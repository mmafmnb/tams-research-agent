
<file path=[Content_Types].xml><?xml version="1.0" encoding="utf-8"?>
<Types xmlns="http://schemas.openxmlformats.org/package/2006/content-types">
  <Default Extension="jpeg" ContentType="image/jpeg"/>
  <Default Extension="png" ContentType="image/png"/>
  <Default Extension="rels" ContentType="application/vnd.openxmlformats-package.relationships+xml"/>
  <Default Extension="svg" ContentType="image/svg+xml"/>
  <Default Extension="xlsx" ContentType="application/vnd.openxmlformats-officedocument.spreadsheetml.sheet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charts/chart1.xml" ContentType="application/vnd.openxmlformats-officedocument.drawingml.chart+xml"/>
  <Override PartName="/ppt/charts/style1.xml" ContentType="application/vnd.ms-office.chartstyle+xml"/>
  <Override PartName="/ppt/charts/colors1.xml" ContentType="application/vnd.ms-office.chartcolorstyle+xml"/>
  <Override PartName="/ppt/notesSlides/notesSlide5.xml" ContentType="application/vnd.openxmlformats-officedocument.presentationml.notesSlide+xml"/>
  <Override PartName="/ppt/charts/chart2.xml" ContentType="application/vnd.openxmlformats-officedocument.drawingml.chart+xml"/>
  <Override PartName="/ppt/charts/style2.xml" ContentType="application/vnd.ms-office.chartstyle+xml"/>
  <Override PartName="/ppt/charts/colors2.xml" ContentType="application/vnd.ms-office.chartcolorstyle+xml"/>
  <Override PartName="/ppt/notesSlides/notesSlide6.xml" ContentType="application/vnd.openxmlformats-officedocument.presentationml.notesSlide+xml"/>
  <Override PartName="/ppt/charts/chart3.xml" ContentType="application/vnd.openxmlformats-officedocument.drawingml.chart+xml"/>
  <Override PartName="/ppt/charts/style3.xml" ContentType="application/vnd.ms-office.chartstyle+xml"/>
  <Override PartName="/ppt/charts/colors3.xml" ContentType="application/vnd.ms-office.chartcolorstyle+xml"/>
  <Override PartName="/ppt/notesSlides/notesSlide7.xml" ContentType="application/vnd.openxmlformats-officedocument.presentationml.notesSlide+xml"/>
  <Override PartName="/ppt/charts/chart4.xml" ContentType="application/vnd.openxmlformats-officedocument.drawingml.chart+xml"/>
  <Override PartName="/ppt/charts/style4.xml" ContentType="application/vnd.ms-office.chartstyle+xml"/>
  <Override PartName="/ppt/charts/colors4.xml" ContentType="application/vnd.ms-office.chartcolorstyle+xml"/>
  <Override PartName="/ppt/notesSlides/notesSlide8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 autoCompressPictures="0">
  <p:sldMasterIdLst>
    <p:sldMasterId id="2147483648" r:id="rId1"/>
  </p:sldMasterIdLst>
  <p:notesMasterIdLst>
    <p:notesMasterId r:id="rId73"/>
  </p:notesMasterIdLst>
  <p:sldIdLst>
    <p:sldId id="311" r:id="rId2"/>
    <p:sldId id="310" r:id="rId3"/>
    <p:sldId id="399" r:id="rId4"/>
    <p:sldId id="400" r:id="rId5"/>
    <p:sldId id="401" r:id="rId6"/>
    <p:sldId id="402" r:id="rId7"/>
    <p:sldId id="403" r:id="rId8"/>
    <p:sldId id="404" r:id="rId9"/>
    <p:sldId id="312" r:id="rId10"/>
    <p:sldId id="313" r:id="rId11"/>
    <p:sldId id="314" r:id="rId12"/>
    <p:sldId id="315" r:id="rId13"/>
    <p:sldId id="316" r:id="rId14"/>
    <p:sldId id="317" r:id="rId15"/>
    <p:sldId id="318" r:id="rId16"/>
    <p:sldId id="319" r:id="rId17"/>
    <p:sldId id="357" r:id="rId18"/>
    <p:sldId id="358" r:id="rId19"/>
    <p:sldId id="359" r:id="rId20"/>
    <p:sldId id="322" r:id="rId21"/>
    <p:sldId id="323" r:id="rId22"/>
    <p:sldId id="324" r:id="rId23"/>
    <p:sldId id="365" r:id="rId24"/>
    <p:sldId id="349" r:id="rId25"/>
    <p:sldId id="361" r:id="rId26"/>
    <p:sldId id="362" r:id="rId27"/>
    <p:sldId id="363" r:id="rId28"/>
    <p:sldId id="364" r:id="rId29"/>
    <p:sldId id="366" r:id="rId30"/>
    <p:sldId id="281" r:id="rId31"/>
    <p:sldId id="282" r:id="rId32"/>
    <p:sldId id="283" r:id="rId33"/>
    <p:sldId id="285" r:id="rId34"/>
    <p:sldId id="398" r:id="rId35"/>
    <p:sldId id="287" r:id="rId36"/>
    <p:sldId id="292" r:id="rId37"/>
    <p:sldId id="345" r:id="rId38"/>
    <p:sldId id="367" r:id="rId39"/>
    <p:sldId id="348" r:id="rId40"/>
    <p:sldId id="368" r:id="rId41"/>
    <p:sldId id="350" r:id="rId42"/>
    <p:sldId id="351" r:id="rId43"/>
    <p:sldId id="352" r:id="rId44"/>
    <p:sldId id="375" r:id="rId45"/>
    <p:sldId id="376" r:id="rId46"/>
    <p:sldId id="260" r:id="rId47"/>
    <p:sldId id="377" r:id="rId48"/>
    <p:sldId id="378" r:id="rId49"/>
    <p:sldId id="379" r:id="rId50"/>
    <p:sldId id="380" r:id="rId51"/>
    <p:sldId id="381" r:id="rId52"/>
    <p:sldId id="267" r:id="rId53"/>
    <p:sldId id="268" r:id="rId54"/>
    <p:sldId id="269" r:id="rId55"/>
    <p:sldId id="382" r:id="rId56"/>
    <p:sldId id="383" r:id="rId57"/>
    <p:sldId id="384" r:id="rId58"/>
    <p:sldId id="385" r:id="rId59"/>
    <p:sldId id="386" r:id="rId60"/>
    <p:sldId id="387" r:id="rId61"/>
    <p:sldId id="388" r:id="rId62"/>
    <p:sldId id="389" r:id="rId63"/>
    <p:sldId id="390" r:id="rId64"/>
    <p:sldId id="391" r:id="rId65"/>
    <p:sldId id="392" r:id="rId66"/>
    <p:sldId id="393" r:id="rId67"/>
    <p:sldId id="394" r:id="rId68"/>
    <p:sldId id="395" r:id="rId69"/>
    <p:sldId id="396" r:id="rId70"/>
    <p:sldId id="397" r:id="rId71"/>
    <p:sldId id="356" r:id="rId72"/>
  </p:sldIdLst>
  <p:sldSz cx="12192000" cy="6858000"/>
  <p:notesSz cx="6858000" cy="9144000"/>
  <p:defaultTextStyle>
    <a:defPPr>
      <a:defRPr lang="en-SA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2" pos="3840" userDrawn="1">
          <p15:clr>
            <a:srgbClr val="A4A3A4"/>
          </p15:clr>
        </p15:guide>
        <p15:guide id="3" orient="horz" pos="414" userDrawn="1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0353"/>
    <p:restoredTop sz="90629"/>
  </p:normalViewPr>
  <p:slideViewPr>
    <p:cSldViewPr snapToGrid="0" showGuides="1">
      <p:cViewPr>
        <p:scale>
          <a:sx n="95" d="100"/>
          <a:sy n="95" d="100"/>
        </p:scale>
        <p:origin x="1768" y="456"/>
      </p:cViewPr>
      <p:guideLst>
        <p:guide pos="3840"/>
        <p:guide orient="horz" pos="414"/>
      </p:guideLst>
    </p:cSldViewPr>
  </p:slideViewPr>
  <p:notesTextViewPr>
    <p:cViewPr>
      <p:scale>
        <a:sx n="1" d="1"/>
        <a:sy n="1" d="1"/>
      </p:scale>
      <p:origin x="0" y="0"/>
    </p:cViewPr>
  </p:notesTextViewPr>
  <p:notesViewPr>
    <p:cSldViewPr snapToGrid="0" showGuides="1">
      <p:cViewPr varScale="1">
        <p:scale>
          <a:sx n="105" d="100"/>
          <a:sy n="105" d="100"/>
        </p:scale>
        <p:origin x="3472" y="208"/>
      </p:cViewPr>
      <p:guideLst/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5.xml"/><Relationship Id="rId21" Type="http://schemas.openxmlformats.org/officeDocument/2006/relationships/slide" Target="slides/slide20.xml"/><Relationship Id="rId42" Type="http://schemas.openxmlformats.org/officeDocument/2006/relationships/slide" Target="slides/slide41.xml"/><Relationship Id="rId47" Type="http://schemas.openxmlformats.org/officeDocument/2006/relationships/slide" Target="slides/slide46.xml"/><Relationship Id="rId63" Type="http://schemas.openxmlformats.org/officeDocument/2006/relationships/slide" Target="slides/slide62.xml"/><Relationship Id="rId68" Type="http://schemas.openxmlformats.org/officeDocument/2006/relationships/slide" Target="slides/slide67.xml"/><Relationship Id="rId16" Type="http://schemas.openxmlformats.org/officeDocument/2006/relationships/slide" Target="slides/slide15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53" Type="http://schemas.openxmlformats.org/officeDocument/2006/relationships/slide" Target="slides/slide52.xml"/><Relationship Id="rId58" Type="http://schemas.openxmlformats.org/officeDocument/2006/relationships/slide" Target="slides/slide57.xml"/><Relationship Id="rId66" Type="http://schemas.openxmlformats.org/officeDocument/2006/relationships/slide" Target="slides/slide65.xml"/><Relationship Id="rId74" Type="http://schemas.openxmlformats.org/officeDocument/2006/relationships/presProps" Target="presProps.xml"/><Relationship Id="rId5" Type="http://schemas.openxmlformats.org/officeDocument/2006/relationships/slide" Target="slides/slide4.xml"/><Relationship Id="rId61" Type="http://schemas.openxmlformats.org/officeDocument/2006/relationships/slide" Target="slides/slide60.xml"/><Relationship Id="rId19" Type="http://schemas.openxmlformats.org/officeDocument/2006/relationships/slide" Target="slides/slide1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56" Type="http://schemas.openxmlformats.org/officeDocument/2006/relationships/slide" Target="slides/slide55.xml"/><Relationship Id="rId64" Type="http://schemas.openxmlformats.org/officeDocument/2006/relationships/slide" Target="slides/slide63.xml"/><Relationship Id="rId69" Type="http://schemas.openxmlformats.org/officeDocument/2006/relationships/slide" Target="slides/slide68.xml"/><Relationship Id="rId77" Type="http://schemas.openxmlformats.org/officeDocument/2006/relationships/tableStyles" Target="tableStyles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3" Type="http://schemas.openxmlformats.org/officeDocument/2006/relationships/slide" Target="slides/slide2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46" Type="http://schemas.openxmlformats.org/officeDocument/2006/relationships/slide" Target="slides/slide45.xml"/><Relationship Id="rId59" Type="http://schemas.openxmlformats.org/officeDocument/2006/relationships/slide" Target="slides/slide58.xml"/><Relationship Id="rId67" Type="http://schemas.openxmlformats.org/officeDocument/2006/relationships/slide" Target="slides/slide66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54" Type="http://schemas.openxmlformats.org/officeDocument/2006/relationships/slide" Target="slides/slide53.xml"/><Relationship Id="rId62" Type="http://schemas.openxmlformats.org/officeDocument/2006/relationships/slide" Target="slides/slide61.xml"/><Relationship Id="rId70" Type="http://schemas.openxmlformats.org/officeDocument/2006/relationships/slide" Target="slides/slide69.xml"/><Relationship Id="rId75" Type="http://schemas.openxmlformats.org/officeDocument/2006/relationships/viewProps" Target="view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49" Type="http://schemas.openxmlformats.org/officeDocument/2006/relationships/slide" Target="slides/slide48.xml"/><Relationship Id="rId57" Type="http://schemas.openxmlformats.org/officeDocument/2006/relationships/slide" Target="slides/slide56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44" Type="http://schemas.openxmlformats.org/officeDocument/2006/relationships/slide" Target="slides/slide43.xml"/><Relationship Id="rId52" Type="http://schemas.openxmlformats.org/officeDocument/2006/relationships/slide" Target="slides/slide51.xml"/><Relationship Id="rId60" Type="http://schemas.openxmlformats.org/officeDocument/2006/relationships/slide" Target="slides/slide59.xml"/><Relationship Id="rId65" Type="http://schemas.openxmlformats.org/officeDocument/2006/relationships/slide" Target="slides/slide64.xml"/><Relationship Id="rId73" Type="http://schemas.openxmlformats.org/officeDocument/2006/relationships/notesMaster" Target="notesMasters/notesMaster1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34" Type="http://schemas.openxmlformats.org/officeDocument/2006/relationships/slide" Target="slides/slide33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76" Type="http://schemas.openxmlformats.org/officeDocument/2006/relationships/theme" Target="theme/theme1.xml"/><Relationship Id="rId7" Type="http://schemas.openxmlformats.org/officeDocument/2006/relationships/slide" Target="slides/slide6.xml"/><Relationship Id="rId71" Type="http://schemas.openxmlformats.org/officeDocument/2006/relationships/slide" Target="slides/slide70.xml"/><Relationship Id="rId2" Type="http://schemas.openxmlformats.org/officeDocument/2006/relationships/slide" Target="slides/slide1.xml"/><Relationship Id="rId29" Type="http://schemas.openxmlformats.org/officeDocument/2006/relationships/slide" Target="slides/slide28.xml"/></Relationships>
</file>

<file path=ppt/charts/_rels/chart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.xlsx"/><Relationship Id="rId2" Type="http://schemas.microsoft.com/office/2011/relationships/chartColorStyle" Target="colors1.xml"/><Relationship Id="rId1" Type="http://schemas.microsoft.com/office/2011/relationships/chartStyle" Target="style1.xml"/></Relationships>
</file>

<file path=ppt/charts/_rels/chart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.xlsx"/><Relationship Id="rId2" Type="http://schemas.microsoft.com/office/2011/relationships/chartColorStyle" Target="colors2.xml"/><Relationship Id="rId1" Type="http://schemas.microsoft.com/office/2011/relationships/chartStyle" Target="style2.xml"/></Relationships>
</file>

<file path=ppt/charts/_rels/chart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.xlsx"/><Relationship Id="rId2" Type="http://schemas.microsoft.com/office/2011/relationships/chartColorStyle" Target="colors3.xml"/><Relationship Id="rId1" Type="http://schemas.microsoft.com/office/2011/relationships/chartStyle" Target="style3.xml"/></Relationships>
</file>

<file path=ppt/charts/_rels/chart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.xlsx"/><Relationship Id="rId2" Type="http://schemas.microsoft.com/office/2011/relationships/chartColorStyle" Target="colors4.xml"/><Relationship Id="rId1" Type="http://schemas.microsoft.com/office/2011/relationships/chartStyle" Target="style4.xml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pie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Sales</c:v>
                </c:pt>
              </c:strCache>
            </c:strRef>
          </c:tx>
          <c:dPt>
            <c:idx val="0"/>
            <c:bubble3D val="0"/>
            <c:spPr>
              <a:solidFill>
                <a:schemeClr val="accent2"/>
              </a:solidFill>
              <a:ln w="19050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1D88-3F4A-A396-C477C7C0227A}"/>
              </c:ext>
            </c:extLst>
          </c:dPt>
          <c:dPt>
            <c:idx val="1"/>
            <c:bubble3D val="0"/>
            <c:spPr>
              <a:noFill/>
              <a:ln w="19050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1D88-3F4A-A396-C477C7C0227A}"/>
              </c:ext>
            </c:extLst>
          </c:dPt>
          <c:dPt>
            <c:idx val="2"/>
            <c:bubble3D val="0"/>
            <c:spPr>
              <a:solidFill>
                <a:schemeClr val="bg1">
                  <a:lumMod val="95000"/>
                </a:schemeClr>
              </a:solidFill>
              <a:ln w="19050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1D88-3F4A-A396-C477C7C0227A}"/>
              </c:ext>
            </c:extLst>
          </c:dPt>
          <c:dPt>
            <c:idx val="3"/>
            <c:bubble3D val="0"/>
            <c:spPr>
              <a:solidFill>
                <a:schemeClr val="bg1">
                  <a:lumMod val="85000"/>
                </a:schemeClr>
              </a:solidFill>
              <a:ln w="19050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1D88-3F4A-A396-C477C7C0227A}"/>
              </c:ext>
            </c:extLst>
          </c:dPt>
          <c:dPt>
            <c:idx val="4"/>
            <c:bubble3D val="0"/>
            <c:spPr>
              <a:solidFill>
                <a:schemeClr val="bg1">
                  <a:lumMod val="65000"/>
                </a:schemeClr>
              </a:solidFill>
              <a:ln w="19050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1D88-3F4A-A396-C477C7C0227A}"/>
              </c:ext>
            </c:extLst>
          </c:dPt>
          <c:dPt>
            <c:idx val="5"/>
            <c:bubble3D val="0"/>
            <c:spPr>
              <a:solidFill>
                <a:schemeClr val="bg1">
                  <a:lumMod val="50000"/>
                </a:schemeClr>
              </a:solidFill>
              <a:ln w="19050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B-1D88-3F4A-A396-C477C7C0227A}"/>
              </c:ext>
            </c:extLst>
          </c:dPt>
          <c:cat>
            <c:strRef>
              <c:f>Sheet1!$A$2:$A$7</c:f>
              <c:strCache>
                <c:ptCount val="6"/>
                <c:pt idx="0">
                  <c:v>a</c:v>
                </c:pt>
                <c:pt idx="1">
                  <c:v>b</c:v>
                </c:pt>
                <c:pt idx="2">
                  <c:v>c</c:v>
                </c:pt>
                <c:pt idx="3">
                  <c:v>d</c:v>
                </c:pt>
                <c:pt idx="4">
                  <c:v>e</c:v>
                </c:pt>
                <c:pt idx="5">
                  <c:v>f</c:v>
                </c:pt>
              </c:strCache>
            </c:strRef>
          </c:cat>
          <c:val>
            <c:numRef>
              <c:f>Sheet1!$B$2:$B$7</c:f>
              <c:numCache>
                <c:formatCode>General</c:formatCode>
                <c:ptCount val="6"/>
                <c:pt idx="0">
                  <c:v>50</c:v>
                </c:pt>
                <c:pt idx="1">
                  <c:v>25</c:v>
                </c:pt>
                <c:pt idx="2">
                  <c:v>10</c:v>
                </c:pt>
                <c:pt idx="3">
                  <c:v>8</c:v>
                </c:pt>
                <c:pt idx="4">
                  <c:v>4</c:v>
                </c:pt>
                <c:pt idx="5">
                  <c:v>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C-1D88-3F4A-A396-C477C7C0227A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90"/>
      </c:pieChart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SA"/>
    </a:p>
  </c:txPr>
  <c:externalData r:id="rId3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area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solidFill>
              <a:schemeClr val="accent3">
                <a:lumMod val="20000"/>
                <a:lumOff val="80000"/>
              </a:schemeClr>
            </a:solidFill>
            <a:ln>
              <a:noFill/>
            </a:ln>
            <a:effectLst>
              <a:innerShdw dist="12700" dir="16200000">
                <a:schemeClr val="lt1">
                  <a:alpha val="75000"/>
                </a:schemeClr>
              </a:innerShdw>
            </a:effectLst>
          </c:spPr>
          <c:cat>
            <c:strRef>
              <c:f>Sheet1!$A$2:$A$6</c:f>
              <c:strCache>
                <c:ptCount val="5"/>
                <c:pt idx="0">
                  <c:v>a</c:v>
                </c:pt>
                <c:pt idx="1">
                  <c:v>b</c:v>
                </c:pt>
                <c:pt idx="2">
                  <c:v>c</c:v>
                </c:pt>
                <c:pt idx="3">
                  <c:v>d</c:v>
                </c:pt>
                <c:pt idx="4">
                  <c:v>e</c:v>
                </c:pt>
              </c:strCache>
            </c:strRef>
          </c:cat>
          <c:val>
            <c:numRef>
              <c:f>Sheet1!$B$2:$B$6</c:f>
              <c:numCache>
                <c:formatCode>General</c:formatCode>
                <c:ptCount val="5"/>
                <c:pt idx="0">
                  <c:v>32</c:v>
                </c:pt>
                <c:pt idx="1">
                  <c:v>32</c:v>
                </c:pt>
                <c:pt idx="2">
                  <c:v>28</c:v>
                </c:pt>
                <c:pt idx="3">
                  <c:v>12</c:v>
                </c:pt>
                <c:pt idx="4">
                  <c:v>15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7443-E644-B026-0AC7BB085C71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Series 2</c:v>
                </c:pt>
              </c:strCache>
            </c:strRef>
          </c:tx>
          <c:spPr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  <a:effectLst>
              <a:innerShdw dist="12700" dir="16200000">
                <a:schemeClr val="lt1">
                  <a:alpha val="75000"/>
                </a:schemeClr>
              </a:innerShdw>
            </a:effectLst>
          </c:spPr>
          <c:cat>
            <c:strRef>
              <c:f>Sheet1!$A$2:$A$6</c:f>
              <c:strCache>
                <c:ptCount val="5"/>
                <c:pt idx="0">
                  <c:v>a</c:v>
                </c:pt>
                <c:pt idx="1">
                  <c:v>b</c:v>
                </c:pt>
                <c:pt idx="2">
                  <c:v>c</c:v>
                </c:pt>
                <c:pt idx="3">
                  <c:v>d</c:v>
                </c:pt>
                <c:pt idx="4">
                  <c:v>e</c:v>
                </c:pt>
              </c:strCache>
            </c:strRef>
          </c:cat>
          <c:val>
            <c:numRef>
              <c:f>Sheet1!$C$2:$C$6</c:f>
              <c:numCache>
                <c:formatCode>General</c:formatCode>
                <c:ptCount val="5"/>
                <c:pt idx="0">
                  <c:v>12</c:v>
                </c:pt>
                <c:pt idx="1">
                  <c:v>12</c:v>
                </c:pt>
                <c:pt idx="2">
                  <c:v>12</c:v>
                </c:pt>
                <c:pt idx="3">
                  <c:v>21</c:v>
                </c:pt>
                <c:pt idx="4">
                  <c:v>28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7443-E644-B026-0AC7BB085C71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Series 3</c:v>
                </c:pt>
              </c:strCache>
            </c:strRef>
          </c:tx>
          <c:spPr>
            <a:solidFill>
              <a:schemeClr val="accent1"/>
            </a:solidFill>
            <a:ln w="25400">
              <a:noFill/>
            </a:ln>
            <a:effectLst>
              <a:innerShdw dist="12700" dir="16200000">
                <a:schemeClr val="lt1">
                  <a:alpha val="75000"/>
                </a:schemeClr>
              </a:innerShdw>
            </a:effectLst>
          </c:spPr>
          <c:cat>
            <c:strRef>
              <c:f>Sheet1!$A$2:$A$6</c:f>
              <c:strCache>
                <c:ptCount val="5"/>
                <c:pt idx="0">
                  <c:v>a</c:v>
                </c:pt>
                <c:pt idx="1">
                  <c:v>b</c:v>
                </c:pt>
                <c:pt idx="2">
                  <c:v>c</c:v>
                </c:pt>
                <c:pt idx="3">
                  <c:v>d</c:v>
                </c:pt>
                <c:pt idx="4">
                  <c:v>e</c:v>
                </c:pt>
              </c:strCache>
            </c:strRef>
          </c:cat>
          <c:val>
            <c:numRef>
              <c:f>Sheet1!$D$2:$D$6</c:f>
              <c:numCache>
                <c:formatCode>General</c:formatCode>
                <c:ptCount val="5"/>
                <c:pt idx="0">
                  <c:v>6</c:v>
                </c:pt>
                <c:pt idx="1">
                  <c:v>8</c:v>
                </c:pt>
                <c:pt idx="2">
                  <c:v>8</c:v>
                </c:pt>
                <c:pt idx="3">
                  <c:v>4</c:v>
                </c:pt>
                <c:pt idx="4">
                  <c:v>17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7443-E644-B026-0AC7BB085C7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dropLines>
          <c:spPr>
            <a:ln w="9525" cap="flat" cmpd="sng" algn="ctr">
              <a:solidFill>
                <a:schemeClr val="accent1">
                  <a:alpha val="40000"/>
                </a:schemeClr>
              </a:solidFill>
              <a:round/>
            </a:ln>
            <a:effectLst/>
          </c:spPr>
        </c:dropLines>
        <c:axId val="118407136"/>
        <c:axId val="118379776"/>
      </c:areaChart>
      <c:catAx>
        <c:axId val="118407136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crossAx val="118379776"/>
        <c:crosses val="autoZero"/>
        <c:auto val="1"/>
        <c:lblAlgn val="ctr"/>
        <c:lblOffset val="100"/>
        <c:noMultiLvlLbl val="0"/>
      </c:catAx>
      <c:valAx>
        <c:axId val="118379776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18407136"/>
        <c:crosses val="autoZero"/>
        <c:crossBetween val="midCat"/>
      </c:valAx>
      <c:spPr>
        <a:noFill/>
        <a:ln>
          <a:noFill/>
        </a:ln>
        <a:effectLst/>
      </c:spPr>
    </c:plotArea>
    <c:plotVisOnly val="1"/>
    <c:dispBlanksAs val="zero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 w="9525" cap="flat" cmpd="sng" algn="ctr">
      <a:noFill/>
      <a:round/>
    </a:ln>
    <a:effectLst/>
  </c:spPr>
  <c:txPr>
    <a:bodyPr/>
    <a:lstStyle/>
    <a:p>
      <a:pPr>
        <a:defRPr/>
      </a:pPr>
      <a:endParaRPr lang="en-SA"/>
    </a:p>
  </c:txPr>
  <c:externalData r:id="rId3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solidFill>
              <a:schemeClr val="bg1">
                <a:lumMod val="85000"/>
              </a:schemeClr>
            </a:solidFill>
            <a:ln>
              <a:noFill/>
            </a:ln>
            <a:effectLst/>
          </c:spPr>
          <c:invertIfNegative val="0"/>
          <c:cat>
            <c:strRef>
              <c:f>Sheet1!$A$2</c:f>
              <c:strCache>
                <c:ptCount val="1"/>
                <c:pt idx="0">
                  <c:v>Category 1</c:v>
                </c:pt>
              </c:strCache>
            </c:strRef>
          </c:cat>
          <c:val>
            <c:numRef>
              <c:f>Sheet1!$B$2</c:f>
              <c:numCache>
                <c:formatCode>General</c:formatCode>
                <c:ptCount val="1"/>
                <c:pt idx="0">
                  <c:v>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2193-854A-9E16-DD44231738A0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Series 2</c:v>
                </c:pt>
              </c:strCache>
            </c:strRef>
          </c:tx>
          <c:spPr>
            <a:solidFill>
              <a:schemeClr val="bg1">
                <a:lumMod val="85000"/>
              </a:schemeClr>
            </a:solidFill>
            <a:ln>
              <a:noFill/>
            </a:ln>
            <a:effectLst/>
          </c:spPr>
          <c:invertIfNegative val="0"/>
          <c:cat>
            <c:strRef>
              <c:f>Sheet1!$A$2</c:f>
              <c:strCache>
                <c:ptCount val="1"/>
                <c:pt idx="0">
                  <c:v>Category 1</c:v>
                </c:pt>
              </c:strCache>
            </c:strRef>
          </c:cat>
          <c:val>
            <c:numRef>
              <c:f>Sheet1!$C$2</c:f>
              <c:numCache>
                <c:formatCode>General</c:formatCode>
                <c:ptCount val="1"/>
                <c:pt idx="0">
                  <c:v>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2193-854A-9E16-DD44231738A0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Series 3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cat>
            <c:strRef>
              <c:f>Sheet1!$A$2</c:f>
              <c:strCache>
                <c:ptCount val="1"/>
                <c:pt idx="0">
                  <c:v>Category 1</c:v>
                </c:pt>
              </c:strCache>
            </c:strRef>
          </c:cat>
          <c:val>
            <c:numRef>
              <c:f>Sheet1!$D$2</c:f>
              <c:numCache>
                <c:formatCode>General</c:formatCode>
                <c:ptCount val="1"/>
                <c:pt idx="0">
                  <c:v>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2193-854A-9E16-DD44231738A0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Series 4</c:v>
                </c:pt>
              </c:strCache>
            </c:strRef>
          </c:tx>
          <c:spPr>
            <a:solidFill>
              <a:schemeClr val="bg1">
                <a:lumMod val="85000"/>
              </a:schemeClr>
            </a:solidFill>
            <a:ln>
              <a:noFill/>
            </a:ln>
            <a:effectLst/>
          </c:spPr>
          <c:invertIfNegative val="0"/>
          <c:cat>
            <c:strRef>
              <c:f>Sheet1!$A$2</c:f>
              <c:strCache>
                <c:ptCount val="1"/>
                <c:pt idx="0">
                  <c:v>Category 1</c:v>
                </c:pt>
              </c:strCache>
            </c:strRef>
          </c:cat>
          <c:val>
            <c:numRef>
              <c:f>Sheet1!$E$2</c:f>
              <c:numCache>
                <c:formatCode>General</c:formatCode>
                <c:ptCount val="1"/>
                <c:pt idx="0">
                  <c:v>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2193-854A-9E16-DD44231738A0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Series 5</c:v>
                </c:pt>
              </c:strCache>
            </c:strRef>
          </c:tx>
          <c:spPr>
            <a:solidFill>
              <a:schemeClr val="bg1">
                <a:lumMod val="85000"/>
              </a:schemeClr>
            </a:solidFill>
            <a:ln>
              <a:noFill/>
            </a:ln>
            <a:effectLst/>
          </c:spPr>
          <c:invertIfNegative val="0"/>
          <c:cat>
            <c:strRef>
              <c:f>Sheet1!$A$2</c:f>
              <c:strCache>
                <c:ptCount val="1"/>
                <c:pt idx="0">
                  <c:v>Category 1</c:v>
                </c:pt>
              </c:strCache>
            </c:strRef>
          </c:cat>
          <c:val>
            <c:numRef>
              <c:f>Sheet1!$F$2</c:f>
              <c:numCache>
                <c:formatCode>General</c:formatCode>
                <c:ptCount val="1"/>
                <c:pt idx="0">
                  <c:v>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2193-854A-9E16-DD44231738A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359"/>
        <c:overlap val="-15"/>
        <c:axId val="122365856"/>
        <c:axId val="159468768"/>
      </c:barChart>
      <c:catAx>
        <c:axId val="122365856"/>
        <c:scaling>
          <c:orientation val="minMax"/>
        </c:scaling>
        <c:delete val="1"/>
        <c:axPos val="b"/>
        <c:numFmt formatCode="General" sourceLinked="1"/>
        <c:majorTickMark val="none"/>
        <c:minorTickMark val="none"/>
        <c:tickLblPos val="nextTo"/>
        <c:crossAx val="159468768"/>
        <c:crosses val="autoZero"/>
        <c:auto val="1"/>
        <c:lblAlgn val="ctr"/>
        <c:lblOffset val="100"/>
        <c:noMultiLvlLbl val="0"/>
      </c:catAx>
      <c:valAx>
        <c:axId val="159468768"/>
        <c:scaling>
          <c:orientation val="minMax"/>
        </c:scaling>
        <c:delete val="0"/>
        <c:axPos val="l"/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223658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>
          <a:solidFill>
            <a:schemeClr val="tx1">
              <a:lumMod val="90000"/>
              <a:lumOff val="10000"/>
            </a:schemeClr>
          </a:solidFill>
        </a:defRPr>
      </a:pPr>
      <a:endParaRPr lang="en-SA"/>
    </a:p>
  </c:txPr>
  <c:externalData r:id="rId3">
    <c:autoUpdate val="0"/>
  </c:externalData>
</c:chartSpace>
</file>

<file path=ppt/charts/chart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scatterChart>
        <c:scatterStyle val="lineMarker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Y-Values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72AC8"/>
              </a:solidFill>
              <a:ln w="9525">
                <a:noFill/>
              </a:ln>
              <a:effectLst/>
            </c:spPr>
          </c:marker>
          <c:xVal>
            <c:numRef>
              <c:f>Sheet1!$A$2:$A$4</c:f>
              <c:numCache>
                <c:formatCode>General</c:formatCode>
                <c:ptCount val="3"/>
                <c:pt idx="0">
                  <c:v>0.69999999999999996</c:v>
                </c:pt>
                <c:pt idx="1">
                  <c:v>1.8</c:v>
                </c:pt>
                <c:pt idx="2">
                  <c:v>2.6</c:v>
                </c:pt>
              </c:numCache>
            </c:numRef>
          </c:xVal>
          <c:yVal>
            <c:numRef>
              <c:f>Sheet1!$B$2:$B$4</c:f>
              <c:numCache>
                <c:formatCode>General</c:formatCode>
                <c:ptCount val="3"/>
                <c:pt idx="0">
                  <c:v>2.7</c:v>
                </c:pt>
                <c:pt idx="1">
                  <c:v>3.2</c:v>
                </c:pt>
                <c:pt idx="2">
                  <c:v>0.8</c:v>
                </c:pt>
              </c:numCache>
            </c:numRef>
          </c:yVal>
          <c:smooth val="1"/>
          <c:extLst>
            <c:ext xmlns:c16="http://schemas.microsoft.com/office/drawing/2014/chart" uri="{C3380CC4-5D6E-409C-BE32-E72D297353CC}">
              <c16:uniqueId val="{00000000-3D79-0748-A223-47462A048AB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477171424"/>
        <c:axId val="166038448"/>
      </c:scatterChart>
      <c:valAx>
        <c:axId val="477171424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66038448"/>
        <c:crosses val="autoZero"/>
        <c:crossBetween val="midCat"/>
      </c:valAx>
      <c:valAx>
        <c:axId val="166038448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accent1">
                <a:lumMod val="40000"/>
                <a:lumOff val="6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477171424"/>
        <c:crosses val="autoZero"/>
        <c:crossBetween val="midCat"/>
      </c:valAx>
      <c:spPr>
        <a:noFill/>
        <a:ln w="25400"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>
          <a:solidFill>
            <a:schemeClr val="tx1">
              <a:lumMod val="90000"/>
              <a:lumOff val="10000"/>
            </a:schemeClr>
          </a:solidFill>
        </a:defRPr>
      </a:pPr>
      <a:endParaRPr lang="en-SA"/>
    </a:p>
  </c:txPr>
  <c:externalData r:id="rId3">
    <c:autoUpdate val="0"/>
  </c:externalData>
</c:chartSpace>
</file>

<file path=ppt/charts/colors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style1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.xml><?xml version="1.0" encoding="utf-8"?>
<cs:chartStyle xmlns:cs="http://schemas.microsoft.com/office/drawing/2012/chartStyle" xmlns:a="http://schemas.openxmlformats.org/drawingml/2006/main" id="277">
  <cs:axisTitle>
    <cs:lnRef idx="0"/>
    <cs:fillRef idx="0"/>
    <cs:effectRef idx="0"/>
    <cs:fontRef idx="minor">
      <a:schemeClr val="lt1">
        <a:lumMod val="85000"/>
      </a:schemeClr>
    </cs:fontRef>
    <cs:defRPr sz="1197" kern="1200"/>
  </cs:axisTitle>
  <cs:categoryAxis>
    <cs:lnRef idx="0"/>
    <cs:fillRef idx="0"/>
    <cs:effectRef idx="0"/>
    <cs:fontRef idx="minor">
      <a:schemeClr val="lt1">
        <a:lumMod val="85000"/>
      </a:schemeClr>
    </cs:fontRef>
    <cs:spPr>
      <a:ln w="9575" cap="flat" cmpd="sng" algn="ctr">
        <a:solidFill>
          <a:schemeClr val="lt1">
            <a:lumMod val="75000"/>
          </a:schemeClr>
        </a:solidFill>
        <a:round/>
        <a:headEnd type="none" w="sm" len="sm"/>
        <a:tailEnd type="none" w="sm" len="sm"/>
      </a:ln>
    </cs:spPr>
    <cs:defRPr sz="1197" b="1" kern="1200" cap="all" baseline="0"/>
  </cs:categoryAxis>
  <cs:chartArea>
    <cs:lnRef idx="0"/>
    <cs:fillRef idx="0"/>
    <cs:effectRef idx="0"/>
    <cs:fontRef idx="minor">
      <a:schemeClr val="dk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lt1">
            <a:lumMod val="7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lt1">
        <a:lumMod val="85000"/>
      </a:schemeClr>
    </cs:fontRef>
    <cs:defRPr sz="1197" kern="1200"/>
  </cs:dataLabel>
  <cs:dataLabelCallout>
    <cs:lnRef idx="0"/>
    <cs:fillRef idx="0"/>
    <cs:effectRef idx="0"/>
    <cs:fontRef idx="minor">
      <a:schemeClr val="lt1">
        <a:lumMod val="85000"/>
      </a:schemeClr>
    </cs:fontRef>
    <cs:spPr>
      <a:solidFill>
        <a:schemeClr val="dk1">
          <a:lumMod val="65000"/>
          <a:lumOff val="35000"/>
        </a:schemeClr>
      </a:solidFill>
      <a:ln>
        <a:solidFill>
          <a:schemeClr val="lt1">
            <a:lumMod val="50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0">
      <cs:styleClr val="auto"/>
    </cs:fillRef>
    <cs:effectRef idx="0"/>
    <cs:fontRef idx="minor">
      <a:schemeClr val="dk1"/>
    </cs:fontRef>
    <cs:spPr>
      <a:gradFill>
        <a:gsLst>
          <a:gs pos="100000">
            <a:schemeClr val="phClr"/>
          </a:gs>
          <a:gs pos="0">
            <a:schemeClr val="phClr">
              <a:lumMod val="75000"/>
            </a:schemeClr>
          </a:gs>
        </a:gsLst>
        <a:lin ang="0" scaled="1"/>
      </a:gradFill>
      <a:effectLst>
        <a:innerShdw dist="12700" dir="16200000">
          <a:schemeClr val="lt1">
            <a:alpha val="75000"/>
          </a:schemeClr>
        </a:innerShdw>
      </a:effectLst>
    </cs:spPr>
  </cs:dataPoint>
  <cs:dataPoint3D>
    <cs:lnRef idx="0"/>
    <cs:fillRef idx="0">
      <cs:styleClr val="auto"/>
    </cs:fillRef>
    <cs:effectRef idx="0"/>
    <cs:fontRef idx="minor">
      <a:schemeClr val="dk1"/>
    </cs:fontRef>
    <cs:spPr>
      <a:gradFill>
        <a:gsLst>
          <a:gs pos="100000">
            <a:schemeClr val="phClr"/>
          </a:gs>
          <a:gs pos="0">
            <a:schemeClr val="phClr">
              <a:lumMod val="75000"/>
            </a:schemeClr>
          </a:gs>
        </a:gsLst>
        <a:lin ang="0" scaled="1"/>
      </a:gradFill>
      <a:effectLst>
        <a:innerShdw dist="12700" dir="16200000">
          <a:schemeClr val="lt1">
            <a:alpha val="75000"/>
          </a:schemeClr>
        </a:innerShdw>
      </a:effectLst>
    </cs:spPr>
  </cs:dataPoint3D>
  <cs:dataPointLine>
    <cs:lnRef idx="0">
      <cs:styleClr val="auto"/>
    </cs:lnRef>
    <cs:fillRef idx="0"/>
    <cs:effectRef idx="0"/>
    <cs:fontRef idx="minor">
      <a:schemeClr val="dk1"/>
    </cs:fontRef>
    <cs:spPr>
      <a:ln w="25400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0">
      <cs:styleClr val="auto"/>
    </cs:fillRef>
    <cs:effectRef idx="0"/>
    <cs:fontRef idx="minor">
      <a:schemeClr val="dk1"/>
    </cs:fontRef>
    <cs:spPr>
      <a:solidFill>
        <a:schemeClr val="phClr"/>
      </a:solidFill>
      <a:ln w="9525">
        <a:solidFill>
          <a:schemeClr val="phClr"/>
        </a:solidFill>
        <a:round/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lt1">
        <a:lumMod val="50000"/>
      </a:schemeClr>
    </cs:fontRef>
    <cs:spPr>
      <a:ln w="9525">
        <a:solidFill>
          <a:schemeClr val="lt1">
            <a:lumMod val="50000"/>
          </a:schemeClr>
        </a:solidFill>
      </a:ln>
    </cs:spPr>
    <cs:defRPr sz="1197" kern="1200"/>
  </cs:dataTable>
  <cs:downBar>
    <cs:lnRef idx="0"/>
    <cs:fillRef idx="0"/>
    <cs:effectRef idx="0"/>
    <cs:fontRef idx="minor">
      <a:schemeClr val="lt1"/>
    </cs:fontRef>
    <cs:spPr>
      <a:solidFill>
        <a:schemeClr val="dk1">
          <a:lumMod val="50000"/>
          <a:lumOff val="50000"/>
        </a:schemeClr>
      </a:solidFill>
      <a:ln w="9525">
        <a:solidFill>
          <a:schemeClr val="dk1">
            <a:lumMod val="75000"/>
          </a:schemeClr>
        </a:solidFill>
        <a:round/>
      </a:ln>
    </cs:spPr>
  </cs:downBar>
  <cs:dropLine>
    <cs:lnRef idx="0"/>
    <cs:fillRef idx="0"/>
    <cs:effectRef idx="0"/>
    <cs:fontRef idx="minor">
      <a:schemeClr val="dk1"/>
    </cs:fontRef>
    <cs:spPr>
      <a:ln w="9525" cap="flat" cmpd="sng" algn="ctr">
        <a:solidFill>
          <a:schemeClr val="lt1">
            <a:alpha val="40000"/>
          </a:schemeClr>
        </a:solidFill>
        <a:round/>
      </a:ln>
    </cs:spPr>
  </cs:dropLine>
  <cs:errorBar>
    <cs:lnRef idx="0"/>
    <cs:fillRef idx="0"/>
    <cs:effectRef idx="0"/>
    <cs:fontRef idx="minor">
      <a:schemeClr val="dk1"/>
    </cs:fontRef>
    <cs:spPr>
      <a:ln w="9525" cap="flat" cmpd="sng" algn="ctr">
        <a:solidFill>
          <a:schemeClr val="lt1">
            <a:alpha val="40000"/>
          </a:schemeClr>
        </a:solidFill>
        <a:round/>
      </a:ln>
    </cs:spPr>
  </cs:errorBar>
  <cs:floor>
    <cs:lnRef idx="0"/>
    <cs:fillRef idx="0"/>
    <cs:effectRef idx="0"/>
    <cs:fontRef idx="minor">
      <a:schemeClr val="dk1"/>
    </cs:fontRef>
  </cs:floor>
  <cs:gridlineMajor>
    <cs:lnRef idx="0"/>
    <cs:fillRef idx="0"/>
    <cs:effectRef idx="0"/>
    <cs:fontRef idx="minor">
      <a:schemeClr val="dk1"/>
    </cs:fontRef>
    <cs:spPr>
      <a:ln w="9525" cap="flat" cmpd="sng" algn="ctr">
        <a:gradFill>
          <a:gsLst>
            <a:gs pos="100000">
              <a:schemeClr val="dk1">
                <a:lumMod val="95000"/>
                <a:lumOff val="5000"/>
                <a:alpha val="42000"/>
              </a:schemeClr>
            </a:gs>
            <a:gs pos="0">
              <a:schemeClr val="lt1">
                <a:lumMod val="75000"/>
                <a:alpha val="36000"/>
              </a:schemeClr>
            </a:gs>
          </a:gsLst>
          <a:lin ang="5400000" scaled="0"/>
        </a:gradFill>
        <a:prstDash val="sysDot"/>
        <a:round/>
      </a:ln>
    </cs:spPr>
  </cs:gridlineMajor>
  <cs:gridlineMinor>
    <cs:lnRef idx="0"/>
    <cs:fillRef idx="0"/>
    <cs:effectRef idx="0"/>
    <cs:fontRef idx="minor">
      <a:schemeClr val="dk1"/>
    </cs:fontRef>
    <cs:spPr>
      <a:ln>
        <a:gradFill>
          <a:gsLst>
            <a:gs pos="100000">
              <a:schemeClr val="dk1">
                <a:lumMod val="95000"/>
                <a:lumOff val="5000"/>
                <a:alpha val="42000"/>
              </a:schemeClr>
            </a:gs>
            <a:gs pos="0">
              <a:schemeClr val="lt1">
                <a:lumMod val="65000"/>
                <a:alpha val="36000"/>
              </a:schemeClr>
            </a:gs>
          </a:gsLst>
          <a:lin ang="5400000" scaled="0"/>
        </a:gradFill>
      </a:ln>
    </cs:spPr>
  </cs:gridlineMinor>
  <cs:hiLoLine>
    <cs:lnRef idx="0"/>
    <cs:fillRef idx="0"/>
    <cs:effectRef idx="0"/>
    <cs:fontRef idx="minor">
      <a:schemeClr val="dk1"/>
    </cs:fontRef>
    <cs:spPr>
      <a:ln w="9525">
        <a:solidFill>
          <a:schemeClr val="lt1">
            <a:lumMod val="50000"/>
          </a:schemeClr>
        </a:solidFill>
        <a:round/>
      </a:ln>
    </cs:spPr>
  </cs:hiLoLine>
  <cs:leaderLine>
    <cs:lnRef idx="0"/>
    <cs:fillRef idx="0"/>
    <cs:effectRef idx="0"/>
    <cs:fontRef idx="minor">
      <a:schemeClr val="dk1"/>
    </cs:fontRef>
    <cs:spPr>
      <a:ln w="9525">
        <a:solidFill>
          <a:schemeClr val="lt1">
            <a:lumMod val="50000"/>
          </a:schemeClr>
        </a:solidFill>
        <a:round/>
      </a:ln>
    </cs:spPr>
  </cs:leaderLine>
  <cs:legend>
    <cs:lnRef idx="0"/>
    <cs:fillRef idx="0"/>
    <cs:effectRef idx="0"/>
    <cs:fontRef idx="minor">
      <a:schemeClr val="lt1">
        <a:lumMod val="85000"/>
      </a:schemeClr>
    </cs:fontRef>
    <cs:defRPr sz="1197" kern="1200"/>
  </cs:legend>
  <cs:plotArea>
    <cs:lnRef idx="0"/>
    <cs:fillRef idx="0"/>
    <cs:effectRef idx="0"/>
    <cs:fontRef idx="minor">
      <a:schemeClr val="dk1"/>
    </cs:fontRef>
  </cs:plotArea>
  <cs:plotArea3D>
    <cs:lnRef idx="0"/>
    <cs:fillRef idx="0"/>
    <cs:effectRef idx="0"/>
    <cs:fontRef idx="minor">
      <a:schemeClr val="dk1"/>
    </cs:fontRef>
  </cs:plotArea3D>
  <cs:seriesAxis>
    <cs:lnRef idx="0"/>
    <cs:fillRef idx="0"/>
    <cs:effectRef idx="0"/>
    <cs:fontRef idx="minor">
      <a:schemeClr val="bg1">
        <a:lumMod val="85000"/>
      </a:schemeClr>
    </cs:fontRef>
    <cs:spPr>
      <a:ln w="19050" cap="flat" cmpd="sng" algn="ctr">
        <a:solidFill>
          <a:schemeClr val="bg1">
            <a:lumMod val="85000"/>
          </a:schemeClr>
        </a:solidFill>
        <a:round/>
        <a:headEnd type="none" w="sm" len="sm"/>
        <a:tailEnd type="none" w="sm" len="sm"/>
      </a:ln>
    </cs:spPr>
    <cs:defRPr sz="1197" b="1" kern="1200"/>
  </cs:seriesAxis>
  <cs:seriesLine>
    <cs:lnRef idx="0"/>
    <cs:fillRef idx="0"/>
    <cs:effectRef idx="0"/>
    <cs:fontRef idx="minor">
      <a:schemeClr val="dk1"/>
    </cs:fontRef>
    <cs:spPr>
      <a:ln w="9525">
        <a:solidFill>
          <a:schemeClr val="lt1">
            <a:lumMod val="50000"/>
          </a:schemeClr>
        </a:solidFill>
        <a:round/>
      </a:ln>
    </cs:spPr>
  </cs:seriesLine>
  <cs:title>
    <cs:lnRef idx="0"/>
    <cs:fillRef idx="0"/>
    <cs:effectRef idx="0"/>
    <cs:fontRef idx="major">
      <a:schemeClr val="lt1">
        <a:lumMod val="85000"/>
      </a:schemeClr>
    </cs:fontRef>
    <cs:defRPr sz="2200" b="1" kern="1200" baseline="0"/>
  </cs:title>
  <cs:trendlin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>
            <a:alpha val="50000"/>
          </a:schemeClr>
        </a:solidFill>
      </a:ln>
    </cs:spPr>
  </cs:trendline>
  <cs:trendlineLabel>
    <cs:lnRef idx="0"/>
    <cs:fillRef idx="0"/>
    <cs:effectRef idx="0"/>
    <cs:fontRef idx="minor">
      <a:schemeClr val="lt1">
        <a:lumMod val="8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>
          <a:lumMod val="85000"/>
        </a:schemeClr>
      </a:solidFill>
      <a:ln w="9525">
        <a:solidFill>
          <a:schemeClr val="dk1">
            <a:lumMod val="50000"/>
          </a:schemeClr>
        </a:solidFill>
        <a:round/>
      </a:ln>
    </cs:spPr>
  </cs:upBar>
  <cs:valueAxis>
    <cs:lnRef idx="0"/>
    <cs:fillRef idx="0"/>
    <cs:effectRef idx="0"/>
    <cs:fontRef idx="minor">
      <a:schemeClr val="lt1">
        <a:lumMod val="75000"/>
      </a:schemeClr>
    </cs:fontRef>
    <cs:defRPr sz="1197" kern="1200"/>
  </cs:valueAxis>
  <cs:wall>
    <cs:lnRef idx="0"/>
    <cs:fillRef idx="0"/>
    <cs:effectRef idx="0"/>
    <cs:fontRef idx="minor">
      <a:schemeClr val="dk1"/>
    </cs:fontRef>
  </cs:wall>
</cs:chartStyle>
</file>

<file path=ppt/charts/style3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.xml><?xml version="1.0" encoding="utf-8"?>
<cs:chartStyle xmlns:cs="http://schemas.microsoft.com/office/drawing/2012/chartStyle" xmlns:a="http://schemas.openxmlformats.org/drawingml/2006/main" id="240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19050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SA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1FC507D9-77BC-914F-9F8D-D127F306A47E}" type="datetimeFigureOut">
              <a:rPr lang="en-SA" smtClean="0"/>
              <a:t>12/02/2024 R</a:t>
            </a:fld>
            <a:endParaRPr lang="en-SA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SA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SA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SA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9C67F9DE-B680-3245-9FD9-36133A3055F0}" type="slidenum">
              <a:rPr lang="en-SA" smtClean="0"/>
              <a:t>‹#›</a:t>
            </a:fld>
            <a:endParaRPr lang="en-SA"/>
          </a:p>
        </p:txBody>
      </p:sp>
    </p:spTree>
    <p:extLst>
      <p:ext uri="{BB962C8B-B14F-4D97-AF65-F5344CB8AC3E}">
        <p14:creationId xmlns:p14="http://schemas.microsoft.com/office/powerpoint/2010/main" val="633259722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  <p:extLst>
    <p:ext uri="{620B2872-D7B9-4A21-9093-7833F8D536E1}">
      <p15:sldGuideLst xmlns:p15="http://schemas.microsoft.com/office/powerpoint/2012/main">
        <p15:guide id="1" orient="horz" pos="2880" userDrawn="1">
          <p15:clr>
            <a:srgbClr val="F26B43"/>
          </p15:clr>
        </p15:guide>
        <p15:guide id="2" pos="2160" userDrawn="1">
          <p15:clr>
            <a:srgbClr val="F26B43"/>
          </p15:clr>
        </p15:guide>
      </p15:sldGuideLst>
    </p:ext>
  </p:extLst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1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SA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C67F9DE-B680-3245-9FD9-36133A3055F0}" type="slidenum">
              <a:rPr lang="en-SA" smtClean="0"/>
              <a:t>1</a:t>
            </a:fld>
            <a:endParaRPr lang="en-SA"/>
          </a:p>
        </p:txBody>
      </p:sp>
    </p:spTree>
    <p:extLst>
      <p:ext uri="{BB962C8B-B14F-4D97-AF65-F5344CB8AC3E}">
        <p14:creationId xmlns:p14="http://schemas.microsoft.com/office/powerpoint/2010/main" val="284401188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SA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C67F9DE-B680-3245-9FD9-36133A3055F0}" type="slidenum">
              <a:rPr lang="en-SA" smtClean="0"/>
              <a:t>18</a:t>
            </a:fld>
            <a:endParaRPr lang="en-SA"/>
          </a:p>
        </p:txBody>
      </p:sp>
    </p:spTree>
    <p:extLst>
      <p:ext uri="{BB962C8B-B14F-4D97-AF65-F5344CB8AC3E}">
        <p14:creationId xmlns:p14="http://schemas.microsoft.com/office/powerpoint/2010/main" val="276156587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SA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C67F9DE-B680-3245-9FD9-36133A3055F0}" type="slidenum">
              <a:rPr lang="en-SA" smtClean="0"/>
              <a:t>19</a:t>
            </a:fld>
            <a:endParaRPr lang="en-SA"/>
          </a:p>
        </p:txBody>
      </p:sp>
    </p:spTree>
    <p:extLst>
      <p:ext uri="{BB962C8B-B14F-4D97-AF65-F5344CB8AC3E}">
        <p14:creationId xmlns:p14="http://schemas.microsoft.com/office/powerpoint/2010/main" val="999337654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3" name="Google Shape;283;p2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endParaRPr/>
          </a:p>
        </p:txBody>
      </p:sp>
      <p:sp>
        <p:nvSpPr>
          <p:cNvPr id="284" name="Google Shape;284;p2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4" name="Google Shape;304;p2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endParaRPr/>
          </a:p>
        </p:txBody>
      </p:sp>
      <p:sp>
        <p:nvSpPr>
          <p:cNvPr id="305" name="Google Shape;305;p2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9" name="Google Shape;319;p2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endParaRPr/>
          </a:p>
        </p:txBody>
      </p:sp>
      <p:sp>
        <p:nvSpPr>
          <p:cNvPr id="320" name="Google Shape;320;p2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0" name="Google Shape;610;p3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endParaRPr/>
          </a:p>
        </p:txBody>
      </p:sp>
      <p:sp>
        <p:nvSpPr>
          <p:cNvPr id="611" name="Google Shape;611;p3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SA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C67F9DE-B680-3245-9FD9-36133A3055F0}" type="slidenum">
              <a:rPr lang="en-SA" smtClean="0"/>
              <a:t>71</a:t>
            </a:fld>
            <a:endParaRPr lang="en-SA"/>
          </a:p>
        </p:txBody>
      </p:sp>
    </p:spTree>
    <p:extLst>
      <p:ext uri="{BB962C8B-B14F-4D97-AF65-F5344CB8AC3E}">
        <p14:creationId xmlns:p14="http://schemas.microsoft.com/office/powerpoint/2010/main" val="1564749704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hyperlink" Target="mailto:Info@tamcapital.sa" TargetMode="External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2.png"/></Relationships>
</file>

<file path=ppt/slideLayouts/_rels/slideLayout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sv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hyperlink" Target="mailto:Info@tamcapital.sa" TargetMode="External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2.png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E5A4480-9781-0BCA-1076-A5012A673392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/>
              <a:t>Click to edit Master title style</a:t>
            </a:r>
            <a:endParaRPr lang="en-SA"/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9E72FF12-4E7B-2589-53C7-14B83739115E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en-SA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12A2274D-4FCC-6C8D-205B-C64DD7057CD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4FBEE4F-E24D-4644-B505-C014FC9FAE23}" type="datetimeFigureOut">
              <a:rPr lang="en-SA" smtClean="0"/>
              <a:t>12/02/2024 R</a:t>
            </a:fld>
            <a:endParaRPr lang="en-SA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9343D80F-71E0-DC23-B475-A5083996308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SA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C8E03E0-8CF2-4923-030F-0F0BB8EE0EB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68A766F-90E0-074D-892C-F645994AD03B}" type="slidenum">
              <a:rPr lang="en-SA" smtClean="0"/>
              <a:t>‹#›</a:t>
            </a:fld>
            <a:endParaRPr lang="en-SA"/>
          </a:p>
        </p:txBody>
      </p:sp>
    </p:spTree>
    <p:extLst>
      <p:ext uri="{BB962C8B-B14F-4D97-AF65-F5344CB8AC3E}">
        <p14:creationId xmlns:p14="http://schemas.microsoft.com/office/powerpoint/2010/main" val="123738908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2FEEC20-2C9A-1FBA-0561-0963E6D2F22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Click to edit Master title style</a:t>
            </a:r>
            <a:endParaRPr lang="en-SA" dirty="0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C6275DF6-43A0-CEC6-91E5-72FE1CBE20F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4FBEE4F-E24D-4644-B505-C014FC9FAE23}" type="datetimeFigureOut">
              <a:rPr lang="en-SA" smtClean="0"/>
              <a:t>12/02/2024 R</a:t>
            </a:fld>
            <a:endParaRPr lang="en-SA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A8222E96-8EE9-855A-B021-2207FEA5DC6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SA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D1505E1-E0A1-A341-F32A-A73DBE1D329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68A766F-90E0-074D-892C-F645994AD03B}" type="slidenum">
              <a:rPr lang="en-SA" smtClean="0"/>
              <a:t>‹#›</a:t>
            </a:fld>
            <a:endParaRPr lang="en-SA"/>
          </a:p>
        </p:txBody>
      </p:sp>
    </p:spTree>
    <p:extLst>
      <p:ext uri="{BB962C8B-B14F-4D97-AF65-F5344CB8AC3E}">
        <p14:creationId xmlns:p14="http://schemas.microsoft.com/office/powerpoint/2010/main" val="2899927164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187328F5-0D43-AF0F-BE9C-43CB18E2E60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4FBEE4F-E24D-4644-B505-C014FC9FAE23}" type="datetimeFigureOut">
              <a:rPr lang="en-SA" smtClean="0"/>
              <a:t>12/02/2024 R</a:t>
            </a:fld>
            <a:endParaRPr lang="en-SA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C4057362-CFCA-4641-94F5-E340EDA7B2A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SA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E5BCC253-3FD2-D5C4-0B9B-8A2EE072C06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68A766F-90E0-074D-892C-F645994AD03B}" type="slidenum">
              <a:rPr lang="en-SA" smtClean="0"/>
              <a:t>‹#›</a:t>
            </a:fld>
            <a:endParaRPr lang="en-SA"/>
          </a:p>
        </p:txBody>
      </p:sp>
    </p:spTree>
    <p:extLst>
      <p:ext uri="{BB962C8B-B14F-4D97-AF65-F5344CB8AC3E}">
        <p14:creationId xmlns:p14="http://schemas.microsoft.com/office/powerpoint/2010/main" val="973937505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Tam Backgrou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>
            <a:extLst>
              <a:ext uri="{FF2B5EF4-FFF2-40B4-BE49-F238E27FC236}">
                <a16:creationId xmlns:a16="http://schemas.microsoft.com/office/drawing/2014/main" id="{60BDF149-B9EA-288D-8879-3A0DD1A3E897}"/>
              </a:ext>
            </a:extLst>
          </p:cNvPr>
          <p:cNvGrpSpPr/>
          <p:nvPr userDrawn="1"/>
        </p:nvGrpSpPr>
        <p:grpSpPr>
          <a:xfrm flipH="1">
            <a:off x="0" y="1640696"/>
            <a:ext cx="12192000" cy="5217305"/>
            <a:chOff x="0" y="1640696"/>
            <a:chExt cx="12192000" cy="5217305"/>
          </a:xfrm>
        </p:grpSpPr>
        <p:sp>
          <p:nvSpPr>
            <p:cNvPr id="3" name="Bentuk Bebas: Bentuk 2">
              <a:extLst>
                <a:ext uri="{FF2B5EF4-FFF2-40B4-BE49-F238E27FC236}">
                  <a16:creationId xmlns:a16="http://schemas.microsoft.com/office/drawing/2014/main" id="{53D682BB-EA35-484E-BE1C-DDFB17FED769}"/>
                </a:ext>
              </a:extLst>
            </p:cNvPr>
            <p:cNvSpPr/>
            <p:nvPr userDrawn="1"/>
          </p:nvSpPr>
          <p:spPr>
            <a:xfrm>
              <a:off x="0" y="2730044"/>
              <a:ext cx="12192000" cy="4127957"/>
            </a:xfrm>
            <a:custGeom>
              <a:avLst/>
              <a:gdLst>
                <a:gd name="connsiteX0" fmla="*/ 0 w 12192000"/>
                <a:gd name="connsiteY0" fmla="*/ 0 h 4121516"/>
                <a:gd name="connsiteX1" fmla="*/ 12192000 w 12192000"/>
                <a:gd name="connsiteY1" fmla="*/ 0 h 4121516"/>
                <a:gd name="connsiteX2" fmla="*/ 12192000 w 12192000"/>
                <a:gd name="connsiteY2" fmla="*/ 4121517 h 4121516"/>
                <a:gd name="connsiteX3" fmla="*/ 0 w 12192000"/>
                <a:gd name="connsiteY3" fmla="*/ 4121517 h 4121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192000" h="4121516">
                  <a:moveTo>
                    <a:pt x="0" y="0"/>
                  </a:moveTo>
                  <a:lnTo>
                    <a:pt x="12192000" y="0"/>
                  </a:lnTo>
                  <a:lnTo>
                    <a:pt x="12192000" y="4121517"/>
                  </a:lnTo>
                  <a:lnTo>
                    <a:pt x="0" y="4121517"/>
                  </a:lnTo>
                  <a:close/>
                </a:path>
              </a:pathLst>
            </a:custGeom>
            <a:solidFill>
              <a:schemeClr val="tx1"/>
            </a:solidFill>
            <a:ln w="6337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algn="r" defTabSz="914400" rtl="1" eaLnBrk="1" latinLnBrk="0" hangingPunct="1"/>
              <a:endParaRPr lang="id-ID" sz="900" dirty="0"/>
            </a:p>
          </p:txBody>
        </p:sp>
        <p:sp>
          <p:nvSpPr>
            <p:cNvPr id="4" name="Bentuk Bebas: Bentuk 3">
              <a:extLst>
                <a:ext uri="{FF2B5EF4-FFF2-40B4-BE49-F238E27FC236}">
                  <a16:creationId xmlns:a16="http://schemas.microsoft.com/office/drawing/2014/main" id="{0CDC72A8-AD4E-45DB-B948-AEF81B01E281}"/>
                </a:ext>
              </a:extLst>
            </p:cNvPr>
            <p:cNvSpPr/>
            <p:nvPr userDrawn="1"/>
          </p:nvSpPr>
          <p:spPr>
            <a:xfrm>
              <a:off x="4039708" y="1640696"/>
              <a:ext cx="8152291" cy="5217304"/>
            </a:xfrm>
            <a:custGeom>
              <a:avLst/>
              <a:gdLst>
                <a:gd name="connsiteX0" fmla="*/ 0 w 8152291"/>
                <a:gd name="connsiteY0" fmla="*/ 0 h 5209164"/>
                <a:gd name="connsiteX1" fmla="*/ 8152291 w 8152291"/>
                <a:gd name="connsiteY1" fmla="*/ 0 h 5209164"/>
                <a:gd name="connsiteX2" fmla="*/ 8152291 w 8152291"/>
                <a:gd name="connsiteY2" fmla="*/ 5209165 h 5209164"/>
                <a:gd name="connsiteX3" fmla="*/ 0 w 8152291"/>
                <a:gd name="connsiteY3" fmla="*/ 5209165 h 52091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152291" h="5209164">
                  <a:moveTo>
                    <a:pt x="0" y="0"/>
                  </a:moveTo>
                  <a:lnTo>
                    <a:pt x="8152291" y="0"/>
                  </a:lnTo>
                  <a:lnTo>
                    <a:pt x="8152291" y="5209165"/>
                  </a:lnTo>
                  <a:lnTo>
                    <a:pt x="0" y="5209165"/>
                  </a:lnTo>
                  <a:close/>
                </a:path>
              </a:pathLst>
            </a:custGeom>
            <a:solidFill>
              <a:schemeClr val="tx2"/>
            </a:solidFill>
            <a:ln w="6337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algn="r" defTabSz="914400" rtl="1" eaLnBrk="1" latinLnBrk="0" hangingPunct="1"/>
              <a:endParaRPr lang="id-ID" sz="900"/>
            </a:p>
          </p:txBody>
        </p:sp>
        <p:sp>
          <p:nvSpPr>
            <p:cNvPr id="11" name="Bentuk Bebas: Bentuk 10">
              <a:extLst>
                <a:ext uri="{FF2B5EF4-FFF2-40B4-BE49-F238E27FC236}">
                  <a16:creationId xmlns:a16="http://schemas.microsoft.com/office/drawing/2014/main" id="{CD36BD52-5F5B-452E-AA6E-F024BEAA5F68}"/>
                </a:ext>
              </a:extLst>
            </p:cNvPr>
            <p:cNvSpPr/>
            <p:nvPr/>
          </p:nvSpPr>
          <p:spPr>
            <a:xfrm>
              <a:off x="10623261" y="5418189"/>
              <a:ext cx="1568738" cy="1439812"/>
            </a:xfrm>
            <a:custGeom>
              <a:avLst/>
              <a:gdLst>
                <a:gd name="connsiteX0" fmla="*/ 0 w 1568738"/>
                <a:gd name="connsiteY0" fmla="*/ 1437566 h 1437565"/>
                <a:gd name="connsiteX1" fmla="*/ 1568738 w 1568738"/>
                <a:gd name="connsiteY1" fmla="*/ 0 h 1437565"/>
                <a:gd name="connsiteX2" fmla="*/ 1568738 w 1568738"/>
                <a:gd name="connsiteY2" fmla="*/ 1437566 h 1437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68738" h="1437565">
                  <a:moveTo>
                    <a:pt x="0" y="1437566"/>
                  </a:moveTo>
                  <a:lnTo>
                    <a:pt x="1568738" y="0"/>
                  </a:lnTo>
                  <a:lnTo>
                    <a:pt x="1568738" y="1437566"/>
                  </a:lnTo>
                  <a:close/>
                </a:path>
              </a:pathLst>
            </a:custGeom>
            <a:solidFill>
              <a:srgbClr val="FFFFFF"/>
            </a:solidFill>
            <a:ln w="63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id-ID" sz="900"/>
            </a:p>
          </p:txBody>
        </p:sp>
      </p:grpSp>
      <p:sp>
        <p:nvSpPr>
          <p:cNvPr id="20" name="Tampungan Gambar 19">
            <a:extLst>
              <a:ext uri="{FF2B5EF4-FFF2-40B4-BE49-F238E27FC236}">
                <a16:creationId xmlns:a16="http://schemas.microsoft.com/office/drawing/2014/main" id="{49E20BD9-BE37-473A-9420-2B85CBF58075}"/>
              </a:ext>
            </a:extLst>
          </p:cNvPr>
          <p:cNvSpPr>
            <a:spLocks noGrp="1"/>
          </p:cNvSpPr>
          <p:nvPr>
            <p:ph type="pic" sz="quarter" idx="24"/>
          </p:nvPr>
        </p:nvSpPr>
        <p:spPr>
          <a:xfrm flipH="1">
            <a:off x="0" y="-2209"/>
            <a:ext cx="12192000" cy="4127957"/>
          </a:xfrm>
          <a:custGeom>
            <a:avLst/>
            <a:gdLst>
              <a:gd name="connsiteX0" fmla="*/ 0 w 24377650"/>
              <a:gd name="connsiteY0" fmla="*/ 0 h 8255913"/>
              <a:gd name="connsiteX1" fmla="*/ 24377650 w 24377650"/>
              <a:gd name="connsiteY1" fmla="*/ 0 h 8255913"/>
              <a:gd name="connsiteX2" fmla="*/ 24377650 w 24377650"/>
              <a:gd name="connsiteY2" fmla="*/ 3774713 h 8255913"/>
              <a:gd name="connsiteX3" fmla="*/ 19455240 w 24377650"/>
              <a:gd name="connsiteY3" fmla="*/ 8255913 h 8255913"/>
              <a:gd name="connsiteX4" fmla="*/ 0 w 24377650"/>
              <a:gd name="connsiteY4" fmla="*/ 8255913 h 82559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377650" h="8255913">
                <a:moveTo>
                  <a:pt x="0" y="0"/>
                </a:moveTo>
                <a:lnTo>
                  <a:pt x="24377650" y="0"/>
                </a:lnTo>
                <a:lnTo>
                  <a:pt x="24377650" y="3774713"/>
                </a:lnTo>
                <a:lnTo>
                  <a:pt x="19455240" y="8255913"/>
                </a:lnTo>
                <a:lnTo>
                  <a:pt x="0" y="8255913"/>
                </a:lnTo>
                <a:close/>
              </a:path>
            </a:pathLst>
          </a:custGeom>
          <a:pattFill prst="pct10">
            <a:fgClr>
              <a:schemeClr val="accent5"/>
            </a:fgClr>
            <a:bgClr>
              <a:schemeClr val="bg1"/>
            </a:bgClr>
          </a:pattFill>
        </p:spPr>
        <p:txBody>
          <a:bodyPr wrap="square">
            <a:noAutofit/>
          </a:bodyPr>
          <a:lstStyle/>
          <a:p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400713488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Custom Layout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" name="Tampungan Gambar 36">
            <a:extLst>
              <a:ext uri="{FF2B5EF4-FFF2-40B4-BE49-F238E27FC236}">
                <a16:creationId xmlns:a16="http://schemas.microsoft.com/office/drawing/2014/main" id="{56C22197-956E-4822-B0FB-DD7886DADC21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6514974" y="0"/>
            <a:ext cx="5677026" cy="6858000"/>
          </a:xfrm>
          <a:custGeom>
            <a:avLst/>
            <a:gdLst>
              <a:gd name="connsiteX0" fmla="*/ 0 w 11351096"/>
              <a:gd name="connsiteY0" fmla="*/ 0 h 13716000"/>
              <a:gd name="connsiteX1" fmla="*/ 11351096 w 11351096"/>
              <a:gd name="connsiteY1" fmla="*/ 0 h 13716000"/>
              <a:gd name="connsiteX2" fmla="*/ 11351096 w 11351096"/>
              <a:gd name="connsiteY2" fmla="*/ 9194674 h 13716000"/>
              <a:gd name="connsiteX3" fmla="*/ 6226284 w 11351096"/>
              <a:gd name="connsiteY3" fmla="*/ 13716000 h 13716000"/>
              <a:gd name="connsiteX4" fmla="*/ 0 w 11351096"/>
              <a:gd name="connsiteY4" fmla="*/ 13716000 h 13716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351096" h="13716000">
                <a:moveTo>
                  <a:pt x="0" y="0"/>
                </a:moveTo>
                <a:lnTo>
                  <a:pt x="11351096" y="0"/>
                </a:lnTo>
                <a:lnTo>
                  <a:pt x="11351096" y="9194674"/>
                </a:lnTo>
                <a:lnTo>
                  <a:pt x="6226284" y="13716000"/>
                </a:lnTo>
                <a:lnTo>
                  <a:pt x="0" y="13716000"/>
                </a:lnTo>
                <a:close/>
              </a:path>
            </a:pathLst>
          </a:custGeom>
          <a:pattFill prst="pct20">
            <a:fgClr>
              <a:schemeClr val="tx2"/>
            </a:fgClr>
            <a:bgClr>
              <a:schemeClr val="bg1"/>
            </a:bgClr>
          </a:pattFill>
        </p:spPr>
        <p:txBody>
          <a:bodyPr wrap="square">
            <a:noAutofit/>
          </a:bodyPr>
          <a:lstStyle/>
          <a:p>
            <a: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</a:pPr>
            <a:endParaRPr lang="id-ID"/>
          </a:p>
        </p:txBody>
      </p:sp>
      <p:sp>
        <p:nvSpPr>
          <p:cNvPr id="46" name="Bentuk Bebas: Bentuk 45">
            <a:extLst>
              <a:ext uri="{FF2B5EF4-FFF2-40B4-BE49-F238E27FC236}">
                <a16:creationId xmlns:a16="http://schemas.microsoft.com/office/drawing/2014/main" id="{F8435C93-3141-4BB5-AC3B-BCC8D7CEB7DE}"/>
              </a:ext>
            </a:extLst>
          </p:cNvPr>
          <p:cNvSpPr/>
          <p:nvPr userDrawn="1"/>
        </p:nvSpPr>
        <p:spPr>
          <a:xfrm>
            <a:off x="9606253" y="4597336"/>
            <a:ext cx="2585748" cy="2260663"/>
          </a:xfrm>
          <a:custGeom>
            <a:avLst/>
            <a:gdLst>
              <a:gd name="connsiteX0" fmla="*/ 0 w 2466975"/>
              <a:gd name="connsiteY0" fmla="*/ 2260664 h 2260663"/>
              <a:gd name="connsiteX1" fmla="*/ 2466975 w 2466975"/>
              <a:gd name="connsiteY1" fmla="*/ 0 h 2260663"/>
              <a:gd name="connsiteX2" fmla="*/ 2466975 w 2466975"/>
              <a:gd name="connsiteY2" fmla="*/ 2260664 h 22606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466975" h="2260663">
                <a:moveTo>
                  <a:pt x="0" y="2260664"/>
                </a:moveTo>
                <a:lnTo>
                  <a:pt x="2466975" y="0"/>
                </a:lnTo>
                <a:lnTo>
                  <a:pt x="2466975" y="2260664"/>
                </a:lnTo>
                <a:close/>
              </a:path>
            </a:pathLst>
          </a:custGeom>
          <a:solidFill>
            <a:schemeClr val="tx2"/>
          </a:solidFill>
          <a:ln w="6347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9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sp>
        <p:nvSpPr>
          <p:cNvPr id="9" name="Graphic 4">
            <a:extLst>
              <a:ext uri="{FF2B5EF4-FFF2-40B4-BE49-F238E27FC236}">
                <a16:creationId xmlns:a16="http://schemas.microsoft.com/office/drawing/2014/main" id="{D39A9C0A-88F5-EB08-F2C7-C6D30002C22A}"/>
              </a:ext>
            </a:extLst>
          </p:cNvPr>
          <p:cNvSpPr/>
          <p:nvPr userDrawn="1"/>
        </p:nvSpPr>
        <p:spPr>
          <a:xfrm rot="2530731" flipH="1">
            <a:off x="-517207" y="5357431"/>
            <a:ext cx="2359778" cy="2088025"/>
          </a:xfrm>
          <a:custGeom>
            <a:avLst/>
            <a:gdLst>
              <a:gd name="connsiteX0" fmla="*/ 4612455 w 6634261"/>
              <a:gd name="connsiteY0" fmla="*/ 62865 h 5870257"/>
              <a:gd name="connsiteX1" fmla="*/ 4601993 w 6634261"/>
              <a:gd name="connsiteY1" fmla="*/ 52388 h 5870257"/>
              <a:gd name="connsiteX2" fmla="*/ 4582970 w 6634261"/>
              <a:gd name="connsiteY2" fmla="*/ 33338 h 5870257"/>
              <a:gd name="connsiteX3" fmla="*/ 4561094 w 6634261"/>
              <a:gd name="connsiteY3" fmla="*/ 18098 h 5870257"/>
              <a:gd name="connsiteX4" fmla="*/ 4537316 w 6634261"/>
              <a:gd name="connsiteY4" fmla="*/ 8573 h 5870257"/>
              <a:gd name="connsiteX5" fmla="*/ 4509733 w 6634261"/>
              <a:gd name="connsiteY5" fmla="*/ 2858 h 5870257"/>
              <a:gd name="connsiteX6" fmla="*/ 4495466 w 6634261"/>
              <a:gd name="connsiteY6" fmla="*/ 0 h 5870257"/>
              <a:gd name="connsiteX7" fmla="*/ 2149971 w 6634261"/>
              <a:gd name="connsiteY7" fmla="*/ 0 h 5870257"/>
              <a:gd name="connsiteX8" fmla="*/ 2135704 w 6634261"/>
              <a:gd name="connsiteY8" fmla="*/ 2858 h 5870257"/>
              <a:gd name="connsiteX9" fmla="*/ 2106219 w 6634261"/>
              <a:gd name="connsiteY9" fmla="*/ 8573 h 5870257"/>
              <a:gd name="connsiteX10" fmla="*/ 2085294 w 6634261"/>
              <a:gd name="connsiteY10" fmla="*/ 17145 h 5870257"/>
              <a:gd name="connsiteX11" fmla="*/ 2060564 w 6634261"/>
              <a:gd name="connsiteY11" fmla="*/ 34290 h 5870257"/>
              <a:gd name="connsiteX12" fmla="*/ 2045346 w 6634261"/>
              <a:gd name="connsiteY12" fmla="*/ 50483 h 5870257"/>
              <a:gd name="connsiteX13" fmla="*/ 2032981 w 6634261"/>
              <a:gd name="connsiteY13" fmla="*/ 62865 h 5870257"/>
              <a:gd name="connsiteX14" fmla="*/ 22285 w 6634261"/>
              <a:gd name="connsiteY14" fmla="*/ 1936433 h 5870257"/>
              <a:gd name="connsiteX15" fmla="*/ 63184 w 6634261"/>
              <a:gd name="connsiteY15" fmla="*/ 2128838 h 5870257"/>
              <a:gd name="connsiteX16" fmla="*/ 836455 w 6634261"/>
              <a:gd name="connsiteY16" fmla="*/ 2627948 h 5870257"/>
              <a:gd name="connsiteX17" fmla="*/ 1028584 w 6634261"/>
              <a:gd name="connsiteY17" fmla="*/ 2586990 h 5870257"/>
              <a:gd name="connsiteX18" fmla="*/ 2723504 w 6634261"/>
              <a:gd name="connsiteY18" fmla="*/ 1198245 h 5870257"/>
              <a:gd name="connsiteX19" fmla="*/ 2723504 w 6634261"/>
              <a:gd name="connsiteY19" fmla="*/ 1198245 h 5870257"/>
              <a:gd name="connsiteX20" fmla="*/ 2723504 w 6634261"/>
              <a:gd name="connsiteY20" fmla="*/ 5731193 h 5870257"/>
              <a:gd name="connsiteX21" fmla="*/ 2862370 w 6634261"/>
              <a:gd name="connsiteY21" fmla="*/ 5870258 h 5870257"/>
              <a:gd name="connsiteX22" fmla="*/ 3782116 w 6634261"/>
              <a:gd name="connsiteY22" fmla="*/ 5870258 h 5870257"/>
              <a:gd name="connsiteX23" fmla="*/ 3920981 w 6634261"/>
              <a:gd name="connsiteY23" fmla="*/ 5731193 h 5870257"/>
              <a:gd name="connsiteX24" fmla="*/ 3920981 w 6634261"/>
              <a:gd name="connsiteY24" fmla="*/ 1198245 h 5870257"/>
              <a:gd name="connsiteX25" fmla="*/ 3922883 w 6634261"/>
              <a:gd name="connsiteY25" fmla="*/ 1198245 h 5870257"/>
              <a:gd name="connsiteX26" fmla="*/ 5606390 w 6634261"/>
              <a:gd name="connsiteY26" fmla="*/ 2586990 h 5870257"/>
              <a:gd name="connsiteX27" fmla="*/ 5798519 w 6634261"/>
              <a:gd name="connsiteY27" fmla="*/ 2627948 h 5870257"/>
              <a:gd name="connsiteX28" fmla="*/ 6570839 w 6634261"/>
              <a:gd name="connsiteY28" fmla="*/ 2127885 h 5870257"/>
              <a:gd name="connsiteX29" fmla="*/ 6611738 w 6634261"/>
              <a:gd name="connsiteY29" fmla="*/ 1935480 h 5870257"/>
              <a:gd name="connsiteX30" fmla="*/ 4612455 w 6634261"/>
              <a:gd name="connsiteY30" fmla="*/ 62865 h 58702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6634261" h="5870257">
                <a:moveTo>
                  <a:pt x="4612455" y="62865"/>
                </a:moveTo>
                <a:cubicBezTo>
                  <a:pt x="4609602" y="58103"/>
                  <a:pt x="4604846" y="56198"/>
                  <a:pt x="4601993" y="52388"/>
                </a:cubicBezTo>
                <a:cubicBezTo>
                  <a:pt x="4596286" y="44768"/>
                  <a:pt x="4590579" y="39053"/>
                  <a:pt x="4582970" y="33338"/>
                </a:cubicBezTo>
                <a:cubicBezTo>
                  <a:pt x="4576312" y="27623"/>
                  <a:pt x="4568703" y="22860"/>
                  <a:pt x="4561094" y="18098"/>
                </a:cubicBezTo>
                <a:cubicBezTo>
                  <a:pt x="4553485" y="14288"/>
                  <a:pt x="4545876" y="10478"/>
                  <a:pt x="4537316" y="8573"/>
                </a:cubicBezTo>
                <a:cubicBezTo>
                  <a:pt x="4527805" y="5715"/>
                  <a:pt x="4519244" y="3810"/>
                  <a:pt x="4509733" y="2858"/>
                </a:cubicBezTo>
                <a:cubicBezTo>
                  <a:pt x="4504977" y="1905"/>
                  <a:pt x="4501173" y="0"/>
                  <a:pt x="4495466" y="0"/>
                </a:cubicBezTo>
                <a:lnTo>
                  <a:pt x="2149971" y="0"/>
                </a:lnTo>
                <a:cubicBezTo>
                  <a:pt x="2145215" y="0"/>
                  <a:pt x="2140459" y="1905"/>
                  <a:pt x="2135704" y="2858"/>
                </a:cubicBezTo>
                <a:cubicBezTo>
                  <a:pt x="2125241" y="3810"/>
                  <a:pt x="2116681" y="5715"/>
                  <a:pt x="2106219" y="8573"/>
                </a:cubicBezTo>
                <a:cubicBezTo>
                  <a:pt x="2098610" y="11430"/>
                  <a:pt x="2091952" y="14288"/>
                  <a:pt x="2085294" y="17145"/>
                </a:cubicBezTo>
                <a:cubicBezTo>
                  <a:pt x="2075782" y="21908"/>
                  <a:pt x="2068173" y="27623"/>
                  <a:pt x="2060564" y="34290"/>
                </a:cubicBezTo>
                <a:cubicBezTo>
                  <a:pt x="2054857" y="39053"/>
                  <a:pt x="2050102" y="44768"/>
                  <a:pt x="2045346" y="50483"/>
                </a:cubicBezTo>
                <a:cubicBezTo>
                  <a:pt x="2041542" y="55245"/>
                  <a:pt x="2035835" y="58103"/>
                  <a:pt x="2032981" y="62865"/>
                </a:cubicBezTo>
                <a:lnTo>
                  <a:pt x="22285" y="1936433"/>
                </a:lnTo>
                <a:cubicBezTo>
                  <a:pt x="-19565" y="2001203"/>
                  <a:pt x="-542" y="2086928"/>
                  <a:pt x="63184" y="2128838"/>
                </a:cubicBezTo>
                <a:lnTo>
                  <a:pt x="836455" y="2627948"/>
                </a:lnTo>
                <a:cubicBezTo>
                  <a:pt x="901132" y="2669858"/>
                  <a:pt x="986734" y="2650808"/>
                  <a:pt x="1028584" y="2586990"/>
                </a:cubicBezTo>
                <a:lnTo>
                  <a:pt x="2723504" y="1198245"/>
                </a:lnTo>
                <a:lnTo>
                  <a:pt x="2723504" y="1198245"/>
                </a:lnTo>
                <a:lnTo>
                  <a:pt x="2723504" y="5731193"/>
                </a:lnTo>
                <a:cubicBezTo>
                  <a:pt x="2723504" y="5807393"/>
                  <a:pt x="2785328" y="5870258"/>
                  <a:pt x="2862370" y="5870258"/>
                </a:cubicBezTo>
                <a:lnTo>
                  <a:pt x="3782116" y="5870258"/>
                </a:lnTo>
                <a:cubicBezTo>
                  <a:pt x="3859158" y="5870258"/>
                  <a:pt x="3920981" y="5808345"/>
                  <a:pt x="3920981" y="5731193"/>
                </a:cubicBezTo>
                <a:lnTo>
                  <a:pt x="3920981" y="1198245"/>
                </a:lnTo>
                <a:lnTo>
                  <a:pt x="3922883" y="1198245"/>
                </a:lnTo>
                <a:lnTo>
                  <a:pt x="5606390" y="2586990"/>
                </a:lnTo>
                <a:cubicBezTo>
                  <a:pt x="5648240" y="2651760"/>
                  <a:pt x="5733842" y="2669858"/>
                  <a:pt x="5798519" y="2627948"/>
                </a:cubicBezTo>
                <a:lnTo>
                  <a:pt x="6570839" y="2127885"/>
                </a:lnTo>
                <a:cubicBezTo>
                  <a:pt x="6635516" y="2085975"/>
                  <a:pt x="6653588" y="2000250"/>
                  <a:pt x="6611738" y="1935480"/>
                </a:cubicBezTo>
                <a:lnTo>
                  <a:pt x="4612455" y="62865"/>
                </a:lnTo>
                <a:close/>
              </a:path>
            </a:pathLst>
          </a:custGeom>
          <a:solidFill>
            <a:schemeClr val="tx2">
              <a:alpha val="10140"/>
            </a:schemeClr>
          </a:solidFill>
          <a:ln w="9511" cap="flat">
            <a:noFill/>
            <a:prstDash val="solid"/>
            <a:miter/>
          </a:ln>
        </p:spPr>
        <p:txBody>
          <a:bodyPr rtlCol="0" anchor="ctr"/>
          <a:lstStyle/>
          <a:p>
            <a:endParaRPr lang="en-SA"/>
          </a:p>
        </p:txBody>
      </p:sp>
    </p:spTree>
    <p:extLst>
      <p:ext uri="{BB962C8B-B14F-4D97-AF65-F5344CB8AC3E}">
        <p14:creationId xmlns:p14="http://schemas.microsoft.com/office/powerpoint/2010/main" val="99373568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_Custom Layout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Tampungan Gambar 16">
            <a:extLst>
              <a:ext uri="{FF2B5EF4-FFF2-40B4-BE49-F238E27FC236}">
                <a16:creationId xmlns:a16="http://schemas.microsoft.com/office/drawing/2014/main" id="{F71FC762-974A-4DCB-B98D-927035ED4DDA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484159" y="457201"/>
            <a:ext cx="4836656" cy="5943600"/>
          </a:xfrm>
          <a:custGeom>
            <a:avLst/>
            <a:gdLst>
              <a:gd name="connsiteX0" fmla="*/ 0 w 10052844"/>
              <a:gd name="connsiteY0" fmla="*/ 0 h 12326495"/>
              <a:gd name="connsiteX1" fmla="*/ 7070896 w 10052844"/>
              <a:gd name="connsiteY1" fmla="*/ 0 h 12326495"/>
              <a:gd name="connsiteX2" fmla="*/ 10052844 w 10052844"/>
              <a:gd name="connsiteY2" fmla="*/ 2732534 h 12326495"/>
              <a:gd name="connsiteX3" fmla="*/ 10052844 w 10052844"/>
              <a:gd name="connsiteY3" fmla="*/ 12326495 h 12326495"/>
              <a:gd name="connsiteX4" fmla="*/ 2981949 w 10052844"/>
              <a:gd name="connsiteY4" fmla="*/ 12326495 h 12326495"/>
              <a:gd name="connsiteX5" fmla="*/ 0 w 10052844"/>
              <a:gd name="connsiteY5" fmla="*/ 9593961 h 123264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0052844" h="12326495">
                <a:moveTo>
                  <a:pt x="0" y="0"/>
                </a:moveTo>
                <a:lnTo>
                  <a:pt x="7070896" y="0"/>
                </a:lnTo>
                <a:lnTo>
                  <a:pt x="10052844" y="2732534"/>
                </a:lnTo>
                <a:lnTo>
                  <a:pt x="10052844" y="12326495"/>
                </a:lnTo>
                <a:lnTo>
                  <a:pt x="2981949" y="12326495"/>
                </a:lnTo>
                <a:lnTo>
                  <a:pt x="0" y="9593961"/>
                </a:lnTo>
                <a:close/>
              </a:path>
            </a:pathLst>
          </a:custGeom>
          <a:pattFill prst="pct20">
            <a:fgClr>
              <a:schemeClr val="tx2"/>
            </a:fgClr>
            <a:bgClr>
              <a:schemeClr val="bg1"/>
            </a:bgClr>
          </a:pattFill>
        </p:spPr>
        <p:txBody>
          <a:bodyPr wrap="square">
            <a:noAutofit/>
          </a:bodyPr>
          <a:lstStyle/>
          <a:p>
            <a:endParaRPr lang="id-ID" dirty="0"/>
          </a:p>
        </p:txBody>
      </p:sp>
      <p:sp>
        <p:nvSpPr>
          <p:cNvPr id="3" name="Graphic 4">
            <a:extLst>
              <a:ext uri="{FF2B5EF4-FFF2-40B4-BE49-F238E27FC236}">
                <a16:creationId xmlns:a16="http://schemas.microsoft.com/office/drawing/2014/main" id="{61B748EF-F123-81FB-B158-DCF90D249D73}"/>
              </a:ext>
            </a:extLst>
          </p:cNvPr>
          <p:cNvSpPr/>
          <p:nvPr userDrawn="1"/>
        </p:nvSpPr>
        <p:spPr>
          <a:xfrm rot="2530731" flipH="1">
            <a:off x="-855409" y="5545320"/>
            <a:ext cx="2359778" cy="2088025"/>
          </a:xfrm>
          <a:custGeom>
            <a:avLst/>
            <a:gdLst>
              <a:gd name="connsiteX0" fmla="*/ 4612455 w 6634261"/>
              <a:gd name="connsiteY0" fmla="*/ 62865 h 5870257"/>
              <a:gd name="connsiteX1" fmla="*/ 4601993 w 6634261"/>
              <a:gd name="connsiteY1" fmla="*/ 52388 h 5870257"/>
              <a:gd name="connsiteX2" fmla="*/ 4582970 w 6634261"/>
              <a:gd name="connsiteY2" fmla="*/ 33338 h 5870257"/>
              <a:gd name="connsiteX3" fmla="*/ 4561094 w 6634261"/>
              <a:gd name="connsiteY3" fmla="*/ 18098 h 5870257"/>
              <a:gd name="connsiteX4" fmla="*/ 4537316 w 6634261"/>
              <a:gd name="connsiteY4" fmla="*/ 8573 h 5870257"/>
              <a:gd name="connsiteX5" fmla="*/ 4509733 w 6634261"/>
              <a:gd name="connsiteY5" fmla="*/ 2858 h 5870257"/>
              <a:gd name="connsiteX6" fmla="*/ 4495466 w 6634261"/>
              <a:gd name="connsiteY6" fmla="*/ 0 h 5870257"/>
              <a:gd name="connsiteX7" fmla="*/ 2149971 w 6634261"/>
              <a:gd name="connsiteY7" fmla="*/ 0 h 5870257"/>
              <a:gd name="connsiteX8" fmla="*/ 2135704 w 6634261"/>
              <a:gd name="connsiteY8" fmla="*/ 2858 h 5870257"/>
              <a:gd name="connsiteX9" fmla="*/ 2106219 w 6634261"/>
              <a:gd name="connsiteY9" fmla="*/ 8573 h 5870257"/>
              <a:gd name="connsiteX10" fmla="*/ 2085294 w 6634261"/>
              <a:gd name="connsiteY10" fmla="*/ 17145 h 5870257"/>
              <a:gd name="connsiteX11" fmla="*/ 2060564 w 6634261"/>
              <a:gd name="connsiteY11" fmla="*/ 34290 h 5870257"/>
              <a:gd name="connsiteX12" fmla="*/ 2045346 w 6634261"/>
              <a:gd name="connsiteY12" fmla="*/ 50483 h 5870257"/>
              <a:gd name="connsiteX13" fmla="*/ 2032981 w 6634261"/>
              <a:gd name="connsiteY13" fmla="*/ 62865 h 5870257"/>
              <a:gd name="connsiteX14" fmla="*/ 22285 w 6634261"/>
              <a:gd name="connsiteY14" fmla="*/ 1936433 h 5870257"/>
              <a:gd name="connsiteX15" fmla="*/ 63184 w 6634261"/>
              <a:gd name="connsiteY15" fmla="*/ 2128838 h 5870257"/>
              <a:gd name="connsiteX16" fmla="*/ 836455 w 6634261"/>
              <a:gd name="connsiteY16" fmla="*/ 2627948 h 5870257"/>
              <a:gd name="connsiteX17" fmla="*/ 1028584 w 6634261"/>
              <a:gd name="connsiteY17" fmla="*/ 2586990 h 5870257"/>
              <a:gd name="connsiteX18" fmla="*/ 2723504 w 6634261"/>
              <a:gd name="connsiteY18" fmla="*/ 1198245 h 5870257"/>
              <a:gd name="connsiteX19" fmla="*/ 2723504 w 6634261"/>
              <a:gd name="connsiteY19" fmla="*/ 1198245 h 5870257"/>
              <a:gd name="connsiteX20" fmla="*/ 2723504 w 6634261"/>
              <a:gd name="connsiteY20" fmla="*/ 5731193 h 5870257"/>
              <a:gd name="connsiteX21" fmla="*/ 2862370 w 6634261"/>
              <a:gd name="connsiteY21" fmla="*/ 5870258 h 5870257"/>
              <a:gd name="connsiteX22" fmla="*/ 3782116 w 6634261"/>
              <a:gd name="connsiteY22" fmla="*/ 5870258 h 5870257"/>
              <a:gd name="connsiteX23" fmla="*/ 3920981 w 6634261"/>
              <a:gd name="connsiteY23" fmla="*/ 5731193 h 5870257"/>
              <a:gd name="connsiteX24" fmla="*/ 3920981 w 6634261"/>
              <a:gd name="connsiteY24" fmla="*/ 1198245 h 5870257"/>
              <a:gd name="connsiteX25" fmla="*/ 3922883 w 6634261"/>
              <a:gd name="connsiteY25" fmla="*/ 1198245 h 5870257"/>
              <a:gd name="connsiteX26" fmla="*/ 5606390 w 6634261"/>
              <a:gd name="connsiteY26" fmla="*/ 2586990 h 5870257"/>
              <a:gd name="connsiteX27" fmla="*/ 5798519 w 6634261"/>
              <a:gd name="connsiteY27" fmla="*/ 2627948 h 5870257"/>
              <a:gd name="connsiteX28" fmla="*/ 6570839 w 6634261"/>
              <a:gd name="connsiteY28" fmla="*/ 2127885 h 5870257"/>
              <a:gd name="connsiteX29" fmla="*/ 6611738 w 6634261"/>
              <a:gd name="connsiteY29" fmla="*/ 1935480 h 5870257"/>
              <a:gd name="connsiteX30" fmla="*/ 4612455 w 6634261"/>
              <a:gd name="connsiteY30" fmla="*/ 62865 h 58702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6634261" h="5870257">
                <a:moveTo>
                  <a:pt x="4612455" y="62865"/>
                </a:moveTo>
                <a:cubicBezTo>
                  <a:pt x="4609602" y="58103"/>
                  <a:pt x="4604846" y="56198"/>
                  <a:pt x="4601993" y="52388"/>
                </a:cubicBezTo>
                <a:cubicBezTo>
                  <a:pt x="4596286" y="44768"/>
                  <a:pt x="4590579" y="39053"/>
                  <a:pt x="4582970" y="33338"/>
                </a:cubicBezTo>
                <a:cubicBezTo>
                  <a:pt x="4576312" y="27623"/>
                  <a:pt x="4568703" y="22860"/>
                  <a:pt x="4561094" y="18098"/>
                </a:cubicBezTo>
                <a:cubicBezTo>
                  <a:pt x="4553485" y="14288"/>
                  <a:pt x="4545876" y="10478"/>
                  <a:pt x="4537316" y="8573"/>
                </a:cubicBezTo>
                <a:cubicBezTo>
                  <a:pt x="4527805" y="5715"/>
                  <a:pt x="4519244" y="3810"/>
                  <a:pt x="4509733" y="2858"/>
                </a:cubicBezTo>
                <a:cubicBezTo>
                  <a:pt x="4504977" y="1905"/>
                  <a:pt x="4501173" y="0"/>
                  <a:pt x="4495466" y="0"/>
                </a:cubicBezTo>
                <a:lnTo>
                  <a:pt x="2149971" y="0"/>
                </a:lnTo>
                <a:cubicBezTo>
                  <a:pt x="2145215" y="0"/>
                  <a:pt x="2140459" y="1905"/>
                  <a:pt x="2135704" y="2858"/>
                </a:cubicBezTo>
                <a:cubicBezTo>
                  <a:pt x="2125241" y="3810"/>
                  <a:pt x="2116681" y="5715"/>
                  <a:pt x="2106219" y="8573"/>
                </a:cubicBezTo>
                <a:cubicBezTo>
                  <a:pt x="2098610" y="11430"/>
                  <a:pt x="2091952" y="14288"/>
                  <a:pt x="2085294" y="17145"/>
                </a:cubicBezTo>
                <a:cubicBezTo>
                  <a:pt x="2075782" y="21908"/>
                  <a:pt x="2068173" y="27623"/>
                  <a:pt x="2060564" y="34290"/>
                </a:cubicBezTo>
                <a:cubicBezTo>
                  <a:pt x="2054857" y="39053"/>
                  <a:pt x="2050102" y="44768"/>
                  <a:pt x="2045346" y="50483"/>
                </a:cubicBezTo>
                <a:cubicBezTo>
                  <a:pt x="2041542" y="55245"/>
                  <a:pt x="2035835" y="58103"/>
                  <a:pt x="2032981" y="62865"/>
                </a:cubicBezTo>
                <a:lnTo>
                  <a:pt x="22285" y="1936433"/>
                </a:lnTo>
                <a:cubicBezTo>
                  <a:pt x="-19565" y="2001203"/>
                  <a:pt x="-542" y="2086928"/>
                  <a:pt x="63184" y="2128838"/>
                </a:cubicBezTo>
                <a:lnTo>
                  <a:pt x="836455" y="2627948"/>
                </a:lnTo>
                <a:cubicBezTo>
                  <a:pt x="901132" y="2669858"/>
                  <a:pt x="986734" y="2650808"/>
                  <a:pt x="1028584" y="2586990"/>
                </a:cubicBezTo>
                <a:lnTo>
                  <a:pt x="2723504" y="1198245"/>
                </a:lnTo>
                <a:lnTo>
                  <a:pt x="2723504" y="1198245"/>
                </a:lnTo>
                <a:lnTo>
                  <a:pt x="2723504" y="5731193"/>
                </a:lnTo>
                <a:cubicBezTo>
                  <a:pt x="2723504" y="5807393"/>
                  <a:pt x="2785328" y="5870258"/>
                  <a:pt x="2862370" y="5870258"/>
                </a:cubicBezTo>
                <a:lnTo>
                  <a:pt x="3782116" y="5870258"/>
                </a:lnTo>
                <a:cubicBezTo>
                  <a:pt x="3859158" y="5870258"/>
                  <a:pt x="3920981" y="5808345"/>
                  <a:pt x="3920981" y="5731193"/>
                </a:cubicBezTo>
                <a:lnTo>
                  <a:pt x="3920981" y="1198245"/>
                </a:lnTo>
                <a:lnTo>
                  <a:pt x="3922883" y="1198245"/>
                </a:lnTo>
                <a:lnTo>
                  <a:pt x="5606390" y="2586990"/>
                </a:lnTo>
                <a:cubicBezTo>
                  <a:pt x="5648240" y="2651760"/>
                  <a:pt x="5733842" y="2669858"/>
                  <a:pt x="5798519" y="2627948"/>
                </a:cubicBezTo>
                <a:lnTo>
                  <a:pt x="6570839" y="2127885"/>
                </a:lnTo>
                <a:cubicBezTo>
                  <a:pt x="6635516" y="2085975"/>
                  <a:pt x="6653588" y="2000250"/>
                  <a:pt x="6611738" y="1935480"/>
                </a:cubicBezTo>
                <a:lnTo>
                  <a:pt x="4612455" y="62865"/>
                </a:lnTo>
                <a:close/>
              </a:path>
            </a:pathLst>
          </a:custGeom>
          <a:solidFill>
            <a:schemeClr val="tx2">
              <a:alpha val="10140"/>
            </a:schemeClr>
          </a:solidFill>
          <a:ln w="9511" cap="flat">
            <a:noFill/>
            <a:prstDash val="solid"/>
            <a:miter/>
          </a:ln>
        </p:spPr>
        <p:txBody>
          <a:bodyPr rtlCol="0" anchor="ctr"/>
          <a:lstStyle/>
          <a:p>
            <a:endParaRPr lang="en-SA"/>
          </a:p>
        </p:txBody>
      </p:sp>
    </p:spTree>
    <p:extLst>
      <p:ext uri="{BB962C8B-B14F-4D97-AF65-F5344CB8AC3E}">
        <p14:creationId xmlns:p14="http://schemas.microsoft.com/office/powerpoint/2010/main" val="362923836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_Custom Layout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" name="Bentuk Bebas: Bentuk 72">
            <a:extLst>
              <a:ext uri="{FF2B5EF4-FFF2-40B4-BE49-F238E27FC236}">
                <a16:creationId xmlns:a16="http://schemas.microsoft.com/office/drawing/2014/main" id="{7AA68B28-9E1F-4F92-9BD3-288670E91923}"/>
              </a:ext>
            </a:extLst>
          </p:cNvPr>
          <p:cNvSpPr/>
          <p:nvPr userDrawn="1"/>
        </p:nvSpPr>
        <p:spPr>
          <a:xfrm>
            <a:off x="5486241" y="4114800"/>
            <a:ext cx="6097588" cy="2286000"/>
          </a:xfrm>
          <a:custGeom>
            <a:avLst/>
            <a:gdLst>
              <a:gd name="connsiteX0" fmla="*/ 1287327 w 12369012"/>
              <a:gd name="connsiteY0" fmla="*/ 0 h 4619133"/>
              <a:gd name="connsiteX1" fmla="*/ 12369013 w 12369012"/>
              <a:gd name="connsiteY1" fmla="*/ 0 h 4619133"/>
              <a:gd name="connsiteX2" fmla="*/ 12369013 w 12369012"/>
              <a:gd name="connsiteY2" fmla="*/ 3695307 h 4619133"/>
              <a:gd name="connsiteX3" fmla="*/ 11090796 w 12369012"/>
              <a:gd name="connsiteY3" fmla="*/ 4619134 h 4619133"/>
              <a:gd name="connsiteX4" fmla="*/ 0 w 12369012"/>
              <a:gd name="connsiteY4" fmla="*/ 4619134 h 4619133"/>
              <a:gd name="connsiteX5" fmla="*/ 0 w 12369012"/>
              <a:gd name="connsiteY5" fmla="*/ 910098 h 46191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369012" h="4619133">
                <a:moveTo>
                  <a:pt x="1287327" y="0"/>
                </a:moveTo>
                <a:lnTo>
                  <a:pt x="12369013" y="0"/>
                </a:lnTo>
                <a:lnTo>
                  <a:pt x="12369013" y="3695307"/>
                </a:lnTo>
                <a:lnTo>
                  <a:pt x="11090796" y="4619134"/>
                </a:lnTo>
                <a:lnTo>
                  <a:pt x="0" y="4619134"/>
                </a:lnTo>
                <a:lnTo>
                  <a:pt x="0" y="910098"/>
                </a:lnTo>
                <a:close/>
              </a:path>
            </a:pathLst>
          </a:custGeom>
          <a:solidFill>
            <a:schemeClr val="tx2"/>
          </a:solidFill>
          <a:ln w="12829" cap="flat">
            <a:noFill/>
            <a:prstDash val="solid"/>
            <a:miter/>
          </a:ln>
        </p:spPr>
        <p:txBody>
          <a:bodyPr rtlCol="0" anchor="ctr"/>
          <a:lstStyle/>
          <a:p>
            <a:pPr marL="0" algn="r" defTabSz="914400" rtl="1" eaLnBrk="1" latinLnBrk="0" hangingPunct="1"/>
            <a:endParaRPr lang="id-ID" sz="900"/>
          </a:p>
        </p:txBody>
      </p:sp>
      <p:sp>
        <p:nvSpPr>
          <p:cNvPr id="24" name="Tampungan Gambar 23">
            <a:extLst>
              <a:ext uri="{FF2B5EF4-FFF2-40B4-BE49-F238E27FC236}">
                <a16:creationId xmlns:a16="http://schemas.microsoft.com/office/drawing/2014/main" id="{8B302919-264B-4113-A436-2A8B31223FB0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5047585" cy="3747272"/>
          </a:xfrm>
          <a:custGeom>
            <a:avLst/>
            <a:gdLst>
              <a:gd name="connsiteX0" fmla="*/ 0 w 10092541"/>
              <a:gd name="connsiteY0" fmla="*/ 0 h 7494544"/>
              <a:gd name="connsiteX1" fmla="*/ 10092541 w 10092541"/>
              <a:gd name="connsiteY1" fmla="*/ 0 h 7494544"/>
              <a:gd name="connsiteX2" fmla="*/ 10092541 w 10092541"/>
              <a:gd name="connsiteY2" fmla="*/ 7494544 h 7494544"/>
              <a:gd name="connsiteX3" fmla="*/ 0 w 10092541"/>
              <a:gd name="connsiteY3" fmla="*/ 7494544 h 74945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092541" h="7494544">
                <a:moveTo>
                  <a:pt x="0" y="0"/>
                </a:moveTo>
                <a:lnTo>
                  <a:pt x="10092541" y="0"/>
                </a:lnTo>
                <a:lnTo>
                  <a:pt x="10092541" y="7494544"/>
                </a:lnTo>
                <a:lnTo>
                  <a:pt x="0" y="7494544"/>
                </a:lnTo>
                <a:close/>
              </a:path>
            </a:pathLst>
          </a:custGeom>
          <a:pattFill prst="pct20">
            <a:fgClr>
              <a:schemeClr val="tx2"/>
            </a:fgClr>
            <a:bgClr>
              <a:schemeClr val="bg1"/>
            </a:bgClr>
          </a:pattFill>
        </p:spPr>
        <p:txBody>
          <a:bodyPr wrap="square">
            <a:noAutofit/>
          </a:bodyPr>
          <a:lstStyle/>
          <a:p>
            <a:pPr marL="228600" indent="-228600" algn="r" defTabSz="914400" rtl="1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</a:pP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14723268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_Custom Layout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Bentuk Bebas: Bentuk 15">
            <a:extLst>
              <a:ext uri="{FF2B5EF4-FFF2-40B4-BE49-F238E27FC236}">
                <a16:creationId xmlns:a16="http://schemas.microsoft.com/office/drawing/2014/main" id="{F633476E-755A-43FF-9928-24671219C62C}"/>
              </a:ext>
            </a:extLst>
          </p:cNvPr>
          <p:cNvSpPr/>
          <p:nvPr/>
        </p:nvSpPr>
        <p:spPr>
          <a:xfrm flipH="1">
            <a:off x="812931" y="4126139"/>
            <a:ext cx="3053472" cy="2284748"/>
          </a:xfrm>
          <a:custGeom>
            <a:avLst/>
            <a:gdLst>
              <a:gd name="connsiteX0" fmla="*/ 1273493 w 6105354"/>
              <a:gd name="connsiteY0" fmla="*/ 0 h 4569496"/>
              <a:gd name="connsiteX1" fmla="*/ 6105355 w 6105354"/>
              <a:gd name="connsiteY1" fmla="*/ 0 h 4569496"/>
              <a:gd name="connsiteX2" fmla="*/ 6105355 w 6105354"/>
              <a:gd name="connsiteY2" fmla="*/ 3655597 h 4569496"/>
              <a:gd name="connsiteX3" fmla="*/ 4840874 w 6105354"/>
              <a:gd name="connsiteY3" fmla="*/ 4569496 h 4569496"/>
              <a:gd name="connsiteX4" fmla="*/ 0 w 6105354"/>
              <a:gd name="connsiteY4" fmla="*/ 4569496 h 4569496"/>
              <a:gd name="connsiteX5" fmla="*/ 0 w 6105354"/>
              <a:gd name="connsiteY5" fmla="*/ 900318 h 45694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105354" h="4569496">
                <a:moveTo>
                  <a:pt x="1273493" y="0"/>
                </a:moveTo>
                <a:lnTo>
                  <a:pt x="6105355" y="0"/>
                </a:lnTo>
                <a:lnTo>
                  <a:pt x="6105355" y="3655597"/>
                </a:lnTo>
                <a:lnTo>
                  <a:pt x="4840874" y="4569496"/>
                </a:lnTo>
                <a:lnTo>
                  <a:pt x="0" y="4569496"/>
                </a:lnTo>
                <a:lnTo>
                  <a:pt x="0" y="900318"/>
                </a:lnTo>
                <a:close/>
              </a:path>
            </a:pathLst>
          </a:custGeom>
          <a:noFill/>
          <a:ln w="25383" cap="flat">
            <a:solidFill>
              <a:schemeClr val="tx2"/>
            </a:solidFill>
            <a:prstDash val="solid"/>
            <a:miter/>
          </a:ln>
        </p:spPr>
        <p:txBody>
          <a:bodyPr rtlCol="0" anchor="ctr"/>
          <a:lstStyle/>
          <a:p>
            <a:pPr marL="0" algn="r" defTabSz="914400" rtl="1" eaLnBrk="1" latinLnBrk="0" hangingPunct="1"/>
            <a:endParaRPr lang="id-ID" sz="900"/>
          </a:p>
        </p:txBody>
      </p:sp>
      <p:sp>
        <p:nvSpPr>
          <p:cNvPr id="21" name="Bentuk Bebas: Bentuk 20">
            <a:extLst>
              <a:ext uri="{FF2B5EF4-FFF2-40B4-BE49-F238E27FC236}">
                <a16:creationId xmlns:a16="http://schemas.microsoft.com/office/drawing/2014/main" id="{93B82CCB-83A5-49F4-A385-17EE3C343ECA}"/>
              </a:ext>
            </a:extLst>
          </p:cNvPr>
          <p:cNvSpPr/>
          <p:nvPr userDrawn="1"/>
        </p:nvSpPr>
        <p:spPr>
          <a:xfrm flipH="1">
            <a:off x="6095999" y="4125822"/>
            <a:ext cx="5633797" cy="2285065"/>
          </a:xfrm>
          <a:custGeom>
            <a:avLst/>
            <a:gdLst>
              <a:gd name="connsiteX0" fmla="*/ 0 w 11575041"/>
              <a:gd name="connsiteY0" fmla="*/ 0 h 4570130"/>
              <a:gd name="connsiteX1" fmla="*/ 11575042 w 11575041"/>
              <a:gd name="connsiteY1" fmla="*/ 0 h 4570130"/>
              <a:gd name="connsiteX2" fmla="*/ 11575042 w 11575041"/>
              <a:gd name="connsiteY2" fmla="*/ 4570131 h 4570130"/>
              <a:gd name="connsiteX3" fmla="*/ 0 w 11575041"/>
              <a:gd name="connsiteY3" fmla="*/ 4570131 h 45701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575041" h="4570130">
                <a:moveTo>
                  <a:pt x="0" y="0"/>
                </a:moveTo>
                <a:lnTo>
                  <a:pt x="11575042" y="0"/>
                </a:lnTo>
                <a:lnTo>
                  <a:pt x="11575042" y="4570131"/>
                </a:lnTo>
                <a:lnTo>
                  <a:pt x="0" y="4570131"/>
                </a:lnTo>
                <a:close/>
              </a:path>
            </a:pathLst>
          </a:custGeom>
          <a:solidFill>
            <a:schemeClr val="tx2"/>
          </a:solidFill>
          <a:ln w="12691" cap="flat">
            <a:noFill/>
            <a:prstDash val="solid"/>
            <a:miter/>
          </a:ln>
        </p:spPr>
        <p:txBody>
          <a:bodyPr rtlCol="0" anchor="ctr"/>
          <a:lstStyle/>
          <a:p>
            <a:pPr marL="0" algn="r" defTabSz="914400" rtl="1" eaLnBrk="1" latinLnBrk="0" hangingPunct="1"/>
            <a:endParaRPr lang="id-ID" sz="900"/>
          </a:p>
        </p:txBody>
      </p:sp>
      <p:sp>
        <p:nvSpPr>
          <p:cNvPr id="31" name="Bentuk Bebas: Bentuk 30">
            <a:extLst>
              <a:ext uri="{FF2B5EF4-FFF2-40B4-BE49-F238E27FC236}">
                <a16:creationId xmlns:a16="http://schemas.microsoft.com/office/drawing/2014/main" id="{2C6D4F5A-90BC-4ED5-A001-73F3FEA630C3}"/>
              </a:ext>
            </a:extLst>
          </p:cNvPr>
          <p:cNvSpPr/>
          <p:nvPr/>
        </p:nvSpPr>
        <p:spPr>
          <a:xfrm>
            <a:off x="-1588" y="6856223"/>
            <a:ext cx="1777" cy="1777"/>
          </a:xfrm>
          <a:custGeom>
            <a:avLst/>
            <a:gdLst>
              <a:gd name="connsiteX0" fmla="*/ 3554 w 3554"/>
              <a:gd name="connsiteY0" fmla="*/ 0 h 3554"/>
              <a:gd name="connsiteX1" fmla="*/ 3554 w 3554"/>
              <a:gd name="connsiteY1" fmla="*/ 3554 h 3554"/>
              <a:gd name="connsiteX2" fmla="*/ 0 w 3554"/>
              <a:gd name="connsiteY2" fmla="*/ 3554 h 35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554" h="3554">
                <a:moveTo>
                  <a:pt x="3554" y="0"/>
                </a:moveTo>
                <a:lnTo>
                  <a:pt x="3554" y="3554"/>
                </a:lnTo>
                <a:lnTo>
                  <a:pt x="0" y="3554"/>
                </a:lnTo>
                <a:close/>
              </a:path>
            </a:pathLst>
          </a:custGeom>
          <a:solidFill>
            <a:srgbClr val="FFFFFF"/>
          </a:solidFill>
          <a:ln w="12691" cap="flat">
            <a:noFill/>
            <a:prstDash val="solid"/>
            <a:miter/>
          </a:ln>
        </p:spPr>
        <p:txBody>
          <a:bodyPr rtlCol="0" anchor="ctr"/>
          <a:lstStyle/>
          <a:p>
            <a:endParaRPr lang="id-ID" sz="900"/>
          </a:p>
        </p:txBody>
      </p:sp>
      <p:sp>
        <p:nvSpPr>
          <p:cNvPr id="19" name="Bentuk Bebas: Bentuk 15">
            <a:extLst>
              <a:ext uri="{FF2B5EF4-FFF2-40B4-BE49-F238E27FC236}">
                <a16:creationId xmlns:a16="http://schemas.microsoft.com/office/drawing/2014/main" id="{9CA36B0C-8C8B-A548-9491-77F117E29975}"/>
              </a:ext>
            </a:extLst>
          </p:cNvPr>
          <p:cNvSpPr/>
          <p:nvPr userDrawn="1"/>
        </p:nvSpPr>
        <p:spPr>
          <a:xfrm flipH="1">
            <a:off x="812931" y="913039"/>
            <a:ext cx="3053472" cy="2284748"/>
          </a:xfrm>
          <a:custGeom>
            <a:avLst/>
            <a:gdLst>
              <a:gd name="connsiteX0" fmla="*/ 1273493 w 6105354"/>
              <a:gd name="connsiteY0" fmla="*/ 0 h 4569496"/>
              <a:gd name="connsiteX1" fmla="*/ 6105355 w 6105354"/>
              <a:gd name="connsiteY1" fmla="*/ 0 h 4569496"/>
              <a:gd name="connsiteX2" fmla="*/ 6105355 w 6105354"/>
              <a:gd name="connsiteY2" fmla="*/ 3655597 h 4569496"/>
              <a:gd name="connsiteX3" fmla="*/ 4840874 w 6105354"/>
              <a:gd name="connsiteY3" fmla="*/ 4569496 h 4569496"/>
              <a:gd name="connsiteX4" fmla="*/ 0 w 6105354"/>
              <a:gd name="connsiteY4" fmla="*/ 4569496 h 4569496"/>
              <a:gd name="connsiteX5" fmla="*/ 0 w 6105354"/>
              <a:gd name="connsiteY5" fmla="*/ 900318 h 45694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105354" h="4569496">
                <a:moveTo>
                  <a:pt x="1273493" y="0"/>
                </a:moveTo>
                <a:lnTo>
                  <a:pt x="6105355" y="0"/>
                </a:lnTo>
                <a:lnTo>
                  <a:pt x="6105355" y="3655597"/>
                </a:lnTo>
                <a:lnTo>
                  <a:pt x="4840874" y="4569496"/>
                </a:lnTo>
                <a:lnTo>
                  <a:pt x="0" y="4569496"/>
                </a:lnTo>
                <a:lnTo>
                  <a:pt x="0" y="900318"/>
                </a:lnTo>
                <a:close/>
              </a:path>
            </a:pathLst>
          </a:custGeom>
          <a:noFill/>
          <a:ln w="25383" cap="flat">
            <a:solidFill>
              <a:schemeClr val="tx2"/>
            </a:solidFill>
            <a:prstDash val="solid"/>
            <a:miter/>
          </a:ln>
        </p:spPr>
        <p:txBody>
          <a:bodyPr rtlCol="0" anchor="ctr"/>
          <a:lstStyle/>
          <a:p>
            <a:pPr marL="0" algn="r" defTabSz="914400" rtl="1" eaLnBrk="1" latinLnBrk="0" hangingPunct="1"/>
            <a:endParaRPr lang="id-ID" sz="900"/>
          </a:p>
        </p:txBody>
      </p:sp>
    </p:spTree>
    <p:extLst>
      <p:ext uri="{BB962C8B-B14F-4D97-AF65-F5344CB8AC3E}">
        <p14:creationId xmlns:p14="http://schemas.microsoft.com/office/powerpoint/2010/main" val="316076224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83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Tata letak Kustom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Bentuk Bebas: Bentuk 33">
            <a:extLst>
              <a:ext uri="{FF2B5EF4-FFF2-40B4-BE49-F238E27FC236}">
                <a16:creationId xmlns:a16="http://schemas.microsoft.com/office/drawing/2014/main" id="{8209A6CA-0303-9743-9B39-D6024BDACE65}"/>
              </a:ext>
            </a:extLst>
          </p:cNvPr>
          <p:cNvSpPr/>
          <p:nvPr userDrawn="1"/>
        </p:nvSpPr>
        <p:spPr>
          <a:xfrm>
            <a:off x="0" y="-1"/>
            <a:ext cx="12192000" cy="4118744"/>
          </a:xfrm>
          <a:custGeom>
            <a:avLst/>
            <a:gdLst>
              <a:gd name="connsiteX0" fmla="*/ 8535532 w 8535532"/>
              <a:gd name="connsiteY0" fmla="*/ 0 h 7330918"/>
              <a:gd name="connsiteX1" fmla="*/ 0 w 8535532"/>
              <a:gd name="connsiteY1" fmla="*/ 0 h 7330918"/>
              <a:gd name="connsiteX2" fmla="*/ 0 w 8535532"/>
              <a:gd name="connsiteY2" fmla="*/ 7330919 h 7330918"/>
              <a:gd name="connsiteX3" fmla="*/ 1840657 w 8535532"/>
              <a:gd name="connsiteY3" fmla="*/ 7330919 h 7330918"/>
              <a:gd name="connsiteX4" fmla="*/ 8535532 w 8535532"/>
              <a:gd name="connsiteY4" fmla="*/ 7330919 h 7330918"/>
              <a:gd name="connsiteX5" fmla="*/ 8535532 w 8535532"/>
              <a:gd name="connsiteY5" fmla="*/ 5942151 h 73309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535532" h="7330918">
                <a:moveTo>
                  <a:pt x="8535532" y="0"/>
                </a:moveTo>
                <a:lnTo>
                  <a:pt x="0" y="0"/>
                </a:lnTo>
                <a:lnTo>
                  <a:pt x="0" y="7330919"/>
                </a:lnTo>
                <a:lnTo>
                  <a:pt x="1840657" y="7330919"/>
                </a:lnTo>
                <a:lnTo>
                  <a:pt x="8535532" y="7330919"/>
                </a:lnTo>
                <a:lnTo>
                  <a:pt x="8535532" y="5942151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12682" cap="flat">
            <a:noFill/>
            <a:prstDash val="solid"/>
            <a:miter/>
          </a:ln>
        </p:spPr>
        <p:txBody>
          <a:bodyPr rtlCol="0" anchor="ctr"/>
          <a:lstStyle/>
          <a:p>
            <a:endParaRPr lang="id-ID" sz="900"/>
          </a:p>
        </p:txBody>
      </p:sp>
      <p:sp>
        <p:nvSpPr>
          <p:cNvPr id="34" name="Bentuk Bebas: Bentuk 33">
            <a:extLst>
              <a:ext uri="{FF2B5EF4-FFF2-40B4-BE49-F238E27FC236}">
                <a16:creationId xmlns:a16="http://schemas.microsoft.com/office/drawing/2014/main" id="{2284454C-DE64-4189-96AF-BA01468181C4}"/>
              </a:ext>
            </a:extLst>
          </p:cNvPr>
          <p:cNvSpPr/>
          <p:nvPr/>
        </p:nvSpPr>
        <p:spPr>
          <a:xfrm>
            <a:off x="602441" y="2742594"/>
            <a:ext cx="4268878" cy="3665459"/>
          </a:xfrm>
          <a:custGeom>
            <a:avLst/>
            <a:gdLst>
              <a:gd name="connsiteX0" fmla="*/ 8535532 w 8535532"/>
              <a:gd name="connsiteY0" fmla="*/ 0 h 7330918"/>
              <a:gd name="connsiteX1" fmla="*/ 0 w 8535532"/>
              <a:gd name="connsiteY1" fmla="*/ 0 h 7330918"/>
              <a:gd name="connsiteX2" fmla="*/ 0 w 8535532"/>
              <a:gd name="connsiteY2" fmla="*/ 7330919 h 7330918"/>
              <a:gd name="connsiteX3" fmla="*/ 1840657 w 8535532"/>
              <a:gd name="connsiteY3" fmla="*/ 7330919 h 7330918"/>
              <a:gd name="connsiteX4" fmla="*/ 8535532 w 8535532"/>
              <a:gd name="connsiteY4" fmla="*/ 7330919 h 7330918"/>
              <a:gd name="connsiteX5" fmla="*/ 8535532 w 8535532"/>
              <a:gd name="connsiteY5" fmla="*/ 5942151 h 73309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535532" h="7330918">
                <a:moveTo>
                  <a:pt x="8535532" y="0"/>
                </a:moveTo>
                <a:lnTo>
                  <a:pt x="0" y="0"/>
                </a:lnTo>
                <a:lnTo>
                  <a:pt x="0" y="7330919"/>
                </a:lnTo>
                <a:lnTo>
                  <a:pt x="1840657" y="7330919"/>
                </a:lnTo>
                <a:lnTo>
                  <a:pt x="8535532" y="7330919"/>
                </a:lnTo>
                <a:lnTo>
                  <a:pt x="8535532" y="5942151"/>
                </a:lnTo>
                <a:close/>
              </a:path>
            </a:pathLst>
          </a:custGeom>
          <a:solidFill>
            <a:schemeClr val="accent2"/>
          </a:solidFill>
          <a:ln w="12682" cap="flat">
            <a:noFill/>
            <a:prstDash val="solid"/>
            <a:miter/>
          </a:ln>
        </p:spPr>
        <p:txBody>
          <a:bodyPr rtlCol="0" anchor="ctr"/>
          <a:lstStyle/>
          <a:p>
            <a:endParaRPr lang="id-ID" sz="900"/>
          </a:p>
        </p:txBody>
      </p:sp>
      <p:sp>
        <p:nvSpPr>
          <p:cNvPr id="28" name="Tampungan Gambar 27">
            <a:extLst>
              <a:ext uri="{FF2B5EF4-FFF2-40B4-BE49-F238E27FC236}">
                <a16:creationId xmlns:a16="http://schemas.microsoft.com/office/drawing/2014/main" id="{8D2A3283-62B4-447C-AE8B-191B14E9086D}"/>
              </a:ext>
            </a:extLst>
          </p:cNvPr>
          <p:cNvSpPr>
            <a:spLocks noGrp="1"/>
          </p:cNvSpPr>
          <p:nvPr>
            <p:ph type="pic" sz="quarter" idx="26"/>
          </p:nvPr>
        </p:nvSpPr>
        <p:spPr>
          <a:xfrm>
            <a:off x="602442" y="453284"/>
            <a:ext cx="4268877" cy="3665460"/>
          </a:xfrm>
          <a:custGeom>
            <a:avLst/>
            <a:gdLst>
              <a:gd name="connsiteX0" fmla="*/ 2435099 w 8535531"/>
              <a:gd name="connsiteY0" fmla="*/ 0 h 7330919"/>
              <a:gd name="connsiteX1" fmla="*/ 6694875 w 8535531"/>
              <a:gd name="connsiteY1" fmla="*/ 0 h 7330919"/>
              <a:gd name="connsiteX2" fmla="*/ 8535531 w 8535531"/>
              <a:gd name="connsiteY2" fmla="*/ 0 h 7330919"/>
              <a:gd name="connsiteX3" fmla="*/ 8535531 w 8535531"/>
              <a:gd name="connsiteY3" fmla="*/ 7330919 h 7330919"/>
              <a:gd name="connsiteX4" fmla="*/ 0 w 8535531"/>
              <a:gd name="connsiteY4" fmla="*/ 7330919 h 7330919"/>
              <a:gd name="connsiteX5" fmla="*/ 0 w 8535531"/>
              <a:gd name="connsiteY5" fmla="*/ 1388768 h 73309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535531" h="7330919">
                <a:moveTo>
                  <a:pt x="2435099" y="0"/>
                </a:moveTo>
                <a:lnTo>
                  <a:pt x="6694875" y="0"/>
                </a:lnTo>
                <a:lnTo>
                  <a:pt x="8535531" y="0"/>
                </a:lnTo>
                <a:lnTo>
                  <a:pt x="8535531" y="7330919"/>
                </a:lnTo>
                <a:lnTo>
                  <a:pt x="0" y="7330919"/>
                </a:lnTo>
                <a:lnTo>
                  <a:pt x="0" y="1388768"/>
                </a:lnTo>
                <a:close/>
              </a:path>
            </a:pathLst>
          </a:custGeom>
          <a:pattFill prst="pct20">
            <a:fgClr>
              <a:schemeClr val="tx2"/>
            </a:fgClr>
            <a:bgClr>
              <a:schemeClr val="bg1"/>
            </a:bgClr>
          </a:pattFill>
        </p:spPr>
        <p:txBody>
          <a:bodyPr wrap="square">
            <a:noAutofit/>
          </a:bodyPr>
          <a:lstStyle/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61420908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Tata letak Kustom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Bentuk Bebas: Bentuk 16">
            <a:extLst>
              <a:ext uri="{FF2B5EF4-FFF2-40B4-BE49-F238E27FC236}">
                <a16:creationId xmlns:a16="http://schemas.microsoft.com/office/drawing/2014/main" id="{0E9B0ABC-1C37-9B40-B602-66E85329906B}"/>
              </a:ext>
            </a:extLst>
          </p:cNvPr>
          <p:cNvSpPr/>
          <p:nvPr userDrawn="1"/>
        </p:nvSpPr>
        <p:spPr>
          <a:xfrm>
            <a:off x="5493171" y="4114799"/>
            <a:ext cx="6095954" cy="2296392"/>
          </a:xfrm>
          <a:custGeom>
            <a:avLst/>
            <a:gdLst>
              <a:gd name="connsiteX0" fmla="*/ 0 w 9494352"/>
              <a:gd name="connsiteY0" fmla="*/ 0 h 12614713"/>
              <a:gd name="connsiteX1" fmla="*/ 9494353 w 9494352"/>
              <a:gd name="connsiteY1" fmla="*/ 0 h 12614713"/>
              <a:gd name="connsiteX2" fmla="*/ 9494353 w 9494352"/>
              <a:gd name="connsiteY2" fmla="*/ 12614714 h 12614713"/>
              <a:gd name="connsiteX3" fmla="*/ 0 w 9494352"/>
              <a:gd name="connsiteY3" fmla="*/ 12614714 h 12614713"/>
              <a:gd name="connsiteX0" fmla="*/ 0 w 9494353"/>
              <a:gd name="connsiteY0" fmla="*/ 0 h 12614713"/>
              <a:gd name="connsiteX1" fmla="*/ 9494353 w 9494353"/>
              <a:gd name="connsiteY1" fmla="*/ 0 h 12614713"/>
              <a:gd name="connsiteX2" fmla="*/ 9486026 w 9494353"/>
              <a:gd name="connsiteY2" fmla="*/ 3153680 h 12614713"/>
              <a:gd name="connsiteX3" fmla="*/ 9494353 w 9494353"/>
              <a:gd name="connsiteY3" fmla="*/ 12614714 h 12614713"/>
              <a:gd name="connsiteX4" fmla="*/ 0 w 9494353"/>
              <a:gd name="connsiteY4" fmla="*/ 12614714 h 12614713"/>
              <a:gd name="connsiteX5" fmla="*/ 0 w 9494353"/>
              <a:gd name="connsiteY5" fmla="*/ 0 h 12614713"/>
              <a:gd name="connsiteX0" fmla="*/ 0 w 9494353"/>
              <a:gd name="connsiteY0" fmla="*/ 0 h 12614713"/>
              <a:gd name="connsiteX1" fmla="*/ 5476265 w 9494353"/>
              <a:gd name="connsiteY1" fmla="*/ 0 h 12614713"/>
              <a:gd name="connsiteX2" fmla="*/ 9486026 w 9494353"/>
              <a:gd name="connsiteY2" fmla="*/ 3153680 h 12614713"/>
              <a:gd name="connsiteX3" fmla="*/ 9494353 w 9494353"/>
              <a:gd name="connsiteY3" fmla="*/ 12614714 h 12614713"/>
              <a:gd name="connsiteX4" fmla="*/ 0 w 9494353"/>
              <a:gd name="connsiteY4" fmla="*/ 12614714 h 12614713"/>
              <a:gd name="connsiteX5" fmla="*/ 0 w 9494353"/>
              <a:gd name="connsiteY5" fmla="*/ 0 h 12614713"/>
              <a:gd name="connsiteX0" fmla="*/ 0 w 9494353"/>
              <a:gd name="connsiteY0" fmla="*/ 57340 h 12672053"/>
              <a:gd name="connsiteX1" fmla="*/ 8619447 w 9494353"/>
              <a:gd name="connsiteY1" fmla="*/ 0 h 12672053"/>
              <a:gd name="connsiteX2" fmla="*/ 9486026 w 9494353"/>
              <a:gd name="connsiteY2" fmla="*/ 3211020 h 12672053"/>
              <a:gd name="connsiteX3" fmla="*/ 9494353 w 9494353"/>
              <a:gd name="connsiteY3" fmla="*/ 12672054 h 12672053"/>
              <a:gd name="connsiteX4" fmla="*/ 0 w 9494353"/>
              <a:gd name="connsiteY4" fmla="*/ 12672054 h 12672053"/>
              <a:gd name="connsiteX5" fmla="*/ 0 w 9494353"/>
              <a:gd name="connsiteY5" fmla="*/ 57340 h 12672053"/>
              <a:gd name="connsiteX0" fmla="*/ 0 w 9494353"/>
              <a:gd name="connsiteY0" fmla="*/ 57340 h 12672053"/>
              <a:gd name="connsiteX1" fmla="*/ 8619447 w 9494353"/>
              <a:gd name="connsiteY1" fmla="*/ 0 h 12672053"/>
              <a:gd name="connsiteX2" fmla="*/ 9486026 w 9494353"/>
              <a:gd name="connsiteY2" fmla="*/ 5905983 h 12672053"/>
              <a:gd name="connsiteX3" fmla="*/ 9494353 w 9494353"/>
              <a:gd name="connsiteY3" fmla="*/ 12672054 h 12672053"/>
              <a:gd name="connsiteX4" fmla="*/ 0 w 9494353"/>
              <a:gd name="connsiteY4" fmla="*/ 12672054 h 12672053"/>
              <a:gd name="connsiteX5" fmla="*/ 0 w 9494353"/>
              <a:gd name="connsiteY5" fmla="*/ 57340 h 12672053"/>
              <a:gd name="connsiteX0" fmla="*/ 0 w 9494353"/>
              <a:gd name="connsiteY0" fmla="*/ 57340 h 12672053"/>
              <a:gd name="connsiteX1" fmla="*/ 8619447 w 9494353"/>
              <a:gd name="connsiteY1" fmla="*/ 0 h 12672053"/>
              <a:gd name="connsiteX2" fmla="*/ 9469824 w 9494353"/>
              <a:gd name="connsiteY2" fmla="*/ 8887640 h 12672053"/>
              <a:gd name="connsiteX3" fmla="*/ 9494353 w 9494353"/>
              <a:gd name="connsiteY3" fmla="*/ 12672054 h 12672053"/>
              <a:gd name="connsiteX4" fmla="*/ 0 w 9494353"/>
              <a:gd name="connsiteY4" fmla="*/ 12672054 h 12672053"/>
              <a:gd name="connsiteX5" fmla="*/ 0 w 9494353"/>
              <a:gd name="connsiteY5" fmla="*/ 57340 h 12672053"/>
              <a:gd name="connsiteX0" fmla="*/ 0 w 9502607"/>
              <a:gd name="connsiteY0" fmla="*/ 57340 h 12672053"/>
              <a:gd name="connsiteX1" fmla="*/ 8619447 w 9502607"/>
              <a:gd name="connsiteY1" fmla="*/ 0 h 12672053"/>
              <a:gd name="connsiteX2" fmla="*/ 9502227 w 9502607"/>
              <a:gd name="connsiteY2" fmla="*/ 2866983 h 12672053"/>
              <a:gd name="connsiteX3" fmla="*/ 9494353 w 9502607"/>
              <a:gd name="connsiteY3" fmla="*/ 12672054 h 12672053"/>
              <a:gd name="connsiteX4" fmla="*/ 0 w 9502607"/>
              <a:gd name="connsiteY4" fmla="*/ 12672054 h 12672053"/>
              <a:gd name="connsiteX5" fmla="*/ 0 w 9502607"/>
              <a:gd name="connsiteY5" fmla="*/ 57340 h 12672053"/>
              <a:gd name="connsiteX0" fmla="*/ 0 w 9502607"/>
              <a:gd name="connsiteY0" fmla="*/ 57340 h 12672053"/>
              <a:gd name="connsiteX1" fmla="*/ 8619447 w 9502607"/>
              <a:gd name="connsiteY1" fmla="*/ 0 h 12672053"/>
              <a:gd name="connsiteX2" fmla="*/ 9502227 w 9502607"/>
              <a:gd name="connsiteY2" fmla="*/ 2866983 h 12672053"/>
              <a:gd name="connsiteX3" fmla="*/ 9494353 w 9502607"/>
              <a:gd name="connsiteY3" fmla="*/ 12672054 h 12672053"/>
              <a:gd name="connsiteX4" fmla="*/ 0 w 9502607"/>
              <a:gd name="connsiteY4" fmla="*/ 12672054 h 12672053"/>
              <a:gd name="connsiteX5" fmla="*/ 0 w 9502607"/>
              <a:gd name="connsiteY5" fmla="*/ 57340 h 12672053"/>
              <a:gd name="connsiteX0" fmla="*/ 0 w 9502607"/>
              <a:gd name="connsiteY0" fmla="*/ 57340 h 12672053"/>
              <a:gd name="connsiteX1" fmla="*/ 8619447 w 9502607"/>
              <a:gd name="connsiteY1" fmla="*/ 0 h 12672053"/>
              <a:gd name="connsiteX2" fmla="*/ 9502227 w 9502607"/>
              <a:gd name="connsiteY2" fmla="*/ 2866983 h 12672053"/>
              <a:gd name="connsiteX3" fmla="*/ 9494353 w 9502607"/>
              <a:gd name="connsiteY3" fmla="*/ 12672054 h 12672053"/>
              <a:gd name="connsiteX4" fmla="*/ 0 w 9502607"/>
              <a:gd name="connsiteY4" fmla="*/ 12672054 h 12672053"/>
              <a:gd name="connsiteX5" fmla="*/ 0 w 9502607"/>
              <a:gd name="connsiteY5" fmla="*/ 57340 h 126720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502607" h="12672053">
                <a:moveTo>
                  <a:pt x="0" y="57340"/>
                </a:moveTo>
                <a:lnTo>
                  <a:pt x="8619447" y="0"/>
                </a:lnTo>
                <a:cubicBezTo>
                  <a:pt x="8600469" y="19112"/>
                  <a:pt x="9521205" y="2733190"/>
                  <a:pt x="9502227" y="2866983"/>
                </a:cubicBezTo>
                <a:cubicBezTo>
                  <a:pt x="9505003" y="6020661"/>
                  <a:pt x="9491577" y="9518376"/>
                  <a:pt x="9494353" y="12672054"/>
                </a:cubicBezTo>
                <a:lnTo>
                  <a:pt x="0" y="12672054"/>
                </a:lnTo>
                <a:lnTo>
                  <a:pt x="0" y="57340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ln w="13446" cap="flat">
            <a:noFill/>
            <a:prstDash val="solid"/>
            <a:miter/>
          </a:ln>
        </p:spPr>
        <p:txBody>
          <a:bodyPr rtlCol="0" anchor="ctr"/>
          <a:lstStyle/>
          <a:p>
            <a:endParaRPr lang="id-ID" sz="900"/>
          </a:p>
        </p:txBody>
      </p:sp>
      <p:sp>
        <p:nvSpPr>
          <p:cNvPr id="25" name="Tampungan Gambar 24">
            <a:extLst>
              <a:ext uri="{FF2B5EF4-FFF2-40B4-BE49-F238E27FC236}">
                <a16:creationId xmlns:a16="http://schemas.microsoft.com/office/drawing/2014/main" id="{E8E9EB25-7ABA-467F-BB29-11A1C8CA6520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1027380" y="901700"/>
            <a:ext cx="3544223" cy="5041900"/>
          </a:xfrm>
          <a:custGeom>
            <a:avLst/>
            <a:gdLst>
              <a:gd name="connsiteX0" fmla="*/ 0 w 7611620"/>
              <a:gd name="connsiteY0" fmla="*/ 0 h 10731980"/>
              <a:gd name="connsiteX1" fmla="*/ 7611620 w 7611620"/>
              <a:gd name="connsiteY1" fmla="*/ 0 h 10731980"/>
              <a:gd name="connsiteX2" fmla="*/ 7611620 w 7611620"/>
              <a:gd name="connsiteY2" fmla="*/ 10731980 h 10731980"/>
              <a:gd name="connsiteX3" fmla="*/ 0 w 7611620"/>
              <a:gd name="connsiteY3" fmla="*/ 10731980 h 107319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611620" h="10731980">
                <a:moveTo>
                  <a:pt x="0" y="0"/>
                </a:moveTo>
                <a:lnTo>
                  <a:pt x="7611620" y="0"/>
                </a:lnTo>
                <a:lnTo>
                  <a:pt x="7611620" y="10731980"/>
                </a:lnTo>
                <a:lnTo>
                  <a:pt x="0" y="10731980"/>
                </a:lnTo>
                <a:close/>
              </a:path>
            </a:pathLst>
          </a:custGeom>
          <a:pattFill prst="pct20">
            <a:fgClr>
              <a:schemeClr val="tx2"/>
            </a:fgClr>
            <a:bgClr>
              <a:schemeClr val="bg1"/>
            </a:bgClr>
          </a:pattFill>
        </p:spPr>
        <p:txBody>
          <a:bodyPr wrap="square">
            <a:noAutofit/>
          </a:bodyPr>
          <a:lstStyle/>
          <a:p>
            <a:pPr marL="228600" indent="-228600" algn="r" defTabSz="914400" rtl="1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</a:pP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95730339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Tata letak Kustom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Bentuk Bebas: Bentuk 16">
            <a:extLst>
              <a:ext uri="{FF2B5EF4-FFF2-40B4-BE49-F238E27FC236}">
                <a16:creationId xmlns:a16="http://schemas.microsoft.com/office/drawing/2014/main" id="{789081BA-BA28-DE48-88F4-E2B52E7107A9}"/>
              </a:ext>
            </a:extLst>
          </p:cNvPr>
          <p:cNvSpPr/>
          <p:nvPr userDrawn="1"/>
        </p:nvSpPr>
        <p:spPr>
          <a:xfrm flipH="1">
            <a:off x="0" y="457200"/>
            <a:ext cx="4405736" cy="6400801"/>
          </a:xfrm>
          <a:custGeom>
            <a:avLst/>
            <a:gdLst>
              <a:gd name="connsiteX0" fmla="*/ 0 w 9494352"/>
              <a:gd name="connsiteY0" fmla="*/ 0 h 12614713"/>
              <a:gd name="connsiteX1" fmla="*/ 9494353 w 9494352"/>
              <a:gd name="connsiteY1" fmla="*/ 0 h 12614713"/>
              <a:gd name="connsiteX2" fmla="*/ 9494353 w 9494352"/>
              <a:gd name="connsiteY2" fmla="*/ 12614714 h 12614713"/>
              <a:gd name="connsiteX3" fmla="*/ 0 w 9494352"/>
              <a:gd name="connsiteY3" fmla="*/ 12614714 h 12614713"/>
              <a:gd name="connsiteX0" fmla="*/ 0 w 9494353"/>
              <a:gd name="connsiteY0" fmla="*/ 0 h 12614714"/>
              <a:gd name="connsiteX1" fmla="*/ 1094396 w 9494353"/>
              <a:gd name="connsiteY1" fmla="*/ 0 h 12614714"/>
              <a:gd name="connsiteX2" fmla="*/ 9494353 w 9494353"/>
              <a:gd name="connsiteY2" fmla="*/ 0 h 12614714"/>
              <a:gd name="connsiteX3" fmla="*/ 9494353 w 9494353"/>
              <a:gd name="connsiteY3" fmla="*/ 12614714 h 12614714"/>
              <a:gd name="connsiteX4" fmla="*/ 0 w 9494353"/>
              <a:gd name="connsiteY4" fmla="*/ 12614714 h 12614714"/>
              <a:gd name="connsiteX5" fmla="*/ 0 w 9494353"/>
              <a:gd name="connsiteY5" fmla="*/ 0 h 12614714"/>
              <a:gd name="connsiteX0" fmla="*/ 0 w 9494353"/>
              <a:gd name="connsiteY0" fmla="*/ 901051 h 12614714"/>
              <a:gd name="connsiteX1" fmla="*/ 1094396 w 9494353"/>
              <a:gd name="connsiteY1" fmla="*/ 0 h 12614714"/>
              <a:gd name="connsiteX2" fmla="*/ 9494353 w 9494353"/>
              <a:gd name="connsiteY2" fmla="*/ 0 h 12614714"/>
              <a:gd name="connsiteX3" fmla="*/ 9494353 w 9494353"/>
              <a:gd name="connsiteY3" fmla="*/ 12614714 h 12614714"/>
              <a:gd name="connsiteX4" fmla="*/ 0 w 9494353"/>
              <a:gd name="connsiteY4" fmla="*/ 12614714 h 12614714"/>
              <a:gd name="connsiteX5" fmla="*/ 0 w 9494353"/>
              <a:gd name="connsiteY5" fmla="*/ 901051 h 126147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494353" h="12614714">
                <a:moveTo>
                  <a:pt x="0" y="901051"/>
                </a:moveTo>
                <a:lnTo>
                  <a:pt x="1094396" y="0"/>
                </a:lnTo>
                <a:lnTo>
                  <a:pt x="9494353" y="0"/>
                </a:lnTo>
                <a:lnTo>
                  <a:pt x="9494353" y="12614714"/>
                </a:lnTo>
                <a:lnTo>
                  <a:pt x="0" y="12614714"/>
                </a:lnTo>
                <a:lnTo>
                  <a:pt x="0" y="901051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13446" cap="flat">
            <a:noFill/>
            <a:prstDash val="solid"/>
            <a:miter/>
          </a:ln>
        </p:spPr>
        <p:txBody>
          <a:bodyPr rtlCol="0" anchor="ctr"/>
          <a:lstStyle/>
          <a:p>
            <a:endParaRPr lang="id-ID" sz="900"/>
          </a:p>
        </p:txBody>
      </p:sp>
      <p:sp>
        <p:nvSpPr>
          <p:cNvPr id="30" name="Tampungan Gambar 29">
            <a:extLst>
              <a:ext uri="{FF2B5EF4-FFF2-40B4-BE49-F238E27FC236}">
                <a16:creationId xmlns:a16="http://schemas.microsoft.com/office/drawing/2014/main" id="{D9535710-88B9-4AD9-A062-641BE704DABC}"/>
              </a:ext>
            </a:extLst>
          </p:cNvPr>
          <p:cNvSpPr>
            <a:spLocks noGrp="1"/>
          </p:cNvSpPr>
          <p:nvPr>
            <p:ph type="pic" sz="quarter" idx="24"/>
          </p:nvPr>
        </p:nvSpPr>
        <p:spPr>
          <a:xfrm>
            <a:off x="5492024" y="3781701"/>
            <a:ext cx="6699976" cy="3076300"/>
          </a:xfrm>
          <a:custGeom>
            <a:avLst/>
            <a:gdLst>
              <a:gd name="connsiteX0" fmla="*/ 0 w 13396463"/>
              <a:gd name="connsiteY0" fmla="*/ 0 h 6152600"/>
              <a:gd name="connsiteX1" fmla="*/ 13396463 w 13396463"/>
              <a:gd name="connsiteY1" fmla="*/ 0 h 6152600"/>
              <a:gd name="connsiteX2" fmla="*/ 13396463 w 13396463"/>
              <a:gd name="connsiteY2" fmla="*/ 5272026 h 6152600"/>
              <a:gd name="connsiteX3" fmla="*/ 13396463 w 13396463"/>
              <a:gd name="connsiteY3" fmla="*/ 6152600 h 6152600"/>
              <a:gd name="connsiteX4" fmla="*/ 0 w 13396463"/>
              <a:gd name="connsiteY4" fmla="*/ 6152600 h 6152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396463" h="6152600">
                <a:moveTo>
                  <a:pt x="0" y="0"/>
                </a:moveTo>
                <a:lnTo>
                  <a:pt x="13396463" y="0"/>
                </a:lnTo>
                <a:lnTo>
                  <a:pt x="13396463" y="5272026"/>
                </a:lnTo>
                <a:lnTo>
                  <a:pt x="13396463" y="6152600"/>
                </a:lnTo>
                <a:lnTo>
                  <a:pt x="0" y="6152600"/>
                </a:lnTo>
                <a:close/>
              </a:path>
            </a:pathLst>
          </a:custGeom>
          <a:pattFill prst="pct20">
            <a:fgClr>
              <a:schemeClr val="tx2"/>
            </a:fgClr>
            <a:bgClr>
              <a:schemeClr val="bg1"/>
            </a:bgClr>
          </a:pattFill>
        </p:spPr>
        <p:txBody>
          <a:bodyPr wrap="square">
            <a:noAutofit/>
          </a:bodyPr>
          <a:lstStyle/>
          <a:p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416569153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_Tata letak Kustom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" name="Bentuk Bebas: Bentuk 56">
            <a:extLst>
              <a:ext uri="{FF2B5EF4-FFF2-40B4-BE49-F238E27FC236}">
                <a16:creationId xmlns:a16="http://schemas.microsoft.com/office/drawing/2014/main" id="{B6E98BEE-2492-4411-B7FF-641BD2D96992}"/>
              </a:ext>
            </a:extLst>
          </p:cNvPr>
          <p:cNvSpPr/>
          <p:nvPr/>
        </p:nvSpPr>
        <p:spPr>
          <a:xfrm>
            <a:off x="6095205" y="2282528"/>
            <a:ext cx="5490290" cy="604441"/>
          </a:xfrm>
          <a:custGeom>
            <a:avLst/>
            <a:gdLst>
              <a:gd name="connsiteX0" fmla="*/ 0 w 10977720"/>
              <a:gd name="connsiteY0" fmla="*/ 0 h 1208882"/>
              <a:gd name="connsiteX1" fmla="*/ 10977720 w 10977720"/>
              <a:gd name="connsiteY1" fmla="*/ 0 h 1208882"/>
              <a:gd name="connsiteX2" fmla="*/ 10977720 w 10977720"/>
              <a:gd name="connsiteY2" fmla="*/ 1208883 h 1208882"/>
              <a:gd name="connsiteX3" fmla="*/ 0 w 10977720"/>
              <a:gd name="connsiteY3" fmla="*/ 1208883 h 12088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977720" h="1208882">
                <a:moveTo>
                  <a:pt x="0" y="0"/>
                </a:moveTo>
                <a:lnTo>
                  <a:pt x="10977720" y="0"/>
                </a:lnTo>
                <a:lnTo>
                  <a:pt x="10977720" y="1208883"/>
                </a:lnTo>
                <a:lnTo>
                  <a:pt x="0" y="1208883"/>
                </a:lnTo>
                <a:close/>
              </a:path>
            </a:pathLst>
          </a:custGeom>
          <a:noFill/>
          <a:ln w="12695" cap="flat">
            <a:noFill/>
            <a:prstDash val="solid"/>
            <a:miter/>
          </a:ln>
        </p:spPr>
        <p:txBody>
          <a:bodyPr rtlCol="0" anchor="ctr"/>
          <a:lstStyle/>
          <a:p>
            <a:endParaRPr lang="id-ID" sz="900"/>
          </a:p>
        </p:txBody>
      </p:sp>
      <p:sp>
        <p:nvSpPr>
          <p:cNvPr id="74" name="Bentuk Bebas: Bentuk 73">
            <a:extLst>
              <a:ext uri="{FF2B5EF4-FFF2-40B4-BE49-F238E27FC236}">
                <a16:creationId xmlns:a16="http://schemas.microsoft.com/office/drawing/2014/main" id="{65007B3A-C940-4BE9-808B-26C35BEB0438}"/>
              </a:ext>
            </a:extLst>
          </p:cNvPr>
          <p:cNvSpPr/>
          <p:nvPr/>
        </p:nvSpPr>
        <p:spPr>
          <a:xfrm>
            <a:off x="7116164" y="5758256"/>
            <a:ext cx="4497211" cy="658346"/>
          </a:xfrm>
          <a:custGeom>
            <a:avLst/>
            <a:gdLst>
              <a:gd name="connsiteX0" fmla="*/ 0 w 8992080"/>
              <a:gd name="connsiteY0" fmla="*/ 0 h 1316691"/>
              <a:gd name="connsiteX1" fmla="*/ 8992080 w 8992080"/>
              <a:gd name="connsiteY1" fmla="*/ 0 h 1316691"/>
              <a:gd name="connsiteX2" fmla="*/ 8992080 w 8992080"/>
              <a:gd name="connsiteY2" fmla="*/ 1316692 h 1316691"/>
              <a:gd name="connsiteX3" fmla="*/ 0 w 8992080"/>
              <a:gd name="connsiteY3" fmla="*/ 1316692 h 13166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992080" h="1316691">
                <a:moveTo>
                  <a:pt x="0" y="0"/>
                </a:moveTo>
                <a:lnTo>
                  <a:pt x="8992080" y="0"/>
                </a:lnTo>
                <a:lnTo>
                  <a:pt x="8992080" y="1316692"/>
                </a:lnTo>
                <a:lnTo>
                  <a:pt x="0" y="1316692"/>
                </a:lnTo>
                <a:close/>
              </a:path>
            </a:pathLst>
          </a:custGeom>
          <a:noFill/>
          <a:ln w="12695" cap="flat">
            <a:noFill/>
            <a:prstDash val="solid"/>
            <a:miter/>
          </a:ln>
        </p:spPr>
        <p:txBody>
          <a:bodyPr rtlCol="0" anchor="ctr"/>
          <a:lstStyle/>
          <a:p>
            <a:endParaRPr lang="id-ID" sz="900"/>
          </a:p>
        </p:txBody>
      </p:sp>
      <p:sp>
        <p:nvSpPr>
          <p:cNvPr id="80" name="Bentuk Bebas: Bentuk 79">
            <a:extLst>
              <a:ext uri="{FF2B5EF4-FFF2-40B4-BE49-F238E27FC236}">
                <a16:creationId xmlns:a16="http://schemas.microsoft.com/office/drawing/2014/main" id="{509AC967-A4B4-4A77-A6DB-2A4EF4892311}"/>
              </a:ext>
            </a:extLst>
          </p:cNvPr>
          <p:cNvSpPr/>
          <p:nvPr userDrawn="1"/>
        </p:nvSpPr>
        <p:spPr>
          <a:xfrm>
            <a:off x="6095205" y="2282528"/>
            <a:ext cx="5490290" cy="604441"/>
          </a:xfrm>
          <a:custGeom>
            <a:avLst/>
            <a:gdLst>
              <a:gd name="connsiteX0" fmla="*/ 0 w 10977720"/>
              <a:gd name="connsiteY0" fmla="*/ 0 h 1208882"/>
              <a:gd name="connsiteX1" fmla="*/ 10977720 w 10977720"/>
              <a:gd name="connsiteY1" fmla="*/ 0 h 1208882"/>
              <a:gd name="connsiteX2" fmla="*/ 10977720 w 10977720"/>
              <a:gd name="connsiteY2" fmla="*/ 1208883 h 1208882"/>
              <a:gd name="connsiteX3" fmla="*/ 0 w 10977720"/>
              <a:gd name="connsiteY3" fmla="*/ 1208883 h 12088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977720" h="1208882">
                <a:moveTo>
                  <a:pt x="0" y="0"/>
                </a:moveTo>
                <a:lnTo>
                  <a:pt x="10977720" y="0"/>
                </a:lnTo>
                <a:lnTo>
                  <a:pt x="10977720" y="1208883"/>
                </a:lnTo>
                <a:lnTo>
                  <a:pt x="0" y="1208883"/>
                </a:lnTo>
                <a:close/>
              </a:path>
            </a:pathLst>
          </a:custGeom>
          <a:noFill/>
          <a:ln w="12695" cap="flat">
            <a:noFill/>
            <a:prstDash val="solid"/>
            <a:miter/>
          </a:ln>
        </p:spPr>
        <p:txBody>
          <a:bodyPr rtlCol="0" anchor="ctr"/>
          <a:lstStyle/>
          <a:p>
            <a:endParaRPr lang="id-ID" sz="900"/>
          </a:p>
        </p:txBody>
      </p:sp>
      <p:sp>
        <p:nvSpPr>
          <p:cNvPr id="86" name="Bentuk Bebas: Bentuk 85">
            <a:extLst>
              <a:ext uri="{FF2B5EF4-FFF2-40B4-BE49-F238E27FC236}">
                <a16:creationId xmlns:a16="http://schemas.microsoft.com/office/drawing/2014/main" id="{57887138-ECC4-4AE5-AF3A-773DCA9689FF}"/>
              </a:ext>
            </a:extLst>
          </p:cNvPr>
          <p:cNvSpPr/>
          <p:nvPr userDrawn="1"/>
        </p:nvSpPr>
        <p:spPr>
          <a:xfrm>
            <a:off x="7116164" y="5758256"/>
            <a:ext cx="4497211" cy="658346"/>
          </a:xfrm>
          <a:custGeom>
            <a:avLst/>
            <a:gdLst>
              <a:gd name="connsiteX0" fmla="*/ 0 w 8992080"/>
              <a:gd name="connsiteY0" fmla="*/ 0 h 1316691"/>
              <a:gd name="connsiteX1" fmla="*/ 8992080 w 8992080"/>
              <a:gd name="connsiteY1" fmla="*/ 0 h 1316691"/>
              <a:gd name="connsiteX2" fmla="*/ 8992080 w 8992080"/>
              <a:gd name="connsiteY2" fmla="*/ 1316692 h 1316691"/>
              <a:gd name="connsiteX3" fmla="*/ 0 w 8992080"/>
              <a:gd name="connsiteY3" fmla="*/ 1316692 h 13166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992080" h="1316691">
                <a:moveTo>
                  <a:pt x="0" y="0"/>
                </a:moveTo>
                <a:lnTo>
                  <a:pt x="8992080" y="0"/>
                </a:lnTo>
                <a:lnTo>
                  <a:pt x="8992080" y="1316692"/>
                </a:lnTo>
                <a:lnTo>
                  <a:pt x="0" y="1316692"/>
                </a:lnTo>
                <a:close/>
              </a:path>
            </a:pathLst>
          </a:custGeom>
          <a:noFill/>
          <a:ln w="12695" cap="flat">
            <a:noFill/>
            <a:prstDash val="solid"/>
            <a:miter/>
          </a:ln>
        </p:spPr>
        <p:txBody>
          <a:bodyPr rtlCol="0" anchor="ctr"/>
          <a:lstStyle/>
          <a:p>
            <a:endParaRPr lang="id-ID" sz="900"/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82C6E502-9D92-2533-57BD-A5E00FA755D8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6821905" cy="6858000"/>
          </a:xfrm>
          <a:pattFill prst="pct20">
            <a:fgClr>
              <a:schemeClr val="tx2"/>
            </a:fgClr>
            <a:bgClr>
              <a:schemeClr val="bg1"/>
            </a:bgClr>
          </a:pattFill>
        </p:spPr>
        <p:txBody>
          <a:bodyPr/>
          <a:lstStyle/>
          <a:p>
            <a:endParaRPr lang="en-SA"/>
          </a:p>
        </p:txBody>
      </p:sp>
      <p:sp>
        <p:nvSpPr>
          <p:cNvPr id="56" name="Bentuk Bebas: Bentuk 55">
            <a:extLst>
              <a:ext uri="{FF2B5EF4-FFF2-40B4-BE49-F238E27FC236}">
                <a16:creationId xmlns:a16="http://schemas.microsoft.com/office/drawing/2014/main" id="{66263A1A-54B8-46A6-8B72-CBE51E19CCDD}"/>
              </a:ext>
            </a:extLst>
          </p:cNvPr>
          <p:cNvSpPr/>
          <p:nvPr/>
        </p:nvSpPr>
        <p:spPr>
          <a:xfrm>
            <a:off x="5463362" y="0"/>
            <a:ext cx="6728701" cy="6853742"/>
          </a:xfrm>
          <a:custGeom>
            <a:avLst/>
            <a:gdLst>
              <a:gd name="connsiteX0" fmla="*/ 2494971 w 13453897"/>
              <a:gd name="connsiteY0" fmla="*/ 0 h 13707483"/>
              <a:gd name="connsiteX1" fmla="*/ 13453898 w 13453897"/>
              <a:gd name="connsiteY1" fmla="*/ 0 h 13707483"/>
              <a:gd name="connsiteX2" fmla="*/ 13453898 w 13453897"/>
              <a:gd name="connsiteY2" fmla="*/ 7162375 h 13707483"/>
              <a:gd name="connsiteX3" fmla="*/ 13453898 w 13453897"/>
              <a:gd name="connsiteY3" fmla="*/ 13707484 h 13707483"/>
              <a:gd name="connsiteX4" fmla="*/ 0 w 13453897"/>
              <a:gd name="connsiteY4" fmla="*/ 13707484 h 13707483"/>
              <a:gd name="connsiteX5" fmla="*/ 0 w 13453897"/>
              <a:gd name="connsiteY5" fmla="*/ 1763927 h 137074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3453897" h="13707483">
                <a:moveTo>
                  <a:pt x="2494971" y="0"/>
                </a:moveTo>
                <a:lnTo>
                  <a:pt x="13453898" y="0"/>
                </a:lnTo>
                <a:lnTo>
                  <a:pt x="13453898" y="7162375"/>
                </a:lnTo>
                <a:lnTo>
                  <a:pt x="13453898" y="13707484"/>
                </a:lnTo>
                <a:lnTo>
                  <a:pt x="0" y="13707484"/>
                </a:lnTo>
                <a:lnTo>
                  <a:pt x="0" y="1763927"/>
                </a:lnTo>
                <a:close/>
              </a:path>
            </a:pathLst>
          </a:custGeom>
          <a:solidFill>
            <a:schemeClr val="tx2"/>
          </a:solidFill>
          <a:ln w="12695" cap="flat">
            <a:noFill/>
            <a:prstDash val="solid"/>
            <a:miter/>
          </a:ln>
        </p:spPr>
        <p:txBody>
          <a:bodyPr rtlCol="0" anchor="ctr"/>
          <a:lstStyle/>
          <a:p>
            <a:endParaRPr lang="id-ID" sz="900"/>
          </a:p>
        </p:txBody>
      </p:sp>
    </p:spTree>
    <p:extLst>
      <p:ext uri="{BB962C8B-B14F-4D97-AF65-F5344CB8AC3E}">
        <p14:creationId xmlns:p14="http://schemas.microsoft.com/office/powerpoint/2010/main" val="3998604502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_Tata letak Kustom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Bentuk Bebas: Bentuk 4">
            <a:extLst>
              <a:ext uri="{FF2B5EF4-FFF2-40B4-BE49-F238E27FC236}">
                <a16:creationId xmlns:a16="http://schemas.microsoft.com/office/drawing/2014/main" id="{B7D1467F-01E7-46D5-8D68-8BF0C0E30C08}"/>
              </a:ext>
            </a:extLst>
          </p:cNvPr>
          <p:cNvSpPr/>
          <p:nvPr/>
        </p:nvSpPr>
        <p:spPr>
          <a:xfrm>
            <a:off x="0" y="0"/>
            <a:ext cx="12185650" cy="2736709"/>
          </a:xfrm>
          <a:custGeom>
            <a:avLst/>
            <a:gdLst>
              <a:gd name="connsiteX0" fmla="*/ 0 w 24364953"/>
              <a:gd name="connsiteY0" fmla="*/ 0 h 5473417"/>
              <a:gd name="connsiteX1" fmla="*/ 24364954 w 24364953"/>
              <a:gd name="connsiteY1" fmla="*/ 0 h 5473417"/>
              <a:gd name="connsiteX2" fmla="*/ 24364954 w 24364953"/>
              <a:gd name="connsiteY2" fmla="*/ 5473417 h 5473417"/>
              <a:gd name="connsiteX3" fmla="*/ 0 w 24364953"/>
              <a:gd name="connsiteY3" fmla="*/ 5473417 h 54734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364953" h="5473417">
                <a:moveTo>
                  <a:pt x="0" y="0"/>
                </a:moveTo>
                <a:lnTo>
                  <a:pt x="24364954" y="0"/>
                </a:lnTo>
                <a:lnTo>
                  <a:pt x="24364954" y="5473417"/>
                </a:lnTo>
                <a:lnTo>
                  <a:pt x="0" y="5473417"/>
                </a:lnTo>
                <a:close/>
              </a:path>
            </a:pathLst>
          </a:custGeom>
          <a:solidFill>
            <a:schemeClr val="tx2"/>
          </a:solidFill>
          <a:ln w="12695" cap="flat">
            <a:noFill/>
            <a:prstDash val="solid"/>
            <a:miter/>
          </a:ln>
        </p:spPr>
        <p:txBody>
          <a:bodyPr rtlCol="0" anchor="ctr"/>
          <a:lstStyle/>
          <a:p>
            <a:endParaRPr lang="id-ID" sz="900"/>
          </a:p>
        </p:txBody>
      </p:sp>
      <p:sp>
        <p:nvSpPr>
          <p:cNvPr id="6" name="Bentuk Bebas: Bentuk 5">
            <a:extLst>
              <a:ext uri="{FF2B5EF4-FFF2-40B4-BE49-F238E27FC236}">
                <a16:creationId xmlns:a16="http://schemas.microsoft.com/office/drawing/2014/main" id="{D6601502-C03D-4EDD-9F6F-59EA87AE8EFC}"/>
              </a:ext>
            </a:extLst>
          </p:cNvPr>
          <p:cNvSpPr/>
          <p:nvPr userDrawn="1"/>
        </p:nvSpPr>
        <p:spPr>
          <a:xfrm>
            <a:off x="4586478" y="891498"/>
            <a:ext cx="7605522" cy="5505984"/>
          </a:xfrm>
          <a:custGeom>
            <a:avLst/>
            <a:gdLst>
              <a:gd name="connsiteX0" fmla="*/ 0 w 15207082"/>
              <a:gd name="connsiteY0" fmla="*/ 0 h 11011968"/>
              <a:gd name="connsiteX1" fmla="*/ 15207083 w 15207082"/>
              <a:gd name="connsiteY1" fmla="*/ 0 h 11011968"/>
              <a:gd name="connsiteX2" fmla="*/ 15207083 w 15207082"/>
              <a:gd name="connsiteY2" fmla="*/ 11011968 h 11011968"/>
              <a:gd name="connsiteX3" fmla="*/ 0 w 15207082"/>
              <a:gd name="connsiteY3" fmla="*/ 11011968 h 110119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207082" h="11011968">
                <a:moveTo>
                  <a:pt x="0" y="0"/>
                </a:moveTo>
                <a:lnTo>
                  <a:pt x="15207083" y="0"/>
                </a:lnTo>
                <a:lnTo>
                  <a:pt x="15207083" y="11011968"/>
                </a:lnTo>
                <a:lnTo>
                  <a:pt x="0" y="11011968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12695" cap="flat">
            <a:noFill/>
            <a:prstDash val="solid"/>
            <a:miter/>
          </a:ln>
        </p:spPr>
        <p:txBody>
          <a:bodyPr rtlCol="0" anchor="ctr"/>
          <a:lstStyle/>
          <a:p>
            <a:endParaRPr lang="id-ID" sz="900"/>
          </a:p>
        </p:txBody>
      </p:sp>
      <p:sp>
        <p:nvSpPr>
          <p:cNvPr id="35" name="Tampungan Gambar 34">
            <a:extLst>
              <a:ext uri="{FF2B5EF4-FFF2-40B4-BE49-F238E27FC236}">
                <a16:creationId xmlns:a16="http://schemas.microsoft.com/office/drawing/2014/main" id="{3F93C485-CC62-41FB-A560-0767CEED0EF1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631636" y="1860129"/>
            <a:ext cx="3435604" cy="4537417"/>
          </a:xfrm>
          <a:custGeom>
            <a:avLst/>
            <a:gdLst>
              <a:gd name="connsiteX0" fmla="*/ 0 w 6869419"/>
              <a:gd name="connsiteY0" fmla="*/ 0 h 9074834"/>
              <a:gd name="connsiteX1" fmla="*/ 6869419 w 6869419"/>
              <a:gd name="connsiteY1" fmla="*/ 0 h 9074834"/>
              <a:gd name="connsiteX2" fmla="*/ 6869419 w 6869419"/>
              <a:gd name="connsiteY2" fmla="*/ 9074834 h 9074834"/>
              <a:gd name="connsiteX3" fmla="*/ 1815627 w 6869419"/>
              <a:gd name="connsiteY3" fmla="*/ 9074834 h 9074834"/>
              <a:gd name="connsiteX4" fmla="*/ 0 w 6869419"/>
              <a:gd name="connsiteY4" fmla="*/ 7093515 h 90748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869419" h="9074834">
                <a:moveTo>
                  <a:pt x="0" y="0"/>
                </a:moveTo>
                <a:lnTo>
                  <a:pt x="6869419" y="0"/>
                </a:lnTo>
                <a:lnTo>
                  <a:pt x="6869419" y="9074834"/>
                </a:lnTo>
                <a:lnTo>
                  <a:pt x="1815627" y="9074834"/>
                </a:lnTo>
                <a:lnTo>
                  <a:pt x="0" y="7093515"/>
                </a:lnTo>
                <a:close/>
              </a:path>
            </a:pathLst>
          </a:custGeom>
          <a:pattFill prst="pct20">
            <a:fgClr>
              <a:schemeClr val="tx2"/>
            </a:fgClr>
            <a:bgClr>
              <a:schemeClr val="bg1"/>
            </a:bgClr>
          </a:pattFill>
        </p:spPr>
        <p:txBody>
          <a:bodyPr wrap="square">
            <a:noAutofit/>
          </a:bodyPr>
          <a:lstStyle/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4181562283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_Tata letak Kustom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Bentuk Bebas: Bentuk 4">
            <a:extLst>
              <a:ext uri="{FF2B5EF4-FFF2-40B4-BE49-F238E27FC236}">
                <a16:creationId xmlns:a16="http://schemas.microsoft.com/office/drawing/2014/main" id="{3FE6D792-64A7-4579-B95A-91FA08FABCEA}"/>
              </a:ext>
            </a:extLst>
          </p:cNvPr>
          <p:cNvSpPr/>
          <p:nvPr/>
        </p:nvSpPr>
        <p:spPr>
          <a:xfrm>
            <a:off x="9754271" y="6344"/>
            <a:ext cx="2439951" cy="6851656"/>
          </a:xfrm>
          <a:custGeom>
            <a:avLst/>
            <a:gdLst>
              <a:gd name="connsiteX0" fmla="*/ 0 w 4878632"/>
              <a:gd name="connsiteY0" fmla="*/ 0 h 13703311"/>
              <a:gd name="connsiteX1" fmla="*/ 4878633 w 4878632"/>
              <a:gd name="connsiteY1" fmla="*/ 0 h 13703311"/>
              <a:gd name="connsiteX2" fmla="*/ 4878633 w 4878632"/>
              <a:gd name="connsiteY2" fmla="*/ 13703312 h 13703311"/>
              <a:gd name="connsiteX3" fmla="*/ 0 w 4878632"/>
              <a:gd name="connsiteY3" fmla="*/ 13703312 h 137033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78632" h="13703311">
                <a:moveTo>
                  <a:pt x="0" y="0"/>
                </a:moveTo>
                <a:lnTo>
                  <a:pt x="4878633" y="0"/>
                </a:lnTo>
                <a:lnTo>
                  <a:pt x="4878633" y="13703312"/>
                </a:lnTo>
                <a:lnTo>
                  <a:pt x="0" y="13703312"/>
                </a:lnTo>
                <a:close/>
              </a:path>
            </a:pathLst>
          </a:custGeom>
          <a:solidFill>
            <a:schemeClr val="tx2"/>
          </a:solidFill>
          <a:ln w="12684" cap="flat">
            <a:noFill/>
            <a:prstDash val="solid"/>
            <a:miter/>
          </a:ln>
        </p:spPr>
        <p:txBody>
          <a:bodyPr rtlCol="0" anchor="ctr"/>
          <a:lstStyle/>
          <a:p>
            <a:endParaRPr lang="id-ID" sz="900"/>
          </a:p>
        </p:txBody>
      </p:sp>
      <p:sp>
        <p:nvSpPr>
          <p:cNvPr id="30" name="Bentuk Bebas: Bentuk 29">
            <a:extLst>
              <a:ext uri="{FF2B5EF4-FFF2-40B4-BE49-F238E27FC236}">
                <a16:creationId xmlns:a16="http://schemas.microsoft.com/office/drawing/2014/main" id="{A772FA3D-09B6-4DE7-99CF-6C56BE8EB6D7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7133464" y="0"/>
            <a:ext cx="4429353" cy="6412706"/>
          </a:xfrm>
          <a:custGeom>
            <a:avLst/>
            <a:gdLst>
              <a:gd name="connsiteX0" fmla="*/ 0 w 8856400"/>
              <a:gd name="connsiteY0" fmla="*/ 0 h 12825412"/>
              <a:gd name="connsiteX1" fmla="*/ 6350344 w 8856400"/>
              <a:gd name="connsiteY1" fmla="*/ 0 h 12825412"/>
              <a:gd name="connsiteX2" fmla="*/ 8856400 w 8856400"/>
              <a:gd name="connsiteY2" fmla="*/ 2296447 h 12825412"/>
              <a:gd name="connsiteX3" fmla="*/ 8856400 w 8856400"/>
              <a:gd name="connsiteY3" fmla="*/ 12825412 h 12825412"/>
              <a:gd name="connsiteX4" fmla="*/ 2505930 w 8856400"/>
              <a:gd name="connsiteY4" fmla="*/ 12825412 h 12825412"/>
              <a:gd name="connsiteX5" fmla="*/ 0 w 8856400"/>
              <a:gd name="connsiteY5" fmla="*/ 10529092 h 128254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856400" h="12825412">
                <a:moveTo>
                  <a:pt x="0" y="0"/>
                </a:moveTo>
                <a:lnTo>
                  <a:pt x="6350344" y="0"/>
                </a:lnTo>
                <a:lnTo>
                  <a:pt x="8856400" y="2296447"/>
                </a:lnTo>
                <a:lnTo>
                  <a:pt x="8856400" y="12825412"/>
                </a:lnTo>
                <a:lnTo>
                  <a:pt x="2505930" y="12825412"/>
                </a:lnTo>
                <a:lnTo>
                  <a:pt x="0" y="10529092"/>
                </a:lnTo>
                <a:close/>
              </a:path>
            </a:pathLst>
          </a:custGeom>
          <a:pattFill prst="pct20">
            <a:fgClr>
              <a:schemeClr val="tx2"/>
            </a:fgClr>
            <a:bgClr>
              <a:schemeClr val="bg1"/>
            </a:bgClr>
          </a:pattFill>
        </p:spPr>
        <p:txBody>
          <a:bodyPr wrap="square">
            <a:noAutofit/>
          </a:bodyPr>
          <a:lstStyle/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621131646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_Tata letak Kustom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Bentuk Bebas: Bentuk 6">
            <a:extLst>
              <a:ext uri="{FF2B5EF4-FFF2-40B4-BE49-F238E27FC236}">
                <a16:creationId xmlns:a16="http://schemas.microsoft.com/office/drawing/2014/main" id="{BE5808D5-32A8-4B18-A75B-38DE92DAF597}"/>
              </a:ext>
            </a:extLst>
          </p:cNvPr>
          <p:cNvSpPr/>
          <p:nvPr/>
        </p:nvSpPr>
        <p:spPr>
          <a:xfrm>
            <a:off x="5464011" y="453961"/>
            <a:ext cx="6729577" cy="6404039"/>
          </a:xfrm>
          <a:custGeom>
            <a:avLst/>
            <a:gdLst>
              <a:gd name="connsiteX0" fmla="*/ 0 w 13455650"/>
              <a:gd name="connsiteY0" fmla="*/ 12808077 h 12808077"/>
              <a:gd name="connsiteX1" fmla="*/ 13455650 w 13455650"/>
              <a:gd name="connsiteY1" fmla="*/ 12808077 h 12808077"/>
              <a:gd name="connsiteX2" fmla="*/ 13455650 w 13455650"/>
              <a:gd name="connsiteY2" fmla="*/ 0 h 12808077"/>
              <a:gd name="connsiteX3" fmla="*/ 6703949 w 13455650"/>
              <a:gd name="connsiteY3" fmla="*/ 0 h 12808077"/>
              <a:gd name="connsiteX4" fmla="*/ 2438400 w 13455650"/>
              <a:gd name="connsiteY4" fmla="*/ 0 h 12808077"/>
              <a:gd name="connsiteX5" fmla="*/ 0 w 13455650"/>
              <a:gd name="connsiteY5" fmla="*/ 1390650 h 128080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3455650" h="12808077">
                <a:moveTo>
                  <a:pt x="0" y="12808077"/>
                </a:moveTo>
                <a:lnTo>
                  <a:pt x="13455650" y="12808077"/>
                </a:lnTo>
                <a:lnTo>
                  <a:pt x="13455650" y="0"/>
                </a:lnTo>
                <a:lnTo>
                  <a:pt x="6703949" y="0"/>
                </a:lnTo>
                <a:lnTo>
                  <a:pt x="2438400" y="0"/>
                </a:lnTo>
                <a:lnTo>
                  <a:pt x="0" y="1390650"/>
                </a:lnTo>
                <a:close/>
              </a:path>
            </a:pathLst>
          </a:custGeom>
          <a:solidFill>
            <a:schemeClr val="tx2"/>
          </a:solidFill>
          <a:ln w="12700" cap="flat">
            <a:noFill/>
            <a:prstDash val="solid"/>
            <a:miter/>
          </a:ln>
        </p:spPr>
        <p:txBody>
          <a:bodyPr rtlCol="0" anchor="ctr"/>
          <a:lstStyle/>
          <a:p>
            <a:endParaRPr lang="id-ID" sz="900"/>
          </a:p>
        </p:txBody>
      </p:sp>
      <p:sp>
        <p:nvSpPr>
          <p:cNvPr id="30" name="Bentuk Bebas: Bentuk 29">
            <a:extLst>
              <a:ext uri="{FF2B5EF4-FFF2-40B4-BE49-F238E27FC236}">
                <a16:creationId xmlns:a16="http://schemas.microsoft.com/office/drawing/2014/main" id="{1C1E07D2-0EDE-4DF7-9FE9-413428728263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-1588" y="0"/>
            <a:ext cx="7313930" cy="6410325"/>
          </a:xfrm>
          <a:custGeom>
            <a:avLst/>
            <a:gdLst>
              <a:gd name="connsiteX0" fmla="*/ 0 w 14624050"/>
              <a:gd name="connsiteY0" fmla="*/ 0 h 12820650"/>
              <a:gd name="connsiteX1" fmla="*/ 14624050 w 14624050"/>
              <a:gd name="connsiteY1" fmla="*/ 0 h 12820650"/>
              <a:gd name="connsiteX2" fmla="*/ 14624050 w 14624050"/>
              <a:gd name="connsiteY2" fmla="*/ 907923 h 12820650"/>
              <a:gd name="connsiteX3" fmla="*/ 13366750 w 14624050"/>
              <a:gd name="connsiteY3" fmla="*/ 907923 h 12820650"/>
              <a:gd name="connsiteX4" fmla="*/ 10928350 w 14624050"/>
              <a:gd name="connsiteY4" fmla="*/ 2298573 h 12820650"/>
              <a:gd name="connsiteX5" fmla="*/ 10928350 w 14624050"/>
              <a:gd name="connsiteY5" fmla="*/ 12820650 h 12820650"/>
              <a:gd name="connsiteX6" fmla="*/ 0 w 14624050"/>
              <a:gd name="connsiteY6" fmla="*/ 12820650 h 128206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4624050" h="12820650">
                <a:moveTo>
                  <a:pt x="0" y="0"/>
                </a:moveTo>
                <a:lnTo>
                  <a:pt x="14624050" y="0"/>
                </a:lnTo>
                <a:lnTo>
                  <a:pt x="14624050" y="907923"/>
                </a:lnTo>
                <a:lnTo>
                  <a:pt x="13366750" y="907923"/>
                </a:lnTo>
                <a:lnTo>
                  <a:pt x="10928350" y="2298573"/>
                </a:lnTo>
                <a:lnTo>
                  <a:pt x="10928350" y="12820650"/>
                </a:lnTo>
                <a:lnTo>
                  <a:pt x="0" y="12820650"/>
                </a:lnTo>
                <a:close/>
              </a:path>
            </a:pathLst>
          </a:custGeom>
          <a:pattFill prst="pct20">
            <a:fgClr>
              <a:schemeClr val="tx2"/>
            </a:fgClr>
            <a:bgClr>
              <a:schemeClr val="bg1"/>
            </a:bgClr>
          </a:pattFill>
        </p:spPr>
        <p:txBody>
          <a:bodyPr wrap="square">
            <a:noAutofit/>
          </a:bodyPr>
          <a:lstStyle/>
          <a:p>
            <a:pPr marL="228600" indent="-228600" algn="r" defTabSz="914400" rtl="1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</a:pP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3092387045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7_Tata letak Kustom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Bentuk Bebas: Bentuk 7">
            <a:extLst>
              <a:ext uri="{FF2B5EF4-FFF2-40B4-BE49-F238E27FC236}">
                <a16:creationId xmlns:a16="http://schemas.microsoft.com/office/drawing/2014/main" id="{1C3571CF-1EB9-4FB9-9146-568F0646F69C}"/>
              </a:ext>
            </a:extLst>
          </p:cNvPr>
          <p:cNvSpPr/>
          <p:nvPr/>
        </p:nvSpPr>
        <p:spPr>
          <a:xfrm>
            <a:off x="5504852" y="3101721"/>
            <a:ext cx="6108640" cy="3756279"/>
          </a:xfrm>
          <a:custGeom>
            <a:avLst/>
            <a:gdLst>
              <a:gd name="connsiteX0" fmla="*/ 10939907 w 12214099"/>
              <a:gd name="connsiteY0" fmla="*/ 0 h 7512558"/>
              <a:gd name="connsiteX1" fmla="*/ 0 w 12214099"/>
              <a:gd name="connsiteY1" fmla="*/ 0 h 7512558"/>
              <a:gd name="connsiteX2" fmla="*/ 0 w 12214099"/>
              <a:gd name="connsiteY2" fmla="*/ 7512558 h 7512558"/>
              <a:gd name="connsiteX3" fmla="*/ 12214099 w 12214099"/>
              <a:gd name="connsiteY3" fmla="*/ 7512558 h 7512558"/>
              <a:gd name="connsiteX4" fmla="*/ 12214099 w 12214099"/>
              <a:gd name="connsiteY4" fmla="*/ 900684 h 75125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214099" h="7512558">
                <a:moveTo>
                  <a:pt x="10939907" y="0"/>
                </a:moveTo>
                <a:lnTo>
                  <a:pt x="0" y="0"/>
                </a:lnTo>
                <a:lnTo>
                  <a:pt x="0" y="7512558"/>
                </a:lnTo>
                <a:lnTo>
                  <a:pt x="12214099" y="7512558"/>
                </a:lnTo>
                <a:lnTo>
                  <a:pt x="12214099" y="900684"/>
                </a:lnTo>
                <a:close/>
              </a:path>
            </a:pathLst>
          </a:custGeom>
          <a:solidFill>
            <a:srgbClr val="F2F2F2"/>
          </a:solidFill>
          <a:ln w="12697" cap="flat">
            <a:noFill/>
            <a:prstDash val="solid"/>
            <a:miter/>
          </a:ln>
        </p:spPr>
        <p:txBody>
          <a:bodyPr rtlCol="0" anchor="ctr"/>
          <a:lstStyle/>
          <a:p>
            <a:endParaRPr lang="id-ID" sz="900"/>
          </a:p>
        </p:txBody>
      </p:sp>
      <p:sp>
        <p:nvSpPr>
          <p:cNvPr id="24" name="Bentuk Bebas: Bentuk 23">
            <a:extLst>
              <a:ext uri="{FF2B5EF4-FFF2-40B4-BE49-F238E27FC236}">
                <a16:creationId xmlns:a16="http://schemas.microsoft.com/office/drawing/2014/main" id="{FB685591-C02A-4F32-86EF-E79900367B06}"/>
              </a:ext>
            </a:extLst>
          </p:cNvPr>
          <p:cNvSpPr/>
          <p:nvPr/>
        </p:nvSpPr>
        <p:spPr>
          <a:xfrm>
            <a:off x="-1588" y="0"/>
            <a:ext cx="4881246" cy="6858000"/>
          </a:xfrm>
          <a:custGeom>
            <a:avLst/>
            <a:gdLst>
              <a:gd name="connsiteX0" fmla="*/ 0 w 9759950"/>
              <a:gd name="connsiteY0" fmla="*/ 0 h 13716000"/>
              <a:gd name="connsiteX1" fmla="*/ 9759950 w 9759950"/>
              <a:gd name="connsiteY1" fmla="*/ 0 h 13716000"/>
              <a:gd name="connsiteX2" fmla="*/ 9759950 w 9759950"/>
              <a:gd name="connsiteY2" fmla="*/ 13716000 h 13716000"/>
              <a:gd name="connsiteX3" fmla="*/ 0 w 9759950"/>
              <a:gd name="connsiteY3" fmla="*/ 13716000 h 13716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759950" h="13716000">
                <a:moveTo>
                  <a:pt x="0" y="0"/>
                </a:moveTo>
                <a:lnTo>
                  <a:pt x="9759950" y="0"/>
                </a:lnTo>
                <a:lnTo>
                  <a:pt x="9759950" y="13716000"/>
                </a:lnTo>
                <a:lnTo>
                  <a:pt x="0" y="13716000"/>
                </a:lnTo>
                <a:close/>
              </a:path>
            </a:pathLst>
          </a:custGeom>
          <a:solidFill>
            <a:schemeClr val="tx2"/>
          </a:solidFill>
          <a:ln w="12697" cap="flat">
            <a:noFill/>
            <a:prstDash val="solid"/>
            <a:miter/>
          </a:ln>
        </p:spPr>
        <p:txBody>
          <a:bodyPr rtlCol="0" anchor="ctr"/>
          <a:lstStyle/>
          <a:p>
            <a:endParaRPr lang="id-ID" sz="900"/>
          </a:p>
        </p:txBody>
      </p:sp>
      <p:sp>
        <p:nvSpPr>
          <p:cNvPr id="23" name="Bentuk Bebas: Bentuk 22">
            <a:extLst>
              <a:ext uri="{FF2B5EF4-FFF2-40B4-BE49-F238E27FC236}">
                <a16:creationId xmlns:a16="http://schemas.microsoft.com/office/drawing/2014/main" id="{61C50D6C-5059-4860-B2BF-33FF6D5DFE49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-1588" y="918274"/>
            <a:ext cx="4274663" cy="5023739"/>
          </a:xfrm>
          <a:custGeom>
            <a:avLst/>
            <a:gdLst>
              <a:gd name="connsiteX0" fmla="*/ 0 w 8547100"/>
              <a:gd name="connsiteY0" fmla="*/ 0 h 10047478"/>
              <a:gd name="connsiteX1" fmla="*/ 8547100 w 8547100"/>
              <a:gd name="connsiteY1" fmla="*/ 0 h 10047478"/>
              <a:gd name="connsiteX2" fmla="*/ 8547100 w 8547100"/>
              <a:gd name="connsiteY2" fmla="*/ 10047478 h 10047478"/>
              <a:gd name="connsiteX3" fmla="*/ 0 w 8547100"/>
              <a:gd name="connsiteY3" fmla="*/ 10047478 h 100474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547100" h="10047478">
                <a:moveTo>
                  <a:pt x="0" y="0"/>
                </a:moveTo>
                <a:lnTo>
                  <a:pt x="8547100" y="0"/>
                </a:lnTo>
                <a:lnTo>
                  <a:pt x="8547100" y="10047478"/>
                </a:lnTo>
                <a:lnTo>
                  <a:pt x="0" y="10047478"/>
                </a:lnTo>
                <a:close/>
              </a:path>
            </a:pathLst>
          </a:custGeom>
          <a:pattFill prst="pct20">
            <a:fgClr>
              <a:schemeClr val="tx2"/>
            </a:fgClr>
            <a:bgClr>
              <a:schemeClr val="bg1"/>
            </a:bgClr>
          </a:pattFill>
        </p:spPr>
        <p:txBody>
          <a:bodyPr wrap="square">
            <a:noAutofit/>
          </a:bodyPr>
          <a:lstStyle/>
          <a:p>
            <a:pPr marL="228600" indent="-228600" algn="r" defTabSz="914400" rtl="1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</a:pP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329070872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0_Tata letak Kustom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Bentuk Bebas: Bentuk 14">
            <a:extLst>
              <a:ext uri="{FF2B5EF4-FFF2-40B4-BE49-F238E27FC236}">
                <a16:creationId xmlns:a16="http://schemas.microsoft.com/office/drawing/2014/main" id="{D07B308D-2730-4AFD-92FA-712627A55191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 flipH="1">
            <a:off x="0" y="1"/>
            <a:ext cx="12192000" cy="6395333"/>
          </a:xfrm>
          <a:custGeom>
            <a:avLst/>
            <a:gdLst>
              <a:gd name="connsiteX0" fmla="*/ 0 w 24377650"/>
              <a:gd name="connsiteY0" fmla="*/ 0 h 12790665"/>
              <a:gd name="connsiteX1" fmla="*/ 24377650 w 24377650"/>
              <a:gd name="connsiteY1" fmla="*/ 0 h 12790665"/>
              <a:gd name="connsiteX2" fmla="*/ 24377650 w 24377650"/>
              <a:gd name="connsiteY2" fmla="*/ 12790665 h 12790665"/>
              <a:gd name="connsiteX3" fmla="*/ 12163484 w 24377650"/>
              <a:gd name="connsiteY3" fmla="*/ 12790665 h 12790665"/>
              <a:gd name="connsiteX4" fmla="*/ 12163484 w 24377650"/>
              <a:gd name="connsiteY4" fmla="*/ 3140587 h 12790665"/>
              <a:gd name="connsiteX5" fmla="*/ 9844821 w 24377650"/>
              <a:gd name="connsiteY5" fmla="*/ 1818188 h 12790665"/>
              <a:gd name="connsiteX6" fmla="*/ 1184166 w 24377650"/>
              <a:gd name="connsiteY6" fmla="*/ 1818188 h 12790665"/>
              <a:gd name="connsiteX7" fmla="*/ 1184166 w 24377650"/>
              <a:gd name="connsiteY7" fmla="*/ 12790665 h 12790665"/>
              <a:gd name="connsiteX8" fmla="*/ 0 w 24377650"/>
              <a:gd name="connsiteY8" fmla="*/ 12790665 h 127906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4377650" h="12790665">
                <a:moveTo>
                  <a:pt x="0" y="0"/>
                </a:moveTo>
                <a:lnTo>
                  <a:pt x="24377650" y="0"/>
                </a:lnTo>
                <a:lnTo>
                  <a:pt x="24377650" y="12790665"/>
                </a:lnTo>
                <a:lnTo>
                  <a:pt x="12163484" y="12790665"/>
                </a:lnTo>
                <a:lnTo>
                  <a:pt x="12163484" y="3140587"/>
                </a:lnTo>
                <a:lnTo>
                  <a:pt x="9844821" y="1818188"/>
                </a:lnTo>
                <a:lnTo>
                  <a:pt x="1184166" y="1818188"/>
                </a:lnTo>
                <a:lnTo>
                  <a:pt x="1184166" y="12790665"/>
                </a:lnTo>
                <a:lnTo>
                  <a:pt x="0" y="12790665"/>
                </a:lnTo>
                <a:close/>
              </a:path>
            </a:pathLst>
          </a:custGeom>
          <a:pattFill prst="pct20">
            <a:fgClr>
              <a:schemeClr val="tx2"/>
            </a:fgClr>
            <a:bgClr>
              <a:schemeClr val="bg1"/>
            </a:bgClr>
          </a:pattFill>
        </p:spPr>
        <p:txBody>
          <a:bodyPr wrap="square">
            <a:noAutofit/>
          </a:bodyPr>
          <a:lstStyle/>
          <a:p>
            <a:endParaRPr lang="id-ID" dirty="0"/>
          </a:p>
        </p:txBody>
      </p:sp>
      <p:sp>
        <p:nvSpPr>
          <p:cNvPr id="5" name="Bentuk Bebas: Bentuk 4">
            <a:extLst>
              <a:ext uri="{FF2B5EF4-FFF2-40B4-BE49-F238E27FC236}">
                <a16:creationId xmlns:a16="http://schemas.microsoft.com/office/drawing/2014/main" id="{46CB9FB4-19CA-4768-A8F3-06C8140760ED}"/>
              </a:ext>
            </a:extLst>
          </p:cNvPr>
          <p:cNvSpPr/>
          <p:nvPr/>
        </p:nvSpPr>
        <p:spPr>
          <a:xfrm flipH="1">
            <a:off x="6096000" y="909095"/>
            <a:ext cx="5491089" cy="5486239"/>
          </a:xfrm>
          <a:custGeom>
            <a:avLst/>
            <a:gdLst>
              <a:gd name="connsiteX0" fmla="*/ 10979319 w 10979318"/>
              <a:gd name="connsiteY0" fmla="*/ 10972477 h 10972477"/>
              <a:gd name="connsiteX1" fmla="*/ 0 w 10979318"/>
              <a:gd name="connsiteY1" fmla="*/ 10972477 h 10972477"/>
              <a:gd name="connsiteX2" fmla="*/ 0 w 10979318"/>
              <a:gd name="connsiteY2" fmla="*/ 0 h 10972477"/>
              <a:gd name="connsiteX3" fmla="*/ 1752809 w 10979318"/>
              <a:gd name="connsiteY3" fmla="*/ 0 h 10972477"/>
              <a:gd name="connsiteX4" fmla="*/ 8660654 w 10979318"/>
              <a:gd name="connsiteY4" fmla="*/ 0 h 10972477"/>
              <a:gd name="connsiteX5" fmla="*/ 10979319 w 10979318"/>
              <a:gd name="connsiteY5" fmla="*/ 1322399 h 109724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0979318" h="10972477">
                <a:moveTo>
                  <a:pt x="10979319" y="10972477"/>
                </a:moveTo>
                <a:lnTo>
                  <a:pt x="0" y="10972477"/>
                </a:lnTo>
                <a:lnTo>
                  <a:pt x="0" y="0"/>
                </a:lnTo>
                <a:lnTo>
                  <a:pt x="1752809" y="0"/>
                </a:lnTo>
                <a:lnTo>
                  <a:pt x="8660654" y="0"/>
                </a:lnTo>
                <a:lnTo>
                  <a:pt x="10979319" y="1322399"/>
                </a:lnTo>
                <a:close/>
              </a:path>
            </a:pathLst>
          </a:custGeom>
          <a:solidFill>
            <a:schemeClr val="tx2"/>
          </a:solidFill>
          <a:ln w="12669" cap="flat">
            <a:noFill/>
            <a:prstDash val="solid"/>
            <a:miter/>
          </a:ln>
        </p:spPr>
        <p:txBody>
          <a:bodyPr rtlCol="0" anchor="ctr"/>
          <a:lstStyle/>
          <a:p>
            <a:endParaRPr lang="id-ID" sz="900" dirty="0"/>
          </a:p>
        </p:txBody>
      </p:sp>
    </p:spTree>
    <p:extLst>
      <p:ext uri="{BB962C8B-B14F-4D97-AF65-F5344CB8AC3E}">
        <p14:creationId xmlns:p14="http://schemas.microsoft.com/office/powerpoint/2010/main" val="408875834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83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1_Tata letak Kustom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Bentuk Bebas: Bentuk 4">
            <a:extLst>
              <a:ext uri="{FF2B5EF4-FFF2-40B4-BE49-F238E27FC236}">
                <a16:creationId xmlns:a16="http://schemas.microsoft.com/office/drawing/2014/main" id="{52AE957B-2465-4676-91A7-A8E221329C88}"/>
              </a:ext>
            </a:extLst>
          </p:cNvPr>
          <p:cNvSpPr/>
          <p:nvPr/>
        </p:nvSpPr>
        <p:spPr>
          <a:xfrm>
            <a:off x="1" y="0"/>
            <a:ext cx="12191999" cy="4125400"/>
          </a:xfrm>
          <a:custGeom>
            <a:avLst/>
            <a:gdLst>
              <a:gd name="connsiteX0" fmla="*/ 0 w 24377649"/>
              <a:gd name="connsiteY0" fmla="*/ 0 h 8250799"/>
              <a:gd name="connsiteX1" fmla="*/ 24377648 w 24377649"/>
              <a:gd name="connsiteY1" fmla="*/ 0 h 8250799"/>
              <a:gd name="connsiteX2" fmla="*/ 24377648 w 24377649"/>
              <a:gd name="connsiteY2" fmla="*/ 8250799 h 8250799"/>
              <a:gd name="connsiteX3" fmla="*/ 0 w 24377649"/>
              <a:gd name="connsiteY3" fmla="*/ 8250799 h 8250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377649" h="8250799">
                <a:moveTo>
                  <a:pt x="0" y="0"/>
                </a:moveTo>
                <a:lnTo>
                  <a:pt x="24377648" y="0"/>
                </a:lnTo>
                <a:lnTo>
                  <a:pt x="24377648" y="8250799"/>
                </a:lnTo>
                <a:lnTo>
                  <a:pt x="0" y="8250799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12702" cap="flat">
            <a:noFill/>
            <a:prstDash val="solid"/>
            <a:miter/>
          </a:ln>
        </p:spPr>
        <p:txBody>
          <a:bodyPr rtlCol="0" anchor="ctr"/>
          <a:lstStyle/>
          <a:p>
            <a:pPr marL="0" algn="r" defTabSz="914400" rtl="1" eaLnBrk="1" latinLnBrk="0" hangingPunct="1"/>
            <a:endParaRPr lang="id-ID" sz="900"/>
          </a:p>
        </p:txBody>
      </p:sp>
      <p:sp>
        <p:nvSpPr>
          <p:cNvPr id="6" name="Bentuk Bebas: Bentuk 5">
            <a:extLst>
              <a:ext uri="{FF2B5EF4-FFF2-40B4-BE49-F238E27FC236}">
                <a16:creationId xmlns:a16="http://schemas.microsoft.com/office/drawing/2014/main" id="{CD77978C-E8E2-403F-B43B-26F73DBA6601}"/>
              </a:ext>
            </a:extLst>
          </p:cNvPr>
          <p:cNvSpPr/>
          <p:nvPr/>
        </p:nvSpPr>
        <p:spPr>
          <a:xfrm>
            <a:off x="8533446" y="5570592"/>
            <a:ext cx="3058165" cy="841404"/>
          </a:xfrm>
          <a:custGeom>
            <a:avLst/>
            <a:gdLst>
              <a:gd name="connsiteX0" fmla="*/ 0 w 6114737"/>
              <a:gd name="connsiteY0" fmla="*/ 0 h 1682807"/>
              <a:gd name="connsiteX1" fmla="*/ 6114738 w 6114737"/>
              <a:gd name="connsiteY1" fmla="*/ 0 h 1682807"/>
              <a:gd name="connsiteX2" fmla="*/ 6114738 w 6114737"/>
              <a:gd name="connsiteY2" fmla="*/ 1682807 h 1682807"/>
              <a:gd name="connsiteX3" fmla="*/ 0 w 6114737"/>
              <a:gd name="connsiteY3" fmla="*/ 1682807 h 16828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114737" h="1682807">
                <a:moveTo>
                  <a:pt x="0" y="0"/>
                </a:moveTo>
                <a:lnTo>
                  <a:pt x="6114738" y="0"/>
                </a:lnTo>
                <a:lnTo>
                  <a:pt x="6114738" y="1682807"/>
                </a:lnTo>
                <a:lnTo>
                  <a:pt x="0" y="1682807"/>
                </a:lnTo>
                <a:close/>
              </a:path>
            </a:pathLst>
          </a:custGeom>
          <a:solidFill>
            <a:schemeClr val="tx2"/>
          </a:solidFill>
          <a:ln w="12702" cap="flat">
            <a:noFill/>
            <a:prstDash val="solid"/>
            <a:miter/>
          </a:ln>
        </p:spPr>
        <p:txBody>
          <a:bodyPr rtlCol="0" anchor="ctr"/>
          <a:lstStyle/>
          <a:p>
            <a:endParaRPr lang="id-ID" sz="900"/>
          </a:p>
        </p:txBody>
      </p:sp>
      <p:sp>
        <p:nvSpPr>
          <p:cNvPr id="17" name="Bentuk Bebas: Bentuk 16">
            <a:extLst>
              <a:ext uri="{FF2B5EF4-FFF2-40B4-BE49-F238E27FC236}">
                <a16:creationId xmlns:a16="http://schemas.microsoft.com/office/drawing/2014/main" id="{C6E8ACE1-C5A3-4BCA-A8F9-B5E0CEC2ACA8}"/>
              </a:ext>
            </a:extLst>
          </p:cNvPr>
          <p:cNvSpPr/>
          <p:nvPr/>
        </p:nvSpPr>
        <p:spPr>
          <a:xfrm>
            <a:off x="600388" y="5570592"/>
            <a:ext cx="3058165" cy="841404"/>
          </a:xfrm>
          <a:custGeom>
            <a:avLst/>
            <a:gdLst>
              <a:gd name="connsiteX0" fmla="*/ 0 w 6114737"/>
              <a:gd name="connsiteY0" fmla="*/ 0 h 1682807"/>
              <a:gd name="connsiteX1" fmla="*/ 6114737 w 6114737"/>
              <a:gd name="connsiteY1" fmla="*/ 0 h 1682807"/>
              <a:gd name="connsiteX2" fmla="*/ 6114737 w 6114737"/>
              <a:gd name="connsiteY2" fmla="*/ 1682807 h 1682807"/>
              <a:gd name="connsiteX3" fmla="*/ 0 w 6114737"/>
              <a:gd name="connsiteY3" fmla="*/ 1682807 h 16828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114737" h="1682807">
                <a:moveTo>
                  <a:pt x="0" y="0"/>
                </a:moveTo>
                <a:lnTo>
                  <a:pt x="6114737" y="0"/>
                </a:lnTo>
                <a:lnTo>
                  <a:pt x="6114737" y="1682807"/>
                </a:lnTo>
                <a:lnTo>
                  <a:pt x="0" y="1682807"/>
                </a:lnTo>
                <a:close/>
              </a:path>
            </a:pathLst>
          </a:custGeom>
          <a:solidFill>
            <a:schemeClr val="tx2"/>
          </a:solidFill>
          <a:ln w="12702" cap="flat">
            <a:noFill/>
            <a:prstDash val="solid"/>
            <a:miter/>
          </a:ln>
        </p:spPr>
        <p:txBody>
          <a:bodyPr rtlCol="0" anchor="ctr"/>
          <a:lstStyle/>
          <a:p>
            <a:pPr marL="0" algn="r" defTabSz="914400" rtl="1" eaLnBrk="1" latinLnBrk="0" hangingPunct="1"/>
            <a:endParaRPr lang="id-ID" sz="900"/>
          </a:p>
        </p:txBody>
      </p:sp>
      <p:sp>
        <p:nvSpPr>
          <p:cNvPr id="21" name="Bentuk Bebas: Bentuk 20">
            <a:extLst>
              <a:ext uri="{FF2B5EF4-FFF2-40B4-BE49-F238E27FC236}">
                <a16:creationId xmlns:a16="http://schemas.microsoft.com/office/drawing/2014/main" id="{42371510-6F0E-44B9-8608-31D0DA7DD2C1}"/>
              </a:ext>
            </a:extLst>
          </p:cNvPr>
          <p:cNvSpPr/>
          <p:nvPr/>
        </p:nvSpPr>
        <p:spPr>
          <a:xfrm>
            <a:off x="4555767" y="5570592"/>
            <a:ext cx="3058165" cy="841404"/>
          </a:xfrm>
          <a:custGeom>
            <a:avLst/>
            <a:gdLst>
              <a:gd name="connsiteX0" fmla="*/ 0 w 6114737"/>
              <a:gd name="connsiteY0" fmla="*/ 0 h 1682807"/>
              <a:gd name="connsiteX1" fmla="*/ 6114738 w 6114737"/>
              <a:gd name="connsiteY1" fmla="*/ 0 h 1682807"/>
              <a:gd name="connsiteX2" fmla="*/ 6114738 w 6114737"/>
              <a:gd name="connsiteY2" fmla="*/ 1682807 h 1682807"/>
              <a:gd name="connsiteX3" fmla="*/ 1 w 6114737"/>
              <a:gd name="connsiteY3" fmla="*/ 1682807 h 16828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114737" h="1682807">
                <a:moveTo>
                  <a:pt x="0" y="0"/>
                </a:moveTo>
                <a:lnTo>
                  <a:pt x="6114738" y="0"/>
                </a:lnTo>
                <a:lnTo>
                  <a:pt x="6114738" y="1682807"/>
                </a:lnTo>
                <a:lnTo>
                  <a:pt x="1" y="1682807"/>
                </a:lnTo>
                <a:close/>
              </a:path>
            </a:pathLst>
          </a:custGeom>
          <a:solidFill>
            <a:schemeClr val="tx2"/>
          </a:solidFill>
          <a:ln w="12702" cap="flat">
            <a:noFill/>
            <a:prstDash val="solid"/>
            <a:miter/>
          </a:ln>
        </p:spPr>
        <p:txBody>
          <a:bodyPr rtlCol="0" anchor="ctr"/>
          <a:lstStyle/>
          <a:p>
            <a:endParaRPr lang="id-ID" sz="900"/>
          </a:p>
        </p:txBody>
      </p:sp>
      <p:sp>
        <p:nvSpPr>
          <p:cNvPr id="31" name="Bentuk Bebas: Bentuk 30">
            <a:extLst>
              <a:ext uri="{FF2B5EF4-FFF2-40B4-BE49-F238E27FC236}">
                <a16:creationId xmlns:a16="http://schemas.microsoft.com/office/drawing/2014/main" id="{208E6447-6BE6-4304-BEE2-826FE6095E85}"/>
              </a:ext>
            </a:extLst>
          </p:cNvPr>
          <p:cNvSpPr>
            <a:spLocks noGrp="1"/>
          </p:cNvSpPr>
          <p:nvPr>
            <p:ph type="pic" sz="quarter" idx="24"/>
          </p:nvPr>
        </p:nvSpPr>
        <p:spPr>
          <a:xfrm>
            <a:off x="600388" y="2737246"/>
            <a:ext cx="3058165" cy="2847066"/>
          </a:xfrm>
          <a:custGeom>
            <a:avLst/>
            <a:gdLst>
              <a:gd name="connsiteX0" fmla="*/ 1813778 w 6114737"/>
              <a:gd name="connsiteY0" fmla="*/ 0 h 5694131"/>
              <a:gd name="connsiteX1" fmla="*/ 6114737 w 6114737"/>
              <a:gd name="connsiteY1" fmla="*/ 0 h 5694131"/>
              <a:gd name="connsiteX2" fmla="*/ 6114737 w 6114737"/>
              <a:gd name="connsiteY2" fmla="*/ 5692226 h 5694131"/>
              <a:gd name="connsiteX3" fmla="*/ 6112832 w 6114737"/>
              <a:gd name="connsiteY3" fmla="*/ 5694131 h 5694131"/>
              <a:gd name="connsiteX4" fmla="*/ 6112705 w 6114737"/>
              <a:gd name="connsiteY4" fmla="*/ 5694131 h 5694131"/>
              <a:gd name="connsiteX5" fmla="*/ 0 w 6114737"/>
              <a:gd name="connsiteY5" fmla="*/ 5666693 h 5694131"/>
              <a:gd name="connsiteX6" fmla="*/ 0 w 6114737"/>
              <a:gd name="connsiteY6" fmla="*/ 1662101 h 56941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114737" h="5694131">
                <a:moveTo>
                  <a:pt x="1813778" y="0"/>
                </a:moveTo>
                <a:lnTo>
                  <a:pt x="6114737" y="0"/>
                </a:lnTo>
                <a:lnTo>
                  <a:pt x="6114737" y="5692226"/>
                </a:lnTo>
                <a:lnTo>
                  <a:pt x="6112832" y="5694131"/>
                </a:lnTo>
                <a:lnTo>
                  <a:pt x="6112705" y="5694131"/>
                </a:lnTo>
                <a:lnTo>
                  <a:pt x="0" y="5666693"/>
                </a:lnTo>
                <a:lnTo>
                  <a:pt x="0" y="1662101"/>
                </a:lnTo>
                <a:close/>
              </a:path>
            </a:pathLst>
          </a:custGeom>
          <a:pattFill prst="pct20">
            <a:fgClr>
              <a:schemeClr val="tx2"/>
            </a:fgClr>
            <a:bgClr>
              <a:schemeClr val="bg1"/>
            </a:bgClr>
          </a:pattFill>
        </p:spPr>
        <p:txBody>
          <a:bodyPr wrap="square">
            <a:noAutofit/>
          </a:bodyPr>
          <a:lstStyle/>
          <a:p>
            <a:endParaRPr lang="id-ID"/>
          </a:p>
        </p:txBody>
      </p:sp>
      <p:sp>
        <p:nvSpPr>
          <p:cNvPr id="32" name="Bentuk Bebas: Bentuk 31">
            <a:extLst>
              <a:ext uri="{FF2B5EF4-FFF2-40B4-BE49-F238E27FC236}">
                <a16:creationId xmlns:a16="http://schemas.microsoft.com/office/drawing/2014/main" id="{0C64DFE2-C0B9-4D4E-8495-18A260A7BE1B}"/>
              </a:ext>
            </a:extLst>
          </p:cNvPr>
          <p:cNvSpPr>
            <a:spLocks noGrp="1"/>
          </p:cNvSpPr>
          <p:nvPr>
            <p:ph type="pic" sz="quarter" idx="25"/>
          </p:nvPr>
        </p:nvSpPr>
        <p:spPr>
          <a:xfrm>
            <a:off x="4544073" y="2715535"/>
            <a:ext cx="3058165" cy="2847066"/>
          </a:xfrm>
          <a:custGeom>
            <a:avLst/>
            <a:gdLst>
              <a:gd name="connsiteX0" fmla="*/ 1813778 w 6114737"/>
              <a:gd name="connsiteY0" fmla="*/ 0 h 5694131"/>
              <a:gd name="connsiteX1" fmla="*/ 6114737 w 6114737"/>
              <a:gd name="connsiteY1" fmla="*/ 0 h 5694131"/>
              <a:gd name="connsiteX2" fmla="*/ 6114737 w 6114737"/>
              <a:gd name="connsiteY2" fmla="*/ 5692226 h 5694131"/>
              <a:gd name="connsiteX3" fmla="*/ 6112832 w 6114737"/>
              <a:gd name="connsiteY3" fmla="*/ 5694131 h 5694131"/>
              <a:gd name="connsiteX4" fmla="*/ 6112705 w 6114737"/>
              <a:gd name="connsiteY4" fmla="*/ 5694131 h 5694131"/>
              <a:gd name="connsiteX5" fmla="*/ 0 w 6114737"/>
              <a:gd name="connsiteY5" fmla="*/ 5666693 h 5694131"/>
              <a:gd name="connsiteX6" fmla="*/ 0 w 6114737"/>
              <a:gd name="connsiteY6" fmla="*/ 1662101 h 56941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114737" h="5694131">
                <a:moveTo>
                  <a:pt x="1813778" y="0"/>
                </a:moveTo>
                <a:lnTo>
                  <a:pt x="6114737" y="0"/>
                </a:lnTo>
                <a:lnTo>
                  <a:pt x="6114737" y="5692226"/>
                </a:lnTo>
                <a:lnTo>
                  <a:pt x="6112832" y="5694131"/>
                </a:lnTo>
                <a:lnTo>
                  <a:pt x="6112705" y="5694131"/>
                </a:lnTo>
                <a:lnTo>
                  <a:pt x="0" y="5666693"/>
                </a:lnTo>
                <a:lnTo>
                  <a:pt x="0" y="1662101"/>
                </a:lnTo>
                <a:close/>
              </a:path>
            </a:pathLst>
          </a:custGeom>
          <a:pattFill prst="pct20">
            <a:fgClr>
              <a:schemeClr val="tx2"/>
            </a:fgClr>
            <a:bgClr>
              <a:schemeClr val="bg1"/>
            </a:bgClr>
          </a:pattFill>
        </p:spPr>
        <p:txBody>
          <a:bodyPr wrap="square">
            <a:noAutofit/>
          </a:bodyPr>
          <a:lstStyle/>
          <a:p>
            <a:endParaRPr lang="id-ID"/>
          </a:p>
        </p:txBody>
      </p:sp>
      <p:sp>
        <p:nvSpPr>
          <p:cNvPr id="33" name="Bentuk Bebas: Bentuk 32">
            <a:extLst>
              <a:ext uri="{FF2B5EF4-FFF2-40B4-BE49-F238E27FC236}">
                <a16:creationId xmlns:a16="http://schemas.microsoft.com/office/drawing/2014/main" id="{6DF2820E-151B-48F8-AE07-07B6B18AC816}"/>
              </a:ext>
            </a:extLst>
          </p:cNvPr>
          <p:cNvSpPr>
            <a:spLocks noGrp="1"/>
          </p:cNvSpPr>
          <p:nvPr>
            <p:ph type="pic" sz="quarter" idx="26"/>
          </p:nvPr>
        </p:nvSpPr>
        <p:spPr>
          <a:xfrm>
            <a:off x="8521752" y="2749808"/>
            <a:ext cx="3058165" cy="2847066"/>
          </a:xfrm>
          <a:custGeom>
            <a:avLst/>
            <a:gdLst>
              <a:gd name="connsiteX0" fmla="*/ 1813778 w 6114737"/>
              <a:gd name="connsiteY0" fmla="*/ 0 h 5694131"/>
              <a:gd name="connsiteX1" fmla="*/ 6114737 w 6114737"/>
              <a:gd name="connsiteY1" fmla="*/ 0 h 5694131"/>
              <a:gd name="connsiteX2" fmla="*/ 6114737 w 6114737"/>
              <a:gd name="connsiteY2" fmla="*/ 5692226 h 5694131"/>
              <a:gd name="connsiteX3" fmla="*/ 6112832 w 6114737"/>
              <a:gd name="connsiteY3" fmla="*/ 5694131 h 5694131"/>
              <a:gd name="connsiteX4" fmla="*/ 6112705 w 6114737"/>
              <a:gd name="connsiteY4" fmla="*/ 5694131 h 5694131"/>
              <a:gd name="connsiteX5" fmla="*/ 0 w 6114737"/>
              <a:gd name="connsiteY5" fmla="*/ 5666693 h 5694131"/>
              <a:gd name="connsiteX6" fmla="*/ 0 w 6114737"/>
              <a:gd name="connsiteY6" fmla="*/ 1662101 h 56941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114737" h="5694131">
                <a:moveTo>
                  <a:pt x="1813778" y="0"/>
                </a:moveTo>
                <a:lnTo>
                  <a:pt x="6114737" y="0"/>
                </a:lnTo>
                <a:lnTo>
                  <a:pt x="6114737" y="5692226"/>
                </a:lnTo>
                <a:lnTo>
                  <a:pt x="6112832" y="5694131"/>
                </a:lnTo>
                <a:lnTo>
                  <a:pt x="6112705" y="5694131"/>
                </a:lnTo>
                <a:lnTo>
                  <a:pt x="0" y="5666693"/>
                </a:lnTo>
                <a:lnTo>
                  <a:pt x="0" y="1662101"/>
                </a:lnTo>
                <a:close/>
              </a:path>
            </a:pathLst>
          </a:custGeom>
          <a:pattFill prst="pct20">
            <a:fgClr>
              <a:schemeClr val="tx2"/>
            </a:fgClr>
            <a:bgClr>
              <a:schemeClr val="bg1"/>
            </a:bgClr>
          </a:pattFill>
        </p:spPr>
        <p:txBody>
          <a:bodyPr wrap="square">
            <a:noAutofit/>
          </a:bodyPr>
          <a:lstStyle/>
          <a:p>
            <a:pPr marL="228600" indent="-228600" algn="r" defTabSz="914400" rtl="1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</a:pP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96381095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2_Tata letak Kustom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Bentuk Bebas: Bentuk 4">
            <a:extLst>
              <a:ext uri="{FF2B5EF4-FFF2-40B4-BE49-F238E27FC236}">
                <a16:creationId xmlns:a16="http://schemas.microsoft.com/office/drawing/2014/main" id="{1BC5D26B-2242-4754-933E-A29A49786C87}"/>
              </a:ext>
            </a:extLst>
          </p:cNvPr>
          <p:cNvSpPr/>
          <p:nvPr/>
        </p:nvSpPr>
        <p:spPr>
          <a:xfrm>
            <a:off x="-1143" y="4581525"/>
            <a:ext cx="12188824" cy="2276475"/>
          </a:xfrm>
          <a:custGeom>
            <a:avLst/>
            <a:gdLst>
              <a:gd name="connsiteX0" fmla="*/ 24371300 w 24371299"/>
              <a:gd name="connsiteY0" fmla="*/ 4552950 h 4552950"/>
              <a:gd name="connsiteX1" fmla="*/ 0 w 24371299"/>
              <a:gd name="connsiteY1" fmla="*/ 4552950 h 4552950"/>
              <a:gd name="connsiteX2" fmla="*/ 0 w 24371299"/>
              <a:gd name="connsiteY2" fmla="*/ 0 h 4552950"/>
              <a:gd name="connsiteX3" fmla="*/ 23126192 w 24371299"/>
              <a:gd name="connsiteY3" fmla="*/ 0 h 4552950"/>
              <a:gd name="connsiteX4" fmla="*/ 24371300 w 24371299"/>
              <a:gd name="connsiteY4" fmla="*/ 982218 h 45529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371299" h="4552950">
                <a:moveTo>
                  <a:pt x="24371300" y="4552950"/>
                </a:moveTo>
                <a:lnTo>
                  <a:pt x="0" y="4552950"/>
                </a:lnTo>
                <a:lnTo>
                  <a:pt x="0" y="0"/>
                </a:lnTo>
                <a:lnTo>
                  <a:pt x="23126192" y="0"/>
                </a:lnTo>
                <a:lnTo>
                  <a:pt x="24371300" y="982218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ln w="12700" cap="flat">
            <a:noFill/>
            <a:prstDash val="solid"/>
            <a:miter/>
          </a:ln>
        </p:spPr>
        <p:txBody>
          <a:bodyPr rtlCol="0" anchor="ctr"/>
          <a:lstStyle/>
          <a:p>
            <a:endParaRPr lang="id-ID" sz="900"/>
          </a:p>
        </p:txBody>
      </p:sp>
      <p:sp>
        <p:nvSpPr>
          <p:cNvPr id="12" name="Bentuk Bebas: Bentuk 11">
            <a:extLst>
              <a:ext uri="{FF2B5EF4-FFF2-40B4-BE49-F238E27FC236}">
                <a16:creationId xmlns:a16="http://schemas.microsoft.com/office/drawing/2014/main" id="{61DB785B-FD01-4186-930E-671C0E546E87}"/>
              </a:ext>
            </a:extLst>
          </p:cNvPr>
          <p:cNvSpPr/>
          <p:nvPr/>
        </p:nvSpPr>
        <p:spPr>
          <a:xfrm>
            <a:off x="-1588" y="0"/>
            <a:ext cx="2890510" cy="3432175"/>
          </a:xfrm>
          <a:custGeom>
            <a:avLst/>
            <a:gdLst>
              <a:gd name="connsiteX0" fmla="*/ 0 w 5779515"/>
              <a:gd name="connsiteY0" fmla="*/ 0 h 6864350"/>
              <a:gd name="connsiteX1" fmla="*/ 0 w 5779515"/>
              <a:gd name="connsiteY1" fmla="*/ 6864350 h 6864350"/>
              <a:gd name="connsiteX2" fmla="*/ 1651 w 5779515"/>
              <a:gd name="connsiteY2" fmla="*/ 6864350 h 6864350"/>
              <a:gd name="connsiteX3" fmla="*/ 1778 w 5779515"/>
              <a:gd name="connsiteY3" fmla="*/ 6864350 h 6864350"/>
              <a:gd name="connsiteX4" fmla="*/ 5779516 w 5779515"/>
              <a:gd name="connsiteY4" fmla="*/ 6864350 h 6864350"/>
              <a:gd name="connsiteX5" fmla="*/ 5779516 w 5779515"/>
              <a:gd name="connsiteY5" fmla="*/ 907796 h 6864350"/>
              <a:gd name="connsiteX6" fmla="*/ 4871339 w 5779515"/>
              <a:gd name="connsiteY6" fmla="*/ 0 h 68643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779515" h="6864350">
                <a:moveTo>
                  <a:pt x="0" y="0"/>
                </a:moveTo>
                <a:lnTo>
                  <a:pt x="0" y="6864350"/>
                </a:lnTo>
                <a:lnTo>
                  <a:pt x="1651" y="6864350"/>
                </a:lnTo>
                <a:lnTo>
                  <a:pt x="1778" y="6864350"/>
                </a:lnTo>
                <a:lnTo>
                  <a:pt x="5779516" y="6864350"/>
                </a:lnTo>
                <a:lnTo>
                  <a:pt x="5779516" y="907796"/>
                </a:lnTo>
                <a:lnTo>
                  <a:pt x="4871339" y="0"/>
                </a:lnTo>
                <a:close/>
              </a:path>
            </a:pathLst>
          </a:custGeom>
          <a:solidFill>
            <a:schemeClr val="tx2"/>
          </a:solidFill>
          <a:ln w="12700" cap="flat">
            <a:noFill/>
            <a:prstDash val="solid"/>
            <a:miter/>
          </a:ln>
        </p:spPr>
        <p:txBody>
          <a:bodyPr rtlCol="0" anchor="ctr"/>
          <a:lstStyle/>
          <a:p>
            <a:pPr marL="0" algn="r" defTabSz="914400" rtl="1" eaLnBrk="1" latinLnBrk="0" hangingPunct="1"/>
            <a:endParaRPr lang="id-ID" sz="900" dirty="0"/>
          </a:p>
        </p:txBody>
      </p:sp>
      <p:sp>
        <p:nvSpPr>
          <p:cNvPr id="38" name="Bentuk Bebas: Bentuk 37">
            <a:extLst>
              <a:ext uri="{FF2B5EF4-FFF2-40B4-BE49-F238E27FC236}">
                <a16:creationId xmlns:a16="http://schemas.microsoft.com/office/drawing/2014/main" id="{2BCAFE6C-FC0D-43C0-BCB3-AEBBAE52735E}"/>
              </a:ext>
            </a:extLst>
          </p:cNvPr>
          <p:cNvSpPr>
            <a:spLocks noGrp="1"/>
          </p:cNvSpPr>
          <p:nvPr>
            <p:ph type="pic" sz="quarter" idx="35"/>
          </p:nvPr>
        </p:nvSpPr>
        <p:spPr>
          <a:xfrm>
            <a:off x="3016084" y="453898"/>
            <a:ext cx="2283229" cy="2978277"/>
          </a:xfrm>
          <a:custGeom>
            <a:avLst/>
            <a:gdLst>
              <a:gd name="connsiteX0" fmla="*/ 0 w 4565269"/>
              <a:gd name="connsiteY0" fmla="*/ 0 h 5956554"/>
              <a:gd name="connsiteX1" fmla="*/ 4565269 w 4565269"/>
              <a:gd name="connsiteY1" fmla="*/ 0 h 5956554"/>
              <a:gd name="connsiteX2" fmla="*/ 4565269 w 4565269"/>
              <a:gd name="connsiteY2" fmla="*/ 5956554 h 5956554"/>
              <a:gd name="connsiteX3" fmla="*/ 0 w 4565269"/>
              <a:gd name="connsiteY3" fmla="*/ 5956554 h 59565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565269" h="5956554">
                <a:moveTo>
                  <a:pt x="0" y="0"/>
                </a:moveTo>
                <a:lnTo>
                  <a:pt x="4565269" y="0"/>
                </a:lnTo>
                <a:lnTo>
                  <a:pt x="4565269" y="5956554"/>
                </a:lnTo>
                <a:lnTo>
                  <a:pt x="0" y="5956554"/>
                </a:lnTo>
                <a:close/>
              </a:path>
            </a:pathLst>
          </a:custGeom>
          <a:pattFill prst="pct20">
            <a:fgClr>
              <a:schemeClr val="tx2"/>
            </a:fgClr>
            <a:bgClr>
              <a:schemeClr val="bg1"/>
            </a:bgClr>
          </a:pattFill>
        </p:spPr>
        <p:txBody>
          <a:bodyPr wrap="square">
            <a:noAutofit/>
          </a:bodyPr>
          <a:lstStyle/>
          <a:p>
            <a:endParaRPr lang="id-ID"/>
          </a:p>
        </p:txBody>
      </p:sp>
      <p:sp>
        <p:nvSpPr>
          <p:cNvPr id="39" name="Bentuk Bebas: Bentuk 38">
            <a:extLst>
              <a:ext uri="{FF2B5EF4-FFF2-40B4-BE49-F238E27FC236}">
                <a16:creationId xmlns:a16="http://schemas.microsoft.com/office/drawing/2014/main" id="{C9488113-99F3-452B-91C0-EA9FCD8B1C07}"/>
              </a:ext>
            </a:extLst>
          </p:cNvPr>
          <p:cNvSpPr>
            <a:spLocks noGrp="1"/>
          </p:cNvSpPr>
          <p:nvPr>
            <p:ph type="pic" sz="quarter" idx="36"/>
          </p:nvPr>
        </p:nvSpPr>
        <p:spPr>
          <a:xfrm>
            <a:off x="5448132" y="479520"/>
            <a:ext cx="2283229" cy="2978277"/>
          </a:xfrm>
          <a:custGeom>
            <a:avLst/>
            <a:gdLst>
              <a:gd name="connsiteX0" fmla="*/ 0 w 4565269"/>
              <a:gd name="connsiteY0" fmla="*/ 0 h 5956554"/>
              <a:gd name="connsiteX1" fmla="*/ 4565269 w 4565269"/>
              <a:gd name="connsiteY1" fmla="*/ 0 h 5956554"/>
              <a:gd name="connsiteX2" fmla="*/ 4565269 w 4565269"/>
              <a:gd name="connsiteY2" fmla="*/ 5956554 h 5956554"/>
              <a:gd name="connsiteX3" fmla="*/ 0 w 4565269"/>
              <a:gd name="connsiteY3" fmla="*/ 5956554 h 59565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565269" h="5956554">
                <a:moveTo>
                  <a:pt x="0" y="0"/>
                </a:moveTo>
                <a:lnTo>
                  <a:pt x="4565269" y="0"/>
                </a:lnTo>
                <a:lnTo>
                  <a:pt x="4565269" y="5956554"/>
                </a:lnTo>
                <a:lnTo>
                  <a:pt x="0" y="5956554"/>
                </a:lnTo>
                <a:close/>
              </a:path>
            </a:pathLst>
          </a:custGeom>
          <a:pattFill prst="pct20">
            <a:fgClr>
              <a:schemeClr val="tx2"/>
            </a:fgClr>
            <a:bgClr>
              <a:schemeClr val="bg1"/>
            </a:bgClr>
          </a:pattFill>
        </p:spPr>
        <p:txBody>
          <a:bodyPr wrap="square">
            <a:noAutofit/>
          </a:bodyPr>
          <a:lstStyle/>
          <a:p>
            <a:endParaRPr lang="id-ID"/>
          </a:p>
        </p:txBody>
      </p:sp>
      <p:sp>
        <p:nvSpPr>
          <p:cNvPr id="40" name="Bentuk Bebas: Bentuk 39">
            <a:extLst>
              <a:ext uri="{FF2B5EF4-FFF2-40B4-BE49-F238E27FC236}">
                <a16:creationId xmlns:a16="http://schemas.microsoft.com/office/drawing/2014/main" id="{77B0D8E6-6EC3-418D-943F-E299E11522D1}"/>
              </a:ext>
            </a:extLst>
          </p:cNvPr>
          <p:cNvSpPr>
            <a:spLocks noGrp="1"/>
          </p:cNvSpPr>
          <p:nvPr>
            <p:ph type="pic" sz="quarter" idx="37"/>
          </p:nvPr>
        </p:nvSpPr>
        <p:spPr>
          <a:xfrm>
            <a:off x="7864853" y="479520"/>
            <a:ext cx="2283229" cy="2978277"/>
          </a:xfrm>
          <a:custGeom>
            <a:avLst/>
            <a:gdLst>
              <a:gd name="connsiteX0" fmla="*/ 0 w 4565269"/>
              <a:gd name="connsiteY0" fmla="*/ 0 h 5956554"/>
              <a:gd name="connsiteX1" fmla="*/ 4565269 w 4565269"/>
              <a:gd name="connsiteY1" fmla="*/ 0 h 5956554"/>
              <a:gd name="connsiteX2" fmla="*/ 4565269 w 4565269"/>
              <a:gd name="connsiteY2" fmla="*/ 5956554 h 5956554"/>
              <a:gd name="connsiteX3" fmla="*/ 0 w 4565269"/>
              <a:gd name="connsiteY3" fmla="*/ 5956554 h 59565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565269" h="5956554">
                <a:moveTo>
                  <a:pt x="0" y="0"/>
                </a:moveTo>
                <a:lnTo>
                  <a:pt x="4565269" y="0"/>
                </a:lnTo>
                <a:lnTo>
                  <a:pt x="4565269" y="5956554"/>
                </a:lnTo>
                <a:lnTo>
                  <a:pt x="0" y="5956554"/>
                </a:lnTo>
                <a:close/>
              </a:path>
            </a:pathLst>
          </a:custGeom>
          <a:pattFill prst="pct20">
            <a:fgClr>
              <a:schemeClr val="tx2"/>
            </a:fgClr>
            <a:bgClr>
              <a:schemeClr val="bg1"/>
            </a:bgClr>
          </a:pattFill>
        </p:spPr>
        <p:txBody>
          <a:bodyPr wrap="square">
            <a:noAutofit/>
          </a:bodyPr>
          <a:lstStyle/>
          <a:p>
            <a:endParaRPr lang="id-ID"/>
          </a:p>
        </p:txBody>
      </p:sp>
      <p:sp>
        <p:nvSpPr>
          <p:cNvPr id="41" name="Bentuk Bebas: Bentuk 40">
            <a:extLst>
              <a:ext uri="{FF2B5EF4-FFF2-40B4-BE49-F238E27FC236}">
                <a16:creationId xmlns:a16="http://schemas.microsoft.com/office/drawing/2014/main" id="{4785DFFF-9F1F-4C17-A8D0-B864B7401B63}"/>
              </a:ext>
            </a:extLst>
          </p:cNvPr>
          <p:cNvSpPr>
            <a:spLocks noGrp="1"/>
          </p:cNvSpPr>
          <p:nvPr>
            <p:ph type="pic" sz="quarter" idx="38"/>
          </p:nvPr>
        </p:nvSpPr>
        <p:spPr>
          <a:xfrm>
            <a:off x="10246806" y="453898"/>
            <a:ext cx="1947225" cy="2978277"/>
          </a:xfrm>
          <a:custGeom>
            <a:avLst/>
            <a:gdLst>
              <a:gd name="connsiteX0" fmla="*/ 0 w 3893436"/>
              <a:gd name="connsiteY0" fmla="*/ 0 h 5956554"/>
              <a:gd name="connsiteX1" fmla="*/ 3893436 w 3893436"/>
              <a:gd name="connsiteY1" fmla="*/ 0 h 5956554"/>
              <a:gd name="connsiteX2" fmla="*/ 3893436 w 3893436"/>
              <a:gd name="connsiteY2" fmla="*/ 5956554 h 5956554"/>
              <a:gd name="connsiteX3" fmla="*/ 0 w 3893436"/>
              <a:gd name="connsiteY3" fmla="*/ 5956554 h 59565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893436" h="5956554">
                <a:moveTo>
                  <a:pt x="0" y="0"/>
                </a:moveTo>
                <a:lnTo>
                  <a:pt x="3893436" y="0"/>
                </a:lnTo>
                <a:lnTo>
                  <a:pt x="3893436" y="5956554"/>
                </a:lnTo>
                <a:lnTo>
                  <a:pt x="0" y="5956554"/>
                </a:lnTo>
                <a:close/>
              </a:path>
            </a:pathLst>
          </a:custGeom>
          <a:pattFill prst="pct20">
            <a:fgClr>
              <a:schemeClr val="tx2"/>
            </a:fgClr>
            <a:bgClr>
              <a:schemeClr val="bg1"/>
            </a:bgClr>
          </a:pattFill>
        </p:spPr>
        <p:txBody>
          <a:bodyPr wrap="square">
            <a:noAutofit/>
          </a:bodyPr>
          <a:lstStyle/>
          <a:p>
            <a:pPr marL="228600" indent="-228600" algn="r" defTabSz="914400" rtl="1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</a:pP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28213642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4_Tata letak Kustom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Kotak Teks 7">
            <a:extLst>
              <a:ext uri="{FF2B5EF4-FFF2-40B4-BE49-F238E27FC236}">
                <a16:creationId xmlns:a16="http://schemas.microsoft.com/office/drawing/2014/main" id="{FB90C972-A8A3-4698-8471-859A9A47889D}"/>
              </a:ext>
            </a:extLst>
          </p:cNvPr>
          <p:cNvSpPr txBox="1"/>
          <p:nvPr userDrawn="1"/>
        </p:nvSpPr>
        <p:spPr>
          <a:xfrm>
            <a:off x="4181151" y="3834724"/>
            <a:ext cx="3866007" cy="152349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id-ID" sz="4650" spc="0" baseline="0" dirty="0">
                <a:solidFill>
                  <a:srgbClr val="FFFFFF"/>
                </a:solidFill>
                <a:latin typeface="Poppins" panose="00000500000000000000" pitchFamily="2" charset="0"/>
                <a:cs typeface="Poppins" panose="00000500000000000000" pitchFamily="2" charset="0"/>
                <a:sym typeface="Arial"/>
                <a:rtl val="0"/>
              </a:rPr>
              <a:t>CHART TABLE</a:t>
            </a:r>
          </a:p>
        </p:txBody>
      </p:sp>
      <p:sp>
        <p:nvSpPr>
          <p:cNvPr id="2" name="Bentuk Bebas: Bentuk 67">
            <a:extLst>
              <a:ext uri="{FF2B5EF4-FFF2-40B4-BE49-F238E27FC236}">
                <a16:creationId xmlns:a16="http://schemas.microsoft.com/office/drawing/2014/main" id="{2F21D243-AF70-38E0-75A7-BE86FD357F6C}"/>
              </a:ext>
            </a:extLst>
          </p:cNvPr>
          <p:cNvSpPr/>
          <p:nvPr userDrawn="1"/>
        </p:nvSpPr>
        <p:spPr>
          <a:xfrm flipH="1">
            <a:off x="6887403" y="6370097"/>
            <a:ext cx="5046018" cy="320065"/>
          </a:xfrm>
          <a:custGeom>
            <a:avLst/>
            <a:gdLst>
              <a:gd name="connsiteX0" fmla="*/ 0 w 5036883"/>
              <a:gd name="connsiteY0" fmla="*/ 0 h 224726"/>
              <a:gd name="connsiteX1" fmla="*/ 0 w 5036883"/>
              <a:gd name="connsiteY1" fmla="*/ 224727 h 224726"/>
              <a:gd name="connsiteX2" fmla="*/ 4812157 w 5036883"/>
              <a:gd name="connsiteY2" fmla="*/ 224727 h 224726"/>
              <a:gd name="connsiteX3" fmla="*/ 5036884 w 5036883"/>
              <a:gd name="connsiteY3" fmla="*/ 0 h 224726"/>
              <a:gd name="connsiteX4" fmla="*/ 4812157 w 5036883"/>
              <a:gd name="connsiteY4" fmla="*/ 0 h 2247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036883" h="224726">
                <a:moveTo>
                  <a:pt x="0" y="0"/>
                </a:moveTo>
                <a:lnTo>
                  <a:pt x="0" y="224727"/>
                </a:lnTo>
                <a:lnTo>
                  <a:pt x="4812157" y="224727"/>
                </a:lnTo>
                <a:lnTo>
                  <a:pt x="5036884" y="0"/>
                </a:lnTo>
                <a:lnTo>
                  <a:pt x="4812157" y="0"/>
                </a:lnTo>
                <a:close/>
              </a:path>
            </a:pathLst>
          </a:custGeom>
          <a:solidFill>
            <a:schemeClr val="accent1"/>
          </a:solidFill>
          <a:ln w="6347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r" defTabSz="91440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0" cap="none" spc="0" normalizeH="0" baseline="0" noProof="0" dirty="0">
              <a:ln>
                <a:noFill/>
              </a:ln>
              <a:solidFill>
                <a:schemeClr val="accent2"/>
              </a:solidFill>
              <a:effectLst/>
              <a:uLnTx/>
              <a:uFillTx/>
            </a:endParaRPr>
          </a:p>
        </p:txBody>
      </p:sp>
      <p:sp>
        <p:nvSpPr>
          <p:cNvPr id="3" name="Freeform 2">
            <a:extLst>
              <a:ext uri="{FF2B5EF4-FFF2-40B4-BE49-F238E27FC236}">
                <a16:creationId xmlns:a16="http://schemas.microsoft.com/office/drawing/2014/main" id="{0240D48E-5531-9C86-83CE-5263E7A493BF}"/>
              </a:ext>
            </a:extLst>
          </p:cNvPr>
          <p:cNvSpPr/>
          <p:nvPr userDrawn="1"/>
        </p:nvSpPr>
        <p:spPr>
          <a:xfrm>
            <a:off x="6445592" y="6360695"/>
            <a:ext cx="340276" cy="338868"/>
          </a:xfrm>
          <a:custGeom>
            <a:avLst/>
            <a:gdLst>
              <a:gd name="connsiteX0" fmla="*/ 154795 w 440381"/>
              <a:gd name="connsiteY0" fmla="*/ 7155 h 438559"/>
              <a:gd name="connsiteX1" fmla="*/ 153489 w 440381"/>
              <a:gd name="connsiteY1" fmla="*/ 7155 h 438559"/>
              <a:gd name="connsiteX2" fmla="*/ 151529 w 440381"/>
              <a:gd name="connsiteY2" fmla="*/ 7155 h 438559"/>
              <a:gd name="connsiteX3" fmla="*/ 148917 w 440381"/>
              <a:gd name="connsiteY3" fmla="*/ 7805 h 438559"/>
              <a:gd name="connsiteX4" fmla="*/ 146957 w 440381"/>
              <a:gd name="connsiteY4" fmla="*/ 8456 h 438559"/>
              <a:gd name="connsiteX5" fmla="*/ 144998 w 440381"/>
              <a:gd name="connsiteY5" fmla="*/ 9757 h 438559"/>
              <a:gd name="connsiteX6" fmla="*/ 144345 w 440381"/>
              <a:gd name="connsiteY6" fmla="*/ 10407 h 438559"/>
              <a:gd name="connsiteX7" fmla="*/ 11103 w 440381"/>
              <a:gd name="connsiteY7" fmla="*/ 143097 h 438559"/>
              <a:gd name="connsiteX8" fmla="*/ 10450 w 440381"/>
              <a:gd name="connsiteY8" fmla="*/ 143747 h 438559"/>
              <a:gd name="connsiteX9" fmla="*/ 9144 w 440381"/>
              <a:gd name="connsiteY9" fmla="*/ 145699 h 438559"/>
              <a:gd name="connsiteX10" fmla="*/ 8491 w 440381"/>
              <a:gd name="connsiteY10" fmla="*/ 147650 h 438559"/>
              <a:gd name="connsiteX11" fmla="*/ 7838 w 440381"/>
              <a:gd name="connsiteY11" fmla="*/ 150252 h 438559"/>
              <a:gd name="connsiteX12" fmla="*/ 7838 w 440381"/>
              <a:gd name="connsiteY12" fmla="*/ 152203 h 438559"/>
              <a:gd name="connsiteX13" fmla="*/ 7838 w 440381"/>
              <a:gd name="connsiteY13" fmla="*/ 153504 h 438559"/>
              <a:gd name="connsiteX14" fmla="*/ 0 w 440381"/>
              <a:gd name="connsiteY14" fmla="*/ 373353 h 438559"/>
              <a:gd name="connsiteX15" fmla="*/ 13063 w 440381"/>
              <a:gd name="connsiteY15" fmla="*/ 381809 h 438559"/>
              <a:gd name="connsiteX16" fmla="*/ 85562 w 440381"/>
              <a:gd name="connsiteY16" fmla="*/ 366198 h 438559"/>
              <a:gd name="connsiteX17" fmla="*/ 94053 w 440381"/>
              <a:gd name="connsiteY17" fmla="*/ 353189 h 438559"/>
              <a:gd name="connsiteX18" fmla="*/ 111687 w 440381"/>
              <a:gd name="connsiteY18" fmla="*/ 178871 h 438559"/>
              <a:gd name="connsiteX19" fmla="*/ 111687 w 440381"/>
              <a:gd name="connsiteY19" fmla="*/ 178871 h 438559"/>
              <a:gd name="connsiteX20" fmla="*/ 369026 w 440381"/>
              <a:gd name="connsiteY20" fmla="*/ 435145 h 438559"/>
              <a:gd name="connsiteX21" fmla="*/ 384701 w 440381"/>
              <a:gd name="connsiteY21" fmla="*/ 435145 h 438559"/>
              <a:gd name="connsiteX22" fmla="*/ 436953 w 440381"/>
              <a:gd name="connsiteY22" fmla="*/ 383110 h 438559"/>
              <a:gd name="connsiteX23" fmla="*/ 436953 w 440381"/>
              <a:gd name="connsiteY23" fmla="*/ 367499 h 438559"/>
              <a:gd name="connsiteX24" fmla="*/ 179614 w 440381"/>
              <a:gd name="connsiteY24" fmla="*/ 110575 h 438559"/>
              <a:gd name="connsiteX25" fmla="*/ 179614 w 440381"/>
              <a:gd name="connsiteY25" fmla="*/ 110575 h 438559"/>
              <a:gd name="connsiteX26" fmla="*/ 354003 w 440381"/>
              <a:gd name="connsiteY26" fmla="*/ 93663 h 438559"/>
              <a:gd name="connsiteX27" fmla="*/ 367066 w 440381"/>
              <a:gd name="connsiteY27" fmla="*/ 85208 h 438559"/>
              <a:gd name="connsiteX28" fmla="*/ 382742 w 440381"/>
              <a:gd name="connsiteY28" fmla="*/ 13009 h 438559"/>
              <a:gd name="connsiteX29" fmla="*/ 374251 w 440381"/>
              <a:gd name="connsiteY29" fmla="*/ 0 h 438559"/>
              <a:gd name="connsiteX30" fmla="*/ 154795 w 440381"/>
              <a:gd name="connsiteY30" fmla="*/ 7155 h 4385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440381" h="438559">
                <a:moveTo>
                  <a:pt x="154795" y="7155"/>
                </a:moveTo>
                <a:cubicBezTo>
                  <a:pt x="154142" y="7155"/>
                  <a:pt x="154142" y="7155"/>
                  <a:pt x="153489" y="7155"/>
                </a:cubicBezTo>
                <a:cubicBezTo>
                  <a:pt x="152835" y="7155"/>
                  <a:pt x="152182" y="7155"/>
                  <a:pt x="151529" y="7155"/>
                </a:cubicBezTo>
                <a:cubicBezTo>
                  <a:pt x="150223" y="7805"/>
                  <a:pt x="149570" y="7805"/>
                  <a:pt x="148917" y="7805"/>
                </a:cubicBezTo>
                <a:cubicBezTo>
                  <a:pt x="148263" y="7805"/>
                  <a:pt x="147610" y="8456"/>
                  <a:pt x="146957" y="8456"/>
                </a:cubicBezTo>
                <a:cubicBezTo>
                  <a:pt x="146304" y="9106"/>
                  <a:pt x="145651" y="9106"/>
                  <a:pt x="144998" y="9757"/>
                </a:cubicBezTo>
                <a:cubicBezTo>
                  <a:pt x="144998" y="9757"/>
                  <a:pt x="144345" y="10407"/>
                  <a:pt x="144345" y="10407"/>
                </a:cubicBezTo>
                <a:lnTo>
                  <a:pt x="11103" y="143097"/>
                </a:lnTo>
                <a:cubicBezTo>
                  <a:pt x="11103" y="143097"/>
                  <a:pt x="10450" y="143747"/>
                  <a:pt x="10450" y="143747"/>
                </a:cubicBezTo>
                <a:cubicBezTo>
                  <a:pt x="9797" y="144398"/>
                  <a:pt x="9797" y="145048"/>
                  <a:pt x="9144" y="145699"/>
                </a:cubicBezTo>
                <a:cubicBezTo>
                  <a:pt x="9144" y="146349"/>
                  <a:pt x="8491" y="147000"/>
                  <a:pt x="8491" y="147650"/>
                </a:cubicBezTo>
                <a:cubicBezTo>
                  <a:pt x="8491" y="148301"/>
                  <a:pt x="7838" y="148951"/>
                  <a:pt x="7838" y="150252"/>
                </a:cubicBezTo>
                <a:cubicBezTo>
                  <a:pt x="7838" y="150902"/>
                  <a:pt x="7838" y="151553"/>
                  <a:pt x="7838" y="152203"/>
                </a:cubicBezTo>
                <a:cubicBezTo>
                  <a:pt x="7838" y="152854"/>
                  <a:pt x="7838" y="152854"/>
                  <a:pt x="7838" y="153504"/>
                </a:cubicBezTo>
                <a:lnTo>
                  <a:pt x="0" y="373353"/>
                </a:lnTo>
                <a:cubicBezTo>
                  <a:pt x="1306" y="379207"/>
                  <a:pt x="7185" y="383110"/>
                  <a:pt x="13063" y="381809"/>
                </a:cubicBezTo>
                <a:lnTo>
                  <a:pt x="85562" y="366198"/>
                </a:lnTo>
                <a:cubicBezTo>
                  <a:pt x="91440" y="364897"/>
                  <a:pt x="95359" y="359043"/>
                  <a:pt x="94053" y="353189"/>
                </a:cubicBezTo>
                <a:lnTo>
                  <a:pt x="111687" y="178871"/>
                </a:lnTo>
                <a:lnTo>
                  <a:pt x="111687" y="178871"/>
                </a:lnTo>
                <a:lnTo>
                  <a:pt x="369026" y="435145"/>
                </a:lnTo>
                <a:cubicBezTo>
                  <a:pt x="373598" y="439698"/>
                  <a:pt x="380129" y="439698"/>
                  <a:pt x="384701" y="435145"/>
                </a:cubicBezTo>
                <a:lnTo>
                  <a:pt x="436953" y="383110"/>
                </a:lnTo>
                <a:cubicBezTo>
                  <a:pt x="441525" y="378557"/>
                  <a:pt x="441525" y="372052"/>
                  <a:pt x="436953" y="367499"/>
                </a:cubicBezTo>
                <a:lnTo>
                  <a:pt x="179614" y="110575"/>
                </a:lnTo>
                <a:lnTo>
                  <a:pt x="179614" y="110575"/>
                </a:lnTo>
                <a:lnTo>
                  <a:pt x="354003" y="93663"/>
                </a:lnTo>
                <a:cubicBezTo>
                  <a:pt x="359882" y="94964"/>
                  <a:pt x="365760" y="91062"/>
                  <a:pt x="367066" y="85208"/>
                </a:cubicBezTo>
                <a:lnTo>
                  <a:pt x="382742" y="13009"/>
                </a:lnTo>
                <a:cubicBezTo>
                  <a:pt x="384048" y="7155"/>
                  <a:pt x="380129" y="1301"/>
                  <a:pt x="374251" y="0"/>
                </a:cubicBezTo>
                <a:lnTo>
                  <a:pt x="154795" y="7155"/>
                </a:lnTo>
                <a:close/>
              </a:path>
            </a:pathLst>
          </a:custGeom>
          <a:solidFill>
            <a:schemeClr val="accent1"/>
          </a:solidFill>
          <a:ln w="6531" cap="flat">
            <a:noFill/>
            <a:prstDash val="solid"/>
            <a:miter/>
          </a:ln>
        </p:spPr>
        <p:txBody>
          <a:bodyPr rtlCol="0" anchor="ctr"/>
          <a:lstStyle/>
          <a:p>
            <a:pPr marL="0" algn="r" defTabSz="914400" rtl="1" eaLnBrk="1" latinLnBrk="0" hangingPunct="1"/>
            <a:endParaRPr lang="en-SA" dirty="0">
              <a:solidFill>
                <a:schemeClr val="accent2"/>
              </a:solidFill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CD55BA79-9DD9-83DC-3254-51672AAD14C6}"/>
              </a:ext>
            </a:extLst>
          </p:cNvPr>
          <p:cNvSpPr txBox="1"/>
          <p:nvPr userDrawn="1"/>
        </p:nvSpPr>
        <p:spPr>
          <a:xfrm>
            <a:off x="4950372" y="6370097"/>
            <a:ext cx="1303283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100" u="sng" dirty="0">
                <a:solidFill>
                  <a:schemeClr val="tx1"/>
                </a:solidFill>
                <a:effectLst/>
                <a:latin typeface="Calibri" panose="020F0502020204030204" pitchFamily="34" charset="0"/>
                <a:ea typeface="Calibri" panose="020F0502020204030204" pitchFamily="34" charset="0"/>
                <a:hlinkClick r:id="rId2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Info@tamcapital.sa</a:t>
            </a:r>
            <a:endParaRPr lang="en-SA" sz="1100" dirty="0">
              <a:solidFill>
                <a:schemeClr val="tx1"/>
              </a:solidFill>
              <a:effectLst/>
              <a:latin typeface="Calibri" panose="020F0502020204030204" pitchFamily="34" charset="0"/>
              <a:ea typeface="Calibri" panose="020F0502020204030204" pitchFamily="34" charset="0"/>
            </a:endParaRPr>
          </a:p>
        </p:txBody>
      </p:sp>
      <p:pic>
        <p:nvPicPr>
          <p:cNvPr id="5" name="Picture 4">
            <a:extLst>
              <a:ext uri="{FF2B5EF4-FFF2-40B4-BE49-F238E27FC236}">
                <a16:creationId xmlns:a16="http://schemas.microsoft.com/office/drawing/2014/main" id="{8A0A8D91-71DE-70AA-F2FF-46DD44073890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4753910" y="6405502"/>
            <a:ext cx="190800" cy="190800"/>
          </a:xfrm>
          <a:prstGeom prst="rect">
            <a:avLst/>
          </a:prstGeom>
        </p:spPr>
      </p:pic>
      <p:sp>
        <p:nvSpPr>
          <p:cNvPr id="6" name="TextBox 5">
            <a:extLst>
              <a:ext uri="{FF2B5EF4-FFF2-40B4-BE49-F238E27FC236}">
                <a16:creationId xmlns:a16="http://schemas.microsoft.com/office/drawing/2014/main" id="{E90A63B2-CA4D-A3A4-E494-A97713F39E93}"/>
              </a:ext>
            </a:extLst>
          </p:cNvPr>
          <p:cNvSpPr txBox="1"/>
          <p:nvPr userDrawn="1"/>
        </p:nvSpPr>
        <p:spPr>
          <a:xfrm>
            <a:off x="3567844" y="6370098"/>
            <a:ext cx="1180404" cy="29931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000" dirty="0" err="1">
                <a:solidFill>
                  <a:schemeClr val="tx1"/>
                </a:solidFill>
                <a:effectLst/>
                <a:latin typeface="Calibri" panose="020F0502020204030204" pitchFamily="34" charset="0"/>
                <a:ea typeface="Calibri" panose="020F0502020204030204" pitchFamily="34" charset="0"/>
              </a:rPr>
              <a:t>www.tamcapital.sa</a:t>
            </a:r>
            <a:endParaRPr lang="en-SA" sz="1000" dirty="0">
              <a:solidFill>
                <a:schemeClr val="tx1"/>
              </a:solidFill>
              <a:effectLst/>
              <a:latin typeface="Calibri" panose="020F0502020204030204" pitchFamily="34" charset="0"/>
              <a:ea typeface="Calibri" panose="020F0502020204030204" pitchFamily="34" charset="0"/>
            </a:endParaRPr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20079B4B-5771-D165-65F7-4E11F9F1872B}"/>
              </a:ext>
            </a:extLst>
          </p:cNvPr>
          <p:cNvPicPr>
            <a:picLocks noChangeAspect="1"/>
          </p:cNvPicPr>
          <p:nvPr userDrawn="1"/>
        </p:nvPicPr>
        <p:blipFill>
          <a:blip r:embed="rId4"/>
          <a:srcRect/>
          <a:stretch/>
        </p:blipFill>
        <p:spPr>
          <a:xfrm>
            <a:off x="3371381" y="6424354"/>
            <a:ext cx="190800" cy="1908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3553327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3-Portfolio in iMac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Bentuk Bebas: Bentuk 16">
            <a:extLst>
              <a:ext uri="{FF2B5EF4-FFF2-40B4-BE49-F238E27FC236}">
                <a16:creationId xmlns:a16="http://schemas.microsoft.com/office/drawing/2014/main" id="{EB2E5B00-0092-294D-7CFF-67AE3A30DD64}"/>
              </a:ext>
            </a:extLst>
          </p:cNvPr>
          <p:cNvSpPr/>
          <p:nvPr userDrawn="1"/>
        </p:nvSpPr>
        <p:spPr>
          <a:xfrm flipH="1">
            <a:off x="-1610213" y="0"/>
            <a:ext cx="4820561" cy="7003473"/>
          </a:xfrm>
          <a:custGeom>
            <a:avLst/>
            <a:gdLst>
              <a:gd name="connsiteX0" fmla="*/ 0 w 9494352"/>
              <a:gd name="connsiteY0" fmla="*/ 0 h 12614713"/>
              <a:gd name="connsiteX1" fmla="*/ 9494353 w 9494352"/>
              <a:gd name="connsiteY1" fmla="*/ 0 h 12614713"/>
              <a:gd name="connsiteX2" fmla="*/ 9494353 w 9494352"/>
              <a:gd name="connsiteY2" fmla="*/ 12614714 h 12614713"/>
              <a:gd name="connsiteX3" fmla="*/ 0 w 9494352"/>
              <a:gd name="connsiteY3" fmla="*/ 12614714 h 12614713"/>
              <a:gd name="connsiteX0" fmla="*/ 0 w 9494353"/>
              <a:gd name="connsiteY0" fmla="*/ 0 h 12614714"/>
              <a:gd name="connsiteX1" fmla="*/ 1094396 w 9494353"/>
              <a:gd name="connsiteY1" fmla="*/ 0 h 12614714"/>
              <a:gd name="connsiteX2" fmla="*/ 9494353 w 9494353"/>
              <a:gd name="connsiteY2" fmla="*/ 0 h 12614714"/>
              <a:gd name="connsiteX3" fmla="*/ 9494353 w 9494353"/>
              <a:gd name="connsiteY3" fmla="*/ 12614714 h 12614714"/>
              <a:gd name="connsiteX4" fmla="*/ 0 w 9494353"/>
              <a:gd name="connsiteY4" fmla="*/ 12614714 h 12614714"/>
              <a:gd name="connsiteX5" fmla="*/ 0 w 9494353"/>
              <a:gd name="connsiteY5" fmla="*/ 0 h 12614714"/>
              <a:gd name="connsiteX0" fmla="*/ 0 w 9494353"/>
              <a:gd name="connsiteY0" fmla="*/ 901051 h 12614714"/>
              <a:gd name="connsiteX1" fmla="*/ 1094396 w 9494353"/>
              <a:gd name="connsiteY1" fmla="*/ 0 h 12614714"/>
              <a:gd name="connsiteX2" fmla="*/ 9494353 w 9494353"/>
              <a:gd name="connsiteY2" fmla="*/ 0 h 12614714"/>
              <a:gd name="connsiteX3" fmla="*/ 9494353 w 9494353"/>
              <a:gd name="connsiteY3" fmla="*/ 12614714 h 12614714"/>
              <a:gd name="connsiteX4" fmla="*/ 0 w 9494353"/>
              <a:gd name="connsiteY4" fmla="*/ 12614714 h 12614714"/>
              <a:gd name="connsiteX5" fmla="*/ 0 w 9494353"/>
              <a:gd name="connsiteY5" fmla="*/ 901051 h 126147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494353" h="12614714">
                <a:moveTo>
                  <a:pt x="0" y="901051"/>
                </a:moveTo>
                <a:lnTo>
                  <a:pt x="1094396" y="0"/>
                </a:lnTo>
                <a:lnTo>
                  <a:pt x="9494353" y="0"/>
                </a:lnTo>
                <a:lnTo>
                  <a:pt x="9494353" y="12614714"/>
                </a:lnTo>
                <a:lnTo>
                  <a:pt x="0" y="12614714"/>
                </a:lnTo>
                <a:lnTo>
                  <a:pt x="0" y="901051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13446" cap="flat">
            <a:noFill/>
            <a:prstDash val="solid"/>
            <a:miter/>
          </a:ln>
        </p:spPr>
        <p:txBody>
          <a:bodyPr rtlCol="0" anchor="ctr"/>
          <a:lstStyle/>
          <a:p>
            <a:endParaRPr lang="id-ID" sz="900"/>
          </a:p>
        </p:txBody>
      </p:sp>
      <p:sp>
        <p:nvSpPr>
          <p:cNvPr id="6" name="Graphic 4">
            <a:extLst>
              <a:ext uri="{FF2B5EF4-FFF2-40B4-BE49-F238E27FC236}">
                <a16:creationId xmlns:a16="http://schemas.microsoft.com/office/drawing/2014/main" id="{E7F27DC7-1A91-65D7-E933-D66869E81407}"/>
              </a:ext>
            </a:extLst>
          </p:cNvPr>
          <p:cNvSpPr/>
          <p:nvPr/>
        </p:nvSpPr>
        <p:spPr>
          <a:xfrm>
            <a:off x="1210832" y="4848541"/>
            <a:ext cx="4541973" cy="4018918"/>
          </a:xfrm>
          <a:custGeom>
            <a:avLst/>
            <a:gdLst>
              <a:gd name="connsiteX0" fmla="*/ 3157797 w 4541973"/>
              <a:gd name="connsiteY0" fmla="*/ 43039 h 4018918"/>
              <a:gd name="connsiteX1" fmla="*/ 3150634 w 4541973"/>
              <a:gd name="connsiteY1" fmla="*/ 35866 h 4018918"/>
              <a:gd name="connsiteX2" fmla="*/ 3137610 w 4541973"/>
              <a:gd name="connsiteY2" fmla="*/ 22824 h 4018918"/>
              <a:gd name="connsiteX3" fmla="*/ 3122634 w 4541973"/>
              <a:gd name="connsiteY3" fmla="*/ 12390 h 4018918"/>
              <a:gd name="connsiteX4" fmla="*/ 3106354 w 4541973"/>
              <a:gd name="connsiteY4" fmla="*/ 5869 h 4018918"/>
              <a:gd name="connsiteX5" fmla="*/ 3087470 w 4541973"/>
              <a:gd name="connsiteY5" fmla="*/ 1956 h 4018918"/>
              <a:gd name="connsiteX6" fmla="*/ 3077703 w 4541973"/>
              <a:gd name="connsiteY6" fmla="*/ 0 h 4018918"/>
              <a:gd name="connsiteX7" fmla="*/ 1471921 w 4541973"/>
              <a:gd name="connsiteY7" fmla="*/ 0 h 4018918"/>
              <a:gd name="connsiteX8" fmla="*/ 1462154 w 4541973"/>
              <a:gd name="connsiteY8" fmla="*/ 1956 h 4018918"/>
              <a:gd name="connsiteX9" fmla="*/ 1441967 w 4541973"/>
              <a:gd name="connsiteY9" fmla="*/ 5869 h 4018918"/>
              <a:gd name="connsiteX10" fmla="*/ 1427642 w 4541973"/>
              <a:gd name="connsiteY10" fmla="*/ 11738 h 4018918"/>
              <a:gd name="connsiteX11" fmla="*/ 1410711 w 4541973"/>
              <a:gd name="connsiteY11" fmla="*/ 23476 h 4018918"/>
              <a:gd name="connsiteX12" fmla="*/ 1400293 w 4541973"/>
              <a:gd name="connsiteY12" fmla="*/ 34562 h 4018918"/>
              <a:gd name="connsiteX13" fmla="*/ 1391827 w 4541973"/>
              <a:gd name="connsiteY13" fmla="*/ 43039 h 4018918"/>
              <a:gd name="connsiteX14" fmla="*/ 15257 w 4541973"/>
              <a:gd name="connsiteY14" fmla="*/ 1325728 h 4018918"/>
              <a:gd name="connsiteX15" fmla="*/ 43257 w 4541973"/>
              <a:gd name="connsiteY15" fmla="*/ 1457453 h 4018918"/>
              <a:gd name="connsiteX16" fmla="*/ 572657 w 4541973"/>
              <a:gd name="connsiteY16" fmla="*/ 1799156 h 4018918"/>
              <a:gd name="connsiteX17" fmla="*/ 704193 w 4541973"/>
              <a:gd name="connsiteY17" fmla="*/ 1771115 h 4018918"/>
              <a:gd name="connsiteX18" fmla="*/ 1864576 w 4541973"/>
              <a:gd name="connsiteY18" fmla="*/ 820347 h 4018918"/>
              <a:gd name="connsiteX19" fmla="*/ 1864576 w 4541973"/>
              <a:gd name="connsiteY19" fmla="*/ 820347 h 4018918"/>
              <a:gd name="connsiteX20" fmla="*/ 1864576 w 4541973"/>
              <a:gd name="connsiteY20" fmla="*/ 3923711 h 4018918"/>
              <a:gd name="connsiteX21" fmla="*/ 1959646 w 4541973"/>
              <a:gd name="connsiteY21" fmla="*/ 4018919 h 4018918"/>
              <a:gd name="connsiteX22" fmla="*/ 2589327 w 4541973"/>
              <a:gd name="connsiteY22" fmla="*/ 4018919 h 4018918"/>
              <a:gd name="connsiteX23" fmla="*/ 2684397 w 4541973"/>
              <a:gd name="connsiteY23" fmla="*/ 3923711 h 4018918"/>
              <a:gd name="connsiteX24" fmla="*/ 2684397 w 4541973"/>
              <a:gd name="connsiteY24" fmla="*/ 820347 h 4018918"/>
              <a:gd name="connsiteX25" fmla="*/ 2685699 w 4541973"/>
              <a:gd name="connsiteY25" fmla="*/ 820347 h 4018918"/>
              <a:gd name="connsiteX26" fmla="*/ 3838268 w 4541973"/>
              <a:gd name="connsiteY26" fmla="*/ 1771115 h 4018918"/>
              <a:gd name="connsiteX27" fmla="*/ 3969804 w 4541973"/>
              <a:gd name="connsiteY27" fmla="*/ 1799156 h 4018918"/>
              <a:gd name="connsiteX28" fmla="*/ 4498553 w 4541973"/>
              <a:gd name="connsiteY28" fmla="*/ 1456801 h 4018918"/>
              <a:gd name="connsiteX29" fmla="*/ 4526553 w 4541973"/>
              <a:gd name="connsiteY29" fmla="*/ 1325076 h 4018918"/>
              <a:gd name="connsiteX30" fmla="*/ 3157797 w 4541973"/>
              <a:gd name="connsiteY30" fmla="*/ 43039 h 40189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4541973" h="4018918">
                <a:moveTo>
                  <a:pt x="3157797" y="43039"/>
                </a:moveTo>
                <a:cubicBezTo>
                  <a:pt x="3155843" y="39778"/>
                  <a:pt x="3152587" y="38474"/>
                  <a:pt x="3150634" y="35866"/>
                </a:cubicBezTo>
                <a:cubicBezTo>
                  <a:pt x="3146727" y="30649"/>
                  <a:pt x="3142820" y="26736"/>
                  <a:pt x="3137610" y="22824"/>
                </a:cubicBezTo>
                <a:cubicBezTo>
                  <a:pt x="3133052" y="18911"/>
                  <a:pt x="3127843" y="15651"/>
                  <a:pt x="3122634" y="12390"/>
                </a:cubicBezTo>
                <a:cubicBezTo>
                  <a:pt x="3117424" y="9782"/>
                  <a:pt x="3112215" y="7173"/>
                  <a:pt x="3106354" y="5869"/>
                </a:cubicBezTo>
                <a:cubicBezTo>
                  <a:pt x="3099843" y="3913"/>
                  <a:pt x="3093982" y="2608"/>
                  <a:pt x="3087470" y="1956"/>
                </a:cubicBezTo>
                <a:cubicBezTo>
                  <a:pt x="3084215" y="1304"/>
                  <a:pt x="3081610" y="0"/>
                  <a:pt x="3077703" y="0"/>
                </a:cubicBezTo>
                <a:lnTo>
                  <a:pt x="1471921" y="0"/>
                </a:lnTo>
                <a:cubicBezTo>
                  <a:pt x="1468665" y="0"/>
                  <a:pt x="1465409" y="1304"/>
                  <a:pt x="1462154" y="1956"/>
                </a:cubicBezTo>
                <a:cubicBezTo>
                  <a:pt x="1454991" y="2608"/>
                  <a:pt x="1449130" y="3913"/>
                  <a:pt x="1441967" y="5869"/>
                </a:cubicBezTo>
                <a:cubicBezTo>
                  <a:pt x="1436758" y="7825"/>
                  <a:pt x="1432200" y="9782"/>
                  <a:pt x="1427642" y="11738"/>
                </a:cubicBezTo>
                <a:cubicBezTo>
                  <a:pt x="1421130" y="14998"/>
                  <a:pt x="1415921" y="18911"/>
                  <a:pt x="1410711" y="23476"/>
                </a:cubicBezTo>
                <a:cubicBezTo>
                  <a:pt x="1406804" y="26736"/>
                  <a:pt x="1403548" y="30649"/>
                  <a:pt x="1400293" y="34562"/>
                </a:cubicBezTo>
                <a:cubicBezTo>
                  <a:pt x="1397688" y="37822"/>
                  <a:pt x="1393781" y="39778"/>
                  <a:pt x="1391827" y="43039"/>
                </a:cubicBezTo>
                <a:lnTo>
                  <a:pt x="15257" y="1325728"/>
                </a:lnTo>
                <a:cubicBezTo>
                  <a:pt x="-13394" y="1370071"/>
                  <a:pt x="-371" y="1428760"/>
                  <a:pt x="43257" y="1457453"/>
                </a:cubicBezTo>
                <a:lnTo>
                  <a:pt x="572657" y="1799156"/>
                </a:lnTo>
                <a:cubicBezTo>
                  <a:pt x="616937" y="1827848"/>
                  <a:pt x="675542" y="1814806"/>
                  <a:pt x="704193" y="1771115"/>
                </a:cubicBezTo>
                <a:lnTo>
                  <a:pt x="1864576" y="820347"/>
                </a:lnTo>
                <a:lnTo>
                  <a:pt x="1864576" y="820347"/>
                </a:lnTo>
                <a:lnTo>
                  <a:pt x="1864576" y="3923711"/>
                </a:lnTo>
                <a:cubicBezTo>
                  <a:pt x="1864576" y="3975879"/>
                  <a:pt x="1906902" y="4018919"/>
                  <a:pt x="1959646" y="4018919"/>
                </a:cubicBezTo>
                <a:lnTo>
                  <a:pt x="2589327" y="4018919"/>
                </a:lnTo>
                <a:cubicBezTo>
                  <a:pt x="2642071" y="4018919"/>
                  <a:pt x="2684397" y="3976532"/>
                  <a:pt x="2684397" y="3923711"/>
                </a:cubicBezTo>
                <a:lnTo>
                  <a:pt x="2684397" y="820347"/>
                </a:lnTo>
                <a:lnTo>
                  <a:pt x="2685699" y="820347"/>
                </a:lnTo>
                <a:lnTo>
                  <a:pt x="3838268" y="1771115"/>
                </a:lnTo>
                <a:cubicBezTo>
                  <a:pt x="3866919" y="1815458"/>
                  <a:pt x="3925524" y="1827848"/>
                  <a:pt x="3969804" y="1799156"/>
                </a:cubicBezTo>
                <a:lnTo>
                  <a:pt x="4498553" y="1456801"/>
                </a:lnTo>
                <a:cubicBezTo>
                  <a:pt x="4542832" y="1428108"/>
                  <a:pt x="4555205" y="1369419"/>
                  <a:pt x="4526553" y="1325076"/>
                </a:cubicBezTo>
                <a:lnTo>
                  <a:pt x="3157797" y="43039"/>
                </a:lnTo>
                <a:close/>
              </a:path>
            </a:pathLst>
          </a:custGeom>
          <a:solidFill>
            <a:schemeClr val="tx2"/>
          </a:solidFill>
          <a:ln w="6505" cap="flat">
            <a:noFill/>
            <a:prstDash val="solid"/>
            <a:miter/>
          </a:ln>
        </p:spPr>
        <p:txBody>
          <a:bodyPr rtlCol="0" anchor="ctr"/>
          <a:lstStyle/>
          <a:p>
            <a:endParaRPr lang="en-SA"/>
          </a:p>
        </p:txBody>
      </p:sp>
      <p:pic>
        <p:nvPicPr>
          <p:cNvPr id="2" name="Picture 1">
            <a:extLst>
              <a:ext uri="{FF2B5EF4-FFF2-40B4-BE49-F238E27FC236}">
                <a16:creationId xmlns:a16="http://schemas.microsoft.com/office/drawing/2014/main" id="{D19C3336-BF01-FCDD-3732-D87D101E5FF7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14779"/>
          <a:stretch/>
        </p:blipFill>
        <p:spPr>
          <a:xfrm>
            <a:off x="800068" y="1347605"/>
            <a:ext cx="5295932" cy="4938840"/>
          </a:xfrm>
          <a:prstGeom prst="rect">
            <a:avLst/>
          </a:prstGeom>
        </p:spPr>
      </p:pic>
      <p:sp>
        <p:nvSpPr>
          <p:cNvPr id="3" name="Picture Placeholder 1">
            <a:extLst>
              <a:ext uri="{FF2B5EF4-FFF2-40B4-BE49-F238E27FC236}">
                <a16:creationId xmlns:a16="http://schemas.microsoft.com/office/drawing/2014/main" id="{CC5690BB-EB05-806E-3C22-58DC7598E686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1134704" y="1695137"/>
            <a:ext cx="4538644" cy="2734227"/>
          </a:xfrm>
          <a:pattFill prst="pct20">
            <a:fgClr>
              <a:schemeClr val="tx2"/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178425620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  <mc:AlternateContent xmlns:mc="http://schemas.openxmlformats.org/markup-compatibility/2006" xmlns:p14="http://schemas.microsoft.com/office/powerpoint/2010/main">
    <mc:Choice Requires="p14">
      <p:transition p14:dur="0" advClick="0" advTm="2000"/>
    </mc:Choice>
    <mc:Fallback xmlns="">
      <p:transition advClick="0" advTm="2000"/>
    </mc:Fallback>
  </mc:AlternateContent>
  <p:hf sldNum="0" hdr="0" ftr="0" dt="0"/>
  <p:extLst>
    <p:ext uri="{DCECCB84-F9BA-43D5-87BE-67443E8EF086}">
      <p15:sldGuideLst xmlns:p15="http://schemas.microsoft.com/office/powerpoint/2012/main">
        <p15:guide id="1" pos="1056">
          <p15:clr>
            <a:srgbClr val="FBAE40"/>
          </p15:clr>
        </p15:guide>
        <p15:guide id="2" pos="14304">
          <p15:clr>
            <a:srgbClr val="FBAE40"/>
          </p15:clr>
        </p15:guide>
        <p15:guide id="3" orient="horz" pos="7601">
          <p15:clr>
            <a:srgbClr val="FBAE40"/>
          </p15:clr>
        </p15:guide>
        <p15:guide id="4" orient="horz" pos="1037">
          <p15:clr>
            <a:srgbClr val="FBAE40"/>
          </p15:clr>
        </p15:guide>
      </p15:sldGuideLst>
    </p:ext>
  </p:extLst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7-App Features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entuk Bebas: Bentuk 16">
            <a:extLst>
              <a:ext uri="{FF2B5EF4-FFF2-40B4-BE49-F238E27FC236}">
                <a16:creationId xmlns:a16="http://schemas.microsoft.com/office/drawing/2014/main" id="{B0FC4ED4-988C-D616-D687-DEC83869E456}"/>
              </a:ext>
            </a:extLst>
          </p:cNvPr>
          <p:cNvSpPr/>
          <p:nvPr userDrawn="1"/>
        </p:nvSpPr>
        <p:spPr>
          <a:xfrm>
            <a:off x="9474993" y="0"/>
            <a:ext cx="2717007" cy="7003473"/>
          </a:xfrm>
          <a:custGeom>
            <a:avLst/>
            <a:gdLst>
              <a:gd name="connsiteX0" fmla="*/ 0 w 9494352"/>
              <a:gd name="connsiteY0" fmla="*/ 0 h 12614713"/>
              <a:gd name="connsiteX1" fmla="*/ 9494353 w 9494352"/>
              <a:gd name="connsiteY1" fmla="*/ 0 h 12614713"/>
              <a:gd name="connsiteX2" fmla="*/ 9494353 w 9494352"/>
              <a:gd name="connsiteY2" fmla="*/ 12614714 h 12614713"/>
              <a:gd name="connsiteX3" fmla="*/ 0 w 9494352"/>
              <a:gd name="connsiteY3" fmla="*/ 12614714 h 12614713"/>
              <a:gd name="connsiteX0" fmla="*/ 0 w 9494353"/>
              <a:gd name="connsiteY0" fmla="*/ 0 h 12614714"/>
              <a:gd name="connsiteX1" fmla="*/ 1094396 w 9494353"/>
              <a:gd name="connsiteY1" fmla="*/ 0 h 12614714"/>
              <a:gd name="connsiteX2" fmla="*/ 9494353 w 9494353"/>
              <a:gd name="connsiteY2" fmla="*/ 0 h 12614714"/>
              <a:gd name="connsiteX3" fmla="*/ 9494353 w 9494353"/>
              <a:gd name="connsiteY3" fmla="*/ 12614714 h 12614714"/>
              <a:gd name="connsiteX4" fmla="*/ 0 w 9494353"/>
              <a:gd name="connsiteY4" fmla="*/ 12614714 h 12614714"/>
              <a:gd name="connsiteX5" fmla="*/ 0 w 9494353"/>
              <a:gd name="connsiteY5" fmla="*/ 0 h 12614714"/>
              <a:gd name="connsiteX0" fmla="*/ 0 w 9494353"/>
              <a:gd name="connsiteY0" fmla="*/ 901051 h 12614714"/>
              <a:gd name="connsiteX1" fmla="*/ 1094396 w 9494353"/>
              <a:gd name="connsiteY1" fmla="*/ 0 h 12614714"/>
              <a:gd name="connsiteX2" fmla="*/ 9494353 w 9494353"/>
              <a:gd name="connsiteY2" fmla="*/ 0 h 12614714"/>
              <a:gd name="connsiteX3" fmla="*/ 9494353 w 9494353"/>
              <a:gd name="connsiteY3" fmla="*/ 12614714 h 12614714"/>
              <a:gd name="connsiteX4" fmla="*/ 0 w 9494353"/>
              <a:gd name="connsiteY4" fmla="*/ 12614714 h 12614714"/>
              <a:gd name="connsiteX5" fmla="*/ 0 w 9494353"/>
              <a:gd name="connsiteY5" fmla="*/ 901051 h 126147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494353" h="12614714">
                <a:moveTo>
                  <a:pt x="0" y="901051"/>
                </a:moveTo>
                <a:lnTo>
                  <a:pt x="1094396" y="0"/>
                </a:lnTo>
                <a:lnTo>
                  <a:pt x="9494353" y="0"/>
                </a:lnTo>
                <a:lnTo>
                  <a:pt x="9494353" y="12614714"/>
                </a:lnTo>
                <a:lnTo>
                  <a:pt x="0" y="12614714"/>
                </a:lnTo>
                <a:lnTo>
                  <a:pt x="0" y="901051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13446" cap="flat">
            <a:noFill/>
            <a:prstDash val="solid"/>
            <a:miter/>
          </a:ln>
        </p:spPr>
        <p:txBody>
          <a:bodyPr rtlCol="0" anchor="ctr"/>
          <a:lstStyle/>
          <a:p>
            <a:endParaRPr lang="id-ID" sz="900"/>
          </a:p>
        </p:txBody>
      </p:sp>
      <p:sp>
        <p:nvSpPr>
          <p:cNvPr id="4" name="Graphic 4">
            <a:extLst>
              <a:ext uri="{FF2B5EF4-FFF2-40B4-BE49-F238E27FC236}">
                <a16:creationId xmlns:a16="http://schemas.microsoft.com/office/drawing/2014/main" id="{82D93CAC-C287-8C8F-1C2B-7676F72CADAA}"/>
              </a:ext>
            </a:extLst>
          </p:cNvPr>
          <p:cNvSpPr/>
          <p:nvPr userDrawn="1"/>
        </p:nvSpPr>
        <p:spPr>
          <a:xfrm flipH="1">
            <a:off x="8562509" y="688230"/>
            <a:ext cx="4541973" cy="4018918"/>
          </a:xfrm>
          <a:custGeom>
            <a:avLst/>
            <a:gdLst>
              <a:gd name="connsiteX0" fmla="*/ 3157797 w 4541973"/>
              <a:gd name="connsiteY0" fmla="*/ 43039 h 4018918"/>
              <a:gd name="connsiteX1" fmla="*/ 3150634 w 4541973"/>
              <a:gd name="connsiteY1" fmla="*/ 35866 h 4018918"/>
              <a:gd name="connsiteX2" fmla="*/ 3137610 w 4541973"/>
              <a:gd name="connsiteY2" fmla="*/ 22824 h 4018918"/>
              <a:gd name="connsiteX3" fmla="*/ 3122634 w 4541973"/>
              <a:gd name="connsiteY3" fmla="*/ 12390 h 4018918"/>
              <a:gd name="connsiteX4" fmla="*/ 3106354 w 4541973"/>
              <a:gd name="connsiteY4" fmla="*/ 5869 h 4018918"/>
              <a:gd name="connsiteX5" fmla="*/ 3087470 w 4541973"/>
              <a:gd name="connsiteY5" fmla="*/ 1956 h 4018918"/>
              <a:gd name="connsiteX6" fmla="*/ 3077703 w 4541973"/>
              <a:gd name="connsiteY6" fmla="*/ 0 h 4018918"/>
              <a:gd name="connsiteX7" fmla="*/ 1471921 w 4541973"/>
              <a:gd name="connsiteY7" fmla="*/ 0 h 4018918"/>
              <a:gd name="connsiteX8" fmla="*/ 1462154 w 4541973"/>
              <a:gd name="connsiteY8" fmla="*/ 1956 h 4018918"/>
              <a:gd name="connsiteX9" fmla="*/ 1441967 w 4541973"/>
              <a:gd name="connsiteY9" fmla="*/ 5869 h 4018918"/>
              <a:gd name="connsiteX10" fmla="*/ 1427642 w 4541973"/>
              <a:gd name="connsiteY10" fmla="*/ 11738 h 4018918"/>
              <a:gd name="connsiteX11" fmla="*/ 1410711 w 4541973"/>
              <a:gd name="connsiteY11" fmla="*/ 23476 h 4018918"/>
              <a:gd name="connsiteX12" fmla="*/ 1400293 w 4541973"/>
              <a:gd name="connsiteY12" fmla="*/ 34562 h 4018918"/>
              <a:gd name="connsiteX13" fmla="*/ 1391827 w 4541973"/>
              <a:gd name="connsiteY13" fmla="*/ 43039 h 4018918"/>
              <a:gd name="connsiteX14" fmla="*/ 15257 w 4541973"/>
              <a:gd name="connsiteY14" fmla="*/ 1325728 h 4018918"/>
              <a:gd name="connsiteX15" fmla="*/ 43257 w 4541973"/>
              <a:gd name="connsiteY15" fmla="*/ 1457453 h 4018918"/>
              <a:gd name="connsiteX16" fmla="*/ 572657 w 4541973"/>
              <a:gd name="connsiteY16" fmla="*/ 1799156 h 4018918"/>
              <a:gd name="connsiteX17" fmla="*/ 704193 w 4541973"/>
              <a:gd name="connsiteY17" fmla="*/ 1771115 h 4018918"/>
              <a:gd name="connsiteX18" fmla="*/ 1864576 w 4541973"/>
              <a:gd name="connsiteY18" fmla="*/ 820347 h 4018918"/>
              <a:gd name="connsiteX19" fmla="*/ 1864576 w 4541973"/>
              <a:gd name="connsiteY19" fmla="*/ 820347 h 4018918"/>
              <a:gd name="connsiteX20" fmla="*/ 1864576 w 4541973"/>
              <a:gd name="connsiteY20" fmla="*/ 3923711 h 4018918"/>
              <a:gd name="connsiteX21" fmla="*/ 1959646 w 4541973"/>
              <a:gd name="connsiteY21" fmla="*/ 4018919 h 4018918"/>
              <a:gd name="connsiteX22" fmla="*/ 2589327 w 4541973"/>
              <a:gd name="connsiteY22" fmla="*/ 4018919 h 4018918"/>
              <a:gd name="connsiteX23" fmla="*/ 2684397 w 4541973"/>
              <a:gd name="connsiteY23" fmla="*/ 3923711 h 4018918"/>
              <a:gd name="connsiteX24" fmla="*/ 2684397 w 4541973"/>
              <a:gd name="connsiteY24" fmla="*/ 820347 h 4018918"/>
              <a:gd name="connsiteX25" fmla="*/ 2685699 w 4541973"/>
              <a:gd name="connsiteY25" fmla="*/ 820347 h 4018918"/>
              <a:gd name="connsiteX26" fmla="*/ 3838268 w 4541973"/>
              <a:gd name="connsiteY26" fmla="*/ 1771115 h 4018918"/>
              <a:gd name="connsiteX27" fmla="*/ 3969804 w 4541973"/>
              <a:gd name="connsiteY27" fmla="*/ 1799156 h 4018918"/>
              <a:gd name="connsiteX28" fmla="*/ 4498553 w 4541973"/>
              <a:gd name="connsiteY28" fmla="*/ 1456801 h 4018918"/>
              <a:gd name="connsiteX29" fmla="*/ 4526553 w 4541973"/>
              <a:gd name="connsiteY29" fmla="*/ 1325076 h 4018918"/>
              <a:gd name="connsiteX30" fmla="*/ 3157797 w 4541973"/>
              <a:gd name="connsiteY30" fmla="*/ 43039 h 40189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4541973" h="4018918">
                <a:moveTo>
                  <a:pt x="3157797" y="43039"/>
                </a:moveTo>
                <a:cubicBezTo>
                  <a:pt x="3155843" y="39778"/>
                  <a:pt x="3152587" y="38474"/>
                  <a:pt x="3150634" y="35866"/>
                </a:cubicBezTo>
                <a:cubicBezTo>
                  <a:pt x="3146727" y="30649"/>
                  <a:pt x="3142820" y="26736"/>
                  <a:pt x="3137610" y="22824"/>
                </a:cubicBezTo>
                <a:cubicBezTo>
                  <a:pt x="3133052" y="18911"/>
                  <a:pt x="3127843" y="15651"/>
                  <a:pt x="3122634" y="12390"/>
                </a:cubicBezTo>
                <a:cubicBezTo>
                  <a:pt x="3117424" y="9782"/>
                  <a:pt x="3112215" y="7173"/>
                  <a:pt x="3106354" y="5869"/>
                </a:cubicBezTo>
                <a:cubicBezTo>
                  <a:pt x="3099843" y="3913"/>
                  <a:pt x="3093982" y="2608"/>
                  <a:pt x="3087470" y="1956"/>
                </a:cubicBezTo>
                <a:cubicBezTo>
                  <a:pt x="3084215" y="1304"/>
                  <a:pt x="3081610" y="0"/>
                  <a:pt x="3077703" y="0"/>
                </a:cubicBezTo>
                <a:lnTo>
                  <a:pt x="1471921" y="0"/>
                </a:lnTo>
                <a:cubicBezTo>
                  <a:pt x="1468665" y="0"/>
                  <a:pt x="1465409" y="1304"/>
                  <a:pt x="1462154" y="1956"/>
                </a:cubicBezTo>
                <a:cubicBezTo>
                  <a:pt x="1454991" y="2608"/>
                  <a:pt x="1449130" y="3913"/>
                  <a:pt x="1441967" y="5869"/>
                </a:cubicBezTo>
                <a:cubicBezTo>
                  <a:pt x="1436758" y="7825"/>
                  <a:pt x="1432200" y="9782"/>
                  <a:pt x="1427642" y="11738"/>
                </a:cubicBezTo>
                <a:cubicBezTo>
                  <a:pt x="1421130" y="14998"/>
                  <a:pt x="1415921" y="18911"/>
                  <a:pt x="1410711" y="23476"/>
                </a:cubicBezTo>
                <a:cubicBezTo>
                  <a:pt x="1406804" y="26736"/>
                  <a:pt x="1403548" y="30649"/>
                  <a:pt x="1400293" y="34562"/>
                </a:cubicBezTo>
                <a:cubicBezTo>
                  <a:pt x="1397688" y="37822"/>
                  <a:pt x="1393781" y="39778"/>
                  <a:pt x="1391827" y="43039"/>
                </a:cubicBezTo>
                <a:lnTo>
                  <a:pt x="15257" y="1325728"/>
                </a:lnTo>
                <a:cubicBezTo>
                  <a:pt x="-13394" y="1370071"/>
                  <a:pt x="-371" y="1428760"/>
                  <a:pt x="43257" y="1457453"/>
                </a:cubicBezTo>
                <a:lnTo>
                  <a:pt x="572657" y="1799156"/>
                </a:lnTo>
                <a:cubicBezTo>
                  <a:pt x="616937" y="1827848"/>
                  <a:pt x="675542" y="1814806"/>
                  <a:pt x="704193" y="1771115"/>
                </a:cubicBezTo>
                <a:lnTo>
                  <a:pt x="1864576" y="820347"/>
                </a:lnTo>
                <a:lnTo>
                  <a:pt x="1864576" y="820347"/>
                </a:lnTo>
                <a:lnTo>
                  <a:pt x="1864576" y="3923711"/>
                </a:lnTo>
                <a:cubicBezTo>
                  <a:pt x="1864576" y="3975879"/>
                  <a:pt x="1906902" y="4018919"/>
                  <a:pt x="1959646" y="4018919"/>
                </a:cubicBezTo>
                <a:lnTo>
                  <a:pt x="2589327" y="4018919"/>
                </a:lnTo>
                <a:cubicBezTo>
                  <a:pt x="2642071" y="4018919"/>
                  <a:pt x="2684397" y="3976532"/>
                  <a:pt x="2684397" y="3923711"/>
                </a:cubicBezTo>
                <a:lnTo>
                  <a:pt x="2684397" y="820347"/>
                </a:lnTo>
                <a:lnTo>
                  <a:pt x="2685699" y="820347"/>
                </a:lnTo>
                <a:lnTo>
                  <a:pt x="3838268" y="1771115"/>
                </a:lnTo>
                <a:cubicBezTo>
                  <a:pt x="3866919" y="1815458"/>
                  <a:pt x="3925524" y="1827848"/>
                  <a:pt x="3969804" y="1799156"/>
                </a:cubicBezTo>
                <a:lnTo>
                  <a:pt x="4498553" y="1456801"/>
                </a:lnTo>
                <a:cubicBezTo>
                  <a:pt x="4542832" y="1428108"/>
                  <a:pt x="4555205" y="1369419"/>
                  <a:pt x="4526553" y="1325076"/>
                </a:cubicBezTo>
                <a:lnTo>
                  <a:pt x="3157797" y="43039"/>
                </a:lnTo>
                <a:close/>
              </a:path>
            </a:pathLst>
          </a:custGeom>
          <a:solidFill>
            <a:schemeClr val="tx2"/>
          </a:solidFill>
          <a:ln w="6505" cap="flat">
            <a:noFill/>
            <a:prstDash val="solid"/>
            <a:miter/>
          </a:ln>
        </p:spPr>
        <p:txBody>
          <a:bodyPr rtlCol="0" anchor="ctr"/>
          <a:lstStyle/>
          <a:p>
            <a:endParaRPr lang="en-SA"/>
          </a:p>
        </p:txBody>
      </p:sp>
      <p:pic>
        <p:nvPicPr>
          <p:cNvPr id="10" name="Graphic 9">
            <a:extLst>
              <a:ext uri="{FF2B5EF4-FFF2-40B4-BE49-F238E27FC236}">
                <a16:creationId xmlns:a16="http://schemas.microsoft.com/office/drawing/2014/main" id="{98B3D458-8849-6F57-B943-B9B0C4EB9396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8217463" y="486141"/>
            <a:ext cx="2900516" cy="5943600"/>
          </a:xfrm>
          <a:prstGeom prst="rect">
            <a:avLst/>
          </a:prstGeom>
        </p:spPr>
      </p:pic>
      <p:sp>
        <p:nvSpPr>
          <p:cNvPr id="11" name="Picture Placeholder 2">
            <a:extLst>
              <a:ext uri="{FF2B5EF4-FFF2-40B4-BE49-F238E27FC236}">
                <a16:creationId xmlns:a16="http://schemas.microsoft.com/office/drawing/2014/main" id="{C3B99623-7247-6F06-7D20-1840D64EB55A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8302077" y="555196"/>
            <a:ext cx="2717007" cy="5805492"/>
          </a:xfrm>
          <a:pattFill prst="pct20">
            <a:fgClr>
              <a:schemeClr val="tx2"/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409375037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  <mc:AlternateContent xmlns:mc="http://schemas.openxmlformats.org/markup-compatibility/2006" xmlns:p14="http://schemas.microsoft.com/office/powerpoint/2010/main">
    <mc:Choice Requires="p14">
      <p:transition p14:dur="0" advClick="0" advTm="2000"/>
    </mc:Choice>
    <mc:Fallback xmlns="">
      <p:transition advClick="0" advTm="2000"/>
    </mc:Fallback>
  </mc:AlternateContent>
  <p:hf sldNum="0" hdr="0" ftr="0" dt="0"/>
  <p:extLst>
    <p:ext uri="{DCECCB84-F9BA-43D5-87BE-67443E8EF086}">
      <p15:sldGuideLst xmlns:p15="http://schemas.microsoft.com/office/powerpoint/2012/main">
        <p15:guide id="1" pos="1056">
          <p15:clr>
            <a:srgbClr val="FBAE40"/>
          </p15:clr>
        </p15:guide>
        <p15:guide id="2" pos="14304">
          <p15:clr>
            <a:srgbClr val="FBAE40"/>
          </p15:clr>
        </p15:guide>
        <p15:guide id="3" orient="horz" pos="7601">
          <p15:clr>
            <a:srgbClr val="FBAE40"/>
          </p15:clr>
        </p15:guide>
        <p15:guide id="4" orient="horz" pos="1037">
          <p15:clr>
            <a:srgbClr val="FBAE40"/>
          </p15:clr>
        </p15:guide>
      </p15:sldGuideLst>
    </p:ext>
  </p:extLst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0_Tata letak Kustom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" name="Bentuk Bebas: Bentuk 35">
            <a:extLst>
              <a:ext uri="{FF2B5EF4-FFF2-40B4-BE49-F238E27FC236}">
                <a16:creationId xmlns:a16="http://schemas.microsoft.com/office/drawing/2014/main" id="{D2F3BABA-2668-7E4F-8162-D051B181F2B9}"/>
              </a:ext>
            </a:extLst>
          </p:cNvPr>
          <p:cNvSpPr/>
          <p:nvPr userDrawn="1"/>
        </p:nvSpPr>
        <p:spPr>
          <a:xfrm>
            <a:off x="6110487" y="466069"/>
            <a:ext cx="5476454" cy="5934738"/>
          </a:xfrm>
          <a:custGeom>
            <a:avLst/>
            <a:gdLst>
              <a:gd name="connsiteX0" fmla="*/ 0 w 7578252"/>
              <a:gd name="connsiteY0" fmla="*/ 0 h 885413"/>
              <a:gd name="connsiteX1" fmla="*/ 7578253 w 7578252"/>
              <a:gd name="connsiteY1" fmla="*/ 0 h 885413"/>
              <a:gd name="connsiteX2" fmla="*/ 7578253 w 7578252"/>
              <a:gd name="connsiteY2" fmla="*/ 885414 h 885413"/>
              <a:gd name="connsiteX3" fmla="*/ 0 w 7578252"/>
              <a:gd name="connsiteY3" fmla="*/ 885414 h 885413"/>
              <a:gd name="connsiteX0" fmla="*/ 0 w 7578253"/>
              <a:gd name="connsiteY0" fmla="*/ 0 h 885414"/>
              <a:gd name="connsiteX1" fmla="*/ 7578253 w 7578253"/>
              <a:gd name="connsiteY1" fmla="*/ 0 h 885414"/>
              <a:gd name="connsiteX2" fmla="*/ 7556522 w 7578253"/>
              <a:gd name="connsiteY2" fmla="*/ 57473 h 885414"/>
              <a:gd name="connsiteX3" fmla="*/ 7578253 w 7578253"/>
              <a:gd name="connsiteY3" fmla="*/ 885414 h 885414"/>
              <a:gd name="connsiteX4" fmla="*/ 0 w 7578253"/>
              <a:gd name="connsiteY4" fmla="*/ 885414 h 885414"/>
              <a:gd name="connsiteX5" fmla="*/ 0 w 7578253"/>
              <a:gd name="connsiteY5" fmla="*/ 0 h 885414"/>
              <a:gd name="connsiteX0" fmla="*/ 0 w 7578253"/>
              <a:gd name="connsiteY0" fmla="*/ 0 h 885414"/>
              <a:gd name="connsiteX1" fmla="*/ 7578253 w 7578253"/>
              <a:gd name="connsiteY1" fmla="*/ 0 h 885414"/>
              <a:gd name="connsiteX2" fmla="*/ 7556522 w 7578253"/>
              <a:gd name="connsiteY2" fmla="*/ 63830 h 885414"/>
              <a:gd name="connsiteX3" fmla="*/ 7578253 w 7578253"/>
              <a:gd name="connsiteY3" fmla="*/ 885414 h 885414"/>
              <a:gd name="connsiteX4" fmla="*/ 0 w 7578253"/>
              <a:gd name="connsiteY4" fmla="*/ 885414 h 885414"/>
              <a:gd name="connsiteX5" fmla="*/ 0 w 7578253"/>
              <a:gd name="connsiteY5" fmla="*/ 0 h 885414"/>
              <a:gd name="connsiteX0" fmla="*/ 0 w 7578253"/>
              <a:gd name="connsiteY0" fmla="*/ 1589 h 887003"/>
              <a:gd name="connsiteX1" fmla="*/ 6695230 w 7578253"/>
              <a:gd name="connsiteY1" fmla="*/ 0 h 887003"/>
              <a:gd name="connsiteX2" fmla="*/ 7556522 w 7578253"/>
              <a:gd name="connsiteY2" fmla="*/ 65419 h 887003"/>
              <a:gd name="connsiteX3" fmla="*/ 7578253 w 7578253"/>
              <a:gd name="connsiteY3" fmla="*/ 887003 h 887003"/>
              <a:gd name="connsiteX4" fmla="*/ 0 w 7578253"/>
              <a:gd name="connsiteY4" fmla="*/ 887003 h 887003"/>
              <a:gd name="connsiteX5" fmla="*/ 0 w 7578253"/>
              <a:gd name="connsiteY5" fmla="*/ 1589 h 8870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7578253" h="887003">
                <a:moveTo>
                  <a:pt x="0" y="1589"/>
                </a:moveTo>
                <a:lnTo>
                  <a:pt x="6695230" y="0"/>
                </a:lnTo>
                <a:lnTo>
                  <a:pt x="7556522" y="65419"/>
                </a:lnTo>
                <a:lnTo>
                  <a:pt x="7578253" y="887003"/>
                </a:lnTo>
                <a:lnTo>
                  <a:pt x="0" y="887003"/>
                </a:lnTo>
                <a:lnTo>
                  <a:pt x="0" y="1589"/>
                </a:lnTo>
                <a:close/>
              </a:path>
            </a:pathLst>
          </a:custGeom>
          <a:solidFill>
            <a:srgbClr val="F2F2F2"/>
          </a:solidFill>
          <a:ln w="12649" cap="flat">
            <a:noFill/>
            <a:prstDash val="solid"/>
            <a:miter/>
          </a:ln>
        </p:spPr>
        <p:txBody>
          <a:bodyPr rtlCol="0" anchor="ctr"/>
          <a:lstStyle/>
          <a:p>
            <a:endParaRPr lang="id-ID" sz="900"/>
          </a:p>
        </p:txBody>
      </p:sp>
      <p:sp>
        <p:nvSpPr>
          <p:cNvPr id="2" name="Graphic 4">
            <a:extLst>
              <a:ext uri="{FF2B5EF4-FFF2-40B4-BE49-F238E27FC236}">
                <a16:creationId xmlns:a16="http://schemas.microsoft.com/office/drawing/2014/main" id="{7DDF9010-252E-381F-0503-30036E1F87CD}"/>
              </a:ext>
            </a:extLst>
          </p:cNvPr>
          <p:cNvSpPr/>
          <p:nvPr userDrawn="1"/>
        </p:nvSpPr>
        <p:spPr>
          <a:xfrm flipH="1">
            <a:off x="5350097" y="1028700"/>
            <a:ext cx="4541973" cy="4018918"/>
          </a:xfrm>
          <a:custGeom>
            <a:avLst/>
            <a:gdLst>
              <a:gd name="connsiteX0" fmla="*/ 3157797 w 4541973"/>
              <a:gd name="connsiteY0" fmla="*/ 43039 h 4018918"/>
              <a:gd name="connsiteX1" fmla="*/ 3150634 w 4541973"/>
              <a:gd name="connsiteY1" fmla="*/ 35866 h 4018918"/>
              <a:gd name="connsiteX2" fmla="*/ 3137610 w 4541973"/>
              <a:gd name="connsiteY2" fmla="*/ 22824 h 4018918"/>
              <a:gd name="connsiteX3" fmla="*/ 3122634 w 4541973"/>
              <a:gd name="connsiteY3" fmla="*/ 12390 h 4018918"/>
              <a:gd name="connsiteX4" fmla="*/ 3106354 w 4541973"/>
              <a:gd name="connsiteY4" fmla="*/ 5869 h 4018918"/>
              <a:gd name="connsiteX5" fmla="*/ 3087470 w 4541973"/>
              <a:gd name="connsiteY5" fmla="*/ 1956 h 4018918"/>
              <a:gd name="connsiteX6" fmla="*/ 3077703 w 4541973"/>
              <a:gd name="connsiteY6" fmla="*/ 0 h 4018918"/>
              <a:gd name="connsiteX7" fmla="*/ 1471921 w 4541973"/>
              <a:gd name="connsiteY7" fmla="*/ 0 h 4018918"/>
              <a:gd name="connsiteX8" fmla="*/ 1462154 w 4541973"/>
              <a:gd name="connsiteY8" fmla="*/ 1956 h 4018918"/>
              <a:gd name="connsiteX9" fmla="*/ 1441967 w 4541973"/>
              <a:gd name="connsiteY9" fmla="*/ 5869 h 4018918"/>
              <a:gd name="connsiteX10" fmla="*/ 1427642 w 4541973"/>
              <a:gd name="connsiteY10" fmla="*/ 11738 h 4018918"/>
              <a:gd name="connsiteX11" fmla="*/ 1410711 w 4541973"/>
              <a:gd name="connsiteY11" fmla="*/ 23476 h 4018918"/>
              <a:gd name="connsiteX12" fmla="*/ 1400293 w 4541973"/>
              <a:gd name="connsiteY12" fmla="*/ 34562 h 4018918"/>
              <a:gd name="connsiteX13" fmla="*/ 1391827 w 4541973"/>
              <a:gd name="connsiteY13" fmla="*/ 43039 h 4018918"/>
              <a:gd name="connsiteX14" fmla="*/ 15257 w 4541973"/>
              <a:gd name="connsiteY14" fmla="*/ 1325728 h 4018918"/>
              <a:gd name="connsiteX15" fmla="*/ 43257 w 4541973"/>
              <a:gd name="connsiteY15" fmla="*/ 1457453 h 4018918"/>
              <a:gd name="connsiteX16" fmla="*/ 572657 w 4541973"/>
              <a:gd name="connsiteY16" fmla="*/ 1799156 h 4018918"/>
              <a:gd name="connsiteX17" fmla="*/ 704193 w 4541973"/>
              <a:gd name="connsiteY17" fmla="*/ 1771115 h 4018918"/>
              <a:gd name="connsiteX18" fmla="*/ 1864576 w 4541973"/>
              <a:gd name="connsiteY18" fmla="*/ 820347 h 4018918"/>
              <a:gd name="connsiteX19" fmla="*/ 1864576 w 4541973"/>
              <a:gd name="connsiteY19" fmla="*/ 820347 h 4018918"/>
              <a:gd name="connsiteX20" fmla="*/ 1864576 w 4541973"/>
              <a:gd name="connsiteY20" fmla="*/ 3923711 h 4018918"/>
              <a:gd name="connsiteX21" fmla="*/ 1959646 w 4541973"/>
              <a:gd name="connsiteY21" fmla="*/ 4018919 h 4018918"/>
              <a:gd name="connsiteX22" fmla="*/ 2589327 w 4541973"/>
              <a:gd name="connsiteY22" fmla="*/ 4018919 h 4018918"/>
              <a:gd name="connsiteX23" fmla="*/ 2684397 w 4541973"/>
              <a:gd name="connsiteY23" fmla="*/ 3923711 h 4018918"/>
              <a:gd name="connsiteX24" fmla="*/ 2684397 w 4541973"/>
              <a:gd name="connsiteY24" fmla="*/ 820347 h 4018918"/>
              <a:gd name="connsiteX25" fmla="*/ 2685699 w 4541973"/>
              <a:gd name="connsiteY25" fmla="*/ 820347 h 4018918"/>
              <a:gd name="connsiteX26" fmla="*/ 3838268 w 4541973"/>
              <a:gd name="connsiteY26" fmla="*/ 1771115 h 4018918"/>
              <a:gd name="connsiteX27" fmla="*/ 3969804 w 4541973"/>
              <a:gd name="connsiteY27" fmla="*/ 1799156 h 4018918"/>
              <a:gd name="connsiteX28" fmla="*/ 4498553 w 4541973"/>
              <a:gd name="connsiteY28" fmla="*/ 1456801 h 4018918"/>
              <a:gd name="connsiteX29" fmla="*/ 4526553 w 4541973"/>
              <a:gd name="connsiteY29" fmla="*/ 1325076 h 4018918"/>
              <a:gd name="connsiteX30" fmla="*/ 3157797 w 4541973"/>
              <a:gd name="connsiteY30" fmla="*/ 43039 h 40189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4541973" h="4018918">
                <a:moveTo>
                  <a:pt x="3157797" y="43039"/>
                </a:moveTo>
                <a:cubicBezTo>
                  <a:pt x="3155843" y="39778"/>
                  <a:pt x="3152587" y="38474"/>
                  <a:pt x="3150634" y="35866"/>
                </a:cubicBezTo>
                <a:cubicBezTo>
                  <a:pt x="3146727" y="30649"/>
                  <a:pt x="3142820" y="26736"/>
                  <a:pt x="3137610" y="22824"/>
                </a:cubicBezTo>
                <a:cubicBezTo>
                  <a:pt x="3133052" y="18911"/>
                  <a:pt x="3127843" y="15651"/>
                  <a:pt x="3122634" y="12390"/>
                </a:cubicBezTo>
                <a:cubicBezTo>
                  <a:pt x="3117424" y="9782"/>
                  <a:pt x="3112215" y="7173"/>
                  <a:pt x="3106354" y="5869"/>
                </a:cubicBezTo>
                <a:cubicBezTo>
                  <a:pt x="3099843" y="3913"/>
                  <a:pt x="3093982" y="2608"/>
                  <a:pt x="3087470" y="1956"/>
                </a:cubicBezTo>
                <a:cubicBezTo>
                  <a:pt x="3084215" y="1304"/>
                  <a:pt x="3081610" y="0"/>
                  <a:pt x="3077703" y="0"/>
                </a:cubicBezTo>
                <a:lnTo>
                  <a:pt x="1471921" y="0"/>
                </a:lnTo>
                <a:cubicBezTo>
                  <a:pt x="1468665" y="0"/>
                  <a:pt x="1465409" y="1304"/>
                  <a:pt x="1462154" y="1956"/>
                </a:cubicBezTo>
                <a:cubicBezTo>
                  <a:pt x="1454991" y="2608"/>
                  <a:pt x="1449130" y="3913"/>
                  <a:pt x="1441967" y="5869"/>
                </a:cubicBezTo>
                <a:cubicBezTo>
                  <a:pt x="1436758" y="7825"/>
                  <a:pt x="1432200" y="9782"/>
                  <a:pt x="1427642" y="11738"/>
                </a:cubicBezTo>
                <a:cubicBezTo>
                  <a:pt x="1421130" y="14998"/>
                  <a:pt x="1415921" y="18911"/>
                  <a:pt x="1410711" y="23476"/>
                </a:cubicBezTo>
                <a:cubicBezTo>
                  <a:pt x="1406804" y="26736"/>
                  <a:pt x="1403548" y="30649"/>
                  <a:pt x="1400293" y="34562"/>
                </a:cubicBezTo>
                <a:cubicBezTo>
                  <a:pt x="1397688" y="37822"/>
                  <a:pt x="1393781" y="39778"/>
                  <a:pt x="1391827" y="43039"/>
                </a:cubicBezTo>
                <a:lnTo>
                  <a:pt x="15257" y="1325728"/>
                </a:lnTo>
                <a:cubicBezTo>
                  <a:pt x="-13394" y="1370071"/>
                  <a:pt x="-371" y="1428760"/>
                  <a:pt x="43257" y="1457453"/>
                </a:cubicBezTo>
                <a:lnTo>
                  <a:pt x="572657" y="1799156"/>
                </a:lnTo>
                <a:cubicBezTo>
                  <a:pt x="616937" y="1827848"/>
                  <a:pt x="675542" y="1814806"/>
                  <a:pt x="704193" y="1771115"/>
                </a:cubicBezTo>
                <a:lnTo>
                  <a:pt x="1864576" y="820347"/>
                </a:lnTo>
                <a:lnTo>
                  <a:pt x="1864576" y="820347"/>
                </a:lnTo>
                <a:lnTo>
                  <a:pt x="1864576" y="3923711"/>
                </a:lnTo>
                <a:cubicBezTo>
                  <a:pt x="1864576" y="3975879"/>
                  <a:pt x="1906902" y="4018919"/>
                  <a:pt x="1959646" y="4018919"/>
                </a:cubicBezTo>
                <a:lnTo>
                  <a:pt x="2589327" y="4018919"/>
                </a:lnTo>
                <a:cubicBezTo>
                  <a:pt x="2642071" y="4018919"/>
                  <a:pt x="2684397" y="3976532"/>
                  <a:pt x="2684397" y="3923711"/>
                </a:cubicBezTo>
                <a:lnTo>
                  <a:pt x="2684397" y="820347"/>
                </a:lnTo>
                <a:lnTo>
                  <a:pt x="2685699" y="820347"/>
                </a:lnTo>
                <a:lnTo>
                  <a:pt x="3838268" y="1771115"/>
                </a:lnTo>
                <a:cubicBezTo>
                  <a:pt x="3866919" y="1815458"/>
                  <a:pt x="3925524" y="1827848"/>
                  <a:pt x="3969804" y="1799156"/>
                </a:cubicBezTo>
                <a:lnTo>
                  <a:pt x="4498553" y="1456801"/>
                </a:lnTo>
                <a:cubicBezTo>
                  <a:pt x="4542832" y="1428108"/>
                  <a:pt x="4555205" y="1369419"/>
                  <a:pt x="4526553" y="1325076"/>
                </a:cubicBezTo>
                <a:lnTo>
                  <a:pt x="3157797" y="43039"/>
                </a:lnTo>
                <a:close/>
              </a:path>
            </a:pathLst>
          </a:custGeom>
          <a:solidFill>
            <a:schemeClr val="tx2"/>
          </a:solidFill>
          <a:ln w="6505" cap="flat">
            <a:noFill/>
            <a:prstDash val="solid"/>
            <a:miter/>
          </a:ln>
        </p:spPr>
        <p:txBody>
          <a:bodyPr rtlCol="0" anchor="ctr"/>
          <a:lstStyle/>
          <a:p>
            <a:endParaRPr lang="en-SA"/>
          </a:p>
        </p:txBody>
      </p:sp>
      <p:pic>
        <p:nvPicPr>
          <p:cNvPr id="24" name="Gambar 23">
            <a:extLst>
              <a:ext uri="{FF2B5EF4-FFF2-40B4-BE49-F238E27FC236}">
                <a16:creationId xmlns:a16="http://schemas.microsoft.com/office/drawing/2014/main" id="{1F19654A-C347-47E5-83C8-76F687F4C09C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4913891" y="760951"/>
            <a:ext cx="2860317" cy="5425922"/>
          </a:xfrm>
          <a:custGeom>
            <a:avLst/>
            <a:gdLst>
              <a:gd name="connsiteX0" fmla="*/ 319 w 5719144"/>
              <a:gd name="connsiteY0" fmla="*/ -572 h 10851843"/>
              <a:gd name="connsiteX1" fmla="*/ 5719464 w 5719144"/>
              <a:gd name="connsiteY1" fmla="*/ -572 h 10851843"/>
              <a:gd name="connsiteX2" fmla="*/ 5719464 w 5719144"/>
              <a:gd name="connsiteY2" fmla="*/ 10851272 h 10851843"/>
              <a:gd name="connsiteX3" fmla="*/ 319 w 5719144"/>
              <a:gd name="connsiteY3" fmla="*/ 10851272 h 108518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719144" h="10851843">
                <a:moveTo>
                  <a:pt x="319" y="-572"/>
                </a:moveTo>
                <a:lnTo>
                  <a:pt x="5719464" y="-572"/>
                </a:lnTo>
                <a:lnTo>
                  <a:pt x="5719464" y="10851272"/>
                </a:lnTo>
                <a:lnTo>
                  <a:pt x="319" y="10851272"/>
                </a:lnTo>
                <a:close/>
              </a:path>
            </a:pathLst>
          </a:custGeom>
        </p:spPr>
      </p:pic>
      <p:sp>
        <p:nvSpPr>
          <p:cNvPr id="67" name="Picture Placeholder 66">
            <a:extLst>
              <a:ext uri="{FF2B5EF4-FFF2-40B4-BE49-F238E27FC236}">
                <a16:creationId xmlns:a16="http://schemas.microsoft.com/office/drawing/2014/main" id="{2075D46A-C3C1-8447-BAA3-BE09A9497031}"/>
              </a:ext>
            </a:extLst>
          </p:cNvPr>
          <p:cNvSpPr>
            <a:spLocks noGrp="1"/>
          </p:cNvSpPr>
          <p:nvPr>
            <p:ph type="pic" sz="quarter" idx="53"/>
          </p:nvPr>
        </p:nvSpPr>
        <p:spPr>
          <a:xfrm>
            <a:off x="5219472" y="1028700"/>
            <a:ext cx="2248486" cy="4838700"/>
          </a:xfrm>
          <a:custGeom>
            <a:avLst/>
            <a:gdLst>
              <a:gd name="connsiteX0" fmla="*/ 562065 w 4495800"/>
              <a:gd name="connsiteY0" fmla="*/ 0 h 9677400"/>
              <a:gd name="connsiteX1" fmla="*/ 995125 w 4495800"/>
              <a:gd name="connsiteY1" fmla="*/ 0 h 9677400"/>
              <a:gd name="connsiteX2" fmla="*/ 995125 w 4495800"/>
              <a:gd name="connsiteY2" fmla="*/ 83822 h 9677400"/>
              <a:gd name="connsiteX3" fmla="*/ 1292303 w 4495800"/>
              <a:gd name="connsiteY3" fmla="*/ 381000 h 9677400"/>
              <a:gd name="connsiteX4" fmla="*/ 3204835 w 4495800"/>
              <a:gd name="connsiteY4" fmla="*/ 381000 h 9677400"/>
              <a:gd name="connsiteX5" fmla="*/ 3502013 w 4495800"/>
              <a:gd name="connsiteY5" fmla="*/ 83822 h 9677400"/>
              <a:gd name="connsiteX6" fmla="*/ 3502013 w 4495800"/>
              <a:gd name="connsiteY6" fmla="*/ 0 h 9677400"/>
              <a:gd name="connsiteX7" fmla="*/ 3933735 w 4495800"/>
              <a:gd name="connsiteY7" fmla="*/ 0 h 9677400"/>
              <a:gd name="connsiteX8" fmla="*/ 4495800 w 4495800"/>
              <a:gd name="connsiteY8" fmla="*/ 562065 h 9677400"/>
              <a:gd name="connsiteX9" fmla="*/ 4495800 w 4495800"/>
              <a:gd name="connsiteY9" fmla="*/ 9115335 h 9677400"/>
              <a:gd name="connsiteX10" fmla="*/ 3933735 w 4495800"/>
              <a:gd name="connsiteY10" fmla="*/ 9677400 h 9677400"/>
              <a:gd name="connsiteX11" fmla="*/ 562065 w 4495800"/>
              <a:gd name="connsiteY11" fmla="*/ 9677400 h 9677400"/>
              <a:gd name="connsiteX12" fmla="*/ 0 w 4495800"/>
              <a:gd name="connsiteY12" fmla="*/ 9115335 h 9677400"/>
              <a:gd name="connsiteX13" fmla="*/ 0 w 4495800"/>
              <a:gd name="connsiteY13" fmla="*/ 562065 h 9677400"/>
              <a:gd name="connsiteX14" fmla="*/ 562065 w 4495800"/>
              <a:gd name="connsiteY14" fmla="*/ 0 h 9677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4495800" h="9677400">
                <a:moveTo>
                  <a:pt x="562065" y="0"/>
                </a:moveTo>
                <a:lnTo>
                  <a:pt x="995125" y="0"/>
                </a:lnTo>
                <a:lnTo>
                  <a:pt x="995125" y="83822"/>
                </a:lnTo>
                <a:cubicBezTo>
                  <a:pt x="995125" y="247949"/>
                  <a:pt x="1128176" y="381000"/>
                  <a:pt x="1292303" y="381000"/>
                </a:cubicBezTo>
                <a:lnTo>
                  <a:pt x="3204835" y="381000"/>
                </a:lnTo>
                <a:cubicBezTo>
                  <a:pt x="3368962" y="381000"/>
                  <a:pt x="3502013" y="247949"/>
                  <a:pt x="3502013" y="83822"/>
                </a:cubicBezTo>
                <a:lnTo>
                  <a:pt x="3502013" y="0"/>
                </a:lnTo>
                <a:lnTo>
                  <a:pt x="3933735" y="0"/>
                </a:lnTo>
                <a:cubicBezTo>
                  <a:pt x="4244155" y="0"/>
                  <a:pt x="4495800" y="251645"/>
                  <a:pt x="4495800" y="562065"/>
                </a:cubicBezTo>
                <a:lnTo>
                  <a:pt x="4495800" y="9115335"/>
                </a:lnTo>
                <a:cubicBezTo>
                  <a:pt x="4495800" y="9425755"/>
                  <a:pt x="4244155" y="9677400"/>
                  <a:pt x="3933735" y="9677400"/>
                </a:cubicBezTo>
                <a:lnTo>
                  <a:pt x="562065" y="9677400"/>
                </a:lnTo>
                <a:cubicBezTo>
                  <a:pt x="251645" y="9677400"/>
                  <a:pt x="0" y="9425755"/>
                  <a:pt x="0" y="9115335"/>
                </a:cubicBezTo>
                <a:lnTo>
                  <a:pt x="0" y="562065"/>
                </a:lnTo>
                <a:cubicBezTo>
                  <a:pt x="0" y="251645"/>
                  <a:pt x="251645" y="0"/>
                  <a:pt x="562065" y="0"/>
                </a:cubicBezTo>
                <a:close/>
              </a:path>
            </a:pathLst>
          </a:custGeom>
          <a:pattFill prst="pct10">
            <a:fgClr>
              <a:schemeClr val="tx2"/>
            </a:fgClr>
            <a:bgClr>
              <a:schemeClr val="bg1"/>
            </a:bgClr>
          </a:pattFill>
        </p:spPr>
        <p:txBody>
          <a:bodyPr wrap="square">
            <a:noAutofit/>
          </a:bodyPr>
          <a:lstStyle/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88839311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Balnk P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84127328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374">
          <p15:clr>
            <a:srgbClr val="FBAE40"/>
          </p15:clr>
        </p15:guide>
        <p15:guide id="2" pos="5384">
          <p15:clr>
            <a:srgbClr val="FBAE40"/>
          </p15:clr>
        </p15:guide>
        <p15:guide id="3" orient="horz" pos="288">
          <p15:clr>
            <a:srgbClr val="FBAE40"/>
          </p15:clr>
        </p15:guide>
        <p15:guide id="4" orient="horz" pos="2952">
          <p15:clr>
            <a:srgbClr val="FBAE40"/>
          </p15:clr>
        </p15:guide>
      </p15:sldGuideLst>
    </p:ext>
  </p:extLst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>
  <p:cSld name="Title and Content">
    <p:spTree>
      <p:nvGrpSpPr>
        <p:cNvPr id="1" name="Shape 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Google Shape;8;p35"/>
          <p:cNvSpPr>
            <a:spLocks noGrp="1"/>
          </p:cNvSpPr>
          <p:nvPr>
            <p:ph type="pic" idx="2"/>
          </p:nvPr>
        </p:nvSpPr>
        <p:spPr>
          <a:xfrm>
            <a:off x="3657601" y="0"/>
            <a:ext cx="8534400" cy="6858000"/>
          </a:xfrm>
          <a:prstGeom prst="rect">
            <a:avLst/>
          </a:prstGeom>
          <a:pattFill prst="pct20">
            <a:fgClr>
              <a:schemeClr val="tx2"/>
            </a:fgClr>
            <a:bgClr>
              <a:schemeClr val="bg1"/>
            </a:bgClr>
          </a:pattFill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•"/>
              <a:defRPr sz="2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24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228600" marR="0" indent="-228600" algn="r" defTabSz="914400" rtl="1" eaLnBrk="1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•"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36006753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4_Tata letak Kustom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Bentuk Bebas: Bentuk 4">
            <a:extLst>
              <a:ext uri="{FF2B5EF4-FFF2-40B4-BE49-F238E27FC236}">
                <a16:creationId xmlns:a16="http://schemas.microsoft.com/office/drawing/2014/main" id="{14A3D2ED-E10C-4A26-804F-070A8388119B}"/>
              </a:ext>
            </a:extLst>
          </p:cNvPr>
          <p:cNvSpPr/>
          <p:nvPr/>
        </p:nvSpPr>
        <p:spPr>
          <a:xfrm flipH="1">
            <a:off x="-14291" y="0"/>
            <a:ext cx="12206291" cy="6849980"/>
          </a:xfrm>
          <a:custGeom>
            <a:avLst/>
            <a:gdLst>
              <a:gd name="connsiteX0" fmla="*/ 0 w 24406225"/>
              <a:gd name="connsiteY0" fmla="*/ 0 h 13699960"/>
              <a:gd name="connsiteX1" fmla="*/ 24406224 w 24406225"/>
              <a:gd name="connsiteY1" fmla="*/ 0 h 13699960"/>
              <a:gd name="connsiteX2" fmla="*/ 24406224 w 24406225"/>
              <a:gd name="connsiteY2" fmla="*/ 13699960 h 13699960"/>
              <a:gd name="connsiteX3" fmla="*/ 0 w 24406225"/>
              <a:gd name="connsiteY3" fmla="*/ 13699960 h 13699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406225" h="13699960">
                <a:moveTo>
                  <a:pt x="0" y="0"/>
                </a:moveTo>
                <a:lnTo>
                  <a:pt x="24406224" y="0"/>
                </a:lnTo>
                <a:lnTo>
                  <a:pt x="24406224" y="13699960"/>
                </a:lnTo>
                <a:lnTo>
                  <a:pt x="0" y="13699960"/>
                </a:lnTo>
                <a:close/>
              </a:path>
            </a:pathLst>
          </a:custGeom>
          <a:solidFill>
            <a:schemeClr val="tx2"/>
          </a:solidFill>
          <a:ln w="12683" cap="flat">
            <a:noFill/>
            <a:prstDash val="solid"/>
            <a:miter/>
          </a:ln>
        </p:spPr>
        <p:txBody>
          <a:bodyPr rtlCol="0" anchor="ctr"/>
          <a:lstStyle/>
          <a:p>
            <a:endParaRPr lang="id-ID" sz="900"/>
          </a:p>
        </p:txBody>
      </p:sp>
      <p:sp>
        <p:nvSpPr>
          <p:cNvPr id="14" name="Bentuk Bebas: Bentuk 13">
            <a:extLst>
              <a:ext uri="{FF2B5EF4-FFF2-40B4-BE49-F238E27FC236}">
                <a16:creationId xmlns:a16="http://schemas.microsoft.com/office/drawing/2014/main" id="{EED65E0D-AE47-4275-BB42-2C66A5760B31}"/>
              </a:ext>
            </a:extLst>
          </p:cNvPr>
          <p:cNvSpPr>
            <a:spLocks noGrp="1"/>
          </p:cNvSpPr>
          <p:nvPr>
            <p:ph type="pic" sz="quarter" idx="38"/>
          </p:nvPr>
        </p:nvSpPr>
        <p:spPr>
          <a:xfrm flipH="1">
            <a:off x="-14290" y="1"/>
            <a:ext cx="12206290" cy="4546231"/>
          </a:xfrm>
          <a:custGeom>
            <a:avLst/>
            <a:gdLst>
              <a:gd name="connsiteX0" fmla="*/ 0 w 24406223"/>
              <a:gd name="connsiteY0" fmla="*/ 0 h 9092461"/>
              <a:gd name="connsiteX1" fmla="*/ 24406223 w 24406223"/>
              <a:gd name="connsiteY1" fmla="*/ 0 h 9092461"/>
              <a:gd name="connsiteX2" fmla="*/ 24406223 w 24406223"/>
              <a:gd name="connsiteY2" fmla="*/ 4620438 h 9092461"/>
              <a:gd name="connsiteX3" fmla="*/ 19478043 w 24406223"/>
              <a:gd name="connsiteY3" fmla="*/ 9092461 h 9092461"/>
              <a:gd name="connsiteX4" fmla="*/ 0 w 24406223"/>
              <a:gd name="connsiteY4" fmla="*/ 9092461 h 90924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406223" h="9092461">
                <a:moveTo>
                  <a:pt x="0" y="0"/>
                </a:moveTo>
                <a:lnTo>
                  <a:pt x="24406223" y="0"/>
                </a:lnTo>
                <a:lnTo>
                  <a:pt x="24406223" y="4620438"/>
                </a:lnTo>
                <a:lnTo>
                  <a:pt x="19478043" y="9092461"/>
                </a:lnTo>
                <a:lnTo>
                  <a:pt x="0" y="9092461"/>
                </a:lnTo>
                <a:close/>
              </a:path>
            </a:pathLst>
          </a:custGeom>
          <a:pattFill prst="pct20">
            <a:fgClr>
              <a:schemeClr val="tx2"/>
            </a:fgClr>
            <a:bgClr>
              <a:schemeClr val="bg1"/>
            </a:bgClr>
          </a:pattFill>
        </p:spPr>
        <p:txBody>
          <a:bodyPr wrap="square">
            <a:noAutofit/>
          </a:bodyPr>
          <a:lstStyle/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29803673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Defaul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entuk Bebas: Bentuk 67">
            <a:extLst>
              <a:ext uri="{FF2B5EF4-FFF2-40B4-BE49-F238E27FC236}">
                <a16:creationId xmlns:a16="http://schemas.microsoft.com/office/drawing/2014/main" id="{56714DE7-CE18-4657-F6D2-9023AE35BABC}"/>
              </a:ext>
            </a:extLst>
          </p:cNvPr>
          <p:cNvSpPr/>
          <p:nvPr userDrawn="1"/>
        </p:nvSpPr>
        <p:spPr>
          <a:xfrm flipH="1">
            <a:off x="6887403" y="6370097"/>
            <a:ext cx="5046018" cy="320065"/>
          </a:xfrm>
          <a:custGeom>
            <a:avLst/>
            <a:gdLst>
              <a:gd name="connsiteX0" fmla="*/ 0 w 5036883"/>
              <a:gd name="connsiteY0" fmla="*/ 0 h 224726"/>
              <a:gd name="connsiteX1" fmla="*/ 0 w 5036883"/>
              <a:gd name="connsiteY1" fmla="*/ 224727 h 224726"/>
              <a:gd name="connsiteX2" fmla="*/ 4812157 w 5036883"/>
              <a:gd name="connsiteY2" fmla="*/ 224727 h 224726"/>
              <a:gd name="connsiteX3" fmla="*/ 5036884 w 5036883"/>
              <a:gd name="connsiteY3" fmla="*/ 0 h 224726"/>
              <a:gd name="connsiteX4" fmla="*/ 4812157 w 5036883"/>
              <a:gd name="connsiteY4" fmla="*/ 0 h 2247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036883" h="224726">
                <a:moveTo>
                  <a:pt x="0" y="0"/>
                </a:moveTo>
                <a:lnTo>
                  <a:pt x="0" y="224727"/>
                </a:lnTo>
                <a:lnTo>
                  <a:pt x="4812157" y="224727"/>
                </a:lnTo>
                <a:lnTo>
                  <a:pt x="5036884" y="0"/>
                </a:lnTo>
                <a:lnTo>
                  <a:pt x="4812157" y="0"/>
                </a:lnTo>
                <a:close/>
              </a:path>
            </a:pathLst>
          </a:custGeom>
          <a:solidFill>
            <a:schemeClr val="accent1"/>
          </a:solidFill>
          <a:ln w="6347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r" defTabSz="91440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0" cap="none" spc="0" normalizeH="0" baseline="0" noProof="0" dirty="0">
              <a:ln>
                <a:noFill/>
              </a:ln>
              <a:solidFill>
                <a:schemeClr val="accent2"/>
              </a:solidFill>
              <a:effectLst/>
              <a:uLnTx/>
              <a:uFillTx/>
            </a:endParaRPr>
          </a:p>
        </p:txBody>
      </p:sp>
      <p:sp>
        <p:nvSpPr>
          <p:cNvPr id="3" name="Freeform 2">
            <a:extLst>
              <a:ext uri="{FF2B5EF4-FFF2-40B4-BE49-F238E27FC236}">
                <a16:creationId xmlns:a16="http://schemas.microsoft.com/office/drawing/2014/main" id="{D4A3BEDC-7C37-AD30-B5EC-20DC15FA8EFE}"/>
              </a:ext>
            </a:extLst>
          </p:cNvPr>
          <p:cNvSpPr/>
          <p:nvPr userDrawn="1"/>
        </p:nvSpPr>
        <p:spPr>
          <a:xfrm>
            <a:off x="6445592" y="6360695"/>
            <a:ext cx="340276" cy="338868"/>
          </a:xfrm>
          <a:custGeom>
            <a:avLst/>
            <a:gdLst>
              <a:gd name="connsiteX0" fmla="*/ 154795 w 440381"/>
              <a:gd name="connsiteY0" fmla="*/ 7155 h 438559"/>
              <a:gd name="connsiteX1" fmla="*/ 153489 w 440381"/>
              <a:gd name="connsiteY1" fmla="*/ 7155 h 438559"/>
              <a:gd name="connsiteX2" fmla="*/ 151529 w 440381"/>
              <a:gd name="connsiteY2" fmla="*/ 7155 h 438559"/>
              <a:gd name="connsiteX3" fmla="*/ 148917 w 440381"/>
              <a:gd name="connsiteY3" fmla="*/ 7805 h 438559"/>
              <a:gd name="connsiteX4" fmla="*/ 146957 w 440381"/>
              <a:gd name="connsiteY4" fmla="*/ 8456 h 438559"/>
              <a:gd name="connsiteX5" fmla="*/ 144998 w 440381"/>
              <a:gd name="connsiteY5" fmla="*/ 9757 h 438559"/>
              <a:gd name="connsiteX6" fmla="*/ 144345 w 440381"/>
              <a:gd name="connsiteY6" fmla="*/ 10407 h 438559"/>
              <a:gd name="connsiteX7" fmla="*/ 11103 w 440381"/>
              <a:gd name="connsiteY7" fmla="*/ 143097 h 438559"/>
              <a:gd name="connsiteX8" fmla="*/ 10450 w 440381"/>
              <a:gd name="connsiteY8" fmla="*/ 143747 h 438559"/>
              <a:gd name="connsiteX9" fmla="*/ 9144 w 440381"/>
              <a:gd name="connsiteY9" fmla="*/ 145699 h 438559"/>
              <a:gd name="connsiteX10" fmla="*/ 8491 w 440381"/>
              <a:gd name="connsiteY10" fmla="*/ 147650 h 438559"/>
              <a:gd name="connsiteX11" fmla="*/ 7838 w 440381"/>
              <a:gd name="connsiteY11" fmla="*/ 150252 h 438559"/>
              <a:gd name="connsiteX12" fmla="*/ 7838 w 440381"/>
              <a:gd name="connsiteY12" fmla="*/ 152203 h 438559"/>
              <a:gd name="connsiteX13" fmla="*/ 7838 w 440381"/>
              <a:gd name="connsiteY13" fmla="*/ 153504 h 438559"/>
              <a:gd name="connsiteX14" fmla="*/ 0 w 440381"/>
              <a:gd name="connsiteY14" fmla="*/ 373353 h 438559"/>
              <a:gd name="connsiteX15" fmla="*/ 13063 w 440381"/>
              <a:gd name="connsiteY15" fmla="*/ 381809 h 438559"/>
              <a:gd name="connsiteX16" fmla="*/ 85562 w 440381"/>
              <a:gd name="connsiteY16" fmla="*/ 366198 h 438559"/>
              <a:gd name="connsiteX17" fmla="*/ 94053 w 440381"/>
              <a:gd name="connsiteY17" fmla="*/ 353189 h 438559"/>
              <a:gd name="connsiteX18" fmla="*/ 111687 w 440381"/>
              <a:gd name="connsiteY18" fmla="*/ 178871 h 438559"/>
              <a:gd name="connsiteX19" fmla="*/ 111687 w 440381"/>
              <a:gd name="connsiteY19" fmla="*/ 178871 h 438559"/>
              <a:gd name="connsiteX20" fmla="*/ 369026 w 440381"/>
              <a:gd name="connsiteY20" fmla="*/ 435145 h 438559"/>
              <a:gd name="connsiteX21" fmla="*/ 384701 w 440381"/>
              <a:gd name="connsiteY21" fmla="*/ 435145 h 438559"/>
              <a:gd name="connsiteX22" fmla="*/ 436953 w 440381"/>
              <a:gd name="connsiteY22" fmla="*/ 383110 h 438559"/>
              <a:gd name="connsiteX23" fmla="*/ 436953 w 440381"/>
              <a:gd name="connsiteY23" fmla="*/ 367499 h 438559"/>
              <a:gd name="connsiteX24" fmla="*/ 179614 w 440381"/>
              <a:gd name="connsiteY24" fmla="*/ 110575 h 438559"/>
              <a:gd name="connsiteX25" fmla="*/ 179614 w 440381"/>
              <a:gd name="connsiteY25" fmla="*/ 110575 h 438559"/>
              <a:gd name="connsiteX26" fmla="*/ 354003 w 440381"/>
              <a:gd name="connsiteY26" fmla="*/ 93663 h 438559"/>
              <a:gd name="connsiteX27" fmla="*/ 367066 w 440381"/>
              <a:gd name="connsiteY27" fmla="*/ 85208 h 438559"/>
              <a:gd name="connsiteX28" fmla="*/ 382742 w 440381"/>
              <a:gd name="connsiteY28" fmla="*/ 13009 h 438559"/>
              <a:gd name="connsiteX29" fmla="*/ 374251 w 440381"/>
              <a:gd name="connsiteY29" fmla="*/ 0 h 438559"/>
              <a:gd name="connsiteX30" fmla="*/ 154795 w 440381"/>
              <a:gd name="connsiteY30" fmla="*/ 7155 h 4385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440381" h="438559">
                <a:moveTo>
                  <a:pt x="154795" y="7155"/>
                </a:moveTo>
                <a:cubicBezTo>
                  <a:pt x="154142" y="7155"/>
                  <a:pt x="154142" y="7155"/>
                  <a:pt x="153489" y="7155"/>
                </a:cubicBezTo>
                <a:cubicBezTo>
                  <a:pt x="152835" y="7155"/>
                  <a:pt x="152182" y="7155"/>
                  <a:pt x="151529" y="7155"/>
                </a:cubicBezTo>
                <a:cubicBezTo>
                  <a:pt x="150223" y="7805"/>
                  <a:pt x="149570" y="7805"/>
                  <a:pt x="148917" y="7805"/>
                </a:cubicBezTo>
                <a:cubicBezTo>
                  <a:pt x="148263" y="7805"/>
                  <a:pt x="147610" y="8456"/>
                  <a:pt x="146957" y="8456"/>
                </a:cubicBezTo>
                <a:cubicBezTo>
                  <a:pt x="146304" y="9106"/>
                  <a:pt x="145651" y="9106"/>
                  <a:pt x="144998" y="9757"/>
                </a:cubicBezTo>
                <a:cubicBezTo>
                  <a:pt x="144998" y="9757"/>
                  <a:pt x="144345" y="10407"/>
                  <a:pt x="144345" y="10407"/>
                </a:cubicBezTo>
                <a:lnTo>
                  <a:pt x="11103" y="143097"/>
                </a:lnTo>
                <a:cubicBezTo>
                  <a:pt x="11103" y="143097"/>
                  <a:pt x="10450" y="143747"/>
                  <a:pt x="10450" y="143747"/>
                </a:cubicBezTo>
                <a:cubicBezTo>
                  <a:pt x="9797" y="144398"/>
                  <a:pt x="9797" y="145048"/>
                  <a:pt x="9144" y="145699"/>
                </a:cubicBezTo>
                <a:cubicBezTo>
                  <a:pt x="9144" y="146349"/>
                  <a:pt x="8491" y="147000"/>
                  <a:pt x="8491" y="147650"/>
                </a:cubicBezTo>
                <a:cubicBezTo>
                  <a:pt x="8491" y="148301"/>
                  <a:pt x="7838" y="148951"/>
                  <a:pt x="7838" y="150252"/>
                </a:cubicBezTo>
                <a:cubicBezTo>
                  <a:pt x="7838" y="150902"/>
                  <a:pt x="7838" y="151553"/>
                  <a:pt x="7838" y="152203"/>
                </a:cubicBezTo>
                <a:cubicBezTo>
                  <a:pt x="7838" y="152854"/>
                  <a:pt x="7838" y="152854"/>
                  <a:pt x="7838" y="153504"/>
                </a:cubicBezTo>
                <a:lnTo>
                  <a:pt x="0" y="373353"/>
                </a:lnTo>
                <a:cubicBezTo>
                  <a:pt x="1306" y="379207"/>
                  <a:pt x="7185" y="383110"/>
                  <a:pt x="13063" y="381809"/>
                </a:cubicBezTo>
                <a:lnTo>
                  <a:pt x="85562" y="366198"/>
                </a:lnTo>
                <a:cubicBezTo>
                  <a:pt x="91440" y="364897"/>
                  <a:pt x="95359" y="359043"/>
                  <a:pt x="94053" y="353189"/>
                </a:cubicBezTo>
                <a:lnTo>
                  <a:pt x="111687" y="178871"/>
                </a:lnTo>
                <a:lnTo>
                  <a:pt x="111687" y="178871"/>
                </a:lnTo>
                <a:lnTo>
                  <a:pt x="369026" y="435145"/>
                </a:lnTo>
                <a:cubicBezTo>
                  <a:pt x="373598" y="439698"/>
                  <a:pt x="380129" y="439698"/>
                  <a:pt x="384701" y="435145"/>
                </a:cubicBezTo>
                <a:lnTo>
                  <a:pt x="436953" y="383110"/>
                </a:lnTo>
                <a:cubicBezTo>
                  <a:pt x="441525" y="378557"/>
                  <a:pt x="441525" y="372052"/>
                  <a:pt x="436953" y="367499"/>
                </a:cubicBezTo>
                <a:lnTo>
                  <a:pt x="179614" y="110575"/>
                </a:lnTo>
                <a:lnTo>
                  <a:pt x="179614" y="110575"/>
                </a:lnTo>
                <a:lnTo>
                  <a:pt x="354003" y="93663"/>
                </a:lnTo>
                <a:cubicBezTo>
                  <a:pt x="359882" y="94964"/>
                  <a:pt x="365760" y="91062"/>
                  <a:pt x="367066" y="85208"/>
                </a:cubicBezTo>
                <a:lnTo>
                  <a:pt x="382742" y="13009"/>
                </a:lnTo>
                <a:cubicBezTo>
                  <a:pt x="384048" y="7155"/>
                  <a:pt x="380129" y="1301"/>
                  <a:pt x="374251" y="0"/>
                </a:cubicBezTo>
                <a:lnTo>
                  <a:pt x="154795" y="7155"/>
                </a:lnTo>
                <a:close/>
              </a:path>
            </a:pathLst>
          </a:custGeom>
          <a:solidFill>
            <a:schemeClr val="accent1"/>
          </a:solidFill>
          <a:ln w="6531" cap="flat">
            <a:noFill/>
            <a:prstDash val="solid"/>
            <a:miter/>
          </a:ln>
        </p:spPr>
        <p:txBody>
          <a:bodyPr rtlCol="0" anchor="ctr"/>
          <a:lstStyle/>
          <a:p>
            <a:pPr marL="0" algn="r" defTabSz="914400" rtl="1" eaLnBrk="1" latinLnBrk="0" hangingPunct="1"/>
            <a:endParaRPr lang="en-SA" dirty="0">
              <a:solidFill>
                <a:schemeClr val="accent2"/>
              </a:solidFill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BA5284FD-9D8A-59A8-E65A-E03F6B96926E}"/>
              </a:ext>
            </a:extLst>
          </p:cNvPr>
          <p:cNvSpPr txBox="1"/>
          <p:nvPr userDrawn="1"/>
        </p:nvSpPr>
        <p:spPr>
          <a:xfrm>
            <a:off x="4950372" y="6370097"/>
            <a:ext cx="1303283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100" u="sng" dirty="0">
                <a:solidFill>
                  <a:schemeClr val="tx1"/>
                </a:solidFill>
                <a:effectLst/>
                <a:latin typeface="Calibri" panose="020F0502020204030204" pitchFamily="34" charset="0"/>
                <a:ea typeface="Calibri" panose="020F0502020204030204" pitchFamily="34" charset="0"/>
                <a:hlinkClick r:id="rId2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Info@tamcapital.sa</a:t>
            </a:r>
            <a:endParaRPr lang="en-SA" sz="1100" dirty="0">
              <a:solidFill>
                <a:schemeClr val="tx1"/>
              </a:solidFill>
              <a:effectLst/>
              <a:latin typeface="Calibri" panose="020F0502020204030204" pitchFamily="34" charset="0"/>
              <a:ea typeface="Calibri" panose="020F0502020204030204" pitchFamily="34" charset="0"/>
            </a:endParaRPr>
          </a:p>
        </p:txBody>
      </p:sp>
      <p:pic>
        <p:nvPicPr>
          <p:cNvPr id="6" name="Picture 5">
            <a:extLst>
              <a:ext uri="{FF2B5EF4-FFF2-40B4-BE49-F238E27FC236}">
                <a16:creationId xmlns:a16="http://schemas.microsoft.com/office/drawing/2014/main" id="{6E310509-659D-B552-A6E7-75186A33D060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4753910" y="6405502"/>
            <a:ext cx="190800" cy="190800"/>
          </a:xfrm>
          <a:prstGeom prst="rect">
            <a:avLst/>
          </a:prstGeom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78EB06C2-E430-99EC-807A-E09BCB8BFD52}"/>
              </a:ext>
            </a:extLst>
          </p:cNvPr>
          <p:cNvSpPr txBox="1"/>
          <p:nvPr userDrawn="1"/>
        </p:nvSpPr>
        <p:spPr>
          <a:xfrm>
            <a:off x="3567844" y="6370098"/>
            <a:ext cx="1180404" cy="29931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000" dirty="0" err="1">
                <a:solidFill>
                  <a:schemeClr val="tx1"/>
                </a:solidFill>
                <a:effectLst/>
                <a:latin typeface="Calibri" panose="020F0502020204030204" pitchFamily="34" charset="0"/>
                <a:ea typeface="Calibri" panose="020F0502020204030204" pitchFamily="34" charset="0"/>
              </a:rPr>
              <a:t>www.tamcapital.sa</a:t>
            </a:r>
            <a:endParaRPr lang="en-SA" sz="1000" dirty="0">
              <a:solidFill>
                <a:schemeClr val="tx1"/>
              </a:solidFill>
              <a:effectLst/>
              <a:latin typeface="Calibri" panose="020F0502020204030204" pitchFamily="34" charset="0"/>
              <a:ea typeface="Calibri" panose="020F0502020204030204" pitchFamily="34" charset="0"/>
            </a:endParaRP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311FA980-81C3-8B86-AEDE-5CC488258943}"/>
              </a:ext>
            </a:extLst>
          </p:cNvPr>
          <p:cNvPicPr>
            <a:picLocks noChangeAspect="1"/>
          </p:cNvPicPr>
          <p:nvPr userDrawn="1"/>
        </p:nvPicPr>
        <p:blipFill>
          <a:blip r:embed="rId4"/>
          <a:srcRect/>
          <a:stretch/>
        </p:blipFill>
        <p:spPr>
          <a:xfrm>
            <a:off x="3371381" y="6424354"/>
            <a:ext cx="190800" cy="1908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83587942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26" Type="http://schemas.openxmlformats.org/officeDocument/2006/relationships/slideLayout" Target="../slideLayouts/slideLayout26.xml"/><Relationship Id="rId3" Type="http://schemas.openxmlformats.org/officeDocument/2006/relationships/slideLayout" Target="../slideLayouts/slideLayout3.xml"/><Relationship Id="rId21" Type="http://schemas.openxmlformats.org/officeDocument/2006/relationships/slideLayout" Target="../slideLayouts/slideLayout21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5" Type="http://schemas.openxmlformats.org/officeDocument/2006/relationships/slideLayout" Target="../slideLayouts/slideLayout25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0" Type="http://schemas.openxmlformats.org/officeDocument/2006/relationships/slideLayout" Target="../slideLayouts/slideLayout20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24" Type="http://schemas.openxmlformats.org/officeDocument/2006/relationships/slideLayout" Target="../slideLayouts/slideLayout24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23" Type="http://schemas.openxmlformats.org/officeDocument/2006/relationships/slideLayout" Target="../slideLayouts/slideLayout23.xml"/><Relationship Id="rId28" Type="http://schemas.openxmlformats.org/officeDocument/2006/relationships/theme" Target="../theme/theme1.xml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Relationship Id="rId22" Type="http://schemas.openxmlformats.org/officeDocument/2006/relationships/slideLayout" Target="../slideLayouts/slideLayout22.xml"/><Relationship Id="rId27" Type="http://schemas.openxmlformats.org/officeDocument/2006/relationships/slideLayout" Target="../slideLayouts/slideLayout27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952492C3-0D89-D297-898E-FBD145232FA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  <a:endParaRPr lang="en-SA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E3A87A50-A811-181C-530B-8564131930E2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SA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D428AB5E-08F3-A8AF-C74D-30C246E4C747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34FBEE4F-E24D-4644-B505-C014FC9FAE23}" type="datetimeFigureOut">
              <a:rPr lang="en-SA" smtClean="0"/>
              <a:t>12/02/2024 R</a:t>
            </a:fld>
            <a:endParaRPr lang="en-SA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CE9C827F-1773-7994-F593-A45F105D5634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SA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C5B38FAD-39C2-0527-7548-E1278E8E0136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E68A766F-90E0-074D-892C-F645994AD03B}" type="slidenum">
              <a:rPr lang="en-SA" smtClean="0"/>
              <a:t>‹#›</a:t>
            </a:fld>
            <a:endParaRPr lang="en-SA"/>
          </a:p>
        </p:txBody>
      </p:sp>
    </p:spTree>
    <p:extLst>
      <p:ext uri="{BB962C8B-B14F-4D97-AF65-F5344CB8AC3E}">
        <p14:creationId xmlns:p14="http://schemas.microsoft.com/office/powerpoint/2010/main" val="105546828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4" r:id="rId2"/>
    <p:sldLayoutId id="2147483655" r:id="rId3"/>
    <p:sldLayoutId id="2147483656" r:id="rId4"/>
    <p:sldLayoutId id="2147483657" r:id="rId5"/>
    <p:sldLayoutId id="2147483658" r:id="rId6"/>
    <p:sldLayoutId id="2147483659" r:id="rId7"/>
    <p:sldLayoutId id="2147483660" r:id="rId8"/>
    <p:sldLayoutId id="2147483661" r:id="rId9"/>
    <p:sldLayoutId id="2147483662" r:id="rId10"/>
    <p:sldLayoutId id="2147483663" r:id="rId11"/>
    <p:sldLayoutId id="2147483664" r:id="rId12"/>
    <p:sldLayoutId id="2147483665" r:id="rId13"/>
    <p:sldLayoutId id="2147483666" r:id="rId14"/>
    <p:sldLayoutId id="2147483667" r:id="rId15"/>
    <p:sldLayoutId id="2147483668" r:id="rId16"/>
    <p:sldLayoutId id="2147483669" r:id="rId17"/>
    <p:sldLayoutId id="2147483670" r:id="rId18"/>
    <p:sldLayoutId id="2147483671" r:id="rId19"/>
    <p:sldLayoutId id="2147483672" r:id="rId20"/>
    <p:sldLayoutId id="2147483673" r:id="rId21"/>
    <p:sldLayoutId id="2147483674" r:id="rId22"/>
    <p:sldLayoutId id="2147483675" r:id="rId23"/>
    <p:sldLayoutId id="2147483676" r:id="rId24"/>
    <p:sldLayoutId id="2147483677" r:id="rId25"/>
    <p:sldLayoutId id="2147483678" r:id="rId26"/>
    <p:sldLayoutId id="2147483679" r:id="rId27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SA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4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7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7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7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7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7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7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15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16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7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9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7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.xml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.xml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.xml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7.xml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7.xml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.xml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25.xml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.xml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25.xml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chart" Target="../charts/chart3.xml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25.xml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chart" Target="../charts/chart4.xml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25.xml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7.xml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1.xml"/></Relationships>
</file>

<file path=ppt/slides/_rels/slide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2.xml"/></Relationships>
</file>

<file path=ppt/slides/_rels/slide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3.xml"/></Relationships>
</file>

<file path=ppt/slides/_rels/slide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7.xml"/></Relationships>
</file>

<file path=ppt/slides/_rels/slide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4.xml"/></Relationships>
</file>

<file path=ppt/slides/_rels/slide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4.xml"/></Relationships>
</file>

<file path=ppt/slides/_rels/slide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4.xml"/></Relationships>
</file>

<file path=ppt/slides/_rels/slide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4.xml"/></Relationships>
</file>

<file path=ppt/slides/_rels/slide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4.xml"/></Relationships>
</file>

<file path=ppt/slides/_rels/slide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4.xml"/></Relationships>
</file>

<file path=ppt/slides/_rels/slide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4.xml"/></Relationships>
</file>

<file path=ppt/slides/_rels/slide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4.xml"/></Relationships>
</file>

<file path=ppt/slides/_rels/slide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4.xml"/></Relationships>
</file>

<file path=ppt/slides/_rels/slide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4.xml"/></Relationships>
</file>

<file path=ppt/slides/_rels/slide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4.xml"/></Relationships>
</file>

<file path=ppt/slides/_rels/slide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4.xml"/></Relationships>
</file>

<file path=ppt/slides/_rels/slide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4.xml"/></Relationships>
</file>

<file path=ppt/slides/_rels/slide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4.xml"/></Relationships>
</file>

<file path=ppt/slides/_rels/slide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4.xml"/></Relationships>
</file>

<file path=ppt/slides/_rels/slide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4.xml"/></Relationships>
</file>

<file path=ppt/slides/_rels/slide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4.xml"/></Relationships>
</file>

<file path=ppt/slides/_rels/slide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4.xml"/></Relationships>
</file>

<file path=ppt/slides/_rels/slide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4.xml"/></Relationships>
</file>

<file path=ppt/slides/_rels/slide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4.xml"/></Relationships>
</file>

<file path=ppt/slides/_rels/slide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4.xml"/></Relationships>
</file>

<file path=ppt/slides/_rels/slide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4.xml"/></Relationships>
</file>

<file path=ppt/slides/_rels/slide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4.xml"/></Relationships>
</file>

<file path=ppt/slides/_rels/slide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4.xml"/></Relationships>
</file>

<file path=ppt/slides/_rels/slide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4.xml"/></Relationships>
</file>

<file path=ppt/slides/_rels/slide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4.xml"/></Relationships>
</file>

<file path=ppt/slides/_rels/slide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4.xml"/></Relationships>
</file>

<file path=ppt/slides/_rels/slide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4.xml"/></Relationships>
</file>

<file path=ppt/slides/_rels/slide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4.xml"/></Relationships>
</file>

<file path=ppt/slides/_rels/slide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4.xml"/></Relationships>
</file>

<file path=ppt/slides/_rels/slide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4.xml"/></Relationships>
</file>

<file path=ppt/slides/_rels/slide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4.xml"/></Relationships>
</file>

<file path=ppt/slides/_rels/slide7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26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AF20A0F4-37DC-3040-8097-D6F1C665E1BD}"/>
              </a:ext>
            </a:extLst>
          </p:cNvPr>
          <p:cNvSpPr>
            <a:spLocks noGrp="1"/>
          </p:cNvSpPr>
          <p:nvPr>
            <p:ph type="pic" sz="quarter" idx="24"/>
          </p:nvPr>
        </p:nvSpPr>
        <p:spPr/>
      </p:sp>
      <p:grpSp>
        <p:nvGrpSpPr>
          <p:cNvPr id="16" name="Graphic 14">
            <a:extLst>
              <a:ext uri="{FF2B5EF4-FFF2-40B4-BE49-F238E27FC236}">
                <a16:creationId xmlns:a16="http://schemas.microsoft.com/office/drawing/2014/main" id="{828B74E0-21C6-9AA7-81B8-4B9B2C2AF104}"/>
              </a:ext>
            </a:extLst>
          </p:cNvPr>
          <p:cNvGrpSpPr/>
          <p:nvPr/>
        </p:nvGrpSpPr>
        <p:grpSpPr>
          <a:xfrm>
            <a:off x="8806355" y="5189285"/>
            <a:ext cx="3004194" cy="799674"/>
            <a:chOff x="8806355" y="5189285"/>
            <a:chExt cx="3004194" cy="799674"/>
          </a:xfrm>
          <a:solidFill>
            <a:srgbClr val="FFFFFF"/>
          </a:solidFill>
        </p:grpSpPr>
        <p:grpSp>
          <p:nvGrpSpPr>
            <p:cNvPr id="17" name="Graphic 14">
              <a:extLst>
                <a:ext uri="{FF2B5EF4-FFF2-40B4-BE49-F238E27FC236}">
                  <a16:creationId xmlns:a16="http://schemas.microsoft.com/office/drawing/2014/main" id="{DDBF5957-F665-704C-6607-7E7ADA9EB29B}"/>
                </a:ext>
              </a:extLst>
            </p:cNvPr>
            <p:cNvGrpSpPr/>
            <p:nvPr/>
          </p:nvGrpSpPr>
          <p:grpSpPr>
            <a:xfrm>
              <a:off x="8806355" y="5710095"/>
              <a:ext cx="3004194" cy="278863"/>
              <a:chOff x="8806355" y="5710095"/>
              <a:chExt cx="3004194" cy="278863"/>
            </a:xfrm>
            <a:solidFill>
              <a:srgbClr val="FFFFFF"/>
            </a:solidFill>
          </p:grpSpPr>
          <p:sp>
            <p:nvSpPr>
              <p:cNvPr id="18" name="Freeform 17">
                <a:extLst>
                  <a:ext uri="{FF2B5EF4-FFF2-40B4-BE49-F238E27FC236}">
                    <a16:creationId xmlns:a16="http://schemas.microsoft.com/office/drawing/2014/main" id="{1DA8DCF6-1F7B-7DD6-2B0D-4C383E7CAD6E}"/>
                  </a:ext>
                </a:extLst>
              </p:cNvPr>
              <p:cNvSpPr/>
              <p:nvPr/>
            </p:nvSpPr>
            <p:spPr>
              <a:xfrm>
                <a:off x="9144518" y="5711799"/>
                <a:ext cx="245794" cy="270344"/>
              </a:xfrm>
              <a:custGeom>
                <a:avLst/>
                <a:gdLst>
                  <a:gd name="connsiteX0" fmla="*/ 153532 w 245794"/>
                  <a:gd name="connsiteY0" fmla="*/ 5112 h 270344"/>
                  <a:gd name="connsiteX1" fmla="*/ 145534 w 245794"/>
                  <a:gd name="connsiteY1" fmla="*/ 0 h 270344"/>
                  <a:gd name="connsiteX2" fmla="*/ 98689 w 245794"/>
                  <a:gd name="connsiteY2" fmla="*/ 0 h 270344"/>
                  <a:gd name="connsiteX3" fmla="*/ 90691 w 245794"/>
                  <a:gd name="connsiteY3" fmla="*/ 5112 h 270344"/>
                  <a:gd name="connsiteX4" fmla="*/ 428 w 245794"/>
                  <a:gd name="connsiteY4" fmla="*/ 262961 h 270344"/>
                  <a:gd name="connsiteX5" fmla="*/ 428 w 245794"/>
                  <a:gd name="connsiteY5" fmla="*/ 268073 h 270344"/>
                  <a:gd name="connsiteX6" fmla="*/ 5570 w 245794"/>
                  <a:gd name="connsiteY6" fmla="*/ 270344 h 270344"/>
                  <a:gd name="connsiteX7" fmla="*/ 51273 w 245794"/>
                  <a:gd name="connsiteY7" fmla="*/ 270344 h 270344"/>
                  <a:gd name="connsiteX8" fmla="*/ 58699 w 245794"/>
                  <a:gd name="connsiteY8" fmla="*/ 265233 h 270344"/>
                  <a:gd name="connsiteX9" fmla="*/ 71839 w 245794"/>
                  <a:gd name="connsiteY9" fmla="*/ 226044 h 270344"/>
                  <a:gd name="connsiteX10" fmla="*/ 172956 w 245794"/>
                  <a:gd name="connsiteY10" fmla="*/ 226044 h 270344"/>
                  <a:gd name="connsiteX11" fmla="*/ 186095 w 245794"/>
                  <a:gd name="connsiteY11" fmla="*/ 265233 h 270344"/>
                  <a:gd name="connsiteX12" fmla="*/ 193522 w 245794"/>
                  <a:gd name="connsiteY12" fmla="*/ 270344 h 270344"/>
                  <a:gd name="connsiteX13" fmla="*/ 239224 w 245794"/>
                  <a:gd name="connsiteY13" fmla="*/ 270344 h 270344"/>
                  <a:gd name="connsiteX14" fmla="*/ 244937 w 245794"/>
                  <a:gd name="connsiteY14" fmla="*/ 268073 h 270344"/>
                  <a:gd name="connsiteX15" fmla="*/ 244937 w 245794"/>
                  <a:gd name="connsiteY15" fmla="*/ 262961 h 270344"/>
                  <a:gd name="connsiteX16" fmla="*/ 153532 w 245794"/>
                  <a:gd name="connsiteY16" fmla="*/ 5112 h 270344"/>
                  <a:gd name="connsiteX17" fmla="*/ 87835 w 245794"/>
                  <a:gd name="connsiteY17" fmla="*/ 176065 h 270344"/>
                  <a:gd name="connsiteX18" fmla="*/ 122112 w 245794"/>
                  <a:gd name="connsiteY18" fmla="*/ 72698 h 270344"/>
                  <a:gd name="connsiteX19" fmla="*/ 156388 w 245794"/>
                  <a:gd name="connsiteY19" fmla="*/ 176065 h 270344"/>
                  <a:gd name="connsiteX20" fmla="*/ 87835 w 245794"/>
                  <a:gd name="connsiteY20" fmla="*/ 176065 h 270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245794" h="270344">
                    <a:moveTo>
                      <a:pt x="153532" y="5112"/>
                    </a:moveTo>
                    <a:cubicBezTo>
                      <a:pt x="152390" y="2272"/>
                      <a:pt x="148962" y="0"/>
                      <a:pt x="145534" y="0"/>
                    </a:cubicBezTo>
                    <a:lnTo>
                      <a:pt x="98689" y="0"/>
                    </a:lnTo>
                    <a:cubicBezTo>
                      <a:pt x="94690" y="0"/>
                      <a:pt x="91834" y="2272"/>
                      <a:pt x="90691" y="5112"/>
                    </a:cubicBezTo>
                    <a:lnTo>
                      <a:pt x="428" y="262961"/>
                    </a:lnTo>
                    <a:cubicBezTo>
                      <a:pt x="-143" y="265233"/>
                      <a:pt x="-143" y="266937"/>
                      <a:pt x="428" y="268073"/>
                    </a:cubicBezTo>
                    <a:cubicBezTo>
                      <a:pt x="1571" y="269776"/>
                      <a:pt x="3285" y="270344"/>
                      <a:pt x="5570" y="270344"/>
                    </a:cubicBezTo>
                    <a:lnTo>
                      <a:pt x="51273" y="270344"/>
                    </a:lnTo>
                    <a:cubicBezTo>
                      <a:pt x="55272" y="270344"/>
                      <a:pt x="57557" y="268641"/>
                      <a:pt x="58699" y="265233"/>
                    </a:cubicBezTo>
                    <a:lnTo>
                      <a:pt x="71839" y="226044"/>
                    </a:lnTo>
                    <a:lnTo>
                      <a:pt x="172956" y="226044"/>
                    </a:lnTo>
                    <a:lnTo>
                      <a:pt x="186095" y="265233"/>
                    </a:lnTo>
                    <a:cubicBezTo>
                      <a:pt x="187238" y="268641"/>
                      <a:pt x="189523" y="270344"/>
                      <a:pt x="193522" y="270344"/>
                    </a:cubicBezTo>
                    <a:lnTo>
                      <a:pt x="239224" y="270344"/>
                    </a:lnTo>
                    <a:cubicBezTo>
                      <a:pt x="241510" y="270344"/>
                      <a:pt x="243795" y="269776"/>
                      <a:pt x="244937" y="268073"/>
                    </a:cubicBezTo>
                    <a:cubicBezTo>
                      <a:pt x="246080" y="266937"/>
                      <a:pt x="246080" y="264665"/>
                      <a:pt x="244937" y="262961"/>
                    </a:cubicBezTo>
                    <a:lnTo>
                      <a:pt x="153532" y="5112"/>
                    </a:lnTo>
                    <a:close/>
                    <a:moveTo>
                      <a:pt x="87835" y="176065"/>
                    </a:moveTo>
                    <a:lnTo>
                      <a:pt x="122112" y="72698"/>
                    </a:lnTo>
                    <a:lnTo>
                      <a:pt x="156388" y="176065"/>
                    </a:lnTo>
                    <a:lnTo>
                      <a:pt x="87835" y="176065"/>
                    </a:ln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19" name="Freeform 18">
                <a:extLst>
                  <a:ext uri="{FF2B5EF4-FFF2-40B4-BE49-F238E27FC236}">
                    <a16:creationId xmlns:a16="http://schemas.microsoft.com/office/drawing/2014/main" id="{515B9811-3D3C-3625-C261-E208D6ADDF0F}"/>
                  </a:ext>
                </a:extLst>
              </p:cNvPr>
              <p:cNvSpPr/>
              <p:nvPr/>
            </p:nvSpPr>
            <p:spPr>
              <a:xfrm>
                <a:off x="9482575" y="5711799"/>
                <a:ext cx="289155" cy="270912"/>
              </a:xfrm>
              <a:custGeom>
                <a:avLst/>
                <a:gdLst>
                  <a:gd name="connsiteX0" fmla="*/ 283356 w 289155"/>
                  <a:gd name="connsiteY0" fmla="*/ 0 h 270912"/>
                  <a:gd name="connsiteX1" fmla="*/ 232512 w 289155"/>
                  <a:gd name="connsiteY1" fmla="*/ 0 h 270912"/>
                  <a:gd name="connsiteX2" fmla="*/ 225085 w 289155"/>
                  <a:gd name="connsiteY2" fmla="*/ 4544 h 270912"/>
                  <a:gd name="connsiteX3" fmla="*/ 145106 w 289155"/>
                  <a:gd name="connsiteY3" fmla="*/ 204462 h 270912"/>
                  <a:gd name="connsiteX4" fmla="*/ 65126 w 289155"/>
                  <a:gd name="connsiteY4" fmla="*/ 4544 h 270912"/>
                  <a:gd name="connsiteX5" fmla="*/ 57699 w 289155"/>
                  <a:gd name="connsiteY5" fmla="*/ 0 h 270912"/>
                  <a:gd name="connsiteX6" fmla="*/ 6855 w 289155"/>
                  <a:gd name="connsiteY6" fmla="*/ 0 h 270912"/>
                  <a:gd name="connsiteX7" fmla="*/ 0 w 289155"/>
                  <a:gd name="connsiteY7" fmla="*/ 6815 h 270912"/>
                  <a:gd name="connsiteX8" fmla="*/ 0 w 289155"/>
                  <a:gd name="connsiteY8" fmla="*/ 264097 h 270912"/>
                  <a:gd name="connsiteX9" fmla="*/ 6855 w 289155"/>
                  <a:gd name="connsiteY9" fmla="*/ 270912 h 270912"/>
                  <a:gd name="connsiteX10" fmla="*/ 50273 w 289155"/>
                  <a:gd name="connsiteY10" fmla="*/ 270912 h 270912"/>
                  <a:gd name="connsiteX11" fmla="*/ 57128 w 289155"/>
                  <a:gd name="connsiteY11" fmla="*/ 264097 h 270912"/>
                  <a:gd name="connsiteX12" fmla="*/ 57128 w 289155"/>
                  <a:gd name="connsiteY12" fmla="*/ 107911 h 270912"/>
                  <a:gd name="connsiteX13" fmla="*/ 117684 w 289155"/>
                  <a:gd name="connsiteY13" fmla="*/ 265801 h 270912"/>
                  <a:gd name="connsiteX14" fmla="*/ 125111 w 289155"/>
                  <a:gd name="connsiteY14" fmla="*/ 270912 h 270912"/>
                  <a:gd name="connsiteX15" fmla="*/ 163958 w 289155"/>
                  <a:gd name="connsiteY15" fmla="*/ 270912 h 270912"/>
                  <a:gd name="connsiteX16" fmla="*/ 171385 w 289155"/>
                  <a:gd name="connsiteY16" fmla="*/ 265801 h 270912"/>
                  <a:gd name="connsiteX17" fmla="*/ 231941 w 289155"/>
                  <a:gd name="connsiteY17" fmla="*/ 107911 h 270912"/>
                  <a:gd name="connsiteX18" fmla="*/ 231941 w 289155"/>
                  <a:gd name="connsiteY18" fmla="*/ 264097 h 270912"/>
                  <a:gd name="connsiteX19" fmla="*/ 238796 w 289155"/>
                  <a:gd name="connsiteY19" fmla="*/ 270912 h 270912"/>
                  <a:gd name="connsiteX20" fmla="*/ 282213 w 289155"/>
                  <a:gd name="connsiteY20" fmla="*/ 270912 h 270912"/>
                  <a:gd name="connsiteX21" fmla="*/ 289069 w 289155"/>
                  <a:gd name="connsiteY21" fmla="*/ 264097 h 270912"/>
                  <a:gd name="connsiteX22" fmla="*/ 289069 w 289155"/>
                  <a:gd name="connsiteY22" fmla="*/ 6815 h 270912"/>
                  <a:gd name="connsiteX23" fmla="*/ 283356 w 289155"/>
                  <a:gd name="connsiteY23" fmla="*/ 0 h 2709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289155" h="270912">
                    <a:moveTo>
                      <a:pt x="283356" y="0"/>
                    </a:moveTo>
                    <a:lnTo>
                      <a:pt x="232512" y="0"/>
                    </a:lnTo>
                    <a:cubicBezTo>
                      <a:pt x="229084" y="0"/>
                      <a:pt x="226228" y="1704"/>
                      <a:pt x="225085" y="4544"/>
                    </a:cubicBezTo>
                    <a:lnTo>
                      <a:pt x="145106" y="204462"/>
                    </a:lnTo>
                    <a:lnTo>
                      <a:pt x="65126" y="4544"/>
                    </a:lnTo>
                    <a:cubicBezTo>
                      <a:pt x="63984" y="1704"/>
                      <a:pt x="61698" y="0"/>
                      <a:pt x="57699" y="0"/>
                    </a:cubicBezTo>
                    <a:lnTo>
                      <a:pt x="6855" y="0"/>
                    </a:lnTo>
                    <a:cubicBezTo>
                      <a:pt x="2856" y="0"/>
                      <a:pt x="0" y="2840"/>
                      <a:pt x="0" y="6815"/>
                    </a:cubicBezTo>
                    <a:lnTo>
                      <a:pt x="0" y="264097"/>
                    </a:lnTo>
                    <a:cubicBezTo>
                      <a:pt x="0" y="268073"/>
                      <a:pt x="2856" y="270912"/>
                      <a:pt x="6855" y="270912"/>
                    </a:cubicBezTo>
                    <a:lnTo>
                      <a:pt x="50273" y="270912"/>
                    </a:lnTo>
                    <a:cubicBezTo>
                      <a:pt x="54272" y="270912"/>
                      <a:pt x="57128" y="268073"/>
                      <a:pt x="57128" y="264097"/>
                    </a:cubicBezTo>
                    <a:lnTo>
                      <a:pt x="57128" y="107911"/>
                    </a:lnTo>
                    <a:lnTo>
                      <a:pt x="117684" y="265801"/>
                    </a:lnTo>
                    <a:cubicBezTo>
                      <a:pt x="118827" y="269208"/>
                      <a:pt x="121683" y="270912"/>
                      <a:pt x="125111" y="270912"/>
                    </a:cubicBezTo>
                    <a:lnTo>
                      <a:pt x="163958" y="270912"/>
                    </a:lnTo>
                    <a:cubicBezTo>
                      <a:pt x="167386" y="270912"/>
                      <a:pt x="170242" y="269208"/>
                      <a:pt x="171385" y="265801"/>
                    </a:cubicBezTo>
                    <a:lnTo>
                      <a:pt x="231941" y="107911"/>
                    </a:lnTo>
                    <a:lnTo>
                      <a:pt x="231941" y="264097"/>
                    </a:lnTo>
                    <a:cubicBezTo>
                      <a:pt x="231941" y="268073"/>
                      <a:pt x="234797" y="270912"/>
                      <a:pt x="238796" y="270912"/>
                    </a:cubicBezTo>
                    <a:lnTo>
                      <a:pt x="282213" y="270912"/>
                    </a:lnTo>
                    <a:cubicBezTo>
                      <a:pt x="286212" y="270912"/>
                      <a:pt x="289069" y="268073"/>
                      <a:pt x="289069" y="264097"/>
                    </a:cubicBezTo>
                    <a:lnTo>
                      <a:pt x="289069" y="6815"/>
                    </a:lnTo>
                    <a:cubicBezTo>
                      <a:pt x="289640" y="2840"/>
                      <a:pt x="287355" y="0"/>
                      <a:pt x="28335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20" name="Freeform 19">
                <a:extLst>
                  <a:ext uri="{FF2B5EF4-FFF2-40B4-BE49-F238E27FC236}">
                    <a16:creationId xmlns:a16="http://schemas.microsoft.com/office/drawing/2014/main" id="{905910BD-89F9-FFCD-A748-35AB6C372B0E}"/>
                  </a:ext>
                </a:extLst>
              </p:cNvPr>
              <p:cNvSpPr/>
              <p:nvPr/>
            </p:nvSpPr>
            <p:spPr>
              <a:xfrm>
                <a:off x="9979019" y="5710095"/>
                <a:ext cx="234912" cy="278863"/>
              </a:xfrm>
              <a:custGeom>
                <a:avLst/>
                <a:gdLst>
                  <a:gd name="connsiteX0" fmla="*/ 217658 w 234912"/>
                  <a:gd name="connsiteY0" fmla="*/ 214685 h 278863"/>
                  <a:gd name="connsiteX1" fmla="*/ 208518 w 234912"/>
                  <a:gd name="connsiteY1" fmla="*/ 215253 h 278863"/>
                  <a:gd name="connsiteX2" fmla="*/ 139964 w 234912"/>
                  <a:gd name="connsiteY2" fmla="*/ 241379 h 278863"/>
                  <a:gd name="connsiteX3" fmla="*/ 38847 w 234912"/>
                  <a:gd name="connsiteY3" fmla="*/ 138580 h 278863"/>
                  <a:gd name="connsiteX4" fmla="*/ 139964 w 234912"/>
                  <a:gd name="connsiteY4" fmla="*/ 35781 h 278863"/>
                  <a:gd name="connsiteX5" fmla="*/ 208518 w 234912"/>
                  <a:gd name="connsiteY5" fmla="*/ 61907 h 278863"/>
                  <a:gd name="connsiteX6" fmla="*/ 213659 w 234912"/>
                  <a:gd name="connsiteY6" fmla="*/ 64178 h 278863"/>
                  <a:gd name="connsiteX7" fmla="*/ 217658 w 234912"/>
                  <a:gd name="connsiteY7" fmla="*/ 61907 h 278863"/>
                  <a:gd name="connsiteX8" fmla="*/ 233083 w 234912"/>
                  <a:gd name="connsiteY8" fmla="*/ 45436 h 278863"/>
                  <a:gd name="connsiteX9" fmla="*/ 231940 w 234912"/>
                  <a:gd name="connsiteY9" fmla="*/ 35781 h 278863"/>
                  <a:gd name="connsiteX10" fmla="*/ 138822 w 234912"/>
                  <a:gd name="connsiteY10" fmla="*/ 0 h 278863"/>
                  <a:gd name="connsiteX11" fmla="*/ 0 w 234912"/>
                  <a:gd name="connsiteY11" fmla="*/ 139716 h 278863"/>
                  <a:gd name="connsiteX12" fmla="*/ 138822 w 234912"/>
                  <a:gd name="connsiteY12" fmla="*/ 278864 h 278863"/>
                  <a:gd name="connsiteX13" fmla="*/ 231940 w 234912"/>
                  <a:gd name="connsiteY13" fmla="*/ 242515 h 278863"/>
                  <a:gd name="connsiteX14" fmla="*/ 232512 w 234912"/>
                  <a:gd name="connsiteY14" fmla="*/ 232860 h 278863"/>
                  <a:gd name="connsiteX15" fmla="*/ 217658 w 234912"/>
                  <a:gd name="connsiteY15" fmla="*/ 214685 h 2788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34912" h="278863">
                    <a:moveTo>
                      <a:pt x="217658" y="214685"/>
                    </a:moveTo>
                    <a:cubicBezTo>
                      <a:pt x="215373" y="212413"/>
                      <a:pt x="212517" y="211278"/>
                      <a:pt x="208518" y="215253"/>
                    </a:cubicBezTo>
                    <a:cubicBezTo>
                      <a:pt x="187952" y="232860"/>
                      <a:pt x="165672" y="241379"/>
                      <a:pt x="139964" y="241379"/>
                    </a:cubicBezTo>
                    <a:cubicBezTo>
                      <a:pt x="82265" y="241379"/>
                      <a:pt x="38847" y="197079"/>
                      <a:pt x="38847" y="138580"/>
                    </a:cubicBezTo>
                    <a:cubicBezTo>
                      <a:pt x="38847" y="80081"/>
                      <a:pt x="82265" y="35781"/>
                      <a:pt x="139964" y="35781"/>
                    </a:cubicBezTo>
                    <a:cubicBezTo>
                      <a:pt x="165672" y="35781"/>
                      <a:pt x="187952" y="44300"/>
                      <a:pt x="208518" y="61907"/>
                    </a:cubicBezTo>
                    <a:cubicBezTo>
                      <a:pt x="210232" y="63610"/>
                      <a:pt x="211946" y="64178"/>
                      <a:pt x="213659" y="64178"/>
                    </a:cubicBezTo>
                    <a:cubicBezTo>
                      <a:pt x="215373" y="64178"/>
                      <a:pt x="216516" y="63043"/>
                      <a:pt x="217658" y="61907"/>
                    </a:cubicBezTo>
                    <a:lnTo>
                      <a:pt x="233083" y="45436"/>
                    </a:lnTo>
                    <a:cubicBezTo>
                      <a:pt x="235940" y="42028"/>
                      <a:pt x="235368" y="38621"/>
                      <a:pt x="231940" y="35781"/>
                    </a:cubicBezTo>
                    <a:cubicBezTo>
                      <a:pt x="205662" y="11927"/>
                      <a:pt x="174812" y="0"/>
                      <a:pt x="138822" y="0"/>
                    </a:cubicBezTo>
                    <a:cubicBezTo>
                      <a:pt x="59985" y="0"/>
                      <a:pt x="0" y="60203"/>
                      <a:pt x="0" y="139716"/>
                    </a:cubicBezTo>
                    <a:cubicBezTo>
                      <a:pt x="0" y="219229"/>
                      <a:pt x="59413" y="278864"/>
                      <a:pt x="138822" y="278864"/>
                    </a:cubicBezTo>
                    <a:cubicBezTo>
                      <a:pt x="174812" y="278864"/>
                      <a:pt x="205662" y="266369"/>
                      <a:pt x="231940" y="242515"/>
                    </a:cubicBezTo>
                    <a:cubicBezTo>
                      <a:pt x="234226" y="240243"/>
                      <a:pt x="236511" y="236835"/>
                      <a:pt x="232512" y="232860"/>
                    </a:cubicBezTo>
                    <a:lnTo>
                      <a:pt x="217658" y="214685"/>
                    </a:ln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21" name="Freeform 20">
                <a:extLst>
                  <a:ext uri="{FF2B5EF4-FFF2-40B4-BE49-F238E27FC236}">
                    <a16:creationId xmlns:a16="http://schemas.microsoft.com/office/drawing/2014/main" id="{74ED6335-BDA6-4F5D-7F79-D2C7435AE50C}"/>
                  </a:ext>
                </a:extLst>
              </p:cNvPr>
              <p:cNvSpPr/>
              <p:nvPr/>
            </p:nvSpPr>
            <p:spPr>
              <a:xfrm>
                <a:off x="10310274" y="5711799"/>
                <a:ext cx="231171" cy="270912"/>
              </a:xfrm>
              <a:custGeom>
                <a:avLst/>
                <a:gdLst>
                  <a:gd name="connsiteX0" fmla="*/ 136625 w 231171"/>
                  <a:gd name="connsiteY0" fmla="*/ 5112 h 270912"/>
                  <a:gd name="connsiteX1" fmla="*/ 128627 w 231171"/>
                  <a:gd name="connsiteY1" fmla="*/ 0 h 270912"/>
                  <a:gd name="connsiteX2" fmla="*/ 100634 w 231171"/>
                  <a:gd name="connsiteY2" fmla="*/ 0 h 270912"/>
                  <a:gd name="connsiteX3" fmla="*/ 93207 w 231171"/>
                  <a:gd name="connsiteY3" fmla="*/ 5112 h 270912"/>
                  <a:gd name="connsiteX4" fmla="*/ 660 w 231171"/>
                  <a:gd name="connsiteY4" fmla="*/ 262961 h 270912"/>
                  <a:gd name="connsiteX5" fmla="*/ 660 w 231171"/>
                  <a:gd name="connsiteY5" fmla="*/ 268641 h 270912"/>
                  <a:gd name="connsiteX6" fmla="*/ 5801 w 231171"/>
                  <a:gd name="connsiteY6" fmla="*/ 270912 h 270912"/>
                  <a:gd name="connsiteX7" fmla="*/ 32080 w 231171"/>
                  <a:gd name="connsiteY7" fmla="*/ 270912 h 270912"/>
                  <a:gd name="connsiteX8" fmla="*/ 39507 w 231171"/>
                  <a:gd name="connsiteY8" fmla="*/ 265801 h 270912"/>
                  <a:gd name="connsiteX9" fmla="*/ 57217 w 231171"/>
                  <a:gd name="connsiteY9" fmla="*/ 214685 h 270912"/>
                  <a:gd name="connsiteX10" fmla="*/ 174329 w 231171"/>
                  <a:gd name="connsiteY10" fmla="*/ 214685 h 270912"/>
                  <a:gd name="connsiteX11" fmla="*/ 192039 w 231171"/>
                  <a:gd name="connsiteY11" fmla="*/ 265801 h 270912"/>
                  <a:gd name="connsiteX12" fmla="*/ 198895 w 231171"/>
                  <a:gd name="connsiteY12" fmla="*/ 270912 h 270912"/>
                  <a:gd name="connsiteX13" fmla="*/ 225174 w 231171"/>
                  <a:gd name="connsiteY13" fmla="*/ 270912 h 270912"/>
                  <a:gd name="connsiteX14" fmla="*/ 230315 w 231171"/>
                  <a:gd name="connsiteY14" fmla="*/ 268641 h 270912"/>
                  <a:gd name="connsiteX15" fmla="*/ 230315 w 231171"/>
                  <a:gd name="connsiteY15" fmla="*/ 263529 h 270912"/>
                  <a:gd name="connsiteX16" fmla="*/ 136625 w 231171"/>
                  <a:gd name="connsiteY16" fmla="*/ 5112 h 270912"/>
                  <a:gd name="connsiteX17" fmla="*/ 68071 w 231171"/>
                  <a:gd name="connsiteY17" fmla="*/ 181176 h 270912"/>
                  <a:gd name="connsiteX18" fmla="*/ 114916 w 231171"/>
                  <a:gd name="connsiteY18" fmla="*/ 47140 h 270912"/>
                  <a:gd name="connsiteX19" fmla="*/ 161761 w 231171"/>
                  <a:gd name="connsiteY19" fmla="*/ 181176 h 270912"/>
                  <a:gd name="connsiteX20" fmla="*/ 68071 w 231171"/>
                  <a:gd name="connsiteY20" fmla="*/ 181176 h 2709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231171" h="270912">
                    <a:moveTo>
                      <a:pt x="136625" y="5112"/>
                    </a:moveTo>
                    <a:cubicBezTo>
                      <a:pt x="135482" y="2272"/>
                      <a:pt x="132055" y="0"/>
                      <a:pt x="128627" y="0"/>
                    </a:cubicBezTo>
                    <a:lnTo>
                      <a:pt x="100634" y="0"/>
                    </a:lnTo>
                    <a:cubicBezTo>
                      <a:pt x="97206" y="0"/>
                      <a:pt x="94350" y="1704"/>
                      <a:pt x="93207" y="5112"/>
                    </a:cubicBezTo>
                    <a:lnTo>
                      <a:pt x="660" y="262961"/>
                    </a:lnTo>
                    <a:cubicBezTo>
                      <a:pt x="-483" y="265233"/>
                      <a:pt x="88" y="266937"/>
                      <a:pt x="660" y="268641"/>
                    </a:cubicBezTo>
                    <a:cubicBezTo>
                      <a:pt x="1231" y="269776"/>
                      <a:pt x="2945" y="270912"/>
                      <a:pt x="5801" y="270912"/>
                    </a:cubicBezTo>
                    <a:lnTo>
                      <a:pt x="32080" y="270912"/>
                    </a:lnTo>
                    <a:cubicBezTo>
                      <a:pt x="36079" y="270912"/>
                      <a:pt x="38364" y="269208"/>
                      <a:pt x="39507" y="265801"/>
                    </a:cubicBezTo>
                    <a:lnTo>
                      <a:pt x="57217" y="214685"/>
                    </a:lnTo>
                    <a:lnTo>
                      <a:pt x="174329" y="214685"/>
                    </a:lnTo>
                    <a:lnTo>
                      <a:pt x="192039" y="265801"/>
                    </a:lnTo>
                    <a:cubicBezTo>
                      <a:pt x="193182" y="269208"/>
                      <a:pt x="195467" y="270912"/>
                      <a:pt x="198895" y="270912"/>
                    </a:cubicBezTo>
                    <a:lnTo>
                      <a:pt x="225174" y="270912"/>
                    </a:lnTo>
                    <a:cubicBezTo>
                      <a:pt x="227459" y="270912"/>
                      <a:pt x="229172" y="270344"/>
                      <a:pt x="230315" y="268641"/>
                    </a:cubicBezTo>
                    <a:cubicBezTo>
                      <a:pt x="231458" y="267505"/>
                      <a:pt x="231458" y="265233"/>
                      <a:pt x="230315" y="263529"/>
                    </a:cubicBezTo>
                    <a:lnTo>
                      <a:pt x="136625" y="5112"/>
                    </a:lnTo>
                    <a:close/>
                    <a:moveTo>
                      <a:pt x="68071" y="181176"/>
                    </a:moveTo>
                    <a:lnTo>
                      <a:pt x="114916" y="47140"/>
                    </a:lnTo>
                    <a:lnTo>
                      <a:pt x="161761" y="181176"/>
                    </a:lnTo>
                    <a:lnTo>
                      <a:pt x="68071" y="181176"/>
                    </a:ln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22" name="Freeform 21">
                <a:extLst>
                  <a:ext uri="{FF2B5EF4-FFF2-40B4-BE49-F238E27FC236}">
                    <a16:creationId xmlns:a16="http://schemas.microsoft.com/office/drawing/2014/main" id="{D68F1196-80BD-B796-F265-6B8DCC60CD59}"/>
                  </a:ext>
                </a:extLst>
              </p:cNvPr>
              <p:cNvSpPr/>
              <p:nvPr/>
            </p:nvSpPr>
            <p:spPr>
              <a:xfrm>
                <a:off x="10650275" y="5711799"/>
                <a:ext cx="174241" cy="270912"/>
              </a:xfrm>
              <a:custGeom>
                <a:avLst/>
                <a:gdLst>
                  <a:gd name="connsiteX0" fmla="*/ 82836 w 174241"/>
                  <a:gd name="connsiteY0" fmla="*/ 0 h 270912"/>
                  <a:gd name="connsiteX1" fmla="*/ 6855 w 174241"/>
                  <a:gd name="connsiteY1" fmla="*/ 0 h 270912"/>
                  <a:gd name="connsiteX2" fmla="*/ 0 w 174241"/>
                  <a:gd name="connsiteY2" fmla="*/ 6247 h 270912"/>
                  <a:gd name="connsiteX3" fmla="*/ 0 w 174241"/>
                  <a:gd name="connsiteY3" fmla="*/ 264665 h 270912"/>
                  <a:gd name="connsiteX4" fmla="*/ 6855 w 174241"/>
                  <a:gd name="connsiteY4" fmla="*/ 270912 h 270912"/>
                  <a:gd name="connsiteX5" fmla="*/ 31992 w 174241"/>
                  <a:gd name="connsiteY5" fmla="*/ 270912 h 270912"/>
                  <a:gd name="connsiteX6" fmla="*/ 38276 w 174241"/>
                  <a:gd name="connsiteY6" fmla="*/ 264665 h 270912"/>
                  <a:gd name="connsiteX7" fmla="*/ 38276 w 174241"/>
                  <a:gd name="connsiteY7" fmla="*/ 170953 h 270912"/>
                  <a:gd name="connsiteX8" fmla="*/ 82836 w 174241"/>
                  <a:gd name="connsiteY8" fmla="*/ 170953 h 270912"/>
                  <a:gd name="connsiteX9" fmla="*/ 174241 w 174241"/>
                  <a:gd name="connsiteY9" fmla="*/ 85760 h 270912"/>
                  <a:gd name="connsiteX10" fmla="*/ 82836 w 174241"/>
                  <a:gd name="connsiteY10" fmla="*/ 0 h 270912"/>
                  <a:gd name="connsiteX11" fmla="*/ 80551 w 174241"/>
                  <a:gd name="connsiteY11" fmla="*/ 137444 h 270912"/>
                  <a:gd name="connsiteX12" fmla="*/ 38276 w 174241"/>
                  <a:gd name="connsiteY12" fmla="*/ 137444 h 270912"/>
                  <a:gd name="connsiteX13" fmla="*/ 38276 w 174241"/>
                  <a:gd name="connsiteY13" fmla="*/ 33509 h 270912"/>
                  <a:gd name="connsiteX14" fmla="*/ 80551 w 174241"/>
                  <a:gd name="connsiteY14" fmla="*/ 33509 h 270912"/>
                  <a:gd name="connsiteX15" fmla="*/ 137679 w 174241"/>
                  <a:gd name="connsiteY15" fmla="*/ 85193 h 270912"/>
                  <a:gd name="connsiteX16" fmla="*/ 80551 w 174241"/>
                  <a:gd name="connsiteY16" fmla="*/ 137444 h 2709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74241" h="270912">
                    <a:moveTo>
                      <a:pt x="82836" y="0"/>
                    </a:moveTo>
                    <a:lnTo>
                      <a:pt x="6855" y="0"/>
                    </a:lnTo>
                    <a:cubicBezTo>
                      <a:pt x="2856" y="0"/>
                      <a:pt x="0" y="2272"/>
                      <a:pt x="0" y="6247"/>
                    </a:cubicBezTo>
                    <a:lnTo>
                      <a:pt x="0" y="264665"/>
                    </a:lnTo>
                    <a:cubicBezTo>
                      <a:pt x="0" y="268641"/>
                      <a:pt x="2285" y="270912"/>
                      <a:pt x="6855" y="270912"/>
                    </a:cubicBezTo>
                    <a:lnTo>
                      <a:pt x="31992" y="270912"/>
                    </a:lnTo>
                    <a:cubicBezTo>
                      <a:pt x="35991" y="270912"/>
                      <a:pt x="38276" y="268641"/>
                      <a:pt x="38276" y="264665"/>
                    </a:cubicBezTo>
                    <a:lnTo>
                      <a:pt x="38276" y="170953"/>
                    </a:lnTo>
                    <a:lnTo>
                      <a:pt x="82836" y="170953"/>
                    </a:lnTo>
                    <a:cubicBezTo>
                      <a:pt x="139964" y="170953"/>
                      <a:pt x="174241" y="139148"/>
                      <a:pt x="174241" y="85760"/>
                    </a:cubicBezTo>
                    <a:cubicBezTo>
                      <a:pt x="174241" y="32373"/>
                      <a:pt x="139964" y="0"/>
                      <a:pt x="82836" y="0"/>
                    </a:cubicBezTo>
                    <a:close/>
                    <a:moveTo>
                      <a:pt x="80551" y="137444"/>
                    </a:moveTo>
                    <a:lnTo>
                      <a:pt x="38276" y="137444"/>
                    </a:lnTo>
                    <a:lnTo>
                      <a:pt x="38276" y="33509"/>
                    </a:lnTo>
                    <a:lnTo>
                      <a:pt x="80551" y="33509"/>
                    </a:lnTo>
                    <a:cubicBezTo>
                      <a:pt x="106830" y="33509"/>
                      <a:pt x="137679" y="42596"/>
                      <a:pt x="137679" y="85193"/>
                    </a:cubicBezTo>
                    <a:cubicBezTo>
                      <a:pt x="137679" y="128357"/>
                      <a:pt x="106259" y="137444"/>
                      <a:pt x="80551" y="137444"/>
                    </a:cubicBez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23" name="Freeform 22">
                <a:extLst>
                  <a:ext uri="{FF2B5EF4-FFF2-40B4-BE49-F238E27FC236}">
                    <a16:creationId xmlns:a16="http://schemas.microsoft.com/office/drawing/2014/main" id="{89B5B23F-3757-08B3-ED5A-74AA732F4B0F}"/>
                  </a:ext>
                </a:extLst>
              </p:cNvPr>
              <p:cNvSpPr/>
              <p:nvPr/>
            </p:nvSpPr>
            <p:spPr>
              <a:xfrm>
                <a:off x="10938201" y="5711799"/>
                <a:ext cx="38275" cy="270912"/>
              </a:xfrm>
              <a:custGeom>
                <a:avLst/>
                <a:gdLst>
                  <a:gd name="connsiteX0" fmla="*/ 31992 w 38275"/>
                  <a:gd name="connsiteY0" fmla="*/ 0 h 270912"/>
                  <a:gd name="connsiteX1" fmla="*/ 6855 w 38275"/>
                  <a:gd name="connsiteY1" fmla="*/ 0 h 270912"/>
                  <a:gd name="connsiteX2" fmla="*/ 0 w 38275"/>
                  <a:gd name="connsiteY2" fmla="*/ 6247 h 270912"/>
                  <a:gd name="connsiteX3" fmla="*/ 0 w 38275"/>
                  <a:gd name="connsiteY3" fmla="*/ 264665 h 270912"/>
                  <a:gd name="connsiteX4" fmla="*/ 6855 w 38275"/>
                  <a:gd name="connsiteY4" fmla="*/ 270912 h 270912"/>
                  <a:gd name="connsiteX5" fmla="*/ 31992 w 38275"/>
                  <a:gd name="connsiteY5" fmla="*/ 270912 h 270912"/>
                  <a:gd name="connsiteX6" fmla="*/ 38276 w 38275"/>
                  <a:gd name="connsiteY6" fmla="*/ 264665 h 270912"/>
                  <a:gd name="connsiteX7" fmla="*/ 38276 w 38275"/>
                  <a:gd name="connsiteY7" fmla="*/ 6247 h 270912"/>
                  <a:gd name="connsiteX8" fmla="*/ 31992 w 38275"/>
                  <a:gd name="connsiteY8" fmla="*/ 0 h 2709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8275" h="270912">
                    <a:moveTo>
                      <a:pt x="31992" y="0"/>
                    </a:moveTo>
                    <a:lnTo>
                      <a:pt x="6855" y="0"/>
                    </a:lnTo>
                    <a:cubicBezTo>
                      <a:pt x="2856" y="0"/>
                      <a:pt x="0" y="2272"/>
                      <a:pt x="0" y="6247"/>
                    </a:cubicBezTo>
                    <a:lnTo>
                      <a:pt x="0" y="264665"/>
                    </a:lnTo>
                    <a:cubicBezTo>
                      <a:pt x="0" y="268641"/>
                      <a:pt x="2285" y="270912"/>
                      <a:pt x="6855" y="270912"/>
                    </a:cubicBezTo>
                    <a:lnTo>
                      <a:pt x="31992" y="270912"/>
                    </a:lnTo>
                    <a:cubicBezTo>
                      <a:pt x="35991" y="270912"/>
                      <a:pt x="38276" y="268641"/>
                      <a:pt x="38276" y="264665"/>
                    </a:cubicBezTo>
                    <a:lnTo>
                      <a:pt x="38276" y="6247"/>
                    </a:lnTo>
                    <a:cubicBezTo>
                      <a:pt x="38276" y="2272"/>
                      <a:pt x="35991" y="0"/>
                      <a:pt x="3199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24" name="Freeform 23">
                <a:extLst>
                  <a:ext uri="{FF2B5EF4-FFF2-40B4-BE49-F238E27FC236}">
                    <a16:creationId xmlns:a16="http://schemas.microsoft.com/office/drawing/2014/main" id="{CA7152D9-AA66-4B9C-4872-78A7E72EE48B}"/>
                  </a:ext>
                </a:extLst>
              </p:cNvPr>
              <p:cNvSpPr/>
              <p:nvPr/>
            </p:nvSpPr>
            <p:spPr>
              <a:xfrm>
                <a:off x="11088449" y="5711799"/>
                <a:ext cx="174241" cy="270344"/>
              </a:xfrm>
              <a:custGeom>
                <a:avLst/>
                <a:gdLst>
                  <a:gd name="connsiteX0" fmla="*/ 167957 w 174241"/>
                  <a:gd name="connsiteY0" fmla="*/ 0 h 270344"/>
                  <a:gd name="connsiteX1" fmla="*/ 6855 w 174241"/>
                  <a:gd name="connsiteY1" fmla="*/ 0 h 270344"/>
                  <a:gd name="connsiteX2" fmla="*/ 0 w 174241"/>
                  <a:gd name="connsiteY2" fmla="*/ 6247 h 270344"/>
                  <a:gd name="connsiteX3" fmla="*/ 0 w 174241"/>
                  <a:gd name="connsiteY3" fmla="*/ 27262 h 270344"/>
                  <a:gd name="connsiteX4" fmla="*/ 6855 w 174241"/>
                  <a:gd name="connsiteY4" fmla="*/ 33509 h 270344"/>
                  <a:gd name="connsiteX5" fmla="*/ 68554 w 174241"/>
                  <a:gd name="connsiteY5" fmla="*/ 33509 h 270344"/>
                  <a:gd name="connsiteX6" fmla="*/ 68554 w 174241"/>
                  <a:gd name="connsiteY6" fmla="*/ 264097 h 270344"/>
                  <a:gd name="connsiteX7" fmla="*/ 74838 w 174241"/>
                  <a:gd name="connsiteY7" fmla="*/ 270344 h 270344"/>
                  <a:gd name="connsiteX8" fmla="*/ 99974 w 174241"/>
                  <a:gd name="connsiteY8" fmla="*/ 270344 h 270344"/>
                  <a:gd name="connsiteX9" fmla="*/ 106259 w 174241"/>
                  <a:gd name="connsiteY9" fmla="*/ 264097 h 270344"/>
                  <a:gd name="connsiteX10" fmla="*/ 106259 w 174241"/>
                  <a:gd name="connsiteY10" fmla="*/ 33509 h 270344"/>
                  <a:gd name="connsiteX11" fmla="*/ 167957 w 174241"/>
                  <a:gd name="connsiteY11" fmla="*/ 33509 h 270344"/>
                  <a:gd name="connsiteX12" fmla="*/ 174241 w 174241"/>
                  <a:gd name="connsiteY12" fmla="*/ 27262 h 270344"/>
                  <a:gd name="connsiteX13" fmla="*/ 174241 w 174241"/>
                  <a:gd name="connsiteY13" fmla="*/ 6247 h 270344"/>
                  <a:gd name="connsiteX14" fmla="*/ 167957 w 174241"/>
                  <a:gd name="connsiteY14" fmla="*/ 0 h 270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74241" h="270344">
                    <a:moveTo>
                      <a:pt x="167957" y="0"/>
                    </a:moveTo>
                    <a:lnTo>
                      <a:pt x="6855" y="0"/>
                    </a:lnTo>
                    <a:cubicBezTo>
                      <a:pt x="2856" y="0"/>
                      <a:pt x="0" y="2272"/>
                      <a:pt x="0" y="6247"/>
                    </a:cubicBezTo>
                    <a:lnTo>
                      <a:pt x="0" y="27262"/>
                    </a:lnTo>
                    <a:cubicBezTo>
                      <a:pt x="0" y="31237"/>
                      <a:pt x="2285" y="33509"/>
                      <a:pt x="6855" y="33509"/>
                    </a:cubicBezTo>
                    <a:lnTo>
                      <a:pt x="68554" y="33509"/>
                    </a:lnTo>
                    <a:lnTo>
                      <a:pt x="68554" y="264097"/>
                    </a:lnTo>
                    <a:cubicBezTo>
                      <a:pt x="68554" y="268073"/>
                      <a:pt x="70839" y="270344"/>
                      <a:pt x="74838" y="270344"/>
                    </a:cubicBezTo>
                    <a:lnTo>
                      <a:pt x="99974" y="270344"/>
                    </a:lnTo>
                    <a:cubicBezTo>
                      <a:pt x="103973" y="270344"/>
                      <a:pt x="106259" y="268073"/>
                      <a:pt x="106259" y="264097"/>
                    </a:cubicBezTo>
                    <a:lnTo>
                      <a:pt x="106259" y="33509"/>
                    </a:lnTo>
                    <a:lnTo>
                      <a:pt x="167957" y="33509"/>
                    </a:lnTo>
                    <a:cubicBezTo>
                      <a:pt x="171956" y="33509"/>
                      <a:pt x="174241" y="31237"/>
                      <a:pt x="174241" y="27262"/>
                    </a:cubicBezTo>
                    <a:lnTo>
                      <a:pt x="174241" y="6247"/>
                    </a:lnTo>
                    <a:cubicBezTo>
                      <a:pt x="174241" y="2272"/>
                      <a:pt x="171956" y="0"/>
                      <a:pt x="16795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41DFED6B-26C5-8975-2BFC-7E40851AF3A1}"/>
                  </a:ext>
                </a:extLst>
              </p:cNvPr>
              <p:cNvSpPr/>
              <p:nvPr/>
            </p:nvSpPr>
            <p:spPr>
              <a:xfrm>
                <a:off x="11319729" y="5711799"/>
                <a:ext cx="231171" cy="270912"/>
              </a:xfrm>
              <a:custGeom>
                <a:avLst/>
                <a:gdLst>
                  <a:gd name="connsiteX0" fmla="*/ 136625 w 231171"/>
                  <a:gd name="connsiteY0" fmla="*/ 5112 h 270912"/>
                  <a:gd name="connsiteX1" fmla="*/ 128627 w 231171"/>
                  <a:gd name="connsiteY1" fmla="*/ 0 h 270912"/>
                  <a:gd name="connsiteX2" fmla="*/ 100634 w 231171"/>
                  <a:gd name="connsiteY2" fmla="*/ 0 h 270912"/>
                  <a:gd name="connsiteX3" fmla="*/ 93207 w 231171"/>
                  <a:gd name="connsiteY3" fmla="*/ 5112 h 270912"/>
                  <a:gd name="connsiteX4" fmla="*/ 660 w 231171"/>
                  <a:gd name="connsiteY4" fmla="*/ 262961 h 270912"/>
                  <a:gd name="connsiteX5" fmla="*/ 660 w 231171"/>
                  <a:gd name="connsiteY5" fmla="*/ 268641 h 270912"/>
                  <a:gd name="connsiteX6" fmla="*/ 5801 w 231171"/>
                  <a:gd name="connsiteY6" fmla="*/ 270912 h 270912"/>
                  <a:gd name="connsiteX7" fmla="*/ 32080 w 231171"/>
                  <a:gd name="connsiteY7" fmla="*/ 270912 h 270912"/>
                  <a:gd name="connsiteX8" fmla="*/ 39507 w 231171"/>
                  <a:gd name="connsiteY8" fmla="*/ 265801 h 270912"/>
                  <a:gd name="connsiteX9" fmla="*/ 57217 w 231171"/>
                  <a:gd name="connsiteY9" fmla="*/ 214685 h 270912"/>
                  <a:gd name="connsiteX10" fmla="*/ 174329 w 231171"/>
                  <a:gd name="connsiteY10" fmla="*/ 214685 h 270912"/>
                  <a:gd name="connsiteX11" fmla="*/ 192039 w 231171"/>
                  <a:gd name="connsiteY11" fmla="*/ 265801 h 270912"/>
                  <a:gd name="connsiteX12" fmla="*/ 198895 w 231171"/>
                  <a:gd name="connsiteY12" fmla="*/ 270912 h 270912"/>
                  <a:gd name="connsiteX13" fmla="*/ 225174 w 231171"/>
                  <a:gd name="connsiteY13" fmla="*/ 270912 h 270912"/>
                  <a:gd name="connsiteX14" fmla="*/ 230315 w 231171"/>
                  <a:gd name="connsiteY14" fmla="*/ 268641 h 270912"/>
                  <a:gd name="connsiteX15" fmla="*/ 230315 w 231171"/>
                  <a:gd name="connsiteY15" fmla="*/ 263529 h 270912"/>
                  <a:gd name="connsiteX16" fmla="*/ 136625 w 231171"/>
                  <a:gd name="connsiteY16" fmla="*/ 5112 h 270912"/>
                  <a:gd name="connsiteX17" fmla="*/ 67500 w 231171"/>
                  <a:gd name="connsiteY17" fmla="*/ 181176 h 270912"/>
                  <a:gd name="connsiteX18" fmla="*/ 114345 w 231171"/>
                  <a:gd name="connsiteY18" fmla="*/ 47140 h 270912"/>
                  <a:gd name="connsiteX19" fmla="*/ 161190 w 231171"/>
                  <a:gd name="connsiteY19" fmla="*/ 181176 h 270912"/>
                  <a:gd name="connsiteX20" fmla="*/ 67500 w 231171"/>
                  <a:gd name="connsiteY20" fmla="*/ 181176 h 2709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231171" h="270912">
                    <a:moveTo>
                      <a:pt x="136625" y="5112"/>
                    </a:moveTo>
                    <a:cubicBezTo>
                      <a:pt x="135482" y="2272"/>
                      <a:pt x="132055" y="0"/>
                      <a:pt x="128627" y="0"/>
                    </a:cubicBezTo>
                    <a:lnTo>
                      <a:pt x="100634" y="0"/>
                    </a:lnTo>
                    <a:cubicBezTo>
                      <a:pt x="97206" y="0"/>
                      <a:pt x="94350" y="1704"/>
                      <a:pt x="93207" y="5112"/>
                    </a:cubicBezTo>
                    <a:lnTo>
                      <a:pt x="660" y="262961"/>
                    </a:lnTo>
                    <a:cubicBezTo>
                      <a:pt x="-483" y="265233"/>
                      <a:pt x="88" y="266937"/>
                      <a:pt x="660" y="268641"/>
                    </a:cubicBezTo>
                    <a:cubicBezTo>
                      <a:pt x="1231" y="269776"/>
                      <a:pt x="2945" y="270912"/>
                      <a:pt x="5801" y="270912"/>
                    </a:cubicBezTo>
                    <a:lnTo>
                      <a:pt x="32080" y="270912"/>
                    </a:lnTo>
                    <a:cubicBezTo>
                      <a:pt x="36079" y="270912"/>
                      <a:pt x="38364" y="269208"/>
                      <a:pt x="39507" y="265801"/>
                    </a:cubicBezTo>
                    <a:lnTo>
                      <a:pt x="57217" y="214685"/>
                    </a:lnTo>
                    <a:lnTo>
                      <a:pt x="174329" y="214685"/>
                    </a:lnTo>
                    <a:lnTo>
                      <a:pt x="192039" y="265801"/>
                    </a:lnTo>
                    <a:cubicBezTo>
                      <a:pt x="193182" y="269208"/>
                      <a:pt x="195467" y="270912"/>
                      <a:pt x="198895" y="270912"/>
                    </a:cubicBezTo>
                    <a:lnTo>
                      <a:pt x="225174" y="270912"/>
                    </a:lnTo>
                    <a:cubicBezTo>
                      <a:pt x="227459" y="270912"/>
                      <a:pt x="229173" y="270344"/>
                      <a:pt x="230315" y="268641"/>
                    </a:cubicBezTo>
                    <a:cubicBezTo>
                      <a:pt x="231458" y="267505"/>
                      <a:pt x="231458" y="265233"/>
                      <a:pt x="230315" y="263529"/>
                    </a:cubicBezTo>
                    <a:lnTo>
                      <a:pt x="136625" y="5112"/>
                    </a:lnTo>
                    <a:close/>
                    <a:moveTo>
                      <a:pt x="67500" y="181176"/>
                    </a:moveTo>
                    <a:lnTo>
                      <a:pt x="114345" y="47140"/>
                    </a:lnTo>
                    <a:lnTo>
                      <a:pt x="161190" y="181176"/>
                    </a:lnTo>
                    <a:lnTo>
                      <a:pt x="67500" y="181176"/>
                    </a:ln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B1A1532B-4C0B-CDB2-C161-6E53EB0A87F9}"/>
                  </a:ext>
                </a:extLst>
              </p:cNvPr>
              <p:cNvSpPr/>
              <p:nvPr/>
            </p:nvSpPr>
            <p:spPr>
              <a:xfrm>
                <a:off x="11659731" y="5711799"/>
                <a:ext cx="150818" cy="270912"/>
              </a:xfrm>
              <a:custGeom>
                <a:avLst/>
                <a:gdLst>
                  <a:gd name="connsiteX0" fmla="*/ 143963 w 150818"/>
                  <a:gd name="connsiteY0" fmla="*/ 236835 h 270912"/>
                  <a:gd name="connsiteX1" fmla="*/ 38276 w 150818"/>
                  <a:gd name="connsiteY1" fmla="*/ 236835 h 270912"/>
                  <a:gd name="connsiteX2" fmla="*/ 38276 w 150818"/>
                  <a:gd name="connsiteY2" fmla="*/ 6247 h 270912"/>
                  <a:gd name="connsiteX3" fmla="*/ 31992 w 150818"/>
                  <a:gd name="connsiteY3" fmla="*/ 0 h 270912"/>
                  <a:gd name="connsiteX4" fmla="*/ 6855 w 150818"/>
                  <a:gd name="connsiteY4" fmla="*/ 0 h 270912"/>
                  <a:gd name="connsiteX5" fmla="*/ 0 w 150818"/>
                  <a:gd name="connsiteY5" fmla="*/ 6247 h 270912"/>
                  <a:gd name="connsiteX6" fmla="*/ 0 w 150818"/>
                  <a:gd name="connsiteY6" fmla="*/ 264665 h 270912"/>
                  <a:gd name="connsiteX7" fmla="*/ 6855 w 150818"/>
                  <a:gd name="connsiteY7" fmla="*/ 270912 h 270912"/>
                  <a:gd name="connsiteX8" fmla="*/ 143963 w 150818"/>
                  <a:gd name="connsiteY8" fmla="*/ 270912 h 270912"/>
                  <a:gd name="connsiteX9" fmla="*/ 150819 w 150818"/>
                  <a:gd name="connsiteY9" fmla="*/ 264097 h 270912"/>
                  <a:gd name="connsiteX10" fmla="*/ 150819 w 150818"/>
                  <a:gd name="connsiteY10" fmla="*/ 243083 h 270912"/>
                  <a:gd name="connsiteX11" fmla="*/ 143963 w 150818"/>
                  <a:gd name="connsiteY11" fmla="*/ 236835 h 2709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50818" h="270912">
                    <a:moveTo>
                      <a:pt x="143963" y="236835"/>
                    </a:moveTo>
                    <a:lnTo>
                      <a:pt x="38276" y="236835"/>
                    </a:lnTo>
                    <a:lnTo>
                      <a:pt x="38276" y="6247"/>
                    </a:lnTo>
                    <a:cubicBezTo>
                      <a:pt x="38276" y="2272"/>
                      <a:pt x="35991" y="0"/>
                      <a:pt x="31992" y="0"/>
                    </a:cubicBezTo>
                    <a:lnTo>
                      <a:pt x="6855" y="0"/>
                    </a:lnTo>
                    <a:cubicBezTo>
                      <a:pt x="2856" y="0"/>
                      <a:pt x="0" y="2272"/>
                      <a:pt x="0" y="6247"/>
                    </a:cubicBezTo>
                    <a:lnTo>
                      <a:pt x="0" y="264665"/>
                    </a:lnTo>
                    <a:cubicBezTo>
                      <a:pt x="0" y="268641"/>
                      <a:pt x="2285" y="270912"/>
                      <a:pt x="6855" y="270912"/>
                    </a:cubicBezTo>
                    <a:lnTo>
                      <a:pt x="143963" y="270912"/>
                    </a:lnTo>
                    <a:cubicBezTo>
                      <a:pt x="147962" y="270912"/>
                      <a:pt x="150819" y="268073"/>
                      <a:pt x="150819" y="264097"/>
                    </a:cubicBezTo>
                    <a:lnTo>
                      <a:pt x="150819" y="243083"/>
                    </a:lnTo>
                    <a:cubicBezTo>
                      <a:pt x="150247" y="239675"/>
                      <a:pt x="147962" y="236835"/>
                      <a:pt x="143963" y="236835"/>
                    </a:cubicBez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27" name="Freeform 26">
                <a:extLst>
                  <a:ext uri="{FF2B5EF4-FFF2-40B4-BE49-F238E27FC236}">
                    <a16:creationId xmlns:a16="http://schemas.microsoft.com/office/drawing/2014/main" id="{F08E0F3A-D88D-29BC-548C-90C55947CE97}"/>
                  </a:ext>
                </a:extLst>
              </p:cNvPr>
              <p:cNvSpPr/>
              <p:nvPr/>
            </p:nvSpPr>
            <p:spPr>
              <a:xfrm>
                <a:off x="8806355" y="5712935"/>
                <a:ext cx="307815" cy="270344"/>
              </a:xfrm>
              <a:custGeom>
                <a:avLst/>
                <a:gdLst>
                  <a:gd name="connsiteX0" fmla="*/ 214052 w 307815"/>
                  <a:gd name="connsiteY0" fmla="*/ 2272 h 270344"/>
                  <a:gd name="connsiteX1" fmla="*/ 214052 w 307815"/>
                  <a:gd name="connsiteY1" fmla="*/ 2272 h 270344"/>
                  <a:gd name="connsiteX2" fmla="*/ 212910 w 307815"/>
                  <a:gd name="connsiteY2" fmla="*/ 1136 h 270344"/>
                  <a:gd name="connsiteX3" fmla="*/ 211767 w 307815"/>
                  <a:gd name="connsiteY3" fmla="*/ 568 h 270344"/>
                  <a:gd name="connsiteX4" fmla="*/ 210625 w 307815"/>
                  <a:gd name="connsiteY4" fmla="*/ 0 h 270344"/>
                  <a:gd name="connsiteX5" fmla="*/ 209482 w 307815"/>
                  <a:gd name="connsiteY5" fmla="*/ 0 h 270344"/>
                  <a:gd name="connsiteX6" fmla="*/ 208911 w 307815"/>
                  <a:gd name="connsiteY6" fmla="*/ 0 h 270344"/>
                  <a:gd name="connsiteX7" fmla="*/ 99796 w 307815"/>
                  <a:gd name="connsiteY7" fmla="*/ 0 h 270344"/>
                  <a:gd name="connsiteX8" fmla="*/ 99225 w 307815"/>
                  <a:gd name="connsiteY8" fmla="*/ 0 h 270344"/>
                  <a:gd name="connsiteX9" fmla="*/ 98082 w 307815"/>
                  <a:gd name="connsiteY9" fmla="*/ 0 h 270344"/>
                  <a:gd name="connsiteX10" fmla="*/ 96939 w 307815"/>
                  <a:gd name="connsiteY10" fmla="*/ 568 h 270344"/>
                  <a:gd name="connsiteX11" fmla="*/ 95797 w 307815"/>
                  <a:gd name="connsiteY11" fmla="*/ 1136 h 270344"/>
                  <a:gd name="connsiteX12" fmla="*/ 95226 w 307815"/>
                  <a:gd name="connsiteY12" fmla="*/ 1704 h 270344"/>
                  <a:gd name="connsiteX13" fmla="*/ 94654 w 307815"/>
                  <a:gd name="connsiteY13" fmla="*/ 2272 h 270344"/>
                  <a:gd name="connsiteX14" fmla="*/ 964 w 307815"/>
                  <a:gd name="connsiteY14" fmla="*/ 88600 h 270344"/>
                  <a:gd name="connsiteX15" fmla="*/ 2678 w 307815"/>
                  <a:gd name="connsiteY15" fmla="*/ 97687 h 270344"/>
                  <a:gd name="connsiteX16" fmla="*/ 38669 w 307815"/>
                  <a:gd name="connsiteY16" fmla="*/ 120973 h 270344"/>
                  <a:gd name="connsiteX17" fmla="*/ 47809 w 307815"/>
                  <a:gd name="connsiteY17" fmla="*/ 119270 h 270344"/>
                  <a:gd name="connsiteX18" fmla="*/ 126646 w 307815"/>
                  <a:gd name="connsiteY18" fmla="*/ 55091 h 270344"/>
                  <a:gd name="connsiteX19" fmla="*/ 126646 w 307815"/>
                  <a:gd name="connsiteY19" fmla="*/ 55091 h 270344"/>
                  <a:gd name="connsiteX20" fmla="*/ 126646 w 307815"/>
                  <a:gd name="connsiteY20" fmla="*/ 264097 h 270344"/>
                  <a:gd name="connsiteX21" fmla="*/ 132930 w 307815"/>
                  <a:gd name="connsiteY21" fmla="*/ 270344 h 270344"/>
                  <a:gd name="connsiteX22" fmla="*/ 175776 w 307815"/>
                  <a:gd name="connsiteY22" fmla="*/ 270344 h 270344"/>
                  <a:gd name="connsiteX23" fmla="*/ 182060 w 307815"/>
                  <a:gd name="connsiteY23" fmla="*/ 264097 h 270344"/>
                  <a:gd name="connsiteX24" fmla="*/ 182060 w 307815"/>
                  <a:gd name="connsiteY24" fmla="*/ 55091 h 270344"/>
                  <a:gd name="connsiteX25" fmla="*/ 182060 w 307815"/>
                  <a:gd name="connsiteY25" fmla="*/ 55091 h 270344"/>
                  <a:gd name="connsiteX26" fmla="*/ 259755 w 307815"/>
                  <a:gd name="connsiteY26" fmla="*/ 118134 h 270344"/>
                  <a:gd name="connsiteX27" fmla="*/ 268895 w 307815"/>
                  <a:gd name="connsiteY27" fmla="*/ 119838 h 270344"/>
                  <a:gd name="connsiteX28" fmla="*/ 304886 w 307815"/>
                  <a:gd name="connsiteY28" fmla="*/ 96552 h 270344"/>
                  <a:gd name="connsiteX29" fmla="*/ 306600 w 307815"/>
                  <a:gd name="connsiteY29" fmla="*/ 87464 h 270344"/>
                  <a:gd name="connsiteX30" fmla="*/ 214052 w 307815"/>
                  <a:gd name="connsiteY30" fmla="*/ 2272 h 270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307815" h="270344">
                    <a:moveTo>
                      <a:pt x="214052" y="2272"/>
                    </a:moveTo>
                    <a:cubicBezTo>
                      <a:pt x="213481" y="1704"/>
                      <a:pt x="213481" y="1704"/>
                      <a:pt x="214052" y="2272"/>
                    </a:cubicBezTo>
                    <a:cubicBezTo>
                      <a:pt x="213481" y="1704"/>
                      <a:pt x="212910" y="1136"/>
                      <a:pt x="212910" y="1136"/>
                    </a:cubicBezTo>
                    <a:cubicBezTo>
                      <a:pt x="212338" y="1136"/>
                      <a:pt x="212338" y="568"/>
                      <a:pt x="211767" y="568"/>
                    </a:cubicBezTo>
                    <a:cubicBezTo>
                      <a:pt x="211196" y="568"/>
                      <a:pt x="211196" y="0"/>
                      <a:pt x="210625" y="0"/>
                    </a:cubicBezTo>
                    <a:cubicBezTo>
                      <a:pt x="210053" y="0"/>
                      <a:pt x="210053" y="0"/>
                      <a:pt x="209482" y="0"/>
                    </a:cubicBezTo>
                    <a:cubicBezTo>
                      <a:pt x="209482" y="0"/>
                      <a:pt x="208911" y="0"/>
                      <a:pt x="208911" y="0"/>
                    </a:cubicBezTo>
                    <a:lnTo>
                      <a:pt x="99796" y="0"/>
                    </a:lnTo>
                    <a:cubicBezTo>
                      <a:pt x="99796" y="0"/>
                      <a:pt x="99225" y="0"/>
                      <a:pt x="99225" y="0"/>
                    </a:cubicBezTo>
                    <a:cubicBezTo>
                      <a:pt x="98653" y="0"/>
                      <a:pt x="98082" y="0"/>
                      <a:pt x="98082" y="0"/>
                    </a:cubicBezTo>
                    <a:cubicBezTo>
                      <a:pt x="97511" y="0"/>
                      <a:pt x="97511" y="0"/>
                      <a:pt x="96939" y="568"/>
                    </a:cubicBezTo>
                    <a:cubicBezTo>
                      <a:pt x="96368" y="568"/>
                      <a:pt x="96368" y="1136"/>
                      <a:pt x="95797" y="1136"/>
                    </a:cubicBezTo>
                    <a:cubicBezTo>
                      <a:pt x="95797" y="1136"/>
                      <a:pt x="95226" y="1704"/>
                      <a:pt x="95226" y="1704"/>
                    </a:cubicBezTo>
                    <a:cubicBezTo>
                      <a:pt x="95226" y="1704"/>
                      <a:pt x="94654" y="2272"/>
                      <a:pt x="94654" y="2272"/>
                    </a:cubicBezTo>
                    <a:lnTo>
                      <a:pt x="964" y="88600"/>
                    </a:lnTo>
                    <a:cubicBezTo>
                      <a:pt x="-750" y="91440"/>
                      <a:pt x="-179" y="95416"/>
                      <a:pt x="2678" y="97687"/>
                    </a:cubicBezTo>
                    <a:lnTo>
                      <a:pt x="38669" y="120973"/>
                    </a:lnTo>
                    <a:cubicBezTo>
                      <a:pt x="41525" y="122677"/>
                      <a:pt x="45524" y="122109"/>
                      <a:pt x="47809" y="119270"/>
                    </a:cubicBezTo>
                    <a:lnTo>
                      <a:pt x="126646" y="55091"/>
                    </a:lnTo>
                    <a:lnTo>
                      <a:pt x="126646" y="55091"/>
                    </a:lnTo>
                    <a:lnTo>
                      <a:pt x="126646" y="264097"/>
                    </a:lnTo>
                    <a:cubicBezTo>
                      <a:pt x="126646" y="267505"/>
                      <a:pt x="129503" y="270344"/>
                      <a:pt x="132930" y="270344"/>
                    </a:cubicBezTo>
                    <a:lnTo>
                      <a:pt x="175776" y="270344"/>
                    </a:lnTo>
                    <a:cubicBezTo>
                      <a:pt x="179204" y="270344"/>
                      <a:pt x="182060" y="267505"/>
                      <a:pt x="182060" y="264097"/>
                    </a:cubicBezTo>
                    <a:lnTo>
                      <a:pt x="182060" y="55091"/>
                    </a:lnTo>
                    <a:lnTo>
                      <a:pt x="182060" y="55091"/>
                    </a:lnTo>
                    <a:lnTo>
                      <a:pt x="259755" y="118134"/>
                    </a:lnTo>
                    <a:cubicBezTo>
                      <a:pt x="261469" y="120973"/>
                      <a:pt x="265468" y="122109"/>
                      <a:pt x="268895" y="119838"/>
                    </a:cubicBezTo>
                    <a:lnTo>
                      <a:pt x="304886" y="96552"/>
                    </a:lnTo>
                    <a:cubicBezTo>
                      <a:pt x="307743" y="94848"/>
                      <a:pt x="308885" y="90872"/>
                      <a:pt x="306600" y="87464"/>
                    </a:cubicBezTo>
                    <a:lnTo>
                      <a:pt x="214052" y="2272"/>
                    </a:ln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</p:grpSp>
        <p:grpSp>
          <p:nvGrpSpPr>
            <p:cNvPr id="28" name="Graphic 14">
              <a:extLst>
                <a:ext uri="{FF2B5EF4-FFF2-40B4-BE49-F238E27FC236}">
                  <a16:creationId xmlns:a16="http://schemas.microsoft.com/office/drawing/2014/main" id="{ACCEB9B7-9053-A898-BD34-05880B170ABB}"/>
                </a:ext>
              </a:extLst>
            </p:cNvPr>
            <p:cNvGrpSpPr/>
            <p:nvPr/>
          </p:nvGrpSpPr>
          <p:grpSpPr>
            <a:xfrm>
              <a:off x="9979590" y="5189285"/>
              <a:ext cx="1830959" cy="370303"/>
              <a:chOff x="9979590" y="5189285"/>
              <a:chExt cx="1830959" cy="370303"/>
            </a:xfrm>
            <a:solidFill>
              <a:srgbClr val="FFFFFF"/>
            </a:solidFill>
          </p:grpSpPr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B0A3DEB0-EF2D-A422-200A-7B71D5895A23}"/>
                  </a:ext>
                </a:extLst>
              </p:cNvPr>
              <p:cNvSpPr/>
              <p:nvPr/>
            </p:nvSpPr>
            <p:spPr>
              <a:xfrm>
                <a:off x="9979590" y="5190988"/>
                <a:ext cx="451312" cy="284543"/>
              </a:xfrm>
              <a:custGeom>
                <a:avLst/>
                <a:gdLst>
                  <a:gd name="connsiteX0" fmla="*/ 425605 w 451312"/>
                  <a:gd name="connsiteY0" fmla="*/ 0 h 284543"/>
                  <a:gd name="connsiteX1" fmla="*/ 421606 w 451312"/>
                  <a:gd name="connsiteY1" fmla="*/ 3976 h 284543"/>
                  <a:gd name="connsiteX2" fmla="*/ 421606 w 451312"/>
                  <a:gd name="connsiteY2" fmla="*/ 233996 h 284543"/>
                  <a:gd name="connsiteX3" fmla="*/ 416465 w 451312"/>
                  <a:gd name="connsiteY3" fmla="*/ 249330 h 284543"/>
                  <a:gd name="connsiteX4" fmla="*/ 401611 w 451312"/>
                  <a:gd name="connsiteY4" fmla="*/ 255010 h 284543"/>
                  <a:gd name="connsiteX5" fmla="*/ 346197 w 451312"/>
                  <a:gd name="connsiteY5" fmla="*/ 255010 h 284543"/>
                  <a:gd name="connsiteX6" fmla="*/ 323346 w 451312"/>
                  <a:gd name="connsiteY6" fmla="*/ 248194 h 284543"/>
                  <a:gd name="connsiteX7" fmla="*/ 320489 w 451312"/>
                  <a:gd name="connsiteY7" fmla="*/ 238539 h 284543"/>
                  <a:gd name="connsiteX8" fmla="*/ 320489 w 451312"/>
                  <a:gd name="connsiteY8" fmla="*/ 136308 h 284543"/>
                  <a:gd name="connsiteX9" fmla="*/ 316490 w 451312"/>
                  <a:gd name="connsiteY9" fmla="*/ 132332 h 284543"/>
                  <a:gd name="connsiteX10" fmla="*/ 294210 w 451312"/>
                  <a:gd name="connsiteY10" fmla="*/ 132332 h 284543"/>
                  <a:gd name="connsiteX11" fmla="*/ 290211 w 451312"/>
                  <a:gd name="connsiteY11" fmla="*/ 136308 h 284543"/>
                  <a:gd name="connsiteX12" fmla="*/ 290211 w 451312"/>
                  <a:gd name="connsiteY12" fmla="*/ 233428 h 284543"/>
                  <a:gd name="connsiteX13" fmla="*/ 285070 w 451312"/>
                  <a:gd name="connsiteY13" fmla="*/ 249330 h 284543"/>
                  <a:gd name="connsiteX14" fmla="*/ 270216 w 451312"/>
                  <a:gd name="connsiteY14" fmla="*/ 253874 h 284543"/>
                  <a:gd name="connsiteX15" fmla="*/ 171956 w 451312"/>
                  <a:gd name="connsiteY15" fmla="*/ 253874 h 284543"/>
                  <a:gd name="connsiteX16" fmla="*/ 167957 w 451312"/>
                  <a:gd name="connsiteY16" fmla="*/ 249898 h 284543"/>
                  <a:gd name="connsiteX17" fmla="*/ 167957 w 451312"/>
                  <a:gd name="connsiteY17" fmla="*/ 190263 h 284543"/>
                  <a:gd name="connsiteX18" fmla="*/ 143392 w 451312"/>
                  <a:gd name="connsiteY18" fmla="*/ 131197 h 284543"/>
                  <a:gd name="connsiteX19" fmla="*/ 83979 w 451312"/>
                  <a:gd name="connsiteY19" fmla="*/ 106775 h 284543"/>
                  <a:gd name="connsiteX20" fmla="*/ 24565 w 451312"/>
                  <a:gd name="connsiteY20" fmla="*/ 131197 h 284543"/>
                  <a:gd name="connsiteX21" fmla="*/ 0 w 451312"/>
                  <a:gd name="connsiteY21" fmla="*/ 190263 h 284543"/>
                  <a:gd name="connsiteX22" fmla="*/ 0 w 451312"/>
                  <a:gd name="connsiteY22" fmla="*/ 201054 h 284543"/>
                  <a:gd name="connsiteX23" fmla="*/ 24565 w 451312"/>
                  <a:gd name="connsiteY23" fmla="*/ 260121 h 284543"/>
                  <a:gd name="connsiteX24" fmla="*/ 83979 w 451312"/>
                  <a:gd name="connsiteY24" fmla="*/ 284543 h 284543"/>
                  <a:gd name="connsiteX25" fmla="*/ 269074 w 451312"/>
                  <a:gd name="connsiteY25" fmla="*/ 284543 h 284543"/>
                  <a:gd name="connsiteX26" fmla="*/ 303922 w 451312"/>
                  <a:gd name="connsiteY26" fmla="*/ 273752 h 284543"/>
                  <a:gd name="connsiteX27" fmla="*/ 309064 w 451312"/>
                  <a:gd name="connsiteY27" fmla="*/ 273752 h 284543"/>
                  <a:gd name="connsiteX28" fmla="*/ 345054 w 451312"/>
                  <a:gd name="connsiteY28" fmla="*/ 284543 h 284543"/>
                  <a:gd name="connsiteX29" fmla="*/ 400469 w 451312"/>
                  <a:gd name="connsiteY29" fmla="*/ 284543 h 284543"/>
                  <a:gd name="connsiteX30" fmla="*/ 437602 w 451312"/>
                  <a:gd name="connsiteY30" fmla="*/ 270912 h 284543"/>
                  <a:gd name="connsiteX31" fmla="*/ 451313 w 451312"/>
                  <a:gd name="connsiteY31" fmla="*/ 233996 h 284543"/>
                  <a:gd name="connsiteX32" fmla="*/ 450742 w 451312"/>
                  <a:gd name="connsiteY32" fmla="*/ 3976 h 284543"/>
                  <a:gd name="connsiteX33" fmla="*/ 446743 w 451312"/>
                  <a:gd name="connsiteY33" fmla="*/ 0 h 284543"/>
                  <a:gd name="connsiteX34" fmla="*/ 425605 w 451312"/>
                  <a:gd name="connsiteY34" fmla="*/ 0 h 284543"/>
                  <a:gd name="connsiteX35" fmla="*/ 138250 w 451312"/>
                  <a:gd name="connsiteY35" fmla="*/ 250466 h 284543"/>
                  <a:gd name="connsiteX36" fmla="*/ 134251 w 451312"/>
                  <a:gd name="connsiteY36" fmla="*/ 254442 h 284543"/>
                  <a:gd name="connsiteX37" fmla="*/ 84550 w 451312"/>
                  <a:gd name="connsiteY37" fmla="*/ 254442 h 284543"/>
                  <a:gd name="connsiteX38" fmla="*/ 46845 w 451312"/>
                  <a:gd name="connsiteY38" fmla="*/ 238539 h 284543"/>
                  <a:gd name="connsiteX39" fmla="*/ 30849 w 451312"/>
                  <a:gd name="connsiteY39" fmla="*/ 200486 h 284543"/>
                  <a:gd name="connsiteX40" fmla="*/ 30849 w 451312"/>
                  <a:gd name="connsiteY40" fmla="*/ 192535 h 284543"/>
                  <a:gd name="connsiteX41" fmla="*/ 49702 w 451312"/>
                  <a:gd name="connsiteY41" fmla="*/ 149371 h 284543"/>
                  <a:gd name="connsiteX42" fmla="*/ 84550 w 451312"/>
                  <a:gd name="connsiteY42" fmla="*/ 136308 h 284543"/>
                  <a:gd name="connsiteX43" fmla="*/ 122826 w 451312"/>
                  <a:gd name="connsiteY43" fmla="*/ 151643 h 284543"/>
                  <a:gd name="connsiteX44" fmla="*/ 138822 w 451312"/>
                  <a:gd name="connsiteY44" fmla="*/ 189695 h 284543"/>
                  <a:gd name="connsiteX45" fmla="*/ 138822 w 451312"/>
                  <a:gd name="connsiteY45" fmla="*/ 250466 h 284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</a:cxnLst>
                <a:rect l="l" t="t" r="r" b="b"/>
                <a:pathLst>
                  <a:path w="451312" h="284543">
                    <a:moveTo>
                      <a:pt x="425605" y="0"/>
                    </a:moveTo>
                    <a:cubicBezTo>
                      <a:pt x="423320" y="0"/>
                      <a:pt x="421606" y="1704"/>
                      <a:pt x="421606" y="3976"/>
                    </a:cubicBezTo>
                    <a:lnTo>
                      <a:pt x="421606" y="233996"/>
                    </a:lnTo>
                    <a:cubicBezTo>
                      <a:pt x="421606" y="240811"/>
                      <a:pt x="419892" y="245923"/>
                      <a:pt x="416465" y="249330"/>
                    </a:cubicBezTo>
                    <a:cubicBezTo>
                      <a:pt x="413037" y="252738"/>
                      <a:pt x="407895" y="254442"/>
                      <a:pt x="401611" y="255010"/>
                    </a:cubicBezTo>
                    <a:lnTo>
                      <a:pt x="346197" y="255010"/>
                    </a:lnTo>
                    <a:cubicBezTo>
                      <a:pt x="335343" y="255010"/>
                      <a:pt x="327916" y="252738"/>
                      <a:pt x="323346" y="248194"/>
                    </a:cubicBezTo>
                    <a:cubicBezTo>
                      <a:pt x="321061" y="245923"/>
                      <a:pt x="320489" y="243083"/>
                      <a:pt x="320489" y="238539"/>
                    </a:cubicBezTo>
                    <a:lnTo>
                      <a:pt x="320489" y="136308"/>
                    </a:lnTo>
                    <a:cubicBezTo>
                      <a:pt x="320489" y="134036"/>
                      <a:pt x="318776" y="132332"/>
                      <a:pt x="316490" y="132332"/>
                    </a:cubicBezTo>
                    <a:lnTo>
                      <a:pt x="294210" y="132332"/>
                    </a:lnTo>
                    <a:cubicBezTo>
                      <a:pt x="291925" y="132332"/>
                      <a:pt x="290211" y="134036"/>
                      <a:pt x="290211" y="136308"/>
                    </a:cubicBezTo>
                    <a:lnTo>
                      <a:pt x="290211" y="233428"/>
                    </a:lnTo>
                    <a:cubicBezTo>
                      <a:pt x="290211" y="240811"/>
                      <a:pt x="288497" y="245923"/>
                      <a:pt x="285070" y="249330"/>
                    </a:cubicBezTo>
                    <a:cubicBezTo>
                      <a:pt x="282213" y="252738"/>
                      <a:pt x="277072" y="253874"/>
                      <a:pt x="270216" y="253874"/>
                    </a:cubicBezTo>
                    <a:lnTo>
                      <a:pt x="171956" y="253874"/>
                    </a:lnTo>
                    <a:cubicBezTo>
                      <a:pt x="169671" y="253874"/>
                      <a:pt x="167957" y="252170"/>
                      <a:pt x="167957" y="249898"/>
                    </a:cubicBezTo>
                    <a:lnTo>
                      <a:pt x="167957" y="190263"/>
                    </a:lnTo>
                    <a:cubicBezTo>
                      <a:pt x="167957" y="166977"/>
                      <a:pt x="159959" y="147667"/>
                      <a:pt x="143392" y="131197"/>
                    </a:cubicBezTo>
                    <a:cubicBezTo>
                      <a:pt x="126825" y="114726"/>
                      <a:pt x="107401" y="106775"/>
                      <a:pt x="83979" y="106775"/>
                    </a:cubicBezTo>
                    <a:cubicBezTo>
                      <a:pt x="60556" y="106775"/>
                      <a:pt x="41132" y="114726"/>
                      <a:pt x="24565" y="131197"/>
                    </a:cubicBezTo>
                    <a:cubicBezTo>
                      <a:pt x="7998" y="147667"/>
                      <a:pt x="0" y="166977"/>
                      <a:pt x="0" y="190263"/>
                    </a:cubicBezTo>
                    <a:lnTo>
                      <a:pt x="0" y="201054"/>
                    </a:lnTo>
                    <a:cubicBezTo>
                      <a:pt x="0" y="224340"/>
                      <a:pt x="7998" y="243651"/>
                      <a:pt x="24565" y="260121"/>
                    </a:cubicBezTo>
                    <a:cubicBezTo>
                      <a:pt x="41132" y="276592"/>
                      <a:pt x="60556" y="284543"/>
                      <a:pt x="83979" y="284543"/>
                    </a:cubicBezTo>
                    <a:lnTo>
                      <a:pt x="269074" y="284543"/>
                    </a:lnTo>
                    <a:cubicBezTo>
                      <a:pt x="285070" y="284543"/>
                      <a:pt x="296495" y="281135"/>
                      <a:pt x="303922" y="273752"/>
                    </a:cubicBezTo>
                    <a:cubicBezTo>
                      <a:pt x="305065" y="272616"/>
                      <a:pt x="307350" y="272616"/>
                      <a:pt x="309064" y="273752"/>
                    </a:cubicBezTo>
                    <a:cubicBezTo>
                      <a:pt x="318204" y="282271"/>
                      <a:pt x="334200" y="284543"/>
                      <a:pt x="345054" y="284543"/>
                    </a:cubicBezTo>
                    <a:lnTo>
                      <a:pt x="400469" y="284543"/>
                    </a:lnTo>
                    <a:cubicBezTo>
                      <a:pt x="415894" y="284543"/>
                      <a:pt x="427890" y="280000"/>
                      <a:pt x="437602" y="270912"/>
                    </a:cubicBezTo>
                    <a:cubicBezTo>
                      <a:pt x="446743" y="261825"/>
                      <a:pt x="451313" y="249330"/>
                      <a:pt x="451313" y="233996"/>
                    </a:cubicBezTo>
                    <a:lnTo>
                      <a:pt x="450742" y="3976"/>
                    </a:lnTo>
                    <a:cubicBezTo>
                      <a:pt x="450742" y="1704"/>
                      <a:pt x="449028" y="0"/>
                      <a:pt x="446743" y="0"/>
                    </a:cubicBezTo>
                    <a:lnTo>
                      <a:pt x="425605" y="0"/>
                    </a:lnTo>
                    <a:close/>
                    <a:moveTo>
                      <a:pt x="138250" y="250466"/>
                    </a:moveTo>
                    <a:cubicBezTo>
                      <a:pt x="138250" y="252738"/>
                      <a:pt x="136536" y="254442"/>
                      <a:pt x="134251" y="254442"/>
                    </a:cubicBezTo>
                    <a:lnTo>
                      <a:pt x="84550" y="254442"/>
                    </a:lnTo>
                    <a:cubicBezTo>
                      <a:pt x="69696" y="254442"/>
                      <a:pt x="57128" y="249330"/>
                      <a:pt x="46845" y="238539"/>
                    </a:cubicBezTo>
                    <a:cubicBezTo>
                      <a:pt x="36562" y="228316"/>
                      <a:pt x="30849" y="215253"/>
                      <a:pt x="30849" y="200486"/>
                    </a:cubicBezTo>
                    <a:lnTo>
                      <a:pt x="30849" y="192535"/>
                    </a:lnTo>
                    <a:cubicBezTo>
                      <a:pt x="30849" y="176065"/>
                      <a:pt x="37133" y="160162"/>
                      <a:pt x="49702" y="149371"/>
                    </a:cubicBezTo>
                    <a:cubicBezTo>
                      <a:pt x="59413" y="140852"/>
                      <a:pt x="71410" y="136308"/>
                      <a:pt x="84550" y="136308"/>
                    </a:cubicBezTo>
                    <a:cubicBezTo>
                      <a:pt x="99403" y="136308"/>
                      <a:pt x="111971" y="141420"/>
                      <a:pt x="122826" y="151643"/>
                    </a:cubicBezTo>
                    <a:cubicBezTo>
                      <a:pt x="133109" y="161866"/>
                      <a:pt x="138822" y="174929"/>
                      <a:pt x="138822" y="189695"/>
                    </a:cubicBezTo>
                    <a:lnTo>
                      <a:pt x="138822" y="250466"/>
                    </a:ln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30" name="Freeform 29">
                <a:extLst>
                  <a:ext uri="{FF2B5EF4-FFF2-40B4-BE49-F238E27FC236}">
                    <a16:creationId xmlns:a16="http://schemas.microsoft.com/office/drawing/2014/main" id="{E1D8E039-5A1E-9450-3997-E55E26FF365F}"/>
                  </a:ext>
                </a:extLst>
              </p:cNvPr>
              <p:cNvSpPr/>
              <p:nvPr/>
            </p:nvSpPr>
            <p:spPr>
              <a:xfrm>
                <a:off x="10493173" y="5190988"/>
                <a:ext cx="483304" cy="285111"/>
              </a:xfrm>
              <a:custGeom>
                <a:avLst/>
                <a:gdLst>
                  <a:gd name="connsiteX0" fmla="*/ 458168 w 483304"/>
                  <a:gd name="connsiteY0" fmla="*/ 0 h 285111"/>
                  <a:gd name="connsiteX1" fmla="*/ 454169 w 483304"/>
                  <a:gd name="connsiteY1" fmla="*/ 3976 h 285111"/>
                  <a:gd name="connsiteX2" fmla="*/ 454169 w 483304"/>
                  <a:gd name="connsiteY2" fmla="*/ 233996 h 285111"/>
                  <a:gd name="connsiteX3" fmla="*/ 449028 w 483304"/>
                  <a:gd name="connsiteY3" fmla="*/ 249330 h 285111"/>
                  <a:gd name="connsiteX4" fmla="*/ 434174 w 483304"/>
                  <a:gd name="connsiteY4" fmla="*/ 254442 h 285111"/>
                  <a:gd name="connsiteX5" fmla="*/ 311349 w 483304"/>
                  <a:gd name="connsiteY5" fmla="*/ 254442 h 285111"/>
                  <a:gd name="connsiteX6" fmla="*/ 290783 w 483304"/>
                  <a:gd name="connsiteY6" fmla="*/ 247626 h 285111"/>
                  <a:gd name="connsiteX7" fmla="*/ 286784 w 483304"/>
                  <a:gd name="connsiteY7" fmla="*/ 241379 h 285111"/>
                  <a:gd name="connsiteX8" fmla="*/ 286784 w 483304"/>
                  <a:gd name="connsiteY8" fmla="*/ 238539 h 285111"/>
                  <a:gd name="connsiteX9" fmla="*/ 295924 w 483304"/>
                  <a:gd name="connsiteY9" fmla="*/ 201054 h 285111"/>
                  <a:gd name="connsiteX10" fmla="*/ 295924 w 483304"/>
                  <a:gd name="connsiteY10" fmla="*/ 190263 h 285111"/>
                  <a:gd name="connsiteX11" fmla="*/ 271359 w 483304"/>
                  <a:gd name="connsiteY11" fmla="*/ 131197 h 285111"/>
                  <a:gd name="connsiteX12" fmla="*/ 211946 w 483304"/>
                  <a:gd name="connsiteY12" fmla="*/ 106775 h 285111"/>
                  <a:gd name="connsiteX13" fmla="*/ 152532 w 483304"/>
                  <a:gd name="connsiteY13" fmla="*/ 131197 h 285111"/>
                  <a:gd name="connsiteX14" fmla="*/ 127967 w 483304"/>
                  <a:gd name="connsiteY14" fmla="*/ 190263 h 285111"/>
                  <a:gd name="connsiteX15" fmla="*/ 127967 w 483304"/>
                  <a:gd name="connsiteY15" fmla="*/ 250466 h 285111"/>
                  <a:gd name="connsiteX16" fmla="*/ 123968 w 483304"/>
                  <a:gd name="connsiteY16" fmla="*/ 254442 h 285111"/>
                  <a:gd name="connsiteX17" fmla="*/ 50273 w 483304"/>
                  <a:gd name="connsiteY17" fmla="*/ 254442 h 285111"/>
                  <a:gd name="connsiteX18" fmla="*/ 35420 w 483304"/>
                  <a:gd name="connsiteY18" fmla="*/ 249898 h 285111"/>
                  <a:gd name="connsiteX19" fmla="*/ 30278 w 483304"/>
                  <a:gd name="connsiteY19" fmla="*/ 233996 h 285111"/>
                  <a:gd name="connsiteX20" fmla="*/ 30278 w 483304"/>
                  <a:gd name="connsiteY20" fmla="*/ 3976 h 285111"/>
                  <a:gd name="connsiteX21" fmla="*/ 26279 w 483304"/>
                  <a:gd name="connsiteY21" fmla="*/ 0 h 285111"/>
                  <a:gd name="connsiteX22" fmla="*/ 3999 w 483304"/>
                  <a:gd name="connsiteY22" fmla="*/ 0 h 285111"/>
                  <a:gd name="connsiteX23" fmla="*/ 0 w 483304"/>
                  <a:gd name="connsiteY23" fmla="*/ 3976 h 285111"/>
                  <a:gd name="connsiteX24" fmla="*/ 0 w 483304"/>
                  <a:gd name="connsiteY24" fmla="*/ 233996 h 285111"/>
                  <a:gd name="connsiteX25" fmla="*/ 13711 w 483304"/>
                  <a:gd name="connsiteY25" fmla="*/ 270912 h 285111"/>
                  <a:gd name="connsiteX26" fmla="*/ 50844 w 483304"/>
                  <a:gd name="connsiteY26" fmla="*/ 284543 h 285111"/>
                  <a:gd name="connsiteX27" fmla="*/ 211374 w 483304"/>
                  <a:gd name="connsiteY27" fmla="*/ 284543 h 285111"/>
                  <a:gd name="connsiteX28" fmla="*/ 268503 w 483304"/>
                  <a:gd name="connsiteY28" fmla="*/ 262393 h 285111"/>
                  <a:gd name="connsiteX29" fmla="*/ 273644 w 483304"/>
                  <a:gd name="connsiteY29" fmla="*/ 269208 h 285111"/>
                  <a:gd name="connsiteX30" fmla="*/ 315348 w 483304"/>
                  <a:gd name="connsiteY30" fmla="*/ 285111 h 285111"/>
                  <a:gd name="connsiteX31" fmla="*/ 432461 w 483304"/>
                  <a:gd name="connsiteY31" fmla="*/ 285111 h 285111"/>
                  <a:gd name="connsiteX32" fmla="*/ 469594 w 483304"/>
                  <a:gd name="connsiteY32" fmla="*/ 271480 h 285111"/>
                  <a:gd name="connsiteX33" fmla="*/ 483305 w 483304"/>
                  <a:gd name="connsiteY33" fmla="*/ 234563 h 285111"/>
                  <a:gd name="connsiteX34" fmla="*/ 483305 w 483304"/>
                  <a:gd name="connsiteY34" fmla="*/ 4544 h 285111"/>
                  <a:gd name="connsiteX35" fmla="*/ 479306 w 483304"/>
                  <a:gd name="connsiteY35" fmla="*/ 568 h 285111"/>
                  <a:gd name="connsiteX36" fmla="*/ 458168 w 483304"/>
                  <a:gd name="connsiteY36" fmla="*/ 568 h 285111"/>
                  <a:gd name="connsiteX37" fmla="*/ 266218 w 483304"/>
                  <a:gd name="connsiteY37" fmla="*/ 200486 h 285111"/>
                  <a:gd name="connsiteX38" fmla="*/ 253078 w 483304"/>
                  <a:gd name="connsiteY38" fmla="*/ 235131 h 285111"/>
                  <a:gd name="connsiteX39" fmla="*/ 209661 w 483304"/>
                  <a:gd name="connsiteY39" fmla="*/ 253874 h 285111"/>
                  <a:gd name="connsiteX40" fmla="*/ 162815 w 483304"/>
                  <a:gd name="connsiteY40" fmla="*/ 253874 h 285111"/>
                  <a:gd name="connsiteX41" fmla="*/ 158817 w 483304"/>
                  <a:gd name="connsiteY41" fmla="*/ 249898 h 285111"/>
                  <a:gd name="connsiteX42" fmla="*/ 158817 w 483304"/>
                  <a:gd name="connsiteY42" fmla="*/ 192535 h 285111"/>
                  <a:gd name="connsiteX43" fmla="*/ 177669 w 483304"/>
                  <a:gd name="connsiteY43" fmla="*/ 149371 h 285111"/>
                  <a:gd name="connsiteX44" fmla="*/ 212517 w 483304"/>
                  <a:gd name="connsiteY44" fmla="*/ 136308 h 285111"/>
                  <a:gd name="connsiteX45" fmla="*/ 250793 w 483304"/>
                  <a:gd name="connsiteY45" fmla="*/ 151643 h 285111"/>
                  <a:gd name="connsiteX46" fmla="*/ 266789 w 483304"/>
                  <a:gd name="connsiteY46" fmla="*/ 189695 h 285111"/>
                  <a:gd name="connsiteX47" fmla="*/ 266789 w 483304"/>
                  <a:gd name="connsiteY47" fmla="*/ 200486 h 2851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</a:cxnLst>
                <a:rect l="l" t="t" r="r" b="b"/>
                <a:pathLst>
                  <a:path w="483304" h="285111">
                    <a:moveTo>
                      <a:pt x="458168" y="0"/>
                    </a:moveTo>
                    <a:cubicBezTo>
                      <a:pt x="455883" y="0"/>
                      <a:pt x="454169" y="1704"/>
                      <a:pt x="454169" y="3976"/>
                    </a:cubicBezTo>
                    <a:lnTo>
                      <a:pt x="454169" y="233996"/>
                    </a:lnTo>
                    <a:cubicBezTo>
                      <a:pt x="454169" y="240811"/>
                      <a:pt x="452456" y="245923"/>
                      <a:pt x="449028" y="249330"/>
                    </a:cubicBezTo>
                    <a:cubicBezTo>
                      <a:pt x="446171" y="252738"/>
                      <a:pt x="441030" y="254442"/>
                      <a:pt x="434174" y="254442"/>
                    </a:cubicBezTo>
                    <a:lnTo>
                      <a:pt x="311349" y="254442"/>
                    </a:lnTo>
                    <a:cubicBezTo>
                      <a:pt x="302208" y="254442"/>
                      <a:pt x="295353" y="252170"/>
                      <a:pt x="290783" y="247626"/>
                    </a:cubicBezTo>
                    <a:cubicBezTo>
                      <a:pt x="289069" y="245923"/>
                      <a:pt x="287926" y="243651"/>
                      <a:pt x="286784" y="241379"/>
                    </a:cubicBezTo>
                    <a:cubicBezTo>
                      <a:pt x="286212" y="240243"/>
                      <a:pt x="286784" y="239107"/>
                      <a:pt x="286784" y="238539"/>
                    </a:cubicBezTo>
                    <a:cubicBezTo>
                      <a:pt x="292497" y="226612"/>
                      <a:pt x="295924" y="214117"/>
                      <a:pt x="295924" y="201054"/>
                    </a:cubicBezTo>
                    <a:lnTo>
                      <a:pt x="295924" y="190263"/>
                    </a:lnTo>
                    <a:cubicBezTo>
                      <a:pt x="295924" y="166977"/>
                      <a:pt x="287926" y="147667"/>
                      <a:pt x="271359" y="131197"/>
                    </a:cubicBezTo>
                    <a:cubicBezTo>
                      <a:pt x="254792" y="114726"/>
                      <a:pt x="235368" y="106775"/>
                      <a:pt x="211946" y="106775"/>
                    </a:cubicBezTo>
                    <a:cubicBezTo>
                      <a:pt x="188523" y="106775"/>
                      <a:pt x="169100" y="114726"/>
                      <a:pt x="152532" y="131197"/>
                    </a:cubicBezTo>
                    <a:cubicBezTo>
                      <a:pt x="135965" y="147667"/>
                      <a:pt x="127967" y="166977"/>
                      <a:pt x="127967" y="190263"/>
                    </a:cubicBezTo>
                    <a:lnTo>
                      <a:pt x="127967" y="250466"/>
                    </a:lnTo>
                    <a:cubicBezTo>
                      <a:pt x="127967" y="252738"/>
                      <a:pt x="126253" y="254442"/>
                      <a:pt x="123968" y="254442"/>
                    </a:cubicBezTo>
                    <a:lnTo>
                      <a:pt x="50273" y="254442"/>
                    </a:lnTo>
                    <a:cubicBezTo>
                      <a:pt x="43417" y="254442"/>
                      <a:pt x="38847" y="252738"/>
                      <a:pt x="35420" y="249898"/>
                    </a:cubicBezTo>
                    <a:cubicBezTo>
                      <a:pt x="31992" y="246490"/>
                      <a:pt x="30278" y="241379"/>
                      <a:pt x="30278" y="233996"/>
                    </a:cubicBezTo>
                    <a:lnTo>
                      <a:pt x="30278" y="3976"/>
                    </a:lnTo>
                    <a:cubicBezTo>
                      <a:pt x="30278" y="1704"/>
                      <a:pt x="28564" y="0"/>
                      <a:pt x="26279" y="0"/>
                    </a:cubicBezTo>
                    <a:lnTo>
                      <a:pt x="3999" y="0"/>
                    </a:lnTo>
                    <a:cubicBezTo>
                      <a:pt x="1714" y="0"/>
                      <a:pt x="0" y="1704"/>
                      <a:pt x="0" y="3976"/>
                    </a:cubicBezTo>
                    <a:lnTo>
                      <a:pt x="0" y="233996"/>
                    </a:lnTo>
                    <a:cubicBezTo>
                      <a:pt x="0" y="249898"/>
                      <a:pt x="4570" y="261825"/>
                      <a:pt x="13711" y="270912"/>
                    </a:cubicBezTo>
                    <a:cubicBezTo>
                      <a:pt x="22851" y="280000"/>
                      <a:pt x="34848" y="284543"/>
                      <a:pt x="50844" y="284543"/>
                    </a:cubicBezTo>
                    <a:lnTo>
                      <a:pt x="211374" y="284543"/>
                    </a:lnTo>
                    <a:cubicBezTo>
                      <a:pt x="233083" y="284543"/>
                      <a:pt x="251935" y="277160"/>
                      <a:pt x="268503" y="262393"/>
                    </a:cubicBezTo>
                    <a:cubicBezTo>
                      <a:pt x="270217" y="264665"/>
                      <a:pt x="271930" y="266937"/>
                      <a:pt x="273644" y="269208"/>
                    </a:cubicBezTo>
                    <a:cubicBezTo>
                      <a:pt x="284499" y="280000"/>
                      <a:pt x="298209" y="285111"/>
                      <a:pt x="315348" y="285111"/>
                    </a:cubicBezTo>
                    <a:lnTo>
                      <a:pt x="432461" y="285111"/>
                    </a:lnTo>
                    <a:cubicBezTo>
                      <a:pt x="447885" y="285111"/>
                      <a:pt x="459882" y="280567"/>
                      <a:pt x="469594" y="271480"/>
                    </a:cubicBezTo>
                    <a:cubicBezTo>
                      <a:pt x="478735" y="262393"/>
                      <a:pt x="483305" y="249898"/>
                      <a:pt x="483305" y="234563"/>
                    </a:cubicBezTo>
                    <a:lnTo>
                      <a:pt x="483305" y="4544"/>
                    </a:lnTo>
                    <a:cubicBezTo>
                      <a:pt x="483305" y="2272"/>
                      <a:pt x="481591" y="568"/>
                      <a:pt x="479306" y="568"/>
                    </a:cubicBezTo>
                    <a:lnTo>
                      <a:pt x="458168" y="568"/>
                    </a:lnTo>
                    <a:close/>
                    <a:moveTo>
                      <a:pt x="266218" y="200486"/>
                    </a:moveTo>
                    <a:cubicBezTo>
                      <a:pt x="266218" y="213549"/>
                      <a:pt x="261647" y="225476"/>
                      <a:pt x="253078" y="235131"/>
                    </a:cubicBezTo>
                    <a:cubicBezTo>
                      <a:pt x="242224" y="247626"/>
                      <a:pt x="226228" y="253874"/>
                      <a:pt x="209661" y="253874"/>
                    </a:cubicBezTo>
                    <a:lnTo>
                      <a:pt x="162815" y="253874"/>
                    </a:lnTo>
                    <a:cubicBezTo>
                      <a:pt x="160530" y="253874"/>
                      <a:pt x="158817" y="252170"/>
                      <a:pt x="158817" y="249898"/>
                    </a:cubicBezTo>
                    <a:lnTo>
                      <a:pt x="158817" y="192535"/>
                    </a:lnTo>
                    <a:cubicBezTo>
                      <a:pt x="158817" y="176065"/>
                      <a:pt x="165101" y="160162"/>
                      <a:pt x="177669" y="149371"/>
                    </a:cubicBezTo>
                    <a:cubicBezTo>
                      <a:pt x="187381" y="140852"/>
                      <a:pt x="199378" y="136308"/>
                      <a:pt x="212517" y="136308"/>
                    </a:cubicBezTo>
                    <a:cubicBezTo>
                      <a:pt x="227370" y="136308"/>
                      <a:pt x="239939" y="141420"/>
                      <a:pt x="250793" y="151643"/>
                    </a:cubicBezTo>
                    <a:cubicBezTo>
                      <a:pt x="261076" y="161866"/>
                      <a:pt x="266789" y="174929"/>
                      <a:pt x="266789" y="189695"/>
                    </a:cubicBezTo>
                    <a:lnTo>
                      <a:pt x="266789" y="200486"/>
                    </a:ln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31" name="Freeform 30">
                <a:extLst>
                  <a:ext uri="{FF2B5EF4-FFF2-40B4-BE49-F238E27FC236}">
                    <a16:creationId xmlns:a16="http://schemas.microsoft.com/office/drawing/2014/main" id="{746FF871-9A0F-CE11-0072-9EDAE2E7D3C2}"/>
                  </a:ext>
                </a:extLst>
              </p:cNvPr>
              <p:cNvSpPr/>
              <p:nvPr/>
            </p:nvSpPr>
            <p:spPr>
              <a:xfrm>
                <a:off x="11039890" y="5190420"/>
                <a:ext cx="30277" cy="285111"/>
              </a:xfrm>
              <a:custGeom>
                <a:avLst/>
                <a:gdLst>
                  <a:gd name="connsiteX0" fmla="*/ 30278 w 30277"/>
                  <a:gd name="connsiteY0" fmla="*/ 3976 h 285111"/>
                  <a:gd name="connsiteX1" fmla="*/ 26279 w 30277"/>
                  <a:gd name="connsiteY1" fmla="*/ 0 h 285111"/>
                  <a:gd name="connsiteX2" fmla="*/ 3999 w 30277"/>
                  <a:gd name="connsiteY2" fmla="*/ 0 h 285111"/>
                  <a:gd name="connsiteX3" fmla="*/ 0 w 30277"/>
                  <a:gd name="connsiteY3" fmla="*/ 3976 h 285111"/>
                  <a:gd name="connsiteX4" fmla="*/ 0 w 30277"/>
                  <a:gd name="connsiteY4" fmla="*/ 119270 h 285111"/>
                  <a:gd name="connsiteX5" fmla="*/ 0 w 30277"/>
                  <a:gd name="connsiteY5" fmla="*/ 119270 h 285111"/>
                  <a:gd name="connsiteX6" fmla="*/ 0 w 30277"/>
                  <a:gd name="connsiteY6" fmla="*/ 281135 h 285111"/>
                  <a:gd name="connsiteX7" fmla="*/ 3999 w 30277"/>
                  <a:gd name="connsiteY7" fmla="*/ 285111 h 285111"/>
                  <a:gd name="connsiteX8" fmla="*/ 26279 w 30277"/>
                  <a:gd name="connsiteY8" fmla="*/ 285111 h 285111"/>
                  <a:gd name="connsiteX9" fmla="*/ 30278 w 30277"/>
                  <a:gd name="connsiteY9" fmla="*/ 281135 h 285111"/>
                  <a:gd name="connsiteX10" fmla="*/ 30278 w 30277"/>
                  <a:gd name="connsiteY10" fmla="*/ 101663 h 285111"/>
                  <a:gd name="connsiteX11" fmla="*/ 30278 w 30277"/>
                  <a:gd name="connsiteY11" fmla="*/ 101663 h 285111"/>
                  <a:gd name="connsiteX12" fmla="*/ 30278 w 30277"/>
                  <a:gd name="connsiteY12" fmla="*/ 3976 h 2851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0277" h="285111">
                    <a:moveTo>
                      <a:pt x="30278" y="3976"/>
                    </a:moveTo>
                    <a:cubicBezTo>
                      <a:pt x="30278" y="1704"/>
                      <a:pt x="28564" y="0"/>
                      <a:pt x="26279" y="0"/>
                    </a:cubicBezTo>
                    <a:lnTo>
                      <a:pt x="3999" y="0"/>
                    </a:lnTo>
                    <a:cubicBezTo>
                      <a:pt x="1714" y="0"/>
                      <a:pt x="0" y="1704"/>
                      <a:pt x="0" y="3976"/>
                    </a:cubicBezTo>
                    <a:lnTo>
                      <a:pt x="0" y="119270"/>
                    </a:lnTo>
                    <a:lnTo>
                      <a:pt x="0" y="119270"/>
                    </a:lnTo>
                    <a:lnTo>
                      <a:pt x="0" y="281135"/>
                    </a:lnTo>
                    <a:cubicBezTo>
                      <a:pt x="0" y="283407"/>
                      <a:pt x="1714" y="285111"/>
                      <a:pt x="3999" y="285111"/>
                    </a:cubicBezTo>
                    <a:lnTo>
                      <a:pt x="26279" y="285111"/>
                    </a:lnTo>
                    <a:cubicBezTo>
                      <a:pt x="28564" y="285111"/>
                      <a:pt x="30278" y="283407"/>
                      <a:pt x="30278" y="281135"/>
                    </a:cubicBezTo>
                    <a:lnTo>
                      <a:pt x="30278" y="101663"/>
                    </a:lnTo>
                    <a:lnTo>
                      <a:pt x="30278" y="101663"/>
                    </a:lnTo>
                    <a:lnTo>
                      <a:pt x="30278" y="3976"/>
                    </a:ln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32" name="Freeform 31">
                <a:extLst>
                  <a:ext uri="{FF2B5EF4-FFF2-40B4-BE49-F238E27FC236}">
                    <a16:creationId xmlns:a16="http://schemas.microsoft.com/office/drawing/2014/main" id="{6B60DB17-7FF6-8973-D211-C690EA0DB1B6}"/>
                  </a:ext>
                </a:extLst>
              </p:cNvPr>
              <p:cNvSpPr/>
              <p:nvPr/>
            </p:nvSpPr>
            <p:spPr>
              <a:xfrm>
                <a:off x="11211274" y="5292084"/>
                <a:ext cx="249650" cy="267504"/>
              </a:xfrm>
              <a:custGeom>
                <a:avLst/>
                <a:gdLst>
                  <a:gd name="connsiteX0" fmla="*/ 159388 w 249650"/>
                  <a:gd name="connsiteY0" fmla="*/ 0 h 267504"/>
                  <a:gd name="connsiteX1" fmla="*/ 95975 w 249650"/>
                  <a:gd name="connsiteY1" fmla="*/ 26126 h 267504"/>
                  <a:gd name="connsiteX2" fmla="*/ 69696 w 249650"/>
                  <a:gd name="connsiteY2" fmla="*/ 89168 h 267504"/>
                  <a:gd name="connsiteX3" fmla="*/ 69696 w 249650"/>
                  <a:gd name="connsiteY3" fmla="*/ 141420 h 267504"/>
                  <a:gd name="connsiteX4" fmla="*/ 62270 w 249650"/>
                  <a:gd name="connsiteY4" fmla="*/ 141420 h 267504"/>
                  <a:gd name="connsiteX5" fmla="*/ 18281 w 249650"/>
                  <a:gd name="connsiteY5" fmla="*/ 159594 h 267504"/>
                  <a:gd name="connsiteX6" fmla="*/ 0 w 249650"/>
                  <a:gd name="connsiteY6" fmla="*/ 203326 h 267504"/>
                  <a:gd name="connsiteX7" fmla="*/ 0 w 249650"/>
                  <a:gd name="connsiteY7" fmla="*/ 263529 h 267504"/>
                  <a:gd name="connsiteX8" fmla="*/ 3999 w 249650"/>
                  <a:gd name="connsiteY8" fmla="*/ 267505 h 267504"/>
                  <a:gd name="connsiteX9" fmla="*/ 37705 w 249650"/>
                  <a:gd name="connsiteY9" fmla="*/ 267505 h 267504"/>
                  <a:gd name="connsiteX10" fmla="*/ 41704 w 249650"/>
                  <a:gd name="connsiteY10" fmla="*/ 263529 h 267504"/>
                  <a:gd name="connsiteX11" fmla="*/ 42275 w 249650"/>
                  <a:gd name="connsiteY11" fmla="*/ 203326 h 267504"/>
                  <a:gd name="connsiteX12" fmla="*/ 48559 w 249650"/>
                  <a:gd name="connsiteY12" fmla="*/ 188560 h 267504"/>
                  <a:gd name="connsiteX13" fmla="*/ 62841 w 249650"/>
                  <a:gd name="connsiteY13" fmla="*/ 182880 h 267504"/>
                  <a:gd name="connsiteX14" fmla="*/ 159959 w 249650"/>
                  <a:gd name="connsiteY14" fmla="*/ 182880 h 267504"/>
                  <a:gd name="connsiteX15" fmla="*/ 223371 w 249650"/>
                  <a:gd name="connsiteY15" fmla="*/ 156754 h 267504"/>
                  <a:gd name="connsiteX16" fmla="*/ 249650 w 249650"/>
                  <a:gd name="connsiteY16" fmla="*/ 93712 h 267504"/>
                  <a:gd name="connsiteX17" fmla="*/ 249650 w 249650"/>
                  <a:gd name="connsiteY17" fmla="*/ 89168 h 267504"/>
                  <a:gd name="connsiteX18" fmla="*/ 223371 w 249650"/>
                  <a:gd name="connsiteY18" fmla="*/ 26126 h 267504"/>
                  <a:gd name="connsiteX19" fmla="*/ 159388 w 249650"/>
                  <a:gd name="connsiteY19" fmla="*/ 0 h 267504"/>
                  <a:gd name="connsiteX20" fmla="*/ 207375 w 249650"/>
                  <a:gd name="connsiteY20" fmla="*/ 93712 h 267504"/>
                  <a:gd name="connsiteX21" fmla="*/ 193093 w 249650"/>
                  <a:gd name="connsiteY21" fmla="*/ 127789 h 267504"/>
                  <a:gd name="connsiteX22" fmla="*/ 159388 w 249650"/>
                  <a:gd name="connsiteY22" fmla="*/ 141988 h 267504"/>
                  <a:gd name="connsiteX23" fmla="*/ 114828 w 249650"/>
                  <a:gd name="connsiteY23" fmla="*/ 141988 h 267504"/>
                  <a:gd name="connsiteX24" fmla="*/ 110829 w 249650"/>
                  <a:gd name="connsiteY24" fmla="*/ 138012 h 267504"/>
                  <a:gd name="connsiteX25" fmla="*/ 110829 w 249650"/>
                  <a:gd name="connsiteY25" fmla="*/ 89736 h 267504"/>
                  <a:gd name="connsiteX26" fmla="*/ 125111 w 249650"/>
                  <a:gd name="connsiteY26" fmla="*/ 56227 h 267504"/>
                  <a:gd name="connsiteX27" fmla="*/ 157674 w 249650"/>
                  <a:gd name="connsiteY27" fmla="*/ 42596 h 267504"/>
                  <a:gd name="connsiteX28" fmla="*/ 193665 w 249650"/>
                  <a:gd name="connsiteY28" fmla="*/ 57363 h 267504"/>
                  <a:gd name="connsiteX29" fmla="*/ 206804 w 249650"/>
                  <a:gd name="connsiteY29" fmla="*/ 90304 h 267504"/>
                  <a:gd name="connsiteX30" fmla="*/ 206804 w 249650"/>
                  <a:gd name="connsiteY30" fmla="*/ 93712 h 2675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249650" h="267504">
                    <a:moveTo>
                      <a:pt x="159388" y="0"/>
                    </a:moveTo>
                    <a:cubicBezTo>
                      <a:pt x="134251" y="0"/>
                      <a:pt x="113685" y="8519"/>
                      <a:pt x="95975" y="26126"/>
                    </a:cubicBezTo>
                    <a:cubicBezTo>
                      <a:pt x="78266" y="43732"/>
                      <a:pt x="69696" y="64178"/>
                      <a:pt x="69696" y="89168"/>
                    </a:cubicBezTo>
                    <a:lnTo>
                      <a:pt x="69696" y="141420"/>
                    </a:lnTo>
                    <a:lnTo>
                      <a:pt x="62270" y="141420"/>
                    </a:lnTo>
                    <a:cubicBezTo>
                      <a:pt x="45131" y="141420"/>
                      <a:pt x="30278" y="147667"/>
                      <a:pt x="18281" y="159594"/>
                    </a:cubicBezTo>
                    <a:cubicBezTo>
                      <a:pt x="6284" y="171521"/>
                      <a:pt x="0" y="186288"/>
                      <a:pt x="0" y="203326"/>
                    </a:cubicBezTo>
                    <a:lnTo>
                      <a:pt x="0" y="263529"/>
                    </a:lnTo>
                    <a:cubicBezTo>
                      <a:pt x="0" y="265801"/>
                      <a:pt x="1714" y="267505"/>
                      <a:pt x="3999" y="267505"/>
                    </a:cubicBezTo>
                    <a:lnTo>
                      <a:pt x="37705" y="267505"/>
                    </a:lnTo>
                    <a:cubicBezTo>
                      <a:pt x="39990" y="267505"/>
                      <a:pt x="41704" y="265801"/>
                      <a:pt x="41704" y="263529"/>
                    </a:cubicBezTo>
                    <a:lnTo>
                      <a:pt x="42275" y="203326"/>
                    </a:lnTo>
                    <a:cubicBezTo>
                      <a:pt x="42275" y="197647"/>
                      <a:pt x="43989" y="193103"/>
                      <a:pt x="48559" y="188560"/>
                    </a:cubicBezTo>
                    <a:cubicBezTo>
                      <a:pt x="52558" y="184584"/>
                      <a:pt x="57128" y="182880"/>
                      <a:pt x="62841" y="182880"/>
                    </a:cubicBezTo>
                    <a:lnTo>
                      <a:pt x="159959" y="182880"/>
                    </a:lnTo>
                    <a:cubicBezTo>
                      <a:pt x="185095" y="182880"/>
                      <a:pt x="205662" y="174361"/>
                      <a:pt x="223371" y="156754"/>
                    </a:cubicBezTo>
                    <a:cubicBezTo>
                      <a:pt x="241081" y="139148"/>
                      <a:pt x="249650" y="118702"/>
                      <a:pt x="249650" y="93712"/>
                    </a:cubicBezTo>
                    <a:lnTo>
                      <a:pt x="249650" y="89168"/>
                    </a:lnTo>
                    <a:cubicBezTo>
                      <a:pt x="249650" y="64178"/>
                      <a:pt x="241081" y="43732"/>
                      <a:pt x="223371" y="26126"/>
                    </a:cubicBezTo>
                    <a:cubicBezTo>
                      <a:pt x="205090" y="8519"/>
                      <a:pt x="184524" y="0"/>
                      <a:pt x="159388" y="0"/>
                    </a:cubicBezTo>
                    <a:close/>
                    <a:moveTo>
                      <a:pt x="207375" y="93712"/>
                    </a:moveTo>
                    <a:cubicBezTo>
                      <a:pt x="207375" y="106775"/>
                      <a:pt x="202805" y="118134"/>
                      <a:pt x="193093" y="127789"/>
                    </a:cubicBezTo>
                    <a:cubicBezTo>
                      <a:pt x="183953" y="137444"/>
                      <a:pt x="172527" y="141988"/>
                      <a:pt x="159388" y="141988"/>
                    </a:cubicBezTo>
                    <a:lnTo>
                      <a:pt x="114828" y="141988"/>
                    </a:lnTo>
                    <a:cubicBezTo>
                      <a:pt x="112543" y="141988"/>
                      <a:pt x="110829" y="140284"/>
                      <a:pt x="110829" y="138012"/>
                    </a:cubicBezTo>
                    <a:lnTo>
                      <a:pt x="110829" y="89736"/>
                    </a:lnTo>
                    <a:cubicBezTo>
                      <a:pt x="110829" y="76673"/>
                      <a:pt x="115399" y="65314"/>
                      <a:pt x="125111" y="56227"/>
                    </a:cubicBezTo>
                    <a:cubicBezTo>
                      <a:pt x="134251" y="47140"/>
                      <a:pt x="145106" y="42596"/>
                      <a:pt x="157674" y="42596"/>
                    </a:cubicBezTo>
                    <a:cubicBezTo>
                      <a:pt x="171385" y="42028"/>
                      <a:pt x="184524" y="47708"/>
                      <a:pt x="193665" y="57363"/>
                    </a:cubicBezTo>
                    <a:cubicBezTo>
                      <a:pt x="202234" y="66450"/>
                      <a:pt x="206804" y="77241"/>
                      <a:pt x="206804" y="90304"/>
                    </a:cubicBezTo>
                    <a:lnTo>
                      <a:pt x="206804" y="93712"/>
                    </a:ln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33" name="Freeform 32">
                <a:extLst>
                  <a:ext uri="{FF2B5EF4-FFF2-40B4-BE49-F238E27FC236}">
                    <a16:creationId xmlns:a16="http://schemas.microsoft.com/office/drawing/2014/main" id="{F3CCADF3-E20F-4A26-3DC4-708C160A34AA}"/>
                  </a:ext>
                </a:extLst>
              </p:cNvPr>
              <p:cNvSpPr/>
              <p:nvPr/>
            </p:nvSpPr>
            <p:spPr>
              <a:xfrm>
                <a:off x="11510626" y="5189285"/>
                <a:ext cx="272501" cy="285111"/>
              </a:xfrm>
              <a:custGeom>
                <a:avLst/>
                <a:gdLst>
                  <a:gd name="connsiteX0" fmla="*/ 235368 w 272501"/>
                  <a:gd name="connsiteY0" fmla="*/ 128925 h 285111"/>
                  <a:gd name="connsiteX1" fmla="*/ 231369 w 272501"/>
                  <a:gd name="connsiteY1" fmla="*/ 132900 h 285111"/>
                  <a:gd name="connsiteX2" fmla="*/ 231369 w 272501"/>
                  <a:gd name="connsiteY2" fmla="*/ 229452 h 285111"/>
                  <a:gd name="connsiteX3" fmla="*/ 227942 w 272501"/>
                  <a:gd name="connsiteY3" fmla="*/ 240811 h 285111"/>
                  <a:gd name="connsiteX4" fmla="*/ 217087 w 272501"/>
                  <a:gd name="connsiteY4" fmla="*/ 244219 h 285111"/>
                  <a:gd name="connsiteX5" fmla="*/ 55986 w 272501"/>
                  <a:gd name="connsiteY5" fmla="*/ 244219 h 285111"/>
                  <a:gd name="connsiteX6" fmla="*/ 45131 w 272501"/>
                  <a:gd name="connsiteY6" fmla="*/ 241379 h 285111"/>
                  <a:gd name="connsiteX7" fmla="*/ 41704 w 272501"/>
                  <a:gd name="connsiteY7" fmla="*/ 229452 h 285111"/>
                  <a:gd name="connsiteX8" fmla="*/ 41704 w 272501"/>
                  <a:gd name="connsiteY8" fmla="*/ 3976 h 285111"/>
                  <a:gd name="connsiteX9" fmla="*/ 37705 w 272501"/>
                  <a:gd name="connsiteY9" fmla="*/ 0 h 285111"/>
                  <a:gd name="connsiteX10" fmla="*/ 3999 w 272501"/>
                  <a:gd name="connsiteY10" fmla="*/ 0 h 285111"/>
                  <a:gd name="connsiteX11" fmla="*/ 0 w 272501"/>
                  <a:gd name="connsiteY11" fmla="*/ 3976 h 285111"/>
                  <a:gd name="connsiteX12" fmla="*/ 0 w 272501"/>
                  <a:gd name="connsiteY12" fmla="*/ 228884 h 285111"/>
                  <a:gd name="connsiteX13" fmla="*/ 15425 w 272501"/>
                  <a:gd name="connsiteY13" fmla="*/ 269776 h 285111"/>
                  <a:gd name="connsiteX14" fmla="*/ 56557 w 272501"/>
                  <a:gd name="connsiteY14" fmla="*/ 285111 h 285111"/>
                  <a:gd name="connsiteX15" fmla="*/ 215945 w 272501"/>
                  <a:gd name="connsiteY15" fmla="*/ 285111 h 285111"/>
                  <a:gd name="connsiteX16" fmla="*/ 257077 w 272501"/>
                  <a:gd name="connsiteY16" fmla="*/ 269776 h 285111"/>
                  <a:gd name="connsiteX17" fmla="*/ 272501 w 272501"/>
                  <a:gd name="connsiteY17" fmla="*/ 228884 h 285111"/>
                  <a:gd name="connsiteX18" fmla="*/ 272501 w 272501"/>
                  <a:gd name="connsiteY18" fmla="*/ 132332 h 285111"/>
                  <a:gd name="connsiteX19" fmla="*/ 268503 w 272501"/>
                  <a:gd name="connsiteY19" fmla="*/ 128357 h 285111"/>
                  <a:gd name="connsiteX20" fmla="*/ 235368 w 272501"/>
                  <a:gd name="connsiteY20" fmla="*/ 128357 h 2851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272501" h="285111">
                    <a:moveTo>
                      <a:pt x="235368" y="128925"/>
                    </a:moveTo>
                    <a:cubicBezTo>
                      <a:pt x="233083" y="128925"/>
                      <a:pt x="231369" y="130629"/>
                      <a:pt x="231369" y="132900"/>
                    </a:cubicBezTo>
                    <a:lnTo>
                      <a:pt x="231369" y="229452"/>
                    </a:lnTo>
                    <a:cubicBezTo>
                      <a:pt x="231369" y="234563"/>
                      <a:pt x="230227" y="238539"/>
                      <a:pt x="227942" y="240811"/>
                    </a:cubicBezTo>
                    <a:cubicBezTo>
                      <a:pt x="225657" y="243083"/>
                      <a:pt x="220515" y="244219"/>
                      <a:pt x="217087" y="244219"/>
                    </a:cubicBezTo>
                    <a:lnTo>
                      <a:pt x="55986" y="244219"/>
                    </a:lnTo>
                    <a:cubicBezTo>
                      <a:pt x="50844" y="244219"/>
                      <a:pt x="47417" y="243083"/>
                      <a:pt x="45131" y="241379"/>
                    </a:cubicBezTo>
                    <a:cubicBezTo>
                      <a:pt x="42846" y="239107"/>
                      <a:pt x="41704" y="235131"/>
                      <a:pt x="41704" y="229452"/>
                    </a:cubicBezTo>
                    <a:lnTo>
                      <a:pt x="41704" y="3976"/>
                    </a:lnTo>
                    <a:cubicBezTo>
                      <a:pt x="41704" y="1704"/>
                      <a:pt x="39990" y="0"/>
                      <a:pt x="37705" y="0"/>
                    </a:cubicBezTo>
                    <a:lnTo>
                      <a:pt x="3999" y="0"/>
                    </a:lnTo>
                    <a:cubicBezTo>
                      <a:pt x="1714" y="0"/>
                      <a:pt x="0" y="1704"/>
                      <a:pt x="0" y="3976"/>
                    </a:cubicBezTo>
                    <a:lnTo>
                      <a:pt x="0" y="228884"/>
                    </a:lnTo>
                    <a:cubicBezTo>
                      <a:pt x="0" y="245923"/>
                      <a:pt x="5142" y="260121"/>
                      <a:pt x="15425" y="269776"/>
                    </a:cubicBezTo>
                    <a:cubicBezTo>
                      <a:pt x="25708" y="280000"/>
                      <a:pt x="39418" y="285111"/>
                      <a:pt x="56557" y="285111"/>
                    </a:cubicBezTo>
                    <a:lnTo>
                      <a:pt x="215945" y="285111"/>
                    </a:lnTo>
                    <a:cubicBezTo>
                      <a:pt x="232512" y="285111"/>
                      <a:pt x="246223" y="280000"/>
                      <a:pt x="257077" y="269776"/>
                    </a:cubicBezTo>
                    <a:cubicBezTo>
                      <a:pt x="267360" y="259553"/>
                      <a:pt x="272501" y="245923"/>
                      <a:pt x="272501" y="228884"/>
                    </a:cubicBezTo>
                    <a:lnTo>
                      <a:pt x="272501" y="132332"/>
                    </a:lnTo>
                    <a:cubicBezTo>
                      <a:pt x="272501" y="130061"/>
                      <a:pt x="270788" y="128357"/>
                      <a:pt x="268503" y="128357"/>
                    </a:cubicBezTo>
                    <a:lnTo>
                      <a:pt x="235368" y="128357"/>
                    </a:ln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34" name="Freeform 33">
                <a:extLst>
                  <a:ext uri="{FF2B5EF4-FFF2-40B4-BE49-F238E27FC236}">
                    <a16:creationId xmlns:a16="http://schemas.microsoft.com/office/drawing/2014/main" id="{7E552168-6893-56F4-2DC6-57D6DE21A2F3}"/>
                  </a:ext>
                </a:extLst>
              </p:cNvPr>
              <p:cNvSpPr/>
              <p:nvPr/>
            </p:nvSpPr>
            <p:spPr>
              <a:xfrm>
                <a:off x="11715716" y="5240400"/>
                <a:ext cx="41703" cy="41460"/>
              </a:xfrm>
              <a:custGeom>
                <a:avLst/>
                <a:gdLst>
                  <a:gd name="connsiteX0" fmla="*/ 37705 w 41703"/>
                  <a:gd name="connsiteY0" fmla="*/ 0 h 41460"/>
                  <a:gd name="connsiteX1" fmla="*/ 3999 w 41703"/>
                  <a:gd name="connsiteY1" fmla="*/ 0 h 41460"/>
                  <a:gd name="connsiteX2" fmla="*/ 0 w 41703"/>
                  <a:gd name="connsiteY2" fmla="*/ 3976 h 41460"/>
                  <a:gd name="connsiteX3" fmla="*/ 0 w 41703"/>
                  <a:gd name="connsiteY3" fmla="*/ 37485 h 41460"/>
                  <a:gd name="connsiteX4" fmla="*/ 3999 w 41703"/>
                  <a:gd name="connsiteY4" fmla="*/ 41460 h 41460"/>
                  <a:gd name="connsiteX5" fmla="*/ 37705 w 41703"/>
                  <a:gd name="connsiteY5" fmla="*/ 41460 h 41460"/>
                  <a:gd name="connsiteX6" fmla="*/ 41704 w 41703"/>
                  <a:gd name="connsiteY6" fmla="*/ 37485 h 41460"/>
                  <a:gd name="connsiteX7" fmla="*/ 41704 w 41703"/>
                  <a:gd name="connsiteY7" fmla="*/ 3976 h 41460"/>
                  <a:gd name="connsiteX8" fmla="*/ 37705 w 41703"/>
                  <a:gd name="connsiteY8" fmla="*/ 0 h 414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1703" h="41460">
                    <a:moveTo>
                      <a:pt x="37705" y="0"/>
                    </a:moveTo>
                    <a:lnTo>
                      <a:pt x="3999" y="0"/>
                    </a:lnTo>
                    <a:cubicBezTo>
                      <a:pt x="1714" y="0"/>
                      <a:pt x="0" y="1704"/>
                      <a:pt x="0" y="3976"/>
                    </a:cubicBezTo>
                    <a:lnTo>
                      <a:pt x="0" y="37485"/>
                    </a:lnTo>
                    <a:cubicBezTo>
                      <a:pt x="0" y="39757"/>
                      <a:pt x="1714" y="41460"/>
                      <a:pt x="3999" y="41460"/>
                    </a:cubicBezTo>
                    <a:lnTo>
                      <a:pt x="37705" y="41460"/>
                    </a:lnTo>
                    <a:cubicBezTo>
                      <a:pt x="39990" y="41460"/>
                      <a:pt x="41704" y="39757"/>
                      <a:pt x="41704" y="37485"/>
                    </a:cubicBezTo>
                    <a:lnTo>
                      <a:pt x="41704" y="3976"/>
                    </a:lnTo>
                    <a:cubicBezTo>
                      <a:pt x="41704" y="1704"/>
                      <a:pt x="39990" y="0"/>
                      <a:pt x="3770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35" name="Freeform 34">
                <a:extLst>
                  <a:ext uri="{FF2B5EF4-FFF2-40B4-BE49-F238E27FC236}">
                    <a16:creationId xmlns:a16="http://schemas.microsoft.com/office/drawing/2014/main" id="{EE02AB24-36FB-56CE-7B47-D66C6F701612}"/>
                  </a:ext>
                </a:extLst>
              </p:cNvPr>
              <p:cNvSpPr/>
              <p:nvPr/>
            </p:nvSpPr>
            <p:spPr>
              <a:xfrm>
                <a:off x="11768845" y="5240400"/>
                <a:ext cx="41703" cy="41460"/>
              </a:xfrm>
              <a:custGeom>
                <a:avLst/>
                <a:gdLst>
                  <a:gd name="connsiteX0" fmla="*/ 0 w 41703"/>
                  <a:gd name="connsiteY0" fmla="*/ 3976 h 41460"/>
                  <a:gd name="connsiteX1" fmla="*/ 0 w 41703"/>
                  <a:gd name="connsiteY1" fmla="*/ 37485 h 41460"/>
                  <a:gd name="connsiteX2" fmla="*/ 3999 w 41703"/>
                  <a:gd name="connsiteY2" fmla="*/ 41460 h 41460"/>
                  <a:gd name="connsiteX3" fmla="*/ 37705 w 41703"/>
                  <a:gd name="connsiteY3" fmla="*/ 41460 h 41460"/>
                  <a:gd name="connsiteX4" fmla="*/ 41704 w 41703"/>
                  <a:gd name="connsiteY4" fmla="*/ 37485 h 41460"/>
                  <a:gd name="connsiteX5" fmla="*/ 41704 w 41703"/>
                  <a:gd name="connsiteY5" fmla="*/ 3976 h 41460"/>
                  <a:gd name="connsiteX6" fmla="*/ 37705 w 41703"/>
                  <a:gd name="connsiteY6" fmla="*/ 0 h 41460"/>
                  <a:gd name="connsiteX7" fmla="*/ 3999 w 41703"/>
                  <a:gd name="connsiteY7" fmla="*/ 0 h 41460"/>
                  <a:gd name="connsiteX8" fmla="*/ 0 w 41703"/>
                  <a:gd name="connsiteY8" fmla="*/ 3976 h 414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1703" h="41460">
                    <a:moveTo>
                      <a:pt x="0" y="3976"/>
                    </a:moveTo>
                    <a:lnTo>
                      <a:pt x="0" y="37485"/>
                    </a:lnTo>
                    <a:cubicBezTo>
                      <a:pt x="0" y="39757"/>
                      <a:pt x="1714" y="41460"/>
                      <a:pt x="3999" y="41460"/>
                    </a:cubicBezTo>
                    <a:lnTo>
                      <a:pt x="37705" y="41460"/>
                    </a:lnTo>
                    <a:cubicBezTo>
                      <a:pt x="39990" y="41460"/>
                      <a:pt x="41704" y="39757"/>
                      <a:pt x="41704" y="37485"/>
                    </a:cubicBezTo>
                    <a:lnTo>
                      <a:pt x="41704" y="3976"/>
                    </a:lnTo>
                    <a:cubicBezTo>
                      <a:pt x="41704" y="1704"/>
                      <a:pt x="39990" y="0"/>
                      <a:pt x="37705" y="0"/>
                    </a:cubicBezTo>
                    <a:lnTo>
                      <a:pt x="3999" y="0"/>
                    </a:lnTo>
                    <a:cubicBezTo>
                      <a:pt x="1714" y="0"/>
                      <a:pt x="0" y="1704"/>
                      <a:pt x="0" y="3976"/>
                    </a:cubicBez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8A36B544-433A-5FE4-4D93-425ACE928BE9}"/>
                  </a:ext>
                </a:extLst>
              </p:cNvPr>
              <p:cNvSpPr/>
              <p:nvPr/>
            </p:nvSpPr>
            <p:spPr>
              <a:xfrm>
                <a:off x="10243522" y="5497682"/>
                <a:ext cx="30277" cy="30101"/>
              </a:xfrm>
              <a:custGeom>
                <a:avLst/>
                <a:gdLst>
                  <a:gd name="connsiteX0" fmla="*/ 3999 w 30277"/>
                  <a:gd name="connsiteY0" fmla="*/ 30101 h 30101"/>
                  <a:gd name="connsiteX1" fmla="*/ 26279 w 30277"/>
                  <a:gd name="connsiteY1" fmla="*/ 30101 h 30101"/>
                  <a:gd name="connsiteX2" fmla="*/ 30278 w 30277"/>
                  <a:gd name="connsiteY2" fmla="*/ 26126 h 30101"/>
                  <a:gd name="connsiteX3" fmla="*/ 30278 w 30277"/>
                  <a:gd name="connsiteY3" fmla="*/ 3976 h 30101"/>
                  <a:gd name="connsiteX4" fmla="*/ 26279 w 30277"/>
                  <a:gd name="connsiteY4" fmla="*/ 0 h 30101"/>
                  <a:gd name="connsiteX5" fmla="*/ 3999 w 30277"/>
                  <a:gd name="connsiteY5" fmla="*/ 0 h 30101"/>
                  <a:gd name="connsiteX6" fmla="*/ 0 w 30277"/>
                  <a:gd name="connsiteY6" fmla="*/ 3976 h 30101"/>
                  <a:gd name="connsiteX7" fmla="*/ 0 w 30277"/>
                  <a:gd name="connsiteY7" fmla="*/ 26126 h 30101"/>
                  <a:gd name="connsiteX8" fmla="*/ 3999 w 30277"/>
                  <a:gd name="connsiteY8" fmla="*/ 30101 h 301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0277" h="30101">
                    <a:moveTo>
                      <a:pt x="3999" y="30101"/>
                    </a:moveTo>
                    <a:lnTo>
                      <a:pt x="26279" y="30101"/>
                    </a:lnTo>
                    <a:cubicBezTo>
                      <a:pt x="28564" y="30101"/>
                      <a:pt x="30278" y="28398"/>
                      <a:pt x="30278" y="26126"/>
                    </a:cubicBezTo>
                    <a:lnTo>
                      <a:pt x="30278" y="3976"/>
                    </a:lnTo>
                    <a:cubicBezTo>
                      <a:pt x="30278" y="1704"/>
                      <a:pt x="28564" y="0"/>
                      <a:pt x="26279" y="0"/>
                    </a:cubicBezTo>
                    <a:lnTo>
                      <a:pt x="3999" y="0"/>
                    </a:lnTo>
                    <a:cubicBezTo>
                      <a:pt x="1714" y="0"/>
                      <a:pt x="0" y="1704"/>
                      <a:pt x="0" y="3976"/>
                    </a:cubicBezTo>
                    <a:lnTo>
                      <a:pt x="0" y="26126"/>
                    </a:lnTo>
                    <a:cubicBezTo>
                      <a:pt x="0" y="28398"/>
                      <a:pt x="1714" y="30101"/>
                      <a:pt x="3999" y="30101"/>
                    </a:cubicBez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BD4ACBC6-229B-2A66-FFF4-AB7E0523C409}"/>
                  </a:ext>
                </a:extLst>
              </p:cNvPr>
              <p:cNvSpPr/>
              <p:nvPr/>
            </p:nvSpPr>
            <p:spPr>
              <a:xfrm>
                <a:off x="10296080" y="5497682"/>
                <a:ext cx="30278" cy="30101"/>
              </a:xfrm>
              <a:custGeom>
                <a:avLst/>
                <a:gdLst>
                  <a:gd name="connsiteX0" fmla="*/ 3999 w 30278"/>
                  <a:gd name="connsiteY0" fmla="*/ 30101 h 30101"/>
                  <a:gd name="connsiteX1" fmla="*/ 26279 w 30278"/>
                  <a:gd name="connsiteY1" fmla="*/ 30101 h 30101"/>
                  <a:gd name="connsiteX2" fmla="*/ 30278 w 30278"/>
                  <a:gd name="connsiteY2" fmla="*/ 26126 h 30101"/>
                  <a:gd name="connsiteX3" fmla="*/ 30278 w 30278"/>
                  <a:gd name="connsiteY3" fmla="*/ 3976 h 30101"/>
                  <a:gd name="connsiteX4" fmla="*/ 26279 w 30278"/>
                  <a:gd name="connsiteY4" fmla="*/ 0 h 30101"/>
                  <a:gd name="connsiteX5" fmla="*/ 3999 w 30278"/>
                  <a:gd name="connsiteY5" fmla="*/ 0 h 30101"/>
                  <a:gd name="connsiteX6" fmla="*/ 0 w 30278"/>
                  <a:gd name="connsiteY6" fmla="*/ 3976 h 30101"/>
                  <a:gd name="connsiteX7" fmla="*/ 0 w 30278"/>
                  <a:gd name="connsiteY7" fmla="*/ 26126 h 30101"/>
                  <a:gd name="connsiteX8" fmla="*/ 3999 w 30278"/>
                  <a:gd name="connsiteY8" fmla="*/ 30101 h 301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0278" h="30101">
                    <a:moveTo>
                      <a:pt x="3999" y="30101"/>
                    </a:moveTo>
                    <a:lnTo>
                      <a:pt x="26279" y="30101"/>
                    </a:lnTo>
                    <a:cubicBezTo>
                      <a:pt x="28564" y="30101"/>
                      <a:pt x="30278" y="28398"/>
                      <a:pt x="30278" y="26126"/>
                    </a:cubicBezTo>
                    <a:lnTo>
                      <a:pt x="30278" y="3976"/>
                    </a:lnTo>
                    <a:cubicBezTo>
                      <a:pt x="30278" y="1704"/>
                      <a:pt x="28564" y="0"/>
                      <a:pt x="26279" y="0"/>
                    </a:cubicBezTo>
                    <a:lnTo>
                      <a:pt x="3999" y="0"/>
                    </a:lnTo>
                    <a:cubicBezTo>
                      <a:pt x="1714" y="0"/>
                      <a:pt x="0" y="1704"/>
                      <a:pt x="0" y="3976"/>
                    </a:cubicBezTo>
                    <a:lnTo>
                      <a:pt x="0" y="26126"/>
                    </a:lnTo>
                    <a:cubicBezTo>
                      <a:pt x="571" y="28398"/>
                      <a:pt x="2285" y="30101"/>
                      <a:pt x="3999" y="30101"/>
                    </a:cubicBez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38" name="Freeform 37">
                <a:extLst>
                  <a:ext uri="{FF2B5EF4-FFF2-40B4-BE49-F238E27FC236}">
                    <a16:creationId xmlns:a16="http://schemas.microsoft.com/office/drawing/2014/main" id="{7B41F839-E6C6-AEF5-A1AC-54C10D2AFEE1}"/>
                  </a:ext>
                </a:extLst>
              </p:cNvPr>
              <p:cNvSpPr/>
              <p:nvPr/>
            </p:nvSpPr>
            <p:spPr>
              <a:xfrm>
                <a:off x="10023007" y="5246080"/>
                <a:ext cx="30277" cy="30101"/>
              </a:xfrm>
              <a:custGeom>
                <a:avLst/>
                <a:gdLst>
                  <a:gd name="connsiteX0" fmla="*/ 26279 w 30277"/>
                  <a:gd name="connsiteY0" fmla="*/ 0 h 30101"/>
                  <a:gd name="connsiteX1" fmla="*/ 3999 w 30277"/>
                  <a:gd name="connsiteY1" fmla="*/ 0 h 30101"/>
                  <a:gd name="connsiteX2" fmla="*/ 0 w 30277"/>
                  <a:gd name="connsiteY2" fmla="*/ 3976 h 30101"/>
                  <a:gd name="connsiteX3" fmla="*/ 0 w 30277"/>
                  <a:gd name="connsiteY3" fmla="*/ 26126 h 30101"/>
                  <a:gd name="connsiteX4" fmla="*/ 3999 w 30277"/>
                  <a:gd name="connsiteY4" fmla="*/ 30101 h 30101"/>
                  <a:gd name="connsiteX5" fmla="*/ 26279 w 30277"/>
                  <a:gd name="connsiteY5" fmla="*/ 30101 h 30101"/>
                  <a:gd name="connsiteX6" fmla="*/ 30278 w 30277"/>
                  <a:gd name="connsiteY6" fmla="*/ 26126 h 30101"/>
                  <a:gd name="connsiteX7" fmla="*/ 30278 w 30277"/>
                  <a:gd name="connsiteY7" fmla="*/ 3976 h 30101"/>
                  <a:gd name="connsiteX8" fmla="*/ 26279 w 30277"/>
                  <a:gd name="connsiteY8" fmla="*/ 0 h 301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0277" h="30101">
                    <a:moveTo>
                      <a:pt x="26279" y="0"/>
                    </a:moveTo>
                    <a:lnTo>
                      <a:pt x="3999" y="0"/>
                    </a:lnTo>
                    <a:cubicBezTo>
                      <a:pt x="1714" y="0"/>
                      <a:pt x="0" y="1704"/>
                      <a:pt x="0" y="3976"/>
                    </a:cubicBezTo>
                    <a:lnTo>
                      <a:pt x="0" y="26126"/>
                    </a:lnTo>
                    <a:cubicBezTo>
                      <a:pt x="0" y="28398"/>
                      <a:pt x="1714" y="30101"/>
                      <a:pt x="3999" y="30101"/>
                    </a:cubicBezTo>
                    <a:lnTo>
                      <a:pt x="26279" y="30101"/>
                    </a:lnTo>
                    <a:cubicBezTo>
                      <a:pt x="28564" y="30101"/>
                      <a:pt x="30278" y="28398"/>
                      <a:pt x="30278" y="26126"/>
                    </a:cubicBezTo>
                    <a:lnTo>
                      <a:pt x="30278" y="3976"/>
                    </a:lnTo>
                    <a:cubicBezTo>
                      <a:pt x="29707" y="1704"/>
                      <a:pt x="27993" y="0"/>
                      <a:pt x="2627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39" name="Freeform 38">
                <a:extLst>
                  <a:ext uri="{FF2B5EF4-FFF2-40B4-BE49-F238E27FC236}">
                    <a16:creationId xmlns:a16="http://schemas.microsoft.com/office/drawing/2014/main" id="{D81B0BE2-F67B-E789-3387-9DB5B78A3886}"/>
                  </a:ext>
                </a:extLst>
              </p:cNvPr>
              <p:cNvSpPr/>
              <p:nvPr/>
            </p:nvSpPr>
            <p:spPr>
              <a:xfrm>
                <a:off x="10075565" y="5246080"/>
                <a:ext cx="30277" cy="30101"/>
              </a:xfrm>
              <a:custGeom>
                <a:avLst/>
                <a:gdLst>
                  <a:gd name="connsiteX0" fmla="*/ 26279 w 30277"/>
                  <a:gd name="connsiteY0" fmla="*/ 0 h 30101"/>
                  <a:gd name="connsiteX1" fmla="*/ 3999 w 30277"/>
                  <a:gd name="connsiteY1" fmla="*/ 0 h 30101"/>
                  <a:gd name="connsiteX2" fmla="*/ 0 w 30277"/>
                  <a:gd name="connsiteY2" fmla="*/ 3976 h 30101"/>
                  <a:gd name="connsiteX3" fmla="*/ 0 w 30277"/>
                  <a:gd name="connsiteY3" fmla="*/ 26126 h 30101"/>
                  <a:gd name="connsiteX4" fmla="*/ 3999 w 30277"/>
                  <a:gd name="connsiteY4" fmla="*/ 30101 h 30101"/>
                  <a:gd name="connsiteX5" fmla="*/ 26279 w 30277"/>
                  <a:gd name="connsiteY5" fmla="*/ 30101 h 30101"/>
                  <a:gd name="connsiteX6" fmla="*/ 30278 w 30277"/>
                  <a:gd name="connsiteY6" fmla="*/ 26126 h 30101"/>
                  <a:gd name="connsiteX7" fmla="*/ 30278 w 30277"/>
                  <a:gd name="connsiteY7" fmla="*/ 3976 h 30101"/>
                  <a:gd name="connsiteX8" fmla="*/ 26279 w 30277"/>
                  <a:gd name="connsiteY8" fmla="*/ 0 h 301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0277" h="30101">
                    <a:moveTo>
                      <a:pt x="26279" y="0"/>
                    </a:moveTo>
                    <a:lnTo>
                      <a:pt x="3999" y="0"/>
                    </a:lnTo>
                    <a:cubicBezTo>
                      <a:pt x="1714" y="0"/>
                      <a:pt x="0" y="1704"/>
                      <a:pt x="0" y="3976"/>
                    </a:cubicBezTo>
                    <a:lnTo>
                      <a:pt x="0" y="26126"/>
                    </a:lnTo>
                    <a:cubicBezTo>
                      <a:pt x="0" y="28398"/>
                      <a:pt x="1714" y="30101"/>
                      <a:pt x="3999" y="30101"/>
                    </a:cubicBezTo>
                    <a:lnTo>
                      <a:pt x="26279" y="30101"/>
                    </a:lnTo>
                    <a:cubicBezTo>
                      <a:pt x="28564" y="30101"/>
                      <a:pt x="30278" y="28398"/>
                      <a:pt x="30278" y="26126"/>
                    </a:cubicBezTo>
                    <a:lnTo>
                      <a:pt x="30278" y="3976"/>
                    </a:lnTo>
                    <a:cubicBezTo>
                      <a:pt x="29707" y="1704"/>
                      <a:pt x="27993" y="0"/>
                      <a:pt x="2627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</p:grpSp>
      </p:grpSp>
      <p:sp>
        <p:nvSpPr>
          <p:cNvPr id="40" name="TextBox 39">
            <a:extLst>
              <a:ext uri="{FF2B5EF4-FFF2-40B4-BE49-F238E27FC236}">
                <a16:creationId xmlns:a16="http://schemas.microsoft.com/office/drawing/2014/main" id="{3024CA71-3431-AD25-7A11-14DA58D441D5}"/>
              </a:ext>
            </a:extLst>
          </p:cNvPr>
          <p:cNvSpPr txBox="1"/>
          <p:nvPr/>
        </p:nvSpPr>
        <p:spPr>
          <a:xfrm>
            <a:off x="2266873" y="4481399"/>
            <a:ext cx="5486400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 rtl="1"/>
            <a:r>
              <a:rPr lang="ar-SA" sz="4000" b="1" dirty="0">
                <a:solidFill>
                  <a:schemeClr val="bg1"/>
                </a:solidFill>
                <a:latin typeface="IBM Plex Sans Arabic" panose="020B0803050203000203" pitchFamily="34" charset="-78"/>
                <a:cs typeface="IBM Plex Sans Arabic" panose="020B0803050203000203" pitchFamily="34" charset="-78"/>
              </a:rPr>
              <a:t>عنوان العرض الرئيسي</a:t>
            </a:r>
            <a:endParaRPr lang="en-SA" sz="4000" b="1" dirty="0">
              <a:solidFill>
                <a:schemeClr val="bg1"/>
              </a:solidFill>
              <a:latin typeface="IBM Plex Sans Arabic" panose="020B0803050203000203" pitchFamily="34" charset="-78"/>
              <a:cs typeface="IBM Plex Sans Arabic" panose="020B0803050203000203" pitchFamily="34" charset="-78"/>
            </a:endParaRPr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1830FB3D-9AEA-C679-8951-5937457BBBDF}"/>
              </a:ext>
            </a:extLst>
          </p:cNvPr>
          <p:cNvSpPr txBox="1"/>
          <p:nvPr/>
        </p:nvSpPr>
        <p:spPr>
          <a:xfrm>
            <a:off x="2266873" y="5344999"/>
            <a:ext cx="5486400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 rtl="1"/>
            <a:r>
              <a:rPr lang="ar-SA" sz="3200" dirty="0">
                <a:solidFill>
                  <a:schemeClr val="accent2"/>
                </a:solidFill>
                <a:latin typeface="IBM Plex Sans Arabic" panose="020B0803050203000203" pitchFamily="34" charset="-78"/>
                <a:cs typeface="IBM Plex Sans Arabic" panose="020B0803050203000203" pitchFamily="34" charset="-78"/>
              </a:rPr>
              <a:t>عنوان فرعي </a:t>
            </a:r>
            <a:endParaRPr lang="en-SA" sz="3200" dirty="0">
              <a:solidFill>
                <a:schemeClr val="accent2"/>
              </a:solidFill>
              <a:latin typeface="IBM Plex Sans Arabic" panose="020B0803050203000203" pitchFamily="34" charset="-78"/>
              <a:cs typeface="IBM Plex Sans Arabic" panose="020B0803050203000203" pitchFamily="34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2674676859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Text Placeholder 18">
            <a:extLst>
              <a:ext uri="{FF2B5EF4-FFF2-40B4-BE49-F238E27FC236}">
                <a16:creationId xmlns:a16="http://schemas.microsoft.com/office/drawing/2014/main" id="{99904451-3C40-6B48-BC26-B297AF01C203}"/>
              </a:ext>
            </a:extLst>
          </p:cNvPr>
          <p:cNvSpPr>
            <a:spLocks noGrp="1"/>
          </p:cNvSpPr>
          <p:nvPr>
            <p:ph type="body" sz="quarter" idx="4294967295"/>
          </p:nvPr>
        </p:nvSpPr>
        <p:spPr>
          <a:xfrm>
            <a:off x="10669191" y="2667000"/>
            <a:ext cx="914638" cy="377489"/>
          </a:xfrm>
        </p:spPr>
        <p:txBody>
          <a:bodyPr>
            <a:normAutofit fontScale="85000" lnSpcReduction="20000"/>
          </a:bodyPr>
          <a:lstStyle/>
          <a:p>
            <a:r>
              <a:rPr lang="en-US" dirty="0"/>
              <a:t>03</a:t>
            </a:r>
          </a:p>
        </p:txBody>
      </p:sp>
      <p:sp>
        <p:nvSpPr>
          <p:cNvPr id="21" name="Text Placeholder 20">
            <a:extLst>
              <a:ext uri="{FF2B5EF4-FFF2-40B4-BE49-F238E27FC236}">
                <a16:creationId xmlns:a16="http://schemas.microsoft.com/office/drawing/2014/main" id="{40ED41C0-7F23-C147-91D8-B5AB969476D3}"/>
              </a:ext>
            </a:extLst>
          </p:cNvPr>
          <p:cNvSpPr>
            <a:spLocks noGrp="1"/>
          </p:cNvSpPr>
          <p:nvPr>
            <p:ph type="body" sz="quarter" idx="4294967295"/>
          </p:nvPr>
        </p:nvSpPr>
        <p:spPr>
          <a:xfrm>
            <a:off x="10669191" y="3367330"/>
            <a:ext cx="914638" cy="377489"/>
          </a:xfrm>
        </p:spPr>
        <p:txBody>
          <a:bodyPr>
            <a:normAutofit fontScale="85000" lnSpcReduction="20000"/>
          </a:bodyPr>
          <a:lstStyle/>
          <a:p>
            <a:r>
              <a:rPr lang="en-US" dirty="0"/>
              <a:t>07</a:t>
            </a:r>
          </a:p>
        </p:txBody>
      </p:sp>
      <p:sp>
        <p:nvSpPr>
          <p:cNvPr id="23" name="Text Placeholder 22">
            <a:extLst>
              <a:ext uri="{FF2B5EF4-FFF2-40B4-BE49-F238E27FC236}">
                <a16:creationId xmlns:a16="http://schemas.microsoft.com/office/drawing/2014/main" id="{CC7B85E9-EB31-FC4D-89FB-44566F9C172B}"/>
              </a:ext>
            </a:extLst>
          </p:cNvPr>
          <p:cNvSpPr>
            <a:spLocks noGrp="1"/>
          </p:cNvSpPr>
          <p:nvPr>
            <p:ph type="body" sz="quarter" idx="4294967295"/>
          </p:nvPr>
        </p:nvSpPr>
        <p:spPr>
          <a:xfrm>
            <a:off x="10669191" y="4060274"/>
            <a:ext cx="914638" cy="377489"/>
          </a:xfrm>
        </p:spPr>
        <p:txBody>
          <a:bodyPr>
            <a:normAutofit fontScale="85000" lnSpcReduction="20000"/>
          </a:bodyPr>
          <a:lstStyle/>
          <a:p>
            <a:r>
              <a:rPr lang="en-US" dirty="0"/>
              <a:t>13</a:t>
            </a:r>
          </a:p>
        </p:txBody>
      </p:sp>
      <p:sp>
        <p:nvSpPr>
          <p:cNvPr id="29" name="Text Placeholder 28">
            <a:extLst>
              <a:ext uri="{FF2B5EF4-FFF2-40B4-BE49-F238E27FC236}">
                <a16:creationId xmlns:a16="http://schemas.microsoft.com/office/drawing/2014/main" id="{C4563CDD-9415-F240-A1CB-5DCEFE4839E5}"/>
              </a:ext>
            </a:extLst>
          </p:cNvPr>
          <p:cNvSpPr>
            <a:spLocks noGrp="1"/>
          </p:cNvSpPr>
          <p:nvPr>
            <p:ph type="body" sz="quarter" idx="4294967295"/>
          </p:nvPr>
        </p:nvSpPr>
        <p:spPr>
          <a:xfrm>
            <a:off x="10669191" y="4787927"/>
            <a:ext cx="914638" cy="377489"/>
          </a:xfrm>
        </p:spPr>
        <p:txBody>
          <a:bodyPr>
            <a:normAutofit fontScale="85000" lnSpcReduction="20000"/>
          </a:bodyPr>
          <a:lstStyle/>
          <a:p>
            <a:r>
              <a:rPr lang="en-US" dirty="0"/>
              <a:t>16</a:t>
            </a:r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A99BC9AF-00FB-E74C-BCEC-A29F1A88AFC1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/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EF752777-BD13-BAA0-3E3E-6A6F70462A79}"/>
              </a:ext>
            </a:extLst>
          </p:cNvPr>
          <p:cNvGrpSpPr/>
          <p:nvPr/>
        </p:nvGrpSpPr>
        <p:grpSpPr>
          <a:xfrm>
            <a:off x="608171" y="2110579"/>
            <a:ext cx="5487829" cy="3392030"/>
            <a:chOff x="6096000" y="3017165"/>
            <a:chExt cx="5487829" cy="3392030"/>
          </a:xfrm>
        </p:grpSpPr>
        <p:cxnSp>
          <p:nvCxnSpPr>
            <p:cNvPr id="4" name="Straight Connector 3">
              <a:extLst>
                <a:ext uri="{FF2B5EF4-FFF2-40B4-BE49-F238E27FC236}">
                  <a16:creationId xmlns:a16="http://schemas.microsoft.com/office/drawing/2014/main" id="{3A253752-2ABE-E671-A9E1-4BBE380F2E25}"/>
                </a:ext>
              </a:extLst>
            </p:cNvPr>
            <p:cNvCxnSpPr/>
            <p:nvPr userDrawn="1"/>
          </p:nvCxnSpPr>
          <p:spPr>
            <a:xfrm>
              <a:off x="6096000" y="3017165"/>
              <a:ext cx="5487829" cy="0"/>
            </a:xfrm>
            <a:prstGeom prst="line">
              <a:avLst/>
            </a:prstGeom>
            <a:ln>
              <a:solidFill>
                <a:schemeClr val="accent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" name="Straight Connector 4">
              <a:extLst>
                <a:ext uri="{FF2B5EF4-FFF2-40B4-BE49-F238E27FC236}">
                  <a16:creationId xmlns:a16="http://schemas.microsoft.com/office/drawing/2014/main" id="{6C9BA434-CAD5-52F0-70F7-F30FD09848CD}"/>
                </a:ext>
              </a:extLst>
            </p:cNvPr>
            <p:cNvCxnSpPr/>
            <p:nvPr userDrawn="1"/>
          </p:nvCxnSpPr>
          <p:spPr>
            <a:xfrm>
              <a:off x="6096000" y="3717494"/>
              <a:ext cx="5487829" cy="0"/>
            </a:xfrm>
            <a:prstGeom prst="line">
              <a:avLst/>
            </a:prstGeom>
            <a:ln>
              <a:solidFill>
                <a:schemeClr val="accent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2057A61F-EF0C-C2E6-CB94-650AF2075038}"/>
                </a:ext>
              </a:extLst>
            </p:cNvPr>
            <p:cNvCxnSpPr/>
            <p:nvPr userDrawn="1"/>
          </p:nvCxnSpPr>
          <p:spPr>
            <a:xfrm>
              <a:off x="6096000" y="4410438"/>
              <a:ext cx="5487829" cy="0"/>
            </a:xfrm>
            <a:prstGeom prst="line">
              <a:avLst/>
            </a:prstGeom>
            <a:ln>
              <a:solidFill>
                <a:schemeClr val="accent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8F67C2AB-901E-755D-1A24-B63C0AE30322}"/>
                </a:ext>
              </a:extLst>
            </p:cNvPr>
            <p:cNvCxnSpPr/>
            <p:nvPr userDrawn="1"/>
          </p:nvCxnSpPr>
          <p:spPr>
            <a:xfrm>
              <a:off x="6096000" y="6409195"/>
              <a:ext cx="5487829" cy="0"/>
            </a:xfrm>
            <a:prstGeom prst="line">
              <a:avLst/>
            </a:prstGeom>
            <a:ln>
              <a:solidFill>
                <a:schemeClr val="accent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Straight Connector 7">
              <a:extLst>
                <a:ext uri="{FF2B5EF4-FFF2-40B4-BE49-F238E27FC236}">
                  <a16:creationId xmlns:a16="http://schemas.microsoft.com/office/drawing/2014/main" id="{B18AC600-9D71-940F-52EB-C7496858C1A8}"/>
                </a:ext>
              </a:extLst>
            </p:cNvPr>
            <p:cNvCxnSpPr/>
            <p:nvPr userDrawn="1"/>
          </p:nvCxnSpPr>
          <p:spPr>
            <a:xfrm>
              <a:off x="6096000" y="5794832"/>
              <a:ext cx="5487829" cy="0"/>
            </a:xfrm>
            <a:prstGeom prst="line">
              <a:avLst/>
            </a:prstGeom>
            <a:ln>
              <a:solidFill>
                <a:schemeClr val="accent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Straight Connector 8">
              <a:extLst>
                <a:ext uri="{FF2B5EF4-FFF2-40B4-BE49-F238E27FC236}">
                  <a16:creationId xmlns:a16="http://schemas.microsoft.com/office/drawing/2014/main" id="{331828C5-4393-E10A-414C-E585BE491331}"/>
                </a:ext>
              </a:extLst>
            </p:cNvPr>
            <p:cNvCxnSpPr/>
            <p:nvPr userDrawn="1"/>
          </p:nvCxnSpPr>
          <p:spPr>
            <a:xfrm>
              <a:off x="6096000" y="5138091"/>
              <a:ext cx="5487829" cy="0"/>
            </a:xfrm>
            <a:prstGeom prst="line">
              <a:avLst/>
            </a:prstGeom>
            <a:ln>
              <a:solidFill>
                <a:schemeClr val="accent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0" name="TextBox 9">
            <a:extLst>
              <a:ext uri="{FF2B5EF4-FFF2-40B4-BE49-F238E27FC236}">
                <a16:creationId xmlns:a16="http://schemas.microsoft.com/office/drawing/2014/main" id="{ABB2FF0D-11EF-7A9C-3F5A-090BA472DC42}"/>
              </a:ext>
            </a:extLst>
          </p:cNvPr>
          <p:cNvSpPr txBox="1"/>
          <p:nvPr/>
        </p:nvSpPr>
        <p:spPr>
          <a:xfrm>
            <a:off x="717473" y="1090539"/>
            <a:ext cx="5486400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 rtl="1"/>
            <a:r>
              <a:rPr lang="ar-SA" sz="3200" dirty="0">
                <a:solidFill>
                  <a:schemeClr val="accent6"/>
                </a:solidFill>
                <a:latin typeface="IBM Plex Sans Arabic" panose="020B0803050203000203" pitchFamily="34" charset="-78"/>
                <a:cs typeface="IBM Plex Sans Arabic" panose="020B0803050203000203" pitchFamily="34" charset="-78"/>
              </a:rPr>
              <a:t>جدول المحتويات</a:t>
            </a:r>
            <a:endParaRPr lang="en-SA" sz="3200" dirty="0">
              <a:solidFill>
                <a:schemeClr val="accent6"/>
              </a:solidFill>
              <a:latin typeface="IBM Plex Sans Arabic" panose="020B0803050203000203" pitchFamily="34" charset="-78"/>
              <a:cs typeface="IBM Plex Sans Arabic" panose="020B0803050203000203" pitchFamily="34" charset="-78"/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FE6F9B99-4EE0-FCEF-F197-9CF5C21CF987}"/>
              </a:ext>
            </a:extLst>
          </p:cNvPr>
          <p:cNvSpPr txBox="1"/>
          <p:nvPr/>
        </p:nvSpPr>
        <p:spPr>
          <a:xfrm>
            <a:off x="1904999" y="4935360"/>
            <a:ext cx="418957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 rtl="1"/>
            <a:r>
              <a:rPr lang="ar-SA" sz="3200" dirty="0">
                <a:latin typeface="RB" pitchFamily="2" charset="-78"/>
                <a:cs typeface="RB" pitchFamily="2" charset="-78"/>
              </a:rPr>
              <a:t>عنوان </a:t>
            </a:r>
            <a:endParaRPr lang="en-SA" sz="3200" dirty="0">
              <a:latin typeface="RB" pitchFamily="2" charset="-78"/>
              <a:cs typeface="RB" pitchFamily="2" charset="-78"/>
            </a:endParaRP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C431FBE9-D29C-AA1E-76F3-2412C6E4C368}"/>
              </a:ext>
            </a:extLst>
          </p:cNvPr>
          <p:cNvSpPr txBox="1"/>
          <p:nvPr/>
        </p:nvSpPr>
        <p:spPr>
          <a:xfrm>
            <a:off x="1904999" y="4262260"/>
            <a:ext cx="418957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 rtl="1"/>
            <a:r>
              <a:rPr lang="ar-SA" sz="3200" dirty="0">
                <a:latin typeface="RB" pitchFamily="2" charset="-78"/>
                <a:cs typeface="RB" pitchFamily="2" charset="-78"/>
              </a:rPr>
              <a:t>عنوان </a:t>
            </a:r>
            <a:endParaRPr lang="en-SA" sz="3200" dirty="0">
              <a:latin typeface="RB" pitchFamily="2" charset="-78"/>
              <a:cs typeface="RB" pitchFamily="2" charset="-78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BF29755A-8424-223F-90A9-882503C82D59}"/>
              </a:ext>
            </a:extLst>
          </p:cNvPr>
          <p:cNvSpPr txBox="1"/>
          <p:nvPr/>
        </p:nvSpPr>
        <p:spPr>
          <a:xfrm>
            <a:off x="1904999" y="3589160"/>
            <a:ext cx="418957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 rtl="1"/>
            <a:r>
              <a:rPr lang="ar-SA" sz="3200" dirty="0">
                <a:latin typeface="RB" pitchFamily="2" charset="-78"/>
                <a:cs typeface="RB" pitchFamily="2" charset="-78"/>
              </a:rPr>
              <a:t>عنوان </a:t>
            </a:r>
            <a:endParaRPr lang="en-SA" sz="3200" dirty="0">
              <a:latin typeface="RB" pitchFamily="2" charset="-78"/>
              <a:cs typeface="RB" pitchFamily="2" charset="-78"/>
            </a:endParaRP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FC276B89-EB4C-28F5-E71B-0ABFF9C0BC1E}"/>
              </a:ext>
            </a:extLst>
          </p:cNvPr>
          <p:cNvSpPr txBox="1"/>
          <p:nvPr/>
        </p:nvSpPr>
        <p:spPr>
          <a:xfrm>
            <a:off x="1904999" y="2865260"/>
            <a:ext cx="418957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 rtl="1"/>
            <a:r>
              <a:rPr lang="ar-SA" sz="3200" dirty="0">
                <a:latin typeface="RB" pitchFamily="2" charset="-78"/>
                <a:cs typeface="RB" pitchFamily="2" charset="-78"/>
              </a:rPr>
              <a:t>عنوان </a:t>
            </a:r>
            <a:endParaRPr lang="en-SA" sz="3200" dirty="0">
              <a:latin typeface="RB" pitchFamily="2" charset="-78"/>
              <a:cs typeface="RB" pitchFamily="2" charset="-78"/>
            </a:endParaRP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7D3F7F0B-A06B-562C-08CD-AB62D25AF9EB}"/>
              </a:ext>
            </a:extLst>
          </p:cNvPr>
          <p:cNvSpPr txBox="1"/>
          <p:nvPr/>
        </p:nvSpPr>
        <p:spPr>
          <a:xfrm>
            <a:off x="1904999" y="2154060"/>
            <a:ext cx="418957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 rtl="1"/>
            <a:r>
              <a:rPr lang="ar-SA" sz="3200" dirty="0">
                <a:latin typeface="RB" pitchFamily="2" charset="-78"/>
                <a:cs typeface="RB" pitchFamily="2" charset="-78"/>
              </a:rPr>
              <a:t>عنوان </a:t>
            </a:r>
            <a:endParaRPr lang="en-SA" sz="3200" dirty="0">
              <a:latin typeface="RB" pitchFamily="2" charset="-78"/>
              <a:cs typeface="RB" pitchFamily="2" charset="-78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AEFFE5EF-4CC1-4323-1403-A61A2E8B73C6}"/>
              </a:ext>
            </a:extLst>
          </p:cNvPr>
          <p:cNvSpPr txBox="1"/>
          <p:nvPr/>
        </p:nvSpPr>
        <p:spPr>
          <a:xfrm>
            <a:off x="501698" y="2154061"/>
            <a:ext cx="982897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rtl="1"/>
            <a:r>
              <a:rPr lang="en-US" sz="2800" dirty="0">
                <a:latin typeface="RB" pitchFamily="2" charset="-78"/>
                <a:cs typeface="RB" pitchFamily="2" charset="-78"/>
              </a:rPr>
              <a:t>1</a:t>
            </a:r>
            <a:endParaRPr lang="en-SA" sz="2800" dirty="0">
              <a:latin typeface="RB" pitchFamily="2" charset="-78"/>
              <a:cs typeface="RB" pitchFamily="2" charset="-78"/>
            </a:endParaRP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BCE1B156-3421-3D23-A64E-75384B9A8510}"/>
              </a:ext>
            </a:extLst>
          </p:cNvPr>
          <p:cNvSpPr txBox="1"/>
          <p:nvPr/>
        </p:nvSpPr>
        <p:spPr>
          <a:xfrm>
            <a:off x="501698" y="2877961"/>
            <a:ext cx="982897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rtl="1"/>
            <a:r>
              <a:rPr lang="en-US" sz="2800" dirty="0">
                <a:latin typeface="RB" pitchFamily="2" charset="-78"/>
                <a:cs typeface="RB" pitchFamily="2" charset="-78"/>
              </a:rPr>
              <a:t>1</a:t>
            </a:r>
            <a:endParaRPr lang="en-SA" sz="2800" dirty="0">
              <a:latin typeface="RB" pitchFamily="2" charset="-78"/>
              <a:cs typeface="RB" pitchFamily="2" charset="-78"/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332B5172-1009-7522-0BDC-E13829EDA106}"/>
              </a:ext>
            </a:extLst>
          </p:cNvPr>
          <p:cNvSpPr txBox="1"/>
          <p:nvPr/>
        </p:nvSpPr>
        <p:spPr>
          <a:xfrm>
            <a:off x="501698" y="3576461"/>
            <a:ext cx="982897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rtl="1"/>
            <a:r>
              <a:rPr lang="en-US" sz="2800" dirty="0">
                <a:latin typeface="RB" pitchFamily="2" charset="-78"/>
                <a:cs typeface="RB" pitchFamily="2" charset="-78"/>
              </a:rPr>
              <a:t>1</a:t>
            </a:r>
            <a:endParaRPr lang="en-SA" sz="2800" dirty="0">
              <a:latin typeface="RB" pitchFamily="2" charset="-78"/>
              <a:cs typeface="RB" pitchFamily="2" charset="-78"/>
            </a:endParaRP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42CEE9D3-5C33-5EA3-F990-DF0CB440EA99}"/>
              </a:ext>
            </a:extLst>
          </p:cNvPr>
          <p:cNvSpPr txBox="1"/>
          <p:nvPr/>
        </p:nvSpPr>
        <p:spPr>
          <a:xfrm>
            <a:off x="501698" y="4274961"/>
            <a:ext cx="982897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rtl="1"/>
            <a:r>
              <a:rPr lang="en-US" sz="2800" dirty="0">
                <a:latin typeface="RB" pitchFamily="2" charset="-78"/>
                <a:cs typeface="RB" pitchFamily="2" charset="-78"/>
              </a:rPr>
              <a:t>1</a:t>
            </a:r>
            <a:endParaRPr lang="en-SA" sz="2800" dirty="0">
              <a:latin typeface="RB" pitchFamily="2" charset="-78"/>
              <a:cs typeface="RB" pitchFamily="2" charset="-78"/>
            </a:endParaRP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2DE8A85D-2796-B305-D323-548843858284}"/>
              </a:ext>
            </a:extLst>
          </p:cNvPr>
          <p:cNvSpPr txBox="1"/>
          <p:nvPr/>
        </p:nvSpPr>
        <p:spPr>
          <a:xfrm>
            <a:off x="501698" y="4897261"/>
            <a:ext cx="982897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rtl="1"/>
            <a:r>
              <a:rPr lang="en-US" sz="2800" dirty="0">
                <a:latin typeface="RB" pitchFamily="2" charset="-78"/>
                <a:cs typeface="RB" pitchFamily="2" charset="-78"/>
              </a:rPr>
              <a:t>1</a:t>
            </a:r>
            <a:endParaRPr lang="en-SA" sz="2800" dirty="0">
              <a:latin typeface="RB" pitchFamily="2" charset="-78"/>
              <a:cs typeface="RB" pitchFamily="2" charset="-78"/>
            </a:endParaRPr>
          </a:p>
        </p:txBody>
      </p:sp>
      <p:sp>
        <p:nvSpPr>
          <p:cNvPr id="43" name="Bentuk Bebas: Bentuk 67">
            <a:extLst>
              <a:ext uri="{FF2B5EF4-FFF2-40B4-BE49-F238E27FC236}">
                <a16:creationId xmlns:a16="http://schemas.microsoft.com/office/drawing/2014/main" id="{2600AB35-3312-BCD1-6FD0-DAE82E441F7F}"/>
              </a:ext>
            </a:extLst>
          </p:cNvPr>
          <p:cNvSpPr/>
          <p:nvPr/>
        </p:nvSpPr>
        <p:spPr>
          <a:xfrm flipH="1">
            <a:off x="1049982" y="337159"/>
            <a:ext cx="5046018" cy="320065"/>
          </a:xfrm>
          <a:custGeom>
            <a:avLst/>
            <a:gdLst>
              <a:gd name="connsiteX0" fmla="*/ 0 w 5036883"/>
              <a:gd name="connsiteY0" fmla="*/ 0 h 224726"/>
              <a:gd name="connsiteX1" fmla="*/ 0 w 5036883"/>
              <a:gd name="connsiteY1" fmla="*/ 224727 h 224726"/>
              <a:gd name="connsiteX2" fmla="*/ 4812157 w 5036883"/>
              <a:gd name="connsiteY2" fmla="*/ 224727 h 224726"/>
              <a:gd name="connsiteX3" fmla="*/ 5036884 w 5036883"/>
              <a:gd name="connsiteY3" fmla="*/ 0 h 224726"/>
              <a:gd name="connsiteX4" fmla="*/ 4812157 w 5036883"/>
              <a:gd name="connsiteY4" fmla="*/ 0 h 2247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036883" h="224726">
                <a:moveTo>
                  <a:pt x="0" y="0"/>
                </a:moveTo>
                <a:lnTo>
                  <a:pt x="0" y="224727"/>
                </a:lnTo>
                <a:lnTo>
                  <a:pt x="4812157" y="224727"/>
                </a:lnTo>
                <a:lnTo>
                  <a:pt x="5036884" y="0"/>
                </a:lnTo>
                <a:lnTo>
                  <a:pt x="4812157" y="0"/>
                </a:lnTo>
                <a:close/>
              </a:path>
            </a:pathLst>
          </a:custGeom>
          <a:solidFill>
            <a:schemeClr val="accent1"/>
          </a:solidFill>
          <a:ln w="6347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r" defTabSz="91440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0" cap="none" spc="0" normalizeH="0" baseline="0" noProof="0" dirty="0">
              <a:ln>
                <a:noFill/>
              </a:ln>
              <a:solidFill>
                <a:schemeClr val="accent2"/>
              </a:solidFill>
              <a:effectLst/>
              <a:uLnTx/>
              <a:uFillTx/>
            </a:endParaRPr>
          </a:p>
        </p:txBody>
      </p:sp>
      <p:sp>
        <p:nvSpPr>
          <p:cNvPr id="61" name="Freeform 60">
            <a:extLst>
              <a:ext uri="{FF2B5EF4-FFF2-40B4-BE49-F238E27FC236}">
                <a16:creationId xmlns:a16="http://schemas.microsoft.com/office/drawing/2014/main" id="{54A48F1F-1D70-A5B4-ED4D-409DFEFF6C15}"/>
              </a:ext>
            </a:extLst>
          </p:cNvPr>
          <p:cNvSpPr/>
          <p:nvPr/>
        </p:nvSpPr>
        <p:spPr>
          <a:xfrm>
            <a:off x="608171" y="327757"/>
            <a:ext cx="340276" cy="338868"/>
          </a:xfrm>
          <a:custGeom>
            <a:avLst/>
            <a:gdLst>
              <a:gd name="connsiteX0" fmla="*/ 154795 w 440381"/>
              <a:gd name="connsiteY0" fmla="*/ 7155 h 438559"/>
              <a:gd name="connsiteX1" fmla="*/ 153489 w 440381"/>
              <a:gd name="connsiteY1" fmla="*/ 7155 h 438559"/>
              <a:gd name="connsiteX2" fmla="*/ 151529 w 440381"/>
              <a:gd name="connsiteY2" fmla="*/ 7155 h 438559"/>
              <a:gd name="connsiteX3" fmla="*/ 148917 w 440381"/>
              <a:gd name="connsiteY3" fmla="*/ 7805 h 438559"/>
              <a:gd name="connsiteX4" fmla="*/ 146957 w 440381"/>
              <a:gd name="connsiteY4" fmla="*/ 8456 h 438559"/>
              <a:gd name="connsiteX5" fmla="*/ 144998 w 440381"/>
              <a:gd name="connsiteY5" fmla="*/ 9757 h 438559"/>
              <a:gd name="connsiteX6" fmla="*/ 144345 w 440381"/>
              <a:gd name="connsiteY6" fmla="*/ 10407 h 438559"/>
              <a:gd name="connsiteX7" fmla="*/ 11103 w 440381"/>
              <a:gd name="connsiteY7" fmla="*/ 143097 h 438559"/>
              <a:gd name="connsiteX8" fmla="*/ 10450 w 440381"/>
              <a:gd name="connsiteY8" fmla="*/ 143747 h 438559"/>
              <a:gd name="connsiteX9" fmla="*/ 9144 w 440381"/>
              <a:gd name="connsiteY9" fmla="*/ 145699 h 438559"/>
              <a:gd name="connsiteX10" fmla="*/ 8491 w 440381"/>
              <a:gd name="connsiteY10" fmla="*/ 147650 h 438559"/>
              <a:gd name="connsiteX11" fmla="*/ 7838 w 440381"/>
              <a:gd name="connsiteY11" fmla="*/ 150252 h 438559"/>
              <a:gd name="connsiteX12" fmla="*/ 7838 w 440381"/>
              <a:gd name="connsiteY12" fmla="*/ 152203 h 438559"/>
              <a:gd name="connsiteX13" fmla="*/ 7838 w 440381"/>
              <a:gd name="connsiteY13" fmla="*/ 153504 h 438559"/>
              <a:gd name="connsiteX14" fmla="*/ 0 w 440381"/>
              <a:gd name="connsiteY14" fmla="*/ 373353 h 438559"/>
              <a:gd name="connsiteX15" fmla="*/ 13063 w 440381"/>
              <a:gd name="connsiteY15" fmla="*/ 381809 h 438559"/>
              <a:gd name="connsiteX16" fmla="*/ 85562 w 440381"/>
              <a:gd name="connsiteY16" fmla="*/ 366198 h 438559"/>
              <a:gd name="connsiteX17" fmla="*/ 94053 w 440381"/>
              <a:gd name="connsiteY17" fmla="*/ 353189 h 438559"/>
              <a:gd name="connsiteX18" fmla="*/ 111687 w 440381"/>
              <a:gd name="connsiteY18" fmla="*/ 178871 h 438559"/>
              <a:gd name="connsiteX19" fmla="*/ 111687 w 440381"/>
              <a:gd name="connsiteY19" fmla="*/ 178871 h 438559"/>
              <a:gd name="connsiteX20" fmla="*/ 369026 w 440381"/>
              <a:gd name="connsiteY20" fmla="*/ 435145 h 438559"/>
              <a:gd name="connsiteX21" fmla="*/ 384701 w 440381"/>
              <a:gd name="connsiteY21" fmla="*/ 435145 h 438559"/>
              <a:gd name="connsiteX22" fmla="*/ 436953 w 440381"/>
              <a:gd name="connsiteY22" fmla="*/ 383110 h 438559"/>
              <a:gd name="connsiteX23" fmla="*/ 436953 w 440381"/>
              <a:gd name="connsiteY23" fmla="*/ 367499 h 438559"/>
              <a:gd name="connsiteX24" fmla="*/ 179614 w 440381"/>
              <a:gd name="connsiteY24" fmla="*/ 110575 h 438559"/>
              <a:gd name="connsiteX25" fmla="*/ 179614 w 440381"/>
              <a:gd name="connsiteY25" fmla="*/ 110575 h 438559"/>
              <a:gd name="connsiteX26" fmla="*/ 354003 w 440381"/>
              <a:gd name="connsiteY26" fmla="*/ 93663 h 438559"/>
              <a:gd name="connsiteX27" fmla="*/ 367066 w 440381"/>
              <a:gd name="connsiteY27" fmla="*/ 85208 h 438559"/>
              <a:gd name="connsiteX28" fmla="*/ 382742 w 440381"/>
              <a:gd name="connsiteY28" fmla="*/ 13009 h 438559"/>
              <a:gd name="connsiteX29" fmla="*/ 374251 w 440381"/>
              <a:gd name="connsiteY29" fmla="*/ 0 h 438559"/>
              <a:gd name="connsiteX30" fmla="*/ 154795 w 440381"/>
              <a:gd name="connsiteY30" fmla="*/ 7155 h 4385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440381" h="438559">
                <a:moveTo>
                  <a:pt x="154795" y="7155"/>
                </a:moveTo>
                <a:cubicBezTo>
                  <a:pt x="154142" y="7155"/>
                  <a:pt x="154142" y="7155"/>
                  <a:pt x="153489" y="7155"/>
                </a:cubicBezTo>
                <a:cubicBezTo>
                  <a:pt x="152835" y="7155"/>
                  <a:pt x="152182" y="7155"/>
                  <a:pt x="151529" y="7155"/>
                </a:cubicBezTo>
                <a:cubicBezTo>
                  <a:pt x="150223" y="7805"/>
                  <a:pt x="149570" y="7805"/>
                  <a:pt x="148917" y="7805"/>
                </a:cubicBezTo>
                <a:cubicBezTo>
                  <a:pt x="148263" y="7805"/>
                  <a:pt x="147610" y="8456"/>
                  <a:pt x="146957" y="8456"/>
                </a:cubicBezTo>
                <a:cubicBezTo>
                  <a:pt x="146304" y="9106"/>
                  <a:pt x="145651" y="9106"/>
                  <a:pt x="144998" y="9757"/>
                </a:cubicBezTo>
                <a:cubicBezTo>
                  <a:pt x="144998" y="9757"/>
                  <a:pt x="144345" y="10407"/>
                  <a:pt x="144345" y="10407"/>
                </a:cubicBezTo>
                <a:lnTo>
                  <a:pt x="11103" y="143097"/>
                </a:lnTo>
                <a:cubicBezTo>
                  <a:pt x="11103" y="143097"/>
                  <a:pt x="10450" y="143747"/>
                  <a:pt x="10450" y="143747"/>
                </a:cubicBezTo>
                <a:cubicBezTo>
                  <a:pt x="9797" y="144398"/>
                  <a:pt x="9797" y="145048"/>
                  <a:pt x="9144" y="145699"/>
                </a:cubicBezTo>
                <a:cubicBezTo>
                  <a:pt x="9144" y="146349"/>
                  <a:pt x="8491" y="147000"/>
                  <a:pt x="8491" y="147650"/>
                </a:cubicBezTo>
                <a:cubicBezTo>
                  <a:pt x="8491" y="148301"/>
                  <a:pt x="7838" y="148951"/>
                  <a:pt x="7838" y="150252"/>
                </a:cubicBezTo>
                <a:cubicBezTo>
                  <a:pt x="7838" y="150902"/>
                  <a:pt x="7838" y="151553"/>
                  <a:pt x="7838" y="152203"/>
                </a:cubicBezTo>
                <a:cubicBezTo>
                  <a:pt x="7838" y="152854"/>
                  <a:pt x="7838" y="152854"/>
                  <a:pt x="7838" y="153504"/>
                </a:cubicBezTo>
                <a:lnTo>
                  <a:pt x="0" y="373353"/>
                </a:lnTo>
                <a:cubicBezTo>
                  <a:pt x="1306" y="379207"/>
                  <a:pt x="7185" y="383110"/>
                  <a:pt x="13063" y="381809"/>
                </a:cubicBezTo>
                <a:lnTo>
                  <a:pt x="85562" y="366198"/>
                </a:lnTo>
                <a:cubicBezTo>
                  <a:pt x="91440" y="364897"/>
                  <a:pt x="95359" y="359043"/>
                  <a:pt x="94053" y="353189"/>
                </a:cubicBezTo>
                <a:lnTo>
                  <a:pt x="111687" y="178871"/>
                </a:lnTo>
                <a:lnTo>
                  <a:pt x="111687" y="178871"/>
                </a:lnTo>
                <a:lnTo>
                  <a:pt x="369026" y="435145"/>
                </a:lnTo>
                <a:cubicBezTo>
                  <a:pt x="373598" y="439698"/>
                  <a:pt x="380129" y="439698"/>
                  <a:pt x="384701" y="435145"/>
                </a:cubicBezTo>
                <a:lnTo>
                  <a:pt x="436953" y="383110"/>
                </a:lnTo>
                <a:cubicBezTo>
                  <a:pt x="441525" y="378557"/>
                  <a:pt x="441525" y="372052"/>
                  <a:pt x="436953" y="367499"/>
                </a:cubicBezTo>
                <a:lnTo>
                  <a:pt x="179614" y="110575"/>
                </a:lnTo>
                <a:lnTo>
                  <a:pt x="179614" y="110575"/>
                </a:lnTo>
                <a:lnTo>
                  <a:pt x="354003" y="93663"/>
                </a:lnTo>
                <a:cubicBezTo>
                  <a:pt x="359882" y="94964"/>
                  <a:pt x="365760" y="91062"/>
                  <a:pt x="367066" y="85208"/>
                </a:cubicBezTo>
                <a:lnTo>
                  <a:pt x="382742" y="13009"/>
                </a:lnTo>
                <a:cubicBezTo>
                  <a:pt x="384048" y="7155"/>
                  <a:pt x="380129" y="1301"/>
                  <a:pt x="374251" y="0"/>
                </a:cubicBezTo>
                <a:lnTo>
                  <a:pt x="154795" y="7155"/>
                </a:lnTo>
                <a:close/>
              </a:path>
            </a:pathLst>
          </a:custGeom>
          <a:solidFill>
            <a:schemeClr val="accent1"/>
          </a:solidFill>
          <a:ln w="6531" cap="flat">
            <a:noFill/>
            <a:prstDash val="solid"/>
            <a:miter/>
          </a:ln>
        </p:spPr>
        <p:txBody>
          <a:bodyPr rtlCol="0" anchor="ctr"/>
          <a:lstStyle/>
          <a:p>
            <a:endParaRPr lang="en-SA" dirty="0">
              <a:solidFill>
                <a:schemeClr val="accent2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35256419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AEDD254A-CEB3-D84B-A5D1-60C7963640D1}"/>
              </a:ext>
            </a:extLst>
          </p:cNvPr>
          <p:cNvSpPr>
            <a:spLocks noGrp="1"/>
          </p:cNvSpPr>
          <p:nvPr>
            <p:ph type="body" sz="quarter" idx="4294967295"/>
          </p:nvPr>
        </p:nvSpPr>
        <p:spPr>
          <a:xfrm>
            <a:off x="1446826" y="2674534"/>
            <a:ext cx="3734775" cy="2087967"/>
          </a:xfrm>
        </p:spPr>
        <p:txBody>
          <a:bodyPr>
            <a:normAutofit/>
          </a:bodyPr>
          <a:lstStyle/>
          <a:p>
            <a:pPr lvl="0"/>
            <a:r>
              <a:rPr lang="en-US" dirty="0"/>
              <a:t>We </a:t>
            </a:r>
            <a:r>
              <a:rPr lang="en-US" b="1" dirty="0"/>
              <a:t>Growth</a:t>
            </a:r>
          </a:p>
          <a:p>
            <a:pPr lvl="0"/>
            <a:r>
              <a:rPr lang="en-US" dirty="0"/>
              <a:t>With The</a:t>
            </a:r>
          </a:p>
          <a:p>
            <a:pPr lvl="0"/>
            <a:r>
              <a:rPr lang="en-US" b="1" dirty="0"/>
              <a:t>Best</a:t>
            </a:r>
            <a:r>
              <a:rPr lang="en-US" dirty="0"/>
              <a:t> Team</a:t>
            </a:r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EB1C37A0-6295-9E47-9046-1BCBF2480809}"/>
              </a:ext>
            </a:extLst>
          </p:cNvPr>
          <p:cNvSpPr>
            <a:spLocks noGrp="1"/>
          </p:cNvSpPr>
          <p:nvPr>
            <p:ph type="body" sz="quarter" idx="4294967295"/>
          </p:nvPr>
        </p:nvSpPr>
        <p:spPr>
          <a:xfrm>
            <a:off x="1491392" y="5006744"/>
            <a:ext cx="3575640" cy="936857"/>
          </a:xfrm>
        </p:spPr>
        <p:txBody>
          <a:bodyPr>
            <a:normAutofit fontScale="62500" lnSpcReduction="20000"/>
          </a:bodyPr>
          <a:lstStyle/>
          <a:p>
            <a:pPr lvl="0"/>
            <a:r>
              <a:rPr lang="en-US" dirty="0"/>
              <a:t>Dynamically leverage existing alternative imperatives whereas superior intellectual</a:t>
            </a:r>
            <a:r>
              <a:rPr lang="id-ID" dirty="0"/>
              <a:t> </a:t>
            </a:r>
            <a:r>
              <a:rPr lang="en-US" dirty="0"/>
              <a:t>morph accurate</a:t>
            </a:r>
          </a:p>
        </p:txBody>
      </p:sp>
      <p:sp>
        <p:nvSpPr>
          <p:cNvPr id="5" name="Picture Placeholder 4">
            <a:extLst>
              <a:ext uri="{FF2B5EF4-FFF2-40B4-BE49-F238E27FC236}">
                <a16:creationId xmlns:a16="http://schemas.microsoft.com/office/drawing/2014/main" id="{EE70C711-69EA-FF4F-9366-298421648282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pattFill prst="pct20">
            <a:fgClr>
              <a:schemeClr val="tx2"/>
            </a:fgClr>
            <a:bgClr>
              <a:schemeClr val="bg1"/>
            </a:bgClr>
          </a:pattFill>
        </p:spPr>
      </p:sp>
      <p:grpSp>
        <p:nvGrpSpPr>
          <p:cNvPr id="2" name="Graphic 14">
            <a:extLst>
              <a:ext uri="{FF2B5EF4-FFF2-40B4-BE49-F238E27FC236}">
                <a16:creationId xmlns:a16="http://schemas.microsoft.com/office/drawing/2014/main" id="{D000A11C-03E9-5BBA-1E5F-A80C86A4AF1B}"/>
              </a:ext>
            </a:extLst>
          </p:cNvPr>
          <p:cNvGrpSpPr/>
          <p:nvPr/>
        </p:nvGrpSpPr>
        <p:grpSpPr>
          <a:xfrm>
            <a:off x="7953339" y="1268878"/>
            <a:ext cx="3004194" cy="799674"/>
            <a:chOff x="8806355" y="5189285"/>
            <a:chExt cx="3004194" cy="799674"/>
          </a:xfrm>
          <a:solidFill>
            <a:srgbClr val="FFFFFF"/>
          </a:solidFill>
        </p:grpSpPr>
        <p:grpSp>
          <p:nvGrpSpPr>
            <p:cNvPr id="6" name="Graphic 14">
              <a:extLst>
                <a:ext uri="{FF2B5EF4-FFF2-40B4-BE49-F238E27FC236}">
                  <a16:creationId xmlns:a16="http://schemas.microsoft.com/office/drawing/2014/main" id="{2150FF20-5971-9321-8584-6EE134EC6FD7}"/>
                </a:ext>
              </a:extLst>
            </p:cNvPr>
            <p:cNvGrpSpPr/>
            <p:nvPr/>
          </p:nvGrpSpPr>
          <p:grpSpPr>
            <a:xfrm>
              <a:off x="8806355" y="5710095"/>
              <a:ext cx="3004194" cy="278863"/>
              <a:chOff x="8806355" y="5710095"/>
              <a:chExt cx="3004194" cy="278863"/>
            </a:xfrm>
            <a:solidFill>
              <a:srgbClr val="FFFFFF"/>
            </a:solidFill>
          </p:grpSpPr>
          <p:sp>
            <p:nvSpPr>
              <p:cNvPr id="19" name="Freeform 18">
                <a:extLst>
                  <a:ext uri="{FF2B5EF4-FFF2-40B4-BE49-F238E27FC236}">
                    <a16:creationId xmlns:a16="http://schemas.microsoft.com/office/drawing/2014/main" id="{3EC0BDDC-AC78-9B11-60F9-21FE15AA6A4D}"/>
                  </a:ext>
                </a:extLst>
              </p:cNvPr>
              <p:cNvSpPr/>
              <p:nvPr/>
            </p:nvSpPr>
            <p:spPr>
              <a:xfrm>
                <a:off x="9144518" y="5711799"/>
                <a:ext cx="245794" cy="270344"/>
              </a:xfrm>
              <a:custGeom>
                <a:avLst/>
                <a:gdLst>
                  <a:gd name="connsiteX0" fmla="*/ 153532 w 245794"/>
                  <a:gd name="connsiteY0" fmla="*/ 5112 h 270344"/>
                  <a:gd name="connsiteX1" fmla="*/ 145534 w 245794"/>
                  <a:gd name="connsiteY1" fmla="*/ 0 h 270344"/>
                  <a:gd name="connsiteX2" fmla="*/ 98689 w 245794"/>
                  <a:gd name="connsiteY2" fmla="*/ 0 h 270344"/>
                  <a:gd name="connsiteX3" fmla="*/ 90691 w 245794"/>
                  <a:gd name="connsiteY3" fmla="*/ 5112 h 270344"/>
                  <a:gd name="connsiteX4" fmla="*/ 428 w 245794"/>
                  <a:gd name="connsiteY4" fmla="*/ 262961 h 270344"/>
                  <a:gd name="connsiteX5" fmla="*/ 428 w 245794"/>
                  <a:gd name="connsiteY5" fmla="*/ 268073 h 270344"/>
                  <a:gd name="connsiteX6" fmla="*/ 5570 w 245794"/>
                  <a:gd name="connsiteY6" fmla="*/ 270344 h 270344"/>
                  <a:gd name="connsiteX7" fmla="*/ 51273 w 245794"/>
                  <a:gd name="connsiteY7" fmla="*/ 270344 h 270344"/>
                  <a:gd name="connsiteX8" fmla="*/ 58699 w 245794"/>
                  <a:gd name="connsiteY8" fmla="*/ 265233 h 270344"/>
                  <a:gd name="connsiteX9" fmla="*/ 71839 w 245794"/>
                  <a:gd name="connsiteY9" fmla="*/ 226044 h 270344"/>
                  <a:gd name="connsiteX10" fmla="*/ 172956 w 245794"/>
                  <a:gd name="connsiteY10" fmla="*/ 226044 h 270344"/>
                  <a:gd name="connsiteX11" fmla="*/ 186095 w 245794"/>
                  <a:gd name="connsiteY11" fmla="*/ 265233 h 270344"/>
                  <a:gd name="connsiteX12" fmla="*/ 193522 w 245794"/>
                  <a:gd name="connsiteY12" fmla="*/ 270344 h 270344"/>
                  <a:gd name="connsiteX13" fmla="*/ 239224 w 245794"/>
                  <a:gd name="connsiteY13" fmla="*/ 270344 h 270344"/>
                  <a:gd name="connsiteX14" fmla="*/ 244937 w 245794"/>
                  <a:gd name="connsiteY14" fmla="*/ 268073 h 270344"/>
                  <a:gd name="connsiteX15" fmla="*/ 244937 w 245794"/>
                  <a:gd name="connsiteY15" fmla="*/ 262961 h 270344"/>
                  <a:gd name="connsiteX16" fmla="*/ 153532 w 245794"/>
                  <a:gd name="connsiteY16" fmla="*/ 5112 h 270344"/>
                  <a:gd name="connsiteX17" fmla="*/ 87835 w 245794"/>
                  <a:gd name="connsiteY17" fmla="*/ 176065 h 270344"/>
                  <a:gd name="connsiteX18" fmla="*/ 122112 w 245794"/>
                  <a:gd name="connsiteY18" fmla="*/ 72698 h 270344"/>
                  <a:gd name="connsiteX19" fmla="*/ 156388 w 245794"/>
                  <a:gd name="connsiteY19" fmla="*/ 176065 h 270344"/>
                  <a:gd name="connsiteX20" fmla="*/ 87835 w 245794"/>
                  <a:gd name="connsiteY20" fmla="*/ 176065 h 270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245794" h="270344">
                    <a:moveTo>
                      <a:pt x="153532" y="5112"/>
                    </a:moveTo>
                    <a:cubicBezTo>
                      <a:pt x="152390" y="2272"/>
                      <a:pt x="148962" y="0"/>
                      <a:pt x="145534" y="0"/>
                    </a:cubicBezTo>
                    <a:lnTo>
                      <a:pt x="98689" y="0"/>
                    </a:lnTo>
                    <a:cubicBezTo>
                      <a:pt x="94690" y="0"/>
                      <a:pt x="91834" y="2272"/>
                      <a:pt x="90691" y="5112"/>
                    </a:cubicBezTo>
                    <a:lnTo>
                      <a:pt x="428" y="262961"/>
                    </a:lnTo>
                    <a:cubicBezTo>
                      <a:pt x="-143" y="265233"/>
                      <a:pt x="-143" y="266937"/>
                      <a:pt x="428" y="268073"/>
                    </a:cubicBezTo>
                    <a:cubicBezTo>
                      <a:pt x="1571" y="269776"/>
                      <a:pt x="3285" y="270344"/>
                      <a:pt x="5570" y="270344"/>
                    </a:cubicBezTo>
                    <a:lnTo>
                      <a:pt x="51273" y="270344"/>
                    </a:lnTo>
                    <a:cubicBezTo>
                      <a:pt x="55272" y="270344"/>
                      <a:pt x="57557" y="268641"/>
                      <a:pt x="58699" y="265233"/>
                    </a:cubicBezTo>
                    <a:lnTo>
                      <a:pt x="71839" y="226044"/>
                    </a:lnTo>
                    <a:lnTo>
                      <a:pt x="172956" y="226044"/>
                    </a:lnTo>
                    <a:lnTo>
                      <a:pt x="186095" y="265233"/>
                    </a:lnTo>
                    <a:cubicBezTo>
                      <a:pt x="187238" y="268641"/>
                      <a:pt x="189523" y="270344"/>
                      <a:pt x="193522" y="270344"/>
                    </a:cubicBezTo>
                    <a:lnTo>
                      <a:pt x="239224" y="270344"/>
                    </a:lnTo>
                    <a:cubicBezTo>
                      <a:pt x="241510" y="270344"/>
                      <a:pt x="243795" y="269776"/>
                      <a:pt x="244937" y="268073"/>
                    </a:cubicBezTo>
                    <a:cubicBezTo>
                      <a:pt x="246080" y="266937"/>
                      <a:pt x="246080" y="264665"/>
                      <a:pt x="244937" y="262961"/>
                    </a:cubicBezTo>
                    <a:lnTo>
                      <a:pt x="153532" y="5112"/>
                    </a:lnTo>
                    <a:close/>
                    <a:moveTo>
                      <a:pt x="87835" y="176065"/>
                    </a:moveTo>
                    <a:lnTo>
                      <a:pt x="122112" y="72698"/>
                    </a:lnTo>
                    <a:lnTo>
                      <a:pt x="156388" y="176065"/>
                    </a:lnTo>
                    <a:lnTo>
                      <a:pt x="87835" y="176065"/>
                    </a:ln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20" name="Freeform 19">
                <a:extLst>
                  <a:ext uri="{FF2B5EF4-FFF2-40B4-BE49-F238E27FC236}">
                    <a16:creationId xmlns:a16="http://schemas.microsoft.com/office/drawing/2014/main" id="{56A56CD9-963D-1A04-EBFA-FBDADB98CD05}"/>
                  </a:ext>
                </a:extLst>
              </p:cNvPr>
              <p:cNvSpPr/>
              <p:nvPr/>
            </p:nvSpPr>
            <p:spPr>
              <a:xfrm>
                <a:off x="9482575" y="5711799"/>
                <a:ext cx="289155" cy="270912"/>
              </a:xfrm>
              <a:custGeom>
                <a:avLst/>
                <a:gdLst>
                  <a:gd name="connsiteX0" fmla="*/ 283356 w 289155"/>
                  <a:gd name="connsiteY0" fmla="*/ 0 h 270912"/>
                  <a:gd name="connsiteX1" fmla="*/ 232512 w 289155"/>
                  <a:gd name="connsiteY1" fmla="*/ 0 h 270912"/>
                  <a:gd name="connsiteX2" fmla="*/ 225085 w 289155"/>
                  <a:gd name="connsiteY2" fmla="*/ 4544 h 270912"/>
                  <a:gd name="connsiteX3" fmla="*/ 145106 w 289155"/>
                  <a:gd name="connsiteY3" fmla="*/ 204462 h 270912"/>
                  <a:gd name="connsiteX4" fmla="*/ 65126 w 289155"/>
                  <a:gd name="connsiteY4" fmla="*/ 4544 h 270912"/>
                  <a:gd name="connsiteX5" fmla="*/ 57699 w 289155"/>
                  <a:gd name="connsiteY5" fmla="*/ 0 h 270912"/>
                  <a:gd name="connsiteX6" fmla="*/ 6855 w 289155"/>
                  <a:gd name="connsiteY6" fmla="*/ 0 h 270912"/>
                  <a:gd name="connsiteX7" fmla="*/ 0 w 289155"/>
                  <a:gd name="connsiteY7" fmla="*/ 6815 h 270912"/>
                  <a:gd name="connsiteX8" fmla="*/ 0 w 289155"/>
                  <a:gd name="connsiteY8" fmla="*/ 264097 h 270912"/>
                  <a:gd name="connsiteX9" fmla="*/ 6855 w 289155"/>
                  <a:gd name="connsiteY9" fmla="*/ 270912 h 270912"/>
                  <a:gd name="connsiteX10" fmla="*/ 50273 w 289155"/>
                  <a:gd name="connsiteY10" fmla="*/ 270912 h 270912"/>
                  <a:gd name="connsiteX11" fmla="*/ 57128 w 289155"/>
                  <a:gd name="connsiteY11" fmla="*/ 264097 h 270912"/>
                  <a:gd name="connsiteX12" fmla="*/ 57128 w 289155"/>
                  <a:gd name="connsiteY12" fmla="*/ 107911 h 270912"/>
                  <a:gd name="connsiteX13" fmla="*/ 117684 w 289155"/>
                  <a:gd name="connsiteY13" fmla="*/ 265801 h 270912"/>
                  <a:gd name="connsiteX14" fmla="*/ 125111 w 289155"/>
                  <a:gd name="connsiteY14" fmla="*/ 270912 h 270912"/>
                  <a:gd name="connsiteX15" fmla="*/ 163958 w 289155"/>
                  <a:gd name="connsiteY15" fmla="*/ 270912 h 270912"/>
                  <a:gd name="connsiteX16" fmla="*/ 171385 w 289155"/>
                  <a:gd name="connsiteY16" fmla="*/ 265801 h 270912"/>
                  <a:gd name="connsiteX17" fmla="*/ 231941 w 289155"/>
                  <a:gd name="connsiteY17" fmla="*/ 107911 h 270912"/>
                  <a:gd name="connsiteX18" fmla="*/ 231941 w 289155"/>
                  <a:gd name="connsiteY18" fmla="*/ 264097 h 270912"/>
                  <a:gd name="connsiteX19" fmla="*/ 238796 w 289155"/>
                  <a:gd name="connsiteY19" fmla="*/ 270912 h 270912"/>
                  <a:gd name="connsiteX20" fmla="*/ 282213 w 289155"/>
                  <a:gd name="connsiteY20" fmla="*/ 270912 h 270912"/>
                  <a:gd name="connsiteX21" fmla="*/ 289069 w 289155"/>
                  <a:gd name="connsiteY21" fmla="*/ 264097 h 270912"/>
                  <a:gd name="connsiteX22" fmla="*/ 289069 w 289155"/>
                  <a:gd name="connsiteY22" fmla="*/ 6815 h 270912"/>
                  <a:gd name="connsiteX23" fmla="*/ 283356 w 289155"/>
                  <a:gd name="connsiteY23" fmla="*/ 0 h 2709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289155" h="270912">
                    <a:moveTo>
                      <a:pt x="283356" y="0"/>
                    </a:moveTo>
                    <a:lnTo>
                      <a:pt x="232512" y="0"/>
                    </a:lnTo>
                    <a:cubicBezTo>
                      <a:pt x="229084" y="0"/>
                      <a:pt x="226228" y="1704"/>
                      <a:pt x="225085" y="4544"/>
                    </a:cubicBezTo>
                    <a:lnTo>
                      <a:pt x="145106" y="204462"/>
                    </a:lnTo>
                    <a:lnTo>
                      <a:pt x="65126" y="4544"/>
                    </a:lnTo>
                    <a:cubicBezTo>
                      <a:pt x="63984" y="1704"/>
                      <a:pt x="61698" y="0"/>
                      <a:pt x="57699" y="0"/>
                    </a:cubicBezTo>
                    <a:lnTo>
                      <a:pt x="6855" y="0"/>
                    </a:lnTo>
                    <a:cubicBezTo>
                      <a:pt x="2856" y="0"/>
                      <a:pt x="0" y="2840"/>
                      <a:pt x="0" y="6815"/>
                    </a:cubicBezTo>
                    <a:lnTo>
                      <a:pt x="0" y="264097"/>
                    </a:lnTo>
                    <a:cubicBezTo>
                      <a:pt x="0" y="268073"/>
                      <a:pt x="2856" y="270912"/>
                      <a:pt x="6855" y="270912"/>
                    </a:cubicBezTo>
                    <a:lnTo>
                      <a:pt x="50273" y="270912"/>
                    </a:lnTo>
                    <a:cubicBezTo>
                      <a:pt x="54272" y="270912"/>
                      <a:pt x="57128" y="268073"/>
                      <a:pt x="57128" y="264097"/>
                    </a:cubicBezTo>
                    <a:lnTo>
                      <a:pt x="57128" y="107911"/>
                    </a:lnTo>
                    <a:lnTo>
                      <a:pt x="117684" y="265801"/>
                    </a:lnTo>
                    <a:cubicBezTo>
                      <a:pt x="118827" y="269208"/>
                      <a:pt x="121683" y="270912"/>
                      <a:pt x="125111" y="270912"/>
                    </a:cubicBezTo>
                    <a:lnTo>
                      <a:pt x="163958" y="270912"/>
                    </a:lnTo>
                    <a:cubicBezTo>
                      <a:pt x="167386" y="270912"/>
                      <a:pt x="170242" y="269208"/>
                      <a:pt x="171385" y="265801"/>
                    </a:cubicBezTo>
                    <a:lnTo>
                      <a:pt x="231941" y="107911"/>
                    </a:lnTo>
                    <a:lnTo>
                      <a:pt x="231941" y="264097"/>
                    </a:lnTo>
                    <a:cubicBezTo>
                      <a:pt x="231941" y="268073"/>
                      <a:pt x="234797" y="270912"/>
                      <a:pt x="238796" y="270912"/>
                    </a:cubicBezTo>
                    <a:lnTo>
                      <a:pt x="282213" y="270912"/>
                    </a:lnTo>
                    <a:cubicBezTo>
                      <a:pt x="286212" y="270912"/>
                      <a:pt x="289069" y="268073"/>
                      <a:pt x="289069" y="264097"/>
                    </a:cubicBezTo>
                    <a:lnTo>
                      <a:pt x="289069" y="6815"/>
                    </a:lnTo>
                    <a:cubicBezTo>
                      <a:pt x="289640" y="2840"/>
                      <a:pt x="287355" y="0"/>
                      <a:pt x="28335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21" name="Freeform 20">
                <a:extLst>
                  <a:ext uri="{FF2B5EF4-FFF2-40B4-BE49-F238E27FC236}">
                    <a16:creationId xmlns:a16="http://schemas.microsoft.com/office/drawing/2014/main" id="{C5BFA8A1-53A7-C035-7D43-B5B915DD2479}"/>
                  </a:ext>
                </a:extLst>
              </p:cNvPr>
              <p:cNvSpPr/>
              <p:nvPr/>
            </p:nvSpPr>
            <p:spPr>
              <a:xfrm>
                <a:off x="9979019" y="5710095"/>
                <a:ext cx="234912" cy="278863"/>
              </a:xfrm>
              <a:custGeom>
                <a:avLst/>
                <a:gdLst>
                  <a:gd name="connsiteX0" fmla="*/ 217658 w 234912"/>
                  <a:gd name="connsiteY0" fmla="*/ 214685 h 278863"/>
                  <a:gd name="connsiteX1" fmla="*/ 208518 w 234912"/>
                  <a:gd name="connsiteY1" fmla="*/ 215253 h 278863"/>
                  <a:gd name="connsiteX2" fmla="*/ 139964 w 234912"/>
                  <a:gd name="connsiteY2" fmla="*/ 241379 h 278863"/>
                  <a:gd name="connsiteX3" fmla="*/ 38847 w 234912"/>
                  <a:gd name="connsiteY3" fmla="*/ 138580 h 278863"/>
                  <a:gd name="connsiteX4" fmla="*/ 139964 w 234912"/>
                  <a:gd name="connsiteY4" fmla="*/ 35781 h 278863"/>
                  <a:gd name="connsiteX5" fmla="*/ 208518 w 234912"/>
                  <a:gd name="connsiteY5" fmla="*/ 61907 h 278863"/>
                  <a:gd name="connsiteX6" fmla="*/ 213659 w 234912"/>
                  <a:gd name="connsiteY6" fmla="*/ 64178 h 278863"/>
                  <a:gd name="connsiteX7" fmla="*/ 217658 w 234912"/>
                  <a:gd name="connsiteY7" fmla="*/ 61907 h 278863"/>
                  <a:gd name="connsiteX8" fmla="*/ 233083 w 234912"/>
                  <a:gd name="connsiteY8" fmla="*/ 45436 h 278863"/>
                  <a:gd name="connsiteX9" fmla="*/ 231940 w 234912"/>
                  <a:gd name="connsiteY9" fmla="*/ 35781 h 278863"/>
                  <a:gd name="connsiteX10" fmla="*/ 138822 w 234912"/>
                  <a:gd name="connsiteY10" fmla="*/ 0 h 278863"/>
                  <a:gd name="connsiteX11" fmla="*/ 0 w 234912"/>
                  <a:gd name="connsiteY11" fmla="*/ 139716 h 278863"/>
                  <a:gd name="connsiteX12" fmla="*/ 138822 w 234912"/>
                  <a:gd name="connsiteY12" fmla="*/ 278864 h 278863"/>
                  <a:gd name="connsiteX13" fmla="*/ 231940 w 234912"/>
                  <a:gd name="connsiteY13" fmla="*/ 242515 h 278863"/>
                  <a:gd name="connsiteX14" fmla="*/ 232512 w 234912"/>
                  <a:gd name="connsiteY14" fmla="*/ 232860 h 278863"/>
                  <a:gd name="connsiteX15" fmla="*/ 217658 w 234912"/>
                  <a:gd name="connsiteY15" fmla="*/ 214685 h 2788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34912" h="278863">
                    <a:moveTo>
                      <a:pt x="217658" y="214685"/>
                    </a:moveTo>
                    <a:cubicBezTo>
                      <a:pt x="215373" y="212413"/>
                      <a:pt x="212517" y="211278"/>
                      <a:pt x="208518" y="215253"/>
                    </a:cubicBezTo>
                    <a:cubicBezTo>
                      <a:pt x="187952" y="232860"/>
                      <a:pt x="165672" y="241379"/>
                      <a:pt x="139964" y="241379"/>
                    </a:cubicBezTo>
                    <a:cubicBezTo>
                      <a:pt x="82265" y="241379"/>
                      <a:pt x="38847" y="197079"/>
                      <a:pt x="38847" y="138580"/>
                    </a:cubicBezTo>
                    <a:cubicBezTo>
                      <a:pt x="38847" y="80081"/>
                      <a:pt x="82265" y="35781"/>
                      <a:pt x="139964" y="35781"/>
                    </a:cubicBezTo>
                    <a:cubicBezTo>
                      <a:pt x="165672" y="35781"/>
                      <a:pt x="187952" y="44300"/>
                      <a:pt x="208518" y="61907"/>
                    </a:cubicBezTo>
                    <a:cubicBezTo>
                      <a:pt x="210232" y="63610"/>
                      <a:pt x="211946" y="64178"/>
                      <a:pt x="213659" y="64178"/>
                    </a:cubicBezTo>
                    <a:cubicBezTo>
                      <a:pt x="215373" y="64178"/>
                      <a:pt x="216516" y="63043"/>
                      <a:pt x="217658" y="61907"/>
                    </a:cubicBezTo>
                    <a:lnTo>
                      <a:pt x="233083" y="45436"/>
                    </a:lnTo>
                    <a:cubicBezTo>
                      <a:pt x="235940" y="42028"/>
                      <a:pt x="235368" y="38621"/>
                      <a:pt x="231940" y="35781"/>
                    </a:cubicBezTo>
                    <a:cubicBezTo>
                      <a:pt x="205662" y="11927"/>
                      <a:pt x="174812" y="0"/>
                      <a:pt x="138822" y="0"/>
                    </a:cubicBezTo>
                    <a:cubicBezTo>
                      <a:pt x="59985" y="0"/>
                      <a:pt x="0" y="60203"/>
                      <a:pt x="0" y="139716"/>
                    </a:cubicBezTo>
                    <a:cubicBezTo>
                      <a:pt x="0" y="219229"/>
                      <a:pt x="59413" y="278864"/>
                      <a:pt x="138822" y="278864"/>
                    </a:cubicBezTo>
                    <a:cubicBezTo>
                      <a:pt x="174812" y="278864"/>
                      <a:pt x="205662" y="266369"/>
                      <a:pt x="231940" y="242515"/>
                    </a:cubicBezTo>
                    <a:cubicBezTo>
                      <a:pt x="234226" y="240243"/>
                      <a:pt x="236511" y="236835"/>
                      <a:pt x="232512" y="232860"/>
                    </a:cubicBezTo>
                    <a:lnTo>
                      <a:pt x="217658" y="214685"/>
                    </a:ln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22" name="Freeform 21">
                <a:extLst>
                  <a:ext uri="{FF2B5EF4-FFF2-40B4-BE49-F238E27FC236}">
                    <a16:creationId xmlns:a16="http://schemas.microsoft.com/office/drawing/2014/main" id="{3F940F03-DB10-FCC3-62B7-75DD1D7B276C}"/>
                  </a:ext>
                </a:extLst>
              </p:cNvPr>
              <p:cNvSpPr/>
              <p:nvPr/>
            </p:nvSpPr>
            <p:spPr>
              <a:xfrm>
                <a:off x="10310274" y="5711799"/>
                <a:ext cx="231171" cy="270912"/>
              </a:xfrm>
              <a:custGeom>
                <a:avLst/>
                <a:gdLst>
                  <a:gd name="connsiteX0" fmla="*/ 136625 w 231171"/>
                  <a:gd name="connsiteY0" fmla="*/ 5112 h 270912"/>
                  <a:gd name="connsiteX1" fmla="*/ 128627 w 231171"/>
                  <a:gd name="connsiteY1" fmla="*/ 0 h 270912"/>
                  <a:gd name="connsiteX2" fmla="*/ 100634 w 231171"/>
                  <a:gd name="connsiteY2" fmla="*/ 0 h 270912"/>
                  <a:gd name="connsiteX3" fmla="*/ 93207 w 231171"/>
                  <a:gd name="connsiteY3" fmla="*/ 5112 h 270912"/>
                  <a:gd name="connsiteX4" fmla="*/ 660 w 231171"/>
                  <a:gd name="connsiteY4" fmla="*/ 262961 h 270912"/>
                  <a:gd name="connsiteX5" fmla="*/ 660 w 231171"/>
                  <a:gd name="connsiteY5" fmla="*/ 268641 h 270912"/>
                  <a:gd name="connsiteX6" fmla="*/ 5801 w 231171"/>
                  <a:gd name="connsiteY6" fmla="*/ 270912 h 270912"/>
                  <a:gd name="connsiteX7" fmla="*/ 32080 w 231171"/>
                  <a:gd name="connsiteY7" fmla="*/ 270912 h 270912"/>
                  <a:gd name="connsiteX8" fmla="*/ 39507 w 231171"/>
                  <a:gd name="connsiteY8" fmla="*/ 265801 h 270912"/>
                  <a:gd name="connsiteX9" fmla="*/ 57217 w 231171"/>
                  <a:gd name="connsiteY9" fmla="*/ 214685 h 270912"/>
                  <a:gd name="connsiteX10" fmla="*/ 174329 w 231171"/>
                  <a:gd name="connsiteY10" fmla="*/ 214685 h 270912"/>
                  <a:gd name="connsiteX11" fmla="*/ 192039 w 231171"/>
                  <a:gd name="connsiteY11" fmla="*/ 265801 h 270912"/>
                  <a:gd name="connsiteX12" fmla="*/ 198895 w 231171"/>
                  <a:gd name="connsiteY12" fmla="*/ 270912 h 270912"/>
                  <a:gd name="connsiteX13" fmla="*/ 225174 w 231171"/>
                  <a:gd name="connsiteY13" fmla="*/ 270912 h 270912"/>
                  <a:gd name="connsiteX14" fmla="*/ 230315 w 231171"/>
                  <a:gd name="connsiteY14" fmla="*/ 268641 h 270912"/>
                  <a:gd name="connsiteX15" fmla="*/ 230315 w 231171"/>
                  <a:gd name="connsiteY15" fmla="*/ 263529 h 270912"/>
                  <a:gd name="connsiteX16" fmla="*/ 136625 w 231171"/>
                  <a:gd name="connsiteY16" fmla="*/ 5112 h 270912"/>
                  <a:gd name="connsiteX17" fmla="*/ 68071 w 231171"/>
                  <a:gd name="connsiteY17" fmla="*/ 181176 h 270912"/>
                  <a:gd name="connsiteX18" fmla="*/ 114916 w 231171"/>
                  <a:gd name="connsiteY18" fmla="*/ 47140 h 270912"/>
                  <a:gd name="connsiteX19" fmla="*/ 161761 w 231171"/>
                  <a:gd name="connsiteY19" fmla="*/ 181176 h 270912"/>
                  <a:gd name="connsiteX20" fmla="*/ 68071 w 231171"/>
                  <a:gd name="connsiteY20" fmla="*/ 181176 h 2709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231171" h="270912">
                    <a:moveTo>
                      <a:pt x="136625" y="5112"/>
                    </a:moveTo>
                    <a:cubicBezTo>
                      <a:pt x="135482" y="2272"/>
                      <a:pt x="132055" y="0"/>
                      <a:pt x="128627" y="0"/>
                    </a:cubicBezTo>
                    <a:lnTo>
                      <a:pt x="100634" y="0"/>
                    </a:lnTo>
                    <a:cubicBezTo>
                      <a:pt x="97206" y="0"/>
                      <a:pt x="94350" y="1704"/>
                      <a:pt x="93207" y="5112"/>
                    </a:cubicBezTo>
                    <a:lnTo>
                      <a:pt x="660" y="262961"/>
                    </a:lnTo>
                    <a:cubicBezTo>
                      <a:pt x="-483" y="265233"/>
                      <a:pt x="88" y="266937"/>
                      <a:pt x="660" y="268641"/>
                    </a:cubicBezTo>
                    <a:cubicBezTo>
                      <a:pt x="1231" y="269776"/>
                      <a:pt x="2945" y="270912"/>
                      <a:pt x="5801" y="270912"/>
                    </a:cubicBezTo>
                    <a:lnTo>
                      <a:pt x="32080" y="270912"/>
                    </a:lnTo>
                    <a:cubicBezTo>
                      <a:pt x="36079" y="270912"/>
                      <a:pt x="38364" y="269208"/>
                      <a:pt x="39507" y="265801"/>
                    </a:cubicBezTo>
                    <a:lnTo>
                      <a:pt x="57217" y="214685"/>
                    </a:lnTo>
                    <a:lnTo>
                      <a:pt x="174329" y="214685"/>
                    </a:lnTo>
                    <a:lnTo>
                      <a:pt x="192039" y="265801"/>
                    </a:lnTo>
                    <a:cubicBezTo>
                      <a:pt x="193182" y="269208"/>
                      <a:pt x="195467" y="270912"/>
                      <a:pt x="198895" y="270912"/>
                    </a:cubicBezTo>
                    <a:lnTo>
                      <a:pt x="225174" y="270912"/>
                    </a:lnTo>
                    <a:cubicBezTo>
                      <a:pt x="227459" y="270912"/>
                      <a:pt x="229172" y="270344"/>
                      <a:pt x="230315" y="268641"/>
                    </a:cubicBezTo>
                    <a:cubicBezTo>
                      <a:pt x="231458" y="267505"/>
                      <a:pt x="231458" y="265233"/>
                      <a:pt x="230315" y="263529"/>
                    </a:cubicBezTo>
                    <a:lnTo>
                      <a:pt x="136625" y="5112"/>
                    </a:lnTo>
                    <a:close/>
                    <a:moveTo>
                      <a:pt x="68071" y="181176"/>
                    </a:moveTo>
                    <a:lnTo>
                      <a:pt x="114916" y="47140"/>
                    </a:lnTo>
                    <a:lnTo>
                      <a:pt x="161761" y="181176"/>
                    </a:lnTo>
                    <a:lnTo>
                      <a:pt x="68071" y="181176"/>
                    </a:ln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23" name="Freeform 22">
                <a:extLst>
                  <a:ext uri="{FF2B5EF4-FFF2-40B4-BE49-F238E27FC236}">
                    <a16:creationId xmlns:a16="http://schemas.microsoft.com/office/drawing/2014/main" id="{82B50C21-0D6F-A276-A8EF-89E555453BF8}"/>
                  </a:ext>
                </a:extLst>
              </p:cNvPr>
              <p:cNvSpPr/>
              <p:nvPr/>
            </p:nvSpPr>
            <p:spPr>
              <a:xfrm>
                <a:off x="10650275" y="5711799"/>
                <a:ext cx="174241" cy="270912"/>
              </a:xfrm>
              <a:custGeom>
                <a:avLst/>
                <a:gdLst>
                  <a:gd name="connsiteX0" fmla="*/ 82836 w 174241"/>
                  <a:gd name="connsiteY0" fmla="*/ 0 h 270912"/>
                  <a:gd name="connsiteX1" fmla="*/ 6855 w 174241"/>
                  <a:gd name="connsiteY1" fmla="*/ 0 h 270912"/>
                  <a:gd name="connsiteX2" fmla="*/ 0 w 174241"/>
                  <a:gd name="connsiteY2" fmla="*/ 6247 h 270912"/>
                  <a:gd name="connsiteX3" fmla="*/ 0 w 174241"/>
                  <a:gd name="connsiteY3" fmla="*/ 264665 h 270912"/>
                  <a:gd name="connsiteX4" fmla="*/ 6855 w 174241"/>
                  <a:gd name="connsiteY4" fmla="*/ 270912 h 270912"/>
                  <a:gd name="connsiteX5" fmla="*/ 31992 w 174241"/>
                  <a:gd name="connsiteY5" fmla="*/ 270912 h 270912"/>
                  <a:gd name="connsiteX6" fmla="*/ 38276 w 174241"/>
                  <a:gd name="connsiteY6" fmla="*/ 264665 h 270912"/>
                  <a:gd name="connsiteX7" fmla="*/ 38276 w 174241"/>
                  <a:gd name="connsiteY7" fmla="*/ 170953 h 270912"/>
                  <a:gd name="connsiteX8" fmla="*/ 82836 w 174241"/>
                  <a:gd name="connsiteY8" fmla="*/ 170953 h 270912"/>
                  <a:gd name="connsiteX9" fmla="*/ 174241 w 174241"/>
                  <a:gd name="connsiteY9" fmla="*/ 85760 h 270912"/>
                  <a:gd name="connsiteX10" fmla="*/ 82836 w 174241"/>
                  <a:gd name="connsiteY10" fmla="*/ 0 h 270912"/>
                  <a:gd name="connsiteX11" fmla="*/ 80551 w 174241"/>
                  <a:gd name="connsiteY11" fmla="*/ 137444 h 270912"/>
                  <a:gd name="connsiteX12" fmla="*/ 38276 w 174241"/>
                  <a:gd name="connsiteY12" fmla="*/ 137444 h 270912"/>
                  <a:gd name="connsiteX13" fmla="*/ 38276 w 174241"/>
                  <a:gd name="connsiteY13" fmla="*/ 33509 h 270912"/>
                  <a:gd name="connsiteX14" fmla="*/ 80551 w 174241"/>
                  <a:gd name="connsiteY14" fmla="*/ 33509 h 270912"/>
                  <a:gd name="connsiteX15" fmla="*/ 137679 w 174241"/>
                  <a:gd name="connsiteY15" fmla="*/ 85193 h 270912"/>
                  <a:gd name="connsiteX16" fmla="*/ 80551 w 174241"/>
                  <a:gd name="connsiteY16" fmla="*/ 137444 h 2709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74241" h="270912">
                    <a:moveTo>
                      <a:pt x="82836" y="0"/>
                    </a:moveTo>
                    <a:lnTo>
                      <a:pt x="6855" y="0"/>
                    </a:lnTo>
                    <a:cubicBezTo>
                      <a:pt x="2856" y="0"/>
                      <a:pt x="0" y="2272"/>
                      <a:pt x="0" y="6247"/>
                    </a:cubicBezTo>
                    <a:lnTo>
                      <a:pt x="0" y="264665"/>
                    </a:lnTo>
                    <a:cubicBezTo>
                      <a:pt x="0" y="268641"/>
                      <a:pt x="2285" y="270912"/>
                      <a:pt x="6855" y="270912"/>
                    </a:cubicBezTo>
                    <a:lnTo>
                      <a:pt x="31992" y="270912"/>
                    </a:lnTo>
                    <a:cubicBezTo>
                      <a:pt x="35991" y="270912"/>
                      <a:pt x="38276" y="268641"/>
                      <a:pt x="38276" y="264665"/>
                    </a:cubicBezTo>
                    <a:lnTo>
                      <a:pt x="38276" y="170953"/>
                    </a:lnTo>
                    <a:lnTo>
                      <a:pt x="82836" y="170953"/>
                    </a:lnTo>
                    <a:cubicBezTo>
                      <a:pt x="139964" y="170953"/>
                      <a:pt x="174241" y="139148"/>
                      <a:pt x="174241" y="85760"/>
                    </a:cubicBezTo>
                    <a:cubicBezTo>
                      <a:pt x="174241" y="32373"/>
                      <a:pt x="139964" y="0"/>
                      <a:pt x="82836" y="0"/>
                    </a:cubicBezTo>
                    <a:close/>
                    <a:moveTo>
                      <a:pt x="80551" y="137444"/>
                    </a:moveTo>
                    <a:lnTo>
                      <a:pt x="38276" y="137444"/>
                    </a:lnTo>
                    <a:lnTo>
                      <a:pt x="38276" y="33509"/>
                    </a:lnTo>
                    <a:lnTo>
                      <a:pt x="80551" y="33509"/>
                    </a:lnTo>
                    <a:cubicBezTo>
                      <a:pt x="106830" y="33509"/>
                      <a:pt x="137679" y="42596"/>
                      <a:pt x="137679" y="85193"/>
                    </a:cubicBezTo>
                    <a:cubicBezTo>
                      <a:pt x="137679" y="128357"/>
                      <a:pt x="106259" y="137444"/>
                      <a:pt x="80551" y="137444"/>
                    </a:cubicBez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24" name="Freeform 23">
                <a:extLst>
                  <a:ext uri="{FF2B5EF4-FFF2-40B4-BE49-F238E27FC236}">
                    <a16:creationId xmlns:a16="http://schemas.microsoft.com/office/drawing/2014/main" id="{E3BDA28C-73D2-DEA5-7225-4020CACD4F32}"/>
                  </a:ext>
                </a:extLst>
              </p:cNvPr>
              <p:cNvSpPr/>
              <p:nvPr/>
            </p:nvSpPr>
            <p:spPr>
              <a:xfrm>
                <a:off x="10938201" y="5711799"/>
                <a:ext cx="38275" cy="270912"/>
              </a:xfrm>
              <a:custGeom>
                <a:avLst/>
                <a:gdLst>
                  <a:gd name="connsiteX0" fmla="*/ 31992 w 38275"/>
                  <a:gd name="connsiteY0" fmla="*/ 0 h 270912"/>
                  <a:gd name="connsiteX1" fmla="*/ 6855 w 38275"/>
                  <a:gd name="connsiteY1" fmla="*/ 0 h 270912"/>
                  <a:gd name="connsiteX2" fmla="*/ 0 w 38275"/>
                  <a:gd name="connsiteY2" fmla="*/ 6247 h 270912"/>
                  <a:gd name="connsiteX3" fmla="*/ 0 w 38275"/>
                  <a:gd name="connsiteY3" fmla="*/ 264665 h 270912"/>
                  <a:gd name="connsiteX4" fmla="*/ 6855 w 38275"/>
                  <a:gd name="connsiteY4" fmla="*/ 270912 h 270912"/>
                  <a:gd name="connsiteX5" fmla="*/ 31992 w 38275"/>
                  <a:gd name="connsiteY5" fmla="*/ 270912 h 270912"/>
                  <a:gd name="connsiteX6" fmla="*/ 38276 w 38275"/>
                  <a:gd name="connsiteY6" fmla="*/ 264665 h 270912"/>
                  <a:gd name="connsiteX7" fmla="*/ 38276 w 38275"/>
                  <a:gd name="connsiteY7" fmla="*/ 6247 h 270912"/>
                  <a:gd name="connsiteX8" fmla="*/ 31992 w 38275"/>
                  <a:gd name="connsiteY8" fmla="*/ 0 h 2709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8275" h="270912">
                    <a:moveTo>
                      <a:pt x="31992" y="0"/>
                    </a:moveTo>
                    <a:lnTo>
                      <a:pt x="6855" y="0"/>
                    </a:lnTo>
                    <a:cubicBezTo>
                      <a:pt x="2856" y="0"/>
                      <a:pt x="0" y="2272"/>
                      <a:pt x="0" y="6247"/>
                    </a:cubicBezTo>
                    <a:lnTo>
                      <a:pt x="0" y="264665"/>
                    </a:lnTo>
                    <a:cubicBezTo>
                      <a:pt x="0" y="268641"/>
                      <a:pt x="2285" y="270912"/>
                      <a:pt x="6855" y="270912"/>
                    </a:cubicBezTo>
                    <a:lnTo>
                      <a:pt x="31992" y="270912"/>
                    </a:lnTo>
                    <a:cubicBezTo>
                      <a:pt x="35991" y="270912"/>
                      <a:pt x="38276" y="268641"/>
                      <a:pt x="38276" y="264665"/>
                    </a:cubicBezTo>
                    <a:lnTo>
                      <a:pt x="38276" y="6247"/>
                    </a:lnTo>
                    <a:cubicBezTo>
                      <a:pt x="38276" y="2272"/>
                      <a:pt x="35991" y="0"/>
                      <a:pt x="3199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6EA0E3E3-23BF-7A05-9C30-A6641EF1DD47}"/>
                  </a:ext>
                </a:extLst>
              </p:cNvPr>
              <p:cNvSpPr/>
              <p:nvPr/>
            </p:nvSpPr>
            <p:spPr>
              <a:xfrm>
                <a:off x="11088449" y="5711799"/>
                <a:ext cx="174241" cy="270344"/>
              </a:xfrm>
              <a:custGeom>
                <a:avLst/>
                <a:gdLst>
                  <a:gd name="connsiteX0" fmla="*/ 167957 w 174241"/>
                  <a:gd name="connsiteY0" fmla="*/ 0 h 270344"/>
                  <a:gd name="connsiteX1" fmla="*/ 6855 w 174241"/>
                  <a:gd name="connsiteY1" fmla="*/ 0 h 270344"/>
                  <a:gd name="connsiteX2" fmla="*/ 0 w 174241"/>
                  <a:gd name="connsiteY2" fmla="*/ 6247 h 270344"/>
                  <a:gd name="connsiteX3" fmla="*/ 0 w 174241"/>
                  <a:gd name="connsiteY3" fmla="*/ 27262 h 270344"/>
                  <a:gd name="connsiteX4" fmla="*/ 6855 w 174241"/>
                  <a:gd name="connsiteY4" fmla="*/ 33509 h 270344"/>
                  <a:gd name="connsiteX5" fmla="*/ 68554 w 174241"/>
                  <a:gd name="connsiteY5" fmla="*/ 33509 h 270344"/>
                  <a:gd name="connsiteX6" fmla="*/ 68554 w 174241"/>
                  <a:gd name="connsiteY6" fmla="*/ 264097 h 270344"/>
                  <a:gd name="connsiteX7" fmla="*/ 74838 w 174241"/>
                  <a:gd name="connsiteY7" fmla="*/ 270344 h 270344"/>
                  <a:gd name="connsiteX8" fmla="*/ 99974 w 174241"/>
                  <a:gd name="connsiteY8" fmla="*/ 270344 h 270344"/>
                  <a:gd name="connsiteX9" fmla="*/ 106259 w 174241"/>
                  <a:gd name="connsiteY9" fmla="*/ 264097 h 270344"/>
                  <a:gd name="connsiteX10" fmla="*/ 106259 w 174241"/>
                  <a:gd name="connsiteY10" fmla="*/ 33509 h 270344"/>
                  <a:gd name="connsiteX11" fmla="*/ 167957 w 174241"/>
                  <a:gd name="connsiteY11" fmla="*/ 33509 h 270344"/>
                  <a:gd name="connsiteX12" fmla="*/ 174241 w 174241"/>
                  <a:gd name="connsiteY12" fmla="*/ 27262 h 270344"/>
                  <a:gd name="connsiteX13" fmla="*/ 174241 w 174241"/>
                  <a:gd name="connsiteY13" fmla="*/ 6247 h 270344"/>
                  <a:gd name="connsiteX14" fmla="*/ 167957 w 174241"/>
                  <a:gd name="connsiteY14" fmla="*/ 0 h 270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74241" h="270344">
                    <a:moveTo>
                      <a:pt x="167957" y="0"/>
                    </a:moveTo>
                    <a:lnTo>
                      <a:pt x="6855" y="0"/>
                    </a:lnTo>
                    <a:cubicBezTo>
                      <a:pt x="2856" y="0"/>
                      <a:pt x="0" y="2272"/>
                      <a:pt x="0" y="6247"/>
                    </a:cubicBezTo>
                    <a:lnTo>
                      <a:pt x="0" y="27262"/>
                    </a:lnTo>
                    <a:cubicBezTo>
                      <a:pt x="0" y="31237"/>
                      <a:pt x="2285" y="33509"/>
                      <a:pt x="6855" y="33509"/>
                    </a:cubicBezTo>
                    <a:lnTo>
                      <a:pt x="68554" y="33509"/>
                    </a:lnTo>
                    <a:lnTo>
                      <a:pt x="68554" y="264097"/>
                    </a:lnTo>
                    <a:cubicBezTo>
                      <a:pt x="68554" y="268073"/>
                      <a:pt x="70839" y="270344"/>
                      <a:pt x="74838" y="270344"/>
                    </a:cubicBezTo>
                    <a:lnTo>
                      <a:pt x="99974" y="270344"/>
                    </a:lnTo>
                    <a:cubicBezTo>
                      <a:pt x="103973" y="270344"/>
                      <a:pt x="106259" y="268073"/>
                      <a:pt x="106259" y="264097"/>
                    </a:cubicBezTo>
                    <a:lnTo>
                      <a:pt x="106259" y="33509"/>
                    </a:lnTo>
                    <a:lnTo>
                      <a:pt x="167957" y="33509"/>
                    </a:lnTo>
                    <a:cubicBezTo>
                      <a:pt x="171956" y="33509"/>
                      <a:pt x="174241" y="31237"/>
                      <a:pt x="174241" y="27262"/>
                    </a:cubicBezTo>
                    <a:lnTo>
                      <a:pt x="174241" y="6247"/>
                    </a:lnTo>
                    <a:cubicBezTo>
                      <a:pt x="174241" y="2272"/>
                      <a:pt x="171956" y="0"/>
                      <a:pt x="16795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79E21078-1A0F-7B31-CE54-161B44897806}"/>
                  </a:ext>
                </a:extLst>
              </p:cNvPr>
              <p:cNvSpPr/>
              <p:nvPr/>
            </p:nvSpPr>
            <p:spPr>
              <a:xfrm>
                <a:off x="11319729" y="5711799"/>
                <a:ext cx="231171" cy="270912"/>
              </a:xfrm>
              <a:custGeom>
                <a:avLst/>
                <a:gdLst>
                  <a:gd name="connsiteX0" fmla="*/ 136625 w 231171"/>
                  <a:gd name="connsiteY0" fmla="*/ 5112 h 270912"/>
                  <a:gd name="connsiteX1" fmla="*/ 128627 w 231171"/>
                  <a:gd name="connsiteY1" fmla="*/ 0 h 270912"/>
                  <a:gd name="connsiteX2" fmla="*/ 100634 w 231171"/>
                  <a:gd name="connsiteY2" fmla="*/ 0 h 270912"/>
                  <a:gd name="connsiteX3" fmla="*/ 93207 w 231171"/>
                  <a:gd name="connsiteY3" fmla="*/ 5112 h 270912"/>
                  <a:gd name="connsiteX4" fmla="*/ 660 w 231171"/>
                  <a:gd name="connsiteY4" fmla="*/ 262961 h 270912"/>
                  <a:gd name="connsiteX5" fmla="*/ 660 w 231171"/>
                  <a:gd name="connsiteY5" fmla="*/ 268641 h 270912"/>
                  <a:gd name="connsiteX6" fmla="*/ 5801 w 231171"/>
                  <a:gd name="connsiteY6" fmla="*/ 270912 h 270912"/>
                  <a:gd name="connsiteX7" fmla="*/ 32080 w 231171"/>
                  <a:gd name="connsiteY7" fmla="*/ 270912 h 270912"/>
                  <a:gd name="connsiteX8" fmla="*/ 39507 w 231171"/>
                  <a:gd name="connsiteY8" fmla="*/ 265801 h 270912"/>
                  <a:gd name="connsiteX9" fmla="*/ 57217 w 231171"/>
                  <a:gd name="connsiteY9" fmla="*/ 214685 h 270912"/>
                  <a:gd name="connsiteX10" fmla="*/ 174329 w 231171"/>
                  <a:gd name="connsiteY10" fmla="*/ 214685 h 270912"/>
                  <a:gd name="connsiteX11" fmla="*/ 192039 w 231171"/>
                  <a:gd name="connsiteY11" fmla="*/ 265801 h 270912"/>
                  <a:gd name="connsiteX12" fmla="*/ 198895 w 231171"/>
                  <a:gd name="connsiteY12" fmla="*/ 270912 h 270912"/>
                  <a:gd name="connsiteX13" fmla="*/ 225174 w 231171"/>
                  <a:gd name="connsiteY13" fmla="*/ 270912 h 270912"/>
                  <a:gd name="connsiteX14" fmla="*/ 230315 w 231171"/>
                  <a:gd name="connsiteY14" fmla="*/ 268641 h 270912"/>
                  <a:gd name="connsiteX15" fmla="*/ 230315 w 231171"/>
                  <a:gd name="connsiteY15" fmla="*/ 263529 h 270912"/>
                  <a:gd name="connsiteX16" fmla="*/ 136625 w 231171"/>
                  <a:gd name="connsiteY16" fmla="*/ 5112 h 270912"/>
                  <a:gd name="connsiteX17" fmla="*/ 67500 w 231171"/>
                  <a:gd name="connsiteY17" fmla="*/ 181176 h 270912"/>
                  <a:gd name="connsiteX18" fmla="*/ 114345 w 231171"/>
                  <a:gd name="connsiteY18" fmla="*/ 47140 h 270912"/>
                  <a:gd name="connsiteX19" fmla="*/ 161190 w 231171"/>
                  <a:gd name="connsiteY19" fmla="*/ 181176 h 270912"/>
                  <a:gd name="connsiteX20" fmla="*/ 67500 w 231171"/>
                  <a:gd name="connsiteY20" fmla="*/ 181176 h 2709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231171" h="270912">
                    <a:moveTo>
                      <a:pt x="136625" y="5112"/>
                    </a:moveTo>
                    <a:cubicBezTo>
                      <a:pt x="135482" y="2272"/>
                      <a:pt x="132055" y="0"/>
                      <a:pt x="128627" y="0"/>
                    </a:cubicBezTo>
                    <a:lnTo>
                      <a:pt x="100634" y="0"/>
                    </a:lnTo>
                    <a:cubicBezTo>
                      <a:pt x="97206" y="0"/>
                      <a:pt x="94350" y="1704"/>
                      <a:pt x="93207" y="5112"/>
                    </a:cubicBezTo>
                    <a:lnTo>
                      <a:pt x="660" y="262961"/>
                    </a:lnTo>
                    <a:cubicBezTo>
                      <a:pt x="-483" y="265233"/>
                      <a:pt x="88" y="266937"/>
                      <a:pt x="660" y="268641"/>
                    </a:cubicBezTo>
                    <a:cubicBezTo>
                      <a:pt x="1231" y="269776"/>
                      <a:pt x="2945" y="270912"/>
                      <a:pt x="5801" y="270912"/>
                    </a:cubicBezTo>
                    <a:lnTo>
                      <a:pt x="32080" y="270912"/>
                    </a:lnTo>
                    <a:cubicBezTo>
                      <a:pt x="36079" y="270912"/>
                      <a:pt x="38364" y="269208"/>
                      <a:pt x="39507" y="265801"/>
                    </a:cubicBezTo>
                    <a:lnTo>
                      <a:pt x="57217" y="214685"/>
                    </a:lnTo>
                    <a:lnTo>
                      <a:pt x="174329" y="214685"/>
                    </a:lnTo>
                    <a:lnTo>
                      <a:pt x="192039" y="265801"/>
                    </a:lnTo>
                    <a:cubicBezTo>
                      <a:pt x="193182" y="269208"/>
                      <a:pt x="195467" y="270912"/>
                      <a:pt x="198895" y="270912"/>
                    </a:cubicBezTo>
                    <a:lnTo>
                      <a:pt x="225174" y="270912"/>
                    </a:lnTo>
                    <a:cubicBezTo>
                      <a:pt x="227459" y="270912"/>
                      <a:pt x="229173" y="270344"/>
                      <a:pt x="230315" y="268641"/>
                    </a:cubicBezTo>
                    <a:cubicBezTo>
                      <a:pt x="231458" y="267505"/>
                      <a:pt x="231458" y="265233"/>
                      <a:pt x="230315" y="263529"/>
                    </a:cubicBezTo>
                    <a:lnTo>
                      <a:pt x="136625" y="5112"/>
                    </a:lnTo>
                    <a:close/>
                    <a:moveTo>
                      <a:pt x="67500" y="181176"/>
                    </a:moveTo>
                    <a:lnTo>
                      <a:pt x="114345" y="47140"/>
                    </a:lnTo>
                    <a:lnTo>
                      <a:pt x="161190" y="181176"/>
                    </a:lnTo>
                    <a:lnTo>
                      <a:pt x="67500" y="181176"/>
                    </a:ln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27" name="Freeform 26">
                <a:extLst>
                  <a:ext uri="{FF2B5EF4-FFF2-40B4-BE49-F238E27FC236}">
                    <a16:creationId xmlns:a16="http://schemas.microsoft.com/office/drawing/2014/main" id="{C5491E5E-50E7-59B6-43DC-6BD6D946634E}"/>
                  </a:ext>
                </a:extLst>
              </p:cNvPr>
              <p:cNvSpPr/>
              <p:nvPr/>
            </p:nvSpPr>
            <p:spPr>
              <a:xfrm>
                <a:off x="11659731" y="5711799"/>
                <a:ext cx="150818" cy="270912"/>
              </a:xfrm>
              <a:custGeom>
                <a:avLst/>
                <a:gdLst>
                  <a:gd name="connsiteX0" fmla="*/ 143963 w 150818"/>
                  <a:gd name="connsiteY0" fmla="*/ 236835 h 270912"/>
                  <a:gd name="connsiteX1" fmla="*/ 38276 w 150818"/>
                  <a:gd name="connsiteY1" fmla="*/ 236835 h 270912"/>
                  <a:gd name="connsiteX2" fmla="*/ 38276 w 150818"/>
                  <a:gd name="connsiteY2" fmla="*/ 6247 h 270912"/>
                  <a:gd name="connsiteX3" fmla="*/ 31992 w 150818"/>
                  <a:gd name="connsiteY3" fmla="*/ 0 h 270912"/>
                  <a:gd name="connsiteX4" fmla="*/ 6855 w 150818"/>
                  <a:gd name="connsiteY4" fmla="*/ 0 h 270912"/>
                  <a:gd name="connsiteX5" fmla="*/ 0 w 150818"/>
                  <a:gd name="connsiteY5" fmla="*/ 6247 h 270912"/>
                  <a:gd name="connsiteX6" fmla="*/ 0 w 150818"/>
                  <a:gd name="connsiteY6" fmla="*/ 264665 h 270912"/>
                  <a:gd name="connsiteX7" fmla="*/ 6855 w 150818"/>
                  <a:gd name="connsiteY7" fmla="*/ 270912 h 270912"/>
                  <a:gd name="connsiteX8" fmla="*/ 143963 w 150818"/>
                  <a:gd name="connsiteY8" fmla="*/ 270912 h 270912"/>
                  <a:gd name="connsiteX9" fmla="*/ 150819 w 150818"/>
                  <a:gd name="connsiteY9" fmla="*/ 264097 h 270912"/>
                  <a:gd name="connsiteX10" fmla="*/ 150819 w 150818"/>
                  <a:gd name="connsiteY10" fmla="*/ 243083 h 270912"/>
                  <a:gd name="connsiteX11" fmla="*/ 143963 w 150818"/>
                  <a:gd name="connsiteY11" fmla="*/ 236835 h 2709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50818" h="270912">
                    <a:moveTo>
                      <a:pt x="143963" y="236835"/>
                    </a:moveTo>
                    <a:lnTo>
                      <a:pt x="38276" y="236835"/>
                    </a:lnTo>
                    <a:lnTo>
                      <a:pt x="38276" y="6247"/>
                    </a:lnTo>
                    <a:cubicBezTo>
                      <a:pt x="38276" y="2272"/>
                      <a:pt x="35991" y="0"/>
                      <a:pt x="31992" y="0"/>
                    </a:cubicBezTo>
                    <a:lnTo>
                      <a:pt x="6855" y="0"/>
                    </a:lnTo>
                    <a:cubicBezTo>
                      <a:pt x="2856" y="0"/>
                      <a:pt x="0" y="2272"/>
                      <a:pt x="0" y="6247"/>
                    </a:cubicBezTo>
                    <a:lnTo>
                      <a:pt x="0" y="264665"/>
                    </a:lnTo>
                    <a:cubicBezTo>
                      <a:pt x="0" y="268641"/>
                      <a:pt x="2285" y="270912"/>
                      <a:pt x="6855" y="270912"/>
                    </a:cubicBezTo>
                    <a:lnTo>
                      <a:pt x="143963" y="270912"/>
                    </a:lnTo>
                    <a:cubicBezTo>
                      <a:pt x="147962" y="270912"/>
                      <a:pt x="150819" y="268073"/>
                      <a:pt x="150819" y="264097"/>
                    </a:cubicBezTo>
                    <a:lnTo>
                      <a:pt x="150819" y="243083"/>
                    </a:lnTo>
                    <a:cubicBezTo>
                      <a:pt x="150247" y="239675"/>
                      <a:pt x="147962" y="236835"/>
                      <a:pt x="143963" y="236835"/>
                    </a:cubicBez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071C2AC3-7450-D17C-C259-1E647DCF01C3}"/>
                  </a:ext>
                </a:extLst>
              </p:cNvPr>
              <p:cNvSpPr/>
              <p:nvPr/>
            </p:nvSpPr>
            <p:spPr>
              <a:xfrm>
                <a:off x="8806355" y="5712935"/>
                <a:ext cx="307815" cy="270344"/>
              </a:xfrm>
              <a:custGeom>
                <a:avLst/>
                <a:gdLst>
                  <a:gd name="connsiteX0" fmla="*/ 214052 w 307815"/>
                  <a:gd name="connsiteY0" fmla="*/ 2272 h 270344"/>
                  <a:gd name="connsiteX1" fmla="*/ 214052 w 307815"/>
                  <a:gd name="connsiteY1" fmla="*/ 2272 h 270344"/>
                  <a:gd name="connsiteX2" fmla="*/ 212910 w 307815"/>
                  <a:gd name="connsiteY2" fmla="*/ 1136 h 270344"/>
                  <a:gd name="connsiteX3" fmla="*/ 211767 w 307815"/>
                  <a:gd name="connsiteY3" fmla="*/ 568 h 270344"/>
                  <a:gd name="connsiteX4" fmla="*/ 210625 w 307815"/>
                  <a:gd name="connsiteY4" fmla="*/ 0 h 270344"/>
                  <a:gd name="connsiteX5" fmla="*/ 209482 w 307815"/>
                  <a:gd name="connsiteY5" fmla="*/ 0 h 270344"/>
                  <a:gd name="connsiteX6" fmla="*/ 208911 w 307815"/>
                  <a:gd name="connsiteY6" fmla="*/ 0 h 270344"/>
                  <a:gd name="connsiteX7" fmla="*/ 99796 w 307815"/>
                  <a:gd name="connsiteY7" fmla="*/ 0 h 270344"/>
                  <a:gd name="connsiteX8" fmla="*/ 99225 w 307815"/>
                  <a:gd name="connsiteY8" fmla="*/ 0 h 270344"/>
                  <a:gd name="connsiteX9" fmla="*/ 98082 w 307815"/>
                  <a:gd name="connsiteY9" fmla="*/ 0 h 270344"/>
                  <a:gd name="connsiteX10" fmla="*/ 96939 w 307815"/>
                  <a:gd name="connsiteY10" fmla="*/ 568 h 270344"/>
                  <a:gd name="connsiteX11" fmla="*/ 95797 w 307815"/>
                  <a:gd name="connsiteY11" fmla="*/ 1136 h 270344"/>
                  <a:gd name="connsiteX12" fmla="*/ 95226 w 307815"/>
                  <a:gd name="connsiteY12" fmla="*/ 1704 h 270344"/>
                  <a:gd name="connsiteX13" fmla="*/ 94654 w 307815"/>
                  <a:gd name="connsiteY13" fmla="*/ 2272 h 270344"/>
                  <a:gd name="connsiteX14" fmla="*/ 964 w 307815"/>
                  <a:gd name="connsiteY14" fmla="*/ 88600 h 270344"/>
                  <a:gd name="connsiteX15" fmla="*/ 2678 w 307815"/>
                  <a:gd name="connsiteY15" fmla="*/ 97687 h 270344"/>
                  <a:gd name="connsiteX16" fmla="*/ 38669 w 307815"/>
                  <a:gd name="connsiteY16" fmla="*/ 120973 h 270344"/>
                  <a:gd name="connsiteX17" fmla="*/ 47809 w 307815"/>
                  <a:gd name="connsiteY17" fmla="*/ 119270 h 270344"/>
                  <a:gd name="connsiteX18" fmla="*/ 126646 w 307815"/>
                  <a:gd name="connsiteY18" fmla="*/ 55091 h 270344"/>
                  <a:gd name="connsiteX19" fmla="*/ 126646 w 307815"/>
                  <a:gd name="connsiteY19" fmla="*/ 55091 h 270344"/>
                  <a:gd name="connsiteX20" fmla="*/ 126646 w 307815"/>
                  <a:gd name="connsiteY20" fmla="*/ 264097 h 270344"/>
                  <a:gd name="connsiteX21" fmla="*/ 132930 w 307815"/>
                  <a:gd name="connsiteY21" fmla="*/ 270344 h 270344"/>
                  <a:gd name="connsiteX22" fmla="*/ 175776 w 307815"/>
                  <a:gd name="connsiteY22" fmla="*/ 270344 h 270344"/>
                  <a:gd name="connsiteX23" fmla="*/ 182060 w 307815"/>
                  <a:gd name="connsiteY23" fmla="*/ 264097 h 270344"/>
                  <a:gd name="connsiteX24" fmla="*/ 182060 w 307815"/>
                  <a:gd name="connsiteY24" fmla="*/ 55091 h 270344"/>
                  <a:gd name="connsiteX25" fmla="*/ 182060 w 307815"/>
                  <a:gd name="connsiteY25" fmla="*/ 55091 h 270344"/>
                  <a:gd name="connsiteX26" fmla="*/ 259755 w 307815"/>
                  <a:gd name="connsiteY26" fmla="*/ 118134 h 270344"/>
                  <a:gd name="connsiteX27" fmla="*/ 268895 w 307815"/>
                  <a:gd name="connsiteY27" fmla="*/ 119838 h 270344"/>
                  <a:gd name="connsiteX28" fmla="*/ 304886 w 307815"/>
                  <a:gd name="connsiteY28" fmla="*/ 96552 h 270344"/>
                  <a:gd name="connsiteX29" fmla="*/ 306600 w 307815"/>
                  <a:gd name="connsiteY29" fmla="*/ 87464 h 270344"/>
                  <a:gd name="connsiteX30" fmla="*/ 214052 w 307815"/>
                  <a:gd name="connsiteY30" fmla="*/ 2272 h 270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307815" h="270344">
                    <a:moveTo>
                      <a:pt x="214052" y="2272"/>
                    </a:moveTo>
                    <a:cubicBezTo>
                      <a:pt x="213481" y="1704"/>
                      <a:pt x="213481" y="1704"/>
                      <a:pt x="214052" y="2272"/>
                    </a:cubicBezTo>
                    <a:cubicBezTo>
                      <a:pt x="213481" y="1704"/>
                      <a:pt x="212910" y="1136"/>
                      <a:pt x="212910" y="1136"/>
                    </a:cubicBezTo>
                    <a:cubicBezTo>
                      <a:pt x="212338" y="1136"/>
                      <a:pt x="212338" y="568"/>
                      <a:pt x="211767" y="568"/>
                    </a:cubicBezTo>
                    <a:cubicBezTo>
                      <a:pt x="211196" y="568"/>
                      <a:pt x="211196" y="0"/>
                      <a:pt x="210625" y="0"/>
                    </a:cubicBezTo>
                    <a:cubicBezTo>
                      <a:pt x="210053" y="0"/>
                      <a:pt x="210053" y="0"/>
                      <a:pt x="209482" y="0"/>
                    </a:cubicBezTo>
                    <a:cubicBezTo>
                      <a:pt x="209482" y="0"/>
                      <a:pt x="208911" y="0"/>
                      <a:pt x="208911" y="0"/>
                    </a:cubicBezTo>
                    <a:lnTo>
                      <a:pt x="99796" y="0"/>
                    </a:lnTo>
                    <a:cubicBezTo>
                      <a:pt x="99796" y="0"/>
                      <a:pt x="99225" y="0"/>
                      <a:pt x="99225" y="0"/>
                    </a:cubicBezTo>
                    <a:cubicBezTo>
                      <a:pt x="98653" y="0"/>
                      <a:pt x="98082" y="0"/>
                      <a:pt x="98082" y="0"/>
                    </a:cubicBezTo>
                    <a:cubicBezTo>
                      <a:pt x="97511" y="0"/>
                      <a:pt x="97511" y="0"/>
                      <a:pt x="96939" y="568"/>
                    </a:cubicBezTo>
                    <a:cubicBezTo>
                      <a:pt x="96368" y="568"/>
                      <a:pt x="96368" y="1136"/>
                      <a:pt x="95797" y="1136"/>
                    </a:cubicBezTo>
                    <a:cubicBezTo>
                      <a:pt x="95797" y="1136"/>
                      <a:pt x="95226" y="1704"/>
                      <a:pt x="95226" y="1704"/>
                    </a:cubicBezTo>
                    <a:cubicBezTo>
                      <a:pt x="95226" y="1704"/>
                      <a:pt x="94654" y="2272"/>
                      <a:pt x="94654" y="2272"/>
                    </a:cubicBezTo>
                    <a:lnTo>
                      <a:pt x="964" y="88600"/>
                    </a:lnTo>
                    <a:cubicBezTo>
                      <a:pt x="-750" y="91440"/>
                      <a:pt x="-179" y="95416"/>
                      <a:pt x="2678" y="97687"/>
                    </a:cubicBezTo>
                    <a:lnTo>
                      <a:pt x="38669" y="120973"/>
                    </a:lnTo>
                    <a:cubicBezTo>
                      <a:pt x="41525" y="122677"/>
                      <a:pt x="45524" y="122109"/>
                      <a:pt x="47809" y="119270"/>
                    </a:cubicBezTo>
                    <a:lnTo>
                      <a:pt x="126646" y="55091"/>
                    </a:lnTo>
                    <a:lnTo>
                      <a:pt x="126646" y="55091"/>
                    </a:lnTo>
                    <a:lnTo>
                      <a:pt x="126646" y="264097"/>
                    </a:lnTo>
                    <a:cubicBezTo>
                      <a:pt x="126646" y="267505"/>
                      <a:pt x="129503" y="270344"/>
                      <a:pt x="132930" y="270344"/>
                    </a:cubicBezTo>
                    <a:lnTo>
                      <a:pt x="175776" y="270344"/>
                    </a:lnTo>
                    <a:cubicBezTo>
                      <a:pt x="179204" y="270344"/>
                      <a:pt x="182060" y="267505"/>
                      <a:pt x="182060" y="264097"/>
                    </a:cubicBezTo>
                    <a:lnTo>
                      <a:pt x="182060" y="55091"/>
                    </a:lnTo>
                    <a:lnTo>
                      <a:pt x="182060" y="55091"/>
                    </a:lnTo>
                    <a:lnTo>
                      <a:pt x="259755" y="118134"/>
                    </a:lnTo>
                    <a:cubicBezTo>
                      <a:pt x="261469" y="120973"/>
                      <a:pt x="265468" y="122109"/>
                      <a:pt x="268895" y="119838"/>
                    </a:cubicBezTo>
                    <a:lnTo>
                      <a:pt x="304886" y="96552"/>
                    </a:lnTo>
                    <a:cubicBezTo>
                      <a:pt x="307743" y="94848"/>
                      <a:pt x="308885" y="90872"/>
                      <a:pt x="306600" y="87464"/>
                    </a:cubicBezTo>
                    <a:lnTo>
                      <a:pt x="214052" y="2272"/>
                    </a:ln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</p:grpSp>
        <p:grpSp>
          <p:nvGrpSpPr>
            <p:cNvPr id="7" name="Graphic 14">
              <a:extLst>
                <a:ext uri="{FF2B5EF4-FFF2-40B4-BE49-F238E27FC236}">
                  <a16:creationId xmlns:a16="http://schemas.microsoft.com/office/drawing/2014/main" id="{82AEDC63-FC53-69C1-6419-F553CB983C9C}"/>
                </a:ext>
              </a:extLst>
            </p:cNvPr>
            <p:cNvGrpSpPr/>
            <p:nvPr/>
          </p:nvGrpSpPr>
          <p:grpSpPr>
            <a:xfrm>
              <a:off x="9979590" y="5189285"/>
              <a:ext cx="1830959" cy="370303"/>
              <a:chOff x="9979590" y="5189285"/>
              <a:chExt cx="1830959" cy="370303"/>
            </a:xfrm>
            <a:solidFill>
              <a:srgbClr val="FFFFFF"/>
            </a:solidFill>
          </p:grpSpPr>
          <p:sp>
            <p:nvSpPr>
              <p:cNvPr id="8" name="Freeform 7">
                <a:extLst>
                  <a:ext uri="{FF2B5EF4-FFF2-40B4-BE49-F238E27FC236}">
                    <a16:creationId xmlns:a16="http://schemas.microsoft.com/office/drawing/2014/main" id="{3416C1BF-E903-DB75-BC86-167E120F4759}"/>
                  </a:ext>
                </a:extLst>
              </p:cNvPr>
              <p:cNvSpPr/>
              <p:nvPr/>
            </p:nvSpPr>
            <p:spPr>
              <a:xfrm>
                <a:off x="9979590" y="5190988"/>
                <a:ext cx="451312" cy="284543"/>
              </a:xfrm>
              <a:custGeom>
                <a:avLst/>
                <a:gdLst>
                  <a:gd name="connsiteX0" fmla="*/ 425605 w 451312"/>
                  <a:gd name="connsiteY0" fmla="*/ 0 h 284543"/>
                  <a:gd name="connsiteX1" fmla="*/ 421606 w 451312"/>
                  <a:gd name="connsiteY1" fmla="*/ 3976 h 284543"/>
                  <a:gd name="connsiteX2" fmla="*/ 421606 w 451312"/>
                  <a:gd name="connsiteY2" fmla="*/ 233996 h 284543"/>
                  <a:gd name="connsiteX3" fmla="*/ 416465 w 451312"/>
                  <a:gd name="connsiteY3" fmla="*/ 249330 h 284543"/>
                  <a:gd name="connsiteX4" fmla="*/ 401611 w 451312"/>
                  <a:gd name="connsiteY4" fmla="*/ 255010 h 284543"/>
                  <a:gd name="connsiteX5" fmla="*/ 346197 w 451312"/>
                  <a:gd name="connsiteY5" fmla="*/ 255010 h 284543"/>
                  <a:gd name="connsiteX6" fmla="*/ 323346 w 451312"/>
                  <a:gd name="connsiteY6" fmla="*/ 248194 h 284543"/>
                  <a:gd name="connsiteX7" fmla="*/ 320489 w 451312"/>
                  <a:gd name="connsiteY7" fmla="*/ 238539 h 284543"/>
                  <a:gd name="connsiteX8" fmla="*/ 320489 w 451312"/>
                  <a:gd name="connsiteY8" fmla="*/ 136308 h 284543"/>
                  <a:gd name="connsiteX9" fmla="*/ 316490 w 451312"/>
                  <a:gd name="connsiteY9" fmla="*/ 132332 h 284543"/>
                  <a:gd name="connsiteX10" fmla="*/ 294210 w 451312"/>
                  <a:gd name="connsiteY10" fmla="*/ 132332 h 284543"/>
                  <a:gd name="connsiteX11" fmla="*/ 290211 w 451312"/>
                  <a:gd name="connsiteY11" fmla="*/ 136308 h 284543"/>
                  <a:gd name="connsiteX12" fmla="*/ 290211 w 451312"/>
                  <a:gd name="connsiteY12" fmla="*/ 233428 h 284543"/>
                  <a:gd name="connsiteX13" fmla="*/ 285070 w 451312"/>
                  <a:gd name="connsiteY13" fmla="*/ 249330 h 284543"/>
                  <a:gd name="connsiteX14" fmla="*/ 270216 w 451312"/>
                  <a:gd name="connsiteY14" fmla="*/ 253874 h 284543"/>
                  <a:gd name="connsiteX15" fmla="*/ 171956 w 451312"/>
                  <a:gd name="connsiteY15" fmla="*/ 253874 h 284543"/>
                  <a:gd name="connsiteX16" fmla="*/ 167957 w 451312"/>
                  <a:gd name="connsiteY16" fmla="*/ 249898 h 284543"/>
                  <a:gd name="connsiteX17" fmla="*/ 167957 w 451312"/>
                  <a:gd name="connsiteY17" fmla="*/ 190263 h 284543"/>
                  <a:gd name="connsiteX18" fmla="*/ 143392 w 451312"/>
                  <a:gd name="connsiteY18" fmla="*/ 131197 h 284543"/>
                  <a:gd name="connsiteX19" fmla="*/ 83979 w 451312"/>
                  <a:gd name="connsiteY19" fmla="*/ 106775 h 284543"/>
                  <a:gd name="connsiteX20" fmla="*/ 24565 w 451312"/>
                  <a:gd name="connsiteY20" fmla="*/ 131197 h 284543"/>
                  <a:gd name="connsiteX21" fmla="*/ 0 w 451312"/>
                  <a:gd name="connsiteY21" fmla="*/ 190263 h 284543"/>
                  <a:gd name="connsiteX22" fmla="*/ 0 w 451312"/>
                  <a:gd name="connsiteY22" fmla="*/ 201054 h 284543"/>
                  <a:gd name="connsiteX23" fmla="*/ 24565 w 451312"/>
                  <a:gd name="connsiteY23" fmla="*/ 260121 h 284543"/>
                  <a:gd name="connsiteX24" fmla="*/ 83979 w 451312"/>
                  <a:gd name="connsiteY24" fmla="*/ 284543 h 284543"/>
                  <a:gd name="connsiteX25" fmla="*/ 269074 w 451312"/>
                  <a:gd name="connsiteY25" fmla="*/ 284543 h 284543"/>
                  <a:gd name="connsiteX26" fmla="*/ 303922 w 451312"/>
                  <a:gd name="connsiteY26" fmla="*/ 273752 h 284543"/>
                  <a:gd name="connsiteX27" fmla="*/ 309064 w 451312"/>
                  <a:gd name="connsiteY27" fmla="*/ 273752 h 284543"/>
                  <a:gd name="connsiteX28" fmla="*/ 345054 w 451312"/>
                  <a:gd name="connsiteY28" fmla="*/ 284543 h 284543"/>
                  <a:gd name="connsiteX29" fmla="*/ 400469 w 451312"/>
                  <a:gd name="connsiteY29" fmla="*/ 284543 h 284543"/>
                  <a:gd name="connsiteX30" fmla="*/ 437602 w 451312"/>
                  <a:gd name="connsiteY30" fmla="*/ 270912 h 284543"/>
                  <a:gd name="connsiteX31" fmla="*/ 451313 w 451312"/>
                  <a:gd name="connsiteY31" fmla="*/ 233996 h 284543"/>
                  <a:gd name="connsiteX32" fmla="*/ 450742 w 451312"/>
                  <a:gd name="connsiteY32" fmla="*/ 3976 h 284543"/>
                  <a:gd name="connsiteX33" fmla="*/ 446743 w 451312"/>
                  <a:gd name="connsiteY33" fmla="*/ 0 h 284543"/>
                  <a:gd name="connsiteX34" fmla="*/ 425605 w 451312"/>
                  <a:gd name="connsiteY34" fmla="*/ 0 h 284543"/>
                  <a:gd name="connsiteX35" fmla="*/ 138250 w 451312"/>
                  <a:gd name="connsiteY35" fmla="*/ 250466 h 284543"/>
                  <a:gd name="connsiteX36" fmla="*/ 134251 w 451312"/>
                  <a:gd name="connsiteY36" fmla="*/ 254442 h 284543"/>
                  <a:gd name="connsiteX37" fmla="*/ 84550 w 451312"/>
                  <a:gd name="connsiteY37" fmla="*/ 254442 h 284543"/>
                  <a:gd name="connsiteX38" fmla="*/ 46845 w 451312"/>
                  <a:gd name="connsiteY38" fmla="*/ 238539 h 284543"/>
                  <a:gd name="connsiteX39" fmla="*/ 30849 w 451312"/>
                  <a:gd name="connsiteY39" fmla="*/ 200486 h 284543"/>
                  <a:gd name="connsiteX40" fmla="*/ 30849 w 451312"/>
                  <a:gd name="connsiteY40" fmla="*/ 192535 h 284543"/>
                  <a:gd name="connsiteX41" fmla="*/ 49702 w 451312"/>
                  <a:gd name="connsiteY41" fmla="*/ 149371 h 284543"/>
                  <a:gd name="connsiteX42" fmla="*/ 84550 w 451312"/>
                  <a:gd name="connsiteY42" fmla="*/ 136308 h 284543"/>
                  <a:gd name="connsiteX43" fmla="*/ 122826 w 451312"/>
                  <a:gd name="connsiteY43" fmla="*/ 151643 h 284543"/>
                  <a:gd name="connsiteX44" fmla="*/ 138822 w 451312"/>
                  <a:gd name="connsiteY44" fmla="*/ 189695 h 284543"/>
                  <a:gd name="connsiteX45" fmla="*/ 138822 w 451312"/>
                  <a:gd name="connsiteY45" fmla="*/ 250466 h 284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</a:cxnLst>
                <a:rect l="l" t="t" r="r" b="b"/>
                <a:pathLst>
                  <a:path w="451312" h="284543">
                    <a:moveTo>
                      <a:pt x="425605" y="0"/>
                    </a:moveTo>
                    <a:cubicBezTo>
                      <a:pt x="423320" y="0"/>
                      <a:pt x="421606" y="1704"/>
                      <a:pt x="421606" y="3976"/>
                    </a:cubicBezTo>
                    <a:lnTo>
                      <a:pt x="421606" y="233996"/>
                    </a:lnTo>
                    <a:cubicBezTo>
                      <a:pt x="421606" y="240811"/>
                      <a:pt x="419892" y="245923"/>
                      <a:pt x="416465" y="249330"/>
                    </a:cubicBezTo>
                    <a:cubicBezTo>
                      <a:pt x="413037" y="252738"/>
                      <a:pt x="407895" y="254442"/>
                      <a:pt x="401611" y="255010"/>
                    </a:cubicBezTo>
                    <a:lnTo>
                      <a:pt x="346197" y="255010"/>
                    </a:lnTo>
                    <a:cubicBezTo>
                      <a:pt x="335343" y="255010"/>
                      <a:pt x="327916" y="252738"/>
                      <a:pt x="323346" y="248194"/>
                    </a:cubicBezTo>
                    <a:cubicBezTo>
                      <a:pt x="321061" y="245923"/>
                      <a:pt x="320489" y="243083"/>
                      <a:pt x="320489" y="238539"/>
                    </a:cubicBezTo>
                    <a:lnTo>
                      <a:pt x="320489" y="136308"/>
                    </a:lnTo>
                    <a:cubicBezTo>
                      <a:pt x="320489" y="134036"/>
                      <a:pt x="318776" y="132332"/>
                      <a:pt x="316490" y="132332"/>
                    </a:cubicBezTo>
                    <a:lnTo>
                      <a:pt x="294210" y="132332"/>
                    </a:lnTo>
                    <a:cubicBezTo>
                      <a:pt x="291925" y="132332"/>
                      <a:pt x="290211" y="134036"/>
                      <a:pt x="290211" y="136308"/>
                    </a:cubicBezTo>
                    <a:lnTo>
                      <a:pt x="290211" y="233428"/>
                    </a:lnTo>
                    <a:cubicBezTo>
                      <a:pt x="290211" y="240811"/>
                      <a:pt x="288497" y="245923"/>
                      <a:pt x="285070" y="249330"/>
                    </a:cubicBezTo>
                    <a:cubicBezTo>
                      <a:pt x="282213" y="252738"/>
                      <a:pt x="277072" y="253874"/>
                      <a:pt x="270216" y="253874"/>
                    </a:cubicBezTo>
                    <a:lnTo>
                      <a:pt x="171956" y="253874"/>
                    </a:lnTo>
                    <a:cubicBezTo>
                      <a:pt x="169671" y="253874"/>
                      <a:pt x="167957" y="252170"/>
                      <a:pt x="167957" y="249898"/>
                    </a:cubicBezTo>
                    <a:lnTo>
                      <a:pt x="167957" y="190263"/>
                    </a:lnTo>
                    <a:cubicBezTo>
                      <a:pt x="167957" y="166977"/>
                      <a:pt x="159959" y="147667"/>
                      <a:pt x="143392" y="131197"/>
                    </a:cubicBezTo>
                    <a:cubicBezTo>
                      <a:pt x="126825" y="114726"/>
                      <a:pt x="107401" y="106775"/>
                      <a:pt x="83979" y="106775"/>
                    </a:cubicBezTo>
                    <a:cubicBezTo>
                      <a:pt x="60556" y="106775"/>
                      <a:pt x="41132" y="114726"/>
                      <a:pt x="24565" y="131197"/>
                    </a:cubicBezTo>
                    <a:cubicBezTo>
                      <a:pt x="7998" y="147667"/>
                      <a:pt x="0" y="166977"/>
                      <a:pt x="0" y="190263"/>
                    </a:cubicBezTo>
                    <a:lnTo>
                      <a:pt x="0" y="201054"/>
                    </a:lnTo>
                    <a:cubicBezTo>
                      <a:pt x="0" y="224340"/>
                      <a:pt x="7998" y="243651"/>
                      <a:pt x="24565" y="260121"/>
                    </a:cubicBezTo>
                    <a:cubicBezTo>
                      <a:pt x="41132" y="276592"/>
                      <a:pt x="60556" y="284543"/>
                      <a:pt x="83979" y="284543"/>
                    </a:cubicBezTo>
                    <a:lnTo>
                      <a:pt x="269074" y="284543"/>
                    </a:lnTo>
                    <a:cubicBezTo>
                      <a:pt x="285070" y="284543"/>
                      <a:pt x="296495" y="281135"/>
                      <a:pt x="303922" y="273752"/>
                    </a:cubicBezTo>
                    <a:cubicBezTo>
                      <a:pt x="305065" y="272616"/>
                      <a:pt x="307350" y="272616"/>
                      <a:pt x="309064" y="273752"/>
                    </a:cubicBezTo>
                    <a:cubicBezTo>
                      <a:pt x="318204" y="282271"/>
                      <a:pt x="334200" y="284543"/>
                      <a:pt x="345054" y="284543"/>
                    </a:cubicBezTo>
                    <a:lnTo>
                      <a:pt x="400469" y="284543"/>
                    </a:lnTo>
                    <a:cubicBezTo>
                      <a:pt x="415894" y="284543"/>
                      <a:pt x="427890" y="280000"/>
                      <a:pt x="437602" y="270912"/>
                    </a:cubicBezTo>
                    <a:cubicBezTo>
                      <a:pt x="446743" y="261825"/>
                      <a:pt x="451313" y="249330"/>
                      <a:pt x="451313" y="233996"/>
                    </a:cubicBezTo>
                    <a:lnTo>
                      <a:pt x="450742" y="3976"/>
                    </a:lnTo>
                    <a:cubicBezTo>
                      <a:pt x="450742" y="1704"/>
                      <a:pt x="449028" y="0"/>
                      <a:pt x="446743" y="0"/>
                    </a:cubicBezTo>
                    <a:lnTo>
                      <a:pt x="425605" y="0"/>
                    </a:lnTo>
                    <a:close/>
                    <a:moveTo>
                      <a:pt x="138250" y="250466"/>
                    </a:moveTo>
                    <a:cubicBezTo>
                      <a:pt x="138250" y="252738"/>
                      <a:pt x="136536" y="254442"/>
                      <a:pt x="134251" y="254442"/>
                    </a:cubicBezTo>
                    <a:lnTo>
                      <a:pt x="84550" y="254442"/>
                    </a:lnTo>
                    <a:cubicBezTo>
                      <a:pt x="69696" y="254442"/>
                      <a:pt x="57128" y="249330"/>
                      <a:pt x="46845" y="238539"/>
                    </a:cubicBezTo>
                    <a:cubicBezTo>
                      <a:pt x="36562" y="228316"/>
                      <a:pt x="30849" y="215253"/>
                      <a:pt x="30849" y="200486"/>
                    </a:cubicBezTo>
                    <a:lnTo>
                      <a:pt x="30849" y="192535"/>
                    </a:lnTo>
                    <a:cubicBezTo>
                      <a:pt x="30849" y="176065"/>
                      <a:pt x="37133" y="160162"/>
                      <a:pt x="49702" y="149371"/>
                    </a:cubicBezTo>
                    <a:cubicBezTo>
                      <a:pt x="59413" y="140852"/>
                      <a:pt x="71410" y="136308"/>
                      <a:pt x="84550" y="136308"/>
                    </a:cubicBezTo>
                    <a:cubicBezTo>
                      <a:pt x="99403" y="136308"/>
                      <a:pt x="111971" y="141420"/>
                      <a:pt x="122826" y="151643"/>
                    </a:cubicBezTo>
                    <a:cubicBezTo>
                      <a:pt x="133109" y="161866"/>
                      <a:pt x="138822" y="174929"/>
                      <a:pt x="138822" y="189695"/>
                    </a:cubicBezTo>
                    <a:lnTo>
                      <a:pt x="138822" y="250466"/>
                    </a:ln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9" name="Freeform 8">
                <a:extLst>
                  <a:ext uri="{FF2B5EF4-FFF2-40B4-BE49-F238E27FC236}">
                    <a16:creationId xmlns:a16="http://schemas.microsoft.com/office/drawing/2014/main" id="{0284744A-46F5-F8E1-4508-5A1D46282146}"/>
                  </a:ext>
                </a:extLst>
              </p:cNvPr>
              <p:cNvSpPr/>
              <p:nvPr/>
            </p:nvSpPr>
            <p:spPr>
              <a:xfrm>
                <a:off x="10493173" y="5190988"/>
                <a:ext cx="483304" cy="285111"/>
              </a:xfrm>
              <a:custGeom>
                <a:avLst/>
                <a:gdLst>
                  <a:gd name="connsiteX0" fmla="*/ 458168 w 483304"/>
                  <a:gd name="connsiteY0" fmla="*/ 0 h 285111"/>
                  <a:gd name="connsiteX1" fmla="*/ 454169 w 483304"/>
                  <a:gd name="connsiteY1" fmla="*/ 3976 h 285111"/>
                  <a:gd name="connsiteX2" fmla="*/ 454169 w 483304"/>
                  <a:gd name="connsiteY2" fmla="*/ 233996 h 285111"/>
                  <a:gd name="connsiteX3" fmla="*/ 449028 w 483304"/>
                  <a:gd name="connsiteY3" fmla="*/ 249330 h 285111"/>
                  <a:gd name="connsiteX4" fmla="*/ 434174 w 483304"/>
                  <a:gd name="connsiteY4" fmla="*/ 254442 h 285111"/>
                  <a:gd name="connsiteX5" fmla="*/ 311349 w 483304"/>
                  <a:gd name="connsiteY5" fmla="*/ 254442 h 285111"/>
                  <a:gd name="connsiteX6" fmla="*/ 290783 w 483304"/>
                  <a:gd name="connsiteY6" fmla="*/ 247626 h 285111"/>
                  <a:gd name="connsiteX7" fmla="*/ 286784 w 483304"/>
                  <a:gd name="connsiteY7" fmla="*/ 241379 h 285111"/>
                  <a:gd name="connsiteX8" fmla="*/ 286784 w 483304"/>
                  <a:gd name="connsiteY8" fmla="*/ 238539 h 285111"/>
                  <a:gd name="connsiteX9" fmla="*/ 295924 w 483304"/>
                  <a:gd name="connsiteY9" fmla="*/ 201054 h 285111"/>
                  <a:gd name="connsiteX10" fmla="*/ 295924 w 483304"/>
                  <a:gd name="connsiteY10" fmla="*/ 190263 h 285111"/>
                  <a:gd name="connsiteX11" fmla="*/ 271359 w 483304"/>
                  <a:gd name="connsiteY11" fmla="*/ 131197 h 285111"/>
                  <a:gd name="connsiteX12" fmla="*/ 211946 w 483304"/>
                  <a:gd name="connsiteY12" fmla="*/ 106775 h 285111"/>
                  <a:gd name="connsiteX13" fmla="*/ 152532 w 483304"/>
                  <a:gd name="connsiteY13" fmla="*/ 131197 h 285111"/>
                  <a:gd name="connsiteX14" fmla="*/ 127967 w 483304"/>
                  <a:gd name="connsiteY14" fmla="*/ 190263 h 285111"/>
                  <a:gd name="connsiteX15" fmla="*/ 127967 w 483304"/>
                  <a:gd name="connsiteY15" fmla="*/ 250466 h 285111"/>
                  <a:gd name="connsiteX16" fmla="*/ 123968 w 483304"/>
                  <a:gd name="connsiteY16" fmla="*/ 254442 h 285111"/>
                  <a:gd name="connsiteX17" fmla="*/ 50273 w 483304"/>
                  <a:gd name="connsiteY17" fmla="*/ 254442 h 285111"/>
                  <a:gd name="connsiteX18" fmla="*/ 35420 w 483304"/>
                  <a:gd name="connsiteY18" fmla="*/ 249898 h 285111"/>
                  <a:gd name="connsiteX19" fmla="*/ 30278 w 483304"/>
                  <a:gd name="connsiteY19" fmla="*/ 233996 h 285111"/>
                  <a:gd name="connsiteX20" fmla="*/ 30278 w 483304"/>
                  <a:gd name="connsiteY20" fmla="*/ 3976 h 285111"/>
                  <a:gd name="connsiteX21" fmla="*/ 26279 w 483304"/>
                  <a:gd name="connsiteY21" fmla="*/ 0 h 285111"/>
                  <a:gd name="connsiteX22" fmla="*/ 3999 w 483304"/>
                  <a:gd name="connsiteY22" fmla="*/ 0 h 285111"/>
                  <a:gd name="connsiteX23" fmla="*/ 0 w 483304"/>
                  <a:gd name="connsiteY23" fmla="*/ 3976 h 285111"/>
                  <a:gd name="connsiteX24" fmla="*/ 0 w 483304"/>
                  <a:gd name="connsiteY24" fmla="*/ 233996 h 285111"/>
                  <a:gd name="connsiteX25" fmla="*/ 13711 w 483304"/>
                  <a:gd name="connsiteY25" fmla="*/ 270912 h 285111"/>
                  <a:gd name="connsiteX26" fmla="*/ 50844 w 483304"/>
                  <a:gd name="connsiteY26" fmla="*/ 284543 h 285111"/>
                  <a:gd name="connsiteX27" fmla="*/ 211374 w 483304"/>
                  <a:gd name="connsiteY27" fmla="*/ 284543 h 285111"/>
                  <a:gd name="connsiteX28" fmla="*/ 268503 w 483304"/>
                  <a:gd name="connsiteY28" fmla="*/ 262393 h 285111"/>
                  <a:gd name="connsiteX29" fmla="*/ 273644 w 483304"/>
                  <a:gd name="connsiteY29" fmla="*/ 269208 h 285111"/>
                  <a:gd name="connsiteX30" fmla="*/ 315348 w 483304"/>
                  <a:gd name="connsiteY30" fmla="*/ 285111 h 285111"/>
                  <a:gd name="connsiteX31" fmla="*/ 432461 w 483304"/>
                  <a:gd name="connsiteY31" fmla="*/ 285111 h 285111"/>
                  <a:gd name="connsiteX32" fmla="*/ 469594 w 483304"/>
                  <a:gd name="connsiteY32" fmla="*/ 271480 h 285111"/>
                  <a:gd name="connsiteX33" fmla="*/ 483305 w 483304"/>
                  <a:gd name="connsiteY33" fmla="*/ 234563 h 285111"/>
                  <a:gd name="connsiteX34" fmla="*/ 483305 w 483304"/>
                  <a:gd name="connsiteY34" fmla="*/ 4544 h 285111"/>
                  <a:gd name="connsiteX35" fmla="*/ 479306 w 483304"/>
                  <a:gd name="connsiteY35" fmla="*/ 568 h 285111"/>
                  <a:gd name="connsiteX36" fmla="*/ 458168 w 483304"/>
                  <a:gd name="connsiteY36" fmla="*/ 568 h 285111"/>
                  <a:gd name="connsiteX37" fmla="*/ 266218 w 483304"/>
                  <a:gd name="connsiteY37" fmla="*/ 200486 h 285111"/>
                  <a:gd name="connsiteX38" fmla="*/ 253078 w 483304"/>
                  <a:gd name="connsiteY38" fmla="*/ 235131 h 285111"/>
                  <a:gd name="connsiteX39" fmla="*/ 209661 w 483304"/>
                  <a:gd name="connsiteY39" fmla="*/ 253874 h 285111"/>
                  <a:gd name="connsiteX40" fmla="*/ 162815 w 483304"/>
                  <a:gd name="connsiteY40" fmla="*/ 253874 h 285111"/>
                  <a:gd name="connsiteX41" fmla="*/ 158817 w 483304"/>
                  <a:gd name="connsiteY41" fmla="*/ 249898 h 285111"/>
                  <a:gd name="connsiteX42" fmla="*/ 158817 w 483304"/>
                  <a:gd name="connsiteY42" fmla="*/ 192535 h 285111"/>
                  <a:gd name="connsiteX43" fmla="*/ 177669 w 483304"/>
                  <a:gd name="connsiteY43" fmla="*/ 149371 h 285111"/>
                  <a:gd name="connsiteX44" fmla="*/ 212517 w 483304"/>
                  <a:gd name="connsiteY44" fmla="*/ 136308 h 285111"/>
                  <a:gd name="connsiteX45" fmla="*/ 250793 w 483304"/>
                  <a:gd name="connsiteY45" fmla="*/ 151643 h 285111"/>
                  <a:gd name="connsiteX46" fmla="*/ 266789 w 483304"/>
                  <a:gd name="connsiteY46" fmla="*/ 189695 h 285111"/>
                  <a:gd name="connsiteX47" fmla="*/ 266789 w 483304"/>
                  <a:gd name="connsiteY47" fmla="*/ 200486 h 2851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</a:cxnLst>
                <a:rect l="l" t="t" r="r" b="b"/>
                <a:pathLst>
                  <a:path w="483304" h="285111">
                    <a:moveTo>
                      <a:pt x="458168" y="0"/>
                    </a:moveTo>
                    <a:cubicBezTo>
                      <a:pt x="455883" y="0"/>
                      <a:pt x="454169" y="1704"/>
                      <a:pt x="454169" y="3976"/>
                    </a:cubicBezTo>
                    <a:lnTo>
                      <a:pt x="454169" y="233996"/>
                    </a:lnTo>
                    <a:cubicBezTo>
                      <a:pt x="454169" y="240811"/>
                      <a:pt x="452456" y="245923"/>
                      <a:pt x="449028" y="249330"/>
                    </a:cubicBezTo>
                    <a:cubicBezTo>
                      <a:pt x="446171" y="252738"/>
                      <a:pt x="441030" y="254442"/>
                      <a:pt x="434174" y="254442"/>
                    </a:cubicBezTo>
                    <a:lnTo>
                      <a:pt x="311349" y="254442"/>
                    </a:lnTo>
                    <a:cubicBezTo>
                      <a:pt x="302208" y="254442"/>
                      <a:pt x="295353" y="252170"/>
                      <a:pt x="290783" y="247626"/>
                    </a:cubicBezTo>
                    <a:cubicBezTo>
                      <a:pt x="289069" y="245923"/>
                      <a:pt x="287926" y="243651"/>
                      <a:pt x="286784" y="241379"/>
                    </a:cubicBezTo>
                    <a:cubicBezTo>
                      <a:pt x="286212" y="240243"/>
                      <a:pt x="286784" y="239107"/>
                      <a:pt x="286784" y="238539"/>
                    </a:cubicBezTo>
                    <a:cubicBezTo>
                      <a:pt x="292497" y="226612"/>
                      <a:pt x="295924" y="214117"/>
                      <a:pt x="295924" y="201054"/>
                    </a:cubicBezTo>
                    <a:lnTo>
                      <a:pt x="295924" y="190263"/>
                    </a:lnTo>
                    <a:cubicBezTo>
                      <a:pt x="295924" y="166977"/>
                      <a:pt x="287926" y="147667"/>
                      <a:pt x="271359" y="131197"/>
                    </a:cubicBezTo>
                    <a:cubicBezTo>
                      <a:pt x="254792" y="114726"/>
                      <a:pt x="235368" y="106775"/>
                      <a:pt x="211946" y="106775"/>
                    </a:cubicBezTo>
                    <a:cubicBezTo>
                      <a:pt x="188523" y="106775"/>
                      <a:pt x="169100" y="114726"/>
                      <a:pt x="152532" y="131197"/>
                    </a:cubicBezTo>
                    <a:cubicBezTo>
                      <a:pt x="135965" y="147667"/>
                      <a:pt x="127967" y="166977"/>
                      <a:pt x="127967" y="190263"/>
                    </a:cubicBezTo>
                    <a:lnTo>
                      <a:pt x="127967" y="250466"/>
                    </a:lnTo>
                    <a:cubicBezTo>
                      <a:pt x="127967" y="252738"/>
                      <a:pt x="126253" y="254442"/>
                      <a:pt x="123968" y="254442"/>
                    </a:cubicBezTo>
                    <a:lnTo>
                      <a:pt x="50273" y="254442"/>
                    </a:lnTo>
                    <a:cubicBezTo>
                      <a:pt x="43417" y="254442"/>
                      <a:pt x="38847" y="252738"/>
                      <a:pt x="35420" y="249898"/>
                    </a:cubicBezTo>
                    <a:cubicBezTo>
                      <a:pt x="31992" y="246490"/>
                      <a:pt x="30278" y="241379"/>
                      <a:pt x="30278" y="233996"/>
                    </a:cubicBezTo>
                    <a:lnTo>
                      <a:pt x="30278" y="3976"/>
                    </a:lnTo>
                    <a:cubicBezTo>
                      <a:pt x="30278" y="1704"/>
                      <a:pt x="28564" y="0"/>
                      <a:pt x="26279" y="0"/>
                    </a:cubicBezTo>
                    <a:lnTo>
                      <a:pt x="3999" y="0"/>
                    </a:lnTo>
                    <a:cubicBezTo>
                      <a:pt x="1714" y="0"/>
                      <a:pt x="0" y="1704"/>
                      <a:pt x="0" y="3976"/>
                    </a:cubicBezTo>
                    <a:lnTo>
                      <a:pt x="0" y="233996"/>
                    </a:lnTo>
                    <a:cubicBezTo>
                      <a:pt x="0" y="249898"/>
                      <a:pt x="4570" y="261825"/>
                      <a:pt x="13711" y="270912"/>
                    </a:cubicBezTo>
                    <a:cubicBezTo>
                      <a:pt x="22851" y="280000"/>
                      <a:pt x="34848" y="284543"/>
                      <a:pt x="50844" y="284543"/>
                    </a:cubicBezTo>
                    <a:lnTo>
                      <a:pt x="211374" y="284543"/>
                    </a:lnTo>
                    <a:cubicBezTo>
                      <a:pt x="233083" y="284543"/>
                      <a:pt x="251935" y="277160"/>
                      <a:pt x="268503" y="262393"/>
                    </a:cubicBezTo>
                    <a:cubicBezTo>
                      <a:pt x="270217" y="264665"/>
                      <a:pt x="271930" y="266937"/>
                      <a:pt x="273644" y="269208"/>
                    </a:cubicBezTo>
                    <a:cubicBezTo>
                      <a:pt x="284499" y="280000"/>
                      <a:pt x="298209" y="285111"/>
                      <a:pt x="315348" y="285111"/>
                    </a:cubicBezTo>
                    <a:lnTo>
                      <a:pt x="432461" y="285111"/>
                    </a:lnTo>
                    <a:cubicBezTo>
                      <a:pt x="447885" y="285111"/>
                      <a:pt x="459882" y="280567"/>
                      <a:pt x="469594" y="271480"/>
                    </a:cubicBezTo>
                    <a:cubicBezTo>
                      <a:pt x="478735" y="262393"/>
                      <a:pt x="483305" y="249898"/>
                      <a:pt x="483305" y="234563"/>
                    </a:cubicBezTo>
                    <a:lnTo>
                      <a:pt x="483305" y="4544"/>
                    </a:lnTo>
                    <a:cubicBezTo>
                      <a:pt x="483305" y="2272"/>
                      <a:pt x="481591" y="568"/>
                      <a:pt x="479306" y="568"/>
                    </a:cubicBezTo>
                    <a:lnTo>
                      <a:pt x="458168" y="568"/>
                    </a:lnTo>
                    <a:close/>
                    <a:moveTo>
                      <a:pt x="266218" y="200486"/>
                    </a:moveTo>
                    <a:cubicBezTo>
                      <a:pt x="266218" y="213549"/>
                      <a:pt x="261647" y="225476"/>
                      <a:pt x="253078" y="235131"/>
                    </a:cubicBezTo>
                    <a:cubicBezTo>
                      <a:pt x="242224" y="247626"/>
                      <a:pt x="226228" y="253874"/>
                      <a:pt x="209661" y="253874"/>
                    </a:cubicBezTo>
                    <a:lnTo>
                      <a:pt x="162815" y="253874"/>
                    </a:lnTo>
                    <a:cubicBezTo>
                      <a:pt x="160530" y="253874"/>
                      <a:pt x="158817" y="252170"/>
                      <a:pt x="158817" y="249898"/>
                    </a:cubicBezTo>
                    <a:lnTo>
                      <a:pt x="158817" y="192535"/>
                    </a:lnTo>
                    <a:cubicBezTo>
                      <a:pt x="158817" y="176065"/>
                      <a:pt x="165101" y="160162"/>
                      <a:pt x="177669" y="149371"/>
                    </a:cubicBezTo>
                    <a:cubicBezTo>
                      <a:pt x="187381" y="140852"/>
                      <a:pt x="199378" y="136308"/>
                      <a:pt x="212517" y="136308"/>
                    </a:cubicBezTo>
                    <a:cubicBezTo>
                      <a:pt x="227370" y="136308"/>
                      <a:pt x="239939" y="141420"/>
                      <a:pt x="250793" y="151643"/>
                    </a:cubicBezTo>
                    <a:cubicBezTo>
                      <a:pt x="261076" y="161866"/>
                      <a:pt x="266789" y="174929"/>
                      <a:pt x="266789" y="189695"/>
                    </a:cubicBezTo>
                    <a:lnTo>
                      <a:pt x="266789" y="200486"/>
                    </a:ln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10" name="Freeform 9">
                <a:extLst>
                  <a:ext uri="{FF2B5EF4-FFF2-40B4-BE49-F238E27FC236}">
                    <a16:creationId xmlns:a16="http://schemas.microsoft.com/office/drawing/2014/main" id="{120DE049-0A7B-B40A-89EF-14B0FB2E2C97}"/>
                  </a:ext>
                </a:extLst>
              </p:cNvPr>
              <p:cNvSpPr/>
              <p:nvPr/>
            </p:nvSpPr>
            <p:spPr>
              <a:xfrm>
                <a:off x="11039890" y="5190420"/>
                <a:ext cx="30277" cy="285111"/>
              </a:xfrm>
              <a:custGeom>
                <a:avLst/>
                <a:gdLst>
                  <a:gd name="connsiteX0" fmla="*/ 30278 w 30277"/>
                  <a:gd name="connsiteY0" fmla="*/ 3976 h 285111"/>
                  <a:gd name="connsiteX1" fmla="*/ 26279 w 30277"/>
                  <a:gd name="connsiteY1" fmla="*/ 0 h 285111"/>
                  <a:gd name="connsiteX2" fmla="*/ 3999 w 30277"/>
                  <a:gd name="connsiteY2" fmla="*/ 0 h 285111"/>
                  <a:gd name="connsiteX3" fmla="*/ 0 w 30277"/>
                  <a:gd name="connsiteY3" fmla="*/ 3976 h 285111"/>
                  <a:gd name="connsiteX4" fmla="*/ 0 w 30277"/>
                  <a:gd name="connsiteY4" fmla="*/ 119270 h 285111"/>
                  <a:gd name="connsiteX5" fmla="*/ 0 w 30277"/>
                  <a:gd name="connsiteY5" fmla="*/ 119270 h 285111"/>
                  <a:gd name="connsiteX6" fmla="*/ 0 w 30277"/>
                  <a:gd name="connsiteY6" fmla="*/ 281135 h 285111"/>
                  <a:gd name="connsiteX7" fmla="*/ 3999 w 30277"/>
                  <a:gd name="connsiteY7" fmla="*/ 285111 h 285111"/>
                  <a:gd name="connsiteX8" fmla="*/ 26279 w 30277"/>
                  <a:gd name="connsiteY8" fmla="*/ 285111 h 285111"/>
                  <a:gd name="connsiteX9" fmla="*/ 30278 w 30277"/>
                  <a:gd name="connsiteY9" fmla="*/ 281135 h 285111"/>
                  <a:gd name="connsiteX10" fmla="*/ 30278 w 30277"/>
                  <a:gd name="connsiteY10" fmla="*/ 101663 h 285111"/>
                  <a:gd name="connsiteX11" fmla="*/ 30278 w 30277"/>
                  <a:gd name="connsiteY11" fmla="*/ 101663 h 285111"/>
                  <a:gd name="connsiteX12" fmla="*/ 30278 w 30277"/>
                  <a:gd name="connsiteY12" fmla="*/ 3976 h 2851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0277" h="285111">
                    <a:moveTo>
                      <a:pt x="30278" y="3976"/>
                    </a:moveTo>
                    <a:cubicBezTo>
                      <a:pt x="30278" y="1704"/>
                      <a:pt x="28564" y="0"/>
                      <a:pt x="26279" y="0"/>
                    </a:cubicBezTo>
                    <a:lnTo>
                      <a:pt x="3999" y="0"/>
                    </a:lnTo>
                    <a:cubicBezTo>
                      <a:pt x="1714" y="0"/>
                      <a:pt x="0" y="1704"/>
                      <a:pt x="0" y="3976"/>
                    </a:cubicBezTo>
                    <a:lnTo>
                      <a:pt x="0" y="119270"/>
                    </a:lnTo>
                    <a:lnTo>
                      <a:pt x="0" y="119270"/>
                    </a:lnTo>
                    <a:lnTo>
                      <a:pt x="0" y="281135"/>
                    </a:lnTo>
                    <a:cubicBezTo>
                      <a:pt x="0" y="283407"/>
                      <a:pt x="1714" y="285111"/>
                      <a:pt x="3999" y="285111"/>
                    </a:cubicBezTo>
                    <a:lnTo>
                      <a:pt x="26279" y="285111"/>
                    </a:lnTo>
                    <a:cubicBezTo>
                      <a:pt x="28564" y="285111"/>
                      <a:pt x="30278" y="283407"/>
                      <a:pt x="30278" y="281135"/>
                    </a:cubicBezTo>
                    <a:lnTo>
                      <a:pt x="30278" y="101663"/>
                    </a:lnTo>
                    <a:lnTo>
                      <a:pt x="30278" y="101663"/>
                    </a:lnTo>
                    <a:lnTo>
                      <a:pt x="30278" y="3976"/>
                    </a:ln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11" name="Freeform 10">
                <a:extLst>
                  <a:ext uri="{FF2B5EF4-FFF2-40B4-BE49-F238E27FC236}">
                    <a16:creationId xmlns:a16="http://schemas.microsoft.com/office/drawing/2014/main" id="{0F692434-01C9-5383-249E-B04158159215}"/>
                  </a:ext>
                </a:extLst>
              </p:cNvPr>
              <p:cNvSpPr/>
              <p:nvPr/>
            </p:nvSpPr>
            <p:spPr>
              <a:xfrm>
                <a:off x="11211274" y="5292084"/>
                <a:ext cx="249650" cy="267504"/>
              </a:xfrm>
              <a:custGeom>
                <a:avLst/>
                <a:gdLst>
                  <a:gd name="connsiteX0" fmla="*/ 159388 w 249650"/>
                  <a:gd name="connsiteY0" fmla="*/ 0 h 267504"/>
                  <a:gd name="connsiteX1" fmla="*/ 95975 w 249650"/>
                  <a:gd name="connsiteY1" fmla="*/ 26126 h 267504"/>
                  <a:gd name="connsiteX2" fmla="*/ 69696 w 249650"/>
                  <a:gd name="connsiteY2" fmla="*/ 89168 h 267504"/>
                  <a:gd name="connsiteX3" fmla="*/ 69696 w 249650"/>
                  <a:gd name="connsiteY3" fmla="*/ 141420 h 267504"/>
                  <a:gd name="connsiteX4" fmla="*/ 62270 w 249650"/>
                  <a:gd name="connsiteY4" fmla="*/ 141420 h 267504"/>
                  <a:gd name="connsiteX5" fmla="*/ 18281 w 249650"/>
                  <a:gd name="connsiteY5" fmla="*/ 159594 h 267504"/>
                  <a:gd name="connsiteX6" fmla="*/ 0 w 249650"/>
                  <a:gd name="connsiteY6" fmla="*/ 203326 h 267504"/>
                  <a:gd name="connsiteX7" fmla="*/ 0 w 249650"/>
                  <a:gd name="connsiteY7" fmla="*/ 263529 h 267504"/>
                  <a:gd name="connsiteX8" fmla="*/ 3999 w 249650"/>
                  <a:gd name="connsiteY8" fmla="*/ 267505 h 267504"/>
                  <a:gd name="connsiteX9" fmla="*/ 37705 w 249650"/>
                  <a:gd name="connsiteY9" fmla="*/ 267505 h 267504"/>
                  <a:gd name="connsiteX10" fmla="*/ 41704 w 249650"/>
                  <a:gd name="connsiteY10" fmla="*/ 263529 h 267504"/>
                  <a:gd name="connsiteX11" fmla="*/ 42275 w 249650"/>
                  <a:gd name="connsiteY11" fmla="*/ 203326 h 267504"/>
                  <a:gd name="connsiteX12" fmla="*/ 48559 w 249650"/>
                  <a:gd name="connsiteY12" fmla="*/ 188560 h 267504"/>
                  <a:gd name="connsiteX13" fmla="*/ 62841 w 249650"/>
                  <a:gd name="connsiteY13" fmla="*/ 182880 h 267504"/>
                  <a:gd name="connsiteX14" fmla="*/ 159959 w 249650"/>
                  <a:gd name="connsiteY14" fmla="*/ 182880 h 267504"/>
                  <a:gd name="connsiteX15" fmla="*/ 223371 w 249650"/>
                  <a:gd name="connsiteY15" fmla="*/ 156754 h 267504"/>
                  <a:gd name="connsiteX16" fmla="*/ 249650 w 249650"/>
                  <a:gd name="connsiteY16" fmla="*/ 93712 h 267504"/>
                  <a:gd name="connsiteX17" fmla="*/ 249650 w 249650"/>
                  <a:gd name="connsiteY17" fmla="*/ 89168 h 267504"/>
                  <a:gd name="connsiteX18" fmla="*/ 223371 w 249650"/>
                  <a:gd name="connsiteY18" fmla="*/ 26126 h 267504"/>
                  <a:gd name="connsiteX19" fmla="*/ 159388 w 249650"/>
                  <a:gd name="connsiteY19" fmla="*/ 0 h 267504"/>
                  <a:gd name="connsiteX20" fmla="*/ 207375 w 249650"/>
                  <a:gd name="connsiteY20" fmla="*/ 93712 h 267504"/>
                  <a:gd name="connsiteX21" fmla="*/ 193093 w 249650"/>
                  <a:gd name="connsiteY21" fmla="*/ 127789 h 267504"/>
                  <a:gd name="connsiteX22" fmla="*/ 159388 w 249650"/>
                  <a:gd name="connsiteY22" fmla="*/ 141988 h 267504"/>
                  <a:gd name="connsiteX23" fmla="*/ 114828 w 249650"/>
                  <a:gd name="connsiteY23" fmla="*/ 141988 h 267504"/>
                  <a:gd name="connsiteX24" fmla="*/ 110829 w 249650"/>
                  <a:gd name="connsiteY24" fmla="*/ 138012 h 267504"/>
                  <a:gd name="connsiteX25" fmla="*/ 110829 w 249650"/>
                  <a:gd name="connsiteY25" fmla="*/ 89736 h 267504"/>
                  <a:gd name="connsiteX26" fmla="*/ 125111 w 249650"/>
                  <a:gd name="connsiteY26" fmla="*/ 56227 h 267504"/>
                  <a:gd name="connsiteX27" fmla="*/ 157674 w 249650"/>
                  <a:gd name="connsiteY27" fmla="*/ 42596 h 267504"/>
                  <a:gd name="connsiteX28" fmla="*/ 193665 w 249650"/>
                  <a:gd name="connsiteY28" fmla="*/ 57363 h 267504"/>
                  <a:gd name="connsiteX29" fmla="*/ 206804 w 249650"/>
                  <a:gd name="connsiteY29" fmla="*/ 90304 h 267504"/>
                  <a:gd name="connsiteX30" fmla="*/ 206804 w 249650"/>
                  <a:gd name="connsiteY30" fmla="*/ 93712 h 2675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249650" h="267504">
                    <a:moveTo>
                      <a:pt x="159388" y="0"/>
                    </a:moveTo>
                    <a:cubicBezTo>
                      <a:pt x="134251" y="0"/>
                      <a:pt x="113685" y="8519"/>
                      <a:pt x="95975" y="26126"/>
                    </a:cubicBezTo>
                    <a:cubicBezTo>
                      <a:pt x="78266" y="43732"/>
                      <a:pt x="69696" y="64178"/>
                      <a:pt x="69696" y="89168"/>
                    </a:cubicBezTo>
                    <a:lnTo>
                      <a:pt x="69696" y="141420"/>
                    </a:lnTo>
                    <a:lnTo>
                      <a:pt x="62270" y="141420"/>
                    </a:lnTo>
                    <a:cubicBezTo>
                      <a:pt x="45131" y="141420"/>
                      <a:pt x="30278" y="147667"/>
                      <a:pt x="18281" y="159594"/>
                    </a:cubicBezTo>
                    <a:cubicBezTo>
                      <a:pt x="6284" y="171521"/>
                      <a:pt x="0" y="186288"/>
                      <a:pt x="0" y="203326"/>
                    </a:cubicBezTo>
                    <a:lnTo>
                      <a:pt x="0" y="263529"/>
                    </a:lnTo>
                    <a:cubicBezTo>
                      <a:pt x="0" y="265801"/>
                      <a:pt x="1714" y="267505"/>
                      <a:pt x="3999" y="267505"/>
                    </a:cubicBezTo>
                    <a:lnTo>
                      <a:pt x="37705" y="267505"/>
                    </a:lnTo>
                    <a:cubicBezTo>
                      <a:pt x="39990" y="267505"/>
                      <a:pt x="41704" y="265801"/>
                      <a:pt x="41704" y="263529"/>
                    </a:cubicBezTo>
                    <a:lnTo>
                      <a:pt x="42275" y="203326"/>
                    </a:lnTo>
                    <a:cubicBezTo>
                      <a:pt x="42275" y="197647"/>
                      <a:pt x="43989" y="193103"/>
                      <a:pt x="48559" y="188560"/>
                    </a:cubicBezTo>
                    <a:cubicBezTo>
                      <a:pt x="52558" y="184584"/>
                      <a:pt x="57128" y="182880"/>
                      <a:pt x="62841" y="182880"/>
                    </a:cubicBezTo>
                    <a:lnTo>
                      <a:pt x="159959" y="182880"/>
                    </a:lnTo>
                    <a:cubicBezTo>
                      <a:pt x="185095" y="182880"/>
                      <a:pt x="205662" y="174361"/>
                      <a:pt x="223371" y="156754"/>
                    </a:cubicBezTo>
                    <a:cubicBezTo>
                      <a:pt x="241081" y="139148"/>
                      <a:pt x="249650" y="118702"/>
                      <a:pt x="249650" y="93712"/>
                    </a:cubicBezTo>
                    <a:lnTo>
                      <a:pt x="249650" y="89168"/>
                    </a:lnTo>
                    <a:cubicBezTo>
                      <a:pt x="249650" y="64178"/>
                      <a:pt x="241081" y="43732"/>
                      <a:pt x="223371" y="26126"/>
                    </a:cubicBezTo>
                    <a:cubicBezTo>
                      <a:pt x="205090" y="8519"/>
                      <a:pt x="184524" y="0"/>
                      <a:pt x="159388" y="0"/>
                    </a:cubicBezTo>
                    <a:close/>
                    <a:moveTo>
                      <a:pt x="207375" y="93712"/>
                    </a:moveTo>
                    <a:cubicBezTo>
                      <a:pt x="207375" y="106775"/>
                      <a:pt x="202805" y="118134"/>
                      <a:pt x="193093" y="127789"/>
                    </a:cubicBezTo>
                    <a:cubicBezTo>
                      <a:pt x="183953" y="137444"/>
                      <a:pt x="172527" y="141988"/>
                      <a:pt x="159388" y="141988"/>
                    </a:cubicBezTo>
                    <a:lnTo>
                      <a:pt x="114828" y="141988"/>
                    </a:lnTo>
                    <a:cubicBezTo>
                      <a:pt x="112543" y="141988"/>
                      <a:pt x="110829" y="140284"/>
                      <a:pt x="110829" y="138012"/>
                    </a:cubicBezTo>
                    <a:lnTo>
                      <a:pt x="110829" y="89736"/>
                    </a:lnTo>
                    <a:cubicBezTo>
                      <a:pt x="110829" y="76673"/>
                      <a:pt x="115399" y="65314"/>
                      <a:pt x="125111" y="56227"/>
                    </a:cubicBezTo>
                    <a:cubicBezTo>
                      <a:pt x="134251" y="47140"/>
                      <a:pt x="145106" y="42596"/>
                      <a:pt x="157674" y="42596"/>
                    </a:cubicBezTo>
                    <a:cubicBezTo>
                      <a:pt x="171385" y="42028"/>
                      <a:pt x="184524" y="47708"/>
                      <a:pt x="193665" y="57363"/>
                    </a:cubicBezTo>
                    <a:cubicBezTo>
                      <a:pt x="202234" y="66450"/>
                      <a:pt x="206804" y="77241"/>
                      <a:pt x="206804" y="90304"/>
                    </a:cubicBezTo>
                    <a:lnTo>
                      <a:pt x="206804" y="93712"/>
                    </a:ln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12" name="Freeform 11">
                <a:extLst>
                  <a:ext uri="{FF2B5EF4-FFF2-40B4-BE49-F238E27FC236}">
                    <a16:creationId xmlns:a16="http://schemas.microsoft.com/office/drawing/2014/main" id="{43C28EA4-D39D-8BD8-9287-0015E49EACFC}"/>
                  </a:ext>
                </a:extLst>
              </p:cNvPr>
              <p:cNvSpPr/>
              <p:nvPr/>
            </p:nvSpPr>
            <p:spPr>
              <a:xfrm>
                <a:off x="11510626" y="5189285"/>
                <a:ext cx="272501" cy="285111"/>
              </a:xfrm>
              <a:custGeom>
                <a:avLst/>
                <a:gdLst>
                  <a:gd name="connsiteX0" fmla="*/ 235368 w 272501"/>
                  <a:gd name="connsiteY0" fmla="*/ 128925 h 285111"/>
                  <a:gd name="connsiteX1" fmla="*/ 231369 w 272501"/>
                  <a:gd name="connsiteY1" fmla="*/ 132900 h 285111"/>
                  <a:gd name="connsiteX2" fmla="*/ 231369 w 272501"/>
                  <a:gd name="connsiteY2" fmla="*/ 229452 h 285111"/>
                  <a:gd name="connsiteX3" fmla="*/ 227942 w 272501"/>
                  <a:gd name="connsiteY3" fmla="*/ 240811 h 285111"/>
                  <a:gd name="connsiteX4" fmla="*/ 217087 w 272501"/>
                  <a:gd name="connsiteY4" fmla="*/ 244219 h 285111"/>
                  <a:gd name="connsiteX5" fmla="*/ 55986 w 272501"/>
                  <a:gd name="connsiteY5" fmla="*/ 244219 h 285111"/>
                  <a:gd name="connsiteX6" fmla="*/ 45131 w 272501"/>
                  <a:gd name="connsiteY6" fmla="*/ 241379 h 285111"/>
                  <a:gd name="connsiteX7" fmla="*/ 41704 w 272501"/>
                  <a:gd name="connsiteY7" fmla="*/ 229452 h 285111"/>
                  <a:gd name="connsiteX8" fmla="*/ 41704 w 272501"/>
                  <a:gd name="connsiteY8" fmla="*/ 3976 h 285111"/>
                  <a:gd name="connsiteX9" fmla="*/ 37705 w 272501"/>
                  <a:gd name="connsiteY9" fmla="*/ 0 h 285111"/>
                  <a:gd name="connsiteX10" fmla="*/ 3999 w 272501"/>
                  <a:gd name="connsiteY10" fmla="*/ 0 h 285111"/>
                  <a:gd name="connsiteX11" fmla="*/ 0 w 272501"/>
                  <a:gd name="connsiteY11" fmla="*/ 3976 h 285111"/>
                  <a:gd name="connsiteX12" fmla="*/ 0 w 272501"/>
                  <a:gd name="connsiteY12" fmla="*/ 228884 h 285111"/>
                  <a:gd name="connsiteX13" fmla="*/ 15425 w 272501"/>
                  <a:gd name="connsiteY13" fmla="*/ 269776 h 285111"/>
                  <a:gd name="connsiteX14" fmla="*/ 56557 w 272501"/>
                  <a:gd name="connsiteY14" fmla="*/ 285111 h 285111"/>
                  <a:gd name="connsiteX15" fmla="*/ 215945 w 272501"/>
                  <a:gd name="connsiteY15" fmla="*/ 285111 h 285111"/>
                  <a:gd name="connsiteX16" fmla="*/ 257077 w 272501"/>
                  <a:gd name="connsiteY16" fmla="*/ 269776 h 285111"/>
                  <a:gd name="connsiteX17" fmla="*/ 272501 w 272501"/>
                  <a:gd name="connsiteY17" fmla="*/ 228884 h 285111"/>
                  <a:gd name="connsiteX18" fmla="*/ 272501 w 272501"/>
                  <a:gd name="connsiteY18" fmla="*/ 132332 h 285111"/>
                  <a:gd name="connsiteX19" fmla="*/ 268503 w 272501"/>
                  <a:gd name="connsiteY19" fmla="*/ 128357 h 285111"/>
                  <a:gd name="connsiteX20" fmla="*/ 235368 w 272501"/>
                  <a:gd name="connsiteY20" fmla="*/ 128357 h 2851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272501" h="285111">
                    <a:moveTo>
                      <a:pt x="235368" y="128925"/>
                    </a:moveTo>
                    <a:cubicBezTo>
                      <a:pt x="233083" y="128925"/>
                      <a:pt x="231369" y="130629"/>
                      <a:pt x="231369" y="132900"/>
                    </a:cubicBezTo>
                    <a:lnTo>
                      <a:pt x="231369" y="229452"/>
                    </a:lnTo>
                    <a:cubicBezTo>
                      <a:pt x="231369" y="234563"/>
                      <a:pt x="230227" y="238539"/>
                      <a:pt x="227942" y="240811"/>
                    </a:cubicBezTo>
                    <a:cubicBezTo>
                      <a:pt x="225657" y="243083"/>
                      <a:pt x="220515" y="244219"/>
                      <a:pt x="217087" y="244219"/>
                    </a:cubicBezTo>
                    <a:lnTo>
                      <a:pt x="55986" y="244219"/>
                    </a:lnTo>
                    <a:cubicBezTo>
                      <a:pt x="50844" y="244219"/>
                      <a:pt x="47417" y="243083"/>
                      <a:pt x="45131" y="241379"/>
                    </a:cubicBezTo>
                    <a:cubicBezTo>
                      <a:pt x="42846" y="239107"/>
                      <a:pt x="41704" y="235131"/>
                      <a:pt x="41704" y="229452"/>
                    </a:cubicBezTo>
                    <a:lnTo>
                      <a:pt x="41704" y="3976"/>
                    </a:lnTo>
                    <a:cubicBezTo>
                      <a:pt x="41704" y="1704"/>
                      <a:pt x="39990" y="0"/>
                      <a:pt x="37705" y="0"/>
                    </a:cubicBezTo>
                    <a:lnTo>
                      <a:pt x="3999" y="0"/>
                    </a:lnTo>
                    <a:cubicBezTo>
                      <a:pt x="1714" y="0"/>
                      <a:pt x="0" y="1704"/>
                      <a:pt x="0" y="3976"/>
                    </a:cubicBezTo>
                    <a:lnTo>
                      <a:pt x="0" y="228884"/>
                    </a:lnTo>
                    <a:cubicBezTo>
                      <a:pt x="0" y="245923"/>
                      <a:pt x="5142" y="260121"/>
                      <a:pt x="15425" y="269776"/>
                    </a:cubicBezTo>
                    <a:cubicBezTo>
                      <a:pt x="25708" y="280000"/>
                      <a:pt x="39418" y="285111"/>
                      <a:pt x="56557" y="285111"/>
                    </a:cubicBezTo>
                    <a:lnTo>
                      <a:pt x="215945" y="285111"/>
                    </a:lnTo>
                    <a:cubicBezTo>
                      <a:pt x="232512" y="285111"/>
                      <a:pt x="246223" y="280000"/>
                      <a:pt x="257077" y="269776"/>
                    </a:cubicBezTo>
                    <a:cubicBezTo>
                      <a:pt x="267360" y="259553"/>
                      <a:pt x="272501" y="245923"/>
                      <a:pt x="272501" y="228884"/>
                    </a:cubicBezTo>
                    <a:lnTo>
                      <a:pt x="272501" y="132332"/>
                    </a:lnTo>
                    <a:cubicBezTo>
                      <a:pt x="272501" y="130061"/>
                      <a:pt x="270788" y="128357"/>
                      <a:pt x="268503" y="128357"/>
                    </a:cubicBezTo>
                    <a:lnTo>
                      <a:pt x="235368" y="128357"/>
                    </a:ln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13" name="Freeform 12">
                <a:extLst>
                  <a:ext uri="{FF2B5EF4-FFF2-40B4-BE49-F238E27FC236}">
                    <a16:creationId xmlns:a16="http://schemas.microsoft.com/office/drawing/2014/main" id="{60205CC1-F71A-D612-A529-7B7549DD1ECA}"/>
                  </a:ext>
                </a:extLst>
              </p:cNvPr>
              <p:cNvSpPr/>
              <p:nvPr/>
            </p:nvSpPr>
            <p:spPr>
              <a:xfrm>
                <a:off x="11715716" y="5240400"/>
                <a:ext cx="41703" cy="41460"/>
              </a:xfrm>
              <a:custGeom>
                <a:avLst/>
                <a:gdLst>
                  <a:gd name="connsiteX0" fmla="*/ 37705 w 41703"/>
                  <a:gd name="connsiteY0" fmla="*/ 0 h 41460"/>
                  <a:gd name="connsiteX1" fmla="*/ 3999 w 41703"/>
                  <a:gd name="connsiteY1" fmla="*/ 0 h 41460"/>
                  <a:gd name="connsiteX2" fmla="*/ 0 w 41703"/>
                  <a:gd name="connsiteY2" fmla="*/ 3976 h 41460"/>
                  <a:gd name="connsiteX3" fmla="*/ 0 w 41703"/>
                  <a:gd name="connsiteY3" fmla="*/ 37485 h 41460"/>
                  <a:gd name="connsiteX4" fmla="*/ 3999 w 41703"/>
                  <a:gd name="connsiteY4" fmla="*/ 41460 h 41460"/>
                  <a:gd name="connsiteX5" fmla="*/ 37705 w 41703"/>
                  <a:gd name="connsiteY5" fmla="*/ 41460 h 41460"/>
                  <a:gd name="connsiteX6" fmla="*/ 41704 w 41703"/>
                  <a:gd name="connsiteY6" fmla="*/ 37485 h 41460"/>
                  <a:gd name="connsiteX7" fmla="*/ 41704 w 41703"/>
                  <a:gd name="connsiteY7" fmla="*/ 3976 h 41460"/>
                  <a:gd name="connsiteX8" fmla="*/ 37705 w 41703"/>
                  <a:gd name="connsiteY8" fmla="*/ 0 h 414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1703" h="41460">
                    <a:moveTo>
                      <a:pt x="37705" y="0"/>
                    </a:moveTo>
                    <a:lnTo>
                      <a:pt x="3999" y="0"/>
                    </a:lnTo>
                    <a:cubicBezTo>
                      <a:pt x="1714" y="0"/>
                      <a:pt x="0" y="1704"/>
                      <a:pt x="0" y="3976"/>
                    </a:cubicBezTo>
                    <a:lnTo>
                      <a:pt x="0" y="37485"/>
                    </a:lnTo>
                    <a:cubicBezTo>
                      <a:pt x="0" y="39757"/>
                      <a:pt x="1714" y="41460"/>
                      <a:pt x="3999" y="41460"/>
                    </a:cubicBezTo>
                    <a:lnTo>
                      <a:pt x="37705" y="41460"/>
                    </a:lnTo>
                    <a:cubicBezTo>
                      <a:pt x="39990" y="41460"/>
                      <a:pt x="41704" y="39757"/>
                      <a:pt x="41704" y="37485"/>
                    </a:cubicBezTo>
                    <a:lnTo>
                      <a:pt x="41704" y="3976"/>
                    </a:lnTo>
                    <a:cubicBezTo>
                      <a:pt x="41704" y="1704"/>
                      <a:pt x="39990" y="0"/>
                      <a:pt x="3770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14" name="Freeform 13">
                <a:extLst>
                  <a:ext uri="{FF2B5EF4-FFF2-40B4-BE49-F238E27FC236}">
                    <a16:creationId xmlns:a16="http://schemas.microsoft.com/office/drawing/2014/main" id="{31FEC496-4A71-1AED-D980-E457CC1350CC}"/>
                  </a:ext>
                </a:extLst>
              </p:cNvPr>
              <p:cNvSpPr/>
              <p:nvPr/>
            </p:nvSpPr>
            <p:spPr>
              <a:xfrm>
                <a:off x="11768845" y="5240400"/>
                <a:ext cx="41703" cy="41460"/>
              </a:xfrm>
              <a:custGeom>
                <a:avLst/>
                <a:gdLst>
                  <a:gd name="connsiteX0" fmla="*/ 0 w 41703"/>
                  <a:gd name="connsiteY0" fmla="*/ 3976 h 41460"/>
                  <a:gd name="connsiteX1" fmla="*/ 0 w 41703"/>
                  <a:gd name="connsiteY1" fmla="*/ 37485 h 41460"/>
                  <a:gd name="connsiteX2" fmla="*/ 3999 w 41703"/>
                  <a:gd name="connsiteY2" fmla="*/ 41460 h 41460"/>
                  <a:gd name="connsiteX3" fmla="*/ 37705 w 41703"/>
                  <a:gd name="connsiteY3" fmla="*/ 41460 h 41460"/>
                  <a:gd name="connsiteX4" fmla="*/ 41704 w 41703"/>
                  <a:gd name="connsiteY4" fmla="*/ 37485 h 41460"/>
                  <a:gd name="connsiteX5" fmla="*/ 41704 w 41703"/>
                  <a:gd name="connsiteY5" fmla="*/ 3976 h 41460"/>
                  <a:gd name="connsiteX6" fmla="*/ 37705 w 41703"/>
                  <a:gd name="connsiteY6" fmla="*/ 0 h 41460"/>
                  <a:gd name="connsiteX7" fmla="*/ 3999 w 41703"/>
                  <a:gd name="connsiteY7" fmla="*/ 0 h 41460"/>
                  <a:gd name="connsiteX8" fmla="*/ 0 w 41703"/>
                  <a:gd name="connsiteY8" fmla="*/ 3976 h 414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1703" h="41460">
                    <a:moveTo>
                      <a:pt x="0" y="3976"/>
                    </a:moveTo>
                    <a:lnTo>
                      <a:pt x="0" y="37485"/>
                    </a:lnTo>
                    <a:cubicBezTo>
                      <a:pt x="0" y="39757"/>
                      <a:pt x="1714" y="41460"/>
                      <a:pt x="3999" y="41460"/>
                    </a:cubicBezTo>
                    <a:lnTo>
                      <a:pt x="37705" y="41460"/>
                    </a:lnTo>
                    <a:cubicBezTo>
                      <a:pt x="39990" y="41460"/>
                      <a:pt x="41704" y="39757"/>
                      <a:pt x="41704" y="37485"/>
                    </a:cubicBezTo>
                    <a:lnTo>
                      <a:pt x="41704" y="3976"/>
                    </a:lnTo>
                    <a:cubicBezTo>
                      <a:pt x="41704" y="1704"/>
                      <a:pt x="39990" y="0"/>
                      <a:pt x="37705" y="0"/>
                    </a:cubicBezTo>
                    <a:lnTo>
                      <a:pt x="3999" y="0"/>
                    </a:lnTo>
                    <a:cubicBezTo>
                      <a:pt x="1714" y="0"/>
                      <a:pt x="0" y="1704"/>
                      <a:pt x="0" y="3976"/>
                    </a:cubicBez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15" name="Freeform 14">
                <a:extLst>
                  <a:ext uri="{FF2B5EF4-FFF2-40B4-BE49-F238E27FC236}">
                    <a16:creationId xmlns:a16="http://schemas.microsoft.com/office/drawing/2014/main" id="{06C42964-D58E-5840-65B3-AD030F5B7A39}"/>
                  </a:ext>
                </a:extLst>
              </p:cNvPr>
              <p:cNvSpPr/>
              <p:nvPr/>
            </p:nvSpPr>
            <p:spPr>
              <a:xfrm>
                <a:off x="10243522" y="5497682"/>
                <a:ext cx="30277" cy="30101"/>
              </a:xfrm>
              <a:custGeom>
                <a:avLst/>
                <a:gdLst>
                  <a:gd name="connsiteX0" fmla="*/ 3999 w 30277"/>
                  <a:gd name="connsiteY0" fmla="*/ 30101 h 30101"/>
                  <a:gd name="connsiteX1" fmla="*/ 26279 w 30277"/>
                  <a:gd name="connsiteY1" fmla="*/ 30101 h 30101"/>
                  <a:gd name="connsiteX2" fmla="*/ 30278 w 30277"/>
                  <a:gd name="connsiteY2" fmla="*/ 26126 h 30101"/>
                  <a:gd name="connsiteX3" fmla="*/ 30278 w 30277"/>
                  <a:gd name="connsiteY3" fmla="*/ 3976 h 30101"/>
                  <a:gd name="connsiteX4" fmla="*/ 26279 w 30277"/>
                  <a:gd name="connsiteY4" fmla="*/ 0 h 30101"/>
                  <a:gd name="connsiteX5" fmla="*/ 3999 w 30277"/>
                  <a:gd name="connsiteY5" fmla="*/ 0 h 30101"/>
                  <a:gd name="connsiteX6" fmla="*/ 0 w 30277"/>
                  <a:gd name="connsiteY6" fmla="*/ 3976 h 30101"/>
                  <a:gd name="connsiteX7" fmla="*/ 0 w 30277"/>
                  <a:gd name="connsiteY7" fmla="*/ 26126 h 30101"/>
                  <a:gd name="connsiteX8" fmla="*/ 3999 w 30277"/>
                  <a:gd name="connsiteY8" fmla="*/ 30101 h 301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0277" h="30101">
                    <a:moveTo>
                      <a:pt x="3999" y="30101"/>
                    </a:moveTo>
                    <a:lnTo>
                      <a:pt x="26279" y="30101"/>
                    </a:lnTo>
                    <a:cubicBezTo>
                      <a:pt x="28564" y="30101"/>
                      <a:pt x="30278" y="28398"/>
                      <a:pt x="30278" y="26126"/>
                    </a:cubicBezTo>
                    <a:lnTo>
                      <a:pt x="30278" y="3976"/>
                    </a:lnTo>
                    <a:cubicBezTo>
                      <a:pt x="30278" y="1704"/>
                      <a:pt x="28564" y="0"/>
                      <a:pt x="26279" y="0"/>
                    </a:cubicBezTo>
                    <a:lnTo>
                      <a:pt x="3999" y="0"/>
                    </a:lnTo>
                    <a:cubicBezTo>
                      <a:pt x="1714" y="0"/>
                      <a:pt x="0" y="1704"/>
                      <a:pt x="0" y="3976"/>
                    </a:cubicBezTo>
                    <a:lnTo>
                      <a:pt x="0" y="26126"/>
                    </a:lnTo>
                    <a:cubicBezTo>
                      <a:pt x="0" y="28398"/>
                      <a:pt x="1714" y="30101"/>
                      <a:pt x="3999" y="30101"/>
                    </a:cubicBez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16" name="Freeform 15">
                <a:extLst>
                  <a:ext uri="{FF2B5EF4-FFF2-40B4-BE49-F238E27FC236}">
                    <a16:creationId xmlns:a16="http://schemas.microsoft.com/office/drawing/2014/main" id="{EA1D2E66-8E54-AFC7-9DBD-708DD105FF7D}"/>
                  </a:ext>
                </a:extLst>
              </p:cNvPr>
              <p:cNvSpPr/>
              <p:nvPr/>
            </p:nvSpPr>
            <p:spPr>
              <a:xfrm>
                <a:off x="10296080" y="5497682"/>
                <a:ext cx="30278" cy="30101"/>
              </a:xfrm>
              <a:custGeom>
                <a:avLst/>
                <a:gdLst>
                  <a:gd name="connsiteX0" fmla="*/ 3999 w 30278"/>
                  <a:gd name="connsiteY0" fmla="*/ 30101 h 30101"/>
                  <a:gd name="connsiteX1" fmla="*/ 26279 w 30278"/>
                  <a:gd name="connsiteY1" fmla="*/ 30101 h 30101"/>
                  <a:gd name="connsiteX2" fmla="*/ 30278 w 30278"/>
                  <a:gd name="connsiteY2" fmla="*/ 26126 h 30101"/>
                  <a:gd name="connsiteX3" fmla="*/ 30278 w 30278"/>
                  <a:gd name="connsiteY3" fmla="*/ 3976 h 30101"/>
                  <a:gd name="connsiteX4" fmla="*/ 26279 w 30278"/>
                  <a:gd name="connsiteY4" fmla="*/ 0 h 30101"/>
                  <a:gd name="connsiteX5" fmla="*/ 3999 w 30278"/>
                  <a:gd name="connsiteY5" fmla="*/ 0 h 30101"/>
                  <a:gd name="connsiteX6" fmla="*/ 0 w 30278"/>
                  <a:gd name="connsiteY6" fmla="*/ 3976 h 30101"/>
                  <a:gd name="connsiteX7" fmla="*/ 0 w 30278"/>
                  <a:gd name="connsiteY7" fmla="*/ 26126 h 30101"/>
                  <a:gd name="connsiteX8" fmla="*/ 3999 w 30278"/>
                  <a:gd name="connsiteY8" fmla="*/ 30101 h 301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0278" h="30101">
                    <a:moveTo>
                      <a:pt x="3999" y="30101"/>
                    </a:moveTo>
                    <a:lnTo>
                      <a:pt x="26279" y="30101"/>
                    </a:lnTo>
                    <a:cubicBezTo>
                      <a:pt x="28564" y="30101"/>
                      <a:pt x="30278" y="28398"/>
                      <a:pt x="30278" y="26126"/>
                    </a:cubicBezTo>
                    <a:lnTo>
                      <a:pt x="30278" y="3976"/>
                    </a:lnTo>
                    <a:cubicBezTo>
                      <a:pt x="30278" y="1704"/>
                      <a:pt x="28564" y="0"/>
                      <a:pt x="26279" y="0"/>
                    </a:cubicBezTo>
                    <a:lnTo>
                      <a:pt x="3999" y="0"/>
                    </a:lnTo>
                    <a:cubicBezTo>
                      <a:pt x="1714" y="0"/>
                      <a:pt x="0" y="1704"/>
                      <a:pt x="0" y="3976"/>
                    </a:cubicBezTo>
                    <a:lnTo>
                      <a:pt x="0" y="26126"/>
                    </a:lnTo>
                    <a:cubicBezTo>
                      <a:pt x="571" y="28398"/>
                      <a:pt x="2285" y="30101"/>
                      <a:pt x="3999" y="30101"/>
                    </a:cubicBez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17" name="Freeform 16">
                <a:extLst>
                  <a:ext uri="{FF2B5EF4-FFF2-40B4-BE49-F238E27FC236}">
                    <a16:creationId xmlns:a16="http://schemas.microsoft.com/office/drawing/2014/main" id="{3A1814C8-4330-F5C8-D9CC-0CFE1DAA7770}"/>
                  </a:ext>
                </a:extLst>
              </p:cNvPr>
              <p:cNvSpPr/>
              <p:nvPr/>
            </p:nvSpPr>
            <p:spPr>
              <a:xfrm>
                <a:off x="10023007" y="5246080"/>
                <a:ext cx="30277" cy="30101"/>
              </a:xfrm>
              <a:custGeom>
                <a:avLst/>
                <a:gdLst>
                  <a:gd name="connsiteX0" fmla="*/ 26279 w 30277"/>
                  <a:gd name="connsiteY0" fmla="*/ 0 h 30101"/>
                  <a:gd name="connsiteX1" fmla="*/ 3999 w 30277"/>
                  <a:gd name="connsiteY1" fmla="*/ 0 h 30101"/>
                  <a:gd name="connsiteX2" fmla="*/ 0 w 30277"/>
                  <a:gd name="connsiteY2" fmla="*/ 3976 h 30101"/>
                  <a:gd name="connsiteX3" fmla="*/ 0 w 30277"/>
                  <a:gd name="connsiteY3" fmla="*/ 26126 h 30101"/>
                  <a:gd name="connsiteX4" fmla="*/ 3999 w 30277"/>
                  <a:gd name="connsiteY4" fmla="*/ 30101 h 30101"/>
                  <a:gd name="connsiteX5" fmla="*/ 26279 w 30277"/>
                  <a:gd name="connsiteY5" fmla="*/ 30101 h 30101"/>
                  <a:gd name="connsiteX6" fmla="*/ 30278 w 30277"/>
                  <a:gd name="connsiteY6" fmla="*/ 26126 h 30101"/>
                  <a:gd name="connsiteX7" fmla="*/ 30278 w 30277"/>
                  <a:gd name="connsiteY7" fmla="*/ 3976 h 30101"/>
                  <a:gd name="connsiteX8" fmla="*/ 26279 w 30277"/>
                  <a:gd name="connsiteY8" fmla="*/ 0 h 301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0277" h="30101">
                    <a:moveTo>
                      <a:pt x="26279" y="0"/>
                    </a:moveTo>
                    <a:lnTo>
                      <a:pt x="3999" y="0"/>
                    </a:lnTo>
                    <a:cubicBezTo>
                      <a:pt x="1714" y="0"/>
                      <a:pt x="0" y="1704"/>
                      <a:pt x="0" y="3976"/>
                    </a:cubicBezTo>
                    <a:lnTo>
                      <a:pt x="0" y="26126"/>
                    </a:lnTo>
                    <a:cubicBezTo>
                      <a:pt x="0" y="28398"/>
                      <a:pt x="1714" y="30101"/>
                      <a:pt x="3999" y="30101"/>
                    </a:cubicBezTo>
                    <a:lnTo>
                      <a:pt x="26279" y="30101"/>
                    </a:lnTo>
                    <a:cubicBezTo>
                      <a:pt x="28564" y="30101"/>
                      <a:pt x="30278" y="28398"/>
                      <a:pt x="30278" y="26126"/>
                    </a:cubicBezTo>
                    <a:lnTo>
                      <a:pt x="30278" y="3976"/>
                    </a:lnTo>
                    <a:cubicBezTo>
                      <a:pt x="29707" y="1704"/>
                      <a:pt x="27993" y="0"/>
                      <a:pt x="2627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18" name="Freeform 17">
                <a:extLst>
                  <a:ext uri="{FF2B5EF4-FFF2-40B4-BE49-F238E27FC236}">
                    <a16:creationId xmlns:a16="http://schemas.microsoft.com/office/drawing/2014/main" id="{7D4F11CB-266E-8B0F-A260-0EADD131593A}"/>
                  </a:ext>
                </a:extLst>
              </p:cNvPr>
              <p:cNvSpPr/>
              <p:nvPr/>
            </p:nvSpPr>
            <p:spPr>
              <a:xfrm>
                <a:off x="10075565" y="5246080"/>
                <a:ext cx="30277" cy="30101"/>
              </a:xfrm>
              <a:custGeom>
                <a:avLst/>
                <a:gdLst>
                  <a:gd name="connsiteX0" fmla="*/ 26279 w 30277"/>
                  <a:gd name="connsiteY0" fmla="*/ 0 h 30101"/>
                  <a:gd name="connsiteX1" fmla="*/ 3999 w 30277"/>
                  <a:gd name="connsiteY1" fmla="*/ 0 h 30101"/>
                  <a:gd name="connsiteX2" fmla="*/ 0 w 30277"/>
                  <a:gd name="connsiteY2" fmla="*/ 3976 h 30101"/>
                  <a:gd name="connsiteX3" fmla="*/ 0 w 30277"/>
                  <a:gd name="connsiteY3" fmla="*/ 26126 h 30101"/>
                  <a:gd name="connsiteX4" fmla="*/ 3999 w 30277"/>
                  <a:gd name="connsiteY4" fmla="*/ 30101 h 30101"/>
                  <a:gd name="connsiteX5" fmla="*/ 26279 w 30277"/>
                  <a:gd name="connsiteY5" fmla="*/ 30101 h 30101"/>
                  <a:gd name="connsiteX6" fmla="*/ 30278 w 30277"/>
                  <a:gd name="connsiteY6" fmla="*/ 26126 h 30101"/>
                  <a:gd name="connsiteX7" fmla="*/ 30278 w 30277"/>
                  <a:gd name="connsiteY7" fmla="*/ 3976 h 30101"/>
                  <a:gd name="connsiteX8" fmla="*/ 26279 w 30277"/>
                  <a:gd name="connsiteY8" fmla="*/ 0 h 301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0277" h="30101">
                    <a:moveTo>
                      <a:pt x="26279" y="0"/>
                    </a:moveTo>
                    <a:lnTo>
                      <a:pt x="3999" y="0"/>
                    </a:lnTo>
                    <a:cubicBezTo>
                      <a:pt x="1714" y="0"/>
                      <a:pt x="0" y="1704"/>
                      <a:pt x="0" y="3976"/>
                    </a:cubicBezTo>
                    <a:lnTo>
                      <a:pt x="0" y="26126"/>
                    </a:lnTo>
                    <a:cubicBezTo>
                      <a:pt x="0" y="28398"/>
                      <a:pt x="1714" y="30101"/>
                      <a:pt x="3999" y="30101"/>
                    </a:cubicBezTo>
                    <a:lnTo>
                      <a:pt x="26279" y="30101"/>
                    </a:lnTo>
                    <a:cubicBezTo>
                      <a:pt x="28564" y="30101"/>
                      <a:pt x="30278" y="28398"/>
                      <a:pt x="30278" y="26126"/>
                    </a:cubicBezTo>
                    <a:lnTo>
                      <a:pt x="30278" y="3976"/>
                    </a:lnTo>
                    <a:cubicBezTo>
                      <a:pt x="29707" y="1704"/>
                      <a:pt x="27993" y="0"/>
                      <a:pt x="2627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</p:grpSp>
      </p:grpSp>
      <p:sp>
        <p:nvSpPr>
          <p:cNvPr id="29" name="TextBox 28">
            <a:extLst>
              <a:ext uri="{FF2B5EF4-FFF2-40B4-BE49-F238E27FC236}">
                <a16:creationId xmlns:a16="http://schemas.microsoft.com/office/drawing/2014/main" id="{93EE54A2-EF75-5C3F-C967-F46369355B0C}"/>
              </a:ext>
            </a:extLst>
          </p:cNvPr>
          <p:cNvSpPr txBox="1"/>
          <p:nvPr/>
        </p:nvSpPr>
        <p:spPr>
          <a:xfrm>
            <a:off x="5471133" y="3703369"/>
            <a:ext cx="5486400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 rtl="1"/>
            <a:r>
              <a:rPr lang="ar-SA" sz="4000" b="1" dirty="0">
                <a:solidFill>
                  <a:schemeClr val="bg1"/>
                </a:solidFill>
                <a:latin typeface="IBM Plex Sans Arabic" panose="020B0803050203000203" pitchFamily="34" charset="-78"/>
                <a:cs typeface="IBM Plex Sans Arabic" panose="020B0803050203000203" pitchFamily="34" charset="-78"/>
              </a:rPr>
              <a:t>فاصل قسم</a:t>
            </a:r>
            <a:endParaRPr lang="en-SA" sz="4000" b="1" dirty="0">
              <a:solidFill>
                <a:schemeClr val="bg1"/>
              </a:solidFill>
              <a:latin typeface="IBM Plex Sans Arabic" panose="020B0803050203000203" pitchFamily="34" charset="-78"/>
              <a:cs typeface="IBM Plex Sans Arabic" panose="020B0803050203000203" pitchFamily="34" charset="-78"/>
            </a:endParaRP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3E03E03A-649A-1428-581C-6A2F0D77ABB4}"/>
              </a:ext>
            </a:extLst>
          </p:cNvPr>
          <p:cNvSpPr txBox="1"/>
          <p:nvPr/>
        </p:nvSpPr>
        <p:spPr>
          <a:xfrm>
            <a:off x="5471133" y="4470113"/>
            <a:ext cx="5486400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 rtl="1"/>
            <a:r>
              <a:rPr lang="ar-SA" sz="3200" dirty="0">
                <a:solidFill>
                  <a:schemeClr val="accent2"/>
                </a:solidFill>
                <a:latin typeface="IBM Plex Sans Arabic" panose="020B0803050203000203" pitchFamily="34" charset="-78"/>
                <a:cs typeface="IBM Plex Sans Arabic" panose="020B0803050203000203" pitchFamily="34" charset="-78"/>
              </a:rPr>
              <a:t>فاصل قسم</a:t>
            </a:r>
            <a:endParaRPr lang="en-SA" sz="3200" dirty="0">
              <a:solidFill>
                <a:schemeClr val="accent2"/>
              </a:solidFill>
              <a:latin typeface="IBM Plex Sans Arabic" panose="020B0803050203000203" pitchFamily="34" charset="-78"/>
              <a:cs typeface="IBM Plex Sans Arabic" panose="020B0803050203000203" pitchFamily="34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2117656337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Rectangle 28"/>
          <p:cNvSpPr/>
          <p:nvPr/>
        </p:nvSpPr>
        <p:spPr>
          <a:xfrm>
            <a:off x="1038225" y="2202551"/>
            <a:ext cx="10115550" cy="358046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50800" algn="r" rtl="1">
              <a:spcBef>
                <a:spcPts val="1000"/>
              </a:spcBef>
              <a:buClr>
                <a:schemeClr val="dk2"/>
              </a:buClr>
              <a:buSzPts val="2800"/>
            </a:pP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</a:t>
            </a:r>
            <a:endParaRPr lang="en-US" sz="1400" dirty="0">
              <a:solidFill>
                <a:schemeClr val="tx1">
                  <a:lumMod val="90000"/>
                  <a:lumOff val="10000"/>
                </a:schemeClr>
              </a:solidFill>
              <a:latin typeface="Tajawal" pitchFamily="2" charset="-78"/>
              <a:ea typeface="Readex Pro Deca"/>
              <a:cs typeface="Tajawal" pitchFamily="2" charset="-78"/>
              <a:sym typeface="Readex Pro"/>
            </a:endParaRPr>
          </a:p>
          <a:p>
            <a:pPr marL="50800" algn="r" rtl="1">
              <a:spcBef>
                <a:spcPts val="1000"/>
              </a:spcBef>
              <a:buClr>
                <a:schemeClr val="dk2"/>
              </a:buClr>
              <a:buSzPts val="2800"/>
            </a:pP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</a:t>
            </a:r>
            <a:endParaRPr lang="ar-SA" sz="1400" u="none" strike="noStrike" cap="none" dirty="0">
              <a:solidFill>
                <a:schemeClr val="tx1">
                  <a:lumMod val="90000"/>
                  <a:lumOff val="10000"/>
                </a:schemeClr>
              </a:solidFill>
              <a:latin typeface="Tajawal" pitchFamily="2" charset="-78"/>
              <a:ea typeface="Readex Pro Deca"/>
              <a:cs typeface="Tajawal" pitchFamily="2" charset="-78"/>
              <a:sym typeface="Readex Pro"/>
            </a:endParaRPr>
          </a:p>
          <a:p>
            <a:pPr marL="50800" algn="r" rtl="1">
              <a:spcBef>
                <a:spcPts val="1000"/>
              </a:spcBef>
              <a:buClr>
                <a:schemeClr val="dk2"/>
              </a:buClr>
              <a:buSzPts val="2800"/>
            </a:pPr>
            <a:endParaRPr lang="ar-SA" sz="1400" u="none" strike="noStrike" cap="none" dirty="0">
              <a:solidFill>
                <a:schemeClr val="tx1">
                  <a:lumMod val="90000"/>
                  <a:lumOff val="10000"/>
                </a:schemeClr>
              </a:solidFill>
              <a:latin typeface="Tajawal" pitchFamily="2" charset="-78"/>
              <a:ea typeface="Readex Pro Deca"/>
              <a:cs typeface="Tajawal" pitchFamily="2" charset="-78"/>
              <a:sym typeface="Readex Pro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54987B48-176A-2779-374A-A7C0732B6866}"/>
              </a:ext>
            </a:extLst>
          </p:cNvPr>
          <p:cNvSpPr txBox="1"/>
          <p:nvPr/>
        </p:nvSpPr>
        <p:spPr>
          <a:xfrm>
            <a:off x="5590574" y="646019"/>
            <a:ext cx="5486400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 rtl="1"/>
            <a:r>
              <a:rPr lang="ar-SA" sz="3200" dirty="0">
                <a:solidFill>
                  <a:schemeClr val="tx2"/>
                </a:solidFill>
                <a:latin typeface="IBM Plex Sans Arabic" panose="020B0803050203000203" pitchFamily="34" charset="-78"/>
                <a:cs typeface="IBM Plex Sans Arabic" panose="020B0803050203000203" pitchFamily="34" charset="-78"/>
              </a:rPr>
              <a:t>عنوان رئيسي </a:t>
            </a:r>
            <a:endParaRPr lang="en-SA" sz="3200" dirty="0">
              <a:solidFill>
                <a:schemeClr val="tx2"/>
              </a:solidFill>
              <a:latin typeface="IBM Plex Sans Arabic" panose="020B0803050203000203" pitchFamily="34" charset="-78"/>
              <a:cs typeface="IBM Plex Sans Arabic" panose="020B0803050203000203" pitchFamily="34" charset="-78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43411E45-E3BC-6E11-BFD2-ECD779EC5275}"/>
              </a:ext>
            </a:extLst>
          </p:cNvPr>
          <p:cNvSpPr txBox="1"/>
          <p:nvPr/>
        </p:nvSpPr>
        <p:spPr>
          <a:xfrm>
            <a:off x="6887403" y="1362320"/>
            <a:ext cx="418957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 rtl="1"/>
            <a:r>
              <a:rPr lang="ar-SA" sz="3200" dirty="0">
                <a:solidFill>
                  <a:schemeClr val="accent6"/>
                </a:solidFill>
                <a:latin typeface="RB" pitchFamily="2" charset="-78"/>
                <a:cs typeface="RB" pitchFamily="2" charset="-78"/>
              </a:rPr>
              <a:t>عنوان فرعي</a:t>
            </a:r>
            <a:endParaRPr lang="en-SA" sz="3200" dirty="0">
              <a:solidFill>
                <a:schemeClr val="accent6"/>
              </a:solidFill>
              <a:latin typeface="RB" pitchFamily="2" charset="-78"/>
              <a:cs typeface="RB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3862522213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Rectangle 28"/>
          <p:cNvSpPr/>
          <p:nvPr/>
        </p:nvSpPr>
        <p:spPr>
          <a:xfrm>
            <a:off x="6281529" y="2162210"/>
            <a:ext cx="4872245" cy="366767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50800" algn="justLow" rtl="1">
              <a:spcBef>
                <a:spcPts val="1000"/>
              </a:spcBef>
              <a:buClr>
                <a:schemeClr val="dk2"/>
              </a:buClr>
              <a:buSzPts val="2800"/>
            </a:pP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</a:t>
            </a:r>
            <a:endParaRPr lang="en-US" sz="1400" dirty="0">
              <a:solidFill>
                <a:schemeClr val="tx1">
                  <a:lumMod val="90000"/>
                  <a:lumOff val="10000"/>
                </a:schemeClr>
              </a:solidFill>
              <a:latin typeface="Tajawal" pitchFamily="2" charset="-78"/>
              <a:ea typeface="Readex Pro Deca"/>
              <a:cs typeface="Tajawal" pitchFamily="2" charset="-78"/>
              <a:sym typeface="Readex Pro"/>
            </a:endParaRPr>
          </a:p>
          <a:p>
            <a:pPr marL="50800" algn="justLow" rtl="1">
              <a:spcBef>
                <a:spcPts val="1000"/>
              </a:spcBef>
              <a:buClr>
                <a:schemeClr val="dk2"/>
              </a:buClr>
              <a:buSzPts val="2800"/>
            </a:pPr>
            <a:endParaRPr lang="ar-SA" sz="1400" u="none" strike="noStrike" cap="none" dirty="0">
              <a:solidFill>
                <a:schemeClr val="tx1">
                  <a:lumMod val="90000"/>
                  <a:lumOff val="10000"/>
                </a:schemeClr>
              </a:solidFill>
              <a:latin typeface="Tajawal" pitchFamily="2" charset="-78"/>
              <a:ea typeface="Readex Pro Deca"/>
              <a:cs typeface="Tajawal" pitchFamily="2" charset="-78"/>
              <a:sym typeface="Readex Pro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54987B48-176A-2779-374A-A7C0732B6866}"/>
              </a:ext>
            </a:extLst>
          </p:cNvPr>
          <p:cNvSpPr txBox="1"/>
          <p:nvPr/>
        </p:nvSpPr>
        <p:spPr>
          <a:xfrm>
            <a:off x="5590574" y="605678"/>
            <a:ext cx="5486400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 rtl="1"/>
            <a:r>
              <a:rPr lang="ar-SA" sz="3200" dirty="0">
                <a:solidFill>
                  <a:schemeClr val="tx2"/>
                </a:solidFill>
                <a:latin typeface="IBM Plex Sans Arabic" panose="020B0803050203000203" pitchFamily="34" charset="-78"/>
                <a:cs typeface="IBM Plex Sans Arabic" panose="020B0803050203000203" pitchFamily="34" charset="-78"/>
              </a:rPr>
              <a:t>عنوان رئيسي </a:t>
            </a:r>
            <a:endParaRPr lang="en-SA" sz="3200" dirty="0">
              <a:solidFill>
                <a:schemeClr val="tx2"/>
              </a:solidFill>
              <a:latin typeface="IBM Plex Sans Arabic" panose="020B0803050203000203" pitchFamily="34" charset="-78"/>
              <a:cs typeface="IBM Plex Sans Arabic" panose="020B0803050203000203" pitchFamily="34" charset="-78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43411E45-E3BC-6E11-BFD2-ECD779EC5275}"/>
              </a:ext>
            </a:extLst>
          </p:cNvPr>
          <p:cNvSpPr txBox="1"/>
          <p:nvPr/>
        </p:nvSpPr>
        <p:spPr>
          <a:xfrm>
            <a:off x="6887403" y="1321979"/>
            <a:ext cx="418957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 rtl="1"/>
            <a:r>
              <a:rPr lang="ar-SA" sz="3200" dirty="0">
                <a:solidFill>
                  <a:schemeClr val="accent6"/>
                </a:solidFill>
                <a:latin typeface="RB" pitchFamily="2" charset="-78"/>
                <a:cs typeface="RB" pitchFamily="2" charset="-78"/>
              </a:rPr>
              <a:t>عنوان فرعي</a:t>
            </a:r>
            <a:endParaRPr lang="en-SA" sz="3200" dirty="0">
              <a:solidFill>
                <a:schemeClr val="accent6"/>
              </a:solidFill>
              <a:latin typeface="RB" pitchFamily="2" charset="-78"/>
              <a:cs typeface="RB" pitchFamily="2" charset="-78"/>
            </a:endParaRPr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01180D9B-F7A5-F201-24AA-9A5FF0379FAE}"/>
              </a:ext>
            </a:extLst>
          </p:cNvPr>
          <p:cNvSpPr/>
          <p:nvPr/>
        </p:nvSpPr>
        <p:spPr>
          <a:xfrm>
            <a:off x="864703" y="2162210"/>
            <a:ext cx="4872245" cy="366767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50800" algn="justLow" rtl="1">
              <a:spcBef>
                <a:spcPts val="1000"/>
              </a:spcBef>
              <a:buClr>
                <a:schemeClr val="dk2"/>
              </a:buClr>
              <a:buSzPts val="2800"/>
            </a:pP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</a:t>
            </a:r>
            <a:endParaRPr lang="en-US" sz="1400" dirty="0">
              <a:solidFill>
                <a:schemeClr val="tx1">
                  <a:lumMod val="90000"/>
                  <a:lumOff val="10000"/>
                </a:schemeClr>
              </a:solidFill>
              <a:latin typeface="Tajawal" pitchFamily="2" charset="-78"/>
              <a:ea typeface="Readex Pro Deca"/>
              <a:cs typeface="Tajawal" pitchFamily="2" charset="-78"/>
              <a:sym typeface="Readex Pro"/>
            </a:endParaRPr>
          </a:p>
          <a:p>
            <a:pPr marL="50800" algn="justLow" rtl="1">
              <a:spcBef>
                <a:spcPts val="1000"/>
              </a:spcBef>
              <a:buClr>
                <a:schemeClr val="dk2"/>
              </a:buClr>
              <a:buSzPts val="2800"/>
            </a:pPr>
            <a:endParaRPr lang="ar-SA" sz="1400" u="none" strike="noStrike" cap="none" dirty="0">
              <a:solidFill>
                <a:schemeClr val="tx1">
                  <a:lumMod val="90000"/>
                  <a:lumOff val="10000"/>
                </a:schemeClr>
              </a:solidFill>
              <a:latin typeface="Tajawal" pitchFamily="2" charset="-78"/>
              <a:ea typeface="Readex Pro Deca"/>
              <a:cs typeface="Tajawal" pitchFamily="2" charset="-78"/>
              <a:sym typeface="Readex Pro"/>
            </a:endParaRPr>
          </a:p>
        </p:txBody>
      </p:sp>
    </p:spTree>
    <p:extLst>
      <p:ext uri="{BB962C8B-B14F-4D97-AF65-F5344CB8AC3E}">
        <p14:creationId xmlns:p14="http://schemas.microsoft.com/office/powerpoint/2010/main" val="560909510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Rectangle 28"/>
          <p:cNvSpPr/>
          <p:nvPr/>
        </p:nvSpPr>
        <p:spPr>
          <a:xfrm>
            <a:off x="7941365" y="2202551"/>
            <a:ext cx="3212409" cy="353943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50800" algn="justLow" rtl="1">
              <a:spcBef>
                <a:spcPts val="1000"/>
              </a:spcBef>
              <a:buClr>
                <a:schemeClr val="dk2"/>
              </a:buClr>
              <a:buSzPts val="2800"/>
            </a:pP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54987B48-176A-2779-374A-A7C0732B6866}"/>
              </a:ext>
            </a:extLst>
          </p:cNvPr>
          <p:cNvSpPr txBox="1"/>
          <p:nvPr/>
        </p:nvSpPr>
        <p:spPr>
          <a:xfrm>
            <a:off x="5590574" y="646019"/>
            <a:ext cx="5486400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 rtl="1"/>
            <a:r>
              <a:rPr lang="ar-SA" sz="3200" dirty="0">
                <a:solidFill>
                  <a:schemeClr val="tx2"/>
                </a:solidFill>
                <a:latin typeface="IBM Plex Sans Arabic" panose="020B0803050203000203" pitchFamily="34" charset="-78"/>
                <a:cs typeface="IBM Plex Sans Arabic" panose="020B0803050203000203" pitchFamily="34" charset="-78"/>
              </a:rPr>
              <a:t>عنوان رئيسي </a:t>
            </a:r>
            <a:endParaRPr lang="en-SA" sz="3200" dirty="0">
              <a:solidFill>
                <a:schemeClr val="tx2"/>
              </a:solidFill>
              <a:latin typeface="IBM Plex Sans Arabic" panose="020B0803050203000203" pitchFamily="34" charset="-78"/>
              <a:cs typeface="IBM Plex Sans Arabic" panose="020B0803050203000203" pitchFamily="34" charset="-78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43411E45-E3BC-6E11-BFD2-ECD779EC5275}"/>
              </a:ext>
            </a:extLst>
          </p:cNvPr>
          <p:cNvSpPr txBox="1"/>
          <p:nvPr/>
        </p:nvSpPr>
        <p:spPr>
          <a:xfrm>
            <a:off x="6887403" y="1362320"/>
            <a:ext cx="418957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 rtl="1"/>
            <a:r>
              <a:rPr lang="ar-SA" sz="3200" dirty="0">
                <a:solidFill>
                  <a:schemeClr val="accent6"/>
                </a:solidFill>
                <a:latin typeface="RB" pitchFamily="2" charset="-78"/>
                <a:cs typeface="RB" pitchFamily="2" charset="-78"/>
              </a:rPr>
              <a:t>عنوان فرعي</a:t>
            </a:r>
            <a:endParaRPr lang="en-SA" sz="3200" dirty="0">
              <a:solidFill>
                <a:schemeClr val="accent6"/>
              </a:solidFill>
              <a:latin typeface="RB" pitchFamily="2" charset="-78"/>
              <a:cs typeface="RB" pitchFamily="2" charset="-78"/>
            </a:endParaRP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E4CEAA23-B45A-9168-8062-3DC39732AC3A}"/>
              </a:ext>
            </a:extLst>
          </p:cNvPr>
          <p:cNvSpPr/>
          <p:nvPr/>
        </p:nvSpPr>
        <p:spPr>
          <a:xfrm>
            <a:off x="4383156" y="2202551"/>
            <a:ext cx="3212409" cy="353943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50800" algn="justLow" rtl="1">
              <a:spcBef>
                <a:spcPts val="1000"/>
              </a:spcBef>
              <a:buClr>
                <a:schemeClr val="dk2"/>
              </a:buClr>
              <a:buSzPts val="2800"/>
            </a:pP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</a:t>
            </a:r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C0E16391-B9DB-51E2-DD1A-EB234CCA90AA}"/>
              </a:ext>
            </a:extLst>
          </p:cNvPr>
          <p:cNvSpPr/>
          <p:nvPr/>
        </p:nvSpPr>
        <p:spPr>
          <a:xfrm>
            <a:off x="824947" y="2202551"/>
            <a:ext cx="3212409" cy="353943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50800" algn="justLow" rtl="1">
              <a:spcBef>
                <a:spcPts val="1000"/>
              </a:spcBef>
              <a:buClr>
                <a:schemeClr val="dk2"/>
              </a:buClr>
              <a:buSzPts val="2800"/>
            </a:pP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</a:t>
            </a:r>
          </a:p>
        </p:txBody>
      </p:sp>
    </p:spTree>
    <p:extLst>
      <p:ext uri="{BB962C8B-B14F-4D97-AF65-F5344CB8AC3E}">
        <p14:creationId xmlns:p14="http://schemas.microsoft.com/office/powerpoint/2010/main" val="3067726926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Rectangle 28"/>
          <p:cNvSpPr/>
          <p:nvPr/>
        </p:nvSpPr>
        <p:spPr>
          <a:xfrm>
            <a:off x="6748670" y="2221403"/>
            <a:ext cx="4405104" cy="160043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50800" algn="justLow" rtl="1">
              <a:spcBef>
                <a:spcPts val="1000"/>
              </a:spcBef>
              <a:buClr>
                <a:schemeClr val="dk2"/>
              </a:buClr>
              <a:buSzPts val="2800"/>
            </a:pP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</a:t>
            </a:r>
            <a:endParaRPr lang="ar-SA" sz="1400" u="none" strike="noStrike" cap="none" dirty="0">
              <a:solidFill>
                <a:schemeClr val="tx1">
                  <a:lumMod val="90000"/>
                  <a:lumOff val="10000"/>
                </a:schemeClr>
              </a:solidFill>
              <a:latin typeface="Tajawal" pitchFamily="2" charset="-78"/>
              <a:ea typeface="Readex Pro Deca"/>
              <a:cs typeface="Tajawal" pitchFamily="2" charset="-78"/>
              <a:sym typeface="Readex Pro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54987B48-176A-2779-374A-A7C0732B6866}"/>
              </a:ext>
            </a:extLst>
          </p:cNvPr>
          <p:cNvSpPr txBox="1"/>
          <p:nvPr/>
        </p:nvSpPr>
        <p:spPr>
          <a:xfrm>
            <a:off x="5590574" y="390525"/>
            <a:ext cx="5486400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 rtl="1"/>
            <a:r>
              <a:rPr lang="ar-SA" sz="3200" dirty="0">
                <a:solidFill>
                  <a:schemeClr val="tx2"/>
                </a:solidFill>
                <a:latin typeface="IBM Plex Sans Arabic" panose="020B0803050203000203" pitchFamily="34" charset="-78"/>
                <a:cs typeface="IBM Plex Sans Arabic" panose="020B0803050203000203" pitchFamily="34" charset="-78"/>
              </a:rPr>
              <a:t>عنوان رئيسي </a:t>
            </a:r>
            <a:endParaRPr lang="en-SA" sz="3200" dirty="0">
              <a:solidFill>
                <a:schemeClr val="tx2"/>
              </a:solidFill>
              <a:latin typeface="IBM Plex Sans Arabic" panose="020B0803050203000203" pitchFamily="34" charset="-78"/>
              <a:cs typeface="IBM Plex Sans Arabic" panose="020B0803050203000203" pitchFamily="34" charset="-78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43411E45-E3BC-6E11-BFD2-ECD779EC5275}"/>
              </a:ext>
            </a:extLst>
          </p:cNvPr>
          <p:cNvSpPr txBox="1"/>
          <p:nvPr/>
        </p:nvSpPr>
        <p:spPr>
          <a:xfrm>
            <a:off x="6887403" y="1106826"/>
            <a:ext cx="418957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 rtl="1"/>
            <a:r>
              <a:rPr lang="ar-SA" sz="3200" dirty="0">
                <a:latin typeface="RB" pitchFamily="2" charset="-78"/>
                <a:cs typeface="RB" pitchFamily="2" charset="-78"/>
              </a:rPr>
              <a:t>عنوان فرعي</a:t>
            </a:r>
            <a:endParaRPr lang="en-SA" sz="3200" dirty="0">
              <a:latin typeface="RB" pitchFamily="2" charset="-78"/>
              <a:cs typeface="RB" pitchFamily="2" charset="-78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D5AFC4C6-E7F8-ECFA-B03F-8A9883F92D91}"/>
              </a:ext>
            </a:extLst>
          </p:cNvPr>
          <p:cNvSpPr txBox="1"/>
          <p:nvPr/>
        </p:nvSpPr>
        <p:spPr>
          <a:xfrm>
            <a:off x="6964203" y="1823127"/>
            <a:ext cx="4189571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 rtl="1"/>
            <a:r>
              <a:rPr lang="ar-SA" sz="2000" dirty="0">
                <a:solidFill>
                  <a:schemeClr val="accent6"/>
                </a:solidFill>
                <a:latin typeface="RB" pitchFamily="2" charset="-78"/>
                <a:cs typeface="RB" pitchFamily="2" charset="-78"/>
              </a:rPr>
              <a:t>عنوان فرعي</a:t>
            </a:r>
            <a:endParaRPr lang="en-SA" sz="2000" dirty="0">
              <a:solidFill>
                <a:schemeClr val="accent6"/>
              </a:solidFill>
              <a:latin typeface="RB" pitchFamily="2" charset="-78"/>
              <a:cs typeface="RB" pitchFamily="2" charset="-78"/>
            </a:endParaRP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F28C99A9-1809-DDF1-49BC-B0099998359D}"/>
              </a:ext>
            </a:extLst>
          </p:cNvPr>
          <p:cNvSpPr/>
          <p:nvPr/>
        </p:nvSpPr>
        <p:spPr>
          <a:xfrm>
            <a:off x="6748670" y="4358316"/>
            <a:ext cx="4405104" cy="160043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50800" algn="justLow" rtl="1">
              <a:spcBef>
                <a:spcPts val="1000"/>
              </a:spcBef>
              <a:buClr>
                <a:schemeClr val="dk2"/>
              </a:buClr>
              <a:buSzPts val="2800"/>
            </a:pP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</a:t>
            </a:r>
            <a:endParaRPr lang="ar-SA" sz="1400" u="none" strike="noStrike" cap="none" dirty="0">
              <a:solidFill>
                <a:schemeClr val="tx1">
                  <a:lumMod val="90000"/>
                  <a:lumOff val="10000"/>
                </a:schemeClr>
              </a:solidFill>
              <a:latin typeface="Tajawal" pitchFamily="2" charset="-78"/>
              <a:ea typeface="Readex Pro Deca"/>
              <a:cs typeface="Tajawal" pitchFamily="2" charset="-78"/>
              <a:sym typeface="Readex Pro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8163890B-D232-DDEE-8955-388824AE28B3}"/>
              </a:ext>
            </a:extLst>
          </p:cNvPr>
          <p:cNvSpPr txBox="1"/>
          <p:nvPr/>
        </p:nvSpPr>
        <p:spPr>
          <a:xfrm>
            <a:off x="6964203" y="3960040"/>
            <a:ext cx="4189571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 rtl="1"/>
            <a:r>
              <a:rPr lang="ar-SA" sz="2000" dirty="0">
                <a:solidFill>
                  <a:schemeClr val="accent6"/>
                </a:solidFill>
                <a:latin typeface="RB" pitchFamily="2" charset="-78"/>
                <a:cs typeface="RB" pitchFamily="2" charset="-78"/>
              </a:rPr>
              <a:t>عنوان فرعي</a:t>
            </a:r>
            <a:endParaRPr lang="en-SA" sz="2000" dirty="0">
              <a:solidFill>
                <a:schemeClr val="accent6"/>
              </a:solidFill>
              <a:latin typeface="RB" pitchFamily="2" charset="-78"/>
              <a:cs typeface="RB" pitchFamily="2" charset="-78"/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74897F5E-4242-AF92-003C-C437009D4CE3}"/>
              </a:ext>
            </a:extLst>
          </p:cNvPr>
          <p:cNvSpPr/>
          <p:nvPr/>
        </p:nvSpPr>
        <p:spPr>
          <a:xfrm>
            <a:off x="874644" y="2221403"/>
            <a:ext cx="4405104" cy="160043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50800" algn="justLow" rtl="1">
              <a:spcBef>
                <a:spcPts val="1000"/>
              </a:spcBef>
              <a:buClr>
                <a:schemeClr val="dk2"/>
              </a:buClr>
              <a:buSzPts val="2800"/>
            </a:pP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</a:t>
            </a:r>
            <a:endParaRPr lang="ar-SA" sz="1400" u="none" strike="noStrike" cap="none" dirty="0">
              <a:solidFill>
                <a:schemeClr val="tx1">
                  <a:lumMod val="90000"/>
                  <a:lumOff val="10000"/>
                </a:schemeClr>
              </a:solidFill>
              <a:latin typeface="Tajawal" pitchFamily="2" charset="-78"/>
              <a:ea typeface="Readex Pro Deca"/>
              <a:cs typeface="Tajawal" pitchFamily="2" charset="-78"/>
              <a:sym typeface="Readex Pro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22C35CDB-E29B-392A-3E5F-5B702F21B2CB}"/>
              </a:ext>
            </a:extLst>
          </p:cNvPr>
          <p:cNvSpPr txBox="1"/>
          <p:nvPr/>
        </p:nvSpPr>
        <p:spPr>
          <a:xfrm>
            <a:off x="1090177" y="1823127"/>
            <a:ext cx="4189571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 rtl="1"/>
            <a:r>
              <a:rPr lang="ar-SA" sz="2000" dirty="0">
                <a:solidFill>
                  <a:schemeClr val="accent6"/>
                </a:solidFill>
                <a:latin typeface="RB" pitchFamily="2" charset="-78"/>
                <a:cs typeface="RB" pitchFamily="2" charset="-78"/>
              </a:rPr>
              <a:t>عنوان فرعي</a:t>
            </a:r>
            <a:endParaRPr lang="en-SA" sz="2000" dirty="0">
              <a:solidFill>
                <a:schemeClr val="accent6"/>
              </a:solidFill>
              <a:latin typeface="RB" pitchFamily="2" charset="-78"/>
              <a:cs typeface="RB" pitchFamily="2" charset="-78"/>
            </a:endParaRP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D640C93A-19A3-ED3D-DEA4-FD9609368AA8}"/>
              </a:ext>
            </a:extLst>
          </p:cNvPr>
          <p:cNvSpPr/>
          <p:nvPr/>
        </p:nvSpPr>
        <p:spPr>
          <a:xfrm>
            <a:off x="874644" y="4358316"/>
            <a:ext cx="4405104" cy="160043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50800" algn="justLow" rtl="1">
              <a:spcBef>
                <a:spcPts val="1000"/>
              </a:spcBef>
              <a:buClr>
                <a:schemeClr val="dk2"/>
              </a:buClr>
              <a:buSzPts val="2800"/>
            </a:pP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</a:t>
            </a:r>
            <a:endParaRPr lang="ar-SA" sz="1400" u="none" strike="noStrike" cap="none" dirty="0">
              <a:solidFill>
                <a:schemeClr val="tx1">
                  <a:lumMod val="90000"/>
                  <a:lumOff val="10000"/>
                </a:schemeClr>
              </a:solidFill>
              <a:latin typeface="Tajawal" pitchFamily="2" charset="-78"/>
              <a:ea typeface="Readex Pro Deca"/>
              <a:cs typeface="Tajawal" pitchFamily="2" charset="-78"/>
              <a:sym typeface="Readex Pro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20DDC45D-17EE-B447-265F-E8BBE1CC2928}"/>
              </a:ext>
            </a:extLst>
          </p:cNvPr>
          <p:cNvSpPr txBox="1"/>
          <p:nvPr/>
        </p:nvSpPr>
        <p:spPr>
          <a:xfrm>
            <a:off x="1090177" y="3960040"/>
            <a:ext cx="4189571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 rtl="1"/>
            <a:r>
              <a:rPr lang="ar-SA" sz="2000" dirty="0">
                <a:solidFill>
                  <a:schemeClr val="accent6"/>
                </a:solidFill>
                <a:latin typeface="RB" pitchFamily="2" charset="-78"/>
                <a:cs typeface="RB" pitchFamily="2" charset="-78"/>
              </a:rPr>
              <a:t>عنوان فرعي</a:t>
            </a:r>
            <a:endParaRPr lang="en-SA" sz="2000" dirty="0">
              <a:solidFill>
                <a:schemeClr val="accent6"/>
              </a:solidFill>
              <a:latin typeface="RB" pitchFamily="2" charset="-78"/>
              <a:cs typeface="RB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1778846205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Rectangle 28"/>
          <p:cNvSpPr/>
          <p:nvPr/>
        </p:nvSpPr>
        <p:spPr>
          <a:xfrm>
            <a:off x="7623312" y="2678603"/>
            <a:ext cx="3530461" cy="116955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50800" algn="justLow" rtl="1">
              <a:spcBef>
                <a:spcPts val="1000"/>
              </a:spcBef>
              <a:buClr>
                <a:schemeClr val="dk2"/>
              </a:buClr>
              <a:buSzPts val="2800"/>
            </a:pP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</a:t>
            </a:r>
            <a:endParaRPr lang="ar-SA" sz="1400" u="none" strike="noStrike" cap="none" dirty="0">
              <a:solidFill>
                <a:schemeClr val="tx1">
                  <a:lumMod val="90000"/>
                  <a:lumOff val="10000"/>
                </a:schemeClr>
              </a:solidFill>
              <a:latin typeface="Tajawal" pitchFamily="2" charset="-78"/>
              <a:ea typeface="Readex Pro Deca"/>
              <a:cs typeface="Tajawal" pitchFamily="2" charset="-78"/>
              <a:sym typeface="Readex Pro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54987B48-176A-2779-374A-A7C0732B6866}"/>
              </a:ext>
            </a:extLst>
          </p:cNvPr>
          <p:cNvSpPr txBox="1"/>
          <p:nvPr/>
        </p:nvSpPr>
        <p:spPr>
          <a:xfrm>
            <a:off x="5590574" y="847725"/>
            <a:ext cx="5486400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 rtl="1"/>
            <a:r>
              <a:rPr lang="ar-SA" sz="3200" dirty="0">
                <a:solidFill>
                  <a:schemeClr val="tx2"/>
                </a:solidFill>
                <a:latin typeface="IBM Plex Sans Arabic" panose="020B0803050203000203" pitchFamily="34" charset="-78"/>
                <a:cs typeface="IBM Plex Sans Arabic" panose="020B0803050203000203" pitchFamily="34" charset="-78"/>
              </a:rPr>
              <a:t>عنوان رئيسي </a:t>
            </a:r>
            <a:endParaRPr lang="en-SA" sz="3200" dirty="0">
              <a:solidFill>
                <a:schemeClr val="tx2"/>
              </a:solidFill>
              <a:latin typeface="IBM Plex Sans Arabic" panose="020B0803050203000203" pitchFamily="34" charset="-78"/>
              <a:cs typeface="IBM Plex Sans Arabic" panose="020B0803050203000203" pitchFamily="34" charset="-78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43411E45-E3BC-6E11-BFD2-ECD779EC5275}"/>
              </a:ext>
            </a:extLst>
          </p:cNvPr>
          <p:cNvSpPr txBox="1"/>
          <p:nvPr/>
        </p:nvSpPr>
        <p:spPr>
          <a:xfrm>
            <a:off x="6887403" y="1564026"/>
            <a:ext cx="418957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 rtl="1"/>
            <a:r>
              <a:rPr lang="ar-SA" sz="3200" dirty="0">
                <a:latin typeface="RB" pitchFamily="2" charset="-78"/>
                <a:cs typeface="RB" pitchFamily="2" charset="-78"/>
              </a:rPr>
              <a:t>عنوان فرعي</a:t>
            </a:r>
            <a:endParaRPr lang="en-SA" sz="3200" dirty="0">
              <a:latin typeface="RB" pitchFamily="2" charset="-78"/>
              <a:cs typeface="RB" pitchFamily="2" charset="-78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D5AFC4C6-E7F8-ECFA-B03F-8A9883F92D91}"/>
              </a:ext>
            </a:extLst>
          </p:cNvPr>
          <p:cNvSpPr txBox="1"/>
          <p:nvPr/>
        </p:nvSpPr>
        <p:spPr>
          <a:xfrm>
            <a:off x="7722704" y="2280327"/>
            <a:ext cx="3431070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 rtl="1"/>
            <a:r>
              <a:rPr lang="ar-SA" sz="2000" dirty="0">
                <a:solidFill>
                  <a:schemeClr val="accent6"/>
                </a:solidFill>
                <a:latin typeface="RB" pitchFamily="2" charset="-78"/>
                <a:cs typeface="RB" pitchFamily="2" charset="-78"/>
              </a:rPr>
              <a:t>عنوان فرعي</a:t>
            </a:r>
            <a:endParaRPr lang="en-SA" sz="2000" dirty="0">
              <a:solidFill>
                <a:schemeClr val="accent6"/>
              </a:solidFill>
              <a:latin typeface="RB" pitchFamily="2" charset="-78"/>
              <a:cs typeface="RB" pitchFamily="2" charset="-78"/>
            </a:endParaRP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0A301705-AB0D-E003-E2D9-50725FF29376}"/>
              </a:ext>
            </a:extLst>
          </p:cNvPr>
          <p:cNvSpPr/>
          <p:nvPr/>
        </p:nvSpPr>
        <p:spPr>
          <a:xfrm>
            <a:off x="7623312" y="4507403"/>
            <a:ext cx="3530461" cy="116955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50800" algn="justLow" rtl="1">
              <a:spcBef>
                <a:spcPts val="1000"/>
              </a:spcBef>
              <a:buClr>
                <a:schemeClr val="dk2"/>
              </a:buClr>
              <a:buSzPts val="2800"/>
            </a:pP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</a:t>
            </a:r>
            <a:endParaRPr lang="ar-SA" sz="1400" u="none" strike="noStrike" cap="none" dirty="0">
              <a:solidFill>
                <a:schemeClr val="tx1">
                  <a:lumMod val="90000"/>
                  <a:lumOff val="10000"/>
                </a:schemeClr>
              </a:solidFill>
              <a:latin typeface="Tajawal" pitchFamily="2" charset="-78"/>
              <a:ea typeface="Readex Pro Deca"/>
              <a:cs typeface="Tajawal" pitchFamily="2" charset="-78"/>
              <a:sym typeface="Readex Pro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CBE4F682-4993-3E01-3913-07D9E30B3FDF}"/>
              </a:ext>
            </a:extLst>
          </p:cNvPr>
          <p:cNvSpPr txBox="1"/>
          <p:nvPr/>
        </p:nvSpPr>
        <p:spPr>
          <a:xfrm>
            <a:off x="7722704" y="4109127"/>
            <a:ext cx="3431070" cy="3982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 rtl="1"/>
            <a:r>
              <a:rPr lang="ar-SA" sz="2000" dirty="0">
                <a:solidFill>
                  <a:schemeClr val="accent6"/>
                </a:solidFill>
                <a:latin typeface="RB" pitchFamily="2" charset="-78"/>
                <a:cs typeface="RB" pitchFamily="2" charset="-78"/>
              </a:rPr>
              <a:t>عنوان فرعي</a:t>
            </a:r>
            <a:endParaRPr lang="en-SA" sz="2000" dirty="0">
              <a:solidFill>
                <a:schemeClr val="accent6"/>
              </a:solidFill>
              <a:latin typeface="RB" pitchFamily="2" charset="-78"/>
              <a:cs typeface="RB" pitchFamily="2" charset="-78"/>
            </a:endParaRPr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A56D3F85-B8EC-10DA-EC77-E4053AADC71C}"/>
              </a:ext>
            </a:extLst>
          </p:cNvPr>
          <p:cNvSpPr/>
          <p:nvPr/>
        </p:nvSpPr>
        <p:spPr>
          <a:xfrm>
            <a:off x="3925956" y="2678603"/>
            <a:ext cx="3530461" cy="116955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50800" algn="justLow" rtl="1">
              <a:spcBef>
                <a:spcPts val="1000"/>
              </a:spcBef>
              <a:buClr>
                <a:schemeClr val="dk2"/>
              </a:buClr>
              <a:buSzPts val="2800"/>
            </a:pP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</a:t>
            </a:r>
            <a:endParaRPr lang="ar-SA" sz="1400" u="none" strike="noStrike" cap="none" dirty="0">
              <a:solidFill>
                <a:schemeClr val="tx1">
                  <a:lumMod val="90000"/>
                  <a:lumOff val="10000"/>
                </a:schemeClr>
              </a:solidFill>
              <a:latin typeface="Tajawal" pitchFamily="2" charset="-78"/>
              <a:ea typeface="Readex Pro Deca"/>
              <a:cs typeface="Tajawal" pitchFamily="2" charset="-78"/>
              <a:sym typeface="Readex Pro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EE1BC4CF-6CB7-5F2D-114C-FE7908786DD4}"/>
              </a:ext>
            </a:extLst>
          </p:cNvPr>
          <p:cNvSpPr txBox="1"/>
          <p:nvPr/>
        </p:nvSpPr>
        <p:spPr>
          <a:xfrm>
            <a:off x="4025348" y="2280327"/>
            <a:ext cx="3431070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 rtl="1"/>
            <a:r>
              <a:rPr lang="ar-SA" sz="2000" dirty="0">
                <a:solidFill>
                  <a:schemeClr val="accent6"/>
                </a:solidFill>
                <a:latin typeface="RB" pitchFamily="2" charset="-78"/>
                <a:cs typeface="RB" pitchFamily="2" charset="-78"/>
              </a:rPr>
              <a:t>عنوان فرعي</a:t>
            </a:r>
            <a:endParaRPr lang="en-SA" sz="2000" dirty="0">
              <a:solidFill>
                <a:schemeClr val="accent6"/>
              </a:solidFill>
              <a:latin typeface="RB" pitchFamily="2" charset="-78"/>
              <a:cs typeface="RB" pitchFamily="2" charset="-78"/>
            </a:endParaRPr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B3D176DB-A026-FD9B-7650-A6CEC201E5F7}"/>
              </a:ext>
            </a:extLst>
          </p:cNvPr>
          <p:cNvSpPr/>
          <p:nvPr/>
        </p:nvSpPr>
        <p:spPr>
          <a:xfrm>
            <a:off x="3925956" y="4507403"/>
            <a:ext cx="3530461" cy="116955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50800" algn="justLow" rtl="1">
              <a:spcBef>
                <a:spcPts val="1000"/>
              </a:spcBef>
              <a:buClr>
                <a:schemeClr val="dk2"/>
              </a:buClr>
              <a:buSzPts val="2800"/>
            </a:pP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</a:t>
            </a:r>
            <a:endParaRPr lang="ar-SA" sz="1400" u="none" strike="noStrike" cap="none" dirty="0">
              <a:solidFill>
                <a:schemeClr val="tx1">
                  <a:lumMod val="90000"/>
                  <a:lumOff val="10000"/>
                </a:schemeClr>
              </a:solidFill>
              <a:latin typeface="Tajawal" pitchFamily="2" charset="-78"/>
              <a:ea typeface="Readex Pro Deca"/>
              <a:cs typeface="Tajawal" pitchFamily="2" charset="-78"/>
              <a:sym typeface="Readex Pro"/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6D39EF51-84CC-2855-48DD-626C1399C8C6}"/>
              </a:ext>
            </a:extLst>
          </p:cNvPr>
          <p:cNvSpPr txBox="1"/>
          <p:nvPr/>
        </p:nvSpPr>
        <p:spPr>
          <a:xfrm>
            <a:off x="4025348" y="4109127"/>
            <a:ext cx="3431070" cy="3982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 rtl="1"/>
            <a:r>
              <a:rPr lang="ar-SA" sz="2000" dirty="0">
                <a:solidFill>
                  <a:schemeClr val="accent6"/>
                </a:solidFill>
                <a:latin typeface="RB" pitchFamily="2" charset="-78"/>
                <a:cs typeface="RB" pitchFamily="2" charset="-78"/>
              </a:rPr>
              <a:t>عنوان فرعي</a:t>
            </a:r>
            <a:endParaRPr lang="en-SA" sz="2000" dirty="0">
              <a:solidFill>
                <a:schemeClr val="accent6"/>
              </a:solidFill>
              <a:latin typeface="RB" pitchFamily="2" charset="-78"/>
              <a:cs typeface="RB" pitchFamily="2" charset="-78"/>
            </a:endParaRPr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C15DEFA1-35D1-13F7-AEA9-FA326027BCF1}"/>
              </a:ext>
            </a:extLst>
          </p:cNvPr>
          <p:cNvSpPr/>
          <p:nvPr/>
        </p:nvSpPr>
        <p:spPr>
          <a:xfrm>
            <a:off x="248478" y="2678603"/>
            <a:ext cx="3530461" cy="116955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50800" algn="justLow" rtl="1">
              <a:spcBef>
                <a:spcPts val="1000"/>
              </a:spcBef>
              <a:buClr>
                <a:schemeClr val="dk2"/>
              </a:buClr>
              <a:buSzPts val="2800"/>
            </a:pP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</a:t>
            </a:r>
            <a:endParaRPr lang="ar-SA" sz="1400" u="none" strike="noStrike" cap="none" dirty="0">
              <a:solidFill>
                <a:schemeClr val="tx1">
                  <a:lumMod val="90000"/>
                  <a:lumOff val="10000"/>
                </a:schemeClr>
              </a:solidFill>
              <a:latin typeface="Tajawal" pitchFamily="2" charset="-78"/>
              <a:ea typeface="Readex Pro Deca"/>
              <a:cs typeface="Tajawal" pitchFamily="2" charset="-78"/>
              <a:sym typeface="Readex Pro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50D37F2B-00BA-E1A8-4D01-C5CF3A6C8556}"/>
              </a:ext>
            </a:extLst>
          </p:cNvPr>
          <p:cNvSpPr txBox="1"/>
          <p:nvPr/>
        </p:nvSpPr>
        <p:spPr>
          <a:xfrm>
            <a:off x="347870" y="2280327"/>
            <a:ext cx="3431070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 rtl="1"/>
            <a:r>
              <a:rPr lang="ar-SA" sz="2000" dirty="0">
                <a:solidFill>
                  <a:schemeClr val="accent6"/>
                </a:solidFill>
                <a:latin typeface="RB" pitchFamily="2" charset="-78"/>
                <a:cs typeface="RB" pitchFamily="2" charset="-78"/>
              </a:rPr>
              <a:t>عنوان فرعي</a:t>
            </a:r>
            <a:endParaRPr lang="en-SA" sz="2000" dirty="0">
              <a:solidFill>
                <a:schemeClr val="accent6"/>
              </a:solidFill>
              <a:latin typeface="RB" pitchFamily="2" charset="-78"/>
              <a:cs typeface="RB" pitchFamily="2" charset="-78"/>
            </a:endParaRPr>
          </a:p>
        </p:txBody>
      </p:sp>
      <p:sp>
        <p:nvSpPr>
          <p:cNvPr id="19" name="Rectangle 18">
            <a:extLst>
              <a:ext uri="{FF2B5EF4-FFF2-40B4-BE49-F238E27FC236}">
                <a16:creationId xmlns:a16="http://schemas.microsoft.com/office/drawing/2014/main" id="{F4320572-E5D7-02A1-6255-D346F8D8C043}"/>
              </a:ext>
            </a:extLst>
          </p:cNvPr>
          <p:cNvSpPr/>
          <p:nvPr/>
        </p:nvSpPr>
        <p:spPr>
          <a:xfrm>
            <a:off x="248478" y="4507403"/>
            <a:ext cx="3530461" cy="116955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50800" algn="justLow" rtl="1">
              <a:spcBef>
                <a:spcPts val="1000"/>
              </a:spcBef>
              <a:buClr>
                <a:schemeClr val="dk2"/>
              </a:buClr>
              <a:buSzPts val="2800"/>
            </a:pP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</a:t>
            </a:r>
            <a:endParaRPr lang="ar-SA" sz="1400" u="none" strike="noStrike" cap="none" dirty="0">
              <a:solidFill>
                <a:schemeClr val="tx1">
                  <a:lumMod val="90000"/>
                  <a:lumOff val="10000"/>
                </a:schemeClr>
              </a:solidFill>
              <a:latin typeface="Tajawal" pitchFamily="2" charset="-78"/>
              <a:ea typeface="Readex Pro Deca"/>
              <a:cs typeface="Tajawal" pitchFamily="2" charset="-78"/>
              <a:sym typeface="Readex Pro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D490CC11-1E6D-0ED3-DD61-49AF38CDAAA5}"/>
              </a:ext>
            </a:extLst>
          </p:cNvPr>
          <p:cNvSpPr txBox="1"/>
          <p:nvPr/>
        </p:nvSpPr>
        <p:spPr>
          <a:xfrm>
            <a:off x="347870" y="4109127"/>
            <a:ext cx="3431070" cy="3982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 rtl="1"/>
            <a:r>
              <a:rPr lang="ar-SA" sz="2000" dirty="0">
                <a:solidFill>
                  <a:schemeClr val="accent6"/>
                </a:solidFill>
                <a:latin typeface="RB" pitchFamily="2" charset="-78"/>
                <a:cs typeface="RB" pitchFamily="2" charset="-78"/>
              </a:rPr>
              <a:t>عنوان فرعي</a:t>
            </a:r>
            <a:endParaRPr lang="en-SA" sz="2000" dirty="0">
              <a:solidFill>
                <a:schemeClr val="accent6"/>
              </a:solidFill>
              <a:latin typeface="RB" pitchFamily="2" charset="-78"/>
              <a:cs typeface="RB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2501236879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2053EA7F-F659-7441-862F-12F2FED7AB12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609420" y="657225"/>
            <a:ext cx="4836656" cy="5943600"/>
          </a:xfrm>
        </p:spPr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762E593F-6413-3809-2188-866E885CE884}"/>
              </a:ext>
            </a:extLst>
          </p:cNvPr>
          <p:cNvSpPr txBox="1"/>
          <p:nvPr/>
        </p:nvSpPr>
        <p:spPr>
          <a:xfrm>
            <a:off x="6252660" y="1090539"/>
            <a:ext cx="5486400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 rtl="1"/>
            <a:r>
              <a:rPr lang="ar-SA" sz="3200" dirty="0">
                <a:solidFill>
                  <a:schemeClr val="tx2"/>
                </a:solidFill>
                <a:latin typeface="IBM Plex Sans Arabic" panose="020B0803050203000203" pitchFamily="34" charset="-78"/>
                <a:cs typeface="IBM Plex Sans Arabic" panose="020B0803050203000203" pitchFamily="34" charset="-78"/>
              </a:rPr>
              <a:t>عنوان رئيسي </a:t>
            </a:r>
            <a:endParaRPr lang="en-SA" sz="3200" dirty="0">
              <a:solidFill>
                <a:schemeClr val="tx2"/>
              </a:solidFill>
              <a:latin typeface="IBM Plex Sans Arabic" panose="020B0803050203000203" pitchFamily="34" charset="-78"/>
              <a:cs typeface="IBM Plex Sans Arabic" panose="020B0803050203000203" pitchFamily="34" charset="-78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865BD202-461A-735A-30F5-EFAF54932EB2}"/>
              </a:ext>
            </a:extLst>
          </p:cNvPr>
          <p:cNvSpPr txBox="1"/>
          <p:nvPr/>
        </p:nvSpPr>
        <p:spPr>
          <a:xfrm>
            <a:off x="7549489" y="1806840"/>
            <a:ext cx="418957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 rtl="1"/>
            <a:r>
              <a:rPr lang="ar-SA" sz="3200" dirty="0">
                <a:solidFill>
                  <a:schemeClr val="accent6"/>
                </a:solidFill>
                <a:latin typeface="RB" pitchFamily="2" charset="-78"/>
                <a:cs typeface="RB" pitchFamily="2" charset="-78"/>
              </a:rPr>
              <a:t>عنوان فرعي</a:t>
            </a:r>
            <a:endParaRPr lang="en-SA" sz="3200" dirty="0">
              <a:solidFill>
                <a:schemeClr val="accent6"/>
              </a:solidFill>
              <a:latin typeface="RB" pitchFamily="2" charset="-78"/>
              <a:cs typeface="RB" pitchFamily="2" charset="-78"/>
            </a:endParaRPr>
          </a:p>
        </p:txBody>
      </p:sp>
      <p:sp>
        <p:nvSpPr>
          <p:cNvPr id="5" name="Bentuk Bebas: Bentuk 67">
            <a:extLst>
              <a:ext uri="{FF2B5EF4-FFF2-40B4-BE49-F238E27FC236}">
                <a16:creationId xmlns:a16="http://schemas.microsoft.com/office/drawing/2014/main" id="{A59CD2C8-919A-34A2-73FA-AFF8A34436D6}"/>
              </a:ext>
            </a:extLst>
          </p:cNvPr>
          <p:cNvSpPr/>
          <p:nvPr/>
        </p:nvSpPr>
        <p:spPr>
          <a:xfrm flipH="1">
            <a:off x="6585169" y="337159"/>
            <a:ext cx="5046018" cy="320065"/>
          </a:xfrm>
          <a:custGeom>
            <a:avLst/>
            <a:gdLst>
              <a:gd name="connsiteX0" fmla="*/ 0 w 5036883"/>
              <a:gd name="connsiteY0" fmla="*/ 0 h 224726"/>
              <a:gd name="connsiteX1" fmla="*/ 0 w 5036883"/>
              <a:gd name="connsiteY1" fmla="*/ 224727 h 224726"/>
              <a:gd name="connsiteX2" fmla="*/ 4812157 w 5036883"/>
              <a:gd name="connsiteY2" fmla="*/ 224727 h 224726"/>
              <a:gd name="connsiteX3" fmla="*/ 5036884 w 5036883"/>
              <a:gd name="connsiteY3" fmla="*/ 0 h 224726"/>
              <a:gd name="connsiteX4" fmla="*/ 4812157 w 5036883"/>
              <a:gd name="connsiteY4" fmla="*/ 0 h 2247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036883" h="224726">
                <a:moveTo>
                  <a:pt x="0" y="0"/>
                </a:moveTo>
                <a:lnTo>
                  <a:pt x="0" y="224727"/>
                </a:lnTo>
                <a:lnTo>
                  <a:pt x="4812157" y="224727"/>
                </a:lnTo>
                <a:lnTo>
                  <a:pt x="5036884" y="0"/>
                </a:lnTo>
                <a:lnTo>
                  <a:pt x="4812157" y="0"/>
                </a:lnTo>
                <a:close/>
              </a:path>
            </a:pathLst>
          </a:custGeom>
          <a:solidFill>
            <a:schemeClr val="accent1"/>
          </a:solidFill>
          <a:ln w="6347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r" defTabSz="91440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0" cap="none" spc="0" normalizeH="0" baseline="0" noProof="0" dirty="0">
              <a:ln>
                <a:noFill/>
              </a:ln>
              <a:solidFill>
                <a:schemeClr val="accent5"/>
              </a:solidFill>
              <a:effectLst/>
              <a:uLnTx/>
              <a:uFillTx/>
            </a:endParaRPr>
          </a:p>
        </p:txBody>
      </p:sp>
      <p:sp>
        <p:nvSpPr>
          <p:cNvPr id="6" name="Freeform 5">
            <a:extLst>
              <a:ext uri="{FF2B5EF4-FFF2-40B4-BE49-F238E27FC236}">
                <a16:creationId xmlns:a16="http://schemas.microsoft.com/office/drawing/2014/main" id="{D97D32F4-19D3-57E0-20BF-4397CFA949F5}"/>
              </a:ext>
            </a:extLst>
          </p:cNvPr>
          <p:cNvSpPr/>
          <p:nvPr/>
        </p:nvSpPr>
        <p:spPr>
          <a:xfrm>
            <a:off x="6143358" y="327757"/>
            <a:ext cx="340276" cy="338868"/>
          </a:xfrm>
          <a:custGeom>
            <a:avLst/>
            <a:gdLst>
              <a:gd name="connsiteX0" fmla="*/ 154795 w 440381"/>
              <a:gd name="connsiteY0" fmla="*/ 7155 h 438559"/>
              <a:gd name="connsiteX1" fmla="*/ 153489 w 440381"/>
              <a:gd name="connsiteY1" fmla="*/ 7155 h 438559"/>
              <a:gd name="connsiteX2" fmla="*/ 151529 w 440381"/>
              <a:gd name="connsiteY2" fmla="*/ 7155 h 438559"/>
              <a:gd name="connsiteX3" fmla="*/ 148917 w 440381"/>
              <a:gd name="connsiteY3" fmla="*/ 7805 h 438559"/>
              <a:gd name="connsiteX4" fmla="*/ 146957 w 440381"/>
              <a:gd name="connsiteY4" fmla="*/ 8456 h 438559"/>
              <a:gd name="connsiteX5" fmla="*/ 144998 w 440381"/>
              <a:gd name="connsiteY5" fmla="*/ 9757 h 438559"/>
              <a:gd name="connsiteX6" fmla="*/ 144345 w 440381"/>
              <a:gd name="connsiteY6" fmla="*/ 10407 h 438559"/>
              <a:gd name="connsiteX7" fmla="*/ 11103 w 440381"/>
              <a:gd name="connsiteY7" fmla="*/ 143097 h 438559"/>
              <a:gd name="connsiteX8" fmla="*/ 10450 w 440381"/>
              <a:gd name="connsiteY8" fmla="*/ 143747 h 438559"/>
              <a:gd name="connsiteX9" fmla="*/ 9144 w 440381"/>
              <a:gd name="connsiteY9" fmla="*/ 145699 h 438559"/>
              <a:gd name="connsiteX10" fmla="*/ 8491 w 440381"/>
              <a:gd name="connsiteY10" fmla="*/ 147650 h 438559"/>
              <a:gd name="connsiteX11" fmla="*/ 7838 w 440381"/>
              <a:gd name="connsiteY11" fmla="*/ 150252 h 438559"/>
              <a:gd name="connsiteX12" fmla="*/ 7838 w 440381"/>
              <a:gd name="connsiteY12" fmla="*/ 152203 h 438559"/>
              <a:gd name="connsiteX13" fmla="*/ 7838 w 440381"/>
              <a:gd name="connsiteY13" fmla="*/ 153504 h 438559"/>
              <a:gd name="connsiteX14" fmla="*/ 0 w 440381"/>
              <a:gd name="connsiteY14" fmla="*/ 373353 h 438559"/>
              <a:gd name="connsiteX15" fmla="*/ 13063 w 440381"/>
              <a:gd name="connsiteY15" fmla="*/ 381809 h 438559"/>
              <a:gd name="connsiteX16" fmla="*/ 85562 w 440381"/>
              <a:gd name="connsiteY16" fmla="*/ 366198 h 438559"/>
              <a:gd name="connsiteX17" fmla="*/ 94053 w 440381"/>
              <a:gd name="connsiteY17" fmla="*/ 353189 h 438559"/>
              <a:gd name="connsiteX18" fmla="*/ 111687 w 440381"/>
              <a:gd name="connsiteY18" fmla="*/ 178871 h 438559"/>
              <a:gd name="connsiteX19" fmla="*/ 111687 w 440381"/>
              <a:gd name="connsiteY19" fmla="*/ 178871 h 438559"/>
              <a:gd name="connsiteX20" fmla="*/ 369026 w 440381"/>
              <a:gd name="connsiteY20" fmla="*/ 435145 h 438559"/>
              <a:gd name="connsiteX21" fmla="*/ 384701 w 440381"/>
              <a:gd name="connsiteY21" fmla="*/ 435145 h 438559"/>
              <a:gd name="connsiteX22" fmla="*/ 436953 w 440381"/>
              <a:gd name="connsiteY22" fmla="*/ 383110 h 438559"/>
              <a:gd name="connsiteX23" fmla="*/ 436953 w 440381"/>
              <a:gd name="connsiteY23" fmla="*/ 367499 h 438559"/>
              <a:gd name="connsiteX24" fmla="*/ 179614 w 440381"/>
              <a:gd name="connsiteY24" fmla="*/ 110575 h 438559"/>
              <a:gd name="connsiteX25" fmla="*/ 179614 w 440381"/>
              <a:gd name="connsiteY25" fmla="*/ 110575 h 438559"/>
              <a:gd name="connsiteX26" fmla="*/ 354003 w 440381"/>
              <a:gd name="connsiteY26" fmla="*/ 93663 h 438559"/>
              <a:gd name="connsiteX27" fmla="*/ 367066 w 440381"/>
              <a:gd name="connsiteY27" fmla="*/ 85208 h 438559"/>
              <a:gd name="connsiteX28" fmla="*/ 382742 w 440381"/>
              <a:gd name="connsiteY28" fmla="*/ 13009 h 438559"/>
              <a:gd name="connsiteX29" fmla="*/ 374251 w 440381"/>
              <a:gd name="connsiteY29" fmla="*/ 0 h 438559"/>
              <a:gd name="connsiteX30" fmla="*/ 154795 w 440381"/>
              <a:gd name="connsiteY30" fmla="*/ 7155 h 4385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440381" h="438559">
                <a:moveTo>
                  <a:pt x="154795" y="7155"/>
                </a:moveTo>
                <a:cubicBezTo>
                  <a:pt x="154142" y="7155"/>
                  <a:pt x="154142" y="7155"/>
                  <a:pt x="153489" y="7155"/>
                </a:cubicBezTo>
                <a:cubicBezTo>
                  <a:pt x="152835" y="7155"/>
                  <a:pt x="152182" y="7155"/>
                  <a:pt x="151529" y="7155"/>
                </a:cubicBezTo>
                <a:cubicBezTo>
                  <a:pt x="150223" y="7805"/>
                  <a:pt x="149570" y="7805"/>
                  <a:pt x="148917" y="7805"/>
                </a:cubicBezTo>
                <a:cubicBezTo>
                  <a:pt x="148263" y="7805"/>
                  <a:pt x="147610" y="8456"/>
                  <a:pt x="146957" y="8456"/>
                </a:cubicBezTo>
                <a:cubicBezTo>
                  <a:pt x="146304" y="9106"/>
                  <a:pt x="145651" y="9106"/>
                  <a:pt x="144998" y="9757"/>
                </a:cubicBezTo>
                <a:cubicBezTo>
                  <a:pt x="144998" y="9757"/>
                  <a:pt x="144345" y="10407"/>
                  <a:pt x="144345" y="10407"/>
                </a:cubicBezTo>
                <a:lnTo>
                  <a:pt x="11103" y="143097"/>
                </a:lnTo>
                <a:cubicBezTo>
                  <a:pt x="11103" y="143097"/>
                  <a:pt x="10450" y="143747"/>
                  <a:pt x="10450" y="143747"/>
                </a:cubicBezTo>
                <a:cubicBezTo>
                  <a:pt x="9797" y="144398"/>
                  <a:pt x="9797" y="145048"/>
                  <a:pt x="9144" y="145699"/>
                </a:cubicBezTo>
                <a:cubicBezTo>
                  <a:pt x="9144" y="146349"/>
                  <a:pt x="8491" y="147000"/>
                  <a:pt x="8491" y="147650"/>
                </a:cubicBezTo>
                <a:cubicBezTo>
                  <a:pt x="8491" y="148301"/>
                  <a:pt x="7838" y="148951"/>
                  <a:pt x="7838" y="150252"/>
                </a:cubicBezTo>
                <a:cubicBezTo>
                  <a:pt x="7838" y="150902"/>
                  <a:pt x="7838" y="151553"/>
                  <a:pt x="7838" y="152203"/>
                </a:cubicBezTo>
                <a:cubicBezTo>
                  <a:pt x="7838" y="152854"/>
                  <a:pt x="7838" y="152854"/>
                  <a:pt x="7838" y="153504"/>
                </a:cubicBezTo>
                <a:lnTo>
                  <a:pt x="0" y="373353"/>
                </a:lnTo>
                <a:cubicBezTo>
                  <a:pt x="1306" y="379207"/>
                  <a:pt x="7185" y="383110"/>
                  <a:pt x="13063" y="381809"/>
                </a:cubicBezTo>
                <a:lnTo>
                  <a:pt x="85562" y="366198"/>
                </a:lnTo>
                <a:cubicBezTo>
                  <a:pt x="91440" y="364897"/>
                  <a:pt x="95359" y="359043"/>
                  <a:pt x="94053" y="353189"/>
                </a:cubicBezTo>
                <a:lnTo>
                  <a:pt x="111687" y="178871"/>
                </a:lnTo>
                <a:lnTo>
                  <a:pt x="111687" y="178871"/>
                </a:lnTo>
                <a:lnTo>
                  <a:pt x="369026" y="435145"/>
                </a:lnTo>
                <a:cubicBezTo>
                  <a:pt x="373598" y="439698"/>
                  <a:pt x="380129" y="439698"/>
                  <a:pt x="384701" y="435145"/>
                </a:cubicBezTo>
                <a:lnTo>
                  <a:pt x="436953" y="383110"/>
                </a:lnTo>
                <a:cubicBezTo>
                  <a:pt x="441525" y="378557"/>
                  <a:pt x="441525" y="372052"/>
                  <a:pt x="436953" y="367499"/>
                </a:cubicBezTo>
                <a:lnTo>
                  <a:pt x="179614" y="110575"/>
                </a:lnTo>
                <a:lnTo>
                  <a:pt x="179614" y="110575"/>
                </a:lnTo>
                <a:lnTo>
                  <a:pt x="354003" y="93663"/>
                </a:lnTo>
                <a:cubicBezTo>
                  <a:pt x="359882" y="94964"/>
                  <a:pt x="365760" y="91062"/>
                  <a:pt x="367066" y="85208"/>
                </a:cubicBezTo>
                <a:lnTo>
                  <a:pt x="382742" y="13009"/>
                </a:lnTo>
                <a:cubicBezTo>
                  <a:pt x="384048" y="7155"/>
                  <a:pt x="380129" y="1301"/>
                  <a:pt x="374251" y="0"/>
                </a:cubicBezTo>
                <a:lnTo>
                  <a:pt x="154795" y="7155"/>
                </a:lnTo>
                <a:close/>
              </a:path>
            </a:pathLst>
          </a:custGeom>
          <a:solidFill>
            <a:schemeClr val="accent1"/>
          </a:solidFill>
          <a:ln w="6531" cap="flat">
            <a:noFill/>
            <a:prstDash val="solid"/>
            <a:miter/>
          </a:ln>
        </p:spPr>
        <p:txBody>
          <a:bodyPr rtlCol="0" anchor="ctr"/>
          <a:lstStyle/>
          <a:p>
            <a:endParaRPr lang="en-SA">
              <a:solidFill>
                <a:schemeClr val="accent5"/>
              </a:solidFill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125D51DD-7F07-BD90-9F57-1668C89DFB83}"/>
              </a:ext>
            </a:extLst>
          </p:cNvPr>
          <p:cNvSpPr txBox="1"/>
          <p:nvPr/>
        </p:nvSpPr>
        <p:spPr>
          <a:xfrm>
            <a:off x="6096000" y="2672032"/>
            <a:ext cx="5643060" cy="353943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50800" algn="justLow" rtl="1">
              <a:spcBef>
                <a:spcPts val="1000"/>
              </a:spcBef>
              <a:buClr>
                <a:schemeClr val="dk2"/>
              </a:buClr>
              <a:buSzPts val="2800"/>
            </a:pPr>
            <a:r>
              <a:rPr lang="ar-SA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 </a:t>
            </a:r>
            <a:r>
              <a:rPr lang="ar-SA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 </a:t>
            </a:r>
            <a:r>
              <a:rPr lang="ar-SA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 </a:t>
            </a:r>
            <a:r>
              <a:rPr lang="ar-SA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 </a:t>
            </a:r>
            <a:r>
              <a:rPr lang="ar-SA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</a:t>
            </a:r>
            <a:endParaRPr lang="ar-SA" sz="1600" u="none" strike="noStrike" cap="none" dirty="0">
              <a:solidFill>
                <a:schemeClr val="tx1">
                  <a:lumMod val="90000"/>
                  <a:lumOff val="10000"/>
                </a:schemeClr>
              </a:solidFill>
              <a:latin typeface="Tajawal" pitchFamily="2" charset="-78"/>
              <a:ea typeface="Readex Pro Deca"/>
              <a:cs typeface="Tajawal" pitchFamily="2" charset="-78"/>
              <a:sym typeface="Readex Pro"/>
            </a:endParaRPr>
          </a:p>
        </p:txBody>
      </p:sp>
    </p:spTree>
    <p:extLst>
      <p:ext uri="{BB962C8B-B14F-4D97-AF65-F5344CB8AC3E}">
        <p14:creationId xmlns:p14="http://schemas.microsoft.com/office/powerpoint/2010/main" val="1660701250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Picture Placeholder 10">
            <a:extLst>
              <a:ext uri="{FF2B5EF4-FFF2-40B4-BE49-F238E27FC236}">
                <a16:creationId xmlns:a16="http://schemas.microsoft.com/office/drawing/2014/main" id="{B16A9017-F739-944B-87D5-AAE0AA632BE8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/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3CC10203-66AE-7E48-7D45-BBC576D0A2E9}"/>
              </a:ext>
            </a:extLst>
          </p:cNvPr>
          <p:cNvSpPr txBox="1"/>
          <p:nvPr/>
        </p:nvSpPr>
        <p:spPr>
          <a:xfrm>
            <a:off x="6252660" y="657225"/>
            <a:ext cx="5486400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 rtl="1"/>
            <a:r>
              <a:rPr lang="ar-SA" sz="3200" dirty="0">
                <a:solidFill>
                  <a:schemeClr val="tx2"/>
                </a:solidFill>
                <a:latin typeface="IBM Plex Sans Arabic" panose="020B0803050203000203" pitchFamily="34" charset="-78"/>
                <a:cs typeface="IBM Plex Sans Arabic" panose="020B0803050203000203" pitchFamily="34" charset="-78"/>
              </a:rPr>
              <a:t>عنوان رئيسي </a:t>
            </a:r>
            <a:endParaRPr lang="en-SA" sz="3200" dirty="0">
              <a:solidFill>
                <a:schemeClr val="tx2"/>
              </a:solidFill>
              <a:latin typeface="IBM Plex Sans Arabic" panose="020B0803050203000203" pitchFamily="34" charset="-78"/>
              <a:cs typeface="IBM Plex Sans Arabic" panose="020B0803050203000203" pitchFamily="34" charset="-78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0A977B2B-A069-60F5-2A49-3066E5B5302D}"/>
              </a:ext>
            </a:extLst>
          </p:cNvPr>
          <p:cNvSpPr txBox="1"/>
          <p:nvPr/>
        </p:nvSpPr>
        <p:spPr>
          <a:xfrm>
            <a:off x="7549489" y="1373526"/>
            <a:ext cx="418957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 rtl="1"/>
            <a:r>
              <a:rPr lang="ar-SA" sz="3200" dirty="0">
                <a:solidFill>
                  <a:schemeClr val="accent6"/>
                </a:solidFill>
                <a:latin typeface="RB" pitchFamily="2" charset="-78"/>
                <a:cs typeface="RB" pitchFamily="2" charset="-78"/>
              </a:rPr>
              <a:t>عنوان</a:t>
            </a:r>
            <a:r>
              <a:rPr lang="ar-SA" sz="3200" dirty="0">
                <a:latin typeface="RB" pitchFamily="2" charset="-78"/>
                <a:cs typeface="RB" pitchFamily="2" charset="-78"/>
              </a:rPr>
              <a:t> </a:t>
            </a:r>
            <a:r>
              <a:rPr lang="ar-SA" sz="3200" dirty="0">
                <a:solidFill>
                  <a:schemeClr val="accent6"/>
                </a:solidFill>
                <a:latin typeface="RB" pitchFamily="2" charset="-78"/>
                <a:cs typeface="RB" pitchFamily="2" charset="-78"/>
              </a:rPr>
              <a:t>فرعي</a:t>
            </a:r>
            <a:endParaRPr lang="en-SA" sz="3200" dirty="0">
              <a:solidFill>
                <a:schemeClr val="accent6"/>
              </a:solidFill>
              <a:latin typeface="RB" pitchFamily="2" charset="-78"/>
              <a:cs typeface="RB" pitchFamily="2" charset="-78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7BC92600-13CC-5E28-757D-E709E346486B}"/>
              </a:ext>
            </a:extLst>
          </p:cNvPr>
          <p:cNvSpPr txBox="1"/>
          <p:nvPr/>
        </p:nvSpPr>
        <p:spPr>
          <a:xfrm>
            <a:off x="6096000" y="2089827"/>
            <a:ext cx="5643060" cy="181588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50800" algn="justLow" rtl="1">
              <a:spcBef>
                <a:spcPts val="1000"/>
              </a:spcBef>
              <a:buClr>
                <a:schemeClr val="dk2"/>
              </a:buClr>
              <a:buSzPts val="2800"/>
            </a:pPr>
            <a:r>
              <a:rPr lang="ar-SA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 </a:t>
            </a:r>
            <a:r>
              <a:rPr lang="ar-SA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 </a:t>
            </a:r>
            <a:endParaRPr lang="ar-SA" sz="1600" u="none" strike="noStrike" cap="none" dirty="0">
              <a:solidFill>
                <a:schemeClr val="tx1">
                  <a:lumMod val="90000"/>
                  <a:lumOff val="10000"/>
                </a:schemeClr>
              </a:solidFill>
              <a:latin typeface="Tajawal" pitchFamily="2" charset="-78"/>
              <a:ea typeface="Readex Pro Deca"/>
              <a:cs typeface="Tajawal" pitchFamily="2" charset="-78"/>
              <a:sym typeface="Readex Pro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E17D154E-E01E-60E1-4C7B-088F117630A9}"/>
              </a:ext>
            </a:extLst>
          </p:cNvPr>
          <p:cNvSpPr txBox="1"/>
          <p:nvPr/>
        </p:nvSpPr>
        <p:spPr>
          <a:xfrm>
            <a:off x="313151" y="4219250"/>
            <a:ext cx="4737010" cy="206210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50800" algn="justLow" rtl="1">
              <a:spcBef>
                <a:spcPts val="1000"/>
              </a:spcBef>
              <a:buClr>
                <a:schemeClr val="dk2"/>
              </a:buClr>
              <a:buSzPts val="2800"/>
            </a:pPr>
            <a:r>
              <a:rPr lang="ar-SA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 </a:t>
            </a:r>
            <a:r>
              <a:rPr lang="ar-SA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 </a:t>
            </a:r>
            <a:endParaRPr lang="ar-SA" sz="1600" u="none" strike="noStrike" cap="none" dirty="0">
              <a:solidFill>
                <a:schemeClr val="tx1">
                  <a:lumMod val="90000"/>
                  <a:lumOff val="10000"/>
                </a:schemeClr>
              </a:solidFill>
              <a:latin typeface="Tajawal" pitchFamily="2" charset="-78"/>
              <a:ea typeface="Readex Pro Deca"/>
              <a:cs typeface="Tajawal" pitchFamily="2" charset="-78"/>
              <a:sym typeface="Readex Pro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5628E42C-22D1-23AE-8FA4-69F59FC9A43E}"/>
              </a:ext>
            </a:extLst>
          </p:cNvPr>
          <p:cNvSpPr txBox="1"/>
          <p:nvPr/>
        </p:nvSpPr>
        <p:spPr>
          <a:xfrm>
            <a:off x="9820405" y="4402508"/>
            <a:ext cx="1467717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rtl="1"/>
            <a:r>
              <a:rPr lang="en-US" sz="2000" dirty="0">
                <a:solidFill>
                  <a:schemeClr val="bg1"/>
                </a:solidFill>
                <a:latin typeface="IBM Plex Sans Arabic" panose="020B0803050203000203" pitchFamily="34" charset="-78"/>
                <a:cs typeface="IBM Plex Sans Arabic" panose="020B0803050203000203" pitchFamily="34" charset="-78"/>
              </a:rPr>
              <a:t>1000000</a:t>
            </a:r>
            <a:endParaRPr lang="en-SA" sz="2000" dirty="0">
              <a:solidFill>
                <a:schemeClr val="bg1"/>
              </a:solidFill>
              <a:latin typeface="IBM Plex Sans Arabic" panose="020B0803050203000203" pitchFamily="34" charset="-78"/>
              <a:cs typeface="IBM Plex Sans Arabic" panose="020B0803050203000203" pitchFamily="34" charset="-78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B50ED9CE-C04E-1DB0-4B4E-EF9E22C24163}"/>
              </a:ext>
            </a:extLst>
          </p:cNvPr>
          <p:cNvSpPr txBox="1"/>
          <p:nvPr/>
        </p:nvSpPr>
        <p:spPr>
          <a:xfrm>
            <a:off x="6475956" y="4402508"/>
            <a:ext cx="1467717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rtl="1"/>
            <a:r>
              <a:rPr lang="en-US" sz="2000" dirty="0">
                <a:solidFill>
                  <a:schemeClr val="bg1"/>
                </a:solidFill>
                <a:latin typeface="IBM Plex Sans Arabic" panose="020B0803050203000203" pitchFamily="34" charset="-78"/>
                <a:cs typeface="IBM Plex Sans Arabic" panose="020B0803050203000203" pitchFamily="34" charset="-78"/>
              </a:rPr>
              <a:t>1000000</a:t>
            </a:r>
            <a:endParaRPr lang="en-SA" sz="2000" dirty="0">
              <a:solidFill>
                <a:schemeClr val="bg1"/>
              </a:solidFill>
              <a:latin typeface="IBM Plex Sans Arabic" panose="020B0803050203000203" pitchFamily="34" charset="-78"/>
              <a:cs typeface="IBM Plex Sans Arabic" panose="020B0803050203000203" pitchFamily="34" charset="-78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4B0957B6-C389-29FD-1FF1-F5EAA486F0D6}"/>
              </a:ext>
            </a:extLst>
          </p:cNvPr>
          <p:cNvSpPr txBox="1"/>
          <p:nvPr/>
        </p:nvSpPr>
        <p:spPr>
          <a:xfrm>
            <a:off x="9820405" y="4753536"/>
            <a:ext cx="1467717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 rtl="1"/>
            <a:r>
              <a:rPr lang="ar-SA" sz="2000" dirty="0">
                <a:solidFill>
                  <a:schemeClr val="accent2"/>
                </a:solidFill>
                <a:latin typeface="IBM Plex Sans Arabic" panose="020B0803050203000203" pitchFamily="34" charset="-78"/>
                <a:cs typeface="IBM Plex Sans Arabic" panose="020B0803050203000203" pitchFamily="34" charset="-78"/>
              </a:rPr>
              <a:t>عنوان عنوان </a:t>
            </a:r>
            <a:endParaRPr lang="en-SA" sz="2000" dirty="0">
              <a:solidFill>
                <a:schemeClr val="accent2"/>
              </a:solidFill>
              <a:latin typeface="IBM Plex Sans Arabic" panose="020B0803050203000203" pitchFamily="34" charset="-78"/>
              <a:cs typeface="IBM Plex Sans Arabic" panose="020B0803050203000203" pitchFamily="34" charset="-78"/>
            </a:endParaRP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6AAB4AED-A1C8-2FE3-8662-08BEEB38879A}"/>
              </a:ext>
            </a:extLst>
          </p:cNvPr>
          <p:cNvSpPr txBox="1"/>
          <p:nvPr/>
        </p:nvSpPr>
        <p:spPr>
          <a:xfrm>
            <a:off x="6475956" y="4753536"/>
            <a:ext cx="1467717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 rtl="1"/>
            <a:r>
              <a:rPr lang="ar-SA" sz="2000" dirty="0">
                <a:solidFill>
                  <a:schemeClr val="accent2"/>
                </a:solidFill>
                <a:latin typeface="IBM Plex Sans Arabic" panose="020B0803050203000203" pitchFamily="34" charset="-78"/>
                <a:cs typeface="IBM Plex Sans Arabic" panose="020B0803050203000203" pitchFamily="34" charset="-78"/>
              </a:rPr>
              <a:t>عنوان عنوان </a:t>
            </a:r>
            <a:endParaRPr lang="en-SA" sz="2000" dirty="0">
              <a:solidFill>
                <a:schemeClr val="accent2"/>
              </a:solidFill>
              <a:latin typeface="IBM Plex Sans Arabic" panose="020B0803050203000203" pitchFamily="34" charset="-78"/>
              <a:cs typeface="IBM Plex Sans Arabic" panose="020B0803050203000203" pitchFamily="34" charset="-78"/>
            </a:endParaRP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18B8B485-E0EB-506C-85FF-FC46536575BE}"/>
              </a:ext>
            </a:extLst>
          </p:cNvPr>
          <p:cNvSpPr txBox="1"/>
          <p:nvPr/>
        </p:nvSpPr>
        <p:spPr>
          <a:xfrm>
            <a:off x="9820405" y="5341960"/>
            <a:ext cx="1467717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rtl="1"/>
            <a:r>
              <a:rPr lang="en-US" sz="2000" dirty="0">
                <a:solidFill>
                  <a:schemeClr val="bg1"/>
                </a:solidFill>
                <a:latin typeface="IBM Plex Sans Arabic" panose="020B0803050203000203" pitchFamily="34" charset="-78"/>
                <a:cs typeface="IBM Plex Sans Arabic" panose="020B0803050203000203" pitchFamily="34" charset="-78"/>
              </a:rPr>
              <a:t>1000000</a:t>
            </a:r>
            <a:endParaRPr lang="en-SA" sz="2000" dirty="0">
              <a:solidFill>
                <a:schemeClr val="bg1"/>
              </a:solidFill>
              <a:latin typeface="IBM Plex Sans Arabic" panose="020B0803050203000203" pitchFamily="34" charset="-78"/>
              <a:cs typeface="IBM Plex Sans Arabic" panose="020B0803050203000203" pitchFamily="34" charset="-78"/>
            </a:endParaRP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8DEBFA85-80E0-C60F-574F-351E7DFF3846}"/>
              </a:ext>
            </a:extLst>
          </p:cNvPr>
          <p:cNvSpPr txBox="1"/>
          <p:nvPr/>
        </p:nvSpPr>
        <p:spPr>
          <a:xfrm>
            <a:off x="6475956" y="5341960"/>
            <a:ext cx="1467717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rtl="1"/>
            <a:r>
              <a:rPr lang="en-US" sz="2000" dirty="0">
                <a:solidFill>
                  <a:schemeClr val="bg1"/>
                </a:solidFill>
                <a:latin typeface="IBM Plex Sans Arabic" panose="020B0803050203000203" pitchFamily="34" charset="-78"/>
                <a:cs typeface="IBM Plex Sans Arabic" panose="020B0803050203000203" pitchFamily="34" charset="-78"/>
              </a:rPr>
              <a:t>1000000</a:t>
            </a:r>
            <a:endParaRPr lang="en-SA" sz="2000" dirty="0">
              <a:solidFill>
                <a:schemeClr val="bg1"/>
              </a:solidFill>
              <a:latin typeface="IBM Plex Sans Arabic" panose="020B0803050203000203" pitchFamily="34" charset="-78"/>
              <a:cs typeface="IBM Plex Sans Arabic" panose="020B0803050203000203" pitchFamily="34" charset="-78"/>
            </a:endParaRP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9268BB17-8F90-97AD-2F6C-D341A5CEB11B}"/>
              </a:ext>
            </a:extLst>
          </p:cNvPr>
          <p:cNvSpPr txBox="1"/>
          <p:nvPr/>
        </p:nvSpPr>
        <p:spPr>
          <a:xfrm>
            <a:off x="9820405" y="5692988"/>
            <a:ext cx="1467717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 rtl="1"/>
            <a:r>
              <a:rPr lang="ar-SA" sz="2000" dirty="0">
                <a:solidFill>
                  <a:schemeClr val="accent2"/>
                </a:solidFill>
                <a:latin typeface="IBM Plex Sans Arabic" panose="020B0803050203000203" pitchFamily="34" charset="-78"/>
                <a:cs typeface="IBM Plex Sans Arabic" panose="020B0803050203000203" pitchFamily="34" charset="-78"/>
              </a:rPr>
              <a:t>عنوان عنوان </a:t>
            </a:r>
            <a:endParaRPr lang="en-SA" sz="2000" dirty="0">
              <a:solidFill>
                <a:schemeClr val="accent2"/>
              </a:solidFill>
              <a:latin typeface="IBM Plex Sans Arabic" panose="020B0803050203000203" pitchFamily="34" charset="-78"/>
              <a:cs typeface="IBM Plex Sans Arabic" panose="020B0803050203000203" pitchFamily="34" charset="-78"/>
            </a:endParaRP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024AE37A-B20F-1533-93CF-83AA5AB90B7C}"/>
              </a:ext>
            </a:extLst>
          </p:cNvPr>
          <p:cNvSpPr txBox="1"/>
          <p:nvPr/>
        </p:nvSpPr>
        <p:spPr>
          <a:xfrm>
            <a:off x="6475956" y="5692988"/>
            <a:ext cx="1467717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 rtl="1"/>
            <a:r>
              <a:rPr lang="ar-SA" sz="2000" dirty="0">
                <a:solidFill>
                  <a:schemeClr val="accent2"/>
                </a:solidFill>
                <a:latin typeface="IBM Plex Sans Arabic" panose="020B0803050203000203" pitchFamily="34" charset="-78"/>
                <a:cs typeface="IBM Plex Sans Arabic" panose="020B0803050203000203" pitchFamily="34" charset="-78"/>
              </a:rPr>
              <a:t>عنوان عنوان </a:t>
            </a:r>
            <a:endParaRPr lang="en-SA" sz="2000" dirty="0">
              <a:solidFill>
                <a:schemeClr val="accent2"/>
              </a:solidFill>
              <a:latin typeface="IBM Plex Sans Arabic" panose="020B0803050203000203" pitchFamily="34" charset="-78"/>
              <a:cs typeface="IBM Plex Sans Arabic" panose="020B0803050203000203" pitchFamily="34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1377385532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TextBox 25">
            <a:extLst>
              <a:ext uri="{FF2B5EF4-FFF2-40B4-BE49-F238E27FC236}">
                <a16:creationId xmlns:a16="http://schemas.microsoft.com/office/drawing/2014/main" id="{04261FA9-61DF-EF09-F398-EB84200DCF36}"/>
              </a:ext>
            </a:extLst>
          </p:cNvPr>
          <p:cNvSpPr txBox="1"/>
          <p:nvPr/>
        </p:nvSpPr>
        <p:spPr>
          <a:xfrm>
            <a:off x="6252660" y="657225"/>
            <a:ext cx="5486400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 rtl="1"/>
            <a:r>
              <a:rPr lang="ar-SA" sz="3200" dirty="0">
                <a:solidFill>
                  <a:schemeClr val="tx2"/>
                </a:solidFill>
                <a:latin typeface="IBM Plex Sans Arabic" panose="020B0803050203000203" pitchFamily="34" charset="-78"/>
                <a:cs typeface="IBM Plex Sans Arabic" panose="020B0803050203000203" pitchFamily="34" charset="-78"/>
              </a:rPr>
              <a:t>عنوان رئيسي </a:t>
            </a:r>
            <a:endParaRPr lang="en-SA" sz="3200" dirty="0">
              <a:solidFill>
                <a:schemeClr val="tx2"/>
              </a:solidFill>
              <a:latin typeface="IBM Plex Sans Arabic" panose="020B0803050203000203" pitchFamily="34" charset="-78"/>
              <a:cs typeface="IBM Plex Sans Arabic" panose="020B0803050203000203" pitchFamily="34" charset="-78"/>
            </a:endParaRP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EFDEA2B8-8CA6-9454-B879-BD0B0B887456}"/>
              </a:ext>
            </a:extLst>
          </p:cNvPr>
          <p:cNvSpPr txBox="1"/>
          <p:nvPr/>
        </p:nvSpPr>
        <p:spPr>
          <a:xfrm>
            <a:off x="7549489" y="1373526"/>
            <a:ext cx="418957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 rtl="1"/>
            <a:r>
              <a:rPr lang="ar-SA" sz="3200" dirty="0">
                <a:solidFill>
                  <a:schemeClr val="accent6"/>
                </a:solidFill>
                <a:latin typeface="RB" pitchFamily="2" charset="-78"/>
                <a:cs typeface="RB" pitchFamily="2" charset="-78"/>
              </a:rPr>
              <a:t>عنوان فرعي</a:t>
            </a:r>
            <a:endParaRPr lang="en-SA" sz="3200" dirty="0">
              <a:solidFill>
                <a:schemeClr val="accent6"/>
              </a:solidFill>
              <a:latin typeface="RB" pitchFamily="2" charset="-78"/>
              <a:cs typeface="RB" pitchFamily="2" charset="-78"/>
            </a:endParaRP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C382A888-4CEE-2E8F-81BB-6383D0CAA6FA}"/>
              </a:ext>
            </a:extLst>
          </p:cNvPr>
          <p:cNvSpPr txBox="1"/>
          <p:nvPr/>
        </p:nvSpPr>
        <p:spPr>
          <a:xfrm>
            <a:off x="6096000" y="2089827"/>
            <a:ext cx="5643060" cy="181588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50800" algn="justLow" rtl="1">
              <a:spcBef>
                <a:spcPts val="1000"/>
              </a:spcBef>
              <a:buClr>
                <a:schemeClr val="dk2"/>
              </a:buClr>
              <a:buSzPts val="2800"/>
            </a:pPr>
            <a:r>
              <a:rPr lang="ar-SA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 </a:t>
            </a:r>
            <a:r>
              <a:rPr lang="ar-SA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 </a:t>
            </a:r>
            <a:endParaRPr lang="ar-SA" sz="1600" u="none" strike="noStrike" cap="none" dirty="0">
              <a:solidFill>
                <a:schemeClr val="tx1">
                  <a:lumMod val="90000"/>
                  <a:lumOff val="10000"/>
                </a:schemeClr>
              </a:solidFill>
              <a:latin typeface="Tajawal" pitchFamily="2" charset="-78"/>
              <a:ea typeface="Readex Pro Deca"/>
              <a:cs typeface="Tajawal" pitchFamily="2" charset="-78"/>
              <a:sym typeface="Readex Pro"/>
            </a:endParaRP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C95162B9-54C1-E76D-145D-4185F26C3F67}"/>
              </a:ext>
            </a:extLst>
          </p:cNvPr>
          <p:cNvSpPr txBox="1"/>
          <p:nvPr/>
        </p:nvSpPr>
        <p:spPr>
          <a:xfrm>
            <a:off x="6096000" y="4294407"/>
            <a:ext cx="5643060" cy="181588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50800" algn="justLow" rtl="1">
              <a:spcBef>
                <a:spcPts val="1000"/>
              </a:spcBef>
              <a:buClr>
                <a:schemeClr val="dk2"/>
              </a:buClr>
              <a:buSzPts val="2800"/>
            </a:pPr>
            <a:r>
              <a:rPr lang="ar-SA" sz="1600" u="none" strike="noStrike" cap="none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600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600" u="none" strike="noStrike" cap="none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600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600" u="none" strike="noStrike" cap="none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600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600" u="none" strike="noStrike" cap="none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600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600" u="none" strike="noStrike" cap="none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600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 </a:t>
            </a:r>
            <a:r>
              <a:rPr lang="ar-SA" sz="1600" u="none" strike="noStrike" cap="none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600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600" u="none" strike="noStrike" cap="none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600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600" u="none" strike="noStrike" cap="none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600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600" u="none" strike="noStrike" cap="none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600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600" u="none" strike="noStrike" cap="none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600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 </a:t>
            </a:r>
            <a:endParaRPr lang="ar-SA" sz="1600" u="none" strike="noStrike" cap="none" dirty="0">
              <a:solidFill>
                <a:schemeClr val="bg1"/>
              </a:solidFill>
              <a:latin typeface="Tajawal" pitchFamily="2" charset="-78"/>
              <a:ea typeface="Readex Pro Deca"/>
              <a:cs typeface="Tajawal" pitchFamily="2" charset="-78"/>
              <a:sym typeface="Readex Pro"/>
            </a:endParaRP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61494D14-C254-78DD-4A37-2D3664F9A09B}"/>
              </a:ext>
            </a:extLst>
          </p:cNvPr>
          <p:cNvSpPr txBox="1"/>
          <p:nvPr/>
        </p:nvSpPr>
        <p:spPr>
          <a:xfrm>
            <a:off x="-553338" y="1188860"/>
            <a:ext cx="5851081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rtl="1"/>
            <a:r>
              <a:rPr lang="en-US" sz="4400" dirty="0">
                <a:solidFill>
                  <a:schemeClr val="accent1"/>
                </a:solidFill>
                <a:latin typeface="IBM Plex Sans Arabic" panose="020B0803050203000203" pitchFamily="34" charset="-78"/>
                <a:cs typeface="IBM Plex Sans Arabic" panose="020B0803050203000203" pitchFamily="34" charset="-78"/>
              </a:rPr>
              <a:t>1000000</a:t>
            </a:r>
            <a:endParaRPr lang="en-SA" sz="4400" dirty="0">
              <a:solidFill>
                <a:schemeClr val="accent1"/>
              </a:solidFill>
              <a:latin typeface="IBM Plex Sans Arabic" panose="020B0803050203000203" pitchFamily="34" charset="-78"/>
              <a:cs typeface="IBM Plex Sans Arabic" panose="020B0803050203000203" pitchFamily="34" charset="-78"/>
            </a:endParaRP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E2740915-8A63-1AF7-19F7-2FA85556E2AD}"/>
              </a:ext>
            </a:extLst>
          </p:cNvPr>
          <p:cNvSpPr txBox="1"/>
          <p:nvPr/>
        </p:nvSpPr>
        <p:spPr>
          <a:xfrm>
            <a:off x="1638343" y="1889772"/>
            <a:ext cx="1467717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 rtl="1"/>
            <a:r>
              <a:rPr lang="ar-SA" sz="2000" dirty="0">
                <a:solidFill>
                  <a:schemeClr val="accent2"/>
                </a:solidFill>
                <a:latin typeface="IBM Plex Sans Arabic" panose="020B0803050203000203" pitchFamily="34" charset="-78"/>
                <a:cs typeface="IBM Plex Sans Arabic" panose="020B0803050203000203" pitchFamily="34" charset="-78"/>
              </a:rPr>
              <a:t>عنوان عنوان </a:t>
            </a:r>
            <a:endParaRPr lang="en-SA" sz="2000" dirty="0">
              <a:solidFill>
                <a:schemeClr val="accent2"/>
              </a:solidFill>
              <a:latin typeface="IBM Plex Sans Arabic" panose="020B0803050203000203" pitchFamily="34" charset="-78"/>
              <a:cs typeface="IBM Plex Sans Arabic" panose="020B0803050203000203" pitchFamily="34" charset="-78"/>
            </a:endParaRP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9E37EF5B-558F-7ED3-B863-0A69C32DF89F}"/>
              </a:ext>
            </a:extLst>
          </p:cNvPr>
          <p:cNvSpPr txBox="1"/>
          <p:nvPr/>
        </p:nvSpPr>
        <p:spPr>
          <a:xfrm>
            <a:off x="638340" y="2289882"/>
            <a:ext cx="3250505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algn="r" defTabSz="914400" rtl="1" eaLnBrk="1" latinLnBrk="0" hangingPunct="1"/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endParaRPr lang="en-SA" sz="1400" dirty="0"/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BF3526C8-DC5D-F079-5D8E-3FBBE29AED9D}"/>
              </a:ext>
            </a:extLst>
          </p:cNvPr>
          <p:cNvSpPr txBox="1"/>
          <p:nvPr/>
        </p:nvSpPr>
        <p:spPr>
          <a:xfrm>
            <a:off x="-553338" y="4425354"/>
            <a:ext cx="5851081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rtl="1"/>
            <a:r>
              <a:rPr lang="en-US" sz="4400" dirty="0">
                <a:solidFill>
                  <a:schemeClr val="accent1"/>
                </a:solidFill>
                <a:latin typeface="IBM Plex Sans Arabic" panose="020B0803050203000203" pitchFamily="34" charset="-78"/>
                <a:cs typeface="IBM Plex Sans Arabic" panose="020B0803050203000203" pitchFamily="34" charset="-78"/>
              </a:rPr>
              <a:t>1000000</a:t>
            </a:r>
            <a:endParaRPr lang="en-SA" sz="4400" dirty="0">
              <a:solidFill>
                <a:schemeClr val="accent1"/>
              </a:solidFill>
              <a:latin typeface="IBM Plex Sans Arabic" panose="020B0803050203000203" pitchFamily="34" charset="-78"/>
              <a:cs typeface="IBM Plex Sans Arabic" panose="020B0803050203000203" pitchFamily="34" charset="-78"/>
            </a:endParaRP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AAF3C705-0B5D-CE50-FEB6-647B123DF776}"/>
              </a:ext>
            </a:extLst>
          </p:cNvPr>
          <p:cNvSpPr txBox="1"/>
          <p:nvPr/>
        </p:nvSpPr>
        <p:spPr>
          <a:xfrm>
            <a:off x="1638343" y="5126266"/>
            <a:ext cx="1467717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 rtl="1"/>
            <a:r>
              <a:rPr lang="ar-SA" sz="2000" dirty="0">
                <a:solidFill>
                  <a:schemeClr val="accent2"/>
                </a:solidFill>
                <a:latin typeface="IBM Plex Sans Arabic" panose="020B0803050203000203" pitchFamily="34" charset="-78"/>
                <a:cs typeface="IBM Plex Sans Arabic" panose="020B0803050203000203" pitchFamily="34" charset="-78"/>
              </a:rPr>
              <a:t>عنوان عنوان </a:t>
            </a:r>
            <a:endParaRPr lang="en-SA" sz="2000" dirty="0">
              <a:solidFill>
                <a:schemeClr val="accent2"/>
              </a:solidFill>
              <a:latin typeface="IBM Plex Sans Arabic" panose="020B0803050203000203" pitchFamily="34" charset="-78"/>
              <a:cs typeface="IBM Plex Sans Arabic" panose="020B0803050203000203" pitchFamily="34" charset="-78"/>
            </a:endParaRP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82C4A496-51B7-6728-66D4-F7F06CC3829F}"/>
              </a:ext>
            </a:extLst>
          </p:cNvPr>
          <p:cNvSpPr txBox="1"/>
          <p:nvPr/>
        </p:nvSpPr>
        <p:spPr>
          <a:xfrm>
            <a:off x="638340" y="5526376"/>
            <a:ext cx="3250505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algn="r" defTabSz="914400" rtl="1" eaLnBrk="1" latinLnBrk="0" hangingPunct="1"/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endParaRPr lang="en-SA" sz="1400" dirty="0"/>
          </a:p>
        </p:txBody>
      </p:sp>
    </p:spTree>
    <p:extLst>
      <p:ext uri="{BB962C8B-B14F-4D97-AF65-F5344CB8AC3E}">
        <p14:creationId xmlns:p14="http://schemas.microsoft.com/office/powerpoint/2010/main" val="3446535010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>
            <a:extLst>
              <a:ext uri="{FF2B5EF4-FFF2-40B4-BE49-F238E27FC236}">
                <a16:creationId xmlns:a16="http://schemas.microsoft.com/office/drawing/2014/main" id="{EFECE20E-8EA2-D148-9838-EAB43CA2362B}"/>
              </a:ext>
            </a:extLst>
          </p:cNvPr>
          <p:cNvSpPr>
            <a:spLocks noGrp="1"/>
          </p:cNvSpPr>
          <p:nvPr>
            <p:ph type="pic" sz="quarter" idx="26"/>
          </p:nvPr>
        </p:nvSpPr>
        <p:spPr/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C446DE05-6F1C-07D7-ACDC-A1DE96250233}"/>
              </a:ext>
            </a:extLst>
          </p:cNvPr>
          <p:cNvSpPr txBox="1"/>
          <p:nvPr/>
        </p:nvSpPr>
        <p:spPr>
          <a:xfrm>
            <a:off x="6252660" y="657225"/>
            <a:ext cx="5486400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 rtl="1"/>
            <a:r>
              <a:rPr lang="ar-SA" sz="3200" dirty="0">
                <a:solidFill>
                  <a:schemeClr val="tx2"/>
                </a:solidFill>
                <a:latin typeface="IBM Plex Sans Arabic" panose="020B0803050203000203" pitchFamily="34" charset="-78"/>
                <a:cs typeface="IBM Plex Sans Arabic" panose="020B0803050203000203" pitchFamily="34" charset="-78"/>
              </a:rPr>
              <a:t>عنوان رئيسي </a:t>
            </a:r>
            <a:endParaRPr lang="en-SA" sz="3200" dirty="0">
              <a:solidFill>
                <a:schemeClr val="tx2"/>
              </a:solidFill>
              <a:latin typeface="IBM Plex Sans Arabic" panose="020B0803050203000203" pitchFamily="34" charset="-78"/>
              <a:cs typeface="IBM Plex Sans Arabic" panose="020B0803050203000203" pitchFamily="34" charset="-78"/>
            </a:endParaRP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426D0DE8-A587-FE23-0345-30A6AA98D85A}"/>
              </a:ext>
            </a:extLst>
          </p:cNvPr>
          <p:cNvSpPr txBox="1"/>
          <p:nvPr/>
        </p:nvSpPr>
        <p:spPr>
          <a:xfrm>
            <a:off x="7549489" y="1373526"/>
            <a:ext cx="418957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 rtl="1"/>
            <a:r>
              <a:rPr lang="ar-SA" sz="3200" dirty="0">
                <a:latin typeface="RB" pitchFamily="2" charset="-78"/>
                <a:cs typeface="RB" pitchFamily="2" charset="-78"/>
              </a:rPr>
              <a:t>عنوان فرعي</a:t>
            </a:r>
            <a:endParaRPr lang="en-SA" sz="3200" dirty="0">
              <a:latin typeface="RB" pitchFamily="2" charset="-78"/>
              <a:cs typeface="RB" pitchFamily="2" charset="-78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29D51C1D-CDD0-D4DC-CF21-98C95A15AA07}"/>
              </a:ext>
            </a:extLst>
          </p:cNvPr>
          <p:cNvSpPr txBox="1"/>
          <p:nvPr/>
        </p:nvSpPr>
        <p:spPr>
          <a:xfrm>
            <a:off x="6096000" y="2089827"/>
            <a:ext cx="5643060" cy="58477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50800" algn="justLow" rtl="1">
              <a:spcBef>
                <a:spcPts val="1000"/>
              </a:spcBef>
              <a:buClr>
                <a:schemeClr val="dk2"/>
              </a:buClr>
              <a:buSzPts val="2800"/>
            </a:pPr>
            <a:r>
              <a:rPr lang="ar-SA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</a:t>
            </a:r>
            <a:endParaRPr lang="ar-SA" sz="1600" u="none" strike="noStrike" cap="none" dirty="0">
              <a:solidFill>
                <a:schemeClr val="tx1">
                  <a:lumMod val="90000"/>
                  <a:lumOff val="10000"/>
                </a:schemeClr>
              </a:solidFill>
              <a:latin typeface="Tajawal" pitchFamily="2" charset="-78"/>
              <a:ea typeface="Readex Pro Deca"/>
              <a:cs typeface="Tajawal" pitchFamily="2" charset="-78"/>
              <a:sym typeface="Readex Pro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832CB1F-F92A-9CCE-D5FA-9EB841B665BB}"/>
              </a:ext>
            </a:extLst>
          </p:cNvPr>
          <p:cNvSpPr txBox="1"/>
          <p:nvPr/>
        </p:nvSpPr>
        <p:spPr>
          <a:xfrm>
            <a:off x="8662736" y="4453422"/>
            <a:ext cx="3154653" cy="206210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50800" algn="justLow" rtl="1">
              <a:spcBef>
                <a:spcPts val="1000"/>
              </a:spcBef>
              <a:buClr>
                <a:schemeClr val="dk2"/>
              </a:buClr>
              <a:buSzPts val="2800"/>
            </a:pPr>
            <a:r>
              <a:rPr lang="ar-SA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 </a:t>
            </a:r>
            <a:r>
              <a:rPr lang="ar-SA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</a:t>
            </a:r>
            <a:endParaRPr lang="ar-SA" sz="1600" u="none" strike="noStrike" cap="none" dirty="0">
              <a:solidFill>
                <a:schemeClr val="tx1">
                  <a:lumMod val="90000"/>
                  <a:lumOff val="10000"/>
                </a:schemeClr>
              </a:solidFill>
              <a:latin typeface="Tajawal" pitchFamily="2" charset="-78"/>
              <a:ea typeface="Readex Pro Deca"/>
              <a:cs typeface="Tajawal" pitchFamily="2" charset="-78"/>
              <a:sym typeface="Readex Pro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6EB98AB1-4E3C-EEB3-86D0-8025E922C17D}"/>
              </a:ext>
            </a:extLst>
          </p:cNvPr>
          <p:cNvSpPr txBox="1"/>
          <p:nvPr/>
        </p:nvSpPr>
        <p:spPr>
          <a:xfrm>
            <a:off x="5390146" y="4453422"/>
            <a:ext cx="3154653" cy="206210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50800" algn="justLow" rtl="1">
              <a:spcBef>
                <a:spcPts val="1000"/>
              </a:spcBef>
              <a:buClr>
                <a:schemeClr val="dk2"/>
              </a:buClr>
              <a:buSzPts val="2800"/>
            </a:pPr>
            <a:r>
              <a:rPr lang="ar-SA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 </a:t>
            </a:r>
            <a:r>
              <a:rPr lang="ar-SA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</a:t>
            </a:r>
            <a:endParaRPr lang="ar-SA" sz="1600" u="none" strike="noStrike" cap="none" dirty="0">
              <a:solidFill>
                <a:schemeClr val="tx1">
                  <a:lumMod val="90000"/>
                  <a:lumOff val="10000"/>
                </a:schemeClr>
              </a:solidFill>
              <a:latin typeface="Tajawal" pitchFamily="2" charset="-78"/>
              <a:ea typeface="Readex Pro Deca"/>
              <a:cs typeface="Tajawal" pitchFamily="2" charset="-78"/>
              <a:sym typeface="Readex Pro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567FA619-DE42-7CD4-5C85-F1E42DD3BA2E}"/>
              </a:ext>
            </a:extLst>
          </p:cNvPr>
          <p:cNvSpPr txBox="1"/>
          <p:nvPr/>
        </p:nvSpPr>
        <p:spPr>
          <a:xfrm>
            <a:off x="3129602" y="4354381"/>
            <a:ext cx="1467717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rtl="1"/>
            <a:r>
              <a:rPr lang="en-US" sz="2000" dirty="0">
                <a:solidFill>
                  <a:schemeClr val="bg1"/>
                </a:solidFill>
                <a:latin typeface="IBM Plex Sans Arabic" panose="020B0803050203000203" pitchFamily="34" charset="-78"/>
                <a:cs typeface="IBM Plex Sans Arabic" panose="020B0803050203000203" pitchFamily="34" charset="-78"/>
              </a:rPr>
              <a:t>1000000</a:t>
            </a:r>
            <a:endParaRPr lang="en-SA" sz="2000" dirty="0">
              <a:solidFill>
                <a:schemeClr val="bg1"/>
              </a:solidFill>
              <a:latin typeface="IBM Plex Sans Arabic" panose="020B0803050203000203" pitchFamily="34" charset="-78"/>
              <a:cs typeface="IBM Plex Sans Arabic" panose="020B0803050203000203" pitchFamily="34" charset="-78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72CCBD14-8449-3577-EB85-C28C247B5CCE}"/>
              </a:ext>
            </a:extLst>
          </p:cNvPr>
          <p:cNvSpPr txBox="1"/>
          <p:nvPr/>
        </p:nvSpPr>
        <p:spPr>
          <a:xfrm>
            <a:off x="853884" y="4354381"/>
            <a:ext cx="1467717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rtl="1"/>
            <a:r>
              <a:rPr lang="en-US" sz="2000" dirty="0">
                <a:solidFill>
                  <a:schemeClr val="bg1"/>
                </a:solidFill>
                <a:latin typeface="IBM Plex Sans Arabic" panose="020B0803050203000203" pitchFamily="34" charset="-78"/>
                <a:cs typeface="IBM Plex Sans Arabic" panose="020B0803050203000203" pitchFamily="34" charset="-78"/>
              </a:rPr>
              <a:t>1000000</a:t>
            </a:r>
            <a:endParaRPr lang="en-SA" sz="2000" dirty="0">
              <a:solidFill>
                <a:schemeClr val="bg1"/>
              </a:solidFill>
              <a:latin typeface="IBM Plex Sans Arabic" panose="020B0803050203000203" pitchFamily="34" charset="-78"/>
              <a:cs typeface="IBM Plex Sans Arabic" panose="020B0803050203000203" pitchFamily="34" charset="-78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02D2B427-F775-4865-6207-D8579C43C4D4}"/>
              </a:ext>
            </a:extLst>
          </p:cNvPr>
          <p:cNvSpPr txBox="1"/>
          <p:nvPr/>
        </p:nvSpPr>
        <p:spPr>
          <a:xfrm>
            <a:off x="3129602" y="4705409"/>
            <a:ext cx="1467717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 rtl="1"/>
            <a:r>
              <a:rPr lang="ar-SA" sz="2000" dirty="0">
                <a:solidFill>
                  <a:schemeClr val="tx2"/>
                </a:solidFill>
                <a:latin typeface="IBM Plex Sans Arabic" panose="020B0803050203000203" pitchFamily="34" charset="-78"/>
                <a:cs typeface="IBM Plex Sans Arabic" panose="020B0803050203000203" pitchFamily="34" charset="-78"/>
              </a:rPr>
              <a:t>عنوان عنوان </a:t>
            </a:r>
            <a:endParaRPr lang="en-SA" sz="2000" dirty="0">
              <a:solidFill>
                <a:schemeClr val="tx2"/>
              </a:solidFill>
              <a:latin typeface="IBM Plex Sans Arabic" panose="020B0803050203000203" pitchFamily="34" charset="-78"/>
              <a:cs typeface="IBM Plex Sans Arabic" panose="020B0803050203000203" pitchFamily="34" charset="-78"/>
            </a:endParaRP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41056297-D53D-3D9F-2022-C59A426546A4}"/>
              </a:ext>
            </a:extLst>
          </p:cNvPr>
          <p:cNvSpPr txBox="1"/>
          <p:nvPr/>
        </p:nvSpPr>
        <p:spPr>
          <a:xfrm>
            <a:off x="853884" y="4705409"/>
            <a:ext cx="1467717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 rtl="1"/>
            <a:r>
              <a:rPr lang="ar-SA" sz="2000" dirty="0">
                <a:solidFill>
                  <a:schemeClr val="tx2"/>
                </a:solidFill>
                <a:latin typeface="IBM Plex Sans Arabic" panose="020B0803050203000203" pitchFamily="34" charset="-78"/>
                <a:cs typeface="IBM Plex Sans Arabic" panose="020B0803050203000203" pitchFamily="34" charset="-78"/>
              </a:rPr>
              <a:t>عنوان عنوان </a:t>
            </a:r>
            <a:endParaRPr lang="en-SA" sz="2000" dirty="0">
              <a:solidFill>
                <a:schemeClr val="tx2"/>
              </a:solidFill>
              <a:latin typeface="IBM Plex Sans Arabic" panose="020B0803050203000203" pitchFamily="34" charset="-78"/>
              <a:cs typeface="IBM Plex Sans Arabic" panose="020B0803050203000203" pitchFamily="34" charset="-78"/>
            </a:endParaRP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27563D29-5814-EB32-AA52-1885C547F11F}"/>
              </a:ext>
            </a:extLst>
          </p:cNvPr>
          <p:cNvSpPr txBox="1"/>
          <p:nvPr/>
        </p:nvSpPr>
        <p:spPr>
          <a:xfrm>
            <a:off x="3129602" y="5293833"/>
            <a:ext cx="1467717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rtl="1"/>
            <a:r>
              <a:rPr lang="en-US" sz="2000" dirty="0">
                <a:solidFill>
                  <a:schemeClr val="bg1"/>
                </a:solidFill>
                <a:latin typeface="IBM Plex Sans Arabic" panose="020B0803050203000203" pitchFamily="34" charset="-78"/>
                <a:cs typeface="IBM Plex Sans Arabic" panose="020B0803050203000203" pitchFamily="34" charset="-78"/>
              </a:rPr>
              <a:t>1000000</a:t>
            </a:r>
            <a:endParaRPr lang="en-SA" sz="2000" dirty="0">
              <a:solidFill>
                <a:schemeClr val="bg1"/>
              </a:solidFill>
              <a:latin typeface="IBM Plex Sans Arabic" panose="020B0803050203000203" pitchFamily="34" charset="-78"/>
              <a:cs typeface="IBM Plex Sans Arabic" panose="020B0803050203000203" pitchFamily="34" charset="-78"/>
            </a:endParaRP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67CA321F-AD89-EC5A-11F6-F0A4C2BF90F0}"/>
              </a:ext>
            </a:extLst>
          </p:cNvPr>
          <p:cNvSpPr txBox="1"/>
          <p:nvPr/>
        </p:nvSpPr>
        <p:spPr>
          <a:xfrm>
            <a:off x="853884" y="5293833"/>
            <a:ext cx="1467717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rtl="1"/>
            <a:r>
              <a:rPr lang="en-US" sz="2000" dirty="0">
                <a:solidFill>
                  <a:schemeClr val="bg1"/>
                </a:solidFill>
                <a:latin typeface="IBM Plex Sans Arabic" panose="020B0803050203000203" pitchFamily="34" charset="-78"/>
                <a:cs typeface="IBM Plex Sans Arabic" panose="020B0803050203000203" pitchFamily="34" charset="-78"/>
              </a:rPr>
              <a:t>1000000</a:t>
            </a:r>
            <a:endParaRPr lang="en-SA" sz="2000" dirty="0">
              <a:solidFill>
                <a:schemeClr val="bg1"/>
              </a:solidFill>
              <a:latin typeface="IBM Plex Sans Arabic" panose="020B0803050203000203" pitchFamily="34" charset="-78"/>
              <a:cs typeface="IBM Plex Sans Arabic" panose="020B0803050203000203" pitchFamily="34" charset="-78"/>
            </a:endParaRP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DC4C5C37-E85D-10F1-DB70-AA23FEF7100A}"/>
              </a:ext>
            </a:extLst>
          </p:cNvPr>
          <p:cNvSpPr txBox="1"/>
          <p:nvPr/>
        </p:nvSpPr>
        <p:spPr>
          <a:xfrm>
            <a:off x="3129602" y="5644861"/>
            <a:ext cx="1467717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 rtl="1"/>
            <a:r>
              <a:rPr lang="ar-SA" sz="2000" dirty="0">
                <a:solidFill>
                  <a:schemeClr val="tx2"/>
                </a:solidFill>
                <a:latin typeface="IBM Plex Sans Arabic" panose="020B0803050203000203" pitchFamily="34" charset="-78"/>
                <a:cs typeface="IBM Plex Sans Arabic" panose="020B0803050203000203" pitchFamily="34" charset="-78"/>
              </a:rPr>
              <a:t>عنوان عنوان </a:t>
            </a:r>
            <a:endParaRPr lang="en-SA" sz="2000" dirty="0">
              <a:solidFill>
                <a:schemeClr val="tx2"/>
              </a:solidFill>
              <a:latin typeface="IBM Plex Sans Arabic" panose="020B0803050203000203" pitchFamily="34" charset="-78"/>
              <a:cs typeface="IBM Plex Sans Arabic" panose="020B0803050203000203" pitchFamily="34" charset="-78"/>
            </a:endParaRP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4039FF87-0B23-449A-7A03-164A72A5AA29}"/>
              </a:ext>
            </a:extLst>
          </p:cNvPr>
          <p:cNvSpPr txBox="1"/>
          <p:nvPr/>
        </p:nvSpPr>
        <p:spPr>
          <a:xfrm>
            <a:off x="853884" y="5644861"/>
            <a:ext cx="1467717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 rtl="1"/>
            <a:r>
              <a:rPr lang="ar-SA" sz="2000" dirty="0">
                <a:solidFill>
                  <a:schemeClr val="tx2"/>
                </a:solidFill>
                <a:latin typeface="IBM Plex Sans Arabic" panose="020B0803050203000203" pitchFamily="34" charset="-78"/>
                <a:cs typeface="IBM Plex Sans Arabic" panose="020B0803050203000203" pitchFamily="34" charset="-78"/>
              </a:rPr>
              <a:t>عنوان عنوان </a:t>
            </a:r>
            <a:endParaRPr lang="en-SA" sz="2000" dirty="0">
              <a:solidFill>
                <a:schemeClr val="tx2"/>
              </a:solidFill>
              <a:latin typeface="IBM Plex Sans Arabic" panose="020B0803050203000203" pitchFamily="34" charset="-78"/>
              <a:cs typeface="IBM Plex Sans Arabic" panose="020B0803050203000203" pitchFamily="34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1269545722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>
            <a:extLst>
              <a:ext uri="{FF2B5EF4-FFF2-40B4-BE49-F238E27FC236}">
                <a16:creationId xmlns:a16="http://schemas.microsoft.com/office/drawing/2014/main" id="{DB47EBA4-9779-6944-A656-FE37DEDE8F6C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pattFill prst="pct20">
            <a:fgClr>
              <a:schemeClr val="tx2"/>
            </a:fgClr>
            <a:bgClr>
              <a:schemeClr val="bg1"/>
            </a:bgClr>
          </a:pattFill>
        </p:spPr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647F06AB-67AD-D230-EE12-20DDAE4044BF}"/>
              </a:ext>
            </a:extLst>
          </p:cNvPr>
          <p:cNvSpPr txBox="1"/>
          <p:nvPr/>
        </p:nvSpPr>
        <p:spPr>
          <a:xfrm>
            <a:off x="6252660" y="657225"/>
            <a:ext cx="5486400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 rtl="1"/>
            <a:r>
              <a:rPr lang="ar-SA" sz="3200" dirty="0">
                <a:solidFill>
                  <a:schemeClr val="tx2"/>
                </a:solidFill>
                <a:latin typeface="IBM Plex Sans Arabic" panose="020B0803050203000203" pitchFamily="34" charset="-78"/>
                <a:cs typeface="IBM Plex Sans Arabic" panose="020B0803050203000203" pitchFamily="34" charset="-78"/>
              </a:rPr>
              <a:t>عنوان رئيسي </a:t>
            </a:r>
            <a:endParaRPr lang="en-SA" sz="3200" dirty="0">
              <a:solidFill>
                <a:schemeClr val="tx2"/>
              </a:solidFill>
              <a:latin typeface="IBM Plex Sans Arabic" panose="020B0803050203000203" pitchFamily="34" charset="-78"/>
              <a:cs typeface="IBM Plex Sans Arabic" panose="020B0803050203000203" pitchFamily="34" charset="-78"/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D2C19809-55C7-0ECA-58DE-2894B0FB45B5}"/>
              </a:ext>
            </a:extLst>
          </p:cNvPr>
          <p:cNvSpPr txBox="1"/>
          <p:nvPr/>
        </p:nvSpPr>
        <p:spPr>
          <a:xfrm>
            <a:off x="7549489" y="1373526"/>
            <a:ext cx="418957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 rtl="1"/>
            <a:r>
              <a:rPr lang="ar-SA" sz="3200" dirty="0">
                <a:solidFill>
                  <a:schemeClr val="accent4"/>
                </a:solidFill>
                <a:latin typeface="RB" pitchFamily="2" charset="-78"/>
                <a:cs typeface="RB" pitchFamily="2" charset="-78"/>
              </a:rPr>
              <a:t>عنوان فرعي</a:t>
            </a:r>
            <a:endParaRPr lang="en-SA" sz="3200" dirty="0">
              <a:solidFill>
                <a:schemeClr val="accent4"/>
              </a:solidFill>
              <a:latin typeface="RB" pitchFamily="2" charset="-78"/>
              <a:cs typeface="RB" pitchFamily="2" charset="-78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32AE3789-5760-9F54-D639-8F50CE7EB58E}"/>
              </a:ext>
            </a:extLst>
          </p:cNvPr>
          <p:cNvSpPr txBox="1"/>
          <p:nvPr/>
        </p:nvSpPr>
        <p:spPr>
          <a:xfrm>
            <a:off x="8584407" y="1958301"/>
            <a:ext cx="3154653" cy="206210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50800" algn="justLow" rtl="1">
              <a:spcBef>
                <a:spcPts val="1000"/>
              </a:spcBef>
              <a:buClr>
                <a:schemeClr val="dk2"/>
              </a:buClr>
              <a:buSzPts val="2800"/>
            </a:pPr>
            <a:r>
              <a:rPr lang="ar-SA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 </a:t>
            </a:r>
            <a:r>
              <a:rPr lang="ar-SA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</a:t>
            </a:r>
            <a:endParaRPr lang="ar-SA" sz="1600" u="none" strike="noStrike" cap="none" dirty="0">
              <a:solidFill>
                <a:schemeClr val="tx1">
                  <a:lumMod val="90000"/>
                  <a:lumOff val="10000"/>
                </a:schemeClr>
              </a:solidFill>
              <a:latin typeface="Tajawal" pitchFamily="2" charset="-78"/>
              <a:ea typeface="Readex Pro Deca"/>
              <a:cs typeface="Tajawal" pitchFamily="2" charset="-78"/>
              <a:sym typeface="Readex Pro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9FECB5B6-4B9E-44B8-3067-330F3E9E8A55}"/>
              </a:ext>
            </a:extLst>
          </p:cNvPr>
          <p:cNvSpPr txBox="1"/>
          <p:nvPr/>
        </p:nvSpPr>
        <p:spPr>
          <a:xfrm>
            <a:off x="5311817" y="1958301"/>
            <a:ext cx="3154653" cy="206210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50800" algn="justLow" rtl="1">
              <a:spcBef>
                <a:spcPts val="1000"/>
              </a:spcBef>
              <a:buClr>
                <a:schemeClr val="dk2"/>
              </a:buClr>
              <a:buSzPts val="2800"/>
            </a:pPr>
            <a:r>
              <a:rPr lang="ar-SA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 </a:t>
            </a:r>
            <a:r>
              <a:rPr lang="ar-SA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</a:t>
            </a:r>
            <a:endParaRPr lang="ar-SA" sz="1600" u="none" strike="noStrike" cap="none" dirty="0">
              <a:solidFill>
                <a:schemeClr val="tx1">
                  <a:lumMod val="90000"/>
                  <a:lumOff val="10000"/>
                </a:schemeClr>
              </a:solidFill>
              <a:latin typeface="Tajawal" pitchFamily="2" charset="-78"/>
              <a:ea typeface="Readex Pro Deca"/>
              <a:cs typeface="Tajawal" pitchFamily="2" charset="-78"/>
              <a:sym typeface="Readex Pro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2E75AF2B-F346-69F0-A1A6-FE1DEAB44C55}"/>
              </a:ext>
            </a:extLst>
          </p:cNvPr>
          <p:cNvSpPr txBox="1"/>
          <p:nvPr/>
        </p:nvSpPr>
        <p:spPr>
          <a:xfrm>
            <a:off x="9037107" y="4354381"/>
            <a:ext cx="1467717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rtl="1"/>
            <a:r>
              <a:rPr lang="en-US" sz="2000" dirty="0">
                <a:latin typeface="IBM Plex Sans Arabic" panose="020B0803050203000203" pitchFamily="34" charset="-78"/>
                <a:cs typeface="IBM Plex Sans Arabic" panose="020B0803050203000203" pitchFamily="34" charset="-78"/>
              </a:rPr>
              <a:t>1000000</a:t>
            </a:r>
            <a:endParaRPr lang="en-SA" sz="2000" dirty="0">
              <a:latin typeface="IBM Plex Sans Arabic" panose="020B0803050203000203" pitchFamily="34" charset="-78"/>
              <a:cs typeface="IBM Plex Sans Arabic" panose="020B0803050203000203" pitchFamily="34" charset="-78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C5D02EFB-6159-4BB4-60FF-1C7526C7DCE1}"/>
              </a:ext>
            </a:extLst>
          </p:cNvPr>
          <p:cNvSpPr txBox="1"/>
          <p:nvPr/>
        </p:nvSpPr>
        <p:spPr>
          <a:xfrm>
            <a:off x="6761389" y="4354381"/>
            <a:ext cx="1467717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rtl="1"/>
            <a:r>
              <a:rPr lang="en-US" sz="2000" dirty="0">
                <a:latin typeface="IBM Plex Sans Arabic" panose="020B0803050203000203" pitchFamily="34" charset="-78"/>
                <a:cs typeface="IBM Plex Sans Arabic" panose="020B0803050203000203" pitchFamily="34" charset="-78"/>
              </a:rPr>
              <a:t>1000000</a:t>
            </a:r>
            <a:endParaRPr lang="en-SA" sz="2000" dirty="0">
              <a:latin typeface="IBM Plex Sans Arabic" panose="020B0803050203000203" pitchFamily="34" charset="-78"/>
              <a:cs typeface="IBM Plex Sans Arabic" panose="020B0803050203000203" pitchFamily="34" charset="-78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4B9DDC66-C4CD-2819-44A4-A78E87315177}"/>
              </a:ext>
            </a:extLst>
          </p:cNvPr>
          <p:cNvSpPr txBox="1"/>
          <p:nvPr/>
        </p:nvSpPr>
        <p:spPr>
          <a:xfrm>
            <a:off x="9037107" y="4705409"/>
            <a:ext cx="1467717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 rtl="1"/>
            <a:r>
              <a:rPr lang="ar-SA" sz="2000" dirty="0">
                <a:solidFill>
                  <a:schemeClr val="accent4"/>
                </a:solidFill>
                <a:latin typeface="IBM Plex Sans Arabic" panose="020B0803050203000203" pitchFamily="34" charset="-78"/>
                <a:cs typeface="IBM Plex Sans Arabic" panose="020B0803050203000203" pitchFamily="34" charset="-78"/>
              </a:rPr>
              <a:t>عنوان عنوان </a:t>
            </a:r>
            <a:endParaRPr lang="en-SA" sz="2000" dirty="0">
              <a:solidFill>
                <a:schemeClr val="accent4"/>
              </a:solidFill>
              <a:latin typeface="IBM Plex Sans Arabic" panose="020B0803050203000203" pitchFamily="34" charset="-78"/>
              <a:cs typeface="IBM Plex Sans Arabic" panose="020B0803050203000203" pitchFamily="34" charset="-78"/>
            </a:endParaRP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43B1D097-8C5A-3DFF-1A5E-61A00D9486C2}"/>
              </a:ext>
            </a:extLst>
          </p:cNvPr>
          <p:cNvSpPr txBox="1"/>
          <p:nvPr/>
        </p:nvSpPr>
        <p:spPr>
          <a:xfrm>
            <a:off x="6761389" y="4705409"/>
            <a:ext cx="1467717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 rtl="1"/>
            <a:r>
              <a:rPr lang="ar-SA" sz="2000" dirty="0">
                <a:solidFill>
                  <a:schemeClr val="accent4"/>
                </a:solidFill>
                <a:latin typeface="IBM Plex Sans Arabic" panose="020B0803050203000203" pitchFamily="34" charset="-78"/>
                <a:cs typeface="IBM Plex Sans Arabic" panose="020B0803050203000203" pitchFamily="34" charset="-78"/>
              </a:rPr>
              <a:t>عنوان عنوان </a:t>
            </a:r>
            <a:endParaRPr lang="en-SA" sz="2000" dirty="0">
              <a:solidFill>
                <a:schemeClr val="accent4"/>
              </a:solidFill>
              <a:latin typeface="IBM Plex Sans Arabic" panose="020B0803050203000203" pitchFamily="34" charset="-78"/>
              <a:cs typeface="IBM Plex Sans Arabic" panose="020B0803050203000203" pitchFamily="34" charset="-78"/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C8E3016B-7FA1-7833-5EE2-DEE191753676}"/>
              </a:ext>
            </a:extLst>
          </p:cNvPr>
          <p:cNvSpPr txBox="1"/>
          <p:nvPr/>
        </p:nvSpPr>
        <p:spPr>
          <a:xfrm>
            <a:off x="9037107" y="5293833"/>
            <a:ext cx="1467717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rtl="1"/>
            <a:r>
              <a:rPr lang="en-US" sz="2000" dirty="0">
                <a:latin typeface="IBM Plex Sans Arabic" panose="020B0803050203000203" pitchFamily="34" charset="-78"/>
                <a:cs typeface="IBM Plex Sans Arabic" panose="020B0803050203000203" pitchFamily="34" charset="-78"/>
              </a:rPr>
              <a:t>1000000</a:t>
            </a:r>
            <a:endParaRPr lang="en-SA" sz="2000" dirty="0">
              <a:latin typeface="IBM Plex Sans Arabic" panose="020B0803050203000203" pitchFamily="34" charset="-78"/>
              <a:cs typeface="IBM Plex Sans Arabic" panose="020B0803050203000203" pitchFamily="34" charset="-78"/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FDBE36C4-7B68-5722-F698-CC61B794D472}"/>
              </a:ext>
            </a:extLst>
          </p:cNvPr>
          <p:cNvSpPr txBox="1"/>
          <p:nvPr/>
        </p:nvSpPr>
        <p:spPr>
          <a:xfrm>
            <a:off x="6761389" y="5293833"/>
            <a:ext cx="1467717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rtl="1"/>
            <a:r>
              <a:rPr lang="en-US" sz="2000" dirty="0">
                <a:latin typeface="IBM Plex Sans Arabic" panose="020B0803050203000203" pitchFamily="34" charset="-78"/>
                <a:cs typeface="IBM Plex Sans Arabic" panose="020B0803050203000203" pitchFamily="34" charset="-78"/>
              </a:rPr>
              <a:t>1000000</a:t>
            </a:r>
            <a:endParaRPr lang="en-SA" sz="2000" dirty="0">
              <a:latin typeface="IBM Plex Sans Arabic" panose="020B0803050203000203" pitchFamily="34" charset="-78"/>
              <a:cs typeface="IBM Plex Sans Arabic" panose="020B0803050203000203" pitchFamily="34" charset="-78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217FA775-7565-2623-DB94-B2649EB6226D}"/>
              </a:ext>
            </a:extLst>
          </p:cNvPr>
          <p:cNvSpPr txBox="1"/>
          <p:nvPr/>
        </p:nvSpPr>
        <p:spPr>
          <a:xfrm>
            <a:off x="9037107" y="5644861"/>
            <a:ext cx="1467717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 rtl="1"/>
            <a:r>
              <a:rPr lang="ar-SA" sz="2000" dirty="0">
                <a:solidFill>
                  <a:schemeClr val="accent4"/>
                </a:solidFill>
                <a:latin typeface="IBM Plex Sans Arabic" panose="020B0803050203000203" pitchFamily="34" charset="-78"/>
                <a:cs typeface="IBM Plex Sans Arabic" panose="020B0803050203000203" pitchFamily="34" charset="-78"/>
              </a:rPr>
              <a:t>عنوان عنوان </a:t>
            </a:r>
            <a:endParaRPr lang="en-SA" sz="2000" dirty="0">
              <a:solidFill>
                <a:schemeClr val="accent4"/>
              </a:solidFill>
              <a:latin typeface="IBM Plex Sans Arabic" panose="020B0803050203000203" pitchFamily="34" charset="-78"/>
              <a:cs typeface="IBM Plex Sans Arabic" panose="020B0803050203000203" pitchFamily="34" charset="-78"/>
            </a:endParaRP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3097BAF0-9FD7-9080-D433-BC6E7E7F9533}"/>
              </a:ext>
            </a:extLst>
          </p:cNvPr>
          <p:cNvSpPr txBox="1"/>
          <p:nvPr/>
        </p:nvSpPr>
        <p:spPr>
          <a:xfrm>
            <a:off x="6761389" y="5644861"/>
            <a:ext cx="1467717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 rtl="1"/>
            <a:r>
              <a:rPr lang="ar-SA" sz="2000" dirty="0">
                <a:solidFill>
                  <a:schemeClr val="accent4"/>
                </a:solidFill>
                <a:latin typeface="IBM Plex Sans Arabic" panose="020B0803050203000203" pitchFamily="34" charset="-78"/>
                <a:cs typeface="IBM Plex Sans Arabic" panose="020B0803050203000203" pitchFamily="34" charset="-78"/>
              </a:rPr>
              <a:t>عنوان عنوان </a:t>
            </a:r>
            <a:endParaRPr lang="en-SA" sz="2000" dirty="0">
              <a:solidFill>
                <a:schemeClr val="accent4"/>
              </a:solidFill>
              <a:latin typeface="IBM Plex Sans Arabic" panose="020B0803050203000203" pitchFamily="34" charset="-78"/>
              <a:cs typeface="IBM Plex Sans Arabic" panose="020B0803050203000203" pitchFamily="34" charset="-78"/>
            </a:endParaRPr>
          </a:p>
        </p:txBody>
      </p:sp>
      <p:sp>
        <p:nvSpPr>
          <p:cNvPr id="3" name="Bentuk Bebas: Bentuk 67">
            <a:extLst>
              <a:ext uri="{FF2B5EF4-FFF2-40B4-BE49-F238E27FC236}">
                <a16:creationId xmlns:a16="http://schemas.microsoft.com/office/drawing/2014/main" id="{49C3919B-3699-8BDE-C796-1C5A98A18177}"/>
              </a:ext>
            </a:extLst>
          </p:cNvPr>
          <p:cNvSpPr/>
          <p:nvPr/>
        </p:nvSpPr>
        <p:spPr>
          <a:xfrm flipH="1">
            <a:off x="6585169" y="337159"/>
            <a:ext cx="5046018" cy="320065"/>
          </a:xfrm>
          <a:custGeom>
            <a:avLst/>
            <a:gdLst>
              <a:gd name="connsiteX0" fmla="*/ 0 w 5036883"/>
              <a:gd name="connsiteY0" fmla="*/ 0 h 224726"/>
              <a:gd name="connsiteX1" fmla="*/ 0 w 5036883"/>
              <a:gd name="connsiteY1" fmla="*/ 224727 h 224726"/>
              <a:gd name="connsiteX2" fmla="*/ 4812157 w 5036883"/>
              <a:gd name="connsiteY2" fmla="*/ 224727 h 224726"/>
              <a:gd name="connsiteX3" fmla="*/ 5036884 w 5036883"/>
              <a:gd name="connsiteY3" fmla="*/ 0 h 224726"/>
              <a:gd name="connsiteX4" fmla="*/ 4812157 w 5036883"/>
              <a:gd name="connsiteY4" fmla="*/ 0 h 2247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036883" h="224726">
                <a:moveTo>
                  <a:pt x="0" y="0"/>
                </a:moveTo>
                <a:lnTo>
                  <a:pt x="0" y="224727"/>
                </a:lnTo>
                <a:lnTo>
                  <a:pt x="4812157" y="224727"/>
                </a:lnTo>
                <a:lnTo>
                  <a:pt x="5036884" y="0"/>
                </a:lnTo>
                <a:lnTo>
                  <a:pt x="4812157" y="0"/>
                </a:lnTo>
                <a:close/>
              </a:path>
            </a:pathLst>
          </a:custGeom>
          <a:solidFill>
            <a:schemeClr val="accent1"/>
          </a:solidFill>
          <a:ln w="6347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r" defTabSz="91440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0" cap="none" spc="0" normalizeH="0" baseline="0" noProof="0" dirty="0">
              <a:ln>
                <a:noFill/>
              </a:ln>
              <a:solidFill>
                <a:schemeClr val="accent5"/>
              </a:solidFill>
              <a:effectLst/>
              <a:uLnTx/>
              <a:uFillTx/>
            </a:endParaRPr>
          </a:p>
        </p:txBody>
      </p:sp>
      <p:sp>
        <p:nvSpPr>
          <p:cNvPr id="4" name="Freeform 3">
            <a:extLst>
              <a:ext uri="{FF2B5EF4-FFF2-40B4-BE49-F238E27FC236}">
                <a16:creationId xmlns:a16="http://schemas.microsoft.com/office/drawing/2014/main" id="{F83A5A88-AA53-4570-B793-9EE4272313E4}"/>
              </a:ext>
            </a:extLst>
          </p:cNvPr>
          <p:cNvSpPr/>
          <p:nvPr/>
        </p:nvSpPr>
        <p:spPr>
          <a:xfrm>
            <a:off x="6143358" y="327757"/>
            <a:ext cx="340276" cy="338868"/>
          </a:xfrm>
          <a:custGeom>
            <a:avLst/>
            <a:gdLst>
              <a:gd name="connsiteX0" fmla="*/ 154795 w 440381"/>
              <a:gd name="connsiteY0" fmla="*/ 7155 h 438559"/>
              <a:gd name="connsiteX1" fmla="*/ 153489 w 440381"/>
              <a:gd name="connsiteY1" fmla="*/ 7155 h 438559"/>
              <a:gd name="connsiteX2" fmla="*/ 151529 w 440381"/>
              <a:gd name="connsiteY2" fmla="*/ 7155 h 438559"/>
              <a:gd name="connsiteX3" fmla="*/ 148917 w 440381"/>
              <a:gd name="connsiteY3" fmla="*/ 7805 h 438559"/>
              <a:gd name="connsiteX4" fmla="*/ 146957 w 440381"/>
              <a:gd name="connsiteY4" fmla="*/ 8456 h 438559"/>
              <a:gd name="connsiteX5" fmla="*/ 144998 w 440381"/>
              <a:gd name="connsiteY5" fmla="*/ 9757 h 438559"/>
              <a:gd name="connsiteX6" fmla="*/ 144345 w 440381"/>
              <a:gd name="connsiteY6" fmla="*/ 10407 h 438559"/>
              <a:gd name="connsiteX7" fmla="*/ 11103 w 440381"/>
              <a:gd name="connsiteY7" fmla="*/ 143097 h 438559"/>
              <a:gd name="connsiteX8" fmla="*/ 10450 w 440381"/>
              <a:gd name="connsiteY8" fmla="*/ 143747 h 438559"/>
              <a:gd name="connsiteX9" fmla="*/ 9144 w 440381"/>
              <a:gd name="connsiteY9" fmla="*/ 145699 h 438559"/>
              <a:gd name="connsiteX10" fmla="*/ 8491 w 440381"/>
              <a:gd name="connsiteY10" fmla="*/ 147650 h 438559"/>
              <a:gd name="connsiteX11" fmla="*/ 7838 w 440381"/>
              <a:gd name="connsiteY11" fmla="*/ 150252 h 438559"/>
              <a:gd name="connsiteX12" fmla="*/ 7838 w 440381"/>
              <a:gd name="connsiteY12" fmla="*/ 152203 h 438559"/>
              <a:gd name="connsiteX13" fmla="*/ 7838 w 440381"/>
              <a:gd name="connsiteY13" fmla="*/ 153504 h 438559"/>
              <a:gd name="connsiteX14" fmla="*/ 0 w 440381"/>
              <a:gd name="connsiteY14" fmla="*/ 373353 h 438559"/>
              <a:gd name="connsiteX15" fmla="*/ 13063 w 440381"/>
              <a:gd name="connsiteY15" fmla="*/ 381809 h 438559"/>
              <a:gd name="connsiteX16" fmla="*/ 85562 w 440381"/>
              <a:gd name="connsiteY16" fmla="*/ 366198 h 438559"/>
              <a:gd name="connsiteX17" fmla="*/ 94053 w 440381"/>
              <a:gd name="connsiteY17" fmla="*/ 353189 h 438559"/>
              <a:gd name="connsiteX18" fmla="*/ 111687 w 440381"/>
              <a:gd name="connsiteY18" fmla="*/ 178871 h 438559"/>
              <a:gd name="connsiteX19" fmla="*/ 111687 w 440381"/>
              <a:gd name="connsiteY19" fmla="*/ 178871 h 438559"/>
              <a:gd name="connsiteX20" fmla="*/ 369026 w 440381"/>
              <a:gd name="connsiteY20" fmla="*/ 435145 h 438559"/>
              <a:gd name="connsiteX21" fmla="*/ 384701 w 440381"/>
              <a:gd name="connsiteY21" fmla="*/ 435145 h 438559"/>
              <a:gd name="connsiteX22" fmla="*/ 436953 w 440381"/>
              <a:gd name="connsiteY22" fmla="*/ 383110 h 438559"/>
              <a:gd name="connsiteX23" fmla="*/ 436953 w 440381"/>
              <a:gd name="connsiteY23" fmla="*/ 367499 h 438559"/>
              <a:gd name="connsiteX24" fmla="*/ 179614 w 440381"/>
              <a:gd name="connsiteY24" fmla="*/ 110575 h 438559"/>
              <a:gd name="connsiteX25" fmla="*/ 179614 w 440381"/>
              <a:gd name="connsiteY25" fmla="*/ 110575 h 438559"/>
              <a:gd name="connsiteX26" fmla="*/ 354003 w 440381"/>
              <a:gd name="connsiteY26" fmla="*/ 93663 h 438559"/>
              <a:gd name="connsiteX27" fmla="*/ 367066 w 440381"/>
              <a:gd name="connsiteY27" fmla="*/ 85208 h 438559"/>
              <a:gd name="connsiteX28" fmla="*/ 382742 w 440381"/>
              <a:gd name="connsiteY28" fmla="*/ 13009 h 438559"/>
              <a:gd name="connsiteX29" fmla="*/ 374251 w 440381"/>
              <a:gd name="connsiteY29" fmla="*/ 0 h 438559"/>
              <a:gd name="connsiteX30" fmla="*/ 154795 w 440381"/>
              <a:gd name="connsiteY30" fmla="*/ 7155 h 4385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440381" h="438559">
                <a:moveTo>
                  <a:pt x="154795" y="7155"/>
                </a:moveTo>
                <a:cubicBezTo>
                  <a:pt x="154142" y="7155"/>
                  <a:pt x="154142" y="7155"/>
                  <a:pt x="153489" y="7155"/>
                </a:cubicBezTo>
                <a:cubicBezTo>
                  <a:pt x="152835" y="7155"/>
                  <a:pt x="152182" y="7155"/>
                  <a:pt x="151529" y="7155"/>
                </a:cubicBezTo>
                <a:cubicBezTo>
                  <a:pt x="150223" y="7805"/>
                  <a:pt x="149570" y="7805"/>
                  <a:pt x="148917" y="7805"/>
                </a:cubicBezTo>
                <a:cubicBezTo>
                  <a:pt x="148263" y="7805"/>
                  <a:pt x="147610" y="8456"/>
                  <a:pt x="146957" y="8456"/>
                </a:cubicBezTo>
                <a:cubicBezTo>
                  <a:pt x="146304" y="9106"/>
                  <a:pt x="145651" y="9106"/>
                  <a:pt x="144998" y="9757"/>
                </a:cubicBezTo>
                <a:cubicBezTo>
                  <a:pt x="144998" y="9757"/>
                  <a:pt x="144345" y="10407"/>
                  <a:pt x="144345" y="10407"/>
                </a:cubicBezTo>
                <a:lnTo>
                  <a:pt x="11103" y="143097"/>
                </a:lnTo>
                <a:cubicBezTo>
                  <a:pt x="11103" y="143097"/>
                  <a:pt x="10450" y="143747"/>
                  <a:pt x="10450" y="143747"/>
                </a:cubicBezTo>
                <a:cubicBezTo>
                  <a:pt x="9797" y="144398"/>
                  <a:pt x="9797" y="145048"/>
                  <a:pt x="9144" y="145699"/>
                </a:cubicBezTo>
                <a:cubicBezTo>
                  <a:pt x="9144" y="146349"/>
                  <a:pt x="8491" y="147000"/>
                  <a:pt x="8491" y="147650"/>
                </a:cubicBezTo>
                <a:cubicBezTo>
                  <a:pt x="8491" y="148301"/>
                  <a:pt x="7838" y="148951"/>
                  <a:pt x="7838" y="150252"/>
                </a:cubicBezTo>
                <a:cubicBezTo>
                  <a:pt x="7838" y="150902"/>
                  <a:pt x="7838" y="151553"/>
                  <a:pt x="7838" y="152203"/>
                </a:cubicBezTo>
                <a:cubicBezTo>
                  <a:pt x="7838" y="152854"/>
                  <a:pt x="7838" y="152854"/>
                  <a:pt x="7838" y="153504"/>
                </a:cubicBezTo>
                <a:lnTo>
                  <a:pt x="0" y="373353"/>
                </a:lnTo>
                <a:cubicBezTo>
                  <a:pt x="1306" y="379207"/>
                  <a:pt x="7185" y="383110"/>
                  <a:pt x="13063" y="381809"/>
                </a:cubicBezTo>
                <a:lnTo>
                  <a:pt x="85562" y="366198"/>
                </a:lnTo>
                <a:cubicBezTo>
                  <a:pt x="91440" y="364897"/>
                  <a:pt x="95359" y="359043"/>
                  <a:pt x="94053" y="353189"/>
                </a:cubicBezTo>
                <a:lnTo>
                  <a:pt x="111687" y="178871"/>
                </a:lnTo>
                <a:lnTo>
                  <a:pt x="111687" y="178871"/>
                </a:lnTo>
                <a:lnTo>
                  <a:pt x="369026" y="435145"/>
                </a:lnTo>
                <a:cubicBezTo>
                  <a:pt x="373598" y="439698"/>
                  <a:pt x="380129" y="439698"/>
                  <a:pt x="384701" y="435145"/>
                </a:cubicBezTo>
                <a:lnTo>
                  <a:pt x="436953" y="383110"/>
                </a:lnTo>
                <a:cubicBezTo>
                  <a:pt x="441525" y="378557"/>
                  <a:pt x="441525" y="372052"/>
                  <a:pt x="436953" y="367499"/>
                </a:cubicBezTo>
                <a:lnTo>
                  <a:pt x="179614" y="110575"/>
                </a:lnTo>
                <a:lnTo>
                  <a:pt x="179614" y="110575"/>
                </a:lnTo>
                <a:lnTo>
                  <a:pt x="354003" y="93663"/>
                </a:lnTo>
                <a:cubicBezTo>
                  <a:pt x="359882" y="94964"/>
                  <a:pt x="365760" y="91062"/>
                  <a:pt x="367066" y="85208"/>
                </a:cubicBezTo>
                <a:lnTo>
                  <a:pt x="382742" y="13009"/>
                </a:lnTo>
                <a:cubicBezTo>
                  <a:pt x="384048" y="7155"/>
                  <a:pt x="380129" y="1301"/>
                  <a:pt x="374251" y="0"/>
                </a:cubicBezTo>
                <a:lnTo>
                  <a:pt x="154795" y="7155"/>
                </a:lnTo>
                <a:close/>
              </a:path>
            </a:pathLst>
          </a:custGeom>
          <a:solidFill>
            <a:schemeClr val="accent1"/>
          </a:solidFill>
          <a:ln w="6531" cap="flat">
            <a:noFill/>
            <a:prstDash val="solid"/>
            <a:miter/>
          </a:ln>
        </p:spPr>
        <p:txBody>
          <a:bodyPr rtlCol="0" anchor="ctr"/>
          <a:lstStyle/>
          <a:p>
            <a:endParaRPr lang="en-SA">
              <a:solidFill>
                <a:schemeClr val="accent5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15937571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>
            <a:extLst>
              <a:ext uri="{FF2B5EF4-FFF2-40B4-BE49-F238E27FC236}">
                <a16:creationId xmlns:a16="http://schemas.microsoft.com/office/drawing/2014/main" id="{4D800848-90ED-9347-B08F-A9DEBD26BB38}"/>
              </a:ext>
            </a:extLst>
          </p:cNvPr>
          <p:cNvSpPr>
            <a:spLocks noGrp="1"/>
          </p:cNvSpPr>
          <p:nvPr>
            <p:ph type="pic" sz="quarter" idx="24"/>
          </p:nvPr>
        </p:nvSpPr>
        <p:spPr/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D670C4DA-B8B8-32C5-2457-37ABB8527509}"/>
              </a:ext>
            </a:extLst>
          </p:cNvPr>
          <p:cNvSpPr txBox="1"/>
          <p:nvPr/>
        </p:nvSpPr>
        <p:spPr>
          <a:xfrm>
            <a:off x="6252660" y="657225"/>
            <a:ext cx="5486400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 rtl="1"/>
            <a:r>
              <a:rPr lang="ar-SA" sz="3200" dirty="0">
                <a:solidFill>
                  <a:schemeClr val="tx2"/>
                </a:solidFill>
                <a:latin typeface="IBM Plex Sans Arabic" panose="020B0803050203000203" pitchFamily="34" charset="-78"/>
                <a:cs typeface="IBM Plex Sans Arabic" panose="020B0803050203000203" pitchFamily="34" charset="-78"/>
              </a:rPr>
              <a:t>عنوان رئيسي </a:t>
            </a:r>
            <a:endParaRPr lang="en-SA" sz="3200" dirty="0">
              <a:solidFill>
                <a:schemeClr val="tx2"/>
              </a:solidFill>
              <a:latin typeface="IBM Plex Sans Arabic" panose="020B0803050203000203" pitchFamily="34" charset="-78"/>
              <a:cs typeface="IBM Plex Sans Arabic" panose="020B0803050203000203" pitchFamily="34" charset="-78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348448B6-CDC1-F2E3-CB55-C98D3D21E2A5}"/>
              </a:ext>
            </a:extLst>
          </p:cNvPr>
          <p:cNvSpPr txBox="1"/>
          <p:nvPr/>
        </p:nvSpPr>
        <p:spPr>
          <a:xfrm>
            <a:off x="7549489" y="1373526"/>
            <a:ext cx="418957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 rtl="1"/>
            <a:r>
              <a:rPr lang="ar-SA" sz="3200" dirty="0">
                <a:latin typeface="RB" pitchFamily="2" charset="-78"/>
                <a:cs typeface="RB" pitchFamily="2" charset="-78"/>
              </a:rPr>
              <a:t>عنوان فرعي</a:t>
            </a:r>
            <a:endParaRPr lang="en-SA" sz="3200" dirty="0">
              <a:latin typeface="RB" pitchFamily="2" charset="-78"/>
              <a:cs typeface="RB" pitchFamily="2" charset="-78"/>
            </a:endParaRP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97319029-5771-9BB3-66D2-141EB770C743}"/>
              </a:ext>
            </a:extLst>
          </p:cNvPr>
          <p:cNvSpPr txBox="1"/>
          <p:nvPr/>
        </p:nvSpPr>
        <p:spPr>
          <a:xfrm>
            <a:off x="5492025" y="2089827"/>
            <a:ext cx="6247036" cy="107721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50800" algn="justLow" rtl="1">
              <a:spcBef>
                <a:spcPts val="1000"/>
              </a:spcBef>
              <a:buClr>
                <a:schemeClr val="dk2"/>
              </a:buClr>
              <a:buSzPts val="2800"/>
            </a:pPr>
            <a:r>
              <a:rPr lang="ar-SA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 </a:t>
            </a:r>
            <a:r>
              <a:rPr lang="ar-SA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</a:t>
            </a:r>
            <a:endParaRPr lang="ar-SA" sz="1600" u="none" strike="noStrike" cap="none" dirty="0">
              <a:solidFill>
                <a:schemeClr val="tx1">
                  <a:lumMod val="90000"/>
                  <a:lumOff val="10000"/>
                </a:schemeClr>
              </a:solidFill>
              <a:latin typeface="Tajawal" pitchFamily="2" charset="-78"/>
              <a:ea typeface="Readex Pro Deca"/>
              <a:cs typeface="Tajawal" pitchFamily="2" charset="-78"/>
              <a:sym typeface="Readex Pro"/>
            </a:endParaRP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9455486C-6187-1CC9-0091-D7F7FF06B0CF}"/>
              </a:ext>
            </a:extLst>
          </p:cNvPr>
          <p:cNvSpPr txBox="1"/>
          <p:nvPr/>
        </p:nvSpPr>
        <p:spPr>
          <a:xfrm>
            <a:off x="-1351298" y="657225"/>
            <a:ext cx="5486400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 rtl="1"/>
            <a:r>
              <a:rPr lang="ar-SA" sz="3200" dirty="0">
                <a:solidFill>
                  <a:schemeClr val="tx2"/>
                </a:solidFill>
                <a:latin typeface="IBM Plex Sans Arabic" panose="020B0803050203000203" pitchFamily="34" charset="-78"/>
                <a:cs typeface="IBM Plex Sans Arabic" panose="020B0803050203000203" pitchFamily="34" charset="-78"/>
              </a:rPr>
              <a:t>عنوان رئيسي </a:t>
            </a:r>
            <a:endParaRPr lang="en-SA" sz="3200" dirty="0">
              <a:solidFill>
                <a:schemeClr val="tx2"/>
              </a:solidFill>
              <a:latin typeface="IBM Plex Sans Arabic" panose="020B0803050203000203" pitchFamily="34" charset="-78"/>
              <a:cs typeface="IBM Plex Sans Arabic" panose="020B0803050203000203" pitchFamily="34" charset="-78"/>
            </a:endParaRP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0BEF0B16-5E87-692D-2D6A-199DE768EF34}"/>
              </a:ext>
            </a:extLst>
          </p:cNvPr>
          <p:cNvSpPr txBox="1"/>
          <p:nvPr/>
        </p:nvSpPr>
        <p:spPr>
          <a:xfrm>
            <a:off x="-174785" y="1639274"/>
            <a:ext cx="4189571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 rtl="1"/>
            <a:r>
              <a:rPr lang="ar-SA" sz="2400" b="1" dirty="0">
                <a:solidFill>
                  <a:schemeClr val="accent4"/>
                </a:solidFill>
                <a:latin typeface="RB" pitchFamily="2" charset="-78"/>
                <a:cs typeface="RB" pitchFamily="2" charset="-78"/>
              </a:rPr>
              <a:t>عنوان فرعي</a:t>
            </a:r>
            <a:endParaRPr lang="en-SA" sz="2400" b="1" dirty="0">
              <a:solidFill>
                <a:schemeClr val="accent4"/>
              </a:solidFill>
              <a:latin typeface="RB" pitchFamily="2" charset="-78"/>
              <a:cs typeface="RB" pitchFamily="2" charset="-78"/>
            </a:endParaRP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F7E54518-A59A-57EC-F5D3-BCC7295A4262}"/>
              </a:ext>
            </a:extLst>
          </p:cNvPr>
          <p:cNvSpPr txBox="1"/>
          <p:nvPr/>
        </p:nvSpPr>
        <p:spPr>
          <a:xfrm>
            <a:off x="452939" y="2086981"/>
            <a:ext cx="3682163" cy="138499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50800" algn="justLow" rtl="1">
              <a:spcBef>
                <a:spcPts val="1000"/>
              </a:spcBef>
              <a:buClr>
                <a:schemeClr val="dk2"/>
              </a:buClr>
              <a:buSzPts val="2800"/>
            </a:pP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</a:t>
            </a:r>
            <a:endParaRPr lang="ar-SA" sz="1400" u="none" strike="noStrike" cap="none" dirty="0">
              <a:solidFill>
                <a:schemeClr val="tx1">
                  <a:lumMod val="90000"/>
                  <a:lumOff val="10000"/>
                </a:schemeClr>
              </a:solidFill>
              <a:latin typeface="Tajawal" pitchFamily="2" charset="-78"/>
              <a:ea typeface="Readex Pro Deca"/>
              <a:cs typeface="Tajawal" pitchFamily="2" charset="-78"/>
              <a:sym typeface="Readex Pro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82D9F33C-CEFE-89C3-8132-0E800F0B3188}"/>
              </a:ext>
            </a:extLst>
          </p:cNvPr>
          <p:cNvSpPr txBox="1"/>
          <p:nvPr/>
        </p:nvSpPr>
        <p:spPr>
          <a:xfrm>
            <a:off x="-174785" y="4165906"/>
            <a:ext cx="4189571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 rtl="1"/>
            <a:r>
              <a:rPr lang="ar-SA" sz="2400" b="1" dirty="0">
                <a:solidFill>
                  <a:schemeClr val="accent4"/>
                </a:solidFill>
                <a:latin typeface="RB" pitchFamily="2" charset="-78"/>
                <a:cs typeface="RB" pitchFamily="2" charset="-78"/>
              </a:rPr>
              <a:t>عنوان فرعي</a:t>
            </a:r>
            <a:endParaRPr lang="en-SA" sz="2400" b="1" dirty="0">
              <a:solidFill>
                <a:schemeClr val="accent4"/>
              </a:solidFill>
              <a:latin typeface="RB" pitchFamily="2" charset="-78"/>
              <a:cs typeface="RB" pitchFamily="2" charset="-78"/>
            </a:endParaRP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9F120A12-D052-E032-28FC-070CA1E0D2A4}"/>
              </a:ext>
            </a:extLst>
          </p:cNvPr>
          <p:cNvSpPr txBox="1"/>
          <p:nvPr/>
        </p:nvSpPr>
        <p:spPr>
          <a:xfrm>
            <a:off x="452939" y="4613613"/>
            <a:ext cx="3682163" cy="138499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50800" algn="justLow" rtl="1">
              <a:spcBef>
                <a:spcPts val="1000"/>
              </a:spcBef>
              <a:buClr>
                <a:schemeClr val="dk2"/>
              </a:buClr>
              <a:buSzPts val="2800"/>
            </a:pP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</a:t>
            </a:r>
            <a:endParaRPr lang="ar-SA" sz="1400" u="none" strike="noStrike" cap="none" dirty="0">
              <a:solidFill>
                <a:schemeClr val="tx1">
                  <a:lumMod val="90000"/>
                  <a:lumOff val="10000"/>
                </a:schemeClr>
              </a:solidFill>
              <a:latin typeface="Tajawal" pitchFamily="2" charset="-78"/>
              <a:ea typeface="Readex Pro Deca"/>
              <a:cs typeface="Tajawal" pitchFamily="2" charset="-78"/>
              <a:sym typeface="Readex Pro"/>
            </a:endParaRPr>
          </a:p>
        </p:txBody>
      </p:sp>
      <p:sp>
        <p:nvSpPr>
          <p:cNvPr id="2" name="Bentuk Bebas: Bentuk 67">
            <a:extLst>
              <a:ext uri="{FF2B5EF4-FFF2-40B4-BE49-F238E27FC236}">
                <a16:creationId xmlns:a16="http://schemas.microsoft.com/office/drawing/2014/main" id="{8D78BFEE-5AD0-5B8E-ECFF-8DFB388B4EF5}"/>
              </a:ext>
            </a:extLst>
          </p:cNvPr>
          <p:cNvSpPr/>
          <p:nvPr/>
        </p:nvSpPr>
        <p:spPr>
          <a:xfrm flipH="1">
            <a:off x="6585169" y="337159"/>
            <a:ext cx="5046018" cy="320065"/>
          </a:xfrm>
          <a:custGeom>
            <a:avLst/>
            <a:gdLst>
              <a:gd name="connsiteX0" fmla="*/ 0 w 5036883"/>
              <a:gd name="connsiteY0" fmla="*/ 0 h 224726"/>
              <a:gd name="connsiteX1" fmla="*/ 0 w 5036883"/>
              <a:gd name="connsiteY1" fmla="*/ 224727 h 224726"/>
              <a:gd name="connsiteX2" fmla="*/ 4812157 w 5036883"/>
              <a:gd name="connsiteY2" fmla="*/ 224727 h 224726"/>
              <a:gd name="connsiteX3" fmla="*/ 5036884 w 5036883"/>
              <a:gd name="connsiteY3" fmla="*/ 0 h 224726"/>
              <a:gd name="connsiteX4" fmla="*/ 4812157 w 5036883"/>
              <a:gd name="connsiteY4" fmla="*/ 0 h 2247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036883" h="224726">
                <a:moveTo>
                  <a:pt x="0" y="0"/>
                </a:moveTo>
                <a:lnTo>
                  <a:pt x="0" y="224727"/>
                </a:lnTo>
                <a:lnTo>
                  <a:pt x="4812157" y="224727"/>
                </a:lnTo>
                <a:lnTo>
                  <a:pt x="5036884" y="0"/>
                </a:lnTo>
                <a:lnTo>
                  <a:pt x="4812157" y="0"/>
                </a:lnTo>
                <a:close/>
              </a:path>
            </a:pathLst>
          </a:custGeom>
          <a:solidFill>
            <a:schemeClr val="accent1"/>
          </a:solidFill>
          <a:ln w="6347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r" defTabSz="91440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0" cap="none" spc="0" normalizeH="0" baseline="0" noProof="0" dirty="0">
              <a:ln>
                <a:noFill/>
              </a:ln>
              <a:solidFill>
                <a:schemeClr val="accent5"/>
              </a:solidFill>
              <a:effectLst/>
              <a:uLnTx/>
              <a:uFillTx/>
            </a:endParaRPr>
          </a:p>
        </p:txBody>
      </p:sp>
      <p:sp>
        <p:nvSpPr>
          <p:cNvPr id="3" name="Freeform 2">
            <a:extLst>
              <a:ext uri="{FF2B5EF4-FFF2-40B4-BE49-F238E27FC236}">
                <a16:creationId xmlns:a16="http://schemas.microsoft.com/office/drawing/2014/main" id="{4C59FD0D-D603-C1F2-15E1-C2A57DAFECFF}"/>
              </a:ext>
            </a:extLst>
          </p:cNvPr>
          <p:cNvSpPr/>
          <p:nvPr/>
        </p:nvSpPr>
        <p:spPr>
          <a:xfrm>
            <a:off x="6143358" y="327757"/>
            <a:ext cx="340276" cy="338868"/>
          </a:xfrm>
          <a:custGeom>
            <a:avLst/>
            <a:gdLst>
              <a:gd name="connsiteX0" fmla="*/ 154795 w 440381"/>
              <a:gd name="connsiteY0" fmla="*/ 7155 h 438559"/>
              <a:gd name="connsiteX1" fmla="*/ 153489 w 440381"/>
              <a:gd name="connsiteY1" fmla="*/ 7155 h 438559"/>
              <a:gd name="connsiteX2" fmla="*/ 151529 w 440381"/>
              <a:gd name="connsiteY2" fmla="*/ 7155 h 438559"/>
              <a:gd name="connsiteX3" fmla="*/ 148917 w 440381"/>
              <a:gd name="connsiteY3" fmla="*/ 7805 h 438559"/>
              <a:gd name="connsiteX4" fmla="*/ 146957 w 440381"/>
              <a:gd name="connsiteY4" fmla="*/ 8456 h 438559"/>
              <a:gd name="connsiteX5" fmla="*/ 144998 w 440381"/>
              <a:gd name="connsiteY5" fmla="*/ 9757 h 438559"/>
              <a:gd name="connsiteX6" fmla="*/ 144345 w 440381"/>
              <a:gd name="connsiteY6" fmla="*/ 10407 h 438559"/>
              <a:gd name="connsiteX7" fmla="*/ 11103 w 440381"/>
              <a:gd name="connsiteY7" fmla="*/ 143097 h 438559"/>
              <a:gd name="connsiteX8" fmla="*/ 10450 w 440381"/>
              <a:gd name="connsiteY8" fmla="*/ 143747 h 438559"/>
              <a:gd name="connsiteX9" fmla="*/ 9144 w 440381"/>
              <a:gd name="connsiteY9" fmla="*/ 145699 h 438559"/>
              <a:gd name="connsiteX10" fmla="*/ 8491 w 440381"/>
              <a:gd name="connsiteY10" fmla="*/ 147650 h 438559"/>
              <a:gd name="connsiteX11" fmla="*/ 7838 w 440381"/>
              <a:gd name="connsiteY11" fmla="*/ 150252 h 438559"/>
              <a:gd name="connsiteX12" fmla="*/ 7838 w 440381"/>
              <a:gd name="connsiteY12" fmla="*/ 152203 h 438559"/>
              <a:gd name="connsiteX13" fmla="*/ 7838 w 440381"/>
              <a:gd name="connsiteY13" fmla="*/ 153504 h 438559"/>
              <a:gd name="connsiteX14" fmla="*/ 0 w 440381"/>
              <a:gd name="connsiteY14" fmla="*/ 373353 h 438559"/>
              <a:gd name="connsiteX15" fmla="*/ 13063 w 440381"/>
              <a:gd name="connsiteY15" fmla="*/ 381809 h 438559"/>
              <a:gd name="connsiteX16" fmla="*/ 85562 w 440381"/>
              <a:gd name="connsiteY16" fmla="*/ 366198 h 438559"/>
              <a:gd name="connsiteX17" fmla="*/ 94053 w 440381"/>
              <a:gd name="connsiteY17" fmla="*/ 353189 h 438559"/>
              <a:gd name="connsiteX18" fmla="*/ 111687 w 440381"/>
              <a:gd name="connsiteY18" fmla="*/ 178871 h 438559"/>
              <a:gd name="connsiteX19" fmla="*/ 111687 w 440381"/>
              <a:gd name="connsiteY19" fmla="*/ 178871 h 438559"/>
              <a:gd name="connsiteX20" fmla="*/ 369026 w 440381"/>
              <a:gd name="connsiteY20" fmla="*/ 435145 h 438559"/>
              <a:gd name="connsiteX21" fmla="*/ 384701 w 440381"/>
              <a:gd name="connsiteY21" fmla="*/ 435145 h 438559"/>
              <a:gd name="connsiteX22" fmla="*/ 436953 w 440381"/>
              <a:gd name="connsiteY22" fmla="*/ 383110 h 438559"/>
              <a:gd name="connsiteX23" fmla="*/ 436953 w 440381"/>
              <a:gd name="connsiteY23" fmla="*/ 367499 h 438559"/>
              <a:gd name="connsiteX24" fmla="*/ 179614 w 440381"/>
              <a:gd name="connsiteY24" fmla="*/ 110575 h 438559"/>
              <a:gd name="connsiteX25" fmla="*/ 179614 w 440381"/>
              <a:gd name="connsiteY25" fmla="*/ 110575 h 438559"/>
              <a:gd name="connsiteX26" fmla="*/ 354003 w 440381"/>
              <a:gd name="connsiteY26" fmla="*/ 93663 h 438559"/>
              <a:gd name="connsiteX27" fmla="*/ 367066 w 440381"/>
              <a:gd name="connsiteY27" fmla="*/ 85208 h 438559"/>
              <a:gd name="connsiteX28" fmla="*/ 382742 w 440381"/>
              <a:gd name="connsiteY28" fmla="*/ 13009 h 438559"/>
              <a:gd name="connsiteX29" fmla="*/ 374251 w 440381"/>
              <a:gd name="connsiteY29" fmla="*/ 0 h 438559"/>
              <a:gd name="connsiteX30" fmla="*/ 154795 w 440381"/>
              <a:gd name="connsiteY30" fmla="*/ 7155 h 4385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440381" h="438559">
                <a:moveTo>
                  <a:pt x="154795" y="7155"/>
                </a:moveTo>
                <a:cubicBezTo>
                  <a:pt x="154142" y="7155"/>
                  <a:pt x="154142" y="7155"/>
                  <a:pt x="153489" y="7155"/>
                </a:cubicBezTo>
                <a:cubicBezTo>
                  <a:pt x="152835" y="7155"/>
                  <a:pt x="152182" y="7155"/>
                  <a:pt x="151529" y="7155"/>
                </a:cubicBezTo>
                <a:cubicBezTo>
                  <a:pt x="150223" y="7805"/>
                  <a:pt x="149570" y="7805"/>
                  <a:pt x="148917" y="7805"/>
                </a:cubicBezTo>
                <a:cubicBezTo>
                  <a:pt x="148263" y="7805"/>
                  <a:pt x="147610" y="8456"/>
                  <a:pt x="146957" y="8456"/>
                </a:cubicBezTo>
                <a:cubicBezTo>
                  <a:pt x="146304" y="9106"/>
                  <a:pt x="145651" y="9106"/>
                  <a:pt x="144998" y="9757"/>
                </a:cubicBezTo>
                <a:cubicBezTo>
                  <a:pt x="144998" y="9757"/>
                  <a:pt x="144345" y="10407"/>
                  <a:pt x="144345" y="10407"/>
                </a:cubicBezTo>
                <a:lnTo>
                  <a:pt x="11103" y="143097"/>
                </a:lnTo>
                <a:cubicBezTo>
                  <a:pt x="11103" y="143097"/>
                  <a:pt x="10450" y="143747"/>
                  <a:pt x="10450" y="143747"/>
                </a:cubicBezTo>
                <a:cubicBezTo>
                  <a:pt x="9797" y="144398"/>
                  <a:pt x="9797" y="145048"/>
                  <a:pt x="9144" y="145699"/>
                </a:cubicBezTo>
                <a:cubicBezTo>
                  <a:pt x="9144" y="146349"/>
                  <a:pt x="8491" y="147000"/>
                  <a:pt x="8491" y="147650"/>
                </a:cubicBezTo>
                <a:cubicBezTo>
                  <a:pt x="8491" y="148301"/>
                  <a:pt x="7838" y="148951"/>
                  <a:pt x="7838" y="150252"/>
                </a:cubicBezTo>
                <a:cubicBezTo>
                  <a:pt x="7838" y="150902"/>
                  <a:pt x="7838" y="151553"/>
                  <a:pt x="7838" y="152203"/>
                </a:cubicBezTo>
                <a:cubicBezTo>
                  <a:pt x="7838" y="152854"/>
                  <a:pt x="7838" y="152854"/>
                  <a:pt x="7838" y="153504"/>
                </a:cubicBezTo>
                <a:lnTo>
                  <a:pt x="0" y="373353"/>
                </a:lnTo>
                <a:cubicBezTo>
                  <a:pt x="1306" y="379207"/>
                  <a:pt x="7185" y="383110"/>
                  <a:pt x="13063" y="381809"/>
                </a:cubicBezTo>
                <a:lnTo>
                  <a:pt x="85562" y="366198"/>
                </a:lnTo>
                <a:cubicBezTo>
                  <a:pt x="91440" y="364897"/>
                  <a:pt x="95359" y="359043"/>
                  <a:pt x="94053" y="353189"/>
                </a:cubicBezTo>
                <a:lnTo>
                  <a:pt x="111687" y="178871"/>
                </a:lnTo>
                <a:lnTo>
                  <a:pt x="111687" y="178871"/>
                </a:lnTo>
                <a:lnTo>
                  <a:pt x="369026" y="435145"/>
                </a:lnTo>
                <a:cubicBezTo>
                  <a:pt x="373598" y="439698"/>
                  <a:pt x="380129" y="439698"/>
                  <a:pt x="384701" y="435145"/>
                </a:cubicBezTo>
                <a:lnTo>
                  <a:pt x="436953" y="383110"/>
                </a:lnTo>
                <a:cubicBezTo>
                  <a:pt x="441525" y="378557"/>
                  <a:pt x="441525" y="372052"/>
                  <a:pt x="436953" y="367499"/>
                </a:cubicBezTo>
                <a:lnTo>
                  <a:pt x="179614" y="110575"/>
                </a:lnTo>
                <a:lnTo>
                  <a:pt x="179614" y="110575"/>
                </a:lnTo>
                <a:lnTo>
                  <a:pt x="354003" y="93663"/>
                </a:lnTo>
                <a:cubicBezTo>
                  <a:pt x="359882" y="94964"/>
                  <a:pt x="365760" y="91062"/>
                  <a:pt x="367066" y="85208"/>
                </a:cubicBezTo>
                <a:lnTo>
                  <a:pt x="382742" y="13009"/>
                </a:lnTo>
                <a:cubicBezTo>
                  <a:pt x="384048" y="7155"/>
                  <a:pt x="380129" y="1301"/>
                  <a:pt x="374251" y="0"/>
                </a:cubicBezTo>
                <a:lnTo>
                  <a:pt x="154795" y="7155"/>
                </a:lnTo>
                <a:close/>
              </a:path>
            </a:pathLst>
          </a:custGeom>
          <a:solidFill>
            <a:schemeClr val="accent1"/>
          </a:solidFill>
          <a:ln w="6531" cap="flat">
            <a:noFill/>
            <a:prstDash val="solid"/>
            <a:miter/>
          </a:ln>
        </p:spPr>
        <p:txBody>
          <a:bodyPr rtlCol="0" anchor="ctr"/>
          <a:lstStyle/>
          <a:p>
            <a:endParaRPr lang="en-SA">
              <a:solidFill>
                <a:schemeClr val="accent5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28511282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Picture Placeholder 10">
            <a:extLst>
              <a:ext uri="{FF2B5EF4-FFF2-40B4-BE49-F238E27FC236}">
                <a16:creationId xmlns:a16="http://schemas.microsoft.com/office/drawing/2014/main" id="{833B1FF8-C481-6548-B7A1-F9C49DFD7F1B}"/>
              </a:ext>
            </a:extLst>
          </p:cNvPr>
          <p:cNvSpPr>
            <a:spLocks noGrp="1"/>
          </p:cNvSpPr>
          <p:nvPr>
            <p:ph type="pic" sz="quarter" idx="4294967295"/>
          </p:nvPr>
        </p:nvSpPr>
        <p:spPr>
          <a:xfrm>
            <a:off x="0" y="893"/>
            <a:ext cx="6252660" cy="6857107"/>
          </a:xfrm>
          <a:pattFill prst="pct20">
            <a:fgClr>
              <a:schemeClr val="accent1"/>
            </a:fgClr>
            <a:bgClr>
              <a:schemeClr val="bg1"/>
            </a:bgClr>
          </a:pattFill>
        </p:spPr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129816EE-7AB0-C6F3-A82E-7CCFE29CB3E0}"/>
              </a:ext>
            </a:extLst>
          </p:cNvPr>
          <p:cNvSpPr txBox="1"/>
          <p:nvPr/>
        </p:nvSpPr>
        <p:spPr>
          <a:xfrm>
            <a:off x="6096000" y="2590795"/>
            <a:ext cx="4189571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 rtl="1"/>
            <a:r>
              <a:rPr lang="ar-SA" sz="2400" b="1" dirty="0">
                <a:solidFill>
                  <a:schemeClr val="accent4"/>
                </a:solidFill>
                <a:latin typeface="RB" pitchFamily="2" charset="-78"/>
                <a:cs typeface="RB" pitchFamily="2" charset="-78"/>
              </a:rPr>
              <a:t>عنوان فرعي</a:t>
            </a:r>
            <a:endParaRPr lang="en-SA" sz="2400" b="1" dirty="0">
              <a:solidFill>
                <a:schemeClr val="accent4"/>
              </a:solidFill>
              <a:latin typeface="RB" pitchFamily="2" charset="-78"/>
              <a:cs typeface="RB" pitchFamily="2" charset="-78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26AAFA6A-2EA1-EDA6-45B7-0A39A7625C7F}"/>
              </a:ext>
            </a:extLst>
          </p:cNvPr>
          <p:cNvSpPr txBox="1"/>
          <p:nvPr/>
        </p:nvSpPr>
        <p:spPr>
          <a:xfrm>
            <a:off x="6723724" y="3038502"/>
            <a:ext cx="3682163" cy="138499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50800" algn="justLow" rtl="1">
              <a:spcBef>
                <a:spcPts val="1000"/>
              </a:spcBef>
              <a:buClr>
                <a:schemeClr val="dk2"/>
              </a:buClr>
              <a:buSzPts val="2800"/>
            </a:pPr>
            <a:r>
              <a:rPr lang="ar-SA" sz="1400" u="none" strike="noStrike" cap="none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 </a:t>
            </a:r>
            <a:r>
              <a:rPr lang="ar-SA" sz="1400" u="none" strike="noStrike" cap="none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</a:t>
            </a:r>
            <a:endParaRPr lang="ar-SA" sz="1400" u="none" strike="noStrike" cap="none" dirty="0">
              <a:solidFill>
                <a:schemeClr val="bg1"/>
              </a:solidFill>
              <a:latin typeface="Tajawal" pitchFamily="2" charset="-78"/>
              <a:ea typeface="Readex Pro Deca"/>
              <a:cs typeface="Tajawal" pitchFamily="2" charset="-78"/>
              <a:sym typeface="Readex Pro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821DA7B3-9ABA-385B-8F33-82680D47C94F}"/>
              </a:ext>
            </a:extLst>
          </p:cNvPr>
          <p:cNvSpPr txBox="1"/>
          <p:nvPr/>
        </p:nvSpPr>
        <p:spPr>
          <a:xfrm>
            <a:off x="6096000" y="4767485"/>
            <a:ext cx="4189571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 rtl="1"/>
            <a:r>
              <a:rPr lang="ar-SA" sz="2400" b="1" dirty="0">
                <a:solidFill>
                  <a:schemeClr val="accent4"/>
                </a:solidFill>
                <a:latin typeface="RB" pitchFamily="2" charset="-78"/>
                <a:cs typeface="RB" pitchFamily="2" charset="-78"/>
              </a:rPr>
              <a:t>عنوان فرعي</a:t>
            </a:r>
            <a:endParaRPr lang="en-SA" sz="2400" b="1" dirty="0">
              <a:solidFill>
                <a:schemeClr val="accent4"/>
              </a:solidFill>
              <a:latin typeface="RB" pitchFamily="2" charset="-78"/>
              <a:cs typeface="RB" pitchFamily="2" charset="-78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05D81D5D-8D92-9A77-9245-5EBCC8F8F3A6}"/>
              </a:ext>
            </a:extLst>
          </p:cNvPr>
          <p:cNvSpPr txBox="1"/>
          <p:nvPr/>
        </p:nvSpPr>
        <p:spPr>
          <a:xfrm>
            <a:off x="6723724" y="5215192"/>
            <a:ext cx="3682163" cy="138499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50800" algn="justLow" rtl="1">
              <a:spcBef>
                <a:spcPts val="1000"/>
              </a:spcBef>
              <a:buClr>
                <a:schemeClr val="dk2"/>
              </a:buClr>
              <a:buSzPts val="2800"/>
            </a:pPr>
            <a:r>
              <a:rPr lang="ar-SA" sz="1400" u="none" strike="noStrike" cap="none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 </a:t>
            </a:r>
            <a:r>
              <a:rPr lang="ar-SA" sz="1400" u="none" strike="noStrike" cap="none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</a:t>
            </a:r>
            <a:endParaRPr lang="ar-SA" sz="1400" u="none" strike="noStrike" cap="none" dirty="0">
              <a:solidFill>
                <a:schemeClr val="bg1"/>
              </a:solidFill>
              <a:latin typeface="Tajawal" pitchFamily="2" charset="-78"/>
              <a:ea typeface="Readex Pro Deca"/>
              <a:cs typeface="Tajawal" pitchFamily="2" charset="-78"/>
              <a:sym typeface="Readex Pro"/>
            </a:endParaRP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7368D922-64B1-8CC5-2C77-9D9CE781A1E1}"/>
              </a:ext>
            </a:extLst>
          </p:cNvPr>
          <p:cNvSpPr txBox="1"/>
          <p:nvPr/>
        </p:nvSpPr>
        <p:spPr>
          <a:xfrm>
            <a:off x="6252660" y="657225"/>
            <a:ext cx="5486400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 rtl="1"/>
            <a:r>
              <a:rPr lang="ar-SA" sz="3200" dirty="0">
                <a:solidFill>
                  <a:schemeClr val="bg1"/>
                </a:solidFill>
                <a:latin typeface="IBM Plex Sans Arabic" panose="020B0803050203000203" pitchFamily="34" charset="-78"/>
                <a:cs typeface="IBM Plex Sans Arabic" panose="020B0803050203000203" pitchFamily="34" charset="-78"/>
              </a:rPr>
              <a:t>عنوان رئيسي </a:t>
            </a:r>
            <a:endParaRPr lang="en-SA" sz="3200" dirty="0">
              <a:solidFill>
                <a:schemeClr val="bg1"/>
              </a:solidFill>
              <a:latin typeface="IBM Plex Sans Arabic" panose="020B0803050203000203" pitchFamily="34" charset="-78"/>
              <a:cs typeface="IBM Plex Sans Arabic" panose="020B0803050203000203" pitchFamily="34" charset="-78"/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A54D8C33-30AD-47B0-30AE-B32FDD99B050}"/>
              </a:ext>
            </a:extLst>
          </p:cNvPr>
          <p:cNvSpPr txBox="1"/>
          <p:nvPr/>
        </p:nvSpPr>
        <p:spPr>
          <a:xfrm>
            <a:off x="6703298" y="1286745"/>
            <a:ext cx="5035762" cy="95410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50800" algn="justLow" rtl="1">
              <a:spcBef>
                <a:spcPts val="1000"/>
              </a:spcBef>
              <a:buClr>
                <a:schemeClr val="dk2"/>
              </a:buClr>
              <a:buSzPts val="2800"/>
            </a:pPr>
            <a:r>
              <a:rPr lang="ar-SA" sz="1400" u="none" strike="noStrike" cap="none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 </a:t>
            </a:r>
            <a:r>
              <a:rPr lang="ar-SA" sz="1400" u="none" strike="noStrike" cap="none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</a:t>
            </a:r>
            <a:endParaRPr lang="ar-SA" sz="1400" u="none" strike="noStrike" cap="none" dirty="0">
              <a:solidFill>
                <a:schemeClr val="bg1"/>
              </a:solidFill>
              <a:latin typeface="Tajawal" pitchFamily="2" charset="-78"/>
              <a:ea typeface="Readex Pro Deca"/>
              <a:cs typeface="Tajawal" pitchFamily="2" charset="-78"/>
              <a:sym typeface="Readex Pro"/>
            </a:endParaRPr>
          </a:p>
        </p:txBody>
      </p:sp>
      <p:sp>
        <p:nvSpPr>
          <p:cNvPr id="24" name="Freeform 23">
            <a:extLst>
              <a:ext uri="{FF2B5EF4-FFF2-40B4-BE49-F238E27FC236}">
                <a16:creationId xmlns:a16="http://schemas.microsoft.com/office/drawing/2014/main" id="{78D4D638-AEDB-79D8-E7B8-75966A9CDDE1}"/>
              </a:ext>
            </a:extLst>
          </p:cNvPr>
          <p:cNvSpPr/>
          <p:nvPr/>
        </p:nvSpPr>
        <p:spPr>
          <a:xfrm flipH="1">
            <a:off x="10617697" y="2586629"/>
            <a:ext cx="376728" cy="377196"/>
          </a:xfrm>
          <a:custGeom>
            <a:avLst/>
            <a:gdLst>
              <a:gd name="connsiteX0" fmla="*/ 825439 w 1762284"/>
              <a:gd name="connsiteY0" fmla="*/ 510669 h 1764475"/>
              <a:gd name="connsiteX1" fmla="*/ 825439 w 1762284"/>
              <a:gd name="connsiteY1" fmla="*/ 510669 h 1764475"/>
              <a:gd name="connsiteX2" fmla="*/ 1629005 w 1762284"/>
              <a:gd name="connsiteY2" fmla="*/ 432690 h 1764475"/>
              <a:gd name="connsiteX3" fmla="*/ 1689867 w 1762284"/>
              <a:gd name="connsiteY3" fmla="*/ 393700 h 1764475"/>
              <a:gd name="connsiteX4" fmla="*/ 1761189 w 1762284"/>
              <a:gd name="connsiteY4" fmla="*/ 60862 h 1764475"/>
              <a:gd name="connsiteX5" fmla="*/ 1722200 w 1762284"/>
              <a:gd name="connsiteY5" fmla="*/ 0 h 1764475"/>
              <a:gd name="connsiteX6" fmla="*/ 709421 w 1762284"/>
              <a:gd name="connsiteY6" fmla="*/ 32333 h 1764475"/>
              <a:gd name="connsiteX7" fmla="*/ 703715 w 1762284"/>
              <a:gd name="connsiteY7" fmla="*/ 32333 h 1764475"/>
              <a:gd name="connsiteX8" fmla="*/ 693254 w 1762284"/>
              <a:gd name="connsiteY8" fmla="*/ 32333 h 1764475"/>
              <a:gd name="connsiteX9" fmla="*/ 683745 w 1762284"/>
              <a:gd name="connsiteY9" fmla="*/ 34235 h 1764475"/>
              <a:gd name="connsiteX10" fmla="*/ 675186 w 1762284"/>
              <a:gd name="connsiteY10" fmla="*/ 38039 h 1764475"/>
              <a:gd name="connsiteX11" fmla="*/ 666627 w 1762284"/>
              <a:gd name="connsiteY11" fmla="*/ 43744 h 1764475"/>
              <a:gd name="connsiteX12" fmla="*/ 661873 w 1762284"/>
              <a:gd name="connsiteY12" fmla="*/ 46597 h 1764475"/>
              <a:gd name="connsiteX13" fmla="*/ 49450 w 1762284"/>
              <a:gd name="connsiteY13" fmla="*/ 659971 h 1764475"/>
              <a:gd name="connsiteX14" fmla="*/ 46597 w 1762284"/>
              <a:gd name="connsiteY14" fmla="*/ 664725 h 1764475"/>
              <a:gd name="connsiteX15" fmla="*/ 40892 w 1762284"/>
              <a:gd name="connsiteY15" fmla="*/ 674235 h 1764475"/>
              <a:gd name="connsiteX16" fmla="*/ 38039 w 1762284"/>
              <a:gd name="connsiteY16" fmla="*/ 681843 h 1764475"/>
              <a:gd name="connsiteX17" fmla="*/ 36137 w 1762284"/>
              <a:gd name="connsiteY17" fmla="*/ 693254 h 1764475"/>
              <a:gd name="connsiteX18" fmla="*/ 36137 w 1762284"/>
              <a:gd name="connsiteY18" fmla="*/ 701813 h 1764475"/>
              <a:gd name="connsiteX19" fmla="*/ 36137 w 1762284"/>
              <a:gd name="connsiteY19" fmla="*/ 708470 h 1764475"/>
              <a:gd name="connsiteX20" fmla="*/ 0 w 1762284"/>
              <a:gd name="connsiteY20" fmla="*/ 1724102 h 1764475"/>
              <a:gd name="connsiteX21" fmla="*/ 60862 w 1762284"/>
              <a:gd name="connsiteY21" fmla="*/ 1763091 h 1764475"/>
              <a:gd name="connsiteX22" fmla="*/ 393700 w 1762284"/>
              <a:gd name="connsiteY22" fmla="*/ 1691769 h 1764475"/>
              <a:gd name="connsiteX23" fmla="*/ 432690 w 1762284"/>
              <a:gd name="connsiteY23" fmla="*/ 1630907 h 1764475"/>
              <a:gd name="connsiteX24" fmla="*/ 513522 w 1762284"/>
              <a:gd name="connsiteY24" fmla="*/ 824488 h 1764475"/>
              <a:gd name="connsiteX25" fmla="*/ 513522 w 1762284"/>
              <a:gd name="connsiteY25" fmla="*/ 824488 h 1764475"/>
              <a:gd name="connsiteX26" fmla="*/ 825439 w 1762284"/>
              <a:gd name="connsiteY26" fmla="*/ 510669 h 17644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1762284" h="1764475">
                <a:moveTo>
                  <a:pt x="825439" y="510669"/>
                </a:moveTo>
                <a:lnTo>
                  <a:pt x="825439" y="510669"/>
                </a:lnTo>
                <a:lnTo>
                  <a:pt x="1629005" y="432690"/>
                </a:lnTo>
                <a:cubicBezTo>
                  <a:pt x="1656583" y="438395"/>
                  <a:pt x="1684161" y="421278"/>
                  <a:pt x="1689867" y="393700"/>
                </a:cubicBezTo>
                <a:lnTo>
                  <a:pt x="1761189" y="60862"/>
                </a:lnTo>
                <a:cubicBezTo>
                  <a:pt x="1766895" y="33284"/>
                  <a:pt x="1749778" y="5706"/>
                  <a:pt x="1722200" y="0"/>
                </a:cubicBezTo>
                <a:lnTo>
                  <a:pt x="709421" y="32333"/>
                </a:lnTo>
                <a:cubicBezTo>
                  <a:pt x="707519" y="32333"/>
                  <a:pt x="705617" y="32333"/>
                  <a:pt x="703715" y="32333"/>
                </a:cubicBezTo>
                <a:cubicBezTo>
                  <a:pt x="699911" y="32333"/>
                  <a:pt x="697058" y="32333"/>
                  <a:pt x="693254" y="32333"/>
                </a:cubicBezTo>
                <a:cubicBezTo>
                  <a:pt x="689451" y="32333"/>
                  <a:pt x="686598" y="33284"/>
                  <a:pt x="683745" y="34235"/>
                </a:cubicBezTo>
                <a:cubicBezTo>
                  <a:pt x="680892" y="35186"/>
                  <a:pt x="678039" y="36137"/>
                  <a:pt x="675186" y="38039"/>
                </a:cubicBezTo>
                <a:cubicBezTo>
                  <a:pt x="672333" y="39941"/>
                  <a:pt x="669480" y="41843"/>
                  <a:pt x="666627" y="43744"/>
                </a:cubicBezTo>
                <a:cubicBezTo>
                  <a:pt x="665676" y="44695"/>
                  <a:pt x="663774" y="45646"/>
                  <a:pt x="661873" y="46597"/>
                </a:cubicBezTo>
                <a:lnTo>
                  <a:pt x="49450" y="659971"/>
                </a:lnTo>
                <a:cubicBezTo>
                  <a:pt x="48499" y="660922"/>
                  <a:pt x="47548" y="662823"/>
                  <a:pt x="46597" y="664725"/>
                </a:cubicBezTo>
                <a:cubicBezTo>
                  <a:pt x="43744" y="667578"/>
                  <a:pt x="41843" y="670431"/>
                  <a:pt x="40892" y="674235"/>
                </a:cubicBezTo>
                <a:cubicBezTo>
                  <a:pt x="39941" y="677088"/>
                  <a:pt x="38990" y="678990"/>
                  <a:pt x="38039" y="681843"/>
                </a:cubicBezTo>
                <a:cubicBezTo>
                  <a:pt x="37088" y="685647"/>
                  <a:pt x="36137" y="689451"/>
                  <a:pt x="36137" y="693254"/>
                </a:cubicBezTo>
                <a:cubicBezTo>
                  <a:pt x="36137" y="696107"/>
                  <a:pt x="36137" y="698960"/>
                  <a:pt x="36137" y="701813"/>
                </a:cubicBezTo>
                <a:cubicBezTo>
                  <a:pt x="36137" y="703715"/>
                  <a:pt x="36137" y="706568"/>
                  <a:pt x="36137" y="708470"/>
                </a:cubicBezTo>
                <a:lnTo>
                  <a:pt x="0" y="1724102"/>
                </a:lnTo>
                <a:cubicBezTo>
                  <a:pt x="5706" y="1751680"/>
                  <a:pt x="33284" y="1769748"/>
                  <a:pt x="60862" y="1763091"/>
                </a:cubicBezTo>
                <a:lnTo>
                  <a:pt x="393700" y="1691769"/>
                </a:lnTo>
                <a:cubicBezTo>
                  <a:pt x="421278" y="1686063"/>
                  <a:pt x="439346" y="1658485"/>
                  <a:pt x="432690" y="1630907"/>
                </a:cubicBezTo>
                <a:lnTo>
                  <a:pt x="513522" y="824488"/>
                </a:lnTo>
                <a:lnTo>
                  <a:pt x="513522" y="824488"/>
                </a:lnTo>
                <a:lnTo>
                  <a:pt x="825439" y="510669"/>
                </a:lnTo>
                <a:close/>
              </a:path>
            </a:pathLst>
          </a:custGeom>
          <a:solidFill>
            <a:schemeClr val="accent2"/>
          </a:solidFill>
          <a:ln w="9479" cap="flat">
            <a:noFill/>
            <a:prstDash val="solid"/>
            <a:miter/>
          </a:ln>
        </p:spPr>
        <p:txBody>
          <a:bodyPr rtlCol="0" anchor="ctr"/>
          <a:lstStyle/>
          <a:p>
            <a:endParaRPr lang="en-SA">
              <a:solidFill>
                <a:schemeClr val="accent1"/>
              </a:solidFill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94C3B029-FB3E-C0B6-5E81-8C8F1B0DCDCE}"/>
              </a:ext>
            </a:extLst>
          </p:cNvPr>
          <p:cNvSpPr txBox="1"/>
          <p:nvPr/>
        </p:nvSpPr>
        <p:spPr>
          <a:xfrm>
            <a:off x="10073619" y="2629963"/>
            <a:ext cx="83487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 rtl="1"/>
            <a:r>
              <a:rPr lang="en-US" sz="2400" dirty="0">
                <a:solidFill>
                  <a:schemeClr val="bg1"/>
                </a:solidFill>
                <a:latin typeface="IBM Plex Sans Arabic" panose="020B0803050203000203" pitchFamily="34" charset="-78"/>
                <a:cs typeface="IBM Plex Sans Arabic" panose="020B0803050203000203" pitchFamily="34" charset="-78"/>
              </a:rPr>
              <a:t>01</a:t>
            </a:r>
            <a:endParaRPr lang="en-SA" sz="2400" dirty="0">
              <a:solidFill>
                <a:schemeClr val="bg1"/>
              </a:solidFill>
              <a:latin typeface="IBM Plex Sans Arabic" panose="020B0803050203000203" pitchFamily="34" charset="-78"/>
              <a:cs typeface="IBM Plex Sans Arabic" panose="020B0803050203000203" pitchFamily="34" charset="-78"/>
            </a:endParaRPr>
          </a:p>
        </p:txBody>
      </p:sp>
      <p:sp>
        <p:nvSpPr>
          <p:cNvPr id="26" name="Freeform 25">
            <a:extLst>
              <a:ext uri="{FF2B5EF4-FFF2-40B4-BE49-F238E27FC236}">
                <a16:creationId xmlns:a16="http://schemas.microsoft.com/office/drawing/2014/main" id="{D40DE3C0-EB4F-B86C-0369-5AE59C829DEA}"/>
              </a:ext>
            </a:extLst>
          </p:cNvPr>
          <p:cNvSpPr/>
          <p:nvPr/>
        </p:nvSpPr>
        <p:spPr>
          <a:xfrm flipH="1">
            <a:off x="10617697" y="4774658"/>
            <a:ext cx="376728" cy="377196"/>
          </a:xfrm>
          <a:custGeom>
            <a:avLst/>
            <a:gdLst>
              <a:gd name="connsiteX0" fmla="*/ 825439 w 1762284"/>
              <a:gd name="connsiteY0" fmla="*/ 510669 h 1764475"/>
              <a:gd name="connsiteX1" fmla="*/ 825439 w 1762284"/>
              <a:gd name="connsiteY1" fmla="*/ 510669 h 1764475"/>
              <a:gd name="connsiteX2" fmla="*/ 1629005 w 1762284"/>
              <a:gd name="connsiteY2" fmla="*/ 432690 h 1764475"/>
              <a:gd name="connsiteX3" fmla="*/ 1689867 w 1762284"/>
              <a:gd name="connsiteY3" fmla="*/ 393700 h 1764475"/>
              <a:gd name="connsiteX4" fmla="*/ 1761189 w 1762284"/>
              <a:gd name="connsiteY4" fmla="*/ 60862 h 1764475"/>
              <a:gd name="connsiteX5" fmla="*/ 1722200 w 1762284"/>
              <a:gd name="connsiteY5" fmla="*/ 0 h 1764475"/>
              <a:gd name="connsiteX6" fmla="*/ 709421 w 1762284"/>
              <a:gd name="connsiteY6" fmla="*/ 32333 h 1764475"/>
              <a:gd name="connsiteX7" fmla="*/ 703715 w 1762284"/>
              <a:gd name="connsiteY7" fmla="*/ 32333 h 1764475"/>
              <a:gd name="connsiteX8" fmla="*/ 693254 w 1762284"/>
              <a:gd name="connsiteY8" fmla="*/ 32333 h 1764475"/>
              <a:gd name="connsiteX9" fmla="*/ 683745 w 1762284"/>
              <a:gd name="connsiteY9" fmla="*/ 34235 h 1764475"/>
              <a:gd name="connsiteX10" fmla="*/ 675186 w 1762284"/>
              <a:gd name="connsiteY10" fmla="*/ 38039 h 1764475"/>
              <a:gd name="connsiteX11" fmla="*/ 666627 w 1762284"/>
              <a:gd name="connsiteY11" fmla="*/ 43744 h 1764475"/>
              <a:gd name="connsiteX12" fmla="*/ 661873 w 1762284"/>
              <a:gd name="connsiteY12" fmla="*/ 46597 h 1764475"/>
              <a:gd name="connsiteX13" fmla="*/ 49450 w 1762284"/>
              <a:gd name="connsiteY13" fmla="*/ 659971 h 1764475"/>
              <a:gd name="connsiteX14" fmla="*/ 46597 w 1762284"/>
              <a:gd name="connsiteY14" fmla="*/ 664725 h 1764475"/>
              <a:gd name="connsiteX15" fmla="*/ 40892 w 1762284"/>
              <a:gd name="connsiteY15" fmla="*/ 674235 h 1764475"/>
              <a:gd name="connsiteX16" fmla="*/ 38039 w 1762284"/>
              <a:gd name="connsiteY16" fmla="*/ 681843 h 1764475"/>
              <a:gd name="connsiteX17" fmla="*/ 36137 w 1762284"/>
              <a:gd name="connsiteY17" fmla="*/ 693254 h 1764475"/>
              <a:gd name="connsiteX18" fmla="*/ 36137 w 1762284"/>
              <a:gd name="connsiteY18" fmla="*/ 701813 h 1764475"/>
              <a:gd name="connsiteX19" fmla="*/ 36137 w 1762284"/>
              <a:gd name="connsiteY19" fmla="*/ 708470 h 1764475"/>
              <a:gd name="connsiteX20" fmla="*/ 0 w 1762284"/>
              <a:gd name="connsiteY20" fmla="*/ 1724102 h 1764475"/>
              <a:gd name="connsiteX21" fmla="*/ 60862 w 1762284"/>
              <a:gd name="connsiteY21" fmla="*/ 1763091 h 1764475"/>
              <a:gd name="connsiteX22" fmla="*/ 393700 w 1762284"/>
              <a:gd name="connsiteY22" fmla="*/ 1691769 h 1764475"/>
              <a:gd name="connsiteX23" fmla="*/ 432690 w 1762284"/>
              <a:gd name="connsiteY23" fmla="*/ 1630907 h 1764475"/>
              <a:gd name="connsiteX24" fmla="*/ 513522 w 1762284"/>
              <a:gd name="connsiteY24" fmla="*/ 824488 h 1764475"/>
              <a:gd name="connsiteX25" fmla="*/ 513522 w 1762284"/>
              <a:gd name="connsiteY25" fmla="*/ 824488 h 1764475"/>
              <a:gd name="connsiteX26" fmla="*/ 825439 w 1762284"/>
              <a:gd name="connsiteY26" fmla="*/ 510669 h 17644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1762284" h="1764475">
                <a:moveTo>
                  <a:pt x="825439" y="510669"/>
                </a:moveTo>
                <a:lnTo>
                  <a:pt x="825439" y="510669"/>
                </a:lnTo>
                <a:lnTo>
                  <a:pt x="1629005" y="432690"/>
                </a:lnTo>
                <a:cubicBezTo>
                  <a:pt x="1656583" y="438395"/>
                  <a:pt x="1684161" y="421278"/>
                  <a:pt x="1689867" y="393700"/>
                </a:cubicBezTo>
                <a:lnTo>
                  <a:pt x="1761189" y="60862"/>
                </a:lnTo>
                <a:cubicBezTo>
                  <a:pt x="1766895" y="33284"/>
                  <a:pt x="1749778" y="5706"/>
                  <a:pt x="1722200" y="0"/>
                </a:cubicBezTo>
                <a:lnTo>
                  <a:pt x="709421" y="32333"/>
                </a:lnTo>
                <a:cubicBezTo>
                  <a:pt x="707519" y="32333"/>
                  <a:pt x="705617" y="32333"/>
                  <a:pt x="703715" y="32333"/>
                </a:cubicBezTo>
                <a:cubicBezTo>
                  <a:pt x="699911" y="32333"/>
                  <a:pt x="697058" y="32333"/>
                  <a:pt x="693254" y="32333"/>
                </a:cubicBezTo>
                <a:cubicBezTo>
                  <a:pt x="689451" y="32333"/>
                  <a:pt x="686598" y="33284"/>
                  <a:pt x="683745" y="34235"/>
                </a:cubicBezTo>
                <a:cubicBezTo>
                  <a:pt x="680892" y="35186"/>
                  <a:pt x="678039" y="36137"/>
                  <a:pt x="675186" y="38039"/>
                </a:cubicBezTo>
                <a:cubicBezTo>
                  <a:pt x="672333" y="39941"/>
                  <a:pt x="669480" y="41843"/>
                  <a:pt x="666627" y="43744"/>
                </a:cubicBezTo>
                <a:cubicBezTo>
                  <a:pt x="665676" y="44695"/>
                  <a:pt x="663774" y="45646"/>
                  <a:pt x="661873" y="46597"/>
                </a:cubicBezTo>
                <a:lnTo>
                  <a:pt x="49450" y="659971"/>
                </a:lnTo>
                <a:cubicBezTo>
                  <a:pt x="48499" y="660922"/>
                  <a:pt x="47548" y="662823"/>
                  <a:pt x="46597" y="664725"/>
                </a:cubicBezTo>
                <a:cubicBezTo>
                  <a:pt x="43744" y="667578"/>
                  <a:pt x="41843" y="670431"/>
                  <a:pt x="40892" y="674235"/>
                </a:cubicBezTo>
                <a:cubicBezTo>
                  <a:pt x="39941" y="677088"/>
                  <a:pt x="38990" y="678990"/>
                  <a:pt x="38039" y="681843"/>
                </a:cubicBezTo>
                <a:cubicBezTo>
                  <a:pt x="37088" y="685647"/>
                  <a:pt x="36137" y="689451"/>
                  <a:pt x="36137" y="693254"/>
                </a:cubicBezTo>
                <a:cubicBezTo>
                  <a:pt x="36137" y="696107"/>
                  <a:pt x="36137" y="698960"/>
                  <a:pt x="36137" y="701813"/>
                </a:cubicBezTo>
                <a:cubicBezTo>
                  <a:pt x="36137" y="703715"/>
                  <a:pt x="36137" y="706568"/>
                  <a:pt x="36137" y="708470"/>
                </a:cubicBezTo>
                <a:lnTo>
                  <a:pt x="0" y="1724102"/>
                </a:lnTo>
                <a:cubicBezTo>
                  <a:pt x="5706" y="1751680"/>
                  <a:pt x="33284" y="1769748"/>
                  <a:pt x="60862" y="1763091"/>
                </a:cubicBezTo>
                <a:lnTo>
                  <a:pt x="393700" y="1691769"/>
                </a:lnTo>
                <a:cubicBezTo>
                  <a:pt x="421278" y="1686063"/>
                  <a:pt x="439346" y="1658485"/>
                  <a:pt x="432690" y="1630907"/>
                </a:cubicBezTo>
                <a:lnTo>
                  <a:pt x="513522" y="824488"/>
                </a:lnTo>
                <a:lnTo>
                  <a:pt x="513522" y="824488"/>
                </a:lnTo>
                <a:lnTo>
                  <a:pt x="825439" y="510669"/>
                </a:lnTo>
                <a:close/>
              </a:path>
            </a:pathLst>
          </a:custGeom>
          <a:solidFill>
            <a:schemeClr val="accent2"/>
          </a:solidFill>
          <a:ln w="9479" cap="flat">
            <a:noFill/>
            <a:prstDash val="solid"/>
            <a:miter/>
          </a:ln>
        </p:spPr>
        <p:txBody>
          <a:bodyPr rtlCol="0" anchor="ctr"/>
          <a:lstStyle/>
          <a:p>
            <a:endParaRPr lang="en-SA">
              <a:solidFill>
                <a:schemeClr val="accent1"/>
              </a:solidFill>
            </a:endParaRP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F13909D6-427F-36CB-52E4-01F5AF206A56}"/>
              </a:ext>
            </a:extLst>
          </p:cNvPr>
          <p:cNvSpPr txBox="1"/>
          <p:nvPr/>
        </p:nvSpPr>
        <p:spPr>
          <a:xfrm>
            <a:off x="10073619" y="4817992"/>
            <a:ext cx="83487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 rtl="1"/>
            <a:r>
              <a:rPr lang="en-US" sz="2400" dirty="0">
                <a:solidFill>
                  <a:schemeClr val="bg1"/>
                </a:solidFill>
                <a:latin typeface="IBM Plex Sans Arabic" panose="020B0803050203000203" pitchFamily="34" charset="-78"/>
                <a:cs typeface="IBM Plex Sans Arabic" panose="020B0803050203000203" pitchFamily="34" charset="-78"/>
              </a:rPr>
              <a:t>02</a:t>
            </a:r>
            <a:endParaRPr lang="en-SA" sz="2400" dirty="0">
              <a:solidFill>
                <a:schemeClr val="bg1"/>
              </a:solidFill>
              <a:latin typeface="IBM Plex Sans Arabic" panose="020B0803050203000203" pitchFamily="34" charset="-78"/>
              <a:cs typeface="IBM Plex Sans Arabic" panose="020B0803050203000203" pitchFamily="34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3019442249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Picture Placeholder 12">
            <a:extLst>
              <a:ext uri="{FF2B5EF4-FFF2-40B4-BE49-F238E27FC236}">
                <a16:creationId xmlns:a16="http://schemas.microsoft.com/office/drawing/2014/main" id="{B1961639-2C02-184C-9486-F285DB0E1A14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/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AFA43714-7C2C-7B62-DD2A-461473975F4C}"/>
              </a:ext>
            </a:extLst>
          </p:cNvPr>
          <p:cNvSpPr txBox="1"/>
          <p:nvPr/>
        </p:nvSpPr>
        <p:spPr>
          <a:xfrm>
            <a:off x="6279164" y="1015034"/>
            <a:ext cx="5486400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 rtl="1"/>
            <a:r>
              <a:rPr lang="ar-SA" sz="3200" dirty="0">
                <a:solidFill>
                  <a:schemeClr val="tx2"/>
                </a:solidFill>
                <a:latin typeface="IBM Plex Sans Arabic" panose="020B0803050203000203" pitchFamily="34" charset="-78"/>
                <a:cs typeface="IBM Plex Sans Arabic" panose="020B0803050203000203" pitchFamily="34" charset="-78"/>
              </a:rPr>
              <a:t>عنوان رئيسي </a:t>
            </a:r>
            <a:endParaRPr lang="en-SA" sz="3200" dirty="0">
              <a:solidFill>
                <a:schemeClr val="tx2"/>
              </a:solidFill>
              <a:latin typeface="IBM Plex Sans Arabic" panose="020B0803050203000203" pitchFamily="34" charset="-78"/>
              <a:cs typeface="IBM Plex Sans Arabic" panose="020B0803050203000203" pitchFamily="34" charset="-78"/>
            </a:endParaRP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A17A3E2-4F78-446D-B8B0-EA6052A6397E}"/>
              </a:ext>
            </a:extLst>
          </p:cNvPr>
          <p:cNvSpPr txBox="1"/>
          <p:nvPr/>
        </p:nvSpPr>
        <p:spPr>
          <a:xfrm>
            <a:off x="5492025" y="1719079"/>
            <a:ext cx="6247036" cy="107721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50800" algn="justLow" rtl="1">
              <a:spcBef>
                <a:spcPts val="1000"/>
              </a:spcBef>
              <a:buClr>
                <a:schemeClr val="dk2"/>
              </a:buClr>
              <a:buSzPts val="2800"/>
            </a:pPr>
            <a:r>
              <a:rPr lang="ar-SA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 </a:t>
            </a:r>
            <a:r>
              <a:rPr lang="ar-SA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</a:t>
            </a:r>
            <a:endParaRPr lang="ar-SA" sz="1600" u="none" strike="noStrike" cap="none" dirty="0">
              <a:solidFill>
                <a:schemeClr val="tx1">
                  <a:lumMod val="90000"/>
                  <a:lumOff val="10000"/>
                </a:schemeClr>
              </a:solidFill>
              <a:latin typeface="Tajawal" pitchFamily="2" charset="-78"/>
              <a:ea typeface="Readex Pro Deca"/>
              <a:cs typeface="Tajawal" pitchFamily="2" charset="-78"/>
              <a:sym typeface="Readex Pro"/>
            </a:endParaRPr>
          </a:p>
        </p:txBody>
      </p:sp>
      <p:sp>
        <p:nvSpPr>
          <p:cNvPr id="18" name="Freeform 17">
            <a:extLst>
              <a:ext uri="{FF2B5EF4-FFF2-40B4-BE49-F238E27FC236}">
                <a16:creationId xmlns:a16="http://schemas.microsoft.com/office/drawing/2014/main" id="{160420B6-8EB1-913C-98FC-E433F80835FF}"/>
              </a:ext>
            </a:extLst>
          </p:cNvPr>
          <p:cNvSpPr/>
          <p:nvPr/>
        </p:nvSpPr>
        <p:spPr>
          <a:xfrm flipH="1">
            <a:off x="43263913" y="16004380"/>
            <a:ext cx="184677" cy="184403"/>
          </a:xfrm>
          <a:custGeom>
            <a:avLst/>
            <a:gdLst>
              <a:gd name="connsiteX0" fmla="*/ 224429 w 641189"/>
              <a:gd name="connsiteY0" fmla="*/ 9510 h 640238"/>
              <a:gd name="connsiteX1" fmla="*/ 222525 w 641189"/>
              <a:gd name="connsiteY1" fmla="*/ 9510 h 640238"/>
              <a:gd name="connsiteX2" fmla="*/ 219674 w 641189"/>
              <a:gd name="connsiteY2" fmla="*/ 9510 h 640238"/>
              <a:gd name="connsiteX3" fmla="*/ 216821 w 641189"/>
              <a:gd name="connsiteY3" fmla="*/ 10460 h 640238"/>
              <a:gd name="connsiteX4" fmla="*/ 213967 w 641189"/>
              <a:gd name="connsiteY4" fmla="*/ 11412 h 640238"/>
              <a:gd name="connsiteX5" fmla="*/ 211114 w 641189"/>
              <a:gd name="connsiteY5" fmla="*/ 13314 h 640238"/>
              <a:gd name="connsiteX6" fmla="*/ 210164 w 641189"/>
              <a:gd name="connsiteY6" fmla="*/ 14264 h 640238"/>
              <a:gd name="connsiteX7" fmla="*/ 16166 w 641189"/>
              <a:gd name="connsiteY7" fmla="*/ 208262 h 640238"/>
              <a:gd name="connsiteX8" fmla="*/ 15216 w 641189"/>
              <a:gd name="connsiteY8" fmla="*/ 209213 h 640238"/>
              <a:gd name="connsiteX9" fmla="*/ 13313 w 641189"/>
              <a:gd name="connsiteY9" fmla="*/ 212066 h 640238"/>
              <a:gd name="connsiteX10" fmla="*/ 12363 w 641189"/>
              <a:gd name="connsiteY10" fmla="*/ 214918 h 640238"/>
              <a:gd name="connsiteX11" fmla="*/ 11411 w 641189"/>
              <a:gd name="connsiteY11" fmla="*/ 218722 h 640238"/>
              <a:gd name="connsiteX12" fmla="*/ 11411 w 641189"/>
              <a:gd name="connsiteY12" fmla="*/ 221576 h 640238"/>
              <a:gd name="connsiteX13" fmla="*/ 11411 w 641189"/>
              <a:gd name="connsiteY13" fmla="*/ 223477 h 640238"/>
              <a:gd name="connsiteX14" fmla="*/ 0 w 641189"/>
              <a:gd name="connsiteY14" fmla="*/ 544904 h 640238"/>
              <a:gd name="connsiteX15" fmla="*/ 19019 w 641189"/>
              <a:gd name="connsiteY15" fmla="*/ 557266 h 640238"/>
              <a:gd name="connsiteX16" fmla="*/ 124578 w 641189"/>
              <a:gd name="connsiteY16" fmla="*/ 534444 h 640238"/>
              <a:gd name="connsiteX17" fmla="*/ 136938 w 641189"/>
              <a:gd name="connsiteY17" fmla="*/ 515424 h 640238"/>
              <a:gd name="connsiteX18" fmla="*/ 162616 w 641189"/>
              <a:gd name="connsiteY18" fmla="*/ 260565 h 640238"/>
              <a:gd name="connsiteX19" fmla="*/ 162616 w 641189"/>
              <a:gd name="connsiteY19" fmla="*/ 260565 h 640238"/>
              <a:gd name="connsiteX20" fmla="*/ 537296 w 641189"/>
              <a:gd name="connsiteY20" fmla="*/ 635246 h 640238"/>
              <a:gd name="connsiteX21" fmla="*/ 560118 w 641189"/>
              <a:gd name="connsiteY21" fmla="*/ 635246 h 640238"/>
              <a:gd name="connsiteX22" fmla="*/ 636195 w 641189"/>
              <a:gd name="connsiteY22" fmla="*/ 559169 h 640238"/>
              <a:gd name="connsiteX23" fmla="*/ 636195 w 641189"/>
              <a:gd name="connsiteY23" fmla="*/ 536345 h 640238"/>
              <a:gd name="connsiteX24" fmla="*/ 261516 w 641189"/>
              <a:gd name="connsiteY24" fmla="*/ 161664 h 640238"/>
              <a:gd name="connsiteX25" fmla="*/ 261516 w 641189"/>
              <a:gd name="connsiteY25" fmla="*/ 161664 h 640238"/>
              <a:gd name="connsiteX26" fmla="*/ 515423 w 641189"/>
              <a:gd name="connsiteY26" fmla="*/ 136939 h 640238"/>
              <a:gd name="connsiteX27" fmla="*/ 534443 w 641189"/>
              <a:gd name="connsiteY27" fmla="*/ 124576 h 640238"/>
              <a:gd name="connsiteX28" fmla="*/ 557267 w 641189"/>
              <a:gd name="connsiteY28" fmla="*/ 19019 h 640238"/>
              <a:gd name="connsiteX29" fmla="*/ 544904 w 641189"/>
              <a:gd name="connsiteY29" fmla="*/ 0 h 640238"/>
              <a:gd name="connsiteX30" fmla="*/ 224429 w 641189"/>
              <a:gd name="connsiteY30" fmla="*/ 9510 h 6402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641189" h="640238">
                <a:moveTo>
                  <a:pt x="224429" y="9510"/>
                </a:moveTo>
                <a:cubicBezTo>
                  <a:pt x="223477" y="9510"/>
                  <a:pt x="223477" y="9510"/>
                  <a:pt x="222525" y="9510"/>
                </a:cubicBezTo>
                <a:cubicBezTo>
                  <a:pt x="221576" y="9510"/>
                  <a:pt x="220624" y="9510"/>
                  <a:pt x="219674" y="9510"/>
                </a:cubicBezTo>
                <a:cubicBezTo>
                  <a:pt x="218722" y="9510"/>
                  <a:pt x="217770" y="9510"/>
                  <a:pt x="216821" y="10460"/>
                </a:cubicBezTo>
                <a:cubicBezTo>
                  <a:pt x="215869" y="10460"/>
                  <a:pt x="214919" y="11412"/>
                  <a:pt x="213967" y="11412"/>
                </a:cubicBezTo>
                <a:cubicBezTo>
                  <a:pt x="213016" y="12363"/>
                  <a:pt x="212066" y="12363"/>
                  <a:pt x="211114" y="13314"/>
                </a:cubicBezTo>
                <a:cubicBezTo>
                  <a:pt x="211114" y="13314"/>
                  <a:pt x="210164" y="14264"/>
                  <a:pt x="210164" y="14264"/>
                </a:cubicBezTo>
                <a:lnTo>
                  <a:pt x="16166" y="208262"/>
                </a:lnTo>
                <a:cubicBezTo>
                  <a:pt x="16166" y="208262"/>
                  <a:pt x="15216" y="209213"/>
                  <a:pt x="15216" y="209213"/>
                </a:cubicBezTo>
                <a:cubicBezTo>
                  <a:pt x="14264" y="210163"/>
                  <a:pt x="14264" y="211115"/>
                  <a:pt x="13313" y="212066"/>
                </a:cubicBezTo>
                <a:cubicBezTo>
                  <a:pt x="13313" y="213017"/>
                  <a:pt x="12363" y="213967"/>
                  <a:pt x="12363" y="214918"/>
                </a:cubicBezTo>
                <a:cubicBezTo>
                  <a:pt x="12363" y="215870"/>
                  <a:pt x="11411" y="216821"/>
                  <a:pt x="11411" y="218722"/>
                </a:cubicBezTo>
                <a:cubicBezTo>
                  <a:pt x="11411" y="219673"/>
                  <a:pt x="11411" y="220625"/>
                  <a:pt x="11411" y="221576"/>
                </a:cubicBezTo>
                <a:cubicBezTo>
                  <a:pt x="11411" y="222526"/>
                  <a:pt x="11411" y="222526"/>
                  <a:pt x="11411" y="223477"/>
                </a:cubicBezTo>
                <a:lnTo>
                  <a:pt x="0" y="544904"/>
                </a:lnTo>
                <a:cubicBezTo>
                  <a:pt x="1901" y="553463"/>
                  <a:pt x="10462" y="559169"/>
                  <a:pt x="19019" y="557266"/>
                </a:cubicBezTo>
                <a:lnTo>
                  <a:pt x="124578" y="534444"/>
                </a:lnTo>
                <a:cubicBezTo>
                  <a:pt x="133135" y="532541"/>
                  <a:pt x="138842" y="523982"/>
                  <a:pt x="136938" y="515424"/>
                </a:cubicBezTo>
                <a:lnTo>
                  <a:pt x="162616" y="260565"/>
                </a:lnTo>
                <a:lnTo>
                  <a:pt x="162616" y="260565"/>
                </a:lnTo>
                <a:lnTo>
                  <a:pt x="537296" y="635246"/>
                </a:lnTo>
                <a:cubicBezTo>
                  <a:pt x="543952" y="641902"/>
                  <a:pt x="553462" y="641902"/>
                  <a:pt x="560118" y="635246"/>
                </a:cubicBezTo>
                <a:lnTo>
                  <a:pt x="636195" y="559169"/>
                </a:lnTo>
                <a:cubicBezTo>
                  <a:pt x="642854" y="552511"/>
                  <a:pt x="642854" y="543001"/>
                  <a:pt x="636195" y="536345"/>
                </a:cubicBezTo>
                <a:lnTo>
                  <a:pt x="261516" y="161664"/>
                </a:lnTo>
                <a:lnTo>
                  <a:pt x="261516" y="161664"/>
                </a:lnTo>
                <a:lnTo>
                  <a:pt x="515423" y="136939"/>
                </a:lnTo>
                <a:cubicBezTo>
                  <a:pt x="523983" y="138841"/>
                  <a:pt x="532541" y="133135"/>
                  <a:pt x="534443" y="124576"/>
                </a:cubicBezTo>
                <a:lnTo>
                  <a:pt x="557267" y="19019"/>
                </a:lnTo>
                <a:cubicBezTo>
                  <a:pt x="559169" y="10460"/>
                  <a:pt x="553462" y="1903"/>
                  <a:pt x="544904" y="0"/>
                </a:cubicBezTo>
                <a:lnTo>
                  <a:pt x="224429" y="9510"/>
                </a:lnTo>
                <a:close/>
              </a:path>
            </a:pathLst>
          </a:custGeom>
          <a:solidFill>
            <a:schemeClr val="tx2"/>
          </a:solidFill>
          <a:ln w="9479" cap="flat">
            <a:noFill/>
            <a:prstDash val="solid"/>
            <a:miter/>
          </a:ln>
        </p:spPr>
        <p:txBody>
          <a:bodyPr rtlCol="0" anchor="ctr"/>
          <a:lstStyle/>
          <a:p>
            <a:endParaRPr lang="en-SA"/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B365E340-9A1E-0662-256A-B3780FE3876A}"/>
              </a:ext>
            </a:extLst>
          </p:cNvPr>
          <p:cNvSpPr txBox="1"/>
          <p:nvPr/>
        </p:nvSpPr>
        <p:spPr>
          <a:xfrm>
            <a:off x="8692055" y="3429000"/>
            <a:ext cx="2338152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 rtl="1"/>
            <a:r>
              <a:rPr lang="ar-SA" sz="2400" b="1" dirty="0">
                <a:solidFill>
                  <a:schemeClr val="accent4"/>
                </a:solidFill>
                <a:latin typeface="RB" pitchFamily="2" charset="-78"/>
                <a:cs typeface="RB" pitchFamily="2" charset="-78"/>
              </a:rPr>
              <a:t>عنوان فرعي</a:t>
            </a:r>
            <a:endParaRPr lang="en-SA" sz="2400" b="1" dirty="0">
              <a:solidFill>
                <a:schemeClr val="accent4"/>
              </a:solidFill>
              <a:latin typeface="RB" pitchFamily="2" charset="-78"/>
              <a:cs typeface="RB" pitchFamily="2" charset="-78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FEB23F5B-3F58-2088-F9AB-D986D9B25ACE}"/>
              </a:ext>
            </a:extLst>
          </p:cNvPr>
          <p:cNvSpPr txBox="1"/>
          <p:nvPr/>
        </p:nvSpPr>
        <p:spPr>
          <a:xfrm>
            <a:off x="8692055" y="3876707"/>
            <a:ext cx="2458468" cy="73866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50800" algn="justLow" rtl="1">
              <a:spcBef>
                <a:spcPts val="1000"/>
              </a:spcBef>
              <a:buClr>
                <a:schemeClr val="dk2"/>
              </a:buClr>
              <a:buSzPts val="2800"/>
            </a:pP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</a:t>
            </a:r>
            <a:endParaRPr lang="ar-SA" sz="1400" u="none" strike="noStrike" cap="none" dirty="0">
              <a:solidFill>
                <a:schemeClr val="tx1">
                  <a:lumMod val="90000"/>
                  <a:lumOff val="10000"/>
                </a:schemeClr>
              </a:solidFill>
              <a:latin typeface="Tajawal" pitchFamily="2" charset="-78"/>
              <a:ea typeface="Readex Pro Deca"/>
              <a:cs typeface="Tajawal" pitchFamily="2" charset="-78"/>
              <a:sym typeface="Readex Pro"/>
            </a:endParaRPr>
          </a:p>
        </p:txBody>
      </p:sp>
      <p:sp>
        <p:nvSpPr>
          <p:cNvPr id="22" name="Freeform 21">
            <a:extLst>
              <a:ext uri="{FF2B5EF4-FFF2-40B4-BE49-F238E27FC236}">
                <a16:creationId xmlns:a16="http://schemas.microsoft.com/office/drawing/2014/main" id="{C8C2A3E4-0865-543A-2FF6-9104E5943379}"/>
              </a:ext>
            </a:extLst>
          </p:cNvPr>
          <p:cNvSpPr/>
          <p:nvPr/>
        </p:nvSpPr>
        <p:spPr>
          <a:xfrm flipH="1">
            <a:off x="11362333" y="3424834"/>
            <a:ext cx="376728" cy="377196"/>
          </a:xfrm>
          <a:custGeom>
            <a:avLst/>
            <a:gdLst>
              <a:gd name="connsiteX0" fmla="*/ 825439 w 1762284"/>
              <a:gd name="connsiteY0" fmla="*/ 510669 h 1764475"/>
              <a:gd name="connsiteX1" fmla="*/ 825439 w 1762284"/>
              <a:gd name="connsiteY1" fmla="*/ 510669 h 1764475"/>
              <a:gd name="connsiteX2" fmla="*/ 1629005 w 1762284"/>
              <a:gd name="connsiteY2" fmla="*/ 432690 h 1764475"/>
              <a:gd name="connsiteX3" fmla="*/ 1689867 w 1762284"/>
              <a:gd name="connsiteY3" fmla="*/ 393700 h 1764475"/>
              <a:gd name="connsiteX4" fmla="*/ 1761189 w 1762284"/>
              <a:gd name="connsiteY4" fmla="*/ 60862 h 1764475"/>
              <a:gd name="connsiteX5" fmla="*/ 1722200 w 1762284"/>
              <a:gd name="connsiteY5" fmla="*/ 0 h 1764475"/>
              <a:gd name="connsiteX6" fmla="*/ 709421 w 1762284"/>
              <a:gd name="connsiteY6" fmla="*/ 32333 h 1764475"/>
              <a:gd name="connsiteX7" fmla="*/ 703715 w 1762284"/>
              <a:gd name="connsiteY7" fmla="*/ 32333 h 1764475"/>
              <a:gd name="connsiteX8" fmla="*/ 693254 w 1762284"/>
              <a:gd name="connsiteY8" fmla="*/ 32333 h 1764475"/>
              <a:gd name="connsiteX9" fmla="*/ 683745 w 1762284"/>
              <a:gd name="connsiteY9" fmla="*/ 34235 h 1764475"/>
              <a:gd name="connsiteX10" fmla="*/ 675186 w 1762284"/>
              <a:gd name="connsiteY10" fmla="*/ 38039 h 1764475"/>
              <a:gd name="connsiteX11" fmla="*/ 666627 w 1762284"/>
              <a:gd name="connsiteY11" fmla="*/ 43744 h 1764475"/>
              <a:gd name="connsiteX12" fmla="*/ 661873 w 1762284"/>
              <a:gd name="connsiteY12" fmla="*/ 46597 h 1764475"/>
              <a:gd name="connsiteX13" fmla="*/ 49450 w 1762284"/>
              <a:gd name="connsiteY13" fmla="*/ 659971 h 1764475"/>
              <a:gd name="connsiteX14" fmla="*/ 46597 w 1762284"/>
              <a:gd name="connsiteY14" fmla="*/ 664725 h 1764475"/>
              <a:gd name="connsiteX15" fmla="*/ 40892 w 1762284"/>
              <a:gd name="connsiteY15" fmla="*/ 674235 h 1764475"/>
              <a:gd name="connsiteX16" fmla="*/ 38039 w 1762284"/>
              <a:gd name="connsiteY16" fmla="*/ 681843 h 1764475"/>
              <a:gd name="connsiteX17" fmla="*/ 36137 w 1762284"/>
              <a:gd name="connsiteY17" fmla="*/ 693254 h 1764475"/>
              <a:gd name="connsiteX18" fmla="*/ 36137 w 1762284"/>
              <a:gd name="connsiteY18" fmla="*/ 701813 h 1764475"/>
              <a:gd name="connsiteX19" fmla="*/ 36137 w 1762284"/>
              <a:gd name="connsiteY19" fmla="*/ 708470 h 1764475"/>
              <a:gd name="connsiteX20" fmla="*/ 0 w 1762284"/>
              <a:gd name="connsiteY20" fmla="*/ 1724102 h 1764475"/>
              <a:gd name="connsiteX21" fmla="*/ 60862 w 1762284"/>
              <a:gd name="connsiteY21" fmla="*/ 1763091 h 1764475"/>
              <a:gd name="connsiteX22" fmla="*/ 393700 w 1762284"/>
              <a:gd name="connsiteY22" fmla="*/ 1691769 h 1764475"/>
              <a:gd name="connsiteX23" fmla="*/ 432690 w 1762284"/>
              <a:gd name="connsiteY23" fmla="*/ 1630907 h 1764475"/>
              <a:gd name="connsiteX24" fmla="*/ 513522 w 1762284"/>
              <a:gd name="connsiteY24" fmla="*/ 824488 h 1764475"/>
              <a:gd name="connsiteX25" fmla="*/ 513522 w 1762284"/>
              <a:gd name="connsiteY25" fmla="*/ 824488 h 1764475"/>
              <a:gd name="connsiteX26" fmla="*/ 825439 w 1762284"/>
              <a:gd name="connsiteY26" fmla="*/ 510669 h 17644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1762284" h="1764475">
                <a:moveTo>
                  <a:pt x="825439" y="510669"/>
                </a:moveTo>
                <a:lnTo>
                  <a:pt x="825439" y="510669"/>
                </a:lnTo>
                <a:lnTo>
                  <a:pt x="1629005" y="432690"/>
                </a:lnTo>
                <a:cubicBezTo>
                  <a:pt x="1656583" y="438395"/>
                  <a:pt x="1684161" y="421278"/>
                  <a:pt x="1689867" y="393700"/>
                </a:cubicBezTo>
                <a:lnTo>
                  <a:pt x="1761189" y="60862"/>
                </a:lnTo>
                <a:cubicBezTo>
                  <a:pt x="1766895" y="33284"/>
                  <a:pt x="1749778" y="5706"/>
                  <a:pt x="1722200" y="0"/>
                </a:cubicBezTo>
                <a:lnTo>
                  <a:pt x="709421" y="32333"/>
                </a:lnTo>
                <a:cubicBezTo>
                  <a:pt x="707519" y="32333"/>
                  <a:pt x="705617" y="32333"/>
                  <a:pt x="703715" y="32333"/>
                </a:cubicBezTo>
                <a:cubicBezTo>
                  <a:pt x="699911" y="32333"/>
                  <a:pt x="697058" y="32333"/>
                  <a:pt x="693254" y="32333"/>
                </a:cubicBezTo>
                <a:cubicBezTo>
                  <a:pt x="689451" y="32333"/>
                  <a:pt x="686598" y="33284"/>
                  <a:pt x="683745" y="34235"/>
                </a:cubicBezTo>
                <a:cubicBezTo>
                  <a:pt x="680892" y="35186"/>
                  <a:pt x="678039" y="36137"/>
                  <a:pt x="675186" y="38039"/>
                </a:cubicBezTo>
                <a:cubicBezTo>
                  <a:pt x="672333" y="39941"/>
                  <a:pt x="669480" y="41843"/>
                  <a:pt x="666627" y="43744"/>
                </a:cubicBezTo>
                <a:cubicBezTo>
                  <a:pt x="665676" y="44695"/>
                  <a:pt x="663774" y="45646"/>
                  <a:pt x="661873" y="46597"/>
                </a:cubicBezTo>
                <a:lnTo>
                  <a:pt x="49450" y="659971"/>
                </a:lnTo>
                <a:cubicBezTo>
                  <a:pt x="48499" y="660922"/>
                  <a:pt x="47548" y="662823"/>
                  <a:pt x="46597" y="664725"/>
                </a:cubicBezTo>
                <a:cubicBezTo>
                  <a:pt x="43744" y="667578"/>
                  <a:pt x="41843" y="670431"/>
                  <a:pt x="40892" y="674235"/>
                </a:cubicBezTo>
                <a:cubicBezTo>
                  <a:pt x="39941" y="677088"/>
                  <a:pt x="38990" y="678990"/>
                  <a:pt x="38039" y="681843"/>
                </a:cubicBezTo>
                <a:cubicBezTo>
                  <a:pt x="37088" y="685647"/>
                  <a:pt x="36137" y="689451"/>
                  <a:pt x="36137" y="693254"/>
                </a:cubicBezTo>
                <a:cubicBezTo>
                  <a:pt x="36137" y="696107"/>
                  <a:pt x="36137" y="698960"/>
                  <a:pt x="36137" y="701813"/>
                </a:cubicBezTo>
                <a:cubicBezTo>
                  <a:pt x="36137" y="703715"/>
                  <a:pt x="36137" y="706568"/>
                  <a:pt x="36137" y="708470"/>
                </a:cubicBezTo>
                <a:lnTo>
                  <a:pt x="0" y="1724102"/>
                </a:lnTo>
                <a:cubicBezTo>
                  <a:pt x="5706" y="1751680"/>
                  <a:pt x="33284" y="1769748"/>
                  <a:pt x="60862" y="1763091"/>
                </a:cubicBezTo>
                <a:lnTo>
                  <a:pt x="393700" y="1691769"/>
                </a:lnTo>
                <a:cubicBezTo>
                  <a:pt x="421278" y="1686063"/>
                  <a:pt x="439346" y="1658485"/>
                  <a:pt x="432690" y="1630907"/>
                </a:cubicBezTo>
                <a:lnTo>
                  <a:pt x="513522" y="824488"/>
                </a:lnTo>
                <a:lnTo>
                  <a:pt x="513522" y="824488"/>
                </a:lnTo>
                <a:lnTo>
                  <a:pt x="825439" y="510669"/>
                </a:lnTo>
                <a:close/>
              </a:path>
            </a:pathLst>
          </a:custGeom>
          <a:solidFill>
            <a:schemeClr val="accent2"/>
          </a:solidFill>
          <a:ln w="9479" cap="flat">
            <a:noFill/>
            <a:prstDash val="solid"/>
            <a:miter/>
          </a:ln>
        </p:spPr>
        <p:txBody>
          <a:bodyPr rtlCol="0" anchor="ctr"/>
          <a:lstStyle/>
          <a:p>
            <a:endParaRPr lang="en-SA">
              <a:solidFill>
                <a:schemeClr val="tx2"/>
              </a:solidFill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B458066A-E768-4EDB-10A4-C35E0836E079}"/>
              </a:ext>
            </a:extLst>
          </p:cNvPr>
          <p:cNvSpPr txBox="1"/>
          <p:nvPr/>
        </p:nvSpPr>
        <p:spPr>
          <a:xfrm>
            <a:off x="10818255" y="3468168"/>
            <a:ext cx="83487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 rtl="1"/>
            <a:r>
              <a:rPr lang="en-US" sz="2400" dirty="0">
                <a:solidFill>
                  <a:schemeClr val="accent1"/>
                </a:solidFill>
                <a:latin typeface="IBM Plex Sans Arabic" panose="020B0803050203000203" pitchFamily="34" charset="-78"/>
                <a:cs typeface="IBM Plex Sans Arabic" panose="020B0803050203000203" pitchFamily="34" charset="-78"/>
              </a:rPr>
              <a:t>01</a:t>
            </a:r>
            <a:endParaRPr lang="en-SA" sz="2400" dirty="0">
              <a:solidFill>
                <a:schemeClr val="accent1"/>
              </a:solidFill>
              <a:latin typeface="IBM Plex Sans Arabic" panose="020B0803050203000203" pitchFamily="34" charset="-78"/>
              <a:cs typeface="IBM Plex Sans Arabic" panose="020B0803050203000203" pitchFamily="34" charset="-78"/>
            </a:endParaRP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9C59AF9E-4CE9-FBE6-550B-62749A61302D}"/>
              </a:ext>
            </a:extLst>
          </p:cNvPr>
          <p:cNvSpPr txBox="1"/>
          <p:nvPr/>
        </p:nvSpPr>
        <p:spPr>
          <a:xfrm>
            <a:off x="5111947" y="3429000"/>
            <a:ext cx="2338152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 rtl="1"/>
            <a:r>
              <a:rPr lang="ar-SA" sz="2400" b="1" dirty="0">
                <a:solidFill>
                  <a:schemeClr val="accent4"/>
                </a:solidFill>
                <a:latin typeface="RB" pitchFamily="2" charset="-78"/>
                <a:cs typeface="RB" pitchFamily="2" charset="-78"/>
              </a:rPr>
              <a:t>عنوان فرعي</a:t>
            </a:r>
            <a:endParaRPr lang="en-SA" sz="2400" b="1" dirty="0">
              <a:solidFill>
                <a:schemeClr val="accent4"/>
              </a:solidFill>
              <a:latin typeface="RB" pitchFamily="2" charset="-78"/>
              <a:cs typeface="RB" pitchFamily="2" charset="-78"/>
            </a:endParaRP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3E89808D-0B1A-E3A3-6AFB-BAFCCF323586}"/>
              </a:ext>
            </a:extLst>
          </p:cNvPr>
          <p:cNvSpPr txBox="1"/>
          <p:nvPr/>
        </p:nvSpPr>
        <p:spPr>
          <a:xfrm>
            <a:off x="5111947" y="3876707"/>
            <a:ext cx="2458468" cy="73866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50800" algn="justLow" rtl="1">
              <a:spcBef>
                <a:spcPts val="1000"/>
              </a:spcBef>
              <a:buClr>
                <a:schemeClr val="dk2"/>
              </a:buClr>
              <a:buSzPts val="2800"/>
            </a:pP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</a:t>
            </a:r>
            <a:endParaRPr lang="ar-SA" sz="1400" u="none" strike="noStrike" cap="none" dirty="0">
              <a:solidFill>
                <a:schemeClr val="tx1">
                  <a:lumMod val="90000"/>
                  <a:lumOff val="10000"/>
                </a:schemeClr>
              </a:solidFill>
              <a:latin typeface="Tajawal" pitchFamily="2" charset="-78"/>
              <a:ea typeface="Readex Pro Deca"/>
              <a:cs typeface="Tajawal" pitchFamily="2" charset="-78"/>
              <a:sym typeface="Readex Pro"/>
            </a:endParaRPr>
          </a:p>
        </p:txBody>
      </p:sp>
      <p:sp>
        <p:nvSpPr>
          <p:cNvPr id="29" name="Freeform 28">
            <a:extLst>
              <a:ext uri="{FF2B5EF4-FFF2-40B4-BE49-F238E27FC236}">
                <a16:creationId xmlns:a16="http://schemas.microsoft.com/office/drawing/2014/main" id="{8A0B45F4-FFE6-4DBC-100B-A414647541AC}"/>
              </a:ext>
            </a:extLst>
          </p:cNvPr>
          <p:cNvSpPr/>
          <p:nvPr/>
        </p:nvSpPr>
        <p:spPr>
          <a:xfrm flipH="1">
            <a:off x="7782225" y="3424834"/>
            <a:ext cx="376728" cy="377196"/>
          </a:xfrm>
          <a:custGeom>
            <a:avLst/>
            <a:gdLst>
              <a:gd name="connsiteX0" fmla="*/ 825439 w 1762284"/>
              <a:gd name="connsiteY0" fmla="*/ 510669 h 1764475"/>
              <a:gd name="connsiteX1" fmla="*/ 825439 w 1762284"/>
              <a:gd name="connsiteY1" fmla="*/ 510669 h 1764475"/>
              <a:gd name="connsiteX2" fmla="*/ 1629005 w 1762284"/>
              <a:gd name="connsiteY2" fmla="*/ 432690 h 1764475"/>
              <a:gd name="connsiteX3" fmla="*/ 1689867 w 1762284"/>
              <a:gd name="connsiteY3" fmla="*/ 393700 h 1764475"/>
              <a:gd name="connsiteX4" fmla="*/ 1761189 w 1762284"/>
              <a:gd name="connsiteY4" fmla="*/ 60862 h 1764475"/>
              <a:gd name="connsiteX5" fmla="*/ 1722200 w 1762284"/>
              <a:gd name="connsiteY5" fmla="*/ 0 h 1764475"/>
              <a:gd name="connsiteX6" fmla="*/ 709421 w 1762284"/>
              <a:gd name="connsiteY6" fmla="*/ 32333 h 1764475"/>
              <a:gd name="connsiteX7" fmla="*/ 703715 w 1762284"/>
              <a:gd name="connsiteY7" fmla="*/ 32333 h 1764475"/>
              <a:gd name="connsiteX8" fmla="*/ 693254 w 1762284"/>
              <a:gd name="connsiteY8" fmla="*/ 32333 h 1764475"/>
              <a:gd name="connsiteX9" fmla="*/ 683745 w 1762284"/>
              <a:gd name="connsiteY9" fmla="*/ 34235 h 1764475"/>
              <a:gd name="connsiteX10" fmla="*/ 675186 w 1762284"/>
              <a:gd name="connsiteY10" fmla="*/ 38039 h 1764475"/>
              <a:gd name="connsiteX11" fmla="*/ 666627 w 1762284"/>
              <a:gd name="connsiteY11" fmla="*/ 43744 h 1764475"/>
              <a:gd name="connsiteX12" fmla="*/ 661873 w 1762284"/>
              <a:gd name="connsiteY12" fmla="*/ 46597 h 1764475"/>
              <a:gd name="connsiteX13" fmla="*/ 49450 w 1762284"/>
              <a:gd name="connsiteY13" fmla="*/ 659971 h 1764475"/>
              <a:gd name="connsiteX14" fmla="*/ 46597 w 1762284"/>
              <a:gd name="connsiteY14" fmla="*/ 664725 h 1764475"/>
              <a:gd name="connsiteX15" fmla="*/ 40892 w 1762284"/>
              <a:gd name="connsiteY15" fmla="*/ 674235 h 1764475"/>
              <a:gd name="connsiteX16" fmla="*/ 38039 w 1762284"/>
              <a:gd name="connsiteY16" fmla="*/ 681843 h 1764475"/>
              <a:gd name="connsiteX17" fmla="*/ 36137 w 1762284"/>
              <a:gd name="connsiteY17" fmla="*/ 693254 h 1764475"/>
              <a:gd name="connsiteX18" fmla="*/ 36137 w 1762284"/>
              <a:gd name="connsiteY18" fmla="*/ 701813 h 1764475"/>
              <a:gd name="connsiteX19" fmla="*/ 36137 w 1762284"/>
              <a:gd name="connsiteY19" fmla="*/ 708470 h 1764475"/>
              <a:gd name="connsiteX20" fmla="*/ 0 w 1762284"/>
              <a:gd name="connsiteY20" fmla="*/ 1724102 h 1764475"/>
              <a:gd name="connsiteX21" fmla="*/ 60862 w 1762284"/>
              <a:gd name="connsiteY21" fmla="*/ 1763091 h 1764475"/>
              <a:gd name="connsiteX22" fmla="*/ 393700 w 1762284"/>
              <a:gd name="connsiteY22" fmla="*/ 1691769 h 1764475"/>
              <a:gd name="connsiteX23" fmla="*/ 432690 w 1762284"/>
              <a:gd name="connsiteY23" fmla="*/ 1630907 h 1764475"/>
              <a:gd name="connsiteX24" fmla="*/ 513522 w 1762284"/>
              <a:gd name="connsiteY24" fmla="*/ 824488 h 1764475"/>
              <a:gd name="connsiteX25" fmla="*/ 513522 w 1762284"/>
              <a:gd name="connsiteY25" fmla="*/ 824488 h 1764475"/>
              <a:gd name="connsiteX26" fmla="*/ 825439 w 1762284"/>
              <a:gd name="connsiteY26" fmla="*/ 510669 h 17644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1762284" h="1764475">
                <a:moveTo>
                  <a:pt x="825439" y="510669"/>
                </a:moveTo>
                <a:lnTo>
                  <a:pt x="825439" y="510669"/>
                </a:lnTo>
                <a:lnTo>
                  <a:pt x="1629005" y="432690"/>
                </a:lnTo>
                <a:cubicBezTo>
                  <a:pt x="1656583" y="438395"/>
                  <a:pt x="1684161" y="421278"/>
                  <a:pt x="1689867" y="393700"/>
                </a:cubicBezTo>
                <a:lnTo>
                  <a:pt x="1761189" y="60862"/>
                </a:lnTo>
                <a:cubicBezTo>
                  <a:pt x="1766895" y="33284"/>
                  <a:pt x="1749778" y="5706"/>
                  <a:pt x="1722200" y="0"/>
                </a:cubicBezTo>
                <a:lnTo>
                  <a:pt x="709421" y="32333"/>
                </a:lnTo>
                <a:cubicBezTo>
                  <a:pt x="707519" y="32333"/>
                  <a:pt x="705617" y="32333"/>
                  <a:pt x="703715" y="32333"/>
                </a:cubicBezTo>
                <a:cubicBezTo>
                  <a:pt x="699911" y="32333"/>
                  <a:pt x="697058" y="32333"/>
                  <a:pt x="693254" y="32333"/>
                </a:cubicBezTo>
                <a:cubicBezTo>
                  <a:pt x="689451" y="32333"/>
                  <a:pt x="686598" y="33284"/>
                  <a:pt x="683745" y="34235"/>
                </a:cubicBezTo>
                <a:cubicBezTo>
                  <a:pt x="680892" y="35186"/>
                  <a:pt x="678039" y="36137"/>
                  <a:pt x="675186" y="38039"/>
                </a:cubicBezTo>
                <a:cubicBezTo>
                  <a:pt x="672333" y="39941"/>
                  <a:pt x="669480" y="41843"/>
                  <a:pt x="666627" y="43744"/>
                </a:cubicBezTo>
                <a:cubicBezTo>
                  <a:pt x="665676" y="44695"/>
                  <a:pt x="663774" y="45646"/>
                  <a:pt x="661873" y="46597"/>
                </a:cubicBezTo>
                <a:lnTo>
                  <a:pt x="49450" y="659971"/>
                </a:lnTo>
                <a:cubicBezTo>
                  <a:pt x="48499" y="660922"/>
                  <a:pt x="47548" y="662823"/>
                  <a:pt x="46597" y="664725"/>
                </a:cubicBezTo>
                <a:cubicBezTo>
                  <a:pt x="43744" y="667578"/>
                  <a:pt x="41843" y="670431"/>
                  <a:pt x="40892" y="674235"/>
                </a:cubicBezTo>
                <a:cubicBezTo>
                  <a:pt x="39941" y="677088"/>
                  <a:pt x="38990" y="678990"/>
                  <a:pt x="38039" y="681843"/>
                </a:cubicBezTo>
                <a:cubicBezTo>
                  <a:pt x="37088" y="685647"/>
                  <a:pt x="36137" y="689451"/>
                  <a:pt x="36137" y="693254"/>
                </a:cubicBezTo>
                <a:cubicBezTo>
                  <a:pt x="36137" y="696107"/>
                  <a:pt x="36137" y="698960"/>
                  <a:pt x="36137" y="701813"/>
                </a:cubicBezTo>
                <a:cubicBezTo>
                  <a:pt x="36137" y="703715"/>
                  <a:pt x="36137" y="706568"/>
                  <a:pt x="36137" y="708470"/>
                </a:cubicBezTo>
                <a:lnTo>
                  <a:pt x="0" y="1724102"/>
                </a:lnTo>
                <a:cubicBezTo>
                  <a:pt x="5706" y="1751680"/>
                  <a:pt x="33284" y="1769748"/>
                  <a:pt x="60862" y="1763091"/>
                </a:cubicBezTo>
                <a:lnTo>
                  <a:pt x="393700" y="1691769"/>
                </a:lnTo>
                <a:cubicBezTo>
                  <a:pt x="421278" y="1686063"/>
                  <a:pt x="439346" y="1658485"/>
                  <a:pt x="432690" y="1630907"/>
                </a:cubicBezTo>
                <a:lnTo>
                  <a:pt x="513522" y="824488"/>
                </a:lnTo>
                <a:lnTo>
                  <a:pt x="513522" y="824488"/>
                </a:lnTo>
                <a:lnTo>
                  <a:pt x="825439" y="510669"/>
                </a:lnTo>
                <a:close/>
              </a:path>
            </a:pathLst>
          </a:custGeom>
          <a:solidFill>
            <a:schemeClr val="accent2"/>
          </a:solidFill>
          <a:ln w="9479" cap="flat">
            <a:noFill/>
            <a:prstDash val="solid"/>
            <a:miter/>
          </a:ln>
        </p:spPr>
        <p:txBody>
          <a:bodyPr rtlCol="0" anchor="ctr"/>
          <a:lstStyle/>
          <a:p>
            <a:endParaRPr lang="en-SA">
              <a:solidFill>
                <a:schemeClr val="tx2"/>
              </a:solidFill>
            </a:endParaRP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FD686F79-4A4B-E972-4C96-62282C87CB83}"/>
              </a:ext>
            </a:extLst>
          </p:cNvPr>
          <p:cNvSpPr txBox="1"/>
          <p:nvPr/>
        </p:nvSpPr>
        <p:spPr>
          <a:xfrm>
            <a:off x="7238147" y="3468168"/>
            <a:ext cx="83487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 rtl="1"/>
            <a:r>
              <a:rPr lang="en-US" sz="2400" dirty="0">
                <a:solidFill>
                  <a:schemeClr val="accent1"/>
                </a:solidFill>
                <a:latin typeface="IBM Plex Sans Arabic" panose="020B0803050203000203" pitchFamily="34" charset="-78"/>
                <a:cs typeface="IBM Plex Sans Arabic" panose="020B0803050203000203" pitchFamily="34" charset="-78"/>
              </a:rPr>
              <a:t>02</a:t>
            </a:r>
            <a:endParaRPr lang="en-SA" sz="2400" dirty="0">
              <a:solidFill>
                <a:schemeClr val="accent1"/>
              </a:solidFill>
              <a:latin typeface="IBM Plex Sans Arabic" panose="020B0803050203000203" pitchFamily="34" charset="-78"/>
              <a:cs typeface="IBM Plex Sans Arabic" panose="020B0803050203000203" pitchFamily="34" charset="-78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1F0C3D50-4D78-5CEB-D3EE-B4EA38534B2C}"/>
              </a:ext>
            </a:extLst>
          </p:cNvPr>
          <p:cNvSpPr txBox="1"/>
          <p:nvPr/>
        </p:nvSpPr>
        <p:spPr>
          <a:xfrm>
            <a:off x="8692055" y="4963332"/>
            <a:ext cx="2338152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 rtl="1"/>
            <a:r>
              <a:rPr lang="ar-SA" sz="2400" b="1" dirty="0">
                <a:solidFill>
                  <a:schemeClr val="accent4"/>
                </a:solidFill>
                <a:latin typeface="RB" pitchFamily="2" charset="-78"/>
                <a:cs typeface="RB" pitchFamily="2" charset="-78"/>
              </a:rPr>
              <a:t>عنوان فرعي</a:t>
            </a:r>
            <a:endParaRPr lang="en-SA" sz="2400" b="1" dirty="0">
              <a:solidFill>
                <a:schemeClr val="accent4"/>
              </a:solidFill>
              <a:latin typeface="RB" pitchFamily="2" charset="-78"/>
              <a:cs typeface="RB" pitchFamily="2" charset="-78"/>
            </a:endParaRP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343C60AC-AF9D-0BE5-7BB9-79DB0239637E}"/>
              </a:ext>
            </a:extLst>
          </p:cNvPr>
          <p:cNvSpPr txBox="1"/>
          <p:nvPr/>
        </p:nvSpPr>
        <p:spPr>
          <a:xfrm>
            <a:off x="8692055" y="5411039"/>
            <a:ext cx="2458468" cy="73866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50800" algn="justLow" rtl="1">
              <a:spcBef>
                <a:spcPts val="1000"/>
              </a:spcBef>
              <a:buClr>
                <a:schemeClr val="dk2"/>
              </a:buClr>
              <a:buSzPts val="2800"/>
            </a:pP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</a:t>
            </a:r>
            <a:endParaRPr lang="ar-SA" sz="1400" u="none" strike="noStrike" cap="none" dirty="0">
              <a:solidFill>
                <a:schemeClr val="tx1">
                  <a:lumMod val="90000"/>
                  <a:lumOff val="10000"/>
                </a:schemeClr>
              </a:solidFill>
              <a:latin typeface="Tajawal" pitchFamily="2" charset="-78"/>
              <a:ea typeface="Readex Pro Deca"/>
              <a:cs typeface="Tajawal" pitchFamily="2" charset="-78"/>
              <a:sym typeface="Readex Pro"/>
            </a:endParaRPr>
          </a:p>
        </p:txBody>
      </p:sp>
      <p:sp>
        <p:nvSpPr>
          <p:cNvPr id="33" name="Freeform 32">
            <a:extLst>
              <a:ext uri="{FF2B5EF4-FFF2-40B4-BE49-F238E27FC236}">
                <a16:creationId xmlns:a16="http://schemas.microsoft.com/office/drawing/2014/main" id="{BCD8ACD9-C0A3-C5A5-61D4-7F835CDF448C}"/>
              </a:ext>
            </a:extLst>
          </p:cNvPr>
          <p:cNvSpPr/>
          <p:nvPr/>
        </p:nvSpPr>
        <p:spPr>
          <a:xfrm flipH="1">
            <a:off x="11362333" y="4959166"/>
            <a:ext cx="376728" cy="377196"/>
          </a:xfrm>
          <a:custGeom>
            <a:avLst/>
            <a:gdLst>
              <a:gd name="connsiteX0" fmla="*/ 825439 w 1762284"/>
              <a:gd name="connsiteY0" fmla="*/ 510669 h 1764475"/>
              <a:gd name="connsiteX1" fmla="*/ 825439 w 1762284"/>
              <a:gd name="connsiteY1" fmla="*/ 510669 h 1764475"/>
              <a:gd name="connsiteX2" fmla="*/ 1629005 w 1762284"/>
              <a:gd name="connsiteY2" fmla="*/ 432690 h 1764475"/>
              <a:gd name="connsiteX3" fmla="*/ 1689867 w 1762284"/>
              <a:gd name="connsiteY3" fmla="*/ 393700 h 1764475"/>
              <a:gd name="connsiteX4" fmla="*/ 1761189 w 1762284"/>
              <a:gd name="connsiteY4" fmla="*/ 60862 h 1764475"/>
              <a:gd name="connsiteX5" fmla="*/ 1722200 w 1762284"/>
              <a:gd name="connsiteY5" fmla="*/ 0 h 1764475"/>
              <a:gd name="connsiteX6" fmla="*/ 709421 w 1762284"/>
              <a:gd name="connsiteY6" fmla="*/ 32333 h 1764475"/>
              <a:gd name="connsiteX7" fmla="*/ 703715 w 1762284"/>
              <a:gd name="connsiteY7" fmla="*/ 32333 h 1764475"/>
              <a:gd name="connsiteX8" fmla="*/ 693254 w 1762284"/>
              <a:gd name="connsiteY8" fmla="*/ 32333 h 1764475"/>
              <a:gd name="connsiteX9" fmla="*/ 683745 w 1762284"/>
              <a:gd name="connsiteY9" fmla="*/ 34235 h 1764475"/>
              <a:gd name="connsiteX10" fmla="*/ 675186 w 1762284"/>
              <a:gd name="connsiteY10" fmla="*/ 38039 h 1764475"/>
              <a:gd name="connsiteX11" fmla="*/ 666627 w 1762284"/>
              <a:gd name="connsiteY11" fmla="*/ 43744 h 1764475"/>
              <a:gd name="connsiteX12" fmla="*/ 661873 w 1762284"/>
              <a:gd name="connsiteY12" fmla="*/ 46597 h 1764475"/>
              <a:gd name="connsiteX13" fmla="*/ 49450 w 1762284"/>
              <a:gd name="connsiteY13" fmla="*/ 659971 h 1764475"/>
              <a:gd name="connsiteX14" fmla="*/ 46597 w 1762284"/>
              <a:gd name="connsiteY14" fmla="*/ 664725 h 1764475"/>
              <a:gd name="connsiteX15" fmla="*/ 40892 w 1762284"/>
              <a:gd name="connsiteY15" fmla="*/ 674235 h 1764475"/>
              <a:gd name="connsiteX16" fmla="*/ 38039 w 1762284"/>
              <a:gd name="connsiteY16" fmla="*/ 681843 h 1764475"/>
              <a:gd name="connsiteX17" fmla="*/ 36137 w 1762284"/>
              <a:gd name="connsiteY17" fmla="*/ 693254 h 1764475"/>
              <a:gd name="connsiteX18" fmla="*/ 36137 w 1762284"/>
              <a:gd name="connsiteY18" fmla="*/ 701813 h 1764475"/>
              <a:gd name="connsiteX19" fmla="*/ 36137 w 1762284"/>
              <a:gd name="connsiteY19" fmla="*/ 708470 h 1764475"/>
              <a:gd name="connsiteX20" fmla="*/ 0 w 1762284"/>
              <a:gd name="connsiteY20" fmla="*/ 1724102 h 1764475"/>
              <a:gd name="connsiteX21" fmla="*/ 60862 w 1762284"/>
              <a:gd name="connsiteY21" fmla="*/ 1763091 h 1764475"/>
              <a:gd name="connsiteX22" fmla="*/ 393700 w 1762284"/>
              <a:gd name="connsiteY22" fmla="*/ 1691769 h 1764475"/>
              <a:gd name="connsiteX23" fmla="*/ 432690 w 1762284"/>
              <a:gd name="connsiteY23" fmla="*/ 1630907 h 1764475"/>
              <a:gd name="connsiteX24" fmla="*/ 513522 w 1762284"/>
              <a:gd name="connsiteY24" fmla="*/ 824488 h 1764475"/>
              <a:gd name="connsiteX25" fmla="*/ 513522 w 1762284"/>
              <a:gd name="connsiteY25" fmla="*/ 824488 h 1764475"/>
              <a:gd name="connsiteX26" fmla="*/ 825439 w 1762284"/>
              <a:gd name="connsiteY26" fmla="*/ 510669 h 17644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1762284" h="1764475">
                <a:moveTo>
                  <a:pt x="825439" y="510669"/>
                </a:moveTo>
                <a:lnTo>
                  <a:pt x="825439" y="510669"/>
                </a:lnTo>
                <a:lnTo>
                  <a:pt x="1629005" y="432690"/>
                </a:lnTo>
                <a:cubicBezTo>
                  <a:pt x="1656583" y="438395"/>
                  <a:pt x="1684161" y="421278"/>
                  <a:pt x="1689867" y="393700"/>
                </a:cubicBezTo>
                <a:lnTo>
                  <a:pt x="1761189" y="60862"/>
                </a:lnTo>
                <a:cubicBezTo>
                  <a:pt x="1766895" y="33284"/>
                  <a:pt x="1749778" y="5706"/>
                  <a:pt x="1722200" y="0"/>
                </a:cubicBezTo>
                <a:lnTo>
                  <a:pt x="709421" y="32333"/>
                </a:lnTo>
                <a:cubicBezTo>
                  <a:pt x="707519" y="32333"/>
                  <a:pt x="705617" y="32333"/>
                  <a:pt x="703715" y="32333"/>
                </a:cubicBezTo>
                <a:cubicBezTo>
                  <a:pt x="699911" y="32333"/>
                  <a:pt x="697058" y="32333"/>
                  <a:pt x="693254" y="32333"/>
                </a:cubicBezTo>
                <a:cubicBezTo>
                  <a:pt x="689451" y="32333"/>
                  <a:pt x="686598" y="33284"/>
                  <a:pt x="683745" y="34235"/>
                </a:cubicBezTo>
                <a:cubicBezTo>
                  <a:pt x="680892" y="35186"/>
                  <a:pt x="678039" y="36137"/>
                  <a:pt x="675186" y="38039"/>
                </a:cubicBezTo>
                <a:cubicBezTo>
                  <a:pt x="672333" y="39941"/>
                  <a:pt x="669480" y="41843"/>
                  <a:pt x="666627" y="43744"/>
                </a:cubicBezTo>
                <a:cubicBezTo>
                  <a:pt x="665676" y="44695"/>
                  <a:pt x="663774" y="45646"/>
                  <a:pt x="661873" y="46597"/>
                </a:cubicBezTo>
                <a:lnTo>
                  <a:pt x="49450" y="659971"/>
                </a:lnTo>
                <a:cubicBezTo>
                  <a:pt x="48499" y="660922"/>
                  <a:pt x="47548" y="662823"/>
                  <a:pt x="46597" y="664725"/>
                </a:cubicBezTo>
                <a:cubicBezTo>
                  <a:pt x="43744" y="667578"/>
                  <a:pt x="41843" y="670431"/>
                  <a:pt x="40892" y="674235"/>
                </a:cubicBezTo>
                <a:cubicBezTo>
                  <a:pt x="39941" y="677088"/>
                  <a:pt x="38990" y="678990"/>
                  <a:pt x="38039" y="681843"/>
                </a:cubicBezTo>
                <a:cubicBezTo>
                  <a:pt x="37088" y="685647"/>
                  <a:pt x="36137" y="689451"/>
                  <a:pt x="36137" y="693254"/>
                </a:cubicBezTo>
                <a:cubicBezTo>
                  <a:pt x="36137" y="696107"/>
                  <a:pt x="36137" y="698960"/>
                  <a:pt x="36137" y="701813"/>
                </a:cubicBezTo>
                <a:cubicBezTo>
                  <a:pt x="36137" y="703715"/>
                  <a:pt x="36137" y="706568"/>
                  <a:pt x="36137" y="708470"/>
                </a:cubicBezTo>
                <a:lnTo>
                  <a:pt x="0" y="1724102"/>
                </a:lnTo>
                <a:cubicBezTo>
                  <a:pt x="5706" y="1751680"/>
                  <a:pt x="33284" y="1769748"/>
                  <a:pt x="60862" y="1763091"/>
                </a:cubicBezTo>
                <a:lnTo>
                  <a:pt x="393700" y="1691769"/>
                </a:lnTo>
                <a:cubicBezTo>
                  <a:pt x="421278" y="1686063"/>
                  <a:pt x="439346" y="1658485"/>
                  <a:pt x="432690" y="1630907"/>
                </a:cubicBezTo>
                <a:lnTo>
                  <a:pt x="513522" y="824488"/>
                </a:lnTo>
                <a:lnTo>
                  <a:pt x="513522" y="824488"/>
                </a:lnTo>
                <a:lnTo>
                  <a:pt x="825439" y="510669"/>
                </a:lnTo>
                <a:close/>
              </a:path>
            </a:pathLst>
          </a:custGeom>
          <a:solidFill>
            <a:schemeClr val="accent2"/>
          </a:solidFill>
          <a:ln w="9479" cap="flat">
            <a:noFill/>
            <a:prstDash val="solid"/>
            <a:miter/>
          </a:ln>
        </p:spPr>
        <p:txBody>
          <a:bodyPr rtlCol="0" anchor="ctr"/>
          <a:lstStyle/>
          <a:p>
            <a:endParaRPr lang="en-SA">
              <a:solidFill>
                <a:schemeClr val="tx2"/>
              </a:solidFill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E2662D39-483F-2FDE-91D5-0AF4AB0E9440}"/>
              </a:ext>
            </a:extLst>
          </p:cNvPr>
          <p:cNvSpPr txBox="1"/>
          <p:nvPr/>
        </p:nvSpPr>
        <p:spPr>
          <a:xfrm>
            <a:off x="10818255" y="5002500"/>
            <a:ext cx="83487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 rtl="1"/>
            <a:r>
              <a:rPr lang="en-US" sz="2400" dirty="0">
                <a:solidFill>
                  <a:schemeClr val="accent1"/>
                </a:solidFill>
                <a:latin typeface="IBM Plex Sans Arabic" panose="020B0803050203000203" pitchFamily="34" charset="-78"/>
                <a:cs typeface="IBM Plex Sans Arabic" panose="020B0803050203000203" pitchFamily="34" charset="-78"/>
              </a:rPr>
              <a:t>03</a:t>
            </a:r>
            <a:endParaRPr lang="en-SA" sz="2400" dirty="0">
              <a:solidFill>
                <a:schemeClr val="accent1"/>
              </a:solidFill>
              <a:latin typeface="IBM Plex Sans Arabic" panose="020B0803050203000203" pitchFamily="34" charset="-78"/>
              <a:cs typeface="IBM Plex Sans Arabic" panose="020B0803050203000203" pitchFamily="34" charset="-78"/>
            </a:endParaRP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64C82422-FAFD-F298-3049-719BC30D0D15}"/>
              </a:ext>
            </a:extLst>
          </p:cNvPr>
          <p:cNvSpPr txBox="1"/>
          <p:nvPr/>
        </p:nvSpPr>
        <p:spPr>
          <a:xfrm>
            <a:off x="5111947" y="4963332"/>
            <a:ext cx="2338152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 rtl="1"/>
            <a:r>
              <a:rPr lang="ar-SA" sz="2400" b="1" dirty="0">
                <a:solidFill>
                  <a:schemeClr val="accent4"/>
                </a:solidFill>
                <a:latin typeface="RB" pitchFamily="2" charset="-78"/>
                <a:cs typeface="RB" pitchFamily="2" charset="-78"/>
              </a:rPr>
              <a:t>عنوان فرعي</a:t>
            </a:r>
            <a:endParaRPr lang="en-SA" sz="2400" b="1" dirty="0">
              <a:solidFill>
                <a:schemeClr val="accent4"/>
              </a:solidFill>
              <a:latin typeface="RB" pitchFamily="2" charset="-78"/>
              <a:cs typeface="RB" pitchFamily="2" charset="-78"/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716FC554-0CFD-E807-A5B6-ED7EA4D06A7E}"/>
              </a:ext>
            </a:extLst>
          </p:cNvPr>
          <p:cNvSpPr txBox="1"/>
          <p:nvPr/>
        </p:nvSpPr>
        <p:spPr>
          <a:xfrm>
            <a:off x="5111947" y="5411039"/>
            <a:ext cx="2458468" cy="73866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50800" algn="justLow" rtl="1">
              <a:spcBef>
                <a:spcPts val="1000"/>
              </a:spcBef>
              <a:buClr>
                <a:schemeClr val="dk2"/>
              </a:buClr>
              <a:buSzPts val="2800"/>
            </a:pP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</a:t>
            </a:r>
            <a:endParaRPr lang="ar-SA" sz="1400" u="none" strike="noStrike" cap="none" dirty="0">
              <a:solidFill>
                <a:schemeClr val="tx1">
                  <a:lumMod val="90000"/>
                  <a:lumOff val="10000"/>
                </a:schemeClr>
              </a:solidFill>
              <a:latin typeface="Tajawal" pitchFamily="2" charset="-78"/>
              <a:ea typeface="Readex Pro Deca"/>
              <a:cs typeface="Tajawal" pitchFamily="2" charset="-78"/>
              <a:sym typeface="Readex Pro"/>
            </a:endParaRPr>
          </a:p>
        </p:txBody>
      </p:sp>
      <p:sp>
        <p:nvSpPr>
          <p:cNvPr id="37" name="Freeform 36">
            <a:extLst>
              <a:ext uri="{FF2B5EF4-FFF2-40B4-BE49-F238E27FC236}">
                <a16:creationId xmlns:a16="http://schemas.microsoft.com/office/drawing/2014/main" id="{CF92D8AB-E04B-0CF3-69B6-0152C4662AB3}"/>
              </a:ext>
            </a:extLst>
          </p:cNvPr>
          <p:cNvSpPr/>
          <p:nvPr/>
        </p:nvSpPr>
        <p:spPr>
          <a:xfrm flipH="1">
            <a:off x="7782225" y="4959166"/>
            <a:ext cx="376728" cy="377196"/>
          </a:xfrm>
          <a:custGeom>
            <a:avLst/>
            <a:gdLst>
              <a:gd name="connsiteX0" fmla="*/ 825439 w 1762284"/>
              <a:gd name="connsiteY0" fmla="*/ 510669 h 1764475"/>
              <a:gd name="connsiteX1" fmla="*/ 825439 w 1762284"/>
              <a:gd name="connsiteY1" fmla="*/ 510669 h 1764475"/>
              <a:gd name="connsiteX2" fmla="*/ 1629005 w 1762284"/>
              <a:gd name="connsiteY2" fmla="*/ 432690 h 1764475"/>
              <a:gd name="connsiteX3" fmla="*/ 1689867 w 1762284"/>
              <a:gd name="connsiteY3" fmla="*/ 393700 h 1764475"/>
              <a:gd name="connsiteX4" fmla="*/ 1761189 w 1762284"/>
              <a:gd name="connsiteY4" fmla="*/ 60862 h 1764475"/>
              <a:gd name="connsiteX5" fmla="*/ 1722200 w 1762284"/>
              <a:gd name="connsiteY5" fmla="*/ 0 h 1764475"/>
              <a:gd name="connsiteX6" fmla="*/ 709421 w 1762284"/>
              <a:gd name="connsiteY6" fmla="*/ 32333 h 1764475"/>
              <a:gd name="connsiteX7" fmla="*/ 703715 w 1762284"/>
              <a:gd name="connsiteY7" fmla="*/ 32333 h 1764475"/>
              <a:gd name="connsiteX8" fmla="*/ 693254 w 1762284"/>
              <a:gd name="connsiteY8" fmla="*/ 32333 h 1764475"/>
              <a:gd name="connsiteX9" fmla="*/ 683745 w 1762284"/>
              <a:gd name="connsiteY9" fmla="*/ 34235 h 1764475"/>
              <a:gd name="connsiteX10" fmla="*/ 675186 w 1762284"/>
              <a:gd name="connsiteY10" fmla="*/ 38039 h 1764475"/>
              <a:gd name="connsiteX11" fmla="*/ 666627 w 1762284"/>
              <a:gd name="connsiteY11" fmla="*/ 43744 h 1764475"/>
              <a:gd name="connsiteX12" fmla="*/ 661873 w 1762284"/>
              <a:gd name="connsiteY12" fmla="*/ 46597 h 1764475"/>
              <a:gd name="connsiteX13" fmla="*/ 49450 w 1762284"/>
              <a:gd name="connsiteY13" fmla="*/ 659971 h 1764475"/>
              <a:gd name="connsiteX14" fmla="*/ 46597 w 1762284"/>
              <a:gd name="connsiteY14" fmla="*/ 664725 h 1764475"/>
              <a:gd name="connsiteX15" fmla="*/ 40892 w 1762284"/>
              <a:gd name="connsiteY15" fmla="*/ 674235 h 1764475"/>
              <a:gd name="connsiteX16" fmla="*/ 38039 w 1762284"/>
              <a:gd name="connsiteY16" fmla="*/ 681843 h 1764475"/>
              <a:gd name="connsiteX17" fmla="*/ 36137 w 1762284"/>
              <a:gd name="connsiteY17" fmla="*/ 693254 h 1764475"/>
              <a:gd name="connsiteX18" fmla="*/ 36137 w 1762284"/>
              <a:gd name="connsiteY18" fmla="*/ 701813 h 1764475"/>
              <a:gd name="connsiteX19" fmla="*/ 36137 w 1762284"/>
              <a:gd name="connsiteY19" fmla="*/ 708470 h 1764475"/>
              <a:gd name="connsiteX20" fmla="*/ 0 w 1762284"/>
              <a:gd name="connsiteY20" fmla="*/ 1724102 h 1764475"/>
              <a:gd name="connsiteX21" fmla="*/ 60862 w 1762284"/>
              <a:gd name="connsiteY21" fmla="*/ 1763091 h 1764475"/>
              <a:gd name="connsiteX22" fmla="*/ 393700 w 1762284"/>
              <a:gd name="connsiteY22" fmla="*/ 1691769 h 1764475"/>
              <a:gd name="connsiteX23" fmla="*/ 432690 w 1762284"/>
              <a:gd name="connsiteY23" fmla="*/ 1630907 h 1764475"/>
              <a:gd name="connsiteX24" fmla="*/ 513522 w 1762284"/>
              <a:gd name="connsiteY24" fmla="*/ 824488 h 1764475"/>
              <a:gd name="connsiteX25" fmla="*/ 513522 w 1762284"/>
              <a:gd name="connsiteY25" fmla="*/ 824488 h 1764475"/>
              <a:gd name="connsiteX26" fmla="*/ 825439 w 1762284"/>
              <a:gd name="connsiteY26" fmla="*/ 510669 h 17644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1762284" h="1764475">
                <a:moveTo>
                  <a:pt x="825439" y="510669"/>
                </a:moveTo>
                <a:lnTo>
                  <a:pt x="825439" y="510669"/>
                </a:lnTo>
                <a:lnTo>
                  <a:pt x="1629005" y="432690"/>
                </a:lnTo>
                <a:cubicBezTo>
                  <a:pt x="1656583" y="438395"/>
                  <a:pt x="1684161" y="421278"/>
                  <a:pt x="1689867" y="393700"/>
                </a:cubicBezTo>
                <a:lnTo>
                  <a:pt x="1761189" y="60862"/>
                </a:lnTo>
                <a:cubicBezTo>
                  <a:pt x="1766895" y="33284"/>
                  <a:pt x="1749778" y="5706"/>
                  <a:pt x="1722200" y="0"/>
                </a:cubicBezTo>
                <a:lnTo>
                  <a:pt x="709421" y="32333"/>
                </a:lnTo>
                <a:cubicBezTo>
                  <a:pt x="707519" y="32333"/>
                  <a:pt x="705617" y="32333"/>
                  <a:pt x="703715" y="32333"/>
                </a:cubicBezTo>
                <a:cubicBezTo>
                  <a:pt x="699911" y="32333"/>
                  <a:pt x="697058" y="32333"/>
                  <a:pt x="693254" y="32333"/>
                </a:cubicBezTo>
                <a:cubicBezTo>
                  <a:pt x="689451" y="32333"/>
                  <a:pt x="686598" y="33284"/>
                  <a:pt x="683745" y="34235"/>
                </a:cubicBezTo>
                <a:cubicBezTo>
                  <a:pt x="680892" y="35186"/>
                  <a:pt x="678039" y="36137"/>
                  <a:pt x="675186" y="38039"/>
                </a:cubicBezTo>
                <a:cubicBezTo>
                  <a:pt x="672333" y="39941"/>
                  <a:pt x="669480" y="41843"/>
                  <a:pt x="666627" y="43744"/>
                </a:cubicBezTo>
                <a:cubicBezTo>
                  <a:pt x="665676" y="44695"/>
                  <a:pt x="663774" y="45646"/>
                  <a:pt x="661873" y="46597"/>
                </a:cubicBezTo>
                <a:lnTo>
                  <a:pt x="49450" y="659971"/>
                </a:lnTo>
                <a:cubicBezTo>
                  <a:pt x="48499" y="660922"/>
                  <a:pt x="47548" y="662823"/>
                  <a:pt x="46597" y="664725"/>
                </a:cubicBezTo>
                <a:cubicBezTo>
                  <a:pt x="43744" y="667578"/>
                  <a:pt x="41843" y="670431"/>
                  <a:pt x="40892" y="674235"/>
                </a:cubicBezTo>
                <a:cubicBezTo>
                  <a:pt x="39941" y="677088"/>
                  <a:pt x="38990" y="678990"/>
                  <a:pt x="38039" y="681843"/>
                </a:cubicBezTo>
                <a:cubicBezTo>
                  <a:pt x="37088" y="685647"/>
                  <a:pt x="36137" y="689451"/>
                  <a:pt x="36137" y="693254"/>
                </a:cubicBezTo>
                <a:cubicBezTo>
                  <a:pt x="36137" y="696107"/>
                  <a:pt x="36137" y="698960"/>
                  <a:pt x="36137" y="701813"/>
                </a:cubicBezTo>
                <a:cubicBezTo>
                  <a:pt x="36137" y="703715"/>
                  <a:pt x="36137" y="706568"/>
                  <a:pt x="36137" y="708470"/>
                </a:cubicBezTo>
                <a:lnTo>
                  <a:pt x="0" y="1724102"/>
                </a:lnTo>
                <a:cubicBezTo>
                  <a:pt x="5706" y="1751680"/>
                  <a:pt x="33284" y="1769748"/>
                  <a:pt x="60862" y="1763091"/>
                </a:cubicBezTo>
                <a:lnTo>
                  <a:pt x="393700" y="1691769"/>
                </a:lnTo>
                <a:cubicBezTo>
                  <a:pt x="421278" y="1686063"/>
                  <a:pt x="439346" y="1658485"/>
                  <a:pt x="432690" y="1630907"/>
                </a:cubicBezTo>
                <a:lnTo>
                  <a:pt x="513522" y="824488"/>
                </a:lnTo>
                <a:lnTo>
                  <a:pt x="513522" y="824488"/>
                </a:lnTo>
                <a:lnTo>
                  <a:pt x="825439" y="510669"/>
                </a:lnTo>
                <a:close/>
              </a:path>
            </a:pathLst>
          </a:custGeom>
          <a:solidFill>
            <a:schemeClr val="accent2"/>
          </a:solidFill>
          <a:ln w="9479" cap="flat">
            <a:noFill/>
            <a:prstDash val="solid"/>
            <a:miter/>
          </a:ln>
        </p:spPr>
        <p:txBody>
          <a:bodyPr rtlCol="0" anchor="ctr"/>
          <a:lstStyle/>
          <a:p>
            <a:endParaRPr lang="en-SA">
              <a:solidFill>
                <a:schemeClr val="tx2"/>
              </a:solidFill>
            </a:endParaRP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F59E53BF-AAFA-7EA2-0CBB-A105F175DB04}"/>
              </a:ext>
            </a:extLst>
          </p:cNvPr>
          <p:cNvSpPr txBox="1"/>
          <p:nvPr/>
        </p:nvSpPr>
        <p:spPr>
          <a:xfrm>
            <a:off x="7238147" y="5002500"/>
            <a:ext cx="83487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 rtl="1"/>
            <a:r>
              <a:rPr lang="en-US" sz="2400" dirty="0">
                <a:solidFill>
                  <a:schemeClr val="accent1"/>
                </a:solidFill>
                <a:latin typeface="IBM Plex Sans Arabic" panose="020B0803050203000203" pitchFamily="34" charset="-78"/>
                <a:cs typeface="IBM Plex Sans Arabic" panose="020B0803050203000203" pitchFamily="34" charset="-78"/>
              </a:rPr>
              <a:t>04</a:t>
            </a:r>
            <a:endParaRPr lang="en-SA" sz="2400" dirty="0">
              <a:solidFill>
                <a:schemeClr val="accent1"/>
              </a:solidFill>
              <a:latin typeface="IBM Plex Sans Arabic" panose="020B0803050203000203" pitchFamily="34" charset="-78"/>
              <a:cs typeface="IBM Plex Sans Arabic" panose="020B0803050203000203" pitchFamily="34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3996299700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Picture Placeholder 26">
            <a:extLst>
              <a:ext uri="{FF2B5EF4-FFF2-40B4-BE49-F238E27FC236}">
                <a16:creationId xmlns:a16="http://schemas.microsoft.com/office/drawing/2014/main" id="{A409C3AD-296C-F543-BFEB-1DA227F8E8ED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/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5ABCB8AB-831F-DFB7-63A8-544CFBC0062C}"/>
              </a:ext>
            </a:extLst>
          </p:cNvPr>
          <p:cNvSpPr txBox="1"/>
          <p:nvPr/>
        </p:nvSpPr>
        <p:spPr>
          <a:xfrm>
            <a:off x="452940" y="2590795"/>
            <a:ext cx="4189571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 rtl="1"/>
            <a:r>
              <a:rPr lang="ar-SA" sz="2400" b="1" dirty="0">
                <a:solidFill>
                  <a:schemeClr val="accent1"/>
                </a:solidFill>
                <a:latin typeface="RB" pitchFamily="2" charset="-78"/>
                <a:cs typeface="RB" pitchFamily="2" charset="-78"/>
              </a:rPr>
              <a:t>عنوان فرعي</a:t>
            </a:r>
            <a:endParaRPr lang="en-SA" sz="2400" b="1" dirty="0">
              <a:solidFill>
                <a:schemeClr val="accent1"/>
              </a:solidFill>
              <a:latin typeface="RB" pitchFamily="2" charset="-78"/>
              <a:cs typeface="RB" pitchFamily="2" charset="-78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CEB9E0D2-DF35-9C92-AF9A-C8ED612E204B}"/>
              </a:ext>
            </a:extLst>
          </p:cNvPr>
          <p:cNvSpPr txBox="1"/>
          <p:nvPr/>
        </p:nvSpPr>
        <p:spPr>
          <a:xfrm>
            <a:off x="1080664" y="3038502"/>
            <a:ext cx="3682163" cy="138499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50800" algn="justLow" rtl="1">
              <a:spcBef>
                <a:spcPts val="1000"/>
              </a:spcBef>
              <a:buClr>
                <a:schemeClr val="dk2"/>
              </a:buClr>
              <a:buSzPts val="2800"/>
            </a:pP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</a:t>
            </a:r>
            <a:endParaRPr lang="ar-SA" sz="1400" u="none" strike="noStrike" cap="none" dirty="0">
              <a:solidFill>
                <a:schemeClr val="tx1">
                  <a:lumMod val="90000"/>
                  <a:lumOff val="10000"/>
                </a:schemeClr>
              </a:solidFill>
              <a:latin typeface="Tajawal" pitchFamily="2" charset="-78"/>
              <a:ea typeface="Readex Pro Deca"/>
              <a:cs typeface="Tajawal" pitchFamily="2" charset="-78"/>
              <a:sym typeface="Readex Pro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C25951D8-2F72-42FF-BC22-115E37D5DA92}"/>
              </a:ext>
            </a:extLst>
          </p:cNvPr>
          <p:cNvSpPr txBox="1"/>
          <p:nvPr/>
        </p:nvSpPr>
        <p:spPr>
          <a:xfrm>
            <a:off x="452940" y="4767485"/>
            <a:ext cx="4189571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 rtl="1"/>
            <a:r>
              <a:rPr lang="ar-SA" sz="2400" b="1" dirty="0">
                <a:solidFill>
                  <a:schemeClr val="accent1"/>
                </a:solidFill>
                <a:latin typeface="RB" pitchFamily="2" charset="-78"/>
                <a:cs typeface="RB" pitchFamily="2" charset="-78"/>
              </a:rPr>
              <a:t>عنوان فرعي</a:t>
            </a:r>
            <a:endParaRPr lang="en-SA" sz="2400" b="1" dirty="0">
              <a:solidFill>
                <a:schemeClr val="accent1"/>
              </a:solidFill>
              <a:latin typeface="RB" pitchFamily="2" charset="-78"/>
              <a:cs typeface="RB" pitchFamily="2" charset="-78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3212149D-1736-5365-39AA-56BF483D1C79}"/>
              </a:ext>
            </a:extLst>
          </p:cNvPr>
          <p:cNvSpPr txBox="1"/>
          <p:nvPr/>
        </p:nvSpPr>
        <p:spPr>
          <a:xfrm>
            <a:off x="1080664" y="5215192"/>
            <a:ext cx="3682163" cy="138499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50800" algn="justLow" rtl="1">
              <a:spcBef>
                <a:spcPts val="1000"/>
              </a:spcBef>
              <a:buClr>
                <a:schemeClr val="dk2"/>
              </a:buClr>
              <a:buSzPts val="2800"/>
            </a:pP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</a:t>
            </a:r>
            <a:endParaRPr lang="ar-SA" sz="1400" u="none" strike="noStrike" cap="none" dirty="0">
              <a:solidFill>
                <a:schemeClr val="tx1">
                  <a:lumMod val="90000"/>
                  <a:lumOff val="10000"/>
                </a:schemeClr>
              </a:solidFill>
              <a:latin typeface="Tajawal" pitchFamily="2" charset="-78"/>
              <a:ea typeface="Readex Pro Deca"/>
              <a:cs typeface="Tajawal" pitchFamily="2" charset="-78"/>
              <a:sym typeface="Readex Pro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FF6BF833-7975-9B3D-04A3-4489635FE042}"/>
              </a:ext>
            </a:extLst>
          </p:cNvPr>
          <p:cNvSpPr txBox="1"/>
          <p:nvPr/>
        </p:nvSpPr>
        <p:spPr>
          <a:xfrm>
            <a:off x="609600" y="657225"/>
            <a:ext cx="5486400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 rtl="1"/>
            <a:r>
              <a:rPr lang="ar-SA" sz="3200" dirty="0">
                <a:solidFill>
                  <a:schemeClr val="tx2"/>
                </a:solidFill>
                <a:latin typeface="IBM Plex Sans Arabic" panose="020B0803050203000203" pitchFamily="34" charset="-78"/>
                <a:cs typeface="IBM Plex Sans Arabic" panose="020B0803050203000203" pitchFamily="34" charset="-78"/>
              </a:rPr>
              <a:t>عنوان رئيسي </a:t>
            </a:r>
            <a:endParaRPr lang="en-SA" sz="3200" dirty="0">
              <a:solidFill>
                <a:schemeClr val="tx2"/>
              </a:solidFill>
              <a:latin typeface="IBM Plex Sans Arabic" panose="020B0803050203000203" pitchFamily="34" charset="-78"/>
              <a:cs typeface="IBM Plex Sans Arabic" panose="020B0803050203000203" pitchFamily="34" charset="-78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C058EEC0-AF32-1BA7-8743-34657098A9CA}"/>
              </a:ext>
            </a:extLst>
          </p:cNvPr>
          <p:cNvSpPr txBox="1"/>
          <p:nvPr/>
        </p:nvSpPr>
        <p:spPr>
          <a:xfrm>
            <a:off x="1060238" y="1286745"/>
            <a:ext cx="5035762" cy="95410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50800" algn="justLow" rtl="1">
              <a:spcBef>
                <a:spcPts val="1000"/>
              </a:spcBef>
              <a:buClr>
                <a:schemeClr val="dk2"/>
              </a:buClr>
              <a:buSzPts val="2800"/>
            </a:pP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</a:t>
            </a:r>
            <a:endParaRPr lang="ar-SA" sz="1400" u="none" strike="noStrike" cap="none" dirty="0">
              <a:solidFill>
                <a:schemeClr val="tx1">
                  <a:lumMod val="90000"/>
                  <a:lumOff val="10000"/>
                </a:schemeClr>
              </a:solidFill>
              <a:latin typeface="Tajawal" pitchFamily="2" charset="-78"/>
              <a:ea typeface="Readex Pro Deca"/>
              <a:cs typeface="Tajawal" pitchFamily="2" charset="-78"/>
              <a:sym typeface="Readex Pro"/>
            </a:endParaRPr>
          </a:p>
        </p:txBody>
      </p:sp>
      <p:sp>
        <p:nvSpPr>
          <p:cNvPr id="8" name="Freeform 7">
            <a:extLst>
              <a:ext uri="{FF2B5EF4-FFF2-40B4-BE49-F238E27FC236}">
                <a16:creationId xmlns:a16="http://schemas.microsoft.com/office/drawing/2014/main" id="{45F50F01-5586-09AA-BF72-25703618FC23}"/>
              </a:ext>
            </a:extLst>
          </p:cNvPr>
          <p:cNvSpPr/>
          <p:nvPr/>
        </p:nvSpPr>
        <p:spPr>
          <a:xfrm flipH="1">
            <a:off x="4974637" y="2586629"/>
            <a:ext cx="376728" cy="377196"/>
          </a:xfrm>
          <a:custGeom>
            <a:avLst/>
            <a:gdLst>
              <a:gd name="connsiteX0" fmla="*/ 825439 w 1762284"/>
              <a:gd name="connsiteY0" fmla="*/ 510669 h 1764475"/>
              <a:gd name="connsiteX1" fmla="*/ 825439 w 1762284"/>
              <a:gd name="connsiteY1" fmla="*/ 510669 h 1764475"/>
              <a:gd name="connsiteX2" fmla="*/ 1629005 w 1762284"/>
              <a:gd name="connsiteY2" fmla="*/ 432690 h 1764475"/>
              <a:gd name="connsiteX3" fmla="*/ 1689867 w 1762284"/>
              <a:gd name="connsiteY3" fmla="*/ 393700 h 1764475"/>
              <a:gd name="connsiteX4" fmla="*/ 1761189 w 1762284"/>
              <a:gd name="connsiteY4" fmla="*/ 60862 h 1764475"/>
              <a:gd name="connsiteX5" fmla="*/ 1722200 w 1762284"/>
              <a:gd name="connsiteY5" fmla="*/ 0 h 1764475"/>
              <a:gd name="connsiteX6" fmla="*/ 709421 w 1762284"/>
              <a:gd name="connsiteY6" fmla="*/ 32333 h 1764475"/>
              <a:gd name="connsiteX7" fmla="*/ 703715 w 1762284"/>
              <a:gd name="connsiteY7" fmla="*/ 32333 h 1764475"/>
              <a:gd name="connsiteX8" fmla="*/ 693254 w 1762284"/>
              <a:gd name="connsiteY8" fmla="*/ 32333 h 1764475"/>
              <a:gd name="connsiteX9" fmla="*/ 683745 w 1762284"/>
              <a:gd name="connsiteY9" fmla="*/ 34235 h 1764475"/>
              <a:gd name="connsiteX10" fmla="*/ 675186 w 1762284"/>
              <a:gd name="connsiteY10" fmla="*/ 38039 h 1764475"/>
              <a:gd name="connsiteX11" fmla="*/ 666627 w 1762284"/>
              <a:gd name="connsiteY11" fmla="*/ 43744 h 1764475"/>
              <a:gd name="connsiteX12" fmla="*/ 661873 w 1762284"/>
              <a:gd name="connsiteY12" fmla="*/ 46597 h 1764475"/>
              <a:gd name="connsiteX13" fmla="*/ 49450 w 1762284"/>
              <a:gd name="connsiteY13" fmla="*/ 659971 h 1764475"/>
              <a:gd name="connsiteX14" fmla="*/ 46597 w 1762284"/>
              <a:gd name="connsiteY14" fmla="*/ 664725 h 1764475"/>
              <a:gd name="connsiteX15" fmla="*/ 40892 w 1762284"/>
              <a:gd name="connsiteY15" fmla="*/ 674235 h 1764475"/>
              <a:gd name="connsiteX16" fmla="*/ 38039 w 1762284"/>
              <a:gd name="connsiteY16" fmla="*/ 681843 h 1764475"/>
              <a:gd name="connsiteX17" fmla="*/ 36137 w 1762284"/>
              <a:gd name="connsiteY17" fmla="*/ 693254 h 1764475"/>
              <a:gd name="connsiteX18" fmla="*/ 36137 w 1762284"/>
              <a:gd name="connsiteY18" fmla="*/ 701813 h 1764475"/>
              <a:gd name="connsiteX19" fmla="*/ 36137 w 1762284"/>
              <a:gd name="connsiteY19" fmla="*/ 708470 h 1764475"/>
              <a:gd name="connsiteX20" fmla="*/ 0 w 1762284"/>
              <a:gd name="connsiteY20" fmla="*/ 1724102 h 1764475"/>
              <a:gd name="connsiteX21" fmla="*/ 60862 w 1762284"/>
              <a:gd name="connsiteY21" fmla="*/ 1763091 h 1764475"/>
              <a:gd name="connsiteX22" fmla="*/ 393700 w 1762284"/>
              <a:gd name="connsiteY22" fmla="*/ 1691769 h 1764475"/>
              <a:gd name="connsiteX23" fmla="*/ 432690 w 1762284"/>
              <a:gd name="connsiteY23" fmla="*/ 1630907 h 1764475"/>
              <a:gd name="connsiteX24" fmla="*/ 513522 w 1762284"/>
              <a:gd name="connsiteY24" fmla="*/ 824488 h 1764475"/>
              <a:gd name="connsiteX25" fmla="*/ 513522 w 1762284"/>
              <a:gd name="connsiteY25" fmla="*/ 824488 h 1764475"/>
              <a:gd name="connsiteX26" fmla="*/ 825439 w 1762284"/>
              <a:gd name="connsiteY26" fmla="*/ 510669 h 17644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1762284" h="1764475">
                <a:moveTo>
                  <a:pt x="825439" y="510669"/>
                </a:moveTo>
                <a:lnTo>
                  <a:pt x="825439" y="510669"/>
                </a:lnTo>
                <a:lnTo>
                  <a:pt x="1629005" y="432690"/>
                </a:lnTo>
                <a:cubicBezTo>
                  <a:pt x="1656583" y="438395"/>
                  <a:pt x="1684161" y="421278"/>
                  <a:pt x="1689867" y="393700"/>
                </a:cubicBezTo>
                <a:lnTo>
                  <a:pt x="1761189" y="60862"/>
                </a:lnTo>
                <a:cubicBezTo>
                  <a:pt x="1766895" y="33284"/>
                  <a:pt x="1749778" y="5706"/>
                  <a:pt x="1722200" y="0"/>
                </a:cubicBezTo>
                <a:lnTo>
                  <a:pt x="709421" y="32333"/>
                </a:lnTo>
                <a:cubicBezTo>
                  <a:pt x="707519" y="32333"/>
                  <a:pt x="705617" y="32333"/>
                  <a:pt x="703715" y="32333"/>
                </a:cubicBezTo>
                <a:cubicBezTo>
                  <a:pt x="699911" y="32333"/>
                  <a:pt x="697058" y="32333"/>
                  <a:pt x="693254" y="32333"/>
                </a:cubicBezTo>
                <a:cubicBezTo>
                  <a:pt x="689451" y="32333"/>
                  <a:pt x="686598" y="33284"/>
                  <a:pt x="683745" y="34235"/>
                </a:cubicBezTo>
                <a:cubicBezTo>
                  <a:pt x="680892" y="35186"/>
                  <a:pt x="678039" y="36137"/>
                  <a:pt x="675186" y="38039"/>
                </a:cubicBezTo>
                <a:cubicBezTo>
                  <a:pt x="672333" y="39941"/>
                  <a:pt x="669480" y="41843"/>
                  <a:pt x="666627" y="43744"/>
                </a:cubicBezTo>
                <a:cubicBezTo>
                  <a:pt x="665676" y="44695"/>
                  <a:pt x="663774" y="45646"/>
                  <a:pt x="661873" y="46597"/>
                </a:cubicBezTo>
                <a:lnTo>
                  <a:pt x="49450" y="659971"/>
                </a:lnTo>
                <a:cubicBezTo>
                  <a:pt x="48499" y="660922"/>
                  <a:pt x="47548" y="662823"/>
                  <a:pt x="46597" y="664725"/>
                </a:cubicBezTo>
                <a:cubicBezTo>
                  <a:pt x="43744" y="667578"/>
                  <a:pt x="41843" y="670431"/>
                  <a:pt x="40892" y="674235"/>
                </a:cubicBezTo>
                <a:cubicBezTo>
                  <a:pt x="39941" y="677088"/>
                  <a:pt x="38990" y="678990"/>
                  <a:pt x="38039" y="681843"/>
                </a:cubicBezTo>
                <a:cubicBezTo>
                  <a:pt x="37088" y="685647"/>
                  <a:pt x="36137" y="689451"/>
                  <a:pt x="36137" y="693254"/>
                </a:cubicBezTo>
                <a:cubicBezTo>
                  <a:pt x="36137" y="696107"/>
                  <a:pt x="36137" y="698960"/>
                  <a:pt x="36137" y="701813"/>
                </a:cubicBezTo>
                <a:cubicBezTo>
                  <a:pt x="36137" y="703715"/>
                  <a:pt x="36137" y="706568"/>
                  <a:pt x="36137" y="708470"/>
                </a:cubicBezTo>
                <a:lnTo>
                  <a:pt x="0" y="1724102"/>
                </a:lnTo>
                <a:cubicBezTo>
                  <a:pt x="5706" y="1751680"/>
                  <a:pt x="33284" y="1769748"/>
                  <a:pt x="60862" y="1763091"/>
                </a:cubicBezTo>
                <a:lnTo>
                  <a:pt x="393700" y="1691769"/>
                </a:lnTo>
                <a:cubicBezTo>
                  <a:pt x="421278" y="1686063"/>
                  <a:pt x="439346" y="1658485"/>
                  <a:pt x="432690" y="1630907"/>
                </a:cubicBezTo>
                <a:lnTo>
                  <a:pt x="513522" y="824488"/>
                </a:lnTo>
                <a:lnTo>
                  <a:pt x="513522" y="824488"/>
                </a:lnTo>
                <a:lnTo>
                  <a:pt x="825439" y="510669"/>
                </a:lnTo>
                <a:close/>
              </a:path>
            </a:pathLst>
          </a:custGeom>
          <a:solidFill>
            <a:schemeClr val="accent1"/>
          </a:solidFill>
          <a:ln w="9479" cap="flat">
            <a:noFill/>
            <a:prstDash val="solid"/>
            <a:miter/>
          </a:ln>
        </p:spPr>
        <p:txBody>
          <a:bodyPr rtlCol="0" anchor="ctr"/>
          <a:lstStyle/>
          <a:p>
            <a:endParaRPr lang="en-SA">
              <a:solidFill>
                <a:schemeClr val="accent1"/>
              </a:solidFill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5AB23143-3100-103F-F213-25B7223537B0}"/>
              </a:ext>
            </a:extLst>
          </p:cNvPr>
          <p:cNvSpPr txBox="1"/>
          <p:nvPr/>
        </p:nvSpPr>
        <p:spPr>
          <a:xfrm>
            <a:off x="4430559" y="2629963"/>
            <a:ext cx="83487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 rtl="1"/>
            <a:r>
              <a:rPr lang="en-US" sz="2400" dirty="0">
                <a:solidFill>
                  <a:schemeClr val="tx2"/>
                </a:solidFill>
                <a:latin typeface="IBM Plex Sans Arabic" panose="020B0803050203000203" pitchFamily="34" charset="-78"/>
                <a:cs typeface="IBM Plex Sans Arabic" panose="020B0803050203000203" pitchFamily="34" charset="-78"/>
              </a:rPr>
              <a:t>01</a:t>
            </a:r>
            <a:endParaRPr lang="en-SA" sz="2400" dirty="0">
              <a:solidFill>
                <a:schemeClr val="tx2"/>
              </a:solidFill>
              <a:latin typeface="IBM Plex Sans Arabic" panose="020B0803050203000203" pitchFamily="34" charset="-78"/>
              <a:cs typeface="IBM Plex Sans Arabic" panose="020B0803050203000203" pitchFamily="34" charset="-78"/>
            </a:endParaRPr>
          </a:p>
        </p:txBody>
      </p:sp>
      <p:sp>
        <p:nvSpPr>
          <p:cNvPr id="10" name="Freeform 9">
            <a:extLst>
              <a:ext uri="{FF2B5EF4-FFF2-40B4-BE49-F238E27FC236}">
                <a16:creationId xmlns:a16="http://schemas.microsoft.com/office/drawing/2014/main" id="{02F85B55-0870-304E-9A0A-BFAEC9E5D69B}"/>
              </a:ext>
            </a:extLst>
          </p:cNvPr>
          <p:cNvSpPr/>
          <p:nvPr/>
        </p:nvSpPr>
        <p:spPr>
          <a:xfrm flipH="1">
            <a:off x="4974637" y="4774658"/>
            <a:ext cx="376728" cy="377196"/>
          </a:xfrm>
          <a:custGeom>
            <a:avLst/>
            <a:gdLst>
              <a:gd name="connsiteX0" fmla="*/ 825439 w 1762284"/>
              <a:gd name="connsiteY0" fmla="*/ 510669 h 1764475"/>
              <a:gd name="connsiteX1" fmla="*/ 825439 w 1762284"/>
              <a:gd name="connsiteY1" fmla="*/ 510669 h 1764475"/>
              <a:gd name="connsiteX2" fmla="*/ 1629005 w 1762284"/>
              <a:gd name="connsiteY2" fmla="*/ 432690 h 1764475"/>
              <a:gd name="connsiteX3" fmla="*/ 1689867 w 1762284"/>
              <a:gd name="connsiteY3" fmla="*/ 393700 h 1764475"/>
              <a:gd name="connsiteX4" fmla="*/ 1761189 w 1762284"/>
              <a:gd name="connsiteY4" fmla="*/ 60862 h 1764475"/>
              <a:gd name="connsiteX5" fmla="*/ 1722200 w 1762284"/>
              <a:gd name="connsiteY5" fmla="*/ 0 h 1764475"/>
              <a:gd name="connsiteX6" fmla="*/ 709421 w 1762284"/>
              <a:gd name="connsiteY6" fmla="*/ 32333 h 1764475"/>
              <a:gd name="connsiteX7" fmla="*/ 703715 w 1762284"/>
              <a:gd name="connsiteY7" fmla="*/ 32333 h 1764475"/>
              <a:gd name="connsiteX8" fmla="*/ 693254 w 1762284"/>
              <a:gd name="connsiteY8" fmla="*/ 32333 h 1764475"/>
              <a:gd name="connsiteX9" fmla="*/ 683745 w 1762284"/>
              <a:gd name="connsiteY9" fmla="*/ 34235 h 1764475"/>
              <a:gd name="connsiteX10" fmla="*/ 675186 w 1762284"/>
              <a:gd name="connsiteY10" fmla="*/ 38039 h 1764475"/>
              <a:gd name="connsiteX11" fmla="*/ 666627 w 1762284"/>
              <a:gd name="connsiteY11" fmla="*/ 43744 h 1764475"/>
              <a:gd name="connsiteX12" fmla="*/ 661873 w 1762284"/>
              <a:gd name="connsiteY12" fmla="*/ 46597 h 1764475"/>
              <a:gd name="connsiteX13" fmla="*/ 49450 w 1762284"/>
              <a:gd name="connsiteY13" fmla="*/ 659971 h 1764475"/>
              <a:gd name="connsiteX14" fmla="*/ 46597 w 1762284"/>
              <a:gd name="connsiteY14" fmla="*/ 664725 h 1764475"/>
              <a:gd name="connsiteX15" fmla="*/ 40892 w 1762284"/>
              <a:gd name="connsiteY15" fmla="*/ 674235 h 1764475"/>
              <a:gd name="connsiteX16" fmla="*/ 38039 w 1762284"/>
              <a:gd name="connsiteY16" fmla="*/ 681843 h 1764475"/>
              <a:gd name="connsiteX17" fmla="*/ 36137 w 1762284"/>
              <a:gd name="connsiteY17" fmla="*/ 693254 h 1764475"/>
              <a:gd name="connsiteX18" fmla="*/ 36137 w 1762284"/>
              <a:gd name="connsiteY18" fmla="*/ 701813 h 1764475"/>
              <a:gd name="connsiteX19" fmla="*/ 36137 w 1762284"/>
              <a:gd name="connsiteY19" fmla="*/ 708470 h 1764475"/>
              <a:gd name="connsiteX20" fmla="*/ 0 w 1762284"/>
              <a:gd name="connsiteY20" fmla="*/ 1724102 h 1764475"/>
              <a:gd name="connsiteX21" fmla="*/ 60862 w 1762284"/>
              <a:gd name="connsiteY21" fmla="*/ 1763091 h 1764475"/>
              <a:gd name="connsiteX22" fmla="*/ 393700 w 1762284"/>
              <a:gd name="connsiteY22" fmla="*/ 1691769 h 1764475"/>
              <a:gd name="connsiteX23" fmla="*/ 432690 w 1762284"/>
              <a:gd name="connsiteY23" fmla="*/ 1630907 h 1764475"/>
              <a:gd name="connsiteX24" fmla="*/ 513522 w 1762284"/>
              <a:gd name="connsiteY24" fmla="*/ 824488 h 1764475"/>
              <a:gd name="connsiteX25" fmla="*/ 513522 w 1762284"/>
              <a:gd name="connsiteY25" fmla="*/ 824488 h 1764475"/>
              <a:gd name="connsiteX26" fmla="*/ 825439 w 1762284"/>
              <a:gd name="connsiteY26" fmla="*/ 510669 h 17644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1762284" h="1764475">
                <a:moveTo>
                  <a:pt x="825439" y="510669"/>
                </a:moveTo>
                <a:lnTo>
                  <a:pt x="825439" y="510669"/>
                </a:lnTo>
                <a:lnTo>
                  <a:pt x="1629005" y="432690"/>
                </a:lnTo>
                <a:cubicBezTo>
                  <a:pt x="1656583" y="438395"/>
                  <a:pt x="1684161" y="421278"/>
                  <a:pt x="1689867" y="393700"/>
                </a:cubicBezTo>
                <a:lnTo>
                  <a:pt x="1761189" y="60862"/>
                </a:lnTo>
                <a:cubicBezTo>
                  <a:pt x="1766895" y="33284"/>
                  <a:pt x="1749778" y="5706"/>
                  <a:pt x="1722200" y="0"/>
                </a:cubicBezTo>
                <a:lnTo>
                  <a:pt x="709421" y="32333"/>
                </a:lnTo>
                <a:cubicBezTo>
                  <a:pt x="707519" y="32333"/>
                  <a:pt x="705617" y="32333"/>
                  <a:pt x="703715" y="32333"/>
                </a:cubicBezTo>
                <a:cubicBezTo>
                  <a:pt x="699911" y="32333"/>
                  <a:pt x="697058" y="32333"/>
                  <a:pt x="693254" y="32333"/>
                </a:cubicBezTo>
                <a:cubicBezTo>
                  <a:pt x="689451" y="32333"/>
                  <a:pt x="686598" y="33284"/>
                  <a:pt x="683745" y="34235"/>
                </a:cubicBezTo>
                <a:cubicBezTo>
                  <a:pt x="680892" y="35186"/>
                  <a:pt x="678039" y="36137"/>
                  <a:pt x="675186" y="38039"/>
                </a:cubicBezTo>
                <a:cubicBezTo>
                  <a:pt x="672333" y="39941"/>
                  <a:pt x="669480" y="41843"/>
                  <a:pt x="666627" y="43744"/>
                </a:cubicBezTo>
                <a:cubicBezTo>
                  <a:pt x="665676" y="44695"/>
                  <a:pt x="663774" y="45646"/>
                  <a:pt x="661873" y="46597"/>
                </a:cubicBezTo>
                <a:lnTo>
                  <a:pt x="49450" y="659971"/>
                </a:lnTo>
                <a:cubicBezTo>
                  <a:pt x="48499" y="660922"/>
                  <a:pt x="47548" y="662823"/>
                  <a:pt x="46597" y="664725"/>
                </a:cubicBezTo>
                <a:cubicBezTo>
                  <a:pt x="43744" y="667578"/>
                  <a:pt x="41843" y="670431"/>
                  <a:pt x="40892" y="674235"/>
                </a:cubicBezTo>
                <a:cubicBezTo>
                  <a:pt x="39941" y="677088"/>
                  <a:pt x="38990" y="678990"/>
                  <a:pt x="38039" y="681843"/>
                </a:cubicBezTo>
                <a:cubicBezTo>
                  <a:pt x="37088" y="685647"/>
                  <a:pt x="36137" y="689451"/>
                  <a:pt x="36137" y="693254"/>
                </a:cubicBezTo>
                <a:cubicBezTo>
                  <a:pt x="36137" y="696107"/>
                  <a:pt x="36137" y="698960"/>
                  <a:pt x="36137" y="701813"/>
                </a:cubicBezTo>
                <a:cubicBezTo>
                  <a:pt x="36137" y="703715"/>
                  <a:pt x="36137" y="706568"/>
                  <a:pt x="36137" y="708470"/>
                </a:cubicBezTo>
                <a:lnTo>
                  <a:pt x="0" y="1724102"/>
                </a:lnTo>
                <a:cubicBezTo>
                  <a:pt x="5706" y="1751680"/>
                  <a:pt x="33284" y="1769748"/>
                  <a:pt x="60862" y="1763091"/>
                </a:cubicBezTo>
                <a:lnTo>
                  <a:pt x="393700" y="1691769"/>
                </a:lnTo>
                <a:cubicBezTo>
                  <a:pt x="421278" y="1686063"/>
                  <a:pt x="439346" y="1658485"/>
                  <a:pt x="432690" y="1630907"/>
                </a:cubicBezTo>
                <a:lnTo>
                  <a:pt x="513522" y="824488"/>
                </a:lnTo>
                <a:lnTo>
                  <a:pt x="513522" y="824488"/>
                </a:lnTo>
                <a:lnTo>
                  <a:pt x="825439" y="510669"/>
                </a:lnTo>
                <a:close/>
              </a:path>
            </a:pathLst>
          </a:custGeom>
          <a:solidFill>
            <a:schemeClr val="accent1"/>
          </a:solidFill>
          <a:ln w="9479" cap="flat">
            <a:noFill/>
            <a:prstDash val="solid"/>
            <a:miter/>
          </a:ln>
        </p:spPr>
        <p:txBody>
          <a:bodyPr rtlCol="0" anchor="ctr"/>
          <a:lstStyle/>
          <a:p>
            <a:endParaRPr lang="en-SA">
              <a:solidFill>
                <a:schemeClr val="accent1"/>
              </a:solidFill>
            </a:endParaRP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DCBF82C1-3602-27B8-2608-0E7143E6A3D2}"/>
              </a:ext>
            </a:extLst>
          </p:cNvPr>
          <p:cNvSpPr txBox="1"/>
          <p:nvPr/>
        </p:nvSpPr>
        <p:spPr>
          <a:xfrm>
            <a:off x="4430559" y="4817992"/>
            <a:ext cx="83487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 rtl="1"/>
            <a:r>
              <a:rPr lang="en-US" sz="2400" dirty="0">
                <a:solidFill>
                  <a:schemeClr val="tx2"/>
                </a:solidFill>
                <a:latin typeface="IBM Plex Sans Arabic" panose="020B0803050203000203" pitchFamily="34" charset="-78"/>
                <a:cs typeface="IBM Plex Sans Arabic" panose="020B0803050203000203" pitchFamily="34" charset="-78"/>
              </a:rPr>
              <a:t>02</a:t>
            </a:r>
            <a:endParaRPr lang="en-SA" sz="2400" dirty="0">
              <a:solidFill>
                <a:schemeClr val="tx2"/>
              </a:solidFill>
              <a:latin typeface="IBM Plex Sans Arabic" panose="020B0803050203000203" pitchFamily="34" charset="-78"/>
              <a:cs typeface="IBM Plex Sans Arabic" panose="020B0803050203000203" pitchFamily="34" charset="-78"/>
            </a:endParaRPr>
          </a:p>
        </p:txBody>
      </p:sp>
      <p:sp>
        <p:nvSpPr>
          <p:cNvPr id="11" name="Bentuk Bebas: Bentuk 67">
            <a:extLst>
              <a:ext uri="{FF2B5EF4-FFF2-40B4-BE49-F238E27FC236}">
                <a16:creationId xmlns:a16="http://schemas.microsoft.com/office/drawing/2014/main" id="{FCFBDE45-72A4-D08A-98D7-0C92C4BF8945}"/>
              </a:ext>
            </a:extLst>
          </p:cNvPr>
          <p:cNvSpPr/>
          <p:nvPr/>
        </p:nvSpPr>
        <p:spPr>
          <a:xfrm flipH="1">
            <a:off x="1049982" y="337159"/>
            <a:ext cx="5046018" cy="320065"/>
          </a:xfrm>
          <a:custGeom>
            <a:avLst/>
            <a:gdLst>
              <a:gd name="connsiteX0" fmla="*/ 0 w 5036883"/>
              <a:gd name="connsiteY0" fmla="*/ 0 h 224726"/>
              <a:gd name="connsiteX1" fmla="*/ 0 w 5036883"/>
              <a:gd name="connsiteY1" fmla="*/ 224727 h 224726"/>
              <a:gd name="connsiteX2" fmla="*/ 4812157 w 5036883"/>
              <a:gd name="connsiteY2" fmla="*/ 224727 h 224726"/>
              <a:gd name="connsiteX3" fmla="*/ 5036884 w 5036883"/>
              <a:gd name="connsiteY3" fmla="*/ 0 h 224726"/>
              <a:gd name="connsiteX4" fmla="*/ 4812157 w 5036883"/>
              <a:gd name="connsiteY4" fmla="*/ 0 h 2247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036883" h="224726">
                <a:moveTo>
                  <a:pt x="0" y="0"/>
                </a:moveTo>
                <a:lnTo>
                  <a:pt x="0" y="224727"/>
                </a:lnTo>
                <a:lnTo>
                  <a:pt x="4812157" y="224727"/>
                </a:lnTo>
                <a:lnTo>
                  <a:pt x="5036884" y="0"/>
                </a:lnTo>
                <a:lnTo>
                  <a:pt x="4812157" y="0"/>
                </a:lnTo>
                <a:close/>
              </a:path>
            </a:pathLst>
          </a:custGeom>
          <a:solidFill>
            <a:schemeClr val="accent1"/>
          </a:solidFill>
          <a:ln w="6347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r" defTabSz="91440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0" cap="none" spc="0" normalizeH="0" baseline="0" noProof="0" dirty="0">
              <a:ln>
                <a:noFill/>
              </a:ln>
              <a:solidFill>
                <a:schemeClr val="accent5"/>
              </a:solidFill>
              <a:effectLst/>
              <a:uLnTx/>
              <a:uFillTx/>
            </a:endParaRPr>
          </a:p>
        </p:txBody>
      </p:sp>
      <p:sp>
        <p:nvSpPr>
          <p:cNvPr id="12" name="Freeform 11">
            <a:extLst>
              <a:ext uri="{FF2B5EF4-FFF2-40B4-BE49-F238E27FC236}">
                <a16:creationId xmlns:a16="http://schemas.microsoft.com/office/drawing/2014/main" id="{6EB55C67-54A8-A4C4-EABC-0AD9D2F9C4E3}"/>
              </a:ext>
            </a:extLst>
          </p:cNvPr>
          <p:cNvSpPr/>
          <p:nvPr/>
        </p:nvSpPr>
        <p:spPr>
          <a:xfrm>
            <a:off x="608171" y="327757"/>
            <a:ext cx="340276" cy="338868"/>
          </a:xfrm>
          <a:custGeom>
            <a:avLst/>
            <a:gdLst>
              <a:gd name="connsiteX0" fmla="*/ 154795 w 440381"/>
              <a:gd name="connsiteY0" fmla="*/ 7155 h 438559"/>
              <a:gd name="connsiteX1" fmla="*/ 153489 w 440381"/>
              <a:gd name="connsiteY1" fmla="*/ 7155 h 438559"/>
              <a:gd name="connsiteX2" fmla="*/ 151529 w 440381"/>
              <a:gd name="connsiteY2" fmla="*/ 7155 h 438559"/>
              <a:gd name="connsiteX3" fmla="*/ 148917 w 440381"/>
              <a:gd name="connsiteY3" fmla="*/ 7805 h 438559"/>
              <a:gd name="connsiteX4" fmla="*/ 146957 w 440381"/>
              <a:gd name="connsiteY4" fmla="*/ 8456 h 438559"/>
              <a:gd name="connsiteX5" fmla="*/ 144998 w 440381"/>
              <a:gd name="connsiteY5" fmla="*/ 9757 h 438559"/>
              <a:gd name="connsiteX6" fmla="*/ 144345 w 440381"/>
              <a:gd name="connsiteY6" fmla="*/ 10407 h 438559"/>
              <a:gd name="connsiteX7" fmla="*/ 11103 w 440381"/>
              <a:gd name="connsiteY7" fmla="*/ 143097 h 438559"/>
              <a:gd name="connsiteX8" fmla="*/ 10450 w 440381"/>
              <a:gd name="connsiteY8" fmla="*/ 143747 h 438559"/>
              <a:gd name="connsiteX9" fmla="*/ 9144 w 440381"/>
              <a:gd name="connsiteY9" fmla="*/ 145699 h 438559"/>
              <a:gd name="connsiteX10" fmla="*/ 8491 w 440381"/>
              <a:gd name="connsiteY10" fmla="*/ 147650 h 438559"/>
              <a:gd name="connsiteX11" fmla="*/ 7838 w 440381"/>
              <a:gd name="connsiteY11" fmla="*/ 150252 h 438559"/>
              <a:gd name="connsiteX12" fmla="*/ 7838 w 440381"/>
              <a:gd name="connsiteY12" fmla="*/ 152203 h 438559"/>
              <a:gd name="connsiteX13" fmla="*/ 7838 w 440381"/>
              <a:gd name="connsiteY13" fmla="*/ 153504 h 438559"/>
              <a:gd name="connsiteX14" fmla="*/ 0 w 440381"/>
              <a:gd name="connsiteY14" fmla="*/ 373353 h 438559"/>
              <a:gd name="connsiteX15" fmla="*/ 13063 w 440381"/>
              <a:gd name="connsiteY15" fmla="*/ 381809 h 438559"/>
              <a:gd name="connsiteX16" fmla="*/ 85562 w 440381"/>
              <a:gd name="connsiteY16" fmla="*/ 366198 h 438559"/>
              <a:gd name="connsiteX17" fmla="*/ 94053 w 440381"/>
              <a:gd name="connsiteY17" fmla="*/ 353189 h 438559"/>
              <a:gd name="connsiteX18" fmla="*/ 111687 w 440381"/>
              <a:gd name="connsiteY18" fmla="*/ 178871 h 438559"/>
              <a:gd name="connsiteX19" fmla="*/ 111687 w 440381"/>
              <a:gd name="connsiteY19" fmla="*/ 178871 h 438559"/>
              <a:gd name="connsiteX20" fmla="*/ 369026 w 440381"/>
              <a:gd name="connsiteY20" fmla="*/ 435145 h 438559"/>
              <a:gd name="connsiteX21" fmla="*/ 384701 w 440381"/>
              <a:gd name="connsiteY21" fmla="*/ 435145 h 438559"/>
              <a:gd name="connsiteX22" fmla="*/ 436953 w 440381"/>
              <a:gd name="connsiteY22" fmla="*/ 383110 h 438559"/>
              <a:gd name="connsiteX23" fmla="*/ 436953 w 440381"/>
              <a:gd name="connsiteY23" fmla="*/ 367499 h 438559"/>
              <a:gd name="connsiteX24" fmla="*/ 179614 w 440381"/>
              <a:gd name="connsiteY24" fmla="*/ 110575 h 438559"/>
              <a:gd name="connsiteX25" fmla="*/ 179614 w 440381"/>
              <a:gd name="connsiteY25" fmla="*/ 110575 h 438559"/>
              <a:gd name="connsiteX26" fmla="*/ 354003 w 440381"/>
              <a:gd name="connsiteY26" fmla="*/ 93663 h 438559"/>
              <a:gd name="connsiteX27" fmla="*/ 367066 w 440381"/>
              <a:gd name="connsiteY27" fmla="*/ 85208 h 438559"/>
              <a:gd name="connsiteX28" fmla="*/ 382742 w 440381"/>
              <a:gd name="connsiteY28" fmla="*/ 13009 h 438559"/>
              <a:gd name="connsiteX29" fmla="*/ 374251 w 440381"/>
              <a:gd name="connsiteY29" fmla="*/ 0 h 438559"/>
              <a:gd name="connsiteX30" fmla="*/ 154795 w 440381"/>
              <a:gd name="connsiteY30" fmla="*/ 7155 h 4385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440381" h="438559">
                <a:moveTo>
                  <a:pt x="154795" y="7155"/>
                </a:moveTo>
                <a:cubicBezTo>
                  <a:pt x="154142" y="7155"/>
                  <a:pt x="154142" y="7155"/>
                  <a:pt x="153489" y="7155"/>
                </a:cubicBezTo>
                <a:cubicBezTo>
                  <a:pt x="152835" y="7155"/>
                  <a:pt x="152182" y="7155"/>
                  <a:pt x="151529" y="7155"/>
                </a:cubicBezTo>
                <a:cubicBezTo>
                  <a:pt x="150223" y="7805"/>
                  <a:pt x="149570" y="7805"/>
                  <a:pt x="148917" y="7805"/>
                </a:cubicBezTo>
                <a:cubicBezTo>
                  <a:pt x="148263" y="7805"/>
                  <a:pt x="147610" y="8456"/>
                  <a:pt x="146957" y="8456"/>
                </a:cubicBezTo>
                <a:cubicBezTo>
                  <a:pt x="146304" y="9106"/>
                  <a:pt x="145651" y="9106"/>
                  <a:pt x="144998" y="9757"/>
                </a:cubicBezTo>
                <a:cubicBezTo>
                  <a:pt x="144998" y="9757"/>
                  <a:pt x="144345" y="10407"/>
                  <a:pt x="144345" y="10407"/>
                </a:cubicBezTo>
                <a:lnTo>
                  <a:pt x="11103" y="143097"/>
                </a:lnTo>
                <a:cubicBezTo>
                  <a:pt x="11103" y="143097"/>
                  <a:pt x="10450" y="143747"/>
                  <a:pt x="10450" y="143747"/>
                </a:cubicBezTo>
                <a:cubicBezTo>
                  <a:pt x="9797" y="144398"/>
                  <a:pt x="9797" y="145048"/>
                  <a:pt x="9144" y="145699"/>
                </a:cubicBezTo>
                <a:cubicBezTo>
                  <a:pt x="9144" y="146349"/>
                  <a:pt x="8491" y="147000"/>
                  <a:pt x="8491" y="147650"/>
                </a:cubicBezTo>
                <a:cubicBezTo>
                  <a:pt x="8491" y="148301"/>
                  <a:pt x="7838" y="148951"/>
                  <a:pt x="7838" y="150252"/>
                </a:cubicBezTo>
                <a:cubicBezTo>
                  <a:pt x="7838" y="150902"/>
                  <a:pt x="7838" y="151553"/>
                  <a:pt x="7838" y="152203"/>
                </a:cubicBezTo>
                <a:cubicBezTo>
                  <a:pt x="7838" y="152854"/>
                  <a:pt x="7838" y="152854"/>
                  <a:pt x="7838" y="153504"/>
                </a:cubicBezTo>
                <a:lnTo>
                  <a:pt x="0" y="373353"/>
                </a:lnTo>
                <a:cubicBezTo>
                  <a:pt x="1306" y="379207"/>
                  <a:pt x="7185" y="383110"/>
                  <a:pt x="13063" y="381809"/>
                </a:cubicBezTo>
                <a:lnTo>
                  <a:pt x="85562" y="366198"/>
                </a:lnTo>
                <a:cubicBezTo>
                  <a:pt x="91440" y="364897"/>
                  <a:pt x="95359" y="359043"/>
                  <a:pt x="94053" y="353189"/>
                </a:cubicBezTo>
                <a:lnTo>
                  <a:pt x="111687" y="178871"/>
                </a:lnTo>
                <a:lnTo>
                  <a:pt x="111687" y="178871"/>
                </a:lnTo>
                <a:lnTo>
                  <a:pt x="369026" y="435145"/>
                </a:lnTo>
                <a:cubicBezTo>
                  <a:pt x="373598" y="439698"/>
                  <a:pt x="380129" y="439698"/>
                  <a:pt x="384701" y="435145"/>
                </a:cubicBezTo>
                <a:lnTo>
                  <a:pt x="436953" y="383110"/>
                </a:lnTo>
                <a:cubicBezTo>
                  <a:pt x="441525" y="378557"/>
                  <a:pt x="441525" y="372052"/>
                  <a:pt x="436953" y="367499"/>
                </a:cubicBezTo>
                <a:lnTo>
                  <a:pt x="179614" y="110575"/>
                </a:lnTo>
                <a:lnTo>
                  <a:pt x="179614" y="110575"/>
                </a:lnTo>
                <a:lnTo>
                  <a:pt x="354003" y="93663"/>
                </a:lnTo>
                <a:cubicBezTo>
                  <a:pt x="359882" y="94964"/>
                  <a:pt x="365760" y="91062"/>
                  <a:pt x="367066" y="85208"/>
                </a:cubicBezTo>
                <a:lnTo>
                  <a:pt x="382742" y="13009"/>
                </a:lnTo>
                <a:cubicBezTo>
                  <a:pt x="384048" y="7155"/>
                  <a:pt x="380129" y="1301"/>
                  <a:pt x="374251" y="0"/>
                </a:cubicBezTo>
                <a:lnTo>
                  <a:pt x="154795" y="7155"/>
                </a:lnTo>
                <a:close/>
              </a:path>
            </a:pathLst>
          </a:custGeom>
          <a:solidFill>
            <a:schemeClr val="accent1"/>
          </a:solidFill>
          <a:ln w="6531" cap="flat">
            <a:noFill/>
            <a:prstDash val="solid"/>
            <a:miter/>
          </a:ln>
        </p:spPr>
        <p:txBody>
          <a:bodyPr rtlCol="0" anchor="ctr"/>
          <a:lstStyle/>
          <a:p>
            <a:endParaRPr lang="en-SA">
              <a:solidFill>
                <a:schemeClr val="accent5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34680916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Picture Placeholder 29">
            <a:extLst>
              <a:ext uri="{FF2B5EF4-FFF2-40B4-BE49-F238E27FC236}">
                <a16:creationId xmlns:a16="http://schemas.microsoft.com/office/drawing/2014/main" id="{E1D337B0-2A18-0544-83DF-567BD5F79CCE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pattFill prst="pct20">
            <a:fgClr>
              <a:schemeClr val="tx2"/>
            </a:fgClr>
            <a:bgClr>
              <a:schemeClr val="bg1"/>
            </a:bgClr>
          </a:pattFill>
        </p:spPr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5AF496CD-3DDF-AD54-27C1-3792062BAF8E}"/>
              </a:ext>
            </a:extLst>
          </p:cNvPr>
          <p:cNvSpPr txBox="1"/>
          <p:nvPr/>
        </p:nvSpPr>
        <p:spPr>
          <a:xfrm>
            <a:off x="6096000" y="2590795"/>
            <a:ext cx="4189571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 rtl="1"/>
            <a:r>
              <a:rPr lang="ar-SA" sz="2400" b="1" dirty="0">
                <a:solidFill>
                  <a:schemeClr val="accent4"/>
                </a:solidFill>
                <a:latin typeface="RB" pitchFamily="2" charset="-78"/>
                <a:cs typeface="RB" pitchFamily="2" charset="-78"/>
              </a:rPr>
              <a:t>عنوان فرعي</a:t>
            </a:r>
            <a:endParaRPr lang="en-SA" sz="2400" b="1" dirty="0">
              <a:solidFill>
                <a:schemeClr val="accent4"/>
              </a:solidFill>
              <a:latin typeface="RB" pitchFamily="2" charset="-78"/>
              <a:cs typeface="RB" pitchFamily="2" charset="-78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7C360AB9-BCBB-02B9-4F82-CBD508B3345D}"/>
              </a:ext>
            </a:extLst>
          </p:cNvPr>
          <p:cNvSpPr txBox="1"/>
          <p:nvPr/>
        </p:nvSpPr>
        <p:spPr>
          <a:xfrm>
            <a:off x="6723724" y="3038502"/>
            <a:ext cx="3682163" cy="138499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50800" algn="justLow" rtl="1">
              <a:spcBef>
                <a:spcPts val="1000"/>
              </a:spcBef>
              <a:buClr>
                <a:schemeClr val="dk2"/>
              </a:buClr>
              <a:buSzPts val="2800"/>
            </a:pPr>
            <a:r>
              <a:rPr lang="ar-SA" sz="1400" u="none" strike="noStrike" cap="none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 </a:t>
            </a:r>
            <a:r>
              <a:rPr lang="ar-SA" sz="1400" u="none" strike="noStrike" cap="none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</a:t>
            </a:r>
            <a:endParaRPr lang="ar-SA" sz="1400" u="none" strike="noStrike" cap="none" dirty="0">
              <a:solidFill>
                <a:schemeClr val="bg1"/>
              </a:solidFill>
              <a:latin typeface="Tajawal" pitchFamily="2" charset="-78"/>
              <a:ea typeface="Readex Pro Deca"/>
              <a:cs typeface="Tajawal" pitchFamily="2" charset="-78"/>
              <a:sym typeface="Readex Pro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31003DB9-0F32-1D16-F414-67B7306C4F4F}"/>
              </a:ext>
            </a:extLst>
          </p:cNvPr>
          <p:cNvSpPr txBox="1"/>
          <p:nvPr/>
        </p:nvSpPr>
        <p:spPr>
          <a:xfrm>
            <a:off x="6096000" y="4767485"/>
            <a:ext cx="4189571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 rtl="1"/>
            <a:r>
              <a:rPr lang="ar-SA" sz="2400" b="1" dirty="0">
                <a:solidFill>
                  <a:schemeClr val="accent4"/>
                </a:solidFill>
                <a:latin typeface="RB" pitchFamily="2" charset="-78"/>
                <a:cs typeface="RB" pitchFamily="2" charset="-78"/>
              </a:rPr>
              <a:t>عنوان فرعي</a:t>
            </a:r>
            <a:endParaRPr lang="en-SA" sz="2400" b="1" dirty="0">
              <a:solidFill>
                <a:schemeClr val="accent4"/>
              </a:solidFill>
              <a:latin typeface="RB" pitchFamily="2" charset="-78"/>
              <a:cs typeface="RB" pitchFamily="2" charset="-78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A8F6B072-5C8C-DB75-77A5-AECCDD4ED7B6}"/>
              </a:ext>
            </a:extLst>
          </p:cNvPr>
          <p:cNvSpPr txBox="1"/>
          <p:nvPr/>
        </p:nvSpPr>
        <p:spPr>
          <a:xfrm>
            <a:off x="6723724" y="5215192"/>
            <a:ext cx="3682163" cy="138499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50800" algn="justLow" rtl="1">
              <a:spcBef>
                <a:spcPts val="1000"/>
              </a:spcBef>
              <a:buClr>
                <a:schemeClr val="dk2"/>
              </a:buClr>
              <a:buSzPts val="2800"/>
            </a:pPr>
            <a:r>
              <a:rPr lang="ar-SA" sz="1400" u="none" strike="noStrike" cap="none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 </a:t>
            </a:r>
            <a:r>
              <a:rPr lang="ar-SA" sz="1400" u="none" strike="noStrike" cap="none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</a:t>
            </a:r>
            <a:endParaRPr lang="ar-SA" sz="1400" u="none" strike="noStrike" cap="none" dirty="0">
              <a:solidFill>
                <a:schemeClr val="bg1"/>
              </a:solidFill>
              <a:latin typeface="Tajawal" pitchFamily="2" charset="-78"/>
              <a:ea typeface="Readex Pro Deca"/>
              <a:cs typeface="Tajawal" pitchFamily="2" charset="-78"/>
              <a:sym typeface="Readex Pro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C191A96C-A98C-1E0B-B908-58F186AC272A}"/>
              </a:ext>
            </a:extLst>
          </p:cNvPr>
          <p:cNvSpPr txBox="1"/>
          <p:nvPr/>
        </p:nvSpPr>
        <p:spPr>
          <a:xfrm>
            <a:off x="6252660" y="657225"/>
            <a:ext cx="5486400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 rtl="1"/>
            <a:r>
              <a:rPr lang="ar-SA" sz="3200" dirty="0">
                <a:solidFill>
                  <a:schemeClr val="bg1"/>
                </a:solidFill>
                <a:latin typeface="IBM Plex Sans Arabic" panose="020B0803050203000203" pitchFamily="34" charset="-78"/>
                <a:cs typeface="IBM Plex Sans Arabic" panose="020B0803050203000203" pitchFamily="34" charset="-78"/>
              </a:rPr>
              <a:t>عنوان رئيسي </a:t>
            </a:r>
            <a:endParaRPr lang="en-SA" sz="3200" dirty="0">
              <a:solidFill>
                <a:schemeClr val="bg1"/>
              </a:solidFill>
              <a:latin typeface="IBM Plex Sans Arabic" panose="020B0803050203000203" pitchFamily="34" charset="-78"/>
              <a:cs typeface="IBM Plex Sans Arabic" panose="020B0803050203000203" pitchFamily="34" charset="-78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A7AA7B40-2A10-C59E-B958-3B1F99843C80}"/>
              </a:ext>
            </a:extLst>
          </p:cNvPr>
          <p:cNvSpPr txBox="1"/>
          <p:nvPr/>
        </p:nvSpPr>
        <p:spPr>
          <a:xfrm>
            <a:off x="6703298" y="1286745"/>
            <a:ext cx="5035762" cy="95410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50800" algn="justLow" rtl="1">
              <a:spcBef>
                <a:spcPts val="1000"/>
              </a:spcBef>
              <a:buClr>
                <a:schemeClr val="dk2"/>
              </a:buClr>
              <a:buSzPts val="2800"/>
            </a:pPr>
            <a:r>
              <a:rPr lang="ar-SA" sz="1400" u="none" strike="noStrike" cap="none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 </a:t>
            </a:r>
            <a:r>
              <a:rPr lang="ar-SA" sz="1400" u="none" strike="noStrike" cap="none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</a:t>
            </a:r>
            <a:endParaRPr lang="ar-SA" sz="1400" u="none" strike="noStrike" cap="none" dirty="0">
              <a:solidFill>
                <a:schemeClr val="bg1"/>
              </a:solidFill>
              <a:latin typeface="Tajawal" pitchFamily="2" charset="-78"/>
              <a:ea typeface="Readex Pro Deca"/>
              <a:cs typeface="Tajawal" pitchFamily="2" charset="-78"/>
              <a:sym typeface="Readex Pro"/>
            </a:endParaRPr>
          </a:p>
        </p:txBody>
      </p:sp>
      <p:sp>
        <p:nvSpPr>
          <p:cNvPr id="8" name="Freeform 7">
            <a:extLst>
              <a:ext uri="{FF2B5EF4-FFF2-40B4-BE49-F238E27FC236}">
                <a16:creationId xmlns:a16="http://schemas.microsoft.com/office/drawing/2014/main" id="{D596EE7F-7792-804B-262B-BEF6E8B49944}"/>
              </a:ext>
            </a:extLst>
          </p:cNvPr>
          <p:cNvSpPr/>
          <p:nvPr/>
        </p:nvSpPr>
        <p:spPr>
          <a:xfrm flipH="1">
            <a:off x="10617697" y="2586629"/>
            <a:ext cx="376728" cy="377196"/>
          </a:xfrm>
          <a:custGeom>
            <a:avLst/>
            <a:gdLst>
              <a:gd name="connsiteX0" fmla="*/ 825439 w 1762284"/>
              <a:gd name="connsiteY0" fmla="*/ 510669 h 1764475"/>
              <a:gd name="connsiteX1" fmla="*/ 825439 w 1762284"/>
              <a:gd name="connsiteY1" fmla="*/ 510669 h 1764475"/>
              <a:gd name="connsiteX2" fmla="*/ 1629005 w 1762284"/>
              <a:gd name="connsiteY2" fmla="*/ 432690 h 1764475"/>
              <a:gd name="connsiteX3" fmla="*/ 1689867 w 1762284"/>
              <a:gd name="connsiteY3" fmla="*/ 393700 h 1764475"/>
              <a:gd name="connsiteX4" fmla="*/ 1761189 w 1762284"/>
              <a:gd name="connsiteY4" fmla="*/ 60862 h 1764475"/>
              <a:gd name="connsiteX5" fmla="*/ 1722200 w 1762284"/>
              <a:gd name="connsiteY5" fmla="*/ 0 h 1764475"/>
              <a:gd name="connsiteX6" fmla="*/ 709421 w 1762284"/>
              <a:gd name="connsiteY6" fmla="*/ 32333 h 1764475"/>
              <a:gd name="connsiteX7" fmla="*/ 703715 w 1762284"/>
              <a:gd name="connsiteY7" fmla="*/ 32333 h 1764475"/>
              <a:gd name="connsiteX8" fmla="*/ 693254 w 1762284"/>
              <a:gd name="connsiteY8" fmla="*/ 32333 h 1764475"/>
              <a:gd name="connsiteX9" fmla="*/ 683745 w 1762284"/>
              <a:gd name="connsiteY9" fmla="*/ 34235 h 1764475"/>
              <a:gd name="connsiteX10" fmla="*/ 675186 w 1762284"/>
              <a:gd name="connsiteY10" fmla="*/ 38039 h 1764475"/>
              <a:gd name="connsiteX11" fmla="*/ 666627 w 1762284"/>
              <a:gd name="connsiteY11" fmla="*/ 43744 h 1764475"/>
              <a:gd name="connsiteX12" fmla="*/ 661873 w 1762284"/>
              <a:gd name="connsiteY12" fmla="*/ 46597 h 1764475"/>
              <a:gd name="connsiteX13" fmla="*/ 49450 w 1762284"/>
              <a:gd name="connsiteY13" fmla="*/ 659971 h 1764475"/>
              <a:gd name="connsiteX14" fmla="*/ 46597 w 1762284"/>
              <a:gd name="connsiteY14" fmla="*/ 664725 h 1764475"/>
              <a:gd name="connsiteX15" fmla="*/ 40892 w 1762284"/>
              <a:gd name="connsiteY15" fmla="*/ 674235 h 1764475"/>
              <a:gd name="connsiteX16" fmla="*/ 38039 w 1762284"/>
              <a:gd name="connsiteY16" fmla="*/ 681843 h 1764475"/>
              <a:gd name="connsiteX17" fmla="*/ 36137 w 1762284"/>
              <a:gd name="connsiteY17" fmla="*/ 693254 h 1764475"/>
              <a:gd name="connsiteX18" fmla="*/ 36137 w 1762284"/>
              <a:gd name="connsiteY18" fmla="*/ 701813 h 1764475"/>
              <a:gd name="connsiteX19" fmla="*/ 36137 w 1762284"/>
              <a:gd name="connsiteY19" fmla="*/ 708470 h 1764475"/>
              <a:gd name="connsiteX20" fmla="*/ 0 w 1762284"/>
              <a:gd name="connsiteY20" fmla="*/ 1724102 h 1764475"/>
              <a:gd name="connsiteX21" fmla="*/ 60862 w 1762284"/>
              <a:gd name="connsiteY21" fmla="*/ 1763091 h 1764475"/>
              <a:gd name="connsiteX22" fmla="*/ 393700 w 1762284"/>
              <a:gd name="connsiteY22" fmla="*/ 1691769 h 1764475"/>
              <a:gd name="connsiteX23" fmla="*/ 432690 w 1762284"/>
              <a:gd name="connsiteY23" fmla="*/ 1630907 h 1764475"/>
              <a:gd name="connsiteX24" fmla="*/ 513522 w 1762284"/>
              <a:gd name="connsiteY24" fmla="*/ 824488 h 1764475"/>
              <a:gd name="connsiteX25" fmla="*/ 513522 w 1762284"/>
              <a:gd name="connsiteY25" fmla="*/ 824488 h 1764475"/>
              <a:gd name="connsiteX26" fmla="*/ 825439 w 1762284"/>
              <a:gd name="connsiteY26" fmla="*/ 510669 h 17644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1762284" h="1764475">
                <a:moveTo>
                  <a:pt x="825439" y="510669"/>
                </a:moveTo>
                <a:lnTo>
                  <a:pt x="825439" y="510669"/>
                </a:lnTo>
                <a:lnTo>
                  <a:pt x="1629005" y="432690"/>
                </a:lnTo>
                <a:cubicBezTo>
                  <a:pt x="1656583" y="438395"/>
                  <a:pt x="1684161" y="421278"/>
                  <a:pt x="1689867" y="393700"/>
                </a:cubicBezTo>
                <a:lnTo>
                  <a:pt x="1761189" y="60862"/>
                </a:lnTo>
                <a:cubicBezTo>
                  <a:pt x="1766895" y="33284"/>
                  <a:pt x="1749778" y="5706"/>
                  <a:pt x="1722200" y="0"/>
                </a:cubicBezTo>
                <a:lnTo>
                  <a:pt x="709421" y="32333"/>
                </a:lnTo>
                <a:cubicBezTo>
                  <a:pt x="707519" y="32333"/>
                  <a:pt x="705617" y="32333"/>
                  <a:pt x="703715" y="32333"/>
                </a:cubicBezTo>
                <a:cubicBezTo>
                  <a:pt x="699911" y="32333"/>
                  <a:pt x="697058" y="32333"/>
                  <a:pt x="693254" y="32333"/>
                </a:cubicBezTo>
                <a:cubicBezTo>
                  <a:pt x="689451" y="32333"/>
                  <a:pt x="686598" y="33284"/>
                  <a:pt x="683745" y="34235"/>
                </a:cubicBezTo>
                <a:cubicBezTo>
                  <a:pt x="680892" y="35186"/>
                  <a:pt x="678039" y="36137"/>
                  <a:pt x="675186" y="38039"/>
                </a:cubicBezTo>
                <a:cubicBezTo>
                  <a:pt x="672333" y="39941"/>
                  <a:pt x="669480" y="41843"/>
                  <a:pt x="666627" y="43744"/>
                </a:cubicBezTo>
                <a:cubicBezTo>
                  <a:pt x="665676" y="44695"/>
                  <a:pt x="663774" y="45646"/>
                  <a:pt x="661873" y="46597"/>
                </a:cubicBezTo>
                <a:lnTo>
                  <a:pt x="49450" y="659971"/>
                </a:lnTo>
                <a:cubicBezTo>
                  <a:pt x="48499" y="660922"/>
                  <a:pt x="47548" y="662823"/>
                  <a:pt x="46597" y="664725"/>
                </a:cubicBezTo>
                <a:cubicBezTo>
                  <a:pt x="43744" y="667578"/>
                  <a:pt x="41843" y="670431"/>
                  <a:pt x="40892" y="674235"/>
                </a:cubicBezTo>
                <a:cubicBezTo>
                  <a:pt x="39941" y="677088"/>
                  <a:pt x="38990" y="678990"/>
                  <a:pt x="38039" y="681843"/>
                </a:cubicBezTo>
                <a:cubicBezTo>
                  <a:pt x="37088" y="685647"/>
                  <a:pt x="36137" y="689451"/>
                  <a:pt x="36137" y="693254"/>
                </a:cubicBezTo>
                <a:cubicBezTo>
                  <a:pt x="36137" y="696107"/>
                  <a:pt x="36137" y="698960"/>
                  <a:pt x="36137" y="701813"/>
                </a:cubicBezTo>
                <a:cubicBezTo>
                  <a:pt x="36137" y="703715"/>
                  <a:pt x="36137" y="706568"/>
                  <a:pt x="36137" y="708470"/>
                </a:cubicBezTo>
                <a:lnTo>
                  <a:pt x="0" y="1724102"/>
                </a:lnTo>
                <a:cubicBezTo>
                  <a:pt x="5706" y="1751680"/>
                  <a:pt x="33284" y="1769748"/>
                  <a:pt x="60862" y="1763091"/>
                </a:cubicBezTo>
                <a:lnTo>
                  <a:pt x="393700" y="1691769"/>
                </a:lnTo>
                <a:cubicBezTo>
                  <a:pt x="421278" y="1686063"/>
                  <a:pt x="439346" y="1658485"/>
                  <a:pt x="432690" y="1630907"/>
                </a:cubicBezTo>
                <a:lnTo>
                  <a:pt x="513522" y="824488"/>
                </a:lnTo>
                <a:lnTo>
                  <a:pt x="513522" y="824488"/>
                </a:lnTo>
                <a:lnTo>
                  <a:pt x="825439" y="510669"/>
                </a:lnTo>
                <a:close/>
              </a:path>
            </a:pathLst>
          </a:custGeom>
          <a:solidFill>
            <a:schemeClr val="accent2"/>
          </a:solidFill>
          <a:ln w="9479" cap="flat">
            <a:noFill/>
            <a:prstDash val="solid"/>
            <a:miter/>
          </a:ln>
        </p:spPr>
        <p:txBody>
          <a:bodyPr rtlCol="0" anchor="ctr"/>
          <a:lstStyle/>
          <a:p>
            <a:endParaRPr lang="en-SA">
              <a:solidFill>
                <a:schemeClr val="accent1"/>
              </a:solidFill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943745CA-E3E3-3731-8CD8-4FF05E9FEB41}"/>
              </a:ext>
            </a:extLst>
          </p:cNvPr>
          <p:cNvSpPr txBox="1"/>
          <p:nvPr/>
        </p:nvSpPr>
        <p:spPr>
          <a:xfrm>
            <a:off x="10073619" y="2629963"/>
            <a:ext cx="83487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 rtl="1"/>
            <a:r>
              <a:rPr lang="en-US" sz="2400" dirty="0">
                <a:solidFill>
                  <a:schemeClr val="bg1"/>
                </a:solidFill>
                <a:latin typeface="IBM Plex Sans Arabic" panose="020B0803050203000203" pitchFamily="34" charset="-78"/>
                <a:cs typeface="IBM Plex Sans Arabic" panose="020B0803050203000203" pitchFamily="34" charset="-78"/>
              </a:rPr>
              <a:t>01</a:t>
            </a:r>
            <a:endParaRPr lang="en-SA" sz="2400" dirty="0">
              <a:solidFill>
                <a:schemeClr val="bg1"/>
              </a:solidFill>
              <a:latin typeface="IBM Plex Sans Arabic" panose="020B0803050203000203" pitchFamily="34" charset="-78"/>
              <a:cs typeface="IBM Plex Sans Arabic" panose="020B0803050203000203" pitchFamily="34" charset="-78"/>
            </a:endParaRPr>
          </a:p>
        </p:txBody>
      </p:sp>
      <p:sp>
        <p:nvSpPr>
          <p:cNvPr id="10" name="Freeform 9">
            <a:extLst>
              <a:ext uri="{FF2B5EF4-FFF2-40B4-BE49-F238E27FC236}">
                <a16:creationId xmlns:a16="http://schemas.microsoft.com/office/drawing/2014/main" id="{71268EB1-1460-72B8-10D5-0116827EB1F0}"/>
              </a:ext>
            </a:extLst>
          </p:cNvPr>
          <p:cNvSpPr/>
          <p:nvPr/>
        </p:nvSpPr>
        <p:spPr>
          <a:xfrm flipH="1">
            <a:off x="10617697" y="4774658"/>
            <a:ext cx="376728" cy="377196"/>
          </a:xfrm>
          <a:custGeom>
            <a:avLst/>
            <a:gdLst>
              <a:gd name="connsiteX0" fmla="*/ 825439 w 1762284"/>
              <a:gd name="connsiteY0" fmla="*/ 510669 h 1764475"/>
              <a:gd name="connsiteX1" fmla="*/ 825439 w 1762284"/>
              <a:gd name="connsiteY1" fmla="*/ 510669 h 1764475"/>
              <a:gd name="connsiteX2" fmla="*/ 1629005 w 1762284"/>
              <a:gd name="connsiteY2" fmla="*/ 432690 h 1764475"/>
              <a:gd name="connsiteX3" fmla="*/ 1689867 w 1762284"/>
              <a:gd name="connsiteY3" fmla="*/ 393700 h 1764475"/>
              <a:gd name="connsiteX4" fmla="*/ 1761189 w 1762284"/>
              <a:gd name="connsiteY4" fmla="*/ 60862 h 1764475"/>
              <a:gd name="connsiteX5" fmla="*/ 1722200 w 1762284"/>
              <a:gd name="connsiteY5" fmla="*/ 0 h 1764475"/>
              <a:gd name="connsiteX6" fmla="*/ 709421 w 1762284"/>
              <a:gd name="connsiteY6" fmla="*/ 32333 h 1764475"/>
              <a:gd name="connsiteX7" fmla="*/ 703715 w 1762284"/>
              <a:gd name="connsiteY7" fmla="*/ 32333 h 1764475"/>
              <a:gd name="connsiteX8" fmla="*/ 693254 w 1762284"/>
              <a:gd name="connsiteY8" fmla="*/ 32333 h 1764475"/>
              <a:gd name="connsiteX9" fmla="*/ 683745 w 1762284"/>
              <a:gd name="connsiteY9" fmla="*/ 34235 h 1764475"/>
              <a:gd name="connsiteX10" fmla="*/ 675186 w 1762284"/>
              <a:gd name="connsiteY10" fmla="*/ 38039 h 1764475"/>
              <a:gd name="connsiteX11" fmla="*/ 666627 w 1762284"/>
              <a:gd name="connsiteY11" fmla="*/ 43744 h 1764475"/>
              <a:gd name="connsiteX12" fmla="*/ 661873 w 1762284"/>
              <a:gd name="connsiteY12" fmla="*/ 46597 h 1764475"/>
              <a:gd name="connsiteX13" fmla="*/ 49450 w 1762284"/>
              <a:gd name="connsiteY13" fmla="*/ 659971 h 1764475"/>
              <a:gd name="connsiteX14" fmla="*/ 46597 w 1762284"/>
              <a:gd name="connsiteY14" fmla="*/ 664725 h 1764475"/>
              <a:gd name="connsiteX15" fmla="*/ 40892 w 1762284"/>
              <a:gd name="connsiteY15" fmla="*/ 674235 h 1764475"/>
              <a:gd name="connsiteX16" fmla="*/ 38039 w 1762284"/>
              <a:gd name="connsiteY16" fmla="*/ 681843 h 1764475"/>
              <a:gd name="connsiteX17" fmla="*/ 36137 w 1762284"/>
              <a:gd name="connsiteY17" fmla="*/ 693254 h 1764475"/>
              <a:gd name="connsiteX18" fmla="*/ 36137 w 1762284"/>
              <a:gd name="connsiteY18" fmla="*/ 701813 h 1764475"/>
              <a:gd name="connsiteX19" fmla="*/ 36137 w 1762284"/>
              <a:gd name="connsiteY19" fmla="*/ 708470 h 1764475"/>
              <a:gd name="connsiteX20" fmla="*/ 0 w 1762284"/>
              <a:gd name="connsiteY20" fmla="*/ 1724102 h 1764475"/>
              <a:gd name="connsiteX21" fmla="*/ 60862 w 1762284"/>
              <a:gd name="connsiteY21" fmla="*/ 1763091 h 1764475"/>
              <a:gd name="connsiteX22" fmla="*/ 393700 w 1762284"/>
              <a:gd name="connsiteY22" fmla="*/ 1691769 h 1764475"/>
              <a:gd name="connsiteX23" fmla="*/ 432690 w 1762284"/>
              <a:gd name="connsiteY23" fmla="*/ 1630907 h 1764475"/>
              <a:gd name="connsiteX24" fmla="*/ 513522 w 1762284"/>
              <a:gd name="connsiteY24" fmla="*/ 824488 h 1764475"/>
              <a:gd name="connsiteX25" fmla="*/ 513522 w 1762284"/>
              <a:gd name="connsiteY25" fmla="*/ 824488 h 1764475"/>
              <a:gd name="connsiteX26" fmla="*/ 825439 w 1762284"/>
              <a:gd name="connsiteY26" fmla="*/ 510669 h 17644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1762284" h="1764475">
                <a:moveTo>
                  <a:pt x="825439" y="510669"/>
                </a:moveTo>
                <a:lnTo>
                  <a:pt x="825439" y="510669"/>
                </a:lnTo>
                <a:lnTo>
                  <a:pt x="1629005" y="432690"/>
                </a:lnTo>
                <a:cubicBezTo>
                  <a:pt x="1656583" y="438395"/>
                  <a:pt x="1684161" y="421278"/>
                  <a:pt x="1689867" y="393700"/>
                </a:cubicBezTo>
                <a:lnTo>
                  <a:pt x="1761189" y="60862"/>
                </a:lnTo>
                <a:cubicBezTo>
                  <a:pt x="1766895" y="33284"/>
                  <a:pt x="1749778" y="5706"/>
                  <a:pt x="1722200" y="0"/>
                </a:cubicBezTo>
                <a:lnTo>
                  <a:pt x="709421" y="32333"/>
                </a:lnTo>
                <a:cubicBezTo>
                  <a:pt x="707519" y="32333"/>
                  <a:pt x="705617" y="32333"/>
                  <a:pt x="703715" y="32333"/>
                </a:cubicBezTo>
                <a:cubicBezTo>
                  <a:pt x="699911" y="32333"/>
                  <a:pt x="697058" y="32333"/>
                  <a:pt x="693254" y="32333"/>
                </a:cubicBezTo>
                <a:cubicBezTo>
                  <a:pt x="689451" y="32333"/>
                  <a:pt x="686598" y="33284"/>
                  <a:pt x="683745" y="34235"/>
                </a:cubicBezTo>
                <a:cubicBezTo>
                  <a:pt x="680892" y="35186"/>
                  <a:pt x="678039" y="36137"/>
                  <a:pt x="675186" y="38039"/>
                </a:cubicBezTo>
                <a:cubicBezTo>
                  <a:pt x="672333" y="39941"/>
                  <a:pt x="669480" y="41843"/>
                  <a:pt x="666627" y="43744"/>
                </a:cubicBezTo>
                <a:cubicBezTo>
                  <a:pt x="665676" y="44695"/>
                  <a:pt x="663774" y="45646"/>
                  <a:pt x="661873" y="46597"/>
                </a:cubicBezTo>
                <a:lnTo>
                  <a:pt x="49450" y="659971"/>
                </a:lnTo>
                <a:cubicBezTo>
                  <a:pt x="48499" y="660922"/>
                  <a:pt x="47548" y="662823"/>
                  <a:pt x="46597" y="664725"/>
                </a:cubicBezTo>
                <a:cubicBezTo>
                  <a:pt x="43744" y="667578"/>
                  <a:pt x="41843" y="670431"/>
                  <a:pt x="40892" y="674235"/>
                </a:cubicBezTo>
                <a:cubicBezTo>
                  <a:pt x="39941" y="677088"/>
                  <a:pt x="38990" y="678990"/>
                  <a:pt x="38039" y="681843"/>
                </a:cubicBezTo>
                <a:cubicBezTo>
                  <a:pt x="37088" y="685647"/>
                  <a:pt x="36137" y="689451"/>
                  <a:pt x="36137" y="693254"/>
                </a:cubicBezTo>
                <a:cubicBezTo>
                  <a:pt x="36137" y="696107"/>
                  <a:pt x="36137" y="698960"/>
                  <a:pt x="36137" y="701813"/>
                </a:cubicBezTo>
                <a:cubicBezTo>
                  <a:pt x="36137" y="703715"/>
                  <a:pt x="36137" y="706568"/>
                  <a:pt x="36137" y="708470"/>
                </a:cubicBezTo>
                <a:lnTo>
                  <a:pt x="0" y="1724102"/>
                </a:lnTo>
                <a:cubicBezTo>
                  <a:pt x="5706" y="1751680"/>
                  <a:pt x="33284" y="1769748"/>
                  <a:pt x="60862" y="1763091"/>
                </a:cubicBezTo>
                <a:lnTo>
                  <a:pt x="393700" y="1691769"/>
                </a:lnTo>
                <a:cubicBezTo>
                  <a:pt x="421278" y="1686063"/>
                  <a:pt x="439346" y="1658485"/>
                  <a:pt x="432690" y="1630907"/>
                </a:cubicBezTo>
                <a:lnTo>
                  <a:pt x="513522" y="824488"/>
                </a:lnTo>
                <a:lnTo>
                  <a:pt x="513522" y="824488"/>
                </a:lnTo>
                <a:lnTo>
                  <a:pt x="825439" y="510669"/>
                </a:lnTo>
                <a:close/>
              </a:path>
            </a:pathLst>
          </a:custGeom>
          <a:solidFill>
            <a:schemeClr val="accent2"/>
          </a:solidFill>
          <a:ln w="9479" cap="flat">
            <a:noFill/>
            <a:prstDash val="solid"/>
            <a:miter/>
          </a:ln>
        </p:spPr>
        <p:txBody>
          <a:bodyPr rtlCol="0" anchor="ctr"/>
          <a:lstStyle/>
          <a:p>
            <a:endParaRPr lang="en-SA">
              <a:solidFill>
                <a:schemeClr val="accent1"/>
              </a:solidFill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8100A224-8F48-8378-5B52-DAAE8950D255}"/>
              </a:ext>
            </a:extLst>
          </p:cNvPr>
          <p:cNvSpPr txBox="1"/>
          <p:nvPr/>
        </p:nvSpPr>
        <p:spPr>
          <a:xfrm>
            <a:off x="10073619" y="4817992"/>
            <a:ext cx="83487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 rtl="1"/>
            <a:r>
              <a:rPr lang="en-US" sz="2400" dirty="0">
                <a:solidFill>
                  <a:schemeClr val="bg1"/>
                </a:solidFill>
                <a:latin typeface="IBM Plex Sans Arabic" panose="020B0803050203000203" pitchFamily="34" charset="-78"/>
                <a:cs typeface="IBM Plex Sans Arabic" panose="020B0803050203000203" pitchFamily="34" charset="-78"/>
              </a:rPr>
              <a:t>02</a:t>
            </a:r>
            <a:endParaRPr lang="en-SA" sz="2400" dirty="0">
              <a:solidFill>
                <a:schemeClr val="bg1"/>
              </a:solidFill>
              <a:latin typeface="IBM Plex Sans Arabic" panose="020B0803050203000203" pitchFamily="34" charset="-78"/>
              <a:cs typeface="IBM Plex Sans Arabic" panose="020B0803050203000203" pitchFamily="34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3315503010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Picture Placeholder 26">
            <a:extLst>
              <a:ext uri="{FF2B5EF4-FFF2-40B4-BE49-F238E27FC236}">
                <a16:creationId xmlns:a16="http://schemas.microsoft.com/office/drawing/2014/main" id="{CD984B65-73F3-2E42-BE4C-A8427D04AC13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pattFill prst="pct20">
            <a:fgClr>
              <a:schemeClr val="tx2"/>
            </a:fgClr>
            <a:bgClr>
              <a:schemeClr val="bg1"/>
            </a:bgClr>
          </a:pattFill>
        </p:spPr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5D5513D6-4763-CDA1-2E9B-23DAC9BC54AC}"/>
              </a:ext>
            </a:extLst>
          </p:cNvPr>
          <p:cNvSpPr txBox="1"/>
          <p:nvPr/>
        </p:nvSpPr>
        <p:spPr>
          <a:xfrm>
            <a:off x="6096000" y="1015034"/>
            <a:ext cx="5486400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 rtl="1"/>
            <a:r>
              <a:rPr lang="ar-SA" sz="3200" dirty="0">
                <a:solidFill>
                  <a:schemeClr val="tx2"/>
                </a:solidFill>
                <a:latin typeface="IBM Plex Sans Arabic" panose="020B0803050203000203" pitchFamily="34" charset="-78"/>
                <a:cs typeface="IBM Plex Sans Arabic" panose="020B0803050203000203" pitchFamily="34" charset="-78"/>
              </a:rPr>
              <a:t>عنوان رئيسي </a:t>
            </a:r>
            <a:endParaRPr lang="en-SA" sz="3200" dirty="0">
              <a:solidFill>
                <a:schemeClr val="tx2"/>
              </a:solidFill>
              <a:latin typeface="IBM Plex Sans Arabic" panose="020B0803050203000203" pitchFamily="34" charset="-78"/>
              <a:cs typeface="IBM Plex Sans Arabic" panose="020B0803050203000203" pitchFamily="34" charset="-78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D490B0A0-C251-D047-02D2-BF093F97A08E}"/>
              </a:ext>
            </a:extLst>
          </p:cNvPr>
          <p:cNvSpPr txBox="1"/>
          <p:nvPr/>
        </p:nvSpPr>
        <p:spPr>
          <a:xfrm>
            <a:off x="5308861" y="1719079"/>
            <a:ext cx="6247036" cy="107721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50800" algn="justLow" rtl="1">
              <a:spcBef>
                <a:spcPts val="1000"/>
              </a:spcBef>
              <a:buClr>
                <a:schemeClr val="dk2"/>
              </a:buClr>
              <a:buSzPts val="2800"/>
            </a:pPr>
            <a:r>
              <a:rPr lang="ar-SA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 </a:t>
            </a:r>
            <a:r>
              <a:rPr lang="ar-SA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</a:t>
            </a:r>
            <a:endParaRPr lang="ar-SA" sz="1600" u="none" strike="noStrike" cap="none" dirty="0">
              <a:solidFill>
                <a:schemeClr val="tx1">
                  <a:lumMod val="90000"/>
                  <a:lumOff val="10000"/>
                </a:schemeClr>
              </a:solidFill>
              <a:latin typeface="Tajawal" pitchFamily="2" charset="-78"/>
              <a:ea typeface="Readex Pro Deca"/>
              <a:cs typeface="Tajawal" pitchFamily="2" charset="-78"/>
              <a:sym typeface="Readex Pro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F1DFABEC-A2CB-6FF5-928C-88AE1EAEFDE1}"/>
              </a:ext>
            </a:extLst>
          </p:cNvPr>
          <p:cNvSpPr txBox="1"/>
          <p:nvPr/>
        </p:nvSpPr>
        <p:spPr>
          <a:xfrm>
            <a:off x="6250625" y="3433166"/>
            <a:ext cx="4189571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 rtl="1"/>
            <a:r>
              <a:rPr lang="ar-SA" sz="2400" b="1" dirty="0">
                <a:solidFill>
                  <a:schemeClr val="accent4"/>
                </a:solidFill>
                <a:latin typeface="RB" pitchFamily="2" charset="-78"/>
                <a:cs typeface="RB" pitchFamily="2" charset="-78"/>
              </a:rPr>
              <a:t>عنوان فرعي</a:t>
            </a:r>
            <a:endParaRPr lang="en-SA" sz="2400" b="1" dirty="0">
              <a:solidFill>
                <a:schemeClr val="accent4"/>
              </a:solidFill>
              <a:latin typeface="RB" pitchFamily="2" charset="-78"/>
              <a:cs typeface="RB" pitchFamily="2" charset="-78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AF8E6A2F-67A2-E1D7-4B82-C97ABB5F90B9}"/>
              </a:ext>
            </a:extLst>
          </p:cNvPr>
          <p:cNvSpPr txBox="1"/>
          <p:nvPr/>
        </p:nvSpPr>
        <p:spPr>
          <a:xfrm>
            <a:off x="5680953" y="3880873"/>
            <a:ext cx="4879559" cy="95410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50800" algn="justLow" rtl="1">
              <a:spcBef>
                <a:spcPts val="1000"/>
              </a:spcBef>
              <a:buClr>
                <a:schemeClr val="dk2"/>
              </a:buClr>
              <a:buSzPts val="2800"/>
            </a:pP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</a:t>
            </a:r>
            <a:endParaRPr lang="ar-SA" sz="1400" u="none" strike="noStrike" cap="none" dirty="0">
              <a:solidFill>
                <a:schemeClr val="tx1">
                  <a:lumMod val="90000"/>
                  <a:lumOff val="10000"/>
                </a:schemeClr>
              </a:solidFill>
              <a:latin typeface="Tajawal" pitchFamily="2" charset="-78"/>
              <a:ea typeface="Readex Pro Deca"/>
              <a:cs typeface="Tajawal" pitchFamily="2" charset="-78"/>
              <a:sym typeface="Readex Pro"/>
            </a:endParaRPr>
          </a:p>
        </p:txBody>
      </p:sp>
      <p:sp>
        <p:nvSpPr>
          <p:cNvPr id="8" name="Freeform 7">
            <a:extLst>
              <a:ext uri="{FF2B5EF4-FFF2-40B4-BE49-F238E27FC236}">
                <a16:creationId xmlns:a16="http://schemas.microsoft.com/office/drawing/2014/main" id="{999F48E5-9703-FA89-39AC-365B0E252D34}"/>
              </a:ext>
            </a:extLst>
          </p:cNvPr>
          <p:cNvSpPr/>
          <p:nvPr/>
        </p:nvSpPr>
        <p:spPr>
          <a:xfrm flipH="1">
            <a:off x="10772322" y="3429000"/>
            <a:ext cx="376728" cy="377196"/>
          </a:xfrm>
          <a:custGeom>
            <a:avLst/>
            <a:gdLst>
              <a:gd name="connsiteX0" fmla="*/ 825439 w 1762284"/>
              <a:gd name="connsiteY0" fmla="*/ 510669 h 1764475"/>
              <a:gd name="connsiteX1" fmla="*/ 825439 w 1762284"/>
              <a:gd name="connsiteY1" fmla="*/ 510669 h 1764475"/>
              <a:gd name="connsiteX2" fmla="*/ 1629005 w 1762284"/>
              <a:gd name="connsiteY2" fmla="*/ 432690 h 1764475"/>
              <a:gd name="connsiteX3" fmla="*/ 1689867 w 1762284"/>
              <a:gd name="connsiteY3" fmla="*/ 393700 h 1764475"/>
              <a:gd name="connsiteX4" fmla="*/ 1761189 w 1762284"/>
              <a:gd name="connsiteY4" fmla="*/ 60862 h 1764475"/>
              <a:gd name="connsiteX5" fmla="*/ 1722200 w 1762284"/>
              <a:gd name="connsiteY5" fmla="*/ 0 h 1764475"/>
              <a:gd name="connsiteX6" fmla="*/ 709421 w 1762284"/>
              <a:gd name="connsiteY6" fmla="*/ 32333 h 1764475"/>
              <a:gd name="connsiteX7" fmla="*/ 703715 w 1762284"/>
              <a:gd name="connsiteY7" fmla="*/ 32333 h 1764475"/>
              <a:gd name="connsiteX8" fmla="*/ 693254 w 1762284"/>
              <a:gd name="connsiteY8" fmla="*/ 32333 h 1764475"/>
              <a:gd name="connsiteX9" fmla="*/ 683745 w 1762284"/>
              <a:gd name="connsiteY9" fmla="*/ 34235 h 1764475"/>
              <a:gd name="connsiteX10" fmla="*/ 675186 w 1762284"/>
              <a:gd name="connsiteY10" fmla="*/ 38039 h 1764475"/>
              <a:gd name="connsiteX11" fmla="*/ 666627 w 1762284"/>
              <a:gd name="connsiteY11" fmla="*/ 43744 h 1764475"/>
              <a:gd name="connsiteX12" fmla="*/ 661873 w 1762284"/>
              <a:gd name="connsiteY12" fmla="*/ 46597 h 1764475"/>
              <a:gd name="connsiteX13" fmla="*/ 49450 w 1762284"/>
              <a:gd name="connsiteY13" fmla="*/ 659971 h 1764475"/>
              <a:gd name="connsiteX14" fmla="*/ 46597 w 1762284"/>
              <a:gd name="connsiteY14" fmla="*/ 664725 h 1764475"/>
              <a:gd name="connsiteX15" fmla="*/ 40892 w 1762284"/>
              <a:gd name="connsiteY15" fmla="*/ 674235 h 1764475"/>
              <a:gd name="connsiteX16" fmla="*/ 38039 w 1762284"/>
              <a:gd name="connsiteY16" fmla="*/ 681843 h 1764475"/>
              <a:gd name="connsiteX17" fmla="*/ 36137 w 1762284"/>
              <a:gd name="connsiteY17" fmla="*/ 693254 h 1764475"/>
              <a:gd name="connsiteX18" fmla="*/ 36137 w 1762284"/>
              <a:gd name="connsiteY18" fmla="*/ 701813 h 1764475"/>
              <a:gd name="connsiteX19" fmla="*/ 36137 w 1762284"/>
              <a:gd name="connsiteY19" fmla="*/ 708470 h 1764475"/>
              <a:gd name="connsiteX20" fmla="*/ 0 w 1762284"/>
              <a:gd name="connsiteY20" fmla="*/ 1724102 h 1764475"/>
              <a:gd name="connsiteX21" fmla="*/ 60862 w 1762284"/>
              <a:gd name="connsiteY21" fmla="*/ 1763091 h 1764475"/>
              <a:gd name="connsiteX22" fmla="*/ 393700 w 1762284"/>
              <a:gd name="connsiteY22" fmla="*/ 1691769 h 1764475"/>
              <a:gd name="connsiteX23" fmla="*/ 432690 w 1762284"/>
              <a:gd name="connsiteY23" fmla="*/ 1630907 h 1764475"/>
              <a:gd name="connsiteX24" fmla="*/ 513522 w 1762284"/>
              <a:gd name="connsiteY24" fmla="*/ 824488 h 1764475"/>
              <a:gd name="connsiteX25" fmla="*/ 513522 w 1762284"/>
              <a:gd name="connsiteY25" fmla="*/ 824488 h 1764475"/>
              <a:gd name="connsiteX26" fmla="*/ 825439 w 1762284"/>
              <a:gd name="connsiteY26" fmla="*/ 510669 h 17644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1762284" h="1764475">
                <a:moveTo>
                  <a:pt x="825439" y="510669"/>
                </a:moveTo>
                <a:lnTo>
                  <a:pt x="825439" y="510669"/>
                </a:lnTo>
                <a:lnTo>
                  <a:pt x="1629005" y="432690"/>
                </a:lnTo>
                <a:cubicBezTo>
                  <a:pt x="1656583" y="438395"/>
                  <a:pt x="1684161" y="421278"/>
                  <a:pt x="1689867" y="393700"/>
                </a:cubicBezTo>
                <a:lnTo>
                  <a:pt x="1761189" y="60862"/>
                </a:lnTo>
                <a:cubicBezTo>
                  <a:pt x="1766895" y="33284"/>
                  <a:pt x="1749778" y="5706"/>
                  <a:pt x="1722200" y="0"/>
                </a:cubicBezTo>
                <a:lnTo>
                  <a:pt x="709421" y="32333"/>
                </a:lnTo>
                <a:cubicBezTo>
                  <a:pt x="707519" y="32333"/>
                  <a:pt x="705617" y="32333"/>
                  <a:pt x="703715" y="32333"/>
                </a:cubicBezTo>
                <a:cubicBezTo>
                  <a:pt x="699911" y="32333"/>
                  <a:pt x="697058" y="32333"/>
                  <a:pt x="693254" y="32333"/>
                </a:cubicBezTo>
                <a:cubicBezTo>
                  <a:pt x="689451" y="32333"/>
                  <a:pt x="686598" y="33284"/>
                  <a:pt x="683745" y="34235"/>
                </a:cubicBezTo>
                <a:cubicBezTo>
                  <a:pt x="680892" y="35186"/>
                  <a:pt x="678039" y="36137"/>
                  <a:pt x="675186" y="38039"/>
                </a:cubicBezTo>
                <a:cubicBezTo>
                  <a:pt x="672333" y="39941"/>
                  <a:pt x="669480" y="41843"/>
                  <a:pt x="666627" y="43744"/>
                </a:cubicBezTo>
                <a:cubicBezTo>
                  <a:pt x="665676" y="44695"/>
                  <a:pt x="663774" y="45646"/>
                  <a:pt x="661873" y="46597"/>
                </a:cubicBezTo>
                <a:lnTo>
                  <a:pt x="49450" y="659971"/>
                </a:lnTo>
                <a:cubicBezTo>
                  <a:pt x="48499" y="660922"/>
                  <a:pt x="47548" y="662823"/>
                  <a:pt x="46597" y="664725"/>
                </a:cubicBezTo>
                <a:cubicBezTo>
                  <a:pt x="43744" y="667578"/>
                  <a:pt x="41843" y="670431"/>
                  <a:pt x="40892" y="674235"/>
                </a:cubicBezTo>
                <a:cubicBezTo>
                  <a:pt x="39941" y="677088"/>
                  <a:pt x="38990" y="678990"/>
                  <a:pt x="38039" y="681843"/>
                </a:cubicBezTo>
                <a:cubicBezTo>
                  <a:pt x="37088" y="685647"/>
                  <a:pt x="36137" y="689451"/>
                  <a:pt x="36137" y="693254"/>
                </a:cubicBezTo>
                <a:cubicBezTo>
                  <a:pt x="36137" y="696107"/>
                  <a:pt x="36137" y="698960"/>
                  <a:pt x="36137" y="701813"/>
                </a:cubicBezTo>
                <a:cubicBezTo>
                  <a:pt x="36137" y="703715"/>
                  <a:pt x="36137" y="706568"/>
                  <a:pt x="36137" y="708470"/>
                </a:cubicBezTo>
                <a:lnTo>
                  <a:pt x="0" y="1724102"/>
                </a:lnTo>
                <a:cubicBezTo>
                  <a:pt x="5706" y="1751680"/>
                  <a:pt x="33284" y="1769748"/>
                  <a:pt x="60862" y="1763091"/>
                </a:cubicBezTo>
                <a:lnTo>
                  <a:pt x="393700" y="1691769"/>
                </a:lnTo>
                <a:cubicBezTo>
                  <a:pt x="421278" y="1686063"/>
                  <a:pt x="439346" y="1658485"/>
                  <a:pt x="432690" y="1630907"/>
                </a:cubicBezTo>
                <a:lnTo>
                  <a:pt x="513522" y="824488"/>
                </a:lnTo>
                <a:lnTo>
                  <a:pt x="513522" y="824488"/>
                </a:lnTo>
                <a:lnTo>
                  <a:pt x="825439" y="510669"/>
                </a:lnTo>
                <a:close/>
              </a:path>
            </a:pathLst>
          </a:custGeom>
          <a:solidFill>
            <a:schemeClr val="accent2"/>
          </a:solidFill>
          <a:ln w="9479" cap="flat">
            <a:noFill/>
            <a:prstDash val="solid"/>
            <a:miter/>
          </a:ln>
        </p:spPr>
        <p:txBody>
          <a:bodyPr rtlCol="0" anchor="ctr"/>
          <a:lstStyle/>
          <a:p>
            <a:endParaRPr lang="en-SA">
              <a:solidFill>
                <a:schemeClr val="accent1"/>
              </a:solidFill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36F0F467-5C3B-0589-A3CF-D30BE64B26D2}"/>
              </a:ext>
            </a:extLst>
          </p:cNvPr>
          <p:cNvSpPr txBox="1"/>
          <p:nvPr/>
        </p:nvSpPr>
        <p:spPr>
          <a:xfrm>
            <a:off x="10228244" y="3472334"/>
            <a:ext cx="83487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 rtl="1"/>
            <a:r>
              <a:rPr lang="en-US" sz="2400" dirty="0">
                <a:solidFill>
                  <a:schemeClr val="tx2"/>
                </a:solidFill>
                <a:latin typeface="IBM Plex Sans Arabic" panose="020B0803050203000203" pitchFamily="34" charset="-78"/>
                <a:cs typeface="IBM Plex Sans Arabic" panose="020B0803050203000203" pitchFamily="34" charset="-78"/>
              </a:rPr>
              <a:t>01</a:t>
            </a:r>
            <a:endParaRPr lang="en-SA" sz="2400" dirty="0">
              <a:solidFill>
                <a:schemeClr val="tx2"/>
              </a:solidFill>
              <a:latin typeface="IBM Plex Sans Arabic" panose="020B0803050203000203" pitchFamily="34" charset="-78"/>
              <a:cs typeface="IBM Plex Sans Arabic" panose="020B0803050203000203" pitchFamily="34" charset="-78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1C4416E4-7B03-DDBA-EDB7-4801A9F23D30}"/>
              </a:ext>
            </a:extLst>
          </p:cNvPr>
          <p:cNvSpPr txBox="1"/>
          <p:nvPr/>
        </p:nvSpPr>
        <p:spPr>
          <a:xfrm>
            <a:off x="6250625" y="5164690"/>
            <a:ext cx="4189571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 rtl="1"/>
            <a:r>
              <a:rPr lang="ar-SA" sz="2400" b="1" dirty="0">
                <a:solidFill>
                  <a:schemeClr val="accent4"/>
                </a:solidFill>
                <a:latin typeface="RB" pitchFamily="2" charset="-78"/>
                <a:cs typeface="RB" pitchFamily="2" charset="-78"/>
              </a:rPr>
              <a:t>عنوان فرعي</a:t>
            </a:r>
            <a:endParaRPr lang="en-SA" sz="2400" b="1" dirty="0">
              <a:solidFill>
                <a:schemeClr val="accent4"/>
              </a:solidFill>
              <a:latin typeface="RB" pitchFamily="2" charset="-78"/>
              <a:cs typeface="RB" pitchFamily="2" charset="-78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D3052CAD-19FF-E19D-493B-0B04A2EB001A}"/>
              </a:ext>
            </a:extLst>
          </p:cNvPr>
          <p:cNvSpPr txBox="1"/>
          <p:nvPr/>
        </p:nvSpPr>
        <p:spPr>
          <a:xfrm>
            <a:off x="5680953" y="5612397"/>
            <a:ext cx="4879559" cy="95410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50800" algn="justLow" rtl="1">
              <a:spcBef>
                <a:spcPts val="1000"/>
              </a:spcBef>
              <a:buClr>
                <a:schemeClr val="dk2"/>
              </a:buClr>
              <a:buSzPts val="2800"/>
            </a:pP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</a:t>
            </a:r>
            <a:endParaRPr lang="ar-SA" sz="1400" u="none" strike="noStrike" cap="none" dirty="0">
              <a:solidFill>
                <a:schemeClr val="tx1">
                  <a:lumMod val="90000"/>
                  <a:lumOff val="10000"/>
                </a:schemeClr>
              </a:solidFill>
              <a:latin typeface="Tajawal" pitchFamily="2" charset="-78"/>
              <a:ea typeface="Readex Pro Deca"/>
              <a:cs typeface="Tajawal" pitchFamily="2" charset="-78"/>
              <a:sym typeface="Readex Pro"/>
            </a:endParaRPr>
          </a:p>
        </p:txBody>
      </p:sp>
      <p:sp>
        <p:nvSpPr>
          <p:cNvPr id="22" name="Freeform 21">
            <a:extLst>
              <a:ext uri="{FF2B5EF4-FFF2-40B4-BE49-F238E27FC236}">
                <a16:creationId xmlns:a16="http://schemas.microsoft.com/office/drawing/2014/main" id="{C0223F6A-475F-FF55-F802-D68AAC6F45ED}"/>
              </a:ext>
            </a:extLst>
          </p:cNvPr>
          <p:cNvSpPr/>
          <p:nvPr/>
        </p:nvSpPr>
        <p:spPr>
          <a:xfrm flipH="1">
            <a:off x="10772322" y="5160524"/>
            <a:ext cx="376728" cy="377196"/>
          </a:xfrm>
          <a:custGeom>
            <a:avLst/>
            <a:gdLst>
              <a:gd name="connsiteX0" fmla="*/ 825439 w 1762284"/>
              <a:gd name="connsiteY0" fmla="*/ 510669 h 1764475"/>
              <a:gd name="connsiteX1" fmla="*/ 825439 w 1762284"/>
              <a:gd name="connsiteY1" fmla="*/ 510669 h 1764475"/>
              <a:gd name="connsiteX2" fmla="*/ 1629005 w 1762284"/>
              <a:gd name="connsiteY2" fmla="*/ 432690 h 1764475"/>
              <a:gd name="connsiteX3" fmla="*/ 1689867 w 1762284"/>
              <a:gd name="connsiteY3" fmla="*/ 393700 h 1764475"/>
              <a:gd name="connsiteX4" fmla="*/ 1761189 w 1762284"/>
              <a:gd name="connsiteY4" fmla="*/ 60862 h 1764475"/>
              <a:gd name="connsiteX5" fmla="*/ 1722200 w 1762284"/>
              <a:gd name="connsiteY5" fmla="*/ 0 h 1764475"/>
              <a:gd name="connsiteX6" fmla="*/ 709421 w 1762284"/>
              <a:gd name="connsiteY6" fmla="*/ 32333 h 1764475"/>
              <a:gd name="connsiteX7" fmla="*/ 703715 w 1762284"/>
              <a:gd name="connsiteY7" fmla="*/ 32333 h 1764475"/>
              <a:gd name="connsiteX8" fmla="*/ 693254 w 1762284"/>
              <a:gd name="connsiteY8" fmla="*/ 32333 h 1764475"/>
              <a:gd name="connsiteX9" fmla="*/ 683745 w 1762284"/>
              <a:gd name="connsiteY9" fmla="*/ 34235 h 1764475"/>
              <a:gd name="connsiteX10" fmla="*/ 675186 w 1762284"/>
              <a:gd name="connsiteY10" fmla="*/ 38039 h 1764475"/>
              <a:gd name="connsiteX11" fmla="*/ 666627 w 1762284"/>
              <a:gd name="connsiteY11" fmla="*/ 43744 h 1764475"/>
              <a:gd name="connsiteX12" fmla="*/ 661873 w 1762284"/>
              <a:gd name="connsiteY12" fmla="*/ 46597 h 1764475"/>
              <a:gd name="connsiteX13" fmla="*/ 49450 w 1762284"/>
              <a:gd name="connsiteY13" fmla="*/ 659971 h 1764475"/>
              <a:gd name="connsiteX14" fmla="*/ 46597 w 1762284"/>
              <a:gd name="connsiteY14" fmla="*/ 664725 h 1764475"/>
              <a:gd name="connsiteX15" fmla="*/ 40892 w 1762284"/>
              <a:gd name="connsiteY15" fmla="*/ 674235 h 1764475"/>
              <a:gd name="connsiteX16" fmla="*/ 38039 w 1762284"/>
              <a:gd name="connsiteY16" fmla="*/ 681843 h 1764475"/>
              <a:gd name="connsiteX17" fmla="*/ 36137 w 1762284"/>
              <a:gd name="connsiteY17" fmla="*/ 693254 h 1764475"/>
              <a:gd name="connsiteX18" fmla="*/ 36137 w 1762284"/>
              <a:gd name="connsiteY18" fmla="*/ 701813 h 1764475"/>
              <a:gd name="connsiteX19" fmla="*/ 36137 w 1762284"/>
              <a:gd name="connsiteY19" fmla="*/ 708470 h 1764475"/>
              <a:gd name="connsiteX20" fmla="*/ 0 w 1762284"/>
              <a:gd name="connsiteY20" fmla="*/ 1724102 h 1764475"/>
              <a:gd name="connsiteX21" fmla="*/ 60862 w 1762284"/>
              <a:gd name="connsiteY21" fmla="*/ 1763091 h 1764475"/>
              <a:gd name="connsiteX22" fmla="*/ 393700 w 1762284"/>
              <a:gd name="connsiteY22" fmla="*/ 1691769 h 1764475"/>
              <a:gd name="connsiteX23" fmla="*/ 432690 w 1762284"/>
              <a:gd name="connsiteY23" fmla="*/ 1630907 h 1764475"/>
              <a:gd name="connsiteX24" fmla="*/ 513522 w 1762284"/>
              <a:gd name="connsiteY24" fmla="*/ 824488 h 1764475"/>
              <a:gd name="connsiteX25" fmla="*/ 513522 w 1762284"/>
              <a:gd name="connsiteY25" fmla="*/ 824488 h 1764475"/>
              <a:gd name="connsiteX26" fmla="*/ 825439 w 1762284"/>
              <a:gd name="connsiteY26" fmla="*/ 510669 h 17644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1762284" h="1764475">
                <a:moveTo>
                  <a:pt x="825439" y="510669"/>
                </a:moveTo>
                <a:lnTo>
                  <a:pt x="825439" y="510669"/>
                </a:lnTo>
                <a:lnTo>
                  <a:pt x="1629005" y="432690"/>
                </a:lnTo>
                <a:cubicBezTo>
                  <a:pt x="1656583" y="438395"/>
                  <a:pt x="1684161" y="421278"/>
                  <a:pt x="1689867" y="393700"/>
                </a:cubicBezTo>
                <a:lnTo>
                  <a:pt x="1761189" y="60862"/>
                </a:lnTo>
                <a:cubicBezTo>
                  <a:pt x="1766895" y="33284"/>
                  <a:pt x="1749778" y="5706"/>
                  <a:pt x="1722200" y="0"/>
                </a:cubicBezTo>
                <a:lnTo>
                  <a:pt x="709421" y="32333"/>
                </a:lnTo>
                <a:cubicBezTo>
                  <a:pt x="707519" y="32333"/>
                  <a:pt x="705617" y="32333"/>
                  <a:pt x="703715" y="32333"/>
                </a:cubicBezTo>
                <a:cubicBezTo>
                  <a:pt x="699911" y="32333"/>
                  <a:pt x="697058" y="32333"/>
                  <a:pt x="693254" y="32333"/>
                </a:cubicBezTo>
                <a:cubicBezTo>
                  <a:pt x="689451" y="32333"/>
                  <a:pt x="686598" y="33284"/>
                  <a:pt x="683745" y="34235"/>
                </a:cubicBezTo>
                <a:cubicBezTo>
                  <a:pt x="680892" y="35186"/>
                  <a:pt x="678039" y="36137"/>
                  <a:pt x="675186" y="38039"/>
                </a:cubicBezTo>
                <a:cubicBezTo>
                  <a:pt x="672333" y="39941"/>
                  <a:pt x="669480" y="41843"/>
                  <a:pt x="666627" y="43744"/>
                </a:cubicBezTo>
                <a:cubicBezTo>
                  <a:pt x="665676" y="44695"/>
                  <a:pt x="663774" y="45646"/>
                  <a:pt x="661873" y="46597"/>
                </a:cubicBezTo>
                <a:lnTo>
                  <a:pt x="49450" y="659971"/>
                </a:lnTo>
                <a:cubicBezTo>
                  <a:pt x="48499" y="660922"/>
                  <a:pt x="47548" y="662823"/>
                  <a:pt x="46597" y="664725"/>
                </a:cubicBezTo>
                <a:cubicBezTo>
                  <a:pt x="43744" y="667578"/>
                  <a:pt x="41843" y="670431"/>
                  <a:pt x="40892" y="674235"/>
                </a:cubicBezTo>
                <a:cubicBezTo>
                  <a:pt x="39941" y="677088"/>
                  <a:pt x="38990" y="678990"/>
                  <a:pt x="38039" y="681843"/>
                </a:cubicBezTo>
                <a:cubicBezTo>
                  <a:pt x="37088" y="685647"/>
                  <a:pt x="36137" y="689451"/>
                  <a:pt x="36137" y="693254"/>
                </a:cubicBezTo>
                <a:cubicBezTo>
                  <a:pt x="36137" y="696107"/>
                  <a:pt x="36137" y="698960"/>
                  <a:pt x="36137" y="701813"/>
                </a:cubicBezTo>
                <a:cubicBezTo>
                  <a:pt x="36137" y="703715"/>
                  <a:pt x="36137" y="706568"/>
                  <a:pt x="36137" y="708470"/>
                </a:cubicBezTo>
                <a:lnTo>
                  <a:pt x="0" y="1724102"/>
                </a:lnTo>
                <a:cubicBezTo>
                  <a:pt x="5706" y="1751680"/>
                  <a:pt x="33284" y="1769748"/>
                  <a:pt x="60862" y="1763091"/>
                </a:cubicBezTo>
                <a:lnTo>
                  <a:pt x="393700" y="1691769"/>
                </a:lnTo>
                <a:cubicBezTo>
                  <a:pt x="421278" y="1686063"/>
                  <a:pt x="439346" y="1658485"/>
                  <a:pt x="432690" y="1630907"/>
                </a:cubicBezTo>
                <a:lnTo>
                  <a:pt x="513522" y="824488"/>
                </a:lnTo>
                <a:lnTo>
                  <a:pt x="513522" y="824488"/>
                </a:lnTo>
                <a:lnTo>
                  <a:pt x="825439" y="510669"/>
                </a:lnTo>
                <a:close/>
              </a:path>
            </a:pathLst>
          </a:custGeom>
          <a:solidFill>
            <a:schemeClr val="accent2"/>
          </a:solidFill>
          <a:ln w="9479" cap="flat">
            <a:noFill/>
            <a:prstDash val="solid"/>
            <a:miter/>
          </a:ln>
        </p:spPr>
        <p:txBody>
          <a:bodyPr rtlCol="0" anchor="ctr"/>
          <a:lstStyle/>
          <a:p>
            <a:endParaRPr lang="en-SA">
              <a:solidFill>
                <a:schemeClr val="accent1"/>
              </a:solidFill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2FC013D9-A983-A0D1-A9FF-A9A684C3C579}"/>
              </a:ext>
            </a:extLst>
          </p:cNvPr>
          <p:cNvSpPr txBox="1"/>
          <p:nvPr/>
        </p:nvSpPr>
        <p:spPr>
          <a:xfrm>
            <a:off x="10228244" y="5203858"/>
            <a:ext cx="83487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 rtl="1"/>
            <a:r>
              <a:rPr lang="en-US" sz="2400" dirty="0">
                <a:solidFill>
                  <a:schemeClr val="tx2"/>
                </a:solidFill>
                <a:latin typeface="IBM Plex Sans Arabic" panose="020B0803050203000203" pitchFamily="34" charset="-78"/>
                <a:cs typeface="IBM Plex Sans Arabic" panose="020B0803050203000203" pitchFamily="34" charset="-78"/>
              </a:rPr>
              <a:t>02</a:t>
            </a:r>
            <a:endParaRPr lang="en-SA" sz="2400" dirty="0">
              <a:solidFill>
                <a:schemeClr val="tx2"/>
              </a:solidFill>
              <a:latin typeface="IBM Plex Sans Arabic" panose="020B0803050203000203" pitchFamily="34" charset="-78"/>
              <a:cs typeface="IBM Plex Sans Arabic" panose="020B0803050203000203" pitchFamily="34" charset="-78"/>
            </a:endParaRPr>
          </a:p>
        </p:txBody>
      </p:sp>
      <p:sp>
        <p:nvSpPr>
          <p:cNvPr id="6" name="Bentuk Bebas: Bentuk 67">
            <a:extLst>
              <a:ext uri="{FF2B5EF4-FFF2-40B4-BE49-F238E27FC236}">
                <a16:creationId xmlns:a16="http://schemas.microsoft.com/office/drawing/2014/main" id="{06B40065-BE1A-CDF6-D37D-E63A078D1342}"/>
              </a:ext>
            </a:extLst>
          </p:cNvPr>
          <p:cNvSpPr/>
          <p:nvPr/>
        </p:nvSpPr>
        <p:spPr>
          <a:xfrm flipH="1">
            <a:off x="6585169" y="337159"/>
            <a:ext cx="5046018" cy="320065"/>
          </a:xfrm>
          <a:custGeom>
            <a:avLst/>
            <a:gdLst>
              <a:gd name="connsiteX0" fmla="*/ 0 w 5036883"/>
              <a:gd name="connsiteY0" fmla="*/ 0 h 224726"/>
              <a:gd name="connsiteX1" fmla="*/ 0 w 5036883"/>
              <a:gd name="connsiteY1" fmla="*/ 224727 h 224726"/>
              <a:gd name="connsiteX2" fmla="*/ 4812157 w 5036883"/>
              <a:gd name="connsiteY2" fmla="*/ 224727 h 224726"/>
              <a:gd name="connsiteX3" fmla="*/ 5036884 w 5036883"/>
              <a:gd name="connsiteY3" fmla="*/ 0 h 224726"/>
              <a:gd name="connsiteX4" fmla="*/ 4812157 w 5036883"/>
              <a:gd name="connsiteY4" fmla="*/ 0 h 2247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036883" h="224726">
                <a:moveTo>
                  <a:pt x="0" y="0"/>
                </a:moveTo>
                <a:lnTo>
                  <a:pt x="0" y="224727"/>
                </a:lnTo>
                <a:lnTo>
                  <a:pt x="4812157" y="224727"/>
                </a:lnTo>
                <a:lnTo>
                  <a:pt x="5036884" y="0"/>
                </a:lnTo>
                <a:lnTo>
                  <a:pt x="4812157" y="0"/>
                </a:lnTo>
                <a:close/>
              </a:path>
            </a:pathLst>
          </a:custGeom>
          <a:solidFill>
            <a:schemeClr val="accent1"/>
          </a:solidFill>
          <a:ln w="6347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r" defTabSz="91440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0" cap="none" spc="0" normalizeH="0" baseline="0" noProof="0" dirty="0">
              <a:ln>
                <a:noFill/>
              </a:ln>
              <a:solidFill>
                <a:schemeClr val="accent5"/>
              </a:solidFill>
              <a:effectLst/>
              <a:uLnTx/>
              <a:uFillTx/>
            </a:endParaRPr>
          </a:p>
        </p:txBody>
      </p:sp>
      <p:sp>
        <p:nvSpPr>
          <p:cNvPr id="7" name="Freeform 6">
            <a:extLst>
              <a:ext uri="{FF2B5EF4-FFF2-40B4-BE49-F238E27FC236}">
                <a16:creationId xmlns:a16="http://schemas.microsoft.com/office/drawing/2014/main" id="{8EF42350-21EB-E70D-2386-D4CBDB481922}"/>
              </a:ext>
            </a:extLst>
          </p:cNvPr>
          <p:cNvSpPr/>
          <p:nvPr/>
        </p:nvSpPr>
        <p:spPr>
          <a:xfrm>
            <a:off x="6143358" y="327757"/>
            <a:ext cx="340276" cy="338868"/>
          </a:xfrm>
          <a:custGeom>
            <a:avLst/>
            <a:gdLst>
              <a:gd name="connsiteX0" fmla="*/ 154795 w 440381"/>
              <a:gd name="connsiteY0" fmla="*/ 7155 h 438559"/>
              <a:gd name="connsiteX1" fmla="*/ 153489 w 440381"/>
              <a:gd name="connsiteY1" fmla="*/ 7155 h 438559"/>
              <a:gd name="connsiteX2" fmla="*/ 151529 w 440381"/>
              <a:gd name="connsiteY2" fmla="*/ 7155 h 438559"/>
              <a:gd name="connsiteX3" fmla="*/ 148917 w 440381"/>
              <a:gd name="connsiteY3" fmla="*/ 7805 h 438559"/>
              <a:gd name="connsiteX4" fmla="*/ 146957 w 440381"/>
              <a:gd name="connsiteY4" fmla="*/ 8456 h 438559"/>
              <a:gd name="connsiteX5" fmla="*/ 144998 w 440381"/>
              <a:gd name="connsiteY5" fmla="*/ 9757 h 438559"/>
              <a:gd name="connsiteX6" fmla="*/ 144345 w 440381"/>
              <a:gd name="connsiteY6" fmla="*/ 10407 h 438559"/>
              <a:gd name="connsiteX7" fmla="*/ 11103 w 440381"/>
              <a:gd name="connsiteY7" fmla="*/ 143097 h 438559"/>
              <a:gd name="connsiteX8" fmla="*/ 10450 w 440381"/>
              <a:gd name="connsiteY8" fmla="*/ 143747 h 438559"/>
              <a:gd name="connsiteX9" fmla="*/ 9144 w 440381"/>
              <a:gd name="connsiteY9" fmla="*/ 145699 h 438559"/>
              <a:gd name="connsiteX10" fmla="*/ 8491 w 440381"/>
              <a:gd name="connsiteY10" fmla="*/ 147650 h 438559"/>
              <a:gd name="connsiteX11" fmla="*/ 7838 w 440381"/>
              <a:gd name="connsiteY11" fmla="*/ 150252 h 438559"/>
              <a:gd name="connsiteX12" fmla="*/ 7838 w 440381"/>
              <a:gd name="connsiteY12" fmla="*/ 152203 h 438559"/>
              <a:gd name="connsiteX13" fmla="*/ 7838 w 440381"/>
              <a:gd name="connsiteY13" fmla="*/ 153504 h 438559"/>
              <a:gd name="connsiteX14" fmla="*/ 0 w 440381"/>
              <a:gd name="connsiteY14" fmla="*/ 373353 h 438559"/>
              <a:gd name="connsiteX15" fmla="*/ 13063 w 440381"/>
              <a:gd name="connsiteY15" fmla="*/ 381809 h 438559"/>
              <a:gd name="connsiteX16" fmla="*/ 85562 w 440381"/>
              <a:gd name="connsiteY16" fmla="*/ 366198 h 438559"/>
              <a:gd name="connsiteX17" fmla="*/ 94053 w 440381"/>
              <a:gd name="connsiteY17" fmla="*/ 353189 h 438559"/>
              <a:gd name="connsiteX18" fmla="*/ 111687 w 440381"/>
              <a:gd name="connsiteY18" fmla="*/ 178871 h 438559"/>
              <a:gd name="connsiteX19" fmla="*/ 111687 w 440381"/>
              <a:gd name="connsiteY19" fmla="*/ 178871 h 438559"/>
              <a:gd name="connsiteX20" fmla="*/ 369026 w 440381"/>
              <a:gd name="connsiteY20" fmla="*/ 435145 h 438559"/>
              <a:gd name="connsiteX21" fmla="*/ 384701 w 440381"/>
              <a:gd name="connsiteY21" fmla="*/ 435145 h 438559"/>
              <a:gd name="connsiteX22" fmla="*/ 436953 w 440381"/>
              <a:gd name="connsiteY22" fmla="*/ 383110 h 438559"/>
              <a:gd name="connsiteX23" fmla="*/ 436953 w 440381"/>
              <a:gd name="connsiteY23" fmla="*/ 367499 h 438559"/>
              <a:gd name="connsiteX24" fmla="*/ 179614 w 440381"/>
              <a:gd name="connsiteY24" fmla="*/ 110575 h 438559"/>
              <a:gd name="connsiteX25" fmla="*/ 179614 w 440381"/>
              <a:gd name="connsiteY25" fmla="*/ 110575 h 438559"/>
              <a:gd name="connsiteX26" fmla="*/ 354003 w 440381"/>
              <a:gd name="connsiteY26" fmla="*/ 93663 h 438559"/>
              <a:gd name="connsiteX27" fmla="*/ 367066 w 440381"/>
              <a:gd name="connsiteY27" fmla="*/ 85208 h 438559"/>
              <a:gd name="connsiteX28" fmla="*/ 382742 w 440381"/>
              <a:gd name="connsiteY28" fmla="*/ 13009 h 438559"/>
              <a:gd name="connsiteX29" fmla="*/ 374251 w 440381"/>
              <a:gd name="connsiteY29" fmla="*/ 0 h 438559"/>
              <a:gd name="connsiteX30" fmla="*/ 154795 w 440381"/>
              <a:gd name="connsiteY30" fmla="*/ 7155 h 4385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440381" h="438559">
                <a:moveTo>
                  <a:pt x="154795" y="7155"/>
                </a:moveTo>
                <a:cubicBezTo>
                  <a:pt x="154142" y="7155"/>
                  <a:pt x="154142" y="7155"/>
                  <a:pt x="153489" y="7155"/>
                </a:cubicBezTo>
                <a:cubicBezTo>
                  <a:pt x="152835" y="7155"/>
                  <a:pt x="152182" y="7155"/>
                  <a:pt x="151529" y="7155"/>
                </a:cubicBezTo>
                <a:cubicBezTo>
                  <a:pt x="150223" y="7805"/>
                  <a:pt x="149570" y="7805"/>
                  <a:pt x="148917" y="7805"/>
                </a:cubicBezTo>
                <a:cubicBezTo>
                  <a:pt x="148263" y="7805"/>
                  <a:pt x="147610" y="8456"/>
                  <a:pt x="146957" y="8456"/>
                </a:cubicBezTo>
                <a:cubicBezTo>
                  <a:pt x="146304" y="9106"/>
                  <a:pt x="145651" y="9106"/>
                  <a:pt x="144998" y="9757"/>
                </a:cubicBezTo>
                <a:cubicBezTo>
                  <a:pt x="144998" y="9757"/>
                  <a:pt x="144345" y="10407"/>
                  <a:pt x="144345" y="10407"/>
                </a:cubicBezTo>
                <a:lnTo>
                  <a:pt x="11103" y="143097"/>
                </a:lnTo>
                <a:cubicBezTo>
                  <a:pt x="11103" y="143097"/>
                  <a:pt x="10450" y="143747"/>
                  <a:pt x="10450" y="143747"/>
                </a:cubicBezTo>
                <a:cubicBezTo>
                  <a:pt x="9797" y="144398"/>
                  <a:pt x="9797" y="145048"/>
                  <a:pt x="9144" y="145699"/>
                </a:cubicBezTo>
                <a:cubicBezTo>
                  <a:pt x="9144" y="146349"/>
                  <a:pt x="8491" y="147000"/>
                  <a:pt x="8491" y="147650"/>
                </a:cubicBezTo>
                <a:cubicBezTo>
                  <a:pt x="8491" y="148301"/>
                  <a:pt x="7838" y="148951"/>
                  <a:pt x="7838" y="150252"/>
                </a:cubicBezTo>
                <a:cubicBezTo>
                  <a:pt x="7838" y="150902"/>
                  <a:pt x="7838" y="151553"/>
                  <a:pt x="7838" y="152203"/>
                </a:cubicBezTo>
                <a:cubicBezTo>
                  <a:pt x="7838" y="152854"/>
                  <a:pt x="7838" y="152854"/>
                  <a:pt x="7838" y="153504"/>
                </a:cubicBezTo>
                <a:lnTo>
                  <a:pt x="0" y="373353"/>
                </a:lnTo>
                <a:cubicBezTo>
                  <a:pt x="1306" y="379207"/>
                  <a:pt x="7185" y="383110"/>
                  <a:pt x="13063" y="381809"/>
                </a:cubicBezTo>
                <a:lnTo>
                  <a:pt x="85562" y="366198"/>
                </a:lnTo>
                <a:cubicBezTo>
                  <a:pt x="91440" y="364897"/>
                  <a:pt x="95359" y="359043"/>
                  <a:pt x="94053" y="353189"/>
                </a:cubicBezTo>
                <a:lnTo>
                  <a:pt x="111687" y="178871"/>
                </a:lnTo>
                <a:lnTo>
                  <a:pt x="111687" y="178871"/>
                </a:lnTo>
                <a:lnTo>
                  <a:pt x="369026" y="435145"/>
                </a:lnTo>
                <a:cubicBezTo>
                  <a:pt x="373598" y="439698"/>
                  <a:pt x="380129" y="439698"/>
                  <a:pt x="384701" y="435145"/>
                </a:cubicBezTo>
                <a:lnTo>
                  <a:pt x="436953" y="383110"/>
                </a:lnTo>
                <a:cubicBezTo>
                  <a:pt x="441525" y="378557"/>
                  <a:pt x="441525" y="372052"/>
                  <a:pt x="436953" y="367499"/>
                </a:cubicBezTo>
                <a:lnTo>
                  <a:pt x="179614" y="110575"/>
                </a:lnTo>
                <a:lnTo>
                  <a:pt x="179614" y="110575"/>
                </a:lnTo>
                <a:lnTo>
                  <a:pt x="354003" y="93663"/>
                </a:lnTo>
                <a:cubicBezTo>
                  <a:pt x="359882" y="94964"/>
                  <a:pt x="365760" y="91062"/>
                  <a:pt x="367066" y="85208"/>
                </a:cubicBezTo>
                <a:lnTo>
                  <a:pt x="382742" y="13009"/>
                </a:lnTo>
                <a:cubicBezTo>
                  <a:pt x="384048" y="7155"/>
                  <a:pt x="380129" y="1301"/>
                  <a:pt x="374251" y="0"/>
                </a:cubicBezTo>
                <a:lnTo>
                  <a:pt x="154795" y="7155"/>
                </a:lnTo>
                <a:close/>
              </a:path>
            </a:pathLst>
          </a:custGeom>
          <a:solidFill>
            <a:schemeClr val="accent1"/>
          </a:solidFill>
          <a:ln w="6531" cap="flat">
            <a:noFill/>
            <a:prstDash val="solid"/>
            <a:miter/>
          </a:ln>
        </p:spPr>
        <p:txBody>
          <a:bodyPr rtlCol="0" anchor="ctr"/>
          <a:lstStyle/>
          <a:p>
            <a:endParaRPr lang="en-SA">
              <a:solidFill>
                <a:schemeClr val="accent5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3689779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AEDD254A-CEB3-D84B-A5D1-60C7963640D1}"/>
              </a:ext>
            </a:extLst>
          </p:cNvPr>
          <p:cNvSpPr>
            <a:spLocks noGrp="1"/>
          </p:cNvSpPr>
          <p:nvPr>
            <p:ph type="body" sz="quarter" idx="4294967295"/>
          </p:nvPr>
        </p:nvSpPr>
        <p:spPr>
          <a:xfrm>
            <a:off x="1446826" y="2674534"/>
            <a:ext cx="3734775" cy="2087967"/>
          </a:xfrm>
        </p:spPr>
        <p:txBody>
          <a:bodyPr>
            <a:normAutofit/>
          </a:bodyPr>
          <a:lstStyle/>
          <a:p>
            <a:pPr lvl="0"/>
            <a:r>
              <a:rPr lang="en-US" dirty="0"/>
              <a:t>We </a:t>
            </a:r>
            <a:r>
              <a:rPr lang="en-US" b="1" dirty="0"/>
              <a:t>Growth</a:t>
            </a:r>
          </a:p>
          <a:p>
            <a:pPr lvl="0"/>
            <a:r>
              <a:rPr lang="en-US" dirty="0"/>
              <a:t>With The</a:t>
            </a:r>
          </a:p>
          <a:p>
            <a:pPr lvl="0"/>
            <a:r>
              <a:rPr lang="en-US" b="1" dirty="0"/>
              <a:t>Best</a:t>
            </a:r>
            <a:r>
              <a:rPr lang="en-US" dirty="0"/>
              <a:t> Team</a:t>
            </a:r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EB1C37A0-6295-9E47-9046-1BCBF2480809}"/>
              </a:ext>
            </a:extLst>
          </p:cNvPr>
          <p:cNvSpPr>
            <a:spLocks noGrp="1"/>
          </p:cNvSpPr>
          <p:nvPr>
            <p:ph type="body" sz="quarter" idx="4294967295"/>
          </p:nvPr>
        </p:nvSpPr>
        <p:spPr>
          <a:xfrm>
            <a:off x="1491392" y="5006744"/>
            <a:ext cx="3575640" cy="936857"/>
          </a:xfrm>
        </p:spPr>
        <p:txBody>
          <a:bodyPr>
            <a:normAutofit fontScale="62500" lnSpcReduction="20000"/>
          </a:bodyPr>
          <a:lstStyle/>
          <a:p>
            <a:pPr lvl="0"/>
            <a:r>
              <a:rPr lang="en-US" dirty="0"/>
              <a:t>Dynamically leverage existing alternative imperatives whereas superior intellectual</a:t>
            </a:r>
            <a:r>
              <a:rPr lang="id-ID" dirty="0"/>
              <a:t> </a:t>
            </a:r>
            <a:r>
              <a:rPr lang="en-US" dirty="0"/>
              <a:t>morph accurate</a:t>
            </a:r>
          </a:p>
        </p:txBody>
      </p:sp>
      <p:sp>
        <p:nvSpPr>
          <p:cNvPr id="5" name="Picture Placeholder 4">
            <a:extLst>
              <a:ext uri="{FF2B5EF4-FFF2-40B4-BE49-F238E27FC236}">
                <a16:creationId xmlns:a16="http://schemas.microsoft.com/office/drawing/2014/main" id="{EE70C711-69EA-FF4F-9366-298421648282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pattFill prst="pct20">
            <a:fgClr>
              <a:schemeClr val="tx2"/>
            </a:fgClr>
            <a:bgClr>
              <a:schemeClr val="bg1"/>
            </a:bgClr>
          </a:pattFill>
        </p:spPr>
      </p:sp>
      <p:grpSp>
        <p:nvGrpSpPr>
          <p:cNvPr id="2" name="Graphic 14">
            <a:extLst>
              <a:ext uri="{FF2B5EF4-FFF2-40B4-BE49-F238E27FC236}">
                <a16:creationId xmlns:a16="http://schemas.microsoft.com/office/drawing/2014/main" id="{D000A11C-03E9-5BBA-1E5F-A80C86A4AF1B}"/>
              </a:ext>
            </a:extLst>
          </p:cNvPr>
          <p:cNvGrpSpPr/>
          <p:nvPr/>
        </p:nvGrpSpPr>
        <p:grpSpPr>
          <a:xfrm>
            <a:off x="7953339" y="1268878"/>
            <a:ext cx="3004194" cy="799674"/>
            <a:chOff x="8806355" y="5189285"/>
            <a:chExt cx="3004194" cy="799674"/>
          </a:xfrm>
          <a:solidFill>
            <a:srgbClr val="FFFFFF"/>
          </a:solidFill>
        </p:grpSpPr>
        <p:grpSp>
          <p:nvGrpSpPr>
            <p:cNvPr id="6" name="Graphic 14">
              <a:extLst>
                <a:ext uri="{FF2B5EF4-FFF2-40B4-BE49-F238E27FC236}">
                  <a16:creationId xmlns:a16="http://schemas.microsoft.com/office/drawing/2014/main" id="{2150FF20-5971-9321-8584-6EE134EC6FD7}"/>
                </a:ext>
              </a:extLst>
            </p:cNvPr>
            <p:cNvGrpSpPr/>
            <p:nvPr/>
          </p:nvGrpSpPr>
          <p:grpSpPr>
            <a:xfrm>
              <a:off x="8806355" y="5710095"/>
              <a:ext cx="3004194" cy="278863"/>
              <a:chOff x="8806355" y="5710095"/>
              <a:chExt cx="3004194" cy="278863"/>
            </a:xfrm>
            <a:solidFill>
              <a:srgbClr val="FFFFFF"/>
            </a:solidFill>
          </p:grpSpPr>
          <p:sp>
            <p:nvSpPr>
              <p:cNvPr id="19" name="Freeform 18">
                <a:extLst>
                  <a:ext uri="{FF2B5EF4-FFF2-40B4-BE49-F238E27FC236}">
                    <a16:creationId xmlns:a16="http://schemas.microsoft.com/office/drawing/2014/main" id="{3EC0BDDC-AC78-9B11-60F9-21FE15AA6A4D}"/>
                  </a:ext>
                </a:extLst>
              </p:cNvPr>
              <p:cNvSpPr/>
              <p:nvPr/>
            </p:nvSpPr>
            <p:spPr>
              <a:xfrm>
                <a:off x="9144518" y="5711799"/>
                <a:ext cx="245794" cy="270344"/>
              </a:xfrm>
              <a:custGeom>
                <a:avLst/>
                <a:gdLst>
                  <a:gd name="connsiteX0" fmla="*/ 153532 w 245794"/>
                  <a:gd name="connsiteY0" fmla="*/ 5112 h 270344"/>
                  <a:gd name="connsiteX1" fmla="*/ 145534 w 245794"/>
                  <a:gd name="connsiteY1" fmla="*/ 0 h 270344"/>
                  <a:gd name="connsiteX2" fmla="*/ 98689 w 245794"/>
                  <a:gd name="connsiteY2" fmla="*/ 0 h 270344"/>
                  <a:gd name="connsiteX3" fmla="*/ 90691 w 245794"/>
                  <a:gd name="connsiteY3" fmla="*/ 5112 h 270344"/>
                  <a:gd name="connsiteX4" fmla="*/ 428 w 245794"/>
                  <a:gd name="connsiteY4" fmla="*/ 262961 h 270344"/>
                  <a:gd name="connsiteX5" fmla="*/ 428 w 245794"/>
                  <a:gd name="connsiteY5" fmla="*/ 268073 h 270344"/>
                  <a:gd name="connsiteX6" fmla="*/ 5570 w 245794"/>
                  <a:gd name="connsiteY6" fmla="*/ 270344 h 270344"/>
                  <a:gd name="connsiteX7" fmla="*/ 51273 w 245794"/>
                  <a:gd name="connsiteY7" fmla="*/ 270344 h 270344"/>
                  <a:gd name="connsiteX8" fmla="*/ 58699 w 245794"/>
                  <a:gd name="connsiteY8" fmla="*/ 265233 h 270344"/>
                  <a:gd name="connsiteX9" fmla="*/ 71839 w 245794"/>
                  <a:gd name="connsiteY9" fmla="*/ 226044 h 270344"/>
                  <a:gd name="connsiteX10" fmla="*/ 172956 w 245794"/>
                  <a:gd name="connsiteY10" fmla="*/ 226044 h 270344"/>
                  <a:gd name="connsiteX11" fmla="*/ 186095 w 245794"/>
                  <a:gd name="connsiteY11" fmla="*/ 265233 h 270344"/>
                  <a:gd name="connsiteX12" fmla="*/ 193522 w 245794"/>
                  <a:gd name="connsiteY12" fmla="*/ 270344 h 270344"/>
                  <a:gd name="connsiteX13" fmla="*/ 239224 w 245794"/>
                  <a:gd name="connsiteY13" fmla="*/ 270344 h 270344"/>
                  <a:gd name="connsiteX14" fmla="*/ 244937 w 245794"/>
                  <a:gd name="connsiteY14" fmla="*/ 268073 h 270344"/>
                  <a:gd name="connsiteX15" fmla="*/ 244937 w 245794"/>
                  <a:gd name="connsiteY15" fmla="*/ 262961 h 270344"/>
                  <a:gd name="connsiteX16" fmla="*/ 153532 w 245794"/>
                  <a:gd name="connsiteY16" fmla="*/ 5112 h 270344"/>
                  <a:gd name="connsiteX17" fmla="*/ 87835 w 245794"/>
                  <a:gd name="connsiteY17" fmla="*/ 176065 h 270344"/>
                  <a:gd name="connsiteX18" fmla="*/ 122112 w 245794"/>
                  <a:gd name="connsiteY18" fmla="*/ 72698 h 270344"/>
                  <a:gd name="connsiteX19" fmla="*/ 156388 w 245794"/>
                  <a:gd name="connsiteY19" fmla="*/ 176065 h 270344"/>
                  <a:gd name="connsiteX20" fmla="*/ 87835 w 245794"/>
                  <a:gd name="connsiteY20" fmla="*/ 176065 h 270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245794" h="270344">
                    <a:moveTo>
                      <a:pt x="153532" y="5112"/>
                    </a:moveTo>
                    <a:cubicBezTo>
                      <a:pt x="152390" y="2272"/>
                      <a:pt x="148962" y="0"/>
                      <a:pt x="145534" y="0"/>
                    </a:cubicBezTo>
                    <a:lnTo>
                      <a:pt x="98689" y="0"/>
                    </a:lnTo>
                    <a:cubicBezTo>
                      <a:pt x="94690" y="0"/>
                      <a:pt x="91834" y="2272"/>
                      <a:pt x="90691" y="5112"/>
                    </a:cubicBezTo>
                    <a:lnTo>
                      <a:pt x="428" y="262961"/>
                    </a:lnTo>
                    <a:cubicBezTo>
                      <a:pt x="-143" y="265233"/>
                      <a:pt x="-143" y="266937"/>
                      <a:pt x="428" y="268073"/>
                    </a:cubicBezTo>
                    <a:cubicBezTo>
                      <a:pt x="1571" y="269776"/>
                      <a:pt x="3285" y="270344"/>
                      <a:pt x="5570" y="270344"/>
                    </a:cubicBezTo>
                    <a:lnTo>
                      <a:pt x="51273" y="270344"/>
                    </a:lnTo>
                    <a:cubicBezTo>
                      <a:pt x="55272" y="270344"/>
                      <a:pt x="57557" y="268641"/>
                      <a:pt x="58699" y="265233"/>
                    </a:cubicBezTo>
                    <a:lnTo>
                      <a:pt x="71839" y="226044"/>
                    </a:lnTo>
                    <a:lnTo>
                      <a:pt x="172956" y="226044"/>
                    </a:lnTo>
                    <a:lnTo>
                      <a:pt x="186095" y="265233"/>
                    </a:lnTo>
                    <a:cubicBezTo>
                      <a:pt x="187238" y="268641"/>
                      <a:pt x="189523" y="270344"/>
                      <a:pt x="193522" y="270344"/>
                    </a:cubicBezTo>
                    <a:lnTo>
                      <a:pt x="239224" y="270344"/>
                    </a:lnTo>
                    <a:cubicBezTo>
                      <a:pt x="241510" y="270344"/>
                      <a:pt x="243795" y="269776"/>
                      <a:pt x="244937" y="268073"/>
                    </a:cubicBezTo>
                    <a:cubicBezTo>
                      <a:pt x="246080" y="266937"/>
                      <a:pt x="246080" y="264665"/>
                      <a:pt x="244937" y="262961"/>
                    </a:cubicBezTo>
                    <a:lnTo>
                      <a:pt x="153532" y="5112"/>
                    </a:lnTo>
                    <a:close/>
                    <a:moveTo>
                      <a:pt x="87835" y="176065"/>
                    </a:moveTo>
                    <a:lnTo>
                      <a:pt x="122112" y="72698"/>
                    </a:lnTo>
                    <a:lnTo>
                      <a:pt x="156388" y="176065"/>
                    </a:lnTo>
                    <a:lnTo>
                      <a:pt x="87835" y="176065"/>
                    </a:ln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20" name="Freeform 19">
                <a:extLst>
                  <a:ext uri="{FF2B5EF4-FFF2-40B4-BE49-F238E27FC236}">
                    <a16:creationId xmlns:a16="http://schemas.microsoft.com/office/drawing/2014/main" id="{56A56CD9-963D-1A04-EBFA-FBDADB98CD05}"/>
                  </a:ext>
                </a:extLst>
              </p:cNvPr>
              <p:cNvSpPr/>
              <p:nvPr/>
            </p:nvSpPr>
            <p:spPr>
              <a:xfrm>
                <a:off x="9482575" y="5711799"/>
                <a:ext cx="289155" cy="270912"/>
              </a:xfrm>
              <a:custGeom>
                <a:avLst/>
                <a:gdLst>
                  <a:gd name="connsiteX0" fmla="*/ 283356 w 289155"/>
                  <a:gd name="connsiteY0" fmla="*/ 0 h 270912"/>
                  <a:gd name="connsiteX1" fmla="*/ 232512 w 289155"/>
                  <a:gd name="connsiteY1" fmla="*/ 0 h 270912"/>
                  <a:gd name="connsiteX2" fmla="*/ 225085 w 289155"/>
                  <a:gd name="connsiteY2" fmla="*/ 4544 h 270912"/>
                  <a:gd name="connsiteX3" fmla="*/ 145106 w 289155"/>
                  <a:gd name="connsiteY3" fmla="*/ 204462 h 270912"/>
                  <a:gd name="connsiteX4" fmla="*/ 65126 w 289155"/>
                  <a:gd name="connsiteY4" fmla="*/ 4544 h 270912"/>
                  <a:gd name="connsiteX5" fmla="*/ 57699 w 289155"/>
                  <a:gd name="connsiteY5" fmla="*/ 0 h 270912"/>
                  <a:gd name="connsiteX6" fmla="*/ 6855 w 289155"/>
                  <a:gd name="connsiteY6" fmla="*/ 0 h 270912"/>
                  <a:gd name="connsiteX7" fmla="*/ 0 w 289155"/>
                  <a:gd name="connsiteY7" fmla="*/ 6815 h 270912"/>
                  <a:gd name="connsiteX8" fmla="*/ 0 w 289155"/>
                  <a:gd name="connsiteY8" fmla="*/ 264097 h 270912"/>
                  <a:gd name="connsiteX9" fmla="*/ 6855 w 289155"/>
                  <a:gd name="connsiteY9" fmla="*/ 270912 h 270912"/>
                  <a:gd name="connsiteX10" fmla="*/ 50273 w 289155"/>
                  <a:gd name="connsiteY10" fmla="*/ 270912 h 270912"/>
                  <a:gd name="connsiteX11" fmla="*/ 57128 w 289155"/>
                  <a:gd name="connsiteY11" fmla="*/ 264097 h 270912"/>
                  <a:gd name="connsiteX12" fmla="*/ 57128 w 289155"/>
                  <a:gd name="connsiteY12" fmla="*/ 107911 h 270912"/>
                  <a:gd name="connsiteX13" fmla="*/ 117684 w 289155"/>
                  <a:gd name="connsiteY13" fmla="*/ 265801 h 270912"/>
                  <a:gd name="connsiteX14" fmla="*/ 125111 w 289155"/>
                  <a:gd name="connsiteY14" fmla="*/ 270912 h 270912"/>
                  <a:gd name="connsiteX15" fmla="*/ 163958 w 289155"/>
                  <a:gd name="connsiteY15" fmla="*/ 270912 h 270912"/>
                  <a:gd name="connsiteX16" fmla="*/ 171385 w 289155"/>
                  <a:gd name="connsiteY16" fmla="*/ 265801 h 270912"/>
                  <a:gd name="connsiteX17" fmla="*/ 231941 w 289155"/>
                  <a:gd name="connsiteY17" fmla="*/ 107911 h 270912"/>
                  <a:gd name="connsiteX18" fmla="*/ 231941 w 289155"/>
                  <a:gd name="connsiteY18" fmla="*/ 264097 h 270912"/>
                  <a:gd name="connsiteX19" fmla="*/ 238796 w 289155"/>
                  <a:gd name="connsiteY19" fmla="*/ 270912 h 270912"/>
                  <a:gd name="connsiteX20" fmla="*/ 282213 w 289155"/>
                  <a:gd name="connsiteY20" fmla="*/ 270912 h 270912"/>
                  <a:gd name="connsiteX21" fmla="*/ 289069 w 289155"/>
                  <a:gd name="connsiteY21" fmla="*/ 264097 h 270912"/>
                  <a:gd name="connsiteX22" fmla="*/ 289069 w 289155"/>
                  <a:gd name="connsiteY22" fmla="*/ 6815 h 270912"/>
                  <a:gd name="connsiteX23" fmla="*/ 283356 w 289155"/>
                  <a:gd name="connsiteY23" fmla="*/ 0 h 2709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289155" h="270912">
                    <a:moveTo>
                      <a:pt x="283356" y="0"/>
                    </a:moveTo>
                    <a:lnTo>
                      <a:pt x="232512" y="0"/>
                    </a:lnTo>
                    <a:cubicBezTo>
                      <a:pt x="229084" y="0"/>
                      <a:pt x="226228" y="1704"/>
                      <a:pt x="225085" y="4544"/>
                    </a:cubicBezTo>
                    <a:lnTo>
                      <a:pt x="145106" y="204462"/>
                    </a:lnTo>
                    <a:lnTo>
                      <a:pt x="65126" y="4544"/>
                    </a:lnTo>
                    <a:cubicBezTo>
                      <a:pt x="63984" y="1704"/>
                      <a:pt x="61698" y="0"/>
                      <a:pt x="57699" y="0"/>
                    </a:cubicBezTo>
                    <a:lnTo>
                      <a:pt x="6855" y="0"/>
                    </a:lnTo>
                    <a:cubicBezTo>
                      <a:pt x="2856" y="0"/>
                      <a:pt x="0" y="2840"/>
                      <a:pt x="0" y="6815"/>
                    </a:cubicBezTo>
                    <a:lnTo>
                      <a:pt x="0" y="264097"/>
                    </a:lnTo>
                    <a:cubicBezTo>
                      <a:pt x="0" y="268073"/>
                      <a:pt x="2856" y="270912"/>
                      <a:pt x="6855" y="270912"/>
                    </a:cubicBezTo>
                    <a:lnTo>
                      <a:pt x="50273" y="270912"/>
                    </a:lnTo>
                    <a:cubicBezTo>
                      <a:pt x="54272" y="270912"/>
                      <a:pt x="57128" y="268073"/>
                      <a:pt x="57128" y="264097"/>
                    </a:cubicBezTo>
                    <a:lnTo>
                      <a:pt x="57128" y="107911"/>
                    </a:lnTo>
                    <a:lnTo>
                      <a:pt x="117684" y="265801"/>
                    </a:lnTo>
                    <a:cubicBezTo>
                      <a:pt x="118827" y="269208"/>
                      <a:pt x="121683" y="270912"/>
                      <a:pt x="125111" y="270912"/>
                    </a:cubicBezTo>
                    <a:lnTo>
                      <a:pt x="163958" y="270912"/>
                    </a:lnTo>
                    <a:cubicBezTo>
                      <a:pt x="167386" y="270912"/>
                      <a:pt x="170242" y="269208"/>
                      <a:pt x="171385" y="265801"/>
                    </a:cubicBezTo>
                    <a:lnTo>
                      <a:pt x="231941" y="107911"/>
                    </a:lnTo>
                    <a:lnTo>
                      <a:pt x="231941" y="264097"/>
                    </a:lnTo>
                    <a:cubicBezTo>
                      <a:pt x="231941" y="268073"/>
                      <a:pt x="234797" y="270912"/>
                      <a:pt x="238796" y="270912"/>
                    </a:cubicBezTo>
                    <a:lnTo>
                      <a:pt x="282213" y="270912"/>
                    </a:lnTo>
                    <a:cubicBezTo>
                      <a:pt x="286212" y="270912"/>
                      <a:pt x="289069" y="268073"/>
                      <a:pt x="289069" y="264097"/>
                    </a:cubicBezTo>
                    <a:lnTo>
                      <a:pt x="289069" y="6815"/>
                    </a:lnTo>
                    <a:cubicBezTo>
                      <a:pt x="289640" y="2840"/>
                      <a:pt x="287355" y="0"/>
                      <a:pt x="28335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21" name="Freeform 20">
                <a:extLst>
                  <a:ext uri="{FF2B5EF4-FFF2-40B4-BE49-F238E27FC236}">
                    <a16:creationId xmlns:a16="http://schemas.microsoft.com/office/drawing/2014/main" id="{C5BFA8A1-53A7-C035-7D43-B5B915DD2479}"/>
                  </a:ext>
                </a:extLst>
              </p:cNvPr>
              <p:cNvSpPr/>
              <p:nvPr/>
            </p:nvSpPr>
            <p:spPr>
              <a:xfrm>
                <a:off x="9979019" y="5710095"/>
                <a:ext cx="234912" cy="278863"/>
              </a:xfrm>
              <a:custGeom>
                <a:avLst/>
                <a:gdLst>
                  <a:gd name="connsiteX0" fmla="*/ 217658 w 234912"/>
                  <a:gd name="connsiteY0" fmla="*/ 214685 h 278863"/>
                  <a:gd name="connsiteX1" fmla="*/ 208518 w 234912"/>
                  <a:gd name="connsiteY1" fmla="*/ 215253 h 278863"/>
                  <a:gd name="connsiteX2" fmla="*/ 139964 w 234912"/>
                  <a:gd name="connsiteY2" fmla="*/ 241379 h 278863"/>
                  <a:gd name="connsiteX3" fmla="*/ 38847 w 234912"/>
                  <a:gd name="connsiteY3" fmla="*/ 138580 h 278863"/>
                  <a:gd name="connsiteX4" fmla="*/ 139964 w 234912"/>
                  <a:gd name="connsiteY4" fmla="*/ 35781 h 278863"/>
                  <a:gd name="connsiteX5" fmla="*/ 208518 w 234912"/>
                  <a:gd name="connsiteY5" fmla="*/ 61907 h 278863"/>
                  <a:gd name="connsiteX6" fmla="*/ 213659 w 234912"/>
                  <a:gd name="connsiteY6" fmla="*/ 64178 h 278863"/>
                  <a:gd name="connsiteX7" fmla="*/ 217658 w 234912"/>
                  <a:gd name="connsiteY7" fmla="*/ 61907 h 278863"/>
                  <a:gd name="connsiteX8" fmla="*/ 233083 w 234912"/>
                  <a:gd name="connsiteY8" fmla="*/ 45436 h 278863"/>
                  <a:gd name="connsiteX9" fmla="*/ 231940 w 234912"/>
                  <a:gd name="connsiteY9" fmla="*/ 35781 h 278863"/>
                  <a:gd name="connsiteX10" fmla="*/ 138822 w 234912"/>
                  <a:gd name="connsiteY10" fmla="*/ 0 h 278863"/>
                  <a:gd name="connsiteX11" fmla="*/ 0 w 234912"/>
                  <a:gd name="connsiteY11" fmla="*/ 139716 h 278863"/>
                  <a:gd name="connsiteX12" fmla="*/ 138822 w 234912"/>
                  <a:gd name="connsiteY12" fmla="*/ 278864 h 278863"/>
                  <a:gd name="connsiteX13" fmla="*/ 231940 w 234912"/>
                  <a:gd name="connsiteY13" fmla="*/ 242515 h 278863"/>
                  <a:gd name="connsiteX14" fmla="*/ 232512 w 234912"/>
                  <a:gd name="connsiteY14" fmla="*/ 232860 h 278863"/>
                  <a:gd name="connsiteX15" fmla="*/ 217658 w 234912"/>
                  <a:gd name="connsiteY15" fmla="*/ 214685 h 2788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34912" h="278863">
                    <a:moveTo>
                      <a:pt x="217658" y="214685"/>
                    </a:moveTo>
                    <a:cubicBezTo>
                      <a:pt x="215373" y="212413"/>
                      <a:pt x="212517" y="211278"/>
                      <a:pt x="208518" y="215253"/>
                    </a:cubicBezTo>
                    <a:cubicBezTo>
                      <a:pt x="187952" y="232860"/>
                      <a:pt x="165672" y="241379"/>
                      <a:pt x="139964" y="241379"/>
                    </a:cubicBezTo>
                    <a:cubicBezTo>
                      <a:pt x="82265" y="241379"/>
                      <a:pt x="38847" y="197079"/>
                      <a:pt x="38847" y="138580"/>
                    </a:cubicBezTo>
                    <a:cubicBezTo>
                      <a:pt x="38847" y="80081"/>
                      <a:pt x="82265" y="35781"/>
                      <a:pt x="139964" y="35781"/>
                    </a:cubicBezTo>
                    <a:cubicBezTo>
                      <a:pt x="165672" y="35781"/>
                      <a:pt x="187952" y="44300"/>
                      <a:pt x="208518" y="61907"/>
                    </a:cubicBezTo>
                    <a:cubicBezTo>
                      <a:pt x="210232" y="63610"/>
                      <a:pt x="211946" y="64178"/>
                      <a:pt x="213659" y="64178"/>
                    </a:cubicBezTo>
                    <a:cubicBezTo>
                      <a:pt x="215373" y="64178"/>
                      <a:pt x="216516" y="63043"/>
                      <a:pt x="217658" y="61907"/>
                    </a:cubicBezTo>
                    <a:lnTo>
                      <a:pt x="233083" y="45436"/>
                    </a:lnTo>
                    <a:cubicBezTo>
                      <a:pt x="235940" y="42028"/>
                      <a:pt x="235368" y="38621"/>
                      <a:pt x="231940" y="35781"/>
                    </a:cubicBezTo>
                    <a:cubicBezTo>
                      <a:pt x="205662" y="11927"/>
                      <a:pt x="174812" y="0"/>
                      <a:pt x="138822" y="0"/>
                    </a:cubicBezTo>
                    <a:cubicBezTo>
                      <a:pt x="59985" y="0"/>
                      <a:pt x="0" y="60203"/>
                      <a:pt x="0" y="139716"/>
                    </a:cubicBezTo>
                    <a:cubicBezTo>
                      <a:pt x="0" y="219229"/>
                      <a:pt x="59413" y="278864"/>
                      <a:pt x="138822" y="278864"/>
                    </a:cubicBezTo>
                    <a:cubicBezTo>
                      <a:pt x="174812" y="278864"/>
                      <a:pt x="205662" y="266369"/>
                      <a:pt x="231940" y="242515"/>
                    </a:cubicBezTo>
                    <a:cubicBezTo>
                      <a:pt x="234226" y="240243"/>
                      <a:pt x="236511" y="236835"/>
                      <a:pt x="232512" y="232860"/>
                    </a:cubicBezTo>
                    <a:lnTo>
                      <a:pt x="217658" y="214685"/>
                    </a:ln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22" name="Freeform 21">
                <a:extLst>
                  <a:ext uri="{FF2B5EF4-FFF2-40B4-BE49-F238E27FC236}">
                    <a16:creationId xmlns:a16="http://schemas.microsoft.com/office/drawing/2014/main" id="{3F940F03-DB10-FCC3-62B7-75DD1D7B276C}"/>
                  </a:ext>
                </a:extLst>
              </p:cNvPr>
              <p:cNvSpPr/>
              <p:nvPr/>
            </p:nvSpPr>
            <p:spPr>
              <a:xfrm>
                <a:off x="10310274" y="5711799"/>
                <a:ext cx="231171" cy="270912"/>
              </a:xfrm>
              <a:custGeom>
                <a:avLst/>
                <a:gdLst>
                  <a:gd name="connsiteX0" fmla="*/ 136625 w 231171"/>
                  <a:gd name="connsiteY0" fmla="*/ 5112 h 270912"/>
                  <a:gd name="connsiteX1" fmla="*/ 128627 w 231171"/>
                  <a:gd name="connsiteY1" fmla="*/ 0 h 270912"/>
                  <a:gd name="connsiteX2" fmla="*/ 100634 w 231171"/>
                  <a:gd name="connsiteY2" fmla="*/ 0 h 270912"/>
                  <a:gd name="connsiteX3" fmla="*/ 93207 w 231171"/>
                  <a:gd name="connsiteY3" fmla="*/ 5112 h 270912"/>
                  <a:gd name="connsiteX4" fmla="*/ 660 w 231171"/>
                  <a:gd name="connsiteY4" fmla="*/ 262961 h 270912"/>
                  <a:gd name="connsiteX5" fmla="*/ 660 w 231171"/>
                  <a:gd name="connsiteY5" fmla="*/ 268641 h 270912"/>
                  <a:gd name="connsiteX6" fmla="*/ 5801 w 231171"/>
                  <a:gd name="connsiteY6" fmla="*/ 270912 h 270912"/>
                  <a:gd name="connsiteX7" fmla="*/ 32080 w 231171"/>
                  <a:gd name="connsiteY7" fmla="*/ 270912 h 270912"/>
                  <a:gd name="connsiteX8" fmla="*/ 39507 w 231171"/>
                  <a:gd name="connsiteY8" fmla="*/ 265801 h 270912"/>
                  <a:gd name="connsiteX9" fmla="*/ 57217 w 231171"/>
                  <a:gd name="connsiteY9" fmla="*/ 214685 h 270912"/>
                  <a:gd name="connsiteX10" fmla="*/ 174329 w 231171"/>
                  <a:gd name="connsiteY10" fmla="*/ 214685 h 270912"/>
                  <a:gd name="connsiteX11" fmla="*/ 192039 w 231171"/>
                  <a:gd name="connsiteY11" fmla="*/ 265801 h 270912"/>
                  <a:gd name="connsiteX12" fmla="*/ 198895 w 231171"/>
                  <a:gd name="connsiteY12" fmla="*/ 270912 h 270912"/>
                  <a:gd name="connsiteX13" fmla="*/ 225174 w 231171"/>
                  <a:gd name="connsiteY13" fmla="*/ 270912 h 270912"/>
                  <a:gd name="connsiteX14" fmla="*/ 230315 w 231171"/>
                  <a:gd name="connsiteY14" fmla="*/ 268641 h 270912"/>
                  <a:gd name="connsiteX15" fmla="*/ 230315 w 231171"/>
                  <a:gd name="connsiteY15" fmla="*/ 263529 h 270912"/>
                  <a:gd name="connsiteX16" fmla="*/ 136625 w 231171"/>
                  <a:gd name="connsiteY16" fmla="*/ 5112 h 270912"/>
                  <a:gd name="connsiteX17" fmla="*/ 68071 w 231171"/>
                  <a:gd name="connsiteY17" fmla="*/ 181176 h 270912"/>
                  <a:gd name="connsiteX18" fmla="*/ 114916 w 231171"/>
                  <a:gd name="connsiteY18" fmla="*/ 47140 h 270912"/>
                  <a:gd name="connsiteX19" fmla="*/ 161761 w 231171"/>
                  <a:gd name="connsiteY19" fmla="*/ 181176 h 270912"/>
                  <a:gd name="connsiteX20" fmla="*/ 68071 w 231171"/>
                  <a:gd name="connsiteY20" fmla="*/ 181176 h 2709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231171" h="270912">
                    <a:moveTo>
                      <a:pt x="136625" y="5112"/>
                    </a:moveTo>
                    <a:cubicBezTo>
                      <a:pt x="135482" y="2272"/>
                      <a:pt x="132055" y="0"/>
                      <a:pt x="128627" y="0"/>
                    </a:cubicBezTo>
                    <a:lnTo>
                      <a:pt x="100634" y="0"/>
                    </a:lnTo>
                    <a:cubicBezTo>
                      <a:pt x="97206" y="0"/>
                      <a:pt x="94350" y="1704"/>
                      <a:pt x="93207" y="5112"/>
                    </a:cubicBezTo>
                    <a:lnTo>
                      <a:pt x="660" y="262961"/>
                    </a:lnTo>
                    <a:cubicBezTo>
                      <a:pt x="-483" y="265233"/>
                      <a:pt x="88" y="266937"/>
                      <a:pt x="660" y="268641"/>
                    </a:cubicBezTo>
                    <a:cubicBezTo>
                      <a:pt x="1231" y="269776"/>
                      <a:pt x="2945" y="270912"/>
                      <a:pt x="5801" y="270912"/>
                    </a:cubicBezTo>
                    <a:lnTo>
                      <a:pt x="32080" y="270912"/>
                    </a:lnTo>
                    <a:cubicBezTo>
                      <a:pt x="36079" y="270912"/>
                      <a:pt x="38364" y="269208"/>
                      <a:pt x="39507" y="265801"/>
                    </a:cubicBezTo>
                    <a:lnTo>
                      <a:pt x="57217" y="214685"/>
                    </a:lnTo>
                    <a:lnTo>
                      <a:pt x="174329" y="214685"/>
                    </a:lnTo>
                    <a:lnTo>
                      <a:pt x="192039" y="265801"/>
                    </a:lnTo>
                    <a:cubicBezTo>
                      <a:pt x="193182" y="269208"/>
                      <a:pt x="195467" y="270912"/>
                      <a:pt x="198895" y="270912"/>
                    </a:cubicBezTo>
                    <a:lnTo>
                      <a:pt x="225174" y="270912"/>
                    </a:lnTo>
                    <a:cubicBezTo>
                      <a:pt x="227459" y="270912"/>
                      <a:pt x="229172" y="270344"/>
                      <a:pt x="230315" y="268641"/>
                    </a:cubicBezTo>
                    <a:cubicBezTo>
                      <a:pt x="231458" y="267505"/>
                      <a:pt x="231458" y="265233"/>
                      <a:pt x="230315" y="263529"/>
                    </a:cubicBezTo>
                    <a:lnTo>
                      <a:pt x="136625" y="5112"/>
                    </a:lnTo>
                    <a:close/>
                    <a:moveTo>
                      <a:pt x="68071" y="181176"/>
                    </a:moveTo>
                    <a:lnTo>
                      <a:pt x="114916" y="47140"/>
                    </a:lnTo>
                    <a:lnTo>
                      <a:pt x="161761" y="181176"/>
                    </a:lnTo>
                    <a:lnTo>
                      <a:pt x="68071" y="181176"/>
                    </a:ln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23" name="Freeform 22">
                <a:extLst>
                  <a:ext uri="{FF2B5EF4-FFF2-40B4-BE49-F238E27FC236}">
                    <a16:creationId xmlns:a16="http://schemas.microsoft.com/office/drawing/2014/main" id="{82B50C21-0D6F-A276-A8EF-89E555453BF8}"/>
                  </a:ext>
                </a:extLst>
              </p:cNvPr>
              <p:cNvSpPr/>
              <p:nvPr/>
            </p:nvSpPr>
            <p:spPr>
              <a:xfrm>
                <a:off x="10650275" y="5711799"/>
                <a:ext cx="174241" cy="270912"/>
              </a:xfrm>
              <a:custGeom>
                <a:avLst/>
                <a:gdLst>
                  <a:gd name="connsiteX0" fmla="*/ 82836 w 174241"/>
                  <a:gd name="connsiteY0" fmla="*/ 0 h 270912"/>
                  <a:gd name="connsiteX1" fmla="*/ 6855 w 174241"/>
                  <a:gd name="connsiteY1" fmla="*/ 0 h 270912"/>
                  <a:gd name="connsiteX2" fmla="*/ 0 w 174241"/>
                  <a:gd name="connsiteY2" fmla="*/ 6247 h 270912"/>
                  <a:gd name="connsiteX3" fmla="*/ 0 w 174241"/>
                  <a:gd name="connsiteY3" fmla="*/ 264665 h 270912"/>
                  <a:gd name="connsiteX4" fmla="*/ 6855 w 174241"/>
                  <a:gd name="connsiteY4" fmla="*/ 270912 h 270912"/>
                  <a:gd name="connsiteX5" fmla="*/ 31992 w 174241"/>
                  <a:gd name="connsiteY5" fmla="*/ 270912 h 270912"/>
                  <a:gd name="connsiteX6" fmla="*/ 38276 w 174241"/>
                  <a:gd name="connsiteY6" fmla="*/ 264665 h 270912"/>
                  <a:gd name="connsiteX7" fmla="*/ 38276 w 174241"/>
                  <a:gd name="connsiteY7" fmla="*/ 170953 h 270912"/>
                  <a:gd name="connsiteX8" fmla="*/ 82836 w 174241"/>
                  <a:gd name="connsiteY8" fmla="*/ 170953 h 270912"/>
                  <a:gd name="connsiteX9" fmla="*/ 174241 w 174241"/>
                  <a:gd name="connsiteY9" fmla="*/ 85760 h 270912"/>
                  <a:gd name="connsiteX10" fmla="*/ 82836 w 174241"/>
                  <a:gd name="connsiteY10" fmla="*/ 0 h 270912"/>
                  <a:gd name="connsiteX11" fmla="*/ 80551 w 174241"/>
                  <a:gd name="connsiteY11" fmla="*/ 137444 h 270912"/>
                  <a:gd name="connsiteX12" fmla="*/ 38276 w 174241"/>
                  <a:gd name="connsiteY12" fmla="*/ 137444 h 270912"/>
                  <a:gd name="connsiteX13" fmla="*/ 38276 w 174241"/>
                  <a:gd name="connsiteY13" fmla="*/ 33509 h 270912"/>
                  <a:gd name="connsiteX14" fmla="*/ 80551 w 174241"/>
                  <a:gd name="connsiteY14" fmla="*/ 33509 h 270912"/>
                  <a:gd name="connsiteX15" fmla="*/ 137679 w 174241"/>
                  <a:gd name="connsiteY15" fmla="*/ 85193 h 270912"/>
                  <a:gd name="connsiteX16" fmla="*/ 80551 w 174241"/>
                  <a:gd name="connsiteY16" fmla="*/ 137444 h 2709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74241" h="270912">
                    <a:moveTo>
                      <a:pt x="82836" y="0"/>
                    </a:moveTo>
                    <a:lnTo>
                      <a:pt x="6855" y="0"/>
                    </a:lnTo>
                    <a:cubicBezTo>
                      <a:pt x="2856" y="0"/>
                      <a:pt x="0" y="2272"/>
                      <a:pt x="0" y="6247"/>
                    </a:cubicBezTo>
                    <a:lnTo>
                      <a:pt x="0" y="264665"/>
                    </a:lnTo>
                    <a:cubicBezTo>
                      <a:pt x="0" y="268641"/>
                      <a:pt x="2285" y="270912"/>
                      <a:pt x="6855" y="270912"/>
                    </a:cubicBezTo>
                    <a:lnTo>
                      <a:pt x="31992" y="270912"/>
                    </a:lnTo>
                    <a:cubicBezTo>
                      <a:pt x="35991" y="270912"/>
                      <a:pt x="38276" y="268641"/>
                      <a:pt x="38276" y="264665"/>
                    </a:cubicBezTo>
                    <a:lnTo>
                      <a:pt x="38276" y="170953"/>
                    </a:lnTo>
                    <a:lnTo>
                      <a:pt x="82836" y="170953"/>
                    </a:lnTo>
                    <a:cubicBezTo>
                      <a:pt x="139964" y="170953"/>
                      <a:pt x="174241" y="139148"/>
                      <a:pt x="174241" y="85760"/>
                    </a:cubicBezTo>
                    <a:cubicBezTo>
                      <a:pt x="174241" y="32373"/>
                      <a:pt x="139964" y="0"/>
                      <a:pt x="82836" y="0"/>
                    </a:cubicBezTo>
                    <a:close/>
                    <a:moveTo>
                      <a:pt x="80551" y="137444"/>
                    </a:moveTo>
                    <a:lnTo>
                      <a:pt x="38276" y="137444"/>
                    </a:lnTo>
                    <a:lnTo>
                      <a:pt x="38276" y="33509"/>
                    </a:lnTo>
                    <a:lnTo>
                      <a:pt x="80551" y="33509"/>
                    </a:lnTo>
                    <a:cubicBezTo>
                      <a:pt x="106830" y="33509"/>
                      <a:pt x="137679" y="42596"/>
                      <a:pt x="137679" y="85193"/>
                    </a:cubicBezTo>
                    <a:cubicBezTo>
                      <a:pt x="137679" y="128357"/>
                      <a:pt x="106259" y="137444"/>
                      <a:pt x="80551" y="137444"/>
                    </a:cubicBez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24" name="Freeform 23">
                <a:extLst>
                  <a:ext uri="{FF2B5EF4-FFF2-40B4-BE49-F238E27FC236}">
                    <a16:creationId xmlns:a16="http://schemas.microsoft.com/office/drawing/2014/main" id="{E3BDA28C-73D2-DEA5-7225-4020CACD4F32}"/>
                  </a:ext>
                </a:extLst>
              </p:cNvPr>
              <p:cNvSpPr/>
              <p:nvPr/>
            </p:nvSpPr>
            <p:spPr>
              <a:xfrm>
                <a:off x="10938201" y="5711799"/>
                <a:ext cx="38275" cy="270912"/>
              </a:xfrm>
              <a:custGeom>
                <a:avLst/>
                <a:gdLst>
                  <a:gd name="connsiteX0" fmla="*/ 31992 w 38275"/>
                  <a:gd name="connsiteY0" fmla="*/ 0 h 270912"/>
                  <a:gd name="connsiteX1" fmla="*/ 6855 w 38275"/>
                  <a:gd name="connsiteY1" fmla="*/ 0 h 270912"/>
                  <a:gd name="connsiteX2" fmla="*/ 0 w 38275"/>
                  <a:gd name="connsiteY2" fmla="*/ 6247 h 270912"/>
                  <a:gd name="connsiteX3" fmla="*/ 0 w 38275"/>
                  <a:gd name="connsiteY3" fmla="*/ 264665 h 270912"/>
                  <a:gd name="connsiteX4" fmla="*/ 6855 w 38275"/>
                  <a:gd name="connsiteY4" fmla="*/ 270912 h 270912"/>
                  <a:gd name="connsiteX5" fmla="*/ 31992 w 38275"/>
                  <a:gd name="connsiteY5" fmla="*/ 270912 h 270912"/>
                  <a:gd name="connsiteX6" fmla="*/ 38276 w 38275"/>
                  <a:gd name="connsiteY6" fmla="*/ 264665 h 270912"/>
                  <a:gd name="connsiteX7" fmla="*/ 38276 w 38275"/>
                  <a:gd name="connsiteY7" fmla="*/ 6247 h 270912"/>
                  <a:gd name="connsiteX8" fmla="*/ 31992 w 38275"/>
                  <a:gd name="connsiteY8" fmla="*/ 0 h 2709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8275" h="270912">
                    <a:moveTo>
                      <a:pt x="31992" y="0"/>
                    </a:moveTo>
                    <a:lnTo>
                      <a:pt x="6855" y="0"/>
                    </a:lnTo>
                    <a:cubicBezTo>
                      <a:pt x="2856" y="0"/>
                      <a:pt x="0" y="2272"/>
                      <a:pt x="0" y="6247"/>
                    </a:cubicBezTo>
                    <a:lnTo>
                      <a:pt x="0" y="264665"/>
                    </a:lnTo>
                    <a:cubicBezTo>
                      <a:pt x="0" y="268641"/>
                      <a:pt x="2285" y="270912"/>
                      <a:pt x="6855" y="270912"/>
                    </a:cubicBezTo>
                    <a:lnTo>
                      <a:pt x="31992" y="270912"/>
                    </a:lnTo>
                    <a:cubicBezTo>
                      <a:pt x="35991" y="270912"/>
                      <a:pt x="38276" y="268641"/>
                      <a:pt x="38276" y="264665"/>
                    </a:cubicBezTo>
                    <a:lnTo>
                      <a:pt x="38276" y="6247"/>
                    </a:lnTo>
                    <a:cubicBezTo>
                      <a:pt x="38276" y="2272"/>
                      <a:pt x="35991" y="0"/>
                      <a:pt x="3199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6EA0E3E3-23BF-7A05-9C30-A6641EF1DD47}"/>
                  </a:ext>
                </a:extLst>
              </p:cNvPr>
              <p:cNvSpPr/>
              <p:nvPr/>
            </p:nvSpPr>
            <p:spPr>
              <a:xfrm>
                <a:off x="11088449" y="5711799"/>
                <a:ext cx="174241" cy="270344"/>
              </a:xfrm>
              <a:custGeom>
                <a:avLst/>
                <a:gdLst>
                  <a:gd name="connsiteX0" fmla="*/ 167957 w 174241"/>
                  <a:gd name="connsiteY0" fmla="*/ 0 h 270344"/>
                  <a:gd name="connsiteX1" fmla="*/ 6855 w 174241"/>
                  <a:gd name="connsiteY1" fmla="*/ 0 h 270344"/>
                  <a:gd name="connsiteX2" fmla="*/ 0 w 174241"/>
                  <a:gd name="connsiteY2" fmla="*/ 6247 h 270344"/>
                  <a:gd name="connsiteX3" fmla="*/ 0 w 174241"/>
                  <a:gd name="connsiteY3" fmla="*/ 27262 h 270344"/>
                  <a:gd name="connsiteX4" fmla="*/ 6855 w 174241"/>
                  <a:gd name="connsiteY4" fmla="*/ 33509 h 270344"/>
                  <a:gd name="connsiteX5" fmla="*/ 68554 w 174241"/>
                  <a:gd name="connsiteY5" fmla="*/ 33509 h 270344"/>
                  <a:gd name="connsiteX6" fmla="*/ 68554 w 174241"/>
                  <a:gd name="connsiteY6" fmla="*/ 264097 h 270344"/>
                  <a:gd name="connsiteX7" fmla="*/ 74838 w 174241"/>
                  <a:gd name="connsiteY7" fmla="*/ 270344 h 270344"/>
                  <a:gd name="connsiteX8" fmla="*/ 99974 w 174241"/>
                  <a:gd name="connsiteY8" fmla="*/ 270344 h 270344"/>
                  <a:gd name="connsiteX9" fmla="*/ 106259 w 174241"/>
                  <a:gd name="connsiteY9" fmla="*/ 264097 h 270344"/>
                  <a:gd name="connsiteX10" fmla="*/ 106259 w 174241"/>
                  <a:gd name="connsiteY10" fmla="*/ 33509 h 270344"/>
                  <a:gd name="connsiteX11" fmla="*/ 167957 w 174241"/>
                  <a:gd name="connsiteY11" fmla="*/ 33509 h 270344"/>
                  <a:gd name="connsiteX12" fmla="*/ 174241 w 174241"/>
                  <a:gd name="connsiteY12" fmla="*/ 27262 h 270344"/>
                  <a:gd name="connsiteX13" fmla="*/ 174241 w 174241"/>
                  <a:gd name="connsiteY13" fmla="*/ 6247 h 270344"/>
                  <a:gd name="connsiteX14" fmla="*/ 167957 w 174241"/>
                  <a:gd name="connsiteY14" fmla="*/ 0 h 270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74241" h="270344">
                    <a:moveTo>
                      <a:pt x="167957" y="0"/>
                    </a:moveTo>
                    <a:lnTo>
                      <a:pt x="6855" y="0"/>
                    </a:lnTo>
                    <a:cubicBezTo>
                      <a:pt x="2856" y="0"/>
                      <a:pt x="0" y="2272"/>
                      <a:pt x="0" y="6247"/>
                    </a:cubicBezTo>
                    <a:lnTo>
                      <a:pt x="0" y="27262"/>
                    </a:lnTo>
                    <a:cubicBezTo>
                      <a:pt x="0" y="31237"/>
                      <a:pt x="2285" y="33509"/>
                      <a:pt x="6855" y="33509"/>
                    </a:cubicBezTo>
                    <a:lnTo>
                      <a:pt x="68554" y="33509"/>
                    </a:lnTo>
                    <a:lnTo>
                      <a:pt x="68554" y="264097"/>
                    </a:lnTo>
                    <a:cubicBezTo>
                      <a:pt x="68554" y="268073"/>
                      <a:pt x="70839" y="270344"/>
                      <a:pt x="74838" y="270344"/>
                    </a:cubicBezTo>
                    <a:lnTo>
                      <a:pt x="99974" y="270344"/>
                    </a:lnTo>
                    <a:cubicBezTo>
                      <a:pt x="103973" y="270344"/>
                      <a:pt x="106259" y="268073"/>
                      <a:pt x="106259" y="264097"/>
                    </a:cubicBezTo>
                    <a:lnTo>
                      <a:pt x="106259" y="33509"/>
                    </a:lnTo>
                    <a:lnTo>
                      <a:pt x="167957" y="33509"/>
                    </a:lnTo>
                    <a:cubicBezTo>
                      <a:pt x="171956" y="33509"/>
                      <a:pt x="174241" y="31237"/>
                      <a:pt x="174241" y="27262"/>
                    </a:cubicBezTo>
                    <a:lnTo>
                      <a:pt x="174241" y="6247"/>
                    </a:lnTo>
                    <a:cubicBezTo>
                      <a:pt x="174241" y="2272"/>
                      <a:pt x="171956" y="0"/>
                      <a:pt x="16795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79E21078-1A0F-7B31-CE54-161B44897806}"/>
                  </a:ext>
                </a:extLst>
              </p:cNvPr>
              <p:cNvSpPr/>
              <p:nvPr/>
            </p:nvSpPr>
            <p:spPr>
              <a:xfrm>
                <a:off x="11319729" y="5711799"/>
                <a:ext cx="231171" cy="270912"/>
              </a:xfrm>
              <a:custGeom>
                <a:avLst/>
                <a:gdLst>
                  <a:gd name="connsiteX0" fmla="*/ 136625 w 231171"/>
                  <a:gd name="connsiteY0" fmla="*/ 5112 h 270912"/>
                  <a:gd name="connsiteX1" fmla="*/ 128627 w 231171"/>
                  <a:gd name="connsiteY1" fmla="*/ 0 h 270912"/>
                  <a:gd name="connsiteX2" fmla="*/ 100634 w 231171"/>
                  <a:gd name="connsiteY2" fmla="*/ 0 h 270912"/>
                  <a:gd name="connsiteX3" fmla="*/ 93207 w 231171"/>
                  <a:gd name="connsiteY3" fmla="*/ 5112 h 270912"/>
                  <a:gd name="connsiteX4" fmla="*/ 660 w 231171"/>
                  <a:gd name="connsiteY4" fmla="*/ 262961 h 270912"/>
                  <a:gd name="connsiteX5" fmla="*/ 660 w 231171"/>
                  <a:gd name="connsiteY5" fmla="*/ 268641 h 270912"/>
                  <a:gd name="connsiteX6" fmla="*/ 5801 w 231171"/>
                  <a:gd name="connsiteY6" fmla="*/ 270912 h 270912"/>
                  <a:gd name="connsiteX7" fmla="*/ 32080 w 231171"/>
                  <a:gd name="connsiteY7" fmla="*/ 270912 h 270912"/>
                  <a:gd name="connsiteX8" fmla="*/ 39507 w 231171"/>
                  <a:gd name="connsiteY8" fmla="*/ 265801 h 270912"/>
                  <a:gd name="connsiteX9" fmla="*/ 57217 w 231171"/>
                  <a:gd name="connsiteY9" fmla="*/ 214685 h 270912"/>
                  <a:gd name="connsiteX10" fmla="*/ 174329 w 231171"/>
                  <a:gd name="connsiteY10" fmla="*/ 214685 h 270912"/>
                  <a:gd name="connsiteX11" fmla="*/ 192039 w 231171"/>
                  <a:gd name="connsiteY11" fmla="*/ 265801 h 270912"/>
                  <a:gd name="connsiteX12" fmla="*/ 198895 w 231171"/>
                  <a:gd name="connsiteY12" fmla="*/ 270912 h 270912"/>
                  <a:gd name="connsiteX13" fmla="*/ 225174 w 231171"/>
                  <a:gd name="connsiteY13" fmla="*/ 270912 h 270912"/>
                  <a:gd name="connsiteX14" fmla="*/ 230315 w 231171"/>
                  <a:gd name="connsiteY14" fmla="*/ 268641 h 270912"/>
                  <a:gd name="connsiteX15" fmla="*/ 230315 w 231171"/>
                  <a:gd name="connsiteY15" fmla="*/ 263529 h 270912"/>
                  <a:gd name="connsiteX16" fmla="*/ 136625 w 231171"/>
                  <a:gd name="connsiteY16" fmla="*/ 5112 h 270912"/>
                  <a:gd name="connsiteX17" fmla="*/ 67500 w 231171"/>
                  <a:gd name="connsiteY17" fmla="*/ 181176 h 270912"/>
                  <a:gd name="connsiteX18" fmla="*/ 114345 w 231171"/>
                  <a:gd name="connsiteY18" fmla="*/ 47140 h 270912"/>
                  <a:gd name="connsiteX19" fmla="*/ 161190 w 231171"/>
                  <a:gd name="connsiteY19" fmla="*/ 181176 h 270912"/>
                  <a:gd name="connsiteX20" fmla="*/ 67500 w 231171"/>
                  <a:gd name="connsiteY20" fmla="*/ 181176 h 2709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231171" h="270912">
                    <a:moveTo>
                      <a:pt x="136625" y="5112"/>
                    </a:moveTo>
                    <a:cubicBezTo>
                      <a:pt x="135482" y="2272"/>
                      <a:pt x="132055" y="0"/>
                      <a:pt x="128627" y="0"/>
                    </a:cubicBezTo>
                    <a:lnTo>
                      <a:pt x="100634" y="0"/>
                    </a:lnTo>
                    <a:cubicBezTo>
                      <a:pt x="97206" y="0"/>
                      <a:pt x="94350" y="1704"/>
                      <a:pt x="93207" y="5112"/>
                    </a:cubicBezTo>
                    <a:lnTo>
                      <a:pt x="660" y="262961"/>
                    </a:lnTo>
                    <a:cubicBezTo>
                      <a:pt x="-483" y="265233"/>
                      <a:pt x="88" y="266937"/>
                      <a:pt x="660" y="268641"/>
                    </a:cubicBezTo>
                    <a:cubicBezTo>
                      <a:pt x="1231" y="269776"/>
                      <a:pt x="2945" y="270912"/>
                      <a:pt x="5801" y="270912"/>
                    </a:cubicBezTo>
                    <a:lnTo>
                      <a:pt x="32080" y="270912"/>
                    </a:lnTo>
                    <a:cubicBezTo>
                      <a:pt x="36079" y="270912"/>
                      <a:pt x="38364" y="269208"/>
                      <a:pt x="39507" y="265801"/>
                    </a:cubicBezTo>
                    <a:lnTo>
                      <a:pt x="57217" y="214685"/>
                    </a:lnTo>
                    <a:lnTo>
                      <a:pt x="174329" y="214685"/>
                    </a:lnTo>
                    <a:lnTo>
                      <a:pt x="192039" y="265801"/>
                    </a:lnTo>
                    <a:cubicBezTo>
                      <a:pt x="193182" y="269208"/>
                      <a:pt x="195467" y="270912"/>
                      <a:pt x="198895" y="270912"/>
                    </a:cubicBezTo>
                    <a:lnTo>
                      <a:pt x="225174" y="270912"/>
                    </a:lnTo>
                    <a:cubicBezTo>
                      <a:pt x="227459" y="270912"/>
                      <a:pt x="229173" y="270344"/>
                      <a:pt x="230315" y="268641"/>
                    </a:cubicBezTo>
                    <a:cubicBezTo>
                      <a:pt x="231458" y="267505"/>
                      <a:pt x="231458" y="265233"/>
                      <a:pt x="230315" y="263529"/>
                    </a:cubicBezTo>
                    <a:lnTo>
                      <a:pt x="136625" y="5112"/>
                    </a:lnTo>
                    <a:close/>
                    <a:moveTo>
                      <a:pt x="67500" y="181176"/>
                    </a:moveTo>
                    <a:lnTo>
                      <a:pt x="114345" y="47140"/>
                    </a:lnTo>
                    <a:lnTo>
                      <a:pt x="161190" y="181176"/>
                    </a:lnTo>
                    <a:lnTo>
                      <a:pt x="67500" y="181176"/>
                    </a:ln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27" name="Freeform 26">
                <a:extLst>
                  <a:ext uri="{FF2B5EF4-FFF2-40B4-BE49-F238E27FC236}">
                    <a16:creationId xmlns:a16="http://schemas.microsoft.com/office/drawing/2014/main" id="{C5491E5E-50E7-59B6-43DC-6BD6D946634E}"/>
                  </a:ext>
                </a:extLst>
              </p:cNvPr>
              <p:cNvSpPr/>
              <p:nvPr/>
            </p:nvSpPr>
            <p:spPr>
              <a:xfrm>
                <a:off x="11659731" y="5711799"/>
                <a:ext cx="150818" cy="270912"/>
              </a:xfrm>
              <a:custGeom>
                <a:avLst/>
                <a:gdLst>
                  <a:gd name="connsiteX0" fmla="*/ 143963 w 150818"/>
                  <a:gd name="connsiteY0" fmla="*/ 236835 h 270912"/>
                  <a:gd name="connsiteX1" fmla="*/ 38276 w 150818"/>
                  <a:gd name="connsiteY1" fmla="*/ 236835 h 270912"/>
                  <a:gd name="connsiteX2" fmla="*/ 38276 w 150818"/>
                  <a:gd name="connsiteY2" fmla="*/ 6247 h 270912"/>
                  <a:gd name="connsiteX3" fmla="*/ 31992 w 150818"/>
                  <a:gd name="connsiteY3" fmla="*/ 0 h 270912"/>
                  <a:gd name="connsiteX4" fmla="*/ 6855 w 150818"/>
                  <a:gd name="connsiteY4" fmla="*/ 0 h 270912"/>
                  <a:gd name="connsiteX5" fmla="*/ 0 w 150818"/>
                  <a:gd name="connsiteY5" fmla="*/ 6247 h 270912"/>
                  <a:gd name="connsiteX6" fmla="*/ 0 w 150818"/>
                  <a:gd name="connsiteY6" fmla="*/ 264665 h 270912"/>
                  <a:gd name="connsiteX7" fmla="*/ 6855 w 150818"/>
                  <a:gd name="connsiteY7" fmla="*/ 270912 h 270912"/>
                  <a:gd name="connsiteX8" fmla="*/ 143963 w 150818"/>
                  <a:gd name="connsiteY8" fmla="*/ 270912 h 270912"/>
                  <a:gd name="connsiteX9" fmla="*/ 150819 w 150818"/>
                  <a:gd name="connsiteY9" fmla="*/ 264097 h 270912"/>
                  <a:gd name="connsiteX10" fmla="*/ 150819 w 150818"/>
                  <a:gd name="connsiteY10" fmla="*/ 243083 h 270912"/>
                  <a:gd name="connsiteX11" fmla="*/ 143963 w 150818"/>
                  <a:gd name="connsiteY11" fmla="*/ 236835 h 2709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50818" h="270912">
                    <a:moveTo>
                      <a:pt x="143963" y="236835"/>
                    </a:moveTo>
                    <a:lnTo>
                      <a:pt x="38276" y="236835"/>
                    </a:lnTo>
                    <a:lnTo>
                      <a:pt x="38276" y="6247"/>
                    </a:lnTo>
                    <a:cubicBezTo>
                      <a:pt x="38276" y="2272"/>
                      <a:pt x="35991" y="0"/>
                      <a:pt x="31992" y="0"/>
                    </a:cubicBezTo>
                    <a:lnTo>
                      <a:pt x="6855" y="0"/>
                    </a:lnTo>
                    <a:cubicBezTo>
                      <a:pt x="2856" y="0"/>
                      <a:pt x="0" y="2272"/>
                      <a:pt x="0" y="6247"/>
                    </a:cubicBezTo>
                    <a:lnTo>
                      <a:pt x="0" y="264665"/>
                    </a:lnTo>
                    <a:cubicBezTo>
                      <a:pt x="0" y="268641"/>
                      <a:pt x="2285" y="270912"/>
                      <a:pt x="6855" y="270912"/>
                    </a:cubicBezTo>
                    <a:lnTo>
                      <a:pt x="143963" y="270912"/>
                    </a:lnTo>
                    <a:cubicBezTo>
                      <a:pt x="147962" y="270912"/>
                      <a:pt x="150819" y="268073"/>
                      <a:pt x="150819" y="264097"/>
                    </a:cubicBezTo>
                    <a:lnTo>
                      <a:pt x="150819" y="243083"/>
                    </a:lnTo>
                    <a:cubicBezTo>
                      <a:pt x="150247" y="239675"/>
                      <a:pt x="147962" y="236835"/>
                      <a:pt x="143963" y="236835"/>
                    </a:cubicBez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071C2AC3-7450-D17C-C259-1E647DCF01C3}"/>
                  </a:ext>
                </a:extLst>
              </p:cNvPr>
              <p:cNvSpPr/>
              <p:nvPr/>
            </p:nvSpPr>
            <p:spPr>
              <a:xfrm>
                <a:off x="8806355" y="5712935"/>
                <a:ext cx="307815" cy="270344"/>
              </a:xfrm>
              <a:custGeom>
                <a:avLst/>
                <a:gdLst>
                  <a:gd name="connsiteX0" fmla="*/ 214052 w 307815"/>
                  <a:gd name="connsiteY0" fmla="*/ 2272 h 270344"/>
                  <a:gd name="connsiteX1" fmla="*/ 214052 w 307815"/>
                  <a:gd name="connsiteY1" fmla="*/ 2272 h 270344"/>
                  <a:gd name="connsiteX2" fmla="*/ 212910 w 307815"/>
                  <a:gd name="connsiteY2" fmla="*/ 1136 h 270344"/>
                  <a:gd name="connsiteX3" fmla="*/ 211767 w 307815"/>
                  <a:gd name="connsiteY3" fmla="*/ 568 h 270344"/>
                  <a:gd name="connsiteX4" fmla="*/ 210625 w 307815"/>
                  <a:gd name="connsiteY4" fmla="*/ 0 h 270344"/>
                  <a:gd name="connsiteX5" fmla="*/ 209482 w 307815"/>
                  <a:gd name="connsiteY5" fmla="*/ 0 h 270344"/>
                  <a:gd name="connsiteX6" fmla="*/ 208911 w 307815"/>
                  <a:gd name="connsiteY6" fmla="*/ 0 h 270344"/>
                  <a:gd name="connsiteX7" fmla="*/ 99796 w 307815"/>
                  <a:gd name="connsiteY7" fmla="*/ 0 h 270344"/>
                  <a:gd name="connsiteX8" fmla="*/ 99225 w 307815"/>
                  <a:gd name="connsiteY8" fmla="*/ 0 h 270344"/>
                  <a:gd name="connsiteX9" fmla="*/ 98082 w 307815"/>
                  <a:gd name="connsiteY9" fmla="*/ 0 h 270344"/>
                  <a:gd name="connsiteX10" fmla="*/ 96939 w 307815"/>
                  <a:gd name="connsiteY10" fmla="*/ 568 h 270344"/>
                  <a:gd name="connsiteX11" fmla="*/ 95797 w 307815"/>
                  <a:gd name="connsiteY11" fmla="*/ 1136 h 270344"/>
                  <a:gd name="connsiteX12" fmla="*/ 95226 w 307815"/>
                  <a:gd name="connsiteY12" fmla="*/ 1704 h 270344"/>
                  <a:gd name="connsiteX13" fmla="*/ 94654 w 307815"/>
                  <a:gd name="connsiteY13" fmla="*/ 2272 h 270344"/>
                  <a:gd name="connsiteX14" fmla="*/ 964 w 307815"/>
                  <a:gd name="connsiteY14" fmla="*/ 88600 h 270344"/>
                  <a:gd name="connsiteX15" fmla="*/ 2678 w 307815"/>
                  <a:gd name="connsiteY15" fmla="*/ 97687 h 270344"/>
                  <a:gd name="connsiteX16" fmla="*/ 38669 w 307815"/>
                  <a:gd name="connsiteY16" fmla="*/ 120973 h 270344"/>
                  <a:gd name="connsiteX17" fmla="*/ 47809 w 307815"/>
                  <a:gd name="connsiteY17" fmla="*/ 119270 h 270344"/>
                  <a:gd name="connsiteX18" fmla="*/ 126646 w 307815"/>
                  <a:gd name="connsiteY18" fmla="*/ 55091 h 270344"/>
                  <a:gd name="connsiteX19" fmla="*/ 126646 w 307815"/>
                  <a:gd name="connsiteY19" fmla="*/ 55091 h 270344"/>
                  <a:gd name="connsiteX20" fmla="*/ 126646 w 307815"/>
                  <a:gd name="connsiteY20" fmla="*/ 264097 h 270344"/>
                  <a:gd name="connsiteX21" fmla="*/ 132930 w 307815"/>
                  <a:gd name="connsiteY21" fmla="*/ 270344 h 270344"/>
                  <a:gd name="connsiteX22" fmla="*/ 175776 w 307815"/>
                  <a:gd name="connsiteY22" fmla="*/ 270344 h 270344"/>
                  <a:gd name="connsiteX23" fmla="*/ 182060 w 307815"/>
                  <a:gd name="connsiteY23" fmla="*/ 264097 h 270344"/>
                  <a:gd name="connsiteX24" fmla="*/ 182060 w 307815"/>
                  <a:gd name="connsiteY24" fmla="*/ 55091 h 270344"/>
                  <a:gd name="connsiteX25" fmla="*/ 182060 w 307815"/>
                  <a:gd name="connsiteY25" fmla="*/ 55091 h 270344"/>
                  <a:gd name="connsiteX26" fmla="*/ 259755 w 307815"/>
                  <a:gd name="connsiteY26" fmla="*/ 118134 h 270344"/>
                  <a:gd name="connsiteX27" fmla="*/ 268895 w 307815"/>
                  <a:gd name="connsiteY27" fmla="*/ 119838 h 270344"/>
                  <a:gd name="connsiteX28" fmla="*/ 304886 w 307815"/>
                  <a:gd name="connsiteY28" fmla="*/ 96552 h 270344"/>
                  <a:gd name="connsiteX29" fmla="*/ 306600 w 307815"/>
                  <a:gd name="connsiteY29" fmla="*/ 87464 h 270344"/>
                  <a:gd name="connsiteX30" fmla="*/ 214052 w 307815"/>
                  <a:gd name="connsiteY30" fmla="*/ 2272 h 270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307815" h="270344">
                    <a:moveTo>
                      <a:pt x="214052" y="2272"/>
                    </a:moveTo>
                    <a:cubicBezTo>
                      <a:pt x="213481" y="1704"/>
                      <a:pt x="213481" y="1704"/>
                      <a:pt x="214052" y="2272"/>
                    </a:cubicBezTo>
                    <a:cubicBezTo>
                      <a:pt x="213481" y="1704"/>
                      <a:pt x="212910" y="1136"/>
                      <a:pt x="212910" y="1136"/>
                    </a:cubicBezTo>
                    <a:cubicBezTo>
                      <a:pt x="212338" y="1136"/>
                      <a:pt x="212338" y="568"/>
                      <a:pt x="211767" y="568"/>
                    </a:cubicBezTo>
                    <a:cubicBezTo>
                      <a:pt x="211196" y="568"/>
                      <a:pt x="211196" y="0"/>
                      <a:pt x="210625" y="0"/>
                    </a:cubicBezTo>
                    <a:cubicBezTo>
                      <a:pt x="210053" y="0"/>
                      <a:pt x="210053" y="0"/>
                      <a:pt x="209482" y="0"/>
                    </a:cubicBezTo>
                    <a:cubicBezTo>
                      <a:pt x="209482" y="0"/>
                      <a:pt x="208911" y="0"/>
                      <a:pt x="208911" y="0"/>
                    </a:cubicBezTo>
                    <a:lnTo>
                      <a:pt x="99796" y="0"/>
                    </a:lnTo>
                    <a:cubicBezTo>
                      <a:pt x="99796" y="0"/>
                      <a:pt x="99225" y="0"/>
                      <a:pt x="99225" y="0"/>
                    </a:cubicBezTo>
                    <a:cubicBezTo>
                      <a:pt x="98653" y="0"/>
                      <a:pt x="98082" y="0"/>
                      <a:pt x="98082" y="0"/>
                    </a:cubicBezTo>
                    <a:cubicBezTo>
                      <a:pt x="97511" y="0"/>
                      <a:pt x="97511" y="0"/>
                      <a:pt x="96939" y="568"/>
                    </a:cubicBezTo>
                    <a:cubicBezTo>
                      <a:pt x="96368" y="568"/>
                      <a:pt x="96368" y="1136"/>
                      <a:pt x="95797" y="1136"/>
                    </a:cubicBezTo>
                    <a:cubicBezTo>
                      <a:pt x="95797" y="1136"/>
                      <a:pt x="95226" y="1704"/>
                      <a:pt x="95226" y="1704"/>
                    </a:cubicBezTo>
                    <a:cubicBezTo>
                      <a:pt x="95226" y="1704"/>
                      <a:pt x="94654" y="2272"/>
                      <a:pt x="94654" y="2272"/>
                    </a:cubicBezTo>
                    <a:lnTo>
                      <a:pt x="964" y="88600"/>
                    </a:lnTo>
                    <a:cubicBezTo>
                      <a:pt x="-750" y="91440"/>
                      <a:pt x="-179" y="95416"/>
                      <a:pt x="2678" y="97687"/>
                    </a:cubicBezTo>
                    <a:lnTo>
                      <a:pt x="38669" y="120973"/>
                    </a:lnTo>
                    <a:cubicBezTo>
                      <a:pt x="41525" y="122677"/>
                      <a:pt x="45524" y="122109"/>
                      <a:pt x="47809" y="119270"/>
                    </a:cubicBezTo>
                    <a:lnTo>
                      <a:pt x="126646" y="55091"/>
                    </a:lnTo>
                    <a:lnTo>
                      <a:pt x="126646" y="55091"/>
                    </a:lnTo>
                    <a:lnTo>
                      <a:pt x="126646" y="264097"/>
                    </a:lnTo>
                    <a:cubicBezTo>
                      <a:pt x="126646" y="267505"/>
                      <a:pt x="129503" y="270344"/>
                      <a:pt x="132930" y="270344"/>
                    </a:cubicBezTo>
                    <a:lnTo>
                      <a:pt x="175776" y="270344"/>
                    </a:lnTo>
                    <a:cubicBezTo>
                      <a:pt x="179204" y="270344"/>
                      <a:pt x="182060" y="267505"/>
                      <a:pt x="182060" y="264097"/>
                    </a:cubicBezTo>
                    <a:lnTo>
                      <a:pt x="182060" y="55091"/>
                    </a:lnTo>
                    <a:lnTo>
                      <a:pt x="182060" y="55091"/>
                    </a:lnTo>
                    <a:lnTo>
                      <a:pt x="259755" y="118134"/>
                    </a:lnTo>
                    <a:cubicBezTo>
                      <a:pt x="261469" y="120973"/>
                      <a:pt x="265468" y="122109"/>
                      <a:pt x="268895" y="119838"/>
                    </a:cubicBezTo>
                    <a:lnTo>
                      <a:pt x="304886" y="96552"/>
                    </a:lnTo>
                    <a:cubicBezTo>
                      <a:pt x="307743" y="94848"/>
                      <a:pt x="308885" y="90872"/>
                      <a:pt x="306600" y="87464"/>
                    </a:cubicBezTo>
                    <a:lnTo>
                      <a:pt x="214052" y="2272"/>
                    </a:ln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</p:grpSp>
        <p:grpSp>
          <p:nvGrpSpPr>
            <p:cNvPr id="7" name="Graphic 14">
              <a:extLst>
                <a:ext uri="{FF2B5EF4-FFF2-40B4-BE49-F238E27FC236}">
                  <a16:creationId xmlns:a16="http://schemas.microsoft.com/office/drawing/2014/main" id="{82AEDC63-FC53-69C1-6419-F553CB983C9C}"/>
                </a:ext>
              </a:extLst>
            </p:cNvPr>
            <p:cNvGrpSpPr/>
            <p:nvPr/>
          </p:nvGrpSpPr>
          <p:grpSpPr>
            <a:xfrm>
              <a:off x="9979590" y="5189285"/>
              <a:ext cx="1830959" cy="370303"/>
              <a:chOff x="9979590" y="5189285"/>
              <a:chExt cx="1830959" cy="370303"/>
            </a:xfrm>
            <a:solidFill>
              <a:srgbClr val="FFFFFF"/>
            </a:solidFill>
          </p:grpSpPr>
          <p:sp>
            <p:nvSpPr>
              <p:cNvPr id="8" name="Freeform 7">
                <a:extLst>
                  <a:ext uri="{FF2B5EF4-FFF2-40B4-BE49-F238E27FC236}">
                    <a16:creationId xmlns:a16="http://schemas.microsoft.com/office/drawing/2014/main" id="{3416C1BF-E903-DB75-BC86-167E120F4759}"/>
                  </a:ext>
                </a:extLst>
              </p:cNvPr>
              <p:cNvSpPr/>
              <p:nvPr/>
            </p:nvSpPr>
            <p:spPr>
              <a:xfrm>
                <a:off x="9979590" y="5190988"/>
                <a:ext cx="451312" cy="284543"/>
              </a:xfrm>
              <a:custGeom>
                <a:avLst/>
                <a:gdLst>
                  <a:gd name="connsiteX0" fmla="*/ 425605 w 451312"/>
                  <a:gd name="connsiteY0" fmla="*/ 0 h 284543"/>
                  <a:gd name="connsiteX1" fmla="*/ 421606 w 451312"/>
                  <a:gd name="connsiteY1" fmla="*/ 3976 h 284543"/>
                  <a:gd name="connsiteX2" fmla="*/ 421606 w 451312"/>
                  <a:gd name="connsiteY2" fmla="*/ 233996 h 284543"/>
                  <a:gd name="connsiteX3" fmla="*/ 416465 w 451312"/>
                  <a:gd name="connsiteY3" fmla="*/ 249330 h 284543"/>
                  <a:gd name="connsiteX4" fmla="*/ 401611 w 451312"/>
                  <a:gd name="connsiteY4" fmla="*/ 255010 h 284543"/>
                  <a:gd name="connsiteX5" fmla="*/ 346197 w 451312"/>
                  <a:gd name="connsiteY5" fmla="*/ 255010 h 284543"/>
                  <a:gd name="connsiteX6" fmla="*/ 323346 w 451312"/>
                  <a:gd name="connsiteY6" fmla="*/ 248194 h 284543"/>
                  <a:gd name="connsiteX7" fmla="*/ 320489 w 451312"/>
                  <a:gd name="connsiteY7" fmla="*/ 238539 h 284543"/>
                  <a:gd name="connsiteX8" fmla="*/ 320489 w 451312"/>
                  <a:gd name="connsiteY8" fmla="*/ 136308 h 284543"/>
                  <a:gd name="connsiteX9" fmla="*/ 316490 w 451312"/>
                  <a:gd name="connsiteY9" fmla="*/ 132332 h 284543"/>
                  <a:gd name="connsiteX10" fmla="*/ 294210 w 451312"/>
                  <a:gd name="connsiteY10" fmla="*/ 132332 h 284543"/>
                  <a:gd name="connsiteX11" fmla="*/ 290211 w 451312"/>
                  <a:gd name="connsiteY11" fmla="*/ 136308 h 284543"/>
                  <a:gd name="connsiteX12" fmla="*/ 290211 w 451312"/>
                  <a:gd name="connsiteY12" fmla="*/ 233428 h 284543"/>
                  <a:gd name="connsiteX13" fmla="*/ 285070 w 451312"/>
                  <a:gd name="connsiteY13" fmla="*/ 249330 h 284543"/>
                  <a:gd name="connsiteX14" fmla="*/ 270216 w 451312"/>
                  <a:gd name="connsiteY14" fmla="*/ 253874 h 284543"/>
                  <a:gd name="connsiteX15" fmla="*/ 171956 w 451312"/>
                  <a:gd name="connsiteY15" fmla="*/ 253874 h 284543"/>
                  <a:gd name="connsiteX16" fmla="*/ 167957 w 451312"/>
                  <a:gd name="connsiteY16" fmla="*/ 249898 h 284543"/>
                  <a:gd name="connsiteX17" fmla="*/ 167957 w 451312"/>
                  <a:gd name="connsiteY17" fmla="*/ 190263 h 284543"/>
                  <a:gd name="connsiteX18" fmla="*/ 143392 w 451312"/>
                  <a:gd name="connsiteY18" fmla="*/ 131197 h 284543"/>
                  <a:gd name="connsiteX19" fmla="*/ 83979 w 451312"/>
                  <a:gd name="connsiteY19" fmla="*/ 106775 h 284543"/>
                  <a:gd name="connsiteX20" fmla="*/ 24565 w 451312"/>
                  <a:gd name="connsiteY20" fmla="*/ 131197 h 284543"/>
                  <a:gd name="connsiteX21" fmla="*/ 0 w 451312"/>
                  <a:gd name="connsiteY21" fmla="*/ 190263 h 284543"/>
                  <a:gd name="connsiteX22" fmla="*/ 0 w 451312"/>
                  <a:gd name="connsiteY22" fmla="*/ 201054 h 284543"/>
                  <a:gd name="connsiteX23" fmla="*/ 24565 w 451312"/>
                  <a:gd name="connsiteY23" fmla="*/ 260121 h 284543"/>
                  <a:gd name="connsiteX24" fmla="*/ 83979 w 451312"/>
                  <a:gd name="connsiteY24" fmla="*/ 284543 h 284543"/>
                  <a:gd name="connsiteX25" fmla="*/ 269074 w 451312"/>
                  <a:gd name="connsiteY25" fmla="*/ 284543 h 284543"/>
                  <a:gd name="connsiteX26" fmla="*/ 303922 w 451312"/>
                  <a:gd name="connsiteY26" fmla="*/ 273752 h 284543"/>
                  <a:gd name="connsiteX27" fmla="*/ 309064 w 451312"/>
                  <a:gd name="connsiteY27" fmla="*/ 273752 h 284543"/>
                  <a:gd name="connsiteX28" fmla="*/ 345054 w 451312"/>
                  <a:gd name="connsiteY28" fmla="*/ 284543 h 284543"/>
                  <a:gd name="connsiteX29" fmla="*/ 400469 w 451312"/>
                  <a:gd name="connsiteY29" fmla="*/ 284543 h 284543"/>
                  <a:gd name="connsiteX30" fmla="*/ 437602 w 451312"/>
                  <a:gd name="connsiteY30" fmla="*/ 270912 h 284543"/>
                  <a:gd name="connsiteX31" fmla="*/ 451313 w 451312"/>
                  <a:gd name="connsiteY31" fmla="*/ 233996 h 284543"/>
                  <a:gd name="connsiteX32" fmla="*/ 450742 w 451312"/>
                  <a:gd name="connsiteY32" fmla="*/ 3976 h 284543"/>
                  <a:gd name="connsiteX33" fmla="*/ 446743 w 451312"/>
                  <a:gd name="connsiteY33" fmla="*/ 0 h 284543"/>
                  <a:gd name="connsiteX34" fmla="*/ 425605 w 451312"/>
                  <a:gd name="connsiteY34" fmla="*/ 0 h 284543"/>
                  <a:gd name="connsiteX35" fmla="*/ 138250 w 451312"/>
                  <a:gd name="connsiteY35" fmla="*/ 250466 h 284543"/>
                  <a:gd name="connsiteX36" fmla="*/ 134251 w 451312"/>
                  <a:gd name="connsiteY36" fmla="*/ 254442 h 284543"/>
                  <a:gd name="connsiteX37" fmla="*/ 84550 w 451312"/>
                  <a:gd name="connsiteY37" fmla="*/ 254442 h 284543"/>
                  <a:gd name="connsiteX38" fmla="*/ 46845 w 451312"/>
                  <a:gd name="connsiteY38" fmla="*/ 238539 h 284543"/>
                  <a:gd name="connsiteX39" fmla="*/ 30849 w 451312"/>
                  <a:gd name="connsiteY39" fmla="*/ 200486 h 284543"/>
                  <a:gd name="connsiteX40" fmla="*/ 30849 w 451312"/>
                  <a:gd name="connsiteY40" fmla="*/ 192535 h 284543"/>
                  <a:gd name="connsiteX41" fmla="*/ 49702 w 451312"/>
                  <a:gd name="connsiteY41" fmla="*/ 149371 h 284543"/>
                  <a:gd name="connsiteX42" fmla="*/ 84550 w 451312"/>
                  <a:gd name="connsiteY42" fmla="*/ 136308 h 284543"/>
                  <a:gd name="connsiteX43" fmla="*/ 122826 w 451312"/>
                  <a:gd name="connsiteY43" fmla="*/ 151643 h 284543"/>
                  <a:gd name="connsiteX44" fmla="*/ 138822 w 451312"/>
                  <a:gd name="connsiteY44" fmla="*/ 189695 h 284543"/>
                  <a:gd name="connsiteX45" fmla="*/ 138822 w 451312"/>
                  <a:gd name="connsiteY45" fmla="*/ 250466 h 284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</a:cxnLst>
                <a:rect l="l" t="t" r="r" b="b"/>
                <a:pathLst>
                  <a:path w="451312" h="284543">
                    <a:moveTo>
                      <a:pt x="425605" y="0"/>
                    </a:moveTo>
                    <a:cubicBezTo>
                      <a:pt x="423320" y="0"/>
                      <a:pt x="421606" y="1704"/>
                      <a:pt x="421606" y="3976"/>
                    </a:cubicBezTo>
                    <a:lnTo>
                      <a:pt x="421606" y="233996"/>
                    </a:lnTo>
                    <a:cubicBezTo>
                      <a:pt x="421606" y="240811"/>
                      <a:pt x="419892" y="245923"/>
                      <a:pt x="416465" y="249330"/>
                    </a:cubicBezTo>
                    <a:cubicBezTo>
                      <a:pt x="413037" y="252738"/>
                      <a:pt x="407895" y="254442"/>
                      <a:pt x="401611" y="255010"/>
                    </a:cubicBezTo>
                    <a:lnTo>
                      <a:pt x="346197" y="255010"/>
                    </a:lnTo>
                    <a:cubicBezTo>
                      <a:pt x="335343" y="255010"/>
                      <a:pt x="327916" y="252738"/>
                      <a:pt x="323346" y="248194"/>
                    </a:cubicBezTo>
                    <a:cubicBezTo>
                      <a:pt x="321061" y="245923"/>
                      <a:pt x="320489" y="243083"/>
                      <a:pt x="320489" y="238539"/>
                    </a:cubicBezTo>
                    <a:lnTo>
                      <a:pt x="320489" y="136308"/>
                    </a:lnTo>
                    <a:cubicBezTo>
                      <a:pt x="320489" y="134036"/>
                      <a:pt x="318776" y="132332"/>
                      <a:pt x="316490" y="132332"/>
                    </a:cubicBezTo>
                    <a:lnTo>
                      <a:pt x="294210" y="132332"/>
                    </a:lnTo>
                    <a:cubicBezTo>
                      <a:pt x="291925" y="132332"/>
                      <a:pt x="290211" y="134036"/>
                      <a:pt x="290211" y="136308"/>
                    </a:cubicBezTo>
                    <a:lnTo>
                      <a:pt x="290211" y="233428"/>
                    </a:lnTo>
                    <a:cubicBezTo>
                      <a:pt x="290211" y="240811"/>
                      <a:pt x="288497" y="245923"/>
                      <a:pt x="285070" y="249330"/>
                    </a:cubicBezTo>
                    <a:cubicBezTo>
                      <a:pt x="282213" y="252738"/>
                      <a:pt x="277072" y="253874"/>
                      <a:pt x="270216" y="253874"/>
                    </a:cubicBezTo>
                    <a:lnTo>
                      <a:pt x="171956" y="253874"/>
                    </a:lnTo>
                    <a:cubicBezTo>
                      <a:pt x="169671" y="253874"/>
                      <a:pt x="167957" y="252170"/>
                      <a:pt x="167957" y="249898"/>
                    </a:cubicBezTo>
                    <a:lnTo>
                      <a:pt x="167957" y="190263"/>
                    </a:lnTo>
                    <a:cubicBezTo>
                      <a:pt x="167957" y="166977"/>
                      <a:pt x="159959" y="147667"/>
                      <a:pt x="143392" y="131197"/>
                    </a:cubicBezTo>
                    <a:cubicBezTo>
                      <a:pt x="126825" y="114726"/>
                      <a:pt x="107401" y="106775"/>
                      <a:pt x="83979" y="106775"/>
                    </a:cubicBezTo>
                    <a:cubicBezTo>
                      <a:pt x="60556" y="106775"/>
                      <a:pt x="41132" y="114726"/>
                      <a:pt x="24565" y="131197"/>
                    </a:cubicBezTo>
                    <a:cubicBezTo>
                      <a:pt x="7998" y="147667"/>
                      <a:pt x="0" y="166977"/>
                      <a:pt x="0" y="190263"/>
                    </a:cubicBezTo>
                    <a:lnTo>
                      <a:pt x="0" y="201054"/>
                    </a:lnTo>
                    <a:cubicBezTo>
                      <a:pt x="0" y="224340"/>
                      <a:pt x="7998" y="243651"/>
                      <a:pt x="24565" y="260121"/>
                    </a:cubicBezTo>
                    <a:cubicBezTo>
                      <a:pt x="41132" y="276592"/>
                      <a:pt x="60556" y="284543"/>
                      <a:pt x="83979" y="284543"/>
                    </a:cubicBezTo>
                    <a:lnTo>
                      <a:pt x="269074" y="284543"/>
                    </a:lnTo>
                    <a:cubicBezTo>
                      <a:pt x="285070" y="284543"/>
                      <a:pt x="296495" y="281135"/>
                      <a:pt x="303922" y="273752"/>
                    </a:cubicBezTo>
                    <a:cubicBezTo>
                      <a:pt x="305065" y="272616"/>
                      <a:pt x="307350" y="272616"/>
                      <a:pt x="309064" y="273752"/>
                    </a:cubicBezTo>
                    <a:cubicBezTo>
                      <a:pt x="318204" y="282271"/>
                      <a:pt x="334200" y="284543"/>
                      <a:pt x="345054" y="284543"/>
                    </a:cubicBezTo>
                    <a:lnTo>
                      <a:pt x="400469" y="284543"/>
                    </a:lnTo>
                    <a:cubicBezTo>
                      <a:pt x="415894" y="284543"/>
                      <a:pt x="427890" y="280000"/>
                      <a:pt x="437602" y="270912"/>
                    </a:cubicBezTo>
                    <a:cubicBezTo>
                      <a:pt x="446743" y="261825"/>
                      <a:pt x="451313" y="249330"/>
                      <a:pt x="451313" y="233996"/>
                    </a:cubicBezTo>
                    <a:lnTo>
                      <a:pt x="450742" y="3976"/>
                    </a:lnTo>
                    <a:cubicBezTo>
                      <a:pt x="450742" y="1704"/>
                      <a:pt x="449028" y="0"/>
                      <a:pt x="446743" y="0"/>
                    </a:cubicBezTo>
                    <a:lnTo>
                      <a:pt x="425605" y="0"/>
                    </a:lnTo>
                    <a:close/>
                    <a:moveTo>
                      <a:pt x="138250" y="250466"/>
                    </a:moveTo>
                    <a:cubicBezTo>
                      <a:pt x="138250" y="252738"/>
                      <a:pt x="136536" y="254442"/>
                      <a:pt x="134251" y="254442"/>
                    </a:cubicBezTo>
                    <a:lnTo>
                      <a:pt x="84550" y="254442"/>
                    </a:lnTo>
                    <a:cubicBezTo>
                      <a:pt x="69696" y="254442"/>
                      <a:pt x="57128" y="249330"/>
                      <a:pt x="46845" y="238539"/>
                    </a:cubicBezTo>
                    <a:cubicBezTo>
                      <a:pt x="36562" y="228316"/>
                      <a:pt x="30849" y="215253"/>
                      <a:pt x="30849" y="200486"/>
                    </a:cubicBezTo>
                    <a:lnTo>
                      <a:pt x="30849" y="192535"/>
                    </a:lnTo>
                    <a:cubicBezTo>
                      <a:pt x="30849" y="176065"/>
                      <a:pt x="37133" y="160162"/>
                      <a:pt x="49702" y="149371"/>
                    </a:cubicBezTo>
                    <a:cubicBezTo>
                      <a:pt x="59413" y="140852"/>
                      <a:pt x="71410" y="136308"/>
                      <a:pt x="84550" y="136308"/>
                    </a:cubicBezTo>
                    <a:cubicBezTo>
                      <a:pt x="99403" y="136308"/>
                      <a:pt x="111971" y="141420"/>
                      <a:pt x="122826" y="151643"/>
                    </a:cubicBezTo>
                    <a:cubicBezTo>
                      <a:pt x="133109" y="161866"/>
                      <a:pt x="138822" y="174929"/>
                      <a:pt x="138822" y="189695"/>
                    </a:cubicBezTo>
                    <a:lnTo>
                      <a:pt x="138822" y="250466"/>
                    </a:ln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9" name="Freeform 8">
                <a:extLst>
                  <a:ext uri="{FF2B5EF4-FFF2-40B4-BE49-F238E27FC236}">
                    <a16:creationId xmlns:a16="http://schemas.microsoft.com/office/drawing/2014/main" id="{0284744A-46F5-F8E1-4508-5A1D46282146}"/>
                  </a:ext>
                </a:extLst>
              </p:cNvPr>
              <p:cNvSpPr/>
              <p:nvPr/>
            </p:nvSpPr>
            <p:spPr>
              <a:xfrm>
                <a:off x="10493173" y="5190988"/>
                <a:ext cx="483304" cy="285111"/>
              </a:xfrm>
              <a:custGeom>
                <a:avLst/>
                <a:gdLst>
                  <a:gd name="connsiteX0" fmla="*/ 458168 w 483304"/>
                  <a:gd name="connsiteY0" fmla="*/ 0 h 285111"/>
                  <a:gd name="connsiteX1" fmla="*/ 454169 w 483304"/>
                  <a:gd name="connsiteY1" fmla="*/ 3976 h 285111"/>
                  <a:gd name="connsiteX2" fmla="*/ 454169 w 483304"/>
                  <a:gd name="connsiteY2" fmla="*/ 233996 h 285111"/>
                  <a:gd name="connsiteX3" fmla="*/ 449028 w 483304"/>
                  <a:gd name="connsiteY3" fmla="*/ 249330 h 285111"/>
                  <a:gd name="connsiteX4" fmla="*/ 434174 w 483304"/>
                  <a:gd name="connsiteY4" fmla="*/ 254442 h 285111"/>
                  <a:gd name="connsiteX5" fmla="*/ 311349 w 483304"/>
                  <a:gd name="connsiteY5" fmla="*/ 254442 h 285111"/>
                  <a:gd name="connsiteX6" fmla="*/ 290783 w 483304"/>
                  <a:gd name="connsiteY6" fmla="*/ 247626 h 285111"/>
                  <a:gd name="connsiteX7" fmla="*/ 286784 w 483304"/>
                  <a:gd name="connsiteY7" fmla="*/ 241379 h 285111"/>
                  <a:gd name="connsiteX8" fmla="*/ 286784 w 483304"/>
                  <a:gd name="connsiteY8" fmla="*/ 238539 h 285111"/>
                  <a:gd name="connsiteX9" fmla="*/ 295924 w 483304"/>
                  <a:gd name="connsiteY9" fmla="*/ 201054 h 285111"/>
                  <a:gd name="connsiteX10" fmla="*/ 295924 w 483304"/>
                  <a:gd name="connsiteY10" fmla="*/ 190263 h 285111"/>
                  <a:gd name="connsiteX11" fmla="*/ 271359 w 483304"/>
                  <a:gd name="connsiteY11" fmla="*/ 131197 h 285111"/>
                  <a:gd name="connsiteX12" fmla="*/ 211946 w 483304"/>
                  <a:gd name="connsiteY12" fmla="*/ 106775 h 285111"/>
                  <a:gd name="connsiteX13" fmla="*/ 152532 w 483304"/>
                  <a:gd name="connsiteY13" fmla="*/ 131197 h 285111"/>
                  <a:gd name="connsiteX14" fmla="*/ 127967 w 483304"/>
                  <a:gd name="connsiteY14" fmla="*/ 190263 h 285111"/>
                  <a:gd name="connsiteX15" fmla="*/ 127967 w 483304"/>
                  <a:gd name="connsiteY15" fmla="*/ 250466 h 285111"/>
                  <a:gd name="connsiteX16" fmla="*/ 123968 w 483304"/>
                  <a:gd name="connsiteY16" fmla="*/ 254442 h 285111"/>
                  <a:gd name="connsiteX17" fmla="*/ 50273 w 483304"/>
                  <a:gd name="connsiteY17" fmla="*/ 254442 h 285111"/>
                  <a:gd name="connsiteX18" fmla="*/ 35420 w 483304"/>
                  <a:gd name="connsiteY18" fmla="*/ 249898 h 285111"/>
                  <a:gd name="connsiteX19" fmla="*/ 30278 w 483304"/>
                  <a:gd name="connsiteY19" fmla="*/ 233996 h 285111"/>
                  <a:gd name="connsiteX20" fmla="*/ 30278 w 483304"/>
                  <a:gd name="connsiteY20" fmla="*/ 3976 h 285111"/>
                  <a:gd name="connsiteX21" fmla="*/ 26279 w 483304"/>
                  <a:gd name="connsiteY21" fmla="*/ 0 h 285111"/>
                  <a:gd name="connsiteX22" fmla="*/ 3999 w 483304"/>
                  <a:gd name="connsiteY22" fmla="*/ 0 h 285111"/>
                  <a:gd name="connsiteX23" fmla="*/ 0 w 483304"/>
                  <a:gd name="connsiteY23" fmla="*/ 3976 h 285111"/>
                  <a:gd name="connsiteX24" fmla="*/ 0 w 483304"/>
                  <a:gd name="connsiteY24" fmla="*/ 233996 h 285111"/>
                  <a:gd name="connsiteX25" fmla="*/ 13711 w 483304"/>
                  <a:gd name="connsiteY25" fmla="*/ 270912 h 285111"/>
                  <a:gd name="connsiteX26" fmla="*/ 50844 w 483304"/>
                  <a:gd name="connsiteY26" fmla="*/ 284543 h 285111"/>
                  <a:gd name="connsiteX27" fmla="*/ 211374 w 483304"/>
                  <a:gd name="connsiteY27" fmla="*/ 284543 h 285111"/>
                  <a:gd name="connsiteX28" fmla="*/ 268503 w 483304"/>
                  <a:gd name="connsiteY28" fmla="*/ 262393 h 285111"/>
                  <a:gd name="connsiteX29" fmla="*/ 273644 w 483304"/>
                  <a:gd name="connsiteY29" fmla="*/ 269208 h 285111"/>
                  <a:gd name="connsiteX30" fmla="*/ 315348 w 483304"/>
                  <a:gd name="connsiteY30" fmla="*/ 285111 h 285111"/>
                  <a:gd name="connsiteX31" fmla="*/ 432461 w 483304"/>
                  <a:gd name="connsiteY31" fmla="*/ 285111 h 285111"/>
                  <a:gd name="connsiteX32" fmla="*/ 469594 w 483304"/>
                  <a:gd name="connsiteY32" fmla="*/ 271480 h 285111"/>
                  <a:gd name="connsiteX33" fmla="*/ 483305 w 483304"/>
                  <a:gd name="connsiteY33" fmla="*/ 234563 h 285111"/>
                  <a:gd name="connsiteX34" fmla="*/ 483305 w 483304"/>
                  <a:gd name="connsiteY34" fmla="*/ 4544 h 285111"/>
                  <a:gd name="connsiteX35" fmla="*/ 479306 w 483304"/>
                  <a:gd name="connsiteY35" fmla="*/ 568 h 285111"/>
                  <a:gd name="connsiteX36" fmla="*/ 458168 w 483304"/>
                  <a:gd name="connsiteY36" fmla="*/ 568 h 285111"/>
                  <a:gd name="connsiteX37" fmla="*/ 266218 w 483304"/>
                  <a:gd name="connsiteY37" fmla="*/ 200486 h 285111"/>
                  <a:gd name="connsiteX38" fmla="*/ 253078 w 483304"/>
                  <a:gd name="connsiteY38" fmla="*/ 235131 h 285111"/>
                  <a:gd name="connsiteX39" fmla="*/ 209661 w 483304"/>
                  <a:gd name="connsiteY39" fmla="*/ 253874 h 285111"/>
                  <a:gd name="connsiteX40" fmla="*/ 162815 w 483304"/>
                  <a:gd name="connsiteY40" fmla="*/ 253874 h 285111"/>
                  <a:gd name="connsiteX41" fmla="*/ 158817 w 483304"/>
                  <a:gd name="connsiteY41" fmla="*/ 249898 h 285111"/>
                  <a:gd name="connsiteX42" fmla="*/ 158817 w 483304"/>
                  <a:gd name="connsiteY42" fmla="*/ 192535 h 285111"/>
                  <a:gd name="connsiteX43" fmla="*/ 177669 w 483304"/>
                  <a:gd name="connsiteY43" fmla="*/ 149371 h 285111"/>
                  <a:gd name="connsiteX44" fmla="*/ 212517 w 483304"/>
                  <a:gd name="connsiteY44" fmla="*/ 136308 h 285111"/>
                  <a:gd name="connsiteX45" fmla="*/ 250793 w 483304"/>
                  <a:gd name="connsiteY45" fmla="*/ 151643 h 285111"/>
                  <a:gd name="connsiteX46" fmla="*/ 266789 w 483304"/>
                  <a:gd name="connsiteY46" fmla="*/ 189695 h 285111"/>
                  <a:gd name="connsiteX47" fmla="*/ 266789 w 483304"/>
                  <a:gd name="connsiteY47" fmla="*/ 200486 h 2851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</a:cxnLst>
                <a:rect l="l" t="t" r="r" b="b"/>
                <a:pathLst>
                  <a:path w="483304" h="285111">
                    <a:moveTo>
                      <a:pt x="458168" y="0"/>
                    </a:moveTo>
                    <a:cubicBezTo>
                      <a:pt x="455883" y="0"/>
                      <a:pt x="454169" y="1704"/>
                      <a:pt x="454169" y="3976"/>
                    </a:cubicBezTo>
                    <a:lnTo>
                      <a:pt x="454169" y="233996"/>
                    </a:lnTo>
                    <a:cubicBezTo>
                      <a:pt x="454169" y="240811"/>
                      <a:pt x="452456" y="245923"/>
                      <a:pt x="449028" y="249330"/>
                    </a:cubicBezTo>
                    <a:cubicBezTo>
                      <a:pt x="446171" y="252738"/>
                      <a:pt x="441030" y="254442"/>
                      <a:pt x="434174" y="254442"/>
                    </a:cubicBezTo>
                    <a:lnTo>
                      <a:pt x="311349" y="254442"/>
                    </a:lnTo>
                    <a:cubicBezTo>
                      <a:pt x="302208" y="254442"/>
                      <a:pt x="295353" y="252170"/>
                      <a:pt x="290783" y="247626"/>
                    </a:cubicBezTo>
                    <a:cubicBezTo>
                      <a:pt x="289069" y="245923"/>
                      <a:pt x="287926" y="243651"/>
                      <a:pt x="286784" y="241379"/>
                    </a:cubicBezTo>
                    <a:cubicBezTo>
                      <a:pt x="286212" y="240243"/>
                      <a:pt x="286784" y="239107"/>
                      <a:pt x="286784" y="238539"/>
                    </a:cubicBezTo>
                    <a:cubicBezTo>
                      <a:pt x="292497" y="226612"/>
                      <a:pt x="295924" y="214117"/>
                      <a:pt x="295924" y="201054"/>
                    </a:cubicBezTo>
                    <a:lnTo>
                      <a:pt x="295924" y="190263"/>
                    </a:lnTo>
                    <a:cubicBezTo>
                      <a:pt x="295924" y="166977"/>
                      <a:pt x="287926" y="147667"/>
                      <a:pt x="271359" y="131197"/>
                    </a:cubicBezTo>
                    <a:cubicBezTo>
                      <a:pt x="254792" y="114726"/>
                      <a:pt x="235368" y="106775"/>
                      <a:pt x="211946" y="106775"/>
                    </a:cubicBezTo>
                    <a:cubicBezTo>
                      <a:pt x="188523" y="106775"/>
                      <a:pt x="169100" y="114726"/>
                      <a:pt x="152532" y="131197"/>
                    </a:cubicBezTo>
                    <a:cubicBezTo>
                      <a:pt x="135965" y="147667"/>
                      <a:pt x="127967" y="166977"/>
                      <a:pt x="127967" y="190263"/>
                    </a:cubicBezTo>
                    <a:lnTo>
                      <a:pt x="127967" y="250466"/>
                    </a:lnTo>
                    <a:cubicBezTo>
                      <a:pt x="127967" y="252738"/>
                      <a:pt x="126253" y="254442"/>
                      <a:pt x="123968" y="254442"/>
                    </a:cubicBezTo>
                    <a:lnTo>
                      <a:pt x="50273" y="254442"/>
                    </a:lnTo>
                    <a:cubicBezTo>
                      <a:pt x="43417" y="254442"/>
                      <a:pt x="38847" y="252738"/>
                      <a:pt x="35420" y="249898"/>
                    </a:cubicBezTo>
                    <a:cubicBezTo>
                      <a:pt x="31992" y="246490"/>
                      <a:pt x="30278" y="241379"/>
                      <a:pt x="30278" y="233996"/>
                    </a:cubicBezTo>
                    <a:lnTo>
                      <a:pt x="30278" y="3976"/>
                    </a:lnTo>
                    <a:cubicBezTo>
                      <a:pt x="30278" y="1704"/>
                      <a:pt x="28564" y="0"/>
                      <a:pt x="26279" y="0"/>
                    </a:cubicBezTo>
                    <a:lnTo>
                      <a:pt x="3999" y="0"/>
                    </a:lnTo>
                    <a:cubicBezTo>
                      <a:pt x="1714" y="0"/>
                      <a:pt x="0" y="1704"/>
                      <a:pt x="0" y="3976"/>
                    </a:cubicBezTo>
                    <a:lnTo>
                      <a:pt x="0" y="233996"/>
                    </a:lnTo>
                    <a:cubicBezTo>
                      <a:pt x="0" y="249898"/>
                      <a:pt x="4570" y="261825"/>
                      <a:pt x="13711" y="270912"/>
                    </a:cubicBezTo>
                    <a:cubicBezTo>
                      <a:pt x="22851" y="280000"/>
                      <a:pt x="34848" y="284543"/>
                      <a:pt x="50844" y="284543"/>
                    </a:cubicBezTo>
                    <a:lnTo>
                      <a:pt x="211374" y="284543"/>
                    </a:lnTo>
                    <a:cubicBezTo>
                      <a:pt x="233083" y="284543"/>
                      <a:pt x="251935" y="277160"/>
                      <a:pt x="268503" y="262393"/>
                    </a:cubicBezTo>
                    <a:cubicBezTo>
                      <a:pt x="270217" y="264665"/>
                      <a:pt x="271930" y="266937"/>
                      <a:pt x="273644" y="269208"/>
                    </a:cubicBezTo>
                    <a:cubicBezTo>
                      <a:pt x="284499" y="280000"/>
                      <a:pt x="298209" y="285111"/>
                      <a:pt x="315348" y="285111"/>
                    </a:cubicBezTo>
                    <a:lnTo>
                      <a:pt x="432461" y="285111"/>
                    </a:lnTo>
                    <a:cubicBezTo>
                      <a:pt x="447885" y="285111"/>
                      <a:pt x="459882" y="280567"/>
                      <a:pt x="469594" y="271480"/>
                    </a:cubicBezTo>
                    <a:cubicBezTo>
                      <a:pt x="478735" y="262393"/>
                      <a:pt x="483305" y="249898"/>
                      <a:pt x="483305" y="234563"/>
                    </a:cubicBezTo>
                    <a:lnTo>
                      <a:pt x="483305" y="4544"/>
                    </a:lnTo>
                    <a:cubicBezTo>
                      <a:pt x="483305" y="2272"/>
                      <a:pt x="481591" y="568"/>
                      <a:pt x="479306" y="568"/>
                    </a:cubicBezTo>
                    <a:lnTo>
                      <a:pt x="458168" y="568"/>
                    </a:lnTo>
                    <a:close/>
                    <a:moveTo>
                      <a:pt x="266218" y="200486"/>
                    </a:moveTo>
                    <a:cubicBezTo>
                      <a:pt x="266218" y="213549"/>
                      <a:pt x="261647" y="225476"/>
                      <a:pt x="253078" y="235131"/>
                    </a:cubicBezTo>
                    <a:cubicBezTo>
                      <a:pt x="242224" y="247626"/>
                      <a:pt x="226228" y="253874"/>
                      <a:pt x="209661" y="253874"/>
                    </a:cubicBezTo>
                    <a:lnTo>
                      <a:pt x="162815" y="253874"/>
                    </a:lnTo>
                    <a:cubicBezTo>
                      <a:pt x="160530" y="253874"/>
                      <a:pt x="158817" y="252170"/>
                      <a:pt x="158817" y="249898"/>
                    </a:cubicBezTo>
                    <a:lnTo>
                      <a:pt x="158817" y="192535"/>
                    </a:lnTo>
                    <a:cubicBezTo>
                      <a:pt x="158817" y="176065"/>
                      <a:pt x="165101" y="160162"/>
                      <a:pt x="177669" y="149371"/>
                    </a:cubicBezTo>
                    <a:cubicBezTo>
                      <a:pt x="187381" y="140852"/>
                      <a:pt x="199378" y="136308"/>
                      <a:pt x="212517" y="136308"/>
                    </a:cubicBezTo>
                    <a:cubicBezTo>
                      <a:pt x="227370" y="136308"/>
                      <a:pt x="239939" y="141420"/>
                      <a:pt x="250793" y="151643"/>
                    </a:cubicBezTo>
                    <a:cubicBezTo>
                      <a:pt x="261076" y="161866"/>
                      <a:pt x="266789" y="174929"/>
                      <a:pt x="266789" y="189695"/>
                    </a:cubicBezTo>
                    <a:lnTo>
                      <a:pt x="266789" y="200486"/>
                    </a:ln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10" name="Freeform 9">
                <a:extLst>
                  <a:ext uri="{FF2B5EF4-FFF2-40B4-BE49-F238E27FC236}">
                    <a16:creationId xmlns:a16="http://schemas.microsoft.com/office/drawing/2014/main" id="{120DE049-0A7B-B40A-89EF-14B0FB2E2C97}"/>
                  </a:ext>
                </a:extLst>
              </p:cNvPr>
              <p:cNvSpPr/>
              <p:nvPr/>
            </p:nvSpPr>
            <p:spPr>
              <a:xfrm>
                <a:off x="11039890" y="5190420"/>
                <a:ext cx="30277" cy="285111"/>
              </a:xfrm>
              <a:custGeom>
                <a:avLst/>
                <a:gdLst>
                  <a:gd name="connsiteX0" fmla="*/ 30278 w 30277"/>
                  <a:gd name="connsiteY0" fmla="*/ 3976 h 285111"/>
                  <a:gd name="connsiteX1" fmla="*/ 26279 w 30277"/>
                  <a:gd name="connsiteY1" fmla="*/ 0 h 285111"/>
                  <a:gd name="connsiteX2" fmla="*/ 3999 w 30277"/>
                  <a:gd name="connsiteY2" fmla="*/ 0 h 285111"/>
                  <a:gd name="connsiteX3" fmla="*/ 0 w 30277"/>
                  <a:gd name="connsiteY3" fmla="*/ 3976 h 285111"/>
                  <a:gd name="connsiteX4" fmla="*/ 0 w 30277"/>
                  <a:gd name="connsiteY4" fmla="*/ 119270 h 285111"/>
                  <a:gd name="connsiteX5" fmla="*/ 0 w 30277"/>
                  <a:gd name="connsiteY5" fmla="*/ 119270 h 285111"/>
                  <a:gd name="connsiteX6" fmla="*/ 0 w 30277"/>
                  <a:gd name="connsiteY6" fmla="*/ 281135 h 285111"/>
                  <a:gd name="connsiteX7" fmla="*/ 3999 w 30277"/>
                  <a:gd name="connsiteY7" fmla="*/ 285111 h 285111"/>
                  <a:gd name="connsiteX8" fmla="*/ 26279 w 30277"/>
                  <a:gd name="connsiteY8" fmla="*/ 285111 h 285111"/>
                  <a:gd name="connsiteX9" fmla="*/ 30278 w 30277"/>
                  <a:gd name="connsiteY9" fmla="*/ 281135 h 285111"/>
                  <a:gd name="connsiteX10" fmla="*/ 30278 w 30277"/>
                  <a:gd name="connsiteY10" fmla="*/ 101663 h 285111"/>
                  <a:gd name="connsiteX11" fmla="*/ 30278 w 30277"/>
                  <a:gd name="connsiteY11" fmla="*/ 101663 h 285111"/>
                  <a:gd name="connsiteX12" fmla="*/ 30278 w 30277"/>
                  <a:gd name="connsiteY12" fmla="*/ 3976 h 2851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0277" h="285111">
                    <a:moveTo>
                      <a:pt x="30278" y="3976"/>
                    </a:moveTo>
                    <a:cubicBezTo>
                      <a:pt x="30278" y="1704"/>
                      <a:pt x="28564" y="0"/>
                      <a:pt x="26279" y="0"/>
                    </a:cubicBezTo>
                    <a:lnTo>
                      <a:pt x="3999" y="0"/>
                    </a:lnTo>
                    <a:cubicBezTo>
                      <a:pt x="1714" y="0"/>
                      <a:pt x="0" y="1704"/>
                      <a:pt x="0" y="3976"/>
                    </a:cubicBezTo>
                    <a:lnTo>
                      <a:pt x="0" y="119270"/>
                    </a:lnTo>
                    <a:lnTo>
                      <a:pt x="0" y="119270"/>
                    </a:lnTo>
                    <a:lnTo>
                      <a:pt x="0" y="281135"/>
                    </a:lnTo>
                    <a:cubicBezTo>
                      <a:pt x="0" y="283407"/>
                      <a:pt x="1714" y="285111"/>
                      <a:pt x="3999" y="285111"/>
                    </a:cubicBezTo>
                    <a:lnTo>
                      <a:pt x="26279" y="285111"/>
                    </a:lnTo>
                    <a:cubicBezTo>
                      <a:pt x="28564" y="285111"/>
                      <a:pt x="30278" y="283407"/>
                      <a:pt x="30278" y="281135"/>
                    </a:cubicBezTo>
                    <a:lnTo>
                      <a:pt x="30278" y="101663"/>
                    </a:lnTo>
                    <a:lnTo>
                      <a:pt x="30278" y="101663"/>
                    </a:lnTo>
                    <a:lnTo>
                      <a:pt x="30278" y="3976"/>
                    </a:ln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11" name="Freeform 10">
                <a:extLst>
                  <a:ext uri="{FF2B5EF4-FFF2-40B4-BE49-F238E27FC236}">
                    <a16:creationId xmlns:a16="http://schemas.microsoft.com/office/drawing/2014/main" id="{0F692434-01C9-5383-249E-B04158159215}"/>
                  </a:ext>
                </a:extLst>
              </p:cNvPr>
              <p:cNvSpPr/>
              <p:nvPr/>
            </p:nvSpPr>
            <p:spPr>
              <a:xfrm>
                <a:off x="11211274" y="5292084"/>
                <a:ext cx="249650" cy="267504"/>
              </a:xfrm>
              <a:custGeom>
                <a:avLst/>
                <a:gdLst>
                  <a:gd name="connsiteX0" fmla="*/ 159388 w 249650"/>
                  <a:gd name="connsiteY0" fmla="*/ 0 h 267504"/>
                  <a:gd name="connsiteX1" fmla="*/ 95975 w 249650"/>
                  <a:gd name="connsiteY1" fmla="*/ 26126 h 267504"/>
                  <a:gd name="connsiteX2" fmla="*/ 69696 w 249650"/>
                  <a:gd name="connsiteY2" fmla="*/ 89168 h 267504"/>
                  <a:gd name="connsiteX3" fmla="*/ 69696 w 249650"/>
                  <a:gd name="connsiteY3" fmla="*/ 141420 h 267504"/>
                  <a:gd name="connsiteX4" fmla="*/ 62270 w 249650"/>
                  <a:gd name="connsiteY4" fmla="*/ 141420 h 267504"/>
                  <a:gd name="connsiteX5" fmla="*/ 18281 w 249650"/>
                  <a:gd name="connsiteY5" fmla="*/ 159594 h 267504"/>
                  <a:gd name="connsiteX6" fmla="*/ 0 w 249650"/>
                  <a:gd name="connsiteY6" fmla="*/ 203326 h 267504"/>
                  <a:gd name="connsiteX7" fmla="*/ 0 w 249650"/>
                  <a:gd name="connsiteY7" fmla="*/ 263529 h 267504"/>
                  <a:gd name="connsiteX8" fmla="*/ 3999 w 249650"/>
                  <a:gd name="connsiteY8" fmla="*/ 267505 h 267504"/>
                  <a:gd name="connsiteX9" fmla="*/ 37705 w 249650"/>
                  <a:gd name="connsiteY9" fmla="*/ 267505 h 267504"/>
                  <a:gd name="connsiteX10" fmla="*/ 41704 w 249650"/>
                  <a:gd name="connsiteY10" fmla="*/ 263529 h 267504"/>
                  <a:gd name="connsiteX11" fmla="*/ 42275 w 249650"/>
                  <a:gd name="connsiteY11" fmla="*/ 203326 h 267504"/>
                  <a:gd name="connsiteX12" fmla="*/ 48559 w 249650"/>
                  <a:gd name="connsiteY12" fmla="*/ 188560 h 267504"/>
                  <a:gd name="connsiteX13" fmla="*/ 62841 w 249650"/>
                  <a:gd name="connsiteY13" fmla="*/ 182880 h 267504"/>
                  <a:gd name="connsiteX14" fmla="*/ 159959 w 249650"/>
                  <a:gd name="connsiteY14" fmla="*/ 182880 h 267504"/>
                  <a:gd name="connsiteX15" fmla="*/ 223371 w 249650"/>
                  <a:gd name="connsiteY15" fmla="*/ 156754 h 267504"/>
                  <a:gd name="connsiteX16" fmla="*/ 249650 w 249650"/>
                  <a:gd name="connsiteY16" fmla="*/ 93712 h 267504"/>
                  <a:gd name="connsiteX17" fmla="*/ 249650 w 249650"/>
                  <a:gd name="connsiteY17" fmla="*/ 89168 h 267504"/>
                  <a:gd name="connsiteX18" fmla="*/ 223371 w 249650"/>
                  <a:gd name="connsiteY18" fmla="*/ 26126 h 267504"/>
                  <a:gd name="connsiteX19" fmla="*/ 159388 w 249650"/>
                  <a:gd name="connsiteY19" fmla="*/ 0 h 267504"/>
                  <a:gd name="connsiteX20" fmla="*/ 207375 w 249650"/>
                  <a:gd name="connsiteY20" fmla="*/ 93712 h 267504"/>
                  <a:gd name="connsiteX21" fmla="*/ 193093 w 249650"/>
                  <a:gd name="connsiteY21" fmla="*/ 127789 h 267504"/>
                  <a:gd name="connsiteX22" fmla="*/ 159388 w 249650"/>
                  <a:gd name="connsiteY22" fmla="*/ 141988 h 267504"/>
                  <a:gd name="connsiteX23" fmla="*/ 114828 w 249650"/>
                  <a:gd name="connsiteY23" fmla="*/ 141988 h 267504"/>
                  <a:gd name="connsiteX24" fmla="*/ 110829 w 249650"/>
                  <a:gd name="connsiteY24" fmla="*/ 138012 h 267504"/>
                  <a:gd name="connsiteX25" fmla="*/ 110829 w 249650"/>
                  <a:gd name="connsiteY25" fmla="*/ 89736 h 267504"/>
                  <a:gd name="connsiteX26" fmla="*/ 125111 w 249650"/>
                  <a:gd name="connsiteY26" fmla="*/ 56227 h 267504"/>
                  <a:gd name="connsiteX27" fmla="*/ 157674 w 249650"/>
                  <a:gd name="connsiteY27" fmla="*/ 42596 h 267504"/>
                  <a:gd name="connsiteX28" fmla="*/ 193665 w 249650"/>
                  <a:gd name="connsiteY28" fmla="*/ 57363 h 267504"/>
                  <a:gd name="connsiteX29" fmla="*/ 206804 w 249650"/>
                  <a:gd name="connsiteY29" fmla="*/ 90304 h 267504"/>
                  <a:gd name="connsiteX30" fmla="*/ 206804 w 249650"/>
                  <a:gd name="connsiteY30" fmla="*/ 93712 h 2675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249650" h="267504">
                    <a:moveTo>
                      <a:pt x="159388" y="0"/>
                    </a:moveTo>
                    <a:cubicBezTo>
                      <a:pt x="134251" y="0"/>
                      <a:pt x="113685" y="8519"/>
                      <a:pt x="95975" y="26126"/>
                    </a:cubicBezTo>
                    <a:cubicBezTo>
                      <a:pt x="78266" y="43732"/>
                      <a:pt x="69696" y="64178"/>
                      <a:pt x="69696" y="89168"/>
                    </a:cubicBezTo>
                    <a:lnTo>
                      <a:pt x="69696" y="141420"/>
                    </a:lnTo>
                    <a:lnTo>
                      <a:pt x="62270" y="141420"/>
                    </a:lnTo>
                    <a:cubicBezTo>
                      <a:pt x="45131" y="141420"/>
                      <a:pt x="30278" y="147667"/>
                      <a:pt x="18281" y="159594"/>
                    </a:cubicBezTo>
                    <a:cubicBezTo>
                      <a:pt x="6284" y="171521"/>
                      <a:pt x="0" y="186288"/>
                      <a:pt x="0" y="203326"/>
                    </a:cubicBezTo>
                    <a:lnTo>
                      <a:pt x="0" y="263529"/>
                    </a:lnTo>
                    <a:cubicBezTo>
                      <a:pt x="0" y="265801"/>
                      <a:pt x="1714" y="267505"/>
                      <a:pt x="3999" y="267505"/>
                    </a:cubicBezTo>
                    <a:lnTo>
                      <a:pt x="37705" y="267505"/>
                    </a:lnTo>
                    <a:cubicBezTo>
                      <a:pt x="39990" y="267505"/>
                      <a:pt x="41704" y="265801"/>
                      <a:pt x="41704" y="263529"/>
                    </a:cubicBezTo>
                    <a:lnTo>
                      <a:pt x="42275" y="203326"/>
                    </a:lnTo>
                    <a:cubicBezTo>
                      <a:pt x="42275" y="197647"/>
                      <a:pt x="43989" y="193103"/>
                      <a:pt x="48559" y="188560"/>
                    </a:cubicBezTo>
                    <a:cubicBezTo>
                      <a:pt x="52558" y="184584"/>
                      <a:pt x="57128" y="182880"/>
                      <a:pt x="62841" y="182880"/>
                    </a:cubicBezTo>
                    <a:lnTo>
                      <a:pt x="159959" y="182880"/>
                    </a:lnTo>
                    <a:cubicBezTo>
                      <a:pt x="185095" y="182880"/>
                      <a:pt x="205662" y="174361"/>
                      <a:pt x="223371" y="156754"/>
                    </a:cubicBezTo>
                    <a:cubicBezTo>
                      <a:pt x="241081" y="139148"/>
                      <a:pt x="249650" y="118702"/>
                      <a:pt x="249650" y="93712"/>
                    </a:cubicBezTo>
                    <a:lnTo>
                      <a:pt x="249650" y="89168"/>
                    </a:lnTo>
                    <a:cubicBezTo>
                      <a:pt x="249650" y="64178"/>
                      <a:pt x="241081" y="43732"/>
                      <a:pt x="223371" y="26126"/>
                    </a:cubicBezTo>
                    <a:cubicBezTo>
                      <a:pt x="205090" y="8519"/>
                      <a:pt x="184524" y="0"/>
                      <a:pt x="159388" y="0"/>
                    </a:cubicBezTo>
                    <a:close/>
                    <a:moveTo>
                      <a:pt x="207375" y="93712"/>
                    </a:moveTo>
                    <a:cubicBezTo>
                      <a:pt x="207375" y="106775"/>
                      <a:pt x="202805" y="118134"/>
                      <a:pt x="193093" y="127789"/>
                    </a:cubicBezTo>
                    <a:cubicBezTo>
                      <a:pt x="183953" y="137444"/>
                      <a:pt x="172527" y="141988"/>
                      <a:pt x="159388" y="141988"/>
                    </a:cubicBezTo>
                    <a:lnTo>
                      <a:pt x="114828" y="141988"/>
                    </a:lnTo>
                    <a:cubicBezTo>
                      <a:pt x="112543" y="141988"/>
                      <a:pt x="110829" y="140284"/>
                      <a:pt x="110829" y="138012"/>
                    </a:cubicBezTo>
                    <a:lnTo>
                      <a:pt x="110829" y="89736"/>
                    </a:lnTo>
                    <a:cubicBezTo>
                      <a:pt x="110829" y="76673"/>
                      <a:pt x="115399" y="65314"/>
                      <a:pt x="125111" y="56227"/>
                    </a:cubicBezTo>
                    <a:cubicBezTo>
                      <a:pt x="134251" y="47140"/>
                      <a:pt x="145106" y="42596"/>
                      <a:pt x="157674" y="42596"/>
                    </a:cubicBezTo>
                    <a:cubicBezTo>
                      <a:pt x="171385" y="42028"/>
                      <a:pt x="184524" y="47708"/>
                      <a:pt x="193665" y="57363"/>
                    </a:cubicBezTo>
                    <a:cubicBezTo>
                      <a:pt x="202234" y="66450"/>
                      <a:pt x="206804" y="77241"/>
                      <a:pt x="206804" y="90304"/>
                    </a:cubicBezTo>
                    <a:lnTo>
                      <a:pt x="206804" y="93712"/>
                    </a:ln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12" name="Freeform 11">
                <a:extLst>
                  <a:ext uri="{FF2B5EF4-FFF2-40B4-BE49-F238E27FC236}">
                    <a16:creationId xmlns:a16="http://schemas.microsoft.com/office/drawing/2014/main" id="{43C28EA4-D39D-8BD8-9287-0015E49EACFC}"/>
                  </a:ext>
                </a:extLst>
              </p:cNvPr>
              <p:cNvSpPr/>
              <p:nvPr/>
            </p:nvSpPr>
            <p:spPr>
              <a:xfrm>
                <a:off x="11510626" y="5189285"/>
                <a:ext cx="272501" cy="285111"/>
              </a:xfrm>
              <a:custGeom>
                <a:avLst/>
                <a:gdLst>
                  <a:gd name="connsiteX0" fmla="*/ 235368 w 272501"/>
                  <a:gd name="connsiteY0" fmla="*/ 128925 h 285111"/>
                  <a:gd name="connsiteX1" fmla="*/ 231369 w 272501"/>
                  <a:gd name="connsiteY1" fmla="*/ 132900 h 285111"/>
                  <a:gd name="connsiteX2" fmla="*/ 231369 w 272501"/>
                  <a:gd name="connsiteY2" fmla="*/ 229452 h 285111"/>
                  <a:gd name="connsiteX3" fmla="*/ 227942 w 272501"/>
                  <a:gd name="connsiteY3" fmla="*/ 240811 h 285111"/>
                  <a:gd name="connsiteX4" fmla="*/ 217087 w 272501"/>
                  <a:gd name="connsiteY4" fmla="*/ 244219 h 285111"/>
                  <a:gd name="connsiteX5" fmla="*/ 55986 w 272501"/>
                  <a:gd name="connsiteY5" fmla="*/ 244219 h 285111"/>
                  <a:gd name="connsiteX6" fmla="*/ 45131 w 272501"/>
                  <a:gd name="connsiteY6" fmla="*/ 241379 h 285111"/>
                  <a:gd name="connsiteX7" fmla="*/ 41704 w 272501"/>
                  <a:gd name="connsiteY7" fmla="*/ 229452 h 285111"/>
                  <a:gd name="connsiteX8" fmla="*/ 41704 w 272501"/>
                  <a:gd name="connsiteY8" fmla="*/ 3976 h 285111"/>
                  <a:gd name="connsiteX9" fmla="*/ 37705 w 272501"/>
                  <a:gd name="connsiteY9" fmla="*/ 0 h 285111"/>
                  <a:gd name="connsiteX10" fmla="*/ 3999 w 272501"/>
                  <a:gd name="connsiteY10" fmla="*/ 0 h 285111"/>
                  <a:gd name="connsiteX11" fmla="*/ 0 w 272501"/>
                  <a:gd name="connsiteY11" fmla="*/ 3976 h 285111"/>
                  <a:gd name="connsiteX12" fmla="*/ 0 w 272501"/>
                  <a:gd name="connsiteY12" fmla="*/ 228884 h 285111"/>
                  <a:gd name="connsiteX13" fmla="*/ 15425 w 272501"/>
                  <a:gd name="connsiteY13" fmla="*/ 269776 h 285111"/>
                  <a:gd name="connsiteX14" fmla="*/ 56557 w 272501"/>
                  <a:gd name="connsiteY14" fmla="*/ 285111 h 285111"/>
                  <a:gd name="connsiteX15" fmla="*/ 215945 w 272501"/>
                  <a:gd name="connsiteY15" fmla="*/ 285111 h 285111"/>
                  <a:gd name="connsiteX16" fmla="*/ 257077 w 272501"/>
                  <a:gd name="connsiteY16" fmla="*/ 269776 h 285111"/>
                  <a:gd name="connsiteX17" fmla="*/ 272501 w 272501"/>
                  <a:gd name="connsiteY17" fmla="*/ 228884 h 285111"/>
                  <a:gd name="connsiteX18" fmla="*/ 272501 w 272501"/>
                  <a:gd name="connsiteY18" fmla="*/ 132332 h 285111"/>
                  <a:gd name="connsiteX19" fmla="*/ 268503 w 272501"/>
                  <a:gd name="connsiteY19" fmla="*/ 128357 h 285111"/>
                  <a:gd name="connsiteX20" fmla="*/ 235368 w 272501"/>
                  <a:gd name="connsiteY20" fmla="*/ 128357 h 2851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272501" h="285111">
                    <a:moveTo>
                      <a:pt x="235368" y="128925"/>
                    </a:moveTo>
                    <a:cubicBezTo>
                      <a:pt x="233083" y="128925"/>
                      <a:pt x="231369" y="130629"/>
                      <a:pt x="231369" y="132900"/>
                    </a:cubicBezTo>
                    <a:lnTo>
                      <a:pt x="231369" y="229452"/>
                    </a:lnTo>
                    <a:cubicBezTo>
                      <a:pt x="231369" y="234563"/>
                      <a:pt x="230227" y="238539"/>
                      <a:pt x="227942" y="240811"/>
                    </a:cubicBezTo>
                    <a:cubicBezTo>
                      <a:pt x="225657" y="243083"/>
                      <a:pt x="220515" y="244219"/>
                      <a:pt x="217087" y="244219"/>
                    </a:cubicBezTo>
                    <a:lnTo>
                      <a:pt x="55986" y="244219"/>
                    </a:lnTo>
                    <a:cubicBezTo>
                      <a:pt x="50844" y="244219"/>
                      <a:pt x="47417" y="243083"/>
                      <a:pt x="45131" y="241379"/>
                    </a:cubicBezTo>
                    <a:cubicBezTo>
                      <a:pt x="42846" y="239107"/>
                      <a:pt x="41704" y="235131"/>
                      <a:pt x="41704" y="229452"/>
                    </a:cubicBezTo>
                    <a:lnTo>
                      <a:pt x="41704" y="3976"/>
                    </a:lnTo>
                    <a:cubicBezTo>
                      <a:pt x="41704" y="1704"/>
                      <a:pt x="39990" y="0"/>
                      <a:pt x="37705" y="0"/>
                    </a:cubicBezTo>
                    <a:lnTo>
                      <a:pt x="3999" y="0"/>
                    </a:lnTo>
                    <a:cubicBezTo>
                      <a:pt x="1714" y="0"/>
                      <a:pt x="0" y="1704"/>
                      <a:pt x="0" y="3976"/>
                    </a:cubicBezTo>
                    <a:lnTo>
                      <a:pt x="0" y="228884"/>
                    </a:lnTo>
                    <a:cubicBezTo>
                      <a:pt x="0" y="245923"/>
                      <a:pt x="5142" y="260121"/>
                      <a:pt x="15425" y="269776"/>
                    </a:cubicBezTo>
                    <a:cubicBezTo>
                      <a:pt x="25708" y="280000"/>
                      <a:pt x="39418" y="285111"/>
                      <a:pt x="56557" y="285111"/>
                    </a:cubicBezTo>
                    <a:lnTo>
                      <a:pt x="215945" y="285111"/>
                    </a:lnTo>
                    <a:cubicBezTo>
                      <a:pt x="232512" y="285111"/>
                      <a:pt x="246223" y="280000"/>
                      <a:pt x="257077" y="269776"/>
                    </a:cubicBezTo>
                    <a:cubicBezTo>
                      <a:pt x="267360" y="259553"/>
                      <a:pt x="272501" y="245923"/>
                      <a:pt x="272501" y="228884"/>
                    </a:cubicBezTo>
                    <a:lnTo>
                      <a:pt x="272501" y="132332"/>
                    </a:lnTo>
                    <a:cubicBezTo>
                      <a:pt x="272501" y="130061"/>
                      <a:pt x="270788" y="128357"/>
                      <a:pt x="268503" y="128357"/>
                    </a:cubicBezTo>
                    <a:lnTo>
                      <a:pt x="235368" y="128357"/>
                    </a:ln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13" name="Freeform 12">
                <a:extLst>
                  <a:ext uri="{FF2B5EF4-FFF2-40B4-BE49-F238E27FC236}">
                    <a16:creationId xmlns:a16="http://schemas.microsoft.com/office/drawing/2014/main" id="{60205CC1-F71A-D612-A529-7B7549DD1ECA}"/>
                  </a:ext>
                </a:extLst>
              </p:cNvPr>
              <p:cNvSpPr/>
              <p:nvPr/>
            </p:nvSpPr>
            <p:spPr>
              <a:xfrm>
                <a:off x="11715716" y="5240400"/>
                <a:ext cx="41703" cy="41460"/>
              </a:xfrm>
              <a:custGeom>
                <a:avLst/>
                <a:gdLst>
                  <a:gd name="connsiteX0" fmla="*/ 37705 w 41703"/>
                  <a:gd name="connsiteY0" fmla="*/ 0 h 41460"/>
                  <a:gd name="connsiteX1" fmla="*/ 3999 w 41703"/>
                  <a:gd name="connsiteY1" fmla="*/ 0 h 41460"/>
                  <a:gd name="connsiteX2" fmla="*/ 0 w 41703"/>
                  <a:gd name="connsiteY2" fmla="*/ 3976 h 41460"/>
                  <a:gd name="connsiteX3" fmla="*/ 0 w 41703"/>
                  <a:gd name="connsiteY3" fmla="*/ 37485 h 41460"/>
                  <a:gd name="connsiteX4" fmla="*/ 3999 w 41703"/>
                  <a:gd name="connsiteY4" fmla="*/ 41460 h 41460"/>
                  <a:gd name="connsiteX5" fmla="*/ 37705 w 41703"/>
                  <a:gd name="connsiteY5" fmla="*/ 41460 h 41460"/>
                  <a:gd name="connsiteX6" fmla="*/ 41704 w 41703"/>
                  <a:gd name="connsiteY6" fmla="*/ 37485 h 41460"/>
                  <a:gd name="connsiteX7" fmla="*/ 41704 w 41703"/>
                  <a:gd name="connsiteY7" fmla="*/ 3976 h 41460"/>
                  <a:gd name="connsiteX8" fmla="*/ 37705 w 41703"/>
                  <a:gd name="connsiteY8" fmla="*/ 0 h 414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1703" h="41460">
                    <a:moveTo>
                      <a:pt x="37705" y="0"/>
                    </a:moveTo>
                    <a:lnTo>
                      <a:pt x="3999" y="0"/>
                    </a:lnTo>
                    <a:cubicBezTo>
                      <a:pt x="1714" y="0"/>
                      <a:pt x="0" y="1704"/>
                      <a:pt x="0" y="3976"/>
                    </a:cubicBezTo>
                    <a:lnTo>
                      <a:pt x="0" y="37485"/>
                    </a:lnTo>
                    <a:cubicBezTo>
                      <a:pt x="0" y="39757"/>
                      <a:pt x="1714" y="41460"/>
                      <a:pt x="3999" y="41460"/>
                    </a:cubicBezTo>
                    <a:lnTo>
                      <a:pt x="37705" y="41460"/>
                    </a:lnTo>
                    <a:cubicBezTo>
                      <a:pt x="39990" y="41460"/>
                      <a:pt x="41704" y="39757"/>
                      <a:pt x="41704" y="37485"/>
                    </a:cubicBezTo>
                    <a:lnTo>
                      <a:pt x="41704" y="3976"/>
                    </a:lnTo>
                    <a:cubicBezTo>
                      <a:pt x="41704" y="1704"/>
                      <a:pt x="39990" y="0"/>
                      <a:pt x="3770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14" name="Freeform 13">
                <a:extLst>
                  <a:ext uri="{FF2B5EF4-FFF2-40B4-BE49-F238E27FC236}">
                    <a16:creationId xmlns:a16="http://schemas.microsoft.com/office/drawing/2014/main" id="{31FEC496-4A71-1AED-D980-E457CC1350CC}"/>
                  </a:ext>
                </a:extLst>
              </p:cNvPr>
              <p:cNvSpPr/>
              <p:nvPr/>
            </p:nvSpPr>
            <p:spPr>
              <a:xfrm>
                <a:off x="11768845" y="5240400"/>
                <a:ext cx="41703" cy="41460"/>
              </a:xfrm>
              <a:custGeom>
                <a:avLst/>
                <a:gdLst>
                  <a:gd name="connsiteX0" fmla="*/ 0 w 41703"/>
                  <a:gd name="connsiteY0" fmla="*/ 3976 h 41460"/>
                  <a:gd name="connsiteX1" fmla="*/ 0 w 41703"/>
                  <a:gd name="connsiteY1" fmla="*/ 37485 h 41460"/>
                  <a:gd name="connsiteX2" fmla="*/ 3999 w 41703"/>
                  <a:gd name="connsiteY2" fmla="*/ 41460 h 41460"/>
                  <a:gd name="connsiteX3" fmla="*/ 37705 w 41703"/>
                  <a:gd name="connsiteY3" fmla="*/ 41460 h 41460"/>
                  <a:gd name="connsiteX4" fmla="*/ 41704 w 41703"/>
                  <a:gd name="connsiteY4" fmla="*/ 37485 h 41460"/>
                  <a:gd name="connsiteX5" fmla="*/ 41704 w 41703"/>
                  <a:gd name="connsiteY5" fmla="*/ 3976 h 41460"/>
                  <a:gd name="connsiteX6" fmla="*/ 37705 w 41703"/>
                  <a:gd name="connsiteY6" fmla="*/ 0 h 41460"/>
                  <a:gd name="connsiteX7" fmla="*/ 3999 w 41703"/>
                  <a:gd name="connsiteY7" fmla="*/ 0 h 41460"/>
                  <a:gd name="connsiteX8" fmla="*/ 0 w 41703"/>
                  <a:gd name="connsiteY8" fmla="*/ 3976 h 414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1703" h="41460">
                    <a:moveTo>
                      <a:pt x="0" y="3976"/>
                    </a:moveTo>
                    <a:lnTo>
                      <a:pt x="0" y="37485"/>
                    </a:lnTo>
                    <a:cubicBezTo>
                      <a:pt x="0" y="39757"/>
                      <a:pt x="1714" y="41460"/>
                      <a:pt x="3999" y="41460"/>
                    </a:cubicBezTo>
                    <a:lnTo>
                      <a:pt x="37705" y="41460"/>
                    </a:lnTo>
                    <a:cubicBezTo>
                      <a:pt x="39990" y="41460"/>
                      <a:pt x="41704" y="39757"/>
                      <a:pt x="41704" y="37485"/>
                    </a:cubicBezTo>
                    <a:lnTo>
                      <a:pt x="41704" y="3976"/>
                    </a:lnTo>
                    <a:cubicBezTo>
                      <a:pt x="41704" y="1704"/>
                      <a:pt x="39990" y="0"/>
                      <a:pt x="37705" y="0"/>
                    </a:cubicBezTo>
                    <a:lnTo>
                      <a:pt x="3999" y="0"/>
                    </a:lnTo>
                    <a:cubicBezTo>
                      <a:pt x="1714" y="0"/>
                      <a:pt x="0" y="1704"/>
                      <a:pt x="0" y="3976"/>
                    </a:cubicBez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15" name="Freeform 14">
                <a:extLst>
                  <a:ext uri="{FF2B5EF4-FFF2-40B4-BE49-F238E27FC236}">
                    <a16:creationId xmlns:a16="http://schemas.microsoft.com/office/drawing/2014/main" id="{06C42964-D58E-5840-65B3-AD030F5B7A39}"/>
                  </a:ext>
                </a:extLst>
              </p:cNvPr>
              <p:cNvSpPr/>
              <p:nvPr/>
            </p:nvSpPr>
            <p:spPr>
              <a:xfrm>
                <a:off x="10243522" y="5497682"/>
                <a:ext cx="30277" cy="30101"/>
              </a:xfrm>
              <a:custGeom>
                <a:avLst/>
                <a:gdLst>
                  <a:gd name="connsiteX0" fmla="*/ 3999 w 30277"/>
                  <a:gd name="connsiteY0" fmla="*/ 30101 h 30101"/>
                  <a:gd name="connsiteX1" fmla="*/ 26279 w 30277"/>
                  <a:gd name="connsiteY1" fmla="*/ 30101 h 30101"/>
                  <a:gd name="connsiteX2" fmla="*/ 30278 w 30277"/>
                  <a:gd name="connsiteY2" fmla="*/ 26126 h 30101"/>
                  <a:gd name="connsiteX3" fmla="*/ 30278 w 30277"/>
                  <a:gd name="connsiteY3" fmla="*/ 3976 h 30101"/>
                  <a:gd name="connsiteX4" fmla="*/ 26279 w 30277"/>
                  <a:gd name="connsiteY4" fmla="*/ 0 h 30101"/>
                  <a:gd name="connsiteX5" fmla="*/ 3999 w 30277"/>
                  <a:gd name="connsiteY5" fmla="*/ 0 h 30101"/>
                  <a:gd name="connsiteX6" fmla="*/ 0 w 30277"/>
                  <a:gd name="connsiteY6" fmla="*/ 3976 h 30101"/>
                  <a:gd name="connsiteX7" fmla="*/ 0 w 30277"/>
                  <a:gd name="connsiteY7" fmla="*/ 26126 h 30101"/>
                  <a:gd name="connsiteX8" fmla="*/ 3999 w 30277"/>
                  <a:gd name="connsiteY8" fmla="*/ 30101 h 301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0277" h="30101">
                    <a:moveTo>
                      <a:pt x="3999" y="30101"/>
                    </a:moveTo>
                    <a:lnTo>
                      <a:pt x="26279" y="30101"/>
                    </a:lnTo>
                    <a:cubicBezTo>
                      <a:pt x="28564" y="30101"/>
                      <a:pt x="30278" y="28398"/>
                      <a:pt x="30278" y="26126"/>
                    </a:cubicBezTo>
                    <a:lnTo>
                      <a:pt x="30278" y="3976"/>
                    </a:lnTo>
                    <a:cubicBezTo>
                      <a:pt x="30278" y="1704"/>
                      <a:pt x="28564" y="0"/>
                      <a:pt x="26279" y="0"/>
                    </a:cubicBezTo>
                    <a:lnTo>
                      <a:pt x="3999" y="0"/>
                    </a:lnTo>
                    <a:cubicBezTo>
                      <a:pt x="1714" y="0"/>
                      <a:pt x="0" y="1704"/>
                      <a:pt x="0" y="3976"/>
                    </a:cubicBezTo>
                    <a:lnTo>
                      <a:pt x="0" y="26126"/>
                    </a:lnTo>
                    <a:cubicBezTo>
                      <a:pt x="0" y="28398"/>
                      <a:pt x="1714" y="30101"/>
                      <a:pt x="3999" y="30101"/>
                    </a:cubicBez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16" name="Freeform 15">
                <a:extLst>
                  <a:ext uri="{FF2B5EF4-FFF2-40B4-BE49-F238E27FC236}">
                    <a16:creationId xmlns:a16="http://schemas.microsoft.com/office/drawing/2014/main" id="{EA1D2E66-8E54-AFC7-9DBD-708DD105FF7D}"/>
                  </a:ext>
                </a:extLst>
              </p:cNvPr>
              <p:cNvSpPr/>
              <p:nvPr/>
            </p:nvSpPr>
            <p:spPr>
              <a:xfrm>
                <a:off x="10296080" y="5497682"/>
                <a:ext cx="30278" cy="30101"/>
              </a:xfrm>
              <a:custGeom>
                <a:avLst/>
                <a:gdLst>
                  <a:gd name="connsiteX0" fmla="*/ 3999 w 30278"/>
                  <a:gd name="connsiteY0" fmla="*/ 30101 h 30101"/>
                  <a:gd name="connsiteX1" fmla="*/ 26279 w 30278"/>
                  <a:gd name="connsiteY1" fmla="*/ 30101 h 30101"/>
                  <a:gd name="connsiteX2" fmla="*/ 30278 w 30278"/>
                  <a:gd name="connsiteY2" fmla="*/ 26126 h 30101"/>
                  <a:gd name="connsiteX3" fmla="*/ 30278 w 30278"/>
                  <a:gd name="connsiteY3" fmla="*/ 3976 h 30101"/>
                  <a:gd name="connsiteX4" fmla="*/ 26279 w 30278"/>
                  <a:gd name="connsiteY4" fmla="*/ 0 h 30101"/>
                  <a:gd name="connsiteX5" fmla="*/ 3999 w 30278"/>
                  <a:gd name="connsiteY5" fmla="*/ 0 h 30101"/>
                  <a:gd name="connsiteX6" fmla="*/ 0 w 30278"/>
                  <a:gd name="connsiteY6" fmla="*/ 3976 h 30101"/>
                  <a:gd name="connsiteX7" fmla="*/ 0 w 30278"/>
                  <a:gd name="connsiteY7" fmla="*/ 26126 h 30101"/>
                  <a:gd name="connsiteX8" fmla="*/ 3999 w 30278"/>
                  <a:gd name="connsiteY8" fmla="*/ 30101 h 301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0278" h="30101">
                    <a:moveTo>
                      <a:pt x="3999" y="30101"/>
                    </a:moveTo>
                    <a:lnTo>
                      <a:pt x="26279" y="30101"/>
                    </a:lnTo>
                    <a:cubicBezTo>
                      <a:pt x="28564" y="30101"/>
                      <a:pt x="30278" y="28398"/>
                      <a:pt x="30278" y="26126"/>
                    </a:cubicBezTo>
                    <a:lnTo>
                      <a:pt x="30278" y="3976"/>
                    </a:lnTo>
                    <a:cubicBezTo>
                      <a:pt x="30278" y="1704"/>
                      <a:pt x="28564" y="0"/>
                      <a:pt x="26279" y="0"/>
                    </a:cubicBezTo>
                    <a:lnTo>
                      <a:pt x="3999" y="0"/>
                    </a:lnTo>
                    <a:cubicBezTo>
                      <a:pt x="1714" y="0"/>
                      <a:pt x="0" y="1704"/>
                      <a:pt x="0" y="3976"/>
                    </a:cubicBezTo>
                    <a:lnTo>
                      <a:pt x="0" y="26126"/>
                    </a:lnTo>
                    <a:cubicBezTo>
                      <a:pt x="571" y="28398"/>
                      <a:pt x="2285" y="30101"/>
                      <a:pt x="3999" y="30101"/>
                    </a:cubicBez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17" name="Freeform 16">
                <a:extLst>
                  <a:ext uri="{FF2B5EF4-FFF2-40B4-BE49-F238E27FC236}">
                    <a16:creationId xmlns:a16="http://schemas.microsoft.com/office/drawing/2014/main" id="{3A1814C8-4330-F5C8-D9CC-0CFE1DAA7770}"/>
                  </a:ext>
                </a:extLst>
              </p:cNvPr>
              <p:cNvSpPr/>
              <p:nvPr/>
            </p:nvSpPr>
            <p:spPr>
              <a:xfrm>
                <a:off x="10023007" y="5246080"/>
                <a:ext cx="30277" cy="30101"/>
              </a:xfrm>
              <a:custGeom>
                <a:avLst/>
                <a:gdLst>
                  <a:gd name="connsiteX0" fmla="*/ 26279 w 30277"/>
                  <a:gd name="connsiteY0" fmla="*/ 0 h 30101"/>
                  <a:gd name="connsiteX1" fmla="*/ 3999 w 30277"/>
                  <a:gd name="connsiteY1" fmla="*/ 0 h 30101"/>
                  <a:gd name="connsiteX2" fmla="*/ 0 w 30277"/>
                  <a:gd name="connsiteY2" fmla="*/ 3976 h 30101"/>
                  <a:gd name="connsiteX3" fmla="*/ 0 w 30277"/>
                  <a:gd name="connsiteY3" fmla="*/ 26126 h 30101"/>
                  <a:gd name="connsiteX4" fmla="*/ 3999 w 30277"/>
                  <a:gd name="connsiteY4" fmla="*/ 30101 h 30101"/>
                  <a:gd name="connsiteX5" fmla="*/ 26279 w 30277"/>
                  <a:gd name="connsiteY5" fmla="*/ 30101 h 30101"/>
                  <a:gd name="connsiteX6" fmla="*/ 30278 w 30277"/>
                  <a:gd name="connsiteY6" fmla="*/ 26126 h 30101"/>
                  <a:gd name="connsiteX7" fmla="*/ 30278 w 30277"/>
                  <a:gd name="connsiteY7" fmla="*/ 3976 h 30101"/>
                  <a:gd name="connsiteX8" fmla="*/ 26279 w 30277"/>
                  <a:gd name="connsiteY8" fmla="*/ 0 h 301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0277" h="30101">
                    <a:moveTo>
                      <a:pt x="26279" y="0"/>
                    </a:moveTo>
                    <a:lnTo>
                      <a:pt x="3999" y="0"/>
                    </a:lnTo>
                    <a:cubicBezTo>
                      <a:pt x="1714" y="0"/>
                      <a:pt x="0" y="1704"/>
                      <a:pt x="0" y="3976"/>
                    </a:cubicBezTo>
                    <a:lnTo>
                      <a:pt x="0" y="26126"/>
                    </a:lnTo>
                    <a:cubicBezTo>
                      <a:pt x="0" y="28398"/>
                      <a:pt x="1714" y="30101"/>
                      <a:pt x="3999" y="30101"/>
                    </a:cubicBezTo>
                    <a:lnTo>
                      <a:pt x="26279" y="30101"/>
                    </a:lnTo>
                    <a:cubicBezTo>
                      <a:pt x="28564" y="30101"/>
                      <a:pt x="30278" y="28398"/>
                      <a:pt x="30278" y="26126"/>
                    </a:cubicBezTo>
                    <a:lnTo>
                      <a:pt x="30278" y="3976"/>
                    </a:lnTo>
                    <a:cubicBezTo>
                      <a:pt x="29707" y="1704"/>
                      <a:pt x="27993" y="0"/>
                      <a:pt x="2627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18" name="Freeform 17">
                <a:extLst>
                  <a:ext uri="{FF2B5EF4-FFF2-40B4-BE49-F238E27FC236}">
                    <a16:creationId xmlns:a16="http://schemas.microsoft.com/office/drawing/2014/main" id="{7D4F11CB-266E-8B0F-A260-0EADD131593A}"/>
                  </a:ext>
                </a:extLst>
              </p:cNvPr>
              <p:cNvSpPr/>
              <p:nvPr/>
            </p:nvSpPr>
            <p:spPr>
              <a:xfrm>
                <a:off x="10075565" y="5246080"/>
                <a:ext cx="30277" cy="30101"/>
              </a:xfrm>
              <a:custGeom>
                <a:avLst/>
                <a:gdLst>
                  <a:gd name="connsiteX0" fmla="*/ 26279 w 30277"/>
                  <a:gd name="connsiteY0" fmla="*/ 0 h 30101"/>
                  <a:gd name="connsiteX1" fmla="*/ 3999 w 30277"/>
                  <a:gd name="connsiteY1" fmla="*/ 0 h 30101"/>
                  <a:gd name="connsiteX2" fmla="*/ 0 w 30277"/>
                  <a:gd name="connsiteY2" fmla="*/ 3976 h 30101"/>
                  <a:gd name="connsiteX3" fmla="*/ 0 w 30277"/>
                  <a:gd name="connsiteY3" fmla="*/ 26126 h 30101"/>
                  <a:gd name="connsiteX4" fmla="*/ 3999 w 30277"/>
                  <a:gd name="connsiteY4" fmla="*/ 30101 h 30101"/>
                  <a:gd name="connsiteX5" fmla="*/ 26279 w 30277"/>
                  <a:gd name="connsiteY5" fmla="*/ 30101 h 30101"/>
                  <a:gd name="connsiteX6" fmla="*/ 30278 w 30277"/>
                  <a:gd name="connsiteY6" fmla="*/ 26126 h 30101"/>
                  <a:gd name="connsiteX7" fmla="*/ 30278 w 30277"/>
                  <a:gd name="connsiteY7" fmla="*/ 3976 h 30101"/>
                  <a:gd name="connsiteX8" fmla="*/ 26279 w 30277"/>
                  <a:gd name="connsiteY8" fmla="*/ 0 h 301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0277" h="30101">
                    <a:moveTo>
                      <a:pt x="26279" y="0"/>
                    </a:moveTo>
                    <a:lnTo>
                      <a:pt x="3999" y="0"/>
                    </a:lnTo>
                    <a:cubicBezTo>
                      <a:pt x="1714" y="0"/>
                      <a:pt x="0" y="1704"/>
                      <a:pt x="0" y="3976"/>
                    </a:cubicBezTo>
                    <a:lnTo>
                      <a:pt x="0" y="26126"/>
                    </a:lnTo>
                    <a:cubicBezTo>
                      <a:pt x="0" y="28398"/>
                      <a:pt x="1714" y="30101"/>
                      <a:pt x="3999" y="30101"/>
                    </a:cubicBezTo>
                    <a:lnTo>
                      <a:pt x="26279" y="30101"/>
                    </a:lnTo>
                    <a:cubicBezTo>
                      <a:pt x="28564" y="30101"/>
                      <a:pt x="30278" y="28398"/>
                      <a:pt x="30278" y="26126"/>
                    </a:cubicBezTo>
                    <a:lnTo>
                      <a:pt x="30278" y="3976"/>
                    </a:lnTo>
                    <a:cubicBezTo>
                      <a:pt x="29707" y="1704"/>
                      <a:pt x="27993" y="0"/>
                      <a:pt x="2627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</p:grpSp>
      </p:grpSp>
      <p:sp>
        <p:nvSpPr>
          <p:cNvPr id="29" name="TextBox 28">
            <a:extLst>
              <a:ext uri="{FF2B5EF4-FFF2-40B4-BE49-F238E27FC236}">
                <a16:creationId xmlns:a16="http://schemas.microsoft.com/office/drawing/2014/main" id="{93EE54A2-EF75-5C3F-C967-F46369355B0C}"/>
              </a:ext>
            </a:extLst>
          </p:cNvPr>
          <p:cNvSpPr txBox="1"/>
          <p:nvPr/>
        </p:nvSpPr>
        <p:spPr>
          <a:xfrm>
            <a:off x="5471133" y="3703369"/>
            <a:ext cx="5486400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 rtl="1"/>
            <a:r>
              <a:rPr lang="ar-SA" sz="4000" b="1" dirty="0">
                <a:solidFill>
                  <a:schemeClr val="bg1"/>
                </a:solidFill>
                <a:latin typeface="IBM Plex Sans Arabic" panose="020B0803050203000203" pitchFamily="34" charset="-78"/>
                <a:cs typeface="IBM Plex Sans Arabic" panose="020B0803050203000203" pitchFamily="34" charset="-78"/>
              </a:rPr>
              <a:t>فاصل قسم</a:t>
            </a:r>
            <a:endParaRPr lang="en-SA" sz="4000" b="1" dirty="0">
              <a:solidFill>
                <a:schemeClr val="bg1"/>
              </a:solidFill>
              <a:latin typeface="IBM Plex Sans Arabic" panose="020B0803050203000203" pitchFamily="34" charset="-78"/>
              <a:cs typeface="IBM Plex Sans Arabic" panose="020B0803050203000203" pitchFamily="34" charset="-78"/>
            </a:endParaRP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3E03E03A-649A-1428-581C-6A2F0D77ABB4}"/>
              </a:ext>
            </a:extLst>
          </p:cNvPr>
          <p:cNvSpPr txBox="1"/>
          <p:nvPr/>
        </p:nvSpPr>
        <p:spPr>
          <a:xfrm>
            <a:off x="5471133" y="4470113"/>
            <a:ext cx="5486400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 rtl="1"/>
            <a:r>
              <a:rPr lang="ar-SA" sz="3200" dirty="0">
                <a:solidFill>
                  <a:schemeClr val="accent2"/>
                </a:solidFill>
                <a:latin typeface="IBM Plex Sans Arabic" panose="020B0803050203000203" pitchFamily="34" charset="-78"/>
                <a:cs typeface="IBM Plex Sans Arabic" panose="020B0803050203000203" pitchFamily="34" charset="-78"/>
              </a:rPr>
              <a:t>فاصل قسم</a:t>
            </a:r>
            <a:endParaRPr lang="en-SA" sz="3200" dirty="0">
              <a:solidFill>
                <a:schemeClr val="accent2"/>
              </a:solidFill>
              <a:latin typeface="IBM Plex Sans Arabic" panose="020B0803050203000203" pitchFamily="34" charset="-78"/>
              <a:cs typeface="IBM Plex Sans Arabic" panose="020B0803050203000203" pitchFamily="34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440561599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048FBFDF-0760-8A46-8976-DBF6F5F235DC}"/>
              </a:ext>
            </a:extLst>
          </p:cNvPr>
          <p:cNvSpPr>
            <a:spLocks noGrp="1"/>
          </p:cNvSpPr>
          <p:nvPr>
            <p:ph type="pic" sz="quarter" idx="24"/>
          </p:nvPr>
        </p:nvSpPr>
        <p:spPr>
          <a:pattFill prst="pct20">
            <a:fgClr>
              <a:schemeClr val="tx2"/>
            </a:fgClr>
            <a:bgClr>
              <a:schemeClr val="bg1"/>
            </a:bgClr>
          </a:pattFill>
        </p:spPr>
      </p:sp>
      <p:sp>
        <p:nvSpPr>
          <p:cNvPr id="14" name="Picture Placeholder 13">
            <a:extLst>
              <a:ext uri="{FF2B5EF4-FFF2-40B4-BE49-F238E27FC236}">
                <a16:creationId xmlns:a16="http://schemas.microsoft.com/office/drawing/2014/main" id="{2BD4ED1D-785B-6E4E-AB75-030BF0DD8F4F}"/>
              </a:ext>
            </a:extLst>
          </p:cNvPr>
          <p:cNvSpPr>
            <a:spLocks noGrp="1"/>
          </p:cNvSpPr>
          <p:nvPr>
            <p:ph type="pic" sz="quarter" idx="25"/>
          </p:nvPr>
        </p:nvSpPr>
        <p:spPr>
          <a:pattFill prst="pct20">
            <a:fgClr>
              <a:schemeClr val="tx2"/>
            </a:fgClr>
            <a:bgClr>
              <a:schemeClr val="bg1"/>
            </a:bgClr>
          </a:pattFill>
        </p:spPr>
      </p:sp>
      <p:sp>
        <p:nvSpPr>
          <p:cNvPr id="18" name="Picture Placeholder 17">
            <a:extLst>
              <a:ext uri="{FF2B5EF4-FFF2-40B4-BE49-F238E27FC236}">
                <a16:creationId xmlns:a16="http://schemas.microsoft.com/office/drawing/2014/main" id="{216461AB-3B77-ED4E-B198-D4A754701A7F}"/>
              </a:ext>
            </a:extLst>
          </p:cNvPr>
          <p:cNvSpPr>
            <a:spLocks noGrp="1"/>
          </p:cNvSpPr>
          <p:nvPr>
            <p:ph type="pic" sz="quarter" idx="26"/>
          </p:nvPr>
        </p:nvSpPr>
        <p:spPr>
          <a:pattFill prst="pct20">
            <a:fgClr>
              <a:schemeClr val="tx2"/>
            </a:fgClr>
            <a:bgClr>
              <a:schemeClr val="bg1"/>
            </a:bgClr>
          </a:pattFill>
        </p:spPr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A16C4068-29E4-8B2D-2894-BDCD414CA705}"/>
              </a:ext>
            </a:extLst>
          </p:cNvPr>
          <p:cNvSpPr txBox="1"/>
          <p:nvPr/>
        </p:nvSpPr>
        <p:spPr>
          <a:xfrm>
            <a:off x="8521752" y="5640648"/>
            <a:ext cx="3058165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rtl="1"/>
            <a:r>
              <a:rPr lang="ar-SA" b="1" dirty="0">
                <a:solidFill>
                  <a:schemeClr val="bg1"/>
                </a:solidFill>
                <a:latin typeface="RB" pitchFamily="2" charset="-78"/>
                <a:cs typeface="RB" pitchFamily="2" charset="-78"/>
              </a:rPr>
              <a:t>عنوان عنوان</a:t>
            </a:r>
            <a:endParaRPr lang="en-SA" b="1" dirty="0">
              <a:solidFill>
                <a:schemeClr val="bg1"/>
              </a:solidFill>
              <a:latin typeface="RB" pitchFamily="2" charset="-78"/>
              <a:cs typeface="RB" pitchFamily="2" charset="-78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BC32ACC9-1FC0-FEC3-77C5-EF4CD5D60DDB}"/>
              </a:ext>
            </a:extLst>
          </p:cNvPr>
          <p:cNvSpPr txBox="1"/>
          <p:nvPr/>
        </p:nvSpPr>
        <p:spPr>
          <a:xfrm>
            <a:off x="4528872" y="5640648"/>
            <a:ext cx="3058165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rtl="1"/>
            <a:r>
              <a:rPr lang="ar-SA" b="1" dirty="0">
                <a:solidFill>
                  <a:schemeClr val="bg1"/>
                </a:solidFill>
                <a:latin typeface="RB" pitchFamily="2" charset="-78"/>
                <a:cs typeface="RB" pitchFamily="2" charset="-78"/>
              </a:rPr>
              <a:t>عنوان عنوان</a:t>
            </a:r>
            <a:endParaRPr lang="en-SA" b="1" dirty="0">
              <a:solidFill>
                <a:schemeClr val="bg1"/>
              </a:solidFill>
              <a:latin typeface="RB" pitchFamily="2" charset="-78"/>
              <a:cs typeface="RB" pitchFamily="2" charset="-78"/>
            </a:endParaRP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D02A99D3-A995-5FA4-106D-74DC77D55025}"/>
              </a:ext>
            </a:extLst>
          </p:cNvPr>
          <p:cNvSpPr txBox="1"/>
          <p:nvPr/>
        </p:nvSpPr>
        <p:spPr>
          <a:xfrm>
            <a:off x="576632" y="5640648"/>
            <a:ext cx="3058165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rtl="1"/>
            <a:r>
              <a:rPr lang="ar-SA" b="1" dirty="0">
                <a:solidFill>
                  <a:schemeClr val="bg1"/>
                </a:solidFill>
                <a:latin typeface="RB" pitchFamily="2" charset="-78"/>
                <a:cs typeface="RB" pitchFamily="2" charset="-78"/>
              </a:rPr>
              <a:t>عنوان عنوان</a:t>
            </a:r>
            <a:endParaRPr lang="en-SA" b="1" dirty="0">
              <a:solidFill>
                <a:schemeClr val="bg1"/>
              </a:solidFill>
              <a:latin typeface="RB" pitchFamily="2" charset="-78"/>
              <a:cs typeface="RB" pitchFamily="2" charset="-78"/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6A452D6A-00BC-AF13-3D51-18CB54CBA447}"/>
              </a:ext>
            </a:extLst>
          </p:cNvPr>
          <p:cNvSpPr txBox="1"/>
          <p:nvPr/>
        </p:nvSpPr>
        <p:spPr>
          <a:xfrm>
            <a:off x="8521752" y="6016568"/>
            <a:ext cx="3058165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rtl="1"/>
            <a:r>
              <a:rPr lang="ar-SA" sz="1600" dirty="0">
                <a:solidFill>
                  <a:schemeClr val="bg1"/>
                </a:solidFill>
                <a:latin typeface="RB" pitchFamily="2" charset="-78"/>
                <a:cs typeface="RB" pitchFamily="2" charset="-78"/>
              </a:rPr>
              <a:t>عنوان عنوان</a:t>
            </a:r>
            <a:endParaRPr lang="en-SA" sz="1600" dirty="0">
              <a:solidFill>
                <a:schemeClr val="bg1"/>
              </a:solidFill>
              <a:latin typeface="RB" pitchFamily="2" charset="-78"/>
              <a:cs typeface="RB" pitchFamily="2" charset="-78"/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EDF6C70A-F1C1-D9B2-7F9A-4FE69C938B70}"/>
              </a:ext>
            </a:extLst>
          </p:cNvPr>
          <p:cNvSpPr txBox="1"/>
          <p:nvPr/>
        </p:nvSpPr>
        <p:spPr>
          <a:xfrm>
            <a:off x="4528872" y="6016568"/>
            <a:ext cx="3058165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rtl="1"/>
            <a:r>
              <a:rPr lang="ar-SA" sz="1600" dirty="0">
                <a:solidFill>
                  <a:schemeClr val="bg1"/>
                </a:solidFill>
                <a:latin typeface="RB" pitchFamily="2" charset="-78"/>
                <a:cs typeface="RB" pitchFamily="2" charset="-78"/>
              </a:rPr>
              <a:t>عنوان عنوان</a:t>
            </a:r>
            <a:endParaRPr lang="en-SA" sz="1600" dirty="0">
              <a:solidFill>
                <a:schemeClr val="bg1"/>
              </a:solidFill>
              <a:latin typeface="RB" pitchFamily="2" charset="-78"/>
              <a:cs typeface="RB" pitchFamily="2" charset="-78"/>
            </a:endParaRP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990481E2-0420-43BA-2C6A-AFAFA50444E6}"/>
              </a:ext>
            </a:extLst>
          </p:cNvPr>
          <p:cNvSpPr txBox="1"/>
          <p:nvPr/>
        </p:nvSpPr>
        <p:spPr>
          <a:xfrm>
            <a:off x="576632" y="6016568"/>
            <a:ext cx="3058165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rtl="1"/>
            <a:r>
              <a:rPr lang="ar-SA" sz="1600" dirty="0">
                <a:solidFill>
                  <a:schemeClr val="bg1"/>
                </a:solidFill>
                <a:latin typeface="RB" pitchFamily="2" charset="-78"/>
                <a:cs typeface="RB" pitchFamily="2" charset="-78"/>
              </a:rPr>
              <a:t>عنوان عنوان</a:t>
            </a:r>
            <a:endParaRPr lang="en-SA" sz="1600" dirty="0">
              <a:solidFill>
                <a:schemeClr val="bg1"/>
              </a:solidFill>
              <a:latin typeface="RB" pitchFamily="2" charset="-78"/>
              <a:cs typeface="RB" pitchFamily="2" charset="-78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515070DC-FF09-DFB3-C4D0-1910A5C12E87}"/>
              </a:ext>
            </a:extLst>
          </p:cNvPr>
          <p:cNvSpPr txBox="1"/>
          <p:nvPr/>
        </p:nvSpPr>
        <p:spPr>
          <a:xfrm>
            <a:off x="6096000" y="598481"/>
            <a:ext cx="5486400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 rtl="1"/>
            <a:r>
              <a:rPr lang="ar-SA" sz="3200" dirty="0">
                <a:solidFill>
                  <a:schemeClr val="tx2"/>
                </a:solidFill>
                <a:latin typeface="IBM Plex Sans Arabic" panose="020B0803050203000203" pitchFamily="34" charset="-78"/>
                <a:cs typeface="IBM Plex Sans Arabic" panose="020B0803050203000203" pitchFamily="34" charset="-78"/>
              </a:rPr>
              <a:t>عنوان رئيسي </a:t>
            </a:r>
            <a:endParaRPr lang="en-SA" sz="3200" dirty="0">
              <a:solidFill>
                <a:schemeClr val="tx2"/>
              </a:solidFill>
              <a:latin typeface="IBM Plex Sans Arabic" panose="020B0803050203000203" pitchFamily="34" charset="-78"/>
              <a:cs typeface="IBM Plex Sans Arabic" panose="020B0803050203000203" pitchFamily="34" charset="-78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FFA4DED2-BAAC-E645-199D-D15D2EC058DA}"/>
              </a:ext>
            </a:extLst>
          </p:cNvPr>
          <p:cNvSpPr txBox="1"/>
          <p:nvPr/>
        </p:nvSpPr>
        <p:spPr>
          <a:xfrm>
            <a:off x="6544155" y="1266176"/>
            <a:ext cx="5035762" cy="95410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50800" algn="justLow" rtl="1">
              <a:spcBef>
                <a:spcPts val="1000"/>
              </a:spcBef>
              <a:buClr>
                <a:schemeClr val="dk2"/>
              </a:buClr>
              <a:buSzPts val="2800"/>
            </a:pP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</a:t>
            </a:r>
            <a:endParaRPr lang="ar-SA" sz="1400" u="none" strike="noStrike" cap="none" dirty="0">
              <a:solidFill>
                <a:schemeClr val="tx1">
                  <a:lumMod val="90000"/>
                  <a:lumOff val="10000"/>
                </a:schemeClr>
              </a:solidFill>
              <a:latin typeface="Tajawal" pitchFamily="2" charset="-78"/>
              <a:ea typeface="Readex Pro Deca"/>
              <a:cs typeface="Tajawal" pitchFamily="2" charset="-78"/>
              <a:sym typeface="Readex Pro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CB859DD9-924B-5C43-A8DE-787CA0596E63}"/>
              </a:ext>
            </a:extLst>
          </p:cNvPr>
          <p:cNvSpPr txBox="1"/>
          <p:nvPr/>
        </p:nvSpPr>
        <p:spPr>
          <a:xfrm>
            <a:off x="223520" y="598481"/>
            <a:ext cx="5486400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 rtl="1"/>
            <a:r>
              <a:rPr lang="ar-SA" sz="3200" dirty="0">
                <a:solidFill>
                  <a:schemeClr val="tx2"/>
                </a:solidFill>
                <a:latin typeface="IBM Plex Sans Arabic" panose="020B0803050203000203" pitchFamily="34" charset="-78"/>
                <a:cs typeface="IBM Plex Sans Arabic" panose="020B0803050203000203" pitchFamily="34" charset="-78"/>
              </a:rPr>
              <a:t>عنوان رئيسي </a:t>
            </a:r>
            <a:endParaRPr lang="en-SA" sz="3200" dirty="0">
              <a:solidFill>
                <a:schemeClr val="tx2"/>
              </a:solidFill>
              <a:latin typeface="IBM Plex Sans Arabic" panose="020B0803050203000203" pitchFamily="34" charset="-78"/>
              <a:cs typeface="IBM Plex Sans Arabic" panose="020B0803050203000203" pitchFamily="34" charset="-78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280DE90B-EE6D-3797-44F7-A56D08960A61}"/>
              </a:ext>
            </a:extLst>
          </p:cNvPr>
          <p:cNvSpPr txBox="1"/>
          <p:nvPr/>
        </p:nvSpPr>
        <p:spPr>
          <a:xfrm>
            <a:off x="671675" y="1266176"/>
            <a:ext cx="5035762" cy="95410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50800" algn="justLow" rtl="1">
              <a:spcBef>
                <a:spcPts val="1000"/>
              </a:spcBef>
              <a:buClr>
                <a:schemeClr val="dk2"/>
              </a:buClr>
              <a:buSzPts val="2800"/>
            </a:pP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</a:t>
            </a:r>
            <a:endParaRPr lang="ar-SA" sz="1400" u="none" strike="noStrike" cap="none" dirty="0">
              <a:solidFill>
                <a:schemeClr val="tx1">
                  <a:lumMod val="90000"/>
                  <a:lumOff val="10000"/>
                </a:schemeClr>
              </a:solidFill>
              <a:latin typeface="Tajawal" pitchFamily="2" charset="-78"/>
              <a:ea typeface="Readex Pro Deca"/>
              <a:cs typeface="Tajawal" pitchFamily="2" charset="-78"/>
              <a:sym typeface="Readex Pro"/>
            </a:endParaRPr>
          </a:p>
        </p:txBody>
      </p:sp>
    </p:spTree>
    <p:extLst>
      <p:ext uri="{BB962C8B-B14F-4D97-AF65-F5344CB8AC3E}">
        <p14:creationId xmlns:p14="http://schemas.microsoft.com/office/powerpoint/2010/main" val="2656006641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786DB4B2-79A3-464F-9FA3-0383510C8424}"/>
              </a:ext>
            </a:extLst>
          </p:cNvPr>
          <p:cNvSpPr>
            <a:spLocks noGrp="1"/>
          </p:cNvSpPr>
          <p:nvPr>
            <p:ph type="pic" sz="quarter" idx="35"/>
          </p:nvPr>
        </p:nvSpPr>
        <p:spPr>
          <a:pattFill prst="pct20">
            <a:fgClr>
              <a:schemeClr val="tx2"/>
            </a:fgClr>
            <a:bgClr>
              <a:schemeClr val="bg1"/>
            </a:bgClr>
          </a:pattFill>
        </p:spPr>
      </p:sp>
      <p:sp>
        <p:nvSpPr>
          <p:cNvPr id="5" name="Picture Placeholder 4">
            <a:extLst>
              <a:ext uri="{FF2B5EF4-FFF2-40B4-BE49-F238E27FC236}">
                <a16:creationId xmlns:a16="http://schemas.microsoft.com/office/drawing/2014/main" id="{D815D92C-634E-6641-8F12-C1F55EDCC516}"/>
              </a:ext>
            </a:extLst>
          </p:cNvPr>
          <p:cNvSpPr>
            <a:spLocks noGrp="1"/>
          </p:cNvSpPr>
          <p:nvPr>
            <p:ph type="pic" sz="quarter" idx="36"/>
          </p:nvPr>
        </p:nvSpPr>
        <p:spPr>
          <a:pattFill prst="pct20">
            <a:fgClr>
              <a:schemeClr val="tx2"/>
            </a:fgClr>
            <a:bgClr>
              <a:schemeClr val="bg1"/>
            </a:bgClr>
          </a:pattFill>
        </p:spPr>
      </p:sp>
      <p:sp>
        <p:nvSpPr>
          <p:cNvPr id="18" name="Picture Placeholder 17">
            <a:extLst>
              <a:ext uri="{FF2B5EF4-FFF2-40B4-BE49-F238E27FC236}">
                <a16:creationId xmlns:a16="http://schemas.microsoft.com/office/drawing/2014/main" id="{F06DBA5A-A030-AE49-BAA1-3F377DC493E0}"/>
              </a:ext>
            </a:extLst>
          </p:cNvPr>
          <p:cNvSpPr>
            <a:spLocks noGrp="1"/>
          </p:cNvSpPr>
          <p:nvPr>
            <p:ph type="pic" sz="quarter" idx="37"/>
          </p:nvPr>
        </p:nvSpPr>
        <p:spPr>
          <a:pattFill prst="pct20">
            <a:fgClr>
              <a:schemeClr val="tx2"/>
            </a:fgClr>
            <a:bgClr>
              <a:schemeClr val="bg1"/>
            </a:bgClr>
          </a:pattFill>
        </p:spPr>
      </p:sp>
      <p:sp>
        <p:nvSpPr>
          <p:cNvPr id="20" name="Picture Placeholder 19">
            <a:extLst>
              <a:ext uri="{FF2B5EF4-FFF2-40B4-BE49-F238E27FC236}">
                <a16:creationId xmlns:a16="http://schemas.microsoft.com/office/drawing/2014/main" id="{6E6EC794-131E-3D40-AF65-6FFD768AAA0D}"/>
              </a:ext>
            </a:extLst>
          </p:cNvPr>
          <p:cNvSpPr>
            <a:spLocks noGrp="1"/>
          </p:cNvSpPr>
          <p:nvPr>
            <p:ph type="pic" sz="quarter" idx="38"/>
          </p:nvPr>
        </p:nvSpPr>
        <p:spPr>
          <a:pattFill prst="pct20">
            <a:fgClr>
              <a:schemeClr val="tx2"/>
            </a:fgClr>
            <a:bgClr>
              <a:schemeClr val="bg1"/>
            </a:bgClr>
          </a:pattFill>
        </p:spPr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242F4E66-B5BF-12A2-B6C0-40CA2FEA991B}"/>
              </a:ext>
            </a:extLst>
          </p:cNvPr>
          <p:cNvSpPr txBox="1"/>
          <p:nvPr/>
        </p:nvSpPr>
        <p:spPr>
          <a:xfrm>
            <a:off x="6096000" y="4916481"/>
            <a:ext cx="5486400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 rtl="1"/>
            <a:r>
              <a:rPr lang="ar-SA" sz="3200" dirty="0">
                <a:solidFill>
                  <a:schemeClr val="tx2"/>
                </a:solidFill>
                <a:latin typeface="IBM Plex Sans Arabic" panose="020B0803050203000203" pitchFamily="34" charset="-78"/>
                <a:cs typeface="IBM Plex Sans Arabic" panose="020B0803050203000203" pitchFamily="34" charset="-78"/>
              </a:rPr>
              <a:t>عنوان رئيسي </a:t>
            </a:r>
            <a:endParaRPr lang="en-SA" sz="3200" dirty="0">
              <a:solidFill>
                <a:schemeClr val="tx2"/>
              </a:solidFill>
              <a:latin typeface="IBM Plex Sans Arabic" panose="020B0803050203000203" pitchFamily="34" charset="-78"/>
              <a:cs typeface="IBM Plex Sans Arabic" panose="020B0803050203000203" pitchFamily="34" charset="-78"/>
            </a:endParaRPr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02881A7B-E109-163F-BD80-B854BC1E95A4}"/>
              </a:ext>
            </a:extLst>
          </p:cNvPr>
          <p:cNvSpPr txBox="1"/>
          <p:nvPr/>
        </p:nvSpPr>
        <p:spPr>
          <a:xfrm>
            <a:off x="6544155" y="5584176"/>
            <a:ext cx="5035762" cy="95410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50800" algn="justLow" rtl="1">
              <a:spcBef>
                <a:spcPts val="1000"/>
              </a:spcBef>
              <a:buClr>
                <a:schemeClr val="dk2"/>
              </a:buClr>
              <a:buSzPts val="2800"/>
            </a:pP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</a:t>
            </a:r>
            <a:endParaRPr lang="ar-SA" sz="1400" u="none" strike="noStrike" cap="none" dirty="0">
              <a:solidFill>
                <a:schemeClr val="tx1">
                  <a:lumMod val="90000"/>
                  <a:lumOff val="10000"/>
                </a:schemeClr>
              </a:solidFill>
              <a:latin typeface="Tajawal" pitchFamily="2" charset="-78"/>
              <a:ea typeface="Readex Pro Deca"/>
              <a:cs typeface="Tajawal" pitchFamily="2" charset="-78"/>
              <a:sym typeface="Readex Pro"/>
            </a:endParaRP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43FD31C9-0FD7-0AF7-EF30-7A76D060F9E7}"/>
              </a:ext>
            </a:extLst>
          </p:cNvPr>
          <p:cNvSpPr txBox="1"/>
          <p:nvPr/>
        </p:nvSpPr>
        <p:spPr>
          <a:xfrm>
            <a:off x="223520" y="4916481"/>
            <a:ext cx="5486400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 rtl="1"/>
            <a:r>
              <a:rPr lang="ar-SA" sz="3200" dirty="0">
                <a:solidFill>
                  <a:schemeClr val="tx2"/>
                </a:solidFill>
                <a:latin typeface="IBM Plex Sans Arabic" panose="020B0803050203000203" pitchFamily="34" charset="-78"/>
                <a:cs typeface="IBM Plex Sans Arabic" panose="020B0803050203000203" pitchFamily="34" charset="-78"/>
              </a:rPr>
              <a:t>عنوان رئيسي </a:t>
            </a:r>
            <a:endParaRPr lang="en-SA" sz="3200" dirty="0">
              <a:solidFill>
                <a:schemeClr val="tx2"/>
              </a:solidFill>
              <a:latin typeface="IBM Plex Sans Arabic" panose="020B0803050203000203" pitchFamily="34" charset="-78"/>
              <a:cs typeface="IBM Plex Sans Arabic" panose="020B0803050203000203" pitchFamily="34" charset="-78"/>
            </a:endParaRPr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3AF0681E-6486-0ED2-37E7-37A5E20358B8}"/>
              </a:ext>
            </a:extLst>
          </p:cNvPr>
          <p:cNvSpPr txBox="1"/>
          <p:nvPr/>
        </p:nvSpPr>
        <p:spPr>
          <a:xfrm>
            <a:off x="671675" y="5584176"/>
            <a:ext cx="5035762" cy="95410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50800" algn="justLow" rtl="1">
              <a:spcBef>
                <a:spcPts val="1000"/>
              </a:spcBef>
              <a:buClr>
                <a:schemeClr val="dk2"/>
              </a:buClr>
              <a:buSzPts val="2800"/>
            </a:pP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</a:t>
            </a:r>
            <a:endParaRPr lang="ar-SA" sz="1400" u="none" strike="noStrike" cap="none" dirty="0">
              <a:solidFill>
                <a:schemeClr val="tx1">
                  <a:lumMod val="90000"/>
                  <a:lumOff val="10000"/>
                </a:schemeClr>
              </a:solidFill>
              <a:latin typeface="Tajawal" pitchFamily="2" charset="-78"/>
              <a:ea typeface="Readex Pro Deca"/>
              <a:cs typeface="Tajawal" pitchFamily="2" charset="-78"/>
              <a:sym typeface="Readex Pro"/>
            </a:endParaRPr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2D00A5F2-2BC1-D804-09E1-0347AC4EC2DC}"/>
              </a:ext>
            </a:extLst>
          </p:cNvPr>
          <p:cNvSpPr txBox="1"/>
          <p:nvPr/>
        </p:nvSpPr>
        <p:spPr>
          <a:xfrm>
            <a:off x="-2619135" y="772999"/>
            <a:ext cx="548640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 rtl="1"/>
            <a:r>
              <a:rPr lang="ar-SA" sz="3600" b="1" dirty="0">
                <a:solidFill>
                  <a:schemeClr val="bg1"/>
                </a:solidFill>
                <a:latin typeface="IBM Plex Sans Arabic" panose="020B0803050203000203" pitchFamily="34" charset="-78"/>
                <a:cs typeface="IBM Plex Sans Arabic" panose="020B0803050203000203" pitchFamily="34" charset="-78"/>
              </a:rPr>
              <a:t>عنوان رئيسي</a:t>
            </a:r>
            <a:endParaRPr lang="en-SA" sz="3600" b="1" dirty="0">
              <a:solidFill>
                <a:schemeClr val="bg1"/>
              </a:solidFill>
              <a:latin typeface="IBM Plex Sans Arabic" panose="020B0803050203000203" pitchFamily="34" charset="-78"/>
              <a:cs typeface="IBM Plex Sans Arabic" panose="020B0803050203000203" pitchFamily="34" charset="-78"/>
            </a:endParaRP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D234110D-D182-BE34-7DB9-BFEB29A4EF45}"/>
              </a:ext>
            </a:extLst>
          </p:cNvPr>
          <p:cNvSpPr txBox="1"/>
          <p:nvPr/>
        </p:nvSpPr>
        <p:spPr>
          <a:xfrm>
            <a:off x="-2619135" y="1649131"/>
            <a:ext cx="5486400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 rtl="1"/>
            <a:r>
              <a:rPr lang="ar-SA" sz="3200" dirty="0">
                <a:solidFill>
                  <a:schemeClr val="accent2"/>
                </a:solidFill>
                <a:latin typeface="IBM Plex Sans Arabic" panose="020B0803050203000203" pitchFamily="34" charset="-78"/>
                <a:cs typeface="IBM Plex Sans Arabic" panose="020B0803050203000203" pitchFamily="34" charset="-78"/>
              </a:rPr>
              <a:t>عنوان فرعي </a:t>
            </a:r>
            <a:endParaRPr lang="en-SA" sz="3200" dirty="0">
              <a:solidFill>
                <a:schemeClr val="accent2"/>
              </a:solidFill>
              <a:latin typeface="IBM Plex Sans Arabic" panose="020B0803050203000203" pitchFamily="34" charset="-78"/>
              <a:cs typeface="IBM Plex Sans Arabic" panose="020B0803050203000203" pitchFamily="34" charset="-78"/>
            </a:endParaRP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70222F3D-3AD1-BE65-20FB-F8FB007CC6C8}"/>
              </a:ext>
            </a:extLst>
          </p:cNvPr>
          <p:cNvSpPr txBox="1"/>
          <p:nvPr/>
        </p:nvSpPr>
        <p:spPr>
          <a:xfrm>
            <a:off x="9811415" y="3460570"/>
            <a:ext cx="3058165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rtl="1"/>
            <a:r>
              <a:rPr lang="ar-SA" b="1" dirty="0">
                <a:solidFill>
                  <a:schemeClr val="accent1"/>
                </a:solidFill>
                <a:latin typeface="RB" pitchFamily="2" charset="-78"/>
                <a:cs typeface="RB" pitchFamily="2" charset="-78"/>
              </a:rPr>
              <a:t>عنوان عنوان</a:t>
            </a:r>
            <a:endParaRPr lang="en-SA" b="1" dirty="0">
              <a:solidFill>
                <a:schemeClr val="accent1"/>
              </a:solidFill>
              <a:latin typeface="RB" pitchFamily="2" charset="-78"/>
              <a:cs typeface="RB" pitchFamily="2" charset="-78"/>
            </a:endParaRPr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2B52EAF8-F731-51B6-A08E-CC722923D44D}"/>
              </a:ext>
            </a:extLst>
          </p:cNvPr>
          <p:cNvSpPr txBox="1"/>
          <p:nvPr/>
        </p:nvSpPr>
        <p:spPr>
          <a:xfrm>
            <a:off x="9811415" y="3836490"/>
            <a:ext cx="3058165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rtl="1"/>
            <a:r>
              <a:rPr lang="ar-SA" sz="1600" dirty="0">
                <a:solidFill>
                  <a:schemeClr val="accent4"/>
                </a:solidFill>
                <a:latin typeface="RB" pitchFamily="2" charset="-78"/>
                <a:cs typeface="RB" pitchFamily="2" charset="-78"/>
              </a:rPr>
              <a:t>عنوان عنوان</a:t>
            </a:r>
            <a:endParaRPr lang="en-SA" sz="1600" dirty="0">
              <a:solidFill>
                <a:schemeClr val="accent4"/>
              </a:solidFill>
              <a:latin typeface="RB" pitchFamily="2" charset="-78"/>
              <a:cs typeface="RB" pitchFamily="2" charset="-78"/>
            </a:endParaRP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B66CA008-93E2-6B3E-8B1E-B3FF78812879}"/>
              </a:ext>
            </a:extLst>
          </p:cNvPr>
          <p:cNvSpPr txBox="1"/>
          <p:nvPr/>
        </p:nvSpPr>
        <p:spPr>
          <a:xfrm>
            <a:off x="8137033" y="3467158"/>
            <a:ext cx="201104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rtl="1"/>
            <a:r>
              <a:rPr lang="ar-SA" b="1" dirty="0">
                <a:solidFill>
                  <a:schemeClr val="accent1"/>
                </a:solidFill>
                <a:latin typeface="RB" pitchFamily="2" charset="-78"/>
                <a:cs typeface="RB" pitchFamily="2" charset="-78"/>
              </a:rPr>
              <a:t>عنوان عنوان</a:t>
            </a:r>
            <a:endParaRPr lang="en-SA" b="1" dirty="0">
              <a:solidFill>
                <a:schemeClr val="accent1"/>
              </a:solidFill>
              <a:latin typeface="RB" pitchFamily="2" charset="-78"/>
              <a:cs typeface="RB" pitchFamily="2" charset="-78"/>
            </a:endParaRPr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70BACDAF-1F4A-DA0F-EF9D-9C341949F679}"/>
              </a:ext>
            </a:extLst>
          </p:cNvPr>
          <p:cNvSpPr txBox="1"/>
          <p:nvPr/>
        </p:nvSpPr>
        <p:spPr>
          <a:xfrm>
            <a:off x="8137033" y="3843078"/>
            <a:ext cx="2011049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rtl="1"/>
            <a:r>
              <a:rPr lang="ar-SA" sz="1600" dirty="0">
                <a:solidFill>
                  <a:schemeClr val="accent4"/>
                </a:solidFill>
                <a:latin typeface="RB" pitchFamily="2" charset="-78"/>
                <a:cs typeface="RB" pitchFamily="2" charset="-78"/>
              </a:rPr>
              <a:t>عنوان عنوان</a:t>
            </a:r>
            <a:endParaRPr lang="en-SA" sz="1600" dirty="0">
              <a:solidFill>
                <a:schemeClr val="accent4"/>
              </a:solidFill>
              <a:latin typeface="RB" pitchFamily="2" charset="-78"/>
              <a:cs typeface="RB" pitchFamily="2" charset="-78"/>
            </a:endParaRPr>
          </a:p>
        </p:txBody>
      </p:sp>
      <p:sp>
        <p:nvSpPr>
          <p:cNvPr id="50" name="TextBox 49">
            <a:extLst>
              <a:ext uri="{FF2B5EF4-FFF2-40B4-BE49-F238E27FC236}">
                <a16:creationId xmlns:a16="http://schemas.microsoft.com/office/drawing/2014/main" id="{7D98E6A8-21CB-7073-F8BC-E88BFFAEFA36}"/>
              </a:ext>
            </a:extLst>
          </p:cNvPr>
          <p:cNvSpPr txBox="1"/>
          <p:nvPr/>
        </p:nvSpPr>
        <p:spPr>
          <a:xfrm>
            <a:off x="5701330" y="3467158"/>
            <a:ext cx="201104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rtl="1"/>
            <a:r>
              <a:rPr lang="ar-SA" b="1" dirty="0">
                <a:solidFill>
                  <a:schemeClr val="accent1"/>
                </a:solidFill>
                <a:latin typeface="RB" pitchFamily="2" charset="-78"/>
                <a:cs typeface="RB" pitchFamily="2" charset="-78"/>
              </a:rPr>
              <a:t>عنوان عنوان</a:t>
            </a:r>
            <a:endParaRPr lang="en-SA" b="1" dirty="0">
              <a:solidFill>
                <a:schemeClr val="accent1"/>
              </a:solidFill>
              <a:latin typeface="RB" pitchFamily="2" charset="-78"/>
              <a:cs typeface="RB" pitchFamily="2" charset="-78"/>
            </a:endParaRPr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238F5633-07EF-81B2-C505-9A284B4CECD1}"/>
              </a:ext>
            </a:extLst>
          </p:cNvPr>
          <p:cNvSpPr txBox="1"/>
          <p:nvPr/>
        </p:nvSpPr>
        <p:spPr>
          <a:xfrm>
            <a:off x="5701330" y="3843078"/>
            <a:ext cx="2011049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rtl="1"/>
            <a:r>
              <a:rPr lang="ar-SA" sz="1600" dirty="0">
                <a:solidFill>
                  <a:schemeClr val="accent4"/>
                </a:solidFill>
                <a:latin typeface="RB" pitchFamily="2" charset="-78"/>
                <a:cs typeface="RB" pitchFamily="2" charset="-78"/>
              </a:rPr>
              <a:t>عنوان عنوان</a:t>
            </a:r>
            <a:endParaRPr lang="en-SA" sz="1600" dirty="0">
              <a:solidFill>
                <a:schemeClr val="accent4"/>
              </a:solidFill>
              <a:latin typeface="RB" pitchFamily="2" charset="-78"/>
              <a:cs typeface="RB" pitchFamily="2" charset="-78"/>
            </a:endParaRP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57D6A691-F8AB-81A5-3875-6020B4E1E8EC}"/>
              </a:ext>
            </a:extLst>
          </p:cNvPr>
          <p:cNvSpPr txBox="1"/>
          <p:nvPr/>
        </p:nvSpPr>
        <p:spPr>
          <a:xfrm>
            <a:off x="3071419" y="3467158"/>
            <a:ext cx="201104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rtl="1"/>
            <a:r>
              <a:rPr lang="ar-SA" b="1" dirty="0">
                <a:solidFill>
                  <a:schemeClr val="accent1"/>
                </a:solidFill>
                <a:latin typeface="RB" pitchFamily="2" charset="-78"/>
                <a:cs typeface="RB" pitchFamily="2" charset="-78"/>
              </a:rPr>
              <a:t>عنوان عنوان</a:t>
            </a:r>
            <a:endParaRPr lang="en-SA" b="1" dirty="0">
              <a:solidFill>
                <a:schemeClr val="accent1"/>
              </a:solidFill>
              <a:latin typeface="RB" pitchFamily="2" charset="-78"/>
              <a:cs typeface="RB" pitchFamily="2" charset="-78"/>
            </a:endParaRPr>
          </a:p>
        </p:txBody>
      </p:sp>
      <p:sp>
        <p:nvSpPr>
          <p:cNvPr id="53" name="TextBox 52">
            <a:extLst>
              <a:ext uri="{FF2B5EF4-FFF2-40B4-BE49-F238E27FC236}">
                <a16:creationId xmlns:a16="http://schemas.microsoft.com/office/drawing/2014/main" id="{5F419348-2F45-FF86-8075-8065DC3840FD}"/>
              </a:ext>
            </a:extLst>
          </p:cNvPr>
          <p:cNvSpPr txBox="1"/>
          <p:nvPr/>
        </p:nvSpPr>
        <p:spPr>
          <a:xfrm>
            <a:off x="3071419" y="3843078"/>
            <a:ext cx="2011049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rtl="1"/>
            <a:r>
              <a:rPr lang="ar-SA" sz="1600" dirty="0">
                <a:solidFill>
                  <a:schemeClr val="accent4"/>
                </a:solidFill>
                <a:latin typeface="RB" pitchFamily="2" charset="-78"/>
                <a:cs typeface="RB" pitchFamily="2" charset="-78"/>
              </a:rPr>
              <a:t>عنوان عنوان</a:t>
            </a:r>
            <a:endParaRPr lang="en-SA" sz="1600" dirty="0">
              <a:solidFill>
                <a:schemeClr val="accent4"/>
              </a:solidFill>
              <a:latin typeface="RB" pitchFamily="2" charset="-78"/>
              <a:cs typeface="RB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2847992985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AEDD254A-CEB3-D84B-A5D1-60C7963640D1}"/>
              </a:ext>
            </a:extLst>
          </p:cNvPr>
          <p:cNvSpPr>
            <a:spLocks noGrp="1"/>
          </p:cNvSpPr>
          <p:nvPr>
            <p:ph type="body" sz="quarter" idx="4294967295"/>
          </p:nvPr>
        </p:nvSpPr>
        <p:spPr>
          <a:xfrm>
            <a:off x="1446826" y="2674534"/>
            <a:ext cx="3734775" cy="2087967"/>
          </a:xfrm>
        </p:spPr>
        <p:txBody>
          <a:bodyPr>
            <a:normAutofit/>
          </a:bodyPr>
          <a:lstStyle/>
          <a:p>
            <a:pPr lvl="0"/>
            <a:r>
              <a:rPr lang="en-US" dirty="0"/>
              <a:t>We </a:t>
            </a:r>
            <a:r>
              <a:rPr lang="en-US" b="1" dirty="0"/>
              <a:t>Growth</a:t>
            </a:r>
          </a:p>
          <a:p>
            <a:pPr lvl="0"/>
            <a:r>
              <a:rPr lang="en-US" dirty="0"/>
              <a:t>With The</a:t>
            </a:r>
          </a:p>
          <a:p>
            <a:pPr lvl="0"/>
            <a:r>
              <a:rPr lang="en-US" b="1" dirty="0"/>
              <a:t>Best</a:t>
            </a:r>
            <a:r>
              <a:rPr lang="en-US" dirty="0"/>
              <a:t> Team</a:t>
            </a:r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EB1C37A0-6295-9E47-9046-1BCBF2480809}"/>
              </a:ext>
            </a:extLst>
          </p:cNvPr>
          <p:cNvSpPr>
            <a:spLocks noGrp="1"/>
          </p:cNvSpPr>
          <p:nvPr>
            <p:ph type="body" sz="quarter" idx="4294967295"/>
          </p:nvPr>
        </p:nvSpPr>
        <p:spPr>
          <a:xfrm>
            <a:off x="1491392" y="5006744"/>
            <a:ext cx="3575640" cy="936857"/>
          </a:xfrm>
        </p:spPr>
        <p:txBody>
          <a:bodyPr>
            <a:normAutofit fontScale="62500" lnSpcReduction="20000"/>
          </a:bodyPr>
          <a:lstStyle/>
          <a:p>
            <a:pPr lvl="0"/>
            <a:r>
              <a:rPr lang="en-US" dirty="0"/>
              <a:t>Dynamically leverage existing alternative imperatives whereas superior intellectual</a:t>
            </a:r>
            <a:r>
              <a:rPr lang="id-ID" dirty="0"/>
              <a:t> </a:t>
            </a:r>
            <a:r>
              <a:rPr lang="en-US" dirty="0"/>
              <a:t>morph accurate</a:t>
            </a:r>
          </a:p>
        </p:txBody>
      </p:sp>
      <p:sp>
        <p:nvSpPr>
          <p:cNvPr id="5" name="Picture Placeholder 4">
            <a:extLst>
              <a:ext uri="{FF2B5EF4-FFF2-40B4-BE49-F238E27FC236}">
                <a16:creationId xmlns:a16="http://schemas.microsoft.com/office/drawing/2014/main" id="{EE70C711-69EA-FF4F-9366-298421648282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pattFill prst="pct20">
            <a:fgClr>
              <a:schemeClr val="tx2"/>
            </a:fgClr>
            <a:bgClr>
              <a:schemeClr val="bg1"/>
            </a:bgClr>
          </a:pattFill>
        </p:spPr>
      </p:sp>
      <p:grpSp>
        <p:nvGrpSpPr>
          <p:cNvPr id="2" name="Graphic 14">
            <a:extLst>
              <a:ext uri="{FF2B5EF4-FFF2-40B4-BE49-F238E27FC236}">
                <a16:creationId xmlns:a16="http://schemas.microsoft.com/office/drawing/2014/main" id="{D000A11C-03E9-5BBA-1E5F-A80C86A4AF1B}"/>
              </a:ext>
            </a:extLst>
          </p:cNvPr>
          <p:cNvGrpSpPr/>
          <p:nvPr/>
        </p:nvGrpSpPr>
        <p:grpSpPr>
          <a:xfrm>
            <a:off x="7953339" y="1268878"/>
            <a:ext cx="3004194" cy="799674"/>
            <a:chOff x="8806355" y="5189285"/>
            <a:chExt cx="3004194" cy="799674"/>
          </a:xfrm>
          <a:solidFill>
            <a:srgbClr val="FFFFFF"/>
          </a:solidFill>
        </p:grpSpPr>
        <p:grpSp>
          <p:nvGrpSpPr>
            <p:cNvPr id="6" name="Graphic 14">
              <a:extLst>
                <a:ext uri="{FF2B5EF4-FFF2-40B4-BE49-F238E27FC236}">
                  <a16:creationId xmlns:a16="http://schemas.microsoft.com/office/drawing/2014/main" id="{2150FF20-5971-9321-8584-6EE134EC6FD7}"/>
                </a:ext>
              </a:extLst>
            </p:cNvPr>
            <p:cNvGrpSpPr/>
            <p:nvPr/>
          </p:nvGrpSpPr>
          <p:grpSpPr>
            <a:xfrm>
              <a:off x="8806355" y="5710095"/>
              <a:ext cx="3004194" cy="278863"/>
              <a:chOff x="8806355" y="5710095"/>
              <a:chExt cx="3004194" cy="278863"/>
            </a:xfrm>
            <a:solidFill>
              <a:srgbClr val="FFFFFF"/>
            </a:solidFill>
          </p:grpSpPr>
          <p:sp>
            <p:nvSpPr>
              <p:cNvPr id="19" name="Freeform 18">
                <a:extLst>
                  <a:ext uri="{FF2B5EF4-FFF2-40B4-BE49-F238E27FC236}">
                    <a16:creationId xmlns:a16="http://schemas.microsoft.com/office/drawing/2014/main" id="{3EC0BDDC-AC78-9B11-60F9-21FE15AA6A4D}"/>
                  </a:ext>
                </a:extLst>
              </p:cNvPr>
              <p:cNvSpPr/>
              <p:nvPr/>
            </p:nvSpPr>
            <p:spPr>
              <a:xfrm>
                <a:off x="9144518" y="5711799"/>
                <a:ext cx="245794" cy="270344"/>
              </a:xfrm>
              <a:custGeom>
                <a:avLst/>
                <a:gdLst>
                  <a:gd name="connsiteX0" fmla="*/ 153532 w 245794"/>
                  <a:gd name="connsiteY0" fmla="*/ 5112 h 270344"/>
                  <a:gd name="connsiteX1" fmla="*/ 145534 w 245794"/>
                  <a:gd name="connsiteY1" fmla="*/ 0 h 270344"/>
                  <a:gd name="connsiteX2" fmla="*/ 98689 w 245794"/>
                  <a:gd name="connsiteY2" fmla="*/ 0 h 270344"/>
                  <a:gd name="connsiteX3" fmla="*/ 90691 w 245794"/>
                  <a:gd name="connsiteY3" fmla="*/ 5112 h 270344"/>
                  <a:gd name="connsiteX4" fmla="*/ 428 w 245794"/>
                  <a:gd name="connsiteY4" fmla="*/ 262961 h 270344"/>
                  <a:gd name="connsiteX5" fmla="*/ 428 w 245794"/>
                  <a:gd name="connsiteY5" fmla="*/ 268073 h 270344"/>
                  <a:gd name="connsiteX6" fmla="*/ 5570 w 245794"/>
                  <a:gd name="connsiteY6" fmla="*/ 270344 h 270344"/>
                  <a:gd name="connsiteX7" fmla="*/ 51273 w 245794"/>
                  <a:gd name="connsiteY7" fmla="*/ 270344 h 270344"/>
                  <a:gd name="connsiteX8" fmla="*/ 58699 w 245794"/>
                  <a:gd name="connsiteY8" fmla="*/ 265233 h 270344"/>
                  <a:gd name="connsiteX9" fmla="*/ 71839 w 245794"/>
                  <a:gd name="connsiteY9" fmla="*/ 226044 h 270344"/>
                  <a:gd name="connsiteX10" fmla="*/ 172956 w 245794"/>
                  <a:gd name="connsiteY10" fmla="*/ 226044 h 270344"/>
                  <a:gd name="connsiteX11" fmla="*/ 186095 w 245794"/>
                  <a:gd name="connsiteY11" fmla="*/ 265233 h 270344"/>
                  <a:gd name="connsiteX12" fmla="*/ 193522 w 245794"/>
                  <a:gd name="connsiteY12" fmla="*/ 270344 h 270344"/>
                  <a:gd name="connsiteX13" fmla="*/ 239224 w 245794"/>
                  <a:gd name="connsiteY13" fmla="*/ 270344 h 270344"/>
                  <a:gd name="connsiteX14" fmla="*/ 244937 w 245794"/>
                  <a:gd name="connsiteY14" fmla="*/ 268073 h 270344"/>
                  <a:gd name="connsiteX15" fmla="*/ 244937 w 245794"/>
                  <a:gd name="connsiteY15" fmla="*/ 262961 h 270344"/>
                  <a:gd name="connsiteX16" fmla="*/ 153532 w 245794"/>
                  <a:gd name="connsiteY16" fmla="*/ 5112 h 270344"/>
                  <a:gd name="connsiteX17" fmla="*/ 87835 w 245794"/>
                  <a:gd name="connsiteY17" fmla="*/ 176065 h 270344"/>
                  <a:gd name="connsiteX18" fmla="*/ 122112 w 245794"/>
                  <a:gd name="connsiteY18" fmla="*/ 72698 h 270344"/>
                  <a:gd name="connsiteX19" fmla="*/ 156388 w 245794"/>
                  <a:gd name="connsiteY19" fmla="*/ 176065 h 270344"/>
                  <a:gd name="connsiteX20" fmla="*/ 87835 w 245794"/>
                  <a:gd name="connsiteY20" fmla="*/ 176065 h 270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245794" h="270344">
                    <a:moveTo>
                      <a:pt x="153532" y="5112"/>
                    </a:moveTo>
                    <a:cubicBezTo>
                      <a:pt x="152390" y="2272"/>
                      <a:pt x="148962" y="0"/>
                      <a:pt x="145534" y="0"/>
                    </a:cubicBezTo>
                    <a:lnTo>
                      <a:pt x="98689" y="0"/>
                    </a:lnTo>
                    <a:cubicBezTo>
                      <a:pt x="94690" y="0"/>
                      <a:pt x="91834" y="2272"/>
                      <a:pt x="90691" y="5112"/>
                    </a:cubicBezTo>
                    <a:lnTo>
                      <a:pt x="428" y="262961"/>
                    </a:lnTo>
                    <a:cubicBezTo>
                      <a:pt x="-143" y="265233"/>
                      <a:pt x="-143" y="266937"/>
                      <a:pt x="428" y="268073"/>
                    </a:cubicBezTo>
                    <a:cubicBezTo>
                      <a:pt x="1571" y="269776"/>
                      <a:pt x="3285" y="270344"/>
                      <a:pt x="5570" y="270344"/>
                    </a:cubicBezTo>
                    <a:lnTo>
                      <a:pt x="51273" y="270344"/>
                    </a:lnTo>
                    <a:cubicBezTo>
                      <a:pt x="55272" y="270344"/>
                      <a:pt x="57557" y="268641"/>
                      <a:pt x="58699" y="265233"/>
                    </a:cubicBezTo>
                    <a:lnTo>
                      <a:pt x="71839" y="226044"/>
                    </a:lnTo>
                    <a:lnTo>
                      <a:pt x="172956" y="226044"/>
                    </a:lnTo>
                    <a:lnTo>
                      <a:pt x="186095" y="265233"/>
                    </a:lnTo>
                    <a:cubicBezTo>
                      <a:pt x="187238" y="268641"/>
                      <a:pt x="189523" y="270344"/>
                      <a:pt x="193522" y="270344"/>
                    </a:cubicBezTo>
                    <a:lnTo>
                      <a:pt x="239224" y="270344"/>
                    </a:lnTo>
                    <a:cubicBezTo>
                      <a:pt x="241510" y="270344"/>
                      <a:pt x="243795" y="269776"/>
                      <a:pt x="244937" y="268073"/>
                    </a:cubicBezTo>
                    <a:cubicBezTo>
                      <a:pt x="246080" y="266937"/>
                      <a:pt x="246080" y="264665"/>
                      <a:pt x="244937" y="262961"/>
                    </a:cubicBezTo>
                    <a:lnTo>
                      <a:pt x="153532" y="5112"/>
                    </a:lnTo>
                    <a:close/>
                    <a:moveTo>
                      <a:pt x="87835" y="176065"/>
                    </a:moveTo>
                    <a:lnTo>
                      <a:pt x="122112" y="72698"/>
                    </a:lnTo>
                    <a:lnTo>
                      <a:pt x="156388" y="176065"/>
                    </a:lnTo>
                    <a:lnTo>
                      <a:pt x="87835" y="176065"/>
                    </a:ln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20" name="Freeform 19">
                <a:extLst>
                  <a:ext uri="{FF2B5EF4-FFF2-40B4-BE49-F238E27FC236}">
                    <a16:creationId xmlns:a16="http://schemas.microsoft.com/office/drawing/2014/main" id="{56A56CD9-963D-1A04-EBFA-FBDADB98CD05}"/>
                  </a:ext>
                </a:extLst>
              </p:cNvPr>
              <p:cNvSpPr/>
              <p:nvPr/>
            </p:nvSpPr>
            <p:spPr>
              <a:xfrm>
                <a:off x="9482575" y="5711799"/>
                <a:ext cx="289155" cy="270912"/>
              </a:xfrm>
              <a:custGeom>
                <a:avLst/>
                <a:gdLst>
                  <a:gd name="connsiteX0" fmla="*/ 283356 w 289155"/>
                  <a:gd name="connsiteY0" fmla="*/ 0 h 270912"/>
                  <a:gd name="connsiteX1" fmla="*/ 232512 w 289155"/>
                  <a:gd name="connsiteY1" fmla="*/ 0 h 270912"/>
                  <a:gd name="connsiteX2" fmla="*/ 225085 w 289155"/>
                  <a:gd name="connsiteY2" fmla="*/ 4544 h 270912"/>
                  <a:gd name="connsiteX3" fmla="*/ 145106 w 289155"/>
                  <a:gd name="connsiteY3" fmla="*/ 204462 h 270912"/>
                  <a:gd name="connsiteX4" fmla="*/ 65126 w 289155"/>
                  <a:gd name="connsiteY4" fmla="*/ 4544 h 270912"/>
                  <a:gd name="connsiteX5" fmla="*/ 57699 w 289155"/>
                  <a:gd name="connsiteY5" fmla="*/ 0 h 270912"/>
                  <a:gd name="connsiteX6" fmla="*/ 6855 w 289155"/>
                  <a:gd name="connsiteY6" fmla="*/ 0 h 270912"/>
                  <a:gd name="connsiteX7" fmla="*/ 0 w 289155"/>
                  <a:gd name="connsiteY7" fmla="*/ 6815 h 270912"/>
                  <a:gd name="connsiteX8" fmla="*/ 0 w 289155"/>
                  <a:gd name="connsiteY8" fmla="*/ 264097 h 270912"/>
                  <a:gd name="connsiteX9" fmla="*/ 6855 w 289155"/>
                  <a:gd name="connsiteY9" fmla="*/ 270912 h 270912"/>
                  <a:gd name="connsiteX10" fmla="*/ 50273 w 289155"/>
                  <a:gd name="connsiteY10" fmla="*/ 270912 h 270912"/>
                  <a:gd name="connsiteX11" fmla="*/ 57128 w 289155"/>
                  <a:gd name="connsiteY11" fmla="*/ 264097 h 270912"/>
                  <a:gd name="connsiteX12" fmla="*/ 57128 w 289155"/>
                  <a:gd name="connsiteY12" fmla="*/ 107911 h 270912"/>
                  <a:gd name="connsiteX13" fmla="*/ 117684 w 289155"/>
                  <a:gd name="connsiteY13" fmla="*/ 265801 h 270912"/>
                  <a:gd name="connsiteX14" fmla="*/ 125111 w 289155"/>
                  <a:gd name="connsiteY14" fmla="*/ 270912 h 270912"/>
                  <a:gd name="connsiteX15" fmla="*/ 163958 w 289155"/>
                  <a:gd name="connsiteY15" fmla="*/ 270912 h 270912"/>
                  <a:gd name="connsiteX16" fmla="*/ 171385 w 289155"/>
                  <a:gd name="connsiteY16" fmla="*/ 265801 h 270912"/>
                  <a:gd name="connsiteX17" fmla="*/ 231941 w 289155"/>
                  <a:gd name="connsiteY17" fmla="*/ 107911 h 270912"/>
                  <a:gd name="connsiteX18" fmla="*/ 231941 w 289155"/>
                  <a:gd name="connsiteY18" fmla="*/ 264097 h 270912"/>
                  <a:gd name="connsiteX19" fmla="*/ 238796 w 289155"/>
                  <a:gd name="connsiteY19" fmla="*/ 270912 h 270912"/>
                  <a:gd name="connsiteX20" fmla="*/ 282213 w 289155"/>
                  <a:gd name="connsiteY20" fmla="*/ 270912 h 270912"/>
                  <a:gd name="connsiteX21" fmla="*/ 289069 w 289155"/>
                  <a:gd name="connsiteY21" fmla="*/ 264097 h 270912"/>
                  <a:gd name="connsiteX22" fmla="*/ 289069 w 289155"/>
                  <a:gd name="connsiteY22" fmla="*/ 6815 h 270912"/>
                  <a:gd name="connsiteX23" fmla="*/ 283356 w 289155"/>
                  <a:gd name="connsiteY23" fmla="*/ 0 h 2709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289155" h="270912">
                    <a:moveTo>
                      <a:pt x="283356" y="0"/>
                    </a:moveTo>
                    <a:lnTo>
                      <a:pt x="232512" y="0"/>
                    </a:lnTo>
                    <a:cubicBezTo>
                      <a:pt x="229084" y="0"/>
                      <a:pt x="226228" y="1704"/>
                      <a:pt x="225085" y="4544"/>
                    </a:cubicBezTo>
                    <a:lnTo>
                      <a:pt x="145106" y="204462"/>
                    </a:lnTo>
                    <a:lnTo>
                      <a:pt x="65126" y="4544"/>
                    </a:lnTo>
                    <a:cubicBezTo>
                      <a:pt x="63984" y="1704"/>
                      <a:pt x="61698" y="0"/>
                      <a:pt x="57699" y="0"/>
                    </a:cubicBezTo>
                    <a:lnTo>
                      <a:pt x="6855" y="0"/>
                    </a:lnTo>
                    <a:cubicBezTo>
                      <a:pt x="2856" y="0"/>
                      <a:pt x="0" y="2840"/>
                      <a:pt x="0" y="6815"/>
                    </a:cubicBezTo>
                    <a:lnTo>
                      <a:pt x="0" y="264097"/>
                    </a:lnTo>
                    <a:cubicBezTo>
                      <a:pt x="0" y="268073"/>
                      <a:pt x="2856" y="270912"/>
                      <a:pt x="6855" y="270912"/>
                    </a:cubicBezTo>
                    <a:lnTo>
                      <a:pt x="50273" y="270912"/>
                    </a:lnTo>
                    <a:cubicBezTo>
                      <a:pt x="54272" y="270912"/>
                      <a:pt x="57128" y="268073"/>
                      <a:pt x="57128" y="264097"/>
                    </a:cubicBezTo>
                    <a:lnTo>
                      <a:pt x="57128" y="107911"/>
                    </a:lnTo>
                    <a:lnTo>
                      <a:pt x="117684" y="265801"/>
                    </a:lnTo>
                    <a:cubicBezTo>
                      <a:pt x="118827" y="269208"/>
                      <a:pt x="121683" y="270912"/>
                      <a:pt x="125111" y="270912"/>
                    </a:cubicBezTo>
                    <a:lnTo>
                      <a:pt x="163958" y="270912"/>
                    </a:lnTo>
                    <a:cubicBezTo>
                      <a:pt x="167386" y="270912"/>
                      <a:pt x="170242" y="269208"/>
                      <a:pt x="171385" y="265801"/>
                    </a:cubicBezTo>
                    <a:lnTo>
                      <a:pt x="231941" y="107911"/>
                    </a:lnTo>
                    <a:lnTo>
                      <a:pt x="231941" y="264097"/>
                    </a:lnTo>
                    <a:cubicBezTo>
                      <a:pt x="231941" y="268073"/>
                      <a:pt x="234797" y="270912"/>
                      <a:pt x="238796" y="270912"/>
                    </a:cubicBezTo>
                    <a:lnTo>
                      <a:pt x="282213" y="270912"/>
                    </a:lnTo>
                    <a:cubicBezTo>
                      <a:pt x="286212" y="270912"/>
                      <a:pt x="289069" y="268073"/>
                      <a:pt x="289069" y="264097"/>
                    </a:cubicBezTo>
                    <a:lnTo>
                      <a:pt x="289069" y="6815"/>
                    </a:lnTo>
                    <a:cubicBezTo>
                      <a:pt x="289640" y="2840"/>
                      <a:pt x="287355" y="0"/>
                      <a:pt x="28335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21" name="Freeform 20">
                <a:extLst>
                  <a:ext uri="{FF2B5EF4-FFF2-40B4-BE49-F238E27FC236}">
                    <a16:creationId xmlns:a16="http://schemas.microsoft.com/office/drawing/2014/main" id="{C5BFA8A1-53A7-C035-7D43-B5B915DD2479}"/>
                  </a:ext>
                </a:extLst>
              </p:cNvPr>
              <p:cNvSpPr/>
              <p:nvPr/>
            </p:nvSpPr>
            <p:spPr>
              <a:xfrm>
                <a:off x="9979019" y="5710095"/>
                <a:ext cx="234912" cy="278863"/>
              </a:xfrm>
              <a:custGeom>
                <a:avLst/>
                <a:gdLst>
                  <a:gd name="connsiteX0" fmla="*/ 217658 w 234912"/>
                  <a:gd name="connsiteY0" fmla="*/ 214685 h 278863"/>
                  <a:gd name="connsiteX1" fmla="*/ 208518 w 234912"/>
                  <a:gd name="connsiteY1" fmla="*/ 215253 h 278863"/>
                  <a:gd name="connsiteX2" fmla="*/ 139964 w 234912"/>
                  <a:gd name="connsiteY2" fmla="*/ 241379 h 278863"/>
                  <a:gd name="connsiteX3" fmla="*/ 38847 w 234912"/>
                  <a:gd name="connsiteY3" fmla="*/ 138580 h 278863"/>
                  <a:gd name="connsiteX4" fmla="*/ 139964 w 234912"/>
                  <a:gd name="connsiteY4" fmla="*/ 35781 h 278863"/>
                  <a:gd name="connsiteX5" fmla="*/ 208518 w 234912"/>
                  <a:gd name="connsiteY5" fmla="*/ 61907 h 278863"/>
                  <a:gd name="connsiteX6" fmla="*/ 213659 w 234912"/>
                  <a:gd name="connsiteY6" fmla="*/ 64178 h 278863"/>
                  <a:gd name="connsiteX7" fmla="*/ 217658 w 234912"/>
                  <a:gd name="connsiteY7" fmla="*/ 61907 h 278863"/>
                  <a:gd name="connsiteX8" fmla="*/ 233083 w 234912"/>
                  <a:gd name="connsiteY8" fmla="*/ 45436 h 278863"/>
                  <a:gd name="connsiteX9" fmla="*/ 231940 w 234912"/>
                  <a:gd name="connsiteY9" fmla="*/ 35781 h 278863"/>
                  <a:gd name="connsiteX10" fmla="*/ 138822 w 234912"/>
                  <a:gd name="connsiteY10" fmla="*/ 0 h 278863"/>
                  <a:gd name="connsiteX11" fmla="*/ 0 w 234912"/>
                  <a:gd name="connsiteY11" fmla="*/ 139716 h 278863"/>
                  <a:gd name="connsiteX12" fmla="*/ 138822 w 234912"/>
                  <a:gd name="connsiteY12" fmla="*/ 278864 h 278863"/>
                  <a:gd name="connsiteX13" fmla="*/ 231940 w 234912"/>
                  <a:gd name="connsiteY13" fmla="*/ 242515 h 278863"/>
                  <a:gd name="connsiteX14" fmla="*/ 232512 w 234912"/>
                  <a:gd name="connsiteY14" fmla="*/ 232860 h 278863"/>
                  <a:gd name="connsiteX15" fmla="*/ 217658 w 234912"/>
                  <a:gd name="connsiteY15" fmla="*/ 214685 h 2788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34912" h="278863">
                    <a:moveTo>
                      <a:pt x="217658" y="214685"/>
                    </a:moveTo>
                    <a:cubicBezTo>
                      <a:pt x="215373" y="212413"/>
                      <a:pt x="212517" y="211278"/>
                      <a:pt x="208518" y="215253"/>
                    </a:cubicBezTo>
                    <a:cubicBezTo>
                      <a:pt x="187952" y="232860"/>
                      <a:pt x="165672" y="241379"/>
                      <a:pt x="139964" y="241379"/>
                    </a:cubicBezTo>
                    <a:cubicBezTo>
                      <a:pt x="82265" y="241379"/>
                      <a:pt x="38847" y="197079"/>
                      <a:pt x="38847" y="138580"/>
                    </a:cubicBezTo>
                    <a:cubicBezTo>
                      <a:pt x="38847" y="80081"/>
                      <a:pt x="82265" y="35781"/>
                      <a:pt x="139964" y="35781"/>
                    </a:cubicBezTo>
                    <a:cubicBezTo>
                      <a:pt x="165672" y="35781"/>
                      <a:pt x="187952" y="44300"/>
                      <a:pt x="208518" y="61907"/>
                    </a:cubicBezTo>
                    <a:cubicBezTo>
                      <a:pt x="210232" y="63610"/>
                      <a:pt x="211946" y="64178"/>
                      <a:pt x="213659" y="64178"/>
                    </a:cubicBezTo>
                    <a:cubicBezTo>
                      <a:pt x="215373" y="64178"/>
                      <a:pt x="216516" y="63043"/>
                      <a:pt x="217658" y="61907"/>
                    </a:cubicBezTo>
                    <a:lnTo>
                      <a:pt x="233083" y="45436"/>
                    </a:lnTo>
                    <a:cubicBezTo>
                      <a:pt x="235940" y="42028"/>
                      <a:pt x="235368" y="38621"/>
                      <a:pt x="231940" y="35781"/>
                    </a:cubicBezTo>
                    <a:cubicBezTo>
                      <a:pt x="205662" y="11927"/>
                      <a:pt x="174812" y="0"/>
                      <a:pt x="138822" y="0"/>
                    </a:cubicBezTo>
                    <a:cubicBezTo>
                      <a:pt x="59985" y="0"/>
                      <a:pt x="0" y="60203"/>
                      <a:pt x="0" y="139716"/>
                    </a:cubicBezTo>
                    <a:cubicBezTo>
                      <a:pt x="0" y="219229"/>
                      <a:pt x="59413" y="278864"/>
                      <a:pt x="138822" y="278864"/>
                    </a:cubicBezTo>
                    <a:cubicBezTo>
                      <a:pt x="174812" y="278864"/>
                      <a:pt x="205662" y="266369"/>
                      <a:pt x="231940" y="242515"/>
                    </a:cubicBezTo>
                    <a:cubicBezTo>
                      <a:pt x="234226" y="240243"/>
                      <a:pt x="236511" y="236835"/>
                      <a:pt x="232512" y="232860"/>
                    </a:cubicBezTo>
                    <a:lnTo>
                      <a:pt x="217658" y="214685"/>
                    </a:ln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22" name="Freeform 21">
                <a:extLst>
                  <a:ext uri="{FF2B5EF4-FFF2-40B4-BE49-F238E27FC236}">
                    <a16:creationId xmlns:a16="http://schemas.microsoft.com/office/drawing/2014/main" id="{3F940F03-DB10-FCC3-62B7-75DD1D7B276C}"/>
                  </a:ext>
                </a:extLst>
              </p:cNvPr>
              <p:cNvSpPr/>
              <p:nvPr/>
            </p:nvSpPr>
            <p:spPr>
              <a:xfrm>
                <a:off x="10310274" y="5711799"/>
                <a:ext cx="231171" cy="270912"/>
              </a:xfrm>
              <a:custGeom>
                <a:avLst/>
                <a:gdLst>
                  <a:gd name="connsiteX0" fmla="*/ 136625 w 231171"/>
                  <a:gd name="connsiteY0" fmla="*/ 5112 h 270912"/>
                  <a:gd name="connsiteX1" fmla="*/ 128627 w 231171"/>
                  <a:gd name="connsiteY1" fmla="*/ 0 h 270912"/>
                  <a:gd name="connsiteX2" fmla="*/ 100634 w 231171"/>
                  <a:gd name="connsiteY2" fmla="*/ 0 h 270912"/>
                  <a:gd name="connsiteX3" fmla="*/ 93207 w 231171"/>
                  <a:gd name="connsiteY3" fmla="*/ 5112 h 270912"/>
                  <a:gd name="connsiteX4" fmla="*/ 660 w 231171"/>
                  <a:gd name="connsiteY4" fmla="*/ 262961 h 270912"/>
                  <a:gd name="connsiteX5" fmla="*/ 660 w 231171"/>
                  <a:gd name="connsiteY5" fmla="*/ 268641 h 270912"/>
                  <a:gd name="connsiteX6" fmla="*/ 5801 w 231171"/>
                  <a:gd name="connsiteY6" fmla="*/ 270912 h 270912"/>
                  <a:gd name="connsiteX7" fmla="*/ 32080 w 231171"/>
                  <a:gd name="connsiteY7" fmla="*/ 270912 h 270912"/>
                  <a:gd name="connsiteX8" fmla="*/ 39507 w 231171"/>
                  <a:gd name="connsiteY8" fmla="*/ 265801 h 270912"/>
                  <a:gd name="connsiteX9" fmla="*/ 57217 w 231171"/>
                  <a:gd name="connsiteY9" fmla="*/ 214685 h 270912"/>
                  <a:gd name="connsiteX10" fmla="*/ 174329 w 231171"/>
                  <a:gd name="connsiteY10" fmla="*/ 214685 h 270912"/>
                  <a:gd name="connsiteX11" fmla="*/ 192039 w 231171"/>
                  <a:gd name="connsiteY11" fmla="*/ 265801 h 270912"/>
                  <a:gd name="connsiteX12" fmla="*/ 198895 w 231171"/>
                  <a:gd name="connsiteY12" fmla="*/ 270912 h 270912"/>
                  <a:gd name="connsiteX13" fmla="*/ 225174 w 231171"/>
                  <a:gd name="connsiteY13" fmla="*/ 270912 h 270912"/>
                  <a:gd name="connsiteX14" fmla="*/ 230315 w 231171"/>
                  <a:gd name="connsiteY14" fmla="*/ 268641 h 270912"/>
                  <a:gd name="connsiteX15" fmla="*/ 230315 w 231171"/>
                  <a:gd name="connsiteY15" fmla="*/ 263529 h 270912"/>
                  <a:gd name="connsiteX16" fmla="*/ 136625 w 231171"/>
                  <a:gd name="connsiteY16" fmla="*/ 5112 h 270912"/>
                  <a:gd name="connsiteX17" fmla="*/ 68071 w 231171"/>
                  <a:gd name="connsiteY17" fmla="*/ 181176 h 270912"/>
                  <a:gd name="connsiteX18" fmla="*/ 114916 w 231171"/>
                  <a:gd name="connsiteY18" fmla="*/ 47140 h 270912"/>
                  <a:gd name="connsiteX19" fmla="*/ 161761 w 231171"/>
                  <a:gd name="connsiteY19" fmla="*/ 181176 h 270912"/>
                  <a:gd name="connsiteX20" fmla="*/ 68071 w 231171"/>
                  <a:gd name="connsiteY20" fmla="*/ 181176 h 2709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231171" h="270912">
                    <a:moveTo>
                      <a:pt x="136625" y="5112"/>
                    </a:moveTo>
                    <a:cubicBezTo>
                      <a:pt x="135482" y="2272"/>
                      <a:pt x="132055" y="0"/>
                      <a:pt x="128627" y="0"/>
                    </a:cubicBezTo>
                    <a:lnTo>
                      <a:pt x="100634" y="0"/>
                    </a:lnTo>
                    <a:cubicBezTo>
                      <a:pt x="97206" y="0"/>
                      <a:pt x="94350" y="1704"/>
                      <a:pt x="93207" y="5112"/>
                    </a:cubicBezTo>
                    <a:lnTo>
                      <a:pt x="660" y="262961"/>
                    </a:lnTo>
                    <a:cubicBezTo>
                      <a:pt x="-483" y="265233"/>
                      <a:pt x="88" y="266937"/>
                      <a:pt x="660" y="268641"/>
                    </a:cubicBezTo>
                    <a:cubicBezTo>
                      <a:pt x="1231" y="269776"/>
                      <a:pt x="2945" y="270912"/>
                      <a:pt x="5801" y="270912"/>
                    </a:cubicBezTo>
                    <a:lnTo>
                      <a:pt x="32080" y="270912"/>
                    </a:lnTo>
                    <a:cubicBezTo>
                      <a:pt x="36079" y="270912"/>
                      <a:pt x="38364" y="269208"/>
                      <a:pt x="39507" y="265801"/>
                    </a:cubicBezTo>
                    <a:lnTo>
                      <a:pt x="57217" y="214685"/>
                    </a:lnTo>
                    <a:lnTo>
                      <a:pt x="174329" y="214685"/>
                    </a:lnTo>
                    <a:lnTo>
                      <a:pt x="192039" y="265801"/>
                    </a:lnTo>
                    <a:cubicBezTo>
                      <a:pt x="193182" y="269208"/>
                      <a:pt x="195467" y="270912"/>
                      <a:pt x="198895" y="270912"/>
                    </a:cubicBezTo>
                    <a:lnTo>
                      <a:pt x="225174" y="270912"/>
                    </a:lnTo>
                    <a:cubicBezTo>
                      <a:pt x="227459" y="270912"/>
                      <a:pt x="229172" y="270344"/>
                      <a:pt x="230315" y="268641"/>
                    </a:cubicBezTo>
                    <a:cubicBezTo>
                      <a:pt x="231458" y="267505"/>
                      <a:pt x="231458" y="265233"/>
                      <a:pt x="230315" y="263529"/>
                    </a:cubicBezTo>
                    <a:lnTo>
                      <a:pt x="136625" y="5112"/>
                    </a:lnTo>
                    <a:close/>
                    <a:moveTo>
                      <a:pt x="68071" y="181176"/>
                    </a:moveTo>
                    <a:lnTo>
                      <a:pt x="114916" y="47140"/>
                    </a:lnTo>
                    <a:lnTo>
                      <a:pt x="161761" y="181176"/>
                    </a:lnTo>
                    <a:lnTo>
                      <a:pt x="68071" y="181176"/>
                    </a:ln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23" name="Freeform 22">
                <a:extLst>
                  <a:ext uri="{FF2B5EF4-FFF2-40B4-BE49-F238E27FC236}">
                    <a16:creationId xmlns:a16="http://schemas.microsoft.com/office/drawing/2014/main" id="{82B50C21-0D6F-A276-A8EF-89E555453BF8}"/>
                  </a:ext>
                </a:extLst>
              </p:cNvPr>
              <p:cNvSpPr/>
              <p:nvPr/>
            </p:nvSpPr>
            <p:spPr>
              <a:xfrm>
                <a:off x="10650275" y="5711799"/>
                <a:ext cx="174241" cy="270912"/>
              </a:xfrm>
              <a:custGeom>
                <a:avLst/>
                <a:gdLst>
                  <a:gd name="connsiteX0" fmla="*/ 82836 w 174241"/>
                  <a:gd name="connsiteY0" fmla="*/ 0 h 270912"/>
                  <a:gd name="connsiteX1" fmla="*/ 6855 w 174241"/>
                  <a:gd name="connsiteY1" fmla="*/ 0 h 270912"/>
                  <a:gd name="connsiteX2" fmla="*/ 0 w 174241"/>
                  <a:gd name="connsiteY2" fmla="*/ 6247 h 270912"/>
                  <a:gd name="connsiteX3" fmla="*/ 0 w 174241"/>
                  <a:gd name="connsiteY3" fmla="*/ 264665 h 270912"/>
                  <a:gd name="connsiteX4" fmla="*/ 6855 w 174241"/>
                  <a:gd name="connsiteY4" fmla="*/ 270912 h 270912"/>
                  <a:gd name="connsiteX5" fmla="*/ 31992 w 174241"/>
                  <a:gd name="connsiteY5" fmla="*/ 270912 h 270912"/>
                  <a:gd name="connsiteX6" fmla="*/ 38276 w 174241"/>
                  <a:gd name="connsiteY6" fmla="*/ 264665 h 270912"/>
                  <a:gd name="connsiteX7" fmla="*/ 38276 w 174241"/>
                  <a:gd name="connsiteY7" fmla="*/ 170953 h 270912"/>
                  <a:gd name="connsiteX8" fmla="*/ 82836 w 174241"/>
                  <a:gd name="connsiteY8" fmla="*/ 170953 h 270912"/>
                  <a:gd name="connsiteX9" fmla="*/ 174241 w 174241"/>
                  <a:gd name="connsiteY9" fmla="*/ 85760 h 270912"/>
                  <a:gd name="connsiteX10" fmla="*/ 82836 w 174241"/>
                  <a:gd name="connsiteY10" fmla="*/ 0 h 270912"/>
                  <a:gd name="connsiteX11" fmla="*/ 80551 w 174241"/>
                  <a:gd name="connsiteY11" fmla="*/ 137444 h 270912"/>
                  <a:gd name="connsiteX12" fmla="*/ 38276 w 174241"/>
                  <a:gd name="connsiteY12" fmla="*/ 137444 h 270912"/>
                  <a:gd name="connsiteX13" fmla="*/ 38276 w 174241"/>
                  <a:gd name="connsiteY13" fmla="*/ 33509 h 270912"/>
                  <a:gd name="connsiteX14" fmla="*/ 80551 w 174241"/>
                  <a:gd name="connsiteY14" fmla="*/ 33509 h 270912"/>
                  <a:gd name="connsiteX15" fmla="*/ 137679 w 174241"/>
                  <a:gd name="connsiteY15" fmla="*/ 85193 h 270912"/>
                  <a:gd name="connsiteX16" fmla="*/ 80551 w 174241"/>
                  <a:gd name="connsiteY16" fmla="*/ 137444 h 2709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74241" h="270912">
                    <a:moveTo>
                      <a:pt x="82836" y="0"/>
                    </a:moveTo>
                    <a:lnTo>
                      <a:pt x="6855" y="0"/>
                    </a:lnTo>
                    <a:cubicBezTo>
                      <a:pt x="2856" y="0"/>
                      <a:pt x="0" y="2272"/>
                      <a:pt x="0" y="6247"/>
                    </a:cubicBezTo>
                    <a:lnTo>
                      <a:pt x="0" y="264665"/>
                    </a:lnTo>
                    <a:cubicBezTo>
                      <a:pt x="0" y="268641"/>
                      <a:pt x="2285" y="270912"/>
                      <a:pt x="6855" y="270912"/>
                    </a:cubicBezTo>
                    <a:lnTo>
                      <a:pt x="31992" y="270912"/>
                    </a:lnTo>
                    <a:cubicBezTo>
                      <a:pt x="35991" y="270912"/>
                      <a:pt x="38276" y="268641"/>
                      <a:pt x="38276" y="264665"/>
                    </a:cubicBezTo>
                    <a:lnTo>
                      <a:pt x="38276" y="170953"/>
                    </a:lnTo>
                    <a:lnTo>
                      <a:pt x="82836" y="170953"/>
                    </a:lnTo>
                    <a:cubicBezTo>
                      <a:pt x="139964" y="170953"/>
                      <a:pt x="174241" y="139148"/>
                      <a:pt x="174241" y="85760"/>
                    </a:cubicBezTo>
                    <a:cubicBezTo>
                      <a:pt x="174241" y="32373"/>
                      <a:pt x="139964" y="0"/>
                      <a:pt x="82836" y="0"/>
                    </a:cubicBezTo>
                    <a:close/>
                    <a:moveTo>
                      <a:pt x="80551" y="137444"/>
                    </a:moveTo>
                    <a:lnTo>
                      <a:pt x="38276" y="137444"/>
                    </a:lnTo>
                    <a:lnTo>
                      <a:pt x="38276" y="33509"/>
                    </a:lnTo>
                    <a:lnTo>
                      <a:pt x="80551" y="33509"/>
                    </a:lnTo>
                    <a:cubicBezTo>
                      <a:pt x="106830" y="33509"/>
                      <a:pt x="137679" y="42596"/>
                      <a:pt x="137679" y="85193"/>
                    </a:cubicBezTo>
                    <a:cubicBezTo>
                      <a:pt x="137679" y="128357"/>
                      <a:pt x="106259" y="137444"/>
                      <a:pt x="80551" y="137444"/>
                    </a:cubicBez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24" name="Freeform 23">
                <a:extLst>
                  <a:ext uri="{FF2B5EF4-FFF2-40B4-BE49-F238E27FC236}">
                    <a16:creationId xmlns:a16="http://schemas.microsoft.com/office/drawing/2014/main" id="{E3BDA28C-73D2-DEA5-7225-4020CACD4F32}"/>
                  </a:ext>
                </a:extLst>
              </p:cNvPr>
              <p:cNvSpPr/>
              <p:nvPr/>
            </p:nvSpPr>
            <p:spPr>
              <a:xfrm>
                <a:off x="10938201" y="5711799"/>
                <a:ext cx="38275" cy="270912"/>
              </a:xfrm>
              <a:custGeom>
                <a:avLst/>
                <a:gdLst>
                  <a:gd name="connsiteX0" fmla="*/ 31992 w 38275"/>
                  <a:gd name="connsiteY0" fmla="*/ 0 h 270912"/>
                  <a:gd name="connsiteX1" fmla="*/ 6855 w 38275"/>
                  <a:gd name="connsiteY1" fmla="*/ 0 h 270912"/>
                  <a:gd name="connsiteX2" fmla="*/ 0 w 38275"/>
                  <a:gd name="connsiteY2" fmla="*/ 6247 h 270912"/>
                  <a:gd name="connsiteX3" fmla="*/ 0 w 38275"/>
                  <a:gd name="connsiteY3" fmla="*/ 264665 h 270912"/>
                  <a:gd name="connsiteX4" fmla="*/ 6855 w 38275"/>
                  <a:gd name="connsiteY4" fmla="*/ 270912 h 270912"/>
                  <a:gd name="connsiteX5" fmla="*/ 31992 w 38275"/>
                  <a:gd name="connsiteY5" fmla="*/ 270912 h 270912"/>
                  <a:gd name="connsiteX6" fmla="*/ 38276 w 38275"/>
                  <a:gd name="connsiteY6" fmla="*/ 264665 h 270912"/>
                  <a:gd name="connsiteX7" fmla="*/ 38276 w 38275"/>
                  <a:gd name="connsiteY7" fmla="*/ 6247 h 270912"/>
                  <a:gd name="connsiteX8" fmla="*/ 31992 w 38275"/>
                  <a:gd name="connsiteY8" fmla="*/ 0 h 2709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8275" h="270912">
                    <a:moveTo>
                      <a:pt x="31992" y="0"/>
                    </a:moveTo>
                    <a:lnTo>
                      <a:pt x="6855" y="0"/>
                    </a:lnTo>
                    <a:cubicBezTo>
                      <a:pt x="2856" y="0"/>
                      <a:pt x="0" y="2272"/>
                      <a:pt x="0" y="6247"/>
                    </a:cubicBezTo>
                    <a:lnTo>
                      <a:pt x="0" y="264665"/>
                    </a:lnTo>
                    <a:cubicBezTo>
                      <a:pt x="0" y="268641"/>
                      <a:pt x="2285" y="270912"/>
                      <a:pt x="6855" y="270912"/>
                    </a:cubicBezTo>
                    <a:lnTo>
                      <a:pt x="31992" y="270912"/>
                    </a:lnTo>
                    <a:cubicBezTo>
                      <a:pt x="35991" y="270912"/>
                      <a:pt x="38276" y="268641"/>
                      <a:pt x="38276" y="264665"/>
                    </a:cubicBezTo>
                    <a:lnTo>
                      <a:pt x="38276" y="6247"/>
                    </a:lnTo>
                    <a:cubicBezTo>
                      <a:pt x="38276" y="2272"/>
                      <a:pt x="35991" y="0"/>
                      <a:pt x="3199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6EA0E3E3-23BF-7A05-9C30-A6641EF1DD47}"/>
                  </a:ext>
                </a:extLst>
              </p:cNvPr>
              <p:cNvSpPr/>
              <p:nvPr/>
            </p:nvSpPr>
            <p:spPr>
              <a:xfrm>
                <a:off x="11088449" y="5711799"/>
                <a:ext cx="174241" cy="270344"/>
              </a:xfrm>
              <a:custGeom>
                <a:avLst/>
                <a:gdLst>
                  <a:gd name="connsiteX0" fmla="*/ 167957 w 174241"/>
                  <a:gd name="connsiteY0" fmla="*/ 0 h 270344"/>
                  <a:gd name="connsiteX1" fmla="*/ 6855 w 174241"/>
                  <a:gd name="connsiteY1" fmla="*/ 0 h 270344"/>
                  <a:gd name="connsiteX2" fmla="*/ 0 w 174241"/>
                  <a:gd name="connsiteY2" fmla="*/ 6247 h 270344"/>
                  <a:gd name="connsiteX3" fmla="*/ 0 w 174241"/>
                  <a:gd name="connsiteY3" fmla="*/ 27262 h 270344"/>
                  <a:gd name="connsiteX4" fmla="*/ 6855 w 174241"/>
                  <a:gd name="connsiteY4" fmla="*/ 33509 h 270344"/>
                  <a:gd name="connsiteX5" fmla="*/ 68554 w 174241"/>
                  <a:gd name="connsiteY5" fmla="*/ 33509 h 270344"/>
                  <a:gd name="connsiteX6" fmla="*/ 68554 w 174241"/>
                  <a:gd name="connsiteY6" fmla="*/ 264097 h 270344"/>
                  <a:gd name="connsiteX7" fmla="*/ 74838 w 174241"/>
                  <a:gd name="connsiteY7" fmla="*/ 270344 h 270344"/>
                  <a:gd name="connsiteX8" fmla="*/ 99974 w 174241"/>
                  <a:gd name="connsiteY8" fmla="*/ 270344 h 270344"/>
                  <a:gd name="connsiteX9" fmla="*/ 106259 w 174241"/>
                  <a:gd name="connsiteY9" fmla="*/ 264097 h 270344"/>
                  <a:gd name="connsiteX10" fmla="*/ 106259 w 174241"/>
                  <a:gd name="connsiteY10" fmla="*/ 33509 h 270344"/>
                  <a:gd name="connsiteX11" fmla="*/ 167957 w 174241"/>
                  <a:gd name="connsiteY11" fmla="*/ 33509 h 270344"/>
                  <a:gd name="connsiteX12" fmla="*/ 174241 w 174241"/>
                  <a:gd name="connsiteY12" fmla="*/ 27262 h 270344"/>
                  <a:gd name="connsiteX13" fmla="*/ 174241 w 174241"/>
                  <a:gd name="connsiteY13" fmla="*/ 6247 h 270344"/>
                  <a:gd name="connsiteX14" fmla="*/ 167957 w 174241"/>
                  <a:gd name="connsiteY14" fmla="*/ 0 h 270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74241" h="270344">
                    <a:moveTo>
                      <a:pt x="167957" y="0"/>
                    </a:moveTo>
                    <a:lnTo>
                      <a:pt x="6855" y="0"/>
                    </a:lnTo>
                    <a:cubicBezTo>
                      <a:pt x="2856" y="0"/>
                      <a:pt x="0" y="2272"/>
                      <a:pt x="0" y="6247"/>
                    </a:cubicBezTo>
                    <a:lnTo>
                      <a:pt x="0" y="27262"/>
                    </a:lnTo>
                    <a:cubicBezTo>
                      <a:pt x="0" y="31237"/>
                      <a:pt x="2285" y="33509"/>
                      <a:pt x="6855" y="33509"/>
                    </a:cubicBezTo>
                    <a:lnTo>
                      <a:pt x="68554" y="33509"/>
                    </a:lnTo>
                    <a:lnTo>
                      <a:pt x="68554" y="264097"/>
                    </a:lnTo>
                    <a:cubicBezTo>
                      <a:pt x="68554" y="268073"/>
                      <a:pt x="70839" y="270344"/>
                      <a:pt x="74838" y="270344"/>
                    </a:cubicBezTo>
                    <a:lnTo>
                      <a:pt x="99974" y="270344"/>
                    </a:lnTo>
                    <a:cubicBezTo>
                      <a:pt x="103973" y="270344"/>
                      <a:pt x="106259" y="268073"/>
                      <a:pt x="106259" y="264097"/>
                    </a:cubicBezTo>
                    <a:lnTo>
                      <a:pt x="106259" y="33509"/>
                    </a:lnTo>
                    <a:lnTo>
                      <a:pt x="167957" y="33509"/>
                    </a:lnTo>
                    <a:cubicBezTo>
                      <a:pt x="171956" y="33509"/>
                      <a:pt x="174241" y="31237"/>
                      <a:pt x="174241" y="27262"/>
                    </a:cubicBezTo>
                    <a:lnTo>
                      <a:pt x="174241" y="6247"/>
                    </a:lnTo>
                    <a:cubicBezTo>
                      <a:pt x="174241" y="2272"/>
                      <a:pt x="171956" y="0"/>
                      <a:pt x="16795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79E21078-1A0F-7B31-CE54-161B44897806}"/>
                  </a:ext>
                </a:extLst>
              </p:cNvPr>
              <p:cNvSpPr/>
              <p:nvPr/>
            </p:nvSpPr>
            <p:spPr>
              <a:xfrm>
                <a:off x="11319729" y="5711799"/>
                <a:ext cx="231171" cy="270912"/>
              </a:xfrm>
              <a:custGeom>
                <a:avLst/>
                <a:gdLst>
                  <a:gd name="connsiteX0" fmla="*/ 136625 w 231171"/>
                  <a:gd name="connsiteY0" fmla="*/ 5112 h 270912"/>
                  <a:gd name="connsiteX1" fmla="*/ 128627 w 231171"/>
                  <a:gd name="connsiteY1" fmla="*/ 0 h 270912"/>
                  <a:gd name="connsiteX2" fmla="*/ 100634 w 231171"/>
                  <a:gd name="connsiteY2" fmla="*/ 0 h 270912"/>
                  <a:gd name="connsiteX3" fmla="*/ 93207 w 231171"/>
                  <a:gd name="connsiteY3" fmla="*/ 5112 h 270912"/>
                  <a:gd name="connsiteX4" fmla="*/ 660 w 231171"/>
                  <a:gd name="connsiteY4" fmla="*/ 262961 h 270912"/>
                  <a:gd name="connsiteX5" fmla="*/ 660 w 231171"/>
                  <a:gd name="connsiteY5" fmla="*/ 268641 h 270912"/>
                  <a:gd name="connsiteX6" fmla="*/ 5801 w 231171"/>
                  <a:gd name="connsiteY6" fmla="*/ 270912 h 270912"/>
                  <a:gd name="connsiteX7" fmla="*/ 32080 w 231171"/>
                  <a:gd name="connsiteY7" fmla="*/ 270912 h 270912"/>
                  <a:gd name="connsiteX8" fmla="*/ 39507 w 231171"/>
                  <a:gd name="connsiteY8" fmla="*/ 265801 h 270912"/>
                  <a:gd name="connsiteX9" fmla="*/ 57217 w 231171"/>
                  <a:gd name="connsiteY9" fmla="*/ 214685 h 270912"/>
                  <a:gd name="connsiteX10" fmla="*/ 174329 w 231171"/>
                  <a:gd name="connsiteY10" fmla="*/ 214685 h 270912"/>
                  <a:gd name="connsiteX11" fmla="*/ 192039 w 231171"/>
                  <a:gd name="connsiteY11" fmla="*/ 265801 h 270912"/>
                  <a:gd name="connsiteX12" fmla="*/ 198895 w 231171"/>
                  <a:gd name="connsiteY12" fmla="*/ 270912 h 270912"/>
                  <a:gd name="connsiteX13" fmla="*/ 225174 w 231171"/>
                  <a:gd name="connsiteY13" fmla="*/ 270912 h 270912"/>
                  <a:gd name="connsiteX14" fmla="*/ 230315 w 231171"/>
                  <a:gd name="connsiteY14" fmla="*/ 268641 h 270912"/>
                  <a:gd name="connsiteX15" fmla="*/ 230315 w 231171"/>
                  <a:gd name="connsiteY15" fmla="*/ 263529 h 270912"/>
                  <a:gd name="connsiteX16" fmla="*/ 136625 w 231171"/>
                  <a:gd name="connsiteY16" fmla="*/ 5112 h 270912"/>
                  <a:gd name="connsiteX17" fmla="*/ 67500 w 231171"/>
                  <a:gd name="connsiteY17" fmla="*/ 181176 h 270912"/>
                  <a:gd name="connsiteX18" fmla="*/ 114345 w 231171"/>
                  <a:gd name="connsiteY18" fmla="*/ 47140 h 270912"/>
                  <a:gd name="connsiteX19" fmla="*/ 161190 w 231171"/>
                  <a:gd name="connsiteY19" fmla="*/ 181176 h 270912"/>
                  <a:gd name="connsiteX20" fmla="*/ 67500 w 231171"/>
                  <a:gd name="connsiteY20" fmla="*/ 181176 h 2709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231171" h="270912">
                    <a:moveTo>
                      <a:pt x="136625" y="5112"/>
                    </a:moveTo>
                    <a:cubicBezTo>
                      <a:pt x="135482" y="2272"/>
                      <a:pt x="132055" y="0"/>
                      <a:pt x="128627" y="0"/>
                    </a:cubicBezTo>
                    <a:lnTo>
                      <a:pt x="100634" y="0"/>
                    </a:lnTo>
                    <a:cubicBezTo>
                      <a:pt x="97206" y="0"/>
                      <a:pt x="94350" y="1704"/>
                      <a:pt x="93207" y="5112"/>
                    </a:cubicBezTo>
                    <a:lnTo>
                      <a:pt x="660" y="262961"/>
                    </a:lnTo>
                    <a:cubicBezTo>
                      <a:pt x="-483" y="265233"/>
                      <a:pt x="88" y="266937"/>
                      <a:pt x="660" y="268641"/>
                    </a:cubicBezTo>
                    <a:cubicBezTo>
                      <a:pt x="1231" y="269776"/>
                      <a:pt x="2945" y="270912"/>
                      <a:pt x="5801" y="270912"/>
                    </a:cubicBezTo>
                    <a:lnTo>
                      <a:pt x="32080" y="270912"/>
                    </a:lnTo>
                    <a:cubicBezTo>
                      <a:pt x="36079" y="270912"/>
                      <a:pt x="38364" y="269208"/>
                      <a:pt x="39507" y="265801"/>
                    </a:cubicBezTo>
                    <a:lnTo>
                      <a:pt x="57217" y="214685"/>
                    </a:lnTo>
                    <a:lnTo>
                      <a:pt x="174329" y="214685"/>
                    </a:lnTo>
                    <a:lnTo>
                      <a:pt x="192039" y="265801"/>
                    </a:lnTo>
                    <a:cubicBezTo>
                      <a:pt x="193182" y="269208"/>
                      <a:pt x="195467" y="270912"/>
                      <a:pt x="198895" y="270912"/>
                    </a:cubicBezTo>
                    <a:lnTo>
                      <a:pt x="225174" y="270912"/>
                    </a:lnTo>
                    <a:cubicBezTo>
                      <a:pt x="227459" y="270912"/>
                      <a:pt x="229173" y="270344"/>
                      <a:pt x="230315" y="268641"/>
                    </a:cubicBezTo>
                    <a:cubicBezTo>
                      <a:pt x="231458" y="267505"/>
                      <a:pt x="231458" y="265233"/>
                      <a:pt x="230315" y="263529"/>
                    </a:cubicBezTo>
                    <a:lnTo>
                      <a:pt x="136625" y="5112"/>
                    </a:lnTo>
                    <a:close/>
                    <a:moveTo>
                      <a:pt x="67500" y="181176"/>
                    </a:moveTo>
                    <a:lnTo>
                      <a:pt x="114345" y="47140"/>
                    </a:lnTo>
                    <a:lnTo>
                      <a:pt x="161190" y="181176"/>
                    </a:lnTo>
                    <a:lnTo>
                      <a:pt x="67500" y="181176"/>
                    </a:ln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27" name="Freeform 26">
                <a:extLst>
                  <a:ext uri="{FF2B5EF4-FFF2-40B4-BE49-F238E27FC236}">
                    <a16:creationId xmlns:a16="http://schemas.microsoft.com/office/drawing/2014/main" id="{C5491E5E-50E7-59B6-43DC-6BD6D946634E}"/>
                  </a:ext>
                </a:extLst>
              </p:cNvPr>
              <p:cNvSpPr/>
              <p:nvPr/>
            </p:nvSpPr>
            <p:spPr>
              <a:xfrm>
                <a:off x="11659731" y="5711799"/>
                <a:ext cx="150818" cy="270912"/>
              </a:xfrm>
              <a:custGeom>
                <a:avLst/>
                <a:gdLst>
                  <a:gd name="connsiteX0" fmla="*/ 143963 w 150818"/>
                  <a:gd name="connsiteY0" fmla="*/ 236835 h 270912"/>
                  <a:gd name="connsiteX1" fmla="*/ 38276 w 150818"/>
                  <a:gd name="connsiteY1" fmla="*/ 236835 h 270912"/>
                  <a:gd name="connsiteX2" fmla="*/ 38276 w 150818"/>
                  <a:gd name="connsiteY2" fmla="*/ 6247 h 270912"/>
                  <a:gd name="connsiteX3" fmla="*/ 31992 w 150818"/>
                  <a:gd name="connsiteY3" fmla="*/ 0 h 270912"/>
                  <a:gd name="connsiteX4" fmla="*/ 6855 w 150818"/>
                  <a:gd name="connsiteY4" fmla="*/ 0 h 270912"/>
                  <a:gd name="connsiteX5" fmla="*/ 0 w 150818"/>
                  <a:gd name="connsiteY5" fmla="*/ 6247 h 270912"/>
                  <a:gd name="connsiteX6" fmla="*/ 0 w 150818"/>
                  <a:gd name="connsiteY6" fmla="*/ 264665 h 270912"/>
                  <a:gd name="connsiteX7" fmla="*/ 6855 w 150818"/>
                  <a:gd name="connsiteY7" fmla="*/ 270912 h 270912"/>
                  <a:gd name="connsiteX8" fmla="*/ 143963 w 150818"/>
                  <a:gd name="connsiteY8" fmla="*/ 270912 h 270912"/>
                  <a:gd name="connsiteX9" fmla="*/ 150819 w 150818"/>
                  <a:gd name="connsiteY9" fmla="*/ 264097 h 270912"/>
                  <a:gd name="connsiteX10" fmla="*/ 150819 w 150818"/>
                  <a:gd name="connsiteY10" fmla="*/ 243083 h 270912"/>
                  <a:gd name="connsiteX11" fmla="*/ 143963 w 150818"/>
                  <a:gd name="connsiteY11" fmla="*/ 236835 h 2709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50818" h="270912">
                    <a:moveTo>
                      <a:pt x="143963" y="236835"/>
                    </a:moveTo>
                    <a:lnTo>
                      <a:pt x="38276" y="236835"/>
                    </a:lnTo>
                    <a:lnTo>
                      <a:pt x="38276" y="6247"/>
                    </a:lnTo>
                    <a:cubicBezTo>
                      <a:pt x="38276" y="2272"/>
                      <a:pt x="35991" y="0"/>
                      <a:pt x="31992" y="0"/>
                    </a:cubicBezTo>
                    <a:lnTo>
                      <a:pt x="6855" y="0"/>
                    </a:lnTo>
                    <a:cubicBezTo>
                      <a:pt x="2856" y="0"/>
                      <a:pt x="0" y="2272"/>
                      <a:pt x="0" y="6247"/>
                    </a:cubicBezTo>
                    <a:lnTo>
                      <a:pt x="0" y="264665"/>
                    </a:lnTo>
                    <a:cubicBezTo>
                      <a:pt x="0" y="268641"/>
                      <a:pt x="2285" y="270912"/>
                      <a:pt x="6855" y="270912"/>
                    </a:cubicBezTo>
                    <a:lnTo>
                      <a:pt x="143963" y="270912"/>
                    </a:lnTo>
                    <a:cubicBezTo>
                      <a:pt x="147962" y="270912"/>
                      <a:pt x="150819" y="268073"/>
                      <a:pt x="150819" y="264097"/>
                    </a:cubicBezTo>
                    <a:lnTo>
                      <a:pt x="150819" y="243083"/>
                    </a:lnTo>
                    <a:cubicBezTo>
                      <a:pt x="150247" y="239675"/>
                      <a:pt x="147962" y="236835"/>
                      <a:pt x="143963" y="236835"/>
                    </a:cubicBez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071C2AC3-7450-D17C-C259-1E647DCF01C3}"/>
                  </a:ext>
                </a:extLst>
              </p:cNvPr>
              <p:cNvSpPr/>
              <p:nvPr/>
            </p:nvSpPr>
            <p:spPr>
              <a:xfrm>
                <a:off x="8806355" y="5712935"/>
                <a:ext cx="307815" cy="270344"/>
              </a:xfrm>
              <a:custGeom>
                <a:avLst/>
                <a:gdLst>
                  <a:gd name="connsiteX0" fmla="*/ 214052 w 307815"/>
                  <a:gd name="connsiteY0" fmla="*/ 2272 h 270344"/>
                  <a:gd name="connsiteX1" fmla="*/ 214052 w 307815"/>
                  <a:gd name="connsiteY1" fmla="*/ 2272 h 270344"/>
                  <a:gd name="connsiteX2" fmla="*/ 212910 w 307815"/>
                  <a:gd name="connsiteY2" fmla="*/ 1136 h 270344"/>
                  <a:gd name="connsiteX3" fmla="*/ 211767 w 307815"/>
                  <a:gd name="connsiteY3" fmla="*/ 568 h 270344"/>
                  <a:gd name="connsiteX4" fmla="*/ 210625 w 307815"/>
                  <a:gd name="connsiteY4" fmla="*/ 0 h 270344"/>
                  <a:gd name="connsiteX5" fmla="*/ 209482 w 307815"/>
                  <a:gd name="connsiteY5" fmla="*/ 0 h 270344"/>
                  <a:gd name="connsiteX6" fmla="*/ 208911 w 307815"/>
                  <a:gd name="connsiteY6" fmla="*/ 0 h 270344"/>
                  <a:gd name="connsiteX7" fmla="*/ 99796 w 307815"/>
                  <a:gd name="connsiteY7" fmla="*/ 0 h 270344"/>
                  <a:gd name="connsiteX8" fmla="*/ 99225 w 307815"/>
                  <a:gd name="connsiteY8" fmla="*/ 0 h 270344"/>
                  <a:gd name="connsiteX9" fmla="*/ 98082 w 307815"/>
                  <a:gd name="connsiteY9" fmla="*/ 0 h 270344"/>
                  <a:gd name="connsiteX10" fmla="*/ 96939 w 307815"/>
                  <a:gd name="connsiteY10" fmla="*/ 568 h 270344"/>
                  <a:gd name="connsiteX11" fmla="*/ 95797 w 307815"/>
                  <a:gd name="connsiteY11" fmla="*/ 1136 h 270344"/>
                  <a:gd name="connsiteX12" fmla="*/ 95226 w 307815"/>
                  <a:gd name="connsiteY12" fmla="*/ 1704 h 270344"/>
                  <a:gd name="connsiteX13" fmla="*/ 94654 w 307815"/>
                  <a:gd name="connsiteY13" fmla="*/ 2272 h 270344"/>
                  <a:gd name="connsiteX14" fmla="*/ 964 w 307815"/>
                  <a:gd name="connsiteY14" fmla="*/ 88600 h 270344"/>
                  <a:gd name="connsiteX15" fmla="*/ 2678 w 307815"/>
                  <a:gd name="connsiteY15" fmla="*/ 97687 h 270344"/>
                  <a:gd name="connsiteX16" fmla="*/ 38669 w 307815"/>
                  <a:gd name="connsiteY16" fmla="*/ 120973 h 270344"/>
                  <a:gd name="connsiteX17" fmla="*/ 47809 w 307815"/>
                  <a:gd name="connsiteY17" fmla="*/ 119270 h 270344"/>
                  <a:gd name="connsiteX18" fmla="*/ 126646 w 307815"/>
                  <a:gd name="connsiteY18" fmla="*/ 55091 h 270344"/>
                  <a:gd name="connsiteX19" fmla="*/ 126646 w 307815"/>
                  <a:gd name="connsiteY19" fmla="*/ 55091 h 270344"/>
                  <a:gd name="connsiteX20" fmla="*/ 126646 w 307815"/>
                  <a:gd name="connsiteY20" fmla="*/ 264097 h 270344"/>
                  <a:gd name="connsiteX21" fmla="*/ 132930 w 307815"/>
                  <a:gd name="connsiteY21" fmla="*/ 270344 h 270344"/>
                  <a:gd name="connsiteX22" fmla="*/ 175776 w 307815"/>
                  <a:gd name="connsiteY22" fmla="*/ 270344 h 270344"/>
                  <a:gd name="connsiteX23" fmla="*/ 182060 w 307815"/>
                  <a:gd name="connsiteY23" fmla="*/ 264097 h 270344"/>
                  <a:gd name="connsiteX24" fmla="*/ 182060 w 307815"/>
                  <a:gd name="connsiteY24" fmla="*/ 55091 h 270344"/>
                  <a:gd name="connsiteX25" fmla="*/ 182060 w 307815"/>
                  <a:gd name="connsiteY25" fmla="*/ 55091 h 270344"/>
                  <a:gd name="connsiteX26" fmla="*/ 259755 w 307815"/>
                  <a:gd name="connsiteY26" fmla="*/ 118134 h 270344"/>
                  <a:gd name="connsiteX27" fmla="*/ 268895 w 307815"/>
                  <a:gd name="connsiteY27" fmla="*/ 119838 h 270344"/>
                  <a:gd name="connsiteX28" fmla="*/ 304886 w 307815"/>
                  <a:gd name="connsiteY28" fmla="*/ 96552 h 270344"/>
                  <a:gd name="connsiteX29" fmla="*/ 306600 w 307815"/>
                  <a:gd name="connsiteY29" fmla="*/ 87464 h 270344"/>
                  <a:gd name="connsiteX30" fmla="*/ 214052 w 307815"/>
                  <a:gd name="connsiteY30" fmla="*/ 2272 h 270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307815" h="270344">
                    <a:moveTo>
                      <a:pt x="214052" y="2272"/>
                    </a:moveTo>
                    <a:cubicBezTo>
                      <a:pt x="213481" y="1704"/>
                      <a:pt x="213481" y="1704"/>
                      <a:pt x="214052" y="2272"/>
                    </a:cubicBezTo>
                    <a:cubicBezTo>
                      <a:pt x="213481" y="1704"/>
                      <a:pt x="212910" y="1136"/>
                      <a:pt x="212910" y="1136"/>
                    </a:cubicBezTo>
                    <a:cubicBezTo>
                      <a:pt x="212338" y="1136"/>
                      <a:pt x="212338" y="568"/>
                      <a:pt x="211767" y="568"/>
                    </a:cubicBezTo>
                    <a:cubicBezTo>
                      <a:pt x="211196" y="568"/>
                      <a:pt x="211196" y="0"/>
                      <a:pt x="210625" y="0"/>
                    </a:cubicBezTo>
                    <a:cubicBezTo>
                      <a:pt x="210053" y="0"/>
                      <a:pt x="210053" y="0"/>
                      <a:pt x="209482" y="0"/>
                    </a:cubicBezTo>
                    <a:cubicBezTo>
                      <a:pt x="209482" y="0"/>
                      <a:pt x="208911" y="0"/>
                      <a:pt x="208911" y="0"/>
                    </a:cubicBezTo>
                    <a:lnTo>
                      <a:pt x="99796" y="0"/>
                    </a:lnTo>
                    <a:cubicBezTo>
                      <a:pt x="99796" y="0"/>
                      <a:pt x="99225" y="0"/>
                      <a:pt x="99225" y="0"/>
                    </a:cubicBezTo>
                    <a:cubicBezTo>
                      <a:pt x="98653" y="0"/>
                      <a:pt x="98082" y="0"/>
                      <a:pt x="98082" y="0"/>
                    </a:cubicBezTo>
                    <a:cubicBezTo>
                      <a:pt x="97511" y="0"/>
                      <a:pt x="97511" y="0"/>
                      <a:pt x="96939" y="568"/>
                    </a:cubicBezTo>
                    <a:cubicBezTo>
                      <a:pt x="96368" y="568"/>
                      <a:pt x="96368" y="1136"/>
                      <a:pt x="95797" y="1136"/>
                    </a:cubicBezTo>
                    <a:cubicBezTo>
                      <a:pt x="95797" y="1136"/>
                      <a:pt x="95226" y="1704"/>
                      <a:pt x="95226" y="1704"/>
                    </a:cubicBezTo>
                    <a:cubicBezTo>
                      <a:pt x="95226" y="1704"/>
                      <a:pt x="94654" y="2272"/>
                      <a:pt x="94654" y="2272"/>
                    </a:cubicBezTo>
                    <a:lnTo>
                      <a:pt x="964" y="88600"/>
                    </a:lnTo>
                    <a:cubicBezTo>
                      <a:pt x="-750" y="91440"/>
                      <a:pt x="-179" y="95416"/>
                      <a:pt x="2678" y="97687"/>
                    </a:cubicBezTo>
                    <a:lnTo>
                      <a:pt x="38669" y="120973"/>
                    </a:lnTo>
                    <a:cubicBezTo>
                      <a:pt x="41525" y="122677"/>
                      <a:pt x="45524" y="122109"/>
                      <a:pt x="47809" y="119270"/>
                    </a:cubicBezTo>
                    <a:lnTo>
                      <a:pt x="126646" y="55091"/>
                    </a:lnTo>
                    <a:lnTo>
                      <a:pt x="126646" y="55091"/>
                    </a:lnTo>
                    <a:lnTo>
                      <a:pt x="126646" y="264097"/>
                    </a:lnTo>
                    <a:cubicBezTo>
                      <a:pt x="126646" y="267505"/>
                      <a:pt x="129503" y="270344"/>
                      <a:pt x="132930" y="270344"/>
                    </a:cubicBezTo>
                    <a:lnTo>
                      <a:pt x="175776" y="270344"/>
                    </a:lnTo>
                    <a:cubicBezTo>
                      <a:pt x="179204" y="270344"/>
                      <a:pt x="182060" y="267505"/>
                      <a:pt x="182060" y="264097"/>
                    </a:cubicBezTo>
                    <a:lnTo>
                      <a:pt x="182060" y="55091"/>
                    </a:lnTo>
                    <a:lnTo>
                      <a:pt x="182060" y="55091"/>
                    </a:lnTo>
                    <a:lnTo>
                      <a:pt x="259755" y="118134"/>
                    </a:lnTo>
                    <a:cubicBezTo>
                      <a:pt x="261469" y="120973"/>
                      <a:pt x="265468" y="122109"/>
                      <a:pt x="268895" y="119838"/>
                    </a:cubicBezTo>
                    <a:lnTo>
                      <a:pt x="304886" y="96552"/>
                    </a:lnTo>
                    <a:cubicBezTo>
                      <a:pt x="307743" y="94848"/>
                      <a:pt x="308885" y="90872"/>
                      <a:pt x="306600" y="87464"/>
                    </a:cubicBezTo>
                    <a:lnTo>
                      <a:pt x="214052" y="2272"/>
                    </a:ln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</p:grpSp>
        <p:grpSp>
          <p:nvGrpSpPr>
            <p:cNvPr id="7" name="Graphic 14">
              <a:extLst>
                <a:ext uri="{FF2B5EF4-FFF2-40B4-BE49-F238E27FC236}">
                  <a16:creationId xmlns:a16="http://schemas.microsoft.com/office/drawing/2014/main" id="{82AEDC63-FC53-69C1-6419-F553CB983C9C}"/>
                </a:ext>
              </a:extLst>
            </p:cNvPr>
            <p:cNvGrpSpPr/>
            <p:nvPr/>
          </p:nvGrpSpPr>
          <p:grpSpPr>
            <a:xfrm>
              <a:off x="9979590" y="5189285"/>
              <a:ext cx="1830959" cy="370303"/>
              <a:chOff x="9979590" y="5189285"/>
              <a:chExt cx="1830959" cy="370303"/>
            </a:xfrm>
            <a:solidFill>
              <a:srgbClr val="FFFFFF"/>
            </a:solidFill>
          </p:grpSpPr>
          <p:sp>
            <p:nvSpPr>
              <p:cNvPr id="8" name="Freeform 7">
                <a:extLst>
                  <a:ext uri="{FF2B5EF4-FFF2-40B4-BE49-F238E27FC236}">
                    <a16:creationId xmlns:a16="http://schemas.microsoft.com/office/drawing/2014/main" id="{3416C1BF-E903-DB75-BC86-167E120F4759}"/>
                  </a:ext>
                </a:extLst>
              </p:cNvPr>
              <p:cNvSpPr/>
              <p:nvPr/>
            </p:nvSpPr>
            <p:spPr>
              <a:xfrm>
                <a:off x="9979590" y="5190988"/>
                <a:ext cx="451312" cy="284543"/>
              </a:xfrm>
              <a:custGeom>
                <a:avLst/>
                <a:gdLst>
                  <a:gd name="connsiteX0" fmla="*/ 425605 w 451312"/>
                  <a:gd name="connsiteY0" fmla="*/ 0 h 284543"/>
                  <a:gd name="connsiteX1" fmla="*/ 421606 w 451312"/>
                  <a:gd name="connsiteY1" fmla="*/ 3976 h 284543"/>
                  <a:gd name="connsiteX2" fmla="*/ 421606 w 451312"/>
                  <a:gd name="connsiteY2" fmla="*/ 233996 h 284543"/>
                  <a:gd name="connsiteX3" fmla="*/ 416465 w 451312"/>
                  <a:gd name="connsiteY3" fmla="*/ 249330 h 284543"/>
                  <a:gd name="connsiteX4" fmla="*/ 401611 w 451312"/>
                  <a:gd name="connsiteY4" fmla="*/ 255010 h 284543"/>
                  <a:gd name="connsiteX5" fmla="*/ 346197 w 451312"/>
                  <a:gd name="connsiteY5" fmla="*/ 255010 h 284543"/>
                  <a:gd name="connsiteX6" fmla="*/ 323346 w 451312"/>
                  <a:gd name="connsiteY6" fmla="*/ 248194 h 284543"/>
                  <a:gd name="connsiteX7" fmla="*/ 320489 w 451312"/>
                  <a:gd name="connsiteY7" fmla="*/ 238539 h 284543"/>
                  <a:gd name="connsiteX8" fmla="*/ 320489 w 451312"/>
                  <a:gd name="connsiteY8" fmla="*/ 136308 h 284543"/>
                  <a:gd name="connsiteX9" fmla="*/ 316490 w 451312"/>
                  <a:gd name="connsiteY9" fmla="*/ 132332 h 284543"/>
                  <a:gd name="connsiteX10" fmla="*/ 294210 w 451312"/>
                  <a:gd name="connsiteY10" fmla="*/ 132332 h 284543"/>
                  <a:gd name="connsiteX11" fmla="*/ 290211 w 451312"/>
                  <a:gd name="connsiteY11" fmla="*/ 136308 h 284543"/>
                  <a:gd name="connsiteX12" fmla="*/ 290211 w 451312"/>
                  <a:gd name="connsiteY12" fmla="*/ 233428 h 284543"/>
                  <a:gd name="connsiteX13" fmla="*/ 285070 w 451312"/>
                  <a:gd name="connsiteY13" fmla="*/ 249330 h 284543"/>
                  <a:gd name="connsiteX14" fmla="*/ 270216 w 451312"/>
                  <a:gd name="connsiteY14" fmla="*/ 253874 h 284543"/>
                  <a:gd name="connsiteX15" fmla="*/ 171956 w 451312"/>
                  <a:gd name="connsiteY15" fmla="*/ 253874 h 284543"/>
                  <a:gd name="connsiteX16" fmla="*/ 167957 w 451312"/>
                  <a:gd name="connsiteY16" fmla="*/ 249898 h 284543"/>
                  <a:gd name="connsiteX17" fmla="*/ 167957 w 451312"/>
                  <a:gd name="connsiteY17" fmla="*/ 190263 h 284543"/>
                  <a:gd name="connsiteX18" fmla="*/ 143392 w 451312"/>
                  <a:gd name="connsiteY18" fmla="*/ 131197 h 284543"/>
                  <a:gd name="connsiteX19" fmla="*/ 83979 w 451312"/>
                  <a:gd name="connsiteY19" fmla="*/ 106775 h 284543"/>
                  <a:gd name="connsiteX20" fmla="*/ 24565 w 451312"/>
                  <a:gd name="connsiteY20" fmla="*/ 131197 h 284543"/>
                  <a:gd name="connsiteX21" fmla="*/ 0 w 451312"/>
                  <a:gd name="connsiteY21" fmla="*/ 190263 h 284543"/>
                  <a:gd name="connsiteX22" fmla="*/ 0 w 451312"/>
                  <a:gd name="connsiteY22" fmla="*/ 201054 h 284543"/>
                  <a:gd name="connsiteX23" fmla="*/ 24565 w 451312"/>
                  <a:gd name="connsiteY23" fmla="*/ 260121 h 284543"/>
                  <a:gd name="connsiteX24" fmla="*/ 83979 w 451312"/>
                  <a:gd name="connsiteY24" fmla="*/ 284543 h 284543"/>
                  <a:gd name="connsiteX25" fmla="*/ 269074 w 451312"/>
                  <a:gd name="connsiteY25" fmla="*/ 284543 h 284543"/>
                  <a:gd name="connsiteX26" fmla="*/ 303922 w 451312"/>
                  <a:gd name="connsiteY26" fmla="*/ 273752 h 284543"/>
                  <a:gd name="connsiteX27" fmla="*/ 309064 w 451312"/>
                  <a:gd name="connsiteY27" fmla="*/ 273752 h 284543"/>
                  <a:gd name="connsiteX28" fmla="*/ 345054 w 451312"/>
                  <a:gd name="connsiteY28" fmla="*/ 284543 h 284543"/>
                  <a:gd name="connsiteX29" fmla="*/ 400469 w 451312"/>
                  <a:gd name="connsiteY29" fmla="*/ 284543 h 284543"/>
                  <a:gd name="connsiteX30" fmla="*/ 437602 w 451312"/>
                  <a:gd name="connsiteY30" fmla="*/ 270912 h 284543"/>
                  <a:gd name="connsiteX31" fmla="*/ 451313 w 451312"/>
                  <a:gd name="connsiteY31" fmla="*/ 233996 h 284543"/>
                  <a:gd name="connsiteX32" fmla="*/ 450742 w 451312"/>
                  <a:gd name="connsiteY32" fmla="*/ 3976 h 284543"/>
                  <a:gd name="connsiteX33" fmla="*/ 446743 w 451312"/>
                  <a:gd name="connsiteY33" fmla="*/ 0 h 284543"/>
                  <a:gd name="connsiteX34" fmla="*/ 425605 w 451312"/>
                  <a:gd name="connsiteY34" fmla="*/ 0 h 284543"/>
                  <a:gd name="connsiteX35" fmla="*/ 138250 w 451312"/>
                  <a:gd name="connsiteY35" fmla="*/ 250466 h 284543"/>
                  <a:gd name="connsiteX36" fmla="*/ 134251 w 451312"/>
                  <a:gd name="connsiteY36" fmla="*/ 254442 h 284543"/>
                  <a:gd name="connsiteX37" fmla="*/ 84550 w 451312"/>
                  <a:gd name="connsiteY37" fmla="*/ 254442 h 284543"/>
                  <a:gd name="connsiteX38" fmla="*/ 46845 w 451312"/>
                  <a:gd name="connsiteY38" fmla="*/ 238539 h 284543"/>
                  <a:gd name="connsiteX39" fmla="*/ 30849 w 451312"/>
                  <a:gd name="connsiteY39" fmla="*/ 200486 h 284543"/>
                  <a:gd name="connsiteX40" fmla="*/ 30849 w 451312"/>
                  <a:gd name="connsiteY40" fmla="*/ 192535 h 284543"/>
                  <a:gd name="connsiteX41" fmla="*/ 49702 w 451312"/>
                  <a:gd name="connsiteY41" fmla="*/ 149371 h 284543"/>
                  <a:gd name="connsiteX42" fmla="*/ 84550 w 451312"/>
                  <a:gd name="connsiteY42" fmla="*/ 136308 h 284543"/>
                  <a:gd name="connsiteX43" fmla="*/ 122826 w 451312"/>
                  <a:gd name="connsiteY43" fmla="*/ 151643 h 284543"/>
                  <a:gd name="connsiteX44" fmla="*/ 138822 w 451312"/>
                  <a:gd name="connsiteY44" fmla="*/ 189695 h 284543"/>
                  <a:gd name="connsiteX45" fmla="*/ 138822 w 451312"/>
                  <a:gd name="connsiteY45" fmla="*/ 250466 h 284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</a:cxnLst>
                <a:rect l="l" t="t" r="r" b="b"/>
                <a:pathLst>
                  <a:path w="451312" h="284543">
                    <a:moveTo>
                      <a:pt x="425605" y="0"/>
                    </a:moveTo>
                    <a:cubicBezTo>
                      <a:pt x="423320" y="0"/>
                      <a:pt x="421606" y="1704"/>
                      <a:pt x="421606" y="3976"/>
                    </a:cubicBezTo>
                    <a:lnTo>
                      <a:pt x="421606" y="233996"/>
                    </a:lnTo>
                    <a:cubicBezTo>
                      <a:pt x="421606" y="240811"/>
                      <a:pt x="419892" y="245923"/>
                      <a:pt x="416465" y="249330"/>
                    </a:cubicBezTo>
                    <a:cubicBezTo>
                      <a:pt x="413037" y="252738"/>
                      <a:pt x="407895" y="254442"/>
                      <a:pt x="401611" y="255010"/>
                    </a:cubicBezTo>
                    <a:lnTo>
                      <a:pt x="346197" y="255010"/>
                    </a:lnTo>
                    <a:cubicBezTo>
                      <a:pt x="335343" y="255010"/>
                      <a:pt x="327916" y="252738"/>
                      <a:pt x="323346" y="248194"/>
                    </a:cubicBezTo>
                    <a:cubicBezTo>
                      <a:pt x="321061" y="245923"/>
                      <a:pt x="320489" y="243083"/>
                      <a:pt x="320489" y="238539"/>
                    </a:cubicBezTo>
                    <a:lnTo>
                      <a:pt x="320489" y="136308"/>
                    </a:lnTo>
                    <a:cubicBezTo>
                      <a:pt x="320489" y="134036"/>
                      <a:pt x="318776" y="132332"/>
                      <a:pt x="316490" y="132332"/>
                    </a:cubicBezTo>
                    <a:lnTo>
                      <a:pt x="294210" y="132332"/>
                    </a:lnTo>
                    <a:cubicBezTo>
                      <a:pt x="291925" y="132332"/>
                      <a:pt x="290211" y="134036"/>
                      <a:pt x="290211" y="136308"/>
                    </a:cubicBezTo>
                    <a:lnTo>
                      <a:pt x="290211" y="233428"/>
                    </a:lnTo>
                    <a:cubicBezTo>
                      <a:pt x="290211" y="240811"/>
                      <a:pt x="288497" y="245923"/>
                      <a:pt x="285070" y="249330"/>
                    </a:cubicBezTo>
                    <a:cubicBezTo>
                      <a:pt x="282213" y="252738"/>
                      <a:pt x="277072" y="253874"/>
                      <a:pt x="270216" y="253874"/>
                    </a:cubicBezTo>
                    <a:lnTo>
                      <a:pt x="171956" y="253874"/>
                    </a:lnTo>
                    <a:cubicBezTo>
                      <a:pt x="169671" y="253874"/>
                      <a:pt x="167957" y="252170"/>
                      <a:pt x="167957" y="249898"/>
                    </a:cubicBezTo>
                    <a:lnTo>
                      <a:pt x="167957" y="190263"/>
                    </a:lnTo>
                    <a:cubicBezTo>
                      <a:pt x="167957" y="166977"/>
                      <a:pt x="159959" y="147667"/>
                      <a:pt x="143392" y="131197"/>
                    </a:cubicBezTo>
                    <a:cubicBezTo>
                      <a:pt x="126825" y="114726"/>
                      <a:pt x="107401" y="106775"/>
                      <a:pt x="83979" y="106775"/>
                    </a:cubicBezTo>
                    <a:cubicBezTo>
                      <a:pt x="60556" y="106775"/>
                      <a:pt x="41132" y="114726"/>
                      <a:pt x="24565" y="131197"/>
                    </a:cubicBezTo>
                    <a:cubicBezTo>
                      <a:pt x="7998" y="147667"/>
                      <a:pt x="0" y="166977"/>
                      <a:pt x="0" y="190263"/>
                    </a:cubicBezTo>
                    <a:lnTo>
                      <a:pt x="0" y="201054"/>
                    </a:lnTo>
                    <a:cubicBezTo>
                      <a:pt x="0" y="224340"/>
                      <a:pt x="7998" y="243651"/>
                      <a:pt x="24565" y="260121"/>
                    </a:cubicBezTo>
                    <a:cubicBezTo>
                      <a:pt x="41132" y="276592"/>
                      <a:pt x="60556" y="284543"/>
                      <a:pt x="83979" y="284543"/>
                    </a:cubicBezTo>
                    <a:lnTo>
                      <a:pt x="269074" y="284543"/>
                    </a:lnTo>
                    <a:cubicBezTo>
                      <a:pt x="285070" y="284543"/>
                      <a:pt x="296495" y="281135"/>
                      <a:pt x="303922" y="273752"/>
                    </a:cubicBezTo>
                    <a:cubicBezTo>
                      <a:pt x="305065" y="272616"/>
                      <a:pt x="307350" y="272616"/>
                      <a:pt x="309064" y="273752"/>
                    </a:cubicBezTo>
                    <a:cubicBezTo>
                      <a:pt x="318204" y="282271"/>
                      <a:pt x="334200" y="284543"/>
                      <a:pt x="345054" y="284543"/>
                    </a:cubicBezTo>
                    <a:lnTo>
                      <a:pt x="400469" y="284543"/>
                    </a:lnTo>
                    <a:cubicBezTo>
                      <a:pt x="415894" y="284543"/>
                      <a:pt x="427890" y="280000"/>
                      <a:pt x="437602" y="270912"/>
                    </a:cubicBezTo>
                    <a:cubicBezTo>
                      <a:pt x="446743" y="261825"/>
                      <a:pt x="451313" y="249330"/>
                      <a:pt x="451313" y="233996"/>
                    </a:cubicBezTo>
                    <a:lnTo>
                      <a:pt x="450742" y="3976"/>
                    </a:lnTo>
                    <a:cubicBezTo>
                      <a:pt x="450742" y="1704"/>
                      <a:pt x="449028" y="0"/>
                      <a:pt x="446743" y="0"/>
                    </a:cubicBezTo>
                    <a:lnTo>
                      <a:pt x="425605" y="0"/>
                    </a:lnTo>
                    <a:close/>
                    <a:moveTo>
                      <a:pt x="138250" y="250466"/>
                    </a:moveTo>
                    <a:cubicBezTo>
                      <a:pt x="138250" y="252738"/>
                      <a:pt x="136536" y="254442"/>
                      <a:pt x="134251" y="254442"/>
                    </a:cubicBezTo>
                    <a:lnTo>
                      <a:pt x="84550" y="254442"/>
                    </a:lnTo>
                    <a:cubicBezTo>
                      <a:pt x="69696" y="254442"/>
                      <a:pt x="57128" y="249330"/>
                      <a:pt x="46845" y="238539"/>
                    </a:cubicBezTo>
                    <a:cubicBezTo>
                      <a:pt x="36562" y="228316"/>
                      <a:pt x="30849" y="215253"/>
                      <a:pt x="30849" y="200486"/>
                    </a:cubicBezTo>
                    <a:lnTo>
                      <a:pt x="30849" y="192535"/>
                    </a:lnTo>
                    <a:cubicBezTo>
                      <a:pt x="30849" y="176065"/>
                      <a:pt x="37133" y="160162"/>
                      <a:pt x="49702" y="149371"/>
                    </a:cubicBezTo>
                    <a:cubicBezTo>
                      <a:pt x="59413" y="140852"/>
                      <a:pt x="71410" y="136308"/>
                      <a:pt x="84550" y="136308"/>
                    </a:cubicBezTo>
                    <a:cubicBezTo>
                      <a:pt x="99403" y="136308"/>
                      <a:pt x="111971" y="141420"/>
                      <a:pt x="122826" y="151643"/>
                    </a:cubicBezTo>
                    <a:cubicBezTo>
                      <a:pt x="133109" y="161866"/>
                      <a:pt x="138822" y="174929"/>
                      <a:pt x="138822" y="189695"/>
                    </a:cubicBezTo>
                    <a:lnTo>
                      <a:pt x="138822" y="250466"/>
                    </a:ln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9" name="Freeform 8">
                <a:extLst>
                  <a:ext uri="{FF2B5EF4-FFF2-40B4-BE49-F238E27FC236}">
                    <a16:creationId xmlns:a16="http://schemas.microsoft.com/office/drawing/2014/main" id="{0284744A-46F5-F8E1-4508-5A1D46282146}"/>
                  </a:ext>
                </a:extLst>
              </p:cNvPr>
              <p:cNvSpPr/>
              <p:nvPr/>
            </p:nvSpPr>
            <p:spPr>
              <a:xfrm>
                <a:off x="10493173" y="5190988"/>
                <a:ext cx="483304" cy="285111"/>
              </a:xfrm>
              <a:custGeom>
                <a:avLst/>
                <a:gdLst>
                  <a:gd name="connsiteX0" fmla="*/ 458168 w 483304"/>
                  <a:gd name="connsiteY0" fmla="*/ 0 h 285111"/>
                  <a:gd name="connsiteX1" fmla="*/ 454169 w 483304"/>
                  <a:gd name="connsiteY1" fmla="*/ 3976 h 285111"/>
                  <a:gd name="connsiteX2" fmla="*/ 454169 w 483304"/>
                  <a:gd name="connsiteY2" fmla="*/ 233996 h 285111"/>
                  <a:gd name="connsiteX3" fmla="*/ 449028 w 483304"/>
                  <a:gd name="connsiteY3" fmla="*/ 249330 h 285111"/>
                  <a:gd name="connsiteX4" fmla="*/ 434174 w 483304"/>
                  <a:gd name="connsiteY4" fmla="*/ 254442 h 285111"/>
                  <a:gd name="connsiteX5" fmla="*/ 311349 w 483304"/>
                  <a:gd name="connsiteY5" fmla="*/ 254442 h 285111"/>
                  <a:gd name="connsiteX6" fmla="*/ 290783 w 483304"/>
                  <a:gd name="connsiteY6" fmla="*/ 247626 h 285111"/>
                  <a:gd name="connsiteX7" fmla="*/ 286784 w 483304"/>
                  <a:gd name="connsiteY7" fmla="*/ 241379 h 285111"/>
                  <a:gd name="connsiteX8" fmla="*/ 286784 w 483304"/>
                  <a:gd name="connsiteY8" fmla="*/ 238539 h 285111"/>
                  <a:gd name="connsiteX9" fmla="*/ 295924 w 483304"/>
                  <a:gd name="connsiteY9" fmla="*/ 201054 h 285111"/>
                  <a:gd name="connsiteX10" fmla="*/ 295924 w 483304"/>
                  <a:gd name="connsiteY10" fmla="*/ 190263 h 285111"/>
                  <a:gd name="connsiteX11" fmla="*/ 271359 w 483304"/>
                  <a:gd name="connsiteY11" fmla="*/ 131197 h 285111"/>
                  <a:gd name="connsiteX12" fmla="*/ 211946 w 483304"/>
                  <a:gd name="connsiteY12" fmla="*/ 106775 h 285111"/>
                  <a:gd name="connsiteX13" fmla="*/ 152532 w 483304"/>
                  <a:gd name="connsiteY13" fmla="*/ 131197 h 285111"/>
                  <a:gd name="connsiteX14" fmla="*/ 127967 w 483304"/>
                  <a:gd name="connsiteY14" fmla="*/ 190263 h 285111"/>
                  <a:gd name="connsiteX15" fmla="*/ 127967 w 483304"/>
                  <a:gd name="connsiteY15" fmla="*/ 250466 h 285111"/>
                  <a:gd name="connsiteX16" fmla="*/ 123968 w 483304"/>
                  <a:gd name="connsiteY16" fmla="*/ 254442 h 285111"/>
                  <a:gd name="connsiteX17" fmla="*/ 50273 w 483304"/>
                  <a:gd name="connsiteY17" fmla="*/ 254442 h 285111"/>
                  <a:gd name="connsiteX18" fmla="*/ 35420 w 483304"/>
                  <a:gd name="connsiteY18" fmla="*/ 249898 h 285111"/>
                  <a:gd name="connsiteX19" fmla="*/ 30278 w 483304"/>
                  <a:gd name="connsiteY19" fmla="*/ 233996 h 285111"/>
                  <a:gd name="connsiteX20" fmla="*/ 30278 w 483304"/>
                  <a:gd name="connsiteY20" fmla="*/ 3976 h 285111"/>
                  <a:gd name="connsiteX21" fmla="*/ 26279 w 483304"/>
                  <a:gd name="connsiteY21" fmla="*/ 0 h 285111"/>
                  <a:gd name="connsiteX22" fmla="*/ 3999 w 483304"/>
                  <a:gd name="connsiteY22" fmla="*/ 0 h 285111"/>
                  <a:gd name="connsiteX23" fmla="*/ 0 w 483304"/>
                  <a:gd name="connsiteY23" fmla="*/ 3976 h 285111"/>
                  <a:gd name="connsiteX24" fmla="*/ 0 w 483304"/>
                  <a:gd name="connsiteY24" fmla="*/ 233996 h 285111"/>
                  <a:gd name="connsiteX25" fmla="*/ 13711 w 483304"/>
                  <a:gd name="connsiteY25" fmla="*/ 270912 h 285111"/>
                  <a:gd name="connsiteX26" fmla="*/ 50844 w 483304"/>
                  <a:gd name="connsiteY26" fmla="*/ 284543 h 285111"/>
                  <a:gd name="connsiteX27" fmla="*/ 211374 w 483304"/>
                  <a:gd name="connsiteY27" fmla="*/ 284543 h 285111"/>
                  <a:gd name="connsiteX28" fmla="*/ 268503 w 483304"/>
                  <a:gd name="connsiteY28" fmla="*/ 262393 h 285111"/>
                  <a:gd name="connsiteX29" fmla="*/ 273644 w 483304"/>
                  <a:gd name="connsiteY29" fmla="*/ 269208 h 285111"/>
                  <a:gd name="connsiteX30" fmla="*/ 315348 w 483304"/>
                  <a:gd name="connsiteY30" fmla="*/ 285111 h 285111"/>
                  <a:gd name="connsiteX31" fmla="*/ 432461 w 483304"/>
                  <a:gd name="connsiteY31" fmla="*/ 285111 h 285111"/>
                  <a:gd name="connsiteX32" fmla="*/ 469594 w 483304"/>
                  <a:gd name="connsiteY32" fmla="*/ 271480 h 285111"/>
                  <a:gd name="connsiteX33" fmla="*/ 483305 w 483304"/>
                  <a:gd name="connsiteY33" fmla="*/ 234563 h 285111"/>
                  <a:gd name="connsiteX34" fmla="*/ 483305 w 483304"/>
                  <a:gd name="connsiteY34" fmla="*/ 4544 h 285111"/>
                  <a:gd name="connsiteX35" fmla="*/ 479306 w 483304"/>
                  <a:gd name="connsiteY35" fmla="*/ 568 h 285111"/>
                  <a:gd name="connsiteX36" fmla="*/ 458168 w 483304"/>
                  <a:gd name="connsiteY36" fmla="*/ 568 h 285111"/>
                  <a:gd name="connsiteX37" fmla="*/ 266218 w 483304"/>
                  <a:gd name="connsiteY37" fmla="*/ 200486 h 285111"/>
                  <a:gd name="connsiteX38" fmla="*/ 253078 w 483304"/>
                  <a:gd name="connsiteY38" fmla="*/ 235131 h 285111"/>
                  <a:gd name="connsiteX39" fmla="*/ 209661 w 483304"/>
                  <a:gd name="connsiteY39" fmla="*/ 253874 h 285111"/>
                  <a:gd name="connsiteX40" fmla="*/ 162815 w 483304"/>
                  <a:gd name="connsiteY40" fmla="*/ 253874 h 285111"/>
                  <a:gd name="connsiteX41" fmla="*/ 158817 w 483304"/>
                  <a:gd name="connsiteY41" fmla="*/ 249898 h 285111"/>
                  <a:gd name="connsiteX42" fmla="*/ 158817 w 483304"/>
                  <a:gd name="connsiteY42" fmla="*/ 192535 h 285111"/>
                  <a:gd name="connsiteX43" fmla="*/ 177669 w 483304"/>
                  <a:gd name="connsiteY43" fmla="*/ 149371 h 285111"/>
                  <a:gd name="connsiteX44" fmla="*/ 212517 w 483304"/>
                  <a:gd name="connsiteY44" fmla="*/ 136308 h 285111"/>
                  <a:gd name="connsiteX45" fmla="*/ 250793 w 483304"/>
                  <a:gd name="connsiteY45" fmla="*/ 151643 h 285111"/>
                  <a:gd name="connsiteX46" fmla="*/ 266789 w 483304"/>
                  <a:gd name="connsiteY46" fmla="*/ 189695 h 285111"/>
                  <a:gd name="connsiteX47" fmla="*/ 266789 w 483304"/>
                  <a:gd name="connsiteY47" fmla="*/ 200486 h 2851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</a:cxnLst>
                <a:rect l="l" t="t" r="r" b="b"/>
                <a:pathLst>
                  <a:path w="483304" h="285111">
                    <a:moveTo>
                      <a:pt x="458168" y="0"/>
                    </a:moveTo>
                    <a:cubicBezTo>
                      <a:pt x="455883" y="0"/>
                      <a:pt x="454169" y="1704"/>
                      <a:pt x="454169" y="3976"/>
                    </a:cubicBezTo>
                    <a:lnTo>
                      <a:pt x="454169" y="233996"/>
                    </a:lnTo>
                    <a:cubicBezTo>
                      <a:pt x="454169" y="240811"/>
                      <a:pt x="452456" y="245923"/>
                      <a:pt x="449028" y="249330"/>
                    </a:cubicBezTo>
                    <a:cubicBezTo>
                      <a:pt x="446171" y="252738"/>
                      <a:pt x="441030" y="254442"/>
                      <a:pt x="434174" y="254442"/>
                    </a:cubicBezTo>
                    <a:lnTo>
                      <a:pt x="311349" y="254442"/>
                    </a:lnTo>
                    <a:cubicBezTo>
                      <a:pt x="302208" y="254442"/>
                      <a:pt x="295353" y="252170"/>
                      <a:pt x="290783" y="247626"/>
                    </a:cubicBezTo>
                    <a:cubicBezTo>
                      <a:pt x="289069" y="245923"/>
                      <a:pt x="287926" y="243651"/>
                      <a:pt x="286784" y="241379"/>
                    </a:cubicBezTo>
                    <a:cubicBezTo>
                      <a:pt x="286212" y="240243"/>
                      <a:pt x="286784" y="239107"/>
                      <a:pt x="286784" y="238539"/>
                    </a:cubicBezTo>
                    <a:cubicBezTo>
                      <a:pt x="292497" y="226612"/>
                      <a:pt x="295924" y="214117"/>
                      <a:pt x="295924" y="201054"/>
                    </a:cubicBezTo>
                    <a:lnTo>
                      <a:pt x="295924" y="190263"/>
                    </a:lnTo>
                    <a:cubicBezTo>
                      <a:pt x="295924" y="166977"/>
                      <a:pt x="287926" y="147667"/>
                      <a:pt x="271359" y="131197"/>
                    </a:cubicBezTo>
                    <a:cubicBezTo>
                      <a:pt x="254792" y="114726"/>
                      <a:pt x="235368" y="106775"/>
                      <a:pt x="211946" y="106775"/>
                    </a:cubicBezTo>
                    <a:cubicBezTo>
                      <a:pt x="188523" y="106775"/>
                      <a:pt x="169100" y="114726"/>
                      <a:pt x="152532" y="131197"/>
                    </a:cubicBezTo>
                    <a:cubicBezTo>
                      <a:pt x="135965" y="147667"/>
                      <a:pt x="127967" y="166977"/>
                      <a:pt x="127967" y="190263"/>
                    </a:cubicBezTo>
                    <a:lnTo>
                      <a:pt x="127967" y="250466"/>
                    </a:lnTo>
                    <a:cubicBezTo>
                      <a:pt x="127967" y="252738"/>
                      <a:pt x="126253" y="254442"/>
                      <a:pt x="123968" y="254442"/>
                    </a:cubicBezTo>
                    <a:lnTo>
                      <a:pt x="50273" y="254442"/>
                    </a:lnTo>
                    <a:cubicBezTo>
                      <a:pt x="43417" y="254442"/>
                      <a:pt x="38847" y="252738"/>
                      <a:pt x="35420" y="249898"/>
                    </a:cubicBezTo>
                    <a:cubicBezTo>
                      <a:pt x="31992" y="246490"/>
                      <a:pt x="30278" y="241379"/>
                      <a:pt x="30278" y="233996"/>
                    </a:cubicBezTo>
                    <a:lnTo>
                      <a:pt x="30278" y="3976"/>
                    </a:lnTo>
                    <a:cubicBezTo>
                      <a:pt x="30278" y="1704"/>
                      <a:pt x="28564" y="0"/>
                      <a:pt x="26279" y="0"/>
                    </a:cubicBezTo>
                    <a:lnTo>
                      <a:pt x="3999" y="0"/>
                    </a:lnTo>
                    <a:cubicBezTo>
                      <a:pt x="1714" y="0"/>
                      <a:pt x="0" y="1704"/>
                      <a:pt x="0" y="3976"/>
                    </a:cubicBezTo>
                    <a:lnTo>
                      <a:pt x="0" y="233996"/>
                    </a:lnTo>
                    <a:cubicBezTo>
                      <a:pt x="0" y="249898"/>
                      <a:pt x="4570" y="261825"/>
                      <a:pt x="13711" y="270912"/>
                    </a:cubicBezTo>
                    <a:cubicBezTo>
                      <a:pt x="22851" y="280000"/>
                      <a:pt x="34848" y="284543"/>
                      <a:pt x="50844" y="284543"/>
                    </a:cubicBezTo>
                    <a:lnTo>
                      <a:pt x="211374" y="284543"/>
                    </a:lnTo>
                    <a:cubicBezTo>
                      <a:pt x="233083" y="284543"/>
                      <a:pt x="251935" y="277160"/>
                      <a:pt x="268503" y="262393"/>
                    </a:cubicBezTo>
                    <a:cubicBezTo>
                      <a:pt x="270217" y="264665"/>
                      <a:pt x="271930" y="266937"/>
                      <a:pt x="273644" y="269208"/>
                    </a:cubicBezTo>
                    <a:cubicBezTo>
                      <a:pt x="284499" y="280000"/>
                      <a:pt x="298209" y="285111"/>
                      <a:pt x="315348" y="285111"/>
                    </a:cubicBezTo>
                    <a:lnTo>
                      <a:pt x="432461" y="285111"/>
                    </a:lnTo>
                    <a:cubicBezTo>
                      <a:pt x="447885" y="285111"/>
                      <a:pt x="459882" y="280567"/>
                      <a:pt x="469594" y="271480"/>
                    </a:cubicBezTo>
                    <a:cubicBezTo>
                      <a:pt x="478735" y="262393"/>
                      <a:pt x="483305" y="249898"/>
                      <a:pt x="483305" y="234563"/>
                    </a:cubicBezTo>
                    <a:lnTo>
                      <a:pt x="483305" y="4544"/>
                    </a:lnTo>
                    <a:cubicBezTo>
                      <a:pt x="483305" y="2272"/>
                      <a:pt x="481591" y="568"/>
                      <a:pt x="479306" y="568"/>
                    </a:cubicBezTo>
                    <a:lnTo>
                      <a:pt x="458168" y="568"/>
                    </a:lnTo>
                    <a:close/>
                    <a:moveTo>
                      <a:pt x="266218" y="200486"/>
                    </a:moveTo>
                    <a:cubicBezTo>
                      <a:pt x="266218" y="213549"/>
                      <a:pt x="261647" y="225476"/>
                      <a:pt x="253078" y="235131"/>
                    </a:cubicBezTo>
                    <a:cubicBezTo>
                      <a:pt x="242224" y="247626"/>
                      <a:pt x="226228" y="253874"/>
                      <a:pt x="209661" y="253874"/>
                    </a:cubicBezTo>
                    <a:lnTo>
                      <a:pt x="162815" y="253874"/>
                    </a:lnTo>
                    <a:cubicBezTo>
                      <a:pt x="160530" y="253874"/>
                      <a:pt x="158817" y="252170"/>
                      <a:pt x="158817" y="249898"/>
                    </a:cubicBezTo>
                    <a:lnTo>
                      <a:pt x="158817" y="192535"/>
                    </a:lnTo>
                    <a:cubicBezTo>
                      <a:pt x="158817" y="176065"/>
                      <a:pt x="165101" y="160162"/>
                      <a:pt x="177669" y="149371"/>
                    </a:cubicBezTo>
                    <a:cubicBezTo>
                      <a:pt x="187381" y="140852"/>
                      <a:pt x="199378" y="136308"/>
                      <a:pt x="212517" y="136308"/>
                    </a:cubicBezTo>
                    <a:cubicBezTo>
                      <a:pt x="227370" y="136308"/>
                      <a:pt x="239939" y="141420"/>
                      <a:pt x="250793" y="151643"/>
                    </a:cubicBezTo>
                    <a:cubicBezTo>
                      <a:pt x="261076" y="161866"/>
                      <a:pt x="266789" y="174929"/>
                      <a:pt x="266789" y="189695"/>
                    </a:cubicBezTo>
                    <a:lnTo>
                      <a:pt x="266789" y="200486"/>
                    </a:ln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10" name="Freeform 9">
                <a:extLst>
                  <a:ext uri="{FF2B5EF4-FFF2-40B4-BE49-F238E27FC236}">
                    <a16:creationId xmlns:a16="http://schemas.microsoft.com/office/drawing/2014/main" id="{120DE049-0A7B-B40A-89EF-14B0FB2E2C97}"/>
                  </a:ext>
                </a:extLst>
              </p:cNvPr>
              <p:cNvSpPr/>
              <p:nvPr/>
            </p:nvSpPr>
            <p:spPr>
              <a:xfrm>
                <a:off x="11039890" y="5190420"/>
                <a:ext cx="30277" cy="285111"/>
              </a:xfrm>
              <a:custGeom>
                <a:avLst/>
                <a:gdLst>
                  <a:gd name="connsiteX0" fmla="*/ 30278 w 30277"/>
                  <a:gd name="connsiteY0" fmla="*/ 3976 h 285111"/>
                  <a:gd name="connsiteX1" fmla="*/ 26279 w 30277"/>
                  <a:gd name="connsiteY1" fmla="*/ 0 h 285111"/>
                  <a:gd name="connsiteX2" fmla="*/ 3999 w 30277"/>
                  <a:gd name="connsiteY2" fmla="*/ 0 h 285111"/>
                  <a:gd name="connsiteX3" fmla="*/ 0 w 30277"/>
                  <a:gd name="connsiteY3" fmla="*/ 3976 h 285111"/>
                  <a:gd name="connsiteX4" fmla="*/ 0 w 30277"/>
                  <a:gd name="connsiteY4" fmla="*/ 119270 h 285111"/>
                  <a:gd name="connsiteX5" fmla="*/ 0 w 30277"/>
                  <a:gd name="connsiteY5" fmla="*/ 119270 h 285111"/>
                  <a:gd name="connsiteX6" fmla="*/ 0 w 30277"/>
                  <a:gd name="connsiteY6" fmla="*/ 281135 h 285111"/>
                  <a:gd name="connsiteX7" fmla="*/ 3999 w 30277"/>
                  <a:gd name="connsiteY7" fmla="*/ 285111 h 285111"/>
                  <a:gd name="connsiteX8" fmla="*/ 26279 w 30277"/>
                  <a:gd name="connsiteY8" fmla="*/ 285111 h 285111"/>
                  <a:gd name="connsiteX9" fmla="*/ 30278 w 30277"/>
                  <a:gd name="connsiteY9" fmla="*/ 281135 h 285111"/>
                  <a:gd name="connsiteX10" fmla="*/ 30278 w 30277"/>
                  <a:gd name="connsiteY10" fmla="*/ 101663 h 285111"/>
                  <a:gd name="connsiteX11" fmla="*/ 30278 w 30277"/>
                  <a:gd name="connsiteY11" fmla="*/ 101663 h 285111"/>
                  <a:gd name="connsiteX12" fmla="*/ 30278 w 30277"/>
                  <a:gd name="connsiteY12" fmla="*/ 3976 h 2851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0277" h="285111">
                    <a:moveTo>
                      <a:pt x="30278" y="3976"/>
                    </a:moveTo>
                    <a:cubicBezTo>
                      <a:pt x="30278" y="1704"/>
                      <a:pt x="28564" y="0"/>
                      <a:pt x="26279" y="0"/>
                    </a:cubicBezTo>
                    <a:lnTo>
                      <a:pt x="3999" y="0"/>
                    </a:lnTo>
                    <a:cubicBezTo>
                      <a:pt x="1714" y="0"/>
                      <a:pt x="0" y="1704"/>
                      <a:pt x="0" y="3976"/>
                    </a:cubicBezTo>
                    <a:lnTo>
                      <a:pt x="0" y="119270"/>
                    </a:lnTo>
                    <a:lnTo>
                      <a:pt x="0" y="119270"/>
                    </a:lnTo>
                    <a:lnTo>
                      <a:pt x="0" y="281135"/>
                    </a:lnTo>
                    <a:cubicBezTo>
                      <a:pt x="0" y="283407"/>
                      <a:pt x="1714" y="285111"/>
                      <a:pt x="3999" y="285111"/>
                    </a:cubicBezTo>
                    <a:lnTo>
                      <a:pt x="26279" y="285111"/>
                    </a:lnTo>
                    <a:cubicBezTo>
                      <a:pt x="28564" y="285111"/>
                      <a:pt x="30278" y="283407"/>
                      <a:pt x="30278" y="281135"/>
                    </a:cubicBezTo>
                    <a:lnTo>
                      <a:pt x="30278" y="101663"/>
                    </a:lnTo>
                    <a:lnTo>
                      <a:pt x="30278" y="101663"/>
                    </a:lnTo>
                    <a:lnTo>
                      <a:pt x="30278" y="3976"/>
                    </a:ln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11" name="Freeform 10">
                <a:extLst>
                  <a:ext uri="{FF2B5EF4-FFF2-40B4-BE49-F238E27FC236}">
                    <a16:creationId xmlns:a16="http://schemas.microsoft.com/office/drawing/2014/main" id="{0F692434-01C9-5383-249E-B04158159215}"/>
                  </a:ext>
                </a:extLst>
              </p:cNvPr>
              <p:cNvSpPr/>
              <p:nvPr/>
            </p:nvSpPr>
            <p:spPr>
              <a:xfrm>
                <a:off x="11211274" y="5292084"/>
                <a:ext cx="249650" cy="267504"/>
              </a:xfrm>
              <a:custGeom>
                <a:avLst/>
                <a:gdLst>
                  <a:gd name="connsiteX0" fmla="*/ 159388 w 249650"/>
                  <a:gd name="connsiteY0" fmla="*/ 0 h 267504"/>
                  <a:gd name="connsiteX1" fmla="*/ 95975 w 249650"/>
                  <a:gd name="connsiteY1" fmla="*/ 26126 h 267504"/>
                  <a:gd name="connsiteX2" fmla="*/ 69696 w 249650"/>
                  <a:gd name="connsiteY2" fmla="*/ 89168 h 267504"/>
                  <a:gd name="connsiteX3" fmla="*/ 69696 w 249650"/>
                  <a:gd name="connsiteY3" fmla="*/ 141420 h 267504"/>
                  <a:gd name="connsiteX4" fmla="*/ 62270 w 249650"/>
                  <a:gd name="connsiteY4" fmla="*/ 141420 h 267504"/>
                  <a:gd name="connsiteX5" fmla="*/ 18281 w 249650"/>
                  <a:gd name="connsiteY5" fmla="*/ 159594 h 267504"/>
                  <a:gd name="connsiteX6" fmla="*/ 0 w 249650"/>
                  <a:gd name="connsiteY6" fmla="*/ 203326 h 267504"/>
                  <a:gd name="connsiteX7" fmla="*/ 0 w 249650"/>
                  <a:gd name="connsiteY7" fmla="*/ 263529 h 267504"/>
                  <a:gd name="connsiteX8" fmla="*/ 3999 w 249650"/>
                  <a:gd name="connsiteY8" fmla="*/ 267505 h 267504"/>
                  <a:gd name="connsiteX9" fmla="*/ 37705 w 249650"/>
                  <a:gd name="connsiteY9" fmla="*/ 267505 h 267504"/>
                  <a:gd name="connsiteX10" fmla="*/ 41704 w 249650"/>
                  <a:gd name="connsiteY10" fmla="*/ 263529 h 267504"/>
                  <a:gd name="connsiteX11" fmla="*/ 42275 w 249650"/>
                  <a:gd name="connsiteY11" fmla="*/ 203326 h 267504"/>
                  <a:gd name="connsiteX12" fmla="*/ 48559 w 249650"/>
                  <a:gd name="connsiteY12" fmla="*/ 188560 h 267504"/>
                  <a:gd name="connsiteX13" fmla="*/ 62841 w 249650"/>
                  <a:gd name="connsiteY13" fmla="*/ 182880 h 267504"/>
                  <a:gd name="connsiteX14" fmla="*/ 159959 w 249650"/>
                  <a:gd name="connsiteY14" fmla="*/ 182880 h 267504"/>
                  <a:gd name="connsiteX15" fmla="*/ 223371 w 249650"/>
                  <a:gd name="connsiteY15" fmla="*/ 156754 h 267504"/>
                  <a:gd name="connsiteX16" fmla="*/ 249650 w 249650"/>
                  <a:gd name="connsiteY16" fmla="*/ 93712 h 267504"/>
                  <a:gd name="connsiteX17" fmla="*/ 249650 w 249650"/>
                  <a:gd name="connsiteY17" fmla="*/ 89168 h 267504"/>
                  <a:gd name="connsiteX18" fmla="*/ 223371 w 249650"/>
                  <a:gd name="connsiteY18" fmla="*/ 26126 h 267504"/>
                  <a:gd name="connsiteX19" fmla="*/ 159388 w 249650"/>
                  <a:gd name="connsiteY19" fmla="*/ 0 h 267504"/>
                  <a:gd name="connsiteX20" fmla="*/ 207375 w 249650"/>
                  <a:gd name="connsiteY20" fmla="*/ 93712 h 267504"/>
                  <a:gd name="connsiteX21" fmla="*/ 193093 w 249650"/>
                  <a:gd name="connsiteY21" fmla="*/ 127789 h 267504"/>
                  <a:gd name="connsiteX22" fmla="*/ 159388 w 249650"/>
                  <a:gd name="connsiteY22" fmla="*/ 141988 h 267504"/>
                  <a:gd name="connsiteX23" fmla="*/ 114828 w 249650"/>
                  <a:gd name="connsiteY23" fmla="*/ 141988 h 267504"/>
                  <a:gd name="connsiteX24" fmla="*/ 110829 w 249650"/>
                  <a:gd name="connsiteY24" fmla="*/ 138012 h 267504"/>
                  <a:gd name="connsiteX25" fmla="*/ 110829 w 249650"/>
                  <a:gd name="connsiteY25" fmla="*/ 89736 h 267504"/>
                  <a:gd name="connsiteX26" fmla="*/ 125111 w 249650"/>
                  <a:gd name="connsiteY26" fmla="*/ 56227 h 267504"/>
                  <a:gd name="connsiteX27" fmla="*/ 157674 w 249650"/>
                  <a:gd name="connsiteY27" fmla="*/ 42596 h 267504"/>
                  <a:gd name="connsiteX28" fmla="*/ 193665 w 249650"/>
                  <a:gd name="connsiteY28" fmla="*/ 57363 h 267504"/>
                  <a:gd name="connsiteX29" fmla="*/ 206804 w 249650"/>
                  <a:gd name="connsiteY29" fmla="*/ 90304 h 267504"/>
                  <a:gd name="connsiteX30" fmla="*/ 206804 w 249650"/>
                  <a:gd name="connsiteY30" fmla="*/ 93712 h 2675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249650" h="267504">
                    <a:moveTo>
                      <a:pt x="159388" y="0"/>
                    </a:moveTo>
                    <a:cubicBezTo>
                      <a:pt x="134251" y="0"/>
                      <a:pt x="113685" y="8519"/>
                      <a:pt x="95975" y="26126"/>
                    </a:cubicBezTo>
                    <a:cubicBezTo>
                      <a:pt x="78266" y="43732"/>
                      <a:pt x="69696" y="64178"/>
                      <a:pt x="69696" y="89168"/>
                    </a:cubicBezTo>
                    <a:lnTo>
                      <a:pt x="69696" y="141420"/>
                    </a:lnTo>
                    <a:lnTo>
                      <a:pt x="62270" y="141420"/>
                    </a:lnTo>
                    <a:cubicBezTo>
                      <a:pt x="45131" y="141420"/>
                      <a:pt x="30278" y="147667"/>
                      <a:pt x="18281" y="159594"/>
                    </a:cubicBezTo>
                    <a:cubicBezTo>
                      <a:pt x="6284" y="171521"/>
                      <a:pt x="0" y="186288"/>
                      <a:pt x="0" y="203326"/>
                    </a:cubicBezTo>
                    <a:lnTo>
                      <a:pt x="0" y="263529"/>
                    </a:lnTo>
                    <a:cubicBezTo>
                      <a:pt x="0" y="265801"/>
                      <a:pt x="1714" y="267505"/>
                      <a:pt x="3999" y="267505"/>
                    </a:cubicBezTo>
                    <a:lnTo>
                      <a:pt x="37705" y="267505"/>
                    </a:lnTo>
                    <a:cubicBezTo>
                      <a:pt x="39990" y="267505"/>
                      <a:pt x="41704" y="265801"/>
                      <a:pt x="41704" y="263529"/>
                    </a:cubicBezTo>
                    <a:lnTo>
                      <a:pt x="42275" y="203326"/>
                    </a:lnTo>
                    <a:cubicBezTo>
                      <a:pt x="42275" y="197647"/>
                      <a:pt x="43989" y="193103"/>
                      <a:pt x="48559" y="188560"/>
                    </a:cubicBezTo>
                    <a:cubicBezTo>
                      <a:pt x="52558" y="184584"/>
                      <a:pt x="57128" y="182880"/>
                      <a:pt x="62841" y="182880"/>
                    </a:cubicBezTo>
                    <a:lnTo>
                      <a:pt x="159959" y="182880"/>
                    </a:lnTo>
                    <a:cubicBezTo>
                      <a:pt x="185095" y="182880"/>
                      <a:pt x="205662" y="174361"/>
                      <a:pt x="223371" y="156754"/>
                    </a:cubicBezTo>
                    <a:cubicBezTo>
                      <a:pt x="241081" y="139148"/>
                      <a:pt x="249650" y="118702"/>
                      <a:pt x="249650" y="93712"/>
                    </a:cubicBezTo>
                    <a:lnTo>
                      <a:pt x="249650" y="89168"/>
                    </a:lnTo>
                    <a:cubicBezTo>
                      <a:pt x="249650" y="64178"/>
                      <a:pt x="241081" y="43732"/>
                      <a:pt x="223371" y="26126"/>
                    </a:cubicBezTo>
                    <a:cubicBezTo>
                      <a:pt x="205090" y="8519"/>
                      <a:pt x="184524" y="0"/>
                      <a:pt x="159388" y="0"/>
                    </a:cubicBezTo>
                    <a:close/>
                    <a:moveTo>
                      <a:pt x="207375" y="93712"/>
                    </a:moveTo>
                    <a:cubicBezTo>
                      <a:pt x="207375" y="106775"/>
                      <a:pt x="202805" y="118134"/>
                      <a:pt x="193093" y="127789"/>
                    </a:cubicBezTo>
                    <a:cubicBezTo>
                      <a:pt x="183953" y="137444"/>
                      <a:pt x="172527" y="141988"/>
                      <a:pt x="159388" y="141988"/>
                    </a:cubicBezTo>
                    <a:lnTo>
                      <a:pt x="114828" y="141988"/>
                    </a:lnTo>
                    <a:cubicBezTo>
                      <a:pt x="112543" y="141988"/>
                      <a:pt x="110829" y="140284"/>
                      <a:pt x="110829" y="138012"/>
                    </a:cubicBezTo>
                    <a:lnTo>
                      <a:pt x="110829" y="89736"/>
                    </a:lnTo>
                    <a:cubicBezTo>
                      <a:pt x="110829" y="76673"/>
                      <a:pt x="115399" y="65314"/>
                      <a:pt x="125111" y="56227"/>
                    </a:cubicBezTo>
                    <a:cubicBezTo>
                      <a:pt x="134251" y="47140"/>
                      <a:pt x="145106" y="42596"/>
                      <a:pt x="157674" y="42596"/>
                    </a:cubicBezTo>
                    <a:cubicBezTo>
                      <a:pt x="171385" y="42028"/>
                      <a:pt x="184524" y="47708"/>
                      <a:pt x="193665" y="57363"/>
                    </a:cubicBezTo>
                    <a:cubicBezTo>
                      <a:pt x="202234" y="66450"/>
                      <a:pt x="206804" y="77241"/>
                      <a:pt x="206804" y="90304"/>
                    </a:cubicBezTo>
                    <a:lnTo>
                      <a:pt x="206804" y="93712"/>
                    </a:ln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12" name="Freeform 11">
                <a:extLst>
                  <a:ext uri="{FF2B5EF4-FFF2-40B4-BE49-F238E27FC236}">
                    <a16:creationId xmlns:a16="http://schemas.microsoft.com/office/drawing/2014/main" id="{43C28EA4-D39D-8BD8-9287-0015E49EACFC}"/>
                  </a:ext>
                </a:extLst>
              </p:cNvPr>
              <p:cNvSpPr/>
              <p:nvPr/>
            </p:nvSpPr>
            <p:spPr>
              <a:xfrm>
                <a:off x="11510626" y="5189285"/>
                <a:ext cx="272501" cy="285111"/>
              </a:xfrm>
              <a:custGeom>
                <a:avLst/>
                <a:gdLst>
                  <a:gd name="connsiteX0" fmla="*/ 235368 w 272501"/>
                  <a:gd name="connsiteY0" fmla="*/ 128925 h 285111"/>
                  <a:gd name="connsiteX1" fmla="*/ 231369 w 272501"/>
                  <a:gd name="connsiteY1" fmla="*/ 132900 h 285111"/>
                  <a:gd name="connsiteX2" fmla="*/ 231369 w 272501"/>
                  <a:gd name="connsiteY2" fmla="*/ 229452 h 285111"/>
                  <a:gd name="connsiteX3" fmla="*/ 227942 w 272501"/>
                  <a:gd name="connsiteY3" fmla="*/ 240811 h 285111"/>
                  <a:gd name="connsiteX4" fmla="*/ 217087 w 272501"/>
                  <a:gd name="connsiteY4" fmla="*/ 244219 h 285111"/>
                  <a:gd name="connsiteX5" fmla="*/ 55986 w 272501"/>
                  <a:gd name="connsiteY5" fmla="*/ 244219 h 285111"/>
                  <a:gd name="connsiteX6" fmla="*/ 45131 w 272501"/>
                  <a:gd name="connsiteY6" fmla="*/ 241379 h 285111"/>
                  <a:gd name="connsiteX7" fmla="*/ 41704 w 272501"/>
                  <a:gd name="connsiteY7" fmla="*/ 229452 h 285111"/>
                  <a:gd name="connsiteX8" fmla="*/ 41704 w 272501"/>
                  <a:gd name="connsiteY8" fmla="*/ 3976 h 285111"/>
                  <a:gd name="connsiteX9" fmla="*/ 37705 w 272501"/>
                  <a:gd name="connsiteY9" fmla="*/ 0 h 285111"/>
                  <a:gd name="connsiteX10" fmla="*/ 3999 w 272501"/>
                  <a:gd name="connsiteY10" fmla="*/ 0 h 285111"/>
                  <a:gd name="connsiteX11" fmla="*/ 0 w 272501"/>
                  <a:gd name="connsiteY11" fmla="*/ 3976 h 285111"/>
                  <a:gd name="connsiteX12" fmla="*/ 0 w 272501"/>
                  <a:gd name="connsiteY12" fmla="*/ 228884 h 285111"/>
                  <a:gd name="connsiteX13" fmla="*/ 15425 w 272501"/>
                  <a:gd name="connsiteY13" fmla="*/ 269776 h 285111"/>
                  <a:gd name="connsiteX14" fmla="*/ 56557 w 272501"/>
                  <a:gd name="connsiteY14" fmla="*/ 285111 h 285111"/>
                  <a:gd name="connsiteX15" fmla="*/ 215945 w 272501"/>
                  <a:gd name="connsiteY15" fmla="*/ 285111 h 285111"/>
                  <a:gd name="connsiteX16" fmla="*/ 257077 w 272501"/>
                  <a:gd name="connsiteY16" fmla="*/ 269776 h 285111"/>
                  <a:gd name="connsiteX17" fmla="*/ 272501 w 272501"/>
                  <a:gd name="connsiteY17" fmla="*/ 228884 h 285111"/>
                  <a:gd name="connsiteX18" fmla="*/ 272501 w 272501"/>
                  <a:gd name="connsiteY18" fmla="*/ 132332 h 285111"/>
                  <a:gd name="connsiteX19" fmla="*/ 268503 w 272501"/>
                  <a:gd name="connsiteY19" fmla="*/ 128357 h 285111"/>
                  <a:gd name="connsiteX20" fmla="*/ 235368 w 272501"/>
                  <a:gd name="connsiteY20" fmla="*/ 128357 h 2851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272501" h="285111">
                    <a:moveTo>
                      <a:pt x="235368" y="128925"/>
                    </a:moveTo>
                    <a:cubicBezTo>
                      <a:pt x="233083" y="128925"/>
                      <a:pt x="231369" y="130629"/>
                      <a:pt x="231369" y="132900"/>
                    </a:cubicBezTo>
                    <a:lnTo>
                      <a:pt x="231369" y="229452"/>
                    </a:lnTo>
                    <a:cubicBezTo>
                      <a:pt x="231369" y="234563"/>
                      <a:pt x="230227" y="238539"/>
                      <a:pt x="227942" y="240811"/>
                    </a:cubicBezTo>
                    <a:cubicBezTo>
                      <a:pt x="225657" y="243083"/>
                      <a:pt x="220515" y="244219"/>
                      <a:pt x="217087" y="244219"/>
                    </a:cubicBezTo>
                    <a:lnTo>
                      <a:pt x="55986" y="244219"/>
                    </a:lnTo>
                    <a:cubicBezTo>
                      <a:pt x="50844" y="244219"/>
                      <a:pt x="47417" y="243083"/>
                      <a:pt x="45131" y="241379"/>
                    </a:cubicBezTo>
                    <a:cubicBezTo>
                      <a:pt x="42846" y="239107"/>
                      <a:pt x="41704" y="235131"/>
                      <a:pt x="41704" y="229452"/>
                    </a:cubicBezTo>
                    <a:lnTo>
                      <a:pt x="41704" y="3976"/>
                    </a:lnTo>
                    <a:cubicBezTo>
                      <a:pt x="41704" y="1704"/>
                      <a:pt x="39990" y="0"/>
                      <a:pt x="37705" y="0"/>
                    </a:cubicBezTo>
                    <a:lnTo>
                      <a:pt x="3999" y="0"/>
                    </a:lnTo>
                    <a:cubicBezTo>
                      <a:pt x="1714" y="0"/>
                      <a:pt x="0" y="1704"/>
                      <a:pt x="0" y="3976"/>
                    </a:cubicBezTo>
                    <a:lnTo>
                      <a:pt x="0" y="228884"/>
                    </a:lnTo>
                    <a:cubicBezTo>
                      <a:pt x="0" y="245923"/>
                      <a:pt x="5142" y="260121"/>
                      <a:pt x="15425" y="269776"/>
                    </a:cubicBezTo>
                    <a:cubicBezTo>
                      <a:pt x="25708" y="280000"/>
                      <a:pt x="39418" y="285111"/>
                      <a:pt x="56557" y="285111"/>
                    </a:cubicBezTo>
                    <a:lnTo>
                      <a:pt x="215945" y="285111"/>
                    </a:lnTo>
                    <a:cubicBezTo>
                      <a:pt x="232512" y="285111"/>
                      <a:pt x="246223" y="280000"/>
                      <a:pt x="257077" y="269776"/>
                    </a:cubicBezTo>
                    <a:cubicBezTo>
                      <a:pt x="267360" y="259553"/>
                      <a:pt x="272501" y="245923"/>
                      <a:pt x="272501" y="228884"/>
                    </a:cubicBezTo>
                    <a:lnTo>
                      <a:pt x="272501" y="132332"/>
                    </a:lnTo>
                    <a:cubicBezTo>
                      <a:pt x="272501" y="130061"/>
                      <a:pt x="270788" y="128357"/>
                      <a:pt x="268503" y="128357"/>
                    </a:cubicBezTo>
                    <a:lnTo>
                      <a:pt x="235368" y="128357"/>
                    </a:ln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13" name="Freeform 12">
                <a:extLst>
                  <a:ext uri="{FF2B5EF4-FFF2-40B4-BE49-F238E27FC236}">
                    <a16:creationId xmlns:a16="http://schemas.microsoft.com/office/drawing/2014/main" id="{60205CC1-F71A-D612-A529-7B7549DD1ECA}"/>
                  </a:ext>
                </a:extLst>
              </p:cNvPr>
              <p:cNvSpPr/>
              <p:nvPr/>
            </p:nvSpPr>
            <p:spPr>
              <a:xfrm>
                <a:off x="11715716" y="5240400"/>
                <a:ext cx="41703" cy="41460"/>
              </a:xfrm>
              <a:custGeom>
                <a:avLst/>
                <a:gdLst>
                  <a:gd name="connsiteX0" fmla="*/ 37705 w 41703"/>
                  <a:gd name="connsiteY0" fmla="*/ 0 h 41460"/>
                  <a:gd name="connsiteX1" fmla="*/ 3999 w 41703"/>
                  <a:gd name="connsiteY1" fmla="*/ 0 h 41460"/>
                  <a:gd name="connsiteX2" fmla="*/ 0 w 41703"/>
                  <a:gd name="connsiteY2" fmla="*/ 3976 h 41460"/>
                  <a:gd name="connsiteX3" fmla="*/ 0 w 41703"/>
                  <a:gd name="connsiteY3" fmla="*/ 37485 h 41460"/>
                  <a:gd name="connsiteX4" fmla="*/ 3999 w 41703"/>
                  <a:gd name="connsiteY4" fmla="*/ 41460 h 41460"/>
                  <a:gd name="connsiteX5" fmla="*/ 37705 w 41703"/>
                  <a:gd name="connsiteY5" fmla="*/ 41460 h 41460"/>
                  <a:gd name="connsiteX6" fmla="*/ 41704 w 41703"/>
                  <a:gd name="connsiteY6" fmla="*/ 37485 h 41460"/>
                  <a:gd name="connsiteX7" fmla="*/ 41704 w 41703"/>
                  <a:gd name="connsiteY7" fmla="*/ 3976 h 41460"/>
                  <a:gd name="connsiteX8" fmla="*/ 37705 w 41703"/>
                  <a:gd name="connsiteY8" fmla="*/ 0 h 414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1703" h="41460">
                    <a:moveTo>
                      <a:pt x="37705" y="0"/>
                    </a:moveTo>
                    <a:lnTo>
                      <a:pt x="3999" y="0"/>
                    </a:lnTo>
                    <a:cubicBezTo>
                      <a:pt x="1714" y="0"/>
                      <a:pt x="0" y="1704"/>
                      <a:pt x="0" y="3976"/>
                    </a:cubicBezTo>
                    <a:lnTo>
                      <a:pt x="0" y="37485"/>
                    </a:lnTo>
                    <a:cubicBezTo>
                      <a:pt x="0" y="39757"/>
                      <a:pt x="1714" y="41460"/>
                      <a:pt x="3999" y="41460"/>
                    </a:cubicBezTo>
                    <a:lnTo>
                      <a:pt x="37705" y="41460"/>
                    </a:lnTo>
                    <a:cubicBezTo>
                      <a:pt x="39990" y="41460"/>
                      <a:pt x="41704" y="39757"/>
                      <a:pt x="41704" y="37485"/>
                    </a:cubicBezTo>
                    <a:lnTo>
                      <a:pt x="41704" y="3976"/>
                    </a:lnTo>
                    <a:cubicBezTo>
                      <a:pt x="41704" y="1704"/>
                      <a:pt x="39990" y="0"/>
                      <a:pt x="3770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14" name="Freeform 13">
                <a:extLst>
                  <a:ext uri="{FF2B5EF4-FFF2-40B4-BE49-F238E27FC236}">
                    <a16:creationId xmlns:a16="http://schemas.microsoft.com/office/drawing/2014/main" id="{31FEC496-4A71-1AED-D980-E457CC1350CC}"/>
                  </a:ext>
                </a:extLst>
              </p:cNvPr>
              <p:cNvSpPr/>
              <p:nvPr/>
            </p:nvSpPr>
            <p:spPr>
              <a:xfrm>
                <a:off x="11768845" y="5240400"/>
                <a:ext cx="41703" cy="41460"/>
              </a:xfrm>
              <a:custGeom>
                <a:avLst/>
                <a:gdLst>
                  <a:gd name="connsiteX0" fmla="*/ 0 w 41703"/>
                  <a:gd name="connsiteY0" fmla="*/ 3976 h 41460"/>
                  <a:gd name="connsiteX1" fmla="*/ 0 w 41703"/>
                  <a:gd name="connsiteY1" fmla="*/ 37485 h 41460"/>
                  <a:gd name="connsiteX2" fmla="*/ 3999 w 41703"/>
                  <a:gd name="connsiteY2" fmla="*/ 41460 h 41460"/>
                  <a:gd name="connsiteX3" fmla="*/ 37705 w 41703"/>
                  <a:gd name="connsiteY3" fmla="*/ 41460 h 41460"/>
                  <a:gd name="connsiteX4" fmla="*/ 41704 w 41703"/>
                  <a:gd name="connsiteY4" fmla="*/ 37485 h 41460"/>
                  <a:gd name="connsiteX5" fmla="*/ 41704 w 41703"/>
                  <a:gd name="connsiteY5" fmla="*/ 3976 h 41460"/>
                  <a:gd name="connsiteX6" fmla="*/ 37705 w 41703"/>
                  <a:gd name="connsiteY6" fmla="*/ 0 h 41460"/>
                  <a:gd name="connsiteX7" fmla="*/ 3999 w 41703"/>
                  <a:gd name="connsiteY7" fmla="*/ 0 h 41460"/>
                  <a:gd name="connsiteX8" fmla="*/ 0 w 41703"/>
                  <a:gd name="connsiteY8" fmla="*/ 3976 h 414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1703" h="41460">
                    <a:moveTo>
                      <a:pt x="0" y="3976"/>
                    </a:moveTo>
                    <a:lnTo>
                      <a:pt x="0" y="37485"/>
                    </a:lnTo>
                    <a:cubicBezTo>
                      <a:pt x="0" y="39757"/>
                      <a:pt x="1714" y="41460"/>
                      <a:pt x="3999" y="41460"/>
                    </a:cubicBezTo>
                    <a:lnTo>
                      <a:pt x="37705" y="41460"/>
                    </a:lnTo>
                    <a:cubicBezTo>
                      <a:pt x="39990" y="41460"/>
                      <a:pt x="41704" y="39757"/>
                      <a:pt x="41704" y="37485"/>
                    </a:cubicBezTo>
                    <a:lnTo>
                      <a:pt x="41704" y="3976"/>
                    </a:lnTo>
                    <a:cubicBezTo>
                      <a:pt x="41704" y="1704"/>
                      <a:pt x="39990" y="0"/>
                      <a:pt x="37705" y="0"/>
                    </a:cubicBezTo>
                    <a:lnTo>
                      <a:pt x="3999" y="0"/>
                    </a:lnTo>
                    <a:cubicBezTo>
                      <a:pt x="1714" y="0"/>
                      <a:pt x="0" y="1704"/>
                      <a:pt x="0" y="3976"/>
                    </a:cubicBez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15" name="Freeform 14">
                <a:extLst>
                  <a:ext uri="{FF2B5EF4-FFF2-40B4-BE49-F238E27FC236}">
                    <a16:creationId xmlns:a16="http://schemas.microsoft.com/office/drawing/2014/main" id="{06C42964-D58E-5840-65B3-AD030F5B7A39}"/>
                  </a:ext>
                </a:extLst>
              </p:cNvPr>
              <p:cNvSpPr/>
              <p:nvPr/>
            </p:nvSpPr>
            <p:spPr>
              <a:xfrm>
                <a:off x="10243522" y="5497682"/>
                <a:ext cx="30277" cy="30101"/>
              </a:xfrm>
              <a:custGeom>
                <a:avLst/>
                <a:gdLst>
                  <a:gd name="connsiteX0" fmla="*/ 3999 w 30277"/>
                  <a:gd name="connsiteY0" fmla="*/ 30101 h 30101"/>
                  <a:gd name="connsiteX1" fmla="*/ 26279 w 30277"/>
                  <a:gd name="connsiteY1" fmla="*/ 30101 h 30101"/>
                  <a:gd name="connsiteX2" fmla="*/ 30278 w 30277"/>
                  <a:gd name="connsiteY2" fmla="*/ 26126 h 30101"/>
                  <a:gd name="connsiteX3" fmla="*/ 30278 w 30277"/>
                  <a:gd name="connsiteY3" fmla="*/ 3976 h 30101"/>
                  <a:gd name="connsiteX4" fmla="*/ 26279 w 30277"/>
                  <a:gd name="connsiteY4" fmla="*/ 0 h 30101"/>
                  <a:gd name="connsiteX5" fmla="*/ 3999 w 30277"/>
                  <a:gd name="connsiteY5" fmla="*/ 0 h 30101"/>
                  <a:gd name="connsiteX6" fmla="*/ 0 w 30277"/>
                  <a:gd name="connsiteY6" fmla="*/ 3976 h 30101"/>
                  <a:gd name="connsiteX7" fmla="*/ 0 w 30277"/>
                  <a:gd name="connsiteY7" fmla="*/ 26126 h 30101"/>
                  <a:gd name="connsiteX8" fmla="*/ 3999 w 30277"/>
                  <a:gd name="connsiteY8" fmla="*/ 30101 h 301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0277" h="30101">
                    <a:moveTo>
                      <a:pt x="3999" y="30101"/>
                    </a:moveTo>
                    <a:lnTo>
                      <a:pt x="26279" y="30101"/>
                    </a:lnTo>
                    <a:cubicBezTo>
                      <a:pt x="28564" y="30101"/>
                      <a:pt x="30278" y="28398"/>
                      <a:pt x="30278" y="26126"/>
                    </a:cubicBezTo>
                    <a:lnTo>
                      <a:pt x="30278" y="3976"/>
                    </a:lnTo>
                    <a:cubicBezTo>
                      <a:pt x="30278" y="1704"/>
                      <a:pt x="28564" y="0"/>
                      <a:pt x="26279" y="0"/>
                    </a:cubicBezTo>
                    <a:lnTo>
                      <a:pt x="3999" y="0"/>
                    </a:lnTo>
                    <a:cubicBezTo>
                      <a:pt x="1714" y="0"/>
                      <a:pt x="0" y="1704"/>
                      <a:pt x="0" y="3976"/>
                    </a:cubicBezTo>
                    <a:lnTo>
                      <a:pt x="0" y="26126"/>
                    </a:lnTo>
                    <a:cubicBezTo>
                      <a:pt x="0" y="28398"/>
                      <a:pt x="1714" y="30101"/>
                      <a:pt x="3999" y="30101"/>
                    </a:cubicBez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16" name="Freeform 15">
                <a:extLst>
                  <a:ext uri="{FF2B5EF4-FFF2-40B4-BE49-F238E27FC236}">
                    <a16:creationId xmlns:a16="http://schemas.microsoft.com/office/drawing/2014/main" id="{EA1D2E66-8E54-AFC7-9DBD-708DD105FF7D}"/>
                  </a:ext>
                </a:extLst>
              </p:cNvPr>
              <p:cNvSpPr/>
              <p:nvPr/>
            </p:nvSpPr>
            <p:spPr>
              <a:xfrm>
                <a:off x="10296080" y="5497682"/>
                <a:ext cx="30278" cy="30101"/>
              </a:xfrm>
              <a:custGeom>
                <a:avLst/>
                <a:gdLst>
                  <a:gd name="connsiteX0" fmla="*/ 3999 w 30278"/>
                  <a:gd name="connsiteY0" fmla="*/ 30101 h 30101"/>
                  <a:gd name="connsiteX1" fmla="*/ 26279 w 30278"/>
                  <a:gd name="connsiteY1" fmla="*/ 30101 h 30101"/>
                  <a:gd name="connsiteX2" fmla="*/ 30278 w 30278"/>
                  <a:gd name="connsiteY2" fmla="*/ 26126 h 30101"/>
                  <a:gd name="connsiteX3" fmla="*/ 30278 w 30278"/>
                  <a:gd name="connsiteY3" fmla="*/ 3976 h 30101"/>
                  <a:gd name="connsiteX4" fmla="*/ 26279 w 30278"/>
                  <a:gd name="connsiteY4" fmla="*/ 0 h 30101"/>
                  <a:gd name="connsiteX5" fmla="*/ 3999 w 30278"/>
                  <a:gd name="connsiteY5" fmla="*/ 0 h 30101"/>
                  <a:gd name="connsiteX6" fmla="*/ 0 w 30278"/>
                  <a:gd name="connsiteY6" fmla="*/ 3976 h 30101"/>
                  <a:gd name="connsiteX7" fmla="*/ 0 w 30278"/>
                  <a:gd name="connsiteY7" fmla="*/ 26126 h 30101"/>
                  <a:gd name="connsiteX8" fmla="*/ 3999 w 30278"/>
                  <a:gd name="connsiteY8" fmla="*/ 30101 h 301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0278" h="30101">
                    <a:moveTo>
                      <a:pt x="3999" y="30101"/>
                    </a:moveTo>
                    <a:lnTo>
                      <a:pt x="26279" y="30101"/>
                    </a:lnTo>
                    <a:cubicBezTo>
                      <a:pt x="28564" y="30101"/>
                      <a:pt x="30278" y="28398"/>
                      <a:pt x="30278" y="26126"/>
                    </a:cubicBezTo>
                    <a:lnTo>
                      <a:pt x="30278" y="3976"/>
                    </a:lnTo>
                    <a:cubicBezTo>
                      <a:pt x="30278" y="1704"/>
                      <a:pt x="28564" y="0"/>
                      <a:pt x="26279" y="0"/>
                    </a:cubicBezTo>
                    <a:lnTo>
                      <a:pt x="3999" y="0"/>
                    </a:lnTo>
                    <a:cubicBezTo>
                      <a:pt x="1714" y="0"/>
                      <a:pt x="0" y="1704"/>
                      <a:pt x="0" y="3976"/>
                    </a:cubicBezTo>
                    <a:lnTo>
                      <a:pt x="0" y="26126"/>
                    </a:lnTo>
                    <a:cubicBezTo>
                      <a:pt x="571" y="28398"/>
                      <a:pt x="2285" y="30101"/>
                      <a:pt x="3999" y="30101"/>
                    </a:cubicBez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17" name="Freeform 16">
                <a:extLst>
                  <a:ext uri="{FF2B5EF4-FFF2-40B4-BE49-F238E27FC236}">
                    <a16:creationId xmlns:a16="http://schemas.microsoft.com/office/drawing/2014/main" id="{3A1814C8-4330-F5C8-D9CC-0CFE1DAA7770}"/>
                  </a:ext>
                </a:extLst>
              </p:cNvPr>
              <p:cNvSpPr/>
              <p:nvPr/>
            </p:nvSpPr>
            <p:spPr>
              <a:xfrm>
                <a:off x="10023007" y="5246080"/>
                <a:ext cx="30277" cy="30101"/>
              </a:xfrm>
              <a:custGeom>
                <a:avLst/>
                <a:gdLst>
                  <a:gd name="connsiteX0" fmla="*/ 26279 w 30277"/>
                  <a:gd name="connsiteY0" fmla="*/ 0 h 30101"/>
                  <a:gd name="connsiteX1" fmla="*/ 3999 w 30277"/>
                  <a:gd name="connsiteY1" fmla="*/ 0 h 30101"/>
                  <a:gd name="connsiteX2" fmla="*/ 0 w 30277"/>
                  <a:gd name="connsiteY2" fmla="*/ 3976 h 30101"/>
                  <a:gd name="connsiteX3" fmla="*/ 0 w 30277"/>
                  <a:gd name="connsiteY3" fmla="*/ 26126 h 30101"/>
                  <a:gd name="connsiteX4" fmla="*/ 3999 w 30277"/>
                  <a:gd name="connsiteY4" fmla="*/ 30101 h 30101"/>
                  <a:gd name="connsiteX5" fmla="*/ 26279 w 30277"/>
                  <a:gd name="connsiteY5" fmla="*/ 30101 h 30101"/>
                  <a:gd name="connsiteX6" fmla="*/ 30278 w 30277"/>
                  <a:gd name="connsiteY6" fmla="*/ 26126 h 30101"/>
                  <a:gd name="connsiteX7" fmla="*/ 30278 w 30277"/>
                  <a:gd name="connsiteY7" fmla="*/ 3976 h 30101"/>
                  <a:gd name="connsiteX8" fmla="*/ 26279 w 30277"/>
                  <a:gd name="connsiteY8" fmla="*/ 0 h 301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0277" h="30101">
                    <a:moveTo>
                      <a:pt x="26279" y="0"/>
                    </a:moveTo>
                    <a:lnTo>
                      <a:pt x="3999" y="0"/>
                    </a:lnTo>
                    <a:cubicBezTo>
                      <a:pt x="1714" y="0"/>
                      <a:pt x="0" y="1704"/>
                      <a:pt x="0" y="3976"/>
                    </a:cubicBezTo>
                    <a:lnTo>
                      <a:pt x="0" y="26126"/>
                    </a:lnTo>
                    <a:cubicBezTo>
                      <a:pt x="0" y="28398"/>
                      <a:pt x="1714" y="30101"/>
                      <a:pt x="3999" y="30101"/>
                    </a:cubicBezTo>
                    <a:lnTo>
                      <a:pt x="26279" y="30101"/>
                    </a:lnTo>
                    <a:cubicBezTo>
                      <a:pt x="28564" y="30101"/>
                      <a:pt x="30278" y="28398"/>
                      <a:pt x="30278" y="26126"/>
                    </a:cubicBezTo>
                    <a:lnTo>
                      <a:pt x="30278" y="3976"/>
                    </a:lnTo>
                    <a:cubicBezTo>
                      <a:pt x="29707" y="1704"/>
                      <a:pt x="27993" y="0"/>
                      <a:pt x="2627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18" name="Freeform 17">
                <a:extLst>
                  <a:ext uri="{FF2B5EF4-FFF2-40B4-BE49-F238E27FC236}">
                    <a16:creationId xmlns:a16="http://schemas.microsoft.com/office/drawing/2014/main" id="{7D4F11CB-266E-8B0F-A260-0EADD131593A}"/>
                  </a:ext>
                </a:extLst>
              </p:cNvPr>
              <p:cNvSpPr/>
              <p:nvPr/>
            </p:nvSpPr>
            <p:spPr>
              <a:xfrm>
                <a:off x="10075565" y="5246080"/>
                <a:ext cx="30277" cy="30101"/>
              </a:xfrm>
              <a:custGeom>
                <a:avLst/>
                <a:gdLst>
                  <a:gd name="connsiteX0" fmla="*/ 26279 w 30277"/>
                  <a:gd name="connsiteY0" fmla="*/ 0 h 30101"/>
                  <a:gd name="connsiteX1" fmla="*/ 3999 w 30277"/>
                  <a:gd name="connsiteY1" fmla="*/ 0 h 30101"/>
                  <a:gd name="connsiteX2" fmla="*/ 0 w 30277"/>
                  <a:gd name="connsiteY2" fmla="*/ 3976 h 30101"/>
                  <a:gd name="connsiteX3" fmla="*/ 0 w 30277"/>
                  <a:gd name="connsiteY3" fmla="*/ 26126 h 30101"/>
                  <a:gd name="connsiteX4" fmla="*/ 3999 w 30277"/>
                  <a:gd name="connsiteY4" fmla="*/ 30101 h 30101"/>
                  <a:gd name="connsiteX5" fmla="*/ 26279 w 30277"/>
                  <a:gd name="connsiteY5" fmla="*/ 30101 h 30101"/>
                  <a:gd name="connsiteX6" fmla="*/ 30278 w 30277"/>
                  <a:gd name="connsiteY6" fmla="*/ 26126 h 30101"/>
                  <a:gd name="connsiteX7" fmla="*/ 30278 w 30277"/>
                  <a:gd name="connsiteY7" fmla="*/ 3976 h 30101"/>
                  <a:gd name="connsiteX8" fmla="*/ 26279 w 30277"/>
                  <a:gd name="connsiteY8" fmla="*/ 0 h 301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0277" h="30101">
                    <a:moveTo>
                      <a:pt x="26279" y="0"/>
                    </a:moveTo>
                    <a:lnTo>
                      <a:pt x="3999" y="0"/>
                    </a:lnTo>
                    <a:cubicBezTo>
                      <a:pt x="1714" y="0"/>
                      <a:pt x="0" y="1704"/>
                      <a:pt x="0" y="3976"/>
                    </a:cubicBezTo>
                    <a:lnTo>
                      <a:pt x="0" y="26126"/>
                    </a:lnTo>
                    <a:cubicBezTo>
                      <a:pt x="0" y="28398"/>
                      <a:pt x="1714" y="30101"/>
                      <a:pt x="3999" y="30101"/>
                    </a:cubicBezTo>
                    <a:lnTo>
                      <a:pt x="26279" y="30101"/>
                    </a:lnTo>
                    <a:cubicBezTo>
                      <a:pt x="28564" y="30101"/>
                      <a:pt x="30278" y="28398"/>
                      <a:pt x="30278" y="26126"/>
                    </a:cubicBezTo>
                    <a:lnTo>
                      <a:pt x="30278" y="3976"/>
                    </a:lnTo>
                    <a:cubicBezTo>
                      <a:pt x="29707" y="1704"/>
                      <a:pt x="27993" y="0"/>
                      <a:pt x="2627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</p:grpSp>
      </p:grpSp>
      <p:sp>
        <p:nvSpPr>
          <p:cNvPr id="29" name="TextBox 28">
            <a:extLst>
              <a:ext uri="{FF2B5EF4-FFF2-40B4-BE49-F238E27FC236}">
                <a16:creationId xmlns:a16="http://schemas.microsoft.com/office/drawing/2014/main" id="{93EE54A2-EF75-5C3F-C967-F46369355B0C}"/>
              </a:ext>
            </a:extLst>
          </p:cNvPr>
          <p:cNvSpPr txBox="1"/>
          <p:nvPr/>
        </p:nvSpPr>
        <p:spPr>
          <a:xfrm>
            <a:off x="5471133" y="3703369"/>
            <a:ext cx="5486400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 rtl="1"/>
            <a:r>
              <a:rPr lang="ar-SA" sz="4000" b="1" dirty="0" err="1">
                <a:solidFill>
                  <a:schemeClr val="bg1"/>
                </a:solidFill>
                <a:latin typeface="IBM Plex Sans Arabic" panose="020B0803050203000203" pitchFamily="34" charset="-78"/>
                <a:cs typeface="IBM Plex Sans Arabic" panose="020B0803050203000203" pitchFamily="34" charset="-78"/>
              </a:rPr>
              <a:t>جدوال</a:t>
            </a:r>
            <a:endParaRPr lang="en-SA" sz="4000" b="1" dirty="0">
              <a:solidFill>
                <a:schemeClr val="bg1"/>
              </a:solidFill>
              <a:latin typeface="IBM Plex Sans Arabic" panose="020B0803050203000203" pitchFamily="34" charset="-78"/>
              <a:cs typeface="IBM Plex Sans Arabic" panose="020B0803050203000203" pitchFamily="34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792858794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" name="Table Placeholder 8">
            <a:extLst>
              <a:ext uri="{FF2B5EF4-FFF2-40B4-BE49-F238E27FC236}">
                <a16:creationId xmlns:a16="http://schemas.microsoft.com/office/drawing/2014/main" id="{5F791C2D-B355-AB4B-B7F5-127F04DD2A2A}"/>
              </a:ext>
            </a:extLst>
          </p:cNvPr>
          <p:cNvGraphicFramePr>
            <a:graphicFrameLocks noGrp="1"/>
          </p:cNvGraphicFramePr>
          <p:nvPr>
            <p:ph type="tbl" sz="quarter" idx="4294967295"/>
            <p:extLst>
              <p:ext uri="{D42A27DB-BD31-4B8C-83A1-F6EECF244321}">
                <p14:modId xmlns:p14="http://schemas.microsoft.com/office/powerpoint/2010/main" val="4028050394"/>
              </p:ext>
            </p:extLst>
          </p:nvPr>
        </p:nvGraphicFramePr>
        <p:xfrm>
          <a:off x="1485900" y="2438400"/>
          <a:ext cx="9220200" cy="3582728"/>
        </p:xfrm>
        <a:graphic>
          <a:graphicData uri="http://schemas.openxmlformats.org/drawingml/2006/table">
            <a:tbl>
              <a:tblPr rtl="1" firstRow="1" bandRow="1">
                <a:tableStyleId>{5C22544A-7EE6-4342-B048-85BDC9FD1C3A}</a:tableStyleId>
              </a:tblPr>
              <a:tblGrid>
                <a:gridCol w="723900">
                  <a:extLst>
                    <a:ext uri="{9D8B030D-6E8A-4147-A177-3AD203B41FA5}">
                      <a16:colId xmlns:a16="http://schemas.microsoft.com/office/drawing/2014/main" val="1360443871"/>
                    </a:ext>
                  </a:extLst>
                </a:gridCol>
                <a:gridCol w="2964180">
                  <a:extLst>
                    <a:ext uri="{9D8B030D-6E8A-4147-A177-3AD203B41FA5}">
                      <a16:colId xmlns:a16="http://schemas.microsoft.com/office/drawing/2014/main" val="2784230912"/>
                    </a:ext>
                  </a:extLst>
                </a:gridCol>
                <a:gridCol w="1844040">
                  <a:extLst>
                    <a:ext uri="{9D8B030D-6E8A-4147-A177-3AD203B41FA5}">
                      <a16:colId xmlns:a16="http://schemas.microsoft.com/office/drawing/2014/main" val="432319688"/>
                    </a:ext>
                  </a:extLst>
                </a:gridCol>
                <a:gridCol w="1844040">
                  <a:extLst>
                    <a:ext uri="{9D8B030D-6E8A-4147-A177-3AD203B41FA5}">
                      <a16:colId xmlns:a16="http://schemas.microsoft.com/office/drawing/2014/main" val="2072583738"/>
                    </a:ext>
                  </a:extLst>
                </a:gridCol>
                <a:gridCol w="1844040">
                  <a:extLst>
                    <a:ext uri="{9D8B030D-6E8A-4147-A177-3AD203B41FA5}">
                      <a16:colId xmlns:a16="http://schemas.microsoft.com/office/drawing/2014/main" val="2981431303"/>
                    </a:ext>
                  </a:extLst>
                </a:gridCol>
              </a:tblGrid>
              <a:tr h="839527">
                <a:tc>
                  <a:txBody>
                    <a:bodyPr/>
                    <a:lstStyle/>
                    <a:p>
                      <a:pPr algn="ctr"/>
                      <a:r>
                        <a:rPr lang="ar-SA" sz="1300" b="1" i="0" dirty="0">
                          <a:solidFill>
                            <a:schemeClr val="bg1"/>
                          </a:solidFill>
                          <a:latin typeface="Tajawal" pitchFamily="2" charset="-78"/>
                          <a:cs typeface="Tajawal" pitchFamily="2" charset="-78"/>
                        </a:rPr>
                        <a:t>رقم</a:t>
                      </a:r>
                      <a:endParaRPr lang="en-US" sz="1300" b="1" i="0" dirty="0">
                        <a:solidFill>
                          <a:schemeClr val="bg1"/>
                        </a:solidFill>
                        <a:latin typeface="Tajawal" pitchFamily="2" charset="-78"/>
                        <a:cs typeface="Tajawal" pitchFamily="2" charset="-78"/>
                      </a:endParaRPr>
                    </a:p>
                  </a:txBody>
                  <a:tcPr marL="45720" marR="45720" marT="22860" marB="22860" anchor="ctr"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SA" sz="1300" b="1" i="0" dirty="0">
                          <a:latin typeface="Tajawal" pitchFamily="2" charset="-78"/>
                          <a:cs typeface="Tajawal" pitchFamily="2" charset="-78"/>
                        </a:rPr>
                        <a:t>الخدمات</a:t>
                      </a:r>
                      <a:endParaRPr lang="en-US" sz="1300" b="1" i="0" dirty="0">
                        <a:latin typeface="Tajawal" pitchFamily="2" charset="-78"/>
                        <a:cs typeface="Tajawal" pitchFamily="2" charset="-78"/>
                      </a:endParaRPr>
                    </a:p>
                  </a:txBody>
                  <a:tcPr marL="45720" marR="45720" marT="22860" marB="2286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SA" sz="1300" b="1" i="0" dirty="0">
                          <a:latin typeface="Tajawal" pitchFamily="2" charset="-78"/>
                          <a:cs typeface="Tajawal" pitchFamily="2" charset="-78"/>
                        </a:rPr>
                        <a:t>خدمة ١</a:t>
                      </a:r>
                      <a:endParaRPr lang="en-US" sz="1300" b="1" i="0" dirty="0">
                        <a:latin typeface="Tajawal" pitchFamily="2" charset="-78"/>
                        <a:cs typeface="Tajawal" pitchFamily="2" charset="-78"/>
                      </a:endParaRPr>
                    </a:p>
                  </a:txBody>
                  <a:tcPr marL="45720" marR="45720" marT="22860" marB="2286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828343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SA" sz="1300" b="1" i="0" dirty="0">
                          <a:latin typeface="Tajawal" pitchFamily="2" charset="-78"/>
                          <a:cs typeface="Tajawal" pitchFamily="2" charset="-78"/>
                        </a:rPr>
                        <a:t>خدمة ٢</a:t>
                      </a:r>
                      <a:endParaRPr lang="en-US" sz="1300" b="1" i="0" dirty="0">
                        <a:latin typeface="Tajawal" pitchFamily="2" charset="-78"/>
                        <a:cs typeface="Tajawal" pitchFamily="2" charset="-78"/>
                      </a:endParaRPr>
                    </a:p>
                  </a:txBody>
                  <a:tcPr marL="45720" marR="45720" marT="22860" marB="2286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828343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SA" sz="1300" b="1" i="0" dirty="0">
                          <a:latin typeface="Tajawal" pitchFamily="2" charset="-78"/>
                          <a:cs typeface="Tajawal" pitchFamily="2" charset="-78"/>
                        </a:rPr>
                        <a:t>خدمة ٣</a:t>
                      </a:r>
                      <a:endParaRPr lang="en-US" sz="1300" b="1" i="0" dirty="0">
                        <a:latin typeface="Tajawal" pitchFamily="2" charset="-78"/>
                        <a:cs typeface="Tajawal" pitchFamily="2" charset="-78"/>
                      </a:endParaRPr>
                    </a:p>
                  </a:txBody>
                  <a:tcPr marL="45720" marR="45720" marT="22860" marB="2286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61772058"/>
                  </a:ext>
                </a:extLst>
              </a:tr>
              <a:tr h="722574">
                <a:tc>
                  <a:txBody>
                    <a:bodyPr/>
                    <a:lstStyle/>
                    <a:p>
                      <a:pPr algn="ctr"/>
                      <a:r>
                        <a:rPr lang="en-US" sz="1300" b="0" i="0" dirty="0">
                          <a:solidFill>
                            <a:schemeClr val="bg1"/>
                          </a:solidFill>
                          <a:latin typeface="Poppins" pitchFamily="2" charset="77"/>
                          <a:cs typeface="Poppins" pitchFamily="2" charset="77"/>
                        </a:rPr>
                        <a:t>1</a:t>
                      </a:r>
                    </a:p>
                  </a:txBody>
                  <a:tcPr marL="45720" marR="45720" marT="22860" marB="2286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SA" sz="1300" b="0" i="0" dirty="0">
                          <a:latin typeface="Tajawal" pitchFamily="2" charset="-78"/>
                          <a:cs typeface="Tajawal" pitchFamily="2" charset="-78"/>
                        </a:rPr>
                        <a:t>استبدل النصوص هنا </a:t>
                      </a:r>
                      <a:endParaRPr lang="en-US" sz="1300" b="0" i="0" dirty="0">
                        <a:latin typeface="Tajawal" pitchFamily="2" charset="-78"/>
                        <a:cs typeface="Tajawal" pitchFamily="2" charset="-78"/>
                      </a:endParaRPr>
                    </a:p>
                  </a:txBody>
                  <a:tcPr marL="45720" marR="45720" marT="22860" marB="2286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SA" sz="1300" b="0" i="0" dirty="0">
                          <a:latin typeface="Tajawal" pitchFamily="2" charset="-78"/>
                          <a:cs typeface="Tajawal" pitchFamily="2" charset="-78"/>
                        </a:rPr>
                        <a:t>استبدل النصوص هنا </a:t>
                      </a:r>
                      <a:endParaRPr lang="en-US" sz="1300" b="0" i="0" dirty="0">
                        <a:latin typeface="Tajawal" pitchFamily="2" charset="-78"/>
                        <a:cs typeface="Tajawal" pitchFamily="2" charset="-78"/>
                      </a:endParaRPr>
                    </a:p>
                  </a:txBody>
                  <a:tcPr marL="45720" marR="45720" marT="22860" marB="2286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300" b="0" i="0" dirty="0">
                          <a:latin typeface="Tajawal" pitchFamily="2" charset="-78"/>
                          <a:cs typeface="Tajawal" pitchFamily="2" charset="-78"/>
                        </a:rPr>
                        <a:t>200 GB</a:t>
                      </a:r>
                    </a:p>
                  </a:txBody>
                  <a:tcPr marL="45720" marR="45720" marT="22860" marB="2286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300" b="0" i="0" dirty="0">
                          <a:latin typeface="Tajawal" pitchFamily="2" charset="-78"/>
                          <a:cs typeface="Tajawal" pitchFamily="2" charset="-78"/>
                        </a:rPr>
                        <a:t>400 GB</a:t>
                      </a:r>
                    </a:p>
                  </a:txBody>
                  <a:tcPr marL="45720" marR="45720" marT="22860" marB="2286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20780444"/>
                  </a:ext>
                </a:extLst>
              </a:tr>
              <a:tr h="800100">
                <a:tc>
                  <a:txBody>
                    <a:bodyPr/>
                    <a:lstStyle/>
                    <a:p>
                      <a:pPr algn="ctr"/>
                      <a:r>
                        <a:rPr lang="en-US" sz="1300" b="0" i="0" dirty="0">
                          <a:solidFill>
                            <a:schemeClr val="bg1"/>
                          </a:solidFill>
                          <a:latin typeface="Poppins" pitchFamily="2" charset="77"/>
                          <a:cs typeface="Poppins" pitchFamily="2" charset="77"/>
                        </a:rPr>
                        <a:t>2</a:t>
                      </a:r>
                    </a:p>
                  </a:txBody>
                  <a:tcPr marL="45720" marR="45720" marT="22860" marB="2286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SA" sz="1300" b="0" i="0" dirty="0">
                          <a:latin typeface="Tajawal" pitchFamily="2" charset="-78"/>
                          <a:cs typeface="Tajawal" pitchFamily="2" charset="-78"/>
                        </a:rPr>
                        <a:t>استبدل النصوص هنا </a:t>
                      </a:r>
                      <a:endParaRPr lang="en-US" sz="1300" b="0" i="0" dirty="0">
                        <a:latin typeface="Tajawal" pitchFamily="2" charset="-78"/>
                        <a:cs typeface="Tajawal" pitchFamily="2" charset="-78"/>
                      </a:endParaRPr>
                    </a:p>
                  </a:txBody>
                  <a:tcPr marL="45720" marR="45720" marT="22860" marB="2286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SA" sz="1300" b="0" i="0" dirty="0">
                          <a:latin typeface="Tajawal" pitchFamily="2" charset="-78"/>
                          <a:cs typeface="Tajawal" pitchFamily="2" charset="-78"/>
                        </a:rPr>
                        <a:t>استبدل النصوص هنا </a:t>
                      </a:r>
                      <a:endParaRPr lang="en-US" sz="1300" b="0" i="0" dirty="0">
                        <a:latin typeface="Tajawal" pitchFamily="2" charset="-78"/>
                        <a:cs typeface="Tajawal" pitchFamily="2" charset="-78"/>
                      </a:endParaRPr>
                    </a:p>
                  </a:txBody>
                  <a:tcPr marL="45720" marR="45720" marT="22860" marB="2286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300" b="0" i="0" dirty="0">
                          <a:latin typeface="Tajawal" pitchFamily="2" charset="-78"/>
                          <a:cs typeface="Tajawal" pitchFamily="2" charset="-78"/>
                        </a:rPr>
                        <a:t>400 GB</a:t>
                      </a:r>
                    </a:p>
                  </a:txBody>
                  <a:tcPr marL="45720" marR="45720" marT="22860" marB="2286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300" b="0" i="0" dirty="0">
                          <a:latin typeface="Tajawal" pitchFamily="2" charset="-78"/>
                          <a:cs typeface="Tajawal" pitchFamily="2" charset="-78"/>
                        </a:rPr>
                        <a:t>600 GB</a:t>
                      </a:r>
                    </a:p>
                  </a:txBody>
                  <a:tcPr marL="45720" marR="45720" marT="22860" marB="2286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71091324"/>
                  </a:ext>
                </a:extLst>
              </a:tr>
              <a:tr h="685800">
                <a:tc>
                  <a:txBody>
                    <a:bodyPr/>
                    <a:lstStyle/>
                    <a:p>
                      <a:pPr algn="ctr"/>
                      <a:r>
                        <a:rPr lang="en-US" sz="1300" b="0" i="0" dirty="0">
                          <a:solidFill>
                            <a:schemeClr val="bg1"/>
                          </a:solidFill>
                          <a:latin typeface="Poppins" pitchFamily="2" charset="77"/>
                          <a:cs typeface="Poppins" pitchFamily="2" charset="77"/>
                        </a:rPr>
                        <a:t>3</a:t>
                      </a:r>
                    </a:p>
                  </a:txBody>
                  <a:tcPr marL="45720" marR="45720" marT="22860" marB="2286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mpd="sng">
                      <a:noFill/>
                    </a:lnB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SA" sz="1300" b="0" i="0" dirty="0">
                          <a:latin typeface="Tajawal" pitchFamily="2" charset="-78"/>
                          <a:cs typeface="Tajawal" pitchFamily="2" charset="-78"/>
                        </a:rPr>
                        <a:t>استبدل النصوص هنا </a:t>
                      </a:r>
                      <a:endParaRPr lang="en-US" sz="1300" b="0" i="0" dirty="0">
                        <a:latin typeface="Tajawal" pitchFamily="2" charset="-78"/>
                        <a:cs typeface="Tajawal" pitchFamily="2" charset="-78"/>
                      </a:endParaRPr>
                    </a:p>
                  </a:txBody>
                  <a:tcPr marL="45720" marR="45720" marT="22860" marB="2286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SA" sz="1300" b="0" i="0" dirty="0">
                          <a:latin typeface="Tajawal" pitchFamily="2" charset="-78"/>
                          <a:cs typeface="Tajawal" pitchFamily="2" charset="-78"/>
                        </a:rPr>
                        <a:t>استبدل النصوص هنا </a:t>
                      </a:r>
                      <a:endParaRPr lang="en-US" sz="1300" b="0" i="0" dirty="0">
                        <a:latin typeface="Tajawal" pitchFamily="2" charset="-78"/>
                        <a:cs typeface="Tajawal" pitchFamily="2" charset="-78"/>
                      </a:endParaRPr>
                    </a:p>
                  </a:txBody>
                  <a:tcPr marL="45720" marR="45720" marT="22860" marB="2286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300" b="0" i="0" dirty="0">
                          <a:latin typeface="Tajawal" pitchFamily="2" charset="-78"/>
                          <a:cs typeface="Tajawal" pitchFamily="2" charset="-78"/>
                        </a:rPr>
                        <a:t>2 TB</a:t>
                      </a:r>
                    </a:p>
                  </a:txBody>
                  <a:tcPr marL="45720" marR="45720" marT="22860" marB="2286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300" b="0" i="0" dirty="0">
                          <a:latin typeface="Tajawal" pitchFamily="2" charset="-78"/>
                          <a:cs typeface="Tajawal" pitchFamily="2" charset="-78"/>
                        </a:rPr>
                        <a:t>4 TB</a:t>
                      </a:r>
                    </a:p>
                  </a:txBody>
                  <a:tcPr marL="45720" marR="45720" marT="22860" marB="2286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5503896"/>
                  </a:ext>
                </a:extLst>
              </a:tr>
              <a:tr h="534727">
                <a:tc>
                  <a:txBody>
                    <a:bodyPr/>
                    <a:lstStyle/>
                    <a:p>
                      <a:pPr marL="0" algn="ctr" defTabSz="914400" rtl="1" eaLnBrk="1" latinLnBrk="0" hangingPunct="1"/>
                      <a:endParaRPr lang="en-US" sz="1300" b="0" i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Poppins" pitchFamily="2" charset="77"/>
                        <a:cs typeface="Poppins" pitchFamily="2" charset="77"/>
                      </a:endParaRPr>
                    </a:p>
                  </a:txBody>
                  <a:tcPr marL="45720" marR="45720" marT="22860" marB="22860" anchor="ctr">
                    <a:lnL w="12700" cmpd="sng">
                      <a:noFill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1" eaLnBrk="1" latinLnBrk="0" hangingPunct="1"/>
                      <a:endParaRPr lang="en-US" sz="1300" b="0" i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Poppins" pitchFamily="2" charset="77"/>
                        <a:cs typeface="Poppins" pitchFamily="2" charset="77"/>
                      </a:endParaRPr>
                    </a:p>
                  </a:txBody>
                  <a:tcPr marL="45720" marR="45720" marT="22860" marB="2286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SA" sz="1300" b="1" i="0" dirty="0">
                          <a:solidFill>
                            <a:schemeClr val="accent4"/>
                          </a:solidFill>
                          <a:latin typeface="Tajawal" pitchFamily="2" charset="-78"/>
                          <a:cs typeface="Tajawal" pitchFamily="2" charset="-78"/>
                        </a:rPr>
                        <a:t>مجاني</a:t>
                      </a:r>
                      <a:endParaRPr lang="en-US" sz="1300" b="1" i="0" dirty="0">
                        <a:solidFill>
                          <a:schemeClr val="accent4"/>
                        </a:solidFill>
                        <a:latin typeface="Tajawal" pitchFamily="2" charset="-78"/>
                        <a:cs typeface="Tajawal" pitchFamily="2" charset="-78"/>
                      </a:endParaRPr>
                    </a:p>
                  </a:txBody>
                  <a:tcPr marL="45720" marR="45720" marT="22860" marB="2286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300" b="1" i="0" dirty="0">
                          <a:solidFill>
                            <a:schemeClr val="accent4"/>
                          </a:solidFill>
                          <a:latin typeface="Tajawal" pitchFamily="2" charset="-78"/>
                          <a:cs typeface="Tajawal" pitchFamily="2" charset="-78"/>
                        </a:rPr>
                        <a:t>$400</a:t>
                      </a:r>
                    </a:p>
                  </a:txBody>
                  <a:tcPr marL="45720" marR="45720" marT="22860" marB="2286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300" b="1" i="0" dirty="0">
                          <a:solidFill>
                            <a:schemeClr val="accent4"/>
                          </a:solidFill>
                          <a:latin typeface="Tajawal" pitchFamily="2" charset="-78"/>
                          <a:cs typeface="Tajawal" pitchFamily="2" charset="-78"/>
                        </a:rPr>
                        <a:t>$600</a:t>
                      </a:r>
                    </a:p>
                  </a:txBody>
                  <a:tcPr marL="45720" marR="45720" marT="22860" marB="2286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20988568"/>
                  </a:ext>
                </a:extLst>
              </a:tr>
            </a:tbl>
          </a:graphicData>
        </a:graphic>
      </p:graphicFrame>
      <p:sp>
        <p:nvSpPr>
          <p:cNvPr id="8" name="TextBox 7">
            <a:extLst>
              <a:ext uri="{FF2B5EF4-FFF2-40B4-BE49-F238E27FC236}">
                <a16:creationId xmlns:a16="http://schemas.microsoft.com/office/drawing/2014/main" id="{C6EFE246-56FC-CC2B-1938-9954D9B5367C}"/>
              </a:ext>
            </a:extLst>
          </p:cNvPr>
          <p:cNvSpPr txBox="1"/>
          <p:nvPr/>
        </p:nvSpPr>
        <p:spPr>
          <a:xfrm>
            <a:off x="6252660" y="657225"/>
            <a:ext cx="5486400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 rtl="1"/>
            <a:r>
              <a:rPr lang="ar-SA" sz="3200" dirty="0">
                <a:solidFill>
                  <a:schemeClr val="tx2"/>
                </a:solidFill>
                <a:latin typeface="IBM Plex Sans Arabic" panose="020B0803050203000203" pitchFamily="34" charset="-78"/>
                <a:cs typeface="IBM Plex Sans Arabic" panose="020B0803050203000203" pitchFamily="34" charset="-78"/>
              </a:rPr>
              <a:t>عنوان رئيسي </a:t>
            </a:r>
            <a:endParaRPr lang="en-SA" sz="3200" dirty="0">
              <a:solidFill>
                <a:schemeClr val="tx2"/>
              </a:solidFill>
              <a:latin typeface="IBM Plex Sans Arabic" panose="020B0803050203000203" pitchFamily="34" charset="-78"/>
              <a:cs typeface="IBM Plex Sans Arabic" panose="020B0803050203000203" pitchFamily="34" charset="-78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859F47E1-D378-093E-2E70-A2EB302B5717}"/>
              </a:ext>
            </a:extLst>
          </p:cNvPr>
          <p:cNvSpPr txBox="1"/>
          <p:nvPr/>
        </p:nvSpPr>
        <p:spPr>
          <a:xfrm>
            <a:off x="7549489" y="1373526"/>
            <a:ext cx="418957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 rtl="1"/>
            <a:r>
              <a:rPr lang="ar-SA" sz="3200" dirty="0">
                <a:latin typeface="RB" pitchFamily="2" charset="-78"/>
                <a:cs typeface="RB" pitchFamily="2" charset="-78"/>
              </a:rPr>
              <a:t>عنوان فرعي</a:t>
            </a:r>
            <a:endParaRPr lang="en-SA" sz="3200" dirty="0">
              <a:latin typeface="RB" pitchFamily="2" charset="-78"/>
              <a:cs typeface="RB" pitchFamily="2" charset="-78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3EF7BF47-7132-1403-0458-210242B17645}"/>
              </a:ext>
            </a:extLst>
          </p:cNvPr>
          <p:cNvSpPr txBox="1"/>
          <p:nvPr/>
        </p:nvSpPr>
        <p:spPr>
          <a:xfrm>
            <a:off x="1698843" y="717978"/>
            <a:ext cx="7297017" cy="83099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50800" algn="justLow" rtl="1">
              <a:spcBef>
                <a:spcPts val="1000"/>
              </a:spcBef>
              <a:buClr>
                <a:schemeClr val="dk2"/>
              </a:buClr>
              <a:buSzPts val="2800"/>
            </a:pPr>
            <a:r>
              <a:rPr lang="ar-SA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 </a:t>
            </a:r>
            <a:r>
              <a:rPr lang="ar-SA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</a:t>
            </a:r>
            <a:endParaRPr lang="ar-SA" sz="1600" u="none" strike="noStrike" cap="none" dirty="0">
              <a:solidFill>
                <a:schemeClr val="tx1">
                  <a:lumMod val="90000"/>
                  <a:lumOff val="10000"/>
                </a:schemeClr>
              </a:solidFill>
              <a:latin typeface="Tajawal" pitchFamily="2" charset="-78"/>
              <a:ea typeface="Readex Pro Deca"/>
              <a:cs typeface="Tajawal" pitchFamily="2" charset="-78"/>
              <a:sym typeface="Readex Pro"/>
            </a:endParaRPr>
          </a:p>
        </p:txBody>
      </p:sp>
    </p:spTree>
    <p:extLst>
      <p:ext uri="{BB962C8B-B14F-4D97-AF65-F5344CB8AC3E}">
        <p14:creationId xmlns:p14="http://schemas.microsoft.com/office/powerpoint/2010/main" val="124098524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 1">
            <a:extLst>
              <a:ext uri="{FF2B5EF4-FFF2-40B4-BE49-F238E27FC236}">
                <a16:creationId xmlns:a16="http://schemas.microsoft.com/office/drawing/2014/main" id="{D63E4DE2-70B2-5BA1-B785-39A9351C079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51743966"/>
              </p:ext>
            </p:extLst>
          </p:nvPr>
        </p:nvGraphicFramePr>
        <p:xfrm>
          <a:off x="588572" y="1081338"/>
          <a:ext cx="6388101" cy="5027387"/>
        </p:xfrm>
        <a:graphic>
          <a:graphicData uri="http://schemas.openxmlformats.org/drawingml/2006/table">
            <a:tbl>
              <a:tblPr rtl="1" firstRow="1" bandRow="1">
                <a:tableStyleId>{5C22544A-7EE6-4342-B048-85BDC9FD1C3A}</a:tableStyleId>
              </a:tblPr>
              <a:tblGrid>
                <a:gridCol w="68080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5063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5735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04363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516824">
                <a:tc>
                  <a:txBody>
                    <a:bodyPr/>
                    <a:lstStyle/>
                    <a:p>
                      <a:pPr algn="ctr" rtl="1"/>
                      <a:r>
                        <a:rPr lang="ar-SA" sz="1200" b="1" i="0" cap="all" spc="0" baseline="0" dirty="0">
                          <a:latin typeface="SST Arabic" panose="020B0504030504020204" pitchFamily="34" charset="-78"/>
                          <a:cs typeface="SST Arabic" panose="020B0504030504020204" pitchFamily="34" charset="-78"/>
                        </a:rPr>
                        <a:t>رقم</a:t>
                      </a:r>
                      <a:endParaRPr lang="en-US" sz="1200" b="1" i="0" cap="all" spc="0" baseline="0" dirty="0">
                        <a:latin typeface="SST Arabic" panose="020B0504030504020204" pitchFamily="34" charset="-78"/>
                        <a:cs typeface="SST Arabic" panose="020B0504030504020204" pitchFamily="34" charset="-78"/>
                      </a:endParaRPr>
                    </a:p>
                  </a:txBody>
                  <a:tcPr marL="137160" marR="137160" anchor="ctr">
                    <a:lnL w="12700" cmpd="sng">
                      <a:noFill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SA" sz="1200" b="1" i="0" cap="all" spc="0" baseline="0" dirty="0">
                          <a:latin typeface="SST Arabic" panose="020B0504030504020204" pitchFamily="34" charset="-78"/>
                          <a:cs typeface="SST Arabic" panose="020B0504030504020204" pitchFamily="34" charset="-78"/>
                        </a:rPr>
                        <a:t>وصف</a:t>
                      </a:r>
                      <a:endParaRPr lang="en-US" sz="1200" b="1" i="0" cap="all" spc="0" baseline="0" dirty="0">
                        <a:latin typeface="SST Arabic" panose="020B0504030504020204" pitchFamily="34" charset="-78"/>
                        <a:cs typeface="SST Arabic" panose="020B0504030504020204" pitchFamily="34" charset="-78"/>
                      </a:endParaRPr>
                    </a:p>
                  </a:txBody>
                  <a:tcPr marL="137160" marR="13716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SA" sz="1200" b="1" i="0" cap="all" spc="0" baseline="0" dirty="0">
                          <a:latin typeface="SST Arabic" panose="020B0504030504020204" pitchFamily="34" charset="-78"/>
                          <a:cs typeface="SST Arabic" panose="020B0504030504020204" pitchFamily="34" charset="-78"/>
                        </a:rPr>
                        <a:t>وحدة</a:t>
                      </a:r>
                      <a:endParaRPr lang="en-US" sz="1200" b="1" i="0" cap="all" spc="0" baseline="0" dirty="0">
                        <a:latin typeface="SST Arabic" panose="020B0504030504020204" pitchFamily="34" charset="-78"/>
                        <a:cs typeface="SST Arabic" panose="020B0504030504020204" pitchFamily="34" charset="-78"/>
                      </a:endParaRPr>
                    </a:p>
                  </a:txBody>
                  <a:tcPr marL="137160" marR="13716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SA" sz="1200" cap="all" spc="0" baseline="0" dirty="0">
                          <a:latin typeface="Montserrat SemiBold" panose="00000700000000000000" pitchFamily="50" charset="0"/>
                        </a:rPr>
                        <a:t>المجموع</a:t>
                      </a:r>
                      <a:endParaRPr lang="en-US" sz="1200" cap="all" spc="0" baseline="0" dirty="0">
                        <a:latin typeface="Montserrat SemiBold" panose="00000700000000000000" pitchFamily="50" charset="0"/>
                      </a:endParaRPr>
                    </a:p>
                  </a:txBody>
                  <a:tcPr marL="137160" marR="13716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683079">
                <a:tc>
                  <a:txBody>
                    <a:bodyPr/>
                    <a:lstStyle/>
                    <a:p>
                      <a:pPr algn="ctr" rtl="1">
                        <a:lnSpc>
                          <a:spcPct val="150000"/>
                        </a:lnSpc>
                      </a:pPr>
                      <a:r>
                        <a:rPr lang="en-US" sz="1000" b="0" dirty="0">
                          <a:solidFill>
                            <a:schemeClr val="tx2"/>
                          </a:solidFill>
                          <a:latin typeface="Montserrat Light" panose="00000400000000000000" pitchFamily="50" charset="0"/>
                        </a:rPr>
                        <a:t>01</a:t>
                      </a:r>
                    </a:p>
                  </a:txBody>
                  <a:tcPr marL="137160" marR="137160" marT="0" marB="0" anchor="ctr">
                    <a:lnL w="12700" cmpd="sng">
                      <a:noFill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1828800" rtl="1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100" b="0" dirty="0">
                          <a:solidFill>
                            <a:schemeClr val="tx2"/>
                          </a:solidFill>
                          <a:latin typeface="Montserrat Light" panose="00000400000000000000" pitchFamily="50" charset="0"/>
                        </a:rPr>
                        <a:t>Website Design &amp; Development</a:t>
                      </a:r>
                    </a:p>
                  </a:txBody>
                  <a:tcPr marL="137160" marR="137160" marT="0" marB="0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1828800" rtl="1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000" b="0" dirty="0">
                          <a:solidFill>
                            <a:schemeClr val="tx2"/>
                          </a:solidFill>
                          <a:latin typeface="Montserrat Light" panose="00000400000000000000" pitchFamily="50" charset="0"/>
                          <a:cs typeface="Poppins" panose="02000000000000000000" pitchFamily="2" charset="0"/>
                        </a:rPr>
                        <a:t>1</a:t>
                      </a:r>
                    </a:p>
                  </a:txBody>
                  <a:tcPr marL="137160" marR="137160" marT="0" marB="0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1828800" rtl="1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000" b="0" dirty="0">
                          <a:solidFill>
                            <a:schemeClr val="accent1"/>
                          </a:solidFill>
                          <a:latin typeface="Montserrat Light" panose="00000400000000000000" pitchFamily="50" charset="0"/>
                          <a:cs typeface="Poppins" panose="02000000000000000000" pitchFamily="2" charset="0"/>
                        </a:rPr>
                        <a:t>$6,000</a:t>
                      </a:r>
                    </a:p>
                  </a:txBody>
                  <a:tcPr marL="137160" marR="137160" marT="0" marB="0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683079">
                <a:tc>
                  <a:txBody>
                    <a:bodyPr/>
                    <a:lstStyle/>
                    <a:p>
                      <a:pPr algn="ctr" rtl="1">
                        <a:lnSpc>
                          <a:spcPct val="150000"/>
                        </a:lnSpc>
                      </a:pPr>
                      <a:r>
                        <a:rPr lang="en-US" sz="1000" b="0" dirty="0">
                          <a:solidFill>
                            <a:schemeClr val="tx2"/>
                          </a:solidFill>
                          <a:latin typeface="Montserrat Light" panose="00000400000000000000" pitchFamily="50" charset="0"/>
                        </a:rPr>
                        <a:t>02</a:t>
                      </a:r>
                    </a:p>
                  </a:txBody>
                  <a:tcPr marL="137160" marR="137160" marT="0" marB="0" anchor="ctr">
                    <a:lnL w="12700" cmpd="sng">
                      <a:noFill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1828800" rtl="1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100" b="0" dirty="0">
                          <a:solidFill>
                            <a:schemeClr val="tx2"/>
                          </a:solidFill>
                          <a:latin typeface="Montserrat Light" panose="00000400000000000000" pitchFamily="50" charset="0"/>
                        </a:rPr>
                        <a:t>Search Engine Optimization</a:t>
                      </a:r>
                    </a:p>
                  </a:txBody>
                  <a:tcPr marL="137160" marR="137160" marT="0" marB="0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50000"/>
                        </a:lnSpc>
                      </a:pPr>
                      <a:r>
                        <a:rPr lang="en-US" sz="1000" b="0" dirty="0">
                          <a:solidFill>
                            <a:schemeClr val="tx2"/>
                          </a:solidFill>
                          <a:latin typeface="Montserrat Light" panose="00000400000000000000" pitchFamily="50" charset="0"/>
                        </a:rPr>
                        <a:t>1</a:t>
                      </a:r>
                    </a:p>
                  </a:txBody>
                  <a:tcPr marL="137160" marR="137160" marT="0" marB="0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50000"/>
                        </a:lnSpc>
                      </a:pPr>
                      <a:r>
                        <a:rPr lang="en-US" sz="1000" b="0" dirty="0">
                          <a:solidFill>
                            <a:schemeClr val="accent1"/>
                          </a:solidFill>
                          <a:latin typeface="Montserrat Light" panose="00000400000000000000" pitchFamily="50" charset="0"/>
                        </a:rPr>
                        <a:t>$700</a:t>
                      </a:r>
                    </a:p>
                  </a:txBody>
                  <a:tcPr marL="137160" marR="137160" marT="0" marB="0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683079">
                <a:tc>
                  <a:txBody>
                    <a:bodyPr/>
                    <a:lstStyle/>
                    <a:p>
                      <a:pPr algn="ctr" rtl="1">
                        <a:lnSpc>
                          <a:spcPct val="150000"/>
                        </a:lnSpc>
                      </a:pPr>
                      <a:r>
                        <a:rPr lang="en-US" sz="1000" b="0" dirty="0">
                          <a:solidFill>
                            <a:schemeClr val="tx2"/>
                          </a:solidFill>
                          <a:latin typeface="Montserrat Light" panose="00000400000000000000" pitchFamily="50" charset="0"/>
                        </a:rPr>
                        <a:t>03</a:t>
                      </a:r>
                    </a:p>
                  </a:txBody>
                  <a:tcPr marL="137160" marR="137160" marT="0" marB="0" anchor="ctr">
                    <a:lnL w="12700" cmpd="sng">
                      <a:noFill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1828800" rtl="1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100" b="0" dirty="0">
                          <a:solidFill>
                            <a:schemeClr val="tx2"/>
                          </a:solidFill>
                          <a:latin typeface="Montserrat Light" panose="00000400000000000000" pitchFamily="50" charset="0"/>
                        </a:rPr>
                        <a:t>Branding</a:t>
                      </a:r>
                    </a:p>
                  </a:txBody>
                  <a:tcPr marL="137160" marR="137160" marT="0" marB="0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50000"/>
                        </a:lnSpc>
                      </a:pPr>
                      <a:r>
                        <a:rPr lang="en-US" sz="1000" b="0" dirty="0">
                          <a:solidFill>
                            <a:schemeClr val="tx2"/>
                          </a:solidFill>
                          <a:latin typeface="Montserrat Light" panose="00000400000000000000" pitchFamily="50" charset="0"/>
                        </a:rPr>
                        <a:t>1</a:t>
                      </a:r>
                    </a:p>
                  </a:txBody>
                  <a:tcPr marL="137160" marR="137160" marT="0" marB="0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50000"/>
                        </a:lnSpc>
                      </a:pPr>
                      <a:r>
                        <a:rPr lang="en-US" sz="1000" b="0" dirty="0">
                          <a:solidFill>
                            <a:schemeClr val="accent1"/>
                          </a:solidFill>
                          <a:latin typeface="Montserrat Light" panose="00000400000000000000" pitchFamily="50" charset="0"/>
                        </a:rPr>
                        <a:t>$3,500</a:t>
                      </a:r>
                    </a:p>
                  </a:txBody>
                  <a:tcPr marL="137160" marR="137160" marT="0" marB="0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683079">
                <a:tc>
                  <a:txBody>
                    <a:bodyPr/>
                    <a:lstStyle/>
                    <a:p>
                      <a:pPr algn="ctr" rtl="1">
                        <a:lnSpc>
                          <a:spcPct val="150000"/>
                        </a:lnSpc>
                      </a:pPr>
                      <a:r>
                        <a:rPr lang="en-US" sz="1000" b="0" dirty="0">
                          <a:solidFill>
                            <a:schemeClr val="tx2"/>
                          </a:solidFill>
                          <a:latin typeface="Montserrat Light" panose="00000400000000000000" pitchFamily="50" charset="0"/>
                        </a:rPr>
                        <a:t>04</a:t>
                      </a:r>
                    </a:p>
                  </a:txBody>
                  <a:tcPr marL="137160" marR="137160" marT="0" marB="0" anchor="ctr">
                    <a:lnL w="12700" cmpd="sng">
                      <a:noFill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1828800" rtl="1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100" b="0" dirty="0">
                          <a:solidFill>
                            <a:schemeClr val="tx2"/>
                          </a:solidFill>
                          <a:latin typeface="Montserrat Light" panose="00000400000000000000" pitchFamily="50" charset="0"/>
                        </a:rPr>
                        <a:t>Email Marketing</a:t>
                      </a:r>
                    </a:p>
                  </a:txBody>
                  <a:tcPr marL="137160" marR="137160" marT="0" marB="0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50000"/>
                        </a:lnSpc>
                      </a:pPr>
                      <a:r>
                        <a:rPr lang="en-US" sz="1000" b="0" dirty="0">
                          <a:solidFill>
                            <a:schemeClr val="tx2"/>
                          </a:solidFill>
                          <a:latin typeface="Montserrat Light" panose="00000400000000000000" pitchFamily="50" charset="0"/>
                        </a:rPr>
                        <a:t>1</a:t>
                      </a:r>
                    </a:p>
                  </a:txBody>
                  <a:tcPr marL="137160" marR="137160" marT="0" marB="0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50000"/>
                        </a:lnSpc>
                      </a:pPr>
                      <a:r>
                        <a:rPr lang="en-US" sz="1000" b="0" dirty="0">
                          <a:solidFill>
                            <a:schemeClr val="accent1"/>
                          </a:solidFill>
                          <a:latin typeface="Montserrat Light" panose="00000400000000000000" pitchFamily="50" charset="0"/>
                        </a:rPr>
                        <a:t>$800</a:t>
                      </a:r>
                    </a:p>
                  </a:txBody>
                  <a:tcPr marL="137160" marR="137160" marT="0" marB="0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592749">
                <a:tc gridSpan="3">
                  <a:txBody>
                    <a:bodyPr/>
                    <a:lstStyle/>
                    <a:p>
                      <a:pPr algn="ctr" rtl="1">
                        <a:lnSpc>
                          <a:spcPct val="150000"/>
                        </a:lnSpc>
                      </a:pPr>
                      <a:r>
                        <a:rPr lang="ar-SA" sz="1000" b="1" dirty="0" err="1">
                          <a:solidFill>
                            <a:schemeClr val="accent4"/>
                          </a:solidFill>
                          <a:latin typeface="Montserrat SemiBold" panose="00000700000000000000" pitchFamily="50" charset="0"/>
                        </a:rPr>
                        <a:t>الممجموع</a:t>
                      </a:r>
                      <a:endParaRPr lang="en-US" sz="1000" b="1" dirty="0">
                        <a:solidFill>
                          <a:schemeClr val="accent4"/>
                        </a:solidFill>
                        <a:latin typeface="Montserrat SemiBold" panose="00000700000000000000" pitchFamily="50" charset="0"/>
                      </a:endParaRPr>
                    </a:p>
                  </a:txBody>
                  <a:tcPr marL="137160" marR="137160" marT="0" marB="0" anchor="ctr">
                    <a:lnL w="12700" cmpd="sng">
                      <a:noFill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1828800" rtl="0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2200" b="1" dirty="0">
                        <a:solidFill>
                          <a:schemeClr val="accent2"/>
                        </a:solidFill>
                        <a:latin typeface="Montserrat SemiBold" panose="00000700000000000000" pitchFamily="50" charset="0"/>
                      </a:endParaRPr>
                    </a:p>
                  </a:txBody>
                  <a:tcPr marL="274320" marR="274320" marT="91440" marB="91440" anchor="ctr">
                    <a:lnL w="9525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endParaRPr lang="en-US" sz="2000" dirty="0">
                        <a:solidFill>
                          <a:schemeClr val="accent2"/>
                        </a:solidFill>
                        <a:latin typeface="Montserrat Light" panose="00000400000000000000" pitchFamily="50" charset="0"/>
                      </a:endParaRPr>
                    </a:p>
                  </a:txBody>
                  <a:tcPr marL="274320" marR="274320" marT="91440" marB="91440" anchor="ctr">
                    <a:lnL w="9525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50000"/>
                        </a:lnSpc>
                      </a:pPr>
                      <a:r>
                        <a:rPr lang="en-US" sz="1000" b="1" dirty="0">
                          <a:solidFill>
                            <a:schemeClr val="accent4"/>
                          </a:solidFill>
                          <a:latin typeface="Montserrat SemiBold" panose="00000700000000000000" pitchFamily="50" charset="0"/>
                        </a:rPr>
                        <a:t>$11,000</a:t>
                      </a:r>
                    </a:p>
                  </a:txBody>
                  <a:tcPr marL="137160" marR="137160" marT="0" marB="0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592749">
                <a:tc gridSpan="3">
                  <a:txBody>
                    <a:bodyPr/>
                    <a:lstStyle/>
                    <a:p>
                      <a:pPr algn="ctr" rtl="1">
                        <a:lnSpc>
                          <a:spcPct val="150000"/>
                        </a:lnSpc>
                      </a:pPr>
                      <a:r>
                        <a:rPr lang="ar-SA" sz="1000" b="1" dirty="0">
                          <a:solidFill>
                            <a:schemeClr val="accent4"/>
                          </a:solidFill>
                          <a:latin typeface="Montserrat SemiBold" panose="00000700000000000000" pitchFamily="50" charset="0"/>
                        </a:rPr>
                        <a:t>ضريبة القيمة المضافة</a:t>
                      </a:r>
                      <a:endParaRPr lang="en-US" sz="1000" b="1" dirty="0">
                        <a:solidFill>
                          <a:schemeClr val="accent4"/>
                        </a:solidFill>
                        <a:latin typeface="Montserrat SemiBold" panose="00000700000000000000" pitchFamily="50" charset="0"/>
                      </a:endParaRPr>
                    </a:p>
                  </a:txBody>
                  <a:tcPr marL="137160" marR="137160" marT="0" marB="0" anchor="ctr">
                    <a:lnL w="12700" cmpd="sng">
                      <a:noFill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1828800" rtl="0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2200" b="1" dirty="0">
                        <a:solidFill>
                          <a:schemeClr val="accent2"/>
                        </a:solidFill>
                        <a:latin typeface="Montserrat SemiBold" panose="00000700000000000000" pitchFamily="50" charset="0"/>
                      </a:endParaRPr>
                    </a:p>
                  </a:txBody>
                  <a:tcPr marL="274320" marR="274320" marT="91440" marB="91440" anchor="ctr">
                    <a:lnL w="9525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endParaRPr lang="en-US" sz="2000" dirty="0">
                        <a:solidFill>
                          <a:schemeClr val="accent2"/>
                        </a:solidFill>
                        <a:latin typeface="Montserrat Light" panose="00000400000000000000" pitchFamily="50" charset="0"/>
                      </a:endParaRPr>
                    </a:p>
                  </a:txBody>
                  <a:tcPr marL="274320" marR="274320" marT="91440" marB="91440" anchor="ctr">
                    <a:lnL w="9525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50000"/>
                        </a:lnSpc>
                      </a:pPr>
                      <a:r>
                        <a:rPr lang="en-US" sz="1000" dirty="0">
                          <a:solidFill>
                            <a:schemeClr val="accent4"/>
                          </a:solidFill>
                          <a:latin typeface="Montserrat SemiBold" panose="00000700000000000000" pitchFamily="50" charset="0"/>
                        </a:rPr>
                        <a:t>$3,300</a:t>
                      </a:r>
                    </a:p>
                  </a:txBody>
                  <a:tcPr marL="137160" marR="137160" marT="0" marB="0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592749">
                <a:tc gridSpan="3">
                  <a:txBody>
                    <a:bodyPr/>
                    <a:lstStyle/>
                    <a:p>
                      <a:pPr algn="ctr" rtl="1">
                        <a:lnSpc>
                          <a:spcPct val="150000"/>
                        </a:lnSpc>
                      </a:pPr>
                      <a:r>
                        <a:rPr lang="ar-SA" sz="1200" b="1" dirty="0">
                          <a:solidFill>
                            <a:schemeClr val="accent4"/>
                          </a:solidFill>
                          <a:latin typeface="Montserrat SemiBold" panose="00000700000000000000" pitchFamily="50" charset="0"/>
                        </a:rPr>
                        <a:t>المجموع مع الضريبة</a:t>
                      </a:r>
                      <a:endParaRPr lang="en-US" sz="1200" b="1" dirty="0">
                        <a:solidFill>
                          <a:schemeClr val="accent4"/>
                        </a:solidFill>
                        <a:latin typeface="Montserrat SemiBold" panose="00000700000000000000" pitchFamily="50" charset="0"/>
                      </a:endParaRPr>
                    </a:p>
                  </a:txBody>
                  <a:tcPr marL="137160" marR="137160" marT="0" marB="0" anchor="ctr"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50000"/>
                        </a:lnSpc>
                      </a:pPr>
                      <a:r>
                        <a:rPr lang="en-US" sz="1200" dirty="0">
                          <a:solidFill>
                            <a:schemeClr val="accent4"/>
                          </a:solidFill>
                          <a:latin typeface="Montserrat SemiBold" panose="00000700000000000000" pitchFamily="50" charset="0"/>
                        </a:rPr>
                        <a:t>$14,300</a:t>
                      </a:r>
                    </a:p>
                  </a:txBody>
                  <a:tcPr marL="137160" marR="137160" marT="0" marB="0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8" name="TextBox 7">
            <a:extLst>
              <a:ext uri="{FF2B5EF4-FFF2-40B4-BE49-F238E27FC236}">
                <a16:creationId xmlns:a16="http://schemas.microsoft.com/office/drawing/2014/main" id="{C084F1CE-67DD-A6F4-BD1D-3CEE48772EAE}"/>
              </a:ext>
            </a:extLst>
          </p:cNvPr>
          <p:cNvSpPr txBox="1"/>
          <p:nvPr/>
        </p:nvSpPr>
        <p:spPr>
          <a:xfrm>
            <a:off x="7741084" y="788751"/>
            <a:ext cx="384131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 rtl="1"/>
            <a:r>
              <a:rPr lang="ar-SA" sz="3200" dirty="0">
                <a:solidFill>
                  <a:schemeClr val="tx2"/>
                </a:solidFill>
                <a:latin typeface="IBM Plex Sans Arabic" panose="020B0803050203000203" pitchFamily="34" charset="-78"/>
                <a:cs typeface="IBM Plex Sans Arabic" panose="020B0803050203000203" pitchFamily="34" charset="-78"/>
              </a:rPr>
              <a:t>عنوان رئيسي </a:t>
            </a:r>
            <a:endParaRPr lang="en-SA" sz="3200" dirty="0">
              <a:solidFill>
                <a:schemeClr val="tx2"/>
              </a:solidFill>
              <a:latin typeface="IBM Plex Sans Arabic" panose="020B0803050203000203" pitchFamily="34" charset="-78"/>
              <a:cs typeface="IBM Plex Sans Arabic" panose="020B0803050203000203" pitchFamily="34" charset="-78"/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4D867B4A-3850-0633-3A8E-CF75BE8FD47E}"/>
              </a:ext>
            </a:extLst>
          </p:cNvPr>
          <p:cNvSpPr txBox="1"/>
          <p:nvPr/>
        </p:nvSpPr>
        <p:spPr>
          <a:xfrm>
            <a:off x="7549489" y="1373526"/>
            <a:ext cx="418957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 rtl="1"/>
            <a:r>
              <a:rPr lang="ar-SA" sz="3200" dirty="0">
                <a:latin typeface="RB" pitchFamily="2" charset="-78"/>
                <a:cs typeface="RB" pitchFamily="2" charset="-78"/>
              </a:rPr>
              <a:t>عنوان فرعي</a:t>
            </a:r>
            <a:endParaRPr lang="en-SA" sz="3200" dirty="0">
              <a:latin typeface="RB" pitchFamily="2" charset="-78"/>
              <a:cs typeface="RB" pitchFamily="2" charset="-78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319C9123-533F-1168-EE6F-D7903AD4C029}"/>
              </a:ext>
            </a:extLst>
          </p:cNvPr>
          <p:cNvSpPr txBox="1"/>
          <p:nvPr/>
        </p:nvSpPr>
        <p:spPr>
          <a:xfrm>
            <a:off x="8054236" y="2196049"/>
            <a:ext cx="3684824" cy="156966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50800" algn="justLow" rtl="1">
              <a:spcBef>
                <a:spcPts val="1000"/>
              </a:spcBef>
              <a:buClr>
                <a:schemeClr val="dk2"/>
              </a:buClr>
              <a:buSzPts val="2800"/>
            </a:pPr>
            <a:r>
              <a:rPr lang="ar-SA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 </a:t>
            </a:r>
            <a:r>
              <a:rPr lang="ar-SA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</a:t>
            </a:r>
            <a:endParaRPr lang="ar-SA" sz="1600" u="none" strike="noStrike" cap="none" dirty="0">
              <a:solidFill>
                <a:schemeClr val="tx1">
                  <a:lumMod val="90000"/>
                  <a:lumOff val="10000"/>
                </a:schemeClr>
              </a:solidFill>
              <a:latin typeface="Tajawal" pitchFamily="2" charset="-78"/>
              <a:ea typeface="Readex Pro Deca"/>
              <a:cs typeface="Tajawal" pitchFamily="2" charset="-78"/>
              <a:sym typeface="Readex Pro"/>
            </a:endParaRPr>
          </a:p>
        </p:txBody>
      </p:sp>
    </p:spTree>
    <p:extLst>
      <p:ext uri="{BB962C8B-B14F-4D97-AF65-F5344CB8AC3E}">
        <p14:creationId xmlns:p14="http://schemas.microsoft.com/office/powerpoint/2010/main" val="206236172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 advClick="0"/>
    </mc:Choice>
    <mc:Fallback xmlns="">
      <p:transition advClick="0"/>
    </mc:Fallback>
  </mc:AlternateContent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Table 5">
            <a:extLst>
              <a:ext uri="{FF2B5EF4-FFF2-40B4-BE49-F238E27FC236}">
                <a16:creationId xmlns:a16="http://schemas.microsoft.com/office/drawing/2014/main" id="{10D05664-0338-A378-52E1-B16473D82C0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80244823"/>
              </p:ext>
            </p:extLst>
          </p:nvPr>
        </p:nvGraphicFramePr>
        <p:xfrm>
          <a:off x="1375719" y="1995891"/>
          <a:ext cx="9940155" cy="3525615"/>
        </p:xfrm>
        <a:graphic>
          <a:graphicData uri="http://schemas.openxmlformats.org/drawingml/2006/table">
            <a:tbl>
              <a:tblPr rtl="1" firstRow="1" bandRow="1">
                <a:tableStyleId>{5C22544A-7EE6-4342-B048-85BDC9FD1C3A}</a:tableStyleId>
              </a:tblPr>
              <a:tblGrid>
                <a:gridCol w="47852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32714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13447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505047">
                <a:tc gridSpan="3">
                  <a:txBody>
                    <a:bodyPr/>
                    <a:lstStyle/>
                    <a:p>
                      <a:pPr algn="r" rtl="1"/>
                      <a:r>
                        <a:rPr lang="ar-SA" sz="1300" b="1" i="0" cap="all" spc="0" baseline="0" dirty="0">
                          <a:latin typeface="SST Arabic" panose="020B0504030504020204" pitchFamily="34" charset="-78"/>
                          <a:cs typeface="SST Arabic" panose="020B0504030504020204" pitchFamily="34" charset="-78"/>
                        </a:rPr>
                        <a:t>عنوان الجدول </a:t>
                      </a:r>
                      <a:endParaRPr lang="en-US" sz="1300" b="1" i="0" cap="all" spc="0" baseline="0" dirty="0">
                        <a:latin typeface="SST Arabic" panose="020B0504030504020204" pitchFamily="34" charset="-78"/>
                        <a:cs typeface="SST Arabic" panose="020B0504030504020204" pitchFamily="34" charset="-78"/>
                      </a:endParaRPr>
                    </a:p>
                  </a:txBody>
                  <a:tcPr marL="137160" marR="137160" anchor="ctr">
                    <a:lnB w="38100" cmpd="sng">
                      <a:noFill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680347">
                <a:tc>
                  <a:txBody>
                    <a:bodyPr/>
                    <a:lstStyle/>
                    <a:p>
                      <a:pPr algn="r" rtl="1">
                        <a:lnSpc>
                          <a:spcPct val="150000"/>
                        </a:lnSpc>
                      </a:pPr>
                      <a:r>
                        <a:rPr lang="en-US" sz="1000" b="1" dirty="0">
                          <a:solidFill>
                            <a:schemeClr val="tx2"/>
                          </a:solidFill>
                          <a:latin typeface="Montserrat SemiBold" panose="00000700000000000000" pitchFamily="50" charset="0"/>
                        </a:rPr>
                        <a:t>01</a:t>
                      </a:r>
                    </a:p>
                  </a:txBody>
                  <a:tcPr marL="137160" marR="137160" anchor="ctr">
                    <a:lnL w="12700" cmpd="sng">
                      <a:noFill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mpd="sng">
                      <a:noFill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1828800" rtl="1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SA" sz="1100" b="0" i="0" dirty="0">
                          <a:solidFill>
                            <a:schemeClr val="tx2"/>
                          </a:solidFill>
                          <a:latin typeface="SST Arabic Light" panose="020B0304030504020204" pitchFamily="34" charset="-78"/>
                          <a:cs typeface="SST Arabic Light" panose="020B0304030504020204" pitchFamily="34" charset="-78"/>
                        </a:rPr>
                        <a:t>وصف خدمة هنا استبدل النص </a:t>
                      </a:r>
                      <a:endParaRPr lang="en-US" sz="1100" b="0" i="0" dirty="0">
                        <a:solidFill>
                          <a:schemeClr val="tx2"/>
                        </a:solidFill>
                        <a:latin typeface="SST Arabic Light" panose="020B0304030504020204" pitchFamily="34" charset="-78"/>
                        <a:cs typeface="SST Arabic Light" panose="020B0304030504020204" pitchFamily="34" charset="-78"/>
                      </a:endParaRPr>
                    </a:p>
                  </a:txBody>
                  <a:tcPr marL="137160" marR="137160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mpd="sng">
                      <a:noFill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1828800" rtl="1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SA" sz="1000" dirty="0">
                          <a:solidFill>
                            <a:schemeClr val="tx2"/>
                          </a:solidFill>
                          <a:latin typeface="SST Arabic Light" panose="020B0304030504020204" pitchFamily="34" charset="-78"/>
                          <a:cs typeface="SST Arabic Light" panose="020B0304030504020204" pitchFamily="34" charset="-78"/>
                        </a:rPr>
                        <a:t>و هنالك العديد من الأنواع المتوفرة لنصوص </a:t>
                      </a:r>
                      <a:r>
                        <a:rPr lang="ar-SA" sz="1000" dirty="0" err="1">
                          <a:solidFill>
                            <a:schemeClr val="tx2"/>
                          </a:solidFill>
                          <a:latin typeface="SST Arabic Light" panose="020B0304030504020204" pitchFamily="34" charset="-78"/>
                          <a:cs typeface="SST Arabic Light" panose="020B0304030504020204" pitchFamily="34" charset="-78"/>
                        </a:rPr>
                        <a:t>لوريم</a:t>
                      </a:r>
                      <a:r>
                        <a:rPr lang="ar-SA" sz="1000" dirty="0">
                          <a:solidFill>
                            <a:schemeClr val="tx2"/>
                          </a:solidFill>
                          <a:latin typeface="SST Arabic Light" panose="020B0304030504020204" pitchFamily="34" charset="-78"/>
                          <a:cs typeface="SST Arabic Light" panose="020B0304030504020204" pitchFamily="34" charset="-78"/>
                        </a:rPr>
                        <a:t> </a:t>
                      </a:r>
                      <a:r>
                        <a:rPr lang="ar-SA" sz="1000" dirty="0" err="1">
                          <a:solidFill>
                            <a:schemeClr val="tx2"/>
                          </a:solidFill>
                          <a:latin typeface="SST Arabic Light" panose="020B0304030504020204" pitchFamily="34" charset="-78"/>
                          <a:cs typeface="SST Arabic Light" panose="020B0304030504020204" pitchFamily="34" charset="-78"/>
                        </a:rPr>
                        <a:t>إيبسوم</a:t>
                      </a:r>
                      <a:r>
                        <a:rPr lang="ar-SA" sz="1000" dirty="0">
                          <a:solidFill>
                            <a:schemeClr val="tx2"/>
                          </a:solidFill>
                          <a:latin typeface="SST Arabic Light" panose="020B0304030504020204" pitchFamily="34" charset="-78"/>
                          <a:cs typeface="SST Arabic Light" panose="020B0304030504020204" pitchFamily="34" charset="-78"/>
                        </a:rPr>
                        <a:t>، ولكن الغالبية تم تعديلها بشكل ما عبر إدخال بعض النوادر أو الكلمات العشوائية إلى النص. إن كنت تريد أن تستخدم نص </a:t>
                      </a:r>
                      <a:r>
                        <a:rPr lang="ar-SA" sz="1000" dirty="0" err="1">
                          <a:solidFill>
                            <a:schemeClr val="tx2"/>
                          </a:solidFill>
                          <a:latin typeface="SST Arabic Light" panose="020B0304030504020204" pitchFamily="34" charset="-78"/>
                          <a:cs typeface="SST Arabic Light" panose="020B0304030504020204" pitchFamily="34" charset="-78"/>
                        </a:rPr>
                        <a:t>لوريم</a:t>
                      </a:r>
                      <a:r>
                        <a:rPr lang="ar-SA" sz="1000" dirty="0">
                          <a:solidFill>
                            <a:schemeClr val="tx2"/>
                          </a:solidFill>
                          <a:latin typeface="SST Arabic Light" panose="020B0304030504020204" pitchFamily="34" charset="-78"/>
                          <a:cs typeface="SST Arabic Light" panose="020B0304030504020204" pitchFamily="34" charset="-78"/>
                        </a:rPr>
                        <a:t> </a:t>
                      </a:r>
                      <a:r>
                        <a:rPr lang="ar-SA" sz="1000" dirty="0" err="1">
                          <a:solidFill>
                            <a:schemeClr val="tx2"/>
                          </a:solidFill>
                          <a:latin typeface="SST Arabic Light" panose="020B0304030504020204" pitchFamily="34" charset="-78"/>
                          <a:cs typeface="SST Arabic Light" panose="020B0304030504020204" pitchFamily="34" charset="-78"/>
                        </a:rPr>
                        <a:t>إيبسوم</a:t>
                      </a:r>
                      <a:r>
                        <a:rPr lang="ar-SA" sz="1000" dirty="0">
                          <a:solidFill>
                            <a:schemeClr val="tx2"/>
                          </a:solidFill>
                          <a:latin typeface="SST Arabic Light" panose="020B0304030504020204" pitchFamily="34" charset="-78"/>
                          <a:cs typeface="SST Arabic Light" panose="020B0304030504020204" pitchFamily="34" charset="-78"/>
                        </a:rPr>
                        <a:t> ما، عليك أن و هنالك العديد من الأنواع المتوفرة لنصوص </a:t>
                      </a:r>
                      <a:r>
                        <a:rPr lang="ar-SA" sz="1000" dirty="0" err="1">
                          <a:solidFill>
                            <a:schemeClr val="tx2"/>
                          </a:solidFill>
                          <a:latin typeface="SST Arabic Light" panose="020B0304030504020204" pitchFamily="34" charset="-78"/>
                          <a:cs typeface="SST Arabic Light" panose="020B0304030504020204" pitchFamily="34" charset="-78"/>
                        </a:rPr>
                        <a:t>لوريم</a:t>
                      </a:r>
                      <a:r>
                        <a:rPr lang="ar-SA" sz="1000" dirty="0">
                          <a:solidFill>
                            <a:schemeClr val="tx2"/>
                          </a:solidFill>
                          <a:latin typeface="SST Arabic Light" panose="020B0304030504020204" pitchFamily="34" charset="-78"/>
                          <a:cs typeface="SST Arabic Light" panose="020B0304030504020204" pitchFamily="34" charset="-78"/>
                        </a:rPr>
                        <a:t> </a:t>
                      </a:r>
                      <a:r>
                        <a:rPr lang="ar-SA" sz="1000" dirty="0" err="1">
                          <a:solidFill>
                            <a:schemeClr val="tx2"/>
                          </a:solidFill>
                          <a:latin typeface="SST Arabic Light" panose="020B0304030504020204" pitchFamily="34" charset="-78"/>
                          <a:cs typeface="SST Arabic Light" panose="020B0304030504020204" pitchFamily="34" charset="-78"/>
                        </a:rPr>
                        <a:t>إيبسوم</a:t>
                      </a:r>
                      <a:r>
                        <a:rPr lang="ar-SA" sz="1000" dirty="0">
                          <a:solidFill>
                            <a:schemeClr val="tx2"/>
                          </a:solidFill>
                          <a:latin typeface="SST Arabic Light" panose="020B0304030504020204" pitchFamily="34" charset="-78"/>
                          <a:cs typeface="SST Arabic Light" panose="020B0304030504020204" pitchFamily="34" charset="-78"/>
                        </a:rPr>
                        <a:t>، ولكن الغالبية تم تعديلها</a:t>
                      </a:r>
                    </a:p>
                  </a:txBody>
                  <a:tcPr marL="137160" marR="137160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38100" cmpd="sng">
                      <a:noFill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680347">
                <a:tc>
                  <a:txBody>
                    <a:bodyPr/>
                    <a:lstStyle/>
                    <a:p>
                      <a:pPr algn="r" rtl="1">
                        <a:lnSpc>
                          <a:spcPct val="150000"/>
                        </a:lnSpc>
                      </a:pPr>
                      <a:r>
                        <a:rPr lang="en-US" sz="1000" b="1" dirty="0">
                          <a:solidFill>
                            <a:schemeClr val="tx2"/>
                          </a:solidFill>
                          <a:latin typeface="Montserrat SemiBold" panose="00000700000000000000" pitchFamily="50" charset="0"/>
                        </a:rPr>
                        <a:t>02</a:t>
                      </a:r>
                    </a:p>
                  </a:txBody>
                  <a:tcPr marL="137160" marR="137160" anchor="ctr">
                    <a:lnL w="12700" cmpd="sng">
                      <a:noFill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1828800" rtl="1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SA" sz="1100" b="0" i="0" dirty="0">
                          <a:solidFill>
                            <a:schemeClr val="tx2"/>
                          </a:solidFill>
                          <a:latin typeface="SST Arabic Light" panose="020B0304030504020204" pitchFamily="34" charset="-78"/>
                          <a:cs typeface="SST Arabic Light" panose="020B0304030504020204" pitchFamily="34" charset="-78"/>
                        </a:rPr>
                        <a:t>وصف خدمة هنا استبدل النص </a:t>
                      </a:r>
                      <a:endParaRPr lang="en-US" sz="1100" b="0" i="0" dirty="0">
                        <a:solidFill>
                          <a:schemeClr val="tx2"/>
                        </a:solidFill>
                        <a:latin typeface="SST Arabic Light" panose="020B0304030504020204" pitchFamily="34" charset="-78"/>
                        <a:cs typeface="SST Arabic Light" panose="020B0304030504020204" pitchFamily="34" charset="-78"/>
                      </a:endParaRPr>
                    </a:p>
                  </a:txBody>
                  <a:tcPr marL="137160" marR="137160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SA" sz="1000" dirty="0">
                          <a:solidFill>
                            <a:schemeClr val="tx2"/>
                          </a:solidFill>
                          <a:latin typeface="SST Arabic Light" panose="020B0304030504020204" pitchFamily="34" charset="-78"/>
                          <a:cs typeface="SST Arabic Light" panose="020B0304030504020204" pitchFamily="34" charset="-78"/>
                        </a:rPr>
                        <a:t>و هنالك العديد من الأنواع المتوفرة لنصوص </a:t>
                      </a:r>
                      <a:r>
                        <a:rPr lang="ar-SA" sz="1000" dirty="0" err="1">
                          <a:solidFill>
                            <a:schemeClr val="tx2"/>
                          </a:solidFill>
                          <a:latin typeface="SST Arabic Light" panose="020B0304030504020204" pitchFamily="34" charset="-78"/>
                          <a:cs typeface="SST Arabic Light" panose="020B0304030504020204" pitchFamily="34" charset="-78"/>
                        </a:rPr>
                        <a:t>لوريم</a:t>
                      </a:r>
                      <a:r>
                        <a:rPr lang="ar-SA" sz="1000" dirty="0">
                          <a:solidFill>
                            <a:schemeClr val="tx2"/>
                          </a:solidFill>
                          <a:latin typeface="SST Arabic Light" panose="020B0304030504020204" pitchFamily="34" charset="-78"/>
                          <a:cs typeface="SST Arabic Light" panose="020B0304030504020204" pitchFamily="34" charset="-78"/>
                        </a:rPr>
                        <a:t> </a:t>
                      </a:r>
                      <a:r>
                        <a:rPr lang="ar-SA" sz="1000" dirty="0" err="1">
                          <a:solidFill>
                            <a:schemeClr val="tx2"/>
                          </a:solidFill>
                          <a:latin typeface="SST Arabic Light" panose="020B0304030504020204" pitchFamily="34" charset="-78"/>
                          <a:cs typeface="SST Arabic Light" panose="020B0304030504020204" pitchFamily="34" charset="-78"/>
                        </a:rPr>
                        <a:t>إيبسوم</a:t>
                      </a:r>
                      <a:r>
                        <a:rPr lang="ar-SA" sz="1000" dirty="0">
                          <a:solidFill>
                            <a:schemeClr val="tx2"/>
                          </a:solidFill>
                          <a:latin typeface="SST Arabic Light" panose="020B0304030504020204" pitchFamily="34" charset="-78"/>
                          <a:cs typeface="SST Arabic Light" panose="020B0304030504020204" pitchFamily="34" charset="-78"/>
                        </a:rPr>
                        <a:t>، ولكن الغالبية تم تعديلها بشكل ما عبر إدخال بعض النوادر أو الكلمات العشوائية إلى النص. إن كنت تريد أن تستخدم نص </a:t>
                      </a:r>
                      <a:r>
                        <a:rPr lang="ar-SA" sz="1000" dirty="0" err="1">
                          <a:solidFill>
                            <a:schemeClr val="tx2"/>
                          </a:solidFill>
                          <a:latin typeface="SST Arabic Light" panose="020B0304030504020204" pitchFamily="34" charset="-78"/>
                          <a:cs typeface="SST Arabic Light" panose="020B0304030504020204" pitchFamily="34" charset="-78"/>
                        </a:rPr>
                        <a:t>لوريم</a:t>
                      </a:r>
                      <a:r>
                        <a:rPr lang="ar-SA" sz="1000" dirty="0">
                          <a:solidFill>
                            <a:schemeClr val="tx2"/>
                          </a:solidFill>
                          <a:latin typeface="SST Arabic Light" panose="020B0304030504020204" pitchFamily="34" charset="-78"/>
                          <a:cs typeface="SST Arabic Light" panose="020B0304030504020204" pitchFamily="34" charset="-78"/>
                        </a:rPr>
                        <a:t> </a:t>
                      </a:r>
                      <a:r>
                        <a:rPr lang="ar-SA" sz="1000" dirty="0" err="1">
                          <a:solidFill>
                            <a:schemeClr val="tx2"/>
                          </a:solidFill>
                          <a:latin typeface="SST Arabic Light" panose="020B0304030504020204" pitchFamily="34" charset="-78"/>
                          <a:cs typeface="SST Arabic Light" panose="020B0304030504020204" pitchFamily="34" charset="-78"/>
                        </a:rPr>
                        <a:t>إيبسوم</a:t>
                      </a:r>
                      <a:r>
                        <a:rPr lang="ar-SA" sz="1000" dirty="0">
                          <a:solidFill>
                            <a:schemeClr val="tx2"/>
                          </a:solidFill>
                          <a:latin typeface="SST Arabic Light" panose="020B0304030504020204" pitchFamily="34" charset="-78"/>
                          <a:cs typeface="SST Arabic Light" panose="020B0304030504020204" pitchFamily="34" charset="-78"/>
                        </a:rPr>
                        <a:t> ما، عليك أن و هنالك العديد من الأنواع المتوفرة لنصوص </a:t>
                      </a:r>
                      <a:r>
                        <a:rPr lang="ar-SA" sz="1000" dirty="0" err="1">
                          <a:solidFill>
                            <a:schemeClr val="tx2"/>
                          </a:solidFill>
                          <a:latin typeface="SST Arabic Light" panose="020B0304030504020204" pitchFamily="34" charset="-78"/>
                          <a:cs typeface="SST Arabic Light" panose="020B0304030504020204" pitchFamily="34" charset="-78"/>
                        </a:rPr>
                        <a:t>لوريم</a:t>
                      </a:r>
                      <a:r>
                        <a:rPr lang="ar-SA" sz="1000" dirty="0">
                          <a:solidFill>
                            <a:schemeClr val="tx2"/>
                          </a:solidFill>
                          <a:latin typeface="SST Arabic Light" panose="020B0304030504020204" pitchFamily="34" charset="-78"/>
                          <a:cs typeface="SST Arabic Light" panose="020B0304030504020204" pitchFamily="34" charset="-78"/>
                        </a:rPr>
                        <a:t> </a:t>
                      </a:r>
                      <a:r>
                        <a:rPr lang="ar-SA" sz="1000" dirty="0" err="1">
                          <a:solidFill>
                            <a:schemeClr val="tx2"/>
                          </a:solidFill>
                          <a:latin typeface="SST Arabic Light" panose="020B0304030504020204" pitchFamily="34" charset="-78"/>
                          <a:cs typeface="SST Arabic Light" panose="020B0304030504020204" pitchFamily="34" charset="-78"/>
                        </a:rPr>
                        <a:t>إيبسوم</a:t>
                      </a:r>
                      <a:r>
                        <a:rPr lang="ar-SA" sz="1000" dirty="0">
                          <a:solidFill>
                            <a:schemeClr val="tx2"/>
                          </a:solidFill>
                          <a:latin typeface="SST Arabic Light" panose="020B0304030504020204" pitchFamily="34" charset="-78"/>
                          <a:cs typeface="SST Arabic Light" panose="020B0304030504020204" pitchFamily="34" charset="-78"/>
                        </a:rPr>
                        <a:t>، ولكن الغالبية تم تعديلها</a:t>
                      </a:r>
                    </a:p>
                  </a:txBody>
                  <a:tcPr marL="137160" marR="137160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680347">
                <a:tc>
                  <a:txBody>
                    <a:bodyPr/>
                    <a:lstStyle/>
                    <a:p>
                      <a:pPr algn="r" rtl="1">
                        <a:lnSpc>
                          <a:spcPct val="150000"/>
                        </a:lnSpc>
                      </a:pPr>
                      <a:r>
                        <a:rPr lang="en-US" sz="1000" b="1" dirty="0">
                          <a:solidFill>
                            <a:schemeClr val="tx2"/>
                          </a:solidFill>
                          <a:latin typeface="Montserrat SemiBold" panose="00000700000000000000" pitchFamily="50" charset="0"/>
                        </a:rPr>
                        <a:t>03</a:t>
                      </a:r>
                    </a:p>
                  </a:txBody>
                  <a:tcPr marL="137160" marR="137160" anchor="ctr">
                    <a:lnL w="12700" cmpd="sng">
                      <a:noFill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1828800" rtl="1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SA" sz="1100" b="0" i="0" dirty="0">
                          <a:solidFill>
                            <a:schemeClr val="tx2"/>
                          </a:solidFill>
                          <a:latin typeface="SST Arabic Light" panose="020B0304030504020204" pitchFamily="34" charset="-78"/>
                          <a:cs typeface="SST Arabic Light" panose="020B0304030504020204" pitchFamily="34" charset="-78"/>
                        </a:rPr>
                        <a:t>وصف خدمة هنا استبدل النص </a:t>
                      </a:r>
                      <a:endParaRPr lang="en-US" sz="1100" b="0" i="0" dirty="0">
                        <a:solidFill>
                          <a:schemeClr val="tx2"/>
                        </a:solidFill>
                        <a:latin typeface="SST Arabic Light" panose="020B0304030504020204" pitchFamily="34" charset="-78"/>
                        <a:cs typeface="SST Arabic Light" panose="020B0304030504020204" pitchFamily="34" charset="-78"/>
                      </a:endParaRPr>
                    </a:p>
                  </a:txBody>
                  <a:tcPr marL="137160" marR="137160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SA" sz="1000" dirty="0">
                          <a:solidFill>
                            <a:schemeClr val="tx2"/>
                          </a:solidFill>
                          <a:latin typeface="SST Arabic Light" panose="020B0304030504020204" pitchFamily="34" charset="-78"/>
                          <a:cs typeface="SST Arabic Light" panose="020B0304030504020204" pitchFamily="34" charset="-78"/>
                        </a:rPr>
                        <a:t>و هنالك العديد من الأنواع المتوفرة لنصوص </a:t>
                      </a:r>
                      <a:r>
                        <a:rPr lang="ar-SA" sz="1000" dirty="0" err="1">
                          <a:solidFill>
                            <a:schemeClr val="tx2"/>
                          </a:solidFill>
                          <a:latin typeface="SST Arabic Light" panose="020B0304030504020204" pitchFamily="34" charset="-78"/>
                          <a:cs typeface="SST Arabic Light" panose="020B0304030504020204" pitchFamily="34" charset="-78"/>
                        </a:rPr>
                        <a:t>لوريم</a:t>
                      </a:r>
                      <a:r>
                        <a:rPr lang="ar-SA" sz="1000" dirty="0">
                          <a:solidFill>
                            <a:schemeClr val="tx2"/>
                          </a:solidFill>
                          <a:latin typeface="SST Arabic Light" panose="020B0304030504020204" pitchFamily="34" charset="-78"/>
                          <a:cs typeface="SST Arabic Light" panose="020B0304030504020204" pitchFamily="34" charset="-78"/>
                        </a:rPr>
                        <a:t> </a:t>
                      </a:r>
                      <a:r>
                        <a:rPr lang="ar-SA" sz="1000" dirty="0" err="1">
                          <a:solidFill>
                            <a:schemeClr val="tx2"/>
                          </a:solidFill>
                          <a:latin typeface="SST Arabic Light" panose="020B0304030504020204" pitchFamily="34" charset="-78"/>
                          <a:cs typeface="SST Arabic Light" panose="020B0304030504020204" pitchFamily="34" charset="-78"/>
                        </a:rPr>
                        <a:t>إيبسوم</a:t>
                      </a:r>
                      <a:r>
                        <a:rPr lang="ar-SA" sz="1000" dirty="0">
                          <a:solidFill>
                            <a:schemeClr val="tx2"/>
                          </a:solidFill>
                          <a:latin typeface="SST Arabic Light" panose="020B0304030504020204" pitchFamily="34" charset="-78"/>
                          <a:cs typeface="SST Arabic Light" panose="020B0304030504020204" pitchFamily="34" charset="-78"/>
                        </a:rPr>
                        <a:t>، ولكن الغالبية تم تعديلها بشكل ما عبر إدخال بعض النوادر أو الكلمات العشوائية إلى النص. إن كنت تريد أن تستخدم نص </a:t>
                      </a:r>
                      <a:r>
                        <a:rPr lang="ar-SA" sz="1000" dirty="0" err="1">
                          <a:solidFill>
                            <a:schemeClr val="tx2"/>
                          </a:solidFill>
                          <a:latin typeface="SST Arabic Light" panose="020B0304030504020204" pitchFamily="34" charset="-78"/>
                          <a:cs typeface="SST Arabic Light" panose="020B0304030504020204" pitchFamily="34" charset="-78"/>
                        </a:rPr>
                        <a:t>لوريم</a:t>
                      </a:r>
                      <a:r>
                        <a:rPr lang="ar-SA" sz="1000" dirty="0">
                          <a:solidFill>
                            <a:schemeClr val="tx2"/>
                          </a:solidFill>
                          <a:latin typeface="SST Arabic Light" panose="020B0304030504020204" pitchFamily="34" charset="-78"/>
                          <a:cs typeface="SST Arabic Light" panose="020B0304030504020204" pitchFamily="34" charset="-78"/>
                        </a:rPr>
                        <a:t> </a:t>
                      </a:r>
                      <a:r>
                        <a:rPr lang="ar-SA" sz="1000" dirty="0" err="1">
                          <a:solidFill>
                            <a:schemeClr val="tx2"/>
                          </a:solidFill>
                          <a:latin typeface="SST Arabic Light" panose="020B0304030504020204" pitchFamily="34" charset="-78"/>
                          <a:cs typeface="SST Arabic Light" panose="020B0304030504020204" pitchFamily="34" charset="-78"/>
                        </a:rPr>
                        <a:t>إيبسوم</a:t>
                      </a:r>
                      <a:r>
                        <a:rPr lang="ar-SA" sz="1000" dirty="0">
                          <a:solidFill>
                            <a:schemeClr val="tx2"/>
                          </a:solidFill>
                          <a:latin typeface="SST Arabic Light" panose="020B0304030504020204" pitchFamily="34" charset="-78"/>
                          <a:cs typeface="SST Arabic Light" panose="020B0304030504020204" pitchFamily="34" charset="-78"/>
                        </a:rPr>
                        <a:t> ما، عليك أن و هنالك العديد من الأنواع المتوفرة لنصوص </a:t>
                      </a:r>
                      <a:r>
                        <a:rPr lang="ar-SA" sz="1000" dirty="0" err="1">
                          <a:solidFill>
                            <a:schemeClr val="tx2"/>
                          </a:solidFill>
                          <a:latin typeface="SST Arabic Light" panose="020B0304030504020204" pitchFamily="34" charset="-78"/>
                          <a:cs typeface="SST Arabic Light" panose="020B0304030504020204" pitchFamily="34" charset="-78"/>
                        </a:rPr>
                        <a:t>لوريم</a:t>
                      </a:r>
                      <a:r>
                        <a:rPr lang="ar-SA" sz="1000" dirty="0">
                          <a:solidFill>
                            <a:schemeClr val="tx2"/>
                          </a:solidFill>
                          <a:latin typeface="SST Arabic Light" panose="020B0304030504020204" pitchFamily="34" charset="-78"/>
                          <a:cs typeface="SST Arabic Light" panose="020B0304030504020204" pitchFamily="34" charset="-78"/>
                        </a:rPr>
                        <a:t> </a:t>
                      </a:r>
                      <a:r>
                        <a:rPr lang="ar-SA" sz="1000" dirty="0" err="1">
                          <a:solidFill>
                            <a:schemeClr val="tx2"/>
                          </a:solidFill>
                          <a:latin typeface="SST Arabic Light" panose="020B0304030504020204" pitchFamily="34" charset="-78"/>
                          <a:cs typeface="SST Arabic Light" panose="020B0304030504020204" pitchFamily="34" charset="-78"/>
                        </a:rPr>
                        <a:t>إيبسوم</a:t>
                      </a:r>
                      <a:r>
                        <a:rPr lang="ar-SA" sz="1000" dirty="0">
                          <a:solidFill>
                            <a:schemeClr val="tx2"/>
                          </a:solidFill>
                          <a:latin typeface="SST Arabic Light" panose="020B0304030504020204" pitchFamily="34" charset="-78"/>
                          <a:cs typeface="SST Arabic Light" panose="020B0304030504020204" pitchFamily="34" charset="-78"/>
                        </a:rPr>
                        <a:t>، ولكن الغالبية تم تعديلها</a:t>
                      </a:r>
                    </a:p>
                  </a:txBody>
                  <a:tcPr marL="137160" marR="137160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680347">
                <a:tc>
                  <a:txBody>
                    <a:bodyPr/>
                    <a:lstStyle/>
                    <a:p>
                      <a:pPr algn="r" rtl="1">
                        <a:lnSpc>
                          <a:spcPct val="150000"/>
                        </a:lnSpc>
                      </a:pPr>
                      <a:r>
                        <a:rPr lang="en-US" sz="1000" b="1" dirty="0">
                          <a:solidFill>
                            <a:schemeClr val="tx2"/>
                          </a:solidFill>
                          <a:latin typeface="Montserrat SemiBold" panose="00000700000000000000" pitchFamily="50" charset="0"/>
                        </a:rPr>
                        <a:t>04</a:t>
                      </a:r>
                    </a:p>
                  </a:txBody>
                  <a:tcPr marL="137160" marR="137160" anchor="ctr">
                    <a:lnL w="12700" cmpd="sng">
                      <a:noFill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1828800" rtl="1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SA" sz="1100" b="0" i="0" dirty="0">
                          <a:solidFill>
                            <a:schemeClr val="tx2"/>
                          </a:solidFill>
                          <a:latin typeface="SST Arabic Light" panose="020B0304030504020204" pitchFamily="34" charset="-78"/>
                          <a:cs typeface="SST Arabic Light" panose="020B0304030504020204" pitchFamily="34" charset="-78"/>
                        </a:rPr>
                        <a:t>وصف خدمة هنا استبدل النص </a:t>
                      </a:r>
                      <a:endParaRPr lang="en-US" sz="1100" b="0" i="0" dirty="0">
                        <a:solidFill>
                          <a:schemeClr val="tx2"/>
                        </a:solidFill>
                        <a:latin typeface="SST Arabic Light" panose="020B0304030504020204" pitchFamily="34" charset="-78"/>
                        <a:cs typeface="SST Arabic Light" panose="020B0304030504020204" pitchFamily="34" charset="-78"/>
                      </a:endParaRPr>
                    </a:p>
                  </a:txBody>
                  <a:tcPr marL="137160" marR="137160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1828800" rtl="1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SA" sz="1000" dirty="0">
                          <a:solidFill>
                            <a:schemeClr val="tx2"/>
                          </a:solidFill>
                          <a:latin typeface="SST Arabic Light" panose="020B0304030504020204" pitchFamily="34" charset="-78"/>
                          <a:cs typeface="SST Arabic Light" panose="020B0304030504020204" pitchFamily="34" charset="-78"/>
                        </a:rPr>
                        <a:t>و هنالك العديد من الأنواع المتوفرة لنصوص </a:t>
                      </a:r>
                      <a:r>
                        <a:rPr lang="ar-SA" sz="1000" dirty="0" err="1">
                          <a:solidFill>
                            <a:schemeClr val="tx2"/>
                          </a:solidFill>
                          <a:latin typeface="SST Arabic Light" panose="020B0304030504020204" pitchFamily="34" charset="-78"/>
                          <a:cs typeface="SST Arabic Light" panose="020B0304030504020204" pitchFamily="34" charset="-78"/>
                        </a:rPr>
                        <a:t>لوريم</a:t>
                      </a:r>
                      <a:r>
                        <a:rPr lang="ar-SA" sz="1000" dirty="0">
                          <a:solidFill>
                            <a:schemeClr val="tx2"/>
                          </a:solidFill>
                          <a:latin typeface="SST Arabic Light" panose="020B0304030504020204" pitchFamily="34" charset="-78"/>
                          <a:cs typeface="SST Arabic Light" panose="020B0304030504020204" pitchFamily="34" charset="-78"/>
                        </a:rPr>
                        <a:t> </a:t>
                      </a:r>
                      <a:r>
                        <a:rPr lang="ar-SA" sz="1000" dirty="0" err="1">
                          <a:solidFill>
                            <a:schemeClr val="tx2"/>
                          </a:solidFill>
                          <a:latin typeface="SST Arabic Light" panose="020B0304030504020204" pitchFamily="34" charset="-78"/>
                          <a:cs typeface="SST Arabic Light" panose="020B0304030504020204" pitchFamily="34" charset="-78"/>
                        </a:rPr>
                        <a:t>إيبسوم</a:t>
                      </a:r>
                      <a:r>
                        <a:rPr lang="ar-SA" sz="1000" dirty="0">
                          <a:solidFill>
                            <a:schemeClr val="tx2"/>
                          </a:solidFill>
                          <a:latin typeface="SST Arabic Light" panose="020B0304030504020204" pitchFamily="34" charset="-78"/>
                          <a:cs typeface="SST Arabic Light" panose="020B0304030504020204" pitchFamily="34" charset="-78"/>
                        </a:rPr>
                        <a:t>، ولكن الغالبية تم تعديلها بشكل ما عبر إدخال بعض النوادر أو الكلمات العشوائية إلى النص. إن كنت تريد أن تستخدم نص </a:t>
                      </a:r>
                      <a:r>
                        <a:rPr lang="ar-SA" sz="1000" dirty="0" err="1">
                          <a:solidFill>
                            <a:schemeClr val="tx2"/>
                          </a:solidFill>
                          <a:latin typeface="SST Arabic Light" panose="020B0304030504020204" pitchFamily="34" charset="-78"/>
                          <a:cs typeface="SST Arabic Light" panose="020B0304030504020204" pitchFamily="34" charset="-78"/>
                        </a:rPr>
                        <a:t>لوريم</a:t>
                      </a:r>
                      <a:r>
                        <a:rPr lang="ar-SA" sz="1000" dirty="0">
                          <a:solidFill>
                            <a:schemeClr val="tx2"/>
                          </a:solidFill>
                          <a:latin typeface="SST Arabic Light" panose="020B0304030504020204" pitchFamily="34" charset="-78"/>
                          <a:cs typeface="SST Arabic Light" panose="020B0304030504020204" pitchFamily="34" charset="-78"/>
                        </a:rPr>
                        <a:t> </a:t>
                      </a:r>
                      <a:r>
                        <a:rPr lang="ar-SA" sz="1000" dirty="0" err="1">
                          <a:solidFill>
                            <a:schemeClr val="tx2"/>
                          </a:solidFill>
                          <a:latin typeface="SST Arabic Light" panose="020B0304030504020204" pitchFamily="34" charset="-78"/>
                          <a:cs typeface="SST Arabic Light" panose="020B0304030504020204" pitchFamily="34" charset="-78"/>
                        </a:rPr>
                        <a:t>إيبسوم</a:t>
                      </a:r>
                      <a:r>
                        <a:rPr lang="ar-SA" sz="1000" dirty="0">
                          <a:solidFill>
                            <a:schemeClr val="tx2"/>
                          </a:solidFill>
                          <a:latin typeface="SST Arabic Light" panose="020B0304030504020204" pitchFamily="34" charset="-78"/>
                          <a:cs typeface="SST Arabic Light" panose="020B0304030504020204" pitchFamily="34" charset="-78"/>
                        </a:rPr>
                        <a:t> ما، عليك أن و هنالك العديد من الأنواع المتوفرة لنصوص </a:t>
                      </a:r>
                      <a:r>
                        <a:rPr lang="ar-SA" sz="1000" dirty="0" err="1">
                          <a:solidFill>
                            <a:schemeClr val="tx2"/>
                          </a:solidFill>
                          <a:latin typeface="SST Arabic Light" panose="020B0304030504020204" pitchFamily="34" charset="-78"/>
                          <a:cs typeface="SST Arabic Light" panose="020B0304030504020204" pitchFamily="34" charset="-78"/>
                        </a:rPr>
                        <a:t>لوريم</a:t>
                      </a:r>
                      <a:r>
                        <a:rPr lang="ar-SA" sz="1000" dirty="0">
                          <a:solidFill>
                            <a:schemeClr val="tx2"/>
                          </a:solidFill>
                          <a:latin typeface="SST Arabic Light" panose="020B0304030504020204" pitchFamily="34" charset="-78"/>
                          <a:cs typeface="SST Arabic Light" panose="020B0304030504020204" pitchFamily="34" charset="-78"/>
                        </a:rPr>
                        <a:t> </a:t>
                      </a:r>
                      <a:r>
                        <a:rPr lang="ar-SA" sz="1000" dirty="0" err="1">
                          <a:solidFill>
                            <a:schemeClr val="tx2"/>
                          </a:solidFill>
                          <a:latin typeface="SST Arabic Light" panose="020B0304030504020204" pitchFamily="34" charset="-78"/>
                          <a:cs typeface="SST Arabic Light" panose="020B0304030504020204" pitchFamily="34" charset="-78"/>
                        </a:rPr>
                        <a:t>إيبسوم</a:t>
                      </a:r>
                      <a:r>
                        <a:rPr lang="ar-SA" sz="1000" dirty="0">
                          <a:solidFill>
                            <a:schemeClr val="tx2"/>
                          </a:solidFill>
                          <a:latin typeface="SST Arabic Light" panose="020B0304030504020204" pitchFamily="34" charset="-78"/>
                          <a:cs typeface="SST Arabic Light" panose="020B0304030504020204" pitchFamily="34" charset="-78"/>
                        </a:rPr>
                        <a:t>، ولكن الغالبية تم تعديلها</a:t>
                      </a:r>
                    </a:p>
                  </a:txBody>
                  <a:tcPr marL="137160" marR="137160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46B442D9-8A6E-04AB-D45A-58EAD7CAE993}"/>
              </a:ext>
            </a:extLst>
          </p:cNvPr>
          <p:cNvSpPr txBox="1"/>
          <p:nvPr/>
        </p:nvSpPr>
        <p:spPr>
          <a:xfrm>
            <a:off x="6252660" y="657225"/>
            <a:ext cx="5486400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 rtl="1"/>
            <a:r>
              <a:rPr lang="ar-SA" sz="3200" dirty="0">
                <a:solidFill>
                  <a:schemeClr val="tx2"/>
                </a:solidFill>
                <a:latin typeface="IBM Plex Sans Arabic" panose="020B0803050203000203" pitchFamily="34" charset="-78"/>
                <a:cs typeface="IBM Plex Sans Arabic" panose="020B0803050203000203" pitchFamily="34" charset="-78"/>
              </a:rPr>
              <a:t>عنوان رئيسي </a:t>
            </a:r>
            <a:endParaRPr lang="en-SA" sz="3200" dirty="0">
              <a:solidFill>
                <a:schemeClr val="tx2"/>
              </a:solidFill>
              <a:latin typeface="IBM Plex Sans Arabic" panose="020B0803050203000203" pitchFamily="34" charset="-78"/>
              <a:cs typeface="IBM Plex Sans Arabic" panose="020B0803050203000203" pitchFamily="34" charset="-78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F534C74E-5542-C885-2112-A816076951C1}"/>
              </a:ext>
            </a:extLst>
          </p:cNvPr>
          <p:cNvSpPr txBox="1"/>
          <p:nvPr/>
        </p:nvSpPr>
        <p:spPr>
          <a:xfrm>
            <a:off x="1698843" y="717978"/>
            <a:ext cx="7297017" cy="83099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50800" algn="justLow" rtl="1">
              <a:spcBef>
                <a:spcPts val="1000"/>
              </a:spcBef>
              <a:buClr>
                <a:schemeClr val="dk2"/>
              </a:buClr>
              <a:buSzPts val="2800"/>
            </a:pPr>
            <a:r>
              <a:rPr lang="ar-SA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 </a:t>
            </a:r>
            <a:r>
              <a:rPr lang="ar-SA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</a:t>
            </a:r>
            <a:endParaRPr lang="ar-SA" sz="1600" u="none" strike="noStrike" cap="none" dirty="0">
              <a:solidFill>
                <a:schemeClr val="tx1">
                  <a:lumMod val="90000"/>
                  <a:lumOff val="10000"/>
                </a:schemeClr>
              </a:solidFill>
              <a:latin typeface="Tajawal" pitchFamily="2" charset="-78"/>
              <a:ea typeface="Readex Pro Deca"/>
              <a:cs typeface="Tajawal" pitchFamily="2" charset="-78"/>
              <a:sym typeface="Readex Pro"/>
            </a:endParaRPr>
          </a:p>
        </p:txBody>
      </p:sp>
    </p:spTree>
    <p:extLst>
      <p:ext uri="{BB962C8B-B14F-4D97-AF65-F5344CB8AC3E}">
        <p14:creationId xmlns:p14="http://schemas.microsoft.com/office/powerpoint/2010/main" val="174992709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 advClick="0"/>
    </mc:Choice>
    <mc:Fallback xmlns="">
      <p:transition advClick="0"/>
    </mc:Fallback>
  </mc:AlternateContent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 1">
            <a:extLst>
              <a:ext uri="{FF2B5EF4-FFF2-40B4-BE49-F238E27FC236}">
                <a16:creationId xmlns:a16="http://schemas.microsoft.com/office/drawing/2014/main" id="{88E831AA-317F-D3BD-3011-79B28F2ED4B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51109453"/>
              </p:ext>
            </p:extLst>
          </p:nvPr>
        </p:nvGraphicFramePr>
        <p:xfrm>
          <a:off x="710438" y="959605"/>
          <a:ext cx="6118065" cy="4938789"/>
        </p:xfrm>
        <a:graphic>
          <a:graphicData uri="http://schemas.openxmlformats.org/drawingml/2006/table">
            <a:tbl>
              <a:tblPr rtl="1" firstRow="1" bandRow="1">
                <a:tableStyleId>{5C22544A-7EE6-4342-B048-85BDC9FD1C3A}</a:tableStyleId>
              </a:tblPr>
              <a:tblGrid>
                <a:gridCol w="200293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37170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37170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37170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589680">
                <a:tc>
                  <a:txBody>
                    <a:bodyPr/>
                    <a:lstStyle/>
                    <a:p>
                      <a:pPr algn="l">
                        <a:lnSpc>
                          <a:spcPts val="3200"/>
                        </a:lnSpc>
                      </a:pPr>
                      <a:endParaRPr lang="en-US" sz="1600" b="1" i="0" cap="all" spc="0" baseline="0" dirty="0">
                        <a:solidFill>
                          <a:schemeClr val="accent3"/>
                        </a:solidFill>
                        <a:latin typeface="SST Arabic" panose="020B0504030504020204" pitchFamily="34" charset="-78"/>
                        <a:cs typeface="SST Arabic" panose="020B0504030504020204" pitchFamily="34" charset="-78"/>
                      </a:endParaRPr>
                    </a:p>
                  </a:txBody>
                  <a:tcPr marL="87401" marR="0" marT="131102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ar-SA" sz="1600" b="1" i="0" cap="all" spc="0" baseline="0" dirty="0">
                          <a:solidFill>
                            <a:schemeClr val="bg1">
                              <a:lumMod val="95000"/>
                            </a:schemeClr>
                          </a:solidFill>
                          <a:latin typeface="SST Arabic" panose="020B0504030504020204" pitchFamily="34" charset="-78"/>
                          <a:cs typeface="SST Arabic" panose="020B0504030504020204" pitchFamily="34" charset="-78"/>
                        </a:rPr>
                        <a:t>عنوان</a:t>
                      </a:r>
                      <a:endParaRPr lang="en-US" sz="1600" b="1" i="0" cap="all" spc="0" baseline="0" dirty="0">
                        <a:solidFill>
                          <a:schemeClr val="bg1">
                            <a:lumMod val="95000"/>
                          </a:schemeClr>
                        </a:solidFill>
                        <a:latin typeface="SST Arabic" panose="020B0504030504020204" pitchFamily="34" charset="-78"/>
                        <a:cs typeface="SST Arabic" panose="020B0504030504020204" pitchFamily="34" charset="-78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ar-SA" sz="1600" b="1" i="0" cap="all" spc="0" baseline="0" dirty="0">
                          <a:solidFill>
                            <a:schemeClr val="bg1">
                              <a:lumMod val="95000"/>
                            </a:schemeClr>
                          </a:solidFill>
                          <a:latin typeface="SST Arabic" panose="020B0504030504020204" pitchFamily="34" charset="-78"/>
                          <a:cs typeface="SST Arabic" panose="020B0504030504020204" pitchFamily="34" charset="-78"/>
                        </a:rPr>
                        <a:t>عنوان</a:t>
                      </a:r>
                      <a:endParaRPr lang="en-US" sz="1600" b="1" i="0" cap="all" spc="0" baseline="0" dirty="0">
                        <a:solidFill>
                          <a:schemeClr val="bg1">
                            <a:lumMod val="95000"/>
                          </a:schemeClr>
                        </a:solidFill>
                        <a:latin typeface="SST Arabic" panose="020B0504030504020204" pitchFamily="34" charset="-78"/>
                        <a:cs typeface="SST Arabic" panose="020B0504030504020204" pitchFamily="34" charset="-78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ar-SA" sz="1600" b="1" i="0" cap="all" spc="0" baseline="0" dirty="0">
                          <a:solidFill>
                            <a:schemeClr val="bg1">
                              <a:lumMod val="95000"/>
                            </a:schemeClr>
                          </a:solidFill>
                          <a:latin typeface="SST Arabic" panose="020B0504030504020204" pitchFamily="34" charset="-78"/>
                          <a:cs typeface="SST Arabic" panose="020B0504030504020204" pitchFamily="34" charset="-78"/>
                        </a:rPr>
                        <a:t>عنوان</a:t>
                      </a:r>
                      <a:endParaRPr lang="en-US" sz="1600" b="1" i="0" cap="all" spc="0" baseline="0" dirty="0">
                        <a:solidFill>
                          <a:schemeClr val="bg1">
                            <a:lumMod val="95000"/>
                          </a:schemeClr>
                        </a:solidFill>
                        <a:latin typeface="SST Arabic" panose="020B0504030504020204" pitchFamily="34" charset="-78"/>
                        <a:cs typeface="SST Arabic" panose="020B0504030504020204" pitchFamily="34" charset="-78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65289">
                <a:tc>
                  <a:txBody>
                    <a:bodyPr/>
                    <a:lstStyle/>
                    <a:p>
                      <a:pPr marL="0" marR="0" indent="0" algn="r" defTabSz="1828800" rtl="1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SA" sz="1000" b="0" i="0" dirty="0">
                          <a:solidFill>
                            <a:schemeClr val="tx2"/>
                          </a:solidFill>
                          <a:latin typeface="SST Arabic Light" panose="020B0304030504020204" pitchFamily="34" charset="-78"/>
                          <a:cs typeface="SST Arabic Light" panose="020B0304030504020204" pitchFamily="34" charset="-78"/>
                        </a:rPr>
                        <a:t>وصف خدمة هنا استبدل النص </a:t>
                      </a:r>
                      <a:endParaRPr lang="en-US" sz="1000" b="0" i="0" dirty="0">
                        <a:solidFill>
                          <a:schemeClr val="tx2"/>
                        </a:solidFill>
                        <a:latin typeface="SST Arabic Light" panose="020B0304030504020204" pitchFamily="34" charset="-78"/>
                        <a:cs typeface="SST Arabic Light" panose="020B0304030504020204" pitchFamily="34" charset="-78"/>
                      </a:endParaRPr>
                    </a:p>
                  </a:txBody>
                  <a:tcPr marL="174802" marR="174802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1828800" rtl="1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SA" sz="1000" b="0" i="0" dirty="0">
                          <a:solidFill>
                            <a:schemeClr val="tx2"/>
                          </a:solidFill>
                          <a:latin typeface="SST Arabic Light" panose="020B0304030504020204" pitchFamily="34" charset="-78"/>
                          <a:cs typeface="SST Arabic Light" panose="020B0304030504020204" pitchFamily="34" charset="-78"/>
                        </a:rPr>
                        <a:t>وصف خدمة هنا استبدل النص </a:t>
                      </a:r>
                      <a:endParaRPr lang="en-US" sz="1000" b="0" i="0" dirty="0">
                        <a:solidFill>
                          <a:schemeClr val="tx2"/>
                        </a:solidFill>
                        <a:latin typeface="SST Arabic Light" panose="020B0304030504020204" pitchFamily="34" charset="-78"/>
                        <a:cs typeface="SST Arabic Light" panose="020B0304030504020204" pitchFamily="34" charset="-78"/>
                      </a:endParaRPr>
                    </a:p>
                  </a:txBody>
                  <a:tcPr marL="174802" marR="174802" marT="0" marB="0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1828800" rtl="1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SA" sz="1000" b="0" i="0" dirty="0">
                          <a:solidFill>
                            <a:schemeClr val="tx2"/>
                          </a:solidFill>
                          <a:latin typeface="SST Arabic Light" panose="020B0304030504020204" pitchFamily="34" charset="-78"/>
                          <a:cs typeface="SST Arabic Light" panose="020B0304030504020204" pitchFamily="34" charset="-78"/>
                        </a:rPr>
                        <a:t>وصف خدمة هنا استبدل النص </a:t>
                      </a:r>
                      <a:endParaRPr lang="en-US" sz="1000" b="0" i="0" dirty="0">
                        <a:solidFill>
                          <a:schemeClr val="tx2"/>
                        </a:solidFill>
                        <a:latin typeface="SST Arabic Light" panose="020B0304030504020204" pitchFamily="34" charset="-78"/>
                        <a:cs typeface="SST Arabic Light" panose="020B0304030504020204" pitchFamily="34" charset="-78"/>
                      </a:endParaRPr>
                    </a:p>
                  </a:txBody>
                  <a:tcPr marL="174802" marR="174802" marT="0" marB="0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1828800" rtl="1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SA" sz="1000" b="0" i="0" dirty="0">
                          <a:solidFill>
                            <a:schemeClr val="tx2"/>
                          </a:solidFill>
                          <a:latin typeface="SST Arabic Light" panose="020B0304030504020204" pitchFamily="34" charset="-78"/>
                          <a:cs typeface="SST Arabic Light" panose="020B0304030504020204" pitchFamily="34" charset="-78"/>
                        </a:rPr>
                        <a:t>وصف خدمة هنا استبدل النص </a:t>
                      </a:r>
                      <a:endParaRPr lang="en-US" sz="1000" b="0" i="0" dirty="0">
                        <a:solidFill>
                          <a:schemeClr val="tx2"/>
                        </a:solidFill>
                        <a:latin typeface="SST Arabic Light" panose="020B0304030504020204" pitchFamily="34" charset="-78"/>
                        <a:cs typeface="SST Arabic Light" panose="020B0304030504020204" pitchFamily="34" charset="-78"/>
                      </a:endParaRPr>
                    </a:p>
                  </a:txBody>
                  <a:tcPr marL="174802" marR="174802" marT="0" marB="0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65289">
                <a:tc>
                  <a:txBody>
                    <a:bodyPr/>
                    <a:lstStyle/>
                    <a:p>
                      <a:pPr marL="0" marR="0" indent="0" algn="r" defTabSz="1828800" rtl="1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SA" sz="1000" b="0" i="0" dirty="0">
                          <a:solidFill>
                            <a:schemeClr val="tx2"/>
                          </a:solidFill>
                          <a:latin typeface="SST Arabic Light" panose="020B0304030504020204" pitchFamily="34" charset="-78"/>
                          <a:cs typeface="SST Arabic Light" panose="020B0304030504020204" pitchFamily="34" charset="-78"/>
                        </a:rPr>
                        <a:t>وصف خدمة هنا استبدل النص </a:t>
                      </a:r>
                      <a:endParaRPr lang="en-US" sz="1000" b="0" i="0" dirty="0">
                        <a:solidFill>
                          <a:schemeClr val="tx2"/>
                        </a:solidFill>
                        <a:latin typeface="SST Arabic Light" panose="020B0304030504020204" pitchFamily="34" charset="-78"/>
                        <a:cs typeface="SST Arabic Light" panose="020B0304030504020204" pitchFamily="34" charset="-78"/>
                      </a:endParaRPr>
                    </a:p>
                  </a:txBody>
                  <a:tcPr marL="174802" marR="174802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1828800" rtl="1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SA" sz="1000" b="0" i="0" dirty="0">
                          <a:solidFill>
                            <a:schemeClr val="tx2"/>
                          </a:solidFill>
                          <a:latin typeface="SST Arabic Light" panose="020B0304030504020204" pitchFamily="34" charset="-78"/>
                          <a:cs typeface="SST Arabic Light" panose="020B0304030504020204" pitchFamily="34" charset="-78"/>
                        </a:rPr>
                        <a:t>وصف خدمة هنا استبدل النص </a:t>
                      </a:r>
                      <a:endParaRPr lang="en-US" sz="1000" b="0" i="0" dirty="0">
                        <a:solidFill>
                          <a:schemeClr val="tx2"/>
                        </a:solidFill>
                        <a:latin typeface="SST Arabic Light" panose="020B0304030504020204" pitchFamily="34" charset="-78"/>
                        <a:cs typeface="SST Arabic Light" panose="020B0304030504020204" pitchFamily="34" charset="-78"/>
                      </a:endParaRPr>
                    </a:p>
                  </a:txBody>
                  <a:tcPr marL="174802" marR="174802" marT="0" marB="0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1828800" rtl="1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SA" sz="1000" b="0" i="0" dirty="0">
                          <a:solidFill>
                            <a:schemeClr val="tx2"/>
                          </a:solidFill>
                          <a:latin typeface="SST Arabic Light" panose="020B0304030504020204" pitchFamily="34" charset="-78"/>
                          <a:cs typeface="SST Arabic Light" panose="020B0304030504020204" pitchFamily="34" charset="-78"/>
                        </a:rPr>
                        <a:t>وصف خدمة هنا استبدل النص </a:t>
                      </a:r>
                      <a:endParaRPr lang="en-US" sz="1000" b="0" i="0" dirty="0">
                        <a:solidFill>
                          <a:schemeClr val="tx2"/>
                        </a:solidFill>
                        <a:latin typeface="SST Arabic Light" panose="020B0304030504020204" pitchFamily="34" charset="-78"/>
                        <a:cs typeface="SST Arabic Light" panose="020B0304030504020204" pitchFamily="34" charset="-78"/>
                      </a:endParaRPr>
                    </a:p>
                  </a:txBody>
                  <a:tcPr marL="174802" marR="174802" marT="0" marB="0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1828800" rtl="1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SA" sz="1000" b="0" i="0" dirty="0">
                          <a:solidFill>
                            <a:schemeClr val="tx2"/>
                          </a:solidFill>
                          <a:latin typeface="SST Arabic Light" panose="020B0304030504020204" pitchFamily="34" charset="-78"/>
                          <a:cs typeface="SST Arabic Light" panose="020B0304030504020204" pitchFamily="34" charset="-78"/>
                        </a:rPr>
                        <a:t>وصف خدمة هنا استبدل النص </a:t>
                      </a:r>
                      <a:endParaRPr lang="en-US" sz="1000" b="0" i="0" dirty="0">
                        <a:solidFill>
                          <a:schemeClr val="tx2"/>
                        </a:solidFill>
                        <a:latin typeface="SST Arabic Light" panose="020B0304030504020204" pitchFamily="34" charset="-78"/>
                        <a:cs typeface="SST Arabic Light" panose="020B0304030504020204" pitchFamily="34" charset="-78"/>
                      </a:endParaRPr>
                    </a:p>
                  </a:txBody>
                  <a:tcPr marL="174802" marR="174802" marT="0" marB="0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65289">
                <a:tc>
                  <a:txBody>
                    <a:bodyPr/>
                    <a:lstStyle/>
                    <a:p>
                      <a:pPr marL="0" marR="0" indent="0" algn="r" defTabSz="1828800" rtl="1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SA" sz="1000" b="0" i="0" dirty="0">
                          <a:solidFill>
                            <a:schemeClr val="tx2"/>
                          </a:solidFill>
                          <a:latin typeface="SST Arabic Light" panose="020B0304030504020204" pitchFamily="34" charset="-78"/>
                          <a:cs typeface="SST Arabic Light" panose="020B0304030504020204" pitchFamily="34" charset="-78"/>
                        </a:rPr>
                        <a:t>وصف خدمة هنا استبدل النص </a:t>
                      </a:r>
                      <a:endParaRPr lang="en-US" sz="1000" b="0" i="0" dirty="0">
                        <a:solidFill>
                          <a:schemeClr val="tx2"/>
                        </a:solidFill>
                        <a:latin typeface="SST Arabic Light" panose="020B0304030504020204" pitchFamily="34" charset="-78"/>
                        <a:cs typeface="SST Arabic Light" panose="020B0304030504020204" pitchFamily="34" charset="-78"/>
                      </a:endParaRPr>
                    </a:p>
                  </a:txBody>
                  <a:tcPr marL="174802" marR="174802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1828800" rtl="1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SA" sz="1000" b="0" i="0" dirty="0">
                          <a:solidFill>
                            <a:schemeClr val="tx2"/>
                          </a:solidFill>
                          <a:latin typeface="SST Arabic Light" panose="020B0304030504020204" pitchFamily="34" charset="-78"/>
                          <a:cs typeface="SST Arabic Light" panose="020B0304030504020204" pitchFamily="34" charset="-78"/>
                        </a:rPr>
                        <a:t>وصف خدمة هنا استبدل النص </a:t>
                      </a:r>
                      <a:endParaRPr lang="en-US" sz="1000" b="0" i="0" dirty="0">
                        <a:solidFill>
                          <a:schemeClr val="tx2"/>
                        </a:solidFill>
                        <a:latin typeface="SST Arabic Light" panose="020B0304030504020204" pitchFamily="34" charset="-78"/>
                        <a:cs typeface="SST Arabic Light" panose="020B0304030504020204" pitchFamily="34" charset="-78"/>
                      </a:endParaRPr>
                    </a:p>
                  </a:txBody>
                  <a:tcPr marL="174802" marR="174802" marT="0" marB="0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1828800" rtl="1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SA" sz="1000" b="0" i="0" dirty="0">
                          <a:solidFill>
                            <a:schemeClr val="tx2"/>
                          </a:solidFill>
                          <a:latin typeface="SST Arabic Light" panose="020B0304030504020204" pitchFamily="34" charset="-78"/>
                          <a:cs typeface="SST Arabic Light" panose="020B0304030504020204" pitchFamily="34" charset="-78"/>
                        </a:rPr>
                        <a:t>وصف خدمة هنا استبدل النص </a:t>
                      </a:r>
                      <a:endParaRPr lang="en-US" sz="1000" b="0" i="0" dirty="0">
                        <a:solidFill>
                          <a:schemeClr val="tx2"/>
                        </a:solidFill>
                        <a:latin typeface="SST Arabic Light" panose="020B0304030504020204" pitchFamily="34" charset="-78"/>
                        <a:cs typeface="SST Arabic Light" panose="020B0304030504020204" pitchFamily="34" charset="-78"/>
                      </a:endParaRPr>
                    </a:p>
                  </a:txBody>
                  <a:tcPr marL="174802" marR="174802" marT="0" marB="0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1828800" rtl="1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SA" sz="1000" b="0" i="0" dirty="0">
                          <a:solidFill>
                            <a:schemeClr val="tx2"/>
                          </a:solidFill>
                          <a:latin typeface="SST Arabic Light" panose="020B0304030504020204" pitchFamily="34" charset="-78"/>
                          <a:cs typeface="SST Arabic Light" panose="020B0304030504020204" pitchFamily="34" charset="-78"/>
                        </a:rPr>
                        <a:t>وصف خدمة هنا استبدل النص </a:t>
                      </a:r>
                      <a:endParaRPr lang="en-US" sz="1000" b="0" i="0" dirty="0">
                        <a:solidFill>
                          <a:schemeClr val="tx2"/>
                        </a:solidFill>
                        <a:latin typeface="SST Arabic Light" panose="020B0304030504020204" pitchFamily="34" charset="-78"/>
                        <a:cs typeface="SST Arabic Light" panose="020B0304030504020204" pitchFamily="34" charset="-78"/>
                      </a:endParaRPr>
                    </a:p>
                  </a:txBody>
                  <a:tcPr marL="174802" marR="174802" marT="0" marB="0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65289">
                <a:tc>
                  <a:txBody>
                    <a:bodyPr/>
                    <a:lstStyle/>
                    <a:p>
                      <a:pPr marL="0" marR="0" indent="0" algn="r" defTabSz="1828800" rtl="1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SA" sz="1000" b="0" i="0" dirty="0">
                          <a:solidFill>
                            <a:schemeClr val="tx2"/>
                          </a:solidFill>
                          <a:latin typeface="SST Arabic Light" panose="020B0304030504020204" pitchFamily="34" charset="-78"/>
                          <a:cs typeface="SST Arabic Light" panose="020B0304030504020204" pitchFamily="34" charset="-78"/>
                        </a:rPr>
                        <a:t>وصف خدمة هنا استبدل النص </a:t>
                      </a:r>
                      <a:endParaRPr lang="en-US" sz="1000" b="0" i="0" dirty="0">
                        <a:solidFill>
                          <a:schemeClr val="tx2"/>
                        </a:solidFill>
                        <a:latin typeface="SST Arabic Light" panose="020B0304030504020204" pitchFamily="34" charset="-78"/>
                        <a:cs typeface="SST Arabic Light" panose="020B0304030504020204" pitchFamily="34" charset="-78"/>
                      </a:endParaRPr>
                    </a:p>
                  </a:txBody>
                  <a:tcPr marL="174802" marR="174802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3200"/>
                        </a:lnSpc>
                      </a:pPr>
                      <a:endParaRPr lang="en-US" sz="1000" b="0" i="0" spc="0" dirty="0">
                        <a:solidFill>
                          <a:schemeClr val="tx2"/>
                        </a:solidFill>
                        <a:latin typeface="SST Arabic Light" panose="020B0304030504020204" pitchFamily="34" charset="-78"/>
                        <a:cs typeface="SST Arabic Light" panose="020B0304030504020204" pitchFamily="34" charset="-78"/>
                      </a:endParaRPr>
                    </a:p>
                  </a:txBody>
                  <a:tcPr marL="174802" marR="174802" marT="0" marB="0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3200"/>
                        </a:lnSpc>
                      </a:pPr>
                      <a:endParaRPr lang="en-US" sz="1000" b="0" i="0" spc="0" dirty="0">
                        <a:solidFill>
                          <a:schemeClr val="tx2"/>
                        </a:solidFill>
                        <a:latin typeface="SST Arabic Light" panose="020B0304030504020204" pitchFamily="34" charset="-78"/>
                        <a:cs typeface="SST Arabic Light" panose="020B0304030504020204" pitchFamily="34" charset="-78"/>
                      </a:endParaRPr>
                    </a:p>
                  </a:txBody>
                  <a:tcPr marL="174802" marR="174802" marT="0" marB="0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>
                        <a:lnSpc>
                          <a:spcPts val="3200"/>
                        </a:lnSpc>
                      </a:pPr>
                      <a:endParaRPr lang="en-US" sz="1000" b="0" i="0" spc="0" dirty="0">
                        <a:solidFill>
                          <a:schemeClr val="tx2"/>
                        </a:solidFill>
                        <a:latin typeface="SST Arabic Light" panose="020B0304030504020204" pitchFamily="34" charset="-78"/>
                        <a:cs typeface="SST Arabic Light" panose="020B0304030504020204" pitchFamily="34" charset="-78"/>
                      </a:endParaRPr>
                    </a:p>
                  </a:txBody>
                  <a:tcPr marL="174802" marR="174802" marT="0" marB="0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65289">
                <a:tc>
                  <a:txBody>
                    <a:bodyPr/>
                    <a:lstStyle/>
                    <a:p>
                      <a:pPr marL="0" marR="0" indent="0" algn="r" defTabSz="1828800" rtl="1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SA" sz="1000" b="0" i="0" dirty="0">
                          <a:solidFill>
                            <a:schemeClr val="tx2"/>
                          </a:solidFill>
                          <a:latin typeface="SST Arabic Light" panose="020B0304030504020204" pitchFamily="34" charset="-78"/>
                          <a:cs typeface="SST Arabic Light" panose="020B0304030504020204" pitchFamily="34" charset="-78"/>
                        </a:rPr>
                        <a:t>وصف خدمة هنا استبدل النص </a:t>
                      </a:r>
                      <a:endParaRPr lang="en-US" sz="1000" b="0" i="0" dirty="0">
                        <a:solidFill>
                          <a:schemeClr val="tx2"/>
                        </a:solidFill>
                        <a:latin typeface="SST Arabic Light" panose="020B0304030504020204" pitchFamily="34" charset="-78"/>
                        <a:cs typeface="SST Arabic Light" panose="020B0304030504020204" pitchFamily="34" charset="-78"/>
                      </a:endParaRPr>
                    </a:p>
                  </a:txBody>
                  <a:tcPr marL="174802" marR="174802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3200"/>
                        </a:lnSpc>
                      </a:pPr>
                      <a:endParaRPr lang="en-US" sz="1000" b="0" i="0" spc="0" dirty="0">
                        <a:solidFill>
                          <a:schemeClr val="tx2"/>
                        </a:solidFill>
                        <a:latin typeface="SST Arabic Light" panose="020B0304030504020204" pitchFamily="34" charset="-78"/>
                        <a:cs typeface="SST Arabic Light" panose="020B0304030504020204" pitchFamily="34" charset="-78"/>
                      </a:endParaRPr>
                    </a:p>
                  </a:txBody>
                  <a:tcPr marL="174802" marR="174802" marT="0" marB="0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3200"/>
                        </a:lnSpc>
                      </a:pPr>
                      <a:endParaRPr lang="en-US" sz="1000" b="0" i="0" spc="0" dirty="0">
                        <a:solidFill>
                          <a:schemeClr val="tx2"/>
                        </a:solidFill>
                        <a:latin typeface="SST Arabic Light" panose="020B0304030504020204" pitchFamily="34" charset="-78"/>
                        <a:cs typeface="SST Arabic Light" panose="020B0304030504020204" pitchFamily="34" charset="-78"/>
                      </a:endParaRPr>
                    </a:p>
                  </a:txBody>
                  <a:tcPr marL="174802" marR="174802" marT="0" marB="0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>
                        <a:lnSpc>
                          <a:spcPts val="3200"/>
                        </a:lnSpc>
                      </a:pPr>
                      <a:endParaRPr lang="en-US" sz="1000" b="0" i="0" spc="0" dirty="0">
                        <a:solidFill>
                          <a:schemeClr val="tx2"/>
                        </a:solidFill>
                        <a:latin typeface="SST Arabic Light" panose="020B0304030504020204" pitchFamily="34" charset="-78"/>
                        <a:cs typeface="SST Arabic Light" panose="020B0304030504020204" pitchFamily="34" charset="-78"/>
                      </a:endParaRPr>
                    </a:p>
                  </a:txBody>
                  <a:tcPr marL="174802" marR="174802" marT="0" marB="0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65289">
                <a:tc>
                  <a:txBody>
                    <a:bodyPr/>
                    <a:lstStyle/>
                    <a:p>
                      <a:pPr marL="0" marR="0" indent="0" algn="r" defTabSz="1828800" rtl="1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SA" sz="1000" b="0" i="0" dirty="0">
                          <a:solidFill>
                            <a:schemeClr val="tx2"/>
                          </a:solidFill>
                          <a:latin typeface="SST Arabic Light" panose="020B0304030504020204" pitchFamily="34" charset="-78"/>
                          <a:cs typeface="SST Arabic Light" panose="020B0304030504020204" pitchFamily="34" charset="-78"/>
                        </a:rPr>
                        <a:t>وصف خدمة هنا استبدل النص </a:t>
                      </a:r>
                      <a:endParaRPr lang="en-US" sz="1000" b="0" i="0" dirty="0">
                        <a:solidFill>
                          <a:schemeClr val="tx2"/>
                        </a:solidFill>
                        <a:latin typeface="SST Arabic Light" panose="020B0304030504020204" pitchFamily="34" charset="-78"/>
                        <a:cs typeface="SST Arabic Light" panose="020B0304030504020204" pitchFamily="34" charset="-78"/>
                      </a:endParaRPr>
                    </a:p>
                  </a:txBody>
                  <a:tcPr marL="174802" marR="174802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3200"/>
                        </a:lnSpc>
                      </a:pPr>
                      <a:endParaRPr lang="en-US" sz="1000" b="0" i="0" spc="0" dirty="0">
                        <a:solidFill>
                          <a:schemeClr val="tx2"/>
                        </a:solidFill>
                        <a:latin typeface="SST Arabic Light" panose="020B0304030504020204" pitchFamily="34" charset="-78"/>
                        <a:cs typeface="SST Arabic Light" panose="020B0304030504020204" pitchFamily="34" charset="-78"/>
                      </a:endParaRPr>
                    </a:p>
                  </a:txBody>
                  <a:tcPr marL="174802" marR="174802" marT="0" marB="0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3200"/>
                        </a:lnSpc>
                      </a:pPr>
                      <a:endParaRPr lang="en-US" sz="1000" b="0" i="0" spc="0" dirty="0">
                        <a:solidFill>
                          <a:schemeClr val="tx2"/>
                        </a:solidFill>
                        <a:latin typeface="SST Arabic Light" panose="020B0304030504020204" pitchFamily="34" charset="-78"/>
                        <a:cs typeface="SST Arabic Light" panose="020B0304030504020204" pitchFamily="34" charset="-78"/>
                      </a:endParaRPr>
                    </a:p>
                  </a:txBody>
                  <a:tcPr marL="174802" marR="174802" marT="0" marB="0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3200"/>
                        </a:lnSpc>
                      </a:pPr>
                      <a:endParaRPr lang="en-US" sz="1000" b="0" i="0" spc="0" dirty="0">
                        <a:solidFill>
                          <a:schemeClr val="tx2"/>
                        </a:solidFill>
                        <a:latin typeface="SST Arabic Light" panose="020B0304030504020204" pitchFamily="34" charset="-78"/>
                        <a:cs typeface="SST Arabic Light" panose="020B0304030504020204" pitchFamily="34" charset="-78"/>
                      </a:endParaRPr>
                    </a:p>
                  </a:txBody>
                  <a:tcPr marL="174802" marR="174802" marT="0" marB="0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65289">
                <a:tc>
                  <a:txBody>
                    <a:bodyPr/>
                    <a:lstStyle/>
                    <a:p>
                      <a:pPr marL="0" marR="0" indent="0" algn="r" defTabSz="1828800" rtl="1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SA" sz="1000" b="0" i="0" dirty="0">
                          <a:solidFill>
                            <a:schemeClr val="tx2"/>
                          </a:solidFill>
                          <a:latin typeface="SST Arabic Light" panose="020B0304030504020204" pitchFamily="34" charset="-78"/>
                          <a:cs typeface="SST Arabic Light" panose="020B0304030504020204" pitchFamily="34" charset="-78"/>
                        </a:rPr>
                        <a:t>وصف خدمة هنا استبدل النص </a:t>
                      </a:r>
                      <a:endParaRPr lang="en-US" sz="1000" b="0" i="0" dirty="0">
                        <a:solidFill>
                          <a:schemeClr val="tx2"/>
                        </a:solidFill>
                        <a:latin typeface="SST Arabic Light" panose="020B0304030504020204" pitchFamily="34" charset="-78"/>
                        <a:cs typeface="SST Arabic Light" panose="020B0304030504020204" pitchFamily="34" charset="-78"/>
                      </a:endParaRPr>
                    </a:p>
                  </a:txBody>
                  <a:tcPr marL="174802" marR="174802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3200"/>
                        </a:lnSpc>
                      </a:pPr>
                      <a:endParaRPr lang="en-US" sz="1000" b="0" i="0" spc="0" dirty="0">
                        <a:solidFill>
                          <a:schemeClr val="tx2"/>
                        </a:solidFill>
                        <a:latin typeface="SST Arabic Light" panose="020B0304030504020204" pitchFamily="34" charset="-78"/>
                        <a:cs typeface="SST Arabic Light" panose="020B0304030504020204" pitchFamily="34" charset="-78"/>
                      </a:endParaRPr>
                    </a:p>
                  </a:txBody>
                  <a:tcPr marL="174802" marR="174802" marT="0" marB="0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3200"/>
                        </a:lnSpc>
                      </a:pPr>
                      <a:endParaRPr lang="en-US" sz="1000" b="0" i="0" spc="0" dirty="0">
                        <a:solidFill>
                          <a:schemeClr val="tx2"/>
                        </a:solidFill>
                        <a:latin typeface="SST Arabic Light" panose="020B0304030504020204" pitchFamily="34" charset="-78"/>
                        <a:cs typeface="SST Arabic Light" panose="020B0304030504020204" pitchFamily="34" charset="-78"/>
                      </a:endParaRPr>
                    </a:p>
                  </a:txBody>
                  <a:tcPr marL="174802" marR="174802" marT="0" marB="0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3200"/>
                        </a:lnSpc>
                      </a:pPr>
                      <a:endParaRPr lang="en-US" sz="1000" b="0" i="0" spc="0" dirty="0">
                        <a:solidFill>
                          <a:schemeClr val="tx2"/>
                        </a:solidFill>
                        <a:latin typeface="SST Arabic Light" panose="020B0304030504020204" pitchFamily="34" charset="-78"/>
                        <a:cs typeface="SST Arabic Light" panose="020B0304030504020204" pitchFamily="34" charset="-78"/>
                      </a:endParaRPr>
                    </a:p>
                  </a:txBody>
                  <a:tcPr marL="174802" marR="174802" marT="0" marB="0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465289">
                <a:tc>
                  <a:txBody>
                    <a:bodyPr/>
                    <a:lstStyle/>
                    <a:p>
                      <a:pPr marL="0" marR="0" indent="0" algn="r" defTabSz="1828800" rtl="1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SA" sz="1000" b="0" i="0" dirty="0">
                          <a:solidFill>
                            <a:schemeClr val="tx2"/>
                          </a:solidFill>
                          <a:latin typeface="SST Arabic Light" panose="020B0304030504020204" pitchFamily="34" charset="-78"/>
                          <a:cs typeface="SST Arabic Light" panose="020B0304030504020204" pitchFamily="34" charset="-78"/>
                        </a:rPr>
                        <a:t>وصف خدمة هنا استبدل النص </a:t>
                      </a:r>
                      <a:endParaRPr lang="en-US" sz="1000" b="0" i="0" dirty="0">
                        <a:solidFill>
                          <a:schemeClr val="tx2"/>
                        </a:solidFill>
                        <a:latin typeface="SST Arabic Light" panose="020B0304030504020204" pitchFamily="34" charset="-78"/>
                        <a:cs typeface="SST Arabic Light" panose="020B0304030504020204" pitchFamily="34" charset="-78"/>
                      </a:endParaRPr>
                    </a:p>
                  </a:txBody>
                  <a:tcPr marL="174802" marR="174802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3200"/>
                        </a:lnSpc>
                      </a:pPr>
                      <a:endParaRPr lang="en-US" sz="1000" b="0" i="0" spc="0" dirty="0">
                        <a:solidFill>
                          <a:schemeClr val="tx2"/>
                        </a:solidFill>
                        <a:latin typeface="SST Arabic Light" panose="020B0304030504020204" pitchFamily="34" charset="-78"/>
                        <a:cs typeface="SST Arabic Light" panose="020B0304030504020204" pitchFamily="34" charset="-78"/>
                      </a:endParaRPr>
                    </a:p>
                  </a:txBody>
                  <a:tcPr marL="174802" marR="174802" marT="0" marB="0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3200"/>
                        </a:lnSpc>
                      </a:pPr>
                      <a:endParaRPr lang="en-US" sz="1000" b="0" i="0" spc="0" dirty="0">
                        <a:solidFill>
                          <a:schemeClr val="tx2"/>
                        </a:solidFill>
                        <a:latin typeface="SST Arabic Light" panose="020B0304030504020204" pitchFamily="34" charset="-78"/>
                        <a:cs typeface="SST Arabic Light" panose="020B0304030504020204" pitchFamily="34" charset="-78"/>
                      </a:endParaRPr>
                    </a:p>
                  </a:txBody>
                  <a:tcPr marL="174802" marR="174802" marT="0" marB="0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3200"/>
                        </a:lnSpc>
                      </a:pPr>
                      <a:endParaRPr lang="en-US" sz="1000" b="0" i="0" spc="0" dirty="0">
                        <a:solidFill>
                          <a:schemeClr val="tx2"/>
                        </a:solidFill>
                        <a:latin typeface="SST Arabic Light" panose="020B0304030504020204" pitchFamily="34" charset="-78"/>
                        <a:cs typeface="SST Arabic Light" panose="020B0304030504020204" pitchFamily="34" charset="-78"/>
                      </a:endParaRPr>
                    </a:p>
                  </a:txBody>
                  <a:tcPr marL="174802" marR="174802" marT="0" marB="0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626797">
                <a:tc>
                  <a:txBody>
                    <a:bodyPr/>
                    <a:lstStyle/>
                    <a:p>
                      <a:pPr algn="l">
                        <a:lnSpc>
                          <a:spcPts val="3200"/>
                        </a:lnSpc>
                      </a:pPr>
                      <a:endParaRPr lang="en-US" sz="1200" spc="0" dirty="0">
                        <a:solidFill>
                          <a:schemeClr val="accent3"/>
                        </a:solidFill>
                        <a:latin typeface="Lato Light" panose="020F0302020204030203" pitchFamily="34" charset="0"/>
                      </a:endParaRPr>
                    </a:p>
                  </a:txBody>
                  <a:tcPr marL="87401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3200"/>
                        </a:lnSpc>
                      </a:pPr>
                      <a:r>
                        <a:rPr lang="en-US" sz="1400" b="1" spc="0" dirty="0">
                          <a:solidFill>
                            <a:schemeClr val="bg1"/>
                          </a:solidFill>
                          <a:latin typeface="Montserrat SemiBold" panose="00000700000000000000" pitchFamily="50" charset="0"/>
                        </a:rPr>
                        <a:t>$25</a:t>
                      </a:r>
                      <a:r>
                        <a:rPr lang="en-US" sz="1100" b="0" spc="0" dirty="0">
                          <a:solidFill>
                            <a:schemeClr val="bg1"/>
                          </a:solidFill>
                          <a:latin typeface="Montserrat SemiBold" panose="00000700000000000000" pitchFamily="50" charset="0"/>
                        </a:rPr>
                        <a:t>/month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1828800" rtl="0" eaLnBrk="1" fontAlgn="auto" latinLnBrk="0" hangingPunct="1">
                        <a:lnSpc>
                          <a:spcPts val="32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400" b="1" spc="0" dirty="0">
                          <a:solidFill>
                            <a:schemeClr val="bg1"/>
                          </a:solidFill>
                          <a:latin typeface="Montserrat SemiBold" panose="00000700000000000000" pitchFamily="50" charset="0"/>
                        </a:rPr>
                        <a:t>$80</a:t>
                      </a:r>
                      <a:r>
                        <a:rPr lang="en-US" sz="1100" b="0" spc="0" dirty="0">
                          <a:solidFill>
                            <a:schemeClr val="bg1"/>
                          </a:solidFill>
                          <a:latin typeface="Montserrat SemiBold" panose="00000700000000000000" pitchFamily="50" charset="0"/>
                        </a:rPr>
                        <a:t>/month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1828800" rtl="0" eaLnBrk="1" fontAlgn="auto" latinLnBrk="0" hangingPunct="1">
                        <a:lnSpc>
                          <a:spcPts val="32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400" b="1" spc="0" dirty="0">
                          <a:solidFill>
                            <a:schemeClr val="bg1"/>
                          </a:solidFill>
                          <a:latin typeface="Montserrat SemiBold" panose="00000700000000000000" pitchFamily="50" charset="0"/>
                        </a:rPr>
                        <a:t>$120</a:t>
                      </a:r>
                      <a:r>
                        <a:rPr lang="en-US" sz="1100" b="0" spc="0" dirty="0">
                          <a:solidFill>
                            <a:schemeClr val="bg1"/>
                          </a:solidFill>
                          <a:latin typeface="Montserrat SemiBold" panose="00000700000000000000" pitchFamily="50" charset="0"/>
                        </a:rPr>
                        <a:t>/month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</a:tbl>
          </a:graphicData>
        </a:graphic>
      </p:graphicFrame>
      <p:sp>
        <p:nvSpPr>
          <p:cNvPr id="10" name="TextBox 9">
            <a:extLst>
              <a:ext uri="{FF2B5EF4-FFF2-40B4-BE49-F238E27FC236}">
                <a16:creationId xmlns:a16="http://schemas.microsoft.com/office/drawing/2014/main" id="{FD6E3F6E-FCEF-03EA-0F6D-76644EB1C204}"/>
              </a:ext>
            </a:extLst>
          </p:cNvPr>
          <p:cNvSpPr txBox="1"/>
          <p:nvPr/>
        </p:nvSpPr>
        <p:spPr>
          <a:xfrm>
            <a:off x="6252660" y="657225"/>
            <a:ext cx="5486400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 rtl="1"/>
            <a:r>
              <a:rPr lang="ar-SA" sz="3200" dirty="0">
                <a:solidFill>
                  <a:schemeClr val="tx2"/>
                </a:solidFill>
                <a:latin typeface="IBM Plex Sans Arabic" panose="020B0803050203000203" pitchFamily="34" charset="-78"/>
                <a:cs typeface="IBM Plex Sans Arabic" panose="020B0803050203000203" pitchFamily="34" charset="-78"/>
              </a:rPr>
              <a:t>عنوان رئيسي </a:t>
            </a:r>
            <a:endParaRPr lang="en-SA" sz="3200" dirty="0">
              <a:solidFill>
                <a:schemeClr val="tx2"/>
              </a:solidFill>
              <a:latin typeface="IBM Plex Sans Arabic" panose="020B0803050203000203" pitchFamily="34" charset="-78"/>
              <a:cs typeface="IBM Plex Sans Arabic" panose="020B0803050203000203" pitchFamily="34" charset="-78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48982E29-6B93-6124-D68E-E22CC114AD8C}"/>
              </a:ext>
            </a:extLst>
          </p:cNvPr>
          <p:cNvSpPr txBox="1"/>
          <p:nvPr/>
        </p:nvSpPr>
        <p:spPr>
          <a:xfrm>
            <a:off x="7549489" y="1373526"/>
            <a:ext cx="418957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 rtl="1"/>
            <a:r>
              <a:rPr lang="ar-SA" sz="3200" dirty="0">
                <a:latin typeface="RB" pitchFamily="2" charset="-78"/>
                <a:cs typeface="RB" pitchFamily="2" charset="-78"/>
              </a:rPr>
              <a:t>عنوان فرعي</a:t>
            </a:r>
            <a:endParaRPr lang="en-SA" sz="3200" dirty="0">
              <a:latin typeface="RB" pitchFamily="2" charset="-78"/>
              <a:cs typeface="RB" pitchFamily="2" charset="-78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DC26DFB6-A179-26A9-E984-6052647FFE90}"/>
              </a:ext>
            </a:extLst>
          </p:cNvPr>
          <p:cNvSpPr txBox="1"/>
          <p:nvPr/>
        </p:nvSpPr>
        <p:spPr>
          <a:xfrm>
            <a:off x="8054236" y="2196049"/>
            <a:ext cx="3684824" cy="156966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50800" algn="justLow" rtl="1">
              <a:spcBef>
                <a:spcPts val="1000"/>
              </a:spcBef>
              <a:buClr>
                <a:schemeClr val="dk2"/>
              </a:buClr>
              <a:buSzPts val="2800"/>
            </a:pPr>
            <a:r>
              <a:rPr lang="ar-SA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 </a:t>
            </a:r>
            <a:r>
              <a:rPr lang="ar-SA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</a:t>
            </a:r>
            <a:endParaRPr lang="ar-SA" sz="1600" u="none" strike="noStrike" cap="none" dirty="0">
              <a:solidFill>
                <a:schemeClr val="tx1">
                  <a:lumMod val="90000"/>
                  <a:lumOff val="10000"/>
                </a:schemeClr>
              </a:solidFill>
              <a:latin typeface="Tajawal" pitchFamily="2" charset="-78"/>
              <a:ea typeface="Readex Pro Deca"/>
              <a:cs typeface="Tajawal" pitchFamily="2" charset="-78"/>
              <a:sym typeface="Readex Pro"/>
            </a:endParaRPr>
          </a:p>
        </p:txBody>
      </p:sp>
    </p:spTree>
    <p:extLst>
      <p:ext uri="{BB962C8B-B14F-4D97-AF65-F5344CB8AC3E}">
        <p14:creationId xmlns:p14="http://schemas.microsoft.com/office/powerpoint/2010/main" val="58274951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 advClick="0"/>
    </mc:Choice>
    <mc:Fallback xmlns="">
      <p:transition advClick="0"/>
    </mc:Fallback>
  </mc:AlternateContent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Table 6">
            <a:extLst>
              <a:ext uri="{FF2B5EF4-FFF2-40B4-BE49-F238E27FC236}">
                <a16:creationId xmlns:a16="http://schemas.microsoft.com/office/drawing/2014/main" id="{6B56764F-B7BF-7038-F35D-78F7211CA95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45395044"/>
              </p:ext>
            </p:extLst>
          </p:nvPr>
        </p:nvGraphicFramePr>
        <p:xfrm>
          <a:off x="1461503" y="2347264"/>
          <a:ext cx="9892296" cy="3208282"/>
        </p:xfrm>
        <a:graphic>
          <a:graphicData uri="http://schemas.openxmlformats.org/drawingml/2006/table">
            <a:tbl>
              <a:tblPr rtl="1" firstRow="1" bandRow="1">
                <a:tableStyleId>{5C22544A-7EE6-4342-B048-85BDC9FD1C3A}</a:tableStyleId>
              </a:tblPr>
              <a:tblGrid>
                <a:gridCol w="219828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991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991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09914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09914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099144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099144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099144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458326">
                <a:tc>
                  <a:txBody>
                    <a:bodyPr/>
                    <a:lstStyle/>
                    <a:p>
                      <a:pPr algn="ctr" rtl="1"/>
                      <a:r>
                        <a:rPr lang="ar-SA" sz="1400" b="1" i="0" cap="all" spc="0" baseline="0" dirty="0">
                          <a:solidFill>
                            <a:schemeClr val="bg1"/>
                          </a:solidFill>
                          <a:latin typeface="SST Arabic" panose="020B0504030504020204" pitchFamily="34" charset="-78"/>
                          <a:cs typeface="SST Arabic" panose="020B0504030504020204" pitchFamily="34" charset="-78"/>
                        </a:rPr>
                        <a:t>وصف</a:t>
                      </a:r>
                      <a:endParaRPr lang="en-US" sz="1400" b="1" i="0" cap="all" spc="0" baseline="0" dirty="0">
                        <a:solidFill>
                          <a:schemeClr val="bg1"/>
                        </a:solidFill>
                        <a:latin typeface="SST Arabic" panose="020B0504030504020204" pitchFamily="34" charset="-78"/>
                        <a:cs typeface="SST Arabic" panose="020B0504030504020204" pitchFamily="34" charset="-78"/>
                      </a:endParaRPr>
                    </a:p>
                  </a:txBody>
                  <a:tcPr marL="182880" marR="137160" marT="0" marB="0" anchor="ctr">
                    <a:lnL w="12700" cmpd="sng">
                      <a:noFill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en-US" sz="1400" b="1" i="0" cap="all" spc="0" baseline="0" dirty="0">
                          <a:solidFill>
                            <a:schemeClr val="bg1"/>
                          </a:solidFill>
                          <a:latin typeface="SST Arabic" panose="020B0504030504020204" pitchFamily="34" charset="-78"/>
                          <a:cs typeface="SST Arabic" panose="020B0504030504020204" pitchFamily="34" charset="-78"/>
                        </a:rPr>
                        <a:t>2008</a:t>
                      </a:r>
                    </a:p>
                  </a:txBody>
                  <a:tcPr marT="0" marB="0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en-US" sz="1400" b="1" i="0" cap="all" spc="0" baseline="0" dirty="0">
                          <a:solidFill>
                            <a:schemeClr val="bg1"/>
                          </a:solidFill>
                          <a:latin typeface="SST Arabic" panose="020B0504030504020204" pitchFamily="34" charset="-78"/>
                          <a:cs typeface="SST Arabic" panose="020B0504030504020204" pitchFamily="34" charset="-78"/>
                        </a:rPr>
                        <a:t>2009</a:t>
                      </a:r>
                    </a:p>
                  </a:txBody>
                  <a:tcPr marT="0" marB="0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en-US" sz="1400" b="1" i="0" cap="all" spc="0" baseline="0" dirty="0">
                          <a:solidFill>
                            <a:schemeClr val="bg1"/>
                          </a:solidFill>
                          <a:latin typeface="SST Arabic" panose="020B0504030504020204" pitchFamily="34" charset="-78"/>
                          <a:cs typeface="SST Arabic" panose="020B0504030504020204" pitchFamily="34" charset="-78"/>
                        </a:rPr>
                        <a:t>2010</a:t>
                      </a:r>
                    </a:p>
                  </a:txBody>
                  <a:tcPr marT="0" marB="0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en-US" sz="1400" b="1" i="0" cap="all" spc="0" baseline="0" dirty="0">
                          <a:solidFill>
                            <a:schemeClr val="bg1"/>
                          </a:solidFill>
                          <a:latin typeface="SST Arabic" panose="020B0504030504020204" pitchFamily="34" charset="-78"/>
                          <a:cs typeface="SST Arabic" panose="020B0504030504020204" pitchFamily="34" charset="-78"/>
                        </a:rPr>
                        <a:t>2011</a:t>
                      </a:r>
                    </a:p>
                  </a:txBody>
                  <a:tcPr marT="0" marB="0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en-US" sz="1400" b="1" i="0" cap="all" spc="0" baseline="0" dirty="0">
                          <a:solidFill>
                            <a:schemeClr val="bg1"/>
                          </a:solidFill>
                          <a:latin typeface="SST Arabic" panose="020B0504030504020204" pitchFamily="34" charset="-78"/>
                          <a:cs typeface="SST Arabic" panose="020B0504030504020204" pitchFamily="34" charset="-78"/>
                        </a:rPr>
                        <a:t>2012</a:t>
                      </a:r>
                    </a:p>
                  </a:txBody>
                  <a:tcPr marT="0" marB="0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en-US" sz="1400" b="1" i="0" cap="all" spc="0" baseline="0" dirty="0">
                          <a:solidFill>
                            <a:schemeClr val="bg1"/>
                          </a:solidFill>
                          <a:latin typeface="SST Arabic" panose="020B0504030504020204" pitchFamily="34" charset="-78"/>
                          <a:cs typeface="SST Arabic" panose="020B0504030504020204" pitchFamily="34" charset="-78"/>
                        </a:rPr>
                        <a:t>2013</a:t>
                      </a:r>
                    </a:p>
                  </a:txBody>
                  <a:tcPr marT="0" marB="0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en-US" sz="1400" b="1" i="0" cap="all" spc="0" baseline="0" dirty="0">
                          <a:solidFill>
                            <a:schemeClr val="bg1"/>
                          </a:solidFill>
                          <a:latin typeface="SST Arabic" panose="020B0504030504020204" pitchFamily="34" charset="-78"/>
                          <a:cs typeface="SST Arabic" panose="020B0504030504020204" pitchFamily="34" charset="-78"/>
                        </a:rPr>
                        <a:t>2014</a:t>
                      </a:r>
                    </a:p>
                  </a:txBody>
                  <a:tcPr marT="0" marB="0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58326">
                <a:tc>
                  <a:txBody>
                    <a:bodyPr/>
                    <a:lstStyle/>
                    <a:p>
                      <a:r>
                        <a:rPr lang="en-US" sz="1000" dirty="0">
                          <a:solidFill>
                            <a:schemeClr val="tx2"/>
                          </a:solidFill>
                          <a:latin typeface="Montserrat Light" panose="00000400000000000000" pitchFamily="50" charset="0"/>
                        </a:rPr>
                        <a:t>First Product Name</a:t>
                      </a:r>
                    </a:p>
                  </a:txBody>
                  <a:tcPr marL="182880" marR="137160" marT="0" marB="0" anchor="ctr">
                    <a:lnL w="12700" cmpd="sng">
                      <a:noFill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00" dirty="0">
                          <a:solidFill>
                            <a:schemeClr val="tx2"/>
                          </a:solidFill>
                          <a:latin typeface="Montserrat Light" panose="00000400000000000000" pitchFamily="50" charset="0"/>
                        </a:rPr>
                        <a:t>2500</a:t>
                      </a:r>
                    </a:p>
                  </a:txBody>
                  <a:tcPr marT="0" marB="0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00" dirty="0">
                          <a:solidFill>
                            <a:schemeClr val="tx2"/>
                          </a:solidFill>
                          <a:latin typeface="Montserrat Light" panose="00000400000000000000" pitchFamily="50" charset="0"/>
                        </a:rPr>
                        <a:t>2500</a:t>
                      </a:r>
                    </a:p>
                  </a:txBody>
                  <a:tcPr marT="0" marB="0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00" dirty="0">
                          <a:solidFill>
                            <a:schemeClr val="tx2"/>
                          </a:solidFill>
                          <a:latin typeface="Montserrat Light" panose="00000400000000000000" pitchFamily="50" charset="0"/>
                        </a:rPr>
                        <a:t>2500</a:t>
                      </a:r>
                    </a:p>
                  </a:txBody>
                  <a:tcPr marT="0" marB="0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00" dirty="0">
                          <a:solidFill>
                            <a:schemeClr val="tx2"/>
                          </a:solidFill>
                          <a:latin typeface="Montserrat Light" panose="00000400000000000000" pitchFamily="50" charset="0"/>
                        </a:rPr>
                        <a:t>2500</a:t>
                      </a:r>
                    </a:p>
                  </a:txBody>
                  <a:tcPr marT="0" marB="0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00" dirty="0">
                          <a:solidFill>
                            <a:schemeClr val="tx2"/>
                          </a:solidFill>
                          <a:latin typeface="Montserrat Light" panose="00000400000000000000" pitchFamily="50" charset="0"/>
                        </a:rPr>
                        <a:t>2500</a:t>
                      </a:r>
                    </a:p>
                  </a:txBody>
                  <a:tcPr marT="0" marB="0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00" dirty="0">
                          <a:solidFill>
                            <a:schemeClr val="tx2"/>
                          </a:solidFill>
                          <a:latin typeface="Montserrat Light" panose="00000400000000000000" pitchFamily="50" charset="0"/>
                        </a:rPr>
                        <a:t>2500</a:t>
                      </a:r>
                    </a:p>
                  </a:txBody>
                  <a:tcPr marT="0" marB="0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00" dirty="0">
                          <a:solidFill>
                            <a:schemeClr val="tx2"/>
                          </a:solidFill>
                          <a:latin typeface="Montserrat Light" panose="00000400000000000000" pitchFamily="50" charset="0"/>
                        </a:rPr>
                        <a:t>2500</a:t>
                      </a:r>
                    </a:p>
                  </a:txBody>
                  <a:tcPr marT="0" marB="0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58326">
                <a:tc>
                  <a:txBody>
                    <a:bodyPr/>
                    <a:lstStyle/>
                    <a:p>
                      <a:r>
                        <a:rPr lang="en-US" sz="1000" dirty="0">
                          <a:solidFill>
                            <a:schemeClr val="tx2"/>
                          </a:solidFill>
                          <a:latin typeface="Montserrat Light" panose="00000400000000000000" pitchFamily="50" charset="0"/>
                        </a:rPr>
                        <a:t>Second Product Name</a:t>
                      </a:r>
                    </a:p>
                  </a:txBody>
                  <a:tcPr marL="182880" marR="137160" marT="0" marB="0" anchor="ctr">
                    <a:lnL w="12700" cmpd="sng">
                      <a:noFill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00" dirty="0">
                          <a:solidFill>
                            <a:schemeClr val="tx2"/>
                          </a:solidFill>
                          <a:latin typeface="Montserrat Light" panose="00000400000000000000" pitchFamily="50" charset="0"/>
                        </a:rPr>
                        <a:t>2800</a:t>
                      </a:r>
                    </a:p>
                  </a:txBody>
                  <a:tcPr marT="0" marB="0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00" dirty="0">
                          <a:solidFill>
                            <a:schemeClr val="tx2"/>
                          </a:solidFill>
                          <a:latin typeface="Montserrat Light" panose="00000400000000000000" pitchFamily="50" charset="0"/>
                        </a:rPr>
                        <a:t>2800</a:t>
                      </a:r>
                    </a:p>
                  </a:txBody>
                  <a:tcPr marT="0" marB="0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00" dirty="0">
                          <a:solidFill>
                            <a:schemeClr val="tx2"/>
                          </a:solidFill>
                          <a:latin typeface="Montserrat Light" panose="00000400000000000000" pitchFamily="50" charset="0"/>
                        </a:rPr>
                        <a:t>2800</a:t>
                      </a:r>
                    </a:p>
                  </a:txBody>
                  <a:tcPr marT="0" marB="0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00" dirty="0">
                          <a:solidFill>
                            <a:schemeClr val="tx2"/>
                          </a:solidFill>
                          <a:latin typeface="Montserrat Light" panose="00000400000000000000" pitchFamily="50" charset="0"/>
                        </a:rPr>
                        <a:t>2800</a:t>
                      </a:r>
                    </a:p>
                  </a:txBody>
                  <a:tcPr marT="0" marB="0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00" dirty="0">
                          <a:solidFill>
                            <a:schemeClr val="tx2"/>
                          </a:solidFill>
                          <a:latin typeface="Montserrat Light" panose="00000400000000000000" pitchFamily="50" charset="0"/>
                        </a:rPr>
                        <a:t>2800</a:t>
                      </a:r>
                    </a:p>
                  </a:txBody>
                  <a:tcPr marT="0" marB="0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00" dirty="0">
                          <a:solidFill>
                            <a:schemeClr val="tx2"/>
                          </a:solidFill>
                          <a:latin typeface="Montserrat Light" panose="00000400000000000000" pitchFamily="50" charset="0"/>
                        </a:rPr>
                        <a:t>2800</a:t>
                      </a:r>
                    </a:p>
                  </a:txBody>
                  <a:tcPr marT="0" marB="0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00" dirty="0">
                          <a:solidFill>
                            <a:schemeClr val="tx2"/>
                          </a:solidFill>
                          <a:latin typeface="Montserrat Light" panose="00000400000000000000" pitchFamily="50" charset="0"/>
                        </a:rPr>
                        <a:t>2800</a:t>
                      </a:r>
                    </a:p>
                  </a:txBody>
                  <a:tcPr marT="0" marB="0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58326">
                <a:tc>
                  <a:txBody>
                    <a:bodyPr/>
                    <a:lstStyle/>
                    <a:p>
                      <a:r>
                        <a:rPr lang="en-US" sz="1000" dirty="0">
                          <a:solidFill>
                            <a:schemeClr val="tx2"/>
                          </a:solidFill>
                          <a:latin typeface="Montserrat Light" panose="00000400000000000000" pitchFamily="50" charset="0"/>
                        </a:rPr>
                        <a:t>Third Product Name</a:t>
                      </a:r>
                    </a:p>
                  </a:txBody>
                  <a:tcPr marL="182880" marR="137160" marT="0" marB="0" anchor="ctr">
                    <a:lnL w="12700" cmpd="sng">
                      <a:noFill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00" dirty="0">
                          <a:solidFill>
                            <a:schemeClr val="tx2"/>
                          </a:solidFill>
                          <a:latin typeface="Montserrat Light" panose="00000400000000000000" pitchFamily="50" charset="0"/>
                        </a:rPr>
                        <a:t>2900</a:t>
                      </a:r>
                    </a:p>
                  </a:txBody>
                  <a:tcPr marT="0" marB="0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00" dirty="0">
                          <a:solidFill>
                            <a:schemeClr val="tx2"/>
                          </a:solidFill>
                          <a:latin typeface="Montserrat Light" panose="00000400000000000000" pitchFamily="50" charset="0"/>
                        </a:rPr>
                        <a:t>2900</a:t>
                      </a:r>
                    </a:p>
                  </a:txBody>
                  <a:tcPr marT="0" marB="0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00" dirty="0">
                          <a:solidFill>
                            <a:schemeClr val="tx2"/>
                          </a:solidFill>
                          <a:latin typeface="Montserrat Light" panose="00000400000000000000" pitchFamily="50" charset="0"/>
                        </a:rPr>
                        <a:t>2900</a:t>
                      </a:r>
                    </a:p>
                  </a:txBody>
                  <a:tcPr marT="0" marB="0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00" dirty="0">
                          <a:solidFill>
                            <a:schemeClr val="tx2"/>
                          </a:solidFill>
                          <a:latin typeface="Montserrat Light" panose="00000400000000000000" pitchFamily="50" charset="0"/>
                        </a:rPr>
                        <a:t>2900</a:t>
                      </a:r>
                    </a:p>
                  </a:txBody>
                  <a:tcPr marT="0" marB="0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00" dirty="0">
                          <a:solidFill>
                            <a:schemeClr val="tx2"/>
                          </a:solidFill>
                          <a:latin typeface="Montserrat Light" panose="00000400000000000000" pitchFamily="50" charset="0"/>
                        </a:rPr>
                        <a:t>2900</a:t>
                      </a:r>
                    </a:p>
                  </a:txBody>
                  <a:tcPr marT="0" marB="0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00" dirty="0">
                          <a:solidFill>
                            <a:schemeClr val="tx2"/>
                          </a:solidFill>
                          <a:latin typeface="Montserrat Light" panose="00000400000000000000" pitchFamily="50" charset="0"/>
                        </a:rPr>
                        <a:t>2900</a:t>
                      </a:r>
                    </a:p>
                  </a:txBody>
                  <a:tcPr marT="0" marB="0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00" dirty="0">
                          <a:solidFill>
                            <a:schemeClr val="tx2"/>
                          </a:solidFill>
                          <a:latin typeface="Montserrat Light" panose="00000400000000000000" pitchFamily="50" charset="0"/>
                        </a:rPr>
                        <a:t>2900</a:t>
                      </a:r>
                    </a:p>
                  </a:txBody>
                  <a:tcPr marT="0" marB="0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58326">
                <a:tc>
                  <a:txBody>
                    <a:bodyPr/>
                    <a:lstStyle/>
                    <a:p>
                      <a:r>
                        <a:rPr lang="en-US" sz="1000" dirty="0">
                          <a:solidFill>
                            <a:schemeClr val="tx2"/>
                          </a:solidFill>
                          <a:latin typeface="Montserrat Light" panose="00000400000000000000" pitchFamily="50" charset="0"/>
                        </a:rPr>
                        <a:t>Fourth Product Name</a:t>
                      </a:r>
                    </a:p>
                  </a:txBody>
                  <a:tcPr marL="182880" marR="137160" marT="0" marB="0" anchor="ctr">
                    <a:lnL w="12700" cmpd="sng">
                      <a:noFill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00" dirty="0">
                          <a:solidFill>
                            <a:schemeClr val="tx2"/>
                          </a:solidFill>
                          <a:latin typeface="Montserrat Light" panose="00000400000000000000" pitchFamily="50" charset="0"/>
                        </a:rPr>
                        <a:t>4500</a:t>
                      </a:r>
                    </a:p>
                  </a:txBody>
                  <a:tcPr marT="0" marB="0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00" dirty="0">
                          <a:solidFill>
                            <a:schemeClr val="tx2"/>
                          </a:solidFill>
                          <a:latin typeface="Montserrat Light" panose="00000400000000000000" pitchFamily="50" charset="0"/>
                        </a:rPr>
                        <a:t>4500</a:t>
                      </a:r>
                    </a:p>
                  </a:txBody>
                  <a:tcPr marT="0" marB="0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00" dirty="0">
                          <a:solidFill>
                            <a:schemeClr val="tx2"/>
                          </a:solidFill>
                          <a:latin typeface="Montserrat Light" panose="00000400000000000000" pitchFamily="50" charset="0"/>
                        </a:rPr>
                        <a:t>4500</a:t>
                      </a:r>
                    </a:p>
                  </a:txBody>
                  <a:tcPr marT="0" marB="0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00" dirty="0">
                          <a:solidFill>
                            <a:schemeClr val="tx2"/>
                          </a:solidFill>
                          <a:latin typeface="Montserrat Light" panose="00000400000000000000" pitchFamily="50" charset="0"/>
                        </a:rPr>
                        <a:t>4500</a:t>
                      </a:r>
                    </a:p>
                  </a:txBody>
                  <a:tcPr marT="0" marB="0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00" dirty="0">
                          <a:solidFill>
                            <a:schemeClr val="tx2"/>
                          </a:solidFill>
                          <a:latin typeface="Montserrat Light" panose="00000400000000000000" pitchFamily="50" charset="0"/>
                        </a:rPr>
                        <a:t>4500</a:t>
                      </a:r>
                    </a:p>
                  </a:txBody>
                  <a:tcPr marT="0" marB="0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00" dirty="0">
                          <a:solidFill>
                            <a:schemeClr val="tx2"/>
                          </a:solidFill>
                          <a:latin typeface="Montserrat Light" panose="00000400000000000000" pitchFamily="50" charset="0"/>
                        </a:rPr>
                        <a:t>4500</a:t>
                      </a:r>
                    </a:p>
                  </a:txBody>
                  <a:tcPr marT="0" marB="0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00" dirty="0">
                          <a:solidFill>
                            <a:schemeClr val="tx2"/>
                          </a:solidFill>
                          <a:latin typeface="Montserrat Light" panose="00000400000000000000" pitchFamily="50" charset="0"/>
                        </a:rPr>
                        <a:t>4500</a:t>
                      </a:r>
                    </a:p>
                  </a:txBody>
                  <a:tcPr marT="0" marB="0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58326">
                <a:tc>
                  <a:txBody>
                    <a:bodyPr/>
                    <a:lstStyle/>
                    <a:p>
                      <a:r>
                        <a:rPr lang="en-US" sz="1000" dirty="0">
                          <a:solidFill>
                            <a:schemeClr val="tx2"/>
                          </a:solidFill>
                          <a:latin typeface="Montserrat Light" panose="00000400000000000000" pitchFamily="50" charset="0"/>
                        </a:rPr>
                        <a:t>Fifth Product Name</a:t>
                      </a:r>
                    </a:p>
                  </a:txBody>
                  <a:tcPr marL="182880" marR="137160" marT="0" marB="0" anchor="ctr">
                    <a:lnL w="12700" cmpd="sng">
                      <a:noFill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00" dirty="0">
                          <a:solidFill>
                            <a:schemeClr val="tx2"/>
                          </a:solidFill>
                          <a:latin typeface="Montserrat Light" panose="00000400000000000000" pitchFamily="50" charset="0"/>
                        </a:rPr>
                        <a:t>4650</a:t>
                      </a:r>
                    </a:p>
                  </a:txBody>
                  <a:tcPr marT="0" marB="0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00" dirty="0">
                          <a:solidFill>
                            <a:schemeClr val="tx2"/>
                          </a:solidFill>
                          <a:latin typeface="Montserrat Light" panose="00000400000000000000" pitchFamily="50" charset="0"/>
                        </a:rPr>
                        <a:t>4650</a:t>
                      </a:r>
                    </a:p>
                  </a:txBody>
                  <a:tcPr marT="0" marB="0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00" dirty="0">
                          <a:solidFill>
                            <a:schemeClr val="tx2"/>
                          </a:solidFill>
                          <a:latin typeface="Montserrat Light" panose="00000400000000000000" pitchFamily="50" charset="0"/>
                        </a:rPr>
                        <a:t>4650</a:t>
                      </a:r>
                    </a:p>
                  </a:txBody>
                  <a:tcPr marT="0" marB="0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00" dirty="0">
                          <a:solidFill>
                            <a:schemeClr val="tx2"/>
                          </a:solidFill>
                          <a:latin typeface="Montserrat Light" panose="00000400000000000000" pitchFamily="50" charset="0"/>
                        </a:rPr>
                        <a:t>4650</a:t>
                      </a:r>
                    </a:p>
                  </a:txBody>
                  <a:tcPr marT="0" marB="0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00" dirty="0">
                          <a:solidFill>
                            <a:schemeClr val="tx2"/>
                          </a:solidFill>
                          <a:latin typeface="Montserrat Light" panose="00000400000000000000" pitchFamily="50" charset="0"/>
                        </a:rPr>
                        <a:t>4650</a:t>
                      </a:r>
                    </a:p>
                  </a:txBody>
                  <a:tcPr marT="0" marB="0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00" dirty="0">
                          <a:solidFill>
                            <a:schemeClr val="tx2"/>
                          </a:solidFill>
                          <a:latin typeface="Montserrat Light" panose="00000400000000000000" pitchFamily="50" charset="0"/>
                        </a:rPr>
                        <a:t>4650</a:t>
                      </a:r>
                    </a:p>
                  </a:txBody>
                  <a:tcPr marT="0" marB="0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00" dirty="0">
                          <a:solidFill>
                            <a:schemeClr val="tx2"/>
                          </a:solidFill>
                          <a:latin typeface="Montserrat Light" panose="00000400000000000000" pitchFamily="50" charset="0"/>
                        </a:rPr>
                        <a:t>4650</a:t>
                      </a:r>
                    </a:p>
                  </a:txBody>
                  <a:tcPr marT="0" marB="0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58326">
                <a:tc>
                  <a:txBody>
                    <a:bodyPr/>
                    <a:lstStyle/>
                    <a:p>
                      <a:pPr algn="ctr"/>
                      <a:r>
                        <a:rPr lang="ar-SA" sz="1600" b="1" i="0" dirty="0">
                          <a:solidFill>
                            <a:schemeClr val="bg1"/>
                          </a:solidFill>
                          <a:latin typeface="SST Arabic" panose="020B0504030504020204" pitchFamily="34" charset="-78"/>
                          <a:cs typeface="SST Arabic" panose="020B0504030504020204" pitchFamily="34" charset="-78"/>
                        </a:rPr>
                        <a:t>المجموع</a:t>
                      </a:r>
                      <a:endParaRPr lang="en-US" sz="1600" b="1" i="0" dirty="0">
                        <a:solidFill>
                          <a:schemeClr val="bg1"/>
                        </a:solidFill>
                        <a:latin typeface="SST Arabic" panose="020B0504030504020204" pitchFamily="34" charset="-78"/>
                        <a:cs typeface="SST Arabic" panose="020B0504030504020204" pitchFamily="34" charset="-78"/>
                      </a:endParaRPr>
                    </a:p>
                  </a:txBody>
                  <a:tcPr marL="182880" marR="137160" marT="0" marB="0" anchor="ctr">
                    <a:lnL w="12700" cmpd="sng">
                      <a:noFill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00" b="0" dirty="0">
                          <a:solidFill>
                            <a:schemeClr val="bg1"/>
                          </a:solidFill>
                          <a:latin typeface="Montserrat SemiBold" panose="00000700000000000000" pitchFamily="50" charset="0"/>
                        </a:rPr>
                        <a:t>25150</a:t>
                      </a:r>
                    </a:p>
                  </a:txBody>
                  <a:tcPr marT="0" marB="0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00" b="0" dirty="0">
                          <a:solidFill>
                            <a:schemeClr val="bg1"/>
                          </a:solidFill>
                          <a:latin typeface="Montserrat SemiBold" panose="00000700000000000000" pitchFamily="50" charset="0"/>
                        </a:rPr>
                        <a:t>25150</a:t>
                      </a:r>
                    </a:p>
                  </a:txBody>
                  <a:tcPr marT="0" marB="0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00" b="0" dirty="0">
                          <a:solidFill>
                            <a:schemeClr val="bg1"/>
                          </a:solidFill>
                          <a:latin typeface="Montserrat SemiBold" panose="00000700000000000000" pitchFamily="50" charset="0"/>
                        </a:rPr>
                        <a:t>25150</a:t>
                      </a:r>
                    </a:p>
                  </a:txBody>
                  <a:tcPr marT="0" marB="0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00" b="0" dirty="0">
                          <a:solidFill>
                            <a:schemeClr val="bg1"/>
                          </a:solidFill>
                          <a:latin typeface="Montserrat SemiBold" panose="00000700000000000000" pitchFamily="50" charset="0"/>
                        </a:rPr>
                        <a:t>25150</a:t>
                      </a:r>
                    </a:p>
                  </a:txBody>
                  <a:tcPr marT="0" marB="0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00" b="0" dirty="0">
                          <a:solidFill>
                            <a:schemeClr val="bg1"/>
                          </a:solidFill>
                          <a:latin typeface="Montserrat SemiBold" panose="00000700000000000000" pitchFamily="50" charset="0"/>
                        </a:rPr>
                        <a:t>25150</a:t>
                      </a:r>
                    </a:p>
                  </a:txBody>
                  <a:tcPr marT="0" marB="0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00" b="0" dirty="0">
                          <a:solidFill>
                            <a:schemeClr val="bg1"/>
                          </a:solidFill>
                          <a:latin typeface="Montserrat SemiBold" panose="00000700000000000000" pitchFamily="50" charset="0"/>
                        </a:rPr>
                        <a:t>25150</a:t>
                      </a:r>
                    </a:p>
                  </a:txBody>
                  <a:tcPr marT="0" marB="0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00" b="0" dirty="0">
                          <a:solidFill>
                            <a:schemeClr val="bg1"/>
                          </a:solidFill>
                          <a:latin typeface="Montserrat SemiBold" panose="00000700000000000000" pitchFamily="50" charset="0"/>
                        </a:rPr>
                        <a:t>25150</a:t>
                      </a:r>
                    </a:p>
                  </a:txBody>
                  <a:tcPr marT="0" marB="0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6" name="TextBox 5">
            <a:extLst>
              <a:ext uri="{FF2B5EF4-FFF2-40B4-BE49-F238E27FC236}">
                <a16:creationId xmlns:a16="http://schemas.microsoft.com/office/drawing/2014/main" id="{86A71B63-5CB0-4FBA-3F28-648E326EB3DF}"/>
              </a:ext>
            </a:extLst>
          </p:cNvPr>
          <p:cNvSpPr txBox="1"/>
          <p:nvPr/>
        </p:nvSpPr>
        <p:spPr>
          <a:xfrm>
            <a:off x="6252660" y="657225"/>
            <a:ext cx="5486400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 rtl="1"/>
            <a:r>
              <a:rPr lang="ar-SA" sz="3200" dirty="0">
                <a:solidFill>
                  <a:schemeClr val="tx2"/>
                </a:solidFill>
                <a:latin typeface="IBM Plex Sans Arabic" panose="020B0803050203000203" pitchFamily="34" charset="-78"/>
                <a:cs typeface="IBM Plex Sans Arabic" panose="020B0803050203000203" pitchFamily="34" charset="-78"/>
              </a:rPr>
              <a:t>عنوان رئيسي </a:t>
            </a:r>
            <a:endParaRPr lang="en-SA" sz="3200" dirty="0">
              <a:solidFill>
                <a:schemeClr val="tx2"/>
              </a:solidFill>
              <a:latin typeface="IBM Plex Sans Arabic" panose="020B0803050203000203" pitchFamily="34" charset="-78"/>
              <a:cs typeface="IBM Plex Sans Arabic" panose="020B0803050203000203" pitchFamily="34" charset="-78"/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8E820D24-4F44-82D3-BDF3-35F8814744F7}"/>
              </a:ext>
            </a:extLst>
          </p:cNvPr>
          <p:cNvSpPr txBox="1"/>
          <p:nvPr/>
        </p:nvSpPr>
        <p:spPr>
          <a:xfrm>
            <a:off x="1698843" y="717978"/>
            <a:ext cx="7297017" cy="83099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50800" algn="justLow" rtl="1">
              <a:spcBef>
                <a:spcPts val="1000"/>
              </a:spcBef>
              <a:buClr>
                <a:schemeClr val="dk2"/>
              </a:buClr>
              <a:buSzPts val="2800"/>
            </a:pPr>
            <a:r>
              <a:rPr lang="ar-SA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 </a:t>
            </a:r>
            <a:r>
              <a:rPr lang="ar-SA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</a:t>
            </a:r>
            <a:endParaRPr lang="ar-SA" sz="1600" u="none" strike="noStrike" cap="none" dirty="0">
              <a:solidFill>
                <a:schemeClr val="tx1">
                  <a:lumMod val="90000"/>
                  <a:lumOff val="10000"/>
                </a:schemeClr>
              </a:solidFill>
              <a:latin typeface="Tajawal" pitchFamily="2" charset="-78"/>
              <a:ea typeface="Readex Pro Deca"/>
              <a:cs typeface="Tajawal" pitchFamily="2" charset="-78"/>
              <a:sym typeface="Readex Pro"/>
            </a:endParaRPr>
          </a:p>
        </p:txBody>
      </p:sp>
    </p:spTree>
    <p:extLst>
      <p:ext uri="{BB962C8B-B14F-4D97-AF65-F5344CB8AC3E}">
        <p14:creationId xmlns:p14="http://schemas.microsoft.com/office/powerpoint/2010/main" val="60560702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 advClick="0"/>
    </mc:Choice>
    <mc:Fallback xmlns="">
      <p:transition advClick="0"/>
    </mc:Fallback>
  </mc:AlternateContent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AEDD254A-CEB3-D84B-A5D1-60C7963640D1}"/>
              </a:ext>
            </a:extLst>
          </p:cNvPr>
          <p:cNvSpPr>
            <a:spLocks noGrp="1"/>
          </p:cNvSpPr>
          <p:nvPr>
            <p:ph type="body" sz="quarter" idx="4294967295"/>
          </p:nvPr>
        </p:nvSpPr>
        <p:spPr>
          <a:xfrm>
            <a:off x="1446826" y="2674534"/>
            <a:ext cx="3734775" cy="2087967"/>
          </a:xfrm>
        </p:spPr>
        <p:txBody>
          <a:bodyPr>
            <a:normAutofit/>
          </a:bodyPr>
          <a:lstStyle/>
          <a:p>
            <a:pPr lvl="0"/>
            <a:r>
              <a:rPr lang="en-US" dirty="0"/>
              <a:t>We </a:t>
            </a:r>
            <a:r>
              <a:rPr lang="en-US" b="1" dirty="0"/>
              <a:t>Growth</a:t>
            </a:r>
          </a:p>
          <a:p>
            <a:pPr lvl="0"/>
            <a:r>
              <a:rPr lang="en-US" dirty="0"/>
              <a:t>With The</a:t>
            </a:r>
          </a:p>
          <a:p>
            <a:pPr lvl="0"/>
            <a:r>
              <a:rPr lang="en-US" b="1" dirty="0"/>
              <a:t>Best</a:t>
            </a:r>
            <a:r>
              <a:rPr lang="en-US" dirty="0"/>
              <a:t> Team</a:t>
            </a:r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EB1C37A0-6295-9E47-9046-1BCBF2480809}"/>
              </a:ext>
            </a:extLst>
          </p:cNvPr>
          <p:cNvSpPr>
            <a:spLocks noGrp="1"/>
          </p:cNvSpPr>
          <p:nvPr>
            <p:ph type="body" sz="quarter" idx="4294967295"/>
          </p:nvPr>
        </p:nvSpPr>
        <p:spPr>
          <a:xfrm>
            <a:off x="1491392" y="5006744"/>
            <a:ext cx="3575640" cy="936857"/>
          </a:xfrm>
        </p:spPr>
        <p:txBody>
          <a:bodyPr>
            <a:normAutofit fontScale="62500" lnSpcReduction="20000"/>
          </a:bodyPr>
          <a:lstStyle/>
          <a:p>
            <a:pPr lvl="0"/>
            <a:r>
              <a:rPr lang="en-US" dirty="0"/>
              <a:t>Dynamically leverage existing alternative imperatives whereas superior intellectual</a:t>
            </a:r>
            <a:r>
              <a:rPr lang="id-ID" dirty="0"/>
              <a:t> </a:t>
            </a:r>
            <a:r>
              <a:rPr lang="en-US" dirty="0"/>
              <a:t>morph accurate</a:t>
            </a:r>
          </a:p>
        </p:txBody>
      </p:sp>
      <p:sp>
        <p:nvSpPr>
          <p:cNvPr id="5" name="Picture Placeholder 4">
            <a:extLst>
              <a:ext uri="{FF2B5EF4-FFF2-40B4-BE49-F238E27FC236}">
                <a16:creationId xmlns:a16="http://schemas.microsoft.com/office/drawing/2014/main" id="{EE70C711-69EA-FF4F-9366-298421648282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pattFill prst="pct20">
            <a:fgClr>
              <a:schemeClr val="tx2"/>
            </a:fgClr>
            <a:bgClr>
              <a:schemeClr val="bg1"/>
            </a:bgClr>
          </a:pattFill>
        </p:spPr>
      </p:sp>
      <p:grpSp>
        <p:nvGrpSpPr>
          <p:cNvPr id="2" name="Graphic 14">
            <a:extLst>
              <a:ext uri="{FF2B5EF4-FFF2-40B4-BE49-F238E27FC236}">
                <a16:creationId xmlns:a16="http://schemas.microsoft.com/office/drawing/2014/main" id="{D000A11C-03E9-5BBA-1E5F-A80C86A4AF1B}"/>
              </a:ext>
            </a:extLst>
          </p:cNvPr>
          <p:cNvGrpSpPr/>
          <p:nvPr/>
        </p:nvGrpSpPr>
        <p:grpSpPr>
          <a:xfrm>
            <a:off x="7953339" y="1268878"/>
            <a:ext cx="3004194" cy="799674"/>
            <a:chOff x="8806355" y="5189285"/>
            <a:chExt cx="3004194" cy="799674"/>
          </a:xfrm>
          <a:solidFill>
            <a:srgbClr val="FFFFFF"/>
          </a:solidFill>
        </p:grpSpPr>
        <p:grpSp>
          <p:nvGrpSpPr>
            <p:cNvPr id="6" name="Graphic 14">
              <a:extLst>
                <a:ext uri="{FF2B5EF4-FFF2-40B4-BE49-F238E27FC236}">
                  <a16:creationId xmlns:a16="http://schemas.microsoft.com/office/drawing/2014/main" id="{2150FF20-5971-9321-8584-6EE134EC6FD7}"/>
                </a:ext>
              </a:extLst>
            </p:cNvPr>
            <p:cNvGrpSpPr/>
            <p:nvPr/>
          </p:nvGrpSpPr>
          <p:grpSpPr>
            <a:xfrm>
              <a:off x="8806355" y="5710095"/>
              <a:ext cx="3004194" cy="278863"/>
              <a:chOff x="8806355" y="5710095"/>
              <a:chExt cx="3004194" cy="278863"/>
            </a:xfrm>
            <a:solidFill>
              <a:srgbClr val="FFFFFF"/>
            </a:solidFill>
          </p:grpSpPr>
          <p:sp>
            <p:nvSpPr>
              <p:cNvPr id="19" name="Freeform 18">
                <a:extLst>
                  <a:ext uri="{FF2B5EF4-FFF2-40B4-BE49-F238E27FC236}">
                    <a16:creationId xmlns:a16="http://schemas.microsoft.com/office/drawing/2014/main" id="{3EC0BDDC-AC78-9B11-60F9-21FE15AA6A4D}"/>
                  </a:ext>
                </a:extLst>
              </p:cNvPr>
              <p:cNvSpPr/>
              <p:nvPr/>
            </p:nvSpPr>
            <p:spPr>
              <a:xfrm>
                <a:off x="9144518" y="5711799"/>
                <a:ext cx="245794" cy="270344"/>
              </a:xfrm>
              <a:custGeom>
                <a:avLst/>
                <a:gdLst>
                  <a:gd name="connsiteX0" fmla="*/ 153532 w 245794"/>
                  <a:gd name="connsiteY0" fmla="*/ 5112 h 270344"/>
                  <a:gd name="connsiteX1" fmla="*/ 145534 w 245794"/>
                  <a:gd name="connsiteY1" fmla="*/ 0 h 270344"/>
                  <a:gd name="connsiteX2" fmla="*/ 98689 w 245794"/>
                  <a:gd name="connsiteY2" fmla="*/ 0 h 270344"/>
                  <a:gd name="connsiteX3" fmla="*/ 90691 w 245794"/>
                  <a:gd name="connsiteY3" fmla="*/ 5112 h 270344"/>
                  <a:gd name="connsiteX4" fmla="*/ 428 w 245794"/>
                  <a:gd name="connsiteY4" fmla="*/ 262961 h 270344"/>
                  <a:gd name="connsiteX5" fmla="*/ 428 w 245794"/>
                  <a:gd name="connsiteY5" fmla="*/ 268073 h 270344"/>
                  <a:gd name="connsiteX6" fmla="*/ 5570 w 245794"/>
                  <a:gd name="connsiteY6" fmla="*/ 270344 h 270344"/>
                  <a:gd name="connsiteX7" fmla="*/ 51273 w 245794"/>
                  <a:gd name="connsiteY7" fmla="*/ 270344 h 270344"/>
                  <a:gd name="connsiteX8" fmla="*/ 58699 w 245794"/>
                  <a:gd name="connsiteY8" fmla="*/ 265233 h 270344"/>
                  <a:gd name="connsiteX9" fmla="*/ 71839 w 245794"/>
                  <a:gd name="connsiteY9" fmla="*/ 226044 h 270344"/>
                  <a:gd name="connsiteX10" fmla="*/ 172956 w 245794"/>
                  <a:gd name="connsiteY10" fmla="*/ 226044 h 270344"/>
                  <a:gd name="connsiteX11" fmla="*/ 186095 w 245794"/>
                  <a:gd name="connsiteY11" fmla="*/ 265233 h 270344"/>
                  <a:gd name="connsiteX12" fmla="*/ 193522 w 245794"/>
                  <a:gd name="connsiteY12" fmla="*/ 270344 h 270344"/>
                  <a:gd name="connsiteX13" fmla="*/ 239224 w 245794"/>
                  <a:gd name="connsiteY13" fmla="*/ 270344 h 270344"/>
                  <a:gd name="connsiteX14" fmla="*/ 244937 w 245794"/>
                  <a:gd name="connsiteY14" fmla="*/ 268073 h 270344"/>
                  <a:gd name="connsiteX15" fmla="*/ 244937 w 245794"/>
                  <a:gd name="connsiteY15" fmla="*/ 262961 h 270344"/>
                  <a:gd name="connsiteX16" fmla="*/ 153532 w 245794"/>
                  <a:gd name="connsiteY16" fmla="*/ 5112 h 270344"/>
                  <a:gd name="connsiteX17" fmla="*/ 87835 w 245794"/>
                  <a:gd name="connsiteY17" fmla="*/ 176065 h 270344"/>
                  <a:gd name="connsiteX18" fmla="*/ 122112 w 245794"/>
                  <a:gd name="connsiteY18" fmla="*/ 72698 h 270344"/>
                  <a:gd name="connsiteX19" fmla="*/ 156388 w 245794"/>
                  <a:gd name="connsiteY19" fmla="*/ 176065 h 270344"/>
                  <a:gd name="connsiteX20" fmla="*/ 87835 w 245794"/>
                  <a:gd name="connsiteY20" fmla="*/ 176065 h 270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245794" h="270344">
                    <a:moveTo>
                      <a:pt x="153532" y="5112"/>
                    </a:moveTo>
                    <a:cubicBezTo>
                      <a:pt x="152390" y="2272"/>
                      <a:pt x="148962" y="0"/>
                      <a:pt x="145534" y="0"/>
                    </a:cubicBezTo>
                    <a:lnTo>
                      <a:pt x="98689" y="0"/>
                    </a:lnTo>
                    <a:cubicBezTo>
                      <a:pt x="94690" y="0"/>
                      <a:pt x="91834" y="2272"/>
                      <a:pt x="90691" y="5112"/>
                    </a:cubicBezTo>
                    <a:lnTo>
                      <a:pt x="428" y="262961"/>
                    </a:lnTo>
                    <a:cubicBezTo>
                      <a:pt x="-143" y="265233"/>
                      <a:pt x="-143" y="266937"/>
                      <a:pt x="428" y="268073"/>
                    </a:cubicBezTo>
                    <a:cubicBezTo>
                      <a:pt x="1571" y="269776"/>
                      <a:pt x="3285" y="270344"/>
                      <a:pt x="5570" y="270344"/>
                    </a:cubicBezTo>
                    <a:lnTo>
                      <a:pt x="51273" y="270344"/>
                    </a:lnTo>
                    <a:cubicBezTo>
                      <a:pt x="55272" y="270344"/>
                      <a:pt x="57557" y="268641"/>
                      <a:pt x="58699" y="265233"/>
                    </a:cubicBezTo>
                    <a:lnTo>
                      <a:pt x="71839" y="226044"/>
                    </a:lnTo>
                    <a:lnTo>
                      <a:pt x="172956" y="226044"/>
                    </a:lnTo>
                    <a:lnTo>
                      <a:pt x="186095" y="265233"/>
                    </a:lnTo>
                    <a:cubicBezTo>
                      <a:pt x="187238" y="268641"/>
                      <a:pt x="189523" y="270344"/>
                      <a:pt x="193522" y="270344"/>
                    </a:cubicBezTo>
                    <a:lnTo>
                      <a:pt x="239224" y="270344"/>
                    </a:lnTo>
                    <a:cubicBezTo>
                      <a:pt x="241510" y="270344"/>
                      <a:pt x="243795" y="269776"/>
                      <a:pt x="244937" y="268073"/>
                    </a:cubicBezTo>
                    <a:cubicBezTo>
                      <a:pt x="246080" y="266937"/>
                      <a:pt x="246080" y="264665"/>
                      <a:pt x="244937" y="262961"/>
                    </a:cubicBezTo>
                    <a:lnTo>
                      <a:pt x="153532" y="5112"/>
                    </a:lnTo>
                    <a:close/>
                    <a:moveTo>
                      <a:pt x="87835" y="176065"/>
                    </a:moveTo>
                    <a:lnTo>
                      <a:pt x="122112" y="72698"/>
                    </a:lnTo>
                    <a:lnTo>
                      <a:pt x="156388" y="176065"/>
                    </a:lnTo>
                    <a:lnTo>
                      <a:pt x="87835" y="176065"/>
                    </a:ln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20" name="Freeform 19">
                <a:extLst>
                  <a:ext uri="{FF2B5EF4-FFF2-40B4-BE49-F238E27FC236}">
                    <a16:creationId xmlns:a16="http://schemas.microsoft.com/office/drawing/2014/main" id="{56A56CD9-963D-1A04-EBFA-FBDADB98CD05}"/>
                  </a:ext>
                </a:extLst>
              </p:cNvPr>
              <p:cNvSpPr/>
              <p:nvPr/>
            </p:nvSpPr>
            <p:spPr>
              <a:xfrm>
                <a:off x="9482575" y="5711799"/>
                <a:ext cx="289155" cy="270912"/>
              </a:xfrm>
              <a:custGeom>
                <a:avLst/>
                <a:gdLst>
                  <a:gd name="connsiteX0" fmla="*/ 283356 w 289155"/>
                  <a:gd name="connsiteY0" fmla="*/ 0 h 270912"/>
                  <a:gd name="connsiteX1" fmla="*/ 232512 w 289155"/>
                  <a:gd name="connsiteY1" fmla="*/ 0 h 270912"/>
                  <a:gd name="connsiteX2" fmla="*/ 225085 w 289155"/>
                  <a:gd name="connsiteY2" fmla="*/ 4544 h 270912"/>
                  <a:gd name="connsiteX3" fmla="*/ 145106 w 289155"/>
                  <a:gd name="connsiteY3" fmla="*/ 204462 h 270912"/>
                  <a:gd name="connsiteX4" fmla="*/ 65126 w 289155"/>
                  <a:gd name="connsiteY4" fmla="*/ 4544 h 270912"/>
                  <a:gd name="connsiteX5" fmla="*/ 57699 w 289155"/>
                  <a:gd name="connsiteY5" fmla="*/ 0 h 270912"/>
                  <a:gd name="connsiteX6" fmla="*/ 6855 w 289155"/>
                  <a:gd name="connsiteY6" fmla="*/ 0 h 270912"/>
                  <a:gd name="connsiteX7" fmla="*/ 0 w 289155"/>
                  <a:gd name="connsiteY7" fmla="*/ 6815 h 270912"/>
                  <a:gd name="connsiteX8" fmla="*/ 0 w 289155"/>
                  <a:gd name="connsiteY8" fmla="*/ 264097 h 270912"/>
                  <a:gd name="connsiteX9" fmla="*/ 6855 w 289155"/>
                  <a:gd name="connsiteY9" fmla="*/ 270912 h 270912"/>
                  <a:gd name="connsiteX10" fmla="*/ 50273 w 289155"/>
                  <a:gd name="connsiteY10" fmla="*/ 270912 h 270912"/>
                  <a:gd name="connsiteX11" fmla="*/ 57128 w 289155"/>
                  <a:gd name="connsiteY11" fmla="*/ 264097 h 270912"/>
                  <a:gd name="connsiteX12" fmla="*/ 57128 w 289155"/>
                  <a:gd name="connsiteY12" fmla="*/ 107911 h 270912"/>
                  <a:gd name="connsiteX13" fmla="*/ 117684 w 289155"/>
                  <a:gd name="connsiteY13" fmla="*/ 265801 h 270912"/>
                  <a:gd name="connsiteX14" fmla="*/ 125111 w 289155"/>
                  <a:gd name="connsiteY14" fmla="*/ 270912 h 270912"/>
                  <a:gd name="connsiteX15" fmla="*/ 163958 w 289155"/>
                  <a:gd name="connsiteY15" fmla="*/ 270912 h 270912"/>
                  <a:gd name="connsiteX16" fmla="*/ 171385 w 289155"/>
                  <a:gd name="connsiteY16" fmla="*/ 265801 h 270912"/>
                  <a:gd name="connsiteX17" fmla="*/ 231941 w 289155"/>
                  <a:gd name="connsiteY17" fmla="*/ 107911 h 270912"/>
                  <a:gd name="connsiteX18" fmla="*/ 231941 w 289155"/>
                  <a:gd name="connsiteY18" fmla="*/ 264097 h 270912"/>
                  <a:gd name="connsiteX19" fmla="*/ 238796 w 289155"/>
                  <a:gd name="connsiteY19" fmla="*/ 270912 h 270912"/>
                  <a:gd name="connsiteX20" fmla="*/ 282213 w 289155"/>
                  <a:gd name="connsiteY20" fmla="*/ 270912 h 270912"/>
                  <a:gd name="connsiteX21" fmla="*/ 289069 w 289155"/>
                  <a:gd name="connsiteY21" fmla="*/ 264097 h 270912"/>
                  <a:gd name="connsiteX22" fmla="*/ 289069 w 289155"/>
                  <a:gd name="connsiteY22" fmla="*/ 6815 h 270912"/>
                  <a:gd name="connsiteX23" fmla="*/ 283356 w 289155"/>
                  <a:gd name="connsiteY23" fmla="*/ 0 h 2709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289155" h="270912">
                    <a:moveTo>
                      <a:pt x="283356" y="0"/>
                    </a:moveTo>
                    <a:lnTo>
                      <a:pt x="232512" y="0"/>
                    </a:lnTo>
                    <a:cubicBezTo>
                      <a:pt x="229084" y="0"/>
                      <a:pt x="226228" y="1704"/>
                      <a:pt x="225085" y="4544"/>
                    </a:cubicBezTo>
                    <a:lnTo>
                      <a:pt x="145106" y="204462"/>
                    </a:lnTo>
                    <a:lnTo>
                      <a:pt x="65126" y="4544"/>
                    </a:lnTo>
                    <a:cubicBezTo>
                      <a:pt x="63984" y="1704"/>
                      <a:pt x="61698" y="0"/>
                      <a:pt x="57699" y="0"/>
                    </a:cubicBezTo>
                    <a:lnTo>
                      <a:pt x="6855" y="0"/>
                    </a:lnTo>
                    <a:cubicBezTo>
                      <a:pt x="2856" y="0"/>
                      <a:pt x="0" y="2840"/>
                      <a:pt x="0" y="6815"/>
                    </a:cubicBezTo>
                    <a:lnTo>
                      <a:pt x="0" y="264097"/>
                    </a:lnTo>
                    <a:cubicBezTo>
                      <a:pt x="0" y="268073"/>
                      <a:pt x="2856" y="270912"/>
                      <a:pt x="6855" y="270912"/>
                    </a:cubicBezTo>
                    <a:lnTo>
                      <a:pt x="50273" y="270912"/>
                    </a:lnTo>
                    <a:cubicBezTo>
                      <a:pt x="54272" y="270912"/>
                      <a:pt x="57128" y="268073"/>
                      <a:pt x="57128" y="264097"/>
                    </a:cubicBezTo>
                    <a:lnTo>
                      <a:pt x="57128" y="107911"/>
                    </a:lnTo>
                    <a:lnTo>
                      <a:pt x="117684" y="265801"/>
                    </a:lnTo>
                    <a:cubicBezTo>
                      <a:pt x="118827" y="269208"/>
                      <a:pt x="121683" y="270912"/>
                      <a:pt x="125111" y="270912"/>
                    </a:cubicBezTo>
                    <a:lnTo>
                      <a:pt x="163958" y="270912"/>
                    </a:lnTo>
                    <a:cubicBezTo>
                      <a:pt x="167386" y="270912"/>
                      <a:pt x="170242" y="269208"/>
                      <a:pt x="171385" y="265801"/>
                    </a:cubicBezTo>
                    <a:lnTo>
                      <a:pt x="231941" y="107911"/>
                    </a:lnTo>
                    <a:lnTo>
                      <a:pt x="231941" y="264097"/>
                    </a:lnTo>
                    <a:cubicBezTo>
                      <a:pt x="231941" y="268073"/>
                      <a:pt x="234797" y="270912"/>
                      <a:pt x="238796" y="270912"/>
                    </a:cubicBezTo>
                    <a:lnTo>
                      <a:pt x="282213" y="270912"/>
                    </a:lnTo>
                    <a:cubicBezTo>
                      <a:pt x="286212" y="270912"/>
                      <a:pt x="289069" y="268073"/>
                      <a:pt x="289069" y="264097"/>
                    </a:cubicBezTo>
                    <a:lnTo>
                      <a:pt x="289069" y="6815"/>
                    </a:lnTo>
                    <a:cubicBezTo>
                      <a:pt x="289640" y="2840"/>
                      <a:pt x="287355" y="0"/>
                      <a:pt x="28335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21" name="Freeform 20">
                <a:extLst>
                  <a:ext uri="{FF2B5EF4-FFF2-40B4-BE49-F238E27FC236}">
                    <a16:creationId xmlns:a16="http://schemas.microsoft.com/office/drawing/2014/main" id="{C5BFA8A1-53A7-C035-7D43-B5B915DD2479}"/>
                  </a:ext>
                </a:extLst>
              </p:cNvPr>
              <p:cNvSpPr/>
              <p:nvPr/>
            </p:nvSpPr>
            <p:spPr>
              <a:xfrm>
                <a:off x="9979019" y="5710095"/>
                <a:ext cx="234912" cy="278863"/>
              </a:xfrm>
              <a:custGeom>
                <a:avLst/>
                <a:gdLst>
                  <a:gd name="connsiteX0" fmla="*/ 217658 w 234912"/>
                  <a:gd name="connsiteY0" fmla="*/ 214685 h 278863"/>
                  <a:gd name="connsiteX1" fmla="*/ 208518 w 234912"/>
                  <a:gd name="connsiteY1" fmla="*/ 215253 h 278863"/>
                  <a:gd name="connsiteX2" fmla="*/ 139964 w 234912"/>
                  <a:gd name="connsiteY2" fmla="*/ 241379 h 278863"/>
                  <a:gd name="connsiteX3" fmla="*/ 38847 w 234912"/>
                  <a:gd name="connsiteY3" fmla="*/ 138580 h 278863"/>
                  <a:gd name="connsiteX4" fmla="*/ 139964 w 234912"/>
                  <a:gd name="connsiteY4" fmla="*/ 35781 h 278863"/>
                  <a:gd name="connsiteX5" fmla="*/ 208518 w 234912"/>
                  <a:gd name="connsiteY5" fmla="*/ 61907 h 278863"/>
                  <a:gd name="connsiteX6" fmla="*/ 213659 w 234912"/>
                  <a:gd name="connsiteY6" fmla="*/ 64178 h 278863"/>
                  <a:gd name="connsiteX7" fmla="*/ 217658 w 234912"/>
                  <a:gd name="connsiteY7" fmla="*/ 61907 h 278863"/>
                  <a:gd name="connsiteX8" fmla="*/ 233083 w 234912"/>
                  <a:gd name="connsiteY8" fmla="*/ 45436 h 278863"/>
                  <a:gd name="connsiteX9" fmla="*/ 231940 w 234912"/>
                  <a:gd name="connsiteY9" fmla="*/ 35781 h 278863"/>
                  <a:gd name="connsiteX10" fmla="*/ 138822 w 234912"/>
                  <a:gd name="connsiteY10" fmla="*/ 0 h 278863"/>
                  <a:gd name="connsiteX11" fmla="*/ 0 w 234912"/>
                  <a:gd name="connsiteY11" fmla="*/ 139716 h 278863"/>
                  <a:gd name="connsiteX12" fmla="*/ 138822 w 234912"/>
                  <a:gd name="connsiteY12" fmla="*/ 278864 h 278863"/>
                  <a:gd name="connsiteX13" fmla="*/ 231940 w 234912"/>
                  <a:gd name="connsiteY13" fmla="*/ 242515 h 278863"/>
                  <a:gd name="connsiteX14" fmla="*/ 232512 w 234912"/>
                  <a:gd name="connsiteY14" fmla="*/ 232860 h 278863"/>
                  <a:gd name="connsiteX15" fmla="*/ 217658 w 234912"/>
                  <a:gd name="connsiteY15" fmla="*/ 214685 h 2788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34912" h="278863">
                    <a:moveTo>
                      <a:pt x="217658" y="214685"/>
                    </a:moveTo>
                    <a:cubicBezTo>
                      <a:pt x="215373" y="212413"/>
                      <a:pt x="212517" y="211278"/>
                      <a:pt x="208518" y="215253"/>
                    </a:cubicBezTo>
                    <a:cubicBezTo>
                      <a:pt x="187952" y="232860"/>
                      <a:pt x="165672" y="241379"/>
                      <a:pt x="139964" y="241379"/>
                    </a:cubicBezTo>
                    <a:cubicBezTo>
                      <a:pt x="82265" y="241379"/>
                      <a:pt x="38847" y="197079"/>
                      <a:pt x="38847" y="138580"/>
                    </a:cubicBezTo>
                    <a:cubicBezTo>
                      <a:pt x="38847" y="80081"/>
                      <a:pt x="82265" y="35781"/>
                      <a:pt x="139964" y="35781"/>
                    </a:cubicBezTo>
                    <a:cubicBezTo>
                      <a:pt x="165672" y="35781"/>
                      <a:pt x="187952" y="44300"/>
                      <a:pt x="208518" y="61907"/>
                    </a:cubicBezTo>
                    <a:cubicBezTo>
                      <a:pt x="210232" y="63610"/>
                      <a:pt x="211946" y="64178"/>
                      <a:pt x="213659" y="64178"/>
                    </a:cubicBezTo>
                    <a:cubicBezTo>
                      <a:pt x="215373" y="64178"/>
                      <a:pt x="216516" y="63043"/>
                      <a:pt x="217658" y="61907"/>
                    </a:cubicBezTo>
                    <a:lnTo>
                      <a:pt x="233083" y="45436"/>
                    </a:lnTo>
                    <a:cubicBezTo>
                      <a:pt x="235940" y="42028"/>
                      <a:pt x="235368" y="38621"/>
                      <a:pt x="231940" y="35781"/>
                    </a:cubicBezTo>
                    <a:cubicBezTo>
                      <a:pt x="205662" y="11927"/>
                      <a:pt x="174812" y="0"/>
                      <a:pt x="138822" y="0"/>
                    </a:cubicBezTo>
                    <a:cubicBezTo>
                      <a:pt x="59985" y="0"/>
                      <a:pt x="0" y="60203"/>
                      <a:pt x="0" y="139716"/>
                    </a:cubicBezTo>
                    <a:cubicBezTo>
                      <a:pt x="0" y="219229"/>
                      <a:pt x="59413" y="278864"/>
                      <a:pt x="138822" y="278864"/>
                    </a:cubicBezTo>
                    <a:cubicBezTo>
                      <a:pt x="174812" y="278864"/>
                      <a:pt x="205662" y="266369"/>
                      <a:pt x="231940" y="242515"/>
                    </a:cubicBezTo>
                    <a:cubicBezTo>
                      <a:pt x="234226" y="240243"/>
                      <a:pt x="236511" y="236835"/>
                      <a:pt x="232512" y="232860"/>
                    </a:cubicBezTo>
                    <a:lnTo>
                      <a:pt x="217658" y="214685"/>
                    </a:ln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22" name="Freeform 21">
                <a:extLst>
                  <a:ext uri="{FF2B5EF4-FFF2-40B4-BE49-F238E27FC236}">
                    <a16:creationId xmlns:a16="http://schemas.microsoft.com/office/drawing/2014/main" id="{3F940F03-DB10-FCC3-62B7-75DD1D7B276C}"/>
                  </a:ext>
                </a:extLst>
              </p:cNvPr>
              <p:cNvSpPr/>
              <p:nvPr/>
            </p:nvSpPr>
            <p:spPr>
              <a:xfrm>
                <a:off x="10310274" y="5711799"/>
                <a:ext cx="231171" cy="270912"/>
              </a:xfrm>
              <a:custGeom>
                <a:avLst/>
                <a:gdLst>
                  <a:gd name="connsiteX0" fmla="*/ 136625 w 231171"/>
                  <a:gd name="connsiteY0" fmla="*/ 5112 h 270912"/>
                  <a:gd name="connsiteX1" fmla="*/ 128627 w 231171"/>
                  <a:gd name="connsiteY1" fmla="*/ 0 h 270912"/>
                  <a:gd name="connsiteX2" fmla="*/ 100634 w 231171"/>
                  <a:gd name="connsiteY2" fmla="*/ 0 h 270912"/>
                  <a:gd name="connsiteX3" fmla="*/ 93207 w 231171"/>
                  <a:gd name="connsiteY3" fmla="*/ 5112 h 270912"/>
                  <a:gd name="connsiteX4" fmla="*/ 660 w 231171"/>
                  <a:gd name="connsiteY4" fmla="*/ 262961 h 270912"/>
                  <a:gd name="connsiteX5" fmla="*/ 660 w 231171"/>
                  <a:gd name="connsiteY5" fmla="*/ 268641 h 270912"/>
                  <a:gd name="connsiteX6" fmla="*/ 5801 w 231171"/>
                  <a:gd name="connsiteY6" fmla="*/ 270912 h 270912"/>
                  <a:gd name="connsiteX7" fmla="*/ 32080 w 231171"/>
                  <a:gd name="connsiteY7" fmla="*/ 270912 h 270912"/>
                  <a:gd name="connsiteX8" fmla="*/ 39507 w 231171"/>
                  <a:gd name="connsiteY8" fmla="*/ 265801 h 270912"/>
                  <a:gd name="connsiteX9" fmla="*/ 57217 w 231171"/>
                  <a:gd name="connsiteY9" fmla="*/ 214685 h 270912"/>
                  <a:gd name="connsiteX10" fmla="*/ 174329 w 231171"/>
                  <a:gd name="connsiteY10" fmla="*/ 214685 h 270912"/>
                  <a:gd name="connsiteX11" fmla="*/ 192039 w 231171"/>
                  <a:gd name="connsiteY11" fmla="*/ 265801 h 270912"/>
                  <a:gd name="connsiteX12" fmla="*/ 198895 w 231171"/>
                  <a:gd name="connsiteY12" fmla="*/ 270912 h 270912"/>
                  <a:gd name="connsiteX13" fmla="*/ 225174 w 231171"/>
                  <a:gd name="connsiteY13" fmla="*/ 270912 h 270912"/>
                  <a:gd name="connsiteX14" fmla="*/ 230315 w 231171"/>
                  <a:gd name="connsiteY14" fmla="*/ 268641 h 270912"/>
                  <a:gd name="connsiteX15" fmla="*/ 230315 w 231171"/>
                  <a:gd name="connsiteY15" fmla="*/ 263529 h 270912"/>
                  <a:gd name="connsiteX16" fmla="*/ 136625 w 231171"/>
                  <a:gd name="connsiteY16" fmla="*/ 5112 h 270912"/>
                  <a:gd name="connsiteX17" fmla="*/ 68071 w 231171"/>
                  <a:gd name="connsiteY17" fmla="*/ 181176 h 270912"/>
                  <a:gd name="connsiteX18" fmla="*/ 114916 w 231171"/>
                  <a:gd name="connsiteY18" fmla="*/ 47140 h 270912"/>
                  <a:gd name="connsiteX19" fmla="*/ 161761 w 231171"/>
                  <a:gd name="connsiteY19" fmla="*/ 181176 h 270912"/>
                  <a:gd name="connsiteX20" fmla="*/ 68071 w 231171"/>
                  <a:gd name="connsiteY20" fmla="*/ 181176 h 2709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231171" h="270912">
                    <a:moveTo>
                      <a:pt x="136625" y="5112"/>
                    </a:moveTo>
                    <a:cubicBezTo>
                      <a:pt x="135482" y="2272"/>
                      <a:pt x="132055" y="0"/>
                      <a:pt x="128627" y="0"/>
                    </a:cubicBezTo>
                    <a:lnTo>
                      <a:pt x="100634" y="0"/>
                    </a:lnTo>
                    <a:cubicBezTo>
                      <a:pt x="97206" y="0"/>
                      <a:pt x="94350" y="1704"/>
                      <a:pt x="93207" y="5112"/>
                    </a:cubicBezTo>
                    <a:lnTo>
                      <a:pt x="660" y="262961"/>
                    </a:lnTo>
                    <a:cubicBezTo>
                      <a:pt x="-483" y="265233"/>
                      <a:pt x="88" y="266937"/>
                      <a:pt x="660" y="268641"/>
                    </a:cubicBezTo>
                    <a:cubicBezTo>
                      <a:pt x="1231" y="269776"/>
                      <a:pt x="2945" y="270912"/>
                      <a:pt x="5801" y="270912"/>
                    </a:cubicBezTo>
                    <a:lnTo>
                      <a:pt x="32080" y="270912"/>
                    </a:lnTo>
                    <a:cubicBezTo>
                      <a:pt x="36079" y="270912"/>
                      <a:pt x="38364" y="269208"/>
                      <a:pt x="39507" y="265801"/>
                    </a:cubicBezTo>
                    <a:lnTo>
                      <a:pt x="57217" y="214685"/>
                    </a:lnTo>
                    <a:lnTo>
                      <a:pt x="174329" y="214685"/>
                    </a:lnTo>
                    <a:lnTo>
                      <a:pt x="192039" y="265801"/>
                    </a:lnTo>
                    <a:cubicBezTo>
                      <a:pt x="193182" y="269208"/>
                      <a:pt x="195467" y="270912"/>
                      <a:pt x="198895" y="270912"/>
                    </a:cubicBezTo>
                    <a:lnTo>
                      <a:pt x="225174" y="270912"/>
                    </a:lnTo>
                    <a:cubicBezTo>
                      <a:pt x="227459" y="270912"/>
                      <a:pt x="229172" y="270344"/>
                      <a:pt x="230315" y="268641"/>
                    </a:cubicBezTo>
                    <a:cubicBezTo>
                      <a:pt x="231458" y="267505"/>
                      <a:pt x="231458" y="265233"/>
                      <a:pt x="230315" y="263529"/>
                    </a:cubicBezTo>
                    <a:lnTo>
                      <a:pt x="136625" y="5112"/>
                    </a:lnTo>
                    <a:close/>
                    <a:moveTo>
                      <a:pt x="68071" y="181176"/>
                    </a:moveTo>
                    <a:lnTo>
                      <a:pt x="114916" y="47140"/>
                    </a:lnTo>
                    <a:lnTo>
                      <a:pt x="161761" y="181176"/>
                    </a:lnTo>
                    <a:lnTo>
                      <a:pt x="68071" y="181176"/>
                    </a:ln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23" name="Freeform 22">
                <a:extLst>
                  <a:ext uri="{FF2B5EF4-FFF2-40B4-BE49-F238E27FC236}">
                    <a16:creationId xmlns:a16="http://schemas.microsoft.com/office/drawing/2014/main" id="{82B50C21-0D6F-A276-A8EF-89E555453BF8}"/>
                  </a:ext>
                </a:extLst>
              </p:cNvPr>
              <p:cNvSpPr/>
              <p:nvPr/>
            </p:nvSpPr>
            <p:spPr>
              <a:xfrm>
                <a:off x="10650275" y="5711799"/>
                <a:ext cx="174241" cy="270912"/>
              </a:xfrm>
              <a:custGeom>
                <a:avLst/>
                <a:gdLst>
                  <a:gd name="connsiteX0" fmla="*/ 82836 w 174241"/>
                  <a:gd name="connsiteY0" fmla="*/ 0 h 270912"/>
                  <a:gd name="connsiteX1" fmla="*/ 6855 w 174241"/>
                  <a:gd name="connsiteY1" fmla="*/ 0 h 270912"/>
                  <a:gd name="connsiteX2" fmla="*/ 0 w 174241"/>
                  <a:gd name="connsiteY2" fmla="*/ 6247 h 270912"/>
                  <a:gd name="connsiteX3" fmla="*/ 0 w 174241"/>
                  <a:gd name="connsiteY3" fmla="*/ 264665 h 270912"/>
                  <a:gd name="connsiteX4" fmla="*/ 6855 w 174241"/>
                  <a:gd name="connsiteY4" fmla="*/ 270912 h 270912"/>
                  <a:gd name="connsiteX5" fmla="*/ 31992 w 174241"/>
                  <a:gd name="connsiteY5" fmla="*/ 270912 h 270912"/>
                  <a:gd name="connsiteX6" fmla="*/ 38276 w 174241"/>
                  <a:gd name="connsiteY6" fmla="*/ 264665 h 270912"/>
                  <a:gd name="connsiteX7" fmla="*/ 38276 w 174241"/>
                  <a:gd name="connsiteY7" fmla="*/ 170953 h 270912"/>
                  <a:gd name="connsiteX8" fmla="*/ 82836 w 174241"/>
                  <a:gd name="connsiteY8" fmla="*/ 170953 h 270912"/>
                  <a:gd name="connsiteX9" fmla="*/ 174241 w 174241"/>
                  <a:gd name="connsiteY9" fmla="*/ 85760 h 270912"/>
                  <a:gd name="connsiteX10" fmla="*/ 82836 w 174241"/>
                  <a:gd name="connsiteY10" fmla="*/ 0 h 270912"/>
                  <a:gd name="connsiteX11" fmla="*/ 80551 w 174241"/>
                  <a:gd name="connsiteY11" fmla="*/ 137444 h 270912"/>
                  <a:gd name="connsiteX12" fmla="*/ 38276 w 174241"/>
                  <a:gd name="connsiteY12" fmla="*/ 137444 h 270912"/>
                  <a:gd name="connsiteX13" fmla="*/ 38276 w 174241"/>
                  <a:gd name="connsiteY13" fmla="*/ 33509 h 270912"/>
                  <a:gd name="connsiteX14" fmla="*/ 80551 w 174241"/>
                  <a:gd name="connsiteY14" fmla="*/ 33509 h 270912"/>
                  <a:gd name="connsiteX15" fmla="*/ 137679 w 174241"/>
                  <a:gd name="connsiteY15" fmla="*/ 85193 h 270912"/>
                  <a:gd name="connsiteX16" fmla="*/ 80551 w 174241"/>
                  <a:gd name="connsiteY16" fmla="*/ 137444 h 2709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74241" h="270912">
                    <a:moveTo>
                      <a:pt x="82836" y="0"/>
                    </a:moveTo>
                    <a:lnTo>
                      <a:pt x="6855" y="0"/>
                    </a:lnTo>
                    <a:cubicBezTo>
                      <a:pt x="2856" y="0"/>
                      <a:pt x="0" y="2272"/>
                      <a:pt x="0" y="6247"/>
                    </a:cubicBezTo>
                    <a:lnTo>
                      <a:pt x="0" y="264665"/>
                    </a:lnTo>
                    <a:cubicBezTo>
                      <a:pt x="0" y="268641"/>
                      <a:pt x="2285" y="270912"/>
                      <a:pt x="6855" y="270912"/>
                    </a:cubicBezTo>
                    <a:lnTo>
                      <a:pt x="31992" y="270912"/>
                    </a:lnTo>
                    <a:cubicBezTo>
                      <a:pt x="35991" y="270912"/>
                      <a:pt x="38276" y="268641"/>
                      <a:pt x="38276" y="264665"/>
                    </a:cubicBezTo>
                    <a:lnTo>
                      <a:pt x="38276" y="170953"/>
                    </a:lnTo>
                    <a:lnTo>
                      <a:pt x="82836" y="170953"/>
                    </a:lnTo>
                    <a:cubicBezTo>
                      <a:pt x="139964" y="170953"/>
                      <a:pt x="174241" y="139148"/>
                      <a:pt x="174241" y="85760"/>
                    </a:cubicBezTo>
                    <a:cubicBezTo>
                      <a:pt x="174241" y="32373"/>
                      <a:pt x="139964" y="0"/>
                      <a:pt x="82836" y="0"/>
                    </a:cubicBezTo>
                    <a:close/>
                    <a:moveTo>
                      <a:pt x="80551" y="137444"/>
                    </a:moveTo>
                    <a:lnTo>
                      <a:pt x="38276" y="137444"/>
                    </a:lnTo>
                    <a:lnTo>
                      <a:pt x="38276" y="33509"/>
                    </a:lnTo>
                    <a:lnTo>
                      <a:pt x="80551" y="33509"/>
                    </a:lnTo>
                    <a:cubicBezTo>
                      <a:pt x="106830" y="33509"/>
                      <a:pt x="137679" y="42596"/>
                      <a:pt x="137679" y="85193"/>
                    </a:cubicBezTo>
                    <a:cubicBezTo>
                      <a:pt x="137679" y="128357"/>
                      <a:pt x="106259" y="137444"/>
                      <a:pt x="80551" y="137444"/>
                    </a:cubicBez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24" name="Freeform 23">
                <a:extLst>
                  <a:ext uri="{FF2B5EF4-FFF2-40B4-BE49-F238E27FC236}">
                    <a16:creationId xmlns:a16="http://schemas.microsoft.com/office/drawing/2014/main" id="{E3BDA28C-73D2-DEA5-7225-4020CACD4F32}"/>
                  </a:ext>
                </a:extLst>
              </p:cNvPr>
              <p:cNvSpPr/>
              <p:nvPr/>
            </p:nvSpPr>
            <p:spPr>
              <a:xfrm>
                <a:off x="10938201" y="5711799"/>
                <a:ext cx="38275" cy="270912"/>
              </a:xfrm>
              <a:custGeom>
                <a:avLst/>
                <a:gdLst>
                  <a:gd name="connsiteX0" fmla="*/ 31992 w 38275"/>
                  <a:gd name="connsiteY0" fmla="*/ 0 h 270912"/>
                  <a:gd name="connsiteX1" fmla="*/ 6855 w 38275"/>
                  <a:gd name="connsiteY1" fmla="*/ 0 h 270912"/>
                  <a:gd name="connsiteX2" fmla="*/ 0 w 38275"/>
                  <a:gd name="connsiteY2" fmla="*/ 6247 h 270912"/>
                  <a:gd name="connsiteX3" fmla="*/ 0 w 38275"/>
                  <a:gd name="connsiteY3" fmla="*/ 264665 h 270912"/>
                  <a:gd name="connsiteX4" fmla="*/ 6855 w 38275"/>
                  <a:gd name="connsiteY4" fmla="*/ 270912 h 270912"/>
                  <a:gd name="connsiteX5" fmla="*/ 31992 w 38275"/>
                  <a:gd name="connsiteY5" fmla="*/ 270912 h 270912"/>
                  <a:gd name="connsiteX6" fmla="*/ 38276 w 38275"/>
                  <a:gd name="connsiteY6" fmla="*/ 264665 h 270912"/>
                  <a:gd name="connsiteX7" fmla="*/ 38276 w 38275"/>
                  <a:gd name="connsiteY7" fmla="*/ 6247 h 270912"/>
                  <a:gd name="connsiteX8" fmla="*/ 31992 w 38275"/>
                  <a:gd name="connsiteY8" fmla="*/ 0 h 2709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8275" h="270912">
                    <a:moveTo>
                      <a:pt x="31992" y="0"/>
                    </a:moveTo>
                    <a:lnTo>
                      <a:pt x="6855" y="0"/>
                    </a:lnTo>
                    <a:cubicBezTo>
                      <a:pt x="2856" y="0"/>
                      <a:pt x="0" y="2272"/>
                      <a:pt x="0" y="6247"/>
                    </a:cubicBezTo>
                    <a:lnTo>
                      <a:pt x="0" y="264665"/>
                    </a:lnTo>
                    <a:cubicBezTo>
                      <a:pt x="0" y="268641"/>
                      <a:pt x="2285" y="270912"/>
                      <a:pt x="6855" y="270912"/>
                    </a:cubicBezTo>
                    <a:lnTo>
                      <a:pt x="31992" y="270912"/>
                    </a:lnTo>
                    <a:cubicBezTo>
                      <a:pt x="35991" y="270912"/>
                      <a:pt x="38276" y="268641"/>
                      <a:pt x="38276" y="264665"/>
                    </a:cubicBezTo>
                    <a:lnTo>
                      <a:pt x="38276" y="6247"/>
                    </a:lnTo>
                    <a:cubicBezTo>
                      <a:pt x="38276" y="2272"/>
                      <a:pt x="35991" y="0"/>
                      <a:pt x="3199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6EA0E3E3-23BF-7A05-9C30-A6641EF1DD47}"/>
                  </a:ext>
                </a:extLst>
              </p:cNvPr>
              <p:cNvSpPr/>
              <p:nvPr/>
            </p:nvSpPr>
            <p:spPr>
              <a:xfrm>
                <a:off x="11088449" y="5711799"/>
                <a:ext cx="174241" cy="270344"/>
              </a:xfrm>
              <a:custGeom>
                <a:avLst/>
                <a:gdLst>
                  <a:gd name="connsiteX0" fmla="*/ 167957 w 174241"/>
                  <a:gd name="connsiteY0" fmla="*/ 0 h 270344"/>
                  <a:gd name="connsiteX1" fmla="*/ 6855 w 174241"/>
                  <a:gd name="connsiteY1" fmla="*/ 0 h 270344"/>
                  <a:gd name="connsiteX2" fmla="*/ 0 w 174241"/>
                  <a:gd name="connsiteY2" fmla="*/ 6247 h 270344"/>
                  <a:gd name="connsiteX3" fmla="*/ 0 w 174241"/>
                  <a:gd name="connsiteY3" fmla="*/ 27262 h 270344"/>
                  <a:gd name="connsiteX4" fmla="*/ 6855 w 174241"/>
                  <a:gd name="connsiteY4" fmla="*/ 33509 h 270344"/>
                  <a:gd name="connsiteX5" fmla="*/ 68554 w 174241"/>
                  <a:gd name="connsiteY5" fmla="*/ 33509 h 270344"/>
                  <a:gd name="connsiteX6" fmla="*/ 68554 w 174241"/>
                  <a:gd name="connsiteY6" fmla="*/ 264097 h 270344"/>
                  <a:gd name="connsiteX7" fmla="*/ 74838 w 174241"/>
                  <a:gd name="connsiteY7" fmla="*/ 270344 h 270344"/>
                  <a:gd name="connsiteX8" fmla="*/ 99974 w 174241"/>
                  <a:gd name="connsiteY8" fmla="*/ 270344 h 270344"/>
                  <a:gd name="connsiteX9" fmla="*/ 106259 w 174241"/>
                  <a:gd name="connsiteY9" fmla="*/ 264097 h 270344"/>
                  <a:gd name="connsiteX10" fmla="*/ 106259 w 174241"/>
                  <a:gd name="connsiteY10" fmla="*/ 33509 h 270344"/>
                  <a:gd name="connsiteX11" fmla="*/ 167957 w 174241"/>
                  <a:gd name="connsiteY11" fmla="*/ 33509 h 270344"/>
                  <a:gd name="connsiteX12" fmla="*/ 174241 w 174241"/>
                  <a:gd name="connsiteY12" fmla="*/ 27262 h 270344"/>
                  <a:gd name="connsiteX13" fmla="*/ 174241 w 174241"/>
                  <a:gd name="connsiteY13" fmla="*/ 6247 h 270344"/>
                  <a:gd name="connsiteX14" fmla="*/ 167957 w 174241"/>
                  <a:gd name="connsiteY14" fmla="*/ 0 h 270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74241" h="270344">
                    <a:moveTo>
                      <a:pt x="167957" y="0"/>
                    </a:moveTo>
                    <a:lnTo>
                      <a:pt x="6855" y="0"/>
                    </a:lnTo>
                    <a:cubicBezTo>
                      <a:pt x="2856" y="0"/>
                      <a:pt x="0" y="2272"/>
                      <a:pt x="0" y="6247"/>
                    </a:cubicBezTo>
                    <a:lnTo>
                      <a:pt x="0" y="27262"/>
                    </a:lnTo>
                    <a:cubicBezTo>
                      <a:pt x="0" y="31237"/>
                      <a:pt x="2285" y="33509"/>
                      <a:pt x="6855" y="33509"/>
                    </a:cubicBezTo>
                    <a:lnTo>
                      <a:pt x="68554" y="33509"/>
                    </a:lnTo>
                    <a:lnTo>
                      <a:pt x="68554" y="264097"/>
                    </a:lnTo>
                    <a:cubicBezTo>
                      <a:pt x="68554" y="268073"/>
                      <a:pt x="70839" y="270344"/>
                      <a:pt x="74838" y="270344"/>
                    </a:cubicBezTo>
                    <a:lnTo>
                      <a:pt x="99974" y="270344"/>
                    </a:lnTo>
                    <a:cubicBezTo>
                      <a:pt x="103973" y="270344"/>
                      <a:pt x="106259" y="268073"/>
                      <a:pt x="106259" y="264097"/>
                    </a:cubicBezTo>
                    <a:lnTo>
                      <a:pt x="106259" y="33509"/>
                    </a:lnTo>
                    <a:lnTo>
                      <a:pt x="167957" y="33509"/>
                    </a:lnTo>
                    <a:cubicBezTo>
                      <a:pt x="171956" y="33509"/>
                      <a:pt x="174241" y="31237"/>
                      <a:pt x="174241" y="27262"/>
                    </a:cubicBezTo>
                    <a:lnTo>
                      <a:pt x="174241" y="6247"/>
                    </a:lnTo>
                    <a:cubicBezTo>
                      <a:pt x="174241" y="2272"/>
                      <a:pt x="171956" y="0"/>
                      <a:pt x="16795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79E21078-1A0F-7B31-CE54-161B44897806}"/>
                  </a:ext>
                </a:extLst>
              </p:cNvPr>
              <p:cNvSpPr/>
              <p:nvPr/>
            </p:nvSpPr>
            <p:spPr>
              <a:xfrm>
                <a:off x="11319729" y="5711799"/>
                <a:ext cx="231171" cy="270912"/>
              </a:xfrm>
              <a:custGeom>
                <a:avLst/>
                <a:gdLst>
                  <a:gd name="connsiteX0" fmla="*/ 136625 w 231171"/>
                  <a:gd name="connsiteY0" fmla="*/ 5112 h 270912"/>
                  <a:gd name="connsiteX1" fmla="*/ 128627 w 231171"/>
                  <a:gd name="connsiteY1" fmla="*/ 0 h 270912"/>
                  <a:gd name="connsiteX2" fmla="*/ 100634 w 231171"/>
                  <a:gd name="connsiteY2" fmla="*/ 0 h 270912"/>
                  <a:gd name="connsiteX3" fmla="*/ 93207 w 231171"/>
                  <a:gd name="connsiteY3" fmla="*/ 5112 h 270912"/>
                  <a:gd name="connsiteX4" fmla="*/ 660 w 231171"/>
                  <a:gd name="connsiteY4" fmla="*/ 262961 h 270912"/>
                  <a:gd name="connsiteX5" fmla="*/ 660 w 231171"/>
                  <a:gd name="connsiteY5" fmla="*/ 268641 h 270912"/>
                  <a:gd name="connsiteX6" fmla="*/ 5801 w 231171"/>
                  <a:gd name="connsiteY6" fmla="*/ 270912 h 270912"/>
                  <a:gd name="connsiteX7" fmla="*/ 32080 w 231171"/>
                  <a:gd name="connsiteY7" fmla="*/ 270912 h 270912"/>
                  <a:gd name="connsiteX8" fmla="*/ 39507 w 231171"/>
                  <a:gd name="connsiteY8" fmla="*/ 265801 h 270912"/>
                  <a:gd name="connsiteX9" fmla="*/ 57217 w 231171"/>
                  <a:gd name="connsiteY9" fmla="*/ 214685 h 270912"/>
                  <a:gd name="connsiteX10" fmla="*/ 174329 w 231171"/>
                  <a:gd name="connsiteY10" fmla="*/ 214685 h 270912"/>
                  <a:gd name="connsiteX11" fmla="*/ 192039 w 231171"/>
                  <a:gd name="connsiteY11" fmla="*/ 265801 h 270912"/>
                  <a:gd name="connsiteX12" fmla="*/ 198895 w 231171"/>
                  <a:gd name="connsiteY12" fmla="*/ 270912 h 270912"/>
                  <a:gd name="connsiteX13" fmla="*/ 225174 w 231171"/>
                  <a:gd name="connsiteY13" fmla="*/ 270912 h 270912"/>
                  <a:gd name="connsiteX14" fmla="*/ 230315 w 231171"/>
                  <a:gd name="connsiteY14" fmla="*/ 268641 h 270912"/>
                  <a:gd name="connsiteX15" fmla="*/ 230315 w 231171"/>
                  <a:gd name="connsiteY15" fmla="*/ 263529 h 270912"/>
                  <a:gd name="connsiteX16" fmla="*/ 136625 w 231171"/>
                  <a:gd name="connsiteY16" fmla="*/ 5112 h 270912"/>
                  <a:gd name="connsiteX17" fmla="*/ 67500 w 231171"/>
                  <a:gd name="connsiteY17" fmla="*/ 181176 h 270912"/>
                  <a:gd name="connsiteX18" fmla="*/ 114345 w 231171"/>
                  <a:gd name="connsiteY18" fmla="*/ 47140 h 270912"/>
                  <a:gd name="connsiteX19" fmla="*/ 161190 w 231171"/>
                  <a:gd name="connsiteY19" fmla="*/ 181176 h 270912"/>
                  <a:gd name="connsiteX20" fmla="*/ 67500 w 231171"/>
                  <a:gd name="connsiteY20" fmla="*/ 181176 h 2709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231171" h="270912">
                    <a:moveTo>
                      <a:pt x="136625" y="5112"/>
                    </a:moveTo>
                    <a:cubicBezTo>
                      <a:pt x="135482" y="2272"/>
                      <a:pt x="132055" y="0"/>
                      <a:pt x="128627" y="0"/>
                    </a:cubicBezTo>
                    <a:lnTo>
                      <a:pt x="100634" y="0"/>
                    </a:lnTo>
                    <a:cubicBezTo>
                      <a:pt x="97206" y="0"/>
                      <a:pt x="94350" y="1704"/>
                      <a:pt x="93207" y="5112"/>
                    </a:cubicBezTo>
                    <a:lnTo>
                      <a:pt x="660" y="262961"/>
                    </a:lnTo>
                    <a:cubicBezTo>
                      <a:pt x="-483" y="265233"/>
                      <a:pt x="88" y="266937"/>
                      <a:pt x="660" y="268641"/>
                    </a:cubicBezTo>
                    <a:cubicBezTo>
                      <a:pt x="1231" y="269776"/>
                      <a:pt x="2945" y="270912"/>
                      <a:pt x="5801" y="270912"/>
                    </a:cubicBezTo>
                    <a:lnTo>
                      <a:pt x="32080" y="270912"/>
                    </a:lnTo>
                    <a:cubicBezTo>
                      <a:pt x="36079" y="270912"/>
                      <a:pt x="38364" y="269208"/>
                      <a:pt x="39507" y="265801"/>
                    </a:cubicBezTo>
                    <a:lnTo>
                      <a:pt x="57217" y="214685"/>
                    </a:lnTo>
                    <a:lnTo>
                      <a:pt x="174329" y="214685"/>
                    </a:lnTo>
                    <a:lnTo>
                      <a:pt x="192039" y="265801"/>
                    </a:lnTo>
                    <a:cubicBezTo>
                      <a:pt x="193182" y="269208"/>
                      <a:pt x="195467" y="270912"/>
                      <a:pt x="198895" y="270912"/>
                    </a:cubicBezTo>
                    <a:lnTo>
                      <a:pt x="225174" y="270912"/>
                    </a:lnTo>
                    <a:cubicBezTo>
                      <a:pt x="227459" y="270912"/>
                      <a:pt x="229173" y="270344"/>
                      <a:pt x="230315" y="268641"/>
                    </a:cubicBezTo>
                    <a:cubicBezTo>
                      <a:pt x="231458" y="267505"/>
                      <a:pt x="231458" y="265233"/>
                      <a:pt x="230315" y="263529"/>
                    </a:cubicBezTo>
                    <a:lnTo>
                      <a:pt x="136625" y="5112"/>
                    </a:lnTo>
                    <a:close/>
                    <a:moveTo>
                      <a:pt x="67500" y="181176"/>
                    </a:moveTo>
                    <a:lnTo>
                      <a:pt x="114345" y="47140"/>
                    </a:lnTo>
                    <a:lnTo>
                      <a:pt x="161190" y="181176"/>
                    </a:lnTo>
                    <a:lnTo>
                      <a:pt x="67500" y="181176"/>
                    </a:ln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27" name="Freeform 26">
                <a:extLst>
                  <a:ext uri="{FF2B5EF4-FFF2-40B4-BE49-F238E27FC236}">
                    <a16:creationId xmlns:a16="http://schemas.microsoft.com/office/drawing/2014/main" id="{C5491E5E-50E7-59B6-43DC-6BD6D946634E}"/>
                  </a:ext>
                </a:extLst>
              </p:cNvPr>
              <p:cNvSpPr/>
              <p:nvPr/>
            </p:nvSpPr>
            <p:spPr>
              <a:xfrm>
                <a:off x="11659731" y="5711799"/>
                <a:ext cx="150818" cy="270912"/>
              </a:xfrm>
              <a:custGeom>
                <a:avLst/>
                <a:gdLst>
                  <a:gd name="connsiteX0" fmla="*/ 143963 w 150818"/>
                  <a:gd name="connsiteY0" fmla="*/ 236835 h 270912"/>
                  <a:gd name="connsiteX1" fmla="*/ 38276 w 150818"/>
                  <a:gd name="connsiteY1" fmla="*/ 236835 h 270912"/>
                  <a:gd name="connsiteX2" fmla="*/ 38276 w 150818"/>
                  <a:gd name="connsiteY2" fmla="*/ 6247 h 270912"/>
                  <a:gd name="connsiteX3" fmla="*/ 31992 w 150818"/>
                  <a:gd name="connsiteY3" fmla="*/ 0 h 270912"/>
                  <a:gd name="connsiteX4" fmla="*/ 6855 w 150818"/>
                  <a:gd name="connsiteY4" fmla="*/ 0 h 270912"/>
                  <a:gd name="connsiteX5" fmla="*/ 0 w 150818"/>
                  <a:gd name="connsiteY5" fmla="*/ 6247 h 270912"/>
                  <a:gd name="connsiteX6" fmla="*/ 0 w 150818"/>
                  <a:gd name="connsiteY6" fmla="*/ 264665 h 270912"/>
                  <a:gd name="connsiteX7" fmla="*/ 6855 w 150818"/>
                  <a:gd name="connsiteY7" fmla="*/ 270912 h 270912"/>
                  <a:gd name="connsiteX8" fmla="*/ 143963 w 150818"/>
                  <a:gd name="connsiteY8" fmla="*/ 270912 h 270912"/>
                  <a:gd name="connsiteX9" fmla="*/ 150819 w 150818"/>
                  <a:gd name="connsiteY9" fmla="*/ 264097 h 270912"/>
                  <a:gd name="connsiteX10" fmla="*/ 150819 w 150818"/>
                  <a:gd name="connsiteY10" fmla="*/ 243083 h 270912"/>
                  <a:gd name="connsiteX11" fmla="*/ 143963 w 150818"/>
                  <a:gd name="connsiteY11" fmla="*/ 236835 h 2709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50818" h="270912">
                    <a:moveTo>
                      <a:pt x="143963" y="236835"/>
                    </a:moveTo>
                    <a:lnTo>
                      <a:pt x="38276" y="236835"/>
                    </a:lnTo>
                    <a:lnTo>
                      <a:pt x="38276" y="6247"/>
                    </a:lnTo>
                    <a:cubicBezTo>
                      <a:pt x="38276" y="2272"/>
                      <a:pt x="35991" y="0"/>
                      <a:pt x="31992" y="0"/>
                    </a:cubicBezTo>
                    <a:lnTo>
                      <a:pt x="6855" y="0"/>
                    </a:lnTo>
                    <a:cubicBezTo>
                      <a:pt x="2856" y="0"/>
                      <a:pt x="0" y="2272"/>
                      <a:pt x="0" y="6247"/>
                    </a:cubicBezTo>
                    <a:lnTo>
                      <a:pt x="0" y="264665"/>
                    </a:lnTo>
                    <a:cubicBezTo>
                      <a:pt x="0" y="268641"/>
                      <a:pt x="2285" y="270912"/>
                      <a:pt x="6855" y="270912"/>
                    </a:cubicBezTo>
                    <a:lnTo>
                      <a:pt x="143963" y="270912"/>
                    </a:lnTo>
                    <a:cubicBezTo>
                      <a:pt x="147962" y="270912"/>
                      <a:pt x="150819" y="268073"/>
                      <a:pt x="150819" y="264097"/>
                    </a:cubicBezTo>
                    <a:lnTo>
                      <a:pt x="150819" y="243083"/>
                    </a:lnTo>
                    <a:cubicBezTo>
                      <a:pt x="150247" y="239675"/>
                      <a:pt x="147962" y="236835"/>
                      <a:pt x="143963" y="236835"/>
                    </a:cubicBez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071C2AC3-7450-D17C-C259-1E647DCF01C3}"/>
                  </a:ext>
                </a:extLst>
              </p:cNvPr>
              <p:cNvSpPr/>
              <p:nvPr/>
            </p:nvSpPr>
            <p:spPr>
              <a:xfrm>
                <a:off x="8806355" y="5712935"/>
                <a:ext cx="307815" cy="270344"/>
              </a:xfrm>
              <a:custGeom>
                <a:avLst/>
                <a:gdLst>
                  <a:gd name="connsiteX0" fmla="*/ 214052 w 307815"/>
                  <a:gd name="connsiteY0" fmla="*/ 2272 h 270344"/>
                  <a:gd name="connsiteX1" fmla="*/ 214052 w 307815"/>
                  <a:gd name="connsiteY1" fmla="*/ 2272 h 270344"/>
                  <a:gd name="connsiteX2" fmla="*/ 212910 w 307815"/>
                  <a:gd name="connsiteY2" fmla="*/ 1136 h 270344"/>
                  <a:gd name="connsiteX3" fmla="*/ 211767 w 307815"/>
                  <a:gd name="connsiteY3" fmla="*/ 568 h 270344"/>
                  <a:gd name="connsiteX4" fmla="*/ 210625 w 307815"/>
                  <a:gd name="connsiteY4" fmla="*/ 0 h 270344"/>
                  <a:gd name="connsiteX5" fmla="*/ 209482 w 307815"/>
                  <a:gd name="connsiteY5" fmla="*/ 0 h 270344"/>
                  <a:gd name="connsiteX6" fmla="*/ 208911 w 307815"/>
                  <a:gd name="connsiteY6" fmla="*/ 0 h 270344"/>
                  <a:gd name="connsiteX7" fmla="*/ 99796 w 307815"/>
                  <a:gd name="connsiteY7" fmla="*/ 0 h 270344"/>
                  <a:gd name="connsiteX8" fmla="*/ 99225 w 307815"/>
                  <a:gd name="connsiteY8" fmla="*/ 0 h 270344"/>
                  <a:gd name="connsiteX9" fmla="*/ 98082 w 307815"/>
                  <a:gd name="connsiteY9" fmla="*/ 0 h 270344"/>
                  <a:gd name="connsiteX10" fmla="*/ 96939 w 307815"/>
                  <a:gd name="connsiteY10" fmla="*/ 568 h 270344"/>
                  <a:gd name="connsiteX11" fmla="*/ 95797 w 307815"/>
                  <a:gd name="connsiteY11" fmla="*/ 1136 h 270344"/>
                  <a:gd name="connsiteX12" fmla="*/ 95226 w 307815"/>
                  <a:gd name="connsiteY12" fmla="*/ 1704 h 270344"/>
                  <a:gd name="connsiteX13" fmla="*/ 94654 w 307815"/>
                  <a:gd name="connsiteY13" fmla="*/ 2272 h 270344"/>
                  <a:gd name="connsiteX14" fmla="*/ 964 w 307815"/>
                  <a:gd name="connsiteY14" fmla="*/ 88600 h 270344"/>
                  <a:gd name="connsiteX15" fmla="*/ 2678 w 307815"/>
                  <a:gd name="connsiteY15" fmla="*/ 97687 h 270344"/>
                  <a:gd name="connsiteX16" fmla="*/ 38669 w 307815"/>
                  <a:gd name="connsiteY16" fmla="*/ 120973 h 270344"/>
                  <a:gd name="connsiteX17" fmla="*/ 47809 w 307815"/>
                  <a:gd name="connsiteY17" fmla="*/ 119270 h 270344"/>
                  <a:gd name="connsiteX18" fmla="*/ 126646 w 307815"/>
                  <a:gd name="connsiteY18" fmla="*/ 55091 h 270344"/>
                  <a:gd name="connsiteX19" fmla="*/ 126646 w 307815"/>
                  <a:gd name="connsiteY19" fmla="*/ 55091 h 270344"/>
                  <a:gd name="connsiteX20" fmla="*/ 126646 w 307815"/>
                  <a:gd name="connsiteY20" fmla="*/ 264097 h 270344"/>
                  <a:gd name="connsiteX21" fmla="*/ 132930 w 307815"/>
                  <a:gd name="connsiteY21" fmla="*/ 270344 h 270344"/>
                  <a:gd name="connsiteX22" fmla="*/ 175776 w 307815"/>
                  <a:gd name="connsiteY22" fmla="*/ 270344 h 270344"/>
                  <a:gd name="connsiteX23" fmla="*/ 182060 w 307815"/>
                  <a:gd name="connsiteY23" fmla="*/ 264097 h 270344"/>
                  <a:gd name="connsiteX24" fmla="*/ 182060 w 307815"/>
                  <a:gd name="connsiteY24" fmla="*/ 55091 h 270344"/>
                  <a:gd name="connsiteX25" fmla="*/ 182060 w 307815"/>
                  <a:gd name="connsiteY25" fmla="*/ 55091 h 270344"/>
                  <a:gd name="connsiteX26" fmla="*/ 259755 w 307815"/>
                  <a:gd name="connsiteY26" fmla="*/ 118134 h 270344"/>
                  <a:gd name="connsiteX27" fmla="*/ 268895 w 307815"/>
                  <a:gd name="connsiteY27" fmla="*/ 119838 h 270344"/>
                  <a:gd name="connsiteX28" fmla="*/ 304886 w 307815"/>
                  <a:gd name="connsiteY28" fmla="*/ 96552 h 270344"/>
                  <a:gd name="connsiteX29" fmla="*/ 306600 w 307815"/>
                  <a:gd name="connsiteY29" fmla="*/ 87464 h 270344"/>
                  <a:gd name="connsiteX30" fmla="*/ 214052 w 307815"/>
                  <a:gd name="connsiteY30" fmla="*/ 2272 h 270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307815" h="270344">
                    <a:moveTo>
                      <a:pt x="214052" y="2272"/>
                    </a:moveTo>
                    <a:cubicBezTo>
                      <a:pt x="213481" y="1704"/>
                      <a:pt x="213481" y="1704"/>
                      <a:pt x="214052" y="2272"/>
                    </a:cubicBezTo>
                    <a:cubicBezTo>
                      <a:pt x="213481" y="1704"/>
                      <a:pt x="212910" y="1136"/>
                      <a:pt x="212910" y="1136"/>
                    </a:cubicBezTo>
                    <a:cubicBezTo>
                      <a:pt x="212338" y="1136"/>
                      <a:pt x="212338" y="568"/>
                      <a:pt x="211767" y="568"/>
                    </a:cubicBezTo>
                    <a:cubicBezTo>
                      <a:pt x="211196" y="568"/>
                      <a:pt x="211196" y="0"/>
                      <a:pt x="210625" y="0"/>
                    </a:cubicBezTo>
                    <a:cubicBezTo>
                      <a:pt x="210053" y="0"/>
                      <a:pt x="210053" y="0"/>
                      <a:pt x="209482" y="0"/>
                    </a:cubicBezTo>
                    <a:cubicBezTo>
                      <a:pt x="209482" y="0"/>
                      <a:pt x="208911" y="0"/>
                      <a:pt x="208911" y="0"/>
                    </a:cubicBezTo>
                    <a:lnTo>
                      <a:pt x="99796" y="0"/>
                    </a:lnTo>
                    <a:cubicBezTo>
                      <a:pt x="99796" y="0"/>
                      <a:pt x="99225" y="0"/>
                      <a:pt x="99225" y="0"/>
                    </a:cubicBezTo>
                    <a:cubicBezTo>
                      <a:pt x="98653" y="0"/>
                      <a:pt x="98082" y="0"/>
                      <a:pt x="98082" y="0"/>
                    </a:cubicBezTo>
                    <a:cubicBezTo>
                      <a:pt x="97511" y="0"/>
                      <a:pt x="97511" y="0"/>
                      <a:pt x="96939" y="568"/>
                    </a:cubicBezTo>
                    <a:cubicBezTo>
                      <a:pt x="96368" y="568"/>
                      <a:pt x="96368" y="1136"/>
                      <a:pt x="95797" y="1136"/>
                    </a:cubicBezTo>
                    <a:cubicBezTo>
                      <a:pt x="95797" y="1136"/>
                      <a:pt x="95226" y="1704"/>
                      <a:pt x="95226" y="1704"/>
                    </a:cubicBezTo>
                    <a:cubicBezTo>
                      <a:pt x="95226" y="1704"/>
                      <a:pt x="94654" y="2272"/>
                      <a:pt x="94654" y="2272"/>
                    </a:cubicBezTo>
                    <a:lnTo>
                      <a:pt x="964" y="88600"/>
                    </a:lnTo>
                    <a:cubicBezTo>
                      <a:pt x="-750" y="91440"/>
                      <a:pt x="-179" y="95416"/>
                      <a:pt x="2678" y="97687"/>
                    </a:cubicBezTo>
                    <a:lnTo>
                      <a:pt x="38669" y="120973"/>
                    </a:lnTo>
                    <a:cubicBezTo>
                      <a:pt x="41525" y="122677"/>
                      <a:pt x="45524" y="122109"/>
                      <a:pt x="47809" y="119270"/>
                    </a:cubicBezTo>
                    <a:lnTo>
                      <a:pt x="126646" y="55091"/>
                    </a:lnTo>
                    <a:lnTo>
                      <a:pt x="126646" y="55091"/>
                    </a:lnTo>
                    <a:lnTo>
                      <a:pt x="126646" y="264097"/>
                    </a:lnTo>
                    <a:cubicBezTo>
                      <a:pt x="126646" y="267505"/>
                      <a:pt x="129503" y="270344"/>
                      <a:pt x="132930" y="270344"/>
                    </a:cubicBezTo>
                    <a:lnTo>
                      <a:pt x="175776" y="270344"/>
                    </a:lnTo>
                    <a:cubicBezTo>
                      <a:pt x="179204" y="270344"/>
                      <a:pt x="182060" y="267505"/>
                      <a:pt x="182060" y="264097"/>
                    </a:cubicBezTo>
                    <a:lnTo>
                      <a:pt x="182060" y="55091"/>
                    </a:lnTo>
                    <a:lnTo>
                      <a:pt x="182060" y="55091"/>
                    </a:lnTo>
                    <a:lnTo>
                      <a:pt x="259755" y="118134"/>
                    </a:lnTo>
                    <a:cubicBezTo>
                      <a:pt x="261469" y="120973"/>
                      <a:pt x="265468" y="122109"/>
                      <a:pt x="268895" y="119838"/>
                    </a:cubicBezTo>
                    <a:lnTo>
                      <a:pt x="304886" y="96552"/>
                    </a:lnTo>
                    <a:cubicBezTo>
                      <a:pt x="307743" y="94848"/>
                      <a:pt x="308885" y="90872"/>
                      <a:pt x="306600" y="87464"/>
                    </a:cubicBezTo>
                    <a:lnTo>
                      <a:pt x="214052" y="2272"/>
                    </a:ln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</p:grpSp>
        <p:grpSp>
          <p:nvGrpSpPr>
            <p:cNvPr id="7" name="Graphic 14">
              <a:extLst>
                <a:ext uri="{FF2B5EF4-FFF2-40B4-BE49-F238E27FC236}">
                  <a16:creationId xmlns:a16="http://schemas.microsoft.com/office/drawing/2014/main" id="{82AEDC63-FC53-69C1-6419-F553CB983C9C}"/>
                </a:ext>
              </a:extLst>
            </p:cNvPr>
            <p:cNvGrpSpPr/>
            <p:nvPr/>
          </p:nvGrpSpPr>
          <p:grpSpPr>
            <a:xfrm>
              <a:off x="9979590" y="5189285"/>
              <a:ext cx="1830959" cy="370303"/>
              <a:chOff x="9979590" y="5189285"/>
              <a:chExt cx="1830959" cy="370303"/>
            </a:xfrm>
            <a:solidFill>
              <a:srgbClr val="FFFFFF"/>
            </a:solidFill>
          </p:grpSpPr>
          <p:sp>
            <p:nvSpPr>
              <p:cNvPr id="8" name="Freeform 7">
                <a:extLst>
                  <a:ext uri="{FF2B5EF4-FFF2-40B4-BE49-F238E27FC236}">
                    <a16:creationId xmlns:a16="http://schemas.microsoft.com/office/drawing/2014/main" id="{3416C1BF-E903-DB75-BC86-167E120F4759}"/>
                  </a:ext>
                </a:extLst>
              </p:cNvPr>
              <p:cNvSpPr/>
              <p:nvPr/>
            </p:nvSpPr>
            <p:spPr>
              <a:xfrm>
                <a:off x="9979590" y="5190988"/>
                <a:ext cx="451312" cy="284543"/>
              </a:xfrm>
              <a:custGeom>
                <a:avLst/>
                <a:gdLst>
                  <a:gd name="connsiteX0" fmla="*/ 425605 w 451312"/>
                  <a:gd name="connsiteY0" fmla="*/ 0 h 284543"/>
                  <a:gd name="connsiteX1" fmla="*/ 421606 w 451312"/>
                  <a:gd name="connsiteY1" fmla="*/ 3976 h 284543"/>
                  <a:gd name="connsiteX2" fmla="*/ 421606 w 451312"/>
                  <a:gd name="connsiteY2" fmla="*/ 233996 h 284543"/>
                  <a:gd name="connsiteX3" fmla="*/ 416465 w 451312"/>
                  <a:gd name="connsiteY3" fmla="*/ 249330 h 284543"/>
                  <a:gd name="connsiteX4" fmla="*/ 401611 w 451312"/>
                  <a:gd name="connsiteY4" fmla="*/ 255010 h 284543"/>
                  <a:gd name="connsiteX5" fmla="*/ 346197 w 451312"/>
                  <a:gd name="connsiteY5" fmla="*/ 255010 h 284543"/>
                  <a:gd name="connsiteX6" fmla="*/ 323346 w 451312"/>
                  <a:gd name="connsiteY6" fmla="*/ 248194 h 284543"/>
                  <a:gd name="connsiteX7" fmla="*/ 320489 w 451312"/>
                  <a:gd name="connsiteY7" fmla="*/ 238539 h 284543"/>
                  <a:gd name="connsiteX8" fmla="*/ 320489 w 451312"/>
                  <a:gd name="connsiteY8" fmla="*/ 136308 h 284543"/>
                  <a:gd name="connsiteX9" fmla="*/ 316490 w 451312"/>
                  <a:gd name="connsiteY9" fmla="*/ 132332 h 284543"/>
                  <a:gd name="connsiteX10" fmla="*/ 294210 w 451312"/>
                  <a:gd name="connsiteY10" fmla="*/ 132332 h 284543"/>
                  <a:gd name="connsiteX11" fmla="*/ 290211 w 451312"/>
                  <a:gd name="connsiteY11" fmla="*/ 136308 h 284543"/>
                  <a:gd name="connsiteX12" fmla="*/ 290211 w 451312"/>
                  <a:gd name="connsiteY12" fmla="*/ 233428 h 284543"/>
                  <a:gd name="connsiteX13" fmla="*/ 285070 w 451312"/>
                  <a:gd name="connsiteY13" fmla="*/ 249330 h 284543"/>
                  <a:gd name="connsiteX14" fmla="*/ 270216 w 451312"/>
                  <a:gd name="connsiteY14" fmla="*/ 253874 h 284543"/>
                  <a:gd name="connsiteX15" fmla="*/ 171956 w 451312"/>
                  <a:gd name="connsiteY15" fmla="*/ 253874 h 284543"/>
                  <a:gd name="connsiteX16" fmla="*/ 167957 w 451312"/>
                  <a:gd name="connsiteY16" fmla="*/ 249898 h 284543"/>
                  <a:gd name="connsiteX17" fmla="*/ 167957 w 451312"/>
                  <a:gd name="connsiteY17" fmla="*/ 190263 h 284543"/>
                  <a:gd name="connsiteX18" fmla="*/ 143392 w 451312"/>
                  <a:gd name="connsiteY18" fmla="*/ 131197 h 284543"/>
                  <a:gd name="connsiteX19" fmla="*/ 83979 w 451312"/>
                  <a:gd name="connsiteY19" fmla="*/ 106775 h 284543"/>
                  <a:gd name="connsiteX20" fmla="*/ 24565 w 451312"/>
                  <a:gd name="connsiteY20" fmla="*/ 131197 h 284543"/>
                  <a:gd name="connsiteX21" fmla="*/ 0 w 451312"/>
                  <a:gd name="connsiteY21" fmla="*/ 190263 h 284543"/>
                  <a:gd name="connsiteX22" fmla="*/ 0 w 451312"/>
                  <a:gd name="connsiteY22" fmla="*/ 201054 h 284543"/>
                  <a:gd name="connsiteX23" fmla="*/ 24565 w 451312"/>
                  <a:gd name="connsiteY23" fmla="*/ 260121 h 284543"/>
                  <a:gd name="connsiteX24" fmla="*/ 83979 w 451312"/>
                  <a:gd name="connsiteY24" fmla="*/ 284543 h 284543"/>
                  <a:gd name="connsiteX25" fmla="*/ 269074 w 451312"/>
                  <a:gd name="connsiteY25" fmla="*/ 284543 h 284543"/>
                  <a:gd name="connsiteX26" fmla="*/ 303922 w 451312"/>
                  <a:gd name="connsiteY26" fmla="*/ 273752 h 284543"/>
                  <a:gd name="connsiteX27" fmla="*/ 309064 w 451312"/>
                  <a:gd name="connsiteY27" fmla="*/ 273752 h 284543"/>
                  <a:gd name="connsiteX28" fmla="*/ 345054 w 451312"/>
                  <a:gd name="connsiteY28" fmla="*/ 284543 h 284543"/>
                  <a:gd name="connsiteX29" fmla="*/ 400469 w 451312"/>
                  <a:gd name="connsiteY29" fmla="*/ 284543 h 284543"/>
                  <a:gd name="connsiteX30" fmla="*/ 437602 w 451312"/>
                  <a:gd name="connsiteY30" fmla="*/ 270912 h 284543"/>
                  <a:gd name="connsiteX31" fmla="*/ 451313 w 451312"/>
                  <a:gd name="connsiteY31" fmla="*/ 233996 h 284543"/>
                  <a:gd name="connsiteX32" fmla="*/ 450742 w 451312"/>
                  <a:gd name="connsiteY32" fmla="*/ 3976 h 284543"/>
                  <a:gd name="connsiteX33" fmla="*/ 446743 w 451312"/>
                  <a:gd name="connsiteY33" fmla="*/ 0 h 284543"/>
                  <a:gd name="connsiteX34" fmla="*/ 425605 w 451312"/>
                  <a:gd name="connsiteY34" fmla="*/ 0 h 284543"/>
                  <a:gd name="connsiteX35" fmla="*/ 138250 w 451312"/>
                  <a:gd name="connsiteY35" fmla="*/ 250466 h 284543"/>
                  <a:gd name="connsiteX36" fmla="*/ 134251 w 451312"/>
                  <a:gd name="connsiteY36" fmla="*/ 254442 h 284543"/>
                  <a:gd name="connsiteX37" fmla="*/ 84550 w 451312"/>
                  <a:gd name="connsiteY37" fmla="*/ 254442 h 284543"/>
                  <a:gd name="connsiteX38" fmla="*/ 46845 w 451312"/>
                  <a:gd name="connsiteY38" fmla="*/ 238539 h 284543"/>
                  <a:gd name="connsiteX39" fmla="*/ 30849 w 451312"/>
                  <a:gd name="connsiteY39" fmla="*/ 200486 h 284543"/>
                  <a:gd name="connsiteX40" fmla="*/ 30849 w 451312"/>
                  <a:gd name="connsiteY40" fmla="*/ 192535 h 284543"/>
                  <a:gd name="connsiteX41" fmla="*/ 49702 w 451312"/>
                  <a:gd name="connsiteY41" fmla="*/ 149371 h 284543"/>
                  <a:gd name="connsiteX42" fmla="*/ 84550 w 451312"/>
                  <a:gd name="connsiteY42" fmla="*/ 136308 h 284543"/>
                  <a:gd name="connsiteX43" fmla="*/ 122826 w 451312"/>
                  <a:gd name="connsiteY43" fmla="*/ 151643 h 284543"/>
                  <a:gd name="connsiteX44" fmla="*/ 138822 w 451312"/>
                  <a:gd name="connsiteY44" fmla="*/ 189695 h 284543"/>
                  <a:gd name="connsiteX45" fmla="*/ 138822 w 451312"/>
                  <a:gd name="connsiteY45" fmla="*/ 250466 h 284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</a:cxnLst>
                <a:rect l="l" t="t" r="r" b="b"/>
                <a:pathLst>
                  <a:path w="451312" h="284543">
                    <a:moveTo>
                      <a:pt x="425605" y="0"/>
                    </a:moveTo>
                    <a:cubicBezTo>
                      <a:pt x="423320" y="0"/>
                      <a:pt x="421606" y="1704"/>
                      <a:pt x="421606" y="3976"/>
                    </a:cubicBezTo>
                    <a:lnTo>
                      <a:pt x="421606" y="233996"/>
                    </a:lnTo>
                    <a:cubicBezTo>
                      <a:pt x="421606" y="240811"/>
                      <a:pt x="419892" y="245923"/>
                      <a:pt x="416465" y="249330"/>
                    </a:cubicBezTo>
                    <a:cubicBezTo>
                      <a:pt x="413037" y="252738"/>
                      <a:pt x="407895" y="254442"/>
                      <a:pt x="401611" y="255010"/>
                    </a:cubicBezTo>
                    <a:lnTo>
                      <a:pt x="346197" y="255010"/>
                    </a:lnTo>
                    <a:cubicBezTo>
                      <a:pt x="335343" y="255010"/>
                      <a:pt x="327916" y="252738"/>
                      <a:pt x="323346" y="248194"/>
                    </a:cubicBezTo>
                    <a:cubicBezTo>
                      <a:pt x="321061" y="245923"/>
                      <a:pt x="320489" y="243083"/>
                      <a:pt x="320489" y="238539"/>
                    </a:cubicBezTo>
                    <a:lnTo>
                      <a:pt x="320489" y="136308"/>
                    </a:lnTo>
                    <a:cubicBezTo>
                      <a:pt x="320489" y="134036"/>
                      <a:pt x="318776" y="132332"/>
                      <a:pt x="316490" y="132332"/>
                    </a:cubicBezTo>
                    <a:lnTo>
                      <a:pt x="294210" y="132332"/>
                    </a:lnTo>
                    <a:cubicBezTo>
                      <a:pt x="291925" y="132332"/>
                      <a:pt x="290211" y="134036"/>
                      <a:pt x="290211" y="136308"/>
                    </a:cubicBezTo>
                    <a:lnTo>
                      <a:pt x="290211" y="233428"/>
                    </a:lnTo>
                    <a:cubicBezTo>
                      <a:pt x="290211" y="240811"/>
                      <a:pt x="288497" y="245923"/>
                      <a:pt x="285070" y="249330"/>
                    </a:cubicBezTo>
                    <a:cubicBezTo>
                      <a:pt x="282213" y="252738"/>
                      <a:pt x="277072" y="253874"/>
                      <a:pt x="270216" y="253874"/>
                    </a:cubicBezTo>
                    <a:lnTo>
                      <a:pt x="171956" y="253874"/>
                    </a:lnTo>
                    <a:cubicBezTo>
                      <a:pt x="169671" y="253874"/>
                      <a:pt x="167957" y="252170"/>
                      <a:pt x="167957" y="249898"/>
                    </a:cubicBezTo>
                    <a:lnTo>
                      <a:pt x="167957" y="190263"/>
                    </a:lnTo>
                    <a:cubicBezTo>
                      <a:pt x="167957" y="166977"/>
                      <a:pt x="159959" y="147667"/>
                      <a:pt x="143392" y="131197"/>
                    </a:cubicBezTo>
                    <a:cubicBezTo>
                      <a:pt x="126825" y="114726"/>
                      <a:pt x="107401" y="106775"/>
                      <a:pt x="83979" y="106775"/>
                    </a:cubicBezTo>
                    <a:cubicBezTo>
                      <a:pt x="60556" y="106775"/>
                      <a:pt x="41132" y="114726"/>
                      <a:pt x="24565" y="131197"/>
                    </a:cubicBezTo>
                    <a:cubicBezTo>
                      <a:pt x="7998" y="147667"/>
                      <a:pt x="0" y="166977"/>
                      <a:pt x="0" y="190263"/>
                    </a:cubicBezTo>
                    <a:lnTo>
                      <a:pt x="0" y="201054"/>
                    </a:lnTo>
                    <a:cubicBezTo>
                      <a:pt x="0" y="224340"/>
                      <a:pt x="7998" y="243651"/>
                      <a:pt x="24565" y="260121"/>
                    </a:cubicBezTo>
                    <a:cubicBezTo>
                      <a:pt x="41132" y="276592"/>
                      <a:pt x="60556" y="284543"/>
                      <a:pt x="83979" y="284543"/>
                    </a:cubicBezTo>
                    <a:lnTo>
                      <a:pt x="269074" y="284543"/>
                    </a:lnTo>
                    <a:cubicBezTo>
                      <a:pt x="285070" y="284543"/>
                      <a:pt x="296495" y="281135"/>
                      <a:pt x="303922" y="273752"/>
                    </a:cubicBezTo>
                    <a:cubicBezTo>
                      <a:pt x="305065" y="272616"/>
                      <a:pt x="307350" y="272616"/>
                      <a:pt x="309064" y="273752"/>
                    </a:cubicBezTo>
                    <a:cubicBezTo>
                      <a:pt x="318204" y="282271"/>
                      <a:pt x="334200" y="284543"/>
                      <a:pt x="345054" y="284543"/>
                    </a:cubicBezTo>
                    <a:lnTo>
                      <a:pt x="400469" y="284543"/>
                    </a:lnTo>
                    <a:cubicBezTo>
                      <a:pt x="415894" y="284543"/>
                      <a:pt x="427890" y="280000"/>
                      <a:pt x="437602" y="270912"/>
                    </a:cubicBezTo>
                    <a:cubicBezTo>
                      <a:pt x="446743" y="261825"/>
                      <a:pt x="451313" y="249330"/>
                      <a:pt x="451313" y="233996"/>
                    </a:cubicBezTo>
                    <a:lnTo>
                      <a:pt x="450742" y="3976"/>
                    </a:lnTo>
                    <a:cubicBezTo>
                      <a:pt x="450742" y="1704"/>
                      <a:pt x="449028" y="0"/>
                      <a:pt x="446743" y="0"/>
                    </a:cubicBezTo>
                    <a:lnTo>
                      <a:pt x="425605" y="0"/>
                    </a:lnTo>
                    <a:close/>
                    <a:moveTo>
                      <a:pt x="138250" y="250466"/>
                    </a:moveTo>
                    <a:cubicBezTo>
                      <a:pt x="138250" y="252738"/>
                      <a:pt x="136536" y="254442"/>
                      <a:pt x="134251" y="254442"/>
                    </a:cubicBezTo>
                    <a:lnTo>
                      <a:pt x="84550" y="254442"/>
                    </a:lnTo>
                    <a:cubicBezTo>
                      <a:pt x="69696" y="254442"/>
                      <a:pt x="57128" y="249330"/>
                      <a:pt x="46845" y="238539"/>
                    </a:cubicBezTo>
                    <a:cubicBezTo>
                      <a:pt x="36562" y="228316"/>
                      <a:pt x="30849" y="215253"/>
                      <a:pt x="30849" y="200486"/>
                    </a:cubicBezTo>
                    <a:lnTo>
                      <a:pt x="30849" y="192535"/>
                    </a:lnTo>
                    <a:cubicBezTo>
                      <a:pt x="30849" y="176065"/>
                      <a:pt x="37133" y="160162"/>
                      <a:pt x="49702" y="149371"/>
                    </a:cubicBezTo>
                    <a:cubicBezTo>
                      <a:pt x="59413" y="140852"/>
                      <a:pt x="71410" y="136308"/>
                      <a:pt x="84550" y="136308"/>
                    </a:cubicBezTo>
                    <a:cubicBezTo>
                      <a:pt x="99403" y="136308"/>
                      <a:pt x="111971" y="141420"/>
                      <a:pt x="122826" y="151643"/>
                    </a:cubicBezTo>
                    <a:cubicBezTo>
                      <a:pt x="133109" y="161866"/>
                      <a:pt x="138822" y="174929"/>
                      <a:pt x="138822" y="189695"/>
                    </a:cubicBezTo>
                    <a:lnTo>
                      <a:pt x="138822" y="250466"/>
                    </a:ln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9" name="Freeform 8">
                <a:extLst>
                  <a:ext uri="{FF2B5EF4-FFF2-40B4-BE49-F238E27FC236}">
                    <a16:creationId xmlns:a16="http://schemas.microsoft.com/office/drawing/2014/main" id="{0284744A-46F5-F8E1-4508-5A1D46282146}"/>
                  </a:ext>
                </a:extLst>
              </p:cNvPr>
              <p:cNvSpPr/>
              <p:nvPr/>
            </p:nvSpPr>
            <p:spPr>
              <a:xfrm>
                <a:off x="10493173" y="5190988"/>
                <a:ext cx="483304" cy="285111"/>
              </a:xfrm>
              <a:custGeom>
                <a:avLst/>
                <a:gdLst>
                  <a:gd name="connsiteX0" fmla="*/ 458168 w 483304"/>
                  <a:gd name="connsiteY0" fmla="*/ 0 h 285111"/>
                  <a:gd name="connsiteX1" fmla="*/ 454169 w 483304"/>
                  <a:gd name="connsiteY1" fmla="*/ 3976 h 285111"/>
                  <a:gd name="connsiteX2" fmla="*/ 454169 w 483304"/>
                  <a:gd name="connsiteY2" fmla="*/ 233996 h 285111"/>
                  <a:gd name="connsiteX3" fmla="*/ 449028 w 483304"/>
                  <a:gd name="connsiteY3" fmla="*/ 249330 h 285111"/>
                  <a:gd name="connsiteX4" fmla="*/ 434174 w 483304"/>
                  <a:gd name="connsiteY4" fmla="*/ 254442 h 285111"/>
                  <a:gd name="connsiteX5" fmla="*/ 311349 w 483304"/>
                  <a:gd name="connsiteY5" fmla="*/ 254442 h 285111"/>
                  <a:gd name="connsiteX6" fmla="*/ 290783 w 483304"/>
                  <a:gd name="connsiteY6" fmla="*/ 247626 h 285111"/>
                  <a:gd name="connsiteX7" fmla="*/ 286784 w 483304"/>
                  <a:gd name="connsiteY7" fmla="*/ 241379 h 285111"/>
                  <a:gd name="connsiteX8" fmla="*/ 286784 w 483304"/>
                  <a:gd name="connsiteY8" fmla="*/ 238539 h 285111"/>
                  <a:gd name="connsiteX9" fmla="*/ 295924 w 483304"/>
                  <a:gd name="connsiteY9" fmla="*/ 201054 h 285111"/>
                  <a:gd name="connsiteX10" fmla="*/ 295924 w 483304"/>
                  <a:gd name="connsiteY10" fmla="*/ 190263 h 285111"/>
                  <a:gd name="connsiteX11" fmla="*/ 271359 w 483304"/>
                  <a:gd name="connsiteY11" fmla="*/ 131197 h 285111"/>
                  <a:gd name="connsiteX12" fmla="*/ 211946 w 483304"/>
                  <a:gd name="connsiteY12" fmla="*/ 106775 h 285111"/>
                  <a:gd name="connsiteX13" fmla="*/ 152532 w 483304"/>
                  <a:gd name="connsiteY13" fmla="*/ 131197 h 285111"/>
                  <a:gd name="connsiteX14" fmla="*/ 127967 w 483304"/>
                  <a:gd name="connsiteY14" fmla="*/ 190263 h 285111"/>
                  <a:gd name="connsiteX15" fmla="*/ 127967 w 483304"/>
                  <a:gd name="connsiteY15" fmla="*/ 250466 h 285111"/>
                  <a:gd name="connsiteX16" fmla="*/ 123968 w 483304"/>
                  <a:gd name="connsiteY16" fmla="*/ 254442 h 285111"/>
                  <a:gd name="connsiteX17" fmla="*/ 50273 w 483304"/>
                  <a:gd name="connsiteY17" fmla="*/ 254442 h 285111"/>
                  <a:gd name="connsiteX18" fmla="*/ 35420 w 483304"/>
                  <a:gd name="connsiteY18" fmla="*/ 249898 h 285111"/>
                  <a:gd name="connsiteX19" fmla="*/ 30278 w 483304"/>
                  <a:gd name="connsiteY19" fmla="*/ 233996 h 285111"/>
                  <a:gd name="connsiteX20" fmla="*/ 30278 w 483304"/>
                  <a:gd name="connsiteY20" fmla="*/ 3976 h 285111"/>
                  <a:gd name="connsiteX21" fmla="*/ 26279 w 483304"/>
                  <a:gd name="connsiteY21" fmla="*/ 0 h 285111"/>
                  <a:gd name="connsiteX22" fmla="*/ 3999 w 483304"/>
                  <a:gd name="connsiteY22" fmla="*/ 0 h 285111"/>
                  <a:gd name="connsiteX23" fmla="*/ 0 w 483304"/>
                  <a:gd name="connsiteY23" fmla="*/ 3976 h 285111"/>
                  <a:gd name="connsiteX24" fmla="*/ 0 w 483304"/>
                  <a:gd name="connsiteY24" fmla="*/ 233996 h 285111"/>
                  <a:gd name="connsiteX25" fmla="*/ 13711 w 483304"/>
                  <a:gd name="connsiteY25" fmla="*/ 270912 h 285111"/>
                  <a:gd name="connsiteX26" fmla="*/ 50844 w 483304"/>
                  <a:gd name="connsiteY26" fmla="*/ 284543 h 285111"/>
                  <a:gd name="connsiteX27" fmla="*/ 211374 w 483304"/>
                  <a:gd name="connsiteY27" fmla="*/ 284543 h 285111"/>
                  <a:gd name="connsiteX28" fmla="*/ 268503 w 483304"/>
                  <a:gd name="connsiteY28" fmla="*/ 262393 h 285111"/>
                  <a:gd name="connsiteX29" fmla="*/ 273644 w 483304"/>
                  <a:gd name="connsiteY29" fmla="*/ 269208 h 285111"/>
                  <a:gd name="connsiteX30" fmla="*/ 315348 w 483304"/>
                  <a:gd name="connsiteY30" fmla="*/ 285111 h 285111"/>
                  <a:gd name="connsiteX31" fmla="*/ 432461 w 483304"/>
                  <a:gd name="connsiteY31" fmla="*/ 285111 h 285111"/>
                  <a:gd name="connsiteX32" fmla="*/ 469594 w 483304"/>
                  <a:gd name="connsiteY32" fmla="*/ 271480 h 285111"/>
                  <a:gd name="connsiteX33" fmla="*/ 483305 w 483304"/>
                  <a:gd name="connsiteY33" fmla="*/ 234563 h 285111"/>
                  <a:gd name="connsiteX34" fmla="*/ 483305 w 483304"/>
                  <a:gd name="connsiteY34" fmla="*/ 4544 h 285111"/>
                  <a:gd name="connsiteX35" fmla="*/ 479306 w 483304"/>
                  <a:gd name="connsiteY35" fmla="*/ 568 h 285111"/>
                  <a:gd name="connsiteX36" fmla="*/ 458168 w 483304"/>
                  <a:gd name="connsiteY36" fmla="*/ 568 h 285111"/>
                  <a:gd name="connsiteX37" fmla="*/ 266218 w 483304"/>
                  <a:gd name="connsiteY37" fmla="*/ 200486 h 285111"/>
                  <a:gd name="connsiteX38" fmla="*/ 253078 w 483304"/>
                  <a:gd name="connsiteY38" fmla="*/ 235131 h 285111"/>
                  <a:gd name="connsiteX39" fmla="*/ 209661 w 483304"/>
                  <a:gd name="connsiteY39" fmla="*/ 253874 h 285111"/>
                  <a:gd name="connsiteX40" fmla="*/ 162815 w 483304"/>
                  <a:gd name="connsiteY40" fmla="*/ 253874 h 285111"/>
                  <a:gd name="connsiteX41" fmla="*/ 158817 w 483304"/>
                  <a:gd name="connsiteY41" fmla="*/ 249898 h 285111"/>
                  <a:gd name="connsiteX42" fmla="*/ 158817 w 483304"/>
                  <a:gd name="connsiteY42" fmla="*/ 192535 h 285111"/>
                  <a:gd name="connsiteX43" fmla="*/ 177669 w 483304"/>
                  <a:gd name="connsiteY43" fmla="*/ 149371 h 285111"/>
                  <a:gd name="connsiteX44" fmla="*/ 212517 w 483304"/>
                  <a:gd name="connsiteY44" fmla="*/ 136308 h 285111"/>
                  <a:gd name="connsiteX45" fmla="*/ 250793 w 483304"/>
                  <a:gd name="connsiteY45" fmla="*/ 151643 h 285111"/>
                  <a:gd name="connsiteX46" fmla="*/ 266789 w 483304"/>
                  <a:gd name="connsiteY46" fmla="*/ 189695 h 285111"/>
                  <a:gd name="connsiteX47" fmla="*/ 266789 w 483304"/>
                  <a:gd name="connsiteY47" fmla="*/ 200486 h 2851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</a:cxnLst>
                <a:rect l="l" t="t" r="r" b="b"/>
                <a:pathLst>
                  <a:path w="483304" h="285111">
                    <a:moveTo>
                      <a:pt x="458168" y="0"/>
                    </a:moveTo>
                    <a:cubicBezTo>
                      <a:pt x="455883" y="0"/>
                      <a:pt x="454169" y="1704"/>
                      <a:pt x="454169" y="3976"/>
                    </a:cubicBezTo>
                    <a:lnTo>
                      <a:pt x="454169" y="233996"/>
                    </a:lnTo>
                    <a:cubicBezTo>
                      <a:pt x="454169" y="240811"/>
                      <a:pt x="452456" y="245923"/>
                      <a:pt x="449028" y="249330"/>
                    </a:cubicBezTo>
                    <a:cubicBezTo>
                      <a:pt x="446171" y="252738"/>
                      <a:pt x="441030" y="254442"/>
                      <a:pt x="434174" y="254442"/>
                    </a:cubicBezTo>
                    <a:lnTo>
                      <a:pt x="311349" y="254442"/>
                    </a:lnTo>
                    <a:cubicBezTo>
                      <a:pt x="302208" y="254442"/>
                      <a:pt x="295353" y="252170"/>
                      <a:pt x="290783" y="247626"/>
                    </a:cubicBezTo>
                    <a:cubicBezTo>
                      <a:pt x="289069" y="245923"/>
                      <a:pt x="287926" y="243651"/>
                      <a:pt x="286784" y="241379"/>
                    </a:cubicBezTo>
                    <a:cubicBezTo>
                      <a:pt x="286212" y="240243"/>
                      <a:pt x="286784" y="239107"/>
                      <a:pt x="286784" y="238539"/>
                    </a:cubicBezTo>
                    <a:cubicBezTo>
                      <a:pt x="292497" y="226612"/>
                      <a:pt x="295924" y="214117"/>
                      <a:pt x="295924" y="201054"/>
                    </a:cubicBezTo>
                    <a:lnTo>
                      <a:pt x="295924" y="190263"/>
                    </a:lnTo>
                    <a:cubicBezTo>
                      <a:pt x="295924" y="166977"/>
                      <a:pt x="287926" y="147667"/>
                      <a:pt x="271359" y="131197"/>
                    </a:cubicBezTo>
                    <a:cubicBezTo>
                      <a:pt x="254792" y="114726"/>
                      <a:pt x="235368" y="106775"/>
                      <a:pt x="211946" y="106775"/>
                    </a:cubicBezTo>
                    <a:cubicBezTo>
                      <a:pt x="188523" y="106775"/>
                      <a:pt x="169100" y="114726"/>
                      <a:pt x="152532" y="131197"/>
                    </a:cubicBezTo>
                    <a:cubicBezTo>
                      <a:pt x="135965" y="147667"/>
                      <a:pt x="127967" y="166977"/>
                      <a:pt x="127967" y="190263"/>
                    </a:cubicBezTo>
                    <a:lnTo>
                      <a:pt x="127967" y="250466"/>
                    </a:lnTo>
                    <a:cubicBezTo>
                      <a:pt x="127967" y="252738"/>
                      <a:pt x="126253" y="254442"/>
                      <a:pt x="123968" y="254442"/>
                    </a:cubicBezTo>
                    <a:lnTo>
                      <a:pt x="50273" y="254442"/>
                    </a:lnTo>
                    <a:cubicBezTo>
                      <a:pt x="43417" y="254442"/>
                      <a:pt x="38847" y="252738"/>
                      <a:pt x="35420" y="249898"/>
                    </a:cubicBezTo>
                    <a:cubicBezTo>
                      <a:pt x="31992" y="246490"/>
                      <a:pt x="30278" y="241379"/>
                      <a:pt x="30278" y="233996"/>
                    </a:cubicBezTo>
                    <a:lnTo>
                      <a:pt x="30278" y="3976"/>
                    </a:lnTo>
                    <a:cubicBezTo>
                      <a:pt x="30278" y="1704"/>
                      <a:pt x="28564" y="0"/>
                      <a:pt x="26279" y="0"/>
                    </a:cubicBezTo>
                    <a:lnTo>
                      <a:pt x="3999" y="0"/>
                    </a:lnTo>
                    <a:cubicBezTo>
                      <a:pt x="1714" y="0"/>
                      <a:pt x="0" y="1704"/>
                      <a:pt x="0" y="3976"/>
                    </a:cubicBezTo>
                    <a:lnTo>
                      <a:pt x="0" y="233996"/>
                    </a:lnTo>
                    <a:cubicBezTo>
                      <a:pt x="0" y="249898"/>
                      <a:pt x="4570" y="261825"/>
                      <a:pt x="13711" y="270912"/>
                    </a:cubicBezTo>
                    <a:cubicBezTo>
                      <a:pt x="22851" y="280000"/>
                      <a:pt x="34848" y="284543"/>
                      <a:pt x="50844" y="284543"/>
                    </a:cubicBezTo>
                    <a:lnTo>
                      <a:pt x="211374" y="284543"/>
                    </a:lnTo>
                    <a:cubicBezTo>
                      <a:pt x="233083" y="284543"/>
                      <a:pt x="251935" y="277160"/>
                      <a:pt x="268503" y="262393"/>
                    </a:cubicBezTo>
                    <a:cubicBezTo>
                      <a:pt x="270217" y="264665"/>
                      <a:pt x="271930" y="266937"/>
                      <a:pt x="273644" y="269208"/>
                    </a:cubicBezTo>
                    <a:cubicBezTo>
                      <a:pt x="284499" y="280000"/>
                      <a:pt x="298209" y="285111"/>
                      <a:pt x="315348" y="285111"/>
                    </a:cubicBezTo>
                    <a:lnTo>
                      <a:pt x="432461" y="285111"/>
                    </a:lnTo>
                    <a:cubicBezTo>
                      <a:pt x="447885" y="285111"/>
                      <a:pt x="459882" y="280567"/>
                      <a:pt x="469594" y="271480"/>
                    </a:cubicBezTo>
                    <a:cubicBezTo>
                      <a:pt x="478735" y="262393"/>
                      <a:pt x="483305" y="249898"/>
                      <a:pt x="483305" y="234563"/>
                    </a:cubicBezTo>
                    <a:lnTo>
                      <a:pt x="483305" y="4544"/>
                    </a:lnTo>
                    <a:cubicBezTo>
                      <a:pt x="483305" y="2272"/>
                      <a:pt x="481591" y="568"/>
                      <a:pt x="479306" y="568"/>
                    </a:cubicBezTo>
                    <a:lnTo>
                      <a:pt x="458168" y="568"/>
                    </a:lnTo>
                    <a:close/>
                    <a:moveTo>
                      <a:pt x="266218" y="200486"/>
                    </a:moveTo>
                    <a:cubicBezTo>
                      <a:pt x="266218" y="213549"/>
                      <a:pt x="261647" y="225476"/>
                      <a:pt x="253078" y="235131"/>
                    </a:cubicBezTo>
                    <a:cubicBezTo>
                      <a:pt x="242224" y="247626"/>
                      <a:pt x="226228" y="253874"/>
                      <a:pt x="209661" y="253874"/>
                    </a:cubicBezTo>
                    <a:lnTo>
                      <a:pt x="162815" y="253874"/>
                    </a:lnTo>
                    <a:cubicBezTo>
                      <a:pt x="160530" y="253874"/>
                      <a:pt x="158817" y="252170"/>
                      <a:pt x="158817" y="249898"/>
                    </a:cubicBezTo>
                    <a:lnTo>
                      <a:pt x="158817" y="192535"/>
                    </a:lnTo>
                    <a:cubicBezTo>
                      <a:pt x="158817" y="176065"/>
                      <a:pt x="165101" y="160162"/>
                      <a:pt x="177669" y="149371"/>
                    </a:cubicBezTo>
                    <a:cubicBezTo>
                      <a:pt x="187381" y="140852"/>
                      <a:pt x="199378" y="136308"/>
                      <a:pt x="212517" y="136308"/>
                    </a:cubicBezTo>
                    <a:cubicBezTo>
                      <a:pt x="227370" y="136308"/>
                      <a:pt x="239939" y="141420"/>
                      <a:pt x="250793" y="151643"/>
                    </a:cubicBezTo>
                    <a:cubicBezTo>
                      <a:pt x="261076" y="161866"/>
                      <a:pt x="266789" y="174929"/>
                      <a:pt x="266789" y="189695"/>
                    </a:cubicBezTo>
                    <a:lnTo>
                      <a:pt x="266789" y="200486"/>
                    </a:ln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10" name="Freeform 9">
                <a:extLst>
                  <a:ext uri="{FF2B5EF4-FFF2-40B4-BE49-F238E27FC236}">
                    <a16:creationId xmlns:a16="http://schemas.microsoft.com/office/drawing/2014/main" id="{120DE049-0A7B-B40A-89EF-14B0FB2E2C97}"/>
                  </a:ext>
                </a:extLst>
              </p:cNvPr>
              <p:cNvSpPr/>
              <p:nvPr/>
            </p:nvSpPr>
            <p:spPr>
              <a:xfrm>
                <a:off x="11039890" y="5190420"/>
                <a:ext cx="30277" cy="285111"/>
              </a:xfrm>
              <a:custGeom>
                <a:avLst/>
                <a:gdLst>
                  <a:gd name="connsiteX0" fmla="*/ 30278 w 30277"/>
                  <a:gd name="connsiteY0" fmla="*/ 3976 h 285111"/>
                  <a:gd name="connsiteX1" fmla="*/ 26279 w 30277"/>
                  <a:gd name="connsiteY1" fmla="*/ 0 h 285111"/>
                  <a:gd name="connsiteX2" fmla="*/ 3999 w 30277"/>
                  <a:gd name="connsiteY2" fmla="*/ 0 h 285111"/>
                  <a:gd name="connsiteX3" fmla="*/ 0 w 30277"/>
                  <a:gd name="connsiteY3" fmla="*/ 3976 h 285111"/>
                  <a:gd name="connsiteX4" fmla="*/ 0 w 30277"/>
                  <a:gd name="connsiteY4" fmla="*/ 119270 h 285111"/>
                  <a:gd name="connsiteX5" fmla="*/ 0 w 30277"/>
                  <a:gd name="connsiteY5" fmla="*/ 119270 h 285111"/>
                  <a:gd name="connsiteX6" fmla="*/ 0 w 30277"/>
                  <a:gd name="connsiteY6" fmla="*/ 281135 h 285111"/>
                  <a:gd name="connsiteX7" fmla="*/ 3999 w 30277"/>
                  <a:gd name="connsiteY7" fmla="*/ 285111 h 285111"/>
                  <a:gd name="connsiteX8" fmla="*/ 26279 w 30277"/>
                  <a:gd name="connsiteY8" fmla="*/ 285111 h 285111"/>
                  <a:gd name="connsiteX9" fmla="*/ 30278 w 30277"/>
                  <a:gd name="connsiteY9" fmla="*/ 281135 h 285111"/>
                  <a:gd name="connsiteX10" fmla="*/ 30278 w 30277"/>
                  <a:gd name="connsiteY10" fmla="*/ 101663 h 285111"/>
                  <a:gd name="connsiteX11" fmla="*/ 30278 w 30277"/>
                  <a:gd name="connsiteY11" fmla="*/ 101663 h 285111"/>
                  <a:gd name="connsiteX12" fmla="*/ 30278 w 30277"/>
                  <a:gd name="connsiteY12" fmla="*/ 3976 h 2851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0277" h="285111">
                    <a:moveTo>
                      <a:pt x="30278" y="3976"/>
                    </a:moveTo>
                    <a:cubicBezTo>
                      <a:pt x="30278" y="1704"/>
                      <a:pt x="28564" y="0"/>
                      <a:pt x="26279" y="0"/>
                    </a:cubicBezTo>
                    <a:lnTo>
                      <a:pt x="3999" y="0"/>
                    </a:lnTo>
                    <a:cubicBezTo>
                      <a:pt x="1714" y="0"/>
                      <a:pt x="0" y="1704"/>
                      <a:pt x="0" y="3976"/>
                    </a:cubicBezTo>
                    <a:lnTo>
                      <a:pt x="0" y="119270"/>
                    </a:lnTo>
                    <a:lnTo>
                      <a:pt x="0" y="119270"/>
                    </a:lnTo>
                    <a:lnTo>
                      <a:pt x="0" y="281135"/>
                    </a:lnTo>
                    <a:cubicBezTo>
                      <a:pt x="0" y="283407"/>
                      <a:pt x="1714" y="285111"/>
                      <a:pt x="3999" y="285111"/>
                    </a:cubicBezTo>
                    <a:lnTo>
                      <a:pt x="26279" y="285111"/>
                    </a:lnTo>
                    <a:cubicBezTo>
                      <a:pt x="28564" y="285111"/>
                      <a:pt x="30278" y="283407"/>
                      <a:pt x="30278" y="281135"/>
                    </a:cubicBezTo>
                    <a:lnTo>
                      <a:pt x="30278" y="101663"/>
                    </a:lnTo>
                    <a:lnTo>
                      <a:pt x="30278" y="101663"/>
                    </a:lnTo>
                    <a:lnTo>
                      <a:pt x="30278" y="3976"/>
                    </a:ln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11" name="Freeform 10">
                <a:extLst>
                  <a:ext uri="{FF2B5EF4-FFF2-40B4-BE49-F238E27FC236}">
                    <a16:creationId xmlns:a16="http://schemas.microsoft.com/office/drawing/2014/main" id="{0F692434-01C9-5383-249E-B04158159215}"/>
                  </a:ext>
                </a:extLst>
              </p:cNvPr>
              <p:cNvSpPr/>
              <p:nvPr/>
            </p:nvSpPr>
            <p:spPr>
              <a:xfrm>
                <a:off x="11211274" y="5292084"/>
                <a:ext cx="249650" cy="267504"/>
              </a:xfrm>
              <a:custGeom>
                <a:avLst/>
                <a:gdLst>
                  <a:gd name="connsiteX0" fmla="*/ 159388 w 249650"/>
                  <a:gd name="connsiteY0" fmla="*/ 0 h 267504"/>
                  <a:gd name="connsiteX1" fmla="*/ 95975 w 249650"/>
                  <a:gd name="connsiteY1" fmla="*/ 26126 h 267504"/>
                  <a:gd name="connsiteX2" fmla="*/ 69696 w 249650"/>
                  <a:gd name="connsiteY2" fmla="*/ 89168 h 267504"/>
                  <a:gd name="connsiteX3" fmla="*/ 69696 w 249650"/>
                  <a:gd name="connsiteY3" fmla="*/ 141420 h 267504"/>
                  <a:gd name="connsiteX4" fmla="*/ 62270 w 249650"/>
                  <a:gd name="connsiteY4" fmla="*/ 141420 h 267504"/>
                  <a:gd name="connsiteX5" fmla="*/ 18281 w 249650"/>
                  <a:gd name="connsiteY5" fmla="*/ 159594 h 267504"/>
                  <a:gd name="connsiteX6" fmla="*/ 0 w 249650"/>
                  <a:gd name="connsiteY6" fmla="*/ 203326 h 267504"/>
                  <a:gd name="connsiteX7" fmla="*/ 0 w 249650"/>
                  <a:gd name="connsiteY7" fmla="*/ 263529 h 267504"/>
                  <a:gd name="connsiteX8" fmla="*/ 3999 w 249650"/>
                  <a:gd name="connsiteY8" fmla="*/ 267505 h 267504"/>
                  <a:gd name="connsiteX9" fmla="*/ 37705 w 249650"/>
                  <a:gd name="connsiteY9" fmla="*/ 267505 h 267504"/>
                  <a:gd name="connsiteX10" fmla="*/ 41704 w 249650"/>
                  <a:gd name="connsiteY10" fmla="*/ 263529 h 267504"/>
                  <a:gd name="connsiteX11" fmla="*/ 42275 w 249650"/>
                  <a:gd name="connsiteY11" fmla="*/ 203326 h 267504"/>
                  <a:gd name="connsiteX12" fmla="*/ 48559 w 249650"/>
                  <a:gd name="connsiteY12" fmla="*/ 188560 h 267504"/>
                  <a:gd name="connsiteX13" fmla="*/ 62841 w 249650"/>
                  <a:gd name="connsiteY13" fmla="*/ 182880 h 267504"/>
                  <a:gd name="connsiteX14" fmla="*/ 159959 w 249650"/>
                  <a:gd name="connsiteY14" fmla="*/ 182880 h 267504"/>
                  <a:gd name="connsiteX15" fmla="*/ 223371 w 249650"/>
                  <a:gd name="connsiteY15" fmla="*/ 156754 h 267504"/>
                  <a:gd name="connsiteX16" fmla="*/ 249650 w 249650"/>
                  <a:gd name="connsiteY16" fmla="*/ 93712 h 267504"/>
                  <a:gd name="connsiteX17" fmla="*/ 249650 w 249650"/>
                  <a:gd name="connsiteY17" fmla="*/ 89168 h 267504"/>
                  <a:gd name="connsiteX18" fmla="*/ 223371 w 249650"/>
                  <a:gd name="connsiteY18" fmla="*/ 26126 h 267504"/>
                  <a:gd name="connsiteX19" fmla="*/ 159388 w 249650"/>
                  <a:gd name="connsiteY19" fmla="*/ 0 h 267504"/>
                  <a:gd name="connsiteX20" fmla="*/ 207375 w 249650"/>
                  <a:gd name="connsiteY20" fmla="*/ 93712 h 267504"/>
                  <a:gd name="connsiteX21" fmla="*/ 193093 w 249650"/>
                  <a:gd name="connsiteY21" fmla="*/ 127789 h 267504"/>
                  <a:gd name="connsiteX22" fmla="*/ 159388 w 249650"/>
                  <a:gd name="connsiteY22" fmla="*/ 141988 h 267504"/>
                  <a:gd name="connsiteX23" fmla="*/ 114828 w 249650"/>
                  <a:gd name="connsiteY23" fmla="*/ 141988 h 267504"/>
                  <a:gd name="connsiteX24" fmla="*/ 110829 w 249650"/>
                  <a:gd name="connsiteY24" fmla="*/ 138012 h 267504"/>
                  <a:gd name="connsiteX25" fmla="*/ 110829 w 249650"/>
                  <a:gd name="connsiteY25" fmla="*/ 89736 h 267504"/>
                  <a:gd name="connsiteX26" fmla="*/ 125111 w 249650"/>
                  <a:gd name="connsiteY26" fmla="*/ 56227 h 267504"/>
                  <a:gd name="connsiteX27" fmla="*/ 157674 w 249650"/>
                  <a:gd name="connsiteY27" fmla="*/ 42596 h 267504"/>
                  <a:gd name="connsiteX28" fmla="*/ 193665 w 249650"/>
                  <a:gd name="connsiteY28" fmla="*/ 57363 h 267504"/>
                  <a:gd name="connsiteX29" fmla="*/ 206804 w 249650"/>
                  <a:gd name="connsiteY29" fmla="*/ 90304 h 267504"/>
                  <a:gd name="connsiteX30" fmla="*/ 206804 w 249650"/>
                  <a:gd name="connsiteY30" fmla="*/ 93712 h 2675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249650" h="267504">
                    <a:moveTo>
                      <a:pt x="159388" y="0"/>
                    </a:moveTo>
                    <a:cubicBezTo>
                      <a:pt x="134251" y="0"/>
                      <a:pt x="113685" y="8519"/>
                      <a:pt x="95975" y="26126"/>
                    </a:cubicBezTo>
                    <a:cubicBezTo>
                      <a:pt x="78266" y="43732"/>
                      <a:pt x="69696" y="64178"/>
                      <a:pt x="69696" y="89168"/>
                    </a:cubicBezTo>
                    <a:lnTo>
                      <a:pt x="69696" y="141420"/>
                    </a:lnTo>
                    <a:lnTo>
                      <a:pt x="62270" y="141420"/>
                    </a:lnTo>
                    <a:cubicBezTo>
                      <a:pt x="45131" y="141420"/>
                      <a:pt x="30278" y="147667"/>
                      <a:pt x="18281" y="159594"/>
                    </a:cubicBezTo>
                    <a:cubicBezTo>
                      <a:pt x="6284" y="171521"/>
                      <a:pt x="0" y="186288"/>
                      <a:pt x="0" y="203326"/>
                    </a:cubicBezTo>
                    <a:lnTo>
                      <a:pt x="0" y="263529"/>
                    </a:lnTo>
                    <a:cubicBezTo>
                      <a:pt x="0" y="265801"/>
                      <a:pt x="1714" y="267505"/>
                      <a:pt x="3999" y="267505"/>
                    </a:cubicBezTo>
                    <a:lnTo>
                      <a:pt x="37705" y="267505"/>
                    </a:lnTo>
                    <a:cubicBezTo>
                      <a:pt x="39990" y="267505"/>
                      <a:pt x="41704" y="265801"/>
                      <a:pt x="41704" y="263529"/>
                    </a:cubicBezTo>
                    <a:lnTo>
                      <a:pt x="42275" y="203326"/>
                    </a:lnTo>
                    <a:cubicBezTo>
                      <a:pt x="42275" y="197647"/>
                      <a:pt x="43989" y="193103"/>
                      <a:pt x="48559" y="188560"/>
                    </a:cubicBezTo>
                    <a:cubicBezTo>
                      <a:pt x="52558" y="184584"/>
                      <a:pt x="57128" y="182880"/>
                      <a:pt x="62841" y="182880"/>
                    </a:cubicBezTo>
                    <a:lnTo>
                      <a:pt x="159959" y="182880"/>
                    </a:lnTo>
                    <a:cubicBezTo>
                      <a:pt x="185095" y="182880"/>
                      <a:pt x="205662" y="174361"/>
                      <a:pt x="223371" y="156754"/>
                    </a:cubicBezTo>
                    <a:cubicBezTo>
                      <a:pt x="241081" y="139148"/>
                      <a:pt x="249650" y="118702"/>
                      <a:pt x="249650" y="93712"/>
                    </a:cubicBezTo>
                    <a:lnTo>
                      <a:pt x="249650" y="89168"/>
                    </a:lnTo>
                    <a:cubicBezTo>
                      <a:pt x="249650" y="64178"/>
                      <a:pt x="241081" y="43732"/>
                      <a:pt x="223371" y="26126"/>
                    </a:cubicBezTo>
                    <a:cubicBezTo>
                      <a:pt x="205090" y="8519"/>
                      <a:pt x="184524" y="0"/>
                      <a:pt x="159388" y="0"/>
                    </a:cubicBezTo>
                    <a:close/>
                    <a:moveTo>
                      <a:pt x="207375" y="93712"/>
                    </a:moveTo>
                    <a:cubicBezTo>
                      <a:pt x="207375" y="106775"/>
                      <a:pt x="202805" y="118134"/>
                      <a:pt x="193093" y="127789"/>
                    </a:cubicBezTo>
                    <a:cubicBezTo>
                      <a:pt x="183953" y="137444"/>
                      <a:pt x="172527" y="141988"/>
                      <a:pt x="159388" y="141988"/>
                    </a:cubicBezTo>
                    <a:lnTo>
                      <a:pt x="114828" y="141988"/>
                    </a:lnTo>
                    <a:cubicBezTo>
                      <a:pt x="112543" y="141988"/>
                      <a:pt x="110829" y="140284"/>
                      <a:pt x="110829" y="138012"/>
                    </a:cubicBezTo>
                    <a:lnTo>
                      <a:pt x="110829" y="89736"/>
                    </a:lnTo>
                    <a:cubicBezTo>
                      <a:pt x="110829" y="76673"/>
                      <a:pt x="115399" y="65314"/>
                      <a:pt x="125111" y="56227"/>
                    </a:cubicBezTo>
                    <a:cubicBezTo>
                      <a:pt x="134251" y="47140"/>
                      <a:pt x="145106" y="42596"/>
                      <a:pt x="157674" y="42596"/>
                    </a:cubicBezTo>
                    <a:cubicBezTo>
                      <a:pt x="171385" y="42028"/>
                      <a:pt x="184524" y="47708"/>
                      <a:pt x="193665" y="57363"/>
                    </a:cubicBezTo>
                    <a:cubicBezTo>
                      <a:pt x="202234" y="66450"/>
                      <a:pt x="206804" y="77241"/>
                      <a:pt x="206804" y="90304"/>
                    </a:cubicBezTo>
                    <a:lnTo>
                      <a:pt x="206804" y="93712"/>
                    </a:ln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12" name="Freeform 11">
                <a:extLst>
                  <a:ext uri="{FF2B5EF4-FFF2-40B4-BE49-F238E27FC236}">
                    <a16:creationId xmlns:a16="http://schemas.microsoft.com/office/drawing/2014/main" id="{43C28EA4-D39D-8BD8-9287-0015E49EACFC}"/>
                  </a:ext>
                </a:extLst>
              </p:cNvPr>
              <p:cNvSpPr/>
              <p:nvPr/>
            </p:nvSpPr>
            <p:spPr>
              <a:xfrm>
                <a:off x="11510626" y="5189285"/>
                <a:ext cx="272501" cy="285111"/>
              </a:xfrm>
              <a:custGeom>
                <a:avLst/>
                <a:gdLst>
                  <a:gd name="connsiteX0" fmla="*/ 235368 w 272501"/>
                  <a:gd name="connsiteY0" fmla="*/ 128925 h 285111"/>
                  <a:gd name="connsiteX1" fmla="*/ 231369 w 272501"/>
                  <a:gd name="connsiteY1" fmla="*/ 132900 h 285111"/>
                  <a:gd name="connsiteX2" fmla="*/ 231369 w 272501"/>
                  <a:gd name="connsiteY2" fmla="*/ 229452 h 285111"/>
                  <a:gd name="connsiteX3" fmla="*/ 227942 w 272501"/>
                  <a:gd name="connsiteY3" fmla="*/ 240811 h 285111"/>
                  <a:gd name="connsiteX4" fmla="*/ 217087 w 272501"/>
                  <a:gd name="connsiteY4" fmla="*/ 244219 h 285111"/>
                  <a:gd name="connsiteX5" fmla="*/ 55986 w 272501"/>
                  <a:gd name="connsiteY5" fmla="*/ 244219 h 285111"/>
                  <a:gd name="connsiteX6" fmla="*/ 45131 w 272501"/>
                  <a:gd name="connsiteY6" fmla="*/ 241379 h 285111"/>
                  <a:gd name="connsiteX7" fmla="*/ 41704 w 272501"/>
                  <a:gd name="connsiteY7" fmla="*/ 229452 h 285111"/>
                  <a:gd name="connsiteX8" fmla="*/ 41704 w 272501"/>
                  <a:gd name="connsiteY8" fmla="*/ 3976 h 285111"/>
                  <a:gd name="connsiteX9" fmla="*/ 37705 w 272501"/>
                  <a:gd name="connsiteY9" fmla="*/ 0 h 285111"/>
                  <a:gd name="connsiteX10" fmla="*/ 3999 w 272501"/>
                  <a:gd name="connsiteY10" fmla="*/ 0 h 285111"/>
                  <a:gd name="connsiteX11" fmla="*/ 0 w 272501"/>
                  <a:gd name="connsiteY11" fmla="*/ 3976 h 285111"/>
                  <a:gd name="connsiteX12" fmla="*/ 0 w 272501"/>
                  <a:gd name="connsiteY12" fmla="*/ 228884 h 285111"/>
                  <a:gd name="connsiteX13" fmla="*/ 15425 w 272501"/>
                  <a:gd name="connsiteY13" fmla="*/ 269776 h 285111"/>
                  <a:gd name="connsiteX14" fmla="*/ 56557 w 272501"/>
                  <a:gd name="connsiteY14" fmla="*/ 285111 h 285111"/>
                  <a:gd name="connsiteX15" fmla="*/ 215945 w 272501"/>
                  <a:gd name="connsiteY15" fmla="*/ 285111 h 285111"/>
                  <a:gd name="connsiteX16" fmla="*/ 257077 w 272501"/>
                  <a:gd name="connsiteY16" fmla="*/ 269776 h 285111"/>
                  <a:gd name="connsiteX17" fmla="*/ 272501 w 272501"/>
                  <a:gd name="connsiteY17" fmla="*/ 228884 h 285111"/>
                  <a:gd name="connsiteX18" fmla="*/ 272501 w 272501"/>
                  <a:gd name="connsiteY18" fmla="*/ 132332 h 285111"/>
                  <a:gd name="connsiteX19" fmla="*/ 268503 w 272501"/>
                  <a:gd name="connsiteY19" fmla="*/ 128357 h 285111"/>
                  <a:gd name="connsiteX20" fmla="*/ 235368 w 272501"/>
                  <a:gd name="connsiteY20" fmla="*/ 128357 h 2851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272501" h="285111">
                    <a:moveTo>
                      <a:pt x="235368" y="128925"/>
                    </a:moveTo>
                    <a:cubicBezTo>
                      <a:pt x="233083" y="128925"/>
                      <a:pt x="231369" y="130629"/>
                      <a:pt x="231369" y="132900"/>
                    </a:cubicBezTo>
                    <a:lnTo>
                      <a:pt x="231369" y="229452"/>
                    </a:lnTo>
                    <a:cubicBezTo>
                      <a:pt x="231369" y="234563"/>
                      <a:pt x="230227" y="238539"/>
                      <a:pt x="227942" y="240811"/>
                    </a:cubicBezTo>
                    <a:cubicBezTo>
                      <a:pt x="225657" y="243083"/>
                      <a:pt x="220515" y="244219"/>
                      <a:pt x="217087" y="244219"/>
                    </a:cubicBezTo>
                    <a:lnTo>
                      <a:pt x="55986" y="244219"/>
                    </a:lnTo>
                    <a:cubicBezTo>
                      <a:pt x="50844" y="244219"/>
                      <a:pt x="47417" y="243083"/>
                      <a:pt x="45131" y="241379"/>
                    </a:cubicBezTo>
                    <a:cubicBezTo>
                      <a:pt x="42846" y="239107"/>
                      <a:pt x="41704" y="235131"/>
                      <a:pt x="41704" y="229452"/>
                    </a:cubicBezTo>
                    <a:lnTo>
                      <a:pt x="41704" y="3976"/>
                    </a:lnTo>
                    <a:cubicBezTo>
                      <a:pt x="41704" y="1704"/>
                      <a:pt x="39990" y="0"/>
                      <a:pt x="37705" y="0"/>
                    </a:cubicBezTo>
                    <a:lnTo>
                      <a:pt x="3999" y="0"/>
                    </a:lnTo>
                    <a:cubicBezTo>
                      <a:pt x="1714" y="0"/>
                      <a:pt x="0" y="1704"/>
                      <a:pt x="0" y="3976"/>
                    </a:cubicBezTo>
                    <a:lnTo>
                      <a:pt x="0" y="228884"/>
                    </a:lnTo>
                    <a:cubicBezTo>
                      <a:pt x="0" y="245923"/>
                      <a:pt x="5142" y="260121"/>
                      <a:pt x="15425" y="269776"/>
                    </a:cubicBezTo>
                    <a:cubicBezTo>
                      <a:pt x="25708" y="280000"/>
                      <a:pt x="39418" y="285111"/>
                      <a:pt x="56557" y="285111"/>
                    </a:cubicBezTo>
                    <a:lnTo>
                      <a:pt x="215945" y="285111"/>
                    </a:lnTo>
                    <a:cubicBezTo>
                      <a:pt x="232512" y="285111"/>
                      <a:pt x="246223" y="280000"/>
                      <a:pt x="257077" y="269776"/>
                    </a:cubicBezTo>
                    <a:cubicBezTo>
                      <a:pt x="267360" y="259553"/>
                      <a:pt x="272501" y="245923"/>
                      <a:pt x="272501" y="228884"/>
                    </a:cubicBezTo>
                    <a:lnTo>
                      <a:pt x="272501" y="132332"/>
                    </a:lnTo>
                    <a:cubicBezTo>
                      <a:pt x="272501" y="130061"/>
                      <a:pt x="270788" y="128357"/>
                      <a:pt x="268503" y="128357"/>
                    </a:cubicBezTo>
                    <a:lnTo>
                      <a:pt x="235368" y="128357"/>
                    </a:ln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13" name="Freeform 12">
                <a:extLst>
                  <a:ext uri="{FF2B5EF4-FFF2-40B4-BE49-F238E27FC236}">
                    <a16:creationId xmlns:a16="http://schemas.microsoft.com/office/drawing/2014/main" id="{60205CC1-F71A-D612-A529-7B7549DD1ECA}"/>
                  </a:ext>
                </a:extLst>
              </p:cNvPr>
              <p:cNvSpPr/>
              <p:nvPr/>
            </p:nvSpPr>
            <p:spPr>
              <a:xfrm>
                <a:off x="11715716" y="5240400"/>
                <a:ext cx="41703" cy="41460"/>
              </a:xfrm>
              <a:custGeom>
                <a:avLst/>
                <a:gdLst>
                  <a:gd name="connsiteX0" fmla="*/ 37705 w 41703"/>
                  <a:gd name="connsiteY0" fmla="*/ 0 h 41460"/>
                  <a:gd name="connsiteX1" fmla="*/ 3999 w 41703"/>
                  <a:gd name="connsiteY1" fmla="*/ 0 h 41460"/>
                  <a:gd name="connsiteX2" fmla="*/ 0 w 41703"/>
                  <a:gd name="connsiteY2" fmla="*/ 3976 h 41460"/>
                  <a:gd name="connsiteX3" fmla="*/ 0 w 41703"/>
                  <a:gd name="connsiteY3" fmla="*/ 37485 h 41460"/>
                  <a:gd name="connsiteX4" fmla="*/ 3999 w 41703"/>
                  <a:gd name="connsiteY4" fmla="*/ 41460 h 41460"/>
                  <a:gd name="connsiteX5" fmla="*/ 37705 w 41703"/>
                  <a:gd name="connsiteY5" fmla="*/ 41460 h 41460"/>
                  <a:gd name="connsiteX6" fmla="*/ 41704 w 41703"/>
                  <a:gd name="connsiteY6" fmla="*/ 37485 h 41460"/>
                  <a:gd name="connsiteX7" fmla="*/ 41704 w 41703"/>
                  <a:gd name="connsiteY7" fmla="*/ 3976 h 41460"/>
                  <a:gd name="connsiteX8" fmla="*/ 37705 w 41703"/>
                  <a:gd name="connsiteY8" fmla="*/ 0 h 414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1703" h="41460">
                    <a:moveTo>
                      <a:pt x="37705" y="0"/>
                    </a:moveTo>
                    <a:lnTo>
                      <a:pt x="3999" y="0"/>
                    </a:lnTo>
                    <a:cubicBezTo>
                      <a:pt x="1714" y="0"/>
                      <a:pt x="0" y="1704"/>
                      <a:pt x="0" y="3976"/>
                    </a:cubicBezTo>
                    <a:lnTo>
                      <a:pt x="0" y="37485"/>
                    </a:lnTo>
                    <a:cubicBezTo>
                      <a:pt x="0" y="39757"/>
                      <a:pt x="1714" y="41460"/>
                      <a:pt x="3999" y="41460"/>
                    </a:cubicBezTo>
                    <a:lnTo>
                      <a:pt x="37705" y="41460"/>
                    </a:lnTo>
                    <a:cubicBezTo>
                      <a:pt x="39990" y="41460"/>
                      <a:pt x="41704" y="39757"/>
                      <a:pt x="41704" y="37485"/>
                    </a:cubicBezTo>
                    <a:lnTo>
                      <a:pt x="41704" y="3976"/>
                    </a:lnTo>
                    <a:cubicBezTo>
                      <a:pt x="41704" y="1704"/>
                      <a:pt x="39990" y="0"/>
                      <a:pt x="3770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14" name="Freeform 13">
                <a:extLst>
                  <a:ext uri="{FF2B5EF4-FFF2-40B4-BE49-F238E27FC236}">
                    <a16:creationId xmlns:a16="http://schemas.microsoft.com/office/drawing/2014/main" id="{31FEC496-4A71-1AED-D980-E457CC1350CC}"/>
                  </a:ext>
                </a:extLst>
              </p:cNvPr>
              <p:cNvSpPr/>
              <p:nvPr/>
            </p:nvSpPr>
            <p:spPr>
              <a:xfrm>
                <a:off x="11768845" y="5240400"/>
                <a:ext cx="41703" cy="41460"/>
              </a:xfrm>
              <a:custGeom>
                <a:avLst/>
                <a:gdLst>
                  <a:gd name="connsiteX0" fmla="*/ 0 w 41703"/>
                  <a:gd name="connsiteY0" fmla="*/ 3976 h 41460"/>
                  <a:gd name="connsiteX1" fmla="*/ 0 w 41703"/>
                  <a:gd name="connsiteY1" fmla="*/ 37485 h 41460"/>
                  <a:gd name="connsiteX2" fmla="*/ 3999 w 41703"/>
                  <a:gd name="connsiteY2" fmla="*/ 41460 h 41460"/>
                  <a:gd name="connsiteX3" fmla="*/ 37705 w 41703"/>
                  <a:gd name="connsiteY3" fmla="*/ 41460 h 41460"/>
                  <a:gd name="connsiteX4" fmla="*/ 41704 w 41703"/>
                  <a:gd name="connsiteY4" fmla="*/ 37485 h 41460"/>
                  <a:gd name="connsiteX5" fmla="*/ 41704 w 41703"/>
                  <a:gd name="connsiteY5" fmla="*/ 3976 h 41460"/>
                  <a:gd name="connsiteX6" fmla="*/ 37705 w 41703"/>
                  <a:gd name="connsiteY6" fmla="*/ 0 h 41460"/>
                  <a:gd name="connsiteX7" fmla="*/ 3999 w 41703"/>
                  <a:gd name="connsiteY7" fmla="*/ 0 h 41460"/>
                  <a:gd name="connsiteX8" fmla="*/ 0 w 41703"/>
                  <a:gd name="connsiteY8" fmla="*/ 3976 h 414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1703" h="41460">
                    <a:moveTo>
                      <a:pt x="0" y="3976"/>
                    </a:moveTo>
                    <a:lnTo>
                      <a:pt x="0" y="37485"/>
                    </a:lnTo>
                    <a:cubicBezTo>
                      <a:pt x="0" y="39757"/>
                      <a:pt x="1714" y="41460"/>
                      <a:pt x="3999" y="41460"/>
                    </a:cubicBezTo>
                    <a:lnTo>
                      <a:pt x="37705" y="41460"/>
                    </a:lnTo>
                    <a:cubicBezTo>
                      <a:pt x="39990" y="41460"/>
                      <a:pt x="41704" y="39757"/>
                      <a:pt x="41704" y="37485"/>
                    </a:cubicBezTo>
                    <a:lnTo>
                      <a:pt x="41704" y="3976"/>
                    </a:lnTo>
                    <a:cubicBezTo>
                      <a:pt x="41704" y="1704"/>
                      <a:pt x="39990" y="0"/>
                      <a:pt x="37705" y="0"/>
                    </a:cubicBezTo>
                    <a:lnTo>
                      <a:pt x="3999" y="0"/>
                    </a:lnTo>
                    <a:cubicBezTo>
                      <a:pt x="1714" y="0"/>
                      <a:pt x="0" y="1704"/>
                      <a:pt x="0" y="3976"/>
                    </a:cubicBez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15" name="Freeform 14">
                <a:extLst>
                  <a:ext uri="{FF2B5EF4-FFF2-40B4-BE49-F238E27FC236}">
                    <a16:creationId xmlns:a16="http://schemas.microsoft.com/office/drawing/2014/main" id="{06C42964-D58E-5840-65B3-AD030F5B7A39}"/>
                  </a:ext>
                </a:extLst>
              </p:cNvPr>
              <p:cNvSpPr/>
              <p:nvPr/>
            </p:nvSpPr>
            <p:spPr>
              <a:xfrm>
                <a:off x="10243522" y="5497682"/>
                <a:ext cx="30277" cy="30101"/>
              </a:xfrm>
              <a:custGeom>
                <a:avLst/>
                <a:gdLst>
                  <a:gd name="connsiteX0" fmla="*/ 3999 w 30277"/>
                  <a:gd name="connsiteY0" fmla="*/ 30101 h 30101"/>
                  <a:gd name="connsiteX1" fmla="*/ 26279 w 30277"/>
                  <a:gd name="connsiteY1" fmla="*/ 30101 h 30101"/>
                  <a:gd name="connsiteX2" fmla="*/ 30278 w 30277"/>
                  <a:gd name="connsiteY2" fmla="*/ 26126 h 30101"/>
                  <a:gd name="connsiteX3" fmla="*/ 30278 w 30277"/>
                  <a:gd name="connsiteY3" fmla="*/ 3976 h 30101"/>
                  <a:gd name="connsiteX4" fmla="*/ 26279 w 30277"/>
                  <a:gd name="connsiteY4" fmla="*/ 0 h 30101"/>
                  <a:gd name="connsiteX5" fmla="*/ 3999 w 30277"/>
                  <a:gd name="connsiteY5" fmla="*/ 0 h 30101"/>
                  <a:gd name="connsiteX6" fmla="*/ 0 w 30277"/>
                  <a:gd name="connsiteY6" fmla="*/ 3976 h 30101"/>
                  <a:gd name="connsiteX7" fmla="*/ 0 w 30277"/>
                  <a:gd name="connsiteY7" fmla="*/ 26126 h 30101"/>
                  <a:gd name="connsiteX8" fmla="*/ 3999 w 30277"/>
                  <a:gd name="connsiteY8" fmla="*/ 30101 h 301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0277" h="30101">
                    <a:moveTo>
                      <a:pt x="3999" y="30101"/>
                    </a:moveTo>
                    <a:lnTo>
                      <a:pt x="26279" y="30101"/>
                    </a:lnTo>
                    <a:cubicBezTo>
                      <a:pt x="28564" y="30101"/>
                      <a:pt x="30278" y="28398"/>
                      <a:pt x="30278" y="26126"/>
                    </a:cubicBezTo>
                    <a:lnTo>
                      <a:pt x="30278" y="3976"/>
                    </a:lnTo>
                    <a:cubicBezTo>
                      <a:pt x="30278" y="1704"/>
                      <a:pt x="28564" y="0"/>
                      <a:pt x="26279" y="0"/>
                    </a:cubicBezTo>
                    <a:lnTo>
                      <a:pt x="3999" y="0"/>
                    </a:lnTo>
                    <a:cubicBezTo>
                      <a:pt x="1714" y="0"/>
                      <a:pt x="0" y="1704"/>
                      <a:pt x="0" y="3976"/>
                    </a:cubicBezTo>
                    <a:lnTo>
                      <a:pt x="0" y="26126"/>
                    </a:lnTo>
                    <a:cubicBezTo>
                      <a:pt x="0" y="28398"/>
                      <a:pt x="1714" y="30101"/>
                      <a:pt x="3999" y="30101"/>
                    </a:cubicBez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16" name="Freeform 15">
                <a:extLst>
                  <a:ext uri="{FF2B5EF4-FFF2-40B4-BE49-F238E27FC236}">
                    <a16:creationId xmlns:a16="http://schemas.microsoft.com/office/drawing/2014/main" id="{EA1D2E66-8E54-AFC7-9DBD-708DD105FF7D}"/>
                  </a:ext>
                </a:extLst>
              </p:cNvPr>
              <p:cNvSpPr/>
              <p:nvPr/>
            </p:nvSpPr>
            <p:spPr>
              <a:xfrm>
                <a:off x="10296080" y="5497682"/>
                <a:ext cx="30278" cy="30101"/>
              </a:xfrm>
              <a:custGeom>
                <a:avLst/>
                <a:gdLst>
                  <a:gd name="connsiteX0" fmla="*/ 3999 w 30278"/>
                  <a:gd name="connsiteY0" fmla="*/ 30101 h 30101"/>
                  <a:gd name="connsiteX1" fmla="*/ 26279 w 30278"/>
                  <a:gd name="connsiteY1" fmla="*/ 30101 h 30101"/>
                  <a:gd name="connsiteX2" fmla="*/ 30278 w 30278"/>
                  <a:gd name="connsiteY2" fmla="*/ 26126 h 30101"/>
                  <a:gd name="connsiteX3" fmla="*/ 30278 w 30278"/>
                  <a:gd name="connsiteY3" fmla="*/ 3976 h 30101"/>
                  <a:gd name="connsiteX4" fmla="*/ 26279 w 30278"/>
                  <a:gd name="connsiteY4" fmla="*/ 0 h 30101"/>
                  <a:gd name="connsiteX5" fmla="*/ 3999 w 30278"/>
                  <a:gd name="connsiteY5" fmla="*/ 0 h 30101"/>
                  <a:gd name="connsiteX6" fmla="*/ 0 w 30278"/>
                  <a:gd name="connsiteY6" fmla="*/ 3976 h 30101"/>
                  <a:gd name="connsiteX7" fmla="*/ 0 w 30278"/>
                  <a:gd name="connsiteY7" fmla="*/ 26126 h 30101"/>
                  <a:gd name="connsiteX8" fmla="*/ 3999 w 30278"/>
                  <a:gd name="connsiteY8" fmla="*/ 30101 h 301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0278" h="30101">
                    <a:moveTo>
                      <a:pt x="3999" y="30101"/>
                    </a:moveTo>
                    <a:lnTo>
                      <a:pt x="26279" y="30101"/>
                    </a:lnTo>
                    <a:cubicBezTo>
                      <a:pt x="28564" y="30101"/>
                      <a:pt x="30278" y="28398"/>
                      <a:pt x="30278" y="26126"/>
                    </a:cubicBezTo>
                    <a:lnTo>
                      <a:pt x="30278" y="3976"/>
                    </a:lnTo>
                    <a:cubicBezTo>
                      <a:pt x="30278" y="1704"/>
                      <a:pt x="28564" y="0"/>
                      <a:pt x="26279" y="0"/>
                    </a:cubicBezTo>
                    <a:lnTo>
                      <a:pt x="3999" y="0"/>
                    </a:lnTo>
                    <a:cubicBezTo>
                      <a:pt x="1714" y="0"/>
                      <a:pt x="0" y="1704"/>
                      <a:pt x="0" y="3976"/>
                    </a:cubicBezTo>
                    <a:lnTo>
                      <a:pt x="0" y="26126"/>
                    </a:lnTo>
                    <a:cubicBezTo>
                      <a:pt x="571" y="28398"/>
                      <a:pt x="2285" y="30101"/>
                      <a:pt x="3999" y="30101"/>
                    </a:cubicBez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17" name="Freeform 16">
                <a:extLst>
                  <a:ext uri="{FF2B5EF4-FFF2-40B4-BE49-F238E27FC236}">
                    <a16:creationId xmlns:a16="http://schemas.microsoft.com/office/drawing/2014/main" id="{3A1814C8-4330-F5C8-D9CC-0CFE1DAA7770}"/>
                  </a:ext>
                </a:extLst>
              </p:cNvPr>
              <p:cNvSpPr/>
              <p:nvPr/>
            </p:nvSpPr>
            <p:spPr>
              <a:xfrm>
                <a:off x="10023007" y="5246080"/>
                <a:ext cx="30277" cy="30101"/>
              </a:xfrm>
              <a:custGeom>
                <a:avLst/>
                <a:gdLst>
                  <a:gd name="connsiteX0" fmla="*/ 26279 w 30277"/>
                  <a:gd name="connsiteY0" fmla="*/ 0 h 30101"/>
                  <a:gd name="connsiteX1" fmla="*/ 3999 w 30277"/>
                  <a:gd name="connsiteY1" fmla="*/ 0 h 30101"/>
                  <a:gd name="connsiteX2" fmla="*/ 0 w 30277"/>
                  <a:gd name="connsiteY2" fmla="*/ 3976 h 30101"/>
                  <a:gd name="connsiteX3" fmla="*/ 0 w 30277"/>
                  <a:gd name="connsiteY3" fmla="*/ 26126 h 30101"/>
                  <a:gd name="connsiteX4" fmla="*/ 3999 w 30277"/>
                  <a:gd name="connsiteY4" fmla="*/ 30101 h 30101"/>
                  <a:gd name="connsiteX5" fmla="*/ 26279 w 30277"/>
                  <a:gd name="connsiteY5" fmla="*/ 30101 h 30101"/>
                  <a:gd name="connsiteX6" fmla="*/ 30278 w 30277"/>
                  <a:gd name="connsiteY6" fmla="*/ 26126 h 30101"/>
                  <a:gd name="connsiteX7" fmla="*/ 30278 w 30277"/>
                  <a:gd name="connsiteY7" fmla="*/ 3976 h 30101"/>
                  <a:gd name="connsiteX8" fmla="*/ 26279 w 30277"/>
                  <a:gd name="connsiteY8" fmla="*/ 0 h 301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0277" h="30101">
                    <a:moveTo>
                      <a:pt x="26279" y="0"/>
                    </a:moveTo>
                    <a:lnTo>
                      <a:pt x="3999" y="0"/>
                    </a:lnTo>
                    <a:cubicBezTo>
                      <a:pt x="1714" y="0"/>
                      <a:pt x="0" y="1704"/>
                      <a:pt x="0" y="3976"/>
                    </a:cubicBezTo>
                    <a:lnTo>
                      <a:pt x="0" y="26126"/>
                    </a:lnTo>
                    <a:cubicBezTo>
                      <a:pt x="0" y="28398"/>
                      <a:pt x="1714" y="30101"/>
                      <a:pt x="3999" y="30101"/>
                    </a:cubicBezTo>
                    <a:lnTo>
                      <a:pt x="26279" y="30101"/>
                    </a:lnTo>
                    <a:cubicBezTo>
                      <a:pt x="28564" y="30101"/>
                      <a:pt x="30278" y="28398"/>
                      <a:pt x="30278" y="26126"/>
                    </a:cubicBezTo>
                    <a:lnTo>
                      <a:pt x="30278" y="3976"/>
                    </a:lnTo>
                    <a:cubicBezTo>
                      <a:pt x="29707" y="1704"/>
                      <a:pt x="27993" y="0"/>
                      <a:pt x="2627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18" name="Freeform 17">
                <a:extLst>
                  <a:ext uri="{FF2B5EF4-FFF2-40B4-BE49-F238E27FC236}">
                    <a16:creationId xmlns:a16="http://schemas.microsoft.com/office/drawing/2014/main" id="{7D4F11CB-266E-8B0F-A260-0EADD131593A}"/>
                  </a:ext>
                </a:extLst>
              </p:cNvPr>
              <p:cNvSpPr/>
              <p:nvPr/>
            </p:nvSpPr>
            <p:spPr>
              <a:xfrm>
                <a:off x="10075565" y="5246080"/>
                <a:ext cx="30277" cy="30101"/>
              </a:xfrm>
              <a:custGeom>
                <a:avLst/>
                <a:gdLst>
                  <a:gd name="connsiteX0" fmla="*/ 26279 w 30277"/>
                  <a:gd name="connsiteY0" fmla="*/ 0 h 30101"/>
                  <a:gd name="connsiteX1" fmla="*/ 3999 w 30277"/>
                  <a:gd name="connsiteY1" fmla="*/ 0 h 30101"/>
                  <a:gd name="connsiteX2" fmla="*/ 0 w 30277"/>
                  <a:gd name="connsiteY2" fmla="*/ 3976 h 30101"/>
                  <a:gd name="connsiteX3" fmla="*/ 0 w 30277"/>
                  <a:gd name="connsiteY3" fmla="*/ 26126 h 30101"/>
                  <a:gd name="connsiteX4" fmla="*/ 3999 w 30277"/>
                  <a:gd name="connsiteY4" fmla="*/ 30101 h 30101"/>
                  <a:gd name="connsiteX5" fmla="*/ 26279 w 30277"/>
                  <a:gd name="connsiteY5" fmla="*/ 30101 h 30101"/>
                  <a:gd name="connsiteX6" fmla="*/ 30278 w 30277"/>
                  <a:gd name="connsiteY6" fmla="*/ 26126 h 30101"/>
                  <a:gd name="connsiteX7" fmla="*/ 30278 w 30277"/>
                  <a:gd name="connsiteY7" fmla="*/ 3976 h 30101"/>
                  <a:gd name="connsiteX8" fmla="*/ 26279 w 30277"/>
                  <a:gd name="connsiteY8" fmla="*/ 0 h 301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0277" h="30101">
                    <a:moveTo>
                      <a:pt x="26279" y="0"/>
                    </a:moveTo>
                    <a:lnTo>
                      <a:pt x="3999" y="0"/>
                    </a:lnTo>
                    <a:cubicBezTo>
                      <a:pt x="1714" y="0"/>
                      <a:pt x="0" y="1704"/>
                      <a:pt x="0" y="3976"/>
                    </a:cubicBezTo>
                    <a:lnTo>
                      <a:pt x="0" y="26126"/>
                    </a:lnTo>
                    <a:cubicBezTo>
                      <a:pt x="0" y="28398"/>
                      <a:pt x="1714" y="30101"/>
                      <a:pt x="3999" y="30101"/>
                    </a:cubicBezTo>
                    <a:lnTo>
                      <a:pt x="26279" y="30101"/>
                    </a:lnTo>
                    <a:cubicBezTo>
                      <a:pt x="28564" y="30101"/>
                      <a:pt x="30278" y="28398"/>
                      <a:pt x="30278" y="26126"/>
                    </a:cubicBezTo>
                    <a:lnTo>
                      <a:pt x="30278" y="3976"/>
                    </a:lnTo>
                    <a:cubicBezTo>
                      <a:pt x="29707" y="1704"/>
                      <a:pt x="27993" y="0"/>
                      <a:pt x="2627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</p:grpSp>
      </p:grpSp>
      <p:sp>
        <p:nvSpPr>
          <p:cNvPr id="29" name="TextBox 28">
            <a:extLst>
              <a:ext uri="{FF2B5EF4-FFF2-40B4-BE49-F238E27FC236}">
                <a16:creationId xmlns:a16="http://schemas.microsoft.com/office/drawing/2014/main" id="{93EE54A2-EF75-5C3F-C967-F46369355B0C}"/>
              </a:ext>
            </a:extLst>
          </p:cNvPr>
          <p:cNvSpPr txBox="1"/>
          <p:nvPr/>
        </p:nvSpPr>
        <p:spPr>
          <a:xfrm>
            <a:off x="5471133" y="3703369"/>
            <a:ext cx="5486400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 rtl="1"/>
            <a:r>
              <a:rPr lang="ar-SA" sz="4000" b="1" dirty="0">
                <a:solidFill>
                  <a:schemeClr val="bg1"/>
                </a:solidFill>
                <a:latin typeface="IBM Plex Sans Arabic" panose="020B0803050203000203" pitchFamily="34" charset="-78"/>
                <a:cs typeface="IBM Plex Sans Arabic" panose="020B0803050203000203" pitchFamily="34" charset="-78"/>
              </a:rPr>
              <a:t>احصائيات</a:t>
            </a:r>
            <a:endParaRPr lang="en-SA" sz="4000" b="1" dirty="0">
              <a:solidFill>
                <a:schemeClr val="bg1"/>
              </a:solidFill>
              <a:latin typeface="IBM Plex Sans Arabic" panose="020B0803050203000203" pitchFamily="34" charset="-78"/>
              <a:cs typeface="IBM Plex Sans Arabic" panose="020B0803050203000203" pitchFamily="34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1096198446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6" name="Google Shape;286;p26"/>
          <p:cNvSpPr/>
          <p:nvPr/>
        </p:nvSpPr>
        <p:spPr>
          <a:xfrm>
            <a:off x="0" y="4148694"/>
            <a:ext cx="12192000" cy="2709305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7" name="Google Shape;287;p26"/>
          <p:cNvSpPr/>
          <p:nvPr/>
        </p:nvSpPr>
        <p:spPr>
          <a:xfrm>
            <a:off x="10275484" y="4658253"/>
            <a:ext cx="177478" cy="177478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Montserrat" pitchFamily="2" charset="77"/>
              <a:ea typeface="Calibri"/>
              <a:cs typeface="Calibri"/>
              <a:sym typeface="Calibri"/>
            </a:endParaRPr>
          </a:p>
        </p:txBody>
      </p:sp>
      <p:sp>
        <p:nvSpPr>
          <p:cNvPr id="288" name="Google Shape;288;p26"/>
          <p:cNvSpPr/>
          <p:nvPr/>
        </p:nvSpPr>
        <p:spPr>
          <a:xfrm>
            <a:off x="10275484" y="4930336"/>
            <a:ext cx="177478" cy="177478"/>
          </a:xfrm>
          <a:prstGeom prst="ellipse">
            <a:avLst/>
          </a:prstGeom>
          <a:solidFill>
            <a:srgbClr val="757070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Montserrat" pitchFamily="2" charset="77"/>
              <a:ea typeface="Calibri"/>
              <a:cs typeface="Calibri"/>
              <a:sym typeface="Calibri"/>
            </a:endParaRPr>
          </a:p>
        </p:txBody>
      </p:sp>
      <p:sp>
        <p:nvSpPr>
          <p:cNvPr id="289" name="Google Shape;289;p26"/>
          <p:cNvSpPr/>
          <p:nvPr/>
        </p:nvSpPr>
        <p:spPr>
          <a:xfrm>
            <a:off x="10275484" y="5202419"/>
            <a:ext cx="177478" cy="177478"/>
          </a:xfrm>
          <a:prstGeom prst="ellipse">
            <a:avLst/>
          </a:prstGeom>
          <a:solidFill>
            <a:srgbClr val="AEABAB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Montserrat" pitchFamily="2" charset="77"/>
              <a:ea typeface="Calibri"/>
              <a:cs typeface="Calibri"/>
              <a:sym typeface="Calibri"/>
            </a:endParaRPr>
          </a:p>
        </p:txBody>
      </p:sp>
      <p:sp>
        <p:nvSpPr>
          <p:cNvPr id="291" name="Google Shape;291;p26"/>
          <p:cNvSpPr/>
          <p:nvPr/>
        </p:nvSpPr>
        <p:spPr>
          <a:xfrm>
            <a:off x="10275484" y="5503696"/>
            <a:ext cx="177478" cy="177478"/>
          </a:xfrm>
          <a:prstGeom prst="ellipse">
            <a:avLst/>
          </a:prstGeom>
          <a:solidFill>
            <a:srgbClr val="D8D8D8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Montserrat" pitchFamily="2" charset="77"/>
              <a:ea typeface="Calibri"/>
              <a:cs typeface="Calibri"/>
              <a:sym typeface="Calibri"/>
            </a:endParaRPr>
          </a:p>
        </p:txBody>
      </p:sp>
      <p:sp>
        <p:nvSpPr>
          <p:cNvPr id="292" name="Google Shape;292;p26"/>
          <p:cNvSpPr/>
          <p:nvPr/>
        </p:nvSpPr>
        <p:spPr>
          <a:xfrm>
            <a:off x="10275484" y="5775777"/>
            <a:ext cx="177478" cy="177478"/>
          </a:xfrm>
          <a:prstGeom prst="ellipse">
            <a:avLst/>
          </a:prstGeom>
          <a:solidFill>
            <a:srgbClr val="F2F2F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Montserrat" pitchFamily="2" charset="77"/>
              <a:ea typeface="Calibri"/>
              <a:cs typeface="Calibri"/>
              <a:sym typeface="Calibri"/>
            </a:endParaRPr>
          </a:p>
        </p:txBody>
      </p:sp>
      <p:sp>
        <p:nvSpPr>
          <p:cNvPr id="293" name="Google Shape;293;p26"/>
          <p:cNvSpPr txBox="1"/>
          <p:nvPr/>
        </p:nvSpPr>
        <p:spPr>
          <a:xfrm>
            <a:off x="10513343" y="4625343"/>
            <a:ext cx="1268361" cy="24622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</a:pPr>
            <a:r>
              <a:rPr lang="en-US" sz="1000" b="1" i="0" u="none" strike="noStrike" cap="none" dirty="0">
                <a:solidFill>
                  <a:srgbClr val="404040"/>
                </a:solidFill>
                <a:latin typeface="Montserrat" pitchFamily="2" charset="77"/>
                <a:ea typeface="Comfortaa"/>
                <a:cs typeface="Comfortaa"/>
                <a:sym typeface="Comfortaa"/>
              </a:rPr>
              <a:t>Slice 1</a:t>
            </a:r>
            <a:endParaRPr sz="1400" b="0" i="0" u="none" strike="noStrike" cap="none" dirty="0">
              <a:solidFill>
                <a:srgbClr val="000000"/>
              </a:solidFill>
              <a:latin typeface="Montserrat" pitchFamily="2" charset="77"/>
              <a:sym typeface="Arial"/>
            </a:endParaRPr>
          </a:p>
        </p:txBody>
      </p:sp>
      <p:sp>
        <p:nvSpPr>
          <p:cNvPr id="294" name="Google Shape;294;p26"/>
          <p:cNvSpPr txBox="1"/>
          <p:nvPr/>
        </p:nvSpPr>
        <p:spPr>
          <a:xfrm>
            <a:off x="10513343" y="4898355"/>
            <a:ext cx="1268361" cy="24622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</a:pPr>
            <a:r>
              <a:rPr lang="en-US" sz="1000" b="1" i="0" u="none" strike="noStrike" cap="none" dirty="0">
                <a:solidFill>
                  <a:srgbClr val="404040"/>
                </a:solidFill>
                <a:latin typeface="Montserrat" pitchFamily="2" charset="77"/>
                <a:ea typeface="Comfortaa"/>
                <a:cs typeface="Comfortaa"/>
                <a:sym typeface="Comfortaa"/>
              </a:rPr>
              <a:t>Slice 2</a:t>
            </a:r>
            <a:endParaRPr sz="1400" b="0" i="0" u="none" strike="noStrike" cap="none" dirty="0">
              <a:solidFill>
                <a:srgbClr val="000000"/>
              </a:solidFill>
              <a:latin typeface="Montserrat" pitchFamily="2" charset="77"/>
              <a:sym typeface="Arial"/>
            </a:endParaRPr>
          </a:p>
        </p:txBody>
      </p:sp>
      <p:sp>
        <p:nvSpPr>
          <p:cNvPr id="295" name="Google Shape;295;p26"/>
          <p:cNvSpPr txBox="1"/>
          <p:nvPr/>
        </p:nvSpPr>
        <p:spPr>
          <a:xfrm>
            <a:off x="10513343" y="5171367"/>
            <a:ext cx="1268361" cy="24622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</a:pPr>
            <a:r>
              <a:rPr lang="en-US" sz="1000" b="1" i="0" u="none" strike="noStrike" cap="none">
                <a:solidFill>
                  <a:srgbClr val="404040"/>
                </a:solidFill>
                <a:latin typeface="Montserrat" pitchFamily="2" charset="77"/>
                <a:ea typeface="Comfortaa"/>
                <a:cs typeface="Comfortaa"/>
                <a:sym typeface="Comfortaa"/>
              </a:rPr>
              <a:t>Slice 3</a:t>
            </a:r>
            <a:endParaRPr sz="1400" b="0" i="0" u="none" strike="noStrike" cap="none">
              <a:solidFill>
                <a:srgbClr val="000000"/>
              </a:solidFill>
              <a:latin typeface="Montserrat" pitchFamily="2" charset="77"/>
              <a:sym typeface="Arial"/>
            </a:endParaRPr>
          </a:p>
        </p:txBody>
      </p:sp>
      <p:sp>
        <p:nvSpPr>
          <p:cNvPr id="297" name="Google Shape;297;p26"/>
          <p:cNvSpPr txBox="1"/>
          <p:nvPr/>
        </p:nvSpPr>
        <p:spPr>
          <a:xfrm>
            <a:off x="10513343" y="5474502"/>
            <a:ext cx="1268361" cy="24622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</a:pPr>
            <a:r>
              <a:rPr lang="en-US" sz="1000" b="1" i="0" u="none" strike="noStrike" cap="none" dirty="0">
                <a:solidFill>
                  <a:srgbClr val="404040"/>
                </a:solidFill>
                <a:latin typeface="Montserrat" pitchFamily="2" charset="77"/>
                <a:ea typeface="Comfortaa"/>
                <a:cs typeface="Comfortaa"/>
                <a:sym typeface="Comfortaa"/>
              </a:rPr>
              <a:t>Slice 4</a:t>
            </a:r>
            <a:endParaRPr sz="1400" b="0" i="0" u="none" strike="noStrike" cap="none" dirty="0">
              <a:solidFill>
                <a:srgbClr val="000000"/>
              </a:solidFill>
              <a:latin typeface="Montserrat" pitchFamily="2" charset="77"/>
              <a:sym typeface="Arial"/>
            </a:endParaRPr>
          </a:p>
        </p:txBody>
      </p:sp>
      <p:sp>
        <p:nvSpPr>
          <p:cNvPr id="298" name="Google Shape;298;p26"/>
          <p:cNvSpPr txBox="1"/>
          <p:nvPr/>
        </p:nvSpPr>
        <p:spPr>
          <a:xfrm>
            <a:off x="10513343" y="5747513"/>
            <a:ext cx="1268361" cy="24622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</a:pPr>
            <a:r>
              <a:rPr lang="en-US" sz="1000" b="1" i="0" u="none" strike="noStrike" cap="none" dirty="0">
                <a:solidFill>
                  <a:srgbClr val="404040"/>
                </a:solidFill>
                <a:latin typeface="Montserrat" pitchFamily="2" charset="77"/>
                <a:ea typeface="Comfortaa"/>
                <a:cs typeface="Comfortaa"/>
                <a:sym typeface="Comfortaa"/>
              </a:rPr>
              <a:t>Slice 5</a:t>
            </a:r>
            <a:endParaRPr sz="1400" b="0" i="0" u="none" strike="noStrike" cap="none" dirty="0">
              <a:solidFill>
                <a:srgbClr val="000000"/>
              </a:solidFill>
              <a:latin typeface="Montserrat" pitchFamily="2" charset="77"/>
              <a:sym typeface="Arial"/>
            </a:endParaRPr>
          </a:p>
        </p:txBody>
      </p:sp>
      <p:graphicFrame>
        <p:nvGraphicFramePr>
          <p:cNvPr id="2" name="Chart 1">
            <a:extLst>
              <a:ext uri="{FF2B5EF4-FFF2-40B4-BE49-F238E27FC236}">
                <a16:creationId xmlns:a16="http://schemas.microsoft.com/office/drawing/2014/main" id="{D56BFBCD-CF81-25CF-2EC5-1028B1BB8DC9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201809057"/>
              </p:ext>
            </p:extLst>
          </p:nvPr>
        </p:nvGraphicFramePr>
        <p:xfrm>
          <a:off x="410296" y="1925740"/>
          <a:ext cx="5830815" cy="444590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4" name="TextBox 3">
            <a:extLst>
              <a:ext uri="{FF2B5EF4-FFF2-40B4-BE49-F238E27FC236}">
                <a16:creationId xmlns:a16="http://schemas.microsoft.com/office/drawing/2014/main" id="{2221D5FF-380A-6F48-5D94-C7F98CD85CA3}"/>
              </a:ext>
            </a:extLst>
          </p:cNvPr>
          <p:cNvSpPr txBox="1"/>
          <p:nvPr/>
        </p:nvSpPr>
        <p:spPr>
          <a:xfrm>
            <a:off x="6252660" y="657225"/>
            <a:ext cx="5486400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 rtl="1"/>
            <a:r>
              <a:rPr lang="ar-SA" sz="3200" dirty="0">
                <a:solidFill>
                  <a:schemeClr val="tx2"/>
                </a:solidFill>
                <a:latin typeface="IBM Plex Sans Arabic" panose="020B0803050203000203" pitchFamily="34" charset="-78"/>
                <a:cs typeface="IBM Plex Sans Arabic" panose="020B0803050203000203" pitchFamily="34" charset="-78"/>
              </a:rPr>
              <a:t>عنوان رئيسي </a:t>
            </a:r>
            <a:endParaRPr lang="en-SA" sz="3200" dirty="0">
              <a:solidFill>
                <a:schemeClr val="tx2"/>
              </a:solidFill>
              <a:latin typeface="IBM Plex Sans Arabic" panose="020B0803050203000203" pitchFamily="34" charset="-78"/>
              <a:cs typeface="IBM Plex Sans Arabic" panose="020B0803050203000203" pitchFamily="34" charset="-78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A61B7650-67EA-468C-14E6-A7FB67158E65}"/>
              </a:ext>
            </a:extLst>
          </p:cNvPr>
          <p:cNvSpPr txBox="1"/>
          <p:nvPr/>
        </p:nvSpPr>
        <p:spPr>
          <a:xfrm>
            <a:off x="7549489" y="1373526"/>
            <a:ext cx="418957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 rtl="1"/>
            <a:r>
              <a:rPr lang="ar-SA" sz="3200" dirty="0">
                <a:solidFill>
                  <a:schemeClr val="accent4"/>
                </a:solidFill>
                <a:latin typeface="RB" pitchFamily="2" charset="-78"/>
                <a:cs typeface="RB" pitchFamily="2" charset="-78"/>
              </a:rPr>
              <a:t>عنوان فرعي</a:t>
            </a:r>
            <a:endParaRPr lang="en-SA" sz="3200" dirty="0">
              <a:solidFill>
                <a:schemeClr val="accent4"/>
              </a:solidFill>
              <a:latin typeface="RB" pitchFamily="2" charset="-78"/>
              <a:cs typeface="RB" pitchFamily="2" charset="-78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786EB25A-3F09-C6B1-7B0E-68E4CD69169A}"/>
              </a:ext>
            </a:extLst>
          </p:cNvPr>
          <p:cNvSpPr txBox="1"/>
          <p:nvPr/>
        </p:nvSpPr>
        <p:spPr>
          <a:xfrm>
            <a:off x="6096000" y="2089827"/>
            <a:ext cx="5643060" cy="181588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50800" algn="justLow" rtl="1">
              <a:spcBef>
                <a:spcPts val="1000"/>
              </a:spcBef>
              <a:buClr>
                <a:schemeClr val="dk2"/>
              </a:buClr>
              <a:buSzPts val="2800"/>
            </a:pPr>
            <a:r>
              <a:rPr lang="ar-SA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 </a:t>
            </a:r>
            <a:r>
              <a:rPr lang="ar-SA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 </a:t>
            </a:r>
            <a:endParaRPr lang="ar-SA" sz="1600" u="none" strike="noStrike" cap="none" dirty="0">
              <a:solidFill>
                <a:schemeClr val="tx1">
                  <a:lumMod val="90000"/>
                  <a:lumOff val="10000"/>
                </a:schemeClr>
              </a:solidFill>
              <a:latin typeface="Tajawal" pitchFamily="2" charset="-78"/>
              <a:ea typeface="Readex Pro Deca"/>
              <a:cs typeface="Tajawal" pitchFamily="2" charset="-78"/>
              <a:sym typeface="Readex Pro"/>
            </a:endParaRPr>
          </a:p>
        </p:txBody>
      </p: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Bentuk Bebas: Bentuk 35">
            <a:extLst>
              <a:ext uri="{FF2B5EF4-FFF2-40B4-BE49-F238E27FC236}">
                <a16:creationId xmlns:a16="http://schemas.microsoft.com/office/drawing/2014/main" id="{167DB345-FD08-9FC5-BE47-B45D7539F446}"/>
              </a:ext>
            </a:extLst>
          </p:cNvPr>
          <p:cNvSpPr/>
          <p:nvPr/>
        </p:nvSpPr>
        <p:spPr>
          <a:xfrm>
            <a:off x="-583611" y="15006"/>
            <a:ext cx="5476454" cy="7093159"/>
          </a:xfrm>
          <a:custGeom>
            <a:avLst/>
            <a:gdLst>
              <a:gd name="connsiteX0" fmla="*/ 0 w 7578252"/>
              <a:gd name="connsiteY0" fmla="*/ 0 h 885413"/>
              <a:gd name="connsiteX1" fmla="*/ 7578253 w 7578252"/>
              <a:gd name="connsiteY1" fmla="*/ 0 h 885413"/>
              <a:gd name="connsiteX2" fmla="*/ 7578253 w 7578252"/>
              <a:gd name="connsiteY2" fmla="*/ 885414 h 885413"/>
              <a:gd name="connsiteX3" fmla="*/ 0 w 7578252"/>
              <a:gd name="connsiteY3" fmla="*/ 885414 h 885413"/>
              <a:gd name="connsiteX0" fmla="*/ 0 w 7578253"/>
              <a:gd name="connsiteY0" fmla="*/ 0 h 885414"/>
              <a:gd name="connsiteX1" fmla="*/ 7578253 w 7578253"/>
              <a:gd name="connsiteY1" fmla="*/ 0 h 885414"/>
              <a:gd name="connsiteX2" fmla="*/ 7556522 w 7578253"/>
              <a:gd name="connsiteY2" fmla="*/ 57473 h 885414"/>
              <a:gd name="connsiteX3" fmla="*/ 7578253 w 7578253"/>
              <a:gd name="connsiteY3" fmla="*/ 885414 h 885414"/>
              <a:gd name="connsiteX4" fmla="*/ 0 w 7578253"/>
              <a:gd name="connsiteY4" fmla="*/ 885414 h 885414"/>
              <a:gd name="connsiteX5" fmla="*/ 0 w 7578253"/>
              <a:gd name="connsiteY5" fmla="*/ 0 h 885414"/>
              <a:gd name="connsiteX0" fmla="*/ 0 w 7578253"/>
              <a:gd name="connsiteY0" fmla="*/ 0 h 885414"/>
              <a:gd name="connsiteX1" fmla="*/ 7578253 w 7578253"/>
              <a:gd name="connsiteY1" fmla="*/ 0 h 885414"/>
              <a:gd name="connsiteX2" fmla="*/ 7556522 w 7578253"/>
              <a:gd name="connsiteY2" fmla="*/ 63830 h 885414"/>
              <a:gd name="connsiteX3" fmla="*/ 7578253 w 7578253"/>
              <a:gd name="connsiteY3" fmla="*/ 885414 h 885414"/>
              <a:gd name="connsiteX4" fmla="*/ 0 w 7578253"/>
              <a:gd name="connsiteY4" fmla="*/ 885414 h 885414"/>
              <a:gd name="connsiteX5" fmla="*/ 0 w 7578253"/>
              <a:gd name="connsiteY5" fmla="*/ 0 h 885414"/>
              <a:gd name="connsiteX0" fmla="*/ 0 w 7578253"/>
              <a:gd name="connsiteY0" fmla="*/ 1589 h 887003"/>
              <a:gd name="connsiteX1" fmla="*/ 6695230 w 7578253"/>
              <a:gd name="connsiteY1" fmla="*/ 0 h 887003"/>
              <a:gd name="connsiteX2" fmla="*/ 7556522 w 7578253"/>
              <a:gd name="connsiteY2" fmla="*/ 65419 h 887003"/>
              <a:gd name="connsiteX3" fmla="*/ 7578253 w 7578253"/>
              <a:gd name="connsiteY3" fmla="*/ 887003 h 887003"/>
              <a:gd name="connsiteX4" fmla="*/ 0 w 7578253"/>
              <a:gd name="connsiteY4" fmla="*/ 887003 h 887003"/>
              <a:gd name="connsiteX5" fmla="*/ 0 w 7578253"/>
              <a:gd name="connsiteY5" fmla="*/ 1589 h 8870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7578253" h="887003">
                <a:moveTo>
                  <a:pt x="0" y="1589"/>
                </a:moveTo>
                <a:lnTo>
                  <a:pt x="6695230" y="0"/>
                </a:lnTo>
                <a:lnTo>
                  <a:pt x="7556522" y="65419"/>
                </a:lnTo>
                <a:lnTo>
                  <a:pt x="7578253" y="887003"/>
                </a:lnTo>
                <a:lnTo>
                  <a:pt x="0" y="887003"/>
                </a:lnTo>
                <a:lnTo>
                  <a:pt x="0" y="1589"/>
                </a:lnTo>
                <a:close/>
              </a:path>
            </a:pathLst>
          </a:custGeom>
          <a:solidFill>
            <a:schemeClr val="tx2"/>
          </a:solidFill>
          <a:ln w="12649" cap="flat">
            <a:noFill/>
            <a:prstDash val="solid"/>
            <a:miter/>
          </a:ln>
        </p:spPr>
        <p:txBody>
          <a:bodyPr rtlCol="0" anchor="ctr"/>
          <a:lstStyle/>
          <a:p>
            <a:pPr marL="0" algn="r" defTabSz="914400" rtl="1" eaLnBrk="1" latinLnBrk="0" hangingPunct="1"/>
            <a:endParaRPr lang="id-ID" sz="900"/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40FEBB3A-25D8-FD6C-8AC7-DE58C1595DF3}"/>
              </a:ext>
            </a:extLst>
          </p:cNvPr>
          <p:cNvGrpSpPr/>
          <p:nvPr/>
        </p:nvGrpSpPr>
        <p:grpSpPr>
          <a:xfrm>
            <a:off x="3386584" y="5090234"/>
            <a:ext cx="1506259" cy="792324"/>
            <a:chOff x="789602" y="1950065"/>
            <a:chExt cx="1506259" cy="792324"/>
          </a:xfrm>
        </p:grpSpPr>
        <p:sp>
          <p:nvSpPr>
            <p:cNvPr id="309" name="Google Shape;309;p27"/>
            <p:cNvSpPr/>
            <p:nvPr/>
          </p:nvSpPr>
          <p:spPr>
            <a:xfrm>
              <a:off x="789602" y="1982975"/>
              <a:ext cx="177600" cy="177600"/>
            </a:xfrm>
            <a:prstGeom prst="ellipse">
              <a:avLst/>
            </a:prstGeom>
            <a:solidFill>
              <a:schemeClr val="bg2">
                <a:lumMod val="40000"/>
                <a:lumOff val="60000"/>
              </a:scheme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defTabSz="914400" rtl="1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bg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0" name="Google Shape;310;p27"/>
            <p:cNvSpPr/>
            <p:nvPr/>
          </p:nvSpPr>
          <p:spPr>
            <a:xfrm>
              <a:off x="789602" y="2255058"/>
              <a:ext cx="177600" cy="177600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defTabSz="914400" rtl="1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bg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1" name="Google Shape;311;p27"/>
            <p:cNvSpPr/>
            <p:nvPr/>
          </p:nvSpPr>
          <p:spPr>
            <a:xfrm>
              <a:off x="789602" y="2527141"/>
              <a:ext cx="177600" cy="1776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defTabSz="914400" rtl="1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bg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2" name="Google Shape;312;p27"/>
            <p:cNvSpPr txBox="1"/>
            <p:nvPr/>
          </p:nvSpPr>
          <p:spPr>
            <a:xfrm>
              <a:off x="1027461" y="1950065"/>
              <a:ext cx="1268400" cy="2463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00"/>
                <a:buFont typeface="Arial"/>
                <a:buNone/>
              </a:pPr>
              <a:r>
                <a:rPr lang="en-US" sz="1000" b="1" i="0" u="none" strike="noStrike" cap="none">
                  <a:solidFill>
                    <a:schemeClr val="bg1"/>
                  </a:solidFill>
                  <a:latin typeface="Montserrat" pitchFamily="2" charset="77"/>
                  <a:ea typeface="Comfortaa"/>
                  <a:cs typeface="Comfortaa"/>
                  <a:sym typeface="Comfortaa"/>
                </a:rPr>
                <a:t>Slice 1</a:t>
              </a:r>
              <a:endParaRPr sz="1400" b="0" i="0" u="none" strike="noStrike" cap="none">
                <a:solidFill>
                  <a:schemeClr val="bg1"/>
                </a:solidFill>
                <a:latin typeface="Montserrat" pitchFamily="2" charset="77"/>
                <a:sym typeface="Arial"/>
              </a:endParaRPr>
            </a:p>
          </p:txBody>
        </p:sp>
        <p:sp>
          <p:nvSpPr>
            <p:cNvPr id="313" name="Google Shape;313;p27"/>
            <p:cNvSpPr txBox="1"/>
            <p:nvPr/>
          </p:nvSpPr>
          <p:spPr>
            <a:xfrm>
              <a:off x="1027461" y="2223077"/>
              <a:ext cx="1268400" cy="2463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00"/>
                <a:buFont typeface="Arial"/>
                <a:buNone/>
              </a:pPr>
              <a:r>
                <a:rPr lang="en-US" sz="1000" b="1" i="0" u="none" strike="noStrike" cap="none">
                  <a:solidFill>
                    <a:schemeClr val="bg1"/>
                  </a:solidFill>
                  <a:latin typeface="Montserrat" pitchFamily="2" charset="77"/>
                  <a:ea typeface="Comfortaa"/>
                  <a:cs typeface="Comfortaa"/>
                  <a:sym typeface="Comfortaa"/>
                </a:rPr>
                <a:t>Slice 2</a:t>
              </a:r>
              <a:endParaRPr sz="1400" b="0" i="0" u="none" strike="noStrike" cap="none">
                <a:solidFill>
                  <a:schemeClr val="bg1"/>
                </a:solidFill>
                <a:latin typeface="Montserrat" pitchFamily="2" charset="77"/>
                <a:sym typeface="Arial"/>
              </a:endParaRPr>
            </a:p>
          </p:txBody>
        </p:sp>
        <p:sp>
          <p:nvSpPr>
            <p:cNvPr id="314" name="Google Shape;314;p27"/>
            <p:cNvSpPr txBox="1"/>
            <p:nvPr/>
          </p:nvSpPr>
          <p:spPr>
            <a:xfrm>
              <a:off x="1027461" y="2496089"/>
              <a:ext cx="1268400" cy="2463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00"/>
                <a:buFont typeface="Arial"/>
                <a:buNone/>
              </a:pPr>
              <a:r>
                <a:rPr lang="en-US" sz="1000" b="1" i="0" u="none" strike="noStrike" cap="none" dirty="0">
                  <a:solidFill>
                    <a:schemeClr val="bg1"/>
                  </a:solidFill>
                  <a:latin typeface="Montserrat" pitchFamily="2" charset="77"/>
                  <a:ea typeface="Comfortaa"/>
                  <a:cs typeface="Comfortaa"/>
                  <a:sym typeface="Comfortaa"/>
                </a:rPr>
                <a:t>Slice 3</a:t>
              </a:r>
              <a:endParaRPr sz="1400" b="0" i="0" u="none" strike="noStrike" cap="none" dirty="0">
                <a:solidFill>
                  <a:schemeClr val="bg1"/>
                </a:solidFill>
                <a:latin typeface="Montserrat" pitchFamily="2" charset="77"/>
                <a:sym typeface="Arial"/>
              </a:endParaRPr>
            </a:p>
          </p:txBody>
        </p:sp>
      </p:grpSp>
      <p:graphicFrame>
        <p:nvGraphicFramePr>
          <p:cNvPr id="2" name="Chart 1">
            <a:extLst>
              <a:ext uri="{FF2B5EF4-FFF2-40B4-BE49-F238E27FC236}">
                <a16:creationId xmlns:a16="http://schemas.microsoft.com/office/drawing/2014/main" id="{AA62CF35-FB06-6347-A774-9131F6A65ADF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776609581"/>
              </p:ext>
            </p:extLst>
          </p:nvPr>
        </p:nvGraphicFramePr>
        <p:xfrm>
          <a:off x="5321722" y="1135522"/>
          <a:ext cx="5956506" cy="45869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E2945CA1-21A1-415C-82EB-F242F0296CCC}"/>
              </a:ext>
            </a:extLst>
          </p:cNvPr>
          <p:cNvSpPr txBox="1"/>
          <p:nvPr/>
        </p:nvSpPr>
        <p:spPr>
          <a:xfrm>
            <a:off x="323112" y="2765935"/>
            <a:ext cx="4189571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 rtl="1"/>
            <a:r>
              <a:rPr lang="ar-SA" sz="2400" b="1" dirty="0">
                <a:solidFill>
                  <a:schemeClr val="accent4"/>
                </a:solidFill>
                <a:latin typeface="RB" pitchFamily="2" charset="-78"/>
                <a:cs typeface="RB" pitchFamily="2" charset="-78"/>
              </a:rPr>
              <a:t>عنوان فرعي</a:t>
            </a:r>
            <a:endParaRPr lang="en-SA" sz="2400" b="1" dirty="0">
              <a:solidFill>
                <a:schemeClr val="accent4"/>
              </a:solidFill>
              <a:latin typeface="RB" pitchFamily="2" charset="-78"/>
              <a:cs typeface="RB" pitchFamily="2" charset="-78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39272AC4-C81D-1CFC-2B38-CE2B63646D4B}"/>
              </a:ext>
            </a:extLst>
          </p:cNvPr>
          <p:cNvSpPr txBox="1"/>
          <p:nvPr/>
        </p:nvSpPr>
        <p:spPr>
          <a:xfrm>
            <a:off x="950836" y="3213642"/>
            <a:ext cx="3682163" cy="138499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50800" algn="justLow" rtl="1">
              <a:spcBef>
                <a:spcPts val="1000"/>
              </a:spcBef>
              <a:buClr>
                <a:schemeClr val="dk2"/>
              </a:buClr>
              <a:buSzPts val="2800"/>
            </a:pPr>
            <a:r>
              <a:rPr lang="ar-SA" sz="1400" u="none" strike="noStrike" cap="none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 </a:t>
            </a:r>
            <a:r>
              <a:rPr lang="ar-SA" sz="1400" u="none" strike="noStrike" cap="none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</a:t>
            </a:r>
            <a:endParaRPr lang="ar-SA" sz="1400" u="none" strike="noStrike" cap="none" dirty="0">
              <a:solidFill>
                <a:schemeClr val="bg1"/>
              </a:solidFill>
              <a:latin typeface="Tajawal" pitchFamily="2" charset="-78"/>
              <a:ea typeface="Readex Pro Deca"/>
              <a:cs typeface="Tajawal" pitchFamily="2" charset="-78"/>
              <a:sym typeface="Readex Pro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4A997EEF-1367-F98A-D1C1-992D8D01D089}"/>
              </a:ext>
            </a:extLst>
          </p:cNvPr>
          <p:cNvSpPr txBox="1"/>
          <p:nvPr/>
        </p:nvSpPr>
        <p:spPr>
          <a:xfrm>
            <a:off x="-734736" y="832365"/>
            <a:ext cx="5486400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 rtl="1"/>
            <a:r>
              <a:rPr lang="ar-SA" sz="3200" dirty="0">
                <a:solidFill>
                  <a:schemeClr val="bg1"/>
                </a:solidFill>
                <a:latin typeface="IBM Plex Sans Arabic" panose="020B0803050203000203" pitchFamily="34" charset="-78"/>
                <a:cs typeface="IBM Plex Sans Arabic" panose="020B0803050203000203" pitchFamily="34" charset="-78"/>
              </a:rPr>
              <a:t>عنوان رئيسي </a:t>
            </a:r>
            <a:endParaRPr lang="en-SA" sz="3200" dirty="0">
              <a:solidFill>
                <a:schemeClr val="bg1"/>
              </a:solidFill>
              <a:latin typeface="IBM Plex Sans Arabic" panose="020B0803050203000203" pitchFamily="34" charset="-78"/>
              <a:cs typeface="IBM Plex Sans Arabic" panose="020B0803050203000203" pitchFamily="34" charset="-78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1C96DBED-73B2-E774-D4FE-A93AC2872AF0}"/>
              </a:ext>
            </a:extLst>
          </p:cNvPr>
          <p:cNvSpPr txBox="1"/>
          <p:nvPr/>
        </p:nvSpPr>
        <p:spPr>
          <a:xfrm>
            <a:off x="-284098" y="1461885"/>
            <a:ext cx="5035762" cy="95410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50800" algn="justLow" rtl="1">
              <a:spcBef>
                <a:spcPts val="1000"/>
              </a:spcBef>
              <a:buClr>
                <a:schemeClr val="dk2"/>
              </a:buClr>
              <a:buSzPts val="2800"/>
            </a:pPr>
            <a:r>
              <a:rPr lang="ar-SA" sz="1400" u="none" strike="noStrike" cap="none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 </a:t>
            </a:r>
            <a:r>
              <a:rPr lang="ar-SA" sz="1400" u="none" strike="noStrike" cap="none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</a:t>
            </a:r>
            <a:endParaRPr lang="ar-SA" sz="1400" u="none" strike="noStrike" cap="none" dirty="0">
              <a:solidFill>
                <a:schemeClr val="bg1"/>
              </a:solidFill>
              <a:latin typeface="Tajawal" pitchFamily="2" charset="-78"/>
              <a:ea typeface="Readex Pro Deca"/>
              <a:cs typeface="Tajawal" pitchFamily="2" charset="-78"/>
              <a:sym typeface="Readex Pro"/>
            </a:endParaRPr>
          </a:p>
        </p:txBody>
      </p: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Google Shape;286;p26">
            <a:extLst>
              <a:ext uri="{FF2B5EF4-FFF2-40B4-BE49-F238E27FC236}">
                <a16:creationId xmlns:a16="http://schemas.microsoft.com/office/drawing/2014/main" id="{0DAED8E9-1F71-FF49-86E2-6F7E8479BE54}"/>
              </a:ext>
            </a:extLst>
          </p:cNvPr>
          <p:cNvSpPr/>
          <p:nvPr/>
        </p:nvSpPr>
        <p:spPr>
          <a:xfrm>
            <a:off x="0" y="6158574"/>
            <a:ext cx="12192000" cy="699425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defTabSz="914400" rtl="1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24" name="Google Shape;324;p28"/>
          <p:cNvSpPr/>
          <p:nvPr/>
        </p:nvSpPr>
        <p:spPr>
          <a:xfrm>
            <a:off x="9254438" y="6413377"/>
            <a:ext cx="177478" cy="177478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defTabSz="914400" rtl="1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Montserrat" pitchFamily="2" charset="77"/>
              <a:ea typeface="Calibri"/>
              <a:cs typeface="Calibri"/>
              <a:sym typeface="Calibri"/>
            </a:endParaRPr>
          </a:p>
        </p:txBody>
      </p:sp>
      <p:sp>
        <p:nvSpPr>
          <p:cNvPr id="325" name="Google Shape;325;p28"/>
          <p:cNvSpPr/>
          <p:nvPr/>
        </p:nvSpPr>
        <p:spPr>
          <a:xfrm>
            <a:off x="10585754" y="6430069"/>
            <a:ext cx="177478" cy="177478"/>
          </a:xfrm>
          <a:prstGeom prst="ellipse">
            <a:avLst/>
          </a:prstGeom>
          <a:solidFill>
            <a:srgbClr val="D0CEC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Montserrat" pitchFamily="2" charset="77"/>
              <a:ea typeface="Calibri"/>
              <a:cs typeface="Calibri"/>
              <a:sym typeface="Calibri"/>
            </a:endParaRPr>
          </a:p>
        </p:txBody>
      </p:sp>
      <p:sp>
        <p:nvSpPr>
          <p:cNvPr id="326" name="Google Shape;326;p28"/>
          <p:cNvSpPr txBox="1"/>
          <p:nvPr/>
        </p:nvSpPr>
        <p:spPr>
          <a:xfrm>
            <a:off x="9492297" y="6380467"/>
            <a:ext cx="1268361" cy="24622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</a:pPr>
            <a:r>
              <a:rPr lang="en-US" sz="1000" b="1" i="0" u="none" strike="noStrike" cap="none" dirty="0">
                <a:solidFill>
                  <a:schemeClr val="bg1"/>
                </a:solidFill>
                <a:latin typeface="Montserrat" pitchFamily="2" charset="77"/>
                <a:ea typeface="Comfortaa"/>
                <a:cs typeface="Comfortaa"/>
                <a:sym typeface="Comfortaa"/>
              </a:rPr>
              <a:t>Series 1</a:t>
            </a:r>
            <a:endParaRPr sz="1400" b="0" i="0" u="none" strike="noStrike" cap="none" dirty="0">
              <a:solidFill>
                <a:schemeClr val="bg1"/>
              </a:solidFill>
              <a:latin typeface="Montserrat" pitchFamily="2" charset="77"/>
              <a:sym typeface="Arial"/>
            </a:endParaRPr>
          </a:p>
        </p:txBody>
      </p:sp>
      <p:sp>
        <p:nvSpPr>
          <p:cNvPr id="327" name="Google Shape;327;p28"/>
          <p:cNvSpPr txBox="1"/>
          <p:nvPr/>
        </p:nvSpPr>
        <p:spPr>
          <a:xfrm>
            <a:off x="10823613" y="6398088"/>
            <a:ext cx="1268361" cy="24622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</a:pPr>
            <a:r>
              <a:rPr lang="en-US" sz="1000" b="1" i="0" u="none" strike="noStrike" cap="none" dirty="0">
                <a:solidFill>
                  <a:schemeClr val="bg1"/>
                </a:solidFill>
                <a:latin typeface="Montserrat" pitchFamily="2" charset="77"/>
                <a:ea typeface="Comfortaa"/>
                <a:cs typeface="Comfortaa"/>
                <a:sym typeface="Comfortaa"/>
              </a:rPr>
              <a:t>Series 2</a:t>
            </a:r>
            <a:endParaRPr sz="1400" b="0" i="0" u="none" strike="noStrike" cap="none" dirty="0">
              <a:solidFill>
                <a:schemeClr val="bg1"/>
              </a:solidFill>
              <a:latin typeface="Montserrat" pitchFamily="2" charset="77"/>
              <a:sym typeface="Arial"/>
            </a:endParaRPr>
          </a:p>
        </p:txBody>
      </p:sp>
      <p:graphicFrame>
        <p:nvGraphicFramePr>
          <p:cNvPr id="3" name="Chart 2">
            <a:extLst>
              <a:ext uri="{FF2B5EF4-FFF2-40B4-BE49-F238E27FC236}">
                <a16:creationId xmlns:a16="http://schemas.microsoft.com/office/drawing/2014/main" id="{FF7FE90E-F3D3-9A40-AD3E-09E1CB25F898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259390176"/>
              </p:ext>
            </p:extLst>
          </p:nvPr>
        </p:nvGraphicFramePr>
        <p:xfrm>
          <a:off x="199477" y="495272"/>
          <a:ext cx="6441925" cy="566330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A0493F1E-2E70-06FE-2BA1-8C47C878C8E9}"/>
              </a:ext>
            </a:extLst>
          </p:cNvPr>
          <p:cNvSpPr txBox="1"/>
          <p:nvPr/>
        </p:nvSpPr>
        <p:spPr>
          <a:xfrm>
            <a:off x="6252660" y="657225"/>
            <a:ext cx="5486400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 rtl="1"/>
            <a:r>
              <a:rPr lang="ar-SA" sz="3200" dirty="0">
                <a:solidFill>
                  <a:schemeClr val="tx2"/>
                </a:solidFill>
                <a:latin typeface="IBM Plex Sans Arabic" panose="020B0803050203000203" pitchFamily="34" charset="-78"/>
                <a:cs typeface="IBM Plex Sans Arabic" panose="020B0803050203000203" pitchFamily="34" charset="-78"/>
              </a:rPr>
              <a:t>عنوان رئيسي </a:t>
            </a:r>
            <a:endParaRPr lang="en-SA" sz="3200" dirty="0">
              <a:solidFill>
                <a:schemeClr val="tx2"/>
              </a:solidFill>
              <a:latin typeface="IBM Plex Sans Arabic" panose="020B0803050203000203" pitchFamily="34" charset="-78"/>
              <a:cs typeface="IBM Plex Sans Arabic" panose="020B0803050203000203" pitchFamily="34" charset="-78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1066C1D9-AD19-1D2E-7B98-2B4D9BA4201B}"/>
              </a:ext>
            </a:extLst>
          </p:cNvPr>
          <p:cNvSpPr txBox="1"/>
          <p:nvPr/>
        </p:nvSpPr>
        <p:spPr>
          <a:xfrm>
            <a:off x="7549489" y="1373526"/>
            <a:ext cx="418957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 rtl="1"/>
            <a:r>
              <a:rPr lang="ar-SA" sz="3200" dirty="0">
                <a:latin typeface="RB" pitchFamily="2" charset="-78"/>
                <a:cs typeface="RB" pitchFamily="2" charset="-78"/>
              </a:rPr>
              <a:t>عنوان فرعي</a:t>
            </a:r>
            <a:endParaRPr lang="en-SA" sz="3200" dirty="0">
              <a:latin typeface="RB" pitchFamily="2" charset="-78"/>
              <a:cs typeface="RB" pitchFamily="2" charset="-78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04052026-CB82-6056-C995-9C9F85F1B464}"/>
              </a:ext>
            </a:extLst>
          </p:cNvPr>
          <p:cNvSpPr txBox="1"/>
          <p:nvPr/>
        </p:nvSpPr>
        <p:spPr>
          <a:xfrm>
            <a:off x="6096000" y="2089827"/>
            <a:ext cx="5643060" cy="181588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50800" algn="justLow" rtl="1">
              <a:spcBef>
                <a:spcPts val="1000"/>
              </a:spcBef>
              <a:buClr>
                <a:schemeClr val="dk2"/>
              </a:buClr>
              <a:buSzPts val="2800"/>
            </a:pPr>
            <a:r>
              <a:rPr lang="ar-SA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 </a:t>
            </a:r>
            <a:r>
              <a:rPr lang="ar-SA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 </a:t>
            </a:r>
            <a:endParaRPr lang="ar-SA" sz="1600" u="none" strike="noStrike" cap="none" dirty="0">
              <a:solidFill>
                <a:schemeClr val="tx1">
                  <a:lumMod val="90000"/>
                  <a:lumOff val="10000"/>
                </a:schemeClr>
              </a:solidFill>
              <a:latin typeface="Tajawal" pitchFamily="2" charset="-78"/>
              <a:ea typeface="Readex Pro Deca"/>
              <a:cs typeface="Tajawal" pitchFamily="2" charset="-78"/>
              <a:sym typeface="Readex Pro"/>
            </a:endParaRPr>
          </a:p>
        </p:txBody>
      </p: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6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Chart 1">
            <a:extLst>
              <a:ext uri="{FF2B5EF4-FFF2-40B4-BE49-F238E27FC236}">
                <a16:creationId xmlns:a16="http://schemas.microsoft.com/office/drawing/2014/main" id="{A3EE5E22-FE92-864D-B401-01451525E7FE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144957560"/>
              </p:ext>
            </p:extLst>
          </p:nvPr>
        </p:nvGraphicFramePr>
        <p:xfrm>
          <a:off x="1256145" y="1343977"/>
          <a:ext cx="5837382" cy="461433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4" name="Bentuk Bebas: Bentuk 35">
            <a:extLst>
              <a:ext uri="{FF2B5EF4-FFF2-40B4-BE49-F238E27FC236}">
                <a16:creationId xmlns:a16="http://schemas.microsoft.com/office/drawing/2014/main" id="{F0BEA5A1-9BD3-F5F7-4417-A1B5D84759FD}"/>
              </a:ext>
            </a:extLst>
          </p:cNvPr>
          <p:cNvSpPr/>
          <p:nvPr/>
        </p:nvSpPr>
        <p:spPr>
          <a:xfrm flipH="1">
            <a:off x="7729266" y="0"/>
            <a:ext cx="4606505" cy="7004649"/>
          </a:xfrm>
          <a:custGeom>
            <a:avLst/>
            <a:gdLst>
              <a:gd name="connsiteX0" fmla="*/ 0 w 7578252"/>
              <a:gd name="connsiteY0" fmla="*/ 0 h 885413"/>
              <a:gd name="connsiteX1" fmla="*/ 7578253 w 7578252"/>
              <a:gd name="connsiteY1" fmla="*/ 0 h 885413"/>
              <a:gd name="connsiteX2" fmla="*/ 7578253 w 7578252"/>
              <a:gd name="connsiteY2" fmla="*/ 885414 h 885413"/>
              <a:gd name="connsiteX3" fmla="*/ 0 w 7578252"/>
              <a:gd name="connsiteY3" fmla="*/ 885414 h 885413"/>
              <a:gd name="connsiteX0" fmla="*/ 0 w 7578253"/>
              <a:gd name="connsiteY0" fmla="*/ 0 h 885414"/>
              <a:gd name="connsiteX1" fmla="*/ 7578253 w 7578253"/>
              <a:gd name="connsiteY1" fmla="*/ 0 h 885414"/>
              <a:gd name="connsiteX2" fmla="*/ 7556522 w 7578253"/>
              <a:gd name="connsiteY2" fmla="*/ 57473 h 885414"/>
              <a:gd name="connsiteX3" fmla="*/ 7578253 w 7578253"/>
              <a:gd name="connsiteY3" fmla="*/ 885414 h 885414"/>
              <a:gd name="connsiteX4" fmla="*/ 0 w 7578253"/>
              <a:gd name="connsiteY4" fmla="*/ 885414 h 885414"/>
              <a:gd name="connsiteX5" fmla="*/ 0 w 7578253"/>
              <a:gd name="connsiteY5" fmla="*/ 0 h 885414"/>
              <a:gd name="connsiteX0" fmla="*/ 0 w 7578253"/>
              <a:gd name="connsiteY0" fmla="*/ 0 h 885414"/>
              <a:gd name="connsiteX1" fmla="*/ 7578253 w 7578253"/>
              <a:gd name="connsiteY1" fmla="*/ 0 h 885414"/>
              <a:gd name="connsiteX2" fmla="*/ 7556522 w 7578253"/>
              <a:gd name="connsiteY2" fmla="*/ 63830 h 885414"/>
              <a:gd name="connsiteX3" fmla="*/ 7578253 w 7578253"/>
              <a:gd name="connsiteY3" fmla="*/ 885414 h 885414"/>
              <a:gd name="connsiteX4" fmla="*/ 0 w 7578253"/>
              <a:gd name="connsiteY4" fmla="*/ 885414 h 885414"/>
              <a:gd name="connsiteX5" fmla="*/ 0 w 7578253"/>
              <a:gd name="connsiteY5" fmla="*/ 0 h 885414"/>
              <a:gd name="connsiteX0" fmla="*/ 0 w 7578253"/>
              <a:gd name="connsiteY0" fmla="*/ 1589 h 887003"/>
              <a:gd name="connsiteX1" fmla="*/ 6695230 w 7578253"/>
              <a:gd name="connsiteY1" fmla="*/ 0 h 887003"/>
              <a:gd name="connsiteX2" fmla="*/ 7556522 w 7578253"/>
              <a:gd name="connsiteY2" fmla="*/ 65419 h 887003"/>
              <a:gd name="connsiteX3" fmla="*/ 7578253 w 7578253"/>
              <a:gd name="connsiteY3" fmla="*/ 887003 h 887003"/>
              <a:gd name="connsiteX4" fmla="*/ 0 w 7578253"/>
              <a:gd name="connsiteY4" fmla="*/ 887003 h 887003"/>
              <a:gd name="connsiteX5" fmla="*/ 0 w 7578253"/>
              <a:gd name="connsiteY5" fmla="*/ 1589 h 8870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7578253" h="887003">
                <a:moveTo>
                  <a:pt x="0" y="1589"/>
                </a:moveTo>
                <a:lnTo>
                  <a:pt x="6695230" y="0"/>
                </a:lnTo>
                <a:lnTo>
                  <a:pt x="7556522" y="65419"/>
                </a:lnTo>
                <a:lnTo>
                  <a:pt x="7578253" y="887003"/>
                </a:lnTo>
                <a:lnTo>
                  <a:pt x="0" y="887003"/>
                </a:lnTo>
                <a:lnTo>
                  <a:pt x="0" y="1589"/>
                </a:lnTo>
                <a:close/>
              </a:path>
            </a:pathLst>
          </a:custGeom>
          <a:solidFill>
            <a:schemeClr val="tx2"/>
          </a:solidFill>
          <a:ln w="12649" cap="flat">
            <a:noFill/>
            <a:prstDash val="solid"/>
            <a:miter/>
          </a:ln>
        </p:spPr>
        <p:txBody>
          <a:bodyPr rtlCol="0" anchor="ctr"/>
          <a:lstStyle/>
          <a:p>
            <a:pPr marL="0" algn="r" defTabSz="914400" rtl="1" eaLnBrk="1" latinLnBrk="0" hangingPunct="1"/>
            <a:endParaRPr lang="id-ID" sz="900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5A9709ED-202B-0577-6E1D-FF4447A6C3D9}"/>
              </a:ext>
            </a:extLst>
          </p:cNvPr>
          <p:cNvSpPr txBox="1"/>
          <p:nvPr/>
        </p:nvSpPr>
        <p:spPr>
          <a:xfrm>
            <a:off x="7549489" y="2952397"/>
            <a:ext cx="4189571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 rtl="1"/>
            <a:r>
              <a:rPr lang="ar-SA" sz="2400" b="1" dirty="0">
                <a:solidFill>
                  <a:schemeClr val="accent4"/>
                </a:solidFill>
                <a:latin typeface="RB" pitchFamily="2" charset="-78"/>
                <a:cs typeface="RB" pitchFamily="2" charset="-78"/>
              </a:rPr>
              <a:t>عنوان فرعي</a:t>
            </a:r>
            <a:endParaRPr lang="en-SA" sz="2400" b="1" dirty="0">
              <a:solidFill>
                <a:schemeClr val="accent4"/>
              </a:solidFill>
              <a:latin typeface="RB" pitchFamily="2" charset="-78"/>
              <a:cs typeface="RB" pitchFamily="2" charset="-78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9D08631D-E425-C5FA-5716-7A949EC11203}"/>
              </a:ext>
            </a:extLst>
          </p:cNvPr>
          <p:cNvSpPr txBox="1"/>
          <p:nvPr/>
        </p:nvSpPr>
        <p:spPr>
          <a:xfrm>
            <a:off x="8177213" y="3400104"/>
            <a:ext cx="3682163" cy="138499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50800" algn="justLow" rtl="1">
              <a:spcBef>
                <a:spcPts val="1000"/>
              </a:spcBef>
              <a:buClr>
                <a:schemeClr val="dk2"/>
              </a:buClr>
              <a:buSzPts val="2800"/>
            </a:pPr>
            <a:r>
              <a:rPr lang="ar-SA" sz="1400" u="none" strike="noStrike" cap="none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 </a:t>
            </a:r>
            <a:r>
              <a:rPr lang="ar-SA" sz="1400" u="none" strike="noStrike" cap="none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</a:t>
            </a:r>
            <a:endParaRPr lang="ar-SA" sz="1400" u="none" strike="noStrike" cap="none" dirty="0">
              <a:solidFill>
                <a:schemeClr val="bg1"/>
              </a:solidFill>
              <a:latin typeface="Tajawal" pitchFamily="2" charset="-78"/>
              <a:ea typeface="Readex Pro Deca"/>
              <a:cs typeface="Tajawal" pitchFamily="2" charset="-78"/>
              <a:sym typeface="Readex Pro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DC14A2A8-A49F-96B1-9D67-50C25E8BE974}"/>
              </a:ext>
            </a:extLst>
          </p:cNvPr>
          <p:cNvSpPr txBox="1"/>
          <p:nvPr/>
        </p:nvSpPr>
        <p:spPr>
          <a:xfrm>
            <a:off x="6252660" y="657225"/>
            <a:ext cx="5486400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 rtl="1"/>
            <a:r>
              <a:rPr lang="ar-SA" sz="3200" dirty="0">
                <a:solidFill>
                  <a:schemeClr val="bg1"/>
                </a:solidFill>
                <a:latin typeface="IBM Plex Sans Arabic" panose="020B0803050203000203" pitchFamily="34" charset="-78"/>
                <a:cs typeface="IBM Plex Sans Arabic" panose="020B0803050203000203" pitchFamily="34" charset="-78"/>
              </a:rPr>
              <a:t>عنوان رئيسي </a:t>
            </a:r>
            <a:endParaRPr lang="en-SA" sz="3200" dirty="0">
              <a:solidFill>
                <a:schemeClr val="bg1"/>
              </a:solidFill>
              <a:latin typeface="IBM Plex Sans Arabic" panose="020B0803050203000203" pitchFamily="34" charset="-78"/>
              <a:cs typeface="IBM Plex Sans Arabic" panose="020B0803050203000203" pitchFamily="34" charset="-78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343C4290-827B-8D1D-A963-B0DAAE7C7408}"/>
              </a:ext>
            </a:extLst>
          </p:cNvPr>
          <p:cNvSpPr txBox="1"/>
          <p:nvPr/>
        </p:nvSpPr>
        <p:spPr>
          <a:xfrm>
            <a:off x="8177212" y="1286745"/>
            <a:ext cx="3561847" cy="138499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50800" algn="justLow" rtl="1">
              <a:spcBef>
                <a:spcPts val="1000"/>
              </a:spcBef>
              <a:buClr>
                <a:schemeClr val="dk2"/>
              </a:buClr>
              <a:buSzPts val="2800"/>
            </a:pPr>
            <a:r>
              <a:rPr lang="ar-SA" sz="1400" u="none" strike="noStrike" cap="none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 </a:t>
            </a:r>
            <a:r>
              <a:rPr lang="ar-SA" sz="1400" u="none" strike="noStrike" cap="none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bg1"/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</a:t>
            </a:r>
            <a:endParaRPr lang="ar-SA" sz="1400" u="none" strike="noStrike" cap="none" dirty="0">
              <a:solidFill>
                <a:schemeClr val="bg1"/>
              </a:solidFill>
              <a:latin typeface="Tajawal" pitchFamily="2" charset="-78"/>
              <a:ea typeface="Readex Pro Deca"/>
              <a:cs typeface="Tajawal" pitchFamily="2" charset="-78"/>
              <a:sym typeface="Readex Pro"/>
            </a:endParaRPr>
          </a:p>
        </p:txBody>
      </p: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AEDD254A-CEB3-D84B-A5D1-60C7963640D1}"/>
              </a:ext>
            </a:extLst>
          </p:cNvPr>
          <p:cNvSpPr>
            <a:spLocks noGrp="1"/>
          </p:cNvSpPr>
          <p:nvPr>
            <p:ph type="body" sz="quarter" idx="4294967295"/>
          </p:nvPr>
        </p:nvSpPr>
        <p:spPr>
          <a:xfrm>
            <a:off x="1446826" y="2674534"/>
            <a:ext cx="3734775" cy="2087967"/>
          </a:xfrm>
        </p:spPr>
        <p:txBody>
          <a:bodyPr>
            <a:normAutofit/>
          </a:bodyPr>
          <a:lstStyle/>
          <a:p>
            <a:pPr lvl="0"/>
            <a:r>
              <a:rPr lang="en-US" dirty="0"/>
              <a:t>We </a:t>
            </a:r>
            <a:r>
              <a:rPr lang="en-US" b="1" dirty="0"/>
              <a:t>Growth</a:t>
            </a:r>
          </a:p>
          <a:p>
            <a:pPr lvl="0"/>
            <a:r>
              <a:rPr lang="en-US" dirty="0"/>
              <a:t>With The</a:t>
            </a:r>
          </a:p>
          <a:p>
            <a:pPr lvl="0"/>
            <a:r>
              <a:rPr lang="en-US" b="1" dirty="0"/>
              <a:t>Best</a:t>
            </a:r>
            <a:r>
              <a:rPr lang="en-US" dirty="0"/>
              <a:t> Team</a:t>
            </a:r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EB1C37A0-6295-9E47-9046-1BCBF2480809}"/>
              </a:ext>
            </a:extLst>
          </p:cNvPr>
          <p:cNvSpPr>
            <a:spLocks noGrp="1"/>
          </p:cNvSpPr>
          <p:nvPr>
            <p:ph type="body" sz="quarter" idx="4294967295"/>
          </p:nvPr>
        </p:nvSpPr>
        <p:spPr>
          <a:xfrm>
            <a:off x="1491392" y="5006744"/>
            <a:ext cx="3575640" cy="936857"/>
          </a:xfrm>
        </p:spPr>
        <p:txBody>
          <a:bodyPr>
            <a:normAutofit fontScale="62500" lnSpcReduction="20000"/>
          </a:bodyPr>
          <a:lstStyle/>
          <a:p>
            <a:pPr lvl="0"/>
            <a:r>
              <a:rPr lang="en-US" dirty="0"/>
              <a:t>Dynamically leverage existing alternative imperatives whereas superior intellectual</a:t>
            </a:r>
            <a:r>
              <a:rPr lang="id-ID" dirty="0"/>
              <a:t> </a:t>
            </a:r>
            <a:r>
              <a:rPr lang="en-US" dirty="0"/>
              <a:t>morph accurate</a:t>
            </a:r>
          </a:p>
        </p:txBody>
      </p:sp>
      <p:sp>
        <p:nvSpPr>
          <p:cNvPr id="5" name="Picture Placeholder 4">
            <a:extLst>
              <a:ext uri="{FF2B5EF4-FFF2-40B4-BE49-F238E27FC236}">
                <a16:creationId xmlns:a16="http://schemas.microsoft.com/office/drawing/2014/main" id="{EE70C711-69EA-FF4F-9366-298421648282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pattFill prst="pct20">
            <a:fgClr>
              <a:schemeClr val="tx2"/>
            </a:fgClr>
            <a:bgClr>
              <a:schemeClr val="bg1"/>
            </a:bgClr>
          </a:pattFill>
        </p:spPr>
      </p:sp>
      <p:grpSp>
        <p:nvGrpSpPr>
          <p:cNvPr id="2" name="Graphic 14">
            <a:extLst>
              <a:ext uri="{FF2B5EF4-FFF2-40B4-BE49-F238E27FC236}">
                <a16:creationId xmlns:a16="http://schemas.microsoft.com/office/drawing/2014/main" id="{D000A11C-03E9-5BBA-1E5F-A80C86A4AF1B}"/>
              </a:ext>
            </a:extLst>
          </p:cNvPr>
          <p:cNvGrpSpPr/>
          <p:nvPr/>
        </p:nvGrpSpPr>
        <p:grpSpPr>
          <a:xfrm>
            <a:off x="7953339" y="1268878"/>
            <a:ext cx="3004194" cy="799674"/>
            <a:chOff x="8806355" y="5189285"/>
            <a:chExt cx="3004194" cy="799674"/>
          </a:xfrm>
          <a:solidFill>
            <a:srgbClr val="FFFFFF"/>
          </a:solidFill>
        </p:grpSpPr>
        <p:grpSp>
          <p:nvGrpSpPr>
            <p:cNvPr id="6" name="Graphic 14">
              <a:extLst>
                <a:ext uri="{FF2B5EF4-FFF2-40B4-BE49-F238E27FC236}">
                  <a16:creationId xmlns:a16="http://schemas.microsoft.com/office/drawing/2014/main" id="{2150FF20-5971-9321-8584-6EE134EC6FD7}"/>
                </a:ext>
              </a:extLst>
            </p:cNvPr>
            <p:cNvGrpSpPr/>
            <p:nvPr/>
          </p:nvGrpSpPr>
          <p:grpSpPr>
            <a:xfrm>
              <a:off x="8806355" y="5710095"/>
              <a:ext cx="3004194" cy="278863"/>
              <a:chOff x="8806355" y="5710095"/>
              <a:chExt cx="3004194" cy="278863"/>
            </a:xfrm>
            <a:solidFill>
              <a:srgbClr val="FFFFFF"/>
            </a:solidFill>
          </p:grpSpPr>
          <p:sp>
            <p:nvSpPr>
              <p:cNvPr id="19" name="Freeform 18">
                <a:extLst>
                  <a:ext uri="{FF2B5EF4-FFF2-40B4-BE49-F238E27FC236}">
                    <a16:creationId xmlns:a16="http://schemas.microsoft.com/office/drawing/2014/main" id="{3EC0BDDC-AC78-9B11-60F9-21FE15AA6A4D}"/>
                  </a:ext>
                </a:extLst>
              </p:cNvPr>
              <p:cNvSpPr/>
              <p:nvPr/>
            </p:nvSpPr>
            <p:spPr>
              <a:xfrm>
                <a:off x="9144518" y="5711799"/>
                <a:ext cx="245794" cy="270344"/>
              </a:xfrm>
              <a:custGeom>
                <a:avLst/>
                <a:gdLst>
                  <a:gd name="connsiteX0" fmla="*/ 153532 w 245794"/>
                  <a:gd name="connsiteY0" fmla="*/ 5112 h 270344"/>
                  <a:gd name="connsiteX1" fmla="*/ 145534 w 245794"/>
                  <a:gd name="connsiteY1" fmla="*/ 0 h 270344"/>
                  <a:gd name="connsiteX2" fmla="*/ 98689 w 245794"/>
                  <a:gd name="connsiteY2" fmla="*/ 0 h 270344"/>
                  <a:gd name="connsiteX3" fmla="*/ 90691 w 245794"/>
                  <a:gd name="connsiteY3" fmla="*/ 5112 h 270344"/>
                  <a:gd name="connsiteX4" fmla="*/ 428 w 245794"/>
                  <a:gd name="connsiteY4" fmla="*/ 262961 h 270344"/>
                  <a:gd name="connsiteX5" fmla="*/ 428 w 245794"/>
                  <a:gd name="connsiteY5" fmla="*/ 268073 h 270344"/>
                  <a:gd name="connsiteX6" fmla="*/ 5570 w 245794"/>
                  <a:gd name="connsiteY6" fmla="*/ 270344 h 270344"/>
                  <a:gd name="connsiteX7" fmla="*/ 51273 w 245794"/>
                  <a:gd name="connsiteY7" fmla="*/ 270344 h 270344"/>
                  <a:gd name="connsiteX8" fmla="*/ 58699 w 245794"/>
                  <a:gd name="connsiteY8" fmla="*/ 265233 h 270344"/>
                  <a:gd name="connsiteX9" fmla="*/ 71839 w 245794"/>
                  <a:gd name="connsiteY9" fmla="*/ 226044 h 270344"/>
                  <a:gd name="connsiteX10" fmla="*/ 172956 w 245794"/>
                  <a:gd name="connsiteY10" fmla="*/ 226044 h 270344"/>
                  <a:gd name="connsiteX11" fmla="*/ 186095 w 245794"/>
                  <a:gd name="connsiteY11" fmla="*/ 265233 h 270344"/>
                  <a:gd name="connsiteX12" fmla="*/ 193522 w 245794"/>
                  <a:gd name="connsiteY12" fmla="*/ 270344 h 270344"/>
                  <a:gd name="connsiteX13" fmla="*/ 239224 w 245794"/>
                  <a:gd name="connsiteY13" fmla="*/ 270344 h 270344"/>
                  <a:gd name="connsiteX14" fmla="*/ 244937 w 245794"/>
                  <a:gd name="connsiteY14" fmla="*/ 268073 h 270344"/>
                  <a:gd name="connsiteX15" fmla="*/ 244937 w 245794"/>
                  <a:gd name="connsiteY15" fmla="*/ 262961 h 270344"/>
                  <a:gd name="connsiteX16" fmla="*/ 153532 w 245794"/>
                  <a:gd name="connsiteY16" fmla="*/ 5112 h 270344"/>
                  <a:gd name="connsiteX17" fmla="*/ 87835 w 245794"/>
                  <a:gd name="connsiteY17" fmla="*/ 176065 h 270344"/>
                  <a:gd name="connsiteX18" fmla="*/ 122112 w 245794"/>
                  <a:gd name="connsiteY18" fmla="*/ 72698 h 270344"/>
                  <a:gd name="connsiteX19" fmla="*/ 156388 w 245794"/>
                  <a:gd name="connsiteY19" fmla="*/ 176065 h 270344"/>
                  <a:gd name="connsiteX20" fmla="*/ 87835 w 245794"/>
                  <a:gd name="connsiteY20" fmla="*/ 176065 h 270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245794" h="270344">
                    <a:moveTo>
                      <a:pt x="153532" y="5112"/>
                    </a:moveTo>
                    <a:cubicBezTo>
                      <a:pt x="152390" y="2272"/>
                      <a:pt x="148962" y="0"/>
                      <a:pt x="145534" y="0"/>
                    </a:cubicBezTo>
                    <a:lnTo>
                      <a:pt x="98689" y="0"/>
                    </a:lnTo>
                    <a:cubicBezTo>
                      <a:pt x="94690" y="0"/>
                      <a:pt x="91834" y="2272"/>
                      <a:pt x="90691" y="5112"/>
                    </a:cubicBezTo>
                    <a:lnTo>
                      <a:pt x="428" y="262961"/>
                    </a:lnTo>
                    <a:cubicBezTo>
                      <a:pt x="-143" y="265233"/>
                      <a:pt x="-143" y="266937"/>
                      <a:pt x="428" y="268073"/>
                    </a:cubicBezTo>
                    <a:cubicBezTo>
                      <a:pt x="1571" y="269776"/>
                      <a:pt x="3285" y="270344"/>
                      <a:pt x="5570" y="270344"/>
                    </a:cubicBezTo>
                    <a:lnTo>
                      <a:pt x="51273" y="270344"/>
                    </a:lnTo>
                    <a:cubicBezTo>
                      <a:pt x="55272" y="270344"/>
                      <a:pt x="57557" y="268641"/>
                      <a:pt x="58699" y="265233"/>
                    </a:cubicBezTo>
                    <a:lnTo>
                      <a:pt x="71839" y="226044"/>
                    </a:lnTo>
                    <a:lnTo>
                      <a:pt x="172956" y="226044"/>
                    </a:lnTo>
                    <a:lnTo>
                      <a:pt x="186095" y="265233"/>
                    </a:lnTo>
                    <a:cubicBezTo>
                      <a:pt x="187238" y="268641"/>
                      <a:pt x="189523" y="270344"/>
                      <a:pt x="193522" y="270344"/>
                    </a:cubicBezTo>
                    <a:lnTo>
                      <a:pt x="239224" y="270344"/>
                    </a:lnTo>
                    <a:cubicBezTo>
                      <a:pt x="241510" y="270344"/>
                      <a:pt x="243795" y="269776"/>
                      <a:pt x="244937" y="268073"/>
                    </a:cubicBezTo>
                    <a:cubicBezTo>
                      <a:pt x="246080" y="266937"/>
                      <a:pt x="246080" y="264665"/>
                      <a:pt x="244937" y="262961"/>
                    </a:cubicBezTo>
                    <a:lnTo>
                      <a:pt x="153532" y="5112"/>
                    </a:lnTo>
                    <a:close/>
                    <a:moveTo>
                      <a:pt x="87835" y="176065"/>
                    </a:moveTo>
                    <a:lnTo>
                      <a:pt x="122112" y="72698"/>
                    </a:lnTo>
                    <a:lnTo>
                      <a:pt x="156388" y="176065"/>
                    </a:lnTo>
                    <a:lnTo>
                      <a:pt x="87835" y="176065"/>
                    </a:ln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20" name="Freeform 19">
                <a:extLst>
                  <a:ext uri="{FF2B5EF4-FFF2-40B4-BE49-F238E27FC236}">
                    <a16:creationId xmlns:a16="http://schemas.microsoft.com/office/drawing/2014/main" id="{56A56CD9-963D-1A04-EBFA-FBDADB98CD05}"/>
                  </a:ext>
                </a:extLst>
              </p:cNvPr>
              <p:cNvSpPr/>
              <p:nvPr/>
            </p:nvSpPr>
            <p:spPr>
              <a:xfrm>
                <a:off x="9482575" y="5711799"/>
                <a:ext cx="289155" cy="270912"/>
              </a:xfrm>
              <a:custGeom>
                <a:avLst/>
                <a:gdLst>
                  <a:gd name="connsiteX0" fmla="*/ 283356 w 289155"/>
                  <a:gd name="connsiteY0" fmla="*/ 0 h 270912"/>
                  <a:gd name="connsiteX1" fmla="*/ 232512 w 289155"/>
                  <a:gd name="connsiteY1" fmla="*/ 0 h 270912"/>
                  <a:gd name="connsiteX2" fmla="*/ 225085 w 289155"/>
                  <a:gd name="connsiteY2" fmla="*/ 4544 h 270912"/>
                  <a:gd name="connsiteX3" fmla="*/ 145106 w 289155"/>
                  <a:gd name="connsiteY3" fmla="*/ 204462 h 270912"/>
                  <a:gd name="connsiteX4" fmla="*/ 65126 w 289155"/>
                  <a:gd name="connsiteY4" fmla="*/ 4544 h 270912"/>
                  <a:gd name="connsiteX5" fmla="*/ 57699 w 289155"/>
                  <a:gd name="connsiteY5" fmla="*/ 0 h 270912"/>
                  <a:gd name="connsiteX6" fmla="*/ 6855 w 289155"/>
                  <a:gd name="connsiteY6" fmla="*/ 0 h 270912"/>
                  <a:gd name="connsiteX7" fmla="*/ 0 w 289155"/>
                  <a:gd name="connsiteY7" fmla="*/ 6815 h 270912"/>
                  <a:gd name="connsiteX8" fmla="*/ 0 w 289155"/>
                  <a:gd name="connsiteY8" fmla="*/ 264097 h 270912"/>
                  <a:gd name="connsiteX9" fmla="*/ 6855 w 289155"/>
                  <a:gd name="connsiteY9" fmla="*/ 270912 h 270912"/>
                  <a:gd name="connsiteX10" fmla="*/ 50273 w 289155"/>
                  <a:gd name="connsiteY10" fmla="*/ 270912 h 270912"/>
                  <a:gd name="connsiteX11" fmla="*/ 57128 w 289155"/>
                  <a:gd name="connsiteY11" fmla="*/ 264097 h 270912"/>
                  <a:gd name="connsiteX12" fmla="*/ 57128 w 289155"/>
                  <a:gd name="connsiteY12" fmla="*/ 107911 h 270912"/>
                  <a:gd name="connsiteX13" fmla="*/ 117684 w 289155"/>
                  <a:gd name="connsiteY13" fmla="*/ 265801 h 270912"/>
                  <a:gd name="connsiteX14" fmla="*/ 125111 w 289155"/>
                  <a:gd name="connsiteY14" fmla="*/ 270912 h 270912"/>
                  <a:gd name="connsiteX15" fmla="*/ 163958 w 289155"/>
                  <a:gd name="connsiteY15" fmla="*/ 270912 h 270912"/>
                  <a:gd name="connsiteX16" fmla="*/ 171385 w 289155"/>
                  <a:gd name="connsiteY16" fmla="*/ 265801 h 270912"/>
                  <a:gd name="connsiteX17" fmla="*/ 231941 w 289155"/>
                  <a:gd name="connsiteY17" fmla="*/ 107911 h 270912"/>
                  <a:gd name="connsiteX18" fmla="*/ 231941 w 289155"/>
                  <a:gd name="connsiteY18" fmla="*/ 264097 h 270912"/>
                  <a:gd name="connsiteX19" fmla="*/ 238796 w 289155"/>
                  <a:gd name="connsiteY19" fmla="*/ 270912 h 270912"/>
                  <a:gd name="connsiteX20" fmla="*/ 282213 w 289155"/>
                  <a:gd name="connsiteY20" fmla="*/ 270912 h 270912"/>
                  <a:gd name="connsiteX21" fmla="*/ 289069 w 289155"/>
                  <a:gd name="connsiteY21" fmla="*/ 264097 h 270912"/>
                  <a:gd name="connsiteX22" fmla="*/ 289069 w 289155"/>
                  <a:gd name="connsiteY22" fmla="*/ 6815 h 270912"/>
                  <a:gd name="connsiteX23" fmla="*/ 283356 w 289155"/>
                  <a:gd name="connsiteY23" fmla="*/ 0 h 2709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289155" h="270912">
                    <a:moveTo>
                      <a:pt x="283356" y="0"/>
                    </a:moveTo>
                    <a:lnTo>
                      <a:pt x="232512" y="0"/>
                    </a:lnTo>
                    <a:cubicBezTo>
                      <a:pt x="229084" y="0"/>
                      <a:pt x="226228" y="1704"/>
                      <a:pt x="225085" y="4544"/>
                    </a:cubicBezTo>
                    <a:lnTo>
                      <a:pt x="145106" y="204462"/>
                    </a:lnTo>
                    <a:lnTo>
                      <a:pt x="65126" y="4544"/>
                    </a:lnTo>
                    <a:cubicBezTo>
                      <a:pt x="63984" y="1704"/>
                      <a:pt x="61698" y="0"/>
                      <a:pt x="57699" y="0"/>
                    </a:cubicBezTo>
                    <a:lnTo>
                      <a:pt x="6855" y="0"/>
                    </a:lnTo>
                    <a:cubicBezTo>
                      <a:pt x="2856" y="0"/>
                      <a:pt x="0" y="2840"/>
                      <a:pt x="0" y="6815"/>
                    </a:cubicBezTo>
                    <a:lnTo>
                      <a:pt x="0" y="264097"/>
                    </a:lnTo>
                    <a:cubicBezTo>
                      <a:pt x="0" y="268073"/>
                      <a:pt x="2856" y="270912"/>
                      <a:pt x="6855" y="270912"/>
                    </a:cubicBezTo>
                    <a:lnTo>
                      <a:pt x="50273" y="270912"/>
                    </a:lnTo>
                    <a:cubicBezTo>
                      <a:pt x="54272" y="270912"/>
                      <a:pt x="57128" y="268073"/>
                      <a:pt x="57128" y="264097"/>
                    </a:cubicBezTo>
                    <a:lnTo>
                      <a:pt x="57128" y="107911"/>
                    </a:lnTo>
                    <a:lnTo>
                      <a:pt x="117684" y="265801"/>
                    </a:lnTo>
                    <a:cubicBezTo>
                      <a:pt x="118827" y="269208"/>
                      <a:pt x="121683" y="270912"/>
                      <a:pt x="125111" y="270912"/>
                    </a:cubicBezTo>
                    <a:lnTo>
                      <a:pt x="163958" y="270912"/>
                    </a:lnTo>
                    <a:cubicBezTo>
                      <a:pt x="167386" y="270912"/>
                      <a:pt x="170242" y="269208"/>
                      <a:pt x="171385" y="265801"/>
                    </a:cubicBezTo>
                    <a:lnTo>
                      <a:pt x="231941" y="107911"/>
                    </a:lnTo>
                    <a:lnTo>
                      <a:pt x="231941" y="264097"/>
                    </a:lnTo>
                    <a:cubicBezTo>
                      <a:pt x="231941" y="268073"/>
                      <a:pt x="234797" y="270912"/>
                      <a:pt x="238796" y="270912"/>
                    </a:cubicBezTo>
                    <a:lnTo>
                      <a:pt x="282213" y="270912"/>
                    </a:lnTo>
                    <a:cubicBezTo>
                      <a:pt x="286212" y="270912"/>
                      <a:pt x="289069" y="268073"/>
                      <a:pt x="289069" y="264097"/>
                    </a:cubicBezTo>
                    <a:lnTo>
                      <a:pt x="289069" y="6815"/>
                    </a:lnTo>
                    <a:cubicBezTo>
                      <a:pt x="289640" y="2840"/>
                      <a:pt x="287355" y="0"/>
                      <a:pt x="28335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21" name="Freeform 20">
                <a:extLst>
                  <a:ext uri="{FF2B5EF4-FFF2-40B4-BE49-F238E27FC236}">
                    <a16:creationId xmlns:a16="http://schemas.microsoft.com/office/drawing/2014/main" id="{C5BFA8A1-53A7-C035-7D43-B5B915DD2479}"/>
                  </a:ext>
                </a:extLst>
              </p:cNvPr>
              <p:cNvSpPr/>
              <p:nvPr/>
            </p:nvSpPr>
            <p:spPr>
              <a:xfrm>
                <a:off x="9979019" y="5710095"/>
                <a:ext cx="234912" cy="278863"/>
              </a:xfrm>
              <a:custGeom>
                <a:avLst/>
                <a:gdLst>
                  <a:gd name="connsiteX0" fmla="*/ 217658 w 234912"/>
                  <a:gd name="connsiteY0" fmla="*/ 214685 h 278863"/>
                  <a:gd name="connsiteX1" fmla="*/ 208518 w 234912"/>
                  <a:gd name="connsiteY1" fmla="*/ 215253 h 278863"/>
                  <a:gd name="connsiteX2" fmla="*/ 139964 w 234912"/>
                  <a:gd name="connsiteY2" fmla="*/ 241379 h 278863"/>
                  <a:gd name="connsiteX3" fmla="*/ 38847 w 234912"/>
                  <a:gd name="connsiteY3" fmla="*/ 138580 h 278863"/>
                  <a:gd name="connsiteX4" fmla="*/ 139964 w 234912"/>
                  <a:gd name="connsiteY4" fmla="*/ 35781 h 278863"/>
                  <a:gd name="connsiteX5" fmla="*/ 208518 w 234912"/>
                  <a:gd name="connsiteY5" fmla="*/ 61907 h 278863"/>
                  <a:gd name="connsiteX6" fmla="*/ 213659 w 234912"/>
                  <a:gd name="connsiteY6" fmla="*/ 64178 h 278863"/>
                  <a:gd name="connsiteX7" fmla="*/ 217658 w 234912"/>
                  <a:gd name="connsiteY7" fmla="*/ 61907 h 278863"/>
                  <a:gd name="connsiteX8" fmla="*/ 233083 w 234912"/>
                  <a:gd name="connsiteY8" fmla="*/ 45436 h 278863"/>
                  <a:gd name="connsiteX9" fmla="*/ 231940 w 234912"/>
                  <a:gd name="connsiteY9" fmla="*/ 35781 h 278863"/>
                  <a:gd name="connsiteX10" fmla="*/ 138822 w 234912"/>
                  <a:gd name="connsiteY10" fmla="*/ 0 h 278863"/>
                  <a:gd name="connsiteX11" fmla="*/ 0 w 234912"/>
                  <a:gd name="connsiteY11" fmla="*/ 139716 h 278863"/>
                  <a:gd name="connsiteX12" fmla="*/ 138822 w 234912"/>
                  <a:gd name="connsiteY12" fmla="*/ 278864 h 278863"/>
                  <a:gd name="connsiteX13" fmla="*/ 231940 w 234912"/>
                  <a:gd name="connsiteY13" fmla="*/ 242515 h 278863"/>
                  <a:gd name="connsiteX14" fmla="*/ 232512 w 234912"/>
                  <a:gd name="connsiteY14" fmla="*/ 232860 h 278863"/>
                  <a:gd name="connsiteX15" fmla="*/ 217658 w 234912"/>
                  <a:gd name="connsiteY15" fmla="*/ 214685 h 2788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34912" h="278863">
                    <a:moveTo>
                      <a:pt x="217658" y="214685"/>
                    </a:moveTo>
                    <a:cubicBezTo>
                      <a:pt x="215373" y="212413"/>
                      <a:pt x="212517" y="211278"/>
                      <a:pt x="208518" y="215253"/>
                    </a:cubicBezTo>
                    <a:cubicBezTo>
                      <a:pt x="187952" y="232860"/>
                      <a:pt x="165672" y="241379"/>
                      <a:pt x="139964" y="241379"/>
                    </a:cubicBezTo>
                    <a:cubicBezTo>
                      <a:pt x="82265" y="241379"/>
                      <a:pt x="38847" y="197079"/>
                      <a:pt x="38847" y="138580"/>
                    </a:cubicBezTo>
                    <a:cubicBezTo>
                      <a:pt x="38847" y="80081"/>
                      <a:pt x="82265" y="35781"/>
                      <a:pt x="139964" y="35781"/>
                    </a:cubicBezTo>
                    <a:cubicBezTo>
                      <a:pt x="165672" y="35781"/>
                      <a:pt x="187952" y="44300"/>
                      <a:pt x="208518" y="61907"/>
                    </a:cubicBezTo>
                    <a:cubicBezTo>
                      <a:pt x="210232" y="63610"/>
                      <a:pt x="211946" y="64178"/>
                      <a:pt x="213659" y="64178"/>
                    </a:cubicBezTo>
                    <a:cubicBezTo>
                      <a:pt x="215373" y="64178"/>
                      <a:pt x="216516" y="63043"/>
                      <a:pt x="217658" y="61907"/>
                    </a:cubicBezTo>
                    <a:lnTo>
                      <a:pt x="233083" y="45436"/>
                    </a:lnTo>
                    <a:cubicBezTo>
                      <a:pt x="235940" y="42028"/>
                      <a:pt x="235368" y="38621"/>
                      <a:pt x="231940" y="35781"/>
                    </a:cubicBezTo>
                    <a:cubicBezTo>
                      <a:pt x="205662" y="11927"/>
                      <a:pt x="174812" y="0"/>
                      <a:pt x="138822" y="0"/>
                    </a:cubicBezTo>
                    <a:cubicBezTo>
                      <a:pt x="59985" y="0"/>
                      <a:pt x="0" y="60203"/>
                      <a:pt x="0" y="139716"/>
                    </a:cubicBezTo>
                    <a:cubicBezTo>
                      <a:pt x="0" y="219229"/>
                      <a:pt x="59413" y="278864"/>
                      <a:pt x="138822" y="278864"/>
                    </a:cubicBezTo>
                    <a:cubicBezTo>
                      <a:pt x="174812" y="278864"/>
                      <a:pt x="205662" y="266369"/>
                      <a:pt x="231940" y="242515"/>
                    </a:cubicBezTo>
                    <a:cubicBezTo>
                      <a:pt x="234226" y="240243"/>
                      <a:pt x="236511" y="236835"/>
                      <a:pt x="232512" y="232860"/>
                    </a:cubicBezTo>
                    <a:lnTo>
                      <a:pt x="217658" y="214685"/>
                    </a:ln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22" name="Freeform 21">
                <a:extLst>
                  <a:ext uri="{FF2B5EF4-FFF2-40B4-BE49-F238E27FC236}">
                    <a16:creationId xmlns:a16="http://schemas.microsoft.com/office/drawing/2014/main" id="{3F940F03-DB10-FCC3-62B7-75DD1D7B276C}"/>
                  </a:ext>
                </a:extLst>
              </p:cNvPr>
              <p:cNvSpPr/>
              <p:nvPr/>
            </p:nvSpPr>
            <p:spPr>
              <a:xfrm>
                <a:off x="10310274" y="5711799"/>
                <a:ext cx="231171" cy="270912"/>
              </a:xfrm>
              <a:custGeom>
                <a:avLst/>
                <a:gdLst>
                  <a:gd name="connsiteX0" fmla="*/ 136625 w 231171"/>
                  <a:gd name="connsiteY0" fmla="*/ 5112 h 270912"/>
                  <a:gd name="connsiteX1" fmla="*/ 128627 w 231171"/>
                  <a:gd name="connsiteY1" fmla="*/ 0 h 270912"/>
                  <a:gd name="connsiteX2" fmla="*/ 100634 w 231171"/>
                  <a:gd name="connsiteY2" fmla="*/ 0 h 270912"/>
                  <a:gd name="connsiteX3" fmla="*/ 93207 w 231171"/>
                  <a:gd name="connsiteY3" fmla="*/ 5112 h 270912"/>
                  <a:gd name="connsiteX4" fmla="*/ 660 w 231171"/>
                  <a:gd name="connsiteY4" fmla="*/ 262961 h 270912"/>
                  <a:gd name="connsiteX5" fmla="*/ 660 w 231171"/>
                  <a:gd name="connsiteY5" fmla="*/ 268641 h 270912"/>
                  <a:gd name="connsiteX6" fmla="*/ 5801 w 231171"/>
                  <a:gd name="connsiteY6" fmla="*/ 270912 h 270912"/>
                  <a:gd name="connsiteX7" fmla="*/ 32080 w 231171"/>
                  <a:gd name="connsiteY7" fmla="*/ 270912 h 270912"/>
                  <a:gd name="connsiteX8" fmla="*/ 39507 w 231171"/>
                  <a:gd name="connsiteY8" fmla="*/ 265801 h 270912"/>
                  <a:gd name="connsiteX9" fmla="*/ 57217 w 231171"/>
                  <a:gd name="connsiteY9" fmla="*/ 214685 h 270912"/>
                  <a:gd name="connsiteX10" fmla="*/ 174329 w 231171"/>
                  <a:gd name="connsiteY10" fmla="*/ 214685 h 270912"/>
                  <a:gd name="connsiteX11" fmla="*/ 192039 w 231171"/>
                  <a:gd name="connsiteY11" fmla="*/ 265801 h 270912"/>
                  <a:gd name="connsiteX12" fmla="*/ 198895 w 231171"/>
                  <a:gd name="connsiteY12" fmla="*/ 270912 h 270912"/>
                  <a:gd name="connsiteX13" fmla="*/ 225174 w 231171"/>
                  <a:gd name="connsiteY13" fmla="*/ 270912 h 270912"/>
                  <a:gd name="connsiteX14" fmla="*/ 230315 w 231171"/>
                  <a:gd name="connsiteY14" fmla="*/ 268641 h 270912"/>
                  <a:gd name="connsiteX15" fmla="*/ 230315 w 231171"/>
                  <a:gd name="connsiteY15" fmla="*/ 263529 h 270912"/>
                  <a:gd name="connsiteX16" fmla="*/ 136625 w 231171"/>
                  <a:gd name="connsiteY16" fmla="*/ 5112 h 270912"/>
                  <a:gd name="connsiteX17" fmla="*/ 68071 w 231171"/>
                  <a:gd name="connsiteY17" fmla="*/ 181176 h 270912"/>
                  <a:gd name="connsiteX18" fmla="*/ 114916 w 231171"/>
                  <a:gd name="connsiteY18" fmla="*/ 47140 h 270912"/>
                  <a:gd name="connsiteX19" fmla="*/ 161761 w 231171"/>
                  <a:gd name="connsiteY19" fmla="*/ 181176 h 270912"/>
                  <a:gd name="connsiteX20" fmla="*/ 68071 w 231171"/>
                  <a:gd name="connsiteY20" fmla="*/ 181176 h 2709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231171" h="270912">
                    <a:moveTo>
                      <a:pt x="136625" y="5112"/>
                    </a:moveTo>
                    <a:cubicBezTo>
                      <a:pt x="135482" y="2272"/>
                      <a:pt x="132055" y="0"/>
                      <a:pt x="128627" y="0"/>
                    </a:cubicBezTo>
                    <a:lnTo>
                      <a:pt x="100634" y="0"/>
                    </a:lnTo>
                    <a:cubicBezTo>
                      <a:pt x="97206" y="0"/>
                      <a:pt x="94350" y="1704"/>
                      <a:pt x="93207" y="5112"/>
                    </a:cubicBezTo>
                    <a:lnTo>
                      <a:pt x="660" y="262961"/>
                    </a:lnTo>
                    <a:cubicBezTo>
                      <a:pt x="-483" y="265233"/>
                      <a:pt x="88" y="266937"/>
                      <a:pt x="660" y="268641"/>
                    </a:cubicBezTo>
                    <a:cubicBezTo>
                      <a:pt x="1231" y="269776"/>
                      <a:pt x="2945" y="270912"/>
                      <a:pt x="5801" y="270912"/>
                    </a:cubicBezTo>
                    <a:lnTo>
                      <a:pt x="32080" y="270912"/>
                    </a:lnTo>
                    <a:cubicBezTo>
                      <a:pt x="36079" y="270912"/>
                      <a:pt x="38364" y="269208"/>
                      <a:pt x="39507" y="265801"/>
                    </a:cubicBezTo>
                    <a:lnTo>
                      <a:pt x="57217" y="214685"/>
                    </a:lnTo>
                    <a:lnTo>
                      <a:pt x="174329" y="214685"/>
                    </a:lnTo>
                    <a:lnTo>
                      <a:pt x="192039" y="265801"/>
                    </a:lnTo>
                    <a:cubicBezTo>
                      <a:pt x="193182" y="269208"/>
                      <a:pt x="195467" y="270912"/>
                      <a:pt x="198895" y="270912"/>
                    </a:cubicBezTo>
                    <a:lnTo>
                      <a:pt x="225174" y="270912"/>
                    </a:lnTo>
                    <a:cubicBezTo>
                      <a:pt x="227459" y="270912"/>
                      <a:pt x="229172" y="270344"/>
                      <a:pt x="230315" y="268641"/>
                    </a:cubicBezTo>
                    <a:cubicBezTo>
                      <a:pt x="231458" y="267505"/>
                      <a:pt x="231458" y="265233"/>
                      <a:pt x="230315" y="263529"/>
                    </a:cubicBezTo>
                    <a:lnTo>
                      <a:pt x="136625" y="5112"/>
                    </a:lnTo>
                    <a:close/>
                    <a:moveTo>
                      <a:pt x="68071" y="181176"/>
                    </a:moveTo>
                    <a:lnTo>
                      <a:pt x="114916" y="47140"/>
                    </a:lnTo>
                    <a:lnTo>
                      <a:pt x="161761" y="181176"/>
                    </a:lnTo>
                    <a:lnTo>
                      <a:pt x="68071" y="181176"/>
                    </a:ln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23" name="Freeform 22">
                <a:extLst>
                  <a:ext uri="{FF2B5EF4-FFF2-40B4-BE49-F238E27FC236}">
                    <a16:creationId xmlns:a16="http://schemas.microsoft.com/office/drawing/2014/main" id="{82B50C21-0D6F-A276-A8EF-89E555453BF8}"/>
                  </a:ext>
                </a:extLst>
              </p:cNvPr>
              <p:cNvSpPr/>
              <p:nvPr/>
            </p:nvSpPr>
            <p:spPr>
              <a:xfrm>
                <a:off x="10650275" y="5711799"/>
                <a:ext cx="174241" cy="270912"/>
              </a:xfrm>
              <a:custGeom>
                <a:avLst/>
                <a:gdLst>
                  <a:gd name="connsiteX0" fmla="*/ 82836 w 174241"/>
                  <a:gd name="connsiteY0" fmla="*/ 0 h 270912"/>
                  <a:gd name="connsiteX1" fmla="*/ 6855 w 174241"/>
                  <a:gd name="connsiteY1" fmla="*/ 0 h 270912"/>
                  <a:gd name="connsiteX2" fmla="*/ 0 w 174241"/>
                  <a:gd name="connsiteY2" fmla="*/ 6247 h 270912"/>
                  <a:gd name="connsiteX3" fmla="*/ 0 w 174241"/>
                  <a:gd name="connsiteY3" fmla="*/ 264665 h 270912"/>
                  <a:gd name="connsiteX4" fmla="*/ 6855 w 174241"/>
                  <a:gd name="connsiteY4" fmla="*/ 270912 h 270912"/>
                  <a:gd name="connsiteX5" fmla="*/ 31992 w 174241"/>
                  <a:gd name="connsiteY5" fmla="*/ 270912 h 270912"/>
                  <a:gd name="connsiteX6" fmla="*/ 38276 w 174241"/>
                  <a:gd name="connsiteY6" fmla="*/ 264665 h 270912"/>
                  <a:gd name="connsiteX7" fmla="*/ 38276 w 174241"/>
                  <a:gd name="connsiteY7" fmla="*/ 170953 h 270912"/>
                  <a:gd name="connsiteX8" fmla="*/ 82836 w 174241"/>
                  <a:gd name="connsiteY8" fmla="*/ 170953 h 270912"/>
                  <a:gd name="connsiteX9" fmla="*/ 174241 w 174241"/>
                  <a:gd name="connsiteY9" fmla="*/ 85760 h 270912"/>
                  <a:gd name="connsiteX10" fmla="*/ 82836 w 174241"/>
                  <a:gd name="connsiteY10" fmla="*/ 0 h 270912"/>
                  <a:gd name="connsiteX11" fmla="*/ 80551 w 174241"/>
                  <a:gd name="connsiteY11" fmla="*/ 137444 h 270912"/>
                  <a:gd name="connsiteX12" fmla="*/ 38276 w 174241"/>
                  <a:gd name="connsiteY12" fmla="*/ 137444 h 270912"/>
                  <a:gd name="connsiteX13" fmla="*/ 38276 w 174241"/>
                  <a:gd name="connsiteY13" fmla="*/ 33509 h 270912"/>
                  <a:gd name="connsiteX14" fmla="*/ 80551 w 174241"/>
                  <a:gd name="connsiteY14" fmla="*/ 33509 h 270912"/>
                  <a:gd name="connsiteX15" fmla="*/ 137679 w 174241"/>
                  <a:gd name="connsiteY15" fmla="*/ 85193 h 270912"/>
                  <a:gd name="connsiteX16" fmla="*/ 80551 w 174241"/>
                  <a:gd name="connsiteY16" fmla="*/ 137444 h 2709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74241" h="270912">
                    <a:moveTo>
                      <a:pt x="82836" y="0"/>
                    </a:moveTo>
                    <a:lnTo>
                      <a:pt x="6855" y="0"/>
                    </a:lnTo>
                    <a:cubicBezTo>
                      <a:pt x="2856" y="0"/>
                      <a:pt x="0" y="2272"/>
                      <a:pt x="0" y="6247"/>
                    </a:cubicBezTo>
                    <a:lnTo>
                      <a:pt x="0" y="264665"/>
                    </a:lnTo>
                    <a:cubicBezTo>
                      <a:pt x="0" y="268641"/>
                      <a:pt x="2285" y="270912"/>
                      <a:pt x="6855" y="270912"/>
                    </a:cubicBezTo>
                    <a:lnTo>
                      <a:pt x="31992" y="270912"/>
                    </a:lnTo>
                    <a:cubicBezTo>
                      <a:pt x="35991" y="270912"/>
                      <a:pt x="38276" y="268641"/>
                      <a:pt x="38276" y="264665"/>
                    </a:cubicBezTo>
                    <a:lnTo>
                      <a:pt x="38276" y="170953"/>
                    </a:lnTo>
                    <a:lnTo>
                      <a:pt x="82836" y="170953"/>
                    </a:lnTo>
                    <a:cubicBezTo>
                      <a:pt x="139964" y="170953"/>
                      <a:pt x="174241" y="139148"/>
                      <a:pt x="174241" y="85760"/>
                    </a:cubicBezTo>
                    <a:cubicBezTo>
                      <a:pt x="174241" y="32373"/>
                      <a:pt x="139964" y="0"/>
                      <a:pt x="82836" y="0"/>
                    </a:cubicBezTo>
                    <a:close/>
                    <a:moveTo>
                      <a:pt x="80551" y="137444"/>
                    </a:moveTo>
                    <a:lnTo>
                      <a:pt x="38276" y="137444"/>
                    </a:lnTo>
                    <a:lnTo>
                      <a:pt x="38276" y="33509"/>
                    </a:lnTo>
                    <a:lnTo>
                      <a:pt x="80551" y="33509"/>
                    </a:lnTo>
                    <a:cubicBezTo>
                      <a:pt x="106830" y="33509"/>
                      <a:pt x="137679" y="42596"/>
                      <a:pt x="137679" y="85193"/>
                    </a:cubicBezTo>
                    <a:cubicBezTo>
                      <a:pt x="137679" y="128357"/>
                      <a:pt x="106259" y="137444"/>
                      <a:pt x="80551" y="137444"/>
                    </a:cubicBez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24" name="Freeform 23">
                <a:extLst>
                  <a:ext uri="{FF2B5EF4-FFF2-40B4-BE49-F238E27FC236}">
                    <a16:creationId xmlns:a16="http://schemas.microsoft.com/office/drawing/2014/main" id="{E3BDA28C-73D2-DEA5-7225-4020CACD4F32}"/>
                  </a:ext>
                </a:extLst>
              </p:cNvPr>
              <p:cNvSpPr/>
              <p:nvPr/>
            </p:nvSpPr>
            <p:spPr>
              <a:xfrm>
                <a:off x="10938201" y="5711799"/>
                <a:ext cx="38275" cy="270912"/>
              </a:xfrm>
              <a:custGeom>
                <a:avLst/>
                <a:gdLst>
                  <a:gd name="connsiteX0" fmla="*/ 31992 w 38275"/>
                  <a:gd name="connsiteY0" fmla="*/ 0 h 270912"/>
                  <a:gd name="connsiteX1" fmla="*/ 6855 w 38275"/>
                  <a:gd name="connsiteY1" fmla="*/ 0 h 270912"/>
                  <a:gd name="connsiteX2" fmla="*/ 0 w 38275"/>
                  <a:gd name="connsiteY2" fmla="*/ 6247 h 270912"/>
                  <a:gd name="connsiteX3" fmla="*/ 0 w 38275"/>
                  <a:gd name="connsiteY3" fmla="*/ 264665 h 270912"/>
                  <a:gd name="connsiteX4" fmla="*/ 6855 w 38275"/>
                  <a:gd name="connsiteY4" fmla="*/ 270912 h 270912"/>
                  <a:gd name="connsiteX5" fmla="*/ 31992 w 38275"/>
                  <a:gd name="connsiteY5" fmla="*/ 270912 h 270912"/>
                  <a:gd name="connsiteX6" fmla="*/ 38276 w 38275"/>
                  <a:gd name="connsiteY6" fmla="*/ 264665 h 270912"/>
                  <a:gd name="connsiteX7" fmla="*/ 38276 w 38275"/>
                  <a:gd name="connsiteY7" fmla="*/ 6247 h 270912"/>
                  <a:gd name="connsiteX8" fmla="*/ 31992 w 38275"/>
                  <a:gd name="connsiteY8" fmla="*/ 0 h 2709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8275" h="270912">
                    <a:moveTo>
                      <a:pt x="31992" y="0"/>
                    </a:moveTo>
                    <a:lnTo>
                      <a:pt x="6855" y="0"/>
                    </a:lnTo>
                    <a:cubicBezTo>
                      <a:pt x="2856" y="0"/>
                      <a:pt x="0" y="2272"/>
                      <a:pt x="0" y="6247"/>
                    </a:cubicBezTo>
                    <a:lnTo>
                      <a:pt x="0" y="264665"/>
                    </a:lnTo>
                    <a:cubicBezTo>
                      <a:pt x="0" y="268641"/>
                      <a:pt x="2285" y="270912"/>
                      <a:pt x="6855" y="270912"/>
                    </a:cubicBezTo>
                    <a:lnTo>
                      <a:pt x="31992" y="270912"/>
                    </a:lnTo>
                    <a:cubicBezTo>
                      <a:pt x="35991" y="270912"/>
                      <a:pt x="38276" y="268641"/>
                      <a:pt x="38276" y="264665"/>
                    </a:cubicBezTo>
                    <a:lnTo>
                      <a:pt x="38276" y="6247"/>
                    </a:lnTo>
                    <a:cubicBezTo>
                      <a:pt x="38276" y="2272"/>
                      <a:pt x="35991" y="0"/>
                      <a:pt x="3199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6EA0E3E3-23BF-7A05-9C30-A6641EF1DD47}"/>
                  </a:ext>
                </a:extLst>
              </p:cNvPr>
              <p:cNvSpPr/>
              <p:nvPr/>
            </p:nvSpPr>
            <p:spPr>
              <a:xfrm>
                <a:off x="11088449" y="5711799"/>
                <a:ext cx="174241" cy="270344"/>
              </a:xfrm>
              <a:custGeom>
                <a:avLst/>
                <a:gdLst>
                  <a:gd name="connsiteX0" fmla="*/ 167957 w 174241"/>
                  <a:gd name="connsiteY0" fmla="*/ 0 h 270344"/>
                  <a:gd name="connsiteX1" fmla="*/ 6855 w 174241"/>
                  <a:gd name="connsiteY1" fmla="*/ 0 h 270344"/>
                  <a:gd name="connsiteX2" fmla="*/ 0 w 174241"/>
                  <a:gd name="connsiteY2" fmla="*/ 6247 h 270344"/>
                  <a:gd name="connsiteX3" fmla="*/ 0 w 174241"/>
                  <a:gd name="connsiteY3" fmla="*/ 27262 h 270344"/>
                  <a:gd name="connsiteX4" fmla="*/ 6855 w 174241"/>
                  <a:gd name="connsiteY4" fmla="*/ 33509 h 270344"/>
                  <a:gd name="connsiteX5" fmla="*/ 68554 w 174241"/>
                  <a:gd name="connsiteY5" fmla="*/ 33509 h 270344"/>
                  <a:gd name="connsiteX6" fmla="*/ 68554 w 174241"/>
                  <a:gd name="connsiteY6" fmla="*/ 264097 h 270344"/>
                  <a:gd name="connsiteX7" fmla="*/ 74838 w 174241"/>
                  <a:gd name="connsiteY7" fmla="*/ 270344 h 270344"/>
                  <a:gd name="connsiteX8" fmla="*/ 99974 w 174241"/>
                  <a:gd name="connsiteY8" fmla="*/ 270344 h 270344"/>
                  <a:gd name="connsiteX9" fmla="*/ 106259 w 174241"/>
                  <a:gd name="connsiteY9" fmla="*/ 264097 h 270344"/>
                  <a:gd name="connsiteX10" fmla="*/ 106259 w 174241"/>
                  <a:gd name="connsiteY10" fmla="*/ 33509 h 270344"/>
                  <a:gd name="connsiteX11" fmla="*/ 167957 w 174241"/>
                  <a:gd name="connsiteY11" fmla="*/ 33509 h 270344"/>
                  <a:gd name="connsiteX12" fmla="*/ 174241 w 174241"/>
                  <a:gd name="connsiteY12" fmla="*/ 27262 h 270344"/>
                  <a:gd name="connsiteX13" fmla="*/ 174241 w 174241"/>
                  <a:gd name="connsiteY13" fmla="*/ 6247 h 270344"/>
                  <a:gd name="connsiteX14" fmla="*/ 167957 w 174241"/>
                  <a:gd name="connsiteY14" fmla="*/ 0 h 270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74241" h="270344">
                    <a:moveTo>
                      <a:pt x="167957" y="0"/>
                    </a:moveTo>
                    <a:lnTo>
                      <a:pt x="6855" y="0"/>
                    </a:lnTo>
                    <a:cubicBezTo>
                      <a:pt x="2856" y="0"/>
                      <a:pt x="0" y="2272"/>
                      <a:pt x="0" y="6247"/>
                    </a:cubicBezTo>
                    <a:lnTo>
                      <a:pt x="0" y="27262"/>
                    </a:lnTo>
                    <a:cubicBezTo>
                      <a:pt x="0" y="31237"/>
                      <a:pt x="2285" y="33509"/>
                      <a:pt x="6855" y="33509"/>
                    </a:cubicBezTo>
                    <a:lnTo>
                      <a:pt x="68554" y="33509"/>
                    </a:lnTo>
                    <a:lnTo>
                      <a:pt x="68554" y="264097"/>
                    </a:lnTo>
                    <a:cubicBezTo>
                      <a:pt x="68554" y="268073"/>
                      <a:pt x="70839" y="270344"/>
                      <a:pt x="74838" y="270344"/>
                    </a:cubicBezTo>
                    <a:lnTo>
                      <a:pt x="99974" y="270344"/>
                    </a:lnTo>
                    <a:cubicBezTo>
                      <a:pt x="103973" y="270344"/>
                      <a:pt x="106259" y="268073"/>
                      <a:pt x="106259" y="264097"/>
                    </a:cubicBezTo>
                    <a:lnTo>
                      <a:pt x="106259" y="33509"/>
                    </a:lnTo>
                    <a:lnTo>
                      <a:pt x="167957" y="33509"/>
                    </a:lnTo>
                    <a:cubicBezTo>
                      <a:pt x="171956" y="33509"/>
                      <a:pt x="174241" y="31237"/>
                      <a:pt x="174241" y="27262"/>
                    </a:cubicBezTo>
                    <a:lnTo>
                      <a:pt x="174241" y="6247"/>
                    </a:lnTo>
                    <a:cubicBezTo>
                      <a:pt x="174241" y="2272"/>
                      <a:pt x="171956" y="0"/>
                      <a:pt x="16795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79E21078-1A0F-7B31-CE54-161B44897806}"/>
                  </a:ext>
                </a:extLst>
              </p:cNvPr>
              <p:cNvSpPr/>
              <p:nvPr/>
            </p:nvSpPr>
            <p:spPr>
              <a:xfrm>
                <a:off x="11319729" y="5711799"/>
                <a:ext cx="231171" cy="270912"/>
              </a:xfrm>
              <a:custGeom>
                <a:avLst/>
                <a:gdLst>
                  <a:gd name="connsiteX0" fmla="*/ 136625 w 231171"/>
                  <a:gd name="connsiteY0" fmla="*/ 5112 h 270912"/>
                  <a:gd name="connsiteX1" fmla="*/ 128627 w 231171"/>
                  <a:gd name="connsiteY1" fmla="*/ 0 h 270912"/>
                  <a:gd name="connsiteX2" fmla="*/ 100634 w 231171"/>
                  <a:gd name="connsiteY2" fmla="*/ 0 h 270912"/>
                  <a:gd name="connsiteX3" fmla="*/ 93207 w 231171"/>
                  <a:gd name="connsiteY3" fmla="*/ 5112 h 270912"/>
                  <a:gd name="connsiteX4" fmla="*/ 660 w 231171"/>
                  <a:gd name="connsiteY4" fmla="*/ 262961 h 270912"/>
                  <a:gd name="connsiteX5" fmla="*/ 660 w 231171"/>
                  <a:gd name="connsiteY5" fmla="*/ 268641 h 270912"/>
                  <a:gd name="connsiteX6" fmla="*/ 5801 w 231171"/>
                  <a:gd name="connsiteY6" fmla="*/ 270912 h 270912"/>
                  <a:gd name="connsiteX7" fmla="*/ 32080 w 231171"/>
                  <a:gd name="connsiteY7" fmla="*/ 270912 h 270912"/>
                  <a:gd name="connsiteX8" fmla="*/ 39507 w 231171"/>
                  <a:gd name="connsiteY8" fmla="*/ 265801 h 270912"/>
                  <a:gd name="connsiteX9" fmla="*/ 57217 w 231171"/>
                  <a:gd name="connsiteY9" fmla="*/ 214685 h 270912"/>
                  <a:gd name="connsiteX10" fmla="*/ 174329 w 231171"/>
                  <a:gd name="connsiteY10" fmla="*/ 214685 h 270912"/>
                  <a:gd name="connsiteX11" fmla="*/ 192039 w 231171"/>
                  <a:gd name="connsiteY11" fmla="*/ 265801 h 270912"/>
                  <a:gd name="connsiteX12" fmla="*/ 198895 w 231171"/>
                  <a:gd name="connsiteY12" fmla="*/ 270912 h 270912"/>
                  <a:gd name="connsiteX13" fmla="*/ 225174 w 231171"/>
                  <a:gd name="connsiteY13" fmla="*/ 270912 h 270912"/>
                  <a:gd name="connsiteX14" fmla="*/ 230315 w 231171"/>
                  <a:gd name="connsiteY14" fmla="*/ 268641 h 270912"/>
                  <a:gd name="connsiteX15" fmla="*/ 230315 w 231171"/>
                  <a:gd name="connsiteY15" fmla="*/ 263529 h 270912"/>
                  <a:gd name="connsiteX16" fmla="*/ 136625 w 231171"/>
                  <a:gd name="connsiteY16" fmla="*/ 5112 h 270912"/>
                  <a:gd name="connsiteX17" fmla="*/ 67500 w 231171"/>
                  <a:gd name="connsiteY17" fmla="*/ 181176 h 270912"/>
                  <a:gd name="connsiteX18" fmla="*/ 114345 w 231171"/>
                  <a:gd name="connsiteY18" fmla="*/ 47140 h 270912"/>
                  <a:gd name="connsiteX19" fmla="*/ 161190 w 231171"/>
                  <a:gd name="connsiteY19" fmla="*/ 181176 h 270912"/>
                  <a:gd name="connsiteX20" fmla="*/ 67500 w 231171"/>
                  <a:gd name="connsiteY20" fmla="*/ 181176 h 2709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231171" h="270912">
                    <a:moveTo>
                      <a:pt x="136625" y="5112"/>
                    </a:moveTo>
                    <a:cubicBezTo>
                      <a:pt x="135482" y="2272"/>
                      <a:pt x="132055" y="0"/>
                      <a:pt x="128627" y="0"/>
                    </a:cubicBezTo>
                    <a:lnTo>
                      <a:pt x="100634" y="0"/>
                    </a:lnTo>
                    <a:cubicBezTo>
                      <a:pt x="97206" y="0"/>
                      <a:pt x="94350" y="1704"/>
                      <a:pt x="93207" y="5112"/>
                    </a:cubicBezTo>
                    <a:lnTo>
                      <a:pt x="660" y="262961"/>
                    </a:lnTo>
                    <a:cubicBezTo>
                      <a:pt x="-483" y="265233"/>
                      <a:pt x="88" y="266937"/>
                      <a:pt x="660" y="268641"/>
                    </a:cubicBezTo>
                    <a:cubicBezTo>
                      <a:pt x="1231" y="269776"/>
                      <a:pt x="2945" y="270912"/>
                      <a:pt x="5801" y="270912"/>
                    </a:cubicBezTo>
                    <a:lnTo>
                      <a:pt x="32080" y="270912"/>
                    </a:lnTo>
                    <a:cubicBezTo>
                      <a:pt x="36079" y="270912"/>
                      <a:pt x="38364" y="269208"/>
                      <a:pt x="39507" y="265801"/>
                    </a:cubicBezTo>
                    <a:lnTo>
                      <a:pt x="57217" y="214685"/>
                    </a:lnTo>
                    <a:lnTo>
                      <a:pt x="174329" y="214685"/>
                    </a:lnTo>
                    <a:lnTo>
                      <a:pt x="192039" y="265801"/>
                    </a:lnTo>
                    <a:cubicBezTo>
                      <a:pt x="193182" y="269208"/>
                      <a:pt x="195467" y="270912"/>
                      <a:pt x="198895" y="270912"/>
                    </a:cubicBezTo>
                    <a:lnTo>
                      <a:pt x="225174" y="270912"/>
                    </a:lnTo>
                    <a:cubicBezTo>
                      <a:pt x="227459" y="270912"/>
                      <a:pt x="229173" y="270344"/>
                      <a:pt x="230315" y="268641"/>
                    </a:cubicBezTo>
                    <a:cubicBezTo>
                      <a:pt x="231458" y="267505"/>
                      <a:pt x="231458" y="265233"/>
                      <a:pt x="230315" y="263529"/>
                    </a:cubicBezTo>
                    <a:lnTo>
                      <a:pt x="136625" y="5112"/>
                    </a:lnTo>
                    <a:close/>
                    <a:moveTo>
                      <a:pt x="67500" y="181176"/>
                    </a:moveTo>
                    <a:lnTo>
                      <a:pt x="114345" y="47140"/>
                    </a:lnTo>
                    <a:lnTo>
                      <a:pt x="161190" y="181176"/>
                    </a:lnTo>
                    <a:lnTo>
                      <a:pt x="67500" y="181176"/>
                    </a:ln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27" name="Freeform 26">
                <a:extLst>
                  <a:ext uri="{FF2B5EF4-FFF2-40B4-BE49-F238E27FC236}">
                    <a16:creationId xmlns:a16="http://schemas.microsoft.com/office/drawing/2014/main" id="{C5491E5E-50E7-59B6-43DC-6BD6D946634E}"/>
                  </a:ext>
                </a:extLst>
              </p:cNvPr>
              <p:cNvSpPr/>
              <p:nvPr/>
            </p:nvSpPr>
            <p:spPr>
              <a:xfrm>
                <a:off x="11659731" y="5711799"/>
                <a:ext cx="150818" cy="270912"/>
              </a:xfrm>
              <a:custGeom>
                <a:avLst/>
                <a:gdLst>
                  <a:gd name="connsiteX0" fmla="*/ 143963 w 150818"/>
                  <a:gd name="connsiteY0" fmla="*/ 236835 h 270912"/>
                  <a:gd name="connsiteX1" fmla="*/ 38276 w 150818"/>
                  <a:gd name="connsiteY1" fmla="*/ 236835 h 270912"/>
                  <a:gd name="connsiteX2" fmla="*/ 38276 w 150818"/>
                  <a:gd name="connsiteY2" fmla="*/ 6247 h 270912"/>
                  <a:gd name="connsiteX3" fmla="*/ 31992 w 150818"/>
                  <a:gd name="connsiteY3" fmla="*/ 0 h 270912"/>
                  <a:gd name="connsiteX4" fmla="*/ 6855 w 150818"/>
                  <a:gd name="connsiteY4" fmla="*/ 0 h 270912"/>
                  <a:gd name="connsiteX5" fmla="*/ 0 w 150818"/>
                  <a:gd name="connsiteY5" fmla="*/ 6247 h 270912"/>
                  <a:gd name="connsiteX6" fmla="*/ 0 w 150818"/>
                  <a:gd name="connsiteY6" fmla="*/ 264665 h 270912"/>
                  <a:gd name="connsiteX7" fmla="*/ 6855 w 150818"/>
                  <a:gd name="connsiteY7" fmla="*/ 270912 h 270912"/>
                  <a:gd name="connsiteX8" fmla="*/ 143963 w 150818"/>
                  <a:gd name="connsiteY8" fmla="*/ 270912 h 270912"/>
                  <a:gd name="connsiteX9" fmla="*/ 150819 w 150818"/>
                  <a:gd name="connsiteY9" fmla="*/ 264097 h 270912"/>
                  <a:gd name="connsiteX10" fmla="*/ 150819 w 150818"/>
                  <a:gd name="connsiteY10" fmla="*/ 243083 h 270912"/>
                  <a:gd name="connsiteX11" fmla="*/ 143963 w 150818"/>
                  <a:gd name="connsiteY11" fmla="*/ 236835 h 2709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50818" h="270912">
                    <a:moveTo>
                      <a:pt x="143963" y="236835"/>
                    </a:moveTo>
                    <a:lnTo>
                      <a:pt x="38276" y="236835"/>
                    </a:lnTo>
                    <a:lnTo>
                      <a:pt x="38276" y="6247"/>
                    </a:lnTo>
                    <a:cubicBezTo>
                      <a:pt x="38276" y="2272"/>
                      <a:pt x="35991" y="0"/>
                      <a:pt x="31992" y="0"/>
                    </a:cubicBezTo>
                    <a:lnTo>
                      <a:pt x="6855" y="0"/>
                    </a:lnTo>
                    <a:cubicBezTo>
                      <a:pt x="2856" y="0"/>
                      <a:pt x="0" y="2272"/>
                      <a:pt x="0" y="6247"/>
                    </a:cubicBezTo>
                    <a:lnTo>
                      <a:pt x="0" y="264665"/>
                    </a:lnTo>
                    <a:cubicBezTo>
                      <a:pt x="0" y="268641"/>
                      <a:pt x="2285" y="270912"/>
                      <a:pt x="6855" y="270912"/>
                    </a:cubicBezTo>
                    <a:lnTo>
                      <a:pt x="143963" y="270912"/>
                    </a:lnTo>
                    <a:cubicBezTo>
                      <a:pt x="147962" y="270912"/>
                      <a:pt x="150819" y="268073"/>
                      <a:pt x="150819" y="264097"/>
                    </a:cubicBezTo>
                    <a:lnTo>
                      <a:pt x="150819" y="243083"/>
                    </a:lnTo>
                    <a:cubicBezTo>
                      <a:pt x="150247" y="239675"/>
                      <a:pt x="147962" y="236835"/>
                      <a:pt x="143963" y="236835"/>
                    </a:cubicBez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071C2AC3-7450-D17C-C259-1E647DCF01C3}"/>
                  </a:ext>
                </a:extLst>
              </p:cNvPr>
              <p:cNvSpPr/>
              <p:nvPr/>
            </p:nvSpPr>
            <p:spPr>
              <a:xfrm>
                <a:off x="8806355" y="5712935"/>
                <a:ext cx="307815" cy="270344"/>
              </a:xfrm>
              <a:custGeom>
                <a:avLst/>
                <a:gdLst>
                  <a:gd name="connsiteX0" fmla="*/ 214052 w 307815"/>
                  <a:gd name="connsiteY0" fmla="*/ 2272 h 270344"/>
                  <a:gd name="connsiteX1" fmla="*/ 214052 w 307815"/>
                  <a:gd name="connsiteY1" fmla="*/ 2272 h 270344"/>
                  <a:gd name="connsiteX2" fmla="*/ 212910 w 307815"/>
                  <a:gd name="connsiteY2" fmla="*/ 1136 h 270344"/>
                  <a:gd name="connsiteX3" fmla="*/ 211767 w 307815"/>
                  <a:gd name="connsiteY3" fmla="*/ 568 h 270344"/>
                  <a:gd name="connsiteX4" fmla="*/ 210625 w 307815"/>
                  <a:gd name="connsiteY4" fmla="*/ 0 h 270344"/>
                  <a:gd name="connsiteX5" fmla="*/ 209482 w 307815"/>
                  <a:gd name="connsiteY5" fmla="*/ 0 h 270344"/>
                  <a:gd name="connsiteX6" fmla="*/ 208911 w 307815"/>
                  <a:gd name="connsiteY6" fmla="*/ 0 h 270344"/>
                  <a:gd name="connsiteX7" fmla="*/ 99796 w 307815"/>
                  <a:gd name="connsiteY7" fmla="*/ 0 h 270344"/>
                  <a:gd name="connsiteX8" fmla="*/ 99225 w 307815"/>
                  <a:gd name="connsiteY8" fmla="*/ 0 h 270344"/>
                  <a:gd name="connsiteX9" fmla="*/ 98082 w 307815"/>
                  <a:gd name="connsiteY9" fmla="*/ 0 h 270344"/>
                  <a:gd name="connsiteX10" fmla="*/ 96939 w 307815"/>
                  <a:gd name="connsiteY10" fmla="*/ 568 h 270344"/>
                  <a:gd name="connsiteX11" fmla="*/ 95797 w 307815"/>
                  <a:gd name="connsiteY11" fmla="*/ 1136 h 270344"/>
                  <a:gd name="connsiteX12" fmla="*/ 95226 w 307815"/>
                  <a:gd name="connsiteY12" fmla="*/ 1704 h 270344"/>
                  <a:gd name="connsiteX13" fmla="*/ 94654 w 307815"/>
                  <a:gd name="connsiteY13" fmla="*/ 2272 h 270344"/>
                  <a:gd name="connsiteX14" fmla="*/ 964 w 307815"/>
                  <a:gd name="connsiteY14" fmla="*/ 88600 h 270344"/>
                  <a:gd name="connsiteX15" fmla="*/ 2678 w 307815"/>
                  <a:gd name="connsiteY15" fmla="*/ 97687 h 270344"/>
                  <a:gd name="connsiteX16" fmla="*/ 38669 w 307815"/>
                  <a:gd name="connsiteY16" fmla="*/ 120973 h 270344"/>
                  <a:gd name="connsiteX17" fmla="*/ 47809 w 307815"/>
                  <a:gd name="connsiteY17" fmla="*/ 119270 h 270344"/>
                  <a:gd name="connsiteX18" fmla="*/ 126646 w 307815"/>
                  <a:gd name="connsiteY18" fmla="*/ 55091 h 270344"/>
                  <a:gd name="connsiteX19" fmla="*/ 126646 w 307815"/>
                  <a:gd name="connsiteY19" fmla="*/ 55091 h 270344"/>
                  <a:gd name="connsiteX20" fmla="*/ 126646 w 307815"/>
                  <a:gd name="connsiteY20" fmla="*/ 264097 h 270344"/>
                  <a:gd name="connsiteX21" fmla="*/ 132930 w 307815"/>
                  <a:gd name="connsiteY21" fmla="*/ 270344 h 270344"/>
                  <a:gd name="connsiteX22" fmla="*/ 175776 w 307815"/>
                  <a:gd name="connsiteY22" fmla="*/ 270344 h 270344"/>
                  <a:gd name="connsiteX23" fmla="*/ 182060 w 307815"/>
                  <a:gd name="connsiteY23" fmla="*/ 264097 h 270344"/>
                  <a:gd name="connsiteX24" fmla="*/ 182060 w 307815"/>
                  <a:gd name="connsiteY24" fmla="*/ 55091 h 270344"/>
                  <a:gd name="connsiteX25" fmla="*/ 182060 w 307815"/>
                  <a:gd name="connsiteY25" fmla="*/ 55091 h 270344"/>
                  <a:gd name="connsiteX26" fmla="*/ 259755 w 307815"/>
                  <a:gd name="connsiteY26" fmla="*/ 118134 h 270344"/>
                  <a:gd name="connsiteX27" fmla="*/ 268895 w 307815"/>
                  <a:gd name="connsiteY27" fmla="*/ 119838 h 270344"/>
                  <a:gd name="connsiteX28" fmla="*/ 304886 w 307815"/>
                  <a:gd name="connsiteY28" fmla="*/ 96552 h 270344"/>
                  <a:gd name="connsiteX29" fmla="*/ 306600 w 307815"/>
                  <a:gd name="connsiteY29" fmla="*/ 87464 h 270344"/>
                  <a:gd name="connsiteX30" fmla="*/ 214052 w 307815"/>
                  <a:gd name="connsiteY30" fmla="*/ 2272 h 270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307815" h="270344">
                    <a:moveTo>
                      <a:pt x="214052" y="2272"/>
                    </a:moveTo>
                    <a:cubicBezTo>
                      <a:pt x="213481" y="1704"/>
                      <a:pt x="213481" y="1704"/>
                      <a:pt x="214052" y="2272"/>
                    </a:cubicBezTo>
                    <a:cubicBezTo>
                      <a:pt x="213481" y="1704"/>
                      <a:pt x="212910" y="1136"/>
                      <a:pt x="212910" y="1136"/>
                    </a:cubicBezTo>
                    <a:cubicBezTo>
                      <a:pt x="212338" y="1136"/>
                      <a:pt x="212338" y="568"/>
                      <a:pt x="211767" y="568"/>
                    </a:cubicBezTo>
                    <a:cubicBezTo>
                      <a:pt x="211196" y="568"/>
                      <a:pt x="211196" y="0"/>
                      <a:pt x="210625" y="0"/>
                    </a:cubicBezTo>
                    <a:cubicBezTo>
                      <a:pt x="210053" y="0"/>
                      <a:pt x="210053" y="0"/>
                      <a:pt x="209482" y="0"/>
                    </a:cubicBezTo>
                    <a:cubicBezTo>
                      <a:pt x="209482" y="0"/>
                      <a:pt x="208911" y="0"/>
                      <a:pt x="208911" y="0"/>
                    </a:cubicBezTo>
                    <a:lnTo>
                      <a:pt x="99796" y="0"/>
                    </a:lnTo>
                    <a:cubicBezTo>
                      <a:pt x="99796" y="0"/>
                      <a:pt x="99225" y="0"/>
                      <a:pt x="99225" y="0"/>
                    </a:cubicBezTo>
                    <a:cubicBezTo>
                      <a:pt x="98653" y="0"/>
                      <a:pt x="98082" y="0"/>
                      <a:pt x="98082" y="0"/>
                    </a:cubicBezTo>
                    <a:cubicBezTo>
                      <a:pt x="97511" y="0"/>
                      <a:pt x="97511" y="0"/>
                      <a:pt x="96939" y="568"/>
                    </a:cubicBezTo>
                    <a:cubicBezTo>
                      <a:pt x="96368" y="568"/>
                      <a:pt x="96368" y="1136"/>
                      <a:pt x="95797" y="1136"/>
                    </a:cubicBezTo>
                    <a:cubicBezTo>
                      <a:pt x="95797" y="1136"/>
                      <a:pt x="95226" y="1704"/>
                      <a:pt x="95226" y="1704"/>
                    </a:cubicBezTo>
                    <a:cubicBezTo>
                      <a:pt x="95226" y="1704"/>
                      <a:pt x="94654" y="2272"/>
                      <a:pt x="94654" y="2272"/>
                    </a:cubicBezTo>
                    <a:lnTo>
                      <a:pt x="964" y="88600"/>
                    </a:lnTo>
                    <a:cubicBezTo>
                      <a:pt x="-750" y="91440"/>
                      <a:pt x="-179" y="95416"/>
                      <a:pt x="2678" y="97687"/>
                    </a:cubicBezTo>
                    <a:lnTo>
                      <a:pt x="38669" y="120973"/>
                    </a:lnTo>
                    <a:cubicBezTo>
                      <a:pt x="41525" y="122677"/>
                      <a:pt x="45524" y="122109"/>
                      <a:pt x="47809" y="119270"/>
                    </a:cubicBezTo>
                    <a:lnTo>
                      <a:pt x="126646" y="55091"/>
                    </a:lnTo>
                    <a:lnTo>
                      <a:pt x="126646" y="55091"/>
                    </a:lnTo>
                    <a:lnTo>
                      <a:pt x="126646" y="264097"/>
                    </a:lnTo>
                    <a:cubicBezTo>
                      <a:pt x="126646" y="267505"/>
                      <a:pt x="129503" y="270344"/>
                      <a:pt x="132930" y="270344"/>
                    </a:cubicBezTo>
                    <a:lnTo>
                      <a:pt x="175776" y="270344"/>
                    </a:lnTo>
                    <a:cubicBezTo>
                      <a:pt x="179204" y="270344"/>
                      <a:pt x="182060" y="267505"/>
                      <a:pt x="182060" y="264097"/>
                    </a:cubicBezTo>
                    <a:lnTo>
                      <a:pt x="182060" y="55091"/>
                    </a:lnTo>
                    <a:lnTo>
                      <a:pt x="182060" y="55091"/>
                    </a:lnTo>
                    <a:lnTo>
                      <a:pt x="259755" y="118134"/>
                    </a:lnTo>
                    <a:cubicBezTo>
                      <a:pt x="261469" y="120973"/>
                      <a:pt x="265468" y="122109"/>
                      <a:pt x="268895" y="119838"/>
                    </a:cubicBezTo>
                    <a:lnTo>
                      <a:pt x="304886" y="96552"/>
                    </a:lnTo>
                    <a:cubicBezTo>
                      <a:pt x="307743" y="94848"/>
                      <a:pt x="308885" y="90872"/>
                      <a:pt x="306600" y="87464"/>
                    </a:cubicBezTo>
                    <a:lnTo>
                      <a:pt x="214052" y="2272"/>
                    </a:ln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</p:grpSp>
        <p:grpSp>
          <p:nvGrpSpPr>
            <p:cNvPr id="7" name="Graphic 14">
              <a:extLst>
                <a:ext uri="{FF2B5EF4-FFF2-40B4-BE49-F238E27FC236}">
                  <a16:creationId xmlns:a16="http://schemas.microsoft.com/office/drawing/2014/main" id="{82AEDC63-FC53-69C1-6419-F553CB983C9C}"/>
                </a:ext>
              </a:extLst>
            </p:cNvPr>
            <p:cNvGrpSpPr/>
            <p:nvPr/>
          </p:nvGrpSpPr>
          <p:grpSpPr>
            <a:xfrm>
              <a:off x="9979590" y="5189285"/>
              <a:ext cx="1830959" cy="370303"/>
              <a:chOff x="9979590" y="5189285"/>
              <a:chExt cx="1830959" cy="370303"/>
            </a:xfrm>
            <a:solidFill>
              <a:srgbClr val="FFFFFF"/>
            </a:solidFill>
          </p:grpSpPr>
          <p:sp>
            <p:nvSpPr>
              <p:cNvPr id="8" name="Freeform 7">
                <a:extLst>
                  <a:ext uri="{FF2B5EF4-FFF2-40B4-BE49-F238E27FC236}">
                    <a16:creationId xmlns:a16="http://schemas.microsoft.com/office/drawing/2014/main" id="{3416C1BF-E903-DB75-BC86-167E120F4759}"/>
                  </a:ext>
                </a:extLst>
              </p:cNvPr>
              <p:cNvSpPr/>
              <p:nvPr/>
            </p:nvSpPr>
            <p:spPr>
              <a:xfrm>
                <a:off x="9979590" y="5190988"/>
                <a:ext cx="451312" cy="284543"/>
              </a:xfrm>
              <a:custGeom>
                <a:avLst/>
                <a:gdLst>
                  <a:gd name="connsiteX0" fmla="*/ 425605 w 451312"/>
                  <a:gd name="connsiteY0" fmla="*/ 0 h 284543"/>
                  <a:gd name="connsiteX1" fmla="*/ 421606 w 451312"/>
                  <a:gd name="connsiteY1" fmla="*/ 3976 h 284543"/>
                  <a:gd name="connsiteX2" fmla="*/ 421606 w 451312"/>
                  <a:gd name="connsiteY2" fmla="*/ 233996 h 284543"/>
                  <a:gd name="connsiteX3" fmla="*/ 416465 w 451312"/>
                  <a:gd name="connsiteY3" fmla="*/ 249330 h 284543"/>
                  <a:gd name="connsiteX4" fmla="*/ 401611 w 451312"/>
                  <a:gd name="connsiteY4" fmla="*/ 255010 h 284543"/>
                  <a:gd name="connsiteX5" fmla="*/ 346197 w 451312"/>
                  <a:gd name="connsiteY5" fmla="*/ 255010 h 284543"/>
                  <a:gd name="connsiteX6" fmla="*/ 323346 w 451312"/>
                  <a:gd name="connsiteY6" fmla="*/ 248194 h 284543"/>
                  <a:gd name="connsiteX7" fmla="*/ 320489 w 451312"/>
                  <a:gd name="connsiteY7" fmla="*/ 238539 h 284543"/>
                  <a:gd name="connsiteX8" fmla="*/ 320489 w 451312"/>
                  <a:gd name="connsiteY8" fmla="*/ 136308 h 284543"/>
                  <a:gd name="connsiteX9" fmla="*/ 316490 w 451312"/>
                  <a:gd name="connsiteY9" fmla="*/ 132332 h 284543"/>
                  <a:gd name="connsiteX10" fmla="*/ 294210 w 451312"/>
                  <a:gd name="connsiteY10" fmla="*/ 132332 h 284543"/>
                  <a:gd name="connsiteX11" fmla="*/ 290211 w 451312"/>
                  <a:gd name="connsiteY11" fmla="*/ 136308 h 284543"/>
                  <a:gd name="connsiteX12" fmla="*/ 290211 w 451312"/>
                  <a:gd name="connsiteY12" fmla="*/ 233428 h 284543"/>
                  <a:gd name="connsiteX13" fmla="*/ 285070 w 451312"/>
                  <a:gd name="connsiteY13" fmla="*/ 249330 h 284543"/>
                  <a:gd name="connsiteX14" fmla="*/ 270216 w 451312"/>
                  <a:gd name="connsiteY14" fmla="*/ 253874 h 284543"/>
                  <a:gd name="connsiteX15" fmla="*/ 171956 w 451312"/>
                  <a:gd name="connsiteY15" fmla="*/ 253874 h 284543"/>
                  <a:gd name="connsiteX16" fmla="*/ 167957 w 451312"/>
                  <a:gd name="connsiteY16" fmla="*/ 249898 h 284543"/>
                  <a:gd name="connsiteX17" fmla="*/ 167957 w 451312"/>
                  <a:gd name="connsiteY17" fmla="*/ 190263 h 284543"/>
                  <a:gd name="connsiteX18" fmla="*/ 143392 w 451312"/>
                  <a:gd name="connsiteY18" fmla="*/ 131197 h 284543"/>
                  <a:gd name="connsiteX19" fmla="*/ 83979 w 451312"/>
                  <a:gd name="connsiteY19" fmla="*/ 106775 h 284543"/>
                  <a:gd name="connsiteX20" fmla="*/ 24565 w 451312"/>
                  <a:gd name="connsiteY20" fmla="*/ 131197 h 284543"/>
                  <a:gd name="connsiteX21" fmla="*/ 0 w 451312"/>
                  <a:gd name="connsiteY21" fmla="*/ 190263 h 284543"/>
                  <a:gd name="connsiteX22" fmla="*/ 0 w 451312"/>
                  <a:gd name="connsiteY22" fmla="*/ 201054 h 284543"/>
                  <a:gd name="connsiteX23" fmla="*/ 24565 w 451312"/>
                  <a:gd name="connsiteY23" fmla="*/ 260121 h 284543"/>
                  <a:gd name="connsiteX24" fmla="*/ 83979 w 451312"/>
                  <a:gd name="connsiteY24" fmla="*/ 284543 h 284543"/>
                  <a:gd name="connsiteX25" fmla="*/ 269074 w 451312"/>
                  <a:gd name="connsiteY25" fmla="*/ 284543 h 284543"/>
                  <a:gd name="connsiteX26" fmla="*/ 303922 w 451312"/>
                  <a:gd name="connsiteY26" fmla="*/ 273752 h 284543"/>
                  <a:gd name="connsiteX27" fmla="*/ 309064 w 451312"/>
                  <a:gd name="connsiteY27" fmla="*/ 273752 h 284543"/>
                  <a:gd name="connsiteX28" fmla="*/ 345054 w 451312"/>
                  <a:gd name="connsiteY28" fmla="*/ 284543 h 284543"/>
                  <a:gd name="connsiteX29" fmla="*/ 400469 w 451312"/>
                  <a:gd name="connsiteY29" fmla="*/ 284543 h 284543"/>
                  <a:gd name="connsiteX30" fmla="*/ 437602 w 451312"/>
                  <a:gd name="connsiteY30" fmla="*/ 270912 h 284543"/>
                  <a:gd name="connsiteX31" fmla="*/ 451313 w 451312"/>
                  <a:gd name="connsiteY31" fmla="*/ 233996 h 284543"/>
                  <a:gd name="connsiteX32" fmla="*/ 450742 w 451312"/>
                  <a:gd name="connsiteY32" fmla="*/ 3976 h 284543"/>
                  <a:gd name="connsiteX33" fmla="*/ 446743 w 451312"/>
                  <a:gd name="connsiteY33" fmla="*/ 0 h 284543"/>
                  <a:gd name="connsiteX34" fmla="*/ 425605 w 451312"/>
                  <a:gd name="connsiteY34" fmla="*/ 0 h 284543"/>
                  <a:gd name="connsiteX35" fmla="*/ 138250 w 451312"/>
                  <a:gd name="connsiteY35" fmla="*/ 250466 h 284543"/>
                  <a:gd name="connsiteX36" fmla="*/ 134251 w 451312"/>
                  <a:gd name="connsiteY36" fmla="*/ 254442 h 284543"/>
                  <a:gd name="connsiteX37" fmla="*/ 84550 w 451312"/>
                  <a:gd name="connsiteY37" fmla="*/ 254442 h 284543"/>
                  <a:gd name="connsiteX38" fmla="*/ 46845 w 451312"/>
                  <a:gd name="connsiteY38" fmla="*/ 238539 h 284543"/>
                  <a:gd name="connsiteX39" fmla="*/ 30849 w 451312"/>
                  <a:gd name="connsiteY39" fmla="*/ 200486 h 284543"/>
                  <a:gd name="connsiteX40" fmla="*/ 30849 w 451312"/>
                  <a:gd name="connsiteY40" fmla="*/ 192535 h 284543"/>
                  <a:gd name="connsiteX41" fmla="*/ 49702 w 451312"/>
                  <a:gd name="connsiteY41" fmla="*/ 149371 h 284543"/>
                  <a:gd name="connsiteX42" fmla="*/ 84550 w 451312"/>
                  <a:gd name="connsiteY42" fmla="*/ 136308 h 284543"/>
                  <a:gd name="connsiteX43" fmla="*/ 122826 w 451312"/>
                  <a:gd name="connsiteY43" fmla="*/ 151643 h 284543"/>
                  <a:gd name="connsiteX44" fmla="*/ 138822 w 451312"/>
                  <a:gd name="connsiteY44" fmla="*/ 189695 h 284543"/>
                  <a:gd name="connsiteX45" fmla="*/ 138822 w 451312"/>
                  <a:gd name="connsiteY45" fmla="*/ 250466 h 284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</a:cxnLst>
                <a:rect l="l" t="t" r="r" b="b"/>
                <a:pathLst>
                  <a:path w="451312" h="284543">
                    <a:moveTo>
                      <a:pt x="425605" y="0"/>
                    </a:moveTo>
                    <a:cubicBezTo>
                      <a:pt x="423320" y="0"/>
                      <a:pt x="421606" y="1704"/>
                      <a:pt x="421606" y="3976"/>
                    </a:cubicBezTo>
                    <a:lnTo>
                      <a:pt x="421606" y="233996"/>
                    </a:lnTo>
                    <a:cubicBezTo>
                      <a:pt x="421606" y="240811"/>
                      <a:pt x="419892" y="245923"/>
                      <a:pt x="416465" y="249330"/>
                    </a:cubicBezTo>
                    <a:cubicBezTo>
                      <a:pt x="413037" y="252738"/>
                      <a:pt x="407895" y="254442"/>
                      <a:pt x="401611" y="255010"/>
                    </a:cubicBezTo>
                    <a:lnTo>
                      <a:pt x="346197" y="255010"/>
                    </a:lnTo>
                    <a:cubicBezTo>
                      <a:pt x="335343" y="255010"/>
                      <a:pt x="327916" y="252738"/>
                      <a:pt x="323346" y="248194"/>
                    </a:cubicBezTo>
                    <a:cubicBezTo>
                      <a:pt x="321061" y="245923"/>
                      <a:pt x="320489" y="243083"/>
                      <a:pt x="320489" y="238539"/>
                    </a:cubicBezTo>
                    <a:lnTo>
                      <a:pt x="320489" y="136308"/>
                    </a:lnTo>
                    <a:cubicBezTo>
                      <a:pt x="320489" y="134036"/>
                      <a:pt x="318776" y="132332"/>
                      <a:pt x="316490" y="132332"/>
                    </a:cubicBezTo>
                    <a:lnTo>
                      <a:pt x="294210" y="132332"/>
                    </a:lnTo>
                    <a:cubicBezTo>
                      <a:pt x="291925" y="132332"/>
                      <a:pt x="290211" y="134036"/>
                      <a:pt x="290211" y="136308"/>
                    </a:cubicBezTo>
                    <a:lnTo>
                      <a:pt x="290211" y="233428"/>
                    </a:lnTo>
                    <a:cubicBezTo>
                      <a:pt x="290211" y="240811"/>
                      <a:pt x="288497" y="245923"/>
                      <a:pt x="285070" y="249330"/>
                    </a:cubicBezTo>
                    <a:cubicBezTo>
                      <a:pt x="282213" y="252738"/>
                      <a:pt x="277072" y="253874"/>
                      <a:pt x="270216" y="253874"/>
                    </a:cubicBezTo>
                    <a:lnTo>
                      <a:pt x="171956" y="253874"/>
                    </a:lnTo>
                    <a:cubicBezTo>
                      <a:pt x="169671" y="253874"/>
                      <a:pt x="167957" y="252170"/>
                      <a:pt x="167957" y="249898"/>
                    </a:cubicBezTo>
                    <a:lnTo>
                      <a:pt x="167957" y="190263"/>
                    </a:lnTo>
                    <a:cubicBezTo>
                      <a:pt x="167957" y="166977"/>
                      <a:pt x="159959" y="147667"/>
                      <a:pt x="143392" y="131197"/>
                    </a:cubicBezTo>
                    <a:cubicBezTo>
                      <a:pt x="126825" y="114726"/>
                      <a:pt x="107401" y="106775"/>
                      <a:pt x="83979" y="106775"/>
                    </a:cubicBezTo>
                    <a:cubicBezTo>
                      <a:pt x="60556" y="106775"/>
                      <a:pt x="41132" y="114726"/>
                      <a:pt x="24565" y="131197"/>
                    </a:cubicBezTo>
                    <a:cubicBezTo>
                      <a:pt x="7998" y="147667"/>
                      <a:pt x="0" y="166977"/>
                      <a:pt x="0" y="190263"/>
                    </a:cubicBezTo>
                    <a:lnTo>
                      <a:pt x="0" y="201054"/>
                    </a:lnTo>
                    <a:cubicBezTo>
                      <a:pt x="0" y="224340"/>
                      <a:pt x="7998" y="243651"/>
                      <a:pt x="24565" y="260121"/>
                    </a:cubicBezTo>
                    <a:cubicBezTo>
                      <a:pt x="41132" y="276592"/>
                      <a:pt x="60556" y="284543"/>
                      <a:pt x="83979" y="284543"/>
                    </a:cubicBezTo>
                    <a:lnTo>
                      <a:pt x="269074" y="284543"/>
                    </a:lnTo>
                    <a:cubicBezTo>
                      <a:pt x="285070" y="284543"/>
                      <a:pt x="296495" y="281135"/>
                      <a:pt x="303922" y="273752"/>
                    </a:cubicBezTo>
                    <a:cubicBezTo>
                      <a:pt x="305065" y="272616"/>
                      <a:pt x="307350" y="272616"/>
                      <a:pt x="309064" y="273752"/>
                    </a:cubicBezTo>
                    <a:cubicBezTo>
                      <a:pt x="318204" y="282271"/>
                      <a:pt x="334200" y="284543"/>
                      <a:pt x="345054" y="284543"/>
                    </a:cubicBezTo>
                    <a:lnTo>
                      <a:pt x="400469" y="284543"/>
                    </a:lnTo>
                    <a:cubicBezTo>
                      <a:pt x="415894" y="284543"/>
                      <a:pt x="427890" y="280000"/>
                      <a:pt x="437602" y="270912"/>
                    </a:cubicBezTo>
                    <a:cubicBezTo>
                      <a:pt x="446743" y="261825"/>
                      <a:pt x="451313" y="249330"/>
                      <a:pt x="451313" y="233996"/>
                    </a:cubicBezTo>
                    <a:lnTo>
                      <a:pt x="450742" y="3976"/>
                    </a:lnTo>
                    <a:cubicBezTo>
                      <a:pt x="450742" y="1704"/>
                      <a:pt x="449028" y="0"/>
                      <a:pt x="446743" y="0"/>
                    </a:cubicBezTo>
                    <a:lnTo>
                      <a:pt x="425605" y="0"/>
                    </a:lnTo>
                    <a:close/>
                    <a:moveTo>
                      <a:pt x="138250" y="250466"/>
                    </a:moveTo>
                    <a:cubicBezTo>
                      <a:pt x="138250" y="252738"/>
                      <a:pt x="136536" y="254442"/>
                      <a:pt x="134251" y="254442"/>
                    </a:cubicBezTo>
                    <a:lnTo>
                      <a:pt x="84550" y="254442"/>
                    </a:lnTo>
                    <a:cubicBezTo>
                      <a:pt x="69696" y="254442"/>
                      <a:pt x="57128" y="249330"/>
                      <a:pt x="46845" y="238539"/>
                    </a:cubicBezTo>
                    <a:cubicBezTo>
                      <a:pt x="36562" y="228316"/>
                      <a:pt x="30849" y="215253"/>
                      <a:pt x="30849" y="200486"/>
                    </a:cubicBezTo>
                    <a:lnTo>
                      <a:pt x="30849" y="192535"/>
                    </a:lnTo>
                    <a:cubicBezTo>
                      <a:pt x="30849" y="176065"/>
                      <a:pt x="37133" y="160162"/>
                      <a:pt x="49702" y="149371"/>
                    </a:cubicBezTo>
                    <a:cubicBezTo>
                      <a:pt x="59413" y="140852"/>
                      <a:pt x="71410" y="136308"/>
                      <a:pt x="84550" y="136308"/>
                    </a:cubicBezTo>
                    <a:cubicBezTo>
                      <a:pt x="99403" y="136308"/>
                      <a:pt x="111971" y="141420"/>
                      <a:pt x="122826" y="151643"/>
                    </a:cubicBezTo>
                    <a:cubicBezTo>
                      <a:pt x="133109" y="161866"/>
                      <a:pt x="138822" y="174929"/>
                      <a:pt x="138822" y="189695"/>
                    </a:cubicBezTo>
                    <a:lnTo>
                      <a:pt x="138822" y="250466"/>
                    </a:ln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9" name="Freeform 8">
                <a:extLst>
                  <a:ext uri="{FF2B5EF4-FFF2-40B4-BE49-F238E27FC236}">
                    <a16:creationId xmlns:a16="http://schemas.microsoft.com/office/drawing/2014/main" id="{0284744A-46F5-F8E1-4508-5A1D46282146}"/>
                  </a:ext>
                </a:extLst>
              </p:cNvPr>
              <p:cNvSpPr/>
              <p:nvPr/>
            </p:nvSpPr>
            <p:spPr>
              <a:xfrm>
                <a:off x="10493173" y="5190988"/>
                <a:ext cx="483304" cy="285111"/>
              </a:xfrm>
              <a:custGeom>
                <a:avLst/>
                <a:gdLst>
                  <a:gd name="connsiteX0" fmla="*/ 458168 w 483304"/>
                  <a:gd name="connsiteY0" fmla="*/ 0 h 285111"/>
                  <a:gd name="connsiteX1" fmla="*/ 454169 w 483304"/>
                  <a:gd name="connsiteY1" fmla="*/ 3976 h 285111"/>
                  <a:gd name="connsiteX2" fmla="*/ 454169 w 483304"/>
                  <a:gd name="connsiteY2" fmla="*/ 233996 h 285111"/>
                  <a:gd name="connsiteX3" fmla="*/ 449028 w 483304"/>
                  <a:gd name="connsiteY3" fmla="*/ 249330 h 285111"/>
                  <a:gd name="connsiteX4" fmla="*/ 434174 w 483304"/>
                  <a:gd name="connsiteY4" fmla="*/ 254442 h 285111"/>
                  <a:gd name="connsiteX5" fmla="*/ 311349 w 483304"/>
                  <a:gd name="connsiteY5" fmla="*/ 254442 h 285111"/>
                  <a:gd name="connsiteX6" fmla="*/ 290783 w 483304"/>
                  <a:gd name="connsiteY6" fmla="*/ 247626 h 285111"/>
                  <a:gd name="connsiteX7" fmla="*/ 286784 w 483304"/>
                  <a:gd name="connsiteY7" fmla="*/ 241379 h 285111"/>
                  <a:gd name="connsiteX8" fmla="*/ 286784 w 483304"/>
                  <a:gd name="connsiteY8" fmla="*/ 238539 h 285111"/>
                  <a:gd name="connsiteX9" fmla="*/ 295924 w 483304"/>
                  <a:gd name="connsiteY9" fmla="*/ 201054 h 285111"/>
                  <a:gd name="connsiteX10" fmla="*/ 295924 w 483304"/>
                  <a:gd name="connsiteY10" fmla="*/ 190263 h 285111"/>
                  <a:gd name="connsiteX11" fmla="*/ 271359 w 483304"/>
                  <a:gd name="connsiteY11" fmla="*/ 131197 h 285111"/>
                  <a:gd name="connsiteX12" fmla="*/ 211946 w 483304"/>
                  <a:gd name="connsiteY12" fmla="*/ 106775 h 285111"/>
                  <a:gd name="connsiteX13" fmla="*/ 152532 w 483304"/>
                  <a:gd name="connsiteY13" fmla="*/ 131197 h 285111"/>
                  <a:gd name="connsiteX14" fmla="*/ 127967 w 483304"/>
                  <a:gd name="connsiteY14" fmla="*/ 190263 h 285111"/>
                  <a:gd name="connsiteX15" fmla="*/ 127967 w 483304"/>
                  <a:gd name="connsiteY15" fmla="*/ 250466 h 285111"/>
                  <a:gd name="connsiteX16" fmla="*/ 123968 w 483304"/>
                  <a:gd name="connsiteY16" fmla="*/ 254442 h 285111"/>
                  <a:gd name="connsiteX17" fmla="*/ 50273 w 483304"/>
                  <a:gd name="connsiteY17" fmla="*/ 254442 h 285111"/>
                  <a:gd name="connsiteX18" fmla="*/ 35420 w 483304"/>
                  <a:gd name="connsiteY18" fmla="*/ 249898 h 285111"/>
                  <a:gd name="connsiteX19" fmla="*/ 30278 w 483304"/>
                  <a:gd name="connsiteY19" fmla="*/ 233996 h 285111"/>
                  <a:gd name="connsiteX20" fmla="*/ 30278 w 483304"/>
                  <a:gd name="connsiteY20" fmla="*/ 3976 h 285111"/>
                  <a:gd name="connsiteX21" fmla="*/ 26279 w 483304"/>
                  <a:gd name="connsiteY21" fmla="*/ 0 h 285111"/>
                  <a:gd name="connsiteX22" fmla="*/ 3999 w 483304"/>
                  <a:gd name="connsiteY22" fmla="*/ 0 h 285111"/>
                  <a:gd name="connsiteX23" fmla="*/ 0 w 483304"/>
                  <a:gd name="connsiteY23" fmla="*/ 3976 h 285111"/>
                  <a:gd name="connsiteX24" fmla="*/ 0 w 483304"/>
                  <a:gd name="connsiteY24" fmla="*/ 233996 h 285111"/>
                  <a:gd name="connsiteX25" fmla="*/ 13711 w 483304"/>
                  <a:gd name="connsiteY25" fmla="*/ 270912 h 285111"/>
                  <a:gd name="connsiteX26" fmla="*/ 50844 w 483304"/>
                  <a:gd name="connsiteY26" fmla="*/ 284543 h 285111"/>
                  <a:gd name="connsiteX27" fmla="*/ 211374 w 483304"/>
                  <a:gd name="connsiteY27" fmla="*/ 284543 h 285111"/>
                  <a:gd name="connsiteX28" fmla="*/ 268503 w 483304"/>
                  <a:gd name="connsiteY28" fmla="*/ 262393 h 285111"/>
                  <a:gd name="connsiteX29" fmla="*/ 273644 w 483304"/>
                  <a:gd name="connsiteY29" fmla="*/ 269208 h 285111"/>
                  <a:gd name="connsiteX30" fmla="*/ 315348 w 483304"/>
                  <a:gd name="connsiteY30" fmla="*/ 285111 h 285111"/>
                  <a:gd name="connsiteX31" fmla="*/ 432461 w 483304"/>
                  <a:gd name="connsiteY31" fmla="*/ 285111 h 285111"/>
                  <a:gd name="connsiteX32" fmla="*/ 469594 w 483304"/>
                  <a:gd name="connsiteY32" fmla="*/ 271480 h 285111"/>
                  <a:gd name="connsiteX33" fmla="*/ 483305 w 483304"/>
                  <a:gd name="connsiteY33" fmla="*/ 234563 h 285111"/>
                  <a:gd name="connsiteX34" fmla="*/ 483305 w 483304"/>
                  <a:gd name="connsiteY34" fmla="*/ 4544 h 285111"/>
                  <a:gd name="connsiteX35" fmla="*/ 479306 w 483304"/>
                  <a:gd name="connsiteY35" fmla="*/ 568 h 285111"/>
                  <a:gd name="connsiteX36" fmla="*/ 458168 w 483304"/>
                  <a:gd name="connsiteY36" fmla="*/ 568 h 285111"/>
                  <a:gd name="connsiteX37" fmla="*/ 266218 w 483304"/>
                  <a:gd name="connsiteY37" fmla="*/ 200486 h 285111"/>
                  <a:gd name="connsiteX38" fmla="*/ 253078 w 483304"/>
                  <a:gd name="connsiteY38" fmla="*/ 235131 h 285111"/>
                  <a:gd name="connsiteX39" fmla="*/ 209661 w 483304"/>
                  <a:gd name="connsiteY39" fmla="*/ 253874 h 285111"/>
                  <a:gd name="connsiteX40" fmla="*/ 162815 w 483304"/>
                  <a:gd name="connsiteY40" fmla="*/ 253874 h 285111"/>
                  <a:gd name="connsiteX41" fmla="*/ 158817 w 483304"/>
                  <a:gd name="connsiteY41" fmla="*/ 249898 h 285111"/>
                  <a:gd name="connsiteX42" fmla="*/ 158817 w 483304"/>
                  <a:gd name="connsiteY42" fmla="*/ 192535 h 285111"/>
                  <a:gd name="connsiteX43" fmla="*/ 177669 w 483304"/>
                  <a:gd name="connsiteY43" fmla="*/ 149371 h 285111"/>
                  <a:gd name="connsiteX44" fmla="*/ 212517 w 483304"/>
                  <a:gd name="connsiteY44" fmla="*/ 136308 h 285111"/>
                  <a:gd name="connsiteX45" fmla="*/ 250793 w 483304"/>
                  <a:gd name="connsiteY45" fmla="*/ 151643 h 285111"/>
                  <a:gd name="connsiteX46" fmla="*/ 266789 w 483304"/>
                  <a:gd name="connsiteY46" fmla="*/ 189695 h 285111"/>
                  <a:gd name="connsiteX47" fmla="*/ 266789 w 483304"/>
                  <a:gd name="connsiteY47" fmla="*/ 200486 h 2851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</a:cxnLst>
                <a:rect l="l" t="t" r="r" b="b"/>
                <a:pathLst>
                  <a:path w="483304" h="285111">
                    <a:moveTo>
                      <a:pt x="458168" y="0"/>
                    </a:moveTo>
                    <a:cubicBezTo>
                      <a:pt x="455883" y="0"/>
                      <a:pt x="454169" y="1704"/>
                      <a:pt x="454169" y="3976"/>
                    </a:cubicBezTo>
                    <a:lnTo>
                      <a:pt x="454169" y="233996"/>
                    </a:lnTo>
                    <a:cubicBezTo>
                      <a:pt x="454169" y="240811"/>
                      <a:pt x="452456" y="245923"/>
                      <a:pt x="449028" y="249330"/>
                    </a:cubicBezTo>
                    <a:cubicBezTo>
                      <a:pt x="446171" y="252738"/>
                      <a:pt x="441030" y="254442"/>
                      <a:pt x="434174" y="254442"/>
                    </a:cubicBezTo>
                    <a:lnTo>
                      <a:pt x="311349" y="254442"/>
                    </a:lnTo>
                    <a:cubicBezTo>
                      <a:pt x="302208" y="254442"/>
                      <a:pt x="295353" y="252170"/>
                      <a:pt x="290783" y="247626"/>
                    </a:cubicBezTo>
                    <a:cubicBezTo>
                      <a:pt x="289069" y="245923"/>
                      <a:pt x="287926" y="243651"/>
                      <a:pt x="286784" y="241379"/>
                    </a:cubicBezTo>
                    <a:cubicBezTo>
                      <a:pt x="286212" y="240243"/>
                      <a:pt x="286784" y="239107"/>
                      <a:pt x="286784" y="238539"/>
                    </a:cubicBezTo>
                    <a:cubicBezTo>
                      <a:pt x="292497" y="226612"/>
                      <a:pt x="295924" y="214117"/>
                      <a:pt x="295924" y="201054"/>
                    </a:cubicBezTo>
                    <a:lnTo>
                      <a:pt x="295924" y="190263"/>
                    </a:lnTo>
                    <a:cubicBezTo>
                      <a:pt x="295924" y="166977"/>
                      <a:pt x="287926" y="147667"/>
                      <a:pt x="271359" y="131197"/>
                    </a:cubicBezTo>
                    <a:cubicBezTo>
                      <a:pt x="254792" y="114726"/>
                      <a:pt x="235368" y="106775"/>
                      <a:pt x="211946" y="106775"/>
                    </a:cubicBezTo>
                    <a:cubicBezTo>
                      <a:pt x="188523" y="106775"/>
                      <a:pt x="169100" y="114726"/>
                      <a:pt x="152532" y="131197"/>
                    </a:cubicBezTo>
                    <a:cubicBezTo>
                      <a:pt x="135965" y="147667"/>
                      <a:pt x="127967" y="166977"/>
                      <a:pt x="127967" y="190263"/>
                    </a:cubicBezTo>
                    <a:lnTo>
                      <a:pt x="127967" y="250466"/>
                    </a:lnTo>
                    <a:cubicBezTo>
                      <a:pt x="127967" y="252738"/>
                      <a:pt x="126253" y="254442"/>
                      <a:pt x="123968" y="254442"/>
                    </a:cubicBezTo>
                    <a:lnTo>
                      <a:pt x="50273" y="254442"/>
                    </a:lnTo>
                    <a:cubicBezTo>
                      <a:pt x="43417" y="254442"/>
                      <a:pt x="38847" y="252738"/>
                      <a:pt x="35420" y="249898"/>
                    </a:cubicBezTo>
                    <a:cubicBezTo>
                      <a:pt x="31992" y="246490"/>
                      <a:pt x="30278" y="241379"/>
                      <a:pt x="30278" y="233996"/>
                    </a:cubicBezTo>
                    <a:lnTo>
                      <a:pt x="30278" y="3976"/>
                    </a:lnTo>
                    <a:cubicBezTo>
                      <a:pt x="30278" y="1704"/>
                      <a:pt x="28564" y="0"/>
                      <a:pt x="26279" y="0"/>
                    </a:cubicBezTo>
                    <a:lnTo>
                      <a:pt x="3999" y="0"/>
                    </a:lnTo>
                    <a:cubicBezTo>
                      <a:pt x="1714" y="0"/>
                      <a:pt x="0" y="1704"/>
                      <a:pt x="0" y="3976"/>
                    </a:cubicBezTo>
                    <a:lnTo>
                      <a:pt x="0" y="233996"/>
                    </a:lnTo>
                    <a:cubicBezTo>
                      <a:pt x="0" y="249898"/>
                      <a:pt x="4570" y="261825"/>
                      <a:pt x="13711" y="270912"/>
                    </a:cubicBezTo>
                    <a:cubicBezTo>
                      <a:pt x="22851" y="280000"/>
                      <a:pt x="34848" y="284543"/>
                      <a:pt x="50844" y="284543"/>
                    </a:cubicBezTo>
                    <a:lnTo>
                      <a:pt x="211374" y="284543"/>
                    </a:lnTo>
                    <a:cubicBezTo>
                      <a:pt x="233083" y="284543"/>
                      <a:pt x="251935" y="277160"/>
                      <a:pt x="268503" y="262393"/>
                    </a:cubicBezTo>
                    <a:cubicBezTo>
                      <a:pt x="270217" y="264665"/>
                      <a:pt x="271930" y="266937"/>
                      <a:pt x="273644" y="269208"/>
                    </a:cubicBezTo>
                    <a:cubicBezTo>
                      <a:pt x="284499" y="280000"/>
                      <a:pt x="298209" y="285111"/>
                      <a:pt x="315348" y="285111"/>
                    </a:cubicBezTo>
                    <a:lnTo>
                      <a:pt x="432461" y="285111"/>
                    </a:lnTo>
                    <a:cubicBezTo>
                      <a:pt x="447885" y="285111"/>
                      <a:pt x="459882" y="280567"/>
                      <a:pt x="469594" y="271480"/>
                    </a:cubicBezTo>
                    <a:cubicBezTo>
                      <a:pt x="478735" y="262393"/>
                      <a:pt x="483305" y="249898"/>
                      <a:pt x="483305" y="234563"/>
                    </a:cubicBezTo>
                    <a:lnTo>
                      <a:pt x="483305" y="4544"/>
                    </a:lnTo>
                    <a:cubicBezTo>
                      <a:pt x="483305" y="2272"/>
                      <a:pt x="481591" y="568"/>
                      <a:pt x="479306" y="568"/>
                    </a:cubicBezTo>
                    <a:lnTo>
                      <a:pt x="458168" y="568"/>
                    </a:lnTo>
                    <a:close/>
                    <a:moveTo>
                      <a:pt x="266218" y="200486"/>
                    </a:moveTo>
                    <a:cubicBezTo>
                      <a:pt x="266218" y="213549"/>
                      <a:pt x="261647" y="225476"/>
                      <a:pt x="253078" y="235131"/>
                    </a:cubicBezTo>
                    <a:cubicBezTo>
                      <a:pt x="242224" y="247626"/>
                      <a:pt x="226228" y="253874"/>
                      <a:pt x="209661" y="253874"/>
                    </a:cubicBezTo>
                    <a:lnTo>
                      <a:pt x="162815" y="253874"/>
                    </a:lnTo>
                    <a:cubicBezTo>
                      <a:pt x="160530" y="253874"/>
                      <a:pt x="158817" y="252170"/>
                      <a:pt x="158817" y="249898"/>
                    </a:cubicBezTo>
                    <a:lnTo>
                      <a:pt x="158817" y="192535"/>
                    </a:lnTo>
                    <a:cubicBezTo>
                      <a:pt x="158817" y="176065"/>
                      <a:pt x="165101" y="160162"/>
                      <a:pt x="177669" y="149371"/>
                    </a:cubicBezTo>
                    <a:cubicBezTo>
                      <a:pt x="187381" y="140852"/>
                      <a:pt x="199378" y="136308"/>
                      <a:pt x="212517" y="136308"/>
                    </a:cubicBezTo>
                    <a:cubicBezTo>
                      <a:pt x="227370" y="136308"/>
                      <a:pt x="239939" y="141420"/>
                      <a:pt x="250793" y="151643"/>
                    </a:cubicBezTo>
                    <a:cubicBezTo>
                      <a:pt x="261076" y="161866"/>
                      <a:pt x="266789" y="174929"/>
                      <a:pt x="266789" y="189695"/>
                    </a:cubicBezTo>
                    <a:lnTo>
                      <a:pt x="266789" y="200486"/>
                    </a:ln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10" name="Freeform 9">
                <a:extLst>
                  <a:ext uri="{FF2B5EF4-FFF2-40B4-BE49-F238E27FC236}">
                    <a16:creationId xmlns:a16="http://schemas.microsoft.com/office/drawing/2014/main" id="{120DE049-0A7B-B40A-89EF-14B0FB2E2C97}"/>
                  </a:ext>
                </a:extLst>
              </p:cNvPr>
              <p:cNvSpPr/>
              <p:nvPr/>
            </p:nvSpPr>
            <p:spPr>
              <a:xfrm>
                <a:off x="11039890" y="5190420"/>
                <a:ext cx="30277" cy="285111"/>
              </a:xfrm>
              <a:custGeom>
                <a:avLst/>
                <a:gdLst>
                  <a:gd name="connsiteX0" fmla="*/ 30278 w 30277"/>
                  <a:gd name="connsiteY0" fmla="*/ 3976 h 285111"/>
                  <a:gd name="connsiteX1" fmla="*/ 26279 w 30277"/>
                  <a:gd name="connsiteY1" fmla="*/ 0 h 285111"/>
                  <a:gd name="connsiteX2" fmla="*/ 3999 w 30277"/>
                  <a:gd name="connsiteY2" fmla="*/ 0 h 285111"/>
                  <a:gd name="connsiteX3" fmla="*/ 0 w 30277"/>
                  <a:gd name="connsiteY3" fmla="*/ 3976 h 285111"/>
                  <a:gd name="connsiteX4" fmla="*/ 0 w 30277"/>
                  <a:gd name="connsiteY4" fmla="*/ 119270 h 285111"/>
                  <a:gd name="connsiteX5" fmla="*/ 0 w 30277"/>
                  <a:gd name="connsiteY5" fmla="*/ 119270 h 285111"/>
                  <a:gd name="connsiteX6" fmla="*/ 0 w 30277"/>
                  <a:gd name="connsiteY6" fmla="*/ 281135 h 285111"/>
                  <a:gd name="connsiteX7" fmla="*/ 3999 w 30277"/>
                  <a:gd name="connsiteY7" fmla="*/ 285111 h 285111"/>
                  <a:gd name="connsiteX8" fmla="*/ 26279 w 30277"/>
                  <a:gd name="connsiteY8" fmla="*/ 285111 h 285111"/>
                  <a:gd name="connsiteX9" fmla="*/ 30278 w 30277"/>
                  <a:gd name="connsiteY9" fmla="*/ 281135 h 285111"/>
                  <a:gd name="connsiteX10" fmla="*/ 30278 w 30277"/>
                  <a:gd name="connsiteY10" fmla="*/ 101663 h 285111"/>
                  <a:gd name="connsiteX11" fmla="*/ 30278 w 30277"/>
                  <a:gd name="connsiteY11" fmla="*/ 101663 h 285111"/>
                  <a:gd name="connsiteX12" fmla="*/ 30278 w 30277"/>
                  <a:gd name="connsiteY12" fmla="*/ 3976 h 2851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0277" h="285111">
                    <a:moveTo>
                      <a:pt x="30278" y="3976"/>
                    </a:moveTo>
                    <a:cubicBezTo>
                      <a:pt x="30278" y="1704"/>
                      <a:pt x="28564" y="0"/>
                      <a:pt x="26279" y="0"/>
                    </a:cubicBezTo>
                    <a:lnTo>
                      <a:pt x="3999" y="0"/>
                    </a:lnTo>
                    <a:cubicBezTo>
                      <a:pt x="1714" y="0"/>
                      <a:pt x="0" y="1704"/>
                      <a:pt x="0" y="3976"/>
                    </a:cubicBezTo>
                    <a:lnTo>
                      <a:pt x="0" y="119270"/>
                    </a:lnTo>
                    <a:lnTo>
                      <a:pt x="0" y="119270"/>
                    </a:lnTo>
                    <a:lnTo>
                      <a:pt x="0" y="281135"/>
                    </a:lnTo>
                    <a:cubicBezTo>
                      <a:pt x="0" y="283407"/>
                      <a:pt x="1714" y="285111"/>
                      <a:pt x="3999" y="285111"/>
                    </a:cubicBezTo>
                    <a:lnTo>
                      <a:pt x="26279" y="285111"/>
                    </a:lnTo>
                    <a:cubicBezTo>
                      <a:pt x="28564" y="285111"/>
                      <a:pt x="30278" y="283407"/>
                      <a:pt x="30278" y="281135"/>
                    </a:cubicBezTo>
                    <a:lnTo>
                      <a:pt x="30278" y="101663"/>
                    </a:lnTo>
                    <a:lnTo>
                      <a:pt x="30278" y="101663"/>
                    </a:lnTo>
                    <a:lnTo>
                      <a:pt x="30278" y="3976"/>
                    </a:ln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11" name="Freeform 10">
                <a:extLst>
                  <a:ext uri="{FF2B5EF4-FFF2-40B4-BE49-F238E27FC236}">
                    <a16:creationId xmlns:a16="http://schemas.microsoft.com/office/drawing/2014/main" id="{0F692434-01C9-5383-249E-B04158159215}"/>
                  </a:ext>
                </a:extLst>
              </p:cNvPr>
              <p:cNvSpPr/>
              <p:nvPr/>
            </p:nvSpPr>
            <p:spPr>
              <a:xfrm>
                <a:off x="11211274" y="5292084"/>
                <a:ext cx="249650" cy="267504"/>
              </a:xfrm>
              <a:custGeom>
                <a:avLst/>
                <a:gdLst>
                  <a:gd name="connsiteX0" fmla="*/ 159388 w 249650"/>
                  <a:gd name="connsiteY0" fmla="*/ 0 h 267504"/>
                  <a:gd name="connsiteX1" fmla="*/ 95975 w 249650"/>
                  <a:gd name="connsiteY1" fmla="*/ 26126 h 267504"/>
                  <a:gd name="connsiteX2" fmla="*/ 69696 w 249650"/>
                  <a:gd name="connsiteY2" fmla="*/ 89168 h 267504"/>
                  <a:gd name="connsiteX3" fmla="*/ 69696 w 249650"/>
                  <a:gd name="connsiteY3" fmla="*/ 141420 h 267504"/>
                  <a:gd name="connsiteX4" fmla="*/ 62270 w 249650"/>
                  <a:gd name="connsiteY4" fmla="*/ 141420 h 267504"/>
                  <a:gd name="connsiteX5" fmla="*/ 18281 w 249650"/>
                  <a:gd name="connsiteY5" fmla="*/ 159594 h 267504"/>
                  <a:gd name="connsiteX6" fmla="*/ 0 w 249650"/>
                  <a:gd name="connsiteY6" fmla="*/ 203326 h 267504"/>
                  <a:gd name="connsiteX7" fmla="*/ 0 w 249650"/>
                  <a:gd name="connsiteY7" fmla="*/ 263529 h 267504"/>
                  <a:gd name="connsiteX8" fmla="*/ 3999 w 249650"/>
                  <a:gd name="connsiteY8" fmla="*/ 267505 h 267504"/>
                  <a:gd name="connsiteX9" fmla="*/ 37705 w 249650"/>
                  <a:gd name="connsiteY9" fmla="*/ 267505 h 267504"/>
                  <a:gd name="connsiteX10" fmla="*/ 41704 w 249650"/>
                  <a:gd name="connsiteY10" fmla="*/ 263529 h 267504"/>
                  <a:gd name="connsiteX11" fmla="*/ 42275 w 249650"/>
                  <a:gd name="connsiteY11" fmla="*/ 203326 h 267504"/>
                  <a:gd name="connsiteX12" fmla="*/ 48559 w 249650"/>
                  <a:gd name="connsiteY12" fmla="*/ 188560 h 267504"/>
                  <a:gd name="connsiteX13" fmla="*/ 62841 w 249650"/>
                  <a:gd name="connsiteY13" fmla="*/ 182880 h 267504"/>
                  <a:gd name="connsiteX14" fmla="*/ 159959 w 249650"/>
                  <a:gd name="connsiteY14" fmla="*/ 182880 h 267504"/>
                  <a:gd name="connsiteX15" fmla="*/ 223371 w 249650"/>
                  <a:gd name="connsiteY15" fmla="*/ 156754 h 267504"/>
                  <a:gd name="connsiteX16" fmla="*/ 249650 w 249650"/>
                  <a:gd name="connsiteY16" fmla="*/ 93712 h 267504"/>
                  <a:gd name="connsiteX17" fmla="*/ 249650 w 249650"/>
                  <a:gd name="connsiteY17" fmla="*/ 89168 h 267504"/>
                  <a:gd name="connsiteX18" fmla="*/ 223371 w 249650"/>
                  <a:gd name="connsiteY18" fmla="*/ 26126 h 267504"/>
                  <a:gd name="connsiteX19" fmla="*/ 159388 w 249650"/>
                  <a:gd name="connsiteY19" fmla="*/ 0 h 267504"/>
                  <a:gd name="connsiteX20" fmla="*/ 207375 w 249650"/>
                  <a:gd name="connsiteY20" fmla="*/ 93712 h 267504"/>
                  <a:gd name="connsiteX21" fmla="*/ 193093 w 249650"/>
                  <a:gd name="connsiteY21" fmla="*/ 127789 h 267504"/>
                  <a:gd name="connsiteX22" fmla="*/ 159388 w 249650"/>
                  <a:gd name="connsiteY22" fmla="*/ 141988 h 267504"/>
                  <a:gd name="connsiteX23" fmla="*/ 114828 w 249650"/>
                  <a:gd name="connsiteY23" fmla="*/ 141988 h 267504"/>
                  <a:gd name="connsiteX24" fmla="*/ 110829 w 249650"/>
                  <a:gd name="connsiteY24" fmla="*/ 138012 h 267504"/>
                  <a:gd name="connsiteX25" fmla="*/ 110829 w 249650"/>
                  <a:gd name="connsiteY25" fmla="*/ 89736 h 267504"/>
                  <a:gd name="connsiteX26" fmla="*/ 125111 w 249650"/>
                  <a:gd name="connsiteY26" fmla="*/ 56227 h 267504"/>
                  <a:gd name="connsiteX27" fmla="*/ 157674 w 249650"/>
                  <a:gd name="connsiteY27" fmla="*/ 42596 h 267504"/>
                  <a:gd name="connsiteX28" fmla="*/ 193665 w 249650"/>
                  <a:gd name="connsiteY28" fmla="*/ 57363 h 267504"/>
                  <a:gd name="connsiteX29" fmla="*/ 206804 w 249650"/>
                  <a:gd name="connsiteY29" fmla="*/ 90304 h 267504"/>
                  <a:gd name="connsiteX30" fmla="*/ 206804 w 249650"/>
                  <a:gd name="connsiteY30" fmla="*/ 93712 h 2675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249650" h="267504">
                    <a:moveTo>
                      <a:pt x="159388" y="0"/>
                    </a:moveTo>
                    <a:cubicBezTo>
                      <a:pt x="134251" y="0"/>
                      <a:pt x="113685" y="8519"/>
                      <a:pt x="95975" y="26126"/>
                    </a:cubicBezTo>
                    <a:cubicBezTo>
                      <a:pt x="78266" y="43732"/>
                      <a:pt x="69696" y="64178"/>
                      <a:pt x="69696" y="89168"/>
                    </a:cubicBezTo>
                    <a:lnTo>
                      <a:pt x="69696" y="141420"/>
                    </a:lnTo>
                    <a:lnTo>
                      <a:pt x="62270" y="141420"/>
                    </a:lnTo>
                    <a:cubicBezTo>
                      <a:pt x="45131" y="141420"/>
                      <a:pt x="30278" y="147667"/>
                      <a:pt x="18281" y="159594"/>
                    </a:cubicBezTo>
                    <a:cubicBezTo>
                      <a:pt x="6284" y="171521"/>
                      <a:pt x="0" y="186288"/>
                      <a:pt x="0" y="203326"/>
                    </a:cubicBezTo>
                    <a:lnTo>
                      <a:pt x="0" y="263529"/>
                    </a:lnTo>
                    <a:cubicBezTo>
                      <a:pt x="0" y="265801"/>
                      <a:pt x="1714" y="267505"/>
                      <a:pt x="3999" y="267505"/>
                    </a:cubicBezTo>
                    <a:lnTo>
                      <a:pt x="37705" y="267505"/>
                    </a:lnTo>
                    <a:cubicBezTo>
                      <a:pt x="39990" y="267505"/>
                      <a:pt x="41704" y="265801"/>
                      <a:pt x="41704" y="263529"/>
                    </a:cubicBezTo>
                    <a:lnTo>
                      <a:pt x="42275" y="203326"/>
                    </a:lnTo>
                    <a:cubicBezTo>
                      <a:pt x="42275" y="197647"/>
                      <a:pt x="43989" y="193103"/>
                      <a:pt x="48559" y="188560"/>
                    </a:cubicBezTo>
                    <a:cubicBezTo>
                      <a:pt x="52558" y="184584"/>
                      <a:pt x="57128" y="182880"/>
                      <a:pt x="62841" y="182880"/>
                    </a:cubicBezTo>
                    <a:lnTo>
                      <a:pt x="159959" y="182880"/>
                    </a:lnTo>
                    <a:cubicBezTo>
                      <a:pt x="185095" y="182880"/>
                      <a:pt x="205662" y="174361"/>
                      <a:pt x="223371" y="156754"/>
                    </a:cubicBezTo>
                    <a:cubicBezTo>
                      <a:pt x="241081" y="139148"/>
                      <a:pt x="249650" y="118702"/>
                      <a:pt x="249650" y="93712"/>
                    </a:cubicBezTo>
                    <a:lnTo>
                      <a:pt x="249650" y="89168"/>
                    </a:lnTo>
                    <a:cubicBezTo>
                      <a:pt x="249650" y="64178"/>
                      <a:pt x="241081" y="43732"/>
                      <a:pt x="223371" y="26126"/>
                    </a:cubicBezTo>
                    <a:cubicBezTo>
                      <a:pt x="205090" y="8519"/>
                      <a:pt x="184524" y="0"/>
                      <a:pt x="159388" y="0"/>
                    </a:cubicBezTo>
                    <a:close/>
                    <a:moveTo>
                      <a:pt x="207375" y="93712"/>
                    </a:moveTo>
                    <a:cubicBezTo>
                      <a:pt x="207375" y="106775"/>
                      <a:pt x="202805" y="118134"/>
                      <a:pt x="193093" y="127789"/>
                    </a:cubicBezTo>
                    <a:cubicBezTo>
                      <a:pt x="183953" y="137444"/>
                      <a:pt x="172527" y="141988"/>
                      <a:pt x="159388" y="141988"/>
                    </a:cubicBezTo>
                    <a:lnTo>
                      <a:pt x="114828" y="141988"/>
                    </a:lnTo>
                    <a:cubicBezTo>
                      <a:pt x="112543" y="141988"/>
                      <a:pt x="110829" y="140284"/>
                      <a:pt x="110829" y="138012"/>
                    </a:cubicBezTo>
                    <a:lnTo>
                      <a:pt x="110829" y="89736"/>
                    </a:lnTo>
                    <a:cubicBezTo>
                      <a:pt x="110829" y="76673"/>
                      <a:pt x="115399" y="65314"/>
                      <a:pt x="125111" y="56227"/>
                    </a:cubicBezTo>
                    <a:cubicBezTo>
                      <a:pt x="134251" y="47140"/>
                      <a:pt x="145106" y="42596"/>
                      <a:pt x="157674" y="42596"/>
                    </a:cubicBezTo>
                    <a:cubicBezTo>
                      <a:pt x="171385" y="42028"/>
                      <a:pt x="184524" y="47708"/>
                      <a:pt x="193665" y="57363"/>
                    </a:cubicBezTo>
                    <a:cubicBezTo>
                      <a:pt x="202234" y="66450"/>
                      <a:pt x="206804" y="77241"/>
                      <a:pt x="206804" y="90304"/>
                    </a:cubicBezTo>
                    <a:lnTo>
                      <a:pt x="206804" y="93712"/>
                    </a:ln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12" name="Freeform 11">
                <a:extLst>
                  <a:ext uri="{FF2B5EF4-FFF2-40B4-BE49-F238E27FC236}">
                    <a16:creationId xmlns:a16="http://schemas.microsoft.com/office/drawing/2014/main" id="{43C28EA4-D39D-8BD8-9287-0015E49EACFC}"/>
                  </a:ext>
                </a:extLst>
              </p:cNvPr>
              <p:cNvSpPr/>
              <p:nvPr/>
            </p:nvSpPr>
            <p:spPr>
              <a:xfrm>
                <a:off x="11510626" y="5189285"/>
                <a:ext cx="272501" cy="285111"/>
              </a:xfrm>
              <a:custGeom>
                <a:avLst/>
                <a:gdLst>
                  <a:gd name="connsiteX0" fmla="*/ 235368 w 272501"/>
                  <a:gd name="connsiteY0" fmla="*/ 128925 h 285111"/>
                  <a:gd name="connsiteX1" fmla="*/ 231369 w 272501"/>
                  <a:gd name="connsiteY1" fmla="*/ 132900 h 285111"/>
                  <a:gd name="connsiteX2" fmla="*/ 231369 w 272501"/>
                  <a:gd name="connsiteY2" fmla="*/ 229452 h 285111"/>
                  <a:gd name="connsiteX3" fmla="*/ 227942 w 272501"/>
                  <a:gd name="connsiteY3" fmla="*/ 240811 h 285111"/>
                  <a:gd name="connsiteX4" fmla="*/ 217087 w 272501"/>
                  <a:gd name="connsiteY4" fmla="*/ 244219 h 285111"/>
                  <a:gd name="connsiteX5" fmla="*/ 55986 w 272501"/>
                  <a:gd name="connsiteY5" fmla="*/ 244219 h 285111"/>
                  <a:gd name="connsiteX6" fmla="*/ 45131 w 272501"/>
                  <a:gd name="connsiteY6" fmla="*/ 241379 h 285111"/>
                  <a:gd name="connsiteX7" fmla="*/ 41704 w 272501"/>
                  <a:gd name="connsiteY7" fmla="*/ 229452 h 285111"/>
                  <a:gd name="connsiteX8" fmla="*/ 41704 w 272501"/>
                  <a:gd name="connsiteY8" fmla="*/ 3976 h 285111"/>
                  <a:gd name="connsiteX9" fmla="*/ 37705 w 272501"/>
                  <a:gd name="connsiteY9" fmla="*/ 0 h 285111"/>
                  <a:gd name="connsiteX10" fmla="*/ 3999 w 272501"/>
                  <a:gd name="connsiteY10" fmla="*/ 0 h 285111"/>
                  <a:gd name="connsiteX11" fmla="*/ 0 w 272501"/>
                  <a:gd name="connsiteY11" fmla="*/ 3976 h 285111"/>
                  <a:gd name="connsiteX12" fmla="*/ 0 w 272501"/>
                  <a:gd name="connsiteY12" fmla="*/ 228884 h 285111"/>
                  <a:gd name="connsiteX13" fmla="*/ 15425 w 272501"/>
                  <a:gd name="connsiteY13" fmla="*/ 269776 h 285111"/>
                  <a:gd name="connsiteX14" fmla="*/ 56557 w 272501"/>
                  <a:gd name="connsiteY14" fmla="*/ 285111 h 285111"/>
                  <a:gd name="connsiteX15" fmla="*/ 215945 w 272501"/>
                  <a:gd name="connsiteY15" fmla="*/ 285111 h 285111"/>
                  <a:gd name="connsiteX16" fmla="*/ 257077 w 272501"/>
                  <a:gd name="connsiteY16" fmla="*/ 269776 h 285111"/>
                  <a:gd name="connsiteX17" fmla="*/ 272501 w 272501"/>
                  <a:gd name="connsiteY17" fmla="*/ 228884 h 285111"/>
                  <a:gd name="connsiteX18" fmla="*/ 272501 w 272501"/>
                  <a:gd name="connsiteY18" fmla="*/ 132332 h 285111"/>
                  <a:gd name="connsiteX19" fmla="*/ 268503 w 272501"/>
                  <a:gd name="connsiteY19" fmla="*/ 128357 h 285111"/>
                  <a:gd name="connsiteX20" fmla="*/ 235368 w 272501"/>
                  <a:gd name="connsiteY20" fmla="*/ 128357 h 2851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272501" h="285111">
                    <a:moveTo>
                      <a:pt x="235368" y="128925"/>
                    </a:moveTo>
                    <a:cubicBezTo>
                      <a:pt x="233083" y="128925"/>
                      <a:pt x="231369" y="130629"/>
                      <a:pt x="231369" y="132900"/>
                    </a:cubicBezTo>
                    <a:lnTo>
                      <a:pt x="231369" y="229452"/>
                    </a:lnTo>
                    <a:cubicBezTo>
                      <a:pt x="231369" y="234563"/>
                      <a:pt x="230227" y="238539"/>
                      <a:pt x="227942" y="240811"/>
                    </a:cubicBezTo>
                    <a:cubicBezTo>
                      <a:pt x="225657" y="243083"/>
                      <a:pt x="220515" y="244219"/>
                      <a:pt x="217087" y="244219"/>
                    </a:cubicBezTo>
                    <a:lnTo>
                      <a:pt x="55986" y="244219"/>
                    </a:lnTo>
                    <a:cubicBezTo>
                      <a:pt x="50844" y="244219"/>
                      <a:pt x="47417" y="243083"/>
                      <a:pt x="45131" y="241379"/>
                    </a:cubicBezTo>
                    <a:cubicBezTo>
                      <a:pt x="42846" y="239107"/>
                      <a:pt x="41704" y="235131"/>
                      <a:pt x="41704" y="229452"/>
                    </a:cubicBezTo>
                    <a:lnTo>
                      <a:pt x="41704" y="3976"/>
                    </a:lnTo>
                    <a:cubicBezTo>
                      <a:pt x="41704" y="1704"/>
                      <a:pt x="39990" y="0"/>
                      <a:pt x="37705" y="0"/>
                    </a:cubicBezTo>
                    <a:lnTo>
                      <a:pt x="3999" y="0"/>
                    </a:lnTo>
                    <a:cubicBezTo>
                      <a:pt x="1714" y="0"/>
                      <a:pt x="0" y="1704"/>
                      <a:pt x="0" y="3976"/>
                    </a:cubicBezTo>
                    <a:lnTo>
                      <a:pt x="0" y="228884"/>
                    </a:lnTo>
                    <a:cubicBezTo>
                      <a:pt x="0" y="245923"/>
                      <a:pt x="5142" y="260121"/>
                      <a:pt x="15425" y="269776"/>
                    </a:cubicBezTo>
                    <a:cubicBezTo>
                      <a:pt x="25708" y="280000"/>
                      <a:pt x="39418" y="285111"/>
                      <a:pt x="56557" y="285111"/>
                    </a:cubicBezTo>
                    <a:lnTo>
                      <a:pt x="215945" y="285111"/>
                    </a:lnTo>
                    <a:cubicBezTo>
                      <a:pt x="232512" y="285111"/>
                      <a:pt x="246223" y="280000"/>
                      <a:pt x="257077" y="269776"/>
                    </a:cubicBezTo>
                    <a:cubicBezTo>
                      <a:pt x="267360" y="259553"/>
                      <a:pt x="272501" y="245923"/>
                      <a:pt x="272501" y="228884"/>
                    </a:cubicBezTo>
                    <a:lnTo>
                      <a:pt x="272501" y="132332"/>
                    </a:lnTo>
                    <a:cubicBezTo>
                      <a:pt x="272501" y="130061"/>
                      <a:pt x="270788" y="128357"/>
                      <a:pt x="268503" y="128357"/>
                    </a:cubicBezTo>
                    <a:lnTo>
                      <a:pt x="235368" y="128357"/>
                    </a:ln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13" name="Freeform 12">
                <a:extLst>
                  <a:ext uri="{FF2B5EF4-FFF2-40B4-BE49-F238E27FC236}">
                    <a16:creationId xmlns:a16="http://schemas.microsoft.com/office/drawing/2014/main" id="{60205CC1-F71A-D612-A529-7B7549DD1ECA}"/>
                  </a:ext>
                </a:extLst>
              </p:cNvPr>
              <p:cNvSpPr/>
              <p:nvPr/>
            </p:nvSpPr>
            <p:spPr>
              <a:xfrm>
                <a:off x="11715716" y="5240400"/>
                <a:ext cx="41703" cy="41460"/>
              </a:xfrm>
              <a:custGeom>
                <a:avLst/>
                <a:gdLst>
                  <a:gd name="connsiteX0" fmla="*/ 37705 w 41703"/>
                  <a:gd name="connsiteY0" fmla="*/ 0 h 41460"/>
                  <a:gd name="connsiteX1" fmla="*/ 3999 w 41703"/>
                  <a:gd name="connsiteY1" fmla="*/ 0 h 41460"/>
                  <a:gd name="connsiteX2" fmla="*/ 0 w 41703"/>
                  <a:gd name="connsiteY2" fmla="*/ 3976 h 41460"/>
                  <a:gd name="connsiteX3" fmla="*/ 0 w 41703"/>
                  <a:gd name="connsiteY3" fmla="*/ 37485 h 41460"/>
                  <a:gd name="connsiteX4" fmla="*/ 3999 w 41703"/>
                  <a:gd name="connsiteY4" fmla="*/ 41460 h 41460"/>
                  <a:gd name="connsiteX5" fmla="*/ 37705 w 41703"/>
                  <a:gd name="connsiteY5" fmla="*/ 41460 h 41460"/>
                  <a:gd name="connsiteX6" fmla="*/ 41704 w 41703"/>
                  <a:gd name="connsiteY6" fmla="*/ 37485 h 41460"/>
                  <a:gd name="connsiteX7" fmla="*/ 41704 w 41703"/>
                  <a:gd name="connsiteY7" fmla="*/ 3976 h 41460"/>
                  <a:gd name="connsiteX8" fmla="*/ 37705 w 41703"/>
                  <a:gd name="connsiteY8" fmla="*/ 0 h 414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1703" h="41460">
                    <a:moveTo>
                      <a:pt x="37705" y="0"/>
                    </a:moveTo>
                    <a:lnTo>
                      <a:pt x="3999" y="0"/>
                    </a:lnTo>
                    <a:cubicBezTo>
                      <a:pt x="1714" y="0"/>
                      <a:pt x="0" y="1704"/>
                      <a:pt x="0" y="3976"/>
                    </a:cubicBezTo>
                    <a:lnTo>
                      <a:pt x="0" y="37485"/>
                    </a:lnTo>
                    <a:cubicBezTo>
                      <a:pt x="0" y="39757"/>
                      <a:pt x="1714" y="41460"/>
                      <a:pt x="3999" y="41460"/>
                    </a:cubicBezTo>
                    <a:lnTo>
                      <a:pt x="37705" y="41460"/>
                    </a:lnTo>
                    <a:cubicBezTo>
                      <a:pt x="39990" y="41460"/>
                      <a:pt x="41704" y="39757"/>
                      <a:pt x="41704" y="37485"/>
                    </a:cubicBezTo>
                    <a:lnTo>
                      <a:pt x="41704" y="3976"/>
                    </a:lnTo>
                    <a:cubicBezTo>
                      <a:pt x="41704" y="1704"/>
                      <a:pt x="39990" y="0"/>
                      <a:pt x="3770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14" name="Freeform 13">
                <a:extLst>
                  <a:ext uri="{FF2B5EF4-FFF2-40B4-BE49-F238E27FC236}">
                    <a16:creationId xmlns:a16="http://schemas.microsoft.com/office/drawing/2014/main" id="{31FEC496-4A71-1AED-D980-E457CC1350CC}"/>
                  </a:ext>
                </a:extLst>
              </p:cNvPr>
              <p:cNvSpPr/>
              <p:nvPr/>
            </p:nvSpPr>
            <p:spPr>
              <a:xfrm>
                <a:off x="11768845" y="5240400"/>
                <a:ext cx="41703" cy="41460"/>
              </a:xfrm>
              <a:custGeom>
                <a:avLst/>
                <a:gdLst>
                  <a:gd name="connsiteX0" fmla="*/ 0 w 41703"/>
                  <a:gd name="connsiteY0" fmla="*/ 3976 h 41460"/>
                  <a:gd name="connsiteX1" fmla="*/ 0 w 41703"/>
                  <a:gd name="connsiteY1" fmla="*/ 37485 h 41460"/>
                  <a:gd name="connsiteX2" fmla="*/ 3999 w 41703"/>
                  <a:gd name="connsiteY2" fmla="*/ 41460 h 41460"/>
                  <a:gd name="connsiteX3" fmla="*/ 37705 w 41703"/>
                  <a:gd name="connsiteY3" fmla="*/ 41460 h 41460"/>
                  <a:gd name="connsiteX4" fmla="*/ 41704 w 41703"/>
                  <a:gd name="connsiteY4" fmla="*/ 37485 h 41460"/>
                  <a:gd name="connsiteX5" fmla="*/ 41704 w 41703"/>
                  <a:gd name="connsiteY5" fmla="*/ 3976 h 41460"/>
                  <a:gd name="connsiteX6" fmla="*/ 37705 w 41703"/>
                  <a:gd name="connsiteY6" fmla="*/ 0 h 41460"/>
                  <a:gd name="connsiteX7" fmla="*/ 3999 w 41703"/>
                  <a:gd name="connsiteY7" fmla="*/ 0 h 41460"/>
                  <a:gd name="connsiteX8" fmla="*/ 0 w 41703"/>
                  <a:gd name="connsiteY8" fmla="*/ 3976 h 414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1703" h="41460">
                    <a:moveTo>
                      <a:pt x="0" y="3976"/>
                    </a:moveTo>
                    <a:lnTo>
                      <a:pt x="0" y="37485"/>
                    </a:lnTo>
                    <a:cubicBezTo>
                      <a:pt x="0" y="39757"/>
                      <a:pt x="1714" y="41460"/>
                      <a:pt x="3999" y="41460"/>
                    </a:cubicBezTo>
                    <a:lnTo>
                      <a:pt x="37705" y="41460"/>
                    </a:lnTo>
                    <a:cubicBezTo>
                      <a:pt x="39990" y="41460"/>
                      <a:pt x="41704" y="39757"/>
                      <a:pt x="41704" y="37485"/>
                    </a:cubicBezTo>
                    <a:lnTo>
                      <a:pt x="41704" y="3976"/>
                    </a:lnTo>
                    <a:cubicBezTo>
                      <a:pt x="41704" y="1704"/>
                      <a:pt x="39990" y="0"/>
                      <a:pt x="37705" y="0"/>
                    </a:cubicBezTo>
                    <a:lnTo>
                      <a:pt x="3999" y="0"/>
                    </a:lnTo>
                    <a:cubicBezTo>
                      <a:pt x="1714" y="0"/>
                      <a:pt x="0" y="1704"/>
                      <a:pt x="0" y="3976"/>
                    </a:cubicBez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15" name="Freeform 14">
                <a:extLst>
                  <a:ext uri="{FF2B5EF4-FFF2-40B4-BE49-F238E27FC236}">
                    <a16:creationId xmlns:a16="http://schemas.microsoft.com/office/drawing/2014/main" id="{06C42964-D58E-5840-65B3-AD030F5B7A39}"/>
                  </a:ext>
                </a:extLst>
              </p:cNvPr>
              <p:cNvSpPr/>
              <p:nvPr/>
            </p:nvSpPr>
            <p:spPr>
              <a:xfrm>
                <a:off x="10243522" y="5497682"/>
                <a:ext cx="30277" cy="30101"/>
              </a:xfrm>
              <a:custGeom>
                <a:avLst/>
                <a:gdLst>
                  <a:gd name="connsiteX0" fmla="*/ 3999 w 30277"/>
                  <a:gd name="connsiteY0" fmla="*/ 30101 h 30101"/>
                  <a:gd name="connsiteX1" fmla="*/ 26279 w 30277"/>
                  <a:gd name="connsiteY1" fmla="*/ 30101 h 30101"/>
                  <a:gd name="connsiteX2" fmla="*/ 30278 w 30277"/>
                  <a:gd name="connsiteY2" fmla="*/ 26126 h 30101"/>
                  <a:gd name="connsiteX3" fmla="*/ 30278 w 30277"/>
                  <a:gd name="connsiteY3" fmla="*/ 3976 h 30101"/>
                  <a:gd name="connsiteX4" fmla="*/ 26279 w 30277"/>
                  <a:gd name="connsiteY4" fmla="*/ 0 h 30101"/>
                  <a:gd name="connsiteX5" fmla="*/ 3999 w 30277"/>
                  <a:gd name="connsiteY5" fmla="*/ 0 h 30101"/>
                  <a:gd name="connsiteX6" fmla="*/ 0 w 30277"/>
                  <a:gd name="connsiteY6" fmla="*/ 3976 h 30101"/>
                  <a:gd name="connsiteX7" fmla="*/ 0 w 30277"/>
                  <a:gd name="connsiteY7" fmla="*/ 26126 h 30101"/>
                  <a:gd name="connsiteX8" fmla="*/ 3999 w 30277"/>
                  <a:gd name="connsiteY8" fmla="*/ 30101 h 301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0277" h="30101">
                    <a:moveTo>
                      <a:pt x="3999" y="30101"/>
                    </a:moveTo>
                    <a:lnTo>
                      <a:pt x="26279" y="30101"/>
                    </a:lnTo>
                    <a:cubicBezTo>
                      <a:pt x="28564" y="30101"/>
                      <a:pt x="30278" y="28398"/>
                      <a:pt x="30278" y="26126"/>
                    </a:cubicBezTo>
                    <a:lnTo>
                      <a:pt x="30278" y="3976"/>
                    </a:lnTo>
                    <a:cubicBezTo>
                      <a:pt x="30278" y="1704"/>
                      <a:pt x="28564" y="0"/>
                      <a:pt x="26279" y="0"/>
                    </a:cubicBezTo>
                    <a:lnTo>
                      <a:pt x="3999" y="0"/>
                    </a:lnTo>
                    <a:cubicBezTo>
                      <a:pt x="1714" y="0"/>
                      <a:pt x="0" y="1704"/>
                      <a:pt x="0" y="3976"/>
                    </a:cubicBezTo>
                    <a:lnTo>
                      <a:pt x="0" y="26126"/>
                    </a:lnTo>
                    <a:cubicBezTo>
                      <a:pt x="0" y="28398"/>
                      <a:pt x="1714" y="30101"/>
                      <a:pt x="3999" y="30101"/>
                    </a:cubicBez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16" name="Freeform 15">
                <a:extLst>
                  <a:ext uri="{FF2B5EF4-FFF2-40B4-BE49-F238E27FC236}">
                    <a16:creationId xmlns:a16="http://schemas.microsoft.com/office/drawing/2014/main" id="{EA1D2E66-8E54-AFC7-9DBD-708DD105FF7D}"/>
                  </a:ext>
                </a:extLst>
              </p:cNvPr>
              <p:cNvSpPr/>
              <p:nvPr/>
            </p:nvSpPr>
            <p:spPr>
              <a:xfrm>
                <a:off x="10296080" y="5497682"/>
                <a:ext cx="30278" cy="30101"/>
              </a:xfrm>
              <a:custGeom>
                <a:avLst/>
                <a:gdLst>
                  <a:gd name="connsiteX0" fmla="*/ 3999 w 30278"/>
                  <a:gd name="connsiteY0" fmla="*/ 30101 h 30101"/>
                  <a:gd name="connsiteX1" fmla="*/ 26279 w 30278"/>
                  <a:gd name="connsiteY1" fmla="*/ 30101 h 30101"/>
                  <a:gd name="connsiteX2" fmla="*/ 30278 w 30278"/>
                  <a:gd name="connsiteY2" fmla="*/ 26126 h 30101"/>
                  <a:gd name="connsiteX3" fmla="*/ 30278 w 30278"/>
                  <a:gd name="connsiteY3" fmla="*/ 3976 h 30101"/>
                  <a:gd name="connsiteX4" fmla="*/ 26279 w 30278"/>
                  <a:gd name="connsiteY4" fmla="*/ 0 h 30101"/>
                  <a:gd name="connsiteX5" fmla="*/ 3999 w 30278"/>
                  <a:gd name="connsiteY5" fmla="*/ 0 h 30101"/>
                  <a:gd name="connsiteX6" fmla="*/ 0 w 30278"/>
                  <a:gd name="connsiteY6" fmla="*/ 3976 h 30101"/>
                  <a:gd name="connsiteX7" fmla="*/ 0 w 30278"/>
                  <a:gd name="connsiteY7" fmla="*/ 26126 h 30101"/>
                  <a:gd name="connsiteX8" fmla="*/ 3999 w 30278"/>
                  <a:gd name="connsiteY8" fmla="*/ 30101 h 301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0278" h="30101">
                    <a:moveTo>
                      <a:pt x="3999" y="30101"/>
                    </a:moveTo>
                    <a:lnTo>
                      <a:pt x="26279" y="30101"/>
                    </a:lnTo>
                    <a:cubicBezTo>
                      <a:pt x="28564" y="30101"/>
                      <a:pt x="30278" y="28398"/>
                      <a:pt x="30278" y="26126"/>
                    </a:cubicBezTo>
                    <a:lnTo>
                      <a:pt x="30278" y="3976"/>
                    </a:lnTo>
                    <a:cubicBezTo>
                      <a:pt x="30278" y="1704"/>
                      <a:pt x="28564" y="0"/>
                      <a:pt x="26279" y="0"/>
                    </a:cubicBezTo>
                    <a:lnTo>
                      <a:pt x="3999" y="0"/>
                    </a:lnTo>
                    <a:cubicBezTo>
                      <a:pt x="1714" y="0"/>
                      <a:pt x="0" y="1704"/>
                      <a:pt x="0" y="3976"/>
                    </a:cubicBezTo>
                    <a:lnTo>
                      <a:pt x="0" y="26126"/>
                    </a:lnTo>
                    <a:cubicBezTo>
                      <a:pt x="571" y="28398"/>
                      <a:pt x="2285" y="30101"/>
                      <a:pt x="3999" y="30101"/>
                    </a:cubicBez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17" name="Freeform 16">
                <a:extLst>
                  <a:ext uri="{FF2B5EF4-FFF2-40B4-BE49-F238E27FC236}">
                    <a16:creationId xmlns:a16="http://schemas.microsoft.com/office/drawing/2014/main" id="{3A1814C8-4330-F5C8-D9CC-0CFE1DAA7770}"/>
                  </a:ext>
                </a:extLst>
              </p:cNvPr>
              <p:cNvSpPr/>
              <p:nvPr/>
            </p:nvSpPr>
            <p:spPr>
              <a:xfrm>
                <a:off x="10023007" y="5246080"/>
                <a:ext cx="30277" cy="30101"/>
              </a:xfrm>
              <a:custGeom>
                <a:avLst/>
                <a:gdLst>
                  <a:gd name="connsiteX0" fmla="*/ 26279 w 30277"/>
                  <a:gd name="connsiteY0" fmla="*/ 0 h 30101"/>
                  <a:gd name="connsiteX1" fmla="*/ 3999 w 30277"/>
                  <a:gd name="connsiteY1" fmla="*/ 0 h 30101"/>
                  <a:gd name="connsiteX2" fmla="*/ 0 w 30277"/>
                  <a:gd name="connsiteY2" fmla="*/ 3976 h 30101"/>
                  <a:gd name="connsiteX3" fmla="*/ 0 w 30277"/>
                  <a:gd name="connsiteY3" fmla="*/ 26126 h 30101"/>
                  <a:gd name="connsiteX4" fmla="*/ 3999 w 30277"/>
                  <a:gd name="connsiteY4" fmla="*/ 30101 h 30101"/>
                  <a:gd name="connsiteX5" fmla="*/ 26279 w 30277"/>
                  <a:gd name="connsiteY5" fmla="*/ 30101 h 30101"/>
                  <a:gd name="connsiteX6" fmla="*/ 30278 w 30277"/>
                  <a:gd name="connsiteY6" fmla="*/ 26126 h 30101"/>
                  <a:gd name="connsiteX7" fmla="*/ 30278 w 30277"/>
                  <a:gd name="connsiteY7" fmla="*/ 3976 h 30101"/>
                  <a:gd name="connsiteX8" fmla="*/ 26279 w 30277"/>
                  <a:gd name="connsiteY8" fmla="*/ 0 h 301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0277" h="30101">
                    <a:moveTo>
                      <a:pt x="26279" y="0"/>
                    </a:moveTo>
                    <a:lnTo>
                      <a:pt x="3999" y="0"/>
                    </a:lnTo>
                    <a:cubicBezTo>
                      <a:pt x="1714" y="0"/>
                      <a:pt x="0" y="1704"/>
                      <a:pt x="0" y="3976"/>
                    </a:cubicBezTo>
                    <a:lnTo>
                      <a:pt x="0" y="26126"/>
                    </a:lnTo>
                    <a:cubicBezTo>
                      <a:pt x="0" y="28398"/>
                      <a:pt x="1714" y="30101"/>
                      <a:pt x="3999" y="30101"/>
                    </a:cubicBezTo>
                    <a:lnTo>
                      <a:pt x="26279" y="30101"/>
                    </a:lnTo>
                    <a:cubicBezTo>
                      <a:pt x="28564" y="30101"/>
                      <a:pt x="30278" y="28398"/>
                      <a:pt x="30278" y="26126"/>
                    </a:cubicBezTo>
                    <a:lnTo>
                      <a:pt x="30278" y="3976"/>
                    </a:lnTo>
                    <a:cubicBezTo>
                      <a:pt x="29707" y="1704"/>
                      <a:pt x="27993" y="0"/>
                      <a:pt x="2627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18" name="Freeform 17">
                <a:extLst>
                  <a:ext uri="{FF2B5EF4-FFF2-40B4-BE49-F238E27FC236}">
                    <a16:creationId xmlns:a16="http://schemas.microsoft.com/office/drawing/2014/main" id="{7D4F11CB-266E-8B0F-A260-0EADD131593A}"/>
                  </a:ext>
                </a:extLst>
              </p:cNvPr>
              <p:cNvSpPr/>
              <p:nvPr/>
            </p:nvSpPr>
            <p:spPr>
              <a:xfrm>
                <a:off x="10075565" y="5246080"/>
                <a:ext cx="30277" cy="30101"/>
              </a:xfrm>
              <a:custGeom>
                <a:avLst/>
                <a:gdLst>
                  <a:gd name="connsiteX0" fmla="*/ 26279 w 30277"/>
                  <a:gd name="connsiteY0" fmla="*/ 0 h 30101"/>
                  <a:gd name="connsiteX1" fmla="*/ 3999 w 30277"/>
                  <a:gd name="connsiteY1" fmla="*/ 0 h 30101"/>
                  <a:gd name="connsiteX2" fmla="*/ 0 w 30277"/>
                  <a:gd name="connsiteY2" fmla="*/ 3976 h 30101"/>
                  <a:gd name="connsiteX3" fmla="*/ 0 w 30277"/>
                  <a:gd name="connsiteY3" fmla="*/ 26126 h 30101"/>
                  <a:gd name="connsiteX4" fmla="*/ 3999 w 30277"/>
                  <a:gd name="connsiteY4" fmla="*/ 30101 h 30101"/>
                  <a:gd name="connsiteX5" fmla="*/ 26279 w 30277"/>
                  <a:gd name="connsiteY5" fmla="*/ 30101 h 30101"/>
                  <a:gd name="connsiteX6" fmla="*/ 30278 w 30277"/>
                  <a:gd name="connsiteY6" fmla="*/ 26126 h 30101"/>
                  <a:gd name="connsiteX7" fmla="*/ 30278 w 30277"/>
                  <a:gd name="connsiteY7" fmla="*/ 3976 h 30101"/>
                  <a:gd name="connsiteX8" fmla="*/ 26279 w 30277"/>
                  <a:gd name="connsiteY8" fmla="*/ 0 h 301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0277" h="30101">
                    <a:moveTo>
                      <a:pt x="26279" y="0"/>
                    </a:moveTo>
                    <a:lnTo>
                      <a:pt x="3999" y="0"/>
                    </a:lnTo>
                    <a:cubicBezTo>
                      <a:pt x="1714" y="0"/>
                      <a:pt x="0" y="1704"/>
                      <a:pt x="0" y="3976"/>
                    </a:cubicBezTo>
                    <a:lnTo>
                      <a:pt x="0" y="26126"/>
                    </a:lnTo>
                    <a:cubicBezTo>
                      <a:pt x="0" y="28398"/>
                      <a:pt x="1714" y="30101"/>
                      <a:pt x="3999" y="30101"/>
                    </a:cubicBezTo>
                    <a:lnTo>
                      <a:pt x="26279" y="30101"/>
                    </a:lnTo>
                    <a:cubicBezTo>
                      <a:pt x="28564" y="30101"/>
                      <a:pt x="30278" y="28398"/>
                      <a:pt x="30278" y="26126"/>
                    </a:cubicBezTo>
                    <a:lnTo>
                      <a:pt x="30278" y="3976"/>
                    </a:lnTo>
                    <a:cubicBezTo>
                      <a:pt x="29707" y="1704"/>
                      <a:pt x="27993" y="0"/>
                      <a:pt x="2627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</p:grpSp>
      </p:grpSp>
      <p:sp>
        <p:nvSpPr>
          <p:cNvPr id="29" name="TextBox 28">
            <a:extLst>
              <a:ext uri="{FF2B5EF4-FFF2-40B4-BE49-F238E27FC236}">
                <a16:creationId xmlns:a16="http://schemas.microsoft.com/office/drawing/2014/main" id="{93EE54A2-EF75-5C3F-C967-F46369355B0C}"/>
              </a:ext>
            </a:extLst>
          </p:cNvPr>
          <p:cNvSpPr txBox="1"/>
          <p:nvPr/>
        </p:nvSpPr>
        <p:spPr>
          <a:xfrm>
            <a:off x="5471133" y="3703369"/>
            <a:ext cx="5486400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 rtl="1"/>
            <a:r>
              <a:rPr lang="ar-SA" sz="4000" b="1" dirty="0">
                <a:solidFill>
                  <a:schemeClr val="bg1"/>
                </a:solidFill>
                <a:latin typeface="IBM Plex Sans Arabic" panose="020B0803050203000203" pitchFamily="34" charset="-78"/>
                <a:cs typeface="IBM Plex Sans Arabic" panose="020B0803050203000203" pitchFamily="34" charset="-78"/>
              </a:rPr>
              <a:t>موك اب </a:t>
            </a:r>
            <a:endParaRPr lang="en-SA" sz="4000" b="1" dirty="0">
              <a:solidFill>
                <a:schemeClr val="bg1"/>
              </a:solidFill>
              <a:latin typeface="IBM Plex Sans Arabic" panose="020B0803050203000203" pitchFamily="34" charset="-78"/>
              <a:cs typeface="IBM Plex Sans Arabic" panose="020B0803050203000203" pitchFamily="34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208141654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Picture Placeholder 23">
            <a:extLst>
              <a:ext uri="{FF2B5EF4-FFF2-40B4-BE49-F238E27FC236}">
                <a16:creationId xmlns:a16="http://schemas.microsoft.com/office/drawing/2014/main" id="{AC22581B-D536-EE76-4E8A-3BB01994E27D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1156482" y="1646238"/>
            <a:ext cx="4538644" cy="2734227"/>
          </a:xfrm>
        </p:spPr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9B05315B-2DAB-8976-505F-4767E964CF43}"/>
              </a:ext>
            </a:extLst>
          </p:cNvPr>
          <p:cNvSpPr txBox="1"/>
          <p:nvPr/>
        </p:nvSpPr>
        <p:spPr>
          <a:xfrm>
            <a:off x="6096000" y="657225"/>
            <a:ext cx="5486400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 rtl="1"/>
            <a:r>
              <a:rPr lang="ar-SA" sz="3200" dirty="0">
                <a:solidFill>
                  <a:schemeClr val="tx2"/>
                </a:solidFill>
                <a:latin typeface="IBM Plex Sans Arabic" panose="020B0803050203000203" pitchFamily="34" charset="-78"/>
                <a:cs typeface="IBM Plex Sans Arabic" panose="020B0803050203000203" pitchFamily="34" charset="-78"/>
              </a:rPr>
              <a:t>عنوان رئيسي </a:t>
            </a:r>
            <a:endParaRPr lang="en-SA" sz="3200" dirty="0">
              <a:solidFill>
                <a:schemeClr val="tx2"/>
              </a:solidFill>
              <a:latin typeface="IBM Plex Sans Arabic" panose="020B0803050203000203" pitchFamily="34" charset="-78"/>
              <a:cs typeface="IBM Plex Sans Arabic" panose="020B0803050203000203" pitchFamily="34" charset="-78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31BE7C92-32A9-B4C2-66B6-3865AD34533A}"/>
              </a:ext>
            </a:extLst>
          </p:cNvPr>
          <p:cNvSpPr txBox="1"/>
          <p:nvPr/>
        </p:nvSpPr>
        <p:spPr>
          <a:xfrm>
            <a:off x="6496875" y="1361269"/>
            <a:ext cx="5059021" cy="134104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50800" algn="justLow" rtl="1">
              <a:spcBef>
                <a:spcPts val="1000"/>
              </a:spcBef>
              <a:buClr>
                <a:schemeClr val="dk2"/>
              </a:buClr>
              <a:buSzPts val="2800"/>
            </a:pPr>
            <a:r>
              <a:rPr lang="ar-SA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 </a:t>
            </a:r>
            <a:r>
              <a:rPr lang="ar-SA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</a:t>
            </a:r>
            <a:endParaRPr lang="ar-SA" sz="1600" u="none" strike="noStrike" cap="none" dirty="0">
              <a:solidFill>
                <a:schemeClr val="tx1">
                  <a:lumMod val="90000"/>
                  <a:lumOff val="10000"/>
                </a:schemeClr>
              </a:solidFill>
              <a:latin typeface="Tajawal" pitchFamily="2" charset="-78"/>
              <a:ea typeface="Readex Pro Deca"/>
              <a:cs typeface="Tajawal" pitchFamily="2" charset="-78"/>
              <a:sym typeface="Readex Pro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C1430CED-E183-F6F0-E65E-F5D4FAD1B6E7}"/>
              </a:ext>
            </a:extLst>
          </p:cNvPr>
          <p:cNvSpPr txBox="1"/>
          <p:nvPr/>
        </p:nvSpPr>
        <p:spPr>
          <a:xfrm>
            <a:off x="6657471" y="3075357"/>
            <a:ext cx="4189571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 rtl="1"/>
            <a:r>
              <a:rPr lang="ar-SA" sz="2400" b="1" dirty="0">
                <a:solidFill>
                  <a:schemeClr val="accent4"/>
                </a:solidFill>
                <a:latin typeface="RB" pitchFamily="2" charset="-78"/>
                <a:cs typeface="RB" pitchFamily="2" charset="-78"/>
              </a:rPr>
              <a:t>عنوان فرعي</a:t>
            </a:r>
            <a:endParaRPr lang="en-SA" sz="2400" b="1" dirty="0">
              <a:solidFill>
                <a:schemeClr val="accent4"/>
              </a:solidFill>
              <a:latin typeface="RB" pitchFamily="2" charset="-78"/>
              <a:cs typeface="RB" pitchFamily="2" charset="-78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6925F9C4-0A67-891A-C266-69D80DA0965C}"/>
              </a:ext>
            </a:extLst>
          </p:cNvPr>
          <p:cNvSpPr txBox="1"/>
          <p:nvPr/>
        </p:nvSpPr>
        <p:spPr>
          <a:xfrm>
            <a:off x="6087799" y="3523064"/>
            <a:ext cx="4879559" cy="95410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50800" algn="justLow" rtl="1">
              <a:spcBef>
                <a:spcPts val="1000"/>
              </a:spcBef>
              <a:buClr>
                <a:schemeClr val="dk2"/>
              </a:buClr>
              <a:buSzPts val="2800"/>
            </a:pP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</a:t>
            </a:r>
            <a:endParaRPr lang="ar-SA" sz="1400" u="none" strike="noStrike" cap="none" dirty="0">
              <a:solidFill>
                <a:schemeClr val="tx1">
                  <a:lumMod val="90000"/>
                  <a:lumOff val="10000"/>
                </a:schemeClr>
              </a:solidFill>
              <a:latin typeface="Tajawal" pitchFamily="2" charset="-78"/>
              <a:ea typeface="Readex Pro Deca"/>
              <a:cs typeface="Tajawal" pitchFamily="2" charset="-78"/>
              <a:sym typeface="Readex Pro"/>
            </a:endParaRPr>
          </a:p>
        </p:txBody>
      </p:sp>
      <p:sp>
        <p:nvSpPr>
          <p:cNvPr id="7" name="Freeform 6">
            <a:extLst>
              <a:ext uri="{FF2B5EF4-FFF2-40B4-BE49-F238E27FC236}">
                <a16:creationId xmlns:a16="http://schemas.microsoft.com/office/drawing/2014/main" id="{53E124DD-7BBF-8FE8-CED4-44E4112DBB3E}"/>
              </a:ext>
            </a:extLst>
          </p:cNvPr>
          <p:cNvSpPr/>
          <p:nvPr/>
        </p:nvSpPr>
        <p:spPr>
          <a:xfrm flipH="1">
            <a:off x="11179168" y="3071191"/>
            <a:ext cx="376728" cy="377196"/>
          </a:xfrm>
          <a:custGeom>
            <a:avLst/>
            <a:gdLst>
              <a:gd name="connsiteX0" fmla="*/ 825439 w 1762284"/>
              <a:gd name="connsiteY0" fmla="*/ 510669 h 1764475"/>
              <a:gd name="connsiteX1" fmla="*/ 825439 w 1762284"/>
              <a:gd name="connsiteY1" fmla="*/ 510669 h 1764475"/>
              <a:gd name="connsiteX2" fmla="*/ 1629005 w 1762284"/>
              <a:gd name="connsiteY2" fmla="*/ 432690 h 1764475"/>
              <a:gd name="connsiteX3" fmla="*/ 1689867 w 1762284"/>
              <a:gd name="connsiteY3" fmla="*/ 393700 h 1764475"/>
              <a:gd name="connsiteX4" fmla="*/ 1761189 w 1762284"/>
              <a:gd name="connsiteY4" fmla="*/ 60862 h 1764475"/>
              <a:gd name="connsiteX5" fmla="*/ 1722200 w 1762284"/>
              <a:gd name="connsiteY5" fmla="*/ 0 h 1764475"/>
              <a:gd name="connsiteX6" fmla="*/ 709421 w 1762284"/>
              <a:gd name="connsiteY6" fmla="*/ 32333 h 1764475"/>
              <a:gd name="connsiteX7" fmla="*/ 703715 w 1762284"/>
              <a:gd name="connsiteY7" fmla="*/ 32333 h 1764475"/>
              <a:gd name="connsiteX8" fmla="*/ 693254 w 1762284"/>
              <a:gd name="connsiteY8" fmla="*/ 32333 h 1764475"/>
              <a:gd name="connsiteX9" fmla="*/ 683745 w 1762284"/>
              <a:gd name="connsiteY9" fmla="*/ 34235 h 1764475"/>
              <a:gd name="connsiteX10" fmla="*/ 675186 w 1762284"/>
              <a:gd name="connsiteY10" fmla="*/ 38039 h 1764475"/>
              <a:gd name="connsiteX11" fmla="*/ 666627 w 1762284"/>
              <a:gd name="connsiteY11" fmla="*/ 43744 h 1764475"/>
              <a:gd name="connsiteX12" fmla="*/ 661873 w 1762284"/>
              <a:gd name="connsiteY12" fmla="*/ 46597 h 1764475"/>
              <a:gd name="connsiteX13" fmla="*/ 49450 w 1762284"/>
              <a:gd name="connsiteY13" fmla="*/ 659971 h 1764475"/>
              <a:gd name="connsiteX14" fmla="*/ 46597 w 1762284"/>
              <a:gd name="connsiteY14" fmla="*/ 664725 h 1764475"/>
              <a:gd name="connsiteX15" fmla="*/ 40892 w 1762284"/>
              <a:gd name="connsiteY15" fmla="*/ 674235 h 1764475"/>
              <a:gd name="connsiteX16" fmla="*/ 38039 w 1762284"/>
              <a:gd name="connsiteY16" fmla="*/ 681843 h 1764475"/>
              <a:gd name="connsiteX17" fmla="*/ 36137 w 1762284"/>
              <a:gd name="connsiteY17" fmla="*/ 693254 h 1764475"/>
              <a:gd name="connsiteX18" fmla="*/ 36137 w 1762284"/>
              <a:gd name="connsiteY18" fmla="*/ 701813 h 1764475"/>
              <a:gd name="connsiteX19" fmla="*/ 36137 w 1762284"/>
              <a:gd name="connsiteY19" fmla="*/ 708470 h 1764475"/>
              <a:gd name="connsiteX20" fmla="*/ 0 w 1762284"/>
              <a:gd name="connsiteY20" fmla="*/ 1724102 h 1764475"/>
              <a:gd name="connsiteX21" fmla="*/ 60862 w 1762284"/>
              <a:gd name="connsiteY21" fmla="*/ 1763091 h 1764475"/>
              <a:gd name="connsiteX22" fmla="*/ 393700 w 1762284"/>
              <a:gd name="connsiteY22" fmla="*/ 1691769 h 1764475"/>
              <a:gd name="connsiteX23" fmla="*/ 432690 w 1762284"/>
              <a:gd name="connsiteY23" fmla="*/ 1630907 h 1764475"/>
              <a:gd name="connsiteX24" fmla="*/ 513522 w 1762284"/>
              <a:gd name="connsiteY24" fmla="*/ 824488 h 1764475"/>
              <a:gd name="connsiteX25" fmla="*/ 513522 w 1762284"/>
              <a:gd name="connsiteY25" fmla="*/ 824488 h 1764475"/>
              <a:gd name="connsiteX26" fmla="*/ 825439 w 1762284"/>
              <a:gd name="connsiteY26" fmla="*/ 510669 h 17644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1762284" h="1764475">
                <a:moveTo>
                  <a:pt x="825439" y="510669"/>
                </a:moveTo>
                <a:lnTo>
                  <a:pt x="825439" y="510669"/>
                </a:lnTo>
                <a:lnTo>
                  <a:pt x="1629005" y="432690"/>
                </a:lnTo>
                <a:cubicBezTo>
                  <a:pt x="1656583" y="438395"/>
                  <a:pt x="1684161" y="421278"/>
                  <a:pt x="1689867" y="393700"/>
                </a:cubicBezTo>
                <a:lnTo>
                  <a:pt x="1761189" y="60862"/>
                </a:lnTo>
                <a:cubicBezTo>
                  <a:pt x="1766895" y="33284"/>
                  <a:pt x="1749778" y="5706"/>
                  <a:pt x="1722200" y="0"/>
                </a:cubicBezTo>
                <a:lnTo>
                  <a:pt x="709421" y="32333"/>
                </a:lnTo>
                <a:cubicBezTo>
                  <a:pt x="707519" y="32333"/>
                  <a:pt x="705617" y="32333"/>
                  <a:pt x="703715" y="32333"/>
                </a:cubicBezTo>
                <a:cubicBezTo>
                  <a:pt x="699911" y="32333"/>
                  <a:pt x="697058" y="32333"/>
                  <a:pt x="693254" y="32333"/>
                </a:cubicBezTo>
                <a:cubicBezTo>
                  <a:pt x="689451" y="32333"/>
                  <a:pt x="686598" y="33284"/>
                  <a:pt x="683745" y="34235"/>
                </a:cubicBezTo>
                <a:cubicBezTo>
                  <a:pt x="680892" y="35186"/>
                  <a:pt x="678039" y="36137"/>
                  <a:pt x="675186" y="38039"/>
                </a:cubicBezTo>
                <a:cubicBezTo>
                  <a:pt x="672333" y="39941"/>
                  <a:pt x="669480" y="41843"/>
                  <a:pt x="666627" y="43744"/>
                </a:cubicBezTo>
                <a:cubicBezTo>
                  <a:pt x="665676" y="44695"/>
                  <a:pt x="663774" y="45646"/>
                  <a:pt x="661873" y="46597"/>
                </a:cubicBezTo>
                <a:lnTo>
                  <a:pt x="49450" y="659971"/>
                </a:lnTo>
                <a:cubicBezTo>
                  <a:pt x="48499" y="660922"/>
                  <a:pt x="47548" y="662823"/>
                  <a:pt x="46597" y="664725"/>
                </a:cubicBezTo>
                <a:cubicBezTo>
                  <a:pt x="43744" y="667578"/>
                  <a:pt x="41843" y="670431"/>
                  <a:pt x="40892" y="674235"/>
                </a:cubicBezTo>
                <a:cubicBezTo>
                  <a:pt x="39941" y="677088"/>
                  <a:pt x="38990" y="678990"/>
                  <a:pt x="38039" y="681843"/>
                </a:cubicBezTo>
                <a:cubicBezTo>
                  <a:pt x="37088" y="685647"/>
                  <a:pt x="36137" y="689451"/>
                  <a:pt x="36137" y="693254"/>
                </a:cubicBezTo>
                <a:cubicBezTo>
                  <a:pt x="36137" y="696107"/>
                  <a:pt x="36137" y="698960"/>
                  <a:pt x="36137" y="701813"/>
                </a:cubicBezTo>
                <a:cubicBezTo>
                  <a:pt x="36137" y="703715"/>
                  <a:pt x="36137" y="706568"/>
                  <a:pt x="36137" y="708470"/>
                </a:cubicBezTo>
                <a:lnTo>
                  <a:pt x="0" y="1724102"/>
                </a:lnTo>
                <a:cubicBezTo>
                  <a:pt x="5706" y="1751680"/>
                  <a:pt x="33284" y="1769748"/>
                  <a:pt x="60862" y="1763091"/>
                </a:cubicBezTo>
                <a:lnTo>
                  <a:pt x="393700" y="1691769"/>
                </a:lnTo>
                <a:cubicBezTo>
                  <a:pt x="421278" y="1686063"/>
                  <a:pt x="439346" y="1658485"/>
                  <a:pt x="432690" y="1630907"/>
                </a:cubicBezTo>
                <a:lnTo>
                  <a:pt x="513522" y="824488"/>
                </a:lnTo>
                <a:lnTo>
                  <a:pt x="513522" y="824488"/>
                </a:lnTo>
                <a:lnTo>
                  <a:pt x="825439" y="510669"/>
                </a:lnTo>
                <a:close/>
              </a:path>
            </a:pathLst>
          </a:custGeom>
          <a:solidFill>
            <a:schemeClr val="accent2"/>
          </a:solidFill>
          <a:ln w="9479" cap="flat">
            <a:noFill/>
            <a:prstDash val="solid"/>
            <a:miter/>
          </a:ln>
        </p:spPr>
        <p:txBody>
          <a:bodyPr rtlCol="0" anchor="ctr"/>
          <a:lstStyle/>
          <a:p>
            <a:endParaRPr lang="en-SA">
              <a:solidFill>
                <a:schemeClr val="accent4"/>
              </a:solidFill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4C600258-E0FE-14EB-1F14-3935D85BBE2A}"/>
              </a:ext>
            </a:extLst>
          </p:cNvPr>
          <p:cNvSpPr txBox="1"/>
          <p:nvPr/>
        </p:nvSpPr>
        <p:spPr>
          <a:xfrm>
            <a:off x="10635090" y="3114525"/>
            <a:ext cx="83487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 rtl="1"/>
            <a:r>
              <a:rPr lang="en-US" sz="2400" dirty="0">
                <a:solidFill>
                  <a:schemeClr val="tx2"/>
                </a:solidFill>
                <a:latin typeface="IBM Plex Sans Arabic" panose="020B0803050203000203" pitchFamily="34" charset="-78"/>
                <a:cs typeface="IBM Plex Sans Arabic" panose="020B0803050203000203" pitchFamily="34" charset="-78"/>
              </a:rPr>
              <a:t>01</a:t>
            </a:r>
            <a:endParaRPr lang="en-SA" sz="2400" dirty="0">
              <a:solidFill>
                <a:schemeClr val="tx2"/>
              </a:solidFill>
              <a:latin typeface="IBM Plex Sans Arabic" panose="020B0803050203000203" pitchFamily="34" charset="-78"/>
              <a:cs typeface="IBM Plex Sans Arabic" panose="020B0803050203000203" pitchFamily="34" charset="-78"/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D54E6599-7386-18D3-BA8E-FE68B0AC6E1F}"/>
              </a:ext>
            </a:extLst>
          </p:cNvPr>
          <p:cNvSpPr txBox="1"/>
          <p:nvPr/>
        </p:nvSpPr>
        <p:spPr>
          <a:xfrm>
            <a:off x="6657471" y="4806881"/>
            <a:ext cx="4189571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 rtl="1"/>
            <a:r>
              <a:rPr lang="ar-SA" sz="2400" b="1" dirty="0">
                <a:solidFill>
                  <a:schemeClr val="accent4"/>
                </a:solidFill>
                <a:latin typeface="RB" pitchFamily="2" charset="-78"/>
                <a:cs typeface="RB" pitchFamily="2" charset="-78"/>
              </a:rPr>
              <a:t>عنوان فرعي</a:t>
            </a:r>
            <a:endParaRPr lang="en-SA" sz="2400" b="1" dirty="0">
              <a:solidFill>
                <a:schemeClr val="accent4"/>
              </a:solidFill>
              <a:latin typeface="RB" pitchFamily="2" charset="-78"/>
              <a:cs typeface="RB" pitchFamily="2" charset="-78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666D4688-F640-6B75-C166-B8CC37DE0583}"/>
              </a:ext>
            </a:extLst>
          </p:cNvPr>
          <p:cNvSpPr txBox="1"/>
          <p:nvPr/>
        </p:nvSpPr>
        <p:spPr>
          <a:xfrm>
            <a:off x="6087799" y="5254588"/>
            <a:ext cx="4879559" cy="95410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50800" algn="justLow" rtl="1">
              <a:spcBef>
                <a:spcPts val="1000"/>
              </a:spcBef>
              <a:buClr>
                <a:schemeClr val="dk2"/>
              </a:buClr>
              <a:buSzPts val="2800"/>
            </a:pP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</a:t>
            </a:r>
            <a:endParaRPr lang="ar-SA" sz="1400" u="none" strike="noStrike" cap="none" dirty="0">
              <a:solidFill>
                <a:schemeClr val="tx1">
                  <a:lumMod val="90000"/>
                  <a:lumOff val="10000"/>
                </a:schemeClr>
              </a:solidFill>
              <a:latin typeface="Tajawal" pitchFamily="2" charset="-78"/>
              <a:ea typeface="Readex Pro Deca"/>
              <a:cs typeface="Tajawal" pitchFamily="2" charset="-78"/>
              <a:sym typeface="Readex Pro"/>
            </a:endParaRPr>
          </a:p>
        </p:txBody>
      </p:sp>
      <p:sp>
        <p:nvSpPr>
          <p:cNvPr id="19" name="Freeform 18">
            <a:extLst>
              <a:ext uri="{FF2B5EF4-FFF2-40B4-BE49-F238E27FC236}">
                <a16:creationId xmlns:a16="http://schemas.microsoft.com/office/drawing/2014/main" id="{77925C44-C7BF-783F-8821-A9FE57F7BBEE}"/>
              </a:ext>
            </a:extLst>
          </p:cNvPr>
          <p:cNvSpPr/>
          <p:nvPr/>
        </p:nvSpPr>
        <p:spPr>
          <a:xfrm flipH="1">
            <a:off x="11179168" y="4802715"/>
            <a:ext cx="376728" cy="377196"/>
          </a:xfrm>
          <a:custGeom>
            <a:avLst/>
            <a:gdLst>
              <a:gd name="connsiteX0" fmla="*/ 825439 w 1762284"/>
              <a:gd name="connsiteY0" fmla="*/ 510669 h 1764475"/>
              <a:gd name="connsiteX1" fmla="*/ 825439 w 1762284"/>
              <a:gd name="connsiteY1" fmla="*/ 510669 h 1764475"/>
              <a:gd name="connsiteX2" fmla="*/ 1629005 w 1762284"/>
              <a:gd name="connsiteY2" fmla="*/ 432690 h 1764475"/>
              <a:gd name="connsiteX3" fmla="*/ 1689867 w 1762284"/>
              <a:gd name="connsiteY3" fmla="*/ 393700 h 1764475"/>
              <a:gd name="connsiteX4" fmla="*/ 1761189 w 1762284"/>
              <a:gd name="connsiteY4" fmla="*/ 60862 h 1764475"/>
              <a:gd name="connsiteX5" fmla="*/ 1722200 w 1762284"/>
              <a:gd name="connsiteY5" fmla="*/ 0 h 1764475"/>
              <a:gd name="connsiteX6" fmla="*/ 709421 w 1762284"/>
              <a:gd name="connsiteY6" fmla="*/ 32333 h 1764475"/>
              <a:gd name="connsiteX7" fmla="*/ 703715 w 1762284"/>
              <a:gd name="connsiteY7" fmla="*/ 32333 h 1764475"/>
              <a:gd name="connsiteX8" fmla="*/ 693254 w 1762284"/>
              <a:gd name="connsiteY8" fmla="*/ 32333 h 1764475"/>
              <a:gd name="connsiteX9" fmla="*/ 683745 w 1762284"/>
              <a:gd name="connsiteY9" fmla="*/ 34235 h 1764475"/>
              <a:gd name="connsiteX10" fmla="*/ 675186 w 1762284"/>
              <a:gd name="connsiteY10" fmla="*/ 38039 h 1764475"/>
              <a:gd name="connsiteX11" fmla="*/ 666627 w 1762284"/>
              <a:gd name="connsiteY11" fmla="*/ 43744 h 1764475"/>
              <a:gd name="connsiteX12" fmla="*/ 661873 w 1762284"/>
              <a:gd name="connsiteY12" fmla="*/ 46597 h 1764475"/>
              <a:gd name="connsiteX13" fmla="*/ 49450 w 1762284"/>
              <a:gd name="connsiteY13" fmla="*/ 659971 h 1764475"/>
              <a:gd name="connsiteX14" fmla="*/ 46597 w 1762284"/>
              <a:gd name="connsiteY14" fmla="*/ 664725 h 1764475"/>
              <a:gd name="connsiteX15" fmla="*/ 40892 w 1762284"/>
              <a:gd name="connsiteY15" fmla="*/ 674235 h 1764475"/>
              <a:gd name="connsiteX16" fmla="*/ 38039 w 1762284"/>
              <a:gd name="connsiteY16" fmla="*/ 681843 h 1764475"/>
              <a:gd name="connsiteX17" fmla="*/ 36137 w 1762284"/>
              <a:gd name="connsiteY17" fmla="*/ 693254 h 1764475"/>
              <a:gd name="connsiteX18" fmla="*/ 36137 w 1762284"/>
              <a:gd name="connsiteY18" fmla="*/ 701813 h 1764475"/>
              <a:gd name="connsiteX19" fmla="*/ 36137 w 1762284"/>
              <a:gd name="connsiteY19" fmla="*/ 708470 h 1764475"/>
              <a:gd name="connsiteX20" fmla="*/ 0 w 1762284"/>
              <a:gd name="connsiteY20" fmla="*/ 1724102 h 1764475"/>
              <a:gd name="connsiteX21" fmla="*/ 60862 w 1762284"/>
              <a:gd name="connsiteY21" fmla="*/ 1763091 h 1764475"/>
              <a:gd name="connsiteX22" fmla="*/ 393700 w 1762284"/>
              <a:gd name="connsiteY22" fmla="*/ 1691769 h 1764475"/>
              <a:gd name="connsiteX23" fmla="*/ 432690 w 1762284"/>
              <a:gd name="connsiteY23" fmla="*/ 1630907 h 1764475"/>
              <a:gd name="connsiteX24" fmla="*/ 513522 w 1762284"/>
              <a:gd name="connsiteY24" fmla="*/ 824488 h 1764475"/>
              <a:gd name="connsiteX25" fmla="*/ 513522 w 1762284"/>
              <a:gd name="connsiteY25" fmla="*/ 824488 h 1764475"/>
              <a:gd name="connsiteX26" fmla="*/ 825439 w 1762284"/>
              <a:gd name="connsiteY26" fmla="*/ 510669 h 17644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1762284" h="1764475">
                <a:moveTo>
                  <a:pt x="825439" y="510669"/>
                </a:moveTo>
                <a:lnTo>
                  <a:pt x="825439" y="510669"/>
                </a:lnTo>
                <a:lnTo>
                  <a:pt x="1629005" y="432690"/>
                </a:lnTo>
                <a:cubicBezTo>
                  <a:pt x="1656583" y="438395"/>
                  <a:pt x="1684161" y="421278"/>
                  <a:pt x="1689867" y="393700"/>
                </a:cubicBezTo>
                <a:lnTo>
                  <a:pt x="1761189" y="60862"/>
                </a:lnTo>
                <a:cubicBezTo>
                  <a:pt x="1766895" y="33284"/>
                  <a:pt x="1749778" y="5706"/>
                  <a:pt x="1722200" y="0"/>
                </a:cubicBezTo>
                <a:lnTo>
                  <a:pt x="709421" y="32333"/>
                </a:lnTo>
                <a:cubicBezTo>
                  <a:pt x="707519" y="32333"/>
                  <a:pt x="705617" y="32333"/>
                  <a:pt x="703715" y="32333"/>
                </a:cubicBezTo>
                <a:cubicBezTo>
                  <a:pt x="699911" y="32333"/>
                  <a:pt x="697058" y="32333"/>
                  <a:pt x="693254" y="32333"/>
                </a:cubicBezTo>
                <a:cubicBezTo>
                  <a:pt x="689451" y="32333"/>
                  <a:pt x="686598" y="33284"/>
                  <a:pt x="683745" y="34235"/>
                </a:cubicBezTo>
                <a:cubicBezTo>
                  <a:pt x="680892" y="35186"/>
                  <a:pt x="678039" y="36137"/>
                  <a:pt x="675186" y="38039"/>
                </a:cubicBezTo>
                <a:cubicBezTo>
                  <a:pt x="672333" y="39941"/>
                  <a:pt x="669480" y="41843"/>
                  <a:pt x="666627" y="43744"/>
                </a:cubicBezTo>
                <a:cubicBezTo>
                  <a:pt x="665676" y="44695"/>
                  <a:pt x="663774" y="45646"/>
                  <a:pt x="661873" y="46597"/>
                </a:cubicBezTo>
                <a:lnTo>
                  <a:pt x="49450" y="659971"/>
                </a:lnTo>
                <a:cubicBezTo>
                  <a:pt x="48499" y="660922"/>
                  <a:pt x="47548" y="662823"/>
                  <a:pt x="46597" y="664725"/>
                </a:cubicBezTo>
                <a:cubicBezTo>
                  <a:pt x="43744" y="667578"/>
                  <a:pt x="41843" y="670431"/>
                  <a:pt x="40892" y="674235"/>
                </a:cubicBezTo>
                <a:cubicBezTo>
                  <a:pt x="39941" y="677088"/>
                  <a:pt x="38990" y="678990"/>
                  <a:pt x="38039" y="681843"/>
                </a:cubicBezTo>
                <a:cubicBezTo>
                  <a:pt x="37088" y="685647"/>
                  <a:pt x="36137" y="689451"/>
                  <a:pt x="36137" y="693254"/>
                </a:cubicBezTo>
                <a:cubicBezTo>
                  <a:pt x="36137" y="696107"/>
                  <a:pt x="36137" y="698960"/>
                  <a:pt x="36137" y="701813"/>
                </a:cubicBezTo>
                <a:cubicBezTo>
                  <a:pt x="36137" y="703715"/>
                  <a:pt x="36137" y="706568"/>
                  <a:pt x="36137" y="708470"/>
                </a:cubicBezTo>
                <a:lnTo>
                  <a:pt x="0" y="1724102"/>
                </a:lnTo>
                <a:cubicBezTo>
                  <a:pt x="5706" y="1751680"/>
                  <a:pt x="33284" y="1769748"/>
                  <a:pt x="60862" y="1763091"/>
                </a:cubicBezTo>
                <a:lnTo>
                  <a:pt x="393700" y="1691769"/>
                </a:lnTo>
                <a:cubicBezTo>
                  <a:pt x="421278" y="1686063"/>
                  <a:pt x="439346" y="1658485"/>
                  <a:pt x="432690" y="1630907"/>
                </a:cubicBezTo>
                <a:lnTo>
                  <a:pt x="513522" y="824488"/>
                </a:lnTo>
                <a:lnTo>
                  <a:pt x="513522" y="824488"/>
                </a:lnTo>
                <a:lnTo>
                  <a:pt x="825439" y="510669"/>
                </a:lnTo>
                <a:close/>
              </a:path>
            </a:pathLst>
          </a:custGeom>
          <a:solidFill>
            <a:schemeClr val="accent2"/>
          </a:solidFill>
          <a:ln w="9479" cap="flat">
            <a:noFill/>
            <a:prstDash val="solid"/>
            <a:miter/>
          </a:ln>
        </p:spPr>
        <p:txBody>
          <a:bodyPr rtlCol="0" anchor="ctr"/>
          <a:lstStyle/>
          <a:p>
            <a:endParaRPr lang="en-SA">
              <a:solidFill>
                <a:schemeClr val="accent1"/>
              </a:solidFill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5A8F3A79-32B2-8E23-2A77-F02B642BB935}"/>
              </a:ext>
            </a:extLst>
          </p:cNvPr>
          <p:cNvSpPr txBox="1"/>
          <p:nvPr/>
        </p:nvSpPr>
        <p:spPr>
          <a:xfrm>
            <a:off x="10635090" y="4846049"/>
            <a:ext cx="83487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 rtl="1"/>
            <a:r>
              <a:rPr lang="en-US" sz="2400" dirty="0">
                <a:solidFill>
                  <a:schemeClr val="tx2"/>
                </a:solidFill>
                <a:latin typeface="IBM Plex Sans Arabic" panose="020B0803050203000203" pitchFamily="34" charset="-78"/>
                <a:cs typeface="IBM Plex Sans Arabic" panose="020B0803050203000203" pitchFamily="34" charset="-78"/>
              </a:rPr>
              <a:t>02</a:t>
            </a:r>
            <a:endParaRPr lang="en-SA" sz="2400" dirty="0">
              <a:solidFill>
                <a:schemeClr val="tx2"/>
              </a:solidFill>
              <a:latin typeface="IBM Plex Sans Arabic" panose="020B0803050203000203" pitchFamily="34" charset="-78"/>
              <a:cs typeface="IBM Plex Sans Arabic" panose="020B0803050203000203" pitchFamily="34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146952471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 advClick="0"/>
    </mc:Choice>
    <mc:Fallback xmlns="">
      <p:transition advClick="0"/>
    </mc:Fallback>
  </mc:AlternateContent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" name="Picture Placeholder 2">
            <a:extLst>
              <a:ext uri="{FF2B5EF4-FFF2-40B4-BE49-F238E27FC236}">
                <a16:creationId xmlns:a16="http://schemas.microsoft.com/office/drawing/2014/main" id="{F3712123-2DFD-3B28-79A9-4F2DAC241071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8302077" y="555196"/>
            <a:ext cx="2717007" cy="5805492"/>
          </a:xfrm>
        </p:spPr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C9A3F772-041E-B0A1-0CC3-BB227B1DE972}"/>
              </a:ext>
            </a:extLst>
          </p:cNvPr>
          <p:cNvSpPr txBox="1"/>
          <p:nvPr/>
        </p:nvSpPr>
        <p:spPr>
          <a:xfrm>
            <a:off x="811078" y="555196"/>
            <a:ext cx="5486400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 rtl="1"/>
            <a:r>
              <a:rPr lang="ar-SA" sz="3200" dirty="0">
                <a:solidFill>
                  <a:schemeClr val="tx2"/>
                </a:solidFill>
                <a:latin typeface="IBM Plex Sans Arabic" panose="020B0803050203000203" pitchFamily="34" charset="-78"/>
                <a:cs typeface="IBM Plex Sans Arabic" panose="020B0803050203000203" pitchFamily="34" charset="-78"/>
              </a:rPr>
              <a:t>عنوان رئيسي </a:t>
            </a:r>
            <a:endParaRPr lang="en-SA" sz="3200" dirty="0">
              <a:solidFill>
                <a:schemeClr val="tx2"/>
              </a:solidFill>
              <a:latin typeface="IBM Plex Sans Arabic" panose="020B0803050203000203" pitchFamily="34" charset="-78"/>
              <a:cs typeface="IBM Plex Sans Arabic" panose="020B0803050203000203" pitchFamily="34" charset="-78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87240880-4E9C-1BFC-3A7F-A6D4C453CF4F}"/>
              </a:ext>
            </a:extLst>
          </p:cNvPr>
          <p:cNvSpPr txBox="1"/>
          <p:nvPr/>
        </p:nvSpPr>
        <p:spPr>
          <a:xfrm>
            <a:off x="1211953" y="1259240"/>
            <a:ext cx="5059021" cy="134104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50800" algn="justLow" rtl="1">
              <a:spcBef>
                <a:spcPts val="1000"/>
              </a:spcBef>
              <a:buClr>
                <a:schemeClr val="dk2"/>
              </a:buClr>
              <a:buSzPts val="2800"/>
            </a:pPr>
            <a:r>
              <a:rPr lang="ar-SA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 </a:t>
            </a:r>
            <a:r>
              <a:rPr lang="ar-SA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</a:t>
            </a:r>
            <a:endParaRPr lang="ar-SA" sz="1600" u="none" strike="noStrike" cap="none" dirty="0">
              <a:solidFill>
                <a:schemeClr val="tx1">
                  <a:lumMod val="90000"/>
                  <a:lumOff val="10000"/>
                </a:schemeClr>
              </a:solidFill>
              <a:latin typeface="Tajawal" pitchFamily="2" charset="-78"/>
              <a:ea typeface="Readex Pro Deca"/>
              <a:cs typeface="Tajawal" pitchFamily="2" charset="-78"/>
              <a:sym typeface="Readex Pro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D543993B-ABB6-4778-1054-78D2D932582A}"/>
              </a:ext>
            </a:extLst>
          </p:cNvPr>
          <p:cNvSpPr txBox="1"/>
          <p:nvPr/>
        </p:nvSpPr>
        <p:spPr>
          <a:xfrm>
            <a:off x="1372549" y="2973328"/>
            <a:ext cx="4189571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 rtl="1"/>
            <a:r>
              <a:rPr lang="ar-SA" sz="2400" b="1" dirty="0">
                <a:solidFill>
                  <a:schemeClr val="accent4"/>
                </a:solidFill>
                <a:latin typeface="RB" pitchFamily="2" charset="-78"/>
                <a:cs typeface="RB" pitchFamily="2" charset="-78"/>
              </a:rPr>
              <a:t>عنوان فرعي</a:t>
            </a:r>
            <a:endParaRPr lang="en-SA" sz="2400" b="1" dirty="0">
              <a:solidFill>
                <a:schemeClr val="accent4"/>
              </a:solidFill>
              <a:latin typeface="RB" pitchFamily="2" charset="-78"/>
              <a:cs typeface="RB" pitchFamily="2" charset="-78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36F1D56D-93E8-B95A-EB82-2C29CB1752AE}"/>
              </a:ext>
            </a:extLst>
          </p:cNvPr>
          <p:cNvSpPr txBox="1"/>
          <p:nvPr/>
        </p:nvSpPr>
        <p:spPr>
          <a:xfrm>
            <a:off x="802877" y="3421035"/>
            <a:ext cx="4879559" cy="95410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50800" algn="justLow" rtl="1">
              <a:spcBef>
                <a:spcPts val="1000"/>
              </a:spcBef>
              <a:buClr>
                <a:schemeClr val="dk2"/>
              </a:buClr>
              <a:buSzPts val="2800"/>
            </a:pP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</a:t>
            </a:r>
            <a:endParaRPr lang="ar-SA" sz="1400" u="none" strike="noStrike" cap="none" dirty="0">
              <a:solidFill>
                <a:schemeClr val="tx1">
                  <a:lumMod val="90000"/>
                  <a:lumOff val="10000"/>
                </a:schemeClr>
              </a:solidFill>
              <a:latin typeface="Tajawal" pitchFamily="2" charset="-78"/>
              <a:ea typeface="Readex Pro Deca"/>
              <a:cs typeface="Tajawal" pitchFamily="2" charset="-78"/>
              <a:sym typeface="Readex Pro"/>
            </a:endParaRPr>
          </a:p>
        </p:txBody>
      </p:sp>
      <p:sp>
        <p:nvSpPr>
          <p:cNvPr id="6" name="Freeform 5">
            <a:extLst>
              <a:ext uri="{FF2B5EF4-FFF2-40B4-BE49-F238E27FC236}">
                <a16:creationId xmlns:a16="http://schemas.microsoft.com/office/drawing/2014/main" id="{6B255DE4-6DA2-E693-886E-621EC4944AAD}"/>
              </a:ext>
            </a:extLst>
          </p:cNvPr>
          <p:cNvSpPr/>
          <p:nvPr/>
        </p:nvSpPr>
        <p:spPr>
          <a:xfrm flipH="1">
            <a:off x="5894246" y="2969162"/>
            <a:ext cx="376728" cy="377196"/>
          </a:xfrm>
          <a:custGeom>
            <a:avLst/>
            <a:gdLst>
              <a:gd name="connsiteX0" fmla="*/ 825439 w 1762284"/>
              <a:gd name="connsiteY0" fmla="*/ 510669 h 1764475"/>
              <a:gd name="connsiteX1" fmla="*/ 825439 w 1762284"/>
              <a:gd name="connsiteY1" fmla="*/ 510669 h 1764475"/>
              <a:gd name="connsiteX2" fmla="*/ 1629005 w 1762284"/>
              <a:gd name="connsiteY2" fmla="*/ 432690 h 1764475"/>
              <a:gd name="connsiteX3" fmla="*/ 1689867 w 1762284"/>
              <a:gd name="connsiteY3" fmla="*/ 393700 h 1764475"/>
              <a:gd name="connsiteX4" fmla="*/ 1761189 w 1762284"/>
              <a:gd name="connsiteY4" fmla="*/ 60862 h 1764475"/>
              <a:gd name="connsiteX5" fmla="*/ 1722200 w 1762284"/>
              <a:gd name="connsiteY5" fmla="*/ 0 h 1764475"/>
              <a:gd name="connsiteX6" fmla="*/ 709421 w 1762284"/>
              <a:gd name="connsiteY6" fmla="*/ 32333 h 1764475"/>
              <a:gd name="connsiteX7" fmla="*/ 703715 w 1762284"/>
              <a:gd name="connsiteY7" fmla="*/ 32333 h 1764475"/>
              <a:gd name="connsiteX8" fmla="*/ 693254 w 1762284"/>
              <a:gd name="connsiteY8" fmla="*/ 32333 h 1764475"/>
              <a:gd name="connsiteX9" fmla="*/ 683745 w 1762284"/>
              <a:gd name="connsiteY9" fmla="*/ 34235 h 1764475"/>
              <a:gd name="connsiteX10" fmla="*/ 675186 w 1762284"/>
              <a:gd name="connsiteY10" fmla="*/ 38039 h 1764475"/>
              <a:gd name="connsiteX11" fmla="*/ 666627 w 1762284"/>
              <a:gd name="connsiteY11" fmla="*/ 43744 h 1764475"/>
              <a:gd name="connsiteX12" fmla="*/ 661873 w 1762284"/>
              <a:gd name="connsiteY12" fmla="*/ 46597 h 1764475"/>
              <a:gd name="connsiteX13" fmla="*/ 49450 w 1762284"/>
              <a:gd name="connsiteY13" fmla="*/ 659971 h 1764475"/>
              <a:gd name="connsiteX14" fmla="*/ 46597 w 1762284"/>
              <a:gd name="connsiteY14" fmla="*/ 664725 h 1764475"/>
              <a:gd name="connsiteX15" fmla="*/ 40892 w 1762284"/>
              <a:gd name="connsiteY15" fmla="*/ 674235 h 1764475"/>
              <a:gd name="connsiteX16" fmla="*/ 38039 w 1762284"/>
              <a:gd name="connsiteY16" fmla="*/ 681843 h 1764475"/>
              <a:gd name="connsiteX17" fmla="*/ 36137 w 1762284"/>
              <a:gd name="connsiteY17" fmla="*/ 693254 h 1764475"/>
              <a:gd name="connsiteX18" fmla="*/ 36137 w 1762284"/>
              <a:gd name="connsiteY18" fmla="*/ 701813 h 1764475"/>
              <a:gd name="connsiteX19" fmla="*/ 36137 w 1762284"/>
              <a:gd name="connsiteY19" fmla="*/ 708470 h 1764475"/>
              <a:gd name="connsiteX20" fmla="*/ 0 w 1762284"/>
              <a:gd name="connsiteY20" fmla="*/ 1724102 h 1764475"/>
              <a:gd name="connsiteX21" fmla="*/ 60862 w 1762284"/>
              <a:gd name="connsiteY21" fmla="*/ 1763091 h 1764475"/>
              <a:gd name="connsiteX22" fmla="*/ 393700 w 1762284"/>
              <a:gd name="connsiteY22" fmla="*/ 1691769 h 1764475"/>
              <a:gd name="connsiteX23" fmla="*/ 432690 w 1762284"/>
              <a:gd name="connsiteY23" fmla="*/ 1630907 h 1764475"/>
              <a:gd name="connsiteX24" fmla="*/ 513522 w 1762284"/>
              <a:gd name="connsiteY24" fmla="*/ 824488 h 1764475"/>
              <a:gd name="connsiteX25" fmla="*/ 513522 w 1762284"/>
              <a:gd name="connsiteY25" fmla="*/ 824488 h 1764475"/>
              <a:gd name="connsiteX26" fmla="*/ 825439 w 1762284"/>
              <a:gd name="connsiteY26" fmla="*/ 510669 h 17644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1762284" h="1764475">
                <a:moveTo>
                  <a:pt x="825439" y="510669"/>
                </a:moveTo>
                <a:lnTo>
                  <a:pt x="825439" y="510669"/>
                </a:lnTo>
                <a:lnTo>
                  <a:pt x="1629005" y="432690"/>
                </a:lnTo>
                <a:cubicBezTo>
                  <a:pt x="1656583" y="438395"/>
                  <a:pt x="1684161" y="421278"/>
                  <a:pt x="1689867" y="393700"/>
                </a:cubicBezTo>
                <a:lnTo>
                  <a:pt x="1761189" y="60862"/>
                </a:lnTo>
                <a:cubicBezTo>
                  <a:pt x="1766895" y="33284"/>
                  <a:pt x="1749778" y="5706"/>
                  <a:pt x="1722200" y="0"/>
                </a:cubicBezTo>
                <a:lnTo>
                  <a:pt x="709421" y="32333"/>
                </a:lnTo>
                <a:cubicBezTo>
                  <a:pt x="707519" y="32333"/>
                  <a:pt x="705617" y="32333"/>
                  <a:pt x="703715" y="32333"/>
                </a:cubicBezTo>
                <a:cubicBezTo>
                  <a:pt x="699911" y="32333"/>
                  <a:pt x="697058" y="32333"/>
                  <a:pt x="693254" y="32333"/>
                </a:cubicBezTo>
                <a:cubicBezTo>
                  <a:pt x="689451" y="32333"/>
                  <a:pt x="686598" y="33284"/>
                  <a:pt x="683745" y="34235"/>
                </a:cubicBezTo>
                <a:cubicBezTo>
                  <a:pt x="680892" y="35186"/>
                  <a:pt x="678039" y="36137"/>
                  <a:pt x="675186" y="38039"/>
                </a:cubicBezTo>
                <a:cubicBezTo>
                  <a:pt x="672333" y="39941"/>
                  <a:pt x="669480" y="41843"/>
                  <a:pt x="666627" y="43744"/>
                </a:cubicBezTo>
                <a:cubicBezTo>
                  <a:pt x="665676" y="44695"/>
                  <a:pt x="663774" y="45646"/>
                  <a:pt x="661873" y="46597"/>
                </a:cubicBezTo>
                <a:lnTo>
                  <a:pt x="49450" y="659971"/>
                </a:lnTo>
                <a:cubicBezTo>
                  <a:pt x="48499" y="660922"/>
                  <a:pt x="47548" y="662823"/>
                  <a:pt x="46597" y="664725"/>
                </a:cubicBezTo>
                <a:cubicBezTo>
                  <a:pt x="43744" y="667578"/>
                  <a:pt x="41843" y="670431"/>
                  <a:pt x="40892" y="674235"/>
                </a:cubicBezTo>
                <a:cubicBezTo>
                  <a:pt x="39941" y="677088"/>
                  <a:pt x="38990" y="678990"/>
                  <a:pt x="38039" y="681843"/>
                </a:cubicBezTo>
                <a:cubicBezTo>
                  <a:pt x="37088" y="685647"/>
                  <a:pt x="36137" y="689451"/>
                  <a:pt x="36137" y="693254"/>
                </a:cubicBezTo>
                <a:cubicBezTo>
                  <a:pt x="36137" y="696107"/>
                  <a:pt x="36137" y="698960"/>
                  <a:pt x="36137" y="701813"/>
                </a:cubicBezTo>
                <a:cubicBezTo>
                  <a:pt x="36137" y="703715"/>
                  <a:pt x="36137" y="706568"/>
                  <a:pt x="36137" y="708470"/>
                </a:cubicBezTo>
                <a:lnTo>
                  <a:pt x="0" y="1724102"/>
                </a:lnTo>
                <a:cubicBezTo>
                  <a:pt x="5706" y="1751680"/>
                  <a:pt x="33284" y="1769748"/>
                  <a:pt x="60862" y="1763091"/>
                </a:cubicBezTo>
                <a:lnTo>
                  <a:pt x="393700" y="1691769"/>
                </a:lnTo>
                <a:cubicBezTo>
                  <a:pt x="421278" y="1686063"/>
                  <a:pt x="439346" y="1658485"/>
                  <a:pt x="432690" y="1630907"/>
                </a:cubicBezTo>
                <a:lnTo>
                  <a:pt x="513522" y="824488"/>
                </a:lnTo>
                <a:lnTo>
                  <a:pt x="513522" y="824488"/>
                </a:lnTo>
                <a:lnTo>
                  <a:pt x="825439" y="510669"/>
                </a:lnTo>
                <a:close/>
              </a:path>
            </a:pathLst>
          </a:custGeom>
          <a:solidFill>
            <a:schemeClr val="accent2"/>
          </a:solidFill>
          <a:ln w="9479" cap="flat">
            <a:noFill/>
            <a:prstDash val="solid"/>
            <a:miter/>
          </a:ln>
        </p:spPr>
        <p:txBody>
          <a:bodyPr rtlCol="0" anchor="ctr"/>
          <a:lstStyle/>
          <a:p>
            <a:endParaRPr lang="en-SA">
              <a:solidFill>
                <a:schemeClr val="accent1"/>
              </a:solidFill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364A50E0-D1B3-B960-2374-D70E26F5440A}"/>
              </a:ext>
            </a:extLst>
          </p:cNvPr>
          <p:cNvSpPr txBox="1"/>
          <p:nvPr/>
        </p:nvSpPr>
        <p:spPr>
          <a:xfrm>
            <a:off x="5350168" y="3012496"/>
            <a:ext cx="83487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 rtl="1"/>
            <a:r>
              <a:rPr lang="en-US" sz="2400" dirty="0">
                <a:solidFill>
                  <a:schemeClr val="tx2"/>
                </a:solidFill>
                <a:latin typeface="IBM Plex Sans Arabic" panose="020B0803050203000203" pitchFamily="34" charset="-78"/>
                <a:cs typeface="IBM Plex Sans Arabic" panose="020B0803050203000203" pitchFamily="34" charset="-78"/>
              </a:rPr>
              <a:t>01</a:t>
            </a:r>
            <a:endParaRPr lang="en-SA" sz="2400" dirty="0">
              <a:solidFill>
                <a:schemeClr val="tx2"/>
              </a:solidFill>
              <a:latin typeface="IBM Plex Sans Arabic" panose="020B0803050203000203" pitchFamily="34" charset="-78"/>
              <a:cs typeface="IBM Plex Sans Arabic" panose="020B0803050203000203" pitchFamily="34" charset="-78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701D85F2-A6EE-D400-9D6B-1F4F73F8E5D5}"/>
              </a:ext>
            </a:extLst>
          </p:cNvPr>
          <p:cNvSpPr txBox="1"/>
          <p:nvPr/>
        </p:nvSpPr>
        <p:spPr>
          <a:xfrm>
            <a:off x="1372549" y="4704852"/>
            <a:ext cx="4189571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 rtl="1"/>
            <a:r>
              <a:rPr lang="ar-SA" sz="2400" b="1" dirty="0">
                <a:solidFill>
                  <a:schemeClr val="accent4"/>
                </a:solidFill>
                <a:latin typeface="RB" pitchFamily="2" charset="-78"/>
                <a:cs typeface="RB" pitchFamily="2" charset="-78"/>
              </a:rPr>
              <a:t>عنوان فرعي</a:t>
            </a:r>
            <a:endParaRPr lang="en-SA" sz="2400" b="1" dirty="0">
              <a:solidFill>
                <a:schemeClr val="accent4"/>
              </a:solidFill>
              <a:latin typeface="RB" pitchFamily="2" charset="-78"/>
              <a:cs typeface="RB" pitchFamily="2" charset="-78"/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6E9394DF-1533-C7EE-4883-2C5FB27FC91A}"/>
              </a:ext>
            </a:extLst>
          </p:cNvPr>
          <p:cNvSpPr txBox="1"/>
          <p:nvPr/>
        </p:nvSpPr>
        <p:spPr>
          <a:xfrm>
            <a:off x="802877" y="5152559"/>
            <a:ext cx="4879559" cy="95410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50800" algn="justLow" rtl="1">
              <a:spcBef>
                <a:spcPts val="1000"/>
              </a:spcBef>
              <a:buClr>
                <a:schemeClr val="dk2"/>
              </a:buClr>
              <a:buSzPts val="2800"/>
            </a:pP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 </a:t>
            </a:r>
            <a:r>
              <a:rPr lang="ar-SA" sz="14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4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</a:t>
            </a:r>
            <a:endParaRPr lang="ar-SA" sz="1400" u="none" strike="noStrike" cap="none" dirty="0">
              <a:solidFill>
                <a:schemeClr val="tx1">
                  <a:lumMod val="90000"/>
                  <a:lumOff val="10000"/>
                </a:schemeClr>
              </a:solidFill>
              <a:latin typeface="Tajawal" pitchFamily="2" charset="-78"/>
              <a:ea typeface="Readex Pro Deca"/>
              <a:cs typeface="Tajawal" pitchFamily="2" charset="-78"/>
              <a:sym typeface="Readex Pro"/>
            </a:endParaRPr>
          </a:p>
        </p:txBody>
      </p:sp>
      <p:sp>
        <p:nvSpPr>
          <p:cNvPr id="10" name="Freeform 9">
            <a:extLst>
              <a:ext uri="{FF2B5EF4-FFF2-40B4-BE49-F238E27FC236}">
                <a16:creationId xmlns:a16="http://schemas.microsoft.com/office/drawing/2014/main" id="{720766CD-C11F-FAD9-5BCB-EEC310FD5B42}"/>
              </a:ext>
            </a:extLst>
          </p:cNvPr>
          <p:cNvSpPr/>
          <p:nvPr/>
        </p:nvSpPr>
        <p:spPr>
          <a:xfrm flipH="1">
            <a:off x="5894246" y="4700686"/>
            <a:ext cx="376728" cy="377196"/>
          </a:xfrm>
          <a:custGeom>
            <a:avLst/>
            <a:gdLst>
              <a:gd name="connsiteX0" fmla="*/ 825439 w 1762284"/>
              <a:gd name="connsiteY0" fmla="*/ 510669 h 1764475"/>
              <a:gd name="connsiteX1" fmla="*/ 825439 w 1762284"/>
              <a:gd name="connsiteY1" fmla="*/ 510669 h 1764475"/>
              <a:gd name="connsiteX2" fmla="*/ 1629005 w 1762284"/>
              <a:gd name="connsiteY2" fmla="*/ 432690 h 1764475"/>
              <a:gd name="connsiteX3" fmla="*/ 1689867 w 1762284"/>
              <a:gd name="connsiteY3" fmla="*/ 393700 h 1764475"/>
              <a:gd name="connsiteX4" fmla="*/ 1761189 w 1762284"/>
              <a:gd name="connsiteY4" fmla="*/ 60862 h 1764475"/>
              <a:gd name="connsiteX5" fmla="*/ 1722200 w 1762284"/>
              <a:gd name="connsiteY5" fmla="*/ 0 h 1764475"/>
              <a:gd name="connsiteX6" fmla="*/ 709421 w 1762284"/>
              <a:gd name="connsiteY6" fmla="*/ 32333 h 1764475"/>
              <a:gd name="connsiteX7" fmla="*/ 703715 w 1762284"/>
              <a:gd name="connsiteY7" fmla="*/ 32333 h 1764475"/>
              <a:gd name="connsiteX8" fmla="*/ 693254 w 1762284"/>
              <a:gd name="connsiteY8" fmla="*/ 32333 h 1764475"/>
              <a:gd name="connsiteX9" fmla="*/ 683745 w 1762284"/>
              <a:gd name="connsiteY9" fmla="*/ 34235 h 1764475"/>
              <a:gd name="connsiteX10" fmla="*/ 675186 w 1762284"/>
              <a:gd name="connsiteY10" fmla="*/ 38039 h 1764475"/>
              <a:gd name="connsiteX11" fmla="*/ 666627 w 1762284"/>
              <a:gd name="connsiteY11" fmla="*/ 43744 h 1764475"/>
              <a:gd name="connsiteX12" fmla="*/ 661873 w 1762284"/>
              <a:gd name="connsiteY12" fmla="*/ 46597 h 1764475"/>
              <a:gd name="connsiteX13" fmla="*/ 49450 w 1762284"/>
              <a:gd name="connsiteY13" fmla="*/ 659971 h 1764475"/>
              <a:gd name="connsiteX14" fmla="*/ 46597 w 1762284"/>
              <a:gd name="connsiteY14" fmla="*/ 664725 h 1764475"/>
              <a:gd name="connsiteX15" fmla="*/ 40892 w 1762284"/>
              <a:gd name="connsiteY15" fmla="*/ 674235 h 1764475"/>
              <a:gd name="connsiteX16" fmla="*/ 38039 w 1762284"/>
              <a:gd name="connsiteY16" fmla="*/ 681843 h 1764475"/>
              <a:gd name="connsiteX17" fmla="*/ 36137 w 1762284"/>
              <a:gd name="connsiteY17" fmla="*/ 693254 h 1764475"/>
              <a:gd name="connsiteX18" fmla="*/ 36137 w 1762284"/>
              <a:gd name="connsiteY18" fmla="*/ 701813 h 1764475"/>
              <a:gd name="connsiteX19" fmla="*/ 36137 w 1762284"/>
              <a:gd name="connsiteY19" fmla="*/ 708470 h 1764475"/>
              <a:gd name="connsiteX20" fmla="*/ 0 w 1762284"/>
              <a:gd name="connsiteY20" fmla="*/ 1724102 h 1764475"/>
              <a:gd name="connsiteX21" fmla="*/ 60862 w 1762284"/>
              <a:gd name="connsiteY21" fmla="*/ 1763091 h 1764475"/>
              <a:gd name="connsiteX22" fmla="*/ 393700 w 1762284"/>
              <a:gd name="connsiteY22" fmla="*/ 1691769 h 1764475"/>
              <a:gd name="connsiteX23" fmla="*/ 432690 w 1762284"/>
              <a:gd name="connsiteY23" fmla="*/ 1630907 h 1764475"/>
              <a:gd name="connsiteX24" fmla="*/ 513522 w 1762284"/>
              <a:gd name="connsiteY24" fmla="*/ 824488 h 1764475"/>
              <a:gd name="connsiteX25" fmla="*/ 513522 w 1762284"/>
              <a:gd name="connsiteY25" fmla="*/ 824488 h 1764475"/>
              <a:gd name="connsiteX26" fmla="*/ 825439 w 1762284"/>
              <a:gd name="connsiteY26" fmla="*/ 510669 h 17644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1762284" h="1764475">
                <a:moveTo>
                  <a:pt x="825439" y="510669"/>
                </a:moveTo>
                <a:lnTo>
                  <a:pt x="825439" y="510669"/>
                </a:lnTo>
                <a:lnTo>
                  <a:pt x="1629005" y="432690"/>
                </a:lnTo>
                <a:cubicBezTo>
                  <a:pt x="1656583" y="438395"/>
                  <a:pt x="1684161" y="421278"/>
                  <a:pt x="1689867" y="393700"/>
                </a:cubicBezTo>
                <a:lnTo>
                  <a:pt x="1761189" y="60862"/>
                </a:lnTo>
                <a:cubicBezTo>
                  <a:pt x="1766895" y="33284"/>
                  <a:pt x="1749778" y="5706"/>
                  <a:pt x="1722200" y="0"/>
                </a:cubicBezTo>
                <a:lnTo>
                  <a:pt x="709421" y="32333"/>
                </a:lnTo>
                <a:cubicBezTo>
                  <a:pt x="707519" y="32333"/>
                  <a:pt x="705617" y="32333"/>
                  <a:pt x="703715" y="32333"/>
                </a:cubicBezTo>
                <a:cubicBezTo>
                  <a:pt x="699911" y="32333"/>
                  <a:pt x="697058" y="32333"/>
                  <a:pt x="693254" y="32333"/>
                </a:cubicBezTo>
                <a:cubicBezTo>
                  <a:pt x="689451" y="32333"/>
                  <a:pt x="686598" y="33284"/>
                  <a:pt x="683745" y="34235"/>
                </a:cubicBezTo>
                <a:cubicBezTo>
                  <a:pt x="680892" y="35186"/>
                  <a:pt x="678039" y="36137"/>
                  <a:pt x="675186" y="38039"/>
                </a:cubicBezTo>
                <a:cubicBezTo>
                  <a:pt x="672333" y="39941"/>
                  <a:pt x="669480" y="41843"/>
                  <a:pt x="666627" y="43744"/>
                </a:cubicBezTo>
                <a:cubicBezTo>
                  <a:pt x="665676" y="44695"/>
                  <a:pt x="663774" y="45646"/>
                  <a:pt x="661873" y="46597"/>
                </a:cubicBezTo>
                <a:lnTo>
                  <a:pt x="49450" y="659971"/>
                </a:lnTo>
                <a:cubicBezTo>
                  <a:pt x="48499" y="660922"/>
                  <a:pt x="47548" y="662823"/>
                  <a:pt x="46597" y="664725"/>
                </a:cubicBezTo>
                <a:cubicBezTo>
                  <a:pt x="43744" y="667578"/>
                  <a:pt x="41843" y="670431"/>
                  <a:pt x="40892" y="674235"/>
                </a:cubicBezTo>
                <a:cubicBezTo>
                  <a:pt x="39941" y="677088"/>
                  <a:pt x="38990" y="678990"/>
                  <a:pt x="38039" y="681843"/>
                </a:cubicBezTo>
                <a:cubicBezTo>
                  <a:pt x="37088" y="685647"/>
                  <a:pt x="36137" y="689451"/>
                  <a:pt x="36137" y="693254"/>
                </a:cubicBezTo>
                <a:cubicBezTo>
                  <a:pt x="36137" y="696107"/>
                  <a:pt x="36137" y="698960"/>
                  <a:pt x="36137" y="701813"/>
                </a:cubicBezTo>
                <a:cubicBezTo>
                  <a:pt x="36137" y="703715"/>
                  <a:pt x="36137" y="706568"/>
                  <a:pt x="36137" y="708470"/>
                </a:cubicBezTo>
                <a:lnTo>
                  <a:pt x="0" y="1724102"/>
                </a:lnTo>
                <a:cubicBezTo>
                  <a:pt x="5706" y="1751680"/>
                  <a:pt x="33284" y="1769748"/>
                  <a:pt x="60862" y="1763091"/>
                </a:cubicBezTo>
                <a:lnTo>
                  <a:pt x="393700" y="1691769"/>
                </a:lnTo>
                <a:cubicBezTo>
                  <a:pt x="421278" y="1686063"/>
                  <a:pt x="439346" y="1658485"/>
                  <a:pt x="432690" y="1630907"/>
                </a:cubicBezTo>
                <a:lnTo>
                  <a:pt x="513522" y="824488"/>
                </a:lnTo>
                <a:lnTo>
                  <a:pt x="513522" y="824488"/>
                </a:lnTo>
                <a:lnTo>
                  <a:pt x="825439" y="510669"/>
                </a:lnTo>
                <a:close/>
              </a:path>
            </a:pathLst>
          </a:custGeom>
          <a:solidFill>
            <a:schemeClr val="accent2"/>
          </a:solidFill>
          <a:ln w="9479" cap="flat">
            <a:noFill/>
            <a:prstDash val="solid"/>
            <a:miter/>
          </a:ln>
        </p:spPr>
        <p:txBody>
          <a:bodyPr rtlCol="0" anchor="ctr"/>
          <a:lstStyle/>
          <a:p>
            <a:endParaRPr lang="en-SA">
              <a:solidFill>
                <a:schemeClr val="accent1"/>
              </a:solidFill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3CCC772B-1A98-FFEB-CBA4-5C77E95526E2}"/>
              </a:ext>
            </a:extLst>
          </p:cNvPr>
          <p:cNvSpPr txBox="1"/>
          <p:nvPr/>
        </p:nvSpPr>
        <p:spPr>
          <a:xfrm>
            <a:off x="5350168" y="4744020"/>
            <a:ext cx="83487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 rtl="1"/>
            <a:r>
              <a:rPr lang="en-US" sz="2400" dirty="0">
                <a:solidFill>
                  <a:schemeClr val="tx2"/>
                </a:solidFill>
                <a:latin typeface="IBM Plex Sans Arabic" panose="020B0803050203000203" pitchFamily="34" charset="-78"/>
                <a:cs typeface="IBM Plex Sans Arabic" panose="020B0803050203000203" pitchFamily="34" charset="-78"/>
              </a:rPr>
              <a:t>02</a:t>
            </a:r>
            <a:endParaRPr lang="en-SA" sz="2400" dirty="0">
              <a:solidFill>
                <a:schemeClr val="tx2"/>
              </a:solidFill>
              <a:latin typeface="IBM Plex Sans Arabic" panose="020B0803050203000203" pitchFamily="34" charset="-78"/>
              <a:cs typeface="IBM Plex Sans Arabic" panose="020B0803050203000203" pitchFamily="34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281999699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 advClick="0"/>
    </mc:Choice>
    <mc:Fallback xmlns="">
      <p:transition advClick="0"/>
    </mc:Fallback>
  </mc:AlternateContent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Bentuk Bebas: Bentuk 35">
            <a:extLst>
              <a:ext uri="{FF2B5EF4-FFF2-40B4-BE49-F238E27FC236}">
                <a16:creationId xmlns:a16="http://schemas.microsoft.com/office/drawing/2014/main" id="{C2C3116D-3CAA-EE43-8192-57397216D9D3}"/>
              </a:ext>
            </a:extLst>
          </p:cNvPr>
          <p:cNvSpPr/>
          <p:nvPr/>
        </p:nvSpPr>
        <p:spPr>
          <a:xfrm>
            <a:off x="633443" y="4595579"/>
            <a:ext cx="3938557" cy="442707"/>
          </a:xfrm>
          <a:custGeom>
            <a:avLst/>
            <a:gdLst>
              <a:gd name="connsiteX0" fmla="*/ 0 w 7578252"/>
              <a:gd name="connsiteY0" fmla="*/ 0 h 885413"/>
              <a:gd name="connsiteX1" fmla="*/ 7578253 w 7578252"/>
              <a:gd name="connsiteY1" fmla="*/ 0 h 885413"/>
              <a:gd name="connsiteX2" fmla="*/ 7578253 w 7578252"/>
              <a:gd name="connsiteY2" fmla="*/ 885414 h 885413"/>
              <a:gd name="connsiteX3" fmla="*/ 0 w 7578252"/>
              <a:gd name="connsiteY3" fmla="*/ 885414 h 8854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578252" h="885413">
                <a:moveTo>
                  <a:pt x="0" y="0"/>
                </a:moveTo>
                <a:lnTo>
                  <a:pt x="7578253" y="0"/>
                </a:lnTo>
                <a:lnTo>
                  <a:pt x="7578253" y="885414"/>
                </a:lnTo>
                <a:lnTo>
                  <a:pt x="0" y="885414"/>
                </a:lnTo>
                <a:close/>
              </a:path>
            </a:pathLst>
          </a:custGeom>
          <a:solidFill>
            <a:srgbClr val="F2F2F2"/>
          </a:solidFill>
          <a:ln w="12649" cap="flat">
            <a:noFill/>
            <a:prstDash val="solid"/>
            <a:miter/>
          </a:ln>
        </p:spPr>
        <p:txBody>
          <a:bodyPr rtlCol="0" anchor="ctr"/>
          <a:lstStyle/>
          <a:p>
            <a:endParaRPr lang="id-ID" sz="900"/>
          </a:p>
        </p:txBody>
      </p:sp>
      <p:sp>
        <p:nvSpPr>
          <p:cNvPr id="15" name="Bentuk Bebas: Bentuk 36">
            <a:extLst>
              <a:ext uri="{FF2B5EF4-FFF2-40B4-BE49-F238E27FC236}">
                <a16:creationId xmlns:a16="http://schemas.microsoft.com/office/drawing/2014/main" id="{CA70F391-EC25-8242-B7A5-3FAE53E5E241}"/>
              </a:ext>
            </a:extLst>
          </p:cNvPr>
          <p:cNvSpPr/>
          <p:nvPr/>
        </p:nvSpPr>
        <p:spPr>
          <a:xfrm>
            <a:off x="633443" y="4595579"/>
            <a:ext cx="3279318" cy="442707"/>
          </a:xfrm>
          <a:custGeom>
            <a:avLst/>
            <a:gdLst>
              <a:gd name="connsiteX0" fmla="*/ 5673223 w 6558635"/>
              <a:gd name="connsiteY0" fmla="*/ 0 h 885413"/>
              <a:gd name="connsiteX1" fmla="*/ 0 w 6558635"/>
              <a:gd name="connsiteY1" fmla="*/ 0 h 885413"/>
              <a:gd name="connsiteX2" fmla="*/ 0 w 6558635"/>
              <a:gd name="connsiteY2" fmla="*/ 885413 h 885413"/>
              <a:gd name="connsiteX3" fmla="*/ 5673223 w 6558635"/>
              <a:gd name="connsiteY3" fmla="*/ 885413 h 885413"/>
              <a:gd name="connsiteX4" fmla="*/ 6558635 w 6558635"/>
              <a:gd name="connsiteY4" fmla="*/ 0 h 8854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558635" h="885413">
                <a:moveTo>
                  <a:pt x="5673223" y="0"/>
                </a:moveTo>
                <a:lnTo>
                  <a:pt x="0" y="0"/>
                </a:lnTo>
                <a:lnTo>
                  <a:pt x="0" y="885413"/>
                </a:lnTo>
                <a:lnTo>
                  <a:pt x="5673223" y="885413"/>
                </a:lnTo>
                <a:lnTo>
                  <a:pt x="6558635" y="0"/>
                </a:lnTo>
                <a:close/>
              </a:path>
            </a:pathLst>
          </a:custGeom>
          <a:solidFill>
            <a:schemeClr val="accent1"/>
          </a:solidFill>
          <a:ln w="12649" cap="flat">
            <a:noFill/>
            <a:prstDash val="solid"/>
            <a:miter/>
          </a:ln>
        </p:spPr>
        <p:txBody>
          <a:bodyPr rtlCol="0" anchor="ctr"/>
          <a:lstStyle/>
          <a:p>
            <a:endParaRPr lang="id-ID" sz="900">
              <a:solidFill>
                <a:schemeClr val="tx2"/>
              </a:solidFill>
            </a:endParaRPr>
          </a:p>
        </p:txBody>
      </p:sp>
      <p:sp>
        <p:nvSpPr>
          <p:cNvPr id="16" name="Bentuk Bebas: Bentuk 39">
            <a:extLst>
              <a:ext uri="{FF2B5EF4-FFF2-40B4-BE49-F238E27FC236}">
                <a16:creationId xmlns:a16="http://schemas.microsoft.com/office/drawing/2014/main" id="{D7D40C7D-331D-4B49-AD1A-87A2E2CBAE90}"/>
              </a:ext>
            </a:extLst>
          </p:cNvPr>
          <p:cNvSpPr/>
          <p:nvPr/>
        </p:nvSpPr>
        <p:spPr>
          <a:xfrm>
            <a:off x="633443" y="5513437"/>
            <a:ext cx="3938557" cy="442707"/>
          </a:xfrm>
          <a:custGeom>
            <a:avLst/>
            <a:gdLst>
              <a:gd name="connsiteX0" fmla="*/ 0 w 7578252"/>
              <a:gd name="connsiteY0" fmla="*/ 0 h 885413"/>
              <a:gd name="connsiteX1" fmla="*/ 7578253 w 7578252"/>
              <a:gd name="connsiteY1" fmla="*/ 0 h 885413"/>
              <a:gd name="connsiteX2" fmla="*/ 7578253 w 7578252"/>
              <a:gd name="connsiteY2" fmla="*/ 885414 h 885413"/>
              <a:gd name="connsiteX3" fmla="*/ 0 w 7578252"/>
              <a:gd name="connsiteY3" fmla="*/ 885414 h 8854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578252" h="885413">
                <a:moveTo>
                  <a:pt x="0" y="0"/>
                </a:moveTo>
                <a:lnTo>
                  <a:pt x="7578253" y="0"/>
                </a:lnTo>
                <a:lnTo>
                  <a:pt x="7578253" y="885414"/>
                </a:lnTo>
                <a:lnTo>
                  <a:pt x="0" y="885414"/>
                </a:lnTo>
                <a:close/>
              </a:path>
            </a:pathLst>
          </a:custGeom>
          <a:solidFill>
            <a:srgbClr val="F2F2F2"/>
          </a:solidFill>
          <a:ln w="12649" cap="flat">
            <a:noFill/>
            <a:prstDash val="solid"/>
            <a:miter/>
          </a:ln>
        </p:spPr>
        <p:txBody>
          <a:bodyPr rtlCol="0" anchor="ctr"/>
          <a:lstStyle/>
          <a:p>
            <a:endParaRPr lang="id-ID" sz="900"/>
          </a:p>
        </p:txBody>
      </p:sp>
      <p:sp>
        <p:nvSpPr>
          <p:cNvPr id="17" name="Bentuk Bebas: Bentuk 40">
            <a:extLst>
              <a:ext uri="{FF2B5EF4-FFF2-40B4-BE49-F238E27FC236}">
                <a16:creationId xmlns:a16="http://schemas.microsoft.com/office/drawing/2014/main" id="{798F4D38-7076-CB47-B0BD-F0AEC9523060}"/>
              </a:ext>
            </a:extLst>
          </p:cNvPr>
          <p:cNvSpPr/>
          <p:nvPr/>
        </p:nvSpPr>
        <p:spPr>
          <a:xfrm>
            <a:off x="633443" y="5513437"/>
            <a:ext cx="2441907" cy="442707"/>
          </a:xfrm>
          <a:custGeom>
            <a:avLst/>
            <a:gdLst>
              <a:gd name="connsiteX0" fmla="*/ 3998400 w 4883813"/>
              <a:gd name="connsiteY0" fmla="*/ 0 h 885413"/>
              <a:gd name="connsiteX1" fmla="*/ 0 w 4883813"/>
              <a:gd name="connsiteY1" fmla="*/ 0 h 885413"/>
              <a:gd name="connsiteX2" fmla="*/ 0 w 4883813"/>
              <a:gd name="connsiteY2" fmla="*/ 885413 h 885413"/>
              <a:gd name="connsiteX3" fmla="*/ 3998400 w 4883813"/>
              <a:gd name="connsiteY3" fmla="*/ 885413 h 885413"/>
              <a:gd name="connsiteX4" fmla="*/ 4883813 w 4883813"/>
              <a:gd name="connsiteY4" fmla="*/ 0 h 8854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883813" h="885413">
                <a:moveTo>
                  <a:pt x="3998400" y="0"/>
                </a:moveTo>
                <a:lnTo>
                  <a:pt x="0" y="0"/>
                </a:lnTo>
                <a:lnTo>
                  <a:pt x="0" y="885413"/>
                </a:lnTo>
                <a:lnTo>
                  <a:pt x="3998400" y="885413"/>
                </a:lnTo>
                <a:lnTo>
                  <a:pt x="4883813" y="0"/>
                </a:lnTo>
                <a:close/>
              </a:path>
            </a:pathLst>
          </a:custGeom>
          <a:solidFill>
            <a:schemeClr val="accent2"/>
          </a:solidFill>
          <a:ln w="12649" cap="flat">
            <a:noFill/>
            <a:prstDash val="solid"/>
            <a:miter/>
          </a:ln>
        </p:spPr>
        <p:txBody>
          <a:bodyPr rtlCol="0" anchor="ctr"/>
          <a:lstStyle/>
          <a:p>
            <a:endParaRPr lang="id-ID" sz="900"/>
          </a:p>
        </p:txBody>
      </p:sp>
      <p:sp>
        <p:nvSpPr>
          <p:cNvPr id="18" name="Text Placeholder 6">
            <a:extLst>
              <a:ext uri="{FF2B5EF4-FFF2-40B4-BE49-F238E27FC236}">
                <a16:creationId xmlns:a16="http://schemas.microsoft.com/office/drawing/2014/main" id="{03EA433B-65A0-D74F-9D3C-78C7857229D9}"/>
              </a:ext>
            </a:extLst>
          </p:cNvPr>
          <p:cNvSpPr txBox="1">
            <a:spLocks/>
          </p:cNvSpPr>
          <p:nvPr/>
        </p:nvSpPr>
        <p:spPr>
          <a:xfrm>
            <a:off x="825505" y="4702093"/>
            <a:ext cx="1155696" cy="241354"/>
          </a:xfrm>
          <a:prstGeom prst="rect">
            <a:avLst/>
          </a:prstGeom>
        </p:spPr>
        <p:txBody>
          <a:bodyPr/>
          <a:lstStyle>
            <a:lvl1pPr marL="0" indent="0" algn="l" defTabSz="1828343" rtl="0" eaLnBrk="1" latinLnBrk="0" hangingPunct="1">
              <a:lnSpc>
                <a:spcPct val="90000"/>
              </a:lnSpc>
              <a:spcBef>
                <a:spcPts val="0"/>
              </a:spcBef>
              <a:buFont typeface="Arial" panose="020B0604020202020204" pitchFamily="34" charset="0"/>
              <a:buNone/>
              <a:defRPr sz="3000" b="0" i="0" kern="2400" spc="0" baseline="0">
                <a:solidFill>
                  <a:schemeClr val="tx2"/>
                </a:solidFill>
                <a:latin typeface="Poppins" panose="00000500000000000000" pitchFamily="2" charset="0"/>
                <a:ea typeface="Poppins" panose="00000500000000000000" pitchFamily="2" charset="0"/>
                <a:cs typeface="Poppins" panose="00000500000000000000" pitchFamily="2" charset="0"/>
              </a:defRPr>
            </a:lvl1pPr>
            <a:lvl2pPr marL="914171" indent="0" algn="l" defTabSz="1828343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828343" indent="0" algn="l" defTabSz="1828343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2742514" indent="0" algn="l" defTabSz="1828343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3656685" indent="0" algn="l" defTabSz="1828343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5027943" indent="-457086" algn="l" defTabSz="1828343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3599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5942114" indent="-457086" algn="l" defTabSz="1828343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3599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6856286" indent="-457086" algn="l" defTabSz="1828343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3599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7770457" indent="-457086" algn="l" defTabSz="1828343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3599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id-ID" sz="1500">
                <a:solidFill>
                  <a:srgbClr val="FFFFFF"/>
                </a:solidFill>
                <a:sym typeface="Arial"/>
                <a:rtl val="0"/>
              </a:rPr>
              <a:t>Android</a:t>
            </a:r>
            <a:endParaRPr lang="id-ID" sz="1500" dirty="0">
              <a:solidFill>
                <a:srgbClr val="FFFFFF"/>
              </a:solidFill>
              <a:sym typeface="Arial"/>
              <a:rtl val="0"/>
            </a:endParaRPr>
          </a:p>
        </p:txBody>
      </p:sp>
      <p:sp>
        <p:nvSpPr>
          <p:cNvPr id="19" name="Text Placeholder 6">
            <a:extLst>
              <a:ext uri="{FF2B5EF4-FFF2-40B4-BE49-F238E27FC236}">
                <a16:creationId xmlns:a16="http://schemas.microsoft.com/office/drawing/2014/main" id="{38D3CFFD-3591-794B-BB69-8D532B045046}"/>
              </a:ext>
            </a:extLst>
          </p:cNvPr>
          <p:cNvSpPr txBox="1">
            <a:spLocks/>
          </p:cNvSpPr>
          <p:nvPr/>
        </p:nvSpPr>
        <p:spPr>
          <a:xfrm>
            <a:off x="828096" y="5631043"/>
            <a:ext cx="661983" cy="236357"/>
          </a:xfrm>
          <a:prstGeom prst="rect">
            <a:avLst/>
          </a:prstGeom>
        </p:spPr>
        <p:txBody>
          <a:bodyPr/>
          <a:lstStyle>
            <a:lvl1pPr marL="0" indent="0" algn="l" defTabSz="1828343" rtl="0" eaLnBrk="1" latinLnBrk="0" hangingPunct="1">
              <a:lnSpc>
                <a:spcPct val="90000"/>
              </a:lnSpc>
              <a:spcBef>
                <a:spcPts val="0"/>
              </a:spcBef>
              <a:buFont typeface="Arial" panose="020B0604020202020204" pitchFamily="34" charset="0"/>
              <a:buNone/>
              <a:defRPr sz="3000" b="0" i="0" kern="2400" spc="0" baseline="0">
                <a:solidFill>
                  <a:schemeClr val="tx2"/>
                </a:solidFill>
                <a:latin typeface="Poppins" panose="00000500000000000000" pitchFamily="2" charset="0"/>
                <a:ea typeface="Poppins" panose="00000500000000000000" pitchFamily="2" charset="0"/>
                <a:cs typeface="Poppins" panose="00000500000000000000" pitchFamily="2" charset="0"/>
              </a:defRPr>
            </a:lvl1pPr>
            <a:lvl2pPr marL="914171" indent="0" algn="l" defTabSz="1828343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828343" indent="0" algn="l" defTabSz="1828343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2742514" indent="0" algn="l" defTabSz="1828343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3656685" indent="0" algn="l" defTabSz="1828343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5027943" indent="-457086" algn="l" defTabSz="1828343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3599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5942114" indent="-457086" algn="l" defTabSz="1828343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3599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6856286" indent="-457086" algn="l" defTabSz="1828343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3599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7770457" indent="-457086" algn="l" defTabSz="1828343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3599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id-ID" sz="1500">
                <a:solidFill>
                  <a:srgbClr val="FFFFFF"/>
                </a:solidFill>
                <a:sym typeface="Arial"/>
                <a:rtl val="0"/>
              </a:rPr>
              <a:t>IOS</a:t>
            </a:r>
            <a:endParaRPr lang="id-ID" sz="1500" dirty="0">
              <a:solidFill>
                <a:srgbClr val="FFFFFF"/>
              </a:solidFill>
              <a:sym typeface="Arial"/>
              <a:rtl val="0"/>
            </a:endParaRPr>
          </a:p>
        </p:txBody>
      </p:sp>
      <p:sp>
        <p:nvSpPr>
          <p:cNvPr id="20" name="Text Placeholder 6">
            <a:extLst>
              <a:ext uri="{FF2B5EF4-FFF2-40B4-BE49-F238E27FC236}">
                <a16:creationId xmlns:a16="http://schemas.microsoft.com/office/drawing/2014/main" id="{0F922DC7-E60C-AA49-9D84-5CD30042082C}"/>
              </a:ext>
            </a:extLst>
          </p:cNvPr>
          <p:cNvSpPr txBox="1">
            <a:spLocks/>
          </p:cNvSpPr>
          <p:nvPr/>
        </p:nvSpPr>
        <p:spPr>
          <a:xfrm>
            <a:off x="2115327" y="5641542"/>
            <a:ext cx="661983" cy="236357"/>
          </a:xfrm>
          <a:prstGeom prst="rect">
            <a:avLst/>
          </a:prstGeom>
        </p:spPr>
        <p:txBody>
          <a:bodyPr/>
          <a:lstStyle>
            <a:lvl1pPr marL="0" indent="0" algn="l" defTabSz="1828343" rtl="0" eaLnBrk="1" latinLnBrk="0" hangingPunct="1">
              <a:lnSpc>
                <a:spcPct val="90000"/>
              </a:lnSpc>
              <a:spcBef>
                <a:spcPts val="0"/>
              </a:spcBef>
              <a:buFont typeface="Arial" panose="020B0604020202020204" pitchFamily="34" charset="0"/>
              <a:buNone/>
              <a:defRPr sz="3000" b="0" i="0" kern="2400" spc="0" baseline="0">
                <a:solidFill>
                  <a:schemeClr val="tx2"/>
                </a:solidFill>
                <a:latin typeface="Poppins" panose="00000500000000000000" pitchFamily="2" charset="0"/>
                <a:ea typeface="Poppins" panose="00000500000000000000" pitchFamily="2" charset="0"/>
                <a:cs typeface="Poppins" panose="00000500000000000000" pitchFamily="2" charset="0"/>
              </a:defRPr>
            </a:lvl1pPr>
            <a:lvl2pPr marL="914171" indent="0" algn="l" defTabSz="1828343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828343" indent="0" algn="l" defTabSz="1828343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2742514" indent="0" algn="l" defTabSz="1828343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3656685" indent="0" algn="l" defTabSz="1828343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5027943" indent="-457086" algn="l" defTabSz="1828343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3599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5942114" indent="-457086" algn="l" defTabSz="1828343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3599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6856286" indent="-457086" algn="l" defTabSz="1828343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3599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7770457" indent="-457086" algn="l" defTabSz="1828343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3599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id-ID" sz="1500">
                <a:solidFill>
                  <a:srgbClr val="FFFFFF"/>
                </a:solidFill>
                <a:sym typeface="Arial"/>
                <a:rtl val="0"/>
              </a:rPr>
              <a:t>60%</a:t>
            </a:r>
            <a:endParaRPr lang="id-ID" sz="1500" dirty="0">
              <a:solidFill>
                <a:srgbClr val="FFFFFF"/>
              </a:solidFill>
              <a:sym typeface="Arial"/>
              <a:rtl val="0"/>
            </a:endParaRPr>
          </a:p>
        </p:txBody>
      </p:sp>
      <p:sp>
        <p:nvSpPr>
          <p:cNvPr id="21" name="Text Placeholder 6">
            <a:extLst>
              <a:ext uri="{FF2B5EF4-FFF2-40B4-BE49-F238E27FC236}">
                <a16:creationId xmlns:a16="http://schemas.microsoft.com/office/drawing/2014/main" id="{D5F09728-2F17-AC43-B9BE-5FF8B6042757}"/>
              </a:ext>
            </a:extLst>
          </p:cNvPr>
          <p:cNvSpPr txBox="1">
            <a:spLocks/>
          </p:cNvSpPr>
          <p:nvPr/>
        </p:nvSpPr>
        <p:spPr>
          <a:xfrm>
            <a:off x="2995617" y="4710949"/>
            <a:ext cx="661983" cy="241354"/>
          </a:xfrm>
          <a:prstGeom prst="rect">
            <a:avLst/>
          </a:prstGeom>
        </p:spPr>
        <p:txBody>
          <a:bodyPr/>
          <a:lstStyle>
            <a:lvl1pPr marL="0" indent="0" algn="r" defTabSz="1828343" rtl="0" eaLnBrk="1" latinLnBrk="0" hangingPunct="1">
              <a:lnSpc>
                <a:spcPct val="90000"/>
              </a:lnSpc>
              <a:spcBef>
                <a:spcPts val="0"/>
              </a:spcBef>
              <a:buFont typeface="Arial" panose="020B0604020202020204" pitchFamily="34" charset="0"/>
              <a:buNone/>
              <a:defRPr sz="3000" b="0" i="0" kern="2400" spc="0" baseline="0">
                <a:solidFill>
                  <a:schemeClr val="tx2"/>
                </a:solidFill>
                <a:latin typeface="Poppins Light" pitchFamily="2" charset="77"/>
                <a:ea typeface="Poppins Light" pitchFamily="2" charset="77"/>
                <a:cs typeface="Poppins Light" pitchFamily="2" charset="77"/>
              </a:defRPr>
            </a:lvl1pPr>
            <a:lvl2pPr marL="914171" indent="0" algn="l" defTabSz="1828343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828343" indent="0" algn="l" defTabSz="1828343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2742514" indent="0" algn="l" defTabSz="1828343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3656685" indent="0" algn="l" defTabSz="1828343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5027943" indent="-457086" algn="l" defTabSz="1828343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3599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5942114" indent="-457086" algn="l" defTabSz="1828343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3599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6856286" indent="-457086" algn="l" defTabSz="1828343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3599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7770457" indent="-457086" algn="l" defTabSz="1828343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3599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id-ID" sz="1500">
                <a:solidFill>
                  <a:srgbClr val="FFFFFF"/>
                </a:solidFill>
                <a:latin typeface="Poppins" panose="00000500000000000000" pitchFamily="2" charset="0"/>
                <a:cs typeface="Poppins" panose="00000500000000000000" pitchFamily="2" charset="0"/>
                <a:sym typeface="Arial"/>
                <a:rtl val="0"/>
              </a:rPr>
              <a:t>90%</a:t>
            </a:r>
            <a:endParaRPr lang="id-ID" sz="1500" dirty="0">
              <a:solidFill>
                <a:srgbClr val="FFFFFF"/>
              </a:solidFill>
              <a:latin typeface="Poppins" panose="00000500000000000000" pitchFamily="2" charset="0"/>
              <a:cs typeface="Poppins" panose="00000500000000000000" pitchFamily="2" charset="0"/>
              <a:sym typeface="Arial"/>
              <a:rtl val="0"/>
            </a:endParaRPr>
          </a:p>
        </p:txBody>
      </p:sp>
      <p:sp>
        <p:nvSpPr>
          <p:cNvPr id="4" name="Picture Placeholder 3">
            <a:extLst>
              <a:ext uri="{FF2B5EF4-FFF2-40B4-BE49-F238E27FC236}">
                <a16:creationId xmlns:a16="http://schemas.microsoft.com/office/drawing/2014/main" id="{1B5B6837-0A25-3148-900B-F06FE6909C57}"/>
              </a:ext>
            </a:extLst>
          </p:cNvPr>
          <p:cNvSpPr>
            <a:spLocks noGrp="1"/>
          </p:cNvSpPr>
          <p:nvPr>
            <p:ph type="pic" sz="quarter" idx="53"/>
          </p:nvPr>
        </p:nvSpPr>
        <p:spPr/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E5A1B53A-8A73-2724-2899-F9809451AB00}"/>
              </a:ext>
            </a:extLst>
          </p:cNvPr>
          <p:cNvSpPr txBox="1"/>
          <p:nvPr/>
        </p:nvSpPr>
        <p:spPr>
          <a:xfrm>
            <a:off x="-761999" y="990600"/>
            <a:ext cx="5486400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 rtl="1"/>
            <a:r>
              <a:rPr lang="ar-SA" sz="3200" dirty="0">
                <a:solidFill>
                  <a:schemeClr val="tx2"/>
                </a:solidFill>
                <a:latin typeface="IBM Plex Sans Arabic" panose="020B0803050203000203" pitchFamily="34" charset="-78"/>
                <a:cs typeface="IBM Plex Sans Arabic" panose="020B0803050203000203" pitchFamily="34" charset="-78"/>
              </a:rPr>
              <a:t>عنوان رئيسي </a:t>
            </a:r>
            <a:endParaRPr lang="en-SA" sz="3200" dirty="0">
              <a:solidFill>
                <a:schemeClr val="tx2"/>
              </a:solidFill>
              <a:latin typeface="IBM Plex Sans Arabic" panose="020B0803050203000203" pitchFamily="34" charset="-78"/>
              <a:cs typeface="IBM Plex Sans Arabic" panose="020B0803050203000203" pitchFamily="34" charset="-78"/>
            </a:endParaRP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78AE6953-15E8-E1C5-6B41-3013B8E0A3D6}"/>
              </a:ext>
            </a:extLst>
          </p:cNvPr>
          <p:cNvSpPr txBox="1"/>
          <p:nvPr/>
        </p:nvSpPr>
        <p:spPr>
          <a:xfrm>
            <a:off x="759340" y="1694644"/>
            <a:ext cx="3938557" cy="156966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50800" algn="justLow" rtl="1">
              <a:spcBef>
                <a:spcPts val="1000"/>
              </a:spcBef>
              <a:buClr>
                <a:schemeClr val="dk2"/>
              </a:buClr>
              <a:buSzPts val="2800"/>
            </a:pPr>
            <a:r>
              <a:rPr lang="ar-SA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</a:t>
            </a:r>
            <a:r>
              <a:rPr lang="ar-SA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  </a:t>
            </a:r>
            <a:r>
              <a:rPr lang="ar-SA" sz="1600" u="none" strike="noStrike" cap="none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من فضلك استبدل </a:t>
            </a:r>
            <a:r>
              <a:rPr lang="ar-SA" sz="1600" dirty="0">
                <a:solidFill>
                  <a:schemeClr val="tx1">
                    <a:lumMod val="90000"/>
                    <a:lumOff val="10000"/>
                  </a:schemeClr>
                </a:solidFill>
                <a:latin typeface="Tajawal" pitchFamily="2" charset="-78"/>
                <a:ea typeface="Readex Pro Deca"/>
                <a:cs typeface="Tajawal" pitchFamily="2" charset="-78"/>
                <a:sym typeface="Readex Pro"/>
              </a:rPr>
              <a:t>نصوص الفقرات هنا</a:t>
            </a:r>
            <a:endParaRPr lang="ar-SA" sz="1600" u="none" strike="noStrike" cap="none" dirty="0">
              <a:solidFill>
                <a:schemeClr val="tx1">
                  <a:lumMod val="90000"/>
                  <a:lumOff val="10000"/>
                </a:schemeClr>
              </a:solidFill>
              <a:latin typeface="Tajawal" pitchFamily="2" charset="-78"/>
              <a:ea typeface="Readex Pro Deca"/>
              <a:cs typeface="Tajawal" pitchFamily="2" charset="-78"/>
              <a:sym typeface="Readex Pro"/>
            </a:endParaRPr>
          </a:p>
        </p:txBody>
      </p:sp>
    </p:spTree>
    <p:extLst>
      <p:ext uri="{BB962C8B-B14F-4D97-AF65-F5344CB8AC3E}">
        <p14:creationId xmlns:p14="http://schemas.microsoft.com/office/powerpoint/2010/main" val="181261086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AEDD254A-CEB3-D84B-A5D1-60C7963640D1}"/>
              </a:ext>
            </a:extLst>
          </p:cNvPr>
          <p:cNvSpPr>
            <a:spLocks noGrp="1"/>
          </p:cNvSpPr>
          <p:nvPr>
            <p:ph type="body" sz="quarter" idx="4294967295"/>
          </p:nvPr>
        </p:nvSpPr>
        <p:spPr>
          <a:xfrm>
            <a:off x="1446826" y="2674534"/>
            <a:ext cx="3734775" cy="2087967"/>
          </a:xfrm>
        </p:spPr>
        <p:txBody>
          <a:bodyPr>
            <a:normAutofit/>
          </a:bodyPr>
          <a:lstStyle/>
          <a:p>
            <a:pPr lvl="0"/>
            <a:r>
              <a:rPr lang="en-US" dirty="0"/>
              <a:t>We </a:t>
            </a:r>
            <a:r>
              <a:rPr lang="en-US" b="1" dirty="0"/>
              <a:t>Growth</a:t>
            </a:r>
          </a:p>
          <a:p>
            <a:pPr lvl="0"/>
            <a:r>
              <a:rPr lang="en-US" dirty="0"/>
              <a:t>With The</a:t>
            </a:r>
          </a:p>
          <a:p>
            <a:pPr lvl="0"/>
            <a:r>
              <a:rPr lang="en-US" b="1" dirty="0"/>
              <a:t>Best</a:t>
            </a:r>
            <a:r>
              <a:rPr lang="en-US" dirty="0"/>
              <a:t> Team</a:t>
            </a:r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EB1C37A0-6295-9E47-9046-1BCBF2480809}"/>
              </a:ext>
            </a:extLst>
          </p:cNvPr>
          <p:cNvSpPr>
            <a:spLocks noGrp="1"/>
          </p:cNvSpPr>
          <p:nvPr>
            <p:ph type="body" sz="quarter" idx="4294967295"/>
          </p:nvPr>
        </p:nvSpPr>
        <p:spPr>
          <a:xfrm>
            <a:off x="1491392" y="5006744"/>
            <a:ext cx="3575640" cy="936857"/>
          </a:xfrm>
        </p:spPr>
        <p:txBody>
          <a:bodyPr>
            <a:normAutofit fontScale="62500" lnSpcReduction="20000"/>
          </a:bodyPr>
          <a:lstStyle/>
          <a:p>
            <a:pPr lvl="0"/>
            <a:r>
              <a:rPr lang="en-US" dirty="0"/>
              <a:t>Dynamically leverage existing alternative imperatives whereas superior intellectual</a:t>
            </a:r>
            <a:r>
              <a:rPr lang="id-ID" dirty="0"/>
              <a:t> </a:t>
            </a:r>
            <a:r>
              <a:rPr lang="en-US" dirty="0"/>
              <a:t>morph accurate</a:t>
            </a:r>
          </a:p>
        </p:txBody>
      </p:sp>
      <p:sp>
        <p:nvSpPr>
          <p:cNvPr id="5" name="Picture Placeholder 4">
            <a:extLst>
              <a:ext uri="{FF2B5EF4-FFF2-40B4-BE49-F238E27FC236}">
                <a16:creationId xmlns:a16="http://schemas.microsoft.com/office/drawing/2014/main" id="{EE70C711-69EA-FF4F-9366-298421648282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pattFill prst="pct20">
            <a:fgClr>
              <a:schemeClr val="tx2"/>
            </a:fgClr>
            <a:bgClr>
              <a:schemeClr val="bg1"/>
            </a:bgClr>
          </a:pattFill>
        </p:spPr>
      </p:sp>
      <p:grpSp>
        <p:nvGrpSpPr>
          <p:cNvPr id="2" name="Graphic 14">
            <a:extLst>
              <a:ext uri="{FF2B5EF4-FFF2-40B4-BE49-F238E27FC236}">
                <a16:creationId xmlns:a16="http://schemas.microsoft.com/office/drawing/2014/main" id="{D000A11C-03E9-5BBA-1E5F-A80C86A4AF1B}"/>
              </a:ext>
            </a:extLst>
          </p:cNvPr>
          <p:cNvGrpSpPr/>
          <p:nvPr/>
        </p:nvGrpSpPr>
        <p:grpSpPr>
          <a:xfrm>
            <a:off x="7953339" y="1268878"/>
            <a:ext cx="3004194" cy="799674"/>
            <a:chOff x="8806355" y="5189285"/>
            <a:chExt cx="3004194" cy="799674"/>
          </a:xfrm>
          <a:solidFill>
            <a:srgbClr val="FFFFFF"/>
          </a:solidFill>
        </p:grpSpPr>
        <p:grpSp>
          <p:nvGrpSpPr>
            <p:cNvPr id="6" name="Graphic 14">
              <a:extLst>
                <a:ext uri="{FF2B5EF4-FFF2-40B4-BE49-F238E27FC236}">
                  <a16:creationId xmlns:a16="http://schemas.microsoft.com/office/drawing/2014/main" id="{2150FF20-5971-9321-8584-6EE134EC6FD7}"/>
                </a:ext>
              </a:extLst>
            </p:cNvPr>
            <p:cNvGrpSpPr/>
            <p:nvPr/>
          </p:nvGrpSpPr>
          <p:grpSpPr>
            <a:xfrm>
              <a:off x="8806355" y="5710095"/>
              <a:ext cx="3004194" cy="278863"/>
              <a:chOff x="8806355" y="5710095"/>
              <a:chExt cx="3004194" cy="278863"/>
            </a:xfrm>
            <a:solidFill>
              <a:srgbClr val="FFFFFF"/>
            </a:solidFill>
          </p:grpSpPr>
          <p:sp>
            <p:nvSpPr>
              <p:cNvPr id="19" name="Freeform 18">
                <a:extLst>
                  <a:ext uri="{FF2B5EF4-FFF2-40B4-BE49-F238E27FC236}">
                    <a16:creationId xmlns:a16="http://schemas.microsoft.com/office/drawing/2014/main" id="{3EC0BDDC-AC78-9B11-60F9-21FE15AA6A4D}"/>
                  </a:ext>
                </a:extLst>
              </p:cNvPr>
              <p:cNvSpPr/>
              <p:nvPr/>
            </p:nvSpPr>
            <p:spPr>
              <a:xfrm>
                <a:off x="9144518" y="5711799"/>
                <a:ext cx="245794" cy="270344"/>
              </a:xfrm>
              <a:custGeom>
                <a:avLst/>
                <a:gdLst>
                  <a:gd name="connsiteX0" fmla="*/ 153532 w 245794"/>
                  <a:gd name="connsiteY0" fmla="*/ 5112 h 270344"/>
                  <a:gd name="connsiteX1" fmla="*/ 145534 w 245794"/>
                  <a:gd name="connsiteY1" fmla="*/ 0 h 270344"/>
                  <a:gd name="connsiteX2" fmla="*/ 98689 w 245794"/>
                  <a:gd name="connsiteY2" fmla="*/ 0 h 270344"/>
                  <a:gd name="connsiteX3" fmla="*/ 90691 w 245794"/>
                  <a:gd name="connsiteY3" fmla="*/ 5112 h 270344"/>
                  <a:gd name="connsiteX4" fmla="*/ 428 w 245794"/>
                  <a:gd name="connsiteY4" fmla="*/ 262961 h 270344"/>
                  <a:gd name="connsiteX5" fmla="*/ 428 w 245794"/>
                  <a:gd name="connsiteY5" fmla="*/ 268073 h 270344"/>
                  <a:gd name="connsiteX6" fmla="*/ 5570 w 245794"/>
                  <a:gd name="connsiteY6" fmla="*/ 270344 h 270344"/>
                  <a:gd name="connsiteX7" fmla="*/ 51273 w 245794"/>
                  <a:gd name="connsiteY7" fmla="*/ 270344 h 270344"/>
                  <a:gd name="connsiteX8" fmla="*/ 58699 w 245794"/>
                  <a:gd name="connsiteY8" fmla="*/ 265233 h 270344"/>
                  <a:gd name="connsiteX9" fmla="*/ 71839 w 245794"/>
                  <a:gd name="connsiteY9" fmla="*/ 226044 h 270344"/>
                  <a:gd name="connsiteX10" fmla="*/ 172956 w 245794"/>
                  <a:gd name="connsiteY10" fmla="*/ 226044 h 270344"/>
                  <a:gd name="connsiteX11" fmla="*/ 186095 w 245794"/>
                  <a:gd name="connsiteY11" fmla="*/ 265233 h 270344"/>
                  <a:gd name="connsiteX12" fmla="*/ 193522 w 245794"/>
                  <a:gd name="connsiteY12" fmla="*/ 270344 h 270344"/>
                  <a:gd name="connsiteX13" fmla="*/ 239224 w 245794"/>
                  <a:gd name="connsiteY13" fmla="*/ 270344 h 270344"/>
                  <a:gd name="connsiteX14" fmla="*/ 244937 w 245794"/>
                  <a:gd name="connsiteY14" fmla="*/ 268073 h 270344"/>
                  <a:gd name="connsiteX15" fmla="*/ 244937 w 245794"/>
                  <a:gd name="connsiteY15" fmla="*/ 262961 h 270344"/>
                  <a:gd name="connsiteX16" fmla="*/ 153532 w 245794"/>
                  <a:gd name="connsiteY16" fmla="*/ 5112 h 270344"/>
                  <a:gd name="connsiteX17" fmla="*/ 87835 w 245794"/>
                  <a:gd name="connsiteY17" fmla="*/ 176065 h 270344"/>
                  <a:gd name="connsiteX18" fmla="*/ 122112 w 245794"/>
                  <a:gd name="connsiteY18" fmla="*/ 72698 h 270344"/>
                  <a:gd name="connsiteX19" fmla="*/ 156388 w 245794"/>
                  <a:gd name="connsiteY19" fmla="*/ 176065 h 270344"/>
                  <a:gd name="connsiteX20" fmla="*/ 87835 w 245794"/>
                  <a:gd name="connsiteY20" fmla="*/ 176065 h 270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245794" h="270344">
                    <a:moveTo>
                      <a:pt x="153532" y="5112"/>
                    </a:moveTo>
                    <a:cubicBezTo>
                      <a:pt x="152390" y="2272"/>
                      <a:pt x="148962" y="0"/>
                      <a:pt x="145534" y="0"/>
                    </a:cubicBezTo>
                    <a:lnTo>
                      <a:pt x="98689" y="0"/>
                    </a:lnTo>
                    <a:cubicBezTo>
                      <a:pt x="94690" y="0"/>
                      <a:pt x="91834" y="2272"/>
                      <a:pt x="90691" y="5112"/>
                    </a:cubicBezTo>
                    <a:lnTo>
                      <a:pt x="428" y="262961"/>
                    </a:lnTo>
                    <a:cubicBezTo>
                      <a:pt x="-143" y="265233"/>
                      <a:pt x="-143" y="266937"/>
                      <a:pt x="428" y="268073"/>
                    </a:cubicBezTo>
                    <a:cubicBezTo>
                      <a:pt x="1571" y="269776"/>
                      <a:pt x="3285" y="270344"/>
                      <a:pt x="5570" y="270344"/>
                    </a:cubicBezTo>
                    <a:lnTo>
                      <a:pt x="51273" y="270344"/>
                    </a:lnTo>
                    <a:cubicBezTo>
                      <a:pt x="55272" y="270344"/>
                      <a:pt x="57557" y="268641"/>
                      <a:pt x="58699" y="265233"/>
                    </a:cubicBezTo>
                    <a:lnTo>
                      <a:pt x="71839" y="226044"/>
                    </a:lnTo>
                    <a:lnTo>
                      <a:pt x="172956" y="226044"/>
                    </a:lnTo>
                    <a:lnTo>
                      <a:pt x="186095" y="265233"/>
                    </a:lnTo>
                    <a:cubicBezTo>
                      <a:pt x="187238" y="268641"/>
                      <a:pt x="189523" y="270344"/>
                      <a:pt x="193522" y="270344"/>
                    </a:cubicBezTo>
                    <a:lnTo>
                      <a:pt x="239224" y="270344"/>
                    </a:lnTo>
                    <a:cubicBezTo>
                      <a:pt x="241510" y="270344"/>
                      <a:pt x="243795" y="269776"/>
                      <a:pt x="244937" y="268073"/>
                    </a:cubicBezTo>
                    <a:cubicBezTo>
                      <a:pt x="246080" y="266937"/>
                      <a:pt x="246080" y="264665"/>
                      <a:pt x="244937" y="262961"/>
                    </a:cubicBezTo>
                    <a:lnTo>
                      <a:pt x="153532" y="5112"/>
                    </a:lnTo>
                    <a:close/>
                    <a:moveTo>
                      <a:pt x="87835" y="176065"/>
                    </a:moveTo>
                    <a:lnTo>
                      <a:pt x="122112" y="72698"/>
                    </a:lnTo>
                    <a:lnTo>
                      <a:pt x="156388" y="176065"/>
                    </a:lnTo>
                    <a:lnTo>
                      <a:pt x="87835" y="176065"/>
                    </a:ln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20" name="Freeform 19">
                <a:extLst>
                  <a:ext uri="{FF2B5EF4-FFF2-40B4-BE49-F238E27FC236}">
                    <a16:creationId xmlns:a16="http://schemas.microsoft.com/office/drawing/2014/main" id="{56A56CD9-963D-1A04-EBFA-FBDADB98CD05}"/>
                  </a:ext>
                </a:extLst>
              </p:cNvPr>
              <p:cNvSpPr/>
              <p:nvPr/>
            </p:nvSpPr>
            <p:spPr>
              <a:xfrm>
                <a:off x="9482575" y="5711799"/>
                <a:ext cx="289155" cy="270912"/>
              </a:xfrm>
              <a:custGeom>
                <a:avLst/>
                <a:gdLst>
                  <a:gd name="connsiteX0" fmla="*/ 283356 w 289155"/>
                  <a:gd name="connsiteY0" fmla="*/ 0 h 270912"/>
                  <a:gd name="connsiteX1" fmla="*/ 232512 w 289155"/>
                  <a:gd name="connsiteY1" fmla="*/ 0 h 270912"/>
                  <a:gd name="connsiteX2" fmla="*/ 225085 w 289155"/>
                  <a:gd name="connsiteY2" fmla="*/ 4544 h 270912"/>
                  <a:gd name="connsiteX3" fmla="*/ 145106 w 289155"/>
                  <a:gd name="connsiteY3" fmla="*/ 204462 h 270912"/>
                  <a:gd name="connsiteX4" fmla="*/ 65126 w 289155"/>
                  <a:gd name="connsiteY4" fmla="*/ 4544 h 270912"/>
                  <a:gd name="connsiteX5" fmla="*/ 57699 w 289155"/>
                  <a:gd name="connsiteY5" fmla="*/ 0 h 270912"/>
                  <a:gd name="connsiteX6" fmla="*/ 6855 w 289155"/>
                  <a:gd name="connsiteY6" fmla="*/ 0 h 270912"/>
                  <a:gd name="connsiteX7" fmla="*/ 0 w 289155"/>
                  <a:gd name="connsiteY7" fmla="*/ 6815 h 270912"/>
                  <a:gd name="connsiteX8" fmla="*/ 0 w 289155"/>
                  <a:gd name="connsiteY8" fmla="*/ 264097 h 270912"/>
                  <a:gd name="connsiteX9" fmla="*/ 6855 w 289155"/>
                  <a:gd name="connsiteY9" fmla="*/ 270912 h 270912"/>
                  <a:gd name="connsiteX10" fmla="*/ 50273 w 289155"/>
                  <a:gd name="connsiteY10" fmla="*/ 270912 h 270912"/>
                  <a:gd name="connsiteX11" fmla="*/ 57128 w 289155"/>
                  <a:gd name="connsiteY11" fmla="*/ 264097 h 270912"/>
                  <a:gd name="connsiteX12" fmla="*/ 57128 w 289155"/>
                  <a:gd name="connsiteY12" fmla="*/ 107911 h 270912"/>
                  <a:gd name="connsiteX13" fmla="*/ 117684 w 289155"/>
                  <a:gd name="connsiteY13" fmla="*/ 265801 h 270912"/>
                  <a:gd name="connsiteX14" fmla="*/ 125111 w 289155"/>
                  <a:gd name="connsiteY14" fmla="*/ 270912 h 270912"/>
                  <a:gd name="connsiteX15" fmla="*/ 163958 w 289155"/>
                  <a:gd name="connsiteY15" fmla="*/ 270912 h 270912"/>
                  <a:gd name="connsiteX16" fmla="*/ 171385 w 289155"/>
                  <a:gd name="connsiteY16" fmla="*/ 265801 h 270912"/>
                  <a:gd name="connsiteX17" fmla="*/ 231941 w 289155"/>
                  <a:gd name="connsiteY17" fmla="*/ 107911 h 270912"/>
                  <a:gd name="connsiteX18" fmla="*/ 231941 w 289155"/>
                  <a:gd name="connsiteY18" fmla="*/ 264097 h 270912"/>
                  <a:gd name="connsiteX19" fmla="*/ 238796 w 289155"/>
                  <a:gd name="connsiteY19" fmla="*/ 270912 h 270912"/>
                  <a:gd name="connsiteX20" fmla="*/ 282213 w 289155"/>
                  <a:gd name="connsiteY20" fmla="*/ 270912 h 270912"/>
                  <a:gd name="connsiteX21" fmla="*/ 289069 w 289155"/>
                  <a:gd name="connsiteY21" fmla="*/ 264097 h 270912"/>
                  <a:gd name="connsiteX22" fmla="*/ 289069 w 289155"/>
                  <a:gd name="connsiteY22" fmla="*/ 6815 h 270912"/>
                  <a:gd name="connsiteX23" fmla="*/ 283356 w 289155"/>
                  <a:gd name="connsiteY23" fmla="*/ 0 h 2709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289155" h="270912">
                    <a:moveTo>
                      <a:pt x="283356" y="0"/>
                    </a:moveTo>
                    <a:lnTo>
                      <a:pt x="232512" y="0"/>
                    </a:lnTo>
                    <a:cubicBezTo>
                      <a:pt x="229084" y="0"/>
                      <a:pt x="226228" y="1704"/>
                      <a:pt x="225085" y="4544"/>
                    </a:cubicBezTo>
                    <a:lnTo>
                      <a:pt x="145106" y="204462"/>
                    </a:lnTo>
                    <a:lnTo>
                      <a:pt x="65126" y="4544"/>
                    </a:lnTo>
                    <a:cubicBezTo>
                      <a:pt x="63984" y="1704"/>
                      <a:pt x="61698" y="0"/>
                      <a:pt x="57699" y="0"/>
                    </a:cubicBezTo>
                    <a:lnTo>
                      <a:pt x="6855" y="0"/>
                    </a:lnTo>
                    <a:cubicBezTo>
                      <a:pt x="2856" y="0"/>
                      <a:pt x="0" y="2840"/>
                      <a:pt x="0" y="6815"/>
                    </a:cubicBezTo>
                    <a:lnTo>
                      <a:pt x="0" y="264097"/>
                    </a:lnTo>
                    <a:cubicBezTo>
                      <a:pt x="0" y="268073"/>
                      <a:pt x="2856" y="270912"/>
                      <a:pt x="6855" y="270912"/>
                    </a:cubicBezTo>
                    <a:lnTo>
                      <a:pt x="50273" y="270912"/>
                    </a:lnTo>
                    <a:cubicBezTo>
                      <a:pt x="54272" y="270912"/>
                      <a:pt x="57128" y="268073"/>
                      <a:pt x="57128" y="264097"/>
                    </a:cubicBezTo>
                    <a:lnTo>
                      <a:pt x="57128" y="107911"/>
                    </a:lnTo>
                    <a:lnTo>
                      <a:pt x="117684" y="265801"/>
                    </a:lnTo>
                    <a:cubicBezTo>
                      <a:pt x="118827" y="269208"/>
                      <a:pt x="121683" y="270912"/>
                      <a:pt x="125111" y="270912"/>
                    </a:cubicBezTo>
                    <a:lnTo>
                      <a:pt x="163958" y="270912"/>
                    </a:lnTo>
                    <a:cubicBezTo>
                      <a:pt x="167386" y="270912"/>
                      <a:pt x="170242" y="269208"/>
                      <a:pt x="171385" y="265801"/>
                    </a:cubicBezTo>
                    <a:lnTo>
                      <a:pt x="231941" y="107911"/>
                    </a:lnTo>
                    <a:lnTo>
                      <a:pt x="231941" y="264097"/>
                    </a:lnTo>
                    <a:cubicBezTo>
                      <a:pt x="231941" y="268073"/>
                      <a:pt x="234797" y="270912"/>
                      <a:pt x="238796" y="270912"/>
                    </a:cubicBezTo>
                    <a:lnTo>
                      <a:pt x="282213" y="270912"/>
                    </a:lnTo>
                    <a:cubicBezTo>
                      <a:pt x="286212" y="270912"/>
                      <a:pt x="289069" y="268073"/>
                      <a:pt x="289069" y="264097"/>
                    </a:cubicBezTo>
                    <a:lnTo>
                      <a:pt x="289069" y="6815"/>
                    </a:lnTo>
                    <a:cubicBezTo>
                      <a:pt x="289640" y="2840"/>
                      <a:pt x="287355" y="0"/>
                      <a:pt x="28335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21" name="Freeform 20">
                <a:extLst>
                  <a:ext uri="{FF2B5EF4-FFF2-40B4-BE49-F238E27FC236}">
                    <a16:creationId xmlns:a16="http://schemas.microsoft.com/office/drawing/2014/main" id="{C5BFA8A1-53A7-C035-7D43-B5B915DD2479}"/>
                  </a:ext>
                </a:extLst>
              </p:cNvPr>
              <p:cNvSpPr/>
              <p:nvPr/>
            </p:nvSpPr>
            <p:spPr>
              <a:xfrm>
                <a:off x="9979019" y="5710095"/>
                <a:ext cx="234912" cy="278863"/>
              </a:xfrm>
              <a:custGeom>
                <a:avLst/>
                <a:gdLst>
                  <a:gd name="connsiteX0" fmla="*/ 217658 w 234912"/>
                  <a:gd name="connsiteY0" fmla="*/ 214685 h 278863"/>
                  <a:gd name="connsiteX1" fmla="*/ 208518 w 234912"/>
                  <a:gd name="connsiteY1" fmla="*/ 215253 h 278863"/>
                  <a:gd name="connsiteX2" fmla="*/ 139964 w 234912"/>
                  <a:gd name="connsiteY2" fmla="*/ 241379 h 278863"/>
                  <a:gd name="connsiteX3" fmla="*/ 38847 w 234912"/>
                  <a:gd name="connsiteY3" fmla="*/ 138580 h 278863"/>
                  <a:gd name="connsiteX4" fmla="*/ 139964 w 234912"/>
                  <a:gd name="connsiteY4" fmla="*/ 35781 h 278863"/>
                  <a:gd name="connsiteX5" fmla="*/ 208518 w 234912"/>
                  <a:gd name="connsiteY5" fmla="*/ 61907 h 278863"/>
                  <a:gd name="connsiteX6" fmla="*/ 213659 w 234912"/>
                  <a:gd name="connsiteY6" fmla="*/ 64178 h 278863"/>
                  <a:gd name="connsiteX7" fmla="*/ 217658 w 234912"/>
                  <a:gd name="connsiteY7" fmla="*/ 61907 h 278863"/>
                  <a:gd name="connsiteX8" fmla="*/ 233083 w 234912"/>
                  <a:gd name="connsiteY8" fmla="*/ 45436 h 278863"/>
                  <a:gd name="connsiteX9" fmla="*/ 231940 w 234912"/>
                  <a:gd name="connsiteY9" fmla="*/ 35781 h 278863"/>
                  <a:gd name="connsiteX10" fmla="*/ 138822 w 234912"/>
                  <a:gd name="connsiteY10" fmla="*/ 0 h 278863"/>
                  <a:gd name="connsiteX11" fmla="*/ 0 w 234912"/>
                  <a:gd name="connsiteY11" fmla="*/ 139716 h 278863"/>
                  <a:gd name="connsiteX12" fmla="*/ 138822 w 234912"/>
                  <a:gd name="connsiteY12" fmla="*/ 278864 h 278863"/>
                  <a:gd name="connsiteX13" fmla="*/ 231940 w 234912"/>
                  <a:gd name="connsiteY13" fmla="*/ 242515 h 278863"/>
                  <a:gd name="connsiteX14" fmla="*/ 232512 w 234912"/>
                  <a:gd name="connsiteY14" fmla="*/ 232860 h 278863"/>
                  <a:gd name="connsiteX15" fmla="*/ 217658 w 234912"/>
                  <a:gd name="connsiteY15" fmla="*/ 214685 h 2788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34912" h="278863">
                    <a:moveTo>
                      <a:pt x="217658" y="214685"/>
                    </a:moveTo>
                    <a:cubicBezTo>
                      <a:pt x="215373" y="212413"/>
                      <a:pt x="212517" y="211278"/>
                      <a:pt x="208518" y="215253"/>
                    </a:cubicBezTo>
                    <a:cubicBezTo>
                      <a:pt x="187952" y="232860"/>
                      <a:pt x="165672" y="241379"/>
                      <a:pt x="139964" y="241379"/>
                    </a:cubicBezTo>
                    <a:cubicBezTo>
                      <a:pt x="82265" y="241379"/>
                      <a:pt x="38847" y="197079"/>
                      <a:pt x="38847" y="138580"/>
                    </a:cubicBezTo>
                    <a:cubicBezTo>
                      <a:pt x="38847" y="80081"/>
                      <a:pt x="82265" y="35781"/>
                      <a:pt x="139964" y="35781"/>
                    </a:cubicBezTo>
                    <a:cubicBezTo>
                      <a:pt x="165672" y="35781"/>
                      <a:pt x="187952" y="44300"/>
                      <a:pt x="208518" y="61907"/>
                    </a:cubicBezTo>
                    <a:cubicBezTo>
                      <a:pt x="210232" y="63610"/>
                      <a:pt x="211946" y="64178"/>
                      <a:pt x="213659" y="64178"/>
                    </a:cubicBezTo>
                    <a:cubicBezTo>
                      <a:pt x="215373" y="64178"/>
                      <a:pt x="216516" y="63043"/>
                      <a:pt x="217658" y="61907"/>
                    </a:cubicBezTo>
                    <a:lnTo>
                      <a:pt x="233083" y="45436"/>
                    </a:lnTo>
                    <a:cubicBezTo>
                      <a:pt x="235940" y="42028"/>
                      <a:pt x="235368" y="38621"/>
                      <a:pt x="231940" y="35781"/>
                    </a:cubicBezTo>
                    <a:cubicBezTo>
                      <a:pt x="205662" y="11927"/>
                      <a:pt x="174812" y="0"/>
                      <a:pt x="138822" y="0"/>
                    </a:cubicBezTo>
                    <a:cubicBezTo>
                      <a:pt x="59985" y="0"/>
                      <a:pt x="0" y="60203"/>
                      <a:pt x="0" y="139716"/>
                    </a:cubicBezTo>
                    <a:cubicBezTo>
                      <a:pt x="0" y="219229"/>
                      <a:pt x="59413" y="278864"/>
                      <a:pt x="138822" y="278864"/>
                    </a:cubicBezTo>
                    <a:cubicBezTo>
                      <a:pt x="174812" y="278864"/>
                      <a:pt x="205662" y="266369"/>
                      <a:pt x="231940" y="242515"/>
                    </a:cubicBezTo>
                    <a:cubicBezTo>
                      <a:pt x="234226" y="240243"/>
                      <a:pt x="236511" y="236835"/>
                      <a:pt x="232512" y="232860"/>
                    </a:cubicBezTo>
                    <a:lnTo>
                      <a:pt x="217658" y="214685"/>
                    </a:ln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22" name="Freeform 21">
                <a:extLst>
                  <a:ext uri="{FF2B5EF4-FFF2-40B4-BE49-F238E27FC236}">
                    <a16:creationId xmlns:a16="http://schemas.microsoft.com/office/drawing/2014/main" id="{3F940F03-DB10-FCC3-62B7-75DD1D7B276C}"/>
                  </a:ext>
                </a:extLst>
              </p:cNvPr>
              <p:cNvSpPr/>
              <p:nvPr/>
            </p:nvSpPr>
            <p:spPr>
              <a:xfrm>
                <a:off x="10310274" y="5711799"/>
                <a:ext cx="231171" cy="270912"/>
              </a:xfrm>
              <a:custGeom>
                <a:avLst/>
                <a:gdLst>
                  <a:gd name="connsiteX0" fmla="*/ 136625 w 231171"/>
                  <a:gd name="connsiteY0" fmla="*/ 5112 h 270912"/>
                  <a:gd name="connsiteX1" fmla="*/ 128627 w 231171"/>
                  <a:gd name="connsiteY1" fmla="*/ 0 h 270912"/>
                  <a:gd name="connsiteX2" fmla="*/ 100634 w 231171"/>
                  <a:gd name="connsiteY2" fmla="*/ 0 h 270912"/>
                  <a:gd name="connsiteX3" fmla="*/ 93207 w 231171"/>
                  <a:gd name="connsiteY3" fmla="*/ 5112 h 270912"/>
                  <a:gd name="connsiteX4" fmla="*/ 660 w 231171"/>
                  <a:gd name="connsiteY4" fmla="*/ 262961 h 270912"/>
                  <a:gd name="connsiteX5" fmla="*/ 660 w 231171"/>
                  <a:gd name="connsiteY5" fmla="*/ 268641 h 270912"/>
                  <a:gd name="connsiteX6" fmla="*/ 5801 w 231171"/>
                  <a:gd name="connsiteY6" fmla="*/ 270912 h 270912"/>
                  <a:gd name="connsiteX7" fmla="*/ 32080 w 231171"/>
                  <a:gd name="connsiteY7" fmla="*/ 270912 h 270912"/>
                  <a:gd name="connsiteX8" fmla="*/ 39507 w 231171"/>
                  <a:gd name="connsiteY8" fmla="*/ 265801 h 270912"/>
                  <a:gd name="connsiteX9" fmla="*/ 57217 w 231171"/>
                  <a:gd name="connsiteY9" fmla="*/ 214685 h 270912"/>
                  <a:gd name="connsiteX10" fmla="*/ 174329 w 231171"/>
                  <a:gd name="connsiteY10" fmla="*/ 214685 h 270912"/>
                  <a:gd name="connsiteX11" fmla="*/ 192039 w 231171"/>
                  <a:gd name="connsiteY11" fmla="*/ 265801 h 270912"/>
                  <a:gd name="connsiteX12" fmla="*/ 198895 w 231171"/>
                  <a:gd name="connsiteY12" fmla="*/ 270912 h 270912"/>
                  <a:gd name="connsiteX13" fmla="*/ 225174 w 231171"/>
                  <a:gd name="connsiteY13" fmla="*/ 270912 h 270912"/>
                  <a:gd name="connsiteX14" fmla="*/ 230315 w 231171"/>
                  <a:gd name="connsiteY14" fmla="*/ 268641 h 270912"/>
                  <a:gd name="connsiteX15" fmla="*/ 230315 w 231171"/>
                  <a:gd name="connsiteY15" fmla="*/ 263529 h 270912"/>
                  <a:gd name="connsiteX16" fmla="*/ 136625 w 231171"/>
                  <a:gd name="connsiteY16" fmla="*/ 5112 h 270912"/>
                  <a:gd name="connsiteX17" fmla="*/ 68071 w 231171"/>
                  <a:gd name="connsiteY17" fmla="*/ 181176 h 270912"/>
                  <a:gd name="connsiteX18" fmla="*/ 114916 w 231171"/>
                  <a:gd name="connsiteY18" fmla="*/ 47140 h 270912"/>
                  <a:gd name="connsiteX19" fmla="*/ 161761 w 231171"/>
                  <a:gd name="connsiteY19" fmla="*/ 181176 h 270912"/>
                  <a:gd name="connsiteX20" fmla="*/ 68071 w 231171"/>
                  <a:gd name="connsiteY20" fmla="*/ 181176 h 2709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231171" h="270912">
                    <a:moveTo>
                      <a:pt x="136625" y="5112"/>
                    </a:moveTo>
                    <a:cubicBezTo>
                      <a:pt x="135482" y="2272"/>
                      <a:pt x="132055" y="0"/>
                      <a:pt x="128627" y="0"/>
                    </a:cubicBezTo>
                    <a:lnTo>
                      <a:pt x="100634" y="0"/>
                    </a:lnTo>
                    <a:cubicBezTo>
                      <a:pt x="97206" y="0"/>
                      <a:pt x="94350" y="1704"/>
                      <a:pt x="93207" y="5112"/>
                    </a:cubicBezTo>
                    <a:lnTo>
                      <a:pt x="660" y="262961"/>
                    </a:lnTo>
                    <a:cubicBezTo>
                      <a:pt x="-483" y="265233"/>
                      <a:pt x="88" y="266937"/>
                      <a:pt x="660" y="268641"/>
                    </a:cubicBezTo>
                    <a:cubicBezTo>
                      <a:pt x="1231" y="269776"/>
                      <a:pt x="2945" y="270912"/>
                      <a:pt x="5801" y="270912"/>
                    </a:cubicBezTo>
                    <a:lnTo>
                      <a:pt x="32080" y="270912"/>
                    </a:lnTo>
                    <a:cubicBezTo>
                      <a:pt x="36079" y="270912"/>
                      <a:pt x="38364" y="269208"/>
                      <a:pt x="39507" y="265801"/>
                    </a:cubicBezTo>
                    <a:lnTo>
                      <a:pt x="57217" y="214685"/>
                    </a:lnTo>
                    <a:lnTo>
                      <a:pt x="174329" y="214685"/>
                    </a:lnTo>
                    <a:lnTo>
                      <a:pt x="192039" y="265801"/>
                    </a:lnTo>
                    <a:cubicBezTo>
                      <a:pt x="193182" y="269208"/>
                      <a:pt x="195467" y="270912"/>
                      <a:pt x="198895" y="270912"/>
                    </a:cubicBezTo>
                    <a:lnTo>
                      <a:pt x="225174" y="270912"/>
                    </a:lnTo>
                    <a:cubicBezTo>
                      <a:pt x="227459" y="270912"/>
                      <a:pt x="229172" y="270344"/>
                      <a:pt x="230315" y="268641"/>
                    </a:cubicBezTo>
                    <a:cubicBezTo>
                      <a:pt x="231458" y="267505"/>
                      <a:pt x="231458" y="265233"/>
                      <a:pt x="230315" y="263529"/>
                    </a:cubicBezTo>
                    <a:lnTo>
                      <a:pt x="136625" y="5112"/>
                    </a:lnTo>
                    <a:close/>
                    <a:moveTo>
                      <a:pt x="68071" y="181176"/>
                    </a:moveTo>
                    <a:lnTo>
                      <a:pt x="114916" y="47140"/>
                    </a:lnTo>
                    <a:lnTo>
                      <a:pt x="161761" y="181176"/>
                    </a:lnTo>
                    <a:lnTo>
                      <a:pt x="68071" y="181176"/>
                    </a:ln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23" name="Freeform 22">
                <a:extLst>
                  <a:ext uri="{FF2B5EF4-FFF2-40B4-BE49-F238E27FC236}">
                    <a16:creationId xmlns:a16="http://schemas.microsoft.com/office/drawing/2014/main" id="{82B50C21-0D6F-A276-A8EF-89E555453BF8}"/>
                  </a:ext>
                </a:extLst>
              </p:cNvPr>
              <p:cNvSpPr/>
              <p:nvPr/>
            </p:nvSpPr>
            <p:spPr>
              <a:xfrm>
                <a:off x="10650275" y="5711799"/>
                <a:ext cx="174241" cy="270912"/>
              </a:xfrm>
              <a:custGeom>
                <a:avLst/>
                <a:gdLst>
                  <a:gd name="connsiteX0" fmla="*/ 82836 w 174241"/>
                  <a:gd name="connsiteY0" fmla="*/ 0 h 270912"/>
                  <a:gd name="connsiteX1" fmla="*/ 6855 w 174241"/>
                  <a:gd name="connsiteY1" fmla="*/ 0 h 270912"/>
                  <a:gd name="connsiteX2" fmla="*/ 0 w 174241"/>
                  <a:gd name="connsiteY2" fmla="*/ 6247 h 270912"/>
                  <a:gd name="connsiteX3" fmla="*/ 0 w 174241"/>
                  <a:gd name="connsiteY3" fmla="*/ 264665 h 270912"/>
                  <a:gd name="connsiteX4" fmla="*/ 6855 w 174241"/>
                  <a:gd name="connsiteY4" fmla="*/ 270912 h 270912"/>
                  <a:gd name="connsiteX5" fmla="*/ 31992 w 174241"/>
                  <a:gd name="connsiteY5" fmla="*/ 270912 h 270912"/>
                  <a:gd name="connsiteX6" fmla="*/ 38276 w 174241"/>
                  <a:gd name="connsiteY6" fmla="*/ 264665 h 270912"/>
                  <a:gd name="connsiteX7" fmla="*/ 38276 w 174241"/>
                  <a:gd name="connsiteY7" fmla="*/ 170953 h 270912"/>
                  <a:gd name="connsiteX8" fmla="*/ 82836 w 174241"/>
                  <a:gd name="connsiteY8" fmla="*/ 170953 h 270912"/>
                  <a:gd name="connsiteX9" fmla="*/ 174241 w 174241"/>
                  <a:gd name="connsiteY9" fmla="*/ 85760 h 270912"/>
                  <a:gd name="connsiteX10" fmla="*/ 82836 w 174241"/>
                  <a:gd name="connsiteY10" fmla="*/ 0 h 270912"/>
                  <a:gd name="connsiteX11" fmla="*/ 80551 w 174241"/>
                  <a:gd name="connsiteY11" fmla="*/ 137444 h 270912"/>
                  <a:gd name="connsiteX12" fmla="*/ 38276 w 174241"/>
                  <a:gd name="connsiteY12" fmla="*/ 137444 h 270912"/>
                  <a:gd name="connsiteX13" fmla="*/ 38276 w 174241"/>
                  <a:gd name="connsiteY13" fmla="*/ 33509 h 270912"/>
                  <a:gd name="connsiteX14" fmla="*/ 80551 w 174241"/>
                  <a:gd name="connsiteY14" fmla="*/ 33509 h 270912"/>
                  <a:gd name="connsiteX15" fmla="*/ 137679 w 174241"/>
                  <a:gd name="connsiteY15" fmla="*/ 85193 h 270912"/>
                  <a:gd name="connsiteX16" fmla="*/ 80551 w 174241"/>
                  <a:gd name="connsiteY16" fmla="*/ 137444 h 2709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74241" h="270912">
                    <a:moveTo>
                      <a:pt x="82836" y="0"/>
                    </a:moveTo>
                    <a:lnTo>
                      <a:pt x="6855" y="0"/>
                    </a:lnTo>
                    <a:cubicBezTo>
                      <a:pt x="2856" y="0"/>
                      <a:pt x="0" y="2272"/>
                      <a:pt x="0" y="6247"/>
                    </a:cubicBezTo>
                    <a:lnTo>
                      <a:pt x="0" y="264665"/>
                    </a:lnTo>
                    <a:cubicBezTo>
                      <a:pt x="0" y="268641"/>
                      <a:pt x="2285" y="270912"/>
                      <a:pt x="6855" y="270912"/>
                    </a:cubicBezTo>
                    <a:lnTo>
                      <a:pt x="31992" y="270912"/>
                    </a:lnTo>
                    <a:cubicBezTo>
                      <a:pt x="35991" y="270912"/>
                      <a:pt x="38276" y="268641"/>
                      <a:pt x="38276" y="264665"/>
                    </a:cubicBezTo>
                    <a:lnTo>
                      <a:pt x="38276" y="170953"/>
                    </a:lnTo>
                    <a:lnTo>
                      <a:pt x="82836" y="170953"/>
                    </a:lnTo>
                    <a:cubicBezTo>
                      <a:pt x="139964" y="170953"/>
                      <a:pt x="174241" y="139148"/>
                      <a:pt x="174241" y="85760"/>
                    </a:cubicBezTo>
                    <a:cubicBezTo>
                      <a:pt x="174241" y="32373"/>
                      <a:pt x="139964" y="0"/>
                      <a:pt x="82836" y="0"/>
                    </a:cubicBezTo>
                    <a:close/>
                    <a:moveTo>
                      <a:pt x="80551" y="137444"/>
                    </a:moveTo>
                    <a:lnTo>
                      <a:pt x="38276" y="137444"/>
                    </a:lnTo>
                    <a:lnTo>
                      <a:pt x="38276" y="33509"/>
                    </a:lnTo>
                    <a:lnTo>
                      <a:pt x="80551" y="33509"/>
                    </a:lnTo>
                    <a:cubicBezTo>
                      <a:pt x="106830" y="33509"/>
                      <a:pt x="137679" y="42596"/>
                      <a:pt x="137679" y="85193"/>
                    </a:cubicBezTo>
                    <a:cubicBezTo>
                      <a:pt x="137679" y="128357"/>
                      <a:pt x="106259" y="137444"/>
                      <a:pt x="80551" y="137444"/>
                    </a:cubicBez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24" name="Freeform 23">
                <a:extLst>
                  <a:ext uri="{FF2B5EF4-FFF2-40B4-BE49-F238E27FC236}">
                    <a16:creationId xmlns:a16="http://schemas.microsoft.com/office/drawing/2014/main" id="{E3BDA28C-73D2-DEA5-7225-4020CACD4F32}"/>
                  </a:ext>
                </a:extLst>
              </p:cNvPr>
              <p:cNvSpPr/>
              <p:nvPr/>
            </p:nvSpPr>
            <p:spPr>
              <a:xfrm>
                <a:off x="10938201" y="5711799"/>
                <a:ext cx="38275" cy="270912"/>
              </a:xfrm>
              <a:custGeom>
                <a:avLst/>
                <a:gdLst>
                  <a:gd name="connsiteX0" fmla="*/ 31992 w 38275"/>
                  <a:gd name="connsiteY0" fmla="*/ 0 h 270912"/>
                  <a:gd name="connsiteX1" fmla="*/ 6855 w 38275"/>
                  <a:gd name="connsiteY1" fmla="*/ 0 h 270912"/>
                  <a:gd name="connsiteX2" fmla="*/ 0 w 38275"/>
                  <a:gd name="connsiteY2" fmla="*/ 6247 h 270912"/>
                  <a:gd name="connsiteX3" fmla="*/ 0 w 38275"/>
                  <a:gd name="connsiteY3" fmla="*/ 264665 h 270912"/>
                  <a:gd name="connsiteX4" fmla="*/ 6855 w 38275"/>
                  <a:gd name="connsiteY4" fmla="*/ 270912 h 270912"/>
                  <a:gd name="connsiteX5" fmla="*/ 31992 w 38275"/>
                  <a:gd name="connsiteY5" fmla="*/ 270912 h 270912"/>
                  <a:gd name="connsiteX6" fmla="*/ 38276 w 38275"/>
                  <a:gd name="connsiteY6" fmla="*/ 264665 h 270912"/>
                  <a:gd name="connsiteX7" fmla="*/ 38276 w 38275"/>
                  <a:gd name="connsiteY7" fmla="*/ 6247 h 270912"/>
                  <a:gd name="connsiteX8" fmla="*/ 31992 w 38275"/>
                  <a:gd name="connsiteY8" fmla="*/ 0 h 2709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8275" h="270912">
                    <a:moveTo>
                      <a:pt x="31992" y="0"/>
                    </a:moveTo>
                    <a:lnTo>
                      <a:pt x="6855" y="0"/>
                    </a:lnTo>
                    <a:cubicBezTo>
                      <a:pt x="2856" y="0"/>
                      <a:pt x="0" y="2272"/>
                      <a:pt x="0" y="6247"/>
                    </a:cubicBezTo>
                    <a:lnTo>
                      <a:pt x="0" y="264665"/>
                    </a:lnTo>
                    <a:cubicBezTo>
                      <a:pt x="0" y="268641"/>
                      <a:pt x="2285" y="270912"/>
                      <a:pt x="6855" y="270912"/>
                    </a:cubicBezTo>
                    <a:lnTo>
                      <a:pt x="31992" y="270912"/>
                    </a:lnTo>
                    <a:cubicBezTo>
                      <a:pt x="35991" y="270912"/>
                      <a:pt x="38276" y="268641"/>
                      <a:pt x="38276" y="264665"/>
                    </a:cubicBezTo>
                    <a:lnTo>
                      <a:pt x="38276" y="6247"/>
                    </a:lnTo>
                    <a:cubicBezTo>
                      <a:pt x="38276" y="2272"/>
                      <a:pt x="35991" y="0"/>
                      <a:pt x="3199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6EA0E3E3-23BF-7A05-9C30-A6641EF1DD47}"/>
                  </a:ext>
                </a:extLst>
              </p:cNvPr>
              <p:cNvSpPr/>
              <p:nvPr/>
            </p:nvSpPr>
            <p:spPr>
              <a:xfrm>
                <a:off x="11088449" y="5711799"/>
                <a:ext cx="174241" cy="270344"/>
              </a:xfrm>
              <a:custGeom>
                <a:avLst/>
                <a:gdLst>
                  <a:gd name="connsiteX0" fmla="*/ 167957 w 174241"/>
                  <a:gd name="connsiteY0" fmla="*/ 0 h 270344"/>
                  <a:gd name="connsiteX1" fmla="*/ 6855 w 174241"/>
                  <a:gd name="connsiteY1" fmla="*/ 0 h 270344"/>
                  <a:gd name="connsiteX2" fmla="*/ 0 w 174241"/>
                  <a:gd name="connsiteY2" fmla="*/ 6247 h 270344"/>
                  <a:gd name="connsiteX3" fmla="*/ 0 w 174241"/>
                  <a:gd name="connsiteY3" fmla="*/ 27262 h 270344"/>
                  <a:gd name="connsiteX4" fmla="*/ 6855 w 174241"/>
                  <a:gd name="connsiteY4" fmla="*/ 33509 h 270344"/>
                  <a:gd name="connsiteX5" fmla="*/ 68554 w 174241"/>
                  <a:gd name="connsiteY5" fmla="*/ 33509 h 270344"/>
                  <a:gd name="connsiteX6" fmla="*/ 68554 w 174241"/>
                  <a:gd name="connsiteY6" fmla="*/ 264097 h 270344"/>
                  <a:gd name="connsiteX7" fmla="*/ 74838 w 174241"/>
                  <a:gd name="connsiteY7" fmla="*/ 270344 h 270344"/>
                  <a:gd name="connsiteX8" fmla="*/ 99974 w 174241"/>
                  <a:gd name="connsiteY8" fmla="*/ 270344 h 270344"/>
                  <a:gd name="connsiteX9" fmla="*/ 106259 w 174241"/>
                  <a:gd name="connsiteY9" fmla="*/ 264097 h 270344"/>
                  <a:gd name="connsiteX10" fmla="*/ 106259 w 174241"/>
                  <a:gd name="connsiteY10" fmla="*/ 33509 h 270344"/>
                  <a:gd name="connsiteX11" fmla="*/ 167957 w 174241"/>
                  <a:gd name="connsiteY11" fmla="*/ 33509 h 270344"/>
                  <a:gd name="connsiteX12" fmla="*/ 174241 w 174241"/>
                  <a:gd name="connsiteY12" fmla="*/ 27262 h 270344"/>
                  <a:gd name="connsiteX13" fmla="*/ 174241 w 174241"/>
                  <a:gd name="connsiteY13" fmla="*/ 6247 h 270344"/>
                  <a:gd name="connsiteX14" fmla="*/ 167957 w 174241"/>
                  <a:gd name="connsiteY14" fmla="*/ 0 h 270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74241" h="270344">
                    <a:moveTo>
                      <a:pt x="167957" y="0"/>
                    </a:moveTo>
                    <a:lnTo>
                      <a:pt x="6855" y="0"/>
                    </a:lnTo>
                    <a:cubicBezTo>
                      <a:pt x="2856" y="0"/>
                      <a:pt x="0" y="2272"/>
                      <a:pt x="0" y="6247"/>
                    </a:cubicBezTo>
                    <a:lnTo>
                      <a:pt x="0" y="27262"/>
                    </a:lnTo>
                    <a:cubicBezTo>
                      <a:pt x="0" y="31237"/>
                      <a:pt x="2285" y="33509"/>
                      <a:pt x="6855" y="33509"/>
                    </a:cubicBezTo>
                    <a:lnTo>
                      <a:pt x="68554" y="33509"/>
                    </a:lnTo>
                    <a:lnTo>
                      <a:pt x="68554" y="264097"/>
                    </a:lnTo>
                    <a:cubicBezTo>
                      <a:pt x="68554" y="268073"/>
                      <a:pt x="70839" y="270344"/>
                      <a:pt x="74838" y="270344"/>
                    </a:cubicBezTo>
                    <a:lnTo>
                      <a:pt x="99974" y="270344"/>
                    </a:lnTo>
                    <a:cubicBezTo>
                      <a:pt x="103973" y="270344"/>
                      <a:pt x="106259" y="268073"/>
                      <a:pt x="106259" y="264097"/>
                    </a:cubicBezTo>
                    <a:lnTo>
                      <a:pt x="106259" y="33509"/>
                    </a:lnTo>
                    <a:lnTo>
                      <a:pt x="167957" y="33509"/>
                    </a:lnTo>
                    <a:cubicBezTo>
                      <a:pt x="171956" y="33509"/>
                      <a:pt x="174241" y="31237"/>
                      <a:pt x="174241" y="27262"/>
                    </a:cubicBezTo>
                    <a:lnTo>
                      <a:pt x="174241" y="6247"/>
                    </a:lnTo>
                    <a:cubicBezTo>
                      <a:pt x="174241" y="2272"/>
                      <a:pt x="171956" y="0"/>
                      <a:pt x="16795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79E21078-1A0F-7B31-CE54-161B44897806}"/>
                  </a:ext>
                </a:extLst>
              </p:cNvPr>
              <p:cNvSpPr/>
              <p:nvPr/>
            </p:nvSpPr>
            <p:spPr>
              <a:xfrm>
                <a:off x="11319729" y="5711799"/>
                <a:ext cx="231171" cy="270912"/>
              </a:xfrm>
              <a:custGeom>
                <a:avLst/>
                <a:gdLst>
                  <a:gd name="connsiteX0" fmla="*/ 136625 w 231171"/>
                  <a:gd name="connsiteY0" fmla="*/ 5112 h 270912"/>
                  <a:gd name="connsiteX1" fmla="*/ 128627 w 231171"/>
                  <a:gd name="connsiteY1" fmla="*/ 0 h 270912"/>
                  <a:gd name="connsiteX2" fmla="*/ 100634 w 231171"/>
                  <a:gd name="connsiteY2" fmla="*/ 0 h 270912"/>
                  <a:gd name="connsiteX3" fmla="*/ 93207 w 231171"/>
                  <a:gd name="connsiteY3" fmla="*/ 5112 h 270912"/>
                  <a:gd name="connsiteX4" fmla="*/ 660 w 231171"/>
                  <a:gd name="connsiteY4" fmla="*/ 262961 h 270912"/>
                  <a:gd name="connsiteX5" fmla="*/ 660 w 231171"/>
                  <a:gd name="connsiteY5" fmla="*/ 268641 h 270912"/>
                  <a:gd name="connsiteX6" fmla="*/ 5801 w 231171"/>
                  <a:gd name="connsiteY6" fmla="*/ 270912 h 270912"/>
                  <a:gd name="connsiteX7" fmla="*/ 32080 w 231171"/>
                  <a:gd name="connsiteY7" fmla="*/ 270912 h 270912"/>
                  <a:gd name="connsiteX8" fmla="*/ 39507 w 231171"/>
                  <a:gd name="connsiteY8" fmla="*/ 265801 h 270912"/>
                  <a:gd name="connsiteX9" fmla="*/ 57217 w 231171"/>
                  <a:gd name="connsiteY9" fmla="*/ 214685 h 270912"/>
                  <a:gd name="connsiteX10" fmla="*/ 174329 w 231171"/>
                  <a:gd name="connsiteY10" fmla="*/ 214685 h 270912"/>
                  <a:gd name="connsiteX11" fmla="*/ 192039 w 231171"/>
                  <a:gd name="connsiteY11" fmla="*/ 265801 h 270912"/>
                  <a:gd name="connsiteX12" fmla="*/ 198895 w 231171"/>
                  <a:gd name="connsiteY12" fmla="*/ 270912 h 270912"/>
                  <a:gd name="connsiteX13" fmla="*/ 225174 w 231171"/>
                  <a:gd name="connsiteY13" fmla="*/ 270912 h 270912"/>
                  <a:gd name="connsiteX14" fmla="*/ 230315 w 231171"/>
                  <a:gd name="connsiteY14" fmla="*/ 268641 h 270912"/>
                  <a:gd name="connsiteX15" fmla="*/ 230315 w 231171"/>
                  <a:gd name="connsiteY15" fmla="*/ 263529 h 270912"/>
                  <a:gd name="connsiteX16" fmla="*/ 136625 w 231171"/>
                  <a:gd name="connsiteY16" fmla="*/ 5112 h 270912"/>
                  <a:gd name="connsiteX17" fmla="*/ 67500 w 231171"/>
                  <a:gd name="connsiteY17" fmla="*/ 181176 h 270912"/>
                  <a:gd name="connsiteX18" fmla="*/ 114345 w 231171"/>
                  <a:gd name="connsiteY18" fmla="*/ 47140 h 270912"/>
                  <a:gd name="connsiteX19" fmla="*/ 161190 w 231171"/>
                  <a:gd name="connsiteY19" fmla="*/ 181176 h 270912"/>
                  <a:gd name="connsiteX20" fmla="*/ 67500 w 231171"/>
                  <a:gd name="connsiteY20" fmla="*/ 181176 h 2709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231171" h="270912">
                    <a:moveTo>
                      <a:pt x="136625" y="5112"/>
                    </a:moveTo>
                    <a:cubicBezTo>
                      <a:pt x="135482" y="2272"/>
                      <a:pt x="132055" y="0"/>
                      <a:pt x="128627" y="0"/>
                    </a:cubicBezTo>
                    <a:lnTo>
                      <a:pt x="100634" y="0"/>
                    </a:lnTo>
                    <a:cubicBezTo>
                      <a:pt x="97206" y="0"/>
                      <a:pt x="94350" y="1704"/>
                      <a:pt x="93207" y="5112"/>
                    </a:cubicBezTo>
                    <a:lnTo>
                      <a:pt x="660" y="262961"/>
                    </a:lnTo>
                    <a:cubicBezTo>
                      <a:pt x="-483" y="265233"/>
                      <a:pt x="88" y="266937"/>
                      <a:pt x="660" y="268641"/>
                    </a:cubicBezTo>
                    <a:cubicBezTo>
                      <a:pt x="1231" y="269776"/>
                      <a:pt x="2945" y="270912"/>
                      <a:pt x="5801" y="270912"/>
                    </a:cubicBezTo>
                    <a:lnTo>
                      <a:pt x="32080" y="270912"/>
                    </a:lnTo>
                    <a:cubicBezTo>
                      <a:pt x="36079" y="270912"/>
                      <a:pt x="38364" y="269208"/>
                      <a:pt x="39507" y="265801"/>
                    </a:cubicBezTo>
                    <a:lnTo>
                      <a:pt x="57217" y="214685"/>
                    </a:lnTo>
                    <a:lnTo>
                      <a:pt x="174329" y="214685"/>
                    </a:lnTo>
                    <a:lnTo>
                      <a:pt x="192039" y="265801"/>
                    </a:lnTo>
                    <a:cubicBezTo>
                      <a:pt x="193182" y="269208"/>
                      <a:pt x="195467" y="270912"/>
                      <a:pt x="198895" y="270912"/>
                    </a:cubicBezTo>
                    <a:lnTo>
                      <a:pt x="225174" y="270912"/>
                    </a:lnTo>
                    <a:cubicBezTo>
                      <a:pt x="227459" y="270912"/>
                      <a:pt x="229173" y="270344"/>
                      <a:pt x="230315" y="268641"/>
                    </a:cubicBezTo>
                    <a:cubicBezTo>
                      <a:pt x="231458" y="267505"/>
                      <a:pt x="231458" y="265233"/>
                      <a:pt x="230315" y="263529"/>
                    </a:cubicBezTo>
                    <a:lnTo>
                      <a:pt x="136625" y="5112"/>
                    </a:lnTo>
                    <a:close/>
                    <a:moveTo>
                      <a:pt x="67500" y="181176"/>
                    </a:moveTo>
                    <a:lnTo>
                      <a:pt x="114345" y="47140"/>
                    </a:lnTo>
                    <a:lnTo>
                      <a:pt x="161190" y="181176"/>
                    </a:lnTo>
                    <a:lnTo>
                      <a:pt x="67500" y="181176"/>
                    </a:ln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27" name="Freeform 26">
                <a:extLst>
                  <a:ext uri="{FF2B5EF4-FFF2-40B4-BE49-F238E27FC236}">
                    <a16:creationId xmlns:a16="http://schemas.microsoft.com/office/drawing/2014/main" id="{C5491E5E-50E7-59B6-43DC-6BD6D946634E}"/>
                  </a:ext>
                </a:extLst>
              </p:cNvPr>
              <p:cNvSpPr/>
              <p:nvPr/>
            </p:nvSpPr>
            <p:spPr>
              <a:xfrm>
                <a:off x="11659731" y="5711799"/>
                <a:ext cx="150818" cy="270912"/>
              </a:xfrm>
              <a:custGeom>
                <a:avLst/>
                <a:gdLst>
                  <a:gd name="connsiteX0" fmla="*/ 143963 w 150818"/>
                  <a:gd name="connsiteY0" fmla="*/ 236835 h 270912"/>
                  <a:gd name="connsiteX1" fmla="*/ 38276 w 150818"/>
                  <a:gd name="connsiteY1" fmla="*/ 236835 h 270912"/>
                  <a:gd name="connsiteX2" fmla="*/ 38276 w 150818"/>
                  <a:gd name="connsiteY2" fmla="*/ 6247 h 270912"/>
                  <a:gd name="connsiteX3" fmla="*/ 31992 w 150818"/>
                  <a:gd name="connsiteY3" fmla="*/ 0 h 270912"/>
                  <a:gd name="connsiteX4" fmla="*/ 6855 w 150818"/>
                  <a:gd name="connsiteY4" fmla="*/ 0 h 270912"/>
                  <a:gd name="connsiteX5" fmla="*/ 0 w 150818"/>
                  <a:gd name="connsiteY5" fmla="*/ 6247 h 270912"/>
                  <a:gd name="connsiteX6" fmla="*/ 0 w 150818"/>
                  <a:gd name="connsiteY6" fmla="*/ 264665 h 270912"/>
                  <a:gd name="connsiteX7" fmla="*/ 6855 w 150818"/>
                  <a:gd name="connsiteY7" fmla="*/ 270912 h 270912"/>
                  <a:gd name="connsiteX8" fmla="*/ 143963 w 150818"/>
                  <a:gd name="connsiteY8" fmla="*/ 270912 h 270912"/>
                  <a:gd name="connsiteX9" fmla="*/ 150819 w 150818"/>
                  <a:gd name="connsiteY9" fmla="*/ 264097 h 270912"/>
                  <a:gd name="connsiteX10" fmla="*/ 150819 w 150818"/>
                  <a:gd name="connsiteY10" fmla="*/ 243083 h 270912"/>
                  <a:gd name="connsiteX11" fmla="*/ 143963 w 150818"/>
                  <a:gd name="connsiteY11" fmla="*/ 236835 h 2709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50818" h="270912">
                    <a:moveTo>
                      <a:pt x="143963" y="236835"/>
                    </a:moveTo>
                    <a:lnTo>
                      <a:pt x="38276" y="236835"/>
                    </a:lnTo>
                    <a:lnTo>
                      <a:pt x="38276" y="6247"/>
                    </a:lnTo>
                    <a:cubicBezTo>
                      <a:pt x="38276" y="2272"/>
                      <a:pt x="35991" y="0"/>
                      <a:pt x="31992" y="0"/>
                    </a:cubicBezTo>
                    <a:lnTo>
                      <a:pt x="6855" y="0"/>
                    </a:lnTo>
                    <a:cubicBezTo>
                      <a:pt x="2856" y="0"/>
                      <a:pt x="0" y="2272"/>
                      <a:pt x="0" y="6247"/>
                    </a:cubicBezTo>
                    <a:lnTo>
                      <a:pt x="0" y="264665"/>
                    </a:lnTo>
                    <a:cubicBezTo>
                      <a:pt x="0" y="268641"/>
                      <a:pt x="2285" y="270912"/>
                      <a:pt x="6855" y="270912"/>
                    </a:cubicBezTo>
                    <a:lnTo>
                      <a:pt x="143963" y="270912"/>
                    </a:lnTo>
                    <a:cubicBezTo>
                      <a:pt x="147962" y="270912"/>
                      <a:pt x="150819" y="268073"/>
                      <a:pt x="150819" y="264097"/>
                    </a:cubicBezTo>
                    <a:lnTo>
                      <a:pt x="150819" y="243083"/>
                    </a:lnTo>
                    <a:cubicBezTo>
                      <a:pt x="150247" y="239675"/>
                      <a:pt x="147962" y="236835"/>
                      <a:pt x="143963" y="236835"/>
                    </a:cubicBez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071C2AC3-7450-D17C-C259-1E647DCF01C3}"/>
                  </a:ext>
                </a:extLst>
              </p:cNvPr>
              <p:cNvSpPr/>
              <p:nvPr/>
            </p:nvSpPr>
            <p:spPr>
              <a:xfrm>
                <a:off x="8806355" y="5712935"/>
                <a:ext cx="307815" cy="270344"/>
              </a:xfrm>
              <a:custGeom>
                <a:avLst/>
                <a:gdLst>
                  <a:gd name="connsiteX0" fmla="*/ 214052 w 307815"/>
                  <a:gd name="connsiteY0" fmla="*/ 2272 h 270344"/>
                  <a:gd name="connsiteX1" fmla="*/ 214052 w 307815"/>
                  <a:gd name="connsiteY1" fmla="*/ 2272 h 270344"/>
                  <a:gd name="connsiteX2" fmla="*/ 212910 w 307815"/>
                  <a:gd name="connsiteY2" fmla="*/ 1136 h 270344"/>
                  <a:gd name="connsiteX3" fmla="*/ 211767 w 307815"/>
                  <a:gd name="connsiteY3" fmla="*/ 568 h 270344"/>
                  <a:gd name="connsiteX4" fmla="*/ 210625 w 307815"/>
                  <a:gd name="connsiteY4" fmla="*/ 0 h 270344"/>
                  <a:gd name="connsiteX5" fmla="*/ 209482 w 307815"/>
                  <a:gd name="connsiteY5" fmla="*/ 0 h 270344"/>
                  <a:gd name="connsiteX6" fmla="*/ 208911 w 307815"/>
                  <a:gd name="connsiteY6" fmla="*/ 0 h 270344"/>
                  <a:gd name="connsiteX7" fmla="*/ 99796 w 307815"/>
                  <a:gd name="connsiteY7" fmla="*/ 0 h 270344"/>
                  <a:gd name="connsiteX8" fmla="*/ 99225 w 307815"/>
                  <a:gd name="connsiteY8" fmla="*/ 0 h 270344"/>
                  <a:gd name="connsiteX9" fmla="*/ 98082 w 307815"/>
                  <a:gd name="connsiteY9" fmla="*/ 0 h 270344"/>
                  <a:gd name="connsiteX10" fmla="*/ 96939 w 307815"/>
                  <a:gd name="connsiteY10" fmla="*/ 568 h 270344"/>
                  <a:gd name="connsiteX11" fmla="*/ 95797 w 307815"/>
                  <a:gd name="connsiteY11" fmla="*/ 1136 h 270344"/>
                  <a:gd name="connsiteX12" fmla="*/ 95226 w 307815"/>
                  <a:gd name="connsiteY12" fmla="*/ 1704 h 270344"/>
                  <a:gd name="connsiteX13" fmla="*/ 94654 w 307815"/>
                  <a:gd name="connsiteY13" fmla="*/ 2272 h 270344"/>
                  <a:gd name="connsiteX14" fmla="*/ 964 w 307815"/>
                  <a:gd name="connsiteY14" fmla="*/ 88600 h 270344"/>
                  <a:gd name="connsiteX15" fmla="*/ 2678 w 307815"/>
                  <a:gd name="connsiteY15" fmla="*/ 97687 h 270344"/>
                  <a:gd name="connsiteX16" fmla="*/ 38669 w 307815"/>
                  <a:gd name="connsiteY16" fmla="*/ 120973 h 270344"/>
                  <a:gd name="connsiteX17" fmla="*/ 47809 w 307815"/>
                  <a:gd name="connsiteY17" fmla="*/ 119270 h 270344"/>
                  <a:gd name="connsiteX18" fmla="*/ 126646 w 307815"/>
                  <a:gd name="connsiteY18" fmla="*/ 55091 h 270344"/>
                  <a:gd name="connsiteX19" fmla="*/ 126646 w 307815"/>
                  <a:gd name="connsiteY19" fmla="*/ 55091 h 270344"/>
                  <a:gd name="connsiteX20" fmla="*/ 126646 w 307815"/>
                  <a:gd name="connsiteY20" fmla="*/ 264097 h 270344"/>
                  <a:gd name="connsiteX21" fmla="*/ 132930 w 307815"/>
                  <a:gd name="connsiteY21" fmla="*/ 270344 h 270344"/>
                  <a:gd name="connsiteX22" fmla="*/ 175776 w 307815"/>
                  <a:gd name="connsiteY22" fmla="*/ 270344 h 270344"/>
                  <a:gd name="connsiteX23" fmla="*/ 182060 w 307815"/>
                  <a:gd name="connsiteY23" fmla="*/ 264097 h 270344"/>
                  <a:gd name="connsiteX24" fmla="*/ 182060 w 307815"/>
                  <a:gd name="connsiteY24" fmla="*/ 55091 h 270344"/>
                  <a:gd name="connsiteX25" fmla="*/ 182060 w 307815"/>
                  <a:gd name="connsiteY25" fmla="*/ 55091 h 270344"/>
                  <a:gd name="connsiteX26" fmla="*/ 259755 w 307815"/>
                  <a:gd name="connsiteY26" fmla="*/ 118134 h 270344"/>
                  <a:gd name="connsiteX27" fmla="*/ 268895 w 307815"/>
                  <a:gd name="connsiteY27" fmla="*/ 119838 h 270344"/>
                  <a:gd name="connsiteX28" fmla="*/ 304886 w 307815"/>
                  <a:gd name="connsiteY28" fmla="*/ 96552 h 270344"/>
                  <a:gd name="connsiteX29" fmla="*/ 306600 w 307815"/>
                  <a:gd name="connsiteY29" fmla="*/ 87464 h 270344"/>
                  <a:gd name="connsiteX30" fmla="*/ 214052 w 307815"/>
                  <a:gd name="connsiteY30" fmla="*/ 2272 h 270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307815" h="270344">
                    <a:moveTo>
                      <a:pt x="214052" y="2272"/>
                    </a:moveTo>
                    <a:cubicBezTo>
                      <a:pt x="213481" y="1704"/>
                      <a:pt x="213481" y="1704"/>
                      <a:pt x="214052" y="2272"/>
                    </a:cubicBezTo>
                    <a:cubicBezTo>
                      <a:pt x="213481" y="1704"/>
                      <a:pt x="212910" y="1136"/>
                      <a:pt x="212910" y="1136"/>
                    </a:cubicBezTo>
                    <a:cubicBezTo>
                      <a:pt x="212338" y="1136"/>
                      <a:pt x="212338" y="568"/>
                      <a:pt x="211767" y="568"/>
                    </a:cubicBezTo>
                    <a:cubicBezTo>
                      <a:pt x="211196" y="568"/>
                      <a:pt x="211196" y="0"/>
                      <a:pt x="210625" y="0"/>
                    </a:cubicBezTo>
                    <a:cubicBezTo>
                      <a:pt x="210053" y="0"/>
                      <a:pt x="210053" y="0"/>
                      <a:pt x="209482" y="0"/>
                    </a:cubicBezTo>
                    <a:cubicBezTo>
                      <a:pt x="209482" y="0"/>
                      <a:pt x="208911" y="0"/>
                      <a:pt x="208911" y="0"/>
                    </a:cubicBezTo>
                    <a:lnTo>
                      <a:pt x="99796" y="0"/>
                    </a:lnTo>
                    <a:cubicBezTo>
                      <a:pt x="99796" y="0"/>
                      <a:pt x="99225" y="0"/>
                      <a:pt x="99225" y="0"/>
                    </a:cubicBezTo>
                    <a:cubicBezTo>
                      <a:pt x="98653" y="0"/>
                      <a:pt x="98082" y="0"/>
                      <a:pt x="98082" y="0"/>
                    </a:cubicBezTo>
                    <a:cubicBezTo>
                      <a:pt x="97511" y="0"/>
                      <a:pt x="97511" y="0"/>
                      <a:pt x="96939" y="568"/>
                    </a:cubicBezTo>
                    <a:cubicBezTo>
                      <a:pt x="96368" y="568"/>
                      <a:pt x="96368" y="1136"/>
                      <a:pt x="95797" y="1136"/>
                    </a:cubicBezTo>
                    <a:cubicBezTo>
                      <a:pt x="95797" y="1136"/>
                      <a:pt x="95226" y="1704"/>
                      <a:pt x="95226" y="1704"/>
                    </a:cubicBezTo>
                    <a:cubicBezTo>
                      <a:pt x="95226" y="1704"/>
                      <a:pt x="94654" y="2272"/>
                      <a:pt x="94654" y="2272"/>
                    </a:cubicBezTo>
                    <a:lnTo>
                      <a:pt x="964" y="88600"/>
                    </a:lnTo>
                    <a:cubicBezTo>
                      <a:pt x="-750" y="91440"/>
                      <a:pt x="-179" y="95416"/>
                      <a:pt x="2678" y="97687"/>
                    </a:cubicBezTo>
                    <a:lnTo>
                      <a:pt x="38669" y="120973"/>
                    </a:lnTo>
                    <a:cubicBezTo>
                      <a:pt x="41525" y="122677"/>
                      <a:pt x="45524" y="122109"/>
                      <a:pt x="47809" y="119270"/>
                    </a:cubicBezTo>
                    <a:lnTo>
                      <a:pt x="126646" y="55091"/>
                    </a:lnTo>
                    <a:lnTo>
                      <a:pt x="126646" y="55091"/>
                    </a:lnTo>
                    <a:lnTo>
                      <a:pt x="126646" y="264097"/>
                    </a:lnTo>
                    <a:cubicBezTo>
                      <a:pt x="126646" y="267505"/>
                      <a:pt x="129503" y="270344"/>
                      <a:pt x="132930" y="270344"/>
                    </a:cubicBezTo>
                    <a:lnTo>
                      <a:pt x="175776" y="270344"/>
                    </a:lnTo>
                    <a:cubicBezTo>
                      <a:pt x="179204" y="270344"/>
                      <a:pt x="182060" y="267505"/>
                      <a:pt x="182060" y="264097"/>
                    </a:cubicBezTo>
                    <a:lnTo>
                      <a:pt x="182060" y="55091"/>
                    </a:lnTo>
                    <a:lnTo>
                      <a:pt x="182060" y="55091"/>
                    </a:lnTo>
                    <a:lnTo>
                      <a:pt x="259755" y="118134"/>
                    </a:lnTo>
                    <a:cubicBezTo>
                      <a:pt x="261469" y="120973"/>
                      <a:pt x="265468" y="122109"/>
                      <a:pt x="268895" y="119838"/>
                    </a:cubicBezTo>
                    <a:lnTo>
                      <a:pt x="304886" y="96552"/>
                    </a:lnTo>
                    <a:cubicBezTo>
                      <a:pt x="307743" y="94848"/>
                      <a:pt x="308885" y="90872"/>
                      <a:pt x="306600" y="87464"/>
                    </a:cubicBezTo>
                    <a:lnTo>
                      <a:pt x="214052" y="2272"/>
                    </a:ln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</p:grpSp>
        <p:grpSp>
          <p:nvGrpSpPr>
            <p:cNvPr id="7" name="Graphic 14">
              <a:extLst>
                <a:ext uri="{FF2B5EF4-FFF2-40B4-BE49-F238E27FC236}">
                  <a16:creationId xmlns:a16="http://schemas.microsoft.com/office/drawing/2014/main" id="{82AEDC63-FC53-69C1-6419-F553CB983C9C}"/>
                </a:ext>
              </a:extLst>
            </p:cNvPr>
            <p:cNvGrpSpPr/>
            <p:nvPr/>
          </p:nvGrpSpPr>
          <p:grpSpPr>
            <a:xfrm>
              <a:off x="9979590" y="5189285"/>
              <a:ext cx="1830959" cy="370303"/>
              <a:chOff x="9979590" y="5189285"/>
              <a:chExt cx="1830959" cy="370303"/>
            </a:xfrm>
            <a:solidFill>
              <a:srgbClr val="FFFFFF"/>
            </a:solidFill>
          </p:grpSpPr>
          <p:sp>
            <p:nvSpPr>
              <p:cNvPr id="8" name="Freeform 7">
                <a:extLst>
                  <a:ext uri="{FF2B5EF4-FFF2-40B4-BE49-F238E27FC236}">
                    <a16:creationId xmlns:a16="http://schemas.microsoft.com/office/drawing/2014/main" id="{3416C1BF-E903-DB75-BC86-167E120F4759}"/>
                  </a:ext>
                </a:extLst>
              </p:cNvPr>
              <p:cNvSpPr/>
              <p:nvPr/>
            </p:nvSpPr>
            <p:spPr>
              <a:xfrm>
                <a:off x="9979590" y="5190988"/>
                <a:ext cx="451312" cy="284543"/>
              </a:xfrm>
              <a:custGeom>
                <a:avLst/>
                <a:gdLst>
                  <a:gd name="connsiteX0" fmla="*/ 425605 w 451312"/>
                  <a:gd name="connsiteY0" fmla="*/ 0 h 284543"/>
                  <a:gd name="connsiteX1" fmla="*/ 421606 w 451312"/>
                  <a:gd name="connsiteY1" fmla="*/ 3976 h 284543"/>
                  <a:gd name="connsiteX2" fmla="*/ 421606 w 451312"/>
                  <a:gd name="connsiteY2" fmla="*/ 233996 h 284543"/>
                  <a:gd name="connsiteX3" fmla="*/ 416465 w 451312"/>
                  <a:gd name="connsiteY3" fmla="*/ 249330 h 284543"/>
                  <a:gd name="connsiteX4" fmla="*/ 401611 w 451312"/>
                  <a:gd name="connsiteY4" fmla="*/ 255010 h 284543"/>
                  <a:gd name="connsiteX5" fmla="*/ 346197 w 451312"/>
                  <a:gd name="connsiteY5" fmla="*/ 255010 h 284543"/>
                  <a:gd name="connsiteX6" fmla="*/ 323346 w 451312"/>
                  <a:gd name="connsiteY6" fmla="*/ 248194 h 284543"/>
                  <a:gd name="connsiteX7" fmla="*/ 320489 w 451312"/>
                  <a:gd name="connsiteY7" fmla="*/ 238539 h 284543"/>
                  <a:gd name="connsiteX8" fmla="*/ 320489 w 451312"/>
                  <a:gd name="connsiteY8" fmla="*/ 136308 h 284543"/>
                  <a:gd name="connsiteX9" fmla="*/ 316490 w 451312"/>
                  <a:gd name="connsiteY9" fmla="*/ 132332 h 284543"/>
                  <a:gd name="connsiteX10" fmla="*/ 294210 w 451312"/>
                  <a:gd name="connsiteY10" fmla="*/ 132332 h 284543"/>
                  <a:gd name="connsiteX11" fmla="*/ 290211 w 451312"/>
                  <a:gd name="connsiteY11" fmla="*/ 136308 h 284543"/>
                  <a:gd name="connsiteX12" fmla="*/ 290211 w 451312"/>
                  <a:gd name="connsiteY12" fmla="*/ 233428 h 284543"/>
                  <a:gd name="connsiteX13" fmla="*/ 285070 w 451312"/>
                  <a:gd name="connsiteY13" fmla="*/ 249330 h 284543"/>
                  <a:gd name="connsiteX14" fmla="*/ 270216 w 451312"/>
                  <a:gd name="connsiteY14" fmla="*/ 253874 h 284543"/>
                  <a:gd name="connsiteX15" fmla="*/ 171956 w 451312"/>
                  <a:gd name="connsiteY15" fmla="*/ 253874 h 284543"/>
                  <a:gd name="connsiteX16" fmla="*/ 167957 w 451312"/>
                  <a:gd name="connsiteY16" fmla="*/ 249898 h 284543"/>
                  <a:gd name="connsiteX17" fmla="*/ 167957 w 451312"/>
                  <a:gd name="connsiteY17" fmla="*/ 190263 h 284543"/>
                  <a:gd name="connsiteX18" fmla="*/ 143392 w 451312"/>
                  <a:gd name="connsiteY18" fmla="*/ 131197 h 284543"/>
                  <a:gd name="connsiteX19" fmla="*/ 83979 w 451312"/>
                  <a:gd name="connsiteY19" fmla="*/ 106775 h 284543"/>
                  <a:gd name="connsiteX20" fmla="*/ 24565 w 451312"/>
                  <a:gd name="connsiteY20" fmla="*/ 131197 h 284543"/>
                  <a:gd name="connsiteX21" fmla="*/ 0 w 451312"/>
                  <a:gd name="connsiteY21" fmla="*/ 190263 h 284543"/>
                  <a:gd name="connsiteX22" fmla="*/ 0 w 451312"/>
                  <a:gd name="connsiteY22" fmla="*/ 201054 h 284543"/>
                  <a:gd name="connsiteX23" fmla="*/ 24565 w 451312"/>
                  <a:gd name="connsiteY23" fmla="*/ 260121 h 284543"/>
                  <a:gd name="connsiteX24" fmla="*/ 83979 w 451312"/>
                  <a:gd name="connsiteY24" fmla="*/ 284543 h 284543"/>
                  <a:gd name="connsiteX25" fmla="*/ 269074 w 451312"/>
                  <a:gd name="connsiteY25" fmla="*/ 284543 h 284543"/>
                  <a:gd name="connsiteX26" fmla="*/ 303922 w 451312"/>
                  <a:gd name="connsiteY26" fmla="*/ 273752 h 284543"/>
                  <a:gd name="connsiteX27" fmla="*/ 309064 w 451312"/>
                  <a:gd name="connsiteY27" fmla="*/ 273752 h 284543"/>
                  <a:gd name="connsiteX28" fmla="*/ 345054 w 451312"/>
                  <a:gd name="connsiteY28" fmla="*/ 284543 h 284543"/>
                  <a:gd name="connsiteX29" fmla="*/ 400469 w 451312"/>
                  <a:gd name="connsiteY29" fmla="*/ 284543 h 284543"/>
                  <a:gd name="connsiteX30" fmla="*/ 437602 w 451312"/>
                  <a:gd name="connsiteY30" fmla="*/ 270912 h 284543"/>
                  <a:gd name="connsiteX31" fmla="*/ 451313 w 451312"/>
                  <a:gd name="connsiteY31" fmla="*/ 233996 h 284543"/>
                  <a:gd name="connsiteX32" fmla="*/ 450742 w 451312"/>
                  <a:gd name="connsiteY32" fmla="*/ 3976 h 284543"/>
                  <a:gd name="connsiteX33" fmla="*/ 446743 w 451312"/>
                  <a:gd name="connsiteY33" fmla="*/ 0 h 284543"/>
                  <a:gd name="connsiteX34" fmla="*/ 425605 w 451312"/>
                  <a:gd name="connsiteY34" fmla="*/ 0 h 284543"/>
                  <a:gd name="connsiteX35" fmla="*/ 138250 w 451312"/>
                  <a:gd name="connsiteY35" fmla="*/ 250466 h 284543"/>
                  <a:gd name="connsiteX36" fmla="*/ 134251 w 451312"/>
                  <a:gd name="connsiteY36" fmla="*/ 254442 h 284543"/>
                  <a:gd name="connsiteX37" fmla="*/ 84550 w 451312"/>
                  <a:gd name="connsiteY37" fmla="*/ 254442 h 284543"/>
                  <a:gd name="connsiteX38" fmla="*/ 46845 w 451312"/>
                  <a:gd name="connsiteY38" fmla="*/ 238539 h 284543"/>
                  <a:gd name="connsiteX39" fmla="*/ 30849 w 451312"/>
                  <a:gd name="connsiteY39" fmla="*/ 200486 h 284543"/>
                  <a:gd name="connsiteX40" fmla="*/ 30849 w 451312"/>
                  <a:gd name="connsiteY40" fmla="*/ 192535 h 284543"/>
                  <a:gd name="connsiteX41" fmla="*/ 49702 w 451312"/>
                  <a:gd name="connsiteY41" fmla="*/ 149371 h 284543"/>
                  <a:gd name="connsiteX42" fmla="*/ 84550 w 451312"/>
                  <a:gd name="connsiteY42" fmla="*/ 136308 h 284543"/>
                  <a:gd name="connsiteX43" fmla="*/ 122826 w 451312"/>
                  <a:gd name="connsiteY43" fmla="*/ 151643 h 284543"/>
                  <a:gd name="connsiteX44" fmla="*/ 138822 w 451312"/>
                  <a:gd name="connsiteY44" fmla="*/ 189695 h 284543"/>
                  <a:gd name="connsiteX45" fmla="*/ 138822 w 451312"/>
                  <a:gd name="connsiteY45" fmla="*/ 250466 h 284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</a:cxnLst>
                <a:rect l="l" t="t" r="r" b="b"/>
                <a:pathLst>
                  <a:path w="451312" h="284543">
                    <a:moveTo>
                      <a:pt x="425605" y="0"/>
                    </a:moveTo>
                    <a:cubicBezTo>
                      <a:pt x="423320" y="0"/>
                      <a:pt x="421606" y="1704"/>
                      <a:pt x="421606" y="3976"/>
                    </a:cubicBezTo>
                    <a:lnTo>
                      <a:pt x="421606" y="233996"/>
                    </a:lnTo>
                    <a:cubicBezTo>
                      <a:pt x="421606" y="240811"/>
                      <a:pt x="419892" y="245923"/>
                      <a:pt x="416465" y="249330"/>
                    </a:cubicBezTo>
                    <a:cubicBezTo>
                      <a:pt x="413037" y="252738"/>
                      <a:pt x="407895" y="254442"/>
                      <a:pt x="401611" y="255010"/>
                    </a:cubicBezTo>
                    <a:lnTo>
                      <a:pt x="346197" y="255010"/>
                    </a:lnTo>
                    <a:cubicBezTo>
                      <a:pt x="335343" y="255010"/>
                      <a:pt x="327916" y="252738"/>
                      <a:pt x="323346" y="248194"/>
                    </a:cubicBezTo>
                    <a:cubicBezTo>
                      <a:pt x="321061" y="245923"/>
                      <a:pt x="320489" y="243083"/>
                      <a:pt x="320489" y="238539"/>
                    </a:cubicBezTo>
                    <a:lnTo>
                      <a:pt x="320489" y="136308"/>
                    </a:lnTo>
                    <a:cubicBezTo>
                      <a:pt x="320489" y="134036"/>
                      <a:pt x="318776" y="132332"/>
                      <a:pt x="316490" y="132332"/>
                    </a:cubicBezTo>
                    <a:lnTo>
                      <a:pt x="294210" y="132332"/>
                    </a:lnTo>
                    <a:cubicBezTo>
                      <a:pt x="291925" y="132332"/>
                      <a:pt x="290211" y="134036"/>
                      <a:pt x="290211" y="136308"/>
                    </a:cubicBezTo>
                    <a:lnTo>
                      <a:pt x="290211" y="233428"/>
                    </a:lnTo>
                    <a:cubicBezTo>
                      <a:pt x="290211" y="240811"/>
                      <a:pt x="288497" y="245923"/>
                      <a:pt x="285070" y="249330"/>
                    </a:cubicBezTo>
                    <a:cubicBezTo>
                      <a:pt x="282213" y="252738"/>
                      <a:pt x="277072" y="253874"/>
                      <a:pt x="270216" y="253874"/>
                    </a:cubicBezTo>
                    <a:lnTo>
                      <a:pt x="171956" y="253874"/>
                    </a:lnTo>
                    <a:cubicBezTo>
                      <a:pt x="169671" y="253874"/>
                      <a:pt x="167957" y="252170"/>
                      <a:pt x="167957" y="249898"/>
                    </a:cubicBezTo>
                    <a:lnTo>
                      <a:pt x="167957" y="190263"/>
                    </a:lnTo>
                    <a:cubicBezTo>
                      <a:pt x="167957" y="166977"/>
                      <a:pt x="159959" y="147667"/>
                      <a:pt x="143392" y="131197"/>
                    </a:cubicBezTo>
                    <a:cubicBezTo>
                      <a:pt x="126825" y="114726"/>
                      <a:pt x="107401" y="106775"/>
                      <a:pt x="83979" y="106775"/>
                    </a:cubicBezTo>
                    <a:cubicBezTo>
                      <a:pt x="60556" y="106775"/>
                      <a:pt x="41132" y="114726"/>
                      <a:pt x="24565" y="131197"/>
                    </a:cubicBezTo>
                    <a:cubicBezTo>
                      <a:pt x="7998" y="147667"/>
                      <a:pt x="0" y="166977"/>
                      <a:pt x="0" y="190263"/>
                    </a:cubicBezTo>
                    <a:lnTo>
                      <a:pt x="0" y="201054"/>
                    </a:lnTo>
                    <a:cubicBezTo>
                      <a:pt x="0" y="224340"/>
                      <a:pt x="7998" y="243651"/>
                      <a:pt x="24565" y="260121"/>
                    </a:cubicBezTo>
                    <a:cubicBezTo>
                      <a:pt x="41132" y="276592"/>
                      <a:pt x="60556" y="284543"/>
                      <a:pt x="83979" y="284543"/>
                    </a:cubicBezTo>
                    <a:lnTo>
                      <a:pt x="269074" y="284543"/>
                    </a:lnTo>
                    <a:cubicBezTo>
                      <a:pt x="285070" y="284543"/>
                      <a:pt x="296495" y="281135"/>
                      <a:pt x="303922" y="273752"/>
                    </a:cubicBezTo>
                    <a:cubicBezTo>
                      <a:pt x="305065" y="272616"/>
                      <a:pt x="307350" y="272616"/>
                      <a:pt x="309064" y="273752"/>
                    </a:cubicBezTo>
                    <a:cubicBezTo>
                      <a:pt x="318204" y="282271"/>
                      <a:pt x="334200" y="284543"/>
                      <a:pt x="345054" y="284543"/>
                    </a:cubicBezTo>
                    <a:lnTo>
                      <a:pt x="400469" y="284543"/>
                    </a:lnTo>
                    <a:cubicBezTo>
                      <a:pt x="415894" y="284543"/>
                      <a:pt x="427890" y="280000"/>
                      <a:pt x="437602" y="270912"/>
                    </a:cubicBezTo>
                    <a:cubicBezTo>
                      <a:pt x="446743" y="261825"/>
                      <a:pt x="451313" y="249330"/>
                      <a:pt x="451313" y="233996"/>
                    </a:cubicBezTo>
                    <a:lnTo>
                      <a:pt x="450742" y="3976"/>
                    </a:lnTo>
                    <a:cubicBezTo>
                      <a:pt x="450742" y="1704"/>
                      <a:pt x="449028" y="0"/>
                      <a:pt x="446743" y="0"/>
                    </a:cubicBezTo>
                    <a:lnTo>
                      <a:pt x="425605" y="0"/>
                    </a:lnTo>
                    <a:close/>
                    <a:moveTo>
                      <a:pt x="138250" y="250466"/>
                    </a:moveTo>
                    <a:cubicBezTo>
                      <a:pt x="138250" y="252738"/>
                      <a:pt x="136536" y="254442"/>
                      <a:pt x="134251" y="254442"/>
                    </a:cubicBezTo>
                    <a:lnTo>
                      <a:pt x="84550" y="254442"/>
                    </a:lnTo>
                    <a:cubicBezTo>
                      <a:pt x="69696" y="254442"/>
                      <a:pt x="57128" y="249330"/>
                      <a:pt x="46845" y="238539"/>
                    </a:cubicBezTo>
                    <a:cubicBezTo>
                      <a:pt x="36562" y="228316"/>
                      <a:pt x="30849" y="215253"/>
                      <a:pt x="30849" y="200486"/>
                    </a:cubicBezTo>
                    <a:lnTo>
                      <a:pt x="30849" y="192535"/>
                    </a:lnTo>
                    <a:cubicBezTo>
                      <a:pt x="30849" y="176065"/>
                      <a:pt x="37133" y="160162"/>
                      <a:pt x="49702" y="149371"/>
                    </a:cubicBezTo>
                    <a:cubicBezTo>
                      <a:pt x="59413" y="140852"/>
                      <a:pt x="71410" y="136308"/>
                      <a:pt x="84550" y="136308"/>
                    </a:cubicBezTo>
                    <a:cubicBezTo>
                      <a:pt x="99403" y="136308"/>
                      <a:pt x="111971" y="141420"/>
                      <a:pt x="122826" y="151643"/>
                    </a:cubicBezTo>
                    <a:cubicBezTo>
                      <a:pt x="133109" y="161866"/>
                      <a:pt x="138822" y="174929"/>
                      <a:pt x="138822" y="189695"/>
                    </a:cubicBezTo>
                    <a:lnTo>
                      <a:pt x="138822" y="250466"/>
                    </a:ln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9" name="Freeform 8">
                <a:extLst>
                  <a:ext uri="{FF2B5EF4-FFF2-40B4-BE49-F238E27FC236}">
                    <a16:creationId xmlns:a16="http://schemas.microsoft.com/office/drawing/2014/main" id="{0284744A-46F5-F8E1-4508-5A1D46282146}"/>
                  </a:ext>
                </a:extLst>
              </p:cNvPr>
              <p:cNvSpPr/>
              <p:nvPr/>
            </p:nvSpPr>
            <p:spPr>
              <a:xfrm>
                <a:off x="10493173" y="5190988"/>
                <a:ext cx="483304" cy="285111"/>
              </a:xfrm>
              <a:custGeom>
                <a:avLst/>
                <a:gdLst>
                  <a:gd name="connsiteX0" fmla="*/ 458168 w 483304"/>
                  <a:gd name="connsiteY0" fmla="*/ 0 h 285111"/>
                  <a:gd name="connsiteX1" fmla="*/ 454169 w 483304"/>
                  <a:gd name="connsiteY1" fmla="*/ 3976 h 285111"/>
                  <a:gd name="connsiteX2" fmla="*/ 454169 w 483304"/>
                  <a:gd name="connsiteY2" fmla="*/ 233996 h 285111"/>
                  <a:gd name="connsiteX3" fmla="*/ 449028 w 483304"/>
                  <a:gd name="connsiteY3" fmla="*/ 249330 h 285111"/>
                  <a:gd name="connsiteX4" fmla="*/ 434174 w 483304"/>
                  <a:gd name="connsiteY4" fmla="*/ 254442 h 285111"/>
                  <a:gd name="connsiteX5" fmla="*/ 311349 w 483304"/>
                  <a:gd name="connsiteY5" fmla="*/ 254442 h 285111"/>
                  <a:gd name="connsiteX6" fmla="*/ 290783 w 483304"/>
                  <a:gd name="connsiteY6" fmla="*/ 247626 h 285111"/>
                  <a:gd name="connsiteX7" fmla="*/ 286784 w 483304"/>
                  <a:gd name="connsiteY7" fmla="*/ 241379 h 285111"/>
                  <a:gd name="connsiteX8" fmla="*/ 286784 w 483304"/>
                  <a:gd name="connsiteY8" fmla="*/ 238539 h 285111"/>
                  <a:gd name="connsiteX9" fmla="*/ 295924 w 483304"/>
                  <a:gd name="connsiteY9" fmla="*/ 201054 h 285111"/>
                  <a:gd name="connsiteX10" fmla="*/ 295924 w 483304"/>
                  <a:gd name="connsiteY10" fmla="*/ 190263 h 285111"/>
                  <a:gd name="connsiteX11" fmla="*/ 271359 w 483304"/>
                  <a:gd name="connsiteY11" fmla="*/ 131197 h 285111"/>
                  <a:gd name="connsiteX12" fmla="*/ 211946 w 483304"/>
                  <a:gd name="connsiteY12" fmla="*/ 106775 h 285111"/>
                  <a:gd name="connsiteX13" fmla="*/ 152532 w 483304"/>
                  <a:gd name="connsiteY13" fmla="*/ 131197 h 285111"/>
                  <a:gd name="connsiteX14" fmla="*/ 127967 w 483304"/>
                  <a:gd name="connsiteY14" fmla="*/ 190263 h 285111"/>
                  <a:gd name="connsiteX15" fmla="*/ 127967 w 483304"/>
                  <a:gd name="connsiteY15" fmla="*/ 250466 h 285111"/>
                  <a:gd name="connsiteX16" fmla="*/ 123968 w 483304"/>
                  <a:gd name="connsiteY16" fmla="*/ 254442 h 285111"/>
                  <a:gd name="connsiteX17" fmla="*/ 50273 w 483304"/>
                  <a:gd name="connsiteY17" fmla="*/ 254442 h 285111"/>
                  <a:gd name="connsiteX18" fmla="*/ 35420 w 483304"/>
                  <a:gd name="connsiteY18" fmla="*/ 249898 h 285111"/>
                  <a:gd name="connsiteX19" fmla="*/ 30278 w 483304"/>
                  <a:gd name="connsiteY19" fmla="*/ 233996 h 285111"/>
                  <a:gd name="connsiteX20" fmla="*/ 30278 w 483304"/>
                  <a:gd name="connsiteY20" fmla="*/ 3976 h 285111"/>
                  <a:gd name="connsiteX21" fmla="*/ 26279 w 483304"/>
                  <a:gd name="connsiteY21" fmla="*/ 0 h 285111"/>
                  <a:gd name="connsiteX22" fmla="*/ 3999 w 483304"/>
                  <a:gd name="connsiteY22" fmla="*/ 0 h 285111"/>
                  <a:gd name="connsiteX23" fmla="*/ 0 w 483304"/>
                  <a:gd name="connsiteY23" fmla="*/ 3976 h 285111"/>
                  <a:gd name="connsiteX24" fmla="*/ 0 w 483304"/>
                  <a:gd name="connsiteY24" fmla="*/ 233996 h 285111"/>
                  <a:gd name="connsiteX25" fmla="*/ 13711 w 483304"/>
                  <a:gd name="connsiteY25" fmla="*/ 270912 h 285111"/>
                  <a:gd name="connsiteX26" fmla="*/ 50844 w 483304"/>
                  <a:gd name="connsiteY26" fmla="*/ 284543 h 285111"/>
                  <a:gd name="connsiteX27" fmla="*/ 211374 w 483304"/>
                  <a:gd name="connsiteY27" fmla="*/ 284543 h 285111"/>
                  <a:gd name="connsiteX28" fmla="*/ 268503 w 483304"/>
                  <a:gd name="connsiteY28" fmla="*/ 262393 h 285111"/>
                  <a:gd name="connsiteX29" fmla="*/ 273644 w 483304"/>
                  <a:gd name="connsiteY29" fmla="*/ 269208 h 285111"/>
                  <a:gd name="connsiteX30" fmla="*/ 315348 w 483304"/>
                  <a:gd name="connsiteY30" fmla="*/ 285111 h 285111"/>
                  <a:gd name="connsiteX31" fmla="*/ 432461 w 483304"/>
                  <a:gd name="connsiteY31" fmla="*/ 285111 h 285111"/>
                  <a:gd name="connsiteX32" fmla="*/ 469594 w 483304"/>
                  <a:gd name="connsiteY32" fmla="*/ 271480 h 285111"/>
                  <a:gd name="connsiteX33" fmla="*/ 483305 w 483304"/>
                  <a:gd name="connsiteY33" fmla="*/ 234563 h 285111"/>
                  <a:gd name="connsiteX34" fmla="*/ 483305 w 483304"/>
                  <a:gd name="connsiteY34" fmla="*/ 4544 h 285111"/>
                  <a:gd name="connsiteX35" fmla="*/ 479306 w 483304"/>
                  <a:gd name="connsiteY35" fmla="*/ 568 h 285111"/>
                  <a:gd name="connsiteX36" fmla="*/ 458168 w 483304"/>
                  <a:gd name="connsiteY36" fmla="*/ 568 h 285111"/>
                  <a:gd name="connsiteX37" fmla="*/ 266218 w 483304"/>
                  <a:gd name="connsiteY37" fmla="*/ 200486 h 285111"/>
                  <a:gd name="connsiteX38" fmla="*/ 253078 w 483304"/>
                  <a:gd name="connsiteY38" fmla="*/ 235131 h 285111"/>
                  <a:gd name="connsiteX39" fmla="*/ 209661 w 483304"/>
                  <a:gd name="connsiteY39" fmla="*/ 253874 h 285111"/>
                  <a:gd name="connsiteX40" fmla="*/ 162815 w 483304"/>
                  <a:gd name="connsiteY40" fmla="*/ 253874 h 285111"/>
                  <a:gd name="connsiteX41" fmla="*/ 158817 w 483304"/>
                  <a:gd name="connsiteY41" fmla="*/ 249898 h 285111"/>
                  <a:gd name="connsiteX42" fmla="*/ 158817 w 483304"/>
                  <a:gd name="connsiteY42" fmla="*/ 192535 h 285111"/>
                  <a:gd name="connsiteX43" fmla="*/ 177669 w 483304"/>
                  <a:gd name="connsiteY43" fmla="*/ 149371 h 285111"/>
                  <a:gd name="connsiteX44" fmla="*/ 212517 w 483304"/>
                  <a:gd name="connsiteY44" fmla="*/ 136308 h 285111"/>
                  <a:gd name="connsiteX45" fmla="*/ 250793 w 483304"/>
                  <a:gd name="connsiteY45" fmla="*/ 151643 h 285111"/>
                  <a:gd name="connsiteX46" fmla="*/ 266789 w 483304"/>
                  <a:gd name="connsiteY46" fmla="*/ 189695 h 285111"/>
                  <a:gd name="connsiteX47" fmla="*/ 266789 w 483304"/>
                  <a:gd name="connsiteY47" fmla="*/ 200486 h 2851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</a:cxnLst>
                <a:rect l="l" t="t" r="r" b="b"/>
                <a:pathLst>
                  <a:path w="483304" h="285111">
                    <a:moveTo>
                      <a:pt x="458168" y="0"/>
                    </a:moveTo>
                    <a:cubicBezTo>
                      <a:pt x="455883" y="0"/>
                      <a:pt x="454169" y="1704"/>
                      <a:pt x="454169" y="3976"/>
                    </a:cubicBezTo>
                    <a:lnTo>
                      <a:pt x="454169" y="233996"/>
                    </a:lnTo>
                    <a:cubicBezTo>
                      <a:pt x="454169" y="240811"/>
                      <a:pt x="452456" y="245923"/>
                      <a:pt x="449028" y="249330"/>
                    </a:cubicBezTo>
                    <a:cubicBezTo>
                      <a:pt x="446171" y="252738"/>
                      <a:pt x="441030" y="254442"/>
                      <a:pt x="434174" y="254442"/>
                    </a:cubicBezTo>
                    <a:lnTo>
                      <a:pt x="311349" y="254442"/>
                    </a:lnTo>
                    <a:cubicBezTo>
                      <a:pt x="302208" y="254442"/>
                      <a:pt x="295353" y="252170"/>
                      <a:pt x="290783" y="247626"/>
                    </a:cubicBezTo>
                    <a:cubicBezTo>
                      <a:pt x="289069" y="245923"/>
                      <a:pt x="287926" y="243651"/>
                      <a:pt x="286784" y="241379"/>
                    </a:cubicBezTo>
                    <a:cubicBezTo>
                      <a:pt x="286212" y="240243"/>
                      <a:pt x="286784" y="239107"/>
                      <a:pt x="286784" y="238539"/>
                    </a:cubicBezTo>
                    <a:cubicBezTo>
                      <a:pt x="292497" y="226612"/>
                      <a:pt x="295924" y="214117"/>
                      <a:pt x="295924" y="201054"/>
                    </a:cubicBezTo>
                    <a:lnTo>
                      <a:pt x="295924" y="190263"/>
                    </a:lnTo>
                    <a:cubicBezTo>
                      <a:pt x="295924" y="166977"/>
                      <a:pt x="287926" y="147667"/>
                      <a:pt x="271359" y="131197"/>
                    </a:cubicBezTo>
                    <a:cubicBezTo>
                      <a:pt x="254792" y="114726"/>
                      <a:pt x="235368" y="106775"/>
                      <a:pt x="211946" y="106775"/>
                    </a:cubicBezTo>
                    <a:cubicBezTo>
                      <a:pt x="188523" y="106775"/>
                      <a:pt x="169100" y="114726"/>
                      <a:pt x="152532" y="131197"/>
                    </a:cubicBezTo>
                    <a:cubicBezTo>
                      <a:pt x="135965" y="147667"/>
                      <a:pt x="127967" y="166977"/>
                      <a:pt x="127967" y="190263"/>
                    </a:cubicBezTo>
                    <a:lnTo>
                      <a:pt x="127967" y="250466"/>
                    </a:lnTo>
                    <a:cubicBezTo>
                      <a:pt x="127967" y="252738"/>
                      <a:pt x="126253" y="254442"/>
                      <a:pt x="123968" y="254442"/>
                    </a:cubicBezTo>
                    <a:lnTo>
                      <a:pt x="50273" y="254442"/>
                    </a:lnTo>
                    <a:cubicBezTo>
                      <a:pt x="43417" y="254442"/>
                      <a:pt x="38847" y="252738"/>
                      <a:pt x="35420" y="249898"/>
                    </a:cubicBezTo>
                    <a:cubicBezTo>
                      <a:pt x="31992" y="246490"/>
                      <a:pt x="30278" y="241379"/>
                      <a:pt x="30278" y="233996"/>
                    </a:cubicBezTo>
                    <a:lnTo>
                      <a:pt x="30278" y="3976"/>
                    </a:lnTo>
                    <a:cubicBezTo>
                      <a:pt x="30278" y="1704"/>
                      <a:pt x="28564" y="0"/>
                      <a:pt x="26279" y="0"/>
                    </a:cubicBezTo>
                    <a:lnTo>
                      <a:pt x="3999" y="0"/>
                    </a:lnTo>
                    <a:cubicBezTo>
                      <a:pt x="1714" y="0"/>
                      <a:pt x="0" y="1704"/>
                      <a:pt x="0" y="3976"/>
                    </a:cubicBezTo>
                    <a:lnTo>
                      <a:pt x="0" y="233996"/>
                    </a:lnTo>
                    <a:cubicBezTo>
                      <a:pt x="0" y="249898"/>
                      <a:pt x="4570" y="261825"/>
                      <a:pt x="13711" y="270912"/>
                    </a:cubicBezTo>
                    <a:cubicBezTo>
                      <a:pt x="22851" y="280000"/>
                      <a:pt x="34848" y="284543"/>
                      <a:pt x="50844" y="284543"/>
                    </a:cubicBezTo>
                    <a:lnTo>
                      <a:pt x="211374" y="284543"/>
                    </a:lnTo>
                    <a:cubicBezTo>
                      <a:pt x="233083" y="284543"/>
                      <a:pt x="251935" y="277160"/>
                      <a:pt x="268503" y="262393"/>
                    </a:cubicBezTo>
                    <a:cubicBezTo>
                      <a:pt x="270217" y="264665"/>
                      <a:pt x="271930" y="266937"/>
                      <a:pt x="273644" y="269208"/>
                    </a:cubicBezTo>
                    <a:cubicBezTo>
                      <a:pt x="284499" y="280000"/>
                      <a:pt x="298209" y="285111"/>
                      <a:pt x="315348" y="285111"/>
                    </a:cubicBezTo>
                    <a:lnTo>
                      <a:pt x="432461" y="285111"/>
                    </a:lnTo>
                    <a:cubicBezTo>
                      <a:pt x="447885" y="285111"/>
                      <a:pt x="459882" y="280567"/>
                      <a:pt x="469594" y="271480"/>
                    </a:cubicBezTo>
                    <a:cubicBezTo>
                      <a:pt x="478735" y="262393"/>
                      <a:pt x="483305" y="249898"/>
                      <a:pt x="483305" y="234563"/>
                    </a:cubicBezTo>
                    <a:lnTo>
                      <a:pt x="483305" y="4544"/>
                    </a:lnTo>
                    <a:cubicBezTo>
                      <a:pt x="483305" y="2272"/>
                      <a:pt x="481591" y="568"/>
                      <a:pt x="479306" y="568"/>
                    </a:cubicBezTo>
                    <a:lnTo>
                      <a:pt x="458168" y="568"/>
                    </a:lnTo>
                    <a:close/>
                    <a:moveTo>
                      <a:pt x="266218" y="200486"/>
                    </a:moveTo>
                    <a:cubicBezTo>
                      <a:pt x="266218" y="213549"/>
                      <a:pt x="261647" y="225476"/>
                      <a:pt x="253078" y="235131"/>
                    </a:cubicBezTo>
                    <a:cubicBezTo>
                      <a:pt x="242224" y="247626"/>
                      <a:pt x="226228" y="253874"/>
                      <a:pt x="209661" y="253874"/>
                    </a:cubicBezTo>
                    <a:lnTo>
                      <a:pt x="162815" y="253874"/>
                    </a:lnTo>
                    <a:cubicBezTo>
                      <a:pt x="160530" y="253874"/>
                      <a:pt x="158817" y="252170"/>
                      <a:pt x="158817" y="249898"/>
                    </a:cubicBezTo>
                    <a:lnTo>
                      <a:pt x="158817" y="192535"/>
                    </a:lnTo>
                    <a:cubicBezTo>
                      <a:pt x="158817" y="176065"/>
                      <a:pt x="165101" y="160162"/>
                      <a:pt x="177669" y="149371"/>
                    </a:cubicBezTo>
                    <a:cubicBezTo>
                      <a:pt x="187381" y="140852"/>
                      <a:pt x="199378" y="136308"/>
                      <a:pt x="212517" y="136308"/>
                    </a:cubicBezTo>
                    <a:cubicBezTo>
                      <a:pt x="227370" y="136308"/>
                      <a:pt x="239939" y="141420"/>
                      <a:pt x="250793" y="151643"/>
                    </a:cubicBezTo>
                    <a:cubicBezTo>
                      <a:pt x="261076" y="161866"/>
                      <a:pt x="266789" y="174929"/>
                      <a:pt x="266789" y="189695"/>
                    </a:cubicBezTo>
                    <a:lnTo>
                      <a:pt x="266789" y="200486"/>
                    </a:ln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10" name="Freeform 9">
                <a:extLst>
                  <a:ext uri="{FF2B5EF4-FFF2-40B4-BE49-F238E27FC236}">
                    <a16:creationId xmlns:a16="http://schemas.microsoft.com/office/drawing/2014/main" id="{120DE049-0A7B-B40A-89EF-14B0FB2E2C97}"/>
                  </a:ext>
                </a:extLst>
              </p:cNvPr>
              <p:cNvSpPr/>
              <p:nvPr/>
            </p:nvSpPr>
            <p:spPr>
              <a:xfrm>
                <a:off x="11039890" y="5190420"/>
                <a:ext cx="30277" cy="285111"/>
              </a:xfrm>
              <a:custGeom>
                <a:avLst/>
                <a:gdLst>
                  <a:gd name="connsiteX0" fmla="*/ 30278 w 30277"/>
                  <a:gd name="connsiteY0" fmla="*/ 3976 h 285111"/>
                  <a:gd name="connsiteX1" fmla="*/ 26279 w 30277"/>
                  <a:gd name="connsiteY1" fmla="*/ 0 h 285111"/>
                  <a:gd name="connsiteX2" fmla="*/ 3999 w 30277"/>
                  <a:gd name="connsiteY2" fmla="*/ 0 h 285111"/>
                  <a:gd name="connsiteX3" fmla="*/ 0 w 30277"/>
                  <a:gd name="connsiteY3" fmla="*/ 3976 h 285111"/>
                  <a:gd name="connsiteX4" fmla="*/ 0 w 30277"/>
                  <a:gd name="connsiteY4" fmla="*/ 119270 h 285111"/>
                  <a:gd name="connsiteX5" fmla="*/ 0 w 30277"/>
                  <a:gd name="connsiteY5" fmla="*/ 119270 h 285111"/>
                  <a:gd name="connsiteX6" fmla="*/ 0 w 30277"/>
                  <a:gd name="connsiteY6" fmla="*/ 281135 h 285111"/>
                  <a:gd name="connsiteX7" fmla="*/ 3999 w 30277"/>
                  <a:gd name="connsiteY7" fmla="*/ 285111 h 285111"/>
                  <a:gd name="connsiteX8" fmla="*/ 26279 w 30277"/>
                  <a:gd name="connsiteY8" fmla="*/ 285111 h 285111"/>
                  <a:gd name="connsiteX9" fmla="*/ 30278 w 30277"/>
                  <a:gd name="connsiteY9" fmla="*/ 281135 h 285111"/>
                  <a:gd name="connsiteX10" fmla="*/ 30278 w 30277"/>
                  <a:gd name="connsiteY10" fmla="*/ 101663 h 285111"/>
                  <a:gd name="connsiteX11" fmla="*/ 30278 w 30277"/>
                  <a:gd name="connsiteY11" fmla="*/ 101663 h 285111"/>
                  <a:gd name="connsiteX12" fmla="*/ 30278 w 30277"/>
                  <a:gd name="connsiteY12" fmla="*/ 3976 h 2851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0277" h="285111">
                    <a:moveTo>
                      <a:pt x="30278" y="3976"/>
                    </a:moveTo>
                    <a:cubicBezTo>
                      <a:pt x="30278" y="1704"/>
                      <a:pt x="28564" y="0"/>
                      <a:pt x="26279" y="0"/>
                    </a:cubicBezTo>
                    <a:lnTo>
                      <a:pt x="3999" y="0"/>
                    </a:lnTo>
                    <a:cubicBezTo>
                      <a:pt x="1714" y="0"/>
                      <a:pt x="0" y="1704"/>
                      <a:pt x="0" y="3976"/>
                    </a:cubicBezTo>
                    <a:lnTo>
                      <a:pt x="0" y="119270"/>
                    </a:lnTo>
                    <a:lnTo>
                      <a:pt x="0" y="119270"/>
                    </a:lnTo>
                    <a:lnTo>
                      <a:pt x="0" y="281135"/>
                    </a:lnTo>
                    <a:cubicBezTo>
                      <a:pt x="0" y="283407"/>
                      <a:pt x="1714" y="285111"/>
                      <a:pt x="3999" y="285111"/>
                    </a:cubicBezTo>
                    <a:lnTo>
                      <a:pt x="26279" y="285111"/>
                    </a:lnTo>
                    <a:cubicBezTo>
                      <a:pt x="28564" y="285111"/>
                      <a:pt x="30278" y="283407"/>
                      <a:pt x="30278" y="281135"/>
                    </a:cubicBezTo>
                    <a:lnTo>
                      <a:pt x="30278" y="101663"/>
                    </a:lnTo>
                    <a:lnTo>
                      <a:pt x="30278" y="101663"/>
                    </a:lnTo>
                    <a:lnTo>
                      <a:pt x="30278" y="3976"/>
                    </a:ln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11" name="Freeform 10">
                <a:extLst>
                  <a:ext uri="{FF2B5EF4-FFF2-40B4-BE49-F238E27FC236}">
                    <a16:creationId xmlns:a16="http://schemas.microsoft.com/office/drawing/2014/main" id="{0F692434-01C9-5383-249E-B04158159215}"/>
                  </a:ext>
                </a:extLst>
              </p:cNvPr>
              <p:cNvSpPr/>
              <p:nvPr/>
            </p:nvSpPr>
            <p:spPr>
              <a:xfrm>
                <a:off x="11211274" y="5292084"/>
                <a:ext cx="249650" cy="267504"/>
              </a:xfrm>
              <a:custGeom>
                <a:avLst/>
                <a:gdLst>
                  <a:gd name="connsiteX0" fmla="*/ 159388 w 249650"/>
                  <a:gd name="connsiteY0" fmla="*/ 0 h 267504"/>
                  <a:gd name="connsiteX1" fmla="*/ 95975 w 249650"/>
                  <a:gd name="connsiteY1" fmla="*/ 26126 h 267504"/>
                  <a:gd name="connsiteX2" fmla="*/ 69696 w 249650"/>
                  <a:gd name="connsiteY2" fmla="*/ 89168 h 267504"/>
                  <a:gd name="connsiteX3" fmla="*/ 69696 w 249650"/>
                  <a:gd name="connsiteY3" fmla="*/ 141420 h 267504"/>
                  <a:gd name="connsiteX4" fmla="*/ 62270 w 249650"/>
                  <a:gd name="connsiteY4" fmla="*/ 141420 h 267504"/>
                  <a:gd name="connsiteX5" fmla="*/ 18281 w 249650"/>
                  <a:gd name="connsiteY5" fmla="*/ 159594 h 267504"/>
                  <a:gd name="connsiteX6" fmla="*/ 0 w 249650"/>
                  <a:gd name="connsiteY6" fmla="*/ 203326 h 267504"/>
                  <a:gd name="connsiteX7" fmla="*/ 0 w 249650"/>
                  <a:gd name="connsiteY7" fmla="*/ 263529 h 267504"/>
                  <a:gd name="connsiteX8" fmla="*/ 3999 w 249650"/>
                  <a:gd name="connsiteY8" fmla="*/ 267505 h 267504"/>
                  <a:gd name="connsiteX9" fmla="*/ 37705 w 249650"/>
                  <a:gd name="connsiteY9" fmla="*/ 267505 h 267504"/>
                  <a:gd name="connsiteX10" fmla="*/ 41704 w 249650"/>
                  <a:gd name="connsiteY10" fmla="*/ 263529 h 267504"/>
                  <a:gd name="connsiteX11" fmla="*/ 42275 w 249650"/>
                  <a:gd name="connsiteY11" fmla="*/ 203326 h 267504"/>
                  <a:gd name="connsiteX12" fmla="*/ 48559 w 249650"/>
                  <a:gd name="connsiteY12" fmla="*/ 188560 h 267504"/>
                  <a:gd name="connsiteX13" fmla="*/ 62841 w 249650"/>
                  <a:gd name="connsiteY13" fmla="*/ 182880 h 267504"/>
                  <a:gd name="connsiteX14" fmla="*/ 159959 w 249650"/>
                  <a:gd name="connsiteY14" fmla="*/ 182880 h 267504"/>
                  <a:gd name="connsiteX15" fmla="*/ 223371 w 249650"/>
                  <a:gd name="connsiteY15" fmla="*/ 156754 h 267504"/>
                  <a:gd name="connsiteX16" fmla="*/ 249650 w 249650"/>
                  <a:gd name="connsiteY16" fmla="*/ 93712 h 267504"/>
                  <a:gd name="connsiteX17" fmla="*/ 249650 w 249650"/>
                  <a:gd name="connsiteY17" fmla="*/ 89168 h 267504"/>
                  <a:gd name="connsiteX18" fmla="*/ 223371 w 249650"/>
                  <a:gd name="connsiteY18" fmla="*/ 26126 h 267504"/>
                  <a:gd name="connsiteX19" fmla="*/ 159388 w 249650"/>
                  <a:gd name="connsiteY19" fmla="*/ 0 h 267504"/>
                  <a:gd name="connsiteX20" fmla="*/ 207375 w 249650"/>
                  <a:gd name="connsiteY20" fmla="*/ 93712 h 267504"/>
                  <a:gd name="connsiteX21" fmla="*/ 193093 w 249650"/>
                  <a:gd name="connsiteY21" fmla="*/ 127789 h 267504"/>
                  <a:gd name="connsiteX22" fmla="*/ 159388 w 249650"/>
                  <a:gd name="connsiteY22" fmla="*/ 141988 h 267504"/>
                  <a:gd name="connsiteX23" fmla="*/ 114828 w 249650"/>
                  <a:gd name="connsiteY23" fmla="*/ 141988 h 267504"/>
                  <a:gd name="connsiteX24" fmla="*/ 110829 w 249650"/>
                  <a:gd name="connsiteY24" fmla="*/ 138012 h 267504"/>
                  <a:gd name="connsiteX25" fmla="*/ 110829 w 249650"/>
                  <a:gd name="connsiteY25" fmla="*/ 89736 h 267504"/>
                  <a:gd name="connsiteX26" fmla="*/ 125111 w 249650"/>
                  <a:gd name="connsiteY26" fmla="*/ 56227 h 267504"/>
                  <a:gd name="connsiteX27" fmla="*/ 157674 w 249650"/>
                  <a:gd name="connsiteY27" fmla="*/ 42596 h 267504"/>
                  <a:gd name="connsiteX28" fmla="*/ 193665 w 249650"/>
                  <a:gd name="connsiteY28" fmla="*/ 57363 h 267504"/>
                  <a:gd name="connsiteX29" fmla="*/ 206804 w 249650"/>
                  <a:gd name="connsiteY29" fmla="*/ 90304 h 267504"/>
                  <a:gd name="connsiteX30" fmla="*/ 206804 w 249650"/>
                  <a:gd name="connsiteY30" fmla="*/ 93712 h 2675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249650" h="267504">
                    <a:moveTo>
                      <a:pt x="159388" y="0"/>
                    </a:moveTo>
                    <a:cubicBezTo>
                      <a:pt x="134251" y="0"/>
                      <a:pt x="113685" y="8519"/>
                      <a:pt x="95975" y="26126"/>
                    </a:cubicBezTo>
                    <a:cubicBezTo>
                      <a:pt x="78266" y="43732"/>
                      <a:pt x="69696" y="64178"/>
                      <a:pt x="69696" y="89168"/>
                    </a:cubicBezTo>
                    <a:lnTo>
                      <a:pt x="69696" y="141420"/>
                    </a:lnTo>
                    <a:lnTo>
                      <a:pt x="62270" y="141420"/>
                    </a:lnTo>
                    <a:cubicBezTo>
                      <a:pt x="45131" y="141420"/>
                      <a:pt x="30278" y="147667"/>
                      <a:pt x="18281" y="159594"/>
                    </a:cubicBezTo>
                    <a:cubicBezTo>
                      <a:pt x="6284" y="171521"/>
                      <a:pt x="0" y="186288"/>
                      <a:pt x="0" y="203326"/>
                    </a:cubicBezTo>
                    <a:lnTo>
                      <a:pt x="0" y="263529"/>
                    </a:lnTo>
                    <a:cubicBezTo>
                      <a:pt x="0" y="265801"/>
                      <a:pt x="1714" y="267505"/>
                      <a:pt x="3999" y="267505"/>
                    </a:cubicBezTo>
                    <a:lnTo>
                      <a:pt x="37705" y="267505"/>
                    </a:lnTo>
                    <a:cubicBezTo>
                      <a:pt x="39990" y="267505"/>
                      <a:pt x="41704" y="265801"/>
                      <a:pt x="41704" y="263529"/>
                    </a:cubicBezTo>
                    <a:lnTo>
                      <a:pt x="42275" y="203326"/>
                    </a:lnTo>
                    <a:cubicBezTo>
                      <a:pt x="42275" y="197647"/>
                      <a:pt x="43989" y="193103"/>
                      <a:pt x="48559" y="188560"/>
                    </a:cubicBezTo>
                    <a:cubicBezTo>
                      <a:pt x="52558" y="184584"/>
                      <a:pt x="57128" y="182880"/>
                      <a:pt x="62841" y="182880"/>
                    </a:cubicBezTo>
                    <a:lnTo>
                      <a:pt x="159959" y="182880"/>
                    </a:lnTo>
                    <a:cubicBezTo>
                      <a:pt x="185095" y="182880"/>
                      <a:pt x="205662" y="174361"/>
                      <a:pt x="223371" y="156754"/>
                    </a:cubicBezTo>
                    <a:cubicBezTo>
                      <a:pt x="241081" y="139148"/>
                      <a:pt x="249650" y="118702"/>
                      <a:pt x="249650" y="93712"/>
                    </a:cubicBezTo>
                    <a:lnTo>
                      <a:pt x="249650" y="89168"/>
                    </a:lnTo>
                    <a:cubicBezTo>
                      <a:pt x="249650" y="64178"/>
                      <a:pt x="241081" y="43732"/>
                      <a:pt x="223371" y="26126"/>
                    </a:cubicBezTo>
                    <a:cubicBezTo>
                      <a:pt x="205090" y="8519"/>
                      <a:pt x="184524" y="0"/>
                      <a:pt x="159388" y="0"/>
                    </a:cubicBezTo>
                    <a:close/>
                    <a:moveTo>
                      <a:pt x="207375" y="93712"/>
                    </a:moveTo>
                    <a:cubicBezTo>
                      <a:pt x="207375" y="106775"/>
                      <a:pt x="202805" y="118134"/>
                      <a:pt x="193093" y="127789"/>
                    </a:cubicBezTo>
                    <a:cubicBezTo>
                      <a:pt x="183953" y="137444"/>
                      <a:pt x="172527" y="141988"/>
                      <a:pt x="159388" y="141988"/>
                    </a:cubicBezTo>
                    <a:lnTo>
                      <a:pt x="114828" y="141988"/>
                    </a:lnTo>
                    <a:cubicBezTo>
                      <a:pt x="112543" y="141988"/>
                      <a:pt x="110829" y="140284"/>
                      <a:pt x="110829" y="138012"/>
                    </a:cubicBezTo>
                    <a:lnTo>
                      <a:pt x="110829" y="89736"/>
                    </a:lnTo>
                    <a:cubicBezTo>
                      <a:pt x="110829" y="76673"/>
                      <a:pt x="115399" y="65314"/>
                      <a:pt x="125111" y="56227"/>
                    </a:cubicBezTo>
                    <a:cubicBezTo>
                      <a:pt x="134251" y="47140"/>
                      <a:pt x="145106" y="42596"/>
                      <a:pt x="157674" y="42596"/>
                    </a:cubicBezTo>
                    <a:cubicBezTo>
                      <a:pt x="171385" y="42028"/>
                      <a:pt x="184524" y="47708"/>
                      <a:pt x="193665" y="57363"/>
                    </a:cubicBezTo>
                    <a:cubicBezTo>
                      <a:pt x="202234" y="66450"/>
                      <a:pt x="206804" y="77241"/>
                      <a:pt x="206804" y="90304"/>
                    </a:cubicBezTo>
                    <a:lnTo>
                      <a:pt x="206804" y="93712"/>
                    </a:ln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12" name="Freeform 11">
                <a:extLst>
                  <a:ext uri="{FF2B5EF4-FFF2-40B4-BE49-F238E27FC236}">
                    <a16:creationId xmlns:a16="http://schemas.microsoft.com/office/drawing/2014/main" id="{43C28EA4-D39D-8BD8-9287-0015E49EACFC}"/>
                  </a:ext>
                </a:extLst>
              </p:cNvPr>
              <p:cNvSpPr/>
              <p:nvPr/>
            </p:nvSpPr>
            <p:spPr>
              <a:xfrm>
                <a:off x="11510626" y="5189285"/>
                <a:ext cx="272501" cy="285111"/>
              </a:xfrm>
              <a:custGeom>
                <a:avLst/>
                <a:gdLst>
                  <a:gd name="connsiteX0" fmla="*/ 235368 w 272501"/>
                  <a:gd name="connsiteY0" fmla="*/ 128925 h 285111"/>
                  <a:gd name="connsiteX1" fmla="*/ 231369 w 272501"/>
                  <a:gd name="connsiteY1" fmla="*/ 132900 h 285111"/>
                  <a:gd name="connsiteX2" fmla="*/ 231369 w 272501"/>
                  <a:gd name="connsiteY2" fmla="*/ 229452 h 285111"/>
                  <a:gd name="connsiteX3" fmla="*/ 227942 w 272501"/>
                  <a:gd name="connsiteY3" fmla="*/ 240811 h 285111"/>
                  <a:gd name="connsiteX4" fmla="*/ 217087 w 272501"/>
                  <a:gd name="connsiteY4" fmla="*/ 244219 h 285111"/>
                  <a:gd name="connsiteX5" fmla="*/ 55986 w 272501"/>
                  <a:gd name="connsiteY5" fmla="*/ 244219 h 285111"/>
                  <a:gd name="connsiteX6" fmla="*/ 45131 w 272501"/>
                  <a:gd name="connsiteY6" fmla="*/ 241379 h 285111"/>
                  <a:gd name="connsiteX7" fmla="*/ 41704 w 272501"/>
                  <a:gd name="connsiteY7" fmla="*/ 229452 h 285111"/>
                  <a:gd name="connsiteX8" fmla="*/ 41704 w 272501"/>
                  <a:gd name="connsiteY8" fmla="*/ 3976 h 285111"/>
                  <a:gd name="connsiteX9" fmla="*/ 37705 w 272501"/>
                  <a:gd name="connsiteY9" fmla="*/ 0 h 285111"/>
                  <a:gd name="connsiteX10" fmla="*/ 3999 w 272501"/>
                  <a:gd name="connsiteY10" fmla="*/ 0 h 285111"/>
                  <a:gd name="connsiteX11" fmla="*/ 0 w 272501"/>
                  <a:gd name="connsiteY11" fmla="*/ 3976 h 285111"/>
                  <a:gd name="connsiteX12" fmla="*/ 0 w 272501"/>
                  <a:gd name="connsiteY12" fmla="*/ 228884 h 285111"/>
                  <a:gd name="connsiteX13" fmla="*/ 15425 w 272501"/>
                  <a:gd name="connsiteY13" fmla="*/ 269776 h 285111"/>
                  <a:gd name="connsiteX14" fmla="*/ 56557 w 272501"/>
                  <a:gd name="connsiteY14" fmla="*/ 285111 h 285111"/>
                  <a:gd name="connsiteX15" fmla="*/ 215945 w 272501"/>
                  <a:gd name="connsiteY15" fmla="*/ 285111 h 285111"/>
                  <a:gd name="connsiteX16" fmla="*/ 257077 w 272501"/>
                  <a:gd name="connsiteY16" fmla="*/ 269776 h 285111"/>
                  <a:gd name="connsiteX17" fmla="*/ 272501 w 272501"/>
                  <a:gd name="connsiteY17" fmla="*/ 228884 h 285111"/>
                  <a:gd name="connsiteX18" fmla="*/ 272501 w 272501"/>
                  <a:gd name="connsiteY18" fmla="*/ 132332 h 285111"/>
                  <a:gd name="connsiteX19" fmla="*/ 268503 w 272501"/>
                  <a:gd name="connsiteY19" fmla="*/ 128357 h 285111"/>
                  <a:gd name="connsiteX20" fmla="*/ 235368 w 272501"/>
                  <a:gd name="connsiteY20" fmla="*/ 128357 h 2851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272501" h="285111">
                    <a:moveTo>
                      <a:pt x="235368" y="128925"/>
                    </a:moveTo>
                    <a:cubicBezTo>
                      <a:pt x="233083" y="128925"/>
                      <a:pt x="231369" y="130629"/>
                      <a:pt x="231369" y="132900"/>
                    </a:cubicBezTo>
                    <a:lnTo>
                      <a:pt x="231369" y="229452"/>
                    </a:lnTo>
                    <a:cubicBezTo>
                      <a:pt x="231369" y="234563"/>
                      <a:pt x="230227" y="238539"/>
                      <a:pt x="227942" y="240811"/>
                    </a:cubicBezTo>
                    <a:cubicBezTo>
                      <a:pt x="225657" y="243083"/>
                      <a:pt x="220515" y="244219"/>
                      <a:pt x="217087" y="244219"/>
                    </a:cubicBezTo>
                    <a:lnTo>
                      <a:pt x="55986" y="244219"/>
                    </a:lnTo>
                    <a:cubicBezTo>
                      <a:pt x="50844" y="244219"/>
                      <a:pt x="47417" y="243083"/>
                      <a:pt x="45131" y="241379"/>
                    </a:cubicBezTo>
                    <a:cubicBezTo>
                      <a:pt x="42846" y="239107"/>
                      <a:pt x="41704" y="235131"/>
                      <a:pt x="41704" y="229452"/>
                    </a:cubicBezTo>
                    <a:lnTo>
                      <a:pt x="41704" y="3976"/>
                    </a:lnTo>
                    <a:cubicBezTo>
                      <a:pt x="41704" y="1704"/>
                      <a:pt x="39990" y="0"/>
                      <a:pt x="37705" y="0"/>
                    </a:cubicBezTo>
                    <a:lnTo>
                      <a:pt x="3999" y="0"/>
                    </a:lnTo>
                    <a:cubicBezTo>
                      <a:pt x="1714" y="0"/>
                      <a:pt x="0" y="1704"/>
                      <a:pt x="0" y="3976"/>
                    </a:cubicBezTo>
                    <a:lnTo>
                      <a:pt x="0" y="228884"/>
                    </a:lnTo>
                    <a:cubicBezTo>
                      <a:pt x="0" y="245923"/>
                      <a:pt x="5142" y="260121"/>
                      <a:pt x="15425" y="269776"/>
                    </a:cubicBezTo>
                    <a:cubicBezTo>
                      <a:pt x="25708" y="280000"/>
                      <a:pt x="39418" y="285111"/>
                      <a:pt x="56557" y="285111"/>
                    </a:cubicBezTo>
                    <a:lnTo>
                      <a:pt x="215945" y="285111"/>
                    </a:lnTo>
                    <a:cubicBezTo>
                      <a:pt x="232512" y="285111"/>
                      <a:pt x="246223" y="280000"/>
                      <a:pt x="257077" y="269776"/>
                    </a:cubicBezTo>
                    <a:cubicBezTo>
                      <a:pt x="267360" y="259553"/>
                      <a:pt x="272501" y="245923"/>
                      <a:pt x="272501" y="228884"/>
                    </a:cubicBezTo>
                    <a:lnTo>
                      <a:pt x="272501" y="132332"/>
                    </a:lnTo>
                    <a:cubicBezTo>
                      <a:pt x="272501" y="130061"/>
                      <a:pt x="270788" y="128357"/>
                      <a:pt x="268503" y="128357"/>
                    </a:cubicBezTo>
                    <a:lnTo>
                      <a:pt x="235368" y="128357"/>
                    </a:ln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13" name="Freeform 12">
                <a:extLst>
                  <a:ext uri="{FF2B5EF4-FFF2-40B4-BE49-F238E27FC236}">
                    <a16:creationId xmlns:a16="http://schemas.microsoft.com/office/drawing/2014/main" id="{60205CC1-F71A-D612-A529-7B7549DD1ECA}"/>
                  </a:ext>
                </a:extLst>
              </p:cNvPr>
              <p:cNvSpPr/>
              <p:nvPr/>
            </p:nvSpPr>
            <p:spPr>
              <a:xfrm>
                <a:off x="11715716" y="5240400"/>
                <a:ext cx="41703" cy="41460"/>
              </a:xfrm>
              <a:custGeom>
                <a:avLst/>
                <a:gdLst>
                  <a:gd name="connsiteX0" fmla="*/ 37705 w 41703"/>
                  <a:gd name="connsiteY0" fmla="*/ 0 h 41460"/>
                  <a:gd name="connsiteX1" fmla="*/ 3999 w 41703"/>
                  <a:gd name="connsiteY1" fmla="*/ 0 h 41460"/>
                  <a:gd name="connsiteX2" fmla="*/ 0 w 41703"/>
                  <a:gd name="connsiteY2" fmla="*/ 3976 h 41460"/>
                  <a:gd name="connsiteX3" fmla="*/ 0 w 41703"/>
                  <a:gd name="connsiteY3" fmla="*/ 37485 h 41460"/>
                  <a:gd name="connsiteX4" fmla="*/ 3999 w 41703"/>
                  <a:gd name="connsiteY4" fmla="*/ 41460 h 41460"/>
                  <a:gd name="connsiteX5" fmla="*/ 37705 w 41703"/>
                  <a:gd name="connsiteY5" fmla="*/ 41460 h 41460"/>
                  <a:gd name="connsiteX6" fmla="*/ 41704 w 41703"/>
                  <a:gd name="connsiteY6" fmla="*/ 37485 h 41460"/>
                  <a:gd name="connsiteX7" fmla="*/ 41704 w 41703"/>
                  <a:gd name="connsiteY7" fmla="*/ 3976 h 41460"/>
                  <a:gd name="connsiteX8" fmla="*/ 37705 w 41703"/>
                  <a:gd name="connsiteY8" fmla="*/ 0 h 414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1703" h="41460">
                    <a:moveTo>
                      <a:pt x="37705" y="0"/>
                    </a:moveTo>
                    <a:lnTo>
                      <a:pt x="3999" y="0"/>
                    </a:lnTo>
                    <a:cubicBezTo>
                      <a:pt x="1714" y="0"/>
                      <a:pt x="0" y="1704"/>
                      <a:pt x="0" y="3976"/>
                    </a:cubicBezTo>
                    <a:lnTo>
                      <a:pt x="0" y="37485"/>
                    </a:lnTo>
                    <a:cubicBezTo>
                      <a:pt x="0" y="39757"/>
                      <a:pt x="1714" y="41460"/>
                      <a:pt x="3999" y="41460"/>
                    </a:cubicBezTo>
                    <a:lnTo>
                      <a:pt x="37705" y="41460"/>
                    </a:lnTo>
                    <a:cubicBezTo>
                      <a:pt x="39990" y="41460"/>
                      <a:pt x="41704" y="39757"/>
                      <a:pt x="41704" y="37485"/>
                    </a:cubicBezTo>
                    <a:lnTo>
                      <a:pt x="41704" y="3976"/>
                    </a:lnTo>
                    <a:cubicBezTo>
                      <a:pt x="41704" y="1704"/>
                      <a:pt x="39990" y="0"/>
                      <a:pt x="3770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14" name="Freeform 13">
                <a:extLst>
                  <a:ext uri="{FF2B5EF4-FFF2-40B4-BE49-F238E27FC236}">
                    <a16:creationId xmlns:a16="http://schemas.microsoft.com/office/drawing/2014/main" id="{31FEC496-4A71-1AED-D980-E457CC1350CC}"/>
                  </a:ext>
                </a:extLst>
              </p:cNvPr>
              <p:cNvSpPr/>
              <p:nvPr/>
            </p:nvSpPr>
            <p:spPr>
              <a:xfrm>
                <a:off x="11768845" y="5240400"/>
                <a:ext cx="41703" cy="41460"/>
              </a:xfrm>
              <a:custGeom>
                <a:avLst/>
                <a:gdLst>
                  <a:gd name="connsiteX0" fmla="*/ 0 w 41703"/>
                  <a:gd name="connsiteY0" fmla="*/ 3976 h 41460"/>
                  <a:gd name="connsiteX1" fmla="*/ 0 w 41703"/>
                  <a:gd name="connsiteY1" fmla="*/ 37485 h 41460"/>
                  <a:gd name="connsiteX2" fmla="*/ 3999 w 41703"/>
                  <a:gd name="connsiteY2" fmla="*/ 41460 h 41460"/>
                  <a:gd name="connsiteX3" fmla="*/ 37705 w 41703"/>
                  <a:gd name="connsiteY3" fmla="*/ 41460 h 41460"/>
                  <a:gd name="connsiteX4" fmla="*/ 41704 w 41703"/>
                  <a:gd name="connsiteY4" fmla="*/ 37485 h 41460"/>
                  <a:gd name="connsiteX5" fmla="*/ 41704 w 41703"/>
                  <a:gd name="connsiteY5" fmla="*/ 3976 h 41460"/>
                  <a:gd name="connsiteX6" fmla="*/ 37705 w 41703"/>
                  <a:gd name="connsiteY6" fmla="*/ 0 h 41460"/>
                  <a:gd name="connsiteX7" fmla="*/ 3999 w 41703"/>
                  <a:gd name="connsiteY7" fmla="*/ 0 h 41460"/>
                  <a:gd name="connsiteX8" fmla="*/ 0 w 41703"/>
                  <a:gd name="connsiteY8" fmla="*/ 3976 h 414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1703" h="41460">
                    <a:moveTo>
                      <a:pt x="0" y="3976"/>
                    </a:moveTo>
                    <a:lnTo>
                      <a:pt x="0" y="37485"/>
                    </a:lnTo>
                    <a:cubicBezTo>
                      <a:pt x="0" y="39757"/>
                      <a:pt x="1714" y="41460"/>
                      <a:pt x="3999" y="41460"/>
                    </a:cubicBezTo>
                    <a:lnTo>
                      <a:pt x="37705" y="41460"/>
                    </a:lnTo>
                    <a:cubicBezTo>
                      <a:pt x="39990" y="41460"/>
                      <a:pt x="41704" y="39757"/>
                      <a:pt x="41704" y="37485"/>
                    </a:cubicBezTo>
                    <a:lnTo>
                      <a:pt x="41704" y="3976"/>
                    </a:lnTo>
                    <a:cubicBezTo>
                      <a:pt x="41704" y="1704"/>
                      <a:pt x="39990" y="0"/>
                      <a:pt x="37705" y="0"/>
                    </a:cubicBezTo>
                    <a:lnTo>
                      <a:pt x="3999" y="0"/>
                    </a:lnTo>
                    <a:cubicBezTo>
                      <a:pt x="1714" y="0"/>
                      <a:pt x="0" y="1704"/>
                      <a:pt x="0" y="3976"/>
                    </a:cubicBez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15" name="Freeform 14">
                <a:extLst>
                  <a:ext uri="{FF2B5EF4-FFF2-40B4-BE49-F238E27FC236}">
                    <a16:creationId xmlns:a16="http://schemas.microsoft.com/office/drawing/2014/main" id="{06C42964-D58E-5840-65B3-AD030F5B7A39}"/>
                  </a:ext>
                </a:extLst>
              </p:cNvPr>
              <p:cNvSpPr/>
              <p:nvPr/>
            </p:nvSpPr>
            <p:spPr>
              <a:xfrm>
                <a:off x="10243522" y="5497682"/>
                <a:ext cx="30277" cy="30101"/>
              </a:xfrm>
              <a:custGeom>
                <a:avLst/>
                <a:gdLst>
                  <a:gd name="connsiteX0" fmla="*/ 3999 w 30277"/>
                  <a:gd name="connsiteY0" fmla="*/ 30101 h 30101"/>
                  <a:gd name="connsiteX1" fmla="*/ 26279 w 30277"/>
                  <a:gd name="connsiteY1" fmla="*/ 30101 h 30101"/>
                  <a:gd name="connsiteX2" fmla="*/ 30278 w 30277"/>
                  <a:gd name="connsiteY2" fmla="*/ 26126 h 30101"/>
                  <a:gd name="connsiteX3" fmla="*/ 30278 w 30277"/>
                  <a:gd name="connsiteY3" fmla="*/ 3976 h 30101"/>
                  <a:gd name="connsiteX4" fmla="*/ 26279 w 30277"/>
                  <a:gd name="connsiteY4" fmla="*/ 0 h 30101"/>
                  <a:gd name="connsiteX5" fmla="*/ 3999 w 30277"/>
                  <a:gd name="connsiteY5" fmla="*/ 0 h 30101"/>
                  <a:gd name="connsiteX6" fmla="*/ 0 w 30277"/>
                  <a:gd name="connsiteY6" fmla="*/ 3976 h 30101"/>
                  <a:gd name="connsiteX7" fmla="*/ 0 w 30277"/>
                  <a:gd name="connsiteY7" fmla="*/ 26126 h 30101"/>
                  <a:gd name="connsiteX8" fmla="*/ 3999 w 30277"/>
                  <a:gd name="connsiteY8" fmla="*/ 30101 h 301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0277" h="30101">
                    <a:moveTo>
                      <a:pt x="3999" y="30101"/>
                    </a:moveTo>
                    <a:lnTo>
                      <a:pt x="26279" y="30101"/>
                    </a:lnTo>
                    <a:cubicBezTo>
                      <a:pt x="28564" y="30101"/>
                      <a:pt x="30278" y="28398"/>
                      <a:pt x="30278" y="26126"/>
                    </a:cubicBezTo>
                    <a:lnTo>
                      <a:pt x="30278" y="3976"/>
                    </a:lnTo>
                    <a:cubicBezTo>
                      <a:pt x="30278" y="1704"/>
                      <a:pt x="28564" y="0"/>
                      <a:pt x="26279" y="0"/>
                    </a:cubicBezTo>
                    <a:lnTo>
                      <a:pt x="3999" y="0"/>
                    </a:lnTo>
                    <a:cubicBezTo>
                      <a:pt x="1714" y="0"/>
                      <a:pt x="0" y="1704"/>
                      <a:pt x="0" y="3976"/>
                    </a:cubicBezTo>
                    <a:lnTo>
                      <a:pt x="0" y="26126"/>
                    </a:lnTo>
                    <a:cubicBezTo>
                      <a:pt x="0" y="28398"/>
                      <a:pt x="1714" y="30101"/>
                      <a:pt x="3999" y="30101"/>
                    </a:cubicBez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16" name="Freeform 15">
                <a:extLst>
                  <a:ext uri="{FF2B5EF4-FFF2-40B4-BE49-F238E27FC236}">
                    <a16:creationId xmlns:a16="http://schemas.microsoft.com/office/drawing/2014/main" id="{EA1D2E66-8E54-AFC7-9DBD-708DD105FF7D}"/>
                  </a:ext>
                </a:extLst>
              </p:cNvPr>
              <p:cNvSpPr/>
              <p:nvPr/>
            </p:nvSpPr>
            <p:spPr>
              <a:xfrm>
                <a:off x="10296080" y="5497682"/>
                <a:ext cx="30278" cy="30101"/>
              </a:xfrm>
              <a:custGeom>
                <a:avLst/>
                <a:gdLst>
                  <a:gd name="connsiteX0" fmla="*/ 3999 w 30278"/>
                  <a:gd name="connsiteY0" fmla="*/ 30101 h 30101"/>
                  <a:gd name="connsiteX1" fmla="*/ 26279 w 30278"/>
                  <a:gd name="connsiteY1" fmla="*/ 30101 h 30101"/>
                  <a:gd name="connsiteX2" fmla="*/ 30278 w 30278"/>
                  <a:gd name="connsiteY2" fmla="*/ 26126 h 30101"/>
                  <a:gd name="connsiteX3" fmla="*/ 30278 w 30278"/>
                  <a:gd name="connsiteY3" fmla="*/ 3976 h 30101"/>
                  <a:gd name="connsiteX4" fmla="*/ 26279 w 30278"/>
                  <a:gd name="connsiteY4" fmla="*/ 0 h 30101"/>
                  <a:gd name="connsiteX5" fmla="*/ 3999 w 30278"/>
                  <a:gd name="connsiteY5" fmla="*/ 0 h 30101"/>
                  <a:gd name="connsiteX6" fmla="*/ 0 w 30278"/>
                  <a:gd name="connsiteY6" fmla="*/ 3976 h 30101"/>
                  <a:gd name="connsiteX7" fmla="*/ 0 w 30278"/>
                  <a:gd name="connsiteY7" fmla="*/ 26126 h 30101"/>
                  <a:gd name="connsiteX8" fmla="*/ 3999 w 30278"/>
                  <a:gd name="connsiteY8" fmla="*/ 30101 h 301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0278" h="30101">
                    <a:moveTo>
                      <a:pt x="3999" y="30101"/>
                    </a:moveTo>
                    <a:lnTo>
                      <a:pt x="26279" y="30101"/>
                    </a:lnTo>
                    <a:cubicBezTo>
                      <a:pt x="28564" y="30101"/>
                      <a:pt x="30278" y="28398"/>
                      <a:pt x="30278" y="26126"/>
                    </a:cubicBezTo>
                    <a:lnTo>
                      <a:pt x="30278" y="3976"/>
                    </a:lnTo>
                    <a:cubicBezTo>
                      <a:pt x="30278" y="1704"/>
                      <a:pt x="28564" y="0"/>
                      <a:pt x="26279" y="0"/>
                    </a:cubicBezTo>
                    <a:lnTo>
                      <a:pt x="3999" y="0"/>
                    </a:lnTo>
                    <a:cubicBezTo>
                      <a:pt x="1714" y="0"/>
                      <a:pt x="0" y="1704"/>
                      <a:pt x="0" y="3976"/>
                    </a:cubicBezTo>
                    <a:lnTo>
                      <a:pt x="0" y="26126"/>
                    </a:lnTo>
                    <a:cubicBezTo>
                      <a:pt x="571" y="28398"/>
                      <a:pt x="2285" y="30101"/>
                      <a:pt x="3999" y="30101"/>
                    </a:cubicBez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17" name="Freeform 16">
                <a:extLst>
                  <a:ext uri="{FF2B5EF4-FFF2-40B4-BE49-F238E27FC236}">
                    <a16:creationId xmlns:a16="http://schemas.microsoft.com/office/drawing/2014/main" id="{3A1814C8-4330-F5C8-D9CC-0CFE1DAA7770}"/>
                  </a:ext>
                </a:extLst>
              </p:cNvPr>
              <p:cNvSpPr/>
              <p:nvPr/>
            </p:nvSpPr>
            <p:spPr>
              <a:xfrm>
                <a:off x="10023007" y="5246080"/>
                <a:ext cx="30277" cy="30101"/>
              </a:xfrm>
              <a:custGeom>
                <a:avLst/>
                <a:gdLst>
                  <a:gd name="connsiteX0" fmla="*/ 26279 w 30277"/>
                  <a:gd name="connsiteY0" fmla="*/ 0 h 30101"/>
                  <a:gd name="connsiteX1" fmla="*/ 3999 w 30277"/>
                  <a:gd name="connsiteY1" fmla="*/ 0 h 30101"/>
                  <a:gd name="connsiteX2" fmla="*/ 0 w 30277"/>
                  <a:gd name="connsiteY2" fmla="*/ 3976 h 30101"/>
                  <a:gd name="connsiteX3" fmla="*/ 0 w 30277"/>
                  <a:gd name="connsiteY3" fmla="*/ 26126 h 30101"/>
                  <a:gd name="connsiteX4" fmla="*/ 3999 w 30277"/>
                  <a:gd name="connsiteY4" fmla="*/ 30101 h 30101"/>
                  <a:gd name="connsiteX5" fmla="*/ 26279 w 30277"/>
                  <a:gd name="connsiteY5" fmla="*/ 30101 h 30101"/>
                  <a:gd name="connsiteX6" fmla="*/ 30278 w 30277"/>
                  <a:gd name="connsiteY6" fmla="*/ 26126 h 30101"/>
                  <a:gd name="connsiteX7" fmla="*/ 30278 w 30277"/>
                  <a:gd name="connsiteY7" fmla="*/ 3976 h 30101"/>
                  <a:gd name="connsiteX8" fmla="*/ 26279 w 30277"/>
                  <a:gd name="connsiteY8" fmla="*/ 0 h 301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0277" h="30101">
                    <a:moveTo>
                      <a:pt x="26279" y="0"/>
                    </a:moveTo>
                    <a:lnTo>
                      <a:pt x="3999" y="0"/>
                    </a:lnTo>
                    <a:cubicBezTo>
                      <a:pt x="1714" y="0"/>
                      <a:pt x="0" y="1704"/>
                      <a:pt x="0" y="3976"/>
                    </a:cubicBezTo>
                    <a:lnTo>
                      <a:pt x="0" y="26126"/>
                    </a:lnTo>
                    <a:cubicBezTo>
                      <a:pt x="0" y="28398"/>
                      <a:pt x="1714" y="30101"/>
                      <a:pt x="3999" y="30101"/>
                    </a:cubicBezTo>
                    <a:lnTo>
                      <a:pt x="26279" y="30101"/>
                    </a:lnTo>
                    <a:cubicBezTo>
                      <a:pt x="28564" y="30101"/>
                      <a:pt x="30278" y="28398"/>
                      <a:pt x="30278" y="26126"/>
                    </a:cubicBezTo>
                    <a:lnTo>
                      <a:pt x="30278" y="3976"/>
                    </a:lnTo>
                    <a:cubicBezTo>
                      <a:pt x="29707" y="1704"/>
                      <a:pt x="27993" y="0"/>
                      <a:pt x="2627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18" name="Freeform 17">
                <a:extLst>
                  <a:ext uri="{FF2B5EF4-FFF2-40B4-BE49-F238E27FC236}">
                    <a16:creationId xmlns:a16="http://schemas.microsoft.com/office/drawing/2014/main" id="{7D4F11CB-266E-8B0F-A260-0EADD131593A}"/>
                  </a:ext>
                </a:extLst>
              </p:cNvPr>
              <p:cNvSpPr/>
              <p:nvPr/>
            </p:nvSpPr>
            <p:spPr>
              <a:xfrm>
                <a:off x="10075565" y="5246080"/>
                <a:ext cx="30277" cy="30101"/>
              </a:xfrm>
              <a:custGeom>
                <a:avLst/>
                <a:gdLst>
                  <a:gd name="connsiteX0" fmla="*/ 26279 w 30277"/>
                  <a:gd name="connsiteY0" fmla="*/ 0 h 30101"/>
                  <a:gd name="connsiteX1" fmla="*/ 3999 w 30277"/>
                  <a:gd name="connsiteY1" fmla="*/ 0 h 30101"/>
                  <a:gd name="connsiteX2" fmla="*/ 0 w 30277"/>
                  <a:gd name="connsiteY2" fmla="*/ 3976 h 30101"/>
                  <a:gd name="connsiteX3" fmla="*/ 0 w 30277"/>
                  <a:gd name="connsiteY3" fmla="*/ 26126 h 30101"/>
                  <a:gd name="connsiteX4" fmla="*/ 3999 w 30277"/>
                  <a:gd name="connsiteY4" fmla="*/ 30101 h 30101"/>
                  <a:gd name="connsiteX5" fmla="*/ 26279 w 30277"/>
                  <a:gd name="connsiteY5" fmla="*/ 30101 h 30101"/>
                  <a:gd name="connsiteX6" fmla="*/ 30278 w 30277"/>
                  <a:gd name="connsiteY6" fmla="*/ 26126 h 30101"/>
                  <a:gd name="connsiteX7" fmla="*/ 30278 w 30277"/>
                  <a:gd name="connsiteY7" fmla="*/ 3976 h 30101"/>
                  <a:gd name="connsiteX8" fmla="*/ 26279 w 30277"/>
                  <a:gd name="connsiteY8" fmla="*/ 0 h 301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0277" h="30101">
                    <a:moveTo>
                      <a:pt x="26279" y="0"/>
                    </a:moveTo>
                    <a:lnTo>
                      <a:pt x="3999" y="0"/>
                    </a:lnTo>
                    <a:cubicBezTo>
                      <a:pt x="1714" y="0"/>
                      <a:pt x="0" y="1704"/>
                      <a:pt x="0" y="3976"/>
                    </a:cubicBezTo>
                    <a:lnTo>
                      <a:pt x="0" y="26126"/>
                    </a:lnTo>
                    <a:cubicBezTo>
                      <a:pt x="0" y="28398"/>
                      <a:pt x="1714" y="30101"/>
                      <a:pt x="3999" y="30101"/>
                    </a:cubicBezTo>
                    <a:lnTo>
                      <a:pt x="26279" y="30101"/>
                    </a:lnTo>
                    <a:cubicBezTo>
                      <a:pt x="28564" y="30101"/>
                      <a:pt x="30278" y="28398"/>
                      <a:pt x="30278" y="26126"/>
                    </a:cubicBezTo>
                    <a:lnTo>
                      <a:pt x="30278" y="3976"/>
                    </a:lnTo>
                    <a:cubicBezTo>
                      <a:pt x="29707" y="1704"/>
                      <a:pt x="27993" y="0"/>
                      <a:pt x="2627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</p:grpSp>
      </p:grpSp>
      <p:sp>
        <p:nvSpPr>
          <p:cNvPr id="29" name="TextBox 28">
            <a:extLst>
              <a:ext uri="{FF2B5EF4-FFF2-40B4-BE49-F238E27FC236}">
                <a16:creationId xmlns:a16="http://schemas.microsoft.com/office/drawing/2014/main" id="{93EE54A2-EF75-5C3F-C967-F46369355B0C}"/>
              </a:ext>
            </a:extLst>
          </p:cNvPr>
          <p:cNvSpPr txBox="1"/>
          <p:nvPr/>
        </p:nvSpPr>
        <p:spPr>
          <a:xfrm>
            <a:off x="5471133" y="3703369"/>
            <a:ext cx="5486400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 rtl="1"/>
            <a:r>
              <a:rPr lang="ar-SA" sz="4000" b="1" dirty="0">
                <a:solidFill>
                  <a:schemeClr val="bg1"/>
                </a:solidFill>
                <a:latin typeface="IBM Plex Sans Arabic" panose="020B0803050203000203" pitchFamily="34" charset="-78"/>
                <a:cs typeface="IBM Plex Sans Arabic" panose="020B0803050203000203" pitchFamily="34" charset="-78"/>
              </a:rPr>
              <a:t>ايقونات</a:t>
            </a:r>
            <a:endParaRPr lang="en-SA" sz="4000" b="1" dirty="0">
              <a:solidFill>
                <a:schemeClr val="bg1"/>
              </a:solidFill>
              <a:latin typeface="IBM Plex Sans Arabic" panose="020B0803050203000203" pitchFamily="34" charset="-78"/>
              <a:cs typeface="IBM Plex Sans Arabic" panose="020B0803050203000203" pitchFamily="34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3535585601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 5"/>
          <p:cNvSpPr>
            <a:spLocks/>
          </p:cNvSpPr>
          <p:nvPr/>
        </p:nvSpPr>
        <p:spPr bwMode="auto">
          <a:xfrm>
            <a:off x="806718" y="1394327"/>
            <a:ext cx="218271" cy="226915"/>
          </a:xfrm>
          <a:custGeom>
            <a:avLst/>
            <a:gdLst>
              <a:gd name="T0" fmla="*/ 152 w 152"/>
              <a:gd name="T1" fmla="*/ 6 h 158"/>
              <a:gd name="T2" fmla="*/ 148 w 152"/>
              <a:gd name="T3" fmla="*/ 13 h 158"/>
              <a:gd name="T4" fmla="*/ 88 w 152"/>
              <a:gd name="T5" fmla="*/ 73 h 158"/>
              <a:gd name="T6" fmla="*/ 88 w 152"/>
              <a:gd name="T7" fmla="*/ 146 h 158"/>
              <a:gd name="T8" fmla="*/ 118 w 152"/>
              <a:gd name="T9" fmla="*/ 146 h 158"/>
              <a:gd name="T10" fmla="*/ 122 w 152"/>
              <a:gd name="T11" fmla="*/ 147 h 158"/>
              <a:gd name="T12" fmla="*/ 124 w 152"/>
              <a:gd name="T13" fmla="*/ 152 h 158"/>
              <a:gd name="T14" fmla="*/ 122 w 152"/>
              <a:gd name="T15" fmla="*/ 156 h 158"/>
              <a:gd name="T16" fmla="*/ 118 w 152"/>
              <a:gd name="T17" fmla="*/ 158 h 158"/>
              <a:gd name="T18" fmla="*/ 33 w 152"/>
              <a:gd name="T19" fmla="*/ 158 h 158"/>
              <a:gd name="T20" fmla="*/ 29 w 152"/>
              <a:gd name="T21" fmla="*/ 156 h 158"/>
              <a:gd name="T22" fmla="*/ 27 w 152"/>
              <a:gd name="T23" fmla="*/ 152 h 158"/>
              <a:gd name="T24" fmla="*/ 29 w 152"/>
              <a:gd name="T25" fmla="*/ 147 h 158"/>
              <a:gd name="T26" fmla="*/ 33 w 152"/>
              <a:gd name="T27" fmla="*/ 146 h 158"/>
              <a:gd name="T28" fmla="*/ 64 w 152"/>
              <a:gd name="T29" fmla="*/ 146 h 158"/>
              <a:gd name="T30" fmla="*/ 64 w 152"/>
              <a:gd name="T31" fmla="*/ 73 h 158"/>
              <a:gd name="T32" fmla="*/ 4 w 152"/>
              <a:gd name="T33" fmla="*/ 13 h 158"/>
              <a:gd name="T34" fmla="*/ 0 w 152"/>
              <a:gd name="T35" fmla="*/ 6 h 158"/>
              <a:gd name="T36" fmla="*/ 1 w 152"/>
              <a:gd name="T37" fmla="*/ 2 h 158"/>
              <a:gd name="T38" fmla="*/ 5 w 152"/>
              <a:gd name="T39" fmla="*/ 1 h 158"/>
              <a:gd name="T40" fmla="*/ 9 w 152"/>
              <a:gd name="T41" fmla="*/ 0 h 158"/>
              <a:gd name="T42" fmla="*/ 142 w 152"/>
              <a:gd name="T43" fmla="*/ 0 h 158"/>
              <a:gd name="T44" fmla="*/ 146 w 152"/>
              <a:gd name="T45" fmla="*/ 1 h 158"/>
              <a:gd name="T46" fmla="*/ 150 w 152"/>
              <a:gd name="T47" fmla="*/ 2 h 158"/>
              <a:gd name="T48" fmla="*/ 152 w 152"/>
              <a:gd name="T49" fmla="*/ 6 h 1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52" h="158">
                <a:moveTo>
                  <a:pt x="152" y="6"/>
                </a:moveTo>
                <a:cubicBezTo>
                  <a:pt x="152" y="8"/>
                  <a:pt x="150" y="11"/>
                  <a:pt x="148" y="13"/>
                </a:cubicBezTo>
                <a:cubicBezTo>
                  <a:pt x="88" y="73"/>
                  <a:pt x="88" y="73"/>
                  <a:pt x="88" y="73"/>
                </a:cubicBezTo>
                <a:cubicBezTo>
                  <a:pt x="88" y="146"/>
                  <a:pt x="88" y="146"/>
                  <a:pt x="88" y="146"/>
                </a:cubicBezTo>
                <a:cubicBezTo>
                  <a:pt x="118" y="146"/>
                  <a:pt x="118" y="146"/>
                  <a:pt x="118" y="146"/>
                </a:cubicBezTo>
                <a:cubicBezTo>
                  <a:pt x="120" y="146"/>
                  <a:pt x="121" y="146"/>
                  <a:pt x="122" y="147"/>
                </a:cubicBezTo>
                <a:cubicBezTo>
                  <a:pt x="123" y="149"/>
                  <a:pt x="124" y="150"/>
                  <a:pt x="124" y="152"/>
                </a:cubicBezTo>
                <a:cubicBezTo>
                  <a:pt x="124" y="153"/>
                  <a:pt x="123" y="155"/>
                  <a:pt x="122" y="156"/>
                </a:cubicBezTo>
                <a:cubicBezTo>
                  <a:pt x="121" y="157"/>
                  <a:pt x="120" y="158"/>
                  <a:pt x="118" y="158"/>
                </a:cubicBezTo>
                <a:cubicBezTo>
                  <a:pt x="33" y="158"/>
                  <a:pt x="33" y="158"/>
                  <a:pt x="33" y="158"/>
                </a:cubicBezTo>
                <a:cubicBezTo>
                  <a:pt x="32" y="158"/>
                  <a:pt x="30" y="157"/>
                  <a:pt x="29" y="156"/>
                </a:cubicBezTo>
                <a:cubicBezTo>
                  <a:pt x="28" y="155"/>
                  <a:pt x="27" y="153"/>
                  <a:pt x="27" y="152"/>
                </a:cubicBezTo>
                <a:cubicBezTo>
                  <a:pt x="27" y="150"/>
                  <a:pt x="28" y="149"/>
                  <a:pt x="29" y="147"/>
                </a:cubicBezTo>
                <a:cubicBezTo>
                  <a:pt x="30" y="146"/>
                  <a:pt x="32" y="146"/>
                  <a:pt x="33" y="146"/>
                </a:cubicBezTo>
                <a:cubicBezTo>
                  <a:pt x="64" y="146"/>
                  <a:pt x="64" y="146"/>
                  <a:pt x="64" y="146"/>
                </a:cubicBezTo>
                <a:cubicBezTo>
                  <a:pt x="64" y="73"/>
                  <a:pt x="64" y="73"/>
                  <a:pt x="64" y="73"/>
                </a:cubicBezTo>
                <a:cubicBezTo>
                  <a:pt x="4" y="13"/>
                  <a:pt x="4" y="13"/>
                  <a:pt x="4" y="13"/>
                </a:cubicBezTo>
                <a:cubicBezTo>
                  <a:pt x="1" y="11"/>
                  <a:pt x="0" y="8"/>
                  <a:pt x="0" y="6"/>
                </a:cubicBezTo>
                <a:cubicBezTo>
                  <a:pt x="0" y="4"/>
                  <a:pt x="0" y="3"/>
                  <a:pt x="1" y="2"/>
                </a:cubicBezTo>
                <a:cubicBezTo>
                  <a:pt x="3" y="2"/>
                  <a:pt x="4" y="1"/>
                  <a:pt x="5" y="1"/>
                </a:cubicBezTo>
                <a:cubicBezTo>
                  <a:pt x="6" y="0"/>
                  <a:pt x="8" y="0"/>
                  <a:pt x="9" y="0"/>
                </a:cubicBezTo>
                <a:cubicBezTo>
                  <a:pt x="142" y="0"/>
                  <a:pt x="142" y="0"/>
                  <a:pt x="142" y="0"/>
                </a:cubicBezTo>
                <a:cubicBezTo>
                  <a:pt x="144" y="0"/>
                  <a:pt x="145" y="0"/>
                  <a:pt x="146" y="1"/>
                </a:cubicBezTo>
                <a:cubicBezTo>
                  <a:pt x="148" y="1"/>
                  <a:pt x="149" y="2"/>
                  <a:pt x="150" y="2"/>
                </a:cubicBezTo>
                <a:cubicBezTo>
                  <a:pt x="151" y="3"/>
                  <a:pt x="152" y="4"/>
                  <a:pt x="152" y="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4" name="Freeform 6"/>
          <p:cNvSpPr>
            <a:spLocks/>
          </p:cNvSpPr>
          <p:nvPr/>
        </p:nvSpPr>
        <p:spPr bwMode="auto">
          <a:xfrm>
            <a:off x="1100627" y="1394327"/>
            <a:ext cx="207464" cy="226915"/>
          </a:xfrm>
          <a:custGeom>
            <a:avLst/>
            <a:gdLst>
              <a:gd name="T0" fmla="*/ 145 w 145"/>
              <a:gd name="T1" fmla="*/ 9 h 158"/>
              <a:gd name="T2" fmla="*/ 145 w 145"/>
              <a:gd name="T3" fmla="*/ 115 h 158"/>
              <a:gd name="T4" fmla="*/ 142 w 145"/>
              <a:gd name="T5" fmla="*/ 124 h 158"/>
              <a:gd name="T6" fmla="*/ 134 w 145"/>
              <a:gd name="T7" fmla="*/ 129 h 158"/>
              <a:gd name="T8" fmla="*/ 124 w 145"/>
              <a:gd name="T9" fmla="*/ 132 h 158"/>
              <a:gd name="T10" fmla="*/ 115 w 145"/>
              <a:gd name="T11" fmla="*/ 133 h 158"/>
              <a:gd name="T12" fmla="*/ 106 w 145"/>
              <a:gd name="T13" fmla="*/ 132 h 158"/>
              <a:gd name="T14" fmla="*/ 96 w 145"/>
              <a:gd name="T15" fmla="*/ 129 h 158"/>
              <a:gd name="T16" fmla="*/ 88 w 145"/>
              <a:gd name="T17" fmla="*/ 124 h 158"/>
              <a:gd name="T18" fmla="*/ 85 w 145"/>
              <a:gd name="T19" fmla="*/ 115 h 158"/>
              <a:gd name="T20" fmla="*/ 88 w 145"/>
              <a:gd name="T21" fmla="*/ 107 h 158"/>
              <a:gd name="T22" fmla="*/ 96 w 145"/>
              <a:gd name="T23" fmla="*/ 101 h 158"/>
              <a:gd name="T24" fmla="*/ 106 w 145"/>
              <a:gd name="T25" fmla="*/ 98 h 158"/>
              <a:gd name="T26" fmla="*/ 115 w 145"/>
              <a:gd name="T27" fmla="*/ 97 h 158"/>
              <a:gd name="T28" fmla="*/ 133 w 145"/>
              <a:gd name="T29" fmla="*/ 101 h 158"/>
              <a:gd name="T30" fmla="*/ 133 w 145"/>
              <a:gd name="T31" fmla="*/ 50 h 158"/>
              <a:gd name="T32" fmla="*/ 61 w 145"/>
              <a:gd name="T33" fmla="*/ 72 h 158"/>
              <a:gd name="T34" fmla="*/ 61 w 145"/>
              <a:gd name="T35" fmla="*/ 140 h 158"/>
              <a:gd name="T36" fmla="*/ 57 w 145"/>
              <a:gd name="T37" fmla="*/ 148 h 158"/>
              <a:gd name="T38" fmla="*/ 49 w 145"/>
              <a:gd name="T39" fmla="*/ 154 h 158"/>
              <a:gd name="T40" fmla="*/ 39 w 145"/>
              <a:gd name="T41" fmla="*/ 157 h 158"/>
              <a:gd name="T42" fmla="*/ 30 w 145"/>
              <a:gd name="T43" fmla="*/ 158 h 158"/>
              <a:gd name="T44" fmla="*/ 21 w 145"/>
              <a:gd name="T45" fmla="*/ 157 h 158"/>
              <a:gd name="T46" fmla="*/ 11 w 145"/>
              <a:gd name="T47" fmla="*/ 154 h 158"/>
              <a:gd name="T48" fmla="*/ 3 w 145"/>
              <a:gd name="T49" fmla="*/ 148 h 158"/>
              <a:gd name="T50" fmla="*/ 0 w 145"/>
              <a:gd name="T51" fmla="*/ 140 h 158"/>
              <a:gd name="T52" fmla="*/ 3 w 145"/>
              <a:gd name="T53" fmla="*/ 131 h 158"/>
              <a:gd name="T54" fmla="*/ 11 w 145"/>
              <a:gd name="T55" fmla="*/ 125 h 158"/>
              <a:gd name="T56" fmla="*/ 21 w 145"/>
              <a:gd name="T57" fmla="*/ 122 h 158"/>
              <a:gd name="T58" fmla="*/ 30 w 145"/>
              <a:gd name="T59" fmla="*/ 121 h 158"/>
              <a:gd name="T60" fmla="*/ 48 w 145"/>
              <a:gd name="T61" fmla="*/ 125 h 158"/>
              <a:gd name="T62" fmla="*/ 48 w 145"/>
              <a:gd name="T63" fmla="*/ 34 h 158"/>
              <a:gd name="T64" fmla="*/ 50 w 145"/>
              <a:gd name="T65" fmla="*/ 28 h 158"/>
              <a:gd name="T66" fmla="*/ 55 w 145"/>
              <a:gd name="T67" fmla="*/ 25 h 158"/>
              <a:gd name="T68" fmla="*/ 134 w 145"/>
              <a:gd name="T69" fmla="*/ 1 h 158"/>
              <a:gd name="T70" fmla="*/ 136 w 145"/>
              <a:gd name="T71" fmla="*/ 0 h 158"/>
              <a:gd name="T72" fmla="*/ 143 w 145"/>
              <a:gd name="T73" fmla="*/ 3 h 158"/>
              <a:gd name="T74" fmla="*/ 145 w 145"/>
              <a:gd name="T75" fmla="*/ 9 h 1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45" h="158">
                <a:moveTo>
                  <a:pt x="145" y="9"/>
                </a:moveTo>
                <a:cubicBezTo>
                  <a:pt x="145" y="115"/>
                  <a:pt x="145" y="115"/>
                  <a:pt x="145" y="115"/>
                </a:cubicBezTo>
                <a:cubicBezTo>
                  <a:pt x="145" y="118"/>
                  <a:pt x="144" y="121"/>
                  <a:pt x="142" y="124"/>
                </a:cubicBezTo>
                <a:cubicBezTo>
                  <a:pt x="140" y="126"/>
                  <a:pt x="137" y="128"/>
                  <a:pt x="134" y="129"/>
                </a:cubicBezTo>
                <a:cubicBezTo>
                  <a:pt x="131" y="131"/>
                  <a:pt x="127" y="132"/>
                  <a:pt x="124" y="132"/>
                </a:cubicBezTo>
                <a:cubicBezTo>
                  <a:pt x="121" y="133"/>
                  <a:pt x="118" y="133"/>
                  <a:pt x="115" y="133"/>
                </a:cubicBezTo>
                <a:cubicBezTo>
                  <a:pt x="112" y="133"/>
                  <a:pt x="109" y="133"/>
                  <a:pt x="106" y="132"/>
                </a:cubicBezTo>
                <a:cubicBezTo>
                  <a:pt x="103" y="132"/>
                  <a:pt x="99" y="131"/>
                  <a:pt x="96" y="129"/>
                </a:cubicBezTo>
                <a:cubicBezTo>
                  <a:pt x="93" y="128"/>
                  <a:pt x="90" y="126"/>
                  <a:pt x="88" y="124"/>
                </a:cubicBezTo>
                <a:cubicBezTo>
                  <a:pt x="86" y="121"/>
                  <a:pt x="85" y="118"/>
                  <a:pt x="85" y="115"/>
                </a:cubicBezTo>
                <a:cubicBezTo>
                  <a:pt x="85" y="112"/>
                  <a:pt x="86" y="109"/>
                  <a:pt x="88" y="107"/>
                </a:cubicBezTo>
                <a:cubicBezTo>
                  <a:pt x="90" y="104"/>
                  <a:pt x="93" y="103"/>
                  <a:pt x="96" y="101"/>
                </a:cubicBezTo>
                <a:cubicBezTo>
                  <a:pt x="99" y="100"/>
                  <a:pt x="103" y="99"/>
                  <a:pt x="106" y="98"/>
                </a:cubicBezTo>
                <a:cubicBezTo>
                  <a:pt x="109" y="97"/>
                  <a:pt x="112" y="97"/>
                  <a:pt x="115" y="97"/>
                </a:cubicBezTo>
                <a:cubicBezTo>
                  <a:pt x="122" y="97"/>
                  <a:pt x="128" y="98"/>
                  <a:pt x="133" y="101"/>
                </a:cubicBezTo>
                <a:cubicBezTo>
                  <a:pt x="133" y="50"/>
                  <a:pt x="133" y="50"/>
                  <a:pt x="133" y="50"/>
                </a:cubicBezTo>
                <a:cubicBezTo>
                  <a:pt x="61" y="72"/>
                  <a:pt x="61" y="72"/>
                  <a:pt x="61" y="72"/>
                </a:cubicBezTo>
                <a:cubicBezTo>
                  <a:pt x="61" y="140"/>
                  <a:pt x="61" y="140"/>
                  <a:pt x="61" y="140"/>
                </a:cubicBezTo>
                <a:cubicBezTo>
                  <a:pt x="61" y="143"/>
                  <a:pt x="59" y="145"/>
                  <a:pt x="57" y="148"/>
                </a:cubicBezTo>
                <a:cubicBezTo>
                  <a:pt x="55" y="150"/>
                  <a:pt x="52" y="152"/>
                  <a:pt x="49" y="154"/>
                </a:cubicBezTo>
                <a:cubicBezTo>
                  <a:pt x="46" y="155"/>
                  <a:pt x="43" y="156"/>
                  <a:pt x="39" y="157"/>
                </a:cubicBezTo>
                <a:cubicBezTo>
                  <a:pt x="36" y="157"/>
                  <a:pt x="33" y="158"/>
                  <a:pt x="30" y="158"/>
                </a:cubicBezTo>
                <a:cubicBezTo>
                  <a:pt x="27" y="158"/>
                  <a:pt x="24" y="157"/>
                  <a:pt x="21" y="157"/>
                </a:cubicBezTo>
                <a:cubicBezTo>
                  <a:pt x="18" y="156"/>
                  <a:pt x="15" y="155"/>
                  <a:pt x="11" y="154"/>
                </a:cubicBezTo>
                <a:cubicBezTo>
                  <a:pt x="8" y="152"/>
                  <a:pt x="5" y="150"/>
                  <a:pt x="3" y="148"/>
                </a:cubicBezTo>
                <a:cubicBezTo>
                  <a:pt x="1" y="145"/>
                  <a:pt x="0" y="143"/>
                  <a:pt x="0" y="140"/>
                </a:cubicBezTo>
                <a:cubicBezTo>
                  <a:pt x="0" y="136"/>
                  <a:pt x="1" y="134"/>
                  <a:pt x="3" y="131"/>
                </a:cubicBezTo>
                <a:cubicBezTo>
                  <a:pt x="5" y="129"/>
                  <a:pt x="8" y="127"/>
                  <a:pt x="11" y="125"/>
                </a:cubicBezTo>
                <a:cubicBezTo>
                  <a:pt x="15" y="124"/>
                  <a:pt x="18" y="123"/>
                  <a:pt x="21" y="122"/>
                </a:cubicBezTo>
                <a:cubicBezTo>
                  <a:pt x="24" y="122"/>
                  <a:pt x="27" y="121"/>
                  <a:pt x="30" y="121"/>
                </a:cubicBezTo>
                <a:cubicBezTo>
                  <a:pt x="37" y="121"/>
                  <a:pt x="43" y="123"/>
                  <a:pt x="48" y="125"/>
                </a:cubicBezTo>
                <a:cubicBezTo>
                  <a:pt x="48" y="34"/>
                  <a:pt x="48" y="34"/>
                  <a:pt x="48" y="34"/>
                </a:cubicBezTo>
                <a:cubicBezTo>
                  <a:pt x="48" y="32"/>
                  <a:pt x="49" y="30"/>
                  <a:pt x="50" y="28"/>
                </a:cubicBezTo>
                <a:cubicBezTo>
                  <a:pt x="51" y="27"/>
                  <a:pt x="53" y="26"/>
                  <a:pt x="55" y="25"/>
                </a:cubicBezTo>
                <a:cubicBezTo>
                  <a:pt x="134" y="1"/>
                  <a:pt x="134" y="1"/>
                  <a:pt x="134" y="1"/>
                </a:cubicBezTo>
                <a:cubicBezTo>
                  <a:pt x="134" y="0"/>
                  <a:pt x="135" y="0"/>
                  <a:pt x="136" y="0"/>
                </a:cubicBezTo>
                <a:cubicBezTo>
                  <a:pt x="139" y="0"/>
                  <a:pt x="141" y="1"/>
                  <a:pt x="143" y="3"/>
                </a:cubicBezTo>
                <a:cubicBezTo>
                  <a:pt x="144" y="5"/>
                  <a:pt x="145" y="7"/>
                  <a:pt x="145" y="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5" name="Freeform 7"/>
          <p:cNvSpPr>
            <a:spLocks noEditPoints="1"/>
          </p:cNvSpPr>
          <p:nvPr/>
        </p:nvSpPr>
        <p:spPr bwMode="auto">
          <a:xfrm>
            <a:off x="1372924" y="1394327"/>
            <a:ext cx="224755" cy="226915"/>
          </a:xfrm>
          <a:custGeom>
            <a:avLst/>
            <a:gdLst>
              <a:gd name="T0" fmla="*/ 157 w 157"/>
              <a:gd name="T1" fmla="*/ 146 h 158"/>
              <a:gd name="T2" fmla="*/ 154 w 157"/>
              <a:gd name="T3" fmla="*/ 154 h 158"/>
              <a:gd name="T4" fmla="*/ 145 w 157"/>
              <a:gd name="T5" fmla="*/ 158 h 158"/>
              <a:gd name="T6" fmla="*/ 137 w 157"/>
              <a:gd name="T7" fmla="*/ 154 h 158"/>
              <a:gd name="T8" fmla="*/ 104 w 157"/>
              <a:gd name="T9" fmla="*/ 122 h 158"/>
              <a:gd name="T10" fmla="*/ 66 w 157"/>
              <a:gd name="T11" fmla="*/ 133 h 158"/>
              <a:gd name="T12" fmla="*/ 41 w 157"/>
              <a:gd name="T13" fmla="*/ 128 h 158"/>
              <a:gd name="T14" fmla="*/ 19 w 157"/>
              <a:gd name="T15" fmla="*/ 114 h 158"/>
              <a:gd name="T16" fmla="*/ 5 w 157"/>
              <a:gd name="T17" fmla="*/ 93 h 158"/>
              <a:gd name="T18" fmla="*/ 0 w 157"/>
              <a:gd name="T19" fmla="*/ 67 h 158"/>
              <a:gd name="T20" fmla="*/ 5 w 157"/>
              <a:gd name="T21" fmla="*/ 41 h 158"/>
              <a:gd name="T22" fmla="*/ 19 w 157"/>
              <a:gd name="T23" fmla="*/ 20 h 158"/>
              <a:gd name="T24" fmla="*/ 41 w 157"/>
              <a:gd name="T25" fmla="*/ 6 h 158"/>
              <a:gd name="T26" fmla="*/ 66 w 157"/>
              <a:gd name="T27" fmla="*/ 0 h 158"/>
              <a:gd name="T28" fmla="*/ 92 w 157"/>
              <a:gd name="T29" fmla="*/ 6 h 158"/>
              <a:gd name="T30" fmla="*/ 114 w 157"/>
              <a:gd name="T31" fmla="*/ 20 h 158"/>
              <a:gd name="T32" fmla="*/ 128 w 157"/>
              <a:gd name="T33" fmla="*/ 41 h 158"/>
              <a:gd name="T34" fmla="*/ 133 w 157"/>
              <a:gd name="T35" fmla="*/ 67 h 158"/>
              <a:gd name="T36" fmla="*/ 121 w 157"/>
              <a:gd name="T37" fmla="*/ 105 h 158"/>
              <a:gd name="T38" fmla="*/ 154 w 157"/>
              <a:gd name="T39" fmla="*/ 137 h 158"/>
              <a:gd name="T40" fmla="*/ 157 w 157"/>
              <a:gd name="T41" fmla="*/ 146 h 158"/>
              <a:gd name="T42" fmla="*/ 96 w 157"/>
              <a:gd name="T43" fmla="*/ 97 h 158"/>
              <a:gd name="T44" fmla="*/ 109 w 157"/>
              <a:gd name="T45" fmla="*/ 67 h 158"/>
              <a:gd name="T46" fmla="*/ 96 w 157"/>
              <a:gd name="T47" fmla="*/ 37 h 158"/>
              <a:gd name="T48" fmla="*/ 66 w 157"/>
              <a:gd name="T49" fmla="*/ 25 h 158"/>
              <a:gd name="T50" fmla="*/ 37 w 157"/>
              <a:gd name="T51" fmla="*/ 37 h 158"/>
              <a:gd name="T52" fmla="*/ 24 w 157"/>
              <a:gd name="T53" fmla="*/ 67 h 158"/>
              <a:gd name="T54" fmla="*/ 37 w 157"/>
              <a:gd name="T55" fmla="*/ 97 h 158"/>
              <a:gd name="T56" fmla="*/ 66 w 157"/>
              <a:gd name="T57" fmla="*/ 109 h 158"/>
              <a:gd name="T58" fmla="*/ 96 w 157"/>
              <a:gd name="T59" fmla="*/ 97 h 1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57" h="158">
                <a:moveTo>
                  <a:pt x="157" y="146"/>
                </a:moveTo>
                <a:cubicBezTo>
                  <a:pt x="157" y="149"/>
                  <a:pt x="156" y="152"/>
                  <a:pt x="154" y="154"/>
                </a:cubicBezTo>
                <a:cubicBezTo>
                  <a:pt x="151" y="156"/>
                  <a:pt x="148" y="158"/>
                  <a:pt x="145" y="158"/>
                </a:cubicBezTo>
                <a:cubicBezTo>
                  <a:pt x="142" y="158"/>
                  <a:pt x="139" y="156"/>
                  <a:pt x="137" y="154"/>
                </a:cubicBezTo>
                <a:cubicBezTo>
                  <a:pt x="104" y="122"/>
                  <a:pt x="104" y="122"/>
                  <a:pt x="104" y="122"/>
                </a:cubicBezTo>
                <a:cubicBezTo>
                  <a:pt x="93" y="130"/>
                  <a:pt x="80" y="133"/>
                  <a:pt x="66" y="133"/>
                </a:cubicBezTo>
                <a:cubicBezTo>
                  <a:pt x="57" y="133"/>
                  <a:pt x="49" y="132"/>
                  <a:pt x="41" y="128"/>
                </a:cubicBezTo>
                <a:cubicBezTo>
                  <a:pt x="32" y="125"/>
                  <a:pt x="25" y="120"/>
                  <a:pt x="19" y="114"/>
                </a:cubicBezTo>
                <a:cubicBezTo>
                  <a:pt x="13" y="108"/>
                  <a:pt x="9" y="101"/>
                  <a:pt x="5" y="93"/>
                </a:cubicBezTo>
                <a:cubicBezTo>
                  <a:pt x="2" y="85"/>
                  <a:pt x="0" y="76"/>
                  <a:pt x="0" y="67"/>
                </a:cubicBezTo>
                <a:cubicBezTo>
                  <a:pt x="0" y="58"/>
                  <a:pt x="2" y="49"/>
                  <a:pt x="5" y="41"/>
                </a:cubicBezTo>
                <a:cubicBezTo>
                  <a:pt x="9" y="33"/>
                  <a:pt x="13" y="26"/>
                  <a:pt x="19" y="20"/>
                </a:cubicBezTo>
                <a:cubicBezTo>
                  <a:pt x="25" y="14"/>
                  <a:pt x="32" y="9"/>
                  <a:pt x="41" y="6"/>
                </a:cubicBezTo>
                <a:cubicBezTo>
                  <a:pt x="49" y="2"/>
                  <a:pt x="57" y="0"/>
                  <a:pt x="66" y="0"/>
                </a:cubicBezTo>
                <a:cubicBezTo>
                  <a:pt x="75" y="0"/>
                  <a:pt x="84" y="2"/>
                  <a:pt x="92" y="6"/>
                </a:cubicBezTo>
                <a:cubicBezTo>
                  <a:pt x="101" y="9"/>
                  <a:pt x="108" y="14"/>
                  <a:pt x="114" y="20"/>
                </a:cubicBezTo>
                <a:cubicBezTo>
                  <a:pt x="120" y="26"/>
                  <a:pt x="124" y="33"/>
                  <a:pt x="128" y="41"/>
                </a:cubicBezTo>
                <a:cubicBezTo>
                  <a:pt x="131" y="49"/>
                  <a:pt x="133" y="58"/>
                  <a:pt x="133" y="67"/>
                </a:cubicBezTo>
                <a:cubicBezTo>
                  <a:pt x="133" y="81"/>
                  <a:pt x="129" y="93"/>
                  <a:pt x="121" y="105"/>
                </a:cubicBezTo>
                <a:cubicBezTo>
                  <a:pt x="154" y="137"/>
                  <a:pt x="154" y="137"/>
                  <a:pt x="154" y="137"/>
                </a:cubicBezTo>
                <a:cubicBezTo>
                  <a:pt x="156" y="139"/>
                  <a:pt x="157" y="142"/>
                  <a:pt x="157" y="146"/>
                </a:cubicBezTo>
                <a:close/>
                <a:moveTo>
                  <a:pt x="96" y="97"/>
                </a:moveTo>
                <a:cubicBezTo>
                  <a:pt x="105" y="89"/>
                  <a:pt x="109" y="79"/>
                  <a:pt x="109" y="67"/>
                </a:cubicBezTo>
                <a:cubicBezTo>
                  <a:pt x="109" y="55"/>
                  <a:pt x="105" y="45"/>
                  <a:pt x="96" y="37"/>
                </a:cubicBezTo>
                <a:cubicBezTo>
                  <a:pt x="88" y="29"/>
                  <a:pt x="78" y="25"/>
                  <a:pt x="66" y="25"/>
                </a:cubicBezTo>
                <a:cubicBezTo>
                  <a:pt x="55" y="25"/>
                  <a:pt x="45" y="29"/>
                  <a:pt x="37" y="37"/>
                </a:cubicBezTo>
                <a:cubicBezTo>
                  <a:pt x="28" y="45"/>
                  <a:pt x="24" y="55"/>
                  <a:pt x="24" y="67"/>
                </a:cubicBezTo>
                <a:cubicBezTo>
                  <a:pt x="24" y="79"/>
                  <a:pt x="28" y="89"/>
                  <a:pt x="37" y="97"/>
                </a:cubicBezTo>
                <a:cubicBezTo>
                  <a:pt x="45" y="105"/>
                  <a:pt x="55" y="109"/>
                  <a:pt x="66" y="109"/>
                </a:cubicBezTo>
                <a:cubicBezTo>
                  <a:pt x="78" y="109"/>
                  <a:pt x="88" y="105"/>
                  <a:pt x="96" y="9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6" name="Freeform 8"/>
          <p:cNvSpPr>
            <a:spLocks noEditPoints="1"/>
          </p:cNvSpPr>
          <p:nvPr/>
        </p:nvSpPr>
        <p:spPr bwMode="auto">
          <a:xfrm>
            <a:off x="1662511" y="1411617"/>
            <a:ext cx="242043" cy="192337"/>
          </a:xfrm>
          <a:custGeom>
            <a:avLst/>
            <a:gdLst>
              <a:gd name="T0" fmla="*/ 169 w 169"/>
              <a:gd name="T1" fmla="*/ 16 h 134"/>
              <a:gd name="T2" fmla="*/ 169 w 169"/>
              <a:gd name="T3" fmla="*/ 118 h 134"/>
              <a:gd name="T4" fmla="*/ 165 w 169"/>
              <a:gd name="T5" fmla="*/ 129 h 134"/>
              <a:gd name="T6" fmla="*/ 154 w 169"/>
              <a:gd name="T7" fmla="*/ 134 h 134"/>
              <a:gd name="T8" fmla="*/ 15 w 169"/>
              <a:gd name="T9" fmla="*/ 134 h 134"/>
              <a:gd name="T10" fmla="*/ 4 w 169"/>
              <a:gd name="T11" fmla="*/ 129 h 134"/>
              <a:gd name="T12" fmla="*/ 0 w 169"/>
              <a:gd name="T13" fmla="*/ 118 h 134"/>
              <a:gd name="T14" fmla="*/ 0 w 169"/>
              <a:gd name="T15" fmla="*/ 16 h 134"/>
              <a:gd name="T16" fmla="*/ 4 w 169"/>
              <a:gd name="T17" fmla="*/ 5 h 134"/>
              <a:gd name="T18" fmla="*/ 15 w 169"/>
              <a:gd name="T19" fmla="*/ 0 h 134"/>
              <a:gd name="T20" fmla="*/ 154 w 169"/>
              <a:gd name="T21" fmla="*/ 0 h 134"/>
              <a:gd name="T22" fmla="*/ 165 w 169"/>
              <a:gd name="T23" fmla="*/ 5 h 134"/>
              <a:gd name="T24" fmla="*/ 169 w 169"/>
              <a:gd name="T25" fmla="*/ 16 h 134"/>
              <a:gd name="T26" fmla="*/ 157 w 169"/>
              <a:gd name="T27" fmla="*/ 19 h 134"/>
              <a:gd name="T28" fmla="*/ 157 w 169"/>
              <a:gd name="T29" fmla="*/ 18 h 134"/>
              <a:gd name="T30" fmla="*/ 157 w 169"/>
              <a:gd name="T31" fmla="*/ 17 h 134"/>
              <a:gd name="T32" fmla="*/ 157 w 169"/>
              <a:gd name="T33" fmla="*/ 16 h 134"/>
              <a:gd name="T34" fmla="*/ 157 w 169"/>
              <a:gd name="T35" fmla="*/ 14 h 134"/>
              <a:gd name="T36" fmla="*/ 156 w 169"/>
              <a:gd name="T37" fmla="*/ 14 h 134"/>
              <a:gd name="T38" fmla="*/ 155 w 169"/>
              <a:gd name="T39" fmla="*/ 13 h 134"/>
              <a:gd name="T40" fmla="*/ 154 w 169"/>
              <a:gd name="T41" fmla="*/ 13 h 134"/>
              <a:gd name="T42" fmla="*/ 15 w 169"/>
              <a:gd name="T43" fmla="*/ 13 h 134"/>
              <a:gd name="T44" fmla="*/ 13 w 169"/>
              <a:gd name="T45" fmla="*/ 13 h 134"/>
              <a:gd name="T46" fmla="*/ 12 w 169"/>
              <a:gd name="T47" fmla="*/ 16 h 134"/>
              <a:gd name="T48" fmla="*/ 26 w 169"/>
              <a:gd name="T49" fmla="*/ 42 h 134"/>
              <a:gd name="T50" fmla="*/ 64 w 169"/>
              <a:gd name="T51" fmla="*/ 72 h 134"/>
              <a:gd name="T52" fmla="*/ 67 w 169"/>
              <a:gd name="T53" fmla="*/ 75 h 134"/>
              <a:gd name="T54" fmla="*/ 71 w 169"/>
              <a:gd name="T55" fmla="*/ 79 h 134"/>
              <a:gd name="T56" fmla="*/ 76 w 169"/>
              <a:gd name="T57" fmla="*/ 82 h 134"/>
              <a:gd name="T58" fmla="*/ 80 w 169"/>
              <a:gd name="T59" fmla="*/ 84 h 134"/>
              <a:gd name="T60" fmla="*/ 84 w 169"/>
              <a:gd name="T61" fmla="*/ 85 h 134"/>
              <a:gd name="T62" fmla="*/ 85 w 169"/>
              <a:gd name="T63" fmla="*/ 85 h 134"/>
              <a:gd name="T64" fmla="*/ 85 w 169"/>
              <a:gd name="T65" fmla="*/ 85 h 134"/>
              <a:gd name="T66" fmla="*/ 89 w 169"/>
              <a:gd name="T67" fmla="*/ 84 h 134"/>
              <a:gd name="T68" fmla="*/ 93 w 169"/>
              <a:gd name="T69" fmla="*/ 82 h 134"/>
              <a:gd name="T70" fmla="*/ 98 w 169"/>
              <a:gd name="T71" fmla="*/ 79 h 134"/>
              <a:gd name="T72" fmla="*/ 102 w 169"/>
              <a:gd name="T73" fmla="*/ 75 h 134"/>
              <a:gd name="T74" fmla="*/ 105 w 169"/>
              <a:gd name="T75" fmla="*/ 72 h 134"/>
              <a:gd name="T76" fmla="*/ 143 w 169"/>
              <a:gd name="T77" fmla="*/ 42 h 134"/>
              <a:gd name="T78" fmla="*/ 153 w 169"/>
              <a:gd name="T79" fmla="*/ 32 h 134"/>
              <a:gd name="T80" fmla="*/ 157 w 169"/>
              <a:gd name="T81" fmla="*/ 19 h 134"/>
              <a:gd name="T82" fmla="*/ 157 w 169"/>
              <a:gd name="T83" fmla="*/ 118 h 134"/>
              <a:gd name="T84" fmla="*/ 157 w 169"/>
              <a:gd name="T85" fmla="*/ 46 h 134"/>
              <a:gd name="T86" fmla="*/ 151 w 169"/>
              <a:gd name="T87" fmla="*/ 52 h 134"/>
              <a:gd name="T88" fmla="*/ 110 w 169"/>
              <a:gd name="T89" fmla="*/ 84 h 134"/>
              <a:gd name="T90" fmla="*/ 103 w 169"/>
              <a:gd name="T91" fmla="*/ 90 h 134"/>
              <a:gd name="T92" fmla="*/ 94 w 169"/>
              <a:gd name="T93" fmla="*/ 95 h 134"/>
              <a:gd name="T94" fmla="*/ 85 w 169"/>
              <a:gd name="T95" fmla="*/ 97 h 134"/>
              <a:gd name="T96" fmla="*/ 85 w 169"/>
              <a:gd name="T97" fmla="*/ 97 h 134"/>
              <a:gd name="T98" fmla="*/ 84 w 169"/>
              <a:gd name="T99" fmla="*/ 97 h 134"/>
              <a:gd name="T100" fmla="*/ 75 w 169"/>
              <a:gd name="T101" fmla="*/ 95 h 134"/>
              <a:gd name="T102" fmla="*/ 67 w 169"/>
              <a:gd name="T103" fmla="*/ 90 h 134"/>
              <a:gd name="T104" fmla="*/ 59 w 169"/>
              <a:gd name="T105" fmla="*/ 84 h 134"/>
              <a:gd name="T106" fmla="*/ 18 w 169"/>
              <a:gd name="T107" fmla="*/ 52 h 134"/>
              <a:gd name="T108" fmla="*/ 12 w 169"/>
              <a:gd name="T109" fmla="*/ 46 h 134"/>
              <a:gd name="T110" fmla="*/ 12 w 169"/>
              <a:gd name="T111" fmla="*/ 118 h 134"/>
              <a:gd name="T112" fmla="*/ 13 w 169"/>
              <a:gd name="T113" fmla="*/ 121 h 134"/>
              <a:gd name="T114" fmla="*/ 15 w 169"/>
              <a:gd name="T115" fmla="*/ 121 h 134"/>
              <a:gd name="T116" fmla="*/ 154 w 169"/>
              <a:gd name="T117" fmla="*/ 121 h 134"/>
              <a:gd name="T118" fmla="*/ 156 w 169"/>
              <a:gd name="T119" fmla="*/ 121 h 134"/>
              <a:gd name="T120" fmla="*/ 157 w 169"/>
              <a:gd name="T121" fmla="*/ 118 h 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69" h="134">
                <a:moveTo>
                  <a:pt x="169" y="16"/>
                </a:moveTo>
                <a:cubicBezTo>
                  <a:pt x="169" y="118"/>
                  <a:pt x="169" y="118"/>
                  <a:pt x="169" y="118"/>
                </a:cubicBezTo>
                <a:cubicBezTo>
                  <a:pt x="169" y="123"/>
                  <a:pt x="168" y="126"/>
                  <a:pt x="165" y="129"/>
                </a:cubicBezTo>
                <a:cubicBezTo>
                  <a:pt x="162" y="132"/>
                  <a:pt x="158" y="134"/>
                  <a:pt x="154" y="134"/>
                </a:cubicBezTo>
                <a:cubicBezTo>
                  <a:pt x="15" y="134"/>
                  <a:pt x="15" y="134"/>
                  <a:pt x="15" y="134"/>
                </a:cubicBezTo>
                <a:cubicBezTo>
                  <a:pt x="11" y="134"/>
                  <a:pt x="7" y="132"/>
                  <a:pt x="4" y="129"/>
                </a:cubicBezTo>
                <a:cubicBezTo>
                  <a:pt x="1" y="126"/>
                  <a:pt x="0" y="123"/>
                  <a:pt x="0" y="118"/>
                </a:cubicBezTo>
                <a:cubicBezTo>
                  <a:pt x="0" y="16"/>
                  <a:pt x="0" y="16"/>
                  <a:pt x="0" y="16"/>
                </a:cubicBezTo>
                <a:cubicBezTo>
                  <a:pt x="0" y="11"/>
                  <a:pt x="1" y="8"/>
                  <a:pt x="4" y="5"/>
                </a:cubicBezTo>
                <a:cubicBezTo>
                  <a:pt x="7" y="2"/>
                  <a:pt x="11" y="0"/>
                  <a:pt x="15" y="0"/>
                </a:cubicBezTo>
                <a:cubicBezTo>
                  <a:pt x="154" y="0"/>
                  <a:pt x="154" y="0"/>
                  <a:pt x="154" y="0"/>
                </a:cubicBezTo>
                <a:cubicBezTo>
                  <a:pt x="158" y="0"/>
                  <a:pt x="162" y="2"/>
                  <a:pt x="165" y="5"/>
                </a:cubicBezTo>
                <a:cubicBezTo>
                  <a:pt x="168" y="8"/>
                  <a:pt x="169" y="11"/>
                  <a:pt x="169" y="16"/>
                </a:cubicBezTo>
                <a:close/>
                <a:moveTo>
                  <a:pt x="157" y="19"/>
                </a:moveTo>
                <a:cubicBezTo>
                  <a:pt x="157" y="19"/>
                  <a:pt x="157" y="19"/>
                  <a:pt x="157" y="18"/>
                </a:cubicBezTo>
                <a:cubicBezTo>
                  <a:pt x="157" y="17"/>
                  <a:pt x="157" y="17"/>
                  <a:pt x="157" y="17"/>
                </a:cubicBezTo>
                <a:cubicBezTo>
                  <a:pt x="157" y="16"/>
                  <a:pt x="157" y="16"/>
                  <a:pt x="157" y="16"/>
                </a:cubicBezTo>
                <a:cubicBezTo>
                  <a:pt x="157" y="15"/>
                  <a:pt x="157" y="15"/>
                  <a:pt x="157" y="14"/>
                </a:cubicBezTo>
                <a:cubicBezTo>
                  <a:pt x="157" y="14"/>
                  <a:pt x="156" y="14"/>
                  <a:pt x="156" y="14"/>
                </a:cubicBezTo>
                <a:cubicBezTo>
                  <a:pt x="156" y="13"/>
                  <a:pt x="156" y="13"/>
                  <a:pt x="155" y="13"/>
                </a:cubicBezTo>
                <a:cubicBezTo>
                  <a:pt x="155" y="13"/>
                  <a:pt x="155" y="13"/>
                  <a:pt x="154" y="13"/>
                </a:cubicBezTo>
                <a:cubicBezTo>
                  <a:pt x="15" y="13"/>
                  <a:pt x="15" y="13"/>
                  <a:pt x="15" y="13"/>
                </a:cubicBezTo>
                <a:cubicBezTo>
                  <a:pt x="14" y="13"/>
                  <a:pt x="13" y="13"/>
                  <a:pt x="13" y="13"/>
                </a:cubicBezTo>
                <a:cubicBezTo>
                  <a:pt x="12" y="14"/>
                  <a:pt x="12" y="15"/>
                  <a:pt x="12" y="16"/>
                </a:cubicBezTo>
                <a:cubicBezTo>
                  <a:pt x="12" y="26"/>
                  <a:pt x="17" y="35"/>
                  <a:pt x="26" y="42"/>
                </a:cubicBezTo>
                <a:cubicBezTo>
                  <a:pt x="38" y="52"/>
                  <a:pt x="51" y="62"/>
                  <a:pt x="64" y="72"/>
                </a:cubicBezTo>
                <a:cubicBezTo>
                  <a:pt x="64" y="73"/>
                  <a:pt x="65" y="74"/>
                  <a:pt x="67" y="75"/>
                </a:cubicBezTo>
                <a:cubicBezTo>
                  <a:pt x="69" y="77"/>
                  <a:pt x="70" y="78"/>
                  <a:pt x="71" y="79"/>
                </a:cubicBezTo>
                <a:cubicBezTo>
                  <a:pt x="72" y="80"/>
                  <a:pt x="74" y="81"/>
                  <a:pt x="76" y="82"/>
                </a:cubicBezTo>
                <a:cubicBezTo>
                  <a:pt x="77" y="83"/>
                  <a:pt x="79" y="84"/>
                  <a:pt x="80" y="84"/>
                </a:cubicBezTo>
                <a:cubicBezTo>
                  <a:pt x="82" y="85"/>
                  <a:pt x="83" y="85"/>
                  <a:pt x="84" y="85"/>
                </a:cubicBezTo>
                <a:cubicBezTo>
                  <a:pt x="85" y="85"/>
                  <a:pt x="85" y="85"/>
                  <a:pt x="85" y="85"/>
                </a:cubicBezTo>
                <a:cubicBezTo>
                  <a:pt x="85" y="85"/>
                  <a:pt x="85" y="85"/>
                  <a:pt x="85" y="85"/>
                </a:cubicBezTo>
                <a:cubicBezTo>
                  <a:pt x="86" y="85"/>
                  <a:pt x="87" y="85"/>
                  <a:pt x="89" y="84"/>
                </a:cubicBezTo>
                <a:cubicBezTo>
                  <a:pt x="90" y="84"/>
                  <a:pt x="92" y="83"/>
                  <a:pt x="93" y="82"/>
                </a:cubicBezTo>
                <a:cubicBezTo>
                  <a:pt x="95" y="81"/>
                  <a:pt x="97" y="80"/>
                  <a:pt x="98" y="79"/>
                </a:cubicBezTo>
                <a:cubicBezTo>
                  <a:pt x="99" y="78"/>
                  <a:pt x="100" y="77"/>
                  <a:pt x="102" y="75"/>
                </a:cubicBezTo>
                <a:cubicBezTo>
                  <a:pt x="104" y="74"/>
                  <a:pt x="105" y="73"/>
                  <a:pt x="105" y="72"/>
                </a:cubicBezTo>
                <a:cubicBezTo>
                  <a:pt x="118" y="62"/>
                  <a:pt x="131" y="52"/>
                  <a:pt x="143" y="42"/>
                </a:cubicBezTo>
                <a:cubicBezTo>
                  <a:pt x="147" y="40"/>
                  <a:pt x="150" y="36"/>
                  <a:pt x="153" y="32"/>
                </a:cubicBezTo>
                <a:cubicBezTo>
                  <a:pt x="156" y="27"/>
                  <a:pt x="157" y="23"/>
                  <a:pt x="157" y="19"/>
                </a:cubicBezTo>
                <a:close/>
                <a:moveTo>
                  <a:pt x="157" y="118"/>
                </a:moveTo>
                <a:cubicBezTo>
                  <a:pt x="157" y="46"/>
                  <a:pt x="157" y="46"/>
                  <a:pt x="157" y="46"/>
                </a:cubicBezTo>
                <a:cubicBezTo>
                  <a:pt x="155" y="48"/>
                  <a:pt x="153" y="50"/>
                  <a:pt x="151" y="52"/>
                </a:cubicBezTo>
                <a:cubicBezTo>
                  <a:pt x="134" y="65"/>
                  <a:pt x="120" y="76"/>
                  <a:pt x="110" y="84"/>
                </a:cubicBezTo>
                <a:cubicBezTo>
                  <a:pt x="107" y="87"/>
                  <a:pt x="105" y="89"/>
                  <a:pt x="103" y="90"/>
                </a:cubicBezTo>
                <a:cubicBezTo>
                  <a:pt x="100" y="92"/>
                  <a:pt x="98" y="93"/>
                  <a:pt x="94" y="95"/>
                </a:cubicBezTo>
                <a:cubicBezTo>
                  <a:pt x="91" y="97"/>
                  <a:pt x="88" y="97"/>
                  <a:pt x="85" y="97"/>
                </a:cubicBezTo>
                <a:cubicBezTo>
                  <a:pt x="85" y="97"/>
                  <a:pt x="85" y="97"/>
                  <a:pt x="85" y="97"/>
                </a:cubicBezTo>
                <a:cubicBezTo>
                  <a:pt x="84" y="97"/>
                  <a:pt x="84" y="97"/>
                  <a:pt x="84" y="97"/>
                </a:cubicBezTo>
                <a:cubicBezTo>
                  <a:pt x="81" y="97"/>
                  <a:pt x="78" y="97"/>
                  <a:pt x="75" y="95"/>
                </a:cubicBezTo>
                <a:cubicBezTo>
                  <a:pt x="71" y="93"/>
                  <a:pt x="69" y="92"/>
                  <a:pt x="67" y="90"/>
                </a:cubicBezTo>
                <a:cubicBezTo>
                  <a:pt x="65" y="89"/>
                  <a:pt x="62" y="87"/>
                  <a:pt x="59" y="84"/>
                </a:cubicBezTo>
                <a:cubicBezTo>
                  <a:pt x="49" y="76"/>
                  <a:pt x="35" y="65"/>
                  <a:pt x="18" y="52"/>
                </a:cubicBezTo>
                <a:cubicBezTo>
                  <a:pt x="16" y="50"/>
                  <a:pt x="14" y="48"/>
                  <a:pt x="12" y="46"/>
                </a:cubicBezTo>
                <a:cubicBezTo>
                  <a:pt x="12" y="118"/>
                  <a:pt x="12" y="118"/>
                  <a:pt x="12" y="118"/>
                </a:cubicBezTo>
                <a:cubicBezTo>
                  <a:pt x="12" y="119"/>
                  <a:pt x="12" y="120"/>
                  <a:pt x="13" y="121"/>
                </a:cubicBezTo>
                <a:cubicBezTo>
                  <a:pt x="13" y="121"/>
                  <a:pt x="14" y="121"/>
                  <a:pt x="15" y="121"/>
                </a:cubicBezTo>
                <a:cubicBezTo>
                  <a:pt x="154" y="121"/>
                  <a:pt x="154" y="121"/>
                  <a:pt x="154" y="121"/>
                </a:cubicBezTo>
                <a:cubicBezTo>
                  <a:pt x="155" y="121"/>
                  <a:pt x="156" y="121"/>
                  <a:pt x="156" y="121"/>
                </a:cubicBezTo>
                <a:cubicBezTo>
                  <a:pt x="157" y="120"/>
                  <a:pt x="157" y="119"/>
                  <a:pt x="157" y="11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7" name="Freeform 9"/>
          <p:cNvSpPr>
            <a:spLocks/>
          </p:cNvSpPr>
          <p:nvPr/>
        </p:nvSpPr>
        <p:spPr bwMode="auto">
          <a:xfrm>
            <a:off x="1969387" y="1394327"/>
            <a:ext cx="242043" cy="209627"/>
          </a:xfrm>
          <a:custGeom>
            <a:avLst/>
            <a:gdLst>
              <a:gd name="T0" fmla="*/ 85 w 169"/>
              <a:gd name="T1" fmla="*/ 146 h 146"/>
              <a:gd name="T2" fmla="*/ 80 w 169"/>
              <a:gd name="T3" fmla="*/ 144 h 146"/>
              <a:gd name="T4" fmla="*/ 21 w 169"/>
              <a:gd name="T5" fmla="*/ 87 h 146"/>
              <a:gd name="T6" fmla="*/ 19 w 169"/>
              <a:gd name="T7" fmla="*/ 85 h 146"/>
              <a:gd name="T8" fmla="*/ 14 w 169"/>
              <a:gd name="T9" fmla="*/ 78 h 146"/>
              <a:gd name="T10" fmla="*/ 7 w 169"/>
              <a:gd name="T11" fmla="*/ 69 h 146"/>
              <a:gd name="T12" fmla="*/ 2 w 169"/>
              <a:gd name="T13" fmla="*/ 58 h 146"/>
              <a:gd name="T14" fmla="*/ 0 w 169"/>
              <a:gd name="T15" fmla="*/ 45 h 146"/>
              <a:gd name="T16" fmla="*/ 12 w 169"/>
              <a:gd name="T17" fmla="*/ 12 h 146"/>
              <a:gd name="T18" fmla="*/ 45 w 169"/>
              <a:gd name="T19" fmla="*/ 0 h 146"/>
              <a:gd name="T20" fmla="*/ 57 w 169"/>
              <a:gd name="T21" fmla="*/ 2 h 146"/>
              <a:gd name="T22" fmla="*/ 68 w 169"/>
              <a:gd name="T23" fmla="*/ 8 h 146"/>
              <a:gd name="T24" fmla="*/ 77 w 169"/>
              <a:gd name="T25" fmla="*/ 14 h 146"/>
              <a:gd name="T26" fmla="*/ 85 w 169"/>
              <a:gd name="T27" fmla="*/ 21 h 146"/>
              <a:gd name="T28" fmla="*/ 92 w 169"/>
              <a:gd name="T29" fmla="*/ 14 h 146"/>
              <a:gd name="T30" fmla="*/ 101 w 169"/>
              <a:gd name="T31" fmla="*/ 8 h 146"/>
              <a:gd name="T32" fmla="*/ 112 w 169"/>
              <a:gd name="T33" fmla="*/ 2 h 146"/>
              <a:gd name="T34" fmla="*/ 124 w 169"/>
              <a:gd name="T35" fmla="*/ 0 h 146"/>
              <a:gd name="T36" fmla="*/ 157 w 169"/>
              <a:gd name="T37" fmla="*/ 12 h 146"/>
              <a:gd name="T38" fmla="*/ 169 w 169"/>
              <a:gd name="T39" fmla="*/ 45 h 146"/>
              <a:gd name="T40" fmla="*/ 148 w 169"/>
              <a:gd name="T41" fmla="*/ 87 h 146"/>
              <a:gd name="T42" fmla="*/ 89 w 169"/>
              <a:gd name="T43" fmla="*/ 144 h 146"/>
              <a:gd name="T44" fmla="*/ 85 w 169"/>
              <a:gd name="T45" fmla="*/ 146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169" h="146">
                <a:moveTo>
                  <a:pt x="85" y="146"/>
                </a:moveTo>
                <a:cubicBezTo>
                  <a:pt x="83" y="146"/>
                  <a:pt x="82" y="145"/>
                  <a:pt x="80" y="144"/>
                </a:cubicBezTo>
                <a:cubicBezTo>
                  <a:pt x="21" y="87"/>
                  <a:pt x="21" y="87"/>
                  <a:pt x="21" y="87"/>
                </a:cubicBezTo>
                <a:cubicBezTo>
                  <a:pt x="21" y="86"/>
                  <a:pt x="20" y="86"/>
                  <a:pt x="19" y="85"/>
                </a:cubicBezTo>
                <a:cubicBezTo>
                  <a:pt x="18" y="83"/>
                  <a:pt x="16" y="81"/>
                  <a:pt x="14" y="78"/>
                </a:cubicBezTo>
                <a:cubicBezTo>
                  <a:pt x="11" y="75"/>
                  <a:pt x="9" y="72"/>
                  <a:pt x="7" y="69"/>
                </a:cubicBezTo>
                <a:cubicBezTo>
                  <a:pt x="5" y="66"/>
                  <a:pt x="4" y="62"/>
                  <a:pt x="2" y="58"/>
                </a:cubicBezTo>
                <a:cubicBezTo>
                  <a:pt x="1" y="53"/>
                  <a:pt x="0" y="49"/>
                  <a:pt x="0" y="45"/>
                </a:cubicBezTo>
                <a:cubicBezTo>
                  <a:pt x="0" y="31"/>
                  <a:pt x="4" y="20"/>
                  <a:pt x="12" y="12"/>
                </a:cubicBezTo>
                <a:cubicBezTo>
                  <a:pt x="20" y="4"/>
                  <a:pt x="31" y="0"/>
                  <a:pt x="45" y="0"/>
                </a:cubicBezTo>
                <a:cubicBezTo>
                  <a:pt x="49" y="0"/>
                  <a:pt x="53" y="1"/>
                  <a:pt x="57" y="2"/>
                </a:cubicBezTo>
                <a:cubicBezTo>
                  <a:pt x="61" y="4"/>
                  <a:pt x="65" y="6"/>
                  <a:pt x="68" y="8"/>
                </a:cubicBezTo>
                <a:cubicBezTo>
                  <a:pt x="72" y="10"/>
                  <a:pt x="75" y="12"/>
                  <a:pt x="77" y="14"/>
                </a:cubicBezTo>
                <a:cubicBezTo>
                  <a:pt x="80" y="16"/>
                  <a:pt x="82" y="19"/>
                  <a:pt x="85" y="21"/>
                </a:cubicBezTo>
                <a:cubicBezTo>
                  <a:pt x="87" y="19"/>
                  <a:pt x="89" y="16"/>
                  <a:pt x="92" y="14"/>
                </a:cubicBezTo>
                <a:cubicBezTo>
                  <a:pt x="94" y="12"/>
                  <a:pt x="97" y="10"/>
                  <a:pt x="101" y="8"/>
                </a:cubicBezTo>
                <a:cubicBezTo>
                  <a:pt x="104" y="6"/>
                  <a:pt x="108" y="4"/>
                  <a:pt x="112" y="2"/>
                </a:cubicBezTo>
                <a:cubicBezTo>
                  <a:pt x="116" y="1"/>
                  <a:pt x="120" y="0"/>
                  <a:pt x="124" y="0"/>
                </a:cubicBezTo>
                <a:cubicBezTo>
                  <a:pt x="138" y="0"/>
                  <a:pt x="149" y="4"/>
                  <a:pt x="157" y="12"/>
                </a:cubicBezTo>
                <a:cubicBezTo>
                  <a:pt x="165" y="20"/>
                  <a:pt x="169" y="31"/>
                  <a:pt x="169" y="45"/>
                </a:cubicBezTo>
                <a:cubicBezTo>
                  <a:pt x="169" y="59"/>
                  <a:pt x="162" y="73"/>
                  <a:pt x="148" y="87"/>
                </a:cubicBezTo>
                <a:cubicBezTo>
                  <a:pt x="89" y="144"/>
                  <a:pt x="89" y="144"/>
                  <a:pt x="89" y="144"/>
                </a:cubicBezTo>
                <a:cubicBezTo>
                  <a:pt x="88" y="145"/>
                  <a:pt x="86" y="146"/>
                  <a:pt x="85" y="14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8" name="Freeform 10"/>
          <p:cNvSpPr>
            <a:spLocks/>
          </p:cNvSpPr>
          <p:nvPr/>
        </p:nvSpPr>
        <p:spPr bwMode="auto">
          <a:xfrm>
            <a:off x="2276263" y="1381362"/>
            <a:ext cx="224755" cy="216111"/>
          </a:xfrm>
          <a:custGeom>
            <a:avLst/>
            <a:gdLst>
              <a:gd name="T0" fmla="*/ 157 w 157"/>
              <a:gd name="T1" fmla="*/ 58 h 150"/>
              <a:gd name="T2" fmla="*/ 155 w 157"/>
              <a:gd name="T3" fmla="*/ 63 h 150"/>
              <a:gd name="T4" fmla="*/ 120 w 157"/>
              <a:gd name="T5" fmla="*/ 96 h 150"/>
              <a:gd name="T6" fmla="*/ 129 w 157"/>
              <a:gd name="T7" fmla="*/ 144 h 150"/>
              <a:gd name="T8" fmla="*/ 129 w 157"/>
              <a:gd name="T9" fmla="*/ 146 h 150"/>
              <a:gd name="T10" fmla="*/ 128 w 157"/>
              <a:gd name="T11" fmla="*/ 149 h 150"/>
              <a:gd name="T12" fmla="*/ 125 w 157"/>
              <a:gd name="T13" fmla="*/ 150 h 150"/>
              <a:gd name="T14" fmla="*/ 121 w 157"/>
              <a:gd name="T15" fmla="*/ 149 h 150"/>
              <a:gd name="T16" fmla="*/ 79 w 157"/>
              <a:gd name="T17" fmla="*/ 127 h 150"/>
              <a:gd name="T18" fmla="*/ 36 w 157"/>
              <a:gd name="T19" fmla="*/ 149 h 150"/>
              <a:gd name="T20" fmla="*/ 32 w 157"/>
              <a:gd name="T21" fmla="*/ 150 h 150"/>
              <a:gd name="T22" fmla="*/ 29 w 157"/>
              <a:gd name="T23" fmla="*/ 149 h 150"/>
              <a:gd name="T24" fmla="*/ 28 w 157"/>
              <a:gd name="T25" fmla="*/ 146 h 150"/>
              <a:gd name="T26" fmla="*/ 29 w 157"/>
              <a:gd name="T27" fmla="*/ 144 h 150"/>
              <a:gd name="T28" fmla="*/ 37 w 157"/>
              <a:gd name="T29" fmla="*/ 96 h 150"/>
              <a:gd name="T30" fmla="*/ 2 w 157"/>
              <a:gd name="T31" fmla="*/ 63 h 150"/>
              <a:gd name="T32" fmla="*/ 0 w 157"/>
              <a:gd name="T33" fmla="*/ 58 h 150"/>
              <a:gd name="T34" fmla="*/ 5 w 157"/>
              <a:gd name="T35" fmla="*/ 54 h 150"/>
              <a:gd name="T36" fmla="*/ 53 w 157"/>
              <a:gd name="T37" fmla="*/ 47 h 150"/>
              <a:gd name="T38" fmla="*/ 74 w 157"/>
              <a:gd name="T39" fmla="*/ 4 h 150"/>
              <a:gd name="T40" fmla="*/ 79 w 157"/>
              <a:gd name="T41" fmla="*/ 0 h 150"/>
              <a:gd name="T42" fmla="*/ 83 w 157"/>
              <a:gd name="T43" fmla="*/ 4 h 150"/>
              <a:gd name="T44" fmla="*/ 105 w 157"/>
              <a:gd name="T45" fmla="*/ 47 h 150"/>
              <a:gd name="T46" fmla="*/ 152 w 157"/>
              <a:gd name="T47" fmla="*/ 54 h 150"/>
              <a:gd name="T48" fmla="*/ 157 w 157"/>
              <a:gd name="T49" fmla="*/ 58 h 1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57" h="150">
                <a:moveTo>
                  <a:pt x="157" y="58"/>
                </a:moveTo>
                <a:cubicBezTo>
                  <a:pt x="157" y="60"/>
                  <a:pt x="156" y="61"/>
                  <a:pt x="155" y="63"/>
                </a:cubicBezTo>
                <a:cubicBezTo>
                  <a:pt x="120" y="96"/>
                  <a:pt x="120" y="96"/>
                  <a:pt x="120" y="96"/>
                </a:cubicBezTo>
                <a:cubicBezTo>
                  <a:pt x="129" y="144"/>
                  <a:pt x="129" y="144"/>
                  <a:pt x="129" y="144"/>
                </a:cubicBezTo>
                <a:cubicBezTo>
                  <a:pt x="129" y="144"/>
                  <a:pt x="129" y="145"/>
                  <a:pt x="129" y="146"/>
                </a:cubicBezTo>
                <a:cubicBezTo>
                  <a:pt x="129" y="147"/>
                  <a:pt x="128" y="148"/>
                  <a:pt x="128" y="149"/>
                </a:cubicBezTo>
                <a:cubicBezTo>
                  <a:pt x="127" y="150"/>
                  <a:pt x="126" y="150"/>
                  <a:pt x="125" y="150"/>
                </a:cubicBezTo>
                <a:cubicBezTo>
                  <a:pt x="124" y="150"/>
                  <a:pt x="122" y="150"/>
                  <a:pt x="121" y="149"/>
                </a:cubicBezTo>
                <a:cubicBezTo>
                  <a:pt x="79" y="127"/>
                  <a:pt x="79" y="127"/>
                  <a:pt x="79" y="127"/>
                </a:cubicBezTo>
                <a:cubicBezTo>
                  <a:pt x="36" y="149"/>
                  <a:pt x="36" y="149"/>
                  <a:pt x="36" y="149"/>
                </a:cubicBezTo>
                <a:cubicBezTo>
                  <a:pt x="35" y="150"/>
                  <a:pt x="34" y="150"/>
                  <a:pt x="32" y="150"/>
                </a:cubicBezTo>
                <a:cubicBezTo>
                  <a:pt x="31" y="150"/>
                  <a:pt x="30" y="150"/>
                  <a:pt x="29" y="149"/>
                </a:cubicBezTo>
                <a:cubicBezTo>
                  <a:pt x="29" y="148"/>
                  <a:pt x="28" y="147"/>
                  <a:pt x="28" y="146"/>
                </a:cubicBezTo>
                <a:cubicBezTo>
                  <a:pt x="28" y="145"/>
                  <a:pt x="28" y="145"/>
                  <a:pt x="29" y="144"/>
                </a:cubicBezTo>
                <a:cubicBezTo>
                  <a:pt x="37" y="96"/>
                  <a:pt x="37" y="96"/>
                  <a:pt x="37" y="96"/>
                </a:cubicBezTo>
                <a:cubicBezTo>
                  <a:pt x="2" y="63"/>
                  <a:pt x="2" y="63"/>
                  <a:pt x="2" y="63"/>
                </a:cubicBezTo>
                <a:cubicBezTo>
                  <a:pt x="1" y="61"/>
                  <a:pt x="0" y="60"/>
                  <a:pt x="0" y="58"/>
                </a:cubicBezTo>
                <a:cubicBezTo>
                  <a:pt x="0" y="56"/>
                  <a:pt x="2" y="55"/>
                  <a:pt x="5" y="54"/>
                </a:cubicBezTo>
                <a:cubicBezTo>
                  <a:pt x="53" y="47"/>
                  <a:pt x="53" y="47"/>
                  <a:pt x="53" y="47"/>
                </a:cubicBezTo>
                <a:cubicBezTo>
                  <a:pt x="74" y="4"/>
                  <a:pt x="74" y="4"/>
                  <a:pt x="74" y="4"/>
                </a:cubicBezTo>
                <a:cubicBezTo>
                  <a:pt x="75" y="2"/>
                  <a:pt x="77" y="0"/>
                  <a:pt x="79" y="0"/>
                </a:cubicBezTo>
                <a:cubicBezTo>
                  <a:pt x="81" y="0"/>
                  <a:pt x="82" y="2"/>
                  <a:pt x="83" y="4"/>
                </a:cubicBezTo>
                <a:cubicBezTo>
                  <a:pt x="105" y="47"/>
                  <a:pt x="105" y="47"/>
                  <a:pt x="105" y="47"/>
                </a:cubicBezTo>
                <a:cubicBezTo>
                  <a:pt x="152" y="54"/>
                  <a:pt x="152" y="54"/>
                  <a:pt x="152" y="54"/>
                </a:cubicBezTo>
                <a:cubicBezTo>
                  <a:pt x="156" y="55"/>
                  <a:pt x="157" y="56"/>
                  <a:pt x="157" y="5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9" name="Freeform 11"/>
          <p:cNvSpPr>
            <a:spLocks noEditPoints="1"/>
          </p:cNvSpPr>
          <p:nvPr/>
        </p:nvSpPr>
        <p:spPr bwMode="auto">
          <a:xfrm>
            <a:off x="2565849" y="1381362"/>
            <a:ext cx="224755" cy="216111"/>
          </a:xfrm>
          <a:custGeom>
            <a:avLst/>
            <a:gdLst>
              <a:gd name="T0" fmla="*/ 157 w 157"/>
              <a:gd name="T1" fmla="*/ 58 h 150"/>
              <a:gd name="T2" fmla="*/ 155 w 157"/>
              <a:gd name="T3" fmla="*/ 63 h 150"/>
              <a:gd name="T4" fmla="*/ 120 w 157"/>
              <a:gd name="T5" fmla="*/ 96 h 150"/>
              <a:gd name="T6" fmla="*/ 129 w 157"/>
              <a:gd name="T7" fmla="*/ 144 h 150"/>
              <a:gd name="T8" fmla="*/ 129 w 157"/>
              <a:gd name="T9" fmla="*/ 146 h 150"/>
              <a:gd name="T10" fmla="*/ 125 w 157"/>
              <a:gd name="T11" fmla="*/ 150 h 150"/>
              <a:gd name="T12" fmla="*/ 121 w 157"/>
              <a:gd name="T13" fmla="*/ 149 h 150"/>
              <a:gd name="T14" fmla="*/ 79 w 157"/>
              <a:gd name="T15" fmla="*/ 127 h 150"/>
              <a:gd name="T16" fmla="*/ 36 w 157"/>
              <a:gd name="T17" fmla="*/ 149 h 150"/>
              <a:gd name="T18" fmla="*/ 32 w 157"/>
              <a:gd name="T19" fmla="*/ 150 h 150"/>
              <a:gd name="T20" fmla="*/ 29 w 157"/>
              <a:gd name="T21" fmla="*/ 149 h 150"/>
              <a:gd name="T22" fmla="*/ 28 w 157"/>
              <a:gd name="T23" fmla="*/ 146 h 150"/>
              <a:gd name="T24" fmla="*/ 29 w 157"/>
              <a:gd name="T25" fmla="*/ 144 h 150"/>
              <a:gd name="T26" fmla="*/ 37 w 157"/>
              <a:gd name="T27" fmla="*/ 96 h 150"/>
              <a:gd name="T28" fmla="*/ 2 w 157"/>
              <a:gd name="T29" fmla="*/ 63 h 150"/>
              <a:gd name="T30" fmla="*/ 0 w 157"/>
              <a:gd name="T31" fmla="*/ 58 h 150"/>
              <a:gd name="T32" fmla="*/ 5 w 157"/>
              <a:gd name="T33" fmla="*/ 54 h 150"/>
              <a:gd name="T34" fmla="*/ 53 w 157"/>
              <a:gd name="T35" fmla="*/ 47 h 150"/>
              <a:gd name="T36" fmla="*/ 74 w 157"/>
              <a:gd name="T37" fmla="*/ 4 h 150"/>
              <a:gd name="T38" fmla="*/ 79 w 157"/>
              <a:gd name="T39" fmla="*/ 0 h 150"/>
              <a:gd name="T40" fmla="*/ 83 w 157"/>
              <a:gd name="T41" fmla="*/ 4 h 150"/>
              <a:gd name="T42" fmla="*/ 104 w 157"/>
              <a:gd name="T43" fmla="*/ 47 h 150"/>
              <a:gd name="T44" fmla="*/ 152 w 157"/>
              <a:gd name="T45" fmla="*/ 54 h 150"/>
              <a:gd name="T46" fmla="*/ 157 w 157"/>
              <a:gd name="T47" fmla="*/ 58 h 150"/>
              <a:gd name="T48" fmla="*/ 107 w 157"/>
              <a:gd name="T49" fmla="*/ 92 h 150"/>
              <a:gd name="T50" fmla="*/ 136 w 157"/>
              <a:gd name="T51" fmla="*/ 64 h 150"/>
              <a:gd name="T52" fmla="*/ 96 w 157"/>
              <a:gd name="T53" fmla="*/ 58 h 150"/>
              <a:gd name="T54" fmla="*/ 79 w 157"/>
              <a:gd name="T55" fmla="*/ 22 h 150"/>
              <a:gd name="T56" fmla="*/ 61 w 157"/>
              <a:gd name="T57" fmla="*/ 58 h 150"/>
              <a:gd name="T58" fmla="*/ 21 w 157"/>
              <a:gd name="T59" fmla="*/ 64 h 150"/>
              <a:gd name="T60" fmla="*/ 50 w 157"/>
              <a:gd name="T61" fmla="*/ 92 h 150"/>
              <a:gd name="T62" fmla="*/ 43 w 157"/>
              <a:gd name="T63" fmla="*/ 132 h 150"/>
              <a:gd name="T64" fmla="*/ 79 w 157"/>
              <a:gd name="T65" fmla="*/ 113 h 150"/>
              <a:gd name="T66" fmla="*/ 114 w 157"/>
              <a:gd name="T67" fmla="*/ 132 h 150"/>
              <a:gd name="T68" fmla="*/ 107 w 157"/>
              <a:gd name="T69" fmla="*/ 92 h 1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57" h="150">
                <a:moveTo>
                  <a:pt x="157" y="58"/>
                </a:moveTo>
                <a:cubicBezTo>
                  <a:pt x="157" y="60"/>
                  <a:pt x="156" y="61"/>
                  <a:pt x="155" y="63"/>
                </a:cubicBezTo>
                <a:cubicBezTo>
                  <a:pt x="120" y="96"/>
                  <a:pt x="120" y="96"/>
                  <a:pt x="120" y="96"/>
                </a:cubicBezTo>
                <a:cubicBezTo>
                  <a:pt x="129" y="144"/>
                  <a:pt x="129" y="144"/>
                  <a:pt x="129" y="144"/>
                </a:cubicBezTo>
                <a:cubicBezTo>
                  <a:pt x="129" y="144"/>
                  <a:pt x="129" y="145"/>
                  <a:pt x="129" y="146"/>
                </a:cubicBezTo>
                <a:cubicBezTo>
                  <a:pt x="129" y="149"/>
                  <a:pt x="127" y="150"/>
                  <a:pt x="125" y="150"/>
                </a:cubicBezTo>
                <a:cubicBezTo>
                  <a:pt x="124" y="150"/>
                  <a:pt x="122" y="150"/>
                  <a:pt x="121" y="149"/>
                </a:cubicBezTo>
                <a:cubicBezTo>
                  <a:pt x="79" y="127"/>
                  <a:pt x="79" y="127"/>
                  <a:pt x="79" y="127"/>
                </a:cubicBezTo>
                <a:cubicBezTo>
                  <a:pt x="36" y="149"/>
                  <a:pt x="36" y="149"/>
                  <a:pt x="36" y="149"/>
                </a:cubicBezTo>
                <a:cubicBezTo>
                  <a:pt x="35" y="150"/>
                  <a:pt x="33" y="150"/>
                  <a:pt x="32" y="150"/>
                </a:cubicBezTo>
                <a:cubicBezTo>
                  <a:pt x="31" y="150"/>
                  <a:pt x="30" y="150"/>
                  <a:pt x="29" y="149"/>
                </a:cubicBezTo>
                <a:cubicBezTo>
                  <a:pt x="29" y="148"/>
                  <a:pt x="28" y="147"/>
                  <a:pt x="28" y="146"/>
                </a:cubicBezTo>
                <a:cubicBezTo>
                  <a:pt x="28" y="145"/>
                  <a:pt x="28" y="145"/>
                  <a:pt x="29" y="144"/>
                </a:cubicBezTo>
                <a:cubicBezTo>
                  <a:pt x="37" y="96"/>
                  <a:pt x="37" y="96"/>
                  <a:pt x="37" y="96"/>
                </a:cubicBezTo>
                <a:cubicBezTo>
                  <a:pt x="2" y="63"/>
                  <a:pt x="2" y="63"/>
                  <a:pt x="2" y="63"/>
                </a:cubicBezTo>
                <a:cubicBezTo>
                  <a:pt x="1" y="61"/>
                  <a:pt x="0" y="60"/>
                  <a:pt x="0" y="58"/>
                </a:cubicBezTo>
                <a:cubicBezTo>
                  <a:pt x="0" y="56"/>
                  <a:pt x="2" y="55"/>
                  <a:pt x="5" y="54"/>
                </a:cubicBezTo>
                <a:cubicBezTo>
                  <a:pt x="53" y="47"/>
                  <a:pt x="53" y="47"/>
                  <a:pt x="53" y="47"/>
                </a:cubicBezTo>
                <a:cubicBezTo>
                  <a:pt x="74" y="4"/>
                  <a:pt x="74" y="4"/>
                  <a:pt x="74" y="4"/>
                </a:cubicBezTo>
                <a:cubicBezTo>
                  <a:pt x="75" y="2"/>
                  <a:pt x="77" y="0"/>
                  <a:pt x="79" y="0"/>
                </a:cubicBezTo>
                <a:cubicBezTo>
                  <a:pt x="80" y="0"/>
                  <a:pt x="82" y="2"/>
                  <a:pt x="83" y="4"/>
                </a:cubicBezTo>
                <a:cubicBezTo>
                  <a:pt x="104" y="47"/>
                  <a:pt x="104" y="47"/>
                  <a:pt x="104" y="47"/>
                </a:cubicBezTo>
                <a:cubicBezTo>
                  <a:pt x="152" y="54"/>
                  <a:pt x="152" y="54"/>
                  <a:pt x="152" y="54"/>
                </a:cubicBezTo>
                <a:cubicBezTo>
                  <a:pt x="155" y="55"/>
                  <a:pt x="157" y="56"/>
                  <a:pt x="157" y="58"/>
                </a:cubicBezTo>
                <a:close/>
                <a:moveTo>
                  <a:pt x="107" y="92"/>
                </a:moveTo>
                <a:cubicBezTo>
                  <a:pt x="136" y="64"/>
                  <a:pt x="136" y="64"/>
                  <a:pt x="136" y="64"/>
                </a:cubicBezTo>
                <a:cubicBezTo>
                  <a:pt x="96" y="58"/>
                  <a:pt x="96" y="58"/>
                  <a:pt x="96" y="58"/>
                </a:cubicBezTo>
                <a:cubicBezTo>
                  <a:pt x="79" y="22"/>
                  <a:pt x="79" y="22"/>
                  <a:pt x="79" y="22"/>
                </a:cubicBezTo>
                <a:cubicBezTo>
                  <a:pt x="61" y="58"/>
                  <a:pt x="61" y="58"/>
                  <a:pt x="61" y="58"/>
                </a:cubicBezTo>
                <a:cubicBezTo>
                  <a:pt x="21" y="64"/>
                  <a:pt x="21" y="64"/>
                  <a:pt x="21" y="64"/>
                </a:cubicBezTo>
                <a:cubicBezTo>
                  <a:pt x="50" y="92"/>
                  <a:pt x="50" y="92"/>
                  <a:pt x="50" y="92"/>
                </a:cubicBezTo>
                <a:cubicBezTo>
                  <a:pt x="43" y="132"/>
                  <a:pt x="43" y="132"/>
                  <a:pt x="43" y="132"/>
                </a:cubicBezTo>
                <a:cubicBezTo>
                  <a:pt x="79" y="113"/>
                  <a:pt x="79" y="113"/>
                  <a:pt x="79" y="113"/>
                </a:cubicBezTo>
                <a:cubicBezTo>
                  <a:pt x="114" y="132"/>
                  <a:pt x="114" y="132"/>
                  <a:pt x="114" y="132"/>
                </a:cubicBezTo>
                <a:lnTo>
                  <a:pt x="107" y="9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0" name="Freeform 12"/>
          <p:cNvSpPr>
            <a:spLocks noEditPoints="1"/>
          </p:cNvSpPr>
          <p:nvPr/>
        </p:nvSpPr>
        <p:spPr bwMode="auto">
          <a:xfrm>
            <a:off x="2855437" y="1394327"/>
            <a:ext cx="190176" cy="209627"/>
          </a:xfrm>
          <a:custGeom>
            <a:avLst/>
            <a:gdLst>
              <a:gd name="T0" fmla="*/ 133 w 133"/>
              <a:gd name="T1" fmla="*/ 121 h 146"/>
              <a:gd name="T2" fmla="*/ 126 w 133"/>
              <a:gd name="T3" fmla="*/ 139 h 146"/>
              <a:gd name="T4" fmla="*/ 108 w 133"/>
              <a:gd name="T5" fmla="*/ 146 h 146"/>
              <a:gd name="T6" fmla="*/ 25 w 133"/>
              <a:gd name="T7" fmla="*/ 146 h 146"/>
              <a:gd name="T8" fmla="*/ 7 w 133"/>
              <a:gd name="T9" fmla="*/ 139 h 146"/>
              <a:gd name="T10" fmla="*/ 0 w 133"/>
              <a:gd name="T11" fmla="*/ 121 h 146"/>
              <a:gd name="T12" fmla="*/ 0 w 133"/>
              <a:gd name="T13" fmla="*/ 111 h 146"/>
              <a:gd name="T14" fmla="*/ 2 w 133"/>
              <a:gd name="T15" fmla="*/ 101 h 146"/>
              <a:gd name="T16" fmla="*/ 4 w 133"/>
              <a:gd name="T17" fmla="*/ 91 h 146"/>
              <a:gd name="T18" fmla="*/ 8 w 133"/>
              <a:gd name="T19" fmla="*/ 82 h 146"/>
              <a:gd name="T20" fmla="*/ 14 w 133"/>
              <a:gd name="T21" fmla="*/ 74 h 146"/>
              <a:gd name="T22" fmla="*/ 22 w 133"/>
              <a:gd name="T23" fmla="*/ 69 h 146"/>
              <a:gd name="T24" fmla="*/ 33 w 133"/>
              <a:gd name="T25" fmla="*/ 67 h 146"/>
              <a:gd name="T26" fmla="*/ 37 w 133"/>
              <a:gd name="T27" fmla="*/ 69 h 146"/>
              <a:gd name="T28" fmla="*/ 44 w 133"/>
              <a:gd name="T29" fmla="*/ 73 h 146"/>
              <a:gd name="T30" fmla="*/ 54 w 133"/>
              <a:gd name="T31" fmla="*/ 78 h 146"/>
              <a:gd name="T32" fmla="*/ 66 w 133"/>
              <a:gd name="T33" fmla="*/ 80 h 146"/>
              <a:gd name="T34" fmla="*/ 79 w 133"/>
              <a:gd name="T35" fmla="*/ 78 h 146"/>
              <a:gd name="T36" fmla="*/ 89 w 133"/>
              <a:gd name="T37" fmla="*/ 73 h 146"/>
              <a:gd name="T38" fmla="*/ 96 w 133"/>
              <a:gd name="T39" fmla="*/ 69 h 146"/>
              <a:gd name="T40" fmla="*/ 100 w 133"/>
              <a:gd name="T41" fmla="*/ 67 h 146"/>
              <a:gd name="T42" fmla="*/ 111 w 133"/>
              <a:gd name="T43" fmla="*/ 69 h 146"/>
              <a:gd name="T44" fmla="*/ 119 w 133"/>
              <a:gd name="T45" fmla="*/ 74 h 146"/>
              <a:gd name="T46" fmla="*/ 125 w 133"/>
              <a:gd name="T47" fmla="*/ 82 h 146"/>
              <a:gd name="T48" fmla="*/ 129 w 133"/>
              <a:gd name="T49" fmla="*/ 91 h 146"/>
              <a:gd name="T50" fmla="*/ 131 w 133"/>
              <a:gd name="T51" fmla="*/ 101 h 146"/>
              <a:gd name="T52" fmla="*/ 133 w 133"/>
              <a:gd name="T53" fmla="*/ 111 h 146"/>
              <a:gd name="T54" fmla="*/ 133 w 133"/>
              <a:gd name="T55" fmla="*/ 121 h 146"/>
              <a:gd name="T56" fmla="*/ 92 w 133"/>
              <a:gd name="T57" fmla="*/ 11 h 146"/>
              <a:gd name="T58" fmla="*/ 103 w 133"/>
              <a:gd name="T59" fmla="*/ 37 h 146"/>
              <a:gd name="T60" fmla="*/ 92 w 133"/>
              <a:gd name="T61" fmla="*/ 62 h 146"/>
              <a:gd name="T62" fmla="*/ 66 w 133"/>
              <a:gd name="T63" fmla="*/ 73 h 146"/>
              <a:gd name="T64" fmla="*/ 41 w 133"/>
              <a:gd name="T65" fmla="*/ 62 h 146"/>
              <a:gd name="T66" fmla="*/ 30 w 133"/>
              <a:gd name="T67" fmla="*/ 37 h 146"/>
              <a:gd name="T68" fmla="*/ 41 w 133"/>
              <a:gd name="T69" fmla="*/ 11 h 146"/>
              <a:gd name="T70" fmla="*/ 66 w 133"/>
              <a:gd name="T71" fmla="*/ 0 h 146"/>
              <a:gd name="T72" fmla="*/ 92 w 133"/>
              <a:gd name="T73" fmla="*/ 11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33" h="146">
                <a:moveTo>
                  <a:pt x="133" y="121"/>
                </a:moveTo>
                <a:cubicBezTo>
                  <a:pt x="133" y="129"/>
                  <a:pt x="131" y="135"/>
                  <a:pt x="126" y="139"/>
                </a:cubicBezTo>
                <a:cubicBezTo>
                  <a:pt x="121" y="143"/>
                  <a:pt x="115" y="146"/>
                  <a:pt x="108" y="146"/>
                </a:cubicBezTo>
                <a:cubicBezTo>
                  <a:pt x="25" y="146"/>
                  <a:pt x="25" y="146"/>
                  <a:pt x="25" y="146"/>
                </a:cubicBezTo>
                <a:cubicBezTo>
                  <a:pt x="17" y="146"/>
                  <a:pt x="11" y="143"/>
                  <a:pt x="7" y="139"/>
                </a:cubicBezTo>
                <a:cubicBezTo>
                  <a:pt x="2" y="135"/>
                  <a:pt x="0" y="129"/>
                  <a:pt x="0" y="121"/>
                </a:cubicBezTo>
                <a:cubicBezTo>
                  <a:pt x="0" y="118"/>
                  <a:pt x="0" y="114"/>
                  <a:pt x="0" y="111"/>
                </a:cubicBezTo>
                <a:cubicBezTo>
                  <a:pt x="0" y="108"/>
                  <a:pt x="1" y="105"/>
                  <a:pt x="2" y="101"/>
                </a:cubicBezTo>
                <a:cubicBezTo>
                  <a:pt x="2" y="97"/>
                  <a:pt x="3" y="94"/>
                  <a:pt x="4" y="91"/>
                </a:cubicBezTo>
                <a:cubicBezTo>
                  <a:pt x="5" y="88"/>
                  <a:pt x="6" y="85"/>
                  <a:pt x="8" y="82"/>
                </a:cubicBezTo>
                <a:cubicBezTo>
                  <a:pt x="10" y="79"/>
                  <a:pt x="12" y="76"/>
                  <a:pt x="14" y="74"/>
                </a:cubicBezTo>
                <a:cubicBezTo>
                  <a:pt x="16" y="72"/>
                  <a:pt x="19" y="70"/>
                  <a:pt x="22" y="69"/>
                </a:cubicBezTo>
                <a:cubicBezTo>
                  <a:pt x="25" y="68"/>
                  <a:pt x="29" y="67"/>
                  <a:pt x="33" y="67"/>
                </a:cubicBezTo>
                <a:cubicBezTo>
                  <a:pt x="33" y="67"/>
                  <a:pt x="34" y="68"/>
                  <a:pt x="37" y="69"/>
                </a:cubicBezTo>
                <a:cubicBezTo>
                  <a:pt x="39" y="70"/>
                  <a:pt x="41" y="72"/>
                  <a:pt x="44" y="73"/>
                </a:cubicBezTo>
                <a:cubicBezTo>
                  <a:pt x="46" y="75"/>
                  <a:pt x="50" y="77"/>
                  <a:pt x="54" y="78"/>
                </a:cubicBezTo>
                <a:cubicBezTo>
                  <a:pt x="58" y="79"/>
                  <a:pt x="62" y="80"/>
                  <a:pt x="66" y="80"/>
                </a:cubicBezTo>
                <a:cubicBezTo>
                  <a:pt x="71" y="80"/>
                  <a:pt x="75" y="79"/>
                  <a:pt x="79" y="78"/>
                </a:cubicBezTo>
                <a:cubicBezTo>
                  <a:pt x="83" y="77"/>
                  <a:pt x="87" y="75"/>
                  <a:pt x="89" y="73"/>
                </a:cubicBezTo>
                <a:cubicBezTo>
                  <a:pt x="92" y="72"/>
                  <a:pt x="94" y="70"/>
                  <a:pt x="96" y="69"/>
                </a:cubicBezTo>
                <a:cubicBezTo>
                  <a:pt x="98" y="68"/>
                  <a:pt x="100" y="67"/>
                  <a:pt x="100" y="67"/>
                </a:cubicBezTo>
                <a:cubicBezTo>
                  <a:pt x="104" y="67"/>
                  <a:pt x="108" y="68"/>
                  <a:pt x="111" y="69"/>
                </a:cubicBezTo>
                <a:cubicBezTo>
                  <a:pt x="114" y="70"/>
                  <a:pt x="117" y="72"/>
                  <a:pt x="119" y="74"/>
                </a:cubicBezTo>
                <a:cubicBezTo>
                  <a:pt x="121" y="76"/>
                  <a:pt x="123" y="79"/>
                  <a:pt x="125" y="82"/>
                </a:cubicBezTo>
                <a:cubicBezTo>
                  <a:pt x="126" y="85"/>
                  <a:pt x="128" y="88"/>
                  <a:pt x="129" y="91"/>
                </a:cubicBezTo>
                <a:cubicBezTo>
                  <a:pt x="130" y="94"/>
                  <a:pt x="131" y="97"/>
                  <a:pt x="131" y="101"/>
                </a:cubicBezTo>
                <a:cubicBezTo>
                  <a:pt x="132" y="105"/>
                  <a:pt x="132" y="108"/>
                  <a:pt x="133" y="111"/>
                </a:cubicBezTo>
                <a:cubicBezTo>
                  <a:pt x="133" y="114"/>
                  <a:pt x="133" y="118"/>
                  <a:pt x="133" y="121"/>
                </a:cubicBezTo>
                <a:close/>
                <a:moveTo>
                  <a:pt x="92" y="11"/>
                </a:moveTo>
                <a:cubicBezTo>
                  <a:pt x="99" y="18"/>
                  <a:pt x="103" y="27"/>
                  <a:pt x="103" y="37"/>
                </a:cubicBezTo>
                <a:cubicBezTo>
                  <a:pt x="103" y="47"/>
                  <a:pt x="99" y="55"/>
                  <a:pt x="92" y="62"/>
                </a:cubicBezTo>
                <a:cubicBezTo>
                  <a:pt x="85" y="69"/>
                  <a:pt x="76" y="73"/>
                  <a:pt x="66" y="73"/>
                </a:cubicBezTo>
                <a:cubicBezTo>
                  <a:pt x="56" y="73"/>
                  <a:pt x="48" y="69"/>
                  <a:pt x="41" y="62"/>
                </a:cubicBezTo>
                <a:cubicBezTo>
                  <a:pt x="34" y="55"/>
                  <a:pt x="30" y="47"/>
                  <a:pt x="30" y="37"/>
                </a:cubicBezTo>
                <a:cubicBezTo>
                  <a:pt x="30" y="27"/>
                  <a:pt x="34" y="18"/>
                  <a:pt x="41" y="11"/>
                </a:cubicBezTo>
                <a:cubicBezTo>
                  <a:pt x="48" y="4"/>
                  <a:pt x="56" y="0"/>
                  <a:pt x="66" y="0"/>
                </a:cubicBezTo>
                <a:cubicBezTo>
                  <a:pt x="76" y="0"/>
                  <a:pt x="85" y="4"/>
                  <a:pt x="92" y="1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1" name="Freeform 13"/>
          <p:cNvSpPr>
            <a:spLocks noEditPoints="1"/>
          </p:cNvSpPr>
          <p:nvPr/>
        </p:nvSpPr>
        <p:spPr bwMode="auto">
          <a:xfrm>
            <a:off x="3110447" y="1394327"/>
            <a:ext cx="259332" cy="226915"/>
          </a:xfrm>
          <a:custGeom>
            <a:avLst/>
            <a:gdLst>
              <a:gd name="T0" fmla="*/ 177 w 181"/>
              <a:gd name="T1" fmla="*/ 153 h 158"/>
              <a:gd name="T2" fmla="*/ 4 w 181"/>
              <a:gd name="T3" fmla="*/ 153 h 158"/>
              <a:gd name="T4" fmla="*/ 4 w 181"/>
              <a:gd name="T5" fmla="*/ 5 h 158"/>
              <a:gd name="T6" fmla="*/ 177 w 181"/>
              <a:gd name="T7" fmla="*/ 5 h 158"/>
              <a:gd name="T8" fmla="*/ 36 w 181"/>
              <a:gd name="T9" fmla="*/ 19 h 158"/>
              <a:gd name="T10" fmla="*/ 18 w 181"/>
              <a:gd name="T11" fmla="*/ 12 h 158"/>
              <a:gd name="T12" fmla="*/ 12 w 181"/>
              <a:gd name="T13" fmla="*/ 31 h 158"/>
              <a:gd name="T14" fmla="*/ 30 w 181"/>
              <a:gd name="T15" fmla="*/ 37 h 158"/>
              <a:gd name="T16" fmla="*/ 36 w 181"/>
              <a:gd name="T17" fmla="*/ 67 h 158"/>
              <a:gd name="T18" fmla="*/ 30 w 181"/>
              <a:gd name="T19" fmla="*/ 49 h 158"/>
              <a:gd name="T20" fmla="*/ 12 w 181"/>
              <a:gd name="T21" fmla="*/ 55 h 158"/>
              <a:gd name="T22" fmla="*/ 18 w 181"/>
              <a:gd name="T23" fmla="*/ 73 h 158"/>
              <a:gd name="T24" fmla="*/ 36 w 181"/>
              <a:gd name="T25" fmla="*/ 67 h 158"/>
              <a:gd name="T26" fmla="*/ 34 w 181"/>
              <a:gd name="T27" fmla="*/ 87 h 158"/>
              <a:gd name="T28" fmla="*/ 14 w 181"/>
              <a:gd name="T29" fmla="*/ 87 h 158"/>
              <a:gd name="T30" fmla="*/ 14 w 181"/>
              <a:gd name="T31" fmla="*/ 107 h 158"/>
              <a:gd name="T32" fmla="*/ 34 w 181"/>
              <a:gd name="T33" fmla="*/ 107 h 158"/>
              <a:gd name="T34" fmla="*/ 36 w 181"/>
              <a:gd name="T35" fmla="*/ 127 h 158"/>
              <a:gd name="T36" fmla="*/ 18 w 181"/>
              <a:gd name="T37" fmla="*/ 121 h 158"/>
              <a:gd name="T38" fmla="*/ 12 w 181"/>
              <a:gd name="T39" fmla="*/ 140 h 158"/>
              <a:gd name="T40" fmla="*/ 30 w 181"/>
              <a:gd name="T41" fmla="*/ 146 h 158"/>
              <a:gd name="T42" fmla="*/ 133 w 181"/>
              <a:gd name="T43" fmla="*/ 67 h 158"/>
              <a:gd name="T44" fmla="*/ 127 w 181"/>
              <a:gd name="T45" fmla="*/ 12 h 158"/>
              <a:gd name="T46" fmla="*/ 48 w 181"/>
              <a:gd name="T47" fmla="*/ 19 h 158"/>
              <a:gd name="T48" fmla="*/ 54 w 181"/>
              <a:gd name="T49" fmla="*/ 73 h 158"/>
              <a:gd name="T50" fmla="*/ 133 w 181"/>
              <a:gd name="T51" fmla="*/ 67 h 158"/>
              <a:gd name="T52" fmla="*/ 131 w 181"/>
              <a:gd name="T53" fmla="*/ 87 h 158"/>
              <a:gd name="T54" fmla="*/ 50 w 181"/>
              <a:gd name="T55" fmla="*/ 87 h 158"/>
              <a:gd name="T56" fmla="*/ 50 w 181"/>
              <a:gd name="T57" fmla="*/ 144 h 158"/>
              <a:gd name="T58" fmla="*/ 131 w 181"/>
              <a:gd name="T59" fmla="*/ 144 h 158"/>
              <a:gd name="T60" fmla="*/ 169 w 181"/>
              <a:gd name="T61" fmla="*/ 19 h 158"/>
              <a:gd name="T62" fmla="*/ 151 w 181"/>
              <a:gd name="T63" fmla="*/ 12 h 158"/>
              <a:gd name="T64" fmla="*/ 145 w 181"/>
              <a:gd name="T65" fmla="*/ 31 h 158"/>
              <a:gd name="T66" fmla="*/ 163 w 181"/>
              <a:gd name="T67" fmla="*/ 37 h 158"/>
              <a:gd name="T68" fmla="*/ 169 w 181"/>
              <a:gd name="T69" fmla="*/ 67 h 158"/>
              <a:gd name="T70" fmla="*/ 163 w 181"/>
              <a:gd name="T71" fmla="*/ 49 h 158"/>
              <a:gd name="T72" fmla="*/ 145 w 181"/>
              <a:gd name="T73" fmla="*/ 55 h 158"/>
              <a:gd name="T74" fmla="*/ 151 w 181"/>
              <a:gd name="T75" fmla="*/ 73 h 158"/>
              <a:gd name="T76" fmla="*/ 169 w 181"/>
              <a:gd name="T77" fmla="*/ 67 h 158"/>
              <a:gd name="T78" fmla="*/ 167 w 181"/>
              <a:gd name="T79" fmla="*/ 87 h 158"/>
              <a:gd name="T80" fmla="*/ 147 w 181"/>
              <a:gd name="T81" fmla="*/ 87 h 158"/>
              <a:gd name="T82" fmla="*/ 147 w 181"/>
              <a:gd name="T83" fmla="*/ 107 h 158"/>
              <a:gd name="T84" fmla="*/ 167 w 181"/>
              <a:gd name="T85" fmla="*/ 107 h 158"/>
              <a:gd name="T86" fmla="*/ 169 w 181"/>
              <a:gd name="T87" fmla="*/ 127 h 158"/>
              <a:gd name="T88" fmla="*/ 151 w 181"/>
              <a:gd name="T89" fmla="*/ 121 h 158"/>
              <a:gd name="T90" fmla="*/ 145 w 181"/>
              <a:gd name="T91" fmla="*/ 140 h 158"/>
              <a:gd name="T92" fmla="*/ 163 w 181"/>
              <a:gd name="T93" fmla="*/ 146 h 1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81" h="158">
                <a:moveTo>
                  <a:pt x="181" y="15"/>
                </a:moveTo>
                <a:cubicBezTo>
                  <a:pt x="181" y="143"/>
                  <a:pt x="181" y="143"/>
                  <a:pt x="181" y="143"/>
                </a:cubicBezTo>
                <a:cubicBezTo>
                  <a:pt x="181" y="147"/>
                  <a:pt x="180" y="150"/>
                  <a:pt x="177" y="153"/>
                </a:cubicBezTo>
                <a:cubicBezTo>
                  <a:pt x="174" y="156"/>
                  <a:pt x="170" y="158"/>
                  <a:pt x="166" y="158"/>
                </a:cubicBezTo>
                <a:cubicBezTo>
                  <a:pt x="15" y="158"/>
                  <a:pt x="15" y="158"/>
                  <a:pt x="15" y="158"/>
                </a:cubicBezTo>
                <a:cubicBezTo>
                  <a:pt x="11" y="158"/>
                  <a:pt x="7" y="156"/>
                  <a:pt x="4" y="153"/>
                </a:cubicBezTo>
                <a:cubicBezTo>
                  <a:pt x="1" y="150"/>
                  <a:pt x="0" y="147"/>
                  <a:pt x="0" y="143"/>
                </a:cubicBezTo>
                <a:cubicBezTo>
                  <a:pt x="0" y="15"/>
                  <a:pt x="0" y="15"/>
                  <a:pt x="0" y="15"/>
                </a:cubicBezTo>
                <a:cubicBezTo>
                  <a:pt x="0" y="11"/>
                  <a:pt x="1" y="8"/>
                  <a:pt x="4" y="5"/>
                </a:cubicBezTo>
                <a:cubicBezTo>
                  <a:pt x="7" y="2"/>
                  <a:pt x="11" y="0"/>
                  <a:pt x="15" y="0"/>
                </a:cubicBezTo>
                <a:cubicBezTo>
                  <a:pt x="166" y="0"/>
                  <a:pt x="166" y="0"/>
                  <a:pt x="166" y="0"/>
                </a:cubicBezTo>
                <a:cubicBezTo>
                  <a:pt x="170" y="0"/>
                  <a:pt x="174" y="2"/>
                  <a:pt x="177" y="5"/>
                </a:cubicBezTo>
                <a:cubicBezTo>
                  <a:pt x="180" y="8"/>
                  <a:pt x="181" y="11"/>
                  <a:pt x="181" y="15"/>
                </a:cubicBezTo>
                <a:close/>
                <a:moveTo>
                  <a:pt x="36" y="31"/>
                </a:moveTo>
                <a:cubicBezTo>
                  <a:pt x="36" y="19"/>
                  <a:pt x="36" y="19"/>
                  <a:pt x="36" y="19"/>
                </a:cubicBezTo>
                <a:cubicBezTo>
                  <a:pt x="36" y="17"/>
                  <a:pt x="35" y="15"/>
                  <a:pt x="34" y="14"/>
                </a:cubicBezTo>
                <a:cubicBezTo>
                  <a:pt x="33" y="13"/>
                  <a:pt x="32" y="12"/>
                  <a:pt x="30" y="12"/>
                </a:cubicBezTo>
                <a:cubicBezTo>
                  <a:pt x="18" y="12"/>
                  <a:pt x="18" y="12"/>
                  <a:pt x="18" y="12"/>
                </a:cubicBezTo>
                <a:cubicBezTo>
                  <a:pt x="16" y="12"/>
                  <a:pt x="15" y="13"/>
                  <a:pt x="14" y="14"/>
                </a:cubicBezTo>
                <a:cubicBezTo>
                  <a:pt x="12" y="15"/>
                  <a:pt x="12" y="17"/>
                  <a:pt x="12" y="19"/>
                </a:cubicBezTo>
                <a:cubicBezTo>
                  <a:pt x="12" y="31"/>
                  <a:pt x="12" y="31"/>
                  <a:pt x="12" y="31"/>
                </a:cubicBezTo>
                <a:cubicBezTo>
                  <a:pt x="12" y="32"/>
                  <a:pt x="12" y="34"/>
                  <a:pt x="14" y="35"/>
                </a:cubicBezTo>
                <a:cubicBezTo>
                  <a:pt x="15" y="36"/>
                  <a:pt x="16" y="37"/>
                  <a:pt x="18" y="37"/>
                </a:cubicBezTo>
                <a:cubicBezTo>
                  <a:pt x="30" y="37"/>
                  <a:pt x="30" y="37"/>
                  <a:pt x="30" y="37"/>
                </a:cubicBezTo>
                <a:cubicBezTo>
                  <a:pt x="32" y="37"/>
                  <a:pt x="33" y="36"/>
                  <a:pt x="34" y="35"/>
                </a:cubicBezTo>
                <a:cubicBezTo>
                  <a:pt x="35" y="34"/>
                  <a:pt x="36" y="32"/>
                  <a:pt x="36" y="31"/>
                </a:cubicBezTo>
                <a:close/>
                <a:moveTo>
                  <a:pt x="36" y="67"/>
                </a:moveTo>
                <a:cubicBezTo>
                  <a:pt x="36" y="55"/>
                  <a:pt x="36" y="55"/>
                  <a:pt x="36" y="55"/>
                </a:cubicBezTo>
                <a:cubicBezTo>
                  <a:pt x="36" y="53"/>
                  <a:pt x="35" y="52"/>
                  <a:pt x="34" y="51"/>
                </a:cubicBezTo>
                <a:cubicBezTo>
                  <a:pt x="33" y="49"/>
                  <a:pt x="32" y="49"/>
                  <a:pt x="30" y="49"/>
                </a:cubicBezTo>
                <a:cubicBezTo>
                  <a:pt x="18" y="49"/>
                  <a:pt x="18" y="49"/>
                  <a:pt x="18" y="49"/>
                </a:cubicBezTo>
                <a:cubicBezTo>
                  <a:pt x="16" y="49"/>
                  <a:pt x="15" y="49"/>
                  <a:pt x="14" y="51"/>
                </a:cubicBezTo>
                <a:cubicBezTo>
                  <a:pt x="12" y="52"/>
                  <a:pt x="12" y="53"/>
                  <a:pt x="12" y="55"/>
                </a:cubicBezTo>
                <a:cubicBezTo>
                  <a:pt x="12" y="67"/>
                  <a:pt x="12" y="67"/>
                  <a:pt x="12" y="67"/>
                </a:cubicBezTo>
                <a:cubicBezTo>
                  <a:pt x="12" y="69"/>
                  <a:pt x="12" y="70"/>
                  <a:pt x="14" y="71"/>
                </a:cubicBezTo>
                <a:cubicBezTo>
                  <a:pt x="15" y="72"/>
                  <a:pt x="16" y="73"/>
                  <a:pt x="18" y="73"/>
                </a:cubicBezTo>
                <a:cubicBezTo>
                  <a:pt x="30" y="73"/>
                  <a:pt x="30" y="73"/>
                  <a:pt x="30" y="73"/>
                </a:cubicBezTo>
                <a:cubicBezTo>
                  <a:pt x="32" y="73"/>
                  <a:pt x="33" y="72"/>
                  <a:pt x="34" y="71"/>
                </a:cubicBezTo>
                <a:cubicBezTo>
                  <a:pt x="35" y="70"/>
                  <a:pt x="36" y="69"/>
                  <a:pt x="36" y="67"/>
                </a:cubicBezTo>
                <a:close/>
                <a:moveTo>
                  <a:pt x="36" y="103"/>
                </a:moveTo>
                <a:cubicBezTo>
                  <a:pt x="36" y="91"/>
                  <a:pt x="36" y="91"/>
                  <a:pt x="36" y="91"/>
                </a:cubicBezTo>
                <a:cubicBezTo>
                  <a:pt x="36" y="89"/>
                  <a:pt x="35" y="88"/>
                  <a:pt x="34" y="87"/>
                </a:cubicBezTo>
                <a:cubicBezTo>
                  <a:pt x="33" y="86"/>
                  <a:pt x="32" y="85"/>
                  <a:pt x="30" y="85"/>
                </a:cubicBezTo>
                <a:cubicBezTo>
                  <a:pt x="18" y="85"/>
                  <a:pt x="18" y="85"/>
                  <a:pt x="18" y="85"/>
                </a:cubicBezTo>
                <a:cubicBezTo>
                  <a:pt x="16" y="85"/>
                  <a:pt x="15" y="86"/>
                  <a:pt x="14" y="87"/>
                </a:cubicBezTo>
                <a:cubicBezTo>
                  <a:pt x="12" y="88"/>
                  <a:pt x="12" y="89"/>
                  <a:pt x="12" y="91"/>
                </a:cubicBezTo>
                <a:cubicBezTo>
                  <a:pt x="12" y="103"/>
                  <a:pt x="12" y="103"/>
                  <a:pt x="12" y="103"/>
                </a:cubicBezTo>
                <a:cubicBezTo>
                  <a:pt x="12" y="105"/>
                  <a:pt x="12" y="106"/>
                  <a:pt x="14" y="107"/>
                </a:cubicBezTo>
                <a:cubicBezTo>
                  <a:pt x="15" y="109"/>
                  <a:pt x="16" y="109"/>
                  <a:pt x="18" y="109"/>
                </a:cubicBezTo>
                <a:cubicBezTo>
                  <a:pt x="30" y="109"/>
                  <a:pt x="30" y="109"/>
                  <a:pt x="30" y="109"/>
                </a:cubicBezTo>
                <a:cubicBezTo>
                  <a:pt x="32" y="109"/>
                  <a:pt x="33" y="109"/>
                  <a:pt x="34" y="107"/>
                </a:cubicBezTo>
                <a:cubicBezTo>
                  <a:pt x="35" y="106"/>
                  <a:pt x="36" y="105"/>
                  <a:pt x="36" y="103"/>
                </a:cubicBezTo>
                <a:close/>
                <a:moveTo>
                  <a:pt x="36" y="140"/>
                </a:moveTo>
                <a:cubicBezTo>
                  <a:pt x="36" y="127"/>
                  <a:pt x="36" y="127"/>
                  <a:pt x="36" y="127"/>
                </a:cubicBezTo>
                <a:cubicBezTo>
                  <a:pt x="36" y="126"/>
                  <a:pt x="35" y="124"/>
                  <a:pt x="34" y="123"/>
                </a:cubicBezTo>
                <a:cubicBezTo>
                  <a:pt x="33" y="122"/>
                  <a:pt x="32" y="121"/>
                  <a:pt x="30" y="121"/>
                </a:cubicBezTo>
                <a:cubicBezTo>
                  <a:pt x="18" y="121"/>
                  <a:pt x="18" y="121"/>
                  <a:pt x="18" y="121"/>
                </a:cubicBezTo>
                <a:cubicBezTo>
                  <a:pt x="16" y="121"/>
                  <a:pt x="15" y="122"/>
                  <a:pt x="14" y="123"/>
                </a:cubicBezTo>
                <a:cubicBezTo>
                  <a:pt x="12" y="124"/>
                  <a:pt x="12" y="126"/>
                  <a:pt x="12" y="127"/>
                </a:cubicBezTo>
                <a:cubicBezTo>
                  <a:pt x="12" y="140"/>
                  <a:pt x="12" y="140"/>
                  <a:pt x="12" y="140"/>
                </a:cubicBezTo>
                <a:cubicBezTo>
                  <a:pt x="12" y="141"/>
                  <a:pt x="12" y="143"/>
                  <a:pt x="14" y="144"/>
                </a:cubicBezTo>
                <a:cubicBezTo>
                  <a:pt x="15" y="145"/>
                  <a:pt x="16" y="146"/>
                  <a:pt x="18" y="146"/>
                </a:cubicBezTo>
                <a:cubicBezTo>
                  <a:pt x="30" y="146"/>
                  <a:pt x="30" y="146"/>
                  <a:pt x="30" y="146"/>
                </a:cubicBezTo>
                <a:cubicBezTo>
                  <a:pt x="32" y="146"/>
                  <a:pt x="33" y="145"/>
                  <a:pt x="34" y="144"/>
                </a:cubicBezTo>
                <a:cubicBezTo>
                  <a:pt x="35" y="143"/>
                  <a:pt x="36" y="141"/>
                  <a:pt x="36" y="140"/>
                </a:cubicBezTo>
                <a:close/>
                <a:moveTo>
                  <a:pt x="133" y="67"/>
                </a:moveTo>
                <a:cubicBezTo>
                  <a:pt x="133" y="19"/>
                  <a:pt x="133" y="19"/>
                  <a:pt x="133" y="19"/>
                </a:cubicBezTo>
                <a:cubicBezTo>
                  <a:pt x="133" y="17"/>
                  <a:pt x="132" y="15"/>
                  <a:pt x="131" y="14"/>
                </a:cubicBezTo>
                <a:cubicBezTo>
                  <a:pt x="130" y="13"/>
                  <a:pt x="128" y="12"/>
                  <a:pt x="127" y="12"/>
                </a:cubicBezTo>
                <a:cubicBezTo>
                  <a:pt x="54" y="12"/>
                  <a:pt x="54" y="12"/>
                  <a:pt x="54" y="12"/>
                </a:cubicBezTo>
                <a:cubicBezTo>
                  <a:pt x="52" y="12"/>
                  <a:pt x="51" y="13"/>
                  <a:pt x="50" y="14"/>
                </a:cubicBezTo>
                <a:cubicBezTo>
                  <a:pt x="49" y="15"/>
                  <a:pt x="48" y="17"/>
                  <a:pt x="48" y="19"/>
                </a:cubicBezTo>
                <a:cubicBezTo>
                  <a:pt x="48" y="67"/>
                  <a:pt x="48" y="67"/>
                  <a:pt x="48" y="67"/>
                </a:cubicBezTo>
                <a:cubicBezTo>
                  <a:pt x="48" y="69"/>
                  <a:pt x="49" y="70"/>
                  <a:pt x="50" y="71"/>
                </a:cubicBezTo>
                <a:cubicBezTo>
                  <a:pt x="51" y="72"/>
                  <a:pt x="52" y="73"/>
                  <a:pt x="54" y="73"/>
                </a:cubicBezTo>
                <a:cubicBezTo>
                  <a:pt x="127" y="73"/>
                  <a:pt x="127" y="73"/>
                  <a:pt x="127" y="73"/>
                </a:cubicBezTo>
                <a:cubicBezTo>
                  <a:pt x="128" y="73"/>
                  <a:pt x="130" y="72"/>
                  <a:pt x="131" y="71"/>
                </a:cubicBezTo>
                <a:cubicBezTo>
                  <a:pt x="132" y="70"/>
                  <a:pt x="133" y="69"/>
                  <a:pt x="133" y="67"/>
                </a:cubicBezTo>
                <a:close/>
                <a:moveTo>
                  <a:pt x="133" y="140"/>
                </a:moveTo>
                <a:cubicBezTo>
                  <a:pt x="133" y="91"/>
                  <a:pt x="133" y="91"/>
                  <a:pt x="133" y="91"/>
                </a:cubicBezTo>
                <a:cubicBezTo>
                  <a:pt x="133" y="89"/>
                  <a:pt x="132" y="88"/>
                  <a:pt x="131" y="87"/>
                </a:cubicBezTo>
                <a:cubicBezTo>
                  <a:pt x="130" y="86"/>
                  <a:pt x="128" y="85"/>
                  <a:pt x="127" y="85"/>
                </a:cubicBezTo>
                <a:cubicBezTo>
                  <a:pt x="54" y="85"/>
                  <a:pt x="54" y="85"/>
                  <a:pt x="54" y="85"/>
                </a:cubicBezTo>
                <a:cubicBezTo>
                  <a:pt x="52" y="85"/>
                  <a:pt x="51" y="86"/>
                  <a:pt x="50" y="87"/>
                </a:cubicBezTo>
                <a:cubicBezTo>
                  <a:pt x="49" y="88"/>
                  <a:pt x="48" y="89"/>
                  <a:pt x="48" y="91"/>
                </a:cubicBezTo>
                <a:cubicBezTo>
                  <a:pt x="48" y="140"/>
                  <a:pt x="48" y="140"/>
                  <a:pt x="48" y="140"/>
                </a:cubicBezTo>
                <a:cubicBezTo>
                  <a:pt x="48" y="141"/>
                  <a:pt x="49" y="143"/>
                  <a:pt x="50" y="144"/>
                </a:cubicBezTo>
                <a:cubicBezTo>
                  <a:pt x="51" y="145"/>
                  <a:pt x="52" y="146"/>
                  <a:pt x="54" y="146"/>
                </a:cubicBezTo>
                <a:cubicBezTo>
                  <a:pt x="127" y="146"/>
                  <a:pt x="127" y="146"/>
                  <a:pt x="127" y="146"/>
                </a:cubicBezTo>
                <a:cubicBezTo>
                  <a:pt x="128" y="146"/>
                  <a:pt x="130" y="145"/>
                  <a:pt x="131" y="144"/>
                </a:cubicBezTo>
                <a:cubicBezTo>
                  <a:pt x="132" y="143"/>
                  <a:pt x="133" y="141"/>
                  <a:pt x="133" y="140"/>
                </a:cubicBezTo>
                <a:close/>
                <a:moveTo>
                  <a:pt x="169" y="31"/>
                </a:moveTo>
                <a:cubicBezTo>
                  <a:pt x="169" y="19"/>
                  <a:pt x="169" y="19"/>
                  <a:pt x="169" y="19"/>
                </a:cubicBezTo>
                <a:cubicBezTo>
                  <a:pt x="169" y="17"/>
                  <a:pt x="168" y="15"/>
                  <a:pt x="167" y="14"/>
                </a:cubicBezTo>
                <a:cubicBezTo>
                  <a:pt x="166" y="13"/>
                  <a:pt x="165" y="12"/>
                  <a:pt x="163" y="12"/>
                </a:cubicBezTo>
                <a:cubicBezTo>
                  <a:pt x="151" y="12"/>
                  <a:pt x="151" y="12"/>
                  <a:pt x="151" y="12"/>
                </a:cubicBezTo>
                <a:cubicBezTo>
                  <a:pt x="149" y="12"/>
                  <a:pt x="148" y="13"/>
                  <a:pt x="147" y="14"/>
                </a:cubicBezTo>
                <a:cubicBezTo>
                  <a:pt x="145" y="15"/>
                  <a:pt x="145" y="17"/>
                  <a:pt x="145" y="19"/>
                </a:cubicBezTo>
                <a:cubicBezTo>
                  <a:pt x="145" y="31"/>
                  <a:pt x="145" y="31"/>
                  <a:pt x="145" y="31"/>
                </a:cubicBezTo>
                <a:cubicBezTo>
                  <a:pt x="145" y="32"/>
                  <a:pt x="145" y="34"/>
                  <a:pt x="147" y="35"/>
                </a:cubicBezTo>
                <a:cubicBezTo>
                  <a:pt x="148" y="36"/>
                  <a:pt x="149" y="37"/>
                  <a:pt x="151" y="37"/>
                </a:cubicBezTo>
                <a:cubicBezTo>
                  <a:pt x="163" y="37"/>
                  <a:pt x="163" y="37"/>
                  <a:pt x="163" y="37"/>
                </a:cubicBezTo>
                <a:cubicBezTo>
                  <a:pt x="165" y="37"/>
                  <a:pt x="166" y="36"/>
                  <a:pt x="167" y="35"/>
                </a:cubicBezTo>
                <a:cubicBezTo>
                  <a:pt x="168" y="34"/>
                  <a:pt x="169" y="32"/>
                  <a:pt x="169" y="31"/>
                </a:cubicBezTo>
                <a:close/>
                <a:moveTo>
                  <a:pt x="169" y="67"/>
                </a:moveTo>
                <a:cubicBezTo>
                  <a:pt x="169" y="55"/>
                  <a:pt x="169" y="55"/>
                  <a:pt x="169" y="55"/>
                </a:cubicBezTo>
                <a:cubicBezTo>
                  <a:pt x="169" y="53"/>
                  <a:pt x="168" y="52"/>
                  <a:pt x="167" y="51"/>
                </a:cubicBezTo>
                <a:cubicBezTo>
                  <a:pt x="166" y="49"/>
                  <a:pt x="165" y="49"/>
                  <a:pt x="163" y="49"/>
                </a:cubicBezTo>
                <a:cubicBezTo>
                  <a:pt x="151" y="49"/>
                  <a:pt x="151" y="49"/>
                  <a:pt x="151" y="49"/>
                </a:cubicBezTo>
                <a:cubicBezTo>
                  <a:pt x="149" y="49"/>
                  <a:pt x="148" y="49"/>
                  <a:pt x="147" y="51"/>
                </a:cubicBezTo>
                <a:cubicBezTo>
                  <a:pt x="145" y="52"/>
                  <a:pt x="145" y="53"/>
                  <a:pt x="145" y="55"/>
                </a:cubicBezTo>
                <a:cubicBezTo>
                  <a:pt x="145" y="67"/>
                  <a:pt x="145" y="67"/>
                  <a:pt x="145" y="67"/>
                </a:cubicBezTo>
                <a:cubicBezTo>
                  <a:pt x="145" y="69"/>
                  <a:pt x="145" y="70"/>
                  <a:pt x="147" y="71"/>
                </a:cubicBezTo>
                <a:cubicBezTo>
                  <a:pt x="148" y="72"/>
                  <a:pt x="149" y="73"/>
                  <a:pt x="151" y="73"/>
                </a:cubicBezTo>
                <a:cubicBezTo>
                  <a:pt x="163" y="73"/>
                  <a:pt x="163" y="73"/>
                  <a:pt x="163" y="73"/>
                </a:cubicBezTo>
                <a:cubicBezTo>
                  <a:pt x="165" y="73"/>
                  <a:pt x="166" y="72"/>
                  <a:pt x="167" y="71"/>
                </a:cubicBezTo>
                <a:cubicBezTo>
                  <a:pt x="168" y="70"/>
                  <a:pt x="169" y="69"/>
                  <a:pt x="169" y="67"/>
                </a:cubicBezTo>
                <a:close/>
                <a:moveTo>
                  <a:pt x="169" y="103"/>
                </a:moveTo>
                <a:cubicBezTo>
                  <a:pt x="169" y="91"/>
                  <a:pt x="169" y="91"/>
                  <a:pt x="169" y="91"/>
                </a:cubicBezTo>
                <a:cubicBezTo>
                  <a:pt x="169" y="89"/>
                  <a:pt x="168" y="88"/>
                  <a:pt x="167" y="87"/>
                </a:cubicBezTo>
                <a:cubicBezTo>
                  <a:pt x="166" y="86"/>
                  <a:pt x="165" y="85"/>
                  <a:pt x="163" y="85"/>
                </a:cubicBezTo>
                <a:cubicBezTo>
                  <a:pt x="151" y="85"/>
                  <a:pt x="151" y="85"/>
                  <a:pt x="151" y="85"/>
                </a:cubicBezTo>
                <a:cubicBezTo>
                  <a:pt x="149" y="85"/>
                  <a:pt x="148" y="86"/>
                  <a:pt x="147" y="87"/>
                </a:cubicBezTo>
                <a:cubicBezTo>
                  <a:pt x="145" y="88"/>
                  <a:pt x="145" y="89"/>
                  <a:pt x="145" y="91"/>
                </a:cubicBezTo>
                <a:cubicBezTo>
                  <a:pt x="145" y="103"/>
                  <a:pt x="145" y="103"/>
                  <a:pt x="145" y="103"/>
                </a:cubicBezTo>
                <a:cubicBezTo>
                  <a:pt x="145" y="105"/>
                  <a:pt x="145" y="106"/>
                  <a:pt x="147" y="107"/>
                </a:cubicBezTo>
                <a:cubicBezTo>
                  <a:pt x="148" y="109"/>
                  <a:pt x="149" y="109"/>
                  <a:pt x="151" y="109"/>
                </a:cubicBezTo>
                <a:cubicBezTo>
                  <a:pt x="163" y="109"/>
                  <a:pt x="163" y="109"/>
                  <a:pt x="163" y="109"/>
                </a:cubicBezTo>
                <a:cubicBezTo>
                  <a:pt x="165" y="109"/>
                  <a:pt x="166" y="109"/>
                  <a:pt x="167" y="107"/>
                </a:cubicBezTo>
                <a:cubicBezTo>
                  <a:pt x="168" y="106"/>
                  <a:pt x="169" y="105"/>
                  <a:pt x="169" y="103"/>
                </a:cubicBezTo>
                <a:close/>
                <a:moveTo>
                  <a:pt x="169" y="140"/>
                </a:moveTo>
                <a:cubicBezTo>
                  <a:pt x="169" y="127"/>
                  <a:pt x="169" y="127"/>
                  <a:pt x="169" y="127"/>
                </a:cubicBezTo>
                <a:cubicBezTo>
                  <a:pt x="169" y="126"/>
                  <a:pt x="168" y="124"/>
                  <a:pt x="167" y="123"/>
                </a:cubicBezTo>
                <a:cubicBezTo>
                  <a:pt x="166" y="122"/>
                  <a:pt x="165" y="121"/>
                  <a:pt x="163" y="121"/>
                </a:cubicBezTo>
                <a:cubicBezTo>
                  <a:pt x="151" y="121"/>
                  <a:pt x="151" y="121"/>
                  <a:pt x="151" y="121"/>
                </a:cubicBezTo>
                <a:cubicBezTo>
                  <a:pt x="149" y="121"/>
                  <a:pt x="148" y="122"/>
                  <a:pt x="147" y="123"/>
                </a:cubicBezTo>
                <a:cubicBezTo>
                  <a:pt x="145" y="124"/>
                  <a:pt x="145" y="126"/>
                  <a:pt x="145" y="127"/>
                </a:cubicBezTo>
                <a:cubicBezTo>
                  <a:pt x="145" y="140"/>
                  <a:pt x="145" y="140"/>
                  <a:pt x="145" y="140"/>
                </a:cubicBezTo>
                <a:cubicBezTo>
                  <a:pt x="145" y="141"/>
                  <a:pt x="145" y="143"/>
                  <a:pt x="147" y="144"/>
                </a:cubicBezTo>
                <a:cubicBezTo>
                  <a:pt x="148" y="145"/>
                  <a:pt x="149" y="146"/>
                  <a:pt x="151" y="146"/>
                </a:cubicBezTo>
                <a:cubicBezTo>
                  <a:pt x="163" y="146"/>
                  <a:pt x="163" y="146"/>
                  <a:pt x="163" y="146"/>
                </a:cubicBezTo>
                <a:cubicBezTo>
                  <a:pt x="165" y="146"/>
                  <a:pt x="166" y="145"/>
                  <a:pt x="167" y="144"/>
                </a:cubicBezTo>
                <a:cubicBezTo>
                  <a:pt x="168" y="143"/>
                  <a:pt x="169" y="141"/>
                  <a:pt x="169" y="14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2" name="Freeform 14"/>
          <p:cNvSpPr>
            <a:spLocks noEditPoints="1"/>
          </p:cNvSpPr>
          <p:nvPr/>
        </p:nvSpPr>
        <p:spPr bwMode="auto">
          <a:xfrm>
            <a:off x="3434611" y="1394328"/>
            <a:ext cx="224755" cy="192337"/>
          </a:xfrm>
          <a:custGeom>
            <a:avLst/>
            <a:gdLst>
              <a:gd name="T0" fmla="*/ 72 w 157"/>
              <a:gd name="T1" fmla="*/ 12 h 133"/>
              <a:gd name="T2" fmla="*/ 72 w 157"/>
              <a:gd name="T3" fmla="*/ 49 h 133"/>
              <a:gd name="T4" fmla="*/ 69 w 157"/>
              <a:gd name="T5" fmla="*/ 57 h 133"/>
              <a:gd name="T6" fmla="*/ 60 w 157"/>
              <a:gd name="T7" fmla="*/ 61 h 133"/>
              <a:gd name="T8" fmla="*/ 12 w 157"/>
              <a:gd name="T9" fmla="*/ 61 h 133"/>
              <a:gd name="T10" fmla="*/ 3 w 157"/>
              <a:gd name="T11" fmla="*/ 57 h 133"/>
              <a:gd name="T12" fmla="*/ 0 w 157"/>
              <a:gd name="T13" fmla="*/ 49 h 133"/>
              <a:gd name="T14" fmla="*/ 0 w 157"/>
              <a:gd name="T15" fmla="*/ 12 h 133"/>
              <a:gd name="T16" fmla="*/ 3 w 157"/>
              <a:gd name="T17" fmla="*/ 4 h 133"/>
              <a:gd name="T18" fmla="*/ 12 w 157"/>
              <a:gd name="T19" fmla="*/ 0 h 133"/>
              <a:gd name="T20" fmla="*/ 60 w 157"/>
              <a:gd name="T21" fmla="*/ 0 h 133"/>
              <a:gd name="T22" fmla="*/ 69 w 157"/>
              <a:gd name="T23" fmla="*/ 4 h 133"/>
              <a:gd name="T24" fmla="*/ 72 w 157"/>
              <a:gd name="T25" fmla="*/ 12 h 133"/>
              <a:gd name="T26" fmla="*/ 72 w 157"/>
              <a:gd name="T27" fmla="*/ 85 h 133"/>
              <a:gd name="T28" fmla="*/ 72 w 157"/>
              <a:gd name="T29" fmla="*/ 121 h 133"/>
              <a:gd name="T30" fmla="*/ 69 w 157"/>
              <a:gd name="T31" fmla="*/ 130 h 133"/>
              <a:gd name="T32" fmla="*/ 60 w 157"/>
              <a:gd name="T33" fmla="*/ 133 h 133"/>
              <a:gd name="T34" fmla="*/ 12 w 157"/>
              <a:gd name="T35" fmla="*/ 133 h 133"/>
              <a:gd name="T36" fmla="*/ 3 w 157"/>
              <a:gd name="T37" fmla="*/ 130 h 133"/>
              <a:gd name="T38" fmla="*/ 0 w 157"/>
              <a:gd name="T39" fmla="*/ 121 h 133"/>
              <a:gd name="T40" fmla="*/ 0 w 157"/>
              <a:gd name="T41" fmla="*/ 85 h 133"/>
              <a:gd name="T42" fmla="*/ 3 w 157"/>
              <a:gd name="T43" fmla="*/ 77 h 133"/>
              <a:gd name="T44" fmla="*/ 12 w 157"/>
              <a:gd name="T45" fmla="*/ 73 h 133"/>
              <a:gd name="T46" fmla="*/ 60 w 157"/>
              <a:gd name="T47" fmla="*/ 73 h 133"/>
              <a:gd name="T48" fmla="*/ 69 w 157"/>
              <a:gd name="T49" fmla="*/ 77 h 133"/>
              <a:gd name="T50" fmla="*/ 72 w 157"/>
              <a:gd name="T51" fmla="*/ 85 h 133"/>
              <a:gd name="T52" fmla="*/ 157 w 157"/>
              <a:gd name="T53" fmla="*/ 12 h 133"/>
              <a:gd name="T54" fmla="*/ 157 w 157"/>
              <a:gd name="T55" fmla="*/ 49 h 133"/>
              <a:gd name="T56" fmla="*/ 154 w 157"/>
              <a:gd name="T57" fmla="*/ 57 h 133"/>
              <a:gd name="T58" fmla="*/ 145 w 157"/>
              <a:gd name="T59" fmla="*/ 61 h 133"/>
              <a:gd name="T60" fmla="*/ 97 w 157"/>
              <a:gd name="T61" fmla="*/ 61 h 133"/>
              <a:gd name="T62" fmla="*/ 88 w 157"/>
              <a:gd name="T63" fmla="*/ 57 h 133"/>
              <a:gd name="T64" fmla="*/ 85 w 157"/>
              <a:gd name="T65" fmla="*/ 49 h 133"/>
              <a:gd name="T66" fmla="*/ 85 w 157"/>
              <a:gd name="T67" fmla="*/ 12 h 133"/>
              <a:gd name="T68" fmla="*/ 88 w 157"/>
              <a:gd name="T69" fmla="*/ 4 h 133"/>
              <a:gd name="T70" fmla="*/ 97 w 157"/>
              <a:gd name="T71" fmla="*/ 0 h 133"/>
              <a:gd name="T72" fmla="*/ 145 w 157"/>
              <a:gd name="T73" fmla="*/ 0 h 133"/>
              <a:gd name="T74" fmla="*/ 154 w 157"/>
              <a:gd name="T75" fmla="*/ 4 h 133"/>
              <a:gd name="T76" fmla="*/ 157 w 157"/>
              <a:gd name="T77" fmla="*/ 12 h 133"/>
              <a:gd name="T78" fmla="*/ 157 w 157"/>
              <a:gd name="T79" fmla="*/ 85 h 133"/>
              <a:gd name="T80" fmla="*/ 157 w 157"/>
              <a:gd name="T81" fmla="*/ 121 h 133"/>
              <a:gd name="T82" fmla="*/ 154 w 157"/>
              <a:gd name="T83" fmla="*/ 130 h 133"/>
              <a:gd name="T84" fmla="*/ 145 w 157"/>
              <a:gd name="T85" fmla="*/ 133 h 133"/>
              <a:gd name="T86" fmla="*/ 97 w 157"/>
              <a:gd name="T87" fmla="*/ 133 h 133"/>
              <a:gd name="T88" fmla="*/ 88 w 157"/>
              <a:gd name="T89" fmla="*/ 130 h 133"/>
              <a:gd name="T90" fmla="*/ 85 w 157"/>
              <a:gd name="T91" fmla="*/ 121 h 133"/>
              <a:gd name="T92" fmla="*/ 85 w 157"/>
              <a:gd name="T93" fmla="*/ 85 h 133"/>
              <a:gd name="T94" fmla="*/ 88 w 157"/>
              <a:gd name="T95" fmla="*/ 77 h 133"/>
              <a:gd name="T96" fmla="*/ 97 w 157"/>
              <a:gd name="T97" fmla="*/ 73 h 133"/>
              <a:gd name="T98" fmla="*/ 145 w 157"/>
              <a:gd name="T99" fmla="*/ 73 h 133"/>
              <a:gd name="T100" fmla="*/ 154 w 157"/>
              <a:gd name="T101" fmla="*/ 77 h 133"/>
              <a:gd name="T102" fmla="*/ 157 w 157"/>
              <a:gd name="T103" fmla="*/ 85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57" h="133">
                <a:moveTo>
                  <a:pt x="72" y="12"/>
                </a:moveTo>
                <a:cubicBezTo>
                  <a:pt x="72" y="49"/>
                  <a:pt x="72" y="49"/>
                  <a:pt x="72" y="49"/>
                </a:cubicBezTo>
                <a:cubicBezTo>
                  <a:pt x="72" y="52"/>
                  <a:pt x="71" y="55"/>
                  <a:pt x="69" y="57"/>
                </a:cubicBezTo>
                <a:cubicBezTo>
                  <a:pt x="66" y="60"/>
                  <a:pt x="64" y="61"/>
                  <a:pt x="60" y="61"/>
                </a:cubicBezTo>
                <a:cubicBezTo>
                  <a:pt x="12" y="61"/>
                  <a:pt x="12" y="61"/>
                  <a:pt x="12" y="61"/>
                </a:cubicBezTo>
                <a:cubicBezTo>
                  <a:pt x="9" y="61"/>
                  <a:pt x="6" y="60"/>
                  <a:pt x="3" y="57"/>
                </a:cubicBezTo>
                <a:cubicBezTo>
                  <a:pt x="1" y="55"/>
                  <a:pt x="0" y="52"/>
                  <a:pt x="0" y="49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9"/>
                  <a:pt x="1" y="6"/>
                  <a:pt x="3" y="4"/>
                </a:cubicBezTo>
                <a:cubicBezTo>
                  <a:pt x="6" y="2"/>
                  <a:pt x="9" y="0"/>
                  <a:pt x="12" y="0"/>
                </a:cubicBezTo>
                <a:cubicBezTo>
                  <a:pt x="60" y="0"/>
                  <a:pt x="60" y="0"/>
                  <a:pt x="60" y="0"/>
                </a:cubicBezTo>
                <a:cubicBezTo>
                  <a:pt x="64" y="0"/>
                  <a:pt x="66" y="2"/>
                  <a:pt x="69" y="4"/>
                </a:cubicBezTo>
                <a:cubicBezTo>
                  <a:pt x="71" y="6"/>
                  <a:pt x="72" y="9"/>
                  <a:pt x="72" y="12"/>
                </a:cubicBezTo>
                <a:close/>
                <a:moveTo>
                  <a:pt x="72" y="85"/>
                </a:moveTo>
                <a:cubicBezTo>
                  <a:pt x="72" y="121"/>
                  <a:pt x="72" y="121"/>
                  <a:pt x="72" y="121"/>
                </a:cubicBezTo>
                <a:cubicBezTo>
                  <a:pt x="72" y="125"/>
                  <a:pt x="71" y="127"/>
                  <a:pt x="69" y="130"/>
                </a:cubicBezTo>
                <a:cubicBezTo>
                  <a:pt x="66" y="132"/>
                  <a:pt x="64" y="133"/>
                  <a:pt x="60" y="133"/>
                </a:cubicBezTo>
                <a:cubicBezTo>
                  <a:pt x="12" y="133"/>
                  <a:pt x="12" y="133"/>
                  <a:pt x="12" y="133"/>
                </a:cubicBezTo>
                <a:cubicBezTo>
                  <a:pt x="9" y="133"/>
                  <a:pt x="6" y="132"/>
                  <a:pt x="3" y="130"/>
                </a:cubicBezTo>
                <a:cubicBezTo>
                  <a:pt x="1" y="127"/>
                  <a:pt x="0" y="125"/>
                  <a:pt x="0" y="121"/>
                </a:cubicBezTo>
                <a:cubicBezTo>
                  <a:pt x="0" y="85"/>
                  <a:pt x="0" y="85"/>
                  <a:pt x="0" y="85"/>
                </a:cubicBezTo>
                <a:cubicBezTo>
                  <a:pt x="0" y="82"/>
                  <a:pt x="1" y="79"/>
                  <a:pt x="3" y="77"/>
                </a:cubicBezTo>
                <a:cubicBezTo>
                  <a:pt x="6" y="74"/>
                  <a:pt x="9" y="73"/>
                  <a:pt x="12" y="73"/>
                </a:cubicBezTo>
                <a:cubicBezTo>
                  <a:pt x="60" y="73"/>
                  <a:pt x="60" y="73"/>
                  <a:pt x="60" y="73"/>
                </a:cubicBezTo>
                <a:cubicBezTo>
                  <a:pt x="64" y="73"/>
                  <a:pt x="66" y="74"/>
                  <a:pt x="69" y="77"/>
                </a:cubicBezTo>
                <a:cubicBezTo>
                  <a:pt x="71" y="79"/>
                  <a:pt x="72" y="82"/>
                  <a:pt x="72" y="85"/>
                </a:cubicBezTo>
                <a:close/>
                <a:moveTo>
                  <a:pt x="157" y="12"/>
                </a:moveTo>
                <a:cubicBezTo>
                  <a:pt x="157" y="49"/>
                  <a:pt x="157" y="49"/>
                  <a:pt x="157" y="49"/>
                </a:cubicBezTo>
                <a:cubicBezTo>
                  <a:pt x="157" y="52"/>
                  <a:pt x="156" y="55"/>
                  <a:pt x="154" y="57"/>
                </a:cubicBezTo>
                <a:cubicBezTo>
                  <a:pt x="151" y="60"/>
                  <a:pt x="148" y="61"/>
                  <a:pt x="145" y="61"/>
                </a:cubicBezTo>
                <a:cubicBezTo>
                  <a:pt x="97" y="61"/>
                  <a:pt x="97" y="61"/>
                  <a:pt x="97" y="61"/>
                </a:cubicBezTo>
                <a:cubicBezTo>
                  <a:pt x="93" y="61"/>
                  <a:pt x="90" y="60"/>
                  <a:pt x="88" y="57"/>
                </a:cubicBezTo>
                <a:cubicBezTo>
                  <a:pt x="86" y="55"/>
                  <a:pt x="85" y="52"/>
                  <a:pt x="85" y="49"/>
                </a:cubicBezTo>
                <a:cubicBezTo>
                  <a:pt x="85" y="12"/>
                  <a:pt x="85" y="12"/>
                  <a:pt x="85" y="12"/>
                </a:cubicBezTo>
                <a:cubicBezTo>
                  <a:pt x="85" y="9"/>
                  <a:pt x="86" y="6"/>
                  <a:pt x="88" y="4"/>
                </a:cubicBezTo>
                <a:cubicBezTo>
                  <a:pt x="90" y="2"/>
                  <a:pt x="93" y="0"/>
                  <a:pt x="97" y="0"/>
                </a:cubicBezTo>
                <a:cubicBezTo>
                  <a:pt x="145" y="0"/>
                  <a:pt x="145" y="0"/>
                  <a:pt x="145" y="0"/>
                </a:cubicBezTo>
                <a:cubicBezTo>
                  <a:pt x="148" y="0"/>
                  <a:pt x="151" y="2"/>
                  <a:pt x="154" y="4"/>
                </a:cubicBezTo>
                <a:cubicBezTo>
                  <a:pt x="156" y="6"/>
                  <a:pt x="157" y="9"/>
                  <a:pt x="157" y="12"/>
                </a:cubicBezTo>
                <a:close/>
                <a:moveTo>
                  <a:pt x="157" y="85"/>
                </a:moveTo>
                <a:cubicBezTo>
                  <a:pt x="157" y="121"/>
                  <a:pt x="157" y="121"/>
                  <a:pt x="157" y="121"/>
                </a:cubicBezTo>
                <a:cubicBezTo>
                  <a:pt x="157" y="125"/>
                  <a:pt x="156" y="127"/>
                  <a:pt x="154" y="130"/>
                </a:cubicBezTo>
                <a:cubicBezTo>
                  <a:pt x="151" y="132"/>
                  <a:pt x="148" y="133"/>
                  <a:pt x="145" y="133"/>
                </a:cubicBezTo>
                <a:cubicBezTo>
                  <a:pt x="97" y="133"/>
                  <a:pt x="97" y="133"/>
                  <a:pt x="97" y="133"/>
                </a:cubicBezTo>
                <a:cubicBezTo>
                  <a:pt x="93" y="133"/>
                  <a:pt x="90" y="132"/>
                  <a:pt x="88" y="130"/>
                </a:cubicBezTo>
                <a:cubicBezTo>
                  <a:pt x="86" y="127"/>
                  <a:pt x="85" y="125"/>
                  <a:pt x="85" y="121"/>
                </a:cubicBezTo>
                <a:cubicBezTo>
                  <a:pt x="85" y="85"/>
                  <a:pt x="85" y="85"/>
                  <a:pt x="85" y="85"/>
                </a:cubicBezTo>
                <a:cubicBezTo>
                  <a:pt x="85" y="82"/>
                  <a:pt x="86" y="79"/>
                  <a:pt x="88" y="77"/>
                </a:cubicBezTo>
                <a:cubicBezTo>
                  <a:pt x="90" y="74"/>
                  <a:pt x="93" y="73"/>
                  <a:pt x="97" y="73"/>
                </a:cubicBezTo>
                <a:cubicBezTo>
                  <a:pt x="145" y="73"/>
                  <a:pt x="145" y="73"/>
                  <a:pt x="145" y="73"/>
                </a:cubicBezTo>
                <a:cubicBezTo>
                  <a:pt x="148" y="73"/>
                  <a:pt x="151" y="74"/>
                  <a:pt x="154" y="77"/>
                </a:cubicBezTo>
                <a:cubicBezTo>
                  <a:pt x="156" y="79"/>
                  <a:pt x="157" y="82"/>
                  <a:pt x="157" y="8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3" name="Freeform 15"/>
          <p:cNvSpPr>
            <a:spLocks noEditPoints="1"/>
          </p:cNvSpPr>
          <p:nvPr/>
        </p:nvSpPr>
        <p:spPr bwMode="auto">
          <a:xfrm>
            <a:off x="3724197" y="1394328"/>
            <a:ext cx="242043" cy="192337"/>
          </a:xfrm>
          <a:custGeom>
            <a:avLst/>
            <a:gdLst>
              <a:gd name="T0" fmla="*/ 48 w 169"/>
              <a:gd name="T1" fmla="*/ 28 h 133"/>
              <a:gd name="T2" fmla="*/ 39 w 169"/>
              <a:gd name="T3" fmla="*/ 37 h 133"/>
              <a:gd name="T4" fmla="*/ 2 w 169"/>
              <a:gd name="T5" fmla="*/ 34 h 133"/>
              <a:gd name="T6" fmla="*/ 0 w 169"/>
              <a:gd name="T7" fmla="*/ 9 h 133"/>
              <a:gd name="T8" fmla="*/ 9 w 169"/>
              <a:gd name="T9" fmla="*/ 0 h 133"/>
              <a:gd name="T10" fmla="*/ 46 w 169"/>
              <a:gd name="T11" fmla="*/ 3 h 133"/>
              <a:gd name="T12" fmla="*/ 48 w 169"/>
              <a:gd name="T13" fmla="*/ 58 h 133"/>
              <a:gd name="T14" fmla="*/ 46 w 169"/>
              <a:gd name="T15" fmla="*/ 82 h 133"/>
              <a:gd name="T16" fmla="*/ 9 w 169"/>
              <a:gd name="T17" fmla="*/ 85 h 133"/>
              <a:gd name="T18" fmla="*/ 0 w 169"/>
              <a:gd name="T19" fmla="*/ 76 h 133"/>
              <a:gd name="T20" fmla="*/ 2 w 169"/>
              <a:gd name="T21" fmla="*/ 51 h 133"/>
              <a:gd name="T22" fmla="*/ 39 w 169"/>
              <a:gd name="T23" fmla="*/ 49 h 133"/>
              <a:gd name="T24" fmla="*/ 48 w 169"/>
              <a:gd name="T25" fmla="*/ 58 h 133"/>
              <a:gd name="T26" fmla="*/ 48 w 169"/>
              <a:gd name="T27" fmla="*/ 124 h 133"/>
              <a:gd name="T28" fmla="*/ 39 w 169"/>
              <a:gd name="T29" fmla="*/ 133 h 133"/>
              <a:gd name="T30" fmla="*/ 2 w 169"/>
              <a:gd name="T31" fmla="*/ 131 h 133"/>
              <a:gd name="T32" fmla="*/ 0 w 169"/>
              <a:gd name="T33" fmla="*/ 106 h 133"/>
              <a:gd name="T34" fmla="*/ 9 w 169"/>
              <a:gd name="T35" fmla="*/ 97 h 133"/>
              <a:gd name="T36" fmla="*/ 46 w 169"/>
              <a:gd name="T37" fmla="*/ 100 h 133"/>
              <a:gd name="T38" fmla="*/ 109 w 169"/>
              <a:gd name="T39" fmla="*/ 9 h 133"/>
              <a:gd name="T40" fmla="*/ 106 w 169"/>
              <a:gd name="T41" fmla="*/ 34 h 133"/>
              <a:gd name="T42" fmla="*/ 69 w 169"/>
              <a:gd name="T43" fmla="*/ 37 h 133"/>
              <a:gd name="T44" fmla="*/ 60 w 169"/>
              <a:gd name="T45" fmla="*/ 28 h 133"/>
              <a:gd name="T46" fmla="*/ 63 w 169"/>
              <a:gd name="T47" fmla="*/ 3 h 133"/>
              <a:gd name="T48" fmla="*/ 100 w 169"/>
              <a:gd name="T49" fmla="*/ 0 h 133"/>
              <a:gd name="T50" fmla="*/ 109 w 169"/>
              <a:gd name="T51" fmla="*/ 9 h 133"/>
              <a:gd name="T52" fmla="*/ 109 w 169"/>
              <a:gd name="T53" fmla="*/ 76 h 133"/>
              <a:gd name="T54" fmla="*/ 100 w 169"/>
              <a:gd name="T55" fmla="*/ 85 h 133"/>
              <a:gd name="T56" fmla="*/ 63 w 169"/>
              <a:gd name="T57" fmla="*/ 82 h 133"/>
              <a:gd name="T58" fmla="*/ 60 w 169"/>
              <a:gd name="T59" fmla="*/ 58 h 133"/>
              <a:gd name="T60" fmla="*/ 69 w 169"/>
              <a:gd name="T61" fmla="*/ 49 h 133"/>
              <a:gd name="T62" fmla="*/ 106 w 169"/>
              <a:gd name="T63" fmla="*/ 51 h 133"/>
              <a:gd name="T64" fmla="*/ 109 w 169"/>
              <a:gd name="T65" fmla="*/ 106 h 133"/>
              <a:gd name="T66" fmla="*/ 106 w 169"/>
              <a:gd name="T67" fmla="*/ 131 h 133"/>
              <a:gd name="T68" fmla="*/ 69 w 169"/>
              <a:gd name="T69" fmla="*/ 133 h 133"/>
              <a:gd name="T70" fmla="*/ 60 w 169"/>
              <a:gd name="T71" fmla="*/ 124 h 133"/>
              <a:gd name="T72" fmla="*/ 63 w 169"/>
              <a:gd name="T73" fmla="*/ 100 h 133"/>
              <a:gd name="T74" fmla="*/ 100 w 169"/>
              <a:gd name="T75" fmla="*/ 97 h 133"/>
              <a:gd name="T76" fmla="*/ 109 w 169"/>
              <a:gd name="T77" fmla="*/ 106 h 133"/>
              <a:gd name="T78" fmla="*/ 169 w 169"/>
              <a:gd name="T79" fmla="*/ 28 h 133"/>
              <a:gd name="T80" fmla="*/ 160 w 169"/>
              <a:gd name="T81" fmla="*/ 37 h 133"/>
              <a:gd name="T82" fmla="*/ 123 w 169"/>
              <a:gd name="T83" fmla="*/ 34 h 133"/>
              <a:gd name="T84" fmla="*/ 121 w 169"/>
              <a:gd name="T85" fmla="*/ 9 h 133"/>
              <a:gd name="T86" fmla="*/ 130 w 169"/>
              <a:gd name="T87" fmla="*/ 0 h 133"/>
              <a:gd name="T88" fmla="*/ 167 w 169"/>
              <a:gd name="T89" fmla="*/ 3 h 133"/>
              <a:gd name="T90" fmla="*/ 169 w 169"/>
              <a:gd name="T91" fmla="*/ 58 h 133"/>
              <a:gd name="T92" fmla="*/ 167 w 169"/>
              <a:gd name="T93" fmla="*/ 82 h 133"/>
              <a:gd name="T94" fmla="*/ 130 w 169"/>
              <a:gd name="T95" fmla="*/ 85 h 133"/>
              <a:gd name="T96" fmla="*/ 121 w 169"/>
              <a:gd name="T97" fmla="*/ 76 h 133"/>
              <a:gd name="T98" fmla="*/ 123 w 169"/>
              <a:gd name="T99" fmla="*/ 51 h 133"/>
              <a:gd name="T100" fmla="*/ 160 w 169"/>
              <a:gd name="T101" fmla="*/ 49 h 133"/>
              <a:gd name="T102" fmla="*/ 169 w 169"/>
              <a:gd name="T103" fmla="*/ 58 h 133"/>
              <a:gd name="T104" fmla="*/ 169 w 169"/>
              <a:gd name="T105" fmla="*/ 124 h 133"/>
              <a:gd name="T106" fmla="*/ 160 w 169"/>
              <a:gd name="T107" fmla="*/ 133 h 133"/>
              <a:gd name="T108" fmla="*/ 123 w 169"/>
              <a:gd name="T109" fmla="*/ 131 h 133"/>
              <a:gd name="T110" fmla="*/ 121 w 169"/>
              <a:gd name="T111" fmla="*/ 106 h 133"/>
              <a:gd name="T112" fmla="*/ 130 w 169"/>
              <a:gd name="T113" fmla="*/ 97 h 133"/>
              <a:gd name="T114" fmla="*/ 167 w 169"/>
              <a:gd name="T115" fmla="*/ 100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69" h="133">
                <a:moveTo>
                  <a:pt x="48" y="9"/>
                </a:moveTo>
                <a:cubicBezTo>
                  <a:pt x="48" y="28"/>
                  <a:pt x="48" y="28"/>
                  <a:pt x="48" y="28"/>
                </a:cubicBezTo>
                <a:cubicBezTo>
                  <a:pt x="48" y="30"/>
                  <a:pt x="47" y="32"/>
                  <a:pt x="46" y="34"/>
                </a:cubicBezTo>
                <a:cubicBezTo>
                  <a:pt x="44" y="36"/>
                  <a:pt x="42" y="37"/>
                  <a:pt x="39" y="37"/>
                </a:cubicBezTo>
                <a:cubicBezTo>
                  <a:pt x="9" y="37"/>
                  <a:pt x="9" y="37"/>
                  <a:pt x="9" y="37"/>
                </a:cubicBezTo>
                <a:cubicBezTo>
                  <a:pt x="6" y="37"/>
                  <a:pt x="4" y="36"/>
                  <a:pt x="2" y="34"/>
                </a:cubicBezTo>
                <a:cubicBezTo>
                  <a:pt x="1" y="32"/>
                  <a:pt x="0" y="30"/>
                  <a:pt x="0" y="28"/>
                </a:cubicBezTo>
                <a:cubicBezTo>
                  <a:pt x="0" y="9"/>
                  <a:pt x="0" y="9"/>
                  <a:pt x="0" y="9"/>
                </a:cubicBezTo>
                <a:cubicBezTo>
                  <a:pt x="0" y="7"/>
                  <a:pt x="1" y="5"/>
                  <a:pt x="2" y="3"/>
                </a:cubicBezTo>
                <a:cubicBezTo>
                  <a:pt x="4" y="1"/>
                  <a:pt x="6" y="0"/>
                  <a:pt x="9" y="0"/>
                </a:cubicBezTo>
                <a:cubicBezTo>
                  <a:pt x="39" y="0"/>
                  <a:pt x="39" y="0"/>
                  <a:pt x="39" y="0"/>
                </a:cubicBezTo>
                <a:cubicBezTo>
                  <a:pt x="42" y="0"/>
                  <a:pt x="44" y="1"/>
                  <a:pt x="46" y="3"/>
                </a:cubicBezTo>
                <a:cubicBezTo>
                  <a:pt x="47" y="5"/>
                  <a:pt x="48" y="7"/>
                  <a:pt x="48" y="9"/>
                </a:cubicBezTo>
                <a:close/>
                <a:moveTo>
                  <a:pt x="48" y="58"/>
                </a:moveTo>
                <a:cubicBezTo>
                  <a:pt x="48" y="76"/>
                  <a:pt x="48" y="76"/>
                  <a:pt x="48" y="76"/>
                </a:cubicBezTo>
                <a:cubicBezTo>
                  <a:pt x="48" y="79"/>
                  <a:pt x="47" y="81"/>
                  <a:pt x="46" y="82"/>
                </a:cubicBezTo>
                <a:cubicBezTo>
                  <a:pt x="44" y="84"/>
                  <a:pt x="42" y="85"/>
                  <a:pt x="39" y="85"/>
                </a:cubicBezTo>
                <a:cubicBezTo>
                  <a:pt x="9" y="85"/>
                  <a:pt x="9" y="85"/>
                  <a:pt x="9" y="85"/>
                </a:cubicBezTo>
                <a:cubicBezTo>
                  <a:pt x="6" y="85"/>
                  <a:pt x="4" y="84"/>
                  <a:pt x="2" y="82"/>
                </a:cubicBezTo>
                <a:cubicBezTo>
                  <a:pt x="1" y="81"/>
                  <a:pt x="0" y="79"/>
                  <a:pt x="0" y="76"/>
                </a:cubicBezTo>
                <a:cubicBezTo>
                  <a:pt x="0" y="58"/>
                  <a:pt x="0" y="58"/>
                  <a:pt x="0" y="58"/>
                </a:cubicBezTo>
                <a:cubicBezTo>
                  <a:pt x="0" y="55"/>
                  <a:pt x="1" y="53"/>
                  <a:pt x="2" y="51"/>
                </a:cubicBezTo>
                <a:cubicBezTo>
                  <a:pt x="4" y="50"/>
                  <a:pt x="6" y="49"/>
                  <a:pt x="9" y="49"/>
                </a:cubicBezTo>
                <a:cubicBezTo>
                  <a:pt x="39" y="49"/>
                  <a:pt x="39" y="49"/>
                  <a:pt x="39" y="49"/>
                </a:cubicBezTo>
                <a:cubicBezTo>
                  <a:pt x="42" y="49"/>
                  <a:pt x="44" y="50"/>
                  <a:pt x="46" y="51"/>
                </a:cubicBezTo>
                <a:cubicBezTo>
                  <a:pt x="47" y="53"/>
                  <a:pt x="48" y="55"/>
                  <a:pt x="48" y="58"/>
                </a:cubicBezTo>
                <a:close/>
                <a:moveTo>
                  <a:pt x="48" y="106"/>
                </a:moveTo>
                <a:cubicBezTo>
                  <a:pt x="48" y="124"/>
                  <a:pt x="48" y="124"/>
                  <a:pt x="48" y="124"/>
                </a:cubicBezTo>
                <a:cubicBezTo>
                  <a:pt x="48" y="127"/>
                  <a:pt x="47" y="129"/>
                  <a:pt x="46" y="131"/>
                </a:cubicBezTo>
                <a:cubicBezTo>
                  <a:pt x="44" y="133"/>
                  <a:pt x="42" y="133"/>
                  <a:pt x="39" y="133"/>
                </a:cubicBezTo>
                <a:cubicBezTo>
                  <a:pt x="9" y="133"/>
                  <a:pt x="9" y="133"/>
                  <a:pt x="9" y="133"/>
                </a:cubicBezTo>
                <a:cubicBezTo>
                  <a:pt x="6" y="133"/>
                  <a:pt x="4" y="133"/>
                  <a:pt x="2" y="131"/>
                </a:cubicBezTo>
                <a:cubicBezTo>
                  <a:pt x="1" y="129"/>
                  <a:pt x="0" y="127"/>
                  <a:pt x="0" y="124"/>
                </a:cubicBezTo>
                <a:cubicBezTo>
                  <a:pt x="0" y="106"/>
                  <a:pt x="0" y="106"/>
                  <a:pt x="0" y="106"/>
                </a:cubicBezTo>
                <a:cubicBezTo>
                  <a:pt x="0" y="104"/>
                  <a:pt x="1" y="102"/>
                  <a:pt x="2" y="100"/>
                </a:cubicBezTo>
                <a:cubicBezTo>
                  <a:pt x="4" y="98"/>
                  <a:pt x="6" y="97"/>
                  <a:pt x="9" y="97"/>
                </a:cubicBezTo>
                <a:cubicBezTo>
                  <a:pt x="39" y="97"/>
                  <a:pt x="39" y="97"/>
                  <a:pt x="39" y="97"/>
                </a:cubicBezTo>
                <a:cubicBezTo>
                  <a:pt x="42" y="97"/>
                  <a:pt x="44" y="98"/>
                  <a:pt x="46" y="100"/>
                </a:cubicBezTo>
                <a:cubicBezTo>
                  <a:pt x="47" y="102"/>
                  <a:pt x="48" y="104"/>
                  <a:pt x="48" y="106"/>
                </a:cubicBezTo>
                <a:close/>
                <a:moveTo>
                  <a:pt x="109" y="9"/>
                </a:moveTo>
                <a:cubicBezTo>
                  <a:pt x="109" y="28"/>
                  <a:pt x="109" y="28"/>
                  <a:pt x="109" y="28"/>
                </a:cubicBezTo>
                <a:cubicBezTo>
                  <a:pt x="109" y="30"/>
                  <a:pt x="108" y="32"/>
                  <a:pt x="106" y="34"/>
                </a:cubicBezTo>
                <a:cubicBezTo>
                  <a:pt x="104" y="36"/>
                  <a:pt x="102" y="37"/>
                  <a:pt x="100" y="37"/>
                </a:cubicBezTo>
                <a:cubicBezTo>
                  <a:pt x="69" y="37"/>
                  <a:pt x="69" y="37"/>
                  <a:pt x="69" y="37"/>
                </a:cubicBezTo>
                <a:cubicBezTo>
                  <a:pt x="67" y="37"/>
                  <a:pt x="65" y="36"/>
                  <a:pt x="63" y="34"/>
                </a:cubicBezTo>
                <a:cubicBezTo>
                  <a:pt x="61" y="32"/>
                  <a:pt x="60" y="30"/>
                  <a:pt x="60" y="28"/>
                </a:cubicBezTo>
                <a:cubicBezTo>
                  <a:pt x="60" y="9"/>
                  <a:pt x="60" y="9"/>
                  <a:pt x="60" y="9"/>
                </a:cubicBezTo>
                <a:cubicBezTo>
                  <a:pt x="60" y="7"/>
                  <a:pt x="61" y="5"/>
                  <a:pt x="63" y="3"/>
                </a:cubicBezTo>
                <a:cubicBezTo>
                  <a:pt x="65" y="1"/>
                  <a:pt x="67" y="0"/>
                  <a:pt x="69" y="0"/>
                </a:cubicBezTo>
                <a:cubicBezTo>
                  <a:pt x="100" y="0"/>
                  <a:pt x="100" y="0"/>
                  <a:pt x="100" y="0"/>
                </a:cubicBezTo>
                <a:cubicBezTo>
                  <a:pt x="102" y="0"/>
                  <a:pt x="104" y="1"/>
                  <a:pt x="106" y="3"/>
                </a:cubicBezTo>
                <a:cubicBezTo>
                  <a:pt x="108" y="5"/>
                  <a:pt x="109" y="7"/>
                  <a:pt x="109" y="9"/>
                </a:cubicBezTo>
                <a:close/>
                <a:moveTo>
                  <a:pt x="109" y="58"/>
                </a:moveTo>
                <a:cubicBezTo>
                  <a:pt x="109" y="76"/>
                  <a:pt x="109" y="76"/>
                  <a:pt x="109" y="76"/>
                </a:cubicBezTo>
                <a:cubicBezTo>
                  <a:pt x="109" y="79"/>
                  <a:pt x="108" y="81"/>
                  <a:pt x="106" y="82"/>
                </a:cubicBezTo>
                <a:cubicBezTo>
                  <a:pt x="104" y="84"/>
                  <a:pt x="102" y="85"/>
                  <a:pt x="100" y="85"/>
                </a:cubicBezTo>
                <a:cubicBezTo>
                  <a:pt x="69" y="85"/>
                  <a:pt x="69" y="85"/>
                  <a:pt x="69" y="85"/>
                </a:cubicBezTo>
                <a:cubicBezTo>
                  <a:pt x="67" y="85"/>
                  <a:pt x="65" y="84"/>
                  <a:pt x="63" y="82"/>
                </a:cubicBezTo>
                <a:cubicBezTo>
                  <a:pt x="61" y="81"/>
                  <a:pt x="60" y="79"/>
                  <a:pt x="60" y="76"/>
                </a:cubicBezTo>
                <a:cubicBezTo>
                  <a:pt x="60" y="58"/>
                  <a:pt x="60" y="58"/>
                  <a:pt x="60" y="58"/>
                </a:cubicBezTo>
                <a:cubicBezTo>
                  <a:pt x="60" y="55"/>
                  <a:pt x="61" y="53"/>
                  <a:pt x="63" y="51"/>
                </a:cubicBezTo>
                <a:cubicBezTo>
                  <a:pt x="65" y="50"/>
                  <a:pt x="67" y="49"/>
                  <a:pt x="69" y="49"/>
                </a:cubicBezTo>
                <a:cubicBezTo>
                  <a:pt x="100" y="49"/>
                  <a:pt x="100" y="49"/>
                  <a:pt x="100" y="49"/>
                </a:cubicBezTo>
                <a:cubicBezTo>
                  <a:pt x="102" y="49"/>
                  <a:pt x="104" y="50"/>
                  <a:pt x="106" y="51"/>
                </a:cubicBezTo>
                <a:cubicBezTo>
                  <a:pt x="108" y="53"/>
                  <a:pt x="109" y="55"/>
                  <a:pt x="109" y="58"/>
                </a:cubicBezTo>
                <a:close/>
                <a:moveTo>
                  <a:pt x="109" y="106"/>
                </a:moveTo>
                <a:cubicBezTo>
                  <a:pt x="109" y="124"/>
                  <a:pt x="109" y="124"/>
                  <a:pt x="109" y="124"/>
                </a:cubicBezTo>
                <a:cubicBezTo>
                  <a:pt x="109" y="127"/>
                  <a:pt x="108" y="129"/>
                  <a:pt x="106" y="131"/>
                </a:cubicBezTo>
                <a:cubicBezTo>
                  <a:pt x="104" y="133"/>
                  <a:pt x="102" y="133"/>
                  <a:pt x="100" y="133"/>
                </a:cubicBezTo>
                <a:cubicBezTo>
                  <a:pt x="69" y="133"/>
                  <a:pt x="69" y="133"/>
                  <a:pt x="69" y="133"/>
                </a:cubicBezTo>
                <a:cubicBezTo>
                  <a:pt x="67" y="133"/>
                  <a:pt x="65" y="133"/>
                  <a:pt x="63" y="131"/>
                </a:cubicBezTo>
                <a:cubicBezTo>
                  <a:pt x="61" y="129"/>
                  <a:pt x="60" y="127"/>
                  <a:pt x="60" y="124"/>
                </a:cubicBezTo>
                <a:cubicBezTo>
                  <a:pt x="60" y="106"/>
                  <a:pt x="60" y="106"/>
                  <a:pt x="60" y="106"/>
                </a:cubicBezTo>
                <a:cubicBezTo>
                  <a:pt x="60" y="104"/>
                  <a:pt x="61" y="102"/>
                  <a:pt x="63" y="100"/>
                </a:cubicBezTo>
                <a:cubicBezTo>
                  <a:pt x="65" y="98"/>
                  <a:pt x="67" y="97"/>
                  <a:pt x="69" y="97"/>
                </a:cubicBezTo>
                <a:cubicBezTo>
                  <a:pt x="100" y="97"/>
                  <a:pt x="100" y="97"/>
                  <a:pt x="100" y="97"/>
                </a:cubicBezTo>
                <a:cubicBezTo>
                  <a:pt x="102" y="97"/>
                  <a:pt x="104" y="98"/>
                  <a:pt x="106" y="100"/>
                </a:cubicBezTo>
                <a:cubicBezTo>
                  <a:pt x="108" y="102"/>
                  <a:pt x="109" y="104"/>
                  <a:pt x="109" y="106"/>
                </a:cubicBezTo>
                <a:close/>
                <a:moveTo>
                  <a:pt x="169" y="9"/>
                </a:moveTo>
                <a:cubicBezTo>
                  <a:pt x="169" y="28"/>
                  <a:pt x="169" y="28"/>
                  <a:pt x="169" y="28"/>
                </a:cubicBezTo>
                <a:cubicBezTo>
                  <a:pt x="169" y="30"/>
                  <a:pt x="168" y="32"/>
                  <a:pt x="167" y="34"/>
                </a:cubicBezTo>
                <a:cubicBezTo>
                  <a:pt x="165" y="36"/>
                  <a:pt x="163" y="37"/>
                  <a:pt x="160" y="37"/>
                </a:cubicBezTo>
                <a:cubicBezTo>
                  <a:pt x="130" y="37"/>
                  <a:pt x="130" y="37"/>
                  <a:pt x="130" y="37"/>
                </a:cubicBezTo>
                <a:cubicBezTo>
                  <a:pt x="127" y="37"/>
                  <a:pt x="125" y="36"/>
                  <a:pt x="123" y="34"/>
                </a:cubicBezTo>
                <a:cubicBezTo>
                  <a:pt x="122" y="32"/>
                  <a:pt x="121" y="30"/>
                  <a:pt x="121" y="28"/>
                </a:cubicBezTo>
                <a:cubicBezTo>
                  <a:pt x="121" y="9"/>
                  <a:pt x="121" y="9"/>
                  <a:pt x="121" y="9"/>
                </a:cubicBezTo>
                <a:cubicBezTo>
                  <a:pt x="121" y="7"/>
                  <a:pt x="122" y="5"/>
                  <a:pt x="123" y="3"/>
                </a:cubicBezTo>
                <a:cubicBezTo>
                  <a:pt x="125" y="1"/>
                  <a:pt x="127" y="0"/>
                  <a:pt x="130" y="0"/>
                </a:cubicBezTo>
                <a:cubicBezTo>
                  <a:pt x="160" y="0"/>
                  <a:pt x="160" y="0"/>
                  <a:pt x="160" y="0"/>
                </a:cubicBezTo>
                <a:cubicBezTo>
                  <a:pt x="163" y="0"/>
                  <a:pt x="165" y="1"/>
                  <a:pt x="167" y="3"/>
                </a:cubicBezTo>
                <a:cubicBezTo>
                  <a:pt x="168" y="5"/>
                  <a:pt x="169" y="7"/>
                  <a:pt x="169" y="9"/>
                </a:cubicBezTo>
                <a:close/>
                <a:moveTo>
                  <a:pt x="169" y="58"/>
                </a:moveTo>
                <a:cubicBezTo>
                  <a:pt x="169" y="76"/>
                  <a:pt x="169" y="76"/>
                  <a:pt x="169" y="76"/>
                </a:cubicBezTo>
                <a:cubicBezTo>
                  <a:pt x="169" y="79"/>
                  <a:pt x="168" y="81"/>
                  <a:pt x="167" y="82"/>
                </a:cubicBezTo>
                <a:cubicBezTo>
                  <a:pt x="165" y="84"/>
                  <a:pt x="163" y="85"/>
                  <a:pt x="160" y="85"/>
                </a:cubicBezTo>
                <a:cubicBezTo>
                  <a:pt x="130" y="85"/>
                  <a:pt x="130" y="85"/>
                  <a:pt x="130" y="85"/>
                </a:cubicBezTo>
                <a:cubicBezTo>
                  <a:pt x="127" y="85"/>
                  <a:pt x="125" y="84"/>
                  <a:pt x="123" y="82"/>
                </a:cubicBezTo>
                <a:cubicBezTo>
                  <a:pt x="122" y="81"/>
                  <a:pt x="121" y="79"/>
                  <a:pt x="121" y="76"/>
                </a:cubicBezTo>
                <a:cubicBezTo>
                  <a:pt x="121" y="58"/>
                  <a:pt x="121" y="58"/>
                  <a:pt x="121" y="58"/>
                </a:cubicBezTo>
                <a:cubicBezTo>
                  <a:pt x="121" y="55"/>
                  <a:pt x="122" y="53"/>
                  <a:pt x="123" y="51"/>
                </a:cubicBezTo>
                <a:cubicBezTo>
                  <a:pt x="125" y="50"/>
                  <a:pt x="127" y="49"/>
                  <a:pt x="130" y="49"/>
                </a:cubicBezTo>
                <a:cubicBezTo>
                  <a:pt x="160" y="49"/>
                  <a:pt x="160" y="49"/>
                  <a:pt x="160" y="49"/>
                </a:cubicBezTo>
                <a:cubicBezTo>
                  <a:pt x="163" y="49"/>
                  <a:pt x="165" y="50"/>
                  <a:pt x="167" y="51"/>
                </a:cubicBezTo>
                <a:cubicBezTo>
                  <a:pt x="168" y="53"/>
                  <a:pt x="169" y="55"/>
                  <a:pt x="169" y="58"/>
                </a:cubicBezTo>
                <a:close/>
                <a:moveTo>
                  <a:pt x="169" y="106"/>
                </a:moveTo>
                <a:cubicBezTo>
                  <a:pt x="169" y="124"/>
                  <a:pt x="169" y="124"/>
                  <a:pt x="169" y="124"/>
                </a:cubicBezTo>
                <a:cubicBezTo>
                  <a:pt x="169" y="127"/>
                  <a:pt x="168" y="129"/>
                  <a:pt x="167" y="131"/>
                </a:cubicBezTo>
                <a:cubicBezTo>
                  <a:pt x="165" y="133"/>
                  <a:pt x="163" y="133"/>
                  <a:pt x="160" y="133"/>
                </a:cubicBezTo>
                <a:cubicBezTo>
                  <a:pt x="130" y="133"/>
                  <a:pt x="130" y="133"/>
                  <a:pt x="130" y="133"/>
                </a:cubicBezTo>
                <a:cubicBezTo>
                  <a:pt x="127" y="133"/>
                  <a:pt x="125" y="133"/>
                  <a:pt x="123" y="131"/>
                </a:cubicBezTo>
                <a:cubicBezTo>
                  <a:pt x="122" y="129"/>
                  <a:pt x="121" y="127"/>
                  <a:pt x="121" y="124"/>
                </a:cubicBezTo>
                <a:cubicBezTo>
                  <a:pt x="121" y="106"/>
                  <a:pt x="121" y="106"/>
                  <a:pt x="121" y="106"/>
                </a:cubicBezTo>
                <a:cubicBezTo>
                  <a:pt x="121" y="104"/>
                  <a:pt x="122" y="102"/>
                  <a:pt x="123" y="100"/>
                </a:cubicBezTo>
                <a:cubicBezTo>
                  <a:pt x="125" y="98"/>
                  <a:pt x="127" y="97"/>
                  <a:pt x="130" y="97"/>
                </a:cubicBezTo>
                <a:cubicBezTo>
                  <a:pt x="160" y="97"/>
                  <a:pt x="160" y="97"/>
                  <a:pt x="160" y="97"/>
                </a:cubicBezTo>
                <a:cubicBezTo>
                  <a:pt x="163" y="97"/>
                  <a:pt x="165" y="98"/>
                  <a:pt x="167" y="100"/>
                </a:cubicBezTo>
                <a:cubicBezTo>
                  <a:pt x="168" y="102"/>
                  <a:pt x="169" y="104"/>
                  <a:pt x="169" y="10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4" name="Freeform 16"/>
          <p:cNvSpPr>
            <a:spLocks noEditPoints="1"/>
          </p:cNvSpPr>
          <p:nvPr/>
        </p:nvSpPr>
        <p:spPr bwMode="auto">
          <a:xfrm>
            <a:off x="4028912" y="1394328"/>
            <a:ext cx="242043" cy="192337"/>
          </a:xfrm>
          <a:custGeom>
            <a:avLst/>
            <a:gdLst>
              <a:gd name="T0" fmla="*/ 48 w 169"/>
              <a:gd name="T1" fmla="*/ 28 h 133"/>
              <a:gd name="T2" fmla="*/ 39 w 169"/>
              <a:gd name="T3" fmla="*/ 37 h 133"/>
              <a:gd name="T4" fmla="*/ 2 w 169"/>
              <a:gd name="T5" fmla="*/ 34 h 133"/>
              <a:gd name="T6" fmla="*/ 0 w 169"/>
              <a:gd name="T7" fmla="*/ 9 h 133"/>
              <a:gd name="T8" fmla="*/ 9 w 169"/>
              <a:gd name="T9" fmla="*/ 0 h 133"/>
              <a:gd name="T10" fmla="*/ 46 w 169"/>
              <a:gd name="T11" fmla="*/ 3 h 133"/>
              <a:gd name="T12" fmla="*/ 48 w 169"/>
              <a:gd name="T13" fmla="*/ 58 h 133"/>
              <a:gd name="T14" fmla="*/ 46 w 169"/>
              <a:gd name="T15" fmla="*/ 82 h 133"/>
              <a:gd name="T16" fmla="*/ 9 w 169"/>
              <a:gd name="T17" fmla="*/ 85 h 133"/>
              <a:gd name="T18" fmla="*/ 0 w 169"/>
              <a:gd name="T19" fmla="*/ 76 h 133"/>
              <a:gd name="T20" fmla="*/ 2 w 169"/>
              <a:gd name="T21" fmla="*/ 51 h 133"/>
              <a:gd name="T22" fmla="*/ 39 w 169"/>
              <a:gd name="T23" fmla="*/ 49 h 133"/>
              <a:gd name="T24" fmla="*/ 48 w 169"/>
              <a:gd name="T25" fmla="*/ 58 h 133"/>
              <a:gd name="T26" fmla="*/ 48 w 169"/>
              <a:gd name="T27" fmla="*/ 124 h 133"/>
              <a:gd name="T28" fmla="*/ 39 w 169"/>
              <a:gd name="T29" fmla="*/ 133 h 133"/>
              <a:gd name="T30" fmla="*/ 2 w 169"/>
              <a:gd name="T31" fmla="*/ 131 h 133"/>
              <a:gd name="T32" fmla="*/ 0 w 169"/>
              <a:gd name="T33" fmla="*/ 106 h 133"/>
              <a:gd name="T34" fmla="*/ 9 w 169"/>
              <a:gd name="T35" fmla="*/ 97 h 133"/>
              <a:gd name="T36" fmla="*/ 46 w 169"/>
              <a:gd name="T37" fmla="*/ 100 h 133"/>
              <a:gd name="T38" fmla="*/ 169 w 169"/>
              <a:gd name="T39" fmla="*/ 9 h 133"/>
              <a:gd name="T40" fmla="*/ 167 w 169"/>
              <a:gd name="T41" fmla="*/ 34 h 133"/>
              <a:gd name="T42" fmla="*/ 69 w 169"/>
              <a:gd name="T43" fmla="*/ 37 h 133"/>
              <a:gd name="T44" fmla="*/ 60 w 169"/>
              <a:gd name="T45" fmla="*/ 28 h 133"/>
              <a:gd name="T46" fmla="*/ 63 w 169"/>
              <a:gd name="T47" fmla="*/ 3 h 133"/>
              <a:gd name="T48" fmla="*/ 160 w 169"/>
              <a:gd name="T49" fmla="*/ 0 h 133"/>
              <a:gd name="T50" fmla="*/ 169 w 169"/>
              <a:gd name="T51" fmla="*/ 9 h 133"/>
              <a:gd name="T52" fmla="*/ 169 w 169"/>
              <a:gd name="T53" fmla="*/ 76 h 133"/>
              <a:gd name="T54" fmla="*/ 160 w 169"/>
              <a:gd name="T55" fmla="*/ 85 h 133"/>
              <a:gd name="T56" fmla="*/ 63 w 169"/>
              <a:gd name="T57" fmla="*/ 82 h 133"/>
              <a:gd name="T58" fmla="*/ 60 w 169"/>
              <a:gd name="T59" fmla="*/ 58 h 133"/>
              <a:gd name="T60" fmla="*/ 69 w 169"/>
              <a:gd name="T61" fmla="*/ 49 h 133"/>
              <a:gd name="T62" fmla="*/ 167 w 169"/>
              <a:gd name="T63" fmla="*/ 51 h 133"/>
              <a:gd name="T64" fmla="*/ 169 w 169"/>
              <a:gd name="T65" fmla="*/ 106 h 133"/>
              <a:gd name="T66" fmla="*/ 167 w 169"/>
              <a:gd name="T67" fmla="*/ 131 h 133"/>
              <a:gd name="T68" fmla="*/ 69 w 169"/>
              <a:gd name="T69" fmla="*/ 133 h 133"/>
              <a:gd name="T70" fmla="*/ 60 w 169"/>
              <a:gd name="T71" fmla="*/ 124 h 133"/>
              <a:gd name="T72" fmla="*/ 63 w 169"/>
              <a:gd name="T73" fmla="*/ 100 h 133"/>
              <a:gd name="T74" fmla="*/ 160 w 169"/>
              <a:gd name="T75" fmla="*/ 97 h 133"/>
              <a:gd name="T76" fmla="*/ 169 w 169"/>
              <a:gd name="T77" fmla="*/ 106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69" h="133">
                <a:moveTo>
                  <a:pt x="48" y="9"/>
                </a:moveTo>
                <a:cubicBezTo>
                  <a:pt x="48" y="28"/>
                  <a:pt x="48" y="28"/>
                  <a:pt x="48" y="28"/>
                </a:cubicBezTo>
                <a:cubicBezTo>
                  <a:pt x="48" y="30"/>
                  <a:pt x="47" y="32"/>
                  <a:pt x="46" y="34"/>
                </a:cubicBezTo>
                <a:cubicBezTo>
                  <a:pt x="44" y="36"/>
                  <a:pt x="42" y="37"/>
                  <a:pt x="39" y="37"/>
                </a:cubicBezTo>
                <a:cubicBezTo>
                  <a:pt x="9" y="37"/>
                  <a:pt x="9" y="37"/>
                  <a:pt x="9" y="37"/>
                </a:cubicBezTo>
                <a:cubicBezTo>
                  <a:pt x="6" y="37"/>
                  <a:pt x="4" y="36"/>
                  <a:pt x="2" y="34"/>
                </a:cubicBezTo>
                <a:cubicBezTo>
                  <a:pt x="1" y="32"/>
                  <a:pt x="0" y="30"/>
                  <a:pt x="0" y="28"/>
                </a:cubicBezTo>
                <a:cubicBezTo>
                  <a:pt x="0" y="9"/>
                  <a:pt x="0" y="9"/>
                  <a:pt x="0" y="9"/>
                </a:cubicBezTo>
                <a:cubicBezTo>
                  <a:pt x="0" y="7"/>
                  <a:pt x="1" y="5"/>
                  <a:pt x="2" y="3"/>
                </a:cubicBezTo>
                <a:cubicBezTo>
                  <a:pt x="4" y="1"/>
                  <a:pt x="6" y="0"/>
                  <a:pt x="9" y="0"/>
                </a:cubicBezTo>
                <a:cubicBezTo>
                  <a:pt x="39" y="0"/>
                  <a:pt x="39" y="0"/>
                  <a:pt x="39" y="0"/>
                </a:cubicBezTo>
                <a:cubicBezTo>
                  <a:pt x="42" y="0"/>
                  <a:pt x="44" y="1"/>
                  <a:pt x="46" y="3"/>
                </a:cubicBezTo>
                <a:cubicBezTo>
                  <a:pt x="47" y="5"/>
                  <a:pt x="48" y="7"/>
                  <a:pt x="48" y="9"/>
                </a:cubicBezTo>
                <a:close/>
                <a:moveTo>
                  <a:pt x="48" y="58"/>
                </a:moveTo>
                <a:cubicBezTo>
                  <a:pt x="48" y="76"/>
                  <a:pt x="48" y="76"/>
                  <a:pt x="48" y="76"/>
                </a:cubicBezTo>
                <a:cubicBezTo>
                  <a:pt x="48" y="79"/>
                  <a:pt x="47" y="81"/>
                  <a:pt x="46" y="82"/>
                </a:cubicBezTo>
                <a:cubicBezTo>
                  <a:pt x="44" y="84"/>
                  <a:pt x="42" y="85"/>
                  <a:pt x="39" y="85"/>
                </a:cubicBezTo>
                <a:cubicBezTo>
                  <a:pt x="9" y="85"/>
                  <a:pt x="9" y="85"/>
                  <a:pt x="9" y="85"/>
                </a:cubicBezTo>
                <a:cubicBezTo>
                  <a:pt x="6" y="85"/>
                  <a:pt x="4" y="84"/>
                  <a:pt x="2" y="82"/>
                </a:cubicBezTo>
                <a:cubicBezTo>
                  <a:pt x="1" y="81"/>
                  <a:pt x="0" y="79"/>
                  <a:pt x="0" y="76"/>
                </a:cubicBezTo>
                <a:cubicBezTo>
                  <a:pt x="0" y="58"/>
                  <a:pt x="0" y="58"/>
                  <a:pt x="0" y="58"/>
                </a:cubicBezTo>
                <a:cubicBezTo>
                  <a:pt x="0" y="55"/>
                  <a:pt x="1" y="53"/>
                  <a:pt x="2" y="51"/>
                </a:cubicBezTo>
                <a:cubicBezTo>
                  <a:pt x="4" y="50"/>
                  <a:pt x="6" y="49"/>
                  <a:pt x="9" y="49"/>
                </a:cubicBezTo>
                <a:cubicBezTo>
                  <a:pt x="39" y="49"/>
                  <a:pt x="39" y="49"/>
                  <a:pt x="39" y="49"/>
                </a:cubicBezTo>
                <a:cubicBezTo>
                  <a:pt x="42" y="49"/>
                  <a:pt x="44" y="50"/>
                  <a:pt x="46" y="51"/>
                </a:cubicBezTo>
                <a:cubicBezTo>
                  <a:pt x="47" y="53"/>
                  <a:pt x="48" y="55"/>
                  <a:pt x="48" y="58"/>
                </a:cubicBezTo>
                <a:close/>
                <a:moveTo>
                  <a:pt x="48" y="106"/>
                </a:moveTo>
                <a:cubicBezTo>
                  <a:pt x="48" y="124"/>
                  <a:pt x="48" y="124"/>
                  <a:pt x="48" y="124"/>
                </a:cubicBezTo>
                <a:cubicBezTo>
                  <a:pt x="48" y="127"/>
                  <a:pt x="47" y="129"/>
                  <a:pt x="46" y="131"/>
                </a:cubicBezTo>
                <a:cubicBezTo>
                  <a:pt x="44" y="133"/>
                  <a:pt x="42" y="133"/>
                  <a:pt x="39" y="133"/>
                </a:cubicBezTo>
                <a:cubicBezTo>
                  <a:pt x="9" y="133"/>
                  <a:pt x="9" y="133"/>
                  <a:pt x="9" y="133"/>
                </a:cubicBezTo>
                <a:cubicBezTo>
                  <a:pt x="6" y="133"/>
                  <a:pt x="4" y="133"/>
                  <a:pt x="2" y="131"/>
                </a:cubicBezTo>
                <a:cubicBezTo>
                  <a:pt x="1" y="129"/>
                  <a:pt x="0" y="127"/>
                  <a:pt x="0" y="124"/>
                </a:cubicBezTo>
                <a:cubicBezTo>
                  <a:pt x="0" y="106"/>
                  <a:pt x="0" y="106"/>
                  <a:pt x="0" y="106"/>
                </a:cubicBezTo>
                <a:cubicBezTo>
                  <a:pt x="0" y="104"/>
                  <a:pt x="1" y="102"/>
                  <a:pt x="2" y="100"/>
                </a:cubicBezTo>
                <a:cubicBezTo>
                  <a:pt x="4" y="98"/>
                  <a:pt x="6" y="97"/>
                  <a:pt x="9" y="97"/>
                </a:cubicBezTo>
                <a:cubicBezTo>
                  <a:pt x="39" y="97"/>
                  <a:pt x="39" y="97"/>
                  <a:pt x="39" y="97"/>
                </a:cubicBezTo>
                <a:cubicBezTo>
                  <a:pt x="42" y="97"/>
                  <a:pt x="44" y="98"/>
                  <a:pt x="46" y="100"/>
                </a:cubicBezTo>
                <a:cubicBezTo>
                  <a:pt x="47" y="102"/>
                  <a:pt x="48" y="104"/>
                  <a:pt x="48" y="106"/>
                </a:cubicBezTo>
                <a:close/>
                <a:moveTo>
                  <a:pt x="169" y="9"/>
                </a:moveTo>
                <a:cubicBezTo>
                  <a:pt x="169" y="28"/>
                  <a:pt x="169" y="28"/>
                  <a:pt x="169" y="28"/>
                </a:cubicBezTo>
                <a:cubicBezTo>
                  <a:pt x="169" y="30"/>
                  <a:pt x="168" y="32"/>
                  <a:pt x="167" y="34"/>
                </a:cubicBezTo>
                <a:cubicBezTo>
                  <a:pt x="165" y="36"/>
                  <a:pt x="163" y="37"/>
                  <a:pt x="160" y="37"/>
                </a:cubicBezTo>
                <a:cubicBezTo>
                  <a:pt x="69" y="37"/>
                  <a:pt x="69" y="37"/>
                  <a:pt x="69" y="37"/>
                </a:cubicBezTo>
                <a:cubicBezTo>
                  <a:pt x="67" y="37"/>
                  <a:pt x="65" y="36"/>
                  <a:pt x="63" y="34"/>
                </a:cubicBezTo>
                <a:cubicBezTo>
                  <a:pt x="61" y="32"/>
                  <a:pt x="60" y="30"/>
                  <a:pt x="60" y="28"/>
                </a:cubicBezTo>
                <a:cubicBezTo>
                  <a:pt x="60" y="9"/>
                  <a:pt x="60" y="9"/>
                  <a:pt x="60" y="9"/>
                </a:cubicBezTo>
                <a:cubicBezTo>
                  <a:pt x="60" y="7"/>
                  <a:pt x="61" y="5"/>
                  <a:pt x="63" y="3"/>
                </a:cubicBezTo>
                <a:cubicBezTo>
                  <a:pt x="65" y="1"/>
                  <a:pt x="67" y="0"/>
                  <a:pt x="69" y="0"/>
                </a:cubicBezTo>
                <a:cubicBezTo>
                  <a:pt x="160" y="0"/>
                  <a:pt x="160" y="0"/>
                  <a:pt x="160" y="0"/>
                </a:cubicBezTo>
                <a:cubicBezTo>
                  <a:pt x="163" y="0"/>
                  <a:pt x="165" y="1"/>
                  <a:pt x="167" y="3"/>
                </a:cubicBezTo>
                <a:cubicBezTo>
                  <a:pt x="168" y="5"/>
                  <a:pt x="169" y="7"/>
                  <a:pt x="169" y="9"/>
                </a:cubicBezTo>
                <a:close/>
                <a:moveTo>
                  <a:pt x="169" y="58"/>
                </a:moveTo>
                <a:cubicBezTo>
                  <a:pt x="169" y="76"/>
                  <a:pt x="169" y="76"/>
                  <a:pt x="169" y="76"/>
                </a:cubicBezTo>
                <a:cubicBezTo>
                  <a:pt x="169" y="79"/>
                  <a:pt x="168" y="81"/>
                  <a:pt x="167" y="82"/>
                </a:cubicBezTo>
                <a:cubicBezTo>
                  <a:pt x="165" y="84"/>
                  <a:pt x="163" y="85"/>
                  <a:pt x="160" y="85"/>
                </a:cubicBezTo>
                <a:cubicBezTo>
                  <a:pt x="69" y="85"/>
                  <a:pt x="69" y="85"/>
                  <a:pt x="69" y="85"/>
                </a:cubicBezTo>
                <a:cubicBezTo>
                  <a:pt x="67" y="85"/>
                  <a:pt x="65" y="84"/>
                  <a:pt x="63" y="82"/>
                </a:cubicBezTo>
                <a:cubicBezTo>
                  <a:pt x="61" y="81"/>
                  <a:pt x="60" y="79"/>
                  <a:pt x="60" y="76"/>
                </a:cubicBezTo>
                <a:cubicBezTo>
                  <a:pt x="60" y="58"/>
                  <a:pt x="60" y="58"/>
                  <a:pt x="60" y="58"/>
                </a:cubicBezTo>
                <a:cubicBezTo>
                  <a:pt x="60" y="55"/>
                  <a:pt x="61" y="53"/>
                  <a:pt x="63" y="51"/>
                </a:cubicBezTo>
                <a:cubicBezTo>
                  <a:pt x="65" y="50"/>
                  <a:pt x="67" y="49"/>
                  <a:pt x="69" y="49"/>
                </a:cubicBezTo>
                <a:cubicBezTo>
                  <a:pt x="160" y="49"/>
                  <a:pt x="160" y="49"/>
                  <a:pt x="160" y="49"/>
                </a:cubicBezTo>
                <a:cubicBezTo>
                  <a:pt x="163" y="49"/>
                  <a:pt x="165" y="50"/>
                  <a:pt x="167" y="51"/>
                </a:cubicBezTo>
                <a:cubicBezTo>
                  <a:pt x="168" y="53"/>
                  <a:pt x="169" y="55"/>
                  <a:pt x="169" y="58"/>
                </a:cubicBezTo>
                <a:close/>
                <a:moveTo>
                  <a:pt x="169" y="106"/>
                </a:moveTo>
                <a:cubicBezTo>
                  <a:pt x="169" y="124"/>
                  <a:pt x="169" y="124"/>
                  <a:pt x="169" y="124"/>
                </a:cubicBezTo>
                <a:cubicBezTo>
                  <a:pt x="169" y="127"/>
                  <a:pt x="168" y="129"/>
                  <a:pt x="167" y="131"/>
                </a:cubicBezTo>
                <a:cubicBezTo>
                  <a:pt x="165" y="133"/>
                  <a:pt x="163" y="133"/>
                  <a:pt x="160" y="133"/>
                </a:cubicBezTo>
                <a:cubicBezTo>
                  <a:pt x="69" y="133"/>
                  <a:pt x="69" y="133"/>
                  <a:pt x="69" y="133"/>
                </a:cubicBezTo>
                <a:cubicBezTo>
                  <a:pt x="67" y="133"/>
                  <a:pt x="65" y="133"/>
                  <a:pt x="63" y="131"/>
                </a:cubicBezTo>
                <a:cubicBezTo>
                  <a:pt x="61" y="129"/>
                  <a:pt x="60" y="127"/>
                  <a:pt x="60" y="124"/>
                </a:cubicBezTo>
                <a:cubicBezTo>
                  <a:pt x="60" y="106"/>
                  <a:pt x="60" y="106"/>
                  <a:pt x="60" y="106"/>
                </a:cubicBezTo>
                <a:cubicBezTo>
                  <a:pt x="60" y="104"/>
                  <a:pt x="61" y="102"/>
                  <a:pt x="63" y="100"/>
                </a:cubicBezTo>
                <a:cubicBezTo>
                  <a:pt x="65" y="98"/>
                  <a:pt x="67" y="97"/>
                  <a:pt x="69" y="97"/>
                </a:cubicBezTo>
                <a:cubicBezTo>
                  <a:pt x="160" y="97"/>
                  <a:pt x="160" y="97"/>
                  <a:pt x="160" y="97"/>
                </a:cubicBezTo>
                <a:cubicBezTo>
                  <a:pt x="163" y="97"/>
                  <a:pt x="165" y="98"/>
                  <a:pt x="167" y="100"/>
                </a:cubicBezTo>
                <a:cubicBezTo>
                  <a:pt x="168" y="102"/>
                  <a:pt x="169" y="104"/>
                  <a:pt x="169" y="10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5" name="Freeform 17"/>
          <p:cNvSpPr>
            <a:spLocks/>
          </p:cNvSpPr>
          <p:nvPr/>
        </p:nvSpPr>
        <p:spPr bwMode="auto">
          <a:xfrm>
            <a:off x="4353076" y="1424584"/>
            <a:ext cx="209627" cy="159921"/>
          </a:xfrm>
          <a:custGeom>
            <a:avLst/>
            <a:gdLst>
              <a:gd name="T0" fmla="*/ 147 w 147"/>
              <a:gd name="T1" fmla="*/ 22 h 112"/>
              <a:gd name="T2" fmla="*/ 144 w 147"/>
              <a:gd name="T3" fmla="*/ 28 h 112"/>
              <a:gd name="T4" fmla="*/ 76 w 147"/>
              <a:gd name="T5" fmla="*/ 97 h 112"/>
              <a:gd name="T6" fmla="*/ 63 w 147"/>
              <a:gd name="T7" fmla="*/ 110 h 112"/>
              <a:gd name="T8" fmla="*/ 56 w 147"/>
              <a:gd name="T9" fmla="*/ 112 h 112"/>
              <a:gd name="T10" fmla="*/ 50 w 147"/>
              <a:gd name="T11" fmla="*/ 110 h 112"/>
              <a:gd name="T12" fmla="*/ 37 w 147"/>
              <a:gd name="T13" fmla="*/ 97 h 112"/>
              <a:gd name="T14" fmla="*/ 3 w 147"/>
              <a:gd name="T15" fmla="*/ 62 h 112"/>
              <a:gd name="T16" fmla="*/ 0 w 147"/>
              <a:gd name="T17" fmla="*/ 56 h 112"/>
              <a:gd name="T18" fmla="*/ 3 w 147"/>
              <a:gd name="T19" fmla="*/ 50 h 112"/>
              <a:gd name="T20" fmla="*/ 16 w 147"/>
              <a:gd name="T21" fmla="*/ 37 h 112"/>
              <a:gd name="T22" fmla="*/ 22 w 147"/>
              <a:gd name="T23" fmla="*/ 34 h 112"/>
              <a:gd name="T24" fmla="*/ 29 w 147"/>
              <a:gd name="T25" fmla="*/ 37 h 112"/>
              <a:gd name="T26" fmla="*/ 56 w 147"/>
              <a:gd name="T27" fmla="*/ 65 h 112"/>
              <a:gd name="T28" fmla="*/ 119 w 147"/>
              <a:gd name="T29" fmla="*/ 2 h 112"/>
              <a:gd name="T30" fmla="*/ 125 w 147"/>
              <a:gd name="T31" fmla="*/ 0 h 112"/>
              <a:gd name="T32" fmla="*/ 131 w 147"/>
              <a:gd name="T33" fmla="*/ 2 h 112"/>
              <a:gd name="T34" fmla="*/ 144 w 147"/>
              <a:gd name="T35" fmla="*/ 15 h 112"/>
              <a:gd name="T36" fmla="*/ 147 w 147"/>
              <a:gd name="T37" fmla="*/ 22 h 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47" h="112">
                <a:moveTo>
                  <a:pt x="147" y="22"/>
                </a:moveTo>
                <a:cubicBezTo>
                  <a:pt x="147" y="24"/>
                  <a:pt x="146" y="26"/>
                  <a:pt x="144" y="28"/>
                </a:cubicBezTo>
                <a:cubicBezTo>
                  <a:pt x="76" y="97"/>
                  <a:pt x="76" y="97"/>
                  <a:pt x="76" y="97"/>
                </a:cubicBezTo>
                <a:cubicBezTo>
                  <a:pt x="63" y="110"/>
                  <a:pt x="63" y="110"/>
                  <a:pt x="63" y="110"/>
                </a:cubicBezTo>
                <a:cubicBezTo>
                  <a:pt x="61" y="111"/>
                  <a:pt x="59" y="112"/>
                  <a:pt x="56" y="112"/>
                </a:cubicBezTo>
                <a:cubicBezTo>
                  <a:pt x="54" y="112"/>
                  <a:pt x="52" y="111"/>
                  <a:pt x="50" y="110"/>
                </a:cubicBezTo>
                <a:cubicBezTo>
                  <a:pt x="37" y="97"/>
                  <a:pt x="37" y="97"/>
                  <a:pt x="37" y="97"/>
                </a:cubicBezTo>
                <a:cubicBezTo>
                  <a:pt x="3" y="62"/>
                  <a:pt x="3" y="62"/>
                  <a:pt x="3" y="62"/>
                </a:cubicBezTo>
                <a:cubicBezTo>
                  <a:pt x="1" y="61"/>
                  <a:pt x="0" y="59"/>
                  <a:pt x="0" y="56"/>
                </a:cubicBezTo>
                <a:cubicBezTo>
                  <a:pt x="0" y="53"/>
                  <a:pt x="1" y="51"/>
                  <a:pt x="3" y="50"/>
                </a:cubicBezTo>
                <a:cubicBezTo>
                  <a:pt x="16" y="37"/>
                  <a:pt x="16" y="37"/>
                  <a:pt x="16" y="37"/>
                </a:cubicBezTo>
                <a:cubicBezTo>
                  <a:pt x="18" y="35"/>
                  <a:pt x="20" y="34"/>
                  <a:pt x="22" y="34"/>
                </a:cubicBezTo>
                <a:cubicBezTo>
                  <a:pt x="25" y="34"/>
                  <a:pt x="27" y="35"/>
                  <a:pt x="29" y="37"/>
                </a:cubicBezTo>
                <a:cubicBezTo>
                  <a:pt x="56" y="65"/>
                  <a:pt x="56" y="65"/>
                  <a:pt x="56" y="65"/>
                </a:cubicBezTo>
                <a:cubicBezTo>
                  <a:pt x="119" y="2"/>
                  <a:pt x="119" y="2"/>
                  <a:pt x="119" y="2"/>
                </a:cubicBezTo>
                <a:cubicBezTo>
                  <a:pt x="120" y="1"/>
                  <a:pt x="122" y="0"/>
                  <a:pt x="125" y="0"/>
                </a:cubicBezTo>
                <a:cubicBezTo>
                  <a:pt x="127" y="0"/>
                  <a:pt x="130" y="1"/>
                  <a:pt x="131" y="2"/>
                </a:cubicBezTo>
                <a:cubicBezTo>
                  <a:pt x="144" y="15"/>
                  <a:pt x="144" y="15"/>
                  <a:pt x="144" y="15"/>
                </a:cubicBezTo>
                <a:cubicBezTo>
                  <a:pt x="146" y="17"/>
                  <a:pt x="147" y="19"/>
                  <a:pt x="147" y="2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6" name="Freeform 18"/>
          <p:cNvSpPr>
            <a:spLocks/>
          </p:cNvSpPr>
          <p:nvPr/>
        </p:nvSpPr>
        <p:spPr bwMode="auto">
          <a:xfrm>
            <a:off x="4657791" y="1428905"/>
            <a:ext cx="162083" cy="159921"/>
          </a:xfrm>
          <a:custGeom>
            <a:avLst/>
            <a:gdLst>
              <a:gd name="T0" fmla="*/ 113 w 113"/>
              <a:gd name="T1" fmla="*/ 90 h 112"/>
              <a:gd name="T2" fmla="*/ 110 w 113"/>
              <a:gd name="T3" fmla="*/ 97 h 112"/>
              <a:gd name="T4" fmla="*/ 97 w 113"/>
              <a:gd name="T5" fmla="*/ 110 h 112"/>
              <a:gd name="T6" fmla="*/ 91 w 113"/>
              <a:gd name="T7" fmla="*/ 112 h 112"/>
              <a:gd name="T8" fmla="*/ 84 w 113"/>
              <a:gd name="T9" fmla="*/ 110 h 112"/>
              <a:gd name="T10" fmla="*/ 57 w 113"/>
              <a:gd name="T11" fmla="*/ 82 h 112"/>
              <a:gd name="T12" fmla="*/ 29 w 113"/>
              <a:gd name="T13" fmla="*/ 110 h 112"/>
              <a:gd name="T14" fmla="*/ 22 w 113"/>
              <a:gd name="T15" fmla="*/ 112 h 112"/>
              <a:gd name="T16" fmla="*/ 16 w 113"/>
              <a:gd name="T17" fmla="*/ 110 h 112"/>
              <a:gd name="T18" fmla="*/ 3 w 113"/>
              <a:gd name="T19" fmla="*/ 97 h 112"/>
              <a:gd name="T20" fmla="*/ 0 w 113"/>
              <a:gd name="T21" fmla="*/ 90 h 112"/>
              <a:gd name="T22" fmla="*/ 3 w 113"/>
              <a:gd name="T23" fmla="*/ 84 h 112"/>
              <a:gd name="T24" fmla="*/ 31 w 113"/>
              <a:gd name="T25" fmla="*/ 56 h 112"/>
              <a:gd name="T26" fmla="*/ 3 w 113"/>
              <a:gd name="T27" fmla="*/ 28 h 112"/>
              <a:gd name="T28" fmla="*/ 0 w 113"/>
              <a:gd name="T29" fmla="*/ 22 h 112"/>
              <a:gd name="T30" fmla="*/ 3 w 113"/>
              <a:gd name="T31" fmla="*/ 15 h 112"/>
              <a:gd name="T32" fmla="*/ 16 w 113"/>
              <a:gd name="T33" fmla="*/ 3 h 112"/>
              <a:gd name="T34" fmla="*/ 22 w 113"/>
              <a:gd name="T35" fmla="*/ 0 h 112"/>
              <a:gd name="T36" fmla="*/ 29 w 113"/>
              <a:gd name="T37" fmla="*/ 3 h 112"/>
              <a:gd name="T38" fmla="*/ 57 w 113"/>
              <a:gd name="T39" fmla="*/ 30 h 112"/>
              <a:gd name="T40" fmla="*/ 84 w 113"/>
              <a:gd name="T41" fmla="*/ 3 h 112"/>
              <a:gd name="T42" fmla="*/ 91 w 113"/>
              <a:gd name="T43" fmla="*/ 0 h 112"/>
              <a:gd name="T44" fmla="*/ 97 w 113"/>
              <a:gd name="T45" fmla="*/ 3 h 112"/>
              <a:gd name="T46" fmla="*/ 110 w 113"/>
              <a:gd name="T47" fmla="*/ 15 h 112"/>
              <a:gd name="T48" fmla="*/ 113 w 113"/>
              <a:gd name="T49" fmla="*/ 22 h 112"/>
              <a:gd name="T50" fmla="*/ 110 w 113"/>
              <a:gd name="T51" fmla="*/ 28 h 112"/>
              <a:gd name="T52" fmla="*/ 82 w 113"/>
              <a:gd name="T53" fmla="*/ 56 h 112"/>
              <a:gd name="T54" fmla="*/ 110 w 113"/>
              <a:gd name="T55" fmla="*/ 84 h 112"/>
              <a:gd name="T56" fmla="*/ 113 w 113"/>
              <a:gd name="T57" fmla="*/ 90 h 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113" h="112">
                <a:moveTo>
                  <a:pt x="113" y="90"/>
                </a:moveTo>
                <a:cubicBezTo>
                  <a:pt x="113" y="93"/>
                  <a:pt x="112" y="95"/>
                  <a:pt x="110" y="97"/>
                </a:cubicBezTo>
                <a:cubicBezTo>
                  <a:pt x="97" y="110"/>
                  <a:pt x="97" y="110"/>
                  <a:pt x="97" y="110"/>
                </a:cubicBezTo>
                <a:cubicBezTo>
                  <a:pt x="95" y="111"/>
                  <a:pt x="93" y="112"/>
                  <a:pt x="91" y="112"/>
                </a:cubicBezTo>
                <a:cubicBezTo>
                  <a:pt x="88" y="112"/>
                  <a:pt x="86" y="111"/>
                  <a:pt x="84" y="110"/>
                </a:cubicBezTo>
                <a:cubicBezTo>
                  <a:pt x="57" y="82"/>
                  <a:pt x="57" y="82"/>
                  <a:pt x="57" y="82"/>
                </a:cubicBezTo>
                <a:cubicBezTo>
                  <a:pt x="29" y="110"/>
                  <a:pt x="29" y="110"/>
                  <a:pt x="29" y="110"/>
                </a:cubicBezTo>
                <a:cubicBezTo>
                  <a:pt x="27" y="111"/>
                  <a:pt x="25" y="112"/>
                  <a:pt x="22" y="112"/>
                </a:cubicBezTo>
                <a:cubicBezTo>
                  <a:pt x="20" y="112"/>
                  <a:pt x="18" y="111"/>
                  <a:pt x="16" y="110"/>
                </a:cubicBezTo>
                <a:cubicBezTo>
                  <a:pt x="3" y="97"/>
                  <a:pt x="3" y="97"/>
                  <a:pt x="3" y="97"/>
                </a:cubicBezTo>
                <a:cubicBezTo>
                  <a:pt x="1" y="95"/>
                  <a:pt x="0" y="93"/>
                  <a:pt x="0" y="90"/>
                </a:cubicBezTo>
                <a:cubicBezTo>
                  <a:pt x="0" y="88"/>
                  <a:pt x="1" y="86"/>
                  <a:pt x="3" y="84"/>
                </a:cubicBezTo>
                <a:cubicBezTo>
                  <a:pt x="31" y="56"/>
                  <a:pt x="31" y="56"/>
                  <a:pt x="31" y="56"/>
                </a:cubicBezTo>
                <a:cubicBezTo>
                  <a:pt x="3" y="28"/>
                  <a:pt x="3" y="28"/>
                  <a:pt x="3" y="28"/>
                </a:cubicBezTo>
                <a:cubicBezTo>
                  <a:pt x="1" y="26"/>
                  <a:pt x="0" y="24"/>
                  <a:pt x="0" y="22"/>
                </a:cubicBezTo>
                <a:cubicBezTo>
                  <a:pt x="0" y="19"/>
                  <a:pt x="1" y="17"/>
                  <a:pt x="3" y="15"/>
                </a:cubicBezTo>
                <a:cubicBezTo>
                  <a:pt x="16" y="3"/>
                  <a:pt x="16" y="3"/>
                  <a:pt x="16" y="3"/>
                </a:cubicBezTo>
                <a:cubicBezTo>
                  <a:pt x="18" y="1"/>
                  <a:pt x="20" y="0"/>
                  <a:pt x="22" y="0"/>
                </a:cubicBezTo>
                <a:cubicBezTo>
                  <a:pt x="25" y="0"/>
                  <a:pt x="27" y="1"/>
                  <a:pt x="29" y="3"/>
                </a:cubicBezTo>
                <a:cubicBezTo>
                  <a:pt x="57" y="30"/>
                  <a:pt x="57" y="30"/>
                  <a:pt x="57" y="30"/>
                </a:cubicBezTo>
                <a:cubicBezTo>
                  <a:pt x="84" y="3"/>
                  <a:pt x="84" y="3"/>
                  <a:pt x="84" y="3"/>
                </a:cubicBezTo>
                <a:cubicBezTo>
                  <a:pt x="86" y="1"/>
                  <a:pt x="88" y="0"/>
                  <a:pt x="91" y="0"/>
                </a:cubicBezTo>
                <a:cubicBezTo>
                  <a:pt x="93" y="0"/>
                  <a:pt x="95" y="1"/>
                  <a:pt x="97" y="3"/>
                </a:cubicBezTo>
                <a:cubicBezTo>
                  <a:pt x="110" y="15"/>
                  <a:pt x="110" y="15"/>
                  <a:pt x="110" y="15"/>
                </a:cubicBezTo>
                <a:cubicBezTo>
                  <a:pt x="112" y="17"/>
                  <a:pt x="113" y="19"/>
                  <a:pt x="113" y="22"/>
                </a:cubicBezTo>
                <a:cubicBezTo>
                  <a:pt x="113" y="24"/>
                  <a:pt x="112" y="26"/>
                  <a:pt x="110" y="28"/>
                </a:cubicBezTo>
                <a:cubicBezTo>
                  <a:pt x="82" y="56"/>
                  <a:pt x="82" y="56"/>
                  <a:pt x="82" y="56"/>
                </a:cubicBezTo>
                <a:cubicBezTo>
                  <a:pt x="110" y="84"/>
                  <a:pt x="110" y="84"/>
                  <a:pt x="110" y="84"/>
                </a:cubicBezTo>
                <a:cubicBezTo>
                  <a:pt x="112" y="86"/>
                  <a:pt x="113" y="88"/>
                  <a:pt x="113" y="9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7" name="Freeform 19"/>
          <p:cNvSpPr>
            <a:spLocks noEditPoints="1"/>
          </p:cNvSpPr>
          <p:nvPr/>
        </p:nvSpPr>
        <p:spPr bwMode="auto">
          <a:xfrm>
            <a:off x="4897672" y="1394327"/>
            <a:ext cx="224755" cy="226915"/>
          </a:xfrm>
          <a:custGeom>
            <a:avLst/>
            <a:gdLst>
              <a:gd name="T0" fmla="*/ 157 w 157"/>
              <a:gd name="T1" fmla="*/ 146 h 158"/>
              <a:gd name="T2" fmla="*/ 153 w 157"/>
              <a:gd name="T3" fmla="*/ 154 h 158"/>
              <a:gd name="T4" fmla="*/ 145 w 157"/>
              <a:gd name="T5" fmla="*/ 158 h 158"/>
              <a:gd name="T6" fmla="*/ 136 w 157"/>
              <a:gd name="T7" fmla="*/ 154 h 158"/>
              <a:gd name="T8" fmla="*/ 104 w 157"/>
              <a:gd name="T9" fmla="*/ 122 h 158"/>
              <a:gd name="T10" fmla="*/ 66 w 157"/>
              <a:gd name="T11" fmla="*/ 133 h 158"/>
              <a:gd name="T12" fmla="*/ 40 w 157"/>
              <a:gd name="T13" fmla="*/ 128 h 158"/>
              <a:gd name="T14" fmla="*/ 19 w 157"/>
              <a:gd name="T15" fmla="*/ 114 h 158"/>
              <a:gd name="T16" fmla="*/ 5 w 157"/>
              <a:gd name="T17" fmla="*/ 93 h 158"/>
              <a:gd name="T18" fmla="*/ 0 w 157"/>
              <a:gd name="T19" fmla="*/ 67 h 158"/>
              <a:gd name="T20" fmla="*/ 5 w 157"/>
              <a:gd name="T21" fmla="*/ 41 h 158"/>
              <a:gd name="T22" fmla="*/ 19 w 157"/>
              <a:gd name="T23" fmla="*/ 20 h 158"/>
              <a:gd name="T24" fmla="*/ 40 w 157"/>
              <a:gd name="T25" fmla="*/ 6 h 158"/>
              <a:gd name="T26" fmla="*/ 66 w 157"/>
              <a:gd name="T27" fmla="*/ 0 h 158"/>
              <a:gd name="T28" fmla="*/ 92 w 157"/>
              <a:gd name="T29" fmla="*/ 6 h 158"/>
              <a:gd name="T30" fmla="*/ 113 w 157"/>
              <a:gd name="T31" fmla="*/ 20 h 158"/>
              <a:gd name="T32" fmla="*/ 128 w 157"/>
              <a:gd name="T33" fmla="*/ 41 h 158"/>
              <a:gd name="T34" fmla="*/ 133 w 157"/>
              <a:gd name="T35" fmla="*/ 67 h 158"/>
              <a:gd name="T36" fmla="*/ 121 w 157"/>
              <a:gd name="T37" fmla="*/ 105 h 158"/>
              <a:gd name="T38" fmla="*/ 154 w 157"/>
              <a:gd name="T39" fmla="*/ 137 h 158"/>
              <a:gd name="T40" fmla="*/ 157 w 157"/>
              <a:gd name="T41" fmla="*/ 146 h 158"/>
              <a:gd name="T42" fmla="*/ 96 w 157"/>
              <a:gd name="T43" fmla="*/ 97 h 158"/>
              <a:gd name="T44" fmla="*/ 109 w 157"/>
              <a:gd name="T45" fmla="*/ 67 h 158"/>
              <a:gd name="T46" fmla="*/ 96 w 157"/>
              <a:gd name="T47" fmla="*/ 37 h 158"/>
              <a:gd name="T48" fmla="*/ 66 w 157"/>
              <a:gd name="T49" fmla="*/ 25 h 158"/>
              <a:gd name="T50" fmla="*/ 36 w 157"/>
              <a:gd name="T51" fmla="*/ 37 h 158"/>
              <a:gd name="T52" fmla="*/ 24 w 157"/>
              <a:gd name="T53" fmla="*/ 67 h 158"/>
              <a:gd name="T54" fmla="*/ 36 w 157"/>
              <a:gd name="T55" fmla="*/ 97 h 158"/>
              <a:gd name="T56" fmla="*/ 66 w 157"/>
              <a:gd name="T57" fmla="*/ 109 h 158"/>
              <a:gd name="T58" fmla="*/ 96 w 157"/>
              <a:gd name="T59" fmla="*/ 97 h 158"/>
              <a:gd name="T60" fmla="*/ 97 w 157"/>
              <a:gd name="T61" fmla="*/ 64 h 158"/>
              <a:gd name="T62" fmla="*/ 97 w 157"/>
              <a:gd name="T63" fmla="*/ 70 h 158"/>
              <a:gd name="T64" fmla="*/ 96 w 157"/>
              <a:gd name="T65" fmla="*/ 72 h 158"/>
              <a:gd name="T66" fmla="*/ 93 w 157"/>
              <a:gd name="T67" fmla="*/ 73 h 158"/>
              <a:gd name="T68" fmla="*/ 72 w 157"/>
              <a:gd name="T69" fmla="*/ 73 h 158"/>
              <a:gd name="T70" fmla="*/ 72 w 157"/>
              <a:gd name="T71" fmla="*/ 94 h 158"/>
              <a:gd name="T72" fmla="*/ 71 w 157"/>
              <a:gd name="T73" fmla="*/ 96 h 158"/>
              <a:gd name="T74" fmla="*/ 69 w 157"/>
              <a:gd name="T75" fmla="*/ 97 h 158"/>
              <a:gd name="T76" fmla="*/ 63 w 157"/>
              <a:gd name="T77" fmla="*/ 97 h 158"/>
              <a:gd name="T78" fmla="*/ 61 w 157"/>
              <a:gd name="T79" fmla="*/ 96 h 158"/>
              <a:gd name="T80" fmla="*/ 60 w 157"/>
              <a:gd name="T81" fmla="*/ 94 h 158"/>
              <a:gd name="T82" fmla="*/ 60 w 157"/>
              <a:gd name="T83" fmla="*/ 73 h 158"/>
              <a:gd name="T84" fmla="*/ 39 w 157"/>
              <a:gd name="T85" fmla="*/ 73 h 158"/>
              <a:gd name="T86" fmla="*/ 37 w 157"/>
              <a:gd name="T87" fmla="*/ 72 h 158"/>
              <a:gd name="T88" fmla="*/ 36 w 157"/>
              <a:gd name="T89" fmla="*/ 70 h 158"/>
              <a:gd name="T90" fmla="*/ 36 w 157"/>
              <a:gd name="T91" fmla="*/ 64 h 158"/>
              <a:gd name="T92" fmla="*/ 37 w 157"/>
              <a:gd name="T93" fmla="*/ 62 h 158"/>
              <a:gd name="T94" fmla="*/ 39 w 157"/>
              <a:gd name="T95" fmla="*/ 61 h 158"/>
              <a:gd name="T96" fmla="*/ 60 w 157"/>
              <a:gd name="T97" fmla="*/ 61 h 158"/>
              <a:gd name="T98" fmla="*/ 60 w 157"/>
              <a:gd name="T99" fmla="*/ 40 h 158"/>
              <a:gd name="T100" fmla="*/ 61 w 157"/>
              <a:gd name="T101" fmla="*/ 38 h 158"/>
              <a:gd name="T102" fmla="*/ 63 w 157"/>
              <a:gd name="T103" fmla="*/ 37 h 158"/>
              <a:gd name="T104" fmla="*/ 69 w 157"/>
              <a:gd name="T105" fmla="*/ 37 h 158"/>
              <a:gd name="T106" fmla="*/ 71 w 157"/>
              <a:gd name="T107" fmla="*/ 38 h 158"/>
              <a:gd name="T108" fmla="*/ 72 w 157"/>
              <a:gd name="T109" fmla="*/ 40 h 158"/>
              <a:gd name="T110" fmla="*/ 72 w 157"/>
              <a:gd name="T111" fmla="*/ 61 h 158"/>
              <a:gd name="T112" fmla="*/ 93 w 157"/>
              <a:gd name="T113" fmla="*/ 61 h 158"/>
              <a:gd name="T114" fmla="*/ 96 w 157"/>
              <a:gd name="T115" fmla="*/ 62 h 158"/>
              <a:gd name="T116" fmla="*/ 97 w 157"/>
              <a:gd name="T117" fmla="*/ 64 h 1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57" h="158">
                <a:moveTo>
                  <a:pt x="157" y="146"/>
                </a:moveTo>
                <a:cubicBezTo>
                  <a:pt x="157" y="149"/>
                  <a:pt x="156" y="152"/>
                  <a:pt x="153" y="154"/>
                </a:cubicBezTo>
                <a:cubicBezTo>
                  <a:pt x="151" y="156"/>
                  <a:pt x="148" y="158"/>
                  <a:pt x="145" y="158"/>
                </a:cubicBezTo>
                <a:cubicBezTo>
                  <a:pt x="142" y="158"/>
                  <a:pt x="139" y="156"/>
                  <a:pt x="136" y="154"/>
                </a:cubicBezTo>
                <a:cubicBezTo>
                  <a:pt x="104" y="122"/>
                  <a:pt x="104" y="122"/>
                  <a:pt x="104" y="122"/>
                </a:cubicBezTo>
                <a:cubicBezTo>
                  <a:pt x="93" y="130"/>
                  <a:pt x="80" y="133"/>
                  <a:pt x="66" y="133"/>
                </a:cubicBezTo>
                <a:cubicBezTo>
                  <a:pt x="57" y="133"/>
                  <a:pt x="49" y="132"/>
                  <a:pt x="40" y="128"/>
                </a:cubicBezTo>
                <a:cubicBezTo>
                  <a:pt x="32" y="125"/>
                  <a:pt x="25" y="120"/>
                  <a:pt x="19" y="114"/>
                </a:cubicBezTo>
                <a:cubicBezTo>
                  <a:pt x="13" y="108"/>
                  <a:pt x="8" y="101"/>
                  <a:pt x="5" y="93"/>
                </a:cubicBezTo>
                <a:cubicBezTo>
                  <a:pt x="1" y="85"/>
                  <a:pt x="0" y="76"/>
                  <a:pt x="0" y="67"/>
                </a:cubicBezTo>
                <a:cubicBezTo>
                  <a:pt x="0" y="58"/>
                  <a:pt x="1" y="49"/>
                  <a:pt x="5" y="41"/>
                </a:cubicBezTo>
                <a:cubicBezTo>
                  <a:pt x="8" y="33"/>
                  <a:pt x="13" y="26"/>
                  <a:pt x="19" y="20"/>
                </a:cubicBezTo>
                <a:cubicBezTo>
                  <a:pt x="25" y="14"/>
                  <a:pt x="32" y="9"/>
                  <a:pt x="40" y="6"/>
                </a:cubicBezTo>
                <a:cubicBezTo>
                  <a:pt x="49" y="2"/>
                  <a:pt x="57" y="0"/>
                  <a:pt x="66" y="0"/>
                </a:cubicBezTo>
                <a:cubicBezTo>
                  <a:pt x="75" y="0"/>
                  <a:pt x="84" y="2"/>
                  <a:pt x="92" y="6"/>
                </a:cubicBezTo>
                <a:cubicBezTo>
                  <a:pt x="100" y="9"/>
                  <a:pt x="107" y="14"/>
                  <a:pt x="113" y="20"/>
                </a:cubicBezTo>
                <a:cubicBezTo>
                  <a:pt x="119" y="26"/>
                  <a:pt x="124" y="33"/>
                  <a:pt x="128" y="41"/>
                </a:cubicBezTo>
                <a:cubicBezTo>
                  <a:pt x="131" y="49"/>
                  <a:pt x="133" y="58"/>
                  <a:pt x="133" y="67"/>
                </a:cubicBezTo>
                <a:cubicBezTo>
                  <a:pt x="133" y="81"/>
                  <a:pt x="129" y="93"/>
                  <a:pt x="121" y="105"/>
                </a:cubicBezTo>
                <a:cubicBezTo>
                  <a:pt x="154" y="137"/>
                  <a:pt x="154" y="137"/>
                  <a:pt x="154" y="137"/>
                </a:cubicBezTo>
                <a:cubicBezTo>
                  <a:pt x="156" y="139"/>
                  <a:pt x="157" y="142"/>
                  <a:pt x="157" y="146"/>
                </a:cubicBezTo>
                <a:close/>
                <a:moveTo>
                  <a:pt x="96" y="97"/>
                </a:moveTo>
                <a:cubicBezTo>
                  <a:pt x="104" y="89"/>
                  <a:pt x="109" y="79"/>
                  <a:pt x="109" y="67"/>
                </a:cubicBezTo>
                <a:cubicBezTo>
                  <a:pt x="109" y="55"/>
                  <a:pt x="104" y="45"/>
                  <a:pt x="96" y="37"/>
                </a:cubicBezTo>
                <a:cubicBezTo>
                  <a:pt x="88" y="29"/>
                  <a:pt x="78" y="25"/>
                  <a:pt x="66" y="25"/>
                </a:cubicBezTo>
                <a:cubicBezTo>
                  <a:pt x="55" y="25"/>
                  <a:pt x="45" y="29"/>
                  <a:pt x="36" y="37"/>
                </a:cubicBezTo>
                <a:cubicBezTo>
                  <a:pt x="28" y="45"/>
                  <a:pt x="24" y="55"/>
                  <a:pt x="24" y="67"/>
                </a:cubicBezTo>
                <a:cubicBezTo>
                  <a:pt x="24" y="79"/>
                  <a:pt x="28" y="89"/>
                  <a:pt x="36" y="97"/>
                </a:cubicBezTo>
                <a:cubicBezTo>
                  <a:pt x="45" y="105"/>
                  <a:pt x="55" y="109"/>
                  <a:pt x="66" y="109"/>
                </a:cubicBezTo>
                <a:cubicBezTo>
                  <a:pt x="78" y="109"/>
                  <a:pt x="88" y="105"/>
                  <a:pt x="96" y="97"/>
                </a:cubicBezTo>
                <a:close/>
                <a:moveTo>
                  <a:pt x="97" y="64"/>
                </a:moveTo>
                <a:cubicBezTo>
                  <a:pt x="97" y="70"/>
                  <a:pt x="97" y="70"/>
                  <a:pt x="97" y="70"/>
                </a:cubicBezTo>
                <a:cubicBezTo>
                  <a:pt x="97" y="71"/>
                  <a:pt x="96" y="71"/>
                  <a:pt x="96" y="72"/>
                </a:cubicBezTo>
                <a:cubicBezTo>
                  <a:pt x="95" y="73"/>
                  <a:pt x="94" y="73"/>
                  <a:pt x="93" y="73"/>
                </a:cubicBezTo>
                <a:cubicBezTo>
                  <a:pt x="72" y="73"/>
                  <a:pt x="72" y="73"/>
                  <a:pt x="72" y="73"/>
                </a:cubicBezTo>
                <a:cubicBezTo>
                  <a:pt x="72" y="94"/>
                  <a:pt x="72" y="94"/>
                  <a:pt x="72" y="94"/>
                </a:cubicBezTo>
                <a:cubicBezTo>
                  <a:pt x="72" y="95"/>
                  <a:pt x="72" y="96"/>
                  <a:pt x="71" y="96"/>
                </a:cubicBezTo>
                <a:cubicBezTo>
                  <a:pt x="71" y="97"/>
                  <a:pt x="70" y="97"/>
                  <a:pt x="69" y="97"/>
                </a:cubicBezTo>
                <a:cubicBezTo>
                  <a:pt x="63" y="97"/>
                  <a:pt x="63" y="97"/>
                  <a:pt x="63" y="97"/>
                </a:cubicBezTo>
                <a:cubicBezTo>
                  <a:pt x="62" y="97"/>
                  <a:pt x="62" y="97"/>
                  <a:pt x="61" y="96"/>
                </a:cubicBezTo>
                <a:cubicBezTo>
                  <a:pt x="61" y="96"/>
                  <a:pt x="60" y="95"/>
                  <a:pt x="60" y="94"/>
                </a:cubicBezTo>
                <a:cubicBezTo>
                  <a:pt x="60" y="73"/>
                  <a:pt x="60" y="73"/>
                  <a:pt x="60" y="73"/>
                </a:cubicBezTo>
                <a:cubicBezTo>
                  <a:pt x="39" y="73"/>
                  <a:pt x="39" y="73"/>
                  <a:pt x="39" y="73"/>
                </a:cubicBezTo>
                <a:cubicBezTo>
                  <a:pt x="38" y="73"/>
                  <a:pt x="37" y="73"/>
                  <a:pt x="37" y="72"/>
                </a:cubicBezTo>
                <a:cubicBezTo>
                  <a:pt x="36" y="71"/>
                  <a:pt x="36" y="71"/>
                  <a:pt x="36" y="70"/>
                </a:cubicBezTo>
                <a:cubicBezTo>
                  <a:pt x="36" y="64"/>
                  <a:pt x="36" y="64"/>
                  <a:pt x="36" y="64"/>
                </a:cubicBezTo>
                <a:cubicBezTo>
                  <a:pt x="36" y="63"/>
                  <a:pt x="36" y="62"/>
                  <a:pt x="37" y="62"/>
                </a:cubicBezTo>
                <a:cubicBezTo>
                  <a:pt x="37" y="61"/>
                  <a:pt x="38" y="61"/>
                  <a:pt x="39" y="61"/>
                </a:cubicBezTo>
                <a:cubicBezTo>
                  <a:pt x="60" y="61"/>
                  <a:pt x="60" y="61"/>
                  <a:pt x="60" y="61"/>
                </a:cubicBezTo>
                <a:cubicBezTo>
                  <a:pt x="60" y="40"/>
                  <a:pt x="60" y="40"/>
                  <a:pt x="60" y="40"/>
                </a:cubicBezTo>
                <a:cubicBezTo>
                  <a:pt x="60" y="39"/>
                  <a:pt x="61" y="38"/>
                  <a:pt x="61" y="38"/>
                </a:cubicBezTo>
                <a:cubicBezTo>
                  <a:pt x="62" y="37"/>
                  <a:pt x="62" y="37"/>
                  <a:pt x="63" y="37"/>
                </a:cubicBezTo>
                <a:cubicBezTo>
                  <a:pt x="69" y="37"/>
                  <a:pt x="69" y="37"/>
                  <a:pt x="69" y="37"/>
                </a:cubicBezTo>
                <a:cubicBezTo>
                  <a:pt x="70" y="37"/>
                  <a:pt x="71" y="37"/>
                  <a:pt x="71" y="38"/>
                </a:cubicBezTo>
                <a:cubicBezTo>
                  <a:pt x="72" y="38"/>
                  <a:pt x="72" y="39"/>
                  <a:pt x="72" y="40"/>
                </a:cubicBezTo>
                <a:cubicBezTo>
                  <a:pt x="72" y="61"/>
                  <a:pt x="72" y="61"/>
                  <a:pt x="72" y="61"/>
                </a:cubicBezTo>
                <a:cubicBezTo>
                  <a:pt x="93" y="61"/>
                  <a:pt x="93" y="61"/>
                  <a:pt x="93" y="61"/>
                </a:cubicBezTo>
                <a:cubicBezTo>
                  <a:pt x="94" y="61"/>
                  <a:pt x="95" y="61"/>
                  <a:pt x="96" y="62"/>
                </a:cubicBezTo>
                <a:cubicBezTo>
                  <a:pt x="96" y="62"/>
                  <a:pt x="97" y="63"/>
                  <a:pt x="97" y="6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8" name="Freeform 20"/>
          <p:cNvSpPr>
            <a:spLocks noEditPoints="1"/>
          </p:cNvSpPr>
          <p:nvPr/>
        </p:nvSpPr>
        <p:spPr bwMode="auto">
          <a:xfrm>
            <a:off x="5187260" y="1394327"/>
            <a:ext cx="224755" cy="226915"/>
          </a:xfrm>
          <a:custGeom>
            <a:avLst/>
            <a:gdLst>
              <a:gd name="T0" fmla="*/ 157 w 157"/>
              <a:gd name="T1" fmla="*/ 146 h 158"/>
              <a:gd name="T2" fmla="*/ 153 w 157"/>
              <a:gd name="T3" fmla="*/ 154 h 158"/>
              <a:gd name="T4" fmla="*/ 145 w 157"/>
              <a:gd name="T5" fmla="*/ 158 h 158"/>
              <a:gd name="T6" fmla="*/ 136 w 157"/>
              <a:gd name="T7" fmla="*/ 154 h 158"/>
              <a:gd name="T8" fmla="*/ 104 w 157"/>
              <a:gd name="T9" fmla="*/ 122 h 158"/>
              <a:gd name="T10" fmla="*/ 66 w 157"/>
              <a:gd name="T11" fmla="*/ 133 h 158"/>
              <a:gd name="T12" fmla="*/ 40 w 157"/>
              <a:gd name="T13" fmla="*/ 128 h 158"/>
              <a:gd name="T14" fmla="*/ 19 w 157"/>
              <a:gd name="T15" fmla="*/ 114 h 158"/>
              <a:gd name="T16" fmla="*/ 5 w 157"/>
              <a:gd name="T17" fmla="*/ 93 h 158"/>
              <a:gd name="T18" fmla="*/ 0 w 157"/>
              <a:gd name="T19" fmla="*/ 67 h 158"/>
              <a:gd name="T20" fmla="*/ 5 w 157"/>
              <a:gd name="T21" fmla="*/ 41 h 158"/>
              <a:gd name="T22" fmla="*/ 19 w 157"/>
              <a:gd name="T23" fmla="*/ 20 h 158"/>
              <a:gd name="T24" fmla="*/ 40 w 157"/>
              <a:gd name="T25" fmla="*/ 6 h 158"/>
              <a:gd name="T26" fmla="*/ 66 w 157"/>
              <a:gd name="T27" fmla="*/ 0 h 158"/>
              <a:gd name="T28" fmla="*/ 92 w 157"/>
              <a:gd name="T29" fmla="*/ 6 h 158"/>
              <a:gd name="T30" fmla="*/ 113 w 157"/>
              <a:gd name="T31" fmla="*/ 20 h 158"/>
              <a:gd name="T32" fmla="*/ 128 w 157"/>
              <a:gd name="T33" fmla="*/ 41 h 158"/>
              <a:gd name="T34" fmla="*/ 133 w 157"/>
              <a:gd name="T35" fmla="*/ 67 h 158"/>
              <a:gd name="T36" fmla="*/ 121 w 157"/>
              <a:gd name="T37" fmla="*/ 105 h 158"/>
              <a:gd name="T38" fmla="*/ 153 w 157"/>
              <a:gd name="T39" fmla="*/ 137 h 158"/>
              <a:gd name="T40" fmla="*/ 157 w 157"/>
              <a:gd name="T41" fmla="*/ 146 h 158"/>
              <a:gd name="T42" fmla="*/ 96 w 157"/>
              <a:gd name="T43" fmla="*/ 97 h 158"/>
              <a:gd name="T44" fmla="*/ 109 w 157"/>
              <a:gd name="T45" fmla="*/ 67 h 158"/>
              <a:gd name="T46" fmla="*/ 96 w 157"/>
              <a:gd name="T47" fmla="*/ 37 h 158"/>
              <a:gd name="T48" fmla="*/ 66 w 157"/>
              <a:gd name="T49" fmla="*/ 25 h 158"/>
              <a:gd name="T50" fmla="*/ 36 w 157"/>
              <a:gd name="T51" fmla="*/ 37 h 158"/>
              <a:gd name="T52" fmla="*/ 24 w 157"/>
              <a:gd name="T53" fmla="*/ 67 h 158"/>
              <a:gd name="T54" fmla="*/ 36 w 157"/>
              <a:gd name="T55" fmla="*/ 97 h 158"/>
              <a:gd name="T56" fmla="*/ 66 w 157"/>
              <a:gd name="T57" fmla="*/ 109 h 158"/>
              <a:gd name="T58" fmla="*/ 96 w 157"/>
              <a:gd name="T59" fmla="*/ 97 h 158"/>
              <a:gd name="T60" fmla="*/ 96 w 157"/>
              <a:gd name="T61" fmla="*/ 64 h 158"/>
              <a:gd name="T62" fmla="*/ 96 w 157"/>
              <a:gd name="T63" fmla="*/ 70 h 158"/>
              <a:gd name="T64" fmla="*/ 96 w 157"/>
              <a:gd name="T65" fmla="*/ 72 h 158"/>
              <a:gd name="T66" fmla="*/ 93 w 157"/>
              <a:gd name="T67" fmla="*/ 73 h 158"/>
              <a:gd name="T68" fmla="*/ 39 w 157"/>
              <a:gd name="T69" fmla="*/ 73 h 158"/>
              <a:gd name="T70" fmla="*/ 37 w 157"/>
              <a:gd name="T71" fmla="*/ 72 h 158"/>
              <a:gd name="T72" fmla="*/ 36 w 157"/>
              <a:gd name="T73" fmla="*/ 70 h 158"/>
              <a:gd name="T74" fmla="*/ 36 w 157"/>
              <a:gd name="T75" fmla="*/ 64 h 158"/>
              <a:gd name="T76" fmla="*/ 37 w 157"/>
              <a:gd name="T77" fmla="*/ 62 h 158"/>
              <a:gd name="T78" fmla="*/ 39 w 157"/>
              <a:gd name="T79" fmla="*/ 61 h 158"/>
              <a:gd name="T80" fmla="*/ 93 w 157"/>
              <a:gd name="T81" fmla="*/ 61 h 158"/>
              <a:gd name="T82" fmla="*/ 96 w 157"/>
              <a:gd name="T83" fmla="*/ 62 h 158"/>
              <a:gd name="T84" fmla="*/ 96 w 157"/>
              <a:gd name="T85" fmla="*/ 64 h 1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57" h="158">
                <a:moveTo>
                  <a:pt x="157" y="146"/>
                </a:moveTo>
                <a:cubicBezTo>
                  <a:pt x="157" y="149"/>
                  <a:pt x="156" y="152"/>
                  <a:pt x="153" y="154"/>
                </a:cubicBezTo>
                <a:cubicBezTo>
                  <a:pt x="151" y="156"/>
                  <a:pt x="148" y="158"/>
                  <a:pt x="145" y="158"/>
                </a:cubicBezTo>
                <a:cubicBezTo>
                  <a:pt x="141" y="158"/>
                  <a:pt x="139" y="156"/>
                  <a:pt x="136" y="154"/>
                </a:cubicBezTo>
                <a:cubicBezTo>
                  <a:pt x="104" y="122"/>
                  <a:pt x="104" y="122"/>
                  <a:pt x="104" y="122"/>
                </a:cubicBezTo>
                <a:cubicBezTo>
                  <a:pt x="93" y="130"/>
                  <a:pt x="80" y="133"/>
                  <a:pt x="66" y="133"/>
                </a:cubicBezTo>
                <a:cubicBezTo>
                  <a:pt x="57" y="133"/>
                  <a:pt x="49" y="132"/>
                  <a:pt x="40" y="128"/>
                </a:cubicBezTo>
                <a:cubicBezTo>
                  <a:pt x="32" y="125"/>
                  <a:pt x="25" y="120"/>
                  <a:pt x="19" y="114"/>
                </a:cubicBezTo>
                <a:cubicBezTo>
                  <a:pt x="13" y="108"/>
                  <a:pt x="8" y="101"/>
                  <a:pt x="5" y="93"/>
                </a:cubicBezTo>
                <a:cubicBezTo>
                  <a:pt x="1" y="85"/>
                  <a:pt x="0" y="76"/>
                  <a:pt x="0" y="67"/>
                </a:cubicBezTo>
                <a:cubicBezTo>
                  <a:pt x="0" y="58"/>
                  <a:pt x="1" y="49"/>
                  <a:pt x="5" y="41"/>
                </a:cubicBezTo>
                <a:cubicBezTo>
                  <a:pt x="8" y="33"/>
                  <a:pt x="13" y="26"/>
                  <a:pt x="19" y="20"/>
                </a:cubicBezTo>
                <a:cubicBezTo>
                  <a:pt x="25" y="14"/>
                  <a:pt x="32" y="9"/>
                  <a:pt x="40" y="6"/>
                </a:cubicBezTo>
                <a:cubicBezTo>
                  <a:pt x="49" y="2"/>
                  <a:pt x="57" y="0"/>
                  <a:pt x="66" y="0"/>
                </a:cubicBezTo>
                <a:cubicBezTo>
                  <a:pt x="75" y="0"/>
                  <a:pt x="84" y="2"/>
                  <a:pt x="92" y="6"/>
                </a:cubicBezTo>
                <a:cubicBezTo>
                  <a:pt x="100" y="9"/>
                  <a:pt x="107" y="14"/>
                  <a:pt x="113" y="20"/>
                </a:cubicBezTo>
                <a:cubicBezTo>
                  <a:pt x="119" y="26"/>
                  <a:pt x="124" y="33"/>
                  <a:pt x="128" y="41"/>
                </a:cubicBezTo>
                <a:cubicBezTo>
                  <a:pt x="131" y="49"/>
                  <a:pt x="133" y="58"/>
                  <a:pt x="133" y="67"/>
                </a:cubicBezTo>
                <a:cubicBezTo>
                  <a:pt x="133" y="81"/>
                  <a:pt x="129" y="93"/>
                  <a:pt x="121" y="105"/>
                </a:cubicBezTo>
                <a:cubicBezTo>
                  <a:pt x="153" y="137"/>
                  <a:pt x="153" y="137"/>
                  <a:pt x="153" y="137"/>
                </a:cubicBezTo>
                <a:cubicBezTo>
                  <a:pt x="156" y="139"/>
                  <a:pt x="157" y="142"/>
                  <a:pt x="157" y="146"/>
                </a:cubicBezTo>
                <a:close/>
                <a:moveTo>
                  <a:pt x="96" y="97"/>
                </a:moveTo>
                <a:cubicBezTo>
                  <a:pt x="104" y="89"/>
                  <a:pt x="109" y="79"/>
                  <a:pt x="109" y="67"/>
                </a:cubicBezTo>
                <a:cubicBezTo>
                  <a:pt x="109" y="55"/>
                  <a:pt x="104" y="45"/>
                  <a:pt x="96" y="37"/>
                </a:cubicBezTo>
                <a:cubicBezTo>
                  <a:pt x="88" y="29"/>
                  <a:pt x="78" y="25"/>
                  <a:pt x="66" y="25"/>
                </a:cubicBezTo>
                <a:cubicBezTo>
                  <a:pt x="55" y="25"/>
                  <a:pt x="45" y="29"/>
                  <a:pt x="36" y="37"/>
                </a:cubicBezTo>
                <a:cubicBezTo>
                  <a:pt x="28" y="45"/>
                  <a:pt x="24" y="55"/>
                  <a:pt x="24" y="67"/>
                </a:cubicBezTo>
                <a:cubicBezTo>
                  <a:pt x="24" y="79"/>
                  <a:pt x="28" y="89"/>
                  <a:pt x="36" y="97"/>
                </a:cubicBezTo>
                <a:cubicBezTo>
                  <a:pt x="45" y="105"/>
                  <a:pt x="55" y="109"/>
                  <a:pt x="66" y="109"/>
                </a:cubicBezTo>
                <a:cubicBezTo>
                  <a:pt x="78" y="109"/>
                  <a:pt x="88" y="105"/>
                  <a:pt x="96" y="97"/>
                </a:cubicBezTo>
                <a:close/>
                <a:moveTo>
                  <a:pt x="96" y="64"/>
                </a:moveTo>
                <a:cubicBezTo>
                  <a:pt x="96" y="70"/>
                  <a:pt x="96" y="70"/>
                  <a:pt x="96" y="70"/>
                </a:cubicBezTo>
                <a:cubicBezTo>
                  <a:pt x="96" y="71"/>
                  <a:pt x="96" y="71"/>
                  <a:pt x="96" y="72"/>
                </a:cubicBezTo>
                <a:cubicBezTo>
                  <a:pt x="95" y="73"/>
                  <a:pt x="94" y="73"/>
                  <a:pt x="93" y="73"/>
                </a:cubicBezTo>
                <a:cubicBezTo>
                  <a:pt x="39" y="73"/>
                  <a:pt x="39" y="73"/>
                  <a:pt x="39" y="73"/>
                </a:cubicBezTo>
                <a:cubicBezTo>
                  <a:pt x="38" y="73"/>
                  <a:pt x="37" y="73"/>
                  <a:pt x="37" y="72"/>
                </a:cubicBezTo>
                <a:cubicBezTo>
                  <a:pt x="36" y="71"/>
                  <a:pt x="36" y="71"/>
                  <a:pt x="36" y="70"/>
                </a:cubicBezTo>
                <a:cubicBezTo>
                  <a:pt x="36" y="64"/>
                  <a:pt x="36" y="64"/>
                  <a:pt x="36" y="64"/>
                </a:cubicBezTo>
                <a:cubicBezTo>
                  <a:pt x="36" y="63"/>
                  <a:pt x="36" y="62"/>
                  <a:pt x="37" y="62"/>
                </a:cubicBezTo>
                <a:cubicBezTo>
                  <a:pt x="37" y="61"/>
                  <a:pt x="38" y="61"/>
                  <a:pt x="39" y="61"/>
                </a:cubicBezTo>
                <a:cubicBezTo>
                  <a:pt x="93" y="61"/>
                  <a:pt x="93" y="61"/>
                  <a:pt x="93" y="61"/>
                </a:cubicBezTo>
                <a:cubicBezTo>
                  <a:pt x="94" y="61"/>
                  <a:pt x="95" y="61"/>
                  <a:pt x="96" y="62"/>
                </a:cubicBezTo>
                <a:cubicBezTo>
                  <a:pt x="96" y="62"/>
                  <a:pt x="96" y="63"/>
                  <a:pt x="96" y="6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9" name="Freeform 21"/>
          <p:cNvSpPr>
            <a:spLocks noEditPoints="1"/>
          </p:cNvSpPr>
          <p:nvPr/>
        </p:nvSpPr>
        <p:spPr bwMode="auto">
          <a:xfrm>
            <a:off x="5476847" y="1377039"/>
            <a:ext cx="207464" cy="226915"/>
          </a:xfrm>
          <a:custGeom>
            <a:avLst/>
            <a:gdLst>
              <a:gd name="T0" fmla="*/ 145 w 145"/>
              <a:gd name="T1" fmla="*/ 85 h 158"/>
              <a:gd name="T2" fmla="*/ 139 w 145"/>
              <a:gd name="T3" fmla="*/ 113 h 158"/>
              <a:gd name="T4" fmla="*/ 124 w 145"/>
              <a:gd name="T5" fmla="*/ 136 h 158"/>
              <a:gd name="T6" fmla="*/ 100 w 145"/>
              <a:gd name="T7" fmla="*/ 152 h 158"/>
              <a:gd name="T8" fmla="*/ 72 w 145"/>
              <a:gd name="T9" fmla="*/ 158 h 158"/>
              <a:gd name="T10" fmla="*/ 44 w 145"/>
              <a:gd name="T11" fmla="*/ 152 h 158"/>
              <a:gd name="T12" fmla="*/ 21 w 145"/>
              <a:gd name="T13" fmla="*/ 136 h 158"/>
              <a:gd name="T14" fmla="*/ 5 w 145"/>
              <a:gd name="T15" fmla="*/ 113 h 158"/>
              <a:gd name="T16" fmla="*/ 0 w 145"/>
              <a:gd name="T17" fmla="*/ 85 h 158"/>
              <a:gd name="T18" fmla="*/ 7 w 145"/>
              <a:gd name="T19" fmla="*/ 53 h 158"/>
              <a:gd name="T20" fmla="*/ 29 w 145"/>
              <a:gd name="T21" fmla="*/ 27 h 158"/>
              <a:gd name="T22" fmla="*/ 38 w 145"/>
              <a:gd name="T23" fmla="*/ 25 h 158"/>
              <a:gd name="T24" fmla="*/ 46 w 145"/>
              <a:gd name="T25" fmla="*/ 29 h 158"/>
              <a:gd name="T26" fmla="*/ 48 w 145"/>
              <a:gd name="T27" fmla="*/ 38 h 158"/>
              <a:gd name="T28" fmla="*/ 43 w 145"/>
              <a:gd name="T29" fmla="*/ 46 h 158"/>
              <a:gd name="T30" fmla="*/ 29 w 145"/>
              <a:gd name="T31" fmla="*/ 63 h 158"/>
              <a:gd name="T32" fmla="*/ 24 w 145"/>
              <a:gd name="T33" fmla="*/ 85 h 158"/>
              <a:gd name="T34" fmla="*/ 28 w 145"/>
              <a:gd name="T35" fmla="*/ 104 h 158"/>
              <a:gd name="T36" fmla="*/ 38 w 145"/>
              <a:gd name="T37" fmla="*/ 119 h 158"/>
              <a:gd name="T38" fmla="*/ 53 w 145"/>
              <a:gd name="T39" fmla="*/ 130 h 158"/>
              <a:gd name="T40" fmla="*/ 72 w 145"/>
              <a:gd name="T41" fmla="*/ 133 h 158"/>
              <a:gd name="T42" fmla="*/ 91 w 145"/>
              <a:gd name="T43" fmla="*/ 130 h 158"/>
              <a:gd name="T44" fmla="*/ 106 w 145"/>
              <a:gd name="T45" fmla="*/ 119 h 158"/>
              <a:gd name="T46" fmla="*/ 117 w 145"/>
              <a:gd name="T47" fmla="*/ 104 h 158"/>
              <a:gd name="T48" fmla="*/ 121 w 145"/>
              <a:gd name="T49" fmla="*/ 85 h 158"/>
              <a:gd name="T50" fmla="*/ 116 w 145"/>
              <a:gd name="T51" fmla="*/ 63 h 158"/>
              <a:gd name="T52" fmla="*/ 101 w 145"/>
              <a:gd name="T53" fmla="*/ 46 h 158"/>
              <a:gd name="T54" fmla="*/ 97 w 145"/>
              <a:gd name="T55" fmla="*/ 38 h 158"/>
              <a:gd name="T56" fmla="*/ 99 w 145"/>
              <a:gd name="T57" fmla="*/ 29 h 158"/>
              <a:gd name="T58" fmla="*/ 107 w 145"/>
              <a:gd name="T59" fmla="*/ 25 h 158"/>
              <a:gd name="T60" fmla="*/ 116 w 145"/>
              <a:gd name="T61" fmla="*/ 27 h 158"/>
              <a:gd name="T62" fmla="*/ 137 w 145"/>
              <a:gd name="T63" fmla="*/ 53 h 158"/>
              <a:gd name="T64" fmla="*/ 145 w 145"/>
              <a:gd name="T65" fmla="*/ 85 h 158"/>
              <a:gd name="T66" fmla="*/ 84 w 145"/>
              <a:gd name="T67" fmla="*/ 12 h 158"/>
              <a:gd name="T68" fmla="*/ 84 w 145"/>
              <a:gd name="T69" fmla="*/ 73 h 158"/>
              <a:gd name="T70" fmla="*/ 81 w 145"/>
              <a:gd name="T71" fmla="*/ 81 h 158"/>
              <a:gd name="T72" fmla="*/ 72 w 145"/>
              <a:gd name="T73" fmla="*/ 85 h 158"/>
              <a:gd name="T74" fmla="*/ 64 w 145"/>
              <a:gd name="T75" fmla="*/ 81 h 158"/>
              <a:gd name="T76" fmla="*/ 60 w 145"/>
              <a:gd name="T77" fmla="*/ 73 h 158"/>
              <a:gd name="T78" fmla="*/ 60 w 145"/>
              <a:gd name="T79" fmla="*/ 12 h 158"/>
              <a:gd name="T80" fmla="*/ 64 w 145"/>
              <a:gd name="T81" fmla="*/ 4 h 158"/>
              <a:gd name="T82" fmla="*/ 72 w 145"/>
              <a:gd name="T83" fmla="*/ 0 h 158"/>
              <a:gd name="T84" fmla="*/ 81 w 145"/>
              <a:gd name="T85" fmla="*/ 4 h 158"/>
              <a:gd name="T86" fmla="*/ 84 w 145"/>
              <a:gd name="T87" fmla="*/ 12 h 1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45" h="158">
                <a:moveTo>
                  <a:pt x="145" y="85"/>
                </a:moveTo>
                <a:cubicBezTo>
                  <a:pt x="145" y="95"/>
                  <a:pt x="143" y="104"/>
                  <a:pt x="139" y="113"/>
                </a:cubicBezTo>
                <a:cubicBezTo>
                  <a:pt x="135" y="122"/>
                  <a:pt x="130" y="130"/>
                  <a:pt x="124" y="136"/>
                </a:cubicBezTo>
                <a:cubicBezTo>
                  <a:pt x="117" y="143"/>
                  <a:pt x="109" y="148"/>
                  <a:pt x="100" y="152"/>
                </a:cubicBezTo>
                <a:cubicBezTo>
                  <a:pt x="91" y="156"/>
                  <a:pt x="82" y="158"/>
                  <a:pt x="72" y="158"/>
                </a:cubicBezTo>
                <a:cubicBezTo>
                  <a:pt x="62" y="158"/>
                  <a:pt x="53" y="156"/>
                  <a:pt x="44" y="152"/>
                </a:cubicBezTo>
                <a:cubicBezTo>
                  <a:pt x="35" y="148"/>
                  <a:pt x="27" y="143"/>
                  <a:pt x="21" y="136"/>
                </a:cubicBezTo>
                <a:cubicBezTo>
                  <a:pt x="14" y="130"/>
                  <a:pt x="9" y="122"/>
                  <a:pt x="5" y="113"/>
                </a:cubicBezTo>
                <a:cubicBezTo>
                  <a:pt x="2" y="104"/>
                  <a:pt x="0" y="95"/>
                  <a:pt x="0" y="85"/>
                </a:cubicBezTo>
                <a:cubicBezTo>
                  <a:pt x="0" y="73"/>
                  <a:pt x="2" y="63"/>
                  <a:pt x="7" y="53"/>
                </a:cubicBezTo>
                <a:cubicBezTo>
                  <a:pt x="12" y="42"/>
                  <a:pt x="19" y="34"/>
                  <a:pt x="29" y="27"/>
                </a:cubicBezTo>
                <a:cubicBezTo>
                  <a:pt x="31" y="25"/>
                  <a:pt x="34" y="24"/>
                  <a:pt x="38" y="25"/>
                </a:cubicBezTo>
                <a:cubicBezTo>
                  <a:pt x="41" y="25"/>
                  <a:pt x="44" y="27"/>
                  <a:pt x="46" y="29"/>
                </a:cubicBezTo>
                <a:cubicBezTo>
                  <a:pt x="48" y="32"/>
                  <a:pt x="48" y="35"/>
                  <a:pt x="48" y="38"/>
                </a:cubicBezTo>
                <a:cubicBezTo>
                  <a:pt x="47" y="42"/>
                  <a:pt x="46" y="44"/>
                  <a:pt x="43" y="46"/>
                </a:cubicBezTo>
                <a:cubicBezTo>
                  <a:pt x="37" y="51"/>
                  <a:pt x="32" y="57"/>
                  <a:pt x="29" y="63"/>
                </a:cubicBezTo>
                <a:cubicBezTo>
                  <a:pt x="25" y="70"/>
                  <a:pt x="24" y="77"/>
                  <a:pt x="24" y="85"/>
                </a:cubicBezTo>
                <a:cubicBezTo>
                  <a:pt x="24" y="92"/>
                  <a:pt x="25" y="98"/>
                  <a:pt x="28" y="104"/>
                </a:cubicBezTo>
                <a:cubicBezTo>
                  <a:pt x="30" y="110"/>
                  <a:pt x="34" y="115"/>
                  <a:pt x="38" y="119"/>
                </a:cubicBezTo>
                <a:cubicBezTo>
                  <a:pt x="42" y="124"/>
                  <a:pt x="47" y="127"/>
                  <a:pt x="53" y="130"/>
                </a:cubicBezTo>
                <a:cubicBezTo>
                  <a:pt x="59" y="132"/>
                  <a:pt x="66" y="133"/>
                  <a:pt x="72" y="133"/>
                </a:cubicBezTo>
                <a:cubicBezTo>
                  <a:pt x="79" y="133"/>
                  <a:pt x="85" y="132"/>
                  <a:pt x="91" y="130"/>
                </a:cubicBezTo>
                <a:cubicBezTo>
                  <a:pt x="97" y="127"/>
                  <a:pt x="102" y="124"/>
                  <a:pt x="106" y="119"/>
                </a:cubicBezTo>
                <a:cubicBezTo>
                  <a:pt x="111" y="115"/>
                  <a:pt x="114" y="110"/>
                  <a:pt x="117" y="104"/>
                </a:cubicBezTo>
                <a:cubicBezTo>
                  <a:pt x="119" y="98"/>
                  <a:pt x="121" y="92"/>
                  <a:pt x="121" y="85"/>
                </a:cubicBezTo>
                <a:cubicBezTo>
                  <a:pt x="121" y="77"/>
                  <a:pt x="119" y="70"/>
                  <a:pt x="116" y="63"/>
                </a:cubicBezTo>
                <a:cubicBezTo>
                  <a:pt x="112" y="57"/>
                  <a:pt x="107" y="51"/>
                  <a:pt x="101" y="46"/>
                </a:cubicBezTo>
                <a:cubicBezTo>
                  <a:pt x="99" y="44"/>
                  <a:pt x="97" y="42"/>
                  <a:pt x="97" y="38"/>
                </a:cubicBezTo>
                <a:cubicBezTo>
                  <a:pt x="96" y="35"/>
                  <a:pt x="97" y="32"/>
                  <a:pt x="99" y="29"/>
                </a:cubicBezTo>
                <a:cubicBezTo>
                  <a:pt x="101" y="27"/>
                  <a:pt x="103" y="25"/>
                  <a:pt x="107" y="25"/>
                </a:cubicBezTo>
                <a:cubicBezTo>
                  <a:pt x="110" y="24"/>
                  <a:pt x="113" y="25"/>
                  <a:pt x="116" y="27"/>
                </a:cubicBezTo>
                <a:cubicBezTo>
                  <a:pt x="125" y="34"/>
                  <a:pt x="132" y="42"/>
                  <a:pt x="137" y="53"/>
                </a:cubicBezTo>
                <a:cubicBezTo>
                  <a:pt x="142" y="63"/>
                  <a:pt x="145" y="73"/>
                  <a:pt x="145" y="85"/>
                </a:cubicBezTo>
                <a:close/>
                <a:moveTo>
                  <a:pt x="84" y="12"/>
                </a:moveTo>
                <a:cubicBezTo>
                  <a:pt x="84" y="73"/>
                  <a:pt x="84" y="73"/>
                  <a:pt x="84" y="73"/>
                </a:cubicBezTo>
                <a:cubicBezTo>
                  <a:pt x="84" y="76"/>
                  <a:pt x="83" y="79"/>
                  <a:pt x="81" y="81"/>
                </a:cubicBezTo>
                <a:cubicBezTo>
                  <a:pt x="78" y="84"/>
                  <a:pt x="75" y="85"/>
                  <a:pt x="72" y="85"/>
                </a:cubicBezTo>
                <a:cubicBezTo>
                  <a:pt x="69" y="85"/>
                  <a:pt x="66" y="84"/>
                  <a:pt x="64" y="81"/>
                </a:cubicBezTo>
                <a:cubicBezTo>
                  <a:pt x="61" y="79"/>
                  <a:pt x="60" y="76"/>
                  <a:pt x="60" y="73"/>
                </a:cubicBezTo>
                <a:cubicBezTo>
                  <a:pt x="60" y="12"/>
                  <a:pt x="60" y="12"/>
                  <a:pt x="60" y="12"/>
                </a:cubicBezTo>
                <a:cubicBezTo>
                  <a:pt x="60" y="9"/>
                  <a:pt x="61" y="6"/>
                  <a:pt x="64" y="4"/>
                </a:cubicBezTo>
                <a:cubicBezTo>
                  <a:pt x="66" y="1"/>
                  <a:pt x="69" y="0"/>
                  <a:pt x="72" y="0"/>
                </a:cubicBezTo>
                <a:cubicBezTo>
                  <a:pt x="75" y="0"/>
                  <a:pt x="78" y="1"/>
                  <a:pt x="81" y="4"/>
                </a:cubicBezTo>
                <a:cubicBezTo>
                  <a:pt x="83" y="6"/>
                  <a:pt x="84" y="9"/>
                  <a:pt x="84" y="1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0" name="Freeform 22"/>
          <p:cNvSpPr>
            <a:spLocks noEditPoints="1"/>
          </p:cNvSpPr>
          <p:nvPr/>
        </p:nvSpPr>
        <p:spPr bwMode="auto">
          <a:xfrm>
            <a:off x="5749144" y="1394327"/>
            <a:ext cx="242043" cy="209627"/>
          </a:xfrm>
          <a:custGeom>
            <a:avLst/>
            <a:gdLst>
              <a:gd name="T0" fmla="*/ 25 w 170"/>
              <a:gd name="T1" fmla="*/ 143 h 146"/>
              <a:gd name="T2" fmla="*/ 22 w 170"/>
              <a:gd name="T3" fmla="*/ 146 h 146"/>
              <a:gd name="T4" fmla="*/ 1 w 170"/>
              <a:gd name="T5" fmla="*/ 145 h 146"/>
              <a:gd name="T6" fmla="*/ 0 w 170"/>
              <a:gd name="T7" fmla="*/ 124 h 146"/>
              <a:gd name="T8" fmla="*/ 3 w 170"/>
              <a:gd name="T9" fmla="*/ 121 h 146"/>
              <a:gd name="T10" fmla="*/ 24 w 170"/>
              <a:gd name="T11" fmla="*/ 122 h 146"/>
              <a:gd name="T12" fmla="*/ 61 w 170"/>
              <a:gd name="T13" fmla="*/ 112 h 146"/>
              <a:gd name="T14" fmla="*/ 60 w 170"/>
              <a:gd name="T15" fmla="*/ 145 h 146"/>
              <a:gd name="T16" fmla="*/ 40 w 170"/>
              <a:gd name="T17" fmla="*/ 146 h 146"/>
              <a:gd name="T18" fmla="*/ 37 w 170"/>
              <a:gd name="T19" fmla="*/ 143 h 146"/>
              <a:gd name="T20" fmla="*/ 38 w 170"/>
              <a:gd name="T21" fmla="*/ 110 h 146"/>
              <a:gd name="T22" fmla="*/ 58 w 170"/>
              <a:gd name="T23" fmla="*/ 109 h 146"/>
              <a:gd name="T24" fmla="*/ 61 w 170"/>
              <a:gd name="T25" fmla="*/ 112 h 146"/>
              <a:gd name="T26" fmla="*/ 97 w 170"/>
              <a:gd name="T27" fmla="*/ 143 h 146"/>
              <a:gd name="T28" fmla="*/ 94 w 170"/>
              <a:gd name="T29" fmla="*/ 146 h 146"/>
              <a:gd name="T30" fmla="*/ 74 w 170"/>
              <a:gd name="T31" fmla="*/ 145 h 146"/>
              <a:gd name="T32" fmla="*/ 73 w 170"/>
              <a:gd name="T33" fmla="*/ 88 h 146"/>
              <a:gd name="T34" fmla="*/ 76 w 170"/>
              <a:gd name="T35" fmla="*/ 85 h 146"/>
              <a:gd name="T36" fmla="*/ 96 w 170"/>
              <a:gd name="T37" fmla="*/ 86 h 146"/>
              <a:gd name="T38" fmla="*/ 134 w 170"/>
              <a:gd name="T39" fmla="*/ 52 h 146"/>
              <a:gd name="T40" fmla="*/ 133 w 170"/>
              <a:gd name="T41" fmla="*/ 145 h 146"/>
              <a:gd name="T42" fmla="*/ 112 w 170"/>
              <a:gd name="T43" fmla="*/ 146 h 146"/>
              <a:gd name="T44" fmla="*/ 109 w 170"/>
              <a:gd name="T45" fmla="*/ 143 h 146"/>
              <a:gd name="T46" fmla="*/ 110 w 170"/>
              <a:gd name="T47" fmla="*/ 50 h 146"/>
              <a:gd name="T48" fmla="*/ 131 w 170"/>
              <a:gd name="T49" fmla="*/ 49 h 146"/>
              <a:gd name="T50" fmla="*/ 134 w 170"/>
              <a:gd name="T51" fmla="*/ 52 h 146"/>
              <a:gd name="T52" fmla="*/ 170 w 170"/>
              <a:gd name="T53" fmla="*/ 143 h 146"/>
              <a:gd name="T54" fmla="*/ 167 w 170"/>
              <a:gd name="T55" fmla="*/ 146 h 146"/>
              <a:gd name="T56" fmla="*/ 147 w 170"/>
              <a:gd name="T57" fmla="*/ 145 h 146"/>
              <a:gd name="T58" fmla="*/ 146 w 170"/>
              <a:gd name="T59" fmla="*/ 3 h 146"/>
              <a:gd name="T60" fmla="*/ 149 w 170"/>
              <a:gd name="T61" fmla="*/ 0 h 146"/>
              <a:gd name="T62" fmla="*/ 169 w 170"/>
              <a:gd name="T63" fmla="*/ 1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70" h="146">
                <a:moveTo>
                  <a:pt x="25" y="124"/>
                </a:moveTo>
                <a:cubicBezTo>
                  <a:pt x="25" y="143"/>
                  <a:pt x="25" y="143"/>
                  <a:pt x="25" y="143"/>
                </a:cubicBezTo>
                <a:cubicBezTo>
                  <a:pt x="25" y="143"/>
                  <a:pt x="24" y="144"/>
                  <a:pt x="24" y="145"/>
                </a:cubicBezTo>
                <a:cubicBezTo>
                  <a:pt x="23" y="145"/>
                  <a:pt x="23" y="146"/>
                  <a:pt x="22" y="146"/>
                </a:cubicBezTo>
                <a:cubicBezTo>
                  <a:pt x="3" y="146"/>
                  <a:pt x="3" y="146"/>
                  <a:pt x="3" y="146"/>
                </a:cubicBezTo>
                <a:cubicBezTo>
                  <a:pt x="3" y="146"/>
                  <a:pt x="2" y="145"/>
                  <a:pt x="1" y="145"/>
                </a:cubicBezTo>
                <a:cubicBezTo>
                  <a:pt x="1" y="144"/>
                  <a:pt x="0" y="143"/>
                  <a:pt x="0" y="143"/>
                </a:cubicBezTo>
                <a:cubicBezTo>
                  <a:pt x="0" y="124"/>
                  <a:pt x="0" y="124"/>
                  <a:pt x="0" y="124"/>
                </a:cubicBezTo>
                <a:cubicBezTo>
                  <a:pt x="0" y="124"/>
                  <a:pt x="1" y="123"/>
                  <a:pt x="1" y="122"/>
                </a:cubicBezTo>
                <a:cubicBezTo>
                  <a:pt x="2" y="122"/>
                  <a:pt x="3" y="121"/>
                  <a:pt x="3" y="121"/>
                </a:cubicBezTo>
                <a:cubicBezTo>
                  <a:pt x="22" y="121"/>
                  <a:pt x="22" y="121"/>
                  <a:pt x="22" y="121"/>
                </a:cubicBezTo>
                <a:cubicBezTo>
                  <a:pt x="23" y="121"/>
                  <a:pt x="23" y="122"/>
                  <a:pt x="24" y="122"/>
                </a:cubicBezTo>
                <a:cubicBezTo>
                  <a:pt x="24" y="123"/>
                  <a:pt x="25" y="124"/>
                  <a:pt x="25" y="124"/>
                </a:cubicBezTo>
                <a:close/>
                <a:moveTo>
                  <a:pt x="61" y="112"/>
                </a:moveTo>
                <a:cubicBezTo>
                  <a:pt x="61" y="143"/>
                  <a:pt x="61" y="143"/>
                  <a:pt x="61" y="143"/>
                </a:cubicBezTo>
                <a:cubicBezTo>
                  <a:pt x="61" y="143"/>
                  <a:pt x="61" y="144"/>
                  <a:pt x="60" y="145"/>
                </a:cubicBezTo>
                <a:cubicBezTo>
                  <a:pt x="60" y="145"/>
                  <a:pt x="59" y="146"/>
                  <a:pt x="58" y="146"/>
                </a:cubicBezTo>
                <a:cubicBezTo>
                  <a:pt x="40" y="146"/>
                  <a:pt x="40" y="146"/>
                  <a:pt x="40" y="146"/>
                </a:cubicBezTo>
                <a:cubicBezTo>
                  <a:pt x="39" y="146"/>
                  <a:pt x="38" y="145"/>
                  <a:pt x="38" y="145"/>
                </a:cubicBezTo>
                <a:cubicBezTo>
                  <a:pt x="37" y="144"/>
                  <a:pt x="37" y="143"/>
                  <a:pt x="37" y="143"/>
                </a:cubicBezTo>
                <a:cubicBezTo>
                  <a:pt x="37" y="112"/>
                  <a:pt x="37" y="112"/>
                  <a:pt x="37" y="112"/>
                </a:cubicBezTo>
                <a:cubicBezTo>
                  <a:pt x="37" y="111"/>
                  <a:pt x="37" y="111"/>
                  <a:pt x="38" y="110"/>
                </a:cubicBezTo>
                <a:cubicBezTo>
                  <a:pt x="38" y="110"/>
                  <a:pt x="39" y="109"/>
                  <a:pt x="40" y="109"/>
                </a:cubicBezTo>
                <a:cubicBezTo>
                  <a:pt x="58" y="109"/>
                  <a:pt x="58" y="109"/>
                  <a:pt x="58" y="109"/>
                </a:cubicBezTo>
                <a:cubicBezTo>
                  <a:pt x="59" y="109"/>
                  <a:pt x="60" y="110"/>
                  <a:pt x="60" y="110"/>
                </a:cubicBezTo>
                <a:cubicBezTo>
                  <a:pt x="61" y="111"/>
                  <a:pt x="61" y="111"/>
                  <a:pt x="61" y="112"/>
                </a:cubicBezTo>
                <a:close/>
                <a:moveTo>
                  <a:pt x="97" y="88"/>
                </a:moveTo>
                <a:cubicBezTo>
                  <a:pt x="97" y="143"/>
                  <a:pt x="97" y="143"/>
                  <a:pt x="97" y="143"/>
                </a:cubicBezTo>
                <a:cubicBezTo>
                  <a:pt x="97" y="143"/>
                  <a:pt x="97" y="144"/>
                  <a:pt x="96" y="145"/>
                </a:cubicBezTo>
                <a:cubicBezTo>
                  <a:pt x="96" y="145"/>
                  <a:pt x="95" y="146"/>
                  <a:pt x="94" y="146"/>
                </a:cubicBezTo>
                <a:cubicBezTo>
                  <a:pt x="76" y="146"/>
                  <a:pt x="76" y="146"/>
                  <a:pt x="76" y="146"/>
                </a:cubicBezTo>
                <a:cubicBezTo>
                  <a:pt x="75" y="146"/>
                  <a:pt x="75" y="145"/>
                  <a:pt x="74" y="145"/>
                </a:cubicBezTo>
                <a:cubicBezTo>
                  <a:pt x="73" y="144"/>
                  <a:pt x="73" y="143"/>
                  <a:pt x="73" y="143"/>
                </a:cubicBezTo>
                <a:cubicBezTo>
                  <a:pt x="73" y="88"/>
                  <a:pt x="73" y="88"/>
                  <a:pt x="73" y="88"/>
                </a:cubicBezTo>
                <a:cubicBezTo>
                  <a:pt x="73" y="87"/>
                  <a:pt x="73" y="86"/>
                  <a:pt x="74" y="86"/>
                </a:cubicBezTo>
                <a:cubicBezTo>
                  <a:pt x="75" y="85"/>
                  <a:pt x="75" y="85"/>
                  <a:pt x="76" y="85"/>
                </a:cubicBezTo>
                <a:cubicBezTo>
                  <a:pt x="94" y="85"/>
                  <a:pt x="94" y="85"/>
                  <a:pt x="94" y="85"/>
                </a:cubicBezTo>
                <a:cubicBezTo>
                  <a:pt x="95" y="85"/>
                  <a:pt x="96" y="85"/>
                  <a:pt x="96" y="86"/>
                </a:cubicBezTo>
                <a:cubicBezTo>
                  <a:pt x="97" y="86"/>
                  <a:pt x="97" y="87"/>
                  <a:pt x="97" y="88"/>
                </a:cubicBezTo>
                <a:close/>
                <a:moveTo>
                  <a:pt x="134" y="52"/>
                </a:moveTo>
                <a:cubicBezTo>
                  <a:pt x="134" y="143"/>
                  <a:pt x="134" y="143"/>
                  <a:pt x="134" y="143"/>
                </a:cubicBezTo>
                <a:cubicBezTo>
                  <a:pt x="134" y="143"/>
                  <a:pt x="133" y="144"/>
                  <a:pt x="133" y="145"/>
                </a:cubicBezTo>
                <a:cubicBezTo>
                  <a:pt x="132" y="145"/>
                  <a:pt x="131" y="146"/>
                  <a:pt x="131" y="146"/>
                </a:cubicBezTo>
                <a:cubicBezTo>
                  <a:pt x="112" y="146"/>
                  <a:pt x="112" y="146"/>
                  <a:pt x="112" y="146"/>
                </a:cubicBezTo>
                <a:cubicBezTo>
                  <a:pt x="112" y="146"/>
                  <a:pt x="111" y="145"/>
                  <a:pt x="110" y="145"/>
                </a:cubicBezTo>
                <a:cubicBezTo>
                  <a:pt x="110" y="144"/>
                  <a:pt x="109" y="143"/>
                  <a:pt x="109" y="143"/>
                </a:cubicBezTo>
                <a:cubicBezTo>
                  <a:pt x="109" y="52"/>
                  <a:pt x="109" y="52"/>
                  <a:pt x="109" y="52"/>
                </a:cubicBezTo>
                <a:cubicBezTo>
                  <a:pt x="109" y="51"/>
                  <a:pt x="110" y="50"/>
                  <a:pt x="110" y="50"/>
                </a:cubicBezTo>
                <a:cubicBezTo>
                  <a:pt x="111" y="49"/>
                  <a:pt x="112" y="49"/>
                  <a:pt x="112" y="49"/>
                </a:cubicBezTo>
                <a:cubicBezTo>
                  <a:pt x="131" y="49"/>
                  <a:pt x="131" y="49"/>
                  <a:pt x="131" y="49"/>
                </a:cubicBezTo>
                <a:cubicBezTo>
                  <a:pt x="131" y="49"/>
                  <a:pt x="132" y="49"/>
                  <a:pt x="133" y="50"/>
                </a:cubicBezTo>
                <a:cubicBezTo>
                  <a:pt x="133" y="50"/>
                  <a:pt x="134" y="51"/>
                  <a:pt x="134" y="52"/>
                </a:cubicBezTo>
                <a:close/>
                <a:moveTo>
                  <a:pt x="170" y="3"/>
                </a:moveTo>
                <a:cubicBezTo>
                  <a:pt x="170" y="143"/>
                  <a:pt x="170" y="143"/>
                  <a:pt x="170" y="143"/>
                </a:cubicBezTo>
                <a:cubicBezTo>
                  <a:pt x="170" y="143"/>
                  <a:pt x="170" y="144"/>
                  <a:pt x="169" y="145"/>
                </a:cubicBezTo>
                <a:cubicBezTo>
                  <a:pt x="168" y="145"/>
                  <a:pt x="168" y="146"/>
                  <a:pt x="167" y="146"/>
                </a:cubicBezTo>
                <a:cubicBezTo>
                  <a:pt x="149" y="146"/>
                  <a:pt x="149" y="146"/>
                  <a:pt x="149" y="146"/>
                </a:cubicBezTo>
                <a:cubicBezTo>
                  <a:pt x="148" y="146"/>
                  <a:pt x="147" y="145"/>
                  <a:pt x="147" y="145"/>
                </a:cubicBezTo>
                <a:cubicBezTo>
                  <a:pt x="146" y="144"/>
                  <a:pt x="146" y="143"/>
                  <a:pt x="146" y="143"/>
                </a:cubicBezTo>
                <a:cubicBezTo>
                  <a:pt x="146" y="3"/>
                  <a:pt x="146" y="3"/>
                  <a:pt x="146" y="3"/>
                </a:cubicBezTo>
                <a:cubicBezTo>
                  <a:pt x="146" y="2"/>
                  <a:pt x="146" y="2"/>
                  <a:pt x="147" y="1"/>
                </a:cubicBezTo>
                <a:cubicBezTo>
                  <a:pt x="147" y="1"/>
                  <a:pt x="148" y="0"/>
                  <a:pt x="149" y="0"/>
                </a:cubicBezTo>
                <a:cubicBezTo>
                  <a:pt x="167" y="0"/>
                  <a:pt x="167" y="0"/>
                  <a:pt x="167" y="0"/>
                </a:cubicBezTo>
                <a:cubicBezTo>
                  <a:pt x="168" y="0"/>
                  <a:pt x="168" y="1"/>
                  <a:pt x="169" y="1"/>
                </a:cubicBezTo>
                <a:cubicBezTo>
                  <a:pt x="170" y="2"/>
                  <a:pt x="170" y="2"/>
                  <a:pt x="170" y="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1" name="Freeform 23"/>
          <p:cNvSpPr>
            <a:spLocks noEditPoints="1"/>
          </p:cNvSpPr>
          <p:nvPr/>
        </p:nvSpPr>
        <p:spPr bwMode="auto">
          <a:xfrm>
            <a:off x="6056020" y="1394327"/>
            <a:ext cx="207464" cy="209627"/>
          </a:xfrm>
          <a:custGeom>
            <a:avLst/>
            <a:gdLst>
              <a:gd name="T0" fmla="*/ 145 w 145"/>
              <a:gd name="T1" fmla="*/ 84 h 146"/>
              <a:gd name="T2" fmla="*/ 142 w 145"/>
              <a:gd name="T3" fmla="*/ 87 h 146"/>
              <a:gd name="T4" fmla="*/ 121 w 145"/>
              <a:gd name="T5" fmla="*/ 98 h 146"/>
              <a:gd name="T6" fmla="*/ 132 w 145"/>
              <a:gd name="T7" fmla="*/ 114 h 146"/>
              <a:gd name="T8" fmla="*/ 122 w 145"/>
              <a:gd name="T9" fmla="*/ 126 h 146"/>
              <a:gd name="T10" fmla="*/ 110 w 145"/>
              <a:gd name="T11" fmla="*/ 132 h 146"/>
              <a:gd name="T12" fmla="*/ 89 w 145"/>
              <a:gd name="T13" fmla="*/ 125 h 146"/>
              <a:gd name="T14" fmla="*/ 83 w 145"/>
              <a:gd name="T15" fmla="*/ 146 h 146"/>
              <a:gd name="T16" fmla="*/ 59 w 145"/>
              <a:gd name="T17" fmla="*/ 145 h 146"/>
              <a:gd name="T18" fmla="*/ 56 w 145"/>
              <a:gd name="T19" fmla="*/ 125 h 146"/>
              <a:gd name="T20" fmla="*/ 34 w 145"/>
              <a:gd name="T21" fmla="*/ 132 h 146"/>
              <a:gd name="T22" fmla="*/ 29 w 145"/>
              <a:gd name="T23" fmla="*/ 132 h 146"/>
              <a:gd name="T24" fmla="*/ 13 w 145"/>
              <a:gd name="T25" fmla="*/ 114 h 146"/>
              <a:gd name="T26" fmla="*/ 18 w 145"/>
              <a:gd name="T27" fmla="*/ 105 h 146"/>
              <a:gd name="T28" fmla="*/ 20 w 145"/>
              <a:gd name="T29" fmla="*/ 89 h 146"/>
              <a:gd name="T30" fmla="*/ 0 w 145"/>
              <a:gd name="T31" fmla="*/ 85 h 146"/>
              <a:gd name="T32" fmla="*/ 0 w 145"/>
              <a:gd name="T33" fmla="*/ 62 h 146"/>
              <a:gd name="T34" fmla="*/ 2 w 145"/>
              <a:gd name="T35" fmla="*/ 59 h 146"/>
              <a:gd name="T36" fmla="*/ 23 w 145"/>
              <a:gd name="T37" fmla="*/ 48 h 146"/>
              <a:gd name="T38" fmla="*/ 12 w 145"/>
              <a:gd name="T39" fmla="*/ 32 h 146"/>
              <a:gd name="T40" fmla="*/ 22 w 145"/>
              <a:gd name="T41" fmla="*/ 20 h 146"/>
              <a:gd name="T42" fmla="*/ 34 w 145"/>
              <a:gd name="T43" fmla="*/ 14 h 146"/>
              <a:gd name="T44" fmla="*/ 55 w 145"/>
              <a:gd name="T45" fmla="*/ 21 h 146"/>
              <a:gd name="T46" fmla="*/ 62 w 145"/>
              <a:gd name="T47" fmla="*/ 0 h 146"/>
              <a:gd name="T48" fmla="*/ 85 w 145"/>
              <a:gd name="T49" fmla="*/ 1 h 146"/>
              <a:gd name="T50" fmla="*/ 89 w 145"/>
              <a:gd name="T51" fmla="*/ 21 h 146"/>
              <a:gd name="T52" fmla="*/ 111 w 145"/>
              <a:gd name="T53" fmla="*/ 14 h 146"/>
              <a:gd name="T54" fmla="*/ 115 w 145"/>
              <a:gd name="T55" fmla="*/ 14 h 146"/>
              <a:gd name="T56" fmla="*/ 132 w 145"/>
              <a:gd name="T57" fmla="*/ 32 h 146"/>
              <a:gd name="T58" fmla="*/ 126 w 145"/>
              <a:gd name="T59" fmla="*/ 41 h 146"/>
              <a:gd name="T60" fmla="*/ 125 w 145"/>
              <a:gd name="T61" fmla="*/ 57 h 146"/>
              <a:gd name="T62" fmla="*/ 144 w 145"/>
              <a:gd name="T63" fmla="*/ 60 h 146"/>
              <a:gd name="T64" fmla="*/ 89 w 145"/>
              <a:gd name="T65" fmla="*/ 90 h 146"/>
              <a:gd name="T66" fmla="*/ 89 w 145"/>
              <a:gd name="T67" fmla="*/ 56 h 146"/>
              <a:gd name="T68" fmla="*/ 55 w 145"/>
              <a:gd name="T69" fmla="*/ 56 h 146"/>
              <a:gd name="T70" fmla="*/ 55 w 145"/>
              <a:gd name="T71" fmla="*/ 90 h 146"/>
              <a:gd name="T72" fmla="*/ 89 w 145"/>
              <a:gd name="T73" fmla="*/ 90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45" h="146">
                <a:moveTo>
                  <a:pt x="145" y="63"/>
                </a:moveTo>
                <a:cubicBezTo>
                  <a:pt x="145" y="84"/>
                  <a:pt x="145" y="84"/>
                  <a:pt x="145" y="84"/>
                </a:cubicBezTo>
                <a:cubicBezTo>
                  <a:pt x="145" y="84"/>
                  <a:pt x="144" y="85"/>
                  <a:pt x="144" y="86"/>
                </a:cubicBezTo>
                <a:cubicBezTo>
                  <a:pt x="144" y="87"/>
                  <a:pt x="143" y="87"/>
                  <a:pt x="142" y="87"/>
                </a:cubicBezTo>
                <a:cubicBezTo>
                  <a:pt x="125" y="90"/>
                  <a:pt x="125" y="90"/>
                  <a:pt x="125" y="90"/>
                </a:cubicBezTo>
                <a:cubicBezTo>
                  <a:pt x="123" y="93"/>
                  <a:pt x="122" y="96"/>
                  <a:pt x="121" y="98"/>
                </a:cubicBezTo>
                <a:cubicBezTo>
                  <a:pt x="123" y="101"/>
                  <a:pt x="127" y="106"/>
                  <a:pt x="131" y="111"/>
                </a:cubicBezTo>
                <a:cubicBezTo>
                  <a:pt x="132" y="112"/>
                  <a:pt x="132" y="113"/>
                  <a:pt x="132" y="114"/>
                </a:cubicBezTo>
                <a:cubicBezTo>
                  <a:pt x="132" y="115"/>
                  <a:pt x="132" y="115"/>
                  <a:pt x="131" y="116"/>
                </a:cubicBezTo>
                <a:cubicBezTo>
                  <a:pt x="129" y="118"/>
                  <a:pt x="126" y="122"/>
                  <a:pt x="122" y="126"/>
                </a:cubicBezTo>
                <a:cubicBezTo>
                  <a:pt x="117" y="131"/>
                  <a:pt x="114" y="133"/>
                  <a:pt x="113" y="133"/>
                </a:cubicBezTo>
                <a:cubicBezTo>
                  <a:pt x="112" y="133"/>
                  <a:pt x="111" y="133"/>
                  <a:pt x="110" y="132"/>
                </a:cubicBezTo>
                <a:cubicBezTo>
                  <a:pt x="97" y="122"/>
                  <a:pt x="97" y="122"/>
                  <a:pt x="97" y="122"/>
                </a:cubicBezTo>
                <a:cubicBezTo>
                  <a:pt x="95" y="123"/>
                  <a:pt x="92" y="124"/>
                  <a:pt x="89" y="125"/>
                </a:cubicBezTo>
                <a:cubicBezTo>
                  <a:pt x="88" y="134"/>
                  <a:pt x="87" y="140"/>
                  <a:pt x="86" y="143"/>
                </a:cubicBezTo>
                <a:cubicBezTo>
                  <a:pt x="86" y="145"/>
                  <a:pt x="84" y="146"/>
                  <a:pt x="83" y="146"/>
                </a:cubicBezTo>
                <a:cubicBezTo>
                  <a:pt x="62" y="146"/>
                  <a:pt x="62" y="146"/>
                  <a:pt x="62" y="146"/>
                </a:cubicBezTo>
                <a:cubicBezTo>
                  <a:pt x="61" y="146"/>
                  <a:pt x="60" y="145"/>
                  <a:pt x="59" y="145"/>
                </a:cubicBezTo>
                <a:cubicBezTo>
                  <a:pt x="59" y="144"/>
                  <a:pt x="58" y="144"/>
                  <a:pt x="58" y="143"/>
                </a:cubicBezTo>
                <a:cubicBezTo>
                  <a:pt x="56" y="125"/>
                  <a:pt x="56" y="125"/>
                  <a:pt x="56" y="125"/>
                </a:cubicBezTo>
                <a:cubicBezTo>
                  <a:pt x="52" y="124"/>
                  <a:pt x="50" y="123"/>
                  <a:pt x="47" y="122"/>
                </a:cubicBezTo>
                <a:cubicBezTo>
                  <a:pt x="34" y="132"/>
                  <a:pt x="34" y="132"/>
                  <a:pt x="34" y="132"/>
                </a:cubicBezTo>
                <a:cubicBezTo>
                  <a:pt x="33" y="133"/>
                  <a:pt x="32" y="133"/>
                  <a:pt x="31" y="133"/>
                </a:cubicBezTo>
                <a:cubicBezTo>
                  <a:pt x="31" y="133"/>
                  <a:pt x="30" y="132"/>
                  <a:pt x="29" y="132"/>
                </a:cubicBezTo>
                <a:cubicBezTo>
                  <a:pt x="21" y="125"/>
                  <a:pt x="16" y="119"/>
                  <a:pt x="13" y="116"/>
                </a:cubicBezTo>
                <a:cubicBezTo>
                  <a:pt x="13" y="115"/>
                  <a:pt x="13" y="115"/>
                  <a:pt x="13" y="114"/>
                </a:cubicBezTo>
                <a:cubicBezTo>
                  <a:pt x="13" y="113"/>
                  <a:pt x="13" y="112"/>
                  <a:pt x="14" y="112"/>
                </a:cubicBezTo>
                <a:cubicBezTo>
                  <a:pt x="14" y="110"/>
                  <a:pt x="16" y="108"/>
                  <a:pt x="18" y="105"/>
                </a:cubicBezTo>
                <a:cubicBezTo>
                  <a:pt x="21" y="102"/>
                  <a:pt x="22" y="100"/>
                  <a:pt x="23" y="99"/>
                </a:cubicBezTo>
                <a:cubicBezTo>
                  <a:pt x="22" y="95"/>
                  <a:pt x="20" y="92"/>
                  <a:pt x="20" y="89"/>
                </a:cubicBezTo>
                <a:cubicBezTo>
                  <a:pt x="2" y="87"/>
                  <a:pt x="2" y="87"/>
                  <a:pt x="2" y="87"/>
                </a:cubicBezTo>
                <a:cubicBezTo>
                  <a:pt x="1" y="87"/>
                  <a:pt x="1" y="86"/>
                  <a:pt x="0" y="85"/>
                </a:cubicBezTo>
                <a:cubicBezTo>
                  <a:pt x="0" y="85"/>
                  <a:pt x="0" y="84"/>
                  <a:pt x="0" y="83"/>
                </a:cubicBezTo>
                <a:cubicBezTo>
                  <a:pt x="0" y="62"/>
                  <a:pt x="0" y="62"/>
                  <a:pt x="0" y="62"/>
                </a:cubicBezTo>
                <a:cubicBezTo>
                  <a:pt x="0" y="62"/>
                  <a:pt x="0" y="61"/>
                  <a:pt x="0" y="60"/>
                </a:cubicBezTo>
                <a:cubicBezTo>
                  <a:pt x="1" y="59"/>
                  <a:pt x="1" y="59"/>
                  <a:pt x="2" y="59"/>
                </a:cubicBezTo>
                <a:cubicBezTo>
                  <a:pt x="20" y="56"/>
                  <a:pt x="20" y="56"/>
                  <a:pt x="20" y="56"/>
                </a:cubicBezTo>
                <a:cubicBezTo>
                  <a:pt x="21" y="53"/>
                  <a:pt x="22" y="50"/>
                  <a:pt x="23" y="48"/>
                </a:cubicBezTo>
                <a:cubicBezTo>
                  <a:pt x="21" y="44"/>
                  <a:pt x="17" y="40"/>
                  <a:pt x="13" y="34"/>
                </a:cubicBezTo>
                <a:cubicBezTo>
                  <a:pt x="13" y="34"/>
                  <a:pt x="12" y="33"/>
                  <a:pt x="12" y="32"/>
                </a:cubicBezTo>
                <a:cubicBezTo>
                  <a:pt x="12" y="32"/>
                  <a:pt x="13" y="31"/>
                  <a:pt x="13" y="30"/>
                </a:cubicBezTo>
                <a:cubicBezTo>
                  <a:pt x="15" y="28"/>
                  <a:pt x="18" y="24"/>
                  <a:pt x="22" y="20"/>
                </a:cubicBezTo>
                <a:cubicBezTo>
                  <a:pt x="27" y="15"/>
                  <a:pt x="30" y="13"/>
                  <a:pt x="31" y="13"/>
                </a:cubicBezTo>
                <a:cubicBezTo>
                  <a:pt x="32" y="13"/>
                  <a:pt x="33" y="13"/>
                  <a:pt x="34" y="14"/>
                </a:cubicBezTo>
                <a:cubicBezTo>
                  <a:pt x="47" y="24"/>
                  <a:pt x="47" y="24"/>
                  <a:pt x="47" y="24"/>
                </a:cubicBezTo>
                <a:cubicBezTo>
                  <a:pt x="50" y="23"/>
                  <a:pt x="53" y="22"/>
                  <a:pt x="55" y="21"/>
                </a:cubicBezTo>
                <a:cubicBezTo>
                  <a:pt x="57" y="12"/>
                  <a:pt x="57" y="6"/>
                  <a:pt x="58" y="3"/>
                </a:cubicBezTo>
                <a:cubicBezTo>
                  <a:pt x="59" y="1"/>
                  <a:pt x="60" y="0"/>
                  <a:pt x="62" y="0"/>
                </a:cubicBezTo>
                <a:cubicBezTo>
                  <a:pt x="83" y="0"/>
                  <a:pt x="83" y="0"/>
                  <a:pt x="83" y="0"/>
                </a:cubicBezTo>
                <a:cubicBezTo>
                  <a:pt x="84" y="0"/>
                  <a:pt x="84" y="1"/>
                  <a:pt x="85" y="1"/>
                </a:cubicBezTo>
                <a:cubicBezTo>
                  <a:pt x="86" y="2"/>
                  <a:pt x="86" y="2"/>
                  <a:pt x="86" y="3"/>
                </a:cubicBezTo>
                <a:cubicBezTo>
                  <a:pt x="89" y="21"/>
                  <a:pt x="89" y="21"/>
                  <a:pt x="89" y="21"/>
                </a:cubicBezTo>
                <a:cubicBezTo>
                  <a:pt x="92" y="22"/>
                  <a:pt x="95" y="23"/>
                  <a:pt x="97" y="24"/>
                </a:cubicBezTo>
                <a:cubicBezTo>
                  <a:pt x="111" y="14"/>
                  <a:pt x="111" y="14"/>
                  <a:pt x="111" y="14"/>
                </a:cubicBezTo>
                <a:cubicBezTo>
                  <a:pt x="111" y="13"/>
                  <a:pt x="112" y="13"/>
                  <a:pt x="113" y="13"/>
                </a:cubicBezTo>
                <a:cubicBezTo>
                  <a:pt x="114" y="13"/>
                  <a:pt x="114" y="13"/>
                  <a:pt x="115" y="14"/>
                </a:cubicBezTo>
                <a:cubicBezTo>
                  <a:pt x="123" y="22"/>
                  <a:pt x="129" y="27"/>
                  <a:pt x="131" y="30"/>
                </a:cubicBezTo>
                <a:cubicBezTo>
                  <a:pt x="131" y="31"/>
                  <a:pt x="132" y="31"/>
                  <a:pt x="132" y="32"/>
                </a:cubicBezTo>
                <a:cubicBezTo>
                  <a:pt x="132" y="33"/>
                  <a:pt x="131" y="34"/>
                  <a:pt x="131" y="34"/>
                </a:cubicBezTo>
                <a:cubicBezTo>
                  <a:pt x="130" y="36"/>
                  <a:pt x="128" y="38"/>
                  <a:pt x="126" y="41"/>
                </a:cubicBezTo>
                <a:cubicBezTo>
                  <a:pt x="124" y="44"/>
                  <a:pt x="122" y="46"/>
                  <a:pt x="121" y="47"/>
                </a:cubicBezTo>
                <a:cubicBezTo>
                  <a:pt x="122" y="50"/>
                  <a:pt x="124" y="54"/>
                  <a:pt x="125" y="57"/>
                </a:cubicBezTo>
                <a:cubicBezTo>
                  <a:pt x="142" y="59"/>
                  <a:pt x="142" y="59"/>
                  <a:pt x="142" y="59"/>
                </a:cubicBezTo>
                <a:cubicBezTo>
                  <a:pt x="143" y="59"/>
                  <a:pt x="144" y="60"/>
                  <a:pt x="144" y="60"/>
                </a:cubicBezTo>
                <a:cubicBezTo>
                  <a:pt x="144" y="61"/>
                  <a:pt x="145" y="62"/>
                  <a:pt x="145" y="63"/>
                </a:cubicBezTo>
                <a:close/>
                <a:moveTo>
                  <a:pt x="89" y="90"/>
                </a:moveTo>
                <a:cubicBezTo>
                  <a:pt x="94" y="85"/>
                  <a:pt x="96" y="80"/>
                  <a:pt x="96" y="73"/>
                </a:cubicBezTo>
                <a:cubicBezTo>
                  <a:pt x="96" y="66"/>
                  <a:pt x="94" y="61"/>
                  <a:pt x="89" y="56"/>
                </a:cubicBezTo>
                <a:cubicBezTo>
                  <a:pt x="85" y="51"/>
                  <a:pt x="79" y="49"/>
                  <a:pt x="72" y="49"/>
                </a:cubicBezTo>
                <a:cubicBezTo>
                  <a:pt x="65" y="49"/>
                  <a:pt x="60" y="51"/>
                  <a:pt x="55" y="56"/>
                </a:cubicBezTo>
                <a:cubicBezTo>
                  <a:pt x="50" y="61"/>
                  <a:pt x="48" y="66"/>
                  <a:pt x="48" y="73"/>
                </a:cubicBezTo>
                <a:cubicBezTo>
                  <a:pt x="48" y="80"/>
                  <a:pt x="50" y="85"/>
                  <a:pt x="55" y="90"/>
                </a:cubicBezTo>
                <a:cubicBezTo>
                  <a:pt x="60" y="95"/>
                  <a:pt x="65" y="97"/>
                  <a:pt x="72" y="97"/>
                </a:cubicBezTo>
                <a:cubicBezTo>
                  <a:pt x="79" y="97"/>
                  <a:pt x="85" y="95"/>
                  <a:pt x="89" y="9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2" name="Freeform 24"/>
          <p:cNvSpPr>
            <a:spLocks noEditPoints="1"/>
          </p:cNvSpPr>
          <p:nvPr/>
        </p:nvSpPr>
        <p:spPr bwMode="auto">
          <a:xfrm>
            <a:off x="6326158" y="1394327"/>
            <a:ext cx="192337" cy="209627"/>
          </a:xfrm>
          <a:custGeom>
            <a:avLst/>
            <a:gdLst>
              <a:gd name="T0" fmla="*/ 134 w 134"/>
              <a:gd name="T1" fmla="*/ 34 h 146"/>
              <a:gd name="T2" fmla="*/ 130 w 134"/>
              <a:gd name="T3" fmla="*/ 37 h 146"/>
              <a:gd name="T4" fmla="*/ 121 w 134"/>
              <a:gd name="T5" fmla="*/ 126 h 146"/>
              <a:gd name="T6" fmla="*/ 106 w 134"/>
              <a:gd name="T7" fmla="*/ 146 h 146"/>
              <a:gd name="T8" fmla="*/ 17 w 134"/>
              <a:gd name="T9" fmla="*/ 140 h 146"/>
              <a:gd name="T10" fmla="*/ 12 w 134"/>
              <a:gd name="T11" fmla="*/ 37 h 146"/>
              <a:gd name="T12" fmla="*/ 1 w 134"/>
              <a:gd name="T13" fmla="*/ 36 h 146"/>
              <a:gd name="T14" fmla="*/ 0 w 134"/>
              <a:gd name="T15" fmla="*/ 28 h 146"/>
              <a:gd name="T16" fmla="*/ 3 w 134"/>
              <a:gd name="T17" fmla="*/ 25 h 146"/>
              <a:gd name="T18" fmla="*/ 39 w 134"/>
              <a:gd name="T19" fmla="*/ 9 h 146"/>
              <a:gd name="T20" fmla="*/ 52 w 134"/>
              <a:gd name="T21" fmla="*/ 0 h 146"/>
              <a:gd name="T22" fmla="*/ 90 w 134"/>
              <a:gd name="T23" fmla="*/ 3 h 146"/>
              <a:gd name="T24" fmla="*/ 101 w 134"/>
              <a:gd name="T25" fmla="*/ 25 h 146"/>
              <a:gd name="T26" fmla="*/ 133 w 134"/>
              <a:gd name="T27" fmla="*/ 25 h 146"/>
              <a:gd name="T28" fmla="*/ 109 w 134"/>
              <a:gd name="T29" fmla="*/ 126 h 146"/>
              <a:gd name="T30" fmla="*/ 25 w 134"/>
              <a:gd name="T31" fmla="*/ 37 h 146"/>
              <a:gd name="T32" fmla="*/ 25 w 134"/>
              <a:gd name="T33" fmla="*/ 130 h 146"/>
              <a:gd name="T34" fmla="*/ 28 w 134"/>
              <a:gd name="T35" fmla="*/ 133 h 146"/>
              <a:gd name="T36" fmla="*/ 107 w 134"/>
              <a:gd name="T37" fmla="*/ 133 h 146"/>
              <a:gd name="T38" fmla="*/ 109 w 134"/>
              <a:gd name="T39" fmla="*/ 126 h 146"/>
              <a:gd name="T40" fmla="*/ 49 w 134"/>
              <a:gd name="T41" fmla="*/ 112 h 146"/>
              <a:gd name="T42" fmla="*/ 46 w 134"/>
              <a:gd name="T43" fmla="*/ 115 h 146"/>
              <a:gd name="T44" fmla="*/ 38 w 134"/>
              <a:gd name="T45" fmla="*/ 114 h 146"/>
              <a:gd name="T46" fmla="*/ 37 w 134"/>
              <a:gd name="T47" fmla="*/ 58 h 146"/>
              <a:gd name="T48" fmla="*/ 40 w 134"/>
              <a:gd name="T49" fmla="*/ 55 h 146"/>
              <a:gd name="T50" fmla="*/ 48 w 134"/>
              <a:gd name="T51" fmla="*/ 56 h 146"/>
              <a:gd name="T52" fmla="*/ 46 w 134"/>
              <a:gd name="T53" fmla="*/ 25 h 146"/>
              <a:gd name="T54" fmla="*/ 84 w 134"/>
              <a:gd name="T55" fmla="*/ 13 h 146"/>
              <a:gd name="T56" fmla="*/ 52 w 134"/>
              <a:gd name="T57" fmla="*/ 12 h 146"/>
              <a:gd name="T58" fmla="*/ 46 w 134"/>
              <a:gd name="T59" fmla="*/ 25 h 146"/>
              <a:gd name="T60" fmla="*/ 73 w 134"/>
              <a:gd name="T61" fmla="*/ 112 h 146"/>
              <a:gd name="T62" fmla="*/ 70 w 134"/>
              <a:gd name="T63" fmla="*/ 115 h 146"/>
              <a:gd name="T64" fmla="*/ 62 w 134"/>
              <a:gd name="T65" fmla="*/ 114 h 146"/>
              <a:gd name="T66" fmla="*/ 61 w 134"/>
              <a:gd name="T67" fmla="*/ 58 h 146"/>
              <a:gd name="T68" fmla="*/ 64 w 134"/>
              <a:gd name="T69" fmla="*/ 55 h 146"/>
              <a:gd name="T70" fmla="*/ 72 w 134"/>
              <a:gd name="T71" fmla="*/ 56 h 146"/>
              <a:gd name="T72" fmla="*/ 97 w 134"/>
              <a:gd name="T73" fmla="*/ 58 h 146"/>
              <a:gd name="T74" fmla="*/ 96 w 134"/>
              <a:gd name="T75" fmla="*/ 114 h 146"/>
              <a:gd name="T76" fmla="*/ 88 w 134"/>
              <a:gd name="T77" fmla="*/ 115 h 146"/>
              <a:gd name="T78" fmla="*/ 85 w 134"/>
              <a:gd name="T79" fmla="*/ 112 h 146"/>
              <a:gd name="T80" fmla="*/ 86 w 134"/>
              <a:gd name="T81" fmla="*/ 56 h 146"/>
              <a:gd name="T82" fmla="*/ 94 w 134"/>
              <a:gd name="T83" fmla="*/ 55 h 146"/>
              <a:gd name="T84" fmla="*/ 97 w 134"/>
              <a:gd name="T85" fmla="*/ 58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34" h="146">
                <a:moveTo>
                  <a:pt x="134" y="28"/>
                </a:moveTo>
                <a:cubicBezTo>
                  <a:pt x="134" y="34"/>
                  <a:pt x="134" y="34"/>
                  <a:pt x="134" y="34"/>
                </a:cubicBezTo>
                <a:cubicBezTo>
                  <a:pt x="134" y="35"/>
                  <a:pt x="133" y="35"/>
                  <a:pt x="133" y="36"/>
                </a:cubicBezTo>
                <a:cubicBezTo>
                  <a:pt x="132" y="36"/>
                  <a:pt x="131" y="37"/>
                  <a:pt x="130" y="37"/>
                </a:cubicBezTo>
                <a:cubicBezTo>
                  <a:pt x="121" y="37"/>
                  <a:pt x="121" y="37"/>
                  <a:pt x="121" y="37"/>
                </a:cubicBezTo>
                <a:cubicBezTo>
                  <a:pt x="121" y="126"/>
                  <a:pt x="121" y="126"/>
                  <a:pt x="121" y="126"/>
                </a:cubicBezTo>
                <a:cubicBezTo>
                  <a:pt x="121" y="132"/>
                  <a:pt x="120" y="136"/>
                  <a:pt x="117" y="140"/>
                </a:cubicBezTo>
                <a:cubicBezTo>
                  <a:pt x="114" y="144"/>
                  <a:pt x="110" y="146"/>
                  <a:pt x="106" y="146"/>
                </a:cubicBezTo>
                <a:cubicBezTo>
                  <a:pt x="28" y="146"/>
                  <a:pt x="28" y="146"/>
                  <a:pt x="28" y="146"/>
                </a:cubicBezTo>
                <a:cubicBezTo>
                  <a:pt x="23" y="146"/>
                  <a:pt x="20" y="144"/>
                  <a:pt x="17" y="140"/>
                </a:cubicBezTo>
                <a:cubicBezTo>
                  <a:pt x="14" y="136"/>
                  <a:pt x="12" y="132"/>
                  <a:pt x="12" y="127"/>
                </a:cubicBezTo>
                <a:cubicBezTo>
                  <a:pt x="12" y="37"/>
                  <a:pt x="12" y="37"/>
                  <a:pt x="12" y="37"/>
                </a:cubicBezTo>
                <a:cubicBezTo>
                  <a:pt x="3" y="37"/>
                  <a:pt x="3" y="37"/>
                  <a:pt x="3" y="37"/>
                </a:cubicBezTo>
                <a:cubicBezTo>
                  <a:pt x="3" y="37"/>
                  <a:pt x="2" y="36"/>
                  <a:pt x="1" y="36"/>
                </a:cubicBezTo>
                <a:cubicBezTo>
                  <a:pt x="1" y="35"/>
                  <a:pt x="0" y="35"/>
                  <a:pt x="0" y="34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7"/>
                  <a:pt x="1" y="26"/>
                  <a:pt x="1" y="25"/>
                </a:cubicBezTo>
                <a:cubicBezTo>
                  <a:pt x="2" y="25"/>
                  <a:pt x="3" y="25"/>
                  <a:pt x="3" y="25"/>
                </a:cubicBezTo>
                <a:cubicBezTo>
                  <a:pt x="33" y="25"/>
                  <a:pt x="33" y="25"/>
                  <a:pt x="33" y="25"/>
                </a:cubicBezTo>
                <a:cubicBezTo>
                  <a:pt x="39" y="9"/>
                  <a:pt x="39" y="9"/>
                  <a:pt x="39" y="9"/>
                </a:cubicBezTo>
                <a:cubicBezTo>
                  <a:pt x="40" y="6"/>
                  <a:pt x="42" y="4"/>
                  <a:pt x="44" y="3"/>
                </a:cubicBezTo>
                <a:cubicBezTo>
                  <a:pt x="47" y="1"/>
                  <a:pt x="49" y="0"/>
                  <a:pt x="52" y="0"/>
                </a:cubicBezTo>
                <a:cubicBezTo>
                  <a:pt x="82" y="0"/>
                  <a:pt x="82" y="0"/>
                  <a:pt x="82" y="0"/>
                </a:cubicBezTo>
                <a:cubicBezTo>
                  <a:pt x="85" y="0"/>
                  <a:pt x="87" y="1"/>
                  <a:pt x="90" y="3"/>
                </a:cubicBezTo>
                <a:cubicBezTo>
                  <a:pt x="92" y="4"/>
                  <a:pt x="94" y="6"/>
                  <a:pt x="95" y="9"/>
                </a:cubicBezTo>
                <a:cubicBezTo>
                  <a:pt x="101" y="25"/>
                  <a:pt x="101" y="25"/>
                  <a:pt x="101" y="25"/>
                </a:cubicBezTo>
                <a:cubicBezTo>
                  <a:pt x="130" y="25"/>
                  <a:pt x="130" y="25"/>
                  <a:pt x="130" y="25"/>
                </a:cubicBezTo>
                <a:cubicBezTo>
                  <a:pt x="131" y="25"/>
                  <a:pt x="132" y="25"/>
                  <a:pt x="133" y="25"/>
                </a:cubicBezTo>
                <a:cubicBezTo>
                  <a:pt x="133" y="26"/>
                  <a:pt x="134" y="27"/>
                  <a:pt x="134" y="28"/>
                </a:cubicBezTo>
                <a:close/>
                <a:moveTo>
                  <a:pt x="109" y="126"/>
                </a:moveTo>
                <a:cubicBezTo>
                  <a:pt x="109" y="37"/>
                  <a:pt x="109" y="37"/>
                  <a:pt x="109" y="37"/>
                </a:cubicBezTo>
                <a:cubicBezTo>
                  <a:pt x="25" y="37"/>
                  <a:pt x="25" y="37"/>
                  <a:pt x="25" y="37"/>
                </a:cubicBezTo>
                <a:cubicBezTo>
                  <a:pt x="25" y="126"/>
                  <a:pt x="25" y="126"/>
                  <a:pt x="25" y="126"/>
                </a:cubicBezTo>
                <a:cubicBezTo>
                  <a:pt x="25" y="128"/>
                  <a:pt x="25" y="129"/>
                  <a:pt x="25" y="130"/>
                </a:cubicBezTo>
                <a:cubicBezTo>
                  <a:pt x="26" y="131"/>
                  <a:pt x="26" y="132"/>
                  <a:pt x="27" y="133"/>
                </a:cubicBezTo>
                <a:cubicBezTo>
                  <a:pt x="27" y="133"/>
                  <a:pt x="27" y="133"/>
                  <a:pt x="28" y="133"/>
                </a:cubicBezTo>
                <a:cubicBezTo>
                  <a:pt x="106" y="133"/>
                  <a:pt x="106" y="133"/>
                  <a:pt x="106" y="133"/>
                </a:cubicBezTo>
                <a:cubicBezTo>
                  <a:pt x="106" y="133"/>
                  <a:pt x="107" y="133"/>
                  <a:pt x="107" y="133"/>
                </a:cubicBezTo>
                <a:cubicBezTo>
                  <a:pt x="108" y="132"/>
                  <a:pt x="108" y="131"/>
                  <a:pt x="109" y="130"/>
                </a:cubicBezTo>
                <a:cubicBezTo>
                  <a:pt x="109" y="129"/>
                  <a:pt x="109" y="128"/>
                  <a:pt x="109" y="126"/>
                </a:cubicBezTo>
                <a:close/>
                <a:moveTo>
                  <a:pt x="49" y="58"/>
                </a:moveTo>
                <a:cubicBezTo>
                  <a:pt x="49" y="112"/>
                  <a:pt x="49" y="112"/>
                  <a:pt x="49" y="112"/>
                </a:cubicBezTo>
                <a:cubicBezTo>
                  <a:pt x="49" y="113"/>
                  <a:pt x="49" y="114"/>
                  <a:pt x="48" y="114"/>
                </a:cubicBezTo>
                <a:cubicBezTo>
                  <a:pt x="47" y="115"/>
                  <a:pt x="47" y="115"/>
                  <a:pt x="46" y="115"/>
                </a:cubicBezTo>
                <a:cubicBezTo>
                  <a:pt x="40" y="115"/>
                  <a:pt x="40" y="115"/>
                  <a:pt x="40" y="115"/>
                </a:cubicBezTo>
                <a:cubicBezTo>
                  <a:pt x="39" y="115"/>
                  <a:pt x="38" y="115"/>
                  <a:pt x="38" y="114"/>
                </a:cubicBezTo>
                <a:cubicBezTo>
                  <a:pt x="37" y="114"/>
                  <a:pt x="37" y="113"/>
                  <a:pt x="37" y="112"/>
                </a:cubicBezTo>
                <a:cubicBezTo>
                  <a:pt x="37" y="58"/>
                  <a:pt x="37" y="58"/>
                  <a:pt x="37" y="58"/>
                </a:cubicBezTo>
                <a:cubicBezTo>
                  <a:pt x="37" y="57"/>
                  <a:pt x="37" y="56"/>
                  <a:pt x="38" y="56"/>
                </a:cubicBezTo>
                <a:cubicBezTo>
                  <a:pt x="38" y="55"/>
                  <a:pt x="39" y="55"/>
                  <a:pt x="40" y="55"/>
                </a:cubicBezTo>
                <a:cubicBezTo>
                  <a:pt x="46" y="55"/>
                  <a:pt x="46" y="55"/>
                  <a:pt x="46" y="55"/>
                </a:cubicBezTo>
                <a:cubicBezTo>
                  <a:pt x="47" y="55"/>
                  <a:pt x="47" y="55"/>
                  <a:pt x="48" y="56"/>
                </a:cubicBezTo>
                <a:cubicBezTo>
                  <a:pt x="49" y="56"/>
                  <a:pt x="49" y="57"/>
                  <a:pt x="49" y="58"/>
                </a:cubicBezTo>
                <a:close/>
                <a:moveTo>
                  <a:pt x="46" y="25"/>
                </a:moveTo>
                <a:cubicBezTo>
                  <a:pt x="88" y="25"/>
                  <a:pt x="88" y="25"/>
                  <a:pt x="88" y="25"/>
                </a:cubicBezTo>
                <a:cubicBezTo>
                  <a:pt x="84" y="13"/>
                  <a:pt x="84" y="13"/>
                  <a:pt x="84" y="13"/>
                </a:cubicBezTo>
                <a:cubicBezTo>
                  <a:pt x="83" y="13"/>
                  <a:pt x="83" y="13"/>
                  <a:pt x="82" y="12"/>
                </a:cubicBezTo>
                <a:cubicBezTo>
                  <a:pt x="52" y="12"/>
                  <a:pt x="52" y="12"/>
                  <a:pt x="52" y="12"/>
                </a:cubicBezTo>
                <a:cubicBezTo>
                  <a:pt x="51" y="13"/>
                  <a:pt x="51" y="13"/>
                  <a:pt x="50" y="13"/>
                </a:cubicBezTo>
                <a:lnTo>
                  <a:pt x="46" y="25"/>
                </a:lnTo>
                <a:close/>
                <a:moveTo>
                  <a:pt x="73" y="58"/>
                </a:moveTo>
                <a:cubicBezTo>
                  <a:pt x="73" y="112"/>
                  <a:pt x="73" y="112"/>
                  <a:pt x="73" y="112"/>
                </a:cubicBezTo>
                <a:cubicBezTo>
                  <a:pt x="73" y="113"/>
                  <a:pt x="73" y="114"/>
                  <a:pt x="72" y="114"/>
                </a:cubicBezTo>
                <a:cubicBezTo>
                  <a:pt x="72" y="115"/>
                  <a:pt x="71" y="115"/>
                  <a:pt x="70" y="115"/>
                </a:cubicBezTo>
                <a:cubicBezTo>
                  <a:pt x="64" y="115"/>
                  <a:pt x="64" y="115"/>
                  <a:pt x="64" y="115"/>
                </a:cubicBezTo>
                <a:cubicBezTo>
                  <a:pt x="63" y="115"/>
                  <a:pt x="62" y="115"/>
                  <a:pt x="62" y="114"/>
                </a:cubicBezTo>
                <a:cubicBezTo>
                  <a:pt x="61" y="114"/>
                  <a:pt x="61" y="113"/>
                  <a:pt x="61" y="112"/>
                </a:cubicBezTo>
                <a:cubicBezTo>
                  <a:pt x="61" y="58"/>
                  <a:pt x="61" y="58"/>
                  <a:pt x="61" y="58"/>
                </a:cubicBezTo>
                <a:cubicBezTo>
                  <a:pt x="61" y="57"/>
                  <a:pt x="61" y="56"/>
                  <a:pt x="62" y="56"/>
                </a:cubicBezTo>
                <a:cubicBezTo>
                  <a:pt x="62" y="55"/>
                  <a:pt x="63" y="55"/>
                  <a:pt x="64" y="55"/>
                </a:cubicBezTo>
                <a:cubicBezTo>
                  <a:pt x="70" y="55"/>
                  <a:pt x="70" y="55"/>
                  <a:pt x="70" y="55"/>
                </a:cubicBezTo>
                <a:cubicBezTo>
                  <a:pt x="71" y="55"/>
                  <a:pt x="72" y="55"/>
                  <a:pt x="72" y="56"/>
                </a:cubicBezTo>
                <a:cubicBezTo>
                  <a:pt x="73" y="56"/>
                  <a:pt x="73" y="57"/>
                  <a:pt x="73" y="58"/>
                </a:cubicBezTo>
                <a:close/>
                <a:moveTo>
                  <a:pt x="97" y="58"/>
                </a:moveTo>
                <a:cubicBezTo>
                  <a:pt x="97" y="112"/>
                  <a:pt x="97" y="112"/>
                  <a:pt x="97" y="112"/>
                </a:cubicBezTo>
                <a:cubicBezTo>
                  <a:pt x="97" y="113"/>
                  <a:pt x="97" y="114"/>
                  <a:pt x="96" y="114"/>
                </a:cubicBezTo>
                <a:cubicBezTo>
                  <a:pt x="96" y="115"/>
                  <a:pt x="95" y="115"/>
                  <a:pt x="94" y="115"/>
                </a:cubicBezTo>
                <a:cubicBezTo>
                  <a:pt x="88" y="115"/>
                  <a:pt x="88" y="115"/>
                  <a:pt x="88" y="115"/>
                </a:cubicBezTo>
                <a:cubicBezTo>
                  <a:pt x="87" y="115"/>
                  <a:pt x="87" y="115"/>
                  <a:pt x="86" y="114"/>
                </a:cubicBezTo>
                <a:cubicBezTo>
                  <a:pt x="85" y="114"/>
                  <a:pt x="85" y="113"/>
                  <a:pt x="85" y="112"/>
                </a:cubicBezTo>
                <a:cubicBezTo>
                  <a:pt x="85" y="58"/>
                  <a:pt x="85" y="58"/>
                  <a:pt x="85" y="58"/>
                </a:cubicBezTo>
                <a:cubicBezTo>
                  <a:pt x="85" y="57"/>
                  <a:pt x="85" y="56"/>
                  <a:pt x="86" y="56"/>
                </a:cubicBezTo>
                <a:cubicBezTo>
                  <a:pt x="87" y="55"/>
                  <a:pt x="87" y="55"/>
                  <a:pt x="88" y="55"/>
                </a:cubicBezTo>
                <a:cubicBezTo>
                  <a:pt x="94" y="55"/>
                  <a:pt x="94" y="55"/>
                  <a:pt x="94" y="55"/>
                </a:cubicBezTo>
                <a:cubicBezTo>
                  <a:pt x="95" y="55"/>
                  <a:pt x="96" y="55"/>
                  <a:pt x="96" y="56"/>
                </a:cubicBezTo>
                <a:cubicBezTo>
                  <a:pt x="97" y="56"/>
                  <a:pt x="97" y="57"/>
                  <a:pt x="97" y="5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3" name="Freeform 25"/>
          <p:cNvSpPr>
            <a:spLocks noEditPoints="1"/>
          </p:cNvSpPr>
          <p:nvPr/>
        </p:nvSpPr>
        <p:spPr bwMode="auto">
          <a:xfrm>
            <a:off x="6585490" y="1411617"/>
            <a:ext cx="218271" cy="175049"/>
          </a:xfrm>
          <a:custGeom>
            <a:avLst/>
            <a:gdLst>
              <a:gd name="T0" fmla="*/ 151 w 152"/>
              <a:gd name="T1" fmla="*/ 64 h 121"/>
              <a:gd name="T2" fmla="*/ 145 w 152"/>
              <a:gd name="T3" fmla="*/ 71 h 121"/>
              <a:gd name="T4" fmla="*/ 144 w 152"/>
              <a:gd name="T5" fmla="*/ 72 h 121"/>
              <a:gd name="T6" fmla="*/ 143 w 152"/>
              <a:gd name="T7" fmla="*/ 72 h 121"/>
              <a:gd name="T8" fmla="*/ 141 w 152"/>
              <a:gd name="T9" fmla="*/ 71 h 121"/>
              <a:gd name="T10" fmla="*/ 76 w 152"/>
              <a:gd name="T11" fmla="*/ 16 h 121"/>
              <a:gd name="T12" fmla="*/ 10 w 152"/>
              <a:gd name="T13" fmla="*/ 71 h 121"/>
              <a:gd name="T14" fmla="*/ 8 w 152"/>
              <a:gd name="T15" fmla="*/ 72 h 121"/>
              <a:gd name="T16" fmla="*/ 6 w 152"/>
              <a:gd name="T17" fmla="*/ 71 h 121"/>
              <a:gd name="T18" fmla="*/ 0 w 152"/>
              <a:gd name="T19" fmla="*/ 64 h 121"/>
              <a:gd name="T20" fmla="*/ 0 w 152"/>
              <a:gd name="T21" fmla="*/ 61 h 121"/>
              <a:gd name="T22" fmla="*/ 1 w 152"/>
              <a:gd name="T23" fmla="*/ 59 h 121"/>
              <a:gd name="T24" fmla="*/ 69 w 152"/>
              <a:gd name="T25" fmla="*/ 3 h 121"/>
              <a:gd name="T26" fmla="*/ 76 w 152"/>
              <a:gd name="T27" fmla="*/ 0 h 121"/>
              <a:gd name="T28" fmla="*/ 83 w 152"/>
              <a:gd name="T29" fmla="*/ 3 h 121"/>
              <a:gd name="T30" fmla="*/ 106 w 152"/>
              <a:gd name="T31" fmla="*/ 22 h 121"/>
              <a:gd name="T32" fmla="*/ 106 w 152"/>
              <a:gd name="T33" fmla="*/ 3 h 121"/>
              <a:gd name="T34" fmla="*/ 107 w 152"/>
              <a:gd name="T35" fmla="*/ 1 h 121"/>
              <a:gd name="T36" fmla="*/ 109 w 152"/>
              <a:gd name="T37" fmla="*/ 0 h 121"/>
              <a:gd name="T38" fmla="*/ 127 w 152"/>
              <a:gd name="T39" fmla="*/ 0 h 121"/>
              <a:gd name="T40" fmla="*/ 129 w 152"/>
              <a:gd name="T41" fmla="*/ 1 h 121"/>
              <a:gd name="T42" fmla="*/ 130 w 152"/>
              <a:gd name="T43" fmla="*/ 3 h 121"/>
              <a:gd name="T44" fmla="*/ 130 w 152"/>
              <a:gd name="T45" fmla="*/ 42 h 121"/>
              <a:gd name="T46" fmla="*/ 151 w 152"/>
              <a:gd name="T47" fmla="*/ 59 h 121"/>
              <a:gd name="T48" fmla="*/ 152 w 152"/>
              <a:gd name="T49" fmla="*/ 61 h 121"/>
              <a:gd name="T50" fmla="*/ 151 w 152"/>
              <a:gd name="T51" fmla="*/ 64 h 121"/>
              <a:gd name="T52" fmla="*/ 130 w 152"/>
              <a:gd name="T53" fmla="*/ 70 h 121"/>
              <a:gd name="T54" fmla="*/ 130 w 152"/>
              <a:gd name="T55" fmla="*/ 115 h 121"/>
              <a:gd name="T56" fmla="*/ 128 w 152"/>
              <a:gd name="T57" fmla="*/ 120 h 121"/>
              <a:gd name="T58" fmla="*/ 124 w 152"/>
              <a:gd name="T59" fmla="*/ 121 h 121"/>
              <a:gd name="T60" fmla="*/ 88 w 152"/>
              <a:gd name="T61" fmla="*/ 121 h 121"/>
              <a:gd name="T62" fmla="*/ 88 w 152"/>
              <a:gd name="T63" fmla="*/ 85 h 121"/>
              <a:gd name="T64" fmla="*/ 64 w 152"/>
              <a:gd name="T65" fmla="*/ 85 h 121"/>
              <a:gd name="T66" fmla="*/ 64 w 152"/>
              <a:gd name="T67" fmla="*/ 121 h 121"/>
              <a:gd name="T68" fmla="*/ 27 w 152"/>
              <a:gd name="T69" fmla="*/ 121 h 121"/>
              <a:gd name="T70" fmla="*/ 23 w 152"/>
              <a:gd name="T71" fmla="*/ 120 h 121"/>
              <a:gd name="T72" fmla="*/ 21 w 152"/>
              <a:gd name="T73" fmla="*/ 115 h 121"/>
              <a:gd name="T74" fmla="*/ 21 w 152"/>
              <a:gd name="T75" fmla="*/ 70 h 121"/>
              <a:gd name="T76" fmla="*/ 21 w 152"/>
              <a:gd name="T77" fmla="*/ 70 h 121"/>
              <a:gd name="T78" fmla="*/ 21 w 152"/>
              <a:gd name="T79" fmla="*/ 69 h 121"/>
              <a:gd name="T80" fmla="*/ 76 w 152"/>
              <a:gd name="T81" fmla="*/ 25 h 121"/>
              <a:gd name="T82" fmla="*/ 130 w 152"/>
              <a:gd name="T83" fmla="*/ 69 h 121"/>
              <a:gd name="T84" fmla="*/ 130 w 152"/>
              <a:gd name="T85" fmla="*/ 70 h 1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52" h="121">
                <a:moveTo>
                  <a:pt x="151" y="64"/>
                </a:moveTo>
                <a:cubicBezTo>
                  <a:pt x="145" y="71"/>
                  <a:pt x="145" y="71"/>
                  <a:pt x="145" y="71"/>
                </a:cubicBezTo>
                <a:cubicBezTo>
                  <a:pt x="145" y="71"/>
                  <a:pt x="144" y="71"/>
                  <a:pt x="144" y="72"/>
                </a:cubicBezTo>
                <a:cubicBezTo>
                  <a:pt x="143" y="72"/>
                  <a:pt x="143" y="72"/>
                  <a:pt x="143" y="72"/>
                </a:cubicBezTo>
                <a:cubicBezTo>
                  <a:pt x="142" y="72"/>
                  <a:pt x="142" y="71"/>
                  <a:pt x="141" y="71"/>
                </a:cubicBezTo>
                <a:cubicBezTo>
                  <a:pt x="76" y="16"/>
                  <a:pt x="76" y="16"/>
                  <a:pt x="76" y="16"/>
                </a:cubicBezTo>
                <a:cubicBezTo>
                  <a:pt x="10" y="71"/>
                  <a:pt x="10" y="71"/>
                  <a:pt x="10" y="71"/>
                </a:cubicBezTo>
                <a:cubicBezTo>
                  <a:pt x="10" y="71"/>
                  <a:pt x="9" y="72"/>
                  <a:pt x="8" y="72"/>
                </a:cubicBezTo>
                <a:cubicBezTo>
                  <a:pt x="7" y="71"/>
                  <a:pt x="7" y="71"/>
                  <a:pt x="6" y="71"/>
                </a:cubicBezTo>
                <a:cubicBezTo>
                  <a:pt x="0" y="64"/>
                  <a:pt x="0" y="64"/>
                  <a:pt x="0" y="64"/>
                </a:cubicBezTo>
                <a:cubicBezTo>
                  <a:pt x="0" y="63"/>
                  <a:pt x="0" y="62"/>
                  <a:pt x="0" y="61"/>
                </a:cubicBezTo>
                <a:cubicBezTo>
                  <a:pt x="0" y="60"/>
                  <a:pt x="0" y="60"/>
                  <a:pt x="1" y="59"/>
                </a:cubicBezTo>
                <a:cubicBezTo>
                  <a:pt x="69" y="3"/>
                  <a:pt x="69" y="3"/>
                  <a:pt x="69" y="3"/>
                </a:cubicBezTo>
                <a:cubicBezTo>
                  <a:pt x="71" y="1"/>
                  <a:pt x="73" y="0"/>
                  <a:pt x="76" y="0"/>
                </a:cubicBezTo>
                <a:cubicBezTo>
                  <a:pt x="79" y="0"/>
                  <a:pt x="81" y="1"/>
                  <a:pt x="83" y="3"/>
                </a:cubicBezTo>
                <a:cubicBezTo>
                  <a:pt x="106" y="22"/>
                  <a:pt x="106" y="22"/>
                  <a:pt x="106" y="22"/>
                </a:cubicBezTo>
                <a:cubicBezTo>
                  <a:pt x="106" y="3"/>
                  <a:pt x="106" y="3"/>
                  <a:pt x="106" y="3"/>
                </a:cubicBezTo>
                <a:cubicBezTo>
                  <a:pt x="106" y="3"/>
                  <a:pt x="106" y="2"/>
                  <a:pt x="107" y="1"/>
                </a:cubicBezTo>
                <a:cubicBezTo>
                  <a:pt x="107" y="1"/>
                  <a:pt x="108" y="0"/>
                  <a:pt x="109" y="0"/>
                </a:cubicBezTo>
                <a:cubicBezTo>
                  <a:pt x="127" y="0"/>
                  <a:pt x="127" y="0"/>
                  <a:pt x="127" y="0"/>
                </a:cubicBezTo>
                <a:cubicBezTo>
                  <a:pt x="128" y="0"/>
                  <a:pt x="129" y="1"/>
                  <a:pt x="129" y="1"/>
                </a:cubicBezTo>
                <a:cubicBezTo>
                  <a:pt x="130" y="2"/>
                  <a:pt x="130" y="3"/>
                  <a:pt x="130" y="3"/>
                </a:cubicBezTo>
                <a:cubicBezTo>
                  <a:pt x="130" y="42"/>
                  <a:pt x="130" y="42"/>
                  <a:pt x="130" y="42"/>
                </a:cubicBezTo>
                <a:cubicBezTo>
                  <a:pt x="151" y="59"/>
                  <a:pt x="151" y="59"/>
                  <a:pt x="151" y="59"/>
                </a:cubicBezTo>
                <a:cubicBezTo>
                  <a:pt x="152" y="60"/>
                  <a:pt x="152" y="60"/>
                  <a:pt x="152" y="61"/>
                </a:cubicBezTo>
                <a:cubicBezTo>
                  <a:pt x="152" y="62"/>
                  <a:pt x="152" y="63"/>
                  <a:pt x="151" y="64"/>
                </a:cubicBezTo>
                <a:close/>
                <a:moveTo>
                  <a:pt x="130" y="70"/>
                </a:moveTo>
                <a:cubicBezTo>
                  <a:pt x="130" y="115"/>
                  <a:pt x="130" y="115"/>
                  <a:pt x="130" y="115"/>
                </a:cubicBezTo>
                <a:cubicBezTo>
                  <a:pt x="130" y="117"/>
                  <a:pt x="130" y="118"/>
                  <a:pt x="128" y="120"/>
                </a:cubicBezTo>
                <a:cubicBezTo>
                  <a:pt x="127" y="121"/>
                  <a:pt x="126" y="121"/>
                  <a:pt x="124" y="121"/>
                </a:cubicBezTo>
                <a:cubicBezTo>
                  <a:pt x="88" y="121"/>
                  <a:pt x="88" y="121"/>
                  <a:pt x="88" y="121"/>
                </a:cubicBezTo>
                <a:cubicBezTo>
                  <a:pt x="88" y="85"/>
                  <a:pt x="88" y="85"/>
                  <a:pt x="88" y="85"/>
                </a:cubicBezTo>
                <a:cubicBezTo>
                  <a:pt x="64" y="85"/>
                  <a:pt x="64" y="85"/>
                  <a:pt x="64" y="85"/>
                </a:cubicBezTo>
                <a:cubicBezTo>
                  <a:pt x="64" y="121"/>
                  <a:pt x="64" y="121"/>
                  <a:pt x="64" y="121"/>
                </a:cubicBezTo>
                <a:cubicBezTo>
                  <a:pt x="27" y="121"/>
                  <a:pt x="27" y="121"/>
                  <a:pt x="27" y="121"/>
                </a:cubicBezTo>
                <a:cubicBezTo>
                  <a:pt x="26" y="121"/>
                  <a:pt x="24" y="121"/>
                  <a:pt x="23" y="120"/>
                </a:cubicBezTo>
                <a:cubicBezTo>
                  <a:pt x="22" y="118"/>
                  <a:pt x="21" y="117"/>
                  <a:pt x="21" y="115"/>
                </a:cubicBezTo>
                <a:cubicBezTo>
                  <a:pt x="21" y="70"/>
                  <a:pt x="21" y="70"/>
                  <a:pt x="21" y="70"/>
                </a:cubicBezTo>
                <a:cubicBezTo>
                  <a:pt x="21" y="70"/>
                  <a:pt x="21" y="70"/>
                  <a:pt x="21" y="70"/>
                </a:cubicBezTo>
                <a:cubicBezTo>
                  <a:pt x="21" y="70"/>
                  <a:pt x="21" y="70"/>
                  <a:pt x="21" y="69"/>
                </a:cubicBezTo>
                <a:cubicBezTo>
                  <a:pt x="76" y="25"/>
                  <a:pt x="76" y="25"/>
                  <a:pt x="76" y="25"/>
                </a:cubicBezTo>
                <a:cubicBezTo>
                  <a:pt x="130" y="69"/>
                  <a:pt x="130" y="69"/>
                  <a:pt x="130" y="69"/>
                </a:cubicBezTo>
                <a:cubicBezTo>
                  <a:pt x="130" y="70"/>
                  <a:pt x="130" y="70"/>
                  <a:pt x="130" y="7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4" name="Freeform 26"/>
          <p:cNvSpPr>
            <a:spLocks noEditPoints="1"/>
          </p:cNvSpPr>
          <p:nvPr/>
        </p:nvSpPr>
        <p:spPr bwMode="auto">
          <a:xfrm>
            <a:off x="6870753" y="1377039"/>
            <a:ext cx="209627" cy="244204"/>
          </a:xfrm>
          <a:custGeom>
            <a:avLst/>
            <a:gdLst>
              <a:gd name="T0" fmla="*/ 139 w 145"/>
              <a:gd name="T1" fmla="*/ 36 h 170"/>
              <a:gd name="T2" fmla="*/ 143 w 145"/>
              <a:gd name="T3" fmla="*/ 43 h 170"/>
              <a:gd name="T4" fmla="*/ 145 w 145"/>
              <a:gd name="T5" fmla="*/ 52 h 170"/>
              <a:gd name="T6" fmla="*/ 145 w 145"/>
              <a:gd name="T7" fmla="*/ 161 h 170"/>
              <a:gd name="T8" fmla="*/ 143 w 145"/>
              <a:gd name="T9" fmla="*/ 167 h 170"/>
              <a:gd name="T10" fmla="*/ 136 w 145"/>
              <a:gd name="T11" fmla="*/ 170 h 170"/>
              <a:gd name="T12" fmla="*/ 9 w 145"/>
              <a:gd name="T13" fmla="*/ 170 h 170"/>
              <a:gd name="T14" fmla="*/ 3 w 145"/>
              <a:gd name="T15" fmla="*/ 167 h 170"/>
              <a:gd name="T16" fmla="*/ 0 w 145"/>
              <a:gd name="T17" fmla="*/ 161 h 170"/>
              <a:gd name="T18" fmla="*/ 0 w 145"/>
              <a:gd name="T19" fmla="*/ 9 h 170"/>
              <a:gd name="T20" fmla="*/ 3 w 145"/>
              <a:gd name="T21" fmla="*/ 3 h 170"/>
              <a:gd name="T22" fmla="*/ 9 w 145"/>
              <a:gd name="T23" fmla="*/ 0 h 170"/>
              <a:gd name="T24" fmla="*/ 94 w 145"/>
              <a:gd name="T25" fmla="*/ 0 h 170"/>
              <a:gd name="T26" fmla="*/ 102 w 145"/>
              <a:gd name="T27" fmla="*/ 2 h 170"/>
              <a:gd name="T28" fmla="*/ 109 w 145"/>
              <a:gd name="T29" fmla="*/ 7 h 170"/>
              <a:gd name="T30" fmla="*/ 139 w 145"/>
              <a:gd name="T31" fmla="*/ 36 h 170"/>
              <a:gd name="T32" fmla="*/ 133 w 145"/>
              <a:gd name="T33" fmla="*/ 158 h 170"/>
              <a:gd name="T34" fmla="*/ 133 w 145"/>
              <a:gd name="T35" fmla="*/ 61 h 170"/>
              <a:gd name="T36" fmla="*/ 94 w 145"/>
              <a:gd name="T37" fmla="*/ 61 h 170"/>
              <a:gd name="T38" fmla="*/ 87 w 145"/>
              <a:gd name="T39" fmla="*/ 58 h 170"/>
              <a:gd name="T40" fmla="*/ 85 w 145"/>
              <a:gd name="T41" fmla="*/ 52 h 170"/>
              <a:gd name="T42" fmla="*/ 85 w 145"/>
              <a:gd name="T43" fmla="*/ 12 h 170"/>
              <a:gd name="T44" fmla="*/ 12 w 145"/>
              <a:gd name="T45" fmla="*/ 12 h 170"/>
              <a:gd name="T46" fmla="*/ 12 w 145"/>
              <a:gd name="T47" fmla="*/ 158 h 170"/>
              <a:gd name="T48" fmla="*/ 133 w 145"/>
              <a:gd name="T49" fmla="*/ 158 h 170"/>
              <a:gd name="T50" fmla="*/ 97 w 145"/>
              <a:gd name="T51" fmla="*/ 13 h 170"/>
              <a:gd name="T52" fmla="*/ 97 w 145"/>
              <a:gd name="T53" fmla="*/ 49 h 170"/>
              <a:gd name="T54" fmla="*/ 132 w 145"/>
              <a:gd name="T55" fmla="*/ 49 h 170"/>
              <a:gd name="T56" fmla="*/ 130 w 145"/>
              <a:gd name="T57" fmla="*/ 45 h 170"/>
              <a:gd name="T58" fmla="*/ 101 w 145"/>
              <a:gd name="T59" fmla="*/ 15 h 170"/>
              <a:gd name="T60" fmla="*/ 97 w 145"/>
              <a:gd name="T61" fmla="*/ 13 h 1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45" h="170">
                <a:moveTo>
                  <a:pt x="139" y="36"/>
                </a:moveTo>
                <a:cubicBezTo>
                  <a:pt x="141" y="38"/>
                  <a:pt x="142" y="40"/>
                  <a:pt x="143" y="43"/>
                </a:cubicBezTo>
                <a:cubicBezTo>
                  <a:pt x="145" y="46"/>
                  <a:pt x="145" y="49"/>
                  <a:pt x="145" y="52"/>
                </a:cubicBezTo>
                <a:cubicBezTo>
                  <a:pt x="145" y="161"/>
                  <a:pt x="145" y="161"/>
                  <a:pt x="145" y="161"/>
                </a:cubicBezTo>
                <a:cubicBezTo>
                  <a:pt x="145" y="163"/>
                  <a:pt x="144" y="165"/>
                  <a:pt x="143" y="167"/>
                </a:cubicBezTo>
                <a:cubicBezTo>
                  <a:pt x="141" y="169"/>
                  <a:pt x="139" y="170"/>
                  <a:pt x="136" y="170"/>
                </a:cubicBezTo>
                <a:cubicBezTo>
                  <a:pt x="9" y="170"/>
                  <a:pt x="9" y="170"/>
                  <a:pt x="9" y="170"/>
                </a:cubicBezTo>
                <a:cubicBezTo>
                  <a:pt x="7" y="170"/>
                  <a:pt x="5" y="169"/>
                  <a:pt x="3" y="167"/>
                </a:cubicBezTo>
                <a:cubicBezTo>
                  <a:pt x="1" y="165"/>
                  <a:pt x="0" y="163"/>
                  <a:pt x="0" y="161"/>
                </a:cubicBezTo>
                <a:cubicBezTo>
                  <a:pt x="0" y="9"/>
                  <a:pt x="0" y="9"/>
                  <a:pt x="0" y="9"/>
                </a:cubicBezTo>
                <a:cubicBezTo>
                  <a:pt x="0" y="7"/>
                  <a:pt x="1" y="5"/>
                  <a:pt x="3" y="3"/>
                </a:cubicBezTo>
                <a:cubicBezTo>
                  <a:pt x="5" y="1"/>
                  <a:pt x="7" y="0"/>
                  <a:pt x="9" y="0"/>
                </a:cubicBezTo>
                <a:cubicBezTo>
                  <a:pt x="94" y="0"/>
                  <a:pt x="94" y="0"/>
                  <a:pt x="94" y="0"/>
                </a:cubicBezTo>
                <a:cubicBezTo>
                  <a:pt x="96" y="0"/>
                  <a:pt x="99" y="1"/>
                  <a:pt x="102" y="2"/>
                </a:cubicBezTo>
                <a:cubicBezTo>
                  <a:pt x="105" y="3"/>
                  <a:pt x="108" y="5"/>
                  <a:pt x="109" y="7"/>
                </a:cubicBezTo>
                <a:lnTo>
                  <a:pt x="139" y="36"/>
                </a:lnTo>
                <a:close/>
                <a:moveTo>
                  <a:pt x="133" y="158"/>
                </a:moveTo>
                <a:cubicBezTo>
                  <a:pt x="133" y="61"/>
                  <a:pt x="133" y="61"/>
                  <a:pt x="133" y="61"/>
                </a:cubicBezTo>
                <a:cubicBezTo>
                  <a:pt x="94" y="61"/>
                  <a:pt x="94" y="61"/>
                  <a:pt x="94" y="61"/>
                </a:cubicBezTo>
                <a:cubicBezTo>
                  <a:pt x="91" y="61"/>
                  <a:pt x="89" y="60"/>
                  <a:pt x="87" y="58"/>
                </a:cubicBezTo>
                <a:cubicBezTo>
                  <a:pt x="86" y="56"/>
                  <a:pt x="85" y="54"/>
                  <a:pt x="85" y="52"/>
                </a:cubicBezTo>
                <a:cubicBezTo>
                  <a:pt x="85" y="12"/>
                  <a:pt x="85" y="12"/>
                  <a:pt x="85" y="12"/>
                </a:cubicBezTo>
                <a:cubicBezTo>
                  <a:pt x="12" y="12"/>
                  <a:pt x="12" y="12"/>
                  <a:pt x="12" y="12"/>
                </a:cubicBezTo>
                <a:cubicBezTo>
                  <a:pt x="12" y="158"/>
                  <a:pt x="12" y="158"/>
                  <a:pt x="12" y="158"/>
                </a:cubicBezTo>
                <a:lnTo>
                  <a:pt x="133" y="158"/>
                </a:lnTo>
                <a:close/>
                <a:moveTo>
                  <a:pt x="97" y="13"/>
                </a:moveTo>
                <a:cubicBezTo>
                  <a:pt x="97" y="49"/>
                  <a:pt x="97" y="49"/>
                  <a:pt x="97" y="49"/>
                </a:cubicBezTo>
                <a:cubicBezTo>
                  <a:pt x="132" y="49"/>
                  <a:pt x="132" y="49"/>
                  <a:pt x="132" y="49"/>
                </a:cubicBezTo>
                <a:cubicBezTo>
                  <a:pt x="132" y="47"/>
                  <a:pt x="131" y="46"/>
                  <a:pt x="130" y="45"/>
                </a:cubicBezTo>
                <a:cubicBezTo>
                  <a:pt x="101" y="15"/>
                  <a:pt x="101" y="15"/>
                  <a:pt x="101" y="15"/>
                </a:cubicBezTo>
                <a:cubicBezTo>
                  <a:pt x="100" y="14"/>
                  <a:pt x="99" y="14"/>
                  <a:pt x="97" y="1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5" name="Freeform 27"/>
          <p:cNvSpPr>
            <a:spLocks noEditPoints="1"/>
          </p:cNvSpPr>
          <p:nvPr/>
        </p:nvSpPr>
        <p:spPr bwMode="auto">
          <a:xfrm>
            <a:off x="7143052" y="1394327"/>
            <a:ext cx="209627" cy="209627"/>
          </a:xfrm>
          <a:custGeom>
            <a:avLst/>
            <a:gdLst>
              <a:gd name="T0" fmla="*/ 135 w 145"/>
              <a:gd name="T1" fmla="*/ 37 h 146"/>
              <a:gd name="T2" fmla="*/ 145 w 145"/>
              <a:gd name="T3" fmla="*/ 73 h 146"/>
              <a:gd name="T4" fmla="*/ 135 w 145"/>
              <a:gd name="T5" fmla="*/ 109 h 146"/>
              <a:gd name="T6" fmla="*/ 109 w 145"/>
              <a:gd name="T7" fmla="*/ 136 h 146"/>
              <a:gd name="T8" fmla="*/ 73 w 145"/>
              <a:gd name="T9" fmla="*/ 146 h 146"/>
              <a:gd name="T10" fmla="*/ 36 w 145"/>
              <a:gd name="T11" fmla="*/ 136 h 146"/>
              <a:gd name="T12" fmla="*/ 10 w 145"/>
              <a:gd name="T13" fmla="*/ 109 h 146"/>
              <a:gd name="T14" fmla="*/ 0 w 145"/>
              <a:gd name="T15" fmla="*/ 73 h 146"/>
              <a:gd name="T16" fmla="*/ 10 w 145"/>
              <a:gd name="T17" fmla="*/ 37 h 146"/>
              <a:gd name="T18" fmla="*/ 36 w 145"/>
              <a:gd name="T19" fmla="*/ 10 h 146"/>
              <a:gd name="T20" fmla="*/ 73 w 145"/>
              <a:gd name="T21" fmla="*/ 0 h 146"/>
              <a:gd name="T22" fmla="*/ 109 w 145"/>
              <a:gd name="T23" fmla="*/ 10 h 146"/>
              <a:gd name="T24" fmla="*/ 135 w 145"/>
              <a:gd name="T25" fmla="*/ 37 h 146"/>
              <a:gd name="T26" fmla="*/ 117 w 145"/>
              <a:gd name="T27" fmla="*/ 99 h 146"/>
              <a:gd name="T28" fmla="*/ 124 w 145"/>
              <a:gd name="T29" fmla="*/ 73 h 146"/>
              <a:gd name="T30" fmla="*/ 117 w 145"/>
              <a:gd name="T31" fmla="*/ 47 h 146"/>
              <a:gd name="T32" fmla="*/ 98 w 145"/>
              <a:gd name="T33" fmla="*/ 28 h 146"/>
              <a:gd name="T34" fmla="*/ 73 w 145"/>
              <a:gd name="T35" fmla="*/ 22 h 146"/>
              <a:gd name="T36" fmla="*/ 47 w 145"/>
              <a:gd name="T37" fmla="*/ 28 h 146"/>
              <a:gd name="T38" fmla="*/ 28 w 145"/>
              <a:gd name="T39" fmla="*/ 47 h 146"/>
              <a:gd name="T40" fmla="*/ 21 w 145"/>
              <a:gd name="T41" fmla="*/ 73 h 146"/>
              <a:gd name="T42" fmla="*/ 28 w 145"/>
              <a:gd name="T43" fmla="*/ 99 h 146"/>
              <a:gd name="T44" fmla="*/ 47 w 145"/>
              <a:gd name="T45" fmla="*/ 118 h 146"/>
              <a:gd name="T46" fmla="*/ 73 w 145"/>
              <a:gd name="T47" fmla="*/ 124 h 146"/>
              <a:gd name="T48" fmla="*/ 98 w 145"/>
              <a:gd name="T49" fmla="*/ 118 h 146"/>
              <a:gd name="T50" fmla="*/ 117 w 145"/>
              <a:gd name="T51" fmla="*/ 99 h 146"/>
              <a:gd name="T52" fmla="*/ 85 w 145"/>
              <a:gd name="T53" fmla="*/ 40 h 146"/>
              <a:gd name="T54" fmla="*/ 85 w 145"/>
              <a:gd name="T55" fmla="*/ 82 h 146"/>
              <a:gd name="T56" fmla="*/ 84 w 145"/>
              <a:gd name="T57" fmla="*/ 84 h 146"/>
              <a:gd name="T58" fmla="*/ 82 w 145"/>
              <a:gd name="T59" fmla="*/ 85 h 146"/>
              <a:gd name="T60" fmla="*/ 51 w 145"/>
              <a:gd name="T61" fmla="*/ 85 h 146"/>
              <a:gd name="T62" fmla="*/ 49 w 145"/>
              <a:gd name="T63" fmla="*/ 84 h 146"/>
              <a:gd name="T64" fmla="*/ 48 w 145"/>
              <a:gd name="T65" fmla="*/ 82 h 146"/>
              <a:gd name="T66" fmla="*/ 48 w 145"/>
              <a:gd name="T67" fmla="*/ 76 h 146"/>
              <a:gd name="T68" fmla="*/ 49 w 145"/>
              <a:gd name="T69" fmla="*/ 74 h 146"/>
              <a:gd name="T70" fmla="*/ 51 w 145"/>
              <a:gd name="T71" fmla="*/ 73 h 146"/>
              <a:gd name="T72" fmla="*/ 73 w 145"/>
              <a:gd name="T73" fmla="*/ 73 h 146"/>
              <a:gd name="T74" fmla="*/ 73 w 145"/>
              <a:gd name="T75" fmla="*/ 40 h 146"/>
              <a:gd name="T76" fmla="*/ 73 w 145"/>
              <a:gd name="T77" fmla="*/ 38 h 146"/>
              <a:gd name="T78" fmla="*/ 76 w 145"/>
              <a:gd name="T79" fmla="*/ 37 h 146"/>
              <a:gd name="T80" fmla="*/ 82 w 145"/>
              <a:gd name="T81" fmla="*/ 37 h 146"/>
              <a:gd name="T82" fmla="*/ 84 w 145"/>
              <a:gd name="T83" fmla="*/ 38 h 146"/>
              <a:gd name="T84" fmla="*/ 85 w 145"/>
              <a:gd name="T85" fmla="*/ 40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45" h="146">
                <a:moveTo>
                  <a:pt x="135" y="37"/>
                </a:moveTo>
                <a:cubicBezTo>
                  <a:pt x="142" y="48"/>
                  <a:pt x="145" y="60"/>
                  <a:pt x="145" y="73"/>
                </a:cubicBezTo>
                <a:cubicBezTo>
                  <a:pt x="145" y="86"/>
                  <a:pt x="142" y="98"/>
                  <a:pt x="135" y="109"/>
                </a:cubicBezTo>
                <a:cubicBezTo>
                  <a:pt x="129" y="121"/>
                  <a:pt x="120" y="129"/>
                  <a:pt x="109" y="136"/>
                </a:cubicBezTo>
                <a:cubicBezTo>
                  <a:pt x="98" y="142"/>
                  <a:pt x="86" y="146"/>
                  <a:pt x="73" y="146"/>
                </a:cubicBezTo>
                <a:cubicBezTo>
                  <a:pt x="59" y="146"/>
                  <a:pt x="47" y="142"/>
                  <a:pt x="36" y="136"/>
                </a:cubicBezTo>
                <a:cubicBezTo>
                  <a:pt x="25" y="129"/>
                  <a:pt x="16" y="121"/>
                  <a:pt x="10" y="109"/>
                </a:cubicBezTo>
                <a:cubicBezTo>
                  <a:pt x="3" y="98"/>
                  <a:pt x="0" y="86"/>
                  <a:pt x="0" y="73"/>
                </a:cubicBezTo>
                <a:cubicBezTo>
                  <a:pt x="0" y="60"/>
                  <a:pt x="3" y="48"/>
                  <a:pt x="10" y="37"/>
                </a:cubicBezTo>
                <a:cubicBezTo>
                  <a:pt x="16" y="25"/>
                  <a:pt x="25" y="17"/>
                  <a:pt x="36" y="10"/>
                </a:cubicBezTo>
                <a:cubicBezTo>
                  <a:pt x="47" y="4"/>
                  <a:pt x="59" y="0"/>
                  <a:pt x="73" y="0"/>
                </a:cubicBezTo>
                <a:cubicBezTo>
                  <a:pt x="86" y="0"/>
                  <a:pt x="98" y="4"/>
                  <a:pt x="109" y="10"/>
                </a:cubicBezTo>
                <a:cubicBezTo>
                  <a:pt x="120" y="17"/>
                  <a:pt x="129" y="25"/>
                  <a:pt x="135" y="37"/>
                </a:cubicBezTo>
                <a:close/>
                <a:moveTo>
                  <a:pt x="117" y="99"/>
                </a:moveTo>
                <a:cubicBezTo>
                  <a:pt x="122" y="91"/>
                  <a:pt x="124" y="82"/>
                  <a:pt x="124" y="73"/>
                </a:cubicBezTo>
                <a:cubicBezTo>
                  <a:pt x="124" y="64"/>
                  <a:pt x="122" y="55"/>
                  <a:pt x="117" y="47"/>
                </a:cubicBezTo>
                <a:cubicBezTo>
                  <a:pt x="112" y="39"/>
                  <a:pt x="106" y="33"/>
                  <a:pt x="98" y="28"/>
                </a:cubicBezTo>
                <a:cubicBezTo>
                  <a:pt x="90" y="24"/>
                  <a:pt x="82" y="22"/>
                  <a:pt x="73" y="22"/>
                </a:cubicBezTo>
                <a:cubicBezTo>
                  <a:pt x="63" y="22"/>
                  <a:pt x="55" y="24"/>
                  <a:pt x="47" y="28"/>
                </a:cubicBezTo>
                <a:cubicBezTo>
                  <a:pt x="39" y="33"/>
                  <a:pt x="33" y="39"/>
                  <a:pt x="28" y="47"/>
                </a:cubicBezTo>
                <a:cubicBezTo>
                  <a:pt x="23" y="55"/>
                  <a:pt x="21" y="64"/>
                  <a:pt x="21" y="73"/>
                </a:cubicBezTo>
                <a:cubicBezTo>
                  <a:pt x="21" y="82"/>
                  <a:pt x="23" y="91"/>
                  <a:pt x="28" y="99"/>
                </a:cubicBezTo>
                <a:cubicBezTo>
                  <a:pt x="33" y="107"/>
                  <a:pt x="39" y="113"/>
                  <a:pt x="47" y="118"/>
                </a:cubicBezTo>
                <a:cubicBezTo>
                  <a:pt x="55" y="122"/>
                  <a:pt x="63" y="124"/>
                  <a:pt x="73" y="124"/>
                </a:cubicBezTo>
                <a:cubicBezTo>
                  <a:pt x="82" y="124"/>
                  <a:pt x="90" y="122"/>
                  <a:pt x="98" y="118"/>
                </a:cubicBezTo>
                <a:cubicBezTo>
                  <a:pt x="106" y="113"/>
                  <a:pt x="112" y="107"/>
                  <a:pt x="117" y="99"/>
                </a:cubicBezTo>
                <a:close/>
                <a:moveTo>
                  <a:pt x="85" y="40"/>
                </a:moveTo>
                <a:cubicBezTo>
                  <a:pt x="85" y="82"/>
                  <a:pt x="85" y="82"/>
                  <a:pt x="85" y="82"/>
                </a:cubicBezTo>
                <a:cubicBezTo>
                  <a:pt x="85" y="83"/>
                  <a:pt x="84" y="84"/>
                  <a:pt x="84" y="84"/>
                </a:cubicBezTo>
                <a:cubicBezTo>
                  <a:pt x="83" y="85"/>
                  <a:pt x="83" y="85"/>
                  <a:pt x="82" y="85"/>
                </a:cubicBezTo>
                <a:cubicBezTo>
                  <a:pt x="51" y="85"/>
                  <a:pt x="51" y="85"/>
                  <a:pt x="51" y="85"/>
                </a:cubicBezTo>
                <a:cubicBezTo>
                  <a:pt x="51" y="85"/>
                  <a:pt x="50" y="85"/>
                  <a:pt x="49" y="84"/>
                </a:cubicBezTo>
                <a:cubicBezTo>
                  <a:pt x="49" y="84"/>
                  <a:pt x="48" y="83"/>
                  <a:pt x="48" y="82"/>
                </a:cubicBezTo>
                <a:cubicBezTo>
                  <a:pt x="48" y="76"/>
                  <a:pt x="48" y="76"/>
                  <a:pt x="48" y="76"/>
                </a:cubicBezTo>
                <a:cubicBezTo>
                  <a:pt x="48" y="75"/>
                  <a:pt x="49" y="74"/>
                  <a:pt x="49" y="74"/>
                </a:cubicBezTo>
                <a:cubicBezTo>
                  <a:pt x="50" y="73"/>
                  <a:pt x="51" y="73"/>
                  <a:pt x="51" y="73"/>
                </a:cubicBezTo>
                <a:cubicBezTo>
                  <a:pt x="73" y="73"/>
                  <a:pt x="73" y="73"/>
                  <a:pt x="73" y="73"/>
                </a:cubicBezTo>
                <a:cubicBezTo>
                  <a:pt x="73" y="40"/>
                  <a:pt x="73" y="40"/>
                  <a:pt x="73" y="40"/>
                </a:cubicBezTo>
                <a:cubicBezTo>
                  <a:pt x="73" y="39"/>
                  <a:pt x="73" y="38"/>
                  <a:pt x="73" y="38"/>
                </a:cubicBezTo>
                <a:cubicBezTo>
                  <a:pt x="74" y="37"/>
                  <a:pt x="75" y="37"/>
                  <a:pt x="76" y="37"/>
                </a:cubicBezTo>
                <a:cubicBezTo>
                  <a:pt x="82" y="37"/>
                  <a:pt x="82" y="37"/>
                  <a:pt x="82" y="37"/>
                </a:cubicBezTo>
                <a:cubicBezTo>
                  <a:pt x="83" y="37"/>
                  <a:pt x="83" y="37"/>
                  <a:pt x="84" y="38"/>
                </a:cubicBezTo>
                <a:cubicBezTo>
                  <a:pt x="84" y="38"/>
                  <a:pt x="85" y="39"/>
                  <a:pt x="85" y="4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6" name="Freeform 28"/>
          <p:cNvSpPr>
            <a:spLocks noEditPoints="1"/>
          </p:cNvSpPr>
          <p:nvPr/>
        </p:nvSpPr>
        <p:spPr bwMode="auto">
          <a:xfrm>
            <a:off x="7423995" y="1411617"/>
            <a:ext cx="246365" cy="175049"/>
          </a:xfrm>
          <a:custGeom>
            <a:avLst/>
            <a:gdLst>
              <a:gd name="T0" fmla="*/ 172 w 172"/>
              <a:gd name="T1" fmla="*/ 115 h 121"/>
              <a:gd name="T2" fmla="*/ 167 w 172"/>
              <a:gd name="T3" fmla="*/ 121 h 121"/>
              <a:gd name="T4" fmla="*/ 101 w 172"/>
              <a:gd name="T5" fmla="*/ 121 h 121"/>
              <a:gd name="T6" fmla="*/ 103 w 172"/>
              <a:gd name="T7" fmla="*/ 121 h 121"/>
              <a:gd name="T8" fmla="*/ 104 w 172"/>
              <a:gd name="T9" fmla="*/ 118 h 121"/>
              <a:gd name="T10" fmla="*/ 102 w 172"/>
              <a:gd name="T11" fmla="*/ 94 h 121"/>
              <a:gd name="T12" fmla="*/ 101 w 172"/>
              <a:gd name="T13" fmla="*/ 92 h 121"/>
              <a:gd name="T14" fmla="*/ 98 w 172"/>
              <a:gd name="T15" fmla="*/ 91 h 121"/>
              <a:gd name="T16" fmla="*/ 73 w 172"/>
              <a:gd name="T17" fmla="*/ 91 h 121"/>
              <a:gd name="T18" fmla="*/ 71 w 172"/>
              <a:gd name="T19" fmla="*/ 92 h 121"/>
              <a:gd name="T20" fmla="*/ 69 w 172"/>
              <a:gd name="T21" fmla="*/ 94 h 121"/>
              <a:gd name="T22" fmla="*/ 68 w 172"/>
              <a:gd name="T23" fmla="*/ 118 h 121"/>
              <a:gd name="T24" fmla="*/ 68 w 172"/>
              <a:gd name="T25" fmla="*/ 121 h 121"/>
              <a:gd name="T26" fmla="*/ 70 w 172"/>
              <a:gd name="T27" fmla="*/ 121 h 121"/>
              <a:gd name="T28" fmla="*/ 4 w 172"/>
              <a:gd name="T29" fmla="*/ 121 h 121"/>
              <a:gd name="T30" fmla="*/ 0 w 172"/>
              <a:gd name="T31" fmla="*/ 115 h 121"/>
              <a:gd name="T32" fmla="*/ 2 w 172"/>
              <a:gd name="T33" fmla="*/ 104 h 121"/>
              <a:gd name="T34" fmla="*/ 41 w 172"/>
              <a:gd name="T35" fmla="*/ 5 h 121"/>
              <a:gd name="T36" fmla="*/ 44 w 172"/>
              <a:gd name="T37" fmla="*/ 2 h 121"/>
              <a:gd name="T38" fmla="*/ 47 w 172"/>
              <a:gd name="T39" fmla="*/ 0 h 121"/>
              <a:gd name="T40" fmla="*/ 80 w 172"/>
              <a:gd name="T41" fmla="*/ 0 h 121"/>
              <a:gd name="T42" fmla="*/ 77 w 172"/>
              <a:gd name="T43" fmla="*/ 1 h 121"/>
              <a:gd name="T44" fmla="*/ 76 w 172"/>
              <a:gd name="T45" fmla="*/ 3 h 121"/>
              <a:gd name="T46" fmla="*/ 75 w 172"/>
              <a:gd name="T47" fmla="*/ 22 h 121"/>
              <a:gd name="T48" fmla="*/ 76 w 172"/>
              <a:gd name="T49" fmla="*/ 24 h 121"/>
              <a:gd name="T50" fmla="*/ 78 w 172"/>
              <a:gd name="T51" fmla="*/ 25 h 121"/>
              <a:gd name="T52" fmla="*/ 93 w 172"/>
              <a:gd name="T53" fmla="*/ 25 h 121"/>
              <a:gd name="T54" fmla="*/ 96 w 172"/>
              <a:gd name="T55" fmla="*/ 24 h 121"/>
              <a:gd name="T56" fmla="*/ 96 w 172"/>
              <a:gd name="T57" fmla="*/ 22 h 121"/>
              <a:gd name="T58" fmla="*/ 95 w 172"/>
              <a:gd name="T59" fmla="*/ 3 h 121"/>
              <a:gd name="T60" fmla="*/ 94 w 172"/>
              <a:gd name="T61" fmla="*/ 1 h 121"/>
              <a:gd name="T62" fmla="*/ 92 w 172"/>
              <a:gd name="T63" fmla="*/ 0 h 121"/>
              <a:gd name="T64" fmla="*/ 124 w 172"/>
              <a:gd name="T65" fmla="*/ 0 h 121"/>
              <a:gd name="T66" fmla="*/ 127 w 172"/>
              <a:gd name="T67" fmla="*/ 2 h 121"/>
              <a:gd name="T68" fmla="*/ 130 w 172"/>
              <a:gd name="T69" fmla="*/ 5 h 121"/>
              <a:gd name="T70" fmla="*/ 169 w 172"/>
              <a:gd name="T71" fmla="*/ 104 h 121"/>
              <a:gd name="T72" fmla="*/ 172 w 172"/>
              <a:gd name="T73" fmla="*/ 115 h 121"/>
              <a:gd name="T74" fmla="*/ 100 w 172"/>
              <a:gd name="T75" fmla="*/ 70 h 121"/>
              <a:gd name="T76" fmla="*/ 100 w 172"/>
              <a:gd name="T77" fmla="*/ 70 h 121"/>
              <a:gd name="T78" fmla="*/ 98 w 172"/>
              <a:gd name="T79" fmla="*/ 40 h 121"/>
              <a:gd name="T80" fmla="*/ 97 w 172"/>
              <a:gd name="T81" fmla="*/ 38 h 121"/>
              <a:gd name="T82" fmla="*/ 94 w 172"/>
              <a:gd name="T83" fmla="*/ 37 h 121"/>
              <a:gd name="T84" fmla="*/ 77 w 172"/>
              <a:gd name="T85" fmla="*/ 37 h 121"/>
              <a:gd name="T86" fmla="*/ 75 w 172"/>
              <a:gd name="T87" fmla="*/ 38 h 121"/>
              <a:gd name="T88" fmla="*/ 74 w 172"/>
              <a:gd name="T89" fmla="*/ 40 h 121"/>
              <a:gd name="T90" fmla="*/ 71 w 172"/>
              <a:gd name="T91" fmla="*/ 70 h 121"/>
              <a:gd name="T92" fmla="*/ 71 w 172"/>
              <a:gd name="T93" fmla="*/ 70 h 121"/>
              <a:gd name="T94" fmla="*/ 72 w 172"/>
              <a:gd name="T95" fmla="*/ 72 h 121"/>
              <a:gd name="T96" fmla="*/ 74 w 172"/>
              <a:gd name="T97" fmla="*/ 73 h 121"/>
              <a:gd name="T98" fmla="*/ 97 w 172"/>
              <a:gd name="T99" fmla="*/ 73 h 121"/>
              <a:gd name="T100" fmla="*/ 99 w 172"/>
              <a:gd name="T101" fmla="*/ 72 h 121"/>
              <a:gd name="T102" fmla="*/ 100 w 172"/>
              <a:gd name="T103" fmla="*/ 70 h 1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72" h="121">
                <a:moveTo>
                  <a:pt x="172" y="115"/>
                </a:moveTo>
                <a:cubicBezTo>
                  <a:pt x="172" y="119"/>
                  <a:pt x="170" y="121"/>
                  <a:pt x="167" y="121"/>
                </a:cubicBezTo>
                <a:cubicBezTo>
                  <a:pt x="101" y="121"/>
                  <a:pt x="101" y="121"/>
                  <a:pt x="101" y="121"/>
                </a:cubicBezTo>
                <a:cubicBezTo>
                  <a:pt x="102" y="121"/>
                  <a:pt x="102" y="121"/>
                  <a:pt x="103" y="121"/>
                </a:cubicBezTo>
                <a:cubicBezTo>
                  <a:pt x="103" y="120"/>
                  <a:pt x="104" y="119"/>
                  <a:pt x="104" y="118"/>
                </a:cubicBezTo>
                <a:cubicBezTo>
                  <a:pt x="102" y="94"/>
                  <a:pt x="102" y="94"/>
                  <a:pt x="102" y="94"/>
                </a:cubicBezTo>
                <a:cubicBezTo>
                  <a:pt x="102" y="93"/>
                  <a:pt x="101" y="93"/>
                  <a:pt x="101" y="92"/>
                </a:cubicBezTo>
                <a:cubicBezTo>
                  <a:pt x="100" y="92"/>
                  <a:pt x="99" y="91"/>
                  <a:pt x="98" y="91"/>
                </a:cubicBezTo>
                <a:cubicBezTo>
                  <a:pt x="73" y="91"/>
                  <a:pt x="73" y="91"/>
                  <a:pt x="73" y="91"/>
                </a:cubicBezTo>
                <a:cubicBezTo>
                  <a:pt x="72" y="91"/>
                  <a:pt x="71" y="92"/>
                  <a:pt x="71" y="92"/>
                </a:cubicBezTo>
                <a:cubicBezTo>
                  <a:pt x="70" y="93"/>
                  <a:pt x="70" y="93"/>
                  <a:pt x="69" y="94"/>
                </a:cubicBezTo>
                <a:cubicBezTo>
                  <a:pt x="68" y="118"/>
                  <a:pt x="68" y="118"/>
                  <a:pt x="68" y="118"/>
                </a:cubicBezTo>
                <a:cubicBezTo>
                  <a:pt x="68" y="119"/>
                  <a:pt x="68" y="120"/>
                  <a:pt x="68" y="121"/>
                </a:cubicBezTo>
                <a:cubicBezTo>
                  <a:pt x="69" y="121"/>
                  <a:pt x="70" y="121"/>
                  <a:pt x="70" y="121"/>
                </a:cubicBezTo>
                <a:cubicBezTo>
                  <a:pt x="4" y="121"/>
                  <a:pt x="4" y="121"/>
                  <a:pt x="4" y="121"/>
                </a:cubicBezTo>
                <a:cubicBezTo>
                  <a:pt x="1" y="121"/>
                  <a:pt x="0" y="119"/>
                  <a:pt x="0" y="115"/>
                </a:cubicBezTo>
                <a:cubicBezTo>
                  <a:pt x="0" y="111"/>
                  <a:pt x="0" y="108"/>
                  <a:pt x="2" y="104"/>
                </a:cubicBezTo>
                <a:cubicBezTo>
                  <a:pt x="41" y="5"/>
                  <a:pt x="41" y="5"/>
                  <a:pt x="41" y="5"/>
                </a:cubicBezTo>
                <a:cubicBezTo>
                  <a:pt x="42" y="4"/>
                  <a:pt x="43" y="3"/>
                  <a:pt x="44" y="2"/>
                </a:cubicBezTo>
                <a:cubicBezTo>
                  <a:pt x="45" y="1"/>
                  <a:pt x="46" y="0"/>
                  <a:pt x="47" y="0"/>
                </a:cubicBezTo>
                <a:cubicBezTo>
                  <a:pt x="80" y="0"/>
                  <a:pt x="80" y="0"/>
                  <a:pt x="80" y="0"/>
                </a:cubicBezTo>
                <a:cubicBezTo>
                  <a:pt x="79" y="0"/>
                  <a:pt x="78" y="1"/>
                  <a:pt x="77" y="1"/>
                </a:cubicBezTo>
                <a:cubicBezTo>
                  <a:pt x="77" y="2"/>
                  <a:pt x="76" y="3"/>
                  <a:pt x="76" y="3"/>
                </a:cubicBezTo>
                <a:cubicBezTo>
                  <a:pt x="75" y="22"/>
                  <a:pt x="75" y="22"/>
                  <a:pt x="75" y="22"/>
                </a:cubicBezTo>
                <a:cubicBezTo>
                  <a:pt x="75" y="23"/>
                  <a:pt x="75" y="23"/>
                  <a:pt x="76" y="24"/>
                </a:cubicBezTo>
                <a:cubicBezTo>
                  <a:pt x="76" y="24"/>
                  <a:pt x="77" y="25"/>
                  <a:pt x="78" y="25"/>
                </a:cubicBezTo>
                <a:cubicBezTo>
                  <a:pt x="93" y="25"/>
                  <a:pt x="93" y="25"/>
                  <a:pt x="93" y="25"/>
                </a:cubicBezTo>
                <a:cubicBezTo>
                  <a:pt x="94" y="25"/>
                  <a:pt x="95" y="24"/>
                  <a:pt x="96" y="24"/>
                </a:cubicBezTo>
                <a:cubicBezTo>
                  <a:pt x="96" y="23"/>
                  <a:pt x="96" y="23"/>
                  <a:pt x="96" y="22"/>
                </a:cubicBezTo>
                <a:cubicBezTo>
                  <a:pt x="95" y="3"/>
                  <a:pt x="95" y="3"/>
                  <a:pt x="95" y="3"/>
                </a:cubicBezTo>
                <a:cubicBezTo>
                  <a:pt x="95" y="3"/>
                  <a:pt x="94" y="2"/>
                  <a:pt x="94" y="1"/>
                </a:cubicBezTo>
                <a:cubicBezTo>
                  <a:pt x="93" y="1"/>
                  <a:pt x="92" y="0"/>
                  <a:pt x="92" y="0"/>
                </a:cubicBezTo>
                <a:cubicBezTo>
                  <a:pt x="124" y="0"/>
                  <a:pt x="124" y="0"/>
                  <a:pt x="124" y="0"/>
                </a:cubicBezTo>
                <a:cubicBezTo>
                  <a:pt x="125" y="0"/>
                  <a:pt x="126" y="1"/>
                  <a:pt x="127" y="2"/>
                </a:cubicBezTo>
                <a:cubicBezTo>
                  <a:pt x="128" y="3"/>
                  <a:pt x="129" y="4"/>
                  <a:pt x="130" y="5"/>
                </a:cubicBezTo>
                <a:cubicBezTo>
                  <a:pt x="169" y="104"/>
                  <a:pt x="169" y="104"/>
                  <a:pt x="169" y="104"/>
                </a:cubicBezTo>
                <a:cubicBezTo>
                  <a:pt x="171" y="108"/>
                  <a:pt x="172" y="111"/>
                  <a:pt x="172" y="115"/>
                </a:cubicBezTo>
                <a:close/>
                <a:moveTo>
                  <a:pt x="100" y="70"/>
                </a:moveTo>
                <a:cubicBezTo>
                  <a:pt x="100" y="70"/>
                  <a:pt x="100" y="70"/>
                  <a:pt x="100" y="70"/>
                </a:cubicBezTo>
                <a:cubicBezTo>
                  <a:pt x="98" y="40"/>
                  <a:pt x="98" y="40"/>
                  <a:pt x="98" y="40"/>
                </a:cubicBezTo>
                <a:cubicBezTo>
                  <a:pt x="98" y="39"/>
                  <a:pt x="97" y="38"/>
                  <a:pt x="97" y="38"/>
                </a:cubicBezTo>
                <a:cubicBezTo>
                  <a:pt x="96" y="37"/>
                  <a:pt x="95" y="37"/>
                  <a:pt x="94" y="37"/>
                </a:cubicBezTo>
                <a:cubicBezTo>
                  <a:pt x="77" y="37"/>
                  <a:pt x="77" y="37"/>
                  <a:pt x="77" y="37"/>
                </a:cubicBezTo>
                <a:cubicBezTo>
                  <a:pt x="76" y="37"/>
                  <a:pt x="75" y="37"/>
                  <a:pt x="75" y="38"/>
                </a:cubicBezTo>
                <a:cubicBezTo>
                  <a:pt x="74" y="38"/>
                  <a:pt x="74" y="39"/>
                  <a:pt x="74" y="40"/>
                </a:cubicBezTo>
                <a:cubicBezTo>
                  <a:pt x="71" y="70"/>
                  <a:pt x="71" y="70"/>
                  <a:pt x="71" y="70"/>
                </a:cubicBezTo>
                <a:cubicBezTo>
                  <a:pt x="71" y="70"/>
                  <a:pt x="71" y="70"/>
                  <a:pt x="71" y="70"/>
                </a:cubicBezTo>
                <a:cubicBezTo>
                  <a:pt x="71" y="71"/>
                  <a:pt x="71" y="72"/>
                  <a:pt x="72" y="72"/>
                </a:cubicBezTo>
                <a:cubicBezTo>
                  <a:pt x="73" y="73"/>
                  <a:pt x="73" y="73"/>
                  <a:pt x="74" y="73"/>
                </a:cubicBezTo>
                <a:cubicBezTo>
                  <a:pt x="97" y="73"/>
                  <a:pt x="97" y="73"/>
                  <a:pt x="97" y="73"/>
                </a:cubicBezTo>
                <a:cubicBezTo>
                  <a:pt x="98" y="73"/>
                  <a:pt x="99" y="73"/>
                  <a:pt x="99" y="72"/>
                </a:cubicBezTo>
                <a:cubicBezTo>
                  <a:pt x="100" y="72"/>
                  <a:pt x="100" y="71"/>
                  <a:pt x="100" y="7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7" name="Freeform 29"/>
          <p:cNvSpPr>
            <a:spLocks noEditPoints="1"/>
          </p:cNvSpPr>
          <p:nvPr/>
        </p:nvSpPr>
        <p:spPr bwMode="auto">
          <a:xfrm>
            <a:off x="7739515" y="1377039"/>
            <a:ext cx="224755" cy="209627"/>
          </a:xfrm>
          <a:custGeom>
            <a:avLst/>
            <a:gdLst>
              <a:gd name="T0" fmla="*/ 157 w 157"/>
              <a:gd name="T1" fmla="*/ 106 h 145"/>
              <a:gd name="T2" fmla="*/ 157 w 157"/>
              <a:gd name="T3" fmla="*/ 136 h 145"/>
              <a:gd name="T4" fmla="*/ 155 w 157"/>
              <a:gd name="T5" fmla="*/ 143 h 145"/>
              <a:gd name="T6" fmla="*/ 148 w 157"/>
              <a:gd name="T7" fmla="*/ 145 h 145"/>
              <a:gd name="T8" fmla="*/ 9 w 157"/>
              <a:gd name="T9" fmla="*/ 145 h 145"/>
              <a:gd name="T10" fmla="*/ 3 w 157"/>
              <a:gd name="T11" fmla="*/ 143 h 145"/>
              <a:gd name="T12" fmla="*/ 0 w 157"/>
              <a:gd name="T13" fmla="*/ 136 h 145"/>
              <a:gd name="T14" fmla="*/ 0 w 157"/>
              <a:gd name="T15" fmla="*/ 106 h 145"/>
              <a:gd name="T16" fmla="*/ 3 w 157"/>
              <a:gd name="T17" fmla="*/ 100 h 145"/>
              <a:gd name="T18" fmla="*/ 9 w 157"/>
              <a:gd name="T19" fmla="*/ 97 h 145"/>
              <a:gd name="T20" fmla="*/ 53 w 157"/>
              <a:gd name="T21" fmla="*/ 97 h 145"/>
              <a:gd name="T22" fmla="*/ 66 w 157"/>
              <a:gd name="T23" fmla="*/ 110 h 145"/>
              <a:gd name="T24" fmla="*/ 79 w 157"/>
              <a:gd name="T25" fmla="*/ 115 h 145"/>
              <a:gd name="T26" fmla="*/ 91 w 157"/>
              <a:gd name="T27" fmla="*/ 110 h 145"/>
              <a:gd name="T28" fmla="*/ 104 w 157"/>
              <a:gd name="T29" fmla="*/ 97 h 145"/>
              <a:gd name="T30" fmla="*/ 148 w 157"/>
              <a:gd name="T31" fmla="*/ 97 h 145"/>
              <a:gd name="T32" fmla="*/ 155 w 157"/>
              <a:gd name="T33" fmla="*/ 100 h 145"/>
              <a:gd name="T34" fmla="*/ 157 w 157"/>
              <a:gd name="T35" fmla="*/ 106 h 145"/>
              <a:gd name="T36" fmla="*/ 127 w 157"/>
              <a:gd name="T37" fmla="*/ 52 h 145"/>
              <a:gd name="T38" fmla="*/ 125 w 157"/>
              <a:gd name="T39" fmla="*/ 59 h 145"/>
              <a:gd name="T40" fmla="*/ 83 w 157"/>
              <a:gd name="T41" fmla="*/ 101 h 145"/>
              <a:gd name="T42" fmla="*/ 79 w 157"/>
              <a:gd name="T43" fmla="*/ 103 h 145"/>
              <a:gd name="T44" fmla="*/ 74 w 157"/>
              <a:gd name="T45" fmla="*/ 101 h 145"/>
              <a:gd name="T46" fmla="*/ 32 w 157"/>
              <a:gd name="T47" fmla="*/ 59 h 145"/>
              <a:gd name="T48" fmla="*/ 31 w 157"/>
              <a:gd name="T49" fmla="*/ 52 h 145"/>
              <a:gd name="T50" fmla="*/ 36 w 157"/>
              <a:gd name="T51" fmla="*/ 49 h 145"/>
              <a:gd name="T52" fmla="*/ 60 w 157"/>
              <a:gd name="T53" fmla="*/ 49 h 145"/>
              <a:gd name="T54" fmla="*/ 60 w 157"/>
              <a:gd name="T55" fmla="*/ 6 h 145"/>
              <a:gd name="T56" fmla="*/ 62 w 157"/>
              <a:gd name="T57" fmla="*/ 2 h 145"/>
              <a:gd name="T58" fmla="*/ 67 w 157"/>
              <a:gd name="T59" fmla="*/ 0 h 145"/>
              <a:gd name="T60" fmla="*/ 91 w 157"/>
              <a:gd name="T61" fmla="*/ 0 h 145"/>
              <a:gd name="T62" fmla="*/ 95 w 157"/>
              <a:gd name="T63" fmla="*/ 2 h 145"/>
              <a:gd name="T64" fmla="*/ 97 w 157"/>
              <a:gd name="T65" fmla="*/ 6 h 145"/>
              <a:gd name="T66" fmla="*/ 97 w 157"/>
              <a:gd name="T67" fmla="*/ 49 h 145"/>
              <a:gd name="T68" fmla="*/ 121 w 157"/>
              <a:gd name="T69" fmla="*/ 49 h 145"/>
              <a:gd name="T70" fmla="*/ 127 w 157"/>
              <a:gd name="T71" fmla="*/ 52 h 145"/>
              <a:gd name="T72" fmla="*/ 119 w 157"/>
              <a:gd name="T73" fmla="*/ 132 h 145"/>
              <a:gd name="T74" fmla="*/ 121 w 157"/>
              <a:gd name="T75" fmla="*/ 127 h 145"/>
              <a:gd name="T76" fmla="*/ 119 w 157"/>
              <a:gd name="T77" fmla="*/ 123 h 145"/>
              <a:gd name="T78" fmla="*/ 115 w 157"/>
              <a:gd name="T79" fmla="*/ 121 h 145"/>
              <a:gd name="T80" fmla="*/ 111 w 157"/>
              <a:gd name="T81" fmla="*/ 123 h 145"/>
              <a:gd name="T82" fmla="*/ 109 w 157"/>
              <a:gd name="T83" fmla="*/ 127 h 145"/>
              <a:gd name="T84" fmla="*/ 111 w 157"/>
              <a:gd name="T85" fmla="*/ 132 h 145"/>
              <a:gd name="T86" fmla="*/ 115 w 157"/>
              <a:gd name="T87" fmla="*/ 133 h 145"/>
              <a:gd name="T88" fmla="*/ 119 w 157"/>
              <a:gd name="T89" fmla="*/ 132 h 145"/>
              <a:gd name="T90" fmla="*/ 143 w 157"/>
              <a:gd name="T91" fmla="*/ 132 h 145"/>
              <a:gd name="T92" fmla="*/ 145 w 157"/>
              <a:gd name="T93" fmla="*/ 127 h 145"/>
              <a:gd name="T94" fmla="*/ 143 w 157"/>
              <a:gd name="T95" fmla="*/ 123 h 145"/>
              <a:gd name="T96" fmla="*/ 139 w 157"/>
              <a:gd name="T97" fmla="*/ 121 h 145"/>
              <a:gd name="T98" fmla="*/ 135 w 157"/>
              <a:gd name="T99" fmla="*/ 123 h 145"/>
              <a:gd name="T100" fmla="*/ 133 w 157"/>
              <a:gd name="T101" fmla="*/ 127 h 145"/>
              <a:gd name="T102" fmla="*/ 135 w 157"/>
              <a:gd name="T103" fmla="*/ 132 h 145"/>
              <a:gd name="T104" fmla="*/ 139 w 157"/>
              <a:gd name="T105" fmla="*/ 133 h 145"/>
              <a:gd name="T106" fmla="*/ 143 w 157"/>
              <a:gd name="T107" fmla="*/ 132 h 1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57" h="145">
                <a:moveTo>
                  <a:pt x="157" y="106"/>
                </a:moveTo>
                <a:cubicBezTo>
                  <a:pt x="157" y="136"/>
                  <a:pt x="157" y="136"/>
                  <a:pt x="157" y="136"/>
                </a:cubicBezTo>
                <a:cubicBezTo>
                  <a:pt x="157" y="139"/>
                  <a:pt x="156" y="141"/>
                  <a:pt x="155" y="143"/>
                </a:cubicBezTo>
                <a:cubicBezTo>
                  <a:pt x="153" y="145"/>
                  <a:pt x="151" y="145"/>
                  <a:pt x="148" y="145"/>
                </a:cubicBezTo>
                <a:cubicBezTo>
                  <a:pt x="9" y="145"/>
                  <a:pt x="9" y="145"/>
                  <a:pt x="9" y="145"/>
                </a:cubicBezTo>
                <a:cubicBezTo>
                  <a:pt x="7" y="145"/>
                  <a:pt x="4" y="145"/>
                  <a:pt x="3" y="143"/>
                </a:cubicBezTo>
                <a:cubicBezTo>
                  <a:pt x="1" y="141"/>
                  <a:pt x="0" y="139"/>
                  <a:pt x="0" y="136"/>
                </a:cubicBezTo>
                <a:cubicBezTo>
                  <a:pt x="0" y="106"/>
                  <a:pt x="0" y="106"/>
                  <a:pt x="0" y="106"/>
                </a:cubicBezTo>
                <a:cubicBezTo>
                  <a:pt x="0" y="104"/>
                  <a:pt x="1" y="101"/>
                  <a:pt x="3" y="100"/>
                </a:cubicBezTo>
                <a:cubicBezTo>
                  <a:pt x="4" y="98"/>
                  <a:pt x="7" y="97"/>
                  <a:pt x="9" y="97"/>
                </a:cubicBezTo>
                <a:cubicBezTo>
                  <a:pt x="53" y="97"/>
                  <a:pt x="53" y="97"/>
                  <a:pt x="53" y="97"/>
                </a:cubicBezTo>
                <a:cubicBezTo>
                  <a:pt x="66" y="110"/>
                  <a:pt x="66" y="110"/>
                  <a:pt x="66" y="110"/>
                </a:cubicBezTo>
                <a:cubicBezTo>
                  <a:pt x="69" y="113"/>
                  <a:pt x="74" y="115"/>
                  <a:pt x="79" y="115"/>
                </a:cubicBezTo>
                <a:cubicBezTo>
                  <a:pt x="84" y="115"/>
                  <a:pt x="88" y="113"/>
                  <a:pt x="91" y="110"/>
                </a:cubicBezTo>
                <a:cubicBezTo>
                  <a:pt x="104" y="97"/>
                  <a:pt x="104" y="97"/>
                  <a:pt x="104" y="97"/>
                </a:cubicBezTo>
                <a:cubicBezTo>
                  <a:pt x="148" y="97"/>
                  <a:pt x="148" y="97"/>
                  <a:pt x="148" y="97"/>
                </a:cubicBezTo>
                <a:cubicBezTo>
                  <a:pt x="151" y="97"/>
                  <a:pt x="153" y="98"/>
                  <a:pt x="155" y="100"/>
                </a:cubicBezTo>
                <a:cubicBezTo>
                  <a:pt x="156" y="101"/>
                  <a:pt x="157" y="104"/>
                  <a:pt x="157" y="106"/>
                </a:cubicBezTo>
                <a:close/>
                <a:moveTo>
                  <a:pt x="127" y="52"/>
                </a:moveTo>
                <a:cubicBezTo>
                  <a:pt x="128" y="55"/>
                  <a:pt x="127" y="57"/>
                  <a:pt x="125" y="59"/>
                </a:cubicBezTo>
                <a:cubicBezTo>
                  <a:pt x="83" y="101"/>
                  <a:pt x="83" y="101"/>
                  <a:pt x="83" y="101"/>
                </a:cubicBezTo>
                <a:cubicBezTo>
                  <a:pt x="82" y="103"/>
                  <a:pt x="80" y="103"/>
                  <a:pt x="79" y="103"/>
                </a:cubicBezTo>
                <a:cubicBezTo>
                  <a:pt x="77" y="103"/>
                  <a:pt x="76" y="103"/>
                  <a:pt x="74" y="101"/>
                </a:cubicBezTo>
                <a:cubicBezTo>
                  <a:pt x="32" y="59"/>
                  <a:pt x="32" y="59"/>
                  <a:pt x="32" y="59"/>
                </a:cubicBezTo>
                <a:cubicBezTo>
                  <a:pt x="30" y="57"/>
                  <a:pt x="30" y="55"/>
                  <a:pt x="31" y="52"/>
                </a:cubicBezTo>
                <a:cubicBezTo>
                  <a:pt x="32" y="50"/>
                  <a:pt x="34" y="49"/>
                  <a:pt x="36" y="49"/>
                </a:cubicBezTo>
                <a:cubicBezTo>
                  <a:pt x="60" y="49"/>
                  <a:pt x="60" y="49"/>
                  <a:pt x="60" y="49"/>
                </a:cubicBezTo>
                <a:cubicBezTo>
                  <a:pt x="60" y="6"/>
                  <a:pt x="60" y="6"/>
                  <a:pt x="60" y="6"/>
                </a:cubicBezTo>
                <a:cubicBezTo>
                  <a:pt x="60" y="5"/>
                  <a:pt x="61" y="3"/>
                  <a:pt x="62" y="2"/>
                </a:cubicBezTo>
                <a:cubicBezTo>
                  <a:pt x="63" y="1"/>
                  <a:pt x="65" y="0"/>
                  <a:pt x="67" y="0"/>
                </a:cubicBezTo>
                <a:cubicBezTo>
                  <a:pt x="91" y="0"/>
                  <a:pt x="91" y="0"/>
                  <a:pt x="91" y="0"/>
                </a:cubicBezTo>
                <a:cubicBezTo>
                  <a:pt x="92" y="0"/>
                  <a:pt x="94" y="1"/>
                  <a:pt x="95" y="2"/>
                </a:cubicBezTo>
                <a:cubicBezTo>
                  <a:pt x="96" y="3"/>
                  <a:pt x="97" y="5"/>
                  <a:pt x="97" y="6"/>
                </a:cubicBezTo>
                <a:cubicBezTo>
                  <a:pt x="97" y="49"/>
                  <a:pt x="97" y="49"/>
                  <a:pt x="97" y="49"/>
                </a:cubicBezTo>
                <a:cubicBezTo>
                  <a:pt x="121" y="49"/>
                  <a:pt x="121" y="49"/>
                  <a:pt x="121" y="49"/>
                </a:cubicBezTo>
                <a:cubicBezTo>
                  <a:pt x="124" y="49"/>
                  <a:pt x="125" y="50"/>
                  <a:pt x="127" y="52"/>
                </a:cubicBezTo>
                <a:close/>
                <a:moveTo>
                  <a:pt x="119" y="132"/>
                </a:moveTo>
                <a:cubicBezTo>
                  <a:pt x="120" y="130"/>
                  <a:pt x="121" y="129"/>
                  <a:pt x="121" y="127"/>
                </a:cubicBezTo>
                <a:cubicBezTo>
                  <a:pt x="121" y="126"/>
                  <a:pt x="120" y="124"/>
                  <a:pt x="119" y="123"/>
                </a:cubicBezTo>
                <a:cubicBezTo>
                  <a:pt x="118" y="122"/>
                  <a:pt x="117" y="121"/>
                  <a:pt x="115" y="121"/>
                </a:cubicBezTo>
                <a:cubicBezTo>
                  <a:pt x="113" y="121"/>
                  <a:pt x="112" y="122"/>
                  <a:pt x="111" y="123"/>
                </a:cubicBezTo>
                <a:cubicBezTo>
                  <a:pt x="109" y="124"/>
                  <a:pt x="109" y="126"/>
                  <a:pt x="109" y="127"/>
                </a:cubicBezTo>
                <a:cubicBezTo>
                  <a:pt x="109" y="129"/>
                  <a:pt x="109" y="130"/>
                  <a:pt x="111" y="132"/>
                </a:cubicBezTo>
                <a:cubicBezTo>
                  <a:pt x="112" y="133"/>
                  <a:pt x="113" y="133"/>
                  <a:pt x="115" y="133"/>
                </a:cubicBezTo>
                <a:cubicBezTo>
                  <a:pt x="117" y="133"/>
                  <a:pt x="118" y="133"/>
                  <a:pt x="119" y="132"/>
                </a:cubicBezTo>
                <a:close/>
                <a:moveTo>
                  <a:pt x="143" y="132"/>
                </a:moveTo>
                <a:cubicBezTo>
                  <a:pt x="145" y="130"/>
                  <a:pt x="145" y="129"/>
                  <a:pt x="145" y="127"/>
                </a:cubicBezTo>
                <a:cubicBezTo>
                  <a:pt x="145" y="126"/>
                  <a:pt x="145" y="124"/>
                  <a:pt x="143" y="123"/>
                </a:cubicBezTo>
                <a:cubicBezTo>
                  <a:pt x="142" y="122"/>
                  <a:pt x="141" y="121"/>
                  <a:pt x="139" y="121"/>
                </a:cubicBezTo>
                <a:cubicBezTo>
                  <a:pt x="138" y="121"/>
                  <a:pt x="136" y="122"/>
                  <a:pt x="135" y="123"/>
                </a:cubicBezTo>
                <a:cubicBezTo>
                  <a:pt x="134" y="124"/>
                  <a:pt x="133" y="126"/>
                  <a:pt x="133" y="127"/>
                </a:cubicBezTo>
                <a:cubicBezTo>
                  <a:pt x="133" y="129"/>
                  <a:pt x="134" y="130"/>
                  <a:pt x="135" y="132"/>
                </a:cubicBezTo>
                <a:cubicBezTo>
                  <a:pt x="136" y="133"/>
                  <a:pt x="138" y="133"/>
                  <a:pt x="139" y="133"/>
                </a:cubicBezTo>
                <a:cubicBezTo>
                  <a:pt x="141" y="133"/>
                  <a:pt x="142" y="133"/>
                  <a:pt x="143" y="13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8" name="Freeform 30"/>
          <p:cNvSpPr>
            <a:spLocks noEditPoints="1"/>
          </p:cNvSpPr>
          <p:nvPr/>
        </p:nvSpPr>
        <p:spPr bwMode="auto">
          <a:xfrm>
            <a:off x="8029101" y="1394327"/>
            <a:ext cx="207464" cy="209627"/>
          </a:xfrm>
          <a:custGeom>
            <a:avLst/>
            <a:gdLst>
              <a:gd name="T0" fmla="*/ 135 w 145"/>
              <a:gd name="T1" fmla="*/ 37 h 146"/>
              <a:gd name="T2" fmla="*/ 145 w 145"/>
              <a:gd name="T3" fmla="*/ 73 h 146"/>
              <a:gd name="T4" fmla="*/ 135 w 145"/>
              <a:gd name="T5" fmla="*/ 109 h 146"/>
              <a:gd name="T6" fmla="*/ 109 w 145"/>
              <a:gd name="T7" fmla="*/ 136 h 146"/>
              <a:gd name="T8" fmla="*/ 73 w 145"/>
              <a:gd name="T9" fmla="*/ 146 h 146"/>
              <a:gd name="T10" fmla="*/ 36 w 145"/>
              <a:gd name="T11" fmla="*/ 136 h 146"/>
              <a:gd name="T12" fmla="*/ 10 w 145"/>
              <a:gd name="T13" fmla="*/ 109 h 146"/>
              <a:gd name="T14" fmla="*/ 0 w 145"/>
              <a:gd name="T15" fmla="*/ 73 h 146"/>
              <a:gd name="T16" fmla="*/ 10 w 145"/>
              <a:gd name="T17" fmla="*/ 37 h 146"/>
              <a:gd name="T18" fmla="*/ 36 w 145"/>
              <a:gd name="T19" fmla="*/ 10 h 146"/>
              <a:gd name="T20" fmla="*/ 73 w 145"/>
              <a:gd name="T21" fmla="*/ 0 h 146"/>
              <a:gd name="T22" fmla="*/ 109 w 145"/>
              <a:gd name="T23" fmla="*/ 10 h 146"/>
              <a:gd name="T24" fmla="*/ 135 w 145"/>
              <a:gd name="T25" fmla="*/ 37 h 146"/>
              <a:gd name="T26" fmla="*/ 98 w 145"/>
              <a:gd name="T27" fmla="*/ 28 h 146"/>
              <a:gd name="T28" fmla="*/ 73 w 145"/>
              <a:gd name="T29" fmla="*/ 22 h 146"/>
              <a:gd name="T30" fmla="*/ 47 w 145"/>
              <a:gd name="T31" fmla="*/ 28 h 146"/>
              <a:gd name="T32" fmla="*/ 28 w 145"/>
              <a:gd name="T33" fmla="*/ 47 h 146"/>
              <a:gd name="T34" fmla="*/ 21 w 145"/>
              <a:gd name="T35" fmla="*/ 73 h 146"/>
              <a:gd name="T36" fmla="*/ 28 w 145"/>
              <a:gd name="T37" fmla="*/ 99 h 146"/>
              <a:gd name="T38" fmla="*/ 47 w 145"/>
              <a:gd name="T39" fmla="*/ 118 h 146"/>
              <a:gd name="T40" fmla="*/ 73 w 145"/>
              <a:gd name="T41" fmla="*/ 124 h 146"/>
              <a:gd name="T42" fmla="*/ 98 w 145"/>
              <a:gd name="T43" fmla="*/ 118 h 146"/>
              <a:gd name="T44" fmla="*/ 117 w 145"/>
              <a:gd name="T45" fmla="*/ 99 h 146"/>
              <a:gd name="T46" fmla="*/ 124 w 145"/>
              <a:gd name="T47" fmla="*/ 73 h 146"/>
              <a:gd name="T48" fmla="*/ 117 w 145"/>
              <a:gd name="T49" fmla="*/ 47 h 146"/>
              <a:gd name="T50" fmla="*/ 98 w 145"/>
              <a:gd name="T51" fmla="*/ 28 h 146"/>
              <a:gd name="T52" fmla="*/ 106 w 145"/>
              <a:gd name="T53" fmla="*/ 76 h 146"/>
              <a:gd name="T54" fmla="*/ 105 w 145"/>
              <a:gd name="T55" fmla="*/ 78 h 146"/>
              <a:gd name="T56" fmla="*/ 75 w 145"/>
              <a:gd name="T57" fmla="*/ 108 h 146"/>
              <a:gd name="T58" fmla="*/ 73 w 145"/>
              <a:gd name="T59" fmla="*/ 109 h 146"/>
              <a:gd name="T60" fmla="*/ 70 w 145"/>
              <a:gd name="T61" fmla="*/ 108 h 146"/>
              <a:gd name="T62" fmla="*/ 40 w 145"/>
              <a:gd name="T63" fmla="*/ 78 h 146"/>
              <a:gd name="T64" fmla="*/ 39 w 145"/>
              <a:gd name="T65" fmla="*/ 75 h 146"/>
              <a:gd name="T66" fmla="*/ 42 w 145"/>
              <a:gd name="T67" fmla="*/ 73 h 146"/>
              <a:gd name="T68" fmla="*/ 60 w 145"/>
              <a:gd name="T69" fmla="*/ 73 h 146"/>
              <a:gd name="T70" fmla="*/ 60 w 145"/>
              <a:gd name="T71" fmla="*/ 40 h 146"/>
              <a:gd name="T72" fmla="*/ 61 w 145"/>
              <a:gd name="T73" fmla="*/ 38 h 146"/>
              <a:gd name="T74" fmla="*/ 63 w 145"/>
              <a:gd name="T75" fmla="*/ 37 h 146"/>
              <a:gd name="T76" fmla="*/ 82 w 145"/>
              <a:gd name="T77" fmla="*/ 37 h 146"/>
              <a:gd name="T78" fmla="*/ 84 w 145"/>
              <a:gd name="T79" fmla="*/ 38 h 146"/>
              <a:gd name="T80" fmla="*/ 85 w 145"/>
              <a:gd name="T81" fmla="*/ 40 h 146"/>
              <a:gd name="T82" fmla="*/ 85 w 145"/>
              <a:gd name="T83" fmla="*/ 73 h 146"/>
              <a:gd name="T84" fmla="*/ 103 w 145"/>
              <a:gd name="T85" fmla="*/ 73 h 146"/>
              <a:gd name="T86" fmla="*/ 105 w 145"/>
              <a:gd name="T87" fmla="*/ 74 h 146"/>
              <a:gd name="T88" fmla="*/ 106 w 145"/>
              <a:gd name="T89" fmla="*/ 76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45" h="146">
                <a:moveTo>
                  <a:pt x="135" y="37"/>
                </a:moveTo>
                <a:cubicBezTo>
                  <a:pt x="142" y="48"/>
                  <a:pt x="145" y="60"/>
                  <a:pt x="145" y="73"/>
                </a:cubicBezTo>
                <a:cubicBezTo>
                  <a:pt x="145" y="86"/>
                  <a:pt x="142" y="98"/>
                  <a:pt x="135" y="109"/>
                </a:cubicBezTo>
                <a:cubicBezTo>
                  <a:pt x="129" y="121"/>
                  <a:pt x="120" y="129"/>
                  <a:pt x="109" y="136"/>
                </a:cubicBezTo>
                <a:cubicBezTo>
                  <a:pt x="98" y="142"/>
                  <a:pt x="86" y="146"/>
                  <a:pt x="73" y="146"/>
                </a:cubicBezTo>
                <a:cubicBezTo>
                  <a:pt x="59" y="146"/>
                  <a:pt x="47" y="142"/>
                  <a:pt x="36" y="136"/>
                </a:cubicBezTo>
                <a:cubicBezTo>
                  <a:pt x="25" y="129"/>
                  <a:pt x="16" y="121"/>
                  <a:pt x="10" y="109"/>
                </a:cubicBezTo>
                <a:cubicBezTo>
                  <a:pt x="3" y="98"/>
                  <a:pt x="0" y="86"/>
                  <a:pt x="0" y="73"/>
                </a:cubicBezTo>
                <a:cubicBezTo>
                  <a:pt x="0" y="60"/>
                  <a:pt x="3" y="48"/>
                  <a:pt x="10" y="37"/>
                </a:cubicBezTo>
                <a:cubicBezTo>
                  <a:pt x="16" y="25"/>
                  <a:pt x="25" y="17"/>
                  <a:pt x="36" y="10"/>
                </a:cubicBezTo>
                <a:cubicBezTo>
                  <a:pt x="47" y="4"/>
                  <a:pt x="59" y="0"/>
                  <a:pt x="73" y="0"/>
                </a:cubicBezTo>
                <a:cubicBezTo>
                  <a:pt x="86" y="0"/>
                  <a:pt x="98" y="4"/>
                  <a:pt x="109" y="10"/>
                </a:cubicBezTo>
                <a:cubicBezTo>
                  <a:pt x="120" y="17"/>
                  <a:pt x="129" y="25"/>
                  <a:pt x="135" y="37"/>
                </a:cubicBezTo>
                <a:close/>
                <a:moveTo>
                  <a:pt x="98" y="28"/>
                </a:moveTo>
                <a:cubicBezTo>
                  <a:pt x="90" y="24"/>
                  <a:pt x="82" y="22"/>
                  <a:pt x="73" y="22"/>
                </a:cubicBezTo>
                <a:cubicBezTo>
                  <a:pt x="63" y="22"/>
                  <a:pt x="55" y="24"/>
                  <a:pt x="47" y="28"/>
                </a:cubicBezTo>
                <a:cubicBezTo>
                  <a:pt x="39" y="33"/>
                  <a:pt x="33" y="39"/>
                  <a:pt x="28" y="47"/>
                </a:cubicBezTo>
                <a:cubicBezTo>
                  <a:pt x="23" y="55"/>
                  <a:pt x="21" y="64"/>
                  <a:pt x="21" y="73"/>
                </a:cubicBezTo>
                <a:cubicBezTo>
                  <a:pt x="21" y="82"/>
                  <a:pt x="23" y="91"/>
                  <a:pt x="28" y="99"/>
                </a:cubicBezTo>
                <a:cubicBezTo>
                  <a:pt x="33" y="107"/>
                  <a:pt x="39" y="113"/>
                  <a:pt x="47" y="118"/>
                </a:cubicBezTo>
                <a:cubicBezTo>
                  <a:pt x="55" y="122"/>
                  <a:pt x="63" y="124"/>
                  <a:pt x="73" y="124"/>
                </a:cubicBezTo>
                <a:cubicBezTo>
                  <a:pt x="82" y="124"/>
                  <a:pt x="90" y="122"/>
                  <a:pt x="98" y="118"/>
                </a:cubicBezTo>
                <a:cubicBezTo>
                  <a:pt x="106" y="113"/>
                  <a:pt x="112" y="107"/>
                  <a:pt x="117" y="99"/>
                </a:cubicBezTo>
                <a:cubicBezTo>
                  <a:pt x="122" y="91"/>
                  <a:pt x="124" y="82"/>
                  <a:pt x="124" y="73"/>
                </a:cubicBezTo>
                <a:cubicBezTo>
                  <a:pt x="124" y="64"/>
                  <a:pt x="122" y="55"/>
                  <a:pt x="117" y="47"/>
                </a:cubicBezTo>
                <a:cubicBezTo>
                  <a:pt x="112" y="39"/>
                  <a:pt x="106" y="33"/>
                  <a:pt x="98" y="28"/>
                </a:cubicBezTo>
                <a:close/>
                <a:moveTo>
                  <a:pt x="106" y="76"/>
                </a:moveTo>
                <a:cubicBezTo>
                  <a:pt x="106" y="77"/>
                  <a:pt x="106" y="78"/>
                  <a:pt x="105" y="78"/>
                </a:cubicBezTo>
                <a:cubicBezTo>
                  <a:pt x="75" y="108"/>
                  <a:pt x="75" y="108"/>
                  <a:pt x="75" y="108"/>
                </a:cubicBezTo>
                <a:cubicBezTo>
                  <a:pt x="74" y="109"/>
                  <a:pt x="73" y="109"/>
                  <a:pt x="73" y="109"/>
                </a:cubicBezTo>
                <a:cubicBezTo>
                  <a:pt x="72" y="109"/>
                  <a:pt x="71" y="109"/>
                  <a:pt x="70" y="108"/>
                </a:cubicBezTo>
                <a:cubicBezTo>
                  <a:pt x="40" y="78"/>
                  <a:pt x="40" y="78"/>
                  <a:pt x="40" y="78"/>
                </a:cubicBezTo>
                <a:cubicBezTo>
                  <a:pt x="39" y="77"/>
                  <a:pt x="39" y="76"/>
                  <a:pt x="39" y="75"/>
                </a:cubicBezTo>
                <a:cubicBezTo>
                  <a:pt x="40" y="74"/>
                  <a:pt x="41" y="73"/>
                  <a:pt x="42" y="73"/>
                </a:cubicBezTo>
                <a:cubicBezTo>
                  <a:pt x="60" y="73"/>
                  <a:pt x="60" y="73"/>
                  <a:pt x="60" y="73"/>
                </a:cubicBezTo>
                <a:cubicBezTo>
                  <a:pt x="60" y="40"/>
                  <a:pt x="60" y="40"/>
                  <a:pt x="60" y="40"/>
                </a:cubicBezTo>
                <a:cubicBezTo>
                  <a:pt x="60" y="39"/>
                  <a:pt x="61" y="38"/>
                  <a:pt x="61" y="38"/>
                </a:cubicBezTo>
                <a:cubicBezTo>
                  <a:pt x="62" y="37"/>
                  <a:pt x="63" y="37"/>
                  <a:pt x="63" y="37"/>
                </a:cubicBezTo>
                <a:cubicBezTo>
                  <a:pt x="82" y="37"/>
                  <a:pt x="82" y="37"/>
                  <a:pt x="82" y="37"/>
                </a:cubicBezTo>
                <a:cubicBezTo>
                  <a:pt x="82" y="37"/>
                  <a:pt x="83" y="37"/>
                  <a:pt x="84" y="38"/>
                </a:cubicBezTo>
                <a:cubicBezTo>
                  <a:pt x="84" y="38"/>
                  <a:pt x="85" y="39"/>
                  <a:pt x="85" y="40"/>
                </a:cubicBezTo>
                <a:cubicBezTo>
                  <a:pt x="85" y="73"/>
                  <a:pt x="85" y="73"/>
                  <a:pt x="85" y="73"/>
                </a:cubicBezTo>
                <a:cubicBezTo>
                  <a:pt x="103" y="73"/>
                  <a:pt x="103" y="73"/>
                  <a:pt x="103" y="73"/>
                </a:cubicBezTo>
                <a:cubicBezTo>
                  <a:pt x="104" y="73"/>
                  <a:pt x="104" y="73"/>
                  <a:pt x="105" y="74"/>
                </a:cubicBezTo>
                <a:cubicBezTo>
                  <a:pt x="106" y="74"/>
                  <a:pt x="106" y="75"/>
                  <a:pt x="106" y="7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9" name="Freeform 31"/>
          <p:cNvSpPr>
            <a:spLocks noEditPoints="1"/>
          </p:cNvSpPr>
          <p:nvPr/>
        </p:nvSpPr>
        <p:spPr bwMode="auto">
          <a:xfrm>
            <a:off x="8301399" y="1394327"/>
            <a:ext cx="207464" cy="209627"/>
          </a:xfrm>
          <a:custGeom>
            <a:avLst/>
            <a:gdLst>
              <a:gd name="T0" fmla="*/ 135 w 145"/>
              <a:gd name="T1" fmla="*/ 37 h 146"/>
              <a:gd name="T2" fmla="*/ 145 w 145"/>
              <a:gd name="T3" fmla="*/ 73 h 146"/>
              <a:gd name="T4" fmla="*/ 135 w 145"/>
              <a:gd name="T5" fmla="*/ 109 h 146"/>
              <a:gd name="T6" fmla="*/ 109 w 145"/>
              <a:gd name="T7" fmla="*/ 136 h 146"/>
              <a:gd name="T8" fmla="*/ 72 w 145"/>
              <a:gd name="T9" fmla="*/ 146 h 146"/>
              <a:gd name="T10" fmla="*/ 36 w 145"/>
              <a:gd name="T11" fmla="*/ 136 h 146"/>
              <a:gd name="T12" fmla="*/ 10 w 145"/>
              <a:gd name="T13" fmla="*/ 109 h 146"/>
              <a:gd name="T14" fmla="*/ 0 w 145"/>
              <a:gd name="T15" fmla="*/ 73 h 146"/>
              <a:gd name="T16" fmla="*/ 10 w 145"/>
              <a:gd name="T17" fmla="*/ 37 h 146"/>
              <a:gd name="T18" fmla="*/ 36 w 145"/>
              <a:gd name="T19" fmla="*/ 10 h 146"/>
              <a:gd name="T20" fmla="*/ 72 w 145"/>
              <a:gd name="T21" fmla="*/ 0 h 146"/>
              <a:gd name="T22" fmla="*/ 109 w 145"/>
              <a:gd name="T23" fmla="*/ 10 h 146"/>
              <a:gd name="T24" fmla="*/ 135 w 145"/>
              <a:gd name="T25" fmla="*/ 37 h 146"/>
              <a:gd name="T26" fmla="*/ 98 w 145"/>
              <a:gd name="T27" fmla="*/ 28 h 146"/>
              <a:gd name="T28" fmla="*/ 72 w 145"/>
              <a:gd name="T29" fmla="*/ 22 h 146"/>
              <a:gd name="T30" fmla="*/ 47 w 145"/>
              <a:gd name="T31" fmla="*/ 28 h 146"/>
              <a:gd name="T32" fmla="*/ 28 w 145"/>
              <a:gd name="T33" fmla="*/ 47 h 146"/>
              <a:gd name="T34" fmla="*/ 21 w 145"/>
              <a:gd name="T35" fmla="*/ 73 h 146"/>
              <a:gd name="T36" fmla="*/ 28 w 145"/>
              <a:gd name="T37" fmla="*/ 99 h 146"/>
              <a:gd name="T38" fmla="*/ 47 w 145"/>
              <a:gd name="T39" fmla="*/ 118 h 146"/>
              <a:gd name="T40" fmla="*/ 72 w 145"/>
              <a:gd name="T41" fmla="*/ 124 h 146"/>
              <a:gd name="T42" fmla="*/ 98 w 145"/>
              <a:gd name="T43" fmla="*/ 118 h 146"/>
              <a:gd name="T44" fmla="*/ 117 w 145"/>
              <a:gd name="T45" fmla="*/ 99 h 146"/>
              <a:gd name="T46" fmla="*/ 124 w 145"/>
              <a:gd name="T47" fmla="*/ 73 h 146"/>
              <a:gd name="T48" fmla="*/ 117 w 145"/>
              <a:gd name="T49" fmla="*/ 47 h 146"/>
              <a:gd name="T50" fmla="*/ 98 w 145"/>
              <a:gd name="T51" fmla="*/ 28 h 146"/>
              <a:gd name="T52" fmla="*/ 105 w 145"/>
              <a:gd name="T53" fmla="*/ 71 h 146"/>
              <a:gd name="T54" fmla="*/ 103 w 145"/>
              <a:gd name="T55" fmla="*/ 73 h 146"/>
              <a:gd name="T56" fmla="*/ 84 w 145"/>
              <a:gd name="T57" fmla="*/ 73 h 146"/>
              <a:gd name="T58" fmla="*/ 84 w 145"/>
              <a:gd name="T59" fmla="*/ 106 h 146"/>
              <a:gd name="T60" fmla="*/ 84 w 145"/>
              <a:gd name="T61" fmla="*/ 108 h 146"/>
              <a:gd name="T62" fmla="*/ 81 w 145"/>
              <a:gd name="T63" fmla="*/ 109 h 146"/>
              <a:gd name="T64" fmla="*/ 63 w 145"/>
              <a:gd name="T65" fmla="*/ 109 h 146"/>
              <a:gd name="T66" fmla="*/ 61 w 145"/>
              <a:gd name="T67" fmla="*/ 108 h 146"/>
              <a:gd name="T68" fmla="*/ 60 w 145"/>
              <a:gd name="T69" fmla="*/ 106 h 146"/>
              <a:gd name="T70" fmla="*/ 60 w 145"/>
              <a:gd name="T71" fmla="*/ 73 h 146"/>
              <a:gd name="T72" fmla="*/ 42 w 145"/>
              <a:gd name="T73" fmla="*/ 73 h 146"/>
              <a:gd name="T74" fmla="*/ 40 w 145"/>
              <a:gd name="T75" fmla="*/ 72 h 146"/>
              <a:gd name="T76" fmla="*/ 39 w 145"/>
              <a:gd name="T77" fmla="*/ 70 h 146"/>
              <a:gd name="T78" fmla="*/ 40 w 145"/>
              <a:gd name="T79" fmla="*/ 68 h 146"/>
              <a:gd name="T80" fmla="*/ 70 w 145"/>
              <a:gd name="T81" fmla="*/ 38 h 146"/>
              <a:gd name="T82" fmla="*/ 72 w 145"/>
              <a:gd name="T83" fmla="*/ 37 h 146"/>
              <a:gd name="T84" fmla="*/ 75 w 145"/>
              <a:gd name="T85" fmla="*/ 38 h 146"/>
              <a:gd name="T86" fmla="*/ 105 w 145"/>
              <a:gd name="T87" fmla="*/ 68 h 146"/>
              <a:gd name="T88" fmla="*/ 105 w 145"/>
              <a:gd name="T89" fmla="*/ 71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45" h="146">
                <a:moveTo>
                  <a:pt x="135" y="37"/>
                </a:moveTo>
                <a:cubicBezTo>
                  <a:pt x="142" y="48"/>
                  <a:pt x="145" y="60"/>
                  <a:pt x="145" y="73"/>
                </a:cubicBezTo>
                <a:cubicBezTo>
                  <a:pt x="145" y="86"/>
                  <a:pt x="142" y="98"/>
                  <a:pt x="135" y="109"/>
                </a:cubicBezTo>
                <a:cubicBezTo>
                  <a:pt x="129" y="121"/>
                  <a:pt x="120" y="129"/>
                  <a:pt x="109" y="136"/>
                </a:cubicBezTo>
                <a:cubicBezTo>
                  <a:pt x="98" y="142"/>
                  <a:pt x="86" y="146"/>
                  <a:pt x="72" y="146"/>
                </a:cubicBezTo>
                <a:cubicBezTo>
                  <a:pt x="59" y="146"/>
                  <a:pt x="47" y="142"/>
                  <a:pt x="36" y="136"/>
                </a:cubicBezTo>
                <a:cubicBezTo>
                  <a:pt x="25" y="129"/>
                  <a:pt x="16" y="121"/>
                  <a:pt x="10" y="109"/>
                </a:cubicBezTo>
                <a:cubicBezTo>
                  <a:pt x="3" y="98"/>
                  <a:pt x="0" y="86"/>
                  <a:pt x="0" y="73"/>
                </a:cubicBezTo>
                <a:cubicBezTo>
                  <a:pt x="0" y="60"/>
                  <a:pt x="3" y="48"/>
                  <a:pt x="10" y="37"/>
                </a:cubicBezTo>
                <a:cubicBezTo>
                  <a:pt x="16" y="25"/>
                  <a:pt x="25" y="17"/>
                  <a:pt x="36" y="10"/>
                </a:cubicBezTo>
                <a:cubicBezTo>
                  <a:pt x="47" y="4"/>
                  <a:pt x="59" y="0"/>
                  <a:pt x="72" y="0"/>
                </a:cubicBezTo>
                <a:cubicBezTo>
                  <a:pt x="86" y="0"/>
                  <a:pt x="98" y="4"/>
                  <a:pt x="109" y="10"/>
                </a:cubicBezTo>
                <a:cubicBezTo>
                  <a:pt x="120" y="17"/>
                  <a:pt x="129" y="25"/>
                  <a:pt x="135" y="37"/>
                </a:cubicBezTo>
                <a:close/>
                <a:moveTo>
                  <a:pt x="98" y="28"/>
                </a:moveTo>
                <a:cubicBezTo>
                  <a:pt x="90" y="24"/>
                  <a:pt x="82" y="22"/>
                  <a:pt x="72" y="22"/>
                </a:cubicBezTo>
                <a:cubicBezTo>
                  <a:pt x="63" y="22"/>
                  <a:pt x="54" y="24"/>
                  <a:pt x="47" y="28"/>
                </a:cubicBezTo>
                <a:cubicBezTo>
                  <a:pt x="39" y="33"/>
                  <a:pt x="32" y="39"/>
                  <a:pt x="28" y="47"/>
                </a:cubicBezTo>
                <a:cubicBezTo>
                  <a:pt x="23" y="55"/>
                  <a:pt x="21" y="64"/>
                  <a:pt x="21" y="73"/>
                </a:cubicBezTo>
                <a:cubicBezTo>
                  <a:pt x="21" y="82"/>
                  <a:pt x="23" y="91"/>
                  <a:pt x="28" y="99"/>
                </a:cubicBezTo>
                <a:cubicBezTo>
                  <a:pt x="32" y="107"/>
                  <a:pt x="39" y="113"/>
                  <a:pt x="47" y="118"/>
                </a:cubicBezTo>
                <a:cubicBezTo>
                  <a:pt x="54" y="122"/>
                  <a:pt x="63" y="124"/>
                  <a:pt x="72" y="124"/>
                </a:cubicBezTo>
                <a:cubicBezTo>
                  <a:pt x="82" y="124"/>
                  <a:pt x="90" y="122"/>
                  <a:pt x="98" y="118"/>
                </a:cubicBezTo>
                <a:cubicBezTo>
                  <a:pt x="106" y="113"/>
                  <a:pt x="112" y="107"/>
                  <a:pt x="117" y="99"/>
                </a:cubicBezTo>
                <a:cubicBezTo>
                  <a:pt x="122" y="91"/>
                  <a:pt x="124" y="82"/>
                  <a:pt x="124" y="73"/>
                </a:cubicBezTo>
                <a:cubicBezTo>
                  <a:pt x="124" y="64"/>
                  <a:pt x="122" y="55"/>
                  <a:pt x="117" y="47"/>
                </a:cubicBezTo>
                <a:cubicBezTo>
                  <a:pt x="112" y="39"/>
                  <a:pt x="106" y="33"/>
                  <a:pt x="98" y="28"/>
                </a:cubicBezTo>
                <a:close/>
                <a:moveTo>
                  <a:pt x="105" y="71"/>
                </a:moveTo>
                <a:cubicBezTo>
                  <a:pt x="105" y="72"/>
                  <a:pt x="104" y="73"/>
                  <a:pt x="103" y="73"/>
                </a:cubicBezTo>
                <a:cubicBezTo>
                  <a:pt x="84" y="73"/>
                  <a:pt x="84" y="73"/>
                  <a:pt x="84" y="73"/>
                </a:cubicBezTo>
                <a:cubicBezTo>
                  <a:pt x="84" y="106"/>
                  <a:pt x="84" y="106"/>
                  <a:pt x="84" y="106"/>
                </a:cubicBezTo>
                <a:cubicBezTo>
                  <a:pt x="84" y="107"/>
                  <a:pt x="84" y="108"/>
                  <a:pt x="84" y="108"/>
                </a:cubicBezTo>
                <a:cubicBezTo>
                  <a:pt x="83" y="109"/>
                  <a:pt x="82" y="109"/>
                  <a:pt x="81" y="109"/>
                </a:cubicBezTo>
                <a:cubicBezTo>
                  <a:pt x="63" y="109"/>
                  <a:pt x="63" y="109"/>
                  <a:pt x="63" y="109"/>
                </a:cubicBezTo>
                <a:cubicBezTo>
                  <a:pt x="62" y="109"/>
                  <a:pt x="62" y="109"/>
                  <a:pt x="61" y="108"/>
                </a:cubicBezTo>
                <a:cubicBezTo>
                  <a:pt x="61" y="108"/>
                  <a:pt x="60" y="107"/>
                  <a:pt x="60" y="106"/>
                </a:cubicBezTo>
                <a:cubicBezTo>
                  <a:pt x="60" y="73"/>
                  <a:pt x="60" y="73"/>
                  <a:pt x="60" y="73"/>
                </a:cubicBezTo>
                <a:cubicBezTo>
                  <a:pt x="42" y="73"/>
                  <a:pt x="42" y="73"/>
                  <a:pt x="42" y="73"/>
                </a:cubicBezTo>
                <a:cubicBezTo>
                  <a:pt x="41" y="73"/>
                  <a:pt x="41" y="73"/>
                  <a:pt x="40" y="72"/>
                </a:cubicBezTo>
                <a:cubicBezTo>
                  <a:pt x="39" y="72"/>
                  <a:pt x="39" y="71"/>
                  <a:pt x="39" y="70"/>
                </a:cubicBezTo>
                <a:cubicBezTo>
                  <a:pt x="39" y="69"/>
                  <a:pt x="39" y="68"/>
                  <a:pt x="40" y="68"/>
                </a:cubicBezTo>
                <a:cubicBezTo>
                  <a:pt x="70" y="38"/>
                  <a:pt x="70" y="38"/>
                  <a:pt x="70" y="38"/>
                </a:cubicBezTo>
                <a:cubicBezTo>
                  <a:pt x="71" y="37"/>
                  <a:pt x="72" y="37"/>
                  <a:pt x="72" y="37"/>
                </a:cubicBezTo>
                <a:cubicBezTo>
                  <a:pt x="73" y="37"/>
                  <a:pt x="74" y="37"/>
                  <a:pt x="75" y="38"/>
                </a:cubicBezTo>
                <a:cubicBezTo>
                  <a:pt x="105" y="68"/>
                  <a:pt x="105" y="68"/>
                  <a:pt x="105" y="68"/>
                </a:cubicBezTo>
                <a:cubicBezTo>
                  <a:pt x="106" y="69"/>
                  <a:pt x="106" y="70"/>
                  <a:pt x="105" y="7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0" name="Freeform 32"/>
          <p:cNvSpPr>
            <a:spLocks noEditPoints="1"/>
          </p:cNvSpPr>
          <p:nvPr/>
        </p:nvSpPr>
        <p:spPr bwMode="auto">
          <a:xfrm>
            <a:off x="8573697" y="1411617"/>
            <a:ext cx="207464" cy="175049"/>
          </a:xfrm>
          <a:custGeom>
            <a:avLst/>
            <a:gdLst>
              <a:gd name="T0" fmla="*/ 145 w 145"/>
              <a:gd name="T1" fmla="*/ 70 h 121"/>
              <a:gd name="T2" fmla="*/ 145 w 145"/>
              <a:gd name="T3" fmla="*/ 115 h 121"/>
              <a:gd name="T4" fmla="*/ 143 w 145"/>
              <a:gd name="T5" fmla="*/ 120 h 121"/>
              <a:gd name="T6" fmla="*/ 139 w 145"/>
              <a:gd name="T7" fmla="*/ 121 h 121"/>
              <a:gd name="T8" fmla="*/ 6 w 145"/>
              <a:gd name="T9" fmla="*/ 121 h 121"/>
              <a:gd name="T10" fmla="*/ 1 w 145"/>
              <a:gd name="T11" fmla="*/ 120 h 121"/>
              <a:gd name="T12" fmla="*/ 0 w 145"/>
              <a:gd name="T13" fmla="*/ 115 h 121"/>
              <a:gd name="T14" fmla="*/ 0 w 145"/>
              <a:gd name="T15" fmla="*/ 70 h 121"/>
              <a:gd name="T16" fmla="*/ 2 w 145"/>
              <a:gd name="T17" fmla="*/ 58 h 121"/>
              <a:gd name="T18" fmla="*/ 25 w 145"/>
              <a:gd name="T19" fmla="*/ 6 h 121"/>
              <a:gd name="T20" fmla="*/ 28 w 145"/>
              <a:gd name="T21" fmla="*/ 2 h 121"/>
              <a:gd name="T22" fmla="*/ 33 w 145"/>
              <a:gd name="T23" fmla="*/ 0 h 121"/>
              <a:gd name="T24" fmla="*/ 112 w 145"/>
              <a:gd name="T25" fmla="*/ 0 h 121"/>
              <a:gd name="T26" fmla="*/ 117 w 145"/>
              <a:gd name="T27" fmla="*/ 2 h 121"/>
              <a:gd name="T28" fmla="*/ 120 w 145"/>
              <a:gd name="T29" fmla="*/ 6 h 121"/>
              <a:gd name="T30" fmla="*/ 142 w 145"/>
              <a:gd name="T31" fmla="*/ 58 h 121"/>
              <a:gd name="T32" fmla="*/ 145 w 145"/>
              <a:gd name="T33" fmla="*/ 70 h 121"/>
              <a:gd name="T34" fmla="*/ 96 w 145"/>
              <a:gd name="T35" fmla="*/ 67 h 121"/>
              <a:gd name="T36" fmla="*/ 126 w 145"/>
              <a:gd name="T37" fmla="*/ 67 h 121"/>
              <a:gd name="T38" fmla="*/ 126 w 145"/>
              <a:gd name="T39" fmla="*/ 66 h 121"/>
              <a:gd name="T40" fmla="*/ 126 w 145"/>
              <a:gd name="T41" fmla="*/ 66 h 121"/>
              <a:gd name="T42" fmla="*/ 106 w 145"/>
              <a:gd name="T43" fmla="*/ 19 h 121"/>
              <a:gd name="T44" fmla="*/ 39 w 145"/>
              <a:gd name="T45" fmla="*/ 19 h 121"/>
              <a:gd name="T46" fmla="*/ 19 w 145"/>
              <a:gd name="T47" fmla="*/ 66 h 121"/>
              <a:gd name="T48" fmla="*/ 18 w 145"/>
              <a:gd name="T49" fmla="*/ 66 h 121"/>
              <a:gd name="T50" fmla="*/ 18 w 145"/>
              <a:gd name="T51" fmla="*/ 67 h 121"/>
              <a:gd name="T52" fmla="*/ 48 w 145"/>
              <a:gd name="T53" fmla="*/ 67 h 121"/>
              <a:gd name="T54" fmla="*/ 57 w 145"/>
              <a:gd name="T55" fmla="*/ 85 h 121"/>
              <a:gd name="T56" fmla="*/ 87 w 145"/>
              <a:gd name="T57" fmla="*/ 85 h 121"/>
              <a:gd name="T58" fmla="*/ 96 w 145"/>
              <a:gd name="T59" fmla="*/ 67 h 1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45" h="121">
                <a:moveTo>
                  <a:pt x="145" y="70"/>
                </a:moveTo>
                <a:cubicBezTo>
                  <a:pt x="145" y="115"/>
                  <a:pt x="145" y="115"/>
                  <a:pt x="145" y="115"/>
                </a:cubicBezTo>
                <a:cubicBezTo>
                  <a:pt x="145" y="117"/>
                  <a:pt x="144" y="118"/>
                  <a:pt x="143" y="120"/>
                </a:cubicBezTo>
                <a:cubicBezTo>
                  <a:pt x="142" y="121"/>
                  <a:pt x="140" y="121"/>
                  <a:pt x="139" y="121"/>
                </a:cubicBezTo>
                <a:cubicBezTo>
                  <a:pt x="6" y="121"/>
                  <a:pt x="6" y="121"/>
                  <a:pt x="6" y="121"/>
                </a:cubicBezTo>
                <a:cubicBezTo>
                  <a:pt x="4" y="121"/>
                  <a:pt x="3" y="121"/>
                  <a:pt x="1" y="120"/>
                </a:cubicBezTo>
                <a:cubicBezTo>
                  <a:pt x="0" y="118"/>
                  <a:pt x="0" y="117"/>
                  <a:pt x="0" y="115"/>
                </a:cubicBezTo>
                <a:cubicBezTo>
                  <a:pt x="0" y="70"/>
                  <a:pt x="0" y="70"/>
                  <a:pt x="0" y="70"/>
                </a:cubicBezTo>
                <a:cubicBezTo>
                  <a:pt x="0" y="66"/>
                  <a:pt x="0" y="62"/>
                  <a:pt x="2" y="58"/>
                </a:cubicBezTo>
                <a:cubicBezTo>
                  <a:pt x="25" y="6"/>
                  <a:pt x="25" y="6"/>
                  <a:pt x="25" y="6"/>
                </a:cubicBezTo>
                <a:cubicBezTo>
                  <a:pt x="25" y="4"/>
                  <a:pt x="26" y="3"/>
                  <a:pt x="28" y="2"/>
                </a:cubicBezTo>
                <a:cubicBezTo>
                  <a:pt x="30" y="1"/>
                  <a:pt x="31" y="0"/>
                  <a:pt x="33" y="0"/>
                </a:cubicBezTo>
                <a:cubicBezTo>
                  <a:pt x="112" y="0"/>
                  <a:pt x="112" y="0"/>
                  <a:pt x="112" y="0"/>
                </a:cubicBezTo>
                <a:cubicBezTo>
                  <a:pt x="113" y="0"/>
                  <a:pt x="115" y="1"/>
                  <a:pt x="117" y="2"/>
                </a:cubicBezTo>
                <a:cubicBezTo>
                  <a:pt x="118" y="3"/>
                  <a:pt x="119" y="4"/>
                  <a:pt x="120" y="6"/>
                </a:cubicBezTo>
                <a:cubicBezTo>
                  <a:pt x="142" y="58"/>
                  <a:pt x="142" y="58"/>
                  <a:pt x="142" y="58"/>
                </a:cubicBezTo>
                <a:cubicBezTo>
                  <a:pt x="144" y="62"/>
                  <a:pt x="145" y="66"/>
                  <a:pt x="145" y="70"/>
                </a:cubicBezTo>
                <a:close/>
                <a:moveTo>
                  <a:pt x="96" y="67"/>
                </a:moveTo>
                <a:cubicBezTo>
                  <a:pt x="126" y="67"/>
                  <a:pt x="126" y="67"/>
                  <a:pt x="126" y="67"/>
                </a:cubicBezTo>
                <a:cubicBezTo>
                  <a:pt x="126" y="67"/>
                  <a:pt x="126" y="67"/>
                  <a:pt x="126" y="66"/>
                </a:cubicBezTo>
                <a:cubicBezTo>
                  <a:pt x="126" y="66"/>
                  <a:pt x="126" y="66"/>
                  <a:pt x="126" y="66"/>
                </a:cubicBezTo>
                <a:cubicBezTo>
                  <a:pt x="106" y="19"/>
                  <a:pt x="106" y="19"/>
                  <a:pt x="106" y="19"/>
                </a:cubicBezTo>
                <a:cubicBezTo>
                  <a:pt x="39" y="19"/>
                  <a:pt x="39" y="19"/>
                  <a:pt x="39" y="19"/>
                </a:cubicBezTo>
                <a:cubicBezTo>
                  <a:pt x="19" y="66"/>
                  <a:pt x="19" y="66"/>
                  <a:pt x="19" y="66"/>
                </a:cubicBezTo>
                <a:cubicBezTo>
                  <a:pt x="19" y="66"/>
                  <a:pt x="19" y="66"/>
                  <a:pt x="18" y="66"/>
                </a:cubicBezTo>
                <a:cubicBezTo>
                  <a:pt x="18" y="67"/>
                  <a:pt x="18" y="67"/>
                  <a:pt x="18" y="67"/>
                </a:cubicBezTo>
                <a:cubicBezTo>
                  <a:pt x="48" y="67"/>
                  <a:pt x="48" y="67"/>
                  <a:pt x="48" y="67"/>
                </a:cubicBezTo>
                <a:cubicBezTo>
                  <a:pt x="57" y="85"/>
                  <a:pt x="57" y="85"/>
                  <a:pt x="57" y="85"/>
                </a:cubicBezTo>
                <a:cubicBezTo>
                  <a:pt x="87" y="85"/>
                  <a:pt x="87" y="85"/>
                  <a:pt x="87" y="85"/>
                </a:cubicBezTo>
                <a:lnTo>
                  <a:pt x="96" y="6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1" name="Freeform 33"/>
          <p:cNvSpPr>
            <a:spLocks noEditPoints="1"/>
          </p:cNvSpPr>
          <p:nvPr/>
        </p:nvSpPr>
        <p:spPr bwMode="auto">
          <a:xfrm>
            <a:off x="8845996" y="1394327"/>
            <a:ext cx="207464" cy="209627"/>
          </a:xfrm>
          <a:custGeom>
            <a:avLst/>
            <a:gdLst>
              <a:gd name="T0" fmla="*/ 136 w 146"/>
              <a:gd name="T1" fmla="*/ 37 h 146"/>
              <a:gd name="T2" fmla="*/ 146 w 146"/>
              <a:gd name="T3" fmla="*/ 73 h 146"/>
              <a:gd name="T4" fmla="*/ 136 w 146"/>
              <a:gd name="T5" fmla="*/ 109 h 146"/>
              <a:gd name="T6" fmla="*/ 110 w 146"/>
              <a:gd name="T7" fmla="*/ 136 h 146"/>
              <a:gd name="T8" fmla="*/ 73 w 146"/>
              <a:gd name="T9" fmla="*/ 146 h 146"/>
              <a:gd name="T10" fmla="*/ 37 w 146"/>
              <a:gd name="T11" fmla="*/ 136 h 146"/>
              <a:gd name="T12" fmla="*/ 10 w 146"/>
              <a:gd name="T13" fmla="*/ 109 h 146"/>
              <a:gd name="T14" fmla="*/ 0 w 146"/>
              <a:gd name="T15" fmla="*/ 73 h 146"/>
              <a:gd name="T16" fmla="*/ 10 w 146"/>
              <a:gd name="T17" fmla="*/ 37 h 146"/>
              <a:gd name="T18" fmla="*/ 37 w 146"/>
              <a:gd name="T19" fmla="*/ 10 h 146"/>
              <a:gd name="T20" fmla="*/ 73 w 146"/>
              <a:gd name="T21" fmla="*/ 0 h 146"/>
              <a:gd name="T22" fmla="*/ 110 w 146"/>
              <a:gd name="T23" fmla="*/ 10 h 146"/>
              <a:gd name="T24" fmla="*/ 136 w 146"/>
              <a:gd name="T25" fmla="*/ 37 h 146"/>
              <a:gd name="T26" fmla="*/ 118 w 146"/>
              <a:gd name="T27" fmla="*/ 99 h 146"/>
              <a:gd name="T28" fmla="*/ 125 w 146"/>
              <a:gd name="T29" fmla="*/ 73 h 146"/>
              <a:gd name="T30" fmla="*/ 118 w 146"/>
              <a:gd name="T31" fmla="*/ 47 h 146"/>
              <a:gd name="T32" fmla="*/ 99 w 146"/>
              <a:gd name="T33" fmla="*/ 28 h 146"/>
              <a:gd name="T34" fmla="*/ 73 w 146"/>
              <a:gd name="T35" fmla="*/ 22 h 146"/>
              <a:gd name="T36" fmla="*/ 47 w 146"/>
              <a:gd name="T37" fmla="*/ 28 h 146"/>
              <a:gd name="T38" fmla="*/ 29 w 146"/>
              <a:gd name="T39" fmla="*/ 47 h 146"/>
              <a:gd name="T40" fmla="*/ 22 w 146"/>
              <a:gd name="T41" fmla="*/ 73 h 146"/>
              <a:gd name="T42" fmla="*/ 29 w 146"/>
              <a:gd name="T43" fmla="*/ 99 h 146"/>
              <a:gd name="T44" fmla="*/ 47 w 146"/>
              <a:gd name="T45" fmla="*/ 118 h 146"/>
              <a:gd name="T46" fmla="*/ 73 w 146"/>
              <a:gd name="T47" fmla="*/ 124 h 146"/>
              <a:gd name="T48" fmla="*/ 99 w 146"/>
              <a:gd name="T49" fmla="*/ 118 h 146"/>
              <a:gd name="T50" fmla="*/ 118 w 146"/>
              <a:gd name="T51" fmla="*/ 99 h 146"/>
              <a:gd name="T52" fmla="*/ 112 w 146"/>
              <a:gd name="T53" fmla="*/ 73 h 146"/>
              <a:gd name="T54" fmla="*/ 109 w 146"/>
              <a:gd name="T55" fmla="*/ 78 h 146"/>
              <a:gd name="T56" fmla="*/ 58 w 146"/>
              <a:gd name="T57" fmla="*/ 108 h 146"/>
              <a:gd name="T58" fmla="*/ 55 w 146"/>
              <a:gd name="T59" fmla="*/ 109 h 146"/>
              <a:gd name="T60" fmla="*/ 52 w 146"/>
              <a:gd name="T61" fmla="*/ 109 h 146"/>
              <a:gd name="T62" fmla="*/ 49 w 146"/>
              <a:gd name="T63" fmla="*/ 103 h 146"/>
              <a:gd name="T64" fmla="*/ 49 w 146"/>
              <a:gd name="T65" fmla="*/ 43 h 146"/>
              <a:gd name="T66" fmla="*/ 52 w 146"/>
              <a:gd name="T67" fmla="*/ 37 h 146"/>
              <a:gd name="T68" fmla="*/ 58 w 146"/>
              <a:gd name="T69" fmla="*/ 38 h 146"/>
              <a:gd name="T70" fmla="*/ 109 w 146"/>
              <a:gd name="T71" fmla="*/ 68 h 146"/>
              <a:gd name="T72" fmla="*/ 112 w 146"/>
              <a:gd name="T73" fmla="*/ 73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46" h="146">
                <a:moveTo>
                  <a:pt x="136" y="37"/>
                </a:moveTo>
                <a:cubicBezTo>
                  <a:pt x="142" y="48"/>
                  <a:pt x="146" y="60"/>
                  <a:pt x="146" y="73"/>
                </a:cubicBezTo>
                <a:cubicBezTo>
                  <a:pt x="146" y="86"/>
                  <a:pt x="142" y="98"/>
                  <a:pt x="136" y="109"/>
                </a:cubicBezTo>
                <a:cubicBezTo>
                  <a:pt x="129" y="121"/>
                  <a:pt x="121" y="129"/>
                  <a:pt x="110" y="136"/>
                </a:cubicBezTo>
                <a:cubicBezTo>
                  <a:pt x="98" y="142"/>
                  <a:pt x="86" y="146"/>
                  <a:pt x="73" y="146"/>
                </a:cubicBezTo>
                <a:cubicBezTo>
                  <a:pt x="60" y="146"/>
                  <a:pt x="48" y="142"/>
                  <a:pt x="37" y="136"/>
                </a:cubicBezTo>
                <a:cubicBezTo>
                  <a:pt x="26" y="129"/>
                  <a:pt x="17" y="121"/>
                  <a:pt x="10" y="109"/>
                </a:cubicBezTo>
                <a:cubicBezTo>
                  <a:pt x="4" y="98"/>
                  <a:pt x="0" y="86"/>
                  <a:pt x="0" y="73"/>
                </a:cubicBezTo>
                <a:cubicBezTo>
                  <a:pt x="0" y="60"/>
                  <a:pt x="4" y="48"/>
                  <a:pt x="10" y="37"/>
                </a:cubicBezTo>
                <a:cubicBezTo>
                  <a:pt x="17" y="25"/>
                  <a:pt x="26" y="17"/>
                  <a:pt x="37" y="10"/>
                </a:cubicBezTo>
                <a:cubicBezTo>
                  <a:pt x="48" y="4"/>
                  <a:pt x="60" y="0"/>
                  <a:pt x="73" y="0"/>
                </a:cubicBezTo>
                <a:cubicBezTo>
                  <a:pt x="86" y="0"/>
                  <a:pt x="98" y="4"/>
                  <a:pt x="110" y="10"/>
                </a:cubicBezTo>
                <a:cubicBezTo>
                  <a:pt x="121" y="17"/>
                  <a:pt x="129" y="25"/>
                  <a:pt x="136" y="37"/>
                </a:cubicBezTo>
                <a:close/>
                <a:moveTo>
                  <a:pt x="118" y="99"/>
                </a:moveTo>
                <a:cubicBezTo>
                  <a:pt x="122" y="91"/>
                  <a:pt x="125" y="82"/>
                  <a:pt x="125" y="73"/>
                </a:cubicBezTo>
                <a:cubicBezTo>
                  <a:pt x="125" y="64"/>
                  <a:pt x="122" y="55"/>
                  <a:pt x="118" y="47"/>
                </a:cubicBezTo>
                <a:cubicBezTo>
                  <a:pt x="113" y="39"/>
                  <a:pt x="107" y="33"/>
                  <a:pt x="99" y="28"/>
                </a:cubicBezTo>
                <a:cubicBezTo>
                  <a:pt x="91" y="24"/>
                  <a:pt x="82" y="22"/>
                  <a:pt x="73" y="22"/>
                </a:cubicBezTo>
                <a:cubicBezTo>
                  <a:pt x="64" y="22"/>
                  <a:pt x="55" y="24"/>
                  <a:pt x="47" y="28"/>
                </a:cubicBezTo>
                <a:cubicBezTo>
                  <a:pt x="39" y="33"/>
                  <a:pt x="33" y="39"/>
                  <a:pt x="29" y="47"/>
                </a:cubicBezTo>
                <a:cubicBezTo>
                  <a:pt x="24" y="55"/>
                  <a:pt x="22" y="64"/>
                  <a:pt x="22" y="73"/>
                </a:cubicBezTo>
                <a:cubicBezTo>
                  <a:pt x="22" y="82"/>
                  <a:pt x="24" y="91"/>
                  <a:pt x="29" y="99"/>
                </a:cubicBezTo>
                <a:cubicBezTo>
                  <a:pt x="33" y="107"/>
                  <a:pt x="39" y="113"/>
                  <a:pt x="47" y="118"/>
                </a:cubicBezTo>
                <a:cubicBezTo>
                  <a:pt x="55" y="122"/>
                  <a:pt x="64" y="124"/>
                  <a:pt x="73" y="124"/>
                </a:cubicBezTo>
                <a:cubicBezTo>
                  <a:pt x="82" y="124"/>
                  <a:pt x="91" y="122"/>
                  <a:pt x="99" y="118"/>
                </a:cubicBezTo>
                <a:cubicBezTo>
                  <a:pt x="107" y="113"/>
                  <a:pt x="113" y="107"/>
                  <a:pt x="118" y="99"/>
                </a:cubicBezTo>
                <a:close/>
                <a:moveTo>
                  <a:pt x="112" y="73"/>
                </a:moveTo>
                <a:cubicBezTo>
                  <a:pt x="112" y="75"/>
                  <a:pt x="111" y="77"/>
                  <a:pt x="109" y="78"/>
                </a:cubicBezTo>
                <a:cubicBezTo>
                  <a:pt x="58" y="108"/>
                  <a:pt x="58" y="108"/>
                  <a:pt x="58" y="108"/>
                </a:cubicBezTo>
                <a:cubicBezTo>
                  <a:pt x="57" y="109"/>
                  <a:pt x="56" y="109"/>
                  <a:pt x="55" y="109"/>
                </a:cubicBezTo>
                <a:cubicBezTo>
                  <a:pt x="54" y="109"/>
                  <a:pt x="53" y="109"/>
                  <a:pt x="52" y="109"/>
                </a:cubicBezTo>
                <a:cubicBezTo>
                  <a:pt x="50" y="107"/>
                  <a:pt x="49" y="106"/>
                  <a:pt x="49" y="103"/>
                </a:cubicBezTo>
                <a:cubicBezTo>
                  <a:pt x="49" y="43"/>
                  <a:pt x="49" y="43"/>
                  <a:pt x="49" y="43"/>
                </a:cubicBezTo>
                <a:cubicBezTo>
                  <a:pt x="49" y="40"/>
                  <a:pt x="50" y="39"/>
                  <a:pt x="52" y="37"/>
                </a:cubicBezTo>
                <a:cubicBezTo>
                  <a:pt x="54" y="36"/>
                  <a:pt x="56" y="36"/>
                  <a:pt x="58" y="38"/>
                </a:cubicBezTo>
                <a:cubicBezTo>
                  <a:pt x="109" y="68"/>
                  <a:pt x="109" y="68"/>
                  <a:pt x="109" y="68"/>
                </a:cubicBezTo>
                <a:cubicBezTo>
                  <a:pt x="111" y="69"/>
                  <a:pt x="112" y="71"/>
                  <a:pt x="112" y="7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2" name="Freeform 34"/>
          <p:cNvSpPr>
            <a:spLocks/>
          </p:cNvSpPr>
          <p:nvPr/>
        </p:nvSpPr>
        <p:spPr bwMode="auto">
          <a:xfrm>
            <a:off x="9118293" y="1394327"/>
            <a:ext cx="207464" cy="209627"/>
          </a:xfrm>
          <a:custGeom>
            <a:avLst/>
            <a:gdLst>
              <a:gd name="T0" fmla="*/ 146 w 146"/>
              <a:gd name="T1" fmla="*/ 12 h 146"/>
              <a:gd name="T2" fmla="*/ 146 w 146"/>
              <a:gd name="T3" fmla="*/ 55 h 146"/>
              <a:gd name="T4" fmla="*/ 144 w 146"/>
              <a:gd name="T5" fmla="*/ 59 h 146"/>
              <a:gd name="T6" fmla="*/ 140 w 146"/>
              <a:gd name="T7" fmla="*/ 61 h 146"/>
              <a:gd name="T8" fmla="*/ 97 w 146"/>
              <a:gd name="T9" fmla="*/ 61 h 146"/>
              <a:gd name="T10" fmla="*/ 92 w 146"/>
              <a:gd name="T11" fmla="*/ 57 h 146"/>
              <a:gd name="T12" fmla="*/ 93 w 146"/>
              <a:gd name="T13" fmla="*/ 51 h 146"/>
              <a:gd name="T14" fmla="*/ 106 w 146"/>
              <a:gd name="T15" fmla="*/ 38 h 146"/>
              <a:gd name="T16" fmla="*/ 73 w 146"/>
              <a:gd name="T17" fmla="*/ 25 h 146"/>
              <a:gd name="T18" fmla="*/ 54 w 146"/>
              <a:gd name="T19" fmla="*/ 28 h 146"/>
              <a:gd name="T20" fmla="*/ 39 w 146"/>
              <a:gd name="T21" fmla="*/ 39 h 146"/>
              <a:gd name="T22" fmla="*/ 28 w 146"/>
              <a:gd name="T23" fmla="*/ 54 h 146"/>
              <a:gd name="T24" fmla="*/ 25 w 146"/>
              <a:gd name="T25" fmla="*/ 73 h 146"/>
              <a:gd name="T26" fmla="*/ 28 w 146"/>
              <a:gd name="T27" fmla="*/ 92 h 146"/>
              <a:gd name="T28" fmla="*/ 39 w 146"/>
              <a:gd name="T29" fmla="*/ 107 h 146"/>
              <a:gd name="T30" fmla="*/ 54 w 146"/>
              <a:gd name="T31" fmla="*/ 118 h 146"/>
              <a:gd name="T32" fmla="*/ 73 w 146"/>
              <a:gd name="T33" fmla="*/ 121 h 146"/>
              <a:gd name="T34" fmla="*/ 94 w 146"/>
              <a:gd name="T35" fmla="*/ 116 h 146"/>
              <a:gd name="T36" fmla="*/ 111 w 146"/>
              <a:gd name="T37" fmla="*/ 103 h 146"/>
              <a:gd name="T38" fmla="*/ 113 w 146"/>
              <a:gd name="T39" fmla="*/ 101 h 146"/>
              <a:gd name="T40" fmla="*/ 116 w 146"/>
              <a:gd name="T41" fmla="*/ 102 h 146"/>
              <a:gd name="T42" fmla="*/ 129 w 146"/>
              <a:gd name="T43" fmla="*/ 115 h 146"/>
              <a:gd name="T44" fmla="*/ 130 w 146"/>
              <a:gd name="T45" fmla="*/ 117 h 146"/>
              <a:gd name="T46" fmla="*/ 129 w 146"/>
              <a:gd name="T47" fmla="*/ 119 h 146"/>
              <a:gd name="T48" fmla="*/ 104 w 146"/>
              <a:gd name="T49" fmla="*/ 139 h 146"/>
              <a:gd name="T50" fmla="*/ 73 w 146"/>
              <a:gd name="T51" fmla="*/ 146 h 146"/>
              <a:gd name="T52" fmla="*/ 45 w 146"/>
              <a:gd name="T53" fmla="*/ 140 h 146"/>
              <a:gd name="T54" fmla="*/ 22 w 146"/>
              <a:gd name="T55" fmla="*/ 124 h 146"/>
              <a:gd name="T56" fmla="*/ 6 w 146"/>
              <a:gd name="T57" fmla="*/ 101 h 146"/>
              <a:gd name="T58" fmla="*/ 0 w 146"/>
              <a:gd name="T59" fmla="*/ 73 h 146"/>
              <a:gd name="T60" fmla="*/ 6 w 146"/>
              <a:gd name="T61" fmla="*/ 45 h 146"/>
              <a:gd name="T62" fmla="*/ 22 w 146"/>
              <a:gd name="T63" fmla="*/ 22 h 146"/>
              <a:gd name="T64" fmla="*/ 45 w 146"/>
              <a:gd name="T65" fmla="*/ 6 h 146"/>
              <a:gd name="T66" fmla="*/ 73 w 146"/>
              <a:gd name="T67" fmla="*/ 0 h 146"/>
              <a:gd name="T68" fmla="*/ 100 w 146"/>
              <a:gd name="T69" fmla="*/ 6 h 146"/>
              <a:gd name="T70" fmla="*/ 123 w 146"/>
              <a:gd name="T71" fmla="*/ 20 h 146"/>
              <a:gd name="T72" fmla="*/ 135 w 146"/>
              <a:gd name="T73" fmla="*/ 8 h 146"/>
              <a:gd name="T74" fmla="*/ 142 w 146"/>
              <a:gd name="T75" fmla="*/ 7 h 146"/>
              <a:gd name="T76" fmla="*/ 146 w 146"/>
              <a:gd name="T77" fmla="*/ 12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46" h="146">
                <a:moveTo>
                  <a:pt x="146" y="12"/>
                </a:moveTo>
                <a:cubicBezTo>
                  <a:pt x="146" y="55"/>
                  <a:pt x="146" y="55"/>
                  <a:pt x="146" y="55"/>
                </a:cubicBezTo>
                <a:cubicBezTo>
                  <a:pt x="146" y="56"/>
                  <a:pt x="145" y="58"/>
                  <a:pt x="144" y="59"/>
                </a:cubicBezTo>
                <a:cubicBezTo>
                  <a:pt x="143" y="60"/>
                  <a:pt x="141" y="61"/>
                  <a:pt x="140" y="61"/>
                </a:cubicBezTo>
                <a:cubicBezTo>
                  <a:pt x="97" y="61"/>
                  <a:pt x="97" y="61"/>
                  <a:pt x="97" y="61"/>
                </a:cubicBezTo>
                <a:cubicBezTo>
                  <a:pt x="95" y="61"/>
                  <a:pt x="93" y="60"/>
                  <a:pt x="92" y="57"/>
                </a:cubicBezTo>
                <a:cubicBezTo>
                  <a:pt x="91" y="55"/>
                  <a:pt x="91" y="52"/>
                  <a:pt x="93" y="51"/>
                </a:cubicBezTo>
                <a:cubicBezTo>
                  <a:pt x="106" y="38"/>
                  <a:pt x="106" y="38"/>
                  <a:pt x="106" y="38"/>
                </a:cubicBezTo>
                <a:cubicBezTo>
                  <a:pt x="97" y="29"/>
                  <a:pt x="86" y="25"/>
                  <a:pt x="73" y="25"/>
                </a:cubicBezTo>
                <a:cubicBezTo>
                  <a:pt x="66" y="25"/>
                  <a:pt x="60" y="26"/>
                  <a:pt x="54" y="28"/>
                </a:cubicBezTo>
                <a:cubicBezTo>
                  <a:pt x="48" y="31"/>
                  <a:pt x="43" y="34"/>
                  <a:pt x="39" y="39"/>
                </a:cubicBezTo>
                <a:cubicBezTo>
                  <a:pt x="34" y="43"/>
                  <a:pt x="31" y="48"/>
                  <a:pt x="28" y="54"/>
                </a:cubicBezTo>
                <a:cubicBezTo>
                  <a:pt x="26" y="60"/>
                  <a:pt x="25" y="66"/>
                  <a:pt x="25" y="73"/>
                </a:cubicBezTo>
                <a:cubicBezTo>
                  <a:pt x="25" y="80"/>
                  <a:pt x="26" y="86"/>
                  <a:pt x="28" y="92"/>
                </a:cubicBezTo>
                <a:cubicBezTo>
                  <a:pt x="31" y="98"/>
                  <a:pt x="34" y="103"/>
                  <a:pt x="39" y="107"/>
                </a:cubicBezTo>
                <a:cubicBezTo>
                  <a:pt x="43" y="112"/>
                  <a:pt x="48" y="115"/>
                  <a:pt x="54" y="118"/>
                </a:cubicBezTo>
                <a:cubicBezTo>
                  <a:pt x="60" y="120"/>
                  <a:pt x="66" y="121"/>
                  <a:pt x="73" y="121"/>
                </a:cubicBezTo>
                <a:cubicBezTo>
                  <a:pt x="80" y="121"/>
                  <a:pt x="88" y="120"/>
                  <a:pt x="94" y="116"/>
                </a:cubicBezTo>
                <a:cubicBezTo>
                  <a:pt x="101" y="113"/>
                  <a:pt x="107" y="109"/>
                  <a:pt x="111" y="103"/>
                </a:cubicBezTo>
                <a:cubicBezTo>
                  <a:pt x="112" y="102"/>
                  <a:pt x="112" y="102"/>
                  <a:pt x="113" y="101"/>
                </a:cubicBezTo>
                <a:cubicBezTo>
                  <a:pt x="114" y="101"/>
                  <a:pt x="115" y="102"/>
                  <a:pt x="116" y="102"/>
                </a:cubicBezTo>
                <a:cubicBezTo>
                  <a:pt x="129" y="115"/>
                  <a:pt x="129" y="115"/>
                  <a:pt x="129" y="115"/>
                </a:cubicBezTo>
                <a:cubicBezTo>
                  <a:pt x="129" y="116"/>
                  <a:pt x="130" y="116"/>
                  <a:pt x="130" y="117"/>
                </a:cubicBezTo>
                <a:cubicBezTo>
                  <a:pt x="130" y="118"/>
                  <a:pt x="129" y="119"/>
                  <a:pt x="129" y="119"/>
                </a:cubicBezTo>
                <a:cubicBezTo>
                  <a:pt x="122" y="128"/>
                  <a:pt x="114" y="134"/>
                  <a:pt x="104" y="139"/>
                </a:cubicBezTo>
                <a:cubicBezTo>
                  <a:pt x="94" y="143"/>
                  <a:pt x="84" y="146"/>
                  <a:pt x="73" y="146"/>
                </a:cubicBezTo>
                <a:cubicBezTo>
                  <a:pt x="63" y="146"/>
                  <a:pt x="54" y="144"/>
                  <a:pt x="45" y="140"/>
                </a:cubicBezTo>
                <a:cubicBezTo>
                  <a:pt x="36" y="136"/>
                  <a:pt x="28" y="131"/>
                  <a:pt x="22" y="124"/>
                </a:cubicBezTo>
                <a:cubicBezTo>
                  <a:pt x="15" y="118"/>
                  <a:pt x="10" y="110"/>
                  <a:pt x="6" y="101"/>
                </a:cubicBezTo>
                <a:cubicBezTo>
                  <a:pt x="2" y="92"/>
                  <a:pt x="0" y="83"/>
                  <a:pt x="0" y="73"/>
                </a:cubicBezTo>
                <a:cubicBezTo>
                  <a:pt x="0" y="63"/>
                  <a:pt x="2" y="54"/>
                  <a:pt x="6" y="45"/>
                </a:cubicBezTo>
                <a:cubicBezTo>
                  <a:pt x="10" y="36"/>
                  <a:pt x="15" y="28"/>
                  <a:pt x="22" y="22"/>
                </a:cubicBezTo>
                <a:cubicBezTo>
                  <a:pt x="28" y="15"/>
                  <a:pt x="36" y="10"/>
                  <a:pt x="45" y="6"/>
                </a:cubicBezTo>
                <a:cubicBezTo>
                  <a:pt x="54" y="2"/>
                  <a:pt x="63" y="0"/>
                  <a:pt x="73" y="0"/>
                </a:cubicBezTo>
                <a:cubicBezTo>
                  <a:pt x="82" y="0"/>
                  <a:pt x="91" y="2"/>
                  <a:pt x="100" y="6"/>
                </a:cubicBezTo>
                <a:cubicBezTo>
                  <a:pt x="109" y="9"/>
                  <a:pt x="116" y="14"/>
                  <a:pt x="123" y="20"/>
                </a:cubicBezTo>
                <a:cubicBezTo>
                  <a:pt x="135" y="8"/>
                  <a:pt x="135" y="8"/>
                  <a:pt x="135" y="8"/>
                </a:cubicBezTo>
                <a:cubicBezTo>
                  <a:pt x="137" y="6"/>
                  <a:pt x="139" y="6"/>
                  <a:pt x="142" y="7"/>
                </a:cubicBezTo>
                <a:cubicBezTo>
                  <a:pt x="144" y="8"/>
                  <a:pt x="146" y="10"/>
                  <a:pt x="146" y="1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3" name="Freeform 35"/>
          <p:cNvSpPr>
            <a:spLocks noEditPoints="1"/>
          </p:cNvSpPr>
          <p:nvPr/>
        </p:nvSpPr>
        <p:spPr bwMode="auto">
          <a:xfrm>
            <a:off x="9390592" y="1394327"/>
            <a:ext cx="207464" cy="209627"/>
          </a:xfrm>
          <a:custGeom>
            <a:avLst/>
            <a:gdLst>
              <a:gd name="T0" fmla="*/ 143 w 145"/>
              <a:gd name="T1" fmla="*/ 88 h 146"/>
              <a:gd name="T2" fmla="*/ 143 w 145"/>
              <a:gd name="T3" fmla="*/ 89 h 146"/>
              <a:gd name="T4" fmla="*/ 118 w 145"/>
              <a:gd name="T5" fmla="*/ 130 h 146"/>
              <a:gd name="T6" fmla="*/ 72 w 145"/>
              <a:gd name="T7" fmla="*/ 146 h 146"/>
              <a:gd name="T8" fmla="*/ 46 w 145"/>
              <a:gd name="T9" fmla="*/ 140 h 146"/>
              <a:gd name="T10" fmla="*/ 23 w 145"/>
              <a:gd name="T11" fmla="*/ 126 h 146"/>
              <a:gd name="T12" fmla="*/ 11 w 145"/>
              <a:gd name="T13" fmla="*/ 138 h 146"/>
              <a:gd name="T14" fmla="*/ 6 w 145"/>
              <a:gd name="T15" fmla="*/ 140 h 146"/>
              <a:gd name="T16" fmla="*/ 2 w 145"/>
              <a:gd name="T17" fmla="*/ 138 h 146"/>
              <a:gd name="T18" fmla="*/ 0 w 145"/>
              <a:gd name="T19" fmla="*/ 133 h 146"/>
              <a:gd name="T20" fmla="*/ 0 w 145"/>
              <a:gd name="T21" fmla="*/ 91 h 146"/>
              <a:gd name="T22" fmla="*/ 2 w 145"/>
              <a:gd name="T23" fmla="*/ 87 h 146"/>
              <a:gd name="T24" fmla="*/ 6 w 145"/>
              <a:gd name="T25" fmla="*/ 85 h 146"/>
              <a:gd name="T26" fmla="*/ 49 w 145"/>
              <a:gd name="T27" fmla="*/ 85 h 146"/>
              <a:gd name="T28" fmla="*/ 53 w 145"/>
              <a:gd name="T29" fmla="*/ 87 h 146"/>
              <a:gd name="T30" fmla="*/ 55 w 145"/>
              <a:gd name="T31" fmla="*/ 91 h 146"/>
              <a:gd name="T32" fmla="*/ 53 w 145"/>
              <a:gd name="T33" fmla="*/ 95 h 146"/>
              <a:gd name="T34" fmla="*/ 40 w 145"/>
              <a:gd name="T35" fmla="*/ 108 h 146"/>
              <a:gd name="T36" fmla="*/ 55 w 145"/>
              <a:gd name="T37" fmla="*/ 118 h 146"/>
              <a:gd name="T38" fmla="*/ 73 w 145"/>
              <a:gd name="T39" fmla="*/ 121 h 146"/>
              <a:gd name="T40" fmla="*/ 96 w 145"/>
              <a:gd name="T41" fmla="*/ 115 h 146"/>
              <a:gd name="T42" fmla="*/ 114 w 145"/>
              <a:gd name="T43" fmla="*/ 98 h 146"/>
              <a:gd name="T44" fmla="*/ 119 w 145"/>
              <a:gd name="T45" fmla="*/ 87 h 146"/>
              <a:gd name="T46" fmla="*/ 122 w 145"/>
              <a:gd name="T47" fmla="*/ 85 h 146"/>
              <a:gd name="T48" fmla="*/ 140 w 145"/>
              <a:gd name="T49" fmla="*/ 85 h 146"/>
              <a:gd name="T50" fmla="*/ 142 w 145"/>
              <a:gd name="T51" fmla="*/ 86 h 146"/>
              <a:gd name="T52" fmla="*/ 143 w 145"/>
              <a:gd name="T53" fmla="*/ 88 h 146"/>
              <a:gd name="T54" fmla="*/ 145 w 145"/>
              <a:gd name="T55" fmla="*/ 12 h 146"/>
              <a:gd name="T56" fmla="*/ 145 w 145"/>
              <a:gd name="T57" fmla="*/ 55 h 146"/>
              <a:gd name="T58" fmla="*/ 144 w 145"/>
              <a:gd name="T59" fmla="*/ 59 h 146"/>
              <a:gd name="T60" fmla="*/ 139 w 145"/>
              <a:gd name="T61" fmla="*/ 61 h 146"/>
              <a:gd name="T62" fmla="*/ 97 w 145"/>
              <a:gd name="T63" fmla="*/ 61 h 146"/>
              <a:gd name="T64" fmla="*/ 93 w 145"/>
              <a:gd name="T65" fmla="*/ 59 h 146"/>
              <a:gd name="T66" fmla="*/ 91 w 145"/>
              <a:gd name="T67" fmla="*/ 55 h 146"/>
              <a:gd name="T68" fmla="*/ 93 w 145"/>
              <a:gd name="T69" fmla="*/ 51 h 146"/>
              <a:gd name="T70" fmla="*/ 106 w 145"/>
              <a:gd name="T71" fmla="*/ 38 h 146"/>
              <a:gd name="T72" fmla="*/ 73 w 145"/>
              <a:gd name="T73" fmla="*/ 25 h 146"/>
              <a:gd name="T74" fmla="*/ 49 w 145"/>
              <a:gd name="T75" fmla="*/ 31 h 146"/>
              <a:gd name="T76" fmla="*/ 32 w 145"/>
              <a:gd name="T77" fmla="*/ 48 h 146"/>
              <a:gd name="T78" fmla="*/ 27 w 145"/>
              <a:gd name="T79" fmla="*/ 59 h 146"/>
              <a:gd name="T80" fmla="*/ 24 w 145"/>
              <a:gd name="T81" fmla="*/ 61 h 146"/>
              <a:gd name="T82" fmla="*/ 5 w 145"/>
              <a:gd name="T83" fmla="*/ 61 h 146"/>
              <a:gd name="T84" fmla="*/ 3 w 145"/>
              <a:gd name="T85" fmla="*/ 60 h 146"/>
              <a:gd name="T86" fmla="*/ 2 w 145"/>
              <a:gd name="T87" fmla="*/ 58 h 146"/>
              <a:gd name="T88" fmla="*/ 2 w 145"/>
              <a:gd name="T89" fmla="*/ 57 h 146"/>
              <a:gd name="T90" fmla="*/ 27 w 145"/>
              <a:gd name="T91" fmla="*/ 16 h 146"/>
              <a:gd name="T92" fmla="*/ 73 w 145"/>
              <a:gd name="T93" fmla="*/ 0 h 146"/>
              <a:gd name="T94" fmla="*/ 100 w 145"/>
              <a:gd name="T95" fmla="*/ 6 h 146"/>
              <a:gd name="T96" fmla="*/ 123 w 145"/>
              <a:gd name="T97" fmla="*/ 20 h 146"/>
              <a:gd name="T98" fmla="*/ 135 w 145"/>
              <a:gd name="T99" fmla="*/ 8 h 146"/>
              <a:gd name="T100" fmla="*/ 139 w 145"/>
              <a:gd name="T101" fmla="*/ 6 h 146"/>
              <a:gd name="T102" fmla="*/ 144 w 145"/>
              <a:gd name="T103" fmla="*/ 8 h 146"/>
              <a:gd name="T104" fmla="*/ 145 w 145"/>
              <a:gd name="T105" fmla="*/ 12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45" h="146">
                <a:moveTo>
                  <a:pt x="143" y="88"/>
                </a:moveTo>
                <a:cubicBezTo>
                  <a:pt x="143" y="88"/>
                  <a:pt x="143" y="89"/>
                  <a:pt x="143" y="89"/>
                </a:cubicBezTo>
                <a:cubicBezTo>
                  <a:pt x="139" y="106"/>
                  <a:pt x="130" y="119"/>
                  <a:pt x="118" y="130"/>
                </a:cubicBezTo>
                <a:cubicBezTo>
                  <a:pt x="105" y="140"/>
                  <a:pt x="90" y="146"/>
                  <a:pt x="72" y="146"/>
                </a:cubicBezTo>
                <a:cubicBezTo>
                  <a:pt x="63" y="146"/>
                  <a:pt x="54" y="144"/>
                  <a:pt x="46" y="140"/>
                </a:cubicBezTo>
                <a:cubicBezTo>
                  <a:pt x="37" y="137"/>
                  <a:pt x="29" y="132"/>
                  <a:pt x="23" y="126"/>
                </a:cubicBezTo>
                <a:cubicBezTo>
                  <a:pt x="11" y="138"/>
                  <a:pt x="11" y="138"/>
                  <a:pt x="11" y="138"/>
                </a:cubicBezTo>
                <a:cubicBezTo>
                  <a:pt x="9" y="139"/>
                  <a:pt x="8" y="140"/>
                  <a:pt x="6" y="140"/>
                </a:cubicBezTo>
                <a:cubicBezTo>
                  <a:pt x="5" y="140"/>
                  <a:pt x="3" y="139"/>
                  <a:pt x="2" y="138"/>
                </a:cubicBezTo>
                <a:cubicBezTo>
                  <a:pt x="1" y="137"/>
                  <a:pt x="0" y="135"/>
                  <a:pt x="0" y="133"/>
                </a:cubicBezTo>
                <a:cubicBezTo>
                  <a:pt x="0" y="91"/>
                  <a:pt x="0" y="91"/>
                  <a:pt x="0" y="91"/>
                </a:cubicBezTo>
                <a:cubicBezTo>
                  <a:pt x="0" y="89"/>
                  <a:pt x="1" y="88"/>
                  <a:pt x="2" y="87"/>
                </a:cubicBezTo>
                <a:cubicBezTo>
                  <a:pt x="3" y="86"/>
                  <a:pt x="5" y="85"/>
                  <a:pt x="6" y="85"/>
                </a:cubicBezTo>
                <a:cubicBezTo>
                  <a:pt x="49" y="85"/>
                  <a:pt x="49" y="85"/>
                  <a:pt x="49" y="85"/>
                </a:cubicBezTo>
                <a:cubicBezTo>
                  <a:pt x="50" y="85"/>
                  <a:pt x="52" y="86"/>
                  <a:pt x="53" y="87"/>
                </a:cubicBezTo>
                <a:cubicBezTo>
                  <a:pt x="54" y="88"/>
                  <a:pt x="55" y="89"/>
                  <a:pt x="55" y="91"/>
                </a:cubicBezTo>
                <a:cubicBezTo>
                  <a:pt x="55" y="93"/>
                  <a:pt x="54" y="94"/>
                  <a:pt x="53" y="95"/>
                </a:cubicBezTo>
                <a:cubicBezTo>
                  <a:pt x="40" y="108"/>
                  <a:pt x="40" y="108"/>
                  <a:pt x="40" y="108"/>
                </a:cubicBezTo>
                <a:cubicBezTo>
                  <a:pt x="44" y="112"/>
                  <a:pt x="49" y="116"/>
                  <a:pt x="55" y="118"/>
                </a:cubicBezTo>
                <a:cubicBezTo>
                  <a:pt x="61" y="120"/>
                  <a:pt x="67" y="121"/>
                  <a:pt x="73" y="121"/>
                </a:cubicBezTo>
                <a:cubicBezTo>
                  <a:pt x="81" y="121"/>
                  <a:pt x="89" y="119"/>
                  <a:pt x="96" y="115"/>
                </a:cubicBezTo>
                <a:cubicBezTo>
                  <a:pt x="104" y="111"/>
                  <a:pt x="110" y="105"/>
                  <a:pt x="114" y="98"/>
                </a:cubicBezTo>
                <a:cubicBezTo>
                  <a:pt x="115" y="97"/>
                  <a:pt x="116" y="94"/>
                  <a:pt x="119" y="87"/>
                </a:cubicBezTo>
                <a:cubicBezTo>
                  <a:pt x="120" y="86"/>
                  <a:pt x="121" y="85"/>
                  <a:pt x="122" y="85"/>
                </a:cubicBezTo>
                <a:cubicBezTo>
                  <a:pt x="140" y="85"/>
                  <a:pt x="140" y="85"/>
                  <a:pt x="140" y="85"/>
                </a:cubicBezTo>
                <a:cubicBezTo>
                  <a:pt x="141" y="85"/>
                  <a:pt x="142" y="85"/>
                  <a:pt x="142" y="86"/>
                </a:cubicBezTo>
                <a:cubicBezTo>
                  <a:pt x="143" y="87"/>
                  <a:pt x="143" y="87"/>
                  <a:pt x="143" y="88"/>
                </a:cubicBezTo>
                <a:close/>
                <a:moveTo>
                  <a:pt x="145" y="12"/>
                </a:moveTo>
                <a:cubicBezTo>
                  <a:pt x="145" y="55"/>
                  <a:pt x="145" y="55"/>
                  <a:pt x="145" y="55"/>
                </a:cubicBezTo>
                <a:cubicBezTo>
                  <a:pt x="145" y="56"/>
                  <a:pt x="145" y="58"/>
                  <a:pt x="144" y="59"/>
                </a:cubicBezTo>
                <a:cubicBezTo>
                  <a:pt x="142" y="60"/>
                  <a:pt x="141" y="61"/>
                  <a:pt x="139" y="61"/>
                </a:cubicBezTo>
                <a:cubicBezTo>
                  <a:pt x="97" y="61"/>
                  <a:pt x="97" y="61"/>
                  <a:pt x="97" y="61"/>
                </a:cubicBezTo>
                <a:cubicBezTo>
                  <a:pt x="95" y="61"/>
                  <a:pt x="94" y="60"/>
                  <a:pt x="93" y="59"/>
                </a:cubicBezTo>
                <a:cubicBezTo>
                  <a:pt x="92" y="58"/>
                  <a:pt x="91" y="56"/>
                  <a:pt x="91" y="55"/>
                </a:cubicBezTo>
                <a:cubicBezTo>
                  <a:pt x="91" y="53"/>
                  <a:pt x="92" y="52"/>
                  <a:pt x="93" y="51"/>
                </a:cubicBezTo>
                <a:cubicBezTo>
                  <a:pt x="106" y="38"/>
                  <a:pt x="106" y="38"/>
                  <a:pt x="106" y="38"/>
                </a:cubicBezTo>
                <a:cubicBezTo>
                  <a:pt x="96" y="29"/>
                  <a:pt x="85" y="25"/>
                  <a:pt x="73" y="25"/>
                </a:cubicBezTo>
                <a:cubicBezTo>
                  <a:pt x="64" y="25"/>
                  <a:pt x="56" y="27"/>
                  <a:pt x="49" y="31"/>
                </a:cubicBezTo>
                <a:cubicBezTo>
                  <a:pt x="42" y="35"/>
                  <a:pt x="36" y="40"/>
                  <a:pt x="32" y="48"/>
                </a:cubicBezTo>
                <a:cubicBezTo>
                  <a:pt x="31" y="49"/>
                  <a:pt x="29" y="52"/>
                  <a:pt x="27" y="59"/>
                </a:cubicBezTo>
                <a:cubicBezTo>
                  <a:pt x="26" y="60"/>
                  <a:pt x="25" y="61"/>
                  <a:pt x="24" y="61"/>
                </a:cubicBezTo>
                <a:cubicBezTo>
                  <a:pt x="5" y="61"/>
                  <a:pt x="5" y="61"/>
                  <a:pt x="5" y="61"/>
                </a:cubicBezTo>
                <a:cubicBezTo>
                  <a:pt x="4" y="61"/>
                  <a:pt x="3" y="61"/>
                  <a:pt x="3" y="60"/>
                </a:cubicBezTo>
                <a:cubicBezTo>
                  <a:pt x="2" y="59"/>
                  <a:pt x="2" y="59"/>
                  <a:pt x="2" y="58"/>
                </a:cubicBezTo>
                <a:cubicBezTo>
                  <a:pt x="2" y="57"/>
                  <a:pt x="2" y="57"/>
                  <a:pt x="2" y="57"/>
                </a:cubicBezTo>
                <a:cubicBezTo>
                  <a:pt x="6" y="40"/>
                  <a:pt x="15" y="27"/>
                  <a:pt x="27" y="16"/>
                </a:cubicBezTo>
                <a:cubicBezTo>
                  <a:pt x="40" y="6"/>
                  <a:pt x="55" y="0"/>
                  <a:pt x="73" y="0"/>
                </a:cubicBezTo>
                <a:cubicBezTo>
                  <a:pt x="82" y="0"/>
                  <a:pt x="91" y="2"/>
                  <a:pt x="100" y="6"/>
                </a:cubicBezTo>
                <a:cubicBezTo>
                  <a:pt x="108" y="9"/>
                  <a:pt x="116" y="14"/>
                  <a:pt x="123" y="20"/>
                </a:cubicBezTo>
                <a:cubicBezTo>
                  <a:pt x="135" y="8"/>
                  <a:pt x="135" y="8"/>
                  <a:pt x="135" y="8"/>
                </a:cubicBezTo>
                <a:cubicBezTo>
                  <a:pt x="136" y="7"/>
                  <a:pt x="138" y="6"/>
                  <a:pt x="139" y="6"/>
                </a:cubicBezTo>
                <a:cubicBezTo>
                  <a:pt x="141" y="6"/>
                  <a:pt x="142" y="7"/>
                  <a:pt x="144" y="8"/>
                </a:cubicBezTo>
                <a:cubicBezTo>
                  <a:pt x="145" y="9"/>
                  <a:pt x="145" y="11"/>
                  <a:pt x="145" y="1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4" name="Freeform 36"/>
          <p:cNvSpPr>
            <a:spLocks noEditPoints="1"/>
          </p:cNvSpPr>
          <p:nvPr/>
        </p:nvSpPr>
        <p:spPr bwMode="auto">
          <a:xfrm>
            <a:off x="9662891" y="1394328"/>
            <a:ext cx="242043" cy="192337"/>
          </a:xfrm>
          <a:custGeom>
            <a:avLst/>
            <a:gdLst>
              <a:gd name="T0" fmla="*/ 169 w 169"/>
              <a:gd name="T1" fmla="*/ 118 h 133"/>
              <a:gd name="T2" fmla="*/ 154 w 169"/>
              <a:gd name="T3" fmla="*/ 133 h 133"/>
              <a:gd name="T4" fmla="*/ 5 w 169"/>
              <a:gd name="T5" fmla="*/ 129 h 133"/>
              <a:gd name="T6" fmla="*/ 0 w 169"/>
              <a:gd name="T7" fmla="*/ 15 h 133"/>
              <a:gd name="T8" fmla="*/ 15 w 169"/>
              <a:gd name="T9" fmla="*/ 0 h 133"/>
              <a:gd name="T10" fmla="*/ 165 w 169"/>
              <a:gd name="T11" fmla="*/ 5 h 133"/>
              <a:gd name="T12" fmla="*/ 157 w 169"/>
              <a:gd name="T13" fmla="*/ 118 h 133"/>
              <a:gd name="T14" fmla="*/ 156 w 169"/>
              <a:gd name="T15" fmla="*/ 38 h 133"/>
              <a:gd name="T16" fmla="*/ 15 w 169"/>
              <a:gd name="T17" fmla="*/ 37 h 133"/>
              <a:gd name="T18" fmla="*/ 12 w 169"/>
              <a:gd name="T19" fmla="*/ 40 h 133"/>
              <a:gd name="T20" fmla="*/ 13 w 169"/>
              <a:gd name="T21" fmla="*/ 120 h 133"/>
              <a:gd name="T22" fmla="*/ 154 w 169"/>
              <a:gd name="T23" fmla="*/ 121 h 133"/>
              <a:gd name="T24" fmla="*/ 157 w 169"/>
              <a:gd name="T25" fmla="*/ 118 h 133"/>
              <a:gd name="T26" fmla="*/ 36 w 169"/>
              <a:gd name="T27" fmla="*/ 58 h 133"/>
              <a:gd name="T28" fmla="*/ 33 w 169"/>
              <a:gd name="T29" fmla="*/ 61 h 133"/>
              <a:gd name="T30" fmla="*/ 25 w 169"/>
              <a:gd name="T31" fmla="*/ 60 h 133"/>
              <a:gd name="T32" fmla="*/ 24 w 169"/>
              <a:gd name="T33" fmla="*/ 52 h 133"/>
              <a:gd name="T34" fmla="*/ 27 w 169"/>
              <a:gd name="T35" fmla="*/ 49 h 133"/>
              <a:gd name="T36" fmla="*/ 35 w 169"/>
              <a:gd name="T37" fmla="*/ 50 h 133"/>
              <a:gd name="T38" fmla="*/ 36 w 169"/>
              <a:gd name="T39" fmla="*/ 76 h 133"/>
              <a:gd name="T40" fmla="*/ 35 w 169"/>
              <a:gd name="T41" fmla="*/ 84 h 133"/>
              <a:gd name="T42" fmla="*/ 27 w 169"/>
              <a:gd name="T43" fmla="*/ 85 h 133"/>
              <a:gd name="T44" fmla="*/ 24 w 169"/>
              <a:gd name="T45" fmla="*/ 82 h 133"/>
              <a:gd name="T46" fmla="*/ 25 w 169"/>
              <a:gd name="T47" fmla="*/ 74 h 133"/>
              <a:gd name="T48" fmla="*/ 33 w 169"/>
              <a:gd name="T49" fmla="*/ 73 h 133"/>
              <a:gd name="T50" fmla="*/ 36 w 169"/>
              <a:gd name="T51" fmla="*/ 76 h 133"/>
              <a:gd name="T52" fmla="*/ 36 w 169"/>
              <a:gd name="T53" fmla="*/ 106 h 133"/>
              <a:gd name="T54" fmla="*/ 33 w 169"/>
              <a:gd name="T55" fmla="*/ 109 h 133"/>
              <a:gd name="T56" fmla="*/ 25 w 169"/>
              <a:gd name="T57" fmla="*/ 108 h 133"/>
              <a:gd name="T58" fmla="*/ 24 w 169"/>
              <a:gd name="T59" fmla="*/ 100 h 133"/>
              <a:gd name="T60" fmla="*/ 27 w 169"/>
              <a:gd name="T61" fmla="*/ 97 h 133"/>
              <a:gd name="T62" fmla="*/ 35 w 169"/>
              <a:gd name="T63" fmla="*/ 98 h 133"/>
              <a:gd name="T64" fmla="*/ 145 w 169"/>
              <a:gd name="T65" fmla="*/ 52 h 133"/>
              <a:gd name="T66" fmla="*/ 144 w 169"/>
              <a:gd name="T67" fmla="*/ 60 h 133"/>
              <a:gd name="T68" fmla="*/ 51 w 169"/>
              <a:gd name="T69" fmla="*/ 61 h 133"/>
              <a:gd name="T70" fmla="*/ 48 w 169"/>
              <a:gd name="T71" fmla="*/ 58 h 133"/>
              <a:gd name="T72" fmla="*/ 49 w 169"/>
              <a:gd name="T73" fmla="*/ 50 h 133"/>
              <a:gd name="T74" fmla="*/ 142 w 169"/>
              <a:gd name="T75" fmla="*/ 49 h 133"/>
              <a:gd name="T76" fmla="*/ 145 w 169"/>
              <a:gd name="T77" fmla="*/ 52 h 133"/>
              <a:gd name="T78" fmla="*/ 145 w 169"/>
              <a:gd name="T79" fmla="*/ 82 h 133"/>
              <a:gd name="T80" fmla="*/ 142 w 169"/>
              <a:gd name="T81" fmla="*/ 85 h 133"/>
              <a:gd name="T82" fmla="*/ 49 w 169"/>
              <a:gd name="T83" fmla="*/ 84 h 133"/>
              <a:gd name="T84" fmla="*/ 48 w 169"/>
              <a:gd name="T85" fmla="*/ 76 h 133"/>
              <a:gd name="T86" fmla="*/ 51 w 169"/>
              <a:gd name="T87" fmla="*/ 73 h 133"/>
              <a:gd name="T88" fmla="*/ 144 w 169"/>
              <a:gd name="T89" fmla="*/ 74 h 133"/>
              <a:gd name="T90" fmla="*/ 145 w 169"/>
              <a:gd name="T91" fmla="*/ 100 h 133"/>
              <a:gd name="T92" fmla="*/ 144 w 169"/>
              <a:gd name="T93" fmla="*/ 108 h 133"/>
              <a:gd name="T94" fmla="*/ 51 w 169"/>
              <a:gd name="T95" fmla="*/ 109 h 133"/>
              <a:gd name="T96" fmla="*/ 48 w 169"/>
              <a:gd name="T97" fmla="*/ 106 h 133"/>
              <a:gd name="T98" fmla="*/ 49 w 169"/>
              <a:gd name="T99" fmla="*/ 98 h 133"/>
              <a:gd name="T100" fmla="*/ 142 w 169"/>
              <a:gd name="T101" fmla="*/ 97 h 133"/>
              <a:gd name="T102" fmla="*/ 145 w 169"/>
              <a:gd name="T103" fmla="*/ 100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69" h="133">
                <a:moveTo>
                  <a:pt x="169" y="15"/>
                </a:moveTo>
                <a:cubicBezTo>
                  <a:pt x="169" y="118"/>
                  <a:pt x="169" y="118"/>
                  <a:pt x="169" y="118"/>
                </a:cubicBezTo>
                <a:cubicBezTo>
                  <a:pt x="169" y="123"/>
                  <a:pt x="168" y="126"/>
                  <a:pt x="165" y="129"/>
                </a:cubicBezTo>
                <a:cubicBezTo>
                  <a:pt x="162" y="132"/>
                  <a:pt x="159" y="133"/>
                  <a:pt x="154" y="133"/>
                </a:cubicBezTo>
                <a:cubicBezTo>
                  <a:pt x="15" y="133"/>
                  <a:pt x="15" y="133"/>
                  <a:pt x="15" y="133"/>
                </a:cubicBezTo>
                <a:cubicBezTo>
                  <a:pt x="11" y="133"/>
                  <a:pt x="7" y="132"/>
                  <a:pt x="5" y="129"/>
                </a:cubicBezTo>
                <a:cubicBezTo>
                  <a:pt x="2" y="126"/>
                  <a:pt x="0" y="123"/>
                  <a:pt x="0" y="118"/>
                </a:cubicBezTo>
                <a:cubicBezTo>
                  <a:pt x="0" y="15"/>
                  <a:pt x="0" y="15"/>
                  <a:pt x="0" y="15"/>
                </a:cubicBezTo>
                <a:cubicBezTo>
                  <a:pt x="0" y="11"/>
                  <a:pt x="2" y="8"/>
                  <a:pt x="5" y="5"/>
                </a:cubicBezTo>
                <a:cubicBezTo>
                  <a:pt x="7" y="2"/>
                  <a:pt x="11" y="0"/>
                  <a:pt x="15" y="0"/>
                </a:cubicBezTo>
                <a:cubicBezTo>
                  <a:pt x="154" y="0"/>
                  <a:pt x="154" y="0"/>
                  <a:pt x="154" y="0"/>
                </a:cubicBezTo>
                <a:cubicBezTo>
                  <a:pt x="159" y="0"/>
                  <a:pt x="162" y="2"/>
                  <a:pt x="165" y="5"/>
                </a:cubicBezTo>
                <a:cubicBezTo>
                  <a:pt x="168" y="8"/>
                  <a:pt x="169" y="11"/>
                  <a:pt x="169" y="15"/>
                </a:cubicBezTo>
                <a:close/>
                <a:moveTo>
                  <a:pt x="157" y="118"/>
                </a:moveTo>
                <a:cubicBezTo>
                  <a:pt x="157" y="40"/>
                  <a:pt x="157" y="40"/>
                  <a:pt x="157" y="40"/>
                </a:cubicBezTo>
                <a:cubicBezTo>
                  <a:pt x="157" y="39"/>
                  <a:pt x="157" y="38"/>
                  <a:pt x="156" y="38"/>
                </a:cubicBezTo>
                <a:cubicBezTo>
                  <a:pt x="156" y="37"/>
                  <a:pt x="155" y="37"/>
                  <a:pt x="154" y="37"/>
                </a:cubicBezTo>
                <a:cubicBezTo>
                  <a:pt x="15" y="37"/>
                  <a:pt x="15" y="37"/>
                  <a:pt x="15" y="37"/>
                </a:cubicBezTo>
                <a:cubicBezTo>
                  <a:pt x="14" y="37"/>
                  <a:pt x="14" y="37"/>
                  <a:pt x="13" y="38"/>
                </a:cubicBezTo>
                <a:cubicBezTo>
                  <a:pt x="12" y="38"/>
                  <a:pt x="12" y="39"/>
                  <a:pt x="12" y="40"/>
                </a:cubicBezTo>
                <a:cubicBezTo>
                  <a:pt x="12" y="118"/>
                  <a:pt x="12" y="118"/>
                  <a:pt x="12" y="118"/>
                </a:cubicBezTo>
                <a:cubicBezTo>
                  <a:pt x="12" y="119"/>
                  <a:pt x="12" y="120"/>
                  <a:pt x="13" y="120"/>
                </a:cubicBezTo>
                <a:cubicBezTo>
                  <a:pt x="14" y="121"/>
                  <a:pt x="14" y="121"/>
                  <a:pt x="15" y="121"/>
                </a:cubicBezTo>
                <a:cubicBezTo>
                  <a:pt x="154" y="121"/>
                  <a:pt x="154" y="121"/>
                  <a:pt x="154" y="121"/>
                </a:cubicBezTo>
                <a:cubicBezTo>
                  <a:pt x="155" y="121"/>
                  <a:pt x="156" y="121"/>
                  <a:pt x="156" y="120"/>
                </a:cubicBezTo>
                <a:cubicBezTo>
                  <a:pt x="157" y="120"/>
                  <a:pt x="157" y="119"/>
                  <a:pt x="157" y="118"/>
                </a:cubicBezTo>
                <a:close/>
                <a:moveTo>
                  <a:pt x="36" y="52"/>
                </a:moveTo>
                <a:cubicBezTo>
                  <a:pt x="36" y="58"/>
                  <a:pt x="36" y="58"/>
                  <a:pt x="36" y="58"/>
                </a:cubicBezTo>
                <a:cubicBezTo>
                  <a:pt x="36" y="59"/>
                  <a:pt x="36" y="59"/>
                  <a:pt x="35" y="60"/>
                </a:cubicBezTo>
                <a:cubicBezTo>
                  <a:pt x="35" y="61"/>
                  <a:pt x="34" y="61"/>
                  <a:pt x="33" y="61"/>
                </a:cubicBezTo>
                <a:cubicBezTo>
                  <a:pt x="27" y="61"/>
                  <a:pt x="27" y="61"/>
                  <a:pt x="27" y="61"/>
                </a:cubicBezTo>
                <a:cubicBezTo>
                  <a:pt x="26" y="61"/>
                  <a:pt x="26" y="61"/>
                  <a:pt x="25" y="60"/>
                </a:cubicBezTo>
                <a:cubicBezTo>
                  <a:pt x="25" y="59"/>
                  <a:pt x="24" y="59"/>
                  <a:pt x="24" y="58"/>
                </a:cubicBezTo>
                <a:cubicBezTo>
                  <a:pt x="24" y="52"/>
                  <a:pt x="24" y="52"/>
                  <a:pt x="24" y="52"/>
                </a:cubicBezTo>
                <a:cubicBezTo>
                  <a:pt x="24" y="51"/>
                  <a:pt x="25" y="50"/>
                  <a:pt x="25" y="50"/>
                </a:cubicBezTo>
                <a:cubicBezTo>
                  <a:pt x="26" y="49"/>
                  <a:pt x="26" y="49"/>
                  <a:pt x="27" y="49"/>
                </a:cubicBezTo>
                <a:cubicBezTo>
                  <a:pt x="33" y="49"/>
                  <a:pt x="33" y="49"/>
                  <a:pt x="33" y="49"/>
                </a:cubicBezTo>
                <a:cubicBezTo>
                  <a:pt x="34" y="49"/>
                  <a:pt x="35" y="49"/>
                  <a:pt x="35" y="50"/>
                </a:cubicBezTo>
                <a:cubicBezTo>
                  <a:pt x="36" y="50"/>
                  <a:pt x="36" y="51"/>
                  <a:pt x="36" y="52"/>
                </a:cubicBezTo>
                <a:close/>
                <a:moveTo>
                  <a:pt x="36" y="76"/>
                </a:moveTo>
                <a:cubicBezTo>
                  <a:pt x="36" y="82"/>
                  <a:pt x="36" y="82"/>
                  <a:pt x="36" y="82"/>
                </a:cubicBezTo>
                <a:cubicBezTo>
                  <a:pt x="36" y="83"/>
                  <a:pt x="36" y="84"/>
                  <a:pt x="35" y="84"/>
                </a:cubicBezTo>
                <a:cubicBezTo>
                  <a:pt x="35" y="85"/>
                  <a:pt x="34" y="85"/>
                  <a:pt x="33" y="85"/>
                </a:cubicBezTo>
                <a:cubicBezTo>
                  <a:pt x="27" y="85"/>
                  <a:pt x="27" y="85"/>
                  <a:pt x="27" y="85"/>
                </a:cubicBezTo>
                <a:cubicBezTo>
                  <a:pt x="26" y="85"/>
                  <a:pt x="26" y="85"/>
                  <a:pt x="25" y="84"/>
                </a:cubicBezTo>
                <a:cubicBezTo>
                  <a:pt x="25" y="84"/>
                  <a:pt x="24" y="83"/>
                  <a:pt x="24" y="82"/>
                </a:cubicBezTo>
                <a:cubicBezTo>
                  <a:pt x="24" y="76"/>
                  <a:pt x="24" y="76"/>
                  <a:pt x="24" y="76"/>
                </a:cubicBezTo>
                <a:cubicBezTo>
                  <a:pt x="24" y="75"/>
                  <a:pt x="25" y="74"/>
                  <a:pt x="25" y="74"/>
                </a:cubicBezTo>
                <a:cubicBezTo>
                  <a:pt x="26" y="73"/>
                  <a:pt x="26" y="73"/>
                  <a:pt x="27" y="73"/>
                </a:cubicBezTo>
                <a:cubicBezTo>
                  <a:pt x="33" y="73"/>
                  <a:pt x="33" y="73"/>
                  <a:pt x="33" y="73"/>
                </a:cubicBezTo>
                <a:cubicBezTo>
                  <a:pt x="34" y="73"/>
                  <a:pt x="35" y="73"/>
                  <a:pt x="35" y="74"/>
                </a:cubicBezTo>
                <a:cubicBezTo>
                  <a:pt x="36" y="74"/>
                  <a:pt x="36" y="75"/>
                  <a:pt x="36" y="76"/>
                </a:cubicBezTo>
                <a:close/>
                <a:moveTo>
                  <a:pt x="36" y="100"/>
                </a:moveTo>
                <a:cubicBezTo>
                  <a:pt x="36" y="106"/>
                  <a:pt x="36" y="106"/>
                  <a:pt x="36" y="106"/>
                </a:cubicBezTo>
                <a:cubicBezTo>
                  <a:pt x="36" y="107"/>
                  <a:pt x="36" y="108"/>
                  <a:pt x="35" y="108"/>
                </a:cubicBezTo>
                <a:cubicBezTo>
                  <a:pt x="35" y="109"/>
                  <a:pt x="34" y="109"/>
                  <a:pt x="33" y="109"/>
                </a:cubicBezTo>
                <a:cubicBezTo>
                  <a:pt x="27" y="109"/>
                  <a:pt x="27" y="109"/>
                  <a:pt x="27" y="109"/>
                </a:cubicBezTo>
                <a:cubicBezTo>
                  <a:pt x="26" y="109"/>
                  <a:pt x="26" y="109"/>
                  <a:pt x="25" y="108"/>
                </a:cubicBezTo>
                <a:cubicBezTo>
                  <a:pt x="25" y="108"/>
                  <a:pt x="24" y="107"/>
                  <a:pt x="24" y="106"/>
                </a:cubicBezTo>
                <a:cubicBezTo>
                  <a:pt x="24" y="100"/>
                  <a:pt x="24" y="100"/>
                  <a:pt x="24" y="100"/>
                </a:cubicBezTo>
                <a:cubicBezTo>
                  <a:pt x="24" y="99"/>
                  <a:pt x="25" y="99"/>
                  <a:pt x="25" y="98"/>
                </a:cubicBezTo>
                <a:cubicBezTo>
                  <a:pt x="26" y="97"/>
                  <a:pt x="26" y="97"/>
                  <a:pt x="27" y="97"/>
                </a:cubicBezTo>
                <a:cubicBezTo>
                  <a:pt x="33" y="97"/>
                  <a:pt x="33" y="97"/>
                  <a:pt x="33" y="97"/>
                </a:cubicBezTo>
                <a:cubicBezTo>
                  <a:pt x="34" y="97"/>
                  <a:pt x="35" y="97"/>
                  <a:pt x="35" y="98"/>
                </a:cubicBezTo>
                <a:cubicBezTo>
                  <a:pt x="36" y="99"/>
                  <a:pt x="36" y="99"/>
                  <a:pt x="36" y="100"/>
                </a:cubicBezTo>
                <a:close/>
                <a:moveTo>
                  <a:pt x="145" y="52"/>
                </a:moveTo>
                <a:cubicBezTo>
                  <a:pt x="145" y="58"/>
                  <a:pt x="145" y="58"/>
                  <a:pt x="145" y="58"/>
                </a:cubicBezTo>
                <a:cubicBezTo>
                  <a:pt x="145" y="59"/>
                  <a:pt x="145" y="59"/>
                  <a:pt x="144" y="60"/>
                </a:cubicBezTo>
                <a:cubicBezTo>
                  <a:pt x="144" y="61"/>
                  <a:pt x="143" y="61"/>
                  <a:pt x="142" y="61"/>
                </a:cubicBezTo>
                <a:cubicBezTo>
                  <a:pt x="51" y="61"/>
                  <a:pt x="51" y="61"/>
                  <a:pt x="51" y="61"/>
                </a:cubicBezTo>
                <a:cubicBezTo>
                  <a:pt x="51" y="61"/>
                  <a:pt x="50" y="61"/>
                  <a:pt x="49" y="60"/>
                </a:cubicBezTo>
                <a:cubicBezTo>
                  <a:pt x="49" y="59"/>
                  <a:pt x="48" y="59"/>
                  <a:pt x="48" y="58"/>
                </a:cubicBezTo>
                <a:cubicBezTo>
                  <a:pt x="48" y="52"/>
                  <a:pt x="48" y="52"/>
                  <a:pt x="48" y="52"/>
                </a:cubicBezTo>
                <a:cubicBezTo>
                  <a:pt x="48" y="51"/>
                  <a:pt x="49" y="50"/>
                  <a:pt x="49" y="50"/>
                </a:cubicBezTo>
                <a:cubicBezTo>
                  <a:pt x="50" y="49"/>
                  <a:pt x="51" y="49"/>
                  <a:pt x="51" y="49"/>
                </a:cubicBezTo>
                <a:cubicBezTo>
                  <a:pt x="142" y="49"/>
                  <a:pt x="142" y="49"/>
                  <a:pt x="142" y="49"/>
                </a:cubicBezTo>
                <a:cubicBezTo>
                  <a:pt x="143" y="49"/>
                  <a:pt x="144" y="49"/>
                  <a:pt x="144" y="50"/>
                </a:cubicBezTo>
                <a:cubicBezTo>
                  <a:pt x="145" y="50"/>
                  <a:pt x="145" y="51"/>
                  <a:pt x="145" y="52"/>
                </a:cubicBezTo>
                <a:close/>
                <a:moveTo>
                  <a:pt x="145" y="76"/>
                </a:moveTo>
                <a:cubicBezTo>
                  <a:pt x="145" y="82"/>
                  <a:pt x="145" y="82"/>
                  <a:pt x="145" y="82"/>
                </a:cubicBezTo>
                <a:cubicBezTo>
                  <a:pt x="145" y="83"/>
                  <a:pt x="145" y="84"/>
                  <a:pt x="144" y="84"/>
                </a:cubicBezTo>
                <a:cubicBezTo>
                  <a:pt x="144" y="85"/>
                  <a:pt x="143" y="85"/>
                  <a:pt x="142" y="85"/>
                </a:cubicBezTo>
                <a:cubicBezTo>
                  <a:pt x="51" y="85"/>
                  <a:pt x="51" y="85"/>
                  <a:pt x="51" y="85"/>
                </a:cubicBezTo>
                <a:cubicBezTo>
                  <a:pt x="51" y="85"/>
                  <a:pt x="50" y="85"/>
                  <a:pt x="49" y="84"/>
                </a:cubicBezTo>
                <a:cubicBezTo>
                  <a:pt x="49" y="84"/>
                  <a:pt x="48" y="83"/>
                  <a:pt x="48" y="82"/>
                </a:cubicBezTo>
                <a:cubicBezTo>
                  <a:pt x="48" y="76"/>
                  <a:pt x="48" y="76"/>
                  <a:pt x="48" y="76"/>
                </a:cubicBezTo>
                <a:cubicBezTo>
                  <a:pt x="48" y="75"/>
                  <a:pt x="49" y="74"/>
                  <a:pt x="49" y="74"/>
                </a:cubicBezTo>
                <a:cubicBezTo>
                  <a:pt x="50" y="73"/>
                  <a:pt x="51" y="73"/>
                  <a:pt x="51" y="73"/>
                </a:cubicBezTo>
                <a:cubicBezTo>
                  <a:pt x="142" y="73"/>
                  <a:pt x="142" y="73"/>
                  <a:pt x="142" y="73"/>
                </a:cubicBezTo>
                <a:cubicBezTo>
                  <a:pt x="143" y="73"/>
                  <a:pt x="144" y="73"/>
                  <a:pt x="144" y="74"/>
                </a:cubicBezTo>
                <a:cubicBezTo>
                  <a:pt x="145" y="74"/>
                  <a:pt x="145" y="75"/>
                  <a:pt x="145" y="76"/>
                </a:cubicBezTo>
                <a:close/>
                <a:moveTo>
                  <a:pt x="145" y="100"/>
                </a:moveTo>
                <a:cubicBezTo>
                  <a:pt x="145" y="106"/>
                  <a:pt x="145" y="106"/>
                  <a:pt x="145" y="106"/>
                </a:cubicBezTo>
                <a:cubicBezTo>
                  <a:pt x="145" y="107"/>
                  <a:pt x="145" y="108"/>
                  <a:pt x="144" y="108"/>
                </a:cubicBezTo>
                <a:cubicBezTo>
                  <a:pt x="144" y="109"/>
                  <a:pt x="143" y="109"/>
                  <a:pt x="142" y="109"/>
                </a:cubicBezTo>
                <a:cubicBezTo>
                  <a:pt x="51" y="109"/>
                  <a:pt x="51" y="109"/>
                  <a:pt x="51" y="109"/>
                </a:cubicBezTo>
                <a:cubicBezTo>
                  <a:pt x="51" y="109"/>
                  <a:pt x="50" y="109"/>
                  <a:pt x="49" y="108"/>
                </a:cubicBezTo>
                <a:cubicBezTo>
                  <a:pt x="49" y="108"/>
                  <a:pt x="48" y="107"/>
                  <a:pt x="48" y="106"/>
                </a:cubicBezTo>
                <a:cubicBezTo>
                  <a:pt x="48" y="100"/>
                  <a:pt x="48" y="100"/>
                  <a:pt x="48" y="100"/>
                </a:cubicBezTo>
                <a:cubicBezTo>
                  <a:pt x="48" y="99"/>
                  <a:pt x="49" y="99"/>
                  <a:pt x="49" y="98"/>
                </a:cubicBezTo>
                <a:cubicBezTo>
                  <a:pt x="50" y="97"/>
                  <a:pt x="51" y="97"/>
                  <a:pt x="51" y="97"/>
                </a:cubicBezTo>
                <a:cubicBezTo>
                  <a:pt x="142" y="97"/>
                  <a:pt x="142" y="97"/>
                  <a:pt x="142" y="97"/>
                </a:cubicBezTo>
                <a:cubicBezTo>
                  <a:pt x="143" y="97"/>
                  <a:pt x="144" y="97"/>
                  <a:pt x="144" y="98"/>
                </a:cubicBezTo>
                <a:cubicBezTo>
                  <a:pt x="145" y="99"/>
                  <a:pt x="145" y="99"/>
                  <a:pt x="145" y="10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5" name="Freeform 37"/>
          <p:cNvSpPr>
            <a:spLocks noEditPoints="1"/>
          </p:cNvSpPr>
          <p:nvPr/>
        </p:nvSpPr>
        <p:spPr bwMode="auto">
          <a:xfrm>
            <a:off x="9969766" y="1394328"/>
            <a:ext cx="155599" cy="192337"/>
          </a:xfrm>
          <a:custGeom>
            <a:avLst/>
            <a:gdLst>
              <a:gd name="T0" fmla="*/ 109 w 109"/>
              <a:gd name="T1" fmla="*/ 70 h 133"/>
              <a:gd name="T2" fmla="*/ 109 w 109"/>
              <a:gd name="T3" fmla="*/ 124 h 133"/>
              <a:gd name="T4" fmla="*/ 106 w 109"/>
              <a:gd name="T5" fmla="*/ 131 h 133"/>
              <a:gd name="T6" fmla="*/ 100 w 109"/>
              <a:gd name="T7" fmla="*/ 133 h 133"/>
              <a:gd name="T8" fmla="*/ 9 w 109"/>
              <a:gd name="T9" fmla="*/ 133 h 133"/>
              <a:gd name="T10" fmla="*/ 3 w 109"/>
              <a:gd name="T11" fmla="*/ 131 h 133"/>
              <a:gd name="T12" fmla="*/ 0 w 109"/>
              <a:gd name="T13" fmla="*/ 124 h 133"/>
              <a:gd name="T14" fmla="*/ 0 w 109"/>
              <a:gd name="T15" fmla="*/ 70 h 133"/>
              <a:gd name="T16" fmla="*/ 3 w 109"/>
              <a:gd name="T17" fmla="*/ 64 h 133"/>
              <a:gd name="T18" fmla="*/ 9 w 109"/>
              <a:gd name="T19" fmla="*/ 61 h 133"/>
              <a:gd name="T20" fmla="*/ 12 w 109"/>
              <a:gd name="T21" fmla="*/ 61 h 133"/>
              <a:gd name="T22" fmla="*/ 12 w 109"/>
              <a:gd name="T23" fmla="*/ 43 h 133"/>
              <a:gd name="T24" fmla="*/ 25 w 109"/>
              <a:gd name="T25" fmla="*/ 13 h 133"/>
              <a:gd name="T26" fmla="*/ 55 w 109"/>
              <a:gd name="T27" fmla="*/ 0 h 133"/>
              <a:gd name="T28" fmla="*/ 84 w 109"/>
              <a:gd name="T29" fmla="*/ 13 h 133"/>
              <a:gd name="T30" fmla="*/ 97 w 109"/>
              <a:gd name="T31" fmla="*/ 43 h 133"/>
              <a:gd name="T32" fmla="*/ 97 w 109"/>
              <a:gd name="T33" fmla="*/ 61 h 133"/>
              <a:gd name="T34" fmla="*/ 100 w 109"/>
              <a:gd name="T35" fmla="*/ 61 h 133"/>
              <a:gd name="T36" fmla="*/ 106 w 109"/>
              <a:gd name="T37" fmla="*/ 64 h 133"/>
              <a:gd name="T38" fmla="*/ 109 w 109"/>
              <a:gd name="T39" fmla="*/ 70 h 133"/>
              <a:gd name="T40" fmla="*/ 30 w 109"/>
              <a:gd name="T41" fmla="*/ 61 h 133"/>
              <a:gd name="T42" fmla="*/ 79 w 109"/>
              <a:gd name="T43" fmla="*/ 61 h 133"/>
              <a:gd name="T44" fmla="*/ 79 w 109"/>
              <a:gd name="T45" fmla="*/ 43 h 133"/>
              <a:gd name="T46" fmla="*/ 72 w 109"/>
              <a:gd name="T47" fmla="*/ 26 h 133"/>
              <a:gd name="T48" fmla="*/ 55 w 109"/>
              <a:gd name="T49" fmla="*/ 19 h 133"/>
              <a:gd name="T50" fmla="*/ 37 w 109"/>
              <a:gd name="T51" fmla="*/ 26 h 133"/>
              <a:gd name="T52" fmla="*/ 30 w 109"/>
              <a:gd name="T53" fmla="*/ 43 h 133"/>
              <a:gd name="T54" fmla="*/ 30 w 109"/>
              <a:gd name="T55" fmla="*/ 61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109" h="133">
                <a:moveTo>
                  <a:pt x="109" y="70"/>
                </a:moveTo>
                <a:cubicBezTo>
                  <a:pt x="109" y="124"/>
                  <a:pt x="109" y="124"/>
                  <a:pt x="109" y="124"/>
                </a:cubicBezTo>
                <a:cubicBezTo>
                  <a:pt x="109" y="127"/>
                  <a:pt x="108" y="129"/>
                  <a:pt x="106" y="131"/>
                </a:cubicBezTo>
                <a:cubicBezTo>
                  <a:pt x="105" y="133"/>
                  <a:pt x="102" y="133"/>
                  <a:pt x="100" y="133"/>
                </a:cubicBezTo>
                <a:cubicBezTo>
                  <a:pt x="9" y="133"/>
                  <a:pt x="9" y="133"/>
                  <a:pt x="9" y="133"/>
                </a:cubicBezTo>
                <a:cubicBezTo>
                  <a:pt x="7" y="133"/>
                  <a:pt x="5" y="133"/>
                  <a:pt x="3" y="131"/>
                </a:cubicBezTo>
                <a:cubicBezTo>
                  <a:pt x="1" y="129"/>
                  <a:pt x="0" y="127"/>
                  <a:pt x="0" y="124"/>
                </a:cubicBezTo>
                <a:cubicBezTo>
                  <a:pt x="0" y="70"/>
                  <a:pt x="0" y="70"/>
                  <a:pt x="0" y="70"/>
                </a:cubicBezTo>
                <a:cubicBezTo>
                  <a:pt x="0" y="67"/>
                  <a:pt x="1" y="65"/>
                  <a:pt x="3" y="64"/>
                </a:cubicBezTo>
                <a:cubicBezTo>
                  <a:pt x="5" y="62"/>
                  <a:pt x="7" y="61"/>
                  <a:pt x="9" y="61"/>
                </a:cubicBezTo>
                <a:cubicBezTo>
                  <a:pt x="12" y="61"/>
                  <a:pt x="12" y="61"/>
                  <a:pt x="12" y="61"/>
                </a:cubicBezTo>
                <a:cubicBezTo>
                  <a:pt x="12" y="43"/>
                  <a:pt x="12" y="43"/>
                  <a:pt x="12" y="43"/>
                </a:cubicBezTo>
                <a:cubicBezTo>
                  <a:pt x="12" y="31"/>
                  <a:pt x="16" y="21"/>
                  <a:pt x="25" y="13"/>
                </a:cubicBezTo>
                <a:cubicBezTo>
                  <a:pt x="33" y="5"/>
                  <a:pt x="43" y="0"/>
                  <a:pt x="55" y="0"/>
                </a:cubicBezTo>
                <a:cubicBezTo>
                  <a:pt x="66" y="0"/>
                  <a:pt x="76" y="5"/>
                  <a:pt x="84" y="13"/>
                </a:cubicBezTo>
                <a:cubicBezTo>
                  <a:pt x="93" y="21"/>
                  <a:pt x="97" y="31"/>
                  <a:pt x="97" y="43"/>
                </a:cubicBezTo>
                <a:cubicBezTo>
                  <a:pt x="97" y="61"/>
                  <a:pt x="97" y="61"/>
                  <a:pt x="97" y="61"/>
                </a:cubicBezTo>
                <a:cubicBezTo>
                  <a:pt x="100" y="61"/>
                  <a:pt x="100" y="61"/>
                  <a:pt x="100" y="61"/>
                </a:cubicBezTo>
                <a:cubicBezTo>
                  <a:pt x="102" y="61"/>
                  <a:pt x="105" y="62"/>
                  <a:pt x="106" y="64"/>
                </a:cubicBezTo>
                <a:cubicBezTo>
                  <a:pt x="108" y="65"/>
                  <a:pt x="109" y="67"/>
                  <a:pt x="109" y="70"/>
                </a:cubicBezTo>
                <a:close/>
                <a:moveTo>
                  <a:pt x="30" y="61"/>
                </a:moveTo>
                <a:cubicBezTo>
                  <a:pt x="79" y="61"/>
                  <a:pt x="79" y="61"/>
                  <a:pt x="79" y="61"/>
                </a:cubicBezTo>
                <a:cubicBezTo>
                  <a:pt x="79" y="43"/>
                  <a:pt x="79" y="43"/>
                  <a:pt x="79" y="43"/>
                </a:cubicBezTo>
                <a:cubicBezTo>
                  <a:pt x="79" y="36"/>
                  <a:pt x="76" y="30"/>
                  <a:pt x="72" y="26"/>
                </a:cubicBezTo>
                <a:cubicBezTo>
                  <a:pt x="67" y="21"/>
                  <a:pt x="61" y="19"/>
                  <a:pt x="55" y="19"/>
                </a:cubicBezTo>
                <a:cubicBezTo>
                  <a:pt x="48" y="19"/>
                  <a:pt x="42" y="21"/>
                  <a:pt x="37" y="26"/>
                </a:cubicBezTo>
                <a:cubicBezTo>
                  <a:pt x="33" y="30"/>
                  <a:pt x="30" y="36"/>
                  <a:pt x="30" y="43"/>
                </a:cubicBezTo>
                <a:lnTo>
                  <a:pt x="30" y="6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6" name="Freeform 38"/>
          <p:cNvSpPr>
            <a:spLocks noEditPoints="1"/>
          </p:cNvSpPr>
          <p:nvPr/>
        </p:nvSpPr>
        <p:spPr bwMode="auto">
          <a:xfrm>
            <a:off x="10198843" y="1394327"/>
            <a:ext cx="233399" cy="209627"/>
          </a:xfrm>
          <a:custGeom>
            <a:avLst/>
            <a:gdLst>
              <a:gd name="T0" fmla="*/ 24 w 163"/>
              <a:gd name="T1" fmla="*/ 12 h 146"/>
              <a:gd name="T2" fmla="*/ 18 w 163"/>
              <a:gd name="T3" fmla="*/ 23 h 146"/>
              <a:gd name="T4" fmla="*/ 18 w 163"/>
              <a:gd name="T5" fmla="*/ 143 h 146"/>
              <a:gd name="T6" fmla="*/ 17 w 163"/>
              <a:gd name="T7" fmla="*/ 145 h 146"/>
              <a:gd name="T8" fmla="*/ 15 w 163"/>
              <a:gd name="T9" fmla="*/ 146 h 146"/>
              <a:gd name="T10" fmla="*/ 9 w 163"/>
              <a:gd name="T11" fmla="*/ 146 h 146"/>
              <a:gd name="T12" fmla="*/ 7 w 163"/>
              <a:gd name="T13" fmla="*/ 145 h 146"/>
              <a:gd name="T14" fmla="*/ 6 w 163"/>
              <a:gd name="T15" fmla="*/ 143 h 146"/>
              <a:gd name="T16" fmla="*/ 6 w 163"/>
              <a:gd name="T17" fmla="*/ 23 h 146"/>
              <a:gd name="T18" fmla="*/ 0 w 163"/>
              <a:gd name="T19" fmla="*/ 12 h 146"/>
              <a:gd name="T20" fmla="*/ 3 w 163"/>
              <a:gd name="T21" fmla="*/ 4 h 146"/>
              <a:gd name="T22" fmla="*/ 12 w 163"/>
              <a:gd name="T23" fmla="*/ 0 h 146"/>
              <a:gd name="T24" fmla="*/ 20 w 163"/>
              <a:gd name="T25" fmla="*/ 4 h 146"/>
              <a:gd name="T26" fmla="*/ 24 w 163"/>
              <a:gd name="T27" fmla="*/ 12 h 146"/>
              <a:gd name="T28" fmla="*/ 163 w 163"/>
              <a:gd name="T29" fmla="*/ 19 h 146"/>
              <a:gd name="T30" fmla="*/ 163 w 163"/>
              <a:gd name="T31" fmla="*/ 91 h 146"/>
              <a:gd name="T32" fmla="*/ 162 w 163"/>
              <a:gd name="T33" fmla="*/ 94 h 146"/>
              <a:gd name="T34" fmla="*/ 158 w 163"/>
              <a:gd name="T35" fmla="*/ 97 h 146"/>
              <a:gd name="T36" fmla="*/ 123 w 163"/>
              <a:gd name="T37" fmla="*/ 108 h 146"/>
              <a:gd name="T38" fmla="*/ 112 w 163"/>
              <a:gd name="T39" fmla="*/ 106 h 146"/>
              <a:gd name="T40" fmla="*/ 101 w 163"/>
              <a:gd name="T41" fmla="*/ 101 h 146"/>
              <a:gd name="T42" fmla="*/ 90 w 163"/>
              <a:gd name="T43" fmla="*/ 97 h 146"/>
              <a:gd name="T44" fmla="*/ 77 w 163"/>
              <a:gd name="T45" fmla="*/ 95 h 146"/>
              <a:gd name="T46" fmla="*/ 33 w 163"/>
              <a:gd name="T47" fmla="*/ 108 h 146"/>
              <a:gd name="T48" fmla="*/ 30 w 163"/>
              <a:gd name="T49" fmla="*/ 109 h 146"/>
              <a:gd name="T50" fmla="*/ 26 w 163"/>
              <a:gd name="T51" fmla="*/ 107 h 146"/>
              <a:gd name="T52" fmla="*/ 24 w 163"/>
              <a:gd name="T53" fmla="*/ 103 h 146"/>
              <a:gd name="T54" fmla="*/ 24 w 163"/>
              <a:gd name="T55" fmla="*/ 33 h 146"/>
              <a:gd name="T56" fmla="*/ 27 w 163"/>
              <a:gd name="T57" fmla="*/ 28 h 146"/>
              <a:gd name="T58" fmla="*/ 34 w 163"/>
              <a:gd name="T59" fmla="*/ 24 h 146"/>
              <a:gd name="T60" fmla="*/ 74 w 163"/>
              <a:gd name="T61" fmla="*/ 12 h 146"/>
              <a:gd name="T62" fmla="*/ 93 w 163"/>
              <a:gd name="T63" fmla="*/ 15 h 146"/>
              <a:gd name="T64" fmla="*/ 114 w 163"/>
              <a:gd name="T65" fmla="*/ 24 h 146"/>
              <a:gd name="T66" fmla="*/ 122 w 163"/>
              <a:gd name="T67" fmla="*/ 25 h 146"/>
              <a:gd name="T68" fmla="*/ 133 w 163"/>
              <a:gd name="T69" fmla="*/ 23 h 146"/>
              <a:gd name="T70" fmla="*/ 144 w 163"/>
              <a:gd name="T71" fmla="*/ 19 h 146"/>
              <a:gd name="T72" fmla="*/ 152 w 163"/>
              <a:gd name="T73" fmla="*/ 14 h 146"/>
              <a:gd name="T74" fmla="*/ 157 w 163"/>
              <a:gd name="T75" fmla="*/ 12 h 146"/>
              <a:gd name="T76" fmla="*/ 161 w 163"/>
              <a:gd name="T77" fmla="*/ 14 h 146"/>
              <a:gd name="T78" fmla="*/ 163 w 163"/>
              <a:gd name="T79" fmla="*/ 19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63" h="146">
                <a:moveTo>
                  <a:pt x="24" y="12"/>
                </a:moveTo>
                <a:cubicBezTo>
                  <a:pt x="24" y="17"/>
                  <a:pt x="22" y="20"/>
                  <a:pt x="18" y="23"/>
                </a:cubicBezTo>
                <a:cubicBezTo>
                  <a:pt x="18" y="143"/>
                  <a:pt x="18" y="143"/>
                  <a:pt x="18" y="143"/>
                </a:cubicBezTo>
                <a:cubicBezTo>
                  <a:pt x="18" y="143"/>
                  <a:pt x="18" y="144"/>
                  <a:pt x="17" y="145"/>
                </a:cubicBezTo>
                <a:cubicBezTo>
                  <a:pt x="16" y="145"/>
                  <a:pt x="16" y="146"/>
                  <a:pt x="15" y="146"/>
                </a:cubicBezTo>
                <a:cubicBezTo>
                  <a:pt x="9" y="146"/>
                  <a:pt x="9" y="146"/>
                  <a:pt x="9" y="146"/>
                </a:cubicBezTo>
                <a:cubicBezTo>
                  <a:pt x="8" y="146"/>
                  <a:pt x="7" y="145"/>
                  <a:pt x="7" y="145"/>
                </a:cubicBezTo>
                <a:cubicBezTo>
                  <a:pt x="6" y="144"/>
                  <a:pt x="6" y="143"/>
                  <a:pt x="6" y="143"/>
                </a:cubicBezTo>
                <a:cubicBezTo>
                  <a:pt x="6" y="23"/>
                  <a:pt x="6" y="23"/>
                  <a:pt x="6" y="23"/>
                </a:cubicBezTo>
                <a:cubicBezTo>
                  <a:pt x="2" y="20"/>
                  <a:pt x="0" y="17"/>
                  <a:pt x="0" y="12"/>
                </a:cubicBezTo>
                <a:cubicBezTo>
                  <a:pt x="0" y="9"/>
                  <a:pt x="1" y="6"/>
                  <a:pt x="3" y="4"/>
                </a:cubicBezTo>
                <a:cubicBezTo>
                  <a:pt x="6" y="2"/>
                  <a:pt x="8" y="0"/>
                  <a:pt x="12" y="0"/>
                </a:cubicBezTo>
                <a:cubicBezTo>
                  <a:pt x="15" y="0"/>
                  <a:pt x="18" y="2"/>
                  <a:pt x="20" y="4"/>
                </a:cubicBezTo>
                <a:cubicBezTo>
                  <a:pt x="23" y="6"/>
                  <a:pt x="24" y="9"/>
                  <a:pt x="24" y="12"/>
                </a:cubicBezTo>
                <a:close/>
                <a:moveTo>
                  <a:pt x="163" y="19"/>
                </a:moveTo>
                <a:cubicBezTo>
                  <a:pt x="163" y="91"/>
                  <a:pt x="163" y="91"/>
                  <a:pt x="163" y="91"/>
                </a:cubicBezTo>
                <a:cubicBezTo>
                  <a:pt x="163" y="92"/>
                  <a:pt x="163" y="93"/>
                  <a:pt x="162" y="94"/>
                </a:cubicBezTo>
                <a:cubicBezTo>
                  <a:pt x="161" y="95"/>
                  <a:pt x="160" y="96"/>
                  <a:pt x="158" y="97"/>
                </a:cubicBezTo>
                <a:cubicBezTo>
                  <a:pt x="145" y="104"/>
                  <a:pt x="133" y="108"/>
                  <a:pt x="123" y="108"/>
                </a:cubicBezTo>
                <a:cubicBezTo>
                  <a:pt x="119" y="108"/>
                  <a:pt x="116" y="107"/>
                  <a:pt x="112" y="106"/>
                </a:cubicBezTo>
                <a:cubicBezTo>
                  <a:pt x="108" y="104"/>
                  <a:pt x="104" y="103"/>
                  <a:pt x="101" y="101"/>
                </a:cubicBezTo>
                <a:cubicBezTo>
                  <a:pt x="98" y="100"/>
                  <a:pt x="95" y="98"/>
                  <a:pt x="90" y="97"/>
                </a:cubicBezTo>
                <a:cubicBezTo>
                  <a:pt x="86" y="95"/>
                  <a:pt x="82" y="95"/>
                  <a:pt x="77" y="95"/>
                </a:cubicBezTo>
                <a:cubicBezTo>
                  <a:pt x="65" y="95"/>
                  <a:pt x="50" y="99"/>
                  <a:pt x="33" y="108"/>
                </a:cubicBezTo>
                <a:cubicBezTo>
                  <a:pt x="32" y="109"/>
                  <a:pt x="31" y="109"/>
                  <a:pt x="30" y="109"/>
                </a:cubicBezTo>
                <a:cubicBezTo>
                  <a:pt x="28" y="109"/>
                  <a:pt x="27" y="109"/>
                  <a:pt x="26" y="107"/>
                </a:cubicBezTo>
                <a:cubicBezTo>
                  <a:pt x="25" y="106"/>
                  <a:pt x="24" y="105"/>
                  <a:pt x="24" y="103"/>
                </a:cubicBezTo>
                <a:cubicBezTo>
                  <a:pt x="24" y="33"/>
                  <a:pt x="24" y="33"/>
                  <a:pt x="24" y="33"/>
                </a:cubicBezTo>
                <a:cubicBezTo>
                  <a:pt x="24" y="31"/>
                  <a:pt x="25" y="29"/>
                  <a:pt x="27" y="28"/>
                </a:cubicBezTo>
                <a:cubicBezTo>
                  <a:pt x="28" y="27"/>
                  <a:pt x="31" y="26"/>
                  <a:pt x="34" y="24"/>
                </a:cubicBezTo>
                <a:cubicBezTo>
                  <a:pt x="49" y="16"/>
                  <a:pt x="62" y="12"/>
                  <a:pt x="74" y="12"/>
                </a:cubicBezTo>
                <a:cubicBezTo>
                  <a:pt x="81" y="12"/>
                  <a:pt x="87" y="13"/>
                  <a:pt x="93" y="15"/>
                </a:cubicBezTo>
                <a:cubicBezTo>
                  <a:pt x="99" y="17"/>
                  <a:pt x="106" y="20"/>
                  <a:pt x="114" y="24"/>
                </a:cubicBezTo>
                <a:cubicBezTo>
                  <a:pt x="116" y="25"/>
                  <a:pt x="119" y="25"/>
                  <a:pt x="122" y="25"/>
                </a:cubicBezTo>
                <a:cubicBezTo>
                  <a:pt x="125" y="25"/>
                  <a:pt x="129" y="25"/>
                  <a:pt x="133" y="23"/>
                </a:cubicBezTo>
                <a:cubicBezTo>
                  <a:pt x="137" y="22"/>
                  <a:pt x="141" y="21"/>
                  <a:pt x="144" y="19"/>
                </a:cubicBezTo>
                <a:cubicBezTo>
                  <a:pt x="147" y="17"/>
                  <a:pt x="149" y="16"/>
                  <a:pt x="152" y="14"/>
                </a:cubicBezTo>
                <a:cubicBezTo>
                  <a:pt x="155" y="13"/>
                  <a:pt x="156" y="12"/>
                  <a:pt x="157" y="12"/>
                </a:cubicBezTo>
                <a:cubicBezTo>
                  <a:pt x="159" y="12"/>
                  <a:pt x="160" y="13"/>
                  <a:pt x="161" y="14"/>
                </a:cubicBezTo>
                <a:cubicBezTo>
                  <a:pt x="163" y="15"/>
                  <a:pt x="163" y="17"/>
                  <a:pt x="163" y="1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7" name="Freeform 39"/>
          <p:cNvSpPr>
            <a:spLocks/>
          </p:cNvSpPr>
          <p:nvPr/>
        </p:nvSpPr>
        <p:spPr bwMode="auto">
          <a:xfrm>
            <a:off x="10497073" y="1394328"/>
            <a:ext cx="224755" cy="192337"/>
          </a:xfrm>
          <a:custGeom>
            <a:avLst/>
            <a:gdLst>
              <a:gd name="T0" fmla="*/ 157 w 157"/>
              <a:gd name="T1" fmla="*/ 72 h 133"/>
              <a:gd name="T2" fmla="*/ 151 w 157"/>
              <a:gd name="T3" fmla="*/ 102 h 133"/>
              <a:gd name="T4" fmla="*/ 150 w 157"/>
              <a:gd name="T5" fmla="*/ 106 h 133"/>
              <a:gd name="T6" fmla="*/ 132 w 157"/>
              <a:gd name="T7" fmla="*/ 109 h 133"/>
              <a:gd name="T8" fmla="*/ 123 w 157"/>
              <a:gd name="T9" fmla="*/ 122 h 133"/>
              <a:gd name="T10" fmla="*/ 109 w 157"/>
              <a:gd name="T11" fmla="*/ 127 h 133"/>
              <a:gd name="T12" fmla="*/ 109 w 157"/>
              <a:gd name="T13" fmla="*/ 130 h 133"/>
              <a:gd name="T14" fmla="*/ 108 w 157"/>
              <a:gd name="T15" fmla="*/ 133 h 133"/>
              <a:gd name="T16" fmla="*/ 106 w 157"/>
              <a:gd name="T17" fmla="*/ 133 h 133"/>
              <a:gd name="T18" fmla="*/ 100 w 157"/>
              <a:gd name="T19" fmla="*/ 133 h 133"/>
              <a:gd name="T20" fmla="*/ 97 w 157"/>
              <a:gd name="T21" fmla="*/ 133 h 133"/>
              <a:gd name="T22" fmla="*/ 97 w 157"/>
              <a:gd name="T23" fmla="*/ 130 h 133"/>
              <a:gd name="T24" fmla="*/ 97 w 157"/>
              <a:gd name="T25" fmla="*/ 76 h 133"/>
              <a:gd name="T26" fmla="*/ 97 w 157"/>
              <a:gd name="T27" fmla="*/ 74 h 133"/>
              <a:gd name="T28" fmla="*/ 100 w 157"/>
              <a:gd name="T29" fmla="*/ 73 h 133"/>
              <a:gd name="T30" fmla="*/ 106 w 157"/>
              <a:gd name="T31" fmla="*/ 73 h 133"/>
              <a:gd name="T32" fmla="*/ 108 w 157"/>
              <a:gd name="T33" fmla="*/ 74 h 133"/>
              <a:gd name="T34" fmla="*/ 109 w 157"/>
              <a:gd name="T35" fmla="*/ 76 h 133"/>
              <a:gd name="T36" fmla="*/ 109 w 157"/>
              <a:gd name="T37" fmla="*/ 79 h 133"/>
              <a:gd name="T38" fmla="*/ 121 w 157"/>
              <a:gd name="T39" fmla="*/ 82 h 133"/>
              <a:gd name="T40" fmla="*/ 130 w 157"/>
              <a:gd name="T41" fmla="*/ 91 h 133"/>
              <a:gd name="T42" fmla="*/ 136 w 157"/>
              <a:gd name="T43" fmla="*/ 90 h 133"/>
              <a:gd name="T44" fmla="*/ 139 w 157"/>
              <a:gd name="T45" fmla="*/ 72 h 133"/>
              <a:gd name="T46" fmla="*/ 131 w 157"/>
              <a:gd name="T47" fmla="*/ 46 h 133"/>
              <a:gd name="T48" fmla="*/ 108 w 157"/>
              <a:gd name="T49" fmla="*/ 26 h 133"/>
              <a:gd name="T50" fmla="*/ 78 w 157"/>
              <a:gd name="T51" fmla="*/ 19 h 133"/>
              <a:gd name="T52" fmla="*/ 49 w 157"/>
              <a:gd name="T53" fmla="*/ 26 h 133"/>
              <a:gd name="T54" fmla="*/ 26 w 157"/>
              <a:gd name="T55" fmla="*/ 46 h 133"/>
              <a:gd name="T56" fmla="*/ 18 w 157"/>
              <a:gd name="T57" fmla="*/ 72 h 133"/>
              <a:gd name="T58" fmla="*/ 21 w 157"/>
              <a:gd name="T59" fmla="*/ 90 h 133"/>
              <a:gd name="T60" fmla="*/ 27 w 157"/>
              <a:gd name="T61" fmla="*/ 91 h 133"/>
              <a:gd name="T62" fmla="*/ 36 w 157"/>
              <a:gd name="T63" fmla="*/ 82 h 133"/>
              <a:gd name="T64" fmla="*/ 48 w 157"/>
              <a:gd name="T65" fmla="*/ 79 h 133"/>
              <a:gd name="T66" fmla="*/ 48 w 157"/>
              <a:gd name="T67" fmla="*/ 76 h 133"/>
              <a:gd name="T68" fmla="*/ 49 w 157"/>
              <a:gd name="T69" fmla="*/ 74 h 133"/>
              <a:gd name="T70" fmla="*/ 51 w 157"/>
              <a:gd name="T71" fmla="*/ 73 h 133"/>
              <a:gd name="T72" fmla="*/ 57 w 157"/>
              <a:gd name="T73" fmla="*/ 73 h 133"/>
              <a:gd name="T74" fmla="*/ 59 w 157"/>
              <a:gd name="T75" fmla="*/ 74 h 133"/>
              <a:gd name="T76" fmla="*/ 60 w 157"/>
              <a:gd name="T77" fmla="*/ 76 h 133"/>
              <a:gd name="T78" fmla="*/ 60 w 157"/>
              <a:gd name="T79" fmla="*/ 130 h 133"/>
              <a:gd name="T80" fmla="*/ 59 w 157"/>
              <a:gd name="T81" fmla="*/ 133 h 133"/>
              <a:gd name="T82" fmla="*/ 57 w 157"/>
              <a:gd name="T83" fmla="*/ 133 h 133"/>
              <a:gd name="T84" fmla="*/ 51 w 157"/>
              <a:gd name="T85" fmla="*/ 133 h 133"/>
              <a:gd name="T86" fmla="*/ 49 w 157"/>
              <a:gd name="T87" fmla="*/ 133 h 133"/>
              <a:gd name="T88" fmla="*/ 48 w 157"/>
              <a:gd name="T89" fmla="*/ 130 h 133"/>
              <a:gd name="T90" fmla="*/ 48 w 157"/>
              <a:gd name="T91" fmla="*/ 127 h 133"/>
              <a:gd name="T92" fmla="*/ 33 w 157"/>
              <a:gd name="T93" fmla="*/ 122 h 133"/>
              <a:gd name="T94" fmla="*/ 25 w 157"/>
              <a:gd name="T95" fmla="*/ 109 h 133"/>
              <a:gd name="T96" fmla="*/ 7 w 157"/>
              <a:gd name="T97" fmla="*/ 106 h 133"/>
              <a:gd name="T98" fmla="*/ 5 w 157"/>
              <a:gd name="T99" fmla="*/ 102 h 133"/>
              <a:gd name="T100" fmla="*/ 0 w 157"/>
              <a:gd name="T101" fmla="*/ 72 h 133"/>
              <a:gd name="T102" fmla="*/ 6 w 157"/>
              <a:gd name="T103" fmla="*/ 45 h 133"/>
              <a:gd name="T104" fmla="*/ 23 w 157"/>
              <a:gd name="T105" fmla="*/ 22 h 133"/>
              <a:gd name="T106" fmla="*/ 48 w 157"/>
              <a:gd name="T107" fmla="*/ 6 h 133"/>
              <a:gd name="T108" fmla="*/ 78 w 157"/>
              <a:gd name="T109" fmla="*/ 0 h 133"/>
              <a:gd name="T110" fmla="*/ 109 w 157"/>
              <a:gd name="T111" fmla="*/ 6 h 133"/>
              <a:gd name="T112" fmla="*/ 134 w 157"/>
              <a:gd name="T113" fmla="*/ 22 h 133"/>
              <a:gd name="T114" fmla="*/ 151 w 157"/>
              <a:gd name="T115" fmla="*/ 45 h 133"/>
              <a:gd name="T116" fmla="*/ 157 w 157"/>
              <a:gd name="T117" fmla="*/ 72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57" h="133">
                <a:moveTo>
                  <a:pt x="157" y="72"/>
                </a:moveTo>
                <a:cubicBezTo>
                  <a:pt x="157" y="82"/>
                  <a:pt x="155" y="92"/>
                  <a:pt x="151" y="102"/>
                </a:cubicBezTo>
                <a:cubicBezTo>
                  <a:pt x="150" y="106"/>
                  <a:pt x="150" y="106"/>
                  <a:pt x="150" y="106"/>
                </a:cubicBezTo>
                <a:cubicBezTo>
                  <a:pt x="132" y="109"/>
                  <a:pt x="132" y="109"/>
                  <a:pt x="132" y="109"/>
                </a:cubicBezTo>
                <a:cubicBezTo>
                  <a:pt x="131" y="115"/>
                  <a:pt x="128" y="119"/>
                  <a:pt x="123" y="122"/>
                </a:cubicBezTo>
                <a:cubicBezTo>
                  <a:pt x="119" y="126"/>
                  <a:pt x="114" y="127"/>
                  <a:pt x="109" y="127"/>
                </a:cubicBezTo>
                <a:cubicBezTo>
                  <a:pt x="109" y="130"/>
                  <a:pt x="109" y="130"/>
                  <a:pt x="109" y="130"/>
                </a:cubicBezTo>
                <a:cubicBezTo>
                  <a:pt x="109" y="131"/>
                  <a:pt x="108" y="132"/>
                  <a:pt x="108" y="133"/>
                </a:cubicBezTo>
                <a:cubicBezTo>
                  <a:pt x="107" y="133"/>
                  <a:pt x="107" y="133"/>
                  <a:pt x="106" y="133"/>
                </a:cubicBezTo>
                <a:cubicBezTo>
                  <a:pt x="100" y="133"/>
                  <a:pt x="100" y="133"/>
                  <a:pt x="100" y="133"/>
                </a:cubicBezTo>
                <a:cubicBezTo>
                  <a:pt x="99" y="133"/>
                  <a:pt x="98" y="133"/>
                  <a:pt x="97" y="133"/>
                </a:cubicBezTo>
                <a:cubicBezTo>
                  <a:pt x="97" y="132"/>
                  <a:pt x="97" y="131"/>
                  <a:pt x="97" y="130"/>
                </a:cubicBezTo>
                <a:cubicBezTo>
                  <a:pt x="97" y="76"/>
                  <a:pt x="97" y="76"/>
                  <a:pt x="97" y="76"/>
                </a:cubicBezTo>
                <a:cubicBezTo>
                  <a:pt x="97" y="75"/>
                  <a:pt x="97" y="74"/>
                  <a:pt x="97" y="74"/>
                </a:cubicBezTo>
                <a:cubicBezTo>
                  <a:pt x="98" y="73"/>
                  <a:pt x="99" y="73"/>
                  <a:pt x="100" y="73"/>
                </a:cubicBezTo>
                <a:cubicBezTo>
                  <a:pt x="106" y="73"/>
                  <a:pt x="106" y="73"/>
                  <a:pt x="106" y="73"/>
                </a:cubicBezTo>
                <a:cubicBezTo>
                  <a:pt x="107" y="73"/>
                  <a:pt x="107" y="73"/>
                  <a:pt x="108" y="74"/>
                </a:cubicBezTo>
                <a:cubicBezTo>
                  <a:pt x="108" y="74"/>
                  <a:pt x="109" y="75"/>
                  <a:pt x="109" y="76"/>
                </a:cubicBezTo>
                <a:cubicBezTo>
                  <a:pt x="109" y="79"/>
                  <a:pt x="109" y="79"/>
                  <a:pt x="109" y="79"/>
                </a:cubicBezTo>
                <a:cubicBezTo>
                  <a:pt x="113" y="79"/>
                  <a:pt x="117" y="80"/>
                  <a:pt x="121" y="82"/>
                </a:cubicBezTo>
                <a:cubicBezTo>
                  <a:pt x="125" y="85"/>
                  <a:pt x="128" y="88"/>
                  <a:pt x="130" y="91"/>
                </a:cubicBezTo>
                <a:cubicBezTo>
                  <a:pt x="136" y="90"/>
                  <a:pt x="136" y="90"/>
                  <a:pt x="136" y="90"/>
                </a:cubicBezTo>
                <a:cubicBezTo>
                  <a:pt x="138" y="84"/>
                  <a:pt x="139" y="78"/>
                  <a:pt x="139" y="72"/>
                </a:cubicBezTo>
                <a:cubicBezTo>
                  <a:pt x="139" y="63"/>
                  <a:pt x="136" y="54"/>
                  <a:pt x="131" y="46"/>
                </a:cubicBezTo>
                <a:cubicBezTo>
                  <a:pt x="125" y="37"/>
                  <a:pt x="118" y="31"/>
                  <a:pt x="108" y="26"/>
                </a:cubicBezTo>
                <a:cubicBezTo>
                  <a:pt x="99" y="21"/>
                  <a:pt x="89" y="19"/>
                  <a:pt x="78" y="19"/>
                </a:cubicBezTo>
                <a:cubicBezTo>
                  <a:pt x="68" y="19"/>
                  <a:pt x="58" y="21"/>
                  <a:pt x="49" y="26"/>
                </a:cubicBezTo>
                <a:cubicBezTo>
                  <a:pt x="39" y="31"/>
                  <a:pt x="32" y="37"/>
                  <a:pt x="26" y="46"/>
                </a:cubicBezTo>
                <a:cubicBezTo>
                  <a:pt x="21" y="54"/>
                  <a:pt x="18" y="63"/>
                  <a:pt x="18" y="72"/>
                </a:cubicBezTo>
                <a:cubicBezTo>
                  <a:pt x="18" y="78"/>
                  <a:pt x="19" y="84"/>
                  <a:pt x="21" y="90"/>
                </a:cubicBezTo>
                <a:cubicBezTo>
                  <a:pt x="27" y="91"/>
                  <a:pt x="27" y="91"/>
                  <a:pt x="27" y="91"/>
                </a:cubicBezTo>
                <a:cubicBezTo>
                  <a:pt x="29" y="88"/>
                  <a:pt x="32" y="85"/>
                  <a:pt x="36" y="82"/>
                </a:cubicBezTo>
                <a:cubicBezTo>
                  <a:pt x="40" y="80"/>
                  <a:pt x="44" y="79"/>
                  <a:pt x="48" y="79"/>
                </a:cubicBezTo>
                <a:cubicBezTo>
                  <a:pt x="48" y="76"/>
                  <a:pt x="48" y="76"/>
                  <a:pt x="48" y="76"/>
                </a:cubicBezTo>
                <a:cubicBezTo>
                  <a:pt x="48" y="75"/>
                  <a:pt x="48" y="74"/>
                  <a:pt x="49" y="74"/>
                </a:cubicBezTo>
                <a:cubicBezTo>
                  <a:pt x="50" y="73"/>
                  <a:pt x="50" y="73"/>
                  <a:pt x="51" y="73"/>
                </a:cubicBezTo>
                <a:cubicBezTo>
                  <a:pt x="57" y="73"/>
                  <a:pt x="57" y="73"/>
                  <a:pt x="57" y="73"/>
                </a:cubicBezTo>
                <a:cubicBezTo>
                  <a:pt x="58" y="73"/>
                  <a:pt x="59" y="73"/>
                  <a:pt x="59" y="74"/>
                </a:cubicBezTo>
                <a:cubicBezTo>
                  <a:pt x="60" y="74"/>
                  <a:pt x="60" y="75"/>
                  <a:pt x="60" y="76"/>
                </a:cubicBezTo>
                <a:cubicBezTo>
                  <a:pt x="60" y="130"/>
                  <a:pt x="60" y="130"/>
                  <a:pt x="60" y="130"/>
                </a:cubicBezTo>
                <a:cubicBezTo>
                  <a:pt x="60" y="131"/>
                  <a:pt x="60" y="132"/>
                  <a:pt x="59" y="133"/>
                </a:cubicBezTo>
                <a:cubicBezTo>
                  <a:pt x="59" y="133"/>
                  <a:pt x="58" y="133"/>
                  <a:pt x="57" y="133"/>
                </a:cubicBezTo>
                <a:cubicBezTo>
                  <a:pt x="51" y="133"/>
                  <a:pt x="51" y="133"/>
                  <a:pt x="51" y="133"/>
                </a:cubicBezTo>
                <a:cubicBezTo>
                  <a:pt x="50" y="133"/>
                  <a:pt x="50" y="133"/>
                  <a:pt x="49" y="133"/>
                </a:cubicBezTo>
                <a:cubicBezTo>
                  <a:pt x="48" y="132"/>
                  <a:pt x="48" y="131"/>
                  <a:pt x="48" y="130"/>
                </a:cubicBezTo>
                <a:cubicBezTo>
                  <a:pt x="48" y="127"/>
                  <a:pt x="48" y="127"/>
                  <a:pt x="48" y="127"/>
                </a:cubicBezTo>
                <a:cubicBezTo>
                  <a:pt x="43" y="127"/>
                  <a:pt x="38" y="126"/>
                  <a:pt x="33" y="122"/>
                </a:cubicBezTo>
                <a:cubicBezTo>
                  <a:pt x="29" y="119"/>
                  <a:pt x="26" y="115"/>
                  <a:pt x="25" y="109"/>
                </a:cubicBezTo>
                <a:cubicBezTo>
                  <a:pt x="7" y="106"/>
                  <a:pt x="7" y="106"/>
                  <a:pt x="7" y="106"/>
                </a:cubicBezTo>
                <a:cubicBezTo>
                  <a:pt x="5" y="102"/>
                  <a:pt x="5" y="102"/>
                  <a:pt x="5" y="102"/>
                </a:cubicBezTo>
                <a:cubicBezTo>
                  <a:pt x="2" y="92"/>
                  <a:pt x="0" y="82"/>
                  <a:pt x="0" y="72"/>
                </a:cubicBezTo>
                <a:cubicBezTo>
                  <a:pt x="0" y="63"/>
                  <a:pt x="2" y="53"/>
                  <a:pt x="6" y="45"/>
                </a:cubicBezTo>
                <a:cubicBezTo>
                  <a:pt x="10" y="36"/>
                  <a:pt x="16" y="28"/>
                  <a:pt x="23" y="22"/>
                </a:cubicBezTo>
                <a:cubicBezTo>
                  <a:pt x="30" y="15"/>
                  <a:pt x="38" y="10"/>
                  <a:pt x="48" y="6"/>
                </a:cubicBezTo>
                <a:cubicBezTo>
                  <a:pt x="58" y="2"/>
                  <a:pt x="68" y="0"/>
                  <a:pt x="78" y="0"/>
                </a:cubicBezTo>
                <a:cubicBezTo>
                  <a:pt x="89" y="0"/>
                  <a:pt x="99" y="2"/>
                  <a:pt x="109" y="6"/>
                </a:cubicBezTo>
                <a:cubicBezTo>
                  <a:pt x="118" y="10"/>
                  <a:pt x="127" y="15"/>
                  <a:pt x="134" y="22"/>
                </a:cubicBezTo>
                <a:cubicBezTo>
                  <a:pt x="141" y="28"/>
                  <a:pt x="147" y="36"/>
                  <a:pt x="151" y="45"/>
                </a:cubicBezTo>
                <a:cubicBezTo>
                  <a:pt x="155" y="53"/>
                  <a:pt x="157" y="63"/>
                  <a:pt x="157" y="7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8" name="Freeform 40"/>
          <p:cNvSpPr>
            <a:spLocks/>
          </p:cNvSpPr>
          <p:nvPr/>
        </p:nvSpPr>
        <p:spPr bwMode="auto">
          <a:xfrm>
            <a:off x="10786660" y="1415939"/>
            <a:ext cx="101571" cy="166405"/>
          </a:xfrm>
          <a:custGeom>
            <a:avLst/>
            <a:gdLst>
              <a:gd name="T0" fmla="*/ 72 w 72"/>
              <a:gd name="T1" fmla="*/ 7 h 115"/>
              <a:gd name="T2" fmla="*/ 72 w 72"/>
              <a:gd name="T3" fmla="*/ 109 h 115"/>
              <a:gd name="T4" fmla="*/ 71 w 72"/>
              <a:gd name="T5" fmla="*/ 114 h 115"/>
              <a:gd name="T6" fmla="*/ 66 w 72"/>
              <a:gd name="T7" fmla="*/ 115 h 115"/>
              <a:gd name="T8" fmla="*/ 62 w 72"/>
              <a:gd name="T9" fmla="*/ 114 h 115"/>
              <a:gd name="T10" fmla="*/ 31 w 72"/>
              <a:gd name="T11" fmla="*/ 82 h 115"/>
              <a:gd name="T12" fmla="*/ 6 w 72"/>
              <a:gd name="T13" fmla="*/ 82 h 115"/>
              <a:gd name="T14" fmla="*/ 2 w 72"/>
              <a:gd name="T15" fmla="*/ 80 h 115"/>
              <a:gd name="T16" fmla="*/ 0 w 72"/>
              <a:gd name="T17" fmla="*/ 76 h 115"/>
              <a:gd name="T18" fmla="*/ 0 w 72"/>
              <a:gd name="T19" fmla="*/ 40 h 115"/>
              <a:gd name="T20" fmla="*/ 2 w 72"/>
              <a:gd name="T21" fmla="*/ 36 h 115"/>
              <a:gd name="T22" fmla="*/ 6 w 72"/>
              <a:gd name="T23" fmla="*/ 34 h 115"/>
              <a:gd name="T24" fmla="*/ 31 w 72"/>
              <a:gd name="T25" fmla="*/ 34 h 115"/>
              <a:gd name="T26" fmla="*/ 62 w 72"/>
              <a:gd name="T27" fmla="*/ 2 h 115"/>
              <a:gd name="T28" fmla="*/ 66 w 72"/>
              <a:gd name="T29" fmla="*/ 0 h 115"/>
              <a:gd name="T30" fmla="*/ 71 w 72"/>
              <a:gd name="T31" fmla="*/ 2 h 115"/>
              <a:gd name="T32" fmla="*/ 72 w 72"/>
              <a:gd name="T33" fmla="*/ 7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72" h="115">
                <a:moveTo>
                  <a:pt x="72" y="7"/>
                </a:moveTo>
                <a:cubicBezTo>
                  <a:pt x="72" y="109"/>
                  <a:pt x="72" y="109"/>
                  <a:pt x="72" y="109"/>
                </a:cubicBezTo>
                <a:cubicBezTo>
                  <a:pt x="72" y="111"/>
                  <a:pt x="72" y="112"/>
                  <a:pt x="71" y="114"/>
                </a:cubicBezTo>
                <a:cubicBezTo>
                  <a:pt x="69" y="115"/>
                  <a:pt x="68" y="115"/>
                  <a:pt x="66" y="115"/>
                </a:cubicBezTo>
                <a:cubicBezTo>
                  <a:pt x="65" y="115"/>
                  <a:pt x="63" y="115"/>
                  <a:pt x="62" y="114"/>
                </a:cubicBezTo>
                <a:cubicBezTo>
                  <a:pt x="31" y="82"/>
                  <a:pt x="31" y="82"/>
                  <a:pt x="31" y="82"/>
                </a:cubicBezTo>
                <a:cubicBezTo>
                  <a:pt x="6" y="82"/>
                  <a:pt x="6" y="82"/>
                  <a:pt x="6" y="82"/>
                </a:cubicBezTo>
                <a:cubicBezTo>
                  <a:pt x="4" y="82"/>
                  <a:pt x="3" y="82"/>
                  <a:pt x="2" y="80"/>
                </a:cubicBezTo>
                <a:cubicBezTo>
                  <a:pt x="0" y="79"/>
                  <a:pt x="0" y="78"/>
                  <a:pt x="0" y="7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38"/>
                  <a:pt x="0" y="37"/>
                  <a:pt x="2" y="36"/>
                </a:cubicBezTo>
                <a:cubicBezTo>
                  <a:pt x="3" y="34"/>
                  <a:pt x="4" y="34"/>
                  <a:pt x="6" y="34"/>
                </a:cubicBezTo>
                <a:cubicBezTo>
                  <a:pt x="31" y="34"/>
                  <a:pt x="31" y="34"/>
                  <a:pt x="31" y="34"/>
                </a:cubicBezTo>
                <a:cubicBezTo>
                  <a:pt x="62" y="2"/>
                  <a:pt x="62" y="2"/>
                  <a:pt x="62" y="2"/>
                </a:cubicBezTo>
                <a:cubicBezTo>
                  <a:pt x="63" y="1"/>
                  <a:pt x="65" y="0"/>
                  <a:pt x="66" y="0"/>
                </a:cubicBezTo>
                <a:cubicBezTo>
                  <a:pt x="68" y="0"/>
                  <a:pt x="69" y="1"/>
                  <a:pt x="71" y="2"/>
                </a:cubicBezTo>
                <a:cubicBezTo>
                  <a:pt x="72" y="3"/>
                  <a:pt x="72" y="5"/>
                  <a:pt x="72" y="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9" name="Freeform 41"/>
          <p:cNvSpPr>
            <a:spLocks noEditPoints="1"/>
          </p:cNvSpPr>
          <p:nvPr/>
        </p:nvSpPr>
        <p:spPr bwMode="auto">
          <a:xfrm>
            <a:off x="10953066" y="1415939"/>
            <a:ext cx="155599" cy="166405"/>
          </a:xfrm>
          <a:custGeom>
            <a:avLst/>
            <a:gdLst>
              <a:gd name="T0" fmla="*/ 73 w 109"/>
              <a:gd name="T1" fmla="*/ 7 h 115"/>
              <a:gd name="T2" fmla="*/ 73 w 109"/>
              <a:gd name="T3" fmla="*/ 109 h 115"/>
              <a:gd name="T4" fmla="*/ 71 w 109"/>
              <a:gd name="T5" fmla="*/ 114 h 115"/>
              <a:gd name="T6" fmla="*/ 66 w 109"/>
              <a:gd name="T7" fmla="*/ 115 h 115"/>
              <a:gd name="T8" fmla="*/ 62 w 109"/>
              <a:gd name="T9" fmla="*/ 114 h 115"/>
              <a:gd name="T10" fmla="*/ 31 w 109"/>
              <a:gd name="T11" fmla="*/ 82 h 115"/>
              <a:gd name="T12" fmla="*/ 6 w 109"/>
              <a:gd name="T13" fmla="*/ 82 h 115"/>
              <a:gd name="T14" fmla="*/ 2 w 109"/>
              <a:gd name="T15" fmla="*/ 80 h 115"/>
              <a:gd name="T16" fmla="*/ 0 w 109"/>
              <a:gd name="T17" fmla="*/ 76 h 115"/>
              <a:gd name="T18" fmla="*/ 0 w 109"/>
              <a:gd name="T19" fmla="*/ 40 h 115"/>
              <a:gd name="T20" fmla="*/ 2 w 109"/>
              <a:gd name="T21" fmla="*/ 36 h 115"/>
              <a:gd name="T22" fmla="*/ 6 w 109"/>
              <a:gd name="T23" fmla="*/ 34 h 115"/>
              <a:gd name="T24" fmla="*/ 31 w 109"/>
              <a:gd name="T25" fmla="*/ 34 h 115"/>
              <a:gd name="T26" fmla="*/ 62 w 109"/>
              <a:gd name="T27" fmla="*/ 2 h 115"/>
              <a:gd name="T28" fmla="*/ 66 w 109"/>
              <a:gd name="T29" fmla="*/ 0 h 115"/>
              <a:gd name="T30" fmla="*/ 71 w 109"/>
              <a:gd name="T31" fmla="*/ 2 h 115"/>
              <a:gd name="T32" fmla="*/ 73 w 109"/>
              <a:gd name="T33" fmla="*/ 7 h 115"/>
              <a:gd name="T34" fmla="*/ 105 w 109"/>
              <a:gd name="T35" fmla="*/ 45 h 115"/>
              <a:gd name="T36" fmla="*/ 109 w 109"/>
              <a:gd name="T37" fmla="*/ 58 h 115"/>
              <a:gd name="T38" fmla="*/ 105 w 109"/>
              <a:gd name="T39" fmla="*/ 71 h 115"/>
              <a:gd name="T40" fmla="*/ 94 w 109"/>
              <a:gd name="T41" fmla="*/ 80 h 115"/>
              <a:gd name="T42" fmla="*/ 92 w 109"/>
              <a:gd name="T43" fmla="*/ 81 h 115"/>
              <a:gd name="T44" fmla="*/ 88 w 109"/>
              <a:gd name="T45" fmla="*/ 79 h 115"/>
              <a:gd name="T46" fmla="*/ 86 w 109"/>
              <a:gd name="T47" fmla="*/ 75 h 115"/>
              <a:gd name="T48" fmla="*/ 87 w 109"/>
              <a:gd name="T49" fmla="*/ 71 h 115"/>
              <a:gd name="T50" fmla="*/ 90 w 109"/>
              <a:gd name="T51" fmla="*/ 69 h 115"/>
              <a:gd name="T52" fmla="*/ 93 w 109"/>
              <a:gd name="T53" fmla="*/ 67 h 115"/>
              <a:gd name="T54" fmla="*/ 96 w 109"/>
              <a:gd name="T55" fmla="*/ 63 h 115"/>
              <a:gd name="T56" fmla="*/ 97 w 109"/>
              <a:gd name="T57" fmla="*/ 58 h 115"/>
              <a:gd name="T58" fmla="*/ 96 w 109"/>
              <a:gd name="T59" fmla="*/ 53 h 115"/>
              <a:gd name="T60" fmla="*/ 93 w 109"/>
              <a:gd name="T61" fmla="*/ 49 h 115"/>
              <a:gd name="T62" fmla="*/ 90 w 109"/>
              <a:gd name="T63" fmla="*/ 47 h 115"/>
              <a:gd name="T64" fmla="*/ 87 w 109"/>
              <a:gd name="T65" fmla="*/ 45 h 115"/>
              <a:gd name="T66" fmla="*/ 86 w 109"/>
              <a:gd name="T67" fmla="*/ 41 h 115"/>
              <a:gd name="T68" fmla="*/ 88 w 109"/>
              <a:gd name="T69" fmla="*/ 37 h 115"/>
              <a:gd name="T70" fmla="*/ 92 w 109"/>
              <a:gd name="T71" fmla="*/ 35 h 115"/>
              <a:gd name="T72" fmla="*/ 94 w 109"/>
              <a:gd name="T73" fmla="*/ 36 h 115"/>
              <a:gd name="T74" fmla="*/ 105 w 109"/>
              <a:gd name="T75" fmla="*/ 45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09" h="115">
                <a:moveTo>
                  <a:pt x="73" y="7"/>
                </a:moveTo>
                <a:cubicBezTo>
                  <a:pt x="73" y="109"/>
                  <a:pt x="73" y="109"/>
                  <a:pt x="73" y="109"/>
                </a:cubicBezTo>
                <a:cubicBezTo>
                  <a:pt x="73" y="111"/>
                  <a:pt x="72" y="112"/>
                  <a:pt x="71" y="114"/>
                </a:cubicBezTo>
                <a:cubicBezTo>
                  <a:pt x="70" y="115"/>
                  <a:pt x="68" y="115"/>
                  <a:pt x="66" y="115"/>
                </a:cubicBezTo>
                <a:cubicBezTo>
                  <a:pt x="65" y="115"/>
                  <a:pt x="63" y="115"/>
                  <a:pt x="62" y="114"/>
                </a:cubicBezTo>
                <a:cubicBezTo>
                  <a:pt x="31" y="82"/>
                  <a:pt x="31" y="82"/>
                  <a:pt x="31" y="82"/>
                </a:cubicBezTo>
                <a:cubicBezTo>
                  <a:pt x="6" y="82"/>
                  <a:pt x="6" y="82"/>
                  <a:pt x="6" y="82"/>
                </a:cubicBezTo>
                <a:cubicBezTo>
                  <a:pt x="4" y="82"/>
                  <a:pt x="3" y="82"/>
                  <a:pt x="2" y="80"/>
                </a:cubicBezTo>
                <a:cubicBezTo>
                  <a:pt x="1" y="79"/>
                  <a:pt x="0" y="78"/>
                  <a:pt x="0" y="7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38"/>
                  <a:pt x="1" y="37"/>
                  <a:pt x="2" y="36"/>
                </a:cubicBezTo>
                <a:cubicBezTo>
                  <a:pt x="3" y="34"/>
                  <a:pt x="4" y="34"/>
                  <a:pt x="6" y="34"/>
                </a:cubicBezTo>
                <a:cubicBezTo>
                  <a:pt x="31" y="34"/>
                  <a:pt x="31" y="34"/>
                  <a:pt x="31" y="34"/>
                </a:cubicBezTo>
                <a:cubicBezTo>
                  <a:pt x="62" y="2"/>
                  <a:pt x="62" y="2"/>
                  <a:pt x="62" y="2"/>
                </a:cubicBezTo>
                <a:cubicBezTo>
                  <a:pt x="63" y="1"/>
                  <a:pt x="65" y="0"/>
                  <a:pt x="66" y="0"/>
                </a:cubicBezTo>
                <a:cubicBezTo>
                  <a:pt x="68" y="0"/>
                  <a:pt x="70" y="1"/>
                  <a:pt x="71" y="2"/>
                </a:cubicBezTo>
                <a:cubicBezTo>
                  <a:pt x="72" y="3"/>
                  <a:pt x="73" y="5"/>
                  <a:pt x="73" y="7"/>
                </a:cubicBezTo>
                <a:close/>
                <a:moveTo>
                  <a:pt x="105" y="45"/>
                </a:moveTo>
                <a:cubicBezTo>
                  <a:pt x="108" y="49"/>
                  <a:pt x="109" y="53"/>
                  <a:pt x="109" y="58"/>
                </a:cubicBezTo>
                <a:cubicBezTo>
                  <a:pt x="109" y="63"/>
                  <a:pt x="108" y="67"/>
                  <a:pt x="105" y="71"/>
                </a:cubicBezTo>
                <a:cubicBezTo>
                  <a:pt x="102" y="75"/>
                  <a:pt x="99" y="78"/>
                  <a:pt x="94" y="80"/>
                </a:cubicBezTo>
                <a:cubicBezTo>
                  <a:pt x="94" y="80"/>
                  <a:pt x="93" y="81"/>
                  <a:pt x="92" y="81"/>
                </a:cubicBezTo>
                <a:cubicBezTo>
                  <a:pt x="90" y="81"/>
                  <a:pt x="89" y="80"/>
                  <a:pt x="88" y="79"/>
                </a:cubicBezTo>
                <a:cubicBezTo>
                  <a:pt x="86" y="78"/>
                  <a:pt x="86" y="76"/>
                  <a:pt x="86" y="75"/>
                </a:cubicBezTo>
                <a:cubicBezTo>
                  <a:pt x="86" y="73"/>
                  <a:pt x="86" y="72"/>
                  <a:pt x="87" y="71"/>
                </a:cubicBezTo>
                <a:cubicBezTo>
                  <a:pt x="88" y="70"/>
                  <a:pt x="89" y="70"/>
                  <a:pt x="90" y="69"/>
                </a:cubicBezTo>
                <a:cubicBezTo>
                  <a:pt x="91" y="68"/>
                  <a:pt x="92" y="68"/>
                  <a:pt x="93" y="67"/>
                </a:cubicBezTo>
                <a:cubicBezTo>
                  <a:pt x="94" y="66"/>
                  <a:pt x="95" y="65"/>
                  <a:pt x="96" y="63"/>
                </a:cubicBezTo>
                <a:cubicBezTo>
                  <a:pt x="96" y="62"/>
                  <a:pt x="97" y="60"/>
                  <a:pt x="97" y="58"/>
                </a:cubicBezTo>
                <a:cubicBezTo>
                  <a:pt x="97" y="56"/>
                  <a:pt x="96" y="54"/>
                  <a:pt x="96" y="53"/>
                </a:cubicBezTo>
                <a:cubicBezTo>
                  <a:pt x="95" y="51"/>
                  <a:pt x="94" y="50"/>
                  <a:pt x="93" y="49"/>
                </a:cubicBezTo>
                <a:cubicBezTo>
                  <a:pt x="92" y="48"/>
                  <a:pt x="91" y="48"/>
                  <a:pt x="90" y="47"/>
                </a:cubicBezTo>
                <a:cubicBezTo>
                  <a:pt x="89" y="46"/>
                  <a:pt x="88" y="46"/>
                  <a:pt x="87" y="45"/>
                </a:cubicBezTo>
                <a:cubicBezTo>
                  <a:pt x="86" y="44"/>
                  <a:pt x="86" y="43"/>
                  <a:pt x="86" y="41"/>
                </a:cubicBezTo>
                <a:cubicBezTo>
                  <a:pt x="86" y="40"/>
                  <a:pt x="86" y="38"/>
                  <a:pt x="88" y="37"/>
                </a:cubicBezTo>
                <a:cubicBezTo>
                  <a:pt x="89" y="36"/>
                  <a:pt x="90" y="35"/>
                  <a:pt x="92" y="35"/>
                </a:cubicBezTo>
                <a:cubicBezTo>
                  <a:pt x="93" y="35"/>
                  <a:pt x="94" y="35"/>
                  <a:pt x="94" y="36"/>
                </a:cubicBezTo>
                <a:cubicBezTo>
                  <a:pt x="99" y="37"/>
                  <a:pt x="102" y="40"/>
                  <a:pt x="105" y="4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40" name="Freeform 42"/>
          <p:cNvSpPr>
            <a:spLocks noEditPoints="1"/>
          </p:cNvSpPr>
          <p:nvPr/>
        </p:nvSpPr>
        <p:spPr bwMode="auto">
          <a:xfrm>
            <a:off x="11173496" y="1402973"/>
            <a:ext cx="224755" cy="192337"/>
          </a:xfrm>
          <a:custGeom>
            <a:avLst/>
            <a:gdLst>
              <a:gd name="T0" fmla="*/ 73 w 158"/>
              <a:gd name="T1" fmla="*/ 118 h 134"/>
              <a:gd name="T2" fmla="*/ 67 w 158"/>
              <a:gd name="T3" fmla="*/ 124 h 134"/>
              <a:gd name="T4" fmla="*/ 31 w 158"/>
              <a:gd name="T5" fmla="*/ 91 h 134"/>
              <a:gd name="T6" fmla="*/ 2 w 158"/>
              <a:gd name="T7" fmla="*/ 89 h 134"/>
              <a:gd name="T8" fmla="*/ 0 w 158"/>
              <a:gd name="T9" fmla="*/ 49 h 134"/>
              <a:gd name="T10" fmla="*/ 7 w 158"/>
              <a:gd name="T11" fmla="*/ 43 h 134"/>
              <a:gd name="T12" fmla="*/ 63 w 158"/>
              <a:gd name="T13" fmla="*/ 11 h 134"/>
              <a:gd name="T14" fmla="*/ 71 w 158"/>
              <a:gd name="T15" fmla="*/ 11 h 134"/>
              <a:gd name="T16" fmla="*/ 105 w 158"/>
              <a:gd name="T17" fmla="*/ 54 h 134"/>
              <a:gd name="T18" fmla="*/ 105 w 158"/>
              <a:gd name="T19" fmla="*/ 80 h 134"/>
              <a:gd name="T20" fmla="*/ 92 w 158"/>
              <a:gd name="T21" fmla="*/ 90 h 134"/>
              <a:gd name="T22" fmla="*/ 86 w 158"/>
              <a:gd name="T23" fmla="*/ 84 h 134"/>
              <a:gd name="T24" fmla="*/ 90 w 158"/>
              <a:gd name="T25" fmla="*/ 78 h 134"/>
              <a:gd name="T26" fmla="*/ 96 w 158"/>
              <a:gd name="T27" fmla="*/ 72 h 134"/>
              <a:gd name="T28" fmla="*/ 96 w 158"/>
              <a:gd name="T29" fmla="*/ 62 h 134"/>
              <a:gd name="T30" fmla="*/ 90 w 158"/>
              <a:gd name="T31" fmla="*/ 56 h 134"/>
              <a:gd name="T32" fmla="*/ 86 w 158"/>
              <a:gd name="T33" fmla="*/ 50 h 134"/>
              <a:gd name="T34" fmla="*/ 92 w 158"/>
              <a:gd name="T35" fmla="*/ 44 h 134"/>
              <a:gd name="T36" fmla="*/ 105 w 158"/>
              <a:gd name="T37" fmla="*/ 54 h 134"/>
              <a:gd name="T38" fmla="*/ 134 w 158"/>
              <a:gd name="T39" fmla="*/ 67 h 134"/>
              <a:gd name="T40" fmla="*/ 104 w 158"/>
              <a:gd name="T41" fmla="*/ 112 h 134"/>
              <a:gd name="T42" fmla="*/ 98 w 158"/>
              <a:gd name="T43" fmla="*/ 110 h 134"/>
              <a:gd name="T44" fmla="*/ 99 w 158"/>
              <a:gd name="T45" fmla="*/ 100 h 134"/>
              <a:gd name="T46" fmla="*/ 118 w 158"/>
              <a:gd name="T47" fmla="*/ 83 h 134"/>
              <a:gd name="T48" fmla="*/ 118 w 158"/>
              <a:gd name="T49" fmla="*/ 51 h 134"/>
              <a:gd name="T50" fmla="*/ 99 w 158"/>
              <a:gd name="T51" fmla="*/ 34 h 134"/>
              <a:gd name="T52" fmla="*/ 98 w 158"/>
              <a:gd name="T53" fmla="*/ 24 h 134"/>
              <a:gd name="T54" fmla="*/ 104 w 158"/>
              <a:gd name="T55" fmla="*/ 22 h 134"/>
              <a:gd name="T56" fmla="*/ 146 w 158"/>
              <a:gd name="T57" fmla="*/ 27 h 134"/>
              <a:gd name="T58" fmla="*/ 146 w 158"/>
              <a:gd name="T59" fmla="*/ 107 h 134"/>
              <a:gd name="T60" fmla="*/ 111 w 158"/>
              <a:gd name="T61" fmla="*/ 134 h 134"/>
              <a:gd name="T62" fmla="*/ 105 w 158"/>
              <a:gd name="T63" fmla="*/ 128 h 134"/>
              <a:gd name="T64" fmla="*/ 111 w 158"/>
              <a:gd name="T65" fmla="*/ 122 h 134"/>
              <a:gd name="T66" fmla="*/ 121 w 158"/>
              <a:gd name="T67" fmla="*/ 116 h 134"/>
              <a:gd name="T68" fmla="*/ 146 w 158"/>
              <a:gd name="T69" fmla="*/ 67 h 134"/>
              <a:gd name="T70" fmla="*/ 121 w 158"/>
              <a:gd name="T71" fmla="*/ 18 h 134"/>
              <a:gd name="T72" fmla="*/ 111 w 158"/>
              <a:gd name="T73" fmla="*/ 12 h 134"/>
              <a:gd name="T74" fmla="*/ 105 w 158"/>
              <a:gd name="T75" fmla="*/ 6 h 134"/>
              <a:gd name="T76" fmla="*/ 111 w 158"/>
              <a:gd name="T77" fmla="*/ 0 h 134"/>
              <a:gd name="T78" fmla="*/ 146 w 158"/>
              <a:gd name="T79" fmla="*/ 27 h 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58" h="134">
                <a:moveTo>
                  <a:pt x="73" y="16"/>
                </a:moveTo>
                <a:cubicBezTo>
                  <a:pt x="73" y="118"/>
                  <a:pt x="73" y="118"/>
                  <a:pt x="73" y="118"/>
                </a:cubicBezTo>
                <a:cubicBezTo>
                  <a:pt x="73" y="120"/>
                  <a:pt x="73" y="121"/>
                  <a:pt x="71" y="123"/>
                </a:cubicBezTo>
                <a:cubicBezTo>
                  <a:pt x="70" y="124"/>
                  <a:pt x="69" y="124"/>
                  <a:pt x="67" y="124"/>
                </a:cubicBezTo>
                <a:cubicBezTo>
                  <a:pt x="65" y="124"/>
                  <a:pt x="64" y="124"/>
                  <a:pt x="63" y="123"/>
                </a:cubicBezTo>
                <a:cubicBezTo>
                  <a:pt x="31" y="91"/>
                  <a:pt x="31" y="91"/>
                  <a:pt x="31" y="91"/>
                </a:cubicBezTo>
                <a:cubicBezTo>
                  <a:pt x="7" y="91"/>
                  <a:pt x="7" y="91"/>
                  <a:pt x="7" y="91"/>
                </a:cubicBezTo>
                <a:cubicBezTo>
                  <a:pt x="5" y="91"/>
                  <a:pt x="3" y="91"/>
                  <a:pt x="2" y="89"/>
                </a:cubicBezTo>
                <a:cubicBezTo>
                  <a:pt x="1" y="88"/>
                  <a:pt x="0" y="87"/>
                  <a:pt x="0" y="85"/>
                </a:cubicBezTo>
                <a:cubicBezTo>
                  <a:pt x="0" y="49"/>
                  <a:pt x="0" y="49"/>
                  <a:pt x="0" y="49"/>
                </a:cubicBezTo>
                <a:cubicBezTo>
                  <a:pt x="0" y="47"/>
                  <a:pt x="1" y="46"/>
                  <a:pt x="2" y="45"/>
                </a:cubicBezTo>
                <a:cubicBezTo>
                  <a:pt x="3" y="43"/>
                  <a:pt x="5" y="43"/>
                  <a:pt x="7" y="43"/>
                </a:cubicBezTo>
                <a:cubicBezTo>
                  <a:pt x="31" y="43"/>
                  <a:pt x="31" y="43"/>
                  <a:pt x="31" y="43"/>
                </a:cubicBezTo>
                <a:cubicBezTo>
                  <a:pt x="63" y="11"/>
                  <a:pt x="63" y="11"/>
                  <a:pt x="63" y="11"/>
                </a:cubicBezTo>
                <a:cubicBezTo>
                  <a:pt x="64" y="10"/>
                  <a:pt x="65" y="9"/>
                  <a:pt x="67" y="9"/>
                </a:cubicBezTo>
                <a:cubicBezTo>
                  <a:pt x="69" y="9"/>
                  <a:pt x="70" y="10"/>
                  <a:pt x="71" y="11"/>
                </a:cubicBezTo>
                <a:cubicBezTo>
                  <a:pt x="73" y="12"/>
                  <a:pt x="73" y="14"/>
                  <a:pt x="73" y="16"/>
                </a:cubicBezTo>
                <a:close/>
                <a:moveTo>
                  <a:pt x="105" y="54"/>
                </a:moveTo>
                <a:cubicBezTo>
                  <a:pt x="108" y="58"/>
                  <a:pt x="109" y="62"/>
                  <a:pt x="109" y="67"/>
                </a:cubicBezTo>
                <a:cubicBezTo>
                  <a:pt x="109" y="72"/>
                  <a:pt x="108" y="76"/>
                  <a:pt x="105" y="80"/>
                </a:cubicBezTo>
                <a:cubicBezTo>
                  <a:pt x="103" y="84"/>
                  <a:pt x="99" y="87"/>
                  <a:pt x="95" y="89"/>
                </a:cubicBezTo>
                <a:cubicBezTo>
                  <a:pt x="94" y="89"/>
                  <a:pt x="93" y="90"/>
                  <a:pt x="92" y="90"/>
                </a:cubicBezTo>
                <a:cubicBezTo>
                  <a:pt x="91" y="90"/>
                  <a:pt x="89" y="89"/>
                  <a:pt x="88" y="88"/>
                </a:cubicBezTo>
                <a:cubicBezTo>
                  <a:pt x="87" y="87"/>
                  <a:pt x="86" y="85"/>
                  <a:pt x="86" y="84"/>
                </a:cubicBezTo>
                <a:cubicBezTo>
                  <a:pt x="86" y="82"/>
                  <a:pt x="87" y="81"/>
                  <a:pt x="87" y="80"/>
                </a:cubicBezTo>
                <a:cubicBezTo>
                  <a:pt x="88" y="79"/>
                  <a:pt x="89" y="79"/>
                  <a:pt x="90" y="78"/>
                </a:cubicBezTo>
                <a:cubicBezTo>
                  <a:pt x="91" y="77"/>
                  <a:pt x="92" y="77"/>
                  <a:pt x="93" y="76"/>
                </a:cubicBezTo>
                <a:cubicBezTo>
                  <a:pt x="94" y="75"/>
                  <a:pt x="95" y="74"/>
                  <a:pt x="96" y="72"/>
                </a:cubicBezTo>
                <a:cubicBezTo>
                  <a:pt x="97" y="71"/>
                  <a:pt x="97" y="69"/>
                  <a:pt x="97" y="67"/>
                </a:cubicBezTo>
                <a:cubicBezTo>
                  <a:pt x="97" y="65"/>
                  <a:pt x="97" y="63"/>
                  <a:pt x="96" y="62"/>
                </a:cubicBezTo>
                <a:cubicBezTo>
                  <a:pt x="95" y="60"/>
                  <a:pt x="94" y="59"/>
                  <a:pt x="93" y="58"/>
                </a:cubicBezTo>
                <a:cubicBezTo>
                  <a:pt x="92" y="57"/>
                  <a:pt x="91" y="57"/>
                  <a:pt x="90" y="56"/>
                </a:cubicBezTo>
                <a:cubicBezTo>
                  <a:pt x="89" y="55"/>
                  <a:pt x="88" y="55"/>
                  <a:pt x="87" y="54"/>
                </a:cubicBezTo>
                <a:cubicBezTo>
                  <a:pt x="87" y="53"/>
                  <a:pt x="86" y="52"/>
                  <a:pt x="86" y="50"/>
                </a:cubicBezTo>
                <a:cubicBezTo>
                  <a:pt x="86" y="49"/>
                  <a:pt x="87" y="47"/>
                  <a:pt x="88" y="46"/>
                </a:cubicBezTo>
                <a:cubicBezTo>
                  <a:pt x="89" y="45"/>
                  <a:pt x="91" y="44"/>
                  <a:pt x="92" y="44"/>
                </a:cubicBezTo>
                <a:cubicBezTo>
                  <a:pt x="93" y="44"/>
                  <a:pt x="94" y="44"/>
                  <a:pt x="95" y="45"/>
                </a:cubicBezTo>
                <a:cubicBezTo>
                  <a:pt x="99" y="46"/>
                  <a:pt x="103" y="49"/>
                  <a:pt x="105" y="54"/>
                </a:cubicBezTo>
                <a:close/>
                <a:moveTo>
                  <a:pt x="126" y="40"/>
                </a:moveTo>
                <a:cubicBezTo>
                  <a:pt x="131" y="48"/>
                  <a:pt x="134" y="57"/>
                  <a:pt x="134" y="67"/>
                </a:cubicBezTo>
                <a:cubicBezTo>
                  <a:pt x="134" y="77"/>
                  <a:pt x="131" y="86"/>
                  <a:pt x="126" y="94"/>
                </a:cubicBezTo>
                <a:cubicBezTo>
                  <a:pt x="120" y="102"/>
                  <a:pt x="113" y="108"/>
                  <a:pt x="104" y="112"/>
                </a:cubicBezTo>
                <a:cubicBezTo>
                  <a:pt x="103" y="112"/>
                  <a:pt x="103" y="112"/>
                  <a:pt x="102" y="112"/>
                </a:cubicBezTo>
                <a:cubicBezTo>
                  <a:pt x="100" y="112"/>
                  <a:pt x="99" y="111"/>
                  <a:pt x="98" y="110"/>
                </a:cubicBezTo>
                <a:cubicBezTo>
                  <a:pt x="96" y="109"/>
                  <a:pt x="96" y="108"/>
                  <a:pt x="96" y="106"/>
                </a:cubicBezTo>
                <a:cubicBezTo>
                  <a:pt x="96" y="103"/>
                  <a:pt x="97" y="102"/>
                  <a:pt x="99" y="100"/>
                </a:cubicBezTo>
                <a:cubicBezTo>
                  <a:pt x="103" y="99"/>
                  <a:pt x="105" y="97"/>
                  <a:pt x="107" y="96"/>
                </a:cubicBezTo>
                <a:cubicBezTo>
                  <a:pt x="111" y="93"/>
                  <a:pt x="115" y="89"/>
                  <a:pt x="118" y="83"/>
                </a:cubicBezTo>
                <a:cubicBezTo>
                  <a:pt x="120" y="78"/>
                  <a:pt x="122" y="73"/>
                  <a:pt x="122" y="67"/>
                </a:cubicBezTo>
                <a:cubicBezTo>
                  <a:pt x="122" y="61"/>
                  <a:pt x="120" y="56"/>
                  <a:pt x="118" y="51"/>
                </a:cubicBezTo>
                <a:cubicBezTo>
                  <a:pt x="115" y="45"/>
                  <a:pt x="111" y="41"/>
                  <a:pt x="107" y="38"/>
                </a:cubicBezTo>
                <a:cubicBezTo>
                  <a:pt x="105" y="37"/>
                  <a:pt x="103" y="35"/>
                  <a:pt x="99" y="34"/>
                </a:cubicBezTo>
                <a:cubicBezTo>
                  <a:pt x="97" y="32"/>
                  <a:pt x="96" y="30"/>
                  <a:pt x="96" y="28"/>
                </a:cubicBezTo>
                <a:cubicBezTo>
                  <a:pt x="96" y="26"/>
                  <a:pt x="96" y="25"/>
                  <a:pt x="98" y="24"/>
                </a:cubicBezTo>
                <a:cubicBezTo>
                  <a:pt x="99" y="23"/>
                  <a:pt x="100" y="22"/>
                  <a:pt x="102" y="22"/>
                </a:cubicBezTo>
                <a:cubicBezTo>
                  <a:pt x="103" y="22"/>
                  <a:pt x="103" y="22"/>
                  <a:pt x="104" y="22"/>
                </a:cubicBezTo>
                <a:cubicBezTo>
                  <a:pt x="113" y="26"/>
                  <a:pt x="120" y="32"/>
                  <a:pt x="126" y="40"/>
                </a:cubicBezTo>
                <a:close/>
                <a:moveTo>
                  <a:pt x="146" y="27"/>
                </a:moveTo>
                <a:cubicBezTo>
                  <a:pt x="154" y="39"/>
                  <a:pt x="158" y="52"/>
                  <a:pt x="158" y="67"/>
                </a:cubicBezTo>
                <a:cubicBezTo>
                  <a:pt x="158" y="81"/>
                  <a:pt x="154" y="95"/>
                  <a:pt x="146" y="107"/>
                </a:cubicBezTo>
                <a:cubicBezTo>
                  <a:pt x="138" y="119"/>
                  <a:pt x="127" y="128"/>
                  <a:pt x="114" y="134"/>
                </a:cubicBezTo>
                <a:cubicBezTo>
                  <a:pt x="113" y="134"/>
                  <a:pt x="112" y="134"/>
                  <a:pt x="111" y="134"/>
                </a:cubicBezTo>
                <a:cubicBezTo>
                  <a:pt x="110" y="134"/>
                  <a:pt x="108" y="134"/>
                  <a:pt x="107" y="132"/>
                </a:cubicBezTo>
                <a:cubicBezTo>
                  <a:pt x="106" y="131"/>
                  <a:pt x="105" y="130"/>
                  <a:pt x="105" y="128"/>
                </a:cubicBezTo>
                <a:cubicBezTo>
                  <a:pt x="105" y="126"/>
                  <a:pt x="107" y="124"/>
                  <a:pt x="109" y="123"/>
                </a:cubicBezTo>
                <a:cubicBezTo>
                  <a:pt x="109" y="122"/>
                  <a:pt x="110" y="122"/>
                  <a:pt x="111" y="122"/>
                </a:cubicBezTo>
                <a:cubicBezTo>
                  <a:pt x="112" y="121"/>
                  <a:pt x="113" y="121"/>
                  <a:pt x="113" y="121"/>
                </a:cubicBezTo>
                <a:cubicBezTo>
                  <a:pt x="116" y="119"/>
                  <a:pt x="119" y="117"/>
                  <a:pt x="121" y="116"/>
                </a:cubicBezTo>
                <a:cubicBezTo>
                  <a:pt x="129" y="110"/>
                  <a:pt x="135" y="103"/>
                  <a:pt x="139" y="94"/>
                </a:cubicBezTo>
                <a:cubicBezTo>
                  <a:pt x="144" y="86"/>
                  <a:pt x="146" y="77"/>
                  <a:pt x="146" y="67"/>
                </a:cubicBezTo>
                <a:cubicBezTo>
                  <a:pt x="146" y="57"/>
                  <a:pt x="144" y="48"/>
                  <a:pt x="139" y="40"/>
                </a:cubicBezTo>
                <a:cubicBezTo>
                  <a:pt x="135" y="31"/>
                  <a:pt x="129" y="24"/>
                  <a:pt x="121" y="18"/>
                </a:cubicBezTo>
                <a:cubicBezTo>
                  <a:pt x="119" y="17"/>
                  <a:pt x="116" y="15"/>
                  <a:pt x="113" y="13"/>
                </a:cubicBezTo>
                <a:cubicBezTo>
                  <a:pt x="113" y="13"/>
                  <a:pt x="112" y="13"/>
                  <a:pt x="111" y="12"/>
                </a:cubicBezTo>
                <a:cubicBezTo>
                  <a:pt x="110" y="12"/>
                  <a:pt x="109" y="12"/>
                  <a:pt x="109" y="11"/>
                </a:cubicBezTo>
                <a:cubicBezTo>
                  <a:pt x="107" y="10"/>
                  <a:pt x="105" y="8"/>
                  <a:pt x="105" y="6"/>
                </a:cubicBezTo>
                <a:cubicBezTo>
                  <a:pt x="105" y="4"/>
                  <a:pt x="106" y="3"/>
                  <a:pt x="107" y="2"/>
                </a:cubicBezTo>
                <a:cubicBezTo>
                  <a:pt x="108" y="0"/>
                  <a:pt x="110" y="0"/>
                  <a:pt x="111" y="0"/>
                </a:cubicBezTo>
                <a:cubicBezTo>
                  <a:pt x="112" y="0"/>
                  <a:pt x="113" y="0"/>
                  <a:pt x="114" y="0"/>
                </a:cubicBezTo>
                <a:cubicBezTo>
                  <a:pt x="127" y="6"/>
                  <a:pt x="138" y="15"/>
                  <a:pt x="146" y="2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41" name="Freeform 43"/>
          <p:cNvSpPr>
            <a:spLocks noEditPoints="1"/>
          </p:cNvSpPr>
          <p:nvPr/>
        </p:nvSpPr>
        <p:spPr bwMode="auto">
          <a:xfrm>
            <a:off x="793751" y="1824385"/>
            <a:ext cx="190176" cy="190176"/>
          </a:xfrm>
          <a:custGeom>
            <a:avLst/>
            <a:gdLst>
              <a:gd name="T0" fmla="*/ 40 w 88"/>
              <a:gd name="T1" fmla="*/ 40 h 88"/>
              <a:gd name="T2" fmla="*/ 0 w 88"/>
              <a:gd name="T3" fmla="*/ 0 h 88"/>
              <a:gd name="T4" fmla="*/ 40 w 88"/>
              <a:gd name="T5" fmla="*/ 48 h 88"/>
              <a:gd name="T6" fmla="*/ 0 w 88"/>
              <a:gd name="T7" fmla="*/ 88 h 88"/>
              <a:gd name="T8" fmla="*/ 40 w 88"/>
              <a:gd name="T9" fmla="*/ 48 h 88"/>
              <a:gd name="T10" fmla="*/ 32 w 88"/>
              <a:gd name="T11" fmla="*/ 32 h 88"/>
              <a:gd name="T12" fmla="*/ 8 w 88"/>
              <a:gd name="T13" fmla="*/ 8 h 88"/>
              <a:gd name="T14" fmla="*/ 8 w 88"/>
              <a:gd name="T15" fmla="*/ 80 h 88"/>
              <a:gd name="T16" fmla="*/ 32 w 88"/>
              <a:gd name="T17" fmla="*/ 56 h 88"/>
              <a:gd name="T18" fmla="*/ 8 w 88"/>
              <a:gd name="T19" fmla="*/ 80 h 88"/>
              <a:gd name="T20" fmla="*/ 24 w 88"/>
              <a:gd name="T21" fmla="*/ 24 h 88"/>
              <a:gd name="T22" fmla="*/ 16 w 88"/>
              <a:gd name="T23" fmla="*/ 16 h 88"/>
              <a:gd name="T24" fmla="*/ 24 w 88"/>
              <a:gd name="T25" fmla="*/ 64 h 88"/>
              <a:gd name="T26" fmla="*/ 16 w 88"/>
              <a:gd name="T27" fmla="*/ 72 h 88"/>
              <a:gd name="T28" fmla="*/ 24 w 88"/>
              <a:gd name="T29" fmla="*/ 64 h 88"/>
              <a:gd name="T30" fmla="*/ 88 w 88"/>
              <a:gd name="T31" fmla="*/ 40 h 88"/>
              <a:gd name="T32" fmla="*/ 48 w 88"/>
              <a:gd name="T33" fmla="*/ 0 h 88"/>
              <a:gd name="T34" fmla="*/ 88 w 88"/>
              <a:gd name="T35" fmla="*/ 48 h 88"/>
              <a:gd name="T36" fmla="*/ 64 w 88"/>
              <a:gd name="T37" fmla="*/ 72 h 88"/>
              <a:gd name="T38" fmla="*/ 56 w 88"/>
              <a:gd name="T39" fmla="*/ 64 h 88"/>
              <a:gd name="T40" fmla="*/ 48 w 88"/>
              <a:gd name="T41" fmla="*/ 88 h 88"/>
              <a:gd name="T42" fmla="*/ 72 w 88"/>
              <a:gd name="T43" fmla="*/ 48 h 88"/>
              <a:gd name="T44" fmla="*/ 80 w 88"/>
              <a:gd name="T45" fmla="*/ 56 h 88"/>
              <a:gd name="T46" fmla="*/ 88 w 88"/>
              <a:gd name="T47" fmla="*/ 48 h 88"/>
              <a:gd name="T48" fmla="*/ 80 w 88"/>
              <a:gd name="T49" fmla="*/ 32 h 88"/>
              <a:gd name="T50" fmla="*/ 56 w 88"/>
              <a:gd name="T51" fmla="*/ 8 h 88"/>
              <a:gd name="T52" fmla="*/ 72 w 88"/>
              <a:gd name="T53" fmla="*/ 16 h 88"/>
              <a:gd name="T54" fmla="*/ 64 w 88"/>
              <a:gd name="T55" fmla="*/ 24 h 88"/>
              <a:gd name="T56" fmla="*/ 72 w 88"/>
              <a:gd name="T57" fmla="*/ 16 h 88"/>
              <a:gd name="T58" fmla="*/ 72 w 88"/>
              <a:gd name="T59" fmla="*/ 88 h 88"/>
              <a:gd name="T60" fmla="*/ 64 w 88"/>
              <a:gd name="T61" fmla="*/ 80 h 88"/>
              <a:gd name="T62" fmla="*/ 88 w 88"/>
              <a:gd name="T63" fmla="*/ 80 h 88"/>
              <a:gd name="T64" fmla="*/ 80 w 88"/>
              <a:gd name="T65" fmla="*/ 88 h 88"/>
              <a:gd name="T66" fmla="*/ 88 w 88"/>
              <a:gd name="T67" fmla="*/ 80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88" h="88">
                <a:moveTo>
                  <a:pt x="40" y="0"/>
                </a:moveTo>
                <a:lnTo>
                  <a:pt x="40" y="40"/>
                </a:lnTo>
                <a:lnTo>
                  <a:pt x="0" y="40"/>
                </a:lnTo>
                <a:lnTo>
                  <a:pt x="0" y="0"/>
                </a:lnTo>
                <a:lnTo>
                  <a:pt x="40" y="0"/>
                </a:lnTo>
                <a:close/>
                <a:moveTo>
                  <a:pt x="40" y="48"/>
                </a:moveTo>
                <a:lnTo>
                  <a:pt x="40" y="88"/>
                </a:lnTo>
                <a:lnTo>
                  <a:pt x="0" y="88"/>
                </a:lnTo>
                <a:lnTo>
                  <a:pt x="0" y="48"/>
                </a:lnTo>
                <a:lnTo>
                  <a:pt x="40" y="48"/>
                </a:lnTo>
                <a:close/>
                <a:moveTo>
                  <a:pt x="8" y="32"/>
                </a:moveTo>
                <a:lnTo>
                  <a:pt x="32" y="32"/>
                </a:lnTo>
                <a:lnTo>
                  <a:pt x="32" y="8"/>
                </a:lnTo>
                <a:lnTo>
                  <a:pt x="8" y="8"/>
                </a:lnTo>
                <a:lnTo>
                  <a:pt x="8" y="32"/>
                </a:lnTo>
                <a:close/>
                <a:moveTo>
                  <a:pt x="8" y="80"/>
                </a:moveTo>
                <a:lnTo>
                  <a:pt x="32" y="80"/>
                </a:lnTo>
                <a:lnTo>
                  <a:pt x="32" y="56"/>
                </a:lnTo>
                <a:lnTo>
                  <a:pt x="8" y="56"/>
                </a:lnTo>
                <a:lnTo>
                  <a:pt x="8" y="80"/>
                </a:lnTo>
                <a:close/>
                <a:moveTo>
                  <a:pt x="24" y="16"/>
                </a:moveTo>
                <a:lnTo>
                  <a:pt x="24" y="24"/>
                </a:lnTo>
                <a:lnTo>
                  <a:pt x="16" y="24"/>
                </a:lnTo>
                <a:lnTo>
                  <a:pt x="16" y="16"/>
                </a:lnTo>
                <a:lnTo>
                  <a:pt x="24" y="16"/>
                </a:lnTo>
                <a:close/>
                <a:moveTo>
                  <a:pt x="24" y="64"/>
                </a:moveTo>
                <a:lnTo>
                  <a:pt x="24" y="72"/>
                </a:lnTo>
                <a:lnTo>
                  <a:pt x="16" y="72"/>
                </a:lnTo>
                <a:lnTo>
                  <a:pt x="16" y="64"/>
                </a:lnTo>
                <a:lnTo>
                  <a:pt x="24" y="64"/>
                </a:lnTo>
                <a:close/>
                <a:moveTo>
                  <a:pt x="88" y="0"/>
                </a:moveTo>
                <a:lnTo>
                  <a:pt x="88" y="40"/>
                </a:lnTo>
                <a:lnTo>
                  <a:pt x="48" y="40"/>
                </a:lnTo>
                <a:lnTo>
                  <a:pt x="48" y="0"/>
                </a:lnTo>
                <a:lnTo>
                  <a:pt x="88" y="0"/>
                </a:lnTo>
                <a:close/>
                <a:moveTo>
                  <a:pt x="88" y="48"/>
                </a:moveTo>
                <a:lnTo>
                  <a:pt x="88" y="72"/>
                </a:lnTo>
                <a:lnTo>
                  <a:pt x="64" y="72"/>
                </a:lnTo>
                <a:lnTo>
                  <a:pt x="64" y="64"/>
                </a:lnTo>
                <a:lnTo>
                  <a:pt x="56" y="64"/>
                </a:lnTo>
                <a:lnTo>
                  <a:pt x="56" y="88"/>
                </a:lnTo>
                <a:lnTo>
                  <a:pt x="48" y="88"/>
                </a:lnTo>
                <a:lnTo>
                  <a:pt x="48" y="48"/>
                </a:lnTo>
                <a:lnTo>
                  <a:pt x="72" y="48"/>
                </a:lnTo>
                <a:lnTo>
                  <a:pt x="72" y="56"/>
                </a:lnTo>
                <a:lnTo>
                  <a:pt x="80" y="56"/>
                </a:lnTo>
                <a:lnTo>
                  <a:pt x="80" y="48"/>
                </a:lnTo>
                <a:lnTo>
                  <a:pt x="88" y="48"/>
                </a:lnTo>
                <a:close/>
                <a:moveTo>
                  <a:pt x="56" y="32"/>
                </a:moveTo>
                <a:lnTo>
                  <a:pt x="80" y="32"/>
                </a:lnTo>
                <a:lnTo>
                  <a:pt x="80" y="8"/>
                </a:lnTo>
                <a:lnTo>
                  <a:pt x="56" y="8"/>
                </a:lnTo>
                <a:lnTo>
                  <a:pt x="56" y="32"/>
                </a:lnTo>
                <a:close/>
                <a:moveTo>
                  <a:pt x="72" y="16"/>
                </a:moveTo>
                <a:lnTo>
                  <a:pt x="72" y="24"/>
                </a:lnTo>
                <a:lnTo>
                  <a:pt x="64" y="24"/>
                </a:lnTo>
                <a:lnTo>
                  <a:pt x="64" y="16"/>
                </a:lnTo>
                <a:lnTo>
                  <a:pt x="72" y="16"/>
                </a:lnTo>
                <a:close/>
                <a:moveTo>
                  <a:pt x="72" y="80"/>
                </a:moveTo>
                <a:lnTo>
                  <a:pt x="72" y="88"/>
                </a:lnTo>
                <a:lnTo>
                  <a:pt x="64" y="88"/>
                </a:lnTo>
                <a:lnTo>
                  <a:pt x="64" y="80"/>
                </a:lnTo>
                <a:lnTo>
                  <a:pt x="72" y="80"/>
                </a:lnTo>
                <a:close/>
                <a:moveTo>
                  <a:pt x="88" y="80"/>
                </a:moveTo>
                <a:lnTo>
                  <a:pt x="88" y="88"/>
                </a:lnTo>
                <a:lnTo>
                  <a:pt x="80" y="88"/>
                </a:lnTo>
                <a:lnTo>
                  <a:pt x="80" y="80"/>
                </a:lnTo>
                <a:lnTo>
                  <a:pt x="88" y="8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42" name="Freeform 44"/>
          <p:cNvSpPr>
            <a:spLocks noEditPoints="1"/>
          </p:cNvSpPr>
          <p:nvPr/>
        </p:nvSpPr>
        <p:spPr bwMode="auto">
          <a:xfrm>
            <a:off x="1046599" y="1824385"/>
            <a:ext cx="242043" cy="190176"/>
          </a:xfrm>
          <a:custGeom>
            <a:avLst/>
            <a:gdLst>
              <a:gd name="T0" fmla="*/ 0 w 112"/>
              <a:gd name="T1" fmla="*/ 88 h 88"/>
              <a:gd name="T2" fmla="*/ 4 w 112"/>
              <a:gd name="T3" fmla="*/ 0 h 88"/>
              <a:gd name="T4" fmla="*/ 8 w 112"/>
              <a:gd name="T5" fmla="*/ 88 h 88"/>
              <a:gd name="T6" fmla="*/ 6 w 112"/>
              <a:gd name="T7" fmla="*/ 0 h 88"/>
              <a:gd name="T8" fmla="*/ 8 w 112"/>
              <a:gd name="T9" fmla="*/ 88 h 88"/>
              <a:gd name="T10" fmla="*/ 12 w 112"/>
              <a:gd name="T11" fmla="*/ 88 h 88"/>
              <a:gd name="T12" fmla="*/ 14 w 112"/>
              <a:gd name="T13" fmla="*/ 0 h 88"/>
              <a:gd name="T14" fmla="*/ 24 w 112"/>
              <a:gd name="T15" fmla="*/ 88 h 88"/>
              <a:gd name="T16" fmla="*/ 22 w 112"/>
              <a:gd name="T17" fmla="*/ 0 h 88"/>
              <a:gd name="T18" fmla="*/ 24 w 112"/>
              <a:gd name="T19" fmla="*/ 88 h 88"/>
              <a:gd name="T20" fmla="*/ 30 w 112"/>
              <a:gd name="T21" fmla="*/ 88 h 88"/>
              <a:gd name="T22" fmla="*/ 34 w 112"/>
              <a:gd name="T23" fmla="*/ 0 h 88"/>
              <a:gd name="T24" fmla="*/ 42 w 112"/>
              <a:gd name="T25" fmla="*/ 88 h 88"/>
              <a:gd name="T26" fmla="*/ 40 w 112"/>
              <a:gd name="T27" fmla="*/ 0 h 88"/>
              <a:gd name="T28" fmla="*/ 42 w 112"/>
              <a:gd name="T29" fmla="*/ 88 h 88"/>
              <a:gd name="T30" fmla="*/ 44 w 112"/>
              <a:gd name="T31" fmla="*/ 88 h 88"/>
              <a:gd name="T32" fmla="*/ 45 w 112"/>
              <a:gd name="T33" fmla="*/ 0 h 88"/>
              <a:gd name="T34" fmla="*/ 49 w 112"/>
              <a:gd name="T35" fmla="*/ 88 h 88"/>
              <a:gd name="T36" fmla="*/ 47 w 112"/>
              <a:gd name="T37" fmla="*/ 0 h 88"/>
              <a:gd name="T38" fmla="*/ 49 w 112"/>
              <a:gd name="T39" fmla="*/ 88 h 88"/>
              <a:gd name="T40" fmla="*/ 55 w 112"/>
              <a:gd name="T41" fmla="*/ 88 h 88"/>
              <a:gd name="T42" fmla="*/ 59 w 112"/>
              <a:gd name="T43" fmla="*/ 0 h 88"/>
              <a:gd name="T44" fmla="*/ 69 w 112"/>
              <a:gd name="T45" fmla="*/ 88 h 88"/>
              <a:gd name="T46" fmla="*/ 65 w 112"/>
              <a:gd name="T47" fmla="*/ 0 h 88"/>
              <a:gd name="T48" fmla="*/ 69 w 112"/>
              <a:gd name="T49" fmla="*/ 88 h 88"/>
              <a:gd name="T50" fmla="*/ 73 w 112"/>
              <a:gd name="T51" fmla="*/ 88 h 88"/>
              <a:gd name="T52" fmla="*/ 77 w 112"/>
              <a:gd name="T53" fmla="*/ 0 h 88"/>
              <a:gd name="T54" fmla="*/ 85 w 112"/>
              <a:gd name="T55" fmla="*/ 88 h 88"/>
              <a:gd name="T56" fmla="*/ 81 w 112"/>
              <a:gd name="T57" fmla="*/ 0 h 88"/>
              <a:gd name="T58" fmla="*/ 85 w 112"/>
              <a:gd name="T59" fmla="*/ 88 h 88"/>
              <a:gd name="T60" fmla="*/ 87 w 112"/>
              <a:gd name="T61" fmla="*/ 88 h 88"/>
              <a:gd name="T62" fmla="*/ 91 w 112"/>
              <a:gd name="T63" fmla="*/ 0 h 88"/>
              <a:gd name="T64" fmla="*/ 103 w 112"/>
              <a:gd name="T65" fmla="*/ 88 h 88"/>
              <a:gd name="T66" fmla="*/ 97 w 112"/>
              <a:gd name="T67" fmla="*/ 0 h 88"/>
              <a:gd name="T68" fmla="*/ 103 w 112"/>
              <a:gd name="T69" fmla="*/ 88 h 88"/>
              <a:gd name="T70" fmla="*/ 105 w 112"/>
              <a:gd name="T71" fmla="*/ 88 h 88"/>
              <a:gd name="T72" fmla="*/ 107 w 112"/>
              <a:gd name="T73" fmla="*/ 0 h 88"/>
              <a:gd name="T74" fmla="*/ 112 w 112"/>
              <a:gd name="T75" fmla="*/ 88 h 88"/>
              <a:gd name="T76" fmla="*/ 108 w 112"/>
              <a:gd name="T77" fmla="*/ 0 h 88"/>
              <a:gd name="T78" fmla="*/ 112 w 112"/>
              <a:gd name="T79" fmla="*/ 88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12" h="88">
                <a:moveTo>
                  <a:pt x="4" y="88"/>
                </a:moveTo>
                <a:lnTo>
                  <a:pt x="0" y="88"/>
                </a:lnTo>
                <a:lnTo>
                  <a:pt x="0" y="0"/>
                </a:lnTo>
                <a:lnTo>
                  <a:pt x="4" y="0"/>
                </a:lnTo>
                <a:lnTo>
                  <a:pt x="4" y="88"/>
                </a:lnTo>
                <a:close/>
                <a:moveTo>
                  <a:pt x="8" y="88"/>
                </a:moveTo>
                <a:lnTo>
                  <a:pt x="6" y="88"/>
                </a:lnTo>
                <a:lnTo>
                  <a:pt x="6" y="0"/>
                </a:lnTo>
                <a:lnTo>
                  <a:pt x="8" y="0"/>
                </a:lnTo>
                <a:lnTo>
                  <a:pt x="8" y="88"/>
                </a:lnTo>
                <a:close/>
                <a:moveTo>
                  <a:pt x="14" y="88"/>
                </a:moveTo>
                <a:lnTo>
                  <a:pt x="12" y="88"/>
                </a:lnTo>
                <a:lnTo>
                  <a:pt x="12" y="0"/>
                </a:lnTo>
                <a:lnTo>
                  <a:pt x="14" y="0"/>
                </a:lnTo>
                <a:lnTo>
                  <a:pt x="14" y="88"/>
                </a:lnTo>
                <a:close/>
                <a:moveTo>
                  <a:pt x="24" y="88"/>
                </a:moveTo>
                <a:lnTo>
                  <a:pt x="22" y="88"/>
                </a:lnTo>
                <a:lnTo>
                  <a:pt x="22" y="0"/>
                </a:lnTo>
                <a:lnTo>
                  <a:pt x="24" y="0"/>
                </a:lnTo>
                <a:lnTo>
                  <a:pt x="24" y="88"/>
                </a:lnTo>
                <a:close/>
                <a:moveTo>
                  <a:pt x="34" y="88"/>
                </a:moveTo>
                <a:lnTo>
                  <a:pt x="30" y="88"/>
                </a:lnTo>
                <a:lnTo>
                  <a:pt x="30" y="0"/>
                </a:lnTo>
                <a:lnTo>
                  <a:pt x="34" y="0"/>
                </a:lnTo>
                <a:lnTo>
                  <a:pt x="34" y="88"/>
                </a:lnTo>
                <a:close/>
                <a:moveTo>
                  <a:pt x="42" y="88"/>
                </a:moveTo>
                <a:lnTo>
                  <a:pt x="40" y="88"/>
                </a:lnTo>
                <a:lnTo>
                  <a:pt x="40" y="0"/>
                </a:lnTo>
                <a:lnTo>
                  <a:pt x="42" y="0"/>
                </a:lnTo>
                <a:lnTo>
                  <a:pt x="42" y="88"/>
                </a:lnTo>
                <a:close/>
                <a:moveTo>
                  <a:pt x="45" y="88"/>
                </a:moveTo>
                <a:lnTo>
                  <a:pt x="44" y="88"/>
                </a:lnTo>
                <a:lnTo>
                  <a:pt x="44" y="0"/>
                </a:lnTo>
                <a:lnTo>
                  <a:pt x="45" y="0"/>
                </a:lnTo>
                <a:lnTo>
                  <a:pt x="45" y="88"/>
                </a:lnTo>
                <a:close/>
                <a:moveTo>
                  <a:pt x="49" y="88"/>
                </a:moveTo>
                <a:lnTo>
                  <a:pt x="47" y="88"/>
                </a:lnTo>
                <a:lnTo>
                  <a:pt x="47" y="0"/>
                </a:lnTo>
                <a:lnTo>
                  <a:pt x="49" y="0"/>
                </a:lnTo>
                <a:lnTo>
                  <a:pt x="49" y="88"/>
                </a:lnTo>
                <a:close/>
                <a:moveTo>
                  <a:pt x="59" y="88"/>
                </a:moveTo>
                <a:lnTo>
                  <a:pt x="55" y="88"/>
                </a:lnTo>
                <a:lnTo>
                  <a:pt x="55" y="0"/>
                </a:lnTo>
                <a:lnTo>
                  <a:pt x="59" y="0"/>
                </a:lnTo>
                <a:lnTo>
                  <a:pt x="59" y="88"/>
                </a:lnTo>
                <a:close/>
                <a:moveTo>
                  <a:pt x="69" y="88"/>
                </a:moveTo>
                <a:lnTo>
                  <a:pt x="65" y="88"/>
                </a:lnTo>
                <a:lnTo>
                  <a:pt x="65" y="0"/>
                </a:lnTo>
                <a:lnTo>
                  <a:pt x="69" y="0"/>
                </a:lnTo>
                <a:lnTo>
                  <a:pt x="69" y="88"/>
                </a:lnTo>
                <a:close/>
                <a:moveTo>
                  <a:pt x="77" y="88"/>
                </a:moveTo>
                <a:lnTo>
                  <a:pt x="73" y="88"/>
                </a:lnTo>
                <a:lnTo>
                  <a:pt x="73" y="0"/>
                </a:lnTo>
                <a:lnTo>
                  <a:pt x="77" y="0"/>
                </a:lnTo>
                <a:lnTo>
                  <a:pt x="77" y="88"/>
                </a:lnTo>
                <a:close/>
                <a:moveTo>
                  <a:pt x="85" y="88"/>
                </a:moveTo>
                <a:lnTo>
                  <a:pt x="81" y="88"/>
                </a:lnTo>
                <a:lnTo>
                  <a:pt x="81" y="0"/>
                </a:lnTo>
                <a:lnTo>
                  <a:pt x="85" y="0"/>
                </a:lnTo>
                <a:lnTo>
                  <a:pt x="85" y="88"/>
                </a:lnTo>
                <a:close/>
                <a:moveTo>
                  <a:pt x="91" y="88"/>
                </a:moveTo>
                <a:lnTo>
                  <a:pt x="87" y="88"/>
                </a:lnTo>
                <a:lnTo>
                  <a:pt x="87" y="0"/>
                </a:lnTo>
                <a:lnTo>
                  <a:pt x="91" y="0"/>
                </a:lnTo>
                <a:lnTo>
                  <a:pt x="91" y="88"/>
                </a:lnTo>
                <a:close/>
                <a:moveTo>
                  <a:pt x="103" y="88"/>
                </a:moveTo>
                <a:lnTo>
                  <a:pt x="97" y="88"/>
                </a:lnTo>
                <a:lnTo>
                  <a:pt x="97" y="0"/>
                </a:lnTo>
                <a:lnTo>
                  <a:pt x="103" y="0"/>
                </a:lnTo>
                <a:lnTo>
                  <a:pt x="103" y="88"/>
                </a:lnTo>
                <a:close/>
                <a:moveTo>
                  <a:pt x="107" y="88"/>
                </a:moveTo>
                <a:lnTo>
                  <a:pt x="105" y="88"/>
                </a:lnTo>
                <a:lnTo>
                  <a:pt x="105" y="0"/>
                </a:lnTo>
                <a:lnTo>
                  <a:pt x="107" y="0"/>
                </a:lnTo>
                <a:lnTo>
                  <a:pt x="107" y="88"/>
                </a:lnTo>
                <a:close/>
                <a:moveTo>
                  <a:pt x="112" y="88"/>
                </a:moveTo>
                <a:lnTo>
                  <a:pt x="108" y="88"/>
                </a:lnTo>
                <a:lnTo>
                  <a:pt x="108" y="0"/>
                </a:lnTo>
                <a:lnTo>
                  <a:pt x="112" y="0"/>
                </a:lnTo>
                <a:lnTo>
                  <a:pt x="112" y="8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43" name="Freeform 45"/>
          <p:cNvSpPr>
            <a:spLocks noEditPoints="1"/>
          </p:cNvSpPr>
          <p:nvPr/>
        </p:nvSpPr>
        <p:spPr bwMode="auto">
          <a:xfrm>
            <a:off x="1351313" y="1824385"/>
            <a:ext cx="205304" cy="205304"/>
          </a:xfrm>
          <a:custGeom>
            <a:avLst/>
            <a:gdLst>
              <a:gd name="T0" fmla="*/ 143 w 143"/>
              <a:gd name="T1" fmla="*/ 85 h 144"/>
              <a:gd name="T2" fmla="*/ 140 w 143"/>
              <a:gd name="T3" fmla="*/ 94 h 144"/>
              <a:gd name="T4" fmla="*/ 93 w 143"/>
              <a:gd name="T5" fmla="*/ 140 h 144"/>
              <a:gd name="T6" fmla="*/ 85 w 143"/>
              <a:gd name="T7" fmla="*/ 144 h 144"/>
              <a:gd name="T8" fmla="*/ 76 w 143"/>
              <a:gd name="T9" fmla="*/ 140 h 144"/>
              <a:gd name="T10" fmla="*/ 9 w 143"/>
              <a:gd name="T11" fmla="*/ 72 h 144"/>
              <a:gd name="T12" fmla="*/ 3 w 143"/>
              <a:gd name="T13" fmla="*/ 63 h 144"/>
              <a:gd name="T14" fmla="*/ 0 w 143"/>
              <a:gd name="T15" fmla="*/ 52 h 144"/>
              <a:gd name="T16" fmla="*/ 0 w 143"/>
              <a:gd name="T17" fmla="*/ 12 h 144"/>
              <a:gd name="T18" fmla="*/ 4 w 143"/>
              <a:gd name="T19" fmla="*/ 4 h 144"/>
              <a:gd name="T20" fmla="*/ 12 w 143"/>
              <a:gd name="T21" fmla="*/ 0 h 144"/>
              <a:gd name="T22" fmla="*/ 52 w 143"/>
              <a:gd name="T23" fmla="*/ 0 h 144"/>
              <a:gd name="T24" fmla="*/ 63 w 143"/>
              <a:gd name="T25" fmla="*/ 3 h 144"/>
              <a:gd name="T26" fmla="*/ 72 w 143"/>
              <a:gd name="T27" fmla="*/ 9 h 144"/>
              <a:gd name="T28" fmla="*/ 140 w 143"/>
              <a:gd name="T29" fmla="*/ 76 h 144"/>
              <a:gd name="T30" fmla="*/ 143 w 143"/>
              <a:gd name="T31" fmla="*/ 85 h 144"/>
              <a:gd name="T32" fmla="*/ 39 w 143"/>
              <a:gd name="T33" fmla="*/ 39 h 144"/>
              <a:gd name="T34" fmla="*/ 43 w 143"/>
              <a:gd name="T35" fmla="*/ 31 h 144"/>
              <a:gd name="T36" fmla="*/ 39 w 143"/>
              <a:gd name="T37" fmla="*/ 22 h 144"/>
              <a:gd name="T38" fmla="*/ 30 w 143"/>
              <a:gd name="T39" fmla="*/ 19 h 144"/>
              <a:gd name="T40" fmla="*/ 22 w 143"/>
              <a:gd name="T41" fmla="*/ 22 h 144"/>
              <a:gd name="T42" fmla="*/ 18 w 143"/>
              <a:gd name="T43" fmla="*/ 31 h 144"/>
              <a:gd name="T44" fmla="*/ 22 w 143"/>
              <a:gd name="T45" fmla="*/ 39 h 144"/>
              <a:gd name="T46" fmla="*/ 30 w 143"/>
              <a:gd name="T47" fmla="*/ 43 h 144"/>
              <a:gd name="T48" fmla="*/ 39 w 143"/>
              <a:gd name="T49" fmla="*/ 39 h 1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43" h="144">
                <a:moveTo>
                  <a:pt x="143" y="85"/>
                </a:moveTo>
                <a:cubicBezTo>
                  <a:pt x="143" y="88"/>
                  <a:pt x="142" y="91"/>
                  <a:pt x="140" y="94"/>
                </a:cubicBezTo>
                <a:cubicBezTo>
                  <a:pt x="93" y="140"/>
                  <a:pt x="93" y="140"/>
                  <a:pt x="93" y="140"/>
                </a:cubicBezTo>
                <a:cubicBezTo>
                  <a:pt x="91" y="142"/>
                  <a:pt x="88" y="144"/>
                  <a:pt x="85" y="144"/>
                </a:cubicBezTo>
                <a:cubicBezTo>
                  <a:pt x="82" y="144"/>
                  <a:pt x="79" y="142"/>
                  <a:pt x="76" y="140"/>
                </a:cubicBezTo>
                <a:cubicBezTo>
                  <a:pt x="9" y="72"/>
                  <a:pt x="9" y="72"/>
                  <a:pt x="9" y="72"/>
                </a:cubicBezTo>
                <a:cubicBezTo>
                  <a:pt x="6" y="70"/>
                  <a:pt x="4" y="67"/>
                  <a:pt x="3" y="63"/>
                </a:cubicBezTo>
                <a:cubicBezTo>
                  <a:pt x="1" y="59"/>
                  <a:pt x="0" y="55"/>
                  <a:pt x="0" y="5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9"/>
                  <a:pt x="1" y="6"/>
                  <a:pt x="4" y="4"/>
                </a:cubicBezTo>
                <a:cubicBezTo>
                  <a:pt x="6" y="2"/>
                  <a:pt x="9" y="0"/>
                  <a:pt x="12" y="0"/>
                </a:cubicBezTo>
                <a:cubicBezTo>
                  <a:pt x="52" y="0"/>
                  <a:pt x="52" y="0"/>
                  <a:pt x="52" y="0"/>
                </a:cubicBezTo>
                <a:cubicBezTo>
                  <a:pt x="55" y="0"/>
                  <a:pt x="59" y="1"/>
                  <a:pt x="63" y="3"/>
                </a:cubicBezTo>
                <a:cubicBezTo>
                  <a:pt x="67" y="5"/>
                  <a:pt x="70" y="7"/>
                  <a:pt x="72" y="9"/>
                </a:cubicBezTo>
                <a:cubicBezTo>
                  <a:pt x="140" y="76"/>
                  <a:pt x="140" y="76"/>
                  <a:pt x="140" y="76"/>
                </a:cubicBezTo>
                <a:cubicBezTo>
                  <a:pt x="142" y="79"/>
                  <a:pt x="143" y="82"/>
                  <a:pt x="143" y="85"/>
                </a:cubicBezTo>
                <a:close/>
                <a:moveTo>
                  <a:pt x="39" y="39"/>
                </a:moveTo>
                <a:cubicBezTo>
                  <a:pt x="41" y="37"/>
                  <a:pt x="43" y="34"/>
                  <a:pt x="43" y="31"/>
                </a:cubicBezTo>
                <a:cubicBezTo>
                  <a:pt x="43" y="27"/>
                  <a:pt x="41" y="24"/>
                  <a:pt x="39" y="22"/>
                </a:cubicBezTo>
                <a:cubicBezTo>
                  <a:pt x="37" y="20"/>
                  <a:pt x="34" y="19"/>
                  <a:pt x="30" y="19"/>
                </a:cubicBezTo>
                <a:cubicBezTo>
                  <a:pt x="27" y="19"/>
                  <a:pt x="24" y="20"/>
                  <a:pt x="22" y="22"/>
                </a:cubicBezTo>
                <a:cubicBezTo>
                  <a:pt x="19" y="24"/>
                  <a:pt x="18" y="27"/>
                  <a:pt x="18" y="31"/>
                </a:cubicBezTo>
                <a:cubicBezTo>
                  <a:pt x="18" y="34"/>
                  <a:pt x="19" y="37"/>
                  <a:pt x="22" y="39"/>
                </a:cubicBezTo>
                <a:cubicBezTo>
                  <a:pt x="24" y="42"/>
                  <a:pt x="27" y="43"/>
                  <a:pt x="30" y="43"/>
                </a:cubicBezTo>
                <a:cubicBezTo>
                  <a:pt x="34" y="43"/>
                  <a:pt x="37" y="42"/>
                  <a:pt x="39" y="3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44" name="Freeform 46"/>
          <p:cNvSpPr>
            <a:spLocks noEditPoints="1"/>
          </p:cNvSpPr>
          <p:nvPr/>
        </p:nvSpPr>
        <p:spPr bwMode="auto">
          <a:xfrm>
            <a:off x="1621450" y="1824385"/>
            <a:ext cx="257169" cy="205304"/>
          </a:xfrm>
          <a:custGeom>
            <a:avLst/>
            <a:gdLst>
              <a:gd name="T0" fmla="*/ 143 w 179"/>
              <a:gd name="T1" fmla="*/ 85 h 144"/>
              <a:gd name="T2" fmla="*/ 139 w 179"/>
              <a:gd name="T3" fmla="*/ 94 h 144"/>
              <a:gd name="T4" fmla="*/ 93 w 179"/>
              <a:gd name="T5" fmla="*/ 140 h 144"/>
              <a:gd name="T6" fmla="*/ 84 w 179"/>
              <a:gd name="T7" fmla="*/ 144 h 144"/>
              <a:gd name="T8" fmla="*/ 76 w 179"/>
              <a:gd name="T9" fmla="*/ 140 h 144"/>
              <a:gd name="T10" fmla="*/ 8 w 179"/>
              <a:gd name="T11" fmla="*/ 72 h 144"/>
              <a:gd name="T12" fmla="*/ 2 w 179"/>
              <a:gd name="T13" fmla="*/ 63 h 144"/>
              <a:gd name="T14" fmla="*/ 0 w 179"/>
              <a:gd name="T15" fmla="*/ 52 h 144"/>
              <a:gd name="T16" fmla="*/ 0 w 179"/>
              <a:gd name="T17" fmla="*/ 12 h 144"/>
              <a:gd name="T18" fmla="*/ 3 w 179"/>
              <a:gd name="T19" fmla="*/ 4 h 144"/>
              <a:gd name="T20" fmla="*/ 12 w 179"/>
              <a:gd name="T21" fmla="*/ 0 h 144"/>
              <a:gd name="T22" fmla="*/ 51 w 179"/>
              <a:gd name="T23" fmla="*/ 0 h 144"/>
              <a:gd name="T24" fmla="*/ 62 w 179"/>
              <a:gd name="T25" fmla="*/ 3 h 144"/>
              <a:gd name="T26" fmla="*/ 72 w 179"/>
              <a:gd name="T27" fmla="*/ 9 h 144"/>
              <a:gd name="T28" fmla="*/ 139 w 179"/>
              <a:gd name="T29" fmla="*/ 76 h 144"/>
              <a:gd name="T30" fmla="*/ 143 w 179"/>
              <a:gd name="T31" fmla="*/ 85 h 144"/>
              <a:gd name="T32" fmla="*/ 39 w 179"/>
              <a:gd name="T33" fmla="*/ 39 h 144"/>
              <a:gd name="T34" fmla="*/ 42 w 179"/>
              <a:gd name="T35" fmla="*/ 31 h 144"/>
              <a:gd name="T36" fmla="*/ 39 w 179"/>
              <a:gd name="T37" fmla="*/ 22 h 144"/>
              <a:gd name="T38" fmla="*/ 30 w 179"/>
              <a:gd name="T39" fmla="*/ 19 h 144"/>
              <a:gd name="T40" fmla="*/ 21 w 179"/>
              <a:gd name="T41" fmla="*/ 22 h 144"/>
              <a:gd name="T42" fmla="*/ 18 w 179"/>
              <a:gd name="T43" fmla="*/ 31 h 144"/>
              <a:gd name="T44" fmla="*/ 21 w 179"/>
              <a:gd name="T45" fmla="*/ 39 h 144"/>
              <a:gd name="T46" fmla="*/ 30 w 179"/>
              <a:gd name="T47" fmla="*/ 43 h 144"/>
              <a:gd name="T48" fmla="*/ 39 w 179"/>
              <a:gd name="T49" fmla="*/ 39 h 144"/>
              <a:gd name="T50" fmla="*/ 179 w 179"/>
              <a:gd name="T51" fmla="*/ 85 h 144"/>
              <a:gd name="T52" fmla="*/ 176 w 179"/>
              <a:gd name="T53" fmla="*/ 94 h 144"/>
              <a:gd name="T54" fmla="*/ 129 w 179"/>
              <a:gd name="T55" fmla="*/ 140 h 144"/>
              <a:gd name="T56" fmla="*/ 121 w 179"/>
              <a:gd name="T57" fmla="*/ 144 h 144"/>
              <a:gd name="T58" fmla="*/ 115 w 179"/>
              <a:gd name="T59" fmla="*/ 142 h 144"/>
              <a:gd name="T60" fmla="*/ 110 w 179"/>
              <a:gd name="T61" fmla="*/ 138 h 144"/>
              <a:gd name="T62" fmla="*/ 155 w 179"/>
              <a:gd name="T63" fmla="*/ 94 h 144"/>
              <a:gd name="T64" fmla="*/ 158 w 179"/>
              <a:gd name="T65" fmla="*/ 85 h 144"/>
              <a:gd name="T66" fmla="*/ 155 w 179"/>
              <a:gd name="T67" fmla="*/ 76 h 144"/>
              <a:gd name="T68" fmla="*/ 87 w 179"/>
              <a:gd name="T69" fmla="*/ 9 h 144"/>
              <a:gd name="T70" fmla="*/ 77 w 179"/>
              <a:gd name="T71" fmla="*/ 3 h 144"/>
              <a:gd name="T72" fmla="*/ 66 w 179"/>
              <a:gd name="T73" fmla="*/ 0 h 144"/>
              <a:gd name="T74" fmla="*/ 87 w 179"/>
              <a:gd name="T75" fmla="*/ 0 h 144"/>
              <a:gd name="T76" fmla="*/ 98 w 179"/>
              <a:gd name="T77" fmla="*/ 3 h 144"/>
              <a:gd name="T78" fmla="*/ 108 w 179"/>
              <a:gd name="T79" fmla="*/ 9 h 144"/>
              <a:gd name="T80" fmla="*/ 176 w 179"/>
              <a:gd name="T81" fmla="*/ 76 h 144"/>
              <a:gd name="T82" fmla="*/ 179 w 179"/>
              <a:gd name="T83" fmla="*/ 85 h 1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79" h="144">
                <a:moveTo>
                  <a:pt x="143" y="85"/>
                </a:moveTo>
                <a:cubicBezTo>
                  <a:pt x="143" y="88"/>
                  <a:pt x="142" y="91"/>
                  <a:pt x="139" y="94"/>
                </a:cubicBezTo>
                <a:cubicBezTo>
                  <a:pt x="93" y="140"/>
                  <a:pt x="93" y="140"/>
                  <a:pt x="93" y="140"/>
                </a:cubicBezTo>
                <a:cubicBezTo>
                  <a:pt x="91" y="142"/>
                  <a:pt x="88" y="144"/>
                  <a:pt x="84" y="144"/>
                </a:cubicBezTo>
                <a:cubicBezTo>
                  <a:pt x="81" y="144"/>
                  <a:pt x="78" y="142"/>
                  <a:pt x="76" y="140"/>
                </a:cubicBezTo>
                <a:cubicBezTo>
                  <a:pt x="8" y="72"/>
                  <a:pt x="8" y="72"/>
                  <a:pt x="8" y="72"/>
                </a:cubicBezTo>
                <a:cubicBezTo>
                  <a:pt x="6" y="70"/>
                  <a:pt x="4" y="67"/>
                  <a:pt x="2" y="63"/>
                </a:cubicBezTo>
                <a:cubicBezTo>
                  <a:pt x="1" y="59"/>
                  <a:pt x="0" y="55"/>
                  <a:pt x="0" y="5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9"/>
                  <a:pt x="1" y="6"/>
                  <a:pt x="3" y="4"/>
                </a:cubicBezTo>
                <a:cubicBezTo>
                  <a:pt x="6" y="2"/>
                  <a:pt x="9" y="0"/>
                  <a:pt x="12" y="0"/>
                </a:cubicBezTo>
                <a:cubicBezTo>
                  <a:pt x="51" y="0"/>
                  <a:pt x="51" y="0"/>
                  <a:pt x="51" y="0"/>
                </a:cubicBezTo>
                <a:cubicBezTo>
                  <a:pt x="54" y="0"/>
                  <a:pt x="58" y="1"/>
                  <a:pt x="62" y="3"/>
                </a:cubicBezTo>
                <a:cubicBezTo>
                  <a:pt x="66" y="5"/>
                  <a:pt x="69" y="7"/>
                  <a:pt x="72" y="9"/>
                </a:cubicBezTo>
                <a:cubicBezTo>
                  <a:pt x="139" y="76"/>
                  <a:pt x="139" y="76"/>
                  <a:pt x="139" y="76"/>
                </a:cubicBezTo>
                <a:cubicBezTo>
                  <a:pt x="142" y="79"/>
                  <a:pt x="143" y="82"/>
                  <a:pt x="143" y="85"/>
                </a:cubicBezTo>
                <a:close/>
                <a:moveTo>
                  <a:pt x="39" y="39"/>
                </a:moveTo>
                <a:cubicBezTo>
                  <a:pt x="41" y="37"/>
                  <a:pt x="42" y="34"/>
                  <a:pt x="42" y="31"/>
                </a:cubicBezTo>
                <a:cubicBezTo>
                  <a:pt x="42" y="27"/>
                  <a:pt x="41" y="24"/>
                  <a:pt x="39" y="22"/>
                </a:cubicBezTo>
                <a:cubicBezTo>
                  <a:pt x="36" y="20"/>
                  <a:pt x="33" y="19"/>
                  <a:pt x="30" y="19"/>
                </a:cubicBezTo>
                <a:cubicBezTo>
                  <a:pt x="27" y="19"/>
                  <a:pt x="24" y="20"/>
                  <a:pt x="21" y="22"/>
                </a:cubicBezTo>
                <a:cubicBezTo>
                  <a:pt x="19" y="24"/>
                  <a:pt x="18" y="27"/>
                  <a:pt x="18" y="31"/>
                </a:cubicBezTo>
                <a:cubicBezTo>
                  <a:pt x="18" y="34"/>
                  <a:pt x="19" y="37"/>
                  <a:pt x="21" y="39"/>
                </a:cubicBezTo>
                <a:cubicBezTo>
                  <a:pt x="24" y="42"/>
                  <a:pt x="27" y="43"/>
                  <a:pt x="30" y="43"/>
                </a:cubicBezTo>
                <a:cubicBezTo>
                  <a:pt x="33" y="43"/>
                  <a:pt x="36" y="42"/>
                  <a:pt x="39" y="39"/>
                </a:cubicBezTo>
                <a:close/>
                <a:moveTo>
                  <a:pt x="179" y="85"/>
                </a:moveTo>
                <a:cubicBezTo>
                  <a:pt x="179" y="88"/>
                  <a:pt x="178" y="91"/>
                  <a:pt x="176" y="94"/>
                </a:cubicBezTo>
                <a:cubicBezTo>
                  <a:pt x="129" y="140"/>
                  <a:pt x="129" y="140"/>
                  <a:pt x="129" y="140"/>
                </a:cubicBezTo>
                <a:cubicBezTo>
                  <a:pt x="127" y="142"/>
                  <a:pt x="124" y="144"/>
                  <a:pt x="121" y="144"/>
                </a:cubicBezTo>
                <a:cubicBezTo>
                  <a:pt x="118" y="144"/>
                  <a:pt x="117" y="143"/>
                  <a:pt x="115" y="142"/>
                </a:cubicBezTo>
                <a:cubicBezTo>
                  <a:pt x="114" y="141"/>
                  <a:pt x="112" y="140"/>
                  <a:pt x="110" y="138"/>
                </a:cubicBezTo>
                <a:cubicBezTo>
                  <a:pt x="155" y="94"/>
                  <a:pt x="155" y="94"/>
                  <a:pt x="155" y="94"/>
                </a:cubicBezTo>
                <a:cubicBezTo>
                  <a:pt x="157" y="91"/>
                  <a:pt x="158" y="88"/>
                  <a:pt x="158" y="85"/>
                </a:cubicBezTo>
                <a:cubicBezTo>
                  <a:pt x="158" y="82"/>
                  <a:pt x="157" y="79"/>
                  <a:pt x="155" y="76"/>
                </a:cubicBezTo>
                <a:cubicBezTo>
                  <a:pt x="87" y="9"/>
                  <a:pt x="87" y="9"/>
                  <a:pt x="87" y="9"/>
                </a:cubicBezTo>
                <a:cubicBezTo>
                  <a:pt x="85" y="7"/>
                  <a:pt x="81" y="5"/>
                  <a:pt x="77" y="3"/>
                </a:cubicBezTo>
                <a:cubicBezTo>
                  <a:pt x="73" y="1"/>
                  <a:pt x="70" y="0"/>
                  <a:pt x="66" y="0"/>
                </a:cubicBezTo>
                <a:cubicBezTo>
                  <a:pt x="87" y="0"/>
                  <a:pt x="87" y="0"/>
                  <a:pt x="87" y="0"/>
                </a:cubicBezTo>
                <a:cubicBezTo>
                  <a:pt x="91" y="0"/>
                  <a:pt x="94" y="1"/>
                  <a:pt x="98" y="3"/>
                </a:cubicBezTo>
                <a:cubicBezTo>
                  <a:pt x="103" y="5"/>
                  <a:pt x="106" y="7"/>
                  <a:pt x="108" y="9"/>
                </a:cubicBezTo>
                <a:cubicBezTo>
                  <a:pt x="176" y="76"/>
                  <a:pt x="176" y="76"/>
                  <a:pt x="176" y="76"/>
                </a:cubicBezTo>
                <a:cubicBezTo>
                  <a:pt x="178" y="79"/>
                  <a:pt x="179" y="82"/>
                  <a:pt x="179" y="8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45" name="Freeform 47"/>
          <p:cNvSpPr>
            <a:spLocks noEditPoints="1"/>
          </p:cNvSpPr>
          <p:nvPr/>
        </p:nvSpPr>
        <p:spPr bwMode="auto">
          <a:xfrm>
            <a:off x="1943453" y="1824385"/>
            <a:ext cx="226915" cy="209627"/>
          </a:xfrm>
          <a:custGeom>
            <a:avLst/>
            <a:gdLst>
              <a:gd name="T0" fmla="*/ 157 w 159"/>
              <a:gd name="T1" fmla="*/ 46 h 146"/>
              <a:gd name="T2" fmla="*/ 124 w 159"/>
              <a:gd name="T3" fmla="*/ 141 h 146"/>
              <a:gd name="T4" fmla="*/ 25 w 159"/>
              <a:gd name="T5" fmla="*/ 146 h 146"/>
              <a:gd name="T6" fmla="*/ 2 w 159"/>
              <a:gd name="T7" fmla="*/ 128 h 146"/>
              <a:gd name="T8" fmla="*/ 2 w 159"/>
              <a:gd name="T9" fmla="*/ 114 h 146"/>
              <a:gd name="T10" fmla="*/ 2 w 159"/>
              <a:gd name="T11" fmla="*/ 108 h 146"/>
              <a:gd name="T12" fmla="*/ 2 w 159"/>
              <a:gd name="T13" fmla="*/ 104 h 146"/>
              <a:gd name="T14" fmla="*/ 5 w 159"/>
              <a:gd name="T15" fmla="*/ 100 h 146"/>
              <a:gd name="T16" fmla="*/ 13 w 159"/>
              <a:gd name="T17" fmla="*/ 82 h 146"/>
              <a:gd name="T18" fmla="*/ 13 w 159"/>
              <a:gd name="T19" fmla="*/ 77 h 146"/>
              <a:gd name="T20" fmla="*/ 16 w 159"/>
              <a:gd name="T21" fmla="*/ 72 h 146"/>
              <a:gd name="T22" fmla="*/ 22 w 159"/>
              <a:gd name="T23" fmla="*/ 55 h 146"/>
              <a:gd name="T24" fmla="*/ 22 w 159"/>
              <a:gd name="T25" fmla="*/ 49 h 146"/>
              <a:gd name="T26" fmla="*/ 26 w 159"/>
              <a:gd name="T27" fmla="*/ 44 h 146"/>
              <a:gd name="T28" fmla="*/ 33 w 159"/>
              <a:gd name="T29" fmla="*/ 27 h 146"/>
              <a:gd name="T30" fmla="*/ 32 w 159"/>
              <a:gd name="T31" fmla="*/ 22 h 146"/>
              <a:gd name="T32" fmla="*/ 35 w 159"/>
              <a:gd name="T33" fmla="*/ 18 h 146"/>
              <a:gd name="T34" fmla="*/ 38 w 159"/>
              <a:gd name="T35" fmla="*/ 13 h 146"/>
              <a:gd name="T36" fmla="*/ 41 w 159"/>
              <a:gd name="T37" fmla="*/ 7 h 146"/>
              <a:gd name="T38" fmla="*/ 45 w 159"/>
              <a:gd name="T39" fmla="*/ 1 h 146"/>
              <a:gd name="T40" fmla="*/ 53 w 159"/>
              <a:gd name="T41" fmla="*/ 1 h 146"/>
              <a:gd name="T42" fmla="*/ 58 w 159"/>
              <a:gd name="T43" fmla="*/ 0 h 146"/>
              <a:gd name="T44" fmla="*/ 141 w 159"/>
              <a:gd name="T45" fmla="*/ 6 h 146"/>
              <a:gd name="T46" fmla="*/ 116 w 159"/>
              <a:gd name="T47" fmla="*/ 104 h 146"/>
              <a:gd name="T48" fmla="*/ 97 w 159"/>
              <a:gd name="T49" fmla="*/ 121 h 146"/>
              <a:gd name="T50" fmla="*/ 12 w 159"/>
              <a:gd name="T51" fmla="*/ 123 h 146"/>
              <a:gd name="T52" fmla="*/ 25 w 159"/>
              <a:gd name="T53" fmla="*/ 133 h 146"/>
              <a:gd name="T54" fmla="*/ 118 w 159"/>
              <a:gd name="T55" fmla="*/ 132 h 146"/>
              <a:gd name="T56" fmla="*/ 149 w 159"/>
              <a:gd name="T57" fmla="*/ 35 h 146"/>
              <a:gd name="T58" fmla="*/ 156 w 159"/>
              <a:gd name="T59" fmla="*/ 33 h 146"/>
              <a:gd name="T60" fmla="*/ 47 w 159"/>
              <a:gd name="T61" fmla="*/ 60 h 146"/>
              <a:gd name="T62" fmla="*/ 107 w 159"/>
              <a:gd name="T63" fmla="*/ 61 h 146"/>
              <a:gd name="T64" fmla="*/ 111 w 159"/>
              <a:gd name="T65" fmla="*/ 58 h 146"/>
              <a:gd name="T66" fmla="*/ 112 w 159"/>
              <a:gd name="T67" fmla="*/ 50 h 146"/>
              <a:gd name="T68" fmla="*/ 53 w 159"/>
              <a:gd name="T69" fmla="*/ 49 h 146"/>
              <a:gd name="T70" fmla="*/ 49 w 159"/>
              <a:gd name="T71" fmla="*/ 52 h 146"/>
              <a:gd name="T72" fmla="*/ 55 w 159"/>
              <a:gd name="T73" fmla="*/ 34 h 146"/>
              <a:gd name="T74" fmla="*/ 57 w 159"/>
              <a:gd name="T75" fmla="*/ 37 h 146"/>
              <a:gd name="T76" fmla="*/ 117 w 159"/>
              <a:gd name="T77" fmla="*/ 36 h 146"/>
              <a:gd name="T78" fmla="*/ 120 w 159"/>
              <a:gd name="T79" fmla="*/ 28 h 146"/>
              <a:gd name="T80" fmla="*/ 118 w 159"/>
              <a:gd name="T81" fmla="*/ 25 h 146"/>
              <a:gd name="T82" fmla="*/ 58 w 159"/>
              <a:gd name="T83" fmla="*/ 25 h 146"/>
              <a:gd name="T84" fmla="*/ 55 w 159"/>
              <a:gd name="T85" fmla="*/ 34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59" h="146">
                <a:moveTo>
                  <a:pt x="156" y="33"/>
                </a:moveTo>
                <a:cubicBezTo>
                  <a:pt x="158" y="37"/>
                  <a:pt x="159" y="41"/>
                  <a:pt x="157" y="46"/>
                </a:cubicBezTo>
                <a:cubicBezTo>
                  <a:pt x="131" y="131"/>
                  <a:pt x="131" y="131"/>
                  <a:pt x="131" y="131"/>
                </a:cubicBezTo>
                <a:cubicBezTo>
                  <a:pt x="130" y="135"/>
                  <a:pt x="128" y="139"/>
                  <a:pt x="124" y="141"/>
                </a:cubicBezTo>
                <a:cubicBezTo>
                  <a:pt x="120" y="144"/>
                  <a:pt x="116" y="146"/>
                  <a:pt x="112" y="146"/>
                </a:cubicBezTo>
                <a:cubicBezTo>
                  <a:pt x="25" y="146"/>
                  <a:pt x="25" y="146"/>
                  <a:pt x="25" y="146"/>
                </a:cubicBezTo>
                <a:cubicBezTo>
                  <a:pt x="20" y="146"/>
                  <a:pt x="16" y="144"/>
                  <a:pt x="11" y="141"/>
                </a:cubicBezTo>
                <a:cubicBezTo>
                  <a:pt x="7" y="137"/>
                  <a:pt x="3" y="133"/>
                  <a:pt x="2" y="128"/>
                </a:cubicBezTo>
                <a:cubicBezTo>
                  <a:pt x="0" y="124"/>
                  <a:pt x="0" y="120"/>
                  <a:pt x="1" y="116"/>
                </a:cubicBezTo>
                <a:cubicBezTo>
                  <a:pt x="1" y="116"/>
                  <a:pt x="2" y="115"/>
                  <a:pt x="2" y="114"/>
                </a:cubicBezTo>
                <a:cubicBezTo>
                  <a:pt x="2" y="112"/>
                  <a:pt x="2" y="111"/>
                  <a:pt x="2" y="110"/>
                </a:cubicBezTo>
                <a:cubicBezTo>
                  <a:pt x="2" y="110"/>
                  <a:pt x="2" y="109"/>
                  <a:pt x="2" y="108"/>
                </a:cubicBezTo>
                <a:cubicBezTo>
                  <a:pt x="2" y="107"/>
                  <a:pt x="2" y="107"/>
                  <a:pt x="2" y="106"/>
                </a:cubicBezTo>
                <a:cubicBezTo>
                  <a:pt x="2" y="105"/>
                  <a:pt x="2" y="105"/>
                  <a:pt x="2" y="104"/>
                </a:cubicBezTo>
                <a:cubicBezTo>
                  <a:pt x="3" y="104"/>
                  <a:pt x="3" y="103"/>
                  <a:pt x="4" y="102"/>
                </a:cubicBezTo>
                <a:cubicBezTo>
                  <a:pt x="5" y="101"/>
                  <a:pt x="5" y="100"/>
                  <a:pt x="5" y="100"/>
                </a:cubicBezTo>
                <a:cubicBezTo>
                  <a:pt x="7" y="97"/>
                  <a:pt x="8" y="94"/>
                  <a:pt x="10" y="91"/>
                </a:cubicBezTo>
                <a:cubicBezTo>
                  <a:pt x="11" y="88"/>
                  <a:pt x="12" y="85"/>
                  <a:pt x="13" y="82"/>
                </a:cubicBezTo>
                <a:cubicBezTo>
                  <a:pt x="13" y="82"/>
                  <a:pt x="13" y="81"/>
                  <a:pt x="13" y="80"/>
                </a:cubicBezTo>
                <a:cubicBezTo>
                  <a:pt x="12" y="78"/>
                  <a:pt x="12" y="77"/>
                  <a:pt x="13" y="77"/>
                </a:cubicBezTo>
                <a:cubicBezTo>
                  <a:pt x="13" y="76"/>
                  <a:pt x="13" y="75"/>
                  <a:pt x="14" y="74"/>
                </a:cubicBezTo>
                <a:cubicBezTo>
                  <a:pt x="15" y="73"/>
                  <a:pt x="16" y="72"/>
                  <a:pt x="16" y="72"/>
                </a:cubicBezTo>
                <a:cubicBezTo>
                  <a:pt x="17" y="70"/>
                  <a:pt x="18" y="67"/>
                  <a:pt x="20" y="63"/>
                </a:cubicBezTo>
                <a:cubicBezTo>
                  <a:pt x="21" y="60"/>
                  <a:pt x="22" y="57"/>
                  <a:pt x="22" y="55"/>
                </a:cubicBezTo>
                <a:cubicBezTo>
                  <a:pt x="22" y="54"/>
                  <a:pt x="22" y="53"/>
                  <a:pt x="22" y="52"/>
                </a:cubicBezTo>
                <a:cubicBezTo>
                  <a:pt x="22" y="50"/>
                  <a:pt x="22" y="50"/>
                  <a:pt x="22" y="49"/>
                </a:cubicBezTo>
                <a:cubicBezTo>
                  <a:pt x="22" y="48"/>
                  <a:pt x="23" y="47"/>
                  <a:pt x="24" y="46"/>
                </a:cubicBezTo>
                <a:cubicBezTo>
                  <a:pt x="25" y="45"/>
                  <a:pt x="26" y="45"/>
                  <a:pt x="26" y="44"/>
                </a:cubicBezTo>
                <a:cubicBezTo>
                  <a:pt x="27" y="43"/>
                  <a:pt x="29" y="40"/>
                  <a:pt x="30" y="36"/>
                </a:cubicBezTo>
                <a:cubicBezTo>
                  <a:pt x="32" y="33"/>
                  <a:pt x="32" y="29"/>
                  <a:pt x="33" y="27"/>
                </a:cubicBezTo>
                <a:cubicBezTo>
                  <a:pt x="33" y="27"/>
                  <a:pt x="33" y="26"/>
                  <a:pt x="32" y="25"/>
                </a:cubicBezTo>
                <a:cubicBezTo>
                  <a:pt x="32" y="24"/>
                  <a:pt x="32" y="23"/>
                  <a:pt x="32" y="22"/>
                </a:cubicBezTo>
                <a:cubicBezTo>
                  <a:pt x="32" y="22"/>
                  <a:pt x="33" y="21"/>
                  <a:pt x="33" y="20"/>
                </a:cubicBezTo>
                <a:cubicBezTo>
                  <a:pt x="34" y="20"/>
                  <a:pt x="34" y="19"/>
                  <a:pt x="35" y="18"/>
                </a:cubicBezTo>
                <a:cubicBezTo>
                  <a:pt x="35" y="17"/>
                  <a:pt x="36" y="17"/>
                  <a:pt x="36" y="16"/>
                </a:cubicBezTo>
                <a:cubicBezTo>
                  <a:pt x="37" y="16"/>
                  <a:pt x="37" y="15"/>
                  <a:pt x="38" y="13"/>
                </a:cubicBezTo>
                <a:cubicBezTo>
                  <a:pt x="38" y="12"/>
                  <a:pt x="39" y="11"/>
                  <a:pt x="39" y="10"/>
                </a:cubicBezTo>
                <a:cubicBezTo>
                  <a:pt x="40" y="9"/>
                  <a:pt x="40" y="8"/>
                  <a:pt x="41" y="7"/>
                </a:cubicBezTo>
                <a:cubicBezTo>
                  <a:pt x="41" y="5"/>
                  <a:pt x="42" y="4"/>
                  <a:pt x="43" y="4"/>
                </a:cubicBezTo>
                <a:cubicBezTo>
                  <a:pt x="43" y="3"/>
                  <a:pt x="44" y="2"/>
                  <a:pt x="45" y="1"/>
                </a:cubicBezTo>
                <a:cubicBezTo>
                  <a:pt x="46" y="1"/>
                  <a:pt x="47" y="0"/>
                  <a:pt x="49" y="0"/>
                </a:cubicBezTo>
                <a:cubicBezTo>
                  <a:pt x="50" y="0"/>
                  <a:pt x="51" y="1"/>
                  <a:pt x="53" y="1"/>
                </a:cubicBezTo>
                <a:cubicBezTo>
                  <a:pt x="53" y="1"/>
                  <a:pt x="53" y="1"/>
                  <a:pt x="53" y="1"/>
                </a:cubicBezTo>
                <a:cubicBezTo>
                  <a:pt x="55" y="1"/>
                  <a:pt x="57" y="0"/>
                  <a:pt x="58" y="0"/>
                </a:cubicBezTo>
                <a:cubicBezTo>
                  <a:pt x="130" y="0"/>
                  <a:pt x="130" y="0"/>
                  <a:pt x="130" y="0"/>
                </a:cubicBezTo>
                <a:cubicBezTo>
                  <a:pt x="134" y="0"/>
                  <a:pt x="138" y="2"/>
                  <a:pt x="141" y="6"/>
                </a:cubicBezTo>
                <a:cubicBezTo>
                  <a:pt x="143" y="9"/>
                  <a:pt x="144" y="13"/>
                  <a:pt x="142" y="18"/>
                </a:cubicBezTo>
                <a:cubicBezTo>
                  <a:pt x="116" y="104"/>
                  <a:pt x="116" y="104"/>
                  <a:pt x="116" y="104"/>
                </a:cubicBezTo>
                <a:cubicBezTo>
                  <a:pt x="114" y="111"/>
                  <a:pt x="112" y="116"/>
                  <a:pt x="110" y="118"/>
                </a:cubicBezTo>
                <a:cubicBezTo>
                  <a:pt x="107" y="120"/>
                  <a:pt x="103" y="121"/>
                  <a:pt x="97" y="121"/>
                </a:cubicBezTo>
                <a:cubicBezTo>
                  <a:pt x="15" y="121"/>
                  <a:pt x="15" y="121"/>
                  <a:pt x="15" y="121"/>
                </a:cubicBezTo>
                <a:cubicBezTo>
                  <a:pt x="14" y="121"/>
                  <a:pt x="12" y="122"/>
                  <a:pt x="12" y="123"/>
                </a:cubicBezTo>
                <a:cubicBezTo>
                  <a:pt x="11" y="124"/>
                  <a:pt x="11" y="125"/>
                  <a:pt x="12" y="127"/>
                </a:cubicBezTo>
                <a:cubicBezTo>
                  <a:pt x="13" y="131"/>
                  <a:pt x="18" y="133"/>
                  <a:pt x="25" y="133"/>
                </a:cubicBezTo>
                <a:cubicBezTo>
                  <a:pt x="112" y="133"/>
                  <a:pt x="112" y="133"/>
                  <a:pt x="112" y="133"/>
                </a:cubicBezTo>
                <a:cubicBezTo>
                  <a:pt x="114" y="133"/>
                  <a:pt x="116" y="133"/>
                  <a:pt x="118" y="132"/>
                </a:cubicBezTo>
                <a:cubicBezTo>
                  <a:pt x="119" y="131"/>
                  <a:pt x="121" y="130"/>
                  <a:pt x="121" y="128"/>
                </a:cubicBezTo>
                <a:cubicBezTo>
                  <a:pt x="149" y="35"/>
                  <a:pt x="149" y="35"/>
                  <a:pt x="149" y="35"/>
                </a:cubicBezTo>
                <a:cubicBezTo>
                  <a:pt x="150" y="33"/>
                  <a:pt x="150" y="32"/>
                  <a:pt x="150" y="29"/>
                </a:cubicBezTo>
                <a:cubicBezTo>
                  <a:pt x="152" y="30"/>
                  <a:pt x="154" y="32"/>
                  <a:pt x="156" y="33"/>
                </a:cubicBezTo>
                <a:close/>
                <a:moveTo>
                  <a:pt x="47" y="58"/>
                </a:moveTo>
                <a:cubicBezTo>
                  <a:pt x="47" y="59"/>
                  <a:pt x="47" y="59"/>
                  <a:pt x="47" y="60"/>
                </a:cubicBezTo>
                <a:cubicBezTo>
                  <a:pt x="48" y="61"/>
                  <a:pt x="48" y="61"/>
                  <a:pt x="49" y="61"/>
                </a:cubicBezTo>
                <a:cubicBezTo>
                  <a:pt x="107" y="61"/>
                  <a:pt x="107" y="61"/>
                  <a:pt x="107" y="61"/>
                </a:cubicBezTo>
                <a:cubicBezTo>
                  <a:pt x="107" y="61"/>
                  <a:pt x="108" y="61"/>
                  <a:pt x="109" y="60"/>
                </a:cubicBezTo>
                <a:cubicBezTo>
                  <a:pt x="110" y="59"/>
                  <a:pt x="110" y="59"/>
                  <a:pt x="111" y="58"/>
                </a:cubicBezTo>
                <a:cubicBezTo>
                  <a:pt x="113" y="52"/>
                  <a:pt x="113" y="52"/>
                  <a:pt x="113" y="52"/>
                </a:cubicBezTo>
                <a:cubicBezTo>
                  <a:pt x="113" y="51"/>
                  <a:pt x="113" y="50"/>
                  <a:pt x="112" y="50"/>
                </a:cubicBezTo>
                <a:cubicBezTo>
                  <a:pt x="112" y="49"/>
                  <a:pt x="111" y="49"/>
                  <a:pt x="111" y="49"/>
                </a:cubicBezTo>
                <a:cubicBezTo>
                  <a:pt x="53" y="49"/>
                  <a:pt x="53" y="49"/>
                  <a:pt x="53" y="49"/>
                </a:cubicBezTo>
                <a:cubicBezTo>
                  <a:pt x="52" y="49"/>
                  <a:pt x="51" y="49"/>
                  <a:pt x="51" y="50"/>
                </a:cubicBezTo>
                <a:cubicBezTo>
                  <a:pt x="50" y="50"/>
                  <a:pt x="49" y="51"/>
                  <a:pt x="49" y="52"/>
                </a:cubicBezTo>
                <a:lnTo>
                  <a:pt x="47" y="58"/>
                </a:lnTo>
                <a:close/>
                <a:moveTo>
                  <a:pt x="55" y="34"/>
                </a:moveTo>
                <a:cubicBezTo>
                  <a:pt x="55" y="34"/>
                  <a:pt x="55" y="35"/>
                  <a:pt x="55" y="36"/>
                </a:cubicBezTo>
                <a:cubicBezTo>
                  <a:pt x="55" y="36"/>
                  <a:pt x="56" y="37"/>
                  <a:pt x="57" y="37"/>
                </a:cubicBezTo>
                <a:cubicBezTo>
                  <a:pt x="114" y="37"/>
                  <a:pt x="114" y="37"/>
                  <a:pt x="114" y="37"/>
                </a:cubicBezTo>
                <a:cubicBezTo>
                  <a:pt x="115" y="37"/>
                  <a:pt x="116" y="36"/>
                  <a:pt x="117" y="36"/>
                </a:cubicBezTo>
                <a:cubicBezTo>
                  <a:pt x="118" y="35"/>
                  <a:pt x="118" y="34"/>
                  <a:pt x="118" y="34"/>
                </a:cubicBezTo>
                <a:cubicBezTo>
                  <a:pt x="120" y="28"/>
                  <a:pt x="120" y="28"/>
                  <a:pt x="120" y="28"/>
                </a:cubicBezTo>
                <a:cubicBezTo>
                  <a:pt x="121" y="27"/>
                  <a:pt x="121" y="26"/>
                  <a:pt x="120" y="25"/>
                </a:cubicBezTo>
                <a:cubicBezTo>
                  <a:pt x="120" y="25"/>
                  <a:pt x="119" y="25"/>
                  <a:pt x="118" y="25"/>
                </a:cubicBezTo>
                <a:cubicBezTo>
                  <a:pt x="61" y="25"/>
                  <a:pt x="61" y="25"/>
                  <a:pt x="61" y="25"/>
                </a:cubicBezTo>
                <a:cubicBezTo>
                  <a:pt x="60" y="25"/>
                  <a:pt x="59" y="25"/>
                  <a:pt x="58" y="25"/>
                </a:cubicBezTo>
                <a:cubicBezTo>
                  <a:pt x="58" y="26"/>
                  <a:pt x="57" y="27"/>
                  <a:pt x="57" y="28"/>
                </a:cubicBezTo>
                <a:lnTo>
                  <a:pt x="55" y="3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46" name="Freeform 48"/>
          <p:cNvSpPr>
            <a:spLocks/>
          </p:cNvSpPr>
          <p:nvPr/>
        </p:nvSpPr>
        <p:spPr bwMode="auto">
          <a:xfrm>
            <a:off x="2230880" y="1824385"/>
            <a:ext cx="172888" cy="205304"/>
          </a:xfrm>
          <a:custGeom>
            <a:avLst/>
            <a:gdLst>
              <a:gd name="T0" fmla="*/ 110 w 121"/>
              <a:gd name="T1" fmla="*/ 0 h 143"/>
              <a:gd name="T2" fmla="*/ 114 w 121"/>
              <a:gd name="T3" fmla="*/ 1 h 143"/>
              <a:gd name="T4" fmla="*/ 119 w 121"/>
              <a:gd name="T5" fmla="*/ 5 h 143"/>
              <a:gd name="T6" fmla="*/ 121 w 121"/>
              <a:gd name="T7" fmla="*/ 11 h 143"/>
              <a:gd name="T8" fmla="*/ 121 w 121"/>
              <a:gd name="T9" fmla="*/ 133 h 143"/>
              <a:gd name="T10" fmla="*/ 119 w 121"/>
              <a:gd name="T11" fmla="*/ 139 h 143"/>
              <a:gd name="T12" fmla="*/ 114 w 121"/>
              <a:gd name="T13" fmla="*/ 143 h 143"/>
              <a:gd name="T14" fmla="*/ 110 w 121"/>
              <a:gd name="T15" fmla="*/ 143 h 143"/>
              <a:gd name="T16" fmla="*/ 102 w 121"/>
              <a:gd name="T17" fmla="*/ 140 h 143"/>
              <a:gd name="T18" fmla="*/ 61 w 121"/>
              <a:gd name="T19" fmla="*/ 100 h 143"/>
              <a:gd name="T20" fmla="*/ 19 w 121"/>
              <a:gd name="T21" fmla="*/ 140 h 143"/>
              <a:gd name="T22" fmla="*/ 11 w 121"/>
              <a:gd name="T23" fmla="*/ 143 h 143"/>
              <a:gd name="T24" fmla="*/ 7 w 121"/>
              <a:gd name="T25" fmla="*/ 143 h 143"/>
              <a:gd name="T26" fmla="*/ 2 w 121"/>
              <a:gd name="T27" fmla="*/ 139 h 143"/>
              <a:gd name="T28" fmla="*/ 0 w 121"/>
              <a:gd name="T29" fmla="*/ 133 h 143"/>
              <a:gd name="T30" fmla="*/ 0 w 121"/>
              <a:gd name="T31" fmla="*/ 11 h 143"/>
              <a:gd name="T32" fmla="*/ 2 w 121"/>
              <a:gd name="T33" fmla="*/ 5 h 143"/>
              <a:gd name="T34" fmla="*/ 7 w 121"/>
              <a:gd name="T35" fmla="*/ 1 h 143"/>
              <a:gd name="T36" fmla="*/ 11 w 121"/>
              <a:gd name="T37" fmla="*/ 0 h 143"/>
              <a:gd name="T38" fmla="*/ 110 w 121"/>
              <a:gd name="T39" fmla="*/ 0 h 1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121" h="143">
                <a:moveTo>
                  <a:pt x="110" y="0"/>
                </a:moveTo>
                <a:cubicBezTo>
                  <a:pt x="112" y="0"/>
                  <a:pt x="113" y="1"/>
                  <a:pt x="114" y="1"/>
                </a:cubicBezTo>
                <a:cubicBezTo>
                  <a:pt x="116" y="2"/>
                  <a:pt x="118" y="3"/>
                  <a:pt x="119" y="5"/>
                </a:cubicBezTo>
                <a:cubicBezTo>
                  <a:pt x="121" y="7"/>
                  <a:pt x="121" y="9"/>
                  <a:pt x="121" y="11"/>
                </a:cubicBezTo>
                <a:cubicBezTo>
                  <a:pt x="121" y="133"/>
                  <a:pt x="121" y="133"/>
                  <a:pt x="121" y="133"/>
                </a:cubicBezTo>
                <a:cubicBezTo>
                  <a:pt x="121" y="135"/>
                  <a:pt x="121" y="137"/>
                  <a:pt x="119" y="139"/>
                </a:cubicBezTo>
                <a:cubicBezTo>
                  <a:pt x="118" y="140"/>
                  <a:pt x="116" y="142"/>
                  <a:pt x="114" y="143"/>
                </a:cubicBezTo>
                <a:cubicBezTo>
                  <a:pt x="113" y="143"/>
                  <a:pt x="112" y="143"/>
                  <a:pt x="110" y="143"/>
                </a:cubicBezTo>
                <a:cubicBezTo>
                  <a:pt x="107" y="143"/>
                  <a:pt x="105" y="142"/>
                  <a:pt x="102" y="140"/>
                </a:cubicBezTo>
                <a:cubicBezTo>
                  <a:pt x="61" y="100"/>
                  <a:pt x="61" y="100"/>
                  <a:pt x="61" y="100"/>
                </a:cubicBezTo>
                <a:cubicBezTo>
                  <a:pt x="19" y="140"/>
                  <a:pt x="19" y="140"/>
                  <a:pt x="19" y="140"/>
                </a:cubicBezTo>
                <a:cubicBezTo>
                  <a:pt x="17" y="142"/>
                  <a:pt x="14" y="143"/>
                  <a:pt x="11" y="143"/>
                </a:cubicBezTo>
                <a:cubicBezTo>
                  <a:pt x="10" y="143"/>
                  <a:pt x="8" y="143"/>
                  <a:pt x="7" y="143"/>
                </a:cubicBezTo>
                <a:cubicBezTo>
                  <a:pt x="5" y="142"/>
                  <a:pt x="3" y="140"/>
                  <a:pt x="2" y="139"/>
                </a:cubicBezTo>
                <a:cubicBezTo>
                  <a:pt x="1" y="137"/>
                  <a:pt x="0" y="135"/>
                  <a:pt x="0" y="133"/>
                </a:cubicBezTo>
                <a:cubicBezTo>
                  <a:pt x="0" y="11"/>
                  <a:pt x="0" y="11"/>
                  <a:pt x="0" y="11"/>
                </a:cubicBezTo>
                <a:cubicBezTo>
                  <a:pt x="0" y="9"/>
                  <a:pt x="1" y="7"/>
                  <a:pt x="2" y="5"/>
                </a:cubicBezTo>
                <a:cubicBezTo>
                  <a:pt x="3" y="3"/>
                  <a:pt x="5" y="2"/>
                  <a:pt x="7" y="1"/>
                </a:cubicBezTo>
                <a:cubicBezTo>
                  <a:pt x="8" y="1"/>
                  <a:pt x="10" y="0"/>
                  <a:pt x="11" y="0"/>
                </a:cubicBezTo>
                <a:lnTo>
                  <a:pt x="110" y="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47" name="Freeform 49"/>
          <p:cNvSpPr>
            <a:spLocks noEditPoints="1"/>
          </p:cNvSpPr>
          <p:nvPr/>
        </p:nvSpPr>
        <p:spPr bwMode="auto">
          <a:xfrm>
            <a:off x="2468601" y="1824385"/>
            <a:ext cx="224755" cy="209627"/>
          </a:xfrm>
          <a:custGeom>
            <a:avLst/>
            <a:gdLst>
              <a:gd name="T0" fmla="*/ 157 w 157"/>
              <a:gd name="T1" fmla="*/ 79 h 146"/>
              <a:gd name="T2" fmla="*/ 157 w 157"/>
              <a:gd name="T3" fmla="*/ 118 h 146"/>
              <a:gd name="T4" fmla="*/ 156 w 157"/>
              <a:gd name="T5" fmla="*/ 120 h 146"/>
              <a:gd name="T6" fmla="*/ 154 w 157"/>
              <a:gd name="T7" fmla="*/ 121 h 146"/>
              <a:gd name="T8" fmla="*/ 133 w 157"/>
              <a:gd name="T9" fmla="*/ 121 h 146"/>
              <a:gd name="T10" fmla="*/ 133 w 157"/>
              <a:gd name="T11" fmla="*/ 136 h 146"/>
              <a:gd name="T12" fmla="*/ 130 w 157"/>
              <a:gd name="T13" fmla="*/ 143 h 146"/>
              <a:gd name="T14" fmla="*/ 124 w 157"/>
              <a:gd name="T15" fmla="*/ 146 h 146"/>
              <a:gd name="T16" fmla="*/ 33 w 157"/>
              <a:gd name="T17" fmla="*/ 146 h 146"/>
              <a:gd name="T18" fmla="*/ 26 w 157"/>
              <a:gd name="T19" fmla="*/ 143 h 146"/>
              <a:gd name="T20" fmla="*/ 24 w 157"/>
              <a:gd name="T21" fmla="*/ 136 h 146"/>
              <a:gd name="T22" fmla="*/ 24 w 157"/>
              <a:gd name="T23" fmla="*/ 121 h 146"/>
              <a:gd name="T24" fmla="*/ 3 w 157"/>
              <a:gd name="T25" fmla="*/ 121 h 146"/>
              <a:gd name="T26" fmla="*/ 0 w 157"/>
              <a:gd name="T27" fmla="*/ 120 h 146"/>
              <a:gd name="T28" fmla="*/ 0 w 157"/>
              <a:gd name="T29" fmla="*/ 118 h 146"/>
              <a:gd name="T30" fmla="*/ 0 w 157"/>
              <a:gd name="T31" fmla="*/ 79 h 146"/>
              <a:gd name="T32" fmla="*/ 5 w 157"/>
              <a:gd name="T33" fmla="*/ 66 h 146"/>
              <a:gd name="T34" fmla="*/ 18 w 157"/>
              <a:gd name="T35" fmla="*/ 61 h 146"/>
              <a:gd name="T36" fmla="*/ 24 w 157"/>
              <a:gd name="T37" fmla="*/ 61 h 146"/>
              <a:gd name="T38" fmla="*/ 24 w 157"/>
              <a:gd name="T39" fmla="*/ 9 h 146"/>
              <a:gd name="T40" fmla="*/ 26 w 157"/>
              <a:gd name="T41" fmla="*/ 3 h 146"/>
              <a:gd name="T42" fmla="*/ 33 w 157"/>
              <a:gd name="T43" fmla="*/ 0 h 146"/>
              <a:gd name="T44" fmla="*/ 96 w 157"/>
              <a:gd name="T45" fmla="*/ 0 h 146"/>
              <a:gd name="T46" fmla="*/ 105 w 157"/>
              <a:gd name="T47" fmla="*/ 2 h 146"/>
              <a:gd name="T48" fmla="*/ 112 w 157"/>
              <a:gd name="T49" fmla="*/ 7 h 146"/>
              <a:gd name="T50" fmla="*/ 126 w 157"/>
              <a:gd name="T51" fmla="*/ 21 h 146"/>
              <a:gd name="T52" fmla="*/ 131 w 157"/>
              <a:gd name="T53" fmla="*/ 28 h 146"/>
              <a:gd name="T54" fmla="*/ 133 w 157"/>
              <a:gd name="T55" fmla="*/ 37 h 146"/>
              <a:gd name="T56" fmla="*/ 133 w 157"/>
              <a:gd name="T57" fmla="*/ 61 h 146"/>
              <a:gd name="T58" fmla="*/ 139 w 157"/>
              <a:gd name="T59" fmla="*/ 61 h 146"/>
              <a:gd name="T60" fmla="*/ 152 w 157"/>
              <a:gd name="T61" fmla="*/ 66 h 146"/>
              <a:gd name="T62" fmla="*/ 157 w 157"/>
              <a:gd name="T63" fmla="*/ 79 h 146"/>
              <a:gd name="T64" fmla="*/ 36 w 157"/>
              <a:gd name="T65" fmla="*/ 73 h 146"/>
              <a:gd name="T66" fmla="*/ 121 w 157"/>
              <a:gd name="T67" fmla="*/ 73 h 146"/>
              <a:gd name="T68" fmla="*/ 121 w 157"/>
              <a:gd name="T69" fmla="*/ 37 h 146"/>
              <a:gd name="T70" fmla="*/ 105 w 157"/>
              <a:gd name="T71" fmla="*/ 37 h 146"/>
              <a:gd name="T72" fmla="*/ 99 w 157"/>
              <a:gd name="T73" fmla="*/ 34 h 146"/>
              <a:gd name="T74" fmla="*/ 96 w 157"/>
              <a:gd name="T75" fmla="*/ 28 h 146"/>
              <a:gd name="T76" fmla="*/ 96 w 157"/>
              <a:gd name="T77" fmla="*/ 12 h 146"/>
              <a:gd name="T78" fmla="*/ 36 w 157"/>
              <a:gd name="T79" fmla="*/ 12 h 146"/>
              <a:gd name="T80" fmla="*/ 36 w 157"/>
              <a:gd name="T81" fmla="*/ 73 h 146"/>
              <a:gd name="T82" fmla="*/ 36 w 157"/>
              <a:gd name="T83" fmla="*/ 133 h 146"/>
              <a:gd name="T84" fmla="*/ 121 w 157"/>
              <a:gd name="T85" fmla="*/ 133 h 146"/>
              <a:gd name="T86" fmla="*/ 121 w 157"/>
              <a:gd name="T87" fmla="*/ 109 h 146"/>
              <a:gd name="T88" fmla="*/ 36 w 157"/>
              <a:gd name="T89" fmla="*/ 109 h 146"/>
              <a:gd name="T90" fmla="*/ 36 w 157"/>
              <a:gd name="T91" fmla="*/ 133 h 146"/>
              <a:gd name="T92" fmla="*/ 143 w 157"/>
              <a:gd name="T93" fmla="*/ 83 h 146"/>
              <a:gd name="T94" fmla="*/ 145 w 157"/>
              <a:gd name="T95" fmla="*/ 79 h 146"/>
              <a:gd name="T96" fmla="*/ 143 w 157"/>
              <a:gd name="T97" fmla="*/ 75 h 146"/>
              <a:gd name="T98" fmla="*/ 139 w 157"/>
              <a:gd name="T99" fmla="*/ 73 h 146"/>
              <a:gd name="T100" fmla="*/ 134 w 157"/>
              <a:gd name="T101" fmla="*/ 75 h 146"/>
              <a:gd name="T102" fmla="*/ 133 w 157"/>
              <a:gd name="T103" fmla="*/ 79 h 146"/>
              <a:gd name="T104" fmla="*/ 134 w 157"/>
              <a:gd name="T105" fmla="*/ 83 h 146"/>
              <a:gd name="T106" fmla="*/ 139 w 157"/>
              <a:gd name="T107" fmla="*/ 85 h 146"/>
              <a:gd name="T108" fmla="*/ 143 w 157"/>
              <a:gd name="T109" fmla="*/ 83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57" h="146">
                <a:moveTo>
                  <a:pt x="157" y="79"/>
                </a:moveTo>
                <a:cubicBezTo>
                  <a:pt x="157" y="118"/>
                  <a:pt x="157" y="118"/>
                  <a:pt x="157" y="118"/>
                </a:cubicBezTo>
                <a:cubicBezTo>
                  <a:pt x="157" y="119"/>
                  <a:pt x="157" y="120"/>
                  <a:pt x="156" y="120"/>
                </a:cubicBezTo>
                <a:cubicBezTo>
                  <a:pt x="155" y="121"/>
                  <a:pt x="155" y="121"/>
                  <a:pt x="154" y="121"/>
                </a:cubicBezTo>
                <a:cubicBezTo>
                  <a:pt x="133" y="121"/>
                  <a:pt x="133" y="121"/>
                  <a:pt x="133" y="121"/>
                </a:cubicBezTo>
                <a:cubicBezTo>
                  <a:pt x="133" y="136"/>
                  <a:pt x="133" y="136"/>
                  <a:pt x="133" y="136"/>
                </a:cubicBezTo>
                <a:cubicBezTo>
                  <a:pt x="133" y="139"/>
                  <a:pt x="132" y="141"/>
                  <a:pt x="130" y="143"/>
                </a:cubicBezTo>
                <a:cubicBezTo>
                  <a:pt x="128" y="145"/>
                  <a:pt x="126" y="146"/>
                  <a:pt x="124" y="146"/>
                </a:cubicBezTo>
                <a:cubicBezTo>
                  <a:pt x="33" y="146"/>
                  <a:pt x="33" y="146"/>
                  <a:pt x="33" y="146"/>
                </a:cubicBezTo>
                <a:cubicBezTo>
                  <a:pt x="30" y="146"/>
                  <a:pt x="28" y="145"/>
                  <a:pt x="26" y="143"/>
                </a:cubicBezTo>
                <a:cubicBezTo>
                  <a:pt x="25" y="141"/>
                  <a:pt x="24" y="139"/>
                  <a:pt x="24" y="136"/>
                </a:cubicBezTo>
                <a:cubicBezTo>
                  <a:pt x="24" y="121"/>
                  <a:pt x="24" y="121"/>
                  <a:pt x="24" y="121"/>
                </a:cubicBezTo>
                <a:cubicBezTo>
                  <a:pt x="3" y="121"/>
                  <a:pt x="3" y="121"/>
                  <a:pt x="3" y="121"/>
                </a:cubicBezTo>
                <a:cubicBezTo>
                  <a:pt x="2" y="121"/>
                  <a:pt x="1" y="121"/>
                  <a:pt x="0" y="120"/>
                </a:cubicBezTo>
                <a:cubicBezTo>
                  <a:pt x="0" y="120"/>
                  <a:pt x="0" y="119"/>
                  <a:pt x="0" y="118"/>
                </a:cubicBezTo>
                <a:cubicBezTo>
                  <a:pt x="0" y="79"/>
                  <a:pt x="0" y="79"/>
                  <a:pt x="0" y="79"/>
                </a:cubicBezTo>
                <a:cubicBezTo>
                  <a:pt x="0" y="74"/>
                  <a:pt x="1" y="70"/>
                  <a:pt x="5" y="66"/>
                </a:cubicBezTo>
                <a:cubicBezTo>
                  <a:pt x="8" y="63"/>
                  <a:pt x="13" y="61"/>
                  <a:pt x="18" y="61"/>
                </a:cubicBezTo>
                <a:cubicBezTo>
                  <a:pt x="24" y="61"/>
                  <a:pt x="24" y="61"/>
                  <a:pt x="24" y="61"/>
                </a:cubicBezTo>
                <a:cubicBezTo>
                  <a:pt x="24" y="9"/>
                  <a:pt x="24" y="9"/>
                  <a:pt x="24" y="9"/>
                </a:cubicBezTo>
                <a:cubicBezTo>
                  <a:pt x="24" y="7"/>
                  <a:pt x="25" y="5"/>
                  <a:pt x="26" y="3"/>
                </a:cubicBezTo>
                <a:cubicBezTo>
                  <a:pt x="28" y="1"/>
                  <a:pt x="30" y="0"/>
                  <a:pt x="33" y="0"/>
                </a:cubicBezTo>
                <a:cubicBezTo>
                  <a:pt x="96" y="0"/>
                  <a:pt x="96" y="0"/>
                  <a:pt x="96" y="0"/>
                </a:cubicBezTo>
                <a:cubicBezTo>
                  <a:pt x="99" y="0"/>
                  <a:pt x="102" y="1"/>
                  <a:pt x="105" y="2"/>
                </a:cubicBezTo>
                <a:cubicBezTo>
                  <a:pt x="108" y="3"/>
                  <a:pt x="110" y="5"/>
                  <a:pt x="112" y="7"/>
                </a:cubicBezTo>
                <a:cubicBezTo>
                  <a:pt x="126" y="21"/>
                  <a:pt x="126" y="21"/>
                  <a:pt x="126" y="21"/>
                </a:cubicBezTo>
                <a:cubicBezTo>
                  <a:pt x="128" y="23"/>
                  <a:pt x="130" y="25"/>
                  <a:pt x="131" y="28"/>
                </a:cubicBezTo>
                <a:cubicBezTo>
                  <a:pt x="132" y="31"/>
                  <a:pt x="133" y="34"/>
                  <a:pt x="133" y="37"/>
                </a:cubicBezTo>
                <a:cubicBezTo>
                  <a:pt x="133" y="61"/>
                  <a:pt x="133" y="61"/>
                  <a:pt x="133" y="61"/>
                </a:cubicBezTo>
                <a:cubicBezTo>
                  <a:pt x="139" y="61"/>
                  <a:pt x="139" y="61"/>
                  <a:pt x="139" y="61"/>
                </a:cubicBezTo>
                <a:cubicBezTo>
                  <a:pt x="144" y="61"/>
                  <a:pt x="148" y="63"/>
                  <a:pt x="152" y="66"/>
                </a:cubicBezTo>
                <a:cubicBezTo>
                  <a:pt x="155" y="70"/>
                  <a:pt x="157" y="74"/>
                  <a:pt x="157" y="79"/>
                </a:cubicBezTo>
                <a:close/>
                <a:moveTo>
                  <a:pt x="36" y="73"/>
                </a:moveTo>
                <a:cubicBezTo>
                  <a:pt x="121" y="73"/>
                  <a:pt x="121" y="73"/>
                  <a:pt x="121" y="73"/>
                </a:cubicBezTo>
                <a:cubicBezTo>
                  <a:pt x="121" y="37"/>
                  <a:pt x="121" y="37"/>
                  <a:pt x="121" y="37"/>
                </a:cubicBezTo>
                <a:cubicBezTo>
                  <a:pt x="105" y="37"/>
                  <a:pt x="105" y="37"/>
                  <a:pt x="105" y="37"/>
                </a:cubicBezTo>
                <a:cubicBezTo>
                  <a:pt x="103" y="37"/>
                  <a:pt x="101" y="36"/>
                  <a:pt x="99" y="34"/>
                </a:cubicBezTo>
                <a:cubicBezTo>
                  <a:pt x="97" y="32"/>
                  <a:pt x="96" y="30"/>
                  <a:pt x="96" y="28"/>
                </a:cubicBezTo>
                <a:cubicBezTo>
                  <a:pt x="96" y="12"/>
                  <a:pt x="96" y="12"/>
                  <a:pt x="96" y="12"/>
                </a:cubicBezTo>
                <a:cubicBezTo>
                  <a:pt x="36" y="12"/>
                  <a:pt x="36" y="12"/>
                  <a:pt x="36" y="12"/>
                </a:cubicBezTo>
                <a:lnTo>
                  <a:pt x="36" y="73"/>
                </a:lnTo>
                <a:close/>
                <a:moveTo>
                  <a:pt x="36" y="133"/>
                </a:moveTo>
                <a:cubicBezTo>
                  <a:pt x="121" y="133"/>
                  <a:pt x="121" y="133"/>
                  <a:pt x="121" y="133"/>
                </a:cubicBezTo>
                <a:cubicBezTo>
                  <a:pt x="121" y="109"/>
                  <a:pt x="121" y="109"/>
                  <a:pt x="121" y="109"/>
                </a:cubicBezTo>
                <a:cubicBezTo>
                  <a:pt x="36" y="109"/>
                  <a:pt x="36" y="109"/>
                  <a:pt x="36" y="109"/>
                </a:cubicBezTo>
                <a:lnTo>
                  <a:pt x="36" y="133"/>
                </a:lnTo>
                <a:close/>
                <a:moveTo>
                  <a:pt x="143" y="83"/>
                </a:moveTo>
                <a:cubicBezTo>
                  <a:pt x="144" y="82"/>
                  <a:pt x="145" y="81"/>
                  <a:pt x="145" y="79"/>
                </a:cubicBezTo>
                <a:cubicBezTo>
                  <a:pt x="145" y="77"/>
                  <a:pt x="144" y="76"/>
                  <a:pt x="143" y="75"/>
                </a:cubicBezTo>
                <a:cubicBezTo>
                  <a:pt x="142" y="74"/>
                  <a:pt x="140" y="73"/>
                  <a:pt x="139" y="73"/>
                </a:cubicBezTo>
                <a:cubicBezTo>
                  <a:pt x="137" y="73"/>
                  <a:pt x="136" y="74"/>
                  <a:pt x="134" y="75"/>
                </a:cubicBezTo>
                <a:cubicBezTo>
                  <a:pt x="133" y="76"/>
                  <a:pt x="133" y="77"/>
                  <a:pt x="133" y="79"/>
                </a:cubicBezTo>
                <a:cubicBezTo>
                  <a:pt x="133" y="81"/>
                  <a:pt x="133" y="82"/>
                  <a:pt x="134" y="83"/>
                </a:cubicBezTo>
                <a:cubicBezTo>
                  <a:pt x="136" y="84"/>
                  <a:pt x="137" y="85"/>
                  <a:pt x="139" y="85"/>
                </a:cubicBezTo>
                <a:cubicBezTo>
                  <a:pt x="140" y="85"/>
                  <a:pt x="142" y="84"/>
                  <a:pt x="143" y="8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48" name="Freeform 50"/>
          <p:cNvSpPr>
            <a:spLocks noEditPoints="1"/>
          </p:cNvSpPr>
          <p:nvPr/>
        </p:nvSpPr>
        <p:spPr bwMode="auto">
          <a:xfrm>
            <a:off x="2753866" y="1807097"/>
            <a:ext cx="261492" cy="226915"/>
          </a:xfrm>
          <a:custGeom>
            <a:avLst/>
            <a:gdLst>
              <a:gd name="T0" fmla="*/ 158 w 182"/>
              <a:gd name="T1" fmla="*/ 24 h 158"/>
              <a:gd name="T2" fmla="*/ 175 w 182"/>
              <a:gd name="T3" fmla="*/ 32 h 158"/>
              <a:gd name="T4" fmla="*/ 182 w 182"/>
              <a:gd name="T5" fmla="*/ 49 h 158"/>
              <a:gd name="T6" fmla="*/ 182 w 182"/>
              <a:gd name="T7" fmla="*/ 133 h 158"/>
              <a:gd name="T8" fmla="*/ 175 w 182"/>
              <a:gd name="T9" fmla="*/ 150 h 158"/>
              <a:gd name="T10" fmla="*/ 158 w 182"/>
              <a:gd name="T11" fmla="*/ 158 h 158"/>
              <a:gd name="T12" fmla="*/ 24 w 182"/>
              <a:gd name="T13" fmla="*/ 158 h 158"/>
              <a:gd name="T14" fmla="*/ 7 w 182"/>
              <a:gd name="T15" fmla="*/ 150 h 158"/>
              <a:gd name="T16" fmla="*/ 0 w 182"/>
              <a:gd name="T17" fmla="*/ 133 h 158"/>
              <a:gd name="T18" fmla="*/ 0 w 182"/>
              <a:gd name="T19" fmla="*/ 49 h 158"/>
              <a:gd name="T20" fmla="*/ 7 w 182"/>
              <a:gd name="T21" fmla="*/ 32 h 158"/>
              <a:gd name="T22" fmla="*/ 24 w 182"/>
              <a:gd name="T23" fmla="*/ 24 h 158"/>
              <a:gd name="T24" fmla="*/ 46 w 182"/>
              <a:gd name="T25" fmla="*/ 24 h 158"/>
              <a:gd name="T26" fmla="*/ 50 w 182"/>
              <a:gd name="T27" fmla="*/ 12 h 158"/>
              <a:gd name="T28" fmla="*/ 57 w 182"/>
              <a:gd name="T29" fmla="*/ 4 h 158"/>
              <a:gd name="T30" fmla="*/ 67 w 182"/>
              <a:gd name="T31" fmla="*/ 0 h 158"/>
              <a:gd name="T32" fmla="*/ 115 w 182"/>
              <a:gd name="T33" fmla="*/ 0 h 158"/>
              <a:gd name="T34" fmla="*/ 125 w 182"/>
              <a:gd name="T35" fmla="*/ 4 h 158"/>
              <a:gd name="T36" fmla="*/ 132 w 182"/>
              <a:gd name="T37" fmla="*/ 12 h 158"/>
              <a:gd name="T38" fmla="*/ 136 w 182"/>
              <a:gd name="T39" fmla="*/ 24 h 158"/>
              <a:gd name="T40" fmla="*/ 158 w 182"/>
              <a:gd name="T41" fmla="*/ 24 h 158"/>
              <a:gd name="T42" fmla="*/ 61 w 182"/>
              <a:gd name="T43" fmla="*/ 121 h 158"/>
              <a:gd name="T44" fmla="*/ 91 w 182"/>
              <a:gd name="T45" fmla="*/ 133 h 158"/>
              <a:gd name="T46" fmla="*/ 121 w 182"/>
              <a:gd name="T47" fmla="*/ 121 h 158"/>
              <a:gd name="T48" fmla="*/ 133 w 182"/>
              <a:gd name="T49" fmla="*/ 91 h 158"/>
              <a:gd name="T50" fmla="*/ 121 w 182"/>
              <a:gd name="T51" fmla="*/ 61 h 158"/>
              <a:gd name="T52" fmla="*/ 91 w 182"/>
              <a:gd name="T53" fmla="*/ 49 h 158"/>
              <a:gd name="T54" fmla="*/ 61 w 182"/>
              <a:gd name="T55" fmla="*/ 61 h 158"/>
              <a:gd name="T56" fmla="*/ 49 w 182"/>
              <a:gd name="T57" fmla="*/ 91 h 158"/>
              <a:gd name="T58" fmla="*/ 61 w 182"/>
              <a:gd name="T59" fmla="*/ 121 h 158"/>
              <a:gd name="T60" fmla="*/ 72 w 182"/>
              <a:gd name="T61" fmla="*/ 72 h 158"/>
              <a:gd name="T62" fmla="*/ 91 w 182"/>
              <a:gd name="T63" fmla="*/ 64 h 158"/>
              <a:gd name="T64" fmla="*/ 110 w 182"/>
              <a:gd name="T65" fmla="*/ 72 h 158"/>
              <a:gd name="T66" fmla="*/ 118 w 182"/>
              <a:gd name="T67" fmla="*/ 91 h 158"/>
              <a:gd name="T68" fmla="*/ 110 w 182"/>
              <a:gd name="T69" fmla="*/ 110 h 158"/>
              <a:gd name="T70" fmla="*/ 91 w 182"/>
              <a:gd name="T71" fmla="*/ 118 h 158"/>
              <a:gd name="T72" fmla="*/ 72 w 182"/>
              <a:gd name="T73" fmla="*/ 110 h 158"/>
              <a:gd name="T74" fmla="*/ 64 w 182"/>
              <a:gd name="T75" fmla="*/ 91 h 158"/>
              <a:gd name="T76" fmla="*/ 72 w 182"/>
              <a:gd name="T77" fmla="*/ 72 h 1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82" h="158">
                <a:moveTo>
                  <a:pt x="158" y="24"/>
                </a:moveTo>
                <a:cubicBezTo>
                  <a:pt x="164" y="24"/>
                  <a:pt x="170" y="27"/>
                  <a:pt x="175" y="32"/>
                </a:cubicBezTo>
                <a:cubicBezTo>
                  <a:pt x="179" y="36"/>
                  <a:pt x="182" y="42"/>
                  <a:pt x="182" y="49"/>
                </a:cubicBezTo>
                <a:cubicBezTo>
                  <a:pt x="182" y="133"/>
                  <a:pt x="182" y="133"/>
                  <a:pt x="182" y="133"/>
                </a:cubicBezTo>
                <a:cubicBezTo>
                  <a:pt x="182" y="140"/>
                  <a:pt x="179" y="146"/>
                  <a:pt x="175" y="150"/>
                </a:cubicBezTo>
                <a:cubicBezTo>
                  <a:pt x="170" y="155"/>
                  <a:pt x="164" y="158"/>
                  <a:pt x="158" y="158"/>
                </a:cubicBezTo>
                <a:cubicBezTo>
                  <a:pt x="24" y="158"/>
                  <a:pt x="24" y="158"/>
                  <a:pt x="24" y="158"/>
                </a:cubicBezTo>
                <a:cubicBezTo>
                  <a:pt x="18" y="158"/>
                  <a:pt x="12" y="155"/>
                  <a:pt x="7" y="150"/>
                </a:cubicBezTo>
                <a:cubicBezTo>
                  <a:pt x="3" y="146"/>
                  <a:pt x="0" y="140"/>
                  <a:pt x="0" y="133"/>
                </a:cubicBezTo>
                <a:cubicBezTo>
                  <a:pt x="0" y="49"/>
                  <a:pt x="0" y="49"/>
                  <a:pt x="0" y="49"/>
                </a:cubicBezTo>
                <a:cubicBezTo>
                  <a:pt x="0" y="42"/>
                  <a:pt x="3" y="36"/>
                  <a:pt x="7" y="32"/>
                </a:cubicBezTo>
                <a:cubicBezTo>
                  <a:pt x="12" y="27"/>
                  <a:pt x="18" y="24"/>
                  <a:pt x="24" y="24"/>
                </a:cubicBezTo>
                <a:cubicBezTo>
                  <a:pt x="46" y="24"/>
                  <a:pt x="46" y="24"/>
                  <a:pt x="46" y="24"/>
                </a:cubicBezTo>
                <a:cubicBezTo>
                  <a:pt x="50" y="12"/>
                  <a:pt x="50" y="12"/>
                  <a:pt x="50" y="12"/>
                </a:cubicBezTo>
                <a:cubicBezTo>
                  <a:pt x="52" y="9"/>
                  <a:pt x="54" y="6"/>
                  <a:pt x="57" y="4"/>
                </a:cubicBezTo>
                <a:cubicBezTo>
                  <a:pt x="60" y="1"/>
                  <a:pt x="63" y="0"/>
                  <a:pt x="67" y="0"/>
                </a:cubicBezTo>
                <a:cubicBezTo>
                  <a:pt x="115" y="0"/>
                  <a:pt x="115" y="0"/>
                  <a:pt x="115" y="0"/>
                </a:cubicBezTo>
                <a:cubicBezTo>
                  <a:pt x="119" y="0"/>
                  <a:pt x="122" y="1"/>
                  <a:pt x="125" y="4"/>
                </a:cubicBezTo>
                <a:cubicBezTo>
                  <a:pt x="128" y="6"/>
                  <a:pt x="130" y="9"/>
                  <a:pt x="132" y="12"/>
                </a:cubicBezTo>
                <a:cubicBezTo>
                  <a:pt x="136" y="24"/>
                  <a:pt x="136" y="24"/>
                  <a:pt x="136" y="24"/>
                </a:cubicBezTo>
                <a:lnTo>
                  <a:pt x="158" y="24"/>
                </a:lnTo>
                <a:close/>
                <a:moveTo>
                  <a:pt x="61" y="121"/>
                </a:moveTo>
                <a:cubicBezTo>
                  <a:pt x="69" y="129"/>
                  <a:pt x="79" y="133"/>
                  <a:pt x="91" y="133"/>
                </a:cubicBezTo>
                <a:cubicBezTo>
                  <a:pt x="103" y="133"/>
                  <a:pt x="113" y="129"/>
                  <a:pt x="121" y="121"/>
                </a:cubicBezTo>
                <a:cubicBezTo>
                  <a:pt x="129" y="113"/>
                  <a:pt x="133" y="103"/>
                  <a:pt x="133" y="91"/>
                </a:cubicBezTo>
                <a:cubicBezTo>
                  <a:pt x="133" y="79"/>
                  <a:pt x="129" y="69"/>
                  <a:pt x="121" y="61"/>
                </a:cubicBezTo>
                <a:cubicBezTo>
                  <a:pt x="113" y="53"/>
                  <a:pt x="103" y="49"/>
                  <a:pt x="91" y="49"/>
                </a:cubicBezTo>
                <a:cubicBezTo>
                  <a:pt x="79" y="49"/>
                  <a:pt x="69" y="53"/>
                  <a:pt x="61" y="61"/>
                </a:cubicBezTo>
                <a:cubicBezTo>
                  <a:pt x="53" y="69"/>
                  <a:pt x="49" y="79"/>
                  <a:pt x="49" y="91"/>
                </a:cubicBezTo>
                <a:cubicBezTo>
                  <a:pt x="49" y="103"/>
                  <a:pt x="53" y="113"/>
                  <a:pt x="61" y="121"/>
                </a:cubicBezTo>
                <a:close/>
                <a:moveTo>
                  <a:pt x="72" y="72"/>
                </a:moveTo>
                <a:cubicBezTo>
                  <a:pt x="77" y="66"/>
                  <a:pt x="83" y="64"/>
                  <a:pt x="91" y="64"/>
                </a:cubicBezTo>
                <a:cubicBezTo>
                  <a:pt x="98" y="64"/>
                  <a:pt x="105" y="66"/>
                  <a:pt x="110" y="72"/>
                </a:cubicBezTo>
                <a:cubicBezTo>
                  <a:pt x="116" y="77"/>
                  <a:pt x="118" y="84"/>
                  <a:pt x="118" y="91"/>
                </a:cubicBezTo>
                <a:cubicBezTo>
                  <a:pt x="118" y="99"/>
                  <a:pt x="116" y="105"/>
                  <a:pt x="110" y="110"/>
                </a:cubicBezTo>
                <a:cubicBezTo>
                  <a:pt x="105" y="116"/>
                  <a:pt x="98" y="118"/>
                  <a:pt x="91" y="118"/>
                </a:cubicBezTo>
                <a:cubicBezTo>
                  <a:pt x="83" y="118"/>
                  <a:pt x="77" y="116"/>
                  <a:pt x="72" y="110"/>
                </a:cubicBezTo>
                <a:cubicBezTo>
                  <a:pt x="66" y="105"/>
                  <a:pt x="64" y="99"/>
                  <a:pt x="64" y="91"/>
                </a:cubicBezTo>
                <a:cubicBezTo>
                  <a:pt x="64" y="84"/>
                  <a:pt x="66" y="77"/>
                  <a:pt x="72" y="7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49" name="Freeform 51"/>
          <p:cNvSpPr>
            <a:spLocks noEditPoints="1"/>
          </p:cNvSpPr>
          <p:nvPr/>
        </p:nvSpPr>
        <p:spPr bwMode="auto">
          <a:xfrm>
            <a:off x="3075868" y="1824385"/>
            <a:ext cx="226915" cy="209627"/>
          </a:xfrm>
          <a:custGeom>
            <a:avLst/>
            <a:gdLst>
              <a:gd name="T0" fmla="*/ 0 w 157"/>
              <a:gd name="T1" fmla="*/ 146 h 146"/>
              <a:gd name="T2" fmla="*/ 0 w 157"/>
              <a:gd name="T3" fmla="*/ 138 h 146"/>
              <a:gd name="T4" fmla="*/ 6 w 157"/>
              <a:gd name="T5" fmla="*/ 137 h 146"/>
              <a:gd name="T6" fmla="*/ 11 w 157"/>
              <a:gd name="T7" fmla="*/ 136 h 146"/>
              <a:gd name="T8" fmla="*/ 16 w 157"/>
              <a:gd name="T9" fmla="*/ 135 h 146"/>
              <a:gd name="T10" fmla="*/ 20 w 157"/>
              <a:gd name="T11" fmla="*/ 132 h 146"/>
              <a:gd name="T12" fmla="*/ 23 w 157"/>
              <a:gd name="T13" fmla="*/ 127 h 146"/>
              <a:gd name="T14" fmla="*/ 45 w 157"/>
              <a:gd name="T15" fmla="*/ 69 h 146"/>
              <a:gd name="T16" fmla="*/ 72 w 157"/>
              <a:gd name="T17" fmla="*/ 0 h 146"/>
              <a:gd name="T18" fmla="*/ 79 w 157"/>
              <a:gd name="T19" fmla="*/ 0 h 146"/>
              <a:gd name="T20" fmla="*/ 84 w 157"/>
              <a:gd name="T21" fmla="*/ 0 h 146"/>
              <a:gd name="T22" fmla="*/ 85 w 157"/>
              <a:gd name="T23" fmla="*/ 2 h 146"/>
              <a:gd name="T24" fmla="*/ 104 w 157"/>
              <a:gd name="T25" fmla="*/ 48 h 146"/>
              <a:gd name="T26" fmla="*/ 114 w 157"/>
              <a:gd name="T27" fmla="*/ 72 h 146"/>
              <a:gd name="T28" fmla="*/ 125 w 157"/>
              <a:gd name="T29" fmla="*/ 98 h 146"/>
              <a:gd name="T30" fmla="*/ 130 w 157"/>
              <a:gd name="T31" fmla="*/ 112 h 146"/>
              <a:gd name="T32" fmla="*/ 137 w 157"/>
              <a:gd name="T33" fmla="*/ 128 h 146"/>
              <a:gd name="T34" fmla="*/ 141 w 157"/>
              <a:gd name="T35" fmla="*/ 133 h 146"/>
              <a:gd name="T36" fmla="*/ 149 w 157"/>
              <a:gd name="T37" fmla="*/ 136 h 146"/>
              <a:gd name="T38" fmla="*/ 157 w 157"/>
              <a:gd name="T39" fmla="*/ 138 h 146"/>
              <a:gd name="T40" fmla="*/ 157 w 157"/>
              <a:gd name="T41" fmla="*/ 143 h 146"/>
              <a:gd name="T42" fmla="*/ 157 w 157"/>
              <a:gd name="T43" fmla="*/ 144 h 146"/>
              <a:gd name="T44" fmla="*/ 157 w 157"/>
              <a:gd name="T45" fmla="*/ 146 h 146"/>
              <a:gd name="T46" fmla="*/ 139 w 157"/>
              <a:gd name="T47" fmla="*/ 145 h 146"/>
              <a:gd name="T48" fmla="*/ 121 w 157"/>
              <a:gd name="T49" fmla="*/ 144 h 146"/>
              <a:gd name="T50" fmla="*/ 101 w 157"/>
              <a:gd name="T51" fmla="*/ 145 h 146"/>
              <a:gd name="T52" fmla="*/ 84 w 157"/>
              <a:gd name="T53" fmla="*/ 145 h 146"/>
              <a:gd name="T54" fmla="*/ 84 w 157"/>
              <a:gd name="T55" fmla="*/ 138 h 146"/>
              <a:gd name="T56" fmla="*/ 97 w 157"/>
              <a:gd name="T57" fmla="*/ 135 h 146"/>
              <a:gd name="T58" fmla="*/ 98 w 157"/>
              <a:gd name="T59" fmla="*/ 135 h 146"/>
              <a:gd name="T60" fmla="*/ 100 w 157"/>
              <a:gd name="T61" fmla="*/ 135 h 146"/>
              <a:gd name="T62" fmla="*/ 101 w 157"/>
              <a:gd name="T63" fmla="*/ 134 h 146"/>
              <a:gd name="T64" fmla="*/ 102 w 157"/>
              <a:gd name="T65" fmla="*/ 134 h 146"/>
              <a:gd name="T66" fmla="*/ 103 w 157"/>
              <a:gd name="T67" fmla="*/ 133 h 146"/>
              <a:gd name="T68" fmla="*/ 104 w 157"/>
              <a:gd name="T69" fmla="*/ 132 h 146"/>
              <a:gd name="T70" fmla="*/ 104 w 157"/>
              <a:gd name="T71" fmla="*/ 131 h 146"/>
              <a:gd name="T72" fmla="*/ 102 w 157"/>
              <a:gd name="T73" fmla="*/ 122 h 146"/>
              <a:gd name="T74" fmla="*/ 95 w 157"/>
              <a:gd name="T75" fmla="*/ 105 h 146"/>
              <a:gd name="T76" fmla="*/ 91 w 157"/>
              <a:gd name="T77" fmla="*/ 95 h 146"/>
              <a:gd name="T78" fmla="*/ 48 w 157"/>
              <a:gd name="T79" fmla="*/ 95 h 146"/>
              <a:gd name="T80" fmla="*/ 41 w 157"/>
              <a:gd name="T81" fmla="*/ 114 h 146"/>
              <a:gd name="T82" fmla="*/ 36 w 157"/>
              <a:gd name="T83" fmla="*/ 129 h 146"/>
              <a:gd name="T84" fmla="*/ 37 w 157"/>
              <a:gd name="T85" fmla="*/ 133 h 146"/>
              <a:gd name="T86" fmla="*/ 42 w 157"/>
              <a:gd name="T87" fmla="*/ 135 h 146"/>
              <a:gd name="T88" fmla="*/ 46 w 157"/>
              <a:gd name="T89" fmla="*/ 136 h 146"/>
              <a:gd name="T90" fmla="*/ 52 w 157"/>
              <a:gd name="T91" fmla="*/ 137 h 146"/>
              <a:gd name="T92" fmla="*/ 55 w 157"/>
              <a:gd name="T93" fmla="*/ 137 h 146"/>
              <a:gd name="T94" fmla="*/ 56 w 157"/>
              <a:gd name="T95" fmla="*/ 143 h 146"/>
              <a:gd name="T96" fmla="*/ 55 w 157"/>
              <a:gd name="T97" fmla="*/ 145 h 146"/>
              <a:gd name="T98" fmla="*/ 39 w 157"/>
              <a:gd name="T99" fmla="*/ 144 h 146"/>
              <a:gd name="T100" fmla="*/ 22 w 157"/>
              <a:gd name="T101" fmla="*/ 143 h 146"/>
              <a:gd name="T102" fmla="*/ 20 w 157"/>
              <a:gd name="T103" fmla="*/ 144 h 146"/>
              <a:gd name="T104" fmla="*/ 18 w 157"/>
              <a:gd name="T105" fmla="*/ 144 h 146"/>
              <a:gd name="T106" fmla="*/ 0 w 157"/>
              <a:gd name="T107" fmla="*/ 146 h 146"/>
              <a:gd name="T108" fmla="*/ 69 w 157"/>
              <a:gd name="T109" fmla="*/ 41 h 146"/>
              <a:gd name="T110" fmla="*/ 53 w 157"/>
              <a:gd name="T111" fmla="*/ 84 h 146"/>
              <a:gd name="T112" fmla="*/ 65 w 157"/>
              <a:gd name="T113" fmla="*/ 84 h 146"/>
              <a:gd name="T114" fmla="*/ 81 w 157"/>
              <a:gd name="T115" fmla="*/ 84 h 146"/>
              <a:gd name="T116" fmla="*/ 86 w 157"/>
              <a:gd name="T117" fmla="*/ 84 h 146"/>
              <a:gd name="T118" fmla="*/ 69 w 157"/>
              <a:gd name="T119" fmla="*/ 41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57" h="146">
                <a:moveTo>
                  <a:pt x="0" y="146"/>
                </a:moveTo>
                <a:cubicBezTo>
                  <a:pt x="0" y="138"/>
                  <a:pt x="0" y="138"/>
                  <a:pt x="0" y="138"/>
                </a:cubicBezTo>
                <a:cubicBezTo>
                  <a:pt x="2" y="138"/>
                  <a:pt x="3" y="137"/>
                  <a:pt x="6" y="137"/>
                </a:cubicBezTo>
                <a:cubicBezTo>
                  <a:pt x="8" y="137"/>
                  <a:pt x="9" y="136"/>
                  <a:pt x="11" y="136"/>
                </a:cubicBezTo>
                <a:cubicBezTo>
                  <a:pt x="12" y="136"/>
                  <a:pt x="14" y="135"/>
                  <a:pt x="16" y="135"/>
                </a:cubicBezTo>
                <a:cubicBezTo>
                  <a:pt x="17" y="134"/>
                  <a:pt x="19" y="133"/>
                  <a:pt x="20" y="132"/>
                </a:cubicBezTo>
                <a:cubicBezTo>
                  <a:pt x="21" y="131"/>
                  <a:pt x="22" y="129"/>
                  <a:pt x="23" y="127"/>
                </a:cubicBezTo>
                <a:cubicBezTo>
                  <a:pt x="45" y="69"/>
                  <a:pt x="45" y="69"/>
                  <a:pt x="45" y="69"/>
                </a:cubicBezTo>
                <a:cubicBezTo>
                  <a:pt x="72" y="0"/>
                  <a:pt x="72" y="0"/>
                  <a:pt x="72" y="0"/>
                </a:cubicBezTo>
                <a:cubicBezTo>
                  <a:pt x="79" y="0"/>
                  <a:pt x="79" y="0"/>
                  <a:pt x="79" y="0"/>
                </a:cubicBezTo>
                <a:cubicBezTo>
                  <a:pt x="84" y="0"/>
                  <a:pt x="84" y="0"/>
                  <a:pt x="84" y="0"/>
                </a:cubicBezTo>
                <a:cubicBezTo>
                  <a:pt x="84" y="1"/>
                  <a:pt x="85" y="2"/>
                  <a:pt x="85" y="2"/>
                </a:cubicBezTo>
                <a:cubicBezTo>
                  <a:pt x="104" y="48"/>
                  <a:pt x="104" y="48"/>
                  <a:pt x="104" y="48"/>
                </a:cubicBezTo>
                <a:cubicBezTo>
                  <a:pt x="106" y="53"/>
                  <a:pt x="110" y="61"/>
                  <a:pt x="114" y="72"/>
                </a:cubicBezTo>
                <a:cubicBezTo>
                  <a:pt x="119" y="83"/>
                  <a:pt x="122" y="92"/>
                  <a:pt x="125" y="98"/>
                </a:cubicBezTo>
                <a:cubicBezTo>
                  <a:pt x="126" y="100"/>
                  <a:pt x="128" y="105"/>
                  <a:pt x="130" y="112"/>
                </a:cubicBezTo>
                <a:cubicBezTo>
                  <a:pt x="133" y="119"/>
                  <a:pt x="135" y="124"/>
                  <a:pt x="137" y="128"/>
                </a:cubicBezTo>
                <a:cubicBezTo>
                  <a:pt x="139" y="130"/>
                  <a:pt x="140" y="132"/>
                  <a:pt x="141" y="133"/>
                </a:cubicBezTo>
                <a:cubicBezTo>
                  <a:pt x="142" y="134"/>
                  <a:pt x="145" y="135"/>
                  <a:pt x="149" y="136"/>
                </a:cubicBezTo>
                <a:cubicBezTo>
                  <a:pt x="153" y="137"/>
                  <a:pt x="156" y="137"/>
                  <a:pt x="157" y="138"/>
                </a:cubicBezTo>
                <a:cubicBezTo>
                  <a:pt x="157" y="140"/>
                  <a:pt x="157" y="142"/>
                  <a:pt x="157" y="143"/>
                </a:cubicBezTo>
                <a:cubicBezTo>
                  <a:pt x="157" y="143"/>
                  <a:pt x="157" y="144"/>
                  <a:pt x="157" y="144"/>
                </a:cubicBezTo>
                <a:cubicBezTo>
                  <a:pt x="157" y="145"/>
                  <a:pt x="157" y="145"/>
                  <a:pt x="157" y="146"/>
                </a:cubicBezTo>
                <a:cubicBezTo>
                  <a:pt x="153" y="146"/>
                  <a:pt x="147" y="145"/>
                  <a:pt x="139" y="145"/>
                </a:cubicBezTo>
                <a:cubicBezTo>
                  <a:pt x="131" y="144"/>
                  <a:pt x="125" y="144"/>
                  <a:pt x="121" y="144"/>
                </a:cubicBezTo>
                <a:cubicBezTo>
                  <a:pt x="116" y="144"/>
                  <a:pt x="110" y="144"/>
                  <a:pt x="101" y="145"/>
                </a:cubicBezTo>
                <a:cubicBezTo>
                  <a:pt x="92" y="145"/>
                  <a:pt x="87" y="145"/>
                  <a:pt x="84" y="145"/>
                </a:cubicBezTo>
                <a:cubicBezTo>
                  <a:pt x="84" y="143"/>
                  <a:pt x="84" y="140"/>
                  <a:pt x="84" y="138"/>
                </a:cubicBezTo>
                <a:cubicBezTo>
                  <a:pt x="97" y="135"/>
                  <a:pt x="97" y="135"/>
                  <a:pt x="97" y="135"/>
                </a:cubicBezTo>
                <a:cubicBezTo>
                  <a:pt x="97" y="135"/>
                  <a:pt x="97" y="135"/>
                  <a:pt x="98" y="135"/>
                </a:cubicBezTo>
                <a:cubicBezTo>
                  <a:pt x="99" y="135"/>
                  <a:pt x="99" y="135"/>
                  <a:pt x="100" y="135"/>
                </a:cubicBezTo>
                <a:cubicBezTo>
                  <a:pt x="100" y="135"/>
                  <a:pt x="100" y="135"/>
                  <a:pt x="101" y="134"/>
                </a:cubicBezTo>
                <a:cubicBezTo>
                  <a:pt x="102" y="134"/>
                  <a:pt x="102" y="134"/>
                  <a:pt x="102" y="134"/>
                </a:cubicBezTo>
                <a:cubicBezTo>
                  <a:pt x="103" y="134"/>
                  <a:pt x="103" y="133"/>
                  <a:pt x="103" y="133"/>
                </a:cubicBezTo>
                <a:cubicBezTo>
                  <a:pt x="104" y="133"/>
                  <a:pt x="104" y="132"/>
                  <a:pt x="104" y="132"/>
                </a:cubicBezTo>
                <a:cubicBezTo>
                  <a:pt x="104" y="132"/>
                  <a:pt x="104" y="131"/>
                  <a:pt x="104" y="131"/>
                </a:cubicBezTo>
                <a:cubicBezTo>
                  <a:pt x="104" y="130"/>
                  <a:pt x="103" y="127"/>
                  <a:pt x="102" y="122"/>
                </a:cubicBezTo>
                <a:cubicBezTo>
                  <a:pt x="100" y="117"/>
                  <a:pt x="97" y="111"/>
                  <a:pt x="95" y="105"/>
                </a:cubicBezTo>
                <a:cubicBezTo>
                  <a:pt x="92" y="99"/>
                  <a:pt x="91" y="96"/>
                  <a:pt x="91" y="95"/>
                </a:cubicBezTo>
                <a:cubicBezTo>
                  <a:pt x="48" y="95"/>
                  <a:pt x="48" y="95"/>
                  <a:pt x="48" y="95"/>
                </a:cubicBezTo>
                <a:cubicBezTo>
                  <a:pt x="47" y="99"/>
                  <a:pt x="44" y="105"/>
                  <a:pt x="41" y="114"/>
                </a:cubicBezTo>
                <a:cubicBezTo>
                  <a:pt x="38" y="122"/>
                  <a:pt x="36" y="127"/>
                  <a:pt x="36" y="129"/>
                </a:cubicBezTo>
                <a:cubicBezTo>
                  <a:pt x="36" y="130"/>
                  <a:pt x="37" y="132"/>
                  <a:pt x="37" y="133"/>
                </a:cubicBezTo>
                <a:cubicBezTo>
                  <a:pt x="38" y="134"/>
                  <a:pt x="40" y="134"/>
                  <a:pt x="42" y="135"/>
                </a:cubicBezTo>
                <a:cubicBezTo>
                  <a:pt x="43" y="135"/>
                  <a:pt x="45" y="136"/>
                  <a:pt x="46" y="136"/>
                </a:cubicBezTo>
                <a:cubicBezTo>
                  <a:pt x="47" y="136"/>
                  <a:pt x="49" y="137"/>
                  <a:pt x="52" y="137"/>
                </a:cubicBezTo>
                <a:cubicBezTo>
                  <a:pt x="54" y="137"/>
                  <a:pt x="55" y="137"/>
                  <a:pt x="55" y="137"/>
                </a:cubicBezTo>
                <a:cubicBezTo>
                  <a:pt x="56" y="139"/>
                  <a:pt x="56" y="140"/>
                  <a:pt x="56" y="143"/>
                </a:cubicBezTo>
                <a:cubicBezTo>
                  <a:pt x="56" y="143"/>
                  <a:pt x="55" y="144"/>
                  <a:pt x="55" y="145"/>
                </a:cubicBezTo>
                <a:cubicBezTo>
                  <a:pt x="52" y="145"/>
                  <a:pt x="46" y="145"/>
                  <a:pt x="39" y="144"/>
                </a:cubicBezTo>
                <a:cubicBezTo>
                  <a:pt x="32" y="144"/>
                  <a:pt x="26" y="143"/>
                  <a:pt x="22" y="143"/>
                </a:cubicBezTo>
                <a:cubicBezTo>
                  <a:pt x="22" y="143"/>
                  <a:pt x="21" y="144"/>
                  <a:pt x="20" y="144"/>
                </a:cubicBezTo>
                <a:cubicBezTo>
                  <a:pt x="19" y="144"/>
                  <a:pt x="18" y="144"/>
                  <a:pt x="18" y="144"/>
                </a:cubicBezTo>
                <a:cubicBezTo>
                  <a:pt x="13" y="145"/>
                  <a:pt x="7" y="146"/>
                  <a:pt x="0" y="146"/>
                </a:cubicBezTo>
                <a:close/>
                <a:moveTo>
                  <a:pt x="69" y="41"/>
                </a:moveTo>
                <a:cubicBezTo>
                  <a:pt x="53" y="84"/>
                  <a:pt x="53" y="84"/>
                  <a:pt x="53" y="84"/>
                </a:cubicBezTo>
                <a:cubicBezTo>
                  <a:pt x="55" y="84"/>
                  <a:pt x="59" y="84"/>
                  <a:pt x="65" y="84"/>
                </a:cubicBezTo>
                <a:cubicBezTo>
                  <a:pt x="72" y="84"/>
                  <a:pt x="77" y="84"/>
                  <a:pt x="81" y="84"/>
                </a:cubicBezTo>
                <a:cubicBezTo>
                  <a:pt x="82" y="84"/>
                  <a:pt x="84" y="84"/>
                  <a:pt x="86" y="84"/>
                </a:cubicBezTo>
                <a:cubicBezTo>
                  <a:pt x="81" y="68"/>
                  <a:pt x="75" y="54"/>
                  <a:pt x="69" y="4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50" name="Freeform 52"/>
          <p:cNvSpPr>
            <a:spLocks noEditPoints="1"/>
          </p:cNvSpPr>
          <p:nvPr/>
        </p:nvSpPr>
        <p:spPr bwMode="auto">
          <a:xfrm>
            <a:off x="3365456" y="1824385"/>
            <a:ext cx="190176" cy="209627"/>
          </a:xfrm>
          <a:custGeom>
            <a:avLst/>
            <a:gdLst>
              <a:gd name="T0" fmla="*/ 0 w 133"/>
              <a:gd name="T1" fmla="*/ 137 h 146"/>
              <a:gd name="T2" fmla="*/ 18 w 133"/>
              <a:gd name="T3" fmla="*/ 133 h 146"/>
              <a:gd name="T4" fmla="*/ 20 w 133"/>
              <a:gd name="T5" fmla="*/ 127 h 146"/>
              <a:gd name="T6" fmla="*/ 21 w 133"/>
              <a:gd name="T7" fmla="*/ 120 h 146"/>
              <a:gd name="T8" fmla="*/ 21 w 133"/>
              <a:gd name="T9" fmla="*/ 114 h 146"/>
              <a:gd name="T10" fmla="*/ 19 w 133"/>
              <a:gd name="T11" fmla="*/ 14 h 146"/>
              <a:gd name="T12" fmla="*/ 12 w 133"/>
              <a:gd name="T13" fmla="*/ 12 h 146"/>
              <a:gd name="T14" fmla="*/ 3 w 133"/>
              <a:gd name="T15" fmla="*/ 10 h 146"/>
              <a:gd name="T16" fmla="*/ 0 w 133"/>
              <a:gd name="T17" fmla="*/ 2 h 146"/>
              <a:gd name="T18" fmla="*/ 67 w 133"/>
              <a:gd name="T19" fmla="*/ 0 h 146"/>
              <a:gd name="T20" fmla="*/ 80 w 133"/>
              <a:gd name="T21" fmla="*/ 0 h 146"/>
              <a:gd name="T22" fmla="*/ 105 w 133"/>
              <a:gd name="T23" fmla="*/ 6 h 146"/>
              <a:gd name="T24" fmla="*/ 122 w 133"/>
              <a:gd name="T25" fmla="*/ 22 h 146"/>
              <a:gd name="T26" fmla="*/ 124 w 133"/>
              <a:gd name="T27" fmla="*/ 44 h 146"/>
              <a:gd name="T28" fmla="*/ 114 w 133"/>
              <a:gd name="T29" fmla="*/ 57 h 146"/>
              <a:gd name="T30" fmla="*/ 99 w 133"/>
              <a:gd name="T31" fmla="*/ 65 h 146"/>
              <a:gd name="T32" fmla="*/ 133 w 133"/>
              <a:gd name="T33" fmla="*/ 101 h 146"/>
              <a:gd name="T34" fmla="*/ 121 w 133"/>
              <a:gd name="T35" fmla="*/ 130 h 146"/>
              <a:gd name="T36" fmla="*/ 92 w 133"/>
              <a:gd name="T37" fmla="*/ 143 h 146"/>
              <a:gd name="T38" fmla="*/ 63 w 133"/>
              <a:gd name="T39" fmla="*/ 144 h 146"/>
              <a:gd name="T40" fmla="*/ 22 w 133"/>
              <a:gd name="T41" fmla="*/ 144 h 146"/>
              <a:gd name="T42" fmla="*/ 51 w 133"/>
              <a:gd name="T43" fmla="*/ 62 h 146"/>
              <a:gd name="T44" fmla="*/ 75 w 133"/>
              <a:gd name="T45" fmla="*/ 61 h 146"/>
              <a:gd name="T46" fmla="*/ 92 w 133"/>
              <a:gd name="T47" fmla="*/ 48 h 146"/>
              <a:gd name="T48" fmla="*/ 92 w 133"/>
              <a:gd name="T49" fmla="*/ 23 h 146"/>
              <a:gd name="T50" fmla="*/ 74 w 133"/>
              <a:gd name="T51" fmla="*/ 11 h 146"/>
              <a:gd name="T52" fmla="*/ 50 w 133"/>
              <a:gd name="T53" fmla="*/ 11 h 146"/>
              <a:gd name="T54" fmla="*/ 51 w 133"/>
              <a:gd name="T55" fmla="*/ 40 h 146"/>
              <a:gd name="T56" fmla="*/ 51 w 133"/>
              <a:gd name="T57" fmla="*/ 55 h 146"/>
              <a:gd name="T58" fmla="*/ 52 w 133"/>
              <a:gd name="T59" fmla="*/ 132 h 146"/>
              <a:gd name="T60" fmla="*/ 101 w 133"/>
              <a:gd name="T61" fmla="*/ 103 h 146"/>
              <a:gd name="T62" fmla="*/ 91 w 133"/>
              <a:gd name="T63" fmla="*/ 79 h 146"/>
              <a:gd name="T64" fmla="*/ 77 w 133"/>
              <a:gd name="T65" fmla="*/ 73 h 146"/>
              <a:gd name="T66" fmla="*/ 60 w 133"/>
              <a:gd name="T67" fmla="*/ 71 h 146"/>
              <a:gd name="T68" fmla="*/ 51 w 133"/>
              <a:gd name="T69" fmla="*/ 87 h 146"/>
              <a:gd name="T70" fmla="*/ 51 w 133"/>
              <a:gd name="T71" fmla="*/ 109 h 146"/>
              <a:gd name="T72" fmla="*/ 51 w 133"/>
              <a:gd name="T73" fmla="*/ 126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33" h="146">
                <a:moveTo>
                  <a:pt x="0" y="146"/>
                </a:moveTo>
                <a:cubicBezTo>
                  <a:pt x="0" y="137"/>
                  <a:pt x="0" y="137"/>
                  <a:pt x="0" y="137"/>
                </a:cubicBezTo>
                <a:cubicBezTo>
                  <a:pt x="1" y="136"/>
                  <a:pt x="4" y="136"/>
                  <a:pt x="8" y="135"/>
                </a:cubicBezTo>
                <a:cubicBezTo>
                  <a:pt x="12" y="134"/>
                  <a:pt x="16" y="134"/>
                  <a:pt x="18" y="133"/>
                </a:cubicBezTo>
                <a:cubicBezTo>
                  <a:pt x="18" y="132"/>
                  <a:pt x="19" y="131"/>
                  <a:pt x="19" y="130"/>
                </a:cubicBezTo>
                <a:cubicBezTo>
                  <a:pt x="19" y="129"/>
                  <a:pt x="20" y="128"/>
                  <a:pt x="20" y="127"/>
                </a:cubicBezTo>
                <a:cubicBezTo>
                  <a:pt x="20" y="126"/>
                  <a:pt x="20" y="125"/>
                  <a:pt x="20" y="124"/>
                </a:cubicBezTo>
                <a:cubicBezTo>
                  <a:pt x="21" y="123"/>
                  <a:pt x="21" y="122"/>
                  <a:pt x="21" y="120"/>
                </a:cubicBezTo>
                <a:cubicBezTo>
                  <a:pt x="21" y="119"/>
                  <a:pt x="21" y="118"/>
                  <a:pt x="21" y="117"/>
                </a:cubicBezTo>
                <a:cubicBezTo>
                  <a:pt x="21" y="116"/>
                  <a:pt x="21" y="115"/>
                  <a:pt x="21" y="114"/>
                </a:cubicBezTo>
                <a:cubicBezTo>
                  <a:pt x="21" y="112"/>
                  <a:pt x="21" y="111"/>
                  <a:pt x="21" y="111"/>
                </a:cubicBezTo>
                <a:cubicBezTo>
                  <a:pt x="21" y="49"/>
                  <a:pt x="20" y="17"/>
                  <a:pt x="19" y="14"/>
                </a:cubicBezTo>
                <a:cubicBezTo>
                  <a:pt x="18" y="13"/>
                  <a:pt x="18" y="13"/>
                  <a:pt x="17" y="13"/>
                </a:cubicBezTo>
                <a:cubicBezTo>
                  <a:pt x="15" y="12"/>
                  <a:pt x="14" y="12"/>
                  <a:pt x="12" y="12"/>
                </a:cubicBezTo>
                <a:cubicBezTo>
                  <a:pt x="11" y="11"/>
                  <a:pt x="9" y="11"/>
                  <a:pt x="8" y="11"/>
                </a:cubicBezTo>
                <a:cubicBezTo>
                  <a:pt x="6" y="11"/>
                  <a:pt x="5" y="11"/>
                  <a:pt x="3" y="10"/>
                </a:cubicBezTo>
                <a:cubicBezTo>
                  <a:pt x="2" y="10"/>
                  <a:pt x="1" y="10"/>
                  <a:pt x="0" y="10"/>
                </a:cubicBezTo>
                <a:cubicBezTo>
                  <a:pt x="0" y="2"/>
                  <a:pt x="0" y="2"/>
                  <a:pt x="0" y="2"/>
                </a:cubicBezTo>
                <a:cubicBezTo>
                  <a:pt x="6" y="2"/>
                  <a:pt x="17" y="2"/>
                  <a:pt x="32" y="1"/>
                </a:cubicBezTo>
                <a:cubicBezTo>
                  <a:pt x="47" y="1"/>
                  <a:pt x="59" y="0"/>
                  <a:pt x="67" y="0"/>
                </a:cubicBezTo>
                <a:cubicBezTo>
                  <a:pt x="69" y="0"/>
                  <a:pt x="71" y="0"/>
                  <a:pt x="74" y="0"/>
                </a:cubicBezTo>
                <a:cubicBezTo>
                  <a:pt x="77" y="0"/>
                  <a:pt x="79" y="0"/>
                  <a:pt x="80" y="0"/>
                </a:cubicBezTo>
                <a:cubicBezTo>
                  <a:pt x="85" y="0"/>
                  <a:pt x="89" y="1"/>
                  <a:pt x="93" y="2"/>
                </a:cubicBezTo>
                <a:cubicBezTo>
                  <a:pt x="97" y="2"/>
                  <a:pt x="101" y="4"/>
                  <a:pt x="105" y="6"/>
                </a:cubicBezTo>
                <a:cubicBezTo>
                  <a:pt x="109" y="7"/>
                  <a:pt x="113" y="10"/>
                  <a:pt x="115" y="12"/>
                </a:cubicBezTo>
                <a:cubicBezTo>
                  <a:pt x="118" y="15"/>
                  <a:pt x="121" y="18"/>
                  <a:pt x="122" y="22"/>
                </a:cubicBezTo>
                <a:cubicBezTo>
                  <a:pt x="124" y="26"/>
                  <a:pt x="125" y="31"/>
                  <a:pt x="125" y="35"/>
                </a:cubicBezTo>
                <a:cubicBezTo>
                  <a:pt x="125" y="39"/>
                  <a:pt x="125" y="42"/>
                  <a:pt x="124" y="44"/>
                </a:cubicBezTo>
                <a:cubicBezTo>
                  <a:pt x="122" y="47"/>
                  <a:pt x="121" y="49"/>
                  <a:pt x="120" y="51"/>
                </a:cubicBezTo>
                <a:cubicBezTo>
                  <a:pt x="118" y="53"/>
                  <a:pt x="116" y="55"/>
                  <a:pt x="114" y="57"/>
                </a:cubicBezTo>
                <a:cubicBezTo>
                  <a:pt x="111" y="58"/>
                  <a:pt x="109" y="60"/>
                  <a:pt x="107" y="61"/>
                </a:cubicBezTo>
                <a:cubicBezTo>
                  <a:pt x="105" y="62"/>
                  <a:pt x="102" y="63"/>
                  <a:pt x="99" y="65"/>
                </a:cubicBezTo>
                <a:cubicBezTo>
                  <a:pt x="109" y="67"/>
                  <a:pt x="117" y="71"/>
                  <a:pt x="123" y="77"/>
                </a:cubicBezTo>
                <a:cubicBezTo>
                  <a:pt x="130" y="83"/>
                  <a:pt x="133" y="91"/>
                  <a:pt x="133" y="101"/>
                </a:cubicBezTo>
                <a:cubicBezTo>
                  <a:pt x="133" y="107"/>
                  <a:pt x="132" y="113"/>
                  <a:pt x="130" y="118"/>
                </a:cubicBezTo>
                <a:cubicBezTo>
                  <a:pt x="127" y="123"/>
                  <a:pt x="124" y="127"/>
                  <a:pt x="121" y="130"/>
                </a:cubicBezTo>
                <a:cubicBezTo>
                  <a:pt x="117" y="133"/>
                  <a:pt x="113" y="136"/>
                  <a:pt x="108" y="138"/>
                </a:cubicBezTo>
                <a:cubicBezTo>
                  <a:pt x="103" y="140"/>
                  <a:pt x="97" y="142"/>
                  <a:pt x="92" y="143"/>
                </a:cubicBezTo>
                <a:cubicBezTo>
                  <a:pt x="87" y="144"/>
                  <a:pt x="81" y="144"/>
                  <a:pt x="76" y="144"/>
                </a:cubicBezTo>
                <a:cubicBezTo>
                  <a:pt x="73" y="144"/>
                  <a:pt x="69" y="144"/>
                  <a:pt x="63" y="144"/>
                </a:cubicBezTo>
                <a:cubicBezTo>
                  <a:pt x="58" y="143"/>
                  <a:pt x="53" y="143"/>
                  <a:pt x="51" y="143"/>
                </a:cubicBezTo>
                <a:cubicBezTo>
                  <a:pt x="44" y="143"/>
                  <a:pt x="34" y="144"/>
                  <a:pt x="22" y="144"/>
                </a:cubicBezTo>
                <a:cubicBezTo>
                  <a:pt x="9" y="145"/>
                  <a:pt x="2" y="146"/>
                  <a:pt x="0" y="146"/>
                </a:cubicBezTo>
                <a:close/>
                <a:moveTo>
                  <a:pt x="51" y="62"/>
                </a:moveTo>
                <a:cubicBezTo>
                  <a:pt x="54" y="62"/>
                  <a:pt x="57" y="62"/>
                  <a:pt x="61" y="62"/>
                </a:cubicBezTo>
                <a:cubicBezTo>
                  <a:pt x="66" y="62"/>
                  <a:pt x="71" y="62"/>
                  <a:pt x="75" y="61"/>
                </a:cubicBezTo>
                <a:cubicBezTo>
                  <a:pt x="79" y="60"/>
                  <a:pt x="82" y="59"/>
                  <a:pt x="85" y="57"/>
                </a:cubicBezTo>
                <a:cubicBezTo>
                  <a:pt x="88" y="55"/>
                  <a:pt x="91" y="52"/>
                  <a:pt x="92" y="48"/>
                </a:cubicBezTo>
                <a:cubicBezTo>
                  <a:pt x="94" y="45"/>
                  <a:pt x="95" y="40"/>
                  <a:pt x="95" y="35"/>
                </a:cubicBezTo>
                <a:cubicBezTo>
                  <a:pt x="95" y="30"/>
                  <a:pt x="94" y="27"/>
                  <a:pt x="92" y="23"/>
                </a:cubicBezTo>
                <a:cubicBezTo>
                  <a:pt x="90" y="20"/>
                  <a:pt x="87" y="17"/>
                  <a:pt x="84" y="16"/>
                </a:cubicBezTo>
                <a:cubicBezTo>
                  <a:pt x="81" y="14"/>
                  <a:pt x="78" y="12"/>
                  <a:pt x="74" y="11"/>
                </a:cubicBezTo>
                <a:cubicBezTo>
                  <a:pt x="70" y="11"/>
                  <a:pt x="67" y="10"/>
                  <a:pt x="62" y="10"/>
                </a:cubicBezTo>
                <a:cubicBezTo>
                  <a:pt x="59" y="10"/>
                  <a:pt x="55" y="10"/>
                  <a:pt x="50" y="11"/>
                </a:cubicBezTo>
                <a:cubicBezTo>
                  <a:pt x="50" y="14"/>
                  <a:pt x="50" y="19"/>
                  <a:pt x="50" y="26"/>
                </a:cubicBezTo>
                <a:cubicBezTo>
                  <a:pt x="51" y="32"/>
                  <a:pt x="51" y="37"/>
                  <a:pt x="51" y="40"/>
                </a:cubicBezTo>
                <a:cubicBezTo>
                  <a:pt x="51" y="42"/>
                  <a:pt x="51" y="44"/>
                  <a:pt x="51" y="48"/>
                </a:cubicBezTo>
                <a:cubicBezTo>
                  <a:pt x="51" y="51"/>
                  <a:pt x="51" y="53"/>
                  <a:pt x="51" y="55"/>
                </a:cubicBezTo>
                <a:cubicBezTo>
                  <a:pt x="51" y="58"/>
                  <a:pt x="51" y="60"/>
                  <a:pt x="51" y="62"/>
                </a:cubicBezTo>
                <a:close/>
                <a:moveTo>
                  <a:pt x="52" y="132"/>
                </a:moveTo>
                <a:cubicBezTo>
                  <a:pt x="57" y="134"/>
                  <a:pt x="61" y="135"/>
                  <a:pt x="65" y="135"/>
                </a:cubicBezTo>
                <a:cubicBezTo>
                  <a:pt x="89" y="135"/>
                  <a:pt x="101" y="125"/>
                  <a:pt x="101" y="103"/>
                </a:cubicBezTo>
                <a:cubicBezTo>
                  <a:pt x="101" y="96"/>
                  <a:pt x="100" y="91"/>
                  <a:pt x="97" y="86"/>
                </a:cubicBezTo>
                <a:cubicBezTo>
                  <a:pt x="95" y="84"/>
                  <a:pt x="93" y="81"/>
                  <a:pt x="91" y="79"/>
                </a:cubicBezTo>
                <a:cubicBezTo>
                  <a:pt x="89" y="77"/>
                  <a:pt x="87" y="76"/>
                  <a:pt x="85" y="75"/>
                </a:cubicBezTo>
                <a:cubicBezTo>
                  <a:pt x="83" y="74"/>
                  <a:pt x="80" y="73"/>
                  <a:pt x="77" y="73"/>
                </a:cubicBezTo>
                <a:cubicBezTo>
                  <a:pt x="74" y="72"/>
                  <a:pt x="72" y="72"/>
                  <a:pt x="69" y="72"/>
                </a:cubicBezTo>
                <a:cubicBezTo>
                  <a:pt x="67" y="72"/>
                  <a:pt x="64" y="71"/>
                  <a:pt x="60" y="71"/>
                </a:cubicBezTo>
                <a:cubicBezTo>
                  <a:pt x="56" y="71"/>
                  <a:pt x="53" y="72"/>
                  <a:pt x="51" y="72"/>
                </a:cubicBezTo>
                <a:cubicBezTo>
                  <a:pt x="51" y="76"/>
                  <a:pt x="51" y="81"/>
                  <a:pt x="51" y="87"/>
                </a:cubicBezTo>
                <a:cubicBezTo>
                  <a:pt x="51" y="94"/>
                  <a:pt x="51" y="99"/>
                  <a:pt x="51" y="102"/>
                </a:cubicBezTo>
                <a:cubicBezTo>
                  <a:pt x="51" y="103"/>
                  <a:pt x="51" y="105"/>
                  <a:pt x="51" y="109"/>
                </a:cubicBezTo>
                <a:cubicBezTo>
                  <a:pt x="51" y="112"/>
                  <a:pt x="51" y="116"/>
                  <a:pt x="51" y="118"/>
                </a:cubicBezTo>
                <a:cubicBezTo>
                  <a:pt x="51" y="120"/>
                  <a:pt x="51" y="123"/>
                  <a:pt x="51" y="126"/>
                </a:cubicBezTo>
                <a:cubicBezTo>
                  <a:pt x="51" y="129"/>
                  <a:pt x="52" y="131"/>
                  <a:pt x="52" y="13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51" name="Freeform 53"/>
          <p:cNvSpPr>
            <a:spLocks/>
          </p:cNvSpPr>
          <p:nvPr/>
        </p:nvSpPr>
        <p:spPr bwMode="auto">
          <a:xfrm>
            <a:off x="3616143" y="1824385"/>
            <a:ext cx="140472" cy="209627"/>
          </a:xfrm>
          <a:custGeom>
            <a:avLst/>
            <a:gdLst>
              <a:gd name="T0" fmla="*/ 0 w 97"/>
              <a:gd name="T1" fmla="*/ 145 h 146"/>
              <a:gd name="T2" fmla="*/ 2 w 97"/>
              <a:gd name="T3" fmla="*/ 137 h 146"/>
              <a:gd name="T4" fmla="*/ 9 w 97"/>
              <a:gd name="T5" fmla="*/ 135 h 146"/>
              <a:gd name="T6" fmla="*/ 20 w 97"/>
              <a:gd name="T7" fmla="*/ 132 h 146"/>
              <a:gd name="T8" fmla="*/ 24 w 97"/>
              <a:gd name="T9" fmla="*/ 122 h 146"/>
              <a:gd name="T10" fmla="*/ 30 w 97"/>
              <a:gd name="T11" fmla="*/ 95 h 146"/>
              <a:gd name="T12" fmla="*/ 41 w 97"/>
              <a:gd name="T13" fmla="*/ 44 h 146"/>
              <a:gd name="T14" fmla="*/ 45 w 97"/>
              <a:gd name="T15" fmla="*/ 15 h 146"/>
              <a:gd name="T16" fmla="*/ 45 w 97"/>
              <a:gd name="T17" fmla="*/ 13 h 146"/>
              <a:gd name="T18" fmla="*/ 40 w 97"/>
              <a:gd name="T19" fmla="*/ 11 h 146"/>
              <a:gd name="T20" fmla="*/ 34 w 97"/>
              <a:gd name="T21" fmla="*/ 11 h 146"/>
              <a:gd name="T22" fmla="*/ 28 w 97"/>
              <a:gd name="T23" fmla="*/ 10 h 146"/>
              <a:gd name="T24" fmla="*/ 30 w 97"/>
              <a:gd name="T25" fmla="*/ 0 h 146"/>
              <a:gd name="T26" fmla="*/ 41 w 97"/>
              <a:gd name="T27" fmla="*/ 1 h 146"/>
              <a:gd name="T28" fmla="*/ 56 w 97"/>
              <a:gd name="T29" fmla="*/ 2 h 146"/>
              <a:gd name="T30" fmla="*/ 67 w 97"/>
              <a:gd name="T31" fmla="*/ 2 h 146"/>
              <a:gd name="T32" fmla="*/ 76 w 97"/>
              <a:gd name="T33" fmla="*/ 2 h 146"/>
              <a:gd name="T34" fmla="*/ 88 w 97"/>
              <a:gd name="T35" fmla="*/ 1 h 146"/>
              <a:gd name="T36" fmla="*/ 97 w 97"/>
              <a:gd name="T37" fmla="*/ 0 h 146"/>
              <a:gd name="T38" fmla="*/ 95 w 97"/>
              <a:gd name="T39" fmla="*/ 9 h 146"/>
              <a:gd name="T40" fmla="*/ 86 w 97"/>
              <a:gd name="T41" fmla="*/ 11 h 146"/>
              <a:gd name="T42" fmla="*/ 75 w 97"/>
              <a:gd name="T43" fmla="*/ 15 h 146"/>
              <a:gd name="T44" fmla="*/ 74 w 97"/>
              <a:gd name="T45" fmla="*/ 19 h 146"/>
              <a:gd name="T46" fmla="*/ 73 w 97"/>
              <a:gd name="T47" fmla="*/ 22 h 146"/>
              <a:gd name="T48" fmla="*/ 72 w 97"/>
              <a:gd name="T49" fmla="*/ 27 h 146"/>
              <a:gd name="T50" fmla="*/ 72 w 97"/>
              <a:gd name="T51" fmla="*/ 31 h 146"/>
              <a:gd name="T52" fmla="*/ 64 w 97"/>
              <a:gd name="T53" fmla="*/ 70 h 146"/>
              <a:gd name="T54" fmla="*/ 56 w 97"/>
              <a:gd name="T55" fmla="*/ 104 h 146"/>
              <a:gd name="T56" fmla="*/ 55 w 97"/>
              <a:gd name="T57" fmla="*/ 109 h 146"/>
              <a:gd name="T58" fmla="*/ 53 w 97"/>
              <a:gd name="T59" fmla="*/ 118 h 146"/>
              <a:gd name="T60" fmla="*/ 52 w 97"/>
              <a:gd name="T61" fmla="*/ 126 h 146"/>
              <a:gd name="T62" fmla="*/ 51 w 97"/>
              <a:gd name="T63" fmla="*/ 131 h 146"/>
              <a:gd name="T64" fmla="*/ 51 w 97"/>
              <a:gd name="T65" fmla="*/ 133 h 146"/>
              <a:gd name="T66" fmla="*/ 69 w 97"/>
              <a:gd name="T67" fmla="*/ 136 h 146"/>
              <a:gd name="T68" fmla="*/ 67 w 97"/>
              <a:gd name="T69" fmla="*/ 145 h 146"/>
              <a:gd name="T70" fmla="*/ 64 w 97"/>
              <a:gd name="T71" fmla="*/ 145 h 146"/>
              <a:gd name="T72" fmla="*/ 61 w 97"/>
              <a:gd name="T73" fmla="*/ 146 h 146"/>
              <a:gd name="T74" fmla="*/ 53 w 97"/>
              <a:gd name="T75" fmla="*/ 145 h 146"/>
              <a:gd name="T76" fmla="*/ 45 w 97"/>
              <a:gd name="T77" fmla="*/ 144 h 146"/>
              <a:gd name="T78" fmla="*/ 25 w 97"/>
              <a:gd name="T79" fmla="*/ 143 h 146"/>
              <a:gd name="T80" fmla="*/ 12 w 97"/>
              <a:gd name="T81" fmla="*/ 144 h 146"/>
              <a:gd name="T82" fmla="*/ 0 w 97"/>
              <a:gd name="T83" fmla="*/ 145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97" h="146">
                <a:moveTo>
                  <a:pt x="0" y="145"/>
                </a:moveTo>
                <a:cubicBezTo>
                  <a:pt x="2" y="137"/>
                  <a:pt x="2" y="137"/>
                  <a:pt x="2" y="137"/>
                </a:cubicBezTo>
                <a:cubicBezTo>
                  <a:pt x="2" y="137"/>
                  <a:pt x="5" y="137"/>
                  <a:pt x="9" y="135"/>
                </a:cubicBezTo>
                <a:cubicBezTo>
                  <a:pt x="14" y="134"/>
                  <a:pt x="18" y="133"/>
                  <a:pt x="20" y="132"/>
                </a:cubicBezTo>
                <a:cubicBezTo>
                  <a:pt x="22" y="130"/>
                  <a:pt x="23" y="126"/>
                  <a:pt x="24" y="122"/>
                </a:cubicBezTo>
                <a:cubicBezTo>
                  <a:pt x="24" y="122"/>
                  <a:pt x="26" y="113"/>
                  <a:pt x="30" y="95"/>
                </a:cubicBezTo>
                <a:cubicBezTo>
                  <a:pt x="34" y="77"/>
                  <a:pt x="37" y="60"/>
                  <a:pt x="41" y="44"/>
                </a:cubicBezTo>
                <a:cubicBezTo>
                  <a:pt x="44" y="27"/>
                  <a:pt x="45" y="18"/>
                  <a:pt x="45" y="15"/>
                </a:cubicBezTo>
                <a:cubicBezTo>
                  <a:pt x="45" y="13"/>
                  <a:pt x="45" y="13"/>
                  <a:pt x="45" y="13"/>
                </a:cubicBezTo>
                <a:cubicBezTo>
                  <a:pt x="44" y="12"/>
                  <a:pt x="42" y="12"/>
                  <a:pt x="40" y="11"/>
                </a:cubicBezTo>
                <a:cubicBezTo>
                  <a:pt x="38" y="11"/>
                  <a:pt x="36" y="11"/>
                  <a:pt x="34" y="11"/>
                </a:cubicBezTo>
                <a:cubicBezTo>
                  <a:pt x="31" y="10"/>
                  <a:pt x="29" y="10"/>
                  <a:pt x="28" y="10"/>
                </a:cubicBezTo>
                <a:cubicBezTo>
                  <a:pt x="30" y="0"/>
                  <a:pt x="30" y="0"/>
                  <a:pt x="30" y="0"/>
                </a:cubicBezTo>
                <a:cubicBezTo>
                  <a:pt x="32" y="0"/>
                  <a:pt x="36" y="1"/>
                  <a:pt x="41" y="1"/>
                </a:cubicBezTo>
                <a:cubicBezTo>
                  <a:pt x="47" y="1"/>
                  <a:pt x="52" y="1"/>
                  <a:pt x="56" y="2"/>
                </a:cubicBezTo>
                <a:cubicBezTo>
                  <a:pt x="59" y="2"/>
                  <a:pt x="63" y="2"/>
                  <a:pt x="67" y="2"/>
                </a:cubicBezTo>
                <a:cubicBezTo>
                  <a:pt x="70" y="2"/>
                  <a:pt x="73" y="2"/>
                  <a:pt x="76" y="2"/>
                </a:cubicBezTo>
                <a:cubicBezTo>
                  <a:pt x="79" y="1"/>
                  <a:pt x="83" y="1"/>
                  <a:pt x="88" y="1"/>
                </a:cubicBezTo>
                <a:cubicBezTo>
                  <a:pt x="92" y="1"/>
                  <a:pt x="95" y="0"/>
                  <a:pt x="97" y="0"/>
                </a:cubicBezTo>
                <a:cubicBezTo>
                  <a:pt x="97" y="3"/>
                  <a:pt x="96" y="6"/>
                  <a:pt x="95" y="9"/>
                </a:cubicBezTo>
                <a:cubicBezTo>
                  <a:pt x="93" y="9"/>
                  <a:pt x="90" y="10"/>
                  <a:pt x="86" y="11"/>
                </a:cubicBezTo>
                <a:cubicBezTo>
                  <a:pt x="81" y="13"/>
                  <a:pt x="78" y="14"/>
                  <a:pt x="75" y="15"/>
                </a:cubicBezTo>
                <a:cubicBezTo>
                  <a:pt x="75" y="16"/>
                  <a:pt x="74" y="17"/>
                  <a:pt x="74" y="19"/>
                </a:cubicBezTo>
                <a:cubicBezTo>
                  <a:pt x="74" y="20"/>
                  <a:pt x="73" y="21"/>
                  <a:pt x="73" y="22"/>
                </a:cubicBezTo>
                <a:cubicBezTo>
                  <a:pt x="73" y="23"/>
                  <a:pt x="73" y="25"/>
                  <a:pt x="72" y="27"/>
                </a:cubicBezTo>
                <a:cubicBezTo>
                  <a:pt x="72" y="29"/>
                  <a:pt x="72" y="30"/>
                  <a:pt x="72" y="31"/>
                </a:cubicBezTo>
                <a:cubicBezTo>
                  <a:pt x="70" y="40"/>
                  <a:pt x="67" y="53"/>
                  <a:pt x="64" y="70"/>
                </a:cubicBezTo>
                <a:cubicBezTo>
                  <a:pt x="60" y="87"/>
                  <a:pt x="57" y="99"/>
                  <a:pt x="56" y="104"/>
                </a:cubicBezTo>
                <a:cubicBezTo>
                  <a:pt x="56" y="105"/>
                  <a:pt x="56" y="106"/>
                  <a:pt x="55" y="109"/>
                </a:cubicBezTo>
                <a:cubicBezTo>
                  <a:pt x="54" y="113"/>
                  <a:pt x="54" y="115"/>
                  <a:pt x="53" y="118"/>
                </a:cubicBezTo>
                <a:cubicBezTo>
                  <a:pt x="53" y="121"/>
                  <a:pt x="52" y="123"/>
                  <a:pt x="52" y="126"/>
                </a:cubicBezTo>
                <a:cubicBezTo>
                  <a:pt x="51" y="129"/>
                  <a:pt x="51" y="130"/>
                  <a:pt x="51" y="131"/>
                </a:cubicBezTo>
                <a:cubicBezTo>
                  <a:pt x="51" y="133"/>
                  <a:pt x="51" y="133"/>
                  <a:pt x="51" y="133"/>
                </a:cubicBezTo>
                <a:cubicBezTo>
                  <a:pt x="52" y="133"/>
                  <a:pt x="58" y="134"/>
                  <a:pt x="69" y="136"/>
                </a:cubicBezTo>
                <a:cubicBezTo>
                  <a:pt x="68" y="139"/>
                  <a:pt x="68" y="142"/>
                  <a:pt x="67" y="145"/>
                </a:cubicBezTo>
                <a:cubicBezTo>
                  <a:pt x="66" y="145"/>
                  <a:pt x="65" y="145"/>
                  <a:pt x="64" y="145"/>
                </a:cubicBezTo>
                <a:cubicBezTo>
                  <a:pt x="63" y="146"/>
                  <a:pt x="62" y="146"/>
                  <a:pt x="61" y="146"/>
                </a:cubicBezTo>
                <a:cubicBezTo>
                  <a:pt x="59" y="146"/>
                  <a:pt x="56" y="145"/>
                  <a:pt x="53" y="145"/>
                </a:cubicBezTo>
                <a:cubicBezTo>
                  <a:pt x="49" y="144"/>
                  <a:pt x="46" y="144"/>
                  <a:pt x="45" y="144"/>
                </a:cubicBezTo>
                <a:cubicBezTo>
                  <a:pt x="36" y="144"/>
                  <a:pt x="29" y="143"/>
                  <a:pt x="25" y="143"/>
                </a:cubicBezTo>
                <a:cubicBezTo>
                  <a:pt x="22" y="143"/>
                  <a:pt x="17" y="144"/>
                  <a:pt x="12" y="144"/>
                </a:cubicBezTo>
                <a:cubicBezTo>
                  <a:pt x="6" y="145"/>
                  <a:pt x="2" y="145"/>
                  <a:pt x="0" y="14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52" name="Freeform 54"/>
          <p:cNvSpPr>
            <a:spLocks noEditPoints="1"/>
          </p:cNvSpPr>
          <p:nvPr/>
        </p:nvSpPr>
        <p:spPr bwMode="auto">
          <a:xfrm>
            <a:off x="3817125" y="1824385"/>
            <a:ext cx="244204" cy="209627"/>
          </a:xfrm>
          <a:custGeom>
            <a:avLst/>
            <a:gdLst>
              <a:gd name="T0" fmla="*/ 13 w 170"/>
              <a:gd name="T1" fmla="*/ 3 h 146"/>
              <a:gd name="T2" fmla="*/ 45 w 170"/>
              <a:gd name="T3" fmla="*/ 3 h 146"/>
              <a:gd name="T4" fmla="*/ 68 w 170"/>
              <a:gd name="T5" fmla="*/ 3 h 146"/>
              <a:gd name="T6" fmla="*/ 106 w 170"/>
              <a:gd name="T7" fmla="*/ 3 h 146"/>
              <a:gd name="T8" fmla="*/ 110 w 170"/>
              <a:gd name="T9" fmla="*/ 3 h 146"/>
              <a:gd name="T10" fmla="*/ 113 w 170"/>
              <a:gd name="T11" fmla="*/ 2 h 146"/>
              <a:gd name="T12" fmla="*/ 118 w 170"/>
              <a:gd name="T13" fmla="*/ 0 h 146"/>
              <a:gd name="T14" fmla="*/ 121 w 170"/>
              <a:gd name="T15" fmla="*/ 0 h 146"/>
              <a:gd name="T16" fmla="*/ 121 w 170"/>
              <a:gd name="T17" fmla="*/ 43 h 146"/>
              <a:gd name="T18" fmla="*/ 109 w 170"/>
              <a:gd name="T19" fmla="*/ 32 h 146"/>
              <a:gd name="T20" fmla="*/ 107 w 170"/>
              <a:gd name="T21" fmla="*/ 21 h 146"/>
              <a:gd name="T22" fmla="*/ 105 w 170"/>
              <a:gd name="T23" fmla="*/ 16 h 146"/>
              <a:gd name="T24" fmla="*/ 102 w 170"/>
              <a:gd name="T25" fmla="*/ 15 h 146"/>
              <a:gd name="T26" fmla="*/ 99 w 170"/>
              <a:gd name="T27" fmla="*/ 15 h 146"/>
              <a:gd name="T28" fmla="*/ 86 w 170"/>
              <a:gd name="T29" fmla="*/ 15 h 146"/>
              <a:gd name="T30" fmla="*/ 73 w 170"/>
              <a:gd name="T31" fmla="*/ 16 h 146"/>
              <a:gd name="T32" fmla="*/ 72 w 170"/>
              <a:gd name="T33" fmla="*/ 65 h 146"/>
              <a:gd name="T34" fmla="*/ 72 w 170"/>
              <a:gd name="T35" fmla="*/ 115 h 146"/>
              <a:gd name="T36" fmla="*/ 74 w 170"/>
              <a:gd name="T37" fmla="*/ 130 h 146"/>
              <a:gd name="T38" fmla="*/ 97 w 170"/>
              <a:gd name="T39" fmla="*/ 138 h 146"/>
              <a:gd name="T40" fmla="*/ 97 w 170"/>
              <a:gd name="T41" fmla="*/ 145 h 146"/>
              <a:gd name="T42" fmla="*/ 73 w 170"/>
              <a:gd name="T43" fmla="*/ 145 h 146"/>
              <a:gd name="T44" fmla="*/ 39 w 170"/>
              <a:gd name="T45" fmla="*/ 145 h 146"/>
              <a:gd name="T46" fmla="*/ 24 w 170"/>
              <a:gd name="T47" fmla="*/ 141 h 146"/>
              <a:gd name="T48" fmla="*/ 30 w 170"/>
              <a:gd name="T49" fmla="*/ 136 h 146"/>
              <a:gd name="T50" fmla="*/ 47 w 170"/>
              <a:gd name="T51" fmla="*/ 130 h 146"/>
              <a:gd name="T52" fmla="*/ 49 w 170"/>
              <a:gd name="T53" fmla="*/ 66 h 146"/>
              <a:gd name="T54" fmla="*/ 48 w 170"/>
              <a:gd name="T55" fmla="*/ 26 h 146"/>
              <a:gd name="T56" fmla="*/ 48 w 170"/>
              <a:gd name="T57" fmla="*/ 22 h 146"/>
              <a:gd name="T58" fmla="*/ 48 w 170"/>
              <a:gd name="T59" fmla="*/ 17 h 146"/>
              <a:gd name="T60" fmla="*/ 32 w 170"/>
              <a:gd name="T61" fmla="*/ 15 h 146"/>
              <a:gd name="T62" fmla="*/ 16 w 170"/>
              <a:gd name="T63" fmla="*/ 19 h 146"/>
              <a:gd name="T64" fmla="*/ 10 w 170"/>
              <a:gd name="T65" fmla="*/ 36 h 146"/>
              <a:gd name="T66" fmla="*/ 0 w 170"/>
              <a:gd name="T67" fmla="*/ 37 h 146"/>
              <a:gd name="T68" fmla="*/ 8 w 170"/>
              <a:gd name="T69" fmla="*/ 0 h 146"/>
              <a:gd name="T70" fmla="*/ 169 w 170"/>
              <a:gd name="T71" fmla="*/ 123 h 146"/>
              <a:gd name="T72" fmla="*/ 156 w 170"/>
              <a:gd name="T73" fmla="*/ 143 h 146"/>
              <a:gd name="T74" fmla="*/ 147 w 170"/>
              <a:gd name="T75" fmla="*/ 143 h 146"/>
              <a:gd name="T76" fmla="*/ 134 w 170"/>
              <a:gd name="T77" fmla="*/ 123 h 146"/>
              <a:gd name="T78" fmla="*/ 146 w 170"/>
              <a:gd name="T79" fmla="*/ 121 h 146"/>
              <a:gd name="T80" fmla="*/ 138 w 170"/>
              <a:gd name="T81" fmla="*/ 25 h 146"/>
              <a:gd name="T82" fmla="*/ 135 w 170"/>
              <a:gd name="T83" fmla="*/ 19 h 146"/>
              <a:gd name="T84" fmla="*/ 152 w 170"/>
              <a:gd name="T85" fmla="*/ 1 h 146"/>
              <a:gd name="T86" fmla="*/ 168 w 170"/>
              <a:gd name="T87" fmla="*/ 19 h 146"/>
              <a:gd name="T88" fmla="*/ 165 w 170"/>
              <a:gd name="T89" fmla="*/ 25 h 146"/>
              <a:gd name="T90" fmla="*/ 158 w 170"/>
              <a:gd name="T91" fmla="*/ 121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70" h="146">
                <a:moveTo>
                  <a:pt x="8" y="0"/>
                </a:moveTo>
                <a:cubicBezTo>
                  <a:pt x="13" y="3"/>
                  <a:pt x="13" y="3"/>
                  <a:pt x="13" y="3"/>
                </a:cubicBezTo>
                <a:cubicBezTo>
                  <a:pt x="14" y="3"/>
                  <a:pt x="20" y="3"/>
                  <a:pt x="33" y="3"/>
                </a:cubicBezTo>
                <a:cubicBezTo>
                  <a:pt x="36" y="3"/>
                  <a:pt x="40" y="3"/>
                  <a:pt x="45" y="3"/>
                </a:cubicBezTo>
                <a:cubicBezTo>
                  <a:pt x="51" y="3"/>
                  <a:pt x="55" y="3"/>
                  <a:pt x="58" y="3"/>
                </a:cubicBezTo>
                <a:cubicBezTo>
                  <a:pt x="60" y="3"/>
                  <a:pt x="64" y="3"/>
                  <a:pt x="68" y="3"/>
                </a:cubicBezTo>
                <a:cubicBezTo>
                  <a:pt x="73" y="3"/>
                  <a:pt x="76" y="3"/>
                  <a:pt x="78" y="3"/>
                </a:cubicBezTo>
                <a:cubicBezTo>
                  <a:pt x="106" y="3"/>
                  <a:pt x="106" y="3"/>
                  <a:pt x="106" y="3"/>
                </a:cubicBezTo>
                <a:cubicBezTo>
                  <a:pt x="106" y="3"/>
                  <a:pt x="107" y="3"/>
                  <a:pt x="108" y="3"/>
                </a:cubicBezTo>
                <a:cubicBezTo>
                  <a:pt x="109" y="3"/>
                  <a:pt x="110" y="3"/>
                  <a:pt x="110" y="3"/>
                </a:cubicBezTo>
                <a:cubicBezTo>
                  <a:pt x="110" y="3"/>
                  <a:pt x="111" y="3"/>
                  <a:pt x="111" y="3"/>
                </a:cubicBezTo>
                <a:cubicBezTo>
                  <a:pt x="112" y="3"/>
                  <a:pt x="113" y="3"/>
                  <a:pt x="113" y="2"/>
                </a:cubicBezTo>
                <a:cubicBezTo>
                  <a:pt x="114" y="2"/>
                  <a:pt x="114" y="1"/>
                  <a:pt x="115" y="0"/>
                </a:cubicBezTo>
                <a:cubicBezTo>
                  <a:pt x="118" y="0"/>
                  <a:pt x="118" y="0"/>
                  <a:pt x="118" y="0"/>
                </a:cubicBezTo>
                <a:cubicBezTo>
                  <a:pt x="119" y="0"/>
                  <a:pt x="119" y="0"/>
                  <a:pt x="120" y="0"/>
                </a:cubicBezTo>
                <a:cubicBezTo>
                  <a:pt x="120" y="0"/>
                  <a:pt x="121" y="0"/>
                  <a:pt x="121" y="0"/>
                </a:cubicBezTo>
                <a:cubicBezTo>
                  <a:pt x="121" y="8"/>
                  <a:pt x="121" y="18"/>
                  <a:pt x="121" y="32"/>
                </a:cubicBezTo>
                <a:cubicBezTo>
                  <a:pt x="121" y="37"/>
                  <a:pt x="121" y="41"/>
                  <a:pt x="121" y="43"/>
                </a:cubicBezTo>
                <a:cubicBezTo>
                  <a:pt x="118" y="43"/>
                  <a:pt x="116" y="44"/>
                  <a:pt x="114" y="44"/>
                </a:cubicBezTo>
                <a:cubicBezTo>
                  <a:pt x="113" y="41"/>
                  <a:pt x="111" y="37"/>
                  <a:pt x="109" y="32"/>
                </a:cubicBezTo>
                <a:cubicBezTo>
                  <a:pt x="109" y="32"/>
                  <a:pt x="109" y="30"/>
                  <a:pt x="108" y="28"/>
                </a:cubicBezTo>
                <a:cubicBezTo>
                  <a:pt x="108" y="25"/>
                  <a:pt x="107" y="23"/>
                  <a:pt x="107" y="21"/>
                </a:cubicBezTo>
                <a:cubicBezTo>
                  <a:pt x="106" y="18"/>
                  <a:pt x="106" y="17"/>
                  <a:pt x="106" y="17"/>
                </a:cubicBezTo>
                <a:cubicBezTo>
                  <a:pt x="106" y="17"/>
                  <a:pt x="105" y="16"/>
                  <a:pt x="105" y="16"/>
                </a:cubicBezTo>
                <a:cubicBezTo>
                  <a:pt x="105" y="16"/>
                  <a:pt x="104" y="16"/>
                  <a:pt x="104" y="16"/>
                </a:cubicBezTo>
                <a:cubicBezTo>
                  <a:pt x="103" y="15"/>
                  <a:pt x="103" y="15"/>
                  <a:pt x="102" y="15"/>
                </a:cubicBezTo>
                <a:cubicBezTo>
                  <a:pt x="102" y="15"/>
                  <a:pt x="102" y="15"/>
                  <a:pt x="101" y="15"/>
                </a:cubicBezTo>
                <a:cubicBezTo>
                  <a:pt x="100" y="15"/>
                  <a:pt x="99" y="15"/>
                  <a:pt x="99" y="15"/>
                </a:cubicBezTo>
                <a:cubicBezTo>
                  <a:pt x="98" y="15"/>
                  <a:pt x="96" y="15"/>
                  <a:pt x="93" y="15"/>
                </a:cubicBezTo>
                <a:cubicBezTo>
                  <a:pt x="90" y="15"/>
                  <a:pt x="87" y="15"/>
                  <a:pt x="86" y="15"/>
                </a:cubicBezTo>
                <a:cubicBezTo>
                  <a:pt x="84" y="15"/>
                  <a:pt x="82" y="15"/>
                  <a:pt x="80" y="15"/>
                </a:cubicBezTo>
                <a:cubicBezTo>
                  <a:pt x="77" y="16"/>
                  <a:pt x="75" y="16"/>
                  <a:pt x="73" y="16"/>
                </a:cubicBezTo>
                <a:cubicBezTo>
                  <a:pt x="72" y="21"/>
                  <a:pt x="72" y="25"/>
                  <a:pt x="72" y="29"/>
                </a:cubicBezTo>
                <a:cubicBezTo>
                  <a:pt x="72" y="35"/>
                  <a:pt x="72" y="47"/>
                  <a:pt x="72" y="65"/>
                </a:cubicBezTo>
                <a:cubicBezTo>
                  <a:pt x="73" y="84"/>
                  <a:pt x="73" y="98"/>
                  <a:pt x="73" y="109"/>
                </a:cubicBezTo>
                <a:cubicBezTo>
                  <a:pt x="73" y="110"/>
                  <a:pt x="73" y="112"/>
                  <a:pt x="72" y="115"/>
                </a:cubicBezTo>
                <a:cubicBezTo>
                  <a:pt x="72" y="119"/>
                  <a:pt x="72" y="122"/>
                  <a:pt x="72" y="124"/>
                </a:cubicBezTo>
                <a:cubicBezTo>
                  <a:pt x="73" y="126"/>
                  <a:pt x="73" y="128"/>
                  <a:pt x="74" y="130"/>
                </a:cubicBezTo>
                <a:cubicBezTo>
                  <a:pt x="76" y="132"/>
                  <a:pt x="80" y="133"/>
                  <a:pt x="85" y="134"/>
                </a:cubicBezTo>
                <a:cubicBezTo>
                  <a:pt x="91" y="136"/>
                  <a:pt x="94" y="137"/>
                  <a:pt x="97" y="138"/>
                </a:cubicBezTo>
                <a:cubicBezTo>
                  <a:pt x="97" y="141"/>
                  <a:pt x="97" y="142"/>
                  <a:pt x="97" y="143"/>
                </a:cubicBezTo>
                <a:cubicBezTo>
                  <a:pt x="97" y="144"/>
                  <a:pt x="97" y="145"/>
                  <a:pt x="97" y="145"/>
                </a:cubicBezTo>
                <a:cubicBezTo>
                  <a:pt x="94" y="146"/>
                  <a:pt x="94" y="146"/>
                  <a:pt x="94" y="146"/>
                </a:cubicBezTo>
                <a:cubicBezTo>
                  <a:pt x="89" y="146"/>
                  <a:pt x="82" y="145"/>
                  <a:pt x="73" y="145"/>
                </a:cubicBezTo>
                <a:cubicBezTo>
                  <a:pt x="64" y="144"/>
                  <a:pt x="58" y="144"/>
                  <a:pt x="53" y="144"/>
                </a:cubicBezTo>
                <a:cubicBezTo>
                  <a:pt x="50" y="144"/>
                  <a:pt x="46" y="144"/>
                  <a:pt x="39" y="145"/>
                </a:cubicBezTo>
                <a:cubicBezTo>
                  <a:pt x="33" y="145"/>
                  <a:pt x="28" y="146"/>
                  <a:pt x="25" y="146"/>
                </a:cubicBezTo>
                <a:cubicBezTo>
                  <a:pt x="25" y="142"/>
                  <a:pt x="24" y="141"/>
                  <a:pt x="24" y="141"/>
                </a:cubicBezTo>
                <a:cubicBezTo>
                  <a:pt x="24" y="140"/>
                  <a:pt x="24" y="140"/>
                  <a:pt x="24" y="140"/>
                </a:cubicBezTo>
                <a:cubicBezTo>
                  <a:pt x="26" y="138"/>
                  <a:pt x="28" y="137"/>
                  <a:pt x="30" y="136"/>
                </a:cubicBezTo>
                <a:cubicBezTo>
                  <a:pt x="33" y="135"/>
                  <a:pt x="36" y="134"/>
                  <a:pt x="40" y="133"/>
                </a:cubicBezTo>
                <a:cubicBezTo>
                  <a:pt x="43" y="132"/>
                  <a:pt x="45" y="131"/>
                  <a:pt x="47" y="130"/>
                </a:cubicBezTo>
                <a:cubicBezTo>
                  <a:pt x="48" y="128"/>
                  <a:pt x="49" y="116"/>
                  <a:pt x="49" y="94"/>
                </a:cubicBezTo>
                <a:cubicBezTo>
                  <a:pt x="49" y="88"/>
                  <a:pt x="49" y="78"/>
                  <a:pt x="49" y="66"/>
                </a:cubicBezTo>
                <a:cubicBezTo>
                  <a:pt x="48" y="53"/>
                  <a:pt x="48" y="43"/>
                  <a:pt x="48" y="37"/>
                </a:cubicBezTo>
                <a:cubicBezTo>
                  <a:pt x="48" y="26"/>
                  <a:pt x="48" y="26"/>
                  <a:pt x="48" y="26"/>
                </a:cubicBezTo>
                <a:cubicBezTo>
                  <a:pt x="48" y="26"/>
                  <a:pt x="48" y="25"/>
                  <a:pt x="48" y="24"/>
                </a:cubicBezTo>
                <a:cubicBezTo>
                  <a:pt x="48" y="24"/>
                  <a:pt x="48" y="23"/>
                  <a:pt x="48" y="22"/>
                </a:cubicBezTo>
                <a:cubicBezTo>
                  <a:pt x="48" y="21"/>
                  <a:pt x="48" y="21"/>
                  <a:pt x="48" y="20"/>
                </a:cubicBezTo>
                <a:cubicBezTo>
                  <a:pt x="48" y="19"/>
                  <a:pt x="48" y="18"/>
                  <a:pt x="48" y="17"/>
                </a:cubicBezTo>
                <a:cubicBezTo>
                  <a:pt x="48" y="17"/>
                  <a:pt x="48" y="16"/>
                  <a:pt x="47" y="16"/>
                </a:cubicBezTo>
                <a:cubicBezTo>
                  <a:pt x="47" y="15"/>
                  <a:pt x="42" y="15"/>
                  <a:pt x="32" y="15"/>
                </a:cubicBezTo>
                <a:cubicBezTo>
                  <a:pt x="30" y="15"/>
                  <a:pt x="27" y="15"/>
                  <a:pt x="23" y="16"/>
                </a:cubicBezTo>
                <a:cubicBezTo>
                  <a:pt x="20" y="17"/>
                  <a:pt x="17" y="18"/>
                  <a:pt x="16" y="19"/>
                </a:cubicBezTo>
                <a:cubicBezTo>
                  <a:pt x="15" y="19"/>
                  <a:pt x="14" y="22"/>
                  <a:pt x="13" y="25"/>
                </a:cubicBezTo>
                <a:cubicBezTo>
                  <a:pt x="12" y="29"/>
                  <a:pt x="11" y="33"/>
                  <a:pt x="10" y="36"/>
                </a:cubicBezTo>
                <a:cubicBezTo>
                  <a:pt x="9" y="39"/>
                  <a:pt x="7" y="41"/>
                  <a:pt x="6" y="41"/>
                </a:cubicBezTo>
                <a:cubicBezTo>
                  <a:pt x="3" y="39"/>
                  <a:pt x="1" y="38"/>
                  <a:pt x="0" y="37"/>
                </a:cubicBezTo>
                <a:cubicBezTo>
                  <a:pt x="0" y="1"/>
                  <a:pt x="0" y="1"/>
                  <a:pt x="0" y="1"/>
                </a:cubicBezTo>
                <a:lnTo>
                  <a:pt x="8" y="0"/>
                </a:lnTo>
                <a:close/>
                <a:moveTo>
                  <a:pt x="165" y="121"/>
                </a:moveTo>
                <a:cubicBezTo>
                  <a:pt x="167" y="121"/>
                  <a:pt x="169" y="122"/>
                  <a:pt x="169" y="123"/>
                </a:cubicBezTo>
                <a:cubicBezTo>
                  <a:pt x="170" y="124"/>
                  <a:pt x="169" y="126"/>
                  <a:pt x="168" y="127"/>
                </a:cubicBezTo>
                <a:cubicBezTo>
                  <a:pt x="156" y="143"/>
                  <a:pt x="156" y="143"/>
                  <a:pt x="156" y="143"/>
                </a:cubicBezTo>
                <a:cubicBezTo>
                  <a:pt x="155" y="144"/>
                  <a:pt x="153" y="145"/>
                  <a:pt x="152" y="145"/>
                </a:cubicBezTo>
                <a:cubicBezTo>
                  <a:pt x="150" y="145"/>
                  <a:pt x="148" y="144"/>
                  <a:pt x="147" y="143"/>
                </a:cubicBezTo>
                <a:cubicBezTo>
                  <a:pt x="135" y="127"/>
                  <a:pt x="135" y="127"/>
                  <a:pt x="135" y="127"/>
                </a:cubicBezTo>
                <a:cubicBezTo>
                  <a:pt x="134" y="126"/>
                  <a:pt x="133" y="124"/>
                  <a:pt x="134" y="123"/>
                </a:cubicBezTo>
                <a:cubicBezTo>
                  <a:pt x="135" y="122"/>
                  <a:pt x="136" y="121"/>
                  <a:pt x="138" y="121"/>
                </a:cubicBezTo>
                <a:cubicBezTo>
                  <a:pt x="146" y="121"/>
                  <a:pt x="146" y="121"/>
                  <a:pt x="146" y="121"/>
                </a:cubicBezTo>
                <a:cubicBezTo>
                  <a:pt x="146" y="25"/>
                  <a:pt x="146" y="25"/>
                  <a:pt x="146" y="25"/>
                </a:cubicBezTo>
                <a:cubicBezTo>
                  <a:pt x="138" y="25"/>
                  <a:pt x="138" y="25"/>
                  <a:pt x="138" y="25"/>
                </a:cubicBezTo>
                <a:cubicBezTo>
                  <a:pt x="136" y="25"/>
                  <a:pt x="135" y="24"/>
                  <a:pt x="134" y="23"/>
                </a:cubicBezTo>
                <a:cubicBezTo>
                  <a:pt x="133" y="22"/>
                  <a:pt x="134" y="20"/>
                  <a:pt x="135" y="19"/>
                </a:cubicBezTo>
                <a:cubicBezTo>
                  <a:pt x="147" y="3"/>
                  <a:pt x="147" y="3"/>
                  <a:pt x="147" y="3"/>
                </a:cubicBezTo>
                <a:cubicBezTo>
                  <a:pt x="148" y="2"/>
                  <a:pt x="150" y="1"/>
                  <a:pt x="152" y="1"/>
                </a:cubicBezTo>
                <a:cubicBezTo>
                  <a:pt x="153" y="1"/>
                  <a:pt x="155" y="2"/>
                  <a:pt x="156" y="3"/>
                </a:cubicBezTo>
                <a:cubicBezTo>
                  <a:pt x="168" y="19"/>
                  <a:pt x="168" y="19"/>
                  <a:pt x="168" y="19"/>
                </a:cubicBezTo>
                <a:cubicBezTo>
                  <a:pt x="169" y="20"/>
                  <a:pt x="170" y="22"/>
                  <a:pt x="169" y="23"/>
                </a:cubicBezTo>
                <a:cubicBezTo>
                  <a:pt x="169" y="24"/>
                  <a:pt x="167" y="25"/>
                  <a:pt x="165" y="25"/>
                </a:cubicBezTo>
                <a:cubicBezTo>
                  <a:pt x="158" y="25"/>
                  <a:pt x="158" y="25"/>
                  <a:pt x="158" y="25"/>
                </a:cubicBezTo>
                <a:cubicBezTo>
                  <a:pt x="158" y="121"/>
                  <a:pt x="158" y="121"/>
                  <a:pt x="158" y="121"/>
                </a:cubicBezTo>
                <a:lnTo>
                  <a:pt x="165" y="12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53" name="Freeform 55"/>
          <p:cNvSpPr>
            <a:spLocks noEditPoints="1"/>
          </p:cNvSpPr>
          <p:nvPr/>
        </p:nvSpPr>
        <p:spPr bwMode="auto">
          <a:xfrm>
            <a:off x="4124001" y="1824385"/>
            <a:ext cx="207464" cy="224755"/>
          </a:xfrm>
          <a:custGeom>
            <a:avLst/>
            <a:gdLst>
              <a:gd name="T0" fmla="*/ 13 w 145"/>
              <a:gd name="T1" fmla="*/ 3 h 157"/>
              <a:gd name="T2" fmla="*/ 45 w 145"/>
              <a:gd name="T3" fmla="*/ 3 h 157"/>
              <a:gd name="T4" fmla="*/ 81 w 145"/>
              <a:gd name="T5" fmla="*/ 3 h 157"/>
              <a:gd name="T6" fmla="*/ 133 w 145"/>
              <a:gd name="T7" fmla="*/ 3 h 157"/>
              <a:gd name="T8" fmla="*/ 142 w 145"/>
              <a:gd name="T9" fmla="*/ 0 h 157"/>
              <a:gd name="T10" fmla="*/ 145 w 145"/>
              <a:gd name="T11" fmla="*/ 0 h 157"/>
              <a:gd name="T12" fmla="*/ 145 w 145"/>
              <a:gd name="T13" fmla="*/ 43 h 157"/>
              <a:gd name="T14" fmla="*/ 133 w 145"/>
              <a:gd name="T15" fmla="*/ 32 h 157"/>
              <a:gd name="T16" fmla="*/ 131 w 145"/>
              <a:gd name="T17" fmla="*/ 21 h 157"/>
              <a:gd name="T18" fmla="*/ 128 w 145"/>
              <a:gd name="T19" fmla="*/ 15 h 157"/>
              <a:gd name="T20" fmla="*/ 113 w 145"/>
              <a:gd name="T21" fmla="*/ 15 h 157"/>
              <a:gd name="T22" fmla="*/ 94 w 145"/>
              <a:gd name="T23" fmla="*/ 15 h 157"/>
              <a:gd name="T24" fmla="*/ 84 w 145"/>
              <a:gd name="T25" fmla="*/ 29 h 157"/>
              <a:gd name="T26" fmla="*/ 84 w 145"/>
              <a:gd name="T27" fmla="*/ 38 h 157"/>
              <a:gd name="T28" fmla="*/ 84 w 145"/>
              <a:gd name="T29" fmla="*/ 70 h 157"/>
              <a:gd name="T30" fmla="*/ 84 w 145"/>
              <a:gd name="T31" fmla="*/ 91 h 157"/>
              <a:gd name="T32" fmla="*/ 85 w 145"/>
              <a:gd name="T33" fmla="*/ 106 h 157"/>
              <a:gd name="T34" fmla="*/ 108 w 145"/>
              <a:gd name="T35" fmla="*/ 114 h 157"/>
              <a:gd name="T36" fmla="*/ 109 w 145"/>
              <a:gd name="T37" fmla="*/ 121 h 157"/>
              <a:gd name="T38" fmla="*/ 85 w 145"/>
              <a:gd name="T39" fmla="*/ 121 h 157"/>
              <a:gd name="T40" fmla="*/ 51 w 145"/>
              <a:gd name="T41" fmla="*/ 121 h 157"/>
              <a:gd name="T42" fmla="*/ 36 w 145"/>
              <a:gd name="T43" fmla="*/ 116 h 157"/>
              <a:gd name="T44" fmla="*/ 42 w 145"/>
              <a:gd name="T45" fmla="*/ 112 h 157"/>
              <a:gd name="T46" fmla="*/ 59 w 145"/>
              <a:gd name="T47" fmla="*/ 106 h 157"/>
              <a:gd name="T48" fmla="*/ 61 w 145"/>
              <a:gd name="T49" fmla="*/ 85 h 157"/>
              <a:gd name="T50" fmla="*/ 61 w 145"/>
              <a:gd name="T51" fmla="*/ 56 h 157"/>
              <a:gd name="T52" fmla="*/ 60 w 145"/>
              <a:gd name="T53" fmla="*/ 46 h 157"/>
              <a:gd name="T54" fmla="*/ 60 w 145"/>
              <a:gd name="T55" fmla="*/ 40 h 157"/>
              <a:gd name="T56" fmla="*/ 60 w 145"/>
              <a:gd name="T57" fmla="*/ 25 h 157"/>
              <a:gd name="T58" fmla="*/ 59 w 145"/>
              <a:gd name="T59" fmla="*/ 16 h 157"/>
              <a:gd name="T60" fmla="*/ 29 w 145"/>
              <a:gd name="T61" fmla="*/ 16 h 157"/>
              <a:gd name="T62" fmla="*/ 12 w 145"/>
              <a:gd name="T63" fmla="*/ 25 h 157"/>
              <a:gd name="T64" fmla="*/ 5 w 145"/>
              <a:gd name="T65" fmla="*/ 41 h 157"/>
              <a:gd name="T66" fmla="*/ 0 w 145"/>
              <a:gd name="T67" fmla="*/ 1 h 157"/>
              <a:gd name="T68" fmla="*/ 124 w 145"/>
              <a:gd name="T69" fmla="*/ 122 h 157"/>
              <a:gd name="T70" fmla="*/ 133 w 145"/>
              <a:gd name="T71" fmla="*/ 127 h 157"/>
              <a:gd name="T72" fmla="*/ 142 w 145"/>
              <a:gd name="T73" fmla="*/ 135 h 157"/>
              <a:gd name="T74" fmla="*/ 142 w 145"/>
              <a:gd name="T75" fmla="*/ 144 h 157"/>
              <a:gd name="T76" fmla="*/ 133 w 145"/>
              <a:gd name="T77" fmla="*/ 152 h 157"/>
              <a:gd name="T78" fmla="*/ 124 w 145"/>
              <a:gd name="T79" fmla="*/ 157 h 157"/>
              <a:gd name="T80" fmla="*/ 121 w 145"/>
              <a:gd name="T81" fmla="*/ 154 h 157"/>
              <a:gd name="T82" fmla="*/ 121 w 145"/>
              <a:gd name="T83" fmla="*/ 147 h 157"/>
              <a:gd name="T84" fmla="*/ 24 w 145"/>
              <a:gd name="T85" fmla="*/ 146 h 157"/>
              <a:gd name="T86" fmla="*/ 25 w 145"/>
              <a:gd name="T87" fmla="*/ 151 h 157"/>
              <a:gd name="T88" fmla="*/ 23 w 145"/>
              <a:gd name="T89" fmla="*/ 156 h 157"/>
              <a:gd name="T90" fmla="*/ 17 w 145"/>
              <a:gd name="T91" fmla="*/ 156 h 157"/>
              <a:gd name="T92" fmla="*/ 6 w 145"/>
              <a:gd name="T93" fmla="*/ 147 h 157"/>
              <a:gd name="T94" fmla="*/ 1 w 145"/>
              <a:gd name="T95" fmla="*/ 140 h 157"/>
              <a:gd name="T96" fmla="*/ 6 w 145"/>
              <a:gd name="T97" fmla="*/ 132 h 157"/>
              <a:gd name="T98" fmla="*/ 17 w 145"/>
              <a:gd name="T99" fmla="*/ 123 h 157"/>
              <a:gd name="T100" fmla="*/ 23 w 145"/>
              <a:gd name="T101" fmla="*/ 123 h 157"/>
              <a:gd name="T102" fmla="*/ 25 w 145"/>
              <a:gd name="T103" fmla="*/ 129 h 157"/>
              <a:gd name="T104" fmla="*/ 24 w 145"/>
              <a:gd name="T105" fmla="*/ 133 h 157"/>
              <a:gd name="T106" fmla="*/ 121 w 145"/>
              <a:gd name="T107" fmla="*/ 132 h 157"/>
              <a:gd name="T108" fmla="*/ 121 w 145"/>
              <a:gd name="T109" fmla="*/ 125 h 157"/>
              <a:gd name="T110" fmla="*/ 124 w 145"/>
              <a:gd name="T111" fmla="*/ 122 h 1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45" h="157">
                <a:moveTo>
                  <a:pt x="8" y="0"/>
                </a:moveTo>
                <a:cubicBezTo>
                  <a:pt x="13" y="3"/>
                  <a:pt x="13" y="3"/>
                  <a:pt x="13" y="3"/>
                </a:cubicBezTo>
                <a:cubicBezTo>
                  <a:pt x="14" y="3"/>
                  <a:pt x="20" y="3"/>
                  <a:pt x="33" y="3"/>
                </a:cubicBezTo>
                <a:cubicBezTo>
                  <a:pt x="36" y="3"/>
                  <a:pt x="40" y="3"/>
                  <a:pt x="45" y="3"/>
                </a:cubicBezTo>
                <a:cubicBezTo>
                  <a:pt x="51" y="3"/>
                  <a:pt x="55" y="3"/>
                  <a:pt x="58" y="3"/>
                </a:cubicBezTo>
                <a:cubicBezTo>
                  <a:pt x="62" y="3"/>
                  <a:pt x="70" y="3"/>
                  <a:pt x="81" y="3"/>
                </a:cubicBezTo>
                <a:cubicBezTo>
                  <a:pt x="92" y="3"/>
                  <a:pt x="102" y="3"/>
                  <a:pt x="110" y="3"/>
                </a:cubicBezTo>
                <a:cubicBezTo>
                  <a:pt x="118" y="3"/>
                  <a:pt x="126" y="3"/>
                  <a:pt x="133" y="3"/>
                </a:cubicBezTo>
                <a:cubicBezTo>
                  <a:pt x="135" y="3"/>
                  <a:pt x="137" y="2"/>
                  <a:pt x="138" y="0"/>
                </a:cubicBezTo>
                <a:cubicBezTo>
                  <a:pt x="142" y="0"/>
                  <a:pt x="142" y="0"/>
                  <a:pt x="142" y="0"/>
                </a:cubicBezTo>
                <a:cubicBezTo>
                  <a:pt x="143" y="0"/>
                  <a:pt x="143" y="0"/>
                  <a:pt x="144" y="0"/>
                </a:cubicBezTo>
                <a:cubicBezTo>
                  <a:pt x="144" y="0"/>
                  <a:pt x="145" y="0"/>
                  <a:pt x="145" y="0"/>
                </a:cubicBezTo>
                <a:cubicBezTo>
                  <a:pt x="145" y="8"/>
                  <a:pt x="145" y="18"/>
                  <a:pt x="145" y="32"/>
                </a:cubicBezTo>
                <a:cubicBezTo>
                  <a:pt x="145" y="37"/>
                  <a:pt x="145" y="41"/>
                  <a:pt x="145" y="43"/>
                </a:cubicBezTo>
                <a:cubicBezTo>
                  <a:pt x="142" y="43"/>
                  <a:pt x="140" y="44"/>
                  <a:pt x="138" y="44"/>
                </a:cubicBezTo>
                <a:cubicBezTo>
                  <a:pt x="137" y="41"/>
                  <a:pt x="135" y="37"/>
                  <a:pt x="133" y="32"/>
                </a:cubicBezTo>
                <a:cubicBezTo>
                  <a:pt x="133" y="32"/>
                  <a:pt x="133" y="30"/>
                  <a:pt x="132" y="28"/>
                </a:cubicBezTo>
                <a:cubicBezTo>
                  <a:pt x="132" y="25"/>
                  <a:pt x="131" y="23"/>
                  <a:pt x="131" y="21"/>
                </a:cubicBezTo>
                <a:cubicBezTo>
                  <a:pt x="130" y="18"/>
                  <a:pt x="130" y="17"/>
                  <a:pt x="130" y="17"/>
                </a:cubicBezTo>
                <a:cubicBezTo>
                  <a:pt x="130" y="16"/>
                  <a:pt x="129" y="16"/>
                  <a:pt x="128" y="15"/>
                </a:cubicBezTo>
                <a:cubicBezTo>
                  <a:pt x="127" y="15"/>
                  <a:pt x="125" y="15"/>
                  <a:pt x="121" y="15"/>
                </a:cubicBezTo>
                <a:cubicBezTo>
                  <a:pt x="119" y="15"/>
                  <a:pt x="117" y="15"/>
                  <a:pt x="113" y="15"/>
                </a:cubicBezTo>
                <a:cubicBezTo>
                  <a:pt x="109" y="15"/>
                  <a:pt x="105" y="15"/>
                  <a:pt x="103" y="15"/>
                </a:cubicBezTo>
                <a:cubicBezTo>
                  <a:pt x="100" y="15"/>
                  <a:pt x="97" y="15"/>
                  <a:pt x="94" y="15"/>
                </a:cubicBezTo>
                <a:cubicBezTo>
                  <a:pt x="91" y="15"/>
                  <a:pt x="88" y="16"/>
                  <a:pt x="85" y="16"/>
                </a:cubicBezTo>
                <a:cubicBezTo>
                  <a:pt x="84" y="21"/>
                  <a:pt x="84" y="25"/>
                  <a:pt x="84" y="29"/>
                </a:cubicBezTo>
                <a:cubicBezTo>
                  <a:pt x="84" y="43"/>
                  <a:pt x="84" y="43"/>
                  <a:pt x="84" y="43"/>
                </a:cubicBezTo>
                <a:cubicBezTo>
                  <a:pt x="84" y="38"/>
                  <a:pt x="84" y="38"/>
                  <a:pt x="84" y="38"/>
                </a:cubicBezTo>
                <a:cubicBezTo>
                  <a:pt x="84" y="42"/>
                  <a:pt x="84" y="47"/>
                  <a:pt x="84" y="53"/>
                </a:cubicBezTo>
                <a:cubicBezTo>
                  <a:pt x="84" y="59"/>
                  <a:pt x="84" y="65"/>
                  <a:pt x="84" y="70"/>
                </a:cubicBezTo>
                <a:cubicBezTo>
                  <a:pt x="84" y="75"/>
                  <a:pt x="84" y="80"/>
                  <a:pt x="84" y="84"/>
                </a:cubicBezTo>
                <a:cubicBezTo>
                  <a:pt x="84" y="85"/>
                  <a:pt x="84" y="88"/>
                  <a:pt x="84" y="91"/>
                </a:cubicBezTo>
                <a:cubicBezTo>
                  <a:pt x="84" y="95"/>
                  <a:pt x="84" y="97"/>
                  <a:pt x="84" y="100"/>
                </a:cubicBezTo>
                <a:cubicBezTo>
                  <a:pt x="84" y="102"/>
                  <a:pt x="85" y="104"/>
                  <a:pt x="85" y="106"/>
                </a:cubicBezTo>
                <a:cubicBezTo>
                  <a:pt x="88" y="108"/>
                  <a:pt x="92" y="109"/>
                  <a:pt x="97" y="110"/>
                </a:cubicBezTo>
                <a:cubicBezTo>
                  <a:pt x="102" y="112"/>
                  <a:pt x="106" y="113"/>
                  <a:pt x="108" y="114"/>
                </a:cubicBezTo>
                <a:cubicBezTo>
                  <a:pt x="109" y="116"/>
                  <a:pt x="109" y="118"/>
                  <a:pt x="109" y="119"/>
                </a:cubicBezTo>
                <a:cubicBezTo>
                  <a:pt x="109" y="119"/>
                  <a:pt x="109" y="120"/>
                  <a:pt x="109" y="121"/>
                </a:cubicBezTo>
                <a:cubicBezTo>
                  <a:pt x="105" y="121"/>
                  <a:pt x="105" y="121"/>
                  <a:pt x="105" y="121"/>
                </a:cubicBezTo>
                <a:cubicBezTo>
                  <a:pt x="101" y="121"/>
                  <a:pt x="94" y="121"/>
                  <a:pt x="85" y="121"/>
                </a:cubicBezTo>
                <a:cubicBezTo>
                  <a:pt x="76" y="120"/>
                  <a:pt x="69" y="120"/>
                  <a:pt x="65" y="120"/>
                </a:cubicBezTo>
                <a:cubicBezTo>
                  <a:pt x="62" y="120"/>
                  <a:pt x="57" y="120"/>
                  <a:pt x="51" y="121"/>
                </a:cubicBezTo>
                <a:cubicBezTo>
                  <a:pt x="45" y="121"/>
                  <a:pt x="40" y="121"/>
                  <a:pt x="37" y="121"/>
                </a:cubicBezTo>
                <a:cubicBezTo>
                  <a:pt x="36" y="118"/>
                  <a:pt x="36" y="117"/>
                  <a:pt x="36" y="116"/>
                </a:cubicBezTo>
                <a:cubicBezTo>
                  <a:pt x="36" y="116"/>
                  <a:pt x="36" y="116"/>
                  <a:pt x="36" y="116"/>
                </a:cubicBezTo>
                <a:cubicBezTo>
                  <a:pt x="37" y="114"/>
                  <a:pt x="39" y="113"/>
                  <a:pt x="42" y="112"/>
                </a:cubicBezTo>
                <a:cubicBezTo>
                  <a:pt x="45" y="111"/>
                  <a:pt x="48" y="110"/>
                  <a:pt x="51" y="109"/>
                </a:cubicBezTo>
                <a:cubicBezTo>
                  <a:pt x="55" y="108"/>
                  <a:pt x="57" y="107"/>
                  <a:pt x="59" y="106"/>
                </a:cubicBezTo>
                <a:cubicBezTo>
                  <a:pt x="59" y="105"/>
                  <a:pt x="60" y="103"/>
                  <a:pt x="60" y="99"/>
                </a:cubicBezTo>
                <a:cubicBezTo>
                  <a:pt x="60" y="96"/>
                  <a:pt x="60" y="91"/>
                  <a:pt x="61" y="85"/>
                </a:cubicBezTo>
                <a:cubicBezTo>
                  <a:pt x="61" y="80"/>
                  <a:pt x="61" y="75"/>
                  <a:pt x="61" y="71"/>
                </a:cubicBezTo>
                <a:cubicBezTo>
                  <a:pt x="61" y="67"/>
                  <a:pt x="61" y="62"/>
                  <a:pt x="61" y="56"/>
                </a:cubicBezTo>
                <a:cubicBezTo>
                  <a:pt x="61" y="51"/>
                  <a:pt x="61" y="48"/>
                  <a:pt x="61" y="48"/>
                </a:cubicBezTo>
                <a:cubicBezTo>
                  <a:pt x="61" y="47"/>
                  <a:pt x="60" y="47"/>
                  <a:pt x="60" y="46"/>
                </a:cubicBezTo>
                <a:cubicBezTo>
                  <a:pt x="60" y="45"/>
                  <a:pt x="60" y="44"/>
                  <a:pt x="60" y="44"/>
                </a:cubicBezTo>
                <a:cubicBezTo>
                  <a:pt x="60" y="43"/>
                  <a:pt x="60" y="42"/>
                  <a:pt x="60" y="40"/>
                </a:cubicBezTo>
                <a:cubicBezTo>
                  <a:pt x="60" y="37"/>
                  <a:pt x="60" y="35"/>
                  <a:pt x="60" y="33"/>
                </a:cubicBezTo>
                <a:cubicBezTo>
                  <a:pt x="60" y="30"/>
                  <a:pt x="60" y="28"/>
                  <a:pt x="60" y="25"/>
                </a:cubicBezTo>
                <a:cubicBezTo>
                  <a:pt x="60" y="23"/>
                  <a:pt x="60" y="21"/>
                  <a:pt x="60" y="19"/>
                </a:cubicBezTo>
                <a:cubicBezTo>
                  <a:pt x="60" y="17"/>
                  <a:pt x="60" y="16"/>
                  <a:pt x="59" y="16"/>
                </a:cubicBezTo>
                <a:cubicBezTo>
                  <a:pt x="59" y="15"/>
                  <a:pt x="54" y="15"/>
                  <a:pt x="44" y="15"/>
                </a:cubicBezTo>
                <a:cubicBezTo>
                  <a:pt x="41" y="15"/>
                  <a:pt x="36" y="15"/>
                  <a:pt x="29" y="16"/>
                </a:cubicBezTo>
                <a:cubicBezTo>
                  <a:pt x="21" y="17"/>
                  <a:pt x="17" y="18"/>
                  <a:pt x="16" y="19"/>
                </a:cubicBezTo>
                <a:cubicBezTo>
                  <a:pt x="14" y="19"/>
                  <a:pt x="13" y="22"/>
                  <a:pt x="12" y="25"/>
                </a:cubicBezTo>
                <a:cubicBezTo>
                  <a:pt x="11" y="29"/>
                  <a:pt x="10" y="33"/>
                  <a:pt x="9" y="36"/>
                </a:cubicBezTo>
                <a:cubicBezTo>
                  <a:pt x="8" y="39"/>
                  <a:pt x="7" y="41"/>
                  <a:pt x="5" y="41"/>
                </a:cubicBezTo>
                <a:cubicBezTo>
                  <a:pt x="3" y="39"/>
                  <a:pt x="1" y="38"/>
                  <a:pt x="0" y="37"/>
                </a:cubicBezTo>
                <a:cubicBezTo>
                  <a:pt x="0" y="1"/>
                  <a:pt x="0" y="1"/>
                  <a:pt x="0" y="1"/>
                </a:cubicBezTo>
                <a:lnTo>
                  <a:pt x="8" y="0"/>
                </a:lnTo>
                <a:close/>
                <a:moveTo>
                  <a:pt x="124" y="122"/>
                </a:moveTo>
                <a:cubicBezTo>
                  <a:pt x="125" y="122"/>
                  <a:pt x="126" y="122"/>
                  <a:pt x="128" y="123"/>
                </a:cubicBezTo>
                <a:cubicBezTo>
                  <a:pt x="130" y="125"/>
                  <a:pt x="132" y="126"/>
                  <a:pt x="133" y="127"/>
                </a:cubicBezTo>
                <a:cubicBezTo>
                  <a:pt x="135" y="129"/>
                  <a:pt x="137" y="130"/>
                  <a:pt x="139" y="132"/>
                </a:cubicBezTo>
                <a:cubicBezTo>
                  <a:pt x="141" y="134"/>
                  <a:pt x="142" y="135"/>
                  <a:pt x="142" y="135"/>
                </a:cubicBezTo>
                <a:cubicBezTo>
                  <a:pt x="144" y="136"/>
                  <a:pt x="145" y="138"/>
                  <a:pt x="145" y="140"/>
                </a:cubicBezTo>
                <a:cubicBezTo>
                  <a:pt x="145" y="141"/>
                  <a:pt x="144" y="143"/>
                  <a:pt x="142" y="144"/>
                </a:cubicBezTo>
                <a:cubicBezTo>
                  <a:pt x="142" y="144"/>
                  <a:pt x="141" y="145"/>
                  <a:pt x="139" y="147"/>
                </a:cubicBezTo>
                <a:cubicBezTo>
                  <a:pt x="137" y="149"/>
                  <a:pt x="135" y="150"/>
                  <a:pt x="133" y="152"/>
                </a:cubicBezTo>
                <a:cubicBezTo>
                  <a:pt x="132" y="153"/>
                  <a:pt x="130" y="154"/>
                  <a:pt x="128" y="156"/>
                </a:cubicBezTo>
                <a:cubicBezTo>
                  <a:pt x="126" y="157"/>
                  <a:pt x="125" y="157"/>
                  <a:pt x="124" y="157"/>
                </a:cubicBezTo>
                <a:cubicBezTo>
                  <a:pt x="123" y="157"/>
                  <a:pt x="122" y="157"/>
                  <a:pt x="122" y="156"/>
                </a:cubicBezTo>
                <a:cubicBezTo>
                  <a:pt x="121" y="156"/>
                  <a:pt x="121" y="155"/>
                  <a:pt x="121" y="154"/>
                </a:cubicBezTo>
                <a:cubicBezTo>
                  <a:pt x="121" y="153"/>
                  <a:pt x="121" y="152"/>
                  <a:pt x="121" y="151"/>
                </a:cubicBezTo>
                <a:cubicBezTo>
                  <a:pt x="121" y="150"/>
                  <a:pt x="121" y="149"/>
                  <a:pt x="121" y="147"/>
                </a:cubicBezTo>
                <a:cubicBezTo>
                  <a:pt x="121" y="146"/>
                  <a:pt x="121" y="146"/>
                  <a:pt x="121" y="146"/>
                </a:cubicBezTo>
                <a:cubicBezTo>
                  <a:pt x="24" y="146"/>
                  <a:pt x="24" y="146"/>
                  <a:pt x="24" y="146"/>
                </a:cubicBezTo>
                <a:cubicBezTo>
                  <a:pt x="24" y="146"/>
                  <a:pt x="24" y="146"/>
                  <a:pt x="24" y="147"/>
                </a:cubicBezTo>
                <a:cubicBezTo>
                  <a:pt x="24" y="149"/>
                  <a:pt x="25" y="150"/>
                  <a:pt x="25" y="151"/>
                </a:cubicBezTo>
                <a:cubicBezTo>
                  <a:pt x="25" y="152"/>
                  <a:pt x="24" y="153"/>
                  <a:pt x="24" y="154"/>
                </a:cubicBezTo>
                <a:cubicBezTo>
                  <a:pt x="24" y="155"/>
                  <a:pt x="24" y="156"/>
                  <a:pt x="23" y="156"/>
                </a:cubicBezTo>
                <a:cubicBezTo>
                  <a:pt x="23" y="157"/>
                  <a:pt x="22" y="157"/>
                  <a:pt x="21" y="157"/>
                </a:cubicBezTo>
                <a:cubicBezTo>
                  <a:pt x="21" y="157"/>
                  <a:pt x="19" y="157"/>
                  <a:pt x="17" y="156"/>
                </a:cubicBezTo>
                <a:cubicBezTo>
                  <a:pt x="16" y="154"/>
                  <a:pt x="14" y="153"/>
                  <a:pt x="12" y="152"/>
                </a:cubicBezTo>
                <a:cubicBezTo>
                  <a:pt x="10" y="150"/>
                  <a:pt x="8" y="149"/>
                  <a:pt x="6" y="147"/>
                </a:cubicBezTo>
                <a:cubicBezTo>
                  <a:pt x="4" y="145"/>
                  <a:pt x="3" y="144"/>
                  <a:pt x="3" y="144"/>
                </a:cubicBezTo>
                <a:cubicBezTo>
                  <a:pt x="1" y="143"/>
                  <a:pt x="1" y="141"/>
                  <a:pt x="1" y="140"/>
                </a:cubicBezTo>
                <a:cubicBezTo>
                  <a:pt x="1" y="138"/>
                  <a:pt x="1" y="136"/>
                  <a:pt x="3" y="135"/>
                </a:cubicBezTo>
                <a:cubicBezTo>
                  <a:pt x="3" y="135"/>
                  <a:pt x="4" y="134"/>
                  <a:pt x="6" y="132"/>
                </a:cubicBezTo>
                <a:cubicBezTo>
                  <a:pt x="8" y="130"/>
                  <a:pt x="10" y="129"/>
                  <a:pt x="12" y="127"/>
                </a:cubicBezTo>
                <a:cubicBezTo>
                  <a:pt x="14" y="126"/>
                  <a:pt x="16" y="125"/>
                  <a:pt x="17" y="123"/>
                </a:cubicBezTo>
                <a:cubicBezTo>
                  <a:pt x="19" y="122"/>
                  <a:pt x="21" y="122"/>
                  <a:pt x="21" y="122"/>
                </a:cubicBezTo>
                <a:cubicBezTo>
                  <a:pt x="22" y="122"/>
                  <a:pt x="23" y="122"/>
                  <a:pt x="23" y="123"/>
                </a:cubicBezTo>
                <a:cubicBezTo>
                  <a:pt x="24" y="123"/>
                  <a:pt x="24" y="124"/>
                  <a:pt x="24" y="125"/>
                </a:cubicBezTo>
                <a:cubicBezTo>
                  <a:pt x="24" y="126"/>
                  <a:pt x="25" y="128"/>
                  <a:pt x="25" y="129"/>
                </a:cubicBezTo>
                <a:cubicBezTo>
                  <a:pt x="25" y="129"/>
                  <a:pt x="24" y="131"/>
                  <a:pt x="24" y="132"/>
                </a:cubicBezTo>
                <a:cubicBezTo>
                  <a:pt x="24" y="133"/>
                  <a:pt x="24" y="133"/>
                  <a:pt x="24" y="133"/>
                </a:cubicBezTo>
                <a:cubicBezTo>
                  <a:pt x="121" y="133"/>
                  <a:pt x="121" y="133"/>
                  <a:pt x="121" y="133"/>
                </a:cubicBezTo>
                <a:cubicBezTo>
                  <a:pt x="121" y="133"/>
                  <a:pt x="121" y="133"/>
                  <a:pt x="121" y="132"/>
                </a:cubicBezTo>
                <a:cubicBezTo>
                  <a:pt x="121" y="131"/>
                  <a:pt x="121" y="129"/>
                  <a:pt x="121" y="129"/>
                </a:cubicBezTo>
                <a:cubicBezTo>
                  <a:pt x="121" y="128"/>
                  <a:pt x="121" y="126"/>
                  <a:pt x="121" y="125"/>
                </a:cubicBezTo>
                <a:cubicBezTo>
                  <a:pt x="121" y="124"/>
                  <a:pt x="121" y="123"/>
                  <a:pt x="122" y="123"/>
                </a:cubicBezTo>
                <a:cubicBezTo>
                  <a:pt x="122" y="122"/>
                  <a:pt x="123" y="122"/>
                  <a:pt x="124" y="12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54" name="Freeform 56"/>
          <p:cNvSpPr>
            <a:spLocks noEditPoints="1"/>
          </p:cNvSpPr>
          <p:nvPr/>
        </p:nvSpPr>
        <p:spPr bwMode="auto">
          <a:xfrm>
            <a:off x="4394137" y="1824385"/>
            <a:ext cx="242043" cy="190176"/>
          </a:xfrm>
          <a:custGeom>
            <a:avLst/>
            <a:gdLst>
              <a:gd name="T0" fmla="*/ 121 w 169"/>
              <a:gd name="T1" fmla="*/ 6 h 133"/>
              <a:gd name="T2" fmla="*/ 121 w 169"/>
              <a:gd name="T3" fmla="*/ 19 h 133"/>
              <a:gd name="T4" fmla="*/ 119 w 169"/>
              <a:gd name="T5" fmla="*/ 23 h 133"/>
              <a:gd name="T6" fmla="*/ 115 w 169"/>
              <a:gd name="T7" fmla="*/ 25 h 133"/>
              <a:gd name="T8" fmla="*/ 6 w 169"/>
              <a:gd name="T9" fmla="*/ 25 h 133"/>
              <a:gd name="T10" fmla="*/ 1 w 169"/>
              <a:gd name="T11" fmla="*/ 23 h 133"/>
              <a:gd name="T12" fmla="*/ 0 w 169"/>
              <a:gd name="T13" fmla="*/ 19 h 133"/>
              <a:gd name="T14" fmla="*/ 0 w 169"/>
              <a:gd name="T15" fmla="*/ 6 h 133"/>
              <a:gd name="T16" fmla="*/ 1 w 169"/>
              <a:gd name="T17" fmla="*/ 2 h 133"/>
              <a:gd name="T18" fmla="*/ 6 w 169"/>
              <a:gd name="T19" fmla="*/ 0 h 133"/>
              <a:gd name="T20" fmla="*/ 115 w 169"/>
              <a:gd name="T21" fmla="*/ 0 h 133"/>
              <a:gd name="T22" fmla="*/ 119 w 169"/>
              <a:gd name="T23" fmla="*/ 2 h 133"/>
              <a:gd name="T24" fmla="*/ 121 w 169"/>
              <a:gd name="T25" fmla="*/ 6 h 133"/>
              <a:gd name="T26" fmla="*/ 157 w 169"/>
              <a:gd name="T27" fmla="*/ 43 h 133"/>
              <a:gd name="T28" fmla="*/ 157 w 169"/>
              <a:gd name="T29" fmla="*/ 55 h 133"/>
              <a:gd name="T30" fmla="*/ 155 w 169"/>
              <a:gd name="T31" fmla="*/ 59 h 133"/>
              <a:gd name="T32" fmla="*/ 151 w 169"/>
              <a:gd name="T33" fmla="*/ 61 h 133"/>
              <a:gd name="T34" fmla="*/ 6 w 169"/>
              <a:gd name="T35" fmla="*/ 61 h 133"/>
              <a:gd name="T36" fmla="*/ 1 w 169"/>
              <a:gd name="T37" fmla="*/ 59 h 133"/>
              <a:gd name="T38" fmla="*/ 0 w 169"/>
              <a:gd name="T39" fmla="*/ 55 h 133"/>
              <a:gd name="T40" fmla="*/ 0 w 169"/>
              <a:gd name="T41" fmla="*/ 43 h 133"/>
              <a:gd name="T42" fmla="*/ 1 w 169"/>
              <a:gd name="T43" fmla="*/ 38 h 133"/>
              <a:gd name="T44" fmla="*/ 6 w 169"/>
              <a:gd name="T45" fmla="*/ 37 h 133"/>
              <a:gd name="T46" fmla="*/ 151 w 169"/>
              <a:gd name="T47" fmla="*/ 37 h 133"/>
              <a:gd name="T48" fmla="*/ 155 w 169"/>
              <a:gd name="T49" fmla="*/ 38 h 133"/>
              <a:gd name="T50" fmla="*/ 157 w 169"/>
              <a:gd name="T51" fmla="*/ 43 h 133"/>
              <a:gd name="T52" fmla="*/ 133 w 169"/>
              <a:gd name="T53" fmla="*/ 79 h 133"/>
              <a:gd name="T54" fmla="*/ 133 w 169"/>
              <a:gd name="T55" fmla="*/ 91 h 133"/>
              <a:gd name="T56" fmla="*/ 131 w 169"/>
              <a:gd name="T57" fmla="*/ 95 h 133"/>
              <a:gd name="T58" fmla="*/ 127 w 169"/>
              <a:gd name="T59" fmla="*/ 97 h 133"/>
              <a:gd name="T60" fmla="*/ 6 w 169"/>
              <a:gd name="T61" fmla="*/ 97 h 133"/>
              <a:gd name="T62" fmla="*/ 1 w 169"/>
              <a:gd name="T63" fmla="*/ 95 h 133"/>
              <a:gd name="T64" fmla="*/ 0 w 169"/>
              <a:gd name="T65" fmla="*/ 91 h 133"/>
              <a:gd name="T66" fmla="*/ 0 w 169"/>
              <a:gd name="T67" fmla="*/ 79 h 133"/>
              <a:gd name="T68" fmla="*/ 1 w 169"/>
              <a:gd name="T69" fmla="*/ 75 h 133"/>
              <a:gd name="T70" fmla="*/ 6 w 169"/>
              <a:gd name="T71" fmla="*/ 73 h 133"/>
              <a:gd name="T72" fmla="*/ 127 w 169"/>
              <a:gd name="T73" fmla="*/ 73 h 133"/>
              <a:gd name="T74" fmla="*/ 131 w 169"/>
              <a:gd name="T75" fmla="*/ 75 h 133"/>
              <a:gd name="T76" fmla="*/ 133 w 169"/>
              <a:gd name="T77" fmla="*/ 79 h 133"/>
              <a:gd name="T78" fmla="*/ 169 w 169"/>
              <a:gd name="T79" fmla="*/ 115 h 133"/>
              <a:gd name="T80" fmla="*/ 169 w 169"/>
              <a:gd name="T81" fmla="*/ 127 h 133"/>
              <a:gd name="T82" fmla="*/ 167 w 169"/>
              <a:gd name="T83" fmla="*/ 132 h 133"/>
              <a:gd name="T84" fmla="*/ 163 w 169"/>
              <a:gd name="T85" fmla="*/ 133 h 133"/>
              <a:gd name="T86" fmla="*/ 6 w 169"/>
              <a:gd name="T87" fmla="*/ 133 h 133"/>
              <a:gd name="T88" fmla="*/ 1 w 169"/>
              <a:gd name="T89" fmla="*/ 132 h 133"/>
              <a:gd name="T90" fmla="*/ 0 w 169"/>
              <a:gd name="T91" fmla="*/ 127 h 133"/>
              <a:gd name="T92" fmla="*/ 0 w 169"/>
              <a:gd name="T93" fmla="*/ 115 h 133"/>
              <a:gd name="T94" fmla="*/ 1 w 169"/>
              <a:gd name="T95" fmla="*/ 111 h 133"/>
              <a:gd name="T96" fmla="*/ 6 w 169"/>
              <a:gd name="T97" fmla="*/ 109 h 133"/>
              <a:gd name="T98" fmla="*/ 163 w 169"/>
              <a:gd name="T99" fmla="*/ 109 h 133"/>
              <a:gd name="T100" fmla="*/ 167 w 169"/>
              <a:gd name="T101" fmla="*/ 111 h 133"/>
              <a:gd name="T102" fmla="*/ 169 w 169"/>
              <a:gd name="T103" fmla="*/ 115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69" h="133">
                <a:moveTo>
                  <a:pt x="121" y="6"/>
                </a:moveTo>
                <a:cubicBezTo>
                  <a:pt x="121" y="19"/>
                  <a:pt x="121" y="19"/>
                  <a:pt x="121" y="19"/>
                </a:cubicBezTo>
                <a:cubicBezTo>
                  <a:pt x="121" y="20"/>
                  <a:pt x="120" y="22"/>
                  <a:pt x="119" y="23"/>
                </a:cubicBezTo>
                <a:cubicBezTo>
                  <a:pt x="118" y="24"/>
                  <a:pt x="116" y="25"/>
                  <a:pt x="115" y="25"/>
                </a:cubicBezTo>
                <a:cubicBezTo>
                  <a:pt x="6" y="25"/>
                  <a:pt x="6" y="25"/>
                  <a:pt x="6" y="25"/>
                </a:cubicBezTo>
                <a:cubicBezTo>
                  <a:pt x="4" y="25"/>
                  <a:pt x="3" y="24"/>
                  <a:pt x="1" y="23"/>
                </a:cubicBezTo>
                <a:cubicBezTo>
                  <a:pt x="0" y="22"/>
                  <a:pt x="0" y="20"/>
                  <a:pt x="0" y="19"/>
                </a:cubicBezTo>
                <a:cubicBezTo>
                  <a:pt x="0" y="6"/>
                  <a:pt x="0" y="6"/>
                  <a:pt x="0" y="6"/>
                </a:cubicBezTo>
                <a:cubicBezTo>
                  <a:pt x="0" y="5"/>
                  <a:pt x="0" y="3"/>
                  <a:pt x="1" y="2"/>
                </a:cubicBezTo>
                <a:cubicBezTo>
                  <a:pt x="3" y="1"/>
                  <a:pt x="4" y="0"/>
                  <a:pt x="6" y="0"/>
                </a:cubicBezTo>
                <a:cubicBezTo>
                  <a:pt x="115" y="0"/>
                  <a:pt x="115" y="0"/>
                  <a:pt x="115" y="0"/>
                </a:cubicBezTo>
                <a:cubicBezTo>
                  <a:pt x="116" y="0"/>
                  <a:pt x="118" y="1"/>
                  <a:pt x="119" y="2"/>
                </a:cubicBezTo>
                <a:cubicBezTo>
                  <a:pt x="120" y="3"/>
                  <a:pt x="121" y="5"/>
                  <a:pt x="121" y="6"/>
                </a:cubicBezTo>
                <a:close/>
                <a:moveTo>
                  <a:pt x="157" y="43"/>
                </a:moveTo>
                <a:cubicBezTo>
                  <a:pt x="157" y="55"/>
                  <a:pt x="157" y="55"/>
                  <a:pt x="157" y="55"/>
                </a:cubicBezTo>
                <a:cubicBezTo>
                  <a:pt x="157" y="56"/>
                  <a:pt x="156" y="58"/>
                  <a:pt x="155" y="59"/>
                </a:cubicBezTo>
                <a:cubicBezTo>
                  <a:pt x="154" y="60"/>
                  <a:pt x="153" y="61"/>
                  <a:pt x="151" y="61"/>
                </a:cubicBezTo>
                <a:cubicBezTo>
                  <a:pt x="6" y="61"/>
                  <a:pt x="6" y="61"/>
                  <a:pt x="6" y="61"/>
                </a:cubicBezTo>
                <a:cubicBezTo>
                  <a:pt x="4" y="61"/>
                  <a:pt x="3" y="60"/>
                  <a:pt x="1" y="59"/>
                </a:cubicBezTo>
                <a:cubicBezTo>
                  <a:pt x="0" y="58"/>
                  <a:pt x="0" y="56"/>
                  <a:pt x="0" y="55"/>
                </a:cubicBezTo>
                <a:cubicBezTo>
                  <a:pt x="0" y="43"/>
                  <a:pt x="0" y="43"/>
                  <a:pt x="0" y="43"/>
                </a:cubicBezTo>
                <a:cubicBezTo>
                  <a:pt x="0" y="41"/>
                  <a:pt x="0" y="40"/>
                  <a:pt x="1" y="38"/>
                </a:cubicBezTo>
                <a:cubicBezTo>
                  <a:pt x="3" y="37"/>
                  <a:pt x="4" y="37"/>
                  <a:pt x="6" y="37"/>
                </a:cubicBezTo>
                <a:cubicBezTo>
                  <a:pt x="151" y="37"/>
                  <a:pt x="151" y="37"/>
                  <a:pt x="151" y="37"/>
                </a:cubicBezTo>
                <a:cubicBezTo>
                  <a:pt x="153" y="37"/>
                  <a:pt x="154" y="37"/>
                  <a:pt x="155" y="38"/>
                </a:cubicBezTo>
                <a:cubicBezTo>
                  <a:pt x="156" y="40"/>
                  <a:pt x="157" y="41"/>
                  <a:pt x="157" y="43"/>
                </a:cubicBezTo>
                <a:close/>
                <a:moveTo>
                  <a:pt x="133" y="79"/>
                </a:moveTo>
                <a:cubicBezTo>
                  <a:pt x="133" y="91"/>
                  <a:pt x="133" y="91"/>
                  <a:pt x="133" y="91"/>
                </a:cubicBezTo>
                <a:cubicBezTo>
                  <a:pt x="133" y="93"/>
                  <a:pt x="132" y="94"/>
                  <a:pt x="131" y="95"/>
                </a:cubicBezTo>
                <a:cubicBezTo>
                  <a:pt x="130" y="97"/>
                  <a:pt x="128" y="97"/>
                  <a:pt x="127" y="97"/>
                </a:cubicBezTo>
                <a:cubicBezTo>
                  <a:pt x="6" y="97"/>
                  <a:pt x="6" y="97"/>
                  <a:pt x="6" y="97"/>
                </a:cubicBezTo>
                <a:cubicBezTo>
                  <a:pt x="4" y="97"/>
                  <a:pt x="3" y="97"/>
                  <a:pt x="1" y="95"/>
                </a:cubicBezTo>
                <a:cubicBezTo>
                  <a:pt x="0" y="94"/>
                  <a:pt x="0" y="93"/>
                  <a:pt x="0" y="91"/>
                </a:cubicBezTo>
                <a:cubicBezTo>
                  <a:pt x="0" y="79"/>
                  <a:pt x="0" y="79"/>
                  <a:pt x="0" y="79"/>
                </a:cubicBezTo>
                <a:cubicBezTo>
                  <a:pt x="0" y="77"/>
                  <a:pt x="0" y="76"/>
                  <a:pt x="1" y="75"/>
                </a:cubicBezTo>
                <a:cubicBezTo>
                  <a:pt x="3" y="74"/>
                  <a:pt x="4" y="73"/>
                  <a:pt x="6" y="73"/>
                </a:cubicBezTo>
                <a:cubicBezTo>
                  <a:pt x="127" y="73"/>
                  <a:pt x="127" y="73"/>
                  <a:pt x="127" y="73"/>
                </a:cubicBezTo>
                <a:cubicBezTo>
                  <a:pt x="128" y="73"/>
                  <a:pt x="130" y="74"/>
                  <a:pt x="131" y="75"/>
                </a:cubicBezTo>
                <a:cubicBezTo>
                  <a:pt x="132" y="76"/>
                  <a:pt x="133" y="77"/>
                  <a:pt x="133" y="79"/>
                </a:cubicBezTo>
                <a:close/>
                <a:moveTo>
                  <a:pt x="169" y="115"/>
                </a:moveTo>
                <a:cubicBezTo>
                  <a:pt x="169" y="127"/>
                  <a:pt x="169" y="127"/>
                  <a:pt x="169" y="127"/>
                </a:cubicBezTo>
                <a:cubicBezTo>
                  <a:pt x="169" y="129"/>
                  <a:pt x="168" y="130"/>
                  <a:pt x="167" y="132"/>
                </a:cubicBezTo>
                <a:cubicBezTo>
                  <a:pt x="166" y="133"/>
                  <a:pt x="165" y="133"/>
                  <a:pt x="163" y="133"/>
                </a:cubicBezTo>
                <a:cubicBezTo>
                  <a:pt x="6" y="133"/>
                  <a:pt x="6" y="133"/>
                  <a:pt x="6" y="133"/>
                </a:cubicBezTo>
                <a:cubicBezTo>
                  <a:pt x="4" y="133"/>
                  <a:pt x="3" y="133"/>
                  <a:pt x="1" y="132"/>
                </a:cubicBezTo>
                <a:cubicBezTo>
                  <a:pt x="0" y="130"/>
                  <a:pt x="0" y="129"/>
                  <a:pt x="0" y="127"/>
                </a:cubicBezTo>
                <a:cubicBezTo>
                  <a:pt x="0" y="115"/>
                  <a:pt x="0" y="115"/>
                  <a:pt x="0" y="115"/>
                </a:cubicBezTo>
                <a:cubicBezTo>
                  <a:pt x="0" y="114"/>
                  <a:pt x="0" y="112"/>
                  <a:pt x="1" y="111"/>
                </a:cubicBezTo>
                <a:cubicBezTo>
                  <a:pt x="3" y="110"/>
                  <a:pt x="4" y="109"/>
                  <a:pt x="6" y="109"/>
                </a:cubicBezTo>
                <a:cubicBezTo>
                  <a:pt x="163" y="109"/>
                  <a:pt x="163" y="109"/>
                  <a:pt x="163" y="109"/>
                </a:cubicBezTo>
                <a:cubicBezTo>
                  <a:pt x="165" y="109"/>
                  <a:pt x="166" y="110"/>
                  <a:pt x="167" y="111"/>
                </a:cubicBezTo>
                <a:cubicBezTo>
                  <a:pt x="168" y="112"/>
                  <a:pt x="169" y="114"/>
                  <a:pt x="169" y="11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55" name="Freeform 57"/>
          <p:cNvSpPr>
            <a:spLocks noEditPoints="1"/>
          </p:cNvSpPr>
          <p:nvPr/>
        </p:nvSpPr>
        <p:spPr bwMode="auto">
          <a:xfrm>
            <a:off x="4696691" y="1824385"/>
            <a:ext cx="244204" cy="190176"/>
          </a:xfrm>
          <a:custGeom>
            <a:avLst/>
            <a:gdLst>
              <a:gd name="T0" fmla="*/ 170 w 170"/>
              <a:gd name="T1" fmla="*/ 115 h 133"/>
              <a:gd name="T2" fmla="*/ 170 w 170"/>
              <a:gd name="T3" fmla="*/ 127 h 133"/>
              <a:gd name="T4" fmla="*/ 168 w 170"/>
              <a:gd name="T5" fmla="*/ 132 h 133"/>
              <a:gd name="T6" fmla="*/ 164 w 170"/>
              <a:gd name="T7" fmla="*/ 133 h 133"/>
              <a:gd name="T8" fmla="*/ 6 w 170"/>
              <a:gd name="T9" fmla="*/ 133 h 133"/>
              <a:gd name="T10" fmla="*/ 2 w 170"/>
              <a:gd name="T11" fmla="*/ 132 h 133"/>
              <a:gd name="T12" fmla="*/ 0 w 170"/>
              <a:gd name="T13" fmla="*/ 127 h 133"/>
              <a:gd name="T14" fmla="*/ 0 w 170"/>
              <a:gd name="T15" fmla="*/ 115 h 133"/>
              <a:gd name="T16" fmla="*/ 2 w 170"/>
              <a:gd name="T17" fmla="*/ 111 h 133"/>
              <a:gd name="T18" fmla="*/ 6 w 170"/>
              <a:gd name="T19" fmla="*/ 109 h 133"/>
              <a:gd name="T20" fmla="*/ 164 w 170"/>
              <a:gd name="T21" fmla="*/ 109 h 133"/>
              <a:gd name="T22" fmla="*/ 168 w 170"/>
              <a:gd name="T23" fmla="*/ 111 h 133"/>
              <a:gd name="T24" fmla="*/ 170 w 170"/>
              <a:gd name="T25" fmla="*/ 115 h 133"/>
              <a:gd name="T26" fmla="*/ 158 w 170"/>
              <a:gd name="T27" fmla="*/ 43 h 133"/>
              <a:gd name="T28" fmla="*/ 158 w 170"/>
              <a:gd name="T29" fmla="*/ 55 h 133"/>
              <a:gd name="T30" fmla="*/ 156 w 170"/>
              <a:gd name="T31" fmla="*/ 59 h 133"/>
              <a:gd name="T32" fmla="*/ 152 w 170"/>
              <a:gd name="T33" fmla="*/ 61 h 133"/>
              <a:gd name="T34" fmla="*/ 18 w 170"/>
              <a:gd name="T35" fmla="*/ 61 h 133"/>
              <a:gd name="T36" fmla="*/ 14 w 170"/>
              <a:gd name="T37" fmla="*/ 59 h 133"/>
              <a:gd name="T38" fmla="*/ 12 w 170"/>
              <a:gd name="T39" fmla="*/ 55 h 133"/>
              <a:gd name="T40" fmla="*/ 12 w 170"/>
              <a:gd name="T41" fmla="*/ 43 h 133"/>
              <a:gd name="T42" fmla="*/ 14 w 170"/>
              <a:gd name="T43" fmla="*/ 38 h 133"/>
              <a:gd name="T44" fmla="*/ 18 w 170"/>
              <a:gd name="T45" fmla="*/ 37 h 133"/>
              <a:gd name="T46" fmla="*/ 152 w 170"/>
              <a:gd name="T47" fmla="*/ 37 h 133"/>
              <a:gd name="T48" fmla="*/ 156 w 170"/>
              <a:gd name="T49" fmla="*/ 38 h 133"/>
              <a:gd name="T50" fmla="*/ 158 w 170"/>
              <a:gd name="T51" fmla="*/ 43 h 133"/>
              <a:gd name="T52" fmla="*/ 133 w 170"/>
              <a:gd name="T53" fmla="*/ 79 h 133"/>
              <a:gd name="T54" fmla="*/ 133 w 170"/>
              <a:gd name="T55" fmla="*/ 91 h 133"/>
              <a:gd name="T56" fmla="*/ 132 w 170"/>
              <a:gd name="T57" fmla="*/ 95 h 133"/>
              <a:gd name="T58" fmla="*/ 127 w 170"/>
              <a:gd name="T59" fmla="*/ 97 h 133"/>
              <a:gd name="T60" fmla="*/ 43 w 170"/>
              <a:gd name="T61" fmla="*/ 97 h 133"/>
              <a:gd name="T62" fmla="*/ 38 w 170"/>
              <a:gd name="T63" fmla="*/ 95 h 133"/>
              <a:gd name="T64" fmla="*/ 37 w 170"/>
              <a:gd name="T65" fmla="*/ 91 h 133"/>
              <a:gd name="T66" fmla="*/ 37 w 170"/>
              <a:gd name="T67" fmla="*/ 79 h 133"/>
              <a:gd name="T68" fmla="*/ 38 w 170"/>
              <a:gd name="T69" fmla="*/ 75 h 133"/>
              <a:gd name="T70" fmla="*/ 43 w 170"/>
              <a:gd name="T71" fmla="*/ 73 h 133"/>
              <a:gd name="T72" fmla="*/ 127 w 170"/>
              <a:gd name="T73" fmla="*/ 73 h 133"/>
              <a:gd name="T74" fmla="*/ 132 w 170"/>
              <a:gd name="T75" fmla="*/ 75 h 133"/>
              <a:gd name="T76" fmla="*/ 133 w 170"/>
              <a:gd name="T77" fmla="*/ 79 h 133"/>
              <a:gd name="T78" fmla="*/ 121 w 170"/>
              <a:gd name="T79" fmla="*/ 6 h 133"/>
              <a:gd name="T80" fmla="*/ 121 w 170"/>
              <a:gd name="T81" fmla="*/ 19 h 133"/>
              <a:gd name="T82" fmla="*/ 120 w 170"/>
              <a:gd name="T83" fmla="*/ 23 h 133"/>
              <a:gd name="T84" fmla="*/ 115 w 170"/>
              <a:gd name="T85" fmla="*/ 25 h 133"/>
              <a:gd name="T86" fmla="*/ 55 w 170"/>
              <a:gd name="T87" fmla="*/ 25 h 133"/>
              <a:gd name="T88" fmla="*/ 51 w 170"/>
              <a:gd name="T89" fmla="*/ 23 h 133"/>
              <a:gd name="T90" fmla="*/ 49 w 170"/>
              <a:gd name="T91" fmla="*/ 19 h 133"/>
              <a:gd name="T92" fmla="*/ 49 w 170"/>
              <a:gd name="T93" fmla="*/ 6 h 133"/>
              <a:gd name="T94" fmla="*/ 51 w 170"/>
              <a:gd name="T95" fmla="*/ 2 h 133"/>
              <a:gd name="T96" fmla="*/ 55 w 170"/>
              <a:gd name="T97" fmla="*/ 0 h 133"/>
              <a:gd name="T98" fmla="*/ 115 w 170"/>
              <a:gd name="T99" fmla="*/ 0 h 133"/>
              <a:gd name="T100" fmla="*/ 120 w 170"/>
              <a:gd name="T101" fmla="*/ 2 h 133"/>
              <a:gd name="T102" fmla="*/ 121 w 170"/>
              <a:gd name="T103" fmla="*/ 6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70" h="133">
                <a:moveTo>
                  <a:pt x="170" y="115"/>
                </a:moveTo>
                <a:cubicBezTo>
                  <a:pt x="170" y="127"/>
                  <a:pt x="170" y="127"/>
                  <a:pt x="170" y="127"/>
                </a:cubicBezTo>
                <a:cubicBezTo>
                  <a:pt x="170" y="129"/>
                  <a:pt x="169" y="130"/>
                  <a:pt x="168" y="132"/>
                </a:cubicBezTo>
                <a:cubicBezTo>
                  <a:pt x="167" y="133"/>
                  <a:pt x="165" y="133"/>
                  <a:pt x="164" y="133"/>
                </a:cubicBezTo>
                <a:cubicBezTo>
                  <a:pt x="6" y="133"/>
                  <a:pt x="6" y="133"/>
                  <a:pt x="6" y="133"/>
                </a:cubicBezTo>
                <a:cubicBezTo>
                  <a:pt x="5" y="133"/>
                  <a:pt x="3" y="133"/>
                  <a:pt x="2" y="132"/>
                </a:cubicBezTo>
                <a:cubicBezTo>
                  <a:pt x="1" y="130"/>
                  <a:pt x="0" y="129"/>
                  <a:pt x="0" y="127"/>
                </a:cubicBezTo>
                <a:cubicBezTo>
                  <a:pt x="0" y="115"/>
                  <a:pt x="0" y="115"/>
                  <a:pt x="0" y="115"/>
                </a:cubicBezTo>
                <a:cubicBezTo>
                  <a:pt x="0" y="114"/>
                  <a:pt x="1" y="112"/>
                  <a:pt x="2" y="111"/>
                </a:cubicBezTo>
                <a:cubicBezTo>
                  <a:pt x="3" y="110"/>
                  <a:pt x="5" y="109"/>
                  <a:pt x="6" y="109"/>
                </a:cubicBezTo>
                <a:cubicBezTo>
                  <a:pt x="164" y="109"/>
                  <a:pt x="164" y="109"/>
                  <a:pt x="164" y="109"/>
                </a:cubicBezTo>
                <a:cubicBezTo>
                  <a:pt x="165" y="109"/>
                  <a:pt x="167" y="110"/>
                  <a:pt x="168" y="111"/>
                </a:cubicBezTo>
                <a:cubicBezTo>
                  <a:pt x="169" y="112"/>
                  <a:pt x="170" y="114"/>
                  <a:pt x="170" y="115"/>
                </a:cubicBezTo>
                <a:close/>
                <a:moveTo>
                  <a:pt x="158" y="43"/>
                </a:moveTo>
                <a:cubicBezTo>
                  <a:pt x="158" y="55"/>
                  <a:pt x="158" y="55"/>
                  <a:pt x="158" y="55"/>
                </a:cubicBezTo>
                <a:cubicBezTo>
                  <a:pt x="158" y="56"/>
                  <a:pt x="157" y="58"/>
                  <a:pt x="156" y="59"/>
                </a:cubicBezTo>
                <a:cubicBezTo>
                  <a:pt x="155" y="60"/>
                  <a:pt x="153" y="61"/>
                  <a:pt x="152" y="61"/>
                </a:cubicBezTo>
                <a:cubicBezTo>
                  <a:pt x="18" y="61"/>
                  <a:pt x="18" y="61"/>
                  <a:pt x="18" y="61"/>
                </a:cubicBezTo>
                <a:cubicBezTo>
                  <a:pt x="17" y="61"/>
                  <a:pt x="15" y="60"/>
                  <a:pt x="14" y="59"/>
                </a:cubicBezTo>
                <a:cubicBezTo>
                  <a:pt x="13" y="58"/>
                  <a:pt x="12" y="56"/>
                  <a:pt x="12" y="55"/>
                </a:cubicBezTo>
                <a:cubicBezTo>
                  <a:pt x="12" y="43"/>
                  <a:pt x="12" y="43"/>
                  <a:pt x="12" y="43"/>
                </a:cubicBezTo>
                <a:cubicBezTo>
                  <a:pt x="12" y="41"/>
                  <a:pt x="13" y="40"/>
                  <a:pt x="14" y="38"/>
                </a:cubicBezTo>
                <a:cubicBezTo>
                  <a:pt x="15" y="37"/>
                  <a:pt x="17" y="37"/>
                  <a:pt x="18" y="37"/>
                </a:cubicBezTo>
                <a:cubicBezTo>
                  <a:pt x="152" y="37"/>
                  <a:pt x="152" y="37"/>
                  <a:pt x="152" y="37"/>
                </a:cubicBezTo>
                <a:cubicBezTo>
                  <a:pt x="153" y="37"/>
                  <a:pt x="155" y="37"/>
                  <a:pt x="156" y="38"/>
                </a:cubicBezTo>
                <a:cubicBezTo>
                  <a:pt x="157" y="40"/>
                  <a:pt x="158" y="41"/>
                  <a:pt x="158" y="43"/>
                </a:cubicBezTo>
                <a:close/>
                <a:moveTo>
                  <a:pt x="133" y="79"/>
                </a:moveTo>
                <a:cubicBezTo>
                  <a:pt x="133" y="91"/>
                  <a:pt x="133" y="91"/>
                  <a:pt x="133" y="91"/>
                </a:cubicBezTo>
                <a:cubicBezTo>
                  <a:pt x="133" y="93"/>
                  <a:pt x="133" y="94"/>
                  <a:pt x="132" y="95"/>
                </a:cubicBezTo>
                <a:cubicBezTo>
                  <a:pt x="130" y="97"/>
                  <a:pt x="129" y="97"/>
                  <a:pt x="127" y="97"/>
                </a:cubicBezTo>
                <a:cubicBezTo>
                  <a:pt x="43" y="97"/>
                  <a:pt x="43" y="97"/>
                  <a:pt x="43" y="97"/>
                </a:cubicBezTo>
                <a:cubicBezTo>
                  <a:pt x="41" y="97"/>
                  <a:pt x="40" y="97"/>
                  <a:pt x="38" y="95"/>
                </a:cubicBezTo>
                <a:cubicBezTo>
                  <a:pt x="37" y="94"/>
                  <a:pt x="37" y="93"/>
                  <a:pt x="37" y="91"/>
                </a:cubicBezTo>
                <a:cubicBezTo>
                  <a:pt x="37" y="79"/>
                  <a:pt x="37" y="79"/>
                  <a:pt x="37" y="79"/>
                </a:cubicBezTo>
                <a:cubicBezTo>
                  <a:pt x="37" y="77"/>
                  <a:pt x="37" y="76"/>
                  <a:pt x="38" y="75"/>
                </a:cubicBezTo>
                <a:cubicBezTo>
                  <a:pt x="40" y="74"/>
                  <a:pt x="41" y="73"/>
                  <a:pt x="43" y="73"/>
                </a:cubicBezTo>
                <a:cubicBezTo>
                  <a:pt x="127" y="73"/>
                  <a:pt x="127" y="73"/>
                  <a:pt x="127" y="73"/>
                </a:cubicBezTo>
                <a:cubicBezTo>
                  <a:pt x="129" y="73"/>
                  <a:pt x="130" y="74"/>
                  <a:pt x="132" y="75"/>
                </a:cubicBezTo>
                <a:cubicBezTo>
                  <a:pt x="133" y="76"/>
                  <a:pt x="133" y="77"/>
                  <a:pt x="133" y="79"/>
                </a:cubicBezTo>
                <a:close/>
                <a:moveTo>
                  <a:pt x="121" y="6"/>
                </a:moveTo>
                <a:cubicBezTo>
                  <a:pt x="121" y="19"/>
                  <a:pt x="121" y="19"/>
                  <a:pt x="121" y="19"/>
                </a:cubicBezTo>
                <a:cubicBezTo>
                  <a:pt x="121" y="20"/>
                  <a:pt x="121" y="22"/>
                  <a:pt x="120" y="23"/>
                </a:cubicBezTo>
                <a:cubicBezTo>
                  <a:pt x="118" y="24"/>
                  <a:pt x="117" y="25"/>
                  <a:pt x="115" y="25"/>
                </a:cubicBezTo>
                <a:cubicBezTo>
                  <a:pt x="55" y="25"/>
                  <a:pt x="55" y="25"/>
                  <a:pt x="55" y="25"/>
                </a:cubicBezTo>
                <a:cubicBezTo>
                  <a:pt x="53" y="25"/>
                  <a:pt x="52" y="24"/>
                  <a:pt x="51" y="23"/>
                </a:cubicBezTo>
                <a:cubicBezTo>
                  <a:pt x="49" y="22"/>
                  <a:pt x="49" y="20"/>
                  <a:pt x="49" y="19"/>
                </a:cubicBezTo>
                <a:cubicBezTo>
                  <a:pt x="49" y="6"/>
                  <a:pt x="49" y="6"/>
                  <a:pt x="49" y="6"/>
                </a:cubicBezTo>
                <a:cubicBezTo>
                  <a:pt x="49" y="5"/>
                  <a:pt x="49" y="3"/>
                  <a:pt x="51" y="2"/>
                </a:cubicBezTo>
                <a:cubicBezTo>
                  <a:pt x="52" y="1"/>
                  <a:pt x="53" y="0"/>
                  <a:pt x="55" y="0"/>
                </a:cubicBezTo>
                <a:cubicBezTo>
                  <a:pt x="115" y="0"/>
                  <a:pt x="115" y="0"/>
                  <a:pt x="115" y="0"/>
                </a:cubicBezTo>
                <a:cubicBezTo>
                  <a:pt x="117" y="0"/>
                  <a:pt x="118" y="1"/>
                  <a:pt x="120" y="2"/>
                </a:cubicBezTo>
                <a:cubicBezTo>
                  <a:pt x="121" y="3"/>
                  <a:pt x="121" y="5"/>
                  <a:pt x="121" y="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56" name="Freeform 58"/>
          <p:cNvSpPr>
            <a:spLocks noEditPoints="1"/>
          </p:cNvSpPr>
          <p:nvPr/>
        </p:nvSpPr>
        <p:spPr bwMode="auto">
          <a:xfrm>
            <a:off x="5003565" y="1824385"/>
            <a:ext cx="242043" cy="190176"/>
          </a:xfrm>
          <a:custGeom>
            <a:avLst/>
            <a:gdLst>
              <a:gd name="T0" fmla="*/ 170 w 170"/>
              <a:gd name="T1" fmla="*/ 115 h 133"/>
              <a:gd name="T2" fmla="*/ 170 w 170"/>
              <a:gd name="T3" fmla="*/ 127 h 133"/>
              <a:gd name="T4" fmla="*/ 168 w 170"/>
              <a:gd name="T5" fmla="*/ 132 h 133"/>
              <a:gd name="T6" fmla="*/ 163 w 170"/>
              <a:gd name="T7" fmla="*/ 133 h 133"/>
              <a:gd name="T8" fmla="*/ 6 w 170"/>
              <a:gd name="T9" fmla="*/ 133 h 133"/>
              <a:gd name="T10" fmla="*/ 2 w 170"/>
              <a:gd name="T11" fmla="*/ 132 h 133"/>
              <a:gd name="T12" fmla="*/ 0 w 170"/>
              <a:gd name="T13" fmla="*/ 127 h 133"/>
              <a:gd name="T14" fmla="*/ 0 w 170"/>
              <a:gd name="T15" fmla="*/ 115 h 133"/>
              <a:gd name="T16" fmla="*/ 2 w 170"/>
              <a:gd name="T17" fmla="*/ 111 h 133"/>
              <a:gd name="T18" fmla="*/ 6 w 170"/>
              <a:gd name="T19" fmla="*/ 109 h 133"/>
              <a:gd name="T20" fmla="*/ 163 w 170"/>
              <a:gd name="T21" fmla="*/ 109 h 133"/>
              <a:gd name="T22" fmla="*/ 168 w 170"/>
              <a:gd name="T23" fmla="*/ 111 h 133"/>
              <a:gd name="T24" fmla="*/ 170 w 170"/>
              <a:gd name="T25" fmla="*/ 115 h 133"/>
              <a:gd name="T26" fmla="*/ 170 w 170"/>
              <a:gd name="T27" fmla="*/ 43 h 133"/>
              <a:gd name="T28" fmla="*/ 170 w 170"/>
              <a:gd name="T29" fmla="*/ 55 h 133"/>
              <a:gd name="T30" fmla="*/ 168 w 170"/>
              <a:gd name="T31" fmla="*/ 59 h 133"/>
              <a:gd name="T32" fmla="*/ 163 w 170"/>
              <a:gd name="T33" fmla="*/ 61 h 133"/>
              <a:gd name="T34" fmla="*/ 18 w 170"/>
              <a:gd name="T35" fmla="*/ 61 h 133"/>
              <a:gd name="T36" fmla="*/ 14 w 170"/>
              <a:gd name="T37" fmla="*/ 59 h 133"/>
              <a:gd name="T38" fmla="*/ 12 w 170"/>
              <a:gd name="T39" fmla="*/ 55 h 133"/>
              <a:gd name="T40" fmla="*/ 12 w 170"/>
              <a:gd name="T41" fmla="*/ 43 h 133"/>
              <a:gd name="T42" fmla="*/ 14 w 170"/>
              <a:gd name="T43" fmla="*/ 38 h 133"/>
              <a:gd name="T44" fmla="*/ 18 w 170"/>
              <a:gd name="T45" fmla="*/ 37 h 133"/>
              <a:gd name="T46" fmla="*/ 163 w 170"/>
              <a:gd name="T47" fmla="*/ 37 h 133"/>
              <a:gd name="T48" fmla="*/ 168 w 170"/>
              <a:gd name="T49" fmla="*/ 38 h 133"/>
              <a:gd name="T50" fmla="*/ 170 w 170"/>
              <a:gd name="T51" fmla="*/ 43 h 133"/>
              <a:gd name="T52" fmla="*/ 170 w 170"/>
              <a:gd name="T53" fmla="*/ 79 h 133"/>
              <a:gd name="T54" fmla="*/ 170 w 170"/>
              <a:gd name="T55" fmla="*/ 91 h 133"/>
              <a:gd name="T56" fmla="*/ 168 w 170"/>
              <a:gd name="T57" fmla="*/ 95 h 133"/>
              <a:gd name="T58" fmla="*/ 163 w 170"/>
              <a:gd name="T59" fmla="*/ 97 h 133"/>
              <a:gd name="T60" fmla="*/ 42 w 170"/>
              <a:gd name="T61" fmla="*/ 97 h 133"/>
              <a:gd name="T62" fmla="*/ 38 w 170"/>
              <a:gd name="T63" fmla="*/ 95 h 133"/>
              <a:gd name="T64" fmla="*/ 36 w 170"/>
              <a:gd name="T65" fmla="*/ 91 h 133"/>
              <a:gd name="T66" fmla="*/ 36 w 170"/>
              <a:gd name="T67" fmla="*/ 79 h 133"/>
              <a:gd name="T68" fmla="*/ 38 w 170"/>
              <a:gd name="T69" fmla="*/ 75 h 133"/>
              <a:gd name="T70" fmla="*/ 42 w 170"/>
              <a:gd name="T71" fmla="*/ 73 h 133"/>
              <a:gd name="T72" fmla="*/ 163 w 170"/>
              <a:gd name="T73" fmla="*/ 73 h 133"/>
              <a:gd name="T74" fmla="*/ 168 w 170"/>
              <a:gd name="T75" fmla="*/ 75 h 133"/>
              <a:gd name="T76" fmla="*/ 170 w 170"/>
              <a:gd name="T77" fmla="*/ 79 h 133"/>
              <a:gd name="T78" fmla="*/ 170 w 170"/>
              <a:gd name="T79" fmla="*/ 6 h 133"/>
              <a:gd name="T80" fmla="*/ 170 w 170"/>
              <a:gd name="T81" fmla="*/ 19 h 133"/>
              <a:gd name="T82" fmla="*/ 168 w 170"/>
              <a:gd name="T83" fmla="*/ 23 h 133"/>
              <a:gd name="T84" fmla="*/ 163 w 170"/>
              <a:gd name="T85" fmla="*/ 25 h 133"/>
              <a:gd name="T86" fmla="*/ 55 w 170"/>
              <a:gd name="T87" fmla="*/ 25 h 133"/>
              <a:gd name="T88" fmla="*/ 50 w 170"/>
              <a:gd name="T89" fmla="*/ 23 h 133"/>
              <a:gd name="T90" fmla="*/ 49 w 170"/>
              <a:gd name="T91" fmla="*/ 19 h 133"/>
              <a:gd name="T92" fmla="*/ 49 w 170"/>
              <a:gd name="T93" fmla="*/ 6 h 133"/>
              <a:gd name="T94" fmla="*/ 50 w 170"/>
              <a:gd name="T95" fmla="*/ 2 h 133"/>
              <a:gd name="T96" fmla="*/ 55 w 170"/>
              <a:gd name="T97" fmla="*/ 0 h 133"/>
              <a:gd name="T98" fmla="*/ 163 w 170"/>
              <a:gd name="T99" fmla="*/ 0 h 133"/>
              <a:gd name="T100" fmla="*/ 168 w 170"/>
              <a:gd name="T101" fmla="*/ 2 h 133"/>
              <a:gd name="T102" fmla="*/ 170 w 170"/>
              <a:gd name="T103" fmla="*/ 6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70" h="133">
                <a:moveTo>
                  <a:pt x="170" y="115"/>
                </a:moveTo>
                <a:cubicBezTo>
                  <a:pt x="170" y="127"/>
                  <a:pt x="170" y="127"/>
                  <a:pt x="170" y="127"/>
                </a:cubicBezTo>
                <a:cubicBezTo>
                  <a:pt x="170" y="129"/>
                  <a:pt x="169" y="130"/>
                  <a:pt x="168" y="132"/>
                </a:cubicBezTo>
                <a:cubicBezTo>
                  <a:pt x="167" y="133"/>
                  <a:pt x="165" y="133"/>
                  <a:pt x="163" y="133"/>
                </a:cubicBezTo>
                <a:cubicBezTo>
                  <a:pt x="6" y="133"/>
                  <a:pt x="6" y="133"/>
                  <a:pt x="6" y="133"/>
                </a:cubicBezTo>
                <a:cubicBezTo>
                  <a:pt x="5" y="133"/>
                  <a:pt x="3" y="133"/>
                  <a:pt x="2" y="132"/>
                </a:cubicBezTo>
                <a:cubicBezTo>
                  <a:pt x="1" y="130"/>
                  <a:pt x="0" y="129"/>
                  <a:pt x="0" y="127"/>
                </a:cubicBezTo>
                <a:cubicBezTo>
                  <a:pt x="0" y="115"/>
                  <a:pt x="0" y="115"/>
                  <a:pt x="0" y="115"/>
                </a:cubicBezTo>
                <a:cubicBezTo>
                  <a:pt x="0" y="114"/>
                  <a:pt x="1" y="112"/>
                  <a:pt x="2" y="111"/>
                </a:cubicBezTo>
                <a:cubicBezTo>
                  <a:pt x="3" y="110"/>
                  <a:pt x="5" y="109"/>
                  <a:pt x="6" y="109"/>
                </a:cubicBezTo>
                <a:cubicBezTo>
                  <a:pt x="163" y="109"/>
                  <a:pt x="163" y="109"/>
                  <a:pt x="163" y="109"/>
                </a:cubicBezTo>
                <a:cubicBezTo>
                  <a:pt x="165" y="109"/>
                  <a:pt x="167" y="110"/>
                  <a:pt x="168" y="111"/>
                </a:cubicBezTo>
                <a:cubicBezTo>
                  <a:pt x="169" y="112"/>
                  <a:pt x="170" y="114"/>
                  <a:pt x="170" y="115"/>
                </a:cubicBezTo>
                <a:close/>
                <a:moveTo>
                  <a:pt x="170" y="43"/>
                </a:moveTo>
                <a:cubicBezTo>
                  <a:pt x="170" y="55"/>
                  <a:pt x="170" y="55"/>
                  <a:pt x="170" y="55"/>
                </a:cubicBezTo>
                <a:cubicBezTo>
                  <a:pt x="170" y="56"/>
                  <a:pt x="169" y="58"/>
                  <a:pt x="168" y="59"/>
                </a:cubicBezTo>
                <a:cubicBezTo>
                  <a:pt x="167" y="60"/>
                  <a:pt x="165" y="61"/>
                  <a:pt x="163" y="61"/>
                </a:cubicBezTo>
                <a:cubicBezTo>
                  <a:pt x="18" y="61"/>
                  <a:pt x="18" y="61"/>
                  <a:pt x="18" y="61"/>
                </a:cubicBezTo>
                <a:cubicBezTo>
                  <a:pt x="17" y="61"/>
                  <a:pt x="15" y="60"/>
                  <a:pt x="14" y="59"/>
                </a:cubicBezTo>
                <a:cubicBezTo>
                  <a:pt x="13" y="58"/>
                  <a:pt x="12" y="56"/>
                  <a:pt x="12" y="55"/>
                </a:cubicBezTo>
                <a:cubicBezTo>
                  <a:pt x="12" y="43"/>
                  <a:pt x="12" y="43"/>
                  <a:pt x="12" y="43"/>
                </a:cubicBezTo>
                <a:cubicBezTo>
                  <a:pt x="12" y="41"/>
                  <a:pt x="13" y="40"/>
                  <a:pt x="14" y="38"/>
                </a:cubicBezTo>
                <a:cubicBezTo>
                  <a:pt x="15" y="37"/>
                  <a:pt x="17" y="37"/>
                  <a:pt x="18" y="37"/>
                </a:cubicBezTo>
                <a:cubicBezTo>
                  <a:pt x="163" y="37"/>
                  <a:pt x="163" y="37"/>
                  <a:pt x="163" y="37"/>
                </a:cubicBezTo>
                <a:cubicBezTo>
                  <a:pt x="165" y="37"/>
                  <a:pt x="167" y="37"/>
                  <a:pt x="168" y="38"/>
                </a:cubicBezTo>
                <a:cubicBezTo>
                  <a:pt x="169" y="40"/>
                  <a:pt x="170" y="41"/>
                  <a:pt x="170" y="43"/>
                </a:cubicBezTo>
                <a:close/>
                <a:moveTo>
                  <a:pt x="170" y="79"/>
                </a:moveTo>
                <a:cubicBezTo>
                  <a:pt x="170" y="91"/>
                  <a:pt x="170" y="91"/>
                  <a:pt x="170" y="91"/>
                </a:cubicBezTo>
                <a:cubicBezTo>
                  <a:pt x="170" y="93"/>
                  <a:pt x="169" y="94"/>
                  <a:pt x="168" y="95"/>
                </a:cubicBezTo>
                <a:cubicBezTo>
                  <a:pt x="167" y="97"/>
                  <a:pt x="165" y="97"/>
                  <a:pt x="163" y="97"/>
                </a:cubicBezTo>
                <a:cubicBezTo>
                  <a:pt x="42" y="97"/>
                  <a:pt x="42" y="97"/>
                  <a:pt x="42" y="97"/>
                </a:cubicBezTo>
                <a:cubicBezTo>
                  <a:pt x="41" y="97"/>
                  <a:pt x="39" y="97"/>
                  <a:pt x="38" y="95"/>
                </a:cubicBezTo>
                <a:cubicBezTo>
                  <a:pt x="37" y="94"/>
                  <a:pt x="36" y="93"/>
                  <a:pt x="36" y="91"/>
                </a:cubicBezTo>
                <a:cubicBezTo>
                  <a:pt x="36" y="79"/>
                  <a:pt x="36" y="79"/>
                  <a:pt x="36" y="79"/>
                </a:cubicBezTo>
                <a:cubicBezTo>
                  <a:pt x="36" y="77"/>
                  <a:pt x="37" y="76"/>
                  <a:pt x="38" y="75"/>
                </a:cubicBezTo>
                <a:cubicBezTo>
                  <a:pt x="39" y="74"/>
                  <a:pt x="41" y="73"/>
                  <a:pt x="42" y="73"/>
                </a:cubicBezTo>
                <a:cubicBezTo>
                  <a:pt x="163" y="73"/>
                  <a:pt x="163" y="73"/>
                  <a:pt x="163" y="73"/>
                </a:cubicBezTo>
                <a:cubicBezTo>
                  <a:pt x="165" y="73"/>
                  <a:pt x="167" y="74"/>
                  <a:pt x="168" y="75"/>
                </a:cubicBezTo>
                <a:cubicBezTo>
                  <a:pt x="169" y="76"/>
                  <a:pt x="170" y="77"/>
                  <a:pt x="170" y="79"/>
                </a:cubicBezTo>
                <a:close/>
                <a:moveTo>
                  <a:pt x="170" y="6"/>
                </a:moveTo>
                <a:cubicBezTo>
                  <a:pt x="170" y="19"/>
                  <a:pt x="170" y="19"/>
                  <a:pt x="170" y="19"/>
                </a:cubicBezTo>
                <a:cubicBezTo>
                  <a:pt x="170" y="20"/>
                  <a:pt x="169" y="22"/>
                  <a:pt x="168" y="23"/>
                </a:cubicBezTo>
                <a:cubicBezTo>
                  <a:pt x="167" y="24"/>
                  <a:pt x="165" y="25"/>
                  <a:pt x="163" y="25"/>
                </a:cubicBezTo>
                <a:cubicBezTo>
                  <a:pt x="55" y="25"/>
                  <a:pt x="55" y="25"/>
                  <a:pt x="55" y="25"/>
                </a:cubicBezTo>
                <a:cubicBezTo>
                  <a:pt x="53" y="25"/>
                  <a:pt x="51" y="24"/>
                  <a:pt x="50" y="23"/>
                </a:cubicBezTo>
                <a:cubicBezTo>
                  <a:pt x="49" y="22"/>
                  <a:pt x="49" y="20"/>
                  <a:pt x="49" y="19"/>
                </a:cubicBezTo>
                <a:cubicBezTo>
                  <a:pt x="49" y="6"/>
                  <a:pt x="49" y="6"/>
                  <a:pt x="49" y="6"/>
                </a:cubicBezTo>
                <a:cubicBezTo>
                  <a:pt x="49" y="5"/>
                  <a:pt x="49" y="3"/>
                  <a:pt x="50" y="2"/>
                </a:cubicBezTo>
                <a:cubicBezTo>
                  <a:pt x="51" y="1"/>
                  <a:pt x="53" y="0"/>
                  <a:pt x="55" y="0"/>
                </a:cubicBezTo>
                <a:cubicBezTo>
                  <a:pt x="163" y="0"/>
                  <a:pt x="163" y="0"/>
                  <a:pt x="163" y="0"/>
                </a:cubicBezTo>
                <a:cubicBezTo>
                  <a:pt x="165" y="0"/>
                  <a:pt x="167" y="1"/>
                  <a:pt x="168" y="2"/>
                </a:cubicBezTo>
                <a:cubicBezTo>
                  <a:pt x="169" y="3"/>
                  <a:pt x="170" y="5"/>
                  <a:pt x="170" y="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57" name="Freeform 59"/>
          <p:cNvSpPr>
            <a:spLocks noEditPoints="1"/>
          </p:cNvSpPr>
          <p:nvPr/>
        </p:nvSpPr>
        <p:spPr bwMode="auto">
          <a:xfrm>
            <a:off x="5308281" y="1824385"/>
            <a:ext cx="242043" cy="190176"/>
          </a:xfrm>
          <a:custGeom>
            <a:avLst/>
            <a:gdLst>
              <a:gd name="T0" fmla="*/ 169 w 169"/>
              <a:gd name="T1" fmla="*/ 6 h 133"/>
              <a:gd name="T2" fmla="*/ 169 w 169"/>
              <a:gd name="T3" fmla="*/ 19 h 133"/>
              <a:gd name="T4" fmla="*/ 167 w 169"/>
              <a:gd name="T5" fmla="*/ 23 h 133"/>
              <a:gd name="T6" fmla="*/ 163 w 169"/>
              <a:gd name="T7" fmla="*/ 25 h 133"/>
              <a:gd name="T8" fmla="*/ 6 w 169"/>
              <a:gd name="T9" fmla="*/ 25 h 133"/>
              <a:gd name="T10" fmla="*/ 2 w 169"/>
              <a:gd name="T11" fmla="*/ 23 h 133"/>
              <a:gd name="T12" fmla="*/ 0 w 169"/>
              <a:gd name="T13" fmla="*/ 19 h 133"/>
              <a:gd name="T14" fmla="*/ 0 w 169"/>
              <a:gd name="T15" fmla="*/ 6 h 133"/>
              <a:gd name="T16" fmla="*/ 2 w 169"/>
              <a:gd name="T17" fmla="*/ 2 h 133"/>
              <a:gd name="T18" fmla="*/ 6 w 169"/>
              <a:gd name="T19" fmla="*/ 0 h 133"/>
              <a:gd name="T20" fmla="*/ 163 w 169"/>
              <a:gd name="T21" fmla="*/ 0 h 133"/>
              <a:gd name="T22" fmla="*/ 167 w 169"/>
              <a:gd name="T23" fmla="*/ 2 h 133"/>
              <a:gd name="T24" fmla="*/ 169 w 169"/>
              <a:gd name="T25" fmla="*/ 6 h 133"/>
              <a:gd name="T26" fmla="*/ 169 w 169"/>
              <a:gd name="T27" fmla="*/ 43 h 133"/>
              <a:gd name="T28" fmla="*/ 169 w 169"/>
              <a:gd name="T29" fmla="*/ 55 h 133"/>
              <a:gd name="T30" fmla="*/ 167 w 169"/>
              <a:gd name="T31" fmla="*/ 59 h 133"/>
              <a:gd name="T32" fmla="*/ 163 w 169"/>
              <a:gd name="T33" fmla="*/ 61 h 133"/>
              <a:gd name="T34" fmla="*/ 6 w 169"/>
              <a:gd name="T35" fmla="*/ 61 h 133"/>
              <a:gd name="T36" fmla="*/ 2 w 169"/>
              <a:gd name="T37" fmla="*/ 59 h 133"/>
              <a:gd name="T38" fmla="*/ 0 w 169"/>
              <a:gd name="T39" fmla="*/ 55 h 133"/>
              <a:gd name="T40" fmla="*/ 0 w 169"/>
              <a:gd name="T41" fmla="*/ 43 h 133"/>
              <a:gd name="T42" fmla="*/ 2 w 169"/>
              <a:gd name="T43" fmla="*/ 38 h 133"/>
              <a:gd name="T44" fmla="*/ 6 w 169"/>
              <a:gd name="T45" fmla="*/ 37 h 133"/>
              <a:gd name="T46" fmla="*/ 163 w 169"/>
              <a:gd name="T47" fmla="*/ 37 h 133"/>
              <a:gd name="T48" fmla="*/ 167 w 169"/>
              <a:gd name="T49" fmla="*/ 38 h 133"/>
              <a:gd name="T50" fmla="*/ 169 w 169"/>
              <a:gd name="T51" fmla="*/ 43 h 133"/>
              <a:gd name="T52" fmla="*/ 169 w 169"/>
              <a:gd name="T53" fmla="*/ 79 h 133"/>
              <a:gd name="T54" fmla="*/ 169 w 169"/>
              <a:gd name="T55" fmla="*/ 91 h 133"/>
              <a:gd name="T56" fmla="*/ 167 w 169"/>
              <a:gd name="T57" fmla="*/ 95 h 133"/>
              <a:gd name="T58" fmla="*/ 163 w 169"/>
              <a:gd name="T59" fmla="*/ 97 h 133"/>
              <a:gd name="T60" fmla="*/ 6 w 169"/>
              <a:gd name="T61" fmla="*/ 97 h 133"/>
              <a:gd name="T62" fmla="*/ 2 w 169"/>
              <a:gd name="T63" fmla="*/ 95 h 133"/>
              <a:gd name="T64" fmla="*/ 0 w 169"/>
              <a:gd name="T65" fmla="*/ 91 h 133"/>
              <a:gd name="T66" fmla="*/ 0 w 169"/>
              <a:gd name="T67" fmla="*/ 79 h 133"/>
              <a:gd name="T68" fmla="*/ 2 w 169"/>
              <a:gd name="T69" fmla="*/ 75 h 133"/>
              <a:gd name="T70" fmla="*/ 6 w 169"/>
              <a:gd name="T71" fmla="*/ 73 h 133"/>
              <a:gd name="T72" fmla="*/ 163 w 169"/>
              <a:gd name="T73" fmla="*/ 73 h 133"/>
              <a:gd name="T74" fmla="*/ 167 w 169"/>
              <a:gd name="T75" fmla="*/ 75 h 133"/>
              <a:gd name="T76" fmla="*/ 169 w 169"/>
              <a:gd name="T77" fmla="*/ 79 h 133"/>
              <a:gd name="T78" fmla="*/ 169 w 169"/>
              <a:gd name="T79" fmla="*/ 115 h 133"/>
              <a:gd name="T80" fmla="*/ 169 w 169"/>
              <a:gd name="T81" fmla="*/ 127 h 133"/>
              <a:gd name="T82" fmla="*/ 167 w 169"/>
              <a:gd name="T83" fmla="*/ 132 h 133"/>
              <a:gd name="T84" fmla="*/ 163 w 169"/>
              <a:gd name="T85" fmla="*/ 133 h 133"/>
              <a:gd name="T86" fmla="*/ 6 w 169"/>
              <a:gd name="T87" fmla="*/ 133 h 133"/>
              <a:gd name="T88" fmla="*/ 2 w 169"/>
              <a:gd name="T89" fmla="*/ 132 h 133"/>
              <a:gd name="T90" fmla="*/ 0 w 169"/>
              <a:gd name="T91" fmla="*/ 127 h 133"/>
              <a:gd name="T92" fmla="*/ 0 w 169"/>
              <a:gd name="T93" fmla="*/ 115 h 133"/>
              <a:gd name="T94" fmla="*/ 2 w 169"/>
              <a:gd name="T95" fmla="*/ 111 h 133"/>
              <a:gd name="T96" fmla="*/ 6 w 169"/>
              <a:gd name="T97" fmla="*/ 109 h 133"/>
              <a:gd name="T98" fmla="*/ 163 w 169"/>
              <a:gd name="T99" fmla="*/ 109 h 133"/>
              <a:gd name="T100" fmla="*/ 167 w 169"/>
              <a:gd name="T101" fmla="*/ 111 h 133"/>
              <a:gd name="T102" fmla="*/ 169 w 169"/>
              <a:gd name="T103" fmla="*/ 115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69" h="133">
                <a:moveTo>
                  <a:pt x="169" y="6"/>
                </a:moveTo>
                <a:cubicBezTo>
                  <a:pt x="169" y="19"/>
                  <a:pt x="169" y="19"/>
                  <a:pt x="169" y="19"/>
                </a:cubicBezTo>
                <a:cubicBezTo>
                  <a:pt x="169" y="20"/>
                  <a:pt x="169" y="22"/>
                  <a:pt x="167" y="23"/>
                </a:cubicBezTo>
                <a:cubicBezTo>
                  <a:pt x="166" y="24"/>
                  <a:pt x="165" y="25"/>
                  <a:pt x="163" y="25"/>
                </a:cubicBezTo>
                <a:cubicBezTo>
                  <a:pt x="6" y="25"/>
                  <a:pt x="6" y="25"/>
                  <a:pt x="6" y="25"/>
                </a:cubicBezTo>
                <a:cubicBezTo>
                  <a:pt x="4" y="25"/>
                  <a:pt x="3" y="24"/>
                  <a:pt x="2" y="23"/>
                </a:cubicBezTo>
                <a:cubicBezTo>
                  <a:pt x="0" y="22"/>
                  <a:pt x="0" y="20"/>
                  <a:pt x="0" y="19"/>
                </a:cubicBezTo>
                <a:cubicBezTo>
                  <a:pt x="0" y="6"/>
                  <a:pt x="0" y="6"/>
                  <a:pt x="0" y="6"/>
                </a:cubicBezTo>
                <a:cubicBezTo>
                  <a:pt x="0" y="5"/>
                  <a:pt x="0" y="3"/>
                  <a:pt x="2" y="2"/>
                </a:cubicBezTo>
                <a:cubicBezTo>
                  <a:pt x="3" y="1"/>
                  <a:pt x="4" y="0"/>
                  <a:pt x="6" y="0"/>
                </a:cubicBezTo>
                <a:cubicBezTo>
                  <a:pt x="163" y="0"/>
                  <a:pt x="163" y="0"/>
                  <a:pt x="163" y="0"/>
                </a:cubicBezTo>
                <a:cubicBezTo>
                  <a:pt x="165" y="0"/>
                  <a:pt x="166" y="1"/>
                  <a:pt x="167" y="2"/>
                </a:cubicBezTo>
                <a:cubicBezTo>
                  <a:pt x="169" y="3"/>
                  <a:pt x="169" y="5"/>
                  <a:pt x="169" y="6"/>
                </a:cubicBezTo>
                <a:close/>
                <a:moveTo>
                  <a:pt x="169" y="43"/>
                </a:moveTo>
                <a:cubicBezTo>
                  <a:pt x="169" y="55"/>
                  <a:pt x="169" y="55"/>
                  <a:pt x="169" y="55"/>
                </a:cubicBezTo>
                <a:cubicBezTo>
                  <a:pt x="169" y="56"/>
                  <a:pt x="169" y="58"/>
                  <a:pt x="167" y="59"/>
                </a:cubicBezTo>
                <a:cubicBezTo>
                  <a:pt x="166" y="60"/>
                  <a:pt x="165" y="61"/>
                  <a:pt x="163" y="61"/>
                </a:cubicBezTo>
                <a:cubicBezTo>
                  <a:pt x="6" y="61"/>
                  <a:pt x="6" y="61"/>
                  <a:pt x="6" y="61"/>
                </a:cubicBezTo>
                <a:cubicBezTo>
                  <a:pt x="4" y="61"/>
                  <a:pt x="3" y="60"/>
                  <a:pt x="2" y="59"/>
                </a:cubicBezTo>
                <a:cubicBezTo>
                  <a:pt x="0" y="58"/>
                  <a:pt x="0" y="56"/>
                  <a:pt x="0" y="55"/>
                </a:cubicBezTo>
                <a:cubicBezTo>
                  <a:pt x="0" y="43"/>
                  <a:pt x="0" y="43"/>
                  <a:pt x="0" y="43"/>
                </a:cubicBezTo>
                <a:cubicBezTo>
                  <a:pt x="0" y="41"/>
                  <a:pt x="0" y="40"/>
                  <a:pt x="2" y="38"/>
                </a:cubicBezTo>
                <a:cubicBezTo>
                  <a:pt x="3" y="37"/>
                  <a:pt x="4" y="37"/>
                  <a:pt x="6" y="37"/>
                </a:cubicBezTo>
                <a:cubicBezTo>
                  <a:pt x="163" y="37"/>
                  <a:pt x="163" y="37"/>
                  <a:pt x="163" y="37"/>
                </a:cubicBezTo>
                <a:cubicBezTo>
                  <a:pt x="165" y="37"/>
                  <a:pt x="166" y="37"/>
                  <a:pt x="167" y="38"/>
                </a:cubicBezTo>
                <a:cubicBezTo>
                  <a:pt x="169" y="40"/>
                  <a:pt x="169" y="41"/>
                  <a:pt x="169" y="43"/>
                </a:cubicBezTo>
                <a:close/>
                <a:moveTo>
                  <a:pt x="169" y="79"/>
                </a:moveTo>
                <a:cubicBezTo>
                  <a:pt x="169" y="91"/>
                  <a:pt x="169" y="91"/>
                  <a:pt x="169" y="91"/>
                </a:cubicBezTo>
                <a:cubicBezTo>
                  <a:pt x="169" y="93"/>
                  <a:pt x="169" y="94"/>
                  <a:pt x="167" y="95"/>
                </a:cubicBezTo>
                <a:cubicBezTo>
                  <a:pt x="166" y="97"/>
                  <a:pt x="165" y="97"/>
                  <a:pt x="163" y="97"/>
                </a:cubicBezTo>
                <a:cubicBezTo>
                  <a:pt x="6" y="97"/>
                  <a:pt x="6" y="97"/>
                  <a:pt x="6" y="97"/>
                </a:cubicBezTo>
                <a:cubicBezTo>
                  <a:pt x="4" y="97"/>
                  <a:pt x="3" y="97"/>
                  <a:pt x="2" y="95"/>
                </a:cubicBezTo>
                <a:cubicBezTo>
                  <a:pt x="0" y="94"/>
                  <a:pt x="0" y="93"/>
                  <a:pt x="0" y="91"/>
                </a:cubicBezTo>
                <a:cubicBezTo>
                  <a:pt x="0" y="79"/>
                  <a:pt x="0" y="79"/>
                  <a:pt x="0" y="79"/>
                </a:cubicBezTo>
                <a:cubicBezTo>
                  <a:pt x="0" y="77"/>
                  <a:pt x="0" y="76"/>
                  <a:pt x="2" y="75"/>
                </a:cubicBezTo>
                <a:cubicBezTo>
                  <a:pt x="3" y="74"/>
                  <a:pt x="4" y="73"/>
                  <a:pt x="6" y="73"/>
                </a:cubicBezTo>
                <a:cubicBezTo>
                  <a:pt x="163" y="73"/>
                  <a:pt x="163" y="73"/>
                  <a:pt x="163" y="73"/>
                </a:cubicBezTo>
                <a:cubicBezTo>
                  <a:pt x="165" y="73"/>
                  <a:pt x="166" y="74"/>
                  <a:pt x="167" y="75"/>
                </a:cubicBezTo>
                <a:cubicBezTo>
                  <a:pt x="169" y="76"/>
                  <a:pt x="169" y="77"/>
                  <a:pt x="169" y="79"/>
                </a:cubicBezTo>
                <a:close/>
                <a:moveTo>
                  <a:pt x="169" y="115"/>
                </a:moveTo>
                <a:cubicBezTo>
                  <a:pt x="169" y="127"/>
                  <a:pt x="169" y="127"/>
                  <a:pt x="169" y="127"/>
                </a:cubicBezTo>
                <a:cubicBezTo>
                  <a:pt x="169" y="129"/>
                  <a:pt x="169" y="130"/>
                  <a:pt x="167" y="132"/>
                </a:cubicBezTo>
                <a:cubicBezTo>
                  <a:pt x="166" y="133"/>
                  <a:pt x="165" y="133"/>
                  <a:pt x="163" y="133"/>
                </a:cubicBezTo>
                <a:cubicBezTo>
                  <a:pt x="6" y="133"/>
                  <a:pt x="6" y="133"/>
                  <a:pt x="6" y="133"/>
                </a:cubicBezTo>
                <a:cubicBezTo>
                  <a:pt x="4" y="133"/>
                  <a:pt x="3" y="133"/>
                  <a:pt x="2" y="132"/>
                </a:cubicBezTo>
                <a:cubicBezTo>
                  <a:pt x="0" y="130"/>
                  <a:pt x="0" y="129"/>
                  <a:pt x="0" y="127"/>
                </a:cubicBezTo>
                <a:cubicBezTo>
                  <a:pt x="0" y="115"/>
                  <a:pt x="0" y="115"/>
                  <a:pt x="0" y="115"/>
                </a:cubicBezTo>
                <a:cubicBezTo>
                  <a:pt x="0" y="114"/>
                  <a:pt x="0" y="112"/>
                  <a:pt x="2" y="111"/>
                </a:cubicBezTo>
                <a:cubicBezTo>
                  <a:pt x="3" y="110"/>
                  <a:pt x="4" y="109"/>
                  <a:pt x="6" y="109"/>
                </a:cubicBezTo>
                <a:cubicBezTo>
                  <a:pt x="163" y="109"/>
                  <a:pt x="163" y="109"/>
                  <a:pt x="163" y="109"/>
                </a:cubicBezTo>
                <a:cubicBezTo>
                  <a:pt x="165" y="109"/>
                  <a:pt x="166" y="110"/>
                  <a:pt x="167" y="111"/>
                </a:cubicBezTo>
                <a:cubicBezTo>
                  <a:pt x="169" y="112"/>
                  <a:pt x="169" y="114"/>
                  <a:pt x="169" y="11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58" name="Freeform 60"/>
          <p:cNvSpPr>
            <a:spLocks noEditPoints="1"/>
          </p:cNvSpPr>
          <p:nvPr/>
        </p:nvSpPr>
        <p:spPr bwMode="auto">
          <a:xfrm>
            <a:off x="5612996" y="1824385"/>
            <a:ext cx="242043" cy="190176"/>
          </a:xfrm>
          <a:custGeom>
            <a:avLst/>
            <a:gdLst>
              <a:gd name="T0" fmla="*/ 24 w 169"/>
              <a:gd name="T1" fmla="*/ 22 h 133"/>
              <a:gd name="T2" fmla="*/ 21 w 169"/>
              <a:gd name="T3" fmla="*/ 25 h 133"/>
              <a:gd name="T4" fmla="*/ 1 w 169"/>
              <a:gd name="T5" fmla="*/ 24 h 133"/>
              <a:gd name="T6" fmla="*/ 0 w 169"/>
              <a:gd name="T7" fmla="*/ 3 h 133"/>
              <a:gd name="T8" fmla="*/ 3 w 169"/>
              <a:gd name="T9" fmla="*/ 0 h 133"/>
              <a:gd name="T10" fmla="*/ 23 w 169"/>
              <a:gd name="T11" fmla="*/ 1 h 133"/>
              <a:gd name="T12" fmla="*/ 24 w 169"/>
              <a:gd name="T13" fmla="*/ 40 h 133"/>
              <a:gd name="T14" fmla="*/ 23 w 169"/>
              <a:gd name="T15" fmla="*/ 60 h 133"/>
              <a:gd name="T16" fmla="*/ 3 w 169"/>
              <a:gd name="T17" fmla="*/ 61 h 133"/>
              <a:gd name="T18" fmla="*/ 0 w 169"/>
              <a:gd name="T19" fmla="*/ 58 h 133"/>
              <a:gd name="T20" fmla="*/ 1 w 169"/>
              <a:gd name="T21" fmla="*/ 38 h 133"/>
              <a:gd name="T22" fmla="*/ 21 w 169"/>
              <a:gd name="T23" fmla="*/ 37 h 133"/>
              <a:gd name="T24" fmla="*/ 24 w 169"/>
              <a:gd name="T25" fmla="*/ 40 h 133"/>
              <a:gd name="T26" fmla="*/ 24 w 169"/>
              <a:gd name="T27" fmla="*/ 94 h 133"/>
              <a:gd name="T28" fmla="*/ 21 w 169"/>
              <a:gd name="T29" fmla="*/ 97 h 133"/>
              <a:gd name="T30" fmla="*/ 1 w 169"/>
              <a:gd name="T31" fmla="*/ 96 h 133"/>
              <a:gd name="T32" fmla="*/ 0 w 169"/>
              <a:gd name="T33" fmla="*/ 76 h 133"/>
              <a:gd name="T34" fmla="*/ 3 w 169"/>
              <a:gd name="T35" fmla="*/ 73 h 133"/>
              <a:gd name="T36" fmla="*/ 23 w 169"/>
              <a:gd name="T37" fmla="*/ 74 h 133"/>
              <a:gd name="T38" fmla="*/ 24 w 169"/>
              <a:gd name="T39" fmla="*/ 112 h 133"/>
              <a:gd name="T40" fmla="*/ 23 w 169"/>
              <a:gd name="T41" fmla="*/ 133 h 133"/>
              <a:gd name="T42" fmla="*/ 3 w 169"/>
              <a:gd name="T43" fmla="*/ 133 h 133"/>
              <a:gd name="T44" fmla="*/ 0 w 169"/>
              <a:gd name="T45" fmla="*/ 130 h 133"/>
              <a:gd name="T46" fmla="*/ 1 w 169"/>
              <a:gd name="T47" fmla="*/ 110 h 133"/>
              <a:gd name="T48" fmla="*/ 21 w 169"/>
              <a:gd name="T49" fmla="*/ 109 h 133"/>
              <a:gd name="T50" fmla="*/ 24 w 169"/>
              <a:gd name="T51" fmla="*/ 112 h 133"/>
              <a:gd name="T52" fmla="*/ 169 w 169"/>
              <a:gd name="T53" fmla="*/ 22 h 133"/>
              <a:gd name="T54" fmla="*/ 166 w 169"/>
              <a:gd name="T55" fmla="*/ 25 h 133"/>
              <a:gd name="T56" fmla="*/ 37 w 169"/>
              <a:gd name="T57" fmla="*/ 24 h 133"/>
              <a:gd name="T58" fmla="*/ 36 w 169"/>
              <a:gd name="T59" fmla="*/ 3 h 133"/>
              <a:gd name="T60" fmla="*/ 39 w 169"/>
              <a:gd name="T61" fmla="*/ 0 h 133"/>
              <a:gd name="T62" fmla="*/ 168 w 169"/>
              <a:gd name="T63" fmla="*/ 1 h 133"/>
              <a:gd name="T64" fmla="*/ 169 w 169"/>
              <a:gd name="T65" fmla="*/ 40 h 133"/>
              <a:gd name="T66" fmla="*/ 168 w 169"/>
              <a:gd name="T67" fmla="*/ 60 h 133"/>
              <a:gd name="T68" fmla="*/ 39 w 169"/>
              <a:gd name="T69" fmla="*/ 61 h 133"/>
              <a:gd name="T70" fmla="*/ 36 w 169"/>
              <a:gd name="T71" fmla="*/ 58 h 133"/>
              <a:gd name="T72" fmla="*/ 37 w 169"/>
              <a:gd name="T73" fmla="*/ 38 h 133"/>
              <a:gd name="T74" fmla="*/ 166 w 169"/>
              <a:gd name="T75" fmla="*/ 37 h 133"/>
              <a:gd name="T76" fmla="*/ 169 w 169"/>
              <a:gd name="T77" fmla="*/ 40 h 133"/>
              <a:gd name="T78" fmla="*/ 169 w 169"/>
              <a:gd name="T79" fmla="*/ 94 h 133"/>
              <a:gd name="T80" fmla="*/ 166 w 169"/>
              <a:gd name="T81" fmla="*/ 97 h 133"/>
              <a:gd name="T82" fmla="*/ 37 w 169"/>
              <a:gd name="T83" fmla="*/ 96 h 133"/>
              <a:gd name="T84" fmla="*/ 36 w 169"/>
              <a:gd name="T85" fmla="*/ 76 h 133"/>
              <a:gd name="T86" fmla="*/ 39 w 169"/>
              <a:gd name="T87" fmla="*/ 73 h 133"/>
              <a:gd name="T88" fmla="*/ 168 w 169"/>
              <a:gd name="T89" fmla="*/ 74 h 133"/>
              <a:gd name="T90" fmla="*/ 169 w 169"/>
              <a:gd name="T91" fmla="*/ 112 h 133"/>
              <a:gd name="T92" fmla="*/ 168 w 169"/>
              <a:gd name="T93" fmla="*/ 133 h 133"/>
              <a:gd name="T94" fmla="*/ 39 w 169"/>
              <a:gd name="T95" fmla="*/ 133 h 133"/>
              <a:gd name="T96" fmla="*/ 36 w 169"/>
              <a:gd name="T97" fmla="*/ 130 h 133"/>
              <a:gd name="T98" fmla="*/ 37 w 169"/>
              <a:gd name="T99" fmla="*/ 110 h 133"/>
              <a:gd name="T100" fmla="*/ 166 w 169"/>
              <a:gd name="T101" fmla="*/ 109 h 133"/>
              <a:gd name="T102" fmla="*/ 169 w 169"/>
              <a:gd name="T103" fmla="*/ 112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69" h="133">
                <a:moveTo>
                  <a:pt x="24" y="3"/>
                </a:moveTo>
                <a:cubicBezTo>
                  <a:pt x="24" y="22"/>
                  <a:pt x="24" y="22"/>
                  <a:pt x="24" y="22"/>
                </a:cubicBezTo>
                <a:cubicBezTo>
                  <a:pt x="24" y="22"/>
                  <a:pt x="24" y="23"/>
                  <a:pt x="23" y="24"/>
                </a:cubicBezTo>
                <a:cubicBezTo>
                  <a:pt x="22" y="24"/>
                  <a:pt x="22" y="25"/>
                  <a:pt x="21" y="25"/>
                </a:cubicBezTo>
                <a:cubicBezTo>
                  <a:pt x="3" y="25"/>
                  <a:pt x="3" y="25"/>
                  <a:pt x="3" y="25"/>
                </a:cubicBezTo>
                <a:cubicBezTo>
                  <a:pt x="2" y="25"/>
                  <a:pt x="1" y="24"/>
                  <a:pt x="1" y="24"/>
                </a:cubicBezTo>
                <a:cubicBezTo>
                  <a:pt x="0" y="23"/>
                  <a:pt x="0" y="22"/>
                  <a:pt x="0" y="22"/>
                </a:cubicBezTo>
                <a:cubicBezTo>
                  <a:pt x="0" y="3"/>
                  <a:pt x="0" y="3"/>
                  <a:pt x="0" y="3"/>
                </a:cubicBezTo>
                <a:cubicBezTo>
                  <a:pt x="0" y="3"/>
                  <a:pt x="0" y="2"/>
                  <a:pt x="1" y="1"/>
                </a:cubicBezTo>
                <a:cubicBezTo>
                  <a:pt x="1" y="1"/>
                  <a:pt x="2" y="0"/>
                  <a:pt x="3" y="0"/>
                </a:cubicBezTo>
                <a:cubicBezTo>
                  <a:pt x="21" y="0"/>
                  <a:pt x="21" y="0"/>
                  <a:pt x="21" y="0"/>
                </a:cubicBezTo>
                <a:cubicBezTo>
                  <a:pt x="22" y="0"/>
                  <a:pt x="22" y="1"/>
                  <a:pt x="23" y="1"/>
                </a:cubicBezTo>
                <a:cubicBezTo>
                  <a:pt x="24" y="2"/>
                  <a:pt x="24" y="3"/>
                  <a:pt x="24" y="3"/>
                </a:cubicBezTo>
                <a:close/>
                <a:moveTo>
                  <a:pt x="24" y="40"/>
                </a:moveTo>
                <a:cubicBezTo>
                  <a:pt x="24" y="58"/>
                  <a:pt x="24" y="58"/>
                  <a:pt x="24" y="58"/>
                </a:cubicBezTo>
                <a:cubicBezTo>
                  <a:pt x="24" y="59"/>
                  <a:pt x="24" y="59"/>
                  <a:pt x="23" y="60"/>
                </a:cubicBezTo>
                <a:cubicBezTo>
                  <a:pt x="22" y="61"/>
                  <a:pt x="22" y="61"/>
                  <a:pt x="21" y="61"/>
                </a:cubicBezTo>
                <a:cubicBezTo>
                  <a:pt x="3" y="61"/>
                  <a:pt x="3" y="61"/>
                  <a:pt x="3" y="61"/>
                </a:cubicBezTo>
                <a:cubicBezTo>
                  <a:pt x="2" y="61"/>
                  <a:pt x="1" y="61"/>
                  <a:pt x="1" y="60"/>
                </a:cubicBezTo>
                <a:cubicBezTo>
                  <a:pt x="0" y="59"/>
                  <a:pt x="0" y="59"/>
                  <a:pt x="0" y="58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39"/>
                  <a:pt x="0" y="38"/>
                  <a:pt x="1" y="38"/>
                </a:cubicBezTo>
                <a:cubicBezTo>
                  <a:pt x="1" y="37"/>
                  <a:pt x="2" y="37"/>
                  <a:pt x="3" y="37"/>
                </a:cubicBezTo>
                <a:cubicBezTo>
                  <a:pt x="21" y="37"/>
                  <a:pt x="21" y="37"/>
                  <a:pt x="21" y="37"/>
                </a:cubicBezTo>
                <a:cubicBezTo>
                  <a:pt x="22" y="37"/>
                  <a:pt x="22" y="37"/>
                  <a:pt x="23" y="38"/>
                </a:cubicBezTo>
                <a:cubicBezTo>
                  <a:pt x="24" y="38"/>
                  <a:pt x="24" y="39"/>
                  <a:pt x="24" y="40"/>
                </a:cubicBezTo>
                <a:close/>
                <a:moveTo>
                  <a:pt x="24" y="76"/>
                </a:moveTo>
                <a:cubicBezTo>
                  <a:pt x="24" y="94"/>
                  <a:pt x="24" y="94"/>
                  <a:pt x="24" y="94"/>
                </a:cubicBezTo>
                <a:cubicBezTo>
                  <a:pt x="24" y="95"/>
                  <a:pt x="24" y="96"/>
                  <a:pt x="23" y="96"/>
                </a:cubicBezTo>
                <a:cubicBezTo>
                  <a:pt x="22" y="97"/>
                  <a:pt x="22" y="97"/>
                  <a:pt x="21" y="97"/>
                </a:cubicBezTo>
                <a:cubicBezTo>
                  <a:pt x="3" y="97"/>
                  <a:pt x="3" y="97"/>
                  <a:pt x="3" y="97"/>
                </a:cubicBezTo>
                <a:cubicBezTo>
                  <a:pt x="2" y="97"/>
                  <a:pt x="1" y="97"/>
                  <a:pt x="1" y="96"/>
                </a:cubicBezTo>
                <a:cubicBezTo>
                  <a:pt x="0" y="96"/>
                  <a:pt x="0" y="95"/>
                  <a:pt x="0" y="94"/>
                </a:cubicBezTo>
                <a:cubicBezTo>
                  <a:pt x="0" y="76"/>
                  <a:pt x="0" y="76"/>
                  <a:pt x="0" y="76"/>
                </a:cubicBezTo>
                <a:cubicBezTo>
                  <a:pt x="0" y="75"/>
                  <a:pt x="0" y="74"/>
                  <a:pt x="1" y="74"/>
                </a:cubicBezTo>
                <a:cubicBezTo>
                  <a:pt x="1" y="73"/>
                  <a:pt x="2" y="73"/>
                  <a:pt x="3" y="73"/>
                </a:cubicBezTo>
                <a:cubicBezTo>
                  <a:pt x="21" y="73"/>
                  <a:pt x="21" y="73"/>
                  <a:pt x="21" y="73"/>
                </a:cubicBezTo>
                <a:cubicBezTo>
                  <a:pt x="22" y="73"/>
                  <a:pt x="22" y="73"/>
                  <a:pt x="23" y="74"/>
                </a:cubicBezTo>
                <a:cubicBezTo>
                  <a:pt x="24" y="74"/>
                  <a:pt x="24" y="75"/>
                  <a:pt x="24" y="76"/>
                </a:cubicBezTo>
                <a:close/>
                <a:moveTo>
                  <a:pt x="24" y="112"/>
                </a:moveTo>
                <a:cubicBezTo>
                  <a:pt x="24" y="130"/>
                  <a:pt x="24" y="130"/>
                  <a:pt x="24" y="130"/>
                </a:cubicBezTo>
                <a:cubicBezTo>
                  <a:pt x="24" y="131"/>
                  <a:pt x="24" y="132"/>
                  <a:pt x="23" y="133"/>
                </a:cubicBezTo>
                <a:cubicBezTo>
                  <a:pt x="22" y="133"/>
                  <a:pt x="22" y="133"/>
                  <a:pt x="21" y="133"/>
                </a:cubicBezTo>
                <a:cubicBezTo>
                  <a:pt x="3" y="133"/>
                  <a:pt x="3" y="133"/>
                  <a:pt x="3" y="133"/>
                </a:cubicBezTo>
                <a:cubicBezTo>
                  <a:pt x="2" y="133"/>
                  <a:pt x="1" y="133"/>
                  <a:pt x="1" y="133"/>
                </a:cubicBezTo>
                <a:cubicBezTo>
                  <a:pt x="0" y="132"/>
                  <a:pt x="0" y="131"/>
                  <a:pt x="0" y="130"/>
                </a:cubicBezTo>
                <a:cubicBezTo>
                  <a:pt x="0" y="112"/>
                  <a:pt x="0" y="112"/>
                  <a:pt x="0" y="112"/>
                </a:cubicBezTo>
                <a:cubicBezTo>
                  <a:pt x="0" y="111"/>
                  <a:pt x="0" y="111"/>
                  <a:pt x="1" y="110"/>
                </a:cubicBezTo>
                <a:cubicBezTo>
                  <a:pt x="1" y="110"/>
                  <a:pt x="2" y="109"/>
                  <a:pt x="3" y="109"/>
                </a:cubicBezTo>
                <a:cubicBezTo>
                  <a:pt x="21" y="109"/>
                  <a:pt x="21" y="109"/>
                  <a:pt x="21" y="109"/>
                </a:cubicBezTo>
                <a:cubicBezTo>
                  <a:pt x="22" y="109"/>
                  <a:pt x="22" y="110"/>
                  <a:pt x="23" y="110"/>
                </a:cubicBezTo>
                <a:cubicBezTo>
                  <a:pt x="24" y="111"/>
                  <a:pt x="24" y="111"/>
                  <a:pt x="24" y="112"/>
                </a:cubicBezTo>
                <a:close/>
                <a:moveTo>
                  <a:pt x="169" y="3"/>
                </a:moveTo>
                <a:cubicBezTo>
                  <a:pt x="169" y="22"/>
                  <a:pt x="169" y="22"/>
                  <a:pt x="169" y="22"/>
                </a:cubicBezTo>
                <a:cubicBezTo>
                  <a:pt x="169" y="22"/>
                  <a:pt x="169" y="23"/>
                  <a:pt x="168" y="24"/>
                </a:cubicBezTo>
                <a:cubicBezTo>
                  <a:pt x="168" y="24"/>
                  <a:pt x="167" y="25"/>
                  <a:pt x="166" y="25"/>
                </a:cubicBezTo>
                <a:cubicBezTo>
                  <a:pt x="39" y="25"/>
                  <a:pt x="39" y="25"/>
                  <a:pt x="39" y="25"/>
                </a:cubicBezTo>
                <a:cubicBezTo>
                  <a:pt x="38" y="25"/>
                  <a:pt x="37" y="24"/>
                  <a:pt x="37" y="24"/>
                </a:cubicBezTo>
                <a:cubicBezTo>
                  <a:pt x="36" y="23"/>
                  <a:pt x="36" y="22"/>
                  <a:pt x="36" y="22"/>
                </a:cubicBezTo>
                <a:cubicBezTo>
                  <a:pt x="36" y="3"/>
                  <a:pt x="36" y="3"/>
                  <a:pt x="36" y="3"/>
                </a:cubicBezTo>
                <a:cubicBezTo>
                  <a:pt x="36" y="3"/>
                  <a:pt x="36" y="2"/>
                  <a:pt x="37" y="1"/>
                </a:cubicBezTo>
                <a:cubicBezTo>
                  <a:pt x="37" y="1"/>
                  <a:pt x="38" y="0"/>
                  <a:pt x="39" y="0"/>
                </a:cubicBezTo>
                <a:cubicBezTo>
                  <a:pt x="166" y="0"/>
                  <a:pt x="166" y="0"/>
                  <a:pt x="166" y="0"/>
                </a:cubicBezTo>
                <a:cubicBezTo>
                  <a:pt x="167" y="0"/>
                  <a:pt x="168" y="1"/>
                  <a:pt x="168" y="1"/>
                </a:cubicBezTo>
                <a:cubicBezTo>
                  <a:pt x="169" y="2"/>
                  <a:pt x="169" y="3"/>
                  <a:pt x="169" y="3"/>
                </a:cubicBezTo>
                <a:close/>
                <a:moveTo>
                  <a:pt x="169" y="40"/>
                </a:moveTo>
                <a:cubicBezTo>
                  <a:pt x="169" y="58"/>
                  <a:pt x="169" y="58"/>
                  <a:pt x="169" y="58"/>
                </a:cubicBezTo>
                <a:cubicBezTo>
                  <a:pt x="169" y="59"/>
                  <a:pt x="169" y="59"/>
                  <a:pt x="168" y="60"/>
                </a:cubicBezTo>
                <a:cubicBezTo>
                  <a:pt x="168" y="61"/>
                  <a:pt x="167" y="61"/>
                  <a:pt x="166" y="61"/>
                </a:cubicBezTo>
                <a:cubicBezTo>
                  <a:pt x="39" y="61"/>
                  <a:pt x="39" y="61"/>
                  <a:pt x="39" y="61"/>
                </a:cubicBezTo>
                <a:cubicBezTo>
                  <a:pt x="38" y="61"/>
                  <a:pt x="37" y="61"/>
                  <a:pt x="37" y="60"/>
                </a:cubicBezTo>
                <a:cubicBezTo>
                  <a:pt x="36" y="59"/>
                  <a:pt x="36" y="59"/>
                  <a:pt x="36" y="58"/>
                </a:cubicBezTo>
                <a:cubicBezTo>
                  <a:pt x="36" y="40"/>
                  <a:pt x="36" y="40"/>
                  <a:pt x="36" y="40"/>
                </a:cubicBezTo>
                <a:cubicBezTo>
                  <a:pt x="36" y="39"/>
                  <a:pt x="36" y="38"/>
                  <a:pt x="37" y="38"/>
                </a:cubicBezTo>
                <a:cubicBezTo>
                  <a:pt x="37" y="37"/>
                  <a:pt x="38" y="37"/>
                  <a:pt x="39" y="37"/>
                </a:cubicBezTo>
                <a:cubicBezTo>
                  <a:pt x="166" y="37"/>
                  <a:pt x="166" y="37"/>
                  <a:pt x="166" y="37"/>
                </a:cubicBezTo>
                <a:cubicBezTo>
                  <a:pt x="167" y="37"/>
                  <a:pt x="168" y="37"/>
                  <a:pt x="168" y="38"/>
                </a:cubicBezTo>
                <a:cubicBezTo>
                  <a:pt x="169" y="38"/>
                  <a:pt x="169" y="39"/>
                  <a:pt x="169" y="40"/>
                </a:cubicBezTo>
                <a:close/>
                <a:moveTo>
                  <a:pt x="169" y="76"/>
                </a:moveTo>
                <a:cubicBezTo>
                  <a:pt x="169" y="94"/>
                  <a:pt x="169" y="94"/>
                  <a:pt x="169" y="94"/>
                </a:cubicBezTo>
                <a:cubicBezTo>
                  <a:pt x="169" y="95"/>
                  <a:pt x="169" y="96"/>
                  <a:pt x="168" y="96"/>
                </a:cubicBezTo>
                <a:cubicBezTo>
                  <a:pt x="168" y="97"/>
                  <a:pt x="167" y="97"/>
                  <a:pt x="166" y="97"/>
                </a:cubicBezTo>
                <a:cubicBezTo>
                  <a:pt x="39" y="97"/>
                  <a:pt x="39" y="97"/>
                  <a:pt x="39" y="97"/>
                </a:cubicBezTo>
                <a:cubicBezTo>
                  <a:pt x="38" y="97"/>
                  <a:pt x="37" y="97"/>
                  <a:pt x="37" y="96"/>
                </a:cubicBezTo>
                <a:cubicBezTo>
                  <a:pt x="36" y="96"/>
                  <a:pt x="36" y="95"/>
                  <a:pt x="36" y="94"/>
                </a:cubicBezTo>
                <a:cubicBezTo>
                  <a:pt x="36" y="76"/>
                  <a:pt x="36" y="76"/>
                  <a:pt x="36" y="76"/>
                </a:cubicBezTo>
                <a:cubicBezTo>
                  <a:pt x="36" y="75"/>
                  <a:pt x="36" y="74"/>
                  <a:pt x="37" y="74"/>
                </a:cubicBezTo>
                <a:cubicBezTo>
                  <a:pt x="37" y="73"/>
                  <a:pt x="38" y="73"/>
                  <a:pt x="39" y="73"/>
                </a:cubicBezTo>
                <a:cubicBezTo>
                  <a:pt x="166" y="73"/>
                  <a:pt x="166" y="73"/>
                  <a:pt x="166" y="73"/>
                </a:cubicBezTo>
                <a:cubicBezTo>
                  <a:pt x="167" y="73"/>
                  <a:pt x="168" y="73"/>
                  <a:pt x="168" y="74"/>
                </a:cubicBezTo>
                <a:cubicBezTo>
                  <a:pt x="169" y="74"/>
                  <a:pt x="169" y="75"/>
                  <a:pt x="169" y="76"/>
                </a:cubicBezTo>
                <a:close/>
                <a:moveTo>
                  <a:pt x="169" y="112"/>
                </a:moveTo>
                <a:cubicBezTo>
                  <a:pt x="169" y="130"/>
                  <a:pt x="169" y="130"/>
                  <a:pt x="169" y="130"/>
                </a:cubicBezTo>
                <a:cubicBezTo>
                  <a:pt x="169" y="131"/>
                  <a:pt x="169" y="132"/>
                  <a:pt x="168" y="133"/>
                </a:cubicBezTo>
                <a:cubicBezTo>
                  <a:pt x="168" y="133"/>
                  <a:pt x="167" y="133"/>
                  <a:pt x="166" y="133"/>
                </a:cubicBezTo>
                <a:cubicBezTo>
                  <a:pt x="39" y="133"/>
                  <a:pt x="39" y="133"/>
                  <a:pt x="39" y="133"/>
                </a:cubicBezTo>
                <a:cubicBezTo>
                  <a:pt x="38" y="133"/>
                  <a:pt x="37" y="133"/>
                  <a:pt x="37" y="133"/>
                </a:cubicBezTo>
                <a:cubicBezTo>
                  <a:pt x="36" y="132"/>
                  <a:pt x="36" y="131"/>
                  <a:pt x="36" y="130"/>
                </a:cubicBezTo>
                <a:cubicBezTo>
                  <a:pt x="36" y="112"/>
                  <a:pt x="36" y="112"/>
                  <a:pt x="36" y="112"/>
                </a:cubicBezTo>
                <a:cubicBezTo>
                  <a:pt x="36" y="111"/>
                  <a:pt x="36" y="111"/>
                  <a:pt x="37" y="110"/>
                </a:cubicBezTo>
                <a:cubicBezTo>
                  <a:pt x="37" y="110"/>
                  <a:pt x="38" y="109"/>
                  <a:pt x="39" y="109"/>
                </a:cubicBezTo>
                <a:cubicBezTo>
                  <a:pt x="166" y="109"/>
                  <a:pt x="166" y="109"/>
                  <a:pt x="166" y="109"/>
                </a:cubicBezTo>
                <a:cubicBezTo>
                  <a:pt x="167" y="109"/>
                  <a:pt x="168" y="110"/>
                  <a:pt x="168" y="110"/>
                </a:cubicBezTo>
                <a:cubicBezTo>
                  <a:pt x="169" y="111"/>
                  <a:pt x="169" y="111"/>
                  <a:pt x="169" y="11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59" name="Freeform 61"/>
          <p:cNvSpPr>
            <a:spLocks noEditPoints="1"/>
          </p:cNvSpPr>
          <p:nvPr/>
        </p:nvSpPr>
        <p:spPr bwMode="auto">
          <a:xfrm>
            <a:off x="5917710" y="1824385"/>
            <a:ext cx="244204" cy="190176"/>
          </a:xfrm>
          <a:custGeom>
            <a:avLst/>
            <a:gdLst>
              <a:gd name="T0" fmla="*/ 170 w 170"/>
              <a:gd name="T1" fmla="*/ 22 h 133"/>
              <a:gd name="T2" fmla="*/ 167 w 170"/>
              <a:gd name="T3" fmla="*/ 25 h 133"/>
              <a:gd name="T4" fmla="*/ 1 w 170"/>
              <a:gd name="T5" fmla="*/ 24 h 133"/>
              <a:gd name="T6" fmla="*/ 0 w 170"/>
              <a:gd name="T7" fmla="*/ 3 h 133"/>
              <a:gd name="T8" fmla="*/ 3 w 170"/>
              <a:gd name="T9" fmla="*/ 0 h 133"/>
              <a:gd name="T10" fmla="*/ 169 w 170"/>
              <a:gd name="T11" fmla="*/ 1 h 133"/>
              <a:gd name="T12" fmla="*/ 170 w 170"/>
              <a:gd name="T13" fmla="*/ 112 h 133"/>
              <a:gd name="T14" fmla="*/ 169 w 170"/>
              <a:gd name="T15" fmla="*/ 133 h 133"/>
              <a:gd name="T16" fmla="*/ 3 w 170"/>
              <a:gd name="T17" fmla="*/ 133 h 133"/>
              <a:gd name="T18" fmla="*/ 0 w 170"/>
              <a:gd name="T19" fmla="*/ 130 h 133"/>
              <a:gd name="T20" fmla="*/ 1 w 170"/>
              <a:gd name="T21" fmla="*/ 110 h 133"/>
              <a:gd name="T22" fmla="*/ 167 w 170"/>
              <a:gd name="T23" fmla="*/ 109 h 133"/>
              <a:gd name="T24" fmla="*/ 170 w 170"/>
              <a:gd name="T25" fmla="*/ 112 h 133"/>
              <a:gd name="T26" fmla="*/ 37 w 170"/>
              <a:gd name="T27" fmla="*/ 94 h 133"/>
              <a:gd name="T28" fmla="*/ 34 w 170"/>
              <a:gd name="T29" fmla="*/ 97 h 133"/>
              <a:gd name="T30" fmla="*/ 4 w 170"/>
              <a:gd name="T31" fmla="*/ 69 h 133"/>
              <a:gd name="T32" fmla="*/ 4 w 170"/>
              <a:gd name="T33" fmla="*/ 65 h 133"/>
              <a:gd name="T34" fmla="*/ 34 w 170"/>
              <a:gd name="T35" fmla="*/ 37 h 133"/>
              <a:gd name="T36" fmla="*/ 37 w 170"/>
              <a:gd name="T37" fmla="*/ 40 h 133"/>
              <a:gd name="T38" fmla="*/ 170 w 170"/>
              <a:gd name="T39" fmla="*/ 58 h 133"/>
              <a:gd name="T40" fmla="*/ 167 w 170"/>
              <a:gd name="T41" fmla="*/ 61 h 133"/>
              <a:gd name="T42" fmla="*/ 62 w 170"/>
              <a:gd name="T43" fmla="*/ 60 h 133"/>
              <a:gd name="T44" fmla="*/ 61 w 170"/>
              <a:gd name="T45" fmla="*/ 40 h 133"/>
              <a:gd name="T46" fmla="*/ 64 w 170"/>
              <a:gd name="T47" fmla="*/ 37 h 133"/>
              <a:gd name="T48" fmla="*/ 169 w 170"/>
              <a:gd name="T49" fmla="*/ 38 h 133"/>
              <a:gd name="T50" fmla="*/ 170 w 170"/>
              <a:gd name="T51" fmla="*/ 76 h 133"/>
              <a:gd name="T52" fmla="*/ 169 w 170"/>
              <a:gd name="T53" fmla="*/ 96 h 133"/>
              <a:gd name="T54" fmla="*/ 64 w 170"/>
              <a:gd name="T55" fmla="*/ 97 h 133"/>
              <a:gd name="T56" fmla="*/ 61 w 170"/>
              <a:gd name="T57" fmla="*/ 94 h 133"/>
              <a:gd name="T58" fmla="*/ 62 w 170"/>
              <a:gd name="T59" fmla="*/ 74 h 133"/>
              <a:gd name="T60" fmla="*/ 167 w 170"/>
              <a:gd name="T61" fmla="*/ 73 h 133"/>
              <a:gd name="T62" fmla="*/ 170 w 170"/>
              <a:gd name="T63" fmla="*/ 76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70" h="133">
                <a:moveTo>
                  <a:pt x="170" y="3"/>
                </a:moveTo>
                <a:cubicBezTo>
                  <a:pt x="170" y="22"/>
                  <a:pt x="170" y="22"/>
                  <a:pt x="170" y="22"/>
                </a:cubicBezTo>
                <a:cubicBezTo>
                  <a:pt x="170" y="22"/>
                  <a:pt x="169" y="23"/>
                  <a:pt x="169" y="24"/>
                </a:cubicBezTo>
                <a:cubicBezTo>
                  <a:pt x="168" y="24"/>
                  <a:pt x="168" y="25"/>
                  <a:pt x="167" y="25"/>
                </a:cubicBezTo>
                <a:cubicBezTo>
                  <a:pt x="3" y="25"/>
                  <a:pt x="3" y="25"/>
                  <a:pt x="3" y="25"/>
                </a:cubicBezTo>
                <a:cubicBezTo>
                  <a:pt x="3" y="25"/>
                  <a:pt x="2" y="24"/>
                  <a:pt x="1" y="24"/>
                </a:cubicBezTo>
                <a:cubicBezTo>
                  <a:pt x="1" y="23"/>
                  <a:pt x="0" y="22"/>
                  <a:pt x="0" y="22"/>
                </a:cubicBezTo>
                <a:cubicBezTo>
                  <a:pt x="0" y="3"/>
                  <a:pt x="0" y="3"/>
                  <a:pt x="0" y="3"/>
                </a:cubicBezTo>
                <a:cubicBezTo>
                  <a:pt x="0" y="3"/>
                  <a:pt x="1" y="2"/>
                  <a:pt x="1" y="1"/>
                </a:cubicBezTo>
                <a:cubicBezTo>
                  <a:pt x="2" y="1"/>
                  <a:pt x="3" y="0"/>
                  <a:pt x="3" y="0"/>
                </a:cubicBezTo>
                <a:cubicBezTo>
                  <a:pt x="167" y="0"/>
                  <a:pt x="167" y="0"/>
                  <a:pt x="167" y="0"/>
                </a:cubicBezTo>
                <a:cubicBezTo>
                  <a:pt x="168" y="0"/>
                  <a:pt x="168" y="1"/>
                  <a:pt x="169" y="1"/>
                </a:cubicBezTo>
                <a:cubicBezTo>
                  <a:pt x="169" y="2"/>
                  <a:pt x="170" y="3"/>
                  <a:pt x="170" y="3"/>
                </a:cubicBezTo>
                <a:close/>
                <a:moveTo>
                  <a:pt x="170" y="112"/>
                </a:moveTo>
                <a:cubicBezTo>
                  <a:pt x="170" y="130"/>
                  <a:pt x="170" y="130"/>
                  <a:pt x="170" y="130"/>
                </a:cubicBezTo>
                <a:cubicBezTo>
                  <a:pt x="170" y="131"/>
                  <a:pt x="169" y="132"/>
                  <a:pt x="169" y="133"/>
                </a:cubicBezTo>
                <a:cubicBezTo>
                  <a:pt x="168" y="133"/>
                  <a:pt x="168" y="133"/>
                  <a:pt x="167" y="133"/>
                </a:cubicBezTo>
                <a:cubicBezTo>
                  <a:pt x="3" y="133"/>
                  <a:pt x="3" y="133"/>
                  <a:pt x="3" y="133"/>
                </a:cubicBezTo>
                <a:cubicBezTo>
                  <a:pt x="3" y="133"/>
                  <a:pt x="2" y="133"/>
                  <a:pt x="1" y="133"/>
                </a:cubicBezTo>
                <a:cubicBezTo>
                  <a:pt x="1" y="132"/>
                  <a:pt x="0" y="131"/>
                  <a:pt x="0" y="130"/>
                </a:cubicBezTo>
                <a:cubicBezTo>
                  <a:pt x="0" y="112"/>
                  <a:pt x="0" y="112"/>
                  <a:pt x="0" y="112"/>
                </a:cubicBezTo>
                <a:cubicBezTo>
                  <a:pt x="0" y="111"/>
                  <a:pt x="1" y="111"/>
                  <a:pt x="1" y="110"/>
                </a:cubicBezTo>
                <a:cubicBezTo>
                  <a:pt x="2" y="110"/>
                  <a:pt x="3" y="109"/>
                  <a:pt x="3" y="109"/>
                </a:cubicBezTo>
                <a:cubicBezTo>
                  <a:pt x="167" y="109"/>
                  <a:pt x="167" y="109"/>
                  <a:pt x="167" y="109"/>
                </a:cubicBezTo>
                <a:cubicBezTo>
                  <a:pt x="168" y="109"/>
                  <a:pt x="168" y="110"/>
                  <a:pt x="169" y="110"/>
                </a:cubicBezTo>
                <a:cubicBezTo>
                  <a:pt x="169" y="111"/>
                  <a:pt x="170" y="111"/>
                  <a:pt x="170" y="112"/>
                </a:cubicBezTo>
                <a:close/>
                <a:moveTo>
                  <a:pt x="37" y="40"/>
                </a:moveTo>
                <a:cubicBezTo>
                  <a:pt x="37" y="94"/>
                  <a:pt x="37" y="94"/>
                  <a:pt x="37" y="94"/>
                </a:cubicBezTo>
                <a:cubicBezTo>
                  <a:pt x="37" y="95"/>
                  <a:pt x="36" y="96"/>
                  <a:pt x="36" y="96"/>
                </a:cubicBezTo>
                <a:cubicBezTo>
                  <a:pt x="35" y="97"/>
                  <a:pt x="34" y="97"/>
                  <a:pt x="34" y="97"/>
                </a:cubicBezTo>
                <a:cubicBezTo>
                  <a:pt x="33" y="97"/>
                  <a:pt x="32" y="97"/>
                  <a:pt x="31" y="96"/>
                </a:cubicBezTo>
                <a:cubicBezTo>
                  <a:pt x="4" y="69"/>
                  <a:pt x="4" y="69"/>
                  <a:pt x="4" y="69"/>
                </a:cubicBezTo>
                <a:cubicBezTo>
                  <a:pt x="4" y="69"/>
                  <a:pt x="3" y="68"/>
                  <a:pt x="3" y="67"/>
                </a:cubicBezTo>
                <a:cubicBezTo>
                  <a:pt x="3" y="66"/>
                  <a:pt x="4" y="65"/>
                  <a:pt x="4" y="65"/>
                </a:cubicBezTo>
                <a:cubicBezTo>
                  <a:pt x="31" y="38"/>
                  <a:pt x="31" y="38"/>
                  <a:pt x="31" y="38"/>
                </a:cubicBezTo>
                <a:cubicBezTo>
                  <a:pt x="32" y="37"/>
                  <a:pt x="33" y="37"/>
                  <a:pt x="34" y="37"/>
                </a:cubicBezTo>
                <a:cubicBezTo>
                  <a:pt x="34" y="37"/>
                  <a:pt x="35" y="37"/>
                  <a:pt x="36" y="38"/>
                </a:cubicBezTo>
                <a:cubicBezTo>
                  <a:pt x="36" y="38"/>
                  <a:pt x="37" y="39"/>
                  <a:pt x="37" y="40"/>
                </a:cubicBezTo>
                <a:close/>
                <a:moveTo>
                  <a:pt x="170" y="40"/>
                </a:moveTo>
                <a:cubicBezTo>
                  <a:pt x="170" y="58"/>
                  <a:pt x="170" y="58"/>
                  <a:pt x="170" y="58"/>
                </a:cubicBezTo>
                <a:cubicBezTo>
                  <a:pt x="170" y="59"/>
                  <a:pt x="169" y="59"/>
                  <a:pt x="169" y="60"/>
                </a:cubicBezTo>
                <a:cubicBezTo>
                  <a:pt x="168" y="61"/>
                  <a:pt x="168" y="61"/>
                  <a:pt x="167" y="61"/>
                </a:cubicBezTo>
                <a:cubicBezTo>
                  <a:pt x="64" y="61"/>
                  <a:pt x="64" y="61"/>
                  <a:pt x="64" y="61"/>
                </a:cubicBezTo>
                <a:cubicBezTo>
                  <a:pt x="63" y="61"/>
                  <a:pt x="62" y="61"/>
                  <a:pt x="62" y="60"/>
                </a:cubicBezTo>
                <a:cubicBezTo>
                  <a:pt x="61" y="59"/>
                  <a:pt x="61" y="59"/>
                  <a:pt x="61" y="58"/>
                </a:cubicBezTo>
                <a:cubicBezTo>
                  <a:pt x="61" y="40"/>
                  <a:pt x="61" y="40"/>
                  <a:pt x="61" y="40"/>
                </a:cubicBezTo>
                <a:cubicBezTo>
                  <a:pt x="61" y="39"/>
                  <a:pt x="61" y="38"/>
                  <a:pt x="62" y="38"/>
                </a:cubicBezTo>
                <a:cubicBezTo>
                  <a:pt x="62" y="37"/>
                  <a:pt x="63" y="37"/>
                  <a:pt x="64" y="37"/>
                </a:cubicBezTo>
                <a:cubicBezTo>
                  <a:pt x="167" y="37"/>
                  <a:pt x="167" y="37"/>
                  <a:pt x="167" y="37"/>
                </a:cubicBezTo>
                <a:cubicBezTo>
                  <a:pt x="168" y="37"/>
                  <a:pt x="168" y="37"/>
                  <a:pt x="169" y="38"/>
                </a:cubicBezTo>
                <a:cubicBezTo>
                  <a:pt x="169" y="38"/>
                  <a:pt x="170" y="39"/>
                  <a:pt x="170" y="40"/>
                </a:cubicBezTo>
                <a:close/>
                <a:moveTo>
                  <a:pt x="170" y="76"/>
                </a:moveTo>
                <a:cubicBezTo>
                  <a:pt x="170" y="94"/>
                  <a:pt x="170" y="94"/>
                  <a:pt x="170" y="94"/>
                </a:cubicBezTo>
                <a:cubicBezTo>
                  <a:pt x="170" y="95"/>
                  <a:pt x="169" y="96"/>
                  <a:pt x="169" y="96"/>
                </a:cubicBezTo>
                <a:cubicBezTo>
                  <a:pt x="168" y="97"/>
                  <a:pt x="168" y="97"/>
                  <a:pt x="167" y="97"/>
                </a:cubicBezTo>
                <a:cubicBezTo>
                  <a:pt x="64" y="97"/>
                  <a:pt x="64" y="97"/>
                  <a:pt x="64" y="97"/>
                </a:cubicBezTo>
                <a:cubicBezTo>
                  <a:pt x="63" y="97"/>
                  <a:pt x="62" y="97"/>
                  <a:pt x="62" y="96"/>
                </a:cubicBezTo>
                <a:cubicBezTo>
                  <a:pt x="61" y="96"/>
                  <a:pt x="61" y="95"/>
                  <a:pt x="61" y="94"/>
                </a:cubicBezTo>
                <a:cubicBezTo>
                  <a:pt x="61" y="76"/>
                  <a:pt x="61" y="76"/>
                  <a:pt x="61" y="76"/>
                </a:cubicBezTo>
                <a:cubicBezTo>
                  <a:pt x="61" y="75"/>
                  <a:pt x="61" y="74"/>
                  <a:pt x="62" y="74"/>
                </a:cubicBezTo>
                <a:cubicBezTo>
                  <a:pt x="62" y="73"/>
                  <a:pt x="63" y="73"/>
                  <a:pt x="64" y="73"/>
                </a:cubicBezTo>
                <a:cubicBezTo>
                  <a:pt x="167" y="73"/>
                  <a:pt x="167" y="73"/>
                  <a:pt x="167" y="73"/>
                </a:cubicBezTo>
                <a:cubicBezTo>
                  <a:pt x="168" y="73"/>
                  <a:pt x="168" y="73"/>
                  <a:pt x="169" y="74"/>
                </a:cubicBezTo>
                <a:cubicBezTo>
                  <a:pt x="169" y="74"/>
                  <a:pt x="170" y="75"/>
                  <a:pt x="170" y="7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60" name="Freeform 62"/>
          <p:cNvSpPr>
            <a:spLocks noEditPoints="1"/>
          </p:cNvSpPr>
          <p:nvPr/>
        </p:nvSpPr>
        <p:spPr bwMode="auto">
          <a:xfrm>
            <a:off x="6222425" y="1824385"/>
            <a:ext cx="244204" cy="190176"/>
          </a:xfrm>
          <a:custGeom>
            <a:avLst/>
            <a:gdLst>
              <a:gd name="T0" fmla="*/ 170 w 170"/>
              <a:gd name="T1" fmla="*/ 22 h 133"/>
              <a:gd name="T2" fmla="*/ 167 w 170"/>
              <a:gd name="T3" fmla="*/ 25 h 133"/>
              <a:gd name="T4" fmla="*/ 1 w 170"/>
              <a:gd name="T5" fmla="*/ 24 h 133"/>
              <a:gd name="T6" fmla="*/ 0 w 170"/>
              <a:gd name="T7" fmla="*/ 3 h 133"/>
              <a:gd name="T8" fmla="*/ 3 w 170"/>
              <a:gd name="T9" fmla="*/ 0 h 133"/>
              <a:gd name="T10" fmla="*/ 169 w 170"/>
              <a:gd name="T11" fmla="*/ 1 h 133"/>
              <a:gd name="T12" fmla="*/ 33 w 170"/>
              <a:gd name="T13" fmla="*/ 67 h 133"/>
              <a:gd name="T14" fmla="*/ 5 w 170"/>
              <a:gd name="T15" fmla="*/ 96 h 133"/>
              <a:gd name="T16" fmla="*/ 1 w 170"/>
              <a:gd name="T17" fmla="*/ 96 h 133"/>
              <a:gd name="T18" fmla="*/ 0 w 170"/>
              <a:gd name="T19" fmla="*/ 40 h 133"/>
              <a:gd name="T20" fmla="*/ 3 w 170"/>
              <a:gd name="T21" fmla="*/ 37 h 133"/>
              <a:gd name="T22" fmla="*/ 33 w 170"/>
              <a:gd name="T23" fmla="*/ 65 h 133"/>
              <a:gd name="T24" fmla="*/ 170 w 170"/>
              <a:gd name="T25" fmla="*/ 112 h 133"/>
              <a:gd name="T26" fmla="*/ 169 w 170"/>
              <a:gd name="T27" fmla="*/ 133 h 133"/>
              <a:gd name="T28" fmla="*/ 3 w 170"/>
              <a:gd name="T29" fmla="*/ 133 h 133"/>
              <a:gd name="T30" fmla="*/ 0 w 170"/>
              <a:gd name="T31" fmla="*/ 130 h 133"/>
              <a:gd name="T32" fmla="*/ 1 w 170"/>
              <a:gd name="T33" fmla="*/ 110 h 133"/>
              <a:gd name="T34" fmla="*/ 167 w 170"/>
              <a:gd name="T35" fmla="*/ 109 h 133"/>
              <a:gd name="T36" fmla="*/ 170 w 170"/>
              <a:gd name="T37" fmla="*/ 112 h 133"/>
              <a:gd name="T38" fmla="*/ 170 w 170"/>
              <a:gd name="T39" fmla="*/ 58 h 133"/>
              <a:gd name="T40" fmla="*/ 167 w 170"/>
              <a:gd name="T41" fmla="*/ 61 h 133"/>
              <a:gd name="T42" fmla="*/ 62 w 170"/>
              <a:gd name="T43" fmla="*/ 60 h 133"/>
              <a:gd name="T44" fmla="*/ 61 w 170"/>
              <a:gd name="T45" fmla="*/ 40 h 133"/>
              <a:gd name="T46" fmla="*/ 64 w 170"/>
              <a:gd name="T47" fmla="*/ 37 h 133"/>
              <a:gd name="T48" fmla="*/ 169 w 170"/>
              <a:gd name="T49" fmla="*/ 38 h 133"/>
              <a:gd name="T50" fmla="*/ 170 w 170"/>
              <a:gd name="T51" fmla="*/ 76 h 133"/>
              <a:gd name="T52" fmla="*/ 169 w 170"/>
              <a:gd name="T53" fmla="*/ 96 h 133"/>
              <a:gd name="T54" fmla="*/ 64 w 170"/>
              <a:gd name="T55" fmla="*/ 97 h 133"/>
              <a:gd name="T56" fmla="*/ 61 w 170"/>
              <a:gd name="T57" fmla="*/ 94 h 133"/>
              <a:gd name="T58" fmla="*/ 62 w 170"/>
              <a:gd name="T59" fmla="*/ 74 h 133"/>
              <a:gd name="T60" fmla="*/ 167 w 170"/>
              <a:gd name="T61" fmla="*/ 73 h 133"/>
              <a:gd name="T62" fmla="*/ 170 w 170"/>
              <a:gd name="T63" fmla="*/ 76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70" h="133">
                <a:moveTo>
                  <a:pt x="170" y="3"/>
                </a:moveTo>
                <a:cubicBezTo>
                  <a:pt x="170" y="22"/>
                  <a:pt x="170" y="22"/>
                  <a:pt x="170" y="22"/>
                </a:cubicBezTo>
                <a:cubicBezTo>
                  <a:pt x="170" y="22"/>
                  <a:pt x="169" y="23"/>
                  <a:pt x="169" y="24"/>
                </a:cubicBezTo>
                <a:cubicBezTo>
                  <a:pt x="168" y="24"/>
                  <a:pt x="167" y="25"/>
                  <a:pt x="167" y="25"/>
                </a:cubicBezTo>
                <a:cubicBezTo>
                  <a:pt x="3" y="25"/>
                  <a:pt x="3" y="25"/>
                  <a:pt x="3" y="25"/>
                </a:cubicBezTo>
                <a:cubicBezTo>
                  <a:pt x="2" y="25"/>
                  <a:pt x="2" y="24"/>
                  <a:pt x="1" y="24"/>
                </a:cubicBezTo>
                <a:cubicBezTo>
                  <a:pt x="0" y="23"/>
                  <a:pt x="0" y="22"/>
                  <a:pt x="0" y="22"/>
                </a:cubicBezTo>
                <a:cubicBezTo>
                  <a:pt x="0" y="3"/>
                  <a:pt x="0" y="3"/>
                  <a:pt x="0" y="3"/>
                </a:cubicBezTo>
                <a:cubicBezTo>
                  <a:pt x="0" y="3"/>
                  <a:pt x="0" y="2"/>
                  <a:pt x="1" y="1"/>
                </a:cubicBezTo>
                <a:cubicBezTo>
                  <a:pt x="2" y="1"/>
                  <a:pt x="2" y="0"/>
                  <a:pt x="3" y="0"/>
                </a:cubicBezTo>
                <a:cubicBezTo>
                  <a:pt x="167" y="0"/>
                  <a:pt x="167" y="0"/>
                  <a:pt x="167" y="0"/>
                </a:cubicBezTo>
                <a:cubicBezTo>
                  <a:pt x="167" y="0"/>
                  <a:pt x="168" y="1"/>
                  <a:pt x="169" y="1"/>
                </a:cubicBezTo>
                <a:cubicBezTo>
                  <a:pt x="169" y="2"/>
                  <a:pt x="170" y="3"/>
                  <a:pt x="170" y="3"/>
                </a:cubicBezTo>
                <a:close/>
                <a:moveTo>
                  <a:pt x="33" y="67"/>
                </a:moveTo>
                <a:cubicBezTo>
                  <a:pt x="33" y="68"/>
                  <a:pt x="33" y="69"/>
                  <a:pt x="33" y="69"/>
                </a:cubicBezTo>
                <a:cubicBezTo>
                  <a:pt x="5" y="96"/>
                  <a:pt x="5" y="96"/>
                  <a:pt x="5" y="96"/>
                </a:cubicBezTo>
                <a:cubicBezTo>
                  <a:pt x="5" y="97"/>
                  <a:pt x="4" y="97"/>
                  <a:pt x="3" y="97"/>
                </a:cubicBezTo>
                <a:cubicBezTo>
                  <a:pt x="2" y="97"/>
                  <a:pt x="2" y="97"/>
                  <a:pt x="1" y="96"/>
                </a:cubicBezTo>
                <a:cubicBezTo>
                  <a:pt x="0" y="96"/>
                  <a:pt x="0" y="95"/>
                  <a:pt x="0" y="94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39"/>
                  <a:pt x="0" y="38"/>
                  <a:pt x="1" y="38"/>
                </a:cubicBezTo>
                <a:cubicBezTo>
                  <a:pt x="2" y="37"/>
                  <a:pt x="2" y="37"/>
                  <a:pt x="3" y="37"/>
                </a:cubicBezTo>
                <a:cubicBezTo>
                  <a:pt x="4" y="37"/>
                  <a:pt x="5" y="37"/>
                  <a:pt x="5" y="38"/>
                </a:cubicBezTo>
                <a:cubicBezTo>
                  <a:pt x="33" y="65"/>
                  <a:pt x="33" y="65"/>
                  <a:pt x="33" y="65"/>
                </a:cubicBezTo>
                <a:cubicBezTo>
                  <a:pt x="33" y="65"/>
                  <a:pt x="33" y="66"/>
                  <a:pt x="33" y="67"/>
                </a:cubicBezTo>
                <a:close/>
                <a:moveTo>
                  <a:pt x="170" y="112"/>
                </a:moveTo>
                <a:cubicBezTo>
                  <a:pt x="170" y="130"/>
                  <a:pt x="170" y="130"/>
                  <a:pt x="170" y="130"/>
                </a:cubicBezTo>
                <a:cubicBezTo>
                  <a:pt x="170" y="131"/>
                  <a:pt x="169" y="132"/>
                  <a:pt x="169" y="133"/>
                </a:cubicBezTo>
                <a:cubicBezTo>
                  <a:pt x="168" y="133"/>
                  <a:pt x="167" y="133"/>
                  <a:pt x="167" y="133"/>
                </a:cubicBezTo>
                <a:cubicBezTo>
                  <a:pt x="3" y="133"/>
                  <a:pt x="3" y="133"/>
                  <a:pt x="3" y="133"/>
                </a:cubicBezTo>
                <a:cubicBezTo>
                  <a:pt x="2" y="133"/>
                  <a:pt x="2" y="133"/>
                  <a:pt x="1" y="133"/>
                </a:cubicBezTo>
                <a:cubicBezTo>
                  <a:pt x="0" y="132"/>
                  <a:pt x="0" y="131"/>
                  <a:pt x="0" y="130"/>
                </a:cubicBezTo>
                <a:cubicBezTo>
                  <a:pt x="0" y="112"/>
                  <a:pt x="0" y="112"/>
                  <a:pt x="0" y="112"/>
                </a:cubicBezTo>
                <a:cubicBezTo>
                  <a:pt x="0" y="111"/>
                  <a:pt x="0" y="111"/>
                  <a:pt x="1" y="110"/>
                </a:cubicBezTo>
                <a:cubicBezTo>
                  <a:pt x="2" y="110"/>
                  <a:pt x="2" y="109"/>
                  <a:pt x="3" y="109"/>
                </a:cubicBezTo>
                <a:cubicBezTo>
                  <a:pt x="167" y="109"/>
                  <a:pt x="167" y="109"/>
                  <a:pt x="167" y="109"/>
                </a:cubicBezTo>
                <a:cubicBezTo>
                  <a:pt x="167" y="109"/>
                  <a:pt x="168" y="110"/>
                  <a:pt x="169" y="110"/>
                </a:cubicBezTo>
                <a:cubicBezTo>
                  <a:pt x="169" y="111"/>
                  <a:pt x="170" y="111"/>
                  <a:pt x="170" y="112"/>
                </a:cubicBezTo>
                <a:close/>
                <a:moveTo>
                  <a:pt x="170" y="40"/>
                </a:moveTo>
                <a:cubicBezTo>
                  <a:pt x="170" y="58"/>
                  <a:pt x="170" y="58"/>
                  <a:pt x="170" y="58"/>
                </a:cubicBezTo>
                <a:cubicBezTo>
                  <a:pt x="170" y="59"/>
                  <a:pt x="169" y="59"/>
                  <a:pt x="169" y="60"/>
                </a:cubicBezTo>
                <a:cubicBezTo>
                  <a:pt x="168" y="61"/>
                  <a:pt x="167" y="61"/>
                  <a:pt x="167" y="61"/>
                </a:cubicBezTo>
                <a:cubicBezTo>
                  <a:pt x="64" y="61"/>
                  <a:pt x="64" y="61"/>
                  <a:pt x="64" y="61"/>
                </a:cubicBezTo>
                <a:cubicBezTo>
                  <a:pt x="63" y="61"/>
                  <a:pt x="62" y="61"/>
                  <a:pt x="62" y="60"/>
                </a:cubicBezTo>
                <a:cubicBezTo>
                  <a:pt x="61" y="59"/>
                  <a:pt x="61" y="59"/>
                  <a:pt x="61" y="58"/>
                </a:cubicBezTo>
                <a:cubicBezTo>
                  <a:pt x="61" y="40"/>
                  <a:pt x="61" y="40"/>
                  <a:pt x="61" y="40"/>
                </a:cubicBezTo>
                <a:cubicBezTo>
                  <a:pt x="61" y="39"/>
                  <a:pt x="61" y="38"/>
                  <a:pt x="62" y="38"/>
                </a:cubicBezTo>
                <a:cubicBezTo>
                  <a:pt x="62" y="37"/>
                  <a:pt x="63" y="37"/>
                  <a:pt x="64" y="37"/>
                </a:cubicBezTo>
                <a:cubicBezTo>
                  <a:pt x="167" y="37"/>
                  <a:pt x="167" y="37"/>
                  <a:pt x="167" y="37"/>
                </a:cubicBezTo>
                <a:cubicBezTo>
                  <a:pt x="167" y="37"/>
                  <a:pt x="168" y="37"/>
                  <a:pt x="169" y="38"/>
                </a:cubicBezTo>
                <a:cubicBezTo>
                  <a:pt x="169" y="38"/>
                  <a:pt x="170" y="39"/>
                  <a:pt x="170" y="40"/>
                </a:cubicBezTo>
                <a:close/>
                <a:moveTo>
                  <a:pt x="170" y="76"/>
                </a:moveTo>
                <a:cubicBezTo>
                  <a:pt x="170" y="94"/>
                  <a:pt x="170" y="94"/>
                  <a:pt x="170" y="94"/>
                </a:cubicBezTo>
                <a:cubicBezTo>
                  <a:pt x="170" y="95"/>
                  <a:pt x="169" y="96"/>
                  <a:pt x="169" y="96"/>
                </a:cubicBezTo>
                <a:cubicBezTo>
                  <a:pt x="168" y="97"/>
                  <a:pt x="167" y="97"/>
                  <a:pt x="167" y="97"/>
                </a:cubicBezTo>
                <a:cubicBezTo>
                  <a:pt x="64" y="97"/>
                  <a:pt x="64" y="97"/>
                  <a:pt x="64" y="97"/>
                </a:cubicBezTo>
                <a:cubicBezTo>
                  <a:pt x="63" y="97"/>
                  <a:pt x="62" y="97"/>
                  <a:pt x="62" y="96"/>
                </a:cubicBezTo>
                <a:cubicBezTo>
                  <a:pt x="61" y="96"/>
                  <a:pt x="61" y="95"/>
                  <a:pt x="61" y="94"/>
                </a:cubicBezTo>
                <a:cubicBezTo>
                  <a:pt x="61" y="76"/>
                  <a:pt x="61" y="76"/>
                  <a:pt x="61" y="76"/>
                </a:cubicBezTo>
                <a:cubicBezTo>
                  <a:pt x="61" y="75"/>
                  <a:pt x="61" y="74"/>
                  <a:pt x="62" y="74"/>
                </a:cubicBezTo>
                <a:cubicBezTo>
                  <a:pt x="62" y="73"/>
                  <a:pt x="63" y="73"/>
                  <a:pt x="64" y="73"/>
                </a:cubicBezTo>
                <a:cubicBezTo>
                  <a:pt x="167" y="73"/>
                  <a:pt x="167" y="73"/>
                  <a:pt x="167" y="73"/>
                </a:cubicBezTo>
                <a:cubicBezTo>
                  <a:pt x="167" y="73"/>
                  <a:pt x="168" y="73"/>
                  <a:pt x="169" y="74"/>
                </a:cubicBezTo>
                <a:cubicBezTo>
                  <a:pt x="169" y="74"/>
                  <a:pt x="170" y="75"/>
                  <a:pt x="170" y="7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61" name="Freeform 63"/>
          <p:cNvSpPr>
            <a:spLocks/>
          </p:cNvSpPr>
          <p:nvPr/>
        </p:nvSpPr>
        <p:spPr bwMode="auto">
          <a:xfrm>
            <a:off x="6527140" y="1841675"/>
            <a:ext cx="242043" cy="172887"/>
          </a:xfrm>
          <a:custGeom>
            <a:avLst/>
            <a:gdLst>
              <a:gd name="T0" fmla="*/ 169 w 169"/>
              <a:gd name="T1" fmla="*/ 10 h 121"/>
              <a:gd name="T2" fmla="*/ 169 w 169"/>
              <a:gd name="T3" fmla="*/ 112 h 121"/>
              <a:gd name="T4" fmla="*/ 166 w 169"/>
              <a:gd name="T5" fmla="*/ 118 h 121"/>
              <a:gd name="T6" fmla="*/ 163 w 169"/>
              <a:gd name="T7" fmla="*/ 118 h 121"/>
              <a:gd name="T8" fmla="*/ 159 w 169"/>
              <a:gd name="T9" fmla="*/ 117 h 121"/>
              <a:gd name="T10" fmla="*/ 121 w 169"/>
              <a:gd name="T11" fmla="*/ 79 h 121"/>
              <a:gd name="T12" fmla="*/ 121 w 169"/>
              <a:gd name="T13" fmla="*/ 94 h 121"/>
              <a:gd name="T14" fmla="*/ 113 w 169"/>
              <a:gd name="T15" fmla="*/ 113 h 121"/>
              <a:gd name="T16" fmla="*/ 94 w 169"/>
              <a:gd name="T17" fmla="*/ 121 h 121"/>
              <a:gd name="T18" fmla="*/ 27 w 169"/>
              <a:gd name="T19" fmla="*/ 121 h 121"/>
              <a:gd name="T20" fmla="*/ 8 w 169"/>
              <a:gd name="T21" fmla="*/ 113 h 121"/>
              <a:gd name="T22" fmla="*/ 0 w 169"/>
              <a:gd name="T23" fmla="*/ 94 h 121"/>
              <a:gd name="T24" fmla="*/ 0 w 169"/>
              <a:gd name="T25" fmla="*/ 28 h 121"/>
              <a:gd name="T26" fmla="*/ 8 w 169"/>
              <a:gd name="T27" fmla="*/ 8 h 121"/>
              <a:gd name="T28" fmla="*/ 27 w 169"/>
              <a:gd name="T29" fmla="*/ 0 h 121"/>
              <a:gd name="T30" fmla="*/ 94 w 169"/>
              <a:gd name="T31" fmla="*/ 0 h 121"/>
              <a:gd name="T32" fmla="*/ 113 w 169"/>
              <a:gd name="T33" fmla="*/ 8 h 121"/>
              <a:gd name="T34" fmla="*/ 121 w 169"/>
              <a:gd name="T35" fmla="*/ 28 h 121"/>
              <a:gd name="T36" fmla="*/ 121 w 169"/>
              <a:gd name="T37" fmla="*/ 43 h 121"/>
              <a:gd name="T38" fmla="*/ 159 w 169"/>
              <a:gd name="T39" fmla="*/ 5 h 121"/>
              <a:gd name="T40" fmla="*/ 163 w 169"/>
              <a:gd name="T41" fmla="*/ 3 h 121"/>
              <a:gd name="T42" fmla="*/ 166 w 169"/>
              <a:gd name="T43" fmla="*/ 4 h 121"/>
              <a:gd name="T44" fmla="*/ 169 w 169"/>
              <a:gd name="T45" fmla="*/ 10 h 1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169" h="121">
                <a:moveTo>
                  <a:pt x="169" y="10"/>
                </a:moveTo>
                <a:cubicBezTo>
                  <a:pt x="169" y="112"/>
                  <a:pt x="169" y="112"/>
                  <a:pt x="169" y="112"/>
                </a:cubicBezTo>
                <a:cubicBezTo>
                  <a:pt x="169" y="115"/>
                  <a:pt x="168" y="117"/>
                  <a:pt x="166" y="118"/>
                </a:cubicBezTo>
                <a:cubicBezTo>
                  <a:pt x="165" y="118"/>
                  <a:pt x="164" y="118"/>
                  <a:pt x="163" y="118"/>
                </a:cubicBezTo>
                <a:cubicBezTo>
                  <a:pt x="162" y="118"/>
                  <a:pt x="160" y="118"/>
                  <a:pt x="159" y="117"/>
                </a:cubicBezTo>
                <a:cubicBezTo>
                  <a:pt x="121" y="79"/>
                  <a:pt x="121" y="79"/>
                  <a:pt x="121" y="79"/>
                </a:cubicBezTo>
                <a:cubicBezTo>
                  <a:pt x="121" y="94"/>
                  <a:pt x="121" y="94"/>
                  <a:pt x="121" y="94"/>
                </a:cubicBezTo>
                <a:cubicBezTo>
                  <a:pt x="121" y="102"/>
                  <a:pt x="118" y="108"/>
                  <a:pt x="113" y="113"/>
                </a:cubicBezTo>
                <a:cubicBezTo>
                  <a:pt x="108" y="119"/>
                  <a:pt x="101" y="121"/>
                  <a:pt x="94" y="121"/>
                </a:cubicBezTo>
                <a:cubicBezTo>
                  <a:pt x="27" y="121"/>
                  <a:pt x="27" y="121"/>
                  <a:pt x="27" y="121"/>
                </a:cubicBezTo>
                <a:cubicBezTo>
                  <a:pt x="20" y="121"/>
                  <a:pt x="13" y="119"/>
                  <a:pt x="8" y="113"/>
                </a:cubicBezTo>
                <a:cubicBezTo>
                  <a:pt x="3" y="108"/>
                  <a:pt x="0" y="102"/>
                  <a:pt x="0" y="94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0"/>
                  <a:pt x="3" y="14"/>
                  <a:pt x="8" y="8"/>
                </a:cubicBezTo>
                <a:cubicBezTo>
                  <a:pt x="13" y="3"/>
                  <a:pt x="20" y="0"/>
                  <a:pt x="27" y="0"/>
                </a:cubicBezTo>
                <a:cubicBezTo>
                  <a:pt x="94" y="0"/>
                  <a:pt x="94" y="0"/>
                  <a:pt x="94" y="0"/>
                </a:cubicBezTo>
                <a:cubicBezTo>
                  <a:pt x="101" y="0"/>
                  <a:pt x="108" y="3"/>
                  <a:pt x="113" y="8"/>
                </a:cubicBezTo>
                <a:cubicBezTo>
                  <a:pt x="118" y="14"/>
                  <a:pt x="121" y="20"/>
                  <a:pt x="121" y="28"/>
                </a:cubicBezTo>
                <a:cubicBezTo>
                  <a:pt x="121" y="43"/>
                  <a:pt x="121" y="43"/>
                  <a:pt x="121" y="43"/>
                </a:cubicBezTo>
                <a:cubicBezTo>
                  <a:pt x="159" y="5"/>
                  <a:pt x="159" y="5"/>
                  <a:pt x="159" y="5"/>
                </a:cubicBezTo>
                <a:cubicBezTo>
                  <a:pt x="160" y="4"/>
                  <a:pt x="162" y="3"/>
                  <a:pt x="163" y="3"/>
                </a:cubicBezTo>
                <a:cubicBezTo>
                  <a:pt x="164" y="3"/>
                  <a:pt x="165" y="4"/>
                  <a:pt x="166" y="4"/>
                </a:cubicBezTo>
                <a:cubicBezTo>
                  <a:pt x="168" y="5"/>
                  <a:pt x="169" y="7"/>
                  <a:pt x="169" y="1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62" name="Freeform 64"/>
          <p:cNvSpPr>
            <a:spLocks noEditPoints="1"/>
          </p:cNvSpPr>
          <p:nvPr/>
        </p:nvSpPr>
        <p:spPr bwMode="auto">
          <a:xfrm>
            <a:off x="6834015" y="1824385"/>
            <a:ext cx="259332" cy="209627"/>
          </a:xfrm>
          <a:custGeom>
            <a:avLst/>
            <a:gdLst>
              <a:gd name="T0" fmla="*/ 181 w 181"/>
              <a:gd name="T1" fmla="*/ 15 h 146"/>
              <a:gd name="T2" fmla="*/ 181 w 181"/>
              <a:gd name="T3" fmla="*/ 130 h 146"/>
              <a:gd name="T4" fmla="*/ 177 w 181"/>
              <a:gd name="T5" fmla="*/ 141 h 146"/>
              <a:gd name="T6" fmla="*/ 166 w 181"/>
              <a:gd name="T7" fmla="*/ 146 h 146"/>
              <a:gd name="T8" fmla="*/ 15 w 181"/>
              <a:gd name="T9" fmla="*/ 146 h 146"/>
              <a:gd name="T10" fmla="*/ 4 w 181"/>
              <a:gd name="T11" fmla="*/ 141 h 146"/>
              <a:gd name="T12" fmla="*/ 0 w 181"/>
              <a:gd name="T13" fmla="*/ 130 h 146"/>
              <a:gd name="T14" fmla="*/ 0 w 181"/>
              <a:gd name="T15" fmla="*/ 15 h 146"/>
              <a:gd name="T16" fmla="*/ 4 w 181"/>
              <a:gd name="T17" fmla="*/ 5 h 146"/>
              <a:gd name="T18" fmla="*/ 15 w 181"/>
              <a:gd name="T19" fmla="*/ 0 h 146"/>
              <a:gd name="T20" fmla="*/ 166 w 181"/>
              <a:gd name="T21" fmla="*/ 0 h 146"/>
              <a:gd name="T22" fmla="*/ 177 w 181"/>
              <a:gd name="T23" fmla="*/ 5 h 146"/>
              <a:gd name="T24" fmla="*/ 181 w 181"/>
              <a:gd name="T25" fmla="*/ 15 h 146"/>
              <a:gd name="T26" fmla="*/ 166 w 181"/>
              <a:gd name="T27" fmla="*/ 12 h 146"/>
              <a:gd name="T28" fmla="*/ 15 w 181"/>
              <a:gd name="T29" fmla="*/ 12 h 146"/>
              <a:gd name="T30" fmla="*/ 13 w 181"/>
              <a:gd name="T31" fmla="*/ 13 h 146"/>
              <a:gd name="T32" fmla="*/ 12 w 181"/>
              <a:gd name="T33" fmla="*/ 15 h 146"/>
              <a:gd name="T34" fmla="*/ 12 w 181"/>
              <a:gd name="T35" fmla="*/ 130 h 146"/>
              <a:gd name="T36" fmla="*/ 13 w 181"/>
              <a:gd name="T37" fmla="*/ 133 h 146"/>
              <a:gd name="T38" fmla="*/ 15 w 181"/>
              <a:gd name="T39" fmla="*/ 133 h 146"/>
              <a:gd name="T40" fmla="*/ 166 w 181"/>
              <a:gd name="T41" fmla="*/ 133 h 146"/>
              <a:gd name="T42" fmla="*/ 168 w 181"/>
              <a:gd name="T43" fmla="*/ 133 h 146"/>
              <a:gd name="T44" fmla="*/ 169 w 181"/>
              <a:gd name="T45" fmla="*/ 130 h 146"/>
              <a:gd name="T46" fmla="*/ 169 w 181"/>
              <a:gd name="T47" fmla="*/ 15 h 146"/>
              <a:gd name="T48" fmla="*/ 168 w 181"/>
              <a:gd name="T49" fmla="*/ 13 h 146"/>
              <a:gd name="T50" fmla="*/ 166 w 181"/>
              <a:gd name="T51" fmla="*/ 12 h 146"/>
              <a:gd name="T52" fmla="*/ 55 w 181"/>
              <a:gd name="T53" fmla="*/ 30 h 146"/>
              <a:gd name="T54" fmla="*/ 60 w 181"/>
              <a:gd name="T55" fmla="*/ 43 h 146"/>
              <a:gd name="T56" fmla="*/ 55 w 181"/>
              <a:gd name="T57" fmla="*/ 56 h 146"/>
              <a:gd name="T58" fmla="*/ 42 w 181"/>
              <a:gd name="T59" fmla="*/ 61 h 146"/>
              <a:gd name="T60" fmla="*/ 29 w 181"/>
              <a:gd name="T61" fmla="*/ 56 h 146"/>
              <a:gd name="T62" fmla="*/ 24 w 181"/>
              <a:gd name="T63" fmla="*/ 43 h 146"/>
              <a:gd name="T64" fmla="*/ 29 w 181"/>
              <a:gd name="T65" fmla="*/ 30 h 146"/>
              <a:gd name="T66" fmla="*/ 42 w 181"/>
              <a:gd name="T67" fmla="*/ 25 h 146"/>
              <a:gd name="T68" fmla="*/ 55 w 181"/>
              <a:gd name="T69" fmla="*/ 30 h 146"/>
              <a:gd name="T70" fmla="*/ 157 w 181"/>
              <a:gd name="T71" fmla="*/ 79 h 146"/>
              <a:gd name="T72" fmla="*/ 157 w 181"/>
              <a:gd name="T73" fmla="*/ 121 h 146"/>
              <a:gd name="T74" fmla="*/ 24 w 181"/>
              <a:gd name="T75" fmla="*/ 121 h 146"/>
              <a:gd name="T76" fmla="*/ 24 w 181"/>
              <a:gd name="T77" fmla="*/ 103 h 146"/>
              <a:gd name="T78" fmla="*/ 54 w 181"/>
              <a:gd name="T79" fmla="*/ 73 h 146"/>
              <a:gd name="T80" fmla="*/ 69 w 181"/>
              <a:gd name="T81" fmla="*/ 88 h 146"/>
              <a:gd name="T82" fmla="*/ 118 w 181"/>
              <a:gd name="T83" fmla="*/ 40 h 146"/>
              <a:gd name="T84" fmla="*/ 157 w 181"/>
              <a:gd name="T85" fmla="*/ 79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81" h="146">
                <a:moveTo>
                  <a:pt x="181" y="15"/>
                </a:moveTo>
                <a:cubicBezTo>
                  <a:pt x="181" y="130"/>
                  <a:pt x="181" y="130"/>
                  <a:pt x="181" y="130"/>
                </a:cubicBezTo>
                <a:cubicBezTo>
                  <a:pt x="181" y="135"/>
                  <a:pt x="180" y="138"/>
                  <a:pt x="177" y="141"/>
                </a:cubicBezTo>
                <a:cubicBezTo>
                  <a:pt x="174" y="144"/>
                  <a:pt x="170" y="146"/>
                  <a:pt x="166" y="146"/>
                </a:cubicBezTo>
                <a:cubicBezTo>
                  <a:pt x="15" y="146"/>
                  <a:pt x="15" y="146"/>
                  <a:pt x="15" y="146"/>
                </a:cubicBezTo>
                <a:cubicBezTo>
                  <a:pt x="11" y="146"/>
                  <a:pt x="7" y="144"/>
                  <a:pt x="4" y="141"/>
                </a:cubicBezTo>
                <a:cubicBezTo>
                  <a:pt x="1" y="138"/>
                  <a:pt x="0" y="135"/>
                  <a:pt x="0" y="130"/>
                </a:cubicBezTo>
                <a:cubicBezTo>
                  <a:pt x="0" y="15"/>
                  <a:pt x="0" y="15"/>
                  <a:pt x="0" y="15"/>
                </a:cubicBezTo>
                <a:cubicBezTo>
                  <a:pt x="0" y="11"/>
                  <a:pt x="1" y="8"/>
                  <a:pt x="4" y="5"/>
                </a:cubicBezTo>
                <a:cubicBezTo>
                  <a:pt x="7" y="2"/>
                  <a:pt x="11" y="0"/>
                  <a:pt x="15" y="0"/>
                </a:cubicBezTo>
                <a:cubicBezTo>
                  <a:pt x="166" y="0"/>
                  <a:pt x="166" y="0"/>
                  <a:pt x="166" y="0"/>
                </a:cubicBezTo>
                <a:cubicBezTo>
                  <a:pt x="170" y="0"/>
                  <a:pt x="174" y="2"/>
                  <a:pt x="177" y="5"/>
                </a:cubicBezTo>
                <a:cubicBezTo>
                  <a:pt x="180" y="8"/>
                  <a:pt x="181" y="11"/>
                  <a:pt x="181" y="15"/>
                </a:cubicBezTo>
                <a:close/>
                <a:moveTo>
                  <a:pt x="166" y="12"/>
                </a:moveTo>
                <a:cubicBezTo>
                  <a:pt x="15" y="12"/>
                  <a:pt x="15" y="12"/>
                  <a:pt x="15" y="12"/>
                </a:cubicBezTo>
                <a:cubicBezTo>
                  <a:pt x="14" y="12"/>
                  <a:pt x="13" y="13"/>
                  <a:pt x="13" y="13"/>
                </a:cubicBezTo>
                <a:cubicBezTo>
                  <a:pt x="12" y="14"/>
                  <a:pt x="12" y="15"/>
                  <a:pt x="12" y="15"/>
                </a:cubicBezTo>
                <a:cubicBezTo>
                  <a:pt x="12" y="130"/>
                  <a:pt x="12" y="130"/>
                  <a:pt x="12" y="130"/>
                </a:cubicBezTo>
                <a:cubicBezTo>
                  <a:pt x="12" y="131"/>
                  <a:pt x="12" y="132"/>
                  <a:pt x="13" y="133"/>
                </a:cubicBezTo>
                <a:cubicBezTo>
                  <a:pt x="13" y="133"/>
                  <a:pt x="14" y="133"/>
                  <a:pt x="15" y="133"/>
                </a:cubicBezTo>
                <a:cubicBezTo>
                  <a:pt x="166" y="133"/>
                  <a:pt x="166" y="133"/>
                  <a:pt x="166" y="133"/>
                </a:cubicBezTo>
                <a:cubicBezTo>
                  <a:pt x="167" y="133"/>
                  <a:pt x="168" y="133"/>
                  <a:pt x="168" y="133"/>
                </a:cubicBezTo>
                <a:cubicBezTo>
                  <a:pt x="169" y="132"/>
                  <a:pt x="169" y="131"/>
                  <a:pt x="169" y="130"/>
                </a:cubicBezTo>
                <a:cubicBezTo>
                  <a:pt x="169" y="15"/>
                  <a:pt x="169" y="15"/>
                  <a:pt x="169" y="15"/>
                </a:cubicBezTo>
                <a:cubicBezTo>
                  <a:pt x="169" y="15"/>
                  <a:pt x="169" y="14"/>
                  <a:pt x="168" y="13"/>
                </a:cubicBezTo>
                <a:cubicBezTo>
                  <a:pt x="168" y="13"/>
                  <a:pt x="167" y="12"/>
                  <a:pt x="166" y="12"/>
                </a:cubicBezTo>
                <a:close/>
                <a:moveTo>
                  <a:pt x="55" y="30"/>
                </a:moveTo>
                <a:cubicBezTo>
                  <a:pt x="58" y="33"/>
                  <a:pt x="60" y="38"/>
                  <a:pt x="60" y="43"/>
                </a:cubicBezTo>
                <a:cubicBezTo>
                  <a:pt x="60" y="48"/>
                  <a:pt x="58" y="52"/>
                  <a:pt x="55" y="56"/>
                </a:cubicBezTo>
                <a:cubicBezTo>
                  <a:pt x="51" y="59"/>
                  <a:pt x="47" y="61"/>
                  <a:pt x="42" y="61"/>
                </a:cubicBezTo>
                <a:cubicBezTo>
                  <a:pt x="37" y="61"/>
                  <a:pt x="33" y="59"/>
                  <a:pt x="29" y="56"/>
                </a:cubicBezTo>
                <a:cubicBezTo>
                  <a:pt x="26" y="52"/>
                  <a:pt x="24" y="48"/>
                  <a:pt x="24" y="43"/>
                </a:cubicBezTo>
                <a:cubicBezTo>
                  <a:pt x="24" y="38"/>
                  <a:pt x="26" y="33"/>
                  <a:pt x="29" y="30"/>
                </a:cubicBezTo>
                <a:cubicBezTo>
                  <a:pt x="33" y="26"/>
                  <a:pt x="37" y="25"/>
                  <a:pt x="42" y="25"/>
                </a:cubicBezTo>
                <a:cubicBezTo>
                  <a:pt x="47" y="25"/>
                  <a:pt x="51" y="26"/>
                  <a:pt x="55" y="30"/>
                </a:cubicBezTo>
                <a:close/>
                <a:moveTo>
                  <a:pt x="157" y="79"/>
                </a:moveTo>
                <a:cubicBezTo>
                  <a:pt x="157" y="121"/>
                  <a:pt x="157" y="121"/>
                  <a:pt x="157" y="121"/>
                </a:cubicBezTo>
                <a:cubicBezTo>
                  <a:pt x="24" y="121"/>
                  <a:pt x="24" y="121"/>
                  <a:pt x="24" y="121"/>
                </a:cubicBezTo>
                <a:cubicBezTo>
                  <a:pt x="24" y="103"/>
                  <a:pt x="24" y="103"/>
                  <a:pt x="24" y="103"/>
                </a:cubicBezTo>
                <a:cubicBezTo>
                  <a:pt x="54" y="73"/>
                  <a:pt x="54" y="73"/>
                  <a:pt x="54" y="73"/>
                </a:cubicBezTo>
                <a:cubicBezTo>
                  <a:pt x="69" y="88"/>
                  <a:pt x="69" y="88"/>
                  <a:pt x="69" y="88"/>
                </a:cubicBezTo>
                <a:cubicBezTo>
                  <a:pt x="118" y="40"/>
                  <a:pt x="118" y="40"/>
                  <a:pt x="118" y="40"/>
                </a:cubicBezTo>
                <a:lnTo>
                  <a:pt x="157" y="7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63" name="Freeform 65"/>
          <p:cNvSpPr>
            <a:spLocks noEditPoints="1"/>
          </p:cNvSpPr>
          <p:nvPr/>
        </p:nvSpPr>
        <p:spPr bwMode="auto">
          <a:xfrm>
            <a:off x="7153857" y="1826547"/>
            <a:ext cx="207464" cy="207464"/>
          </a:xfrm>
          <a:custGeom>
            <a:avLst/>
            <a:gdLst>
              <a:gd name="T0" fmla="*/ 79 w 144"/>
              <a:gd name="T1" fmla="*/ 26 h 144"/>
              <a:gd name="T2" fmla="*/ 118 w 144"/>
              <a:gd name="T3" fmla="*/ 65 h 144"/>
              <a:gd name="T4" fmla="*/ 40 w 144"/>
              <a:gd name="T5" fmla="*/ 144 h 144"/>
              <a:gd name="T6" fmla="*/ 0 w 144"/>
              <a:gd name="T7" fmla="*/ 144 h 144"/>
              <a:gd name="T8" fmla="*/ 0 w 144"/>
              <a:gd name="T9" fmla="*/ 104 h 144"/>
              <a:gd name="T10" fmla="*/ 79 w 144"/>
              <a:gd name="T11" fmla="*/ 26 h 144"/>
              <a:gd name="T12" fmla="*/ 35 w 144"/>
              <a:gd name="T13" fmla="*/ 131 h 144"/>
              <a:gd name="T14" fmla="*/ 43 w 144"/>
              <a:gd name="T15" fmla="*/ 123 h 144"/>
              <a:gd name="T16" fmla="*/ 21 w 144"/>
              <a:gd name="T17" fmla="*/ 101 h 144"/>
              <a:gd name="T18" fmla="*/ 13 w 144"/>
              <a:gd name="T19" fmla="*/ 109 h 144"/>
              <a:gd name="T20" fmla="*/ 13 w 144"/>
              <a:gd name="T21" fmla="*/ 119 h 144"/>
              <a:gd name="T22" fmla="*/ 25 w 144"/>
              <a:gd name="T23" fmla="*/ 119 h 144"/>
              <a:gd name="T24" fmla="*/ 25 w 144"/>
              <a:gd name="T25" fmla="*/ 131 h 144"/>
              <a:gd name="T26" fmla="*/ 35 w 144"/>
              <a:gd name="T27" fmla="*/ 131 h 144"/>
              <a:gd name="T28" fmla="*/ 84 w 144"/>
              <a:gd name="T29" fmla="*/ 44 h 144"/>
              <a:gd name="T30" fmla="*/ 82 w 144"/>
              <a:gd name="T31" fmla="*/ 42 h 144"/>
              <a:gd name="T32" fmla="*/ 81 w 144"/>
              <a:gd name="T33" fmla="*/ 42 h 144"/>
              <a:gd name="T34" fmla="*/ 29 w 144"/>
              <a:gd name="T35" fmla="*/ 94 h 144"/>
              <a:gd name="T36" fmla="*/ 29 w 144"/>
              <a:gd name="T37" fmla="*/ 95 h 144"/>
              <a:gd name="T38" fmla="*/ 31 w 144"/>
              <a:gd name="T39" fmla="*/ 97 h 144"/>
              <a:gd name="T40" fmla="*/ 32 w 144"/>
              <a:gd name="T41" fmla="*/ 97 h 144"/>
              <a:gd name="T42" fmla="*/ 84 w 144"/>
              <a:gd name="T43" fmla="*/ 45 h 144"/>
              <a:gd name="T44" fmla="*/ 84 w 144"/>
              <a:gd name="T45" fmla="*/ 44 h 144"/>
              <a:gd name="T46" fmla="*/ 144 w 144"/>
              <a:gd name="T47" fmla="*/ 35 h 144"/>
              <a:gd name="T48" fmla="*/ 140 w 144"/>
              <a:gd name="T49" fmla="*/ 43 h 144"/>
              <a:gd name="T50" fmla="*/ 125 w 144"/>
              <a:gd name="T51" fmla="*/ 59 h 144"/>
              <a:gd name="T52" fmla="*/ 85 w 144"/>
              <a:gd name="T53" fmla="*/ 20 h 144"/>
              <a:gd name="T54" fmla="*/ 101 w 144"/>
              <a:gd name="T55" fmla="*/ 4 h 144"/>
              <a:gd name="T56" fmla="*/ 109 w 144"/>
              <a:gd name="T57" fmla="*/ 0 h 144"/>
              <a:gd name="T58" fmla="*/ 118 w 144"/>
              <a:gd name="T59" fmla="*/ 4 h 144"/>
              <a:gd name="T60" fmla="*/ 140 w 144"/>
              <a:gd name="T61" fmla="*/ 26 h 144"/>
              <a:gd name="T62" fmla="*/ 144 w 144"/>
              <a:gd name="T63" fmla="*/ 35 h 1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44" h="144">
                <a:moveTo>
                  <a:pt x="79" y="26"/>
                </a:moveTo>
                <a:cubicBezTo>
                  <a:pt x="118" y="65"/>
                  <a:pt x="118" y="65"/>
                  <a:pt x="118" y="65"/>
                </a:cubicBezTo>
                <a:cubicBezTo>
                  <a:pt x="40" y="144"/>
                  <a:pt x="40" y="144"/>
                  <a:pt x="40" y="144"/>
                </a:cubicBezTo>
                <a:cubicBezTo>
                  <a:pt x="0" y="144"/>
                  <a:pt x="0" y="144"/>
                  <a:pt x="0" y="144"/>
                </a:cubicBezTo>
                <a:cubicBezTo>
                  <a:pt x="0" y="104"/>
                  <a:pt x="0" y="104"/>
                  <a:pt x="0" y="104"/>
                </a:cubicBezTo>
                <a:lnTo>
                  <a:pt x="79" y="26"/>
                </a:lnTo>
                <a:close/>
                <a:moveTo>
                  <a:pt x="35" y="131"/>
                </a:moveTo>
                <a:cubicBezTo>
                  <a:pt x="43" y="123"/>
                  <a:pt x="43" y="123"/>
                  <a:pt x="43" y="123"/>
                </a:cubicBezTo>
                <a:cubicBezTo>
                  <a:pt x="21" y="101"/>
                  <a:pt x="21" y="101"/>
                  <a:pt x="21" y="101"/>
                </a:cubicBezTo>
                <a:cubicBezTo>
                  <a:pt x="13" y="109"/>
                  <a:pt x="13" y="109"/>
                  <a:pt x="13" y="109"/>
                </a:cubicBezTo>
                <a:cubicBezTo>
                  <a:pt x="13" y="119"/>
                  <a:pt x="13" y="119"/>
                  <a:pt x="13" y="119"/>
                </a:cubicBezTo>
                <a:cubicBezTo>
                  <a:pt x="25" y="119"/>
                  <a:pt x="25" y="119"/>
                  <a:pt x="25" y="119"/>
                </a:cubicBezTo>
                <a:cubicBezTo>
                  <a:pt x="25" y="131"/>
                  <a:pt x="25" y="131"/>
                  <a:pt x="25" y="131"/>
                </a:cubicBezTo>
                <a:lnTo>
                  <a:pt x="35" y="131"/>
                </a:lnTo>
                <a:close/>
                <a:moveTo>
                  <a:pt x="84" y="44"/>
                </a:moveTo>
                <a:cubicBezTo>
                  <a:pt x="84" y="42"/>
                  <a:pt x="84" y="42"/>
                  <a:pt x="82" y="42"/>
                </a:cubicBezTo>
                <a:cubicBezTo>
                  <a:pt x="82" y="42"/>
                  <a:pt x="81" y="42"/>
                  <a:pt x="81" y="42"/>
                </a:cubicBezTo>
                <a:cubicBezTo>
                  <a:pt x="29" y="94"/>
                  <a:pt x="29" y="94"/>
                  <a:pt x="29" y="94"/>
                </a:cubicBezTo>
                <a:cubicBezTo>
                  <a:pt x="29" y="94"/>
                  <a:pt x="29" y="95"/>
                  <a:pt x="29" y="95"/>
                </a:cubicBezTo>
                <a:cubicBezTo>
                  <a:pt x="29" y="97"/>
                  <a:pt x="29" y="97"/>
                  <a:pt x="31" y="97"/>
                </a:cubicBezTo>
                <a:cubicBezTo>
                  <a:pt x="31" y="97"/>
                  <a:pt x="32" y="97"/>
                  <a:pt x="32" y="97"/>
                </a:cubicBezTo>
                <a:cubicBezTo>
                  <a:pt x="84" y="45"/>
                  <a:pt x="84" y="45"/>
                  <a:pt x="84" y="45"/>
                </a:cubicBezTo>
                <a:cubicBezTo>
                  <a:pt x="84" y="45"/>
                  <a:pt x="84" y="44"/>
                  <a:pt x="84" y="44"/>
                </a:cubicBezTo>
                <a:close/>
                <a:moveTo>
                  <a:pt x="144" y="35"/>
                </a:moveTo>
                <a:cubicBezTo>
                  <a:pt x="144" y="38"/>
                  <a:pt x="143" y="41"/>
                  <a:pt x="140" y="43"/>
                </a:cubicBezTo>
                <a:cubicBezTo>
                  <a:pt x="125" y="59"/>
                  <a:pt x="125" y="59"/>
                  <a:pt x="125" y="59"/>
                </a:cubicBezTo>
                <a:cubicBezTo>
                  <a:pt x="85" y="20"/>
                  <a:pt x="85" y="20"/>
                  <a:pt x="85" y="20"/>
                </a:cubicBezTo>
                <a:cubicBezTo>
                  <a:pt x="101" y="4"/>
                  <a:pt x="101" y="4"/>
                  <a:pt x="101" y="4"/>
                </a:cubicBezTo>
                <a:cubicBezTo>
                  <a:pt x="103" y="2"/>
                  <a:pt x="106" y="0"/>
                  <a:pt x="109" y="0"/>
                </a:cubicBezTo>
                <a:cubicBezTo>
                  <a:pt x="113" y="0"/>
                  <a:pt x="116" y="2"/>
                  <a:pt x="118" y="4"/>
                </a:cubicBezTo>
                <a:cubicBezTo>
                  <a:pt x="140" y="26"/>
                  <a:pt x="140" y="26"/>
                  <a:pt x="140" y="26"/>
                </a:cubicBezTo>
                <a:cubicBezTo>
                  <a:pt x="143" y="29"/>
                  <a:pt x="144" y="31"/>
                  <a:pt x="144" y="3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64" name="Freeform 66"/>
          <p:cNvSpPr>
            <a:spLocks noEditPoints="1"/>
          </p:cNvSpPr>
          <p:nvPr/>
        </p:nvSpPr>
        <p:spPr bwMode="auto">
          <a:xfrm>
            <a:off x="7423995" y="1824385"/>
            <a:ext cx="140472" cy="209627"/>
          </a:xfrm>
          <a:custGeom>
            <a:avLst/>
            <a:gdLst>
              <a:gd name="T0" fmla="*/ 97 w 97"/>
              <a:gd name="T1" fmla="*/ 49 h 146"/>
              <a:gd name="T2" fmla="*/ 94 w 97"/>
              <a:gd name="T3" fmla="*/ 66 h 146"/>
              <a:gd name="T4" fmla="*/ 59 w 97"/>
              <a:gd name="T5" fmla="*/ 139 h 146"/>
              <a:gd name="T6" fmla="*/ 55 w 97"/>
              <a:gd name="T7" fmla="*/ 144 h 146"/>
              <a:gd name="T8" fmla="*/ 48 w 97"/>
              <a:gd name="T9" fmla="*/ 146 h 146"/>
              <a:gd name="T10" fmla="*/ 42 w 97"/>
              <a:gd name="T11" fmla="*/ 144 h 146"/>
              <a:gd name="T12" fmla="*/ 38 w 97"/>
              <a:gd name="T13" fmla="*/ 139 h 146"/>
              <a:gd name="T14" fmla="*/ 3 w 97"/>
              <a:gd name="T15" fmla="*/ 66 h 146"/>
              <a:gd name="T16" fmla="*/ 0 w 97"/>
              <a:gd name="T17" fmla="*/ 49 h 146"/>
              <a:gd name="T18" fmla="*/ 14 w 97"/>
              <a:gd name="T19" fmla="*/ 15 h 146"/>
              <a:gd name="T20" fmla="*/ 48 w 97"/>
              <a:gd name="T21" fmla="*/ 0 h 146"/>
              <a:gd name="T22" fmla="*/ 83 w 97"/>
              <a:gd name="T23" fmla="*/ 15 h 146"/>
              <a:gd name="T24" fmla="*/ 97 w 97"/>
              <a:gd name="T25" fmla="*/ 49 h 146"/>
              <a:gd name="T26" fmla="*/ 66 w 97"/>
              <a:gd name="T27" fmla="*/ 66 h 146"/>
              <a:gd name="T28" fmla="*/ 73 w 97"/>
              <a:gd name="T29" fmla="*/ 49 h 146"/>
              <a:gd name="T30" fmla="*/ 66 w 97"/>
              <a:gd name="T31" fmla="*/ 32 h 146"/>
              <a:gd name="T32" fmla="*/ 48 w 97"/>
              <a:gd name="T33" fmla="*/ 25 h 146"/>
              <a:gd name="T34" fmla="*/ 31 w 97"/>
              <a:gd name="T35" fmla="*/ 32 h 146"/>
              <a:gd name="T36" fmla="*/ 24 w 97"/>
              <a:gd name="T37" fmla="*/ 49 h 146"/>
              <a:gd name="T38" fmla="*/ 31 w 97"/>
              <a:gd name="T39" fmla="*/ 66 h 146"/>
              <a:gd name="T40" fmla="*/ 48 w 97"/>
              <a:gd name="T41" fmla="*/ 73 h 146"/>
              <a:gd name="T42" fmla="*/ 66 w 97"/>
              <a:gd name="T43" fmla="*/ 66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97" h="146">
                <a:moveTo>
                  <a:pt x="97" y="49"/>
                </a:moveTo>
                <a:cubicBezTo>
                  <a:pt x="97" y="56"/>
                  <a:pt x="96" y="61"/>
                  <a:pt x="94" y="66"/>
                </a:cubicBezTo>
                <a:cubicBezTo>
                  <a:pt x="59" y="139"/>
                  <a:pt x="59" y="139"/>
                  <a:pt x="59" y="139"/>
                </a:cubicBezTo>
                <a:cubicBezTo>
                  <a:pt x="58" y="141"/>
                  <a:pt x="57" y="143"/>
                  <a:pt x="55" y="144"/>
                </a:cubicBezTo>
                <a:cubicBezTo>
                  <a:pt x="53" y="145"/>
                  <a:pt x="51" y="146"/>
                  <a:pt x="48" y="146"/>
                </a:cubicBezTo>
                <a:cubicBezTo>
                  <a:pt x="46" y="146"/>
                  <a:pt x="44" y="145"/>
                  <a:pt x="42" y="144"/>
                </a:cubicBezTo>
                <a:cubicBezTo>
                  <a:pt x="40" y="143"/>
                  <a:pt x="39" y="141"/>
                  <a:pt x="38" y="139"/>
                </a:cubicBezTo>
                <a:cubicBezTo>
                  <a:pt x="3" y="66"/>
                  <a:pt x="3" y="66"/>
                  <a:pt x="3" y="66"/>
                </a:cubicBezTo>
                <a:cubicBezTo>
                  <a:pt x="1" y="61"/>
                  <a:pt x="0" y="56"/>
                  <a:pt x="0" y="49"/>
                </a:cubicBezTo>
                <a:cubicBezTo>
                  <a:pt x="0" y="35"/>
                  <a:pt x="5" y="24"/>
                  <a:pt x="14" y="15"/>
                </a:cubicBezTo>
                <a:cubicBezTo>
                  <a:pt x="24" y="5"/>
                  <a:pt x="35" y="0"/>
                  <a:pt x="48" y="0"/>
                </a:cubicBezTo>
                <a:cubicBezTo>
                  <a:pt x="62" y="0"/>
                  <a:pt x="73" y="5"/>
                  <a:pt x="83" y="15"/>
                </a:cubicBezTo>
                <a:cubicBezTo>
                  <a:pt x="92" y="24"/>
                  <a:pt x="97" y="35"/>
                  <a:pt x="97" y="49"/>
                </a:cubicBezTo>
                <a:close/>
                <a:moveTo>
                  <a:pt x="66" y="66"/>
                </a:moveTo>
                <a:cubicBezTo>
                  <a:pt x="70" y="61"/>
                  <a:pt x="73" y="55"/>
                  <a:pt x="73" y="49"/>
                </a:cubicBezTo>
                <a:cubicBezTo>
                  <a:pt x="73" y="42"/>
                  <a:pt x="70" y="36"/>
                  <a:pt x="66" y="32"/>
                </a:cubicBezTo>
                <a:cubicBezTo>
                  <a:pt x="61" y="27"/>
                  <a:pt x="55" y="25"/>
                  <a:pt x="48" y="25"/>
                </a:cubicBezTo>
                <a:cubicBezTo>
                  <a:pt x="42" y="25"/>
                  <a:pt x="36" y="27"/>
                  <a:pt x="31" y="32"/>
                </a:cubicBezTo>
                <a:cubicBezTo>
                  <a:pt x="27" y="36"/>
                  <a:pt x="24" y="42"/>
                  <a:pt x="24" y="49"/>
                </a:cubicBezTo>
                <a:cubicBezTo>
                  <a:pt x="24" y="55"/>
                  <a:pt x="27" y="61"/>
                  <a:pt x="31" y="66"/>
                </a:cubicBezTo>
                <a:cubicBezTo>
                  <a:pt x="36" y="71"/>
                  <a:pt x="42" y="73"/>
                  <a:pt x="48" y="73"/>
                </a:cubicBezTo>
                <a:cubicBezTo>
                  <a:pt x="55" y="73"/>
                  <a:pt x="61" y="71"/>
                  <a:pt x="66" y="6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65" name="Freeform 67"/>
          <p:cNvSpPr>
            <a:spLocks noEditPoints="1"/>
          </p:cNvSpPr>
          <p:nvPr/>
        </p:nvSpPr>
        <p:spPr bwMode="auto">
          <a:xfrm>
            <a:off x="7624976" y="1824385"/>
            <a:ext cx="207464" cy="209627"/>
          </a:xfrm>
          <a:custGeom>
            <a:avLst/>
            <a:gdLst>
              <a:gd name="T0" fmla="*/ 136 w 145"/>
              <a:gd name="T1" fmla="*/ 37 h 146"/>
              <a:gd name="T2" fmla="*/ 145 w 145"/>
              <a:gd name="T3" fmla="*/ 73 h 146"/>
              <a:gd name="T4" fmla="*/ 136 w 145"/>
              <a:gd name="T5" fmla="*/ 109 h 146"/>
              <a:gd name="T6" fmla="*/ 109 w 145"/>
              <a:gd name="T7" fmla="*/ 136 h 146"/>
              <a:gd name="T8" fmla="*/ 73 w 145"/>
              <a:gd name="T9" fmla="*/ 146 h 146"/>
              <a:gd name="T10" fmla="*/ 36 w 145"/>
              <a:gd name="T11" fmla="*/ 136 h 146"/>
              <a:gd name="T12" fmla="*/ 10 w 145"/>
              <a:gd name="T13" fmla="*/ 109 h 146"/>
              <a:gd name="T14" fmla="*/ 0 w 145"/>
              <a:gd name="T15" fmla="*/ 73 h 146"/>
              <a:gd name="T16" fmla="*/ 10 w 145"/>
              <a:gd name="T17" fmla="*/ 37 h 146"/>
              <a:gd name="T18" fmla="*/ 36 w 145"/>
              <a:gd name="T19" fmla="*/ 10 h 146"/>
              <a:gd name="T20" fmla="*/ 73 w 145"/>
              <a:gd name="T21" fmla="*/ 0 h 146"/>
              <a:gd name="T22" fmla="*/ 109 w 145"/>
              <a:gd name="T23" fmla="*/ 10 h 146"/>
              <a:gd name="T24" fmla="*/ 136 w 145"/>
              <a:gd name="T25" fmla="*/ 37 h 146"/>
              <a:gd name="T26" fmla="*/ 73 w 145"/>
              <a:gd name="T27" fmla="*/ 124 h 146"/>
              <a:gd name="T28" fmla="*/ 73 w 145"/>
              <a:gd name="T29" fmla="*/ 22 h 146"/>
              <a:gd name="T30" fmla="*/ 47 w 145"/>
              <a:gd name="T31" fmla="*/ 28 h 146"/>
              <a:gd name="T32" fmla="*/ 28 w 145"/>
              <a:gd name="T33" fmla="*/ 47 h 146"/>
              <a:gd name="T34" fmla="*/ 21 w 145"/>
              <a:gd name="T35" fmla="*/ 73 h 146"/>
              <a:gd name="T36" fmla="*/ 28 w 145"/>
              <a:gd name="T37" fmla="*/ 99 h 146"/>
              <a:gd name="T38" fmla="*/ 47 w 145"/>
              <a:gd name="T39" fmla="*/ 117 h 146"/>
              <a:gd name="T40" fmla="*/ 73 w 145"/>
              <a:gd name="T41" fmla="*/ 124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145" h="146">
                <a:moveTo>
                  <a:pt x="136" y="37"/>
                </a:moveTo>
                <a:cubicBezTo>
                  <a:pt x="142" y="48"/>
                  <a:pt x="145" y="60"/>
                  <a:pt x="145" y="73"/>
                </a:cubicBezTo>
                <a:cubicBezTo>
                  <a:pt x="145" y="86"/>
                  <a:pt x="142" y="98"/>
                  <a:pt x="136" y="109"/>
                </a:cubicBezTo>
                <a:cubicBezTo>
                  <a:pt x="129" y="121"/>
                  <a:pt x="120" y="129"/>
                  <a:pt x="109" y="136"/>
                </a:cubicBezTo>
                <a:cubicBezTo>
                  <a:pt x="98" y="142"/>
                  <a:pt x="86" y="146"/>
                  <a:pt x="73" y="146"/>
                </a:cubicBezTo>
                <a:cubicBezTo>
                  <a:pt x="60" y="146"/>
                  <a:pt x="47" y="142"/>
                  <a:pt x="36" y="136"/>
                </a:cubicBezTo>
                <a:cubicBezTo>
                  <a:pt x="25" y="129"/>
                  <a:pt x="16" y="121"/>
                  <a:pt x="10" y="109"/>
                </a:cubicBezTo>
                <a:cubicBezTo>
                  <a:pt x="3" y="98"/>
                  <a:pt x="0" y="86"/>
                  <a:pt x="0" y="73"/>
                </a:cubicBezTo>
                <a:cubicBezTo>
                  <a:pt x="0" y="60"/>
                  <a:pt x="3" y="48"/>
                  <a:pt x="10" y="37"/>
                </a:cubicBezTo>
                <a:cubicBezTo>
                  <a:pt x="16" y="25"/>
                  <a:pt x="25" y="17"/>
                  <a:pt x="36" y="10"/>
                </a:cubicBezTo>
                <a:cubicBezTo>
                  <a:pt x="47" y="4"/>
                  <a:pt x="60" y="0"/>
                  <a:pt x="73" y="0"/>
                </a:cubicBezTo>
                <a:cubicBezTo>
                  <a:pt x="86" y="0"/>
                  <a:pt x="98" y="4"/>
                  <a:pt x="109" y="10"/>
                </a:cubicBezTo>
                <a:cubicBezTo>
                  <a:pt x="120" y="17"/>
                  <a:pt x="129" y="25"/>
                  <a:pt x="136" y="37"/>
                </a:cubicBezTo>
                <a:close/>
                <a:moveTo>
                  <a:pt x="73" y="124"/>
                </a:moveTo>
                <a:cubicBezTo>
                  <a:pt x="73" y="22"/>
                  <a:pt x="73" y="22"/>
                  <a:pt x="73" y="22"/>
                </a:cubicBezTo>
                <a:cubicBezTo>
                  <a:pt x="63" y="22"/>
                  <a:pt x="55" y="24"/>
                  <a:pt x="47" y="28"/>
                </a:cubicBezTo>
                <a:cubicBezTo>
                  <a:pt x="39" y="33"/>
                  <a:pt x="33" y="39"/>
                  <a:pt x="28" y="47"/>
                </a:cubicBezTo>
                <a:cubicBezTo>
                  <a:pt x="24" y="55"/>
                  <a:pt x="21" y="64"/>
                  <a:pt x="21" y="73"/>
                </a:cubicBezTo>
                <a:cubicBezTo>
                  <a:pt x="21" y="82"/>
                  <a:pt x="24" y="91"/>
                  <a:pt x="28" y="99"/>
                </a:cubicBezTo>
                <a:cubicBezTo>
                  <a:pt x="33" y="107"/>
                  <a:pt x="39" y="113"/>
                  <a:pt x="47" y="117"/>
                </a:cubicBezTo>
                <a:cubicBezTo>
                  <a:pt x="55" y="122"/>
                  <a:pt x="63" y="124"/>
                  <a:pt x="73" y="12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66" name="Freeform 68"/>
          <p:cNvSpPr>
            <a:spLocks noEditPoints="1"/>
          </p:cNvSpPr>
          <p:nvPr/>
        </p:nvSpPr>
        <p:spPr bwMode="auto">
          <a:xfrm>
            <a:off x="7897275" y="1815742"/>
            <a:ext cx="138311" cy="198820"/>
          </a:xfrm>
          <a:custGeom>
            <a:avLst/>
            <a:gdLst>
              <a:gd name="T0" fmla="*/ 97 w 97"/>
              <a:gd name="T1" fmla="*/ 91 h 139"/>
              <a:gd name="T2" fmla="*/ 82 w 97"/>
              <a:gd name="T3" fmla="*/ 125 h 139"/>
              <a:gd name="T4" fmla="*/ 48 w 97"/>
              <a:gd name="T5" fmla="*/ 139 h 139"/>
              <a:gd name="T6" fmla="*/ 14 w 97"/>
              <a:gd name="T7" fmla="*/ 125 h 139"/>
              <a:gd name="T8" fmla="*/ 0 w 97"/>
              <a:gd name="T9" fmla="*/ 91 h 139"/>
              <a:gd name="T10" fmla="*/ 7 w 97"/>
              <a:gd name="T11" fmla="*/ 65 h 139"/>
              <a:gd name="T12" fmla="*/ 13 w 97"/>
              <a:gd name="T13" fmla="*/ 57 h 139"/>
              <a:gd name="T14" fmla="*/ 23 w 97"/>
              <a:gd name="T15" fmla="*/ 42 h 139"/>
              <a:gd name="T16" fmla="*/ 32 w 97"/>
              <a:gd name="T17" fmla="*/ 25 h 139"/>
              <a:gd name="T18" fmla="*/ 40 w 97"/>
              <a:gd name="T19" fmla="*/ 6 h 139"/>
              <a:gd name="T20" fmla="*/ 43 w 97"/>
              <a:gd name="T21" fmla="*/ 2 h 139"/>
              <a:gd name="T22" fmla="*/ 48 w 97"/>
              <a:gd name="T23" fmla="*/ 0 h 139"/>
              <a:gd name="T24" fmla="*/ 53 w 97"/>
              <a:gd name="T25" fmla="*/ 2 h 139"/>
              <a:gd name="T26" fmla="*/ 56 w 97"/>
              <a:gd name="T27" fmla="*/ 6 h 139"/>
              <a:gd name="T28" fmla="*/ 64 w 97"/>
              <a:gd name="T29" fmla="*/ 25 h 139"/>
              <a:gd name="T30" fmla="*/ 73 w 97"/>
              <a:gd name="T31" fmla="*/ 42 h 139"/>
              <a:gd name="T32" fmla="*/ 83 w 97"/>
              <a:gd name="T33" fmla="*/ 57 h 139"/>
              <a:gd name="T34" fmla="*/ 89 w 97"/>
              <a:gd name="T35" fmla="*/ 65 h 139"/>
              <a:gd name="T36" fmla="*/ 97 w 97"/>
              <a:gd name="T37" fmla="*/ 91 h 139"/>
              <a:gd name="T38" fmla="*/ 48 w 97"/>
              <a:gd name="T39" fmla="*/ 103 h 139"/>
              <a:gd name="T40" fmla="*/ 46 w 97"/>
              <a:gd name="T41" fmla="*/ 97 h 139"/>
              <a:gd name="T42" fmla="*/ 45 w 97"/>
              <a:gd name="T43" fmla="*/ 95 h 139"/>
              <a:gd name="T44" fmla="*/ 42 w 97"/>
              <a:gd name="T45" fmla="*/ 91 h 139"/>
              <a:gd name="T46" fmla="*/ 40 w 97"/>
              <a:gd name="T47" fmla="*/ 87 h 139"/>
              <a:gd name="T48" fmla="*/ 38 w 97"/>
              <a:gd name="T49" fmla="*/ 82 h 139"/>
              <a:gd name="T50" fmla="*/ 36 w 97"/>
              <a:gd name="T51" fmla="*/ 80 h 139"/>
              <a:gd name="T52" fmla="*/ 34 w 97"/>
              <a:gd name="T53" fmla="*/ 82 h 139"/>
              <a:gd name="T54" fmla="*/ 32 w 97"/>
              <a:gd name="T55" fmla="*/ 87 h 139"/>
              <a:gd name="T56" fmla="*/ 30 w 97"/>
              <a:gd name="T57" fmla="*/ 91 h 139"/>
              <a:gd name="T58" fmla="*/ 27 w 97"/>
              <a:gd name="T59" fmla="*/ 95 h 139"/>
              <a:gd name="T60" fmla="*/ 26 w 97"/>
              <a:gd name="T61" fmla="*/ 97 h 139"/>
              <a:gd name="T62" fmla="*/ 24 w 97"/>
              <a:gd name="T63" fmla="*/ 103 h 139"/>
              <a:gd name="T64" fmla="*/ 27 w 97"/>
              <a:gd name="T65" fmla="*/ 112 h 139"/>
              <a:gd name="T66" fmla="*/ 36 w 97"/>
              <a:gd name="T67" fmla="*/ 115 h 139"/>
              <a:gd name="T68" fmla="*/ 45 w 97"/>
              <a:gd name="T69" fmla="*/ 112 h 139"/>
              <a:gd name="T70" fmla="*/ 48 w 97"/>
              <a:gd name="T71" fmla="*/ 103 h 1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97" h="139">
                <a:moveTo>
                  <a:pt x="97" y="91"/>
                </a:moveTo>
                <a:cubicBezTo>
                  <a:pt x="97" y="104"/>
                  <a:pt x="92" y="116"/>
                  <a:pt x="82" y="125"/>
                </a:cubicBezTo>
                <a:cubicBezTo>
                  <a:pt x="73" y="135"/>
                  <a:pt x="61" y="139"/>
                  <a:pt x="48" y="139"/>
                </a:cubicBezTo>
                <a:cubicBezTo>
                  <a:pt x="35" y="139"/>
                  <a:pt x="23" y="135"/>
                  <a:pt x="14" y="125"/>
                </a:cubicBezTo>
                <a:cubicBezTo>
                  <a:pt x="4" y="116"/>
                  <a:pt x="0" y="104"/>
                  <a:pt x="0" y="91"/>
                </a:cubicBezTo>
                <a:cubicBezTo>
                  <a:pt x="0" y="82"/>
                  <a:pt x="2" y="73"/>
                  <a:pt x="7" y="65"/>
                </a:cubicBezTo>
                <a:cubicBezTo>
                  <a:pt x="8" y="64"/>
                  <a:pt x="10" y="62"/>
                  <a:pt x="13" y="57"/>
                </a:cubicBezTo>
                <a:cubicBezTo>
                  <a:pt x="17" y="51"/>
                  <a:pt x="20" y="47"/>
                  <a:pt x="23" y="42"/>
                </a:cubicBezTo>
                <a:cubicBezTo>
                  <a:pt x="26" y="38"/>
                  <a:pt x="29" y="32"/>
                  <a:pt x="32" y="25"/>
                </a:cubicBezTo>
                <a:cubicBezTo>
                  <a:pt x="36" y="19"/>
                  <a:pt x="38" y="12"/>
                  <a:pt x="40" y="6"/>
                </a:cubicBezTo>
                <a:cubicBezTo>
                  <a:pt x="41" y="4"/>
                  <a:pt x="42" y="3"/>
                  <a:pt x="43" y="2"/>
                </a:cubicBezTo>
                <a:cubicBezTo>
                  <a:pt x="45" y="1"/>
                  <a:pt x="46" y="0"/>
                  <a:pt x="48" y="0"/>
                </a:cubicBezTo>
                <a:cubicBezTo>
                  <a:pt x="50" y="0"/>
                  <a:pt x="51" y="1"/>
                  <a:pt x="53" y="2"/>
                </a:cubicBezTo>
                <a:cubicBezTo>
                  <a:pt x="55" y="3"/>
                  <a:pt x="56" y="4"/>
                  <a:pt x="56" y="6"/>
                </a:cubicBezTo>
                <a:cubicBezTo>
                  <a:pt x="58" y="12"/>
                  <a:pt x="61" y="19"/>
                  <a:pt x="64" y="25"/>
                </a:cubicBezTo>
                <a:cubicBezTo>
                  <a:pt x="67" y="32"/>
                  <a:pt x="71" y="38"/>
                  <a:pt x="73" y="42"/>
                </a:cubicBezTo>
                <a:cubicBezTo>
                  <a:pt x="76" y="47"/>
                  <a:pt x="79" y="51"/>
                  <a:pt x="83" y="57"/>
                </a:cubicBezTo>
                <a:cubicBezTo>
                  <a:pt x="87" y="62"/>
                  <a:pt x="88" y="64"/>
                  <a:pt x="89" y="65"/>
                </a:cubicBezTo>
                <a:cubicBezTo>
                  <a:pt x="94" y="73"/>
                  <a:pt x="97" y="82"/>
                  <a:pt x="97" y="91"/>
                </a:cubicBezTo>
                <a:close/>
                <a:moveTo>
                  <a:pt x="48" y="103"/>
                </a:moveTo>
                <a:cubicBezTo>
                  <a:pt x="48" y="101"/>
                  <a:pt x="47" y="99"/>
                  <a:pt x="46" y="97"/>
                </a:cubicBezTo>
                <a:cubicBezTo>
                  <a:pt x="46" y="97"/>
                  <a:pt x="46" y="96"/>
                  <a:pt x="45" y="95"/>
                </a:cubicBezTo>
                <a:cubicBezTo>
                  <a:pt x="44" y="93"/>
                  <a:pt x="43" y="92"/>
                  <a:pt x="42" y="91"/>
                </a:cubicBezTo>
                <a:cubicBezTo>
                  <a:pt x="42" y="90"/>
                  <a:pt x="41" y="88"/>
                  <a:pt x="40" y="87"/>
                </a:cubicBezTo>
                <a:cubicBezTo>
                  <a:pt x="39" y="85"/>
                  <a:pt x="38" y="83"/>
                  <a:pt x="38" y="82"/>
                </a:cubicBezTo>
                <a:cubicBezTo>
                  <a:pt x="38" y="81"/>
                  <a:pt x="37" y="80"/>
                  <a:pt x="36" y="80"/>
                </a:cubicBezTo>
                <a:cubicBezTo>
                  <a:pt x="35" y="80"/>
                  <a:pt x="34" y="81"/>
                  <a:pt x="34" y="82"/>
                </a:cubicBezTo>
                <a:cubicBezTo>
                  <a:pt x="34" y="83"/>
                  <a:pt x="33" y="85"/>
                  <a:pt x="32" y="87"/>
                </a:cubicBezTo>
                <a:cubicBezTo>
                  <a:pt x="31" y="88"/>
                  <a:pt x="30" y="90"/>
                  <a:pt x="30" y="91"/>
                </a:cubicBezTo>
                <a:cubicBezTo>
                  <a:pt x="29" y="92"/>
                  <a:pt x="28" y="93"/>
                  <a:pt x="27" y="95"/>
                </a:cubicBezTo>
                <a:cubicBezTo>
                  <a:pt x="26" y="96"/>
                  <a:pt x="26" y="97"/>
                  <a:pt x="26" y="97"/>
                </a:cubicBezTo>
                <a:cubicBezTo>
                  <a:pt x="25" y="99"/>
                  <a:pt x="24" y="101"/>
                  <a:pt x="24" y="103"/>
                </a:cubicBezTo>
                <a:cubicBezTo>
                  <a:pt x="24" y="107"/>
                  <a:pt x="25" y="109"/>
                  <a:pt x="27" y="112"/>
                </a:cubicBezTo>
                <a:cubicBezTo>
                  <a:pt x="30" y="114"/>
                  <a:pt x="33" y="115"/>
                  <a:pt x="36" y="115"/>
                </a:cubicBezTo>
                <a:cubicBezTo>
                  <a:pt x="39" y="115"/>
                  <a:pt x="42" y="114"/>
                  <a:pt x="45" y="112"/>
                </a:cubicBezTo>
                <a:cubicBezTo>
                  <a:pt x="47" y="109"/>
                  <a:pt x="48" y="107"/>
                  <a:pt x="48" y="10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67" name="Freeform 69"/>
          <p:cNvSpPr>
            <a:spLocks noEditPoints="1"/>
          </p:cNvSpPr>
          <p:nvPr/>
        </p:nvSpPr>
        <p:spPr bwMode="auto">
          <a:xfrm>
            <a:off x="8096095" y="1824385"/>
            <a:ext cx="244204" cy="190176"/>
          </a:xfrm>
          <a:custGeom>
            <a:avLst/>
            <a:gdLst>
              <a:gd name="T0" fmla="*/ 133 w 169"/>
              <a:gd name="T1" fmla="*/ 88 h 133"/>
              <a:gd name="T2" fmla="*/ 133 w 169"/>
              <a:gd name="T3" fmla="*/ 106 h 133"/>
              <a:gd name="T4" fmla="*/ 125 w 169"/>
              <a:gd name="T5" fmla="*/ 125 h 133"/>
              <a:gd name="T6" fmla="*/ 106 w 169"/>
              <a:gd name="T7" fmla="*/ 133 h 133"/>
              <a:gd name="T8" fmla="*/ 27 w 169"/>
              <a:gd name="T9" fmla="*/ 133 h 133"/>
              <a:gd name="T10" fmla="*/ 8 w 169"/>
              <a:gd name="T11" fmla="*/ 125 h 133"/>
              <a:gd name="T12" fmla="*/ 0 w 169"/>
              <a:gd name="T13" fmla="*/ 106 h 133"/>
              <a:gd name="T14" fmla="*/ 0 w 169"/>
              <a:gd name="T15" fmla="*/ 28 h 133"/>
              <a:gd name="T16" fmla="*/ 8 w 169"/>
              <a:gd name="T17" fmla="*/ 8 h 133"/>
              <a:gd name="T18" fmla="*/ 27 w 169"/>
              <a:gd name="T19" fmla="*/ 0 h 133"/>
              <a:gd name="T20" fmla="*/ 106 w 169"/>
              <a:gd name="T21" fmla="*/ 0 h 133"/>
              <a:gd name="T22" fmla="*/ 117 w 169"/>
              <a:gd name="T23" fmla="*/ 3 h 133"/>
              <a:gd name="T24" fmla="*/ 118 w 169"/>
              <a:gd name="T25" fmla="*/ 5 h 133"/>
              <a:gd name="T26" fmla="*/ 118 w 169"/>
              <a:gd name="T27" fmla="*/ 8 h 133"/>
              <a:gd name="T28" fmla="*/ 113 w 169"/>
              <a:gd name="T29" fmla="*/ 12 h 133"/>
              <a:gd name="T30" fmla="*/ 110 w 169"/>
              <a:gd name="T31" fmla="*/ 13 h 133"/>
              <a:gd name="T32" fmla="*/ 106 w 169"/>
              <a:gd name="T33" fmla="*/ 12 h 133"/>
              <a:gd name="T34" fmla="*/ 27 w 169"/>
              <a:gd name="T35" fmla="*/ 12 h 133"/>
              <a:gd name="T36" fmla="*/ 16 w 169"/>
              <a:gd name="T37" fmla="*/ 17 h 133"/>
              <a:gd name="T38" fmla="*/ 12 w 169"/>
              <a:gd name="T39" fmla="*/ 28 h 133"/>
              <a:gd name="T40" fmla="*/ 12 w 169"/>
              <a:gd name="T41" fmla="*/ 106 h 133"/>
              <a:gd name="T42" fmla="*/ 16 w 169"/>
              <a:gd name="T43" fmla="*/ 117 h 133"/>
              <a:gd name="T44" fmla="*/ 27 w 169"/>
              <a:gd name="T45" fmla="*/ 121 h 133"/>
              <a:gd name="T46" fmla="*/ 106 w 169"/>
              <a:gd name="T47" fmla="*/ 121 h 133"/>
              <a:gd name="T48" fmla="*/ 116 w 169"/>
              <a:gd name="T49" fmla="*/ 117 h 133"/>
              <a:gd name="T50" fmla="*/ 121 w 169"/>
              <a:gd name="T51" fmla="*/ 106 h 133"/>
              <a:gd name="T52" fmla="*/ 121 w 169"/>
              <a:gd name="T53" fmla="*/ 94 h 133"/>
              <a:gd name="T54" fmla="*/ 122 w 169"/>
              <a:gd name="T55" fmla="*/ 92 h 133"/>
              <a:gd name="T56" fmla="*/ 128 w 169"/>
              <a:gd name="T57" fmla="*/ 86 h 133"/>
              <a:gd name="T58" fmla="*/ 131 w 169"/>
              <a:gd name="T59" fmla="*/ 86 h 133"/>
              <a:gd name="T60" fmla="*/ 133 w 169"/>
              <a:gd name="T61" fmla="*/ 88 h 133"/>
              <a:gd name="T62" fmla="*/ 124 w 169"/>
              <a:gd name="T63" fmla="*/ 19 h 133"/>
              <a:gd name="T64" fmla="*/ 151 w 169"/>
              <a:gd name="T65" fmla="*/ 46 h 133"/>
              <a:gd name="T66" fmla="*/ 88 w 169"/>
              <a:gd name="T67" fmla="*/ 109 h 133"/>
              <a:gd name="T68" fmla="*/ 60 w 169"/>
              <a:gd name="T69" fmla="*/ 109 h 133"/>
              <a:gd name="T70" fmla="*/ 60 w 169"/>
              <a:gd name="T71" fmla="*/ 82 h 133"/>
              <a:gd name="T72" fmla="*/ 124 w 169"/>
              <a:gd name="T73" fmla="*/ 19 h 133"/>
              <a:gd name="T74" fmla="*/ 84 w 169"/>
              <a:gd name="T75" fmla="*/ 100 h 133"/>
              <a:gd name="T76" fmla="*/ 95 w 169"/>
              <a:gd name="T77" fmla="*/ 89 h 133"/>
              <a:gd name="T78" fmla="*/ 80 w 169"/>
              <a:gd name="T79" fmla="*/ 75 h 133"/>
              <a:gd name="T80" fmla="*/ 69 w 169"/>
              <a:gd name="T81" fmla="*/ 86 h 133"/>
              <a:gd name="T82" fmla="*/ 69 w 169"/>
              <a:gd name="T83" fmla="*/ 91 h 133"/>
              <a:gd name="T84" fmla="*/ 78 w 169"/>
              <a:gd name="T85" fmla="*/ 91 h 133"/>
              <a:gd name="T86" fmla="*/ 78 w 169"/>
              <a:gd name="T87" fmla="*/ 100 h 133"/>
              <a:gd name="T88" fmla="*/ 84 w 169"/>
              <a:gd name="T89" fmla="*/ 100 h 133"/>
              <a:gd name="T90" fmla="*/ 125 w 169"/>
              <a:gd name="T91" fmla="*/ 32 h 133"/>
              <a:gd name="T92" fmla="*/ 122 w 169"/>
              <a:gd name="T93" fmla="*/ 32 h 133"/>
              <a:gd name="T94" fmla="*/ 89 w 169"/>
              <a:gd name="T95" fmla="*/ 65 h 133"/>
              <a:gd name="T96" fmla="*/ 89 w 169"/>
              <a:gd name="T97" fmla="*/ 68 h 133"/>
              <a:gd name="T98" fmla="*/ 92 w 169"/>
              <a:gd name="T99" fmla="*/ 68 h 133"/>
              <a:gd name="T100" fmla="*/ 125 w 169"/>
              <a:gd name="T101" fmla="*/ 35 h 133"/>
              <a:gd name="T102" fmla="*/ 125 w 169"/>
              <a:gd name="T103" fmla="*/ 32 h 133"/>
              <a:gd name="T104" fmla="*/ 166 w 169"/>
              <a:gd name="T105" fmla="*/ 31 h 133"/>
              <a:gd name="T106" fmla="*/ 157 w 169"/>
              <a:gd name="T107" fmla="*/ 40 h 133"/>
              <a:gd name="T108" fmla="*/ 130 w 169"/>
              <a:gd name="T109" fmla="*/ 12 h 133"/>
              <a:gd name="T110" fmla="*/ 139 w 169"/>
              <a:gd name="T111" fmla="*/ 4 h 133"/>
              <a:gd name="T112" fmla="*/ 145 w 169"/>
              <a:gd name="T113" fmla="*/ 1 h 133"/>
              <a:gd name="T114" fmla="*/ 151 w 169"/>
              <a:gd name="T115" fmla="*/ 4 h 133"/>
              <a:gd name="T116" fmla="*/ 166 w 169"/>
              <a:gd name="T117" fmla="*/ 18 h 133"/>
              <a:gd name="T118" fmla="*/ 169 w 169"/>
              <a:gd name="T119" fmla="*/ 25 h 133"/>
              <a:gd name="T120" fmla="*/ 166 w 169"/>
              <a:gd name="T121" fmla="*/ 31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69" h="133">
                <a:moveTo>
                  <a:pt x="133" y="88"/>
                </a:moveTo>
                <a:cubicBezTo>
                  <a:pt x="133" y="106"/>
                  <a:pt x="133" y="106"/>
                  <a:pt x="133" y="106"/>
                </a:cubicBezTo>
                <a:cubicBezTo>
                  <a:pt x="133" y="114"/>
                  <a:pt x="130" y="120"/>
                  <a:pt x="125" y="125"/>
                </a:cubicBezTo>
                <a:cubicBezTo>
                  <a:pt x="120" y="131"/>
                  <a:pt x="113" y="133"/>
                  <a:pt x="106" y="133"/>
                </a:cubicBezTo>
                <a:cubicBezTo>
                  <a:pt x="27" y="133"/>
                  <a:pt x="27" y="133"/>
                  <a:pt x="27" y="133"/>
                </a:cubicBezTo>
                <a:cubicBezTo>
                  <a:pt x="20" y="133"/>
                  <a:pt x="13" y="131"/>
                  <a:pt x="8" y="125"/>
                </a:cubicBezTo>
                <a:cubicBezTo>
                  <a:pt x="3" y="120"/>
                  <a:pt x="0" y="114"/>
                  <a:pt x="0" y="106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0"/>
                  <a:pt x="3" y="14"/>
                  <a:pt x="8" y="8"/>
                </a:cubicBezTo>
                <a:cubicBezTo>
                  <a:pt x="13" y="3"/>
                  <a:pt x="20" y="0"/>
                  <a:pt x="27" y="0"/>
                </a:cubicBezTo>
                <a:cubicBezTo>
                  <a:pt x="106" y="0"/>
                  <a:pt x="106" y="0"/>
                  <a:pt x="106" y="0"/>
                </a:cubicBezTo>
                <a:cubicBezTo>
                  <a:pt x="110" y="0"/>
                  <a:pt x="113" y="1"/>
                  <a:pt x="117" y="3"/>
                </a:cubicBezTo>
                <a:cubicBezTo>
                  <a:pt x="118" y="3"/>
                  <a:pt x="118" y="4"/>
                  <a:pt x="118" y="5"/>
                </a:cubicBezTo>
                <a:cubicBezTo>
                  <a:pt x="119" y="6"/>
                  <a:pt x="118" y="7"/>
                  <a:pt x="118" y="8"/>
                </a:cubicBezTo>
                <a:cubicBezTo>
                  <a:pt x="113" y="12"/>
                  <a:pt x="113" y="12"/>
                  <a:pt x="113" y="12"/>
                </a:cubicBezTo>
                <a:cubicBezTo>
                  <a:pt x="112" y="13"/>
                  <a:pt x="111" y="13"/>
                  <a:pt x="110" y="13"/>
                </a:cubicBezTo>
                <a:cubicBezTo>
                  <a:pt x="109" y="13"/>
                  <a:pt x="107" y="12"/>
                  <a:pt x="106" y="12"/>
                </a:cubicBezTo>
                <a:cubicBezTo>
                  <a:pt x="27" y="12"/>
                  <a:pt x="27" y="12"/>
                  <a:pt x="27" y="12"/>
                </a:cubicBezTo>
                <a:cubicBezTo>
                  <a:pt x="23" y="12"/>
                  <a:pt x="19" y="14"/>
                  <a:pt x="16" y="17"/>
                </a:cubicBezTo>
                <a:cubicBezTo>
                  <a:pt x="13" y="20"/>
                  <a:pt x="12" y="23"/>
                  <a:pt x="12" y="28"/>
                </a:cubicBezTo>
                <a:cubicBezTo>
                  <a:pt x="12" y="106"/>
                  <a:pt x="12" y="106"/>
                  <a:pt x="12" y="106"/>
                </a:cubicBezTo>
                <a:cubicBezTo>
                  <a:pt x="12" y="110"/>
                  <a:pt x="13" y="114"/>
                  <a:pt x="16" y="117"/>
                </a:cubicBezTo>
                <a:cubicBezTo>
                  <a:pt x="19" y="120"/>
                  <a:pt x="23" y="121"/>
                  <a:pt x="27" y="121"/>
                </a:cubicBezTo>
                <a:cubicBezTo>
                  <a:pt x="106" y="121"/>
                  <a:pt x="106" y="121"/>
                  <a:pt x="106" y="121"/>
                </a:cubicBezTo>
                <a:cubicBezTo>
                  <a:pt x="110" y="121"/>
                  <a:pt x="113" y="120"/>
                  <a:pt x="116" y="117"/>
                </a:cubicBezTo>
                <a:cubicBezTo>
                  <a:pt x="119" y="114"/>
                  <a:pt x="121" y="110"/>
                  <a:pt x="121" y="106"/>
                </a:cubicBezTo>
                <a:cubicBezTo>
                  <a:pt x="121" y="94"/>
                  <a:pt x="121" y="94"/>
                  <a:pt x="121" y="94"/>
                </a:cubicBezTo>
                <a:cubicBezTo>
                  <a:pt x="121" y="94"/>
                  <a:pt x="121" y="93"/>
                  <a:pt x="122" y="92"/>
                </a:cubicBezTo>
                <a:cubicBezTo>
                  <a:pt x="128" y="86"/>
                  <a:pt x="128" y="86"/>
                  <a:pt x="128" y="86"/>
                </a:cubicBezTo>
                <a:cubicBezTo>
                  <a:pt x="129" y="85"/>
                  <a:pt x="130" y="85"/>
                  <a:pt x="131" y="86"/>
                </a:cubicBezTo>
                <a:cubicBezTo>
                  <a:pt x="132" y="86"/>
                  <a:pt x="133" y="87"/>
                  <a:pt x="133" y="88"/>
                </a:cubicBezTo>
                <a:close/>
                <a:moveTo>
                  <a:pt x="124" y="19"/>
                </a:moveTo>
                <a:cubicBezTo>
                  <a:pt x="151" y="46"/>
                  <a:pt x="151" y="46"/>
                  <a:pt x="151" y="46"/>
                </a:cubicBezTo>
                <a:cubicBezTo>
                  <a:pt x="88" y="109"/>
                  <a:pt x="88" y="109"/>
                  <a:pt x="88" y="109"/>
                </a:cubicBezTo>
                <a:cubicBezTo>
                  <a:pt x="60" y="109"/>
                  <a:pt x="60" y="109"/>
                  <a:pt x="60" y="109"/>
                </a:cubicBezTo>
                <a:cubicBezTo>
                  <a:pt x="60" y="82"/>
                  <a:pt x="60" y="82"/>
                  <a:pt x="60" y="82"/>
                </a:cubicBezTo>
                <a:lnTo>
                  <a:pt x="124" y="19"/>
                </a:lnTo>
                <a:close/>
                <a:moveTo>
                  <a:pt x="84" y="100"/>
                </a:moveTo>
                <a:cubicBezTo>
                  <a:pt x="95" y="89"/>
                  <a:pt x="95" y="89"/>
                  <a:pt x="95" y="89"/>
                </a:cubicBezTo>
                <a:cubicBezTo>
                  <a:pt x="80" y="75"/>
                  <a:pt x="80" y="75"/>
                  <a:pt x="80" y="75"/>
                </a:cubicBezTo>
                <a:cubicBezTo>
                  <a:pt x="69" y="86"/>
                  <a:pt x="69" y="86"/>
                  <a:pt x="69" y="86"/>
                </a:cubicBezTo>
                <a:cubicBezTo>
                  <a:pt x="69" y="91"/>
                  <a:pt x="69" y="91"/>
                  <a:pt x="69" y="91"/>
                </a:cubicBezTo>
                <a:cubicBezTo>
                  <a:pt x="78" y="91"/>
                  <a:pt x="78" y="91"/>
                  <a:pt x="78" y="91"/>
                </a:cubicBezTo>
                <a:cubicBezTo>
                  <a:pt x="78" y="100"/>
                  <a:pt x="78" y="100"/>
                  <a:pt x="78" y="100"/>
                </a:cubicBezTo>
                <a:lnTo>
                  <a:pt x="84" y="100"/>
                </a:lnTo>
                <a:close/>
                <a:moveTo>
                  <a:pt x="125" y="32"/>
                </a:moveTo>
                <a:cubicBezTo>
                  <a:pt x="124" y="31"/>
                  <a:pt x="123" y="31"/>
                  <a:pt x="122" y="32"/>
                </a:cubicBezTo>
                <a:cubicBezTo>
                  <a:pt x="89" y="65"/>
                  <a:pt x="89" y="65"/>
                  <a:pt x="89" y="65"/>
                </a:cubicBezTo>
                <a:cubicBezTo>
                  <a:pt x="88" y="66"/>
                  <a:pt x="88" y="67"/>
                  <a:pt x="89" y="68"/>
                </a:cubicBezTo>
                <a:cubicBezTo>
                  <a:pt x="90" y="69"/>
                  <a:pt x="91" y="69"/>
                  <a:pt x="92" y="68"/>
                </a:cubicBezTo>
                <a:cubicBezTo>
                  <a:pt x="125" y="35"/>
                  <a:pt x="125" y="35"/>
                  <a:pt x="125" y="35"/>
                </a:cubicBezTo>
                <a:cubicBezTo>
                  <a:pt x="126" y="34"/>
                  <a:pt x="126" y="33"/>
                  <a:pt x="125" y="32"/>
                </a:cubicBezTo>
                <a:close/>
                <a:moveTo>
                  <a:pt x="166" y="31"/>
                </a:moveTo>
                <a:cubicBezTo>
                  <a:pt x="157" y="40"/>
                  <a:pt x="157" y="40"/>
                  <a:pt x="157" y="40"/>
                </a:cubicBezTo>
                <a:cubicBezTo>
                  <a:pt x="130" y="12"/>
                  <a:pt x="130" y="12"/>
                  <a:pt x="130" y="12"/>
                </a:cubicBezTo>
                <a:cubicBezTo>
                  <a:pt x="139" y="4"/>
                  <a:pt x="139" y="4"/>
                  <a:pt x="139" y="4"/>
                </a:cubicBezTo>
                <a:cubicBezTo>
                  <a:pt x="140" y="2"/>
                  <a:pt x="143" y="1"/>
                  <a:pt x="145" y="1"/>
                </a:cubicBezTo>
                <a:cubicBezTo>
                  <a:pt x="148" y="1"/>
                  <a:pt x="150" y="2"/>
                  <a:pt x="151" y="4"/>
                </a:cubicBezTo>
                <a:cubicBezTo>
                  <a:pt x="166" y="18"/>
                  <a:pt x="166" y="18"/>
                  <a:pt x="166" y="18"/>
                </a:cubicBezTo>
                <a:cubicBezTo>
                  <a:pt x="168" y="20"/>
                  <a:pt x="169" y="22"/>
                  <a:pt x="169" y="25"/>
                </a:cubicBezTo>
                <a:cubicBezTo>
                  <a:pt x="169" y="27"/>
                  <a:pt x="168" y="29"/>
                  <a:pt x="166" y="3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68" name="Freeform 70"/>
          <p:cNvSpPr>
            <a:spLocks noEditPoints="1"/>
          </p:cNvSpPr>
          <p:nvPr/>
        </p:nvSpPr>
        <p:spPr bwMode="auto">
          <a:xfrm>
            <a:off x="8402971" y="1807097"/>
            <a:ext cx="224755" cy="207464"/>
          </a:xfrm>
          <a:custGeom>
            <a:avLst/>
            <a:gdLst>
              <a:gd name="T0" fmla="*/ 133 w 157"/>
              <a:gd name="T1" fmla="*/ 118 h 145"/>
              <a:gd name="T2" fmla="*/ 105 w 157"/>
              <a:gd name="T3" fmla="*/ 145 h 145"/>
              <a:gd name="T4" fmla="*/ 8 w 157"/>
              <a:gd name="T5" fmla="*/ 137 h 145"/>
              <a:gd name="T6" fmla="*/ 0 w 157"/>
              <a:gd name="T7" fmla="*/ 40 h 145"/>
              <a:gd name="T8" fmla="*/ 27 w 157"/>
              <a:gd name="T9" fmla="*/ 12 h 145"/>
              <a:gd name="T10" fmla="*/ 53 w 157"/>
              <a:gd name="T11" fmla="*/ 13 h 145"/>
              <a:gd name="T12" fmla="*/ 51 w 157"/>
              <a:gd name="T13" fmla="*/ 18 h 145"/>
              <a:gd name="T14" fmla="*/ 37 w 157"/>
              <a:gd name="T15" fmla="*/ 24 h 145"/>
              <a:gd name="T16" fmla="*/ 16 w 157"/>
              <a:gd name="T17" fmla="*/ 29 h 145"/>
              <a:gd name="T18" fmla="*/ 12 w 157"/>
              <a:gd name="T19" fmla="*/ 118 h 145"/>
              <a:gd name="T20" fmla="*/ 27 w 157"/>
              <a:gd name="T21" fmla="*/ 133 h 145"/>
              <a:gd name="T22" fmla="*/ 116 w 157"/>
              <a:gd name="T23" fmla="*/ 129 h 145"/>
              <a:gd name="T24" fmla="*/ 121 w 157"/>
              <a:gd name="T25" fmla="*/ 98 h 145"/>
              <a:gd name="T26" fmla="*/ 127 w 157"/>
              <a:gd name="T27" fmla="*/ 92 h 145"/>
              <a:gd name="T28" fmla="*/ 133 w 157"/>
              <a:gd name="T29" fmla="*/ 94 h 145"/>
              <a:gd name="T30" fmla="*/ 119 w 157"/>
              <a:gd name="T31" fmla="*/ 83 h 145"/>
              <a:gd name="T32" fmla="*/ 112 w 157"/>
              <a:gd name="T33" fmla="*/ 84 h 145"/>
              <a:gd name="T34" fmla="*/ 109 w 157"/>
              <a:gd name="T35" fmla="*/ 61 h 145"/>
              <a:gd name="T36" fmla="*/ 52 w 157"/>
              <a:gd name="T37" fmla="*/ 73 h 145"/>
              <a:gd name="T38" fmla="*/ 43 w 157"/>
              <a:gd name="T39" fmla="*/ 121 h 145"/>
              <a:gd name="T40" fmla="*/ 39 w 157"/>
              <a:gd name="T41" fmla="*/ 120 h 145"/>
              <a:gd name="T42" fmla="*/ 34 w 157"/>
              <a:gd name="T43" fmla="*/ 111 h 145"/>
              <a:gd name="T44" fmla="*/ 25 w 157"/>
              <a:gd name="T45" fmla="*/ 90 h 145"/>
              <a:gd name="T46" fmla="*/ 24 w 157"/>
              <a:gd name="T47" fmla="*/ 70 h 145"/>
              <a:gd name="T48" fmla="*/ 28 w 157"/>
              <a:gd name="T49" fmla="*/ 53 h 145"/>
              <a:gd name="T50" fmla="*/ 39 w 157"/>
              <a:gd name="T51" fmla="*/ 39 h 145"/>
              <a:gd name="T52" fmla="*/ 60 w 157"/>
              <a:gd name="T53" fmla="*/ 28 h 145"/>
              <a:gd name="T54" fmla="*/ 93 w 157"/>
              <a:gd name="T55" fmla="*/ 24 h 145"/>
              <a:gd name="T56" fmla="*/ 109 w 157"/>
              <a:gd name="T57" fmla="*/ 6 h 145"/>
              <a:gd name="T58" fmla="*/ 115 w 157"/>
              <a:gd name="T59" fmla="*/ 0 h 145"/>
              <a:gd name="T60" fmla="*/ 155 w 157"/>
              <a:gd name="T61" fmla="*/ 38 h 145"/>
              <a:gd name="T62" fmla="*/ 155 w 157"/>
              <a:gd name="T63" fmla="*/ 47 h 1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57" h="145">
                <a:moveTo>
                  <a:pt x="133" y="94"/>
                </a:moveTo>
                <a:cubicBezTo>
                  <a:pt x="133" y="118"/>
                  <a:pt x="133" y="118"/>
                  <a:pt x="133" y="118"/>
                </a:cubicBezTo>
                <a:cubicBezTo>
                  <a:pt x="133" y="126"/>
                  <a:pt x="130" y="132"/>
                  <a:pt x="125" y="137"/>
                </a:cubicBezTo>
                <a:cubicBezTo>
                  <a:pt x="119" y="143"/>
                  <a:pt x="113" y="145"/>
                  <a:pt x="105" y="145"/>
                </a:cubicBezTo>
                <a:cubicBezTo>
                  <a:pt x="27" y="145"/>
                  <a:pt x="27" y="145"/>
                  <a:pt x="27" y="145"/>
                </a:cubicBezTo>
                <a:cubicBezTo>
                  <a:pt x="19" y="145"/>
                  <a:pt x="13" y="143"/>
                  <a:pt x="8" y="137"/>
                </a:cubicBezTo>
                <a:cubicBezTo>
                  <a:pt x="2" y="132"/>
                  <a:pt x="0" y="126"/>
                  <a:pt x="0" y="118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32"/>
                  <a:pt x="2" y="26"/>
                  <a:pt x="8" y="20"/>
                </a:cubicBezTo>
                <a:cubicBezTo>
                  <a:pt x="13" y="15"/>
                  <a:pt x="19" y="12"/>
                  <a:pt x="27" y="12"/>
                </a:cubicBezTo>
                <a:cubicBezTo>
                  <a:pt x="51" y="12"/>
                  <a:pt x="51" y="12"/>
                  <a:pt x="51" y="12"/>
                </a:cubicBezTo>
                <a:cubicBezTo>
                  <a:pt x="52" y="12"/>
                  <a:pt x="52" y="13"/>
                  <a:pt x="53" y="13"/>
                </a:cubicBezTo>
                <a:cubicBezTo>
                  <a:pt x="54" y="14"/>
                  <a:pt x="54" y="15"/>
                  <a:pt x="54" y="15"/>
                </a:cubicBezTo>
                <a:cubicBezTo>
                  <a:pt x="54" y="17"/>
                  <a:pt x="53" y="18"/>
                  <a:pt x="51" y="18"/>
                </a:cubicBezTo>
                <a:cubicBezTo>
                  <a:pt x="47" y="20"/>
                  <a:pt x="42" y="22"/>
                  <a:pt x="39" y="24"/>
                </a:cubicBezTo>
                <a:cubicBezTo>
                  <a:pt x="38" y="24"/>
                  <a:pt x="38" y="24"/>
                  <a:pt x="37" y="24"/>
                </a:cubicBezTo>
                <a:cubicBezTo>
                  <a:pt x="27" y="24"/>
                  <a:pt x="27" y="24"/>
                  <a:pt x="27" y="24"/>
                </a:cubicBezTo>
                <a:cubicBezTo>
                  <a:pt x="23" y="24"/>
                  <a:pt x="19" y="26"/>
                  <a:pt x="16" y="29"/>
                </a:cubicBezTo>
                <a:cubicBezTo>
                  <a:pt x="13" y="32"/>
                  <a:pt x="12" y="35"/>
                  <a:pt x="12" y="40"/>
                </a:cubicBezTo>
                <a:cubicBezTo>
                  <a:pt x="12" y="118"/>
                  <a:pt x="12" y="118"/>
                  <a:pt x="12" y="118"/>
                </a:cubicBezTo>
                <a:cubicBezTo>
                  <a:pt x="12" y="122"/>
                  <a:pt x="13" y="126"/>
                  <a:pt x="16" y="129"/>
                </a:cubicBezTo>
                <a:cubicBezTo>
                  <a:pt x="19" y="132"/>
                  <a:pt x="23" y="133"/>
                  <a:pt x="27" y="133"/>
                </a:cubicBezTo>
                <a:cubicBezTo>
                  <a:pt x="105" y="133"/>
                  <a:pt x="105" y="133"/>
                  <a:pt x="105" y="133"/>
                </a:cubicBezTo>
                <a:cubicBezTo>
                  <a:pt x="110" y="133"/>
                  <a:pt x="113" y="132"/>
                  <a:pt x="116" y="129"/>
                </a:cubicBezTo>
                <a:cubicBezTo>
                  <a:pt x="119" y="126"/>
                  <a:pt x="121" y="122"/>
                  <a:pt x="121" y="118"/>
                </a:cubicBezTo>
                <a:cubicBezTo>
                  <a:pt x="121" y="98"/>
                  <a:pt x="121" y="98"/>
                  <a:pt x="121" y="98"/>
                </a:cubicBezTo>
                <a:cubicBezTo>
                  <a:pt x="121" y="97"/>
                  <a:pt x="121" y="96"/>
                  <a:pt x="122" y="95"/>
                </a:cubicBezTo>
                <a:cubicBezTo>
                  <a:pt x="124" y="94"/>
                  <a:pt x="126" y="93"/>
                  <a:pt x="127" y="92"/>
                </a:cubicBezTo>
                <a:cubicBezTo>
                  <a:pt x="128" y="91"/>
                  <a:pt x="130" y="91"/>
                  <a:pt x="131" y="91"/>
                </a:cubicBezTo>
                <a:cubicBezTo>
                  <a:pt x="132" y="92"/>
                  <a:pt x="133" y="92"/>
                  <a:pt x="133" y="94"/>
                </a:cubicBezTo>
                <a:close/>
                <a:moveTo>
                  <a:pt x="155" y="47"/>
                </a:moveTo>
                <a:cubicBezTo>
                  <a:pt x="119" y="83"/>
                  <a:pt x="119" y="83"/>
                  <a:pt x="119" y="83"/>
                </a:cubicBezTo>
                <a:cubicBezTo>
                  <a:pt x="118" y="84"/>
                  <a:pt x="116" y="85"/>
                  <a:pt x="115" y="85"/>
                </a:cubicBezTo>
                <a:cubicBezTo>
                  <a:pt x="114" y="85"/>
                  <a:pt x="113" y="85"/>
                  <a:pt x="112" y="84"/>
                </a:cubicBezTo>
                <a:cubicBezTo>
                  <a:pt x="110" y="83"/>
                  <a:pt x="109" y="82"/>
                  <a:pt x="109" y="79"/>
                </a:cubicBezTo>
                <a:cubicBezTo>
                  <a:pt x="109" y="61"/>
                  <a:pt x="109" y="61"/>
                  <a:pt x="109" y="61"/>
                </a:cubicBezTo>
                <a:cubicBezTo>
                  <a:pt x="93" y="61"/>
                  <a:pt x="93" y="61"/>
                  <a:pt x="93" y="61"/>
                </a:cubicBezTo>
                <a:cubicBezTo>
                  <a:pt x="73" y="61"/>
                  <a:pt x="59" y="65"/>
                  <a:pt x="52" y="73"/>
                </a:cubicBezTo>
                <a:cubicBezTo>
                  <a:pt x="44" y="82"/>
                  <a:pt x="42" y="97"/>
                  <a:pt x="45" y="118"/>
                </a:cubicBezTo>
                <a:cubicBezTo>
                  <a:pt x="45" y="119"/>
                  <a:pt x="45" y="120"/>
                  <a:pt x="43" y="121"/>
                </a:cubicBezTo>
                <a:cubicBezTo>
                  <a:pt x="43" y="121"/>
                  <a:pt x="42" y="121"/>
                  <a:pt x="42" y="121"/>
                </a:cubicBezTo>
                <a:cubicBezTo>
                  <a:pt x="41" y="121"/>
                  <a:pt x="40" y="121"/>
                  <a:pt x="39" y="120"/>
                </a:cubicBezTo>
                <a:cubicBezTo>
                  <a:pt x="39" y="119"/>
                  <a:pt x="38" y="118"/>
                  <a:pt x="37" y="117"/>
                </a:cubicBezTo>
                <a:cubicBezTo>
                  <a:pt x="37" y="116"/>
                  <a:pt x="36" y="114"/>
                  <a:pt x="34" y="111"/>
                </a:cubicBezTo>
                <a:cubicBezTo>
                  <a:pt x="32" y="107"/>
                  <a:pt x="30" y="104"/>
                  <a:pt x="29" y="101"/>
                </a:cubicBezTo>
                <a:cubicBezTo>
                  <a:pt x="28" y="98"/>
                  <a:pt x="27" y="95"/>
                  <a:pt x="25" y="90"/>
                </a:cubicBezTo>
                <a:cubicBezTo>
                  <a:pt x="24" y="86"/>
                  <a:pt x="24" y="82"/>
                  <a:pt x="24" y="79"/>
                </a:cubicBezTo>
                <a:cubicBezTo>
                  <a:pt x="24" y="76"/>
                  <a:pt x="24" y="73"/>
                  <a:pt x="24" y="70"/>
                </a:cubicBezTo>
                <a:cubicBezTo>
                  <a:pt x="24" y="68"/>
                  <a:pt x="25" y="65"/>
                  <a:pt x="25" y="62"/>
                </a:cubicBezTo>
                <a:cubicBezTo>
                  <a:pt x="26" y="59"/>
                  <a:pt x="27" y="56"/>
                  <a:pt x="28" y="53"/>
                </a:cubicBezTo>
                <a:cubicBezTo>
                  <a:pt x="29" y="51"/>
                  <a:pt x="31" y="48"/>
                  <a:pt x="33" y="46"/>
                </a:cubicBezTo>
                <a:cubicBezTo>
                  <a:pt x="34" y="43"/>
                  <a:pt x="37" y="41"/>
                  <a:pt x="39" y="39"/>
                </a:cubicBezTo>
                <a:cubicBezTo>
                  <a:pt x="41" y="37"/>
                  <a:pt x="44" y="35"/>
                  <a:pt x="48" y="33"/>
                </a:cubicBezTo>
                <a:cubicBezTo>
                  <a:pt x="51" y="31"/>
                  <a:pt x="55" y="30"/>
                  <a:pt x="60" y="28"/>
                </a:cubicBezTo>
                <a:cubicBezTo>
                  <a:pt x="64" y="27"/>
                  <a:pt x="69" y="26"/>
                  <a:pt x="75" y="25"/>
                </a:cubicBezTo>
                <a:cubicBezTo>
                  <a:pt x="81" y="25"/>
                  <a:pt x="87" y="24"/>
                  <a:pt x="93" y="24"/>
                </a:cubicBezTo>
                <a:cubicBezTo>
                  <a:pt x="109" y="24"/>
                  <a:pt x="109" y="24"/>
                  <a:pt x="109" y="24"/>
                </a:cubicBezTo>
                <a:cubicBezTo>
                  <a:pt x="109" y="6"/>
                  <a:pt x="109" y="6"/>
                  <a:pt x="109" y="6"/>
                </a:cubicBezTo>
                <a:cubicBezTo>
                  <a:pt x="109" y="4"/>
                  <a:pt x="110" y="2"/>
                  <a:pt x="112" y="1"/>
                </a:cubicBezTo>
                <a:cubicBezTo>
                  <a:pt x="113" y="0"/>
                  <a:pt x="114" y="0"/>
                  <a:pt x="115" y="0"/>
                </a:cubicBezTo>
                <a:cubicBezTo>
                  <a:pt x="116" y="0"/>
                  <a:pt x="118" y="1"/>
                  <a:pt x="119" y="2"/>
                </a:cubicBezTo>
                <a:cubicBezTo>
                  <a:pt x="155" y="38"/>
                  <a:pt x="155" y="38"/>
                  <a:pt x="155" y="38"/>
                </a:cubicBezTo>
                <a:cubicBezTo>
                  <a:pt x="156" y="40"/>
                  <a:pt x="157" y="41"/>
                  <a:pt x="157" y="43"/>
                </a:cubicBezTo>
                <a:cubicBezTo>
                  <a:pt x="157" y="44"/>
                  <a:pt x="156" y="46"/>
                  <a:pt x="155" y="4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69" name="Freeform 71"/>
          <p:cNvSpPr>
            <a:spLocks noEditPoints="1"/>
          </p:cNvSpPr>
          <p:nvPr/>
        </p:nvSpPr>
        <p:spPr bwMode="auto">
          <a:xfrm>
            <a:off x="8688235" y="1824385"/>
            <a:ext cx="224755" cy="190176"/>
          </a:xfrm>
          <a:custGeom>
            <a:avLst/>
            <a:gdLst>
              <a:gd name="T0" fmla="*/ 133 w 157"/>
              <a:gd name="T1" fmla="*/ 76 h 133"/>
              <a:gd name="T2" fmla="*/ 133 w 157"/>
              <a:gd name="T3" fmla="*/ 106 h 133"/>
              <a:gd name="T4" fmla="*/ 125 w 157"/>
              <a:gd name="T5" fmla="*/ 125 h 133"/>
              <a:gd name="T6" fmla="*/ 106 w 157"/>
              <a:gd name="T7" fmla="*/ 133 h 133"/>
              <a:gd name="T8" fmla="*/ 27 w 157"/>
              <a:gd name="T9" fmla="*/ 133 h 133"/>
              <a:gd name="T10" fmla="*/ 8 w 157"/>
              <a:gd name="T11" fmla="*/ 125 h 133"/>
              <a:gd name="T12" fmla="*/ 0 w 157"/>
              <a:gd name="T13" fmla="*/ 106 h 133"/>
              <a:gd name="T14" fmla="*/ 0 w 157"/>
              <a:gd name="T15" fmla="*/ 28 h 133"/>
              <a:gd name="T16" fmla="*/ 8 w 157"/>
              <a:gd name="T17" fmla="*/ 8 h 133"/>
              <a:gd name="T18" fmla="*/ 27 w 157"/>
              <a:gd name="T19" fmla="*/ 0 h 133"/>
              <a:gd name="T20" fmla="*/ 106 w 157"/>
              <a:gd name="T21" fmla="*/ 0 h 133"/>
              <a:gd name="T22" fmla="*/ 117 w 157"/>
              <a:gd name="T23" fmla="*/ 3 h 133"/>
              <a:gd name="T24" fmla="*/ 119 w 157"/>
              <a:gd name="T25" fmla="*/ 5 h 133"/>
              <a:gd name="T26" fmla="*/ 118 w 157"/>
              <a:gd name="T27" fmla="*/ 8 h 133"/>
              <a:gd name="T28" fmla="*/ 113 w 157"/>
              <a:gd name="T29" fmla="*/ 12 h 133"/>
              <a:gd name="T30" fmla="*/ 111 w 157"/>
              <a:gd name="T31" fmla="*/ 13 h 133"/>
              <a:gd name="T32" fmla="*/ 110 w 157"/>
              <a:gd name="T33" fmla="*/ 13 h 133"/>
              <a:gd name="T34" fmla="*/ 106 w 157"/>
              <a:gd name="T35" fmla="*/ 12 h 133"/>
              <a:gd name="T36" fmla="*/ 27 w 157"/>
              <a:gd name="T37" fmla="*/ 12 h 133"/>
              <a:gd name="T38" fmla="*/ 17 w 157"/>
              <a:gd name="T39" fmla="*/ 17 h 133"/>
              <a:gd name="T40" fmla="*/ 12 w 157"/>
              <a:gd name="T41" fmla="*/ 28 h 133"/>
              <a:gd name="T42" fmla="*/ 12 w 157"/>
              <a:gd name="T43" fmla="*/ 106 h 133"/>
              <a:gd name="T44" fmla="*/ 17 w 157"/>
              <a:gd name="T45" fmla="*/ 117 h 133"/>
              <a:gd name="T46" fmla="*/ 27 w 157"/>
              <a:gd name="T47" fmla="*/ 121 h 133"/>
              <a:gd name="T48" fmla="*/ 106 w 157"/>
              <a:gd name="T49" fmla="*/ 121 h 133"/>
              <a:gd name="T50" fmla="*/ 117 w 157"/>
              <a:gd name="T51" fmla="*/ 117 h 133"/>
              <a:gd name="T52" fmla="*/ 121 w 157"/>
              <a:gd name="T53" fmla="*/ 106 h 133"/>
              <a:gd name="T54" fmla="*/ 121 w 157"/>
              <a:gd name="T55" fmla="*/ 82 h 133"/>
              <a:gd name="T56" fmla="*/ 122 w 157"/>
              <a:gd name="T57" fmla="*/ 80 h 133"/>
              <a:gd name="T58" fmla="*/ 128 w 157"/>
              <a:gd name="T59" fmla="*/ 74 h 133"/>
              <a:gd name="T60" fmla="*/ 130 w 157"/>
              <a:gd name="T61" fmla="*/ 73 h 133"/>
              <a:gd name="T62" fmla="*/ 131 w 157"/>
              <a:gd name="T63" fmla="*/ 73 h 133"/>
              <a:gd name="T64" fmla="*/ 133 w 157"/>
              <a:gd name="T65" fmla="*/ 76 h 133"/>
              <a:gd name="T66" fmla="*/ 155 w 157"/>
              <a:gd name="T67" fmla="*/ 30 h 133"/>
              <a:gd name="T68" fmla="*/ 78 w 157"/>
              <a:gd name="T69" fmla="*/ 107 h 133"/>
              <a:gd name="T70" fmla="*/ 73 w 157"/>
              <a:gd name="T71" fmla="*/ 109 h 133"/>
              <a:gd name="T72" fmla="*/ 67 w 157"/>
              <a:gd name="T73" fmla="*/ 107 h 133"/>
              <a:gd name="T74" fmla="*/ 27 w 157"/>
              <a:gd name="T75" fmla="*/ 66 h 133"/>
              <a:gd name="T76" fmla="*/ 25 w 157"/>
              <a:gd name="T77" fmla="*/ 61 h 133"/>
              <a:gd name="T78" fmla="*/ 27 w 157"/>
              <a:gd name="T79" fmla="*/ 55 h 133"/>
              <a:gd name="T80" fmla="*/ 37 w 157"/>
              <a:gd name="T81" fmla="*/ 45 h 133"/>
              <a:gd name="T82" fmla="*/ 43 w 157"/>
              <a:gd name="T83" fmla="*/ 43 h 133"/>
              <a:gd name="T84" fmla="*/ 48 w 157"/>
              <a:gd name="T85" fmla="*/ 45 h 133"/>
              <a:gd name="T86" fmla="*/ 73 w 157"/>
              <a:gd name="T87" fmla="*/ 70 h 133"/>
              <a:gd name="T88" fmla="*/ 134 w 157"/>
              <a:gd name="T89" fmla="*/ 9 h 133"/>
              <a:gd name="T90" fmla="*/ 139 w 157"/>
              <a:gd name="T91" fmla="*/ 6 h 133"/>
              <a:gd name="T92" fmla="*/ 145 w 157"/>
              <a:gd name="T93" fmla="*/ 9 h 133"/>
              <a:gd name="T94" fmla="*/ 155 w 157"/>
              <a:gd name="T95" fmla="*/ 19 h 133"/>
              <a:gd name="T96" fmla="*/ 157 w 157"/>
              <a:gd name="T97" fmla="*/ 25 h 133"/>
              <a:gd name="T98" fmla="*/ 155 w 157"/>
              <a:gd name="T99" fmla="*/ 30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57" h="133">
                <a:moveTo>
                  <a:pt x="133" y="76"/>
                </a:moveTo>
                <a:cubicBezTo>
                  <a:pt x="133" y="106"/>
                  <a:pt x="133" y="106"/>
                  <a:pt x="133" y="106"/>
                </a:cubicBezTo>
                <a:cubicBezTo>
                  <a:pt x="133" y="114"/>
                  <a:pt x="131" y="120"/>
                  <a:pt x="125" y="125"/>
                </a:cubicBezTo>
                <a:cubicBezTo>
                  <a:pt x="120" y="131"/>
                  <a:pt x="114" y="133"/>
                  <a:pt x="106" y="133"/>
                </a:cubicBezTo>
                <a:cubicBezTo>
                  <a:pt x="27" y="133"/>
                  <a:pt x="27" y="133"/>
                  <a:pt x="27" y="133"/>
                </a:cubicBezTo>
                <a:cubicBezTo>
                  <a:pt x="20" y="133"/>
                  <a:pt x="14" y="131"/>
                  <a:pt x="8" y="125"/>
                </a:cubicBezTo>
                <a:cubicBezTo>
                  <a:pt x="3" y="120"/>
                  <a:pt x="0" y="114"/>
                  <a:pt x="0" y="106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0"/>
                  <a:pt x="3" y="14"/>
                  <a:pt x="8" y="8"/>
                </a:cubicBezTo>
                <a:cubicBezTo>
                  <a:pt x="14" y="3"/>
                  <a:pt x="20" y="0"/>
                  <a:pt x="27" y="0"/>
                </a:cubicBezTo>
                <a:cubicBezTo>
                  <a:pt x="106" y="0"/>
                  <a:pt x="106" y="0"/>
                  <a:pt x="106" y="0"/>
                </a:cubicBezTo>
                <a:cubicBezTo>
                  <a:pt x="110" y="0"/>
                  <a:pt x="114" y="1"/>
                  <a:pt x="117" y="3"/>
                </a:cubicBezTo>
                <a:cubicBezTo>
                  <a:pt x="118" y="3"/>
                  <a:pt x="119" y="4"/>
                  <a:pt x="119" y="5"/>
                </a:cubicBezTo>
                <a:cubicBezTo>
                  <a:pt x="119" y="6"/>
                  <a:pt x="119" y="7"/>
                  <a:pt x="118" y="8"/>
                </a:cubicBezTo>
                <a:cubicBezTo>
                  <a:pt x="113" y="12"/>
                  <a:pt x="113" y="12"/>
                  <a:pt x="113" y="12"/>
                </a:cubicBezTo>
                <a:cubicBezTo>
                  <a:pt x="113" y="13"/>
                  <a:pt x="112" y="13"/>
                  <a:pt x="111" y="13"/>
                </a:cubicBezTo>
                <a:cubicBezTo>
                  <a:pt x="111" y="13"/>
                  <a:pt x="111" y="13"/>
                  <a:pt x="110" y="13"/>
                </a:cubicBezTo>
                <a:cubicBezTo>
                  <a:pt x="109" y="13"/>
                  <a:pt x="108" y="12"/>
                  <a:pt x="106" y="12"/>
                </a:cubicBezTo>
                <a:cubicBezTo>
                  <a:pt x="27" y="12"/>
                  <a:pt x="27" y="12"/>
                  <a:pt x="27" y="12"/>
                </a:cubicBezTo>
                <a:cubicBezTo>
                  <a:pt x="23" y="12"/>
                  <a:pt x="20" y="14"/>
                  <a:pt x="17" y="17"/>
                </a:cubicBezTo>
                <a:cubicBezTo>
                  <a:pt x="14" y="20"/>
                  <a:pt x="12" y="23"/>
                  <a:pt x="12" y="28"/>
                </a:cubicBezTo>
                <a:cubicBezTo>
                  <a:pt x="12" y="106"/>
                  <a:pt x="12" y="106"/>
                  <a:pt x="12" y="106"/>
                </a:cubicBezTo>
                <a:cubicBezTo>
                  <a:pt x="12" y="110"/>
                  <a:pt x="14" y="114"/>
                  <a:pt x="17" y="117"/>
                </a:cubicBezTo>
                <a:cubicBezTo>
                  <a:pt x="20" y="120"/>
                  <a:pt x="23" y="121"/>
                  <a:pt x="27" y="121"/>
                </a:cubicBezTo>
                <a:cubicBezTo>
                  <a:pt x="106" y="121"/>
                  <a:pt x="106" y="121"/>
                  <a:pt x="106" y="121"/>
                </a:cubicBezTo>
                <a:cubicBezTo>
                  <a:pt x="110" y="121"/>
                  <a:pt x="114" y="120"/>
                  <a:pt x="117" y="117"/>
                </a:cubicBezTo>
                <a:cubicBezTo>
                  <a:pt x="120" y="114"/>
                  <a:pt x="121" y="110"/>
                  <a:pt x="121" y="106"/>
                </a:cubicBezTo>
                <a:cubicBezTo>
                  <a:pt x="121" y="82"/>
                  <a:pt x="121" y="82"/>
                  <a:pt x="121" y="82"/>
                </a:cubicBezTo>
                <a:cubicBezTo>
                  <a:pt x="121" y="81"/>
                  <a:pt x="122" y="81"/>
                  <a:pt x="122" y="80"/>
                </a:cubicBezTo>
                <a:cubicBezTo>
                  <a:pt x="128" y="74"/>
                  <a:pt x="128" y="74"/>
                  <a:pt x="128" y="74"/>
                </a:cubicBezTo>
                <a:cubicBezTo>
                  <a:pt x="129" y="73"/>
                  <a:pt x="130" y="73"/>
                  <a:pt x="130" y="73"/>
                </a:cubicBezTo>
                <a:cubicBezTo>
                  <a:pt x="131" y="73"/>
                  <a:pt x="131" y="73"/>
                  <a:pt x="131" y="73"/>
                </a:cubicBezTo>
                <a:cubicBezTo>
                  <a:pt x="133" y="74"/>
                  <a:pt x="133" y="75"/>
                  <a:pt x="133" y="76"/>
                </a:cubicBezTo>
                <a:close/>
                <a:moveTo>
                  <a:pt x="155" y="30"/>
                </a:moveTo>
                <a:cubicBezTo>
                  <a:pt x="78" y="107"/>
                  <a:pt x="78" y="107"/>
                  <a:pt x="78" y="107"/>
                </a:cubicBezTo>
                <a:cubicBezTo>
                  <a:pt x="77" y="108"/>
                  <a:pt x="75" y="109"/>
                  <a:pt x="73" y="109"/>
                </a:cubicBezTo>
                <a:cubicBezTo>
                  <a:pt x="71" y="109"/>
                  <a:pt x="69" y="108"/>
                  <a:pt x="67" y="107"/>
                </a:cubicBezTo>
                <a:cubicBezTo>
                  <a:pt x="27" y="66"/>
                  <a:pt x="27" y="66"/>
                  <a:pt x="27" y="66"/>
                </a:cubicBezTo>
                <a:cubicBezTo>
                  <a:pt x="25" y="65"/>
                  <a:pt x="25" y="63"/>
                  <a:pt x="25" y="61"/>
                </a:cubicBezTo>
                <a:cubicBezTo>
                  <a:pt x="25" y="59"/>
                  <a:pt x="25" y="57"/>
                  <a:pt x="27" y="55"/>
                </a:cubicBezTo>
                <a:cubicBezTo>
                  <a:pt x="37" y="45"/>
                  <a:pt x="37" y="45"/>
                  <a:pt x="37" y="45"/>
                </a:cubicBezTo>
                <a:cubicBezTo>
                  <a:pt x="39" y="44"/>
                  <a:pt x="41" y="43"/>
                  <a:pt x="43" y="43"/>
                </a:cubicBezTo>
                <a:cubicBezTo>
                  <a:pt x="45" y="43"/>
                  <a:pt x="46" y="44"/>
                  <a:pt x="48" y="45"/>
                </a:cubicBezTo>
                <a:cubicBezTo>
                  <a:pt x="73" y="70"/>
                  <a:pt x="73" y="70"/>
                  <a:pt x="73" y="70"/>
                </a:cubicBezTo>
                <a:cubicBezTo>
                  <a:pt x="134" y="9"/>
                  <a:pt x="134" y="9"/>
                  <a:pt x="134" y="9"/>
                </a:cubicBezTo>
                <a:cubicBezTo>
                  <a:pt x="136" y="7"/>
                  <a:pt x="137" y="6"/>
                  <a:pt x="139" y="6"/>
                </a:cubicBezTo>
                <a:cubicBezTo>
                  <a:pt x="141" y="6"/>
                  <a:pt x="143" y="7"/>
                  <a:pt x="145" y="9"/>
                </a:cubicBezTo>
                <a:cubicBezTo>
                  <a:pt x="155" y="19"/>
                  <a:pt x="155" y="19"/>
                  <a:pt x="155" y="19"/>
                </a:cubicBezTo>
                <a:cubicBezTo>
                  <a:pt x="157" y="21"/>
                  <a:pt x="157" y="22"/>
                  <a:pt x="157" y="25"/>
                </a:cubicBezTo>
                <a:cubicBezTo>
                  <a:pt x="157" y="27"/>
                  <a:pt x="157" y="28"/>
                  <a:pt x="155" y="3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70" name="Freeform 72"/>
          <p:cNvSpPr>
            <a:spLocks/>
          </p:cNvSpPr>
          <p:nvPr/>
        </p:nvSpPr>
        <p:spPr bwMode="auto">
          <a:xfrm>
            <a:off x="8977823" y="1807098"/>
            <a:ext cx="242043" cy="244204"/>
          </a:xfrm>
          <a:custGeom>
            <a:avLst/>
            <a:gdLst>
              <a:gd name="T0" fmla="*/ 169 w 169"/>
              <a:gd name="T1" fmla="*/ 85 h 170"/>
              <a:gd name="T2" fmla="*/ 168 w 169"/>
              <a:gd name="T3" fmla="*/ 89 h 170"/>
              <a:gd name="T4" fmla="*/ 143 w 169"/>
              <a:gd name="T5" fmla="*/ 113 h 170"/>
              <a:gd name="T6" fmla="*/ 139 w 169"/>
              <a:gd name="T7" fmla="*/ 115 h 170"/>
              <a:gd name="T8" fmla="*/ 135 w 169"/>
              <a:gd name="T9" fmla="*/ 113 h 170"/>
              <a:gd name="T10" fmla="*/ 133 w 169"/>
              <a:gd name="T11" fmla="*/ 109 h 170"/>
              <a:gd name="T12" fmla="*/ 133 w 169"/>
              <a:gd name="T13" fmla="*/ 97 h 170"/>
              <a:gd name="T14" fmla="*/ 97 w 169"/>
              <a:gd name="T15" fmla="*/ 97 h 170"/>
              <a:gd name="T16" fmla="*/ 97 w 169"/>
              <a:gd name="T17" fmla="*/ 133 h 170"/>
              <a:gd name="T18" fmla="*/ 109 w 169"/>
              <a:gd name="T19" fmla="*/ 133 h 170"/>
              <a:gd name="T20" fmla="*/ 113 w 169"/>
              <a:gd name="T21" fmla="*/ 135 h 170"/>
              <a:gd name="T22" fmla="*/ 115 w 169"/>
              <a:gd name="T23" fmla="*/ 139 h 170"/>
              <a:gd name="T24" fmla="*/ 113 w 169"/>
              <a:gd name="T25" fmla="*/ 144 h 170"/>
              <a:gd name="T26" fmla="*/ 89 w 169"/>
              <a:gd name="T27" fmla="*/ 168 h 170"/>
              <a:gd name="T28" fmla="*/ 85 w 169"/>
              <a:gd name="T29" fmla="*/ 170 h 170"/>
              <a:gd name="T30" fmla="*/ 80 w 169"/>
              <a:gd name="T31" fmla="*/ 168 h 170"/>
              <a:gd name="T32" fmla="*/ 56 w 169"/>
              <a:gd name="T33" fmla="*/ 144 h 170"/>
              <a:gd name="T34" fmla="*/ 54 w 169"/>
              <a:gd name="T35" fmla="*/ 139 h 170"/>
              <a:gd name="T36" fmla="*/ 56 w 169"/>
              <a:gd name="T37" fmla="*/ 135 h 170"/>
              <a:gd name="T38" fmla="*/ 60 w 169"/>
              <a:gd name="T39" fmla="*/ 133 h 170"/>
              <a:gd name="T40" fmla="*/ 73 w 169"/>
              <a:gd name="T41" fmla="*/ 133 h 170"/>
              <a:gd name="T42" fmla="*/ 73 w 169"/>
              <a:gd name="T43" fmla="*/ 97 h 170"/>
              <a:gd name="T44" fmla="*/ 36 w 169"/>
              <a:gd name="T45" fmla="*/ 97 h 170"/>
              <a:gd name="T46" fmla="*/ 36 w 169"/>
              <a:gd name="T47" fmla="*/ 109 h 170"/>
              <a:gd name="T48" fmla="*/ 34 w 169"/>
              <a:gd name="T49" fmla="*/ 113 h 170"/>
              <a:gd name="T50" fmla="*/ 30 w 169"/>
              <a:gd name="T51" fmla="*/ 115 h 170"/>
              <a:gd name="T52" fmla="*/ 26 w 169"/>
              <a:gd name="T53" fmla="*/ 113 h 170"/>
              <a:gd name="T54" fmla="*/ 2 w 169"/>
              <a:gd name="T55" fmla="*/ 89 h 170"/>
              <a:gd name="T56" fmla="*/ 0 w 169"/>
              <a:gd name="T57" fmla="*/ 85 h 170"/>
              <a:gd name="T58" fmla="*/ 2 w 169"/>
              <a:gd name="T59" fmla="*/ 81 h 170"/>
              <a:gd name="T60" fmla="*/ 26 w 169"/>
              <a:gd name="T61" fmla="*/ 57 h 170"/>
              <a:gd name="T62" fmla="*/ 30 w 169"/>
              <a:gd name="T63" fmla="*/ 55 h 170"/>
              <a:gd name="T64" fmla="*/ 34 w 169"/>
              <a:gd name="T65" fmla="*/ 57 h 170"/>
              <a:gd name="T66" fmla="*/ 36 w 169"/>
              <a:gd name="T67" fmla="*/ 61 h 170"/>
              <a:gd name="T68" fmla="*/ 36 w 169"/>
              <a:gd name="T69" fmla="*/ 73 h 170"/>
              <a:gd name="T70" fmla="*/ 73 w 169"/>
              <a:gd name="T71" fmla="*/ 73 h 170"/>
              <a:gd name="T72" fmla="*/ 73 w 169"/>
              <a:gd name="T73" fmla="*/ 37 h 170"/>
              <a:gd name="T74" fmla="*/ 60 w 169"/>
              <a:gd name="T75" fmla="*/ 37 h 170"/>
              <a:gd name="T76" fmla="*/ 56 w 169"/>
              <a:gd name="T77" fmla="*/ 35 h 170"/>
              <a:gd name="T78" fmla="*/ 54 w 169"/>
              <a:gd name="T79" fmla="*/ 31 h 170"/>
              <a:gd name="T80" fmla="*/ 56 w 169"/>
              <a:gd name="T81" fmla="*/ 26 h 170"/>
              <a:gd name="T82" fmla="*/ 80 w 169"/>
              <a:gd name="T83" fmla="*/ 2 h 170"/>
              <a:gd name="T84" fmla="*/ 85 w 169"/>
              <a:gd name="T85" fmla="*/ 0 h 170"/>
              <a:gd name="T86" fmla="*/ 89 w 169"/>
              <a:gd name="T87" fmla="*/ 2 h 170"/>
              <a:gd name="T88" fmla="*/ 113 w 169"/>
              <a:gd name="T89" fmla="*/ 26 h 170"/>
              <a:gd name="T90" fmla="*/ 115 w 169"/>
              <a:gd name="T91" fmla="*/ 31 h 170"/>
              <a:gd name="T92" fmla="*/ 113 w 169"/>
              <a:gd name="T93" fmla="*/ 35 h 170"/>
              <a:gd name="T94" fmla="*/ 109 w 169"/>
              <a:gd name="T95" fmla="*/ 37 h 170"/>
              <a:gd name="T96" fmla="*/ 97 w 169"/>
              <a:gd name="T97" fmla="*/ 37 h 170"/>
              <a:gd name="T98" fmla="*/ 97 w 169"/>
              <a:gd name="T99" fmla="*/ 73 h 170"/>
              <a:gd name="T100" fmla="*/ 133 w 169"/>
              <a:gd name="T101" fmla="*/ 73 h 170"/>
              <a:gd name="T102" fmla="*/ 133 w 169"/>
              <a:gd name="T103" fmla="*/ 61 h 170"/>
              <a:gd name="T104" fmla="*/ 135 w 169"/>
              <a:gd name="T105" fmla="*/ 57 h 170"/>
              <a:gd name="T106" fmla="*/ 139 w 169"/>
              <a:gd name="T107" fmla="*/ 55 h 170"/>
              <a:gd name="T108" fmla="*/ 143 w 169"/>
              <a:gd name="T109" fmla="*/ 57 h 170"/>
              <a:gd name="T110" fmla="*/ 168 w 169"/>
              <a:gd name="T111" fmla="*/ 81 h 170"/>
              <a:gd name="T112" fmla="*/ 169 w 169"/>
              <a:gd name="T113" fmla="*/ 85 h 1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69" h="170">
                <a:moveTo>
                  <a:pt x="169" y="85"/>
                </a:moveTo>
                <a:cubicBezTo>
                  <a:pt x="169" y="87"/>
                  <a:pt x="169" y="88"/>
                  <a:pt x="168" y="89"/>
                </a:cubicBezTo>
                <a:cubicBezTo>
                  <a:pt x="143" y="113"/>
                  <a:pt x="143" y="113"/>
                  <a:pt x="143" y="113"/>
                </a:cubicBezTo>
                <a:cubicBezTo>
                  <a:pt x="142" y="115"/>
                  <a:pt x="141" y="115"/>
                  <a:pt x="139" y="115"/>
                </a:cubicBezTo>
                <a:cubicBezTo>
                  <a:pt x="137" y="115"/>
                  <a:pt x="136" y="115"/>
                  <a:pt x="135" y="113"/>
                </a:cubicBezTo>
                <a:cubicBezTo>
                  <a:pt x="134" y="112"/>
                  <a:pt x="133" y="111"/>
                  <a:pt x="133" y="109"/>
                </a:cubicBezTo>
                <a:cubicBezTo>
                  <a:pt x="133" y="97"/>
                  <a:pt x="133" y="97"/>
                  <a:pt x="133" y="97"/>
                </a:cubicBezTo>
                <a:cubicBezTo>
                  <a:pt x="97" y="97"/>
                  <a:pt x="97" y="97"/>
                  <a:pt x="97" y="97"/>
                </a:cubicBezTo>
                <a:cubicBezTo>
                  <a:pt x="97" y="133"/>
                  <a:pt x="97" y="133"/>
                  <a:pt x="97" y="133"/>
                </a:cubicBezTo>
                <a:cubicBezTo>
                  <a:pt x="109" y="133"/>
                  <a:pt x="109" y="133"/>
                  <a:pt x="109" y="133"/>
                </a:cubicBezTo>
                <a:cubicBezTo>
                  <a:pt x="110" y="133"/>
                  <a:pt x="112" y="134"/>
                  <a:pt x="113" y="135"/>
                </a:cubicBezTo>
                <a:cubicBezTo>
                  <a:pt x="114" y="136"/>
                  <a:pt x="115" y="138"/>
                  <a:pt x="115" y="139"/>
                </a:cubicBezTo>
                <a:cubicBezTo>
                  <a:pt x="115" y="141"/>
                  <a:pt x="114" y="142"/>
                  <a:pt x="113" y="144"/>
                </a:cubicBezTo>
                <a:cubicBezTo>
                  <a:pt x="89" y="168"/>
                  <a:pt x="89" y="168"/>
                  <a:pt x="89" y="168"/>
                </a:cubicBezTo>
                <a:cubicBezTo>
                  <a:pt x="88" y="169"/>
                  <a:pt x="86" y="170"/>
                  <a:pt x="85" y="170"/>
                </a:cubicBezTo>
                <a:cubicBezTo>
                  <a:pt x="83" y="170"/>
                  <a:pt x="82" y="169"/>
                  <a:pt x="80" y="168"/>
                </a:cubicBezTo>
                <a:cubicBezTo>
                  <a:pt x="56" y="144"/>
                  <a:pt x="56" y="144"/>
                  <a:pt x="56" y="144"/>
                </a:cubicBezTo>
                <a:cubicBezTo>
                  <a:pt x="55" y="142"/>
                  <a:pt x="54" y="141"/>
                  <a:pt x="54" y="139"/>
                </a:cubicBezTo>
                <a:cubicBezTo>
                  <a:pt x="54" y="138"/>
                  <a:pt x="55" y="136"/>
                  <a:pt x="56" y="135"/>
                </a:cubicBezTo>
                <a:cubicBezTo>
                  <a:pt x="57" y="134"/>
                  <a:pt x="59" y="133"/>
                  <a:pt x="60" y="133"/>
                </a:cubicBezTo>
                <a:cubicBezTo>
                  <a:pt x="73" y="133"/>
                  <a:pt x="73" y="133"/>
                  <a:pt x="73" y="133"/>
                </a:cubicBezTo>
                <a:cubicBezTo>
                  <a:pt x="73" y="97"/>
                  <a:pt x="73" y="97"/>
                  <a:pt x="73" y="97"/>
                </a:cubicBezTo>
                <a:cubicBezTo>
                  <a:pt x="36" y="97"/>
                  <a:pt x="36" y="97"/>
                  <a:pt x="36" y="97"/>
                </a:cubicBezTo>
                <a:cubicBezTo>
                  <a:pt x="36" y="109"/>
                  <a:pt x="36" y="109"/>
                  <a:pt x="36" y="109"/>
                </a:cubicBezTo>
                <a:cubicBezTo>
                  <a:pt x="36" y="111"/>
                  <a:pt x="36" y="112"/>
                  <a:pt x="34" y="113"/>
                </a:cubicBezTo>
                <a:cubicBezTo>
                  <a:pt x="33" y="115"/>
                  <a:pt x="32" y="115"/>
                  <a:pt x="30" y="115"/>
                </a:cubicBezTo>
                <a:cubicBezTo>
                  <a:pt x="28" y="115"/>
                  <a:pt x="27" y="115"/>
                  <a:pt x="26" y="113"/>
                </a:cubicBezTo>
                <a:cubicBezTo>
                  <a:pt x="2" y="89"/>
                  <a:pt x="2" y="89"/>
                  <a:pt x="2" y="89"/>
                </a:cubicBezTo>
                <a:cubicBezTo>
                  <a:pt x="0" y="88"/>
                  <a:pt x="0" y="87"/>
                  <a:pt x="0" y="85"/>
                </a:cubicBezTo>
                <a:cubicBezTo>
                  <a:pt x="0" y="83"/>
                  <a:pt x="0" y="82"/>
                  <a:pt x="2" y="81"/>
                </a:cubicBezTo>
                <a:cubicBezTo>
                  <a:pt x="26" y="57"/>
                  <a:pt x="26" y="57"/>
                  <a:pt x="26" y="57"/>
                </a:cubicBezTo>
                <a:cubicBezTo>
                  <a:pt x="27" y="55"/>
                  <a:pt x="28" y="55"/>
                  <a:pt x="30" y="55"/>
                </a:cubicBezTo>
                <a:cubicBezTo>
                  <a:pt x="32" y="55"/>
                  <a:pt x="33" y="55"/>
                  <a:pt x="34" y="57"/>
                </a:cubicBezTo>
                <a:cubicBezTo>
                  <a:pt x="36" y="58"/>
                  <a:pt x="36" y="59"/>
                  <a:pt x="36" y="61"/>
                </a:cubicBezTo>
                <a:cubicBezTo>
                  <a:pt x="36" y="73"/>
                  <a:pt x="36" y="73"/>
                  <a:pt x="36" y="73"/>
                </a:cubicBezTo>
                <a:cubicBezTo>
                  <a:pt x="73" y="73"/>
                  <a:pt x="73" y="73"/>
                  <a:pt x="73" y="73"/>
                </a:cubicBezTo>
                <a:cubicBezTo>
                  <a:pt x="73" y="37"/>
                  <a:pt x="73" y="37"/>
                  <a:pt x="73" y="37"/>
                </a:cubicBezTo>
                <a:cubicBezTo>
                  <a:pt x="60" y="37"/>
                  <a:pt x="60" y="37"/>
                  <a:pt x="60" y="37"/>
                </a:cubicBezTo>
                <a:cubicBezTo>
                  <a:pt x="59" y="37"/>
                  <a:pt x="57" y="36"/>
                  <a:pt x="56" y="35"/>
                </a:cubicBezTo>
                <a:cubicBezTo>
                  <a:pt x="55" y="34"/>
                  <a:pt x="54" y="32"/>
                  <a:pt x="54" y="31"/>
                </a:cubicBezTo>
                <a:cubicBezTo>
                  <a:pt x="54" y="29"/>
                  <a:pt x="55" y="27"/>
                  <a:pt x="56" y="26"/>
                </a:cubicBezTo>
                <a:cubicBezTo>
                  <a:pt x="80" y="2"/>
                  <a:pt x="80" y="2"/>
                  <a:pt x="80" y="2"/>
                </a:cubicBezTo>
                <a:cubicBezTo>
                  <a:pt x="82" y="1"/>
                  <a:pt x="83" y="0"/>
                  <a:pt x="85" y="0"/>
                </a:cubicBezTo>
                <a:cubicBezTo>
                  <a:pt x="86" y="0"/>
                  <a:pt x="88" y="1"/>
                  <a:pt x="89" y="2"/>
                </a:cubicBezTo>
                <a:cubicBezTo>
                  <a:pt x="113" y="26"/>
                  <a:pt x="113" y="26"/>
                  <a:pt x="113" y="26"/>
                </a:cubicBezTo>
                <a:cubicBezTo>
                  <a:pt x="114" y="27"/>
                  <a:pt x="115" y="29"/>
                  <a:pt x="115" y="31"/>
                </a:cubicBezTo>
                <a:cubicBezTo>
                  <a:pt x="115" y="32"/>
                  <a:pt x="114" y="34"/>
                  <a:pt x="113" y="35"/>
                </a:cubicBezTo>
                <a:cubicBezTo>
                  <a:pt x="112" y="36"/>
                  <a:pt x="110" y="37"/>
                  <a:pt x="109" y="37"/>
                </a:cubicBezTo>
                <a:cubicBezTo>
                  <a:pt x="97" y="37"/>
                  <a:pt x="97" y="37"/>
                  <a:pt x="97" y="37"/>
                </a:cubicBezTo>
                <a:cubicBezTo>
                  <a:pt x="97" y="73"/>
                  <a:pt x="97" y="73"/>
                  <a:pt x="97" y="73"/>
                </a:cubicBezTo>
                <a:cubicBezTo>
                  <a:pt x="133" y="73"/>
                  <a:pt x="133" y="73"/>
                  <a:pt x="133" y="73"/>
                </a:cubicBezTo>
                <a:cubicBezTo>
                  <a:pt x="133" y="61"/>
                  <a:pt x="133" y="61"/>
                  <a:pt x="133" y="61"/>
                </a:cubicBezTo>
                <a:cubicBezTo>
                  <a:pt x="133" y="59"/>
                  <a:pt x="134" y="58"/>
                  <a:pt x="135" y="57"/>
                </a:cubicBezTo>
                <a:cubicBezTo>
                  <a:pt x="136" y="55"/>
                  <a:pt x="137" y="55"/>
                  <a:pt x="139" y="55"/>
                </a:cubicBezTo>
                <a:cubicBezTo>
                  <a:pt x="141" y="55"/>
                  <a:pt x="142" y="55"/>
                  <a:pt x="143" y="57"/>
                </a:cubicBezTo>
                <a:cubicBezTo>
                  <a:pt x="168" y="81"/>
                  <a:pt x="168" y="81"/>
                  <a:pt x="168" y="81"/>
                </a:cubicBezTo>
                <a:cubicBezTo>
                  <a:pt x="169" y="82"/>
                  <a:pt x="169" y="83"/>
                  <a:pt x="169" y="8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71" name="Freeform 73"/>
          <p:cNvSpPr>
            <a:spLocks/>
          </p:cNvSpPr>
          <p:nvPr/>
        </p:nvSpPr>
        <p:spPr bwMode="auto">
          <a:xfrm>
            <a:off x="9282538" y="1824385"/>
            <a:ext cx="138311" cy="209627"/>
          </a:xfrm>
          <a:custGeom>
            <a:avLst/>
            <a:gdLst>
              <a:gd name="T0" fmla="*/ 92 w 96"/>
              <a:gd name="T1" fmla="*/ 2 h 146"/>
              <a:gd name="T2" fmla="*/ 95 w 96"/>
              <a:gd name="T3" fmla="*/ 0 h 146"/>
              <a:gd name="T4" fmla="*/ 96 w 96"/>
              <a:gd name="T5" fmla="*/ 3 h 146"/>
              <a:gd name="T6" fmla="*/ 96 w 96"/>
              <a:gd name="T7" fmla="*/ 143 h 146"/>
              <a:gd name="T8" fmla="*/ 95 w 96"/>
              <a:gd name="T9" fmla="*/ 146 h 146"/>
              <a:gd name="T10" fmla="*/ 92 w 96"/>
              <a:gd name="T11" fmla="*/ 144 h 146"/>
              <a:gd name="T12" fmla="*/ 25 w 96"/>
              <a:gd name="T13" fmla="*/ 77 h 146"/>
              <a:gd name="T14" fmla="*/ 24 w 96"/>
              <a:gd name="T15" fmla="*/ 75 h 146"/>
              <a:gd name="T16" fmla="*/ 24 w 96"/>
              <a:gd name="T17" fmla="*/ 140 h 146"/>
              <a:gd name="T18" fmla="*/ 22 w 96"/>
              <a:gd name="T19" fmla="*/ 144 h 146"/>
              <a:gd name="T20" fmla="*/ 18 w 96"/>
              <a:gd name="T21" fmla="*/ 146 h 146"/>
              <a:gd name="T22" fmla="*/ 6 w 96"/>
              <a:gd name="T23" fmla="*/ 146 h 146"/>
              <a:gd name="T24" fmla="*/ 1 w 96"/>
              <a:gd name="T25" fmla="*/ 144 h 146"/>
              <a:gd name="T26" fmla="*/ 0 w 96"/>
              <a:gd name="T27" fmla="*/ 140 h 146"/>
              <a:gd name="T28" fmla="*/ 0 w 96"/>
              <a:gd name="T29" fmla="*/ 6 h 146"/>
              <a:gd name="T30" fmla="*/ 1 w 96"/>
              <a:gd name="T31" fmla="*/ 2 h 146"/>
              <a:gd name="T32" fmla="*/ 6 w 96"/>
              <a:gd name="T33" fmla="*/ 0 h 146"/>
              <a:gd name="T34" fmla="*/ 18 w 96"/>
              <a:gd name="T35" fmla="*/ 0 h 146"/>
              <a:gd name="T36" fmla="*/ 22 w 96"/>
              <a:gd name="T37" fmla="*/ 2 h 146"/>
              <a:gd name="T38" fmla="*/ 24 w 96"/>
              <a:gd name="T39" fmla="*/ 6 h 146"/>
              <a:gd name="T40" fmla="*/ 24 w 96"/>
              <a:gd name="T41" fmla="*/ 71 h 146"/>
              <a:gd name="T42" fmla="*/ 25 w 96"/>
              <a:gd name="T43" fmla="*/ 69 h 146"/>
              <a:gd name="T44" fmla="*/ 92 w 96"/>
              <a:gd name="T45" fmla="*/ 2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96" h="146">
                <a:moveTo>
                  <a:pt x="92" y="2"/>
                </a:moveTo>
                <a:cubicBezTo>
                  <a:pt x="93" y="0"/>
                  <a:pt x="94" y="0"/>
                  <a:pt x="95" y="0"/>
                </a:cubicBezTo>
                <a:cubicBezTo>
                  <a:pt x="96" y="1"/>
                  <a:pt x="96" y="2"/>
                  <a:pt x="96" y="3"/>
                </a:cubicBezTo>
                <a:cubicBezTo>
                  <a:pt x="96" y="143"/>
                  <a:pt x="96" y="143"/>
                  <a:pt x="96" y="143"/>
                </a:cubicBezTo>
                <a:cubicBezTo>
                  <a:pt x="96" y="144"/>
                  <a:pt x="96" y="145"/>
                  <a:pt x="95" y="146"/>
                </a:cubicBezTo>
                <a:cubicBezTo>
                  <a:pt x="94" y="146"/>
                  <a:pt x="93" y="146"/>
                  <a:pt x="92" y="144"/>
                </a:cubicBezTo>
                <a:cubicBezTo>
                  <a:pt x="25" y="77"/>
                  <a:pt x="25" y="77"/>
                  <a:pt x="25" y="77"/>
                </a:cubicBezTo>
                <a:cubicBezTo>
                  <a:pt x="25" y="77"/>
                  <a:pt x="24" y="76"/>
                  <a:pt x="24" y="75"/>
                </a:cubicBezTo>
                <a:cubicBezTo>
                  <a:pt x="24" y="140"/>
                  <a:pt x="24" y="140"/>
                  <a:pt x="24" y="140"/>
                </a:cubicBezTo>
                <a:cubicBezTo>
                  <a:pt x="24" y="141"/>
                  <a:pt x="23" y="143"/>
                  <a:pt x="22" y="144"/>
                </a:cubicBezTo>
                <a:cubicBezTo>
                  <a:pt x="21" y="145"/>
                  <a:pt x="19" y="146"/>
                  <a:pt x="18" y="146"/>
                </a:cubicBezTo>
                <a:cubicBezTo>
                  <a:pt x="6" y="146"/>
                  <a:pt x="6" y="146"/>
                  <a:pt x="6" y="146"/>
                </a:cubicBezTo>
                <a:cubicBezTo>
                  <a:pt x="4" y="146"/>
                  <a:pt x="3" y="145"/>
                  <a:pt x="1" y="144"/>
                </a:cubicBezTo>
                <a:cubicBezTo>
                  <a:pt x="0" y="143"/>
                  <a:pt x="0" y="141"/>
                  <a:pt x="0" y="140"/>
                </a:cubicBezTo>
                <a:cubicBezTo>
                  <a:pt x="0" y="6"/>
                  <a:pt x="0" y="6"/>
                  <a:pt x="0" y="6"/>
                </a:cubicBezTo>
                <a:cubicBezTo>
                  <a:pt x="0" y="5"/>
                  <a:pt x="0" y="3"/>
                  <a:pt x="1" y="2"/>
                </a:cubicBezTo>
                <a:cubicBezTo>
                  <a:pt x="3" y="1"/>
                  <a:pt x="4" y="0"/>
                  <a:pt x="6" y="0"/>
                </a:cubicBezTo>
                <a:cubicBezTo>
                  <a:pt x="18" y="0"/>
                  <a:pt x="18" y="0"/>
                  <a:pt x="18" y="0"/>
                </a:cubicBezTo>
                <a:cubicBezTo>
                  <a:pt x="19" y="0"/>
                  <a:pt x="21" y="1"/>
                  <a:pt x="22" y="2"/>
                </a:cubicBezTo>
                <a:cubicBezTo>
                  <a:pt x="23" y="3"/>
                  <a:pt x="24" y="5"/>
                  <a:pt x="24" y="6"/>
                </a:cubicBezTo>
                <a:cubicBezTo>
                  <a:pt x="24" y="71"/>
                  <a:pt x="24" y="71"/>
                  <a:pt x="24" y="71"/>
                </a:cubicBezTo>
                <a:cubicBezTo>
                  <a:pt x="24" y="70"/>
                  <a:pt x="25" y="69"/>
                  <a:pt x="25" y="69"/>
                </a:cubicBezTo>
                <a:lnTo>
                  <a:pt x="92" y="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72" name="Freeform 74"/>
          <p:cNvSpPr>
            <a:spLocks/>
          </p:cNvSpPr>
          <p:nvPr/>
        </p:nvSpPr>
        <p:spPr bwMode="auto">
          <a:xfrm>
            <a:off x="9483519" y="1824385"/>
            <a:ext cx="242043" cy="209627"/>
          </a:xfrm>
          <a:custGeom>
            <a:avLst/>
            <a:gdLst>
              <a:gd name="T0" fmla="*/ 165 w 169"/>
              <a:gd name="T1" fmla="*/ 2 h 146"/>
              <a:gd name="T2" fmla="*/ 168 w 169"/>
              <a:gd name="T3" fmla="*/ 0 h 146"/>
              <a:gd name="T4" fmla="*/ 169 w 169"/>
              <a:gd name="T5" fmla="*/ 3 h 146"/>
              <a:gd name="T6" fmla="*/ 169 w 169"/>
              <a:gd name="T7" fmla="*/ 143 h 146"/>
              <a:gd name="T8" fmla="*/ 168 w 169"/>
              <a:gd name="T9" fmla="*/ 146 h 146"/>
              <a:gd name="T10" fmla="*/ 165 w 169"/>
              <a:gd name="T11" fmla="*/ 144 h 146"/>
              <a:gd name="T12" fmla="*/ 98 w 169"/>
              <a:gd name="T13" fmla="*/ 77 h 146"/>
              <a:gd name="T14" fmla="*/ 97 w 169"/>
              <a:gd name="T15" fmla="*/ 75 h 146"/>
              <a:gd name="T16" fmla="*/ 97 w 169"/>
              <a:gd name="T17" fmla="*/ 143 h 146"/>
              <a:gd name="T18" fmla="*/ 95 w 169"/>
              <a:gd name="T19" fmla="*/ 146 h 146"/>
              <a:gd name="T20" fmla="*/ 92 w 169"/>
              <a:gd name="T21" fmla="*/ 144 h 146"/>
              <a:gd name="T22" fmla="*/ 25 w 169"/>
              <a:gd name="T23" fmla="*/ 77 h 146"/>
              <a:gd name="T24" fmla="*/ 24 w 169"/>
              <a:gd name="T25" fmla="*/ 75 h 146"/>
              <a:gd name="T26" fmla="*/ 24 w 169"/>
              <a:gd name="T27" fmla="*/ 140 h 146"/>
              <a:gd name="T28" fmla="*/ 22 w 169"/>
              <a:gd name="T29" fmla="*/ 144 h 146"/>
              <a:gd name="T30" fmla="*/ 18 w 169"/>
              <a:gd name="T31" fmla="*/ 146 h 146"/>
              <a:gd name="T32" fmla="*/ 6 w 169"/>
              <a:gd name="T33" fmla="*/ 146 h 146"/>
              <a:gd name="T34" fmla="*/ 2 w 169"/>
              <a:gd name="T35" fmla="*/ 144 h 146"/>
              <a:gd name="T36" fmla="*/ 0 w 169"/>
              <a:gd name="T37" fmla="*/ 140 h 146"/>
              <a:gd name="T38" fmla="*/ 0 w 169"/>
              <a:gd name="T39" fmla="*/ 6 h 146"/>
              <a:gd name="T40" fmla="*/ 2 w 169"/>
              <a:gd name="T41" fmla="*/ 2 h 146"/>
              <a:gd name="T42" fmla="*/ 6 w 169"/>
              <a:gd name="T43" fmla="*/ 0 h 146"/>
              <a:gd name="T44" fmla="*/ 18 w 169"/>
              <a:gd name="T45" fmla="*/ 0 h 146"/>
              <a:gd name="T46" fmla="*/ 22 w 169"/>
              <a:gd name="T47" fmla="*/ 2 h 146"/>
              <a:gd name="T48" fmla="*/ 24 w 169"/>
              <a:gd name="T49" fmla="*/ 6 h 146"/>
              <a:gd name="T50" fmla="*/ 24 w 169"/>
              <a:gd name="T51" fmla="*/ 71 h 146"/>
              <a:gd name="T52" fmla="*/ 25 w 169"/>
              <a:gd name="T53" fmla="*/ 69 h 146"/>
              <a:gd name="T54" fmla="*/ 92 w 169"/>
              <a:gd name="T55" fmla="*/ 2 h 146"/>
              <a:gd name="T56" fmla="*/ 95 w 169"/>
              <a:gd name="T57" fmla="*/ 0 h 146"/>
              <a:gd name="T58" fmla="*/ 97 w 169"/>
              <a:gd name="T59" fmla="*/ 3 h 146"/>
              <a:gd name="T60" fmla="*/ 97 w 169"/>
              <a:gd name="T61" fmla="*/ 71 h 146"/>
              <a:gd name="T62" fmla="*/ 98 w 169"/>
              <a:gd name="T63" fmla="*/ 69 h 146"/>
              <a:gd name="T64" fmla="*/ 165 w 169"/>
              <a:gd name="T65" fmla="*/ 2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69" h="146">
                <a:moveTo>
                  <a:pt x="165" y="2"/>
                </a:moveTo>
                <a:cubicBezTo>
                  <a:pt x="166" y="0"/>
                  <a:pt x="167" y="0"/>
                  <a:pt x="168" y="0"/>
                </a:cubicBezTo>
                <a:cubicBezTo>
                  <a:pt x="169" y="1"/>
                  <a:pt x="169" y="2"/>
                  <a:pt x="169" y="3"/>
                </a:cubicBezTo>
                <a:cubicBezTo>
                  <a:pt x="169" y="143"/>
                  <a:pt x="169" y="143"/>
                  <a:pt x="169" y="143"/>
                </a:cubicBezTo>
                <a:cubicBezTo>
                  <a:pt x="169" y="144"/>
                  <a:pt x="169" y="145"/>
                  <a:pt x="168" y="146"/>
                </a:cubicBezTo>
                <a:cubicBezTo>
                  <a:pt x="167" y="146"/>
                  <a:pt x="166" y="146"/>
                  <a:pt x="165" y="144"/>
                </a:cubicBezTo>
                <a:cubicBezTo>
                  <a:pt x="98" y="77"/>
                  <a:pt x="98" y="77"/>
                  <a:pt x="98" y="77"/>
                </a:cubicBezTo>
                <a:cubicBezTo>
                  <a:pt x="97" y="77"/>
                  <a:pt x="97" y="76"/>
                  <a:pt x="97" y="75"/>
                </a:cubicBezTo>
                <a:cubicBezTo>
                  <a:pt x="97" y="143"/>
                  <a:pt x="97" y="143"/>
                  <a:pt x="97" y="143"/>
                </a:cubicBezTo>
                <a:cubicBezTo>
                  <a:pt x="97" y="144"/>
                  <a:pt x="96" y="145"/>
                  <a:pt x="95" y="146"/>
                </a:cubicBezTo>
                <a:cubicBezTo>
                  <a:pt x="95" y="146"/>
                  <a:pt x="94" y="146"/>
                  <a:pt x="92" y="144"/>
                </a:cubicBezTo>
                <a:cubicBezTo>
                  <a:pt x="25" y="77"/>
                  <a:pt x="25" y="77"/>
                  <a:pt x="25" y="77"/>
                </a:cubicBezTo>
                <a:cubicBezTo>
                  <a:pt x="25" y="77"/>
                  <a:pt x="24" y="76"/>
                  <a:pt x="24" y="75"/>
                </a:cubicBezTo>
                <a:cubicBezTo>
                  <a:pt x="24" y="140"/>
                  <a:pt x="24" y="140"/>
                  <a:pt x="24" y="140"/>
                </a:cubicBezTo>
                <a:cubicBezTo>
                  <a:pt x="24" y="141"/>
                  <a:pt x="23" y="143"/>
                  <a:pt x="22" y="144"/>
                </a:cubicBezTo>
                <a:cubicBezTo>
                  <a:pt x="21" y="145"/>
                  <a:pt x="20" y="146"/>
                  <a:pt x="18" y="146"/>
                </a:cubicBezTo>
                <a:cubicBezTo>
                  <a:pt x="6" y="146"/>
                  <a:pt x="6" y="146"/>
                  <a:pt x="6" y="146"/>
                </a:cubicBezTo>
                <a:cubicBezTo>
                  <a:pt x="4" y="146"/>
                  <a:pt x="3" y="145"/>
                  <a:pt x="2" y="144"/>
                </a:cubicBezTo>
                <a:cubicBezTo>
                  <a:pt x="0" y="143"/>
                  <a:pt x="0" y="141"/>
                  <a:pt x="0" y="140"/>
                </a:cubicBezTo>
                <a:cubicBezTo>
                  <a:pt x="0" y="6"/>
                  <a:pt x="0" y="6"/>
                  <a:pt x="0" y="6"/>
                </a:cubicBezTo>
                <a:cubicBezTo>
                  <a:pt x="0" y="5"/>
                  <a:pt x="0" y="3"/>
                  <a:pt x="2" y="2"/>
                </a:cubicBezTo>
                <a:cubicBezTo>
                  <a:pt x="3" y="1"/>
                  <a:pt x="4" y="0"/>
                  <a:pt x="6" y="0"/>
                </a:cubicBezTo>
                <a:cubicBezTo>
                  <a:pt x="18" y="0"/>
                  <a:pt x="18" y="0"/>
                  <a:pt x="18" y="0"/>
                </a:cubicBezTo>
                <a:cubicBezTo>
                  <a:pt x="20" y="0"/>
                  <a:pt x="21" y="1"/>
                  <a:pt x="22" y="2"/>
                </a:cubicBezTo>
                <a:cubicBezTo>
                  <a:pt x="23" y="3"/>
                  <a:pt x="24" y="5"/>
                  <a:pt x="24" y="6"/>
                </a:cubicBezTo>
                <a:cubicBezTo>
                  <a:pt x="24" y="71"/>
                  <a:pt x="24" y="71"/>
                  <a:pt x="24" y="71"/>
                </a:cubicBezTo>
                <a:cubicBezTo>
                  <a:pt x="24" y="70"/>
                  <a:pt x="25" y="69"/>
                  <a:pt x="25" y="69"/>
                </a:cubicBezTo>
                <a:cubicBezTo>
                  <a:pt x="92" y="2"/>
                  <a:pt x="92" y="2"/>
                  <a:pt x="92" y="2"/>
                </a:cubicBezTo>
                <a:cubicBezTo>
                  <a:pt x="94" y="0"/>
                  <a:pt x="95" y="0"/>
                  <a:pt x="95" y="0"/>
                </a:cubicBezTo>
                <a:cubicBezTo>
                  <a:pt x="96" y="1"/>
                  <a:pt x="97" y="2"/>
                  <a:pt x="97" y="3"/>
                </a:cubicBezTo>
                <a:cubicBezTo>
                  <a:pt x="97" y="71"/>
                  <a:pt x="97" y="71"/>
                  <a:pt x="97" y="71"/>
                </a:cubicBezTo>
                <a:cubicBezTo>
                  <a:pt x="97" y="70"/>
                  <a:pt x="97" y="69"/>
                  <a:pt x="98" y="69"/>
                </a:cubicBezTo>
                <a:lnTo>
                  <a:pt x="165" y="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73" name="Freeform 75"/>
          <p:cNvSpPr>
            <a:spLocks/>
          </p:cNvSpPr>
          <p:nvPr/>
        </p:nvSpPr>
        <p:spPr bwMode="auto">
          <a:xfrm>
            <a:off x="9803363" y="1824385"/>
            <a:ext cx="209627" cy="209627"/>
          </a:xfrm>
          <a:custGeom>
            <a:avLst/>
            <a:gdLst>
              <a:gd name="T0" fmla="*/ 142 w 146"/>
              <a:gd name="T1" fmla="*/ 2 h 146"/>
              <a:gd name="T2" fmla="*/ 145 w 146"/>
              <a:gd name="T3" fmla="*/ 0 h 146"/>
              <a:gd name="T4" fmla="*/ 146 w 146"/>
              <a:gd name="T5" fmla="*/ 3 h 146"/>
              <a:gd name="T6" fmla="*/ 146 w 146"/>
              <a:gd name="T7" fmla="*/ 143 h 146"/>
              <a:gd name="T8" fmla="*/ 145 w 146"/>
              <a:gd name="T9" fmla="*/ 146 h 146"/>
              <a:gd name="T10" fmla="*/ 142 w 146"/>
              <a:gd name="T11" fmla="*/ 144 h 146"/>
              <a:gd name="T12" fmla="*/ 74 w 146"/>
              <a:gd name="T13" fmla="*/ 77 h 146"/>
              <a:gd name="T14" fmla="*/ 73 w 146"/>
              <a:gd name="T15" fmla="*/ 75 h 146"/>
              <a:gd name="T16" fmla="*/ 73 w 146"/>
              <a:gd name="T17" fmla="*/ 143 h 146"/>
              <a:gd name="T18" fmla="*/ 72 w 146"/>
              <a:gd name="T19" fmla="*/ 146 h 146"/>
              <a:gd name="T20" fmla="*/ 69 w 146"/>
              <a:gd name="T21" fmla="*/ 144 h 146"/>
              <a:gd name="T22" fmla="*/ 2 w 146"/>
              <a:gd name="T23" fmla="*/ 77 h 146"/>
              <a:gd name="T24" fmla="*/ 0 w 146"/>
              <a:gd name="T25" fmla="*/ 73 h 146"/>
              <a:gd name="T26" fmla="*/ 2 w 146"/>
              <a:gd name="T27" fmla="*/ 69 h 146"/>
              <a:gd name="T28" fmla="*/ 69 w 146"/>
              <a:gd name="T29" fmla="*/ 2 h 146"/>
              <a:gd name="T30" fmla="*/ 72 w 146"/>
              <a:gd name="T31" fmla="*/ 0 h 146"/>
              <a:gd name="T32" fmla="*/ 73 w 146"/>
              <a:gd name="T33" fmla="*/ 3 h 146"/>
              <a:gd name="T34" fmla="*/ 73 w 146"/>
              <a:gd name="T35" fmla="*/ 71 h 146"/>
              <a:gd name="T36" fmla="*/ 74 w 146"/>
              <a:gd name="T37" fmla="*/ 69 h 146"/>
              <a:gd name="T38" fmla="*/ 142 w 146"/>
              <a:gd name="T39" fmla="*/ 2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146" h="146">
                <a:moveTo>
                  <a:pt x="142" y="2"/>
                </a:moveTo>
                <a:cubicBezTo>
                  <a:pt x="143" y="0"/>
                  <a:pt x="144" y="0"/>
                  <a:pt x="145" y="0"/>
                </a:cubicBezTo>
                <a:cubicBezTo>
                  <a:pt x="145" y="1"/>
                  <a:pt x="146" y="2"/>
                  <a:pt x="146" y="3"/>
                </a:cubicBezTo>
                <a:cubicBezTo>
                  <a:pt x="146" y="143"/>
                  <a:pt x="146" y="143"/>
                  <a:pt x="146" y="143"/>
                </a:cubicBezTo>
                <a:cubicBezTo>
                  <a:pt x="146" y="144"/>
                  <a:pt x="145" y="145"/>
                  <a:pt x="145" y="146"/>
                </a:cubicBezTo>
                <a:cubicBezTo>
                  <a:pt x="144" y="146"/>
                  <a:pt x="143" y="146"/>
                  <a:pt x="142" y="144"/>
                </a:cubicBezTo>
                <a:cubicBezTo>
                  <a:pt x="74" y="77"/>
                  <a:pt x="74" y="77"/>
                  <a:pt x="74" y="77"/>
                </a:cubicBezTo>
                <a:cubicBezTo>
                  <a:pt x="74" y="77"/>
                  <a:pt x="74" y="76"/>
                  <a:pt x="73" y="75"/>
                </a:cubicBezTo>
                <a:cubicBezTo>
                  <a:pt x="73" y="143"/>
                  <a:pt x="73" y="143"/>
                  <a:pt x="73" y="143"/>
                </a:cubicBezTo>
                <a:cubicBezTo>
                  <a:pt x="73" y="144"/>
                  <a:pt x="73" y="145"/>
                  <a:pt x="72" y="146"/>
                </a:cubicBezTo>
                <a:cubicBezTo>
                  <a:pt x="71" y="146"/>
                  <a:pt x="70" y="146"/>
                  <a:pt x="69" y="144"/>
                </a:cubicBezTo>
                <a:cubicBezTo>
                  <a:pt x="2" y="77"/>
                  <a:pt x="2" y="77"/>
                  <a:pt x="2" y="77"/>
                </a:cubicBezTo>
                <a:cubicBezTo>
                  <a:pt x="1" y="76"/>
                  <a:pt x="0" y="75"/>
                  <a:pt x="0" y="73"/>
                </a:cubicBezTo>
                <a:cubicBezTo>
                  <a:pt x="0" y="71"/>
                  <a:pt x="1" y="70"/>
                  <a:pt x="2" y="69"/>
                </a:cubicBezTo>
                <a:cubicBezTo>
                  <a:pt x="69" y="2"/>
                  <a:pt x="69" y="2"/>
                  <a:pt x="69" y="2"/>
                </a:cubicBezTo>
                <a:cubicBezTo>
                  <a:pt x="70" y="0"/>
                  <a:pt x="71" y="0"/>
                  <a:pt x="72" y="0"/>
                </a:cubicBezTo>
                <a:cubicBezTo>
                  <a:pt x="73" y="1"/>
                  <a:pt x="73" y="2"/>
                  <a:pt x="73" y="3"/>
                </a:cubicBezTo>
                <a:cubicBezTo>
                  <a:pt x="73" y="71"/>
                  <a:pt x="73" y="71"/>
                  <a:pt x="73" y="71"/>
                </a:cubicBezTo>
                <a:cubicBezTo>
                  <a:pt x="74" y="70"/>
                  <a:pt x="74" y="69"/>
                  <a:pt x="74" y="69"/>
                </a:cubicBezTo>
                <a:lnTo>
                  <a:pt x="142" y="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74" name="Freeform 76"/>
          <p:cNvSpPr>
            <a:spLocks/>
          </p:cNvSpPr>
          <p:nvPr/>
        </p:nvSpPr>
        <p:spPr bwMode="auto">
          <a:xfrm>
            <a:off x="10075659" y="1822225"/>
            <a:ext cx="190176" cy="211788"/>
          </a:xfrm>
          <a:custGeom>
            <a:avLst/>
            <a:gdLst>
              <a:gd name="T0" fmla="*/ 131 w 133"/>
              <a:gd name="T1" fmla="*/ 77 h 148"/>
              <a:gd name="T2" fmla="*/ 5 w 133"/>
              <a:gd name="T3" fmla="*/ 147 h 148"/>
              <a:gd name="T4" fmla="*/ 2 w 133"/>
              <a:gd name="T5" fmla="*/ 147 h 148"/>
              <a:gd name="T6" fmla="*/ 0 w 133"/>
              <a:gd name="T7" fmla="*/ 144 h 148"/>
              <a:gd name="T8" fmla="*/ 0 w 133"/>
              <a:gd name="T9" fmla="*/ 4 h 148"/>
              <a:gd name="T10" fmla="*/ 2 w 133"/>
              <a:gd name="T11" fmla="*/ 1 h 148"/>
              <a:gd name="T12" fmla="*/ 5 w 133"/>
              <a:gd name="T13" fmla="*/ 1 h 148"/>
              <a:gd name="T14" fmla="*/ 131 w 133"/>
              <a:gd name="T15" fmla="*/ 71 h 148"/>
              <a:gd name="T16" fmla="*/ 133 w 133"/>
              <a:gd name="T17" fmla="*/ 74 h 148"/>
              <a:gd name="T18" fmla="*/ 131 w 133"/>
              <a:gd name="T19" fmla="*/ 77 h 1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33" h="148">
                <a:moveTo>
                  <a:pt x="131" y="77"/>
                </a:moveTo>
                <a:cubicBezTo>
                  <a:pt x="5" y="147"/>
                  <a:pt x="5" y="147"/>
                  <a:pt x="5" y="147"/>
                </a:cubicBezTo>
                <a:cubicBezTo>
                  <a:pt x="4" y="147"/>
                  <a:pt x="3" y="148"/>
                  <a:pt x="2" y="147"/>
                </a:cubicBezTo>
                <a:cubicBezTo>
                  <a:pt x="1" y="146"/>
                  <a:pt x="0" y="145"/>
                  <a:pt x="0" y="144"/>
                </a:cubicBezTo>
                <a:cubicBezTo>
                  <a:pt x="0" y="4"/>
                  <a:pt x="0" y="4"/>
                  <a:pt x="0" y="4"/>
                </a:cubicBezTo>
                <a:cubicBezTo>
                  <a:pt x="0" y="3"/>
                  <a:pt x="1" y="2"/>
                  <a:pt x="2" y="1"/>
                </a:cubicBezTo>
                <a:cubicBezTo>
                  <a:pt x="3" y="0"/>
                  <a:pt x="4" y="0"/>
                  <a:pt x="5" y="1"/>
                </a:cubicBezTo>
                <a:cubicBezTo>
                  <a:pt x="131" y="71"/>
                  <a:pt x="131" y="71"/>
                  <a:pt x="131" y="71"/>
                </a:cubicBezTo>
                <a:cubicBezTo>
                  <a:pt x="132" y="72"/>
                  <a:pt x="133" y="73"/>
                  <a:pt x="133" y="74"/>
                </a:cubicBezTo>
                <a:cubicBezTo>
                  <a:pt x="133" y="75"/>
                  <a:pt x="132" y="76"/>
                  <a:pt x="131" y="7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75" name="Freeform 77"/>
          <p:cNvSpPr>
            <a:spLocks noEditPoints="1"/>
          </p:cNvSpPr>
          <p:nvPr/>
        </p:nvSpPr>
        <p:spPr bwMode="auto">
          <a:xfrm>
            <a:off x="10328508" y="1824385"/>
            <a:ext cx="207464" cy="209627"/>
          </a:xfrm>
          <a:custGeom>
            <a:avLst/>
            <a:gdLst>
              <a:gd name="T0" fmla="*/ 60 w 145"/>
              <a:gd name="T1" fmla="*/ 6 h 146"/>
              <a:gd name="T2" fmla="*/ 60 w 145"/>
              <a:gd name="T3" fmla="*/ 140 h 146"/>
              <a:gd name="T4" fmla="*/ 58 w 145"/>
              <a:gd name="T5" fmla="*/ 144 h 146"/>
              <a:gd name="T6" fmla="*/ 54 w 145"/>
              <a:gd name="T7" fmla="*/ 146 h 146"/>
              <a:gd name="T8" fmla="*/ 6 w 145"/>
              <a:gd name="T9" fmla="*/ 146 h 146"/>
              <a:gd name="T10" fmla="*/ 1 w 145"/>
              <a:gd name="T11" fmla="*/ 144 h 146"/>
              <a:gd name="T12" fmla="*/ 0 w 145"/>
              <a:gd name="T13" fmla="*/ 140 h 146"/>
              <a:gd name="T14" fmla="*/ 0 w 145"/>
              <a:gd name="T15" fmla="*/ 6 h 146"/>
              <a:gd name="T16" fmla="*/ 1 w 145"/>
              <a:gd name="T17" fmla="*/ 2 h 146"/>
              <a:gd name="T18" fmla="*/ 6 w 145"/>
              <a:gd name="T19" fmla="*/ 0 h 146"/>
              <a:gd name="T20" fmla="*/ 54 w 145"/>
              <a:gd name="T21" fmla="*/ 0 h 146"/>
              <a:gd name="T22" fmla="*/ 58 w 145"/>
              <a:gd name="T23" fmla="*/ 2 h 146"/>
              <a:gd name="T24" fmla="*/ 60 w 145"/>
              <a:gd name="T25" fmla="*/ 6 h 146"/>
              <a:gd name="T26" fmla="*/ 145 w 145"/>
              <a:gd name="T27" fmla="*/ 6 h 146"/>
              <a:gd name="T28" fmla="*/ 145 w 145"/>
              <a:gd name="T29" fmla="*/ 140 h 146"/>
              <a:gd name="T30" fmla="*/ 143 w 145"/>
              <a:gd name="T31" fmla="*/ 144 h 146"/>
              <a:gd name="T32" fmla="*/ 139 w 145"/>
              <a:gd name="T33" fmla="*/ 146 h 146"/>
              <a:gd name="T34" fmla="*/ 90 w 145"/>
              <a:gd name="T35" fmla="*/ 146 h 146"/>
              <a:gd name="T36" fmla="*/ 86 w 145"/>
              <a:gd name="T37" fmla="*/ 144 h 146"/>
              <a:gd name="T38" fmla="*/ 84 w 145"/>
              <a:gd name="T39" fmla="*/ 140 h 146"/>
              <a:gd name="T40" fmla="*/ 84 w 145"/>
              <a:gd name="T41" fmla="*/ 6 h 146"/>
              <a:gd name="T42" fmla="*/ 86 w 145"/>
              <a:gd name="T43" fmla="*/ 2 h 146"/>
              <a:gd name="T44" fmla="*/ 90 w 145"/>
              <a:gd name="T45" fmla="*/ 0 h 146"/>
              <a:gd name="T46" fmla="*/ 139 w 145"/>
              <a:gd name="T47" fmla="*/ 0 h 146"/>
              <a:gd name="T48" fmla="*/ 143 w 145"/>
              <a:gd name="T49" fmla="*/ 2 h 146"/>
              <a:gd name="T50" fmla="*/ 145 w 145"/>
              <a:gd name="T51" fmla="*/ 6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145" h="146">
                <a:moveTo>
                  <a:pt x="60" y="6"/>
                </a:moveTo>
                <a:cubicBezTo>
                  <a:pt x="60" y="140"/>
                  <a:pt x="60" y="140"/>
                  <a:pt x="60" y="140"/>
                </a:cubicBezTo>
                <a:cubicBezTo>
                  <a:pt x="60" y="141"/>
                  <a:pt x="60" y="143"/>
                  <a:pt x="58" y="144"/>
                </a:cubicBezTo>
                <a:cubicBezTo>
                  <a:pt x="57" y="145"/>
                  <a:pt x="56" y="146"/>
                  <a:pt x="54" y="146"/>
                </a:cubicBezTo>
                <a:cubicBezTo>
                  <a:pt x="6" y="146"/>
                  <a:pt x="6" y="146"/>
                  <a:pt x="6" y="146"/>
                </a:cubicBezTo>
                <a:cubicBezTo>
                  <a:pt x="4" y="146"/>
                  <a:pt x="3" y="145"/>
                  <a:pt x="1" y="144"/>
                </a:cubicBezTo>
                <a:cubicBezTo>
                  <a:pt x="0" y="143"/>
                  <a:pt x="0" y="141"/>
                  <a:pt x="0" y="140"/>
                </a:cubicBezTo>
                <a:cubicBezTo>
                  <a:pt x="0" y="6"/>
                  <a:pt x="0" y="6"/>
                  <a:pt x="0" y="6"/>
                </a:cubicBezTo>
                <a:cubicBezTo>
                  <a:pt x="0" y="5"/>
                  <a:pt x="0" y="3"/>
                  <a:pt x="1" y="2"/>
                </a:cubicBezTo>
                <a:cubicBezTo>
                  <a:pt x="3" y="1"/>
                  <a:pt x="4" y="0"/>
                  <a:pt x="6" y="0"/>
                </a:cubicBezTo>
                <a:cubicBezTo>
                  <a:pt x="54" y="0"/>
                  <a:pt x="54" y="0"/>
                  <a:pt x="54" y="0"/>
                </a:cubicBezTo>
                <a:cubicBezTo>
                  <a:pt x="56" y="0"/>
                  <a:pt x="57" y="1"/>
                  <a:pt x="58" y="2"/>
                </a:cubicBezTo>
                <a:cubicBezTo>
                  <a:pt x="60" y="3"/>
                  <a:pt x="60" y="5"/>
                  <a:pt x="60" y="6"/>
                </a:cubicBezTo>
                <a:close/>
                <a:moveTo>
                  <a:pt x="145" y="6"/>
                </a:moveTo>
                <a:cubicBezTo>
                  <a:pt x="145" y="140"/>
                  <a:pt x="145" y="140"/>
                  <a:pt x="145" y="140"/>
                </a:cubicBezTo>
                <a:cubicBezTo>
                  <a:pt x="145" y="141"/>
                  <a:pt x="144" y="143"/>
                  <a:pt x="143" y="144"/>
                </a:cubicBezTo>
                <a:cubicBezTo>
                  <a:pt x="142" y="145"/>
                  <a:pt x="140" y="146"/>
                  <a:pt x="139" y="146"/>
                </a:cubicBezTo>
                <a:cubicBezTo>
                  <a:pt x="90" y="146"/>
                  <a:pt x="90" y="146"/>
                  <a:pt x="90" y="146"/>
                </a:cubicBezTo>
                <a:cubicBezTo>
                  <a:pt x="89" y="146"/>
                  <a:pt x="87" y="145"/>
                  <a:pt x="86" y="144"/>
                </a:cubicBezTo>
                <a:cubicBezTo>
                  <a:pt x="85" y="143"/>
                  <a:pt x="84" y="141"/>
                  <a:pt x="84" y="140"/>
                </a:cubicBezTo>
                <a:cubicBezTo>
                  <a:pt x="84" y="6"/>
                  <a:pt x="84" y="6"/>
                  <a:pt x="84" y="6"/>
                </a:cubicBezTo>
                <a:cubicBezTo>
                  <a:pt x="84" y="5"/>
                  <a:pt x="85" y="3"/>
                  <a:pt x="86" y="2"/>
                </a:cubicBezTo>
                <a:cubicBezTo>
                  <a:pt x="87" y="1"/>
                  <a:pt x="89" y="0"/>
                  <a:pt x="90" y="0"/>
                </a:cubicBezTo>
                <a:cubicBezTo>
                  <a:pt x="139" y="0"/>
                  <a:pt x="139" y="0"/>
                  <a:pt x="139" y="0"/>
                </a:cubicBezTo>
                <a:cubicBezTo>
                  <a:pt x="140" y="0"/>
                  <a:pt x="142" y="1"/>
                  <a:pt x="143" y="2"/>
                </a:cubicBezTo>
                <a:cubicBezTo>
                  <a:pt x="144" y="3"/>
                  <a:pt x="145" y="5"/>
                  <a:pt x="145" y="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76" name="Freeform 78"/>
          <p:cNvSpPr>
            <a:spLocks/>
          </p:cNvSpPr>
          <p:nvPr/>
        </p:nvSpPr>
        <p:spPr bwMode="auto">
          <a:xfrm>
            <a:off x="10598645" y="1824385"/>
            <a:ext cx="207464" cy="209627"/>
          </a:xfrm>
          <a:custGeom>
            <a:avLst/>
            <a:gdLst>
              <a:gd name="T0" fmla="*/ 145 w 145"/>
              <a:gd name="T1" fmla="*/ 6 h 146"/>
              <a:gd name="T2" fmla="*/ 145 w 145"/>
              <a:gd name="T3" fmla="*/ 140 h 146"/>
              <a:gd name="T4" fmla="*/ 144 w 145"/>
              <a:gd name="T5" fmla="*/ 144 h 146"/>
              <a:gd name="T6" fmla="*/ 139 w 145"/>
              <a:gd name="T7" fmla="*/ 146 h 146"/>
              <a:gd name="T8" fmla="*/ 6 w 145"/>
              <a:gd name="T9" fmla="*/ 146 h 146"/>
              <a:gd name="T10" fmla="*/ 2 w 145"/>
              <a:gd name="T11" fmla="*/ 144 h 146"/>
              <a:gd name="T12" fmla="*/ 0 w 145"/>
              <a:gd name="T13" fmla="*/ 140 h 146"/>
              <a:gd name="T14" fmla="*/ 0 w 145"/>
              <a:gd name="T15" fmla="*/ 6 h 146"/>
              <a:gd name="T16" fmla="*/ 2 w 145"/>
              <a:gd name="T17" fmla="*/ 2 h 146"/>
              <a:gd name="T18" fmla="*/ 6 w 145"/>
              <a:gd name="T19" fmla="*/ 0 h 146"/>
              <a:gd name="T20" fmla="*/ 139 w 145"/>
              <a:gd name="T21" fmla="*/ 0 h 146"/>
              <a:gd name="T22" fmla="*/ 144 w 145"/>
              <a:gd name="T23" fmla="*/ 2 h 146"/>
              <a:gd name="T24" fmla="*/ 145 w 145"/>
              <a:gd name="T25" fmla="*/ 6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45" h="146">
                <a:moveTo>
                  <a:pt x="145" y="6"/>
                </a:moveTo>
                <a:cubicBezTo>
                  <a:pt x="145" y="140"/>
                  <a:pt x="145" y="140"/>
                  <a:pt x="145" y="140"/>
                </a:cubicBezTo>
                <a:cubicBezTo>
                  <a:pt x="145" y="141"/>
                  <a:pt x="145" y="143"/>
                  <a:pt x="144" y="144"/>
                </a:cubicBezTo>
                <a:cubicBezTo>
                  <a:pt x="142" y="145"/>
                  <a:pt x="141" y="146"/>
                  <a:pt x="139" y="146"/>
                </a:cubicBezTo>
                <a:cubicBezTo>
                  <a:pt x="6" y="146"/>
                  <a:pt x="6" y="146"/>
                  <a:pt x="6" y="146"/>
                </a:cubicBezTo>
                <a:cubicBezTo>
                  <a:pt x="5" y="146"/>
                  <a:pt x="3" y="145"/>
                  <a:pt x="2" y="144"/>
                </a:cubicBezTo>
                <a:cubicBezTo>
                  <a:pt x="1" y="143"/>
                  <a:pt x="0" y="141"/>
                  <a:pt x="0" y="140"/>
                </a:cubicBezTo>
                <a:cubicBezTo>
                  <a:pt x="0" y="6"/>
                  <a:pt x="0" y="6"/>
                  <a:pt x="0" y="6"/>
                </a:cubicBezTo>
                <a:cubicBezTo>
                  <a:pt x="0" y="5"/>
                  <a:pt x="1" y="3"/>
                  <a:pt x="2" y="2"/>
                </a:cubicBezTo>
                <a:cubicBezTo>
                  <a:pt x="3" y="1"/>
                  <a:pt x="5" y="0"/>
                  <a:pt x="6" y="0"/>
                </a:cubicBezTo>
                <a:cubicBezTo>
                  <a:pt x="139" y="0"/>
                  <a:pt x="139" y="0"/>
                  <a:pt x="139" y="0"/>
                </a:cubicBezTo>
                <a:cubicBezTo>
                  <a:pt x="141" y="0"/>
                  <a:pt x="142" y="1"/>
                  <a:pt x="144" y="2"/>
                </a:cubicBezTo>
                <a:cubicBezTo>
                  <a:pt x="145" y="3"/>
                  <a:pt x="145" y="5"/>
                  <a:pt x="145" y="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77" name="Freeform 79"/>
          <p:cNvSpPr>
            <a:spLocks/>
          </p:cNvSpPr>
          <p:nvPr/>
        </p:nvSpPr>
        <p:spPr bwMode="auto">
          <a:xfrm>
            <a:off x="10868783" y="1824385"/>
            <a:ext cx="209627" cy="209627"/>
          </a:xfrm>
          <a:custGeom>
            <a:avLst/>
            <a:gdLst>
              <a:gd name="T0" fmla="*/ 4 w 146"/>
              <a:gd name="T1" fmla="*/ 144 h 146"/>
              <a:gd name="T2" fmla="*/ 1 w 146"/>
              <a:gd name="T3" fmla="*/ 146 h 146"/>
              <a:gd name="T4" fmla="*/ 0 w 146"/>
              <a:gd name="T5" fmla="*/ 143 h 146"/>
              <a:gd name="T6" fmla="*/ 0 w 146"/>
              <a:gd name="T7" fmla="*/ 3 h 146"/>
              <a:gd name="T8" fmla="*/ 1 w 146"/>
              <a:gd name="T9" fmla="*/ 0 h 146"/>
              <a:gd name="T10" fmla="*/ 4 w 146"/>
              <a:gd name="T11" fmla="*/ 2 h 146"/>
              <a:gd name="T12" fmla="*/ 71 w 146"/>
              <a:gd name="T13" fmla="*/ 69 h 146"/>
              <a:gd name="T14" fmla="*/ 72 w 146"/>
              <a:gd name="T15" fmla="*/ 71 h 146"/>
              <a:gd name="T16" fmla="*/ 72 w 146"/>
              <a:gd name="T17" fmla="*/ 3 h 146"/>
              <a:gd name="T18" fmla="*/ 74 w 146"/>
              <a:gd name="T19" fmla="*/ 0 h 146"/>
              <a:gd name="T20" fmla="*/ 77 w 146"/>
              <a:gd name="T21" fmla="*/ 2 h 146"/>
              <a:gd name="T22" fmla="*/ 144 w 146"/>
              <a:gd name="T23" fmla="*/ 69 h 146"/>
              <a:gd name="T24" fmla="*/ 146 w 146"/>
              <a:gd name="T25" fmla="*/ 73 h 146"/>
              <a:gd name="T26" fmla="*/ 144 w 146"/>
              <a:gd name="T27" fmla="*/ 77 h 146"/>
              <a:gd name="T28" fmla="*/ 77 w 146"/>
              <a:gd name="T29" fmla="*/ 144 h 146"/>
              <a:gd name="T30" fmla="*/ 74 w 146"/>
              <a:gd name="T31" fmla="*/ 146 h 146"/>
              <a:gd name="T32" fmla="*/ 72 w 146"/>
              <a:gd name="T33" fmla="*/ 143 h 146"/>
              <a:gd name="T34" fmla="*/ 72 w 146"/>
              <a:gd name="T35" fmla="*/ 75 h 146"/>
              <a:gd name="T36" fmla="*/ 71 w 146"/>
              <a:gd name="T37" fmla="*/ 77 h 146"/>
              <a:gd name="T38" fmla="*/ 4 w 146"/>
              <a:gd name="T39" fmla="*/ 144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146" h="146">
                <a:moveTo>
                  <a:pt x="4" y="144"/>
                </a:moveTo>
                <a:cubicBezTo>
                  <a:pt x="3" y="146"/>
                  <a:pt x="2" y="146"/>
                  <a:pt x="1" y="146"/>
                </a:cubicBezTo>
                <a:cubicBezTo>
                  <a:pt x="0" y="145"/>
                  <a:pt x="0" y="144"/>
                  <a:pt x="0" y="143"/>
                </a:cubicBezTo>
                <a:cubicBezTo>
                  <a:pt x="0" y="3"/>
                  <a:pt x="0" y="3"/>
                  <a:pt x="0" y="3"/>
                </a:cubicBezTo>
                <a:cubicBezTo>
                  <a:pt x="0" y="2"/>
                  <a:pt x="0" y="1"/>
                  <a:pt x="1" y="0"/>
                </a:cubicBezTo>
                <a:cubicBezTo>
                  <a:pt x="2" y="0"/>
                  <a:pt x="3" y="0"/>
                  <a:pt x="4" y="2"/>
                </a:cubicBezTo>
                <a:cubicBezTo>
                  <a:pt x="71" y="69"/>
                  <a:pt x="71" y="69"/>
                  <a:pt x="71" y="69"/>
                </a:cubicBezTo>
                <a:cubicBezTo>
                  <a:pt x="72" y="69"/>
                  <a:pt x="72" y="70"/>
                  <a:pt x="72" y="71"/>
                </a:cubicBezTo>
                <a:cubicBezTo>
                  <a:pt x="72" y="3"/>
                  <a:pt x="72" y="3"/>
                  <a:pt x="72" y="3"/>
                </a:cubicBezTo>
                <a:cubicBezTo>
                  <a:pt x="72" y="2"/>
                  <a:pt x="73" y="1"/>
                  <a:pt x="74" y="0"/>
                </a:cubicBezTo>
                <a:cubicBezTo>
                  <a:pt x="74" y="0"/>
                  <a:pt x="75" y="0"/>
                  <a:pt x="77" y="2"/>
                </a:cubicBezTo>
                <a:cubicBezTo>
                  <a:pt x="144" y="69"/>
                  <a:pt x="144" y="69"/>
                  <a:pt x="144" y="69"/>
                </a:cubicBezTo>
                <a:cubicBezTo>
                  <a:pt x="145" y="70"/>
                  <a:pt x="146" y="71"/>
                  <a:pt x="146" y="73"/>
                </a:cubicBezTo>
                <a:cubicBezTo>
                  <a:pt x="146" y="75"/>
                  <a:pt x="145" y="76"/>
                  <a:pt x="144" y="77"/>
                </a:cubicBezTo>
                <a:cubicBezTo>
                  <a:pt x="77" y="144"/>
                  <a:pt x="77" y="144"/>
                  <a:pt x="77" y="144"/>
                </a:cubicBezTo>
                <a:cubicBezTo>
                  <a:pt x="75" y="146"/>
                  <a:pt x="74" y="146"/>
                  <a:pt x="74" y="146"/>
                </a:cubicBezTo>
                <a:cubicBezTo>
                  <a:pt x="73" y="145"/>
                  <a:pt x="72" y="144"/>
                  <a:pt x="72" y="143"/>
                </a:cubicBezTo>
                <a:cubicBezTo>
                  <a:pt x="72" y="75"/>
                  <a:pt x="72" y="75"/>
                  <a:pt x="72" y="75"/>
                </a:cubicBezTo>
                <a:cubicBezTo>
                  <a:pt x="72" y="76"/>
                  <a:pt x="72" y="77"/>
                  <a:pt x="71" y="77"/>
                </a:cubicBezTo>
                <a:lnTo>
                  <a:pt x="4" y="14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78" name="Freeform 80"/>
          <p:cNvSpPr>
            <a:spLocks/>
          </p:cNvSpPr>
          <p:nvPr/>
        </p:nvSpPr>
        <p:spPr bwMode="auto">
          <a:xfrm>
            <a:off x="11156208" y="1824385"/>
            <a:ext cx="242043" cy="209627"/>
          </a:xfrm>
          <a:custGeom>
            <a:avLst/>
            <a:gdLst>
              <a:gd name="T0" fmla="*/ 5 w 170"/>
              <a:gd name="T1" fmla="*/ 144 h 146"/>
              <a:gd name="T2" fmla="*/ 2 w 170"/>
              <a:gd name="T3" fmla="*/ 146 h 146"/>
              <a:gd name="T4" fmla="*/ 0 w 170"/>
              <a:gd name="T5" fmla="*/ 143 h 146"/>
              <a:gd name="T6" fmla="*/ 0 w 170"/>
              <a:gd name="T7" fmla="*/ 3 h 146"/>
              <a:gd name="T8" fmla="*/ 2 w 170"/>
              <a:gd name="T9" fmla="*/ 0 h 146"/>
              <a:gd name="T10" fmla="*/ 5 w 170"/>
              <a:gd name="T11" fmla="*/ 2 h 146"/>
              <a:gd name="T12" fmla="*/ 72 w 170"/>
              <a:gd name="T13" fmla="*/ 69 h 146"/>
              <a:gd name="T14" fmla="*/ 73 w 170"/>
              <a:gd name="T15" fmla="*/ 71 h 146"/>
              <a:gd name="T16" fmla="*/ 73 w 170"/>
              <a:gd name="T17" fmla="*/ 3 h 146"/>
              <a:gd name="T18" fmla="*/ 74 w 170"/>
              <a:gd name="T19" fmla="*/ 0 h 146"/>
              <a:gd name="T20" fmla="*/ 77 w 170"/>
              <a:gd name="T21" fmla="*/ 2 h 146"/>
              <a:gd name="T22" fmla="*/ 144 w 170"/>
              <a:gd name="T23" fmla="*/ 69 h 146"/>
              <a:gd name="T24" fmla="*/ 146 w 170"/>
              <a:gd name="T25" fmla="*/ 71 h 146"/>
              <a:gd name="T26" fmla="*/ 146 w 170"/>
              <a:gd name="T27" fmla="*/ 6 h 146"/>
              <a:gd name="T28" fmla="*/ 147 w 170"/>
              <a:gd name="T29" fmla="*/ 2 h 146"/>
              <a:gd name="T30" fmla="*/ 152 w 170"/>
              <a:gd name="T31" fmla="*/ 0 h 146"/>
              <a:gd name="T32" fmla="*/ 164 w 170"/>
              <a:gd name="T33" fmla="*/ 0 h 146"/>
              <a:gd name="T34" fmla="*/ 168 w 170"/>
              <a:gd name="T35" fmla="*/ 2 h 146"/>
              <a:gd name="T36" fmla="*/ 170 w 170"/>
              <a:gd name="T37" fmla="*/ 6 h 146"/>
              <a:gd name="T38" fmla="*/ 170 w 170"/>
              <a:gd name="T39" fmla="*/ 140 h 146"/>
              <a:gd name="T40" fmla="*/ 168 w 170"/>
              <a:gd name="T41" fmla="*/ 144 h 146"/>
              <a:gd name="T42" fmla="*/ 164 w 170"/>
              <a:gd name="T43" fmla="*/ 146 h 146"/>
              <a:gd name="T44" fmla="*/ 152 w 170"/>
              <a:gd name="T45" fmla="*/ 146 h 146"/>
              <a:gd name="T46" fmla="*/ 147 w 170"/>
              <a:gd name="T47" fmla="*/ 144 h 146"/>
              <a:gd name="T48" fmla="*/ 146 w 170"/>
              <a:gd name="T49" fmla="*/ 140 h 146"/>
              <a:gd name="T50" fmla="*/ 146 w 170"/>
              <a:gd name="T51" fmla="*/ 75 h 146"/>
              <a:gd name="T52" fmla="*/ 144 w 170"/>
              <a:gd name="T53" fmla="*/ 77 h 146"/>
              <a:gd name="T54" fmla="*/ 77 w 170"/>
              <a:gd name="T55" fmla="*/ 144 h 146"/>
              <a:gd name="T56" fmla="*/ 74 w 170"/>
              <a:gd name="T57" fmla="*/ 146 h 146"/>
              <a:gd name="T58" fmla="*/ 73 w 170"/>
              <a:gd name="T59" fmla="*/ 143 h 146"/>
              <a:gd name="T60" fmla="*/ 73 w 170"/>
              <a:gd name="T61" fmla="*/ 75 h 146"/>
              <a:gd name="T62" fmla="*/ 72 w 170"/>
              <a:gd name="T63" fmla="*/ 77 h 146"/>
              <a:gd name="T64" fmla="*/ 5 w 170"/>
              <a:gd name="T65" fmla="*/ 144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70" h="146">
                <a:moveTo>
                  <a:pt x="5" y="144"/>
                </a:moveTo>
                <a:cubicBezTo>
                  <a:pt x="3" y="146"/>
                  <a:pt x="2" y="146"/>
                  <a:pt x="2" y="146"/>
                </a:cubicBezTo>
                <a:cubicBezTo>
                  <a:pt x="1" y="145"/>
                  <a:pt x="0" y="144"/>
                  <a:pt x="0" y="143"/>
                </a:cubicBezTo>
                <a:cubicBezTo>
                  <a:pt x="0" y="3"/>
                  <a:pt x="0" y="3"/>
                  <a:pt x="0" y="3"/>
                </a:cubicBezTo>
                <a:cubicBezTo>
                  <a:pt x="0" y="2"/>
                  <a:pt x="1" y="1"/>
                  <a:pt x="2" y="0"/>
                </a:cubicBezTo>
                <a:cubicBezTo>
                  <a:pt x="2" y="0"/>
                  <a:pt x="3" y="0"/>
                  <a:pt x="5" y="2"/>
                </a:cubicBezTo>
                <a:cubicBezTo>
                  <a:pt x="72" y="69"/>
                  <a:pt x="72" y="69"/>
                  <a:pt x="72" y="69"/>
                </a:cubicBezTo>
                <a:cubicBezTo>
                  <a:pt x="72" y="69"/>
                  <a:pt x="73" y="70"/>
                  <a:pt x="73" y="71"/>
                </a:cubicBezTo>
                <a:cubicBezTo>
                  <a:pt x="73" y="3"/>
                  <a:pt x="73" y="3"/>
                  <a:pt x="73" y="3"/>
                </a:cubicBezTo>
                <a:cubicBezTo>
                  <a:pt x="73" y="2"/>
                  <a:pt x="73" y="1"/>
                  <a:pt x="74" y="0"/>
                </a:cubicBezTo>
                <a:cubicBezTo>
                  <a:pt x="75" y="0"/>
                  <a:pt x="76" y="0"/>
                  <a:pt x="77" y="2"/>
                </a:cubicBezTo>
                <a:cubicBezTo>
                  <a:pt x="144" y="69"/>
                  <a:pt x="144" y="69"/>
                  <a:pt x="144" y="69"/>
                </a:cubicBezTo>
                <a:cubicBezTo>
                  <a:pt x="145" y="69"/>
                  <a:pt x="145" y="70"/>
                  <a:pt x="146" y="71"/>
                </a:cubicBezTo>
                <a:cubicBezTo>
                  <a:pt x="146" y="6"/>
                  <a:pt x="146" y="6"/>
                  <a:pt x="146" y="6"/>
                </a:cubicBezTo>
                <a:cubicBezTo>
                  <a:pt x="146" y="5"/>
                  <a:pt x="146" y="3"/>
                  <a:pt x="147" y="2"/>
                </a:cubicBezTo>
                <a:cubicBezTo>
                  <a:pt x="149" y="1"/>
                  <a:pt x="150" y="0"/>
                  <a:pt x="152" y="0"/>
                </a:cubicBezTo>
                <a:cubicBezTo>
                  <a:pt x="164" y="0"/>
                  <a:pt x="164" y="0"/>
                  <a:pt x="164" y="0"/>
                </a:cubicBezTo>
                <a:cubicBezTo>
                  <a:pt x="165" y="0"/>
                  <a:pt x="167" y="1"/>
                  <a:pt x="168" y="2"/>
                </a:cubicBezTo>
                <a:cubicBezTo>
                  <a:pt x="169" y="3"/>
                  <a:pt x="170" y="5"/>
                  <a:pt x="170" y="6"/>
                </a:cubicBezTo>
                <a:cubicBezTo>
                  <a:pt x="170" y="140"/>
                  <a:pt x="170" y="140"/>
                  <a:pt x="170" y="140"/>
                </a:cubicBezTo>
                <a:cubicBezTo>
                  <a:pt x="170" y="141"/>
                  <a:pt x="169" y="143"/>
                  <a:pt x="168" y="144"/>
                </a:cubicBezTo>
                <a:cubicBezTo>
                  <a:pt x="167" y="145"/>
                  <a:pt x="165" y="146"/>
                  <a:pt x="164" y="146"/>
                </a:cubicBezTo>
                <a:cubicBezTo>
                  <a:pt x="152" y="146"/>
                  <a:pt x="152" y="146"/>
                  <a:pt x="152" y="146"/>
                </a:cubicBezTo>
                <a:cubicBezTo>
                  <a:pt x="150" y="146"/>
                  <a:pt x="149" y="145"/>
                  <a:pt x="147" y="144"/>
                </a:cubicBezTo>
                <a:cubicBezTo>
                  <a:pt x="146" y="143"/>
                  <a:pt x="146" y="141"/>
                  <a:pt x="146" y="140"/>
                </a:cubicBezTo>
                <a:cubicBezTo>
                  <a:pt x="146" y="75"/>
                  <a:pt x="146" y="75"/>
                  <a:pt x="146" y="75"/>
                </a:cubicBezTo>
                <a:cubicBezTo>
                  <a:pt x="145" y="76"/>
                  <a:pt x="145" y="77"/>
                  <a:pt x="144" y="77"/>
                </a:cubicBezTo>
                <a:cubicBezTo>
                  <a:pt x="77" y="144"/>
                  <a:pt x="77" y="144"/>
                  <a:pt x="77" y="144"/>
                </a:cubicBezTo>
                <a:cubicBezTo>
                  <a:pt x="76" y="146"/>
                  <a:pt x="75" y="146"/>
                  <a:pt x="74" y="146"/>
                </a:cubicBezTo>
                <a:cubicBezTo>
                  <a:pt x="73" y="145"/>
                  <a:pt x="73" y="144"/>
                  <a:pt x="73" y="143"/>
                </a:cubicBezTo>
                <a:cubicBezTo>
                  <a:pt x="73" y="75"/>
                  <a:pt x="73" y="75"/>
                  <a:pt x="73" y="75"/>
                </a:cubicBezTo>
                <a:cubicBezTo>
                  <a:pt x="73" y="76"/>
                  <a:pt x="72" y="77"/>
                  <a:pt x="72" y="77"/>
                </a:cubicBezTo>
                <a:lnTo>
                  <a:pt x="5" y="14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79" name="Freeform 81"/>
          <p:cNvSpPr>
            <a:spLocks/>
          </p:cNvSpPr>
          <p:nvPr/>
        </p:nvSpPr>
        <p:spPr bwMode="auto">
          <a:xfrm>
            <a:off x="793751" y="2252283"/>
            <a:ext cx="138311" cy="209627"/>
          </a:xfrm>
          <a:custGeom>
            <a:avLst/>
            <a:gdLst>
              <a:gd name="T0" fmla="*/ 4 w 97"/>
              <a:gd name="T1" fmla="*/ 144 h 146"/>
              <a:gd name="T2" fmla="*/ 1 w 97"/>
              <a:gd name="T3" fmla="*/ 146 h 146"/>
              <a:gd name="T4" fmla="*/ 0 w 97"/>
              <a:gd name="T5" fmla="*/ 143 h 146"/>
              <a:gd name="T6" fmla="*/ 0 w 97"/>
              <a:gd name="T7" fmla="*/ 3 h 146"/>
              <a:gd name="T8" fmla="*/ 1 w 97"/>
              <a:gd name="T9" fmla="*/ 0 h 146"/>
              <a:gd name="T10" fmla="*/ 4 w 97"/>
              <a:gd name="T11" fmla="*/ 2 h 146"/>
              <a:gd name="T12" fmla="*/ 71 w 97"/>
              <a:gd name="T13" fmla="*/ 69 h 146"/>
              <a:gd name="T14" fmla="*/ 73 w 97"/>
              <a:gd name="T15" fmla="*/ 70 h 146"/>
              <a:gd name="T16" fmla="*/ 73 w 97"/>
              <a:gd name="T17" fmla="*/ 6 h 146"/>
              <a:gd name="T18" fmla="*/ 74 w 97"/>
              <a:gd name="T19" fmla="*/ 2 h 146"/>
              <a:gd name="T20" fmla="*/ 79 w 97"/>
              <a:gd name="T21" fmla="*/ 0 h 146"/>
              <a:gd name="T22" fmla="*/ 91 w 97"/>
              <a:gd name="T23" fmla="*/ 0 h 146"/>
              <a:gd name="T24" fmla="*/ 95 w 97"/>
              <a:gd name="T25" fmla="*/ 2 h 146"/>
              <a:gd name="T26" fmla="*/ 97 w 97"/>
              <a:gd name="T27" fmla="*/ 6 h 146"/>
              <a:gd name="T28" fmla="*/ 97 w 97"/>
              <a:gd name="T29" fmla="*/ 140 h 146"/>
              <a:gd name="T30" fmla="*/ 95 w 97"/>
              <a:gd name="T31" fmla="*/ 144 h 146"/>
              <a:gd name="T32" fmla="*/ 91 w 97"/>
              <a:gd name="T33" fmla="*/ 146 h 146"/>
              <a:gd name="T34" fmla="*/ 79 w 97"/>
              <a:gd name="T35" fmla="*/ 146 h 146"/>
              <a:gd name="T36" fmla="*/ 74 w 97"/>
              <a:gd name="T37" fmla="*/ 144 h 146"/>
              <a:gd name="T38" fmla="*/ 73 w 97"/>
              <a:gd name="T39" fmla="*/ 140 h 146"/>
              <a:gd name="T40" fmla="*/ 73 w 97"/>
              <a:gd name="T41" fmla="*/ 75 h 146"/>
              <a:gd name="T42" fmla="*/ 71 w 97"/>
              <a:gd name="T43" fmla="*/ 77 h 146"/>
              <a:gd name="T44" fmla="*/ 4 w 97"/>
              <a:gd name="T45" fmla="*/ 144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97" h="146">
                <a:moveTo>
                  <a:pt x="4" y="144"/>
                </a:moveTo>
                <a:cubicBezTo>
                  <a:pt x="3" y="146"/>
                  <a:pt x="2" y="146"/>
                  <a:pt x="1" y="146"/>
                </a:cubicBezTo>
                <a:cubicBezTo>
                  <a:pt x="0" y="145"/>
                  <a:pt x="0" y="144"/>
                  <a:pt x="0" y="143"/>
                </a:cubicBezTo>
                <a:cubicBezTo>
                  <a:pt x="0" y="3"/>
                  <a:pt x="0" y="3"/>
                  <a:pt x="0" y="3"/>
                </a:cubicBezTo>
                <a:cubicBezTo>
                  <a:pt x="0" y="2"/>
                  <a:pt x="0" y="1"/>
                  <a:pt x="1" y="0"/>
                </a:cubicBezTo>
                <a:cubicBezTo>
                  <a:pt x="2" y="0"/>
                  <a:pt x="3" y="0"/>
                  <a:pt x="4" y="2"/>
                </a:cubicBezTo>
                <a:cubicBezTo>
                  <a:pt x="71" y="69"/>
                  <a:pt x="71" y="69"/>
                  <a:pt x="71" y="69"/>
                </a:cubicBezTo>
                <a:cubicBezTo>
                  <a:pt x="72" y="69"/>
                  <a:pt x="72" y="70"/>
                  <a:pt x="73" y="70"/>
                </a:cubicBezTo>
                <a:cubicBezTo>
                  <a:pt x="73" y="6"/>
                  <a:pt x="73" y="6"/>
                  <a:pt x="73" y="6"/>
                </a:cubicBezTo>
                <a:cubicBezTo>
                  <a:pt x="73" y="5"/>
                  <a:pt x="73" y="3"/>
                  <a:pt x="74" y="2"/>
                </a:cubicBezTo>
                <a:cubicBezTo>
                  <a:pt x="76" y="1"/>
                  <a:pt x="77" y="0"/>
                  <a:pt x="79" y="0"/>
                </a:cubicBezTo>
                <a:cubicBezTo>
                  <a:pt x="91" y="0"/>
                  <a:pt x="91" y="0"/>
                  <a:pt x="91" y="0"/>
                </a:cubicBezTo>
                <a:cubicBezTo>
                  <a:pt x="92" y="0"/>
                  <a:pt x="94" y="1"/>
                  <a:pt x="95" y="2"/>
                </a:cubicBezTo>
                <a:cubicBezTo>
                  <a:pt x="96" y="3"/>
                  <a:pt x="97" y="5"/>
                  <a:pt x="97" y="6"/>
                </a:cubicBezTo>
                <a:cubicBezTo>
                  <a:pt x="97" y="140"/>
                  <a:pt x="97" y="140"/>
                  <a:pt x="97" y="140"/>
                </a:cubicBezTo>
                <a:cubicBezTo>
                  <a:pt x="97" y="141"/>
                  <a:pt x="96" y="143"/>
                  <a:pt x="95" y="144"/>
                </a:cubicBezTo>
                <a:cubicBezTo>
                  <a:pt x="94" y="145"/>
                  <a:pt x="92" y="146"/>
                  <a:pt x="91" y="146"/>
                </a:cubicBezTo>
                <a:cubicBezTo>
                  <a:pt x="79" y="146"/>
                  <a:pt x="79" y="146"/>
                  <a:pt x="79" y="146"/>
                </a:cubicBezTo>
                <a:cubicBezTo>
                  <a:pt x="77" y="146"/>
                  <a:pt x="76" y="145"/>
                  <a:pt x="74" y="144"/>
                </a:cubicBezTo>
                <a:cubicBezTo>
                  <a:pt x="73" y="143"/>
                  <a:pt x="73" y="141"/>
                  <a:pt x="73" y="140"/>
                </a:cubicBezTo>
                <a:cubicBezTo>
                  <a:pt x="73" y="75"/>
                  <a:pt x="73" y="75"/>
                  <a:pt x="73" y="75"/>
                </a:cubicBezTo>
                <a:cubicBezTo>
                  <a:pt x="72" y="76"/>
                  <a:pt x="72" y="77"/>
                  <a:pt x="71" y="77"/>
                </a:cubicBezTo>
                <a:lnTo>
                  <a:pt x="4" y="14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80" name="Freeform 82"/>
          <p:cNvSpPr>
            <a:spLocks noEditPoints="1"/>
          </p:cNvSpPr>
          <p:nvPr/>
        </p:nvSpPr>
        <p:spPr bwMode="auto">
          <a:xfrm>
            <a:off x="992571" y="2269571"/>
            <a:ext cx="207464" cy="172887"/>
          </a:xfrm>
          <a:custGeom>
            <a:avLst/>
            <a:gdLst>
              <a:gd name="T0" fmla="*/ 2 w 146"/>
              <a:gd name="T1" fmla="*/ 69 h 121"/>
              <a:gd name="T2" fmla="*/ 69 w 146"/>
              <a:gd name="T3" fmla="*/ 2 h 121"/>
              <a:gd name="T4" fmla="*/ 73 w 146"/>
              <a:gd name="T5" fmla="*/ 0 h 121"/>
              <a:gd name="T6" fmla="*/ 77 w 146"/>
              <a:gd name="T7" fmla="*/ 2 h 121"/>
              <a:gd name="T8" fmla="*/ 144 w 146"/>
              <a:gd name="T9" fmla="*/ 69 h 121"/>
              <a:gd name="T10" fmla="*/ 146 w 146"/>
              <a:gd name="T11" fmla="*/ 72 h 121"/>
              <a:gd name="T12" fmla="*/ 143 w 146"/>
              <a:gd name="T13" fmla="*/ 73 h 121"/>
              <a:gd name="T14" fmla="*/ 3 w 146"/>
              <a:gd name="T15" fmla="*/ 73 h 121"/>
              <a:gd name="T16" fmla="*/ 0 w 146"/>
              <a:gd name="T17" fmla="*/ 72 h 121"/>
              <a:gd name="T18" fmla="*/ 2 w 146"/>
              <a:gd name="T19" fmla="*/ 69 h 121"/>
              <a:gd name="T20" fmla="*/ 140 w 146"/>
              <a:gd name="T21" fmla="*/ 121 h 121"/>
              <a:gd name="T22" fmla="*/ 6 w 146"/>
              <a:gd name="T23" fmla="*/ 121 h 121"/>
              <a:gd name="T24" fmla="*/ 2 w 146"/>
              <a:gd name="T25" fmla="*/ 120 h 121"/>
              <a:gd name="T26" fmla="*/ 0 w 146"/>
              <a:gd name="T27" fmla="*/ 115 h 121"/>
              <a:gd name="T28" fmla="*/ 0 w 146"/>
              <a:gd name="T29" fmla="*/ 91 h 121"/>
              <a:gd name="T30" fmla="*/ 2 w 146"/>
              <a:gd name="T31" fmla="*/ 87 h 121"/>
              <a:gd name="T32" fmla="*/ 6 w 146"/>
              <a:gd name="T33" fmla="*/ 85 h 121"/>
              <a:gd name="T34" fmla="*/ 140 w 146"/>
              <a:gd name="T35" fmla="*/ 85 h 121"/>
              <a:gd name="T36" fmla="*/ 144 w 146"/>
              <a:gd name="T37" fmla="*/ 87 h 121"/>
              <a:gd name="T38" fmla="*/ 146 w 146"/>
              <a:gd name="T39" fmla="*/ 91 h 121"/>
              <a:gd name="T40" fmla="*/ 146 w 146"/>
              <a:gd name="T41" fmla="*/ 115 h 121"/>
              <a:gd name="T42" fmla="*/ 144 w 146"/>
              <a:gd name="T43" fmla="*/ 120 h 121"/>
              <a:gd name="T44" fmla="*/ 140 w 146"/>
              <a:gd name="T45" fmla="*/ 121 h 1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146" h="121">
                <a:moveTo>
                  <a:pt x="2" y="69"/>
                </a:moveTo>
                <a:cubicBezTo>
                  <a:pt x="69" y="2"/>
                  <a:pt x="69" y="2"/>
                  <a:pt x="69" y="2"/>
                </a:cubicBezTo>
                <a:cubicBezTo>
                  <a:pt x="70" y="0"/>
                  <a:pt x="71" y="0"/>
                  <a:pt x="73" y="0"/>
                </a:cubicBezTo>
                <a:cubicBezTo>
                  <a:pt x="75" y="0"/>
                  <a:pt x="76" y="0"/>
                  <a:pt x="77" y="2"/>
                </a:cubicBezTo>
                <a:cubicBezTo>
                  <a:pt x="144" y="69"/>
                  <a:pt x="144" y="69"/>
                  <a:pt x="144" y="69"/>
                </a:cubicBezTo>
                <a:cubicBezTo>
                  <a:pt x="146" y="70"/>
                  <a:pt x="146" y="71"/>
                  <a:pt x="146" y="72"/>
                </a:cubicBezTo>
                <a:cubicBezTo>
                  <a:pt x="145" y="73"/>
                  <a:pt x="144" y="73"/>
                  <a:pt x="143" y="73"/>
                </a:cubicBezTo>
                <a:cubicBezTo>
                  <a:pt x="3" y="73"/>
                  <a:pt x="3" y="73"/>
                  <a:pt x="3" y="73"/>
                </a:cubicBezTo>
                <a:cubicBezTo>
                  <a:pt x="2" y="73"/>
                  <a:pt x="1" y="73"/>
                  <a:pt x="0" y="72"/>
                </a:cubicBezTo>
                <a:cubicBezTo>
                  <a:pt x="0" y="71"/>
                  <a:pt x="0" y="70"/>
                  <a:pt x="2" y="69"/>
                </a:cubicBezTo>
                <a:close/>
                <a:moveTo>
                  <a:pt x="140" y="121"/>
                </a:moveTo>
                <a:cubicBezTo>
                  <a:pt x="6" y="121"/>
                  <a:pt x="6" y="121"/>
                  <a:pt x="6" y="121"/>
                </a:cubicBezTo>
                <a:cubicBezTo>
                  <a:pt x="5" y="121"/>
                  <a:pt x="3" y="121"/>
                  <a:pt x="2" y="120"/>
                </a:cubicBezTo>
                <a:cubicBezTo>
                  <a:pt x="1" y="118"/>
                  <a:pt x="0" y="117"/>
                  <a:pt x="0" y="115"/>
                </a:cubicBezTo>
                <a:cubicBezTo>
                  <a:pt x="0" y="91"/>
                  <a:pt x="0" y="91"/>
                  <a:pt x="0" y="91"/>
                </a:cubicBezTo>
                <a:cubicBezTo>
                  <a:pt x="0" y="90"/>
                  <a:pt x="1" y="88"/>
                  <a:pt x="2" y="87"/>
                </a:cubicBezTo>
                <a:cubicBezTo>
                  <a:pt x="3" y="86"/>
                  <a:pt x="5" y="85"/>
                  <a:pt x="6" y="85"/>
                </a:cubicBezTo>
                <a:cubicBezTo>
                  <a:pt x="140" y="85"/>
                  <a:pt x="140" y="85"/>
                  <a:pt x="140" y="85"/>
                </a:cubicBezTo>
                <a:cubicBezTo>
                  <a:pt x="141" y="85"/>
                  <a:pt x="143" y="86"/>
                  <a:pt x="144" y="87"/>
                </a:cubicBezTo>
                <a:cubicBezTo>
                  <a:pt x="145" y="88"/>
                  <a:pt x="146" y="90"/>
                  <a:pt x="146" y="91"/>
                </a:cubicBezTo>
                <a:cubicBezTo>
                  <a:pt x="146" y="115"/>
                  <a:pt x="146" y="115"/>
                  <a:pt x="146" y="115"/>
                </a:cubicBezTo>
                <a:cubicBezTo>
                  <a:pt x="146" y="117"/>
                  <a:pt x="145" y="118"/>
                  <a:pt x="144" y="120"/>
                </a:cubicBezTo>
                <a:cubicBezTo>
                  <a:pt x="143" y="121"/>
                  <a:pt x="141" y="121"/>
                  <a:pt x="140" y="12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81" name="Freeform 83"/>
          <p:cNvSpPr>
            <a:spLocks/>
          </p:cNvSpPr>
          <p:nvPr/>
        </p:nvSpPr>
        <p:spPr bwMode="auto">
          <a:xfrm>
            <a:off x="1279997" y="2239317"/>
            <a:ext cx="140472" cy="218271"/>
          </a:xfrm>
          <a:custGeom>
            <a:avLst/>
            <a:gdLst>
              <a:gd name="T0" fmla="*/ 96 w 98"/>
              <a:gd name="T1" fmla="*/ 26 h 152"/>
              <a:gd name="T2" fmla="*/ 46 w 98"/>
              <a:gd name="T3" fmla="*/ 76 h 152"/>
              <a:gd name="T4" fmla="*/ 96 w 98"/>
              <a:gd name="T5" fmla="*/ 126 h 152"/>
              <a:gd name="T6" fmla="*/ 98 w 98"/>
              <a:gd name="T7" fmla="*/ 130 h 152"/>
              <a:gd name="T8" fmla="*/ 96 w 98"/>
              <a:gd name="T9" fmla="*/ 135 h 152"/>
              <a:gd name="T10" fmla="*/ 80 w 98"/>
              <a:gd name="T11" fmla="*/ 150 h 152"/>
              <a:gd name="T12" fmla="*/ 76 w 98"/>
              <a:gd name="T13" fmla="*/ 152 h 152"/>
              <a:gd name="T14" fmla="*/ 72 w 98"/>
              <a:gd name="T15" fmla="*/ 150 h 152"/>
              <a:gd name="T16" fmla="*/ 2 w 98"/>
              <a:gd name="T17" fmla="*/ 80 h 152"/>
              <a:gd name="T18" fmla="*/ 0 w 98"/>
              <a:gd name="T19" fmla="*/ 76 h 152"/>
              <a:gd name="T20" fmla="*/ 2 w 98"/>
              <a:gd name="T21" fmla="*/ 72 h 152"/>
              <a:gd name="T22" fmla="*/ 72 w 98"/>
              <a:gd name="T23" fmla="*/ 1 h 152"/>
              <a:gd name="T24" fmla="*/ 76 w 98"/>
              <a:gd name="T25" fmla="*/ 0 h 152"/>
              <a:gd name="T26" fmla="*/ 80 w 98"/>
              <a:gd name="T27" fmla="*/ 1 h 152"/>
              <a:gd name="T28" fmla="*/ 96 w 98"/>
              <a:gd name="T29" fmla="*/ 17 h 152"/>
              <a:gd name="T30" fmla="*/ 98 w 98"/>
              <a:gd name="T31" fmla="*/ 21 h 152"/>
              <a:gd name="T32" fmla="*/ 96 w 98"/>
              <a:gd name="T33" fmla="*/ 26 h 1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98" h="152">
                <a:moveTo>
                  <a:pt x="96" y="26"/>
                </a:moveTo>
                <a:cubicBezTo>
                  <a:pt x="46" y="76"/>
                  <a:pt x="46" y="76"/>
                  <a:pt x="46" y="76"/>
                </a:cubicBezTo>
                <a:cubicBezTo>
                  <a:pt x="96" y="126"/>
                  <a:pt x="96" y="126"/>
                  <a:pt x="96" y="126"/>
                </a:cubicBezTo>
                <a:cubicBezTo>
                  <a:pt x="97" y="127"/>
                  <a:pt x="98" y="129"/>
                  <a:pt x="98" y="130"/>
                </a:cubicBezTo>
                <a:cubicBezTo>
                  <a:pt x="98" y="132"/>
                  <a:pt x="97" y="133"/>
                  <a:pt x="96" y="135"/>
                </a:cubicBezTo>
                <a:cubicBezTo>
                  <a:pt x="80" y="150"/>
                  <a:pt x="80" y="150"/>
                  <a:pt x="80" y="150"/>
                </a:cubicBezTo>
                <a:cubicBezTo>
                  <a:pt x="79" y="152"/>
                  <a:pt x="78" y="152"/>
                  <a:pt x="76" y="152"/>
                </a:cubicBezTo>
                <a:cubicBezTo>
                  <a:pt x="74" y="152"/>
                  <a:pt x="73" y="152"/>
                  <a:pt x="72" y="150"/>
                </a:cubicBezTo>
                <a:cubicBezTo>
                  <a:pt x="2" y="80"/>
                  <a:pt x="2" y="80"/>
                  <a:pt x="2" y="80"/>
                </a:cubicBezTo>
                <a:cubicBezTo>
                  <a:pt x="0" y="79"/>
                  <a:pt x="0" y="78"/>
                  <a:pt x="0" y="76"/>
                </a:cubicBezTo>
                <a:cubicBezTo>
                  <a:pt x="0" y="74"/>
                  <a:pt x="0" y="73"/>
                  <a:pt x="2" y="72"/>
                </a:cubicBezTo>
                <a:cubicBezTo>
                  <a:pt x="72" y="1"/>
                  <a:pt x="72" y="1"/>
                  <a:pt x="72" y="1"/>
                </a:cubicBezTo>
                <a:cubicBezTo>
                  <a:pt x="73" y="0"/>
                  <a:pt x="74" y="0"/>
                  <a:pt x="76" y="0"/>
                </a:cubicBezTo>
                <a:cubicBezTo>
                  <a:pt x="78" y="0"/>
                  <a:pt x="79" y="0"/>
                  <a:pt x="80" y="1"/>
                </a:cubicBezTo>
                <a:cubicBezTo>
                  <a:pt x="96" y="17"/>
                  <a:pt x="96" y="17"/>
                  <a:pt x="96" y="17"/>
                </a:cubicBezTo>
                <a:cubicBezTo>
                  <a:pt x="97" y="18"/>
                  <a:pt x="98" y="20"/>
                  <a:pt x="98" y="21"/>
                </a:cubicBezTo>
                <a:cubicBezTo>
                  <a:pt x="98" y="23"/>
                  <a:pt x="97" y="25"/>
                  <a:pt x="96" y="2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82" name="Freeform 84"/>
          <p:cNvSpPr>
            <a:spLocks/>
          </p:cNvSpPr>
          <p:nvPr/>
        </p:nvSpPr>
        <p:spPr bwMode="auto">
          <a:xfrm>
            <a:off x="1504752" y="2239317"/>
            <a:ext cx="140472" cy="218271"/>
          </a:xfrm>
          <a:custGeom>
            <a:avLst/>
            <a:gdLst>
              <a:gd name="T0" fmla="*/ 96 w 98"/>
              <a:gd name="T1" fmla="*/ 80 h 152"/>
              <a:gd name="T2" fmla="*/ 26 w 98"/>
              <a:gd name="T3" fmla="*/ 150 h 152"/>
              <a:gd name="T4" fmla="*/ 22 w 98"/>
              <a:gd name="T5" fmla="*/ 152 h 152"/>
              <a:gd name="T6" fmla="*/ 18 w 98"/>
              <a:gd name="T7" fmla="*/ 150 h 152"/>
              <a:gd name="T8" fmla="*/ 2 w 98"/>
              <a:gd name="T9" fmla="*/ 135 h 152"/>
              <a:gd name="T10" fmla="*/ 0 w 98"/>
              <a:gd name="T11" fmla="*/ 130 h 152"/>
              <a:gd name="T12" fmla="*/ 2 w 98"/>
              <a:gd name="T13" fmla="*/ 126 h 152"/>
              <a:gd name="T14" fmla="*/ 52 w 98"/>
              <a:gd name="T15" fmla="*/ 76 h 152"/>
              <a:gd name="T16" fmla="*/ 2 w 98"/>
              <a:gd name="T17" fmla="*/ 26 h 152"/>
              <a:gd name="T18" fmla="*/ 0 w 98"/>
              <a:gd name="T19" fmla="*/ 21 h 152"/>
              <a:gd name="T20" fmla="*/ 2 w 98"/>
              <a:gd name="T21" fmla="*/ 17 h 152"/>
              <a:gd name="T22" fmla="*/ 18 w 98"/>
              <a:gd name="T23" fmla="*/ 1 h 152"/>
              <a:gd name="T24" fmla="*/ 22 w 98"/>
              <a:gd name="T25" fmla="*/ 0 h 152"/>
              <a:gd name="T26" fmla="*/ 26 w 98"/>
              <a:gd name="T27" fmla="*/ 1 h 152"/>
              <a:gd name="T28" fmla="*/ 96 w 98"/>
              <a:gd name="T29" fmla="*/ 72 h 152"/>
              <a:gd name="T30" fmla="*/ 98 w 98"/>
              <a:gd name="T31" fmla="*/ 76 h 152"/>
              <a:gd name="T32" fmla="*/ 96 w 98"/>
              <a:gd name="T33" fmla="*/ 80 h 1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98" h="152">
                <a:moveTo>
                  <a:pt x="96" y="80"/>
                </a:moveTo>
                <a:cubicBezTo>
                  <a:pt x="26" y="150"/>
                  <a:pt x="26" y="150"/>
                  <a:pt x="26" y="150"/>
                </a:cubicBezTo>
                <a:cubicBezTo>
                  <a:pt x="25" y="152"/>
                  <a:pt x="24" y="152"/>
                  <a:pt x="22" y="152"/>
                </a:cubicBezTo>
                <a:cubicBezTo>
                  <a:pt x="20" y="152"/>
                  <a:pt x="19" y="152"/>
                  <a:pt x="18" y="150"/>
                </a:cubicBezTo>
                <a:cubicBezTo>
                  <a:pt x="2" y="135"/>
                  <a:pt x="2" y="135"/>
                  <a:pt x="2" y="135"/>
                </a:cubicBezTo>
                <a:cubicBezTo>
                  <a:pt x="1" y="133"/>
                  <a:pt x="0" y="132"/>
                  <a:pt x="0" y="130"/>
                </a:cubicBezTo>
                <a:cubicBezTo>
                  <a:pt x="0" y="129"/>
                  <a:pt x="1" y="127"/>
                  <a:pt x="2" y="126"/>
                </a:cubicBezTo>
                <a:cubicBezTo>
                  <a:pt x="52" y="76"/>
                  <a:pt x="52" y="76"/>
                  <a:pt x="52" y="76"/>
                </a:cubicBezTo>
                <a:cubicBezTo>
                  <a:pt x="2" y="26"/>
                  <a:pt x="2" y="26"/>
                  <a:pt x="2" y="26"/>
                </a:cubicBezTo>
                <a:cubicBezTo>
                  <a:pt x="1" y="25"/>
                  <a:pt x="0" y="23"/>
                  <a:pt x="0" y="21"/>
                </a:cubicBezTo>
                <a:cubicBezTo>
                  <a:pt x="0" y="20"/>
                  <a:pt x="1" y="18"/>
                  <a:pt x="2" y="17"/>
                </a:cubicBezTo>
                <a:cubicBezTo>
                  <a:pt x="18" y="1"/>
                  <a:pt x="18" y="1"/>
                  <a:pt x="18" y="1"/>
                </a:cubicBezTo>
                <a:cubicBezTo>
                  <a:pt x="19" y="0"/>
                  <a:pt x="20" y="0"/>
                  <a:pt x="22" y="0"/>
                </a:cubicBezTo>
                <a:cubicBezTo>
                  <a:pt x="24" y="0"/>
                  <a:pt x="25" y="0"/>
                  <a:pt x="26" y="1"/>
                </a:cubicBezTo>
                <a:cubicBezTo>
                  <a:pt x="96" y="72"/>
                  <a:pt x="96" y="72"/>
                  <a:pt x="96" y="72"/>
                </a:cubicBezTo>
                <a:cubicBezTo>
                  <a:pt x="98" y="73"/>
                  <a:pt x="98" y="74"/>
                  <a:pt x="98" y="76"/>
                </a:cubicBezTo>
                <a:cubicBezTo>
                  <a:pt x="98" y="78"/>
                  <a:pt x="98" y="79"/>
                  <a:pt x="96" y="8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83" name="Freeform 85"/>
          <p:cNvSpPr>
            <a:spLocks noEditPoints="1"/>
          </p:cNvSpPr>
          <p:nvPr/>
        </p:nvSpPr>
        <p:spPr bwMode="auto">
          <a:xfrm>
            <a:off x="1725183" y="2252283"/>
            <a:ext cx="209627" cy="209627"/>
          </a:xfrm>
          <a:custGeom>
            <a:avLst/>
            <a:gdLst>
              <a:gd name="T0" fmla="*/ 136 w 146"/>
              <a:gd name="T1" fmla="*/ 37 h 146"/>
              <a:gd name="T2" fmla="*/ 146 w 146"/>
              <a:gd name="T3" fmla="*/ 73 h 146"/>
              <a:gd name="T4" fmla="*/ 136 w 146"/>
              <a:gd name="T5" fmla="*/ 109 h 146"/>
              <a:gd name="T6" fmla="*/ 109 w 146"/>
              <a:gd name="T7" fmla="*/ 136 h 146"/>
              <a:gd name="T8" fmla="*/ 73 w 146"/>
              <a:gd name="T9" fmla="*/ 146 h 146"/>
              <a:gd name="T10" fmla="*/ 37 w 146"/>
              <a:gd name="T11" fmla="*/ 136 h 146"/>
              <a:gd name="T12" fmla="*/ 10 w 146"/>
              <a:gd name="T13" fmla="*/ 109 h 146"/>
              <a:gd name="T14" fmla="*/ 0 w 146"/>
              <a:gd name="T15" fmla="*/ 73 h 146"/>
              <a:gd name="T16" fmla="*/ 10 w 146"/>
              <a:gd name="T17" fmla="*/ 37 h 146"/>
              <a:gd name="T18" fmla="*/ 37 w 146"/>
              <a:gd name="T19" fmla="*/ 10 h 146"/>
              <a:gd name="T20" fmla="*/ 73 w 146"/>
              <a:gd name="T21" fmla="*/ 0 h 146"/>
              <a:gd name="T22" fmla="*/ 109 w 146"/>
              <a:gd name="T23" fmla="*/ 10 h 146"/>
              <a:gd name="T24" fmla="*/ 136 w 146"/>
              <a:gd name="T25" fmla="*/ 37 h 146"/>
              <a:gd name="T26" fmla="*/ 115 w 146"/>
              <a:gd name="T27" fmla="*/ 79 h 146"/>
              <a:gd name="T28" fmla="*/ 115 w 146"/>
              <a:gd name="T29" fmla="*/ 67 h 146"/>
              <a:gd name="T30" fmla="*/ 114 w 146"/>
              <a:gd name="T31" fmla="*/ 63 h 146"/>
              <a:gd name="T32" fmla="*/ 109 w 146"/>
              <a:gd name="T33" fmla="*/ 61 h 146"/>
              <a:gd name="T34" fmla="*/ 85 w 146"/>
              <a:gd name="T35" fmla="*/ 61 h 146"/>
              <a:gd name="T36" fmla="*/ 85 w 146"/>
              <a:gd name="T37" fmla="*/ 37 h 146"/>
              <a:gd name="T38" fmla="*/ 83 w 146"/>
              <a:gd name="T39" fmla="*/ 32 h 146"/>
              <a:gd name="T40" fmla="*/ 79 w 146"/>
              <a:gd name="T41" fmla="*/ 31 h 146"/>
              <a:gd name="T42" fmla="*/ 67 w 146"/>
              <a:gd name="T43" fmla="*/ 31 h 146"/>
              <a:gd name="T44" fmla="*/ 63 w 146"/>
              <a:gd name="T45" fmla="*/ 32 h 146"/>
              <a:gd name="T46" fmla="*/ 61 w 146"/>
              <a:gd name="T47" fmla="*/ 37 h 146"/>
              <a:gd name="T48" fmla="*/ 61 w 146"/>
              <a:gd name="T49" fmla="*/ 61 h 146"/>
              <a:gd name="T50" fmla="*/ 37 w 146"/>
              <a:gd name="T51" fmla="*/ 61 h 146"/>
              <a:gd name="T52" fmla="*/ 32 w 146"/>
              <a:gd name="T53" fmla="*/ 63 h 146"/>
              <a:gd name="T54" fmla="*/ 31 w 146"/>
              <a:gd name="T55" fmla="*/ 67 h 146"/>
              <a:gd name="T56" fmla="*/ 31 w 146"/>
              <a:gd name="T57" fmla="*/ 79 h 146"/>
              <a:gd name="T58" fmla="*/ 32 w 146"/>
              <a:gd name="T59" fmla="*/ 83 h 146"/>
              <a:gd name="T60" fmla="*/ 37 w 146"/>
              <a:gd name="T61" fmla="*/ 85 h 146"/>
              <a:gd name="T62" fmla="*/ 61 w 146"/>
              <a:gd name="T63" fmla="*/ 85 h 146"/>
              <a:gd name="T64" fmla="*/ 61 w 146"/>
              <a:gd name="T65" fmla="*/ 109 h 146"/>
              <a:gd name="T66" fmla="*/ 63 w 146"/>
              <a:gd name="T67" fmla="*/ 114 h 146"/>
              <a:gd name="T68" fmla="*/ 67 w 146"/>
              <a:gd name="T69" fmla="*/ 115 h 146"/>
              <a:gd name="T70" fmla="*/ 79 w 146"/>
              <a:gd name="T71" fmla="*/ 115 h 146"/>
              <a:gd name="T72" fmla="*/ 83 w 146"/>
              <a:gd name="T73" fmla="*/ 114 h 146"/>
              <a:gd name="T74" fmla="*/ 85 w 146"/>
              <a:gd name="T75" fmla="*/ 109 h 146"/>
              <a:gd name="T76" fmla="*/ 85 w 146"/>
              <a:gd name="T77" fmla="*/ 85 h 146"/>
              <a:gd name="T78" fmla="*/ 109 w 146"/>
              <a:gd name="T79" fmla="*/ 85 h 146"/>
              <a:gd name="T80" fmla="*/ 114 w 146"/>
              <a:gd name="T81" fmla="*/ 83 h 146"/>
              <a:gd name="T82" fmla="*/ 115 w 146"/>
              <a:gd name="T83" fmla="*/ 79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46" h="146">
                <a:moveTo>
                  <a:pt x="136" y="37"/>
                </a:moveTo>
                <a:cubicBezTo>
                  <a:pt x="142" y="48"/>
                  <a:pt x="146" y="60"/>
                  <a:pt x="146" y="73"/>
                </a:cubicBezTo>
                <a:cubicBezTo>
                  <a:pt x="146" y="86"/>
                  <a:pt x="142" y="98"/>
                  <a:pt x="136" y="109"/>
                </a:cubicBezTo>
                <a:cubicBezTo>
                  <a:pt x="129" y="121"/>
                  <a:pt x="121" y="129"/>
                  <a:pt x="109" y="136"/>
                </a:cubicBezTo>
                <a:cubicBezTo>
                  <a:pt x="98" y="142"/>
                  <a:pt x="86" y="146"/>
                  <a:pt x="73" y="146"/>
                </a:cubicBezTo>
                <a:cubicBezTo>
                  <a:pt x="60" y="146"/>
                  <a:pt x="48" y="142"/>
                  <a:pt x="37" y="136"/>
                </a:cubicBezTo>
                <a:cubicBezTo>
                  <a:pt x="25" y="129"/>
                  <a:pt x="17" y="121"/>
                  <a:pt x="10" y="109"/>
                </a:cubicBezTo>
                <a:cubicBezTo>
                  <a:pt x="4" y="98"/>
                  <a:pt x="0" y="86"/>
                  <a:pt x="0" y="73"/>
                </a:cubicBezTo>
                <a:cubicBezTo>
                  <a:pt x="0" y="60"/>
                  <a:pt x="4" y="48"/>
                  <a:pt x="10" y="37"/>
                </a:cubicBezTo>
                <a:cubicBezTo>
                  <a:pt x="17" y="25"/>
                  <a:pt x="25" y="17"/>
                  <a:pt x="37" y="10"/>
                </a:cubicBezTo>
                <a:cubicBezTo>
                  <a:pt x="48" y="4"/>
                  <a:pt x="60" y="0"/>
                  <a:pt x="73" y="0"/>
                </a:cubicBezTo>
                <a:cubicBezTo>
                  <a:pt x="86" y="0"/>
                  <a:pt x="98" y="4"/>
                  <a:pt x="109" y="10"/>
                </a:cubicBezTo>
                <a:cubicBezTo>
                  <a:pt x="121" y="17"/>
                  <a:pt x="129" y="25"/>
                  <a:pt x="136" y="37"/>
                </a:cubicBezTo>
                <a:close/>
                <a:moveTo>
                  <a:pt x="115" y="79"/>
                </a:moveTo>
                <a:cubicBezTo>
                  <a:pt x="115" y="67"/>
                  <a:pt x="115" y="67"/>
                  <a:pt x="115" y="67"/>
                </a:cubicBezTo>
                <a:cubicBezTo>
                  <a:pt x="115" y="65"/>
                  <a:pt x="115" y="64"/>
                  <a:pt x="114" y="63"/>
                </a:cubicBezTo>
                <a:cubicBezTo>
                  <a:pt x="112" y="61"/>
                  <a:pt x="111" y="61"/>
                  <a:pt x="109" y="61"/>
                </a:cubicBezTo>
                <a:cubicBezTo>
                  <a:pt x="85" y="61"/>
                  <a:pt x="85" y="61"/>
                  <a:pt x="85" y="61"/>
                </a:cubicBezTo>
                <a:cubicBezTo>
                  <a:pt x="85" y="37"/>
                  <a:pt x="85" y="37"/>
                  <a:pt x="85" y="37"/>
                </a:cubicBezTo>
                <a:cubicBezTo>
                  <a:pt x="85" y="35"/>
                  <a:pt x="85" y="34"/>
                  <a:pt x="83" y="32"/>
                </a:cubicBezTo>
                <a:cubicBezTo>
                  <a:pt x="82" y="31"/>
                  <a:pt x="81" y="31"/>
                  <a:pt x="79" y="31"/>
                </a:cubicBezTo>
                <a:cubicBezTo>
                  <a:pt x="67" y="31"/>
                  <a:pt x="67" y="31"/>
                  <a:pt x="67" y="31"/>
                </a:cubicBezTo>
                <a:cubicBezTo>
                  <a:pt x="65" y="31"/>
                  <a:pt x="64" y="31"/>
                  <a:pt x="63" y="32"/>
                </a:cubicBezTo>
                <a:cubicBezTo>
                  <a:pt x="61" y="34"/>
                  <a:pt x="61" y="35"/>
                  <a:pt x="61" y="37"/>
                </a:cubicBezTo>
                <a:cubicBezTo>
                  <a:pt x="61" y="61"/>
                  <a:pt x="61" y="61"/>
                  <a:pt x="61" y="61"/>
                </a:cubicBezTo>
                <a:cubicBezTo>
                  <a:pt x="37" y="61"/>
                  <a:pt x="37" y="61"/>
                  <a:pt x="37" y="61"/>
                </a:cubicBezTo>
                <a:cubicBezTo>
                  <a:pt x="35" y="61"/>
                  <a:pt x="34" y="61"/>
                  <a:pt x="32" y="63"/>
                </a:cubicBezTo>
                <a:cubicBezTo>
                  <a:pt x="31" y="64"/>
                  <a:pt x="31" y="65"/>
                  <a:pt x="31" y="67"/>
                </a:cubicBezTo>
                <a:cubicBezTo>
                  <a:pt x="31" y="79"/>
                  <a:pt x="31" y="79"/>
                  <a:pt x="31" y="79"/>
                </a:cubicBezTo>
                <a:cubicBezTo>
                  <a:pt x="31" y="81"/>
                  <a:pt x="31" y="82"/>
                  <a:pt x="32" y="83"/>
                </a:cubicBezTo>
                <a:cubicBezTo>
                  <a:pt x="34" y="84"/>
                  <a:pt x="35" y="85"/>
                  <a:pt x="37" y="85"/>
                </a:cubicBezTo>
                <a:cubicBezTo>
                  <a:pt x="61" y="85"/>
                  <a:pt x="61" y="85"/>
                  <a:pt x="61" y="85"/>
                </a:cubicBezTo>
                <a:cubicBezTo>
                  <a:pt x="61" y="109"/>
                  <a:pt x="61" y="109"/>
                  <a:pt x="61" y="109"/>
                </a:cubicBezTo>
                <a:cubicBezTo>
                  <a:pt x="61" y="111"/>
                  <a:pt x="61" y="112"/>
                  <a:pt x="63" y="114"/>
                </a:cubicBezTo>
                <a:cubicBezTo>
                  <a:pt x="64" y="115"/>
                  <a:pt x="65" y="115"/>
                  <a:pt x="67" y="115"/>
                </a:cubicBezTo>
                <a:cubicBezTo>
                  <a:pt x="79" y="115"/>
                  <a:pt x="79" y="115"/>
                  <a:pt x="79" y="115"/>
                </a:cubicBezTo>
                <a:cubicBezTo>
                  <a:pt x="81" y="115"/>
                  <a:pt x="82" y="115"/>
                  <a:pt x="83" y="114"/>
                </a:cubicBezTo>
                <a:cubicBezTo>
                  <a:pt x="85" y="112"/>
                  <a:pt x="85" y="111"/>
                  <a:pt x="85" y="109"/>
                </a:cubicBezTo>
                <a:cubicBezTo>
                  <a:pt x="85" y="85"/>
                  <a:pt x="85" y="85"/>
                  <a:pt x="85" y="85"/>
                </a:cubicBezTo>
                <a:cubicBezTo>
                  <a:pt x="109" y="85"/>
                  <a:pt x="109" y="85"/>
                  <a:pt x="109" y="85"/>
                </a:cubicBezTo>
                <a:cubicBezTo>
                  <a:pt x="111" y="85"/>
                  <a:pt x="112" y="84"/>
                  <a:pt x="114" y="83"/>
                </a:cubicBezTo>
                <a:cubicBezTo>
                  <a:pt x="115" y="82"/>
                  <a:pt x="115" y="81"/>
                  <a:pt x="115" y="7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84" name="Freeform 86"/>
          <p:cNvSpPr>
            <a:spLocks noEditPoints="1"/>
          </p:cNvSpPr>
          <p:nvPr/>
        </p:nvSpPr>
        <p:spPr bwMode="auto">
          <a:xfrm>
            <a:off x="1993159" y="2252283"/>
            <a:ext cx="207464" cy="209627"/>
          </a:xfrm>
          <a:custGeom>
            <a:avLst/>
            <a:gdLst>
              <a:gd name="T0" fmla="*/ 136 w 145"/>
              <a:gd name="T1" fmla="*/ 37 h 146"/>
              <a:gd name="T2" fmla="*/ 145 w 145"/>
              <a:gd name="T3" fmla="*/ 73 h 146"/>
              <a:gd name="T4" fmla="*/ 136 w 145"/>
              <a:gd name="T5" fmla="*/ 109 h 146"/>
              <a:gd name="T6" fmla="*/ 109 w 145"/>
              <a:gd name="T7" fmla="*/ 136 h 146"/>
              <a:gd name="T8" fmla="*/ 73 w 145"/>
              <a:gd name="T9" fmla="*/ 146 h 146"/>
              <a:gd name="T10" fmla="*/ 36 w 145"/>
              <a:gd name="T11" fmla="*/ 136 h 146"/>
              <a:gd name="T12" fmla="*/ 10 w 145"/>
              <a:gd name="T13" fmla="*/ 109 h 146"/>
              <a:gd name="T14" fmla="*/ 0 w 145"/>
              <a:gd name="T15" fmla="*/ 73 h 146"/>
              <a:gd name="T16" fmla="*/ 10 w 145"/>
              <a:gd name="T17" fmla="*/ 37 h 146"/>
              <a:gd name="T18" fmla="*/ 36 w 145"/>
              <a:gd name="T19" fmla="*/ 10 h 146"/>
              <a:gd name="T20" fmla="*/ 73 w 145"/>
              <a:gd name="T21" fmla="*/ 0 h 146"/>
              <a:gd name="T22" fmla="*/ 109 w 145"/>
              <a:gd name="T23" fmla="*/ 10 h 146"/>
              <a:gd name="T24" fmla="*/ 136 w 145"/>
              <a:gd name="T25" fmla="*/ 37 h 146"/>
              <a:gd name="T26" fmla="*/ 115 w 145"/>
              <a:gd name="T27" fmla="*/ 79 h 146"/>
              <a:gd name="T28" fmla="*/ 115 w 145"/>
              <a:gd name="T29" fmla="*/ 67 h 146"/>
              <a:gd name="T30" fmla="*/ 113 w 145"/>
              <a:gd name="T31" fmla="*/ 63 h 146"/>
              <a:gd name="T32" fmla="*/ 109 w 145"/>
              <a:gd name="T33" fmla="*/ 61 h 146"/>
              <a:gd name="T34" fmla="*/ 36 w 145"/>
              <a:gd name="T35" fmla="*/ 61 h 146"/>
              <a:gd name="T36" fmla="*/ 32 w 145"/>
              <a:gd name="T37" fmla="*/ 63 h 146"/>
              <a:gd name="T38" fmla="*/ 30 w 145"/>
              <a:gd name="T39" fmla="*/ 67 h 146"/>
              <a:gd name="T40" fmla="*/ 30 w 145"/>
              <a:gd name="T41" fmla="*/ 79 h 146"/>
              <a:gd name="T42" fmla="*/ 32 w 145"/>
              <a:gd name="T43" fmla="*/ 83 h 146"/>
              <a:gd name="T44" fmla="*/ 36 w 145"/>
              <a:gd name="T45" fmla="*/ 85 h 146"/>
              <a:gd name="T46" fmla="*/ 109 w 145"/>
              <a:gd name="T47" fmla="*/ 85 h 146"/>
              <a:gd name="T48" fmla="*/ 113 w 145"/>
              <a:gd name="T49" fmla="*/ 83 h 146"/>
              <a:gd name="T50" fmla="*/ 115 w 145"/>
              <a:gd name="T51" fmla="*/ 79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145" h="146">
                <a:moveTo>
                  <a:pt x="136" y="37"/>
                </a:moveTo>
                <a:cubicBezTo>
                  <a:pt x="142" y="48"/>
                  <a:pt x="145" y="60"/>
                  <a:pt x="145" y="73"/>
                </a:cubicBezTo>
                <a:cubicBezTo>
                  <a:pt x="145" y="86"/>
                  <a:pt x="142" y="98"/>
                  <a:pt x="136" y="109"/>
                </a:cubicBezTo>
                <a:cubicBezTo>
                  <a:pt x="129" y="121"/>
                  <a:pt x="120" y="129"/>
                  <a:pt x="109" y="136"/>
                </a:cubicBezTo>
                <a:cubicBezTo>
                  <a:pt x="98" y="142"/>
                  <a:pt x="86" y="146"/>
                  <a:pt x="73" y="146"/>
                </a:cubicBezTo>
                <a:cubicBezTo>
                  <a:pt x="60" y="146"/>
                  <a:pt x="47" y="142"/>
                  <a:pt x="36" y="136"/>
                </a:cubicBezTo>
                <a:cubicBezTo>
                  <a:pt x="25" y="129"/>
                  <a:pt x="16" y="121"/>
                  <a:pt x="10" y="109"/>
                </a:cubicBezTo>
                <a:cubicBezTo>
                  <a:pt x="3" y="98"/>
                  <a:pt x="0" y="86"/>
                  <a:pt x="0" y="73"/>
                </a:cubicBezTo>
                <a:cubicBezTo>
                  <a:pt x="0" y="60"/>
                  <a:pt x="3" y="48"/>
                  <a:pt x="10" y="37"/>
                </a:cubicBezTo>
                <a:cubicBezTo>
                  <a:pt x="16" y="25"/>
                  <a:pt x="25" y="17"/>
                  <a:pt x="36" y="10"/>
                </a:cubicBezTo>
                <a:cubicBezTo>
                  <a:pt x="47" y="4"/>
                  <a:pt x="60" y="0"/>
                  <a:pt x="73" y="0"/>
                </a:cubicBezTo>
                <a:cubicBezTo>
                  <a:pt x="86" y="0"/>
                  <a:pt x="98" y="4"/>
                  <a:pt x="109" y="10"/>
                </a:cubicBezTo>
                <a:cubicBezTo>
                  <a:pt x="120" y="17"/>
                  <a:pt x="129" y="25"/>
                  <a:pt x="136" y="37"/>
                </a:cubicBezTo>
                <a:close/>
                <a:moveTo>
                  <a:pt x="115" y="79"/>
                </a:moveTo>
                <a:cubicBezTo>
                  <a:pt x="115" y="67"/>
                  <a:pt x="115" y="67"/>
                  <a:pt x="115" y="67"/>
                </a:cubicBezTo>
                <a:cubicBezTo>
                  <a:pt x="115" y="65"/>
                  <a:pt x="115" y="64"/>
                  <a:pt x="113" y="63"/>
                </a:cubicBezTo>
                <a:cubicBezTo>
                  <a:pt x="112" y="61"/>
                  <a:pt x="111" y="61"/>
                  <a:pt x="109" y="61"/>
                </a:cubicBezTo>
                <a:cubicBezTo>
                  <a:pt x="36" y="61"/>
                  <a:pt x="36" y="61"/>
                  <a:pt x="36" y="61"/>
                </a:cubicBezTo>
                <a:cubicBezTo>
                  <a:pt x="35" y="61"/>
                  <a:pt x="33" y="61"/>
                  <a:pt x="32" y="63"/>
                </a:cubicBezTo>
                <a:cubicBezTo>
                  <a:pt x="31" y="64"/>
                  <a:pt x="30" y="65"/>
                  <a:pt x="30" y="67"/>
                </a:cubicBezTo>
                <a:cubicBezTo>
                  <a:pt x="30" y="79"/>
                  <a:pt x="30" y="79"/>
                  <a:pt x="30" y="79"/>
                </a:cubicBezTo>
                <a:cubicBezTo>
                  <a:pt x="30" y="81"/>
                  <a:pt x="31" y="82"/>
                  <a:pt x="32" y="83"/>
                </a:cubicBezTo>
                <a:cubicBezTo>
                  <a:pt x="33" y="84"/>
                  <a:pt x="35" y="85"/>
                  <a:pt x="36" y="85"/>
                </a:cubicBezTo>
                <a:cubicBezTo>
                  <a:pt x="109" y="85"/>
                  <a:pt x="109" y="85"/>
                  <a:pt x="109" y="85"/>
                </a:cubicBezTo>
                <a:cubicBezTo>
                  <a:pt x="111" y="85"/>
                  <a:pt x="112" y="84"/>
                  <a:pt x="113" y="83"/>
                </a:cubicBezTo>
                <a:cubicBezTo>
                  <a:pt x="115" y="82"/>
                  <a:pt x="115" y="81"/>
                  <a:pt x="115" y="7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85" name="Freeform 87"/>
          <p:cNvSpPr>
            <a:spLocks noEditPoints="1"/>
          </p:cNvSpPr>
          <p:nvPr/>
        </p:nvSpPr>
        <p:spPr bwMode="auto">
          <a:xfrm>
            <a:off x="2261135" y="2252283"/>
            <a:ext cx="207464" cy="209627"/>
          </a:xfrm>
          <a:custGeom>
            <a:avLst/>
            <a:gdLst>
              <a:gd name="T0" fmla="*/ 135 w 145"/>
              <a:gd name="T1" fmla="*/ 37 h 146"/>
              <a:gd name="T2" fmla="*/ 145 w 145"/>
              <a:gd name="T3" fmla="*/ 73 h 146"/>
              <a:gd name="T4" fmla="*/ 135 w 145"/>
              <a:gd name="T5" fmla="*/ 109 h 146"/>
              <a:gd name="T6" fmla="*/ 109 w 145"/>
              <a:gd name="T7" fmla="*/ 136 h 146"/>
              <a:gd name="T8" fmla="*/ 73 w 145"/>
              <a:gd name="T9" fmla="*/ 146 h 146"/>
              <a:gd name="T10" fmla="*/ 36 w 145"/>
              <a:gd name="T11" fmla="*/ 136 h 146"/>
              <a:gd name="T12" fmla="*/ 10 w 145"/>
              <a:gd name="T13" fmla="*/ 109 h 146"/>
              <a:gd name="T14" fmla="*/ 0 w 145"/>
              <a:gd name="T15" fmla="*/ 73 h 146"/>
              <a:gd name="T16" fmla="*/ 10 w 145"/>
              <a:gd name="T17" fmla="*/ 37 h 146"/>
              <a:gd name="T18" fmla="*/ 36 w 145"/>
              <a:gd name="T19" fmla="*/ 10 h 146"/>
              <a:gd name="T20" fmla="*/ 73 w 145"/>
              <a:gd name="T21" fmla="*/ 0 h 146"/>
              <a:gd name="T22" fmla="*/ 109 w 145"/>
              <a:gd name="T23" fmla="*/ 10 h 146"/>
              <a:gd name="T24" fmla="*/ 135 w 145"/>
              <a:gd name="T25" fmla="*/ 37 h 146"/>
              <a:gd name="T26" fmla="*/ 109 w 145"/>
              <a:gd name="T27" fmla="*/ 94 h 146"/>
              <a:gd name="T28" fmla="*/ 107 w 145"/>
              <a:gd name="T29" fmla="*/ 90 h 146"/>
              <a:gd name="T30" fmla="*/ 90 w 145"/>
              <a:gd name="T31" fmla="*/ 73 h 146"/>
              <a:gd name="T32" fmla="*/ 107 w 145"/>
              <a:gd name="T33" fmla="*/ 56 h 146"/>
              <a:gd name="T34" fmla="*/ 109 w 145"/>
              <a:gd name="T35" fmla="*/ 52 h 146"/>
              <a:gd name="T36" fmla="*/ 107 w 145"/>
              <a:gd name="T37" fmla="*/ 47 h 146"/>
              <a:gd name="T38" fmla="*/ 98 w 145"/>
              <a:gd name="T39" fmla="*/ 39 h 146"/>
              <a:gd name="T40" fmla="*/ 94 w 145"/>
              <a:gd name="T41" fmla="*/ 37 h 146"/>
              <a:gd name="T42" fmla="*/ 90 w 145"/>
              <a:gd name="T43" fmla="*/ 39 h 146"/>
              <a:gd name="T44" fmla="*/ 73 w 145"/>
              <a:gd name="T45" fmla="*/ 56 h 146"/>
              <a:gd name="T46" fmla="*/ 55 w 145"/>
              <a:gd name="T47" fmla="*/ 39 h 146"/>
              <a:gd name="T48" fmla="*/ 51 w 145"/>
              <a:gd name="T49" fmla="*/ 37 h 146"/>
              <a:gd name="T50" fmla="*/ 47 w 145"/>
              <a:gd name="T51" fmla="*/ 39 h 146"/>
              <a:gd name="T52" fmla="*/ 38 w 145"/>
              <a:gd name="T53" fmla="*/ 47 h 146"/>
              <a:gd name="T54" fmla="*/ 37 w 145"/>
              <a:gd name="T55" fmla="*/ 52 h 146"/>
              <a:gd name="T56" fmla="*/ 38 w 145"/>
              <a:gd name="T57" fmla="*/ 56 h 146"/>
              <a:gd name="T58" fmla="*/ 55 w 145"/>
              <a:gd name="T59" fmla="*/ 73 h 146"/>
              <a:gd name="T60" fmla="*/ 38 w 145"/>
              <a:gd name="T61" fmla="*/ 90 h 146"/>
              <a:gd name="T62" fmla="*/ 37 w 145"/>
              <a:gd name="T63" fmla="*/ 94 h 146"/>
              <a:gd name="T64" fmla="*/ 38 w 145"/>
              <a:gd name="T65" fmla="*/ 99 h 146"/>
              <a:gd name="T66" fmla="*/ 47 w 145"/>
              <a:gd name="T67" fmla="*/ 107 h 146"/>
              <a:gd name="T68" fmla="*/ 51 w 145"/>
              <a:gd name="T69" fmla="*/ 109 h 146"/>
              <a:gd name="T70" fmla="*/ 55 w 145"/>
              <a:gd name="T71" fmla="*/ 107 h 146"/>
              <a:gd name="T72" fmla="*/ 73 w 145"/>
              <a:gd name="T73" fmla="*/ 90 h 146"/>
              <a:gd name="T74" fmla="*/ 90 w 145"/>
              <a:gd name="T75" fmla="*/ 107 h 146"/>
              <a:gd name="T76" fmla="*/ 94 w 145"/>
              <a:gd name="T77" fmla="*/ 109 h 146"/>
              <a:gd name="T78" fmla="*/ 98 w 145"/>
              <a:gd name="T79" fmla="*/ 107 h 146"/>
              <a:gd name="T80" fmla="*/ 107 w 145"/>
              <a:gd name="T81" fmla="*/ 99 h 146"/>
              <a:gd name="T82" fmla="*/ 109 w 145"/>
              <a:gd name="T83" fmla="*/ 94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45" h="146">
                <a:moveTo>
                  <a:pt x="135" y="37"/>
                </a:moveTo>
                <a:cubicBezTo>
                  <a:pt x="142" y="48"/>
                  <a:pt x="145" y="60"/>
                  <a:pt x="145" y="73"/>
                </a:cubicBezTo>
                <a:cubicBezTo>
                  <a:pt x="145" y="86"/>
                  <a:pt x="142" y="98"/>
                  <a:pt x="135" y="109"/>
                </a:cubicBezTo>
                <a:cubicBezTo>
                  <a:pt x="129" y="121"/>
                  <a:pt x="120" y="129"/>
                  <a:pt x="109" y="136"/>
                </a:cubicBezTo>
                <a:cubicBezTo>
                  <a:pt x="98" y="142"/>
                  <a:pt x="86" y="146"/>
                  <a:pt x="73" y="146"/>
                </a:cubicBezTo>
                <a:cubicBezTo>
                  <a:pt x="59" y="146"/>
                  <a:pt x="47" y="142"/>
                  <a:pt x="36" y="136"/>
                </a:cubicBezTo>
                <a:cubicBezTo>
                  <a:pt x="25" y="129"/>
                  <a:pt x="16" y="121"/>
                  <a:pt x="10" y="109"/>
                </a:cubicBezTo>
                <a:cubicBezTo>
                  <a:pt x="3" y="98"/>
                  <a:pt x="0" y="86"/>
                  <a:pt x="0" y="73"/>
                </a:cubicBezTo>
                <a:cubicBezTo>
                  <a:pt x="0" y="60"/>
                  <a:pt x="3" y="48"/>
                  <a:pt x="10" y="37"/>
                </a:cubicBezTo>
                <a:cubicBezTo>
                  <a:pt x="16" y="25"/>
                  <a:pt x="25" y="17"/>
                  <a:pt x="36" y="10"/>
                </a:cubicBezTo>
                <a:cubicBezTo>
                  <a:pt x="47" y="4"/>
                  <a:pt x="59" y="0"/>
                  <a:pt x="73" y="0"/>
                </a:cubicBezTo>
                <a:cubicBezTo>
                  <a:pt x="86" y="0"/>
                  <a:pt x="98" y="4"/>
                  <a:pt x="109" y="10"/>
                </a:cubicBezTo>
                <a:cubicBezTo>
                  <a:pt x="120" y="17"/>
                  <a:pt x="129" y="25"/>
                  <a:pt x="135" y="37"/>
                </a:cubicBezTo>
                <a:close/>
                <a:moveTo>
                  <a:pt x="109" y="94"/>
                </a:moveTo>
                <a:cubicBezTo>
                  <a:pt x="109" y="93"/>
                  <a:pt x="108" y="91"/>
                  <a:pt x="107" y="90"/>
                </a:cubicBezTo>
                <a:cubicBezTo>
                  <a:pt x="90" y="73"/>
                  <a:pt x="90" y="73"/>
                  <a:pt x="90" y="73"/>
                </a:cubicBezTo>
                <a:cubicBezTo>
                  <a:pt x="107" y="56"/>
                  <a:pt x="107" y="56"/>
                  <a:pt x="107" y="56"/>
                </a:cubicBezTo>
                <a:cubicBezTo>
                  <a:pt x="108" y="55"/>
                  <a:pt x="109" y="53"/>
                  <a:pt x="109" y="52"/>
                </a:cubicBezTo>
                <a:cubicBezTo>
                  <a:pt x="109" y="50"/>
                  <a:pt x="108" y="48"/>
                  <a:pt x="107" y="47"/>
                </a:cubicBezTo>
                <a:cubicBezTo>
                  <a:pt x="98" y="39"/>
                  <a:pt x="98" y="39"/>
                  <a:pt x="98" y="39"/>
                </a:cubicBezTo>
                <a:cubicBezTo>
                  <a:pt x="97" y="38"/>
                  <a:pt x="96" y="37"/>
                  <a:pt x="94" y="37"/>
                </a:cubicBezTo>
                <a:cubicBezTo>
                  <a:pt x="92" y="37"/>
                  <a:pt x="91" y="38"/>
                  <a:pt x="90" y="39"/>
                </a:cubicBezTo>
                <a:cubicBezTo>
                  <a:pt x="73" y="56"/>
                  <a:pt x="73" y="56"/>
                  <a:pt x="73" y="56"/>
                </a:cubicBezTo>
                <a:cubicBezTo>
                  <a:pt x="55" y="39"/>
                  <a:pt x="55" y="39"/>
                  <a:pt x="55" y="39"/>
                </a:cubicBezTo>
                <a:cubicBezTo>
                  <a:pt x="54" y="38"/>
                  <a:pt x="53" y="37"/>
                  <a:pt x="51" y="37"/>
                </a:cubicBezTo>
                <a:cubicBezTo>
                  <a:pt x="49" y="37"/>
                  <a:pt x="48" y="38"/>
                  <a:pt x="47" y="39"/>
                </a:cubicBezTo>
                <a:cubicBezTo>
                  <a:pt x="38" y="47"/>
                  <a:pt x="38" y="47"/>
                  <a:pt x="38" y="47"/>
                </a:cubicBezTo>
                <a:cubicBezTo>
                  <a:pt x="37" y="48"/>
                  <a:pt x="37" y="50"/>
                  <a:pt x="37" y="52"/>
                </a:cubicBezTo>
                <a:cubicBezTo>
                  <a:pt x="37" y="53"/>
                  <a:pt x="37" y="55"/>
                  <a:pt x="38" y="56"/>
                </a:cubicBezTo>
                <a:cubicBezTo>
                  <a:pt x="55" y="73"/>
                  <a:pt x="55" y="73"/>
                  <a:pt x="55" y="73"/>
                </a:cubicBezTo>
                <a:cubicBezTo>
                  <a:pt x="38" y="90"/>
                  <a:pt x="38" y="90"/>
                  <a:pt x="38" y="90"/>
                </a:cubicBezTo>
                <a:cubicBezTo>
                  <a:pt x="37" y="91"/>
                  <a:pt x="37" y="93"/>
                  <a:pt x="37" y="94"/>
                </a:cubicBezTo>
                <a:cubicBezTo>
                  <a:pt x="37" y="96"/>
                  <a:pt x="37" y="97"/>
                  <a:pt x="38" y="99"/>
                </a:cubicBezTo>
                <a:cubicBezTo>
                  <a:pt x="47" y="107"/>
                  <a:pt x="47" y="107"/>
                  <a:pt x="47" y="107"/>
                </a:cubicBezTo>
                <a:cubicBezTo>
                  <a:pt x="48" y="108"/>
                  <a:pt x="49" y="109"/>
                  <a:pt x="51" y="109"/>
                </a:cubicBezTo>
                <a:cubicBezTo>
                  <a:pt x="53" y="109"/>
                  <a:pt x="54" y="108"/>
                  <a:pt x="55" y="107"/>
                </a:cubicBezTo>
                <a:cubicBezTo>
                  <a:pt x="73" y="90"/>
                  <a:pt x="73" y="90"/>
                  <a:pt x="73" y="90"/>
                </a:cubicBezTo>
                <a:cubicBezTo>
                  <a:pt x="90" y="107"/>
                  <a:pt x="90" y="107"/>
                  <a:pt x="90" y="107"/>
                </a:cubicBezTo>
                <a:cubicBezTo>
                  <a:pt x="91" y="108"/>
                  <a:pt x="92" y="109"/>
                  <a:pt x="94" y="109"/>
                </a:cubicBezTo>
                <a:cubicBezTo>
                  <a:pt x="96" y="109"/>
                  <a:pt x="97" y="108"/>
                  <a:pt x="98" y="107"/>
                </a:cubicBezTo>
                <a:cubicBezTo>
                  <a:pt x="107" y="99"/>
                  <a:pt x="107" y="99"/>
                  <a:pt x="107" y="99"/>
                </a:cubicBezTo>
                <a:cubicBezTo>
                  <a:pt x="108" y="97"/>
                  <a:pt x="109" y="96"/>
                  <a:pt x="109" y="9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86" name="Freeform 88"/>
          <p:cNvSpPr>
            <a:spLocks noEditPoints="1"/>
          </p:cNvSpPr>
          <p:nvPr/>
        </p:nvSpPr>
        <p:spPr bwMode="auto">
          <a:xfrm>
            <a:off x="2529111" y="2252283"/>
            <a:ext cx="207464" cy="209627"/>
          </a:xfrm>
          <a:custGeom>
            <a:avLst/>
            <a:gdLst>
              <a:gd name="T0" fmla="*/ 135 w 145"/>
              <a:gd name="T1" fmla="*/ 37 h 146"/>
              <a:gd name="T2" fmla="*/ 145 w 145"/>
              <a:gd name="T3" fmla="*/ 73 h 146"/>
              <a:gd name="T4" fmla="*/ 135 w 145"/>
              <a:gd name="T5" fmla="*/ 109 h 146"/>
              <a:gd name="T6" fmla="*/ 109 w 145"/>
              <a:gd name="T7" fmla="*/ 136 h 146"/>
              <a:gd name="T8" fmla="*/ 72 w 145"/>
              <a:gd name="T9" fmla="*/ 146 h 146"/>
              <a:gd name="T10" fmla="*/ 36 w 145"/>
              <a:gd name="T11" fmla="*/ 136 h 146"/>
              <a:gd name="T12" fmla="*/ 9 w 145"/>
              <a:gd name="T13" fmla="*/ 109 h 146"/>
              <a:gd name="T14" fmla="*/ 0 w 145"/>
              <a:gd name="T15" fmla="*/ 73 h 146"/>
              <a:gd name="T16" fmla="*/ 9 w 145"/>
              <a:gd name="T17" fmla="*/ 37 h 146"/>
              <a:gd name="T18" fmla="*/ 36 w 145"/>
              <a:gd name="T19" fmla="*/ 10 h 146"/>
              <a:gd name="T20" fmla="*/ 72 w 145"/>
              <a:gd name="T21" fmla="*/ 0 h 146"/>
              <a:gd name="T22" fmla="*/ 109 w 145"/>
              <a:gd name="T23" fmla="*/ 10 h 146"/>
              <a:gd name="T24" fmla="*/ 135 w 145"/>
              <a:gd name="T25" fmla="*/ 37 h 146"/>
              <a:gd name="T26" fmla="*/ 121 w 145"/>
              <a:gd name="T27" fmla="*/ 58 h 146"/>
              <a:gd name="T28" fmla="*/ 119 w 145"/>
              <a:gd name="T29" fmla="*/ 53 h 146"/>
              <a:gd name="T30" fmla="*/ 111 w 145"/>
              <a:gd name="T31" fmla="*/ 45 h 146"/>
              <a:gd name="T32" fmla="*/ 107 w 145"/>
              <a:gd name="T33" fmla="*/ 43 h 146"/>
              <a:gd name="T34" fmla="*/ 102 w 145"/>
              <a:gd name="T35" fmla="*/ 45 h 146"/>
              <a:gd name="T36" fmla="*/ 64 w 145"/>
              <a:gd name="T37" fmla="*/ 83 h 146"/>
              <a:gd name="T38" fmla="*/ 42 w 145"/>
              <a:gd name="T39" fmla="*/ 62 h 146"/>
              <a:gd name="T40" fmla="*/ 38 w 145"/>
              <a:gd name="T41" fmla="*/ 60 h 146"/>
              <a:gd name="T42" fmla="*/ 34 w 145"/>
              <a:gd name="T43" fmla="*/ 62 h 146"/>
              <a:gd name="T44" fmla="*/ 25 w 145"/>
              <a:gd name="T45" fmla="*/ 70 h 146"/>
              <a:gd name="T46" fmla="*/ 24 w 145"/>
              <a:gd name="T47" fmla="*/ 75 h 146"/>
              <a:gd name="T48" fmla="*/ 25 w 145"/>
              <a:gd name="T49" fmla="*/ 79 h 146"/>
              <a:gd name="T50" fmla="*/ 59 w 145"/>
              <a:gd name="T51" fmla="*/ 113 h 146"/>
              <a:gd name="T52" fmla="*/ 64 w 145"/>
              <a:gd name="T53" fmla="*/ 115 h 146"/>
              <a:gd name="T54" fmla="*/ 68 w 145"/>
              <a:gd name="T55" fmla="*/ 113 h 146"/>
              <a:gd name="T56" fmla="*/ 119 w 145"/>
              <a:gd name="T57" fmla="*/ 62 h 146"/>
              <a:gd name="T58" fmla="*/ 121 w 145"/>
              <a:gd name="T59" fmla="*/ 58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45" h="146">
                <a:moveTo>
                  <a:pt x="135" y="37"/>
                </a:moveTo>
                <a:cubicBezTo>
                  <a:pt x="142" y="48"/>
                  <a:pt x="145" y="60"/>
                  <a:pt x="145" y="73"/>
                </a:cubicBezTo>
                <a:cubicBezTo>
                  <a:pt x="145" y="86"/>
                  <a:pt x="142" y="98"/>
                  <a:pt x="135" y="109"/>
                </a:cubicBezTo>
                <a:cubicBezTo>
                  <a:pt x="129" y="121"/>
                  <a:pt x="120" y="129"/>
                  <a:pt x="109" y="136"/>
                </a:cubicBezTo>
                <a:cubicBezTo>
                  <a:pt x="98" y="142"/>
                  <a:pt x="85" y="146"/>
                  <a:pt x="72" y="146"/>
                </a:cubicBezTo>
                <a:cubicBezTo>
                  <a:pt x="59" y="146"/>
                  <a:pt x="47" y="142"/>
                  <a:pt x="36" y="136"/>
                </a:cubicBezTo>
                <a:cubicBezTo>
                  <a:pt x="25" y="129"/>
                  <a:pt x="16" y="121"/>
                  <a:pt x="9" y="109"/>
                </a:cubicBezTo>
                <a:cubicBezTo>
                  <a:pt x="3" y="98"/>
                  <a:pt x="0" y="86"/>
                  <a:pt x="0" y="73"/>
                </a:cubicBezTo>
                <a:cubicBezTo>
                  <a:pt x="0" y="60"/>
                  <a:pt x="3" y="48"/>
                  <a:pt x="9" y="37"/>
                </a:cubicBezTo>
                <a:cubicBezTo>
                  <a:pt x="16" y="25"/>
                  <a:pt x="25" y="17"/>
                  <a:pt x="36" y="10"/>
                </a:cubicBezTo>
                <a:cubicBezTo>
                  <a:pt x="47" y="4"/>
                  <a:pt x="59" y="0"/>
                  <a:pt x="72" y="0"/>
                </a:cubicBezTo>
                <a:cubicBezTo>
                  <a:pt x="85" y="0"/>
                  <a:pt x="98" y="4"/>
                  <a:pt x="109" y="10"/>
                </a:cubicBezTo>
                <a:cubicBezTo>
                  <a:pt x="120" y="17"/>
                  <a:pt x="129" y="25"/>
                  <a:pt x="135" y="37"/>
                </a:cubicBezTo>
                <a:close/>
                <a:moveTo>
                  <a:pt x="121" y="58"/>
                </a:moveTo>
                <a:cubicBezTo>
                  <a:pt x="121" y="56"/>
                  <a:pt x="121" y="54"/>
                  <a:pt x="119" y="53"/>
                </a:cubicBezTo>
                <a:cubicBezTo>
                  <a:pt x="111" y="45"/>
                  <a:pt x="111" y="45"/>
                  <a:pt x="111" y="45"/>
                </a:cubicBezTo>
                <a:cubicBezTo>
                  <a:pt x="110" y="44"/>
                  <a:pt x="108" y="43"/>
                  <a:pt x="107" y="43"/>
                </a:cubicBezTo>
                <a:cubicBezTo>
                  <a:pt x="105" y="43"/>
                  <a:pt x="103" y="44"/>
                  <a:pt x="102" y="45"/>
                </a:cubicBezTo>
                <a:cubicBezTo>
                  <a:pt x="64" y="83"/>
                  <a:pt x="64" y="83"/>
                  <a:pt x="64" y="83"/>
                </a:cubicBezTo>
                <a:cubicBezTo>
                  <a:pt x="42" y="62"/>
                  <a:pt x="42" y="62"/>
                  <a:pt x="42" y="62"/>
                </a:cubicBezTo>
                <a:cubicBezTo>
                  <a:pt x="41" y="61"/>
                  <a:pt x="40" y="60"/>
                  <a:pt x="38" y="60"/>
                </a:cubicBezTo>
                <a:cubicBezTo>
                  <a:pt x="36" y="60"/>
                  <a:pt x="35" y="61"/>
                  <a:pt x="34" y="62"/>
                </a:cubicBezTo>
                <a:cubicBezTo>
                  <a:pt x="25" y="70"/>
                  <a:pt x="25" y="70"/>
                  <a:pt x="25" y="70"/>
                </a:cubicBezTo>
                <a:cubicBezTo>
                  <a:pt x="24" y="72"/>
                  <a:pt x="24" y="73"/>
                  <a:pt x="24" y="75"/>
                </a:cubicBezTo>
                <a:cubicBezTo>
                  <a:pt x="24" y="76"/>
                  <a:pt x="24" y="78"/>
                  <a:pt x="25" y="79"/>
                </a:cubicBezTo>
                <a:cubicBezTo>
                  <a:pt x="59" y="113"/>
                  <a:pt x="59" y="113"/>
                  <a:pt x="59" y="113"/>
                </a:cubicBezTo>
                <a:cubicBezTo>
                  <a:pt x="61" y="114"/>
                  <a:pt x="62" y="115"/>
                  <a:pt x="64" y="115"/>
                </a:cubicBezTo>
                <a:cubicBezTo>
                  <a:pt x="65" y="115"/>
                  <a:pt x="67" y="114"/>
                  <a:pt x="68" y="113"/>
                </a:cubicBezTo>
                <a:cubicBezTo>
                  <a:pt x="119" y="62"/>
                  <a:pt x="119" y="62"/>
                  <a:pt x="119" y="62"/>
                </a:cubicBezTo>
                <a:cubicBezTo>
                  <a:pt x="121" y="61"/>
                  <a:pt x="121" y="59"/>
                  <a:pt x="121" y="5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87" name="Freeform 89"/>
          <p:cNvSpPr>
            <a:spLocks noEditPoints="1"/>
          </p:cNvSpPr>
          <p:nvPr/>
        </p:nvSpPr>
        <p:spPr bwMode="auto">
          <a:xfrm>
            <a:off x="2794925" y="2252283"/>
            <a:ext cx="209627" cy="209627"/>
          </a:xfrm>
          <a:custGeom>
            <a:avLst/>
            <a:gdLst>
              <a:gd name="T0" fmla="*/ 136 w 146"/>
              <a:gd name="T1" fmla="*/ 37 h 146"/>
              <a:gd name="T2" fmla="*/ 146 w 146"/>
              <a:gd name="T3" fmla="*/ 73 h 146"/>
              <a:gd name="T4" fmla="*/ 136 w 146"/>
              <a:gd name="T5" fmla="*/ 109 h 146"/>
              <a:gd name="T6" fmla="*/ 110 w 146"/>
              <a:gd name="T7" fmla="*/ 136 h 146"/>
              <a:gd name="T8" fmla="*/ 73 w 146"/>
              <a:gd name="T9" fmla="*/ 146 h 146"/>
              <a:gd name="T10" fmla="*/ 37 w 146"/>
              <a:gd name="T11" fmla="*/ 136 h 146"/>
              <a:gd name="T12" fmla="*/ 10 w 146"/>
              <a:gd name="T13" fmla="*/ 109 h 146"/>
              <a:gd name="T14" fmla="*/ 0 w 146"/>
              <a:gd name="T15" fmla="*/ 73 h 146"/>
              <a:gd name="T16" fmla="*/ 10 w 146"/>
              <a:gd name="T17" fmla="*/ 37 h 146"/>
              <a:gd name="T18" fmla="*/ 37 w 146"/>
              <a:gd name="T19" fmla="*/ 10 h 146"/>
              <a:gd name="T20" fmla="*/ 73 w 146"/>
              <a:gd name="T21" fmla="*/ 0 h 146"/>
              <a:gd name="T22" fmla="*/ 110 w 146"/>
              <a:gd name="T23" fmla="*/ 10 h 146"/>
              <a:gd name="T24" fmla="*/ 136 w 146"/>
              <a:gd name="T25" fmla="*/ 37 h 146"/>
              <a:gd name="T26" fmla="*/ 109 w 146"/>
              <a:gd name="T27" fmla="*/ 55 h 146"/>
              <a:gd name="T28" fmla="*/ 104 w 146"/>
              <a:gd name="T29" fmla="*/ 39 h 146"/>
              <a:gd name="T30" fmla="*/ 91 w 146"/>
              <a:gd name="T31" fmla="*/ 28 h 146"/>
              <a:gd name="T32" fmla="*/ 75 w 146"/>
              <a:gd name="T33" fmla="*/ 25 h 146"/>
              <a:gd name="T34" fmla="*/ 40 w 146"/>
              <a:gd name="T35" fmla="*/ 45 h 146"/>
              <a:gd name="T36" fmla="*/ 41 w 146"/>
              <a:gd name="T37" fmla="*/ 49 h 146"/>
              <a:gd name="T38" fmla="*/ 53 w 146"/>
              <a:gd name="T39" fmla="*/ 58 h 146"/>
              <a:gd name="T40" fmla="*/ 55 w 146"/>
              <a:gd name="T41" fmla="*/ 59 h 146"/>
              <a:gd name="T42" fmla="*/ 57 w 146"/>
              <a:gd name="T43" fmla="*/ 58 h 146"/>
              <a:gd name="T44" fmla="*/ 65 w 146"/>
              <a:gd name="T45" fmla="*/ 49 h 146"/>
              <a:gd name="T46" fmla="*/ 74 w 146"/>
              <a:gd name="T47" fmla="*/ 47 h 146"/>
              <a:gd name="T48" fmla="*/ 82 w 146"/>
              <a:gd name="T49" fmla="*/ 49 h 146"/>
              <a:gd name="T50" fmla="*/ 85 w 146"/>
              <a:gd name="T51" fmla="*/ 55 h 146"/>
              <a:gd name="T52" fmla="*/ 83 w 146"/>
              <a:gd name="T53" fmla="*/ 60 h 146"/>
              <a:gd name="T54" fmla="*/ 77 w 146"/>
              <a:gd name="T55" fmla="*/ 65 h 146"/>
              <a:gd name="T56" fmla="*/ 66 w 146"/>
              <a:gd name="T57" fmla="*/ 73 h 146"/>
              <a:gd name="T58" fmla="*/ 61 w 146"/>
              <a:gd name="T59" fmla="*/ 85 h 146"/>
              <a:gd name="T60" fmla="*/ 61 w 146"/>
              <a:gd name="T61" fmla="*/ 88 h 146"/>
              <a:gd name="T62" fmla="*/ 62 w 146"/>
              <a:gd name="T63" fmla="*/ 90 h 146"/>
              <a:gd name="T64" fmla="*/ 64 w 146"/>
              <a:gd name="T65" fmla="*/ 91 h 146"/>
              <a:gd name="T66" fmla="*/ 82 w 146"/>
              <a:gd name="T67" fmla="*/ 91 h 146"/>
              <a:gd name="T68" fmla="*/ 84 w 146"/>
              <a:gd name="T69" fmla="*/ 90 h 146"/>
              <a:gd name="T70" fmla="*/ 85 w 146"/>
              <a:gd name="T71" fmla="*/ 88 h 146"/>
              <a:gd name="T72" fmla="*/ 87 w 146"/>
              <a:gd name="T73" fmla="*/ 83 h 146"/>
              <a:gd name="T74" fmla="*/ 92 w 146"/>
              <a:gd name="T75" fmla="*/ 79 h 146"/>
              <a:gd name="T76" fmla="*/ 97 w 146"/>
              <a:gd name="T77" fmla="*/ 76 h 146"/>
              <a:gd name="T78" fmla="*/ 101 w 146"/>
              <a:gd name="T79" fmla="*/ 73 h 146"/>
              <a:gd name="T80" fmla="*/ 106 w 146"/>
              <a:gd name="T81" fmla="*/ 68 h 146"/>
              <a:gd name="T82" fmla="*/ 108 w 146"/>
              <a:gd name="T83" fmla="*/ 62 h 146"/>
              <a:gd name="T84" fmla="*/ 109 w 146"/>
              <a:gd name="T85" fmla="*/ 55 h 146"/>
              <a:gd name="T86" fmla="*/ 85 w 146"/>
              <a:gd name="T87" fmla="*/ 118 h 146"/>
              <a:gd name="T88" fmla="*/ 85 w 146"/>
              <a:gd name="T89" fmla="*/ 100 h 146"/>
              <a:gd name="T90" fmla="*/ 84 w 146"/>
              <a:gd name="T91" fmla="*/ 98 h 146"/>
              <a:gd name="T92" fmla="*/ 82 w 146"/>
              <a:gd name="T93" fmla="*/ 97 h 146"/>
              <a:gd name="T94" fmla="*/ 64 w 146"/>
              <a:gd name="T95" fmla="*/ 97 h 146"/>
              <a:gd name="T96" fmla="*/ 62 w 146"/>
              <a:gd name="T97" fmla="*/ 98 h 146"/>
              <a:gd name="T98" fmla="*/ 61 w 146"/>
              <a:gd name="T99" fmla="*/ 100 h 146"/>
              <a:gd name="T100" fmla="*/ 61 w 146"/>
              <a:gd name="T101" fmla="*/ 118 h 146"/>
              <a:gd name="T102" fmla="*/ 62 w 146"/>
              <a:gd name="T103" fmla="*/ 121 h 146"/>
              <a:gd name="T104" fmla="*/ 64 w 146"/>
              <a:gd name="T105" fmla="*/ 121 h 146"/>
              <a:gd name="T106" fmla="*/ 82 w 146"/>
              <a:gd name="T107" fmla="*/ 121 h 146"/>
              <a:gd name="T108" fmla="*/ 84 w 146"/>
              <a:gd name="T109" fmla="*/ 121 h 146"/>
              <a:gd name="T110" fmla="*/ 85 w 146"/>
              <a:gd name="T111" fmla="*/ 118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46" h="146">
                <a:moveTo>
                  <a:pt x="136" y="37"/>
                </a:moveTo>
                <a:cubicBezTo>
                  <a:pt x="142" y="48"/>
                  <a:pt x="146" y="60"/>
                  <a:pt x="146" y="73"/>
                </a:cubicBezTo>
                <a:cubicBezTo>
                  <a:pt x="146" y="86"/>
                  <a:pt x="142" y="98"/>
                  <a:pt x="136" y="109"/>
                </a:cubicBezTo>
                <a:cubicBezTo>
                  <a:pt x="129" y="121"/>
                  <a:pt x="121" y="129"/>
                  <a:pt x="110" y="136"/>
                </a:cubicBezTo>
                <a:cubicBezTo>
                  <a:pt x="98" y="142"/>
                  <a:pt x="86" y="146"/>
                  <a:pt x="73" y="146"/>
                </a:cubicBezTo>
                <a:cubicBezTo>
                  <a:pt x="60" y="146"/>
                  <a:pt x="48" y="142"/>
                  <a:pt x="37" y="136"/>
                </a:cubicBezTo>
                <a:cubicBezTo>
                  <a:pt x="25" y="129"/>
                  <a:pt x="17" y="121"/>
                  <a:pt x="10" y="109"/>
                </a:cubicBezTo>
                <a:cubicBezTo>
                  <a:pt x="4" y="98"/>
                  <a:pt x="0" y="86"/>
                  <a:pt x="0" y="73"/>
                </a:cubicBezTo>
                <a:cubicBezTo>
                  <a:pt x="0" y="60"/>
                  <a:pt x="4" y="48"/>
                  <a:pt x="10" y="37"/>
                </a:cubicBezTo>
                <a:cubicBezTo>
                  <a:pt x="17" y="25"/>
                  <a:pt x="25" y="17"/>
                  <a:pt x="37" y="10"/>
                </a:cubicBezTo>
                <a:cubicBezTo>
                  <a:pt x="48" y="4"/>
                  <a:pt x="60" y="0"/>
                  <a:pt x="73" y="0"/>
                </a:cubicBezTo>
                <a:cubicBezTo>
                  <a:pt x="86" y="0"/>
                  <a:pt x="98" y="4"/>
                  <a:pt x="110" y="10"/>
                </a:cubicBezTo>
                <a:cubicBezTo>
                  <a:pt x="121" y="17"/>
                  <a:pt x="129" y="25"/>
                  <a:pt x="136" y="37"/>
                </a:cubicBezTo>
                <a:close/>
                <a:moveTo>
                  <a:pt x="109" y="55"/>
                </a:moveTo>
                <a:cubicBezTo>
                  <a:pt x="109" y="49"/>
                  <a:pt x="108" y="44"/>
                  <a:pt x="104" y="39"/>
                </a:cubicBezTo>
                <a:cubicBezTo>
                  <a:pt x="101" y="35"/>
                  <a:pt x="96" y="31"/>
                  <a:pt x="91" y="28"/>
                </a:cubicBezTo>
                <a:cubicBezTo>
                  <a:pt x="86" y="26"/>
                  <a:pt x="80" y="25"/>
                  <a:pt x="75" y="25"/>
                </a:cubicBezTo>
                <a:cubicBezTo>
                  <a:pt x="60" y="25"/>
                  <a:pt x="48" y="31"/>
                  <a:pt x="40" y="45"/>
                </a:cubicBezTo>
                <a:cubicBezTo>
                  <a:pt x="39" y="46"/>
                  <a:pt x="39" y="48"/>
                  <a:pt x="41" y="49"/>
                </a:cubicBezTo>
                <a:cubicBezTo>
                  <a:pt x="53" y="58"/>
                  <a:pt x="53" y="58"/>
                  <a:pt x="53" y="58"/>
                </a:cubicBezTo>
                <a:cubicBezTo>
                  <a:pt x="54" y="58"/>
                  <a:pt x="54" y="59"/>
                  <a:pt x="55" y="59"/>
                </a:cubicBezTo>
                <a:cubicBezTo>
                  <a:pt x="56" y="59"/>
                  <a:pt x="57" y="58"/>
                  <a:pt x="57" y="58"/>
                </a:cubicBezTo>
                <a:cubicBezTo>
                  <a:pt x="61" y="53"/>
                  <a:pt x="63" y="50"/>
                  <a:pt x="65" y="49"/>
                </a:cubicBezTo>
                <a:cubicBezTo>
                  <a:pt x="68" y="47"/>
                  <a:pt x="70" y="47"/>
                  <a:pt x="74" y="47"/>
                </a:cubicBezTo>
                <a:cubicBezTo>
                  <a:pt x="77" y="47"/>
                  <a:pt x="79" y="47"/>
                  <a:pt x="82" y="49"/>
                </a:cubicBezTo>
                <a:cubicBezTo>
                  <a:pt x="84" y="51"/>
                  <a:pt x="85" y="53"/>
                  <a:pt x="85" y="55"/>
                </a:cubicBezTo>
                <a:cubicBezTo>
                  <a:pt x="85" y="57"/>
                  <a:pt x="85" y="59"/>
                  <a:pt x="83" y="60"/>
                </a:cubicBezTo>
                <a:cubicBezTo>
                  <a:pt x="82" y="62"/>
                  <a:pt x="80" y="63"/>
                  <a:pt x="77" y="65"/>
                </a:cubicBezTo>
                <a:cubicBezTo>
                  <a:pt x="73" y="66"/>
                  <a:pt x="69" y="69"/>
                  <a:pt x="66" y="73"/>
                </a:cubicBezTo>
                <a:cubicBezTo>
                  <a:pt x="63" y="76"/>
                  <a:pt x="61" y="80"/>
                  <a:pt x="61" y="85"/>
                </a:cubicBezTo>
                <a:cubicBezTo>
                  <a:pt x="61" y="88"/>
                  <a:pt x="61" y="88"/>
                  <a:pt x="61" y="88"/>
                </a:cubicBezTo>
                <a:cubicBezTo>
                  <a:pt x="61" y="89"/>
                  <a:pt x="61" y="90"/>
                  <a:pt x="62" y="90"/>
                </a:cubicBezTo>
                <a:cubicBezTo>
                  <a:pt x="62" y="91"/>
                  <a:pt x="63" y="91"/>
                  <a:pt x="64" y="91"/>
                </a:cubicBezTo>
                <a:cubicBezTo>
                  <a:pt x="82" y="91"/>
                  <a:pt x="82" y="91"/>
                  <a:pt x="82" y="91"/>
                </a:cubicBezTo>
                <a:cubicBezTo>
                  <a:pt x="83" y="91"/>
                  <a:pt x="84" y="91"/>
                  <a:pt x="84" y="90"/>
                </a:cubicBezTo>
                <a:cubicBezTo>
                  <a:pt x="85" y="90"/>
                  <a:pt x="85" y="89"/>
                  <a:pt x="85" y="88"/>
                </a:cubicBezTo>
                <a:cubicBezTo>
                  <a:pt x="85" y="87"/>
                  <a:pt x="86" y="85"/>
                  <a:pt x="87" y="83"/>
                </a:cubicBezTo>
                <a:cubicBezTo>
                  <a:pt x="89" y="81"/>
                  <a:pt x="90" y="80"/>
                  <a:pt x="92" y="79"/>
                </a:cubicBezTo>
                <a:cubicBezTo>
                  <a:pt x="94" y="78"/>
                  <a:pt x="96" y="77"/>
                  <a:pt x="97" y="76"/>
                </a:cubicBezTo>
                <a:cubicBezTo>
                  <a:pt x="98" y="75"/>
                  <a:pt x="100" y="74"/>
                  <a:pt x="101" y="73"/>
                </a:cubicBezTo>
                <a:cubicBezTo>
                  <a:pt x="103" y="71"/>
                  <a:pt x="105" y="70"/>
                  <a:pt x="106" y="68"/>
                </a:cubicBezTo>
                <a:cubicBezTo>
                  <a:pt x="107" y="67"/>
                  <a:pt x="107" y="65"/>
                  <a:pt x="108" y="62"/>
                </a:cubicBezTo>
                <a:cubicBezTo>
                  <a:pt x="109" y="60"/>
                  <a:pt x="109" y="58"/>
                  <a:pt x="109" y="55"/>
                </a:cubicBezTo>
                <a:close/>
                <a:moveTo>
                  <a:pt x="85" y="118"/>
                </a:moveTo>
                <a:cubicBezTo>
                  <a:pt x="85" y="100"/>
                  <a:pt x="85" y="100"/>
                  <a:pt x="85" y="100"/>
                </a:cubicBezTo>
                <a:cubicBezTo>
                  <a:pt x="85" y="99"/>
                  <a:pt x="85" y="99"/>
                  <a:pt x="84" y="98"/>
                </a:cubicBezTo>
                <a:cubicBezTo>
                  <a:pt x="84" y="97"/>
                  <a:pt x="83" y="97"/>
                  <a:pt x="82" y="97"/>
                </a:cubicBezTo>
                <a:cubicBezTo>
                  <a:pt x="64" y="97"/>
                  <a:pt x="64" y="97"/>
                  <a:pt x="64" y="97"/>
                </a:cubicBezTo>
                <a:cubicBezTo>
                  <a:pt x="63" y="97"/>
                  <a:pt x="62" y="97"/>
                  <a:pt x="62" y="98"/>
                </a:cubicBezTo>
                <a:cubicBezTo>
                  <a:pt x="61" y="99"/>
                  <a:pt x="61" y="99"/>
                  <a:pt x="61" y="100"/>
                </a:cubicBezTo>
                <a:cubicBezTo>
                  <a:pt x="61" y="118"/>
                  <a:pt x="61" y="118"/>
                  <a:pt x="61" y="118"/>
                </a:cubicBezTo>
                <a:cubicBezTo>
                  <a:pt x="61" y="119"/>
                  <a:pt x="61" y="120"/>
                  <a:pt x="62" y="121"/>
                </a:cubicBezTo>
                <a:cubicBezTo>
                  <a:pt x="62" y="121"/>
                  <a:pt x="63" y="121"/>
                  <a:pt x="64" y="121"/>
                </a:cubicBezTo>
                <a:cubicBezTo>
                  <a:pt x="82" y="121"/>
                  <a:pt x="82" y="121"/>
                  <a:pt x="82" y="121"/>
                </a:cubicBezTo>
                <a:cubicBezTo>
                  <a:pt x="83" y="121"/>
                  <a:pt x="84" y="121"/>
                  <a:pt x="84" y="121"/>
                </a:cubicBezTo>
                <a:cubicBezTo>
                  <a:pt x="85" y="120"/>
                  <a:pt x="85" y="119"/>
                  <a:pt x="85" y="11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88" name="Freeform 90"/>
          <p:cNvSpPr>
            <a:spLocks noEditPoints="1"/>
          </p:cNvSpPr>
          <p:nvPr/>
        </p:nvSpPr>
        <p:spPr bwMode="auto">
          <a:xfrm>
            <a:off x="3062901" y="2252283"/>
            <a:ext cx="209627" cy="209627"/>
          </a:xfrm>
          <a:custGeom>
            <a:avLst/>
            <a:gdLst>
              <a:gd name="T0" fmla="*/ 136 w 145"/>
              <a:gd name="T1" fmla="*/ 37 h 146"/>
              <a:gd name="T2" fmla="*/ 145 w 145"/>
              <a:gd name="T3" fmla="*/ 73 h 146"/>
              <a:gd name="T4" fmla="*/ 136 w 145"/>
              <a:gd name="T5" fmla="*/ 109 h 146"/>
              <a:gd name="T6" fmla="*/ 109 w 145"/>
              <a:gd name="T7" fmla="*/ 136 h 146"/>
              <a:gd name="T8" fmla="*/ 73 w 145"/>
              <a:gd name="T9" fmla="*/ 146 h 146"/>
              <a:gd name="T10" fmla="*/ 36 w 145"/>
              <a:gd name="T11" fmla="*/ 136 h 146"/>
              <a:gd name="T12" fmla="*/ 10 w 145"/>
              <a:gd name="T13" fmla="*/ 109 h 146"/>
              <a:gd name="T14" fmla="*/ 0 w 145"/>
              <a:gd name="T15" fmla="*/ 73 h 146"/>
              <a:gd name="T16" fmla="*/ 10 w 145"/>
              <a:gd name="T17" fmla="*/ 37 h 146"/>
              <a:gd name="T18" fmla="*/ 36 w 145"/>
              <a:gd name="T19" fmla="*/ 10 h 146"/>
              <a:gd name="T20" fmla="*/ 73 w 145"/>
              <a:gd name="T21" fmla="*/ 0 h 146"/>
              <a:gd name="T22" fmla="*/ 109 w 145"/>
              <a:gd name="T23" fmla="*/ 10 h 146"/>
              <a:gd name="T24" fmla="*/ 136 w 145"/>
              <a:gd name="T25" fmla="*/ 37 h 146"/>
              <a:gd name="T26" fmla="*/ 97 w 145"/>
              <a:gd name="T27" fmla="*/ 118 h 146"/>
              <a:gd name="T28" fmla="*/ 97 w 145"/>
              <a:gd name="T29" fmla="*/ 103 h 146"/>
              <a:gd name="T30" fmla="*/ 96 w 145"/>
              <a:gd name="T31" fmla="*/ 101 h 146"/>
              <a:gd name="T32" fmla="*/ 94 w 145"/>
              <a:gd name="T33" fmla="*/ 100 h 146"/>
              <a:gd name="T34" fmla="*/ 85 w 145"/>
              <a:gd name="T35" fmla="*/ 100 h 146"/>
              <a:gd name="T36" fmla="*/ 85 w 145"/>
              <a:gd name="T37" fmla="*/ 52 h 146"/>
              <a:gd name="T38" fmla="*/ 84 w 145"/>
              <a:gd name="T39" fmla="*/ 50 h 146"/>
              <a:gd name="T40" fmla="*/ 82 w 145"/>
              <a:gd name="T41" fmla="*/ 49 h 146"/>
              <a:gd name="T42" fmla="*/ 52 w 145"/>
              <a:gd name="T43" fmla="*/ 49 h 146"/>
              <a:gd name="T44" fmla="*/ 49 w 145"/>
              <a:gd name="T45" fmla="*/ 50 h 146"/>
              <a:gd name="T46" fmla="*/ 49 w 145"/>
              <a:gd name="T47" fmla="*/ 52 h 146"/>
              <a:gd name="T48" fmla="*/ 49 w 145"/>
              <a:gd name="T49" fmla="*/ 67 h 146"/>
              <a:gd name="T50" fmla="*/ 49 w 145"/>
              <a:gd name="T51" fmla="*/ 69 h 146"/>
              <a:gd name="T52" fmla="*/ 52 w 145"/>
              <a:gd name="T53" fmla="*/ 70 h 146"/>
              <a:gd name="T54" fmla="*/ 61 w 145"/>
              <a:gd name="T55" fmla="*/ 70 h 146"/>
              <a:gd name="T56" fmla="*/ 61 w 145"/>
              <a:gd name="T57" fmla="*/ 100 h 146"/>
              <a:gd name="T58" fmla="*/ 52 w 145"/>
              <a:gd name="T59" fmla="*/ 100 h 146"/>
              <a:gd name="T60" fmla="*/ 49 w 145"/>
              <a:gd name="T61" fmla="*/ 101 h 146"/>
              <a:gd name="T62" fmla="*/ 49 w 145"/>
              <a:gd name="T63" fmla="*/ 103 h 146"/>
              <a:gd name="T64" fmla="*/ 49 w 145"/>
              <a:gd name="T65" fmla="*/ 118 h 146"/>
              <a:gd name="T66" fmla="*/ 49 w 145"/>
              <a:gd name="T67" fmla="*/ 121 h 146"/>
              <a:gd name="T68" fmla="*/ 52 w 145"/>
              <a:gd name="T69" fmla="*/ 121 h 146"/>
              <a:gd name="T70" fmla="*/ 94 w 145"/>
              <a:gd name="T71" fmla="*/ 121 h 146"/>
              <a:gd name="T72" fmla="*/ 96 w 145"/>
              <a:gd name="T73" fmla="*/ 121 h 146"/>
              <a:gd name="T74" fmla="*/ 97 w 145"/>
              <a:gd name="T75" fmla="*/ 118 h 146"/>
              <a:gd name="T76" fmla="*/ 85 w 145"/>
              <a:gd name="T77" fmla="*/ 34 h 146"/>
              <a:gd name="T78" fmla="*/ 85 w 145"/>
              <a:gd name="T79" fmla="*/ 18 h 146"/>
              <a:gd name="T80" fmla="*/ 84 w 145"/>
              <a:gd name="T81" fmla="*/ 16 h 146"/>
              <a:gd name="T82" fmla="*/ 82 w 145"/>
              <a:gd name="T83" fmla="*/ 15 h 146"/>
              <a:gd name="T84" fmla="*/ 64 w 145"/>
              <a:gd name="T85" fmla="*/ 15 h 146"/>
              <a:gd name="T86" fmla="*/ 62 w 145"/>
              <a:gd name="T87" fmla="*/ 16 h 146"/>
              <a:gd name="T88" fmla="*/ 61 w 145"/>
              <a:gd name="T89" fmla="*/ 18 h 146"/>
              <a:gd name="T90" fmla="*/ 61 w 145"/>
              <a:gd name="T91" fmla="*/ 34 h 146"/>
              <a:gd name="T92" fmla="*/ 62 w 145"/>
              <a:gd name="T93" fmla="*/ 36 h 146"/>
              <a:gd name="T94" fmla="*/ 64 w 145"/>
              <a:gd name="T95" fmla="*/ 37 h 146"/>
              <a:gd name="T96" fmla="*/ 82 w 145"/>
              <a:gd name="T97" fmla="*/ 37 h 146"/>
              <a:gd name="T98" fmla="*/ 84 w 145"/>
              <a:gd name="T99" fmla="*/ 36 h 146"/>
              <a:gd name="T100" fmla="*/ 85 w 145"/>
              <a:gd name="T101" fmla="*/ 34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45" h="146">
                <a:moveTo>
                  <a:pt x="136" y="37"/>
                </a:moveTo>
                <a:cubicBezTo>
                  <a:pt x="142" y="48"/>
                  <a:pt x="145" y="60"/>
                  <a:pt x="145" y="73"/>
                </a:cubicBezTo>
                <a:cubicBezTo>
                  <a:pt x="145" y="86"/>
                  <a:pt x="142" y="98"/>
                  <a:pt x="136" y="109"/>
                </a:cubicBezTo>
                <a:cubicBezTo>
                  <a:pt x="129" y="121"/>
                  <a:pt x="120" y="129"/>
                  <a:pt x="109" y="136"/>
                </a:cubicBezTo>
                <a:cubicBezTo>
                  <a:pt x="98" y="142"/>
                  <a:pt x="86" y="146"/>
                  <a:pt x="73" y="146"/>
                </a:cubicBezTo>
                <a:cubicBezTo>
                  <a:pt x="60" y="146"/>
                  <a:pt x="48" y="142"/>
                  <a:pt x="36" y="136"/>
                </a:cubicBezTo>
                <a:cubicBezTo>
                  <a:pt x="25" y="129"/>
                  <a:pt x="16" y="121"/>
                  <a:pt x="10" y="109"/>
                </a:cubicBezTo>
                <a:cubicBezTo>
                  <a:pt x="3" y="98"/>
                  <a:pt x="0" y="86"/>
                  <a:pt x="0" y="73"/>
                </a:cubicBezTo>
                <a:cubicBezTo>
                  <a:pt x="0" y="60"/>
                  <a:pt x="3" y="48"/>
                  <a:pt x="10" y="37"/>
                </a:cubicBezTo>
                <a:cubicBezTo>
                  <a:pt x="16" y="25"/>
                  <a:pt x="25" y="17"/>
                  <a:pt x="36" y="10"/>
                </a:cubicBezTo>
                <a:cubicBezTo>
                  <a:pt x="48" y="4"/>
                  <a:pt x="60" y="0"/>
                  <a:pt x="73" y="0"/>
                </a:cubicBezTo>
                <a:cubicBezTo>
                  <a:pt x="86" y="0"/>
                  <a:pt x="98" y="4"/>
                  <a:pt x="109" y="10"/>
                </a:cubicBezTo>
                <a:cubicBezTo>
                  <a:pt x="120" y="17"/>
                  <a:pt x="129" y="25"/>
                  <a:pt x="136" y="37"/>
                </a:cubicBezTo>
                <a:close/>
                <a:moveTo>
                  <a:pt x="97" y="118"/>
                </a:moveTo>
                <a:cubicBezTo>
                  <a:pt x="97" y="103"/>
                  <a:pt x="97" y="103"/>
                  <a:pt x="97" y="103"/>
                </a:cubicBezTo>
                <a:cubicBezTo>
                  <a:pt x="97" y="102"/>
                  <a:pt x="97" y="102"/>
                  <a:pt x="96" y="101"/>
                </a:cubicBezTo>
                <a:cubicBezTo>
                  <a:pt x="96" y="100"/>
                  <a:pt x="95" y="100"/>
                  <a:pt x="94" y="100"/>
                </a:cubicBezTo>
                <a:cubicBezTo>
                  <a:pt x="85" y="100"/>
                  <a:pt x="85" y="100"/>
                  <a:pt x="85" y="100"/>
                </a:cubicBezTo>
                <a:cubicBezTo>
                  <a:pt x="85" y="52"/>
                  <a:pt x="85" y="52"/>
                  <a:pt x="85" y="52"/>
                </a:cubicBezTo>
                <a:cubicBezTo>
                  <a:pt x="85" y="51"/>
                  <a:pt x="85" y="50"/>
                  <a:pt x="84" y="50"/>
                </a:cubicBezTo>
                <a:cubicBezTo>
                  <a:pt x="84" y="49"/>
                  <a:pt x="83" y="49"/>
                  <a:pt x="82" y="49"/>
                </a:cubicBezTo>
                <a:cubicBezTo>
                  <a:pt x="52" y="49"/>
                  <a:pt x="52" y="49"/>
                  <a:pt x="52" y="49"/>
                </a:cubicBezTo>
                <a:cubicBezTo>
                  <a:pt x="51" y="49"/>
                  <a:pt x="50" y="49"/>
                  <a:pt x="49" y="50"/>
                </a:cubicBezTo>
                <a:cubicBezTo>
                  <a:pt x="49" y="50"/>
                  <a:pt x="49" y="51"/>
                  <a:pt x="49" y="52"/>
                </a:cubicBezTo>
                <a:cubicBezTo>
                  <a:pt x="49" y="67"/>
                  <a:pt x="49" y="67"/>
                  <a:pt x="49" y="67"/>
                </a:cubicBezTo>
                <a:cubicBezTo>
                  <a:pt x="49" y="68"/>
                  <a:pt x="49" y="69"/>
                  <a:pt x="49" y="69"/>
                </a:cubicBezTo>
                <a:cubicBezTo>
                  <a:pt x="50" y="70"/>
                  <a:pt x="51" y="70"/>
                  <a:pt x="52" y="70"/>
                </a:cubicBezTo>
                <a:cubicBezTo>
                  <a:pt x="61" y="70"/>
                  <a:pt x="61" y="70"/>
                  <a:pt x="61" y="70"/>
                </a:cubicBezTo>
                <a:cubicBezTo>
                  <a:pt x="61" y="100"/>
                  <a:pt x="61" y="100"/>
                  <a:pt x="61" y="100"/>
                </a:cubicBezTo>
                <a:cubicBezTo>
                  <a:pt x="52" y="100"/>
                  <a:pt x="52" y="100"/>
                  <a:pt x="52" y="100"/>
                </a:cubicBezTo>
                <a:cubicBezTo>
                  <a:pt x="51" y="100"/>
                  <a:pt x="50" y="100"/>
                  <a:pt x="49" y="101"/>
                </a:cubicBezTo>
                <a:cubicBezTo>
                  <a:pt x="49" y="102"/>
                  <a:pt x="49" y="102"/>
                  <a:pt x="49" y="103"/>
                </a:cubicBezTo>
                <a:cubicBezTo>
                  <a:pt x="49" y="118"/>
                  <a:pt x="49" y="118"/>
                  <a:pt x="49" y="118"/>
                </a:cubicBezTo>
                <a:cubicBezTo>
                  <a:pt x="49" y="119"/>
                  <a:pt x="49" y="120"/>
                  <a:pt x="49" y="121"/>
                </a:cubicBezTo>
                <a:cubicBezTo>
                  <a:pt x="50" y="121"/>
                  <a:pt x="51" y="121"/>
                  <a:pt x="52" y="121"/>
                </a:cubicBezTo>
                <a:cubicBezTo>
                  <a:pt x="94" y="121"/>
                  <a:pt x="94" y="121"/>
                  <a:pt x="94" y="121"/>
                </a:cubicBezTo>
                <a:cubicBezTo>
                  <a:pt x="95" y="121"/>
                  <a:pt x="96" y="121"/>
                  <a:pt x="96" y="121"/>
                </a:cubicBezTo>
                <a:cubicBezTo>
                  <a:pt x="97" y="120"/>
                  <a:pt x="97" y="119"/>
                  <a:pt x="97" y="118"/>
                </a:cubicBezTo>
                <a:close/>
                <a:moveTo>
                  <a:pt x="85" y="34"/>
                </a:moveTo>
                <a:cubicBezTo>
                  <a:pt x="85" y="18"/>
                  <a:pt x="85" y="18"/>
                  <a:pt x="85" y="18"/>
                </a:cubicBezTo>
                <a:cubicBezTo>
                  <a:pt x="85" y="18"/>
                  <a:pt x="85" y="17"/>
                  <a:pt x="84" y="16"/>
                </a:cubicBezTo>
                <a:cubicBezTo>
                  <a:pt x="84" y="16"/>
                  <a:pt x="83" y="15"/>
                  <a:pt x="82" y="15"/>
                </a:cubicBezTo>
                <a:cubicBezTo>
                  <a:pt x="64" y="15"/>
                  <a:pt x="64" y="15"/>
                  <a:pt x="64" y="15"/>
                </a:cubicBezTo>
                <a:cubicBezTo>
                  <a:pt x="63" y="15"/>
                  <a:pt x="62" y="16"/>
                  <a:pt x="62" y="16"/>
                </a:cubicBezTo>
                <a:cubicBezTo>
                  <a:pt x="61" y="17"/>
                  <a:pt x="61" y="18"/>
                  <a:pt x="61" y="18"/>
                </a:cubicBezTo>
                <a:cubicBezTo>
                  <a:pt x="61" y="34"/>
                  <a:pt x="61" y="34"/>
                  <a:pt x="61" y="34"/>
                </a:cubicBezTo>
                <a:cubicBezTo>
                  <a:pt x="61" y="35"/>
                  <a:pt x="61" y="35"/>
                  <a:pt x="62" y="36"/>
                </a:cubicBezTo>
                <a:cubicBezTo>
                  <a:pt x="62" y="36"/>
                  <a:pt x="63" y="37"/>
                  <a:pt x="64" y="37"/>
                </a:cubicBezTo>
                <a:cubicBezTo>
                  <a:pt x="82" y="37"/>
                  <a:pt x="82" y="37"/>
                  <a:pt x="82" y="37"/>
                </a:cubicBezTo>
                <a:cubicBezTo>
                  <a:pt x="83" y="37"/>
                  <a:pt x="84" y="36"/>
                  <a:pt x="84" y="36"/>
                </a:cubicBezTo>
                <a:cubicBezTo>
                  <a:pt x="85" y="35"/>
                  <a:pt x="85" y="35"/>
                  <a:pt x="85" y="3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89" name="Freeform 91"/>
          <p:cNvSpPr>
            <a:spLocks noEditPoints="1"/>
          </p:cNvSpPr>
          <p:nvPr/>
        </p:nvSpPr>
        <p:spPr bwMode="auto">
          <a:xfrm>
            <a:off x="3330877" y="2252283"/>
            <a:ext cx="209627" cy="209627"/>
          </a:xfrm>
          <a:custGeom>
            <a:avLst/>
            <a:gdLst>
              <a:gd name="T0" fmla="*/ 145 w 145"/>
              <a:gd name="T1" fmla="*/ 79 h 146"/>
              <a:gd name="T2" fmla="*/ 139 w 145"/>
              <a:gd name="T3" fmla="*/ 85 h 146"/>
              <a:gd name="T4" fmla="*/ 111 w 145"/>
              <a:gd name="T5" fmla="*/ 111 h 146"/>
              <a:gd name="T6" fmla="*/ 85 w 145"/>
              <a:gd name="T7" fmla="*/ 140 h 146"/>
              <a:gd name="T8" fmla="*/ 79 w 145"/>
              <a:gd name="T9" fmla="*/ 146 h 146"/>
              <a:gd name="T10" fmla="*/ 62 w 145"/>
              <a:gd name="T11" fmla="*/ 144 h 146"/>
              <a:gd name="T12" fmla="*/ 60 w 145"/>
              <a:gd name="T13" fmla="*/ 126 h 146"/>
              <a:gd name="T14" fmla="*/ 20 w 145"/>
              <a:gd name="T15" fmla="*/ 85 h 146"/>
              <a:gd name="T16" fmla="*/ 2 w 145"/>
              <a:gd name="T17" fmla="*/ 83 h 146"/>
              <a:gd name="T18" fmla="*/ 0 w 145"/>
              <a:gd name="T19" fmla="*/ 67 h 146"/>
              <a:gd name="T20" fmla="*/ 6 w 145"/>
              <a:gd name="T21" fmla="*/ 61 h 146"/>
              <a:gd name="T22" fmla="*/ 34 w 145"/>
              <a:gd name="T23" fmla="*/ 35 h 146"/>
              <a:gd name="T24" fmla="*/ 60 w 145"/>
              <a:gd name="T25" fmla="*/ 6 h 146"/>
              <a:gd name="T26" fmla="*/ 67 w 145"/>
              <a:gd name="T27" fmla="*/ 0 h 146"/>
              <a:gd name="T28" fmla="*/ 83 w 145"/>
              <a:gd name="T29" fmla="*/ 2 h 146"/>
              <a:gd name="T30" fmla="*/ 85 w 145"/>
              <a:gd name="T31" fmla="*/ 20 h 146"/>
              <a:gd name="T32" fmla="*/ 126 w 145"/>
              <a:gd name="T33" fmla="*/ 61 h 146"/>
              <a:gd name="T34" fmla="*/ 143 w 145"/>
              <a:gd name="T35" fmla="*/ 63 h 146"/>
              <a:gd name="T36" fmla="*/ 113 w 145"/>
              <a:gd name="T37" fmla="*/ 85 h 146"/>
              <a:gd name="T38" fmla="*/ 99 w 145"/>
              <a:gd name="T39" fmla="*/ 83 h 146"/>
              <a:gd name="T40" fmla="*/ 97 w 145"/>
              <a:gd name="T41" fmla="*/ 67 h 146"/>
              <a:gd name="T42" fmla="*/ 103 w 145"/>
              <a:gd name="T43" fmla="*/ 61 h 146"/>
              <a:gd name="T44" fmla="*/ 103 w 145"/>
              <a:gd name="T45" fmla="*/ 43 h 146"/>
              <a:gd name="T46" fmla="*/ 85 w 145"/>
              <a:gd name="T47" fmla="*/ 43 h 146"/>
              <a:gd name="T48" fmla="*/ 79 w 145"/>
              <a:gd name="T49" fmla="*/ 49 h 146"/>
              <a:gd name="T50" fmla="*/ 62 w 145"/>
              <a:gd name="T51" fmla="*/ 47 h 146"/>
              <a:gd name="T52" fmla="*/ 60 w 145"/>
              <a:gd name="T53" fmla="*/ 32 h 146"/>
              <a:gd name="T54" fmla="*/ 32 w 145"/>
              <a:gd name="T55" fmla="*/ 61 h 146"/>
              <a:gd name="T56" fmla="*/ 47 w 145"/>
              <a:gd name="T57" fmla="*/ 63 h 146"/>
              <a:gd name="T58" fmla="*/ 48 w 145"/>
              <a:gd name="T59" fmla="*/ 79 h 146"/>
              <a:gd name="T60" fmla="*/ 42 w 145"/>
              <a:gd name="T61" fmla="*/ 85 h 146"/>
              <a:gd name="T62" fmla="*/ 43 w 145"/>
              <a:gd name="T63" fmla="*/ 103 h 146"/>
              <a:gd name="T64" fmla="*/ 60 w 145"/>
              <a:gd name="T65" fmla="*/ 103 h 146"/>
              <a:gd name="T66" fmla="*/ 67 w 145"/>
              <a:gd name="T67" fmla="*/ 97 h 146"/>
              <a:gd name="T68" fmla="*/ 83 w 145"/>
              <a:gd name="T69" fmla="*/ 99 h 146"/>
              <a:gd name="T70" fmla="*/ 85 w 145"/>
              <a:gd name="T71" fmla="*/ 114 h 146"/>
              <a:gd name="T72" fmla="*/ 113 w 145"/>
              <a:gd name="T73" fmla="*/ 85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45" h="146">
                <a:moveTo>
                  <a:pt x="145" y="67"/>
                </a:moveTo>
                <a:cubicBezTo>
                  <a:pt x="145" y="79"/>
                  <a:pt x="145" y="79"/>
                  <a:pt x="145" y="79"/>
                </a:cubicBezTo>
                <a:cubicBezTo>
                  <a:pt x="145" y="81"/>
                  <a:pt x="145" y="82"/>
                  <a:pt x="143" y="83"/>
                </a:cubicBezTo>
                <a:cubicBezTo>
                  <a:pt x="142" y="84"/>
                  <a:pt x="141" y="85"/>
                  <a:pt x="139" y="85"/>
                </a:cubicBezTo>
                <a:cubicBezTo>
                  <a:pt x="126" y="85"/>
                  <a:pt x="126" y="85"/>
                  <a:pt x="126" y="85"/>
                </a:cubicBezTo>
                <a:cubicBezTo>
                  <a:pt x="123" y="95"/>
                  <a:pt x="118" y="104"/>
                  <a:pt x="111" y="111"/>
                </a:cubicBezTo>
                <a:cubicBezTo>
                  <a:pt x="104" y="119"/>
                  <a:pt x="95" y="124"/>
                  <a:pt x="85" y="126"/>
                </a:cubicBezTo>
                <a:cubicBezTo>
                  <a:pt x="85" y="140"/>
                  <a:pt x="85" y="140"/>
                  <a:pt x="85" y="140"/>
                </a:cubicBezTo>
                <a:cubicBezTo>
                  <a:pt x="85" y="141"/>
                  <a:pt x="84" y="143"/>
                  <a:pt x="83" y="144"/>
                </a:cubicBezTo>
                <a:cubicBezTo>
                  <a:pt x="82" y="145"/>
                  <a:pt x="80" y="146"/>
                  <a:pt x="79" y="146"/>
                </a:cubicBezTo>
                <a:cubicBezTo>
                  <a:pt x="67" y="146"/>
                  <a:pt x="67" y="146"/>
                  <a:pt x="67" y="146"/>
                </a:cubicBezTo>
                <a:cubicBezTo>
                  <a:pt x="65" y="146"/>
                  <a:pt x="63" y="145"/>
                  <a:pt x="62" y="144"/>
                </a:cubicBezTo>
                <a:cubicBezTo>
                  <a:pt x="61" y="143"/>
                  <a:pt x="60" y="141"/>
                  <a:pt x="60" y="140"/>
                </a:cubicBezTo>
                <a:cubicBezTo>
                  <a:pt x="60" y="126"/>
                  <a:pt x="60" y="126"/>
                  <a:pt x="60" y="126"/>
                </a:cubicBezTo>
                <a:cubicBezTo>
                  <a:pt x="50" y="124"/>
                  <a:pt x="42" y="119"/>
                  <a:pt x="34" y="111"/>
                </a:cubicBezTo>
                <a:cubicBezTo>
                  <a:pt x="27" y="104"/>
                  <a:pt x="22" y="95"/>
                  <a:pt x="20" y="85"/>
                </a:cubicBezTo>
                <a:cubicBezTo>
                  <a:pt x="6" y="85"/>
                  <a:pt x="6" y="85"/>
                  <a:pt x="6" y="85"/>
                </a:cubicBezTo>
                <a:cubicBezTo>
                  <a:pt x="4" y="85"/>
                  <a:pt x="3" y="84"/>
                  <a:pt x="2" y="83"/>
                </a:cubicBezTo>
                <a:cubicBezTo>
                  <a:pt x="1" y="82"/>
                  <a:pt x="0" y="81"/>
                  <a:pt x="0" y="79"/>
                </a:cubicBezTo>
                <a:cubicBezTo>
                  <a:pt x="0" y="67"/>
                  <a:pt x="0" y="67"/>
                  <a:pt x="0" y="67"/>
                </a:cubicBezTo>
                <a:cubicBezTo>
                  <a:pt x="0" y="65"/>
                  <a:pt x="1" y="64"/>
                  <a:pt x="2" y="63"/>
                </a:cubicBezTo>
                <a:cubicBezTo>
                  <a:pt x="3" y="61"/>
                  <a:pt x="4" y="61"/>
                  <a:pt x="6" y="61"/>
                </a:cubicBezTo>
                <a:cubicBezTo>
                  <a:pt x="20" y="61"/>
                  <a:pt x="20" y="61"/>
                  <a:pt x="20" y="61"/>
                </a:cubicBezTo>
                <a:cubicBezTo>
                  <a:pt x="22" y="51"/>
                  <a:pt x="27" y="42"/>
                  <a:pt x="34" y="35"/>
                </a:cubicBezTo>
                <a:cubicBezTo>
                  <a:pt x="42" y="27"/>
                  <a:pt x="50" y="22"/>
                  <a:pt x="60" y="20"/>
                </a:cubicBezTo>
                <a:cubicBezTo>
                  <a:pt x="60" y="6"/>
                  <a:pt x="60" y="6"/>
                  <a:pt x="60" y="6"/>
                </a:cubicBezTo>
                <a:cubicBezTo>
                  <a:pt x="60" y="5"/>
                  <a:pt x="61" y="3"/>
                  <a:pt x="62" y="2"/>
                </a:cubicBezTo>
                <a:cubicBezTo>
                  <a:pt x="63" y="1"/>
                  <a:pt x="65" y="0"/>
                  <a:pt x="67" y="0"/>
                </a:cubicBezTo>
                <a:cubicBezTo>
                  <a:pt x="79" y="0"/>
                  <a:pt x="79" y="0"/>
                  <a:pt x="79" y="0"/>
                </a:cubicBezTo>
                <a:cubicBezTo>
                  <a:pt x="80" y="0"/>
                  <a:pt x="82" y="1"/>
                  <a:pt x="83" y="2"/>
                </a:cubicBezTo>
                <a:cubicBezTo>
                  <a:pt x="84" y="3"/>
                  <a:pt x="85" y="5"/>
                  <a:pt x="85" y="6"/>
                </a:cubicBezTo>
                <a:cubicBezTo>
                  <a:pt x="85" y="20"/>
                  <a:pt x="85" y="20"/>
                  <a:pt x="85" y="20"/>
                </a:cubicBezTo>
                <a:cubicBezTo>
                  <a:pt x="95" y="22"/>
                  <a:pt x="104" y="27"/>
                  <a:pt x="111" y="35"/>
                </a:cubicBezTo>
                <a:cubicBezTo>
                  <a:pt x="118" y="42"/>
                  <a:pt x="123" y="51"/>
                  <a:pt x="126" y="61"/>
                </a:cubicBezTo>
                <a:cubicBezTo>
                  <a:pt x="139" y="61"/>
                  <a:pt x="139" y="61"/>
                  <a:pt x="139" y="61"/>
                </a:cubicBezTo>
                <a:cubicBezTo>
                  <a:pt x="141" y="61"/>
                  <a:pt x="142" y="61"/>
                  <a:pt x="143" y="63"/>
                </a:cubicBezTo>
                <a:cubicBezTo>
                  <a:pt x="145" y="64"/>
                  <a:pt x="145" y="65"/>
                  <a:pt x="145" y="67"/>
                </a:cubicBezTo>
                <a:close/>
                <a:moveTo>
                  <a:pt x="113" y="85"/>
                </a:moveTo>
                <a:cubicBezTo>
                  <a:pt x="103" y="85"/>
                  <a:pt x="103" y="85"/>
                  <a:pt x="103" y="85"/>
                </a:cubicBezTo>
                <a:cubicBezTo>
                  <a:pt x="101" y="85"/>
                  <a:pt x="100" y="84"/>
                  <a:pt x="99" y="83"/>
                </a:cubicBezTo>
                <a:cubicBezTo>
                  <a:pt x="97" y="82"/>
                  <a:pt x="97" y="81"/>
                  <a:pt x="97" y="79"/>
                </a:cubicBezTo>
                <a:cubicBezTo>
                  <a:pt x="97" y="67"/>
                  <a:pt x="97" y="67"/>
                  <a:pt x="97" y="67"/>
                </a:cubicBezTo>
                <a:cubicBezTo>
                  <a:pt x="97" y="65"/>
                  <a:pt x="97" y="64"/>
                  <a:pt x="99" y="63"/>
                </a:cubicBezTo>
                <a:cubicBezTo>
                  <a:pt x="100" y="61"/>
                  <a:pt x="101" y="61"/>
                  <a:pt x="103" y="61"/>
                </a:cubicBezTo>
                <a:cubicBezTo>
                  <a:pt x="113" y="61"/>
                  <a:pt x="113" y="61"/>
                  <a:pt x="113" y="61"/>
                </a:cubicBezTo>
                <a:cubicBezTo>
                  <a:pt x="111" y="54"/>
                  <a:pt x="108" y="48"/>
                  <a:pt x="103" y="43"/>
                </a:cubicBezTo>
                <a:cubicBezTo>
                  <a:pt x="97" y="38"/>
                  <a:pt x="91" y="34"/>
                  <a:pt x="85" y="32"/>
                </a:cubicBezTo>
                <a:cubicBezTo>
                  <a:pt x="85" y="43"/>
                  <a:pt x="85" y="43"/>
                  <a:pt x="85" y="43"/>
                </a:cubicBezTo>
                <a:cubicBezTo>
                  <a:pt x="85" y="44"/>
                  <a:pt x="84" y="46"/>
                  <a:pt x="83" y="47"/>
                </a:cubicBezTo>
                <a:cubicBezTo>
                  <a:pt x="82" y="48"/>
                  <a:pt x="80" y="49"/>
                  <a:pt x="79" y="49"/>
                </a:cubicBezTo>
                <a:cubicBezTo>
                  <a:pt x="67" y="49"/>
                  <a:pt x="67" y="49"/>
                  <a:pt x="67" y="49"/>
                </a:cubicBezTo>
                <a:cubicBezTo>
                  <a:pt x="65" y="49"/>
                  <a:pt x="63" y="48"/>
                  <a:pt x="62" y="47"/>
                </a:cubicBezTo>
                <a:cubicBezTo>
                  <a:pt x="61" y="46"/>
                  <a:pt x="60" y="44"/>
                  <a:pt x="60" y="43"/>
                </a:cubicBezTo>
                <a:cubicBezTo>
                  <a:pt x="60" y="32"/>
                  <a:pt x="60" y="32"/>
                  <a:pt x="60" y="32"/>
                </a:cubicBezTo>
                <a:cubicBezTo>
                  <a:pt x="54" y="34"/>
                  <a:pt x="48" y="38"/>
                  <a:pt x="43" y="43"/>
                </a:cubicBezTo>
                <a:cubicBezTo>
                  <a:pt x="38" y="48"/>
                  <a:pt x="34" y="54"/>
                  <a:pt x="32" y="61"/>
                </a:cubicBezTo>
                <a:cubicBezTo>
                  <a:pt x="42" y="61"/>
                  <a:pt x="42" y="61"/>
                  <a:pt x="42" y="61"/>
                </a:cubicBezTo>
                <a:cubicBezTo>
                  <a:pt x="44" y="61"/>
                  <a:pt x="45" y="61"/>
                  <a:pt x="47" y="63"/>
                </a:cubicBezTo>
                <a:cubicBezTo>
                  <a:pt x="48" y="64"/>
                  <a:pt x="48" y="65"/>
                  <a:pt x="48" y="67"/>
                </a:cubicBezTo>
                <a:cubicBezTo>
                  <a:pt x="48" y="79"/>
                  <a:pt x="48" y="79"/>
                  <a:pt x="48" y="79"/>
                </a:cubicBezTo>
                <a:cubicBezTo>
                  <a:pt x="48" y="81"/>
                  <a:pt x="48" y="82"/>
                  <a:pt x="47" y="83"/>
                </a:cubicBezTo>
                <a:cubicBezTo>
                  <a:pt x="45" y="84"/>
                  <a:pt x="44" y="85"/>
                  <a:pt x="42" y="85"/>
                </a:cubicBezTo>
                <a:cubicBezTo>
                  <a:pt x="32" y="85"/>
                  <a:pt x="32" y="85"/>
                  <a:pt x="32" y="85"/>
                </a:cubicBezTo>
                <a:cubicBezTo>
                  <a:pt x="34" y="92"/>
                  <a:pt x="38" y="98"/>
                  <a:pt x="43" y="103"/>
                </a:cubicBezTo>
                <a:cubicBezTo>
                  <a:pt x="48" y="108"/>
                  <a:pt x="54" y="111"/>
                  <a:pt x="60" y="114"/>
                </a:cubicBezTo>
                <a:cubicBezTo>
                  <a:pt x="60" y="103"/>
                  <a:pt x="60" y="103"/>
                  <a:pt x="60" y="103"/>
                </a:cubicBezTo>
                <a:cubicBezTo>
                  <a:pt x="60" y="102"/>
                  <a:pt x="61" y="100"/>
                  <a:pt x="62" y="99"/>
                </a:cubicBezTo>
                <a:cubicBezTo>
                  <a:pt x="63" y="98"/>
                  <a:pt x="65" y="97"/>
                  <a:pt x="67" y="97"/>
                </a:cubicBezTo>
                <a:cubicBezTo>
                  <a:pt x="79" y="97"/>
                  <a:pt x="79" y="97"/>
                  <a:pt x="79" y="97"/>
                </a:cubicBezTo>
                <a:cubicBezTo>
                  <a:pt x="80" y="97"/>
                  <a:pt x="82" y="98"/>
                  <a:pt x="83" y="99"/>
                </a:cubicBezTo>
                <a:cubicBezTo>
                  <a:pt x="84" y="100"/>
                  <a:pt x="85" y="102"/>
                  <a:pt x="85" y="103"/>
                </a:cubicBezTo>
                <a:cubicBezTo>
                  <a:pt x="85" y="114"/>
                  <a:pt x="85" y="114"/>
                  <a:pt x="85" y="114"/>
                </a:cubicBezTo>
                <a:cubicBezTo>
                  <a:pt x="91" y="111"/>
                  <a:pt x="97" y="108"/>
                  <a:pt x="103" y="103"/>
                </a:cubicBezTo>
                <a:cubicBezTo>
                  <a:pt x="108" y="98"/>
                  <a:pt x="111" y="92"/>
                  <a:pt x="113" y="8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90" name="Freeform 92"/>
          <p:cNvSpPr>
            <a:spLocks noEditPoints="1"/>
          </p:cNvSpPr>
          <p:nvPr/>
        </p:nvSpPr>
        <p:spPr bwMode="auto">
          <a:xfrm>
            <a:off x="3598853" y="2252283"/>
            <a:ext cx="209627" cy="209627"/>
          </a:xfrm>
          <a:custGeom>
            <a:avLst/>
            <a:gdLst>
              <a:gd name="T0" fmla="*/ 135 w 145"/>
              <a:gd name="T1" fmla="*/ 37 h 146"/>
              <a:gd name="T2" fmla="*/ 145 w 145"/>
              <a:gd name="T3" fmla="*/ 73 h 146"/>
              <a:gd name="T4" fmla="*/ 135 w 145"/>
              <a:gd name="T5" fmla="*/ 109 h 146"/>
              <a:gd name="T6" fmla="*/ 109 w 145"/>
              <a:gd name="T7" fmla="*/ 136 h 146"/>
              <a:gd name="T8" fmla="*/ 72 w 145"/>
              <a:gd name="T9" fmla="*/ 146 h 146"/>
              <a:gd name="T10" fmla="*/ 36 w 145"/>
              <a:gd name="T11" fmla="*/ 136 h 146"/>
              <a:gd name="T12" fmla="*/ 9 w 145"/>
              <a:gd name="T13" fmla="*/ 109 h 146"/>
              <a:gd name="T14" fmla="*/ 0 w 145"/>
              <a:gd name="T15" fmla="*/ 73 h 146"/>
              <a:gd name="T16" fmla="*/ 9 w 145"/>
              <a:gd name="T17" fmla="*/ 37 h 146"/>
              <a:gd name="T18" fmla="*/ 36 w 145"/>
              <a:gd name="T19" fmla="*/ 10 h 146"/>
              <a:gd name="T20" fmla="*/ 72 w 145"/>
              <a:gd name="T21" fmla="*/ 0 h 146"/>
              <a:gd name="T22" fmla="*/ 109 w 145"/>
              <a:gd name="T23" fmla="*/ 10 h 146"/>
              <a:gd name="T24" fmla="*/ 135 w 145"/>
              <a:gd name="T25" fmla="*/ 37 h 146"/>
              <a:gd name="T26" fmla="*/ 117 w 145"/>
              <a:gd name="T27" fmla="*/ 99 h 146"/>
              <a:gd name="T28" fmla="*/ 124 w 145"/>
              <a:gd name="T29" fmla="*/ 73 h 146"/>
              <a:gd name="T30" fmla="*/ 117 w 145"/>
              <a:gd name="T31" fmla="*/ 47 h 146"/>
              <a:gd name="T32" fmla="*/ 98 w 145"/>
              <a:gd name="T33" fmla="*/ 28 h 146"/>
              <a:gd name="T34" fmla="*/ 72 w 145"/>
              <a:gd name="T35" fmla="*/ 22 h 146"/>
              <a:gd name="T36" fmla="*/ 47 w 145"/>
              <a:gd name="T37" fmla="*/ 28 h 146"/>
              <a:gd name="T38" fmla="*/ 28 w 145"/>
              <a:gd name="T39" fmla="*/ 47 h 146"/>
              <a:gd name="T40" fmla="*/ 21 w 145"/>
              <a:gd name="T41" fmla="*/ 73 h 146"/>
              <a:gd name="T42" fmla="*/ 28 w 145"/>
              <a:gd name="T43" fmla="*/ 99 h 146"/>
              <a:gd name="T44" fmla="*/ 47 w 145"/>
              <a:gd name="T45" fmla="*/ 117 h 146"/>
              <a:gd name="T46" fmla="*/ 72 w 145"/>
              <a:gd name="T47" fmla="*/ 124 h 146"/>
              <a:gd name="T48" fmla="*/ 98 w 145"/>
              <a:gd name="T49" fmla="*/ 117 h 146"/>
              <a:gd name="T50" fmla="*/ 117 w 145"/>
              <a:gd name="T51" fmla="*/ 99 h 146"/>
              <a:gd name="T52" fmla="*/ 103 w 145"/>
              <a:gd name="T53" fmla="*/ 90 h 146"/>
              <a:gd name="T54" fmla="*/ 90 w 145"/>
              <a:gd name="T55" fmla="*/ 104 h 146"/>
              <a:gd name="T56" fmla="*/ 87 w 145"/>
              <a:gd name="T57" fmla="*/ 105 h 146"/>
              <a:gd name="T58" fmla="*/ 85 w 145"/>
              <a:gd name="T59" fmla="*/ 104 h 146"/>
              <a:gd name="T60" fmla="*/ 72 w 145"/>
              <a:gd name="T61" fmla="*/ 91 h 146"/>
              <a:gd name="T62" fmla="*/ 59 w 145"/>
              <a:gd name="T63" fmla="*/ 104 h 146"/>
              <a:gd name="T64" fmla="*/ 57 w 145"/>
              <a:gd name="T65" fmla="*/ 105 h 146"/>
              <a:gd name="T66" fmla="*/ 55 w 145"/>
              <a:gd name="T67" fmla="*/ 104 h 146"/>
              <a:gd name="T68" fmla="*/ 41 w 145"/>
              <a:gd name="T69" fmla="*/ 90 h 146"/>
              <a:gd name="T70" fmla="*/ 40 w 145"/>
              <a:gd name="T71" fmla="*/ 88 h 146"/>
              <a:gd name="T72" fmla="*/ 41 w 145"/>
              <a:gd name="T73" fmla="*/ 86 h 146"/>
              <a:gd name="T74" fmla="*/ 54 w 145"/>
              <a:gd name="T75" fmla="*/ 73 h 146"/>
              <a:gd name="T76" fmla="*/ 41 w 145"/>
              <a:gd name="T77" fmla="*/ 60 h 146"/>
              <a:gd name="T78" fmla="*/ 40 w 145"/>
              <a:gd name="T79" fmla="*/ 58 h 146"/>
              <a:gd name="T80" fmla="*/ 41 w 145"/>
              <a:gd name="T81" fmla="*/ 56 h 146"/>
              <a:gd name="T82" fmla="*/ 55 w 145"/>
              <a:gd name="T83" fmla="*/ 42 h 146"/>
              <a:gd name="T84" fmla="*/ 57 w 145"/>
              <a:gd name="T85" fmla="*/ 41 h 146"/>
              <a:gd name="T86" fmla="*/ 59 w 145"/>
              <a:gd name="T87" fmla="*/ 42 h 146"/>
              <a:gd name="T88" fmla="*/ 72 w 145"/>
              <a:gd name="T89" fmla="*/ 55 h 146"/>
              <a:gd name="T90" fmla="*/ 85 w 145"/>
              <a:gd name="T91" fmla="*/ 42 h 146"/>
              <a:gd name="T92" fmla="*/ 87 w 145"/>
              <a:gd name="T93" fmla="*/ 41 h 146"/>
              <a:gd name="T94" fmla="*/ 90 w 145"/>
              <a:gd name="T95" fmla="*/ 42 h 146"/>
              <a:gd name="T96" fmla="*/ 103 w 145"/>
              <a:gd name="T97" fmla="*/ 56 h 146"/>
              <a:gd name="T98" fmla="*/ 104 w 145"/>
              <a:gd name="T99" fmla="*/ 58 h 146"/>
              <a:gd name="T100" fmla="*/ 103 w 145"/>
              <a:gd name="T101" fmla="*/ 60 h 146"/>
              <a:gd name="T102" fmla="*/ 91 w 145"/>
              <a:gd name="T103" fmla="*/ 73 h 146"/>
              <a:gd name="T104" fmla="*/ 103 w 145"/>
              <a:gd name="T105" fmla="*/ 86 h 146"/>
              <a:gd name="T106" fmla="*/ 104 w 145"/>
              <a:gd name="T107" fmla="*/ 88 h 146"/>
              <a:gd name="T108" fmla="*/ 103 w 145"/>
              <a:gd name="T109" fmla="*/ 90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45" h="146">
                <a:moveTo>
                  <a:pt x="135" y="37"/>
                </a:moveTo>
                <a:cubicBezTo>
                  <a:pt x="142" y="48"/>
                  <a:pt x="145" y="60"/>
                  <a:pt x="145" y="73"/>
                </a:cubicBezTo>
                <a:cubicBezTo>
                  <a:pt x="145" y="86"/>
                  <a:pt x="142" y="98"/>
                  <a:pt x="135" y="109"/>
                </a:cubicBezTo>
                <a:cubicBezTo>
                  <a:pt x="129" y="121"/>
                  <a:pt x="120" y="129"/>
                  <a:pt x="109" y="136"/>
                </a:cubicBezTo>
                <a:cubicBezTo>
                  <a:pt x="98" y="142"/>
                  <a:pt x="86" y="146"/>
                  <a:pt x="72" y="146"/>
                </a:cubicBezTo>
                <a:cubicBezTo>
                  <a:pt x="59" y="146"/>
                  <a:pt x="47" y="142"/>
                  <a:pt x="36" y="136"/>
                </a:cubicBezTo>
                <a:cubicBezTo>
                  <a:pt x="25" y="129"/>
                  <a:pt x="16" y="121"/>
                  <a:pt x="9" y="109"/>
                </a:cubicBezTo>
                <a:cubicBezTo>
                  <a:pt x="3" y="98"/>
                  <a:pt x="0" y="86"/>
                  <a:pt x="0" y="73"/>
                </a:cubicBezTo>
                <a:cubicBezTo>
                  <a:pt x="0" y="60"/>
                  <a:pt x="3" y="48"/>
                  <a:pt x="9" y="37"/>
                </a:cubicBezTo>
                <a:cubicBezTo>
                  <a:pt x="16" y="25"/>
                  <a:pt x="25" y="17"/>
                  <a:pt x="36" y="10"/>
                </a:cubicBezTo>
                <a:cubicBezTo>
                  <a:pt x="47" y="4"/>
                  <a:pt x="59" y="0"/>
                  <a:pt x="72" y="0"/>
                </a:cubicBezTo>
                <a:cubicBezTo>
                  <a:pt x="86" y="0"/>
                  <a:pt x="98" y="4"/>
                  <a:pt x="109" y="10"/>
                </a:cubicBezTo>
                <a:cubicBezTo>
                  <a:pt x="120" y="17"/>
                  <a:pt x="129" y="25"/>
                  <a:pt x="135" y="37"/>
                </a:cubicBezTo>
                <a:close/>
                <a:moveTo>
                  <a:pt x="117" y="99"/>
                </a:moveTo>
                <a:cubicBezTo>
                  <a:pt x="121" y="91"/>
                  <a:pt x="124" y="82"/>
                  <a:pt x="124" y="73"/>
                </a:cubicBezTo>
                <a:cubicBezTo>
                  <a:pt x="124" y="64"/>
                  <a:pt x="121" y="55"/>
                  <a:pt x="117" y="47"/>
                </a:cubicBezTo>
                <a:cubicBezTo>
                  <a:pt x="112" y="39"/>
                  <a:pt x="106" y="33"/>
                  <a:pt x="98" y="28"/>
                </a:cubicBezTo>
                <a:cubicBezTo>
                  <a:pt x="90" y="24"/>
                  <a:pt x="82" y="22"/>
                  <a:pt x="72" y="22"/>
                </a:cubicBezTo>
                <a:cubicBezTo>
                  <a:pt x="63" y="22"/>
                  <a:pt x="54" y="24"/>
                  <a:pt x="47" y="28"/>
                </a:cubicBezTo>
                <a:cubicBezTo>
                  <a:pt x="39" y="33"/>
                  <a:pt x="32" y="39"/>
                  <a:pt x="28" y="47"/>
                </a:cubicBezTo>
                <a:cubicBezTo>
                  <a:pt x="23" y="55"/>
                  <a:pt x="21" y="64"/>
                  <a:pt x="21" y="73"/>
                </a:cubicBezTo>
                <a:cubicBezTo>
                  <a:pt x="21" y="82"/>
                  <a:pt x="23" y="91"/>
                  <a:pt x="28" y="99"/>
                </a:cubicBezTo>
                <a:cubicBezTo>
                  <a:pt x="32" y="107"/>
                  <a:pt x="39" y="113"/>
                  <a:pt x="47" y="117"/>
                </a:cubicBezTo>
                <a:cubicBezTo>
                  <a:pt x="54" y="122"/>
                  <a:pt x="63" y="124"/>
                  <a:pt x="72" y="124"/>
                </a:cubicBezTo>
                <a:cubicBezTo>
                  <a:pt x="82" y="124"/>
                  <a:pt x="90" y="122"/>
                  <a:pt x="98" y="117"/>
                </a:cubicBezTo>
                <a:cubicBezTo>
                  <a:pt x="106" y="113"/>
                  <a:pt x="112" y="107"/>
                  <a:pt x="117" y="99"/>
                </a:cubicBezTo>
                <a:close/>
                <a:moveTo>
                  <a:pt x="103" y="90"/>
                </a:moveTo>
                <a:cubicBezTo>
                  <a:pt x="90" y="104"/>
                  <a:pt x="90" y="104"/>
                  <a:pt x="90" y="104"/>
                </a:cubicBezTo>
                <a:cubicBezTo>
                  <a:pt x="89" y="105"/>
                  <a:pt x="88" y="105"/>
                  <a:pt x="87" y="105"/>
                </a:cubicBezTo>
                <a:cubicBezTo>
                  <a:pt x="87" y="105"/>
                  <a:pt x="86" y="105"/>
                  <a:pt x="85" y="104"/>
                </a:cubicBezTo>
                <a:cubicBezTo>
                  <a:pt x="72" y="91"/>
                  <a:pt x="72" y="91"/>
                  <a:pt x="72" y="91"/>
                </a:cubicBezTo>
                <a:cubicBezTo>
                  <a:pt x="59" y="104"/>
                  <a:pt x="59" y="104"/>
                  <a:pt x="59" y="104"/>
                </a:cubicBezTo>
                <a:cubicBezTo>
                  <a:pt x="59" y="105"/>
                  <a:pt x="58" y="105"/>
                  <a:pt x="57" y="105"/>
                </a:cubicBezTo>
                <a:cubicBezTo>
                  <a:pt x="56" y="105"/>
                  <a:pt x="56" y="105"/>
                  <a:pt x="55" y="104"/>
                </a:cubicBezTo>
                <a:cubicBezTo>
                  <a:pt x="41" y="90"/>
                  <a:pt x="41" y="90"/>
                  <a:pt x="41" y="90"/>
                </a:cubicBezTo>
                <a:cubicBezTo>
                  <a:pt x="41" y="90"/>
                  <a:pt x="40" y="89"/>
                  <a:pt x="40" y="88"/>
                </a:cubicBezTo>
                <a:cubicBezTo>
                  <a:pt x="40" y="87"/>
                  <a:pt x="41" y="87"/>
                  <a:pt x="41" y="86"/>
                </a:cubicBezTo>
                <a:cubicBezTo>
                  <a:pt x="54" y="73"/>
                  <a:pt x="54" y="73"/>
                  <a:pt x="54" y="73"/>
                </a:cubicBezTo>
                <a:cubicBezTo>
                  <a:pt x="41" y="60"/>
                  <a:pt x="41" y="60"/>
                  <a:pt x="41" y="60"/>
                </a:cubicBezTo>
                <a:cubicBezTo>
                  <a:pt x="41" y="59"/>
                  <a:pt x="40" y="59"/>
                  <a:pt x="40" y="58"/>
                </a:cubicBezTo>
                <a:cubicBezTo>
                  <a:pt x="40" y="57"/>
                  <a:pt x="41" y="56"/>
                  <a:pt x="41" y="56"/>
                </a:cubicBezTo>
                <a:cubicBezTo>
                  <a:pt x="55" y="42"/>
                  <a:pt x="55" y="42"/>
                  <a:pt x="55" y="42"/>
                </a:cubicBezTo>
                <a:cubicBezTo>
                  <a:pt x="56" y="41"/>
                  <a:pt x="56" y="41"/>
                  <a:pt x="57" y="41"/>
                </a:cubicBezTo>
                <a:cubicBezTo>
                  <a:pt x="58" y="41"/>
                  <a:pt x="59" y="41"/>
                  <a:pt x="59" y="42"/>
                </a:cubicBezTo>
                <a:cubicBezTo>
                  <a:pt x="72" y="55"/>
                  <a:pt x="72" y="55"/>
                  <a:pt x="72" y="55"/>
                </a:cubicBezTo>
                <a:cubicBezTo>
                  <a:pt x="85" y="42"/>
                  <a:pt x="85" y="42"/>
                  <a:pt x="85" y="42"/>
                </a:cubicBezTo>
                <a:cubicBezTo>
                  <a:pt x="86" y="41"/>
                  <a:pt x="87" y="41"/>
                  <a:pt x="87" y="41"/>
                </a:cubicBezTo>
                <a:cubicBezTo>
                  <a:pt x="88" y="41"/>
                  <a:pt x="89" y="41"/>
                  <a:pt x="90" y="42"/>
                </a:cubicBezTo>
                <a:cubicBezTo>
                  <a:pt x="103" y="56"/>
                  <a:pt x="103" y="56"/>
                  <a:pt x="103" y="56"/>
                </a:cubicBezTo>
                <a:cubicBezTo>
                  <a:pt x="104" y="56"/>
                  <a:pt x="104" y="57"/>
                  <a:pt x="104" y="58"/>
                </a:cubicBezTo>
                <a:cubicBezTo>
                  <a:pt x="104" y="59"/>
                  <a:pt x="104" y="59"/>
                  <a:pt x="103" y="60"/>
                </a:cubicBezTo>
                <a:cubicBezTo>
                  <a:pt x="91" y="73"/>
                  <a:pt x="91" y="73"/>
                  <a:pt x="91" y="73"/>
                </a:cubicBezTo>
                <a:cubicBezTo>
                  <a:pt x="103" y="86"/>
                  <a:pt x="103" y="86"/>
                  <a:pt x="103" y="86"/>
                </a:cubicBezTo>
                <a:cubicBezTo>
                  <a:pt x="104" y="87"/>
                  <a:pt x="104" y="87"/>
                  <a:pt x="104" y="88"/>
                </a:cubicBezTo>
                <a:cubicBezTo>
                  <a:pt x="104" y="89"/>
                  <a:pt x="104" y="90"/>
                  <a:pt x="103" y="9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91" name="Freeform 93"/>
          <p:cNvSpPr>
            <a:spLocks noEditPoints="1"/>
          </p:cNvSpPr>
          <p:nvPr/>
        </p:nvSpPr>
        <p:spPr bwMode="auto">
          <a:xfrm>
            <a:off x="3866829" y="2252283"/>
            <a:ext cx="209627" cy="209627"/>
          </a:xfrm>
          <a:custGeom>
            <a:avLst/>
            <a:gdLst>
              <a:gd name="T0" fmla="*/ 135 w 145"/>
              <a:gd name="T1" fmla="*/ 37 h 146"/>
              <a:gd name="T2" fmla="*/ 145 w 145"/>
              <a:gd name="T3" fmla="*/ 73 h 146"/>
              <a:gd name="T4" fmla="*/ 135 w 145"/>
              <a:gd name="T5" fmla="*/ 109 h 146"/>
              <a:gd name="T6" fmla="*/ 109 w 145"/>
              <a:gd name="T7" fmla="*/ 136 h 146"/>
              <a:gd name="T8" fmla="*/ 72 w 145"/>
              <a:gd name="T9" fmla="*/ 146 h 146"/>
              <a:gd name="T10" fmla="*/ 36 w 145"/>
              <a:gd name="T11" fmla="*/ 136 h 146"/>
              <a:gd name="T12" fmla="*/ 9 w 145"/>
              <a:gd name="T13" fmla="*/ 109 h 146"/>
              <a:gd name="T14" fmla="*/ 0 w 145"/>
              <a:gd name="T15" fmla="*/ 73 h 146"/>
              <a:gd name="T16" fmla="*/ 9 w 145"/>
              <a:gd name="T17" fmla="*/ 37 h 146"/>
              <a:gd name="T18" fmla="*/ 36 w 145"/>
              <a:gd name="T19" fmla="*/ 10 h 146"/>
              <a:gd name="T20" fmla="*/ 72 w 145"/>
              <a:gd name="T21" fmla="*/ 0 h 146"/>
              <a:gd name="T22" fmla="*/ 109 w 145"/>
              <a:gd name="T23" fmla="*/ 10 h 146"/>
              <a:gd name="T24" fmla="*/ 135 w 145"/>
              <a:gd name="T25" fmla="*/ 37 h 146"/>
              <a:gd name="T26" fmla="*/ 117 w 145"/>
              <a:gd name="T27" fmla="*/ 99 h 146"/>
              <a:gd name="T28" fmla="*/ 124 w 145"/>
              <a:gd name="T29" fmla="*/ 73 h 146"/>
              <a:gd name="T30" fmla="*/ 117 w 145"/>
              <a:gd name="T31" fmla="*/ 47 h 146"/>
              <a:gd name="T32" fmla="*/ 98 w 145"/>
              <a:gd name="T33" fmla="*/ 28 h 146"/>
              <a:gd name="T34" fmla="*/ 72 w 145"/>
              <a:gd name="T35" fmla="*/ 22 h 146"/>
              <a:gd name="T36" fmla="*/ 46 w 145"/>
              <a:gd name="T37" fmla="*/ 28 h 146"/>
              <a:gd name="T38" fmla="*/ 28 w 145"/>
              <a:gd name="T39" fmla="*/ 47 h 146"/>
              <a:gd name="T40" fmla="*/ 21 w 145"/>
              <a:gd name="T41" fmla="*/ 73 h 146"/>
              <a:gd name="T42" fmla="*/ 28 w 145"/>
              <a:gd name="T43" fmla="*/ 99 h 146"/>
              <a:gd name="T44" fmla="*/ 46 w 145"/>
              <a:gd name="T45" fmla="*/ 117 h 146"/>
              <a:gd name="T46" fmla="*/ 72 w 145"/>
              <a:gd name="T47" fmla="*/ 124 h 146"/>
              <a:gd name="T48" fmla="*/ 98 w 145"/>
              <a:gd name="T49" fmla="*/ 117 h 146"/>
              <a:gd name="T50" fmla="*/ 117 w 145"/>
              <a:gd name="T51" fmla="*/ 99 h 146"/>
              <a:gd name="T52" fmla="*/ 110 w 145"/>
              <a:gd name="T53" fmla="*/ 65 h 146"/>
              <a:gd name="T54" fmla="*/ 70 w 145"/>
              <a:gd name="T55" fmla="*/ 105 h 146"/>
              <a:gd name="T56" fmla="*/ 66 w 145"/>
              <a:gd name="T57" fmla="*/ 107 h 146"/>
              <a:gd name="T58" fmla="*/ 62 w 145"/>
              <a:gd name="T59" fmla="*/ 105 h 146"/>
              <a:gd name="T60" fmla="*/ 34 w 145"/>
              <a:gd name="T61" fmla="*/ 77 h 146"/>
              <a:gd name="T62" fmla="*/ 32 w 145"/>
              <a:gd name="T63" fmla="*/ 73 h 146"/>
              <a:gd name="T64" fmla="*/ 34 w 145"/>
              <a:gd name="T65" fmla="*/ 69 h 146"/>
              <a:gd name="T66" fmla="*/ 44 w 145"/>
              <a:gd name="T67" fmla="*/ 59 h 146"/>
              <a:gd name="T68" fmla="*/ 48 w 145"/>
              <a:gd name="T69" fmla="*/ 57 h 146"/>
              <a:gd name="T70" fmla="*/ 52 w 145"/>
              <a:gd name="T71" fmla="*/ 59 h 146"/>
              <a:gd name="T72" fmla="*/ 66 w 145"/>
              <a:gd name="T73" fmla="*/ 73 h 146"/>
              <a:gd name="T74" fmla="*/ 92 w 145"/>
              <a:gd name="T75" fmla="*/ 47 h 146"/>
              <a:gd name="T76" fmla="*/ 96 w 145"/>
              <a:gd name="T77" fmla="*/ 45 h 146"/>
              <a:gd name="T78" fmla="*/ 101 w 145"/>
              <a:gd name="T79" fmla="*/ 47 h 146"/>
              <a:gd name="T80" fmla="*/ 110 w 145"/>
              <a:gd name="T81" fmla="*/ 57 h 146"/>
              <a:gd name="T82" fmla="*/ 112 w 145"/>
              <a:gd name="T83" fmla="*/ 61 h 146"/>
              <a:gd name="T84" fmla="*/ 110 w 145"/>
              <a:gd name="T85" fmla="*/ 65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45" h="146">
                <a:moveTo>
                  <a:pt x="135" y="37"/>
                </a:moveTo>
                <a:cubicBezTo>
                  <a:pt x="141" y="48"/>
                  <a:pt x="145" y="60"/>
                  <a:pt x="145" y="73"/>
                </a:cubicBezTo>
                <a:cubicBezTo>
                  <a:pt x="145" y="86"/>
                  <a:pt x="141" y="98"/>
                  <a:pt x="135" y="109"/>
                </a:cubicBezTo>
                <a:cubicBezTo>
                  <a:pt x="129" y="121"/>
                  <a:pt x="120" y="129"/>
                  <a:pt x="109" y="136"/>
                </a:cubicBezTo>
                <a:cubicBezTo>
                  <a:pt x="97" y="142"/>
                  <a:pt x="85" y="146"/>
                  <a:pt x="72" y="146"/>
                </a:cubicBezTo>
                <a:cubicBezTo>
                  <a:pt x="59" y="146"/>
                  <a:pt x="47" y="142"/>
                  <a:pt x="36" y="136"/>
                </a:cubicBezTo>
                <a:cubicBezTo>
                  <a:pt x="25" y="129"/>
                  <a:pt x="16" y="121"/>
                  <a:pt x="9" y="109"/>
                </a:cubicBezTo>
                <a:cubicBezTo>
                  <a:pt x="3" y="98"/>
                  <a:pt x="0" y="86"/>
                  <a:pt x="0" y="73"/>
                </a:cubicBezTo>
                <a:cubicBezTo>
                  <a:pt x="0" y="60"/>
                  <a:pt x="3" y="48"/>
                  <a:pt x="9" y="37"/>
                </a:cubicBezTo>
                <a:cubicBezTo>
                  <a:pt x="16" y="25"/>
                  <a:pt x="25" y="17"/>
                  <a:pt x="36" y="10"/>
                </a:cubicBezTo>
                <a:cubicBezTo>
                  <a:pt x="47" y="4"/>
                  <a:pt x="59" y="0"/>
                  <a:pt x="72" y="0"/>
                </a:cubicBezTo>
                <a:cubicBezTo>
                  <a:pt x="85" y="0"/>
                  <a:pt x="97" y="4"/>
                  <a:pt x="109" y="10"/>
                </a:cubicBezTo>
                <a:cubicBezTo>
                  <a:pt x="120" y="17"/>
                  <a:pt x="129" y="25"/>
                  <a:pt x="135" y="37"/>
                </a:cubicBezTo>
                <a:close/>
                <a:moveTo>
                  <a:pt x="117" y="99"/>
                </a:moveTo>
                <a:cubicBezTo>
                  <a:pt x="121" y="91"/>
                  <a:pt x="124" y="82"/>
                  <a:pt x="124" y="73"/>
                </a:cubicBezTo>
                <a:cubicBezTo>
                  <a:pt x="124" y="64"/>
                  <a:pt x="121" y="55"/>
                  <a:pt x="117" y="47"/>
                </a:cubicBezTo>
                <a:cubicBezTo>
                  <a:pt x="112" y="39"/>
                  <a:pt x="106" y="33"/>
                  <a:pt x="98" y="28"/>
                </a:cubicBezTo>
                <a:cubicBezTo>
                  <a:pt x="90" y="24"/>
                  <a:pt x="81" y="22"/>
                  <a:pt x="72" y="22"/>
                </a:cubicBezTo>
                <a:cubicBezTo>
                  <a:pt x="63" y="22"/>
                  <a:pt x="54" y="24"/>
                  <a:pt x="46" y="28"/>
                </a:cubicBezTo>
                <a:cubicBezTo>
                  <a:pt x="38" y="33"/>
                  <a:pt x="32" y="39"/>
                  <a:pt x="28" y="47"/>
                </a:cubicBezTo>
                <a:cubicBezTo>
                  <a:pt x="23" y="55"/>
                  <a:pt x="21" y="64"/>
                  <a:pt x="21" y="73"/>
                </a:cubicBezTo>
                <a:cubicBezTo>
                  <a:pt x="21" y="82"/>
                  <a:pt x="23" y="91"/>
                  <a:pt x="28" y="99"/>
                </a:cubicBezTo>
                <a:cubicBezTo>
                  <a:pt x="32" y="107"/>
                  <a:pt x="38" y="113"/>
                  <a:pt x="46" y="117"/>
                </a:cubicBezTo>
                <a:cubicBezTo>
                  <a:pt x="54" y="122"/>
                  <a:pt x="63" y="124"/>
                  <a:pt x="72" y="124"/>
                </a:cubicBezTo>
                <a:cubicBezTo>
                  <a:pt x="81" y="124"/>
                  <a:pt x="90" y="122"/>
                  <a:pt x="98" y="117"/>
                </a:cubicBezTo>
                <a:cubicBezTo>
                  <a:pt x="106" y="113"/>
                  <a:pt x="112" y="107"/>
                  <a:pt x="117" y="99"/>
                </a:cubicBezTo>
                <a:close/>
                <a:moveTo>
                  <a:pt x="110" y="65"/>
                </a:moveTo>
                <a:cubicBezTo>
                  <a:pt x="70" y="105"/>
                  <a:pt x="70" y="105"/>
                  <a:pt x="70" y="105"/>
                </a:cubicBezTo>
                <a:cubicBezTo>
                  <a:pt x="69" y="106"/>
                  <a:pt x="68" y="107"/>
                  <a:pt x="66" y="107"/>
                </a:cubicBezTo>
                <a:cubicBezTo>
                  <a:pt x="64" y="107"/>
                  <a:pt x="63" y="106"/>
                  <a:pt x="62" y="105"/>
                </a:cubicBezTo>
                <a:cubicBezTo>
                  <a:pt x="34" y="77"/>
                  <a:pt x="34" y="77"/>
                  <a:pt x="34" y="77"/>
                </a:cubicBezTo>
                <a:cubicBezTo>
                  <a:pt x="33" y="76"/>
                  <a:pt x="32" y="75"/>
                  <a:pt x="32" y="73"/>
                </a:cubicBezTo>
                <a:cubicBezTo>
                  <a:pt x="32" y="71"/>
                  <a:pt x="33" y="70"/>
                  <a:pt x="34" y="69"/>
                </a:cubicBezTo>
                <a:cubicBezTo>
                  <a:pt x="44" y="59"/>
                  <a:pt x="44" y="59"/>
                  <a:pt x="44" y="59"/>
                </a:cubicBezTo>
                <a:cubicBezTo>
                  <a:pt x="45" y="58"/>
                  <a:pt x="46" y="57"/>
                  <a:pt x="48" y="57"/>
                </a:cubicBezTo>
                <a:cubicBezTo>
                  <a:pt x="50" y="57"/>
                  <a:pt x="51" y="58"/>
                  <a:pt x="52" y="59"/>
                </a:cubicBezTo>
                <a:cubicBezTo>
                  <a:pt x="66" y="73"/>
                  <a:pt x="66" y="73"/>
                  <a:pt x="66" y="73"/>
                </a:cubicBezTo>
                <a:cubicBezTo>
                  <a:pt x="92" y="47"/>
                  <a:pt x="92" y="47"/>
                  <a:pt x="92" y="47"/>
                </a:cubicBezTo>
                <a:cubicBezTo>
                  <a:pt x="93" y="46"/>
                  <a:pt x="95" y="45"/>
                  <a:pt x="96" y="45"/>
                </a:cubicBezTo>
                <a:cubicBezTo>
                  <a:pt x="98" y="45"/>
                  <a:pt x="99" y="46"/>
                  <a:pt x="101" y="47"/>
                </a:cubicBezTo>
                <a:cubicBezTo>
                  <a:pt x="110" y="57"/>
                  <a:pt x="110" y="57"/>
                  <a:pt x="110" y="57"/>
                </a:cubicBezTo>
                <a:cubicBezTo>
                  <a:pt x="111" y="58"/>
                  <a:pt x="112" y="59"/>
                  <a:pt x="112" y="61"/>
                </a:cubicBezTo>
                <a:cubicBezTo>
                  <a:pt x="112" y="62"/>
                  <a:pt x="111" y="64"/>
                  <a:pt x="110" y="6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92" name="Freeform 94"/>
          <p:cNvSpPr>
            <a:spLocks noEditPoints="1"/>
          </p:cNvSpPr>
          <p:nvPr/>
        </p:nvSpPr>
        <p:spPr bwMode="auto">
          <a:xfrm>
            <a:off x="4134805" y="2252283"/>
            <a:ext cx="209627" cy="209627"/>
          </a:xfrm>
          <a:custGeom>
            <a:avLst/>
            <a:gdLst>
              <a:gd name="T0" fmla="*/ 140 w 146"/>
              <a:gd name="T1" fmla="*/ 44 h 146"/>
              <a:gd name="T2" fmla="*/ 146 w 146"/>
              <a:gd name="T3" fmla="*/ 73 h 146"/>
              <a:gd name="T4" fmla="*/ 140 w 146"/>
              <a:gd name="T5" fmla="*/ 101 h 146"/>
              <a:gd name="T6" fmla="*/ 124 w 146"/>
              <a:gd name="T7" fmla="*/ 124 h 146"/>
              <a:gd name="T8" fmla="*/ 101 w 146"/>
              <a:gd name="T9" fmla="*/ 140 h 146"/>
              <a:gd name="T10" fmla="*/ 73 w 146"/>
              <a:gd name="T11" fmla="*/ 146 h 146"/>
              <a:gd name="T12" fmla="*/ 45 w 146"/>
              <a:gd name="T13" fmla="*/ 140 h 146"/>
              <a:gd name="T14" fmla="*/ 22 w 146"/>
              <a:gd name="T15" fmla="*/ 124 h 146"/>
              <a:gd name="T16" fmla="*/ 6 w 146"/>
              <a:gd name="T17" fmla="*/ 101 h 146"/>
              <a:gd name="T18" fmla="*/ 0 w 146"/>
              <a:gd name="T19" fmla="*/ 73 h 146"/>
              <a:gd name="T20" fmla="*/ 6 w 146"/>
              <a:gd name="T21" fmla="*/ 44 h 146"/>
              <a:gd name="T22" fmla="*/ 22 w 146"/>
              <a:gd name="T23" fmla="*/ 21 h 146"/>
              <a:gd name="T24" fmla="*/ 45 w 146"/>
              <a:gd name="T25" fmla="*/ 6 h 146"/>
              <a:gd name="T26" fmla="*/ 73 w 146"/>
              <a:gd name="T27" fmla="*/ 0 h 146"/>
              <a:gd name="T28" fmla="*/ 101 w 146"/>
              <a:gd name="T29" fmla="*/ 6 h 146"/>
              <a:gd name="T30" fmla="*/ 124 w 146"/>
              <a:gd name="T31" fmla="*/ 21 h 146"/>
              <a:gd name="T32" fmla="*/ 140 w 146"/>
              <a:gd name="T33" fmla="*/ 44 h 146"/>
              <a:gd name="T34" fmla="*/ 30 w 146"/>
              <a:gd name="T35" fmla="*/ 101 h 146"/>
              <a:gd name="T36" fmla="*/ 101 w 146"/>
              <a:gd name="T37" fmla="*/ 30 h 146"/>
              <a:gd name="T38" fmla="*/ 73 w 146"/>
              <a:gd name="T39" fmla="*/ 21 h 146"/>
              <a:gd name="T40" fmla="*/ 47 w 146"/>
              <a:gd name="T41" fmla="*/ 28 h 146"/>
              <a:gd name="T42" fmla="*/ 28 w 146"/>
              <a:gd name="T43" fmla="*/ 47 h 146"/>
              <a:gd name="T44" fmla="*/ 21 w 146"/>
              <a:gd name="T45" fmla="*/ 73 h 146"/>
              <a:gd name="T46" fmla="*/ 30 w 146"/>
              <a:gd name="T47" fmla="*/ 101 h 146"/>
              <a:gd name="T48" fmla="*/ 124 w 146"/>
              <a:gd name="T49" fmla="*/ 73 h 146"/>
              <a:gd name="T50" fmla="*/ 116 w 146"/>
              <a:gd name="T51" fmla="*/ 45 h 146"/>
              <a:gd name="T52" fmla="*/ 45 w 146"/>
              <a:gd name="T53" fmla="*/ 116 h 146"/>
              <a:gd name="T54" fmla="*/ 73 w 146"/>
              <a:gd name="T55" fmla="*/ 124 h 146"/>
              <a:gd name="T56" fmla="*/ 93 w 146"/>
              <a:gd name="T57" fmla="*/ 120 h 146"/>
              <a:gd name="T58" fmla="*/ 109 w 146"/>
              <a:gd name="T59" fmla="*/ 109 h 146"/>
              <a:gd name="T60" fmla="*/ 120 w 146"/>
              <a:gd name="T61" fmla="*/ 93 h 146"/>
              <a:gd name="T62" fmla="*/ 124 w 146"/>
              <a:gd name="T63" fmla="*/ 73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46" h="146">
                <a:moveTo>
                  <a:pt x="140" y="44"/>
                </a:moveTo>
                <a:cubicBezTo>
                  <a:pt x="144" y="53"/>
                  <a:pt x="146" y="63"/>
                  <a:pt x="146" y="73"/>
                </a:cubicBezTo>
                <a:cubicBezTo>
                  <a:pt x="146" y="83"/>
                  <a:pt x="144" y="92"/>
                  <a:pt x="140" y="101"/>
                </a:cubicBezTo>
                <a:cubicBezTo>
                  <a:pt x="136" y="110"/>
                  <a:pt x="131" y="118"/>
                  <a:pt x="124" y="124"/>
                </a:cubicBezTo>
                <a:cubicBezTo>
                  <a:pt x="118" y="131"/>
                  <a:pt x="110" y="136"/>
                  <a:pt x="101" y="140"/>
                </a:cubicBezTo>
                <a:cubicBezTo>
                  <a:pt x="92" y="144"/>
                  <a:pt x="83" y="146"/>
                  <a:pt x="73" y="146"/>
                </a:cubicBezTo>
                <a:cubicBezTo>
                  <a:pt x="63" y="146"/>
                  <a:pt x="54" y="144"/>
                  <a:pt x="45" y="140"/>
                </a:cubicBezTo>
                <a:cubicBezTo>
                  <a:pt x="36" y="136"/>
                  <a:pt x="28" y="131"/>
                  <a:pt x="22" y="124"/>
                </a:cubicBezTo>
                <a:cubicBezTo>
                  <a:pt x="15" y="118"/>
                  <a:pt x="10" y="110"/>
                  <a:pt x="6" y="101"/>
                </a:cubicBezTo>
                <a:cubicBezTo>
                  <a:pt x="2" y="92"/>
                  <a:pt x="0" y="83"/>
                  <a:pt x="0" y="73"/>
                </a:cubicBezTo>
                <a:cubicBezTo>
                  <a:pt x="0" y="63"/>
                  <a:pt x="2" y="53"/>
                  <a:pt x="6" y="44"/>
                </a:cubicBezTo>
                <a:cubicBezTo>
                  <a:pt x="10" y="35"/>
                  <a:pt x="15" y="28"/>
                  <a:pt x="22" y="21"/>
                </a:cubicBezTo>
                <a:cubicBezTo>
                  <a:pt x="28" y="15"/>
                  <a:pt x="36" y="9"/>
                  <a:pt x="45" y="6"/>
                </a:cubicBezTo>
                <a:cubicBezTo>
                  <a:pt x="54" y="2"/>
                  <a:pt x="63" y="0"/>
                  <a:pt x="73" y="0"/>
                </a:cubicBezTo>
                <a:cubicBezTo>
                  <a:pt x="83" y="0"/>
                  <a:pt x="92" y="2"/>
                  <a:pt x="101" y="6"/>
                </a:cubicBezTo>
                <a:cubicBezTo>
                  <a:pt x="110" y="9"/>
                  <a:pt x="118" y="15"/>
                  <a:pt x="124" y="21"/>
                </a:cubicBezTo>
                <a:cubicBezTo>
                  <a:pt x="131" y="28"/>
                  <a:pt x="136" y="35"/>
                  <a:pt x="140" y="44"/>
                </a:cubicBezTo>
                <a:close/>
                <a:moveTo>
                  <a:pt x="30" y="101"/>
                </a:moveTo>
                <a:cubicBezTo>
                  <a:pt x="101" y="30"/>
                  <a:pt x="101" y="30"/>
                  <a:pt x="101" y="30"/>
                </a:cubicBezTo>
                <a:cubicBezTo>
                  <a:pt x="93" y="24"/>
                  <a:pt x="83" y="21"/>
                  <a:pt x="73" y="21"/>
                </a:cubicBezTo>
                <a:cubicBezTo>
                  <a:pt x="64" y="21"/>
                  <a:pt x="55" y="23"/>
                  <a:pt x="47" y="28"/>
                </a:cubicBezTo>
                <a:cubicBezTo>
                  <a:pt x="39" y="33"/>
                  <a:pt x="33" y="39"/>
                  <a:pt x="28" y="47"/>
                </a:cubicBezTo>
                <a:cubicBezTo>
                  <a:pt x="24" y="55"/>
                  <a:pt x="21" y="63"/>
                  <a:pt x="21" y="73"/>
                </a:cubicBezTo>
                <a:cubicBezTo>
                  <a:pt x="21" y="83"/>
                  <a:pt x="24" y="92"/>
                  <a:pt x="30" y="101"/>
                </a:cubicBezTo>
                <a:close/>
                <a:moveTo>
                  <a:pt x="124" y="73"/>
                </a:moveTo>
                <a:cubicBezTo>
                  <a:pt x="124" y="63"/>
                  <a:pt x="122" y="53"/>
                  <a:pt x="116" y="45"/>
                </a:cubicBezTo>
                <a:cubicBezTo>
                  <a:pt x="45" y="116"/>
                  <a:pt x="45" y="116"/>
                  <a:pt x="45" y="116"/>
                </a:cubicBezTo>
                <a:cubicBezTo>
                  <a:pt x="53" y="122"/>
                  <a:pt x="63" y="124"/>
                  <a:pt x="73" y="124"/>
                </a:cubicBezTo>
                <a:cubicBezTo>
                  <a:pt x="80" y="124"/>
                  <a:pt x="87" y="123"/>
                  <a:pt x="93" y="120"/>
                </a:cubicBezTo>
                <a:cubicBezTo>
                  <a:pt x="99" y="118"/>
                  <a:pt x="105" y="114"/>
                  <a:pt x="109" y="109"/>
                </a:cubicBezTo>
                <a:cubicBezTo>
                  <a:pt x="114" y="105"/>
                  <a:pt x="118" y="99"/>
                  <a:pt x="120" y="93"/>
                </a:cubicBezTo>
                <a:cubicBezTo>
                  <a:pt x="123" y="86"/>
                  <a:pt x="124" y="80"/>
                  <a:pt x="124" y="7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93" name="Freeform 95"/>
          <p:cNvSpPr>
            <a:spLocks/>
          </p:cNvSpPr>
          <p:nvPr/>
        </p:nvSpPr>
        <p:spPr bwMode="auto">
          <a:xfrm>
            <a:off x="4411426" y="2258766"/>
            <a:ext cx="198820" cy="213948"/>
          </a:xfrm>
          <a:custGeom>
            <a:avLst/>
            <a:gdLst>
              <a:gd name="T0" fmla="*/ 139 w 139"/>
              <a:gd name="T1" fmla="*/ 68 h 148"/>
              <a:gd name="T2" fmla="*/ 139 w 139"/>
              <a:gd name="T3" fmla="*/ 80 h 148"/>
              <a:gd name="T4" fmla="*/ 136 w 139"/>
              <a:gd name="T5" fmla="*/ 89 h 148"/>
              <a:gd name="T6" fmla="*/ 128 w 139"/>
              <a:gd name="T7" fmla="*/ 92 h 148"/>
              <a:gd name="T8" fmla="*/ 62 w 139"/>
              <a:gd name="T9" fmla="*/ 92 h 148"/>
              <a:gd name="T10" fmla="*/ 89 w 139"/>
              <a:gd name="T11" fmla="*/ 120 h 148"/>
              <a:gd name="T12" fmla="*/ 93 w 139"/>
              <a:gd name="T13" fmla="*/ 128 h 148"/>
              <a:gd name="T14" fmla="*/ 89 w 139"/>
              <a:gd name="T15" fmla="*/ 137 h 148"/>
              <a:gd name="T16" fmla="*/ 82 w 139"/>
              <a:gd name="T17" fmla="*/ 144 h 148"/>
              <a:gd name="T18" fmla="*/ 74 w 139"/>
              <a:gd name="T19" fmla="*/ 148 h 148"/>
              <a:gd name="T20" fmla="*/ 65 w 139"/>
              <a:gd name="T21" fmla="*/ 144 h 148"/>
              <a:gd name="T22" fmla="*/ 4 w 139"/>
              <a:gd name="T23" fmla="*/ 83 h 148"/>
              <a:gd name="T24" fmla="*/ 0 w 139"/>
              <a:gd name="T25" fmla="*/ 74 h 148"/>
              <a:gd name="T26" fmla="*/ 4 w 139"/>
              <a:gd name="T27" fmla="*/ 65 h 148"/>
              <a:gd name="T28" fmla="*/ 65 w 139"/>
              <a:gd name="T29" fmla="*/ 4 h 148"/>
              <a:gd name="T30" fmla="*/ 74 w 139"/>
              <a:gd name="T31" fmla="*/ 0 h 148"/>
              <a:gd name="T32" fmla="*/ 82 w 139"/>
              <a:gd name="T33" fmla="*/ 4 h 148"/>
              <a:gd name="T34" fmla="*/ 89 w 139"/>
              <a:gd name="T35" fmla="*/ 11 h 148"/>
              <a:gd name="T36" fmla="*/ 93 w 139"/>
              <a:gd name="T37" fmla="*/ 20 h 148"/>
              <a:gd name="T38" fmla="*/ 89 w 139"/>
              <a:gd name="T39" fmla="*/ 28 h 148"/>
              <a:gd name="T40" fmla="*/ 62 w 139"/>
              <a:gd name="T41" fmla="*/ 56 h 148"/>
              <a:gd name="T42" fmla="*/ 128 w 139"/>
              <a:gd name="T43" fmla="*/ 56 h 148"/>
              <a:gd name="T44" fmla="*/ 136 w 139"/>
              <a:gd name="T45" fmla="*/ 59 h 148"/>
              <a:gd name="T46" fmla="*/ 139 w 139"/>
              <a:gd name="T47" fmla="*/ 68 h 1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139" h="148">
                <a:moveTo>
                  <a:pt x="139" y="68"/>
                </a:moveTo>
                <a:cubicBezTo>
                  <a:pt x="139" y="80"/>
                  <a:pt x="139" y="80"/>
                  <a:pt x="139" y="80"/>
                </a:cubicBezTo>
                <a:cubicBezTo>
                  <a:pt x="139" y="83"/>
                  <a:pt x="138" y="86"/>
                  <a:pt x="136" y="89"/>
                </a:cubicBezTo>
                <a:cubicBezTo>
                  <a:pt x="134" y="91"/>
                  <a:pt x="131" y="92"/>
                  <a:pt x="128" y="92"/>
                </a:cubicBezTo>
                <a:cubicBezTo>
                  <a:pt x="62" y="92"/>
                  <a:pt x="62" y="92"/>
                  <a:pt x="62" y="92"/>
                </a:cubicBezTo>
                <a:cubicBezTo>
                  <a:pt x="89" y="120"/>
                  <a:pt x="89" y="120"/>
                  <a:pt x="89" y="120"/>
                </a:cubicBezTo>
                <a:cubicBezTo>
                  <a:pt x="92" y="122"/>
                  <a:pt x="93" y="125"/>
                  <a:pt x="93" y="128"/>
                </a:cubicBezTo>
                <a:cubicBezTo>
                  <a:pt x="93" y="132"/>
                  <a:pt x="92" y="135"/>
                  <a:pt x="89" y="137"/>
                </a:cubicBezTo>
                <a:cubicBezTo>
                  <a:pt x="82" y="144"/>
                  <a:pt x="82" y="144"/>
                  <a:pt x="82" y="144"/>
                </a:cubicBezTo>
                <a:cubicBezTo>
                  <a:pt x="80" y="146"/>
                  <a:pt x="77" y="148"/>
                  <a:pt x="74" y="148"/>
                </a:cubicBezTo>
                <a:cubicBezTo>
                  <a:pt x="70" y="148"/>
                  <a:pt x="68" y="146"/>
                  <a:pt x="65" y="144"/>
                </a:cubicBezTo>
                <a:cubicBezTo>
                  <a:pt x="4" y="83"/>
                  <a:pt x="4" y="83"/>
                  <a:pt x="4" y="83"/>
                </a:cubicBezTo>
                <a:cubicBezTo>
                  <a:pt x="1" y="80"/>
                  <a:pt x="0" y="77"/>
                  <a:pt x="0" y="74"/>
                </a:cubicBezTo>
                <a:cubicBezTo>
                  <a:pt x="0" y="71"/>
                  <a:pt x="1" y="68"/>
                  <a:pt x="4" y="65"/>
                </a:cubicBezTo>
                <a:cubicBezTo>
                  <a:pt x="65" y="4"/>
                  <a:pt x="65" y="4"/>
                  <a:pt x="65" y="4"/>
                </a:cubicBezTo>
                <a:cubicBezTo>
                  <a:pt x="68" y="2"/>
                  <a:pt x="70" y="0"/>
                  <a:pt x="74" y="0"/>
                </a:cubicBezTo>
                <a:cubicBezTo>
                  <a:pt x="77" y="0"/>
                  <a:pt x="80" y="2"/>
                  <a:pt x="82" y="4"/>
                </a:cubicBezTo>
                <a:cubicBezTo>
                  <a:pt x="89" y="11"/>
                  <a:pt x="89" y="11"/>
                  <a:pt x="89" y="11"/>
                </a:cubicBezTo>
                <a:cubicBezTo>
                  <a:pt x="92" y="13"/>
                  <a:pt x="93" y="16"/>
                  <a:pt x="93" y="20"/>
                </a:cubicBezTo>
                <a:cubicBezTo>
                  <a:pt x="93" y="23"/>
                  <a:pt x="92" y="26"/>
                  <a:pt x="89" y="28"/>
                </a:cubicBezTo>
                <a:cubicBezTo>
                  <a:pt x="62" y="56"/>
                  <a:pt x="62" y="56"/>
                  <a:pt x="62" y="56"/>
                </a:cubicBezTo>
                <a:cubicBezTo>
                  <a:pt x="128" y="56"/>
                  <a:pt x="128" y="56"/>
                  <a:pt x="128" y="56"/>
                </a:cubicBezTo>
                <a:cubicBezTo>
                  <a:pt x="131" y="56"/>
                  <a:pt x="134" y="57"/>
                  <a:pt x="136" y="59"/>
                </a:cubicBezTo>
                <a:cubicBezTo>
                  <a:pt x="138" y="62"/>
                  <a:pt x="139" y="65"/>
                  <a:pt x="139" y="6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94" name="Freeform 96"/>
          <p:cNvSpPr>
            <a:spLocks/>
          </p:cNvSpPr>
          <p:nvPr/>
        </p:nvSpPr>
        <p:spPr bwMode="auto">
          <a:xfrm>
            <a:off x="4670758" y="2258766"/>
            <a:ext cx="198820" cy="213948"/>
          </a:xfrm>
          <a:custGeom>
            <a:avLst/>
            <a:gdLst>
              <a:gd name="T0" fmla="*/ 139 w 139"/>
              <a:gd name="T1" fmla="*/ 74 h 148"/>
              <a:gd name="T2" fmla="*/ 135 w 139"/>
              <a:gd name="T3" fmla="*/ 83 h 148"/>
              <a:gd name="T4" fmla="*/ 74 w 139"/>
              <a:gd name="T5" fmla="*/ 144 h 148"/>
              <a:gd name="T6" fmla="*/ 65 w 139"/>
              <a:gd name="T7" fmla="*/ 148 h 148"/>
              <a:gd name="T8" fmla="*/ 57 w 139"/>
              <a:gd name="T9" fmla="*/ 144 h 148"/>
              <a:gd name="T10" fmla="*/ 50 w 139"/>
              <a:gd name="T11" fmla="*/ 137 h 148"/>
              <a:gd name="T12" fmla="*/ 46 w 139"/>
              <a:gd name="T13" fmla="*/ 128 h 148"/>
              <a:gd name="T14" fmla="*/ 50 w 139"/>
              <a:gd name="T15" fmla="*/ 120 h 148"/>
              <a:gd name="T16" fmla="*/ 77 w 139"/>
              <a:gd name="T17" fmla="*/ 92 h 148"/>
              <a:gd name="T18" fmla="*/ 11 w 139"/>
              <a:gd name="T19" fmla="*/ 92 h 148"/>
              <a:gd name="T20" fmla="*/ 3 w 139"/>
              <a:gd name="T21" fmla="*/ 89 h 148"/>
              <a:gd name="T22" fmla="*/ 0 w 139"/>
              <a:gd name="T23" fmla="*/ 80 h 148"/>
              <a:gd name="T24" fmla="*/ 0 w 139"/>
              <a:gd name="T25" fmla="*/ 68 h 148"/>
              <a:gd name="T26" fmla="*/ 3 w 139"/>
              <a:gd name="T27" fmla="*/ 59 h 148"/>
              <a:gd name="T28" fmla="*/ 11 w 139"/>
              <a:gd name="T29" fmla="*/ 56 h 148"/>
              <a:gd name="T30" fmla="*/ 77 w 139"/>
              <a:gd name="T31" fmla="*/ 56 h 148"/>
              <a:gd name="T32" fmla="*/ 50 w 139"/>
              <a:gd name="T33" fmla="*/ 28 h 148"/>
              <a:gd name="T34" fmla="*/ 46 w 139"/>
              <a:gd name="T35" fmla="*/ 20 h 148"/>
              <a:gd name="T36" fmla="*/ 50 w 139"/>
              <a:gd name="T37" fmla="*/ 11 h 148"/>
              <a:gd name="T38" fmla="*/ 57 w 139"/>
              <a:gd name="T39" fmla="*/ 4 h 148"/>
              <a:gd name="T40" fmla="*/ 65 w 139"/>
              <a:gd name="T41" fmla="*/ 0 h 148"/>
              <a:gd name="T42" fmla="*/ 74 w 139"/>
              <a:gd name="T43" fmla="*/ 4 h 148"/>
              <a:gd name="T44" fmla="*/ 135 w 139"/>
              <a:gd name="T45" fmla="*/ 65 h 148"/>
              <a:gd name="T46" fmla="*/ 139 w 139"/>
              <a:gd name="T47" fmla="*/ 74 h 1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139" h="148">
                <a:moveTo>
                  <a:pt x="139" y="74"/>
                </a:moveTo>
                <a:cubicBezTo>
                  <a:pt x="139" y="77"/>
                  <a:pt x="138" y="80"/>
                  <a:pt x="135" y="83"/>
                </a:cubicBezTo>
                <a:cubicBezTo>
                  <a:pt x="74" y="144"/>
                  <a:pt x="74" y="144"/>
                  <a:pt x="74" y="144"/>
                </a:cubicBezTo>
                <a:cubicBezTo>
                  <a:pt x="71" y="146"/>
                  <a:pt x="69" y="148"/>
                  <a:pt x="65" y="148"/>
                </a:cubicBezTo>
                <a:cubicBezTo>
                  <a:pt x="62" y="148"/>
                  <a:pt x="59" y="146"/>
                  <a:pt x="57" y="144"/>
                </a:cubicBezTo>
                <a:cubicBezTo>
                  <a:pt x="50" y="137"/>
                  <a:pt x="50" y="137"/>
                  <a:pt x="50" y="137"/>
                </a:cubicBezTo>
                <a:cubicBezTo>
                  <a:pt x="47" y="135"/>
                  <a:pt x="46" y="132"/>
                  <a:pt x="46" y="128"/>
                </a:cubicBezTo>
                <a:cubicBezTo>
                  <a:pt x="46" y="125"/>
                  <a:pt x="47" y="122"/>
                  <a:pt x="50" y="120"/>
                </a:cubicBezTo>
                <a:cubicBezTo>
                  <a:pt x="77" y="92"/>
                  <a:pt x="77" y="92"/>
                  <a:pt x="77" y="92"/>
                </a:cubicBezTo>
                <a:cubicBezTo>
                  <a:pt x="11" y="92"/>
                  <a:pt x="11" y="92"/>
                  <a:pt x="11" y="92"/>
                </a:cubicBezTo>
                <a:cubicBezTo>
                  <a:pt x="8" y="92"/>
                  <a:pt x="5" y="91"/>
                  <a:pt x="3" y="89"/>
                </a:cubicBezTo>
                <a:cubicBezTo>
                  <a:pt x="1" y="86"/>
                  <a:pt x="0" y="83"/>
                  <a:pt x="0" y="80"/>
                </a:cubicBezTo>
                <a:cubicBezTo>
                  <a:pt x="0" y="68"/>
                  <a:pt x="0" y="68"/>
                  <a:pt x="0" y="68"/>
                </a:cubicBezTo>
                <a:cubicBezTo>
                  <a:pt x="0" y="65"/>
                  <a:pt x="1" y="62"/>
                  <a:pt x="3" y="59"/>
                </a:cubicBezTo>
                <a:cubicBezTo>
                  <a:pt x="5" y="57"/>
                  <a:pt x="8" y="56"/>
                  <a:pt x="11" y="56"/>
                </a:cubicBezTo>
                <a:cubicBezTo>
                  <a:pt x="77" y="56"/>
                  <a:pt x="77" y="56"/>
                  <a:pt x="77" y="56"/>
                </a:cubicBezTo>
                <a:cubicBezTo>
                  <a:pt x="50" y="28"/>
                  <a:pt x="50" y="28"/>
                  <a:pt x="50" y="28"/>
                </a:cubicBezTo>
                <a:cubicBezTo>
                  <a:pt x="47" y="26"/>
                  <a:pt x="46" y="23"/>
                  <a:pt x="46" y="20"/>
                </a:cubicBezTo>
                <a:cubicBezTo>
                  <a:pt x="46" y="16"/>
                  <a:pt x="47" y="13"/>
                  <a:pt x="50" y="11"/>
                </a:cubicBezTo>
                <a:cubicBezTo>
                  <a:pt x="57" y="4"/>
                  <a:pt x="57" y="4"/>
                  <a:pt x="57" y="4"/>
                </a:cubicBezTo>
                <a:cubicBezTo>
                  <a:pt x="59" y="2"/>
                  <a:pt x="62" y="0"/>
                  <a:pt x="65" y="0"/>
                </a:cubicBezTo>
                <a:cubicBezTo>
                  <a:pt x="69" y="0"/>
                  <a:pt x="72" y="2"/>
                  <a:pt x="74" y="4"/>
                </a:cubicBezTo>
                <a:cubicBezTo>
                  <a:pt x="135" y="65"/>
                  <a:pt x="135" y="65"/>
                  <a:pt x="135" y="65"/>
                </a:cubicBezTo>
                <a:cubicBezTo>
                  <a:pt x="138" y="68"/>
                  <a:pt x="139" y="71"/>
                  <a:pt x="139" y="7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95" name="Freeform 97"/>
          <p:cNvSpPr>
            <a:spLocks/>
          </p:cNvSpPr>
          <p:nvPr/>
        </p:nvSpPr>
        <p:spPr bwMode="auto">
          <a:xfrm>
            <a:off x="4945217" y="2260927"/>
            <a:ext cx="211788" cy="200981"/>
          </a:xfrm>
          <a:custGeom>
            <a:avLst/>
            <a:gdLst>
              <a:gd name="T0" fmla="*/ 147 w 147"/>
              <a:gd name="T1" fmla="*/ 74 h 140"/>
              <a:gd name="T2" fmla="*/ 143 w 147"/>
              <a:gd name="T3" fmla="*/ 83 h 140"/>
              <a:gd name="T4" fmla="*/ 136 w 147"/>
              <a:gd name="T5" fmla="*/ 90 h 140"/>
              <a:gd name="T6" fmla="*/ 128 w 147"/>
              <a:gd name="T7" fmla="*/ 93 h 140"/>
              <a:gd name="T8" fmla="*/ 119 w 147"/>
              <a:gd name="T9" fmla="*/ 90 h 140"/>
              <a:gd name="T10" fmla="*/ 91 w 147"/>
              <a:gd name="T11" fmla="*/ 62 h 140"/>
              <a:gd name="T12" fmla="*/ 91 w 147"/>
              <a:gd name="T13" fmla="*/ 129 h 140"/>
              <a:gd name="T14" fmla="*/ 88 w 147"/>
              <a:gd name="T15" fmla="*/ 136 h 140"/>
              <a:gd name="T16" fmla="*/ 79 w 147"/>
              <a:gd name="T17" fmla="*/ 140 h 140"/>
              <a:gd name="T18" fmla="*/ 67 w 147"/>
              <a:gd name="T19" fmla="*/ 140 h 140"/>
              <a:gd name="T20" fmla="*/ 59 w 147"/>
              <a:gd name="T21" fmla="*/ 136 h 140"/>
              <a:gd name="T22" fmla="*/ 55 w 147"/>
              <a:gd name="T23" fmla="*/ 129 h 140"/>
              <a:gd name="T24" fmla="*/ 55 w 147"/>
              <a:gd name="T25" fmla="*/ 62 h 140"/>
              <a:gd name="T26" fmla="*/ 27 w 147"/>
              <a:gd name="T27" fmla="*/ 90 h 140"/>
              <a:gd name="T28" fmla="*/ 19 w 147"/>
              <a:gd name="T29" fmla="*/ 93 h 140"/>
              <a:gd name="T30" fmla="*/ 10 w 147"/>
              <a:gd name="T31" fmla="*/ 90 h 140"/>
              <a:gd name="T32" fmla="*/ 3 w 147"/>
              <a:gd name="T33" fmla="*/ 83 h 140"/>
              <a:gd name="T34" fmla="*/ 0 w 147"/>
              <a:gd name="T35" fmla="*/ 74 h 140"/>
              <a:gd name="T36" fmla="*/ 3 w 147"/>
              <a:gd name="T37" fmla="*/ 65 h 140"/>
              <a:gd name="T38" fmla="*/ 65 w 147"/>
              <a:gd name="T39" fmla="*/ 4 h 140"/>
              <a:gd name="T40" fmla="*/ 73 w 147"/>
              <a:gd name="T41" fmla="*/ 0 h 140"/>
              <a:gd name="T42" fmla="*/ 82 w 147"/>
              <a:gd name="T43" fmla="*/ 4 h 140"/>
              <a:gd name="T44" fmla="*/ 143 w 147"/>
              <a:gd name="T45" fmla="*/ 65 h 140"/>
              <a:gd name="T46" fmla="*/ 147 w 147"/>
              <a:gd name="T47" fmla="*/ 74 h 1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147" h="140">
                <a:moveTo>
                  <a:pt x="147" y="74"/>
                </a:moveTo>
                <a:cubicBezTo>
                  <a:pt x="147" y="77"/>
                  <a:pt x="146" y="80"/>
                  <a:pt x="143" y="83"/>
                </a:cubicBezTo>
                <a:cubicBezTo>
                  <a:pt x="136" y="90"/>
                  <a:pt x="136" y="90"/>
                  <a:pt x="136" y="90"/>
                </a:cubicBezTo>
                <a:cubicBezTo>
                  <a:pt x="134" y="92"/>
                  <a:pt x="131" y="93"/>
                  <a:pt x="128" y="93"/>
                </a:cubicBezTo>
                <a:cubicBezTo>
                  <a:pt x="124" y="93"/>
                  <a:pt x="121" y="92"/>
                  <a:pt x="119" y="90"/>
                </a:cubicBezTo>
                <a:cubicBezTo>
                  <a:pt x="91" y="62"/>
                  <a:pt x="91" y="62"/>
                  <a:pt x="91" y="62"/>
                </a:cubicBezTo>
                <a:cubicBezTo>
                  <a:pt x="91" y="129"/>
                  <a:pt x="91" y="129"/>
                  <a:pt x="91" y="129"/>
                </a:cubicBezTo>
                <a:cubicBezTo>
                  <a:pt x="91" y="132"/>
                  <a:pt x="90" y="134"/>
                  <a:pt x="88" y="136"/>
                </a:cubicBezTo>
                <a:cubicBezTo>
                  <a:pt x="85" y="139"/>
                  <a:pt x="83" y="140"/>
                  <a:pt x="79" y="140"/>
                </a:cubicBezTo>
                <a:cubicBezTo>
                  <a:pt x="67" y="140"/>
                  <a:pt x="67" y="140"/>
                  <a:pt x="67" y="140"/>
                </a:cubicBezTo>
                <a:cubicBezTo>
                  <a:pt x="64" y="140"/>
                  <a:pt x="61" y="139"/>
                  <a:pt x="59" y="136"/>
                </a:cubicBezTo>
                <a:cubicBezTo>
                  <a:pt x="56" y="134"/>
                  <a:pt x="55" y="132"/>
                  <a:pt x="55" y="129"/>
                </a:cubicBezTo>
                <a:cubicBezTo>
                  <a:pt x="55" y="62"/>
                  <a:pt x="55" y="62"/>
                  <a:pt x="55" y="62"/>
                </a:cubicBezTo>
                <a:cubicBezTo>
                  <a:pt x="27" y="90"/>
                  <a:pt x="27" y="90"/>
                  <a:pt x="27" y="90"/>
                </a:cubicBezTo>
                <a:cubicBezTo>
                  <a:pt x="25" y="92"/>
                  <a:pt x="22" y="93"/>
                  <a:pt x="19" y="93"/>
                </a:cubicBezTo>
                <a:cubicBezTo>
                  <a:pt x="15" y="93"/>
                  <a:pt x="13" y="92"/>
                  <a:pt x="10" y="90"/>
                </a:cubicBezTo>
                <a:cubicBezTo>
                  <a:pt x="3" y="83"/>
                  <a:pt x="3" y="83"/>
                  <a:pt x="3" y="83"/>
                </a:cubicBezTo>
                <a:cubicBezTo>
                  <a:pt x="1" y="80"/>
                  <a:pt x="0" y="77"/>
                  <a:pt x="0" y="74"/>
                </a:cubicBezTo>
                <a:cubicBezTo>
                  <a:pt x="0" y="71"/>
                  <a:pt x="1" y="68"/>
                  <a:pt x="3" y="65"/>
                </a:cubicBezTo>
                <a:cubicBezTo>
                  <a:pt x="65" y="4"/>
                  <a:pt x="65" y="4"/>
                  <a:pt x="65" y="4"/>
                </a:cubicBezTo>
                <a:cubicBezTo>
                  <a:pt x="67" y="2"/>
                  <a:pt x="70" y="0"/>
                  <a:pt x="73" y="0"/>
                </a:cubicBezTo>
                <a:cubicBezTo>
                  <a:pt x="77" y="0"/>
                  <a:pt x="80" y="2"/>
                  <a:pt x="82" y="4"/>
                </a:cubicBezTo>
                <a:cubicBezTo>
                  <a:pt x="143" y="65"/>
                  <a:pt x="143" y="65"/>
                  <a:pt x="143" y="65"/>
                </a:cubicBezTo>
                <a:cubicBezTo>
                  <a:pt x="146" y="68"/>
                  <a:pt x="147" y="71"/>
                  <a:pt x="147" y="7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96" name="Freeform 98"/>
          <p:cNvSpPr>
            <a:spLocks/>
          </p:cNvSpPr>
          <p:nvPr/>
        </p:nvSpPr>
        <p:spPr bwMode="auto">
          <a:xfrm>
            <a:off x="5228321" y="2252283"/>
            <a:ext cx="213948" cy="203143"/>
          </a:xfrm>
          <a:custGeom>
            <a:avLst/>
            <a:gdLst>
              <a:gd name="T0" fmla="*/ 148 w 148"/>
              <a:gd name="T1" fmla="*/ 67 h 141"/>
              <a:gd name="T2" fmla="*/ 144 w 148"/>
              <a:gd name="T3" fmla="*/ 75 h 141"/>
              <a:gd name="T4" fmla="*/ 83 w 148"/>
              <a:gd name="T5" fmla="*/ 137 h 141"/>
              <a:gd name="T6" fmla="*/ 74 w 148"/>
              <a:gd name="T7" fmla="*/ 141 h 141"/>
              <a:gd name="T8" fmla="*/ 66 w 148"/>
              <a:gd name="T9" fmla="*/ 137 h 141"/>
              <a:gd name="T10" fmla="*/ 4 w 148"/>
              <a:gd name="T11" fmla="*/ 75 h 141"/>
              <a:gd name="T12" fmla="*/ 0 w 148"/>
              <a:gd name="T13" fmla="*/ 67 h 141"/>
              <a:gd name="T14" fmla="*/ 4 w 148"/>
              <a:gd name="T15" fmla="*/ 58 h 141"/>
              <a:gd name="T16" fmla="*/ 11 w 148"/>
              <a:gd name="T17" fmla="*/ 51 h 141"/>
              <a:gd name="T18" fmla="*/ 20 w 148"/>
              <a:gd name="T19" fmla="*/ 48 h 141"/>
              <a:gd name="T20" fmla="*/ 28 w 148"/>
              <a:gd name="T21" fmla="*/ 51 h 141"/>
              <a:gd name="T22" fmla="*/ 56 w 148"/>
              <a:gd name="T23" fmla="*/ 79 h 141"/>
              <a:gd name="T24" fmla="*/ 56 w 148"/>
              <a:gd name="T25" fmla="*/ 12 h 141"/>
              <a:gd name="T26" fmla="*/ 60 w 148"/>
              <a:gd name="T27" fmla="*/ 4 h 141"/>
              <a:gd name="T28" fmla="*/ 68 w 148"/>
              <a:gd name="T29" fmla="*/ 0 h 141"/>
              <a:gd name="T30" fmla="*/ 80 w 148"/>
              <a:gd name="T31" fmla="*/ 0 h 141"/>
              <a:gd name="T32" fmla="*/ 89 w 148"/>
              <a:gd name="T33" fmla="*/ 4 h 141"/>
              <a:gd name="T34" fmla="*/ 92 w 148"/>
              <a:gd name="T35" fmla="*/ 12 h 141"/>
              <a:gd name="T36" fmla="*/ 92 w 148"/>
              <a:gd name="T37" fmla="*/ 79 h 141"/>
              <a:gd name="T38" fmla="*/ 120 w 148"/>
              <a:gd name="T39" fmla="*/ 51 h 141"/>
              <a:gd name="T40" fmla="*/ 129 w 148"/>
              <a:gd name="T41" fmla="*/ 48 h 141"/>
              <a:gd name="T42" fmla="*/ 137 w 148"/>
              <a:gd name="T43" fmla="*/ 51 h 141"/>
              <a:gd name="T44" fmla="*/ 144 w 148"/>
              <a:gd name="T45" fmla="*/ 58 h 141"/>
              <a:gd name="T46" fmla="*/ 148 w 148"/>
              <a:gd name="T47" fmla="*/ 67 h 1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148" h="141">
                <a:moveTo>
                  <a:pt x="148" y="67"/>
                </a:moveTo>
                <a:cubicBezTo>
                  <a:pt x="148" y="70"/>
                  <a:pt x="147" y="73"/>
                  <a:pt x="144" y="75"/>
                </a:cubicBezTo>
                <a:cubicBezTo>
                  <a:pt x="83" y="137"/>
                  <a:pt x="83" y="137"/>
                  <a:pt x="83" y="137"/>
                </a:cubicBezTo>
                <a:cubicBezTo>
                  <a:pt x="80" y="139"/>
                  <a:pt x="77" y="141"/>
                  <a:pt x="74" y="141"/>
                </a:cubicBezTo>
                <a:cubicBezTo>
                  <a:pt x="71" y="141"/>
                  <a:pt x="68" y="139"/>
                  <a:pt x="66" y="137"/>
                </a:cubicBezTo>
                <a:cubicBezTo>
                  <a:pt x="4" y="75"/>
                  <a:pt x="4" y="75"/>
                  <a:pt x="4" y="75"/>
                </a:cubicBezTo>
                <a:cubicBezTo>
                  <a:pt x="2" y="73"/>
                  <a:pt x="0" y="70"/>
                  <a:pt x="0" y="67"/>
                </a:cubicBezTo>
                <a:cubicBezTo>
                  <a:pt x="0" y="64"/>
                  <a:pt x="2" y="61"/>
                  <a:pt x="4" y="58"/>
                </a:cubicBezTo>
                <a:cubicBezTo>
                  <a:pt x="11" y="51"/>
                  <a:pt x="11" y="51"/>
                  <a:pt x="11" y="51"/>
                </a:cubicBezTo>
                <a:cubicBezTo>
                  <a:pt x="14" y="49"/>
                  <a:pt x="16" y="48"/>
                  <a:pt x="20" y="48"/>
                </a:cubicBezTo>
                <a:cubicBezTo>
                  <a:pt x="23" y="48"/>
                  <a:pt x="26" y="49"/>
                  <a:pt x="28" y="51"/>
                </a:cubicBezTo>
                <a:cubicBezTo>
                  <a:pt x="56" y="79"/>
                  <a:pt x="56" y="79"/>
                  <a:pt x="56" y="79"/>
                </a:cubicBezTo>
                <a:cubicBezTo>
                  <a:pt x="56" y="12"/>
                  <a:pt x="56" y="12"/>
                  <a:pt x="56" y="12"/>
                </a:cubicBezTo>
                <a:cubicBezTo>
                  <a:pt x="56" y="9"/>
                  <a:pt x="57" y="6"/>
                  <a:pt x="60" y="4"/>
                </a:cubicBezTo>
                <a:cubicBezTo>
                  <a:pt x="62" y="2"/>
                  <a:pt x="65" y="0"/>
                  <a:pt x="68" y="0"/>
                </a:cubicBezTo>
                <a:cubicBezTo>
                  <a:pt x="80" y="0"/>
                  <a:pt x="80" y="0"/>
                  <a:pt x="80" y="0"/>
                </a:cubicBezTo>
                <a:cubicBezTo>
                  <a:pt x="83" y="0"/>
                  <a:pt x="86" y="2"/>
                  <a:pt x="89" y="4"/>
                </a:cubicBezTo>
                <a:cubicBezTo>
                  <a:pt x="91" y="6"/>
                  <a:pt x="92" y="9"/>
                  <a:pt x="92" y="12"/>
                </a:cubicBezTo>
                <a:cubicBezTo>
                  <a:pt x="92" y="79"/>
                  <a:pt x="92" y="79"/>
                  <a:pt x="92" y="79"/>
                </a:cubicBezTo>
                <a:cubicBezTo>
                  <a:pt x="120" y="51"/>
                  <a:pt x="120" y="51"/>
                  <a:pt x="120" y="51"/>
                </a:cubicBezTo>
                <a:cubicBezTo>
                  <a:pt x="122" y="49"/>
                  <a:pt x="125" y="48"/>
                  <a:pt x="129" y="48"/>
                </a:cubicBezTo>
                <a:cubicBezTo>
                  <a:pt x="132" y="48"/>
                  <a:pt x="135" y="49"/>
                  <a:pt x="137" y="51"/>
                </a:cubicBezTo>
                <a:cubicBezTo>
                  <a:pt x="144" y="58"/>
                  <a:pt x="144" y="58"/>
                  <a:pt x="144" y="58"/>
                </a:cubicBezTo>
                <a:cubicBezTo>
                  <a:pt x="147" y="61"/>
                  <a:pt x="148" y="64"/>
                  <a:pt x="148" y="6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97" name="Freeform 99"/>
          <p:cNvSpPr>
            <a:spLocks/>
          </p:cNvSpPr>
          <p:nvPr/>
        </p:nvSpPr>
        <p:spPr bwMode="auto">
          <a:xfrm>
            <a:off x="5507103" y="2243639"/>
            <a:ext cx="244204" cy="218271"/>
          </a:xfrm>
          <a:custGeom>
            <a:avLst/>
            <a:gdLst>
              <a:gd name="T0" fmla="*/ 170 w 170"/>
              <a:gd name="T1" fmla="*/ 55 h 152"/>
              <a:gd name="T2" fmla="*/ 168 w 170"/>
              <a:gd name="T3" fmla="*/ 59 h 152"/>
              <a:gd name="T4" fmla="*/ 120 w 170"/>
              <a:gd name="T5" fmla="*/ 107 h 152"/>
              <a:gd name="T6" fmla="*/ 115 w 170"/>
              <a:gd name="T7" fmla="*/ 109 h 152"/>
              <a:gd name="T8" fmla="*/ 111 w 170"/>
              <a:gd name="T9" fmla="*/ 107 h 152"/>
              <a:gd name="T10" fmla="*/ 109 w 170"/>
              <a:gd name="T11" fmla="*/ 103 h 152"/>
              <a:gd name="T12" fmla="*/ 109 w 170"/>
              <a:gd name="T13" fmla="*/ 79 h 152"/>
              <a:gd name="T14" fmla="*/ 88 w 170"/>
              <a:gd name="T15" fmla="*/ 79 h 152"/>
              <a:gd name="T16" fmla="*/ 71 w 170"/>
              <a:gd name="T17" fmla="*/ 80 h 152"/>
              <a:gd name="T18" fmla="*/ 57 w 170"/>
              <a:gd name="T19" fmla="*/ 82 h 152"/>
              <a:gd name="T20" fmla="*/ 44 w 170"/>
              <a:gd name="T21" fmla="*/ 86 h 152"/>
              <a:gd name="T22" fmla="*/ 34 w 170"/>
              <a:gd name="T23" fmla="*/ 92 h 152"/>
              <a:gd name="T24" fmla="*/ 27 w 170"/>
              <a:gd name="T25" fmla="*/ 102 h 152"/>
              <a:gd name="T26" fmla="*/ 22 w 170"/>
              <a:gd name="T27" fmla="*/ 115 h 152"/>
              <a:gd name="T28" fmla="*/ 21 w 170"/>
              <a:gd name="T29" fmla="*/ 132 h 152"/>
              <a:gd name="T30" fmla="*/ 21 w 170"/>
              <a:gd name="T31" fmla="*/ 144 h 152"/>
              <a:gd name="T32" fmla="*/ 21 w 170"/>
              <a:gd name="T33" fmla="*/ 146 h 152"/>
              <a:gd name="T34" fmla="*/ 21 w 170"/>
              <a:gd name="T35" fmla="*/ 148 h 152"/>
              <a:gd name="T36" fmla="*/ 21 w 170"/>
              <a:gd name="T37" fmla="*/ 151 h 152"/>
              <a:gd name="T38" fmla="*/ 18 w 170"/>
              <a:gd name="T39" fmla="*/ 152 h 152"/>
              <a:gd name="T40" fmla="*/ 16 w 170"/>
              <a:gd name="T41" fmla="*/ 150 h 152"/>
              <a:gd name="T42" fmla="*/ 15 w 170"/>
              <a:gd name="T43" fmla="*/ 148 h 152"/>
              <a:gd name="T44" fmla="*/ 13 w 170"/>
              <a:gd name="T45" fmla="*/ 145 h 152"/>
              <a:gd name="T46" fmla="*/ 12 w 170"/>
              <a:gd name="T47" fmla="*/ 143 h 152"/>
              <a:gd name="T48" fmla="*/ 0 w 170"/>
              <a:gd name="T49" fmla="*/ 100 h 152"/>
              <a:gd name="T50" fmla="*/ 5 w 170"/>
              <a:gd name="T51" fmla="*/ 69 h 152"/>
              <a:gd name="T52" fmla="*/ 88 w 170"/>
              <a:gd name="T53" fmla="*/ 31 h 152"/>
              <a:gd name="T54" fmla="*/ 109 w 170"/>
              <a:gd name="T55" fmla="*/ 31 h 152"/>
              <a:gd name="T56" fmla="*/ 109 w 170"/>
              <a:gd name="T57" fmla="*/ 6 h 152"/>
              <a:gd name="T58" fmla="*/ 111 w 170"/>
              <a:gd name="T59" fmla="*/ 2 h 152"/>
              <a:gd name="T60" fmla="*/ 115 w 170"/>
              <a:gd name="T61" fmla="*/ 0 h 152"/>
              <a:gd name="T62" fmla="*/ 120 w 170"/>
              <a:gd name="T63" fmla="*/ 2 h 152"/>
              <a:gd name="T64" fmla="*/ 168 w 170"/>
              <a:gd name="T65" fmla="*/ 50 h 152"/>
              <a:gd name="T66" fmla="*/ 170 w 170"/>
              <a:gd name="T67" fmla="*/ 55 h 1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70" h="152">
                <a:moveTo>
                  <a:pt x="170" y="55"/>
                </a:moveTo>
                <a:cubicBezTo>
                  <a:pt x="170" y="56"/>
                  <a:pt x="169" y="58"/>
                  <a:pt x="168" y="59"/>
                </a:cubicBezTo>
                <a:cubicBezTo>
                  <a:pt x="120" y="107"/>
                  <a:pt x="120" y="107"/>
                  <a:pt x="120" y="107"/>
                </a:cubicBezTo>
                <a:cubicBezTo>
                  <a:pt x="118" y="109"/>
                  <a:pt x="117" y="109"/>
                  <a:pt x="115" y="109"/>
                </a:cubicBezTo>
                <a:cubicBezTo>
                  <a:pt x="114" y="109"/>
                  <a:pt x="112" y="109"/>
                  <a:pt x="111" y="107"/>
                </a:cubicBezTo>
                <a:cubicBezTo>
                  <a:pt x="110" y="106"/>
                  <a:pt x="109" y="105"/>
                  <a:pt x="109" y="103"/>
                </a:cubicBezTo>
                <a:cubicBezTo>
                  <a:pt x="109" y="79"/>
                  <a:pt x="109" y="79"/>
                  <a:pt x="109" y="79"/>
                </a:cubicBezTo>
                <a:cubicBezTo>
                  <a:pt x="88" y="79"/>
                  <a:pt x="88" y="79"/>
                  <a:pt x="88" y="79"/>
                </a:cubicBezTo>
                <a:cubicBezTo>
                  <a:pt x="82" y="79"/>
                  <a:pt x="76" y="79"/>
                  <a:pt x="71" y="80"/>
                </a:cubicBezTo>
                <a:cubicBezTo>
                  <a:pt x="67" y="80"/>
                  <a:pt x="62" y="81"/>
                  <a:pt x="57" y="82"/>
                </a:cubicBezTo>
                <a:cubicBezTo>
                  <a:pt x="52" y="83"/>
                  <a:pt x="48" y="84"/>
                  <a:pt x="44" y="86"/>
                </a:cubicBezTo>
                <a:cubicBezTo>
                  <a:pt x="41" y="87"/>
                  <a:pt x="37" y="89"/>
                  <a:pt x="34" y="92"/>
                </a:cubicBezTo>
                <a:cubicBezTo>
                  <a:pt x="31" y="95"/>
                  <a:pt x="29" y="98"/>
                  <a:pt x="27" y="102"/>
                </a:cubicBezTo>
                <a:cubicBezTo>
                  <a:pt x="25" y="105"/>
                  <a:pt x="23" y="110"/>
                  <a:pt x="22" y="115"/>
                </a:cubicBezTo>
                <a:cubicBezTo>
                  <a:pt x="21" y="120"/>
                  <a:pt x="21" y="126"/>
                  <a:pt x="21" y="132"/>
                </a:cubicBezTo>
                <a:cubicBezTo>
                  <a:pt x="21" y="135"/>
                  <a:pt x="21" y="139"/>
                  <a:pt x="21" y="144"/>
                </a:cubicBezTo>
                <a:cubicBezTo>
                  <a:pt x="21" y="144"/>
                  <a:pt x="21" y="145"/>
                  <a:pt x="21" y="146"/>
                </a:cubicBezTo>
                <a:cubicBezTo>
                  <a:pt x="21" y="147"/>
                  <a:pt x="21" y="148"/>
                  <a:pt x="21" y="148"/>
                </a:cubicBezTo>
                <a:cubicBezTo>
                  <a:pt x="21" y="149"/>
                  <a:pt x="21" y="150"/>
                  <a:pt x="21" y="151"/>
                </a:cubicBezTo>
                <a:cubicBezTo>
                  <a:pt x="20" y="151"/>
                  <a:pt x="19" y="152"/>
                  <a:pt x="18" y="152"/>
                </a:cubicBezTo>
                <a:cubicBezTo>
                  <a:pt x="17" y="152"/>
                  <a:pt x="17" y="151"/>
                  <a:pt x="16" y="150"/>
                </a:cubicBezTo>
                <a:cubicBezTo>
                  <a:pt x="15" y="149"/>
                  <a:pt x="15" y="149"/>
                  <a:pt x="15" y="148"/>
                </a:cubicBezTo>
                <a:cubicBezTo>
                  <a:pt x="14" y="147"/>
                  <a:pt x="14" y="146"/>
                  <a:pt x="13" y="145"/>
                </a:cubicBezTo>
                <a:cubicBezTo>
                  <a:pt x="13" y="144"/>
                  <a:pt x="13" y="143"/>
                  <a:pt x="12" y="143"/>
                </a:cubicBezTo>
                <a:cubicBezTo>
                  <a:pt x="4" y="125"/>
                  <a:pt x="0" y="111"/>
                  <a:pt x="0" y="100"/>
                </a:cubicBezTo>
                <a:cubicBezTo>
                  <a:pt x="0" y="88"/>
                  <a:pt x="2" y="77"/>
                  <a:pt x="5" y="69"/>
                </a:cubicBezTo>
                <a:cubicBezTo>
                  <a:pt x="16" y="43"/>
                  <a:pt x="43" y="31"/>
                  <a:pt x="88" y="31"/>
                </a:cubicBezTo>
                <a:cubicBezTo>
                  <a:pt x="109" y="31"/>
                  <a:pt x="109" y="31"/>
                  <a:pt x="109" y="31"/>
                </a:cubicBezTo>
                <a:cubicBezTo>
                  <a:pt x="109" y="6"/>
                  <a:pt x="109" y="6"/>
                  <a:pt x="109" y="6"/>
                </a:cubicBezTo>
                <a:cubicBezTo>
                  <a:pt x="109" y="5"/>
                  <a:pt x="110" y="3"/>
                  <a:pt x="111" y="2"/>
                </a:cubicBezTo>
                <a:cubicBezTo>
                  <a:pt x="112" y="1"/>
                  <a:pt x="114" y="0"/>
                  <a:pt x="115" y="0"/>
                </a:cubicBezTo>
                <a:cubicBezTo>
                  <a:pt x="117" y="0"/>
                  <a:pt x="118" y="1"/>
                  <a:pt x="120" y="2"/>
                </a:cubicBezTo>
                <a:cubicBezTo>
                  <a:pt x="168" y="50"/>
                  <a:pt x="168" y="50"/>
                  <a:pt x="168" y="50"/>
                </a:cubicBezTo>
                <a:cubicBezTo>
                  <a:pt x="169" y="52"/>
                  <a:pt x="170" y="53"/>
                  <a:pt x="170" y="5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98" name="Freeform 100"/>
          <p:cNvSpPr>
            <a:spLocks noEditPoints="1"/>
          </p:cNvSpPr>
          <p:nvPr/>
        </p:nvSpPr>
        <p:spPr bwMode="auto">
          <a:xfrm>
            <a:off x="5809656" y="2252283"/>
            <a:ext cx="209627" cy="209627"/>
          </a:xfrm>
          <a:custGeom>
            <a:avLst/>
            <a:gdLst>
              <a:gd name="T0" fmla="*/ 72 w 146"/>
              <a:gd name="T1" fmla="*/ 88 h 146"/>
              <a:gd name="T2" fmla="*/ 71 w 146"/>
              <a:gd name="T3" fmla="*/ 90 h 146"/>
              <a:gd name="T4" fmla="*/ 39 w 146"/>
              <a:gd name="T5" fmla="*/ 122 h 146"/>
              <a:gd name="T6" fmla="*/ 53 w 146"/>
              <a:gd name="T7" fmla="*/ 135 h 146"/>
              <a:gd name="T8" fmla="*/ 55 w 146"/>
              <a:gd name="T9" fmla="*/ 140 h 146"/>
              <a:gd name="T10" fmla="*/ 53 w 146"/>
              <a:gd name="T11" fmla="*/ 144 h 146"/>
              <a:gd name="T12" fmla="*/ 49 w 146"/>
              <a:gd name="T13" fmla="*/ 146 h 146"/>
              <a:gd name="T14" fmla="*/ 6 w 146"/>
              <a:gd name="T15" fmla="*/ 146 h 146"/>
              <a:gd name="T16" fmla="*/ 2 w 146"/>
              <a:gd name="T17" fmla="*/ 144 h 146"/>
              <a:gd name="T18" fmla="*/ 0 w 146"/>
              <a:gd name="T19" fmla="*/ 140 h 146"/>
              <a:gd name="T20" fmla="*/ 0 w 146"/>
              <a:gd name="T21" fmla="*/ 97 h 146"/>
              <a:gd name="T22" fmla="*/ 2 w 146"/>
              <a:gd name="T23" fmla="*/ 93 h 146"/>
              <a:gd name="T24" fmla="*/ 6 w 146"/>
              <a:gd name="T25" fmla="*/ 91 h 146"/>
              <a:gd name="T26" fmla="*/ 11 w 146"/>
              <a:gd name="T27" fmla="*/ 93 h 146"/>
              <a:gd name="T28" fmla="*/ 24 w 146"/>
              <a:gd name="T29" fmla="*/ 107 h 146"/>
              <a:gd name="T30" fmla="*/ 56 w 146"/>
              <a:gd name="T31" fmla="*/ 75 h 146"/>
              <a:gd name="T32" fmla="*/ 58 w 146"/>
              <a:gd name="T33" fmla="*/ 74 h 146"/>
              <a:gd name="T34" fmla="*/ 60 w 146"/>
              <a:gd name="T35" fmla="*/ 75 h 146"/>
              <a:gd name="T36" fmla="*/ 71 w 146"/>
              <a:gd name="T37" fmla="*/ 86 h 146"/>
              <a:gd name="T38" fmla="*/ 72 w 146"/>
              <a:gd name="T39" fmla="*/ 88 h 146"/>
              <a:gd name="T40" fmla="*/ 146 w 146"/>
              <a:gd name="T41" fmla="*/ 6 h 146"/>
              <a:gd name="T42" fmla="*/ 146 w 146"/>
              <a:gd name="T43" fmla="*/ 49 h 146"/>
              <a:gd name="T44" fmla="*/ 144 w 146"/>
              <a:gd name="T45" fmla="*/ 53 h 146"/>
              <a:gd name="T46" fmla="*/ 139 w 146"/>
              <a:gd name="T47" fmla="*/ 55 h 146"/>
              <a:gd name="T48" fmla="*/ 135 w 146"/>
              <a:gd name="T49" fmla="*/ 53 h 146"/>
              <a:gd name="T50" fmla="*/ 122 w 146"/>
              <a:gd name="T51" fmla="*/ 39 h 146"/>
              <a:gd name="T52" fmla="*/ 90 w 146"/>
              <a:gd name="T53" fmla="*/ 71 h 146"/>
              <a:gd name="T54" fmla="*/ 88 w 146"/>
              <a:gd name="T55" fmla="*/ 72 h 146"/>
              <a:gd name="T56" fmla="*/ 86 w 146"/>
              <a:gd name="T57" fmla="*/ 71 h 146"/>
              <a:gd name="T58" fmla="*/ 75 w 146"/>
              <a:gd name="T59" fmla="*/ 60 h 146"/>
              <a:gd name="T60" fmla="*/ 74 w 146"/>
              <a:gd name="T61" fmla="*/ 58 h 146"/>
              <a:gd name="T62" fmla="*/ 75 w 146"/>
              <a:gd name="T63" fmla="*/ 56 h 146"/>
              <a:gd name="T64" fmla="*/ 106 w 146"/>
              <a:gd name="T65" fmla="*/ 24 h 146"/>
              <a:gd name="T66" fmla="*/ 93 w 146"/>
              <a:gd name="T67" fmla="*/ 11 h 146"/>
              <a:gd name="T68" fmla="*/ 91 w 146"/>
              <a:gd name="T69" fmla="*/ 6 h 146"/>
              <a:gd name="T70" fmla="*/ 93 w 146"/>
              <a:gd name="T71" fmla="*/ 2 h 146"/>
              <a:gd name="T72" fmla="*/ 97 w 146"/>
              <a:gd name="T73" fmla="*/ 0 h 146"/>
              <a:gd name="T74" fmla="*/ 139 w 146"/>
              <a:gd name="T75" fmla="*/ 0 h 146"/>
              <a:gd name="T76" fmla="*/ 144 w 146"/>
              <a:gd name="T77" fmla="*/ 2 h 146"/>
              <a:gd name="T78" fmla="*/ 146 w 146"/>
              <a:gd name="T79" fmla="*/ 6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46" h="146">
                <a:moveTo>
                  <a:pt x="72" y="88"/>
                </a:moveTo>
                <a:cubicBezTo>
                  <a:pt x="72" y="89"/>
                  <a:pt x="71" y="90"/>
                  <a:pt x="71" y="90"/>
                </a:cubicBezTo>
                <a:cubicBezTo>
                  <a:pt x="39" y="122"/>
                  <a:pt x="39" y="122"/>
                  <a:pt x="39" y="122"/>
                </a:cubicBezTo>
                <a:cubicBezTo>
                  <a:pt x="53" y="135"/>
                  <a:pt x="53" y="135"/>
                  <a:pt x="53" y="135"/>
                </a:cubicBezTo>
                <a:cubicBezTo>
                  <a:pt x="54" y="136"/>
                  <a:pt x="55" y="138"/>
                  <a:pt x="55" y="140"/>
                </a:cubicBezTo>
                <a:cubicBezTo>
                  <a:pt x="55" y="141"/>
                  <a:pt x="54" y="143"/>
                  <a:pt x="53" y="144"/>
                </a:cubicBezTo>
                <a:cubicBezTo>
                  <a:pt x="52" y="145"/>
                  <a:pt x="50" y="146"/>
                  <a:pt x="49" y="146"/>
                </a:cubicBezTo>
                <a:cubicBezTo>
                  <a:pt x="6" y="146"/>
                  <a:pt x="6" y="146"/>
                  <a:pt x="6" y="146"/>
                </a:cubicBezTo>
                <a:cubicBezTo>
                  <a:pt x="5" y="146"/>
                  <a:pt x="3" y="145"/>
                  <a:pt x="2" y="144"/>
                </a:cubicBezTo>
                <a:cubicBezTo>
                  <a:pt x="1" y="143"/>
                  <a:pt x="0" y="141"/>
                  <a:pt x="0" y="140"/>
                </a:cubicBezTo>
                <a:cubicBezTo>
                  <a:pt x="0" y="97"/>
                  <a:pt x="0" y="97"/>
                  <a:pt x="0" y="97"/>
                </a:cubicBezTo>
                <a:cubicBezTo>
                  <a:pt x="0" y="96"/>
                  <a:pt x="1" y="94"/>
                  <a:pt x="2" y="93"/>
                </a:cubicBezTo>
                <a:cubicBezTo>
                  <a:pt x="3" y="92"/>
                  <a:pt x="5" y="91"/>
                  <a:pt x="6" y="91"/>
                </a:cubicBezTo>
                <a:cubicBezTo>
                  <a:pt x="8" y="91"/>
                  <a:pt x="9" y="92"/>
                  <a:pt x="11" y="93"/>
                </a:cubicBezTo>
                <a:cubicBezTo>
                  <a:pt x="24" y="107"/>
                  <a:pt x="24" y="107"/>
                  <a:pt x="24" y="107"/>
                </a:cubicBezTo>
                <a:cubicBezTo>
                  <a:pt x="56" y="75"/>
                  <a:pt x="56" y="75"/>
                  <a:pt x="56" y="75"/>
                </a:cubicBezTo>
                <a:cubicBezTo>
                  <a:pt x="56" y="74"/>
                  <a:pt x="57" y="74"/>
                  <a:pt x="58" y="74"/>
                </a:cubicBezTo>
                <a:cubicBezTo>
                  <a:pt x="59" y="74"/>
                  <a:pt x="59" y="74"/>
                  <a:pt x="60" y="75"/>
                </a:cubicBezTo>
                <a:cubicBezTo>
                  <a:pt x="71" y="86"/>
                  <a:pt x="71" y="86"/>
                  <a:pt x="71" y="86"/>
                </a:cubicBezTo>
                <a:cubicBezTo>
                  <a:pt x="71" y="87"/>
                  <a:pt x="72" y="87"/>
                  <a:pt x="72" y="88"/>
                </a:cubicBezTo>
                <a:close/>
                <a:moveTo>
                  <a:pt x="146" y="6"/>
                </a:moveTo>
                <a:cubicBezTo>
                  <a:pt x="146" y="49"/>
                  <a:pt x="146" y="49"/>
                  <a:pt x="146" y="49"/>
                </a:cubicBezTo>
                <a:cubicBezTo>
                  <a:pt x="146" y="50"/>
                  <a:pt x="145" y="52"/>
                  <a:pt x="144" y="53"/>
                </a:cubicBezTo>
                <a:cubicBezTo>
                  <a:pt x="143" y="54"/>
                  <a:pt x="141" y="55"/>
                  <a:pt x="139" y="55"/>
                </a:cubicBezTo>
                <a:cubicBezTo>
                  <a:pt x="138" y="55"/>
                  <a:pt x="136" y="54"/>
                  <a:pt x="135" y="53"/>
                </a:cubicBezTo>
                <a:cubicBezTo>
                  <a:pt x="122" y="39"/>
                  <a:pt x="122" y="39"/>
                  <a:pt x="122" y="39"/>
                </a:cubicBezTo>
                <a:cubicBezTo>
                  <a:pt x="90" y="71"/>
                  <a:pt x="90" y="71"/>
                  <a:pt x="90" y="71"/>
                </a:cubicBezTo>
                <a:cubicBezTo>
                  <a:pt x="90" y="71"/>
                  <a:pt x="89" y="72"/>
                  <a:pt x="88" y="72"/>
                </a:cubicBezTo>
                <a:cubicBezTo>
                  <a:pt x="87" y="72"/>
                  <a:pt x="86" y="71"/>
                  <a:pt x="86" y="71"/>
                </a:cubicBezTo>
                <a:cubicBezTo>
                  <a:pt x="75" y="60"/>
                  <a:pt x="75" y="60"/>
                  <a:pt x="75" y="60"/>
                </a:cubicBezTo>
                <a:cubicBezTo>
                  <a:pt x="74" y="59"/>
                  <a:pt x="74" y="59"/>
                  <a:pt x="74" y="58"/>
                </a:cubicBezTo>
                <a:cubicBezTo>
                  <a:pt x="74" y="57"/>
                  <a:pt x="74" y="56"/>
                  <a:pt x="75" y="56"/>
                </a:cubicBezTo>
                <a:cubicBezTo>
                  <a:pt x="106" y="24"/>
                  <a:pt x="106" y="24"/>
                  <a:pt x="106" y="24"/>
                </a:cubicBezTo>
                <a:cubicBezTo>
                  <a:pt x="93" y="11"/>
                  <a:pt x="93" y="11"/>
                  <a:pt x="93" y="11"/>
                </a:cubicBezTo>
                <a:cubicBezTo>
                  <a:pt x="92" y="9"/>
                  <a:pt x="91" y="8"/>
                  <a:pt x="91" y="6"/>
                </a:cubicBezTo>
                <a:cubicBezTo>
                  <a:pt x="91" y="5"/>
                  <a:pt x="92" y="3"/>
                  <a:pt x="93" y="2"/>
                </a:cubicBezTo>
                <a:cubicBezTo>
                  <a:pt x="94" y="1"/>
                  <a:pt x="95" y="0"/>
                  <a:pt x="97" y="0"/>
                </a:cubicBezTo>
                <a:cubicBezTo>
                  <a:pt x="139" y="0"/>
                  <a:pt x="139" y="0"/>
                  <a:pt x="139" y="0"/>
                </a:cubicBezTo>
                <a:cubicBezTo>
                  <a:pt x="141" y="0"/>
                  <a:pt x="143" y="1"/>
                  <a:pt x="144" y="2"/>
                </a:cubicBezTo>
                <a:cubicBezTo>
                  <a:pt x="145" y="3"/>
                  <a:pt x="146" y="5"/>
                  <a:pt x="146" y="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99" name="Freeform 101"/>
          <p:cNvSpPr>
            <a:spLocks noEditPoints="1"/>
          </p:cNvSpPr>
          <p:nvPr/>
        </p:nvSpPr>
        <p:spPr bwMode="auto">
          <a:xfrm>
            <a:off x="6079792" y="2254443"/>
            <a:ext cx="205304" cy="205304"/>
          </a:xfrm>
          <a:custGeom>
            <a:avLst/>
            <a:gdLst>
              <a:gd name="T0" fmla="*/ 72 w 143"/>
              <a:gd name="T1" fmla="*/ 77 h 142"/>
              <a:gd name="T2" fmla="*/ 72 w 143"/>
              <a:gd name="T3" fmla="*/ 119 h 142"/>
              <a:gd name="T4" fmla="*/ 70 w 143"/>
              <a:gd name="T5" fmla="*/ 124 h 142"/>
              <a:gd name="T6" fmla="*/ 66 w 143"/>
              <a:gd name="T7" fmla="*/ 125 h 142"/>
              <a:gd name="T8" fmla="*/ 61 w 143"/>
              <a:gd name="T9" fmla="*/ 124 h 142"/>
              <a:gd name="T10" fmla="*/ 48 w 143"/>
              <a:gd name="T11" fmla="*/ 110 h 142"/>
              <a:gd name="T12" fmla="*/ 16 w 143"/>
              <a:gd name="T13" fmla="*/ 141 h 142"/>
              <a:gd name="T14" fmla="*/ 14 w 143"/>
              <a:gd name="T15" fmla="*/ 142 h 142"/>
              <a:gd name="T16" fmla="*/ 12 w 143"/>
              <a:gd name="T17" fmla="*/ 141 h 142"/>
              <a:gd name="T18" fmla="*/ 1 w 143"/>
              <a:gd name="T19" fmla="*/ 131 h 142"/>
              <a:gd name="T20" fmla="*/ 0 w 143"/>
              <a:gd name="T21" fmla="*/ 128 h 142"/>
              <a:gd name="T22" fmla="*/ 1 w 143"/>
              <a:gd name="T23" fmla="*/ 126 h 142"/>
              <a:gd name="T24" fmla="*/ 33 w 143"/>
              <a:gd name="T25" fmla="*/ 95 h 142"/>
              <a:gd name="T26" fmla="*/ 19 w 143"/>
              <a:gd name="T27" fmla="*/ 81 h 142"/>
              <a:gd name="T28" fmla="*/ 17 w 143"/>
              <a:gd name="T29" fmla="*/ 77 h 142"/>
              <a:gd name="T30" fmla="*/ 19 w 143"/>
              <a:gd name="T31" fmla="*/ 73 h 142"/>
              <a:gd name="T32" fmla="*/ 23 w 143"/>
              <a:gd name="T33" fmla="*/ 71 h 142"/>
              <a:gd name="T34" fmla="*/ 66 w 143"/>
              <a:gd name="T35" fmla="*/ 71 h 142"/>
              <a:gd name="T36" fmla="*/ 70 w 143"/>
              <a:gd name="T37" fmla="*/ 73 h 142"/>
              <a:gd name="T38" fmla="*/ 72 w 143"/>
              <a:gd name="T39" fmla="*/ 77 h 142"/>
              <a:gd name="T40" fmla="*/ 143 w 143"/>
              <a:gd name="T41" fmla="*/ 13 h 142"/>
              <a:gd name="T42" fmla="*/ 142 w 143"/>
              <a:gd name="T43" fmla="*/ 16 h 142"/>
              <a:gd name="T44" fmla="*/ 111 w 143"/>
              <a:gd name="T45" fmla="*/ 47 h 142"/>
              <a:gd name="T46" fmla="*/ 124 w 143"/>
              <a:gd name="T47" fmla="*/ 61 h 142"/>
              <a:gd name="T48" fmla="*/ 126 w 143"/>
              <a:gd name="T49" fmla="*/ 65 h 142"/>
              <a:gd name="T50" fmla="*/ 124 w 143"/>
              <a:gd name="T51" fmla="*/ 69 h 142"/>
              <a:gd name="T52" fmla="*/ 120 w 143"/>
              <a:gd name="T53" fmla="*/ 71 h 142"/>
              <a:gd name="T54" fmla="*/ 78 w 143"/>
              <a:gd name="T55" fmla="*/ 71 h 142"/>
              <a:gd name="T56" fmla="*/ 73 w 143"/>
              <a:gd name="T57" fmla="*/ 69 h 142"/>
              <a:gd name="T58" fmla="*/ 72 w 143"/>
              <a:gd name="T59" fmla="*/ 65 h 142"/>
              <a:gd name="T60" fmla="*/ 72 w 143"/>
              <a:gd name="T61" fmla="*/ 23 h 142"/>
              <a:gd name="T62" fmla="*/ 73 w 143"/>
              <a:gd name="T63" fmla="*/ 18 h 142"/>
              <a:gd name="T64" fmla="*/ 78 w 143"/>
              <a:gd name="T65" fmla="*/ 16 h 142"/>
              <a:gd name="T66" fmla="*/ 82 w 143"/>
              <a:gd name="T67" fmla="*/ 18 h 142"/>
              <a:gd name="T68" fmla="*/ 96 w 143"/>
              <a:gd name="T69" fmla="*/ 32 h 142"/>
              <a:gd name="T70" fmla="*/ 127 w 143"/>
              <a:gd name="T71" fmla="*/ 1 h 142"/>
              <a:gd name="T72" fmla="*/ 129 w 143"/>
              <a:gd name="T73" fmla="*/ 0 h 142"/>
              <a:gd name="T74" fmla="*/ 131 w 143"/>
              <a:gd name="T75" fmla="*/ 1 h 142"/>
              <a:gd name="T76" fmla="*/ 142 w 143"/>
              <a:gd name="T77" fmla="*/ 11 h 142"/>
              <a:gd name="T78" fmla="*/ 143 w 143"/>
              <a:gd name="T79" fmla="*/ 13 h 1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43" h="142">
                <a:moveTo>
                  <a:pt x="72" y="77"/>
                </a:moveTo>
                <a:cubicBezTo>
                  <a:pt x="72" y="119"/>
                  <a:pt x="72" y="119"/>
                  <a:pt x="72" y="119"/>
                </a:cubicBezTo>
                <a:cubicBezTo>
                  <a:pt x="72" y="121"/>
                  <a:pt x="71" y="122"/>
                  <a:pt x="70" y="124"/>
                </a:cubicBezTo>
                <a:cubicBezTo>
                  <a:pt x="69" y="125"/>
                  <a:pt x="67" y="125"/>
                  <a:pt x="66" y="125"/>
                </a:cubicBezTo>
                <a:cubicBezTo>
                  <a:pt x="64" y="125"/>
                  <a:pt x="63" y="125"/>
                  <a:pt x="61" y="124"/>
                </a:cubicBezTo>
                <a:cubicBezTo>
                  <a:pt x="48" y="110"/>
                  <a:pt x="48" y="110"/>
                  <a:pt x="48" y="110"/>
                </a:cubicBezTo>
                <a:cubicBezTo>
                  <a:pt x="16" y="141"/>
                  <a:pt x="16" y="141"/>
                  <a:pt x="16" y="141"/>
                </a:cubicBezTo>
                <a:cubicBezTo>
                  <a:pt x="16" y="142"/>
                  <a:pt x="15" y="142"/>
                  <a:pt x="14" y="142"/>
                </a:cubicBezTo>
                <a:cubicBezTo>
                  <a:pt x="13" y="142"/>
                  <a:pt x="13" y="142"/>
                  <a:pt x="12" y="141"/>
                </a:cubicBezTo>
                <a:cubicBezTo>
                  <a:pt x="1" y="131"/>
                  <a:pt x="1" y="131"/>
                  <a:pt x="1" y="131"/>
                </a:cubicBezTo>
                <a:cubicBezTo>
                  <a:pt x="1" y="130"/>
                  <a:pt x="0" y="129"/>
                  <a:pt x="0" y="128"/>
                </a:cubicBezTo>
                <a:cubicBezTo>
                  <a:pt x="0" y="128"/>
                  <a:pt x="1" y="127"/>
                  <a:pt x="1" y="126"/>
                </a:cubicBezTo>
                <a:cubicBezTo>
                  <a:pt x="33" y="95"/>
                  <a:pt x="33" y="95"/>
                  <a:pt x="33" y="95"/>
                </a:cubicBezTo>
                <a:cubicBezTo>
                  <a:pt x="19" y="81"/>
                  <a:pt x="19" y="81"/>
                  <a:pt x="19" y="81"/>
                </a:cubicBezTo>
                <a:cubicBezTo>
                  <a:pt x="18" y="80"/>
                  <a:pt x="17" y="79"/>
                  <a:pt x="17" y="77"/>
                </a:cubicBezTo>
                <a:cubicBezTo>
                  <a:pt x="17" y="75"/>
                  <a:pt x="18" y="74"/>
                  <a:pt x="19" y="73"/>
                </a:cubicBezTo>
                <a:cubicBezTo>
                  <a:pt x="20" y="72"/>
                  <a:pt x="22" y="71"/>
                  <a:pt x="23" y="71"/>
                </a:cubicBezTo>
                <a:cubicBezTo>
                  <a:pt x="66" y="71"/>
                  <a:pt x="66" y="71"/>
                  <a:pt x="66" y="71"/>
                </a:cubicBezTo>
                <a:cubicBezTo>
                  <a:pt x="67" y="71"/>
                  <a:pt x="69" y="72"/>
                  <a:pt x="70" y="73"/>
                </a:cubicBezTo>
                <a:cubicBezTo>
                  <a:pt x="71" y="74"/>
                  <a:pt x="72" y="75"/>
                  <a:pt x="72" y="77"/>
                </a:cubicBezTo>
                <a:close/>
                <a:moveTo>
                  <a:pt x="143" y="13"/>
                </a:moveTo>
                <a:cubicBezTo>
                  <a:pt x="143" y="14"/>
                  <a:pt x="143" y="15"/>
                  <a:pt x="142" y="16"/>
                </a:cubicBezTo>
                <a:cubicBezTo>
                  <a:pt x="111" y="47"/>
                  <a:pt x="111" y="47"/>
                  <a:pt x="111" y="47"/>
                </a:cubicBezTo>
                <a:cubicBezTo>
                  <a:pt x="124" y="61"/>
                  <a:pt x="124" y="61"/>
                  <a:pt x="124" y="61"/>
                </a:cubicBezTo>
                <a:cubicBezTo>
                  <a:pt x="126" y="62"/>
                  <a:pt x="126" y="63"/>
                  <a:pt x="126" y="65"/>
                </a:cubicBezTo>
                <a:cubicBezTo>
                  <a:pt x="126" y="67"/>
                  <a:pt x="126" y="68"/>
                  <a:pt x="124" y="69"/>
                </a:cubicBezTo>
                <a:cubicBezTo>
                  <a:pt x="123" y="70"/>
                  <a:pt x="122" y="71"/>
                  <a:pt x="120" y="71"/>
                </a:cubicBezTo>
                <a:cubicBezTo>
                  <a:pt x="78" y="71"/>
                  <a:pt x="78" y="71"/>
                  <a:pt x="78" y="71"/>
                </a:cubicBezTo>
                <a:cubicBezTo>
                  <a:pt x="76" y="71"/>
                  <a:pt x="75" y="70"/>
                  <a:pt x="73" y="69"/>
                </a:cubicBezTo>
                <a:cubicBezTo>
                  <a:pt x="72" y="68"/>
                  <a:pt x="72" y="67"/>
                  <a:pt x="72" y="65"/>
                </a:cubicBezTo>
                <a:cubicBezTo>
                  <a:pt x="72" y="23"/>
                  <a:pt x="72" y="23"/>
                  <a:pt x="72" y="23"/>
                </a:cubicBezTo>
                <a:cubicBezTo>
                  <a:pt x="72" y="21"/>
                  <a:pt x="72" y="19"/>
                  <a:pt x="73" y="18"/>
                </a:cubicBezTo>
                <a:cubicBezTo>
                  <a:pt x="75" y="17"/>
                  <a:pt x="76" y="16"/>
                  <a:pt x="78" y="16"/>
                </a:cubicBezTo>
                <a:cubicBezTo>
                  <a:pt x="79" y="16"/>
                  <a:pt x="81" y="17"/>
                  <a:pt x="82" y="18"/>
                </a:cubicBezTo>
                <a:cubicBezTo>
                  <a:pt x="96" y="32"/>
                  <a:pt x="96" y="32"/>
                  <a:pt x="96" y="32"/>
                </a:cubicBezTo>
                <a:cubicBezTo>
                  <a:pt x="127" y="1"/>
                  <a:pt x="127" y="1"/>
                  <a:pt x="127" y="1"/>
                </a:cubicBezTo>
                <a:cubicBezTo>
                  <a:pt x="128" y="0"/>
                  <a:pt x="128" y="0"/>
                  <a:pt x="129" y="0"/>
                </a:cubicBezTo>
                <a:cubicBezTo>
                  <a:pt x="130" y="0"/>
                  <a:pt x="131" y="0"/>
                  <a:pt x="131" y="1"/>
                </a:cubicBezTo>
                <a:cubicBezTo>
                  <a:pt x="142" y="11"/>
                  <a:pt x="142" y="11"/>
                  <a:pt x="142" y="11"/>
                </a:cubicBezTo>
                <a:cubicBezTo>
                  <a:pt x="143" y="12"/>
                  <a:pt x="143" y="13"/>
                  <a:pt x="143" y="1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00" name="Freeform 102"/>
          <p:cNvSpPr>
            <a:spLocks/>
          </p:cNvSpPr>
          <p:nvPr/>
        </p:nvSpPr>
        <p:spPr bwMode="auto">
          <a:xfrm>
            <a:off x="6345608" y="2252283"/>
            <a:ext cx="190176" cy="190176"/>
          </a:xfrm>
          <a:custGeom>
            <a:avLst/>
            <a:gdLst>
              <a:gd name="T0" fmla="*/ 133 w 133"/>
              <a:gd name="T1" fmla="*/ 58 h 133"/>
              <a:gd name="T2" fmla="*/ 133 w 133"/>
              <a:gd name="T3" fmla="*/ 76 h 133"/>
              <a:gd name="T4" fmla="*/ 130 w 133"/>
              <a:gd name="T5" fmla="*/ 82 h 133"/>
              <a:gd name="T6" fmla="*/ 124 w 133"/>
              <a:gd name="T7" fmla="*/ 85 h 133"/>
              <a:gd name="T8" fmla="*/ 85 w 133"/>
              <a:gd name="T9" fmla="*/ 85 h 133"/>
              <a:gd name="T10" fmla="*/ 85 w 133"/>
              <a:gd name="T11" fmla="*/ 124 h 133"/>
              <a:gd name="T12" fmla="*/ 82 w 133"/>
              <a:gd name="T13" fmla="*/ 131 h 133"/>
              <a:gd name="T14" fmla="*/ 75 w 133"/>
              <a:gd name="T15" fmla="*/ 133 h 133"/>
              <a:gd name="T16" fmla="*/ 57 w 133"/>
              <a:gd name="T17" fmla="*/ 133 h 133"/>
              <a:gd name="T18" fmla="*/ 51 w 133"/>
              <a:gd name="T19" fmla="*/ 131 h 133"/>
              <a:gd name="T20" fmla="*/ 48 w 133"/>
              <a:gd name="T21" fmla="*/ 124 h 133"/>
              <a:gd name="T22" fmla="*/ 48 w 133"/>
              <a:gd name="T23" fmla="*/ 85 h 133"/>
              <a:gd name="T24" fmla="*/ 9 w 133"/>
              <a:gd name="T25" fmla="*/ 85 h 133"/>
              <a:gd name="T26" fmla="*/ 2 w 133"/>
              <a:gd name="T27" fmla="*/ 82 h 133"/>
              <a:gd name="T28" fmla="*/ 0 w 133"/>
              <a:gd name="T29" fmla="*/ 76 h 133"/>
              <a:gd name="T30" fmla="*/ 0 w 133"/>
              <a:gd name="T31" fmla="*/ 58 h 133"/>
              <a:gd name="T32" fmla="*/ 2 w 133"/>
              <a:gd name="T33" fmla="*/ 51 h 133"/>
              <a:gd name="T34" fmla="*/ 9 w 133"/>
              <a:gd name="T35" fmla="*/ 49 h 133"/>
              <a:gd name="T36" fmla="*/ 48 w 133"/>
              <a:gd name="T37" fmla="*/ 49 h 133"/>
              <a:gd name="T38" fmla="*/ 48 w 133"/>
              <a:gd name="T39" fmla="*/ 9 h 133"/>
              <a:gd name="T40" fmla="*/ 51 w 133"/>
              <a:gd name="T41" fmla="*/ 3 h 133"/>
              <a:gd name="T42" fmla="*/ 57 w 133"/>
              <a:gd name="T43" fmla="*/ 0 h 133"/>
              <a:gd name="T44" fmla="*/ 75 w 133"/>
              <a:gd name="T45" fmla="*/ 0 h 133"/>
              <a:gd name="T46" fmla="*/ 82 w 133"/>
              <a:gd name="T47" fmla="*/ 3 h 133"/>
              <a:gd name="T48" fmla="*/ 85 w 133"/>
              <a:gd name="T49" fmla="*/ 9 h 133"/>
              <a:gd name="T50" fmla="*/ 85 w 133"/>
              <a:gd name="T51" fmla="*/ 49 h 133"/>
              <a:gd name="T52" fmla="*/ 124 w 133"/>
              <a:gd name="T53" fmla="*/ 49 h 133"/>
              <a:gd name="T54" fmla="*/ 130 w 133"/>
              <a:gd name="T55" fmla="*/ 51 h 133"/>
              <a:gd name="T56" fmla="*/ 133 w 133"/>
              <a:gd name="T57" fmla="*/ 58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133" h="133">
                <a:moveTo>
                  <a:pt x="133" y="58"/>
                </a:moveTo>
                <a:cubicBezTo>
                  <a:pt x="133" y="76"/>
                  <a:pt x="133" y="76"/>
                  <a:pt x="133" y="76"/>
                </a:cubicBezTo>
                <a:cubicBezTo>
                  <a:pt x="133" y="79"/>
                  <a:pt x="132" y="81"/>
                  <a:pt x="130" y="82"/>
                </a:cubicBezTo>
                <a:cubicBezTo>
                  <a:pt x="129" y="84"/>
                  <a:pt x="126" y="85"/>
                  <a:pt x="124" y="85"/>
                </a:cubicBezTo>
                <a:cubicBezTo>
                  <a:pt x="85" y="85"/>
                  <a:pt x="85" y="85"/>
                  <a:pt x="85" y="85"/>
                </a:cubicBezTo>
                <a:cubicBezTo>
                  <a:pt x="85" y="124"/>
                  <a:pt x="85" y="124"/>
                  <a:pt x="85" y="124"/>
                </a:cubicBezTo>
                <a:cubicBezTo>
                  <a:pt x="85" y="127"/>
                  <a:pt x="84" y="129"/>
                  <a:pt x="82" y="131"/>
                </a:cubicBezTo>
                <a:cubicBezTo>
                  <a:pt x="80" y="133"/>
                  <a:pt x="78" y="133"/>
                  <a:pt x="75" y="133"/>
                </a:cubicBezTo>
                <a:cubicBezTo>
                  <a:pt x="57" y="133"/>
                  <a:pt x="57" y="133"/>
                  <a:pt x="57" y="133"/>
                </a:cubicBezTo>
                <a:cubicBezTo>
                  <a:pt x="55" y="133"/>
                  <a:pt x="53" y="133"/>
                  <a:pt x="51" y="131"/>
                </a:cubicBezTo>
                <a:cubicBezTo>
                  <a:pt x="49" y="129"/>
                  <a:pt x="48" y="127"/>
                  <a:pt x="48" y="124"/>
                </a:cubicBezTo>
                <a:cubicBezTo>
                  <a:pt x="48" y="85"/>
                  <a:pt x="48" y="85"/>
                  <a:pt x="48" y="85"/>
                </a:cubicBezTo>
                <a:cubicBezTo>
                  <a:pt x="9" y="85"/>
                  <a:pt x="9" y="85"/>
                  <a:pt x="9" y="85"/>
                </a:cubicBezTo>
                <a:cubicBezTo>
                  <a:pt x="6" y="85"/>
                  <a:pt x="4" y="84"/>
                  <a:pt x="2" y="82"/>
                </a:cubicBezTo>
                <a:cubicBezTo>
                  <a:pt x="1" y="81"/>
                  <a:pt x="0" y="79"/>
                  <a:pt x="0" y="76"/>
                </a:cubicBezTo>
                <a:cubicBezTo>
                  <a:pt x="0" y="58"/>
                  <a:pt x="0" y="58"/>
                  <a:pt x="0" y="58"/>
                </a:cubicBezTo>
                <a:cubicBezTo>
                  <a:pt x="0" y="55"/>
                  <a:pt x="1" y="53"/>
                  <a:pt x="2" y="51"/>
                </a:cubicBezTo>
                <a:cubicBezTo>
                  <a:pt x="4" y="50"/>
                  <a:pt x="6" y="49"/>
                  <a:pt x="9" y="49"/>
                </a:cubicBezTo>
                <a:cubicBezTo>
                  <a:pt x="48" y="49"/>
                  <a:pt x="48" y="49"/>
                  <a:pt x="48" y="49"/>
                </a:cubicBezTo>
                <a:cubicBezTo>
                  <a:pt x="48" y="9"/>
                  <a:pt x="48" y="9"/>
                  <a:pt x="48" y="9"/>
                </a:cubicBezTo>
                <a:cubicBezTo>
                  <a:pt x="48" y="7"/>
                  <a:pt x="49" y="5"/>
                  <a:pt x="51" y="3"/>
                </a:cubicBezTo>
                <a:cubicBezTo>
                  <a:pt x="53" y="1"/>
                  <a:pt x="55" y="0"/>
                  <a:pt x="57" y="0"/>
                </a:cubicBezTo>
                <a:cubicBezTo>
                  <a:pt x="75" y="0"/>
                  <a:pt x="75" y="0"/>
                  <a:pt x="75" y="0"/>
                </a:cubicBezTo>
                <a:cubicBezTo>
                  <a:pt x="78" y="0"/>
                  <a:pt x="80" y="1"/>
                  <a:pt x="82" y="3"/>
                </a:cubicBezTo>
                <a:cubicBezTo>
                  <a:pt x="84" y="5"/>
                  <a:pt x="85" y="7"/>
                  <a:pt x="85" y="9"/>
                </a:cubicBezTo>
                <a:cubicBezTo>
                  <a:pt x="85" y="49"/>
                  <a:pt x="85" y="49"/>
                  <a:pt x="85" y="49"/>
                </a:cubicBezTo>
                <a:cubicBezTo>
                  <a:pt x="124" y="49"/>
                  <a:pt x="124" y="49"/>
                  <a:pt x="124" y="49"/>
                </a:cubicBezTo>
                <a:cubicBezTo>
                  <a:pt x="126" y="49"/>
                  <a:pt x="129" y="50"/>
                  <a:pt x="130" y="51"/>
                </a:cubicBezTo>
                <a:cubicBezTo>
                  <a:pt x="132" y="53"/>
                  <a:pt x="133" y="55"/>
                  <a:pt x="133" y="5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01" name="Freeform 103"/>
          <p:cNvSpPr>
            <a:spLocks/>
          </p:cNvSpPr>
          <p:nvPr/>
        </p:nvSpPr>
        <p:spPr bwMode="auto">
          <a:xfrm>
            <a:off x="6594134" y="2323600"/>
            <a:ext cx="192337" cy="49705"/>
          </a:xfrm>
          <a:custGeom>
            <a:avLst/>
            <a:gdLst>
              <a:gd name="T0" fmla="*/ 134 w 134"/>
              <a:gd name="T1" fmla="*/ 9 h 36"/>
              <a:gd name="T2" fmla="*/ 134 w 134"/>
              <a:gd name="T3" fmla="*/ 27 h 36"/>
              <a:gd name="T4" fmla="*/ 131 w 134"/>
              <a:gd name="T5" fmla="*/ 33 h 36"/>
              <a:gd name="T6" fmla="*/ 125 w 134"/>
              <a:gd name="T7" fmla="*/ 36 h 36"/>
              <a:gd name="T8" fmla="*/ 10 w 134"/>
              <a:gd name="T9" fmla="*/ 36 h 36"/>
              <a:gd name="T10" fmla="*/ 3 w 134"/>
              <a:gd name="T11" fmla="*/ 33 h 36"/>
              <a:gd name="T12" fmla="*/ 0 w 134"/>
              <a:gd name="T13" fmla="*/ 27 h 36"/>
              <a:gd name="T14" fmla="*/ 0 w 134"/>
              <a:gd name="T15" fmla="*/ 9 h 36"/>
              <a:gd name="T16" fmla="*/ 3 w 134"/>
              <a:gd name="T17" fmla="*/ 2 h 36"/>
              <a:gd name="T18" fmla="*/ 10 w 134"/>
              <a:gd name="T19" fmla="*/ 0 h 36"/>
              <a:gd name="T20" fmla="*/ 125 w 134"/>
              <a:gd name="T21" fmla="*/ 0 h 36"/>
              <a:gd name="T22" fmla="*/ 131 w 134"/>
              <a:gd name="T23" fmla="*/ 2 h 36"/>
              <a:gd name="T24" fmla="*/ 134 w 134"/>
              <a:gd name="T25" fmla="*/ 9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34" h="36">
                <a:moveTo>
                  <a:pt x="134" y="9"/>
                </a:moveTo>
                <a:cubicBezTo>
                  <a:pt x="134" y="27"/>
                  <a:pt x="134" y="27"/>
                  <a:pt x="134" y="27"/>
                </a:cubicBezTo>
                <a:cubicBezTo>
                  <a:pt x="134" y="30"/>
                  <a:pt x="133" y="32"/>
                  <a:pt x="131" y="33"/>
                </a:cubicBezTo>
                <a:cubicBezTo>
                  <a:pt x="129" y="35"/>
                  <a:pt x="127" y="36"/>
                  <a:pt x="125" y="36"/>
                </a:cubicBezTo>
                <a:cubicBezTo>
                  <a:pt x="10" y="36"/>
                  <a:pt x="10" y="36"/>
                  <a:pt x="10" y="36"/>
                </a:cubicBezTo>
                <a:cubicBezTo>
                  <a:pt x="7" y="36"/>
                  <a:pt x="5" y="35"/>
                  <a:pt x="3" y="33"/>
                </a:cubicBezTo>
                <a:cubicBezTo>
                  <a:pt x="1" y="32"/>
                  <a:pt x="0" y="30"/>
                  <a:pt x="0" y="27"/>
                </a:cubicBezTo>
                <a:cubicBezTo>
                  <a:pt x="0" y="9"/>
                  <a:pt x="0" y="9"/>
                  <a:pt x="0" y="9"/>
                </a:cubicBezTo>
                <a:cubicBezTo>
                  <a:pt x="0" y="6"/>
                  <a:pt x="1" y="4"/>
                  <a:pt x="3" y="2"/>
                </a:cubicBezTo>
                <a:cubicBezTo>
                  <a:pt x="5" y="1"/>
                  <a:pt x="7" y="0"/>
                  <a:pt x="10" y="0"/>
                </a:cubicBezTo>
                <a:cubicBezTo>
                  <a:pt x="125" y="0"/>
                  <a:pt x="125" y="0"/>
                  <a:pt x="125" y="0"/>
                </a:cubicBezTo>
                <a:cubicBezTo>
                  <a:pt x="127" y="0"/>
                  <a:pt x="129" y="1"/>
                  <a:pt x="131" y="2"/>
                </a:cubicBezTo>
                <a:cubicBezTo>
                  <a:pt x="133" y="4"/>
                  <a:pt x="134" y="6"/>
                  <a:pt x="134" y="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02" name="Freeform 104"/>
          <p:cNvSpPr>
            <a:spLocks/>
          </p:cNvSpPr>
          <p:nvPr/>
        </p:nvSpPr>
        <p:spPr bwMode="auto">
          <a:xfrm>
            <a:off x="6862109" y="2252283"/>
            <a:ext cx="194499" cy="209627"/>
          </a:xfrm>
          <a:custGeom>
            <a:avLst/>
            <a:gdLst>
              <a:gd name="T0" fmla="*/ 129 w 136"/>
              <a:gd name="T1" fmla="*/ 88 h 146"/>
              <a:gd name="T2" fmla="*/ 135 w 136"/>
              <a:gd name="T3" fmla="*/ 95 h 146"/>
              <a:gd name="T4" fmla="*/ 134 w 136"/>
              <a:gd name="T5" fmla="*/ 104 h 146"/>
              <a:gd name="T6" fmla="*/ 128 w 136"/>
              <a:gd name="T7" fmla="*/ 114 h 146"/>
              <a:gd name="T8" fmla="*/ 120 w 136"/>
              <a:gd name="T9" fmla="*/ 120 h 146"/>
              <a:gd name="T10" fmla="*/ 111 w 136"/>
              <a:gd name="T11" fmla="*/ 119 h 146"/>
              <a:gd name="T12" fmla="*/ 86 w 136"/>
              <a:gd name="T13" fmla="*/ 104 h 146"/>
              <a:gd name="T14" fmla="*/ 86 w 136"/>
              <a:gd name="T15" fmla="*/ 133 h 146"/>
              <a:gd name="T16" fmla="*/ 82 w 136"/>
              <a:gd name="T17" fmla="*/ 142 h 146"/>
              <a:gd name="T18" fmla="*/ 74 w 136"/>
              <a:gd name="T19" fmla="*/ 146 h 146"/>
              <a:gd name="T20" fmla="*/ 62 w 136"/>
              <a:gd name="T21" fmla="*/ 146 h 146"/>
              <a:gd name="T22" fmla="*/ 53 w 136"/>
              <a:gd name="T23" fmla="*/ 142 h 146"/>
              <a:gd name="T24" fmla="*/ 50 w 136"/>
              <a:gd name="T25" fmla="*/ 133 h 146"/>
              <a:gd name="T26" fmla="*/ 50 w 136"/>
              <a:gd name="T27" fmla="*/ 104 h 146"/>
              <a:gd name="T28" fmla="*/ 25 w 136"/>
              <a:gd name="T29" fmla="*/ 119 h 146"/>
              <a:gd name="T30" fmla="*/ 15 w 136"/>
              <a:gd name="T31" fmla="*/ 120 h 146"/>
              <a:gd name="T32" fmla="*/ 8 w 136"/>
              <a:gd name="T33" fmla="*/ 114 h 146"/>
              <a:gd name="T34" fmla="*/ 2 w 136"/>
              <a:gd name="T35" fmla="*/ 104 h 146"/>
              <a:gd name="T36" fmla="*/ 1 w 136"/>
              <a:gd name="T37" fmla="*/ 95 h 146"/>
              <a:gd name="T38" fmla="*/ 6 w 136"/>
              <a:gd name="T39" fmla="*/ 88 h 146"/>
              <a:gd name="T40" fmla="*/ 32 w 136"/>
              <a:gd name="T41" fmla="*/ 73 h 146"/>
              <a:gd name="T42" fmla="*/ 6 w 136"/>
              <a:gd name="T43" fmla="*/ 58 h 146"/>
              <a:gd name="T44" fmla="*/ 1 w 136"/>
              <a:gd name="T45" fmla="*/ 51 h 146"/>
              <a:gd name="T46" fmla="*/ 2 w 136"/>
              <a:gd name="T47" fmla="*/ 42 h 146"/>
              <a:gd name="T48" fmla="*/ 8 w 136"/>
              <a:gd name="T49" fmla="*/ 31 h 146"/>
              <a:gd name="T50" fmla="*/ 15 w 136"/>
              <a:gd name="T51" fmla="*/ 26 h 146"/>
              <a:gd name="T52" fmla="*/ 25 w 136"/>
              <a:gd name="T53" fmla="*/ 27 h 146"/>
              <a:gd name="T54" fmla="*/ 50 w 136"/>
              <a:gd name="T55" fmla="*/ 41 h 146"/>
              <a:gd name="T56" fmla="*/ 50 w 136"/>
              <a:gd name="T57" fmla="*/ 12 h 146"/>
              <a:gd name="T58" fmla="*/ 53 w 136"/>
              <a:gd name="T59" fmla="*/ 4 h 146"/>
              <a:gd name="T60" fmla="*/ 62 w 136"/>
              <a:gd name="T61" fmla="*/ 0 h 146"/>
              <a:gd name="T62" fmla="*/ 74 w 136"/>
              <a:gd name="T63" fmla="*/ 0 h 146"/>
              <a:gd name="T64" fmla="*/ 82 w 136"/>
              <a:gd name="T65" fmla="*/ 4 h 146"/>
              <a:gd name="T66" fmla="*/ 86 w 136"/>
              <a:gd name="T67" fmla="*/ 12 h 146"/>
              <a:gd name="T68" fmla="*/ 86 w 136"/>
              <a:gd name="T69" fmla="*/ 41 h 146"/>
              <a:gd name="T70" fmla="*/ 111 w 136"/>
              <a:gd name="T71" fmla="*/ 27 h 146"/>
              <a:gd name="T72" fmla="*/ 120 w 136"/>
              <a:gd name="T73" fmla="*/ 26 h 146"/>
              <a:gd name="T74" fmla="*/ 128 w 136"/>
              <a:gd name="T75" fmla="*/ 31 h 146"/>
              <a:gd name="T76" fmla="*/ 134 w 136"/>
              <a:gd name="T77" fmla="*/ 42 h 146"/>
              <a:gd name="T78" fmla="*/ 135 w 136"/>
              <a:gd name="T79" fmla="*/ 51 h 146"/>
              <a:gd name="T80" fmla="*/ 129 w 136"/>
              <a:gd name="T81" fmla="*/ 58 h 146"/>
              <a:gd name="T82" fmla="*/ 104 w 136"/>
              <a:gd name="T83" fmla="*/ 73 h 146"/>
              <a:gd name="T84" fmla="*/ 129 w 136"/>
              <a:gd name="T85" fmla="*/ 88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36" h="146">
                <a:moveTo>
                  <a:pt x="129" y="88"/>
                </a:moveTo>
                <a:cubicBezTo>
                  <a:pt x="132" y="89"/>
                  <a:pt x="134" y="92"/>
                  <a:pt x="135" y="95"/>
                </a:cubicBezTo>
                <a:cubicBezTo>
                  <a:pt x="136" y="98"/>
                  <a:pt x="135" y="101"/>
                  <a:pt x="134" y="104"/>
                </a:cubicBezTo>
                <a:cubicBezTo>
                  <a:pt x="128" y="114"/>
                  <a:pt x="128" y="114"/>
                  <a:pt x="128" y="114"/>
                </a:cubicBezTo>
                <a:cubicBezTo>
                  <a:pt x="126" y="117"/>
                  <a:pt x="124" y="119"/>
                  <a:pt x="120" y="120"/>
                </a:cubicBezTo>
                <a:cubicBezTo>
                  <a:pt x="117" y="121"/>
                  <a:pt x="114" y="121"/>
                  <a:pt x="111" y="119"/>
                </a:cubicBezTo>
                <a:cubicBezTo>
                  <a:pt x="86" y="104"/>
                  <a:pt x="86" y="104"/>
                  <a:pt x="86" y="104"/>
                </a:cubicBezTo>
                <a:cubicBezTo>
                  <a:pt x="86" y="133"/>
                  <a:pt x="86" y="133"/>
                  <a:pt x="86" y="133"/>
                </a:cubicBezTo>
                <a:cubicBezTo>
                  <a:pt x="86" y="137"/>
                  <a:pt x="85" y="140"/>
                  <a:pt x="82" y="142"/>
                </a:cubicBezTo>
                <a:cubicBezTo>
                  <a:pt x="80" y="144"/>
                  <a:pt x="77" y="146"/>
                  <a:pt x="74" y="146"/>
                </a:cubicBezTo>
                <a:cubicBezTo>
                  <a:pt x="62" y="146"/>
                  <a:pt x="62" y="146"/>
                  <a:pt x="62" y="146"/>
                </a:cubicBezTo>
                <a:cubicBezTo>
                  <a:pt x="58" y="146"/>
                  <a:pt x="56" y="144"/>
                  <a:pt x="53" y="142"/>
                </a:cubicBezTo>
                <a:cubicBezTo>
                  <a:pt x="51" y="140"/>
                  <a:pt x="50" y="137"/>
                  <a:pt x="50" y="133"/>
                </a:cubicBezTo>
                <a:cubicBezTo>
                  <a:pt x="50" y="104"/>
                  <a:pt x="50" y="104"/>
                  <a:pt x="50" y="104"/>
                </a:cubicBezTo>
                <a:cubicBezTo>
                  <a:pt x="25" y="119"/>
                  <a:pt x="25" y="119"/>
                  <a:pt x="25" y="119"/>
                </a:cubicBezTo>
                <a:cubicBezTo>
                  <a:pt x="22" y="121"/>
                  <a:pt x="19" y="121"/>
                  <a:pt x="15" y="120"/>
                </a:cubicBezTo>
                <a:cubicBezTo>
                  <a:pt x="12" y="119"/>
                  <a:pt x="10" y="117"/>
                  <a:pt x="8" y="114"/>
                </a:cubicBezTo>
                <a:cubicBezTo>
                  <a:pt x="2" y="104"/>
                  <a:pt x="2" y="104"/>
                  <a:pt x="2" y="104"/>
                </a:cubicBezTo>
                <a:cubicBezTo>
                  <a:pt x="0" y="101"/>
                  <a:pt x="0" y="98"/>
                  <a:pt x="1" y="95"/>
                </a:cubicBezTo>
                <a:cubicBezTo>
                  <a:pt x="2" y="92"/>
                  <a:pt x="3" y="89"/>
                  <a:pt x="6" y="88"/>
                </a:cubicBezTo>
                <a:cubicBezTo>
                  <a:pt x="32" y="73"/>
                  <a:pt x="32" y="73"/>
                  <a:pt x="32" y="73"/>
                </a:cubicBezTo>
                <a:cubicBezTo>
                  <a:pt x="6" y="58"/>
                  <a:pt x="6" y="58"/>
                  <a:pt x="6" y="58"/>
                </a:cubicBezTo>
                <a:cubicBezTo>
                  <a:pt x="3" y="57"/>
                  <a:pt x="2" y="54"/>
                  <a:pt x="1" y="51"/>
                </a:cubicBezTo>
                <a:cubicBezTo>
                  <a:pt x="0" y="48"/>
                  <a:pt x="0" y="45"/>
                  <a:pt x="2" y="42"/>
                </a:cubicBezTo>
                <a:cubicBezTo>
                  <a:pt x="8" y="31"/>
                  <a:pt x="8" y="31"/>
                  <a:pt x="8" y="31"/>
                </a:cubicBezTo>
                <a:cubicBezTo>
                  <a:pt x="10" y="29"/>
                  <a:pt x="12" y="27"/>
                  <a:pt x="15" y="26"/>
                </a:cubicBezTo>
                <a:cubicBezTo>
                  <a:pt x="19" y="25"/>
                  <a:pt x="22" y="25"/>
                  <a:pt x="25" y="27"/>
                </a:cubicBezTo>
                <a:cubicBezTo>
                  <a:pt x="50" y="41"/>
                  <a:pt x="50" y="41"/>
                  <a:pt x="50" y="41"/>
                </a:cubicBezTo>
                <a:cubicBezTo>
                  <a:pt x="50" y="12"/>
                  <a:pt x="50" y="12"/>
                  <a:pt x="50" y="12"/>
                </a:cubicBezTo>
                <a:cubicBezTo>
                  <a:pt x="50" y="9"/>
                  <a:pt x="51" y="6"/>
                  <a:pt x="53" y="4"/>
                </a:cubicBezTo>
                <a:cubicBezTo>
                  <a:pt x="56" y="2"/>
                  <a:pt x="58" y="0"/>
                  <a:pt x="62" y="0"/>
                </a:cubicBezTo>
                <a:cubicBezTo>
                  <a:pt x="74" y="0"/>
                  <a:pt x="74" y="0"/>
                  <a:pt x="74" y="0"/>
                </a:cubicBezTo>
                <a:cubicBezTo>
                  <a:pt x="77" y="0"/>
                  <a:pt x="80" y="2"/>
                  <a:pt x="82" y="4"/>
                </a:cubicBezTo>
                <a:cubicBezTo>
                  <a:pt x="85" y="6"/>
                  <a:pt x="86" y="9"/>
                  <a:pt x="86" y="12"/>
                </a:cubicBezTo>
                <a:cubicBezTo>
                  <a:pt x="86" y="41"/>
                  <a:pt x="86" y="41"/>
                  <a:pt x="86" y="41"/>
                </a:cubicBezTo>
                <a:cubicBezTo>
                  <a:pt x="111" y="27"/>
                  <a:pt x="111" y="27"/>
                  <a:pt x="111" y="27"/>
                </a:cubicBezTo>
                <a:cubicBezTo>
                  <a:pt x="114" y="25"/>
                  <a:pt x="117" y="25"/>
                  <a:pt x="120" y="26"/>
                </a:cubicBezTo>
                <a:cubicBezTo>
                  <a:pt x="124" y="27"/>
                  <a:pt x="126" y="29"/>
                  <a:pt x="128" y="31"/>
                </a:cubicBezTo>
                <a:cubicBezTo>
                  <a:pt x="134" y="42"/>
                  <a:pt x="134" y="42"/>
                  <a:pt x="134" y="42"/>
                </a:cubicBezTo>
                <a:cubicBezTo>
                  <a:pt x="135" y="45"/>
                  <a:pt x="136" y="48"/>
                  <a:pt x="135" y="51"/>
                </a:cubicBezTo>
                <a:cubicBezTo>
                  <a:pt x="134" y="54"/>
                  <a:pt x="132" y="57"/>
                  <a:pt x="129" y="58"/>
                </a:cubicBezTo>
                <a:cubicBezTo>
                  <a:pt x="104" y="73"/>
                  <a:pt x="104" y="73"/>
                  <a:pt x="104" y="73"/>
                </a:cubicBezTo>
                <a:lnTo>
                  <a:pt x="129" y="8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03" name="Freeform 105"/>
          <p:cNvSpPr>
            <a:spLocks noEditPoints="1"/>
          </p:cNvSpPr>
          <p:nvPr/>
        </p:nvSpPr>
        <p:spPr bwMode="auto">
          <a:xfrm>
            <a:off x="7130085" y="2252283"/>
            <a:ext cx="209627" cy="209627"/>
          </a:xfrm>
          <a:custGeom>
            <a:avLst/>
            <a:gdLst>
              <a:gd name="T0" fmla="*/ 36 w 145"/>
              <a:gd name="T1" fmla="*/ 10 h 146"/>
              <a:gd name="T2" fmla="*/ 73 w 145"/>
              <a:gd name="T3" fmla="*/ 0 h 146"/>
              <a:gd name="T4" fmla="*/ 109 w 145"/>
              <a:gd name="T5" fmla="*/ 10 h 146"/>
              <a:gd name="T6" fmla="*/ 136 w 145"/>
              <a:gd name="T7" fmla="*/ 37 h 146"/>
              <a:gd name="T8" fmla="*/ 145 w 145"/>
              <a:gd name="T9" fmla="*/ 73 h 146"/>
              <a:gd name="T10" fmla="*/ 136 w 145"/>
              <a:gd name="T11" fmla="*/ 109 h 146"/>
              <a:gd name="T12" fmla="*/ 109 w 145"/>
              <a:gd name="T13" fmla="*/ 136 h 146"/>
              <a:gd name="T14" fmla="*/ 73 w 145"/>
              <a:gd name="T15" fmla="*/ 146 h 146"/>
              <a:gd name="T16" fmla="*/ 36 w 145"/>
              <a:gd name="T17" fmla="*/ 136 h 146"/>
              <a:gd name="T18" fmla="*/ 10 w 145"/>
              <a:gd name="T19" fmla="*/ 109 h 146"/>
              <a:gd name="T20" fmla="*/ 0 w 145"/>
              <a:gd name="T21" fmla="*/ 73 h 146"/>
              <a:gd name="T22" fmla="*/ 10 w 145"/>
              <a:gd name="T23" fmla="*/ 37 h 146"/>
              <a:gd name="T24" fmla="*/ 36 w 145"/>
              <a:gd name="T25" fmla="*/ 10 h 146"/>
              <a:gd name="T26" fmla="*/ 85 w 145"/>
              <a:gd name="T27" fmla="*/ 86 h 146"/>
              <a:gd name="T28" fmla="*/ 86 w 145"/>
              <a:gd name="T29" fmla="*/ 27 h 146"/>
              <a:gd name="T30" fmla="*/ 85 w 145"/>
              <a:gd name="T31" fmla="*/ 25 h 146"/>
              <a:gd name="T32" fmla="*/ 83 w 145"/>
              <a:gd name="T33" fmla="*/ 25 h 146"/>
              <a:gd name="T34" fmla="*/ 62 w 145"/>
              <a:gd name="T35" fmla="*/ 25 h 146"/>
              <a:gd name="T36" fmla="*/ 60 w 145"/>
              <a:gd name="T37" fmla="*/ 25 h 146"/>
              <a:gd name="T38" fmla="*/ 59 w 145"/>
              <a:gd name="T39" fmla="*/ 27 h 146"/>
              <a:gd name="T40" fmla="*/ 61 w 145"/>
              <a:gd name="T41" fmla="*/ 86 h 146"/>
              <a:gd name="T42" fmla="*/ 62 w 145"/>
              <a:gd name="T43" fmla="*/ 87 h 146"/>
              <a:gd name="T44" fmla="*/ 64 w 145"/>
              <a:gd name="T45" fmla="*/ 88 h 146"/>
              <a:gd name="T46" fmla="*/ 81 w 145"/>
              <a:gd name="T47" fmla="*/ 88 h 146"/>
              <a:gd name="T48" fmla="*/ 84 w 145"/>
              <a:gd name="T49" fmla="*/ 87 h 146"/>
              <a:gd name="T50" fmla="*/ 85 w 145"/>
              <a:gd name="T51" fmla="*/ 86 h 146"/>
              <a:gd name="T52" fmla="*/ 85 w 145"/>
              <a:gd name="T53" fmla="*/ 118 h 146"/>
              <a:gd name="T54" fmla="*/ 85 w 145"/>
              <a:gd name="T55" fmla="*/ 100 h 146"/>
              <a:gd name="T56" fmla="*/ 84 w 145"/>
              <a:gd name="T57" fmla="*/ 98 h 146"/>
              <a:gd name="T58" fmla="*/ 82 w 145"/>
              <a:gd name="T59" fmla="*/ 97 h 146"/>
              <a:gd name="T60" fmla="*/ 64 w 145"/>
              <a:gd name="T61" fmla="*/ 97 h 146"/>
              <a:gd name="T62" fmla="*/ 61 w 145"/>
              <a:gd name="T63" fmla="*/ 98 h 146"/>
              <a:gd name="T64" fmla="*/ 61 w 145"/>
              <a:gd name="T65" fmla="*/ 100 h 146"/>
              <a:gd name="T66" fmla="*/ 61 w 145"/>
              <a:gd name="T67" fmla="*/ 118 h 146"/>
              <a:gd name="T68" fmla="*/ 61 w 145"/>
              <a:gd name="T69" fmla="*/ 120 h 146"/>
              <a:gd name="T70" fmla="*/ 64 w 145"/>
              <a:gd name="T71" fmla="*/ 121 h 146"/>
              <a:gd name="T72" fmla="*/ 82 w 145"/>
              <a:gd name="T73" fmla="*/ 121 h 146"/>
              <a:gd name="T74" fmla="*/ 84 w 145"/>
              <a:gd name="T75" fmla="*/ 120 h 146"/>
              <a:gd name="T76" fmla="*/ 85 w 145"/>
              <a:gd name="T77" fmla="*/ 118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45" h="146">
                <a:moveTo>
                  <a:pt x="36" y="10"/>
                </a:moveTo>
                <a:cubicBezTo>
                  <a:pt x="47" y="4"/>
                  <a:pt x="59" y="0"/>
                  <a:pt x="73" y="0"/>
                </a:cubicBezTo>
                <a:cubicBezTo>
                  <a:pt x="86" y="0"/>
                  <a:pt x="98" y="4"/>
                  <a:pt x="109" y="10"/>
                </a:cubicBezTo>
                <a:cubicBezTo>
                  <a:pt x="120" y="17"/>
                  <a:pt x="129" y="25"/>
                  <a:pt x="136" y="37"/>
                </a:cubicBezTo>
                <a:cubicBezTo>
                  <a:pt x="142" y="48"/>
                  <a:pt x="145" y="60"/>
                  <a:pt x="145" y="73"/>
                </a:cubicBezTo>
                <a:cubicBezTo>
                  <a:pt x="145" y="86"/>
                  <a:pt x="142" y="98"/>
                  <a:pt x="136" y="109"/>
                </a:cubicBezTo>
                <a:cubicBezTo>
                  <a:pt x="129" y="121"/>
                  <a:pt x="120" y="129"/>
                  <a:pt x="109" y="136"/>
                </a:cubicBezTo>
                <a:cubicBezTo>
                  <a:pt x="98" y="142"/>
                  <a:pt x="86" y="146"/>
                  <a:pt x="73" y="146"/>
                </a:cubicBezTo>
                <a:cubicBezTo>
                  <a:pt x="59" y="146"/>
                  <a:pt x="47" y="142"/>
                  <a:pt x="36" y="136"/>
                </a:cubicBezTo>
                <a:cubicBezTo>
                  <a:pt x="25" y="129"/>
                  <a:pt x="16" y="121"/>
                  <a:pt x="10" y="109"/>
                </a:cubicBezTo>
                <a:cubicBezTo>
                  <a:pt x="3" y="98"/>
                  <a:pt x="0" y="86"/>
                  <a:pt x="0" y="73"/>
                </a:cubicBezTo>
                <a:cubicBezTo>
                  <a:pt x="0" y="60"/>
                  <a:pt x="3" y="48"/>
                  <a:pt x="10" y="37"/>
                </a:cubicBezTo>
                <a:cubicBezTo>
                  <a:pt x="16" y="25"/>
                  <a:pt x="25" y="17"/>
                  <a:pt x="36" y="10"/>
                </a:cubicBezTo>
                <a:close/>
                <a:moveTo>
                  <a:pt x="85" y="86"/>
                </a:moveTo>
                <a:cubicBezTo>
                  <a:pt x="86" y="27"/>
                  <a:pt x="86" y="27"/>
                  <a:pt x="86" y="27"/>
                </a:cubicBezTo>
                <a:cubicBezTo>
                  <a:pt x="86" y="26"/>
                  <a:pt x="86" y="26"/>
                  <a:pt x="85" y="25"/>
                </a:cubicBezTo>
                <a:cubicBezTo>
                  <a:pt x="85" y="25"/>
                  <a:pt x="84" y="25"/>
                  <a:pt x="83" y="25"/>
                </a:cubicBezTo>
                <a:cubicBezTo>
                  <a:pt x="62" y="25"/>
                  <a:pt x="62" y="25"/>
                  <a:pt x="62" y="25"/>
                </a:cubicBezTo>
                <a:cubicBezTo>
                  <a:pt x="61" y="25"/>
                  <a:pt x="61" y="25"/>
                  <a:pt x="60" y="25"/>
                </a:cubicBezTo>
                <a:cubicBezTo>
                  <a:pt x="59" y="26"/>
                  <a:pt x="59" y="26"/>
                  <a:pt x="59" y="27"/>
                </a:cubicBezTo>
                <a:cubicBezTo>
                  <a:pt x="61" y="86"/>
                  <a:pt x="61" y="86"/>
                  <a:pt x="61" y="86"/>
                </a:cubicBezTo>
                <a:cubicBezTo>
                  <a:pt x="61" y="86"/>
                  <a:pt x="61" y="87"/>
                  <a:pt x="62" y="87"/>
                </a:cubicBezTo>
                <a:cubicBezTo>
                  <a:pt x="62" y="88"/>
                  <a:pt x="63" y="88"/>
                  <a:pt x="64" y="88"/>
                </a:cubicBezTo>
                <a:cubicBezTo>
                  <a:pt x="81" y="88"/>
                  <a:pt x="81" y="88"/>
                  <a:pt x="81" y="88"/>
                </a:cubicBezTo>
                <a:cubicBezTo>
                  <a:pt x="82" y="88"/>
                  <a:pt x="83" y="88"/>
                  <a:pt x="84" y="87"/>
                </a:cubicBezTo>
                <a:cubicBezTo>
                  <a:pt x="84" y="87"/>
                  <a:pt x="84" y="86"/>
                  <a:pt x="85" y="86"/>
                </a:cubicBezTo>
                <a:close/>
                <a:moveTo>
                  <a:pt x="85" y="118"/>
                </a:moveTo>
                <a:cubicBezTo>
                  <a:pt x="85" y="100"/>
                  <a:pt x="85" y="100"/>
                  <a:pt x="85" y="100"/>
                </a:cubicBezTo>
                <a:cubicBezTo>
                  <a:pt x="85" y="99"/>
                  <a:pt x="84" y="99"/>
                  <a:pt x="84" y="98"/>
                </a:cubicBezTo>
                <a:cubicBezTo>
                  <a:pt x="83" y="97"/>
                  <a:pt x="83" y="97"/>
                  <a:pt x="82" y="97"/>
                </a:cubicBezTo>
                <a:cubicBezTo>
                  <a:pt x="64" y="97"/>
                  <a:pt x="64" y="97"/>
                  <a:pt x="64" y="97"/>
                </a:cubicBezTo>
                <a:cubicBezTo>
                  <a:pt x="63" y="97"/>
                  <a:pt x="62" y="97"/>
                  <a:pt x="61" y="98"/>
                </a:cubicBezTo>
                <a:cubicBezTo>
                  <a:pt x="61" y="99"/>
                  <a:pt x="61" y="99"/>
                  <a:pt x="61" y="100"/>
                </a:cubicBezTo>
                <a:cubicBezTo>
                  <a:pt x="61" y="118"/>
                  <a:pt x="61" y="118"/>
                  <a:pt x="61" y="118"/>
                </a:cubicBezTo>
                <a:cubicBezTo>
                  <a:pt x="61" y="119"/>
                  <a:pt x="61" y="120"/>
                  <a:pt x="61" y="120"/>
                </a:cubicBezTo>
                <a:cubicBezTo>
                  <a:pt x="62" y="121"/>
                  <a:pt x="63" y="121"/>
                  <a:pt x="64" y="121"/>
                </a:cubicBezTo>
                <a:cubicBezTo>
                  <a:pt x="82" y="121"/>
                  <a:pt x="82" y="121"/>
                  <a:pt x="82" y="121"/>
                </a:cubicBezTo>
                <a:cubicBezTo>
                  <a:pt x="83" y="121"/>
                  <a:pt x="83" y="121"/>
                  <a:pt x="84" y="120"/>
                </a:cubicBezTo>
                <a:cubicBezTo>
                  <a:pt x="84" y="120"/>
                  <a:pt x="85" y="119"/>
                  <a:pt x="85" y="11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04" name="Freeform 106"/>
          <p:cNvSpPr>
            <a:spLocks noEditPoints="1"/>
          </p:cNvSpPr>
          <p:nvPr/>
        </p:nvSpPr>
        <p:spPr bwMode="auto">
          <a:xfrm>
            <a:off x="7398061" y="2260927"/>
            <a:ext cx="209627" cy="181532"/>
          </a:xfrm>
          <a:custGeom>
            <a:avLst/>
            <a:gdLst>
              <a:gd name="T0" fmla="*/ 145 w 145"/>
              <a:gd name="T1" fmla="*/ 46 h 127"/>
              <a:gd name="T2" fmla="*/ 145 w 145"/>
              <a:gd name="T3" fmla="*/ 76 h 127"/>
              <a:gd name="T4" fmla="*/ 144 w 145"/>
              <a:gd name="T5" fmla="*/ 78 h 127"/>
              <a:gd name="T6" fmla="*/ 142 w 145"/>
              <a:gd name="T7" fmla="*/ 79 h 127"/>
              <a:gd name="T8" fmla="*/ 133 w 145"/>
              <a:gd name="T9" fmla="*/ 79 h 127"/>
              <a:gd name="T10" fmla="*/ 133 w 145"/>
              <a:gd name="T11" fmla="*/ 118 h 127"/>
              <a:gd name="T12" fmla="*/ 130 w 145"/>
              <a:gd name="T13" fmla="*/ 125 h 127"/>
              <a:gd name="T14" fmla="*/ 124 w 145"/>
              <a:gd name="T15" fmla="*/ 127 h 127"/>
              <a:gd name="T16" fmla="*/ 21 w 145"/>
              <a:gd name="T17" fmla="*/ 127 h 127"/>
              <a:gd name="T18" fmla="*/ 15 w 145"/>
              <a:gd name="T19" fmla="*/ 125 h 127"/>
              <a:gd name="T20" fmla="*/ 12 w 145"/>
              <a:gd name="T21" fmla="*/ 118 h 127"/>
              <a:gd name="T22" fmla="*/ 12 w 145"/>
              <a:gd name="T23" fmla="*/ 79 h 127"/>
              <a:gd name="T24" fmla="*/ 3 w 145"/>
              <a:gd name="T25" fmla="*/ 79 h 127"/>
              <a:gd name="T26" fmla="*/ 1 w 145"/>
              <a:gd name="T27" fmla="*/ 78 h 127"/>
              <a:gd name="T28" fmla="*/ 0 w 145"/>
              <a:gd name="T29" fmla="*/ 76 h 127"/>
              <a:gd name="T30" fmla="*/ 0 w 145"/>
              <a:gd name="T31" fmla="*/ 46 h 127"/>
              <a:gd name="T32" fmla="*/ 1 w 145"/>
              <a:gd name="T33" fmla="*/ 44 h 127"/>
              <a:gd name="T34" fmla="*/ 3 w 145"/>
              <a:gd name="T35" fmla="*/ 43 h 127"/>
              <a:gd name="T36" fmla="*/ 44 w 145"/>
              <a:gd name="T37" fmla="*/ 43 h 127"/>
              <a:gd name="T38" fmla="*/ 29 w 145"/>
              <a:gd name="T39" fmla="*/ 37 h 127"/>
              <a:gd name="T40" fmla="*/ 23 w 145"/>
              <a:gd name="T41" fmla="*/ 22 h 127"/>
              <a:gd name="T42" fmla="*/ 29 w 145"/>
              <a:gd name="T43" fmla="*/ 7 h 127"/>
              <a:gd name="T44" fmla="*/ 44 w 145"/>
              <a:gd name="T45" fmla="*/ 0 h 127"/>
              <a:gd name="T46" fmla="*/ 60 w 145"/>
              <a:gd name="T47" fmla="*/ 8 h 127"/>
              <a:gd name="T48" fmla="*/ 72 w 145"/>
              <a:gd name="T49" fmla="*/ 23 h 127"/>
              <a:gd name="T50" fmla="*/ 85 w 145"/>
              <a:gd name="T51" fmla="*/ 8 h 127"/>
              <a:gd name="T52" fmla="*/ 100 w 145"/>
              <a:gd name="T53" fmla="*/ 0 h 127"/>
              <a:gd name="T54" fmla="*/ 115 w 145"/>
              <a:gd name="T55" fmla="*/ 7 h 127"/>
              <a:gd name="T56" fmla="*/ 122 w 145"/>
              <a:gd name="T57" fmla="*/ 22 h 127"/>
              <a:gd name="T58" fmla="*/ 115 w 145"/>
              <a:gd name="T59" fmla="*/ 37 h 127"/>
              <a:gd name="T60" fmla="*/ 100 w 145"/>
              <a:gd name="T61" fmla="*/ 43 h 127"/>
              <a:gd name="T62" fmla="*/ 142 w 145"/>
              <a:gd name="T63" fmla="*/ 43 h 127"/>
              <a:gd name="T64" fmla="*/ 144 w 145"/>
              <a:gd name="T65" fmla="*/ 44 h 127"/>
              <a:gd name="T66" fmla="*/ 145 w 145"/>
              <a:gd name="T67" fmla="*/ 46 h 127"/>
              <a:gd name="T68" fmla="*/ 44 w 145"/>
              <a:gd name="T69" fmla="*/ 31 h 127"/>
              <a:gd name="T70" fmla="*/ 63 w 145"/>
              <a:gd name="T71" fmla="*/ 31 h 127"/>
              <a:gd name="T72" fmla="*/ 51 w 145"/>
              <a:gd name="T73" fmla="*/ 15 h 127"/>
              <a:gd name="T74" fmla="*/ 44 w 145"/>
              <a:gd name="T75" fmla="*/ 12 h 127"/>
              <a:gd name="T76" fmla="*/ 38 w 145"/>
              <a:gd name="T77" fmla="*/ 15 h 127"/>
              <a:gd name="T78" fmla="*/ 35 w 145"/>
              <a:gd name="T79" fmla="*/ 22 h 127"/>
              <a:gd name="T80" fmla="*/ 38 w 145"/>
              <a:gd name="T81" fmla="*/ 28 h 127"/>
              <a:gd name="T82" fmla="*/ 44 w 145"/>
              <a:gd name="T83" fmla="*/ 31 h 127"/>
              <a:gd name="T84" fmla="*/ 88 w 145"/>
              <a:gd name="T85" fmla="*/ 110 h 127"/>
              <a:gd name="T86" fmla="*/ 88 w 145"/>
              <a:gd name="T87" fmla="*/ 105 h 127"/>
              <a:gd name="T88" fmla="*/ 88 w 145"/>
              <a:gd name="T89" fmla="*/ 61 h 127"/>
              <a:gd name="T90" fmla="*/ 88 w 145"/>
              <a:gd name="T91" fmla="*/ 43 h 127"/>
              <a:gd name="T92" fmla="*/ 57 w 145"/>
              <a:gd name="T93" fmla="*/ 43 h 127"/>
              <a:gd name="T94" fmla="*/ 57 w 145"/>
              <a:gd name="T95" fmla="*/ 61 h 127"/>
              <a:gd name="T96" fmla="*/ 57 w 145"/>
              <a:gd name="T97" fmla="*/ 105 h 127"/>
              <a:gd name="T98" fmla="*/ 57 w 145"/>
              <a:gd name="T99" fmla="*/ 110 h 127"/>
              <a:gd name="T100" fmla="*/ 59 w 145"/>
              <a:gd name="T101" fmla="*/ 114 h 127"/>
              <a:gd name="T102" fmla="*/ 63 w 145"/>
              <a:gd name="T103" fmla="*/ 115 h 127"/>
              <a:gd name="T104" fmla="*/ 81 w 145"/>
              <a:gd name="T105" fmla="*/ 115 h 127"/>
              <a:gd name="T106" fmla="*/ 86 w 145"/>
              <a:gd name="T107" fmla="*/ 114 h 127"/>
              <a:gd name="T108" fmla="*/ 88 w 145"/>
              <a:gd name="T109" fmla="*/ 110 h 127"/>
              <a:gd name="T110" fmla="*/ 107 w 145"/>
              <a:gd name="T111" fmla="*/ 28 h 127"/>
              <a:gd name="T112" fmla="*/ 109 w 145"/>
              <a:gd name="T113" fmla="*/ 22 h 127"/>
              <a:gd name="T114" fmla="*/ 107 w 145"/>
              <a:gd name="T115" fmla="*/ 15 h 127"/>
              <a:gd name="T116" fmla="*/ 100 w 145"/>
              <a:gd name="T117" fmla="*/ 12 h 127"/>
              <a:gd name="T118" fmla="*/ 94 w 145"/>
              <a:gd name="T119" fmla="*/ 15 h 127"/>
              <a:gd name="T120" fmla="*/ 82 w 145"/>
              <a:gd name="T121" fmla="*/ 31 h 127"/>
              <a:gd name="T122" fmla="*/ 100 w 145"/>
              <a:gd name="T123" fmla="*/ 31 h 127"/>
              <a:gd name="T124" fmla="*/ 107 w 145"/>
              <a:gd name="T125" fmla="*/ 28 h 1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45" h="127">
                <a:moveTo>
                  <a:pt x="145" y="46"/>
                </a:moveTo>
                <a:cubicBezTo>
                  <a:pt x="145" y="76"/>
                  <a:pt x="145" y="76"/>
                  <a:pt x="145" y="76"/>
                </a:cubicBezTo>
                <a:cubicBezTo>
                  <a:pt x="145" y="77"/>
                  <a:pt x="145" y="78"/>
                  <a:pt x="144" y="78"/>
                </a:cubicBezTo>
                <a:cubicBezTo>
                  <a:pt x="144" y="79"/>
                  <a:pt x="143" y="79"/>
                  <a:pt x="142" y="79"/>
                </a:cubicBezTo>
                <a:cubicBezTo>
                  <a:pt x="133" y="79"/>
                  <a:pt x="133" y="79"/>
                  <a:pt x="133" y="79"/>
                </a:cubicBezTo>
                <a:cubicBezTo>
                  <a:pt x="133" y="118"/>
                  <a:pt x="133" y="118"/>
                  <a:pt x="133" y="118"/>
                </a:cubicBezTo>
                <a:cubicBezTo>
                  <a:pt x="133" y="121"/>
                  <a:pt x="132" y="123"/>
                  <a:pt x="130" y="125"/>
                </a:cubicBezTo>
                <a:cubicBezTo>
                  <a:pt x="128" y="127"/>
                  <a:pt x="126" y="127"/>
                  <a:pt x="124" y="127"/>
                </a:cubicBezTo>
                <a:cubicBezTo>
                  <a:pt x="21" y="127"/>
                  <a:pt x="21" y="127"/>
                  <a:pt x="21" y="127"/>
                </a:cubicBezTo>
                <a:cubicBezTo>
                  <a:pt x="18" y="127"/>
                  <a:pt x="16" y="127"/>
                  <a:pt x="15" y="125"/>
                </a:cubicBezTo>
                <a:cubicBezTo>
                  <a:pt x="13" y="123"/>
                  <a:pt x="12" y="121"/>
                  <a:pt x="12" y="118"/>
                </a:cubicBezTo>
                <a:cubicBezTo>
                  <a:pt x="12" y="79"/>
                  <a:pt x="12" y="79"/>
                  <a:pt x="12" y="79"/>
                </a:cubicBezTo>
                <a:cubicBezTo>
                  <a:pt x="3" y="79"/>
                  <a:pt x="3" y="79"/>
                  <a:pt x="3" y="79"/>
                </a:cubicBezTo>
                <a:cubicBezTo>
                  <a:pt x="2" y="79"/>
                  <a:pt x="1" y="79"/>
                  <a:pt x="1" y="78"/>
                </a:cubicBezTo>
                <a:cubicBezTo>
                  <a:pt x="0" y="78"/>
                  <a:pt x="0" y="77"/>
                  <a:pt x="0" y="76"/>
                </a:cubicBezTo>
                <a:cubicBezTo>
                  <a:pt x="0" y="46"/>
                  <a:pt x="0" y="46"/>
                  <a:pt x="0" y="46"/>
                </a:cubicBezTo>
                <a:cubicBezTo>
                  <a:pt x="0" y="45"/>
                  <a:pt x="0" y="44"/>
                  <a:pt x="1" y="44"/>
                </a:cubicBezTo>
                <a:cubicBezTo>
                  <a:pt x="1" y="43"/>
                  <a:pt x="2" y="43"/>
                  <a:pt x="3" y="43"/>
                </a:cubicBezTo>
                <a:cubicBezTo>
                  <a:pt x="44" y="43"/>
                  <a:pt x="44" y="43"/>
                  <a:pt x="44" y="43"/>
                </a:cubicBezTo>
                <a:cubicBezTo>
                  <a:pt x="39" y="43"/>
                  <a:pt x="34" y="41"/>
                  <a:pt x="29" y="37"/>
                </a:cubicBezTo>
                <a:cubicBezTo>
                  <a:pt x="25" y="32"/>
                  <a:pt x="23" y="27"/>
                  <a:pt x="23" y="22"/>
                </a:cubicBezTo>
                <a:cubicBezTo>
                  <a:pt x="23" y="16"/>
                  <a:pt x="25" y="11"/>
                  <a:pt x="29" y="7"/>
                </a:cubicBezTo>
                <a:cubicBezTo>
                  <a:pt x="34" y="2"/>
                  <a:pt x="39" y="0"/>
                  <a:pt x="44" y="0"/>
                </a:cubicBezTo>
                <a:cubicBezTo>
                  <a:pt x="51" y="0"/>
                  <a:pt x="56" y="3"/>
                  <a:pt x="60" y="8"/>
                </a:cubicBezTo>
                <a:cubicBezTo>
                  <a:pt x="72" y="23"/>
                  <a:pt x="72" y="23"/>
                  <a:pt x="72" y="23"/>
                </a:cubicBezTo>
                <a:cubicBezTo>
                  <a:pt x="85" y="8"/>
                  <a:pt x="85" y="8"/>
                  <a:pt x="85" y="8"/>
                </a:cubicBezTo>
                <a:cubicBezTo>
                  <a:pt x="88" y="3"/>
                  <a:pt x="94" y="0"/>
                  <a:pt x="100" y="0"/>
                </a:cubicBezTo>
                <a:cubicBezTo>
                  <a:pt x="106" y="0"/>
                  <a:pt x="111" y="2"/>
                  <a:pt x="115" y="7"/>
                </a:cubicBezTo>
                <a:cubicBezTo>
                  <a:pt x="120" y="11"/>
                  <a:pt x="122" y="16"/>
                  <a:pt x="122" y="22"/>
                </a:cubicBezTo>
                <a:cubicBezTo>
                  <a:pt x="122" y="27"/>
                  <a:pt x="120" y="32"/>
                  <a:pt x="115" y="37"/>
                </a:cubicBezTo>
                <a:cubicBezTo>
                  <a:pt x="111" y="41"/>
                  <a:pt x="106" y="43"/>
                  <a:pt x="100" y="43"/>
                </a:cubicBezTo>
                <a:cubicBezTo>
                  <a:pt x="142" y="43"/>
                  <a:pt x="142" y="43"/>
                  <a:pt x="142" y="43"/>
                </a:cubicBezTo>
                <a:cubicBezTo>
                  <a:pt x="143" y="43"/>
                  <a:pt x="144" y="43"/>
                  <a:pt x="144" y="44"/>
                </a:cubicBezTo>
                <a:cubicBezTo>
                  <a:pt x="145" y="44"/>
                  <a:pt x="145" y="45"/>
                  <a:pt x="145" y="46"/>
                </a:cubicBezTo>
                <a:close/>
                <a:moveTo>
                  <a:pt x="44" y="31"/>
                </a:moveTo>
                <a:cubicBezTo>
                  <a:pt x="63" y="31"/>
                  <a:pt x="63" y="31"/>
                  <a:pt x="63" y="31"/>
                </a:cubicBezTo>
                <a:cubicBezTo>
                  <a:pt x="51" y="15"/>
                  <a:pt x="51" y="15"/>
                  <a:pt x="51" y="15"/>
                </a:cubicBezTo>
                <a:cubicBezTo>
                  <a:pt x="49" y="13"/>
                  <a:pt x="47" y="12"/>
                  <a:pt x="44" y="12"/>
                </a:cubicBezTo>
                <a:cubicBezTo>
                  <a:pt x="42" y="12"/>
                  <a:pt x="40" y="13"/>
                  <a:pt x="38" y="15"/>
                </a:cubicBezTo>
                <a:cubicBezTo>
                  <a:pt x="36" y="17"/>
                  <a:pt x="35" y="19"/>
                  <a:pt x="35" y="22"/>
                </a:cubicBezTo>
                <a:cubicBezTo>
                  <a:pt x="35" y="24"/>
                  <a:pt x="36" y="26"/>
                  <a:pt x="38" y="28"/>
                </a:cubicBezTo>
                <a:cubicBezTo>
                  <a:pt x="40" y="30"/>
                  <a:pt x="42" y="31"/>
                  <a:pt x="44" y="31"/>
                </a:cubicBezTo>
                <a:close/>
                <a:moveTo>
                  <a:pt x="88" y="110"/>
                </a:moveTo>
                <a:cubicBezTo>
                  <a:pt x="88" y="105"/>
                  <a:pt x="88" y="105"/>
                  <a:pt x="88" y="105"/>
                </a:cubicBezTo>
                <a:cubicBezTo>
                  <a:pt x="88" y="61"/>
                  <a:pt x="88" y="61"/>
                  <a:pt x="88" y="61"/>
                </a:cubicBezTo>
                <a:cubicBezTo>
                  <a:pt x="88" y="43"/>
                  <a:pt x="88" y="43"/>
                  <a:pt x="88" y="43"/>
                </a:cubicBezTo>
                <a:cubicBezTo>
                  <a:pt x="57" y="43"/>
                  <a:pt x="57" y="43"/>
                  <a:pt x="57" y="43"/>
                </a:cubicBezTo>
                <a:cubicBezTo>
                  <a:pt x="57" y="61"/>
                  <a:pt x="57" y="61"/>
                  <a:pt x="57" y="61"/>
                </a:cubicBezTo>
                <a:cubicBezTo>
                  <a:pt x="57" y="105"/>
                  <a:pt x="57" y="105"/>
                  <a:pt x="57" y="105"/>
                </a:cubicBezTo>
                <a:cubicBezTo>
                  <a:pt x="57" y="110"/>
                  <a:pt x="57" y="110"/>
                  <a:pt x="57" y="110"/>
                </a:cubicBezTo>
                <a:cubicBezTo>
                  <a:pt x="57" y="112"/>
                  <a:pt x="58" y="113"/>
                  <a:pt x="59" y="114"/>
                </a:cubicBezTo>
                <a:cubicBezTo>
                  <a:pt x="60" y="115"/>
                  <a:pt x="62" y="115"/>
                  <a:pt x="63" y="115"/>
                </a:cubicBezTo>
                <a:cubicBezTo>
                  <a:pt x="81" y="115"/>
                  <a:pt x="81" y="115"/>
                  <a:pt x="81" y="115"/>
                </a:cubicBezTo>
                <a:cubicBezTo>
                  <a:pt x="83" y="115"/>
                  <a:pt x="85" y="115"/>
                  <a:pt x="86" y="114"/>
                </a:cubicBezTo>
                <a:cubicBezTo>
                  <a:pt x="87" y="113"/>
                  <a:pt x="88" y="112"/>
                  <a:pt x="88" y="110"/>
                </a:cubicBezTo>
                <a:close/>
                <a:moveTo>
                  <a:pt x="107" y="28"/>
                </a:moveTo>
                <a:cubicBezTo>
                  <a:pt x="109" y="26"/>
                  <a:pt x="109" y="24"/>
                  <a:pt x="109" y="22"/>
                </a:cubicBezTo>
                <a:cubicBezTo>
                  <a:pt x="109" y="19"/>
                  <a:pt x="109" y="17"/>
                  <a:pt x="107" y="15"/>
                </a:cubicBezTo>
                <a:cubicBezTo>
                  <a:pt x="105" y="13"/>
                  <a:pt x="103" y="12"/>
                  <a:pt x="100" y="12"/>
                </a:cubicBezTo>
                <a:cubicBezTo>
                  <a:pt x="98" y="12"/>
                  <a:pt x="96" y="13"/>
                  <a:pt x="94" y="15"/>
                </a:cubicBezTo>
                <a:cubicBezTo>
                  <a:pt x="82" y="31"/>
                  <a:pt x="82" y="31"/>
                  <a:pt x="82" y="31"/>
                </a:cubicBezTo>
                <a:cubicBezTo>
                  <a:pt x="100" y="31"/>
                  <a:pt x="100" y="31"/>
                  <a:pt x="100" y="31"/>
                </a:cubicBezTo>
                <a:cubicBezTo>
                  <a:pt x="103" y="31"/>
                  <a:pt x="105" y="30"/>
                  <a:pt x="107" y="2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05" name="Freeform 107"/>
          <p:cNvSpPr>
            <a:spLocks noEditPoints="1"/>
          </p:cNvSpPr>
          <p:nvPr/>
        </p:nvSpPr>
        <p:spPr bwMode="auto">
          <a:xfrm>
            <a:off x="7666038" y="2252283"/>
            <a:ext cx="244204" cy="190176"/>
          </a:xfrm>
          <a:custGeom>
            <a:avLst/>
            <a:gdLst>
              <a:gd name="T0" fmla="*/ 169 w 169"/>
              <a:gd name="T1" fmla="*/ 36 h 133"/>
              <a:gd name="T2" fmla="*/ 167 w 169"/>
              <a:gd name="T3" fmla="*/ 54 h 133"/>
              <a:gd name="T4" fmla="*/ 150 w 169"/>
              <a:gd name="T5" fmla="*/ 91 h 133"/>
              <a:gd name="T6" fmla="*/ 116 w 169"/>
              <a:gd name="T7" fmla="*/ 116 h 133"/>
              <a:gd name="T8" fmla="*/ 74 w 169"/>
              <a:gd name="T9" fmla="*/ 126 h 133"/>
              <a:gd name="T10" fmla="*/ 47 w 169"/>
              <a:gd name="T11" fmla="*/ 122 h 133"/>
              <a:gd name="T12" fmla="*/ 39 w 169"/>
              <a:gd name="T13" fmla="*/ 118 h 133"/>
              <a:gd name="T14" fmla="*/ 30 w 169"/>
              <a:gd name="T15" fmla="*/ 114 h 133"/>
              <a:gd name="T16" fmla="*/ 26 w 169"/>
              <a:gd name="T17" fmla="*/ 117 h 133"/>
              <a:gd name="T18" fmla="*/ 22 w 169"/>
              <a:gd name="T19" fmla="*/ 124 h 133"/>
              <a:gd name="T20" fmla="*/ 17 w 169"/>
              <a:gd name="T21" fmla="*/ 130 h 133"/>
              <a:gd name="T22" fmla="*/ 11 w 169"/>
              <a:gd name="T23" fmla="*/ 133 h 133"/>
              <a:gd name="T24" fmla="*/ 7 w 169"/>
              <a:gd name="T25" fmla="*/ 132 h 133"/>
              <a:gd name="T26" fmla="*/ 4 w 169"/>
              <a:gd name="T27" fmla="*/ 130 h 133"/>
              <a:gd name="T28" fmla="*/ 1 w 169"/>
              <a:gd name="T29" fmla="*/ 126 h 133"/>
              <a:gd name="T30" fmla="*/ 0 w 169"/>
              <a:gd name="T31" fmla="*/ 125 h 133"/>
              <a:gd name="T32" fmla="*/ 0 w 169"/>
              <a:gd name="T33" fmla="*/ 124 h 133"/>
              <a:gd name="T34" fmla="*/ 0 w 169"/>
              <a:gd name="T35" fmla="*/ 123 h 133"/>
              <a:gd name="T36" fmla="*/ 0 w 169"/>
              <a:gd name="T37" fmla="*/ 122 h 133"/>
              <a:gd name="T38" fmla="*/ 2 w 169"/>
              <a:gd name="T39" fmla="*/ 115 h 133"/>
              <a:gd name="T40" fmla="*/ 9 w 169"/>
              <a:gd name="T41" fmla="*/ 109 h 133"/>
              <a:gd name="T42" fmla="*/ 15 w 169"/>
              <a:gd name="T43" fmla="*/ 104 h 133"/>
              <a:gd name="T44" fmla="*/ 18 w 169"/>
              <a:gd name="T45" fmla="*/ 99 h 133"/>
              <a:gd name="T46" fmla="*/ 17 w 169"/>
              <a:gd name="T47" fmla="*/ 95 h 133"/>
              <a:gd name="T48" fmla="*/ 15 w 169"/>
              <a:gd name="T49" fmla="*/ 91 h 133"/>
              <a:gd name="T50" fmla="*/ 15 w 169"/>
              <a:gd name="T51" fmla="*/ 81 h 133"/>
              <a:gd name="T52" fmla="*/ 19 w 169"/>
              <a:gd name="T53" fmla="*/ 61 h 133"/>
              <a:gd name="T54" fmla="*/ 30 w 169"/>
              <a:gd name="T55" fmla="*/ 43 h 133"/>
              <a:gd name="T56" fmla="*/ 46 w 169"/>
              <a:gd name="T57" fmla="*/ 30 h 133"/>
              <a:gd name="T58" fmla="*/ 65 w 169"/>
              <a:gd name="T59" fmla="*/ 21 h 133"/>
              <a:gd name="T60" fmla="*/ 79 w 169"/>
              <a:gd name="T61" fmla="*/ 19 h 133"/>
              <a:gd name="T62" fmla="*/ 96 w 169"/>
              <a:gd name="T63" fmla="*/ 18 h 133"/>
              <a:gd name="T64" fmla="*/ 113 w 169"/>
              <a:gd name="T65" fmla="*/ 17 h 133"/>
              <a:gd name="T66" fmla="*/ 128 w 169"/>
              <a:gd name="T67" fmla="*/ 15 h 133"/>
              <a:gd name="T68" fmla="*/ 139 w 169"/>
              <a:gd name="T69" fmla="*/ 10 h 133"/>
              <a:gd name="T70" fmla="*/ 142 w 169"/>
              <a:gd name="T71" fmla="*/ 7 h 133"/>
              <a:gd name="T72" fmla="*/ 145 w 169"/>
              <a:gd name="T73" fmla="*/ 4 h 133"/>
              <a:gd name="T74" fmla="*/ 147 w 169"/>
              <a:gd name="T75" fmla="*/ 2 h 133"/>
              <a:gd name="T76" fmla="*/ 151 w 169"/>
              <a:gd name="T77" fmla="*/ 1 h 133"/>
              <a:gd name="T78" fmla="*/ 155 w 169"/>
              <a:gd name="T79" fmla="*/ 0 h 133"/>
              <a:gd name="T80" fmla="*/ 161 w 169"/>
              <a:gd name="T81" fmla="*/ 5 h 133"/>
              <a:gd name="T82" fmla="*/ 166 w 169"/>
              <a:gd name="T83" fmla="*/ 15 h 133"/>
              <a:gd name="T84" fmla="*/ 168 w 169"/>
              <a:gd name="T85" fmla="*/ 27 h 133"/>
              <a:gd name="T86" fmla="*/ 169 w 169"/>
              <a:gd name="T87" fmla="*/ 36 h 133"/>
              <a:gd name="T88" fmla="*/ 119 w 169"/>
              <a:gd name="T89" fmla="*/ 59 h 133"/>
              <a:gd name="T90" fmla="*/ 121 w 169"/>
              <a:gd name="T91" fmla="*/ 55 h 133"/>
              <a:gd name="T92" fmla="*/ 119 w 169"/>
              <a:gd name="T93" fmla="*/ 51 h 133"/>
              <a:gd name="T94" fmla="*/ 115 w 169"/>
              <a:gd name="T95" fmla="*/ 49 h 133"/>
              <a:gd name="T96" fmla="*/ 84 w 169"/>
              <a:gd name="T97" fmla="*/ 53 h 133"/>
              <a:gd name="T98" fmla="*/ 60 w 169"/>
              <a:gd name="T99" fmla="*/ 66 h 133"/>
              <a:gd name="T100" fmla="*/ 38 w 169"/>
              <a:gd name="T101" fmla="*/ 87 h 133"/>
              <a:gd name="T102" fmla="*/ 36 w 169"/>
              <a:gd name="T103" fmla="*/ 91 h 133"/>
              <a:gd name="T104" fmla="*/ 38 w 169"/>
              <a:gd name="T105" fmla="*/ 95 h 133"/>
              <a:gd name="T106" fmla="*/ 42 w 169"/>
              <a:gd name="T107" fmla="*/ 97 h 133"/>
              <a:gd name="T108" fmla="*/ 46 w 169"/>
              <a:gd name="T109" fmla="*/ 95 h 133"/>
              <a:gd name="T110" fmla="*/ 53 w 169"/>
              <a:gd name="T111" fmla="*/ 89 h 133"/>
              <a:gd name="T112" fmla="*/ 59 w 169"/>
              <a:gd name="T113" fmla="*/ 82 h 133"/>
              <a:gd name="T114" fmla="*/ 85 w 169"/>
              <a:gd name="T115" fmla="*/ 66 h 133"/>
              <a:gd name="T116" fmla="*/ 115 w 169"/>
              <a:gd name="T117" fmla="*/ 61 h 133"/>
              <a:gd name="T118" fmla="*/ 119 w 169"/>
              <a:gd name="T119" fmla="*/ 59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69" h="133">
                <a:moveTo>
                  <a:pt x="169" y="36"/>
                </a:moveTo>
                <a:cubicBezTo>
                  <a:pt x="169" y="42"/>
                  <a:pt x="168" y="48"/>
                  <a:pt x="167" y="54"/>
                </a:cubicBezTo>
                <a:cubicBezTo>
                  <a:pt x="164" y="68"/>
                  <a:pt x="158" y="81"/>
                  <a:pt x="150" y="91"/>
                </a:cubicBezTo>
                <a:cubicBezTo>
                  <a:pt x="141" y="101"/>
                  <a:pt x="130" y="109"/>
                  <a:pt x="116" y="116"/>
                </a:cubicBezTo>
                <a:cubicBezTo>
                  <a:pt x="102" y="123"/>
                  <a:pt x="89" y="126"/>
                  <a:pt x="74" y="126"/>
                </a:cubicBezTo>
                <a:cubicBezTo>
                  <a:pt x="65" y="126"/>
                  <a:pt x="56" y="125"/>
                  <a:pt x="47" y="122"/>
                </a:cubicBezTo>
                <a:cubicBezTo>
                  <a:pt x="46" y="121"/>
                  <a:pt x="44" y="120"/>
                  <a:pt x="39" y="118"/>
                </a:cubicBezTo>
                <a:cubicBezTo>
                  <a:pt x="34" y="115"/>
                  <a:pt x="31" y="114"/>
                  <a:pt x="30" y="114"/>
                </a:cubicBezTo>
                <a:cubicBezTo>
                  <a:pt x="29" y="114"/>
                  <a:pt x="28" y="115"/>
                  <a:pt x="26" y="117"/>
                </a:cubicBezTo>
                <a:cubicBezTo>
                  <a:pt x="25" y="119"/>
                  <a:pt x="23" y="121"/>
                  <a:pt x="22" y="124"/>
                </a:cubicBezTo>
                <a:cubicBezTo>
                  <a:pt x="21" y="126"/>
                  <a:pt x="19" y="128"/>
                  <a:pt x="17" y="130"/>
                </a:cubicBezTo>
                <a:cubicBezTo>
                  <a:pt x="15" y="132"/>
                  <a:pt x="13" y="133"/>
                  <a:pt x="11" y="133"/>
                </a:cubicBezTo>
                <a:cubicBezTo>
                  <a:pt x="9" y="133"/>
                  <a:pt x="8" y="133"/>
                  <a:pt x="7" y="132"/>
                </a:cubicBezTo>
                <a:cubicBezTo>
                  <a:pt x="5" y="132"/>
                  <a:pt x="4" y="131"/>
                  <a:pt x="4" y="130"/>
                </a:cubicBezTo>
                <a:cubicBezTo>
                  <a:pt x="3" y="129"/>
                  <a:pt x="2" y="128"/>
                  <a:pt x="1" y="126"/>
                </a:cubicBezTo>
                <a:cubicBezTo>
                  <a:pt x="1" y="126"/>
                  <a:pt x="1" y="126"/>
                  <a:pt x="0" y="125"/>
                </a:cubicBezTo>
                <a:cubicBezTo>
                  <a:pt x="0" y="125"/>
                  <a:pt x="0" y="124"/>
                  <a:pt x="0" y="124"/>
                </a:cubicBezTo>
                <a:cubicBezTo>
                  <a:pt x="0" y="124"/>
                  <a:pt x="0" y="124"/>
                  <a:pt x="0" y="123"/>
                </a:cubicBezTo>
                <a:cubicBezTo>
                  <a:pt x="0" y="123"/>
                  <a:pt x="0" y="122"/>
                  <a:pt x="0" y="122"/>
                </a:cubicBezTo>
                <a:cubicBezTo>
                  <a:pt x="0" y="120"/>
                  <a:pt x="1" y="118"/>
                  <a:pt x="2" y="115"/>
                </a:cubicBezTo>
                <a:cubicBezTo>
                  <a:pt x="4" y="113"/>
                  <a:pt x="7" y="111"/>
                  <a:pt x="9" y="109"/>
                </a:cubicBezTo>
                <a:cubicBezTo>
                  <a:pt x="11" y="107"/>
                  <a:pt x="13" y="105"/>
                  <a:pt x="15" y="104"/>
                </a:cubicBezTo>
                <a:cubicBezTo>
                  <a:pt x="17" y="102"/>
                  <a:pt x="18" y="100"/>
                  <a:pt x="18" y="99"/>
                </a:cubicBezTo>
                <a:cubicBezTo>
                  <a:pt x="18" y="99"/>
                  <a:pt x="18" y="98"/>
                  <a:pt x="17" y="95"/>
                </a:cubicBezTo>
                <a:cubicBezTo>
                  <a:pt x="16" y="93"/>
                  <a:pt x="16" y="92"/>
                  <a:pt x="15" y="91"/>
                </a:cubicBezTo>
                <a:cubicBezTo>
                  <a:pt x="15" y="88"/>
                  <a:pt x="15" y="85"/>
                  <a:pt x="15" y="81"/>
                </a:cubicBezTo>
                <a:cubicBezTo>
                  <a:pt x="15" y="74"/>
                  <a:pt x="16" y="67"/>
                  <a:pt x="19" y="61"/>
                </a:cubicBezTo>
                <a:cubicBezTo>
                  <a:pt x="21" y="54"/>
                  <a:pt x="25" y="48"/>
                  <a:pt x="30" y="43"/>
                </a:cubicBezTo>
                <a:cubicBezTo>
                  <a:pt x="35" y="38"/>
                  <a:pt x="40" y="34"/>
                  <a:pt x="46" y="30"/>
                </a:cubicBezTo>
                <a:cubicBezTo>
                  <a:pt x="52" y="26"/>
                  <a:pt x="58" y="23"/>
                  <a:pt x="65" y="21"/>
                </a:cubicBezTo>
                <a:cubicBezTo>
                  <a:pt x="69" y="20"/>
                  <a:pt x="73" y="19"/>
                  <a:pt x="79" y="19"/>
                </a:cubicBezTo>
                <a:cubicBezTo>
                  <a:pt x="85" y="18"/>
                  <a:pt x="90" y="18"/>
                  <a:pt x="96" y="18"/>
                </a:cubicBezTo>
                <a:cubicBezTo>
                  <a:pt x="102" y="18"/>
                  <a:pt x="107" y="18"/>
                  <a:pt x="113" y="17"/>
                </a:cubicBezTo>
                <a:cubicBezTo>
                  <a:pt x="119" y="17"/>
                  <a:pt x="124" y="16"/>
                  <a:pt x="128" y="15"/>
                </a:cubicBezTo>
                <a:cubicBezTo>
                  <a:pt x="133" y="14"/>
                  <a:pt x="137" y="12"/>
                  <a:pt x="139" y="10"/>
                </a:cubicBezTo>
                <a:cubicBezTo>
                  <a:pt x="140" y="9"/>
                  <a:pt x="141" y="8"/>
                  <a:pt x="142" y="7"/>
                </a:cubicBezTo>
                <a:cubicBezTo>
                  <a:pt x="143" y="6"/>
                  <a:pt x="144" y="5"/>
                  <a:pt x="145" y="4"/>
                </a:cubicBezTo>
                <a:cubicBezTo>
                  <a:pt x="145" y="4"/>
                  <a:pt x="146" y="3"/>
                  <a:pt x="147" y="2"/>
                </a:cubicBezTo>
                <a:cubicBezTo>
                  <a:pt x="148" y="2"/>
                  <a:pt x="149" y="1"/>
                  <a:pt x="151" y="1"/>
                </a:cubicBezTo>
                <a:cubicBezTo>
                  <a:pt x="152" y="0"/>
                  <a:pt x="153" y="0"/>
                  <a:pt x="155" y="0"/>
                </a:cubicBezTo>
                <a:cubicBezTo>
                  <a:pt x="157" y="0"/>
                  <a:pt x="159" y="2"/>
                  <a:pt x="161" y="5"/>
                </a:cubicBezTo>
                <a:cubicBezTo>
                  <a:pt x="163" y="8"/>
                  <a:pt x="165" y="11"/>
                  <a:pt x="166" y="15"/>
                </a:cubicBezTo>
                <a:cubicBezTo>
                  <a:pt x="167" y="19"/>
                  <a:pt x="168" y="23"/>
                  <a:pt x="168" y="27"/>
                </a:cubicBezTo>
                <a:cubicBezTo>
                  <a:pt x="169" y="31"/>
                  <a:pt x="169" y="34"/>
                  <a:pt x="169" y="36"/>
                </a:cubicBezTo>
                <a:close/>
                <a:moveTo>
                  <a:pt x="119" y="59"/>
                </a:moveTo>
                <a:cubicBezTo>
                  <a:pt x="120" y="58"/>
                  <a:pt x="121" y="56"/>
                  <a:pt x="121" y="55"/>
                </a:cubicBezTo>
                <a:cubicBezTo>
                  <a:pt x="121" y="53"/>
                  <a:pt x="120" y="52"/>
                  <a:pt x="119" y="51"/>
                </a:cubicBezTo>
                <a:cubicBezTo>
                  <a:pt x="118" y="49"/>
                  <a:pt x="116" y="49"/>
                  <a:pt x="115" y="49"/>
                </a:cubicBezTo>
                <a:cubicBezTo>
                  <a:pt x="104" y="49"/>
                  <a:pt x="94" y="50"/>
                  <a:pt x="84" y="53"/>
                </a:cubicBezTo>
                <a:cubicBezTo>
                  <a:pt x="75" y="57"/>
                  <a:pt x="67" y="61"/>
                  <a:pt x="60" y="66"/>
                </a:cubicBezTo>
                <a:cubicBezTo>
                  <a:pt x="53" y="71"/>
                  <a:pt x="45" y="78"/>
                  <a:pt x="38" y="87"/>
                </a:cubicBezTo>
                <a:cubicBezTo>
                  <a:pt x="36" y="88"/>
                  <a:pt x="36" y="90"/>
                  <a:pt x="36" y="91"/>
                </a:cubicBezTo>
                <a:cubicBezTo>
                  <a:pt x="36" y="93"/>
                  <a:pt x="36" y="94"/>
                  <a:pt x="38" y="95"/>
                </a:cubicBezTo>
                <a:cubicBezTo>
                  <a:pt x="39" y="97"/>
                  <a:pt x="40" y="97"/>
                  <a:pt x="42" y="97"/>
                </a:cubicBezTo>
                <a:cubicBezTo>
                  <a:pt x="43" y="97"/>
                  <a:pt x="45" y="97"/>
                  <a:pt x="46" y="95"/>
                </a:cubicBezTo>
                <a:cubicBezTo>
                  <a:pt x="48" y="94"/>
                  <a:pt x="50" y="92"/>
                  <a:pt x="53" y="89"/>
                </a:cubicBezTo>
                <a:cubicBezTo>
                  <a:pt x="56" y="86"/>
                  <a:pt x="58" y="84"/>
                  <a:pt x="59" y="82"/>
                </a:cubicBezTo>
                <a:cubicBezTo>
                  <a:pt x="68" y="75"/>
                  <a:pt x="77" y="69"/>
                  <a:pt x="85" y="66"/>
                </a:cubicBezTo>
                <a:cubicBezTo>
                  <a:pt x="93" y="62"/>
                  <a:pt x="103" y="61"/>
                  <a:pt x="115" y="61"/>
                </a:cubicBezTo>
                <a:cubicBezTo>
                  <a:pt x="116" y="61"/>
                  <a:pt x="118" y="60"/>
                  <a:pt x="119" y="5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06" name="Freeform 108"/>
          <p:cNvSpPr>
            <a:spLocks noEditPoints="1"/>
          </p:cNvSpPr>
          <p:nvPr/>
        </p:nvSpPr>
        <p:spPr bwMode="auto">
          <a:xfrm>
            <a:off x="7968592" y="2234995"/>
            <a:ext cx="192337" cy="244204"/>
          </a:xfrm>
          <a:custGeom>
            <a:avLst/>
            <a:gdLst>
              <a:gd name="T0" fmla="*/ 133 w 133"/>
              <a:gd name="T1" fmla="*/ 161 h 170"/>
              <a:gd name="T2" fmla="*/ 133 w 133"/>
              <a:gd name="T3" fmla="*/ 167 h 170"/>
              <a:gd name="T4" fmla="*/ 132 w 133"/>
              <a:gd name="T5" fmla="*/ 169 h 170"/>
              <a:gd name="T6" fmla="*/ 130 w 133"/>
              <a:gd name="T7" fmla="*/ 170 h 170"/>
              <a:gd name="T8" fmla="*/ 3 w 133"/>
              <a:gd name="T9" fmla="*/ 170 h 170"/>
              <a:gd name="T10" fmla="*/ 0 w 133"/>
              <a:gd name="T11" fmla="*/ 169 h 170"/>
              <a:gd name="T12" fmla="*/ 0 w 133"/>
              <a:gd name="T13" fmla="*/ 167 h 170"/>
              <a:gd name="T14" fmla="*/ 0 w 133"/>
              <a:gd name="T15" fmla="*/ 161 h 170"/>
              <a:gd name="T16" fmla="*/ 0 w 133"/>
              <a:gd name="T17" fmla="*/ 158 h 170"/>
              <a:gd name="T18" fmla="*/ 3 w 133"/>
              <a:gd name="T19" fmla="*/ 158 h 170"/>
              <a:gd name="T20" fmla="*/ 130 w 133"/>
              <a:gd name="T21" fmla="*/ 158 h 170"/>
              <a:gd name="T22" fmla="*/ 132 w 133"/>
              <a:gd name="T23" fmla="*/ 158 h 170"/>
              <a:gd name="T24" fmla="*/ 133 w 133"/>
              <a:gd name="T25" fmla="*/ 161 h 170"/>
              <a:gd name="T26" fmla="*/ 108 w 133"/>
              <a:gd name="T27" fmla="*/ 61 h 170"/>
              <a:gd name="T28" fmla="*/ 106 w 133"/>
              <a:gd name="T29" fmla="*/ 74 h 170"/>
              <a:gd name="T30" fmla="*/ 100 w 133"/>
              <a:gd name="T31" fmla="*/ 85 h 170"/>
              <a:gd name="T32" fmla="*/ 92 w 133"/>
              <a:gd name="T33" fmla="*/ 93 h 170"/>
              <a:gd name="T34" fmla="*/ 83 w 133"/>
              <a:gd name="T35" fmla="*/ 101 h 170"/>
              <a:gd name="T36" fmla="*/ 74 w 133"/>
              <a:gd name="T37" fmla="*/ 107 h 170"/>
              <a:gd name="T38" fmla="*/ 68 w 133"/>
              <a:gd name="T39" fmla="*/ 115 h 170"/>
              <a:gd name="T40" fmla="*/ 66 w 133"/>
              <a:gd name="T41" fmla="*/ 124 h 170"/>
              <a:gd name="T42" fmla="*/ 72 w 133"/>
              <a:gd name="T43" fmla="*/ 145 h 170"/>
              <a:gd name="T44" fmla="*/ 72 w 133"/>
              <a:gd name="T45" fmla="*/ 145 h 170"/>
              <a:gd name="T46" fmla="*/ 72 w 133"/>
              <a:gd name="T47" fmla="*/ 145 h 170"/>
              <a:gd name="T48" fmla="*/ 57 w 133"/>
              <a:gd name="T49" fmla="*/ 138 h 170"/>
              <a:gd name="T50" fmla="*/ 44 w 133"/>
              <a:gd name="T51" fmla="*/ 128 h 170"/>
              <a:gd name="T52" fmla="*/ 33 w 133"/>
              <a:gd name="T53" fmla="*/ 117 h 170"/>
              <a:gd name="T54" fmla="*/ 26 w 133"/>
              <a:gd name="T55" fmla="*/ 102 h 170"/>
              <a:gd name="T56" fmla="*/ 24 w 133"/>
              <a:gd name="T57" fmla="*/ 85 h 170"/>
              <a:gd name="T58" fmla="*/ 26 w 133"/>
              <a:gd name="T59" fmla="*/ 71 h 170"/>
              <a:gd name="T60" fmla="*/ 32 w 133"/>
              <a:gd name="T61" fmla="*/ 61 h 170"/>
              <a:gd name="T62" fmla="*/ 40 w 133"/>
              <a:gd name="T63" fmla="*/ 52 h 170"/>
              <a:gd name="T64" fmla="*/ 49 w 133"/>
              <a:gd name="T65" fmla="*/ 45 h 170"/>
              <a:gd name="T66" fmla="*/ 58 w 133"/>
              <a:gd name="T67" fmla="*/ 38 h 170"/>
              <a:gd name="T68" fmla="*/ 64 w 133"/>
              <a:gd name="T69" fmla="*/ 31 h 170"/>
              <a:gd name="T70" fmla="*/ 66 w 133"/>
              <a:gd name="T71" fmla="*/ 21 h 170"/>
              <a:gd name="T72" fmla="*/ 60 w 133"/>
              <a:gd name="T73" fmla="*/ 0 h 170"/>
              <a:gd name="T74" fmla="*/ 60 w 133"/>
              <a:gd name="T75" fmla="*/ 0 h 170"/>
              <a:gd name="T76" fmla="*/ 60 w 133"/>
              <a:gd name="T77" fmla="*/ 0 h 170"/>
              <a:gd name="T78" fmla="*/ 75 w 133"/>
              <a:gd name="T79" fmla="*/ 8 h 170"/>
              <a:gd name="T80" fmla="*/ 88 w 133"/>
              <a:gd name="T81" fmla="*/ 18 h 170"/>
              <a:gd name="T82" fmla="*/ 99 w 133"/>
              <a:gd name="T83" fmla="*/ 29 h 170"/>
              <a:gd name="T84" fmla="*/ 106 w 133"/>
              <a:gd name="T85" fmla="*/ 43 h 170"/>
              <a:gd name="T86" fmla="*/ 108 w 133"/>
              <a:gd name="T87" fmla="*/ 61 h 1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33" h="170">
                <a:moveTo>
                  <a:pt x="133" y="161"/>
                </a:moveTo>
                <a:cubicBezTo>
                  <a:pt x="133" y="167"/>
                  <a:pt x="133" y="167"/>
                  <a:pt x="133" y="167"/>
                </a:cubicBezTo>
                <a:cubicBezTo>
                  <a:pt x="133" y="167"/>
                  <a:pt x="132" y="168"/>
                  <a:pt x="132" y="169"/>
                </a:cubicBezTo>
                <a:cubicBezTo>
                  <a:pt x="131" y="169"/>
                  <a:pt x="130" y="170"/>
                  <a:pt x="130" y="170"/>
                </a:cubicBezTo>
                <a:cubicBezTo>
                  <a:pt x="3" y="170"/>
                  <a:pt x="3" y="170"/>
                  <a:pt x="3" y="170"/>
                </a:cubicBezTo>
                <a:cubicBezTo>
                  <a:pt x="2" y="170"/>
                  <a:pt x="1" y="169"/>
                  <a:pt x="0" y="169"/>
                </a:cubicBezTo>
                <a:cubicBezTo>
                  <a:pt x="0" y="168"/>
                  <a:pt x="0" y="167"/>
                  <a:pt x="0" y="167"/>
                </a:cubicBezTo>
                <a:cubicBezTo>
                  <a:pt x="0" y="161"/>
                  <a:pt x="0" y="161"/>
                  <a:pt x="0" y="161"/>
                </a:cubicBezTo>
                <a:cubicBezTo>
                  <a:pt x="0" y="160"/>
                  <a:pt x="0" y="159"/>
                  <a:pt x="0" y="158"/>
                </a:cubicBezTo>
                <a:cubicBezTo>
                  <a:pt x="1" y="158"/>
                  <a:pt x="2" y="158"/>
                  <a:pt x="3" y="158"/>
                </a:cubicBezTo>
                <a:cubicBezTo>
                  <a:pt x="130" y="158"/>
                  <a:pt x="130" y="158"/>
                  <a:pt x="130" y="158"/>
                </a:cubicBezTo>
                <a:cubicBezTo>
                  <a:pt x="130" y="158"/>
                  <a:pt x="131" y="158"/>
                  <a:pt x="132" y="158"/>
                </a:cubicBezTo>
                <a:cubicBezTo>
                  <a:pt x="132" y="159"/>
                  <a:pt x="133" y="160"/>
                  <a:pt x="133" y="161"/>
                </a:cubicBezTo>
                <a:close/>
                <a:moveTo>
                  <a:pt x="108" y="61"/>
                </a:moveTo>
                <a:cubicBezTo>
                  <a:pt x="108" y="66"/>
                  <a:pt x="108" y="70"/>
                  <a:pt x="106" y="74"/>
                </a:cubicBezTo>
                <a:cubicBezTo>
                  <a:pt x="105" y="79"/>
                  <a:pt x="103" y="82"/>
                  <a:pt x="100" y="85"/>
                </a:cubicBezTo>
                <a:cubicBezTo>
                  <a:pt x="98" y="88"/>
                  <a:pt x="95" y="91"/>
                  <a:pt x="92" y="93"/>
                </a:cubicBezTo>
                <a:cubicBezTo>
                  <a:pt x="89" y="96"/>
                  <a:pt x="86" y="98"/>
                  <a:pt x="83" y="101"/>
                </a:cubicBezTo>
                <a:cubicBezTo>
                  <a:pt x="80" y="103"/>
                  <a:pt x="77" y="105"/>
                  <a:pt x="74" y="107"/>
                </a:cubicBezTo>
                <a:cubicBezTo>
                  <a:pt x="72" y="110"/>
                  <a:pt x="70" y="112"/>
                  <a:pt x="68" y="115"/>
                </a:cubicBezTo>
                <a:cubicBezTo>
                  <a:pt x="67" y="118"/>
                  <a:pt x="66" y="121"/>
                  <a:pt x="66" y="124"/>
                </a:cubicBezTo>
                <a:cubicBezTo>
                  <a:pt x="66" y="130"/>
                  <a:pt x="68" y="137"/>
                  <a:pt x="72" y="145"/>
                </a:cubicBezTo>
                <a:cubicBezTo>
                  <a:pt x="72" y="145"/>
                  <a:pt x="72" y="145"/>
                  <a:pt x="72" y="145"/>
                </a:cubicBezTo>
                <a:cubicBezTo>
                  <a:pt x="72" y="145"/>
                  <a:pt x="72" y="145"/>
                  <a:pt x="72" y="145"/>
                </a:cubicBezTo>
                <a:cubicBezTo>
                  <a:pt x="66" y="143"/>
                  <a:pt x="61" y="140"/>
                  <a:pt x="57" y="138"/>
                </a:cubicBezTo>
                <a:cubicBezTo>
                  <a:pt x="53" y="135"/>
                  <a:pt x="48" y="132"/>
                  <a:pt x="44" y="128"/>
                </a:cubicBezTo>
                <a:cubicBezTo>
                  <a:pt x="40" y="125"/>
                  <a:pt x="36" y="121"/>
                  <a:pt x="33" y="117"/>
                </a:cubicBezTo>
                <a:cubicBezTo>
                  <a:pt x="30" y="113"/>
                  <a:pt x="28" y="108"/>
                  <a:pt x="26" y="102"/>
                </a:cubicBezTo>
                <a:cubicBezTo>
                  <a:pt x="25" y="97"/>
                  <a:pt x="24" y="91"/>
                  <a:pt x="24" y="85"/>
                </a:cubicBezTo>
                <a:cubicBezTo>
                  <a:pt x="24" y="80"/>
                  <a:pt x="24" y="76"/>
                  <a:pt x="26" y="71"/>
                </a:cubicBezTo>
                <a:cubicBezTo>
                  <a:pt x="28" y="67"/>
                  <a:pt x="30" y="64"/>
                  <a:pt x="32" y="61"/>
                </a:cubicBezTo>
                <a:cubicBezTo>
                  <a:pt x="35" y="58"/>
                  <a:pt x="37" y="55"/>
                  <a:pt x="40" y="52"/>
                </a:cubicBezTo>
                <a:cubicBezTo>
                  <a:pt x="43" y="50"/>
                  <a:pt x="46" y="47"/>
                  <a:pt x="49" y="45"/>
                </a:cubicBezTo>
                <a:cubicBezTo>
                  <a:pt x="52" y="43"/>
                  <a:pt x="55" y="41"/>
                  <a:pt x="58" y="38"/>
                </a:cubicBezTo>
                <a:cubicBezTo>
                  <a:pt x="60" y="36"/>
                  <a:pt x="62" y="33"/>
                  <a:pt x="64" y="31"/>
                </a:cubicBezTo>
                <a:cubicBezTo>
                  <a:pt x="65" y="28"/>
                  <a:pt x="66" y="25"/>
                  <a:pt x="66" y="21"/>
                </a:cubicBezTo>
                <a:cubicBezTo>
                  <a:pt x="66" y="15"/>
                  <a:pt x="64" y="8"/>
                  <a:pt x="60" y="0"/>
                </a:cubicBezTo>
                <a:cubicBezTo>
                  <a:pt x="60" y="0"/>
                  <a:pt x="60" y="0"/>
                  <a:pt x="60" y="0"/>
                </a:cubicBezTo>
                <a:cubicBezTo>
                  <a:pt x="60" y="0"/>
                  <a:pt x="60" y="0"/>
                  <a:pt x="60" y="0"/>
                </a:cubicBezTo>
                <a:cubicBezTo>
                  <a:pt x="66" y="3"/>
                  <a:pt x="71" y="5"/>
                  <a:pt x="75" y="8"/>
                </a:cubicBezTo>
                <a:cubicBezTo>
                  <a:pt x="80" y="11"/>
                  <a:pt x="84" y="14"/>
                  <a:pt x="88" y="18"/>
                </a:cubicBezTo>
                <a:cubicBezTo>
                  <a:pt x="93" y="21"/>
                  <a:pt x="96" y="25"/>
                  <a:pt x="99" y="29"/>
                </a:cubicBezTo>
                <a:cubicBezTo>
                  <a:pt x="102" y="33"/>
                  <a:pt x="104" y="38"/>
                  <a:pt x="106" y="43"/>
                </a:cubicBezTo>
                <a:cubicBezTo>
                  <a:pt x="108" y="49"/>
                  <a:pt x="108" y="55"/>
                  <a:pt x="108" y="6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07" name="Freeform 109"/>
          <p:cNvSpPr>
            <a:spLocks noEditPoints="1"/>
          </p:cNvSpPr>
          <p:nvPr/>
        </p:nvSpPr>
        <p:spPr bwMode="auto">
          <a:xfrm>
            <a:off x="8219279" y="2289022"/>
            <a:ext cx="244204" cy="153439"/>
          </a:xfrm>
          <a:custGeom>
            <a:avLst/>
            <a:gdLst>
              <a:gd name="T0" fmla="*/ 170 w 170"/>
              <a:gd name="T1" fmla="*/ 54 h 108"/>
              <a:gd name="T2" fmla="*/ 168 w 170"/>
              <a:gd name="T3" fmla="*/ 61 h 108"/>
              <a:gd name="T4" fmla="*/ 132 w 170"/>
              <a:gd name="T5" fmla="*/ 95 h 108"/>
              <a:gd name="T6" fmla="*/ 85 w 170"/>
              <a:gd name="T7" fmla="*/ 108 h 108"/>
              <a:gd name="T8" fmla="*/ 38 w 170"/>
              <a:gd name="T9" fmla="*/ 95 h 108"/>
              <a:gd name="T10" fmla="*/ 2 w 170"/>
              <a:gd name="T11" fmla="*/ 61 h 108"/>
              <a:gd name="T12" fmla="*/ 0 w 170"/>
              <a:gd name="T13" fmla="*/ 54 h 108"/>
              <a:gd name="T14" fmla="*/ 2 w 170"/>
              <a:gd name="T15" fmla="*/ 47 h 108"/>
              <a:gd name="T16" fmla="*/ 38 w 170"/>
              <a:gd name="T17" fmla="*/ 13 h 108"/>
              <a:gd name="T18" fmla="*/ 85 w 170"/>
              <a:gd name="T19" fmla="*/ 0 h 108"/>
              <a:gd name="T20" fmla="*/ 132 w 170"/>
              <a:gd name="T21" fmla="*/ 13 h 108"/>
              <a:gd name="T22" fmla="*/ 168 w 170"/>
              <a:gd name="T23" fmla="*/ 47 h 108"/>
              <a:gd name="T24" fmla="*/ 170 w 170"/>
              <a:gd name="T25" fmla="*/ 54 h 108"/>
              <a:gd name="T26" fmla="*/ 158 w 170"/>
              <a:gd name="T27" fmla="*/ 54 h 108"/>
              <a:gd name="T28" fmla="*/ 121 w 170"/>
              <a:gd name="T29" fmla="*/ 21 h 108"/>
              <a:gd name="T30" fmla="*/ 127 w 170"/>
              <a:gd name="T31" fmla="*/ 42 h 108"/>
              <a:gd name="T32" fmla="*/ 115 w 170"/>
              <a:gd name="T33" fmla="*/ 72 h 108"/>
              <a:gd name="T34" fmla="*/ 85 w 170"/>
              <a:gd name="T35" fmla="*/ 84 h 108"/>
              <a:gd name="T36" fmla="*/ 55 w 170"/>
              <a:gd name="T37" fmla="*/ 72 h 108"/>
              <a:gd name="T38" fmla="*/ 43 w 170"/>
              <a:gd name="T39" fmla="*/ 42 h 108"/>
              <a:gd name="T40" fmla="*/ 48 w 170"/>
              <a:gd name="T41" fmla="*/ 21 h 108"/>
              <a:gd name="T42" fmla="*/ 12 w 170"/>
              <a:gd name="T43" fmla="*/ 54 h 108"/>
              <a:gd name="T44" fmla="*/ 44 w 170"/>
              <a:gd name="T45" fmla="*/ 85 h 108"/>
              <a:gd name="T46" fmla="*/ 85 w 170"/>
              <a:gd name="T47" fmla="*/ 96 h 108"/>
              <a:gd name="T48" fmla="*/ 126 w 170"/>
              <a:gd name="T49" fmla="*/ 85 h 108"/>
              <a:gd name="T50" fmla="*/ 158 w 170"/>
              <a:gd name="T51" fmla="*/ 54 h 108"/>
              <a:gd name="T52" fmla="*/ 88 w 170"/>
              <a:gd name="T53" fmla="*/ 21 h 108"/>
              <a:gd name="T54" fmla="*/ 89 w 170"/>
              <a:gd name="T55" fmla="*/ 18 h 108"/>
              <a:gd name="T56" fmla="*/ 88 w 170"/>
              <a:gd name="T57" fmla="*/ 14 h 108"/>
              <a:gd name="T58" fmla="*/ 85 w 170"/>
              <a:gd name="T59" fmla="*/ 13 h 108"/>
              <a:gd name="T60" fmla="*/ 65 w 170"/>
              <a:gd name="T61" fmla="*/ 22 h 108"/>
              <a:gd name="T62" fmla="*/ 56 w 170"/>
              <a:gd name="T63" fmla="*/ 42 h 108"/>
              <a:gd name="T64" fmla="*/ 57 w 170"/>
              <a:gd name="T65" fmla="*/ 45 h 108"/>
              <a:gd name="T66" fmla="*/ 61 w 170"/>
              <a:gd name="T67" fmla="*/ 46 h 108"/>
              <a:gd name="T68" fmla="*/ 64 w 170"/>
              <a:gd name="T69" fmla="*/ 45 h 108"/>
              <a:gd name="T70" fmla="*/ 65 w 170"/>
              <a:gd name="T71" fmla="*/ 42 h 108"/>
              <a:gd name="T72" fmla="*/ 71 w 170"/>
              <a:gd name="T73" fmla="*/ 28 h 108"/>
              <a:gd name="T74" fmla="*/ 85 w 170"/>
              <a:gd name="T75" fmla="*/ 22 h 108"/>
              <a:gd name="T76" fmla="*/ 88 w 170"/>
              <a:gd name="T77" fmla="*/ 21 h 1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70" h="108">
                <a:moveTo>
                  <a:pt x="170" y="54"/>
                </a:moveTo>
                <a:cubicBezTo>
                  <a:pt x="170" y="56"/>
                  <a:pt x="169" y="58"/>
                  <a:pt x="168" y="61"/>
                </a:cubicBezTo>
                <a:cubicBezTo>
                  <a:pt x="159" y="75"/>
                  <a:pt x="147" y="87"/>
                  <a:pt x="132" y="95"/>
                </a:cubicBezTo>
                <a:cubicBezTo>
                  <a:pt x="117" y="104"/>
                  <a:pt x="101" y="108"/>
                  <a:pt x="85" y="108"/>
                </a:cubicBezTo>
                <a:cubicBezTo>
                  <a:pt x="68" y="108"/>
                  <a:pt x="53" y="104"/>
                  <a:pt x="38" y="95"/>
                </a:cubicBezTo>
                <a:cubicBezTo>
                  <a:pt x="23" y="87"/>
                  <a:pt x="11" y="75"/>
                  <a:pt x="2" y="61"/>
                </a:cubicBezTo>
                <a:cubicBezTo>
                  <a:pt x="1" y="58"/>
                  <a:pt x="0" y="56"/>
                  <a:pt x="0" y="54"/>
                </a:cubicBezTo>
                <a:cubicBezTo>
                  <a:pt x="0" y="52"/>
                  <a:pt x="1" y="50"/>
                  <a:pt x="2" y="47"/>
                </a:cubicBezTo>
                <a:cubicBezTo>
                  <a:pt x="11" y="33"/>
                  <a:pt x="23" y="21"/>
                  <a:pt x="38" y="13"/>
                </a:cubicBezTo>
                <a:cubicBezTo>
                  <a:pt x="53" y="4"/>
                  <a:pt x="68" y="0"/>
                  <a:pt x="85" y="0"/>
                </a:cubicBezTo>
                <a:cubicBezTo>
                  <a:pt x="101" y="0"/>
                  <a:pt x="117" y="4"/>
                  <a:pt x="132" y="13"/>
                </a:cubicBezTo>
                <a:cubicBezTo>
                  <a:pt x="147" y="21"/>
                  <a:pt x="159" y="33"/>
                  <a:pt x="168" y="47"/>
                </a:cubicBezTo>
                <a:cubicBezTo>
                  <a:pt x="169" y="50"/>
                  <a:pt x="170" y="52"/>
                  <a:pt x="170" y="54"/>
                </a:cubicBezTo>
                <a:close/>
                <a:moveTo>
                  <a:pt x="158" y="54"/>
                </a:moveTo>
                <a:cubicBezTo>
                  <a:pt x="148" y="39"/>
                  <a:pt x="136" y="28"/>
                  <a:pt x="121" y="21"/>
                </a:cubicBezTo>
                <a:cubicBezTo>
                  <a:pt x="125" y="27"/>
                  <a:pt x="127" y="34"/>
                  <a:pt x="127" y="42"/>
                </a:cubicBezTo>
                <a:cubicBezTo>
                  <a:pt x="127" y="54"/>
                  <a:pt x="123" y="64"/>
                  <a:pt x="115" y="72"/>
                </a:cubicBezTo>
                <a:cubicBezTo>
                  <a:pt x="107" y="80"/>
                  <a:pt x="97" y="84"/>
                  <a:pt x="85" y="84"/>
                </a:cubicBezTo>
                <a:cubicBezTo>
                  <a:pt x="73" y="84"/>
                  <a:pt x="63" y="80"/>
                  <a:pt x="55" y="72"/>
                </a:cubicBezTo>
                <a:cubicBezTo>
                  <a:pt x="47" y="64"/>
                  <a:pt x="43" y="54"/>
                  <a:pt x="43" y="42"/>
                </a:cubicBezTo>
                <a:cubicBezTo>
                  <a:pt x="43" y="34"/>
                  <a:pt x="44" y="27"/>
                  <a:pt x="48" y="21"/>
                </a:cubicBezTo>
                <a:cubicBezTo>
                  <a:pt x="34" y="28"/>
                  <a:pt x="22" y="39"/>
                  <a:pt x="12" y="54"/>
                </a:cubicBezTo>
                <a:cubicBezTo>
                  <a:pt x="21" y="67"/>
                  <a:pt x="31" y="77"/>
                  <a:pt x="44" y="85"/>
                </a:cubicBezTo>
                <a:cubicBezTo>
                  <a:pt x="56" y="93"/>
                  <a:pt x="70" y="96"/>
                  <a:pt x="85" y="96"/>
                </a:cubicBezTo>
                <a:cubicBezTo>
                  <a:pt x="100" y="96"/>
                  <a:pt x="113" y="93"/>
                  <a:pt x="126" y="85"/>
                </a:cubicBezTo>
                <a:cubicBezTo>
                  <a:pt x="139" y="77"/>
                  <a:pt x="149" y="67"/>
                  <a:pt x="158" y="54"/>
                </a:cubicBezTo>
                <a:close/>
                <a:moveTo>
                  <a:pt x="88" y="21"/>
                </a:moveTo>
                <a:cubicBezTo>
                  <a:pt x="89" y="20"/>
                  <a:pt x="89" y="19"/>
                  <a:pt x="89" y="18"/>
                </a:cubicBezTo>
                <a:cubicBezTo>
                  <a:pt x="89" y="16"/>
                  <a:pt x="89" y="15"/>
                  <a:pt x="88" y="14"/>
                </a:cubicBezTo>
                <a:cubicBezTo>
                  <a:pt x="87" y="14"/>
                  <a:pt x="86" y="13"/>
                  <a:pt x="85" y="13"/>
                </a:cubicBezTo>
                <a:cubicBezTo>
                  <a:pt x="77" y="13"/>
                  <a:pt x="70" y="16"/>
                  <a:pt x="65" y="22"/>
                </a:cubicBezTo>
                <a:cubicBezTo>
                  <a:pt x="59" y="27"/>
                  <a:pt x="56" y="34"/>
                  <a:pt x="56" y="42"/>
                </a:cubicBezTo>
                <a:cubicBezTo>
                  <a:pt x="56" y="43"/>
                  <a:pt x="57" y="44"/>
                  <a:pt x="57" y="45"/>
                </a:cubicBezTo>
                <a:cubicBezTo>
                  <a:pt x="58" y="46"/>
                  <a:pt x="59" y="46"/>
                  <a:pt x="61" y="46"/>
                </a:cubicBezTo>
                <a:cubicBezTo>
                  <a:pt x="62" y="46"/>
                  <a:pt x="63" y="46"/>
                  <a:pt x="64" y="45"/>
                </a:cubicBezTo>
                <a:cubicBezTo>
                  <a:pt x="65" y="44"/>
                  <a:pt x="65" y="43"/>
                  <a:pt x="65" y="42"/>
                </a:cubicBezTo>
                <a:cubicBezTo>
                  <a:pt x="65" y="36"/>
                  <a:pt x="67" y="32"/>
                  <a:pt x="71" y="28"/>
                </a:cubicBezTo>
                <a:cubicBezTo>
                  <a:pt x="75" y="24"/>
                  <a:pt x="79" y="22"/>
                  <a:pt x="85" y="22"/>
                </a:cubicBezTo>
                <a:cubicBezTo>
                  <a:pt x="86" y="22"/>
                  <a:pt x="87" y="22"/>
                  <a:pt x="88" y="2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08" name="Freeform 110"/>
          <p:cNvSpPr>
            <a:spLocks noEditPoints="1"/>
          </p:cNvSpPr>
          <p:nvPr/>
        </p:nvSpPr>
        <p:spPr bwMode="auto">
          <a:xfrm>
            <a:off x="8521832" y="2273894"/>
            <a:ext cx="242043" cy="183693"/>
          </a:xfrm>
          <a:custGeom>
            <a:avLst/>
            <a:gdLst>
              <a:gd name="T0" fmla="*/ 124 w 170"/>
              <a:gd name="T1" fmla="*/ 10 h 128"/>
              <a:gd name="T2" fmla="*/ 124 w 170"/>
              <a:gd name="T3" fmla="*/ 10 h 128"/>
              <a:gd name="T4" fmla="*/ 94 w 170"/>
              <a:gd name="T5" fmla="*/ 64 h 128"/>
              <a:gd name="T6" fmla="*/ 64 w 170"/>
              <a:gd name="T7" fmla="*/ 118 h 128"/>
              <a:gd name="T8" fmla="*/ 59 w 170"/>
              <a:gd name="T9" fmla="*/ 126 h 128"/>
              <a:gd name="T10" fmla="*/ 57 w 170"/>
              <a:gd name="T11" fmla="*/ 128 h 128"/>
              <a:gd name="T12" fmla="*/ 44 w 170"/>
              <a:gd name="T13" fmla="*/ 121 h 128"/>
              <a:gd name="T14" fmla="*/ 43 w 170"/>
              <a:gd name="T15" fmla="*/ 118 h 128"/>
              <a:gd name="T16" fmla="*/ 47 w 170"/>
              <a:gd name="T17" fmla="*/ 110 h 128"/>
              <a:gd name="T18" fmla="*/ 22 w 170"/>
              <a:gd name="T19" fmla="*/ 94 h 128"/>
              <a:gd name="T20" fmla="*/ 2 w 170"/>
              <a:gd name="T21" fmla="*/ 71 h 128"/>
              <a:gd name="T22" fmla="*/ 0 w 170"/>
              <a:gd name="T23" fmla="*/ 64 h 128"/>
              <a:gd name="T24" fmla="*/ 2 w 170"/>
              <a:gd name="T25" fmla="*/ 57 h 128"/>
              <a:gd name="T26" fmla="*/ 38 w 170"/>
              <a:gd name="T27" fmla="*/ 22 h 128"/>
              <a:gd name="T28" fmla="*/ 85 w 170"/>
              <a:gd name="T29" fmla="*/ 10 h 128"/>
              <a:gd name="T30" fmla="*/ 102 w 170"/>
              <a:gd name="T31" fmla="*/ 11 h 128"/>
              <a:gd name="T32" fmla="*/ 107 w 170"/>
              <a:gd name="T33" fmla="*/ 2 h 128"/>
              <a:gd name="T34" fmla="*/ 110 w 170"/>
              <a:gd name="T35" fmla="*/ 0 h 128"/>
              <a:gd name="T36" fmla="*/ 111 w 170"/>
              <a:gd name="T37" fmla="*/ 1 h 128"/>
              <a:gd name="T38" fmla="*/ 114 w 170"/>
              <a:gd name="T39" fmla="*/ 3 h 128"/>
              <a:gd name="T40" fmla="*/ 117 w 170"/>
              <a:gd name="T41" fmla="*/ 4 h 128"/>
              <a:gd name="T42" fmla="*/ 120 w 170"/>
              <a:gd name="T43" fmla="*/ 6 h 128"/>
              <a:gd name="T44" fmla="*/ 122 w 170"/>
              <a:gd name="T45" fmla="*/ 7 h 128"/>
              <a:gd name="T46" fmla="*/ 124 w 170"/>
              <a:gd name="T47" fmla="*/ 10 h 128"/>
              <a:gd name="T48" fmla="*/ 53 w 170"/>
              <a:gd name="T49" fmla="*/ 99 h 128"/>
              <a:gd name="T50" fmla="*/ 60 w 170"/>
              <a:gd name="T51" fmla="*/ 86 h 128"/>
              <a:gd name="T52" fmla="*/ 47 w 170"/>
              <a:gd name="T53" fmla="*/ 71 h 128"/>
              <a:gd name="T54" fmla="*/ 43 w 170"/>
              <a:gd name="T55" fmla="*/ 52 h 128"/>
              <a:gd name="T56" fmla="*/ 48 w 170"/>
              <a:gd name="T57" fmla="*/ 31 h 128"/>
              <a:gd name="T58" fmla="*/ 12 w 170"/>
              <a:gd name="T59" fmla="*/ 64 h 128"/>
              <a:gd name="T60" fmla="*/ 53 w 170"/>
              <a:gd name="T61" fmla="*/ 99 h 128"/>
              <a:gd name="T62" fmla="*/ 88 w 170"/>
              <a:gd name="T63" fmla="*/ 31 h 128"/>
              <a:gd name="T64" fmla="*/ 89 w 170"/>
              <a:gd name="T65" fmla="*/ 28 h 128"/>
              <a:gd name="T66" fmla="*/ 88 w 170"/>
              <a:gd name="T67" fmla="*/ 24 h 128"/>
              <a:gd name="T68" fmla="*/ 85 w 170"/>
              <a:gd name="T69" fmla="*/ 23 h 128"/>
              <a:gd name="T70" fmla="*/ 65 w 170"/>
              <a:gd name="T71" fmla="*/ 32 h 128"/>
              <a:gd name="T72" fmla="*/ 56 w 170"/>
              <a:gd name="T73" fmla="*/ 52 h 128"/>
              <a:gd name="T74" fmla="*/ 57 w 170"/>
              <a:gd name="T75" fmla="*/ 55 h 128"/>
              <a:gd name="T76" fmla="*/ 61 w 170"/>
              <a:gd name="T77" fmla="*/ 56 h 128"/>
              <a:gd name="T78" fmla="*/ 64 w 170"/>
              <a:gd name="T79" fmla="*/ 55 h 128"/>
              <a:gd name="T80" fmla="*/ 65 w 170"/>
              <a:gd name="T81" fmla="*/ 52 h 128"/>
              <a:gd name="T82" fmla="*/ 71 w 170"/>
              <a:gd name="T83" fmla="*/ 38 h 128"/>
              <a:gd name="T84" fmla="*/ 85 w 170"/>
              <a:gd name="T85" fmla="*/ 32 h 128"/>
              <a:gd name="T86" fmla="*/ 88 w 170"/>
              <a:gd name="T87" fmla="*/ 31 h 128"/>
              <a:gd name="T88" fmla="*/ 170 w 170"/>
              <a:gd name="T89" fmla="*/ 64 h 128"/>
              <a:gd name="T90" fmla="*/ 168 w 170"/>
              <a:gd name="T91" fmla="*/ 71 h 128"/>
              <a:gd name="T92" fmla="*/ 157 w 170"/>
              <a:gd name="T93" fmla="*/ 84 h 128"/>
              <a:gd name="T94" fmla="*/ 125 w 170"/>
              <a:gd name="T95" fmla="*/ 109 h 128"/>
              <a:gd name="T96" fmla="*/ 85 w 170"/>
              <a:gd name="T97" fmla="*/ 118 h 128"/>
              <a:gd name="T98" fmla="*/ 92 w 170"/>
              <a:gd name="T99" fmla="*/ 106 h 128"/>
              <a:gd name="T100" fmla="*/ 129 w 170"/>
              <a:gd name="T101" fmla="*/ 93 h 128"/>
              <a:gd name="T102" fmla="*/ 157 w 170"/>
              <a:gd name="T103" fmla="*/ 64 h 128"/>
              <a:gd name="T104" fmla="*/ 131 w 170"/>
              <a:gd name="T105" fmla="*/ 36 h 128"/>
              <a:gd name="T106" fmla="*/ 137 w 170"/>
              <a:gd name="T107" fmla="*/ 26 h 128"/>
              <a:gd name="T108" fmla="*/ 154 w 170"/>
              <a:gd name="T109" fmla="*/ 40 h 128"/>
              <a:gd name="T110" fmla="*/ 168 w 170"/>
              <a:gd name="T111" fmla="*/ 57 h 128"/>
              <a:gd name="T112" fmla="*/ 170 w 170"/>
              <a:gd name="T113" fmla="*/ 64 h 128"/>
              <a:gd name="T114" fmla="*/ 127 w 170"/>
              <a:gd name="T115" fmla="*/ 52 h 128"/>
              <a:gd name="T116" fmla="*/ 120 w 170"/>
              <a:gd name="T117" fmla="*/ 76 h 128"/>
              <a:gd name="T118" fmla="*/ 100 w 170"/>
              <a:gd name="T119" fmla="*/ 91 h 128"/>
              <a:gd name="T120" fmla="*/ 126 w 170"/>
              <a:gd name="T121" fmla="*/ 44 h 128"/>
              <a:gd name="T122" fmla="*/ 127 w 170"/>
              <a:gd name="T123" fmla="*/ 52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70" h="128">
                <a:moveTo>
                  <a:pt x="124" y="10"/>
                </a:moveTo>
                <a:cubicBezTo>
                  <a:pt x="124" y="10"/>
                  <a:pt x="124" y="10"/>
                  <a:pt x="124" y="10"/>
                </a:cubicBezTo>
                <a:cubicBezTo>
                  <a:pt x="117" y="22"/>
                  <a:pt x="107" y="40"/>
                  <a:pt x="94" y="64"/>
                </a:cubicBezTo>
                <a:cubicBezTo>
                  <a:pt x="81" y="88"/>
                  <a:pt x="71" y="106"/>
                  <a:pt x="64" y="118"/>
                </a:cubicBezTo>
                <a:cubicBezTo>
                  <a:pt x="59" y="126"/>
                  <a:pt x="59" y="126"/>
                  <a:pt x="59" y="126"/>
                </a:cubicBezTo>
                <a:cubicBezTo>
                  <a:pt x="59" y="127"/>
                  <a:pt x="58" y="128"/>
                  <a:pt x="57" y="128"/>
                </a:cubicBezTo>
                <a:cubicBezTo>
                  <a:pt x="56" y="128"/>
                  <a:pt x="52" y="125"/>
                  <a:pt x="44" y="121"/>
                </a:cubicBezTo>
                <a:cubicBezTo>
                  <a:pt x="43" y="120"/>
                  <a:pt x="43" y="119"/>
                  <a:pt x="43" y="118"/>
                </a:cubicBezTo>
                <a:cubicBezTo>
                  <a:pt x="43" y="118"/>
                  <a:pt x="44" y="115"/>
                  <a:pt x="47" y="110"/>
                </a:cubicBezTo>
                <a:cubicBezTo>
                  <a:pt x="38" y="106"/>
                  <a:pt x="29" y="101"/>
                  <a:pt x="22" y="94"/>
                </a:cubicBezTo>
                <a:cubicBezTo>
                  <a:pt x="14" y="87"/>
                  <a:pt x="8" y="79"/>
                  <a:pt x="2" y="71"/>
                </a:cubicBezTo>
                <a:cubicBezTo>
                  <a:pt x="1" y="69"/>
                  <a:pt x="0" y="66"/>
                  <a:pt x="0" y="64"/>
                </a:cubicBezTo>
                <a:cubicBezTo>
                  <a:pt x="0" y="62"/>
                  <a:pt x="1" y="59"/>
                  <a:pt x="2" y="57"/>
                </a:cubicBezTo>
                <a:cubicBezTo>
                  <a:pt x="12" y="43"/>
                  <a:pt x="24" y="31"/>
                  <a:pt x="38" y="22"/>
                </a:cubicBezTo>
                <a:cubicBezTo>
                  <a:pt x="52" y="14"/>
                  <a:pt x="68" y="10"/>
                  <a:pt x="85" y="10"/>
                </a:cubicBezTo>
                <a:cubicBezTo>
                  <a:pt x="90" y="10"/>
                  <a:pt x="96" y="10"/>
                  <a:pt x="102" y="11"/>
                </a:cubicBezTo>
                <a:cubicBezTo>
                  <a:pt x="107" y="2"/>
                  <a:pt x="107" y="2"/>
                  <a:pt x="107" y="2"/>
                </a:cubicBezTo>
                <a:cubicBezTo>
                  <a:pt x="108" y="1"/>
                  <a:pt x="109" y="0"/>
                  <a:pt x="110" y="0"/>
                </a:cubicBezTo>
                <a:cubicBezTo>
                  <a:pt x="110" y="0"/>
                  <a:pt x="111" y="1"/>
                  <a:pt x="111" y="1"/>
                </a:cubicBezTo>
                <a:cubicBezTo>
                  <a:pt x="112" y="1"/>
                  <a:pt x="113" y="2"/>
                  <a:pt x="114" y="3"/>
                </a:cubicBezTo>
                <a:cubicBezTo>
                  <a:pt x="115" y="3"/>
                  <a:pt x="116" y="4"/>
                  <a:pt x="117" y="4"/>
                </a:cubicBezTo>
                <a:cubicBezTo>
                  <a:pt x="118" y="5"/>
                  <a:pt x="119" y="5"/>
                  <a:pt x="120" y="6"/>
                </a:cubicBezTo>
                <a:cubicBezTo>
                  <a:pt x="121" y="7"/>
                  <a:pt x="122" y="7"/>
                  <a:pt x="122" y="7"/>
                </a:cubicBezTo>
                <a:cubicBezTo>
                  <a:pt x="123" y="8"/>
                  <a:pt x="124" y="9"/>
                  <a:pt x="124" y="10"/>
                </a:cubicBezTo>
                <a:close/>
                <a:moveTo>
                  <a:pt x="53" y="99"/>
                </a:moveTo>
                <a:cubicBezTo>
                  <a:pt x="60" y="86"/>
                  <a:pt x="60" y="86"/>
                  <a:pt x="60" y="86"/>
                </a:cubicBezTo>
                <a:cubicBezTo>
                  <a:pt x="55" y="82"/>
                  <a:pt x="50" y="77"/>
                  <a:pt x="47" y="71"/>
                </a:cubicBezTo>
                <a:cubicBezTo>
                  <a:pt x="44" y="65"/>
                  <a:pt x="43" y="59"/>
                  <a:pt x="43" y="52"/>
                </a:cubicBezTo>
                <a:cubicBezTo>
                  <a:pt x="43" y="44"/>
                  <a:pt x="44" y="37"/>
                  <a:pt x="48" y="31"/>
                </a:cubicBezTo>
                <a:cubicBezTo>
                  <a:pt x="34" y="38"/>
                  <a:pt x="22" y="49"/>
                  <a:pt x="12" y="64"/>
                </a:cubicBezTo>
                <a:cubicBezTo>
                  <a:pt x="23" y="80"/>
                  <a:pt x="36" y="92"/>
                  <a:pt x="53" y="99"/>
                </a:cubicBezTo>
                <a:close/>
                <a:moveTo>
                  <a:pt x="88" y="31"/>
                </a:moveTo>
                <a:cubicBezTo>
                  <a:pt x="89" y="30"/>
                  <a:pt x="89" y="29"/>
                  <a:pt x="89" y="28"/>
                </a:cubicBezTo>
                <a:cubicBezTo>
                  <a:pt x="89" y="26"/>
                  <a:pt x="89" y="25"/>
                  <a:pt x="88" y="24"/>
                </a:cubicBezTo>
                <a:cubicBezTo>
                  <a:pt x="87" y="24"/>
                  <a:pt x="86" y="23"/>
                  <a:pt x="85" y="23"/>
                </a:cubicBezTo>
                <a:cubicBezTo>
                  <a:pt x="77" y="23"/>
                  <a:pt x="70" y="26"/>
                  <a:pt x="65" y="32"/>
                </a:cubicBezTo>
                <a:cubicBezTo>
                  <a:pt x="59" y="37"/>
                  <a:pt x="56" y="44"/>
                  <a:pt x="56" y="52"/>
                </a:cubicBezTo>
                <a:cubicBezTo>
                  <a:pt x="56" y="53"/>
                  <a:pt x="57" y="54"/>
                  <a:pt x="57" y="55"/>
                </a:cubicBezTo>
                <a:cubicBezTo>
                  <a:pt x="58" y="56"/>
                  <a:pt x="59" y="56"/>
                  <a:pt x="61" y="56"/>
                </a:cubicBezTo>
                <a:cubicBezTo>
                  <a:pt x="62" y="56"/>
                  <a:pt x="63" y="56"/>
                  <a:pt x="64" y="55"/>
                </a:cubicBezTo>
                <a:cubicBezTo>
                  <a:pt x="65" y="54"/>
                  <a:pt x="65" y="53"/>
                  <a:pt x="65" y="52"/>
                </a:cubicBezTo>
                <a:cubicBezTo>
                  <a:pt x="65" y="46"/>
                  <a:pt x="67" y="42"/>
                  <a:pt x="71" y="38"/>
                </a:cubicBezTo>
                <a:cubicBezTo>
                  <a:pt x="75" y="34"/>
                  <a:pt x="79" y="32"/>
                  <a:pt x="85" y="32"/>
                </a:cubicBezTo>
                <a:cubicBezTo>
                  <a:pt x="86" y="32"/>
                  <a:pt x="87" y="32"/>
                  <a:pt x="88" y="31"/>
                </a:cubicBezTo>
                <a:close/>
                <a:moveTo>
                  <a:pt x="170" y="64"/>
                </a:moveTo>
                <a:cubicBezTo>
                  <a:pt x="170" y="66"/>
                  <a:pt x="169" y="68"/>
                  <a:pt x="168" y="71"/>
                </a:cubicBezTo>
                <a:cubicBezTo>
                  <a:pt x="165" y="75"/>
                  <a:pt x="162" y="79"/>
                  <a:pt x="157" y="84"/>
                </a:cubicBezTo>
                <a:cubicBezTo>
                  <a:pt x="148" y="95"/>
                  <a:pt x="137" y="103"/>
                  <a:pt x="125" y="109"/>
                </a:cubicBezTo>
                <a:cubicBezTo>
                  <a:pt x="112" y="115"/>
                  <a:pt x="99" y="118"/>
                  <a:pt x="85" y="118"/>
                </a:cubicBezTo>
                <a:cubicBezTo>
                  <a:pt x="92" y="106"/>
                  <a:pt x="92" y="106"/>
                  <a:pt x="92" y="106"/>
                </a:cubicBezTo>
                <a:cubicBezTo>
                  <a:pt x="105" y="105"/>
                  <a:pt x="118" y="101"/>
                  <a:pt x="129" y="93"/>
                </a:cubicBezTo>
                <a:cubicBezTo>
                  <a:pt x="140" y="86"/>
                  <a:pt x="150" y="76"/>
                  <a:pt x="157" y="64"/>
                </a:cubicBezTo>
                <a:cubicBezTo>
                  <a:pt x="150" y="53"/>
                  <a:pt x="141" y="43"/>
                  <a:pt x="131" y="36"/>
                </a:cubicBezTo>
                <a:cubicBezTo>
                  <a:pt x="137" y="26"/>
                  <a:pt x="137" y="26"/>
                  <a:pt x="137" y="26"/>
                </a:cubicBezTo>
                <a:cubicBezTo>
                  <a:pt x="143" y="30"/>
                  <a:pt x="149" y="34"/>
                  <a:pt x="154" y="40"/>
                </a:cubicBezTo>
                <a:cubicBezTo>
                  <a:pt x="160" y="46"/>
                  <a:pt x="164" y="51"/>
                  <a:pt x="168" y="57"/>
                </a:cubicBezTo>
                <a:cubicBezTo>
                  <a:pt x="169" y="60"/>
                  <a:pt x="170" y="62"/>
                  <a:pt x="170" y="64"/>
                </a:cubicBezTo>
                <a:close/>
                <a:moveTo>
                  <a:pt x="127" y="52"/>
                </a:moveTo>
                <a:cubicBezTo>
                  <a:pt x="127" y="61"/>
                  <a:pt x="125" y="69"/>
                  <a:pt x="120" y="76"/>
                </a:cubicBezTo>
                <a:cubicBezTo>
                  <a:pt x="115" y="83"/>
                  <a:pt x="108" y="88"/>
                  <a:pt x="100" y="91"/>
                </a:cubicBezTo>
                <a:cubicBezTo>
                  <a:pt x="126" y="44"/>
                  <a:pt x="126" y="44"/>
                  <a:pt x="126" y="44"/>
                </a:cubicBezTo>
                <a:cubicBezTo>
                  <a:pt x="127" y="47"/>
                  <a:pt x="127" y="49"/>
                  <a:pt x="127" y="5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09" name="Freeform 111"/>
          <p:cNvSpPr>
            <a:spLocks noEditPoints="1"/>
          </p:cNvSpPr>
          <p:nvPr/>
        </p:nvSpPr>
        <p:spPr bwMode="auto">
          <a:xfrm>
            <a:off x="8822223" y="2234995"/>
            <a:ext cx="244204" cy="226915"/>
          </a:xfrm>
          <a:custGeom>
            <a:avLst/>
            <a:gdLst>
              <a:gd name="T0" fmla="*/ 96 w 171"/>
              <a:gd name="T1" fmla="*/ 7 h 158"/>
              <a:gd name="T2" fmla="*/ 169 w 171"/>
              <a:gd name="T3" fmla="*/ 140 h 158"/>
              <a:gd name="T4" fmla="*/ 169 w 171"/>
              <a:gd name="T5" fmla="*/ 152 h 158"/>
              <a:gd name="T6" fmla="*/ 164 w 171"/>
              <a:gd name="T7" fmla="*/ 156 h 158"/>
              <a:gd name="T8" fmla="*/ 158 w 171"/>
              <a:gd name="T9" fmla="*/ 158 h 158"/>
              <a:gd name="T10" fmla="*/ 13 w 171"/>
              <a:gd name="T11" fmla="*/ 158 h 158"/>
              <a:gd name="T12" fmla="*/ 7 w 171"/>
              <a:gd name="T13" fmla="*/ 156 h 158"/>
              <a:gd name="T14" fmla="*/ 3 w 171"/>
              <a:gd name="T15" fmla="*/ 152 h 158"/>
              <a:gd name="T16" fmla="*/ 3 w 171"/>
              <a:gd name="T17" fmla="*/ 140 h 158"/>
              <a:gd name="T18" fmla="*/ 75 w 171"/>
              <a:gd name="T19" fmla="*/ 7 h 158"/>
              <a:gd name="T20" fmla="*/ 80 w 171"/>
              <a:gd name="T21" fmla="*/ 2 h 158"/>
              <a:gd name="T22" fmla="*/ 86 w 171"/>
              <a:gd name="T23" fmla="*/ 0 h 158"/>
              <a:gd name="T24" fmla="*/ 92 w 171"/>
              <a:gd name="T25" fmla="*/ 2 h 158"/>
              <a:gd name="T26" fmla="*/ 96 w 171"/>
              <a:gd name="T27" fmla="*/ 7 h 158"/>
              <a:gd name="T28" fmla="*/ 98 w 171"/>
              <a:gd name="T29" fmla="*/ 95 h 158"/>
              <a:gd name="T30" fmla="*/ 99 w 171"/>
              <a:gd name="T31" fmla="*/ 51 h 158"/>
              <a:gd name="T32" fmla="*/ 99 w 171"/>
              <a:gd name="T33" fmla="*/ 50 h 158"/>
              <a:gd name="T34" fmla="*/ 96 w 171"/>
              <a:gd name="T35" fmla="*/ 49 h 158"/>
              <a:gd name="T36" fmla="*/ 75 w 171"/>
              <a:gd name="T37" fmla="*/ 49 h 158"/>
              <a:gd name="T38" fmla="*/ 73 w 171"/>
              <a:gd name="T39" fmla="*/ 50 h 158"/>
              <a:gd name="T40" fmla="*/ 72 w 171"/>
              <a:gd name="T41" fmla="*/ 52 h 158"/>
              <a:gd name="T42" fmla="*/ 74 w 171"/>
              <a:gd name="T43" fmla="*/ 95 h 158"/>
              <a:gd name="T44" fmla="*/ 75 w 171"/>
              <a:gd name="T45" fmla="*/ 96 h 158"/>
              <a:gd name="T46" fmla="*/ 77 w 171"/>
              <a:gd name="T47" fmla="*/ 97 h 158"/>
              <a:gd name="T48" fmla="*/ 95 w 171"/>
              <a:gd name="T49" fmla="*/ 97 h 158"/>
              <a:gd name="T50" fmla="*/ 97 w 171"/>
              <a:gd name="T51" fmla="*/ 96 h 158"/>
              <a:gd name="T52" fmla="*/ 98 w 171"/>
              <a:gd name="T53" fmla="*/ 95 h 158"/>
              <a:gd name="T54" fmla="*/ 98 w 171"/>
              <a:gd name="T55" fmla="*/ 130 h 158"/>
              <a:gd name="T56" fmla="*/ 98 w 171"/>
              <a:gd name="T57" fmla="*/ 112 h 158"/>
              <a:gd name="T58" fmla="*/ 97 w 171"/>
              <a:gd name="T59" fmla="*/ 110 h 158"/>
              <a:gd name="T60" fmla="*/ 95 w 171"/>
              <a:gd name="T61" fmla="*/ 109 h 158"/>
              <a:gd name="T62" fmla="*/ 77 w 171"/>
              <a:gd name="T63" fmla="*/ 109 h 158"/>
              <a:gd name="T64" fmla="*/ 75 w 171"/>
              <a:gd name="T65" fmla="*/ 110 h 158"/>
              <a:gd name="T66" fmla="*/ 74 w 171"/>
              <a:gd name="T67" fmla="*/ 112 h 158"/>
              <a:gd name="T68" fmla="*/ 74 w 171"/>
              <a:gd name="T69" fmla="*/ 130 h 158"/>
              <a:gd name="T70" fmla="*/ 75 w 171"/>
              <a:gd name="T71" fmla="*/ 132 h 158"/>
              <a:gd name="T72" fmla="*/ 77 w 171"/>
              <a:gd name="T73" fmla="*/ 133 h 158"/>
              <a:gd name="T74" fmla="*/ 95 w 171"/>
              <a:gd name="T75" fmla="*/ 133 h 158"/>
              <a:gd name="T76" fmla="*/ 97 w 171"/>
              <a:gd name="T77" fmla="*/ 132 h 158"/>
              <a:gd name="T78" fmla="*/ 98 w 171"/>
              <a:gd name="T79" fmla="*/ 130 h 1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71" h="158">
                <a:moveTo>
                  <a:pt x="96" y="7"/>
                </a:moveTo>
                <a:cubicBezTo>
                  <a:pt x="169" y="140"/>
                  <a:pt x="169" y="140"/>
                  <a:pt x="169" y="140"/>
                </a:cubicBezTo>
                <a:cubicBezTo>
                  <a:pt x="171" y="144"/>
                  <a:pt x="171" y="148"/>
                  <a:pt x="169" y="152"/>
                </a:cubicBezTo>
                <a:cubicBezTo>
                  <a:pt x="168" y="153"/>
                  <a:pt x="166" y="155"/>
                  <a:pt x="164" y="156"/>
                </a:cubicBezTo>
                <a:cubicBezTo>
                  <a:pt x="163" y="157"/>
                  <a:pt x="161" y="158"/>
                  <a:pt x="158" y="158"/>
                </a:cubicBezTo>
                <a:cubicBezTo>
                  <a:pt x="13" y="158"/>
                  <a:pt x="13" y="158"/>
                  <a:pt x="13" y="158"/>
                </a:cubicBezTo>
                <a:cubicBezTo>
                  <a:pt x="11" y="158"/>
                  <a:pt x="9" y="157"/>
                  <a:pt x="7" y="156"/>
                </a:cubicBezTo>
                <a:cubicBezTo>
                  <a:pt x="5" y="155"/>
                  <a:pt x="4" y="153"/>
                  <a:pt x="3" y="152"/>
                </a:cubicBezTo>
                <a:cubicBezTo>
                  <a:pt x="1" y="148"/>
                  <a:pt x="0" y="144"/>
                  <a:pt x="3" y="140"/>
                </a:cubicBezTo>
                <a:cubicBezTo>
                  <a:pt x="75" y="7"/>
                  <a:pt x="75" y="7"/>
                  <a:pt x="75" y="7"/>
                </a:cubicBezTo>
                <a:cubicBezTo>
                  <a:pt x="76" y="5"/>
                  <a:pt x="78" y="3"/>
                  <a:pt x="80" y="2"/>
                </a:cubicBezTo>
                <a:cubicBezTo>
                  <a:pt x="82" y="1"/>
                  <a:pt x="84" y="0"/>
                  <a:pt x="86" y="0"/>
                </a:cubicBezTo>
                <a:cubicBezTo>
                  <a:pt x="88" y="0"/>
                  <a:pt x="90" y="1"/>
                  <a:pt x="92" y="2"/>
                </a:cubicBezTo>
                <a:cubicBezTo>
                  <a:pt x="94" y="3"/>
                  <a:pt x="95" y="5"/>
                  <a:pt x="96" y="7"/>
                </a:cubicBezTo>
                <a:close/>
                <a:moveTo>
                  <a:pt x="98" y="95"/>
                </a:moveTo>
                <a:cubicBezTo>
                  <a:pt x="99" y="51"/>
                  <a:pt x="99" y="51"/>
                  <a:pt x="99" y="51"/>
                </a:cubicBezTo>
                <a:cubicBezTo>
                  <a:pt x="99" y="51"/>
                  <a:pt x="99" y="50"/>
                  <a:pt x="99" y="50"/>
                </a:cubicBezTo>
                <a:cubicBezTo>
                  <a:pt x="98" y="49"/>
                  <a:pt x="97" y="49"/>
                  <a:pt x="96" y="49"/>
                </a:cubicBezTo>
                <a:cubicBezTo>
                  <a:pt x="75" y="49"/>
                  <a:pt x="75" y="49"/>
                  <a:pt x="75" y="49"/>
                </a:cubicBezTo>
                <a:cubicBezTo>
                  <a:pt x="75" y="49"/>
                  <a:pt x="74" y="49"/>
                  <a:pt x="73" y="50"/>
                </a:cubicBezTo>
                <a:cubicBezTo>
                  <a:pt x="73" y="50"/>
                  <a:pt x="72" y="51"/>
                  <a:pt x="72" y="52"/>
                </a:cubicBezTo>
                <a:cubicBezTo>
                  <a:pt x="74" y="95"/>
                  <a:pt x="74" y="95"/>
                  <a:pt x="74" y="95"/>
                </a:cubicBezTo>
                <a:cubicBezTo>
                  <a:pt x="74" y="96"/>
                  <a:pt x="74" y="96"/>
                  <a:pt x="75" y="96"/>
                </a:cubicBezTo>
                <a:cubicBezTo>
                  <a:pt x="75" y="97"/>
                  <a:pt x="76" y="97"/>
                  <a:pt x="77" y="97"/>
                </a:cubicBezTo>
                <a:cubicBezTo>
                  <a:pt x="95" y="97"/>
                  <a:pt x="95" y="97"/>
                  <a:pt x="95" y="97"/>
                </a:cubicBezTo>
                <a:cubicBezTo>
                  <a:pt x="95" y="97"/>
                  <a:pt x="96" y="97"/>
                  <a:pt x="97" y="96"/>
                </a:cubicBezTo>
                <a:cubicBezTo>
                  <a:pt x="97" y="96"/>
                  <a:pt x="98" y="96"/>
                  <a:pt x="98" y="95"/>
                </a:cubicBezTo>
                <a:close/>
                <a:moveTo>
                  <a:pt x="98" y="130"/>
                </a:moveTo>
                <a:cubicBezTo>
                  <a:pt x="98" y="112"/>
                  <a:pt x="98" y="112"/>
                  <a:pt x="98" y="112"/>
                </a:cubicBezTo>
                <a:cubicBezTo>
                  <a:pt x="98" y="111"/>
                  <a:pt x="98" y="111"/>
                  <a:pt x="97" y="110"/>
                </a:cubicBezTo>
                <a:cubicBezTo>
                  <a:pt x="96" y="109"/>
                  <a:pt x="96" y="109"/>
                  <a:pt x="95" y="109"/>
                </a:cubicBezTo>
                <a:cubicBezTo>
                  <a:pt x="77" y="109"/>
                  <a:pt x="77" y="109"/>
                  <a:pt x="77" y="109"/>
                </a:cubicBezTo>
                <a:cubicBezTo>
                  <a:pt x="76" y="109"/>
                  <a:pt x="75" y="109"/>
                  <a:pt x="75" y="110"/>
                </a:cubicBezTo>
                <a:cubicBezTo>
                  <a:pt x="74" y="111"/>
                  <a:pt x="74" y="111"/>
                  <a:pt x="74" y="112"/>
                </a:cubicBezTo>
                <a:cubicBezTo>
                  <a:pt x="74" y="130"/>
                  <a:pt x="74" y="130"/>
                  <a:pt x="74" y="130"/>
                </a:cubicBezTo>
                <a:cubicBezTo>
                  <a:pt x="74" y="131"/>
                  <a:pt x="74" y="132"/>
                  <a:pt x="75" y="132"/>
                </a:cubicBezTo>
                <a:cubicBezTo>
                  <a:pt x="75" y="133"/>
                  <a:pt x="76" y="133"/>
                  <a:pt x="77" y="133"/>
                </a:cubicBezTo>
                <a:cubicBezTo>
                  <a:pt x="95" y="133"/>
                  <a:pt x="95" y="133"/>
                  <a:pt x="95" y="133"/>
                </a:cubicBezTo>
                <a:cubicBezTo>
                  <a:pt x="96" y="133"/>
                  <a:pt x="96" y="133"/>
                  <a:pt x="97" y="132"/>
                </a:cubicBezTo>
                <a:cubicBezTo>
                  <a:pt x="98" y="132"/>
                  <a:pt x="98" y="131"/>
                  <a:pt x="98" y="13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10" name="Freeform 112"/>
          <p:cNvSpPr>
            <a:spLocks/>
          </p:cNvSpPr>
          <p:nvPr/>
        </p:nvSpPr>
        <p:spPr bwMode="auto">
          <a:xfrm>
            <a:off x="9126939" y="2252283"/>
            <a:ext cx="190176" cy="190176"/>
          </a:xfrm>
          <a:custGeom>
            <a:avLst/>
            <a:gdLst>
              <a:gd name="T0" fmla="*/ 130 w 133"/>
              <a:gd name="T1" fmla="*/ 3 h 133"/>
              <a:gd name="T2" fmla="*/ 131 w 133"/>
              <a:gd name="T3" fmla="*/ 17 h 133"/>
              <a:gd name="T4" fmla="*/ 121 w 133"/>
              <a:gd name="T5" fmla="*/ 34 h 133"/>
              <a:gd name="T6" fmla="*/ 106 w 133"/>
              <a:gd name="T7" fmla="*/ 49 h 133"/>
              <a:gd name="T8" fmla="*/ 121 w 133"/>
              <a:gd name="T9" fmla="*/ 115 h 133"/>
              <a:gd name="T10" fmla="*/ 120 w 133"/>
              <a:gd name="T11" fmla="*/ 118 h 133"/>
              <a:gd name="T12" fmla="*/ 108 w 133"/>
              <a:gd name="T13" fmla="*/ 127 h 133"/>
              <a:gd name="T14" fmla="*/ 106 w 133"/>
              <a:gd name="T15" fmla="*/ 127 h 133"/>
              <a:gd name="T16" fmla="*/ 105 w 133"/>
              <a:gd name="T17" fmla="*/ 127 h 133"/>
              <a:gd name="T18" fmla="*/ 103 w 133"/>
              <a:gd name="T19" fmla="*/ 126 h 133"/>
              <a:gd name="T20" fmla="*/ 77 w 133"/>
              <a:gd name="T21" fmla="*/ 78 h 133"/>
              <a:gd name="T22" fmla="*/ 52 w 133"/>
              <a:gd name="T23" fmla="*/ 102 h 133"/>
              <a:gd name="T24" fmla="*/ 57 w 133"/>
              <a:gd name="T25" fmla="*/ 121 h 133"/>
              <a:gd name="T26" fmla="*/ 57 w 133"/>
              <a:gd name="T27" fmla="*/ 124 h 133"/>
              <a:gd name="T28" fmla="*/ 48 w 133"/>
              <a:gd name="T29" fmla="*/ 133 h 133"/>
              <a:gd name="T30" fmla="*/ 45 w 133"/>
              <a:gd name="T31" fmla="*/ 133 h 133"/>
              <a:gd name="T32" fmla="*/ 45 w 133"/>
              <a:gd name="T33" fmla="*/ 133 h 133"/>
              <a:gd name="T34" fmla="*/ 43 w 133"/>
              <a:gd name="T35" fmla="*/ 132 h 133"/>
              <a:gd name="T36" fmla="*/ 25 w 133"/>
              <a:gd name="T37" fmla="*/ 108 h 133"/>
              <a:gd name="T38" fmla="*/ 1 w 133"/>
              <a:gd name="T39" fmla="*/ 91 h 133"/>
              <a:gd name="T40" fmla="*/ 0 w 133"/>
              <a:gd name="T41" fmla="*/ 88 h 133"/>
              <a:gd name="T42" fmla="*/ 1 w 133"/>
              <a:gd name="T43" fmla="*/ 86 h 133"/>
              <a:gd name="T44" fmla="*/ 10 w 133"/>
              <a:gd name="T45" fmla="*/ 77 h 133"/>
              <a:gd name="T46" fmla="*/ 12 w 133"/>
              <a:gd name="T47" fmla="*/ 76 h 133"/>
              <a:gd name="T48" fmla="*/ 13 w 133"/>
              <a:gd name="T49" fmla="*/ 76 h 133"/>
              <a:gd name="T50" fmla="*/ 31 w 133"/>
              <a:gd name="T51" fmla="*/ 81 h 133"/>
              <a:gd name="T52" fmla="*/ 56 w 133"/>
              <a:gd name="T53" fmla="*/ 57 h 133"/>
              <a:gd name="T54" fmla="*/ 8 w 133"/>
              <a:gd name="T55" fmla="*/ 30 h 133"/>
              <a:gd name="T56" fmla="*/ 6 w 133"/>
              <a:gd name="T57" fmla="*/ 28 h 133"/>
              <a:gd name="T58" fmla="*/ 7 w 133"/>
              <a:gd name="T59" fmla="*/ 25 h 133"/>
              <a:gd name="T60" fmla="*/ 19 w 133"/>
              <a:gd name="T61" fmla="*/ 13 h 133"/>
              <a:gd name="T62" fmla="*/ 22 w 133"/>
              <a:gd name="T63" fmla="*/ 13 h 133"/>
              <a:gd name="T64" fmla="*/ 85 w 133"/>
              <a:gd name="T65" fmla="*/ 28 h 133"/>
              <a:gd name="T66" fmla="*/ 100 w 133"/>
              <a:gd name="T67" fmla="*/ 12 h 133"/>
              <a:gd name="T68" fmla="*/ 116 w 133"/>
              <a:gd name="T69" fmla="*/ 2 h 133"/>
              <a:gd name="T70" fmla="*/ 130 w 133"/>
              <a:gd name="T71" fmla="*/ 3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33" h="133">
                <a:moveTo>
                  <a:pt x="130" y="3"/>
                </a:moveTo>
                <a:cubicBezTo>
                  <a:pt x="133" y="7"/>
                  <a:pt x="133" y="11"/>
                  <a:pt x="131" y="17"/>
                </a:cubicBezTo>
                <a:cubicBezTo>
                  <a:pt x="129" y="23"/>
                  <a:pt x="126" y="29"/>
                  <a:pt x="121" y="34"/>
                </a:cubicBezTo>
                <a:cubicBezTo>
                  <a:pt x="106" y="49"/>
                  <a:pt x="106" y="49"/>
                  <a:pt x="106" y="49"/>
                </a:cubicBezTo>
                <a:cubicBezTo>
                  <a:pt x="121" y="115"/>
                  <a:pt x="121" y="115"/>
                  <a:pt x="121" y="115"/>
                </a:cubicBezTo>
                <a:cubicBezTo>
                  <a:pt x="121" y="116"/>
                  <a:pt x="121" y="117"/>
                  <a:pt x="120" y="118"/>
                </a:cubicBezTo>
                <a:cubicBezTo>
                  <a:pt x="108" y="127"/>
                  <a:pt x="108" y="127"/>
                  <a:pt x="108" y="127"/>
                </a:cubicBezTo>
                <a:cubicBezTo>
                  <a:pt x="107" y="127"/>
                  <a:pt x="107" y="127"/>
                  <a:pt x="106" y="127"/>
                </a:cubicBezTo>
                <a:cubicBezTo>
                  <a:pt x="106" y="127"/>
                  <a:pt x="106" y="127"/>
                  <a:pt x="105" y="127"/>
                </a:cubicBezTo>
                <a:cubicBezTo>
                  <a:pt x="104" y="127"/>
                  <a:pt x="104" y="127"/>
                  <a:pt x="103" y="126"/>
                </a:cubicBezTo>
                <a:cubicBezTo>
                  <a:pt x="77" y="78"/>
                  <a:pt x="77" y="78"/>
                  <a:pt x="77" y="78"/>
                </a:cubicBezTo>
                <a:cubicBezTo>
                  <a:pt x="52" y="102"/>
                  <a:pt x="52" y="102"/>
                  <a:pt x="52" y="102"/>
                </a:cubicBezTo>
                <a:cubicBezTo>
                  <a:pt x="57" y="121"/>
                  <a:pt x="57" y="121"/>
                  <a:pt x="57" y="121"/>
                </a:cubicBezTo>
                <a:cubicBezTo>
                  <a:pt x="58" y="122"/>
                  <a:pt x="58" y="123"/>
                  <a:pt x="57" y="124"/>
                </a:cubicBezTo>
                <a:cubicBezTo>
                  <a:pt x="48" y="133"/>
                  <a:pt x="48" y="133"/>
                  <a:pt x="48" y="133"/>
                </a:cubicBezTo>
                <a:cubicBezTo>
                  <a:pt x="47" y="133"/>
                  <a:pt x="46" y="133"/>
                  <a:pt x="45" y="133"/>
                </a:cubicBezTo>
                <a:cubicBezTo>
                  <a:pt x="45" y="133"/>
                  <a:pt x="45" y="133"/>
                  <a:pt x="45" y="133"/>
                </a:cubicBezTo>
                <a:cubicBezTo>
                  <a:pt x="44" y="133"/>
                  <a:pt x="44" y="133"/>
                  <a:pt x="43" y="132"/>
                </a:cubicBezTo>
                <a:cubicBezTo>
                  <a:pt x="25" y="108"/>
                  <a:pt x="25" y="108"/>
                  <a:pt x="25" y="108"/>
                </a:cubicBezTo>
                <a:cubicBezTo>
                  <a:pt x="1" y="91"/>
                  <a:pt x="1" y="91"/>
                  <a:pt x="1" y="91"/>
                </a:cubicBezTo>
                <a:cubicBezTo>
                  <a:pt x="1" y="90"/>
                  <a:pt x="0" y="89"/>
                  <a:pt x="0" y="88"/>
                </a:cubicBezTo>
                <a:cubicBezTo>
                  <a:pt x="0" y="88"/>
                  <a:pt x="0" y="87"/>
                  <a:pt x="1" y="86"/>
                </a:cubicBezTo>
                <a:cubicBezTo>
                  <a:pt x="10" y="77"/>
                  <a:pt x="10" y="77"/>
                  <a:pt x="10" y="77"/>
                </a:cubicBezTo>
                <a:cubicBezTo>
                  <a:pt x="11" y="76"/>
                  <a:pt x="11" y="76"/>
                  <a:pt x="12" y="76"/>
                </a:cubicBezTo>
                <a:cubicBezTo>
                  <a:pt x="13" y="76"/>
                  <a:pt x="13" y="76"/>
                  <a:pt x="13" y="76"/>
                </a:cubicBezTo>
                <a:cubicBezTo>
                  <a:pt x="31" y="81"/>
                  <a:pt x="31" y="81"/>
                  <a:pt x="31" y="81"/>
                </a:cubicBezTo>
                <a:cubicBezTo>
                  <a:pt x="56" y="57"/>
                  <a:pt x="56" y="57"/>
                  <a:pt x="56" y="57"/>
                </a:cubicBezTo>
                <a:cubicBezTo>
                  <a:pt x="8" y="30"/>
                  <a:pt x="8" y="30"/>
                  <a:pt x="8" y="30"/>
                </a:cubicBezTo>
                <a:cubicBezTo>
                  <a:pt x="7" y="30"/>
                  <a:pt x="6" y="29"/>
                  <a:pt x="6" y="28"/>
                </a:cubicBezTo>
                <a:cubicBezTo>
                  <a:pt x="6" y="27"/>
                  <a:pt x="6" y="26"/>
                  <a:pt x="7" y="25"/>
                </a:cubicBezTo>
                <a:cubicBezTo>
                  <a:pt x="19" y="13"/>
                  <a:pt x="19" y="13"/>
                  <a:pt x="19" y="13"/>
                </a:cubicBezTo>
                <a:cubicBezTo>
                  <a:pt x="20" y="12"/>
                  <a:pt x="21" y="12"/>
                  <a:pt x="22" y="13"/>
                </a:cubicBezTo>
                <a:cubicBezTo>
                  <a:pt x="85" y="28"/>
                  <a:pt x="85" y="28"/>
                  <a:pt x="85" y="28"/>
                </a:cubicBezTo>
                <a:cubicBezTo>
                  <a:pt x="100" y="12"/>
                  <a:pt x="100" y="12"/>
                  <a:pt x="100" y="12"/>
                </a:cubicBezTo>
                <a:cubicBezTo>
                  <a:pt x="105" y="8"/>
                  <a:pt x="110" y="4"/>
                  <a:pt x="116" y="2"/>
                </a:cubicBezTo>
                <a:cubicBezTo>
                  <a:pt x="122" y="0"/>
                  <a:pt x="127" y="1"/>
                  <a:pt x="130" y="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11" name="Freeform 113"/>
          <p:cNvSpPr>
            <a:spLocks noEditPoints="1"/>
          </p:cNvSpPr>
          <p:nvPr/>
        </p:nvSpPr>
        <p:spPr bwMode="auto">
          <a:xfrm>
            <a:off x="9377625" y="2234995"/>
            <a:ext cx="224755" cy="244204"/>
          </a:xfrm>
          <a:custGeom>
            <a:avLst/>
            <a:gdLst>
              <a:gd name="T0" fmla="*/ 157 w 157"/>
              <a:gd name="T1" fmla="*/ 158 h 170"/>
              <a:gd name="T2" fmla="*/ 145 w 157"/>
              <a:gd name="T3" fmla="*/ 170 h 170"/>
              <a:gd name="T4" fmla="*/ 3 w 157"/>
              <a:gd name="T5" fmla="*/ 166 h 170"/>
              <a:gd name="T6" fmla="*/ 0 w 157"/>
              <a:gd name="T7" fmla="*/ 37 h 170"/>
              <a:gd name="T8" fmla="*/ 12 w 157"/>
              <a:gd name="T9" fmla="*/ 24 h 170"/>
              <a:gd name="T10" fmla="*/ 24 w 157"/>
              <a:gd name="T11" fmla="*/ 15 h 170"/>
              <a:gd name="T12" fmla="*/ 39 w 157"/>
              <a:gd name="T13" fmla="*/ 0 h 170"/>
              <a:gd name="T14" fmla="*/ 56 w 157"/>
              <a:gd name="T15" fmla="*/ 5 h 170"/>
              <a:gd name="T16" fmla="*/ 60 w 157"/>
              <a:gd name="T17" fmla="*/ 24 h 170"/>
              <a:gd name="T18" fmla="*/ 97 w 157"/>
              <a:gd name="T19" fmla="*/ 15 h 170"/>
              <a:gd name="T20" fmla="*/ 112 w 157"/>
              <a:gd name="T21" fmla="*/ 0 h 170"/>
              <a:gd name="T22" fmla="*/ 128 w 157"/>
              <a:gd name="T23" fmla="*/ 5 h 170"/>
              <a:gd name="T24" fmla="*/ 133 w 157"/>
              <a:gd name="T25" fmla="*/ 24 h 170"/>
              <a:gd name="T26" fmla="*/ 154 w 157"/>
              <a:gd name="T27" fmla="*/ 28 h 170"/>
              <a:gd name="T28" fmla="*/ 12 w 157"/>
              <a:gd name="T29" fmla="*/ 88 h 170"/>
              <a:gd name="T30" fmla="*/ 39 w 157"/>
              <a:gd name="T31" fmla="*/ 61 h 170"/>
              <a:gd name="T32" fmla="*/ 12 w 157"/>
              <a:gd name="T33" fmla="*/ 88 h 170"/>
              <a:gd name="T34" fmla="*/ 39 w 157"/>
              <a:gd name="T35" fmla="*/ 124 h 170"/>
              <a:gd name="T36" fmla="*/ 12 w 157"/>
              <a:gd name="T37" fmla="*/ 94 h 170"/>
              <a:gd name="T38" fmla="*/ 12 w 157"/>
              <a:gd name="T39" fmla="*/ 158 h 170"/>
              <a:gd name="T40" fmla="*/ 39 w 157"/>
              <a:gd name="T41" fmla="*/ 130 h 170"/>
              <a:gd name="T42" fmla="*/ 12 w 157"/>
              <a:gd name="T43" fmla="*/ 158 h 170"/>
              <a:gd name="T44" fmla="*/ 48 w 157"/>
              <a:gd name="T45" fmla="*/ 15 h 170"/>
              <a:gd name="T46" fmla="*/ 45 w 157"/>
              <a:gd name="T47" fmla="*/ 12 h 170"/>
              <a:gd name="T48" fmla="*/ 37 w 157"/>
              <a:gd name="T49" fmla="*/ 13 h 170"/>
              <a:gd name="T50" fmla="*/ 36 w 157"/>
              <a:gd name="T51" fmla="*/ 43 h 170"/>
              <a:gd name="T52" fmla="*/ 39 w 157"/>
              <a:gd name="T53" fmla="*/ 46 h 170"/>
              <a:gd name="T54" fmla="*/ 47 w 157"/>
              <a:gd name="T55" fmla="*/ 45 h 170"/>
              <a:gd name="T56" fmla="*/ 45 w 157"/>
              <a:gd name="T57" fmla="*/ 88 h 170"/>
              <a:gd name="T58" fmla="*/ 75 w 157"/>
              <a:gd name="T59" fmla="*/ 61 h 170"/>
              <a:gd name="T60" fmla="*/ 45 w 157"/>
              <a:gd name="T61" fmla="*/ 88 h 170"/>
              <a:gd name="T62" fmla="*/ 75 w 157"/>
              <a:gd name="T63" fmla="*/ 124 h 170"/>
              <a:gd name="T64" fmla="*/ 45 w 157"/>
              <a:gd name="T65" fmla="*/ 94 h 170"/>
              <a:gd name="T66" fmla="*/ 45 w 157"/>
              <a:gd name="T67" fmla="*/ 158 h 170"/>
              <a:gd name="T68" fmla="*/ 75 w 157"/>
              <a:gd name="T69" fmla="*/ 130 h 170"/>
              <a:gd name="T70" fmla="*/ 45 w 157"/>
              <a:gd name="T71" fmla="*/ 158 h 170"/>
              <a:gd name="T72" fmla="*/ 112 w 157"/>
              <a:gd name="T73" fmla="*/ 88 h 170"/>
              <a:gd name="T74" fmla="*/ 81 w 157"/>
              <a:gd name="T75" fmla="*/ 61 h 170"/>
              <a:gd name="T76" fmla="*/ 81 w 157"/>
              <a:gd name="T77" fmla="*/ 124 h 170"/>
              <a:gd name="T78" fmla="*/ 112 w 157"/>
              <a:gd name="T79" fmla="*/ 94 h 170"/>
              <a:gd name="T80" fmla="*/ 81 w 157"/>
              <a:gd name="T81" fmla="*/ 124 h 170"/>
              <a:gd name="T82" fmla="*/ 112 w 157"/>
              <a:gd name="T83" fmla="*/ 158 h 170"/>
              <a:gd name="T84" fmla="*/ 81 w 157"/>
              <a:gd name="T85" fmla="*/ 130 h 170"/>
              <a:gd name="T86" fmla="*/ 121 w 157"/>
              <a:gd name="T87" fmla="*/ 43 h 170"/>
              <a:gd name="T88" fmla="*/ 120 w 157"/>
              <a:gd name="T89" fmla="*/ 13 h 170"/>
              <a:gd name="T90" fmla="*/ 112 w 157"/>
              <a:gd name="T91" fmla="*/ 12 h 170"/>
              <a:gd name="T92" fmla="*/ 109 w 157"/>
              <a:gd name="T93" fmla="*/ 15 h 170"/>
              <a:gd name="T94" fmla="*/ 110 w 157"/>
              <a:gd name="T95" fmla="*/ 45 h 170"/>
              <a:gd name="T96" fmla="*/ 118 w 157"/>
              <a:gd name="T97" fmla="*/ 46 h 170"/>
              <a:gd name="T98" fmla="*/ 121 w 157"/>
              <a:gd name="T99" fmla="*/ 43 h 170"/>
              <a:gd name="T100" fmla="*/ 145 w 157"/>
              <a:gd name="T101" fmla="*/ 88 h 170"/>
              <a:gd name="T102" fmla="*/ 118 w 157"/>
              <a:gd name="T103" fmla="*/ 61 h 170"/>
              <a:gd name="T104" fmla="*/ 118 w 157"/>
              <a:gd name="T105" fmla="*/ 124 h 170"/>
              <a:gd name="T106" fmla="*/ 145 w 157"/>
              <a:gd name="T107" fmla="*/ 94 h 170"/>
              <a:gd name="T108" fmla="*/ 118 w 157"/>
              <a:gd name="T109" fmla="*/ 124 h 170"/>
              <a:gd name="T110" fmla="*/ 145 w 157"/>
              <a:gd name="T111" fmla="*/ 158 h 170"/>
              <a:gd name="T112" fmla="*/ 118 w 157"/>
              <a:gd name="T113" fmla="*/ 130 h 1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57" h="170">
                <a:moveTo>
                  <a:pt x="157" y="37"/>
                </a:moveTo>
                <a:cubicBezTo>
                  <a:pt x="157" y="158"/>
                  <a:pt x="157" y="158"/>
                  <a:pt x="157" y="158"/>
                </a:cubicBezTo>
                <a:cubicBezTo>
                  <a:pt x="157" y="161"/>
                  <a:pt x="156" y="164"/>
                  <a:pt x="154" y="166"/>
                </a:cubicBezTo>
                <a:cubicBezTo>
                  <a:pt x="151" y="168"/>
                  <a:pt x="148" y="170"/>
                  <a:pt x="145" y="170"/>
                </a:cubicBezTo>
                <a:cubicBezTo>
                  <a:pt x="12" y="170"/>
                  <a:pt x="12" y="170"/>
                  <a:pt x="12" y="170"/>
                </a:cubicBezTo>
                <a:cubicBezTo>
                  <a:pt x="9" y="170"/>
                  <a:pt x="6" y="168"/>
                  <a:pt x="3" y="166"/>
                </a:cubicBezTo>
                <a:cubicBezTo>
                  <a:pt x="1" y="164"/>
                  <a:pt x="0" y="161"/>
                  <a:pt x="0" y="158"/>
                </a:cubicBezTo>
                <a:cubicBezTo>
                  <a:pt x="0" y="37"/>
                  <a:pt x="0" y="37"/>
                  <a:pt x="0" y="37"/>
                </a:cubicBezTo>
                <a:cubicBezTo>
                  <a:pt x="0" y="33"/>
                  <a:pt x="1" y="30"/>
                  <a:pt x="3" y="28"/>
                </a:cubicBezTo>
                <a:cubicBezTo>
                  <a:pt x="6" y="26"/>
                  <a:pt x="9" y="24"/>
                  <a:pt x="12" y="24"/>
                </a:cubicBezTo>
                <a:cubicBezTo>
                  <a:pt x="24" y="24"/>
                  <a:pt x="24" y="24"/>
                  <a:pt x="24" y="24"/>
                </a:cubicBezTo>
                <a:cubicBezTo>
                  <a:pt x="24" y="15"/>
                  <a:pt x="24" y="15"/>
                  <a:pt x="24" y="15"/>
                </a:cubicBezTo>
                <a:cubicBezTo>
                  <a:pt x="24" y="11"/>
                  <a:pt x="25" y="8"/>
                  <a:pt x="28" y="5"/>
                </a:cubicBezTo>
                <a:cubicBezTo>
                  <a:pt x="31" y="2"/>
                  <a:pt x="35" y="0"/>
                  <a:pt x="39" y="0"/>
                </a:cubicBezTo>
                <a:cubicBezTo>
                  <a:pt x="45" y="0"/>
                  <a:pt x="45" y="0"/>
                  <a:pt x="45" y="0"/>
                </a:cubicBezTo>
                <a:cubicBezTo>
                  <a:pt x="49" y="0"/>
                  <a:pt x="53" y="2"/>
                  <a:pt x="56" y="5"/>
                </a:cubicBezTo>
                <a:cubicBezTo>
                  <a:pt x="59" y="8"/>
                  <a:pt x="60" y="11"/>
                  <a:pt x="60" y="15"/>
                </a:cubicBezTo>
                <a:cubicBezTo>
                  <a:pt x="60" y="24"/>
                  <a:pt x="60" y="24"/>
                  <a:pt x="60" y="24"/>
                </a:cubicBezTo>
                <a:cubicBezTo>
                  <a:pt x="97" y="24"/>
                  <a:pt x="97" y="24"/>
                  <a:pt x="97" y="24"/>
                </a:cubicBezTo>
                <a:cubicBezTo>
                  <a:pt x="97" y="15"/>
                  <a:pt x="97" y="15"/>
                  <a:pt x="97" y="15"/>
                </a:cubicBezTo>
                <a:cubicBezTo>
                  <a:pt x="97" y="11"/>
                  <a:pt x="98" y="8"/>
                  <a:pt x="101" y="5"/>
                </a:cubicBezTo>
                <a:cubicBezTo>
                  <a:pt x="104" y="2"/>
                  <a:pt x="108" y="0"/>
                  <a:pt x="112" y="0"/>
                </a:cubicBezTo>
                <a:cubicBezTo>
                  <a:pt x="118" y="0"/>
                  <a:pt x="118" y="0"/>
                  <a:pt x="118" y="0"/>
                </a:cubicBezTo>
                <a:cubicBezTo>
                  <a:pt x="122" y="0"/>
                  <a:pt x="125" y="2"/>
                  <a:pt x="128" y="5"/>
                </a:cubicBezTo>
                <a:cubicBezTo>
                  <a:pt x="131" y="8"/>
                  <a:pt x="133" y="11"/>
                  <a:pt x="133" y="15"/>
                </a:cubicBezTo>
                <a:cubicBezTo>
                  <a:pt x="133" y="24"/>
                  <a:pt x="133" y="24"/>
                  <a:pt x="133" y="24"/>
                </a:cubicBezTo>
                <a:cubicBezTo>
                  <a:pt x="145" y="24"/>
                  <a:pt x="145" y="24"/>
                  <a:pt x="145" y="24"/>
                </a:cubicBezTo>
                <a:cubicBezTo>
                  <a:pt x="148" y="24"/>
                  <a:pt x="151" y="26"/>
                  <a:pt x="154" y="28"/>
                </a:cubicBezTo>
                <a:cubicBezTo>
                  <a:pt x="156" y="30"/>
                  <a:pt x="157" y="33"/>
                  <a:pt x="157" y="37"/>
                </a:cubicBezTo>
                <a:close/>
                <a:moveTo>
                  <a:pt x="12" y="88"/>
                </a:moveTo>
                <a:cubicBezTo>
                  <a:pt x="39" y="88"/>
                  <a:pt x="39" y="88"/>
                  <a:pt x="39" y="88"/>
                </a:cubicBezTo>
                <a:cubicBezTo>
                  <a:pt x="39" y="61"/>
                  <a:pt x="39" y="61"/>
                  <a:pt x="39" y="61"/>
                </a:cubicBezTo>
                <a:cubicBezTo>
                  <a:pt x="12" y="61"/>
                  <a:pt x="12" y="61"/>
                  <a:pt x="12" y="61"/>
                </a:cubicBezTo>
                <a:lnTo>
                  <a:pt x="12" y="88"/>
                </a:lnTo>
                <a:close/>
                <a:moveTo>
                  <a:pt x="12" y="124"/>
                </a:moveTo>
                <a:cubicBezTo>
                  <a:pt x="39" y="124"/>
                  <a:pt x="39" y="124"/>
                  <a:pt x="39" y="124"/>
                </a:cubicBezTo>
                <a:cubicBezTo>
                  <a:pt x="39" y="94"/>
                  <a:pt x="39" y="94"/>
                  <a:pt x="39" y="94"/>
                </a:cubicBezTo>
                <a:cubicBezTo>
                  <a:pt x="12" y="94"/>
                  <a:pt x="12" y="94"/>
                  <a:pt x="12" y="94"/>
                </a:cubicBezTo>
                <a:lnTo>
                  <a:pt x="12" y="124"/>
                </a:lnTo>
                <a:close/>
                <a:moveTo>
                  <a:pt x="12" y="158"/>
                </a:moveTo>
                <a:cubicBezTo>
                  <a:pt x="39" y="158"/>
                  <a:pt x="39" y="158"/>
                  <a:pt x="39" y="158"/>
                </a:cubicBezTo>
                <a:cubicBezTo>
                  <a:pt x="39" y="130"/>
                  <a:pt x="39" y="130"/>
                  <a:pt x="39" y="130"/>
                </a:cubicBezTo>
                <a:cubicBezTo>
                  <a:pt x="12" y="130"/>
                  <a:pt x="12" y="130"/>
                  <a:pt x="12" y="130"/>
                </a:cubicBezTo>
                <a:lnTo>
                  <a:pt x="12" y="158"/>
                </a:lnTo>
                <a:close/>
                <a:moveTo>
                  <a:pt x="48" y="43"/>
                </a:moveTo>
                <a:cubicBezTo>
                  <a:pt x="48" y="15"/>
                  <a:pt x="48" y="15"/>
                  <a:pt x="48" y="15"/>
                </a:cubicBezTo>
                <a:cubicBezTo>
                  <a:pt x="48" y="15"/>
                  <a:pt x="48" y="14"/>
                  <a:pt x="47" y="13"/>
                </a:cubicBezTo>
                <a:cubicBezTo>
                  <a:pt x="47" y="13"/>
                  <a:pt x="46" y="12"/>
                  <a:pt x="45" y="12"/>
                </a:cubicBezTo>
                <a:cubicBezTo>
                  <a:pt x="39" y="12"/>
                  <a:pt x="39" y="12"/>
                  <a:pt x="39" y="12"/>
                </a:cubicBezTo>
                <a:cubicBezTo>
                  <a:pt x="38" y="12"/>
                  <a:pt x="38" y="13"/>
                  <a:pt x="37" y="13"/>
                </a:cubicBezTo>
                <a:cubicBezTo>
                  <a:pt x="36" y="14"/>
                  <a:pt x="36" y="15"/>
                  <a:pt x="36" y="15"/>
                </a:cubicBezTo>
                <a:cubicBezTo>
                  <a:pt x="36" y="43"/>
                  <a:pt x="36" y="43"/>
                  <a:pt x="36" y="43"/>
                </a:cubicBezTo>
                <a:cubicBezTo>
                  <a:pt x="36" y="43"/>
                  <a:pt x="36" y="44"/>
                  <a:pt x="37" y="45"/>
                </a:cubicBezTo>
                <a:cubicBezTo>
                  <a:pt x="38" y="45"/>
                  <a:pt x="38" y="46"/>
                  <a:pt x="39" y="46"/>
                </a:cubicBezTo>
                <a:cubicBezTo>
                  <a:pt x="45" y="46"/>
                  <a:pt x="45" y="46"/>
                  <a:pt x="45" y="46"/>
                </a:cubicBezTo>
                <a:cubicBezTo>
                  <a:pt x="46" y="46"/>
                  <a:pt x="47" y="45"/>
                  <a:pt x="47" y="45"/>
                </a:cubicBezTo>
                <a:cubicBezTo>
                  <a:pt x="48" y="44"/>
                  <a:pt x="48" y="43"/>
                  <a:pt x="48" y="43"/>
                </a:cubicBezTo>
                <a:close/>
                <a:moveTo>
                  <a:pt x="45" y="88"/>
                </a:moveTo>
                <a:cubicBezTo>
                  <a:pt x="75" y="88"/>
                  <a:pt x="75" y="88"/>
                  <a:pt x="75" y="88"/>
                </a:cubicBezTo>
                <a:cubicBezTo>
                  <a:pt x="75" y="61"/>
                  <a:pt x="75" y="61"/>
                  <a:pt x="75" y="61"/>
                </a:cubicBezTo>
                <a:cubicBezTo>
                  <a:pt x="45" y="61"/>
                  <a:pt x="45" y="61"/>
                  <a:pt x="45" y="61"/>
                </a:cubicBezTo>
                <a:lnTo>
                  <a:pt x="45" y="88"/>
                </a:lnTo>
                <a:close/>
                <a:moveTo>
                  <a:pt x="45" y="124"/>
                </a:moveTo>
                <a:cubicBezTo>
                  <a:pt x="75" y="124"/>
                  <a:pt x="75" y="124"/>
                  <a:pt x="75" y="124"/>
                </a:cubicBezTo>
                <a:cubicBezTo>
                  <a:pt x="75" y="94"/>
                  <a:pt x="75" y="94"/>
                  <a:pt x="75" y="94"/>
                </a:cubicBezTo>
                <a:cubicBezTo>
                  <a:pt x="45" y="94"/>
                  <a:pt x="45" y="94"/>
                  <a:pt x="45" y="94"/>
                </a:cubicBezTo>
                <a:lnTo>
                  <a:pt x="45" y="124"/>
                </a:lnTo>
                <a:close/>
                <a:moveTo>
                  <a:pt x="45" y="158"/>
                </a:moveTo>
                <a:cubicBezTo>
                  <a:pt x="75" y="158"/>
                  <a:pt x="75" y="158"/>
                  <a:pt x="75" y="158"/>
                </a:cubicBezTo>
                <a:cubicBezTo>
                  <a:pt x="75" y="130"/>
                  <a:pt x="75" y="130"/>
                  <a:pt x="75" y="130"/>
                </a:cubicBezTo>
                <a:cubicBezTo>
                  <a:pt x="45" y="130"/>
                  <a:pt x="45" y="130"/>
                  <a:pt x="45" y="130"/>
                </a:cubicBezTo>
                <a:lnTo>
                  <a:pt x="45" y="158"/>
                </a:lnTo>
                <a:close/>
                <a:moveTo>
                  <a:pt x="81" y="88"/>
                </a:moveTo>
                <a:cubicBezTo>
                  <a:pt x="112" y="88"/>
                  <a:pt x="112" y="88"/>
                  <a:pt x="112" y="88"/>
                </a:cubicBezTo>
                <a:cubicBezTo>
                  <a:pt x="112" y="61"/>
                  <a:pt x="112" y="61"/>
                  <a:pt x="112" y="61"/>
                </a:cubicBezTo>
                <a:cubicBezTo>
                  <a:pt x="81" y="61"/>
                  <a:pt x="81" y="61"/>
                  <a:pt x="81" y="61"/>
                </a:cubicBezTo>
                <a:lnTo>
                  <a:pt x="81" y="88"/>
                </a:lnTo>
                <a:close/>
                <a:moveTo>
                  <a:pt x="81" y="124"/>
                </a:moveTo>
                <a:cubicBezTo>
                  <a:pt x="112" y="124"/>
                  <a:pt x="112" y="124"/>
                  <a:pt x="112" y="124"/>
                </a:cubicBezTo>
                <a:cubicBezTo>
                  <a:pt x="112" y="94"/>
                  <a:pt x="112" y="94"/>
                  <a:pt x="112" y="94"/>
                </a:cubicBezTo>
                <a:cubicBezTo>
                  <a:pt x="81" y="94"/>
                  <a:pt x="81" y="94"/>
                  <a:pt x="81" y="94"/>
                </a:cubicBezTo>
                <a:lnTo>
                  <a:pt x="81" y="124"/>
                </a:lnTo>
                <a:close/>
                <a:moveTo>
                  <a:pt x="81" y="158"/>
                </a:moveTo>
                <a:cubicBezTo>
                  <a:pt x="112" y="158"/>
                  <a:pt x="112" y="158"/>
                  <a:pt x="112" y="158"/>
                </a:cubicBezTo>
                <a:cubicBezTo>
                  <a:pt x="112" y="130"/>
                  <a:pt x="112" y="130"/>
                  <a:pt x="112" y="130"/>
                </a:cubicBezTo>
                <a:cubicBezTo>
                  <a:pt x="81" y="130"/>
                  <a:pt x="81" y="130"/>
                  <a:pt x="81" y="130"/>
                </a:cubicBezTo>
                <a:lnTo>
                  <a:pt x="81" y="158"/>
                </a:lnTo>
                <a:close/>
                <a:moveTo>
                  <a:pt x="121" y="43"/>
                </a:moveTo>
                <a:cubicBezTo>
                  <a:pt x="121" y="15"/>
                  <a:pt x="121" y="15"/>
                  <a:pt x="121" y="15"/>
                </a:cubicBezTo>
                <a:cubicBezTo>
                  <a:pt x="121" y="15"/>
                  <a:pt x="120" y="14"/>
                  <a:pt x="120" y="13"/>
                </a:cubicBezTo>
                <a:cubicBezTo>
                  <a:pt x="119" y="13"/>
                  <a:pt x="119" y="12"/>
                  <a:pt x="118" y="12"/>
                </a:cubicBezTo>
                <a:cubicBezTo>
                  <a:pt x="112" y="12"/>
                  <a:pt x="112" y="12"/>
                  <a:pt x="112" y="12"/>
                </a:cubicBezTo>
                <a:cubicBezTo>
                  <a:pt x="111" y="12"/>
                  <a:pt x="110" y="13"/>
                  <a:pt x="110" y="13"/>
                </a:cubicBezTo>
                <a:cubicBezTo>
                  <a:pt x="109" y="14"/>
                  <a:pt x="109" y="15"/>
                  <a:pt x="109" y="15"/>
                </a:cubicBezTo>
                <a:cubicBezTo>
                  <a:pt x="109" y="43"/>
                  <a:pt x="109" y="43"/>
                  <a:pt x="109" y="43"/>
                </a:cubicBezTo>
                <a:cubicBezTo>
                  <a:pt x="109" y="43"/>
                  <a:pt x="109" y="44"/>
                  <a:pt x="110" y="45"/>
                </a:cubicBezTo>
                <a:cubicBezTo>
                  <a:pt x="110" y="45"/>
                  <a:pt x="111" y="46"/>
                  <a:pt x="112" y="46"/>
                </a:cubicBezTo>
                <a:cubicBezTo>
                  <a:pt x="118" y="46"/>
                  <a:pt x="118" y="46"/>
                  <a:pt x="118" y="46"/>
                </a:cubicBezTo>
                <a:cubicBezTo>
                  <a:pt x="119" y="46"/>
                  <a:pt x="119" y="45"/>
                  <a:pt x="120" y="45"/>
                </a:cubicBezTo>
                <a:cubicBezTo>
                  <a:pt x="120" y="44"/>
                  <a:pt x="121" y="43"/>
                  <a:pt x="121" y="43"/>
                </a:cubicBezTo>
                <a:close/>
                <a:moveTo>
                  <a:pt x="118" y="88"/>
                </a:moveTo>
                <a:cubicBezTo>
                  <a:pt x="145" y="88"/>
                  <a:pt x="145" y="88"/>
                  <a:pt x="145" y="88"/>
                </a:cubicBezTo>
                <a:cubicBezTo>
                  <a:pt x="145" y="61"/>
                  <a:pt x="145" y="61"/>
                  <a:pt x="145" y="61"/>
                </a:cubicBezTo>
                <a:cubicBezTo>
                  <a:pt x="118" y="61"/>
                  <a:pt x="118" y="61"/>
                  <a:pt x="118" y="61"/>
                </a:cubicBezTo>
                <a:lnTo>
                  <a:pt x="118" y="88"/>
                </a:lnTo>
                <a:close/>
                <a:moveTo>
                  <a:pt x="118" y="124"/>
                </a:moveTo>
                <a:cubicBezTo>
                  <a:pt x="145" y="124"/>
                  <a:pt x="145" y="124"/>
                  <a:pt x="145" y="124"/>
                </a:cubicBezTo>
                <a:cubicBezTo>
                  <a:pt x="145" y="94"/>
                  <a:pt x="145" y="94"/>
                  <a:pt x="145" y="94"/>
                </a:cubicBezTo>
                <a:cubicBezTo>
                  <a:pt x="118" y="94"/>
                  <a:pt x="118" y="94"/>
                  <a:pt x="118" y="94"/>
                </a:cubicBezTo>
                <a:lnTo>
                  <a:pt x="118" y="124"/>
                </a:lnTo>
                <a:close/>
                <a:moveTo>
                  <a:pt x="118" y="158"/>
                </a:moveTo>
                <a:cubicBezTo>
                  <a:pt x="145" y="158"/>
                  <a:pt x="145" y="158"/>
                  <a:pt x="145" y="158"/>
                </a:cubicBezTo>
                <a:cubicBezTo>
                  <a:pt x="145" y="130"/>
                  <a:pt x="145" y="130"/>
                  <a:pt x="145" y="130"/>
                </a:cubicBezTo>
                <a:cubicBezTo>
                  <a:pt x="118" y="130"/>
                  <a:pt x="118" y="130"/>
                  <a:pt x="118" y="130"/>
                </a:cubicBezTo>
                <a:lnTo>
                  <a:pt x="118" y="15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12" name="Freeform 114"/>
          <p:cNvSpPr>
            <a:spLocks noEditPoints="1"/>
          </p:cNvSpPr>
          <p:nvPr/>
        </p:nvSpPr>
        <p:spPr bwMode="auto">
          <a:xfrm>
            <a:off x="9662891" y="2239317"/>
            <a:ext cx="242043" cy="218271"/>
          </a:xfrm>
          <a:custGeom>
            <a:avLst/>
            <a:gdLst>
              <a:gd name="T0" fmla="*/ 168 w 169"/>
              <a:gd name="T1" fmla="*/ 36 h 152"/>
              <a:gd name="T2" fmla="*/ 136 w 169"/>
              <a:gd name="T3" fmla="*/ 67 h 152"/>
              <a:gd name="T4" fmla="*/ 133 w 169"/>
              <a:gd name="T5" fmla="*/ 64 h 152"/>
              <a:gd name="T6" fmla="*/ 109 w 169"/>
              <a:gd name="T7" fmla="*/ 46 h 152"/>
              <a:gd name="T8" fmla="*/ 94 w 169"/>
              <a:gd name="T9" fmla="*/ 51 h 152"/>
              <a:gd name="T10" fmla="*/ 85 w 169"/>
              <a:gd name="T11" fmla="*/ 64 h 152"/>
              <a:gd name="T12" fmla="*/ 73 w 169"/>
              <a:gd name="T13" fmla="*/ 91 h 152"/>
              <a:gd name="T14" fmla="*/ 62 w 169"/>
              <a:gd name="T15" fmla="*/ 111 h 152"/>
              <a:gd name="T16" fmla="*/ 46 w 169"/>
              <a:gd name="T17" fmla="*/ 125 h 152"/>
              <a:gd name="T18" fmla="*/ 24 w 169"/>
              <a:gd name="T19" fmla="*/ 130 h 152"/>
              <a:gd name="T20" fmla="*/ 0 w 169"/>
              <a:gd name="T21" fmla="*/ 130 h 152"/>
              <a:gd name="T22" fmla="*/ 0 w 169"/>
              <a:gd name="T23" fmla="*/ 109 h 152"/>
              <a:gd name="T24" fmla="*/ 3 w 169"/>
              <a:gd name="T25" fmla="*/ 106 h 152"/>
              <a:gd name="T26" fmla="*/ 32 w 169"/>
              <a:gd name="T27" fmla="*/ 105 h 152"/>
              <a:gd name="T28" fmla="*/ 43 w 169"/>
              <a:gd name="T29" fmla="*/ 95 h 152"/>
              <a:gd name="T30" fmla="*/ 55 w 169"/>
              <a:gd name="T31" fmla="*/ 71 h 152"/>
              <a:gd name="T32" fmla="*/ 65 w 169"/>
              <a:gd name="T33" fmla="*/ 51 h 152"/>
              <a:gd name="T34" fmla="*/ 78 w 169"/>
              <a:gd name="T35" fmla="*/ 33 h 152"/>
              <a:gd name="T36" fmla="*/ 96 w 169"/>
              <a:gd name="T37" fmla="*/ 23 h 152"/>
              <a:gd name="T38" fmla="*/ 133 w 169"/>
              <a:gd name="T39" fmla="*/ 21 h 152"/>
              <a:gd name="T40" fmla="*/ 134 w 169"/>
              <a:gd name="T41" fmla="*/ 1 h 152"/>
              <a:gd name="T42" fmla="*/ 138 w 169"/>
              <a:gd name="T43" fmla="*/ 1 h 152"/>
              <a:gd name="T44" fmla="*/ 169 w 169"/>
              <a:gd name="T45" fmla="*/ 34 h 152"/>
              <a:gd name="T46" fmla="*/ 50 w 169"/>
              <a:gd name="T47" fmla="*/ 69 h 152"/>
              <a:gd name="T48" fmla="*/ 42 w 169"/>
              <a:gd name="T49" fmla="*/ 56 h 152"/>
              <a:gd name="T50" fmla="*/ 32 w 169"/>
              <a:gd name="T51" fmla="*/ 47 h 152"/>
              <a:gd name="T52" fmla="*/ 3 w 169"/>
              <a:gd name="T53" fmla="*/ 46 h 152"/>
              <a:gd name="T54" fmla="*/ 0 w 169"/>
              <a:gd name="T55" fmla="*/ 43 h 152"/>
              <a:gd name="T56" fmla="*/ 0 w 169"/>
              <a:gd name="T57" fmla="*/ 22 h 152"/>
              <a:gd name="T58" fmla="*/ 24 w 169"/>
              <a:gd name="T59" fmla="*/ 21 h 152"/>
              <a:gd name="T60" fmla="*/ 169 w 169"/>
              <a:gd name="T61" fmla="*/ 118 h 152"/>
              <a:gd name="T62" fmla="*/ 138 w 169"/>
              <a:gd name="T63" fmla="*/ 151 h 152"/>
              <a:gd name="T64" fmla="*/ 134 w 169"/>
              <a:gd name="T65" fmla="*/ 151 h 152"/>
              <a:gd name="T66" fmla="*/ 133 w 169"/>
              <a:gd name="T67" fmla="*/ 130 h 152"/>
              <a:gd name="T68" fmla="*/ 117 w 169"/>
              <a:gd name="T69" fmla="*/ 131 h 152"/>
              <a:gd name="T70" fmla="*/ 103 w 169"/>
              <a:gd name="T71" fmla="*/ 130 h 152"/>
              <a:gd name="T72" fmla="*/ 91 w 169"/>
              <a:gd name="T73" fmla="*/ 127 h 152"/>
              <a:gd name="T74" fmla="*/ 80 w 169"/>
              <a:gd name="T75" fmla="*/ 121 h 152"/>
              <a:gd name="T76" fmla="*/ 70 w 169"/>
              <a:gd name="T77" fmla="*/ 109 h 152"/>
              <a:gd name="T78" fmla="*/ 86 w 169"/>
              <a:gd name="T79" fmla="*/ 90 h 152"/>
              <a:gd name="T80" fmla="*/ 95 w 169"/>
              <a:gd name="T81" fmla="*/ 101 h 152"/>
              <a:gd name="T82" fmla="*/ 109 w 169"/>
              <a:gd name="T83" fmla="*/ 106 h 152"/>
              <a:gd name="T84" fmla="*/ 133 w 169"/>
              <a:gd name="T85" fmla="*/ 88 h 152"/>
              <a:gd name="T86" fmla="*/ 136 w 169"/>
              <a:gd name="T87" fmla="*/ 85 h 152"/>
              <a:gd name="T88" fmla="*/ 168 w 169"/>
              <a:gd name="T89" fmla="*/ 116 h 1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69" h="152">
                <a:moveTo>
                  <a:pt x="169" y="34"/>
                </a:moveTo>
                <a:cubicBezTo>
                  <a:pt x="169" y="34"/>
                  <a:pt x="169" y="35"/>
                  <a:pt x="168" y="36"/>
                </a:cubicBezTo>
                <a:cubicBezTo>
                  <a:pt x="138" y="66"/>
                  <a:pt x="138" y="66"/>
                  <a:pt x="138" y="66"/>
                </a:cubicBezTo>
                <a:cubicBezTo>
                  <a:pt x="137" y="67"/>
                  <a:pt x="137" y="67"/>
                  <a:pt x="136" y="67"/>
                </a:cubicBezTo>
                <a:cubicBezTo>
                  <a:pt x="135" y="67"/>
                  <a:pt x="134" y="67"/>
                  <a:pt x="134" y="66"/>
                </a:cubicBezTo>
                <a:cubicBezTo>
                  <a:pt x="133" y="65"/>
                  <a:pt x="133" y="65"/>
                  <a:pt x="133" y="64"/>
                </a:cubicBezTo>
                <a:cubicBezTo>
                  <a:pt x="133" y="46"/>
                  <a:pt x="133" y="46"/>
                  <a:pt x="133" y="46"/>
                </a:cubicBezTo>
                <a:cubicBezTo>
                  <a:pt x="109" y="46"/>
                  <a:pt x="109" y="46"/>
                  <a:pt x="109" y="46"/>
                </a:cubicBezTo>
                <a:cubicBezTo>
                  <a:pt x="106" y="46"/>
                  <a:pt x="103" y="46"/>
                  <a:pt x="100" y="47"/>
                </a:cubicBezTo>
                <a:cubicBezTo>
                  <a:pt x="98" y="48"/>
                  <a:pt x="96" y="49"/>
                  <a:pt x="94" y="51"/>
                </a:cubicBezTo>
                <a:cubicBezTo>
                  <a:pt x="92" y="53"/>
                  <a:pt x="90" y="55"/>
                  <a:pt x="89" y="57"/>
                </a:cubicBezTo>
                <a:cubicBezTo>
                  <a:pt x="88" y="59"/>
                  <a:pt x="86" y="62"/>
                  <a:pt x="85" y="64"/>
                </a:cubicBezTo>
                <a:cubicBezTo>
                  <a:pt x="83" y="68"/>
                  <a:pt x="80" y="74"/>
                  <a:pt x="77" y="81"/>
                </a:cubicBezTo>
                <a:cubicBezTo>
                  <a:pt x="76" y="85"/>
                  <a:pt x="74" y="88"/>
                  <a:pt x="73" y="91"/>
                </a:cubicBezTo>
                <a:cubicBezTo>
                  <a:pt x="71" y="94"/>
                  <a:pt x="70" y="97"/>
                  <a:pt x="68" y="101"/>
                </a:cubicBezTo>
                <a:cubicBezTo>
                  <a:pt x="65" y="105"/>
                  <a:pt x="63" y="108"/>
                  <a:pt x="62" y="111"/>
                </a:cubicBezTo>
                <a:cubicBezTo>
                  <a:pt x="60" y="113"/>
                  <a:pt x="57" y="116"/>
                  <a:pt x="55" y="118"/>
                </a:cubicBezTo>
                <a:cubicBezTo>
                  <a:pt x="52" y="121"/>
                  <a:pt x="49" y="123"/>
                  <a:pt x="46" y="125"/>
                </a:cubicBezTo>
                <a:cubicBezTo>
                  <a:pt x="43" y="126"/>
                  <a:pt x="40" y="128"/>
                  <a:pt x="36" y="129"/>
                </a:cubicBezTo>
                <a:cubicBezTo>
                  <a:pt x="32" y="130"/>
                  <a:pt x="28" y="130"/>
                  <a:pt x="24" y="130"/>
                </a:cubicBezTo>
                <a:cubicBezTo>
                  <a:pt x="3" y="130"/>
                  <a:pt x="3" y="130"/>
                  <a:pt x="3" y="130"/>
                </a:cubicBezTo>
                <a:cubicBezTo>
                  <a:pt x="2" y="130"/>
                  <a:pt x="1" y="130"/>
                  <a:pt x="0" y="130"/>
                </a:cubicBezTo>
                <a:cubicBezTo>
                  <a:pt x="0" y="129"/>
                  <a:pt x="0" y="128"/>
                  <a:pt x="0" y="127"/>
                </a:cubicBezTo>
                <a:cubicBezTo>
                  <a:pt x="0" y="109"/>
                  <a:pt x="0" y="109"/>
                  <a:pt x="0" y="109"/>
                </a:cubicBezTo>
                <a:cubicBezTo>
                  <a:pt x="0" y="108"/>
                  <a:pt x="0" y="108"/>
                  <a:pt x="0" y="107"/>
                </a:cubicBezTo>
                <a:cubicBezTo>
                  <a:pt x="1" y="106"/>
                  <a:pt x="2" y="106"/>
                  <a:pt x="3" y="106"/>
                </a:cubicBezTo>
                <a:cubicBezTo>
                  <a:pt x="24" y="106"/>
                  <a:pt x="24" y="106"/>
                  <a:pt x="24" y="106"/>
                </a:cubicBezTo>
                <a:cubicBezTo>
                  <a:pt x="27" y="106"/>
                  <a:pt x="30" y="106"/>
                  <a:pt x="32" y="105"/>
                </a:cubicBezTo>
                <a:cubicBezTo>
                  <a:pt x="35" y="104"/>
                  <a:pt x="37" y="102"/>
                  <a:pt x="39" y="100"/>
                </a:cubicBezTo>
                <a:cubicBezTo>
                  <a:pt x="40" y="99"/>
                  <a:pt x="42" y="97"/>
                  <a:pt x="43" y="95"/>
                </a:cubicBezTo>
                <a:cubicBezTo>
                  <a:pt x="45" y="93"/>
                  <a:pt x="46" y="90"/>
                  <a:pt x="48" y="87"/>
                </a:cubicBezTo>
                <a:cubicBezTo>
                  <a:pt x="50" y="83"/>
                  <a:pt x="52" y="78"/>
                  <a:pt x="55" y="71"/>
                </a:cubicBezTo>
                <a:cubicBezTo>
                  <a:pt x="57" y="67"/>
                  <a:pt x="58" y="64"/>
                  <a:pt x="60" y="61"/>
                </a:cubicBezTo>
                <a:cubicBezTo>
                  <a:pt x="61" y="58"/>
                  <a:pt x="63" y="55"/>
                  <a:pt x="65" y="51"/>
                </a:cubicBezTo>
                <a:cubicBezTo>
                  <a:pt x="67" y="47"/>
                  <a:pt x="69" y="44"/>
                  <a:pt x="71" y="41"/>
                </a:cubicBezTo>
                <a:cubicBezTo>
                  <a:pt x="73" y="39"/>
                  <a:pt x="75" y="36"/>
                  <a:pt x="78" y="33"/>
                </a:cubicBezTo>
                <a:cubicBezTo>
                  <a:pt x="81" y="31"/>
                  <a:pt x="83" y="29"/>
                  <a:pt x="86" y="27"/>
                </a:cubicBezTo>
                <a:cubicBezTo>
                  <a:pt x="89" y="25"/>
                  <a:pt x="93" y="24"/>
                  <a:pt x="96" y="23"/>
                </a:cubicBezTo>
                <a:cubicBezTo>
                  <a:pt x="100" y="22"/>
                  <a:pt x="104" y="21"/>
                  <a:pt x="109" y="21"/>
                </a:cubicBezTo>
                <a:cubicBezTo>
                  <a:pt x="133" y="21"/>
                  <a:pt x="133" y="21"/>
                  <a:pt x="133" y="21"/>
                </a:cubicBezTo>
                <a:cubicBezTo>
                  <a:pt x="133" y="3"/>
                  <a:pt x="133" y="3"/>
                  <a:pt x="133" y="3"/>
                </a:cubicBezTo>
                <a:cubicBezTo>
                  <a:pt x="133" y="2"/>
                  <a:pt x="133" y="2"/>
                  <a:pt x="134" y="1"/>
                </a:cubicBezTo>
                <a:cubicBezTo>
                  <a:pt x="134" y="1"/>
                  <a:pt x="135" y="0"/>
                  <a:pt x="136" y="0"/>
                </a:cubicBezTo>
                <a:cubicBezTo>
                  <a:pt x="137" y="0"/>
                  <a:pt x="137" y="1"/>
                  <a:pt x="138" y="1"/>
                </a:cubicBezTo>
                <a:cubicBezTo>
                  <a:pt x="168" y="31"/>
                  <a:pt x="168" y="31"/>
                  <a:pt x="168" y="31"/>
                </a:cubicBezTo>
                <a:cubicBezTo>
                  <a:pt x="169" y="32"/>
                  <a:pt x="169" y="33"/>
                  <a:pt x="169" y="34"/>
                </a:cubicBezTo>
                <a:close/>
                <a:moveTo>
                  <a:pt x="63" y="43"/>
                </a:moveTo>
                <a:cubicBezTo>
                  <a:pt x="59" y="49"/>
                  <a:pt x="54" y="57"/>
                  <a:pt x="50" y="69"/>
                </a:cubicBezTo>
                <a:cubicBezTo>
                  <a:pt x="48" y="66"/>
                  <a:pt x="47" y="63"/>
                  <a:pt x="46" y="62"/>
                </a:cubicBezTo>
                <a:cubicBezTo>
                  <a:pt x="45" y="60"/>
                  <a:pt x="44" y="58"/>
                  <a:pt x="42" y="56"/>
                </a:cubicBezTo>
                <a:cubicBezTo>
                  <a:pt x="41" y="53"/>
                  <a:pt x="39" y="52"/>
                  <a:pt x="38" y="50"/>
                </a:cubicBezTo>
                <a:cubicBezTo>
                  <a:pt x="36" y="49"/>
                  <a:pt x="34" y="48"/>
                  <a:pt x="32" y="47"/>
                </a:cubicBezTo>
                <a:cubicBezTo>
                  <a:pt x="29" y="46"/>
                  <a:pt x="27" y="46"/>
                  <a:pt x="24" y="46"/>
                </a:cubicBezTo>
                <a:cubicBezTo>
                  <a:pt x="3" y="46"/>
                  <a:pt x="3" y="46"/>
                  <a:pt x="3" y="46"/>
                </a:cubicBezTo>
                <a:cubicBezTo>
                  <a:pt x="2" y="46"/>
                  <a:pt x="1" y="45"/>
                  <a:pt x="0" y="45"/>
                </a:cubicBezTo>
                <a:cubicBezTo>
                  <a:pt x="0" y="44"/>
                  <a:pt x="0" y="44"/>
                  <a:pt x="0" y="43"/>
                </a:cubicBezTo>
                <a:cubicBezTo>
                  <a:pt x="0" y="24"/>
                  <a:pt x="0" y="24"/>
                  <a:pt x="0" y="24"/>
                </a:cubicBezTo>
                <a:cubicBezTo>
                  <a:pt x="0" y="24"/>
                  <a:pt x="0" y="23"/>
                  <a:pt x="0" y="22"/>
                </a:cubicBezTo>
                <a:cubicBezTo>
                  <a:pt x="1" y="22"/>
                  <a:pt x="2" y="21"/>
                  <a:pt x="3" y="21"/>
                </a:cubicBezTo>
                <a:cubicBezTo>
                  <a:pt x="24" y="21"/>
                  <a:pt x="24" y="21"/>
                  <a:pt x="24" y="21"/>
                </a:cubicBezTo>
                <a:cubicBezTo>
                  <a:pt x="40" y="21"/>
                  <a:pt x="53" y="29"/>
                  <a:pt x="63" y="43"/>
                </a:cubicBezTo>
                <a:close/>
                <a:moveTo>
                  <a:pt x="169" y="118"/>
                </a:moveTo>
                <a:cubicBezTo>
                  <a:pt x="169" y="119"/>
                  <a:pt x="169" y="120"/>
                  <a:pt x="168" y="120"/>
                </a:cubicBezTo>
                <a:cubicBezTo>
                  <a:pt x="138" y="151"/>
                  <a:pt x="138" y="151"/>
                  <a:pt x="138" y="151"/>
                </a:cubicBezTo>
                <a:cubicBezTo>
                  <a:pt x="137" y="151"/>
                  <a:pt x="137" y="152"/>
                  <a:pt x="136" y="152"/>
                </a:cubicBezTo>
                <a:cubicBezTo>
                  <a:pt x="135" y="152"/>
                  <a:pt x="134" y="151"/>
                  <a:pt x="134" y="151"/>
                </a:cubicBezTo>
                <a:cubicBezTo>
                  <a:pt x="133" y="150"/>
                  <a:pt x="133" y="149"/>
                  <a:pt x="133" y="149"/>
                </a:cubicBezTo>
                <a:cubicBezTo>
                  <a:pt x="133" y="130"/>
                  <a:pt x="133" y="130"/>
                  <a:pt x="133" y="130"/>
                </a:cubicBezTo>
                <a:cubicBezTo>
                  <a:pt x="131" y="130"/>
                  <a:pt x="128" y="130"/>
                  <a:pt x="125" y="130"/>
                </a:cubicBezTo>
                <a:cubicBezTo>
                  <a:pt x="121" y="130"/>
                  <a:pt x="119" y="130"/>
                  <a:pt x="117" y="131"/>
                </a:cubicBezTo>
                <a:cubicBezTo>
                  <a:pt x="115" y="131"/>
                  <a:pt x="113" y="131"/>
                  <a:pt x="110" y="130"/>
                </a:cubicBezTo>
                <a:cubicBezTo>
                  <a:pt x="107" y="130"/>
                  <a:pt x="105" y="130"/>
                  <a:pt x="103" y="130"/>
                </a:cubicBezTo>
                <a:cubicBezTo>
                  <a:pt x="102" y="130"/>
                  <a:pt x="100" y="129"/>
                  <a:pt x="97" y="129"/>
                </a:cubicBezTo>
                <a:cubicBezTo>
                  <a:pt x="95" y="129"/>
                  <a:pt x="93" y="128"/>
                  <a:pt x="91" y="127"/>
                </a:cubicBezTo>
                <a:cubicBezTo>
                  <a:pt x="90" y="126"/>
                  <a:pt x="88" y="126"/>
                  <a:pt x="86" y="125"/>
                </a:cubicBezTo>
                <a:cubicBezTo>
                  <a:pt x="84" y="123"/>
                  <a:pt x="82" y="122"/>
                  <a:pt x="80" y="121"/>
                </a:cubicBezTo>
                <a:cubicBezTo>
                  <a:pt x="79" y="119"/>
                  <a:pt x="77" y="118"/>
                  <a:pt x="75" y="116"/>
                </a:cubicBezTo>
                <a:cubicBezTo>
                  <a:pt x="73" y="114"/>
                  <a:pt x="72" y="112"/>
                  <a:pt x="70" y="109"/>
                </a:cubicBezTo>
                <a:cubicBezTo>
                  <a:pt x="74" y="103"/>
                  <a:pt x="78" y="95"/>
                  <a:pt x="83" y="83"/>
                </a:cubicBezTo>
                <a:cubicBezTo>
                  <a:pt x="84" y="86"/>
                  <a:pt x="85" y="88"/>
                  <a:pt x="86" y="90"/>
                </a:cubicBezTo>
                <a:cubicBezTo>
                  <a:pt x="87" y="92"/>
                  <a:pt x="88" y="94"/>
                  <a:pt x="90" y="96"/>
                </a:cubicBezTo>
                <a:cubicBezTo>
                  <a:pt x="92" y="98"/>
                  <a:pt x="93" y="100"/>
                  <a:pt x="95" y="101"/>
                </a:cubicBezTo>
                <a:cubicBezTo>
                  <a:pt x="96" y="103"/>
                  <a:pt x="98" y="104"/>
                  <a:pt x="101" y="105"/>
                </a:cubicBezTo>
                <a:cubicBezTo>
                  <a:pt x="103" y="106"/>
                  <a:pt x="106" y="106"/>
                  <a:pt x="109" y="106"/>
                </a:cubicBezTo>
                <a:cubicBezTo>
                  <a:pt x="133" y="106"/>
                  <a:pt x="133" y="106"/>
                  <a:pt x="133" y="106"/>
                </a:cubicBezTo>
                <a:cubicBezTo>
                  <a:pt x="133" y="88"/>
                  <a:pt x="133" y="88"/>
                  <a:pt x="133" y="88"/>
                </a:cubicBezTo>
                <a:cubicBezTo>
                  <a:pt x="133" y="87"/>
                  <a:pt x="133" y="86"/>
                  <a:pt x="134" y="86"/>
                </a:cubicBezTo>
                <a:cubicBezTo>
                  <a:pt x="134" y="85"/>
                  <a:pt x="135" y="85"/>
                  <a:pt x="136" y="85"/>
                </a:cubicBezTo>
                <a:cubicBezTo>
                  <a:pt x="137" y="85"/>
                  <a:pt x="137" y="85"/>
                  <a:pt x="138" y="86"/>
                </a:cubicBezTo>
                <a:cubicBezTo>
                  <a:pt x="168" y="116"/>
                  <a:pt x="168" y="116"/>
                  <a:pt x="168" y="116"/>
                </a:cubicBezTo>
                <a:cubicBezTo>
                  <a:pt x="169" y="117"/>
                  <a:pt x="169" y="117"/>
                  <a:pt x="169" y="11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13" name="Freeform 115"/>
          <p:cNvSpPr>
            <a:spLocks/>
          </p:cNvSpPr>
          <p:nvPr/>
        </p:nvSpPr>
        <p:spPr bwMode="auto">
          <a:xfrm>
            <a:off x="9965444" y="2269571"/>
            <a:ext cx="242043" cy="209627"/>
          </a:xfrm>
          <a:custGeom>
            <a:avLst/>
            <a:gdLst>
              <a:gd name="T0" fmla="*/ 158 w 169"/>
              <a:gd name="T1" fmla="*/ 31 h 146"/>
              <a:gd name="T2" fmla="*/ 169 w 169"/>
              <a:gd name="T3" fmla="*/ 61 h 146"/>
              <a:gd name="T4" fmla="*/ 158 w 169"/>
              <a:gd name="T5" fmla="*/ 91 h 146"/>
              <a:gd name="T6" fmla="*/ 127 w 169"/>
              <a:gd name="T7" fmla="*/ 113 h 146"/>
              <a:gd name="T8" fmla="*/ 84 w 169"/>
              <a:gd name="T9" fmla="*/ 121 h 146"/>
              <a:gd name="T10" fmla="*/ 71 w 169"/>
              <a:gd name="T11" fmla="*/ 121 h 146"/>
              <a:gd name="T12" fmla="*/ 27 w 169"/>
              <a:gd name="T13" fmla="*/ 144 h 146"/>
              <a:gd name="T14" fmla="*/ 16 w 169"/>
              <a:gd name="T15" fmla="*/ 146 h 146"/>
              <a:gd name="T16" fmla="*/ 13 w 169"/>
              <a:gd name="T17" fmla="*/ 145 h 146"/>
              <a:gd name="T18" fmla="*/ 12 w 169"/>
              <a:gd name="T19" fmla="*/ 142 h 146"/>
              <a:gd name="T20" fmla="*/ 12 w 169"/>
              <a:gd name="T21" fmla="*/ 142 h 146"/>
              <a:gd name="T22" fmla="*/ 12 w 169"/>
              <a:gd name="T23" fmla="*/ 141 h 146"/>
              <a:gd name="T24" fmla="*/ 12 w 169"/>
              <a:gd name="T25" fmla="*/ 140 h 146"/>
              <a:gd name="T26" fmla="*/ 12 w 169"/>
              <a:gd name="T27" fmla="*/ 139 h 146"/>
              <a:gd name="T28" fmla="*/ 13 w 169"/>
              <a:gd name="T29" fmla="*/ 138 h 146"/>
              <a:gd name="T30" fmla="*/ 14 w 169"/>
              <a:gd name="T31" fmla="*/ 137 h 146"/>
              <a:gd name="T32" fmla="*/ 14 w 169"/>
              <a:gd name="T33" fmla="*/ 136 h 146"/>
              <a:gd name="T34" fmla="*/ 17 w 169"/>
              <a:gd name="T35" fmla="*/ 133 h 146"/>
              <a:gd name="T36" fmla="*/ 21 w 169"/>
              <a:gd name="T37" fmla="*/ 130 h 146"/>
              <a:gd name="T38" fmla="*/ 23 w 169"/>
              <a:gd name="T39" fmla="*/ 126 h 146"/>
              <a:gd name="T40" fmla="*/ 27 w 169"/>
              <a:gd name="T41" fmla="*/ 121 h 146"/>
              <a:gd name="T42" fmla="*/ 29 w 169"/>
              <a:gd name="T43" fmla="*/ 116 h 146"/>
              <a:gd name="T44" fmla="*/ 32 w 169"/>
              <a:gd name="T45" fmla="*/ 108 h 146"/>
              <a:gd name="T46" fmla="*/ 8 w 169"/>
              <a:gd name="T47" fmla="*/ 88 h 146"/>
              <a:gd name="T48" fmla="*/ 0 w 169"/>
              <a:gd name="T49" fmla="*/ 61 h 146"/>
              <a:gd name="T50" fmla="*/ 6 w 169"/>
              <a:gd name="T51" fmla="*/ 37 h 146"/>
              <a:gd name="T52" fmla="*/ 24 w 169"/>
              <a:gd name="T53" fmla="*/ 18 h 146"/>
              <a:gd name="T54" fmla="*/ 51 w 169"/>
              <a:gd name="T55" fmla="*/ 5 h 146"/>
              <a:gd name="T56" fmla="*/ 84 w 169"/>
              <a:gd name="T57" fmla="*/ 0 h 146"/>
              <a:gd name="T58" fmla="*/ 127 w 169"/>
              <a:gd name="T59" fmla="*/ 9 h 146"/>
              <a:gd name="T60" fmla="*/ 158 w 169"/>
              <a:gd name="T61" fmla="*/ 31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69" h="146">
                <a:moveTo>
                  <a:pt x="158" y="31"/>
                </a:moveTo>
                <a:cubicBezTo>
                  <a:pt x="165" y="40"/>
                  <a:pt x="169" y="50"/>
                  <a:pt x="169" y="61"/>
                </a:cubicBezTo>
                <a:cubicBezTo>
                  <a:pt x="169" y="72"/>
                  <a:pt x="165" y="82"/>
                  <a:pt x="158" y="91"/>
                </a:cubicBezTo>
                <a:cubicBezTo>
                  <a:pt x="150" y="101"/>
                  <a:pt x="140" y="108"/>
                  <a:pt x="127" y="113"/>
                </a:cubicBezTo>
                <a:cubicBezTo>
                  <a:pt x="114" y="119"/>
                  <a:pt x="100" y="121"/>
                  <a:pt x="84" y="121"/>
                </a:cubicBezTo>
                <a:cubicBezTo>
                  <a:pt x="80" y="121"/>
                  <a:pt x="75" y="121"/>
                  <a:pt x="71" y="121"/>
                </a:cubicBezTo>
                <a:cubicBezTo>
                  <a:pt x="58" y="132"/>
                  <a:pt x="44" y="139"/>
                  <a:pt x="27" y="144"/>
                </a:cubicBezTo>
                <a:cubicBezTo>
                  <a:pt x="24" y="144"/>
                  <a:pt x="20" y="145"/>
                  <a:pt x="16" y="146"/>
                </a:cubicBezTo>
                <a:cubicBezTo>
                  <a:pt x="15" y="146"/>
                  <a:pt x="14" y="146"/>
                  <a:pt x="13" y="145"/>
                </a:cubicBezTo>
                <a:cubicBezTo>
                  <a:pt x="13" y="144"/>
                  <a:pt x="12" y="143"/>
                  <a:pt x="12" y="142"/>
                </a:cubicBezTo>
                <a:cubicBezTo>
                  <a:pt x="12" y="142"/>
                  <a:pt x="12" y="142"/>
                  <a:pt x="12" y="142"/>
                </a:cubicBezTo>
                <a:cubicBezTo>
                  <a:pt x="12" y="142"/>
                  <a:pt x="12" y="141"/>
                  <a:pt x="12" y="141"/>
                </a:cubicBezTo>
                <a:cubicBezTo>
                  <a:pt x="12" y="140"/>
                  <a:pt x="12" y="140"/>
                  <a:pt x="12" y="140"/>
                </a:cubicBezTo>
                <a:cubicBezTo>
                  <a:pt x="12" y="140"/>
                  <a:pt x="12" y="139"/>
                  <a:pt x="12" y="139"/>
                </a:cubicBezTo>
                <a:cubicBezTo>
                  <a:pt x="13" y="139"/>
                  <a:pt x="13" y="138"/>
                  <a:pt x="13" y="138"/>
                </a:cubicBezTo>
                <a:cubicBezTo>
                  <a:pt x="13" y="138"/>
                  <a:pt x="13" y="138"/>
                  <a:pt x="14" y="137"/>
                </a:cubicBezTo>
                <a:cubicBezTo>
                  <a:pt x="14" y="137"/>
                  <a:pt x="14" y="137"/>
                  <a:pt x="14" y="136"/>
                </a:cubicBezTo>
                <a:cubicBezTo>
                  <a:pt x="15" y="136"/>
                  <a:pt x="16" y="135"/>
                  <a:pt x="17" y="133"/>
                </a:cubicBezTo>
                <a:cubicBezTo>
                  <a:pt x="19" y="132"/>
                  <a:pt x="20" y="130"/>
                  <a:pt x="21" y="130"/>
                </a:cubicBezTo>
                <a:cubicBezTo>
                  <a:pt x="21" y="129"/>
                  <a:pt x="22" y="128"/>
                  <a:pt x="23" y="126"/>
                </a:cubicBezTo>
                <a:cubicBezTo>
                  <a:pt x="25" y="124"/>
                  <a:pt x="26" y="123"/>
                  <a:pt x="27" y="121"/>
                </a:cubicBezTo>
                <a:cubicBezTo>
                  <a:pt x="27" y="120"/>
                  <a:pt x="28" y="118"/>
                  <a:pt x="29" y="116"/>
                </a:cubicBezTo>
                <a:cubicBezTo>
                  <a:pt x="30" y="113"/>
                  <a:pt x="31" y="111"/>
                  <a:pt x="32" y="108"/>
                </a:cubicBezTo>
                <a:cubicBezTo>
                  <a:pt x="22" y="103"/>
                  <a:pt x="14" y="96"/>
                  <a:pt x="8" y="88"/>
                </a:cubicBezTo>
                <a:cubicBezTo>
                  <a:pt x="2" y="79"/>
                  <a:pt x="0" y="70"/>
                  <a:pt x="0" y="61"/>
                </a:cubicBezTo>
                <a:cubicBezTo>
                  <a:pt x="0" y="53"/>
                  <a:pt x="2" y="45"/>
                  <a:pt x="6" y="37"/>
                </a:cubicBezTo>
                <a:cubicBezTo>
                  <a:pt x="11" y="30"/>
                  <a:pt x="17" y="24"/>
                  <a:pt x="24" y="18"/>
                </a:cubicBezTo>
                <a:cubicBezTo>
                  <a:pt x="32" y="13"/>
                  <a:pt x="41" y="8"/>
                  <a:pt x="51" y="5"/>
                </a:cubicBezTo>
                <a:cubicBezTo>
                  <a:pt x="62" y="2"/>
                  <a:pt x="73" y="0"/>
                  <a:pt x="84" y="0"/>
                </a:cubicBezTo>
                <a:cubicBezTo>
                  <a:pt x="100" y="0"/>
                  <a:pt x="114" y="3"/>
                  <a:pt x="127" y="9"/>
                </a:cubicBezTo>
                <a:cubicBezTo>
                  <a:pt x="140" y="14"/>
                  <a:pt x="150" y="21"/>
                  <a:pt x="158" y="3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14" name="Freeform 116"/>
          <p:cNvSpPr>
            <a:spLocks noEditPoints="1"/>
          </p:cNvSpPr>
          <p:nvPr/>
        </p:nvSpPr>
        <p:spPr bwMode="auto">
          <a:xfrm>
            <a:off x="10265836" y="2252283"/>
            <a:ext cx="209627" cy="209627"/>
          </a:xfrm>
          <a:custGeom>
            <a:avLst/>
            <a:gdLst>
              <a:gd name="T0" fmla="*/ 48 w 145"/>
              <a:gd name="T1" fmla="*/ 6 h 146"/>
              <a:gd name="T2" fmla="*/ 48 w 145"/>
              <a:gd name="T3" fmla="*/ 43 h 146"/>
              <a:gd name="T4" fmla="*/ 46 w 145"/>
              <a:gd name="T5" fmla="*/ 47 h 146"/>
              <a:gd name="T6" fmla="*/ 42 w 145"/>
              <a:gd name="T7" fmla="*/ 49 h 146"/>
              <a:gd name="T8" fmla="*/ 6 w 145"/>
              <a:gd name="T9" fmla="*/ 49 h 146"/>
              <a:gd name="T10" fmla="*/ 1 w 145"/>
              <a:gd name="T11" fmla="*/ 47 h 146"/>
              <a:gd name="T12" fmla="*/ 0 w 145"/>
              <a:gd name="T13" fmla="*/ 43 h 146"/>
              <a:gd name="T14" fmla="*/ 0 w 145"/>
              <a:gd name="T15" fmla="*/ 6 h 146"/>
              <a:gd name="T16" fmla="*/ 1 w 145"/>
              <a:gd name="T17" fmla="*/ 2 h 146"/>
              <a:gd name="T18" fmla="*/ 6 w 145"/>
              <a:gd name="T19" fmla="*/ 0 h 146"/>
              <a:gd name="T20" fmla="*/ 42 w 145"/>
              <a:gd name="T21" fmla="*/ 0 h 146"/>
              <a:gd name="T22" fmla="*/ 46 w 145"/>
              <a:gd name="T23" fmla="*/ 2 h 146"/>
              <a:gd name="T24" fmla="*/ 48 w 145"/>
              <a:gd name="T25" fmla="*/ 6 h 146"/>
              <a:gd name="T26" fmla="*/ 145 w 145"/>
              <a:gd name="T27" fmla="*/ 67 h 146"/>
              <a:gd name="T28" fmla="*/ 145 w 145"/>
              <a:gd name="T29" fmla="*/ 79 h 146"/>
              <a:gd name="T30" fmla="*/ 135 w 145"/>
              <a:gd name="T31" fmla="*/ 113 h 146"/>
              <a:gd name="T32" fmla="*/ 110 w 145"/>
              <a:gd name="T33" fmla="*/ 137 h 146"/>
              <a:gd name="T34" fmla="*/ 72 w 145"/>
              <a:gd name="T35" fmla="*/ 146 h 146"/>
              <a:gd name="T36" fmla="*/ 35 w 145"/>
              <a:gd name="T37" fmla="*/ 137 h 146"/>
              <a:gd name="T38" fmla="*/ 9 w 145"/>
              <a:gd name="T39" fmla="*/ 113 h 146"/>
              <a:gd name="T40" fmla="*/ 0 w 145"/>
              <a:gd name="T41" fmla="*/ 79 h 146"/>
              <a:gd name="T42" fmla="*/ 0 w 145"/>
              <a:gd name="T43" fmla="*/ 67 h 146"/>
              <a:gd name="T44" fmla="*/ 1 w 145"/>
              <a:gd name="T45" fmla="*/ 63 h 146"/>
              <a:gd name="T46" fmla="*/ 6 w 145"/>
              <a:gd name="T47" fmla="*/ 61 h 146"/>
              <a:gd name="T48" fmla="*/ 42 w 145"/>
              <a:gd name="T49" fmla="*/ 61 h 146"/>
              <a:gd name="T50" fmla="*/ 46 w 145"/>
              <a:gd name="T51" fmla="*/ 63 h 146"/>
              <a:gd name="T52" fmla="*/ 48 w 145"/>
              <a:gd name="T53" fmla="*/ 67 h 146"/>
              <a:gd name="T54" fmla="*/ 48 w 145"/>
              <a:gd name="T55" fmla="*/ 79 h 146"/>
              <a:gd name="T56" fmla="*/ 50 w 145"/>
              <a:gd name="T57" fmla="*/ 88 h 146"/>
              <a:gd name="T58" fmla="*/ 55 w 145"/>
              <a:gd name="T59" fmla="*/ 93 h 146"/>
              <a:gd name="T60" fmla="*/ 62 w 145"/>
              <a:gd name="T61" fmla="*/ 96 h 146"/>
              <a:gd name="T62" fmla="*/ 68 w 145"/>
              <a:gd name="T63" fmla="*/ 97 h 146"/>
              <a:gd name="T64" fmla="*/ 72 w 145"/>
              <a:gd name="T65" fmla="*/ 97 h 146"/>
              <a:gd name="T66" fmla="*/ 76 w 145"/>
              <a:gd name="T67" fmla="*/ 97 h 146"/>
              <a:gd name="T68" fmla="*/ 82 w 145"/>
              <a:gd name="T69" fmla="*/ 96 h 146"/>
              <a:gd name="T70" fmla="*/ 89 w 145"/>
              <a:gd name="T71" fmla="*/ 93 h 146"/>
              <a:gd name="T72" fmla="*/ 94 w 145"/>
              <a:gd name="T73" fmla="*/ 88 h 146"/>
              <a:gd name="T74" fmla="*/ 96 w 145"/>
              <a:gd name="T75" fmla="*/ 79 h 146"/>
              <a:gd name="T76" fmla="*/ 96 w 145"/>
              <a:gd name="T77" fmla="*/ 67 h 146"/>
              <a:gd name="T78" fmla="*/ 98 w 145"/>
              <a:gd name="T79" fmla="*/ 63 h 146"/>
              <a:gd name="T80" fmla="*/ 102 w 145"/>
              <a:gd name="T81" fmla="*/ 61 h 146"/>
              <a:gd name="T82" fmla="*/ 139 w 145"/>
              <a:gd name="T83" fmla="*/ 61 h 146"/>
              <a:gd name="T84" fmla="*/ 143 w 145"/>
              <a:gd name="T85" fmla="*/ 63 h 146"/>
              <a:gd name="T86" fmla="*/ 145 w 145"/>
              <a:gd name="T87" fmla="*/ 67 h 146"/>
              <a:gd name="T88" fmla="*/ 145 w 145"/>
              <a:gd name="T89" fmla="*/ 6 h 146"/>
              <a:gd name="T90" fmla="*/ 145 w 145"/>
              <a:gd name="T91" fmla="*/ 43 h 146"/>
              <a:gd name="T92" fmla="*/ 143 w 145"/>
              <a:gd name="T93" fmla="*/ 47 h 146"/>
              <a:gd name="T94" fmla="*/ 139 w 145"/>
              <a:gd name="T95" fmla="*/ 49 h 146"/>
              <a:gd name="T96" fmla="*/ 102 w 145"/>
              <a:gd name="T97" fmla="*/ 49 h 146"/>
              <a:gd name="T98" fmla="*/ 98 w 145"/>
              <a:gd name="T99" fmla="*/ 47 h 146"/>
              <a:gd name="T100" fmla="*/ 96 w 145"/>
              <a:gd name="T101" fmla="*/ 43 h 146"/>
              <a:gd name="T102" fmla="*/ 96 w 145"/>
              <a:gd name="T103" fmla="*/ 6 h 146"/>
              <a:gd name="T104" fmla="*/ 98 w 145"/>
              <a:gd name="T105" fmla="*/ 2 h 146"/>
              <a:gd name="T106" fmla="*/ 102 w 145"/>
              <a:gd name="T107" fmla="*/ 0 h 146"/>
              <a:gd name="T108" fmla="*/ 139 w 145"/>
              <a:gd name="T109" fmla="*/ 0 h 146"/>
              <a:gd name="T110" fmla="*/ 143 w 145"/>
              <a:gd name="T111" fmla="*/ 2 h 146"/>
              <a:gd name="T112" fmla="*/ 145 w 145"/>
              <a:gd name="T113" fmla="*/ 6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45" h="146">
                <a:moveTo>
                  <a:pt x="48" y="6"/>
                </a:moveTo>
                <a:cubicBezTo>
                  <a:pt x="48" y="43"/>
                  <a:pt x="48" y="43"/>
                  <a:pt x="48" y="43"/>
                </a:cubicBezTo>
                <a:cubicBezTo>
                  <a:pt x="48" y="44"/>
                  <a:pt x="47" y="46"/>
                  <a:pt x="46" y="47"/>
                </a:cubicBezTo>
                <a:cubicBezTo>
                  <a:pt x="45" y="48"/>
                  <a:pt x="44" y="49"/>
                  <a:pt x="42" y="49"/>
                </a:cubicBezTo>
                <a:cubicBezTo>
                  <a:pt x="6" y="49"/>
                  <a:pt x="6" y="49"/>
                  <a:pt x="6" y="49"/>
                </a:cubicBezTo>
                <a:cubicBezTo>
                  <a:pt x="4" y="49"/>
                  <a:pt x="3" y="48"/>
                  <a:pt x="1" y="47"/>
                </a:cubicBezTo>
                <a:cubicBezTo>
                  <a:pt x="0" y="46"/>
                  <a:pt x="0" y="44"/>
                  <a:pt x="0" y="43"/>
                </a:cubicBezTo>
                <a:cubicBezTo>
                  <a:pt x="0" y="6"/>
                  <a:pt x="0" y="6"/>
                  <a:pt x="0" y="6"/>
                </a:cubicBezTo>
                <a:cubicBezTo>
                  <a:pt x="0" y="5"/>
                  <a:pt x="0" y="3"/>
                  <a:pt x="1" y="2"/>
                </a:cubicBezTo>
                <a:cubicBezTo>
                  <a:pt x="3" y="1"/>
                  <a:pt x="4" y="0"/>
                  <a:pt x="6" y="0"/>
                </a:cubicBezTo>
                <a:cubicBezTo>
                  <a:pt x="42" y="0"/>
                  <a:pt x="42" y="0"/>
                  <a:pt x="42" y="0"/>
                </a:cubicBezTo>
                <a:cubicBezTo>
                  <a:pt x="44" y="0"/>
                  <a:pt x="45" y="1"/>
                  <a:pt x="46" y="2"/>
                </a:cubicBezTo>
                <a:cubicBezTo>
                  <a:pt x="47" y="3"/>
                  <a:pt x="48" y="5"/>
                  <a:pt x="48" y="6"/>
                </a:cubicBezTo>
                <a:close/>
                <a:moveTo>
                  <a:pt x="145" y="67"/>
                </a:moveTo>
                <a:cubicBezTo>
                  <a:pt x="145" y="79"/>
                  <a:pt x="145" y="79"/>
                  <a:pt x="145" y="79"/>
                </a:cubicBezTo>
                <a:cubicBezTo>
                  <a:pt x="145" y="92"/>
                  <a:pt x="142" y="103"/>
                  <a:pt x="135" y="113"/>
                </a:cubicBezTo>
                <a:cubicBezTo>
                  <a:pt x="129" y="123"/>
                  <a:pt x="121" y="131"/>
                  <a:pt x="110" y="137"/>
                </a:cubicBezTo>
                <a:cubicBezTo>
                  <a:pt x="99" y="143"/>
                  <a:pt x="86" y="146"/>
                  <a:pt x="72" y="146"/>
                </a:cubicBezTo>
                <a:cubicBezTo>
                  <a:pt x="58" y="146"/>
                  <a:pt x="46" y="143"/>
                  <a:pt x="35" y="137"/>
                </a:cubicBezTo>
                <a:cubicBezTo>
                  <a:pt x="24" y="131"/>
                  <a:pt x="15" y="123"/>
                  <a:pt x="9" y="113"/>
                </a:cubicBezTo>
                <a:cubicBezTo>
                  <a:pt x="3" y="103"/>
                  <a:pt x="0" y="92"/>
                  <a:pt x="0" y="79"/>
                </a:cubicBezTo>
                <a:cubicBezTo>
                  <a:pt x="0" y="67"/>
                  <a:pt x="0" y="67"/>
                  <a:pt x="0" y="67"/>
                </a:cubicBezTo>
                <a:cubicBezTo>
                  <a:pt x="0" y="65"/>
                  <a:pt x="0" y="64"/>
                  <a:pt x="1" y="63"/>
                </a:cubicBezTo>
                <a:cubicBezTo>
                  <a:pt x="3" y="61"/>
                  <a:pt x="4" y="61"/>
                  <a:pt x="6" y="61"/>
                </a:cubicBezTo>
                <a:cubicBezTo>
                  <a:pt x="42" y="61"/>
                  <a:pt x="42" y="61"/>
                  <a:pt x="42" y="61"/>
                </a:cubicBezTo>
                <a:cubicBezTo>
                  <a:pt x="44" y="61"/>
                  <a:pt x="45" y="61"/>
                  <a:pt x="46" y="63"/>
                </a:cubicBezTo>
                <a:cubicBezTo>
                  <a:pt x="47" y="64"/>
                  <a:pt x="48" y="65"/>
                  <a:pt x="48" y="67"/>
                </a:cubicBezTo>
                <a:cubicBezTo>
                  <a:pt x="48" y="79"/>
                  <a:pt x="48" y="79"/>
                  <a:pt x="48" y="79"/>
                </a:cubicBezTo>
                <a:cubicBezTo>
                  <a:pt x="48" y="82"/>
                  <a:pt x="49" y="85"/>
                  <a:pt x="50" y="88"/>
                </a:cubicBezTo>
                <a:cubicBezTo>
                  <a:pt x="52" y="90"/>
                  <a:pt x="53" y="92"/>
                  <a:pt x="55" y="93"/>
                </a:cubicBezTo>
                <a:cubicBezTo>
                  <a:pt x="57" y="94"/>
                  <a:pt x="59" y="95"/>
                  <a:pt x="62" y="96"/>
                </a:cubicBezTo>
                <a:cubicBezTo>
                  <a:pt x="65" y="96"/>
                  <a:pt x="67" y="97"/>
                  <a:pt x="68" y="97"/>
                </a:cubicBezTo>
                <a:cubicBezTo>
                  <a:pt x="69" y="97"/>
                  <a:pt x="71" y="97"/>
                  <a:pt x="72" y="97"/>
                </a:cubicBezTo>
                <a:cubicBezTo>
                  <a:pt x="74" y="97"/>
                  <a:pt x="75" y="97"/>
                  <a:pt x="76" y="97"/>
                </a:cubicBezTo>
                <a:cubicBezTo>
                  <a:pt x="78" y="97"/>
                  <a:pt x="80" y="96"/>
                  <a:pt x="82" y="96"/>
                </a:cubicBezTo>
                <a:cubicBezTo>
                  <a:pt x="85" y="95"/>
                  <a:pt x="87" y="94"/>
                  <a:pt x="89" y="93"/>
                </a:cubicBezTo>
                <a:cubicBezTo>
                  <a:pt x="91" y="92"/>
                  <a:pt x="93" y="90"/>
                  <a:pt x="94" y="88"/>
                </a:cubicBezTo>
                <a:cubicBezTo>
                  <a:pt x="96" y="85"/>
                  <a:pt x="96" y="82"/>
                  <a:pt x="96" y="79"/>
                </a:cubicBezTo>
                <a:cubicBezTo>
                  <a:pt x="96" y="67"/>
                  <a:pt x="96" y="67"/>
                  <a:pt x="96" y="67"/>
                </a:cubicBezTo>
                <a:cubicBezTo>
                  <a:pt x="96" y="65"/>
                  <a:pt x="97" y="64"/>
                  <a:pt x="98" y="63"/>
                </a:cubicBezTo>
                <a:cubicBezTo>
                  <a:pt x="99" y="61"/>
                  <a:pt x="101" y="61"/>
                  <a:pt x="102" y="61"/>
                </a:cubicBezTo>
                <a:cubicBezTo>
                  <a:pt x="139" y="61"/>
                  <a:pt x="139" y="61"/>
                  <a:pt x="139" y="61"/>
                </a:cubicBezTo>
                <a:cubicBezTo>
                  <a:pt x="140" y="61"/>
                  <a:pt x="142" y="61"/>
                  <a:pt x="143" y="63"/>
                </a:cubicBezTo>
                <a:cubicBezTo>
                  <a:pt x="144" y="64"/>
                  <a:pt x="145" y="65"/>
                  <a:pt x="145" y="67"/>
                </a:cubicBezTo>
                <a:close/>
                <a:moveTo>
                  <a:pt x="145" y="6"/>
                </a:moveTo>
                <a:cubicBezTo>
                  <a:pt x="145" y="43"/>
                  <a:pt x="145" y="43"/>
                  <a:pt x="145" y="43"/>
                </a:cubicBezTo>
                <a:cubicBezTo>
                  <a:pt x="145" y="44"/>
                  <a:pt x="144" y="46"/>
                  <a:pt x="143" y="47"/>
                </a:cubicBezTo>
                <a:cubicBezTo>
                  <a:pt x="142" y="48"/>
                  <a:pt x="140" y="49"/>
                  <a:pt x="139" y="49"/>
                </a:cubicBezTo>
                <a:cubicBezTo>
                  <a:pt x="102" y="49"/>
                  <a:pt x="102" y="49"/>
                  <a:pt x="102" y="49"/>
                </a:cubicBezTo>
                <a:cubicBezTo>
                  <a:pt x="101" y="49"/>
                  <a:pt x="99" y="48"/>
                  <a:pt x="98" y="47"/>
                </a:cubicBezTo>
                <a:cubicBezTo>
                  <a:pt x="97" y="46"/>
                  <a:pt x="96" y="44"/>
                  <a:pt x="96" y="43"/>
                </a:cubicBezTo>
                <a:cubicBezTo>
                  <a:pt x="96" y="6"/>
                  <a:pt x="96" y="6"/>
                  <a:pt x="96" y="6"/>
                </a:cubicBezTo>
                <a:cubicBezTo>
                  <a:pt x="96" y="5"/>
                  <a:pt x="97" y="3"/>
                  <a:pt x="98" y="2"/>
                </a:cubicBezTo>
                <a:cubicBezTo>
                  <a:pt x="99" y="1"/>
                  <a:pt x="101" y="0"/>
                  <a:pt x="102" y="0"/>
                </a:cubicBezTo>
                <a:cubicBezTo>
                  <a:pt x="139" y="0"/>
                  <a:pt x="139" y="0"/>
                  <a:pt x="139" y="0"/>
                </a:cubicBezTo>
                <a:cubicBezTo>
                  <a:pt x="140" y="0"/>
                  <a:pt x="142" y="1"/>
                  <a:pt x="143" y="2"/>
                </a:cubicBezTo>
                <a:cubicBezTo>
                  <a:pt x="144" y="3"/>
                  <a:pt x="145" y="5"/>
                  <a:pt x="145" y="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15" name="Freeform 117"/>
          <p:cNvSpPr>
            <a:spLocks/>
          </p:cNvSpPr>
          <p:nvPr/>
        </p:nvSpPr>
        <p:spPr bwMode="auto">
          <a:xfrm>
            <a:off x="10546779" y="2301989"/>
            <a:ext cx="218271" cy="138311"/>
          </a:xfrm>
          <a:custGeom>
            <a:avLst/>
            <a:gdLst>
              <a:gd name="T0" fmla="*/ 150 w 152"/>
              <a:gd name="T1" fmla="*/ 80 h 97"/>
              <a:gd name="T2" fmla="*/ 135 w 152"/>
              <a:gd name="T3" fmla="*/ 96 h 97"/>
              <a:gd name="T4" fmla="*/ 131 w 152"/>
              <a:gd name="T5" fmla="*/ 97 h 97"/>
              <a:gd name="T6" fmla="*/ 126 w 152"/>
              <a:gd name="T7" fmla="*/ 96 h 97"/>
              <a:gd name="T8" fmla="*/ 76 w 152"/>
              <a:gd name="T9" fmla="*/ 45 h 97"/>
              <a:gd name="T10" fmla="*/ 26 w 152"/>
              <a:gd name="T11" fmla="*/ 96 h 97"/>
              <a:gd name="T12" fmla="*/ 22 w 152"/>
              <a:gd name="T13" fmla="*/ 97 h 97"/>
              <a:gd name="T14" fmla="*/ 17 w 152"/>
              <a:gd name="T15" fmla="*/ 96 h 97"/>
              <a:gd name="T16" fmla="*/ 2 w 152"/>
              <a:gd name="T17" fmla="*/ 80 h 97"/>
              <a:gd name="T18" fmla="*/ 0 w 152"/>
              <a:gd name="T19" fmla="*/ 76 h 97"/>
              <a:gd name="T20" fmla="*/ 2 w 152"/>
              <a:gd name="T21" fmla="*/ 71 h 97"/>
              <a:gd name="T22" fmla="*/ 72 w 152"/>
              <a:gd name="T23" fmla="*/ 1 h 97"/>
              <a:gd name="T24" fmla="*/ 76 w 152"/>
              <a:gd name="T25" fmla="*/ 0 h 97"/>
              <a:gd name="T26" fmla="*/ 80 w 152"/>
              <a:gd name="T27" fmla="*/ 1 h 97"/>
              <a:gd name="T28" fmla="*/ 150 w 152"/>
              <a:gd name="T29" fmla="*/ 71 h 97"/>
              <a:gd name="T30" fmla="*/ 152 w 152"/>
              <a:gd name="T31" fmla="*/ 76 h 97"/>
              <a:gd name="T32" fmla="*/ 150 w 152"/>
              <a:gd name="T33" fmla="*/ 80 h 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52" h="97">
                <a:moveTo>
                  <a:pt x="150" y="80"/>
                </a:moveTo>
                <a:cubicBezTo>
                  <a:pt x="135" y="96"/>
                  <a:pt x="135" y="96"/>
                  <a:pt x="135" y="96"/>
                </a:cubicBezTo>
                <a:cubicBezTo>
                  <a:pt x="134" y="97"/>
                  <a:pt x="132" y="97"/>
                  <a:pt x="131" y="97"/>
                </a:cubicBezTo>
                <a:cubicBezTo>
                  <a:pt x="129" y="97"/>
                  <a:pt x="127" y="97"/>
                  <a:pt x="126" y="96"/>
                </a:cubicBezTo>
                <a:cubicBezTo>
                  <a:pt x="76" y="45"/>
                  <a:pt x="76" y="45"/>
                  <a:pt x="76" y="45"/>
                </a:cubicBezTo>
                <a:cubicBezTo>
                  <a:pt x="26" y="96"/>
                  <a:pt x="26" y="96"/>
                  <a:pt x="26" y="96"/>
                </a:cubicBezTo>
                <a:cubicBezTo>
                  <a:pt x="25" y="97"/>
                  <a:pt x="23" y="97"/>
                  <a:pt x="22" y="97"/>
                </a:cubicBezTo>
                <a:cubicBezTo>
                  <a:pt x="20" y="97"/>
                  <a:pt x="19" y="97"/>
                  <a:pt x="17" y="96"/>
                </a:cubicBezTo>
                <a:cubicBezTo>
                  <a:pt x="2" y="80"/>
                  <a:pt x="2" y="80"/>
                  <a:pt x="2" y="80"/>
                </a:cubicBezTo>
                <a:cubicBezTo>
                  <a:pt x="0" y="79"/>
                  <a:pt x="0" y="77"/>
                  <a:pt x="0" y="76"/>
                </a:cubicBezTo>
                <a:cubicBezTo>
                  <a:pt x="0" y="74"/>
                  <a:pt x="0" y="73"/>
                  <a:pt x="2" y="71"/>
                </a:cubicBezTo>
                <a:cubicBezTo>
                  <a:pt x="72" y="1"/>
                  <a:pt x="72" y="1"/>
                  <a:pt x="72" y="1"/>
                </a:cubicBezTo>
                <a:cubicBezTo>
                  <a:pt x="73" y="0"/>
                  <a:pt x="74" y="0"/>
                  <a:pt x="76" y="0"/>
                </a:cubicBezTo>
                <a:cubicBezTo>
                  <a:pt x="78" y="0"/>
                  <a:pt x="79" y="0"/>
                  <a:pt x="80" y="1"/>
                </a:cubicBezTo>
                <a:cubicBezTo>
                  <a:pt x="150" y="71"/>
                  <a:pt x="150" y="71"/>
                  <a:pt x="150" y="71"/>
                </a:cubicBezTo>
                <a:cubicBezTo>
                  <a:pt x="152" y="73"/>
                  <a:pt x="152" y="74"/>
                  <a:pt x="152" y="76"/>
                </a:cubicBezTo>
                <a:cubicBezTo>
                  <a:pt x="152" y="77"/>
                  <a:pt x="152" y="79"/>
                  <a:pt x="150" y="8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16" name="Freeform 118"/>
          <p:cNvSpPr>
            <a:spLocks/>
          </p:cNvSpPr>
          <p:nvPr/>
        </p:nvSpPr>
        <p:spPr bwMode="auto">
          <a:xfrm>
            <a:off x="10849333" y="2308471"/>
            <a:ext cx="216111" cy="138311"/>
          </a:xfrm>
          <a:custGeom>
            <a:avLst/>
            <a:gdLst>
              <a:gd name="T0" fmla="*/ 150 w 152"/>
              <a:gd name="T1" fmla="*/ 26 h 97"/>
              <a:gd name="T2" fmla="*/ 80 w 152"/>
              <a:gd name="T3" fmla="*/ 96 h 97"/>
              <a:gd name="T4" fmla="*/ 76 w 152"/>
              <a:gd name="T5" fmla="*/ 97 h 97"/>
              <a:gd name="T6" fmla="*/ 72 w 152"/>
              <a:gd name="T7" fmla="*/ 96 h 97"/>
              <a:gd name="T8" fmla="*/ 2 w 152"/>
              <a:gd name="T9" fmla="*/ 26 h 97"/>
              <a:gd name="T10" fmla="*/ 0 w 152"/>
              <a:gd name="T11" fmla="*/ 21 h 97"/>
              <a:gd name="T12" fmla="*/ 2 w 152"/>
              <a:gd name="T13" fmla="*/ 17 h 97"/>
              <a:gd name="T14" fmla="*/ 17 w 152"/>
              <a:gd name="T15" fmla="*/ 1 h 97"/>
              <a:gd name="T16" fmla="*/ 22 w 152"/>
              <a:gd name="T17" fmla="*/ 0 h 97"/>
              <a:gd name="T18" fmla="*/ 26 w 152"/>
              <a:gd name="T19" fmla="*/ 1 h 97"/>
              <a:gd name="T20" fmla="*/ 76 w 152"/>
              <a:gd name="T21" fmla="*/ 52 h 97"/>
              <a:gd name="T22" fmla="*/ 126 w 152"/>
              <a:gd name="T23" fmla="*/ 1 h 97"/>
              <a:gd name="T24" fmla="*/ 130 w 152"/>
              <a:gd name="T25" fmla="*/ 0 h 97"/>
              <a:gd name="T26" fmla="*/ 135 w 152"/>
              <a:gd name="T27" fmla="*/ 1 h 97"/>
              <a:gd name="T28" fmla="*/ 150 w 152"/>
              <a:gd name="T29" fmla="*/ 17 h 97"/>
              <a:gd name="T30" fmla="*/ 152 w 152"/>
              <a:gd name="T31" fmla="*/ 21 h 97"/>
              <a:gd name="T32" fmla="*/ 150 w 152"/>
              <a:gd name="T33" fmla="*/ 26 h 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52" h="97">
                <a:moveTo>
                  <a:pt x="150" y="26"/>
                </a:moveTo>
                <a:cubicBezTo>
                  <a:pt x="80" y="96"/>
                  <a:pt x="80" y="96"/>
                  <a:pt x="80" y="96"/>
                </a:cubicBezTo>
                <a:cubicBezTo>
                  <a:pt x="79" y="97"/>
                  <a:pt x="78" y="97"/>
                  <a:pt x="76" y="97"/>
                </a:cubicBezTo>
                <a:cubicBezTo>
                  <a:pt x="74" y="97"/>
                  <a:pt x="73" y="97"/>
                  <a:pt x="72" y="96"/>
                </a:cubicBezTo>
                <a:cubicBezTo>
                  <a:pt x="2" y="26"/>
                  <a:pt x="2" y="26"/>
                  <a:pt x="2" y="26"/>
                </a:cubicBezTo>
                <a:cubicBezTo>
                  <a:pt x="0" y="24"/>
                  <a:pt x="0" y="23"/>
                  <a:pt x="0" y="21"/>
                </a:cubicBezTo>
                <a:cubicBezTo>
                  <a:pt x="0" y="20"/>
                  <a:pt x="0" y="18"/>
                  <a:pt x="2" y="17"/>
                </a:cubicBezTo>
                <a:cubicBezTo>
                  <a:pt x="17" y="1"/>
                  <a:pt x="17" y="1"/>
                  <a:pt x="17" y="1"/>
                </a:cubicBezTo>
                <a:cubicBezTo>
                  <a:pt x="19" y="0"/>
                  <a:pt x="20" y="0"/>
                  <a:pt x="22" y="0"/>
                </a:cubicBezTo>
                <a:cubicBezTo>
                  <a:pt x="23" y="0"/>
                  <a:pt x="25" y="0"/>
                  <a:pt x="26" y="1"/>
                </a:cubicBezTo>
                <a:cubicBezTo>
                  <a:pt x="76" y="52"/>
                  <a:pt x="76" y="52"/>
                  <a:pt x="76" y="52"/>
                </a:cubicBezTo>
                <a:cubicBezTo>
                  <a:pt x="126" y="1"/>
                  <a:pt x="126" y="1"/>
                  <a:pt x="126" y="1"/>
                </a:cubicBezTo>
                <a:cubicBezTo>
                  <a:pt x="127" y="0"/>
                  <a:pt x="129" y="0"/>
                  <a:pt x="130" y="0"/>
                </a:cubicBezTo>
                <a:cubicBezTo>
                  <a:pt x="132" y="0"/>
                  <a:pt x="134" y="0"/>
                  <a:pt x="135" y="1"/>
                </a:cubicBezTo>
                <a:cubicBezTo>
                  <a:pt x="150" y="17"/>
                  <a:pt x="150" y="17"/>
                  <a:pt x="150" y="17"/>
                </a:cubicBezTo>
                <a:cubicBezTo>
                  <a:pt x="152" y="18"/>
                  <a:pt x="152" y="20"/>
                  <a:pt x="152" y="21"/>
                </a:cubicBezTo>
                <a:cubicBezTo>
                  <a:pt x="152" y="23"/>
                  <a:pt x="152" y="24"/>
                  <a:pt x="150" y="2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17" name="Freeform 119"/>
          <p:cNvSpPr>
            <a:spLocks noEditPoints="1"/>
          </p:cNvSpPr>
          <p:nvPr/>
        </p:nvSpPr>
        <p:spPr bwMode="auto">
          <a:xfrm>
            <a:off x="11138919" y="2289022"/>
            <a:ext cx="259332" cy="153439"/>
          </a:xfrm>
          <a:custGeom>
            <a:avLst/>
            <a:gdLst>
              <a:gd name="T0" fmla="*/ 121 w 182"/>
              <a:gd name="T1" fmla="*/ 105 h 108"/>
              <a:gd name="T2" fmla="*/ 120 w 182"/>
              <a:gd name="T3" fmla="*/ 108 h 108"/>
              <a:gd name="T4" fmla="*/ 118 w 182"/>
              <a:gd name="T5" fmla="*/ 108 h 108"/>
              <a:gd name="T6" fmla="*/ 28 w 182"/>
              <a:gd name="T7" fmla="*/ 108 h 108"/>
              <a:gd name="T8" fmla="*/ 26 w 182"/>
              <a:gd name="T9" fmla="*/ 108 h 108"/>
              <a:gd name="T10" fmla="*/ 25 w 182"/>
              <a:gd name="T11" fmla="*/ 108 h 108"/>
              <a:gd name="T12" fmla="*/ 25 w 182"/>
              <a:gd name="T13" fmla="*/ 107 h 108"/>
              <a:gd name="T14" fmla="*/ 25 w 182"/>
              <a:gd name="T15" fmla="*/ 106 h 108"/>
              <a:gd name="T16" fmla="*/ 24 w 182"/>
              <a:gd name="T17" fmla="*/ 105 h 108"/>
              <a:gd name="T18" fmla="*/ 24 w 182"/>
              <a:gd name="T19" fmla="*/ 103 h 108"/>
              <a:gd name="T20" fmla="*/ 24 w 182"/>
              <a:gd name="T21" fmla="*/ 102 h 108"/>
              <a:gd name="T22" fmla="*/ 24 w 182"/>
              <a:gd name="T23" fmla="*/ 87 h 108"/>
              <a:gd name="T24" fmla="*/ 24 w 182"/>
              <a:gd name="T25" fmla="*/ 48 h 108"/>
              <a:gd name="T26" fmla="*/ 6 w 182"/>
              <a:gd name="T27" fmla="*/ 48 h 108"/>
              <a:gd name="T28" fmla="*/ 2 w 182"/>
              <a:gd name="T29" fmla="*/ 46 h 108"/>
              <a:gd name="T30" fmla="*/ 0 w 182"/>
              <a:gd name="T31" fmla="*/ 42 h 108"/>
              <a:gd name="T32" fmla="*/ 2 w 182"/>
              <a:gd name="T33" fmla="*/ 38 h 108"/>
              <a:gd name="T34" fmla="*/ 32 w 182"/>
              <a:gd name="T35" fmla="*/ 2 h 108"/>
              <a:gd name="T36" fmla="*/ 37 w 182"/>
              <a:gd name="T37" fmla="*/ 0 h 108"/>
              <a:gd name="T38" fmla="*/ 41 w 182"/>
              <a:gd name="T39" fmla="*/ 2 h 108"/>
              <a:gd name="T40" fmla="*/ 71 w 182"/>
              <a:gd name="T41" fmla="*/ 38 h 108"/>
              <a:gd name="T42" fmla="*/ 73 w 182"/>
              <a:gd name="T43" fmla="*/ 42 h 108"/>
              <a:gd name="T44" fmla="*/ 71 w 182"/>
              <a:gd name="T45" fmla="*/ 46 h 108"/>
              <a:gd name="T46" fmla="*/ 67 w 182"/>
              <a:gd name="T47" fmla="*/ 48 h 108"/>
              <a:gd name="T48" fmla="*/ 49 w 182"/>
              <a:gd name="T49" fmla="*/ 48 h 108"/>
              <a:gd name="T50" fmla="*/ 49 w 182"/>
              <a:gd name="T51" fmla="*/ 84 h 108"/>
              <a:gd name="T52" fmla="*/ 103 w 182"/>
              <a:gd name="T53" fmla="*/ 84 h 108"/>
              <a:gd name="T54" fmla="*/ 106 w 182"/>
              <a:gd name="T55" fmla="*/ 85 h 108"/>
              <a:gd name="T56" fmla="*/ 121 w 182"/>
              <a:gd name="T57" fmla="*/ 103 h 108"/>
              <a:gd name="T58" fmla="*/ 121 w 182"/>
              <a:gd name="T59" fmla="*/ 105 h 108"/>
              <a:gd name="T60" fmla="*/ 182 w 182"/>
              <a:gd name="T61" fmla="*/ 66 h 108"/>
              <a:gd name="T62" fmla="*/ 180 w 182"/>
              <a:gd name="T63" fmla="*/ 70 h 108"/>
              <a:gd name="T64" fmla="*/ 150 w 182"/>
              <a:gd name="T65" fmla="*/ 106 h 108"/>
              <a:gd name="T66" fmla="*/ 146 w 182"/>
              <a:gd name="T67" fmla="*/ 108 h 108"/>
              <a:gd name="T68" fmla="*/ 141 w 182"/>
              <a:gd name="T69" fmla="*/ 106 h 108"/>
              <a:gd name="T70" fmla="*/ 111 w 182"/>
              <a:gd name="T71" fmla="*/ 70 h 108"/>
              <a:gd name="T72" fmla="*/ 109 w 182"/>
              <a:gd name="T73" fmla="*/ 66 h 108"/>
              <a:gd name="T74" fmla="*/ 111 w 182"/>
              <a:gd name="T75" fmla="*/ 62 h 108"/>
              <a:gd name="T76" fmla="*/ 115 w 182"/>
              <a:gd name="T77" fmla="*/ 60 h 108"/>
              <a:gd name="T78" fmla="*/ 133 w 182"/>
              <a:gd name="T79" fmla="*/ 60 h 108"/>
              <a:gd name="T80" fmla="*/ 133 w 182"/>
              <a:gd name="T81" fmla="*/ 24 h 108"/>
              <a:gd name="T82" fmla="*/ 79 w 182"/>
              <a:gd name="T83" fmla="*/ 24 h 108"/>
              <a:gd name="T84" fmla="*/ 77 w 182"/>
              <a:gd name="T85" fmla="*/ 23 h 108"/>
              <a:gd name="T86" fmla="*/ 61 w 182"/>
              <a:gd name="T87" fmla="*/ 4 h 108"/>
              <a:gd name="T88" fmla="*/ 61 w 182"/>
              <a:gd name="T89" fmla="*/ 3 h 108"/>
              <a:gd name="T90" fmla="*/ 62 w 182"/>
              <a:gd name="T91" fmla="*/ 0 h 108"/>
              <a:gd name="T92" fmla="*/ 64 w 182"/>
              <a:gd name="T93" fmla="*/ 0 h 108"/>
              <a:gd name="T94" fmla="*/ 155 w 182"/>
              <a:gd name="T95" fmla="*/ 0 h 108"/>
              <a:gd name="T96" fmla="*/ 156 w 182"/>
              <a:gd name="T97" fmla="*/ 0 h 108"/>
              <a:gd name="T98" fmla="*/ 157 w 182"/>
              <a:gd name="T99" fmla="*/ 0 h 108"/>
              <a:gd name="T100" fmla="*/ 157 w 182"/>
              <a:gd name="T101" fmla="*/ 1 h 108"/>
              <a:gd name="T102" fmla="*/ 158 w 182"/>
              <a:gd name="T103" fmla="*/ 2 h 108"/>
              <a:gd name="T104" fmla="*/ 158 w 182"/>
              <a:gd name="T105" fmla="*/ 3 h 108"/>
              <a:gd name="T106" fmla="*/ 158 w 182"/>
              <a:gd name="T107" fmla="*/ 5 h 108"/>
              <a:gd name="T108" fmla="*/ 158 w 182"/>
              <a:gd name="T109" fmla="*/ 6 h 108"/>
              <a:gd name="T110" fmla="*/ 158 w 182"/>
              <a:gd name="T111" fmla="*/ 21 h 108"/>
              <a:gd name="T112" fmla="*/ 158 w 182"/>
              <a:gd name="T113" fmla="*/ 60 h 108"/>
              <a:gd name="T114" fmla="*/ 176 w 182"/>
              <a:gd name="T115" fmla="*/ 60 h 108"/>
              <a:gd name="T116" fmla="*/ 180 w 182"/>
              <a:gd name="T117" fmla="*/ 62 h 108"/>
              <a:gd name="T118" fmla="*/ 182 w 182"/>
              <a:gd name="T119" fmla="*/ 66 h 1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82" h="108">
                <a:moveTo>
                  <a:pt x="121" y="105"/>
                </a:moveTo>
                <a:cubicBezTo>
                  <a:pt x="121" y="106"/>
                  <a:pt x="121" y="107"/>
                  <a:pt x="120" y="108"/>
                </a:cubicBezTo>
                <a:cubicBezTo>
                  <a:pt x="120" y="108"/>
                  <a:pt x="119" y="108"/>
                  <a:pt x="118" y="108"/>
                </a:cubicBezTo>
                <a:cubicBezTo>
                  <a:pt x="28" y="108"/>
                  <a:pt x="28" y="108"/>
                  <a:pt x="28" y="108"/>
                </a:cubicBezTo>
                <a:cubicBezTo>
                  <a:pt x="27" y="108"/>
                  <a:pt x="27" y="108"/>
                  <a:pt x="26" y="108"/>
                </a:cubicBezTo>
                <a:cubicBezTo>
                  <a:pt x="26" y="108"/>
                  <a:pt x="26" y="108"/>
                  <a:pt x="25" y="108"/>
                </a:cubicBezTo>
                <a:cubicBezTo>
                  <a:pt x="25" y="107"/>
                  <a:pt x="25" y="107"/>
                  <a:pt x="25" y="107"/>
                </a:cubicBezTo>
                <a:cubicBezTo>
                  <a:pt x="25" y="107"/>
                  <a:pt x="25" y="106"/>
                  <a:pt x="25" y="106"/>
                </a:cubicBezTo>
                <a:cubicBezTo>
                  <a:pt x="25" y="105"/>
                  <a:pt x="24" y="105"/>
                  <a:pt x="24" y="105"/>
                </a:cubicBezTo>
                <a:cubicBezTo>
                  <a:pt x="24" y="104"/>
                  <a:pt x="24" y="104"/>
                  <a:pt x="24" y="103"/>
                </a:cubicBezTo>
                <a:cubicBezTo>
                  <a:pt x="24" y="103"/>
                  <a:pt x="24" y="102"/>
                  <a:pt x="24" y="102"/>
                </a:cubicBezTo>
                <a:cubicBezTo>
                  <a:pt x="24" y="87"/>
                  <a:pt x="24" y="87"/>
                  <a:pt x="24" y="87"/>
                </a:cubicBezTo>
                <a:cubicBezTo>
                  <a:pt x="24" y="48"/>
                  <a:pt x="24" y="48"/>
                  <a:pt x="24" y="48"/>
                </a:cubicBezTo>
                <a:cubicBezTo>
                  <a:pt x="6" y="48"/>
                  <a:pt x="6" y="48"/>
                  <a:pt x="6" y="48"/>
                </a:cubicBezTo>
                <a:cubicBezTo>
                  <a:pt x="5" y="48"/>
                  <a:pt x="3" y="47"/>
                  <a:pt x="2" y="46"/>
                </a:cubicBezTo>
                <a:cubicBezTo>
                  <a:pt x="1" y="45"/>
                  <a:pt x="0" y="44"/>
                  <a:pt x="0" y="42"/>
                </a:cubicBezTo>
                <a:cubicBezTo>
                  <a:pt x="0" y="40"/>
                  <a:pt x="1" y="39"/>
                  <a:pt x="2" y="38"/>
                </a:cubicBezTo>
                <a:cubicBezTo>
                  <a:pt x="32" y="2"/>
                  <a:pt x="32" y="2"/>
                  <a:pt x="32" y="2"/>
                </a:cubicBezTo>
                <a:cubicBezTo>
                  <a:pt x="33" y="0"/>
                  <a:pt x="35" y="0"/>
                  <a:pt x="37" y="0"/>
                </a:cubicBezTo>
                <a:cubicBezTo>
                  <a:pt x="38" y="0"/>
                  <a:pt x="40" y="0"/>
                  <a:pt x="41" y="2"/>
                </a:cubicBezTo>
                <a:cubicBezTo>
                  <a:pt x="71" y="38"/>
                  <a:pt x="71" y="38"/>
                  <a:pt x="71" y="38"/>
                </a:cubicBezTo>
                <a:cubicBezTo>
                  <a:pt x="72" y="39"/>
                  <a:pt x="73" y="40"/>
                  <a:pt x="73" y="42"/>
                </a:cubicBezTo>
                <a:cubicBezTo>
                  <a:pt x="73" y="44"/>
                  <a:pt x="72" y="45"/>
                  <a:pt x="71" y="46"/>
                </a:cubicBezTo>
                <a:cubicBezTo>
                  <a:pt x="70" y="47"/>
                  <a:pt x="68" y="48"/>
                  <a:pt x="67" y="48"/>
                </a:cubicBezTo>
                <a:cubicBezTo>
                  <a:pt x="49" y="48"/>
                  <a:pt x="49" y="48"/>
                  <a:pt x="49" y="48"/>
                </a:cubicBezTo>
                <a:cubicBezTo>
                  <a:pt x="49" y="84"/>
                  <a:pt x="49" y="84"/>
                  <a:pt x="49" y="84"/>
                </a:cubicBezTo>
                <a:cubicBezTo>
                  <a:pt x="103" y="84"/>
                  <a:pt x="103" y="84"/>
                  <a:pt x="103" y="84"/>
                </a:cubicBezTo>
                <a:cubicBezTo>
                  <a:pt x="104" y="84"/>
                  <a:pt x="105" y="85"/>
                  <a:pt x="106" y="85"/>
                </a:cubicBezTo>
                <a:cubicBezTo>
                  <a:pt x="121" y="103"/>
                  <a:pt x="121" y="103"/>
                  <a:pt x="121" y="103"/>
                </a:cubicBezTo>
                <a:cubicBezTo>
                  <a:pt x="121" y="104"/>
                  <a:pt x="121" y="105"/>
                  <a:pt x="121" y="105"/>
                </a:cubicBezTo>
                <a:close/>
                <a:moveTo>
                  <a:pt x="182" y="66"/>
                </a:moveTo>
                <a:cubicBezTo>
                  <a:pt x="182" y="68"/>
                  <a:pt x="181" y="69"/>
                  <a:pt x="180" y="70"/>
                </a:cubicBezTo>
                <a:cubicBezTo>
                  <a:pt x="150" y="106"/>
                  <a:pt x="150" y="106"/>
                  <a:pt x="150" y="106"/>
                </a:cubicBezTo>
                <a:cubicBezTo>
                  <a:pt x="149" y="108"/>
                  <a:pt x="147" y="108"/>
                  <a:pt x="146" y="108"/>
                </a:cubicBezTo>
                <a:cubicBezTo>
                  <a:pt x="144" y="108"/>
                  <a:pt x="142" y="108"/>
                  <a:pt x="141" y="106"/>
                </a:cubicBezTo>
                <a:cubicBezTo>
                  <a:pt x="111" y="70"/>
                  <a:pt x="111" y="70"/>
                  <a:pt x="111" y="70"/>
                </a:cubicBezTo>
                <a:cubicBezTo>
                  <a:pt x="110" y="69"/>
                  <a:pt x="109" y="68"/>
                  <a:pt x="109" y="66"/>
                </a:cubicBezTo>
                <a:cubicBezTo>
                  <a:pt x="109" y="64"/>
                  <a:pt x="110" y="63"/>
                  <a:pt x="111" y="62"/>
                </a:cubicBezTo>
                <a:cubicBezTo>
                  <a:pt x="112" y="61"/>
                  <a:pt x="114" y="60"/>
                  <a:pt x="115" y="60"/>
                </a:cubicBezTo>
                <a:cubicBezTo>
                  <a:pt x="133" y="60"/>
                  <a:pt x="133" y="60"/>
                  <a:pt x="133" y="60"/>
                </a:cubicBezTo>
                <a:cubicBezTo>
                  <a:pt x="133" y="24"/>
                  <a:pt x="133" y="24"/>
                  <a:pt x="133" y="24"/>
                </a:cubicBezTo>
                <a:cubicBezTo>
                  <a:pt x="79" y="24"/>
                  <a:pt x="79" y="24"/>
                  <a:pt x="79" y="24"/>
                </a:cubicBezTo>
                <a:cubicBezTo>
                  <a:pt x="78" y="24"/>
                  <a:pt x="77" y="23"/>
                  <a:pt x="77" y="23"/>
                </a:cubicBezTo>
                <a:cubicBezTo>
                  <a:pt x="61" y="4"/>
                  <a:pt x="61" y="4"/>
                  <a:pt x="61" y="4"/>
                </a:cubicBezTo>
                <a:cubicBezTo>
                  <a:pt x="61" y="4"/>
                  <a:pt x="61" y="3"/>
                  <a:pt x="61" y="3"/>
                </a:cubicBezTo>
                <a:cubicBezTo>
                  <a:pt x="61" y="2"/>
                  <a:pt x="61" y="1"/>
                  <a:pt x="62" y="0"/>
                </a:cubicBezTo>
                <a:cubicBezTo>
                  <a:pt x="62" y="0"/>
                  <a:pt x="63" y="0"/>
                  <a:pt x="64" y="0"/>
                </a:cubicBezTo>
                <a:cubicBezTo>
                  <a:pt x="155" y="0"/>
                  <a:pt x="155" y="0"/>
                  <a:pt x="155" y="0"/>
                </a:cubicBezTo>
                <a:cubicBezTo>
                  <a:pt x="155" y="0"/>
                  <a:pt x="156" y="0"/>
                  <a:pt x="156" y="0"/>
                </a:cubicBezTo>
                <a:cubicBezTo>
                  <a:pt x="156" y="0"/>
                  <a:pt x="157" y="0"/>
                  <a:pt x="157" y="0"/>
                </a:cubicBezTo>
                <a:cubicBezTo>
                  <a:pt x="157" y="1"/>
                  <a:pt x="157" y="1"/>
                  <a:pt x="157" y="1"/>
                </a:cubicBezTo>
                <a:cubicBezTo>
                  <a:pt x="157" y="1"/>
                  <a:pt x="157" y="2"/>
                  <a:pt x="158" y="2"/>
                </a:cubicBezTo>
                <a:cubicBezTo>
                  <a:pt x="158" y="3"/>
                  <a:pt x="158" y="3"/>
                  <a:pt x="158" y="3"/>
                </a:cubicBezTo>
                <a:cubicBezTo>
                  <a:pt x="158" y="4"/>
                  <a:pt x="158" y="4"/>
                  <a:pt x="158" y="5"/>
                </a:cubicBezTo>
                <a:cubicBezTo>
                  <a:pt x="158" y="5"/>
                  <a:pt x="158" y="6"/>
                  <a:pt x="158" y="6"/>
                </a:cubicBezTo>
                <a:cubicBezTo>
                  <a:pt x="158" y="21"/>
                  <a:pt x="158" y="21"/>
                  <a:pt x="158" y="21"/>
                </a:cubicBezTo>
                <a:cubicBezTo>
                  <a:pt x="158" y="60"/>
                  <a:pt x="158" y="60"/>
                  <a:pt x="158" y="60"/>
                </a:cubicBezTo>
                <a:cubicBezTo>
                  <a:pt x="176" y="60"/>
                  <a:pt x="176" y="60"/>
                  <a:pt x="176" y="60"/>
                </a:cubicBezTo>
                <a:cubicBezTo>
                  <a:pt x="177" y="60"/>
                  <a:pt x="179" y="61"/>
                  <a:pt x="180" y="62"/>
                </a:cubicBezTo>
                <a:cubicBezTo>
                  <a:pt x="181" y="63"/>
                  <a:pt x="182" y="64"/>
                  <a:pt x="182" y="6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18" name="Freeform 120"/>
          <p:cNvSpPr>
            <a:spLocks noEditPoints="1"/>
          </p:cNvSpPr>
          <p:nvPr/>
        </p:nvSpPr>
        <p:spPr bwMode="auto">
          <a:xfrm>
            <a:off x="793751" y="2697469"/>
            <a:ext cx="224755" cy="192337"/>
          </a:xfrm>
          <a:custGeom>
            <a:avLst/>
            <a:gdLst>
              <a:gd name="T0" fmla="*/ 157 w 157"/>
              <a:gd name="T1" fmla="*/ 19 h 134"/>
              <a:gd name="T2" fmla="*/ 157 w 157"/>
              <a:gd name="T3" fmla="*/ 67 h 134"/>
              <a:gd name="T4" fmla="*/ 156 w 157"/>
              <a:gd name="T5" fmla="*/ 71 h 134"/>
              <a:gd name="T6" fmla="*/ 152 w 157"/>
              <a:gd name="T7" fmla="*/ 73 h 134"/>
              <a:gd name="T8" fmla="*/ 53 w 157"/>
              <a:gd name="T9" fmla="*/ 85 h 134"/>
              <a:gd name="T10" fmla="*/ 54 w 157"/>
              <a:gd name="T11" fmla="*/ 87 h 134"/>
              <a:gd name="T12" fmla="*/ 54 w 157"/>
              <a:gd name="T13" fmla="*/ 89 h 134"/>
              <a:gd name="T14" fmla="*/ 54 w 157"/>
              <a:gd name="T15" fmla="*/ 91 h 134"/>
              <a:gd name="T16" fmla="*/ 52 w 157"/>
              <a:gd name="T17" fmla="*/ 97 h 134"/>
              <a:gd name="T18" fmla="*/ 139 w 157"/>
              <a:gd name="T19" fmla="*/ 97 h 134"/>
              <a:gd name="T20" fmla="*/ 143 w 157"/>
              <a:gd name="T21" fmla="*/ 99 h 134"/>
              <a:gd name="T22" fmla="*/ 145 w 157"/>
              <a:gd name="T23" fmla="*/ 103 h 134"/>
              <a:gd name="T24" fmla="*/ 143 w 157"/>
              <a:gd name="T25" fmla="*/ 108 h 134"/>
              <a:gd name="T26" fmla="*/ 139 w 157"/>
              <a:gd name="T27" fmla="*/ 109 h 134"/>
              <a:gd name="T28" fmla="*/ 42 w 157"/>
              <a:gd name="T29" fmla="*/ 109 h 134"/>
              <a:gd name="T30" fmla="*/ 38 w 157"/>
              <a:gd name="T31" fmla="*/ 108 h 134"/>
              <a:gd name="T32" fmla="*/ 36 w 157"/>
              <a:gd name="T33" fmla="*/ 103 h 134"/>
              <a:gd name="T34" fmla="*/ 37 w 157"/>
              <a:gd name="T35" fmla="*/ 100 h 134"/>
              <a:gd name="T36" fmla="*/ 40 w 157"/>
              <a:gd name="T37" fmla="*/ 94 h 134"/>
              <a:gd name="T38" fmla="*/ 42 w 157"/>
              <a:gd name="T39" fmla="*/ 90 h 134"/>
              <a:gd name="T40" fmla="*/ 25 w 157"/>
              <a:gd name="T41" fmla="*/ 13 h 134"/>
              <a:gd name="T42" fmla="*/ 6 w 157"/>
              <a:gd name="T43" fmla="*/ 13 h 134"/>
              <a:gd name="T44" fmla="*/ 2 w 157"/>
              <a:gd name="T45" fmla="*/ 11 h 134"/>
              <a:gd name="T46" fmla="*/ 0 w 157"/>
              <a:gd name="T47" fmla="*/ 6 h 134"/>
              <a:gd name="T48" fmla="*/ 2 w 157"/>
              <a:gd name="T49" fmla="*/ 2 h 134"/>
              <a:gd name="T50" fmla="*/ 6 w 157"/>
              <a:gd name="T51" fmla="*/ 0 h 134"/>
              <a:gd name="T52" fmla="*/ 30 w 157"/>
              <a:gd name="T53" fmla="*/ 0 h 134"/>
              <a:gd name="T54" fmla="*/ 33 w 157"/>
              <a:gd name="T55" fmla="*/ 1 h 134"/>
              <a:gd name="T56" fmla="*/ 35 w 157"/>
              <a:gd name="T57" fmla="*/ 3 h 134"/>
              <a:gd name="T58" fmla="*/ 36 w 157"/>
              <a:gd name="T59" fmla="*/ 5 h 134"/>
              <a:gd name="T60" fmla="*/ 37 w 157"/>
              <a:gd name="T61" fmla="*/ 7 h 134"/>
              <a:gd name="T62" fmla="*/ 37 w 157"/>
              <a:gd name="T63" fmla="*/ 10 h 134"/>
              <a:gd name="T64" fmla="*/ 38 w 157"/>
              <a:gd name="T65" fmla="*/ 13 h 134"/>
              <a:gd name="T66" fmla="*/ 151 w 157"/>
              <a:gd name="T67" fmla="*/ 13 h 134"/>
              <a:gd name="T68" fmla="*/ 155 w 157"/>
              <a:gd name="T69" fmla="*/ 14 h 134"/>
              <a:gd name="T70" fmla="*/ 157 w 157"/>
              <a:gd name="T71" fmla="*/ 19 h 134"/>
              <a:gd name="T72" fmla="*/ 57 w 157"/>
              <a:gd name="T73" fmla="*/ 113 h 134"/>
              <a:gd name="T74" fmla="*/ 60 w 157"/>
              <a:gd name="T75" fmla="*/ 121 h 134"/>
              <a:gd name="T76" fmla="*/ 57 w 157"/>
              <a:gd name="T77" fmla="*/ 130 h 134"/>
              <a:gd name="T78" fmla="*/ 48 w 157"/>
              <a:gd name="T79" fmla="*/ 134 h 134"/>
              <a:gd name="T80" fmla="*/ 40 w 157"/>
              <a:gd name="T81" fmla="*/ 130 h 134"/>
              <a:gd name="T82" fmla="*/ 36 w 157"/>
              <a:gd name="T83" fmla="*/ 121 h 134"/>
              <a:gd name="T84" fmla="*/ 40 w 157"/>
              <a:gd name="T85" fmla="*/ 113 h 134"/>
              <a:gd name="T86" fmla="*/ 48 w 157"/>
              <a:gd name="T87" fmla="*/ 109 h 134"/>
              <a:gd name="T88" fmla="*/ 57 w 157"/>
              <a:gd name="T89" fmla="*/ 113 h 134"/>
              <a:gd name="T90" fmla="*/ 142 w 157"/>
              <a:gd name="T91" fmla="*/ 113 h 134"/>
              <a:gd name="T92" fmla="*/ 145 w 157"/>
              <a:gd name="T93" fmla="*/ 121 h 134"/>
              <a:gd name="T94" fmla="*/ 142 w 157"/>
              <a:gd name="T95" fmla="*/ 130 h 134"/>
              <a:gd name="T96" fmla="*/ 133 w 157"/>
              <a:gd name="T97" fmla="*/ 134 h 134"/>
              <a:gd name="T98" fmla="*/ 125 w 157"/>
              <a:gd name="T99" fmla="*/ 130 h 134"/>
              <a:gd name="T100" fmla="*/ 121 w 157"/>
              <a:gd name="T101" fmla="*/ 121 h 134"/>
              <a:gd name="T102" fmla="*/ 125 w 157"/>
              <a:gd name="T103" fmla="*/ 113 h 134"/>
              <a:gd name="T104" fmla="*/ 133 w 157"/>
              <a:gd name="T105" fmla="*/ 109 h 134"/>
              <a:gd name="T106" fmla="*/ 142 w 157"/>
              <a:gd name="T107" fmla="*/ 113 h 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57" h="134">
                <a:moveTo>
                  <a:pt x="157" y="19"/>
                </a:moveTo>
                <a:cubicBezTo>
                  <a:pt x="157" y="67"/>
                  <a:pt x="157" y="67"/>
                  <a:pt x="157" y="67"/>
                </a:cubicBezTo>
                <a:cubicBezTo>
                  <a:pt x="157" y="69"/>
                  <a:pt x="157" y="70"/>
                  <a:pt x="156" y="71"/>
                </a:cubicBezTo>
                <a:cubicBezTo>
                  <a:pt x="155" y="72"/>
                  <a:pt x="153" y="73"/>
                  <a:pt x="152" y="73"/>
                </a:cubicBezTo>
                <a:cubicBezTo>
                  <a:pt x="53" y="85"/>
                  <a:pt x="53" y="85"/>
                  <a:pt x="53" y="85"/>
                </a:cubicBezTo>
                <a:cubicBezTo>
                  <a:pt x="53" y="85"/>
                  <a:pt x="53" y="86"/>
                  <a:pt x="54" y="87"/>
                </a:cubicBezTo>
                <a:cubicBezTo>
                  <a:pt x="54" y="88"/>
                  <a:pt x="54" y="88"/>
                  <a:pt x="54" y="89"/>
                </a:cubicBezTo>
                <a:cubicBezTo>
                  <a:pt x="54" y="90"/>
                  <a:pt x="54" y="91"/>
                  <a:pt x="54" y="91"/>
                </a:cubicBezTo>
                <a:cubicBezTo>
                  <a:pt x="54" y="92"/>
                  <a:pt x="54" y="94"/>
                  <a:pt x="52" y="97"/>
                </a:cubicBezTo>
                <a:cubicBezTo>
                  <a:pt x="139" y="97"/>
                  <a:pt x="139" y="97"/>
                  <a:pt x="139" y="97"/>
                </a:cubicBezTo>
                <a:cubicBezTo>
                  <a:pt x="141" y="97"/>
                  <a:pt x="142" y="98"/>
                  <a:pt x="143" y="99"/>
                </a:cubicBezTo>
                <a:cubicBezTo>
                  <a:pt x="145" y="100"/>
                  <a:pt x="145" y="102"/>
                  <a:pt x="145" y="103"/>
                </a:cubicBezTo>
                <a:cubicBezTo>
                  <a:pt x="145" y="105"/>
                  <a:pt x="145" y="106"/>
                  <a:pt x="143" y="108"/>
                </a:cubicBezTo>
                <a:cubicBezTo>
                  <a:pt x="142" y="109"/>
                  <a:pt x="141" y="109"/>
                  <a:pt x="139" y="109"/>
                </a:cubicBezTo>
                <a:cubicBezTo>
                  <a:pt x="42" y="109"/>
                  <a:pt x="42" y="109"/>
                  <a:pt x="42" y="109"/>
                </a:cubicBezTo>
                <a:cubicBezTo>
                  <a:pt x="41" y="109"/>
                  <a:pt x="39" y="109"/>
                  <a:pt x="38" y="108"/>
                </a:cubicBezTo>
                <a:cubicBezTo>
                  <a:pt x="37" y="106"/>
                  <a:pt x="36" y="105"/>
                  <a:pt x="36" y="103"/>
                </a:cubicBezTo>
                <a:cubicBezTo>
                  <a:pt x="36" y="102"/>
                  <a:pt x="37" y="101"/>
                  <a:pt x="37" y="100"/>
                </a:cubicBezTo>
                <a:cubicBezTo>
                  <a:pt x="38" y="98"/>
                  <a:pt x="39" y="96"/>
                  <a:pt x="40" y="94"/>
                </a:cubicBezTo>
                <a:cubicBezTo>
                  <a:pt x="41" y="92"/>
                  <a:pt x="42" y="91"/>
                  <a:pt x="42" y="90"/>
                </a:cubicBezTo>
                <a:cubicBezTo>
                  <a:pt x="25" y="13"/>
                  <a:pt x="25" y="13"/>
                  <a:pt x="25" y="13"/>
                </a:cubicBezTo>
                <a:cubicBezTo>
                  <a:pt x="6" y="13"/>
                  <a:pt x="6" y="13"/>
                  <a:pt x="6" y="13"/>
                </a:cubicBezTo>
                <a:cubicBezTo>
                  <a:pt x="4" y="13"/>
                  <a:pt x="3" y="12"/>
                  <a:pt x="2" y="11"/>
                </a:cubicBezTo>
                <a:cubicBezTo>
                  <a:pt x="1" y="10"/>
                  <a:pt x="0" y="8"/>
                  <a:pt x="0" y="6"/>
                </a:cubicBezTo>
                <a:cubicBezTo>
                  <a:pt x="0" y="5"/>
                  <a:pt x="1" y="3"/>
                  <a:pt x="2" y="2"/>
                </a:cubicBezTo>
                <a:cubicBezTo>
                  <a:pt x="3" y="1"/>
                  <a:pt x="4" y="0"/>
                  <a:pt x="6" y="0"/>
                </a:cubicBezTo>
                <a:cubicBezTo>
                  <a:pt x="30" y="0"/>
                  <a:pt x="30" y="0"/>
                  <a:pt x="30" y="0"/>
                </a:cubicBezTo>
                <a:cubicBezTo>
                  <a:pt x="31" y="0"/>
                  <a:pt x="32" y="1"/>
                  <a:pt x="33" y="1"/>
                </a:cubicBezTo>
                <a:cubicBezTo>
                  <a:pt x="34" y="1"/>
                  <a:pt x="34" y="2"/>
                  <a:pt x="35" y="3"/>
                </a:cubicBezTo>
                <a:cubicBezTo>
                  <a:pt x="35" y="3"/>
                  <a:pt x="36" y="4"/>
                  <a:pt x="36" y="5"/>
                </a:cubicBezTo>
                <a:cubicBezTo>
                  <a:pt x="36" y="6"/>
                  <a:pt x="37" y="7"/>
                  <a:pt x="37" y="7"/>
                </a:cubicBezTo>
                <a:cubicBezTo>
                  <a:pt x="37" y="8"/>
                  <a:pt x="37" y="9"/>
                  <a:pt x="37" y="10"/>
                </a:cubicBezTo>
                <a:cubicBezTo>
                  <a:pt x="37" y="11"/>
                  <a:pt x="38" y="12"/>
                  <a:pt x="38" y="13"/>
                </a:cubicBezTo>
                <a:cubicBezTo>
                  <a:pt x="151" y="13"/>
                  <a:pt x="151" y="13"/>
                  <a:pt x="151" y="13"/>
                </a:cubicBezTo>
                <a:cubicBezTo>
                  <a:pt x="153" y="13"/>
                  <a:pt x="154" y="13"/>
                  <a:pt x="155" y="14"/>
                </a:cubicBezTo>
                <a:cubicBezTo>
                  <a:pt x="157" y="16"/>
                  <a:pt x="157" y="17"/>
                  <a:pt x="157" y="19"/>
                </a:cubicBezTo>
                <a:close/>
                <a:moveTo>
                  <a:pt x="57" y="113"/>
                </a:moveTo>
                <a:cubicBezTo>
                  <a:pt x="59" y="115"/>
                  <a:pt x="60" y="118"/>
                  <a:pt x="60" y="121"/>
                </a:cubicBezTo>
                <a:cubicBezTo>
                  <a:pt x="60" y="125"/>
                  <a:pt x="59" y="128"/>
                  <a:pt x="57" y="130"/>
                </a:cubicBezTo>
                <a:cubicBezTo>
                  <a:pt x="55" y="132"/>
                  <a:pt x="52" y="134"/>
                  <a:pt x="48" y="134"/>
                </a:cubicBezTo>
                <a:cubicBezTo>
                  <a:pt x="45" y="134"/>
                  <a:pt x="42" y="132"/>
                  <a:pt x="40" y="130"/>
                </a:cubicBezTo>
                <a:cubicBezTo>
                  <a:pt x="37" y="128"/>
                  <a:pt x="36" y="125"/>
                  <a:pt x="36" y="121"/>
                </a:cubicBezTo>
                <a:cubicBezTo>
                  <a:pt x="36" y="118"/>
                  <a:pt x="37" y="115"/>
                  <a:pt x="40" y="113"/>
                </a:cubicBezTo>
                <a:cubicBezTo>
                  <a:pt x="42" y="111"/>
                  <a:pt x="45" y="109"/>
                  <a:pt x="48" y="109"/>
                </a:cubicBezTo>
                <a:cubicBezTo>
                  <a:pt x="52" y="109"/>
                  <a:pt x="55" y="111"/>
                  <a:pt x="57" y="113"/>
                </a:cubicBezTo>
                <a:close/>
                <a:moveTo>
                  <a:pt x="142" y="113"/>
                </a:moveTo>
                <a:cubicBezTo>
                  <a:pt x="144" y="115"/>
                  <a:pt x="145" y="118"/>
                  <a:pt x="145" y="121"/>
                </a:cubicBezTo>
                <a:cubicBezTo>
                  <a:pt x="145" y="125"/>
                  <a:pt x="144" y="128"/>
                  <a:pt x="142" y="130"/>
                </a:cubicBezTo>
                <a:cubicBezTo>
                  <a:pt x="139" y="132"/>
                  <a:pt x="136" y="134"/>
                  <a:pt x="133" y="134"/>
                </a:cubicBezTo>
                <a:cubicBezTo>
                  <a:pt x="130" y="134"/>
                  <a:pt x="127" y="132"/>
                  <a:pt x="125" y="130"/>
                </a:cubicBezTo>
                <a:cubicBezTo>
                  <a:pt x="122" y="128"/>
                  <a:pt x="121" y="125"/>
                  <a:pt x="121" y="121"/>
                </a:cubicBezTo>
                <a:cubicBezTo>
                  <a:pt x="121" y="118"/>
                  <a:pt x="122" y="115"/>
                  <a:pt x="125" y="113"/>
                </a:cubicBezTo>
                <a:cubicBezTo>
                  <a:pt x="127" y="111"/>
                  <a:pt x="130" y="109"/>
                  <a:pt x="133" y="109"/>
                </a:cubicBezTo>
                <a:cubicBezTo>
                  <a:pt x="136" y="109"/>
                  <a:pt x="139" y="111"/>
                  <a:pt x="142" y="11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19" name="Freeform 121"/>
          <p:cNvSpPr>
            <a:spLocks/>
          </p:cNvSpPr>
          <p:nvPr/>
        </p:nvSpPr>
        <p:spPr bwMode="auto">
          <a:xfrm>
            <a:off x="1079015" y="2680181"/>
            <a:ext cx="224755" cy="192337"/>
          </a:xfrm>
          <a:custGeom>
            <a:avLst/>
            <a:gdLst>
              <a:gd name="T0" fmla="*/ 157 w 157"/>
              <a:gd name="T1" fmla="*/ 46 h 133"/>
              <a:gd name="T2" fmla="*/ 157 w 157"/>
              <a:gd name="T3" fmla="*/ 112 h 133"/>
              <a:gd name="T4" fmla="*/ 151 w 157"/>
              <a:gd name="T5" fmla="*/ 127 h 133"/>
              <a:gd name="T6" fmla="*/ 136 w 157"/>
              <a:gd name="T7" fmla="*/ 133 h 133"/>
              <a:gd name="T8" fmla="*/ 21 w 157"/>
              <a:gd name="T9" fmla="*/ 133 h 133"/>
              <a:gd name="T10" fmla="*/ 6 w 157"/>
              <a:gd name="T11" fmla="*/ 127 h 133"/>
              <a:gd name="T12" fmla="*/ 0 w 157"/>
              <a:gd name="T13" fmla="*/ 112 h 133"/>
              <a:gd name="T14" fmla="*/ 0 w 157"/>
              <a:gd name="T15" fmla="*/ 22 h 133"/>
              <a:gd name="T16" fmla="*/ 6 w 157"/>
              <a:gd name="T17" fmla="*/ 7 h 133"/>
              <a:gd name="T18" fmla="*/ 21 w 157"/>
              <a:gd name="T19" fmla="*/ 0 h 133"/>
              <a:gd name="T20" fmla="*/ 51 w 157"/>
              <a:gd name="T21" fmla="*/ 0 h 133"/>
              <a:gd name="T22" fmla="*/ 66 w 157"/>
              <a:gd name="T23" fmla="*/ 7 h 133"/>
              <a:gd name="T24" fmla="*/ 72 w 157"/>
              <a:gd name="T25" fmla="*/ 22 h 133"/>
              <a:gd name="T26" fmla="*/ 72 w 157"/>
              <a:gd name="T27" fmla="*/ 25 h 133"/>
              <a:gd name="T28" fmla="*/ 136 w 157"/>
              <a:gd name="T29" fmla="*/ 25 h 133"/>
              <a:gd name="T30" fmla="*/ 151 w 157"/>
              <a:gd name="T31" fmla="*/ 31 h 133"/>
              <a:gd name="T32" fmla="*/ 157 w 157"/>
              <a:gd name="T33" fmla="*/ 46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57" h="133">
                <a:moveTo>
                  <a:pt x="157" y="46"/>
                </a:moveTo>
                <a:cubicBezTo>
                  <a:pt x="157" y="112"/>
                  <a:pt x="157" y="112"/>
                  <a:pt x="157" y="112"/>
                </a:cubicBezTo>
                <a:cubicBezTo>
                  <a:pt x="157" y="118"/>
                  <a:pt x="155" y="123"/>
                  <a:pt x="151" y="127"/>
                </a:cubicBezTo>
                <a:cubicBezTo>
                  <a:pt x="147" y="131"/>
                  <a:pt x="142" y="133"/>
                  <a:pt x="136" y="133"/>
                </a:cubicBezTo>
                <a:cubicBezTo>
                  <a:pt x="21" y="133"/>
                  <a:pt x="21" y="133"/>
                  <a:pt x="21" y="133"/>
                </a:cubicBezTo>
                <a:cubicBezTo>
                  <a:pt x="15" y="133"/>
                  <a:pt x="10" y="131"/>
                  <a:pt x="6" y="127"/>
                </a:cubicBezTo>
                <a:cubicBezTo>
                  <a:pt x="2" y="123"/>
                  <a:pt x="0" y="118"/>
                  <a:pt x="0" y="112"/>
                </a:cubicBezTo>
                <a:cubicBezTo>
                  <a:pt x="0" y="22"/>
                  <a:pt x="0" y="22"/>
                  <a:pt x="0" y="22"/>
                </a:cubicBezTo>
                <a:cubicBezTo>
                  <a:pt x="0" y="16"/>
                  <a:pt x="2" y="11"/>
                  <a:pt x="6" y="7"/>
                </a:cubicBezTo>
                <a:cubicBezTo>
                  <a:pt x="10" y="2"/>
                  <a:pt x="15" y="0"/>
                  <a:pt x="21" y="0"/>
                </a:cubicBezTo>
                <a:cubicBezTo>
                  <a:pt x="51" y="0"/>
                  <a:pt x="51" y="0"/>
                  <a:pt x="51" y="0"/>
                </a:cubicBezTo>
                <a:cubicBezTo>
                  <a:pt x="57" y="0"/>
                  <a:pt x="62" y="2"/>
                  <a:pt x="66" y="7"/>
                </a:cubicBezTo>
                <a:cubicBezTo>
                  <a:pt x="70" y="11"/>
                  <a:pt x="72" y="16"/>
                  <a:pt x="72" y="22"/>
                </a:cubicBezTo>
                <a:cubicBezTo>
                  <a:pt x="72" y="25"/>
                  <a:pt x="72" y="25"/>
                  <a:pt x="72" y="25"/>
                </a:cubicBezTo>
                <a:cubicBezTo>
                  <a:pt x="136" y="25"/>
                  <a:pt x="136" y="25"/>
                  <a:pt x="136" y="25"/>
                </a:cubicBezTo>
                <a:cubicBezTo>
                  <a:pt x="142" y="25"/>
                  <a:pt x="147" y="27"/>
                  <a:pt x="151" y="31"/>
                </a:cubicBezTo>
                <a:cubicBezTo>
                  <a:pt x="155" y="35"/>
                  <a:pt x="157" y="40"/>
                  <a:pt x="157" y="4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20" name="Freeform 122"/>
          <p:cNvSpPr>
            <a:spLocks noEditPoints="1"/>
          </p:cNvSpPr>
          <p:nvPr/>
        </p:nvSpPr>
        <p:spPr bwMode="auto">
          <a:xfrm>
            <a:off x="1364280" y="2680181"/>
            <a:ext cx="252848" cy="192337"/>
          </a:xfrm>
          <a:custGeom>
            <a:avLst/>
            <a:gdLst>
              <a:gd name="T0" fmla="*/ 145 w 177"/>
              <a:gd name="T1" fmla="*/ 46 h 133"/>
              <a:gd name="T2" fmla="*/ 145 w 177"/>
              <a:gd name="T3" fmla="*/ 61 h 133"/>
              <a:gd name="T4" fmla="*/ 66 w 177"/>
              <a:gd name="T5" fmla="*/ 61 h 133"/>
              <a:gd name="T6" fmla="*/ 48 w 177"/>
              <a:gd name="T7" fmla="*/ 65 h 133"/>
              <a:gd name="T8" fmla="*/ 32 w 177"/>
              <a:gd name="T9" fmla="*/ 77 h 133"/>
              <a:gd name="T10" fmla="*/ 0 w 177"/>
              <a:gd name="T11" fmla="*/ 114 h 133"/>
              <a:gd name="T12" fmla="*/ 0 w 177"/>
              <a:gd name="T13" fmla="*/ 115 h 133"/>
              <a:gd name="T14" fmla="*/ 0 w 177"/>
              <a:gd name="T15" fmla="*/ 113 h 133"/>
              <a:gd name="T16" fmla="*/ 0 w 177"/>
              <a:gd name="T17" fmla="*/ 112 h 133"/>
              <a:gd name="T18" fmla="*/ 0 w 177"/>
              <a:gd name="T19" fmla="*/ 22 h 133"/>
              <a:gd name="T20" fmla="*/ 6 w 177"/>
              <a:gd name="T21" fmla="*/ 7 h 133"/>
              <a:gd name="T22" fmla="*/ 21 w 177"/>
              <a:gd name="T23" fmla="*/ 0 h 133"/>
              <a:gd name="T24" fmla="*/ 51 w 177"/>
              <a:gd name="T25" fmla="*/ 0 h 133"/>
              <a:gd name="T26" fmla="*/ 66 w 177"/>
              <a:gd name="T27" fmla="*/ 7 h 133"/>
              <a:gd name="T28" fmla="*/ 72 w 177"/>
              <a:gd name="T29" fmla="*/ 22 h 133"/>
              <a:gd name="T30" fmla="*/ 72 w 177"/>
              <a:gd name="T31" fmla="*/ 25 h 133"/>
              <a:gd name="T32" fmla="*/ 124 w 177"/>
              <a:gd name="T33" fmla="*/ 25 h 133"/>
              <a:gd name="T34" fmla="*/ 139 w 177"/>
              <a:gd name="T35" fmla="*/ 31 h 133"/>
              <a:gd name="T36" fmla="*/ 145 w 177"/>
              <a:gd name="T37" fmla="*/ 46 h 133"/>
              <a:gd name="T38" fmla="*/ 177 w 177"/>
              <a:gd name="T39" fmla="*/ 78 h 133"/>
              <a:gd name="T40" fmla="*/ 174 w 177"/>
              <a:gd name="T41" fmla="*/ 84 h 133"/>
              <a:gd name="T42" fmla="*/ 143 w 177"/>
              <a:gd name="T43" fmla="*/ 122 h 133"/>
              <a:gd name="T44" fmla="*/ 131 w 177"/>
              <a:gd name="T45" fmla="*/ 130 h 133"/>
              <a:gd name="T46" fmla="*/ 118 w 177"/>
              <a:gd name="T47" fmla="*/ 133 h 133"/>
              <a:gd name="T48" fmla="*/ 15 w 177"/>
              <a:gd name="T49" fmla="*/ 133 h 133"/>
              <a:gd name="T50" fmla="*/ 9 w 177"/>
              <a:gd name="T51" fmla="*/ 132 h 133"/>
              <a:gd name="T52" fmla="*/ 7 w 177"/>
              <a:gd name="T53" fmla="*/ 128 h 133"/>
              <a:gd name="T54" fmla="*/ 10 w 177"/>
              <a:gd name="T55" fmla="*/ 122 h 133"/>
              <a:gd name="T56" fmla="*/ 41 w 177"/>
              <a:gd name="T57" fmla="*/ 84 h 133"/>
              <a:gd name="T58" fmla="*/ 53 w 177"/>
              <a:gd name="T59" fmla="*/ 76 h 133"/>
              <a:gd name="T60" fmla="*/ 66 w 177"/>
              <a:gd name="T61" fmla="*/ 73 h 133"/>
              <a:gd name="T62" fmla="*/ 169 w 177"/>
              <a:gd name="T63" fmla="*/ 73 h 133"/>
              <a:gd name="T64" fmla="*/ 175 w 177"/>
              <a:gd name="T65" fmla="*/ 74 h 133"/>
              <a:gd name="T66" fmla="*/ 177 w 177"/>
              <a:gd name="T67" fmla="*/ 78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77" h="133">
                <a:moveTo>
                  <a:pt x="145" y="46"/>
                </a:moveTo>
                <a:cubicBezTo>
                  <a:pt x="145" y="61"/>
                  <a:pt x="145" y="61"/>
                  <a:pt x="145" y="61"/>
                </a:cubicBezTo>
                <a:cubicBezTo>
                  <a:pt x="66" y="61"/>
                  <a:pt x="66" y="61"/>
                  <a:pt x="66" y="61"/>
                </a:cubicBezTo>
                <a:cubicBezTo>
                  <a:pt x="60" y="61"/>
                  <a:pt x="54" y="62"/>
                  <a:pt x="48" y="65"/>
                </a:cubicBezTo>
                <a:cubicBezTo>
                  <a:pt x="41" y="68"/>
                  <a:pt x="36" y="72"/>
                  <a:pt x="32" y="77"/>
                </a:cubicBezTo>
                <a:cubicBezTo>
                  <a:pt x="0" y="114"/>
                  <a:pt x="0" y="114"/>
                  <a:pt x="0" y="114"/>
                </a:cubicBezTo>
                <a:cubicBezTo>
                  <a:pt x="0" y="115"/>
                  <a:pt x="0" y="115"/>
                  <a:pt x="0" y="115"/>
                </a:cubicBezTo>
                <a:cubicBezTo>
                  <a:pt x="0" y="114"/>
                  <a:pt x="0" y="114"/>
                  <a:pt x="0" y="113"/>
                </a:cubicBezTo>
                <a:cubicBezTo>
                  <a:pt x="0" y="113"/>
                  <a:pt x="0" y="113"/>
                  <a:pt x="0" y="112"/>
                </a:cubicBezTo>
                <a:cubicBezTo>
                  <a:pt x="0" y="22"/>
                  <a:pt x="0" y="22"/>
                  <a:pt x="0" y="22"/>
                </a:cubicBezTo>
                <a:cubicBezTo>
                  <a:pt x="0" y="16"/>
                  <a:pt x="2" y="11"/>
                  <a:pt x="6" y="7"/>
                </a:cubicBezTo>
                <a:cubicBezTo>
                  <a:pt x="10" y="2"/>
                  <a:pt x="15" y="0"/>
                  <a:pt x="21" y="0"/>
                </a:cubicBezTo>
                <a:cubicBezTo>
                  <a:pt x="51" y="0"/>
                  <a:pt x="51" y="0"/>
                  <a:pt x="51" y="0"/>
                </a:cubicBezTo>
                <a:cubicBezTo>
                  <a:pt x="57" y="0"/>
                  <a:pt x="62" y="2"/>
                  <a:pt x="66" y="7"/>
                </a:cubicBezTo>
                <a:cubicBezTo>
                  <a:pt x="70" y="11"/>
                  <a:pt x="72" y="16"/>
                  <a:pt x="72" y="22"/>
                </a:cubicBezTo>
                <a:cubicBezTo>
                  <a:pt x="72" y="25"/>
                  <a:pt x="72" y="25"/>
                  <a:pt x="72" y="25"/>
                </a:cubicBezTo>
                <a:cubicBezTo>
                  <a:pt x="124" y="25"/>
                  <a:pt x="124" y="25"/>
                  <a:pt x="124" y="25"/>
                </a:cubicBezTo>
                <a:cubicBezTo>
                  <a:pt x="130" y="25"/>
                  <a:pt x="135" y="27"/>
                  <a:pt x="139" y="31"/>
                </a:cubicBezTo>
                <a:cubicBezTo>
                  <a:pt x="143" y="35"/>
                  <a:pt x="145" y="40"/>
                  <a:pt x="145" y="46"/>
                </a:cubicBezTo>
                <a:close/>
                <a:moveTo>
                  <a:pt x="177" y="78"/>
                </a:moveTo>
                <a:cubicBezTo>
                  <a:pt x="177" y="80"/>
                  <a:pt x="176" y="82"/>
                  <a:pt x="174" y="84"/>
                </a:cubicBezTo>
                <a:cubicBezTo>
                  <a:pt x="143" y="122"/>
                  <a:pt x="143" y="122"/>
                  <a:pt x="143" y="122"/>
                </a:cubicBezTo>
                <a:cubicBezTo>
                  <a:pt x="140" y="125"/>
                  <a:pt x="136" y="128"/>
                  <a:pt x="131" y="130"/>
                </a:cubicBezTo>
                <a:cubicBezTo>
                  <a:pt x="126" y="132"/>
                  <a:pt x="122" y="133"/>
                  <a:pt x="118" y="133"/>
                </a:cubicBezTo>
                <a:cubicBezTo>
                  <a:pt x="15" y="133"/>
                  <a:pt x="15" y="133"/>
                  <a:pt x="15" y="133"/>
                </a:cubicBezTo>
                <a:cubicBezTo>
                  <a:pt x="13" y="133"/>
                  <a:pt x="11" y="133"/>
                  <a:pt x="9" y="132"/>
                </a:cubicBezTo>
                <a:cubicBezTo>
                  <a:pt x="7" y="131"/>
                  <a:pt x="7" y="130"/>
                  <a:pt x="7" y="128"/>
                </a:cubicBezTo>
                <a:cubicBezTo>
                  <a:pt x="7" y="126"/>
                  <a:pt x="8" y="124"/>
                  <a:pt x="10" y="122"/>
                </a:cubicBezTo>
                <a:cubicBezTo>
                  <a:pt x="41" y="84"/>
                  <a:pt x="41" y="84"/>
                  <a:pt x="41" y="84"/>
                </a:cubicBezTo>
                <a:cubicBezTo>
                  <a:pt x="44" y="81"/>
                  <a:pt x="48" y="79"/>
                  <a:pt x="53" y="76"/>
                </a:cubicBezTo>
                <a:cubicBezTo>
                  <a:pt x="58" y="74"/>
                  <a:pt x="62" y="73"/>
                  <a:pt x="66" y="73"/>
                </a:cubicBezTo>
                <a:cubicBezTo>
                  <a:pt x="169" y="73"/>
                  <a:pt x="169" y="73"/>
                  <a:pt x="169" y="73"/>
                </a:cubicBezTo>
                <a:cubicBezTo>
                  <a:pt x="171" y="73"/>
                  <a:pt x="173" y="73"/>
                  <a:pt x="175" y="74"/>
                </a:cubicBezTo>
                <a:cubicBezTo>
                  <a:pt x="177" y="75"/>
                  <a:pt x="177" y="76"/>
                  <a:pt x="177" y="7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21" name="Freeform 123"/>
          <p:cNvSpPr>
            <a:spLocks/>
          </p:cNvSpPr>
          <p:nvPr/>
        </p:nvSpPr>
        <p:spPr bwMode="auto">
          <a:xfrm>
            <a:off x="1692769" y="2665051"/>
            <a:ext cx="86444" cy="242043"/>
          </a:xfrm>
          <a:custGeom>
            <a:avLst/>
            <a:gdLst>
              <a:gd name="T0" fmla="*/ 60 w 60"/>
              <a:gd name="T1" fmla="*/ 30 h 170"/>
              <a:gd name="T2" fmla="*/ 59 w 60"/>
              <a:gd name="T3" fmla="*/ 35 h 170"/>
              <a:gd name="T4" fmla="*/ 54 w 60"/>
              <a:gd name="T5" fmla="*/ 37 h 170"/>
              <a:gd name="T6" fmla="*/ 42 w 60"/>
              <a:gd name="T7" fmla="*/ 37 h 170"/>
              <a:gd name="T8" fmla="*/ 42 w 60"/>
              <a:gd name="T9" fmla="*/ 133 h 170"/>
              <a:gd name="T10" fmla="*/ 54 w 60"/>
              <a:gd name="T11" fmla="*/ 133 h 170"/>
              <a:gd name="T12" fmla="*/ 59 w 60"/>
              <a:gd name="T13" fmla="*/ 135 h 170"/>
              <a:gd name="T14" fmla="*/ 60 w 60"/>
              <a:gd name="T15" fmla="*/ 139 h 170"/>
              <a:gd name="T16" fmla="*/ 59 w 60"/>
              <a:gd name="T17" fmla="*/ 144 h 170"/>
              <a:gd name="T18" fmla="*/ 34 w 60"/>
              <a:gd name="T19" fmla="*/ 168 h 170"/>
              <a:gd name="T20" fmla="*/ 30 w 60"/>
              <a:gd name="T21" fmla="*/ 170 h 170"/>
              <a:gd name="T22" fmla="*/ 26 w 60"/>
              <a:gd name="T23" fmla="*/ 168 h 170"/>
              <a:gd name="T24" fmla="*/ 2 w 60"/>
              <a:gd name="T25" fmla="*/ 144 h 170"/>
              <a:gd name="T26" fmla="*/ 0 w 60"/>
              <a:gd name="T27" fmla="*/ 139 h 170"/>
              <a:gd name="T28" fmla="*/ 2 w 60"/>
              <a:gd name="T29" fmla="*/ 135 h 170"/>
              <a:gd name="T30" fmla="*/ 6 w 60"/>
              <a:gd name="T31" fmla="*/ 133 h 170"/>
              <a:gd name="T32" fmla="*/ 18 w 60"/>
              <a:gd name="T33" fmla="*/ 133 h 170"/>
              <a:gd name="T34" fmla="*/ 18 w 60"/>
              <a:gd name="T35" fmla="*/ 37 h 170"/>
              <a:gd name="T36" fmla="*/ 6 w 60"/>
              <a:gd name="T37" fmla="*/ 37 h 170"/>
              <a:gd name="T38" fmla="*/ 2 w 60"/>
              <a:gd name="T39" fmla="*/ 35 h 170"/>
              <a:gd name="T40" fmla="*/ 0 w 60"/>
              <a:gd name="T41" fmla="*/ 30 h 170"/>
              <a:gd name="T42" fmla="*/ 2 w 60"/>
              <a:gd name="T43" fmla="*/ 26 h 170"/>
              <a:gd name="T44" fmla="*/ 26 w 60"/>
              <a:gd name="T45" fmla="*/ 2 h 170"/>
              <a:gd name="T46" fmla="*/ 30 w 60"/>
              <a:gd name="T47" fmla="*/ 0 h 170"/>
              <a:gd name="T48" fmla="*/ 34 w 60"/>
              <a:gd name="T49" fmla="*/ 2 h 170"/>
              <a:gd name="T50" fmla="*/ 59 w 60"/>
              <a:gd name="T51" fmla="*/ 26 h 170"/>
              <a:gd name="T52" fmla="*/ 60 w 60"/>
              <a:gd name="T53" fmla="*/ 30 h 1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0" h="170">
                <a:moveTo>
                  <a:pt x="60" y="30"/>
                </a:moveTo>
                <a:cubicBezTo>
                  <a:pt x="60" y="32"/>
                  <a:pt x="60" y="34"/>
                  <a:pt x="59" y="35"/>
                </a:cubicBezTo>
                <a:cubicBezTo>
                  <a:pt x="57" y="36"/>
                  <a:pt x="56" y="37"/>
                  <a:pt x="54" y="37"/>
                </a:cubicBezTo>
                <a:cubicBezTo>
                  <a:pt x="42" y="37"/>
                  <a:pt x="42" y="37"/>
                  <a:pt x="42" y="37"/>
                </a:cubicBezTo>
                <a:cubicBezTo>
                  <a:pt x="42" y="133"/>
                  <a:pt x="42" y="133"/>
                  <a:pt x="42" y="133"/>
                </a:cubicBezTo>
                <a:cubicBezTo>
                  <a:pt x="54" y="133"/>
                  <a:pt x="54" y="133"/>
                  <a:pt x="54" y="133"/>
                </a:cubicBezTo>
                <a:cubicBezTo>
                  <a:pt x="56" y="133"/>
                  <a:pt x="57" y="134"/>
                  <a:pt x="59" y="135"/>
                </a:cubicBezTo>
                <a:cubicBezTo>
                  <a:pt x="60" y="136"/>
                  <a:pt x="60" y="138"/>
                  <a:pt x="60" y="139"/>
                </a:cubicBezTo>
                <a:cubicBezTo>
                  <a:pt x="60" y="141"/>
                  <a:pt x="60" y="142"/>
                  <a:pt x="59" y="144"/>
                </a:cubicBezTo>
                <a:cubicBezTo>
                  <a:pt x="34" y="168"/>
                  <a:pt x="34" y="168"/>
                  <a:pt x="34" y="168"/>
                </a:cubicBezTo>
                <a:cubicBezTo>
                  <a:pt x="33" y="169"/>
                  <a:pt x="32" y="170"/>
                  <a:pt x="30" y="170"/>
                </a:cubicBezTo>
                <a:cubicBezTo>
                  <a:pt x="28" y="170"/>
                  <a:pt x="27" y="169"/>
                  <a:pt x="26" y="168"/>
                </a:cubicBezTo>
                <a:cubicBezTo>
                  <a:pt x="2" y="144"/>
                  <a:pt x="2" y="144"/>
                  <a:pt x="2" y="144"/>
                </a:cubicBezTo>
                <a:cubicBezTo>
                  <a:pt x="0" y="142"/>
                  <a:pt x="0" y="141"/>
                  <a:pt x="0" y="139"/>
                </a:cubicBezTo>
                <a:cubicBezTo>
                  <a:pt x="0" y="138"/>
                  <a:pt x="0" y="136"/>
                  <a:pt x="2" y="135"/>
                </a:cubicBezTo>
                <a:cubicBezTo>
                  <a:pt x="3" y="134"/>
                  <a:pt x="4" y="133"/>
                  <a:pt x="6" y="133"/>
                </a:cubicBezTo>
                <a:cubicBezTo>
                  <a:pt x="18" y="133"/>
                  <a:pt x="18" y="133"/>
                  <a:pt x="18" y="133"/>
                </a:cubicBezTo>
                <a:cubicBezTo>
                  <a:pt x="18" y="37"/>
                  <a:pt x="18" y="37"/>
                  <a:pt x="18" y="37"/>
                </a:cubicBezTo>
                <a:cubicBezTo>
                  <a:pt x="6" y="37"/>
                  <a:pt x="6" y="37"/>
                  <a:pt x="6" y="37"/>
                </a:cubicBezTo>
                <a:cubicBezTo>
                  <a:pt x="4" y="37"/>
                  <a:pt x="3" y="36"/>
                  <a:pt x="2" y="35"/>
                </a:cubicBezTo>
                <a:cubicBezTo>
                  <a:pt x="0" y="34"/>
                  <a:pt x="0" y="32"/>
                  <a:pt x="0" y="30"/>
                </a:cubicBezTo>
                <a:cubicBezTo>
                  <a:pt x="0" y="29"/>
                  <a:pt x="0" y="27"/>
                  <a:pt x="2" y="26"/>
                </a:cubicBezTo>
                <a:cubicBezTo>
                  <a:pt x="26" y="2"/>
                  <a:pt x="26" y="2"/>
                  <a:pt x="26" y="2"/>
                </a:cubicBezTo>
                <a:cubicBezTo>
                  <a:pt x="27" y="1"/>
                  <a:pt x="28" y="0"/>
                  <a:pt x="30" y="0"/>
                </a:cubicBezTo>
                <a:cubicBezTo>
                  <a:pt x="32" y="0"/>
                  <a:pt x="33" y="1"/>
                  <a:pt x="34" y="2"/>
                </a:cubicBezTo>
                <a:cubicBezTo>
                  <a:pt x="59" y="26"/>
                  <a:pt x="59" y="26"/>
                  <a:pt x="59" y="26"/>
                </a:cubicBezTo>
                <a:cubicBezTo>
                  <a:pt x="60" y="27"/>
                  <a:pt x="60" y="29"/>
                  <a:pt x="60" y="3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22" name="Freeform 124"/>
          <p:cNvSpPr>
            <a:spLocks/>
          </p:cNvSpPr>
          <p:nvPr/>
        </p:nvSpPr>
        <p:spPr bwMode="auto">
          <a:xfrm>
            <a:off x="1846205" y="2742851"/>
            <a:ext cx="244204" cy="86444"/>
          </a:xfrm>
          <a:custGeom>
            <a:avLst/>
            <a:gdLst>
              <a:gd name="T0" fmla="*/ 169 w 169"/>
              <a:gd name="T1" fmla="*/ 30 h 60"/>
              <a:gd name="T2" fmla="*/ 168 w 169"/>
              <a:gd name="T3" fmla="*/ 34 h 60"/>
              <a:gd name="T4" fmla="*/ 143 w 169"/>
              <a:gd name="T5" fmla="*/ 58 h 60"/>
              <a:gd name="T6" fmla="*/ 139 w 169"/>
              <a:gd name="T7" fmla="*/ 60 h 60"/>
              <a:gd name="T8" fmla="*/ 135 w 169"/>
              <a:gd name="T9" fmla="*/ 58 h 60"/>
              <a:gd name="T10" fmla="*/ 133 w 169"/>
              <a:gd name="T11" fmla="*/ 54 h 60"/>
              <a:gd name="T12" fmla="*/ 133 w 169"/>
              <a:gd name="T13" fmla="*/ 42 h 60"/>
              <a:gd name="T14" fmla="*/ 36 w 169"/>
              <a:gd name="T15" fmla="*/ 42 h 60"/>
              <a:gd name="T16" fmla="*/ 36 w 169"/>
              <a:gd name="T17" fmla="*/ 54 h 60"/>
              <a:gd name="T18" fmla="*/ 34 w 169"/>
              <a:gd name="T19" fmla="*/ 58 h 60"/>
              <a:gd name="T20" fmla="*/ 30 w 169"/>
              <a:gd name="T21" fmla="*/ 60 h 60"/>
              <a:gd name="T22" fmla="*/ 26 w 169"/>
              <a:gd name="T23" fmla="*/ 58 h 60"/>
              <a:gd name="T24" fmla="*/ 2 w 169"/>
              <a:gd name="T25" fmla="*/ 34 h 60"/>
              <a:gd name="T26" fmla="*/ 0 w 169"/>
              <a:gd name="T27" fmla="*/ 30 h 60"/>
              <a:gd name="T28" fmla="*/ 2 w 169"/>
              <a:gd name="T29" fmla="*/ 26 h 60"/>
              <a:gd name="T30" fmla="*/ 26 w 169"/>
              <a:gd name="T31" fmla="*/ 1 h 60"/>
              <a:gd name="T32" fmla="*/ 30 w 169"/>
              <a:gd name="T33" fmla="*/ 0 h 60"/>
              <a:gd name="T34" fmla="*/ 34 w 169"/>
              <a:gd name="T35" fmla="*/ 1 h 60"/>
              <a:gd name="T36" fmla="*/ 36 w 169"/>
              <a:gd name="T37" fmla="*/ 6 h 60"/>
              <a:gd name="T38" fmla="*/ 36 w 169"/>
              <a:gd name="T39" fmla="*/ 18 h 60"/>
              <a:gd name="T40" fmla="*/ 133 w 169"/>
              <a:gd name="T41" fmla="*/ 18 h 60"/>
              <a:gd name="T42" fmla="*/ 133 w 169"/>
              <a:gd name="T43" fmla="*/ 6 h 60"/>
              <a:gd name="T44" fmla="*/ 135 w 169"/>
              <a:gd name="T45" fmla="*/ 1 h 60"/>
              <a:gd name="T46" fmla="*/ 139 w 169"/>
              <a:gd name="T47" fmla="*/ 0 h 60"/>
              <a:gd name="T48" fmla="*/ 143 w 169"/>
              <a:gd name="T49" fmla="*/ 1 h 60"/>
              <a:gd name="T50" fmla="*/ 168 w 169"/>
              <a:gd name="T51" fmla="*/ 26 h 60"/>
              <a:gd name="T52" fmla="*/ 169 w 169"/>
              <a:gd name="T53" fmla="*/ 30 h 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169" h="60">
                <a:moveTo>
                  <a:pt x="169" y="30"/>
                </a:moveTo>
                <a:cubicBezTo>
                  <a:pt x="169" y="32"/>
                  <a:pt x="169" y="33"/>
                  <a:pt x="168" y="34"/>
                </a:cubicBezTo>
                <a:cubicBezTo>
                  <a:pt x="143" y="58"/>
                  <a:pt x="143" y="58"/>
                  <a:pt x="143" y="58"/>
                </a:cubicBezTo>
                <a:cubicBezTo>
                  <a:pt x="142" y="60"/>
                  <a:pt x="141" y="60"/>
                  <a:pt x="139" y="60"/>
                </a:cubicBezTo>
                <a:cubicBezTo>
                  <a:pt x="137" y="60"/>
                  <a:pt x="136" y="60"/>
                  <a:pt x="135" y="58"/>
                </a:cubicBezTo>
                <a:cubicBezTo>
                  <a:pt x="134" y="57"/>
                  <a:pt x="133" y="56"/>
                  <a:pt x="133" y="54"/>
                </a:cubicBezTo>
                <a:cubicBezTo>
                  <a:pt x="133" y="42"/>
                  <a:pt x="133" y="42"/>
                  <a:pt x="133" y="42"/>
                </a:cubicBezTo>
                <a:cubicBezTo>
                  <a:pt x="36" y="42"/>
                  <a:pt x="36" y="42"/>
                  <a:pt x="36" y="42"/>
                </a:cubicBezTo>
                <a:cubicBezTo>
                  <a:pt x="36" y="54"/>
                  <a:pt x="36" y="54"/>
                  <a:pt x="36" y="54"/>
                </a:cubicBezTo>
                <a:cubicBezTo>
                  <a:pt x="36" y="56"/>
                  <a:pt x="36" y="57"/>
                  <a:pt x="34" y="58"/>
                </a:cubicBezTo>
                <a:cubicBezTo>
                  <a:pt x="33" y="60"/>
                  <a:pt x="32" y="60"/>
                  <a:pt x="30" y="60"/>
                </a:cubicBezTo>
                <a:cubicBezTo>
                  <a:pt x="29" y="60"/>
                  <a:pt x="27" y="60"/>
                  <a:pt x="26" y="58"/>
                </a:cubicBezTo>
                <a:cubicBezTo>
                  <a:pt x="2" y="34"/>
                  <a:pt x="2" y="34"/>
                  <a:pt x="2" y="34"/>
                </a:cubicBezTo>
                <a:cubicBezTo>
                  <a:pt x="1" y="33"/>
                  <a:pt x="0" y="32"/>
                  <a:pt x="0" y="30"/>
                </a:cubicBezTo>
                <a:cubicBezTo>
                  <a:pt x="0" y="28"/>
                  <a:pt x="1" y="27"/>
                  <a:pt x="2" y="26"/>
                </a:cubicBezTo>
                <a:cubicBezTo>
                  <a:pt x="26" y="1"/>
                  <a:pt x="26" y="1"/>
                  <a:pt x="26" y="1"/>
                </a:cubicBezTo>
                <a:cubicBezTo>
                  <a:pt x="27" y="0"/>
                  <a:pt x="29" y="0"/>
                  <a:pt x="30" y="0"/>
                </a:cubicBezTo>
                <a:cubicBezTo>
                  <a:pt x="32" y="0"/>
                  <a:pt x="33" y="0"/>
                  <a:pt x="34" y="1"/>
                </a:cubicBezTo>
                <a:cubicBezTo>
                  <a:pt x="36" y="3"/>
                  <a:pt x="36" y="4"/>
                  <a:pt x="36" y="6"/>
                </a:cubicBezTo>
                <a:cubicBezTo>
                  <a:pt x="36" y="18"/>
                  <a:pt x="36" y="18"/>
                  <a:pt x="36" y="18"/>
                </a:cubicBezTo>
                <a:cubicBezTo>
                  <a:pt x="133" y="18"/>
                  <a:pt x="133" y="18"/>
                  <a:pt x="133" y="18"/>
                </a:cubicBezTo>
                <a:cubicBezTo>
                  <a:pt x="133" y="6"/>
                  <a:pt x="133" y="6"/>
                  <a:pt x="133" y="6"/>
                </a:cubicBezTo>
                <a:cubicBezTo>
                  <a:pt x="133" y="4"/>
                  <a:pt x="134" y="3"/>
                  <a:pt x="135" y="1"/>
                </a:cubicBezTo>
                <a:cubicBezTo>
                  <a:pt x="136" y="0"/>
                  <a:pt x="137" y="0"/>
                  <a:pt x="139" y="0"/>
                </a:cubicBezTo>
                <a:cubicBezTo>
                  <a:pt x="141" y="0"/>
                  <a:pt x="142" y="0"/>
                  <a:pt x="143" y="1"/>
                </a:cubicBezTo>
                <a:cubicBezTo>
                  <a:pt x="168" y="26"/>
                  <a:pt x="168" y="26"/>
                  <a:pt x="168" y="26"/>
                </a:cubicBezTo>
                <a:cubicBezTo>
                  <a:pt x="169" y="27"/>
                  <a:pt x="169" y="28"/>
                  <a:pt x="169" y="3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23" name="Freeform 125"/>
          <p:cNvSpPr>
            <a:spLocks noEditPoints="1"/>
          </p:cNvSpPr>
          <p:nvPr/>
        </p:nvSpPr>
        <p:spPr bwMode="auto">
          <a:xfrm>
            <a:off x="2148758" y="2680180"/>
            <a:ext cx="278783" cy="209627"/>
          </a:xfrm>
          <a:custGeom>
            <a:avLst/>
            <a:gdLst>
              <a:gd name="T0" fmla="*/ 129 w 129"/>
              <a:gd name="T1" fmla="*/ 89 h 97"/>
              <a:gd name="T2" fmla="*/ 129 w 129"/>
              <a:gd name="T3" fmla="*/ 97 h 97"/>
              <a:gd name="T4" fmla="*/ 0 w 129"/>
              <a:gd name="T5" fmla="*/ 97 h 97"/>
              <a:gd name="T6" fmla="*/ 0 w 129"/>
              <a:gd name="T7" fmla="*/ 0 h 97"/>
              <a:gd name="T8" fmla="*/ 8 w 129"/>
              <a:gd name="T9" fmla="*/ 0 h 97"/>
              <a:gd name="T10" fmla="*/ 8 w 129"/>
              <a:gd name="T11" fmla="*/ 89 h 97"/>
              <a:gd name="T12" fmla="*/ 129 w 129"/>
              <a:gd name="T13" fmla="*/ 89 h 97"/>
              <a:gd name="T14" fmla="*/ 40 w 129"/>
              <a:gd name="T15" fmla="*/ 49 h 97"/>
              <a:gd name="T16" fmla="*/ 40 w 129"/>
              <a:gd name="T17" fmla="*/ 81 h 97"/>
              <a:gd name="T18" fmla="*/ 24 w 129"/>
              <a:gd name="T19" fmla="*/ 81 h 97"/>
              <a:gd name="T20" fmla="*/ 24 w 129"/>
              <a:gd name="T21" fmla="*/ 49 h 97"/>
              <a:gd name="T22" fmla="*/ 40 w 129"/>
              <a:gd name="T23" fmla="*/ 49 h 97"/>
              <a:gd name="T24" fmla="*/ 65 w 129"/>
              <a:gd name="T25" fmla="*/ 17 h 97"/>
              <a:gd name="T26" fmla="*/ 65 w 129"/>
              <a:gd name="T27" fmla="*/ 81 h 97"/>
              <a:gd name="T28" fmla="*/ 49 w 129"/>
              <a:gd name="T29" fmla="*/ 81 h 97"/>
              <a:gd name="T30" fmla="*/ 49 w 129"/>
              <a:gd name="T31" fmla="*/ 17 h 97"/>
              <a:gd name="T32" fmla="*/ 65 w 129"/>
              <a:gd name="T33" fmla="*/ 17 h 97"/>
              <a:gd name="T34" fmla="*/ 89 w 129"/>
              <a:gd name="T35" fmla="*/ 33 h 97"/>
              <a:gd name="T36" fmla="*/ 89 w 129"/>
              <a:gd name="T37" fmla="*/ 81 h 97"/>
              <a:gd name="T38" fmla="*/ 73 w 129"/>
              <a:gd name="T39" fmla="*/ 81 h 97"/>
              <a:gd name="T40" fmla="*/ 73 w 129"/>
              <a:gd name="T41" fmla="*/ 33 h 97"/>
              <a:gd name="T42" fmla="*/ 89 w 129"/>
              <a:gd name="T43" fmla="*/ 33 h 97"/>
              <a:gd name="T44" fmla="*/ 112 w 129"/>
              <a:gd name="T45" fmla="*/ 8 h 97"/>
              <a:gd name="T46" fmla="*/ 112 w 129"/>
              <a:gd name="T47" fmla="*/ 81 h 97"/>
              <a:gd name="T48" fmla="*/ 97 w 129"/>
              <a:gd name="T49" fmla="*/ 81 h 97"/>
              <a:gd name="T50" fmla="*/ 97 w 129"/>
              <a:gd name="T51" fmla="*/ 8 h 97"/>
              <a:gd name="T52" fmla="*/ 112 w 129"/>
              <a:gd name="T53" fmla="*/ 8 h 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129" h="97">
                <a:moveTo>
                  <a:pt x="129" y="89"/>
                </a:moveTo>
                <a:lnTo>
                  <a:pt x="129" y="97"/>
                </a:lnTo>
                <a:lnTo>
                  <a:pt x="0" y="97"/>
                </a:lnTo>
                <a:lnTo>
                  <a:pt x="0" y="0"/>
                </a:lnTo>
                <a:lnTo>
                  <a:pt x="8" y="0"/>
                </a:lnTo>
                <a:lnTo>
                  <a:pt x="8" y="89"/>
                </a:lnTo>
                <a:lnTo>
                  <a:pt x="129" y="89"/>
                </a:lnTo>
                <a:close/>
                <a:moveTo>
                  <a:pt x="40" y="49"/>
                </a:moveTo>
                <a:lnTo>
                  <a:pt x="40" y="81"/>
                </a:lnTo>
                <a:lnTo>
                  <a:pt x="24" y="81"/>
                </a:lnTo>
                <a:lnTo>
                  <a:pt x="24" y="49"/>
                </a:lnTo>
                <a:lnTo>
                  <a:pt x="40" y="49"/>
                </a:lnTo>
                <a:close/>
                <a:moveTo>
                  <a:pt x="65" y="17"/>
                </a:moveTo>
                <a:lnTo>
                  <a:pt x="65" y="81"/>
                </a:lnTo>
                <a:lnTo>
                  <a:pt x="49" y="81"/>
                </a:lnTo>
                <a:lnTo>
                  <a:pt x="49" y="17"/>
                </a:lnTo>
                <a:lnTo>
                  <a:pt x="65" y="17"/>
                </a:lnTo>
                <a:close/>
                <a:moveTo>
                  <a:pt x="89" y="33"/>
                </a:moveTo>
                <a:lnTo>
                  <a:pt x="89" y="81"/>
                </a:lnTo>
                <a:lnTo>
                  <a:pt x="73" y="81"/>
                </a:lnTo>
                <a:lnTo>
                  <a:pt x="73" y="33"/>
                </a:lnTo>
                <a:lnTo>
                  <a:pt x="89" y="33"/>
                </a:lnTo>
                <a:close/>
                <a:moveTo>
                  <a:pt x="112" y="8"/>
                </a:moveTo>
                <a:lnTo>
                  <a:pt x="112" y="81"/>
                </a:lnTo>
                <a:lnTo>
                  <a:pt x="97" y="81"/>
                </a:lnTo>
                <a:lnTo>
                  <a:pt x="97" y="8"/>
                </a:lnTo>
                <a:lnTo>
                  <a:pt x="112" y="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24" name="Freeform 126"/>
          <p:cNvSpPr>
            <a:spLocks noEditPoints="1"/>
          </p:cNvSpPr>
          <p:nvPr/>
        </p:nvSpPr>
        <p:spPr bwMode="auto">
          <a:xfrm>
            <a:off x="2485889" y="2680180"/>
            <a:ext cx="207464" cy="209627"/>
          </a:xfrm>
          <a:custGeom>
            <a:avLst/>
            <a:gdLst>
              <a:gd name="T0" fmla="*/ 145 w 145"/>
              <a:gd name="T1" fmla="*/ 28 h 146"/>
              <a:gd name="T2" fmla="*/ 145 w 145"/>
              <a:gd name="T3" fmla="*/ 118 h 146"/>
              <a:gd name="T4" fmla="*/ 137 w 145"/>
              <a:gd name="T5" fmla="*/ 138 h 146"/>
              <a:gd name="T6" fmla="*/ 118 w 145"/>
              <a:gd name="T7" fmla="*/ 146 h 146"/>
              <a:gd name="T8" fmla="*/ 27 w 145"/>
              <a:gd name="T9" fmla="*/ 146 h 146"/>
              <a:gd name="T10" fmla="*/ 8 w 145"/>
              <a:gd name="T11" fmla="*/ 138 h 146"/>
              <a:gd name="T12" fmla="*/ 0 w 145"/>
              <a:gd name="T13" fmla="*/ 118 h 146"/>
              <a:gd name="T14" fmla="*/ 0 w 145"/>
              <a:gd name="T15" fmla="*/ 28 h 146"/>
              <a:gd name="T16" fmla="*/ 8 w 145"/>
              <a:gd name="T17" fmla="*/ 8 h 146"/>
              <a:gd name="T18" fmla="*/ 27 w 145"/>
              <a:gd name="T19" fmla="*/ 0 h 146"/>
              <a:gd name="T20" fmla="*/ 118 w 145"/>
              <a:gd name="T21" fmla="*/ 0 h 146"/>
              <a:gd name="T22" fmla="*/ 137 w 145"/>
              <a:gd name="T23" fmla="*/ 8 h 146"/>
              <a:gd name="T24" fmla="*/ 145 w 145"/>
              <a:gd name="T25" fmla="*/ 28 h 146"/>
              <a:gd name="T26" fmla="*/ 121 w 145"/>
              <a:gd name="T27" fmla="*/ 46 h 146"/>
              <a:gd name="T28" fmla="*/ 110 w 145"/>
              <a:gd name="T29" fmla="*/ 49 h 146"/>
              <a:gd name="T30" fmla="*/ 118 w 145"/>
              <a:gd name="T31" fmla="*/ 38 h 146"/>
              <a:gd name="T32" fmla="*/ 106 w 145"/>
              <a:gd name="T33" fmla="*/ 43 h 146"/>
              <a:gd name="T34" fmla="*/ 91 w 145"/>
              <a:gd name="T35" fmla="*/ 37 h 146"/>
              <a:gd name="T36" fmla="*/ 77 w 145"/>
              <a:gd name="T37" fmla="*/ 42 h 146"/>
              <a:gd name="T38" fmla="*/ 71 w 145"/>
              <a:gd name="T39" fmla="*/ 56 h 146"/>
              <a:gd name="T40" fmla="*/ 72 w 145"/>
              <a:gd name="T41" fmla="*/ 61 h 146"/>
              <a:gd name="T42" fmla="*/ 49 w 145"/>
              <a:gd name="T43" fmla="*/ 55 h 146"/>
              <a:gd name="T44" fmla="*/ 31 w 145"/>
              <a:gd name="T45" fmla="*/ 40 h 146"/>
              <a:gd name="T46" fmla="*/ 28 w 145"/>
              <a:gd name="T47" fmla="*/ 50 h 146"/>
              <a:gd name="T48" fmla="*/ 37 w 145"/>
              <a:gd name="T49" fmla="*/ 67 h 146"/>
              <a:gd name="T50" fmla="*/ 27 w 145"/>
              <a:gd name="T51" fmla="*/ 64 h 146"/>
              <a:gd name="T52" fmla="*/ 27 w 145"/>
              <a:gd name="T53" fmla="*/ 65 h 146"/>
              <a:gd name="T54" fmla="*/ 32 w 145"/>
              <a:gd name="T55" fmla="*/ 77 h 146"/>
              <a:gd name="T56" fmla="*/ 44 w 145"/>
              <a:gd name="T57" fmla="*/ 84 h 146"/>
              <a:gd name="T58" fmla="*/ 39 w 145"/>
              <a:gd name="T59" fmla="*/ 85 h 146"/>
              <a:gd name="T60" fmla="*/ 35 w 145"/>
              <a:gd name="T61" fmla="*/ 84 h 146"/>
              <a:gd name="T62" fmla="*/ 42 w 145"/>
              <a:gd name="T63" fmla="*/ 94 h 146"/>
              <a:gd name="T64" fmla="*/ 54 w 145"/>
              <a:gd name="T65" fmla="*/ 98 h 146"/>
              <a:gd name="T66" fmla="*/ 29 w 145"/>
              <a:gd name="T67" fmla="*/ 107 h 146"/>
              <a:gd name="T68" fmla="*/ 24 w 145"/>
              <a:gd name="T69" fmla="*/ 106 h 146"/>
              <a:gd name="T70" fmla="*/ 55 w 145"/>
              <a:gd name="T71" fmla="*/ 115 h 146"/>
              <a:gd name="T72" fmla="*/ 75 w 145"/>
              <a:gd name="T73" fmla="*/ 112 h 146"/>
              <a:gd name="T74" fmla="*/ 90 w 145"/>
              <a:gd name="T75" fmla="*/ 103 h 146"/>
              <a:gd name="T76" fmla="*/ 102 w 145"/>
              <a:gd name="T77" fmla="*/ 90 h 146"/>
              <a:gd name="T78" fmla="*/ 109 w 145"/>
              <a:gd name="T79" fmla="*/ 75 h 146"/>
              <a:gd name="T80" fmla="*/ 111 w 145"/>
              <a:gd name="T81" fmla="*/ 59 h 146"/>
              <a:gd name="T82" fmla="*/ 111 w 145"/>
              <a:gd name="T83" fmla="*/ 56 h 146"/>
              <a:gd name="T84" fmla="*/ 121 w 145"/>
              <a:gd name="T85" fmla="*/ 46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45" h="146">
                <a:moveTo>
                  <a:pt x="145" y="28"/>
                </a:moveTo>
                <a:cubicBezTo>
                  <a:pt x="145" y="118"/>
                  <a:pt x="145" y="118"/>
                  <a:pt x="145" y="118"/>
                </a:cubicBezTo>
                <a:cubicBezTo>
                  <a:pt x="145" y="126"/>
                  <a:pt x="143" y="132"/>
                  <a:pt x="137" y="138"/>
                </a:cubicBezTo>
                <a:cubicBezTo>
                  <a:pt x="132" y="143"/>
                  <a:pt x="126" y="146"/>
                  <a:pt x="118" y="146"/>
                </a:cubicBezTo>
                <a:cubicBezTo>
                  <a:pt x="27" y="146"/>
                  <a:pt x="27" y="146"/>
                  <a:pt x="27" y="146"/>
                </a:cubicBezTo>
                <a:cubicBezTo>
                  <a:pt x="20" y="146"/>
                  <a:pt x="13" y="143"/>
                  <a:pt x="8" y="138"/>
                </a:cubicBezTo>
                <a:cubicBezTo>
                  <a:pt x="3" y="132"/>
                  <a:pt x="0" y="126"/>
                  <a:pt x="0" y="118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0"/>
                  <a:pt x="3" y="14"/>
                  <a:pt x="8" y="8"/>
                </a:cubicBezTo>
                <a:cubicBezTo>
                  <a:pt x="13" y="3"/>
                  <a:pt x="20" y="0"/>
                  <a:pt x="27" y="0"/>
                </a:cubicBezTo>
                <a:cubicBezTo>
                  <a:pt x="118" y="0"/>
                  <a:pt x="118" y="0"/>
                  <a:pt x="118" y="0"/>
                </a:cubicBezTo>
                <a:cubicBezTo>
                  <a:pt x="126" y="0"/>
                  <a:pt x="132" y="3"/>
                  <a:pt x="137" y="8"/>
                </a:cubicBezTo>
                <a:cubicBezTo>
                  <a:pt x="143" y="14"/>
                  <a:pt x="145" y="20"/>
                  <a:pt x="145" y="28"/>
                </a:cubicBezTo>
                <a:close/>
                <a:moveTo>
                  <a:pt x="121" y="46"/>
                </a:moveTo>
                <a:cubicBezTo>
                  <a:pt x="118" y="47"/>
                  <a:pt x="114" y="49"/>
                  <a:pt x="110" y="49"/>
                </a:cubicBezTo>
                <a:cubicBezTo>
                  <a:pt x="114" y="47"/>
                  <a:pt x="117" y="43"/>
                  <a:pt x="118" y="38"/>
                </a:cubicBezTo>
                <a:cubicBezTo>
                  <a:pt x="114" y="40"/>
                  <a:pt x="110" y="42"/>
                  <a:pt x="106" y="43"/>
                </a:cubicBezTo>
                <a:cubicBezTo>
                  <a:pt x="102" y="39"/>
                  <a:pt x="97" y="37"/>
                  <a:pt x="91" y="37"/>
                </a:cubicBezTo>
                <a:cubicBezTo>
                  <a:pt x="86" y="37"/>
                  <a:pt x="81" y="39"/>
                  <a:pt x="77" y="42"/>
                </a:cubicBezTo>
                <a:cubicBezTo>
                  <a:pt x="73" y="46"/>
                  <a:pt x="71" y="51"/>
                  <a:pt x="71" y="56"/>
                </a:cubicBezTo>
                <a:cubicBezTo>
                  <a:pt x="71" y="58"/>
                  <a:pt x="72" y="60"/>
                  <a:pt x="72" y="61"/>
                </a:cubicBezTo>
                <a:cubicBezTo>
                  <a:pt x="64" y="61"/>
                  <a:pt x="56" y="59"/>
                  <a:pt x="49" y="55"/>
                </a:cubicBezTo>
                <a:cubicBezTo>
                  <a:pt x="42" y="51"/>
                  <a:pt x="36" y="46"/>
                  <a:pt x="31" y="40"/>
                </a:cubicBezTo>
                <a:cubicBezTo>
                  <a:pt x="29" y="43"/>
                  <a:pt x="28" y="47"/>
                  <a:pt x="28" y="50"/>
                </a:cubicBezTo>
                <a:cubicBezTo>
                  <a:pt x="28" y="57"/>
                  <a:pt x="31" y="63"/>
                  <a:pt x="37" y="67"/>
                </a:cubicBezTo>
                <a:cubicBezTo>
                  <a:pt x="34" y="67"/>
                  <a:pt x="31" y="66"/>
                  <a:pt x="27" y="64"/>
                </a:cubicBezTo>
                <a:cubicBezTo>
                  <a:pt x="27" y="65"/>
                  <a:pt x="27" y="65"/>
                  <a:pt x="27" y="65"/>
                </a:cubicBezTo>
                <a:cubicBezTo>
                  <a:pt x="27" y="69"/>
                  <a:pt x="29" y="73"/>
                  <a:pt x="32" y="77"/>
                </a:cubicBezTo>
                <a:cubicBezTo>
                  <a:pt x="35" y="81"/>
                  <a:pt x="39" y="83"/>
                  <a:pt x="44" y="84"/>
                </a:cubicBezTo>
                <a:cubicBezTo>
                  <a:pt x="42" y="85"/>
                  <a:pt x="40" y="85"/>
                  <a:pt x="39" y="85"/>
                </a:cubicBezTo>
                <a:cubicBezTo>
                  <a:pt x="38" y="85"/>
                  <a:pt x="37" y="85"/>
                  <a:pt x="35" y="84"/>
                </a:cubicBezTo>
                <a:cubicBezTo>
                  <a:pt x="36" y="88"/>
                  <a:pt x="39" y="92"/>
                  <a:pt x="42" y="94"/>
                </a:cubicBezTo>
                <a:cubicBezTo>
                  <a:pt x="46" y="97"/>
                  <a:pt x="49" y="98"/>
                  <a:pt x="54" y="98"/>
                </a:cubicBezTo>
                <a:cubicBezTo>
                  <a:pt x="46" y="104"/>
                  <a:pt x="38" y="107"/>
                  <a:pt x="29" y="107"/>
                </a:cubicBezTo>
                <a:cubicBezTo>
                  <a:pt x="27" y="107"/>
                  <a:pt x="26" y="107"/>
                  <a:pt x="24" y="106"/>
                </a:cubicBezTo>
                <a:cubicBezTo>
                  <a:pt x="34" y="112"/>
                  <a:pt x="44" y="115"/>
                  <a:pt x="55" y="115"/>
                </a:cubicBezTo>
                <a:cubicBezTo>
                  <a:pt x="62" y="115"/>
                  <a:pt x="68" y="114"/>
                  <a:pt x="75" y="112"/>
                </a:cubicBezTo>
                <a:cubicBezTo>
                  <a:pt x="81" y="110"/>
                  <a:pt x="86" y="107"/>
                  <a:pt x="90" y="103"/>
                </a:cubicBezTo>
                <a:cubicBezTo>
                  <a:pt x="95" y="99"/>
                  <a:pt x="99" y="95"/>
                  <a:pt x="102" y="90"/>
                </a:cubicBezTo>
                <a:cubicBezTo>
                  <a:pt x="105" y="85"/>
                  <a:pt x="107" y="80"/>
                  <a:pt x="109" y="75"/>
                </a:cubicBezTo>
                <a:cubicBezTo>
                  <a:pt x="111" y="69"/>
                  <a:pt x="111" y="64"/>
                  <a:pt x="111" y="59"/>
                </a:cubicBezTo>
                <a:cubicBezTo>
                  <a:pt x="111" y="58"/>
                  <a:pt x="111" y="57"/>
                  <a:pt x="111" y="56"/>
                </a:cubicBezTo>
                <a:cubicBezTo>
                  <a:pt x="115" y="53"/>
                  <a:pt x="118" y="50"/>
                  <a:pt x="121" y="4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25" name="Freeform 127"/>
          <p:cNvSpPr>
            <a:spLocks/>
          </p:cNvSpPr>
          <p:nvPr/>
        </p:nvSpPr>
        <p:spPr bwMode="auto">
          <a:xfrm>
            <a:off x="2753865" y="2680180"/>
            <a:ext cx="207464" cy="209627"/>
          </a:xfrm>
          <a:custGeom>
            <a:avLst/>
            <a:gdLst>
              <a:gd name="T0" fmla="*/ 145 w 145"/>
              <a:gd name="T1" fmla="*/ 118 h 146"/>
              <a:gd name="T2" fmla="*/ 137 w 145"/>
              <a:gd name="T3" fmla="*/ 138 h 146"/>
              <a:gd name="T4" fmla="*/ 118 w 145"/>
              <a:gd name="T5" fmla="*/ 146 h 146"/>
              <a:gd name="T6" fmla="*/ 100 w 145"/>
              <a:gd name="T7" fmla="*/ 146 h 146"/>
              <a:gd name="T8" fmla="*/ 100 w 145"/>
              <a:gd name="T9" fmla="*/ 88 h 146"/>
              <a:gd name="T10" fmla="*/ 119 w 145"/>
              <a:gd name="T11" fmla="*/ 88 h 146"/>
              <a:gd name="T12" fmla="*/ 122 w 145"/>
              <a:gd name="T13" fmla="*/ 67 h 146"/>
              <a:gd name="T14" fmla="*/ 100 w 145"/>
              <a:gd name="T15" fmla="*/ 67 h 146"/>
              <a:gd name="T16" fmla="*/ 100 w 145"/>
              <a:gd name="T17" fmla="*/ 53 h 146"/>
              <a:gd name="T18" fmla="*/ 102 w 145"/>
              <a:gd name="T19" fmla="*/ 46 h 146"/>
              <a:gd name="T20" fmla="*/ 111 w 145"/>
              <a:gd name="T21" fmla="*/ 43 h 146"/>
              <a:gd name="T22" fmla="*/ 124 w 145"/>
              <a:gd name="T23" fmla="*/ 43 h 146"/>
              <a:gd name="T24" fmla="*/ 124 w 145"/>
              <a:gd name="T25" fmla="*/ 23 h 146"/>
              <a:gd name="T26" fmla="*/ 107 w 145"/>
              <a:gd name="T27" fmla="*/ 22 h 146"/>
              <a:gd name="T28" fmla="*/ 86 w 145"/>
              <a:gd name="T29" fmla="*/ 30 h 146"/>
              <a:gd name="T30" fmla="*/ 79 w 145"/>
              <a:gd name="T31" fmla="*/ 51 h 146"/>
              <a:gd name="T32" fmla="*/ 79 w 145"/>
              <a:gd name="T33" fmla="*/ 67 h 146"/>
              <a:gd name="T34" fmla="*/ 57 w 145"/>
              <a:gd name="T35" fmla="*/ 67 h 146"/>
              <a:gd name="T36" fmla="*/ 57 w 145"/>
              <a:gd name="T37" fmla="*/ 88 h 146"/>
              <a:gd name="T38" fmla="*/ 79 w 145"/>
              <a:gd name="T39" fmla="*/ 88 h 146"/>
              <a:gd name="T40" fmla="*/ 79 w 145"/>
              <a:gd name="T41" fmla="*/ 146 h 146"/>
              <a:gd name="T42" fmla="*/ 27 w 145"/>
              <a:gd name="T43" fmla="*/ 146 h 146"/>
              <a:gd name="T44" fmla="*/ 8 w 145"/>
              <a:gd name="T45" fmla="*/ 138 h 146"/>
              <a:gd name="T46" fmla="*/ 0 w 145"/>
              <a:gd name="T47" fmla="*/ 118 h 146"/>
              <a:gd name="T48" fmla="*/ 0 w 145"/>
              <a:gd name="T49" fmla="*/ 28 h 146"/>
              <a:gd name="T50" fmla="*/ 8 w 145"/>
              <a:gd name="T51" fmla="*/ 8 h 146"/>
              <a:gd name="T52" fmla="*/ 27 w 145"/>
              <a:gd name="T53" fmla="*/ 0 h 146"/>
              <a:gd name="T54" fmla="*/ 118 w 145"/>
              <a:gd name="T55" fmla="*/ 0 h 146"/>
              <a:gd name="T56" fmla="*/ 137 w 145"/>
              <a:gd name="T57" fmla="*/ 8 h 146"/>
              <a:gd name="T58" fmla="*/ 145 w 145"/>
              <a:gd name="T59" fmla="*/ 28 h 146"/>
              <a:gd name="T60" fmla="*/ 145 w 145"/>
              <a:gd name="T61" fmla="*/ 118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45" h="146">
                <a:moveTo>
                  <a:pt x="145" y="118"/>
                </a:moveTo>
                <a:cubicBezTo>
                  <a:pt x="145" y="126"/>
                  <a:pt x="142" y="132"/>
                  <a:pt x="137" y="138"/>
                </a:cubicBezTo>
                <a:cubicBezTo>
                  <a:pt x="132" y="143"/>
                  <a:pt x="125" y="146"/>
                  <a:pt x="118" y="146"/>
                </a:cubicBezTo>
                <a:cubicBezTo>
                  <a:pt x="100" y="146"/>
                  <a:pt x="100" y="146"/>
                  <a:pt x="100" y="146"/>
                </a:cubicBezTo>
                <a:cubicBezTo>
                  <a:pt x="100" y="88"/>
                  <a:pt x="100" y="88"/>
                  <a:pt x="100" y="88"/>
                </a:cubicBezTo>
                <a:cubicBezTo>
                  <a:pt x="119" y="88"/>
                  <a:pt x="119" y="88"/>
                  <a:pt x="119" y="88"/>
                </a:cubicBezTo>
                <a:cubicBezTo>
                  <a:pt x="122" y="67"/>
                  <a:pt x="122" y="67"/>
                  <a:pt x="122" y="67"/>
                </a:cubicBezTo>
                <a:cubicBezTo>
                  <a:pt x="100" y="67"/>
                  <a:pt x="100" y="67"/>
                  <a:pt x="100" y="67"/>
                </a:cubicBezTo>
                <a:cubicBezTo>
                  <a:pt x="100" y="53"/>
                  <a:pt x="100" y="53"/>
                  <a:pt x="100" y="53"/>
                </a:cubicBezTo>
                <a:cubicBezTo>
                  <a:pt x="100" y="50"/>
                  <a:pt x="101" y="47"/>
                  <a:pt x="102" y="46"/>
                </a:cubicBezTo>
                <a:cubicBezTo>
                  <a:pt x="104" y="44"/>
                  <a:pt x="107" y="43"/>
                  <a:pt x="111" y="43"/>
                </a:cubicBezTo>
                <a:cubicBezTo>
                  <a:pt x="124" y="43"/>
                  <a:pt x="124" y="43"/>
                  <a:pt x="124" y="43"/>
                </a:cubicBezTo>
                <a:cubicBezTo>
                  <a:pt x="124" y="23"/>
                  <a:pt x="124" y="23"/>
                  <a:pt x="124" y="23"/>
                </a:cubicBezTo>
                <a:cubicBezTo>
                  <a:pt x="118" y="23"/>
                  <a:pt x="112" y="22"/>
                  <a:pt x="107" y="22"/>
                </a:cubicBezTo>
                <a:cubicBezTo>
                  <a:pt x="98" y="22"/>
                  <a:pt x="91" y="25"/>
                  <a:pt x="86" y="30"/>
                </a:cubicBezTo>
                <a:cubicBezTo>
                  <a:pt x="81" y="35"/>
                  <a:pt x="79" y="42"/>
                  <a:pt x="79" y="51"/>
                </a:cubicBezTo>
                <a:cubicBezTo>
                  <a:pt x="79" y="67"/>
                  <a:pt x="79" y="67"/>
                  <a:pt x="79" y="67"/>
                </a:cubicBezTo>
                <a:cubicBezTo>
                  <a:pt x="57" y="67"/>
                  <a:pt x="57" y="67"/>
                  <a:pt x="57" y="67"/>
                </a:cubicBezTo>
                <a:cubicBezTo>
                  <a:pt x="57" y="88"/>
                  <a:pt x="57" y="88"/>
                  <a:pt x="57" y="88"/>
                </a:cubicBezTo>
                <a:cubicBezTo>
                  <a:pt x="79" y="88"/>
                  <a:pt x="79" y="88"/>
                  <a:pt x="79" y="88"/>
                </a:cubicBezTo>
                <a:cubicBezTo>
                  <a:pt x="79" y="146"/>
                  <a:pt x="79" y="146"/>
                  <a:pt x="79" y="146"/>
                </a:cubicBezTo>
                <a:cubicBezTo>
                  <a:pt x="27" y="146"/>
                  <a:pt x="27" y="146"/>
                  <a:pt x="27" y="146"/>
                </a:cubicBezTo>
                <a:cubicBezTo>
                  <a:pt x="20" y="146"/>
                  <a:pt x="13" y="143"/>
                  <a:pt x="8" y="138"/>
                </a:cubicBezTo>
                <a:cubicBezTo>
                  <a:pt x="3" y="132"/>
                  <a:pt x="0" y="126"/>
                  <a:pt x="0" y="118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0"/>
                  <a:pt x="3" y="14"/>
                  <a:pt x="8" y="8"/>
                </a:cubicBezTo>
                <a:cubicBezTo>
                  <a:pt x="13" y="3"/>
                  <a:pt x="20" y="0"/>
                  <a:pt x="27" y="0"/>
                </a:cubicBezTo>
                <a:cubicBezTo>
                  <a:pt x="118" y="0"/>
                  <a:pt x="118" y="0"/>
                  <a:pt x="118" y="0"/>
                </a:cubicBezTo>
                <a:cubicBezTo>
                  <a:pt x="125" y="0"/>
                  <a:pt x="132" y="3"/>
                  <a:pt x="137" y="8"/>
                </a:cubicBezTo>
                <a:cubicBezTo>
                  <a:pt x="142" y="14"/>
                  <a:pt x="145" y="20"/>
                  <a:pt x="145" y="28"/>
                </a:cubicBezTo>
                <a:lnTo>
                  <a:pt x="145" y="11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26" name="Freeform 128"/>
          <p:cNvSpPr>
            <a:spLocks noEditPoints="1"/>
          </p:cNvSpPr>
          <p:nvPr/>
        </p:nvSpPr>
        <p:spPr bwMode="auto">
          <a:xfrm>
            <a:off x="3021841" y="2680180"/>
            <a:ext cx="242043" cy="209627"/>
          </a:xfrm>
          <a:custGeom>
            <a:avLst/>
            <a:gdLst>
              <a:gd name="T0" fmla="*/ 169 w 169"/>
              <a:gd name="T1" fmla="*/ 12 h 146"/>
              <a:gd name="T2" fmla="*/ 169 w 169"/>
              <a:gd name="T3" fmla="*/ 133 h 146"/>
              <a:gd name="T4" fmla="*/ 166 w 169"/>
              <a:gd name="T5" fmla="*/ 142 h 146"/>
              <a:gd name="T6" fmla="*/ 157 w 169"/>
              <a:gd name="T7" fmla="*/ 146 h 146"/>
              <a:gd name="T8" fmla="*/ 12 w 169"/>
              <a:gd name="T9" fmla="*/ 146 h 146"/>
              <a:gd name="T10" fmla="*/ 3 w 169"/>
              <a:gd name="T11" fmla="*/ 142 h 146"/>
              <a:gd name="T12" fmla="*/ 0 w 169"/>
              <a:gd name="T13" fmla="*/ 133 h 146"/>
              <a:gd name="T14" fmla="*/ 0 w 169"/>
              <a:gd name="T15" fmla="*/ 12 h 146"/>
              <a:gd name="T16" fmla="*/ 3 w 169"/>
              <a:gd name="T17" fmla="*/ 4 h 146"/>
              <a:gd name="T18" fmla="*/ 12 w 169"/>
              <a:gd name="T19" fmla="*/ 0 h 146"/>
              <a:gd name="T20" fmla="*/ 157 w 169"/>
              <a:gd name="T21" fmla="*/ 0 h 146"/>
              <a:gd name="T22" fmla="*/ 166 w 169"/>
              <a:gd name="T23" fmla="*/ 4 h 146"/>
              <a:gd name="T24" fmla="*/ 169 w 169"/>
              <a:gd name="T25" fmla="*/ 12 h 146"/>
              <a:gd name="T26" fmla="*/ 12 w 169"/>
              <a:gd name="T27" fmla="*/ 37 h 146"/>
              <a:gd name="T28" fmla="*/ 157 w 169"/>
              <a:gd name="T29" fmla="*/ 37 h 146"/>
              <a:gd name="T30" fmla="*/ 157 w 169"/>
              <a:gd name="T31" fmla="*/ 25 h 146"/>
              <a:gd name="T32" fmla="*/ 157 w 169"/>
              <a:gd name="T33" fmla="*/ 12 h 146"/>
              <a:gd name="T34" fmla="*/ 79 w 169"/>
              <a:gd name="T35" fmla="*/ 12 h 146"/>
              <a:gd name="T36" fmla="*/ 73 w 169"/>
              <a:gd name="T37" fmla="*/ 25 h 146"/>
              <a:gd name="T38" fmla="*/ 12 w 169"/>
              <a:gd name="T39" fmla="*/ 25 h 146"/>
              <a:gd name="T40" fmla="*/ 12 w 169"/>
              <a:gd name="T41" fmla="*/ 37 h 146"/>
              <a:gd name="T42" fmla="*/ 12 w 169"/>
              <a:gd name="T43" fmla="*/ 133 h 146"/>
              <a:gd name="T44" fmla="*/ 157 w 169"/>
              <a:gd name="T45" fmla="*/ 133 h 146"/>
              <a:gd name="T46" fmla="*/ 157 w 169"/>
              <a:gd name="T47" fmla="*/ 121 h 146"/>
              <a:gd name="T48" fmla="*/ 12 w 169"/>
              <a:gd name="T49" fmla="*/ 121 h 146"/>
              <a:gd name="T50" fmla="*/ 12 w 169"/>
              <a:gd name="T51" fmla="*/ 133 h 146"/>
              <a:gd name="T52" fmla="*/ 24 w 169"/>
              <a:gd name="T53" fmla="*/ 18 h 146"/>
              <a:gd name="T54" fmla="*/ 60 w 169"/>
              <a:gd name="T55" fmla="*/ 18 h 146"/>
              <a:gd name="T56" fmla="*/ 60 w 169"/>
              <a:gd name="T57" fmla="*/ 6 h 146"/>
              <a:gd name="T58" fmla="*/ 24 w 169"/>
              <a:gd name="T59" fmla="*/ 6 h 146"/>
              <a:gd name="T60" fmla="*/ 24 w 169"/>
              <a:gd name="T61" fmla="*/ 18 h 146"/>
              <a:gd name="T62" fmla="*/ 110 w 169"/>
              <a:gd name="T63" fmla="*/ 105 h 146"/>
              <a:gd name="T64" fmla="*/ 121 w 169"/>
              <a:gd name="T65" fmla="*/ 79 h 146"/>
              <a:gd name="T66" fmla="*/ 110 w 169"/>
              <a:gd name="T67" fmla="*/ 54 h 146"/>
              <a:gd name="T68" fmla="*/ 84 w 169"/>
              <a:gd name="T69" fmla="*/ 43 h 146"/>
              <a:gd name="T70" fmla="*/ 59 w 169"/>
              <a:gd name="T71" fmla="*/ 54 h 146"/>
              <a:gd name="T72" fmla="*/ 48 w 169"/>
              <a:gd name="T73" fmla="*/ 79 h 146"/>
              <a:gd name="T74" fmla="*/ 59 w 169"/>
              <a:gd name="T75" fmla="*/ 105 h 146"/>
              <a:gd name="T76" fmla="*/ 84 w 169"/>
              <a:gd name="T77" fmla="*/ 115 h 146"/>
              <a:gd name="T78" fmla="*/ 110 w 169"/>
              <a:gd name="T79" fmla="*/ 105 h 146"/>
              <a:gd name="T80" fmla="*/ 101 w 169"/>
              <a:gd name="T81" fmla="*/ 62 h 146"/>
              <a:gd name="T82" fmla="*/ 109 w 169"/>
              <a:gd name="T83" fmla="*/ 79 h 146"/>
              <a:gd name="T84" fmla="*/ 101 w 169"/>
              <a:gd name="T85" fmla="*/ 96 h 146"/>
              <a:gd name="T86" fmla="*/ 84 w 169"/>
              <a:gd name="T87" fmla="*/ 103 h 146"/>
              <a:gd name="T88" fmla="*/ 67 w 169"/>
              <a:gd name="T89" fmla="*/ 96 h 146"/>
              <a:gd name="T90" fmla="*/ 60 w 169"/>
              <a:gd name="T91" fmla="*/ 79 h 146"/>
              <a:gd name="T92" fmla="*/ 67 w 169"/>
              <a:gd name="T93" fmla="*/ 62 h 146"/>
              <a:gd name="T94" fmla="*/ 84 w 169"/>
              <a:gd name="T95" fmla="*/ 55 h 146"/>
              <a:gd name="T96" fmla="*/ 101 w 169"/>
              <a:gd name="T97" fmla="*/ 62 h 146"/>
              <a:gd name="T98" fmla="*/ 87 w 169"/>
              <a:gd name="T99" fmla="*/ 69 h 146"/>
              <a:gd name="T100" fmla="*/ 87 w 169"/>
              <a:gd name="T101" fmla="*/ 67 h 146"/>
              <a:gd name="T102" fmla="*/ 87 w 169"/>
              <a:gd name="T103" fmla="*/ 65 h 146"/>
              <a:gd name="T104" fmla="*/ 84 w 169"/>
              <a:gd name="T105" fmla="*/ 64 h 146"/>
              <a:gd name="T106" fmla="*/ 74 w 169"/>
              <a:gd name="T107" fmla="*/ 68 h 146"/>
              <a:gd name="T108" fmla="*/ 69 w 169"/>
              <a:gd name="T109" fmla="*/ 79 h 146"/>
              <a:gd name="T110" fmla="*/ 70 w 169"/>
              <a:gd name="T111" fmla="*/ 81 h 146"/>
              <a:gd name="T112" fmla="*/ 72 w 169"/>
              <a:gd name="T113" fmla="*/ 82 h 146"/>
              <a:gd name="T114" fmla="*/ 74 w 169"/>
              <a:gd name="T115" fmla="*/ 81 h 146"/>
              <a:gd name="T116" fmla="*/ 75 w 169"/>
              <a:gd name="T117" fmla="*/ 79 h 146"/>
              <a:gd name="T118" fmla="*/ 78 w 169"/>
              <a:gd name="T119" fmla="*/ 73 h 146"/>
              <a:gd name="T120" fmla="*/ 84 w 169"/>
              <a:gd name="T121" fmla="*/ 70 h 146"/>
              <a:gd name="T122" fmla="*/ 87 w 169"/>
              <a:gd name="T123" fmla="*/ 69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69" h="146">
                <a:moveTo>
                  <a:pt x="169" y="12"/>
                </a:moveTo>
                <a:cubicBezTo>
                  <a:pt x="169" y="133"/>
                  <a:pt x="169" y="133"/>
                  <a:pt x="169" y="133"/>
                </a:cubicBezTo>
                <a:cubicBezTo>
                  <a:pt x="169" y="137"/>
                  <a:pt x="168" y="140"/>
                  <a:pt x="166" y="142"/>
                </a:cubicBezTo>
                <a:cubicBezTo>
                  <a:pt x="163" y="144"/>
                  <a:pt x="160" y="146"/>
                  <a:pt x="157" y="146"/>
                </a:cubicBezTo>
                <a:cubicBezTo>
                  <a:pt x="12" y="146"/>
                  <a:pt x="12" y="146"/>
                  <a:pt x="12" y="146"/>
                </a:cubicBezTo>
                <a:cubicBezTo>
                  <a:pt x="8" y="146"/>
                  <a:pt x="6" y="144"/>
                  <a:pt x="3" y="142"/>
                </a:cubicBezTo>
                <a:cubicBezTo>
                  <a:pt x="1" y="140"/>
                  <a:pt x="0" y="137"/>
                  <a:pt x="0" y="133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9"/>
                  <a:pt x="1" y="6"/>
                  <a:pt x="3" y="4"/>
                </a:cubicBezTo>
                <a:cubicBezTo>
                  <a:pt x="6" y="2"/>
                  <a:pt x="8" y="0"/>
                  <a:pt x="12" y="0"/>
                </a:cubicBezTo>
                <a:cubicBezTo>
                  <a:pt x="157" y="0"/>
                  <a:pt x="157" y="0"/>
                  <a:pt x="157" y="0"/>
                </a:cubicBezTo>
                <a:cubicBezTo>
                  <a:pt x="160" y="0"/>
                  <a:pt x="163" y="2"/>
                  <a:pt x="166" y="4"/>
                </a:cubicBezTo>
                <a:cubicBezTo>
                  <a:pt x="168" y="6"/>
                  <a:pt x="169" y="9"/>
                  <a:pt x="169" y="12"/>
                </a:cubicBezTo>
                <a:close/>
                <a:moveTo>
                  <a:pt x="12" y="37"/>
                </a:moveTo>
                <a:cubicBezTo>
                  <a:pt x="157" y="37"/>
                  <a:pt x="157" y="37"/>
                  <a:pt x="157" y="37"/>
                </a:cubicBezTo>
                <a:cubicBezTo>
                  <a:pt x="157" y="25"/>
                  <a:pt x="157" y="25"/>
                  <a:pt x="157" y="25"/>
                </a:cubicBezTo>
                <a:cubicBezTo>
                  <a:pt x="157" y="12"/>
                  <a:pt x="157" y="12"/>
                  <a:pt x="157" y="12"/>
                </a:cubicBezTo>
                <a:cubicBezTo>
                  <a:pt x="79" y="12"/>
                  <a:pt x="79" y="12"/>
                  <a:pt x="79" y="12"/>
                </a:cubicBezTo>
                <a:cubicBezTo>
                  <a:pt x="73" y="25"/>
                  <a:pt x="73" y="25"/>
                  <a:pt x="73" y="25"/>
                </a:cubicBezTo>
                <a:cubicBezTo>
                  <a:pt x="12" y="25"/>
                  <a:pt x="12" y="25"/>
                  <a:pt x="12" y="25"/>
                </a:cubicBezTo>
                <a:lnTo>
                  <a:pt x="12" y="37"/>
                </a:lnTo>
                <a:close/>
                <a:moveTo>
                  <a:pt x="12" y="133"/>
                </a:moveTo>
                <a:cubicBezTo>
                  <a:pt x="157" y="133"/>
                  <a:pt x="157" y="133"/>
                  <a:pt x="157" y="133"/>
                </a:cubicBezTo>
                <a:cubicBezTo>
                  <a:pt x="157" y="121"/>
                  <a:pt x="157" y="121"/>
                  <a:pt x="157" y="121"/>
                </a:cubicBezTo>
                <a:cubicBezTo>
                  <a:pt x="12" y="121"/>
                  <a:pt x="12" y="121"/>
                  <a:pt x="12" y="121"/>
                </a:cubicBezTo>
                <a:lnTo>
                  <a:pt x="12" y="133"/>
                </a:lnTo>
                <a:close/>
                <a:moveTo>
                  <a:pt x="24" y="18"/>
                </a:moveTo>
                <a:cubicBezTo>
                  <a:pt x="60" y="18"/>
                  <a:pt x="60" y="18"/>
                  <a:pt x="60" y="18"/>
                </a:cubicBezTo>
                <a:cubicBezTo>
                  <a:pt x="60" y="6"/>
                  <a:pt x="60" y="6"/>
                  <a:pt x="60" y="6"/>
                </a:cubicBezTo>
                <a:cubicBezTo>
                  <a:pt x="24" y="6"/>
                  <a:pt x="24" y="6"/>
                  <a:pt x="24" y="6"/>
                </a:cubicBezTo>
                <a:lnTo>
                  <a:pt x="24" y="18"/>
                </a:lnTo>
                <a:close/>
                <a:moveTo>
                  <a:pt x="110" y="105"/>
                </a:moveTo>
                <a:cubicBezTo>
                  <a:pt x="117" y="98"/>
                  <a:pt x="121" y="89"/>
                  <a:pt x="121" y="79"/>
                </a:cubicBezTo>
                <a:cubicBezTo>
                  <a:pt x="121" y="69"/>
                  <a:pt x="117" y="61"/>
                  <a:pt x="110" y="54"/>
                </a:cubicBezTo>
                <a:cubicBezTo>
                  <a:pt x="103" y="46"/>
                  <a:pt x="94" y="43"/>
                  <a:pt x="84" y="43"/>
                </a:cubicBezTo>
                <a:cubicBezTo>
                  <a:pt x="74" y="43"/>
                  <a:pt x="66" y="46"/>
                  <a:pt x="59" y="54"/>
                </a:cubicBezTo>
                <a:cubicBezTo>
                  <a:pt x="52" y="61"/>
                  <a:pt x="48" y="69"/>
                  <a:pt x="48" y="79"/>
                </a:cubicBezTo>
                <a:cubicBezTo>
                  <a:pt x="48" y="89"/>
                  <a:pt x="52" y="98"/>
                  <a:pt x="59" y="105"/>
                </a:cubicBezTo>
                <a:cubicBezTo>
                  <a:pt x="66" y="112"/>
                  <a:pt x="74" y="115"/>
                  <a:pt x="84" y="115"/>
                </a:cubicBezTo>
                <a:cubicBezTo>
                  <a:pt x="94" y="115"/>
                  <a:pt x="103" y="112"/>
                  <a:pt x="110" y="105"/>
                </a:cubicBezTo>
                <a:close/>
                <a:moveTo>
                  <a:pt x="101" y="62"/>
                </a:moveTo>
                <a:cubicBezTo>
                  <a:pt x="106" y="67"/>
                  <a:pt x="109" y="73"/>
                  <a:pt x="109" y="79"/>
                </a:cubicBezTo>
                <a:cubicBezTo>
                  <a:pt x="109" y="86"/>
                  <a:pt x="106" y="92"/>
                  <a:pt x="101" y="96"/>
                </a:cubicBezTo>
                <a:cubicBezTo>
                  <a:pt x="97" y="101"/>
                  <a:pt x="91" y="103"/>
                  <a:pt x="84" y="103"/>
                </a:cubicBezTo>
                <a:cubicBezTo>
                  <a:pt x="78" y="103"/>
                  <a:pt x="72" y="101"/>
                  <a:pt x="67" y="96"/>
                </a:cubicBezTo>
                <a:cubicBezTo>
                  <a:pt x="63" y="92"/>
                  <a:pt x="60" y="86"/>
                  <a:pt x="60" y="79"/>
                </a:cubicBezTo>
                <a:cubicBezTo>
                  <a:pt x="60" y="73"/>
                  <a:pt x="63" y="67"/>
                  <a:pt x="67" y="62"/>
                </a:cubicBezTo>
                <a:cubicBezTo>
                  <a:pt x="72" y="57"/>
                  <a:pt x="78" y="55"/>
                  <a:pt x="84" y="55"/>
                </a:cubicBezTo>
                <a:cubicBezTo>
                  <a:pt x="91" y="55"/>
                  <a:pt x="97" y="57"/>
                  <a:pt x="101" y="62"/>
                </a:cubicBezTo>
                <a:close/>
                <a:moveTo>
                  <a:pt x="87" y="69"/>
                </a:moveTo>
                <a:cubicBezTo>
                  <a:pt x="87" y="69"/>
                  <a:pt x="87" y="68"/>
                  <a:pt x="87" y="67"/>
                </a:cubicBezTo>
                <a:cubicBezTo>
                  <a:pt x="87" y="66"/>
                  <a:pt x="87" y="65"/>
                  <a:pt x="87" y="65"/>
                </a:cubicBezTo>
                <a:cubicBezTo>
                  <a:pt x="86" y="64"/>
                  <a:pt x="85" y="64"/>
                  <a:pt x="84" y="64"/>
                </a:cubicBezTo>
                <a:cubicBezTo>
                  <a:pt x="80" y="64"/>
                  <a:pt x="77" y="65"/>
                  <a:pt x="74" y="68"/>
                </a:cubicBezTo>
                <a:cubicBezTo>
                  <a:pt x="71" y="71"/>
                  <a:pt x="69" y="75"/>
                  <a:pt x="69" y="79"/>
                </a:cubicBezTo>
                <a:cubicBezTo>
                  <a:pt x="69" y="80"/>
                  <a:pt x="70" y="81"/>
                  <a:pt x="70" y="81"/>
                </a:cubicBezTo>
                <a:cubicBezTo>
                  <a:pt x="71" y="82"/>
                  <a:pt x="71" y="82"/>
                  <a:pt x="72" y="82"/>
                </a:cubicBezTo>
                <a:cubicBezTo>
                  <a:pt x="73" y="82"/>
                  <a:pt x="74" y="82"/>
                  <a:pt x="74" y="81"/>
                </a:cubicBezTo>
                <a:cubicBezTo>
                  <a:pt x="75" y="81"/>
                  <a:pt x="75" y="80"/>
                  <a:pt x="75" y="79"/>
                </a:cubicBezTo>
                <a:cubicBezTo>
                  <a:pt x="75" y="76"/>
                  <a:pt x="76" y="74"/>
                  <a:pt x="78" y="73"/>
                </a:cubicBezTo>
                <a:cubicBezTo>
                  <a:pt x="80" y="71"/>
                  <a:pt x="82" y="70"/>
                  <a:pt x="84" y="70"/>
                </a:cubicBezTo>
                <a:cubicBezTo>
                  <a:pt x="85" y="70"/>
                  <a:pt x="86" y="70"/>
                  <a:pt x="87" y="6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27" name="Freeform 129"/>
          <p:cNvSpPr>
            <a:spLocks noEditPoints="1"/>
          </p:cNvSpPr>
          <p:nvPr/>
        </p:nvSpPr>
        <p:spPr bwMode="auto">
          <a:xfrm>
            <a:off x="3324395" y="2680181"/>
            <a:ext cx="229077" cy="218271"/>
          </a:xfrm>
          <a:custGeom>
            <a:avLst/>
            <a:gdLst>
              <a:gd name="T0" fmla="*/ 159 w 159"/>
              <a:gd name="T1" fmla="*/ 103 h 151"/>
              <a:gd name="T2" fmla="*/ 154 w 159"/>
              <a:gd name="T3" fmla="*/ 109 h 151"/>
              <a:gd name="T4" fmla="*/ 148 w 159"/>
              <a:gd name="T5" fmla="*/ 114 h 151"/>
              <a:gd name="T6" fmla="*/ 145 w 159"/>
              <a:gd name="T7" fmla="*/ 113 h 151"/>
              <a:gd name="T8" fmla="*/ 142 w 159"/>
              <a:gd name="T9" fmla="*/ 109 h 151"/>
              <a:gd name="T10" fmla="*/ 138 w 159"/>
              <a:gd name="T11" fmla="*/ 106 h 151"/>
              <a:gd name="T12" fmla="*/ 136 w 159"/>
              <a:gd name="T13" fmla="*/ 103 h 151"/>
              <a:gd name="T14" fmla="*/ 127 w 159"/>
              <a:gd name="T15" fmla="*/ 112 h 151"/>
              <a:gd name="T16" fmla="*/ 147 w 159"/>
              <a:gd name="T17" fmla="*/ 133 h 151"/>
              <a:gd name="T18" fmla="*/ 150 w 159"/>
              <a:gd name="T19" fmla="*/ 140 h 151"/>
              <a:gd name="T20" fmla="*/ 146 w 159"/>
              <a:gd name="T21" fmla="*/ 147 h 151"/>
              <a:gd name="T22" fmla="*/ 139 w 159"/>
              <a:gd name="T23" fmla="*/ 151 h 151"/>
              <a:gd name="T24" fmla="*/ 132 w 159"/>
              <a:gd name="T25" fmla="*/ 148 h 151"/>
              <a:gd name="T26" fmla="*/ 69 w 159"/>
              <a:gd name="T27" fmla="*/ 85 h 151"/>
              <a:gd name="T28" fmla="*/ 34 w 159"/>
              <a:gd name="T29" fmla="*/ 97 h 151"/>
              <a:gd name="T30" fmla="*/ 9 w 159"/>
              <a:gd name="T31" fmla="*/ 87 h 151"/>
              <a:gd name="T32" fmla="*/ 0 w 159"/>
              <a:gd name="T33" fmla="*/ 62 h 151"/>
              <a:gd name="T34" fmla="*/ 9 w 159"/>
              <a:gd name="T35" fmla="*/ 33 h 151"/>
              <a:gd name="T36" fmla="*/ 32 w 159"/>
              <a:gd name="T37" fmla="*/ 9 h 151"/>
              <a:gd name="T38" fmla="*/ 62 w 159"/>
              <a:gd name="T39" fmla="*/ 0 h 151"/>
              <a:gd name="T40" fmla="*/ 87 w 159"/>
              <a:gd name="T41" fmla="*/ 10 h 151"/>
              <a:gd name="T42" fmla="*/ 96 w 159"/>
              <a:gd name="T43" fmla="*/ 35 h 151"/>
              <a:gd name="T44" fmla="*/ 84 w 159"/>
              <a:gd name="T45" fmla="*/ 70 h 151"/>
              <a:gd name="T46" fmla="*/ 118 w 159"/>
              <a:gd name="T47" fmla="*/ 103 h 151"/>
              <a:gd name="T48" fmla="*/ 127 w 159"/>
              <a:gd name="T49" fmla="*/ 94 h 151"/>
              <a:gd name="T50" fmla="*/ 124 w 159"/>
              <a:gd name="T51" fmla="*/ 92 h 151"/>
              <a:gd name="T52" fmla="*/ 120 w 159"/>
              <a:gd name="T53" fmla="*/ 88 h 151"/>
              <a:gd name="T54" fmla="*/ 117 w 159"/>
              <a:gd name="T55" fmla="*/ 85 h 151"/>
              <a:gd name="T56" fmla="*/ 116 w 159"/>
              <a:gd name="T57" fmla="*/ 82 h 151"/>
              <a:gd name="T58" fmla="*/ 120 w 159"/>
              <a:gd name="T59" fmla="*/ 76 h 151"/>
              <a:gd name="T60" fmla="*/ 127 w 159"/>
              <a:gd name="T61" fmla="*/ 71 h 151"/>
              <a:gd name="T62" fmla="*/ 129 w 159"/>
              <a:gd name="T63" fmla="*/ 72 h 151"/>
              <a:gd name="T64" fmla="*/ 133 w 159"/>
              <a:gd name="T65" fmla="*/ 76 h 151"/>
              <a:gd name="T66" fmla="*/ 141 w 159"/>
              <a:gd name="T67" fmla="*/ 84 h 151"/>
              <a:gd name="T68" fmla="*/ 149 w 159"/>
              <a:gd name="T69" fmla="*/ 92 h 151"/>
              <a:gd name="T70" fmla="*/ 156 w 159"/>
              <a:gd name="T71" fmla="*/ 99 h 151"/>
              <a:gd name="T72" fmla="*/ 159 w 159"/>
              <a:gd name="T73" fmla="*/ 103 h 151"/>
              <a:gd name="T74" fmla="*/ 73 w 159"/>
              <a:gd name="T75" fmla="*/ 49 h 151"/>
              <a:gd name="T76" fmla="*/ 78 w 159"/>
              <a:gd name="T77" fmla="*/ 37 h 151"/>
              <a:gd name="T78" fmla="*/ 73 w 159"/>
              <a:gd name="T79" fmla="*/ 24 h 151"/>
              <a:gd name="T80" fmla="*/ 60 w 159"/>
              <a:gd name="T81" fmla="*/ 18 h 151"/>
              <a:gd name="T82" fmla="*/ 47 w 159"/>
              <a:gd name="T83" fmla="*/ 24 h 151"/>
              <a:gd name="T84" fmla="*/ 42 w 159"/>
              <a:gd name="T85" fmla="*/ 37 h 151"/>
              <a:gd name="T86" fmla="*/ 44 w 159"/>
              <a:gd name="T87" fmla="*/ 44 h 151"/>
              <a:gd name="T88" fmla="*/ 36 w 159"/>
              <a:gd name="T89" fmla="*/ 43 h 151"/>
              <a:gd name="T90" fmla="*/ 23 w 159"/>
              <a:gd name="T91" fmla="*/ 48 h 151"/>
              <a:gd name="T92" fmla="*/ 18 w 159"/>
              <a:gd name="T93" fmla="*/ 61 h 151"/>
              <a:gd name="T94" fmla="*/ 23 w 159"/>
              <a:gd name="T95" fmla="*/ 74 h 151"/>
              <a:gd name="T96" fmla="*/ 36 w 159"/>
              <a:gd name="T97" fmla="*/ 79 h 151"/>
              <a:gd name="T98" fmla="*/ 49 w 159"/>
              <a:gd name="T99" fmla="*/ 74 h 151"/>
              <a:gd name="T100" fmla="*/ 54 w 159"/>
              <a:gd name="T101" fmla="*/ 61 h 151"/>
              <a:gd name="T102" fmla="*/ 52 w 159"/>
              <a:gd name="T103" fmla="*/ 53 h 151"/>
              <a:gd name="T104" fmla="*/ 60 w 159"/>
              <a:gd name="T105" fmla="*/ 55 h 151"/>
              <a:gd name="T106" fmla="*/ 73 w 159"/>
              <a:gd name="T107" fmla="*/ 49 h 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59" h="151">
                <a:moveTo>
                  <a:pt x="159" y="103"/>
                </a:moveTo>
                <a:cubicBezTo>
                  <a:pt x="159" y="104"/>
                  <a:pt x="157" y="106"/>
                  <a:pt x="154" y="109"/>
                </a:cubicBezTo>
                <a:cubicBezTo>
                  <a:pt x="151" y="113"/>
                  <a:pt x="149" y="114"/>
                  <a:pt x="148" y="114"/>
                </a:cubicBezTo>
                <a:cubicBezTo>
                  <a:pt x="147" y="114"/>
                  <a:pt x="146" y="114"/>
                  <a:pt x="145" y="113"/>
                </a:cubicBezTo>
                <a:cubicBezTo>
                  <a:pt x="144" y="112"/>
                  <a:pt x="143" y="111"/>
                  <a:pt x="142" y="109"/>
                </a:cubicBezTo>
                <a:cubicBezTo>
                  <a:pt x="141" y="108"/>
                  <a:pt x="139" y="107"/>
                  <a:pt x="138" y="106"/>
                </a:cubicBezTo>
                <a:cubicBezTo>
                  <a:pt x="137" y="104"/>
                  <a:pt x="136" y="103"/>
                  <a:pt x="136" y="103"/>
                </a:cubicBezTo>
                <a:cubicBezTo>
                  <a:pt x="127" y="112"/>
                  <a:pt x="127" y="112"/>
                  <a:pt x="127" y="112"/>
                </a:cubicBezTo>
                <a:cubicBezTo>
                  <a:pt x="147" y="133"/>
                  <a:pt x="147" y="133"/>
                  <a:pt x="147" y="133"/>
                </a:cubicBezTo>
                <a:cubicBezTo>
                  <a:pt x="149" y="135"/>
                  <a:pt x="150" y="137"/>
                  <a:pt x="150" y="140"/>
                </a:cubicBezTo>
                <a:cubicBezTo>
                  <a:pt x="150" y="142"/>
                  <a:pt x="149" y="145"/>
                  <a:pt x="146" y="147"/>
                </a:cubicBezTo>
                <a:cubicBezTo>
                  <a:pt x="144" y="150"/>
                  <a:pt x="141" y="151"/>
                  <a:pt x="139" y="151"/>
                </a:cubicBezTo>
                <a:cubicBezTo>
                  <a:pt x="136" y="151"/>
                  <a:pt x="134" y="150"/>
                  <a:pt x="132" y="148"/>
                </a:cubicBezTo>
                <a:cubicBezTo>
                  <a:pt x="69" y="85"/>
                  <a:pt x="69" y="85"/>
                  <a:pt x="69" y="85"/>
                </a:cubicBezTo>
                <a:cubicBezTo>
                  <a:pt x="58" y="93"/>
                  <a:pt x="46" y="97"/>
                  <a:pt x="34" y="97"/>
                </a:cubicBezTo>
                <a:cubicBezTo>
                  <a:pt x="24" y="97"/>
                  <a:pt x="16" y="94"/>
                  <a:pt x="9" y="87"/>
                </a:cubicBezTo>
                <a:cubicBezTo>
                  <a:pt x="3" y="81"/>
                  <a:pt x="0" y="73"/>
                  <a:pt x="0" y="62"/>
                </a:cubicBezTo>
                <a:cubicBezTo>
                  <a:pt x="0" y="52"/>
                  <a:pt x="3" y="42"/>
                  <a:pt x="9" y="33"/>
                </a:cubicBezTo>
                <a:cubicBezTo>
                  <a:pt x="15" y="23"/>
                  <a:pt x="22" y="15"/>
                  <a:pt x="32" y="9"/>
                </a:cubicBezTo>
                <a:cubicBezTo>
                  <a:pt x="42" y="3"/>
                  <a:pt x="52" y="0"/>
                  <a:pt x="62" y="0"/>
                </a:cubicBezTo>
                <a:cubicBezTo>
                  <a:pt x="72" y="0"/>
                  <a:pt x="80" y="4"/>
                  <a:pt x="87" y="10"/>
                </a:cubicBezTo>
                <a:cubicBezTo>
                  <a:pt x="93" y="16"/>
                  <a:pt x="96" y="25"/>
                  <a:pt x="96" y="35"/>
                </a:cubicBezTo>
                <a:cubicBezTo>
                  <a:pt x="96" y="47"/>
                  <a:pt x="92" y="59"/>
                  <a:pt x="84" y="70"/>
                </a:cubicBezTo>
                <a:cubicBezTo>
                  <a:pt x="118" y="103"/>
                  <a:pt x="118" y="103"/>
                  <a:pt x="118" y="103"/>
                </a:cubicBezTo>
                <a:cubicBezTo>
                  <a:pt x="127" y="94"/>
                  <a:pt x="127" y="94"/>
                  <a:pt x="127" y="94"/>
                </a:cubicBezTo>
                <a:cubicBezTo>
                  <a:pt x="126" y="94"/>
                  <a:pt x="126" y="93"/>
                  <a:pt x="124" y="92"/>
                </a:cubicBezTo>
                <a:cubicBezTo>
                  <a:pt x="123" y="90"/>
                  <a:pt x="122" y="89"/>
                  <a:pt x="120" y="88"/>
                </a:cubicBezTo>
                <a:cubicBezTo>
                  <a:pt x="119" y="87"/>
                  <a:pt x="118" y="86"/>
                  <a:pt x="117" y="85"/>
                </a:cubicBezTo>
                <a:cubicBezTo>
                  <a:pt x="116" y="83"/>
                  <a:pt x="116" y="83"/>
                  <a:pt x="116" y="82"/>
                </a:cubicBezTo>
                <a:cubicBezTo>
                  <a:pt x="116" y="81"/>
                  <a:pt x="117" y="79"/>
                  <a:pt x="120" y="76"/>
                </a:cubicBezTo>
                <a:cubicBezTo>
                  <a:pt x="124" y="73"/>
                  <a:pt x="126" y="71"/>
                  <a:pt x="127" y="71"/>
                </a:cubicBezTo>
                <a:cubicBezTo>
                  <a:pt x="127" y="71"/>
                  <a:pt x="128" y="71"/>
                  <a:pt x="129" y="72"/>
                </a:cubicBezTo>
                <a:cubicBezTo>
                  <a:pt x="129" y="72"/>
                  <a:pt x="131" y="74"/>
                  <a:pt x="133" y="76"/>
                </a:cubicBezTo>
                <a:cubicBezTo>
                  <a:pt x="136" y="79"/>
                  <a:pt x="138" y="81"/>
                  <a:pt x="141" y="84"/>
                </a:cubicBezTo>
                <a:cubicBezTo>
                  <a:pt x="144" y="86"/>
                  <a:pt x="146" y="89"/>
                  <a:pt x="149" y="92"/>
                </a:cubicBezTo>
                <a:cubicBezTo>
                  <a:pt x="152" y="95"/>
                  <a:pt x="154" y="97"/>
                  <a:pt x="156" y="99"/>
                </a:cubicBezTo>
                <a:cubicBezTo>
                  <a:pt x="158" y="101"/>
                  <a:pt x="159" y="103"/>
                  <a:pt x="159" y="103"/>
                </a:cubicBezTo>
                <a:close/>
                <a:moveTo>
                  <a:pt x="73" y="49"/>
                </a:moveTo>
                <a:cubicBezTo>
                  <a:pt x="77" y="46"/>
                  <a:pt x="78" y="42"/>
                  <a:pt x="78" y="37"/>
                </a:cubicBezTo>
                <a:cubicBezTo>
                  <a:pt x="78" y="32"/>
                  <a:pt x="77" y="27"/>
                  <a:pt x="73" y="24"/>
                </a:cubicBezTo>
                <a:cubicBezTo>
                  <a:pt x="69" y="20"/>
                  <a:pt x="65" y="18"/>
                  <a:pt x="60" y="18"/>
                </a:cubicBezTo>
                <a:cubicBezTo>
                  <a:pt x="55" y="18"/>
                  <a:pt x="51" y="20"/>
                  <a:pt x="47" y="24"/>
                </a:cubicBezTo>
                <a:cubicBezTo>
                  <a:pt x="44" y="27"/>
                  <a:pt x="42" y="32"/>
                  <a:pt x="42" y="37"/>
                </a:cubicBezTo>
                <a:cubicBezTo>
                  <a:pt x="42" y="39"/>
                  <a:pt x="43" y="42"/>
                  <a:pt x="44" y="44"/>
                </a:cubicBezTo>
                <a:cubicBezTo>
                  <a:pt x="41" y="43"/>
                  <a:pt x="39" y="43"/>
                  <a:pt x="36" y="43"/>
                </a:cubicBezTo>
                <a:cubicBezTo>
                  <a:pt x="31" y="43"/>
                  <a:pt x="27" y="44"/>
                  <a:pt x="23" y="48"/>
                </a:cubicBezTo>
                <a:cubicBezTo>
                  <a:pt x="20" y="52"/>
                  <a:pt x="18" y="56"/>
                  <a:pt x="18" y="61"/>
                </a:cubicBezTo>
                <a:cubicBezTo>
                  <a:pt x="18" y="66"/>
                  <a:pt x="20" y="70"/>
                  <a:pt x="23" y="74"/>
                </a:cubicBezTo>
                <a:cubicBezTo>
                  <a:pt x="27" y="77"/>
                  <a:pt x="31" y="79"/>
                  <a:pt x="36" y="79"/>
                </a:cubicBezTo>
                <a:cubicBezTo>
                  <a:pt x="41" y="79"/>
                  <a:pt x="45" y="77"/>
                  <a:pt x="49" y="74"/>
                </a:cubicBezTo>
                <a:cubicBezTo>
                  <a:pt x="52" y="70"/>
                  <a:pt x="54" y="66"/>
                  <a:pt x="54" y="61"/>
                </a:cubicBezTo>
                <a:cubicBezTo>
                  <a:pt x="54" y="58"/>
                  <a:pt x="53" y="56"/>
                  <a:pt x="52" y="53"/>
                </a:cubicBezTo>
                <a:cubicBezTo>
                  <a:pt x="55" y="54"/>
                  <a:pt x="57" y="55"/>
                  <a:pt x="60" y="55"/>
                </a:cubicBezTo>
                <a:cubicBezTo>
                  <a:pt x="65" y="55"/>
                  <a:pt x="69" y="53"/>
                  <a:pt x="73" y="4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28" name="Freeform 130"/>
          <p:cNvSpPr>
            <a:spLocks noEditPoints="1"/>
          </p:cNvSpPr>
          <p:nvPr/>
        </p:nvSpPr>
        <p:spPr bwMode="auto">
          <a:xfrm>
            <a:off x="3626949" y="2667214"/>
            <a:ext cx="259332" cy="237721"/>
          </a:xfrm>
          <a:custGeom>
            <a:avLst/>
            <a:gdLst>
              <a:gd name="T0" fmla="*/ 120 w 181"/>
              <a:gd name="T1" fmla="*/ 94 h 166"/>
              <a:gd name="T2" fmla="*/ 101 w 181"/>
              <a:gd name="T3" fmla="*/ 104 h 166"/>
              <a:gd name="T4" fmla="*/ 109 w 181"/>
              <a:gd name="T5" fmla="*/ 119 h 166"/>
              <a:gd name="T6" fmla="*/ 92 w 181"/>
              <a:gd name="T7" fmla="*/ 132 h 166"/>
              <a:gd name="T8" fmla="*/ 72 w 181"/>
              <a:gd name="T9" fmla="*/ 141 h 166"/>
              <a:gd name="T10" fmla="*/ 49 w 181"/>
              <a:gd name="T11" fmla="*/ 143 h 166"/>
              <a:gd name="T12" fmla="*/ 39 w 181"/>
              <a:gd name="T13" fmla="*/ 124 h 166"/>
              <a:gd name="T14" fmla="*/ 24 w 181"/>
              <a:gd name="T15" fmla="*/ 132 h 166"/>
              <a:gd name="T16" fmla="*/ 15 w 181"/>
              <a:gd name="T17" fmla="*/ 110 h 166"/>
              <a:gd name="T18" fmla="*/ 2 w 181"/>
              <a:gd name="T19" fmla="*/ 94 h 166"/>
              <a:gd name="T20" fmla="*/ 0 w 181"/>
              <a:gd name="T21" fmla="*/ 74 h 166"/>
              <a:gd name="T22" fmla="*/ 16 w 181"/>
              <a:gd name="T23" fmla="*/ 69 h 166"/>
              <a:gd name="T24" fmla="*/ 10 w 181"/>
              <a:gd name="T25" fmla="*/ 49 h 166"/>
              <a:gd name="T26" fmla="*/ 26 w 181"/>
              <a:gd name="T27" fmla="*/ 33 h 166"/>
              <a:gd name="T28" fmla="*/ 46 w 181"/>
              <a:gd name="T29" fmla="*/ 39 h 166"/>
              <a:gd name="T30" fmla="*/ 69 w 181"/>
              <a:gd name="T31" fmla="*/ 22 h 166"/>
              <a:gd name="T32" fmla="*/ 74 w 181"/>
              <a:gd name="T33" fmla="*/ 39 h 166"/>
              <a:gd name="T34" fmla="*/ 94 w 181"/>
              <a:gd name="T35" fmla="*/ 33 h 166"/>
              <a:gd name="T36" fmla="*/ 109 w 181"/>
              <a:gd name="T37" fmla="*/ 51 h 166"/>
              <a:gd name="T38" fmla="*/ 104 w 181"/>
              <a:gd name="T39" fmla="*/ 69 h 166"/>
              <a:gd name="T40" fmla="*/ 121 w 181"/>
              <a:gd name="T41" fmla="*/ 74 h 166"/>
              <a:gd name="T42" fmla="*/ 77 w 181"/>
              <a:gd name="T43" fmla="*/ 66 h 166"/>
              <a:gd name="T44" fmla="*/ 36 w 181"/>
              <a:gd name="T45" fmla="*/ 83 h 166"/>
              <a:gd name="T46" fmla="*/ 77 w 181"/>
              <a:gd name="T47" fmla="*/ 100 h 166"/>
              <a:gd name="T48" fmla="*/ 167 w 181"/>
              <a:gd name="T49" fmla="*/ 44 h 166"/>
              <a:gd name="T50" fmla="*/ 169 w 181"/>
              <a:gd name="T51" fmla="*/ 63 h 166"/>
              <a:gd name="T52" fmla="*/ 148 w 181"/>
              <a:gd name="T53" fmla="*/ 59 h 166"/>
              <a:gd name="T54" fmla="*/ 137 w 181"/>
              <a:gd name="T55" fmla="*/ 65 h 166"/>
              <a:gd name="T56" fmla="*/ 121 w 181"/>
              <a:gd name="T57" fmla="*/ 62 h 166"/>
              <a:gd name="T58" fmla="*/ 109 w 181"/>
              <a:gd name="T59" fmla="*/ 41 h 166"/>
              <a:gd name="T60" fmla="*/ 125 w 181"/>
              <a:gd name="T61" fmla="*/ 20 h 166"/>
              <a:gd name="T62" fmla="*/ 124 w 181"/>
              <a:gd name="T63" fmla="*/ 4 h 166"/>
              <a:gd name="T64" fmla="*/ 137 w 181"/>
              <a:gd name="T65" fmla="*/ 4 h 166"/>
              <a:gd name="T66" fmla="*/ 148 w 181"/>
              <a:gd name="T67" fmla="*/ 11 h 166"/>
              <a:gd name="T68" fmla="*/ 169 w 181"/>
              <a:gd name="T69" fmla="*/ 6 h 166"/>
              <a:gd name="T70" fmla="*/ 167 w 181"/>
              <a:gd name="T71" fmla="*/ 25 h 166"/>
              <a:gd name="T72" fmla="*/ 181 w 181"/>
              <a:gd name="T73" fmla="*/ 138 h 166"/>
              <a:gd name="T74" fmla="*/ 169 w 181"/>
              <a:gd name="T75" fmla="*/ 159 h 166"/>
              <a:gd name="T76" fmla="*/ 153 w 181"/>
              <a:gd name="T77" fmla="*/ 162 h 166"/>
              <a:gd name="T78" fmla="*/ 142 w 181"/>
              <a:gd name="T79" fmla="*/ 155 h 166"/>
              <a:gd name="T80" fmla="*/ 121 w 181"/>
              <a:gd name="T81" fmla="*/ 160 h 166"/>
              <a:gd name="T82" fmla="*/ 123 w 181"/>
              <a:gd name="T83" fmla="*/ 141 h 166"/>
              <a:gd name="T84" fmla="*/ 123 w 181"/>
              <a:gd name="T85" fmla="*/ 122 h 166"/>
              <a:gd name="T86" fmla="*/ 121 w 181"/>
              <a:gd name="T87" fmla="*/ 103 h 166"/>
              <a:gd name="T88" fmla="*/ 133 w 181"/>
              <a:gd name="T89" fmla="*/ 97 h 166"/>
              <a:gd name="T90" fmla="*/ 145 w 181"/>
              <a:gd name="T91" fmla="*/ 107 h 166"/>
              <a:gd name="T92" fmla="*/ 157 w 181"/>
              <a:gd name="T93" fmla="*/ 97 h 166"/>
              <a:gd name="T94" fmla="*/ 164 w 181"/>
              <a:gd name="T95" fmla="*/ 117 h 166"/>
              <a:gd name="T96" fmla="*/ 157 w 181"/>
              <a:gd name="T97" fmla="*/ 35 h 166"/>
              <a:gd name="T98" fmla="*/ 136 w 181"/>
              <a:gd name="T99" fmla="*/ 26 h 166"/>
              <a:gd name="T100" fmla="*/ 145 w 181"/>
              <a:gd name="T101" fmla="*/ 47 h 166"/>
              <a:gd name="T102" fmla="*/ 157 w 181"/>
              <a:gd name="T103" fmla="*/ 131 h 166"/>
              <a:gd name="T104" fmla="*/ 136 w 181"/>
              <a:gd name="T105" fmla="*/ 123 h 166"/>
              <a:gd name="T106" fmla="*/ 145 w 181"/>
              <a:gd name="T107" fmla="*/ 143 h 1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81" h="166">
                <a:moveTo>
                  <a:pt x="121" y="74"/>
                </a:moveTo>
                <a:cubicBezTo>
                  <a:pt x="121" y="92"/>
                  <a:pt x="121" y="92"/>
                  <a:pt x="121" y="92"/>
                </a:cubicBezTo>
                <a:cubicBezTo>
                  <a:pt x="121" y="92"/>
                  <a:pt x="120" y="93"/>
                  <a:pt x="120" y="94"/>
                </a:cubicBezTo>
                <a:cubicBezTo>
                  <a:pt x="120" y="94"/>
                  <a:pt x="119" y="95"/>
                  <a:pt x="118" y="95"/>
                </a:cubicBezTo>
                <a:cubicBezTo>
                  <a:pt x="104" y="97"/>
                  <a:pt x="104" y="97"/>
                  <a:pt x="104" y="97"/>
                </a:cubicBezTo>
                <a:cubicBezTo>
                  <a:pt x="103" y="99"/>
                  <a:pt x="102" y="102"/>
                  <a:pt x="101" y="104"/>
                </a:cubicBezTo>
                <a:cubicBezTo>
                  <a:pt x="103" y="107"/>
                  <a:pt x="106" y="111"/>
                  <a:pt x="109" y="115"/>
                </a:cubicBezTo>
                <a:cubicBezTo>
                  <a:pt x="110" y="116"/>
                  <a:pt x="110" y="116"/>
                  <a:pt x="110" y="117"/>
                </a:cubicBezTo>
                <a:cubicBezTo>
                  <a:pt x="110" y="118"/>
                  <a:pt x="110" y="118"/>
                  <a:pt x="109" y="119"/>
                </a:cubicBezTo>
                <a:cubicBezTo>
                  <a:pt x="108" y="121"/>
                  <a:pt x="105" y="123"/>
                  <a:pt x="101" y="127"/>
                </a:cubicBezTo>
                <a:cubicBezTo>
                  <a:pt x="98" y="131"/>
                  <a:pt x="95" y="133"/>
                  <a:pt x="94" y="133"/>
                </a:cubicBezTo>
                <a:cubicBezTo>
                  <a:pt x="93" y="133"/>
                  <a:pt x="93" y="133"/>
                  <a:pt x="92" y="132"/>
                </a:cubicBezTo>
                <a:cubicBezTo>
                  <a:pt x="81" y="124"/>
                  <a:pt x="81" y="124"/>
                  <a:pt x="81" y="124"/>
                </a:cubicBezTo>
                <a:cubicBezTo>
                  <a:pt x="79" y="125"/>
                  <a:pt x="76" y="126"/>
                  <a:pt x="74" y="127"/>
                </a:cubicBezTo>
                <a:cubicBezTo>
                  <a:pt x="73" y="133"/>
                  <a:pt x="72" y="138"/>
                  <a:pt x="72" y="141"/>
                </a:cubicBezTo>
                <a:cubicBezTo>
                  <a:pt x="71" y="143"/>
                  <a:pt x="70" y="143"/>
                  <a:pt x="69" y="143"/>
                </a:cubicBezTo>
                <a:cubicBezTo>
                  <a:pt x="51" y="143"/>
                  <a:pt x="51" y="143"/>
                  <a:pt x="51" y="143"/>
                </a:cubicBezTo>
                <a:cubicBezTo>
                  <a:pt x="51" y="143"/>
                  <a:pt x="50" y="143"/>
                  <a:pt x="49" y="143"/>
                </a:cubicBezTo>
                <a:cubicBezTo>
                  <a:pt x="49" y="142"/>
                  <a:pt x="49" y="142"/>
                  <a:pt x="48" y="141"/>
                </a:cubicBezTo>
                <a:cubicBezTo>
                  <a:pt x="46" y="127"/>
                  <a:pt x="46" y="127"/>
                  <a:pt x="46" y="127"/>
                </a:cubicBezTo>
                <a:cubicBezTo>
                  <a:pt x="44" y="126"/>
                  <a:pt x="42" y="125"/>
                  <a:pt x="39" y="124"/>
                </a:cubicBezTo>
                <a:cubicBezTo>
                  <a:pt x="28" y="132"/>
                  <a:pt x="28" y="132"/>
                  <a:pt x="28" y="132"/>
                </a:cubicBezTo>
                <a:cubicBezTo>
                  <a:pt x="28" y="133"/>
                  <a:pt x="27" y="133"/>
                  <a:pt x="26" y="133"/>
                </a:cubicBezTo>
                <a:cubicBezTo>
                  <a:pt x="25" y="133"/>
                  <a:pt x="25" y="133"/>
                  <a:pt x="24" y="132"/>
                </a:cubicBezTo>
                <a:cubicBezTo>
                  <a:pt x="15" y="124"/>
                  <a:pt x="11" y="119"/>
                  <a:pt x="11" y="117"/>
                </a:cubicBezTo>
                <a:cubicBezTo>
                  <a:pt x="11" y="116"/>
                  <a:pt x="11" y="116"/>
                  <a:pt x="11" y="115"/>
                </a:cubicBezTo>
                <a:cubicBezTo>
                  <a:pt x="12" y="114"/>
                  <a:pt x="13" y="113"/>
                  <a:pt x="15" y="110"/>
                </a:cubicBezTo>
                <a:cubicBezTo>
                  <a:pt x="17" y="108"/>
                  <a:pt x="19" y="106"/>
                  <a:pt x="20" y="104"/>
                </a:cubicBezTo>
                <a:cubicBezTo>
                  <a:pt x="18" y="102"/>
                  <a:pt x="17" y="99"/>
                  <a:pt x="16" y="97"/>
                </a:cubicBezTo>
                <a:cubicBezTo>
                  <a:pt x="2" y="94"/>
                  <a:pt x="2" y="94"/>
                  <a:pt x="2" y="94"/>
                </a:cubicBezTo>
                <a:cubicBezTo>
                  <a:pt x="1" y="94"/>
                  <a:pt x="1" y="94"/>
                  <a:pt x="0" y="93"/>
                </a:cubicBezTo>
                <a:cubicBezTo>
                  <a:pt x="0" y="93"/>
                  <a:pt x="0" y="92"/>
                  <a:pt x="0" y="92"/>
                </a:cubicBezTo>
                <a:cubicBezTo>
                  <a:pt x="0" y="74"/>
                  <a:pt x="0" y="74"/>
                  <a:pt x="0" y="74"/>
                </a:cubicBezTo>
                <a:cubicBezTo>
                  <a:pt x="0" y="73"/>
                  <a:pt x="0" y="73"/>
                  <a:pt x="0" y="72"/>
                </a:cubicBezTo>
                <a:cubicBezTo>
                  <a:pt x="1" y="72"/>
                  <a:pt x="1" y="71"/>
                  <a:pt x="2" y="71"/>
                </a:cubicBezTo>
                <a:cubicBezTo>
                  <a:pt x="16" y="69"/>
                  <a:pt x="16" y="69"/>
                  <a:pt x="16" y="69"/>
                </a:cubicBezTo>
                <a:cubicBezTo>
                  <a:pt x="17" y="67"/>
                  <a:pt x="18" y="64"/>
                  <a:pt x="19" y="62"/>
                </a:cubicBezTo>
                <a:cubicBezTo>
                  <a:pt x="17" y="59"/>
                  <a:pt x="14" y="55"/>
                  <a:pt x="11" y="51"/>
                </a:cubicBezTo>
                <a:cubicBezTo>
                  <a:pt x="10" y="50"/>
                  <a:pt x="10" y="50"/>
                  <a:pt x="10" y="49"/>
                </a:cubicBezTo>
                <a:cubicBezTo>
                  <a:pt x="10" y="48"/>
                  <a:pt x="10" y="48"/>
                  <a:pt x="11" y="47"/>
                </a:cubicBezTo>
                <a:cubicBezTo>
                  <a:pt x="12" y="45"/>
                  <a:pt x="15" y="42"/>
                  <a:pt x="19" y="39"/>
                </a:cubicBezTo>
                <a:cubicBezTo>
                  <a:pt x="22" y="35"/>
                  <a:pt x="25" y="33"/>
                  <a:pt x="26" y="33"/>
                </a:cubicBezTo>
                <a:cubicBezTo>
                  <a:pt x="27" y="33"/>
                  <a:pt x="28" y="33"/>
                  <a:pt x="28" y="34"/>
                </a:cubicBezTo>
                <a:cubicBezTo>
                  <a:pt x="39" y="42"/>
                  <a:pt x="39" y="42"/>
                  <a:pt x="39" y="42"/>
                </a:cubicBezTo>
                <a:cubicBezTo>
                  <a:pt x="41" y="41"/>
                  <a:pt x="44" y="40"/>
                  <a:pt x="46" y="39"/>
                </a:cubicBezTo>
                <a:cubicBezTo>
                  <a:pt x="47" y="32"/>
                  <a:pt x="48" y="28"/>
                  <a:pt x="48" y="25"/>
                </a:cubicBezTo>
                <a:cubicBezTo>
                  <a:pt x="49" y="23"/>
                  <a:pt x="50" y="22"/>
                  <a:pt x="51" y="22"/>
                </a:cubicBezTo>
                <a:cubicBezTo>
                  <a:pt x="69" y="22"/>
                  <a:pt x="69" y="22"/>
                  <a:pt x="69" y="22"/>
                </a:cubicBezTo>
                <a:cubicBezTo>
                  <a:pt x="70" y="22"/>
                  <a:pt x="70" y="23"/>
                  <a:pt x="71" y="23"/>
                </a:cubicBezTo>
                <a:cubicBezTo>
                  <a:pt x="71" y="24"/>
                  <a:pt x="72" y="24"/>
                  <a:pt x="72" y="25"/>
                </a:cubicBezTo>
                <a:cubicBezTo>
                  <a:pt x="74" y="39"/>
                  <a:pt x="74" y="39"/>
                  <a:pt x="74" y="39"/>
                </a:cubicBezTo>
                <a:cubicBezTo>
                  <a:pt x="76" y="40"/>
                  <a:pt x="78" y="41"/>
                  <a:pt x="81" y="42"/>
                </a:cubicBezTo>
                <a:cubicBezTo>
                  <a:pt x="92" y="34"/>
                  <a:pt x="92" y="34"/>
                  <a:pt x="92" y="34"/>
                </a:cubicBezTo>
                <a:cubicBezTo>
                  <a:pt x="93" y="33"/>
                  <a:pt x="93" y="33"/>
                  <a:pt x="94" y="33"/>
                </a:cubicBezTo>
                <a:cubicBezTo>
                  <a:pt x="95" y="33"/>
                  <a:pt x="95" y="33"/>
                  <a:pt x="96" y="34"/>
                </a:cubicBezTo>
                <a:cubicBezTo>
                  <a:pt x="105" y="42"/>
                  <a:pt x="110" y="47"/>
                  <a:pt x="110" y="49"/>
                </a:cubicBezTo>
                <a:cubicBezTo>
                  <a:pt x="110" y="50"/>
                  <a:pt x="109" y="50"/>
                  <a:pt x="109" y="51"/>
                </a:cubicBezTo>
                <a:cubicBezTo>
                  <a:pt x="108" y="52"/>
                  <a:pt x="107" y="54"/>
                  <a:pt x="105" y="56"/>
                </a:cubicBezTo>
                <a:cubicBezTo>
                  <a:pt x="103" y="58"/>
                  <a:pt x="102" y="60"/>
                  <a:pt x="101" y="62"/>
                </a:cubicBezTo>
                <a:cubicBezTo>
                  <a:pt x="102" y="65"/>
                  <a:pt x="103" y="67"/>
                  <a:pt x="104" y="69"/>
                </a:cubicBezTo>
                <a:cubicBezTo>
                  <a:pt x="118" y="72"/>
                  <a:pt x="118" y="72"/>
                  <a:pt x="118" y="72"/>
                </a:cubicBezTo>
                <a:cubicBezTo>
                  <a:pt x="119" y="72"/>
                  <a:pt x="120" y="72"/>
                  <a:pt x="120" y="73"/>
                </a:cubicBezTo>
                <a:cubicBezTo>
                  <a:pt x="120" y="73"/>
                  <a:pt x="121" y="74"/>
                  <a:pt x="121" y="74"/>
                </a:cubicBezTo>
                <a:close/>
                <a:moveTo>
                  <a:pt x="77" y="100"/>
                </a:moveTo>
                <a:cubicBezTo>
                  <a:pt x="82" y="95"/>
                  <a:pt x="84" y="90"/>
                  <a:pt x="84" y="83"/>
                </a:cubicBezTo>
                <a:cubicBezTo>
                  <a:pt x="84" y="76"/>
                  <a:pt x="82" y="71"/>
                  <a:pt x="77" y="66"/>
                </a:cubicBezTo>
                <a:cubicBezTo>
                  <a:pt x="72" y="61"/>
                  <a:pt x="67" y="59"/>
                  <a:pt x="60" y="59"/>
                </a:cubicBezTo>
                <a:cubicBezTo>
                  <a:pt x="53" y="59"/>
                  <a:pt x="48" y="61"/>
                  <a:pt x="43" y="66"/>
                </a:cubicBezTo>
                <a:cubicBezTo>
                  <a:pt x="38" y="71"/>
                  <a:pt x="36" y="76"/>
                  <a:pt x="36" y="83"/>
                </a:cubicBezTo>
                <a:cubicBezTo>
                  <a:pt x="36" y="90"/>
                  <a:pt x="38" y="95"/>
                  <a:pt x="43" y="100"/>
                </a:cubicBezTo>
                <a:cubicBezTo>
                  <a:pt x="48" y="105"/>
                  <a:pt x="53" y="107"/>
                  <a:pt x="60" y="107"/>
                </a:cubicBezTo>
                <a:cubicBezTo>
                  <a:pt x="67" y="107"/>
                  <a:pt x="72" y="105"/>
                  <a:pt x="77" y="100"/>
                </a:cubicBezTo>
                <a:close/>
                <a:moveTo>
                  <a:pt x="181" y="28"/>
                </a:moveTo>
                <a:cubicBezTo>
                  <a:pt x="181" y="41"/>
                  <a:pt x="181" y="41"/>
                  <a:pt x="181" y="41"/>
                </a:cubicBezTo>
                <a:cubicBezTo>
                  <a:pt x="181" y="42"/>
                  <a:pt x="176" y="43"/>
                  <a:pt x="167" y="44"/>
                </a:cubicBezTo>
                <a:cubicBezTo>
                  <a:pt x="166" y="46"/>
                  <a:pt x="165" y="47"/>
                  <a:pt x="164" y="49"/>
                </a:cubicBezTo>
                <a:cubicBezTo>
                  <a:pt x="167" y="56"/>
                  <a:pt x="169" y="60"/>
                  <a:pt x="169" y="62"/>
                </a:cubicBezTo>
                <a:cubicBezTo>
                  <a:pt x="169" y="62"/>
                  <a:pt x="169" y="63"/>
                  <a:pt x="169" y="63"/>
                </a:cubicBezTo>
                <a:cubicBezTo>
                  <a:pt x="161" y="67"/>
                  <a:pt x="157" y="69"/>
                  <a:pt x="157" y="69"/>
                </a:cubicBezTo>
                <a:cubicBezTo>
                  <a:pt x="156" y="69"/>
                  <a:pt x="155" y="68"/>
                  <a:pt x="153" y="65"/>
                </a:cubicBezTo>
                <a:cubicBezTo>
                  <a:pt x="150" y="62"/>
                  <a:pt x="149" y="60"/>
                  <a:pt x="148" y="59"/>
                </a:cubicBezTo>
                <a:cubicBezTo>
                  <a:pt x="146" y="59"/>
                  <a:pt x="145" y="59"/>
                  <a:pt x="145" y="59"/>
                </a:cubicBezTo>
                <a:cubicBezTo>
                  <a:pt x="144" y="59"/>
                  <a:pt x="143" y="59"/>
                  <a:pt x="142" y="59"/>
                </a:cubicBezTo>
                <a:cubicBezTo>
                  <a:pt x="141" y="60"/>
                  <a:pt x="139" y="62"/>
                  <a:pt x="137" y="65"/>
                </a:cubicBezTo>
                <a:cubicBezTo>
                  <a:pt x="135" y="68"/>
                  <a:pt x="133" y="69"/>
                  <a:pt x="133" y="69"/>
                </a:cubicBezTo>
                <a:cubicBezTo>
                  <a:pt x="133" y="69"/>
                  <a:pt x="129" y="67"/>
                  <a:pt x="121" y="63"/>
                </a:cubicBezTo>
                <a:cubicBezTo>
                  <a:pt x="121" y="63"/>
                  <a:pt x="121" y="62"/>
                  <a:pt x="121" y="62"/>
                </a:cubicBezTo>
                <a:cubicBezTo>
                  <a:pt x="121" y="60"/>
                  <a:pt x="122" y="56"/>
                  <a:pt x="125" y="49"/>
                </a:cubicBezTo>
                <a:cubicBezTo>
                  <a:pt x="124" y="47"/>
                  <a:pt x="123" y="46"/>
                  <a:pt x="123" y="44"/>
                </a:cubicBezTo>
                <a:cubicBezTo>
                  <a:pt x="113" y="43"/>
                  <a:pt x="109" y="42"/>
                  <a:pt x="109" y="41"/>
                </a:cubicBezTo>
                <a:cubicBezTo>
                  <a:pt x="109" y="28"/>
                  <a:pt x="109" y="28"/>
                  <a:pt x="109" y="28"/>
                </a:cubicBezTo>
                <a:cubicBezTo>
                  <a:pt x="109" y="27"/>
                  <a:pt x="113" y="26"/>
                  <a:pt x="123" y="25"/>
                </a:cubicBezTo>
                <a:cubicBezTo>
                  <a:pt x="123" y="23"/>
                  <a:pt x="124" y="22"/>
                  <a:pt x="125" y="20"/>
                </a:cubicBezTo>
                <a:cubicBezTo>
                  <a:pt x="122" y="13"/>
                  <a:pt x="121" y="9"/>
                  <a:pt x="121" y="7"/>
                </a:cubicBezTo>
                <a:cubicBezTo>
                  <a:pt x="121" y="7"/>
                  <a:pt x="121" y="7"/>
                  <a:pt x="121" y="6"/>
                </a:cubicBezTo>
                <a:cubicBezTo>
                  <a:pt x="121" y="6"/>
                  <a:pt x="122" y="6"/>
                  <a:pt x="124" y="4"/>
                </a:cubicBezTo>
                <a:cubicBezTo>
                  <a:pt x="126" y="3"/>
                  <a:pt x="128" y="2"/>
                  <a:pt x="130" y="1"/>
                </a:cubicBezTo>
                <a:cubicBezTo>
                  <a:pt x="132" y="0"/>
                  <a:pt x="133" y="0"/>
                  <a:pt x="133" y="0"/>
                </a:cubicBezTo>
                <a:cubicBezTo>
                  <a:pt x="133" y="0"/>
                  <a:pt x="135" y="1"/>
                  <a:pt x="137" y="4"/>
                </a:cubicBezTo>
                <a:cubicBezTo>
                  <a:pt x="139" y="7"/>
                  <a:pt x="141" y="9"/>
                  <a:pt x="142" y="11"/>
                </a:cubicBezTo>
                <a:cubicBezTo>
                  <a:pt x="143" y="10"/>
                  <a:pt x="144" y="10"/>
                  <a:pt x="145" y="10"/>
                </a:cubicBezTo>
                <a:cubicBezTo>
                  <a:pt x="145" y="10"/>
                  <a:pt x="146" y="10"/>
                  <a:pt x="148" y="11"/>
                </a:cubicBezTo>
                <a:cubicBezTo>
                  <a:pt x="151" y="6"/>
                  <a:pt x="154" y="3"/>
                  <a:pt x="156" y="0"/>
                </a:cubicBezTo>
                <a:cubicBezTo>
                  <a:pt x="157" y="0"/>
                  <a:pt x="157" y="0"/>
                  <a:pt x="157" y="0"/>
                </a:cubicBezTo>
                <a:cubicBezTo>
                  <a:pt x="157" y="0"/>
                  <a:pt x="161" y="2"/>
                  <a:pt x="169" y="6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9"/>
                  <a:pt x="167" y="13"/>
                  <a:pt x="164" y="20"/>
                </a:cubicBezTo>
                <a:cubicBezTo>
                  <a:pt x="165" y="22"/>
                  <a:pt x="166" y="23"/>
                  <a:pt x="167" y="25"/>
                </a:cubicBezTo>
                <a:cubicBezTo>
                  <a:pt x="176" y="26"/>
                  <a:pt x="181" y="27"/>
                  <a:pt x="181" y="28"/>
                </a:cubicBezTo>
                <a:close/>
                <a:moveTo>
                  <a:pt x="181" y="125"/>
                </a:moveTo>
                <a:cubicBezTo>
                  <a:pt x="181" y="138"/>
                  <a:pt x="181" y="138"/>
                  <a:pt x="181" y="138"/>
                </a:cubicBezTo>
                <a:cubicBezTo>
                  <a:pt x="181" y="139"/>
                  <a:pt x="176" y="140"/>
                  <a:pt x="167" y="141"/>
                </a:cubicBezTo>
                <a:cubicBezTo>
                  <a:pt x="166" y="143"/>
                  <a:pt x="165" y="144"/>
                  <a:pt x="164" y="146"/>
                </a:cubicBezTo>
                <a:cubicBezTo>
                  <a:pt x="167" y="153"/>
                  <a:pt x="169" y="157"/>
                  <a:pt x="169" y="159"/>
                </a:cubicBezTo>
                <a:cubicBezTo>
                  <a:pt x="169" y="159"/>
                  <a:pt x="169" y="159"/>
                  <a:pt x="169" y="160"/>
                </a:cubicBezTo>
                <a:cubicBezTo>
                  <a:pt x="161" y="164"/>
                  <a:pt x="157" y="166"/>
                  <a:pt x="157" y="166"/>
                </a:cubicBezTo>
                <a:cubicBezTo>
                  <a:pt x="156" y="166"/>
                  <a:pt x="155" y="165"/>
                  <a:pt x="153" y="162"/>
                </a:cubicBezTo>
                <a:cubicBezTo>
                  <a:pt x="150" y="159"/>
                  <a:pt x="149" y="157"/>
                  <a:pt x="148" y="155"/>
                </a:cubicBezTo>
                <a:cubicBezTo>
                  <a:pt x="146" y="155"/>
                  <a:pt x="145" y="156"/>
                  <a:pt x="145" y="156"/>
                </a:cubicBezTo>
                <a:cubicBezTo>
                  <a:pt x="144" y="156"/>
                  <a:pt x="143" y="155"/>
                  <a:pt x="142" y="155"/>
                </a:cubicBezTo>
                <a:cubicBezTo>
                  <a:pt x="141" y="157"/>
                  <a:pt x="139" y="159"/>
                  <a:pt x="137" y="162"/>
                </a:cubicBezTo>
                <a:cubicBezTo>
                  <a:pt x="135" y="165"/>
                  <a:pt x="133" y="166"/>
                  <a:pt x="133" y="166"/>
                </a:cubicBezTo>
                <a:cubicBezTo>
                  <a:pt x="133" y="166"/>
                  <a:pt x="129" y="164"/>
                  <a:pt x="121" y="160"/>
                </a:cubicBezTo>
                <a:cubicBezTo>
                  <a:pt x="121" y="159"/>
                  <a:pt x="121" y="159"/>
                  <a:pt x="121" y="159"/>
                </a:cubicBezTo>
                <a:cubicBezTo>
                  <a:pt x="121" y="157"/>
                  <a:pt x="122" y="153"/>
                  <a:pt x="125" y="146"/>
                </a:cubicBezTo>
                <a:cubicBezTo>
                  <a:pt x="124" y="144"/>
                  <a:pt x="123" y="143"/>
                  <a:pt x="123" y="141"/>
                </a:cubicBezTo>
                <a:cubicBezTo>
                  <a:pt x="113" y="140"/>
                  <a:pt x="109" y="139"/>
                  <a:pt x="109" y="138"/>
                </a:cubicBezTo>
                <a:cubicBezTo>
                  <a:pt x="109" y="125"/>
                  <a:pt x="109" y="125"/>
                  <a:pt x="109" y="125"/>
                </a:cubicBezTo>
                <a:cubicBezTo>
                  <a:pt x="109" y="124"/>
                  <a:pt x="113" y="123"/>
                  <a:pt x="123" y="122"/>
                </a:cubicBezTo>
                <a:cubicBezTo>
                  <a:pt x="123" y="120"/>
                  <a:pt x="124" y="118"/>
                  <a:pt x="125" y="117"/>
                </a:cubicBezTo>
                <a:cubicBezTo>
                  <a:pt x="122" y="110"/>
                  <a:pt x="121" y="105"/>
                  <a:pt x="121" y="104"/>
                </a:cubicBezTo>
                <a:cubicBezTo>
                  <a:pt x="121" y="104"/>
                  <a:pt x="121" y="103"/>
                  <a:pt x="121" y="103"/>
                </a:cubicBezTo>
                <a:cubicBezTo>
                  <a:pt x="121" y="103"/>
                  <a:pt x="122" y="102"/>
                  <a:pt x="124" y="101"/>
                </a:cubicBezTo>
                <a:cubicBezTo>
                  <a:pt x="126" y="100"/>
                  <a:pt x="128" y="99"/>
                  <a:pt x="130" y="98"/>
                </a:cubicBezTo>
                <a:cubicBezTo>
                  <a:pt x="132" y="97"/>
                  <a:pt x="133" y="97"/>
                  <a:pt x="133" y="97"/>
                </a:cubicBezTo>
                <a:cubicBezTo>
                  <a:pt x="133" y="97"/>
                  <a:pt x="135" y="98"/>
                  <a:pt x="137" y="101"/>
                </a:cubicBezTo>
                <a:cubicBezTo>
                  <a:pt x="139" y="104"/>
                  <a:pt x="141" y="106"/>
                  <a:pt x="142" y="107"/>
                </a:cubicBezTo>
                <a:cubicBezTo>
                  <a:pt x="143" y="107"/>
                  <a:pt x="144" y="107"/>
                  <a:pt x="145" y="107"/>
                </a:cubicBezTo>
                <a:cubicBezTo>
                  <a:pt x="145" y="107"/>
                  <a:pt x="146" y="107"/>
                  <a:pt x="148" y="107"/>
                </a:cubicBezTo>
                <a:cubicBezTo>
                  <a:pt x="151" y="103"/>
                  <a:pt x="154" y="99"/>
                  <a:pt x="156" y="97"/>
                </a:cubicBezTo>
                <a:cubicBezTo>
                  <a:pt x="157" y="97"/>
                  <a:pt x="157" y="97"/>
                  <a:pt x="157" y="97"/>
                </a:cubicBezTo>
                <a:cubicBezTo>
                  <a:pt x="157" y="97"/>
                  <a:pt x="161" y="99"/>
                  <a:pt x="169" y="103"/>
                </a:cubicBezTo>
                <a:cubicBezTo>
                  <a:pt x="169" y="103"/>
                  <a:pt x="169" y="104"/>
                  <a:pt x="169" y="104"/>
                </a:cubicBezTo>
                <a:cubicBezTo>
                  <a:pt x="169" y="105"/>
                  <a:pt x="167" y="110"/>
                  <a:pt x="164" y="117"/>
                </a:cubicBezTo>
                <a:cubicBezTo>
                  <a:pt x="165" y="118"/>
                  <a:pt x="166" y="120"/>
                  <a:pt x="167" y="122"/>
                </a:cubicBezTo>
                <a:cubicBezTo>
                  <a:pt x="176" y="123"/>
                  <a:pt x="181" y="124"/>
                  <a:pt x="181" y="125"/>
                </a:cubicBezTo>
                <a:close/>
                <a:moveTo>
                  <a:pt x="157" y="35"/>
                </a:moveTo>
                <a:cubicBezTo>
                  <a:pt x="157" y="31"/>
                  <a:pt x="156" y="28"/>
                  <a:pt x="153" y="26"/>
                </a:cubicBezTo>
                <a:cubicBezTo>
                  <a:pt x="151" y="24"/>
                  <a:pt x="148" y="22"/>
                  <a:pt x="145" y="22"/>
                </a:cubicBezTo>
                <a:cubicBezTo>
                  <a:pt x="142" y="22"/>
                  <a:pt x="139" y="24"/>
                  <a:pt x="136" y="26"/>
                </a:cubicBezTo>
                <a:cubicBezTo>
                  <a:pt x="134" y="28"/>
                  <a:pt x="133" y="31"/>
                  <a:pt x="133" y="35"/>
                </a:cubicBezTo>
                <a:cubicBezTo>
                  <a:pt x="133" y="38"/>
                  <a:pt x="134" y="41"/>
                  <a:pt x="136" y="43"/>
                </a:cubicBezTo>
                <a:cubicBezTo>
                  <a:pt x="139" y="45"/>
                  <a:pt x="141" y="47"/>
                  <a:pt x="145" y="47"/>
                </a:cubicBezTo>
                <a:cubicBezTo>
                  <a:pt x="148" y="47"/>
                  <a:pt x="151" y="45"/>
                  <a:pt x="153" y="43"/>
                </a:cubicBezTo>
                <a:cubicBezTo>
                  <a:pt x="156" y="41"/>
                  <a:pt x="157" y="38"/>
                  <a:pt x="157" y="35"/>
                </a:cubicBezTo>
                <a:close/>
                <a:moveTo>
                  <a:pt x="157" y="131"/>
                </a:moveTo>
                <a:cubicBezTo>
                  <a:pt x="157" y="128"/>
                  <a:pt x="156" y="125"/>
                  <a:pt x="153" y="123"/>
                </a:cubicBezTo>
                <a:cubicBezTo>
                  <a:pt x="151" y="120"/>
                  <a:pt x="148" y="119"/>
                  <a:pt x="145" y="119"/>
                </a:cubicBezTo>
                <a:cubicBezTo>
                  <a:pt x="142" y="119"/>
                  <a:pt x="139" y="120"/>
                  <a:pt x="136" y="123"/>
                </a:cubicBezTo>
                <a:cubicBezTo>
                  <a:pt x="134" y="125"/>
                  <a:pt x="133" y="128"/>
                  <a:pt x="133" y="131"/>
                </a:cubicBezTo>
                <a:cubicBezTo>
                  <a:pt x="133" y="135"/>
                  <a:pt x="134" y="138"/>
                  <a:pt x="136" y="140"/>
                </a:cubicBezTo>
                <a:cubicBezTo>
                  <a:pt x="139" y="142"/>
                  <a:pt x="141" y="143"/>
                  <a:pt x="145" y="143"/>
                </a:cubicBezTo>
                <a:cubicBezTo>
                  <a:pt x="148" y="143"/>
                  <a:pt x="151" y="142"/>
                  <a:pt x="153" y="140"/>
                </a:cubicBezTo>
                <a:cubicBezTo>
                  <a:pt x="156" y="138"/>
                  <a:pt x="157" y="135"/>
                  <a:pt x="157" y="13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29" name="Freeform 131"/>
          <p:cNvSpPr>
            <a:spLocks noEditPoints="1"/>
          </p:cNvSpPr>
          <p:nvPr/>
        </p:nvSpPr>
        <p:spPr bwMode="auto">
          <a:xfrm>
            <a:off x="3946789" y="2697469"/>
            <a:ext cx="242043" cy="192337"/>
          </a:xfrm>
          <a:custGeom>
            <a:avLst/>
            <a:gdLst>
              <a:gd name="T0" fmla="*/ 124 w 169"/>
              <a:gd name="T1" fmla="*/ 25 h 134"/>
              <a:gd name="T2" fmla="*/ 133 w 169"/>
              <a:gd name="T3" fmla="*/ 49 h 134"/>
              <a:gd name="T4" fmla="*/ 124 w 169"/>
              <a:gd name="T5" fmla="*/ 73 h 134"/>
              <a:gd name="T6" fmla="*/ 100 w 169"/>
              <a:gd name="T7" fmla="*/ 91 h 134"/>
              <a:gd name="T8" fmla="*/ 66 w 169"/>
              <a:gd name="T9" fmla="*/ 97 h 134"/>
              <a:gd name="T10" fmla="*/ 50 w 169"/>
              <a:gd name="T11" fmla="*/ 96 h 134"/>
              <a:gd name="T12" fmla="*/ 23 w 169"/>
              <a:gd name="T13" fmla="*/ 108 h 134"/>
              <a:gd name="T14" fmla="*/ 15 w 169"/>
              <a:gd name="T15" fmla="*/ 109 h 134"/>
              <a:gd name="T16" fmla="*/ 15 w 169"/>
              <a:gd name="T17" fmla="*/ 109 h 134"/>
              <a:gd name="T18" fmla="*/ 13 w 169"/>
              <a:gd name="T19" fmla="*/ 109 h 134"/>
              <a:gd name="T20" fmla="*/ 12 w 169"/>
              <a:gd name="T21" fmla="*/ 107 h 134"/>
              <a:gd name="T22" fmla="*/ 12 w 169"/>
              <a:gd name="T23" fmla="*/ 106 h 134"/>
              <a:gd name="T24" fmla="*/ 12 w 169"/>
              <a:gd name="T25" fmla="*/ 105 h 134"/>
              <a:gd name="T26" fmla="*/ 12 w 169"/>
              <a:gd name="T27" fmla="*/ 105 h 134"/>
              <a:gd name="T28" fmla="*/ 12 w 169"/>
              <a:gd name="T29" fmla="*/ 104 h 134"/>
              <a:gd name="T30" fmla="*/ 13 w 169"/>
              <a:gd name="T31" fmla="*/ 104 h 134"/>
              <a:gd name="T32" fmla="*/ 13 w 169"/>
              <a:gd name="T33" fmla="*/ 103 h 134"/>
              <a:gd name="T34" fmla="*/ 13 w 169"/>
              <a:gd name="T35" fmla="*/ 103 h 134"/>
              <a:gd name="T36" fmla="*/ 14 w 169"/>
              <a:gd name="T37" fmla="*/ 102 h 134"/>
              <a:gd name="T38" fmla="*/ 16 w 169"/>
              <a:gd name="T39" fmla="*/ 100 h 134"/>
              <a:gd name="T40" fmla="*/ 18 w 169"/>
              <a:gd name="T41" fmla="*/ 97 h 134"/>
              <a:gd name="T42" fmla="*/ 21 w 169"/>
              <a:gd name="T43" fmla="*/ 95 h 134"/>
              <a:gd name="T44" fmla="*/ 23 w 169"/>
              <a:gd name="T45" fmla="*/ 91 h 134"/>
              <a:gd name="T46" fmla="*/ 25 w 169"/>
              <a:gd name="T47" fmla="*/ 87 h 134"/>
              <a:gd name="T48" fmla="*/ 6 w 169"/>
              <a:gd name="T49" fmla="*/ 70 h 134"/>
              <a:gd name="T50" fmla="*/ 0 w 169"/>
              <a:gd name="T51" fmla="*/ 49 h 134"/>
              <a:gd name="T52" fmla="*/ 9 w 169"/>
              <a:gd name="T53" fmla="*/ 25 h 134"/>
              <a:gd name="T54" fmla="*/ 33 w 169"/>
              <a:gd name="T55" fmla="*/ 7 h 134"/>
              <a:gd name="T56" fmla="*/ 66 w 169"/>
              <a:gd name="T57" fmla="*/ 0 h 134"/>
              <a:gd name="T58" fmla="*/ 100 w 169"/>
              <a:gd name="T59" fmla="*/ 7 h 134"/>
              <a:gd name="T60" fmla="*/ 124 w 169"/>
              <a:gd name="T61" fmla="*/ 25 h 134"/>
              <a:gd name="T62" fmla="*/ 169 w 169"/>
              <a:gd name="T63" fmla="*/ 73 h 134"/>
              <a:gd name="T64" fmla="*/ 162 w 169"/>
              <a:gd name="T65" fmla="*/ 94 h 134"/>
              <a:gd name="T66" fmla="*/ 144 w 169"/>
              <a:gd name="T67" fmla="*/ 111 h 134"/>
              <a:gd name="T68" fmla="*/ 146 w 169"/>
              <a:gd name="T69" fmla="*/ 115 h 134"/>
              <a:gd name="T70" fmla="*/ 148 w 169"/>
              <a:gd name="T71" fmla="*/ 119 h 134"/>
              <a:gd name="T72" fmla="*/ 150 w 169"/>
              <a:gd name="T73" fmla="*/ 122 h 134"/>
              <a:gd name="T74" fmla="*/ 153 w 169"/>
              <a:gd name="T75" fmla="*/ 124 h 134"/>
              <a:gd name="T76" fmla="*/ 155 w 169"/>
              <a:gd name="T77" fmla="*/ 127 h 134"/>
              <a:gd name="T78" fmla="*/ 155 w 169"/>
              <a:gd name="T79" fmla="*/ 127 h 134"/>
              <a:gd name="T80" fmla="*/ 156 w 169"/>
              <a:gd name="T81" fmla="*/ 128 h 134"/>
              <a:gd name="T82" fmla="*/ 156 w 169"/>
              <a:gd name="T83" fmla="*/ 128 h 134"/>
              <a:gd name="T84" fmla="*/ 157 w 169"/>
              <a:gd name="T85" fmla="*/ 129 h 134"/>
              <a:gd name="T86" fmla="*/ 157 w 169"/>
              <a:gd name="T87" fmla="*/ 129 h 134"/>
              <a:gd name="T88" fmla="*/ 157 w 169"/>
              <a:gd name="T89" fmla="*/ 130 h 134"/>
              <a:gd name="T90" fmla="*/ 157 w 169"/>
              <a:gd name="T91" fmla="*/ 130 h 134"/>
              <a:gd name="T92" fmla="*/ 157 w 169"/>
              <a:gd name="T93" fmla="*/ 131 h 134"/>
              <a:gd name="T94" fmla="*/ 156 w 169"/>
              <a:gd name="T95" fmla="*/ 133 h 134"/>
              <a:gd name="T96" fmla="*/ 154 w 169"/>
              <a:gd name="T97" fmla="*/ 134 h 134"/>
              <a:gd name="T98" fmla="*/ 145 w 169"/>
              <a:gd name="T99" fmla="*/ 132 h 134"/>
              <a:gd name="T100" fmla="*/ 119 w 169"/>
              <a:gd name="T101" fmla="*/ 120 h 134"/>
              <a:gd name="T102" fmla="*/ 103 w 169"/>
              <a:gd name="T103" fmla="*/ 121 h 134"/>
              <a:gd name="T104" fmla="*/ 58 w 169"/>
              <a:gd name="T105" fmla="*/ 109 h 134"/>
              <a:gd name="T106" fmla="*/ 66 w 169"/>
              <a:gd name="T107" fmla="*/ 109 h 134"/>
              <a:gd name="T108" fmla="*/ 95 w 169"/>
              <a:gd name="T109" fmla="*/ 105 h 134"/>
              <a:gd name="T110" fmla="*/ 120 w 169"/>
              <a:gd name="T111" fmla="*/ 93 h 134"/>
              <a:gd name="T112" fmla="*/ 139 w 169"/>
              <a:gd name="T113" fmla="*/ 73 h 134"/>
              <a:gd name="T114" fmla="*/ 145 w 169"/>
              <a:gd name="T115" fmla="*/ 49 h 134"/>
              <a:gd name="T116" fmla="*/ 143 w 169"/>
              <a:gd name="T117" fmla="*/ 34 h 134"/>
              <a:gd name="T118" fmla="*/ 162 w 169"/>
              <a:gd name="T119" fmla="*/ 51 h 134"/>
              <a:gd name="T120" fmla="*/ 169 w 169"/>
              <a:gd name="T121" fmla="*/ 73 h 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69" h="134">
                <a:moveTo>
                  <a:pt x="124" y="25"/>
                </a:moveTo>
                <a:cubicBezTo>
                  <a:pt x="130" y="32"/>
                  <a:pt x="133" y="40"/>
                  <a:pt x="133" y="49"/>
                </a:cubicBezTo>
                <a:cubicBezTo>
                  <a:pt x="133" y="58"/>
                  <a:pt x="130" y="66"/>
                  <a:pt x="124" y="73"/>
                </a:cubicBezTo>
                <a:cubicBezTo>
                  <a:pt x="118" y="81"/>
                  <a:pt x="110" y="86"/>
                  <a:pt x="100" y="91"/>
                </a:cubicBezTo>
                <a:cubicBezTo>
                  <a:pt x="89" y="95"/>
                  <a:pt x="78" y="97"/>
                  <a:pt x="66" y="97"/>
                </a:cubicBezTo>
                <a:cubicBezTo>
                  <a:pt x="61" y="97"/>
                  <a:pt x="55" y="97"/>
                  <a:pt x="50" y="96"/>
                </a:cubicBezTo>
                <a:cubicBezTo>
                  <a:pt x="42" y="101"/>
                  <a:pt x="33" y="105"/>
                  <a:pt x="23" y="108"/>
                </a:cubicBezTo>
                <a:cubicBezTo>
                  <a:pt x="21" y="108"/>
                  <a:pt x="18" y="109"/>
                  <a:pt x="15" y="109"/>
                </a:cubicBezTo>
                <a:cubicBezTo>
                  <a:pt x="15" y="109"/>
                  <a:pt x="15" y="109"/>
                  <a:pt x="15" y="109"/>
                </a:cubicBezTo>
                <a:cubicBezTo>
                  <a:pt x="14" y="109"/>
                  <a:pt x="14" y="109"/>
                  <a:pt x="13" y="109"/>
                </a:cubicBezTo>
                <a:cubicBezTo>
                  <a:pt x="12" y="108"/>
                  <a:pt x="12" y="107"/>
                  <a:pt x="12" y="107"/>
                </a:cubicBezTo>
                <a:cubicBezTo>
                  <a:pt x="12" y="106"/>
                  <a:pt x="12" y="106"/>
                  <a:pt x="12" y="106"/>
                </a:cubicBezTo>
                <a:cubicBezTo>
                  <a:pt x="12" y="106"/>
                  <a:pt x="12" y="106"/>
                  <a:pt x="12" y="105"/>
                </a:cubicBezTo>
                <a:cubicBezTo>
                  <a:pt x="12" y="105"/>
                  <a:pt x="12" y="105"/>
                  <a:pt x="12" y="105"/>
                </a:cubicBezTo>
                <a:cubicBezTo>
                  <a:pt x="12" y="105"/>
                  <a:pt x="12" y="104"/>
                  <a:pt x="12" y="104"/>
                </a:cubicBezTo>
                <a:cubicBezTo>
                  <a:pt x="12" y="104"/>
                  <a:pt x="12" y="104"/>
                  <a:pt x="13" y="104"/>
                </a:cubicBezTo>
                <a:cubicBezTo>
                  <a:pt x="13" y="104"/>
                  <a:pt x="13" y="103"/>
                  <a:pt x="13" y="103"/>
                </a:cubicBezTo>
                <a:cubicBezTo>
                  <a:pt x="13" y="103"/>
                  <a:pt x="13" y="103"/>
                  <a:pt x="13" y="103"/>
                </a:cubicBezTo>
                <a:cubicBezTo>
                  <a:pt x="14" y="103"/>
                  <a:pt x="14" y="103"/>
                  <a:pt x="14" y="102"/>
                </a:cubicBezTo>
                <a:cubicBezTo>
                  <a:pt x="14" y="102"/>
                  <a:pt x="15" y="101"/>
                  <a:pt x="16" y="100"/>
                </a:cubicBezTo>
                <a:cubicBezTo>
                  <a:pt x="17" y="99"/>
                  <a:pt x="18" y="98"/>
                  <a:pt x="18" y="97"/>
                </a:cubicBezTo>
                <a:cubicBezTo>
                  <a:pt x="19" y="97"/>
                  <a:pt x="20" y="96"/>
                  <a:pt x="21" y="95"/>
                </a:cubicBezTo>
                <a:cubicBezTo>
                  <a:pt x="21" y="93"/>
                  <a:pt x="22" y="92"/>
                  <a:pt x="23" y="91"/>
                </a:cubicBezTo>
                <a:cubicBezTo>
                  <a:pt x="24" y="90"/>
                  <a:pt x="24" y="88"/>
                  <a:pt x="25" y="87"/>
                </a:cubicBezTo>
                <a:cubicBezTo>
                  <a:pt x="17" y="82"/>
                  <a:pt x="11" y="77"/>
                  <a:pt x="6" y="70"/>
                </a:cubicBezTo>
                <a:cubicBezTo>
                  <a:pt x="2" y="63"/>
                  <a:pt x="0" y="56"/>
                  <a:pt x="0" y="49"/>
                </a:cubicBezTo>
                <a:cubicBezTo>
                  <a:pt x="0" y="40"/>
                  <a:pt x="3" y="32"/>
                  <a:pt x="9" y="25"/>
                </a:cubicBezTo>
                <a:cubicBezTo>
                  <a:pt x="14" y="17"/>
                  <a:pt x="23" y="11"/>
                  <a:pt x="33" y="7"/>
                </a:cubicBezTo>
                <a:cubicBezTo>
                  <a:pt x="43" y="3"/>
                  <a:pt x="54" y="0"/>
                  <a:pt x="66" y="0"/>
                </a:cubicBezTo>
                <a:cubicBezTo>
                  <a:pt x="78" y="0"/>
                  <a:pt x="89" y="3"/>
                  <a:pt x="100" y="7"/>
                </a:cubicBezTo>
                <a:cubicBezTo>
                  <a:pt x="110" y="11"/>
                  <a:pt x="118" y="17"/>
                  <a:pt x="124" y="25"/>
                </a:cubicBezTo>
                <a:close/>
                <a:moveTo>
                  <a:pt x="169" y="73"/>
                </a:moveTo>
                <a:cubicBezTo>
                  <a:pt x="169" y="81"/>
                  <a:pt x="167" y="88"/>
                  <a:pt x="162" y="94"/>
                </a:cubicBezTo>
                <a:cubicBezTo>
                  <a:pt x="158" y="101"/>
                  <a:pt x="152" y="106"/>
                  <a:pt x="144" y="111"/>
                </a:cubicBezTo>
                <a:cubicBezTo>
                  <a:pt x="145" y="112"/>
                  <a:pt x="145" y="114"/>
                  <a:pt x="146" y="115"/>
                </a:cubicBezTo>
                <a:cubicBezTo>
                  <a:pt x="147" y="116"/>
                  <a:pt x="147" y="118"/>
                  <a:pt x="148" y="119"/>
                </a:cubicBezTo>
                <a:cubicBezTo>
                  <a:pt x="149" y="120"/>
                  <a:pt x="150" y="121"/>
                  <a:pt x="150" y="122"/>
                </a:cubicBezTo>
                <a:cubicBezTo>
                  <a:pt x="151" y="122"/>
                  <a:pt x="152" y="123"/>
                  <a:pt x="153" y="124"/>
                </a:cubicBezTo>
                <a:cubicBezTo>
                  <a:pt x="154" y="125"/>
                  <a:pt x="155" y="126"/>
                  <a:pt x="155" y="127"/>
                </a:cubicBezTo>
                <a:cubicBezTo>
                  <a:pt x="155" y="127"/>
                  <a:pt x="155" y="127"/>
                  <a:pt x="155" y="127"/>
                </a:cubicBezTo>
                <a:cubicBezTo>
                  <a:pt x="156" y="127"/>
                  <a:pt x="156" y="127"/>
                  <a:pt x="156" y="128"/>
                </a:cubicBezTo>
                <a:cubicBezTo>
                  <a:pt x="156" y="128"/>
                  <a:pt x="156" y="128"/>
                  <a:pt x="156" y="128"/>
                </a:cubicBezTo>
                <a:cubicBezTo>
                  <a:pt x="156" y="128"/>
                  <a:pt x="156" y="128"/>
                  <a:pt x="157" y="129"/>
                </a:cubicBezTo>
                <a:cubicBezTo>
                  <a:pt x="157" y="129"/>
                  <a:pt x="157" y="129"/>
                  <a:pt x="157" y="129"/>
                </a:cubicBezTo>
                <a:cubicBezTo>
                  <a:pt x="157" y="129"/>
                  <a:pt x="157" y="129"/>
                  <a:pt x="157" y="130"/>
                </a:cubicBezTo>
                <a:cubicBezTo>
                  <a:pt x="157" y="130"/>
                  <a:pt x="157" y="130"/>
                  <a:pt x="157" y="130"/>
                </a:cubicBezTo>
                <a:cubicBezTo>
                  <a:pt x="157" y="130"/>
                  <a:pt x="157" y="131"/>
                  <a:pt x="157" y="131"/>
                </a:cubicBezTo>
                <a:cubicBezTo>
                  <a:pt x="157" y="132"/>
                  <a:pt x="156" y="132"/>
                  <a:pt x="156" y="133"/>
                </a:cubicBezTo>
                <a:cubicBezTo>
                  <a:pt x="155" y="133"/>
                  <a:pt x="154" y="134"/>
                  <a:pt x="154" y="134"/>
                </a:cubicBezTo>
                <a:cubicBezTo>
                  <a:pt x="150" y="133"/>
                  <a:pt x="148" y="133"/>
                  <a:pt x="145" y="132"/>
                </a:cubicBezTo>
                <a:cubicBezTo>
                  <a:pt x="136" y="130"/>
                  <a:pt x="127" y="125"/>
                  <a:pt x="119" y="120"/>
                </a:cubicBezTo>
                <a:cubicBezTo>
                  <a:pt x="114" y="121"/>
                  <a:pt x="108" y="121"/>
                  <a:pt x="103" y="121"/>
                </a:cubicBezTo>
                <a:cubicBezTo>
                  <a:pt x="85" y="121"/>
                  <a:pt x="71" y="117"/>
                  <a:pt x="58" y="109"/>
                </a:cubicBezTo>
                <a:cubicBezTo>
                  <a:pt x="62" y="109"/>
                  <a:pt x="64" y="109"/>
                  <a:pt x="66" y="109"/>
                </a:cubicBezTo>
                <a:cubicBezTo>
                  <a:pt x="76" y="109"/>
                  <a:pt x="86" y="108"/>
                  <a:pt x="95" y="105"/>
                </a:cubicBezTo>
                <a:cubicBezTo>
                  <a:pt x="105" y="102"/>
                  <a:pt x="113" y="98"/>
                  <a:pt x="120" y="93"/>
                </a:cubicBezTo>
                <a:cubicBezTo>
                  <a:pt x="128" y="87"/>
                  <a:pt x="134" y="80"/>
                  <a:pt x="139" y="73"/>
                </a:cubicBezTo>
                <a:cubicBezTo>
                  <a:pt x="143" y="65"/>
                  <a:pt x="145" y="57"/>
                  <a:pt x="145" y="49"/>
                </a:cubicBezTo>
                <a:cubicBezTo>
                  <a:pt x="145" y="44"/>
                  <a:pt x="144" y="39"/>
                  <a:pt x="143" y="34"/>
                </a:cubicBezTo>
                <a:cubicBezTo>
                  <a:pt x="151" y="39"/>
                  <a:pt x="157" y="45"/>
                  <a:pt x="162" y="51"/>
                </a:cubicBezTo>
                <a:cubicBezTo>
                  <a:pt x="167" y="58"/>
                  <a:pt x="169" y="65"/>
                  <a:pt x="169" y="7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30" name="Freeform 132"/>
          <p:cNvSpPr>
            <a:spLocks noEditPoints="1"/>
          </p:cNvSpPr>
          <p:nvPr/>
        </p:nvSpPr>
        <p:spPr bwMode="auto">
          <a:xfrm>
            <a:off x="4249343" y="2665051"/>
            <a:ext cx="207464" cy="224755"/>
          </a:xfrm>
          <a:custGeom>
            <a:avLst/>
            <a:gdLst>
              <a:gd name="T0" fmla="*/ 140 w 145"/>
              <a:gd name="T1" fmla="*/ 88 h 158"/>
              <a:gd name="T2" fmla="*/ 137 w 145"/>
              <a:gd name="T3" fmla="*/ 108 h 158"/>
              <a:gd name="T4" fmla="*/ 132 w 145"/>
              <a:gd name="T5" fmla="*/ 129 h 158"/>
              <a:gd name="T6" fmla="*/ 103 w 145"/>
              <a:gd name="T7" fmla="*/ 158 h 158"/>
              <a:gd name="T8" fmla="*/ 90 w 145"/>
              <a:gd name="T9" fmla="*/ 158 h 158"/>
              <a:gd name="T10" fmla="*/ 52 w 145"/>
              <a:gd name="T11" fmla="*/ 149 h 158"/>
              <a:gd name="T12" fmla="*/ 12 w 145"/>
              <a:gd name="T13" fmla="*/ 145 h 158"/>
              <a:gd name="T14" fmla="*/ 0 w 145"/>
              <a:gd name="T15" fmla="*/ 133 h 158"/>
              <a:gd name="T16" fmla="*/ 3 w 145"/>
              <a:gd name="T17" fmla="*/ 64 h 158"/>
              <a:gd name="T18" fmla="*/ 38 w 145"/>
              <a:gd name="T19" fmla="*/ 61 h 158"/>
              <a:gd name="T20" fmla="*/ 61 w 145"/>
              <a:gd name="T21" fmla="*/ 34 h 158"/>
              <a:gd name="T22" fmla="*/ 67 w 145"/>
              <a:gd name="T23" fmla="*/ 14 h 158"/>
              <a:gd name="T24" fmla="*/ 81 w 145"/>
              <a:gd name="T25" fmla="*/ 0 h 158"/>
              <a:gd name="T26" fmla="*/ 105 w 145"/>
              <a:gd name="T27" fmla="*/ 13 h 158"/>
              <a:gd name="T28" fmla="*/ 104 w 145"/>
              <a:gd name="T29" fmla="*/ 49 h 158"/>
              <a:gd name="T30" fmla="*/ 138 w 145"/>
              <a:gd name="T31" fmla="*/ 56 h 158"/>
              <a:gd name="T32" fmla="*/ 22 w 145"/>
              <a:gd name="T33" fmla="*/ 132 h 158"/>
              <a:gd name="T34" fmla="*/ 22 w 145"/>
              <a:gd name="T35" fmla="*/ 123 h 158"/>
              <a:gd name="T36" fmla="*/ 14 w 145"/>
              <a:gd name="T37" fmla="*/ 123 h 158"/>
              <a:gd name="T38" fmla="*/ 14 w 145"/>
              <a:gd name="T39" fmla="*/ 132 h 158"/>
              <a:gd name="T40" fmla="*/ 22 w 145"/>
              <a:gd name="T41" fmla="*/ 132 h 158"/>
              <a:gd name="T42" fmla="*/ 129 w 145"/>
              <a:gd name="T43" fmla="*/ 64 h 158"/>
              <a:gd name="T44" fmla="*/ 87 w 145"/>
              <a:gd name="T45" fmla="*/ 61 h 158"/>
              <a:gd name="T46" fmla="*/ 96 w 145"/>
              <a:gd name="T47" fmla="*/ 30 h 158"/>
              <a:gd name="T48" fmla="*/ 81 w 145"/>
              <a:gd name="T49" fmla="*/ 12 h 158"/>
              <a:gd name="T50" fmla="*/ 75 w 145"/>
              <a:gd name="T51" fmla="*/ 32 h 158"/>
              <a:gd name="T52" fmla="*/ 62 w 145"/>
              <a:gd name="T53" fmla="*/ 51 h 158"/>
              <a:gd name="T54" fmla="*/ 57 w 145"/>
              <a:gd name="T55" fmla="*/ 58 h 158"/>
              <a:gd name="T56" fmla="*/ 50 w 145"/>
              <a:gd name="T57" fmla="*/ 66 h 158"/>
              <a:gd name="T58" fmla="*/ 42 w 145"/>
              <a:gd name="T59" fmla="*/ 72 h 158"/>
              <a:gd name="T60" fmla="*/ 36 w 145"/>
              <a:gd name="T61" fmla="*/ 73 h 158"/>
              <a:gd name="T62" fmla="*/ 39 w 145"/>
              <a:gd name="T63" fmla="*/ 133 h 158"/>
              <a:gd name="T64" fmla="*/ 45 w 145"/>
              <a:gd name="T65" fmla="*/ 134 h 158"/>
              <a:gd name="T66" fmla="*/ 52 w 145"/>
              <a:gd name="T67" fmla="*/ 136 h 158"/>
              <a:gd name="T68" fmla="*/ 58 w 145"/>
              <a:gd name="T69" fmla="*/ 139 h 158"/>
              <a:gd name="T70" fmla="*/ 102 w 145"/>
              <a:gd name="T71" fmla="*/ 145 h 158"/>
              <a:gd name="T72" fmla="*/ 120 w 145"/>
              <a:gd name="T73" fmla="*/ 124 h 158"/>
              <a:gd name="T74" fmla="*/ 126 w 145"/>
              <a:gd name="T75" fmla="*/ 112 h 158"/>
              <a:gd name="T76" fmla="*/ 129 w 145"/>
              <a:gd name="T77" fmla="*/ 95 h 158"/>
              <a:gd name="T78" fmla="*/ 126 w 145"/>
              <a:gd name="T79" fmla="*/ 85 h 158"/>
              <a:gd name="T80" fmla="*/ 133 w 145"/>
              <a:gd name="T81" fmla="*/ 73 h 1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45" h="158">
                <a:moveTo>
                  <a:pt x="145" y="73"/>
                </a:moveTo>
                <a:cubicBezTo>
                  <a:pt x="145" y="78"/>
                  <a:pt x="143" y="83"/>
                  <a:pt x="140" y="88"/>
                </a:cubicBezTo>
                <a:cubicBezTo>
                  <a:pt x="141" y="90"/>
                  <a:pt x="141" y="92"/>
                  <a:pt x="141" y="95"/>
                </a:cubicBezTo>
                <a:cubicBezTo>
                  <a:pt x="141" y="100"/>
                  <a:pt x="140" y="104"/>
                  <a:pt x="137" y="108"/>
                </a:cubicBezTo>
                <a:cubicBezTo>
                  <a:pt x="138" y="110"/>
                  <a:pt x="138" y="111"/>
                  <a:pt x="138" y="112"/>
                </a:cubicBezTo>
                <a:cubicBezTo>
                  <a:pt x="138" y="119"/>
                  <a:pt x="136" y="124"/>
                  <a:pt x="132" y="129"/>
                </a:cubicBezTo>
                <a:cubicBezTo>
                  <a:pt x="132" y="138"/>
                  <a:pt x="129" y="145"/>
                  <a:pt x="124" y="150"/>
                </a:cubicBezTo>
                <a:cubicBezTo>
                  <a:pt x="119" y="155"/>
                  <a:pt x="111" y="158"/>
                  <a:pt x="103" y="158"/>
                </a:cubicBezTo>
                <a:cubicBezTo>
                  <a:pt x="99" y="158"/>
                  <a:pt x="99" y="158"/>
                  <a:pt x="99" y="158"/>
                </a:cubicBezTo>
                <a:cubicBezTo>
                  <a:pt x="90" y="158"/>
                  <a:pt x="90" y="158"/>
                  <a:pt x="90" y="158"/>
                </a:cubicBezTo>
                <a:cubicBezTo>
                  <a:pt x="84" y="158"/>
                  <a:pt x="78" y="157"/>
                  <a:pt x="72" y="155"/>
                </a:cubicBezTo>
                <a:cubicBezTo>
                  <a:pt x="67" y="154"/>
                  <a:pt x="60" y="152"/>
                  <a:pt x="52" y="149"/>
                </a:cubicBezTo>
                <a:cubicBezTo>
                  <a:pt x="45" y="147"/>
                  <a:pt x="40" y="145"/>
                  <a:pt x="39" y="145"/>
                </a:cubicBezTo>
                <a:cubicBezTo>
                  <a:pt x="12" y="145"/>
                  <a:pt x="12" y="145"/>
                  <a:pt x="12" y="145"/>
                </a:cubicBezTo>
                <a:cubicBezTo>
                  <a:pt x="8" y="145"/>
                  <a:pt x="6" y="144"/>
                  <a:pt x="3" y="142"/>
                </a:cubicBezTo>
                <a:cubicBezTo>
                  <a:pt x="1" y="140"/>
                  <a:pt x="0" y="137"/>
                  <a:pt x="0" y="133"/>
                </a:cubicBezTo>
                <a:cubicBezTo>
                  <a:pt x="0" y="73"/>
                  <a:pt x="0" y="73"/>
                  <a:pt x="0" y="73"/>
                </a:cubicBezTo>
                <a:cubicBezTo>
                  <a:pt x="0" y="70"/>
                  <a:pt x="1" y="67"/>
                  <a:pt x="3" y="64"/>
                </a:cubicBezTo>
                <a:cubicBezTo>
                  <a:pt x="6" y="62"/>
                  <a:pt x="8" y="61"/>
                  <a:pt x="12" y="61"/>
                </a:cubicBezTo>
                <a:cubicBezTo>
                  <a:pt x="38" y="61"/>
                  <a:pt x="38" y="61"/>
                  <a:pt x="38" y="61"/>
                </a:cubicBezTo>
                <a:cubicBezTo>
                  <a:pt x="40" y="59"/>
                  <a:pt x="44" y="54"/>
                  <a:pt x="51" y="46"/>
                </a:cubicBezTo>
                <a:cubicBezTo>
                  <a:pt x="54" y="41"/>
                  <a:pt x="58" y="37"/>
                  <a:pt x="61" y="34"/>
                </a:cubicBezTo>
                <a:cubicBezTo>
                  <a:pt x="62" y="32"/>
                  <a:pt x="63" y="30"/>
                  <a:pt x="64" y="26"/>
                </a:cubicBezTo>
                <a:cubicBezTo>
                  <a:pt x="65" y="22"/>
                  <a:pt x="66" y="18"/>
                  <a:pt x="67" y="14"/>
                </a:cubicBezTo>
                <a:cubicBezTo>
                  <a:pt x="68" y="10"/>
                  <a:pt x="70" y="6"/>
                  <a:pt x="73" y="4"/>
                </a:cubicBezTo>
                <a:cubicBezTo>
                  <a:pt x="75" y="1"/>
                  <a:pt x="78" y="0"/>
                  <a:pt x="81" y="0"/>
                </a:cubicBezTo>
                <a:cubicBezTo>
                  <a:pt x="87" y="0"/>
                  <a:pt x="91" y="1"/>
                  <a:pt x="96" y="3"/>
                </a:cubicBezTo>
                <a:cubicBezTo>
                  <a:pt x="100" y="5"/>
                  <a:pt x="103" y="9"/>
                  <a:pt x="105" y="13"/>
                </a:cubicBezTo>
                <a:cubicBezTo>
                  <a:pt x="107" y="17"/>
                  <a:pt x="109" y="23"/>
                  <a:pt x="109" y="30"/>
                </a:cubicBezTo>
                <a:cubicBezTo>
                  <a:pt x="109" y="36"/>
                  <a:pt x="107" y="42"/>
                  <a:pt x="104" y="49"/>
                </a:cubicBezTo>
                <a:cubicBezTo>
                  <a:pt x="121" y="49"/>
                  <a:pt x="121" y="49"/>
                  <a:pt x="121" y="49"/>
                </a:cubicBezTo>
                <a:cubicBezTo>
                  <a:pt x="127" y="49"/>
                  <a:pt x="133" y="51"/>
                  <a:pt x="138" y="56"/>
                </a:cubicBezTo>
                <a:cubicBezTo>
                  <a:pt x="142" y="61"/>
                  <a:pt x="145" y="66"/>
                  <a:pt x="145" y="73"/>
                </a:cubicBezTo>
                <a:close/>
                <a:moveTo>
                  <a:pt x="22" y="132"/>
                </a:moveTo>
                <a:cubicBezTo>
                  <a:pt x="23" y="130"/>
                  <a:pt x="24" y="129"/>
                  <a:pt x="24" y="127"/>
                </a:cubicBezTo>
                <a:cubicBezTo>
                  <a:pt x="24" y="126"/>
                  <a:pt x="23" y="124"/>
                  <a:pt x="22" y="123"/>
                </a:cubicBezTo>
                <a:cubicBezTo>
                  <a:pt x="21" y="122"/>
                  <a:pt x="19" y="121"/>
                  <a:pt x="18" y="121"/>
                </a:cubicBezTo>
                <a:cubicBezTo>
                  <a:pt x="16" y="121"/>
                  <a:pt x="15" y="122"/>
                  <a:pt x="14" y="123"/>
                </a:cubicBezTo>
                <a:cubicBezTo>
                  <a:pt x="12" y="124"/>
                  <a:pt x="12" y="126"/>
                  <a:pt x="12" y="127"/>
                </a:cubicBezTo>
                <a:cubicBezTo>
                  <a:pt x="12" y="129"/>
                  <a:pt x="12" y="130"/>
                  <a:pt x="14" y="132"/>
                </a:cubicBezTo>
                <a:cubicBezTo>
                  <a:pt x="15" y="133"/>
                  <a:pt x="16" y="133"/>
                  <a:pt x="18" y="133"/>
                </a:cubicBezTo>
                <a:cubicBezTo>
                  <a:pt x="19" y="133"/>
                  <a:pt x="21" y="133"/>
                  <a:pt x="22" y="132"/>
                </a:cubicBezTo>
                <a:close/>
                <a:moveTo>
                  <a:pt x="133" y="73"/>
                </a:moveTo>
                <a:cubicBezTo>
                  <a:pt x="133" y="70"/>
                  <a:pt x="132" y="67"/>
                  <a:pt x="129" y="64"/>
                </a:cubicBezTo>
                <a:cubicBezTo>
                  <a:pt x="127" y="62"/>
                  <a:pt x="124" y="61"/>
                  <a:pt x="121" y="61"/>
                </a:cubicBezTo>
                <a:cubicBezTo>
                  <a:pt x="87" y="61"/>
                  <a:pt x="87" y="61"/>
                  <a:pt x="87" y="61"/>
                </a:cubicBezTo>
                <a:cubicBezTo>
                  <a:pt x="87" y="57"/>
                  <a:pt x="89" y="52"/>
                  <a:pt x="92" y="46"/>
                </a:cubicBezTo>
                <a:cubicBezTo>
                  <a:pt x="95" y="39"/>
                  <a:pt x="96" y="34"/>
                  <a:pt x="96" y="30"/>
                </a:cubicBezTo>
                <a:cubicBezTo>
                  <a:pt x="96" y="24"/>
                  <a:pt x="95" y="20"/>
                  <a:pt x="93" y="17"/>
                </a:cubicBezTo>
                <a:cubicBezTo>
                  <a:pt x="91" y="14"/>
                  <a:pt x="87" y="12"/>
                  <a:pt x="81" y="12"/>
                </a:cubicBezTo>
                <a:cubicBezTo>
                  <a:pt x="80" y="14"/>
                  <a:pt x="78" y="17"/>
                  <a:pt x="78" y="20"/>
                </a:cubicBezTo>
                <a:cubicBezTo>
                  <a:pt x="77" y="24"/>
                  <a:pt x="76" y="28"/>
                  <a:pt x="75" y="32"/>
                </a:cubicBezTo>
                <a:cubicBezTo>
                  <a:pt x="74" y="36"/>
                  <a:pt x="72" y="40"/>
                  <a:pt x="69" y="43"/>
                </a:cubicBezTo>
                <a:cubicBezTo>
                  <a:pt x="68" y="44"/>
                  <a:pt x="65" y="47"/>
                  <a:pt x="62" y="51"/>
                </a:cubicBezTo>
                <a:cubicBezTo>
                  <a:pt x="62" y="52"/>
                  <a:pt x="61" y="52"/>
                  <a:pt x="60" y="54"/>
                </a:cubicBezTo>
                <a:cubicBezTo>
                  <a:pt x="59" y="56"/>
                  <a:pt x="58" y="57"/>
                  <a:pt x="57" y="58"/>
                </a:cubicBezTo>
                <a:cubicBezTo>
                  <a:pt x="56" y="59"/>
                  <a:pt x="55" y="60"/>
                  <a:pt x="54" y="62"/>
                </a:cubicBezTo>
                <a:cubicBezTo>
                  <a:pt x="52" y="64"/>
                  <a:pt x="51" y="65"/>
                  <a:pt x="50" y="66"/>
                </a:cubicBezTo>
                <a:cubicBezTo>
                  <a:pt x="49" y="67"/>
                  <a:pt x="47" y="68"/>
                  <a:pt x="46" y="69"/>
                </a:cubicBezTo>
                <a:cubicBezTo>
                  <a:pt x="45" y="71"/>
                  <a:pt x="44" y="71"/>
                  <a:pt x="42" y="72"/>
                </a:cubicBezTo>
                <a:cubicBezTo>
                  <a:pt x="41" y="73"/>
                  <a:pt x="40" y="73"/>
                  <a:pt x="39" y="73"/>
                </a:cubicBezTo>
                <a:cubicBezTo>
                  <a:pt x="36" y="73"/>
                  <a:pt x="36" y="73"/>
                  <a:pt x="36" y="73"/>
                </a:cubicBezTo>
                <a:cubicBezTo>
                  <a:pt x="36" y="133"/>
                  <a:pt x="36" y="133"/>
                  <a:pt x="36" y="133"/>
                </a:cubicBezTo>
                <a:cubicBezTo>
                  <a:pt x="39" y="133"/>
                  <a:pt x="39" y="133"/>
                  <a:pt x="39" y="133"/>
                </a:cubicBezTo>
                <a:cubicBezTo>
                  <a:pt x="40" y="133"/>
                  <a:pt x="41" y="133"/>
                  <a:pt x="42" y="134"/>
                </a:cubicBezTo>
                <a:cubicBezTo>
                  <a:pt x="43" y="134"/>
                  <a:pt x="44" y="134"/>
                  <a:pt x="45" y="134"/>
                </a:cubicBezTo>
                <a:cubicBezTo>
                  <a:pt x="46" y="134"/>
                  <a:pt x="47" y="135"/>
                  <a:pt x="49" y="135"/>
                </a:cubicBezTo>
                <a:cubicBezTo>
                  <a:pt x="50" y="136"/>
                  <a:pt x="51" y="136"/>
                  <a:pt x="52" y="136"/>
                </a:cubicBezTo>
                <a:cubicBezTo>
                  <a:pt x="53" y="137"/>
                  <a:pt x="54" y="137"/>
                  <a:pt x="55" y="138"/>
                </a:cubicBezTo>
                <a:cubicBezTo>
                  <a:pt x="57" y="138"/>
                  <a:pt x="58" y="138"/>
                  <a:pt x="58" y="139"/>
                </a:cubicBezTo>
                <a:cubicBezTo>
                  <a:pt x="71" y="143"/>
                  <a:pt x="82" y="145"/>
                  <a:pt x="90" y="145"/>
                </a:cubicBezTo>
                <a:cubicBezTo>
                  <a:pt x="102" y="145"/>
                  <a:pt x="102" y="145"/>
                  <a:pt x="102" y="145"/>
                </a:cubicBezTo>
                <a:cubicBezTo>
                  <a:pt x="114" y="145"/>
                  <a:pt x="120" y="140"/>
                  <a:pt x="120" y="130"/>
                </a:cubicBezTo>
                <a:cubicBezTo>
                  <a:pt x="120" y="128"/>
                  <a:pt x="120" y="126"/>
                  <a:pt x="120" y="124"/>
                </a:cubicBezTo>
                <a:cubicBezTo>
                  <a:pt x="121" y="123"/>
                  <a:pt x="123" y="122"/>
                  <a:pt x="124" y="119"/>
                </a:cubicBezTo>
                <a:cubicBezTo>
                  <a:pt x="125" y="117"/>
                  <a:pt x="126" y="115"/>
                  <a:pt x="126" y="112"/>
                </a:cubicBezTo>
                <a:cubicBezTo>
                  <a:pt x="126" y="110"/>
                  <a:pt x="125" y="108"/>
                  <a:pt x="124" y="106"/>
                </a:cubicBezTo>
                <a:cubicBezTo>
                  <a:pt x="127" y="103"/>
                  <a:pt x="129" y="99"/>
                  <a:pt x="129" y="95"/>
                </a:cubicBezTo>
                <a:cubicBezTo>
                  <a:pt x="129" y="93"/>
                  <a:pt x="129" y="91"/>
                  <a:pt x="128" y="89"/>
                </a:cubicBezTo>
                <a:cubicBezTo>
                  <a:pt x="127" y="88"/>
                  <a:pt x="127" y="86"/>
                  <a:pt x="126" y="85"/>
                </a:cubicBezTo>
                <a:cubicBezTo>
                  <a:pt x="128" y="85"/>
                  <a:pt x="129" y="83"/>
                  <a:pt x="131" y="81"/>
                </a:cubicBezTo>
                <a:cubicBezTo>
                  <a:pt x="132" y="78"/>
                  <a:pt x="133" y="75"/>
                  <a:pt x="133" y="7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31" name="Freeform 133"/>
          <p:cNvSpPr>
            <a:spLocks noEditPoints="1"/>
          </p:cNvSpPr>
          <p:nvPr/>
        </p:nvSpPr>
        <p:spPr bwMode="auto">
          <a:xfrm>
            <a:off x="4515159" y="2680180"/>
            <a:ext cx="209627" cy="226915"/>
          </a:xfrm>
          <a:custGeom>
            <a:avLst/>
            <a:gdLst>
              <a:gd name="T0" fmla="*/ 138 w 146"/>
              <a:gd name="T1" fmla="*/ 102 h 158"/>
              <a:gd name="T2" fmla="*/ 105 w 146"/>
              <a:gd name="T3" fmla="*/ 109 h 158"/>
              <a:gd name="T4" fmla="*/ 106 w 146"/>
              <a:gd name="T5" fmla="*/ 145 h 158"/>
              <a:gd name="T6" fmla="*/ 82 w 146"/>
              <a:gd name="T7" fmla="*/ 158 h 158"/>
              <a:gd name="T8" fmla="*/ 68 w 146"/>
              <a:gd name="T9" fmla="*/ 146 h 158"/>
              <a:gd name="T10" fmla="*/ 64 w 146"/>
              <a:gd name="T11" fmla="*/ 130 h 158"/>
              <a:gd name="T12" fmla="*/ 51 w 146"/>
              <a:gd name="T13" fmla="*/ 112 h 158"/>
              <a:gd name="T14" fmla="*/ 13 w 146"/>
              <a:gd name="T15" fmla="*/ 97 h 158"/>
              <a:gd name="T16" fmla="*/ 0 w 146"/>
              <a:gd name="T17" fmla="*/ 85 h 158"/>
              <a:gd name="T18" fmla="*/ 4 w 146"/>
              <a:gd name="T19" fmla="*/ 16 h 158"/>
              <a:gd name="T20" fmla="*/ 40 w 146"/>
              <a:gd name="T21" fmla="*/ 12 h 158"/>
              <a:gd name="T22" fmla="*/ 74 w 146"/>
              <a:gd name="T23" fmla="*/ 2 h 158"/>
              <a:gd name="T24" fmla="*/ 103 w 146"/>
              <a:gd name="T25" fmla="*/ 0 h 158"/>
              <a:gd name="T26" fmla="*/ 133 w 146"/>
              <a:gd name="T27" fmla="*/ 28 h 158"/>
              <a:gd name="T28" fmla="*/ 139 w 146"/>
              <a:gd name="T29" fmla="*/ 46 h 158"/>
              <a:gd name="T30" fmla="*/ 142 w 146"/>
              <a:gd name="T31" fmla="*/ 63 h 158"/>
              <a:gd name="T32" fmla="*/ 146 w 146"/>
              <a:gd name="T33" fmla="*/ 85 h 158"/>
              <a:gd name="T34" fmla="*/ 25 w 146"/>
              <a:gd name="T35" fmla="*/ 31 h 158"/>
              <a:gd name="T36" fmla="*/ 19 w 146"/>
              <a:gd name="T37" fmla="*/ 25 h 158"/>
              <a:gd name="T38" fmla="*/ 13 w 146"/>
              <a:gd name="T39" fmla="*/ 31 h 158"/>
              <a:gd name="T40" fmla="*/ 19 w 146"/>
              <a:gd name="T41" fmla="*/ 37 h 158"/>
              <a:gd name="T42" fmla="*/ 134 w 146"/>
              <a:gd name="T43" fmla="*/ 85 h 158"/>
              <a:gd name="T44" fmla="*/ 126 w 146"/>
              <a:gd name="T45" fmla="*/ 73 h 158"/>
              <a:gd name="T46" fmla="*/ 130 w 146"/>
              <a:gd name="T47" fmla="*/ 63 h 158"/>
              <a:gd name="T48" fmla="*/ 126 w 146"/>
              <a:gd name="T49" fmla="*/ 45 h 158"/>
              <a:gd name="T50" fmla="*/ 120 w 146"/>
              <a:gd name="T51" fmla="*/ 34 h 158"/>
              <a:gd name="T52" fmla="*/ 116 w 146"/>
              <a:gd name="T53" fmla="*/ 16 h 158"/>
              <a:gd name="T54" fmla="*/ 91 w 146"/>
              <a:gd name="T55" fmla="*/ 12 h 158"/>
              <a:gd name="T56" fmla="*/ 56 w 146"/>
              <a:gd name="T57" fmla="*/ 20 h 158"/>
              <a:gd name="T58" fmla="*/ 49 w 146"/>
              <a:gd name="T59" fmla="*/ 23 h 158"/>
              <a:gd name="T60" fmla="*/ 43 w 146"/>
              <a:gd name="T61" fmla="*/ 24 h 158"/>
              <a:gd name="T62" fmla="*/ 37 w 146"/>
              <a:gd name="T63" fmla="*/ 25 h 158"/>
              <a:gd name="T64" fmla="*/ 40 w 146"/>
              <a:gd name="T65" fmla="*/ 85 h 158"/>
              <a:gd name="T66" fmla="*/ 47 w 146"/>
              <a:gd name="T67" fmla="*/ 88 h 158"/>
              <a:gd name="T68" fmla="*/ 54 w 146"/>
              <a:gd name="T69" fmla="*/ 96 h 158"/>
              <a:gd name="T70" fmla="*/ 61 w 146"/>
              <a:gd name="T71" fmla="*/ 104 h 158"/>
              <a:gd name="T72" fmla="*/ 70 w 146"/>
              <a:gd name="T73" fmla="*/ 115 h 158"/>
              <a:gd name="T74" fmla="*/ 79 w 146"/>
              <a:gd name="T75" fmla="*/ 138 h 158"/>
              <a:gd name="T76" fmla="*/ 94 w 146"/>
              <a:gd name="T77" fmla="*/ 141 h 158"/>
              <a:gd name="T78" fmla="*/ 93 w 146"/>
              <a:gd name="T79" fmla="*/ 112 h 158"/>
              <a:gd name="T80" fmla="*/ 121 w 146"/>
              <a:gd name="T81" fmla="*/ 97 h 158"/>
              <a:gd name="T82" fmla="*/ 134 w 146"/>
              <a:gd name="T83" fmla="*/ 85 h 1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46" h="158">
                <a:moveTo>
                  <a:pt x="146" y="85"/>
                </a:moveTo>
                <a:cubicBezTo>
                  <a:pt x="146" y="92"/>
                  <a:pt x="143" y="97"/>
                  <a:pt x="138" y="102"/>
                </a:cubicBezTo>
                <a:cubicBezTo>
                  <a:pt x="134" y="107"/>
                  <a:pt x="128" y="109"/>
                  <a:pt x="121" y="109"/>
                </a:cubicBezTo>
                <a:cubicBezTo>
                  <a:pt x="105" y="109"/>
                  <a:pt x="105" y="109"/>
                  <a:pt x="105" y="109"/>
                </a:cubicBezTo>
                <a:cubicBezTo>
                  <a:pt x="108" y="115"/>
                  <a:pt x="109" y="122"/>
                  <a:pt x="109" y="127"/>
                </a:cubicBezTo>
                <a:cubicBezTo>
                  <a:pt x="109" y="135"/>
                  <a:pt x="108" y="141"/>
                  <a:pt x="106" y="145"/>
                </a:cubicBezTo>
                <a:cubicBezTo>
                  <a:pt x="104" y="149"/>
                  <a:pt x="101" y="153"/>
                  <a:pt x="96" y="155"/>
                </a:cubicBezTo>
                <a:cubicBezTo>
                  <a:pt x="92" y="157"/>
                  <a:pt x="87" y="158"/>
                  <a:pt x="82" y="158"/>
                </a:cubicBezTo>
                <a:cubicBezTo>
                  <a:pt x="79" y="158"/>
                  <a:pt x="76" y="156"/>
                  <a:pt x="74" y="154"/>
                </a:cubicBezTo>
                <a:cubicBezTo>
                  <a:pt x="71" y="152"/>
                  <a:pt x="70" y="149"/>
                  <a:pt x="68" y="146"/>
                </a:cubicBezTo>
                <a:cubicBezTo>
                  <a:pt x="67" y="143"/>
                  <a:pt x="66" y="140"/>
                  <a:pt x="66" y="138"/>
                </a:cubicBezTo>
                <a:cubicBezTo>
                  <a:pt x="66" y="135"/>
                  <a:pt x="65" y="133"/>
                  <a:pt x="64" y="130"/>
                </a:cubicBezTo>
                <a:cubicBezTo>
                  <a:pt x="64" y="127"/>
                  <a:pt x="63" y="125"/>
                  <a:pt x="61" y="124"/>
                </a:cubicBezTo>
                <a:cubicBezTo>
                  <a:pt x="58" y="121"/>
                  <a:pt x="55" y="117"/>
                  <a:pt x="51" y="112"/>
                </a:cubicBezTo>
                <a:cubicBezTo>
                  <a:pt x="45" y="104"/>
                  <a:pt x="41" y="99"/>
                  <a:pt x="38" y="97"/>
                </a:cubicBezTo>
                <a:cubicBezTo>
                  <a:pt x="13" y="97"/>
                  <a:pt x="13" y="97"/>
                  <a:pt x="13" y="97"/>
                </a:cubicBezTo>
                <a:cubicBezTo>
                  <a:pt x="9" y="97"/>
                  <a:pt x="6" y="96"/>
                  <a:pt x="4" y="94"/>
                </a:cubicBezTo>
                <a:cubicBezTo>
                  <a:pt x="2" y="91"/>
                  <a:pt x="0" y="88"/>
                  <a:pt x="0" y="85"/>
                </a:cubicBezTo>
                <a:cubicBezTo>
                  <a:pt x="0" y="25"/>
                  <a:pt x="0" y="25"/>
                  <a:pt x="0" y="25"/>
                </a:cubicBezTo>
                <a:cubicBezTo>
                  <a:pt x="0" y="21"/>
                  <a:pt x="2" y="18"/>
                  <a:pt x="4" y="16"/>
                </a:cubicBezTo>
                <a:cubicBezTo>
                  <a:pt x="6" y="14"/>
                  <a:pt x="9" y="12"/>
                  <a:pt x="13" y="12"/>
                </a:cubicBezTo>
                <a:cubicBezTo>
                  <a:pt x="40" y="12"/>
                  <a:pt x="40" y="12"/>
                  <a:pt x="40" y="12"/>
                </a:cubicBezTo>
                <a:cubicBezTo>
                  <a:pt x="41" y="12"/>
                  <a:pt x="45" y="11"/>
                  <a:pt x="53" y="9"/>
                </a:cubicBezTo>
                <a:cubicBezTo>
                  <a:pt x="61" y="6"/>
                  <a:pt x="68" y="4"/>
                  <a:pt x="74" y="2"/>
                </a:cubicBezTo>
                <a:cubicBezTo>
                  <a:pt x="80" y="1"/>
                  <a:pt x="86" y="0"/>
                  <a:pt x="93" y="0"/>
                </a:cubicBezTo>
                <a:cubicBezTo>
                  <a:pt x="103" y="0"/>
                  <a:pt x="103" y="0"/>
                  <a:pt x="103" y="0"/>
                </a:cubicBezTo>
                <a:cubicBezTo>
                  <a:pt x="112" y="0"/>
                  <a:pt x="119" y="3"/>
                  <a:pt x="125" y="8"/>
                </a:cubicBezTo>
                <a:cubicBezTo>
                  <a:pt x="130" y="13"/>
                  <a:pt x="133" y="20"/>
                  <a:pt x="133" y="28"/>
                </a:cubicBezTo>
                <a:cubicBezTo>
                  <a:pt x="133" y="29"/>
                  <a:pt x="133" y="29"/>
                  <a:pt x="133" y="29"/>
                </a:cubicBezTo>
                <a:cubicBezTo>
                  <a:pt x="137" y="34"/>
                  <a:pt x="139" y="39"/>
                  <a:pt x="139" y="46"/>
                </a:cubicBezTo>
                <a:cubicBezTo>
                  <a:pt x="139" y="47"/>
                  <a:pt x="138" y="48"/>
                  <a:pt x="138" y="50"/>
                </a:cubicBezTo>
                <a:cubicBezTo>
                  <a:pt x="141" y="54"/>
                  <a:pt x="142" y="58"/>
                  <a:pt x="142" y="63"/>
                </a:cubicBezTo>
                <a:cubicBezTo>
                  <a:pt x="142" y="65"/>
                  <a:pt x="142" y="68"/>
                  <a:pt x="141" y="70"/>
                </a:cubicBezTo>
                <a:cubicBezTo>
                  <a:pt x="144" y="74"/>
                  <a:pt x="146" y="80"/>
                  <a:pt x="146" y="85"/>
                </a:cubicBezTo>
                <a:close/>
                <a:moveTo>
                  <a:pt x="23" y="35"/>
                </a:moveTo>
                <a:cubicBezTo>
                  <a:pt x="24" y="34"/>
                  <a:pt x="25" y="32"/>
                  <a:pt x="25" y="31"/>
                </a:cubicBezTo>
                <a:cubicBezTo>
                  <a:pt x="25" y="29"/>
                  <a:pt x="24" y="28"/>
                  <a:pt x="23" y="26"/>
                </a:cubicBezTo>
                <a:cubicBezTo>
                  <a:pt x="22" y="25"/>
                  <a:pt x="20" y="25"/>
                  <a:pt x="19" y="25"/>
                </a:cubicBezTo>
                <a:cubicBezTo>
                  <a:pt x="17" y="25"/>
                  <a:pt x="16" y="25"/>
                  <a:pt x="14" y="26"/>
                </a:cubicBezTo>
                <a:cubicBezTo>
                  <a:pt x="13" y="28"/>
                  <a:pt x="13" y="29"/>
                  <a:pt x="13" y="31"/>
                </a:cubicBezTo>
                <a:cubicBezTo>
                  <a:pt x="13" y="32"/>
                  <a:pt x="13" y="34"/>
                  <a:pt x="14" y="35"/>
                </a:cubicBezTo>
                <a:cubicBezTo>
                  <a:pt x="16" y="36"/>
                  <a:pt x="17" y="37"/>
                  <a:pt x="19" y="37"/>
                </a:cubicBezTo>
                <a:cubicBezTo>
                  <a:pt x="20" y="37"/>
                  <a:pt x="22" y="36"/>
                  <a:pt x="23" y="35"/>
                </a:cubicBezTo>
                <a:close/>
                <a:moveTo>
                  <a:pt x="134" y="85"/>
                </a:moveTo>
                <a:cubicBezTo>
                  <a:pt x="134" y="83"/>
                  <a:pt x="133" y="80"/>
                  <a:pt x="132" y="77"/>
                </a:cubicBezTo>
                <a:cubicBezTo>
                  <a:pt x="130" y="74"/>
                  <a:pt x="128" y="73"/>
                  <a:pt x="126" y="73"/>
                </a:cubicBezTo>
                <a:cubicBezTo>
                  <a:pt x="127" y="72"/>
                  <a:pt x="128" y="70"/>
                  <a:pt x="129" y="68"/>
                </a:cubicBezTo>
                <a:cubicBezTo>
                  <a:pt x="129" y="67"/>
                  <a:pt x="130" y="65"/>
                  <a:pt x="130" y="63"/>
                </a:cubicBezTo>
                <a:cubicBezTo>
                  <a:pt x="130" y="59"/>
                  <a:pt x="128" y="55"/>
                  <a:pt x="125" y="52"/>
                </a:cubicBezTo>
                <a:cubicBezTo>
                  <a:pt x="126" y="50"/>
                  <a:pt x="126" y="48"/>
                  <a:pt x="126" y="45"/>
                </a:cubicBezTo>
                <a:cubicBezTo>
                  <a:pt x="126" y="43"/>
                  <a:pt x="126" y="41"/>
                  <a:pt x="125" y="38"/>
                </a:cubicBezTo>
                <a:cubicBezTo>
                  <a:pt x="124" y="36"/>
                  <a:pt x="122" y="35"/>
                  <a:pt x="120" y="34"/>
                </a:cubicBezTo>
                <a:cubicBezTo>
                  <a:pt x="121" y="32"/>
                  <a:pt x="121" y="30"/>
                  <a:pt x="121" y="28"/>
                </a:cubicBezTo>
                <a:cubicBezTo>
                  <a:pt x="121" y="23"/>
                  <a:pt x="119" y="19"/>
                  <a:pt x="116" y="16"/>
                </a:cubicBezTo>
                <a:cubicBezTo>
                  <a:pt x="113" y="14"/>
                  <a:pt x="109" y="12"/>
                  <a:pt x="103" y="12"/>
                </a:cubicBezTo>
                <a:cubicBezTo>
                  <a:pt x="91" y="12"/>
                  <a:pt x="91" y="12"/>
                  <a:pt x="91" y="12"/>
                </a:cubicBezTo>
                <a:cubicBezTo>
                  <a:pt x="83" y="12"/>
                  <a:pt x="72" y="15"/>
                  <a:pt x="59" y="19"/>
                </a:cubicBezTo>
                <a:cubicBezTo>
                  <a:pt x="59" y="19"/>
                  <a:pt x="58" y="20"/>
                  <a:pt x="56" y="20"/>
                </a:cubicBezTo>
                <a:cubicBezTo>
                  <a:pt x="55" y="21"/>
                  <a:pt x="53" y="21"/>
                  <a:pt x="53" y="22"/>
                </a:cubicBezTo>
                <a:cubicBezTo>
                  <a:pt x="52" y="22"/>
                  <a:pt x="51" y="22"/>
                  <a:pt x="49" y="23"/>
                </a:cubicBezTo>
                <a:cubicBezTo>
                  <a:pt x="48" y="23"/>
                  <a:pt x="47" y="23"/>
                  <a:pt x="46" y="24"/>
                </a:cubicBezTo>
                <a:cubicBezTo>
                  <a:pt x="45" y="24"/>
                  <a:pt x="44" y="24"/>
                  <a:pt x="43" y="24"/>
                </a:cubicBezTo>
                <a:cubicBezTo>
                  <a:pt x="42" y="24"/>
                  <a:pt x="41" y="25"/>
                  <a:pt x="40" y="25"/>
                </a:cubicBezTo>
                <a:cubicBezTo>
                  <a:pt x="37" y="25"/>
                  <a:pt x="37" y="25"/>
                  <a:pt x="37" y="25"/>
                </a:cubicBezTo>
                <a:cubicBezTo>
                  <a:pt x="37" y="85"/>
                  <a:pt x="37" y="85"/>
                  <a:pt x="37" y="85"/>
                </a:cubicBezTo>
                <a:cubicBezTo>
                  <a:pt x="40" y="85"/>
                  <a:pt x="40" y="85"/>
                  <a:pt x="40" y="85"/>
                </a:cubicBezTo>
                <a:cubicBezTo>
                  <a:pt x="41" y="85"/>
                  <a:pt x="42" y="85"/>
                  <a:pt x="43" y="86"/>
                </a:cubicBezTo>
                <a:cubicBezTo>
                  <a:pt x="44" y="86"/>
                  <a:pt x="46" y="87"/>
                  <a:pt x="47" y="88"/>
                </a:cubicBezTo>
                <a:cubicBezTo>
                  <a:pt x="48" y="90"/>
                  <a:pt x="49" y="91"/>
                  <a:pt x="51" y="92"/>
                </a:cubicBezTo>
                <a:cubicBezTo>
                  <a:pt x="52" y="93"/>
                  <a:pt x="53" y="94"/>
                  <a:pt x="54" y="96"/>
                </a:cubicBezTo>
                <a:cubicBezTo>
                  <a:pt x="56" y="98"/>
                  <a:pt x="57" y="99"/>
                  <a:pt x="58" y="100"/>
                </a:cubicBezTo>
                <a:cubicBezTo>
                  <a:pt x="58" y="101"/>
                  <a:pt x="59" y="102"/>
                  <a:pt x="61" y="104"/>
                </a:cubicBezTo>
                <a:cubicBezTo>
                  <a:pt x="62" y="105"/>
                  <a:pt x="62" y="106"/>
                  <a:pt x="63" y="107"/>
                </a:cubicBezTo>
                <a:cubicBezTo>
                  <a:pt x="66" y="111"/>
                  <a:pt x="69" y="114"/>
                  <a:pt x="70" y="115"/>
                </a:cubicBezTo>
                <a:cubicBezTo>
                  <a:pt x="73" y="118"/>
                  <a:pt x="74" y="121"/>
                  <a:pt x="76" y="126"/>
                </a:cubicBezTo>
                <a:cubicBezTo>
                  <a:pt x="77" y="130"/>
                  <a:pt x="78" y="134"/>
                  <a:pt x="79" y="138"/>
                </a:cubicBezTo>
                <a:cubicBezTo>
                  <a:pt x="79" y="141"/>
                  <a:pt x="80" y="144"/>
                  <a:pt x="82" y="146"/>
                </a:cubicBezTo>
                <a:cubicBezTo>
                  <a:pt x="88" y="146"/>
                  <a:pt x="92" y="144"/>
                  <a:pt x="94" y="141"/>
                </a:cubicBezTo>
                <a:cubicBezTo>
                  <a:pt x="96" y="138"/>
                  <a:pt x="97" y="134"/>
                  <a:pt x="97" y="127"/>
                </a:cubicBezTo>
                <a:cubicBezTo>
                  <a:pt x="97" y="124"/>
                  <a:pt x="96" y="119"/>
                  <a:pt x="93" y="112"/>
                </a:cubicBezTo>
                <a:cubicBezTo>
                  <a:pt x="90" y="106"/>
                  <a:pt x="88" y="101"/>
                  <a:pt x="88" y="97"/>
                </a:cubicBezTo>
                <a:cubicBezTo>
                  <a:pt x="121" y="97"/>
                  <a:pt x="121" y="97"/>
                  <a:pt x="121" y="97"/>
                </a:cubicBezTo>
                <a:cubicBezTo>
                  <a:pt x="125" y="97"/>
                  <a:pt x="127" y="96"/>
                  <a:pt x="130" y="94"/>
                </a:cubicBezTo>
                <a:cubicBezTo>
                  <a:pt x="132" y="91"/>
                  <a:pt x="134" y="88"/>
                  <a:pt x="134" y="8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32" name="Freeform 134"/>
          <p:cNvSpPr>
            <a:spLocks/>
          </p:cNvSpPr>
          <p:nvPr/>
        </p:nvSpPr>
        <p:spPr bwMode="auto">
          <a:xfrm>
            <a:off x="4783136" y="2669374"/>
            <a:ext cx="114537" cy="213948"/>
          </a:xfrm>
          <a:custGeom>
            <a:avLst/>
            <a:gdLst>
              <a:gd name="T0" fmla="*/ 79 w 79"/>
              <a:gd name="T1" fmla="*/ 0 h 150"/>
              <a:gd name="T2" fmla="*/ 79 w 79"/>
              <a:gd name="T3" fmla="*/ 127 h 150"/>
              <a:gd name="T4" fmla="*/ 36 w 79"/>
              <a:gd name="T5" fmla="*/ 149 h 150"/>
              <a:gd name="T6" fmla="*/ 33 w 79"/>
              <a:gd name="T7" fmla="*/ 150 h 150"/>
              <a:gd name="T8" fmla="*/ 30 w 79"/>
              <a:gd name="T9" fmla="*/ 149 h 150"/>
              <a:gd name="T10" fmla="*/ 29 w 79"/>
              <a:gd name="T11" fmla="*/ 146 h 150"/>
              <a:gd name="T12" fmla="*/ 29 w 79"/>
              <a:gd name="T13" fmla="*/ 144 h 150"/>
              <a:gd name="T14" fmla="*/ 37 w 79"/>
              <a:gd name="T15" fmla="*/ 96 h 150"/>
              <a:gd name="T16" fmla="*/ 3 w 79"/>
              <a:gd name="T17" fmla="*/ 63 h 150"/>
              <a:gd name="T18" fmla="*/ 0 w 79"/>
              <a:gd name="T19" fmla="*/ 58 h 150"/>
              <a:gd name="T20" fmla="*/ 5 w 79"/>
              <a:gd name="T21" fmla="*/ 54 h 150"/>
              <a:gd name="T22" fmla="*/ 53 w 79"/>
              <a:gd name="T23" fmla="*/ 47 h 150"/>
              <a:gd name="T24" fmla="*/ 74 w 79"/>
              <a:gd name="T25" fmla="*/ 4 h 150"/>
              <a:gd name="T26" fmla="*/ 79 w 79"/>
              <a:gd name="T27" fmla="*/ 0 h 1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79" h="150">
                <a:moveTo>
                  <a:pt x="79" y="0"/>
                </a:moveTo>
                <a:cubicBezTo>
                  <a:pt x="79" y="127"/>
                  <a:pt x="79" y="127"/>
                  <a:pt x="79" y="127"/>
                </a:cubicBezTo>
                <a:cubicBezTo>
                  <a:pt x="36" y="149"/>
                  <a:pt x="36" y="149"/>
                  <a:pt x="36" y="149"/>
                </a:cubicBezTo>
                <a:cubicBezTo>
                  <a:pt x="35" y="150"/>
                  <a:pt x="34" y="150"/>
                  <a:pt x="33" y="150"/>
                </a:cubicBezTo>
                <a:cubicBezTo>
                  <a:pt x="31" y="150"/>
                  <a:pt x="30" y="150"/>
                  <a:pt x="30" y="149"/>
                </a:cubicBezTo>
                <a:cubicBezTo>
                  <a:pt x="29" y="148"/>
                  <a:pt x="29" y="147"/>
                  <a:pt x="29" y="146"/>
                </a:cubicBezTo>
                <a:cubicBezTo>
                  <a:pt x="29" y="145"/>
                  <a:pt x="29" y="145"/>
                  <a:pt x="29" y="144"/>
                </a:cubicBezTo>
                <a:cubicBezTo>
                  <a:pt x="37" y="96"/>
                  <a:pt x="37" y="96"/>
                  <a:pt x="37" y="96"/>
                </a:cubicBezTo>
                <a:cubicBezTo>
                  <a:pt x="3" y="63"/>
                  <a:pt x="3" y="63"/>
                  <a:pt x="3" y="63"/>
                </a:cubicBezTo>
                <a:cubicBezTo>
                  <a:pt x="1" y="61"/>
                  <a:pt x="0" y="60"/>
                  <a:pt x="0" y="58"/>
                </a:cubicBezTo>
                <a:cubicBezTo>
                  <a:pt x="0" y="56"/>
                  <a:pt x="2" y="55"/>
                  <a:pt x="5" y="54"/>
                </a:cubicBezTo>
                <a:cubicBezTo>
                  <a:pt x="53" y="47"/>
                  <a:pt x="53" y="47"/>
                  <a:pt x="53" y="47"/>
                </a:cubicBezTo>
                <a:cubicBezTo>
                  <a:pt x="74" y="4"/>
                  <a:pt x="74" y="4"/>
                  <a:pt x="74" y="4"/>
                </a:cubicBezTo>
                <a:cubicBezTo>
                  <a:pt x="75" y="2"/>
                  <a:pt x="77" y="0"/>
                  <a:pt x="79" y="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33" name="Freeform 135"/>
          <p:cNvSpPr>
            <a:spLocks noEditPoints="1"/>
          </p:cNvSpPr>
          <p:nvPr/>
        </p:nvSpPr>
        <p:spPr bwMode="auto">
          <a:xfrm>
            <a:off x="4964667" y="2680180"/>
            <a:ext cx="244204" cy="209627"/>
          </a:xfrm>
          <a:custGeom>
            <a:avLst/>
            <a:gdLst>
              <a:gd name="T0" fmla="*/ 170 w 170"/>
              <a:gd name="T1" fmla="*/ 45 h 146"/>
              <a:gd name="T2" fmla="*/ 148 w 170"/>
              <a:gd name="T3" fmla="*/ 87 h 146"/>
              <a:gd name="T4" fmla="*/ 89 w 170"/>
              <a:gd name="T5" fmla="*/ 144 h 146"/>
              <a:gd name="T6" fmla="*/ 85 w 170"/>
              <a:gd name="T7" fmla="*/ 146 h 146"/>
              <a:gd name="T8" fmla="*/ 81 w 170"/>
              <a:gd name="T9" fmla="*/ 144 h 146"/>
              <a:gd name="T10" fmla="*/ 22 w 170"/>
              <a:gd name="T11" fmla="*/ 87 h 146"/>
              <a:gd name="T12" fmla="*/ 19 w 170"/>
              <a:gd name="T13" fmla="*/ 84 h 146"/>
              <a:gd name="T14" fmla="*/ 14 w 170"/>
              <a:gd name="T15" fmla="*/ 78 h 146"/>
              <a:gd name="T16" fmla="*/ 8 w 170"/>
              <a:gd name="T17" fmla="*/ 69 h 146"/>
              <a:gd name="T18" fmla="*/ 3 w 170"/>
              <a:gd name="T19" fmla="*/ 58 h 146"/>
              <a:gd name="T20" fmla="*/ 0 w 170"/>
              <a:gd name="T21" fmla="*/ 45 h 146"/>
              <a:gd name="T22" fmla="*/ 12 w 170"/>
              <a:gd name="T23" fmla="*/ 12 h 146"/>
              <a:gd name="T24" fmla="*/ 46 w 170"/>
              <a:gd name="T25" fmla="*/ 0 h 146"/>
              <a:gd name="T26" fmla="*/ 58 w 170"/>
              <a:gd name="T27" fmla="*/ 2 h 146"/>
              <a:gd name="T28" fmla="*/ 69 w 170"/>
              <a:gd name="T29" fmla="*/ 8 h 146"/>
              <a:gd name="T30" fmla="*/ 78 w 170"/>
              <a:gd name="T31" fmla="*/ 14 h 146"/>
              <a:gd name="T32" fmla="*/ 85 w 170"/>
              <a:gd name="T33" fmla="*/ 21 h 146"/>
              <a:gd name="T34" fmla="*/ 92 w 170"/>
              <a:gd name="T35" fmla="*/ 14 h 146"/>
              <a:gd name="T36" fmla="*/ 101 w 170"/>
              <a:gd name="T37" fmla="*/ 8 h 146"/>
              <a:gd name="T38" fmla="*/ 113 w 170"/>
              <a:gd name="T39" fmla="*/ 2 h 146"/>
              <a:gd name="T40" fmla="*/ 125 w 170"/>
              <a:gd name="T41" fmla="*/ 0 h 146"/>
              <a:gd name="T42" fmla="*/ 158 w 170"/>
              <a:gd name="T43" fmla="*/ 12 h 146"/>
              <a:gd name="T44" fmla="*/ 170 w 170"/>
              <a:gd name="T45" fmla="*/ 45 h 146"/>
              <a:gd name="T46" fmla="*/ 158 w 170"/>
              <a:gd name="T47" fmla="*/ 45 h 146"/>
              <a:gd name="T48" fmla="*/ 156 w 170"/>
              <a:gd name="T49" fmla="*/ 31 h 146"/>
              <a:gd name="T50" fmla="*/ 151 w 170"/>
              <a:gd name="T51" fmla="*/ 22 h 146"/>
              <a:gd name="T52" fmla="*/ 143 w 170"/>
              <a:gd name="T53" fmla="*/ 16 h 146"/>
              <a:gd name="T54" fmla="*/ 134 w 170"/>
              <a:gd name="T55" fmla="*/ 13 h 146"/>
              <a:gd name="T56" fmla="*/ 125 w 170"/>
              <a:gd name="T57" fmla="*/ 12 h 146"/>
              <a:gd name="T58" fmla="*/ 114 w 170"/>
              <a:gd name="T59" fmla="*/ 15 h 146"/>
              <a:gd name="T60" fmla="*/ 104 w 170"/>
              <a:gd name="T61" fmla="*/ 21 h 146"/>
              <a:gd name="T62" fmla="*/ 95 w 170"/>
              <a:gd name="T63" fmla="*/ 28 h 146"/>
              <a:gd name="T64" fmla="*/ 90 w 170"/>
              <a:gd name="T65" fmla="*/ 34 h 146"/>
              <a:gd name="T66" fmla="*/ 85 w 170"/>
              <a:gd name="T67" fmla="*/ 36 h 146"/>
              <a:gd name="T68" fmla="*/ 81 w 170"/>
              <a:gd name="T69" fmla="*/ 34 h 146"/>
              <a:gd name="T70" fmla="*/ 75 w 170"/>
              <a:gd name="T71" fmla="*/ 28 h 146"/>
              <a:gd name="T72" fmla="*/ 67 w 170"/>
              <a:gd name="T73" fmla="*/ 21 h 146"/>
              <a:gd name="T74" fmla="*/ 56 w 170"/>
              <a:gd name="T75" fmla="*/ 15 h 146"/>
              <a:gd name="T76" fmla="*/ 46 w 170"/>
              <a:gd name="T77" fmla="*/ 12 h 146"/>
              <a:gd name="T78" fmla="*/ 36 w 170"/>
              <a:gd name="T79" fmla="*/ 13 h 146"/>
              <a:gd name="T80" fmla="*/ 27 w 170"/>
              <a:gd name="T81" fmla="*/ 16 h 146"/>
              <a:gd name="T82" fmla="*/ 20 w 170"/>
              <a:gd name="T83" fmla="*/ 22 h 146"/>
              <a:gd name="T84" fmla="*/ 15 w 170"/>
              <a:gd name="T85" fmla="*/ 31 h 146"/>
              <a:gd name="T86" fmla="*/ 13 w 170"/>
              <a:gd name="T87" fmla="*/ 45 h 146"/>
              <a:gd name="T88" fmla="*/ 30 w 170"/>
              <a:gd name="T89" fmla="*/ 78 h 146"/>
              <a:gd name="T90" fmla="*/ 85 w 170"/>
              <a:gd name="T91" fmla="*/ 131 h 146"/>
              <a:gd name="T92" fmla="*/ 140 w 170"/>
              <a:gd name="T93" fmla="*/ 78 h 146"/>
              <a:gd name="T94" fmla="*/ 158 w 170"/>
              <a:gd name="T95" fmla="*/ 45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70" h="146">
                <a:moveTo>
                  <a:pt x="170" y="45"/>
                </a:moveTo>
                <a:cubicBezTo>
                  <a:pt x="170" y="59"/>
                  <a:pt x="163" y="73"/>
                  <a:pt x="148" y="87"/>
                </a:cubicBezTo>
                <a:cubicBezTo>
                  <a:pt x="89" y="144"/>
                  <a:pt x="89" y="144"/>
                  <a:pt x="89" y="144"/>
                </a:cubicBezTo>
                <a:cubicBezTo>
                  <a:pt x="88" y="145"/>
                  <a:pt x="87" y="146"/>
                  <a:pt x="85" y="146"/>
                </a:cubicBezTo>
                <a:cubicBezTo>
                  <a:pt x="84" y="146"/>
                  <a:pt x="82" y="145"/>
                  <a:pt x="81" y="144"/>
                </a:cubicBezTo>
                <a:cubicBezTo>
                  <a:pt x="22" y="87"/>
                  <a:pt x="22" y="87"/>
                  <a:pt x="22" y="87"/>
                </a:cubicBezTo>
                <a:cubicBezTo>
                  <a:pt x="21" y="86"/>
                  <a:pt x="21" y="86"/>
                  <a:pt x="19" y="84"/>
                </a:cubicBezTo>
                <a:cubicBezTo>
                  <a:pt x="18" y="83"/>
                  <a:pt x="17" y="81"/>
                  <a:pt x="14" y="78"/>
                </a:cubicBezTo>
                <a:cubicBezTo>
                  <a:pt x="12" y="75"/>
                  <a:pt x="10" y="72"/>
                  <a:pt x="8" y="69"/>
                </a:cubicBezTo>
                <a:cubicBezTo>
                  <a:pt x="6" y="66"/>
                  <a:pt x="4" y="62"/>
                  <a:pt x="3" y="58"/>
                </a:cubicBezTo>
                <a:cubicBezTo>
                  <a:pt x="1" y="53"/>
                  <a:pt x="0" y="49"/>
                  <a:pt x="0" y="45"/>
                </a:cubicBezTo>
                <a:cubicBezTo>
                  <a:pt x="0" y="31"/>
                  <a:pt x="4" y="20"/>
                  <a:pt x="12" y="12"/>
                </a:cubicBezTo>
                <a:cubicBezTo>
                  <a:pt x="20" y="4"/>
                  <a:pt x="32" y="0"/>
                  <a:pt x="46" y="0"/>
                </a:cubicBezTo>
                <a:cubicBezTo>
                  <a:pt x="50" y="0"/>
                  <a:pt x="54" y="1"/>
                  <a:pt x="58" y="2"/>
                </a:cubicBezTo>
                <a:cubicBezTo>
                  <a:pt x="62" y="4"/>
                  <a:pt x="65" y="6"/>
                  <a:pt x="69" y="8"/>
                </a:cubicBezTo>
                <a:cubicBezTo>
                  <a:pt x="72" y="10"/>
                  <a:pt x="75" y="12"/>
                  <a:pt x="78" y="14"/>
                </a:cubicBezTo>
                <a:cubicBezTo>
                  <a:pt x="80" y="16"/>
                  <a:pt x="83" y="18"/>
                  <a:pt x="85" y="21"/>
                </a:cubicBezTo>
                <a:cubicBezTo>
                  <a:pt x="87" y="18"/>
                  <a:pt x="90" y="16"/>
                  <a:pt x="92" y="14"/>
                </a:cubicBezTo>
                <a:cubicBezTo>
                  <a:pt x="95" y="12"/>
                  <a:pt x="98" y="10"/>
                  <a:pt x="101" y="8"/>
                </a:cubicBezTo>
                <a:cubicBezTo>
                  <a:pt x="105" y="6"/>
                  <a:pt x="109" y="4"/>
                  <a:pt x="113" y="2"/>
                </a:cubicBezTo>
                <a:cubicBezTo>
                  <a:pt x="117" y="1"/>
                  <a:pt x="121" y="0"/>
                  <a:pt x="125" y="0"/>
                </a:cubicBezTo>
                <a:cubicBezTo>
                  <a:pt x="139" y="0"/>
                  <a:pt x="150" y="4"/>
                  <a:pt x="158" y="12"/>
                </a:cubicBezTo>
                <a:cubicBezTo>
                  <a:pt x="166" y="20"/>
                  <a:pt x="170" y="31"/>
                  <a:pt x="170" y="45"/>
                </a:cubicBezTo>
                <a:close/>
                <a:moveTo>
                  <a:pt x="158" y="45"/>
                </a:moveTo>
                <a:cubicBezTo>
                  <a:pt x="158" y="39"/>
                  <a:pt x="157" y="35"/>
                  <a:pt x="156" y="31"/>
                </a:cubicBezTo>
                <a:cubicBezTo>
                  <a:pt x="154" y="27"/>
                  <a:pt x="153" y="24"/>
                  <a:pt x="151" y="22"/>
                </a:cubicBezTo>
                <a:cubicBezTo>
                  <a:pt x="148" y="19"/>
                  <a:pt x="146" y="18"/>
                  <a:pt x="143" y="16"/>
                </a:cubicBezTo>
                <a:cubicBezTo>
                  <a:pt x="140" y="15"/>
                  <a:pt x="137" y="14"/>
                  <a:pt x="134" y="13"/>
                </a:cubicBezTo>
                <a:cubicBezTo>
                  <a:pt x="131" y="13"/>
                  <a:pt x="128" y="12"/>
                  <a:pt x="125" y="12"/>
                </a:cubicBezTo>
                <a:cubicBezTo>
                  <a:pt x="121" y="12"/>
                  <a:pt x="118" y="13"/>
                  <a:pt x="114" y="15"/>
                </a:cubicBezTo>
                <a:cubicBezTo>
                  <a:pt x="110" y="16"/>
                  <a:pt x="107" y="18"/>
                  <a:pt x="104" y="21"/>
                </a:cubicBezTo>
                <a:cubicBezTo>
                  <a:pt x="100" y="23"/>
                  <a:pt x="98" y="26"/>
                  <a:pt x="95" y="28"/>
                </a:cubicBezTo>
                <a:cubicBezTo>
                  <a:pt x="93" y="30"/>
                  <a:pt x="91" y="32"/>
                  <a:pt x="90" y="34"/>
                </a:cubicBezTo>
                <a:cubicBezTo>
                  <a:pt x="89" y="35"/>
                  <a:pt x="87" y="36"/>
                  <a:pt x="85" y="36"/>
                </a:cubicBezTo>
                <a:cubicBezTo>
                  <a:pt x="83" y="36"/>
                  <a:pt x="82" y="35"/>
                  <a:pt x="81" y="34"/>
                </a:cubicBezTo>
                <a:cubicBezTo>
                  <a:pt x="79" y="32"/>
                  <a:pt x="77" y="30"/>
                  <a:pt x="75" y="28"/>
                </a:cubicBezTo>
                <a:cubicBezTo>
                  <a:pt x="73" y="26"/>
                  <a:pt x="70" y="23"/>
                  <a:pt x="67" y="21"/>
                </a:cubicBezTo>
                <a:cubicBezTo>
                  <a:pt x="63" y="18"/>
                  <a:pt x="60" y="16"/>
                  <a:pt x="56" y="15"/>
                </a:cubicBezTo>
                <a:cubicBezTo>
                  <a:pt x="52" y="13"/>
                  <a:pt x="49" y="12"/>
                  <a:pt x="46" y="12"/>
                </a:cubicBezTo>
                <a:cubicBezTo>
                  <a:pt x="42" y="12"/>
                  <a:pt x="39" y="13"/>
                  <a:pt x="36" y="13"/>
                </a:cubicBezTo>
                <a:cubicBezTo>
                  <a:pt x="33" y="14"/>
                  <a:pt x="31" y="15"/>
                  <a:pt x="27" y="16"/>
                </a:cubicBezTo>
                <a:cubicBezTo>
                  <a:pt x="24" y="18"/>
                  <a:pt x="22" y="19"/>
                  <a:pt x="20" y="22"/>
                </a:cubicBezTo>
                <a:cubicBezTo>
                  <a:pt x="18" y="24"/>
                  <a:pt x="16" y="27"/>
                  <a:pt x="15" y="31"/>
                </a:cubicBezTo>
                <a:cubicBezTo>
                  <a:pt x="13" y="35"/>
                  <a:pt x="13" y="39"/>
                  <a:pt x="13" y="45"/>
                </a:cubicBezTo>
                <a:cubicBezTo>
                  <a:pt x="13" y="55"/>
                  <a:pt x="18" y="66"/>
                  <a:pt x="30" y="78"/>
                </a:cubicBezTo>
                <a:cubicBezTo>
                  <a:pt x="85" y="131"/>
                  <a:pt x="85" y="131"/>
                  <a:pt x="85" y="131"/>
                </a:cubicBezTo>
                <a:cubicBezTo>
                  <a:pt x="140" y="78"/>
                  <a:pt x="140" y="78"/>
                  <a:pt x="140" y="78"/>
                </a:cubicBezTo>
                <a:cubicBezTo>
                  <a:pt x="152" y="66"/>
                  <a:pt x="158" y="55"/>
                  <a:pt x="158" y="4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34" name="Freeform 136"/>
          <p:cNvSpPr>
            <a:spLocks noEditPoints="1"/>
          </p:cNvSpPr>
          <p:nvPr/>
        </p:nvSpPr>
        <p:spPr bwMode="auto">
          <a:xfrm>
            <a:off x="5267221" y="2697469"/>
            <a:ext cx="213948" cy="175049"/>
          </a:xfrm>
          <a:custGeom>
            <a:avLst/>
            <a:gdLst>
              <a:gd name="T0" fmla="*/ 61 w 149"/>
              <a:gd name="T1" fmla="*/ 112 h 121"/>
              <a:gd name="T2" fmla="*/ 61 w 149"/>
              <a:gd name="T3" fmla="*/ 114 h 121"/>
              <a:gd name="T4" fmla="*/ 61 w 149"/>
              <a:gd name="T5" fmla="*/ 117 h 121"/>
              <a:gd name="T6" fmla="*/ 61 w 149"/>
              <a:gd name="T7" fmla="*/ 119 h 121"/>
              <a:gd name="T8" fmla="*/ 60 w 149"/>
              <a:gd name="T9" fmla="*/ 121 h 121"/>
              <a:gd name="T10" fmla="*/ 58 w 149"/>
              <a:gd name="T11" fmla="*/ 121 h 121"/>
              <a:gd name="T12" fmla="*/ 28 w 149"/>
              <a:gd name="T13" fmla="*/ 121 h 121"/>
              <a:gd name="T14" fmla="*/ 8 w 149"/>
              <a:gd name="T15" fmla="*/ 113 h 121"/>
              <a:gd name="T16" fmla="*/ 0 w 149"/>
              <a:gd name="T17" fmla="*/ 94 h 121"/>
              <a:gd name="T18" fmla="*/ 0 w 149"/>
              <a:gd name="T19" fmla="*/ 28 h 121"/>
              <a:gd name="T20" fmla="*/ 8 w 149"/>
              <a:gd name="T21" fmla="*/ 8 h 121"/>
              <a:gd name="T22" fmla="*/ 28 w 149"/>
              <a:gd name="T23" fmla="*/ 0 h 121"/>
              <a:gd name="T24" fmla="*/ 58 w 149"/>
              <a:gd name="T25" fmla="*/ 0 h 121"/>
              <a:gd name="T26" fmla="*/ 60 w 149"/>
              <a:gd name="T27" fmla="*/ 1 h 121"/>
              <a:gd name="T28" fmla="*/ 61 w 149"/>
              <a:gd name="T29" fmla="*/ 3 h 121"/>
              <a:gd name="T30" fmla="*/ 61 w 149"/>
              <a:gd name="T31" fmla="*/ 5 h 121"/>
              <a:gd name="T32" fmla="*/ 61 w 149"/>
              <a:gd name="T33" fmla="*/ 8 h 121"/>
              <a:gd name="T34" fmla="*/ 61 w 149"/>
              <a:gd name="T35" fmla="*/ 10 h 121"/>
              <a:gd name="T36" fmla="*/ 60 w 149"/>
              <a:gd name="T37" fmla="*/ 12 h 121"/>
              <a:gd name="T38" fmla="*/ 58 w 149"/>
              <a:gd name="T39" fmla="*/ 13 h 121"/>
              <a:gd name="T40" fmla="*/ 28 w 149"/>
              <a:gd name="T41" fmla="*/ 13 h 121"/>
              <a:gd name="T42" fmla="*/ 17 w 149"/>
              <a:gd name="T43" fmla="*/ 17 h 121"/>
              <a:gd name="T44" fmla="*/ 13 w 149"/>
              <a:gd name="T45" fmla="*/ 28 h 121"/>
              <a:gd name="T46" fmla="*/ 13 w 149"/>
              <a:gd name="T47" fmla="*/ 94 h 121"/>
              <a:gd name="T48" fmla="*/ 17 w 149"/>
              <a:gd name="T49" fmla="*/ 105 h 121"/>
              <a:gd name="T50" fmla="*/ 28 w 149"/>
              <a:gd name="T51" fmla="*/ 109 h 121"/>
              <a:gd name="T52" fmla="*/ 55 w 149"/>
              <a:gd name="T53" fmla="*/ 109 h 121"/>
              <a:gd name="T54" fmla="*/ 56 w 149"/>
              <a:gd name="T55" fmla="*/ 109 h 121"/>
              <a:gd name="T56" fmla="*/ 57 w 149"/>
              <a:gd name="T57" fmla="*/ 109 h 121"/>
              <a:gd name="T58" fmla="*/ 58 w 149"/>
              <a:gd name="T59" fmla="*/ 109 h 121"/>
              <a:gd name="T60" fmla="*/ 59 w 149"/>
              <a:gd name="T61" fmla="*/ 110 h 121"/>
              <a:gd name="T62" fmla="*/ 60 w 149"/>
              <a:gd name="T63" fmla="*/ 110 h 121"/>
              <a:gd name="T64" fmla="*/ 61 w 149"/>
              <a:gd name="T65" fmla="*/ 111 h 121"/>
              <a:gd name="T66" fmla="*/ 61 w 149"/>
              <a:gd name="T67" fmla="*/ 112 h 121"/>
              <a:gd name="T68" fmla="*/ 149 w 149"/>
              <a:gd name="T69" fmla="*/ 61 h 121"/>
              <a:gd name="T70" fmla="*/ 147 w 149"/>
              <a:gd name="T71" fmla="*/ 65 h 121"/>
              <a:gd name="T72" fmla="*/ 95 w 149"/>
              <a:gd name="T73" fmla="*/ 117 h 121"/>
              <a:gd name="T74" fmla="*/ 91 w 149"/>
              <a:gd name="T75" fmla="*/ 118 h 121"/>
              <a:gd name="T76" fmla="*/ 87 w 149"/>
              <a:gd name="T77" fmla="*/ 117 h 121"/>
              <a:gd name="T78" fmla="*/ 85 w 149"/>
              <a:gd name="T79" fmla="*/ 112 h 121"/>
              <a:gd name="T80" fmla="*/ 85 w 149"/>
              <a:gd name="T81" fmla="*/ 85 h 121"/>
              <a:gd name="T82" fmla="*/ 43 w 149"/>
              <a:gd name="T83" fmla="*/ 85 h 121"/>
              <a:gd name="T84" fmla="*/ 39 w 149"/>
              <a:gd name="T85" fmla="*/ 83 h 121"/>
              <a:gd name="T86" fmla="*/ 37 w 149"/>
              <a:gd name="T87" fmla="*/ 79 h 121"/>
              <a:gd name="T88" fmla="*/ 37 w 149"/>
              <a:gd name="T89" fmla="*/ 43 h 121"/>
              <a:gd name="T90" fmla="*/ 39 w 149"/>
              <a:gd name="T91" fmla="*/ 39 h 121"/>
              <a:gd name="T92" fmla="*/ 43 w 149"/>
              <a:gd name="T93" fmla="*/ 37 h 121"/>
              <a:gd name="T94" fmla="*/ 85 w 149"/>
              <a:gd name="T95" fmla="*/ 37 h 121"/>
              <a:gd name="T96" fmla="*/ 85 w 149"/>
              <a:gd name="T97" fmla="*/ 10 h 121"/>
              <a:gd name="T98" fmla="*/ 87 w 149"/>
              <a:gd name="T99" fmla="*/ 5 h 121"/>
              <a:gd name="T100" fmla="*/ 91 w 149"/>
              <a:gd name="T101" fmla="*/ 3 h 121"/>
              <a:gd name="T102" fmla="*/ 95 w 149"/>
              <a:gd name="T103" fmla="*/ 5 h 121"/>
              <a:gd name="T104" fmla="*/ 147 w 149"/>
              <a:gd name="T105" fmla="*/ 57 h 121"/>
              <a:gd name="T106" fmla="*/ 149 w 149"/>
              <a:gd name="T107" fmla="*/ 61 h 1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49" h="121">
                <a:moveTo>
                  <a:pt x="61" y="112"/>
                </a:moveTo>
                <a:cubicBezTo>
                  <a:pt x="61" y="113"/>
                  <a:pt x="61" y="113"/>
                  <a:pt x="61" y="114"/>
                </a:cubicBezTo>
                <a:cubicBezTo>
                  <a:pt x="61" y="115"/>
                  <a:pt x="61" y="116"/>
                  <a:pt x="61" y="117"/>
                </a:cubicBezTo>
                <a:cubicBezTo>
                  <a:pt x="61" y="117"/>
                  <a:pt x="61" y="118"/>
                  <a:pt x="61" y="119"/>
                </a:cubicBezTo>
                <a:cubicBezTo>
                  <a:pt x="61" y="120"/>
                  <a:pt x="60" y="120"/>
                  <a:pt x="60" y="121"/>
                </a:cubicBezTo>
                <a:cubicBezTo>
                  <a:pt x="59" y="121"/>
                  <a:pt x="59" y="121"/>
                  <a:pt x="58" y="121"/>
                </a:cubicBezTo>
                <a:cubicBezTo>
                  <a:pt x="28" y="121"/>
                  <a:pt x="28" y="121"/>
                  <a:pt x="28" y="121"/>
                </a:cubicBezTo>
                <a:cubicBezTo>
                  <a:pt x="20" y="121"/>
                  <a:pt x="14" y="119"/>
                  <a:pt x="8" y="113"/>
                </a:cubicBezTo>
                <a:cubicBezTo>
                  <a:pt x="3" y="108"/>
                  <a:pt x="0" y="102"/>
                  <a:pt x="0" y="94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0"/>
                  <a:pt x="3" y="14"/>
                  <a:pt x="8" y="8"/>
                </a:cubicBezTo>
                <a:cubicBezTo>
                  <a:pt x="14" y="3"/>
                  <a:pt x="20" y="0"/>
                  <a:pt x="28" y="0"/>
                </a:cubicBezTo>
                <a:cubicBezTo>
                  <a:pt x="58" y="0"/>
                  <a:pt x="58" y="0"/>
                  <a:pt x="58" y="0"/>
                </a:cubicBezTo>
                <a:cubicBezTo>
                  <a:pt x="59" y="0"/>
                  <a:pt x="59" y="1"/>
                  <a:pt x="60" y="1"/>
                </a:cubicBezTo>
                <a:cubicBezTo>
                  <a:pt x="61" y="2"/>
                  <a:pt x="61" y="3"/>
                  <a:pt x="61" y="3"/>
                </a:cubicBezTo>
                <a:cubicBezTo>
                  <a:pt x="61" y="4"/>
                  <a:pt x="61" y="4"/>
                  <a:pt x="61" y="5"/>
                </a:cubicBezTo>
                <a:cubicBezTo>
                  <a:pt x="61" y="6"/>
                  <a:pt x="61" y="7"/>
                  <a:pt x="61" y="8"/>
                </a:cubicBezTo>
                <a:cubicBezTo>
                  <a:pt x="61" y="9"/>
                  <a:pt x="61" y="9"/>
                  <a:pt x="61" y="10"/>
                </a:cubicBezTo>
                <a:cubicBezTo>
                  <a:pt x="61" y="11"/>
                  <a:pt x="60" y="12"/>
                  <a:pt x="60" y="12"/>
                </a:cubicBezTo>
                <a:cubicBezTo>
                  <a:pt x="59" y="12"/>
                  <a:pt x="59" y="13"/>
                  <a:pt x="58" y="13"/>
                </a:cubicBezTo>
                <a:cubicBezTo>
                  <a:pt x="28" y="13"/>
                  <a:pt x="28" y="13"/>
                  <a:pt x="28" y="13"/>
                </a:cubicBezTo>
                <a:cubicBezTo>
                  <a:pt x="23" y="13"/>
                  <a:pt x="20" y="14"/>
                  <a:pt x="17" y="17"/>
                </a:cubicBezTo>
                <a:cubicBezTo>
                  <a:pt x="14" y="20"/>
                  <a:pt x="13" y="24"/>
                  <a:pt x="13" y="28"/>
                </a:cubicBezTo>
                <a:cubicBezTo>
                  <a:pt x="13" y="94"/>
                  <a:pt x="13" y="94"/>
                  <a:pt x="13" y="94"/>
                </a:cubicBezTo>
                <a:cubicBezTo>
                  <a:pt x="13" y="98"/>
                  <a:pt x="14" y="102"/>
                  <a:pt x="17" y="105"/>
                </a:cubicBezTo>
                <a:cubicBezTo>
                  <a:pt x="20" y="108"/>
                  <a:pt x="23" y="109"/>
                  <a:pt x="28" y="109"/>
                </a:cubicBezTo>
                <a:cubicBezTo>
                  <a:pt x="55" y="109"/>
                  <a:pt x="55" y="109"/>
                  <a:pt x="55" y="109"/>
                </a:cubicBezTo>
                <a:cubicBezTo>
                  <a:pt x="55" y="109"/>
                  <a:pt x="55" y="109"/>
                  <a:pt x="56" y="109"/>
                </a:cubicBezTo>
                <a:cubicBezTo>
                  <a:pt x="57" y="109"/>
                  <a:pt x="57" y="109"/>
                  <a:pt x="57" y="109"/>
                </a:cubicBezTo>
                <a:cubicBezTo>
                  <a:pt x="57" y="109"/>
                  <a:pt x="58" y="109"/>
                  <a:pt x="58" y="109"/>
                </a:cubicBezTo>
                <a:cubicBezTo>
                  <a:pt x="59" y="110"/>
                  <a:pt x="59" y="110"/>
                  <a:pt x="59" y="110"/>
                </a:cubicBezTo>
                <a:cubicBezTo>
                  <a:pt x="60" y="110"/>
                  <a:pt x="60" y="110"/>
                  <a:pt x="60" y="110"/>
                </a:cubicBezTo>
                <a:cubicBezTo>
                  <a:pt x="60" y="110"/>
                  <a:pt x="61" y="111"/>
                  <a:pt x="61" y="111"/>
                </a:cubicBezTo>
                <a:cubicBezTo>
                  <a:pt x="61" y="111"/>
                  <a:pt x="61" y="112"/>
                  <a:pt x="61" y="112"/>
                </a:cubicBezTo>
                <a:close/>
                <a:moveTo>
                  <a:pt x="149" y="61"/>
                </a:moveTo>
                <a:cubicBezTo>
                  <a:pt x="149" y="63"/>
                  <a:pt x="148" y="64"/>
                  <a:pt x="147" y="65"/>
                </a:cubicBezTo>
                <a:cubicBezTo>
                  <a:pt x="95" y="117"/>
                  <a:pt x="95" y="117"/>
                  <a:pt x="95" y="117"/>
                </a:cubicBezTo>
                <a:cubicBezTo>
                  <a:pt x="94" y="118"/>
                  <a:pt x="93" y="118"/>
                  <a:pt x="91" y="118"/>
                </a:cubicBezTo>
                <a:cubicBezTo>
                  <a:pt x="90" y="118"/>
                  <a:pt x="88" y="118"/>
                  <a:pt x="87" y="117"/>
                </a:cubicBezTo>
                <a:cubicBezTo>
                  <a:pt x="86" y="115"/>
                  <a:pt x="85" y="114"/>
                  <a:pt x="85" y="112"/>
                </a:cubicBezTo>
                <a:cubicBezTo>
                  <a:pt x="85" y="85"/>
                  <a:pt x="85" y="85"/>
                  <a:pt x="85" y="85"/>
                </a:cubicBezTo>
                <a:cubicBezTo>
                  <a:pt x="43" y="85"/>
                  <a:pt x="43" y="85"/>
                  <a:pt x="43" y="85"/>
                </a:cubicBezTo>
                <a:cubicBezTo>
                  <a:pt x="41" y="85"/>
                  <a:pt x="40" y="85"/>
                  <a:pt x="39" y="83"/>
                </a:cubicBezTo>
                <a:cubicBezTo>
                  <a:pt x="37" y="82"/>
                  <a:pt x="37" y="81"/>
                  <a:pt x="37" y="79"/>
                </a:cubicBezTo>
                <a:cubicBezTo>
                  <a:pt x="37" y="43"/>
                  <a:pt x="37" y="43"/>
                  <a:pt x="37" y="43"/>
                </a:cubicBezTo>
                <a:cubicBezTo>
                  <a:pt x="37" y="41"/>
                  <a:pt x="37" y="40"/>
                  <a:pt x="39" y="39"/>
                </a:cubicBezTo>
                <a:cubicBezTo>
                  <a:pt x="40" y="37"/>
                  <a:pt x="41" y="37"/>
                  <a:pt x="43" y="37"/>
                </a:cubicBezTo>
                <a:cubicBezTo>
                  <a:pt x="85" y="37"/>
                  <a:pt x="85" y="37"/>
                  <a:pt x="85" y="37"/>
                </a:cubicBezTo>
                <a:cubicBezTo>
                  <a:pt x="85" y="10"/>
                  <a:pt x="85" y="10"/>
                  <a:pt x="85" y="10"/>
                </a:cubicBezTo>
                <a:cubicBezTo>
                  <a:pt x="85" y="8"/>
                  <a:pt x="86" y="6"/>
                  <a:pt x="87" y="5"/>
                </a:cubicBezTo>
                <a:cubicBezTo>
                  <a:pt x="88" y="4"/>
                  <a:pt x="90" y="3"/>
                  <a:pt x="91" y="3"/>
                </a:cubicBezTo>
                <a:cubicBezTo>
                  <a:pt x="93" y="3"/>
                  <a:pt x="94" y="4"/>
                  <a:pt x="95" y="5"/>
                </a:cubicBezTo>
                <a:cubicBezTo>
                  <a:pt x="147" y="57"/>
                  <a:pt x="147" y="57"/>
                  <a:pt x="147" y="57"/>
                </a:cubicBezTo>
                <a:cubicBezTo>
                  <a:pt x="148" y="58"/>
                  <a:pt x="149" y="59"/>
                  <a:pt x="149" y="6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35" name="Freeform 137"/>
          <p:cNvSpPr>
            <a:spLocks noEditPoints="1"/>
          </p:cNvSpPr>
          <p:nvPr/>
        </p:nvSpPr>
        <p:spPr bwMode="auto">
          <a:xfrm>
            <a:off x="5552484" y="2680180"/>
            <a:ext cx="209627" cy="209627"/>
          </a:xfrm>
          <a:custGeom>
            <a:avLst/>
            <a:gdLst>
              <a:gd name="T0" fmla="*/ 146 w 146"/>
              <a:gd name="T1" fmla="*/ 28 h 146"/>
              <a:gd name="T2" fmla="*/ 146 w 146"/>
              <a:gd name="T3" fmla="*/ 118 h 146"/>
              <a:gd name="T4" fmla="*/ 138 w 146"/>
              <a:gd name="T5" fmla="*/ 138 h 146"/>
              <a:gd name="T6" fmla="*/ 118 w 146"/>
              <a:gd name="T7" fmla="*/ 146 h 146"/>
              <a:gd name="T8" fmla="*/ 28 w 146"/>
              <a:gd name="T9" fmla="*/ 146 h 146"/>
              <a:gd name="T10" fmla="*/ 8 w 146"/>
              <a:gd name="T11" fmla="*/ 138 h 146"/>
              <a:gd name="T12" fmla="*/ 0 w 146"/>
              <a:gd name="T13" fmla="*/ 118 h 146"/>
              <a:gd name="T14" fmla="*/ 0 w 146"/>
              <a:gd name="T15" fmla="*/ 28 h 146"/>
              <a:gd name="T16" fmla="*/ 8 w 146"/>
              <a:gd name="T17" fmla="*/ 8 h 146"/>
              <a:gd name="T18" fmla="*/ 28 w 146"/>
              <a:gd name="T19" fmla="*/ 0 h 146"/>
              <a:gd name="T20" fmla="*/ 118 w 146"/>
              <a:gd name="T21" fmla="*/ 0 h 146"/>
              <a:gd name="T22" fmla="*/ 138 w 146"/>
              <a:gd name="T23" fmla="*/ 8 h 146"/>
              <a:gd name="T24" fmla="*/ 146 w 146"/>
              <a:gd name="T25" fmla="*/ 28 h 146"/>
              <a:gd name="T26" fmla="*/ 46 w 146"/>
              <a:gd name="T27" fmla="*/ 36 h 146"/>
              <a:gd name="T28" fmla="*/ 43 w 146"/>
              <a:gd name="T29" fmla="*/ 28 h 146"/>
              <a:gd name="T30" fmla="*/ 34 w 146"/>
              <a:gd name="T31" fmla="*/ 25 h 146"/>
              <a:gd name="T32" fmla="*/ 25 w 146"/>
              <a:gd name="T33" fmla="*/ 28 h 146"/>
              <a:gd name="T34" fmla="*/ 21 w 146"/>
              <a:gd name="T35" fmla="*/ 36 h 146"/>
              <a:gd name="T36" fmla="*/ 25 w 146"/>
              <a:gd name="T37" fmla="*/ 44 h 146"/>
              <a:gd name="T38" fmla="*/ 33 w 146"/>
              <a:gd name="T39" fmla="*/ 47 h 146"/>
              <a:gd name="T40" fmla="*/ 34 w 146"/>
              <a:gd name="T41" fmla="*/ 47 h 146"/>
              <a:gd name="T42" fmla="*/ 43 w 146"/>
              <a:gd name="T43" fmla="*/ 44 h 146"/>
              <a:gd name="T44" fmla="*/ 46 w 146"/>
              <a:gd name="T45" fmla="*/ 36 h 146"/>
              <a:gd name="T46" fmla="*/ 23 w 146"/>
              <a:gd name="T47" fmla="*/ 122 h 146"/>
              <a:gd name="T48" fmla="*/ 45 w 146"/>
              <a:gd name="T49" fmla="*/ 122 h 146"/>
              <a:gd name="T50" fmla="*/ 45 w 146"/>
              <a:gd name="T51" fmla="*/ 56 h 146"/>
              <a:gd name="T52" fmla="*/ 23 w 146"/>
              <a:gd name="T53" fmla="*/ 56 h 146"/>
              <a:gd name="T54" fmla="*/ 23 w 146"/>
              <a:gd name="T55" fmla="*/ 122 h 146"/>
              <a:gd name="T56" fmla="*/ 101 w 146"/>
              <a:gd name="T57" fmla="*/ 122 h 146"/>
              <a:gd name="T58" fmla="*/ 123 w 146"/>
              <a:gd name="T59" fmla="*/ 122 h 146"/>
              <a:gd name="T60" fmla="*/ 123 w 146"/>
              <a:gd name="T61" fmla="*/ 84 h 146"/>
              <a:gd name="T62" fmla="*/ 116 w 146"/>
              <a:gd name="T63" fmla="*/ 62 h 146"/>
              <a:gd name="T64" fmla="*/ 98 w 146"/>
              <a:gd name="T65" fmla="*/ 55 h 146"/>
              <a:gd name="T66" fmla="*/ 78 w 146"/>
              <a:gd name="T67" fmla="*/ 66 h 146"/>
              <a:gd name="T68" fmla="*/ 78 w 146"/>
              <a:gd name="T69" fmla="*/ 66 h 146"/>
              <a:gd name="T70" fmla="*/ 78 w 146"/>
              <a:gd name="T71" fmla="*/ 56 h 146"/>
              <a:gd name="T72" fmla="*/ 57 w 146"/>
              <a:gd name="T73" fmla="*/ 56 h 146"/>
              <a:gd name="T74" fmla="*/ 57 w 146"/>
              <a:gd name="T75" fmla="*/ 122 h 146"/>
              <a:gd name="T76" fmla="*/ 78 w 146"/>
              <a:gd name="T77" fmla="*/ 122 h 146"/>
              <a:gd name="T78" fmla="*/ 78 w 146"/>
              <a:gd name="T79" fmla="*/ 85 h 146"/>
              <a:gd name="T80" fmla="*/ 79 w 146"/>
              <a:gd name="T81" fmla="*/ 80 h 146"/>
              <a:gd name="T82" fmla="*/ 83 w 146"/>
              <a:gd name="T83" fmla="*/ 74 h 146"/>
              <a:gd name="T84" fmla="*/ 90 w 146"/>
              <a:gd name="T85" fmla="*/ 72 h 146"/>
              <a:gd name="T86" fmla="*/ 101 w 146"/>
              <a:gd name="T87" fmla="*/ 87 h 146"/>
              <a:gd name="T88" fmla="*/ 101 w 146"/>
              <a:gd name="T89" fmla="*/ 122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46" h="146">
                <a:moveTo>
                  <a:pt x="146" y="28"/>
                </a:moveTo>
                <a:cubicBezTo>
                  <a:pt x="146" y="118"/>
                  <a:pt x="146" y="118"/>
                  <a:pt x="146" y="118"/>
                </a:cubicBezTo>
                <a:cubicBezTo>
                  <a:pt x="146" y="126"/>
                  <a:pt x="143" y="132"/>
                  <a:pt x="138" y="138"/>
                </a:cubicBezTo>
                <a:cubicBezTo>
                  <a:pt x="132" y="143"/>
                  <a:pt x="126" y="146"/>
                  <a:pt x="118" y="146"/>
                </a:cubicBezTo>
                <a:cubicBezTo>
                  <a:pt x="28" y="146"/>
                  <a:pt x="28" y="146"/>
                  <a:pt x="28" y="146"/>
                </a:cubicBezTo>
                <a:cubicBezTo>
                  <a:pt x="20" y="146"/>
                  <a:pt x="14" y="143"/>
                  <a:pt x="8" y="138"/>
                </a:cubicBezTo>
                <a:cubicBezTo>
                  <a:pt x="3" y="132"/>
                  <a:pt x="0" y="126"/>
                  <a:pt x="0" y="118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0"/>
                  <a:pt x="3" y="14"/>
                  <a:pt x="8" y="8"/>
                </a:cubicBezTo>
                <a:cubicBezTo>
                  <a:pt x="14" y="3"/>
                  <a:pt x="20" y="0"/>
                  <a:pt x="28" y="0"/>
                </a:cubicBezTo>
                <a:cubicBezTo>
                  <a:pt x="118" y="0"/>
                  <a:pt x="118" y="0"/>
                  <a:pt x="118" y="0"/>
                </a:cubicBezTo>
                <a:cubicBezTo>
                  <a:pt x="126" y="0"/>
                  <a:pt x="132" y="3"/>
                  <a:pt x="138" y="8"/>
                </a:cubicBezTo>
                <a:cubicBezTo>
                  <a:pt x="143" y="14"/>
                  <a:pt x="146" y="20"/>
                  <a:pt x="146" y="28"/>
                </a:cubicBezTo>
                <a:close/>
                <a:moveTo>
                  <a:pt x="46" y="36"/>
                </a:moveTo>
                <a:cubicBezTo>
                  <a:pt x="46" y="33"/>
                  <a:pt x="45" y="30"/>
                  <a:pt x="43" y="28"/>
                </a:cubicBezTo>
                <a:cubicBezTo>
                  <a:pt x="40" y="26"/>
                  <a:pt x="37" y="25"/>
                  <a:pt x="34" y="25"/>
                </a:cubicBezTo>
                <a:cubicBezTo>
                  <a:pt x="30" y="25"/>
                  <a:pt x="27" y="26"/>
                  <a:pt x="25" y="28"/>
                </a:cubicBezTo>
                <a:cubicBezTo>
                  <a:pt x="23" y="30"/>
                  <a:pt x="21" y="33"/>
                  <a:pt x="21" y="36"/>
                </a:cubicBezTo>
                <a:cubicBezTo>
                  <a:pt x="21" y="39"/>
                  <a:pt x="22" y="42"/>
                  <a:pt x="25" y="44"/>
                </a:cubicBezTo>
                <a:cubicBezTo>
                  <a:pt x="27" y="46"/>
                  <a:pt x="30" y="47"/>
                  <a:pt x="33" y="47"/>
                </a:cubicBezTo>
                <a:cubicBezTo>
                  <a:pt x="34" y="47"/>
                  <a:pt x="34" y="47"/>
                  <a:pt x="34" y="47"/>
                </a:cubicBezTo>
                <a:cubicBezTo>
                  <a:pt x="37" y="47"/>
                  <a:pt x="40" y="46"/>
                  <a:pt x="43" y="44"/>
                </a:cubicBezTo>
                <a:cubicBezTo>
                  <a:pt x="45" y="42"/>
                  <a:pt x="46" y="39"/>
                  <a:pt x="46" y="36"/>
                </a:cubicBezTo>
                <a:close/>
                <a:moveTo>
                  <a:pt x="23" y="122"/>
                </a:moveTo>
                <a:cubicBezTo>
                  <a:pt x="45" y="122"/>
                  <a:pt x="45" y="122"/>
                  <a:pt x="45" y="122"/>
                </a:cubicBezTo>
                <a:cubicBezTo>
                  <a:pt x="45" y="56"/>
                  <a:pt x="45" y="56"/>
                  <a:pt x="45" y="56"/>
                </a:cubicBezTo>
                <a:cubicBezTo>
                  <a:pt x="23" y="56"/>
                  <a:pt x="23" y="56"/>
                  <a:pt x="23" y="56"/>
                </a:cubicBezTo>
                <a:lnTo>
                  <a:pt x="23" y="122"/>
                </a:lnTo>
                <a:close/>
                <a:moveTo>
                  <a:pt x="101" y="122"/>
                </a:moveTo>
                <a:cubicBezTo>
                  <a:pt x="123" y="122"/>
                  <a:pt x="123" y="122"/>
                  <a:pt x="123" y="122"/>
                </a:cubicBezTo>
                <a:cubicBezTo>
                  <a:pt x="123" y="84"/>
                  <a:pt x="123" y="84"/>
                  <a:pt x="123" y="84"/>
                </a:cubicBezTo>
                <a:cubicBezTo>
                  <a:pt x="123" y="75"/>
                  <a:pt x="121" y="67"/>
                  <a:pt x="116" y="62"/>
                </a:cubicBezTo>
                <a:cubicBezTo>
                  <a:pt x="112" y="57"/>
                  <a:pt x="106" y="55"/>
                  <a:pt x="98" y="55"/>
                </a:cubicBezTo>
                <a:cubicBezTo>
                  <a:pt x="89" y="55"/>
                  <a:pt x="83" y="58"/>
                  <a:pt x="78" y="66"/>
                </a:cubicBezTo>
                <a:cubicBezTo>
                  <a:pt x="78" y="66"/>
                  <a:pt x="78" y="66"/>
                  <a:pt x="78" y="66"/>
                </a:cubicBezTo>
                <a:cubicBezTo>
                  <a:pt x="78" y="56"/>
                  <a:pt x="78" y="56"/>
                  <a:pt x="78" y="56"/>
                </a:cubicBezTo>
                <a:cubicBezTo>
                  <a:pt x="57" y="56"/>
                  <a:pt x="57" y="56"/>
                  <a:pt x="57" y="56"/>
                </a:cubicBezTo>
                <a:cubicBezTo>
                  <a:pt x="57" y="60"/>
                  <a:pt x="57" y="82"/>
                  <a:pt x="57" y="122"/>
                </a:cubicBezTo>
                <a:cubicBezTo>
                  <a:pt x="78" y="122"/>
                  <a:pt x="78" y="122"/>
                  <a:pt x="78" y="122"/>
                </a:cubicBezTo>
                <a:cubicBezTo>
                  <a:pt x="78" y="85"/>
                  <a:pt x="78" y="85"/>
                  <a:pt x="78" y="85"/>
                </a:cubicBezTo>
                <a:cubicBezTo>
                  <a:pt x="78" y="83"/>
                  <a:pt x="79" y="81"/>
                  <a:pt x="79" y="80"/>
                </a:cubicBezTo>
                <a:cubicBezTo>
                  <a:pt x="80" y="78"/>
                  <a:pt x="81" y="76"/>
                  <a:pt x="83" y="74"/>
                </a:cubicBezTo>
                <a:cubicBezTo>
                  <a:pt x="85" y="73"/>
                  <a:pt x="88" y="72"/>
                  <a:pt x="90" y="72"/>
                </a:cubicBezTo>
                <a:cubicBezTo>
                  <a:pt x="98" y="72"/>
                  <a:pt x="101" y="77"/>
                  <a:pt x="101" y="87"/>
                </a:cubicBezTo>
                <a:lnTo>
                  <a:pt x="101" y="12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36" name="Freeform 138"/>
          <p:cNvSpPr>
            <a:spLocks noEditPoints="1"/>
          </p:cNvSpPr>
          <p:nvPr/>
        </p:nvSpPr>
        <p:spPr bwMode="auto">
          <a:xfrm>
            <a:off x="5820461" y="2680180"/>
            <a:ext cx="155599" cy="226915"/>
          </a:xfrm>
          <a:custGeom>
            <a:avLst/>
            <a:gdLst>
              <a:gd name="T0" fmla="*/ 109 w 109"/>
              <a:gd name="T1" fmla="*/ 103 h 158"/>
              <a:gd name="T2" fmla="*/ 107 w 109"/>
              <a:gd name="T3" fmla="*/ 107 h 158"/>
              <a:gd name="T4" fmla="*/ 103 w 109"/>
              <a:gd name="T5" fmla="*/ 109 h 158"/>
              <a:gd name="T6" fmla="*/ 62 w 109"/>
              <a:gd name="T7" fmla="*/ 109 h 158"/>
              <a:gd name="T8" fmla="*/ 58 w 109"/>
              <a:gd name="T9" fmla="*/ 155 h 158"/>
              <a:gd name="T10" fmla="*/ 57 w 109"/>
              <a:gd name="T11" fmla="*/ 157 h 158"/>
              <a:gd name="T12" fmla="*/ 55 w 109"/>
              <a:gd name="T13" fmla="*/ 158 h 158"/>
              <a:gd name="T14" fmla="*/ 55 w 109"/>
              <a:gd name="T15" fmla="*/ 158 h 158"/>
              <a:gd name="T16" fmla="*/ 52 w 109"/>
              <a:gd name="T17" fmla="*/ 155 h 158"/>
              <a:gd name="T18" fmla="*/ 44 w 109"/>
              <a:gd name="T19" fmla="*/ 109 h 158"/>
              <a:gd name="T20" fmla="*/ 6 w 109"/>
              <a:gd name="T21" fmla="*/ 109 h 158"/>
              <a:gd name="T22" fmla="*/ 2 w 109"/>
              <a:gd name="T23" fmla="*/ 107 h 158"/>
              <a:gd name="T24" fmla="*/ 0 w 109"/>
              <a:gd name="T25" fmla="*/ 103 h 158"/>
              <a:gd name="T26" fmla="*/ 7 w 109"/>
              <a:gd name="T27" fmla="*/ 82 h 158"/>
              <a:gd name="T28" fmla="*/ 24 w 109"/>
              <a:gd name="T29" fmla="*/ 73 h 158"/>
              <a:gd name="T30" fmla="*/ 24 w 109"/>
              <a:gd name="T31" fmla="*/ 25 h 158"/>
              <a:gd name="T32" fmla="*/ 16 w 109"/>
              <a:gd name="T33" fmla="*/ 21 h 158"/>
              <a:gd name="T34" fmla="*/ 12 w 109"/>
              <a:gd name="T35" fmla="*/ 12 h 158"/>
              <a:gd name="T36" fmla="*/ 16 w 109"/>
              <a:gd name="T37" fmla="*/ 4 h 158"/>
              <a:gd name="T38" fmla="*/ 24 w 109"/>
              <a:gd name="T39" fmla="*/ 0 h 158"/>
              <a:gd name="T40" fmla="*/ 85 w 109"/>
              <a:gd name="T41" fmla="*/ 0 h 158"/>
              <a:gd name="T42" fmla="*/ 93 w 109"/>
              <a:gd name="T43" fmla="*/ 4 h 158"/>
              <a:gd name="T44" fmla="*/ 97 w 109"/>
              <a:gd name="T45" fmla="*/ 12 h 158"/>
              <a:gd name="T46" fmla="*/ 93 w 109"/>
              <a:gd name="T47" fmla="*/ 21 h 158"/>
              <a:gd name="T48" fmla="*/ 85 w 109"/>
              <a:gd name="T49" fmla="*/ 25 h 158"/>
              <a:gd name="T50" fmla="*/ 85 w 109"/>
              <a:gd name="T51" fmla="*/ 73 h 158"/>
              <a:gd name="T52" fmla="*/ 102 w 109"/>
              <a:gd name="T53" fmla="*/ 82 h 158"/>
              <a:gd name="T54" fmla="*/ 109 w 109"/>
              <a:gd name="T55" fmla="*/ 103 h 158"/>
              <a:gd name="T56" fmla="*/ 45 w 109"/>
              <a:gd name="T57" fmla="*/ 70 h 158"/>
              <a:gd name="T58" fmla="*/ 45 w 109"/>
              <a:gd name="T59" fmla="*/ 28 h 158"/>
              <a:gd name="T60" fmla="*/ 45 w 109"/>
              <a:gd name="T61" fmla="*/ 25 h 158"/>
              <a:gd name="T62" fmla="*/ 42 w 109"/>
              <a:gd name="T63" fmla="*/ 25 h 158"/>
              <a:gd name="T64" fmla="*/ 40 w 109"/>
              <a:gd name="T65" fmla="*/ 25 h 158"/>
              <a:gd name="T66" fmla="*/ 39 w 109"/>
              <a:gd name="T67" fmla="*/ 28 h 158"/>
              <a:gd name="T68" fmla="*/ 39 w 109"/>
              <a:gd name="T69" fmla="*/ 70 h 158"/>
              <a:gd name="T70" fmla="*/ 40 w 109"/>
              <a:gd name="T71" fmla="*/ 72 h 158"/>
              <a:gd name="T72" fmla="*/ 42 w 109"/>
              <a:gd name="T73" fmla="*/ 73 h 158"/>
              <a:gd name="T74" fmla="*/ 45 w 109"/>
              <a:gd name="T75" fmla="*/ 72 h 158"/>
              <a:gd name="T76" fmla="*/ 45 w 109"/>
              <a:gd name="T77" fmla="*/ 70 h 1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09" h="158">
                <a:moveTo>
                  <a:pt x="109" y="103"/>
                </a:moveTo>
                <a:cubicBezTo>
                  <a:pt x="109" y="105"/>
                  <a:pt x="108" y="106"/>
                  <a:pt x="107" y="107"/>
                </a:cubicBezTo>
                <a:cubicBezTo>
                  <a:pt x="106" y="109"/>
                  <a:pt x="105" y="109"/>
                  <a:pt x="103" y="109"/>
                </a:cubicBezTo>
                <a:cubicBezTo>
                  <a:pt x="62" y="109"/>
                  <a:pt x="62" y="109"/>
                  <a:pt x="62" y="109"/>
                </a:cubicBezTo>
                <a:cubicBezTo>
                  <a:pt x="58" y="155"/>
                  <a:pt x="58" y="155"/>
                  <a:pt x="58" y="155"/>
                </a:cubicBezTo>
                <a:cubicBezTo>
                  <a:pt x="57" y="156"/>
                  <a:pt x="57" y="156"/>
                  <a:pt x="57" y="157"/>
                </a:cubicBezTo>
                <a:cubicBezTo>
                  <a:pt x="56" y="157"/>
                  <a:pt x="55" y="158"/>
                  <a:pt x="55" y="158"/>
                </a:cubicBezTo>
                <a:cubicBezTo>
                  <a:pt x="55" y="158"/>
                  <a:pt x="55" y="158"/>
                  <a:pt x="55" y="158"/>
                </a:cubicBezTo>
                <a:cubicBezTo>
                  <a:pt x="53" y="158"/>
                  <a:pt x="52" y="157"/>
                  <a:pt x="52" y="155"/>
                </a:cubicBezTo>
                <a:cubicBezTo>
                  <a:pt x="44" y="109"/>
                  <a:pt x="44" y="109"/>
                  <a:pt x="44" y="109"/>
                </a:cubicBezTo>
                <a:cubicBezTo>
                  <a:pt x="6" y="109"/>
                  <a:pt x="6" y="109"/>
                  <a:pt x="6" y="109"/>
                </a:cubicBezTo>
                <a:cubicBezTo>
                  <a:pt x="4" y="109"/>
                  <a:pt x="3" y="109"/>
                  <a:pt x="2" y="107"/>
                </a:cubicBezTo>
                <a:cubicBezTo>
                  <a:pt x="1" y="106"/>
                  <a:pt x="0" y="105"/>
                  <a:pt x="0" y="103"/>
                </a:cubicBezTo>
                <a:cubicBezTo>
                  <a:pt x="0" y="95"/>
                  <a:pt x="3" y="88"/>
                  <a:pt x="7" y="82"/>
                </a:cubicBezTo>
                <a:cubicBezTo>
                  <a:pt x="12" y="76"/>
                  <a:pt x="18" y="73"/>
                  <a:pt x="24" y="73"/>
                </a:cubicBezTo>
                <a:cubicBezTo>
                  <a:pt x="24" y="25"/>
                  <a:pt x="24" y="25"/>
                  <a:pt x="24" y="25"/>
                </a:cubicBezTo>
                <a:cubicBezTo>
                  <a:pt x="21" y="25"/>
                  <a:pt x="18" y="23"/>
                  <a:pt x="16" y="21"/>
                </a:cubicBezTo>
                <a:cubicBezTo>
                  <a:pt x="13" y="19"/>
                  <a:pt x="12" y="16"/>
                  <a:pt x="12" y="12"/>
                </a:cubicBezTo>
                <a:cubicBezTo>
                  <a:pt x="12" y="9"/>
                  <a:pt x="13" y="6"/>
                  <a:pt x="16" y="4"/>
                </a:cubicBezTo>
                <a:cubicBezTo>
                  <a:pt x="18" y="2"/>
                  <a:pt x="21" y="0"/>
                  <a:pt x="24" y="0"/>
                </a:cubicBezTo>
                <a:cubicBezTo>
                  <a:pt x="85" y="0"/>
                  <a:pt x="85" y="0"/>
                  <a:pt x="85" y="0"/>
                </a:cubicBezTo>
                <a:cubicBezTo>
                  <a:pt x="88" y="0"/>
                  <a:pt x="91" y="2"/>
                  <a:pt x="93" y="4"/>
                </a:cubicBezTo>
                <a:cubicBezTo>
                  <a:pt x="96" y="6"/>
                  <a:pt x="97" y="9"/>
                  <a:pt x="97" y="12"/>
                </a:cubicBezTo>
                <a:cubicBezTo>
                  <a:pt x="97" y="16"/>
                  <a:pt x="96" y="19"/>
                  <a:pt x="93" y="21"/>
                </a:cubicBezTo>
                <a:cubicBezTo>
                  <a:pt x="91" y="23"/>
                  <a:pt x="88" y="25"/>
                  <a:pt x="85" y="25"/>
                </a:cubicBezTo>
                <a:cubicBezTo>
                  <a:pt x="85" y="73"/>
                  <a:pt x="85" y="73"/>
                  <a:pt x="85" y="73"/>
                </a:cubicBezTo>
                <a:cubicBezTo>
                  <a:pt x="91" y="73"/>
                  <a:pt x="97" y="76"/>
                  <a:pt x="102" y="82"/>
                </a:cubicBezTo>
                <a:cubicBezTo>
                  <a:pt x="107" y="88"/>
                  <a:pt x="109" y="95"/>
                  <a:pt x="109" y="103"/>
                </a:cubicBezTo>
                <a:close/>
                <a:moveTo>
                  <a:pt x="45" y="70"/>
                </a:moveTo>
                <a:cubicBezTo>
                  <a:pt x="45" y="28"/>
                  <a:pt x="45" y="28"/>
                  <a:pt x="45" y="28"/>
                </a:cubicBezTo>
                <a:cubicBezTo>
                  <a:pt x="45" y="27"/>
                  <a:pt x="45" y="26"/>
                  <a:pt x="45" y="25"/>
                </a:cubicBezTo>
                <a:cubicBezTo>
                  <a:pt x="44" y="25"/>
                  <a:pt x="43" y="25"/>
                  <a:pt x="42" y="25"/>
                </a:cubicBezTo>
                <a:cubicBezTo>
                  <a:pt x="42" y="25"/>
                  <a:pt x="41" y="25"/>
                  <a:pt x="40" y="25"/>
                </a:cubicBezTo>
                <a:cubicBezTo>
                  <a:pt x="40" y="26"/>
                  <a:pt x="39" y="27"/>
                  <a:pt x="39" y="28"/>
                </a:cubicBezTo>
                <a:cubicBezTo>
                  <a:pt x="39" y="70"/>
                  <a:pt x="39" y="70"/>
                  <a:pt x="39" y="70"/>
                </a:cubicBezTo>
                <a:cubicBezTo>
                  <a:pt x="39" y="71"/>
                  <a:pt x="40" y="72"/>
                  <a:pt x="40" y="72"/>
                </a:cubicBezTo>
                <a:cubicBezTo>
                  <a:pt x="41" y="73"/>
                  <a:pt x="42" y="73"/>
                  <a:pt x="42" y="73"/>
                </a:cubicBezTo>
                <a:cubicBezTo>
                  <a:pt x="43" y="73"/>
                  <a:pt x="44" y="73"/>
                  <a:pt x="45" y="72"/>
                </a:cubicBezTo>
                <a:cubicBezTo>
                  <a:pt x="45" y="72"/>
                  <a:pt x="45" y="71"/>
                  <a:pt x="45" y="7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37" name="Freeform 139"/>
          <p:cNvSpPr>
            <a:spLocks noEditPoints="1"/>
          </p:cNvSpPr>
          <p:nvPr/>
        </p:nvSpPr>
        <p:spPr bwMode="auto">
          <a:xfrm>
            <a:off x="6036571" y="2665051"/>
            <a:ext cx="242043" cy="207464"/>
          </a:xfrm>
          <a:custGeom>
            <a:avLst/>
            <a:gdLst>
              <a:gd name="T0" fmla="*/ 133 w 169"/>
              <a:gd name="T1" fmla="*/ 88 h 145"/>
              <a:gd name="T2" fmla="*/ 133 w 169"/>
              <a:gd name="T3" fmla="*/ 118 h 145"/>
              <a:gd name="T4" fmla="*/ 125 w 169"/>
              <a:gd name="T5" fmla="*/ 137 h 145"/>
              <a:gd name="T6" fmla="*/ 105 w 169"/>
              <a:gd name="T7" fmla="*/ 145 h 145"/>
              <a:gd name="T8" fmla="*/ 27 w 169"/>
              <a:gd name="T9" fmla="*/ 145 h 145"/>
              <a:gd name="T10" fmla="*/ 8 w 169"/>
              <a:gd name="T11" fmla="*/ 137 h 145"/>
              <a:gd name="T12" fmla="*/ 0 w 169"/>
              <a:gd name="T13" fmla="*/ 118 h 145"/>
              <a:gd name="T14" fmla="*/ 0 w 169"/>
              <a:gd name="T15" fmla="*/ 40 h 145"/>
              <a:gd name="T16" fmla="*/ 8 w 169"/>
              <a:gd name="T17" fmla="*/ 20 h 145"/>
              <a:gd name="T18" fmla="*/ 27 w 169"/>
              <a:gd name="T19" fmla="*/ 12 h 145"/>
              <a:gd name="T20" fmla="*/ 93 w 169"/>
              <a:gd name="T21" fmla="*/ 12 h 145"/>
              <a:gd name="T22" fmla="*/ 96 w 169"/>
              <a:gd name="T23" fmla="*/ 13 h 145"/>
              <a:gd name="T24" fmla="*/ 96 w 169"/>
              <a:gd name="T25" fmla="*/ 15 h 145"/>
              <a:gd name="T26" fmla="*/ 96 w 169"/>
              <a:gd name="T27" fmla="*/ 21 h 145"/>
              <a:gd name="T28" fmla="*/ 96 w 169"/>
              <a:gd name="T29" fmla="*/ 24 h 145"/>
              <a:gd name="T30" fmla="*/ 93 w 169"/>
              <a:gd name="T31" fmla="*/ 24 h 145"/>
              <a:gd name="T32" fmla="*/ 27 w 169"/>
              <a:gd name="T33" fmla="*/ 24 h 145"/>
              <a:gd name="T34" fmla="*/ 16 w 169"/>
              <a:gd name="T35" fmla="*/ 29 h 145"/>
              <a:gd name="T36" fmla="*/ 12 w 169"/>
              <a:gd name="T37" fmla="*/ 40 h 145"/>
              <a:gd name="T38" fmla="*/ 12 w 169"/>
              <a:gd name="T39" fmla="*/ 118 h 145"/>
              <a:gd name="T40" fmla="*/ 16 w 169"/>
              <a:gd name="T41" fmla="*/ 129 h 145"/>
              <a:gd name="T42" fmla="*/ 27 w 169"/>
              <a:gd name="T43" fmla="*/ 133 h 145"/>
              <a:gd name="T44" fmla="*/ 105 w 169"/>
              <a:gd name="T45" fmla="*/ 133 h 145"/>
              <a:gd name="T46" fmla="*/ 116 w 169"/>
              <a:gd name="T47" fmla="*/ 129 h 145"/>
              <a:gd name="T48" fmla="*/ 121 w 169"/>
              <a:gd name="T49" fmla="*/ 118 h 145"/>
              <a:gd name="T50" fmla="*/ 121 w 169"/>
              <a:gd name="T51" fmla="*/ 88 h 145"/>
              <a:gd name="T52" fmla="*/ 121 w 169"/>
              <a:gd name="T53" fmla="*/ 86 h 145"/>
              <a:gd name="T54" fmla="*/ 124 w 169"/>
              <a:gd name="T55" fmla="*/ 85 h 145"/>
              <a:gd name="T56" fmla="*/ 130 w 169"/>
              <a:gd name="T57" fmla="*/ 85 h 145"/>
              <a:gd name="T58" fmla="*/ 132 w 169"/>
              <a:gd name="T59" fmla="*/ 86 h 145"/>
              <a:gd name="T60" fmla="*/ 133 w 169"/>
              <a:gd name="T61" fmla="*/ 88 h 145"/>
              <a:gd name="T62" fmla="*/ 169 w 169"/>
              <a:gd name="T63" fmla="*/ 6 h 145"/>
              <a:gd name="T64" fmla="*/ 169 w 169"/>
              <a:gd name="T65" fmla="*/ 55 h 145"/>
              <a:gd name="T66" fmla="*/ 167 w 169"/>
              <a:gd name="T67" fmla="*/ 59 h 145"/>
              <a:gd name="T68" fmla="*/ 163 w 169"/>
              <a:gd name="T69" fmla="*/ 61 h 145"/>
              <a:gd name="T70" fmla="*/ 159 w 169"/>
              <a:gd name="T71" fmla="*/ 59 h 145"/>
              <a:gd name="T72" fmla="*/ 142 w 169"/>
              <a:gd name="T73" fmla="*/ 42 h 145"/>
              <a:gd name="T74" fmla="*/ 80 w 169"/>
              <a:gd name="T75" fmla="*/ 104 h 145"/>
              <a:gd name="T76" fmla="*/ 78 w 169"/>
              <a:gd name="T77" fmla="*/ 105 h 145"/>
              <a:gd name="T78" fmla="*/ 76 w 169"/>
              <a:gd name="T79" fmla="*/ 104 h 145"/>
              <a:gd name="T80" fmla="*/ 65 w 169"/>
              <a:gd name="T81" fmla="*/ 93 h 145"/>
              <a:gd name="T82" fmla="*/ 64 w 169"/>
              <a:gd name="T83" fmla="*/ 91 h 145"/>
              <a:gd name="T84" fmla="*/ 65 w 169"/>
              <a:gd name="T85" fmla="*/ 89 h 145"/>
              <a:gd name="T86" fmla="*/ 127 w 169"/>
              <a:gd name="T87" fmla="*/ 27 h 145"/>
              <a:gd name="T88" fmla="*/ 110 w 169"/>
              <a:gd name="T89" fmla="*/ 11 h 145"/>
              <a:gd name="T90" fmla="*/ 108 w 169"/>
              <a:gd name="T91" fmla="*/ 6 h 145"/>
              <a:gd name="T92" fmla="*/ 110 w 169"/>
              <a:gd name="T93" fmla="*/ 2 h 145"/>
              <a:gd name="T94" fmla="*/ 115 w 169"/>
              <a:gd name="T95" fmla="*/ 0 h 145"/>
              <a:gd name="T96" fmla="*/ 163 w 169"/>
              <a:gd name="T97" fmla="*/ 0 h 145"/>
              <a:gd name="T98" fmla="*/ 167 w 169"/>
              <a:gd name="T99" fmla="*/ 2 h 145"/>
              <a:gd name="T100" fmla="*/ 169 w 169"/>
              <a:gd name="T101" fmla="*/ 6 h 1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69" h="145">
                <a:moveTo>
                  <a:pt x="133" y="88"/>
                </a:moveTo>
                <a:cubicBezTo>
                  <a:pt x="133" y="118"/>
                  <a:pt x="133" y="118"/>
                  <a:pt x="133" y="118"/>
                </a:cubicBezTo>
                <a:cubicBezTo>
                  <a:pt x="133" y="126"/>
                  <a:pt x="130" y="132"/>
                  <a:pt x="125" y="137"/>
                </a:cubicBezTo>
                <a:cubicBezTo>
                  <a:pt x="119" y="143"/>
                  <a:pt x="113" y="145"/>
                  <a:pt x="105" y="145"/>
                </a:cubicBezTo>
                <a:cubicBezTo>
                  <a:pt x="27" y="145"/>
                  <a:pt x="27" y="145"/>
                  <a:pt x="27" y="145"/>
                </a:cubicBezTo>
                <a:cubicBezTo>
                  <a:pt x="19" y="145"/>
                  <a:pt x="13" y="143"/>
                  <a:pt x="8" y="137"/>
                </a:cubicBezTo>
                <a:cubicBezTo>
                  <a:pt x="2" y="132"/>
                  <a:pt x="0" y="126"/>
                  <a:pt x="0" y="118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32"/>
                  <a:pt x="2" y="26"/>
                  <a:pt x="8" y="20"/>
                </a:cubicBezTo>
                <a:cubicBezTo>
                  <a:pt x="13" y="15"/>
                  <a:pt x="19" y="12"/>
                  <a:pt x="27" y="12"/>
                </a:cubicBezTo>
                <a:cubicBezTo>
                  <a:pt x="93" y="12"/>
                  <a:pt x="93" y="12"/>
                  <a:pt x="93" y="12"/>
                </a:cubicBezTo>
                <a:cubicBezTo>
                  <a:pt x="94" y="12"/>
                  <a:pt x="95" y="13"/>
                  <a:pt x="96" y="13"/>
                </a:cubicBezTo>
                <a:cubicBezTo>
                  <a:pt x="96" y="14"/>
                  <a:pt x="96" y="14"/>
                  <a:pt x="96" y="15"/>
                </a:cubicBezTo>
                <a:cubicBezTo>
                  <a:pt x="96" y="21"/>
                  <a:pt x="96" y="21"/>
                  <a:pt x="96" y="21"/>
                </a:cubicBezTo>
                <a:cubicBezTo>
                  <a:pt x="96" y="22"/>
                  <a:pt x="96" y="23"/>
                  <a:pt x="96" y="24"/>
                </a:cubicBezTo>
                <a:cubicBezTo>
                  <a:pt x="95" y="24"/>
                  <a:pt x="94" y="24"/>
                  <a:pt x="93" y="24"/>
                </a:cubicBezTo>
                <a:cubicBezTo>
                  <a:pt x="27" y="24"/>
                  <a:pt x="27" y="24"/>
                  <a:pt x="27" y="24"/>
                </a:cubicBezTo>
                <a:cubicBezTo>
                  <a:pt x="23" y="24"/>
                  <a:pt x="19" y="26"/>
                  <a:pt x="16" y="29"/>
                </a:cubicBezTo>
                <a:cubicBezTo>
                  <a:pt x="13" y="32"/>
                  <a:pt x="12" y="35"/>
                  <a:pt x="12" y="40"/>
                </a:cubicBezTo>
                <a:cubicBezTo>
                  <a:pt x="12" y="118"/>
                  <a:pt x="12" y="118"/>
                  <a:pt x="12" y="118"/>
                </a:cubicBezTo>
                <a:cubicBezTo>
                  <a:pt x="12" y="122"/>
                  <a:pt x="13" y="126"/>
                  <a:pt x="16" y="129"/>
                </a:cubicBezTo>
                <a:cubicBezTo>
                  <a:pt x="19" y="132"/>
                  <a:pt x="23" y="133"/>
                  <a:pt x="27" y="133"/>
                </a:cubicBezTo>
                <a:cubicBezTo>
                  <a:pt x="105" y="133"/>
                  <a:pt x="105" y="133"/>
                  <a:pt x="105" y="133"/>
                </a:cubicBezTo>
                <a:cubicBezTo>
                  <a:pt x="110" y="133"/>
                  <a:pt x="113" y="132"/>
                  <a:pt x="116" y="129"/>
                </a:cubicBezTo>
                <a:cubicBezTo>
                  <a:pt x="119" y="126"/>
                  <a:pt x="121" y="122"/>
                  <a:pt x="121" y="118"/>
                </a:cubicBezTo>
                <a:cubicBezTo>
                  <a:pt x="121" y="88"/>
                  <a:pt x="121" y="88"/>
                  <a:pt x="121" y="88"/>
                </a:cubicBezTo>
                <a:cubicBezTo>
                  <a:pt x="121" y="87"/>
                  <a:pt x="121" y="86"/>
                  <a:pt x="121" y="86"/>
                </a:cubicBezTo>
                <a:cubicBezTo>
                  <a:pt x="122" y="85"/>
                  <a:pt x="123" y="85"/>
                  <a:pt x="124" y="85"/>
                </a:cubicBezTo>
                <a:cubicBezTo>
                  <a:pt x="130" y="85"/>
                  <a:pt x="130" y="85"/>
                  <a:pt x="130" y="85"/>
                </a:cubicBezTo>
                <a:cubicBezTo>
                  <a:pt x="131" y="85"/>
                  <a:pt x="131" y="85"/>
                  <a:pt x="132" y="86"/>
                </a:cubicBezTo>
                <a:cubicBezTo>
                  <a:pt x="132" y="86"/>
                  <a:pt x="133" y="87"/>
                  <a:pt x="133" y="88"/>
                </a:cubicBezTo>
                <a:close/>
                <a:moveTo>
                  <a:pt x="169" y="6"/>
                </a:moveTo>
                <a:cubicBezTo>
                  <a:pt x="169" y="55"/>
                  <a:pt x="169" y="55"/>
                  <a:pt x="169" y="55"/>
                </a:cubicBezTo>
                <a:cubicBezTo>
                  <a:pt x="169" y="56"/>
                  <a:pt x="168" y="58"/>
                  <a:pt x="167" y="59"/>
                </a:cubicBezTo>
                <a:cubicBezTo>
                  <a:pt x="166" y="60"/>
                  <a:pt x="165" y="61"/>
                  <a:pt x="163" y="61"/>
                </a:cubicBezTo>
                <a:cubicBezTo>
                  <a:pt x="161" y="61"/>
                  <a:pt x="160" y="60"/>
                  <a:pt x="159" y="59"/>
                </a:cubicBezTo>
                <a:cubicBezTo>
                  <a:pt x="142" y="42"/>
                  <a:pt x="142" y="42"/>
                  <a:pt x="142" y="42"/>
                </a:cubicBezTo>
                <a:cubicBezTo>
                  <a:pt x="80" y="104"/>
                  <a:pt x="80" y="104"/>
                  <a:pt x="80" y="104"/>
                </a:cubicBezTo>
                <a:cubicBezTo>
                  <a:pt x="80" y="105"/>
                  <a:pt x="79" y="105"/>
                  <a:pt x="78" y="105"/>
                </a:cubicBezTo>
                <a:cubicBezTo>
                  <a:pt x="77" y="105"/>
                  <a:pt x="77" y="105"/>
                  <a:pt x="76" y="104"/>
                </a:cubicBezTo>
                <a:cubicBezTo>
                  <a:pt x="65" y="93"/>
                  <a:pt x="65" y="93"/>
                  <a:pt x="65" y="93"/>
                </a:cubicBezTo>
                <a:cubicBezTo>
                  <a:pt x="65" y="93"/>
                  <a:pt x="64" y="92"/>
                  <a:pt x="64" y="91"/>
                </a:cubicBezTo>
                <a:cubicBezTo>
                  <a:pt x="64" y="90"/>
                  <a:pt x="65" y="89"/>
                  <a:pt x="65" y="89"/>
                </a:cubicBezTo>
                <a:cubicBezTo>
                  <a:pt x="127" y="27"/>
                  <a:pt x="127" y="27"/>
                  <a:pt x="127" y="27"/>
                </a:cubicBezTo>
                <a:cubicBezTo>
                  <a:pt x="110" y="11"/>
                  <a:pt x="110" y="11"/>
                  <a:pt x="110" y="11"/>
                </a:cubicBezTo>
                <a:cubicBezTo>
                  <a:pt x="109" y="9"/>
                  <a:pt x="108" y="8"/>
                  <a:pt x="108" y="6"/>
                </a:cubicBezTo>
                <a:cubicBezTo>
                  <a:pt x="108" y="5"/>
                  <a:pt x="109" y="3"/>
                  <a:pt x="110" y="2"/>
                </a:cubicBezTo>
                <a:cubicBezTo>
                  <a:pt x="111" y="1"/>
                  <a:pt x="113" y="0"/>
                  <a:pt x="115" y="0"/>
                </a:cubicBezTo>
                <a:cubicBezTo>
                  <a:pt x="163" y="0"/>
                  <a:pt x="163" y="0"/>
                  <a:pt x="163" y="0"/>
                </a:cubicBezTo>
                <a:cubicBezTo>
                  <a:pt x="165" y="0"/>
                  <a:pt x="166" y="1"/>
                  <a:pt x="167" y="2"/>
                </a:cubicBezTo>
                <a:cubicBezTo>
                  <a:pt x="168" y="3"/>
                  <a:pt x="169" y="5"/>
                  <a:pt x="169" y="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38" name="Freeform 140"/>
          <p:cNvSpPr>
            <a:spLocks noEditPoints="1"/>
          </p:cNvSpPr>
          <p:nvPr/>
        </p:nvSpPr>
        <p:spPr bwMode="auto">
          <a:xfrm>
            <a:off x="6339124" y="2697469"/>
            <a:ext cx="207464" cy="175049"/>
          </a:xfrm>
          <a:custGeom>
            <a:avLst/>
            <a:gdLst>
              <a:gd name="T0" fmla="*/ 111 w 145"/>
              <a:gd name="T1" fmla="*/ 61 h 121"/>
              <a:gd name="T2" fmla="*/ 110 w 145"/>
              <a:gd name="T3" fmla="*/ 65 h 121"/>
              <a:gd name="T4" fmla="*/ 58 w 145"/>
              <a:gd name="T5" fmla="*/ 117 h 121"/>
              <a:gd name="T6" fmla="*/ 54 w 145"/>
              <a:gd name="T7" fmla="*/ 118 h 121"/>
              <a:gd name="T8" fmla="*/ 50 w 145"/>
              <a:gd name="T9" fmla="*/ 117 h 121"/>
              <a:gd name="T10" fmla="*/ 48 w 145"/>
              <a:gd name="T11" fmla="*/ 112 h 121"/>
              <a:gd name="T12" fmla="*/ 48 w 145"/>
              <a:gd name="T13" fmla="*/ 85 h 121"/>
              <a:gd name="T14" fmla="*/ 6 w 145"/>
              <a:gd name="T15" fmla="*/ 85 h 121"/>
              <a:gd name="T16" fmla="*/ 1 w 145"/>
              <a:gd name="T17" fmla="*/ 83 h 121"/>
              <a:gd name="T18" fmla="*/ 0 w 145"/>
              <a:gd name="T19" fmla="*/ 79 h 121"/>
              <a:gd name="T20" fmla="*/ 0 w 145"/>
              <a:gd name="T21" fmla="*/ 43 h 121"/>
              <a:gd name="T22" fmla="*/ 1 w 145"/>
              <a:gd name="T23" fmla="*/ 39 h 121"/>
              <a:gd name="T24" fmla="*/ 6 w 145"/>
              <a:gd name="T25" fmla="*/ 37 h 121"/>
              <a:gd name="T26" fmla="*/ 48 w 145"/>
              <a:gd name="T27" fmla="*/ 37 h 121"/>
              <a:gd name="T28" fmla="*/ 48 w 145"/>
              <a:gd name="T29" fmla="*/ 10 h 121"/>
              <a:gd name="T30" fmla="*/ 50 w 145"/>
              <a:gd name="T31" fmla="*/ 5 h 121"/>
              <a:gd name="T32" fmla="*/ 54 w 145"/>
              <a:gd name="T33" fmla="*/ 3 h 121"/>
              <a:gd name="T34" fmla="*/ 58 w 145"/>
              <a:gd name="T35" fmla="*/ 5 h 121"/>
              <a:gd name="T36" fmla="*/ 110 w 145"/>
              <a:gd name="T37" fmla="*/ 57 h 121"/>
              <a:gd name="T38" fmla="*/ 111 w 145"/>
              <a:gd name="T39" fmla="*/ 61 h 121"/>
              <a:gd name="T40" fmla="*/ 145 w 145"/>
              <a:gd name="T41" fmla="*/ 28 h 121"/>
              <a:gd name="T42" fmla="*/ 145 w 145"/>
              <a:gd name="T43" fmla="*/ 94 h 121"/>
              <a:gd name="T44" fmla="*/ 137 w 145"/>
              <a:gd name="T45" fmla="*/ 113 h 121"/>
              <a:gd name="T46" fmla="*/ 118 w 145"/>
              <a:gd name="T47" fmla="*/ 121 h 121"/>
              <a:gd name="T48" fmla="*/ 87 w 145"/>
              <a:gd name="T49" fmla="*/ 121 h 121"/>
              <a:gd name="T50" fmla="*/ 85 w 145"/>
              <a:gd name="T51" fmla="*/ 121 h 121"/>
              <a:gd name="T52" fmla="*/ 84 w 145"/>
              <a:gd name="T53" fmla="*/ 118 h 121"/>
              <a:gd name="T54" fmla="*/ 84 w 145"/>
              <a:gd name="T55" fmla="*/ 117 h 121"/>
              <a:gd name="T56" fmla="*/ 84 w 145"/>
              <a:gd name="T57" fmla="*/ 114 h 121"/>
              <a:gd name="T58" fmla="*/ 84 w 145"/>
              <a:gd name="T59" fmla="*/ 112 h 121"/>
              <a:gd name="T60" fmla="*/ 85 w 145"/>
              <a:gd name="T61" fmla="*/ 110 h 121"/>
              <a:gd name="T62" fmla="*/ 87 w 145"/>
              <a:gd name="T63" fmla="*/ 109 h 121"/>
              <a:gd name="T64" fmla="*/ 118 w 145"/>
              <a:gd name="T65" fmla="*/ 109 h 121"/>
              <a:gd name="T66" fmla="*/ 128 w 145"/>
              <a:gd name="T67" fmla="*/ 105 h 121"/>
              <a:gd name="T68" fmla="*/ 133 w 145"/>
              <a:gd name="T69" fmla="*/ 94 h 121"/>
              <a:gd name="T70" fmla="*/ 133 w 145"/>
              <a:gd name="T71" fmla="*/ 28 h 121"/>
              <a:gd name="T72" fmla="*/ 128 w 145"/>
              <a:gd name="T73" fmla="*/ 17 h 121"/>
              <a:gd name="T74" fmla="*/ 118 w 145"/>
              <a:gd name="T75" fmla="*/ 13 h 121"/>
              <a:gd name="T76" fmla="*/ 90 w 145"/>
              <a:gd name="T77" fmla="*/ 13 h 121"/>
              <a:gd name="T78" fmla="*/ 89 w 145"/>
              <a:gd name="T79" fmla="*/ 13 h 121"/>
              <a:gd name="T80" fmla="*/ 88 w 145"/>
              <a:gd name="T81" fmla="*/ 13 h 121"/>
              <a:gd name="T82" fmla="*/ 87 w 145"/>
              <a:gd name="T83" fmla="*/ 12 h 121"/>
              <a:gd name="T84" fmla="*/ 86 w 145"/>
              <a:gd name="T85" fmla="*/ 12 h 121"/>
              <a:gd name="T86" fmla="*/ 85 w 145"/>
              <a:gd name="T87" fmla="*/ 12 h 121"/>
              <a:gd name="T88" fmla="*/ 84 w 145"/>
              <a:gd name="T89" fmla="*/ 11 h 121"/>
              <a:gd name="T90" fmla="*/ 84 w 145"/>
              <a:gd name="T91" fmla="*/ 10 h 121"/>
              <a:gd name="T92" fmla="*/ 84 w 145"/>
              <a:gd name="T93" fmla="*/ 8 h 121"/>
              <a:gd name="T94" fmla="*/ 84 w 145"/>
              <a:gd name="T95" fmla="*/ 5 h 121"/>
              <a:gd name="T96" fmla="*/ 84 w 145"/>
              <a:gd name="T97" fmla="*/ 3 h 121"/>
              <a:gd name="T98" fmla="*/ 85 w 145"/>
              <a:gd name="T99" fmla="*/ 1 h 121"/>
              <a:gd name="T100" fmla="*/ 87 w 145"/>
              <a:gd name="T101" fmla="*/ 0 h 121"/>
              <a:gd name="T102" fmla="*/ 118 w 145"/>
              <a:gd name="T103" fmla="*/ 0 h 121"/>
              <a:gd name="T104" fmla="*/ 137 w 145"/>
              <a:gd name="T105" fmla="*/ 8 h 121"/>
              <a:gd name="T106" fmla="*/ 145 w 145"/>
              <a:gd name="T107" fmla="*/ 28 h 1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45" h="121">
                <a:moveTo>
                  <a:pt x="111" y="61"/>
                </a:moveTo>
                <a:cubicBezTo>
                  <a:pt x="111" y="63"/>
                  <a:pt x="111" y="64"/>
                  <a:pt x="110" y="65"/>
                </a:cubicBezTo>
                <a:cubicBezTo>
                  <a:pt x="58" y="117"/>
                  <a:pt x="58" y="117"/>
                  <a:pt x="58" y="117"/>
                </a:cubicBezTo>
                <a:cubicBezTo>
                  <a:pt x="57" y="118"/>
                  <a:pt x="56" y="118"/>
                  <a:pt x="54" y="118"/>
                </a:cubicBezTo>
                <a:cubicBezTo>
                  <a:pt x="52" y="118"/>
                  <a:pt x="51" y="118"/>
                  <a:pt x="50" y="117"/>
                </a:cubicBezTo>
                <a:cubicBezTo>
                  <a:pt x="49" y="115"/>
                  <a:pt x="48" y="114"/>
                  <a:pt x="48" y="112"/>
                </a:cubicBezTo>
                <a:cubicBezTo>
                  <a:pt x="48" y="85"/>
                  <a:pt x="48" y="85"/>
                  <a:pt x="48" y="85"/>
                </a:cubicBezTo>
                <a:cubicBezTo>
                  <a:pt x="6" y="85"/>
                  <a:pt x="6" y="85"/>
                  <a:pt x="6" y="85"/>
                </a:cubicBezTo>
                <a:cubicBezTo>
                  <a:pt x="4" y="85"/>
                  <a:pt x="3" y="85"/>
                  <a:pt x="1" y="83"/>
                </a:cubicBezTo>
                <a:cubicBezTo>
                  <a:pt x="0" y="82"/>
                  <a:pt x="0" y="81"/>
                  <a:pt x="0" y="79"/>
                </a:cubicBezTo>
                <a:cubicBezTo>
                  <a:pt x="0" y="43"/>
                  <a:pt x="0" y="43"/>
                  <a:pt x="0" y="43"/>
                </a:cubicBezTo>
                <a:cubicBezTo>
                  <a:pt x="0" y="41"/>
                  <a:pt x="0" y="40"/>
                  <a:pt x="1" y="39"/>
                </a:cubicBezTo>
                <a:cubicBezTo>
                  <a:pt x="3" y="37"/>
                  <a:pt x="4" y="37"/>
                  <a:pt x="6" y="37"/>
                </a:cubicBezTo>
                <a:cubicBezTo>
                  <a:pt x="48" y="37"/>
                  <a:pt x="48" y="37"/>
                  <a:pt x="48" y="37"/>
                </a:cubicBezTo>
                <a:cubicBezTo>
                  <a:pt x="48" y="10"/>
                  <a:pt x="48" y="10"/>
                  <a:pt x="48" y="10"/>
                </a:cubicBezTo>
                <a:cubicBezTo>
                  <a:pt x="48" y="8"/>
                  <a:pt x="49" y="6"/>
                  <a:pt x="50" y="5"/>
                </a:cubicBezTo>
                <a:cubicBezTo>
                  <a:pt x="51" y="4"/>
                  <a:pt x="52" y="3"/>
                  <a:pt x="54" y="3"/>
                </a:cubicBezTo>
                <a:cubicBezTo>
                  <a:pt x="56" y="3"/>
                  <a:pt x="57" y="4"/>
                  <a:pt x="58" y="5"/>
                </a:cubicBezTo>
                <a:cubicBezTo>
                  <a:pt x="110" y="57"/>
                  <a:pt x="110" y="57"/>
                  <a:pt x="110" y="57"/>
                </a:cubicBezTo>
                <a:cubicBezTo>
                  <a:pt x="111" y="58"/>
                  <a:pt x="111" y="59"/>
                  <a:pt x="111" y="61"/>
                </a:cubicBezTo>
                <a:close/>
                <a:moveTo>
                  <a:pt x="145" y="28"/>
                </a:moveTo>
                <a:cubicBezTo>
                  <a:pt x="145" y="94"/>
                  <a:pt x="145" y="94"/>
                  <a:pt x="145" y="94"/>
                </a:cubicBezTo>
                <a:cubicBezTo>
                  <a:pt x="145" y="102"/>
                  <a:pt x="142" y="108"/>
                  <a:pt x="137" y="113"/>
                </a:cubicBezTo>
                <a:cubicBezTo>
                  <a:pt x="131" y="119"/>
                  <a:pt x="125" y="121"/>
                  <a:pt x="118" y="121"/>
                </a:cubicBezTo>
                <a:cubicBezTo>
                  <a:pt x="87" y="121"/>
                  <a:pt x="87" y="121"/>
                  <a:pt x="87" y="121"/>
                </a:cubicBezTo>
                <a:cubicBezTo>
                  <a:pt x="86" y="121"/>
                  <a:pt x="86" y="121"/>
                  <a:pt x="85" y="121"/>
                </a:cubicBezTo>
                <a:cubicBezTo>
                  <a:pt x="85" y="120"/>
                  <a:pt x="84" y="119"/>
                  <a:pt x="84" y="118"/>
                </a:cubicBezTo>
                <a:cubicBezTo>
                  <a:pt x="84" y="118"/>
                  <a:pt x="84" y="118"/>
                  <a:pt x="84" y="117"/>
                </a:cubicBezTo>
                <a:cubicBezTo>
                  <a:pt x="84" y="116"/>
                  <a:pt x="84" y="115"/>
                  <a:pt x="84" y="114"/>
                </a:cubicBezTo>
                <a:cubicBezTo>
                  <a:pt x="84" y="113"/>
                  <a:pt x="84" y="113"/>
                  <a:pt x="84" y="112"/>
                </a:cubicBezTo>
                <a:cubicBezTo>
                  <a:pt x="85" y="111"/>
                  <a:pt x="85" y="110"/>
                  <a:pt x="85" y="110"/>
                </a:cubicBezTo>
                <a:cubicBezTo>
                  <a:pt x="86" y="110"/>
                  <a:pt x="86" y="109"/>
                  <a:pt x="87" y="109"/>
                </a:cubicBezTo>
                <a:cubicBezTo>
                  <a:pt x="118" y="109"/>
                  <a:pt x="118" y="109"/>
                  <a:pt x="118" y="109"/>
                </a:cubicBezTo>
                <a:cubicBezTo>
                  <a:pt x="122" y="109"/>
                  <a:pt x="125" y="108"/>
                  <a:pt x="128" y="105"/>
                </a:cubicBezTo>
                <a:cubicBezTo>
                  <a:pt x="131" y="102"/>
                  <a:pt x="133" y="98"/>
                  <a:pt x="133" y="94"/>
                </a:cubicBezTo>
                <a:cubicBezTo>
                  <a:pt x="133" y="28"/>
                  <a:pt x="133" y="28"/>
                  <a:pt x="133" y="28"/>
                </a:cubicBezTo>
                <a:cubicBezTo>
                  <a:pt x="133" y="24"/>
                  <a:pt x="131" y="20"/>
                  <a:pt x="128" y="17"/>
                </a:cubicBezTo>
                <a:cubicBezTo>
                  <a:pt x="125" y="14"/>
                  <a:pt x="122" y="13"/>
                  <a:pt x="118" y="13"/>
                </a:cubicBezTo>
                <a:cubicBezTo>
                  <a:pt x="90" y="13"/>
                  <a:pt x="90" y="13"/>
                  <a:pt x="90" y="13"/>
                </a:cubicBezTo>
                <a:cubicBezTo>
                  <a:pt x="90" y="13"/>
                  <a:pt x="90" y="13"/>
                  <a:pt x="89" y="13"/>
                </a:cubicBezTo>
                <a:cubicBezTo>
                  <a:pt x="89" y="13"/>
                  <a:pt x="88" y="13"/>
                  <a:pt x="88" y="13"/>
                </a:cubicBezTo>
                <a:cubicBezTo>
                  <a:pt x="88" y="13"/>
                  <a:pt x="87" y="13"/>
                  <a:pt x="87" y="12"/>
                </a:cubicBezTo>
                <a:cubicBezTo>
                  <a:pt x="86" y="12"/>
                  <a:pt x="86" y="12"/>
                  <a:pt x="86" y="12"/>
                </a:cubicBezTo>
                <a:cubicBezTo>
                  <a:pt x="86" y="12"/>
                  <a:pt x="85" y="12"/>
                  <a:pt x="85" y="12"/>
                </a:cubicBezTo>
                <a:cubicBezTo>
                  <a:pt x="85" y="11"/>
                  <a:pt x="85" y="11"/>
                  <a:pt x="84" y="11"/>
                </a:cubicBezTo>
                <a:cubicBezTo>
                  <a:pt x="84" y="10"/>
                  <a:pt x="84" y="10"/>
                  <a:pt x="84" y="10"/>
                </a:cubicBezTo>
                <a:cubicBezTo>
                  <a:pt x="84" y="9"/>
                  <a:pt x="84" y="9"/>
                  <a:pt x="84" y="8"/>
                </a:cubicBezTo>
                <a:cubicBezTo>
                  <a:pt x="84" y="7"/>
                  <a:pt x="84" y="6"/>
                  <a:pt x="84" y="5"/>
                </a:cubicBezTo>
                <a:cubicBezTo>
                  <a:pt x="84" y="4"/>
                  <a:pt x="84" y="4"/>
                  <a:pt x="84" y="3"/>
                </a:cubicBezTo>
                <a:cubicBezTo>
                  <a:pt x="85" y="2"/>
                  <a:pt x="85" y="1"/>
                  <a:pt x="85" y="1"/>
                </a:cubicBezTo>
                <a:cubicBezTo>
                  <a:pt x="86" y="1"/>
                  <a:pt x="86" y="0"/>
                  <a:pt x="87" y="0"/>
                </a:cubicBezTo>
                <a:cubicBezTo>
                  <a:pt x="118" y="0"/>
                  <a:pt x="118" y="0"/>
                  <a:pt x="118" y="0"/>
                </a:cubicBezTo>
                <a:cubicBezTo>
                  <a:pt x="125" y="0"/>
                  <a:pt x="131" y="3"/>
                  <a:pt x="137" y="8"/>
                </a:cubicBezTo>
                <a:cubicBezTo>
                  <a:pt x="142" y="14"/>
                  <a:pt x="145" y="20"/>
                  <a:pt x="145" y="2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39" name="Freeform 141"/>
          <p:cNvSpPr>
            <a:spLocks noEditPoints="1"/>
          </p:cNvSpPr>
          <p:nvPr/>
        </p:nvSpPr>
        <p:spPr bwMode="auto">
          <a:xfrm>
            <a:off x="6604939" y="2680180"/>
            <a:ext cx="226915" cy="209627"/>
          </a:xfrm>
          <a:custGeom>
            <a:avLst/>
            <a:gdLst>
              <a:gd name="T0" fmla="*/ 158 w 158"/>
              <a:gd name="T1" fmla="*/ 34 h 146"/>
              <a:gd name="T2" fmla="*/ 158 w 158"/>
              <a:gd name="T3" fmla="*/ 46 h 146"/>
              <a:gd name="T4" fmla="*/ 154 w 158"/>
              <a:gd name="T5" fmla="*/ 59 h 146"/>
              <a:gd name="T6" fmla="*/ 143 w 158"/>
              <a:gd name="T7" fmla="*/ 72 h 146"/>
              <a:gd name="T8" fmla="*/ 127 w 158"/>
              <a:gd name="T9" fmla="*/ 81 h 146"/>
              <a:gd name="T10" fmla="*/ 106 w 158"/>
              <a:gd name="T11" fmla="*/ 85 h 146"/>
              <a:gd name="T12" fmla="*/ 97 w 158"/>
              <a:gd name="T13" fmla="*/ 94 h 146"/>
              <a:gd name="T14" fmla="*/ 92 w 158"/>
              <a:gd name="T15" fmla="*/ 101 h 146"/>
              <a:gd name="T16" fmla="*/ 91 w 158"/>
              <a:gd name="T17" fmla="*/ 109 h 146"/>
              <a:gd name="T18" fmla="*/ 94 w 158"/>
              <a:gd name="T19" fmla="*/ 118 h 146"/>
              <a:gd name="T20" fmla="*/ 103 w 158"/>
              <a:gd name="T21" fmla="*/ 121 h 146"/>
              <a:gd name="T22" fmla="*/ 116 w 158"/>
              <a:gd name="T23" fmla="*/ 126 h 146"/>
              <a:gd name="T24" fmla="*/ 121 w 158"/>
              <a:gd name="T25" fmla="*/ 136 h 146"/>
              <a:gd name="T26" fmla="*/ 121 w 158"/>
              <a:gd name="T27" fmla="*/ 143 h 146"/>
              <a:gd name="T28" fmla="*/ 120 w 158"/>
              <a:gd name="T29" fmla="*/ 145 h 146"/>
              <a:gd name="T30" fmla="*/ 118 w 158"/>
              <a:gd name="T31" fmla="*/ 146 h 146"/>
              <a:gd name="T32" fmla="*/ 40 w 158"/>
              <a:gd name="T33" fmla="*/ 146 h 146"/>
              <a:gd name="T34" fmla="*/ 37 w 158"/>
              <a:gd name="T35" fmla="*/ 145 h 146"/>
              <a:gd name="T36" fmla="*/ 37 w 158"/>
              <a:gd name="T37" fmla="*/ 143 h 146"/>
              <a:gd name="T38" fmla="*/ 37 w 158"/>
              <a:gd name="T39" fmla="*/ 136 h 146"/>
              <a:gd name="T40" fmla="*/ 42 w 158"/>
              <a:gd name="T41" fmla="*/ 126 h 146"/>
              <a:gd name="T42" fmla="*/ 55 w 158"/>
              <a:gd name="T43" fmla="*/ 121 h 146"/>
              <a:gd name="T44" fmla="*/ 64 w 158"/>
              <a:gd name="T45" fmla="*/ 118 h 146"/>
              <a:gd name="T46" fmla="*/ 67 w 158"/>
              <a:gd name="T47" fmla="*/ 109 h 146"/>
              <a:gd name="T48" fmla="*/ 65 w 158"/>
              <a:gd name="T49" fmla="*/ 101 h 146"/>
              <a:gd name="T50" fmla="*/ 61 w 158"/>
              <a:gd name="T51" fmla="*/ 94 h 146"/>
              <a:gd name="T52" fmla="*/ 52 w 158"/>
              <a:gd name="T53" fmla="*/ 85 h 146"/>
              <a:gd name="T54" fmla="*/ 31 w 158"/>
              <a:gd name="T55" fmla="*/ 81 h 146"/>
              <a:gd name="T56" fmla="*/ 15 w 158"/>
              <a:gd name="T57" fmla="*/ 72 h 146"/>
              <a:gd name="T58" fmla="*/ 4 w 158"/>
              <a:gd name="T59" fmla="*/ 59 h 146"/>
              <a:gd name="T60" fmla="*/ 0 w 158"/>
              <a:gd name="T61" fmla="*/ 46 h 146"/>
              <a:gd name="T62" fmla="*/ 0 w 158"/>
              <a:gd name="T63" fmla="*/ 34 h 146"/>
              <a:gd name="T64" fmla="*/ 3 w 158"/>
              <a:gd name="T65" fmla="*/ 27 h 146"/>
              <a:gd name="T66" fmla="*/ 9 w 158"/>
              <a:gd name="T67" fmla="*/ 25 h 146"/>
              <a:gd name="T68" fmla="*/ 37 w 158"/>
              <a:gd name="T69" fmla="*/ 25 h 146"/>
              <a:gd name="T70" fmla="*/ 37 w 158"/>
              <a:gd name="T71" fmla="*/ 15 h 146"/>
              <a:gd name="T72" fmla="*/ 41 w 158"/>
              <a:gd name="T73" fmla="*/ 5 h 146"/>
              <a:gd name="T74" fmla="*/ 52 w 158"/>
              <a:gd name="T75" fmla="*/ 0 h 146"/>
              <a:gd name="T76" fmla="*/ 106 w 158"/>
              <a:gd name="T77" fmla="*/ 0 h 146"/>
              <a:gd name="T78" fmla="*/ 117 w 158"/>
              <a:gd name="T79" fmla="*/ 5 h 146"/>
              <a:gd name="T80" fmla="*/ 121 w 158"/>
              <a:gd name="T81" fmla="*/ 15 h 146"/>
              <a:gd name="T82" fmla="*/ 121 w 158"/>
              <a:gd name="T83" fmla="*/ 25 h 146"/>
              <a:gd name="T84" fmla="*/ 149 w 158"/>
              <a:gd name="T85" fmla="*/ 25 h 146"/>
              <a:gd name="T86" fmla="*/ 155 w 158"/>
              <a:gd name="T87" fmla="*/ 27 h 146"/>
              <a:gd name="T88" fmla="*/ 158 w 158"/>
              <a:gd name="T89" fmla="*/ 34 h 146"/>
              <a:gd name="T90" fmla="*/ 44 w 158"/>
              <a:gd name="T91" fmla="*/ 72 h 146"/>
              <a:gd name="T92" fmla="*/ 37 w 158"/>
              <a:gd name="T93" fmla="*/ 37 h 146"/>
              <a:gd name="T94" fmla="*/ 12 w 158"/>
              <a:gd name="T95" fmla="*/ 37 h 146"/>
              <a:gd name="T96" fmla="*/ 12 w 158"/>
              <a:gd name="T97" fmla="*/ 46 h 146"/>
              <a:gd name="T98" fmla="*/ 21 w 158"/>
              <a:gd name="T99" fmla="*/ 61 h 146"/>
              <a:gd name="T100" fmla="*/ 44 w 158"/>
              <a:gd name="T101" fmla="*/ 72 h 146"/>
              <a:gd name="T102" fmla="*/ 146 w 158"/>
              <a:gd name="T103" fmla="*/ 46 h 146"/>
              <a:gd name="T104" fmla="*/ 146 w 158"/>
              <a:gd name="T105" fmla="*/ 37 h 146"/>
              <a:gd name="T106" fmla="*/ 121 w 158"/>
              <a:gd name="T107" fmla="*/ 37 h 146"/>
              <a:gd name="T108" fmla="*/ 114 w 158"/>
              <a:gd name="T109" fmla="*/ 72 h 146"/>
              <a:gd name="T110" fmla="*/ 137 w 158"/>
              <a:gd name="T111" fmla="*/ 61 h 146"/>
              <a:gd name="T112" fmla="*/ 146 w 158"/>
              <a:gd name="T113" fmla="*/ 46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58" h="146">
                <a:moveTo>
                  <a:pt x="158" y="34"/>
                </a:moveTo>
                <a:cubicBezTo>
                  <a:pt x="158" y="46"/>
                  <a:pt x="158" y="46"/>
                  <a:pt x="158" y="46"/>
                </a:cubicBezTo>
                <a:cubicBezTo>
                  <a:pt x="158" y="50"/>
                  <a:pt x="156" y="55"/>
                  <a:pt x="154" y="59"/>
                </a:cubicBezTo>
                <a:cubicBezTo>
                  <a:pt x="151" y="64"/>
                  <a:pt x="148" y="68"/>
                  <a:pt x="143" y="72"/>
                </a:cubicBezTo>
                <a:cubicBezTo>
                  <a:pt x="139" y="75"/>
                  <a:pt x="133" y="78"/>
                  <a:pt x="127" y="81"/>
                </a:cubicBezTo>
                <a:cubicBezTo>
                  <a:pt x="120" y="83"/>
                  <a:pt x="113" y="85"/>
                  <a:pt x="106" y="85"/>
                </a:cubicBezTo>
                <a:cubicBezTo>
                  <a:pt x="104" y="88"/>
                  <a:pt x="101" y="91"/>
                  <a:pt x="97" y="94"/>
                </a:cubicBezTo>
                <a:cubicBezTo>
                  <a:pt x="95" y="96"/>
                  <a:pt x="93" y="98"/>
                  <a:pt x="92" y="101"/>
                </a:cubicBezTo>
                <a:cubicBezTo>
                  <a:pt x="92" y="103"/>
                  <a:pt x="91" y="106"/>
                  <a:pt x="91" y="109"/>
                </a:cubicBezTo>
                <a:cubicBezTo>
                  <a:pt x="91" y="113"/>
                  <a:pt x="92" y="116"/>
                  <a:pt x="94" y="118"/>
                </a:cubicBezTo>
                <a:cubicBezTo>
                  <a:pt x="96" y="120"/>
                  <a:pt x="99" y="121"/>
                  <a:pt x="103" y="121"/>
                </a:cubicBezTo>
                <a:cubicBezTo>
                  <a:pt x="108" y="121"/>
                  <a:pt x="112" y="123"/>
                  <a:pt x="116" y="126"/>
                </a:cubicBezTo>
                <a:cubicBezTo>
                  <a:pt x="119" y="129"/>
                  <a:pt x="121" y="132"/>
                  <a:pt x="121" y="136"/>
                </a:cubicBezTo>
                <a:cubicBezTo>
                  <a:pt x="121" y="143"/>
                  <a:pt x="121" y="143"/>
                  <a:pt x="121" y="143"/>
                </a:cubicBezTo>
                <a:cubicBezTo>
                  <a:pt x="121" y="143"/>
                  <a:pt x="121" y="144"/>
                  <a:pt x="120" y="145"/>
                </a:cubicBezTo>
                <a:cubicBezTo>
                  <a:pt x="120" y="145"/>
                  <a:pt x="119" y="146"/>
                  <a:pt x="118" y="146"/>
                </a:cubicBezTo>
                <a:cubicBezTo>
                  <a:pt x="40" y="146"/>
                  <a:pt x="40" y="146"/>
                  <a:pt x="40" y="146"/>
                </a:cubicBezTo>
                <a:cubicBezTo>
                  <a:pt x="39" y="146"/>
                  <a:pt x="38" y="145"/>
                  <a:pt x="37" y="145"/>
                </a:cubicBezTo>
                <a:cubicBezTo>
                  <a:pt x="37" y="144"/>
                  <a:pt x="37" y="143"/>
                  <a:pt x="37" y="143"/>
                </a:cubicBezTo>
                <a:cubicBezTo>
                  <a:pt x="37" y="136"/>
                  <a:pt x="37" y="136"/>
                  <a:pt x="37" y="136"/>
                </a:cubicBezTo>
                <a:cubicBezTo>
                  <a:pt x="37" y="132"/>
                  <a:pt x="38" y="129"/>
                  <a:pt x="42" y="126"/>
                </a:cubicBezTo>
                <a:cubicBezTo>
                  <a:pt x="46" y="123"/>
                  <a:pt x="50" y="121"/>
                  <a:pt x="55" y="121"/>
                </a:cubicBezTo>
                <a:cubicBezTo>
                  <a:pt x="59" y="121"/>
                  <a:pt x="62" y="120"/>
                  <a:pt x="64" y="118"/>
                </a:cubicBezTo>
                <a:cubicBezTo>
                  <a:pt x="66" y="116"/>
                  <a:pt x="67" y="113"/>
                  <a:pt x="67" y="109"/>
                </a:cubicBezTo>
                <a:cubicBezTo>
                  <a:pt x="67" y="106"/>
                  <a:pt x="66" y="103"/>
                  <a:pt x="65" y="101"/>
                </a:cubicBezTo>
                <a:cubicBezTo>
                  <a:pt x="65" y="98"/>
                  <a:pt x="63" y="96"/>
                  <a:pt x="61" y="94"/>
                </a:cubicBezTo>
                <a:cubicBezTo>
                  <a:pt x="57" y="91"/>
                  <a:pt x="54" y="88"/>
                  <a:pt x="52" y="85"/>
                </a:cubicBezTo>
                <a:cubicBezTo>
                  <a:pt x="44" y="85"/>
                  <a:pt x="38" y="83"/>
                  <a:pt x="31" y="81"/>
                </a:cubicBezTo>
                <a:cubicBezTo>
                  <a:pt x="25" y="78"/>
                  <a:pt x="19" y="75"/>
                  <a:pt x="15" y="72"/>
                </a:cubicBezTo>
                <a:cubicBezTo>
                  <a:pt x="10" y="68"/>
                  <a:pt x="7" y="64"/>
                  <a:pt x="4" y="59"/>
                </a:cubicBezTo>
                <a:cubicBezTo>
                  <a:pt x="2" y="55"/>
                  <a:pt x="0" y="50"/>
                  <a:pt x="0" y="46"/>
                </a:cubicBezTo>
                <a:cubicBezTo>
                  <a:pt x="0" y="34"/>
                  <a:pt x="0" y="34"/>
                  <a:pt x="0" y="34"/>
                </a:cubicBezTo>
                <a:cubicBezTo>
                  <a:pt x="0" y="31"/>
                  <a:pt x="1" y="29"/>
                  <a:pt x="3" y="27"/>
                </a:cubicBezTo>
                <a:cubicBezTo>
                  <a:pt x="5" y="25"/>
                  <a:pt x="7" y="25"/>
                  <a:pt x="9" y="25"/>
                </a:cubicBezTo>
                <a:cubicBezTo>
                  <a:pt x="37" y="25"/>
                  <a:pt x="37" y="25"/>
                  <a:pt x="37" y="25"/>
                </a:cubicBezTo>
                <a:cubicBezTo>
                  <a:pt x="37" y="15"/>
                  <a:pt x="37" y="15"/>
                  <a:pt x="37" y="15"/>
                </a:cubicBezTo>
                <a:cubicBezTo>
                  <a:pt x="37" y="11"/>
                  <a:pt x="38" y="8"/>
                  <a:pt x="41" y="5"/>
                </a:cubicBezTo>
                <a:cubicBezTo>
                  <a:pt x="44" y="2"/>
                  <a:pt x="48" y="0"/>
                  <a:pt x="52" y="0"/>
                </a:cubicBezTo>
                <a:cubicBezTo>
                  <a:pt x="106" y="0"/>
                  <a:pt x="106" y="0"/>
                  <a:pt x="106" y="0"/>
                </a:cubicBezTo>
                <a:cubicBezTo>
                  <a:pt x="110" y="0"/>
                  <a:pt x="114" y="2"/>
                  <a:pt x="117" y="5"/>
                </a:cubicBezTo>
                <a:cubicBezTo>
                  <a:pt x="120" y="8"/>
                  <a:pt x="121" y="11"/>
                  <a:pt x="121" y="15"/>
                </a:cubicBezTo>
                <a:cubicBezTo>
                  <a:pt x="121" y="25"/>
                  <a:pt x="121" y="25"/>
                  <a:pt x="121" y="25"/>
                </a:cubicBezTo>
                <a:cubicBezTo>
                  <a:pt x="149" y="25"/>
                  <a:pt x="149" y="25"/>
                  <a:pt x="149" y="25"/>
                </a:cubicBezTo>
                <a:cubicBezTo>
                  <a:pt x="151" y="25"/>
                  <a:pt x="153" y="25"/>
                  <a:pt x="155" y="27"/>
                </a:cubicBezTo>
                <a:cubicBezTo>
                  <a:pt x="157" y="29"/>
                  <a:pt x="158" y="31"/>
                  <a:pt x="158" y="34"/>
                </a:cubicBezTo>
                <a:close/>
                <a:moveTo>
                  <a:pt x="44" y="72"/>
                </a:moveTo>
                <a:cubicBezTo>
                  <a:pt x="39" y="62"/>
                  <a:pt x="37" y="50"/>
                  <a:pt x="37" y="37"/>
                </a:cubicBezTo>
                <a:cubicBezTo>
                  <a:pt x="12" y="37"/>
                  <a:pt x="12" y="37"/>
                  <a:pt x="12" y="37"/>
                </a:cubicBezTo>
                <a:cubicBezTo>
                  <a:pt x="12" y="46"/>
                  <a:pt x="12" y="46"/>
                  <a:pt x="12" y="46"/>
                </a:cubicBezTo>
                <a:cubicBezTo>
                  <a:pt x="12" y="51"/>
                  <a:pt x="15" y="56"/>
                  <a:pt x="21" y="61"/>
                </a:cubicBezTo>
                <a:cubicBezTo>
                  <a:pt x="27" y="66"/>
                  <a:pt x="35" y="70"/>
                  <a:pt x="44" y="72"/>
                </a:cubicBezTo>
                <a:close/>
                <a:moveTo>
                  <a:pt x="146" y="46"/>
                </a:moveTo>
                <a:cubicBezTo>
                  <a:pt x="146" y="37"/>
                  <a:pt x="146" y="37"/>
                  <a:pt x="146" y="37"/>
                </a:cubicBezTo>
                <a:cubicBezTo>
                  <a:pt x="121" y="37"/>
                  <a:pt x="121" y="37"/>
                  <a:pt x="121" y="37"/>
                </a:cubicBezTo>
                <a:cubicBezTo>
                  <a:pt x="121" y="50"/>
                  <a:pt x="119" y="62"/>
                  <a:pt x="114" y="72"/>
                </a:cubicBezTo>
                <a:cubicBezTo>
                  <a:pt x="123" y="70"/>
                  <a:pt x="131" y="66"/>
                  <a:pt x="137" y="61"/>
                </a:cubicBezTo>
                <a:cubicBezTo>
                  <a:pt x="143" y="56"/>
                  <a:pt x="146" y="51"/>
                  <a:pt x="146" y="4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40" name="Freeform 142"/>
          <p:cNvSpPr>
            <a:spLocks noEditPoints="1"/>
          </p:cNvSpPr>
          <p:nvPr/>
        </p:nvSpPr>
        <p:spPr bwMode="auto">
          <a:xfrm>
            <a:off x="6890203" y="2680180"/>
            <a:ext cx="207464" cy="209627"/>
          </a:xfrm>
          <a:custGeom>
            <a:avLst/>
            <a:gdLst>
              <a:gd name="T0" fmla="*/ 145 w 145"/>
              <a:gd name="T1" fmla="*/ 118 h 146"/>
              <a:gd name="T2" fmla="*/ 118 w 145"/>
              <a:gd name="T3" fmla="*/ 146 h 146"/>
              <a:gd name="T4" fmla="*/ 95 w 145"/>
              <a:gd name="T5" fmla="*/ 145 h 146"/>
              <a:gd name="T6" fmla="*/ 91 w 145"/>
              <a:gd name="T7" fmla="*/ 144 h 146"/>
              <a:gd name="T8" fmla="*/ 91 w 145"/>
              <a:gd name="T9" fmla="*/ 118 h 146"/>
              <a:gd name="T10" fmla="*/ 96 w 145"/>
              <a:gd name="T11" fmla="*/ 103 h 146"/>
              <a:gd name="T12" fmla="*/ 112 w 145"/>
              <a:gd name="T13" fmla="*/ 93 h 146"/>
              <a:gd name="T14" fmla="*/ 119 w 145"/>
              <a:gd name="T15" fmla="*/ 69 h 146"/>
              <a:gd name="T16" fmla="*/ 111 w 145"/>
              <a:gd name="T17" fmla="*/ 30 h 146"/>
              <a:gd name="T18" fmla="*/ 95 w 145"/>
              <a:gd name="T19" fmla="*/ 36 h 146"/>
              <a:gd name="T20" fmla="*/ 73 w 145"/>
              <a:gd name="T21" fmla="*/ 35 h 146"/>
              <a:gd name="T22" fmla="*/ 51 w 145"/>
              <a:gd name="T23" fmla="*/ 35 h 146"/>
              <a:gd name="T24" fmla="*/ 35 w 145"/>
              <a:gd name="T25" fmla="*/ 30 h 146"/>
              <a:gd name="T26" fmla="*/ 26 w 145"/>
              <a:gd name="T27" fmla="*/ 69 h 146"/>
              <a:gd name="T28" fmla="*/ 33 w 145"/>
              <a:gd name="T29" fmla="*/ 93 h 146"/>
              <a:gd name="T30" fmla="*/ 50 w 145"/>
              <a:gd name="T31" fmla="*/ 103 h 146"/>
              <a:gd name="T32" fmla="*/ 55 w 145"/>
              <a:gd name="T33" fmla="*/ 115 h 146"/>
              <a:gd name="T34" fmla="*/ 45 w 145"/>
              <a:gd name="T35" fmla="*/ 117 h 146"/>
              <a:gd name="T36" fmla="*/ 34 w 145"/>
              <a:gd name="T37" fmla="*/ 109 h 146"/>
              <a:gd name="T38" fmla="*/ 25 w 145"/>
              <a:gd name="T39" fmla="*/ 102 h 146"/>
              <a:gd name="T40" fmla="*/ 20 w 145"/>
              <a:gd name="T41" fmla="*/ 102 h 146"/>
              <a:gd name="T42" fmla="*/ 20 w 145"/>
              <a:gd name="T43" fmla="*/ 104 h 146"/>
              <a:gd name="T44" fmla="*/ 22 w 145"/>
              <a:gd name="T45" fmla="*/ 106 h 146"/>
              <a:gd name="T46" fmla="*/ 29 w 145"/>
              <a:gd name="T47" fmla="*/ 114 h 146"/>
              <a:gd name="T48" fmla="*/ 34 w 145"/>
              <a:gd name="T49" fmla="*/ 122 h 146"/>
              <a:gd name="T50" fmla="*/ 47 w 145"/>
              <a:gd name="T51" fmla="*/ 126 h 146"/>
              <a:gd name="T52" fmla="*/ 55 w 145"/>
              <a:gd name="T53" fmla="*/ 125 h 146"/>
              <a:gd name="T54" fmla="*/ 55 w 145"/>
              <a:gd name="T55" fmla="*/ 141 h 146"/>
              <a:gd name="T56" fmla="*/ 52 w 145"/>
              <a:gd name="T57" fmla="*/ 145 h 146"/>
              <a:gd name="T58" fmla="*/ 27 w 145"/>
              <a:gd name="T59" fmla="*/ 146 h 146"/>
              <a:gd name="T60" fmla="*/ 0 w 145"/>
              <a:gd name="T61" fmla="*/ 118 h 146"/>
              <a:gd name="T62" fmla="*/ 8 w 145"/>
              <a:gd name="T63" fmla="*/ 8 h 146"/>
              <a:gd name="T64" fmla="*/ 118 w 145"/>
              <a:gd name="T65" fmla="*/ 0 h 146"/>
              <a:gd name="T66" fmla="*/ 145 w 145"/>
              <a:gd name="T67" fmla="*/ 28 h 146"/>
              <a:gd name="T68" fmla="*/ 26 w 145"/>
              <a:gd name="T69" fmla="*/ 105 h 146"/>
              <a:gd name="T70" fmla="*/ 27 w 145"/>
              <a:gd name="T71" fmla="*/ 103 h 146"/>
              <a:gd name="T72" fmla="*/ 31 w 145"/>
              <a:gd name="T73" fmla="*/ 108 h 146"/>
              <a:gd name="T74" fmla="*/ 29 w 145"/>
              <a:gd name="T75" fmla="*/ 106 h 146"/>
              <a:gd name="T76" fmla="*/ 31 w 145"/>
              <a:gd name="T77" fmla="*/ 108 h 146"/>
              <a:gd name="T78" fmla="*/ 33 w 145"/>
              <a:gd name="T79" fmla="*/ 112 h 146"/>
              <a:gd name="T80" fmla="*/ 32 w 145"/>
              <a:gd name="T81" fmla="*/ 110 h 146"/>
              <a:gd name="T82" fmla="*/ 37 w 145"/>
              <a:gd name="T83" fmla="*/ 116 h 146"/>
              <a:gd name="T84" fmla="*/ 35 w 145"/>
              <a:gd name="T85" fmla="*/ 114 h 146"/>
              <a:gd name="T86" fmla="*/ 37 w 145"/>
              <a:gd name="T87" fmla="*/ 116 h 146"/>
              <a:gd name="T88" fmla="*/ 41 w 145"/>
              <a:gd name="T89" fmla="*/ 119 h 146"/>
              <a:gd name="T90" fmla="*/ 42 w 145"/>
              <a:gd name="T91" fmla="*/ 117 h 146"/>
              <a:gd name="T92" fmla="*/ 49 w 145"/>
              <a:gd name="T93" fmla="*/ 119 h 146"/>
              <a:gd name="T94" fmla="*/ 46 w 145"/>
              <a:gd name="T95" fmla="*/ 119 h 146"/>
              <a:gd name="T96" fmla="*/ 49 w 145"/>
              <a:gd name="T97" fmla="*/ 119 h 146"/>
              <a:gd name="T98" fmla="*/ 53 w 145"/>
              <a:gd name="T99" fmla="*/ 119 h 146"/>
              <a:gd name="T100" fmla="*/ 53 w 145"/>
              <a:gd name="T101" fmla="*/ 117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45" h="146">
                <a:moveTo>
                  <a:pt x="145" y="28"/>
                </a:moveTo>
                <a:cubicBezTo>
                  <a:pt x="145" y="118"/>
                  <a:pt x="145" y="118"/>
                  <a:pt x="145" y="118"/>
                </a:cubicBezTo>
                <a:cubicBezTo>
                  <a:pt x="145" y="126"/>
                  <a:pt x="143" y="132"/>
                  <a:pt x="137" y="138"/>
                </a:cubicBezTo>
                <a:cubicBezTo>
                  <a:pt x="132" y="143"/>
                  <a:pt x="126" y="146"/>
                  <a:pt x="118" y="146"/>
                </a:cubicBezTo>
                <a:cubicBezTo>
                  <a:pt x="97" y="146"/>
                  <a:pt x="97" y="146"/>
                  <a:pt x="97" y="146"/>
                </a:cubicBezTo>
                <a:cubicBezTo>
                  <a:pt x="96" y="146"/>
                  <a:pt x="95" y="146"/>
                  <a:pt x="95" y="145"/>
                </a:cubicBezTo>
                <a:cubicBezTo>
                  <a:pt x="94" y="145"/>
                  <a:pt x="93" y="145"/>
                  <a:pt x="93" y="145"/>
                </a:cubicBezTo>
                <a:cubicBezTo>
                  <a:pt x="92" y="145"/>
                  <a:pt x="92" y="144"/>
                  <a:pt x="91" y="144"/>
                </a:cubicBezTo>
                <a:cubicBezTo>
                  <a:pt x="91" y="143"/>
                  <a:pt x="91" y="142"/>
                  <a:pt x="91" y="141"/>
                </a:cubicBezTo>
                <a:cubicBezTo>
                  <a:pt x="91" y="118"/>
                  <a:pt x="91" y="118"/>
                  <a:pt x="91" y="118"/>
                </a:cubicBezTo>
                <a:cubicBezTo>
                  <a:pt x="91" y="112"/>
                  <a:pt x="89" y="108"/>
                  <a:pt x="86" y="105"/>
                </a:cubicBezTo>
                <a:cubicBezTo>
                  <a:pt x="89" y="105"/>
                  <a:pt x="93" y="104"/>
                  <a:pt x="96" y="103"/>
                </a:cubicBezTo>
                <a:cubicBezTo>
                  <a:pt x="98" y="103"/>
                  <a:pt x="101" y="101"/>
                  <a:pt x="104" y="100"/>
                </a:cubicBezTo>
                <a:cubicBezTo>
                  <a:pt x="108" y="98"/>
                  <a:pt x="110" y="96"/>
                  <a:pt x="112" y="93"/>
                </a:cubicBezTo>
                <a:cubicBezTo>
                  <a:pt x="114" y="91"/>
                  <a:pt x="116" y="88"/>
                  <a:pt x="117" y="83"/>
                </a:cubicBezTo>
                <a:cubicBezTo>
                  <a:pt x="118" y="79"/>
                  <a:pt x="119" y="75"/>
                  <a:pt x="119" y="69"/>
                </a:cubicBezTo>
                <a:cubicBezTo>
                  <a:pt x="119" y="62"/>
                  <a:pt x="117" y="55"/>
                  <a:pt x="112" y="50"/>
                </a:cubicBezTo>
                <a:cubicBezTo>
                  <a:pt x="114" y="44"/>
                  <a:pt x="114" y="38"/>
                  <a:pt x="111" y="30"/>
                </a:cubicBezTo>
                <a:cubicBezTo>
                  <a:pt x="109" y="30"/>
                  <a:pt x="107" y="30"/>
                  <a:pt x="103" y="31"/>
                </a:cubicBezTo>
                <a:cubicBezTo>
                  <a:pt x="100" y="33"/>
                  <a:pt x="97" y="34"/>
                  <a:pt x="95" y="36"/>
                </a:cubicBezTo>
                <a:cubicBezTo>
                  <a:pt x="91" y="38"/>
                  <a:pt x="91" y="38"/>
                  <a:pt x="91" y="38"/>
                </a:cubicBezTo>
                <a:cubicBezTo>
                  <a:pt x="85" y="36"/>
                  <a:pt x="79" y="35"/>
                  <a:pt x="73" y="35"/>
                </a:cubicBezTo>
                <a:cubicBezTo>
                  <a:pt x="67" y="35"/>
                  <a:pt x="60" y="36"/>
                  <a:pt x="55" y="38"/>
                </a:cubicBezTo>
                <a:cubicBezTo>
                  <a:pt x="54" y="37"/>
                  <a:pt x="52" y="36"/>
                  <a:pt x="51" y="35"/>
                </a:cubicBezTo>
                <a:cubicBezTo>
                  <a:pt x="49" y="34"/>
                  <a:pt x="46" y="33"/>
                  <a:pt x="43" y="32"/>
                </a:cubicBezTo>
                <a:cubicBezTo>
                  <a:pt x="39" y="30"/>
                  <a:pt x="36" y="30"/>
                  <a:pt x="35" y="30"/>
                </a:cubicBezTo>
                <a:cubicBezTo>
                  <a:pt x="32" y="38"/>
                  <a:pt x="32" y="44"/>
                  <a:pt x="34" y="50"/>
                </a:cubicBezTo>
                <a:cubicBezTo>
                  <a:pt x="29" y="55"/>
                  <a:pt x="26" y="62"/>
                  <a:pt x="26" y="69"/>
                </a:cubicBezTo>
                <a:cubicBezTo>
                  <a:pt x="26" y="75"/>
                  <a:pt x="27" y="79"/>
                  <a:pt x="28" y="83"/>
                </a:cubicBezTo>
                <a:cubicBezTo>
                  <a:pt x="30" y="87"/>
                  <a:pt x="31" y="91"/>
                  <a:pt x="33" y="93"/>
                </a:cubicBezTo>
                <a:cubicBezTo>
                  <a:pt x="35" y="96"/>
                  <a:pt x="38" y="98"/>
                  <a:pt x="41" y="100"/>
                </a:cubicBezTo>
                <a:cubicBezTo>
                  <a:pt x="44" y="101"/>
                  <a:pt x="47" y="103"/>
                  <a:pt x="50" y="103"/>
                </a:cubicBezTo>
                <a:cubicBezTo>
                  <a:pt x="53" y="104"/>
                  <a:pt x="56" y="105"/>
                  <a:pt x="60" y="105"/>
                </a:cubicBezTo>
                <a:cubicBezTo>
                  <a:pt x="57" y="107"/>
                  <a:pt x="55" y="111"/>
                  <a:pt x="55" y="115"/>
                </a:cubicBezTo>
                <a:cubicBezTo>
                  <a:pt x="54" y="115"/>
                  <a:pt x="52" y="116"/>
                  <a:pt x="51" y="116"/>
                </a:cubicBezTo>
                <a:cubicBezTo>
                  <a:pt x="49" y="116"/>
                  <a:pt x="47" y="117"/>
                  <a:pt x="45" y="117"/>
                </a:cubicBezTo>
                <a:cubicBezTo>
                  <a:pt x="43" y="117"/>
                  <a:pt x="41" y="116"/>
                  <a:pt x="39" y="115"/>
                </a:cubicBezTo>
                <a:cubicBezTo>
                  <a:pt x="37" y="113"/>
                  <a:pt x="35" y="111"/>
                  <a:pt x="34" y="109"/>
                </a:cubicBezTo>
                <a:cubicBezTo>
                  <a:pt x="33" y="107"/>
                  <a:pt x="31" y="105"/>
                  <a:pt x="29" y="104"/>
                </a:cubicBezTo>
                <a:cubicBezTo>
                  <a:pt x="27" y="103"/>
                  <a:pt x="26" y="102"/>
                  <a:pt x="25" y="102"/>
                </a:cubicBezTo>
                <a:cubicBezTo>
                  <a:pt x="23" y="101"/>
                  <a:pt x="23" y="101"/>
                  <a:pt x="23" y="101"/>
                </a:cubicBezTo>
                <a:cubicBezTo>
                  <a:pt x="21" y="101"/>
                  <a:pt x="20" y="101"/>
                  <a:pt x="20" y="102"/>
                </a:cubicBezTo>
                <a:cubicBezTo>
                  <a:pt x="19" y="102"/>
                  <a:pt x="19" y="102"/>
                  <a:pt x="19" y="103"/>
                </a:cubicBezTo>
                <a:cubicBezTo>
                  <a:pt x="20" y="103"/>
                  <a:pt x="20" y="104"/>
                  <a:pt x="20" y="104"/>
                </a:cubicBezTo>
                <a:cubicBezTo>
                  <a:pt x="21" y="104"/>
                  <a:pt x="21" y="105"/>
                  <a:pt x="22" y="105"/>
                </a:cubicBezTo>
                <a:cubicBezTo>
                  <a:pt x="22" y="106"/>
                  <a:pt x="22" y="106"/>
                  <a:pt x="22" y="106"/>
                </a:cubicBezTo>
                <a:cubicBezTo>
                  <a:pt x="24" y="106"/>
                  <a:pt x="25" y="107"/>
                  <a:pt x="26" y="109"/>
                </a:cubicBezTo>
                <a:cubicBezTo>
                  <a:pt x="28" y="111"/>
                  <a:pt x="29" y="113"/>
                  <a:pt x="29" y="114"/>
                </a:cubicBezTo>
                <a:cubicBezTo>
                  <a:pt x="30" y="116"/>
                  <a:pt x="30" y="116"/>
                  <a:pt x="30" y="116"/>
                </a:cubicBezTo>
                <a:cubicBezTo>
                  <a:pt x="31" y="119"/>
                  <a:pt x="32" y="121"/>
                  <a:pt x="34" y="122"/>
                </a:cubicBezTo>
                <a:cubicBezTo>
                  <a:pt x="36" y="124"/>
                  <a:pt x="38" y="124"/>
                  <a:pt x="41" y="125"/>
                </a:cubicBezTo>
                <a:cubicBezTo>
                  <a:pt x="43" y="125"/>
                  <a:pt x="45" y="126"/>
                  <a:pt x="47" y="126"/>
                </a:cubicBezTo>
                <a:cubicBezTo>
                  <a:pt x="49" y="126"/>
                  <a:pt x="51" y="125"/>
                  <a:pt x="53" y="125"/>
                </a:cubicBezTo>
                <a:cubicBezTo>
                  <a:pt x="55" y="125"/>
                  <a:pt x="55" y="125"/>
                  <a:pt x="55" y="125"/>
                </a:cubicBezTo>
                <a:cubicBezTo>
                  <a:pt x="55" y="127"/>
                  <a:pt x="55" y="130"/>
                  <a:pt x="55" y="135"/>
                </a:cubicBezTo>
                <a:cubicBezTo>
                  <a:pt x="55" y="139"/>
                  <a:pt x="55" y="141"/>
                  <a:pt x="55" y="141"/>
                </a:cubicBezTo>
                <a:cubicBezTo>
                  <a:pt x="55" y="142"/>
                  <a:pt x="54" y="143"/>
                  <a:pt x="54" y="144"/>
                </a:cubicBezTo>
                <a:cubicBezTo>
                  <a:pt x="53" y="145"/>
                  <a:pt x="52" y="145"/>
                  <a:pt x="52" y="145"/>
                </a:cubicBezTo>
                <a:cubicBezTo>
                  <a:pt x="51" y="146"/>
                  <a:pt x="50" y="146"/>
                  <a:pt x="49" y="146"/>
                </a:cubicBezTo>
                <a:cubicBezTo>
                  <a:pt x="27" y="146"/>
                  <a:pt x="27" y="146"/>
                  <a:pt x="27" y="146"/>
                </a:cubicBezTo>
                <a:cubicBezTo>
                  <a:pt x="20" y="146"/>
                  <a:pt x="13" y="143"/>
                  <a:pt x="8" y="138"/>
                </a:cubicBezTo>
                <a:cubicBezTo>
                  <a:pt x="3" y="132"/>
                  <a:pt x="0" y="126"/>
                  <a:pt x="0" y="118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0"/>
                  <a:pt x="3" y="14"/>
                  <a:pt x="8" y="8"/>
                </a:cubicBezTo>
                <a:cubicBezTo>
                  <a:pt x="13" y="3"/>
                  <a:pt x="20" y="0"/>
                  <a:pt x="27" y="0"/>
                </a:cubicBezTo>
                <a:cubicBezTo>
                  <a:pt x="118" y="0"/>
                  <a:pt x="118" y="0"/>
                  <a:pt x="118" y="0"/>
                </a:cubicBezTo>
                <a:cubicBezTo>
                  <a:pt x="126" y="0"/>
                  <a:pt x="132" y="3"/>
                  <a:pt x="137" y="8"/>
                </a:cubicBezTo>
                <a:cubicBezTo>
                  <a:pt x="143" y="14"/>
                  <a:pt x="145" y="20"/>
                  <a:pt x="145" y="28"/>
                </a:cubicBezTo>
                <a:close/>
                <a:moveTo>
                  <a:pt x="28" y="105"/>
                </a:moveTo>
                <a:cubicBezTo>
                  <a:pt x="27" y="105"/>
                  <a:pt x="27" y="105"/>
                  <a:pt x="26" y="105"/>
                </a:cubicBezTo>
                <a:cubicBezTo>
                  <a:pt x="26" y="104"/>
                  <a:pt x="26" y="104"/>
                  <a:pt x="26" y="104"/>
                </a:cubicBezTo>
                <a:cubicBezTo>
                  <a:pt x="26" y="103"/>
                  <a:pt x="26" y="103"/>
                  <a:pt x="27" y="103"/>
                </a:cubicBezTo>
                <a:cubicBezTo>
                  <a:pt x="28" y="104"/>
                  <a:pt x="28" y="104"/>
                  <a:pt x="28" y="105"/>
                </a:cubicBezTo>
                <a:close/>
                <a:moveTo>
                  <a:pt x="31" y="108"/>
                </a:moveTo>
                <a:cubicBezTo>
                  <a:pt x="30" y="108"/>
                  <a:pt x="30" y="108"/>
                  <a:pt x="29" y="108"/>
                </a:cubicBezTo>
                <a:cubicBezTo>
                  <a:pt x="29" y="107"/>
                  <a:pt x="28" y="106"/>
                  <a:pt x="29" y="106"/>
                </a:cubicBezTo>
                <a:cubicBezTo>
                  <a:pt x="29" y="106"/>
                  <a:pt x="30" y="106"/>
                  <a:pt x="30" y="106"/>
                </a:cubicBezTo>
                <a:cubicBezTo>
                  <a:pt x="31" y="107"/>
                  <a:pt x="31" y="108"/>
                  <a:pt x="31" y="108"/>
                </a:cubicBezTo>
                <a:close/>
                <a:moveTo>
                  <a:pt x="33" y="110"/>
                </a:moveTo>
                <a:cubicBezTo>
                  <a:pt x="34" y="111"/>
                  <a:pt x="34" y="112"/>
                  <a:pt x="33" y="112"/>
                </a:cubicBezTo>
                <a:cubicBezTo>
                  <a:pt x="33" y="112"/>
                  <a:pt x="32" y="112"/>
                  <a:pt x="32" y="111"/>
                </a:cubicBezTo>
                <a:cubicBezTo>
                  <a:pt x="31" y="111"/>
                  <a:pt x="31" y="110"/>
                  <a:pt x="32" y="110"/>
                </a:cubicBezTo>
                <a:cubicBezTo>
                  <a:pt x="32" y="109"/>
                  <a:pt x="33" y="109"/>
                  <a:pt x="33" y="110"/>
                </a:cubicBezTo>
                <a:close/>
                <a:moveTo>
                  <a:pt x="37" y="116"/>
                </a:moveTo>
                <a:cubicBezTo>
                  <a:pt x="37" y="117"/>
                  <a:pt x="36" y="117"/>
                  <a:pt x="36" y="116"/>
                </a:cubicBezTo>
                <a:cubicBezTo>
                  <a:pt x="35" y="115"/>
                  <a:pt x="35" y="114"/>
                  <a:pt x="35" y="114"/>
                </a:cubicBezTo>
                <a:cubicBezTo>
                  <a:pt x="36" y="113"/>
                  <a:pt x="36" y="114"/>
                  <a:pt x="37" y="114"/>
                </a:cubicBezTo>
                <a:cubicBezTo>
                  <a:pt x="38" y="115"/>
                  <a:pt x="38" y="116"/>
                  <a:pt x="37" y="116"/>
                </a:cubicBezTo>
                <a:close/>
                <a:moveTo>
                  <a:pt x="43" y="118"/>
                </a:moveTo>
                <a:cubicBezTo>
                  <a:pt x="43" y="119"/>
                  <a:pt x="42" y="119"/>
                  <a:pt x="41" y="119"/>
                </a:cubicBezTo>
                <a:cubicBezTo>
                  <a:pt x="40" y="119"/>
                  <a:pt x="40" y="118"/>
                  <a:pt x="40" y="118"/>
                </a:cubicBezTo>
                <a:cubicBezTo>
                  <a:pt x="40" y="117"/>
                  <a:pt x="41" y="117"/>
                  <a:pt x="42" y="117"/>
                </a:cubicBezTo>
                <a:cubicBezTo>
                  <a:pt x="43" y="117"/>
                  <a:pt x="43" y="118"/>
                  <a:pt x="43" y="118"/>
                </a:cubicBezTo>
                <a:close/>
                <a:moveTo>
                  <a:pt x="49" y="119"/>
                </a:moveTo>
                <a:cubicBezTo>
                  <a:pt x="49" y="120"/>
                  <a:pt x="48" y="120"/>
                  <a:pt x="47" y="120"/>
                </a:cubicBezTo>
                <a:cubicBezTo>
                  <a:pt x="46" y="120"/>
                  <a:pt x="46" y="120"/>
                  <a:pt x="46" y="119"/>
                </a:cubicBezTo>
                <a:cubicBezTo>
                  <a:pt x="46" y="118"/>
                  <a:pt x="46" y="118"/>
                  <a:pt x="47" y="118"/>
                </a:cubicBezTo>
                <a:cubicBezTo>
                  <a:pt x="48" y="118"/>
                  <a:pt x="49" y="118"/>
                  <a:pt x="49" y="119"/>
                </a:cubicBezTo>
                <a:close/>
                <a:moveTo>
                  <a:pt x="54" y="118"/>
                </a:moveTo>
                <a:cubicBezTo>
                  <a:pt x="54" y="119"/>
                  <a:pt x="54" y="119"/>
                  <a:pt x="53" y="119"/>
                </a:cubicBezTo>
                <a:cubicBezTo>
                  <a:pt x="52" y="120"/>
                  <a:pt x="51" y="119"/>
                  <a:pt x="51" y="119"/>
                </a:cubicBezTo>
                <a:cubicBezTo>
                  <a:pt x="51" y="118"/>
                  <a:pt x="52" y="117"/>
                  <a:pt x="53" y="117"/>
                </a:cubicBezTo>
                <a:cubicBezTo>
                  <a:pt x="54" y="117"/>
                  <a:pt x="54" y="117"/>
                  <a:pt x="54" y="11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41" name="Freeform 143"/>
          <p:cNvSpPr>
            <a:spLocks noEditPoints="1"/>
          </p:cNvSpPr>
          <p:nvPr/>
        </p:nvSpPr>
        <p:spPr bwMode="auto">
          <a:xfrm>
            <a:off x="7158179" y="2673697"/>
            <a:ext cx="224755" cy="216111"/>
          </a:xfrm>
          <a:custGeom>
            <a:avLst/>
            <a:gdLst>
              <a:gd name="T0" fmla="*/ 157 w 157"/>
              <a:gd name="T1" fmla="*/ 112 h 152"/>
              <a:gd name="T2" fmla="*/ 157 w 157"/>
              <a:gd name="T3" fmla="*/ 142 h 152"/>
              <a:gd name="T4" fmla="*/ 155 w 157"/>
              <a:gd name="T5" fmla="*/ 149 h 152"/>
              <a:gd name="T6" fmla="*/ 148 w 157"/>
              <a:gd name="T7" fmla="*/ 152 h 152"/>
              <a:gd name="T8" fmla="*/ 9 w 157"/>
              <a:gd name="T9" fmla="*/ 152 h 152"/>
              <a:gd name="T10" fmla="*/ 3 w 157"/>
              <a:gd name="T11" fmla="*/ 149 h 152"/>
              <a:gd name="T12" fmla="*/ 0 w 157"/>
              <a:gd name="T13" fmla="*/ 142 h 152"/>
              <a:gd name="T14" fmla="*/ 0 w 157"/>
              <a:gd name="T15" fmla="*/ 112 h 152"/>
              <a:gd name="T16" fmla="*/ 3 w 157"/>
              <a:gd name="T17" fmla="*/ 106 h 152"/>
              <a:gd name="T18" fmla="*/ 9 w 157"/>
              <a:gd name="T19" fmla="*/ 103 h 152"/>
              <a:gd name="T20" fmla="*/ 49 w 157"/>
              <a:gd name="T21" fmla="*/ 103 h 152"/>
              <a:gd name="T22" fmla="*/ 56 w 157"/>
              <a:gd name="T23" fmla="*/ 112 h 152"/>
              <a:gd name="T24" fmla="*/ 66 w 157"/>
              <a:gd name="T25" fmla="*/ 115 h 152"/>
              <a:gd name="T26" fmla="*/ 91 w 157"/>
              <a:gd name="T27" fmla="*/ 115 h 152"/>
              <a:gd name="T28" fmla="*/ 101 w 157"/>
              <a:gd name="T29" fmla="*/ 112 h 152"/>
              <a:gd name="T30" fmla="*/ 108 w 157"/>
              <a:gd name="T31" fmla="*/ 103 h 152"/>
              <a:gd name="T32" fmla="*/ 148 w 157"/>
              <a:gd name="T33" fmla="*/ 103 h 152"/>
              <a:gd name="T34" fmla="*/ 155 w 157"/>
              <a:gd name="T35" fmla="*/ 106 h 152"/>
              <a:gd name="T36" fmla="*/ 157 w 157"/>
              <a:gd name="T37" fmla="*/ 112 h 152"/>
              <a:gd name="T38" fmla="*/ 127 w 157"/>
              <a:gd name="T39" fmla="*/ 51 h 152"/>
              <a:gd name="T40" fmla="*/ 121 w 157"/>
              <a:gd name="T41" fmla="*/ 55 h 152"/>
              <a:gd name="T42" fmla="*/ 97 w 157"/>
              <a:gd name="T43" fmla="*/ 55 h 152"/>
              <a:gd name="T44" fmla="*/ 97 w 157"/>
              <a:gd name="T45" fmla="*/ 97 h 152"/>
              <a:gd name="T46" fmla="*/ 95 w 157"/>
              <a:gd name="T47" fmla="*/ 101 h 152"/>
              <a:gd name="T48" fmla="*/ 91 w 157"/>
              <a:gd name="T49" fmla="*/ 103 h 152"/>
              <a:gd name="T50" fmla="*/ 66 w 157"/>
              <a:gd name="T51" fmla="*/ 103 h 152"/>
              <a:gd name="T52" fmla="*/ 62 w 157"/>
              <a:gd name="T53" fmla="*/ 101 h 152"/>
              <a:gd name="T54" fmla="*/ 60 w 157"/>
              <a:gd name="T55" fmla="*/ 97 h 152"/>
              <a:gd name="T56" fmla="*/ 60 w 157"/>
              <a:gd name="T57" fmla="*/ 55 h 152"/>
              <a:gd name="T58" fmla="*/ 36 w 157"/>
              <a:gd name="T59" fmla="*/ 55 h 152"/>
              <a:gd name="T60" fmla="*/ 31 w 157"/>
              <a:gd name="T61" fmla="*/ 51 h 152"/>
              <a:gd name="T62" fmla="*/ 32 w 157"/>
              <a:gd name="T63" fmla="*/ 44 h 152"/>
              <a:gd name="T64" fmla="*/ 74 w 157"/>
              <a:gd name="T65" fmla="*/ 2 h 152"/>
              <a:gd name="T66" fmla="*/ 79 w 157"/>
              <a:gd name="T67" fmla="*/ 0 h 152"/>
              <a:gd name="T68" fmla="*/ 83 w 157"/>
              <a:gd name="T69" fmla="*/ 2 h 152"/>
              <a:gd name="T70" fmla="*/ 125 w 157"/>
              <a:gd name="T71" fmla="*/ 44 h 152"/>
              <a:gd name="T72" fmla="*/ 127 w 157"/>
              <a:gd name="T73" fmla="*/ 51 h 152"/>
              <a:gd name="T74" fmla="*/ 119 w 157"/>
              <a:gd name="T75" fmla="*/ 138 h 152"/>
              <a:gd name="T76" fmla="*/ 121 w 157"/>
              <a:gd name="T77" fmla="*/ 133 h 152"/>
              <a:gd name="T78" fmla="*/ 119 w 157"/>
              <a:gd name="T79" fmla="*/ 129 h 152"/>
              <a:gd name="T80" fmla="*/ 115 w 157"/>
              <a:gd name="T81" fmla="*/ 127 h 152"/>
              <a:gd name="T82" fmla="*/ 111 w 157"/>
              <a:gd name="T83" fmla="*/ 129 h 152"/>
              <a:gd name="T84" fmla="*/ 109 w 157"/>
              <a:gd name="T85" fmla="*/ 133 h 152"/>
              <a:gd name="T86" fmla="*/ 111 w 157"/>
              <a:gd name="T87" fmla="*/ 138 h 152"/>
              <a:gd name="T88" fmla="*/ 115 w 157"/>
              <a:gd name="T89" fmla="*/ 139 h 152"/>
              <a:gd name="T90" fmla="*/ 119 w 157"/>
              <a:gd name="T91" fmla="*/ 138 h 152"/>
              <a:gd name="T92" fmla="*/ 143 w 157"/>
              <a:gd name="T93" fmla="*/ 138 h 152"/>
              <a:gd name="T94" fmla="*/ 145 w 157"/>
              <a:gd name="T95" fmla="*/ 133 h 152"/>
              <a:gd name="T96" fmla="*/ 143 w 157"/>
              <a:gd name="T97" fmla="*/ 129 h 152"/>
              <a:gd name="T98" fmla="*/ 139 w 157"/>
              <a:gd name="T99" fmla="*/ 127 h 152"/>
              <a:gd name="T100" fmla="*/ 135 w 157"/>
              <a:gd name="T101" fmla="*/ 129 h 152"/>
              <a:gd name="T102" fmla="*/ 133 w 157"/>
              <a:gd name="T103" fmla="*/ 133 h 152"/>
              <a:gd name="T104" fmla="*/ 135 w 157"/>
              <a:gd name="T105" fmla="*/ 138 h 152"/>
              <a:gd name="T106" fmla="*/ 139 w 157"/>
              <a:gd name="T107" fmla="*/ 139 h 152"/>
              <a:gd name="T108" fmla="*/ 143 w 157"/>
              <a:gd name="T109" fmla="*/ 138 h 1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57" h="152">
                <a:moveTo>
                  <a:pt x="157" y="112"/>
                </a:moveTo>
                <a:cubicBezTo>
                  <a:pt x="157" y="142"/>
                  <a:pt x="157" y="142"/>
                  <a:pt x="157" y="142"/>
                </a:cubicBezTo>
                <a:cubicBezTo>
                  <a:pt x="157" y="145"/>
                  <a:pt x="156" y="147"/>
                  <a:pt x="155" y="149"/>
                </a:cubicBezTo>
                <a:cubicBezTo>
                  <a:pt x="153" y="151"/>
                  <a:pt x="151" y="152"/>
                  <a:pt x="148" y="152"/>
                </a:cubicBezTo>
                <a:cubicBezTo>
                  <a:pt x="9" y="152"/>
                  <a:pt x="9" y="152"/>
                  <a:pt x="9" y="152"/>
                </a:cubicBezTo>
                <a:cubicBezTo>
                  <a:pt x="6" y="152"/>
                  <a:pt x="4" y="151"/>
                  <a:pt x="3" y="149"/>
                </a:cubicBezTo>
                <a:cubicBezTo>
                  <a:pt x="1" y="147"/>
                  <a:pt x="0" y="145"/>
                  <a:pt x="0" y="142"/>
                </a:cubicBezTo>
                <a:cubicBezTo>
                  <a:pt x="0" y="112"/>
                  <a:pt x="0" y="112"/>
                  <a:pt x="0" y="112"/>
                </a:cubicBezTo>
                <a:cubicBezTo>
                  <a:pt x="0" y="110"/>
                  <a:pt x="1" y="108"/>
                  <a:pt x="3" y="106"/>
                </a:cubicBezTo>
                <a:cubicBezTo>
                  <a:pt x="4" y="104"/>
                  <a:pt x="6" y="103"/>
                  <a:pt x="9" y="103"/>
                </a:cubicBezTo>
                <a:cubicBezTo>
                  <a:pt x="49" y="103"/>
                  <a:pt x="49" y="103"/>
                  <a:pt x="49" y="103"/>
                </a:cubicBezTo>
                <a:cubicBezTo>
                  <a:pt x="51" y="107"/>
                  <a:pt x="53" y="110"/>
                  <a:pt x="56" y="112"/>
                </a:cubicBezTo>
                <a:cubicBezTo>
                  <a:pt x="59" y="114"/>
                  <a:pt x="63" y="115"/>
                  <a:pt x="66" y="115"/>
                </a:cubicBezTo>
                <a:cubicBezTo>
                  <a:pt x="91" y="115"/>
                  <a:pt x="91" y="115"/>
                  <a:pt x="91" y="115"/>
                </a:cubicBezTo>
                <a:cubicBezTo>
                  <a:pt x="95" y="115"/>
                  <a:pt x="98" y="114"/>
                  <a:pt x="101" y="112"/>
                </a:cubicBezTo>
                <a:cubicBezTo>
                  <a:pt x="104" y="110"/>
                  <a:pt x="106" y="107"/>
                  <a:pt x="108" y="103"/>
                </a:cubicBezTo>
                <a:cubicBezTo>
                  <a:pt x="148" y="103"/>
                  <a:pt x="148" y="103"/>
                  <a:pt x="148" y="103"/>
                </a:cubicBezTo>
                <a:cubicBezTo>
                  <a:pt x="151" y="103"/>
                  <a:pt x="153" y="104"/>
                  <a:pt x="155" y="106"/>
                </a:cubicBezTo>
                <a:cubicBezTo>
                  <a:pt x="156" y="108"/>
                  <a:pt x="157" y="110"/>
                  <a:pt x="157" y="112"/>
                </a:cubicBezTo>
                <a:close/>
                <a:moveTo>
                  <a:pt x="127" y="51"/>
                </a:moveTo>
                <a:cubicBezTo>
                  <a:pt x="125" y="53"/>
                  <a:pt x="124" y="55"/>
                  <a:pt x="121" y="55"/>
                </a:cubicBezTo>
                <a:cubicBezTo>
                  <a:pt x="97" y="55"/>
                  <a:pt x="97" y="55"/>
                  <a:pt x="97" y="55"/>
                </a:cubicBezTo>
                <a:cubicBezTo>
                  <a:pt x="97" y="97"/>
                  <a:pt x="97" y="97"/>
                  <a:pt x="97" y="97"/>
                </a:cubicBezTo>
                <a:cubicBezTo>
                  <a:pt x="97" y="99"/>
                  <a:pt x="96" y="100"/>
                  <a:pt x="95" y="101"/>
                </a:cubicBezTo>
                <a:cubicBezTo>
                  <a:pt x="94" y="103"/>
                  <a:pt x="92" y="103"/>
                  <a:pt x="91" y="103"/>
                </a:cubicBezTo>
                <a:cubicBezTo>
                  <a:pt x="66" y="103"/>
                  <a:pt x="66" y="103"/>
                  <a:pt x="66" y="103"/>
                </a:cubicBezTo>
                <a:cubicBezTo>
                  <a:pt x="65" y="103"/>
                  <a:pt x="63" y="103"/>
                  <a:pt x="62" y="101"/>
                </a:cubicBezTo>
                <a:cubicBezTo>
                  <a:pt x="61" y="100"/>
                  <a:pt x="60" y="99"/>
                  <a:pt x="60" y="97"/>
                </a:cubicBezTo>
                <a:cubicBezTo>
                  <a:pt x="60" y="55"/>
                  <a:pt x="60" y="55"/>
                  <a:pt x="60" y="55"/>
                </a:cubicBezTo>
                <a:cubicBezTo>
                  <a:pt x="36" y="55"/>
                  <a:pt x="36" y="55"/>
                  <a:pt x="36" y="55"/>
                </a:cubicBezTo>
                <a:cubicBezTo>
                  <a:pt x="34" y="55"/>
                  <a:pt x="32" y="53"/>
                  <a:pt x="31" y="51"/>
                </a:cubicBezTo>
                <a:cubicBezTo>
                  <a:pt x="30" y="49"/>
                  <a:pt x="30" y="46"/>
                  <a:pt x="32" y="44"/>
                </a:cubicBezTo>
                <a:cubicBezTo>
                  <a:pt x="74" y="2"/>
                  <a:pt x="74" y="2"/>
                  <a:pt x="74" y="2"/>
                </a:cubicBezTo>
                <a:cubicBezTo>
                  <a:pt x="75" y="1"/>
                  <a:pt x="77" y="0"/>
                  <a:pt x="79" y="0"/>
                </a:cubicBezTo>
                <a:cubicBezTo>
                  <a:pt x="80" y="0"/>
                  <a:pt x="82" y="1"/>
                  <a:pt x="83" y="2"/>
                </a:cubicBezTo>
                <a:cubicBezTo>
                  <a:pt x="125" y="44"/>
                  <a:pt x="125" y="44"/>
                  <a:pt x="125" y="44"/>
                </a:cubicBezTo>
                <a:cubicBezTo>
                  <a:pt x="127" y="46"/>
                  <a:pt x="128" y="49"/>
                  <a:pt x="127" y="51"/>
                </a:cubicBezTo>
                <a:close/>
                <a:moveTo>
                  <a:pt x="119" y="138"/>
                </a:moveTo>
                <a:cubicBezTo>
                  <a:pt x="120" y="136"/>
                  <a:pt x="121" y="135"/>
                  <a:pt x="121" y="133"/>
                </a:cubicBezTo>
                <a:cubicBezTo>
                  <a:pt x="121" y="132"/>
                  <a:pt x="120" y="130"/>
                  <a:pt x="119" y="129"/>
                </a:cubicBezTo>
                <a:cubicBezTo>
                  <a:pt x="118" y="128"/>
                  <a:pt x="117" y="127"/>
                  <a:pt x="115" y="127"/>
                </a:cubicBezTo>
                <a:cubicBezTo>
                  <a:pt x="113" y="127"/>
                  <a:pt x="112" y="128"/>
                  <a:pt x="111" y="129"/>
                </a:cubicBezTo>
                <a:cubicBezTo>
                  <a:pt x="109" y="130"/>
                  <a:pt x="109" y="132"/>
                  <a:pt x="109" y="133"/>
                </a:cubicBezTo>
                <a:cubicBezTo>
                  <a:pt x="109" y="135"/>
                  <a:pt x="109" y="136"/>
                  <a:pt x="111" y="138"/>
                </a:cubicBezTo>
                <a:cubicBezTo>
                  <a:pt x="112" y="139"/>
                  <a:pt x="113" y="139"/>
                  <a:pt x="115" y="139"/>
                </a:cubicBezTo>
                <a:cubicBezTo>
                  <a:pt x="117" y="139"/>
                  <a:pt x="118" y="139"/>
                  <a:pt x="119" y="138"/>
                </a:cubicBezTo>
                <a:close/>
                <a:moveTo>
                  <a:pt x="143" y="138"/>
                </a:moveTo>
                <a:cubicBezTo>
                  <a:pt x="145" y="136"/>
                  <a:pt x="145" y="135"/>
                  <a:pt x="145" y="133"/>
                </a:cubicBezTo>
                <a:cubicBezTo>
                  <a:pt x="145" y="132"/>
                  <a:pt x="145" y="130"/>
                  <a:pt x="143" y="129"/>
                </a:cubicBezTo>
                <a:cubicBezTo>
                  <a:pt x="142" y="128"/>
                  <a:pt x="141" y="127"/>
                  <a:pt x="139" y="127"/>
                </a:cubicBezTo>
                <a:cubicBezTo>
                  <a:pt x="137" y="127"/>
                  <a:pt x="136" y="128"/>
                  <a:pt x="135" y="129"/>
                </a:cubicBezTo>
                <a:cubicBezTo>
                  <a:pt x="134" y="130"/>
                  <a:pt x="133" y="132"/>
                  <a:pt x="133" y="133"/>
                </a:cubicBezTo>
                <a:cubicBezTo>
                  <a:pt x="133" y="135"/>
                  <a:pt x="134" y="136"/>
                  <a:pt x="135" y="138"/>
                </a:cubicBezTo>
                <a:cubicBezTo>
                  <a:pt x="136" y="139"/>
                  <a:pt x="137" y="139"/>
                  <a:pt x="139" y="139"/>
                </a:cubicBezTo>
                <a:cubicBezTo>
                  <a:pt x="141" y="139"/>
                  <a:pt x="142" y="139"/>
                  <a:pt x="143" y="13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42" name="Freeform 144"/>
          <p:cNvSpPr>
            <a:spLocks noEditPoints="1"/>
          </p:cNvSpPr>
          <p:nvPr/>
        </p:nvSpPr>
        <p:spPr bwMode="auto">
          <a:xfrm>
            <a:off x="7443444" y="2680180"/>
            <a:ext cx="207464" cy="209627"/>
          </a:xfrm>
          <a:custGeom>
            <a:avLst/>
            <a:gdLst>
              <a:gd name="T0" fmla="*/ 138 w 145"/>
              <a:gd name="T1" fmla="*/ 97 h 146"/>
              <a:gd name="T2" fmla="*/ 93 w 145"/>
              <a:gd name="T3" fmla="*/ 141 h 146"/>
              <a:gd name="T4" fmla="*/ 46 w 145"/>
              <a:gd name="T5" fmla="*/ 144 h 146"/>
              <a:gd name="T6" fmla="*/ 23 w 145"/>
              <a:gd name="T7" fmla="*/ 144 h 146"/>
              <a:gd name="T8" fmla="*/ 5 w 145"/>
              <a:gd name="T9" fmla="*/ 140 h 146"/>
              <a:gd name="T10" fmla="*/ 1 w 145"/>
              <a:gd name="T11" fmla="*/ 122 h 146"/>
              <a:gd name="T12" fmla="*/ 1 w 145"/>
              <a:gd name="T13" fmla="*/ 104 h 146"/>
              <a:gd name="T14" fmla="*/ 1 w 145"/>
              <a:gd name="T15" fmla="*/ 72 h 146"/>
              <a:gd name="T16" fmla="*/ 16 w 145"/>
              <a:gd name="T17" fmla="*/ 34 h 146"/>
              <a:gd name="T18" fmla="*/ 52 w 145"/>
              <a:gd name="T19" fmla="*/ 8 h 146"/>
              <a:gd name="T20" fmla="*/ 99 w 145"/>
              <a:gd name="T21" fmla="*/ 3 h 146"/>
              <a:gd name="T22" fmla="*/ 121 w 145"/>
              <a:gd name="T23" fmla="*/ 4 h 146"/>
              <a:gd name="T24" fmla="*/ 137 w 145"/>
              <a:gd name="T25" fmla="*/ 9 h 146"/>
              <a:gd name="T26" fmla="*/ 140 w 145"/>
              <a:gd name="T27" fmla="*/ 28 h 146"/>
              <a:gd name="T28" fmla="*/ 140 w 145"/>
              <a:gd name="T29" fmla="*/ 36 h 146"/>
              <a:gd name="T30" fmla="*/ 140 w 145"/>
              <a:gd name="T31" fmla="*/ 39 h 146"/>
              <a:gd name="T32" fmla="*/ 142 w 145"/>
              <a:gd name="T33" fmla="*/ 42 h 146"/>
              <a:gd name="T34" fmla="*/ 145 w 145"/>
              <a:gd name="T35" fmla="*/ 66 h 146"/>
              <a:gd name="T36" fmla="*/ 132 w 145"/>
              <a:gd name="T37" fmla="*/ 56 h 146"/>
              <a:gd name="T38" fmla="*/ 129 w 145"/>
              <a:gd name="T39" fmla="*/ 42 h 146"/>
              <a:gd name="T40" fmla="*/ 128 w 145"/>
              <a:gd name="T41" fmla="*/ 34 h 146"/>
              <a:gd name="T42" fmla="*/ 129 w 145"/>
              <a:gd name="T43" fmla="*/ 21 h 146"/>
              <a:gd name="T44" fmla="*/ 126 w 145"/>
              <a:gd name="T45" fmla="*/ 16 h 146"/>
              <a:gd name="T46" fmla="*/ 115 w 145"/>
              <a:gd name="T47" fmla="*/ 17 h 146"/>
              <a:gd name="T48" fmla="*/ 82 w 145"/>
              <a:gd name="T49" fmla="*/ 12 h 146"/>
              <a:gd name="T50" fmla="*/ 65 w 145"/>
              <a:gd name="T51" fmla="*/ 16 h 146"/>
              <a:gd name="T52" fmla="*/ 38 w 145"/>
              <a:gd name="T53" fmla="*/ 29 h 146"/>
              <a:gd name="T54" fmla="*/ 14 w 145"/>
              <a:gd name="T55" fmla="*/ 69 h 146"/>
              <a:gd name="T56" fmla="*/ 13 w 145"/>
              <a:gd name="T57" fmla="*/ 104 h 146"/>
              <a:gd name="T58" fmla="*/ 13 w 145"/>
              <a:gd name="T59" fmla="*/ 121 h 146"/>
              <a:gd name="T60" fmla="*/ 13 w 145"/>
              <a:gd name="T61" fmla="*/ 131 h 146"/>
              <a:gd name="T62" fmla="*/ 23 w 145"/>
              <a:gd name="T63" fmla="*/ 131 h 146"/>
              <a:gd name="T64" fmla="*/ 46 w 145"/>
              <a:gd name="T65" fmla="*/ 132 h 146"/>
              <a:gd name="T66" fmla="*/ 89 w 145"/>
              <a:gd name="T67" fmla="*/ 130 h 146"/>
              <a:gd name="T68" fmla="*/ 127 w 145"/>
              <a:gd name="T69" fmla="*/ 92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45" h="146">
                <a:moveTo>
                  <a:pt x="145" y="66"/>
                </a:moveTo>
                <a:cubicBezTo>
                  <a:pt x="145" y="77"/>
                  <a:pt x="143" y="87"/>
                  <a:pt x="138" y="97"/>
                </a:cubicBezTo>
                <a:cubicBezTo>
                  <a:pt x="134" y="107"/>
                  <a:pt x="128" y="116"/>
                  <a:pt x="120" y="124"/>
                </a:cubicBezTo>
                <a:cubicBezTo>
                  <a:pt x="112" y="132"/>
                  <a:pt x="103" y="138"/>
                  <a:pt x="93" y="141"/>
                </a:cubicBezTo>
                <a:cubicBezTo>
                  <a:pt x="85" y="144"/>
                  <a:pt x="75" y="146"/>
                  <a:pt x="62" y="146"/>
                </a:cubicBezTo>
                <a:cubicBezTo>
                  <a:pt x="59" y="146"/>
                  <a:pt x="53" y="145"/>
                  <a:pt x="46" y="144"/>
                </a:cubicBezTo>
                <a:cubicBezTo>
                  <a:pt x="39" y="143"/>
                  <a:pt x="34" y="143"/>
                  <a:pt x="30" y="143"/>
                </a:cubicBezTo>
                <a:cubicBezTo>
                  <a:pt x="29" y="143"/>
                  <a:pt x="27" y="143"/>
                  <a:pt x="23" y="144"/>
                </a:cubicBezTo>
                <a:cubicBezTo>
                  <a:pt x="20" y="145"/>
                  <a:pt x="18" y="146"/>
                  <a:pt x="17" y="146"/>
                </a:cubicBezTo>
                <a:cubicBezTo>
                  <a:pt x="12" y="146"/>
                  <a:pt x="8" y="144"/>
                  <a:pt x="5" y="140"/>
                </a:cubicBezTo>
                <a:cubicBezTo>
                  <a:pt x="2" y="137"/>
                  <a:pt x="0" y="133"/>
                  <a:pt x="0" y="128"/>
                </a:cubicBezTo>
                <a:cubicBezTo>
                  <a:pt x="0" y="127"/>
                  <a:pt x="0" y="125"/>
                  <a:pt x="1" y="122"/>
                </a:cubicBezTo>
                <a:cubicBezTo>
                  <a:pt x="2" y="119"/>
                  <a:pt x="2" y="117"/>
                  <a:pt x="2" y="115"/>
                </a:cubicBezTo>
                <a:cubicBezTo>
                  <a:pt x="2" y="113"/>
                  <a:pt x="2" y="109"/>
                  <a:pt x="1" y="104"/>
                </a:cubicBezTo>
                <a:cubicBezTo>
                  <a:pt x="0" y="99"/>
                  <a:pt x="0" y="95"/>
                  <a:pt x="0" y="93"/>
                </a:cubicBezTo>
                <a:cubicBezTo>
                  <a:pt x="0" y="86"/>
                  <a:pt x="0" y="79"/>
                  <a:pt x="1" y="72"/>
                </a:cubicBezTo>
                <a:cubicBezTo>
                  <a:pt x="3" y="65"/>
                  <a:pt x="4" y="59"/>
                  <a:pt x="7" y="52"/>
                </a:cubicBezTo>
                <a:cubicBezTo>
                  <a:pt x="9" y="46"/>
                  <a:pt x="12" y="40"/>
                  <a:pt x="16" y="34"/>
                </a:cubicBezTo>
                <a:cubicBezTo>
                  <a:pt x="20" y="28"/>
                  <a:pt x="25" y="23"/>
                  <a:pt x="30" y="19"/>
                </a:cubicBezTo>
                <a:cubicBezTo>
                  <a:pt x="35" y="15"/>
                  <a:pt x="43" y="12"/>
                  <a:pt x="52" y="8"/>
                </a:cubicBezTo>
                <a:cubicBezTo>
                  <a:pt x="65" y="3"/>
                  <a:pt x="74" y="0"/>
                  <a:pt x="82" y="0"/>
                </a:cubicBezTo>
                <a:cubicBezTo>
                  <a:pt x="86" y="0"/>
                  <a:pt x="91" y="1"/>
                  <a:pt x="99" y="3"/>
                </a:cubicBezTo>
                <a:cubicBezTo>
                  <a:pt x="106" y="4"/>
                  <a:pt x="111" y="5"/>
                  <a:pt x="115" y="5"/>
                </a:cubicBezTo>
                <a:cubicBezTo>
                  <a:pt x="116" y="5"/>
                  <a:pt x="118" y="5"/>
                  <a:pt x="121" y="4"/>
                </a:cubicBezTo>
                <a:cubicBezTo>
                  <a:pt x="123" y="4"/>
                  <a:pt x="125" y="4"/>
                  <a:pt x="126" y="4"/>
                </a:cubicBezTo>
                <a:cubicBezTo>
                  <a:pt x="131" y="4"/>
                  <a:pt x="135" y="6"/>
                  <a:pt x="137" y="9"/>
                </a:cubicBezTo>
                <a:cubicBezTo>
                  <a:pt x="140" y="12"/>
                  <a:pt x="141" y="16"/>
                  <a:pt x="141" y="21"/>
                </a:cubicBezTo>
                <a:cubicBezTo>
                  <a:pt x="141" y="23"/>
                  <a:pt x="141" y="25"/>
                  <a:pt x="140" y="28"/>
                </a:cubicBezTo>
                <a:cubicBezTo>
                  <a:pt x="140" y="31"/>
                  <a:pt x="140" y="33"/>
                  <a:pt x="140" y="34"/>
                </a:cubicBezTo>
                <a:cubicBezTo>
                  <a:pt x="140" y="35"/>
                  <a:pt x="140" y="35"/>
                  <a:pt x="140" y="36"/>
                </a:cubicBezTo>
                <a:cubicBezTo>
                  <a:pt x="140" y="37"/>
                  <a:pt x="140" y="37"/>
                  <a:pt x="140" y="38"/>
                </a:cubicBezTo>
                <a:cubicBezTo>
                  <a:pt x="140" y="38"/>
                  <a:pt x="140" y="39"/>
                  <a:pt x="140" y="39"/>
                </a:cubicBezTo>
                <a:cubicBezTo>
                  <a:pt x="141" y="39"/>
                  <a:pt x="141" y="40"/>
                  <a:pt x="141" y="40"/>
                </a:cubicBezTo>
                <a:cubicBezTo>
                  <a:pt x="141" y="41"/>
                  <a:pt x="142" y="42"/>
                  <a:pt x="142" y="42"/>
                </a:cubicBezTo>
                <a:cubicBezTo>
                  <a:pt x="143" y="45"/>
                  <a:pt x="144" y="48"/>
                  <a:pt x="144" y="53"/>
                </a:cubicBezTo>
                <a:cubicBezTo>
                  <a:pt x="145" y="58"/>
                  <a:pt x="145" y="62"/>
                  <a:pt x="145" y="66"/>
                </a:cubicBezTo>
                <a:close/>
                <a:moveTo>
                  <a:pt x="133" y="66"/>
                </a:moveTo>
                <a:cubicBezTo>
                  <a:pt x="133" y="64"/>
                  <a:pt x="133" y="60"/>
                  <a:pt x="132" y="56"/>
                </a:cubicBezTo>
                <a:cubicBezTo>
                  <a:pt x="132" y="51"/>
                  <a:pt x="131" y="48"/>
                  <a:pt x="130" y="46"/>
                </a:cubicBezTo>
                <a:cubicBezTo>
                  <a:pt x="130" y="45"/>
                  <a:pt x="129" y="43"/>
                  <a:pt x="129" y="42"/>
                </a:cubicBezTo>
                <a:cubicBezTo>
                  <a:pt x="129" y="41"/>
                  <a:pt x="128" y="40"/>
                  <a:pt x="128" y="39"/>
                </a:cubicBezTo>
                <a:cubicBezTo>
                  <a:pt x="128" y="37"/>
                  <a:pt x="128" y="36"/>
                  <a:pt x="128" y="34"/>
                </a:cubicBezTo>
                <a:cubicBezTo>
                  <a:pt x="128" y="33"/>
                  <a:pt x="128" y="31"/>
                  <a:pt x="128" y="28"/>
                </a:cubicBezTo>
                <a:cubicBezTo>
                  <a:pt x="128" y="25"/>
                  <a:pt x="129" y="23"/>
                  <a:pt x="129" y="21"/>
                </a:cubicBezTo>
                <a:cubicBezTo>
                  <a:pt x="129" y="19"/>
                  <a:pt x="128" y="17"/>
                  <a:pt x="128" y="16"/>
                </a:cubicBezTo>
                <a:cubicBezTo>
                  <a:pt x="127" y="16"/>
                  <a:pt x="127" y="16"/>
                  <a:pt x="126" y="16"/>
                </a:cubicBezTo>
                <a:cubicBezTo>
                  <a:pt x="125" y="16"/>
                  <a:pt x="123" y="16"/>
                  <a:pt x="121" y="17"/>
                </a:cubicBezTo>
                <a:cubicBezTo>
                  <a:pt x="118" y="17"/>
                  <a:pt x="117" y="17"/>
                  <a:pt x="115" y="17"/>
                </a:cubicBezTo>
                <a:cubicBezTo>
                  <a:pt x="112" y="17"/>
                  <a:pt x="106" y="16"/>
                  <a:pt x="99" y="15"/>
                </a:cubicBezTo>
                <a:cubicBezTo>
                  <a:pt x="91" y="13"/>
                  <a:pt x="86" y="12"/>
                  <a:pt x="82" y="12"/>
                </a:cubicBezTo>
                <a:cubicBezTo>
                  <a:pt x="79" y="12"/>
                  <a:pt x="76" y="13"/>
                  <a:pt x="73" y="14"/>
                </a:cubicBezTo>
                <a:cubicBezTo>
                  <a:pt x="70" y="14"/>
                  <a:pt x="67" y="15"/>
                  <a:pt x="65" y="16"/>
                </a:cubicBezTo>
                <a:cubicBezTo>
                  <a:pt x="63" y="17"/>
                  <a:pt x="60" y="18"/>
                  <a:pt x="57" y="19"/>
                </a:cubicBezTo>
                <a:cubicBezTo>
                  <a:pt x="48" y="22"/>
                  <a:pt x="42" y="26"/>
                  <a:pt x="38" y="29"/>
                </a:cubicBezTo>
                <a:cubicBezTo>
                  <a:pt x="32" y="33"/>
                  <a:pt x="27" y="39"/>
                  <a:pt x="23" y="47"/>
                </a:cubicBezTo>
                <a:cubicBezTo>
                  <a:pt x="19" y="54"/>
                  <a:pt x="16" y="61"/>
                  <a:pt x="14" y="69"/>
                </a:cubicBezTo>
                <a:cubicBezTo>
                  <a:pt x="13" y="76"/>
                  <a:pt x="12" y="84"/>
                  <a:pt x="12" y="92"/>
                </a:cubicBezTo>
                <a:cubicBezTo>
                  <a:pt x="12" y="95"/>
                  <a:pt x="12" y="99"/>
                  <a:pt x="13" y="104"/>
                </a:cubicBezTo>
                <a:cubicBezTo>
                  <a:pt x="14" y="109"/>
                  <a:pt x="14" y="113"/>
                  <a:pt x="14" y="115"/>
                </a:cubicBezTo>
                <a:cubicBezTo>
                  <a:pt x="14" y="117"/>
                  <a:pt x="14" y="119"/>
                  <a:pt x="13" y="121"/>
                </a:cubicBezTo>
                <a:cubicBezTo>
                  <a:pt x="13" y="124"/>
                  <a:pt x="12" y="126"/>
                  <a:pt x="12" y="128"/>
                </a:cubicBezTo>
                <a:cubicBezTo>
                  <a:pt x="12" y="129"/>
                  <a:pt x="13" y="130"/>
                  <a:pt x="13" y="131"/>
                </a:cubicBezTo>
                <a:cubicBezTo>
                  <a:pt x="14" y="132"/>
                  <a:pt x="15" y="133"/>
                  <a:pt x="17" y="133"/>
                </a:cubicBezTo>
                <a:cubicBezTo>
                  <a:pt x="18" y="133"/>
                  <a:pt x="20" y="132"/>
                  <a:pt x="23" y="131"/>
                </a:cubicBezTo>
                <a:cubicBezTo>
                  <a:pt x="26" y="131"/>
                  <a:pt x="29" y="130"/>
                  <a:pt x="30" y="130"/>
                </a:cubicBezTo>
                <a:cubicBezTo>
                  <a:pt x="34" y="130"/>
                  <a:pt x="39" y="131"/>
                  <a:pt x="46" y="132"/>
                </a:cubicBezTo>
                <a:cubicBezTo>
                  <a:pt x="53" y="133"/>
                  <a:pt x="59" y="133"/>
                  <a:pt x="62" y="133"/>
                </a:cubicBezTo>
                <a:cubicBezTo>
                  <a:pt x="74" y="133"/>
                  <a:pt x="83" y="132"/>
                  <a:pt x="89" y="130"/>
                </a:cubicBezTo>
                <a:cubicBezTo>
                  <a:pt x="97" y="127"/>
                  <a:pt x="105" y="122"/>
                  <a:pt x="112" y="116"/>
                </a:cubicBezTo>
                <a:cubicBezTo>
                  <a:pt x="118" y="109"/>
                  <a:pt x="123" y="101"/>
                  <a:pt x="127" y="92"/>
                </a:cubicBezTo>
                <a:cubicBezTo>
                  <a:pt x="131" y="84"/>
                  <a:pt x="133" y="75"/>
                  <a:pt x="133" y="6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43" name="Freeform 145"/>
          <p:cNvSpPr>
            <a:spLocks/>
          </p:cNvSpPr>
          <p:nvPr/>
        </p:nvSpPr>
        <p:spPr bwMode="auto">
          <a:xfrm>
            <a:off x="7711420" y="2680181"/>
            <a:ext cx="190176" cy="192337"/>
          </a:xfrm>
          <a:custGeom>
            <a:avLst/>
            <a:gdLst>
              <a:gd name="T0" fmla="*/ 133 w 133"/>
              <a:gd name="T1" fmla="*/ 105 h 133"/>
              <a:gd name="T2" fmla="*/ 132 w 133"/>
              <a:gd name="T3" fmla="*/ 112 h 133"/>
              <a:gd name="T4" fmla="*/ 130 w 133"/>
              <a:gd name="T5" fmla="*/ 119 h 133"/>
              <a:gd name="T6" fmla="*/ 118 w 133"/>
              <a:gd name="T7" fmla="*/ 129 h 133"/>
              <a:gd name="T8" fmla="*/ 101 w 133"/>
              <a:gd name="T9" fmla="*/ 133 h 133"/>
              <a:gd name="T10" fmla="*/ 96 w 133"/>
              <a:gd name="T11" fmla="*/ 133 h 133"/>
              <a:gd name="T12" fmla="*/ 90 w 133"/>
              <a:gd name="T13" fmla="*/ 132 h 133"/>
              <a:gd name="T14" fmla="*/ 86 w 133"/>
              <a:gd name="T15" fmla="*/ 131 h 133"/>
              <a:gd name="T16" fmla="*/ 80 w 133"/>
              <a:gd name="T17" fmla="*/ 129 h 133"/>
              <a:gd name="T18" fmla="*/ 76 w 133"/>
              <a:gd name="T19" fmla="*/ 127 h 133"/>
              <a:gd name="T20" fmla="*/ 59 w 133"/>
              <a:gd name="T21" fmla="*/ 119 h 133"/>
              <a:gd name="T22" fmla="*/ 34 w 133"/>
              <a:gd name="T23" fmla="*/ 99 h 133"/>
              <a:gd name="T24" fmla="*/ 14 w 133"/>
              <a:gd name="T25" fmla="*/ 74 h 133"/>
              <a:gd name="T26" fmla="*/ 6 w 133"/>
              <a:gd name="T27" fmla="*/ 57 h 133"/>
              <a:gd name="T28" fmla="*/ 4 w 133"/>
              <a:gd name="T29" fmla="*/ 53 h 133"/>
              <a:gd name="T30" fmla="*/ 2 w 133"/>
              <a:gd name="T31" fmla="*/ 47 h 133"/>
              <a:gd name="T32" fmla="*/ 1 w 133"/>
              <a:gd name="T33" fmla="*/ 43 h 133"/>
              <a:gd name="T34" fmla="*/ 0 w 133"/>
              <a:gd name="T35" fmla="*/ 37 h 133"/>
              <a:gd name="T36" fmla="*/ 0 w 133"/>
              <a:gd name="T37" fmla="*/ 32 h 133"/>
              <a:gd name="T38" fmla="*/ 4 w 133"/>
              <a:gd name="T39" fmla="*/ 15 h 133"/>
              <a:gd name="T40" fmla="*/ 14 w 133"/>
              <a:gd name="T41" fmla="*/ 3 h 133"/>
              <a:gd name="T42" fmla="*/ 21 w 133"/>
              <a:gd name="T43" fmla="*/ 1 h 133"/>
              <a:gd name="T44" fmla="*/ 28 w 133"/>
              <a:gd name="T45" fmla="*/ 0 h 133"/>
              <a:gd name="T46" fmla="*/ 30 w 133"/>
              <a:gd name="T47" fmla="*/ 1 h 133"/>
              <a:gd name="T48" fmla="*/ 35 w 133"/>
              <a:gd name="T49" fmla="*/ 8 h 133"/>
              <a:gd name="T50" fmla="*/ 37 w 133"/>
              <a:gd name="T51" fmla="*/ 13 h 133"/>
              <a:gd name="T52" fmla="*/ 41 w 133"/>
              <a:gd name="T53" fmla="*/ 19 h 133"/>
              <a:gd name="T54" fmla="*/ 44 w 133"/>
              <a:gd name="T55" fmla="*/ 24 h 133"/>
              <a:gd name="T56" fmla="*/ 45 w 133"/>
              <a:gd name="T57" fmla="*/ 26 h 133"/>
              <a:gd name="T58" fmla="*/ 47 w 133"/>
              <a:gd name="T59" fmla="*/ 30 h 133"/>
              <a:gd name="T60" fmla="*/ 48 w 133"/>
              <a:gd name="T61" fmla="*/ 32 h 133"/>
              <a:gd name="T62" fmla="*/ 45 w 133"/>
              <a:gd name="T63" fmla="*/ 37 h 133"/>
              <a:gd name="T64" fmla="*/ 39 w 133"/>
              <a:gd name="T65" fmla="*/ 42 h 133"/>
              <a:gd name="T66" fmla="*/ 34 w 133"/>
              <a:gd name="T67" fmla="*/ 47 h 133"/>
              <a:gd name="T68" fmla="*/ 31 w 133"/>
              <a:gd name="T69" fmla="*/ 52 h 133"/>
              <a:gd name="T70" fmla="*/ 31 w 133"/>
              <a:gd name="T71" fmla="*/ 54 h 133"/>
              <a:gd name="T72" fmla="*/ 32 w 133"/>
              <a:gd name="T73" fmla="*/ 56 h 133"/>
              <a:gd name="T74" fmla="*/ 33 w 133"/>
              <a:gd name="T75" fmla="*/ 58 h 133"/>
              <a:gd name="T76" fmla="*/ 35 w 133"/>
              <a:gd name="T77" fmla="*/ 60 h 133"/>
              <a:gd name="T78" fmla="*/ 51 w 133"/>
              <a:gd name="T79" fmla="*/ 82 h 133"/>
              <a:gd name="T80" fmla="*/ 73 w 133"/>
              <a:gd name="T81" fmla="*/ 98 h 133"/>
              <a:gd name="T82" fmla="*/ 75 w 133"/>
              <a:gd name="T83" fmla="*/ 100 h 133"/>
              <a:gd name="T84" fmla="*/ 77 w 133"/>
              <a:gd name="T85" fmla="*/ 101 h 133"/>
              <a:gd name="T86" fmla="*/ 79 w 133"/>
              <a:gd name="T87" fmla="*/ 102 h 133"/>
              <a:gd name="T88" fmla="*/ 81 w 133"/>
              <a:gd name="T89" fmla="*/ 102 h 133"/>
              <a:gd name="T90" fmla="*/ 86 w 133"/>
              <a:gd name="T91" fmla="*/ 99 h 133"/>
              <a:gd name="T92" fmla="*/ 91 w 133"/>
              <a:gd name="T93" fmla="*/ 94 h 133"/>
              <a:gd name="T94" fmla="*/ 96 w 133"/>
              <a:gd name="T95" fmla="*/ 88 h 133"/>
              <a:gd name="T96" fmla="*/ 101 w 133"/>
              <a:gd name="T97" fmla="*/ 85 h 133"/>
              <a:gd name="T98" fmla="*/ 103 w 133"/>
              <a:gd name="T99" fmla="*/ 86 h 133"/>
              <a:gd name="T100" fmla="*/ 107 w 133"/>
              <a:gd name="T101" fmla="*/ 88 h 133"/>
              <a:gd name="T102" fmla="*/ 109 w 133"/>
              <a:gd name="T103" fmla="*/ 89 h 133"/>
              <a:gd name="T104" fmla="*/ 114 w 133"/>
              <a:gd name="T105" fmla="*/ 92 h 133"/>
              <a:gd name="T106" fmla="*/ 120 w 133"/>
              <a:gd name="T107" fmla="*/ 96 h 133"/>
              <a:gd name="T108" fmla="*/ 125 w 133"/>
              <a:gd name="T109" fmla="*/ 98 h 133"/>
              <a:gd name="T110" fmla="*/ 132 w 133"/>
              <a:gd name="T111" fmla="*/ 103 h 133"/>
              <a:gd name="T112" fmla="*/ 133 w 133"/>
              <a:gd name="T113" fmla="*/ 105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33" h="133">
                <a:moveTo>
                  <a:pt x="133" y="105"/>
                </a:moveTo>
                <a:cubicBezTo>
                  <a:pt x="133" y="107"/>
                  <a:pt x="132" y="109"/>
                  <a:pt x="132" y="112"/>
                </a:cubicBezTo>
                <a:cubicBezTo>
                  <a:pt x="131" y="115"/>
                  <a:pt x="130" y="117"/>
                  <a:pt x="130" y="119"/>
                </a:cubicBezTo>
                <a:cubicBezTo>
                  <a:pt x="128" y="122"/>
                  <a:pt x="125" y="125"/>
                  <a:pt x="118" y="129"/>
                </a:cubicBezTo>
                <a:cubicBezTo>
                  <a:pt x="112" y="132"/>
                  <a:pt x="106" y="133"/>
                  <a:pt x="101" y="133"/>
                </a:cubicBezTo>
                <a:cubicBezTo>
                  <a:pt x="99" y="133"/>
                  <a:pt x="97" y="133"/>
                  <a:pt x="96" y="133"/>
                </a:cubicBezTo>
                <a:cubicBezTo>
                  <a:pt x="94" y="133"/>
                  <a:pt x="92" y="133"/>
                  <a:pt x="90" y="132"/>
                </a:cubicBezTo>
                <a:cubicBezTo>
                  <a:pt x="88" y="131"/>
                  <a:pt x="87" y="131"/>
                  <a:pt x="86" y="131"/>
                </a:cubicBezTo>
                <a:cubicBezTo>
                  <a:pt x="85" y="130"/>
                  <a:pt x="83" y="130"/>
                  <a:pt x="80" y="129"/>
                </a:cubicBezTo>
                <a:cubicBezTo>
                  <a:pt x="78" y="128"/>
                  <a:pt x="76" y="127"/>
                  <a:pt x="76" y="127"/>
                </a:cubicBezTo>
                <a:cubicBezTo>
                  <a:pt x="70" y="125"/>
                  <a:pt x="64" y="122"/>
                  <a:pt x="59" y="119"/>
                </a:cubicBezTo>
                <a:cubicBezTo>
                  <a:pt x="51" y="114"/>
                  <a:pt x="43" y="107"/>
                  <a:pt x="34" y="99"/>
                </a:cubicBezTo>
                <a:cubicBezTo>
                  <a:pt x="26" y="90"/>
                  <a:pt x="19" y="82"/>
                  <a:pt x="14" y="74"/>
                </a:cubicBezTo>
                <a:cubicBezTo>
                  <a:pt x="11" y="69"/>
                  <a:pt x="8" y="63"/>
                  <a:pt x="6" y="57"/>
                </a:cubicBezTo>
                <a:cubicBezTo>
                  <a:pt x="6" y="57"/>
                  <a:pt x="5" y="55"/>
                  <a:pt x="4" y="53"/>
                </a:cubicBezTo>
                <a:cubicBezTo>
                  <a:pt x="3" y="50"/>
                  <a:pt x="3" y="48"/>
                  <a:pt x="2" y="47"/>
                </a:cubicBezTo>
                <a:cubicBezTo>
                  <a:pt x="2" y="46"/>
                  <a:pt x="2" y="45"/>
                  <a:pt x="1" y="43"/>
                </a:cubicBezTo>
                <a:cubicBezTo>
                  <a:pt x="1" y="41"/>
                  <a:pt x="0" y="39"/>
                  <a:pt x="0" y="37"/>
                </a:cubicBezTo>
                <a:cubicBezTo>
                  <a:pt x="0" y="36"/>
                  <a:pt x="0" y="34"/>
                  <a:pt x="0" y="32"/>
                </a:cubicBezTo>
                <a:cubicBezTo>
                  <a:pt x="0" y="27"/>
                  <a:pt x="1" y="21"/>
                  <a:pt x="4" y="15"/>
                </a:cubicBezTo>
                <a:cubicBezTo>
                  <a:pt x="8" y="8"/>
                  <a:pt x="11" y="5"/>
                  <a:pt x="14" y="3"/>
                </a:cubicBezTo>
                <a:cubicBezTo>
                  <a:pt x="16" y="3"/>
                  <a:pt x="18" y="2"/>
                  <a:pt x="21" y="1"/>
                </a:cubicBezTo>
                <a:cubicBezTo>
                  <a:pt x="24" y="1"/>
                  <a:pt x="26" y="0"/>
                  <a:pt x="28" y="0"/>
                </a:cubicBezTo>
                <a:cubicBezTo>
                  <a:pt x="28" y="0"/>
                  <a:pt x="29" y="0"/>
                  <a:pt x="30" y="1"/>
                </a:cubicBezTo>
                <a:cubicBezTo>
                  <a:pt x="31" y="1"/>
                  <a:pt x="32" y="3"/>
                  <a:pt x="35" y="8"/>
                </a:cubicBezTo>
                <a:cubicBezTo>
                  <a:pt x="35" y="9"/>
                  <a:pt x="36" y="11"/>
                  <a:pt x="37" y="13"/>
                </a:cubicBezTo>
                <a:cubicBezTo>
                  <a:pt x="39" y="15"/>
                  <a:pt x="40" y="17"/>
                  <a:pt x="41" y="19"/>
                </a:cubicBezTo>
                <a:cubicBezTo>
                  <a:pt x="42" y="21"/>
                  <a:pt x="43" y="22"/>
                  <a:pt x="44" y="24"/>
                </a:cubicBezTo>
                <a:cubicBezTo>
                  <a:pt x="44" y="24"/>
                  <a:pt x="44" y="25"/>
                  <a:pt x="45" y="26"/>
                </a:cubicBezTo>
                <a:cubicBezTo>
                  <a:pt x="46" y="28"/>
                  <a:pt x="47" y="29"/>
                  <a:pt x="47" y="30"/>
                </a:cubicBezTo>
                <a:cubicBezTo>
                  <a:pt x="48" y="31"/>
                  <a:pt x="48" y="32"/>
                  <a:pt x="48" y="32"/>
                </a:cubicBezTo>
                <a:cubicBezTo>
                  <a:pt x="48" y="34"/>
                  <a:pt x="47" y="35"/>
                  <a:pt x="45" y="37"/>
                </a:cubicBezTo>
                <a:cubicBezTo>
                  <a:pt x="43" y="39"/>
                  <a:pt x="42" y="41"/>
                  <a:pt x="39" y="42"/>
                </a:cubicBezTo>
                <a:cubicBezTo>
                  <a:pt x="37" y="44"/>
                  <a:pt x="35" y="46"/>
                  <a:pt x="34" y="47"/>
                </a:cubicBezTo>
                <a:cubicBezTo>
                  <a:pt x="32" y="49"/>
                  <a:pt x="31" y="51"/>
                  <a:pt x="31" y="52"/>
                </a:cubicBezTo>
                <a:cubicBezTo>
                  <a:pt x="31" y="52"/>
                  <a:pt x="31" y="53"/>
                  <a:pt x="31" y="54"/>
                </a:cubicBezTo>
                <a:cubicBezTo>
                  <a:pt x="32" y="55"/>
                  <a:pt x="32" y="55"/>
                  <a:pt x="32" y="56"/>
                </a:cubicBezTo>
                <a:cubicBezTo>
                  <a:pt x="32" y="56"/>
                  <a:pt x="33" y="57"/>
                  <a:pt x="33" y="58"/>
                </a:cubicBezTo>
                <a:cubicBezTo>
                  <a:pt x="34" y="59"/>
                  <a:pt x="34" y="60"/>
                  <a:pt x="35" y="60"/>
                </a:cubicBezTo>
                <a:cubicBezTo>
                  <a:pt x="39" y="68"/>
                  <a:pt x="45" y="76"/>
                  <a:pt x="51" y="82"/>
                </a:cubicBezTo>
                <a:cubicBezTo>
                  <a:pt x="57" y="88"/>
                  <a:pt x="65" y="94"/>
                  <a:pt x="73" y="98"/>
                </a:cubicBezTo>
                <a:cubicBezTo>
                  <a:pt x="73" y="99"/>
                  <a:pt x="74" y="99"/>
                  <a:pt x="75" y="100"/>
                </a:cubicBezTo>
                <a:cubicBezTo>
                  <a:pt x="76" y="100"/>
                  <a:pt x="77" y="101"/>
                  <a:pt x="77" y="101"/>
                </a:cubicBezTo>
                <a:cubicBezTo>
                  <a:pt x="78" y="101"/>
                  <a:pt x="78" y="101"/>
                  <a:pt x="79" y="102"/>
                </a:cubicBezTo>
                <a:cubicBezTo>
                  <a:pt x="80" y="102"/>
                  <a:pt x="81" y="102"/>
                  <a:pt x="81" y="102"/>
                </a:cubicBezTo>
                <a:cubicBezTo>
                  <a:pt x="82" y="102"/>
                  <a:pt x="84" y="101"/>
                  <a:pt x="86" y="99"/>
                </a:cubicBezTo>
                <a:cubicBezTo>
                  <a:pt x="87" y="98"/>
                  <a:pt x="89" y="96"/>
                  <a:pt x="91" y="94"/>
                </a:cubicBezTo>
                <a:cubicBezTo>
                  <a:pt x="92" y="91"/>
                  <a:pt x="94" y="90"/>
                  <a:pt x="96" y="88"/>
                </a:cubicBezTo>
                <a:cubicBezTo>
                  <a:pt x="98" y="86"/>
                  <a:pt x="99" y="85"/>
                  <a:pt x="101" y="85"/>
                </a:cubicBezTo>
                <a:cubicBezTo>
                  <a:pt x="102" y="85"/>
                  <a:pt x="102" y="85"/>
                  <a:pt x="103" y="86"/>
                </a:cubicBezTo>
                <a:cubicBezTo>
                  <a:pt x="104" y="86"/>
                  <a:pt x="105" y="87"/>
                  <a:pt x="107" y="88"/>
                </a:cubicBezTo>
                <a:cubicBezTo>
                  <a:pt x="108" y="89"/>
                  <a:pt x="109" y="89"/>
                  <a:pt x="109" y="89"/>
                </a:cubicBezTo>
                <a:cubicBezTo>
                  <a:pt x="111" y="90"/>
                  <a:pt x="112" y="91"/>
                  <a:pt x="114" y="92"/>
                </a:cubicBezTo>
                <a:cubicBezTo>
                  <a:pt x="116" y="93"/>
                  <a:pt x="118" y="94"/>
                  <a:pt x="120" y="96"/>
                </a:cubicBezTo>
                <a:cubicBezTo>
                  <a:pt x="122" y="97"/>
                  <a:pt x="124" y="98"/>
                  <a:pt x="125" y="98"/>
                </a:cubicBezTo>
                <a:cubicBezTo>
                  <a:pt x="130" y="101"/>
                  <a:pt x="132" y="102"/>
                  <a:pt x="132" y="103"/>
                </a:cubicBezTo>
                <a:cubicBezTo>
                  <a:pt x="133" y="104"/>
                  <a:pt x="133" y="105"/>
                  <a:pt x="133" y="10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44" name="Freeform 146"/>
          <p:cNvSpPr>
            <a:spLocks noEditPoints="1"/>
          </p:cNvSpPr>
          <p:nvPr/>
        </p:nvSpPr>
        <p:spPr bwMode="auto">
          <a:xfrm>
            <a:off x="7959948" y="2680181"/>
            <a:ext cx="192337" cy="192337"/>
          </a:xfrm>
          <a:custGeom>
            <a:avLst/>
            <a:gdLst>
              <a:gd name="T0" fmla="*/ 133 w 133"/>
              <a:gd name="T1" fmla="*/ 28 h 133"/>
              <a:gd name="T2" fmla="*/ 133 w 133"/>
              <a:gd name="T3" fmla="*/ 106 h 133"/>
              <a:gd name="T4" fmla="*/ 125 w 133"/>
              <a:gd name="T5" fmla="*/ 125 h 133"/>
              <a:gd name="T6" fmla="*/ 106 w 133"/>
              <a:gd name="T7" fmla="*/ 133 h 133"/>
              <a:gd name="T8" fmla="*/ 27 w 133"/>
              <a:gd name="T9" fmla="*/ 133 h 133"/>
              <a:gd name="T10" fmla="*/ 8 w 133"/>
              <a:gd name="T11" fmla="*/ 125 h 133"/>
              <a:gd name="T12" fmla="*/ 0 w 133"/>
              <a:gd name="T13" fmla="*/ 106 h 133"/>
              <a:gd name="T14" fmla="*/ 0 w 133"/>
              <a:gd name="T15" fmla="*/ 28 h 133"/>
              <a:gd name="T16" fmla="*/ 8 w 133"/>
              <a:gd name="T17" fmla="*/ 8 h 133"/>
              <a:gd name="T18" fmla="*/ 27 w 133"/>
              <a:gd name="T19" fmla="*/ 0 h 133"/>
              <a:gd name="T20" fmla="*/ 106 w 133"/>
              <a:gd name="T21" fmla="*/ 0 h 133"/>
              <a:gd name="T22" fmla="*/ 125 w 133"/>
              <a:gd name="T23" fmla="*/ 8 h 133"/>
              <a:gd name="T24" fmla="*/ 133 w 133"/>
              <a:gd name="T25" fmla="*/ 28 h 133"/>
              <a:gd name="T26" fmla="*/ 106 w 133"/>
              <a:gd name="T27" fmla="*/ 12 h 133"/>
              <a:gd name="T28" fmla="*/ 27 w 133"/>
              <a:gd name="T29" fmla="*/ 12 h 133"/>
              <a:gd name="T30" fmla="*/ 17 w 133"/>
              <a:gd name="T31" fmla="*/ 17 h 133"/>
              <a:gd name="T32" fmla="*/ 12 w 133"/>
              <a:gd name="T33" fmla="*/ 28 h 133"/>
              <a:gd name="T34" fmla="*/ 12 w 133"/>
              <a:gd name="T35" fmla="*/ 106 h 133"/>
              <a:gd name="T36" fmla="*/ 17 w 133"/>
              <a:gd name="T37" fmla="*/ 117 h 133"/>
              <a:gd name="T38" fmla="*/ 27 w 133"/>
              <a:gd name="T39" fmla="*/ 121 h 133"/>
              <a:gd name="T40" fmla="*/ 106 w 133"/>
              <a:gd name="T41" fmla="*/ 121 h 133"/>
              <a:gd name="T42" fmla="*/ 117 w 133"/>
              <a:gd name="T43" fmla="*/ 117 h 133"/>
              <a:gd name="T44" fmla="*/ 121 w 133"/>
              <a:gd name="T45" fmla="*/ 106 h 133"/>
              <a:gd name="T46" fmla="*/ 121 w 133"/>
              <a:gd name="T47" fmla="*/ 28 h 133"/>
              <a:gd name="T48" fmla="*/ 117 w 133"/>
              <a:gd name="T49" fmla="*/ 17 h 133"/>
              <a:gd name="T50" fmla="*/ 106 w 133"/>
              <a:gd name="T51" fmla="*/ 12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133" h="133">
                <a:moveTo>
                  <a:pt x="133" y="28"/>
                </a:moveTo>
                <a:cubicBezTo>
                  <a:pt x="133" y="106"/>
                  <a:pt x="133" y="106"/>
                  <a:pt x="133" y="106"/>
                </a:cubicBezTo>
                <a:cubicBezTo>
                  <a:pt x="133" y="114"/>
                  <a:pt x="131" y="120"/>
                  <a:pt x="125" y="125"/>
                </a:cubicBezTo>
                <a:cubicBezTo>
                  <a:pt x="120" y="131"/>
                  <a:pt x="114" y="133"/>
                  <a:pt x="106" y="133"/>
                </a:cubicBezTo>
                <a:cubicBezTo>
                  <a:pt x="27" y="133"/>
                  <a:pt x="27" y="133"/>
                  <a:pt x="27" y="133"/>
                </a:cubicBezTo>
                <a:cubicBezTo>
                  <a:pt x="20" y="133"/>
                  <a:pt x="14" y="131"/>
                  <a:pt x="8" y="125"/>
                </a:cubicBezTo>
                <a:cubicBezTo>
                  <a:pt x="3" y="120"/>
                  <a:pt x="0" y="114"/>
                  <a:pt x="0" y="106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0"/>
                  <a:pt x="3" y="14"/>
                  <a:pt x="8" y="8"/>
                </a:cubicBezTo>
                <a:cubicBezTo>
                  <a:pt x="14" y="3"/>
                  <a:pt x="20" y="0"/>
                  <a:pt x="27" y="0"/>
                </a:cubicBezTo>
                <a:cubicBezTo>
                  <a:pt x="106" y="0"/>
                  <a:pt x="106" y="0"/>
                  <a:pt x="106" y="0"/>
                </a:cubicBezTo>
                <a:cubicBezTo>
                  <a:pt x="114" y="0"/>
                  <a:pt x="120" y="3"/>
                  <a:pt x="125" y="8"/>
                </a:cubicBezTo>
                <a:cubicBezTo>
                  <a:pt x="131" y="14"/>
                  <a:pt x="133" y="20"/>
                  <a:pt x="133" y="28"/>
                </a:cubicBezTo>
                <a:close/>
                <a:moveTo>
                  <a:pt x="106" y="12"/>
                </a:moveTo>
                <a:cubicBezTo>
                  <a:pt x="27" y="12"/>
                  <a:pt x="27" y="12"/>
                  <a:pt x="27" y="12"/>
                </a:cubicBezTo>
                <a:cubicBezTo>
                  <a:pt x="23" y="12"/>
                  <a:pt x="20" y="14"/>
                  <a:pt x="17" y="17"/>
                </a:cubicBezTo>
                <a:cubicBezTo>
                  <a:pt x="14" y="20"/>
                  <a:pt x="12" y="23"/>
                  <a:pt x="12" y="28"/>
                </a:cubicBezTo>
                <a:cubicBezTo>
                  <a:pt x="12" y="106"/>
                  <a:pt x="12" y="106"/>
                  <a:pt x="12" y="106"/>
                </a:cubicBezTo>
                <a:cubicBezTo>
                  <a:pt x="12" y="110"/>
                  <a:pt x="14" y="114"/>
                  <a:pt x="17" y="117"/>
                </a:cubicBezTo>
                <a:cubicBezTo>
                  <a:pt x="20" y="120"/>
                  <a:pt x="23" y="121"/>
                  <a:pt x="27" y="121"/>
                </a:cubicBezTo>
                <a:cubicBezTo>
                  <a:pt x="106" y="121"/>
                  <a:pt x="106" y="121"/>
                  <a:pt x="106" y="121"/>
                </a:cubicBezTo>
                <a:cubicBezTo>
                  <a:pt x="110" y="121"/>
                  <a:pt x="114" y="120"/>
                  <a:pt x="117" y="117"/>
                </a:cubicBezTo>
                <a:cubicBezTo>
                  <a:pt x="120" y="114"/>
                  <a:pt x="121" y="110"/>
                  <a:pt x="121" y="106"/>
                </a:cubicBezTo>
                <a:cubicBezTo>
                  <a:pt x="121" y="28"/>
                  <a:pt x="121" y="28"/>
                  <a:pt x="121" y="28"/>
                </a:cubicBezTo>
                <a:cubicBezTo>
                  <a:pt x="121" y="23"/>
                  <a:pt x="120" y="20"/>
                  <a:pt x="117" y="17"/>
                </a:cubicBezTo>
                <a:cubicBezTo>
                  <a:pt x="114" y="14"/>
                  <a:pt x="110" y="12"/>
                  <a:pt x="106" y="1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45" name="Freeform 147"/>
          <p:cNvSpPr>
            <a:spLocks noEditPoints="1"/>
          </p:cNvSpPr>
          <p:nvPr/>
        </p:nvSpPr>
        <p:spPr bwMode="auto">
          <a:xfrm>
            <a:off x="8210636" y="2680180"/>
            <a:ext cx="175049" cy="205304"/>
          </a:xfrm>
          <a:custGeom>
            <a:avLst/>
            <a:gdLst>
              <a:gd name="T0" fmla="*/ 110 w 121"/>
              <a:gd name="T1" fmla="*/ 0 h 143"/>
              <a:gd name="T2" fmla="*/ 114 w 121"/>
              <a:gd name="T3" fmla="*/ 1 h 143"/>
              <a:gd name="T4" fmla="*/ 119 w 121"/>
              <a:gd name="T5" fmla="*/ 5 h 143"/>
              <a:gd name="T6" fmla="*/ 121 w 121"/>
              <a:gd name="T7" fmla="*/ 11 h 143"/>
              <a:gd name="T8" fmla="*/ 121 w 121"/>
              <a:gd name="T9" fmla="*/ 133 h 143"/>
              <a:gd name="T10" fmla="*/ 119 w 121"/>
              <a:gd name="T11" fmla="*/ 139 h 143"/>
              <a:gd name="T12" fmla="*/ 114 w 121"/>
              <a:gd name="T13" fmla="*/ 143 h 143"/>
              <a:gd name="T14" fmla="*/ 110 w 121"/>
              <a:gd name="T15" fmla="*/ 143 h 143"/>
              <a:gd name="T16" fmla="*/ 102 w 121"/>
              <a:gd name="T17" fmla="*/ 140 h 143"/>
              <a:gd name="T18" fmla="*/ 60 w 121"/>
              <a:gd name="T19" fmla="*/ 100 h 143"/>
              <a:gd name="T20" fmla="*/ 19 w 121"/>
              <a:gd name="T21" fmla="*/ 140 h 143"/>
              <a:gd name="T22" fmla="*/ 11 w 121"/>
              <a:gd name="T23" fmla="*/ 143 h 143"/>
              <a:gd name="T24" fmla="*/ 7 w 121"/>
              <a:gd name="T25" fmla="*/ 143 h 143"/>
              <a:gd name="T26" fmla="*/ 2 w 121"/>
              <a:gd name="T27" fmla="*/ 139 h 143"/>
              <a:gd name="T28" fmla="*/ 0 w 121"/>
              <a:gd name="T29" fmla="*/ 133 h 143"/>
              <a:gd name="T30" fmla="*/ 0 w 121"/>
              <a:gd name="T31" fmla="*/ 11 h 143"/>
              <a:gd name="T32" fmla="*/ 2 w 121"/>
              <a:gd name="T33" fmla="*/ 5 h 143"/>
              <a:gd name="T34" fmla="*/ 7 w 121"/>
              <a:gd name="T35" fmla="*/ 1 h 143"/>
              <a:gd name="T36" fmla="*/ 11 w 121"/>
              <a:gd name="T37" fmla="*/ 0 h 143"/>
              <a:gd name="T38" fmla="*/ 110 w 121"/>
              <a:gd name="T39" fmla="*/ 0 h 143"/>
              <a:gd name="T40" fmla="*/ 109 w 121"/>
              <a:gd name="T41" fmla="*/ 12 h 143"/>
              <a:gd name="T42" fmla="*/ 12 w 121"/>
              <a:gd name="T43" fmla="*/ 12 h 143"/>
              <a:gd name="T44" fmla="*/ 12 w 121"/>
              <a:gd name="T45" fmla="*/ 130 h 143"/>
              <a:gd name="T46" fmla="*/ 52 w 121"/>
              <a:gd name="T47" fmla="*/ 91 h 143"/>
              <a:gd name="T48" fmla="*/ 60 w 121"/>
              <a:gd name="T49" fmla="*/ 83 h 143"/>
              <a:gd name="T50" fmla="*/ 69 w 121"/>
              <a:gd name="T51" fmla="*/ 91 h 143"/>
              <a:gd name="T52" fmla="*/ 109 w 121"/>
              <a:gd name="T53" fmla="*/ 130 h 143"/>
              <a:gd name="T54" fmla="*/ 109 w 121"/>
              <a:gd name="T55" fmla="*/ 12 h 1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121" h="143">
                <a:moveTo>
                  <a:pt x="110" y="0"/>
                </a:moveTo>
                <a:cubicBezTo>
                  <a:pt x="111" y="0"/>
                  <a:pt x="113" y="1"/>
                  <a:pt x="114" y="1"/>
                </a:cubicBezTo>
                <a:cubicBezTo>
                  <a:pt x="116" y="2"/>
                  <a:pt x="118" y="3"/>
                  <a:pt x="119" y="5"/>
                </a:cubicBezTo>
                <a:cubicBezTo>
                  <a:pt x="120" y="7"/>
                  <a:pt x="121" y="9"/>
                  <a:pt x="121" y="11"/>
                </a:cubicBezTo>
                <a:cubicBezTo>
                  <a:pt x="121" y="133"/>
                  <a:pt x="121" y="133"/>
                  <a:pt x="121" y="133"/>
                </a:cubicBezTo>
                <a:cubicBezTo>
                  <a:pt x="121" y="135"/>
                  <a:pt x="120" y="137"/>
                  <a:pt x="119" y="139"/>
                </a:cubicBezTo>
                <a:cubicBezTo>
                  <a:pt x="118" y="140"/>
                  <a:pt x="116" y="142"/>
                  <a:pt x="114" y="143"/>
                </a:cubicBezTo>
                <a:cubicBezTo>
                  <a:pt x="113" y="143"/>
                  <a:pt x="112" y="143"/>
                  <a:pt x="110" y="143"/>
                </a:cubicBezTo>
                <a:cubicBezTo>
                  <a:pt x="107" y="143"/>
                  <a:pt x="104" y="142"/>
                  <a:pt x="102" y="140"/>
                </a:cubicBezTo>
                <a:cubicBezTo>
                  <a:pt x="60" y="100"/>
                  <a:pt x="60" y="100"/>
                  <a:pt x="60" y="100"/>
                </a:cubicBezTo>
                <a:cubicBezTo>
                  <a:pt x="19" y="140"/>
                  <a:pt x="19" y="140"/>
                  <a:pt x="19" y="140"/>
                </a:cubicBezTo>
                <a:cubicBezTo>
                  <a:pt x="16" y="142"/>
                  <a:pt x="14" y="143"/>
                  <a:pt x="11" y="143"/>
                </a:cubicBezTo>
                <a:cubicBezTo>
                  <a:pt x="9" y="143"/>
                  <a:pt x="8" y="143"/>
                  <a:pt x="7" y="143"/>
                </a:cubicBezTo>
                <a:cubicBezTo>
                  <a:pt x="5" y="142"/>
                  <a:pt x="3" y="140"/>
                  <a:pt x="2" y="139"/>
                </a:cubicBezTo>
                <a:cubicBezTo>
                  <a:pt x="1" y="137"/>
                  <a:pt x="0" y="135"/>
                  <a:pt x="0" y="133"/>
                </a:cubicBezTo>
                <a:cubicBezTo>
                  <a:pt x="0" y="11"/>
                  <a:pt x="0" y="11"/>
                  <a:pt x="0" y="11"/>
                </a:cubicBezTo>
                <a:cubicBezTo>
                  <a:pt x="0" y="9"/>
                  <a:pt x="1" y="7"/>
                  <a:pt x="2" y="5"/>
                </a:cubicBezTo>
                <a:cubicBezTo>
                  <a:pt x="3" y="3"/>
                  <a:pt x="5" y="2"/>
                  <a:pt x="7" y="1"/>
                </a:cubicBezTo>
                <a:cubicBezTo>
                  <a:pt x="8" y="1"/>
                  <a:pt x="9" y="0"/>
                  <a:pt x="11" y="0"/>
                </a:cubicBezTo>
                <a:lnTo>
                  <a:pt x="110" y="0"/>
                </a:lnTo>
                <a:close/>
                <a:moveTo>
                  <a:pt x="109" y="12"/>
                </a:moveTo>
                <a:cubicBezTo>
                  <a:pt x="12" y="12"/>
                  <a:pt x="12" y="12"/>
                  <a:pt x="12" y="12"/>
                </a:cubicBezTo>
                <a:cubicBezTo>
                  <a:pt x="12" y="130"/>
                  <a:pt x="12" y="130"/>
                  <a:pt x="12" y="130"/>
                </a:cubicBezTo>
                <a:cubicBezTo>
                  <a:pt x="52" y="91"/>
                  <a:pt x="52" y="91"/>
                  <a:pt x="52" y="91"/>
                </a:cubicBezTo>
                <a:cubicBezTo>
                  <a:pt x="60" y="83"/>
                  <a:pt x="60" y="83"/>
                  <a:pt x="60" y="83"/>
                </a:cubicBezTo>
                <a:cubicBezTo>
                  <a:pt x="69" y="91"/>
                  <a:pt x="69" y="91"/>
                  <a:pt x="69" y="91"/>
                </a:cubicBezTo>
                <a:cubicBezTo>
                  <a:pt x="109" y="130"/>
                  <a:pt x="109" y="130"/>
                  <a:pt x="109" y="130"/>
                </a:cubicBezTo>
                <a:lnTo>
                  <a:pt x="109" y="1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46" name="Freeform 148"/>
          <p:cNvSpPr>
            <a:spLocks noEditPoints="1"/>
          </p:cNvSpPr>
          <p:nvPr/>
        </p:nvSpPr>
        <p:spPr bwMode="auto">
          <a:xfrm>
            <a:off x="8444032" y="2680180"/>
            <a:ext cx="209627" cy="209627"/>
          </a:xfrm>
          <a:custGeom>
            <a:avLst/>
            <a:gdLst>
              <a:gd name="T0" fmla="*/ 146 w 146"/>
              <a:gd name="T1" fmla="*/ 118 h 146"/>
              <a:gd name="T2" fmla="*/ 118 w 146"/>
              <a:gd name="T3" fmla="*/ 146 h 146"/>
              <a:gd name="T4" fmla="*/ 8 w 146"/>
              <a:gd name="T5" fmla="*/ 138 h 146"/>
              <a:gd name="T6" fmla="*/ 0 w 146"/>
              <a:gd name="T7" fmla="*/ 28 h 146"/>
              <a:gd name="T8" fmla="*/ 28 w 146"/>
              <a:gd name="T9" fmla="*/ 0 h 146"/>
              <a:gd name="T10" fmla="*/ 138 w 146"/>
              <a:gd name="T11" fmla="*/ 8 h 146"/>
              <a:gd name="T12" fmla="*/ 121 w 146"/>
              <a:gd name="T13" fmla="*/ 101 h 146"/>
              <a:gd name="T14" fmla="*/ 118 w 146"/>
              <a:gd name="T15" fmla="*/ 97 h 146"/>
              <a:gd name="T16" fmla="*/ 104 w 146"/>
              <a:gd name="T17" fmla="*/ 89 h 146"/>
              <a:gd name="T18" fmla="*/ 100 w 146"/>
              <a:gd name="T19" fmla="*/ 87 h 146"/>
              <a:gd name="T20" fmla="*/ 94 w 146"/>
              <a:gd name="T21" fmla="*/ 89 h 146"/>
              <a:gd name="T22" fmla="*/ 84 w 146"/>
              <a:gd name="T23" fmla="*/ 99 h 146"/>
              <a:gd name="T24" fmla="*/ 81 w 146"/>
              <a:gd name="T25" fmla="*/ 98 h 146"/>
              <a:gd name="T26" fmla="*/ 78 w 146"/>
              <a:gd name="T27" fmla="*/ 96 h 146"/>
              <a:gd name="T28" fmla="*/ 50 w 146"/>
              <a:gd name="T29" fmla="*/ 68 h 146"/>
              <a:gd name="T30" fmla="*/ 48 w 146"/>
              <a:gd name="T31" fmla="*/ 65 h 146"/>
              <a:gd name="T32" fmla="*/ 47 w 146"/>
              <a:gd name="T33" fmla="*/ 62 h 146"/>
              <a:gd name="T34" fmla="*/ 54 w 146"/>
              <a:gd name="T35" fmla="*/ 55 h 146"/>
              <a:gd name="T36" fmla="*/ 60 w 146"/>
              <a:gd name="T37" fmla="*/ 48 h 146"/>
              <a:gd name="T38" fmla="*/ 58 w 146"/>
              <a:gd name="T39" fmla="*/ 44 h 146"/>
              <a:gd name="T40" fmla="*/ 55 w 146"/>
              <a:gd name="T41" fmla="*/ 39 h 146"/>
              <a:gd name="T42" fmla="*/ 50 w 146"/>
              <a:gd name="T43" fmla="*/ 30 h 146"/>
              <a:gd name="T44" fmla="*/ 47 w 146"/>
              <a:gd name="T45" fmla="*/ 25 h 146"/>
              <a:gd name="T46" fmla="*/ 35 w 146"/>
              <a:gd name="T47" fmla="*/ 27 h 146"/>
              <a:gd name="T48" fmla="*/ 25 w 146"/>
              <a:gd name="T49" fmla="*/ 48 h 146"/>
              <a:gd name="T50" fmla="*/ 25 w 146"/>
              <a:gd name="T51" fmla="*/ 54 h 146"/>
              <a:gd name="T52" fmla="*/ 27 w 146"/>
              <a:gd name="T53" fmla="*/ 60 h 146"/>
              <a:gd name="T54" fmla="*/ 29 w 146"/>
              <a:gd name="T55" fmla="*/ 66 h 146"/>
              <a:gd name="T56" fmla="*/ 80 w 146"/>
              <a:gd name="T57" fmla="*/ 117 h 146"/>
              <a:gd name="T58" fmla="*/ 86 w 146"/>
              <a:gd name="T59" fmla="*/ 119 h 146"/>
              <a:gd name="T60" fmla="*/ 92 w 146"/>
              <a:gd name="T61" fmla="*/ 121 h 146"/>
              <a:gd name="T62" fmla="*/ 98 w 146"/>
              <a:gd name="T63" fmla="*/ 121 h 146"/>
              <a:gd name="T64" fmla="*/ 119 w 146"/>
              <a:gd name="T65" fmla="*/ 111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46" h="146">
                <a:moveTo>
                  <a:pt x="146" y="28"/>
                </a:moveTo>
                <a:cubicBezTo>
                  <a:pt x="146" y="118"/>
                  <a:pt x="146" y="118"/>
                  <a:pt x="146" y="118"/>
                </a:cubicBezTo>
                <a:cubicBezTo>
                  <a:pt x="146" y="126"/>
                  <a:pt x="143" y="132"/>
                  <a:pt x="138" y="138"/>
                </a:cubicBezTo>
                <a:cubicBezTo>
                  <a:pt x="132" y="143"/>
                  <a:pt x="126" y="146"/>
                  <a:pt x="118" y="146"/>
                </a:cubicBezTo>
                <a:cubicBezTo>
                  <a:pt x="28" y="146"/>
                  <a:pt x="28" y="146"/>
                  <a:pt x="28" y="146"/>
                </a:cubicBezTo>
                <a:cubicBezTo>
                  <a:pt x="20" y="146"/>
                  <a:pt x="14" y="143"/>
                  <a:pt x="8" y="138"/>
                </a:cubicBezTo>
                <a:cubicBezTo>
                  <a:pt x="3" y="132"/>
                  <a:pt x="0" y="126"/>
                  <a:pt x="0" y="118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0"/>
                  <a:pt x="3" y="14"/>
                  <a:pt x="8" y="8"/>
                </a:cubicBezTo>
                <a:cubicBezTo>
                  <a:pt x="14" y="3"/>
                  <a:pt x="20" y="0"/>
                  <a:pt x="28" y="0"/>
                </a:cubicBezTo>
                <a:cubicBezTo>
                  <a:pt x="118" y="0"/>
                  <a:pt x="118" y="0"/>
                  <a:pt x="118" y="0"/>
                </a:cubicBezTo>
                <a:cubicBezTo>
                  <a:pt x="126" y="0"/>
                  <a:pt x="132" y="3"/>
                  <a:pt x="138" y="8"/>
                </a:cubicBezTo>
                <a:cubicBezTo>
                  <a:pt x="143" y="14"/>
                  <a:pt x="146" y="20"/>
                  <a:pt x="146" y="28"/>
                </a:cubicBezTo>
                <a:close/>
                <a:moveTo>
                  <a:pt x="121" y="101"/>
                </a:moveTo>
                <a:cubicBezTo>
                  <a:pt x="121" y="100"/>
                  <a:pt x="121" y="100"/>
                  <a:pt x="121" y="100"/>
                </a:cubicBezTo>
                <a:cubicBezTo>
                  <a:pt x="121" y="99"/>
                  <a:pt x="120" y="98"/>
                  <a:pt x="118" y="97"/>
                </a:cubicBezTo>
                <a:cubicBezTo>
                  <a:pt x="115" y="95"/>
                  <a:pt x="113" y="94"/>
                  <a:pt x="109" y="92"/>
                </a:cubicBezTo>
                <a:cubicBezTo>
                  <a:pt x="104" y="89"/>
                  <a:pt x="104" y="89"/>
                  <a:pt x="104" y="89"/>
                </a:cubicBezTo>
                <a:cubicBezTo>
                  <a:pt x="104" y="89"/>
                  <a:pt x="103" y="89"/>
                  <a:pt x="102" y="88"/>
                </a:cubicBezTo>
                <a:cubicBezTo>
                  <a:pt x="102" y="87"/>
                  <a:pt x="101" y="87"/>
                  <a:pt x="100" y="87"/>
                </a:cubicBezTo>
                <a:cubicBezTo>
                  <a:pt x="99" y="86"/>
                  <a:pt x="99" y="86"/>
                  <a:pt x="98" y="86"/>
                </a:cubicBezTo>
                <a:cubicBezTo>
                  <a:pt x="97" y="86"/>
                  <a:pt x="96" y="87"/>
                  <a:pt x="94" y="89"/>
                </a:cubicBezTo>
                <a:cubicBezTo>
                  <a:pt x="92" y="91"/>
                  <a:pt x="90" y="93"/>
                  <a:pt x="88" y="95"/>
                </a:cubicBezTo>
                <a:cubicBezTo>
                  <a:pt x="87" y="98"/>
                  <a:pt x="85" y="99"/>
                  <a:pt x="84" y="99"/>
                </a:cubicBezTo>
                <a:cubicBezTo>
                  <a:pt x="84" y="99"/>
                  <a:pt x="83" y="98"/>
                  <a:pt x="83" y="98"/>
                </a:cubicBezTo>
                <a:cubicBezTo>
                  <a:pt x="82" y="98"/>
                  <a:pt x="82" y="98"/>
                  <a:pt x="81" y="98"/>
                </a:cubicBezTo>
                <a:cubicBezTo>
                  <a:pt x="81" y="97"/>
                  <a:pt x="80" y="97"/>
                  <a:pt x="80" y="97"/>
                </a:cubicBezTo>
                <a:cubicBezTo>
                  <a:pt x="79" y="96"/>
                  <a:pt x="78" y="96"/>
                  <a:pt x="78" y="96"/>
                </a:cubicBezTo>
                <a:cubicBezTo>
                  <a:pt x="72" y="92"/>
                  <a:pt x="67" y="88"/>
                  <a:pt x="62" y="84"/>
                </a:cubicBezTo>
                <a:cubicBezTo>
                  <a:pt x="58" y="79"/>
                  <a:pt x="54" y="74"/>
                  <a:pt x="50" y="68"/>
                </a:cubicBezTo>
                <a:cubicBezTo>
                  <a:pt x="50" y="68"/>
                  <a:pt x="50" y="67"/>
                  <a:pt x="49" y="67"/>
                </a:cubicBezTo>
                <a:cubicBezTo>
                  <a:pt x="49" y="66"/>
                  <a:pt x="49" y="65"/>
                  <a:pt x="48" y="65"/>
                </a:cubicBezTo>
                <a:cubicBezTo>
                  <a:pt x="48" y="65"/>
                  <a:pt x="48" y="64"/>
                  <a:pt x="48" y="63"/>
                </a:cubicBezTo>
                <a:cubicBezTo>
                  <a:pt x="48" y="63"/>
                  <a:pt x="47" y="62"/>
                  <a:pt x="47" y="62"/>
                </a:cubicBezTo>
                <a:cubicBezTo>
                  <a:pt x="47" y="61"/>
                  <a:pt x="48" y="60"/>
                  <a:pt x="49" y="59"/>
                </a:cubicBezTo>
                <a:cubicBezTo>
                  <a:pt x="51" y="57"/>
                  <a:pt x="52" y="56"/>
                  <a:pt x="54" y="55"/>
                </a:cubicBezTo>
                <a:cubicBezTo>
                  <a:pt x="55" y="54"/>
                  <a:pt x="57" y="53"/>
                  <a:pt x="58" y="51"/>
                </a:cubicBezTo>
                <a:cubicBezTo>
                  <a:pt x="59" y="50"/>
                  <a:pt x="60" y="49"/>
                  <a:pt x="60" y="48"/>
                </a:cubicBezTo>
                <a:cubicBezTo>
                  <a:pt x="60" y="47"/>
                  <a:pt x="60" y="47"/>
                  <a:pt x="59" y="46"/>
                </a:cubicBezTo>
                <a:cubicBezTo>
                  <a:pt x="59" y="45"/>
                  <a:pt x="59" y="44"/>
                  <a:pt x="58" y="44"/>
                </a:cubicBezTo>
                <a:cubicBezTo>
                  <a:pt x="57" y="43"/>
                  <a:pt x="57" y="42"/>
                  <a:pt x="57" y="42"/>
                </a:cubicBezTo>
                <a:cubicBezTo>
                  <a:pt x="57" y="41"/>
                  <a:pt x="56" y="40"/>
                  <a:pt x="55" y="39"/>
                </a:cubicBezTo>
                <a:cubicBezTo>
                  <a:pt x="55" y="38"/>
                  <a:pt x="54" y="36"/>
                  <a:pt x="53" y="35"/>
                </a:cubicBezTo>
                <a:cubicBezTo>
                  <a:pt x="52" y="33"/>
                  <a:pt x="51" y="32"/>
                  <a:pt x="50" y="30"/>
                </a:cubicBezTo>
                <a:cubicBezTo>
                  <a:pt x="50" y="29"/>
                  <a:pt x="49" y="27"/>
                  <a:pt x="48" y="26"/>
                </a:cubicBezTo>
                <a:cubicBezTo>
                  <a:pt x="47" y="25"/>
                  <a:pt x="47" y="25"/>
                  <a:pt x="47" y="25"/>
                </a:cubicBezTo>
                <a:cubicBezTo>
                  <a:pt x="46" y="25"/>
                  <a:pt x="46" y="25"/>
                  <a:pt x="45" y="25"/>
                </a:cubicBezTo>
                <a:cubicBezTo>
                  <a:pt x="42" y="25"/>
                  <a:pt x="39" y="25"/>
                  <a:pt x="35" y="27"/>
                </a:cubicBezTo>
                <a:cubicBezTo>
                  <a:pt x="33" y="28"/>
                  <a:pt x="30" y="31"/>
                  <a:pt x="28" y="36"/>
                </a:cubicBezTo>
                <a:cubicBezTo>
                  <a:pt x="26" y="40"/>
                  <a:pt x="25" y="44"/>
                  <a:pt x="25" y="48"/>
                </a:cubicBezTo>
                <a:cubicBezTo>
                  <a:pt x="25" y="49"/>
                  <a:pt x="25" y="50"/>
                  <a:pt x="25" y="51"/>
                </a:cubicBezTo>
                <a:cubicBezTo>
                  <a:pt x="25" y="52"/>
                  <a:pt x="25" y="53"/>
                  <a:pt x="25" y="54"/>
                </a:cubicBezTo>
                <a:cubicBezTo>
                  <a:pt x="26" y="55"/>
                  <a:pt x="26" y="56"/>
                  <a:pt x="26" y="57"/>
                </a:cubicBezTo>
                <a:cubicBezTo>
                  <a:pt x="27" y="58"/>
                  <a:pt x="27" y="59"/>
                  <a:pt x="27" y="60"/>
                </a:cubicBezTo>
                <a:cubicBezTo>
                  <a:pt x="27" y="60"/>
                  <a:pt x="28" y="62"/>
                  <a:pt x="28" y="63"/>
                </a:cubicBezTo>
                <a:cubicBezTo>
                  <a:pt x="29" y="65"/>
                  <a:pt x="29" y="65"/>
                  <a:pt x="29" y="66"/>
                </a:cubicBezTo>
                <a:cubicBezTo>
                  <a:pt x="33" y="76"/>
                  <a:pt x="40" y="86"/>
                  <a:pt x="50" y="96"/>
                </a:cubicBezTo>
                <a:cubicBezTo>
                  <a:pt x="60" y="106"/>
                  <a:pt x="70" y="113"/>
                  <a:pt x="80" y="117"/>
                </a:cubicBezTo>
                <a:cubicBezTo>
                  <a:pt x="81" y="117"/>
                  <a:pt x="82" y="117"/>
                  <a:pt x="83" y="118"/>
                </a:cubicBezTo>
                <a:cubicBezTo>
                  <a:pt x="85" y="118"/>
                  <a:pt x="86" y="119"/>
                  <a:pt x="86" y="119"/>
                </a:cubicBezTo>
                <a:cubicBezTo>
                  <a:pt x="87" y="119"/>
                  <a:pt x="88" y="119"/>
                  <a:pt x="89" y="120"/>
                </a:cubicBezTo>
                <a:cubicBezTo>
                  <a:pt x="90" y="120"/>
                  <a:pt x="91" y="120"/>
                  <a:pt x="92" y="121"/>
                </a:cubicBezTo>
                <a:cubicBezTo>
                  <a:pt x="93" y="121"/>
                  <a:pt x="94" y="121"/>
                  <a:pt x="95" y="121"/>
                </a:cubicBezTo>
                <a:cubicBezTo>
                  <a:pt x="96" y="121"/>
                  <a:pt x="97" y="121"/>
                  <a:pt x="98" y="121"/>
                </a:cubicBezTo>
                <a:cubicBezTo>
                  <a:pt x="102" y="121"/>
                  <a:pt x="106" y="120"/>
                  <a:pt x="110" y="118"/>
                </a:cubicBezTo>
                <a:cubicBezTo>
                  <a:pt x="115" y="116"/>
                  <a:pt x="118" y="113"/>
                  <a:pt x="119" y="111"/>
                </a:cubicBezTo>
                <a:cubicBezTo>
                  <a:pt x="121" y="107"/>
                  <a:pt x="121" y="104"/>
                  <a:pt x="121" y="10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47" name="Freeform 149"/>
          <p:cNvSpPr>
            <a:spLocks/>
          </p:cNvSpPr>
          <p:nvPr/>
        </p:nvSpPr>
        <p:spPr bwMode="auto">
          <a:xfrm>
            <a:off x="8718493" y="2697469"/>
            <a:ext cx="211788" cy="175049"/>
          </a:xfrm>
          <a:custGeom>
            <a:avLst/>
            <a:gdLst>
              <a:gd name="T0" fmla="*/ 149 w 149"/>
              <a:gd name="T1" fmla="*/ 15 h 121"/>
              <a:gd name="T2" fmla="*/ 134 w 149"/>
              <a:gd name="T3" fmla="*/ 31 h 121"/>
              <a:gd name="T4" fmla="*/ 134 w 149"/>
              <a:gd name="T5" fmla="*/ 35 h 121"/>
              <a:gd name="T6" fmla="*/ 131 w 149"/>
              <a:gd name="T7" fmla="*/ 59 h 121"/>
              <a:gd name="T8" fmla="*/ 120 w 149"/>
              <a:gd name="T9" fmla="*/ 83 h 121"/>
              <a:gd name="T10" fmla="*/ 102 w 149"/>
              <a:gd name="T11" fmla="*/ 103 h 121"/>
              <a:gd name="T12" fmla="*/ 78 w 149"/>
              <a:gd name="T13" fmla="*/ 116 h 121"/>
              <a:gd name="T14" fmla="*/ 47 w 149"/>
              <a:gd name="T15" fmla="*/ 121 h 121"/>
              <a:gd name="T16" fmla="*/ 0 w 149"/>
              <a:gd name="T17" fmla="*/ 108 h 121"/>
              <a:gd name="T18" fmla="*/ 8 w 149"/>
              <a:gd name="T19" fmla="*/ 108 h 121"/>
              <a:gd name="T20" fmla="*/ 46 w 149"/>
              <a:gd name="T21" fmla="*/ 95 h 121"/>
              <a:gd name="T22" fmla="*/ 28 w 149"/>
              <a:gd name="T23" fmla="*/ 89 h 121"/>
              <a:gd name="T24" fmla="*/ 17 w 149"/>
              <a:gd name="T25" fmla="*/ 74 h 121"/>
              <a:gd name="T26" fmla="*/ 23 w 149"/>
              <a:gd name="T27" fmla="*/ 74 h 121"/>
              <a:gd name="T28" fmla="*/ 31 w 149"/>
              <a:gd name="T29" fmla="*/ 73 h 121"/>
              <a:gd name="T30" fmla="*/ 13 w 149"/>
              <a:gd name="T31" fmla="*/ 63 h 121"/>
              <a:gd name="T32" fmla="*/ 6 w 149"/>
              <a:gd name="T33" fmla="*/ 43 h 121"/>
              <a:gd name="T34" fmla="*/ 6 w 149"/>
              <a:gd name="T35" fmla="*/ 43 h 121"/>
              <a:gd name="T36" fmla="*/ 20 w 149"/>
              <a:gd name="T37" fmla="*/ 47 h 121"/>
              <a:gd name="T38" fmla="*/ 10 w 149"/>
              <a:gd name="T39" fmla="*/ 36 h 121"/>
              <a:gd name="T40" fmla="*/ 7 w 149"/>
              <a:gd name="T41" fmla="*/ 21 h 121"/>
              <a:gd name="T42" fmla="*/ 11 w 149"/>
              <a:gd name="T43" fmla="*/ 6 h 121"/>
              <a:gd name="T44" fmla="*/ 39 w 149"/>
              <a:gd name="T45" fmla="*/ 29 h 121"/>
              <a:gd name="T46" fmla="*/ 74 w 149"/>
              <a:gd name="T47" fmla="*/ 38 h 121"/>
              <a:gd name="T48" fmla="*/ 73 w 149"/>
              <a:gd name="T49" fmla="*/ 31 h 121"/>
              <a:gd name="T50" fmla="*/ 82 w 149"/>
              <a:gd name="T51" fmla="*/ 9 h 121"/>
              <a:gd name="T52" fmla="*/ 104 w 149"/>
              <a:gd name="T53" fmla="*/ 0 h 121"/>
              <a:gd name="T54" fmla="*/ 126 w 149"/>
              <a:gd name="T55" fmla="*/ 10 h 121"/>
              <a:gd name="T56" fmla="*/ 145 w 149"/>
              <a:gd name="T57" fmla="*/ 3 h 121"/>
              <a:gd name="T58" fmla="*/ 132 w 149"/>
              <a:gd name="T59" fmla="*/ 20 h 121"/>
              <a:gd name="T60" fmla="*/ 149 w 149"/>
              <a:gd name="T61" fmla="*/ 15 h 1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49" h="121">
                <a:moveTo>
                  <a:pt x="149" y="15"/>
                </a:moveTo>
                <a:cubicBezTo>
                  <a:pt x="145" y="21"/>
                  <a:pt x="140" y="26"/>
                  <a:pt x="134" y="31"/>
                </a:cubicBezTo>
                <a:cubicBezTo>
                  <a:pt x="134" y="31"/>
                  <a:pt x="134" y="33"/>
                  <a:pt x="134" y="35"/>
                </a:cubicBezTo>
                <a:cubicBezTo>
                  <a:pt x="134" y="43"/>
                  <a:pt x="133" y="51"/>
                  <a:pt x="131" y="59"/>
                </a:cubicBezTo>
                <a:cubicBezTo>
                  <a:pt x="128" y="67"/>
                  <a:pt x="125" y="75"/>
                  <a:pt x="120" y="83"/>
                </a:cubicBezTo>
                <a:cubicBezTo>
                  <a:pt x="115" y="90"/>
                  <a:pt x="109" y="97"/>
                  <a:pt x="102" y="103"/>
                </a:cubicBezTo>
                <a:cubicBezTo>
                  <a:pt x="95" y="108"/>
                  <a:pt x="87" y="113"/>
                  <a:pt x="78" y="116"/>
                </a:cubicBezTo>
                <a:cubicBezTo>
                  <a:pt x="68" y="120"/>
                  <a:pt x="58" y="121"/>
                  <a:pt x="47" y="121"/>
                </a:cubicBezTo>
                <a:cubicBezTo>
                  <a:pt x="30" y="121"/>
                  <a:pt x="15" y="117"/>
                  <a:pt x="0" y="108"/>
                </a:cubicBezTo>
                <a:cubicBezTo>
                  <a:pt x="3" y="108"/>
                  <a:pt x="5" y="108"/>
                  <a:pt x="8" y="108"/>
                </a:cubicBezTo>
                <a:cubicBezTo>
                  <a:pt x="22" y="108"/>
                  <a:pt x="35" y="104"/>
                  <a:pt x="46" y="95"/>
                </a:cubicBezTo>
                <a:cubicBezTo>
                  <a:pt x="39" y="95"/>
                  <a:pt x="33" y="93"/>
                  <a:pt x="28" y="89"/>
                </a:cubicBezTo>
                <a:cubicBezTo>
                  <a:pt x="23" y="85"/>
                  <a:pt x="19" y="80"/>
                  <a:pt x="17" y="74"/>
                </a:cubicBezTo>
                <a:cubicBezTo>
                  <a:pt x="19" y="74"/>
                  <a:pt x="21" y="74"/>
                  <a:pt x="23" y="74"/>
                </a:cubicBezTo>
                <a:cubicBezTo>
                  <a:pt x="26" y="74"/>
                  <a:pt x="28" y="74"/>
                  <a:pt x="31" y="73"/>
                </a:cubicBezTo>
                <a:cubicBezTo>
                  <a:pt x="24" y="72"/>
                  <a:pt x="18" y="68"/>
                  <a:pt x="13" y="63"/>
                </a:cubicBezTo>
                <a:cubicBezTo>
                  <a:pt x="9" y="57"/>
                  <a:pt x="6" y="51"/>
                  <a:pt x="6" y="43"/>
                </a:cubicBezTo>
                <a:cubicBezTo>
                  <a:pt x="6" y="43"/>
                  <a:pt x="6" y="43"/>
                  <a:pt x="6" y="43"/>
                </a:cubicBezTo>
                <a:cubicBezTo>
                  <a:pt x="11" y="45"/>
                  <a:pt x="15" y="47"/>
                  <a:pt x="20" y="47"/>
                </a:cubicBezTo>
                <a:cubicBezTo>
                  <a:pt x="16" y="44"/>
                  <a:pt x="13" y="40"/>
                  <a:pt x="10" y="36"/>
                </a:cubicBezTo>
                <a:cubicBezTo>
                  <a:pt x="8" y="32"/>
                  <a:pt x="7" y="27"/>
                  <a:pt x="7" y="21"/>
                </a:cubicBezTo>
                <a:cubicBezTo>
                  <a:pt x="7" y="16"/>
                  <a:pt x="8" y="11"/>
                  <a:pt x="11" y="6"/>
                </a:cubicBezTo>
                <a:cubicBezTo>
                  <a:pt x="18" y="15"/>
                  <a:pt x="28" y="23"/>
                  <a:pt x="39" y="29"/>
                </a:cubicBezTo>
                <a:cubicBezTo>
                  <a:pt x="50" y="34"/>
                  <a:pt x="61" y="37"/>
                  <a:pt x="74" y="38"/>
                </a:cubicBezTo>
                <a:cubicBezTo>
                  <a:pt x="73" y="36"/>
                  <a:pt x="73" y="33"/>
                  <a:pt x="73" y="31"/>
                </a:cubicBezTo>
                <a:cubicBezTo>
                  <a:pt x="73" y="23"/>
                  <a:pt x="76" y="15"/>
                  <a:pt x="82" y="9"/>
                </a:cubicBezTo>
                <a:cubicBezTo>
                  <a:pt x="88" y="3"/>
                  <a:pt x="95" y="0"/>
                  <a:pt x="104" y="0"/>
                </a:cubicBezTo>
                <a:cubicBezTo>
                  <a:pt x="112" y="0"/>
                  <a:pt x="120" y="4"/>
                  <a:pt x="126" y="10"/>
                </a:cubicBezTo>
                <a:cubicBezTo>
                  <a:pt x="133" y="9"/>
                  <a:pt x="139" y="6"/>
                  <a:pt x="145" y="3"/>
                </a:cubicBezTo>
                <a:cubicBezTo>
                  <a:pt x="143" y="10"/>
                  <a:pt x="138" y="16"/>
                  <a:pt x="132" y="20"/>
                </a:cubicBezTo>
                <a:cubicBezTo>
                  <a:pt x="138" y="19"/>
                  <a:pt x="144" y="17"/>
                  <a:pt x="149" y="1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48" name="Freeform 150"/>
          <p:cNvSpPr>
            <a:spLocks/>
          </p:cNvSpPr>
          <p:nvPr/>
        </p:nvSpPr>
        <p:spPr bwMode="auto">
          <a:xfrm>
            <a:off x="9010239" y="2665051"/>
            <a:ext cx="116700" cy="224755"/>
          </a:xfrm>
          <a:custGeom>
            <a:avLst/>
            <a:gdLst>
              <a:gd name="T0" fmla="*/ 82 w 82"/>
              <a:gd name="T1" fmla="*/ 1 h 158"/>
              <a:gd name="T2" fmla="*/ 82 w 82"/>
              <a:gd name="T3" fmla="*/ 26 h 158"/>
              <a:gd name="T4" fmla="*/ 67 w 82"/>
              <a:gd name="T5" fmla="*/ 26 h 158"/>
              <a:gd name="T6" fmla="*/ 56 w 82"/>
              <a:gd name="T7" fmla="*/ 30 h 158"/>
              <a:gd name="T8" fmla="*/ 53 w 82"/>
              <a:gd name="T9" fmla="*/ 40 h 158"/>
              <a:gd name="T10" fmla="*/ 53 w 82"/>
              <a:gd name="T11" fmla="*/ 58 h 158"/>
              <a:gd name="T12" fmla="*/ 81 w 82"/>
              <a:gd name="T13" fmla="*/ 58 h 158"/>
              <a:gd name="T14" fmla="*/ 77 w 82"/>
              <a:gd name="T15" fmla="*/ 86 h 158"/>
              <a:gd name="T16" fmla="*/ 53 w 82"/>
              <a:gd name="T17" fmla="*/ 86 h 158"/>
              <a:gd name="T18" fmla="*/ 53 w 82"/>
              <a:gd name="T19" fmla="*/ 158 h 158"/>
              <a:gd name="T20" fmla="*/ 24 w 82"/>
              <a:gd name="T21" fmla="*/ 158 h 158"/>
              <a:gd name="T22" fmla="*/ 24 w 82"/>
              <a:gd name="T23" fmla="*/ 86 h 158"/>
              <a:gd name="T24" fmla="*/ 0 w 82"/>
              <a:gd name="T25" fmla="*/ 86 h 158"/>
              <a:gd name="T26" fmla="*/ 0 w 82"/>
              <a:gd name="T27" fmla="*/ 58 h 158"/>
              <a:gd name="T28" fmla="*/ 24 w 82"/>
              <a:gd name="T29" fmla="*/ 58 h 158"/>
              <a:gd name="T30" fmla="*/ 24 w 82"/>
              <a:gd name="T31" fmla="*/ 37 h 158"/>
              <a:gd name="T32" fmla="*/ 34 w 82"/>
              <a:gd name="T33" fmla="*/ 10 h 158"/>
              <a:gd name="T34" fmla="*/ 60 w 82"/>
              <a:gd name="T35" fmla="*/ 0 h 158"/>
              <a:gd name="T36" fmla="*/ 82 w 82"/>
              <a:gd name="T37" fmla="*/ 1 h 1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82" h="158">
                <a:moveTo>
                  <a:pt x="82" y="1"/>
                </a:moveTo>
                <a:cubicBezTo>
                  <a:pt x="82" y="26"/>
                  <a:pt x="82" y="26"/>
                  <a:pt x="82" y="26"/>
                </a:cubicBezTo>
                <a:cubicBezTo>
                  <a:pt x="67" y="26"/>
                  <a:pt x="67" y="26"/>
                  <a:pt x="67" y="26"/>
                </a:cubicBezTo>
                <a:cubicBezTo>
                  <a:pt x="62" y="26"/>
                  <a:pt x="58" y="27"/>
                  <a:pt x="56" y="30"/>
                </a:cubicBezTo>
                <a:cubicBezTo>
                  <a:pt x="54" y="32"/>
                  <a:pt x="53" y="35"/>
                  <a:pt x="53" y="40"/>
                </a:cubicBezTo>
                <a:cubicBezTo>
                  <a:pt x="53" y="58"/>
                  <a:pt x="53" y="58"/>
                  <a:pt x="53" y="58"/>
                </a:cubicBezTo>
                <a:cubicBezTo>
                  <a:pt x="81" y="58"/>
                  <a:pt x="81" y="58"/>
                  <a:pt x="81" y="58"/>
                </a:cubicBezTo>
                <a:cubicBezTo>
                  <a:pt x="77" y="86"/>
                  <a:pt x="77" y="86"/>
                  <a:pt x="77" y="86"/>
                </a:cubicBezTo>
                <a:cubicBezTo>
                  <a:pt x="53" y="86"/>
                  <a:pt x="53" y="86"/>
                  <a:pt x="53" y="86"/>
                </a:cubicBezTo>
                <a:cubicBezTo>
                  <a:pt x="53" y="158"/>
                  <a:pt x="53" y="158"/>
                  <a:pt x="53" y="158"/>
                </a:cubicBezTo>
                <a:cubicBezTo>
                  <a:pt x="24" y="158"/>
                  <a:pt x="24" y="158"/>
                  <a:pt x="24" y="158"/>
                </a:cubicBezTo>
                <a:cubicBezTo>
                  <a:pt x="24" y="86"/>
                  <a:pt x="24" y="86"/>
                  <a:pt x="24" y="86"/>
                </a:cubicBezTo>
                <a:cubicBezTo>
                  <a:pt x="0" y="86"/>
                  <a:pt x="0" y="86"/>
                  <a:pt x="0" y="86"/>
                </a:cubicBezTo>
                <a:cubicBezTo>
                  <a:pt x="0" y="58"/>
                  <a:pt x="0" y="58"/>
                  <a:pt x="0" y="58"/>
                </a:cubicBezTo>
                <a:cubicBezTo>
                  <a:pt x="24" y="58"/>
                  <a:pt x="24" y="58"/>
                  <a:pt x="24" y="58"/>
                </a:cubicBezTo>
                <a:cubicBezTo>
                  <a:pt x="24" y="37"/>
                  <a:pt x="24" y="37"/>
                  <a:pt x="24" y="37"/>
                </a:cubicBezTo>
                <a:cubicBezTo>
                  <a:pt x="24" y="25"/>
                  <a:pt x="27" y="16"/>
                  <a:pt x="34" y="10"/>
                </a:cubicBezTo>
                <a:cubicBezTo>
                  <a:pt x="41" y="3"/>
                  <a:pt x="49" y="0"/>
                  <a:pt x="60" y="0"/>
                </a:cubicBezTo>
                <a:cubicBezTo>
                  <a:pt x="69" y="0"/>
                  <a:pt x="77" y="1"/>
                  <a:pt x="82" y="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49" name="Freeform 151"/>
          <p:cNvSpPr>
            <a:spLocks/>
          </p:cNvSpPr>
          <p:nvPr/>
        </p:nvSpPr>
        <p:spPr bwMode="auto">
          <a:xfrm>
            <a:off x="9193932" y="2680180"/>
            <a:ext cx="209627" cy="205304"/>
          </a:xfrm>
          <a:custGeom>
            <a:avLst/>
            <a:gdLst>
              <a:gd name="T0" fmla="*/ 146 w 146"/>
              <a:gd name="T1" fmla="*/ 73 h 142"/>
              <a:gd name="T2" fmla="*/ 132 w 146"/>
              <a:gd name="T3" fmla="*/ 116 h 142"/>
              <a:gd name="T4" fmla="*/ 96 w 146"/>
              <a:gd name="T5" fmla="*/ 142 h 142"/>
              <a:gd name="T6" fmla="*/ 92 w 146"/>
              <a:gd name="T7" fmla="*/ 141 h 142"/>
              <a:gd name="T8" fmla="*/ 91 w 146"/>
              <a:gd name="T9" fmla="*/ 138 h 142"/>
              <a:gd name="T10" fmla="*/ 91 w 146"/>
              <a:gd name="T11" fmla="*/ 118 h 142"/>
              <a:gd name="T12" fmla="*/ 86 w 146"/>
              <a:gd name="T13" fmla="*/ 105 h 142"/>
              <a:gd name="T14" fmla="*/ 96 w 146"/>
              <a:gd name="T15" fmla="*/ 103 h 142"/>
              <a:gd name="T16" fmla="*/ 105 w 146"/>
              <a:gd name="T17" fmla="*/ 100 h 142"/>
              <a:gd name="T18" fmla="*/ 112 w 146"/>
              <a:gd name="T19" fmla="*/ 93 h 142"/>
              <a:gd name="T20" fmla="*/ 117 w 146"/>
              <a:gd name="T21" fmla="*/ 83 h 142"/>
              <a:gd name="T22" fmla="*/ 119 w 146"/>
              <a:gd name="T23" fmla="*/ 69 h 142"/>
              <a:gd name="T24" fmla="*/ 112 w 146"/>
              <a:gd name="T25" fmla="*/ 50 h 142"/>
              <a:gd name="T26" fmla="*/ 111 w 146"/>
              <a:gd name="T27" fmla="*/ 30 h 142"/>
              <a:gd name="T28" fmla="*/ 104 w 146"/>
              <a:gd name="T29" fmla="*/ 31 h 142"/>
              <a:gd name="T30" fmla="*/ 95 w 146"/>
              <a:gd name="T31" fmla="*/ 36 h 142"/>
              <a:gd name="T32" fmla="*/ 91 w 146"/>
              <a:gd name="T33" fmla="*/ 38 h 142"/>
              <a:gd name="T34" fmla="*/ 73 w 146"/>
              <a:gd name="T35" fmla="*/ 35 h 142"/>
              <a:gd name="T36" fmla="*/ 55 w 146"/>
              <a:gd name="T37" fmla="*/ 38 h 142"/>
              <a:gd name="T38" fmla="*/ 51 w 146"/>
              <a:gd name="T39" fmla="*/ 35 h 142"/>
              <a:gd name="T40" fmla="*/ 43 w 146"/>
              <a:gd name="T41" fmla="*/ 32 h 142"/>
              <a:gd name="T42" fmla="*/ 35 w 146"/>
              <a:gd name="T43" fmla="*/ 30 h 142"/>
              <a:gd name="T44" fmla="*/ 34 w 146"/>
              <a:gd name="T45" fmla="*/ 50 h 142"/>
              <a:gd name="T46" fmla="*/ 27 w 146"/>
              <a:gd name="T47" fmla="*/ 69 h 142"/>
              <a:gd name="T48" fmla="*/ 29 w 146"/>
              <a:gd name="T49" fmla="*/ 83 h 142"/>
              <a:gd name="T50" fmla="*/ 34 w 146"/>
              <a:gd name="T51" fmla="*/ 93 h 142"/>
              <a:gd name="T52" fmla="*/ 41 w 146"/>
              <a:gd name="T53" fmla="*/ 100 h 142"/>
              <a:gd name="T54" fmla="*/ 50 w 146"/>
              <a:gd name="T55" fmla="*/ 103 h 142"/>
              <a:gd name="T56" fmla="*/ 60 w 146"/>
              <a:gd name="T57" fmla="*/ 105 h 142"/>
              <a:gd name="T58" fmla="*/ 55 w 146"/>
              <a:gd name="T59" fmla="*/ 115 h 142"/>
              <a:gd name="T60" fmla="*/ 51 w 146"/>
              <a:gd name="T61" fmla="*/ 116 h 142"/>
              <a:gd name="T62" fmla="*/ 46 w 146"/>
              <a:gd name="T63" fmla="*/ 117 h 142"/>
              <a:gd name="T64" fmla="*/ 39 w 146"/>
              <a:gd name="T65" fmla="*/ 115 h 142"/>
              <a:gd name="T66" fmla="*/ 34 w 146"/>
              <a:gd name="T67" fmla="*/ 109 h 142"/>
              <a:gd name="T68" fmla="*/ 30 w 146"/>
              <a:gd name="T69" fmla="*/ 104 h 142"/>
              <a:gd name="T70" fmla="*/ 25 w 146"/>
              <a:gd name="T71" fmla="*/ 102 h 142"/>
              <a:gd name="T72" fmla="*/ 23 w 146"/>
              <a:gd name="T73" fmla="*/ 101 h 142"/>
              <a:gd name="T74" fmla="*/ 20 w 146"/>
              <a:gd name="T75" fmla="*/ 102 h 142"/>
              <a:gd name="T76" fmla="*/ 20 w 146"/>
              <a:gd name="T77" fmla="*/ 103 h 142"/>
              <a:gd name="T78" fmla="*/ 21 w 146"/>
              <a:gd name="T79" fmla="*/ 104 h 142"/>
              <a:gd name="T80" fmla="*/ 22 w 146"/>
              <a:gd name="T81" fmla="*/ 105 h 142"/>
              <a:gd name="T82" fmla="*/ 23 w 146"/>
              <a:gd name="T83" fmla="*/ 106 h 142"/>
              <a:gd name="T84" fmla="*/ 27 w 146"/>
              <a:gd name="T85" fmla="*/ 109 h 142"/>
              <a:gd name="T86" fmla="*/ 30 w 146"/>
              <a:gd name="T87" fmla="*/ 114 h 142"/>
              <a:gd name="T88" fmla="*/ 31 w 146"/>
              <a:gd name="T89" fmla="*/ 116 h 142"/>
              <a:gd name="T90" fmla="*/ 35 w 146"/>
              <a:gd name="T91" fmla="*/ 122 h 142"/>
              <a:gd name="T92" fmla="*/ 41 w 146"/>
              <a:gd name="T93" fmla="*/ 125 h 142"/>
              <a:gd name="T94" fmla="*/ 48 w 146"/>
              <a:gd name="T95" fmla="*/ 126 h 142"/>
              <a:gd name="T96" fmla="*/ 53 w 146"/>
              <a:gd name="T97" fmla="*/ 125 h 142"/>
              <a:gd name="T98" fmla="*/ 55 w 146"/>
              <a:gd name="T99" fmla="*/ 125 h 142"/>
              <a:gd name="T100" fmla="*/ 55 w 146"/>
              <a:gd name="T101" fmla="*/ 133 h 142"/>
              <a:gd name="T102" fmla="*/ 55 w 146"/>
              <a:gd name="T103" fmla="*/ 138 h 142"/>
              <a:gd name="T104" fmla="*/ 54 w 146"/>
              <a:gd name="T105" fmla="*/ 141 h 142"/>
              <a:gd name="T106" fmla="*/ 50 w 146"/>
              <a:gd name="T107" fmla="*/ 142 h 142"/>
              <a:gd name="T108" fmla="*/ 14 w 146"/>
              <a:gd name="T109" fmla="*/ 116 h 142"/>
              <a:gd name="T110" fmla="*/ 0 w 146"/>
              <a:gd name="T111" fmla="*/ 73 h 142"/>
              <a:gd name="T112" fmla="*/ 10 w 146"/>
              <a:gd name="T113" fmla="*/ 36 h 142"/>
              <a:gd name="T114" fmla="*/ 37 w 146"/>
              <a:gd name="T115" fmla="*/ 10 h 142"/>
              <a:gd name="T116" fmla="*/ 73 w 146"/>
              <a:gd name="T117" fmla="*/ 0 h 142"/>
              <a:gd name="T118" fmla="*/ 110 w 146"/>
              <a:gd name="T119" fmla="*/ 10 h 142"/>
              <a:gd name="T120" fmla="*/ 136 w 146"/>
              <a:gd name="T121" fmla="*/ 36 h 142"/>
              <a:gd name="T122" fmla="*/ 146 w 146"/>
              <a:gd name="T123" fmla="*/ 73 h 1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46" h="142">
                <a:moveTo>
                  <a:pt x="146" y="73"/>
                </a:moveTo>
                <a:cubicBezTo>
                  <a:pt x="146" y="89"/>
                  <a:pt x="141" y="103"/>
                  <a:pt x="132" y="116"/>
                </a:cubicBezTo>
                <a:cubicBezTo>
                  <a:pt x="123" y="128"/>
                  <a:pt x="111" y="137"/>
                  <a:pt x="96" y="142"/>
                </a:cubicBezTo>
                <a:cubicBezTo>
                  <a:pt x="94" y="142"/>
                  <a:pt x="93" y="142"/>
                  <a:pt x="92" y="141"/>
                </a:cubicBezTo>
                <a:cubicBezTo>
                  <a:pt x="92" y="140"/>
                  <a:pt x="91" y="140"/>
                  <a:pt x="91" y="138"/>
                </a:cubicBezTo>
                <a:cubicBezTo>
                  <a:pt x="91" y="118"/>
                  <a:pt x="91" y="118"/>
                  <a:pt x="91" y="118"/>
                </a:cubicBezTo>
                <a:cubicBezTo>
                  <a:pt x="91" y="112"/>
                  <a:pt x="90" y="108"/>
                  <a:pt x="86" y="105"/>
                </a:cubicBezTo>
                <a:cubicBezTo>
                  <a:pt x="90" y="105"/>
                  <a:pt x="93" y="104"/>
                  <a:pt x="96" y="103"/>
                </a:cubicBezTo>
                <a:cubicBezTo>
                  <a:pt x="99" y="103"/>
                  <a:pt x="102" y="101"/>
                  <a:pt x="105" y="100"/>
                </a:cubicBezTo>
                <a:cubicBezTo>
                  <a:pt x="108" y="98"/>
                  <a:pt x="110" y="96"/>
                  <a:pt x="112" y="93"/>
                </a:cubicBezTo>
                <a:cubicBezTo>
                  <a:pt x="115" y="91"/>
                  <a:pt x="116" y="88"/>
                  <a:pt x="117" y="83"/>
                </a:cubicBezTo>
                <a:cubicBezTo>
                  <a:pt x="119" y="79"/>
                  <a:pt x="119" y="75"/>
                  <a:pt x="119" y="69"/>
                </a:cubicBezTo>
                <a:cubicBezTo>
                  <a:pt x="119" y="62"/>
                  <a:pt x="117" y="55"/>
                  <a:pt x="112" y="50"/>
                </a:cubicBezTo>
                <a:cubicBezTo>
                  <a:pt x="114" y="44"/>
                  <a:pt x="114" y="38"/>
                  <a:pt x="111" y="30"/>
                </a:cubicBezTo>
                <a:cubicBezTo>
                  <a:pt x="109" y="30"/>
                  <a:pt x="107" y="30"/>
                  <a:pt x="104" y="31"/>
                </a:cubicBezTo>
                <a:cubicBezTo>
                  <a:pt x="100" y="33"/>
                  <a:pt x="97" y="34"/>
                  <a:pt x="95" y="36"/>
                </a:cubicBezTo>
                <a:cubicBezTo>
                  <a:pt x="91" y="38"/>
                  <a:pt x="91" y="38"/>
                  <a:pt x="91" y="38"/>
                </a:cubicBezTo>
                <a:cubicBezTo>
                  <a:pt x="85" y="36"/>
                  <a:pt x="79" y="35"/>
                  <a:pt x="73" y="35"/>
                </a:cubicBezTo>
                <a:cubicBezTo>
                  <a:pt x="67" y="35"/>
                  <a:pt x="61" y="36"/>
                  <a:pt x="55" y="38"/>
                </a:cubicBezTo>
                <a:cubicBezTo>
                  <a:pt x="54" y="37"/>
                  <a:pt x="53" y="36"/>
                  <a:pt x="51" y="35"/>
                </a:cubicBezTo>
                <a:cubicBezTo>
                  <a:pt x="49" y="34"/>
                  <a:pt x="47" y="33"/>
                  <a:pt x="43" y="32"/>
                </a:cubicBezTo>
                <a:cubicBezTo>
                  <a:pt x="39" y="30"/>
                  <a:pt x="37" y="30"/>
                  <a:pt x="35" y="30"/>
                </a:cubicBezTo>
                <a:cubicBezTo>
                  <a:pt x="32" y="38"/>
                  <a:pt x="32" y="44"/>
                  <a:pt x="34" y="50"/>
                </a:cubicBezTo>
                <a:cubicBezTo>
                  <a:pt x="29" y="55"/>
                  <a:pt x="27" y="62"/>
                  <a:pt x="27" y="69"/>
                </a:cubicBezTo>
                <a:cubicBezTo>
                  <a:pt x="27" y="75"/>
                  <a:pt x="27" y="79"/>
                  <a:pt x="29" y="83"/>
                </a:cubicBezTo>
                <a:cubicBezTo>
                  <a:pt x="30" y="87"/>
                  <a:pt x="32" y="91"/>
                  <a:pt x="34" y="93"/>
                </a:cubicBezTo>
                <a:cubicBezTo>
                  <a:pt x="36" y="96"/>
                  <a:pt x="38" y="98"/>
                  <a:pt x="41" y="100"/>
                </a:cubicBezTo>
                <a:cubicBezTo>
                  <a:pt x="44" y="101"/>
                  <a:pt x="47" y="103"/>
                  <a:pt x="50" y="103"/>
                </a:cubicBezTo>
                <a:cubicBezTo>
                  <a:pt x="53" y="104"/>
                  <a:pt x="56" y="105"/>
                  <a:pt x="60" y="105"/>
                </a:cubicBezTo>
                <a:cubicBezTo>
                  <a:pt x="57" y="107"/>
                  <a:pt x="56" y="111"/>
                  <a:pt x="55" y="115"/>
                </a:cubicBezTo>
                <a:cubicBezTo>
                  <a:pt x="54" y="115"/>
                  <a:pt x="52" y="116"/>
                  <a:pt x="51" y="116"/>
                </a:cubicBezTo>
                <a:cubicBezTo>
                  <a:pt x="49" y="116"/>
                  <a:pt x="48" y="117"/>
                  <a:pt x="46" y="117"/>
                </a:cubicBezTo>
                <a:cubicBezTo>
                  <a:pt x="43" y="117"/>
                  <a:pt x="41" y="116"/>
                  <a:pt x="39" y="115"/>
                </a:cubicBezTo>
                <a:cubicBezTo>
                  <a:pt x="37" y="113"/>
                  <a:pt x="36" y="111"/>
                  <a:pt x="34" y="109"/>
                </a:cubicBezTo>
                <a:cubicBezTo>
                  <a:pt x="33" y="107"/>
                  <a:pt x="31" y="105"/>
                  <a:pt x="30" y="104"/>
                </a:cubicBezTo>
                <a:cubicBezTo>
                  <a:pt x="28" y="103"/>
                  <a:pt x="26" y="102"/>
                  <a:pt x="25" y="102"/>
                </a:cubicBezTo>
                <a:cubicBezTo>
                  <a:pt x="23" y="101"/>
                  <a:pt x="23" y="101"/>
                  <a:pt x="23" y="101"/>
                </a:cubicBezTo>
                <a:cubicBezTo>
                  <a:pt x="22" y="101"/>
                  <a:pt x="21" y="101"/>
                  <a:pt x="20" y="102"/>
                </a:cubicBezTo>
                <a:cubicBezTo>
                  <a:pt x="20" y="102"/>
                  <a:pt x="20" y="102"/>
                  <a:pt x="20" y="103"/>
                </a:cubicBezTo>
                <a:cubicBezTo>
                  <a:pt x="20" y="103"/>
                  <a:pt x="20" y="104"/>
                  <a:pt x="21" y="104"/>
                </a:cubicBezTo>
                <a:cubicBezTo>
                  <a:pt x="21" y="104"/>
                  <a:pt x="21" y="105"/>
                  <a:pt x="22" y="105"/>
                </a:cubicBezTo>
                <a:cubicBezTo>
                  <a:pt x="23" y="106"/>
                  <a:pt x="23" y="106"/>
                  <a:pt x="23" y="106"/>
                </a:cubicBezTo>
                <a:cubicBezTo>
                  <a:pt x="24" y="106"/>
                  <a:pt x="25" y="107"/>
                  <a:pt x="27" y="109"/>
                </a:cubicBezTo>
                <a:cubicBezTo>
                  <a:pt x="28" y="111"/>
                  <a:pt x="29" y="113"/>
                  <a:pt x="30" y="114"/>
                </a:cubicBezTo>
                <a:cubicBezTo>
                  <a:pt x="31" y="116"/>
                  <a:pt x="31" y="116"/>
                  <a:pt x="31" y="116"/>
                </a:cubicBezTo>
                <a:cubicBezTo>
                  <a:pt x="31" y="119"/>
                  <a:pt x="33" y="121"/>
                  <a:pt x="35" y="122"/>
                </a:cubicBezTo>
                <a:cubicBezTo>
                  <a:pt x="37" y="124"/>
                  <a:pt x="39" y="124"/>
                  <a:pt x="41" y="125"/>
                </a:cubicBezTo>
                <a:cubicBezTo>
                  <a:pt x="43" y="125"/>
                  <a:pt x="46" y="126"/>
                  <a:pt x="48" y="126"/>
                </a:cubicBezTo>
                <a:cubicBezTo>
                  <a:pt x="50" y="126"/>
                  <a:pt x="51" y="125"/>
                  <a:pt x="53" y="125"/>
                </a:cubicBezTo>
                <a:cubicBezTo>
                  <a:pt x="55" y="125"/>
                  <a:pt x="55" y="125"/>
                  <a:pt x="55" y="125"/>
                </a:cubicBezTo>
                <a:cubicBezTo>
                  <a:pt x="55" y="127"/>
                  <a:pt x="55" y="130"/>
                  <a:pt x="55" y="133"/>
                </a:cubicBezTo>
                <a:cubicBezTo>
                  <a:pt x="55" y="136"/>
                  <a:pt x="55" y="138"/>
                  <a:pt x="55" y="138"/>
                </a:cubicBezTo>
                <a:cubicBezTo>
                  <a:pt x="55" y="140"/>
                  <a:pt x="55" y="140"/>
                  <a:pt x="54" y="141"/>
                </a:cubicBezTo>
                <a:cubicBezTo>
                  <a:pt x="53" y="142"/>
                  <a:pt x="52" y="142"/>
                  <a:pt x="50" y="142"/>
                </a:cubicBezTo>
                <a:cubicBezTo>
                  <a:pt x="35" y="137"/>
                  <a:pt x="24" y="128"/>
                  <a:pt x="14" y="116"/>
                </a:cubicBezTo>
                <a:cubicBezTo>
                  <a:pt x="5" y="103"/>
                  <a:pt x="0" y="89"/>
                  <a:pt x="0" y="73"/>
                </a:cubicBezTo>
                <a:cubicBezTo>
                  <a:pt x="0" y="60"/>
                  <a:pt x="4" y="48"/>
                  <a:pt x="10" y="36"/>
                </a:cubicBezTo>
                <a:cubicBezTo>
                  <a:pt x="17" y="25"/>
                  <a:pt x="26" y="17"/>
                  <a:pt x="37" y="10"/>
                </a:cubicBezTo>
                <a:cubicBezTo>
                  <a:pt x="48" y="4"/>
                  <a:pt x="60" y="0"/>
                  <a:pt x="73" y="0"/>
                </a:cubicBezTo>
                <a:cubicBezTo>
                  <a:pt x="86" y="0"/>
                  <a:pt x="98" y="4"/>
                  <a:pt x="110" y="10"/>
                </a:cubicBezTo>
                <a:cubicBezTo>
                  <a:pt x="121" y="17"/>
                  <a:pt x="129" y="25"/>
                  <a:pt x="136" y="36"/>
                </a:cubicBezTo>
                <a:cubicBezTo>
                  <a:pt x="142" y="48"/>
                  <a:pt x="146" y="60"/>
                  <a:pt x="146" y="7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50" name="Freeform 152"/>
          <p:cNvSpPr>
            <a:spLocks/>
          </p:cNvSpPr>
          <p:nvPr/>
        </p:nvSpPr>
        <p:spPr bwMode="auto">
          <a:xfrm>
            <a:off x="9461908" y="2680181"/>
            <a:ext cx="226915" cy="192337"/>
          </a:xfrm>
          <a:custGeom>
            <a:avLst/>
            <a:gdLst>
              <a:gd name="T0" fmla="*/ 158 w 158"/>
              <a:gd name="T1" fmla="*/ 43 h 133"/>
              <a:gd name="T2" fmla="*/ 158 w 158"/>
              <a:gd name="T3" fmla="*/ 67 h 133"/>
              <a:gd name="T4" fmla="*/ 156 w 158"/>
              <a:gd name="T5" fmla="*/ 71 h 133"/>
              <a:gd name="T6" fmla="*/ 152 w 158"/>
              <a:gd name="T7" fmla="*/ 73 h 133"/>
              <a:gd name="T8" fmla="*/ 145 w 158"/>
              <a:gd name="T9" fmla="*/ 73 h 133"/>
              <a:gd name="T10" fmla="*/ 141 w 158"/>
              <a:gd name="T11" fmla="*/ 71 h 133"/>
              <a:gd name="T12" fmla="*/ 139 w 158"/>
              <a:gd name="T13" fmla="*/ 67 h 133"/>
              <a:gd name="T14" fmla="*/ 139 w 158"/>
              <a:gd name="T15" fmla="*/ 43 h 133"/>
              <a:gd name="T16" fmla="*/ 132 w 158"/>
              <a:gd name="T17" fmla="*/ 26 h 133"/>
              <a:gd name="T18" fmla="*/ 115 w 158"/>
              <a:gd name="T19" fmla="*/ 18 h 133"/>
              <a:gd name="T20" fmla="*/ 98 w 158"/>
              <a:gd name="T21" fmla="*/ 26 h 133"/>
              <a:gd name="T22" fmla="*/ 91 w 158"/>
              <a:gd name="T23" fmla="*/ 43 h 133"/>
              <a:gd name="T24" fmla="*/ 91 w 158"/>
              <a:gd name="T25" fmla="*/ 61 h 133"/>
              <a:gd name="T26" fmla="*/ 100 w 158"/>
              <a:gd name="T27" fmla="*/ 61 h 133"/>
              <a:gd name="T28" fmla="*/ 107 w 158"/>
              <a:gd name="T29" fmla="*/ 63 h 133"/>
              <a:gd name="T30" fmla="*/ 109 w 158"/>
              <a:gd name="T31" fmla="*/ 70 h 133"/>
              <a:gd name="T32" fmla="*/ 109 w 158"/>
              <a:gd name="T33" fmla="*/ 124 h 133"/>
              <a:gd name="T34" fmla="*/ 107 w 158"/>
              <a:gd name="T35" fmla="*/ 131 h 133"/>
              <a:gd name="T36" fmla="*/ 100 w 158"/>
              <a:gd name="T37" fmla="*/ 133 h 133"/>
              <a:gd name="T38" fmla="*/ 9 w 158"/>
              <a:gd name="T39" fmla="*/ 133 h 133"/>
              <a:gd name="T40" fmla="*/ 3 w 158"/>
              <a:gd name="T41" fmla="*/ 131 h 133"/>
              <a:gd name="T42" fmla="*/ 0 w 158"/>
              <a:gd name="T43" fmla="*/ 124 h 133"/>
              <a:gd name="T44" fmla="*/ 0 w 158"/>
              <a:gd name="T45" fmla="*/ 70 h 133"/>
              <a:gd name="T46" fmla="*/ 3 w 158"/>
              <a:gd name="T47" fmla="*/ 63 h 133"/>
              <a:gd name="T48" fmla="*/ 9 w 158"/>
              <a:gd name="T49" fmla="*/ 61 h 133"/>
              <a:gd name="T50" fmla="*/ 73 w 158"/>
              <a:gd name="T51" fmla="*/ 61 h 133"/>
              <a:gd name="T52" fmla="*/ 73 w 158"/>
              <a:gd name="T53" fmla="*/ 43 h 133"/>
              <a:gd name="T54" fmla="*/ 85 w 158"/>
              <a:gd name="T55" fmla="*/ 13 h 133"/>
              <a:gd name="T56" fmla="*/ 115 w 158"/>
              <a:gd name="T57" fmla="*/ 0 h 133"/>
              <a:gd name="T58" fmla="*/ 145 w 158"/>
              <a:gd name="T59" fmla="*/ 13 h 133"/>
              <a:gd name="T60" fmla="*/ 158 w 158"/>
              <a:gd name="T61" fmla="*/ 43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58" h="133">
                <a:moveTo>
                  <a:pt x="158" y="43"/>
                </a:moveTo>
                <a:cubicBezTo>
                  <a:pt x="158" y="67"/>
                  <a:pt x="158" y="67"/>
                  <a:pt x="158" y="67"/>
                </a:cubicBezTo>
                <a:cubicBezTo>
                  <a:pt x="158" y="69"/>
                  <a:pt x="157" y="70"/>
                  <a:pt x="156" y="71"/>
                </a:cubicBezTo>
                <a:cubicBezTo>
                  <a:pt x="155" y="72"/>
                  <a:pt x="153" y="73"/>
                  <a:pt x="152" y="73"/>
                </a:cubicBezTo>
                <a:cubicBezTo>
                  <a:pt x="145" y="73"/>
                  <a:pt x="145" y="73"/>
                  <a:pt x="145" y="73"/>
                </a:cubicBezTo>
                <a:cubicBezTo>
                  <a:pt x="144" y="73"/>
                  <a:pt x="142" y="72"/>
                  <a:pt x="141" y="71"/>
                </a:cubicBezTo>
                <a:cubicBezTo>
                  <a:pt x="140" y="70"/>
                  <a:pt x="139" y="69"/>
                  <a:pt x="139" y="67"/>
                </a:cubicBezTo>
                <a:cubicBezTo>
                  <a:pt x="139" y="43"/>
                  <a:pt x="139" y="43"/>
                  <a:pt x="139" y="43"/>
                </a:cubicBezTo>
                <a:cubicBezTo>
                  <a:pt x="139" y="36"/>
                  <a:pt x="137" y="30"/>
                  <a:pt x="132" y="26"/>
                </a:cubicBezTo>
                <a:cubicBezTo>
                  <a:pt x="128" y="21"/>
                  <a:pt x="122" y="18"/>
                  <a:pt x="115" y="18"/>
                </a:cubicBezTo>
                <a:cubicBezTo>
                  <a:pt x="109" y="18"/>
                  <a:pt x="103" y="21"/>
                  <a:pt x="98" y="26"/>
                </a:cubicBezTo>
                <a:cubicBezTo>
                  <a:pt x="93" y="30"/>
                  <a:pt x="91" y="36"/>
                  <a:pt x="91" y="43"/>
                </a:cubicBezTo>
                <a:cubicBezTo>
                  <a:pt x="91" y="61"/>
                  <a:pt x="91" y="61"/>
                  <a:pt x="91" y="61"/>
                </a:cubicBezTo>
                <a:cubicBezTo>
                  <a:pt x="100" y="61"/>
                  <a:pt x="100" y="61"/>
                  <a:pt x="100" y="61"/>
                </a:cubicBezTo>
                <a:cubicBezTo>
                  <a:pt x="103" y="61"/>
                  <a:pt x="105" y="62"/>
                  <a:pt x="107" y="63"/>
                </a:cubicBezTo>
                <a:cubicBezTo>
                  <a:pt x="108" y="65"/>
                  <a:pt x="109" y="67"/>
                  <a:pt x="109" y="70"/>
                </a:cubicBezTo>
                <a:cubicBezTo>
                  <a:pt x="109" y="124"/>
                  <a:pt x="109" y="124"/>
                  <a:pt x="109" y="124"/>
                </a:cubicBezTo>
                <a:cubicBezTo>
                  <a:pt x="109" y="127"/>
                  <a:pt x="108" y="129"/>
                  <a:pt x="107" y="131"/>
                </a:cubicBezTo>
                <a:cubicBezTo>
                  <a:pt x="105" y="133"/>
                  <a:pt x="103" y="133"/>
                  <a:pt x="100" y="133"/>
                </a:cubicBezTo>
                <a:cubicBezTo>
                  <a:pt x="9" y="133"/>
                  <a:pt x="9" y="133"/>
                  <a:pt x="9" y="133"/>
                </a:cubicBezTo>
                <a:cubicBezTo>
                  <a:pt x="7" y="133"/>
                  <a:pt x="5" y="133"/>
                  <a:pt x="3" y="131"/>
                </a:cubicBezTo>
                <a:cubicBezTo>
                  <a:pt x="1" y="129"/>
                  <a:pt x="0" y="127"/>
                  <a:pt x="0" y="124"/>
                </a:cubicBezTo>
                <a:cubicBezTo>
                  <a:pt x="0" y="70"/>
                  <a:pt x="0" y="70"/>
                  <a:pt x="0" y="70"/>
                </a:cubicBezTo>
                <a:cubicBezTo>
                  <a:pt x="0" y="67"/>
                  <a:pt x="1" y="65"/>
                  <a:pt x="3" y="63"/>
                </a:cubicBezTo>
                <a:cubicBezTo>
                  <a:pt x="5" y="62"/>
                  <a:pt x="7" y="61"/>
                  <a:pt x="9" y="61"/>
                </a:cubicBezTo>
                <a:cubicBezTo>
                  <a:pt x="73" y="61"/>
                  <a:pt x="73" y="61"/>
                  <a:pt x="73" y="61"/>
                </a:cubicBezTo>
                <a:cubicBezTo>
                  <a:pt x="73" y="43"/>
                  <a:pt x="73" y="43"/>
                  <a:pt x="73" y="43"/>
                </a:cubicBezTo>
                <a:cubicBezTo>
                  <a:pt x="73" y="31"/>
                  <a:pt x="77" y="21"/>
                  <a:pt x="85" y="13"/>
                </a:cubicBezTo>
                <a:cubicBezTo>
                  <a:pt x="94" y="4"/>
                  <a:pt x="104" y="0"/>
                  <a:pt x="115" y="0"/>
                </a:cubicBezTo>
                <a:cubicBezTo>
                  <a:pt x="127" y="0"/>
                  <a:pt x="137" y="4"/>
                  <a:pt x="145" y="13"/>
                </a:cubicBezTo>
                <a:cubicBezTo>
                  <a:pt x="153" y="21"/>
                  <a:pt x="158" y="31"/>
                  <a:pt x="158" y="4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51" name="Freeform 153"/>
          <p:cNvSpPr>
            <a:spLocks noEditPoints="1"/>
          </p:cNvSpPr>
          <p:nvPr/>
        </p:nvSpPr>
        <p:spPr bwMode="auto">
          <a:xfrm>
            <a:off x="9747174" y="2680180"/>
            <a:ext cx="261492" cy="209627"/>
          </a:xfrm>
          <a:custGeom>
            <a:avLst/>
            <a:gdLst>
              <a:gd name="T0" fmla="*/ 167 w 182"/>
              <a:gd name="T1" fmla="*/ 0 h 146"/>
              <a:gd name="T2" fmla="*/ 177 w 182"/>
              <a:gd name="T3" fmla="*/ 5 h 146"/>
              <a:gd name="T4" fmla="*/ 182 w 182"/>
              <a:gd name="T5" fmla="*/ 15 h 146"/>
              <a:gd name="T6" fmla="*/ 182 w 182"/>
              <a:gd name="T7" fmla="*/ 130 h 146"/>
              <a:gd name="T8" fmla="*/ 177 w 182"/>
              <a:gd name="T9" fmla="*/ 141 h 146"/>
              <a:gd name="T10" fmla="*/ 167 w 182"/>
              <a:gd name="T11" fmla="*/ 146 h 146"/>
              <a:gd name="T12" fmla="*/ 15 w 182"/>
              <a:gd name="T13" fmla="*/ 146 h 146"/>
              <a:gd name="T14" fmla="*/ 5 w 182"/>
              <a:gd name="T15" fmla="*/ 141 h 146"/>
              <a:gd name="T16" fmla="*/ 0 w 182"/>
              <a:gd name="T17" fmla="*/ 130 h 146"/>
              <a:gd name="T18" fmla="*/ 0 w 182"/>
              <a:gd name="T19" fmla="*/ 15 h 146"/>
              <a:gd name="T20" fmla="*/ 5 w 182"/>
              <a:gd name="T21" fmla="*/ 5 h 146"/>
              <a:gd name="T22" fmla="*/ 15 w 182"/>
              <a:gd name="T23" fmla="*/ 0 h 146"/>
              <a:gd name="T24" fmla="*/ 167 w 182"/>
              <a:gd name="T25" fmla="*/ 0 h 146"/>
              <a:gd name="T26" fmla="*/ 15 w 182"/>
              <a:gd name="T27" fmla="*/ 12 h 146"/>
              <a:gd name="T28" fmla="*/ 13 w 182"/>
              <a:gd name="T29" fmla="*/ 13 h 146"/>
              <a:gd name="T30" fmla="*/ 12 w 182"/>
              <a:gd name="T31" fmla="*/ 15 h 146"/>
              <a:gd name="T32" fmla="*/ 12 w 182"/>
              <a:gd name="T33" fmla="*/ 37 h 146"/>
              <a:gd name="T34" fmla="*/ 170 w 182"/>
              <a:gd name="T35" fmla="*/ 37 h 146"/>
              <a:gd name="T36" fmla="*/ 170 w 182"/>
              <a:gd name="T37" fmla="*/ 15 h 146"/>
              <a:gd name="T38" fmla="*/ 169 w 182"/>
              <a:gd name="T39" fmla="*/ 13 h 146"/>
              <a:gd name="T40" fmla="*/ 167 w 182"/>
              <a:gd name="T41" fmla="*/ 12 h 146"/>
              <a:gd name="T42" fmla="*/ 15 w 182"/>
              <a:gd name="T43" fmla="*/ 12 h 146"/>
              <a:gd name="T44" fmla="*/ 167 w 182"/>
              <a:gd name="T45" fmla="*/ 133 h 146"/>
              <a:gd name="T46" fmla="*/ 169 w 182"/>
              <a:gd name="T47" fmla="*/ 133 h 146"/>
              <a:gd name="T48" fmla="*/ 170 w 182"/>
              <a:gd name="T49" fmla="*/ 130 h 146"/>
              <a:gd name="T50" fmla="*/ 170 w 182"/>
              <a:gd name="T51" fmla="*/ 73 h 146"/>
              <a:gd name="T52" fmla="*/ 12 w 182"/>
              <a:gd name="T53" fmla="*/ 73 h 146"/>
              <a:gd name="T54" fmla="*/ 12 w 182"/>
              <a:gd name="T55" fmla="*/ 130 h 146"/>
              <a:gd name="T56" fmla="*/ 13 w 182"/>
              <a:gd name="T57" fmla="*/ 133 h 146"/>
              <a:gd name="T58" fmla="*/ 15 w 182"/>
              <a:gd name="T59" fmla="*/ 133 h 146"/>
              <a:gd name="T60" fmla="*/ 167 w 182"/>
              <a:gd name="T61" fmla="*/ 133 h 146"/>
              <a:gd name="T62" fmla="*/ 24 w 182"/>
              <a:gd name="T63" fmla="*/ 121 h 146"/>
              <a:gd name="T64" fmla="*/ 24 w 182"/>
              <a:gd name="T65" fmla="*/ 109 h 146"/>
              <a:gd name="T66" fmla="*/ 49 w 182"/>
              <a:gd name="T67" fmla="*/ 109 h 146"/>
              <a:gd name="T68" fmla="*/ 49 w 182"/>
              <a:gd name="T69" fmla="*/ 121 h 146"/>
              <a:gd name="T70" fmla="*/ 24 w 182"/>
              <a:gd name="T71" fmla="*/ 121 h 146"/>
              <a:gd name="T72" fmla="*/ 61 w 182"/>
              <a:gd name="T73" fmla="*/ 121 h 146"/>
              <a:gd name="T74" fmla="*/ 61 w 182"/>
              <a:gd name="T75" fmla="*/ 109 h 146"/>
              <a:gd name="T76" fmla="*/ 97 w 182"/>
              <a:gd name="T77" fmla="*/ 109 h 146"/>
              <a:gd name="T78" fmla="*/ 97 w 182"/>
              <a:gd name="T79" fmla="*/ 121 h 146"/>
              <a:gd name="T80" fmla="*/ 61 w 182"/>
              <a:gd name="T81" fmla="*/ 121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82" h="146">
                <a:moveTo>
                  <a:pt x="167" y="0"/>
                </a:moveTo>
                <a:cubicBezTo>
                  <a:pt x="171" y="0"/>
                  <a:pt x="174" y="2"/>
                  <a:pt x="177" y="5"/>
                </a:cubicBezTo>
                <a:cubicBezTo>
                  <a:pt x="180" y="8"/>
                  <a:pt x="182" y="11"/>
                  <a:pt x="182" y="15"/>
                </a:cubicBezTo>
                <a:cubicBezTo>
                  <a:pt x="182" y="130"/>
                  <a:pt x="182" y="130"/>
                  <a:pt x="182" y="130"/>
                </a:cubicBezTo>
                <a:cubicBezTo>
                  <a:pt x="182" y="135"/>
                  <a:pt x="180" y="138"/>
                  <a:pt x="177" y="141"/>
                </a:cubicBezTo>
                <a:cubicBezTo>
                  <a:pt x="174" y="144"/>
                  <a:pt x="171" y="146"/>
                  <a:pt x="167" y="146"/>
                </a:cubicBezTo>
                <a:cubicBezTo>
                  <a:pt x="15" y="146"/>
                  <a:pt x="15" y="146"/>
                  <a:pt x="15" y="146"/>
                </a:cubicBezTo>
                <a:cubicBezTo>
                  <a:pt x="11" y="146"/>
                  <a:pt x="8" y="144"/>
                  <a:pt x="5" y="141"/>
                </a:cubicBezTo>
                <a:cubicBezTo>
                  <a:pt x="2" y="138"/>
                  <a:pt x="0" y="135"/>
                  <a:pt x="0" y="130"/>
                </a:cubicBezTo>
                <a:cubicBezTo>
                  <a:pt x="0" y="15"/>
                  <a:pt x="0" y="15"/>
                  <a:pt x="0" y="15"/>
                </a:cubicBezTo>
                <a:cubicBezTo>
                  <a:pt x="0" y="11"/>
                  <a:pt x="2" y="8"/>
                  <a:pt x="5" y="5"/>
                </a:cubicBezTo>
                <a:cubicBezTo>
                  <a:pt x="8" y="2"/>
                  <a:pt x="11" y="0"/>
                  <a:pt x="15" y="0"/>
                </a:cubicBezTo>
                <a:lnTo>
                  <a:pt x="167" y="0"/>
                </a:lnTo>
                <a:close/>
                <a:moveTo>
                  <a:pt x="15" y="12"/>
                </a:moveTo>
                <a:cubicBezTo>
                  <a:pt x="14" y="12"/>
                  <a:pt x="14" y="13"/>
                  <a:pt x="13" y="13"/>
                </a:cubicBezTo>
                <a:cubicBezTo>
                  <a:pt x="13" y="14"/>
                  <a:pt x="12" y="15"/>
                  <a:pt x="12" y="15"/>
                </a:cubicBezTo>
                <a:cubicBezTo>
                  <a:pt x="12" y="37"/>
                  <a:pt x="12" y="37"/>
                  <a:pt x="12" y="37"/>
                </a:cubicBezTo>
                <a:cubicBezTo>
                  <a:pt x="170" y="37"/>
                  <a:pt x="170" y="37"/>
                  <a:pt x="170" y="37"/>
                </a:cubicBezTo>
                <a:cubicBezTo>
                  <a:pt x="170" y="15"/>
                  <a:pt x="170" y="15"/>
                  <a:pt x="170" y="15"/>
                </a:cubicBezTo>
                <a:cubicBezTo>
                  <a:pt x="170" y="15"/>
                  <a:pt x="169" y="14"/>
                  <a:pt x="169" y="13"/>
                </a:cubicBezTo>
                <a:cubicBezTo>
                  <a:pt x="168" y="13"/>
                  <a:pt x="167" y="12"/>
                  <a:pt x="167" y="12"/>
                </a:cubicBezTo>
                <a:lnTo>
                  <a:pt x="15" y="12"/>
                </a:lnTo>
                <a:close/>
                <a:moveTo>
                  <a:pt x="167" y="133"/>
                </a:moveTo>
                <a:cubicBezTo>
                  <a:pt x="167" y="133"/>
                  <a:pt x="168" y="133"/>
                  <a:pt x="169" y="133"/>
                </a:cubicBezTo>
                <a:cubicBezTo>
                  <a:pt x="169" y="132"/>
                  <a:pt x="170" y="131"/>
                  <a:pt x="170" y="130"/>
                </a:cubicBezTo>
                <a:cubicBezTo>
                  <a:pt x="170" y="73"/>
                  <a:pt x="170" y="73"/>
                  <a:pt x="170" y="73"/>
                </a:cubicBezTo>
                <a:cubicBezTo>
                  <a:pt x="12" y="73"/>
                  <a:pt x="12" y="73"/>
                  <a:pt x="12" y="73"/>
                </a:cubicBezTo>
                <a:cubicBezTo>
                  <a:pt x="12" y="130"/>
                  <a:pt x="12" y="130"/>
                  <a:pt x="12" y="130"/>
                </a:cubicBezTo>
                <a:cubicBezTo>
                  <a:pt x="12" y="131"/>
                  <a:pt x="13" y="132"/>
                  <a:pt x="13" y="133"/>
                </a:cubicBezTo>
                <a:cubicBezTo>
                  <a:pt x="14" y="133"/>
                  <a:pt x="14" y="133"/>
                  <a:pt x="15" y="133"/>
                </a:cubicBezTo>
                <a:lnTo>
                  <a:pt x="167" y="133"/>
                </a:lnTo>
                <a:close/>
                <a:moveTo>
                  <a:pt x="24" y="121"/>
                </a:moveTo>
                <a:cubicBezTo>
                  <a:pt x="24" y="109"/>
                  <a:pt x="24" y="109"/>
                  <a:pt x="24" y="109"/>
                </a:cubicBezTo>
                <a:cubicBezTo>
                  <a:pt x="49" y="109"/>
                  <a:pt x="49" y="109"/>
                  <a:pt x="49" y="109"/>
                </a:cubicBezTo>
                <a:cubicBezTo>
                  <a:pt x="49" y="121"/>
                  <a:pt x="49" y="121"/>
                  <a:pt x="49" y="121"/>
                </a:cubicBezTo>
                <a:lnTo>
                  <a:pt x="24" y="121"/>
                </a:lnTo>
                <a:close/>
                <a:moveTo>
                  <a:pt x="61" y="121"/>
                </a:moveTo>
                <a:cubicBezTo>
                  <a:pt x="61" y="109"/>
                  <a:pt x="61" y="109"/>
                  <a:pt x="61" y="109"/>
                </a:cubicBezTo>
                <a:cubicBezTo>
                  <a:pt x="97" y="109"/>
                  <a:pt x="97" y="109"/>
                  <a:pt x="97" y="109"/>
                </a:cubicBezTo>
                <a:cubicBezTo>
                  <a:pt x="97" y="121"/>
                  <a:pt x="97" y="121"/>
                  <a:pt x="97" y="121"/>
                </a:cubicBezTo>
                <a:lnTo>
                  <a:pt x="61" y="12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52" name="Freeform 154"/>
          <p:cNvSpPr>
            <a:spLocks noEditPoints="1"/>
          </p:cNvSpPr>
          <p:nvPr/>
        </p:nvSpPr>
        <p:spPr bwMode="auto">
          <a:xfrm>
            <a:off x="10067015" y="2680181"/>
            <a:ext cx="190176" cy="192337"/>
          </a:xfrm>
          <a:custGeom>
            <a:avLst/>
            <a:gdLst>
              <a:gd name="T0" fmla="*/ 133 w 133"/>
              <a:gd name="T1" fmla="*/ 127 h 133"/>
              <a:gd name="T2" fmla="*/ 132 w 133"/>
              <a:gd name="T3" fmla="*/ 132 h 133"/>
              <a:gd name="T4" fmla="*/ 127 w 133"/>
              <a:gd name="T5" fmla="*/ 133 h 133"/>
              <a:gd name="T6" fmla="*/ 114 w 133"/>
              <a:gd name="T7" fmla="*/ 133 h 133"/>
              <a:gd name="T8" fmla="*/ 110 w 133"/>
              <a:gd name="T9" fmla="*/ 132 h 133"/>
              <a:gd name="T10" fmla="*/ 108 w 133"/>
              <a:gd name="T11" fmla="*/ 128 h 133"/>
              <a:gd name="T12" fmla="*/ 98 w 133"/>
              <a:gd name="T13" fmla="*/ 89 h 133"/>
              <a:gd name="T14" fmla="*/ 76 w 133"/>
              <a:gd name="T15" fmla="*/ 57 h 133"/>
              <a:gd name="T16" fmla="*/ 44 w 133"/>
              <a:gd name="T17" fmla="*/ 36 h 133"/>
              <a:gd name="T18" fmla="*/ 6 w 133"/>
              <a:gd name="T19" fmla="*/ 26 h 133"/>
              <a:gd name="T20" fmla="*/ 2 w 133"/>
              <a:gd name="T21" fmla="*/ 24 h 133"/>
              <a:gd name="T22" fmla="*/ 0 w 133"/>
              <a:gd name="T23" fmla="*/ 20 h 133"/>
              <a:gd name="T24" fmla="*/ 0 w 133"/>
              <a:gd name="T25" fmla="*/ 6 h 133"/>
              <a:gd name="T26" fmla="*/ 2 w 133"/>
              <a:gd name="T27" fmla="*/ 2 h 133"/>
              <a:gd name="T28" fmla="*/ 6 w 133"/>
              <a:gd name="T29" fmla="*/ 0 h 133"/>
              <a:gd name="T30" fmla="*/ 7 w 133"/>
              <a:gd name="T31" fmla="*/ 0 h 133"/>
              <a:gd name="T32" fmla="*/ 54 w 133"/>
              <a:gd name="T33" fmla="*/ 12 h 133"/>
              <a:gd name="T34" fmla="*/ 94 w 133"/>
              <a:gd name="T35" fmla="*/ 39 h 133"/>
              <a:gd name="T36" fmla="*/ 122 w 133"/>
              <a:gd name="T37" fmla="*/ 80 h 133"/>
              <a:gd name="T38" fmla="*/ 133 w 133"/>
              <a:gd name="T39" fmla="*/ 127 h 133"/>
              <a:gd name="T40" fmla="*/ 85 w 133"/>
              <a:gd name="T41" fmla="*/ 127 h 133"/>
              <a:gd name="T42" fmla="*/ 83 w 133"/>
              <a:gd name="T43" fmla="*/ 131 h 133"/>
              <a:gd name="T44" fmla="*/ 79 w 133"/>
              <a:gd name="T45" fmla="*/ 133 h 133"/>
              <a:gd name="T46" fmla="*/ 66 w 133"/>
              <a:gd name="T47" fmla="*/ 133 h 133"/>
              <a:gd name="T48" fmla="*/ 62 w 133"/>
              <a:gd name="T49" fmla="*/ 132 h 133"/>
              <a:gd name="T50" fmla="*/ 60 w 133"/>
              <a:gd name="T51" fmla="*/ 128 h 133"/>
              <a:gd name="T52" fmla="*/ 43 w 133"/>
              <a:gd name="T53" fmla="*/ 91 h 133"/>
              <a:gd name="T54" fmla="*/ 6 w 133"/>
              <a:gd name="T55" fmla="*/ 74 h 133"/>
              <a:gd name="T56" fmla="*/ 2 w 133"/>
              <a:gd name="T57" fmla="*/ 72 h 133"/>
              <a:gd name="T58" fmla="*/ 0 w 133"/>
              <a:gd name="T59" fmla="*/ 68 h 133"/>
              <a:gd name="T60" fmla="*/ 0 w 133"/>
              <a:gd name="T61" fmla="*/ 55 h 133"/>
              <a:gd name="T62" fmla="*/ 2 w 133"/>
              <a:gd name="T63" fmla="*/ 50 h 133"/>
              <a:gd name="T64" fmla="*/ 6 w 133"/>
              <a:gd name="T65" fmla="*/ 49 h 133"/>
              <a:gd name="T66" fmla="*/ 7 w 133"/>
              <a:gd name="T67" fmla="*/ 49 h 133"/>
              <a:gd name="T68" fmla="*/ 36 w 133"/>
              <a:gd name="T69" fmla="*/ 56 h 133"/>
              <a:gd name="T70" fmla="*/ 60 w 133"/>
              <a:gd name="T71" fmla="*/ 74 h 133"/>
              <a:gd name="T72" fmla="*/ 77 w 133"/>
              <a:gd name="T73" fmla="*/ 98 h 133"/>
              <a:gd name="T74" fmla="*/ 85 w 133"/>
              <a:gd name="T75" fmla="*/ 127 h 133"/>
              <a:gd name="T76" fmla="*/ 31 w 133"/>
              <a:gd name="T77" fmla="*/ 102 h 133"/>
              <a:gd name="T78" fmla="*/ 36 w 133"/>
              <a:gd name="T79" fmla="*/ 115 h 133"/>
              <a:gd name="T80" fmla="*/ 31 w 133"/>
              <a:gd name="T81" fmla="*/ 128 h 133"/>
              <a:gd name="T82" fmla="*/ 18 w 133"/>
              <a:gd name="T83" fmla="*/ 133 h 133"/>
              <a:gd name="T84" fmla="*/ 5 w 133"/>
              <a:gd name="T85" fmla="*/ 128 h 133"/>
              <a:gd name="T86" fmla="*/ 0 w 133"/>
              <a:gd name="T87" fmla="*/ 115 h 133"/>
              <a:gd name="T88" fmla="*/ 5 w 133"/>
              <a:gd name="T89" fmla="*/ 102 h 133"/>
              <a:gd name="T90" fmla="*/ 18 w 133"/>
              <a:gd name="T91" fmla="*/ 97 h 133"/>
              <a:gd name="T92" fmla="*/ 31 w 133"/>
              <a:gd name="T93" fmla="*/ 102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33" h="133">
                <a:moveTo>
                  <a:pt x="133" y="127"/>
                </a:moveTo>
                <a:cubicBezTo>
                  <a:pt x="133" y="129"/>
                  <a:pt x="133" y="130"/>
                  <a:pt x="132" y="132"/>
                </a:cubicBezTo>
                <a:cubicBezTo>
                  <a:pt x="130" y="133"/>
                  <a:pt x="129" y="133"/>
                  <a:pt x="127" y="133"/>
                </a:cubicBezTo>
                <a:cubicBezTo>
                  <a:pt x="114" y="133"/>
                  <a:pt x="114" y="133"/>
                  <a:pt x="114" y="133"/>
                </a:cubicBezTo>
                <a:cubicBezTo>
                  <a:pt x="112" y="133"/>
                  <a:pt x="111" y="133"/>
                  <a:pt x="110" y="132"/>
                </a:cubicBezTo>
                <a:cubicBezTo>
                  <a:pt x="108" y="131"/>
                  <a:pt x="108" y="129"/>
                  <a:pt x="108" y="128"/>
                </a:cubicBezTo>
                <a:cubicBezTo>
                  <a:pt x="107" y="114"/>
                  <a:pt x="104" y="101"/>
                  <a:pt x="98" y="89"/>
                </a:cubicBezTo>
                <a:cubicBezTo>
                  <a:pt x="93" y="77"/>
                  <a:pt x="85" y="66"/>
                  <a:pt x="76" y="57"/>
                </a:cubicBezTo>
                <a:cubicBezTo>
                  <a:pt x="67" y="48"/>
                  <a:pt x="57" y="41"/>
                  <a:pt x="44" y="36"/>
                </a:cubicBezTo>
                <a:cubicBezTo>
                  <a:pt x="32" y="30"/>
                  <a:pt x="19" y="27"/>
                  <a:pt x="6" y="26"/>
                </a:cubicBezTo>
                <a:cubicBezTo>
                  <a:pt x="4" y="26"/>
                  <a:pt x="3" y="25"/>
                  <a:pt x="2" y="24"/>
                </a:cubicBezTo>
                <a:cubicBezTo>
                  <a:pt x="1" y="23"/>
                  <a:pt x="0" y="21"/>
                  <a:pt x="0" y="20"/>
                </a:cubicBezTo>
                <a:cubicBezTo>
                  <a:pt x="0" y="6"/>
                  <a:pt x="0" y="6"/>
                  <a:pt x="0" y="6"/>
                </a:cubicBezTo>
                <a:cubicBezTo>
                  <a:pt x="0" y="5"/>
                  <a:pt x="1" y="3"/>
                  <a:pt x="2" y="2"/>
                </a:cubicBezTo>
                <a:cubicBezTo>
                  <a:pt x="3" y="1"/>
                  <a:pt x="5" y="0"/>
                  <a:pt x="6" y="0"/>
                </a:cubicBezTo>
                <a:cubicBezTo>
                  <a:pt x="7" y="0"/>
                  <a:pt x="7" y="0"/>
                  <a:pt x="7" y="0"/>
                </a:cubicBezTo>
                <a:cubicBezTo>
                  <a:pt x="23" y="1"/>
                  <a:pt x="39" y="5"/>
                  <a:pt x="54" y="12"/>
                </a:cubicBezTo>
                <a:cubicBezTo>
                  <a:pt x="69" y="18"/>
                  <a:pt x="82" y="28"/>
                  <a:pt x="94" y="39"/>
                </a:cubicBezTo>
                <a:cubicBezTo>
                  <a:pt x="106" y="51"/>
                  <a:pt x="115" y="65"/>
                  <a:pt x="122" y="80"/>
                </a:cubicBezTo>
                <a:cubicBezTo>
                  <a:pt x="129" y="95"/>
                  <a:pt x="132" y="111"/>
                  <a:pt x="133" y="127"/>
                </a:cubicBezTo>
                <a:close/>
                <a:moveTo>
                  <a:pt x="85" y="127"/>
                </a:moveTo>
                <a:cubicBezTo>
                  <a:pt x="85" y="129"/>
                  <a:pt x="84" y="130"/>
                  <a:pt x="83" y="131"/>
                </a:cubicBezTo>
                <a:cubicBezTo>
                  <a:pt x="82" y="133"/>
                  <a:pt x="81" y="133"/>
                  <a:pt x="79" y="133"/>
                </a:cubicBezTo>
                <a:cubicBezTo>
                  <a:pt x="66" y="133"/>
                  <a:pt x="66" y="133"/>
                  <a:pt x="66" y="133"/>
                </a:cubicBezTo>
                <a:cubicBezTo>
                  <a:pt x="65" y="133"/>
                  <a:pt x="63" y="133"/>
                  <a:pt x="62" y="132"/>
                </a:cubicBezTo>
                <a:cubicBezTo>
                  <a:pt x="61" y="131"/>
                  <a:pt x="60" y="130"/>
                  <a:pt x="60" y="128"/>
                </a:cubicBezTo>
                <a:cubicBezTo>
                  <a:pt x="59" y="114"/>
                  <a:pt x="53" y="101"/>
                  <a:pt x="43" y="91"/>
                </a:cubicBezTo>
                <a:cubicBezTo>
                  <a:pt x="32" y="81"/>
                  <a:pt x="20" y="75"/>
                  <a:pt x="6" y="74"/>
                </a:cubicBezTo>
                <a:cubicBezTo>
                  <a:pt x="4" y="73"/>
                  <a:pt x="3" y="73"/>
                  <a:pt x="2" y="72"/>
                </a:cubicBezTo>
                <a:cubicBezTo>
                  <a:pt x="1" y="70"/>
                  <a:pt x="0" y="69"/>
                  <a:pt x="0" y="68"/>
                </a:cubicBezTo>
                <a:cubicBezTo>
                  <a:pt x="0" y="55"/>
                  <a:pt x="0" y="55"/>
                  <a:pt x="0" y="55"/>
                </a:cubicBezTo>
                <a:cubicBezTo>
                  <a:pt x="0" y="53"/>
                  <a:pt x="1" y="51"/>
                  <a:pt x="2" y="50"/>
                </a:cubicBezTo>
                <a:cubicBezTo>
                  <a:pt x="3" y="49"/>
                  <a:pt x="5" y="49"/>
                  <a:pt x="6" y="49"/>
                </a:cubicBezTo>
                <a:cubicBezTo>
                  <a:pt x="7" y="49"/>
                  <a:pt x="7" y="49"/>
                  <a:pt x="7" y="49"/>
                </a:cubicBezTo>
                <a:cubicBezTo>
                  <a:pt x="17" y="50"/>
                  <a:pt x="26" y="52"/>
                  <a:pt x="36" y="56"/>
                </a:cubicBezTo>
                <a:cubicBezTo>
                  <a:pt x="45" y="61"/>
                  <a:pt x="53" y="66"/>
                  <a:pt x="60" y="74"/>
                </a:cubicBezTo>
                <a:cubicBezTo>
                  <a:pt x="67" y="81"/>
                  <a:pt x="73" y="89"/>
                  <a:pt x="77" y="98"/>
                </a:cubicBezTo>
                <a:cubicBezTo>
                  <a:pt x="82" y="107"/>
                  <a:pt x="84" y="117"/>
                  <a:pt x="85" y="127"/>
                </a:cubicBezTo>
                <a:close/>
                <a:moveTo>
                  <a:pt x="31" y="102"/>
                </a:moveTo>
                <a:cubicBezTo>
                  <a:pt x="35" y="106"/>
                  <a:pt x="36" y="110"/>
                  <a:pt x="36" y="115"/>
                </a:cubicBezTo>
                <a:cubicBezTo>
                  <a:pt x="36" y="120"/>
                  <a:pt x="35" y="125"/>
                  <a:pt x="31" y="128"/>
                </a:cubicBezTo>
                <a:cubicBezTo>
                  <a:pt x="28" y="132"/>
                  <a:pt x="23" y="133"/>
                  <a:pt x="18" y="133"/>
                </a:cubicBezTo>
                <a:cubicBezTo>
                  <a:pt x="13" y="133"/>
                  <a:pt x="9" y="132"/>
                  <a:pt x="5" y="128"/>
                </a:cubicBezTo>
                <a:cubicBezTo>
                  <a:pt x="2" y="125"/>
                  <a:pt x="0" y="120"/>
                  <a:pt x="0" y="115"/>
                </a:cubicBezTo>
                <a:cubicBezTo>
                  <a:pt x="0" y="110"/>
                  <a:pt x="2" y="106"/>
                  <a:pt x="5" y="102"/>
                </a:cubicBezTo>
                <a:cubicBezTo>
                  <a:pt x="9" y="99"/>
                  <a:pt x="13" y="97"/>
                  <a:pt x="18" y="97"/>
                </a:cubicBezTo>
                <a:cubicBezTo>
                  <a:pt x="23" y="97"/>
                  <a:pt x="28" y="99"/>
                  <a:pt x="31" y="10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53" name="Freeform 155"/>
          <p:cNvSpPr>
            <a:spLocks noEditPoints="1"/>
          </p:cNvSpPr>
          <p:nvPr/>
        </p:nvSpPr>
        <p:spPr bwMode="auto">
          <a:xfrm>
            <a:off x="10317703" y="2697469"/>
            <a:ext cx="207464" cy="175049"/>
          </a:xfrm>
          <a:custGeom>
            <a:avLst/>
            <a:gdLst>
              <a:gd name="T0" fmla="*/ 145 w 145"/>
              <a:gd name="T1" fmla="*/ 76 h 121"/>
              <a:gd name="T2" fmla="*/ 145 w 145"/>
              <a:gd name="T3" fmla="*/ 106 h 121"/>
              <a:gd name="T4" fmla="*/ 141 w 145"/>
              <a:gd name="T5" fmla="*/ 117 h 121"/>
              <a:gd name="T6" fmla="*/ 130 w 145"/>
              <a:gd name="T7" fmla="*/ 121 h 121"/>
              <a:gd name="T8" fmla="*/ 15 w 145"/>
              <a:gd name="T9" fmla="*/ 121 h 121"/>
              <a:gd name="T10" fmla="*/ 4 w 145"/>
              <a:gd name="T11" fmla="*/ 117 h 121"/>
              <a:gd name="T12" fmla="*/ 0 w 145"/>
              <a:gd name="T13" fmla="*/ 106 h 121"/>
              <a:gd name="T14" fmla="*/ 0 w 145"/>
              <a:gd name="T15" fmla="*/ 76 h 121"/>
              <a:gd name="T16" fmla="*/ 1 w 145"/>
              <a:gd name="T17" fmla="*/ 69 h 121"/>
              <a:gd name="T18" fmla="*/ 20 w 145"/>
              <a:gd name="T19" fmla="*/ 12 h 121"/>
              <a:gd name="T20" fmla="*/ 26 w 145"/>
              <a:gd name="T21" fmla="*/ 4 h 121"/>
              <a:gd name="T22" fmla="*/ 36 w 145"/>
              <a:gd name="T23" fmla="*/ 0 h 121"/>
              <a:gd name="T24" fmla="*/ 109 w 145"/>
              <a:gd name="T25" fmla="*/ 0 h 121"/>
              <a:gd name="T26" fmla="*/ 119 w 145"/>
              <a:gd name="T27" fmla="*/ 4 h 121"/>
              <a:gd name="T28" fmla="*/ 125 w 145"/>
              <a:gd name="T29" fmla="*/ 12 h 121"/>
              <a:gd name="T30" fmla="*/ 144 w 145"/>
              <a:gd name="T31" fmla="*/ 69 h 121"/>
              <a:gd name="T32" fmla="*/ 145 w 145"/>
              <a:gd name="T33" fmla="*/ 76 h 121"/>
              <a:gd name="T34" fmla="*/ 133 w 145"/>
              <a:gd name="T35" fmla="*/ 106 h 121"/>
              <a:gd name="T36" fmla="*/ 133 w 145"/>
              <a:gd name="T37" fmla="*/ 76 h 121"/>
              <a:gd name="T38" fmla="*/ 132 w 145"/>
              <a:gd name="T39" fmla="*/ 74 h 121"/>
              <a:gd name="T40" fmla="*/ 130 w 145"/>
              <a:gd name="T41" fmla="*/ 73 h 121"/>
              <a:gd name="T42" fmla="*/ 15 w 145"/>
              <a:gd name="T43" fmla="*/ 73 h 121"/>
              <a:gd name="T44" fmla="*/ 13 w 145"/>
              <a:gd name="T45" fmla="*/ 74 h 121"/>
              <a:gd name="T46" fmla="*/ 12 w 145"/>
              <a:gd name="T47" fmla="*/ 76 h 121"/>
              <a:gd name="T48" fmla="*/ 12 w 145"/>
              <a:gd name="T49" fmla="*/ 106 h 121"/>
              <a:gd name="T50" fmla="*/ 13 w 145"/>
              <a:gd name="T51" fmla="*/ 108 h 121"/>
              <a:gd name="T52" fmla="*/ 15 w 145"/>
              <a:gd name="T53" fmla="*/ 109 h 121"/>
              <a:gd name="T54" fmla="*/ 130 w 145"/>
              <a:gd name="T55" fmla="*/ 109 h 121"/>
              <a:gd name="T56" fmla="*/ 132 w 145"/>
              <a:gd name="T57" fmla="*/ 108 h 121"/>
              <a:gd name="T58" fmla="*/ 133 w 145"/>
              <a:gd name="T59" fmla="*/ 106 h 121"/>
              <a:gd name="T60" fmla="*/ 17 w 145"/>
              <a:gd name="T61" fmla="*/ 61 h 121"/>
              <a:gd name="T62" fmla="*/ 128 w 145"/>
              <a:gd name="T63" fmla="*/ 61 h 121"/>
              <a:gd name="T64" fmla="*/ 113 w 145"/>
              <a:gd name="T65" fmla="*/ 15 h 121"/>
              <a:gd name="T66" fmla="*/ 112 w 145"/>
              <a:gd name="T67" fmla="*/ 13 h 121"/>
              <a:gd name="T68" fmla="*/ 109 w 145"/>
              <a:gd name="T69" fmla="*/ 13 h 121"/>
              <a:gd name="T70" fmla="*/ 36 w 145"/>
              <a:gd name="T71" fmla="*/ 13 h 121"/>
              <a:gd name="T72" fmla="*/ 33 w 145"/>
              <a:gd name="T73" fmla="*/ 13 h 121"/>
              <a:gd name="T74" fmla="*/ 32 w 145"/>
              <a:gd name="T75" fmla="*/ 15 h 121"/>
              <a:gd name="T76" fmla="*/ 17 w 145"/>
              <a:gd name="T77" fmla="*/ 61 h 121"/>
              <a:gd name="T78" fmla="*/ 96 w 145"/>
              <a:gd name="T79" fmla="*/ 86 h 121"/>
              <a:gd name="T80" fmla="*/ 98 w 145"/>
              <a:gd name="T81" fmla="*/ 91 h 121"/>
              <a:gd name="T82" fmla="*/ 96 w 145"/>
              <a:gd name="T83" fmla="*/ 97 h 121"/>
              <a:gd name="T84" fmla="*/ 91 w 145"/>
              <a:gd name="T85" fmla="*/ 99 h 121"/>
              <a:gd name="T86" fmla="*/ 85 w 145"/>
              <a:gd name="T87" fmla="*/ 97 h 121"/>
              <a:gd name="T88" fmla="*/ 83 w 145"/>
              <a:gd name="T89" fmla="*/ 91 h 121"/>
              <a:gd name="T90" fmla="*/ 85 w 145"/>
              <a:gd name="T91" fmla="*/ 86 h 121"/>
              <a:gd name="T92" fmla="*/ 91 w 145"/>
              <a:gd name="T93" fmla="*/ 84 h 121"/>
              <a:gd name="T94" fmla="*/ 96 w 145"/>
              <a:gd name="T95" fmla="*/ 86 h 121"/>
              <a:gd name="T96" fmla="*/ 120 w 145"/>
              <a:gd name="T97" fmla="*/ 86 h 121"/>
              <a:gd name="T98" fmla="*/ 122 w 145"/>
              <a:gd name="T99" fmla="*/ 91 h 121"/>
              <a:gd name="T100" fmla="*/ 120 w 145"/>
              <a:gd name="T101" fmla="*/ 97 h 121"/>
              <a:gd name="T102" fmla="*/ 115 w 145"/>
              <a:gd name="T103" fmla="*/ 99 h 121"/>
              <a:gd name="T104" fmla="*/ 109 w 145"/>
              <a:gd name="T105" fmla="*/ 97 h 121"/>
              <a:gd name="T106" fmla="*/ 107 w 145"/>
              <a:gd name="T107" fmla="*/ 91 h 121"/>
              <a:gd name="T108" fmla="*/ 109 w 145"/>
              <a:gd name="T109" fmla="*/ 86 h 121"/>
              <a:gd name="T110" fmla="*/ 115 w 145"/>
              <a:gd name="T111" fmla="*/ 84 h 121"/>
              <a:gd name="T112" fmla="*/ 120 w 145"/>
              <a:gd name="T113" fmla="*/ 86 h 1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45" h="121">
                <a:moveTo>
                  <a:pt x="145" y="76"/>
                </a:moveTo>
                <a:cubicBezTo>
                  <a:pt x="145" y="106"/>
                  <a:pt x="145" y="106"/>
                  <a:pt x="145" y="106"/>
                </a:cubicBezTo>
                <a:cubicBezTo>
                  <a:pt x="145" y="110"/>
                  <a:pt x="144" y="114"/>
                  <a:pt x="141" y="117"/>
                </a:cubicBezTo>
                <a:cubicBezTo>
                  <a:pt x="138" y="120"/>
                  <a:pt x="134" y="121"/>
                  <a:pt x="130" y="121"/>
                </a:cubicBezTo>
                <a:cubicBezTo>
                  <a:pt x="15" y="121"/>
                  <a:pt x="15" y="121"/>
                  <a:pt x="15" y="121"/>
                </a:cubicBezTo>
                <a:cubicBezTo>
                  <a:pt x="11" y="121"/>
                  <a:pt x="7" y="120"/>
                  <a:pt x="4" y="117"/>
                </a:cubicBezTo>
                <a:cubicBezTo>
                  <a:pt x="1" y="114"/>
                  <a:pt x="0" y="110"/>
                  <a:pt x="0" y="106"/>
                </a:cubicBezTo>
                <a:cubicBezTo>
                  <a:pt x="0" y="76"/>
                  <a:pt x="0" y="76"/>
                  <a:pt x="0" y="76"/>
                </a:cubicBezTo>
                <a:cubicBezTo>
                  <a:pt x="0" y="75"/>
                  <a:pt x="0" y="72"/>
                  <a:pt x="1" y="69"/>
                </a:cubicBezTo>
                <a:cubicBezTo>
                  <a:pt x="20" y="12"/>
                  <a:pt x="20" y="12"/>
                  <a:pt x="20" y="12"/>
                </a:cubicBezTo>
                <a:cubicBezTo>
                  <a:pt x="21" y="8"/>
                  <a:pt x="23" y="6"/>
                  <a:pt x="26" y="4"/>
                </a:cubicBezTo>
                <a:cubicBezTo>
                  <a:pt x="29" y="1"/>
                  <a:pt x="32" y="0"/>
                  <a:pt x="36" y="0"/>
                </a:cubicBezTo>
                <a:cubicBezTo>
                  <a:pt x="109" y="0"/>
                  <a:pt x="109" y="0"/>
                  <a:pt x="109" y="0"/>
                </a:cubicBezTo>
                <a:cubicBezTo>
                  <a:pt x="113" y="0"/>
                  <a:pt x="116" y="1"/>
                  <a:pt x="119" y="4"/>
                </a:cubicBezTo>
                <a:cubicBezTo>
                  <a:pt x="122" y="6"/>
                  <a:pt x="124" y="8"/>
                  <a:pt x="125" y="12"/>
                </a:cubicBezTo>
                <a:cubicBezTo>
                  <a:pt x="144" y="69"/>
                  <a:pt x="144" y="69"/>
                  <a:pt x="144" y="69"/>
                </a:cubicBezTo>
                <a:cubicBezTo>
                  <a:pt x="145" y="72"/>
                  <a:pt x="145" y="75"/>
                  <a:pt x="145" y="76"/>
                </a:cubicBezTo>
                <a:close/>
                <a:moveTo>
                  <a:pt x="133" y="106"/>
                </a:moveTo>
                <a:cubicBezTo>
                  <a:pt x="133" y="76"/>
                  <a:pt x="133" y="76"/>
                  <a:pt x="133" y="76"/>
                </a:cubicBezTo>
                <a:cubicBezTo>
                  <a:pt x="133" y="75"/>
                  <a:pt x="133" y="75"/>
                  <a:pt x="132" y="74"/>
                </a:cubicBezTo>
                <a:cubicBezTo>
                  <a:pt x="131" y="73"/>
                  <a:pt x="131" y="73"/>
                  <a:pt x="130" y="73"/>
                </a:cubicBezTo>
                <a:cubicBezTo>
                  <a:pt x="15" y="73"/>
                  <a:pt x="15" y="73"/>
                  <a:pt x="15" y="73"/>
                </a:cubicBezTo>
                <a:cubicBezTo>
                  <a:pt x="14" y="73"/>
                  <a:pt x="13" y="73"/>
                  <a:pt x="13" y="74"/>
                </a:cubicBezTo>
                <a:cubicBezTo>
                  <a:pt x="12" y="75"/>
                  <a:pt x="12" y="75"/>
                  <a:pt x="12" y="76"/>
                </a:cubicBezTo>
                <a:cubicBezTo>
                  <a:pt x="12" y="106"/>
                  <a:pt x="12" y="106"/>
                  <a:pt x="12" y="106"/>
                </a:cubicBezTo>
                <a:cubicBezTo>
                  <a:pt x="12" y="107"/>
                  <a:pt x="12" y="108"/>
                  <a:pt x="13" y="108"/>
                </a:cubicBezTo>
                <a:cubicBezTo>
                  <a:pt x="13" y="109"/>
                  <a:pt x="14" y="109"/>
                  <a:pt x="15" y="109"/>
                </a:cubicBezTo>
                <a:cubicBezTo>
                  <a:pt x="130" y="109"/>
                  <a:pt x="130" y="109"/>
                  <a:pt x="130" y="109"/>
                </a:cubicBezTo>
                <a:cubicBezTo>
                  <a:pt x="131" y="109"/>
                  <a:pt x="131" y="109"/>
                  <a:pt x="132" y="108"/>
                </a:cubicBezTo>
                <a:cubicBezTo>
                  <a:pt x="133" y="108"/>
                  <a:pt x="133" y="107"/>
                  <a:pt x="133" y="106"/>
                </a:cubicBezTo>
                <a:close/>
                <a:moveTo>
                  <a:pt x="17" y="61"/>
                </a:moveTo>
                <a:cubicBezTo>
                  <a:pt x="128" y="61"/>
                  <a:pt x="128" y="61"/>
                  <a:pt x="128" y="61"/>
                </a:cubicBezTo>
                <a:cubicBezTo>
                  <a:pt x="113" y="15"/>
                  <a:pt x="113" y="15"/>
                  <a:pt x="113" y="15"/>
                </a:cubicBezTo>
                <a:cubicBezTo>
                  <a:pt x="113" y="15"/>
                  <a:pt x="113" y="14"/>
                  <a:pt x="112" y="13"/>
                </a:cubicBezTo>
                <a:cubicBezTo>
                  <a:pt x="111" y="13"/>
                  <a:pt x="110" y="13"/>
                  <a:pt x="109" y="13"/>
                </a:cubicBezTo>
                <a:cubicBezTo>
                  <a:pt x="36" y="13"/>
                  <a:pt x="36" y="13"/>
                  <a:pt x="36" y="13"/>
                </a:cubicBezTo>
                <a:cubicBezTo>
                  <a:pt x="35" y="13"/>
                  <a:pt x="34" y="13"/>
                  <a:pt x="33" y="13"/>
                </a:cubicBezTo>
                <a:cubicBezTo>
                  <a:pt x="32" y="14"/>
                  <a:pt x="32" y="15"/>
                  <a:pt x="32" y="15"/>
                </a:cubicBezTo>
                <a:lnTo>
                  <a:pt x="17" y="61"/>
                </a:lnTo>
                <a:close/>
                <a:moveTo>
                  <a:pt x="96" y="86"/>
                </a:moveTo>
                <a:cubicBezTo>
                  <a:pt x="97" y="87"/>
                  <a:pt x="98" y="89"/>
                  <a:pt x="98" y="91"/>
                </a:cubicBezTo>
                <a:cubicBezTo>
                  <a:pt x="98" y="93"/>
                  <a:pt x="97" y="95"/>
                  <a:pt x="96" y="97"/>
                </a:cubicBezTo>
                <a:cubicBezTo>
                  <a:pt x="94" y="98"/>
                  <a:pt x="93" y="99"/>
                  <a:pt x="91" y="99"/>
                </a:cubicBezTo>
                <a:cubicBezTo>
                  <a:pt x="89" y="99"/>
                  <a:pt x="87" y="98"/>
                  <a:pt x="85" y="97"/>
                </a:cubicBezTo>
                <a:cubicBezTo>
                  <a:pt x="84" y="95"/>
                  <a:pt x="83" y="93"/>
                  <a:pt x="83" y="91"/>
                </a:cubicBezTo>
                <a:cubicBezTo>
                  <a:pt x="83" y="89"/>
                  <a:pt x="84" y="87"/>
                  <a:pt x="85" y="86"/>
                </a:cubicBezTo>
                <a:cubicBezTo>
                  <a:pt x="87" y="84"/>
                  <a:pt x="89" y="84"/>
                  <a:pt x="91" y="84"/>
                </a:cubicBezTo>
                <a:cubicBezTo>
                  <a:pt x="93" y="84"/>
                  <a:pt x="94" y="84"/>
                  <a:pt x="96" y="86"/>
                </a:cubicBezTo>
                <a:close/>
                <a:moveTo>
                  <a:pt x="120" y="86"/>
                </a:moveTo>
                <a:cubicBezTo>
                  <a:pt x="122" y="87"/>
                  <a:pt x="122" y="89"/>
                  <a:pt x="122" y="91"/>
                </a:cubicBezTo>
                <a:cubicBezTo>
                  <a:pt x="122" y="93"/>
                  <a:pt x="122" y="95"/>
                  <a:pt x="120" y="97"/>
                </a:cubicBezTo>
                <a:cubicBezTo>
                  <a:pt x="119" y="98"/>
                  <a:pt x="117" y="99"/>
                  <a:pt x="115" y="99"/>
                </a:cubicBezTo>
                <a:cubicBezTo>
                  <a:pt x="113" y="99"/>
                  <a:pt x="111" y="98"/>
                  <a:pt x="109" y="97"/>
                </a:cubicBezTo>
                <a:cubicBezTo>
                  <a:pt x="108" y="95"/>
                  <a:pt x="107" y="93"/>
                  <a:pt x="107" y="91"/>
                </a:cubicBezTo>
                <a:cubicBezTo>
                  <a:pt x="107" y="89"/>
                  <a:pt x="108" y="87"/>
                  <a:pt x="109" y="86"/>
                </a:cubicBezTo>
                <a:cubicBezTo>
                  <a:pt x="111" y="84"/>
                  <a:pt x="113" y="84"/>
                  <a:pt x="115" y="84"/>
                </a:cubicBezTo>
                <a:cubicBezTo>
                  <a:pt x="117" y="84"/>
                  <a:pt x="119" y="84"/>
                  <a:pt x="120" y="8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54" name="Freeform 156"/>
          <p:cNvSpPr>
            <a:spLocks noEditPoints="1"/>
          </p:cNvSpPr>
          <p:nvPr/>
        </p:nvSpPr>
        <p:spPr bwMode="auto">
          <a:xfrm>
            <a:off x="10585679" y="2680180"/>
            <a:ext cx="242043" cy="209627"/>
          </a:xfrm>
          <a:custGeom>
            <a:avLst/>
            <a:gdLst>
              <a:gd name="T0" fmla="*/ 157 w 169"/>
              <a:gd name="T1" fmla="*/ 49 h 146"/>
              <a:gd name="T2" fmla="*/ 166 w 169"/>
              <a:gd name="T3" fmla="*/ 52 h 146"/>
              <a:gd name="T4" fmla="*/ 169 w 169"/>
              <a:gd name="T5" fmla="*/ 61 h 146"/>
              <a:gd name="T6" fmla="*/ 166 w 169"/>
              <a:gd name="T7" fmla="*/ 69 h 146"/>
              <a:gd name="T8" fmla="*/ 157 w 169"/>
              <a:gd name="T9" fmla="*/ 73 h 146"/>
              <a:gd name="T10" fmla="*/ 157 w 169"/>
              <a:gd name="T11" fmla="*/ 109 h 146"/>
              <a:gd name="T12" fmla="*/ 153 w 169"/>
              <a:gd name="T13" fmla="*/ 118 h 146"/>
              <a:gd name="T14" fmla="*/ 145 w 169"/>
              <a:gd name="T15" fmla="*/ 121 h 146"/>
              <a:gd name="T16" fmla="*/ 68 w 169"/>
              <a:gd name="T17" fmla="*/ 85 h 146"/>
              <a:gd name="T18" fmla="*/ 59 w 169"/>
              <a:gd name="T19" fmla="*/ 92 h 146"/>
              <a:gd name="T20" fmla="*/ 57 w 169"/>
              <a:gd name="T21" fmla="*/ 101 h 146"/>
              <a:gd name="T22" fmla="*/ 60 w 169"/>
              <a:gd name="T23" fmla="*/ 110 h 146"/>
              <a:gd name="T24" fmla="*/ 58 w 169"/>
              <a:gd name="T25" fmla="*/ 116 h 146"/>
              <a:gd name="T26" fmla="*/ 59 w 169"/>
              <a:gd name="T27" fmla="*/ 122 h 146"/>
              <a:gd name="T28" fmla="*/ 62 w 169"/>
              <a:gd name="T29" fmla="*/ 127 h 146"/>
              <a:gd name="T30" fmla="*/ 66 w 169"/>
              <a:gd name="T31" fmla="*/ 132 h 146"/>
              <a:gd name="T32" fmla="*/ 72 w 169"/>
              <a:gd name="T33" fmla="*/ 136 h 146"/>
              <a:gd name="T34" fmla="*/ 62 w 169"/>
              <a:gd name="T35" fmla="*/ 144 h 146"/>
              <a:gd name="T36" fmla="*/ 46 w 169"/>
              <a:gd name="T37" fmla="*/ 145 h 146"/>
              <a:gd name="T38" fmla="*/ 33 w 169"/>
              <a:gd name="T39" fmla="*/ 140 h 146"/>
              <a:gd name="T40" fmla="*/ 31 w 169"/>
              <a:gd name="T41" fmla="*/ 132 h 146"/>
              <a:gd name="T42" fmla="*/ 27 w 169"/>
              <a:gd name="T43" fmla="*/ 123 h 146"/>
              <a:gd name="T44" fmla="*/ 25 w 169"/>
              <a:gd name="T45" fmla="*/ 114 h 146"/>
              <a:gd name="T46" fmla="*/ 24 w 169"/>
              <a:gd name="T47" fmla="*/ 105 h 146"/>
              <a:gd name="T48" fmla="*/ 24 w 169"/>
              <a:gd name="T49" fmla="*/ 95 h 146"/>
              <a:gd name="T50" fmla="*/ 26 w 169"/>
              <a:gd name="T51" fmla="*/ 85 h 146"/>
              <a:gd name="T52" fmla="*/ 15 w 169"/>
              <a:gd name="T53" fmla="*/ 85 h 146"/>
              <a:gd name="T54" fmla="*/ 4 w 169"/>
              <a:gd name="T55" fmla="*/ 81 h 146"/>
              <a:gd name="T56" fmla="*/ 0 w 169"/>
              <a:gd name="T57" fmla="*/ 70 h 146"/>
              <a:gd name="T58" fmla="*/ 0 w 169"/>
              <a:gd name="T59" fmla="*/ 52 h 146"/>
              <a:gd name="T60" fmla="*/ 4 w 169"/>
              <a:gd name="T61" fmla="*/ 41 h 146"/>
              <a:gd name="T62" fmla="*/ 15 w 169"/>
              <a:gd name="T63" fmla="*/ 37 h 146"/>
              <a:gd name="T64" fmla="*/ 60 w 169"/>
              <a:gd name="T65" fmla="*/ 37 h 146"/>
              <a:gd name="T66" fmla="*/ 145 w 169"/>
              <a:gd name="T67" fmla="*/ 0 h 146"/>
              <a:gd name="T68" fmla="*/ 153 w 169"/>
              <a:gd name="T69" fmla="*/ 4 h 146"/>
              <a:gd name="T70" fmla="*/ 157 w 169"/>
              <a:gd name="T71" fmla="*/ 12 h 146"/>
              <a:gd name="T72" fmla="*/ 157 w 169"/>
              <a:gd name="T73" fmla="*/ 49 h 146"/>
              <a:gd name="T74" fmla="*/ 145 w 169"/>
              <a:gd name="T75" fmla="*/ 106 h 146"/>
              <a:gd name="T76" fmla="*/ 145 w 169"/>
              <a:gd name="T77" fmla="*/ 16 h 146"/>
              <a:gd name="T78" fmla="*/ 72 w 169"/>
              <a:gd name="T79" fmla="*/ 48 h 146"/>
              <a:gd name="T80" fmla="*/ 72 w 169"/>
              <a:gd name="T81" fmla="*/ 74 h 146"/>
              <a:gd name="T82" fmla="*/ 145 w 169"/>
              <a:gd name="T83" fmla="*/ 106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69" h="146">
                <a:moveTo>
                  <a:pt x="157" y="49"/>
                </a:moveTo>
                <a:cubicBezTo>
                  <a:pt x="160" y="49"/>
                  <a:pt x="163" y="50"/>
                  <a:pt x="166" y="52"/>
                </a:cubicBezTo>
                <a:cubicBezTo>
                  <a:pt x="168" y="55"/>
                  <a:pt x="169" y="58"/>
                  <a:pt x="169" y="61"/>
                </a:cubicBezTo>
                <a:cubicBezTo>
                  <a:pt x="169" y="64"/>
                  <a:pt x="168" y="67"/>
                  <a:pt x="166" y="69"/>
                </a:cubicBezTo>
                <a:cubicBezTo>
                  <a:pt x="163" y="72"/>
                  <a:pt x="160" y="73"/>
                  <a:pt x="157" y="73"/>
                </a:cubicBezTo>
                <a:cubicBezTo>
                  <a:pt x="157" y="109"/>
                  <a:pt x="157" y="109"/>
                  <a:pt x="157" y="109"/>
                </a:cubicBezTo>
                <a:cubicBezTo>
                  <a:pt x="157" y="113"/>
                  <a:pt x="156" y="115"/>
                  <a:pt x="153" y="118"/>
                </a:cubicBezTo>
                <a:cubicBezTo>
                  <a:pt x="151" y="120"/>
                  <a:pt x="148" y="121"/>
                  <a:pt x="145" y="121"/>
                </a:cubicBezTo>
                <a:cubicBezTo>
                  <a:pt x="119" y="99"/>
                  <a:pt x="93" y="88"/>
                  <a:pt x="68" y="85"/>
                </a:cubicBezTo>
                <a:cubicBezTo>
                  <a:pt x="64" y="87"/>
                  <a:pt x="62" y="89"/>
                  <a:pt x="59" y="92"/>
                </a:cubicBezTo>
                <a:cubicBezTo>
                  <a:pt x="57" y="95"/>
                  <a:pt x="56" y="98"/>
                  <a:pt x="57" y="101"/>
                </a:cubicBezTo>
                <a:cubicBezTo>
                  <a:pt x="57" y="105"/>
                  <a:pt x="58" y="107"/>
                  <a:pt x="60" y="110"/>
                </a:cubicBezTo>
                <a:cubicBezTo>
                  <a:pt x="59" y="112"/>
                  <a:pt x="58" y="114"/>
                  <a:pt x="58" y="116"/>
                </a:cubicBezTo>
                <a:cubicBezTo>
                  <a:pt x="58" y="118"/>
                  <a:pt x="58" y="120"/>
                  <a:pt x="59" y="122"/>
                </a:cubicBezTo>
                <a:cubicBezTo>
                  <a:pt x="59" y="123"/>
                  <a:pt x="60" y="125"/>
                  <a:pt x="62" y="127"/>
                </a:cubicBezTo>
                <a:cubicBezTo>
                  <a:pt x="63" y="129"/>
                  <a:pt x="65" y="130"/>
                  <a:pt x="66" y="132"/>
                </a:cubicBezTo>
                <a:cubicBezTo>
                  <a:pt x="68" y="133"/>
                  <a:pt x="70" y="134"/>
                  <a:pt x="72" y="136"/>
                </a:cubicBezTo>
                <a:cubicBezTo>
                  <a:pt x="70" y="140"/>
                  <a:pt x="67" y="143"/>
                  <a:pt x="62" y="144"/>
                </a:cubicBezTo>
                <a:cubicBezTo>
                  <a:pt x="57" y="146"/>
                  <a:pt x="51" y="146"/>
                  <a:pt x="46" y="145"/>
                </a:cubicBezTo>
                <a:cubicBezTo>
                  <a:pt x="40" y="144"/>
                  <a:pt x="36" y="143"/>
                  <a:pt x="33" y="140"/>
                </a:cubicBezTo>
                <a:cubicBezTo>
                  <a:pt x="33" y="139"/>
                  <a:pt x="32" y="136"/>
                  <a:pt x="31" y="132"/>
                </a:cubicBezTo>
                <a:cubicBezTo>
                  <a:pt x="29" y="128"/>
                  <a:pt x="28" y="125"/>
                  <a:pt x="27" y="123"/>
                </a:cubicBezTo>
                <a:cubicBezTo>
                  <a:pt x="27" y="121"/>
                  <a:pt x="26" y="118"/>
                  <a:pt x="25" y="114"/>
                </a:cubicBezTo>
                <a:cubicBezTo>
                  <a:pt x="24" y="111"/>
                  <a:pt x="24" y="107"/>
                  <a:pt x="24" y="105"/>
                </a:cubicBezTo>
                <a:cubicBezTo>
                  <a:pt x="24" y="102"/>
                  <a:pt x="24" y="99"/>
                  <a:pt x="24" y="95"/>
                </a:cubicBezTo>
                <a:cubicBezTo>
                  <a:pt x="25" y="92"/>
                  <a:pt x="25" y="88"/>
                  <a:pt x="26" y="85"/>
                </a:cubicBezTo>
                <a:cubicBezTo>
                  <a:pt x="15" y="85"/>
                  <a:pt x="15" y="85"/>
                  <a:pt x="15" y="85"/>
                </a:cubicBezTo>
                <a:cubicBezTo>
                  <a:pt x="11" y="85"/>
                  <a:pt x="7" y="84"/>
                  <a:pt x="4" y="81"/>
                </a:cubicBezTo>
                <a:cubicBezTo>
                  <a:pt x="1" y="78"/>
                  <a:pt x="0" y="74"/>
                  <a:pt x="0" y="70"/>
                </a:cubicBezTo>
                <a:cubicBezTo>
                  <a:pt x="0" y="52"/>
                  <a:pt x="0" y="52"/>
                  <a:pt x="0" y="52"/>
                </a:cubicBezTo>
                <a:cubicBezTo>
                  <a:pt x="0" y="48"/>
                  <a:pt x="1" y="44"/>
                  <a:pt x="4" y="41"/>
                </a:cubicBezTo>
                <a:cubicBezTo>
                  <a:pt x="7" y="38"/>
                  <a:pt x="11" y="37"/>
                  <a:pt x="15" y="37"/>
                </a:cubicBezTo>
                <a:cubicBezTo>
                  <a:pt x="60" y="37"/>
                  <a:pt x="60" y="37"/>
                  <a:pt x="60" y="37"/>
                </a:cubicBezTo>
                <a:cubicBezTo>
                  <a:pt x="88" y="37"/>
                  <a:pt x="116" y="25"/>
                  <a:pt x="145" y="0"/>
                </a:cubicBezTo>
                <a:cubicBezTo>
                  <a:pt x="148" y="0"/>
                  <a:pt x="151" y="2"/>
                  <a:pt x="153" y="4"/>
                </a:cubicBezTo>
                <a:cubicBezTo>
                  <a:pt x="156" y="6"/>
                  <a:pt x="157" y="9"/>
                  <a:pt x="157" y="12"/>
                </a:cubicBezTo>
                <a:lnTo>
                  <a:pt x="157" y="49"/>
                </a:lnTo>
                <a:close/>
                <a:moveTo>
                  <a:pt x="145" y="106"/>
                </a:moveTo>
                <a:cubicBezTo>
                  <a:pt x="145" y="16"/>
                  <a:pt x="145" y="16"/>
                  <a:pt x="145" y="16"/>
                </a:cubicBezTo>
                <a:cubicBezTo>
                  <a:pt x="120" y="35"/>
                  <a:pt x="96" y="45"/>
                  <a:pt x="72" y="48"/>
                </a:cubicBezTo>
                <a:cubicBezTo>
                  <a:pt x="72" y="74"/>
                  <a:pt x="72" y="74"/>
                  <a:pt x="72" y="74"/>
                </a:cubicBezTo>
                <a:cubicBezTo>
                  <a:pt x="96" y="76"/>
                  <a:pt x="120" y="87"/>
                  <a:pt x="145" y="10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55" name="Freeform 157"/>
          <p:cNvSpPr>
            <a:spLocks noEditPoints="1"/>
          </p:cNvSpPr>
          <p:nvPr/>
        </p:nvSpPr>
        <p:spPr bwMode="auto">
          <a:xfrm>
            <a:off x="10896876" y="2665051"/>
            <a:ext cx="224755" cy="242043"/>
          </a:xfrm>
          <a:custGeom>
            <a:avLst/>
            <a:gdLst>
              <a:gd name="T0" fmla="*/ 157 w 157"/>
              <a:gd name="T1" fmla="*/ 133 h 170"/>
              <a:gd name="T2" fmla="*/ 153 w 157"/>
              <a:gd name="T3" fmla="*/ 142 h 170"/>
              <a:gd name="T4" fmla="*/ 145 w 157"/>
              <a:gd name="T5" fmla="*/ 145 h 170"/>
              <a:gd name="T6" fmla="*/ 103 w 157"/>
              <a:gd name="T7" fmla="*/ 145 h 170"/>
              <a:gd name="T8" fmla="*/ 95 w 157"/>
              <a:gd name="T9" fmla="*/ 163 h 170"/>
              <a:gd name="T10" fmla="*/ 78 w 157"/>
              <a:gd name="T11" fmla="*/ 170 h 170"/>
              <a:gd name="T12" fmla="*/ 61 w 157"/>
              <a:gd name="T13" fmla="*/ 163 h 170"/>
              <a:gd name="T14" fmla="*/ 54 w 157"/>
              <a:gd name="T15" fmla="*/ 145 h 170"/>
              <a:gd name="T16" fmla="*/ 12 w 157"/>
              <a:gd name="T17" fmla="*/ 145 h 170"/>
              <a:gd name="T18" fmla="*/ 3 w 157"/>
              <a:gd name="T19" fmla="*/ 142 h 170"/>
              <a:gd name="T20" fmla="*/ 0 w 157"/>
              <a:gd name="T21" fmla="*/ 133 h 170"/>
              <a:gd name="T22" fmla="*/ 8 w 157"/>
              <a:gd name="T23" fmla="*/ 125 h 170"/>
              <a:gd name="T24" fmla="*/ 16 w 157"/>
              <a:gd name="T25" fmla="*/ 114 h 170"/>
              <a:gd name="T26" fmla="*/ 23 w 157"/>
              <a:gd name="T27" fmla="*/ 99 h 170"/>
              <a:gd name="T28" fmla="*/ 28 w 157"/>
              <a:gd name="T29" fmla="*/ 79 h 170"/>
              <a:gd name="T30" fmla="*/ 30 w 157"/>
              <a:gd name="T31" fmla="*/ 55 h 170"/>
              <a:gd name="T32" fmla="*/ 41 w 157"/>
              <a:gd name="T33" fmla="*/ 28 h 170"/>
              <a:gd name="T34" fmla="*/ 70 w 157"/>
              <a:gd name="T35" fmla="*/ 13 h 170"/>
              <a:gd name="T36" fmla="*/ 69 w 157"/>
              <a:gd name="T37" fmla="*/ 9 h 170"/>
              <a:gd name="T38" fmla="*/ 72 w 157"/>
              <a:gd name="T39" fmla="*/ 3 h 170"/>
              <a:gd name="T40" fmla="*/ 78 w 157"/>
              <a:gd name="T41" fmla="*/ 0 h 170"/>
              <a:gd name="T42" fmla="*/ 85 w 157"/>
              <a:gd name="T43" fmla="*/ 3 h 170"/>
              <a:gd name="T44" fmla="*/ 87 w 157"/>
              <a:gd name="T45" fmla="*/ 9 h 170"/>
              <a:gd name="T46" fmla="*/ 87 w 157"/>
              <a:gd name="T47" fmla="*/ 13 h 170"/>
              <a:gd name="T48" fmla="*/ 116 w 157"/>
              <a:gd name="T49" fmla="*/ 28 h 170"/>
              <a:gd name="T50" fmla="*/ 127 w 157"/>
              <a:gd name="T51" fmla="*/ 55 h 170"/>
              <a:gd name="T52" fmla="*/ 129 w 157"/>
              <a:gd name="T53" fmla="*/ 79 h 170"/>
              <a:gd name="T54" fmla="*/ 133 w 157"/>
              <a:gd name="T55" fmla="*/ 99 h 170"/>
              <a:gd name="T56" fmla="*/ 140 w 157"/>
              <a:gd name="T57" fmla="*/ 114 h 170"/>
              <a:gd name="T58" fmla="*/ 148 w 157"/>
              <a:gd name="T59" fmla="*/ 125 h 170"/>
              <a:gd name="T60" fmla="*/ 157 w 157"/>
              <a:gd name="T61" fmla="*/ 133 h 170"/>
              <a:gd name="T62" fmla="*/ 80 w 157"/>
              <a:gd name="T63" fmla="*/ 161 h 170"/>
              <a:gd name="T64" fmla="*/ 78 w 157"/>
              <a:gd name="T65" fmla="*/ 159 h 170"/>
              <a:gd name="T66" fmla="*/ 69 w 157"/>
              <a:gd name="T67" fmla="*/ 155 h 170"/>
              <a:gd name="T68" fmla="*/ 65 w 157"/>
              <a:gd name="T69" fmla="*/ 145 h 170"/>
              <a:gd name="T70" fmla="*/ 63 w 157"/>
              <a:gd name="T71" fmla="*/ 144 h 170"/>
              <a:gd name="T72" fmla="*/ 62 w 157"/>
              <a:gd name="T73" fmla="*/ 145 h 170"/>
              <a:gd name="T74" fmla="*/ 67 w 157"/>
              <a:gd name="T75" fmla="*/ 157 h 170"/>
              <a:gd name="T76" fmla="*/ 78 w 157"/>
              <a:gd name="T77" fmla="*/ 162 h 170"/>
              <a:gd name="T78" fmla="*/ 80 w 157"/>
              <a:gd name="T79" fmla="*/ 161 h 1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57" h="170">
                <a:moveTo>
                  <a:pt x="157" y="133"/>
                </a:moveTo>
                <a:cubicBezTo>
                  <a:pt x="157" y="137"/>
                  <a:pt x="156" y="139"/>
                  <a:pt x="153" y="142"/>
                </a:cubicBezTo>
                <a:cubicBezTo>
                  <a:pt x="151" y="144"/>
                  <a:pt x="148" y="145"/>
                  <a:pt x="145" y="145"/>
                </a:cubicBezTo>
                <a:cubicBezTo>
                  <a:pt x="103" y="145"/>
                  <a:pt x="103" y="145"/>
                  <a:pt x="103" y="145"/>
                </a:cubicBezTo>
                <a:cubicBezTo>
                  <a:pt x="103" y="152"/>
                  <a:pt x="100" y="158"/>
                  <a:pt x="95" y="163"/>
                </a:cubicBezTo>
                <a:cubicBezTo>
                  <a:pt x="91" y="167"/>
                  <a:pt x="85" y="170"/>
                  <a:pt x="78" y="170"/>
                </a:cubicBezTo>
                <a:cubicBezTo>
                  <a:pt x="72" y="170"/>
                  <a:pt x="66" y="167"/>
                  <a:pt x="61" y="163"/>
                </a:cubicBezTo>
                <a:cubicBezTo>
                  <a:pt x="56" y="158"/>
                  <a:pt x="54" y="152"/>
                  <a:pt x="54" y="145"/>
                </a:cubicBezTo>
                <a:cubicBezTo>
                  <a:pt x="12" y="145"/>
                  <a:pt x="12" y="145"/>
                  <a:pt x="12" y="145"/>
                </a:cubicBezTo>
                <a:cubicBezTo>
                  <a:pt x="8" y="145"/>
                  <a:pt x="6" y="144"/>
                  <a:pt x="3" y="142"/>
                </a:cubicBezTo>
                <a:cubicBezTo>
                  <a:pt x="1" y="139"/>
                  <a:pt x="0" y="137"/>
                  <a:pt x="0" y="133"/>
                </a:cubicBezTo>
                <a:cubicBezTo>
                  <a:pt x="3" y="131"/>
                  <a:pt x="6" y="128"/>
                  <a:pt x="8" y="125"/>
                </a:cubicBezTo>
                <a:cubicBezTo>
                  <a:pt x="11" y="122"/>
                  <a:pt x="14" y="118"/>
                  <a:pt x="16" y="114"/>
                </a:cubicBezTo>
                <a:cubicBezTo>
                  <a:pt x="19" y="109"/>
                  <a:pt x="21" y="104"/>
                  <a:pt x="23" y="99"/>
                </a:cubicBezTo>
                <a:cubicBezTo>
                  <a:pt x="25" y="93"/>
                  <a:pt x="27" y="87"/>
                  <a:pt x="28" y="79"/>
                </a:cubicBezTo>
                <a:cubicBezTo>
                  <a:pt x="29" y="72"/>
                  <a:pt x="30" y="63"/>
                  <a:pt x="30" y="55"/>
                </a:cubicBezTo>
                <a:cubicBezTo>
                  <a:pt x="30" y="45"/>
                  <a:pt x="34" y="36"/>
                  <a:pt x="41" y="28"/>
                </a:cubicBezTo>
                <a:cubicBezTo>
                  <a:pt x="48" y="20"/>
                  <a:pt x="58" y="15"/>
                  <a:pt x="70" y="13"/>
                </a:cubicBezTo>
                <a:cubicBezTo>
                  <a:pt x="70" y="12"/>
                  <a:pt x="69" y="11"/>
                  <a:pt x="69" y="9"/>
                </a:cubicBezTo>
                <a:cubicBezTo>
                  <a:pt x="69" y="7"/>
                  <a:pt x="70" y="5"/>
                  <a:pt x="72" y="3"/>
                </a:cubicBezTo>
                <a:cubicBezTo>
                  <a:pt x="74" y="1"/>
                  <a:pt x="76" y="0"/>
                  <a:pt x="78" y="0"/>
                </a:cubicBezTo>
                <a:cubicBezTo>
                  <a:pt x="81" y="0"/>
                  <a:pt x="83" y="1"/>
                  <a:pt x="85" y="3"/>
                </a:cubicBezTo>
                <a:cubicBezTo>
                  <a:pt x="87" y="5"/>
                  <a:pt x="87" y="7"/>
                  <a:pt x="87" y="9"/>
                </a:cubicBezTo>
                <a:cubicBezTo>
                  <a:pt x="87" y="11"/>
                  <a:pt x="87" y="12"/>
                  <a:pt x="87" y="13"/>
                </a:cubicBezTo>
                <a:cubicBezTo>
                  <a:pt x="99" y="15"/>
                  <a:pt x="108" y="20"/>
                  <a:pt x="116" y="28"/>
                </a:cubicBezTo>
                <a:cubicBezTo>
                  <a:pt x="123" y="36"/>
                  <a:pt x="127" y="45"/>
                  <a:pt x="127" y="55"/>
                </a:cubicBezTo>
                <a:cubicBezTo>
                  <a:pt x="127" y="63"/>
                  <a:pt x="127" y="72"/>
                  <a:pt x="129" y="79"/>
                </a:cubicBezTo>
                <a:cubicBezTo>
                  <a:pt x="130" y="87"/>
                  <a:pt x="131" y="93"/>
                  <a:pt x="133" y="99"/>
                </a:cubicBezTo>
                <a:cubicBezTo>
                  <a:pt x="135" y="104"/>
                  <a:pt x="138" y="109"/>
                  <a:pt x="140" y="114"/>
                </a:cubicBezTo>
                <a:cubicBezTo>
                  <a:pt x="143" y="118"/>
                  <a:pt x="146" y="122"/>
                  <a:pt x="148" y="125"/>
                </a:cubicBezTo>
                <a:cubicBezTo>
                  <a:pt x="151" y="128"/>
                  <a:pt x="154" y="131"/>
                  <a:pt x="157" y="133"/>
                </a:cubicBezTo>
                <a:close/>
                <a:moveTo>
                  <a:pt x="80" y="161"/>
                </a:moveTo>
                <a:cubicBezTo>
                  <a:pt x="80" y="160"/>
                  <a:pt x="79" y="159"/>
                  <a:pt x="78" y="159"/>
                </a:cubicBezTo>
                <a:cubicBezTo>
                  <a:pt x="75" y="159"/>
                  <a:pt x="71" y="158"/>
                  <a:pt x="69" y="155"/>
                </a:cubicBezTo>
                <a:cubicBezTo>
                  <a:pt x="66" y="152"/>
                  <a:pt x="65" y="149"/>
                  <a:pt x="65" y="145"/>
                </a:cubicBezTo>
                <a:cubicBezTo>
                  <a:pt x="65" y="144"/>
                  <a:pt x="64" y="144"/>
                  <a:pt x="63" y="144"/>
                </a:cubicBezTo>
                <a:cubicBezTo>
                  <a:pt x="62" y="144"/>
                  <a:pt x="62" y="144"/>
                  <a:pt x="62" y="145"/>
                </a:cubicBezTo>
                <a:cubicBezTo>
                  <a:pt x="62" y="150"/>
                  <a:pt x="63" y="154"/>
                  <a:pt x="67" y="157"/>
                </a:cubicBezTo>
                <a:cubicBezTo>
                  <a:pt x="70" y="160"/>
                  <a:pt x="74" y="162"/>
                  <a:pt x="78" y="162"/>
                </a:cubicBezTo>
                <a:cubicBezTo>
                  <a:pt x="79" y="162"/>
                  <a:pt x="80" y="162"/>
                  <a:pt x="80" y="16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56" name="Freeform 158"/>
          <p:cNvSpPr>
            <a:spLocks/>
          </p:cNvSpPr>
          <p:nvPr/>
        </p:nvSpPr>
        <p:spPr bwMode="auto">
          <a:xfrm>
            <a:off x="11190787" y="2680180"/>
            <a:ext cx="207464" cy="209627"/>
          </a:xfrm>
          <a:custGeom>
            <a:avLst/>
            <a:gdLst>
              <a:gd name="T0" fmla="*/ 131 w 146"/>
              <a:gd name="T1" fmla="*/ 73 h 146"/>
              <a:gd name="T2" fmla="*/ 144 w 146"/>
              <a:gd name="T3" fmla="*/ 86 h 146"/>
              <a:gd name="T4" fmla="*/ 146 w 146"/>
              <a:gd name="T5" fmla="*/ 92 h 146"/>
              <a:gd name="T6" fmla="*/ 141 w 146"/>
              <a:gd name="T7" fmla="*/ 97 h 146"/>
              <a:gd name="T8" fmla="*/ 123 w 146"/>
              <a:gd name="T9" fmla="*/ 102 h 146"/>
              <a:gd name="T10" fmla="*/ 128 w 146"/>
              <a:gd name="T11" fmla="*/ 119 h 146"/>
              <a:gd name="T12" fmla="*/ 126 w 146"/>
              <a:gd name="T13" fmla="*/ 126 h 146"/>
              <a:gd name="T14" fmla="*/ 120 w 146"/>
              <a:gd name="T15" fmla="*/ 128 h 146"/>
              <a:gd name="T16" fmla="*/ 102 w 146"/>
              <a:gd name="T17" fmla="*/ 123 h 146"/>
              <a:gd name="T18" fmla="*/ 97 w 146"/>
              <a:gd name="T19" fmla="*/ 140 h 146"/>
              <a:gd name="T20" fmla="*/ 93 w 146"/>
              <a:gd name="T21" fmla="*/ 145 h 146"/>
              <a:gd name="T22" fmla="*/ 91 w 146"/>
              <a:gd name="T23" fmla="*/ 146 h 146"/>
              <a:gd name="T24" fmla="*/ 86 w 146"/>
              <a:gd name="T25" fmla="*/ 143 h 146"/>
              <a:gd name="T26" fmla="*/ 73 w 146"/>
              <a:gd name="T27" fmla="*/ 130 h 146"/>
              <a:gd name="T28" fmla="*/ 60 w 146"/>
              <a:gd name="T29" fmla="*/ 143 h 146"/>
              <a:gd name="T30" fmla="*/ 54 w 146"/>
              <a:gd name="T31" fmla="*/ 145 h 146"/>
              <a:gd name="T32" fmla="*/ 49 w 146"/>
              <a:gd name="T33" fmla="*/ 140 h 146"/>
              <a:gd name="T34" fmla="*/ 44 w 146"/>
              <a:gd name="T35" fmla="*/ 123 h 146"/>
              <a:gd name="T36" fmla="*/ 27 w 146"/>
              <a:gd name="T37" fmla="*/ 128 h 146"/>
              <a:gd name="T38" fmla="*/ 20 w 146"/>
              <a:gd name="T39" fmla="*/ 126 h 146"/>
              <a:gd name="T40" fmla="*/ 18 w 146"/>
              <a:gd name="T41" fmla="*/ 119 h 146"/>
              <a:gd name="T42" fmla="*/ 23 w 146"/>
              <a:gd name="T43" fmla="*/ 102 h 146"/>
              <a:gd name="T44" fmla="*/ 6 w 146"/>
              <a:gd name="T45" fmla="*/ 97 h 146"/>
              <a:gd name="T46" fmla="*/ 1 w 146"/>
              <a:gd name="T47" fmla="*/ 92 h 146"/>
              <a:gd name="T48" fmla="*/ 3 w 146"/>
              <a:gd name="T49" fmla="*/ 86 h 146"/>
              <a:gd name="T50" fmla="*/ 16 w 146"/>
              <a:gd name="T51" fmla="*/ 73 h 146"/>
              <a:gd name="T52" fmla="*/ 3 w 146"/>
              <a:gd name="T53" fmla="*/ 60 h 146"/>
              <a:gd name="T54" fmla="*/ 1 w 146"/>
              <a:gd name="T55" fmla="*/ 54 h 146"/>
              <a:gd name="T56" fmla="*/ 6 w 146"/>
              <a:gd name="T57" fmla="*/ 49 h 146"/>
              <a:gd name="T58" fmla="*/ 23 w 146"/>
              <a:gd name="T59" fmla="*/ 44 h 146"/>
              <a:gd name="T60" fmla="*/ 18 w 146"/>
              <a:gd name="T61" fmla="*/ 27 h 146"/>
              <a:gd name="T62" fmla="*/ 20 w 146"/>
              <a:gd name="T63" fmla="*/ 20 h 146"/>
              <a:gd name="T64" fmla="*/ 27 w 146"/>
              <a:gd name="T65" fmla="*/ 18 h 146"/>
              <a:gd name="T66" fmla="*/ 44 w 146"/>
              <a:gd name="T67" fmla="*/ 23 h 146"/>
              <a:gd name="T68" fmla="*/ 49 w 146"/>
              <a:gd name="T69" fmla="*/ 5 h 146"/>
              <a:gd name="T70" fmla="*/ 54 w 146"/>
              <a:gd name="T71" fmla="*/ 1 h 146"/>
              <a:gd name="T72" fmla="*/ 60 w 146"/>
              <a:gd name="T73" fmla="*/ 2 h 146"/>
              <a:gd name="T74" fmla="*/ 73 w 146"/>
              <a:gd name="T75" fmla="*/ 16 h 146"/>
              <a:gd name="T76" fmla="*/ 86 w 146"/>
              <a:gd name="T77" fmla="*/ 2 h 146"/>
              <a:gd name="T78" fmla="*/ 93 w 146"/>
              <a:gd name="T79" fmla="*/ 1 h 146"/>
              <a:gd name="T80" fmla="*/ 97 w 146"/>
              <a:gd name="T81" fmla="*/ 5 h 146"/>
              <a:gd name="T82" fmla="*/ 102 w 146"/>
              <a:gd name="T83" fmla="*/ 23 h 146"/>
              <a:gd name="T84" fmla="*/ 120 w 146"/>
              <a:gd name="T85" fmla="*/ 18 h 146"/>
              <a:gd name="T86" fmla="*/ 126 w 146"/>
              <a:gd name="T87" fmla="*/ 20 h 146"/>
              <a:gd name="T88" fmla="*/ 128 w 146"/>
              <a:gd name="T89" fmla="*/ 27 h 146"/>
              <a:gd name="T90" fmla="*/ 123 w 146"/>
              <a:gd name="T91" fmla="*/ 44 h 146"/>
              <a:gd name="T92" fmla="*/ 141 w 146"/>
              <a:gd name="T93" fmla="*/ 49 h 146"/>
              <a:gd name="T94" fmla="*/ 146 w 146"/>
              <a:gd name="T95" fmla="*/ 54 h 146"/>
              <a:gd name="T96" fmla="*/ 144 w 146"/>
              <a:gd name="T97" fmla="*/ 60 h 146"/>
              <a:gd name="T98" fmla="*/ 131 w 146"/>
              <a:gd name="T99" fmla="*/ 73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46" h="146">
                <a:moveTo>
                  <a:pt x="131" y="73"/>
                </a:moveTo>
                <a:cubicBezTo>
                  <a:pt x="144" y="86"/>
                  <a:pt x="144" y="86"/>
                  <a:pt x="144" y="86"/>
                </a:cubicBezTo>
                <a:cubicBezTo>
                  <a:pt x="146" y="87"/>
                  <a:pt x="146" y="90"/>
                  <a:pt x="146" y="92"/>
                </a:cubicBezTo>
                <a:cubicBezTo>
                  <a:pt x="145" y="95"/>
                  <a:pt x="143" y="97"/>
                  <a:pt x="141" y="97"/>
                </a:cubicBezTo>
                <a:cubicBezTo>
                  <a:pt x="123" y="102"/>
                  <a:pt x="123" y="102"/>
                  <a:pt x="123" y="102"/>
                </a:cubicBezTo>
                <a:cubicBezTo>
                  <a:pt x="128" y="119"/>
                  <a:pt x="128" y="119"/>
                  <a:pt x="128" y="119"/>
                </a:cubicBezTo>
                <a:cubicBezTo>
                  <a:pt x="129" y="122"/>
                  <a:pt x="128" y="124"/>
                  <a:pt x="126" y="126"/>
                </a:cubicBezTo>
                <a:cubicBezTo>
                  <a:pt x="124" y="128"/>
                  <a:pt x="122" y="128"/>
                  <a:pt x="120" y="128"/>
                </a:cubicBezTo>
                <a:cubicBezTo>
                  <a:pt x="102" y="123"/>
                  <a:pt x="102" y="123"/>
                  <a:pt x="102" y="123"/>
                </a:cubicBezTo>
                <a:cubicBezTo>
                  <a:pt x="97" y="140"/>
                  <a:pt x="97" y="140"/>
                  <a:pt x="97" y="140"/>
                </a:cubicBezTo>
                <a:cubicBezTo>
                  <a:pt x="97" y="143"/>
                  <a:pt x="95" y="145"/>
                  <a:pt x="93" y="145"/>
                </a:cubicBezTo>
                <a:cubicBezTo>
                  <a:pt x="92" y="145"/>
                  <a:pt x="91" y="146"/>
                  <a:pt x="91" y="146"/>
                </a:cubicBezTo>
                <a:cubicBezTo>
                  <a:pt x="89" y="146"/>
                  <a:pt x="87" y="145"/>
                  <a:pt x="86" y="143"/>
                </a:cubicBezTo>
                <a:cubicBezTo>
                  <a:pt x="73" y="130"/>
                  <a:pt x="73" y="130"/>
                  <a:pt x="73" y="130"/>
                </a:cubicBezTo>
                <a:cubicBezTo>
                  <a:pt x="60" y="143"/>
                  <a:pt x="60" y="143"/>
                  <a:pt x="60" y="143"/>
                </a:cubicBezTo>
                <a:cubicBezTo>
                  <a:pt x="59" y="145"/>
                  <a:pt x="56" y="146"/>
                  <a:pt x="54" y="145"/>
                </a:cubicBezTo>
                <a:cubicBezTo>
                  <a:pt x="51" y="145"/>
                  <a:pt x="50" y="143"/>
                  <a:pt x="49" y="140"/>
                </a:cubicBezTo>
                <a:cubicBezTo>
                  <a:pt x="44" y="123"/>
                  <a:pt x="44" y="123"/>
                  <a:pt x="44" y="123"/>
                </a:cubicBezTo>
                <a:cubicBezTo>
                  <a:pt x="27" y="128"/>
                  <a:pt x="27" y="128"/>
                  <a:pt x="27" y="128"/>
                </a:cubicBezTo>
                <a:cubicBezTo>
                  <a:pt x="24" y="128"/>
                  <a:pt x="22" y="128"/>
                  <a:pt x="20" y="126"/>
                </a:cubicBezTo>
                <a:cubicBezTo>
                  <a:pt x="18" y="124"/>
                  <a:pt x="18" y="122"/>
                  <a:pt x="18" y="119"/>
                </a:cubicBezTo>
                <a:cubicBezTo>
                  <a:pt x="23" y="102"/>
                  <a:pt x="23" y="102"/>
                  <a:pt x="23" y="102"/>
                </a:cubicBezTo>
                <a:cubicBezTo>
                  <a:pt x="6" y="97"/>
                  <a:pt x="6" y="97"/>
                  <a:pt x="6" y="97"/>
                </a:cubicBezTo>
                <a:cubicBezTo>
                  <a:pt x="3" y="97"/>
                  <a:pt x="2" y="95"/>
                  <a:pt x="1" y="92"/>
                </a:cubicBezTo>
                <a:cubicBezTo>
                  <a:pt x="0" y="90"/>
                  <a:pt x="1" y="87"/>
                  <a:pt x="3" y="86"/>
                </a:cubicBezTo>
                <a:cubicBezTo>
                  <a:pt x="16" y="73"/>
                  <a:pt x="16" y="73"/>
                  <a:pt x="16" y="73"/>
                </a:cubicBezTo>
                <a:cubicBezTo>
                  <a:pt x="3" y="60"/>
                  <a:pt x="3" y="60"/>
                  <a:pt x="3" y="60"/>
                </a:cubicBezTo>
                <a:cubicBezTo>
                  <a:pt x="1" y="58"/>
                  <a:pt x="0" y="56"/>
                  <a:pt x="1" y="54"/>
                </a:cubicBezTo>
                <a:cubicBezTo>
                  <a:pt x="2" y="51"/>
                  <a:pt x="3" y="49"/>
                  <a:pt x="6" y="49"/>
                </a:cubicBezTo>
                <a:cubicBezTo>
                  <a:pt x="23" y="44"/>
                  <a:pt x="23" y="44"/>
                  <a:pt x="23" y="44"/>
                </a:cubicBezTo>
                <a:cubicBezTo>
                  <a:pt x="18" y="27"/>
                  <a:pt x="18" y="27"/>
                  <a:pt x="18" y="27"/>
                </a:cubicBezTo>
                <a:cubicBezTo>
                  <a:pt x="18" y="24"/>
                  <a:pt x="18" y="22"/>
                  <a:pt x="20" y="20"/>
                </a:cubicBezTo>
                <a:cubicBezTo>
                  <a:pt x="22" y="18"/>
                  <a:pt x="24" y="17"/>
                  <a:pt x="27" y="18"/>
                </a:cubicBezTo>
                <a:cubicBezTo>
                  <a:pt x="44" y="23"/>
                  <a:pt x="44" y="23"/>
                  <a:pt x="44" y="23"/>
                </a:cubicBezTo>
                <a:cubicBezTo>
                  <a:pt x="49" y="5"/>
                  <a:pt x="49" y="5"/>
                  <a:pt x="49" y="5"/>
                </a:cubicBezTo>
                <a:cubicBezTo>
                  <a:pt x="50" y="3"/>
                  <a:pt x="51" y="1"/>
                  <a:pt x="54" y="1"/>
                </a:cubicBezTo>
                <a:cubicBezTo>
                  <a:pt x="56" y="0"/>
                  <a:pt x="59" y="0"/>
                  <a:pt x="60" y="2"/>
                </a:cubicBezTo>
                <a:cubicBezTo>
                  <a:pt x="73" y="16"/>
                  <a:pt x="73" y="16"/>
                  <a:pt x="73" y="16"/>
                </a:cubicBezTo>
                <a:cubicBezTo>
                  <a:pt x="86" y="2"/>
                  <a:pt x="86" y="2"/>
                  <a:pt x="86" y="2"/>
                </a:cubicBezTo>
                <a:cubicBezTo>
                  <a:pt x="88" y="1"/>
                  <a:pt x="90" y="0"/>
                  <a:pt x="93" y="1"/>
                </a:cubicBezTo>
                <a:cubicBezTo>
                  <a:pt x="95" y="1"/>
                  <a:pt x="97" y="3"/>
                  <a:pt x="97" y="5"/>
                </a:cubicBezTo>
                <a:cubicBezTo>
                  <a:pt x="102" y="23"/>
                  <a:pt x="102" y="23"/>
                  <a:pt x="102" y="23"/>
                </a:cubicBezTo>
                <a:cubicBezTo>
                  <a:pt x="120" y="18"/>
                  <a:pt x="120" y="18"/>
                  <a:pt x="120" y="18"/>
                </a:cubicBezTo>
                <a:cubicBezTo>
                  <a:pt x="122" y="17"/>
                  <a:pt x="124" y="18"/>
                  <a:pt x="126" y="20"/>
                </a:cubicBezTo>
                <a:cubicBezTo>
                  <a:pt x="128" y="22"/>
                  <a:pt x="129" y="24"/>
                  <a:pt x="128" y="27"/>
                </a:cubicBezTo>
                <a:cubicBezTo>
                  <a:pt x="123" y="44"/>
                  <a:pt x="123" y="44"/>
                  <a:pt x="123" y="44"/>
                </a:cubicBezTo>
                <a:cubicBezTo>
                  <a:pt x="141" y="49"/>
                  <a:pt x="141" y="49"/>
                  <a:pt x="141" y="49"/>
                </a:cubicBezTo>
                <a:cubicBezTo>
                  <a:pt x="143" y="49"/>
                  <a:pt x="145" y="51"/>
                  <a:pt x="146" y="54"/>
                </a:cubicBezTo>
                <a:cubicBezTo>
                  <a:pt x="146" y="56"/>
                  <a:pt x="146" y="58"/>
                  <a:pt x="144" y="60"/>
                </a:cubicBezTo>
                <a:lnTo>
                  <a:pt x="131" y="7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57" name="Freeform 159"/>
          <p:cNvSpPr>
            <a:spLocks noEditPoints="1"/>
          </p:cNvSpPr>
          <p:nvPr/>
        </p:nvSpPr>
        <p:spPr bwMode="auto">
          <a:xfrm>
            <a:off x="793751" y="3110237"/>
            <a:ext cx="242043" cy="209627"/>
          </a:xfrm>
          <a:custGeom>
            <a:avLst/>
            <a:gdLst>
              <a:gd name="T0" fmla="*/ 162 w 169"/>
              <a:gd name="T1" fmla="*/ 78 h 146"/>
              <a:gd name="T2" fmla="*/ 129 w 169"/>
              <a:gd name="T3" fmla="*/ 85 h 146"/>
              <a:gd name="T4" fmla="*/ 126 w 169"/>
              <a:gd name="T5" fmla="*/ 100 h 146"/>
              <a:gd name="T6" fmla="*/ 112 w 169"/>
              <a:gd name="T7" fmla="*/ 138 h 146"/>
              <a:gd name="T8" fmla="*/ 60 w 169"/>
              <a:gd name="T9" fmla="*/ 139 h 146"/>
              <a:gd name="T10" fmla="*/ 12 w 169"/>
              <a:gd name="T11" fmla="*/ 133 h 146"/>
              <a:gd name="T12" fmla="*/ 0 w 169"/>
              <a:gd name="T13" fmla="*/ 121 h 146"/>
              <a:gd name="T14" fmla="*/ 3 w 169"/>
              <a:gd name="T15" fmla="*/ 52 h 146"/>
              <a:gd name="T16" fmla="*/ 39 w 169"/>
              <a:gd name="T17" fmla="*/ 49 h 146"/>
              <a:gd name="T18" fmla="*/ 44 w 169"/>
              <a:gd name="T19" fmla="*/ 47 h 146"/>
              <a:gd name="T20" fmla="*/ 48 w 169"/>
              <a:gd name="T21" fmla="*/ 43 h 146"/>
              <a:gd name="T22" fmla="*/ 52 w 169"/>
              <a:gd name="T23" fmla="*/ 39 h 146"/>
              <a:gd name="T24" fmla="*/ 62 w 169"/>
              <a:gd name="T25" fmla="*/ 25 h 146"/>
              <a:gd name="T26" fmla="*/ 69 w 169"/>
              <a:gd name="T27" fmla="*/ 13 h 146"/>
              <a:gd name="T28" fmla="*/ 78 w 169"/>
              <a:gd name="T29" fmla="*/ 2 h 146"/>
              <a:gd name="T30" fmla="*/ 104 w 169"/>
              <a:gd name="T31" fmla="*/ 7 h 146"/>
              <a:gd name="T32" fmla="*/ 110 w 169"/>
              <a:gd name="T33" fmla="*/ 37 h 146"/>
              <a:gd name="T34" fmla="*/ 162 w 169"/>
              <a:gd name="T35" fmla="*/ 44 h 146"/>
              <a:gd name="T36" fmla="*/ 22 w 169"/>
              <a:gd name="T37" fmla="*/ 120 h 146"/>
              <a:gd name="T38" fmla="*/ 22 w 169"/>
              <a:gd name="T39" fmla="*/ 111 h 146"/>
              <a:gd name="T40" fmla="*/ 14 w 169"/>
              <a:gd name="T41" fmla="*/ 111 h 146"/>
              <a:gd name="T42" fmla="*/ 14 w 169"/>
              <a:gd name="T43" fmla="*/ 120 h 146"/>
              <a:gd name="T44" fmla="*/ 22 w 169"/>
              <a:gd name="T45" fmla="*/ 120 h 146"/>
              <a:gd name="T46" fmla="*/ 154 w 169"/>
              <a:gd name="T47" fmla="*/ 52 h 146"/>
              <a:gd name="T48" fmla="*/ 91 w 169"/>
              <a:gd name="T49" fmla="*/ 49 h 146"/>
              <a:gd name="T50" fmla="*/ 95 w 169"/>
              <a:gd name="T51" fmla="*/ 39 h 146"/>
              <a:gd name="T52" fmla="*/ 100 w 169"/>
              <a:gd name="T53" fmla="*/ 25 h 146"/>
              <a:gd name="T54" fmla="*/ 85 w 169"/>
              <a:gd name="T55" fmla="*/ 12 h 146"/>
              <a:gd name="T56" fmla="*/ 73 w 169"/>
              <a:gd name="T57" fmla="*/ 32 h 146"/>
              <a:gd name="T58" fmla="*/ 53 w 169"/>
              <a:gd name="T59" fmla="*/ 55 h 146"/>
              <a:gd name="T60" fmla="*/ 36 w 169"/>
              <a:gd name="T61" fmla="*/ 61 h 146"/>
              <a:gd name="T62" fmla="*/ 39 w 169"/>
              <a:gd name="T63" fmla="*/ 121 h 146"/>
              <a:gd name="T64" fmla="*/ 73 w 169"/>
              <a:gd name="T65" fmla="*/ 130 h 146"/>
              <a:gd name="T66" fmla="*/ 108 w 169"/>
              <a:gd name="T67" fmla="*/ 118 h 146"/>
              <a:gd name="T68" fmla="*/ 112 w 169"/>
              <a:gd name="T69" fmla="*/ 107 h 146"/>
              <a:gd name="T70" fmla="*/ 112 w 169"/>
              <a:gd name="T71" fmla="*/ 94 h 146"/>
              <a:gd name="T72" fmla="*/ 116 w 169"/>
              <a:gd name="T73" fmla="*/ 77 h 146"/>
              <a:gd name="T74" fmla="*/ 145 w 169"/>
              <a:gd name="T75" fmla="*/ 73 h 146"/>
              <a:gd name="T76" fmla="*/ 157 w 169"/>
              <a:gd name="T77" fmla="*/ 61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69" h="146">
                <a:moveTo>
                  <a:pt x="169" y="61"/>
                </a:moveTo>
                <a:cubicBezTo>
                  <a:pt x="169" y="67"/>
                  <a:pt x="167" y="73"/>
                  <a:pt x="162" y="78"/>
                </a:cubicBezTo>
                <a:cubicBezTo>
                  <a:pt x="157" y="83"/>
                  <a:pt x="152" y="85"/>
                  <a:pt x="145" y="85"/>
                </a:cubicBezTo>
                <a:cubicBezTo>
                  <a:pt x="129" y="85"/>
                  <a:pt x="129" y="85"/>
                  <a:pt x="129" y="85"/>
                </a:cubicBezTo>
                <a:cubicBezTo>
                  <a:pt x="129" y="89"/>
                  <a:pt x="128" y="93"/>
                  <a:pt x="126" y="96"/>
                </a:cubicBezTo>
                <a:cubicBezTo>
                  <a:pt x="126" y="98"/>
                  <a:pt x="126" y="99"/>
                  <a:pt x="126" y="100"/>
                </a:cubicBezTo>
                <a:cubicBezTo>
                  <a:pt x="126" y="107"/>
                  <a:pt x="124" y="112"/>
                  <a:pt x="120" y="117"/>
                </a:cubicBezTo>
                <a:cubicBezTo>
                  <a:pt x="120" y="126"/>
                  <a:pt x="118" y="133"/>
                  <a:pt x="112" y="138"/>
                </a:cubicBezTo>
                <a:cubicBezTo>
                  <a:pt x="107" y="143"/>
                  <a:pt x="100" y="146"/>
                  <a:pt x="91" y="146"/>
                </a:cubicBezTo>
                <a:cubicBezTo>
                  <a:pt x="82" y="146"/>
                  <a:pt x="72" y="143"/>
                  <a:pt x="60" y="139"/>
                </a:cubicBezTo>
                <a:cubicBezTo>
                  <a:pt x="50" y="135"/>
                  <a:pt x="43" y="133"/>
                  <a:pt x="39" y="133"/>
                </a:cubicBezTo>
                <a:cubicBezTo>
                  <a:pt x="12" y="133"/>
                  <a:pt x="12" y="133"/>
                  <a:pt x="12" y="133"/>
                </a:cubicBezTo>
                <a:cubicBezTo>
                  <a:pt x="9" y="133"/>
                  <a:pt x="6" y="132"/>
                  <a:pt x="3" y="130"/>
                </a:cubicBezTo>
                <a:cubicBezTo>
                  <a:pt x="1" y="128"/>
                  <a:pt x="0" y="125"/>
                  <a:pt x="0" y="121"/>
                </a:cubicBezTo>
                <a:cubicBezTo>
                  <a:pt x="0" y="61"/>
                  <a:pt x="0" y="61"/>
                  <a:pt x="0" y="61"/>
                </a:cubicBezTo>
                <a:cubicBezTo>
                  <a:pt x="0" y="57"/>
                  <a:pt x="1" y="55"/>
                  <a:pt x="3" y="52"/>
                </a:cubicBezTo>
                <a:cubicBezTo>
                  <a:pt x="6" y="50"/>
                  <a:pt x="9" y="49"/>
                  <a:pt x="12" y="49"/>
                </a:cubicBezTo>
                <a:cubicBezTo>
                  <a:pt x="39" y="49"/>
                  <a:pt x="39" y="49"/>
                  <a:pt x="39" y="49"/>
                </a:cubicBezTo>
                <a:cubicBezTo>
                  <a:pt x="40" y="49"/>
                  <a:pt x="41" y="49"/>
                  <a:pt x="41" y="48"/>
                </a:cubicBezTo>
                <a:cubicBezTo>
                  <a:pt x="42" y="48"/>
                  <a:pt x="43" y="48"/>
                  <a:pt x="44" y="47"/>
                </a:cubicBezTo>
                <a:cubicBezTo>
                  <a:pt x="44" y="46"/>
                  <a:pt x="45" y="46"/>
                  <a:pt x="46" y="45"/>
                </a:cubicBezTo>
                <a:cubicBezTo>
                  <a:pt x="46" y="45"/>
                  <a:pt x="47" y="44"/>
                  <a:pt x="48" y="43"/>
                </a:cubicBezTo>
                <a:cubicBezTo>
                  <a:pt x="49" y="42"/>
                  <a:pt x="49" y="42"/>
                  <a:pt x="50" y="41"/>
                </a:cubicBezTo>
                <a:cubicBezTo>
                  <a:pt x="50" y="41"/>
                  <a:pt x="51" y="40"/>
                  <a:pt x="52" y="39"/>
                </a:cubicBezTo>
                <a:cubicBezTo>
                  <a:pt x="52" y="38"/>
                  <a:pt x="53" y="38"/>
                  <a:pt x="53" y="37"/>
                </a:cubicBezTo>
                <a:cubicBezTo>
                  <a:pt x="57" y="33"/>
                  <a:pt x="60" y="29"/>
                  <a:pt x="62" y="25"/>
                </a:cubicBezTo>
                <a:cubicBezTo>
                  <a:pt x="63" y="24"/>
                  <a:pt x="64" y="22"/>
                  <a:pt x="66" y="19"/>
                </a:cubicBezTo>
                <a:cubicBezTo>
                  <a:pt x="67" y="17"/>
                  <a:pt x="68" y="15"/>
                  <a:pt x="69" y="13"/>
                </a:cubicBezTo>
                <a:cubicBezTo>
                  <a:pt x="70" y="11"/>
                  <a:pt x="71" y="9"/>
                  <a:pt x="73" y="7"/>
                </a:cubicBezTo>
                <a:cubicBezTo>
                  <a:pt x="74" y="5"/>
                  <a:pt x="76" y="3"/>
                  <a:pt x="78" y="2"/>
                </a:cubicBezTo>
                <a:cubicBezTo>
                  <a:pt x="80" y="1"/>
                  <a:pt x="82" y="0"/>
                  <a:pt x="85" y="0"/>
                </a:cubicBezTo>
                <a:cubicBezTo>
                  <a:pt x="93" y="0"/>
                  <a:pt x="99" y="2"/>
                  <a:pt x="104" y="7"/>
                </a:cubicBezTo>
                <a:cubicBezTo>
                  <a:pt x="109" y="11"/>
                  <a:pt x="112" y="17"/>
                  <a:pt x="112" y="25"/>
                </a:cubicBezTo>
                <a:cubicBezTo>
                  <a:pt x="112" y="29"/>
                  <a:pt x="111" y="33"/>
                  <a:pt x="110" y="37"/>
                </a:cubicBezTo>
                <a:cubicBezTo>
                  <a:pt x="145" y="37"/>
                  <a:pt x="145" y="37"/>
                  <a:pt x="145" y="37"/>
                </a:cubicBezTo>
                <a:cubicBezTo>
                  <a:pt x="152" y="37"/>
                  <a:pt x="157" y="39"/>
                  <a:pt x="162" y="44"/>
                </a:cubicBezTo>
                <a:cubicBezTo>
                  <a:pt x="167" y="49"/>
                  <a:pt x="169" y="54"/>
                  <a:pt x="169" y="61"/>
                </a:cubicBezTo>
                <a:close/>
                <a:moveTo>
                  <a:pt x="22" y="120"/>
                </a:moveTo>
                <a:cubicBezTo>
                  <a:pt x="24" y="118"/>
                  <a:pt x="24" y="117"/>
                  <a:pt x="24" y="115"/>
                </a:cubicBezTo>
                <a:cubicBezTo>
                  <a:pt x="24" y="114"/>
                  <a:pt x="24" y="112"/>
                  <a:pt x="22" y="111"/>
                </a:cubicBezTo>
                <a:cubicBezTo>
                  <a:pt x="21" y="110"/>
                  <a:pt x="20" y="109"/>
                  <a:pt x="18" y="109"/>
                </a:cubicBezTo>
                <a:cubicBezTo>
                  <a:pt x="16" y="109"/>
                  <a:pt x="15" y="110"/>
                  <a:pt x="14" y="111"/>
                </a:cubicBezTo>
                <a:cubicBezTo>
                  <a:pt x="13" y="112"/>
                  <a:pt x="12" y="114"/>
                  <a:pt x="12" y="115"/>
                </a:cubicBezTo>
                <a:cubicBezTo>
                  <a:pt x="12" y="117"/>
                  <a:pt x="13" y="118"/>
                  <a:pt x="14" y="120"/>
                </a:cubicBezTo>
                <a:cubicBezTo>
                  <a:pt x="15" y="121"/>
                  <a:pt x="16" y="121"/>
                  <a:pt x="18" y="121"/>
                </a:cubicBezTo>
                <a:cubicBezTo>
                  <a:pt x="20" y="121"/>
                  <a:pt x="21" y="121"/>
                  <a:pt x="22" y="120"/>
                </a:cubicBezTo>
                <a:close/>
                <a:moveTo>
                  <a:pt x="157" y="61"/>
                </a:moveTo>
                <a:cubicBezTo>
                  <a:pt x="157" y="58"/>
                  <a:pt x="156" y="55"/>
                  <a:pt x="154" y="52"/>
                </a:cubicBezTo>
                <a:cubicBezTo>
                  <a:pt x="151" y="50"/>
                  <a:pt x="148" y="49"/>
                  <a:pt x="145" y="49"/>
                </a:cubicBezTo>
                <a:cubicBezTo>
                  <a:pt x="91" y="49"/>
                  <a:pt x="91" y="49"/>
                  <a:pt x="91" y="49"/>
                </a:cubicBezTo>
                <a:cubicBezTo>
                  <a:pt x="91" y="47"/>
                  <a:pt x="91" y="46"/>
                  <a:pt x="92" y="44"/>
                </a:cubicBezTo>
                <a:cubicBezTo>
                  <a:pt x="93" y="42"/>
                  <a:pt x="94" y="41"/>
                  <a:pt x="95" y="39"/>
                </a:cubicBezTo>
                <a:cubicBezTo>
                  <a:pt x="96" y="37"/>
                  <a:pt x="97" y="35"/>
                  <a:pt x="98" y="33"/>
                </a:cubicBezTo>
                <a:cubicBezTo>
                  <a:pt x="99" y="30"/>
                  <a:pt x="100" y="27"/>
                  <a:pt x="100" y="25"/>
                </a:cubicBezTo>
                <a:cubicBezTo>
                  <a:pt x="100" y="20"/>
                  <a:pt x="98" y="17"/>
                  <a:pt x="96" y="15"/>
                </a:cubicBezTo>
                <a:cubicBezTo>
                  <a:pt x="93" y="13"/>
                  <a:pt x="89" y="12"/>
                  <a:pt x="85" y="12"/>
                </a:cubicBezTo>
                <a:cubicBezTo>
                  <a:pt x="83" y="12"/>
                  <a:pt x="80" y="17"/>
                  <a:pt x="76" y="26"/>
                </a:cubicBezTo>
                <a:cubicBezTo>
                  <a:pt x="75" y="28"/>
                  <a:pt x="73" y="30"/>
                  <a:pt x="73" y="32"/>
                </a:cubicBezTo>
                <a:cubicBezTo>
                  <a:pt x="70" y="36"/>
                  <a:pt x="67" y="40"/>
                  <a:pt x="62" y="45"/>
                </a:cubicBezTo>
                <a:cubicBezTo>
                  <a:pt x="58" y="51"/>
                  <a:pt x="54" y="54"/>
                  <a:pt x="53" y="55"/>
                </a:cubicBezTo>
                <a:cubicBezTo>
                  <a:pt x="48" y="59"/>
                  <a:pt x="44" y="61"/>
                  <a:pt x="39" y="61"/>
                </a:cubicBezTo>
                <a:cubicBezTo>
                  <a:pt x="36" y="61"/>
                  <a:pt x="36" y="61"/>
                  <a:pt x="36" y="61"/>
                </a:cubicBezTo>
                <a:cubicBezTo>
                  <a:pt x="36" y="121"/>
                  <a:pt x="36" y="121"/>
                  <a:pt x="36" y="121"/>
                </a:cubicBezTo>
                <a:cubicBezTo>
                  <a:pt x="39" y="121"/>
                  <a:pt x="39" y="121"/>
                  <a:pt x="39" y="121"/>
                </a:cubicBezTo>
                <a:cubicBezTo>
                  <a:pt x="44" y="121"/>
                  <a:pt x="49" y="122"/>
                  <a:pt x="55" y="124"/>
                </a:cubicBezTo>
                <a:cubicBezTo>
                  <a:pt x="61" y="126"/>
                  <a:pt x="67" y="128"/>
                  <a:pt x="73" y="130"/>
                </a:cubicBezTo>
                <a:cubicBezTo>
                  <a:pt x="80" y="132"/>
                  <a:pt x="85" y="133"/>
                  <a:pt x="90" y="133"/>
                </a:cubicBezTo>
                <a:cubicBezTo>
                  <a:pt x="102" y="133"/>
                  <a:pt x="108" y="128"/>
                  <a:pt x="108" y="118"/>
                </a:cubicBezTo>
                <a:cubicBezTo>
                  <a:pt x="108" y="116"/>
                  <a:pt x="108" y="114"/>
                  <a:pt x="108" y="112"/>
                </a:cubicBezTo>
                <a:cubicBezTo>
                  <a:pt x="110" y="111"/>
                  <a:pt x="111" y="110"/>
                  <a:pt x="112" y="107"/>
                </a:cubicBezTo>
                <a:cubicBezTo>
                  <a:pt x="113" y="105"/>
                  <a:pt x="114" y="103"/>
                  <a:pt x="114" y="100"/>
                </a:cubicBezTo>
                <a:cubicBezTo>
                  <a:pt x="114" y="98"/>
                  <a:pt x="113" y="96"/>
                  <a:pt x="112" y="94"/>
                </a:cubicBezTo>
                <a:cubicBezTo>
                  <a:pt x="116" y="91"/>
                  <a:pt x="117" y="87"/>
                  <a:pt x="117" y="83"/>
                </a:cubicBezTo>
                <a:cubicBezTo>
                  <a:pt x="117" y="81"/>
                  <a:pt x="117" y="79"/>
                  <a:pt x="116" y="77"/>
                </a:cubicBezTo>
                <a:cubicBezTo>
                  <a:pt x="116" y="76"/>
                  <a:pt x="115" y="74"/>
                  <a:pt x="114" y="73"/>
                </a:cubicBezTo>
                <a:cubicBezTo>
                  <a:pt x="145" y="73"/>
                  <a:pt x="145" y="73"/>
                  <a:pt x="145" y="73"/>
                </a:cubicBezTo>
                <a:cubicBezTo>
                  <a:pt x="148" y="73"/>
                  <a:pt x="151" y="72"/>
                  <a:pt x="154" y="69"/>
                </a:cubicBezTo>
                <a:cubicBezTo>
                  <a:pt x="156" y="67"/>
                  <a:pt x="157" y="64"/>
                  <a:pt x="157" y="6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58" name="Freeform 160"/>
          <p:cNvSpPr>
            <a:spLocks noEditPoints="1"/>
          </p:cNvSpPr>
          <p:nvPr/>
        </p:nvSpPr>
        <p:spPr bwMode="auto">
          <a:xfrm>
            <a:off x="1094145" y="3110237"/>
            <a:ext cx="244204" cy="209627"/>
          </a:xfrm>
          <a:custGeom>
            <a:avLst/>
            <a:gdLst>
              <a:gd name="T0" fmla="*/ 170 w 170"/>
              <a:gd name="T1" fmla="*/ 121 h 146"/>
              <a:gd name="T2" fmla="*/ 157 w 170"/>
              <a:gd name="T3" fmla="*/ 133 h 146"/>
              <a:gd name="T4" fmla="*/ 109 w 170"/>
              <a:gd name="T5" fmla="*/ 139 h 146"/>
              <a:gd name="T6" fmla="*/ 57 w 170"/>
              <a:gd name="T7" fmla="*/ 138 h 146"/>
              <a:gd name="T8" fmla="*/ 49 w 170"/>
              <a:gd name="T9" fmla="*/ 117 h 146"/>
              <a:gd name="T10" fmla="*/ 44 w 170"/>
              <a:gd name="T11" fmla="*/ 96 h 146"/>
              <a:gd name="T12" fmla="*/ 24 w 170"/>
              <a:gd name="T13" fmla="*/ 85 h 146"/>
              <a:gd name="T14" fmla="*/ 0 w 170"/>
              <a:gd name="T15" fmla="*/ 61 h 146"/>
              <a:gd name="T16" fmla="*/ 24 w 170"/>
              <a:gd name="T17" fmla="*/ 37 h 146"/>
              <a:gd name="T18" fmla="*/ 58 w 170"/>
              <a:gd name="T19" fmla="*/ 25 h 146"/>
              <a:gd name="T20" fmla="*/ 85 w 170"/>
              <a:gd name="T21" fmla="*/ 0 h 146"/>
              <a:gd name="T22" fmla="*/ 97 w 170"/>
              <a:gd name="T23" fmla="*/ 7 h 146"/>
              <a:gd name="T24" fmla="*/ 104 w 170"/>
              <a:gd name="T25" fmla="*/ 19 h 146"/>
              <a:gd name="T26" fmla="*/ 117 w 170"/>
              <a:gd name="T27" fmla="*/ 37 h 146"/>
              <a:gd name="T28" fmla="*/ 120 w 170"/>
              <a:gd name="T29" fmla="*/ 41 h 146"/>
              <a:gd name="T30" fmla="*/ 124 w 170"/>
              <a:gd name="T31" fmla="*/ 45 h 146"/>
              <a:gd name="T32" fmla="*/ 128 w 170"/>
              <a:gd name="T33" fmla="*/ 48 h 146"/>
              <a:gd name="T34" fmla="*/ 157 w 170"/>
              <a:gd name="T35" fmla="*/ 49 h 146"/>
              <a:gd name="T36" fmla="*/ 170 w 170"/>
              <a:gd name="T37" fmla="*/ 61 h 146"/>
              <a:gd name="T38" fmla="*/ 133 w 170"/>
              <a:gd name="T39" fmla="*/ 121 h 146"/>
              <a:gd name="T40" fmla="*/ 130 w 170"/>
              <a:gd name="T41" fmla="*/ 61 h 146"/>
              <a:gd name="T42" fmla="*/ 118 w 170"/>
              <a:gd name="T43" fmla="*/ 56 h 146"/>
              <a:gd name="T44" fmla="*/ 109 w 170"/>
              <a:gd name="T45" fmla="*/ 47 h 146"/>
              <a:gd name="T46" fmla="*/ 108 w 170"/>
              <a:gd name="T47" fmla="*/ 46 h 146"/>
              <a:gd name="T48" fmla="*/ 97 w 170"/>
              <a:gd name="T49" fmla="*/ 32 h 146"/>
              <a:gd name="T50" fmla="*/ 92 w 170"/>
              <a:gd name="T51" fmla="*/ 23 h 146"/>
              <a:gd name="T52" fmla="*/ 89 w 170"/>
              <a:gd name="T53" fmla="*/ 16 h 146"/>
              <a:gd name="T54" fmla="*/ 85 w 170"/>
              <a:gd name="T55" fmla="*/ 12 h 146"/>
              <a:gd name="T56" fmla="*/ 70 w 170"/>
              <a:gd name="T57" fmla="*/ 25 h 146"/>
              <a:gd name="T58" fmla="*/ 74 w 170"/>
              <a:gd name="T59" fmla="*/ 39 h 146"/>
              <a:gd name="T60" fmla="*/ 79 w 170"/>
              <a:gd name="T61" fmla="*/ 49 h 146"/>
              <a:gd name="T62" fmla="*/ 16 w 170"/>
              <a:gd name="T63" fmla="*/ 52 h 146"/>
              <a:gd name="T64" fmla="*/ 16 w 170"/>
              <a:gd name="T65" fmla="*/ 69 h 146"/>
              <a:gd name="T66" fmla="*/ 56 w 170"/>
              <a:gd name="T67" fmla="*/ 73 h 146"/>
              <a:gd name="T68" fmla="*/ 52 w 170"/>
              <a:gd name="T69" fmla="*/ 83 h 146"/>
              <a:gd name="T70" fmla="*/ 56 w 170"/>
              <a:gd name="T71" fmla="*/ 100 h 146"/>
              <a:gd name="T72" fmla="*/ 62 w 170"/>
              <a:gd name="T73" fmla="*/ 112 h 146"/>
              <a:gd name="T74" fmla="*/ 66 w 170"/>
              <a:gd name="T75" fmla="*/ 130 h 146"/>
              <a:gd name="T76" fmla="*/ 96 w 170"/>
              <a:gd name="T77" fmla="*/ 130 h 146"/>
              <a:gd name="T78" fmla="*/ 130 w 170"/>
              <a:gd name="T79" fmla="*/ 121 h 146"/>
              <a:gd name="T80" fmla="*/ 157 w 170"/>
              <a:gd name="T81" fmla="*/ 115 h 146"/>
              <a:gd name="T82" fmla="*/ 151 w 170"/>
              <a:gd name="T83" fmla="*/ 109 h 146"/>
              <a:gd name="T84" fmla="*/ 145 w 170"/>
              <a:gd name="T85" fmla="*/ 115 h 146"/>
              <a:gd name="T86" fmla="*/ 151 w 170"/>
              <a:gd name="T87" fmla="*/ 121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70" h="146">
                <a:moveTo>
                  <a:pt x="170" y="61"/>
                </a:moveTo>
                <a:cubicBezTo>
                  <a:pt x="170" y="121"/>
                  <a:pt x="170" y="121"/>
                  <a:pt x="170" y="121"/>
                </a:cubicBezTo>
                <a:cubicBezTo>
                  <a:pt x="170" y="125"/>
                  <a:pt x="168" y="128"/>
                  <a:pt x="166" y="130"/>
                </a:cubicBezTo>
                <a:cubicBezTo>
                  <a:pt x="164" y="132"/>
                  <a:pt x="161" y="133"/>
                  <a:pt x="157" y="133"/>
                </a:cubicBezTo>
                <a:cubicBezTo>
                  <a:pt x="130" y="133"/>
                  <a:pt x="130" y="133"/>
                  <a:pt x="130" y="133"/>
                </a:cubicBezTo>
                <a:cubicBezTo>
                  <a:pt x="127" y="133"/>
                  <a:pt x="120" y="135"/>
                  <a:pt x="109" y="139"/>
                </a:cubicBezTo>
                <a:cubicBezTo>
                  <a:pt x="97" y="143"/>
                  <a:pt x="87" y="146"/>
                  <a:pt x="79" y="146"/>
                </a:cubicBezTo>
                <a:cubicBezTo>
                  <a:pt x="70" y="146"/>
                  <a:pt x="63" y="143"/>
                  <a:pt x="57" y="138"/>
                </a:cubicBezTo>
                <a:cubicBezTo>
                  <a:pt x="52" y="133"/>
                  <a:pt x="49" y="126"/>
                  <a:pt x="49" y="118"/>
                </a:cubicBezTo>
                <a:cubicBezTo>
                  <a:pt x="49" y="117"/>
                  <a:pt x="49" y="117"/>
                  <a:pt x="49" y="117"/>
                </a:cubicBezTo>
                <a:cubicBezTo>
                  <a:pt x="45" y="112"/>
                  <a:pt x="44" y="107"/>
                  <a:pt x="44" y="100"/>
                </a:cubicBezTo>
                <a:cubicBezTo>
                  <a:pt x="44" y="99"/>
                  <a:pt x="44" y="98"/>
                  <a:pt x="44" y="96"/>
                </a:cubicBezTo>
                <a:cubicBezTo>
                  <a:pt x="42" y="93"/>
                  <a:pt x="41" y="89"/>
                  <a:pt x="40" y="85"/>
                </a:cubicBezTo>
                <a:cubicBezTo>
                  <a:pt x="24" y="85"/>
                  <a:pt x="24" y="85"/>
                  <a:pt x="24" y="85"/>
                </a:cubicBezTo>
                <a:cubicBezTo>
                  <a:pt x="18" y="85"/>
                  <a:pt x="12" y="83"/>
                  <a:pt x="7" y="78"/>
                </a:cubicBezTo>
                <a:cubicBezTo>
                  <a:pt x="3" y="73"/>
                  <a:pt x="0" y="67"/>
                  <a:pt x="0" y="61"/>
                </a:cubicBezTo>
                <a:cubicBezTo>
                  <a:pt x="0" y="54"/>
                  <a:pt x="3" y="49"/>
                  <a:pt x="7" y="44"/>
                </a:cubicBezTo>
                <a:cubicBezTo>
                  <a:pt x="12" y="39"/>
                  <a:pt x="18" y="37"/>
                  <a:pt x="24" y="37"/>
                </a:cubicBezTo>
                <a:cubicBezTo>
                  <a:pt x="60" y="37"/>
                  <a:pt x="60" y="37"/>
                  <a:pt x="60" y="37"/>
                </a:cubicBezTo>
                <a:cubicBezTo>
                  <a:pt x="58" y="33"/>
                  <a:pt x="58" y="29"/>
                  <a:pt x="58" y="25"/>
                </a:cubicBezTo>
                <a:cubicBezTo>
                  <a:pt x="58" y="17"/>
                  <a:pt x="60" y="11"/>
                  <a:pt x="65" y="7"/>
                </a:cubicBezTo>
                <a:cubicBezTo>
                  <a:pt x="70" y="2"/>
                  <a:pt x="77" y="0"/>
                  <a:pt x="85" y="0"/>
                </a:cubicBezTo>
                <a:cubicBezTo>
                  <a:pt x="87" y="0"/>
                  <a:pt x="89" y="1"/>
                  <a:pt x="91" y="2"/>
                </a:cubicBezTo>
                <a:cubicBezTo>
                  <a:pt x="93" y="3"/>
                  <a:pt x="95" y="5"/>
                  <a:pt x="97" y="7"/>
                </a:cubicBezTo>
                <a:cubicBezTo>
                  <a:pt x="98" y="9"/>
                  <a:pt x="99" y="11"/>
                  <a:pt x="100" y="13"/>
                </a:cubicBezTo>
                <a:cubicBezTo>
                  <a:pt x="102" y="15"/>
                  <a:pt x="103" y="17"/>
                  <a:pt x="104" y="19"/>
                </a:cubicBezTo>
                <a:cubicBezTo>
                  <a:pt x="105" y="22"/>
                  <a:pt x="106" y="24"/>
                  <a:pt x="107" y="25"/>
                </a:cubicBezTo>
                <a:cubicBezTo>
                  <a:pt x="109" y="29"/>
                  <a:pt x="112" y="33"/>
                  <a:pt x="117" y="37"/>
                </a:cubicBezTo>
                <a:cubicBezTo>
                  <a:pt x="117" y="38"/>
                  <a:pt x="117" y="38"/>
                  <a:pt x="118" y="39"/>
                </a:cubicBezTo>
                <a:cubicBezTo>
                  <a:pt x="119" y="40"/>
                  <a:pt x="119" y="41"/>
                  <a:pt x="120" y="41"/>
                </a:cubicBezTo>
                <a:cubicBezTo>
                  <a:pt x="120" y="42"/>
                  <a:pt x="121" y="42"/>
                  <a:pt x="122" y="43"/>
                </a:cubicBezTo>
                <a:cubicBezTo>
                  <a:pt x="122" y="44"/>
                  <a:pt x="123" y="45"/>
                  <a:pt x="124" y="45"/>
                </a:cubicBezTo>
                <a:cubicBezTo>
                  <a:pt x="125" y="46"/>
                  <a:pt x="125" y="46"/>
                  <a:pt x="126" y="47"/>
                </a:cubicBezTo>
                <a:cubicBezTo>
                  <a:pt x="127" y="48"/>
                  <a:pt x="128" y="48"/>
                  <a:pt x="128" y="48"/>
                </a:cubicBezTo>
                <a:cubicBezTo>
                  <a:pt x="129" y="49"/>
                  <a:pt x="130" y="49"/>
                  <a:pt x="130" y="49"/>
                </a:cubicBezTo>
                <a:cubicBezTo>
                  <a:pt x="157" y="49"/>
                  <a:pt x="157" y="49"/>
                  <a:pt x="157" y="49"/>
                </a:cubicBezTo>
                <a:cubicBezTo>
                  <a:pt x="161" y="49"/>
                  <a:pt x="164" y="50"/>
                  <a:pt x="166" y="52"/>
                </a:cubicBezTo>
                <a:cubicBezTo>
                  <a:pt x="168" y="55"/>
                  <a:pt x="170" y="57"/>
                  <a:pt x="170" y="61"/>
                </a:cubicBezTo>
                <a:close/>
                <a:moveTo>
                  <a:pt x="130" y="121"/>
                </a:moveTo>
                <a:cubicBezTo>
                  <a:pt x="133" y="121"/>
                  <a:pt x="133" y="121"/>
                  <a:pt x="133" y="121"/>
                </a:cubicBezTo>
                <a:cubicBezTo>
                  <a:pt x="133" y="61"/>
                  <a:pt x="133" y="61"/>
                  <a:pt x="133" y="61"/>
                </a:cubicBezTo>
                <a:cubicBezTo>
                  <a:pt x="130" y="61"/>
                  <a:pt x="130" y="61"/>
                  <a:pt x="130" y="61"/>
                </a:cubicBezTo>
                <a:cubicBezTo>
                  <a:pt x="128" y="61"/>
                  <a:pt x="126" y="60"/>
                  <a:pt x="124" y="60"/>
                </a:cubicBezTo>
                <a:cubicBezTo>
                  <a:pt x="122" y="59"/>
                  <a:pt x="120" y="58"/>
                  <a:pt x="118" y="56"/>
                </a:cubicBezTo>
                <a:cubicBezTo>
                  <a:pt x="116" y="55"/>
                  <a:pt x="115" y="53"/>
                  <a:pt x="113" y="52"/>
                </a:cubicBezTo>
                <a:cubicBezTo>
                  <a:pt x="112" y="51"/>
                  <a:pt x="110" y="49"/>
                  <a:pt x="109" y="47"/>
                </a:cubicBezTo>
                <a:cubicBezTo>
                  <a:pt x="108" y="47"/>
                  <a:pt x="108" y="46"/>
                  <a:pt x="108" y="46"/>
                </a:cubicBezTo>
                <a:cubicBezTo>
                  <a:pt x="108" y="46"/>
                  <a:pt x="108" y="46"/>
                  <a:pt x="108" y="46"/>
                </a:cubicBezTo>
                <a:cubicBezTo>
                  <a:pt x="108" y="46"/>
                  <a:pt x="108" y="46"/>
                  <a:pt x="107" y="45"/>
                </a:cubicBezTo>
                <a:cubicBezTo>
                  <a:pt x="103" y="40"/>
                  <a:pt x="99" y="36"/>
                  <a:pt x="97" y="32"/>
                </a:cubicBezTo>
                <a:cubicBezTo>
                  <a:pt x="96" y="30"/>
                  <a:pt x="95" y="28"/>
                  <a:pt x="93" y="25"/>
                </a:cubicBezTo>
                <a:cubicBezTo>
                  <a:pt x="93" y="25"/>
                  <a:pt x="93" y="24"/>
                  <a:pt x="92" y="23"/>
                </a:cubicBezTo>
                <a:cubicBezTo>
                  <a:pt x="92" y="22"/>
                  <a:pt x="91" y="21"/>
                  <a:pt x="91" y="20"/>
                </a:cubicBezTo>
                <a:cubicBezTo>
                  <a:pt x="90" y="19"/>
                  <a:pt x="89" y="18"/>
                  <a:pt x="89" y="16"/>
                </a:cubicBezTo>
                <a:cubicBezTo>
                  <a:pt x="88" y="15"/>
                  <a:pt x="87" y="14"/>
                  <a:pt x="87" y="14"/>
                </a:cubicBezTo>
                <a:cubicBezTo>
                  <a:pt x="86" y="13"/>
                  <a:pt x="85" y="12"/>
                  <a:pt x="85" y="12"/>
                </a:cubicBezTo>
                <a:cubicBezTo>
                  <a:pt x="80" y="12"/>
                  <a:pt x="77" y="13"/>
                  <a:pt x="74" y="15"/>
                </a:cubicBezTo>
                <a:cubicBezTo>
                  <a:pt x="71" y="17"/>
                  <a:pt x="70" y="20"/>
                  <a:pt x="70" y="25"/>
                </a:cubicBezTo>
                <a:cubicBezTo>
                  <a:pt x="70" y="27"/>
                  <a:pt x="70" y="30"/>
                  <a:pt x="71" y="33"/>
                </a:cubicBezTo>
                <a:cubicBezTo>
                  <a:pt x="72" y="35"/>
                  <a:pt x="73" y="37"/>
                  <a:pt x="74" y="39"/>
                </a:cubicBezTo>
                <a:cubicBezTo>
                  <a:pt x="75" y="41"/>
                  <a:pt x="76" y="42"/>
                  <a:pt x="77" y="44"/>
                </a:cubicBezTo>
                <a:cubicBezTo>
                  <a:pt x="78" y="46"/>
                  <a:pt x="79" y="47"/>
                  <a:pt x="79" y="49"/>
                </a:cubicBezTo>
                <a:cubicBezTo>
                  <a:pt x="24" y="49"/>
                  <a:pt x="24" y="49"/>
                  <a:pt x="24" y="49"/>
                </a:cubicBezTo>
                <a:cubicBezTo>
                  <a:pt x="21" y="49"/>
                  <a:pt x="18" y="50"/>
                  <a:pt x="16" y="52"/>
                </a:cubicBezTo>
                <a:cubicBezTo>
                  <a:pt x="13" y="55"/>
                  <a:pt x="12" y="58"/>
                  <a:pt x="12" y="61"/>
                </a:cubicBezTo>
                <a:cubicBezTo>
                  <a:pt x="12" y="64"/>
                  <a:pt x="13" y="67"/>
                  <a:pt x="16" y="69"/>
                </a:cubicBezTo>
                <a:cubicBezTo>
                  <a:pt x="18" y="72"/>
                  <a:pt x="21" y="73"/>
                  <a:pt x="24" y="73"/>
                </a:cubicBezTo>
                <a:cubicBezTo>
                  <a:pt x="56" y="73"/>
                  <a:pt x="56" y="73"/>
                  <a:pt x="56" y="73"/>
                </a:cubicBezTo>
                <a:cubicBezTo>
                  <a:pt x="55" y="74"/>
                  <a:pt x="54" y="76"/>
                  <a:pt x="53" y="77"/>
                </a:cubicBezTo>
                <a:cubicBezTo>
                  <a:pt x="53" y="79"/>
                  <a:pt x="52" y="81"/>
                  <a:pt x="52" y="83"/>
                </a:cubicBezTo>
                <a:cubicBezTo>
                  <a:pt x="52" y="87"/>
                  <a:pt x="54" y="91"/>
                  <a:pt x="57" y="94"/>
                </a:cubicBezTo>
                <a:cubicBezTo>
                  <a:pt x="56" y="96"/>
                  <a:pt x="56" y="98"/>
                  <a:pt x="56" y="100"/>
                </a:cubicBezTo>
                <a:cubicBezTo>
                  <a:pt x="56" y="103"/>
                  <a:pt x="56" y="105"/>
                  <a:pt x="57" y="107"/>
                </a:cubicBezTo>
                <a:cubicBezTo>
                  <a:pt x="58" y="110"/>
                  <a:pt x="60" y="111"/>
                  <a:pt x="62" y="112"/>
                </a:cubicBezTo>
                <a:cubicBezTo>
                  <a:pt x="62" y="114"/>
                  <a:pt x="61" y="116"/>
                  <a:pt x="61" y="118"/>
                </a:cubicBezTo>
                <a:cubicBezTo>
                  <a:pt x="61" y="123"/>
                  <a:pt x="63" y="127"/>
                  <a:pt x="66" y="130"/>
                </a:cubicBezTo>
                <a:cubicBezTo>
                  <a:pt x="69" y="132"/>
                  <a:pt x="73" y="133"/>
                  <a:pt x="79" y="133"/>
                </a:cubicBezTo>
                <a:cubicBezTo>
                  <a:pt x="84" y="133"/>
                  <a:pt x="90" y="132"/>
                  <a:pt x="96" y="130"/>
                </a:cubicBezTo>
                <a:cubicBezTo>
                  <a:pt x="102" y="128"/>
                  <a:pt x="108" y="126"/>
                  <a:pt x="114" y="124"/>
                </a:cubicBezTo>
                <a:cubicBezTo>
                  <a:pt x="120" y="122"/>
                  <a:pt x="126" y="121"/>
                  <a:pt x="130" y="121"/>
                </a:cubicBezTo>
                <a:close/>
                <a:moveTo>
                  <a:pt x="156" y="120"/>
                </a:moveTo>
                <a:cubicBezTo>
                  <a:pt x="157" y="118"/>
                  <a:pt x="157" y="117"/>
                  <a:pt x="157" y="115"/>
                </a:cubicBezTo>
                <a:cubicBezTo>
                  <a:pt x="157" y="114"/>
                  <a:pt x="157" y="112"/>
                  <a:pt x="156" y="111"/>
                </a:cubicBezTo>
                <a:cubicBezTo>
                  <a:pt x="155" y="110"/>
                  <a:pt x="153" y="109"/>
                  <a:pt x="151" y="109"/>
                </a:cubicBezTo>
                <a:cubicBezTo>
                  <a:pt x="150" y="109"/>
                  <a:pt x="148" y="110"/>
                  <a:pt x="147" y="111"/>
                </a:cubicBezTo>
                <a:cubicBezTo>
                  <a:pt x="146" y="112"/>
                  <a:pt x="145" y="114"/>
                  <a:pt x="145" y="115"/>
                </a:cubicBezTo>
                <a:cubicBezTo>
                  <a:pt x="145" y="117"/>
                  <a:pt x="146" y="118"/>
                  <a:pt x="147" y="120"/>
                </a:cubicBezTo>
                <a:cubicBezTo>
                  <a:pt x="148" y="121"/>
                  <a:pt x="150" y="121"/>
                  <a:pt x="151" y="121"/>
                </a:cubicBezTo>
                <a:cubicBezTo>
                  <a:pt x="153" y="121"/>
                  <a:pt x="155" y="121"/>
                  <a:pt x="156" y="12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59" name="Freeform 161"/>
          <p:cNvSpPr>
            <a:spLocks noEditPoints="1"/>
          </p:cNvSpPr>
          <p:nvPr/>
        </p:nvSpPr>
        <p:spPr bwMode="auto">
          <a:xfrm>
            <a:off x="1396697" y="3092949"/>
            <a:ext cx="207464" cy="244204"/>
          </a:xfrm>
          <a:custGeom>
            <a:avLst/>
            <a:gdLst>
              <a:gd name="T0" fmla="*/ 139 w 146"/>
              <a:gd name="T1" fmla="*/ 109 h 170"/>
              <a:gd name="T2" fmla="*/ 134 w 146"/>
              <a:gd name="T3" fmla="*/ 158 h 170"/>
              <a:gd name="T4" fmla="*/ 121 w 146"/>
              <a:gd name="T5" fmla="*/ 170 h 170"/>
              <a:gd name="T6" fmla="*/ 52 w 146"/>
              <a:gd name="T7" fmla="*/ 166 h 170"/>
              <a:gd name="T8" fmla="*/ 49 w 146"/>
              <a:gd name="T9" fmla="*/ 130 h 170"/>
              <a:gd name="T10" fmla="*/ 47 w 146"/>
              <a:gd name="T11" fmla="*/ 126 h 170"/>
              <a:gd name="T12" fmla="*/ 43 w 146"/>
              <a:gd name="T13" fmla="*/ 122 h 170"/>
              <a:gd name="T14" fmla="*/ 39 w 146"/>
              <a:gd name="T15" fmla="*/ 118 h 170"/>
              <a:gd name="T16" fmla="*/ 25 w 146"/>
              <a:gd name="T17" fmla="*/ 107 h 170"/>
              <a:gd name="T18" fmla="*/ 13 w 146"/>
              <a:gd name="T19" fmla="*/ 101 h 170"/>
              <a:gd name="T20" fmla="*/ 2 w 146"/>
              <a:gd name="T21" fmla="*/ 92 h 170"/>
              <a:gd name="T22" fmla="*/ 7 w 146"/>
              <a:gd name="T23" fmla="*/ 65 h 170"/>
              <a:gd name="T24" fmla="*/ 37 w 146"/>
              <a:gd name="T25" fmla="*/ 60 h 170"/>
              <a:gd name="T26" fmla="*/ 44 w 146"/>
              <a:gd name="T27" fmla="*/ 7 h 170"/>
              <a:gd name="T28" fmla="*/ 78 w 146"/>
              <a:gd name="T29" fmla="*/ 7 h 170"/>
              <a:gd name="T30" fmla="*/ 85 w 146"/>
              <a:gd name="T31" fmla="*/ 40 h 170"/>
              <a:gd name="T32" fmla="*/ 100 w 146"/>
              <a:gd name="T33" fmla="*/ 44 h 170"/>
              <a:gd name="T34" fmla="*/ 138 w 146"/>
              <a:gd name="T35" fmla="*/ 57 h 170"/>
              <a:gd name="T36" fmla="*/ 134 w 146"/>
              <a:gd name="T37" fmla="*/ 79 h 170"/>
              <a:gd name="T38" fmla="*/ 112 w 146"/>
              <a:gd name="T39" fmla="*/ 62 h 170"/>
              <a:gd name="T40" fmla="*/ 101 w 146"/>
              <a:gd name="T41" fmla="*/ 56 h 170"/>
              <a:gd name="T42" fmla="*/ 83 w 146"/>
              <a:gd name="T43" fmla="*/ 52 h 170"/>
              <a:gd name="T44" fmla="*/ 73 w 146"/>
              <a:gd name="T45" fmla="*/ 56 h 170"/>
              <a:gd name="T46" fmla="*/ 69 w 146"/>
              <a:gd name="T47" fmla="*/ 16 h 170"/>
              <a:gd name="T48" fmla="*/ 52 w 146"/>
              <a:gd name="T49" fmla="*/ 16 h 170"/>
              <a:gd name="T50" fmla="*/ 49 w 146"/>
              <a:gd name="T51" fmla="*/ 79 h 170"/>
              <a:gd name="T52" fmla="*/ 39 w 146"/>
              <a:gd name="T53" fmla="*/ 74 h 170"/>
              <a:gd name="T54" fmla="*/ 25 w 146"/>
              <a:gd name="T55" fmla="*/ 70 h 170"/>
              <a:gd name="T56" fmla="*/ 12 w 146"/>
              <a:gd name="T57" fmla="*/ 85 h 170"/>
              <a:gd name="T58" fmla="*/ 32 w 146"/>
              <a:gd name="T59" fmla="*/ 97 h 170"/>
              <a:gd name="T60" fmla="*/ 56 w 146"/>
              <a:gd name="T61" fmla="*/ 117 h 170"/>
              <a:gd name="T62" fmla="*/ 61 w 146"/>
              <a:gd name="T63" fmla="*/ 133 h 170"/>
              <a:gd name="T64" fmla="*/ 121 w 146"/>
              <a:gd name="T65" fmla="*/ 130 h 170"/>
              <a:gd name="T66" fmla="*/ 130 w 146"/>
              <a:gd name="T67" fmla="*/ 96 h 170"/>
              <a:gd name="T68" fmla="*/ 120 w 146"/>
              <a:gd name="T69" fmla="*/ 156 h 170"/>
              <a:gd name="T70" fmla="*/ 120 w 146"/>
              <a:gd name="T71" fmla="*/ 147 h 170"/>
              <a:gd name="T72" fmla="*/ 111 w 146"/>
              <a:gd name="T73" fmla="*/ 147 h 170"/>
              <a:gd name="T74" fmla="*/ 111 w 146"/>
              <a:gd name="T75" fmla="*/ 156 h 170"/>
              <a:gd name="T76" fmla="*/ 120 w 146"/>
              <a:gd name="T77" fmla="*/ 156 h 1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46" h="170">
                <a:moveTo>
                  <a:pt x="146" y="79"/>
                </a:moveTo>
                <a:cubicBezTo>
                  <a:pt x="146" y="87"/>
                  <a:pt x="143" y="97"/>
                  <a:pt x="139" y="109"/>
                </a:cubicBezTo>
                <a:cubicBezTo>
                  <a:pt x="135" y="120"/>
                  <a:pt x="134" y="127"/>
                  <a:pt x="134" y="130"/>
                </a:cubicBezTo>
                <a:cubicBezTo>
                  <a:pt x="134" y="158"/>
                  <a:pt x="134" y="158"/>
                  <a:pt x="134" y="158"/>
                </a:cubicBezTo>
                <a:cubicBezTo>
                  <a:pt x="134" y="161"/>
                  <a:pt x="132" y="164"/>
                  <a:pt x="130" y="166"/>
                </a:cubicBezTo>
                <a:cubicBezTo>
                  <a:pt x="128" y="168"/>
                  <a:pt x="125" y="170"/>
                  <a:pt x="121" y="170"/>
                </a:cubicBezTo>
                <a:cubicBezTo>
                  <a:pt x="61" y="170"/>
                  <a:pt x="61" y="170"/>
                  <a:pt x="61" y="170"/>
                </a:cubicBezTo>
                <a:cubicBezTo>
                  <a:pt x="58" y="170"/>
                  <a:pt x="55" y="168"/>
                  <a:pt x="52" y="166"/>
                </a:cubicBezTo>
                <a:cubicBezTo>
                  <a:pt x="50" y="164"/>
                  <a:pt x="49" y="161"/>
                  <a:pt x="49" y="158"/>
                </a:cubicBezTo>
                <a:cubicBezTo>
                  <a:pt x="49" y="130"/>
                  <a:pt x="49" y="130"/>
                  <a:pt x="49" y="130"/>
                </a:cubicBezTo>
                <a:cubicBezTo>
                  <a:pt x="49" y="130"/>
                  <a:pt x="49" y="129"/>
                  <a:pt x="48" y="128"/>
                </a:cubicBezTo>
                <a:cubicBezTo>
                  <a:pt x="48" y="128"/>
                  <a:pt x="48" y="127"/>
                  <a:pt x="47" y="126"/>
                </a:cubicBezTo>
                <a:cubicBezTo>
                  <a:pt x="46" y="125"/>
                  <a:pt x="46" y="125"/>
                  <a:pt x="45" y="124"/>
                </a:cubicBezTo>
                <a:cubicBezTo>
                  <a:pt x="45" y="123"/>
                  <a:pt x="44" y="123"/>
                  <a:pt x="43" y="122"/>
                </a:cubicBezTo>
                <a:cubicBezTo>
                  <a:pt x="42" y="121"/>
                  <a:pt x="42" y="120"/>
                  <a:pt x="41" y="120"/>
                </a:cubicBezTo>
                <a:cubicBezTo>
                  <a:pt x="41" y="119"/>
                  <a:pt x="40" y="119"/>
                  <a:pt x="39" y="118"/>
                </a:cubicBezTo>
                <a:cubicBezTo>
                  <a:pt x="38" y="117"/>
                  <a:pt x="38" y="117"/>
                  <a:pt x="38" y="117"/>
                </a:cubicBezTo>
                <a:cubicBezTo>
                  <a:pt x="33" y="113"/>
                  <a:pt x="29" y="109"/>
                  <a:pt x="25" y="107"/>
                </a:cubicBezTo>
                <a:cubicBezTo>
                  <a:pt x="24" y="106"/>
                  <a:pt x="22" y="105"/>
                  <a:pt x="19" y="104"/>
                </a:cubicBezTo>
                <a:cubicBezTo>
                  <a:pt x="17" y="103"/>
                  <a:pt x="15" y="102"/>
                  <a:pt x="13" y="101"/>
                </a:cubicBezTo>
                <a:cubicBezTo>
                  <a:pt x="11" y="99"/>
                  <a:pt x="9" y="98"/>
                  <a:pt x="7" y="97"/>
                </a:cubicBezTo>
                <a:cubicBezTo>
                  <a:pt x="5" y="95"/>
                  <a:pt x="3" y="93"/>
                  <a:pt x="2" y="92"/>
                </a:cubicBezTo>
                <a:cubicBezTo>
                  <a:pt x="1" y="90"/>
                  <a:pt x="0" y="87"/>
                  <a:pt x="0" y="85"/>
                </a:cubicBezTo>
                <a:cubicBezTo>
                  <a:pt x="0" y="77"/>
                  <a:pt x="3" y="71"/>
                  <a:pt x="7" y="65"/>
                </a:cubicBezTo>
                <a:cubicBezTo>
                  <a:pt x="11" y="60"/>
                  <a:pt x="17" y="58"/>
                  <a:pt x="25" y="58"/>
                </a:cubicBezTo>
                <a:cubicBezTo>
                  <a:pt x="29" y="58"/>
                  <a:pt x="33" y="58"/>
                  <a:pt x="37" y="60"/>
                </a:cubicBezTo>
                <a:cubicBezTo>
                  <a:pt x="37" y="24"/>
                  <a:pt x="37" y="24"/>
                  <a:pt x="37" y="24"/>
                </a:cubicBezTo>
                <a:cubicBezTo>
                  <a:pt x="37" y="18"/>
                  <a:pt x="39" y="12"/>
                  <a:pt x="44" y="7"/>
                </a:cubicBezTo>
                <a:cubicBezTo>
                  <a:pt x="49" y="3"/>
                  <a:pt x="54" y="0"/>
                  <a:pt x="61" y="0"/>
                </a:cubicBezTo>
                <a:cubicBezTo>
                  <a:pt x="67" y="0"/>
                  <a:pt x="73" y="3"/>
                  <a:pt x="78" y="7"/>
                </a:cubicBezTo>
                <a:cubicBezTo>
                  <a:pt x="83" y="12"/>
                  <a:pt x="85" y="18"/>
                  <a:pt x="85" y="24"/>
                </a:cubicBezTo>
                <a:cubicBezTo>
                  <a:pt x="85" y="40"/>
                  <a:pt x="85" y="40"/>
                  <a:pt x="85" y="40"/>
                </a:cubicBezTo>
                <a:cubicBezTo>
                  <a:pt x="89" y="41"/>
                  <a:pt x="93" y="42"/>
                  <a:pt x="96" y="44"/>
                </a:cubicBezTo>
                <a:cubicBezTo>
                  <a:pt x="98" y="44"/>
                  <a:pt x="99" y="44"/>
                  <a:pt x="100" y="44"/>
                </a:cubicBezTo>
                <a:cubicBezTo>
                  <a:pt x="107" y="44"/>
                  <a:pt x="112" y="46"/>
                  <a:pt x="117" y="49"/>
                </a:cubicBezTo>
                <a:cubicBezTo>
                  <a:pt x="126" y="49"/>
                  <a:pt x="133" y="52"/>
                  <a:pt x="138" y="57"/>
                </a:cubicBezTo>
                <a:cubicBezTo>
                  <a:pt x="143" y="63"/>
                  <a:pt x="146" y="70"/>
                  <a:pt x="146" y="79"/>
                </a:cubicBezTo>
                <a:close/>
                <a:moveTo>
                  <a:pt x="134" y="79"/>
                </a:moveTo>
                <a:cubicBezTo>
                  <a:pt x="134" y="67"/>
                  <a:pt x="128" y="61"/>
                  <a:pt x="118" y="61"/>
                </a:cubicBezTo>
                <a:cubicBezTo>
                  <a:pt x="116" y="61"/>
                  <a:pt x="114" y="62"/>
                  <a:pt x="112" y="62"/>
                </a:cubicBezTo>
                <a:cubicBezTo>
                  <a:pt x="111" y="60"/>
                  <a:pt x="110" y="58"/>
                  <a:pt x="107" y="57"/>
                </a:cubicBezTo>
                <a:cubicBezTo>
                  <a:pt x="105" y="56"/>
                  <a:pt x="103" y="56"/>
                  <a:pt x="101" y="56"/>
                </a:cubicBezTo>
                <a:cubicBezTo>
                  <a:pt x="98" y="56"/>
                  <a:pt x="96" y="56"/>
                  <a:pt x="94" y="57"/>
                </a:cubicBezTo>
                <a:cubicBezTo>
                  <a:pt x="91" y="54"/>
                  <a:pt x="87" y="52"/>
                  <a:pt x="83" y="52"/>
                </a:cubicBezTo>
                <a:cubicBezTo>
                  <a:pt x="81" y="52"/>
                  <a:pt x="79" y="53"/>
                  <a:pt x="77" y="53"/>
                </a:cubicBezTo>
                <a:cubicBezTo>
                  <a:pt x="76" y="54"/>
                  <a:pt x="74" y="55"/>
                  <a:pt x="73" y="56"/>
                </a:cubicBezTo>
                <a:cubicBezTo>
                  <a:pt x="73" y="24"/>
                  <a:pt x="73" y="24"/>
                  <a:pt x="73" y="24"/>
                </a:cubicBezTo>
                <a:cubicBezTo>
                  <a:pt x="73" y="21"/>
                  <a:pt x="72" y="18"/>
                  <a:pt x="69" y="16"/>
                </a:cubicBezTo>
                <a:cubicBezTo>
                  <a:pt x="67" y="14"/>
                  <a:pt x="64" y="12"/>
                  <a:pt x="61" y="12"/>
                </a:cubicBezTo>
                <a:cubicBezTo>
                  <a:pt x="58" y="12"/>
                  <a:pt x="55" y="14"/>
                  <a:pt x="52" y="16"/>
                </a:cubicBezTo>
                <a:cubicBezTo>
                  <a:pt x="50" y="18"/>
                  <a:pt x="49" y="21"/>
                  <a:pt x="49" y="24"/>
                </a:cubicBezTo>
                <a:cubicBezTo>
                  <a:pt x="49" y="79"/>
                  <a:pt x="49" y="79"/>
                  <a:pt x="49" y="79"/>
                </a:cubicBezTo>
                <a:cubicBezTo>
                  <a:pt x="48" y="79"/>
                  <a:pt x="46" y="78"/>
                  <a:pt x="44" y="77"/>
                </a:cubicBezTo>
                <a:cubicBezTo>
                  <a:pt x="42" y="77"/>
                  <a:pt x="41" y="75"/>
                  <a:pt x="39" y="74"/>
                </a:cubicBezTo>
                <a:cubicBezTo>
                  <a:pt x="37" y="73"/>
                  <a:pt x="35" y="72"/>
                  <a:pt x="33" y="71"/>
                </a:cubicBezTo>
                <a:cubicBezTo>
                  <a:pt x="30" y="70"/>
                  <a:pt x="27" y="70"/>
                  <a:pt x="25" y="70"/>
                </a:cubicBezTo>
                <a:cubicBezTo>
                  <a:pt x="20" y="70"/>
                  <a:pt x="17" y="71"/>
                  <a:pt x="15" y="74"/>
                </a:cubicBezTo>
                <a:cubicBezTo>
                  <a:pt x="13" y="77"/>
                  <a:pt x="12" y="80"/>
                  <a:pt x="12" y="85"/>
                </a:cubicBezTo>
                <a:cubicBezTo>
                  <a:pt x="12" y="86"/>
                  <a:pt x="17" y="89"/>
                  <a:pt x="26" y="93"/>
                </a:cubicBezTo>
                <a:cubicBezTo>
                  <a:pt x="28" y="95"/>
                  <a:pt x="30" y="96"/>
                  <a:pt x="32" y="97"/>
                </a:cubicBezTo>
                <a:cubicBezTo>
                  <a:pt x="36" y="99"/>
                  <a:pt x="40" y="103"/>
                  <a:pt x="45" y="108"/>
                </a:cubicBezTo>
                <a:cubicBezTo>
                  <a:pt x="51" y="112"/>
                  <a:pt x="54" y="115"/>
                  <a:pt x="56" y="117"/>
                </a:cubicBezTo>
                <a:cubicBezTo>
                  <a:pt x="59" y="121"/>
                  <a:pt x="61" y="126"/>
                  <a:pt x="61" y="130"/>
                </a:cubicBezTo>
                <a:cubicBezTo>
                  <a:pt x="61" y="133"/>
                  <a:pt x="61" y="133"/>
                  <a:pt x="61" y="133"/>
                </a:cubicBezTo>
                <a:cubicBezTo>
                  <a:pt x="121" y="133"/>
                  <a:pt x="121" y="133"/>
                  <a:pt x="121" y="133"/>
                </a:cubicBezTo>
                <a:cubicBezTo>
                  <a:pt x="121" y="130"/>
                  <a:pt x="121" y="130"/>
                  <a:pt x="121" y="130"/>
                </a:cubicBezTo>
                <a:cubicBezTo>
                  <a:pt x="121" y="126"/>
                  <a:pt x="122" y="121"/>
                  <a:pt x="124" y="115"/>
                </a:cubicBezTo>
                <a:cubicBezTo>
                  <a:pt x="126" y="109"/>
                  <a:pt x="128" y="102"/>
                  <a:pt x="130" y="96"/>
                </a:cubicBezTo>
                <a:cubicBezTo>
                  <a:pt x="133" y="90"/>
                  <a:pt x="134" y="84"/>
                  <a:pt x="134" y="79"/>
                </a:cubicBezTo>
                <a:close/>
                <a:moveTo>
                  <a:pt x="120" y="156"/>
                </a:moveTo>
                <a:cubicBezTo>
                  <a:pt x="121" y="155"/>
                  <a:pt x="121" y="153"/>
                  <a:pt x="121" y="152"/>
                </a:cubicBezTo>
                <a:cubicBezTo>
                  <a:pt x="121" y="150"/>
                  <a:pt x="121" y="148"/>
                  <a:pt x="120" y="147"/>
                </a:cubicBezTo>
                <a:cubicBezTo>
                  <a:pt x="118" y="146"/>
                  <a:pt x="117" y="145"/>
                  <a:pt x="115" y="145"/>
                </a:cubicBezTo>
                <a:cubicBezTo>
                  <a:pt x="114" y="145"/>
                  <a:pt x="112" y="146"/>
                  <a:pt x="111" y="147"/>
                </a:cubicBezTo>
                <a:cubicBezTo>
                  <a:pt x="110" y="148"/>
                  <a:pt x="109" y="150"/>
                  <a:pt x="109" y="152"/>
                </a:cubicBezTo>
                <a:cubicBezTo>
                  <a:pt x="109" y="153"/>
                  <a:pt x="110" y="155"/>
                  <a:pt x="111" y="156"/>
                </a:cubicBezTo>
                <a:cubicBezTo>
                  <a:pt x="112" y="157"/>
                  <a:pt x="114" y="158"/>
                  <a:pt x="115" y="158"/>
                </a:cubicBezTo>
                <a:cubicBezTo>
                  <a:pt x="117" y="158"/>
                  <a:pt x="118" y="157"/>
                  <a:pt x="120" y="15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60" name="Freeform 162"/>
          <p:cNvSpPr>
            <a:spLocks noEditPoints="1"/>
          </p:cNvSpPr>
          <p:nvPr/>
        </p:nvSpPr>
        <p:spPr bwMode="auto">
          <a:xfrm>
            <a:off x="1662511" y="3092949"/>
            <a:ext cx="209627" cy="244204"/>
          </a:xfrm>
          <a:custGeom>
            <a:avLst/>
            <a:gdLst>
              <a:gd name="T0" fmla="*/ 138 w 146"/>
              <a:gd name="T1" fmla="*/ 112 h 170"/>
              <a:gd name="T2" fmla="*/ 117 w 146"/>
              <a:gd name="T3" fmla="*/ 120 h 170"/>
              <a:gd name="T4" fmla="*/ 96 w 146"/>
              <a:gd name="T5" fmla="*/ 126 h 170"/>
              <a:gd name="T6" fmla="*/ 85 w 146"/>
              <a:gd name="T7" fmla="*/ 145 h 170"/>
              <a:gd name="T8" fmla="*/ 61 w 146"/>
              <a:gd name="T9" fmla="*/ 170 h 170"/>
              <a:gd name="T10" fmla="*/ 37 w 146"/>
              <a:gd name="T11" fmla="*/ 145 h 170"/>
              <a:gd name="T12" fmla="*/ 25 w 146"/>
              <a:gd name="T13" fmla="*/ 112 h 170"/>
              <a:gd name="T14" fmla="*/ 0 w 146"/>
              <a:gd name="T15" fmla="*/ 85 h 170"/>
              <a:gd name="T16" fmla="*/ 7 w 146"/>
              <a:gd name="T17" fmla="*/ 73 h 170"/>
              <a:gd name="T18" fmla="*/ 20 w 146"/>
              <a:gd name="T19" fmla="*/ 66 h 170"/>
              <a:gd name="T20" fmla="*/ 38 w 146"/>
              <a:gd name="T21" fmla="*/ 53 h 170"/>
              <a:gd name="T22" fmla="*/ 41 w 146"/>
              <a:gd name="T23" fmla="*/ 50 h 170"/>
              <a:gd name="T24" fmla="*/ 45 w 146"/>
              <a:gd name="T25" fmla="*/ 46 h 170"/>
              <a:gd name="T26" fmla="*/ 48 w 146"/>
              <a:gd name="T27" fmla="*/ 42 h 170"/>
              <a:gd name="T28" fmla="*/ 49 w 146"/>
              <a:gd name="T29" fmla="*/ 12 h 170"/>
              <a:gd name="T30" fmla="*/ 61 w 146"/>
              <a:gd name="T31" fmla="*/ 0 h 170"/>
              <a:gd name="T32" fmla="*/ 130 w 146"/>
              <a:gd name="T33" fmla="*/ 4 h 170"/>
              <a:gd name="T34" fmla="*/ 134 w 146"/>
              <a:gd name="T35" fmla="*/ 40 h 170"/>
              <a:gd name="T36" fmla="*/ 146 w 146"/>
              <a:gd name="T37" fmla="*/ 91 h 170"/>
              <a:gd name="T38" fmla="*/ 131 w 146"/>
              <a:gd name="T39" fmla="*/ 74 h 170"/>
              <a:gd name="T40" fmla="*/ 121 w 146"/>
              <a:gd name="T41" fmla="*/ 40 h 170"/>
              <a:gd name="T42" fmla="*/ 61 w 146"/>
              <a:gd name="T43" fmla="*/ 37 h 170"/>
              <a:gd name="T44" fmla="*/ 60 w 146"/>
              <a:gd name="T45" fmla="*/ 46 h 170"/>
              <a:gd name="T46" fmla="*/ 52 w 146"/>
              <a:gd name="T47" fmla="*/ 57 h 170"/>
              <a:gd name="T48" fmla="*/ 46 w 146"/>
              <a:gd name="T49" fmla="*/ 62 h 170"/>
              <a:gd name="T50" fmla="*/ 25 w 146"/>
              <a:gd name="T51" fmla="*/ 77 h 170"/>
              <a:gd name="T52" fmla="*/ 20 w 146"/>
              <a:gd name="T53" fmla="*/ 79 h 170"/>
              <a:gd name="T54" fmla="*/ 14 w 146"/>
              <a:gd name="T55" fmla="*/ 83 h 170"/>
              <a:gd name="T56" fmla="*/ 15 w 146"/>
              <a:gd name="T57" fmla="*/ 96 h 170"/>
              <a:gd name="T58" fmla="*/ 33 w 146"/>
              <a:gd name="T59" fmla="*/ 99 h 170"/>
              <a:gd name="T60" fmla="*/ 44 w 146"/>
              <a:gd name="T61" fmla="*/ 92 h 170"/>
              <a:gd name="T62" fmla="*/ 49 w 146"/>
              <a:gd name="T63" fmla="*/ 145 h 170"/>
              <a:gd name="T64" fmla="*/ 61 w 146"/>
              <a:gd name="T65" fmla="*/ 158 h 170"/>
              <a:gd name="T66" fmla="*/ 73 w 146"/>
              <a:gd name="T67" fmla="*/ 145 h 170"/>
              <a:gd name="T68" fmla="*/ 83 w 146"/>
              <a:gd name="T69" fmla="*/ 117 h 170"/>
              <a:gd name="T70" fmla="*/ 101 w 146"/>
              <a:gd name="T71" fmla="*/ 114 h 170"/>
              <a:gd name="T72" fmla="*/ 112 w 146"/>
              <a:gd name="T73" fmla="*/ 108 h 170"/>
              <a:gd name="T74" fmla="*/ 130 w 146"/>
              <a:gd name="T75" fmla="*/ 104 h 170"/>
              <a:gd name="T76" fmla="*/ 120 w 146"/>
              <a:gd name="T77" fmla="*/ 23 h 170"/>
              <a:gd name="T78" fmla="*/ 120 w 146"/>
              <a:gd name="T79" fmla="*/ 14 h 170"/>
              <a:gd name="T80" fmla="*/ 111 w 146"/>
              <a:gd name="T81" fmla="*/ 14 h 170"/>
              <a:gd name="T82" fmla="*/ 111 w 146"/>
              <a:gd name="T83" fmla="*/ 23 h 170"/>
              <a:gd name="T84" fmla="*/ 120 w 146"/>
              <a:gd name="T85" fmla="*/ 23 h 1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46" h="170">
                <a:moveTo>
                  <a:pt x="146" y="91"/>
                </a:moveTo>
                <a:cubicBezTo>
                  <a:pt x="146" y="100"/>
                  <a:pt x="143" y="107"/>
                  <a:pt x="138" y="112"/>
                </a:cubicBezTo>
                <a:cubicBezTo>
                  <a:pt x="133" y="118"/>
                  <a:pt x="127" y="121"/>
                  <a:pt x="118" y="121"/>
                </a:cubicBezTo>
                <a:cubicBezTo>
                  <a:pt x="117" y="120"/>
                  <a:pt x="117" y="120"/>
                  <a:pt x="117" y="120"/>
                </a:cubicBezTo>
                <a:cubicBezTo>
                  <a:pt x="112" y="124"/>
                  <a:pt x="107" y="126"/>
                  <a:pt x="100" y="126"/>
                </a:cubicBezTo>
                <a:cubicBezTo>
                  <a:pt x="99" y="126"/>
                  <a:pt x="98" y="126"/>
                  <a:pt x="96" y="126"/>
                </a:cubicBezTo>
                <a:cubicBezTo>
                  <a:pt x="93" y="128"/>
                  <a:pt x="89" y="129"/>
                  <a:pt x="85" y="129"/>
                </a:cubicBezTo>
                <a:cubicBezTo>
                  <a:pt x="85" y="145"/>
                  <a:pt x="85" y="145"/>
                  <a:pt x="85" y="145"/>
                </a:cubicBezTo>
                <a:cubicBezTo>
                  <a:pt x="85" y="152"/>
                  <a:pt x="83" y="158"/>
                  <a:pt x="78" y="163"/>
                </a:cubicBezTo>
                <a:cubicBezTo>
                  <a:pt x="73" y="167"/>
                  <a:pt x="67" y="170"/>
                  <a:pt x="61" y="170"/>
                </a:cubicBezTo>
                <a:cubicBezTo>
                  <a:pt x="54" y="170"/>
                  <a:pt x="49" y="167"/>
                  <a:pt x="44" y="162"/>
                </a:cubicBezTo>
                <a:cubicBezTo>
                  <a:pt x="39" y="158"/>
                  <a:pt x="37" y="152"/>
                  <a:pt x="37" y="145"/>
                </a:cubicBezTo>
                <a:cubicBezTo>
                  <a:pt x="37" y="110"/>
                  <a:pt x="37" y="110"/>
                  <a:pt x="37" y="110"/>
                </a:cubicBezTo>
                <a:cubicBezTo>
                  <a:pt x="33" y="111"/>
                  <a:pt x="29" y="112"/>
                  <a:pt x="25" y="112"/>
                </a:cubicBezTo>
                <a:cubicBezTo>
                  <a:pt x="17" y="112"/>
                  <a:pt x="11" y="110"/>
                  <a:pt x="7" y="104"/>
                </a:cubicBezTo>
                <a:cubicBezTo>
                  <a:pt x="3" y="99"/>
                  <a:pt x="0" y="93"/>
                  <a:pt x="0" y="85"/>
                </a:cubicBezTo>
                <a:cubicBezTo>
                  <a:pt x="0" y="83"/>
                  <a:pt x="1" y="80"/>
                  <a:pt x="2" y="78"/>
                </a:cubicBezTo>
                <a:cubicBezTo>
                  <a:pt x="3" y="76"/>
                  <a:pt x="5" y="75"/>
                  <a:pt x="7" y="73"/>
                </a:cubicBezTo>
                <a:cubicBezTo>
                  <a:pt x="9" y="72"/>
                  <a:pt x="11" y="70"/>
                  <a:pt x="13" y="69"/>
                </a:cubicBezTo>
                <a:cubicBezTo>
                  <a:pt x="15" y="68"/>
                  <a:pt x="17" y="67"/>
                  <a:pt x="20" y="66"/>
                </a:cubicBezTo>
                <a:cubicBezTo>
                  <a:pt x="22" y="65"/>
                  <a:pt x="24" y="64"/>
                  <a:pt x="25" y="63"/>
                </a:cubicBezTo>
                <a:cubicBezTo>
                  <a:pt x="29" y="61"/>
                  <a:pt x="33" y="57"/>
                  <a:pt x="38" y="53"/>
                </a:cubicBezTo>
                <a:cubicBezTo>
                  <a:pt x="38" y="53"/>
                  <a:pt x="38" y="53"/>
                  <a:pt x="39" y="52"/>
                </a:cubicBezTo>
                <a:cubicBezTo>
                  <a:pt x="40" y="51"/>
                  <a:pt x="41" y="51"/>
                  <a:pt x="41" y="50"/>
                </a:cubicBezTo>
                <a:cubicBezTo>
                  <a:pt x="42" y="50"/>
                  <a:pt x="42" y="49"/>
                  <a:pt x="43" y="48"/>
                </a:cubicBezTo>
                <a:cubicBezTo>
                  <a:pt x="44" y="47"/>
                  <a:pt x="45" y="47"/>
                  <a:pt x="45" y="46"/>
                </a:cubicBezTo>
                <a:cubicBezTo>
                  <a:pt x="46" y="45"/>
                  <a:pt x="46" y="45"/>
                  <a:pt x="47" y="44"/>
                </a:cubicBezTo>
                <a:cubicBezTo>
                  <a:pt x="48" y="43"/>
                  <a:pt x="48" y="42"/>
                  <a:pt x="48" y="42"/>
                </a:cubicBezTo>
                <a:cubicBezTo>
                  <a:pt x="49" y="41"/>
                  <a:pt x="49" y="40"/>
                  <a:pt x="49" y="40"/>
                </a:cubicBezTo>
                <a:cubicBezTo>
                  <a:pt x="49" y="12"/>
                  <a:pt x="49" y="12"/>
                  <a:pt x="49" y="12"/>
                </a:cubicBezTo>
                <a:cubicBezTo>
                  <a:pt x="49" y="9"/>
                  <a:pt x="50" y="6"/>
                  <a:pt x="52" y="4"/>
                </a:cubicBezTo>
                <a:cubicBezTo>
                  <a:pt x="55" y="1"/>
                  <a:pt x="58" y="0"/>
                  <a:pt x="61" y="0"/>
                </a:cubicBezTo>
                <a:cubicBezTo>
                  <a:pt x="121" y="0"/>
                  <a:pt x="121" y="0"/>
                  <a:pt x="121" y="0"/>
                </a:cubicBezTo>
                <a:cubicBezTo>
                  <a:pt x="125" y="0"/>
                  <a:pt x="128" y="1"/>
                  <a:pt x="130" y="4"/>
                </a:cubicBezTo>
                <a:cubicBezTo>
                  <a:pt x="132" y="6"/>
                  <a:pt x="134" y="9"/>
                  <a:pt x="134" y="12"/>
                </a:cubicBezTo>
                <a:cubicBezTo>
                  <a:pt x="134" y="40"/>
                  <a:pt x="134" y="40"/>
                  <a:pt x="134" y="40"/>
                </a:cubicBezTo>
                <a:cubicBezTo>
                  <a:pt x="134" y="43"/>
                  <a:pt x="135" y="50"/>
                  <a:pt x="139" y="61"/>
                </a:cubicBezTo>
                <a:cubicBezTo>
                  <a:pt x="143" y="73"/>
                  <a:pt x="146" y="83"/>
                  <a:pt x="146" y="91"/>
                </a:cubicBezTo>
                <a:close/>
                <a:moveTo>
                  <a:pt x="134" y="91"/>
                </a:moveTo>
                <a:cubicBezTo>
                  <a:pt x="134" y="86"/>
                  <a:pt x="133" y="80"/>
                  <a:pt x="131" y="74"/>
                </a:cubicBezTo>
                <a:cubicBezTo>
                  <a:pt x="128" y="67"/>
                  <a:pt x="126" y="61"/>
                  <a:pt x="124" y="55"/>
                </a:cubicBezTo>
                <a:cubicBezTo>
                  <a:pt x="122" y="49"/>
                  <a:pt x="121" y="44"/>
                  <a:pt x="121" y="40"/>
                </a:cubicBezTo>
                <a:cubicBezTo>
                  <a:pt x="121" y="37"/>
                  <a:pt x="121" y="37"/>
                  <a:pt x="121" y="37"/>
                </a:cubicBezTo>
                <a:cubicBezTo>
                  <a:pt x="61" y="37"/>
                  <a:pt x="61" y="37"/>
                  <a:pt x="61" y="37"/>
                </a:cubicBezTo>
                <a:cubicBezTo>
                  <a:pt x="61" y="40"/>
                  <a:pt x="61" y="40"/>
                  <a:pt x="61" y="40"/>
                </a:cubicBezTo>
                <a:cubicBezTo>
                  <a:pt x="61" y="42"/>
                  <a:pt x="61" y="44"/>
                  <a:pt x="60" y="46"/>
                </a:cubicBezTo>
                <a:cubicBezTo>
                  <a:pt x="59" y="48"/>
                  <a:pt x="58" y="50"/>
                  <a:pt x="56" y="52"/>
                </a:cubicBezTo>
                <a:cubicBezTo>
                  <a:pt x="55" y="54"/>
                  <a:pt x="53" y="55"/>
                  <a:pt x="52" y="57"/>
                </a:cubicBezTo>
                <a:cubicBezTo>
                  <a:pt x="51" y="58"/>
                  <a:pt x="49" y="59"/>
                  <a:pt x="47" y="61"/>
                </a:cubicBezTo>
                <a:cubicBezTo>
                  <a:pt x="46" y="62"/>
                  <a:pt x="46" y="62"/>
                  <a:pt x="46" y="62"/>
                </a:cubicBezTo>
                <a:cubicBezTo>
                  <a:pt x="40" y="67"/>
                  <a:pt x="36" y="70"/>
                  <a:pt x="32" y="73"/>
                </a:cubicBezTo>
                <a:cubicBezTo>
                  <a:pt x="30" y="74"/>
                  <a:pt x="28" y="75"/>
                  <a:pt x="25" y="77"/>
                </a:cubicBezTo>
                <a:cubicBezTo>
                  <a:pt x="25" y="77"/>
                  <a:pt x="24" y="77"/>
                  <a:pt x="23" y="78"/>
                </a:cubicBezTo>
                <a:cubicBezTo>
                  <a:pt x="22" y="78"/>
                  <a:pt x="21" y="79"/>
                  <a:pt x="20" y="79"/>
                </a:cubicBezTo>
                <a:cubicBezTo>
                  <a:pt x="19" y="80"/>
                  <a:pt x="18" y="80"/>
                  <a:pt x="16" y="81"/>
                </a:cubicBezTo>
                <a:cubicBezTo>
                  <a:pt x="15" y="82"/>
                  <a:pt x="14" y="83"/>
                  <a:pt x="14" y="83"/>
                </a:cubicBezTo>
                <a:cubicBezTo>
                  <a:pt x="13" y="84"/>
                  <a:pt x="13" y="84"/>
                  <a:pt x="13" y="85"/>
                </a:cubicBezTo>
                <a:cubicBezTo>
                  <a:pt x="13" y="89"/>
                  <a:pt x="13" y="93"/>
                  <a:pt x="15" y="96"/>
                </a:cubicBezTo>
                <a:cubicBezTo>
                  <a:pt x="17" y="99"/>
                  <a:pt x="20" y="100"/>
                  <a:pt x="25" y="100"/>
                </a:cubicBezTo>
                <a:cubicBezTo>
                  <a:pt x="27" y="100"/>
                  <a:pt x="30" y="100"/>
                  <a:pt x="33" y="99"/>
                </a:cubicBezTo>
                <a:cubicBezTo>
                  <a:pt x="35" y="98"/>
                  <a:pt x="37" y="97"/>
                  <a:pt x="39" y="96"/>
                </a:cubicBezTo>
                <a:cubicBezTo>
                  <a:pt x="41" y="94"/>
                  <a:pt x="42" y="93"/>
                  <a:pt x="44" y="92"/>
                </a:cubicBezTo>
                <a:cubicBezTo>
                  <a:pt x="46" y="91"/>
                  <a:pt x="48" y="91"/>
                  <a:pt x="49" y="91"/>
                </a:cubicBezTo>
                <a:cubicBezTo>
                  <a:pt x="49" y="145"/>
                  <a:pt x="49" y="145"/>
                  <a:pt x="49" y="145"/>
                </a:cubicBezTo>
                <a:cubicBezTo>
                  <a:pt x="49" y="149"/>
                  <a:pt x="50" y="151"/>
                  <a:pt x="52" y="154"/>
                </a:cubicBezTo>
                <a:cubicBezTo>
                  <a:pt x="55" y="156"/>
                  <a:pt x="58" y="158"/>
                  <a:pt x="61" y="158"/>
                </a:cubicBezTo>
                <a:cubicBezTo>
                  <a:pt x="64" y="158"/>
                  <a:pt x="67" y="156"/>
                  <a:pt x="69" y="154"/>
                </a:cubicBezTo>
                <a:cubicBezTo>
                  <a:pt x="72" y="152"/>
                  <a:pt x="73" y="149"/>
                  <a:pt x="73" y="145"/>
                </a:cubicBezTo>
                <a:cubicBezTo>
                  <a:pt x="73" y="114"/>
                  <a:pt x="73" y="114"/>
                  <a:pt x="73" y="114"/>
                </a:cubicBezTo>
                <a:cubicBezTo>
                  <a:pt x="76" y="116"/>
                  <a:pt x="79" y="117"/>
                  <a:pt x="83" y="117"/>
                </a:cubicBezTo>
                <a:cubicBezTo>
                  <a:pt x="87" y="117"/>
                  <a:pt x="91" y="116"/>
                  <a:pt x="94" y="112"/>
                </a:cubicBezTo>
                <a:cubicBezTo>
                  <a:pt x="96" y="114"/>
                  <a:pt x="98" y="114"/>
                  <a:pt x="101" y="114"/>
                </a:cubicBezTo>
                <a:cubicBezTo>
                  <a:pt x="103" y="114"/>
                  <a:pt x="105" y="114"/>
                  <a:pt x="107" y="113"/>
                </a:cubicBezTo>
                <a:cubicBezTo>
                  <a:pt x="110" y="111"/>
                  <a:pt x="111" y="110"/>
                  <a:pt x="112" y="108"/>
                </a:cubicBezTo>
                <a:cubicBezTo>
                  <a:pt x="114" y="108"/>
                  <a:pt x="116" y="108"/>
                  <a:pt x="118" y="108"/>
                </a:cubicBezTo>
                <a:cubicBezTo>
                  <a:pt x="123" y="108"/>
                  <a:pt x="127" y="107"/>
                  <a:pt x="130" y="104"/>
                </a:cubicBezTo>
                <a:cubicBezTo>
                  <a:pt x="132" y="101"/>
                  <a:pt x="134" y="96"/>
                  <a:pt x="134" y="91"/>
                </a:cubicBezTo>
                <a:close/>
                <a:moveTo>
                  <a:pt x="120" y="23"/>
                </a:moveTo>
                <a:cubicBezTo>
                  <a:pt x="121" y="21"/>
                  <a:pt x="121" y="20"/>
                  <a:pt x="121" y="18"/>
                </a:cubicBezTo>
                <a:cubicBezTo>
                  <a:pt x="121" y="17"/>
                  <a:pt x="121" y="15"/>
                  <a:pt x="120" y="14"/>
                </a:cubicBezTo>
                <a:cubicBezTo>
                  <a:pt x="118" y="13"/>
                  <a:pt x="117" y="12"/>
                  <a:pt x="115" y="12"/>
                </a:cubicBezTo>
                <a:cubicBezTo>
                  <a:pt x="114" y="12"/>
                  <a:pt x="112" y="13"/>
                  <a:pt x="111" y="14"/>
                </a:cubicBezTo>
                <a:cubicBezTo>
                  <a:pt x="110" y="15"/>
                  <a:pt x="109" y="17"/>
                  <a:pt x="109" y="18"/>
                </a:cubicBezTo>
                <a:cubicBezTo>
                  <a:pt x="109" y="20"/>
                  <a:pt x="110" y="21"/>
                  <a:pt x="111" y="23"/>
                </a:cubicBezTo>
                <a:cubicBezTo>
                  <a:pt x="112" y="24"/>
                  <a:pt x="114" y="24"/>
                  <a:pt x="115" y="24"/>
                </a:cubicBezTo>
                <a:cubicBezTo>
                  <a:pt x="117" y="24"/>
                  <a:pt x="118" y="24"/>
                  <a:pt x="120" y="2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61" name="Freeform 163"/>
          <p:cNvSpPr>
            <a:spLocks noEditPoints="1"/>
          </p:cNvSpPr>
          <p:nvPr/>
        </p:nvSpPr>
        <p:spPr bwMode="auto">
          <a:xfrm>
            <a:off x="1928327" y="3110237"/>
            <a:ext cx="209627" cy="209627"/>
          </a:xfrm>
          <a:custGeom>
            <a:avLst/>
            <a:gdLst>
              <a:gd name="T0" fmla="*/ 136 w 146"/>
              <a:gd name="T1" fmla="*/ 36 h 146"/>
              <a:gd name="T2" fmla="*/ 146 w 146"/>
              <a:gd name="T3" fmla="*/ 73 h 146"/>
              <a:gd name="T4" fmla="*/ 136 w 146"/>
              <a:gd name="T5" fmla="*/ 109 h 146"/>
              <a:gd name="T6" fmla="*/ 109 w 146"/>
              <a:gd name="T7" fmla="*/ 136 h 146"/>
              <a:gd name="T8" fmla="*/ 73 w 146"/>
              <a:gd name="T9" fmla="*/ 146 h 146"/>
              <a:gd name="T10" fmla="*/ 37 w 146"/>
              <a:gd name="T11" fmla="*/ 136 h 146"/>
              <a:gd name="T12" fmla="*/ 10 w 146"/>
              <a:gd name="T13" fmla="*/ 109 h 146"/>
              <a:gd name="T14" fmla="*/ 0 w 146"/>
              <a:gd name="T15" fmla="*/ 73 h 146"/>
              <a:gd name="T16" fmla="*/ 10 w 146"/>
              <a:gd name="T17" fmla="*/ 36 h 146"/>
              <a:gd name="T18" fmla="*/ 37 w 146"/>
              <a:gd name="T19" fmla="*/ 10 h 146"/>
              <a:gd name="T20" fmla="*/ 73 w 146"/>
              <a:gd name="T21" fmla="*/ 0 h 146"/>
              <a:gd name="T22" fmla="*/ 109 w 146"/>
              <a:gd name="T23" fmla="*/ 10 h 146"/>
              <a:gd name="T24" fmla="*/ 136 w 146"/>
              <a:gd name="T25" fmla="*/ 36 h 146"/>
              <a:gd name="T26" fmla="*/ 121 w 146"/>
              <a:gd name="T27" fmla="*/ 79 h 146"/>
              <a:gd name="T28" fmla="*/ 121 w 146"/>
              <a:gd name="T29" fmla="*/ 67 h 146"/>
              <a:gd name="T30" fmla="*/ 120 w 146"/>
              <a:gd name="T31" fmla="*/ 63 h 146"/>
              <a:gd name="T32" fmla="*/ 115 w 146"/>
              <a:gd name="T33" fmla="*/ 61 h 146"/>
              <a:gd name="T34" fmla="*/ 68 w 146"/>
              <a:gd name="T35" fmla="*/ 61 h 146"/>
              <a:gd name="T36" fmla="*/ 86 w 146"/>
              <a:gd name="T37" fmla="*/ 43 h 146"/>
              <a:gd name="T38" fmla="*/ 88 w 146"/>
              <a:gd name="T39" fmla="*/ 39 h 146"/>
              <a:gd name="T40" fmla="*/ 86 w 146"/>
              <a:gd name="T41" fmla="*/ 34 h 146"/>
              <a:gd name="T42" fmla="*/ 77 w 146"/>
              <a:gd name="T43" fmla="*/ 26 h 146"/>
              <a:gd name="T44" fmla="*/ 73 w 146"/>
              <a:gd name="T45" fmla="*/ 24 h 146"/>
              <a:gd name="T46" fmla="*/ 69 w 146"/>
              <a:gd name="T47" fmla="*/ 26 h 146"/>
              <a:gd name="T48" fmla="*/ 34 w 146"/>
              <a:gd name="T49" fmla="*/ 60 h 146"/>
              <a:gd name="T50" fmla="*/ 26 w 146"/>
              <a:gd name="T51" fmla="*/ 69 h 146"/>
              <a:gd name="T52" fmla="*/ 24 w 146"/>
              <a:gd name="T53" fmla="*/ 73 h 146"/>
              <a:gd name="T54" fmla="*/ 26 w 146"/>
              <a:gd name="T55" fmla="*/ 77 h 146"/>
              <a:gd name="T56" fmla="*/ 34 w 146"/>
              <a:gd name="T57" fmla="*/ 86 h 146"/>
              <a:gd name="T58" fmla="*/ 69 w 146"/>
              <a:gd name="T59" fmla="*/ 120 h 146"/>
              <a:gd name="T60" fmla="*/ 73 w 146"/>
              <a:gd name="T61" fmla="*/ 122 h 146"/>
              <a:gd name="T62" fmla="*/ 77 w 146"/>
              <a:gd name="T63" fmla="*/ 120 h 146"/>
              <a:gd name="T64" fmla="*/ 86 w 146"/>
              <a:gd name="T65" fmla="*/ 111 h 146"/>
              <a:gd name="T66" fmla="*/ 88 w 146"/>
              <a:gd name="T67" fmla="*/ 107 h 146"/>
              <a:gd name="T68" fmla="*/ 86 w 146"/>
              <a:gd name="T69" fmla="*/ 103 h 146"/>
              <a:gd name="T70" fmla="*/ 68 w 146"/>
              <a:gd name="T71" fmla="*/ 85 h 146"/>
              <a:gd name="T72" fmla="*/ 115 w 146"/>
              <a:gd name="T73" fmla="*/ 85 h 146"/>
              <a:gd name="T74" fmla="*/ 120 w 146"/>
              <a:gd name="T75" fmla="*/ 83 h 146"/>
              <a:gd name="T76" fmla="*/ 121 w 146"/>
              <a:gd name="T77" fmla="*/ 79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46" h="146">
                <a:moveTo>
                  <a:pt x="136" y="36"/>
                </a:moveTo>
                <a:cubicBezTo>
                  <a:pt x="142" y="48"/>
                  <a:pt x="146" y="60"/>
                  <a:pt x="146" y="73"/>
                </a:cubicBezTo>
                <a:cubicBezTo>
                  <a:pt x="146" y="86"/>
                  <a:pt x="142" y="98"/>
                  <a:pt x="136" y="109"/>
                </a:cubicBezTo>
                <a:cubicBezTo>
                  <a:pt x="129" y="121"/>
                  <a:pt x="121" y="129"/>
                  <a:pt x="109" y="136"/>
                </a:cubicBezTo>
                <a:cubicBezTo>
                  <a:pt x="98" y="142"/>
                  <a:pt x="86" y="146"/>
                  <a:pt x="73" y="146"/>
                </a:cubicBezTo>
                <a:cubicBezTo>
                  <a:pt x="60" y="146"/>
                  <a:pt x="48" y="142"/>
                  <a:pt x="37" y="136"/>
                </a:cubicBezTo>
                <a:cubicBezTo>
                  <a:pt x="25" y="129"/>
                  <a:pt x="17" y="121"/>
                  <a:pt x="10" y="109"/>
                </a:cubicBezTo>
                <a:cubicBezTo>
                  <a:pt x="4" y="98"/>
                  <a:pt x="0" y="86"/>
                  <a:pt x="0" y="73"/>
                </a:cubicBezTo>
                <a:cubicBezTo>
                  <a:pt x="0" y="60"/>
                  <a:pt x="4" y="48"/>
                  <a:pt x="10" y="36"/>
                </a:cubicBezTo>
                <a:cubicBezTo>
                  <a:pt x="17" y="25"/>
                  <a:pt x="25" y="17"/>
                  <a:pt x="37" y="10"/>
                </a:cubicBezTo>
                <a:cubicBezTo>
                  <a:pt x="48" y="4"/>
                  <a:pt x="60" y="0"/>
                  <a:pt x="73" y="0"/>
                </a:cubicBezTo>
                <a:cubicBezTo>
                  <a:pt x="86" y="0"/>
                  <a:pt x="98" y="4"/>
                  <a:pt x="109" y="10"/>
                </a:cubicBezTo>
                <a:cubicBezTo>
                  <a:pt x="121" y="17"/>
                  <a:pt x="129" y="25"/>
                  <a:pt x="136" y="36"/>
                </a:cubicBezTo>
                <a:close/>
                <a:moveTo>
                  <a:pt x="121" y="79"/>
                </a:moveTo>
                <a:cubicBezTo>
                  <a:pt x="121" y="67"/>
                  <a:pt x="121" y="67"/>
                  <a:pt x="121" y="67"/>
                </a:cubicBezTo>
                <a:cubicBezTo>
                  <a:pt x="121" y="65"/>
                  <a:pt x="121" y="64"/>
                  <a:pt x="120" y="63"/>
                </a:cubicBezTo>
                <a:cubicBezTo>
                  <a:pt x="118" y="61"/>
                  <a:pt x="117" y="61"/>
                  <a:pt x="115" y="61"/>
                </a:cubicBezTo>
                <a:cubicBezTo>
                  <a:pt x="68" y="61"/>
                  <a:pt x="68" y="61"/>
                  <a:pt x="68" y="61"/>
                </a:cubicBezTo>
                <a:cubicBezTo>
                  <a:pt x="86" y="43"/>
                  <a:pt x="86" y="43"/>
                  <a:pt x="86" y="43"/>
                </a:cubicBezTo>
                <a:cubicBezTo>
                  <a:pt x="87" y="42"/>
                  <a:pt x="88" y="40"/>
                  <a:pt x="88" y="39"/>
                </a:cubicBezTo>
                <a:cubicBezTo>
                  <a:pt x="88" y="37"/>
                  <a:pt x="87" y="36"/>
                  <a:pt x="86" y="34"/>
                </a:cubicBezTo>
                <a:cubicBezTo>
                  <a:pt x="77" y="26"/>
                  <a:pt x="77" y="26"/>
                  <a:pt x="77" y="26"/>
                </a:cubicBezTo>
                <a:cubicBezTo>
                  <a:pt x="76" y="25"/>
                  <a:pt x="75" y="24"/>
                  <a:pt x="73" y="24"/>
                </a:cubicBezTo>
                <a:cubicBezTo>
                  <a:pt x="71" y="24"/>
                  <a:pt x="70" y="25"/>
                  <a:pt x="69" y="26"/>
                </a:cubicBezTo>
                <a:cubicBezTo>
                  <a:pt x="34" y="60"/>
                  <a:pt x="34" y="60"/>
                  <a:pt x="34" y="60"/>
                </a:cubicBezTo>
                <a:cubicBezTo>
                  <a:pt x="26" y="69"/>
                  <a:pt x="26" y="69"/>
                  <a:pt x="26" y="69"/>
                </a:cubicBezTo>
                <a:cubicBezTo>
                  <a:pt x="25" y="70"/>
                  <a:pt x="24" y="71"/>
                  <a:pt x="24" y="73"/>
                </a:cubicBezTo>
                <a:cubicBezTo>
                  <a:pt x="24" y="75"/>
                  <a:pt x="25" y="76"/>
                  <a:pt x="26" y="77"/>
                </a:cubicBezTo>
                <a:cubicBezTo>
                  <a:pt x="34" y="86"/>
                  <a:pt x="34" y="86"/>
                  <a:pt x="34" y="86"/>
                </a:cubicBezTo>
                <a:cubicBezTo>
                  <a:pt x="69" y="120"/>
                  <a:pt x="69" y="120"/>
                  <a:pt x="69" y="120"/>
                </a:cubicBezTo>
                <a:cubicBezTo>
                  <a:pt x="70" y="121"/>
                  <a:pt x="71" y="122"/>
                  <a:pt x="73" y="122"/>
                </a:cubicBezTo>
                <a:cubicBezTo>
                  <a:pt x="75" y="122"/>
                  <a:pt x="76" y="121"/>
                  <a:pt x="77" y="120"/>
                </a:cubicBezTo>
                <a:cubicBezTo>
                  <a:pt x="86" y="111"/>
                  <a:pt x="86" y="111"/>
                  <a:pt x="86" y="111"/>
                </a:cubicBezTo>
                <a:cubicBezTo>
                  <a:pt x="87" y="110"/>
                  <a:pt x="88" y="109"/>
                  <a:pt x="88" y="107"/>
                </a:cubicBezTo>
                <a:cubicBezTo>
                  <a:pt x="88" y="105"/>
                  <a:pt x="87" y="104"/>
                  <a:pt x="86" y="103"/>
                </a:cubicBezTo>
                <a:cubicBezTo>
                  <a:pt x="68" y="85"/>
                  <a:pt x="68" y="85"/>
                  <a:pt x="68" y="85"/>
                </a:cubicBezTo>
                <a:cubicBezTo>
                  <a:pt x="115" y="85"/>
                  <a:pt x="115" y="85"/>
                  <a:pt x="115" y="85"/>
                </a:cubicBezTo>
                <a:cubicBezTo>
                  <a:pt x="117" y="85"/>
                  <a:pt x="118" y="84"/>
                  <a:pt x="120" y="83"/>
                </a:cubicBezTo>
                <a:cubicBezTo>
                  <a:pt x="121" y="82"/>
                  <a:pt x="121" y="81"/>
                  <a:pt x="121" y="7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62" name="Freeform 164"/>
          <p:cNvSpPr>
            <a:spLocks noEditPoints="1"/>
          </p:cNvSpPr>
          <p:nvPr/>
        </p:nvSpPr>
        <p:spPr bwMode="auto">
          <a:xfrm>
            <a:off x="2196303" y="3110237"/>
            <a:ext cx="207464" cy="209627"/>
          </a:xfrm>
          <a:custGeom>
            <a:avLst/>
            <a:gdLst>
              <a:gd name="T0" fmla="*/ 136 w 146"/>
              <a:gd name="T1" fmla="*/ 36 h 146"/>
              <a:gd name="T2" fmla="*/ 146 w 146"/>
              <a:gd name="T3" fmla="*/ 73 h 146"/>
              <a:gd name="T4" fmla="*/ 136 w 146"/>
              <a:gd name="T5" fmla="*/ 109 h 146"/>
              <a:gd name="T6" fmla="*/ 110 w 146"/>
              <a:gd name="T7" fmla="*/ 136 h 146"/>
              <a:gd name="T8" fmla="*/ 73 w 146"/>
              <a:gd name="T9" fmla="*/ 146 h 146"/>
              <a:gd name="T10" fmla="*/ 37 w 146"/>
              <a:gd name="T11" fmla="*/ 136 h 146"/>
              <a:gd name="T12" fmla="*/ 10 w 146"/>
              <a:gd name="T13" fmla="*/ 109 h 146"/>
              <a:gd name="T14" fmla="*/ 0 w 146"/>
              <a:gd name="T15" fmla="*/ 73 h 146"/>
              <a:gd name="T16" fmla="*/ 10 w 146"/>
              <a:gd name="T17" fmla="*/ 36 h 146"/>
              <a:gd name="T18" fmla="*/ 37 w 146"/>
              <a:gd name="T19" fmla="*/ 10 h 146"/>
              <a:gd name="T20" fmla="*/ 73 w 146"/>
              <a:gd name="T21" fmla="*/ 0 h 146"/>
              <a:gd name="T22" fmla="*/ 110 w 146"/>
              <a:gd name="T23" fmla="*/ 10 h 146"/>
              <a:gd name="T24" fmla="*/ 136 w 146"/>
              <a:gd name="T25" fmla="*/ 36 h 146"/>
              <a:gd name="T26" fmla="*/ 122 w 146"/>
              <a:gd name="T27" fmla="*/ 73 h 146"/>
              <a:gd name="T28" fmla="*/ 120 w 146"/>
              <a:gd name="T29" fmla="*/ 69 h 146"/>
              <a:gd name="T30" fmla="*/ 112 w 146"/>
              <a:gd name="T31" fmla="*/ 60 h 146"/>
              <a:gd name="T32" fmla="*/ 77 w 146"/>
              <a:gd name="T33" fmla="*/ 26 h 146"/>
              <a:gd name="T34" fmla="*/ 73 w 146"/>
              <a:gd name="T35" fmla="*/ 24 h 146"/>
              <a:gd name="T36" fmla="*/ 69 w 146"/>
              <a:gd name="T37" fmla="*/ 26 h 146"/>
              <a:gd name="T38" fmla="*/ 60 w 146"/>
              <a:gd name="T39" fmla="*/ 34 h 146"/>
              <a:gd name="T40" fmla="*/ 59 w 146"/>
              <a:gd name="T41" fmla="*/ 39 h 146"/>
              <a:gd name="T42" fmla="*/ 60 w 146"/>
              <a:gd name="T43" fmla="*/ 43 h 146"/>
              <a:gd name="T44" fmla="*/ 78 w 146"/>
              <a:gd name="T45" fmla="*/ 61 h 146"/>
              <a:gd name="T46" fmla="*/ 31 w 146"/>
              <a:gd name="T47" fmla="*/ 61 h 146"/>
              <a:gd name="T48" fmla="*/ 26 w 146"/>
              <a:gd name="T49" fmla="*/ 63 h 146"/>
              <a:gd name="T50" fmla="*/ 25 w 146"/>
              <a:gd name="T51" fmla="*/ 67 h 146"/>
              <a:gd name="T52" fmla="*/ 25 w 146"/>
              <a:gd name="T53" fmla="*/ 79 h 146"/>
              <a:gd name="T54" fmla="*/ 26 w 146"/>
              <a:gd name="T55" fmla="*/ 83 h 146"/>
              <a:gd name="T56" fmla="*/ 31 w 146"/>
              <a:gd name="T57" fmla="*/ 85 h 146"/>
              <a:gd name="T58" fmla="*/ 78 w 146"/>
              <a:gd name="T59" fmla="*/ 85 h 146"/>
              <a:gd name="T60" fmla="*/ 60 w 146"/>
              <a:gd name="T61" fmla="*/ 103 h 146"/>
              <a:gd name="T62" fmla="*/ 58 w 146"/>
              <a:gd name="T63" fmla="*/ 107 h 146"/>
              <a:gd name="T64" fmla="*/ 60 w 146"/>
              <a:gd name="T65" fmla="*/ 111 h 146"/>
              <a:gd name="T66" fmla="*/ 69 w 146"/>
              <a:gd name="T67" fmla="*/ 120 h 146"/>
              <a:gd name="T68" fmla="*/ 73 w 146"/>
              <a:gd name="T69" fmla="*/ 122 h 146"/>
              <a:gd name="T70" fmla="*/ 77 w 146"/>
              <a:gd name="T71" fmla="*/ 120 h 146"/>
              <a:gd name="T72" fmla="*/ 112 w 146"/>
              <a:gd name="T73" fmla="*/ 86 h 146"/>
              <a:gd name="T74" fmla="*/ 120 w 146"/>
              <a:gd name="T75" fmla="*/ 77 h 146"/>
              <a:gd name="T76" fmla="*/ 122 w 146"/>
              <a:gd name="T77" fmla="*/ 73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46" h="146">
                <a:moveTo>
                  <a:pt x="136" y="36"/>
                </a:moveTo>
                <a:cubicBezTo>
                  <a:pt x="142" y="48"/>
                  <a:pt x="146" y="60"/>
                  <a:pt x="146" y="73"/>
                </a:cubicBezTo>
                <a:cubicBezTo>
                  <a:pt x="146" y="86"/>
                  <a:pt x="142" y="98"/>
                  <a:pt x="136" y="109"/>
                </a:cubicBezTo>
                <a:cubicBezTo>
                  <a:pt x="129" y="121"/>
                  <a:pt x="121" y="129"/>
                  <a:pt x="110" y="136"/>
                </a:cubicBezTo>
                <a:cubicBezTo>
                  <a:pt x="98" y="142"/>
                  <a:pt x="86" y="146"/>
                  <a:pt x="73" y="146"/>
                </a:cubicBezTo>
                <a:cubicBezTo>
                  <a:pt x="60" y="146"/>
                  <a:pt x="48" y="142"/>
                  <a:pt x="37" y="136"/>
                </a:cubicBezTo>
                <a:cubicBezTo>
                  <a:pt x="25" y="129"/>
                  <a:pt x="17" y="121"/>
                  <a:pt x="10" y="109"/>
                </a:cubicBezTo>
                <a:cubicBezTo>
                  <a:pt x="4" y="98"/>
                  <a:pt x="0" y="86"/>
                  <a:pt x="0" y="73"/>
                </a:cubicBezTo>
                <a:cubicBezTo>
                  <a:pt x="0" y="60"/>
                  <a:pt x="4" y="48"/>
                  <a:pt x="10" y="36"/>
                </a:cubicBezTo>
                <a:cubicBezTo>
                  <a:pt x="17" y="25"/>
                  <a:pt x="25" y="17"/>
                  <a:pt x="37" y="10"/>
                </a:cubicBezTo>
                <a:cubicBezTo>
                  <a:pt x="48" y="4"/>
                  <a:pt x="60" y="0"/>
                  <a:pt x="73" y="0"/>
                </a:cubicBezTo>
                <a:cubicBezTo>
                  <a:pt x="86" y="0"/>
                  <a:pt x="98" y="4"/>
                  <a:pt x="110" y="10"/>
                </a:cubicBezTo>
                <a:cubicBezTo>
                  <a:pt x="121" y="17"/>
                  <a:pt x="129" y="25"/>
                  <a:pt x="136" y="36"/>
                </a:cubicBezTo>
                <a:close/>
                <a:moveTo>
                  <a:pt x="122" y="73"/>
                </a:moveTo>
                <a:cubicBezTo>
                  <a:pt x="122" y="71"/>
                  <a:pt x="121" y="70"/>
                  <a:pt x="120" y="69"/>
                </a:cubicBezTo>
                <a:cubicBezTo>
                  <a:pt x="112" y="60"/>
                  <a:pt x="112" y="60"/>
                  <a:pt x="112" y="60"/>
                </a:cubicBezTo>
                <a:cubicBezTo>
                  <a:pt x="77" y="26"/>
                  <a:pt x="77" y="26"/>
                  <a:pt x="77" y="26"/>
                </a:cubicBezTo>
                <a:cubicBezTo>
                  <a:pt x="76" y="25"/>
                  <a:pt x="75" y="24"/>
                  <a:pt x="73" y="24"/>
                </a:cubicBezTo>
                <a:cubicBezTo>
                  <a:pt x="71" y="24"/>
                  <a:pt x="70" y="25"/>
                  <a:pt x="69" y="26"/>
                </a:cubicBezTo>
                <a:cubicBezTo>
                  <a:pt x="60" y="34"/>
                  <a:pt x="60" y="34"/>
                  <a:pt x="60" y="34"/>
                </a:cubicBezTo>
                <a:cubicBezTo>
                  <a:pt x="59" y="36"/>
                  <a:pt x="59" y="37"/>
                  <a:pt x="59" y="39"/>
                </a:cubicBezTo>
                <a:cubicBezTo>
                  <a:pt x="59" y="40"/>
                  <a:pt x="59" y="42"/>
                  <a:pt x="60" y="43"/>
                </a:cubicBezTo>
                <a:cubicBezTo>
                  <a:pt x="78" y="61"/>
                  <a:pt x="78" y="61"/>
                  <a:pt x="78" y="61"/>
                </a:cubicBezTo>
                <a:cubicBezTo>
                  <a:pt x="31" y="61"/>
                  <a:pt x="31" y="61"/>
                  <a:pt x="31" y="61"/>
                </a:cubicBezTo>
                <a:cubicBezTo>
                  <a:pt x="29" y="61"/>
                  <a:pt x="28" y="61"/>
                  <a:pt x="26" y="63"/>
                </a:cubicBezTo>
                <a:cubicBezTo>
                  <a:pt x="25" y="64"/>
                  <a:pt x="25" y="65"/>
                  <a:pt x="25" y="67"/>
                </a:cubicBezTo>
                <a:cubicBezTo>
                  <a:pt x="25" y="79"/>
                  <a:pt x="25" y="79"/>
                  <a:pt x="25" y="79"/>
                </a:cubicBezTo>
                <a:cubicBezTo>
                  <a:pt x="25" y="81"/>
                  <a:pt x="25" y="82"/>
                  <a:pt x="26" y="83"/>
                </a:cubicBezTo>
                <a:cubicBezTo>
                  <a:pt x="28" y="84"/>
                  <a:pt x="29" y="85"/>
                  <a:pt x="31" y="85"/>
                </a:cubicBezTo>
                <a:cubicBezTo>
                  <a:pt x="78" y="85"/>
                  <a:pt x="78" y="85"/>
                  <a:pt x="78" y="85"/>
                </a:cubicBezTo>
                <a:cubicBezTo>
                  <a:pt x="60" y="103"/>
                  <a:pt x="60" y="103"/>
                  <a:pt x="60" y="103"/>
                </a:cubicBezTo>
                <a:cubicBezTo>
                  <a:pt x="59" y="104"/>
                  <a:pt x="58" y="106"/>
                  <a:pt x="58" y="107"/>
                </a:cubicBezTo>
                <a:cubicBezTo>
                  <a:pt x="58" y="109"/>
                  <a:pt x="59" y="110"/>
                  <a:pt x="60" y="111"/>
                </a:cubicBezTo>
                <a:cubicBezTo>
                  <a:pt x="69" y="120"/>
                  <a:pt x="69" y="120"/>
                  <a:pt x="69" y="120"/>
                </a:cubicBezTo>
                <a:cubicBezTo>
                  <a:pt x="70" y="121"/>
                  <a:pt x="71" y="122"/>
                  <a:pt x="73" y="122"/>
                </a:cubicBezTo>
                <a:cubicBezTo>
                  <a:pt x="75" y="122"/>
                  <a:pt x="76" y="121"/>
                  <a:pt x="77" y="120"/>
                </a:cubicBezTo>
                <a:cubicBezTo>
                  <a:pt x="112" y="86"/>
                  <a:pt x="112" y="86"/>
                  <a:pt x="112" y="86"/>
                </a:cubicBezTo>
                <a:cubicBezTo>
                  <a:pt x="120" y="77"/>
                  <a:pt x="120" y="77"/>
                  <a:pt x="120" y="77"/>
                </a:cubicBezTo>
                <a:cubicBezTo>
                  <a:pt x="121" y="76"/>
                  <a:pt x="122" y="75"/>
                  <a:pt x="122" y="7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63" name="Freeform 165"/>
          <p:cNvSpPr>
            <a:spLocks noEditPoints="1"/>
          </p:cNvSpPr>
          <p:nvPr/>
        </p:nvSpPr>
        <p:spPr bwMode="auto">
          <a:xfrm>
            <a:off x="2462117" y="3110237"/>
            <a:ext cx="209627" cy="209627"/>
          </a:xfrm>
          <a:custGeom>
            <a:avLst/>
            <a:gdLst>
              <a:gd name="T0" fmla="*/ 136 w 146"/>
              <a:gd name="T1" fmla="*/ 36 h 146"/>
              <a:gd name="T2" fmla="*/ 146 w 146"/>
              <a:gd name="T3" fmla="*/ 73 h 146"/>
              <a:gd name="T4" fmla="*/ 136 w 146"/>
              <a:gd name="T5" fmla="*/ 109 h 146"/>
              <a:gd name="T6" fmla="*/ 110 w 146"/>
              <a:gd name="T7" fmla="*/ 136 h 146"/>
              <a:gd name="T8" fmla="*/ 73 w 146"/>
              <a:gd name="T9" fmla="*/ 146 h 146"/>
              <a:gd name="T10" fmla="*/ 37 w 146"/>
              <a:gd name="T11" fmla="*/ 136 h 146"/>
              <a:gd name="T12" fmla="*/ 10 w 146"/>
              <a:gd name="T13" fmla="*/ 109 h 146"/>
              <a:gd name="T14" fmla="*/ 0 w 146"/>
              <a:gd name="T15" fmla="*/ 73 h 146"/>
              <a:gd name="T16" fmla="*/ 10 w 146"/>
              <a:gd name="T17" fmla="*/ 36 h 146"/>
              <a:gd name="T18" fmla="*/ 37 w 146"/>
              <a:gd name="T19" fmla="*/ 10 h 146"/>
              <a:gd name="T20" fmla="*/ 73 w 146"/>
              <a:gd name="T21" fmla="*/ 0 h 146"/>
              <a:gd name="T22" fmla="*/ 110 w 146"/>
              <a:gd name="T23" fmla="*/ 10 h 146"/>
              <a:gd name="T24" fmla="*/ 136 w 146"/>
              <a:gd name="T25" fmla="*/ 36 h 146"/>
              <a:gd name="T26" fmla="*/ 122 w 146"/>
              <a:gd name="T27" fmla="*/ 73 h 146"/>
              <a:gd name="T28" fmla="*/ 120 w 146"/>
              <a:gd name="T29" fmla="*/ 69 h 146"/>
              <a:gd name="T30" fmla="*/ 86 w 146"/>
              <a:gd name="T31" fmla="*/ 34 h 146"/>
              <a:gd name="T32" fmla="*/ 77 w 146"/>
              <a:gd name="T33" fmla="*/ 26 h 146"/>
              <a:gd name="T34" fmla="*/ 73 w 146"/>
              <a:gd name="T35" fmla="*/ 24 h 146"/>
              <a:gd name="T36" fmla="*/ 69 w 146"/>
              <a:gd name="T37" fmla="*/ 26 h 146"/>
              <a:gd name="T38" fmla="*/ 60 w 146"/>
              <a:gd name="T39" fmla="*/ 34 h 146"/>
              <a:gd name="T40" fmla="*/ 26 w 146"/>
              <a:gd name="T41" fmla="*/ 69 h 146"/>
              <a:gd name="T42" fmla="*/ 24 w 146"/>
              <a:gd name="T43" fmla="*/ 73 h 146"/>
              <a:gd name="T44" fmla="*/ 26 w 146"/>
              <a:gd name="T45" fmla="*/ 77 h 146"/>
              <a:gd name="T46" fmla="*/ 35 w 146"/>
              <a:gd name="T47" fmla="*/ 86 h 146"/>
              <a:gd name="T48" fmla="*/ 39 w 146"/>
              <a:gd name="T49" fmla="*/ 87 h 146"/>
              <a:gd name="T50" fmla="*/ 43 w 146"/>
              <a:gd name="T51" fmla="*/ 86 h 146"/>
              <a:gd name="T52" fmla="*/ 61 w 146"/>
              <a:gd name="T53" fmla="*/ 68 h 146"/>
              <a:gd name="T54" fmla="*/ 61 w 146"/>
              <a:gd name="T55" fmla="*/ 115 h 146"/>
              <a:gd name="T56" fmla="*/ 63 w 146"/>
              <a:gd name="T57" fmla="*/ 120 h 146"/>
              <a:gd name="T58" fmla="*/ 67 w 146"/>
              <a:gd name="T59" fmla="*/ 121 h 146"/>
              <a:gd name="T60" fmla="*/ 79 w 146"/>
              <a:gd name="T61" fmla="*/ 121 h 146"/>
              <a:gd name="T62" fmla="*/ 83 w 146"/>
              <a:gd name="T63" fmla="*/ 120 h 146"/>
              <a:gd name="T64" fmla="*/ 85 w 146"/>
              <a:gd name="T65" fmla="*/ 115 h 146"/>
              <a:gd name="T66" fmla="*/ 85 w 146"/>
              <a:gd name="T67" fmla="*/ 68 h 146"/>
              <a:gd name="T68" fmla="*/ 103 w 146"/>
              <a:gd name="T69" fmla="*/ 86 h 146"/>
              <a:gd name="T70" fmla="*/ 107 w 146"/>
              <a:gd name="T71" fmla="*/ 88 h 146"/>
              <a:gd name="T72" fmla="*/ 112 w 146"/>
              <a:gd name="T73" fmla="*/ 86 h 146"/>
              <a:gd name="T74" fmla="*/ 120 w 146"/>
              <a:gd name="T75" fmla="*/ 77 h 146"/>
              <a:gd name="T76" fmla="*/ 122 w 146"/>
              <a:gd name="T77" fmla="*/ 73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46" h="146">
                <a:moveTo>
                  <a:pt x="136" y="36"/>
                </a:moveTo>
                <a:cubicBezTo>
                  <a:pt x="142" y="48"/>
                  <a:pt x="146" y="60"/>
                  <a:pt x="146" y="73"/>
                </a:cubicBezTo>
                <a:cubicBezTo>
                  <a:pt x="146" y="86"/>
                  <a:pt x="142" y="98"/>
                  <a:pt x="136" y="109"/>
                </a:cubicBezTo>
                <a:cubicBezTo>
                  <a:pt x="129" y="121"/>
                  <a:pt x="121" y="129"/>
                  <a:pt x="110" y="136"/>
                </a:cubicBezTo>
                <a:cubicBezTo>
                  <a:pt x="98" y="142"/>
                  <a:pt x="86" y="146"/>
                  <a:pt x="73" y="146"/>
                </a:cubicBezTo>
                <a:cubicBezTo>
                  <a:pt x="60" y="146"/>
                  <a:pt x="48" y="142"/>
                  <a:pt x="37" y="136"/>
                </a:cubicBezTo>
                <a:cubicBezTo>
                  <a:pt x="25" y="129"/>
                  <a:pt x="17" y="121"/>
                  <a:pt x="10" y="109"/>
                </a:cubicBezTo>
                <a:cubicBezTo>
                  <a:pt x="4" y="98"/>
                  <a:pt x="0" y="86"/>
                  <a:pt x="0" y="73"/>
                </a:cubicBezTo>
                <a:cubicBezTo>
                  <a:pt x="0" y="60"/>
                  <a:pt x="4" y="48"/>
                  <a:pt x="10" y="36"/>
                </a:cubicBezTo>
                <a:cubicBezTo>
                  <a:pt x="17" y="25"/>
                  <a:pt x="25" y="17"/>
                  <a:pt x="37" y="10"/>
                </a:cubicBezTo>
                <a:cubicBezTo>
                  <a:pt x="48" y="4"/>
                  <a:pt x="60" y="0"/>
                  <a:pt x="73" y="0"/>
                </a:cubicBezTo>
                <a:cubicBezTo>
                  <a:pt x="86" y="0"/>
                  <a:pt x="98" y="4"/>
                  <a:pt x="110" y="10"/>
                </a:cubicBezTo>
                <a:cubicBezTo>
                  <a:pt x="121" y="17"/>
                  <a:pt x="129" y="25"/>
                  <a:pt x="136" y="36"/>
                </a:cubicBezTo>
                <a:close/>
                <a:moveTo>
                  <a:pt x="122" y="73"/>
                </a:moveTo>
                <a:cubicBezTo>
                  <a:pt x="122" y="71"/>
                  <a:pt x="121" y="70"/>
                  <a:pt x="120" y="69"/>
                </a:cubicBezTo>
                <a:cubicBezTo>
                  <a:pt x="86" y="34"/>
                  <a:pt x="86" y="34"/>
                  <a:pt x="86" y="34"/>
                </a:cubicBezTo>
                <a:cubicBezTo>
                  <a:pt x="77" y="26"/>
                  <a:pt x="77" y="26"/>
                  <a:pt x="77" y="26"/>
                </a:cubicBezTo>
                <a:cubicBezTo>
                  <a:pt x="76" y="25"/>
                  <a:pt x="75" y="24"/>
                  <a:pt x="73" y="24"/>
                </a:cubicBezTo>
                <a:cubicBezTo>
                  <a:pt x="71" y="24"/>
                  <a:pt x="70" y="25"/>
                  <a:pt x="69" y="26"/>
                </a:cubicBezTo>
                <a:cubicBezTo>
                  <a:pt x="60" y="34"/>
                  <a:pt x="60" y="34"/>
                  <a:pt x="60" y="34"/>
                </a:cubicBezTo>
                <a:cubicBezTo>
                  <a:pt x="26" y="69"/>
                  <a:pt x="26" y="69"/>
                  <a:pt x="26" y="69"/>
                </a:cubicBezTo>
                <a:cubicBezTo>
                  <a:pt x="25" y="70"/>
                  <a:pt x="24" y="71"/>
                  <a:pt x="24" y="73"/>
                </a:cubicBezTo>
                <a:cubicBezTo>
                  <a:pt x="24" y="75"/>
                  <a:pt x="25" y="76"/>
                  <a:pt x="26" y="77"/>
                </a:cubicBezTo>
                <a:cubicBezTo>
                  <a:pt x="35" y="86"/>
                  <a:pt x="35" y="86"/>
                  <a:pt x="35" y="86"/>
                </a:cubicBezTo>
                <a:cubicBezTo>
                  <a:pt x="36" y="87"/>
                  <a:pt x="37" y="87"/>
                  <a:pt x="39" y="87"/>
                </a:cubicBezTo>
                <a:cubicBezTo>
                  <a:pt x="41" y="87"/>
                  <a:pt x="42" y="87"/>
                  <a:pt x="43" y="86"/>
                </a:cubicBezTo>
                <a:cubicBezTo>
                  <a:pt x="61" y="68"/>
                  <a:pt x="61" y="68"/>
                  <a:pt x="61" y="68"/>
                </a:cubicBezTo>
                <a:cubicBezTo>
                  <a:pt x="61" y="115"/>
                  <a:pt x="61" y="115"/>
                  <a:pt x="61" y="115"/>
                </a:cubicBezTo>
                <a:cubicBezTo>
                  <a:pt x="61" y="117"/>
                  <a:pt x="62" y="118"/>
                  <a:pt x="63" y="120"/>
                </a:cubicBezTo>
                <a:cubicBezTo>
                  <a:pt x="64" y="121"/>
                  <a:pt x="65" y="121"/>
                  <a:pt x="67" y="121"/>
                </a:cubicBezTo>
                <a:cubicBezTo>
                  <a:pt x="79" y="121"/>
                  <a:pt x="79" y="121"/>
                  <a:pt x="79" y="121"/>
                </a:cubicBezTo>
                <a:cubicBezTo>
                  <a:pt x="81" y="121"/>
                  <a:pt x="82" y="121"/>
                  <a:pt x="83" y="120"/>
                </a:cubicBezTo>
                <a:cubicBezTo>
                  <a:pt x="85" y="118"/>
                  <a:pt x="85" y="117"/>
                  <a:pt x="85" y="115"/>
                </a:cubicBezTo>
                <a:cubicBezTo>
                  <a:pt x="85" y="68"/>
                  <a:pt x="85" y="68"/>
                  <a:pt x="85" y="68"/>
                </a:cubicBezTo>
                <a:cubicBezTo>
                  <a:pt x="103" y="86"/>
                  <a:pt x="103" y="86"/>
                  <a:pt x="103" y="86"/>
                </a:cubicBezTo>
                <a:cubicBezTo>
                  <a:pt x="104" y="87"/>
                  <a:pt x="106" y="88"/>
                  <a:pt x="107" y="88"/>
                </a:cubicBezTo>
                <a:cubicBezTo>
                  <a:pt x="109" y="88"/>
                  <a:pt x="110" y="87"/>
                  <a:pt x="112" y="86"/>
                </a:cubicBezTo>
                <a:cubicBezTo>
                  <a:pt x="120" y="77"/>
                  <a:pt x="120" y="77"/>
                  <a:pt x="120" y="77"/>
                </a:cubicBezTo>
                <a:cubicBezTo>
                  <a:pt x="121" y="76"/>
                  <a:pt x="122" y="75"/>
                  <a:pt x="122" y="7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64" name="Freeform 166"/>
          <p:cNvSpPr>
            <a:spLocks noEditPoints="1"/>
          </p:cNvSpPr>
          <p:nvPr/>
        </p:nvSpPr>
        <p:spPr bwMode="auto">
          <a:xfrm>
            <a:off x="2727932" y="3110237"/>
            <a:ext cx="209627" cy="209627"/>
          </a:xfrm>
          <a:custGeom>
            <a:avLst/>
            <a:gdLst>
              <a:gd name="T0" fmla="*/ 136 w 146"/>
              <a:gd name="T1" fmla="*/ 36 h 146"/>
              <a:gd name="T2" fmla="*/ 146 w 146"/>
              <a:gd name="T3" fmla="*/ 73 h 146"/>
              <a:gd name="T4" fmla="*/ 136 w 146"/>
              <a:gd name="T5" fmla="*/ 109 h 146"/>
              <a:gd name="T6" fmla="*/ 110 w 146"/>
              <a:gd name="T7" fmla="*/ 136 h 146"/>
              <a:gd name="T8" fmla="*/ 73 w 146"/>
              <a:gd name="T9" fmla="*/ 146 h 146"/>
              <a:gd name="T10" fmla="*/ 37 w 146"/>
              <a:gd name="T11" fmla="*/ 136 h 146"/>
              <a:gd name="T12" fmla="*/ 10 w 146"/>
              <a:gd name="T13" fmla="*/ 109 h 146"/>
              <a:gd name="T14" fmla="*/ 0 w 146"/>
              <a:gd name="T15" fmla="*/ 73 h 146"/>
              <a:gd name="T16" fmla="*/ 10 w 146"/>
              <a:gd name="T17" fmla="*/ 36 h 146"/>
              <a:gd name="T18" fmla="*/ 37 w 146"/>
              <a:gd name="T19" fmla="*/ 10 h 146"/>
              <a:gd name="T20" fmla="*/ 73 w 146"/>
              <a:gd name="T21" fmla="*/ 0 h 146"/>
              <a:gd name="T22" fmla="*/ 110 w 146"/>
              <a:gd name="T23" fmla="*/ 10 h 146"/>
              <a:gd name="T24" fmla="*/ 136 w 146"/>
              <a:gd name="T25" fmla="*/ 36 h 146"/>
              <a:gd name="T26" fmla="*/ 122 w 146"/>
              <a:gd name="T27" fmla="*/ 73 h 146"/>
              <a:gd name="T28" fmla="*/ 120 w 146"/>
              <a:gd name="T29" fmla="*/ 69 h 146"/>
              <a:gd name="T30" fmla="*/ 112 w 146"/>
              <a:gd name="T31" fmla="*/ 60 h 146"/>
              <a:gd name="T32" fmla="*/ 107 w 146"/>
              <a:gd name="T33" fmla="*/ 58 h 146"/>
              <a:gd name="T34" fmla="*/ 103 w 146"/>
              <a:gd name="T35" fmla="*/ 60 h 146"/>
              <a:gd name="T36" fmla="*/ 85 w 146"/>
              <a:gd name="T37" fmla="*/ 78 h 146"/>
              <a:gd name="T38" fmla="*/ 85 w 146"/>
              <a:gd name="T39" fmla="*/ 31 h 146"/>
              <a:gd name="T40" fmla="*/ 83 w 146"/>
              <a:gd name="T41" fmla="*/ 26 h 146"/>
              <a:gd name="T42" fmla="*/ 79 w 146"/>
              <a:gd name="T43" fmla="*/ 25 h 146"/>
              <a:gd name="T44" fmla="*/ 67 w 146"/>
              <a:gd name="T45" fmla="*/ 25 h 146"/>
              <a:gd name="T46" fmla="*/ 63 w 146"/>
              <a:gd name="T47" fmla="*/ 26 h 146"/>
              <a:gd name="T48" fmla="*/ 61 w 146"/>
              <a:gd name="T49" fmla="*/ 31 h 146"/>
              <a:gd name="T50" fmla="*/ 61 w 146"/>
              <a:gd name="T51" fmla="*/ 78 h 146"/>
              <a:gd name="T52" fmla="*/ 43 w 146"/>
              <a:gd name="T53" fmla="*/ 60 h 146"/>
              <a:gd name="T54" fmla="*/ 39 w 146"/>
              <a:gd name="T55" fmla="*/ 58 h 146"/>
              <a:gd name="T56" fmla="*/ 35 w 146"/>
              <a:gd name="T57" fmla="*/ 60 h 146"/>
              <a:gd name="T58" fmla="*/ 26 w 146"/>
              <a:gd name="T59" fmla="*/ 69 h 146"/>
              <a:gd name="T60" fmla="*/ 24 w 146"/>
              <a:gd name="T61" fmla="*/ 73 h 146"/>
              <a:gd name="T62" fmla="*/ 26 w 146"/>
              <a:gd name="T63" fmla="*/ 77 h 146"/>
              <a:gd name="T64" fmla="*/ 60 w 146"/>
              <a:gd name="T65" fmla="*/ 112 h 146"/>
              <a:gd name="T66" fmla="*/ 69 w 146"/>
              <a:gd name="T67" fmla="*/ 120 h 146"/>
              <a:gd name="T68" fmla="*/ 73 w 146"/>
              <a:gd name="T69" fmla="*/ 122 h 146"/>
              <a:gd name="T70" fmla="*/ 77 w 146"/>
              <a:gd name="T71" fmla="*/ 120 h 146"/>
              <a:gd name="T72" fmla="*/ 86 w 146"/>
              <a:gd name="T73" fmla="*/ 112 h 146"/>
              <a:gd name="T74" fmla="*/ 120 w 146"/>
              <a:gd name="T75" fmla="*/ 77 h 146"/>
              <a:gd name="T76" fmla="*/ 122 w 146"/>
              <a:gd name="T77" fmla="*/ 73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46" h="146">
                <a:moveTo>
                  <a:pt x="136" y="36"/>
                </a:moveTo>
                <a:cubicBezTo>
                  <a:pt x="142" y="48"/>
                  <a:pt x="146" y="60"/>
                  <a:pt x="146" y="73"/>
                </a:cubicBezTo>
                <a:cubicBezTo>
                  <a:pt x="146" y="86"/>
                  <a:pt x="142" y="98"/>
                  <a:pt x="136" y="109"/>
                </a:cubicBezTo>
                <a:cubicBezTo>
                  <a:pt x="129" y="121"/>
                  <a:pt x="121" y="129"/>
                  <a:pt x="110" y="136"/>
                </a:cubicBezTo>
                <a:cubicBezTo>
                  <a:pt x="98" y="142"/>
                  <a:pt x="86" y="146"/>
                  <a:pt x="73" y="146"/>
                </a:cubicBezTo>
                <a:cubicBezTo>
                  <a:pt x="60" y="146"/>
                  <a:pt x="48" y="142"/>
                  <a:pt x="37" y="136"/>
                </a:cubicBezTo>
                <a:cubicBezTo>
                  <a:pt x="26" y="129"/>
                  <a:pt x="17" y="121"/>
                  <a:pt x="10" y="109"/>
                </a:cubicBezTo>
                <a:cubicBezTo>
                  <a:pt x="4" y="98"/>
                  <a:pt x="0" y="86"/>
                  <a:pt x="0" y="73"/>
                </a:cubicBezTo>
                <a:cubicBezTo>
                  <a:pt x="0" y="60"/>
                  <a:pt x="4" y="48"/>
                  <a:pt x="10" y="36"/>
                </a:cubicBezTo>
                <a:cubicBezTo>
                  <a:pt x="17" y="25"/>
                  <a:pt x="26" y="17"/>
                  <a:pt x="37" y="10"/>
                </a:cubicBezTo>
                <a:cubicBezTo>
                  <a:pt x="48" y="4"/>
                  <a:pt x="60" y="0"/>
                  <a:pt x="73" y="0"/>
                </a:cubicBezTo>
                <a:cubicBezTo>
                  <a:pt x="86" y="0"/>
                  <a:pt x="98" y="4"/>
                  <a:pt x="110" y="10"/>
                </a:cubicBezTo>
                <a:cubicBezTo>
                  <a:pt x="121" y="17"/>
                  <a:pt x="129" y="25"/>
                  <a:pt x="136" y="36"/>
                </a:cubicBezTo>
                <a:close/>
                <a:moveTo>
                  <a:pt x="122" y="73"/>
                </a:moveTo>
                <a:cubicBezTo>
                  <a:pt x="122" y="71"/>
                  <a:pt x="121" y="70"/>
                  <a:pt x="120" y="69"/>
                </a:cubicBezTo>
                <a:cubicBezTo>
                  <a:pt x="112" y="60"/>
                  <a:pt x="112" y="60"/>
                  <a:pt x="112" y="60"/>
                </a:cubicBezTo>
                <a:cubicBezTo>
                  <a:pt x="110" y="59"/>
                  <a:pt x="109" y="58"/>
                  <a:pt x="107" y="58"/>
                </a:cubicBezTo>
                <a:cubicBezTo>
                  <a:pt x="106" y="58"/>
                  <a:pt x="104" y="59"/>
                  <a:pt x="103" y="60"/>
                </a:cubicBezTo>
                <a:cubicBezTo>
                  <a:pt x="85" y="78"/>
                  <a:pt x="85" y="78"/>
                  <a:pt x="85" y="78"/>
                </a:cubicBezTo>
                <a:cubicBezTo>
                  <a:pt x="85" y="31"/>
                  <a:pt x="85" y="31"/>
                  <a:pt x="85" y="31"/>
                </a:cubicBezTo>
                <a:cubicBezTo>
                  <a:pt x="85" y="29"/>
                  <a:pt x="85" y="28"/>
                  <a:pt x="83" y="26"/>
                </a:cubicBezTo>
                <a:cubicBezTo>
                  <a:pt x="82" y="25"/>
                  <a:pt x="81" y="25"/>
                  <a:pt x="79" y="25"/>
                </a:cubicBezTo>
                <a:cubicBezTo>
                  <a:pt x="67" y="25"/>
                  <a:pt x="67" y="25"/>
                  <a:pt x="67" y="25"/>
                </a:cubicBezTo>
                <a:cubicBezTo>
                  <a:pt x="65" y="25"/>
                  <a:pt x="64" y="25"/>
                  <a:pt x="63" y="26"/>
                </a:cubicBezTo>
                <a:cubicBezTo>
                  <a:pt x="62" y="28"/>
                  <a:pt x="61" y="29"/>
                  <a:pt x="61" y="31"/>
                </a:cubicBezTo>
                <a:cubicBezTo>
                  <a:pt x="61" y="78"/>
                  <a:pt x="61" y="78"/>
                  <a:pt x="61" y="78"/>
                </a:cubicBezTo>
                <a:cubicBezTo>
                  <a:pt x="43" y="60"/>
                  <a:pt x="43" y="60"/>
                  <a:pt x="43" y="60"/>
                </a:cubicBezTo>
                <a:cubicBezTo>
                  <a:pt x="42" y="59"/>
                  <a:pt x="41" y="58"/>
                  <a:pt x="39" y="58"/>
                </a:cubicBezTo>
                <a:cubicBezTo>
                  <a:pt x="37" y="58"/>
                  <a:pt x="36" y="59"/>
                  <a:pt x="35" y="60"/>
                </a:cubicBezTo>
                <a:cubicBezTo>
                  <a:pt x="26" y="69"/>
                  <a:pt x="26" y="69"/>
                  <a:pt x="26" y="69"/>
                </a:cubicBezTo>
                <a:cubicBezTo>
                  <a:pt x="25" y="70"/>
                  <a:pt x="24" y="71"/>
                  <a:pt x="24" y="73"/>
                </a:cubicBezTo>
                <a:cubicBezTo>
                  <a:pt x="24" y="75"/>
                  <a:pt x="25" y="76"/>
                  <a:pt x="26" y="77"/>
                </a:cubicBezTo>
                <a:cubicBezTo>
                  <a:pt x="60" y="112"/>
                  <a:pt x="60" y="112"/>
                  <a:pt x="60" y="112"/>
                </a:cubicBezTo>
                <a:cubicBezTo>
                  <a:pt x="69" y="120"/>
                  <a:pt x="69" y="120"/>
                  <a:pt x="69" y="120"/>
                </a:cubicBezTo>
                <a:cubicBezTo>
                  <a:pt x="70" y="121"/>
                  <a:pt x="71" y="122"/>
                  <a:pt x="73" y="122"/>
                </a:cubicBezTo>
                <a:cubicBezTo>
                  <a:pt x="75" y="122"/>
                  <a:pt x="76" y="121"/>
                  <a:pt x="77" y="120"/>
                </a:cubicBezTo>
                <a:cubicBezTo>
                  <a:pt x="86" y="112"/>
                  <a:pt x="86" y="112"/>
                  <a:pt x="86" y="112"/>
                </a:cubicBezTo>
                <a:cubicBezTo>
                  <a:pt x="120" y="77"/>
                  <a:pt x="120" y="77"/>
                  <a:pt x="120" y="77"/>
                </a:cubicBezTo>
                <a:cubicBezTo>
                  <a:pt x="121" y="76"/>
                  <a:pt x="122" y="75"/>
                  <a:pt x="122" y="7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65" name="Freeform 167"/>
          <p:cNvSpPr>
            <a:spLocks noEditPoints="1"/>
          </p:cNvSpPr>
          <p:nvPr/>
        </p:nvSpPr>
        <p:spPr bwMode="auto">
          <a:xfrm>
            <a:off x="2995908" y="3110237"/>
            <a:ext cx="207464" cy="209627"/>
          </a:xfrm>
          <a:custGeom>
            <a:avLst/>
            <a:gdLst>
              <a:gd name="T0" fmla="*/ 136 w 146"/>
              <a:gd name="T1" fmla="*/ 109 h 146"/>
              <a:gd name="T2" fmla="*/ 10 w 146"/>
              <a:gd name="T3" fmla="*/ 36 h 146"/>
              <a:gd name="T4" fmla="*/ 98 w 146"/>
              <a:gd name="T5" fmla="*/ 50 h 146"/>
              <a:gd name="T6" fmla="*/ 112 w 146"/>
              <a:gd name="T7" fmla="*/ 45 h 146"/>
              <a:gd name="T8" fmla="*/ 112 w 146"/>
              <a:gd name="T9" fmla="*/ 40 h 146"/>
              <a:gd name="T10" fmla="*/ 107 w 146"/>
              <a:gd name="T11" fmla="*/ 36 h 146"/>
              <a:gd name="T12" fmla="*/ 104 w 146"/>
              <a:gd name="T13" fmla="*/ 32 h 146"/>
              <a:gd name="T14" fmla="*/ 101 w 146"/>
              <a:gd name="T15" fmla="*/ 34 h 146"/>
              <a:gd name="T16" fmla="*/ 98 w 146"/>
              <a:gd name="T17" fmla="*/ 33 h 146"/>
              <a:gd name="T18" fmla="*/ 91 w 146"/>
              <a:gd name="T19" fmla="*/ 28 h 146"/>
              <a:gd name="T20" fmla="*/ 87 w 146"/>
              <a:gd name="T21" fmla="*/ 34 h 146"/>
              <a:gd name="T22" fmla="*/ 87 w 146"/>
              <a:gd name="T23" fmla="*/ 43 h 146"/>
              <a:gd name="T24" fmla="*/ 83 w 146"/>
              <a:gd name="T25" fmla="*/ 45 h 146"/>
              <a:gd name="T26" fmla="*/ 68 w 146"/>
              <a:gd name="T27" fmla="*/ 35 h 146"/>
              <a:gd name="T28" fmla="*/ 70 w 146"/>
              <a:gd name="T29" fmla="*/ 27 h 146"/>
              <a:gd name="T30" fmla="*/ 79 w 146"/>
              <a:gd name="T31" fmla="*/ 22 h 146"/>
              <a:gd name="T32" fmla="*/ 78 w 146"/>
              <a:gd name="T33" fmla="*/ 18 h 146"/>
              <a:gd name="T34" fmla="*/ 73 w 146"/>
              <a:gd name="T35" fmla="*/ 18 h 146"/>
              <a:gd name="T36" fmla="*/ 64 w 146"/>
              <a:gd name="T37" fmla="*/ 15 h 146"/>
              <a:gd name="T38" fmla="*/ 68 w 146"/>
              <a:gd name="T39" fmla="*/ 19 h 146"/>
              <a:gd name="T40" fmla="*/ 64 w 146"/>
              <a:gd name="T41" fmla="*/ 21 h 146"/>
              <a:gd name="T42" fmla="*/ 55 w 146"/>
              <a:gd name="T43" fmla="*/ 19 h 146"/>
              <a:gd name="T44" fmla="*/ 46 w 146"/>
              <a:gd name="T45" fmla="*/ 19 h 146"/>
              <a:gd name="T46" fmla="*/ 52 w 146"/>
              <a:gd name="T47" fmla="*/ 19 h 146"/>
              <a:gd name="T48" fmla="*/ 44 w 146"/>
              <a:gd name="T49" fmla="*/ 20 h 146"/>
              <a:gd name="T50" fmla="*/ 25 w 146"/>
              <a:gd name="T51" fmla="*/ 45 h 146"/>
              <a:gd name="T52" fmla="*/ 29 w 146"/>
              <a:gd name="T53" fmla="*/ 52 h 146"/>
              <a:gd name="T54" fmla="*/ 29 w 146"/>
              <a:gd name="T55" fmla="*/ 63 h 146"/>
              <a:gd name="T56" fmla="*/ 37 w 146"/>
              <a:gd name="T57" fmla="*/ 73 h 146"/>
              <a:gd name="T58" fmla="*/ 41 w 146"/>
              <a:gd name="T59" fmla="*/ 81 h 146"/>
              <a:gd name="T60" fmla="*/ 43 w 146"/>
              <a:gd name="T61" fmla="*/ 80 h 146"/>
              <a:gd name="T62" fmla="*/ 42 w 146"/>
              <a:gd name="T63" fmla="*/ 76 h 146"/>
              <a:gd name="T64" fmla="*/ 48 w 146"/>
              <a:gd name="T65" fmla="*/ 84 h 146"/>
              <a:gd name="T66" fmla="*/ 53 w 146"/>
              <a:gd name="T67" fmla="*/ 94 h 146"/>
              <a:gd name="T68" fmla="*/ 63 w 146"/>
              <a:gd name="T69" fmla="*/ 99 h 146"/>
              <a:gd name="T70" fmla="*/ 75 w 146"/>
              <a:gd name="T71" fmla="*/ 104 h 146"/>
              <a:gd name="T72" fmla="*/ 82 w 146"/>
              <a:gd name="T73" fmla="*/ 109 h 146"/>
              <a:gd name="T74" fmla="*/ 80 w 146"/>
              <a:gd name="T75" fmla="*/ 106 h 146"/>
              <a:gd name="T76" fmla="*/ 81 w 146"/>
              <a:gd name="T77" fmla="*/ 101 h 146"/>
              <a:gd name="T78" fmla="*/ 75 w 146"/>
              <a:gd name="T79" fmla="*/ 99 h 146"/>
              <a:gd name="T80" fmla="*/ 76 w 146"/>
              <a:gd name="T81" fmla="*/ 92 h 146"/>
              <a:gd name="T82" fmla="*/ 70 w 146"/>
              <a:gd name="T83" fmla="*/ 95 h 146"/>
              <a:gd name="T84" fmla="*/ 63 w 146"/>
              <a:gd name="T85" fmla="*/ 84 h 146"/>
              <a:gd name="T86" fmla="*/ 65 w 146"/>
              <a:gd name="T87" fmla="*/ 79 h 146"/>
              <a:gd name="T88" fmla="*/ 72 w 146"/>
              <a:gd name="T89" fmla="*/ 78 h 146"/>
              <a:gd name="T90" fmla="*/ 78 w 146"/>
              <a:gd name="T91" fmla="*/ 78 h 146"/>
              <a:gd name="T92" fmla="*/ 84 w 146"/>
              <a:gd name="T93" fmla="*/ 84 h 146"/>
              <a:gd name="T94" fmla="*/ 84 w 146"/>
              <a:gd name="T95" fmla="*/ 78 h 146"/>
              <a:gd name="T96" fmla="*/ 87 w 146"/>
              <a:gd name="T97" fmla="*/ 72 h 146"/>
              <a:gd name="T98" fmla="*/ 88 w 146"/>
              <a:gd name="T99" fmla="*/ 65 h 146"/>
              <a:gd name="T100" fmla="*/ 96 w 146"/>
              <a:gd name="T101" fmla="*/ 60 h 146"/>
              <a:gd name="T102" fmla="*/ 101 w 146"/>
              <a:gd name="T103" fmla="*/ 55 h 146"/>
              <a:gd name="T104" fmla="*/ 103 w 146"/>
              <a:gd name="T105" fmla="*/ 50 h 146"/>
              <a:gd name="T106" fmla="*/ 116 w 146"/>
              <a:gd name="T107" fmla="*/ 114 h 146"/>
              <a:gd name="T108" fmla="*/ 109 w 146"/>
              <a:gd name="T109" fmla="*/ 110 h 146"/>
              <a:gd name="T110" fmla="*/ 105 w 146"/>
              <a:gd name="T111" fmla="*/ 108 h 146"/>
              <a:gd name="T112" fmla="*/ 99 w 146"/>
              <a:gd name="T113" fmla="*/ 107 h 146"/>
              <a:gd name="T114" fmla="*/ 95 w 146"/>
              <a:gd name="T115" fmla="*/ 107 h 146"/>
              <a:gd name="T116" fmla="*/ 91 w 146"/>
              <a:gd name="T117" fmla="*/ 108 h 146"/>
              <a:gd name="T118" fmla="*/ 87 w 146"/>
              <a:gd name="T119" fmla="*/ 113 h 146"/>
              <a:gd name="T120" fmla="*/ 83 w 146"/>
              <a:gd name="T121" fmla="*/ 131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46" h="146">
                <a:moveTo>
                  <a:pt x="37" y="10"/>
                </a:moveTo>
                <a:cubicBezTo>
                  <a:pt x="48" y="4"/>
                  <a:pt x="60" y="0"/>
                  <a:pt x="73" y="0"/>
                </a:cubicBezTo>
                <a:cubicBezTo>
                  <a:pt x="86" y="0"/>
                  <a:pt x="98" y="4"/>
                  <a:pt x="110" y="10"/>
                </a:cubicBezTo>
                <a:cubicBezTo>
                  <a:pt x="121" y="17"/>
                  <a:pt x="129" y="25"/>
                  <a:pt x="136" y="36"/>
                </a:cubicBezTo>
                <a:cubicBezTo>
                  <a:pt x="142" y="48"/>
                  <a:pt x="146" y="60"/>
                  <a:pt x="146" y="73"/>
                </a:cubicBezTo>
                <a:cubicBezTo>
                  <a:pt x="146" y="86"/>
                  <a:pt x="142" y="98"/>
                  <a:pt x="136" y="109"/>
                </a:cubicBezTo>
                <a:cubicBezTo>
                  <a:pt x="129" y="121"/>
                  <a:pt x="121" y="129"/>
                  <a:pt x="110" y="136"/>
                </a:cubicBezTo>
                <a:cubicBezTo>
                  <a:pt x="98" y="142"/>
                  <a:pt x="86" y="146"/>
                  <a:pt x="73" y="146"/>
                </a:cubicBezTo>
                <a:cubicBezTo>
                  <a:pt x="60" y="146"/>
                  <a:pt x="48" y="142"/>
                  <a:pt x="37" y="136"/>
                </a:cubicBezTo>
                <a:cubicBezTo>
                  <a:pt x="26" y="129"/>
                  <a:pt x="17" y="121"/>
                  <a:pt x="10" y="109"/>
                </a:cubicBezTo>
                <a:cubicBezTo>
                  <a:pt x="4" y="98"/>
                  <a:pt x="0" y="86"/>
                  <a:pt x="0" y="73"/>
                </a:cubicBezTo>
                <a:cubicBezTo>
                  <a:pt x="0" y="60"/>
                  <a:pt x="4" y="48"/>
                  <a:pt x="10" y="36"/>
                </a:cubicBezTo>
                <a:cubicBezTo>
                  <a:pt x="17" y="25"/>
                  <a:pt x="26" y="17"/>
                  <a:pt x="37" y="10"/>
                </a:cubicBezTo>
                <a:close/>
                <a:moveTo>
                  <a:pt x="99" y="50"/>
                </a:moveTo>
                <a:cubicBezTo>
                  <a:pt x="99" y="50"/>
                  <a:pt x="99" y="50"/>
                  <a:pt x="98" y="50"/>
                </a:cubicBezTo>
                <a:cubicBezTo>
                  <a:pt x="98" y="51"/>
                  <a:pt x="97" y="51"/>
                  <a:pt x="97" y="51"/>
                </a:cubicBezTo>
                <a:cubicBezTo>
                  <a:pt x="97" y="51"/>
                  <a:pt x="97" y="51"/>
                  <a:pt x="97" y="51"/>
                </a:cubicBezTo>
                <a:cubicBezTo>
                  <a:pt x="97" y="51"/>
                  <a:pt x="98" y="50"/>
                  <a:pt x="98" y="50"/>
                </a:cubicBezTo>
                <a:cubicBezTo>
                  <a:pt x="98" y="49"/>
                  <a:pt x="98" y="49"/>
                  <a:pt x="98" y="49"/>
                </a:cubicBezTo>
                <a:cubicBezTo>
                  <a:pt x="98" y="49"/>
                  <a:pt x="99" y="48"/>
                  <a:pt x="100" y="48"/>
                </a:cubicBezTo>
                <a:cubicBezTo>
                  <a:pt x="101" y="47"/>
                  <a:pt x="103" y="47"/>
                  <a:pt x="105" y="47"/>
                </a:cubicBezTo>
                <a:cubicBezTo>
                  <a:pt x="107" y="46"/>
                  <a:pt x="109" y="46"/>
                  <a:pt x="110" y="48"/>
                </a:cubicBezTo>
                <a:cubicBezTo>
                  <a:pt x="110" y="48"/>
                  <a:pt x="110" y="47"/>
                  <a:pt x="111" y="46"/>
                </a:cubicBezTo>
                <a:cubicBezTo>
                  <a:pt x="112" y="46"/>
                  <a:pt x="112" y="45"/>
                  <a:pt x="112" y="45"/>
                </a:cubicBezTo>
                <a:cubicBezTo>
                  <a:pt x="112" y="45"/>
                  <a:pt x="113" y="45"/>
                  <a:pt x="114" y="45"/>
                </a:cubicBezTo>
                <a:cubicBezTo>
                  <a:pt x="114" y="45"/>
                  <a:pt x="115" y="45"/>
                  <a:pt x="115" y="44"/>
                </a:cubicBezTo>
                <a:cubicBezTo>
                  <a:pt x="115" y="42"/>
                  <a:pt x="115" y="42"/>
                  <a:pt x="115" y="42"/>
                </a:cubicBezTo>
                <a:cubicBezTo>
                  <a:pt x="114" y="42"/>
                  <a:pt x="114" y="42"/>
                  <a:pt x="114" y="41"/>
                </a:cubicBezTo>
                <a:cubicBezTo>
                  <a:pt x="113" y="41"/>
                  <a:pt x="113" y="40"/>
                  <a:pt x="113" y="39"/>
                </a:cubicBezTo>
                <a:cubicBezTo>
                  <a:pt x="113" y="40"/>
                  <a:pt x="113" y="40"/>
                  <a:pt x="112" y="40"/>
                </a:cubicBezTo>
                <a:cubicBezTo>
                  <a:pt x="112" y="40"/>
                  <a:pt x="112" y="40"/>
                  <a:pt x="112" y="39"/>
                </a:cubicBezTo>
                <a:cubicBezTo>
                  <a:pt x="112" y="39"/>
                  <a:pt x="111" y="39"/>
                  <a:pt x="111" y="40"/>
                </a:cubicBezTo>
                <a:cubicBezTo>
                  <a:pt x="110" y="40"/>
                  <a:pt x="110" y="40"/>
                  <a:pt x="110" y="40"/>
                </a:cubicBezTo>
                <a:cubicBezTo>
                  <a:pt x="109" y="39"/>
                  <a:pt x="109" y="39"/>
                  <a:pt x="109" y="39"/>
                </a:cubicBezTo>
                <a:cubicBezTo>
                  <a:pt x="108" y="39"/>
                  <a:pt x="108" y="38"/>
                  <a:pt x="108" y="37"/>
                </a:cubicBezTo>
                <a:cubicBezTo>
                  <a:pt x="108" y="37"/>
                  <a:pt x="107" y="36"/>
                  <a:pt x="107" y="36"/>
                </a:cubicBezTo>
                <a:cubicBezTo>
                  <a:pt x="107" y="36"/>
                  <a:pt x="107" y="35"/>
                  <a:pt x="107" y="35"/>
                </a:cubicBezTo>
                <a:cubicBezTo>
                  <a:pt x="106" y="35"/>
                  <a:pt x="106" y="34"/>
                  <a:pt x="106" y="34"/>
                </a:cubicBezTo>
                <a:cubicBezTo>
                  <a:pt x="106" y="34"/>
                  <a:pt x="105" y="34"/>
                  <a:pt x="105" y="33"/>
                </a:cubicBezTo>
                <a:cubicBezTo>
                  <a:pt x="105" y="33"/>
                  <a:pt x="105" y="33"/>
                  <a:pt x="105" y="33"/>
                </a:cubicBezTo>
                <a:cubicBezTo>
                  <a:pt x="105" y="33"/>
                  <a:pt x="105" y="32"/>
                  <a:pt x="105" y="32"/>
                </a:cubicBezTo>
                <a:cubicBezTo>
                  <a:pt x="105" y="32"/>
                  <a:pt x="104" y="32"/>
                  <a:pt x="104" y="32"/>
                </a:cubicBezTo>
                <a:cubicBezTo>
                  <a:pt x="104" y="32"/>
                  <a:pt x="104" y="32"/>
                  <a:pt x="104" y="33"/>
                </a:cubicBezTo>
                <a:cubicBezTo>
                  <a:pt x="103" y="33"/>
                  <a:pt x="103" y="33"/>
                  <a:pt x="103" y="34"/>
                </a:cubicBezTo>
                <a:cubicBezTo>
                  <a:pt x="103" y="34"/>
                  <a:pt x="102" y="34"/>
                  <a:pt x="102" y="34"/>
                </a:cubicBezTo>
                <a:cubicBezTo>
                  <a:pt x="102" y="34"/>
                  <a:pt x="102" y="34"/>
                  <a:pt x="102" y="34"/>
                </a:cubicBezTo>
                <a:cubicBezTo>
                  <a:pt x="102" y="34"/>
                  <a:pt x="102" y="34"/>
                  <a:pt x="101" y="34"/>
                </a:cubicBezTo>
                <a:cubicBezTo>
                  <a:pt x="101" y="34"/>
                  <a:pt x="101" y="34"/>
                  <a:pt x="101" y="34"/>
                </a:cubicBezTo>
                <a:cubicBezTo>
                  <a:pt x="101" y="34"/>
                  <a:pt x="101" y="34"/>
                  <a:pt x="101" y="35"/>
                </a:cubicBezTo>
                <a:cubicBezTo>
                  <a:pt x="100" y="35"/>
                  <a:pt x="100" y="35"/>
                  <a:pt x="100" y="35"/>
                </a:cubicBezTo>
                <a:cubicBezTo>
                  <a:pt x="99" y="35"/>
                  <a:pt x="99" y="35"/>
                  <a:pt x="99" y="35"/>
                </a:cubicBezTo>
                <a:cubicBezTo>
                  <a:pt x="100" y="35"/>
                  <a:pt x="100" y="34"/>
                  <a:pt x="99" y="34"/>
                </a:cubicBezTo>
                <a:cubicBezTo>
                  <a:pt x="98" y="34"/>
                  <a:pt x="98" y="34"/>
                  <a:pt x="97" y="34"/>
                </a:cubicBezTo>
                <a:cubicBezTo>
                  <a:pt x="98" y="33"/>
                  <a:pt x="98" y="33"/>
                  <a:pt x="98" y="33"/>
                </a:cubicBezTo>
                <a:cubicBezTo>
                  <a:pt x="98" y="32"/>
                  <a:pt x="98" y="32"/>
                  <a:pt x="97" y="31"/>
                </a:cubicBezTo>
                <a:cubicBezTo>
                  <a:pt x="98" y="31"/>
                  <a:pt x="98" y="31"/>
                  <a:pt x="98" y="31"/>
                </a:cubicBezTo>
                <a:cubicBezTo>
                  <a:pt x="98" y="31"/>
                  <a:pt x="97" y="31"/>
                  <a:pt x="97" y="30"/>
                </a:cubicBezTo>
                <a:cubicBezTo>
                  <a:pt x="96" y="30"/>
                  <a:pt x="96" y="30"/>
                  <a:pt x="95" y="30"/>
                </a:cubicBezTo>
                <a:cubicBezTo>
                  <a:pt x="95" y="29"/>
                  <a:pt x="94" y="29"/>
                  <a:pt x="94" y="29"/>
                </a:cubicBezTo>
                <a:cubicBezTo>
                  <a:pt x="93" y="29"/>
                  <a:pt x="92" y="28"/>
                  <a:pt x="91" y="28"/>
                </a:cubicBezTo>
                <a:cubicBezTo>
                  <a:pt x="89" y="28"/>
                  <a:pt x="88" y="28"/>
                  <a:pt x="88" y="28"/>
                </a:cubicBezTo>
                <a:cubicBezTo>
                  <a:pt x="87" y="29"/>
                  <a:pt x="87" y="29"/>
                  <a:pt x="87" y="29"/>
                </a:cubicBezTo>
                <a:cubicBezTo>
                  <a:pt x="87" y="29"/>
                  <a:pt x="87" y="30"/>
                  <a:pt x="88" y="30"/>
                </a:cubicBezTo>
                <a:cubicBezTo>
                  <a:pt x="88" y="31"/>
                  <a:pt x="88" y="31"/>
                  <a:pt x="88" y="32"/>
                </a:cubicBezTo>
                <a:cubicBezTo>
                  <a:pt x="88" y="32"/>
                  <a:pt x="88" y="32"/>
                  <a:pt x="87" y="33"/>
                </a:cubicBezTo>
                <a:cubicBezTo>
                  <a:pt x="87" y="33"/>
                  <a:pt x="87" y="34"/>
                  <a:pt x="87" y="34"/>
                </a:cubicBezTo>
                <a:cubicBezTo>
                  <a:pt x="87" y="34"/>
                  <a:pt x="87" y="35"/>
                  <a:pt x="88" y="35"/>
                </a:cubicBezTo>
                <a:cubicBezTo>
                  <a:pt x="89" y="36"/>
                  <a:pt x="89" y="37"/>
                  <a:pt x="89" y="37"/>
                </a:cubicBezTo>
                <a:cubicBezTo>
                  <a:pt x="89" y="38"/>
                  <a:pt x="88" y="38"/>
                  <a:pt x="88" y="39"/>
                </a:cubicBezTo>
                <a:cubicBezTo>
                  <a:pt x="87" y="40"/>
                  <a:pt x="86" y="40"/>
                  <a:pt x="86" y="40"/>
                </a:cubicBezTo>
                <a:cubicBezTo>
                  <a:pt x="86" y="41"/>
                  <a:pt x="86" y="41"/>
                  <a:pt x="86" y="42"/>
                </a:cubicBezTo>
                <a:cubicBezTo>
                  <a:pt x="86" y="43"/>
                  <a:pt x="86" y="43"/>
                  <a:pt x="87" y="43"/>
                </a:cubicBezTo>
                <a:cubicBezTo>
                  <a:pt x="87" y="44"/>
                  <a:pt x="87" y="44"/>
                  <a:pt x="87" y="44"/>
                </a:cubicBezTo>
                <a:cubicBezTo>
                  <a:pt x="87" y="44"/>
                  <a:pt x="87" y="44"/>
                  <a:pt x="87" y="44"/>
                </a:cubicBezTo>
                <a:cubicBezTo>
                  <a:pt x="87" y="44"/>
                  <a:pt x="86" y="45"/>
                  <a:pt x="86" y="45"/>
                </a:cubicBezTo>
                <a:cubicBezTo>
                  <a:pt x="86" y="45"/>
                  <a:pt x="86" y="45"/>
                  <a:pt x="86" y="45"/>
                </a:cubicBezTo>
                <a:cubicBezTo>
                  <a:pt x="85" y="45"/>
                  <a:pt x="85" y="45"/>
                  <a:pt x="85" y="45"/>
                </a:cubicBezTo>
                <a:cubicBezTo>
                  <a:pt x="85" y="45"/>
                  <a:pt x="84" y="45"/>
                  <a:pt x="83" y="45"/>
                </a:cubicBezTo>
                <a:cubicBezTo>
                  <a:pt x="83" y="44"/>
                  <a:pt x="82" y="43"/>
                  <a:pt x="82" y="42"/>
                </a:cubicBezTo>
                <a:cubicBezTo>
                  <a:pt x="82" y="41"/>
                  <a:pt x="81" y="40"/>
                  <a:pt x="81" y="39"/>
                </a:cubicBezTo>
                <a:cubicBezTo>
                  <a:pt x="79" y="39"/>
                  <a:pt x="78" y="39"/>
                  <a:pt x="78" y="39"/>
                </a:cubicBezTo>
                <a:cubicBezTo>
                  <a:pt x="78" y="39"/>
                  <a:pt x="76" y="38"/>
                  <a:pt x="74" y="37"/>
                </a:cubicBezTo>
                <a:cubicBezTo>
                  <a:pt x="72" y="36"/>
                  <a:pt x="71" y="36"/>
                  <a:pt x="68" y="37"/>
                </a:cubicBezTo>
                <a:cubicBezTo>
                  <a:pt x="69" y="36"/>
                  <a:pt x="69" y="36"/>
                  <a:pt x="68" y="35"/>
                </a:cubicBezTo>
                <a:cubicBezTo>
                  <a:pt x="68" y="34"/>
                  <a:pt x="67" y="34"/>
                  <a:pt x="67" y="34"/>
                </a:cubicBezTo>
                <a:cubicBezTo>
                  <a:pt x="67" y="34"/>
                  <a:pt x="67" y="33"/>
                  <a:pt x="67" y="32"/>
                </a:cubicBezTo>
                <a:cubicBezTo>
                  <a:pt x="67" y="32"/>
                  <a:pt x="67" y="31"/>
                  <a:pt x="67" y="31"/>
                </a:cubicBezTo>
                <a:cubicBezTo>
                  <a:pt x="67" y="30"/>
                  <a:pt x="68" y="30"/>
                  <a:pt x="68" y="29"/>
                </a:cubicBezTo>
                <a:cubicBezTo>
                  <a:pt x="68" y="29"/>
                  <a:pt x="69" y="29"/>
                  <a:pt x="69" y="28"/>
                </a:cubicBezTo>
                <a:cubicBezTo>
                  <a:pt x="69" y="28"/>
                  <a:pt x="70" y="27"/>
                  <a:pt x="70" y="27"/>
                </a:cubicBezTo>
                <a:cubicBezTo>
                  <a:pt x="70" y="26"/>
                  <a:pt x="70" y="26"/>
                  <a:pt x="70" y="26"/>
                </a:cubicBezTo>
                <a:cubicBezTo>
                  <a:pt x="72" y="26"/>
                  <a:pt x="74" y="26"/>
                  <a:pt x="75" y="25"/>
                </a:cubicBezTo>
                <a:cubicBezTo>
                  <a:pt x="75" y="25"/>
                  <a:pt x="75" y="24"/>
                  <a:pt x="76" y="24"/>
                </a:cubicBezTo>
                <a:cubicBezTo>
                  <a:pt x="76" y="23"/>
                  <a:pt x="76" y="22"/>
                  <a:pt x="77" y="22"/>
                </a:cubicBezTo>
                <a:cubicBezTo>
                  <a:pt x="77" y="22"/>
                  <a:pt x="78" y="21"/>
                  <a:pt x="78" y="21"/>
                </a:cubicBezTo>
                <a:cubicBezTo>
                  <a:pt x="78" y="21"/>
                  <a:pt x="79" y="22"/>
                  <a:pt x="79" y="22"/>
                </a:cubicBezTo>
                <a:cubicBezTo>
                  <a:pt x="80" y="22"/>
                  <a:pt x="80" y="22"/>
                  <a:pt x="81" y="22"/>
                </a:cubicBezTo>
                <a:cubicBezTo>
                  <a:pt x="82" y="23"/>
                  <a:pt x="82" y="22"/>
                  <a:pt x="82" y="21"/>
                </a:cubicBezTo>
                <a:cubicBezTo>
                  <a:pt x="82" y="21"/>
                  <a:pt x="82" y="20"/>
                  <a:pt x="82" y="20"/>
                </a:cubicBezTo>
                <a:cubicBezTo>
                  <a:pt x="82" y="20"/>
                  <a:pt x="82" y="19"/>
                  <a:pt x="82" y="18"/>
                </a:cubicBezTo>
                <a:cubicBezTo>
                  <a:pt x="81" y="17"/>
                  <a:pt x="81" y="17"/>
                  <a:pt x="81" y="17"/>
                </a:cubicBezTo>
                <a:cubicBezTo>
                  <a:pt x="80" y="17"/>
                  <a:pt x="79" y="17"/>
                  <a:pt x="78" y="18"/>
                </a:cubicBezTo>
                <a:cubicBezTo>
                  <a:pt x="78" y="18"/>
                  <a:pt x="78" y="18"/>
                  <a:pt x="79" y="18"/>
                </a:cubicBezTo>
                <a:cubicBezTo>
                  <a:pt x="79" y="18"/>
                  <a:pt x="78" y="19"/>
                  <a:pt x="78" y="19"/>
                </a:cubicBezTo>
                <a:cubicBezTo>
                  <a:pt x="77" y="20"/>
                  <a:pt x="77" y="21"/>
                  <a:pt x="76" y="21"/>
                </a:cubicBezTo>
                <a:cubicBezTo>
                  <a:pt x="76" y="21"/>
                  <a:pt x="75" y="21"/>
                  <a:pt x="75" y="20"/>
                </a:cubicBezTo>
                <a:cubicBezTo>
                  <a:pt x="75" y="20"/>
                  <a:pt x="74" y="20"/>
                  <a:pt x="74" y="19"/>
                </a:cubicBezTo>
                <a:cubicBezTo>
                  <a:pt x="74" y="18"/>
                  <a:pt x="74" y="18"/>
                  <a:pt x="73" y="18"/>
                </a:cubicBezTo>
                <a:cubicBezTo>
                  <a:pt x="73" y="18"/>
                  <a:pt x="72" y="18"/>
                  <a:pt x="72" y="19"/>
                </a:cubicBezTo>
                <a:cubicBezTo>
                  <a:pt x="72" y="19"/>
                  <a:pt x="72" y="18"/>
                  <a:pt x="71" y="18"/>
                </a:cubicBezTo>
                <a:cubicBezTo>
                  <a:pt x="70" y="17"/>
                  <a:pt x="69" y="17"/>
                  <a:pt x="68" y="17"/>
                </a:cubicBezTo>
                <a:cubicBezTo>
                  <a:pt x="70" y="16"/>
                  <a:pt x="69" y="16"/>
                  <a:pt x="68" y="15"/>
                </a:cubicBezTo>
                <a:cubicBezTo>
                  <a:pt x="67" y="14"/>
                  <a:pt x="67" y="14"/>
                  <a:pt x="66" y="14"/>
                </a:cubicBezTo>
                <a:cubicBezTo>
                  <a:pt x="65" y="14"/>
                  <a:pt x="64" y="14"/>
                  <a:pt x="64" y="15"/>
                </a:cubicBezTo>
                <a:cubicBezTo>
                  <a:pt x="64" y="15"/>
                  <a:pt x="63" y="15"/>
                  <a:pt x="63" y="16"/>
                </a:cubicBezTo>
                <a:cubicBezTo>
                  <a:pt x="63" y="16"/>
                  <a:pt x="64" y="16"/>
                  <a:pt x="64" y="16"/>
                </a:cubicBezTo>
                <a:cubicBezTo>
                  <a:pt x="64" y="17"/>
                  <a:pt x="65" y="17"/>
                  <a:pt x="65" y="17"/>
                </a:cubicBezTo>
                <a:cubicBezTo>
                  <a:pt x="65" y="17"/>
                  <a:pt x="66" y="17"/>
                  <a:pt x="66" y="17"/>
                </a:cubicBezTo>
                <a:cubicBezTo>
                  <a:pt x="66" y="17"/>
                  <a:pt x="67" y="17"/>
                  <a:pt x="67" y="18"/>
                </a:cubicBezTo>
                <a:cubicBezTo>
                  <a:pt x="68" y="18"/>
                  <a:pt x="68" y="19"/>
                  <a:pt x="68" y="19"/>
                </a:cubicBezTo>
                <a:cubicBezTo>
                  <a:pt x="67" y="19"/>
                  <a:pt x="67" y="19"/>
                  <a:pt x="67" y="19"/>
                </a:cubicBezTo>
                <a:cubicBezTo>
                  <a:pt x="66" y="19"/>
                  <a:pt x="66" y="19"/>
                  <a:pt x="66" y="20"/>
                </a:cubicBezTo>
                <a:cubicBezTo>
                  <a:pt x="65" y="20"/>
                  <a:pt x="65" y="20"/>
                  <a:pt x="65" y="20"/>
                </a:cubicBezTo>
                <a:cubicBezTo>
                  <a:pt x="65" y="20"/>
                  <a:pt x="65" y="21"/>
                  <a:pt x="65" y="21"/>
                </a:cubicBezTo>
                <a:cubicBezTo>
                  <a:pt x="65" y="22"/>
                  <a:pt x="65" y="22"/>
                  <a:pt x="65" y="23"/>
                </a:cubicBezTo>
                <a:cubicBezTo>
                  <a:pt x="65" y="22"/>
                  <a:pt x="64" y="22"/>
                  <a:pt x="64" y="21"/>
                </a:cubicBezTo>
                <a:cubicBezTo>
                  <a:pt x="64" y="20"/>
                  <a:pt x="64" y="20"/>
                  <a:pt x="63" y="19"/>
                </a:cubicBezTo>
                <a:cubicBezTo>
                  <a:pt x="64" y="20"/>
                  <a:pt x="63" y="20"/>
                  <a:pt x="61" y="20"/>
                </a:cubicBezTo>
                <a:cubicBezTo>
                  <a:pt x="60" y="20"/>
                  <a:pt x="60" y="20"/>
                  <a:pt x="60" y="20"/>
                </a:cubicBezTo>
                <a:cubicBezTo>
                  <a:pt x="60" y="20"/>
                  <a:pt x="59" y="20"/>
                  <a:pt x="59" y="20"/>
                </a:cubicBezTo>
                <a:cubicBezTo>
                  <a:pt x="58" y="20"/>
                  <a:pt x="57" y="20"/>
                  <a:pt x="57" y="20"/>
                </a:cubicBezTo>
                <a:cubicBezTo>
                  <a:pt x="56" y="20"/>
                  <a:pt x="56" y="20"/>
                  <a:pt x="55" y="19"/>
                </a:cubicBezTo>
                <a:cubicBezTo>
                  <a:pt x="55" y="19"/>
                  <a:pt x="55" y="18"/>
                  <a:pt x="55" y="18"/>
                </a:cubicBezTo>
                <a:cubicBezTo>
                  <a:pt x="55" y="17"/>
                  <a:pt x="56" y="17"/>
                  <a:pt x="56" y="17"/>
                </a:cubicBezTo>
                <a:cubicBezTo>
                  <a:pt x="55" y="17"/>
                  <a:pt x="55" y="17"/>
                  <a:pt x="55" y="16"/>
                </a:cubicBezTo>
                <a:cubicBezTo>
                  <a:pt x="54" y="16"/>
                  <a:pt x="54" y="16"/>
                  <a:pt x="54" y="16"/>
                </a:cubicBezTo>
                <a:cubicBezTo>
                  <a:pt x="51" y="17"/>
                  <a:pt x="48" y="18"/>
                  <a:pt x="45" y="20"/>
                </a:cubicBezTo>
                <a:cubicBezTo>
                  <a:pt x="45" y="20"/>
                  <a:pt x="46" y="20"/>
                  <a:pt x="46" y="19"/>
                </a:cubicBezTo>
                <a:cubicBezTo>
                  <a:pt x="46" y="19"/>
                  <a:pt x="47" y="19"/>
                  <a:pt x="47" y="19"/>
                </a:cubicBezTo>
                <a:cubicBezTo>
                  <a:pt x="48" y="19"/>
                  <a:pt x="48" y="18"/>
                  <a:pt x="48" y="18"/>
                </a:cubicBezTo>
                <a:cubicBezTo>
                  <a:pt x="50" y="17"/>
                  <a:pt x="52" y="17"/>
                  <a:pt x="52" y="18"/>
                </a:cubicBezTo>
                <a:cubicBezTo>
                  <a:pt x="53" y="17"/>
                  <a:pt x="53" y="17"/>
                  <a:pt x="53" y="17"/>
                </a:cubicBezTo>
                <a:cubicBezTo>
                  <a:pt x="53" y="18"/>
                  <a:pt x="54" y="19"/>
                  <a:pt x="54" y="20"/>
                </a:cubicBezTo>
                <a:cubicBezTo>
                  <a:pt x="54" y="19"/>
                  <a:pt x="53" y="19"/>
                  <a:pt x="52" y="19"/>
                </a:cubicBezTo>
                <a:cubicBezTo>
                  <a:pt x="50" y="20"/>
                  <a:pt x="50" y="20"/>
                  <a:pt x="50" y="21"/>
                </a:cubicBezTo>
                <a:cubicBezTo>
                  <a:pt x="50" y="21"/>
                  <a:pt x="50" y="22"/>
                  <a:pt x="50" y="22"/>
                </a:cubicBezTo>
                <a:cubicBezTo>
                  <a:pt x="50" y="22"/>
                  <a:pt x="49" y="22"/>
                  <a:pt x="49" y="21"/>
                </a:cubicBezTo>
                <a:cubicBezTo>
                  <a:pt x="48" y="21"/>
                  <a:pt x="48" y="21"/>
                  <a:pt x="48" y="20"/>
                </a:cubicBezTo>
                <a:cubicBezTo>
                  <a:pt x="47" y="20"/>
                  <a:pt x="47" y="20"/>
                  <a:pt x="46" y="20"/>
                </a:cubicBezTo>
                <a:cubicBezTo>
                  <a:pt x="45" y="20"/>
                  <a:pt x="44" y="20"/>
                  <a:pt x="44" y="20"/>
                </a:cubicBezTo>
                <a:cubicBezTo>
                  <a:pt x="35" y="25"/>
                  <a:pt x="27" y="32"/>
                  <a:pt x="22" y="41"/>
                </a:cubicBezTo>
                <a:cubicBezTo>
                  <a:pt x="22" y="41"/>
                  <a:pt x="23" y="42"/>
                  <a:pt x="23" y="42"/>
                </a:cubicBezTo>
                <a:cubicBezTo>
                  <a:pt x="23" y="42"/>
                  <a:pt x="23" y="42"/>
                  <a:pt x="23" y="42"/>
                </a:cubicBezTo>
                <a:cubicBezTo>
                  <a:pt x="24" y="43"/>
                  <a:pt x="24" y="43"/>
                  <a:pt x="24" y="44"/>
                </a:cubicBezTo>
                <a:cubicBezTo>
                  <a:pt x="24" y="44"/>
                  <a:pt x="24" y="44"/>
                  <a:pt x="25" y="43"/>
                </a:cubicBezTo>
                <a:cubicBezTo>
                  <a:pt x="25" y="44"/>
                  <a:pt x="25" y="44"/>
                  <a:pt x="25" y="45"/>
                </a:cubicBezTo>
                <a:cubicBezTo>
                  <a:pt x="25" y="45"/>
                  <a:pt x="27" y="46"/>
                  <a:pt x="29" y="48"/>
                </a:cubicBezTo>
                <a:cubicBezTo>
                  <a:pt x="30" y="49"/>
                  <a:pt x="31" y="49"/>
                  <a:pt x="31" y="50"/>
                </a:cubicBezTo>
                <a:cubicBezTo>
                  <a:pt x="31" y="50"/>
                  <a:pt x="31" y="51"/>
                  <a:pt x="30" y="51"/>
                </a:cubicBezTo>
                <a:cubicBezTo>
                  <a:pt x="30" y="51"/>
                  <a:pt x="30" y="51"/>
                  <a:pt x="29" y="50"/>
                </a:cubicBezTo>
                <a:cubicBezTo>
                  <a:pt x="29" y="50"/>
                  <a:pt x="29" y="50"/>
                  <a:pt x="29" y="50"/>
                </a:cubicBezTo>
                <a:cubicBezTo>
                  <a:pt x="28" y="50"/>
                  <a:pt x="28" y="51"/>
                  <a:pt x="29" y="52"/>
                </a:cubicBezTo>
                <a:cubicBezTo>
                  <a:pt x="29" y="53"/>
                  <a:pt x="29" y="53"/>
                  <a:pt x="30" y="53"/>
                </a:cubicBezTo>
                <a:cubicBezTo>
                  <a:pt x="29" y="53"/>
                  <a:pt x="29" y="53"/>
                  <a:pt x="29" y="55"/>
                </a:cubicBezTo>
                <a:cubicBezTo>
                  <a:pt x="29" y="56"/>
                  <a:pt x="28" y="57"/>
                  <a:pt x="28" y="58"/>
                </a:cubicBezTo>
                <a:cubicBezTo>
                  <a:pt x="28" y="59"/>
                  <a:pt x="28" y="60"/>
                  <a:pt x="28" y="60"/>
                </a:cubicBezTo>
                <a:cubicBezTo>
                  <a:pt x="29" y="60"/>
                  <a:pt x="29" y="60"/>
                  <a:pt x="29" y="60"/>
                </a:cubicBezTo>
                <a:cubicBezTo>
                  <a:pt x="28" y="61"/>
                  <a:pt x="29" y="62"/>
                  <a:pt x="29" y="63"/>
                </a:cubicBezTo>
                <a:cubicBezTo>
                  <a:pt x="30" y="65"/>
                  <a:pt x="30" y="65"/>
                  <a:pt x="31" y="65"/>
                </a:cubicBezTo>
                <a:cubicBezTo>
                  <a:pt x="30" y="65"/>
                  <a:pt x="31" y="67"/>
                  <a:pt x="33" y="69"/>
                </a:cubicBezTo>
                <a:cubicBezTo>
                  <a:pt x="33" y="70"/>
                  <a:pt x="34" y="70"/>
                  <a:pt x="34" y="70"/>
                </a:cubicBezTo>
                <a:cubicBezTo>
                  <a:pt x="34" y="70"/>
                  <a:pt x="34" y="71"/>
                  <a:pt x="35" y="71"/>
                </a:cubicBezTo>
                <a:cubicBezTo>
                  <a:pt x="35" y="71"/>
                  <a:pt x="36" y="72"/>
                  <a:pt x="36" y="72"/>
                </a:cubicBezTo>
                <a:cubicBezTo>
                  <a:pt x="37" y="72"/>
                  <a:pt x="37" y="72"/>
                  <a:pt x="37" y="73"/>
                </a:cubicBezTo>
                <a:cubicBezTo>
                  <a:pt x="38" y="73"/>
                  <a:pt x="38" y="74"/>
                  <a:pt x="38" y="75"/>
                </a:cubicBezTo>
                <a:cubicBezTo>
                  <a:pt x="39" y="76"/>
                  <a:pt x="39" y="77"/>
                  <a:pt x="40" y="77"/>
                </a:cubicBezTo>
                <a:cubicBezTo>
                  <a:pt x="39" y="78"/>
                  <a:pt x="40" y="78"/>
                  <a:pt x="40" y="79"/>
                </a:cubicBezTo>
                <a:cubicBezTo>
                  <a:pt x="41" y="80"/>
                  <a:pt x="41" y="81"/>
                  <a:pt x="41" y="81"/>
                </a:cubicBezTo>
                <a:cubicBezTo>
                  <a:pt x="41" y="81"/>
                  <a:pt x="41" y="81"/>
                  <a:pt x="41" y="81"/>
                </a:cubicBezTo>
                <a:cubicBezTo>
                  <a:pt x="41" y="81"/>
                  <a:pt x="41" y="81"/>
                  <a:pt x="41" y="81"/>
                </a:cubicBezTo>
                <a:cubicBezTo>
                  <a:pt x="41" y="82"/>
                  <a:pt x="42" y="82"/>
                  <a:pt x="42" y="83"/>
                </a:cubicBezTo>
                <a:cubicBezTo>
                  <a:pt x="43" y="83"/>
                  <a:pt x="44" y="84"/>
                  <a:pt x="44" y="84"/>
                </a:cubicBezTo>
                <a:cubicBezTo>
                  <a:pt x="44" y="84"/>
                  <a:pt x="44" y="85"/>
                  <a:pt x="44" y="85"/>
                </a:cubicBezTo>
                <a:cubicBezTo>
                  <a:pt x="44" y="85"/>
                  <a:pt x="44" y="86"/>
                  <a:pt x="44" y="86"/>
                </a:cubicBezTo>
                <a:cubicBezTo>
                  <a:pt x="44" y="86"/>
                  <a:pt x="45" y="86"/>
                  <a:pt x="45" y="86"/>
                </a:cubicBezTo>
                <a:cubicBezTo>
                  <a:pt x="45" y="85"/>
                  <a:pt x="44" y="83"/>
                  <a:pt x="43" y="80"/>
                </a:cubicBezTo>
                <a:cubicBezTo>
                  <a:pt x="42" y="79"/>
                  <a:pt x="41" y="78"/>
                  <a:pt x="41" y="78"/>
                </a:cubicBezTo>
                <a:cubicBezTo>
                  <a:pt x="41" y="77"/>
                  <a:pt x="41" y="77"/>
                  <a:pt x="41" y="76"/>
                </a:cubicBezTo>
                <a:cubicBezTo>
                  <a:pt x="41" y="75"/>
                  <a:pt x="40" y="75"/>
                  <a:pt x="40" y="75"/>
                </a:cubicBezTo>
                <a:cubicBezTo>
                  <a:pt x="40" y="75"/>
                  <a:pt x="41" y="75"/>
                  <a:pt x="41" y="75"/>
                </a:cubicBezTo>
                <a:cubicBezTo>
                  <a:pt x="41" y="75"/>
                  <a:pt x="41" y="75"/>
                  <a:pt x="42" y="75"/>
                </a:cubicBezTo>
                <a:cubicBezTo>
                  <a:pt x="42" y="75"/>
                  <a:pt x="42" y="75"/>
                  <a:pt x="42" y="76"/>
                </a:cubicBezTo>
                <a:cubicBezTo>
                  <a:pt x="43" y="76"/>
                  <a:pt x="43" y="76"/>
                  <a:pt x="43" y="76"/>
                </a:cubicBezTo>
                <a:cubicBezTo>
                  <a:pt x="42" y="76"/>
                  <a:pt x="42" y="77"/>
                  <a:pt x="43" y="78"/>
                </a:cubicBezTo>
                <a:cubicBezTo>
                  <a:pt x="43" y="78"/>
                  <a:pt x="43" y="79"/>
                  <a:pt x="44" y="79"/>
                </a:cubicBezTo>
                <a:cubicBezTo>
                  <a:pt x="44" y="80"/>
                  <a:pt x="45" y="80"/>
                  <a:pt x="45" y="81"/>
                </a:cubicBezTo>
                <a:cubicBezTo>
                  <a:pt x="46" y="82"/>
                  <a:pt x="47" y="82"/>
                  <a:pt x="47" y="82"/>
                </a:cubicBezTo>
                <a:cubicBezTo>
                  <a:pt x="47" y="83"/>
                  <a:pt x="47" y="83"/>
                  <a:pt x="48" y="84"/>
                </a:cubicBezTo>
                <a:cubicBezTo>
                  <a:pt x="48" y="85"/>
                  <a:pt x="48" y="85"/>
                  <a:pt x="48" y="85"/>
                </a:cubicBezTo>
                <a:cubicBezTo>
                  <a:pt x="49" y="85"/>
                  <a:pt x="49" y="86"/>
                  <a:pt x="50" y="86"/>
                </a:cubicBezTo>
                <a:cubicBezTo>
                  <a:pt x="51" y="87"/>
                  <a:pt x="51" y="88"/>
                  <a:pt x="51" y="88"/>
                </a:cubicBezTo>
                <a:cubicBezTo>
                  <a:pt x="52" y="89"/>
                  <a:pt x="52" y="90"/>
                  <a:pt x="52" y="91"/>
                </a:cubicBezTo>
                <a:cubicBezTo>
                  <a:pt x="52" y="92"/>
                  <a:pt x="53" y="93"/>
                  <a:pt x="53" y="93"/>
                </a:cubicBezTo>
                <a:cubicBezTo>
                  <a:pt x="53" y="93"/>
                  <a:pt x="53" y="94"/>
                  <a:pt x="53" y="94"/>
                </a:cubicBezTo>
                <a:cubicBezTo>
                  <a:pt x="54" y="95"/>
                  <a:pt x="54" y="95"/>
                  <a:pt x="55" y="95"/>
                </a:cubicBezTo>
                <a:cubicBezTo>
                  <a:pt x="55" y="95"/>
                  <a:pt x="56" y="96"/>
                  <a:pt x="56" y="96"/>
                </a:cubicBezTo>
                <a:cubicBezTo>
                  <a:pt x="57" y="96"/>
                  <a:pt x="57" y="96"/>
                  <a:pt x="57" y="97"/>
                </a:cubicBezTo>
                <a:cubicBezTo>
                  <a:pt x="58" y="97"/>
                  <a:pt x="58" y="97"/>
                  <a:pt x="59" y="98"/>
                </a:cubicBezTo>
                <a:cubicBezTo>
                  <a:pt x="60" y="98"/>
                  <a:pt x="61" y="98"/>
                  <a:pt x="61" y="99"/>
                </a:cubicBezTo>
                <a:cubicBezTo>
                  <a:pt x="62" y="99"/>
                  <a:pt x="62" y="99"/>
                  <a:pt x="63" y="99"/>
                </a:cubicBezTo>
                <a:cubicBezTo>
                  <a:pt x="63" y="99"/>
                  <a:pt x="64" y="99"/>
                  <a:pt x="64" y="99"/>
                </a:cubicBezTo>
                <a:cubicBezTo>
                  <a:pt x="65" y="99"/>
                  <a:pt x="65" y="99"/>
                  <a:pt x="65" y="98"/>
                </a:cubicBezTo>
                <a:cubicBezTo>
                  <a:pt x="66" y="98"/>
                  <a:pt x="67" y="99"/>
                  <a:pt x="68" y="100"/>
                </a:cubicBezTo>
                <a:cubicBezTo>
                  <a:pt x="69" y="101"/>
                  <a:pt x="70" y="102"/>
                  <a:pt x="70" y="102"/>
                </a:cubicBezTo>
                <a:cubicBezTo>
                  <a:pt x="72" y="103"/>
                  <a:pt x="74" y="103"/>
                  <a:pt x="75" y="103"/>
                </a:cubicBezTo>
                <a:cubicBezTo>
                  <a:pt x="75" y="103"/>
                  <a:pt x="75" y="103"/>
                  <a:pt x="75" y="104"/>
                </a:cubicBezTo>
                <a:cubicBezTo>
                  <a:pt x="75" y="104"/>
                  <a:pt x="76" y="105"/>
                  <a:pt x="76" y="105"/>
                </a:cubicBezTo>
                <a:cubicBezTo>
                  <a:pt x="76" y="106"/>
                  <a:pt x="77" y="106"/>
                  <a:pt x="77" y="106"/>
                </a:cubicBezTo>
                <a:cubicBezTo>
                  <a:pt x="77" y="107"/>
                  <a:pt x="77" y="107"/>
                  <a:pt x="77" y="107"/>
                </a:cubicBezTo>
                <a:cubicBezTo>
                  <a:pt x="78" y="108"/>
                  <a:pt x="78" y="108"/>
                  <a:pt x="79" y="109"/>
                </a:cubicBezTo>
                <a:cubicBezTo>
                  <a:pt x="80" y="109"/>
                  <a:pt x="81" y="110"/>
                  <a:pt x="81" y="110"/>
                </a:cubicBezTo>
                <a:cubicBezTo>
                  <a:pt x="81" y="110"/>
                  <a:pt x="81" y="110"/>
                  <a:pt x="82" y="109"/>
                </a:cubicBezTo>
                <a:cubicBezTo>
                  <a:pt x="81" y="110"/>
                  <a:pt x="82" y="110"/>
                  <a:pt x="82" y="111"/>
                </a:cubicBezTo>
                <a:cubicBezTo>
                  <a:pt x="83" y="112"/>
                  <a:pt x="83" y="112"/>
                  <a:pt x="84" y="112"/>
                </a:cubicBezTo>
                <a:cubicBezTo>
                  <a:pt x="85" y="112"/>
                  <a:pt x="85" y="111"/>
                  <a:pt x="85" y="109"/>
                </a:cubicBezTo>
                <a:cubicBezTo>
                  <a:pt x="83" y="110"/>
                  <a:pt x="82" y="109"/>
                  <a:pt x="81" y="107"/>
                </a:cubicBezTo>
                <a:cubicBezTo>
                  <a:pt x="81" y="107"/>
                  <a:pt x="80" y="107"/>
                  <a:pt x="80" y="107"/>
                </a:cubicBezTo>
                <a:cubicBezTo>
                  <a:pt x="80" y="107"/>
                  <a:pt x="80" y="106"/>
                  <a:pt x="80" y="106"/>
                </a:cubicBezTo>
                <a:cubicBezTo>
                  <a:pt x="80" y="106"/>
                  <a:pt x="80" y="106"/>
                  <a:pt x="80" y="105"/>
                </a:cubicBezTo>
                <a:cubicBezTo>
                  <a:pt x="80" y="105"/>
                  <a:pt x="80" y="105"/>
                  <a:pt x="80" y="105"/>
                </a:cubicBezTo>
                <a:cubicBezTo>
                  <a:pt x="80" y="104"/>
                  <a:pt x="80" y="104"/>
                  <a:pt x="80" y="104"/>
                </a:cubicBezTo>
                <a:cubicBezTo>
                  <a:pt x="81" y="104"/>
                  <a:pt x="81" y="104"/>
                  <a:pt x="81" y="104"/>
                </a:cubicBezTo>
                <a:cubicBezTo>
                  <a:pt x="81" y="104"/>
                  <a:pt x="81" y="103"/>
                  <a:pt x="81" y="103"/>
                </a:cubicBezTo>
                <a:cubicBezTo>
                  <a:pt x="81" y="102"/>
                  <a:pt x="81" y="102"/>
                  <a:pt x="81" y="101"/>
                </a:cubicBezTo>
                <a:cubicBezTo>
                  <a:pt x="81" y="101"/>
                  <a:pt x="80" y="100"/>
                  <a:pt x="80" y="100"/>
                </a:cubicBezTo>
                <a:cubicBezTo>
                  <a:pt x="79" y="99"/>
                  <a:pt x="79" y="98"/>
                  <a:pt x="78" y="98"/>
                </a:cubicBezTo>
                <a:cubicBezTo>
                  <a:pt x="78" y="99"/>
                  <a:pt x="78" y="99"/>
                  <a:pt x="77" y="99"/>
                </a:cubicBezTo>
                <a:cubicBezTo>
                  <a:pt x="76" y="99"/>
                  <a:pt x="76" y="99"/>
                  <a:pt x="75" y="98"/>
                </a:cubicBezTo>
                <a:cubicBezTo>
                  <a:pt x="75" y="98"/>
                  <a:pt x="75" y="98"/>
                  <a:pt x="75" y="99"/>
                </a:cubicBezTo>
                <a:cubicBezTo>
                  <a:pt x="75" y="99"/>
                  <a:pt x="75" y="99"/>
                  <a:pt x="75" y="99"/>
                </a:cubicBezTo>
                <a:cubicBezTo>
                  <a:pt x="74" y="99"/>
                  <a:pt x="74" y="99"/>
                  <a:pt x="74" y="99"/>
                </a:cubicBezTo>
                <a:cubicBezTo>
                  <a:pt x="74" y="99"/>
                  <a:pt x="74" y="98"/>
                  <a:pt x="74" y="97"/>
                </a:cubicBezTo>
                <a:cubicBezTo>
                  <a:pt x="74" y="97"/>
                  <a:pt x="74" y="96"/>
                  <a:pt x="74" y="95"/>
                </a:cubicBezTo>
                <a:cubicBezTo>
                  <a:pt x="74" y="95"/>
                  <a:pt x="74" y="95"/>
                  <a:pt x="75" y="94"/>
                </a:cubicBezTo>
                <a:cubicBezTo>
                  <a:pt x="75" y="94"/>
                  <a:pt x="75" y="93"/>
                  <a:pt x="75" y="93"/>
                </a:cubicBezTo>
                <a:cubicBezTo>
                  <a:pt x="76" y="92"/>
                  <a:pt x="76" y="92"/>
                  <a:pt x="76" y="92"/>
                </a:cubicBezTo>
                <a:cubicBezTo>
                  <a:pt x="76" y="91"/>
                  <a:pt x="76" y="91"/>
                  <a:pt x="75" y="91"/>
                </a:cubicBezTo>
                <a:cubicBezTo>
                  <a:pt x="75" y="91"/>
                  <a:pt x="75" y="90"/>
                  <a:pt x="74" y="91"/>
                </a:cubicBezTo>
                <a:cubicBezTo>
                  <a:pt x="73" y="91"/>
                  <a:pt x="72" y="91"/>
                  <a:pt x="71" y="92"/>
                </a:cubicBezTo>
                <a:cubicBezTo>
                  <a:pt x="71" y="93"/>
                  <a:pt x="71" y="93"/>
                  <a:pt x="71" y="93"/>
                </a:cubicBezTo>
                <a:cubicBezTo>
                  <a:pt x="71" y="94"/>
                  <a:pt x="71" y="94"/>
                  <a:pt x="71" y="94"/>
                </a:cubicBezTo>
                <a:cubicBezTo>
                  <a:pt x="70" y="95"/>
                  <a:pt x="70" y="95"/>
                  <a:pt x="70" y="95"/>
                </a:cubicBezTo>
                <a:cubicBezTo>
                  <a:pt x="69" y="95"/>
                  <a:pt x="69" y="95"/>
                  <a:pt x="67" y="95"/>
                </a:cubicBezTo>
                <a:cubicBezTo>
                  <a:pt x="66" y="95"/>
                  <a:pt x="66" y="95"/>
                  <a:pt x="65" y="95"/>
                </a:cubicBezTo>
                <a:cubicBezTo>
                  <a:pt x="64" y="94"/>
                  <a:pt x="64" y="93"/>
                  <a:pt x="63" y="92"/>
                </a:cubicBezTo>
                <a:cubicBezTo>
                  <a:pt x="62" y="91"/>
                  <a:pt x="62" y="90"/>
                  <a:pt x="62" y="89"/>
                </a:cubicBezTo>
                <a:cubicBezTo>
                  <a:pt x="62" y="88"/>
                  <a:pt x="62" y="87"/>
                  <a:pt x="62" y="86"/>
                </a:cubicBezTo>
                <a:cubicBezTo>
                  <a:pt x="63" y="85"/>
                  <a:pt x="63" y="84"/>
                  <a:pt x="63" y="84"/>
                </a:cubicBezTo>
                <a:cubicBezTo>
                  <a:pt x="63" y="83"/>
                  <a:pt x="63" y="82"/>
                  <a:pt x="62" y="81"/>
                </a:cubicBezTo>
                <a:cubicBezTo>
                  <a:pt x="62" y="81"/>
                  <a:pt x="63" y="81"/>
                  <a:pt x="63" y="81"/>
                </a:cubicBezTo>
                <a:cubicBezTo>
                  <a:pt x="63" y="80"/>
                  <a:pt x="64" y="80"/>
                  <a:pt x="64" y="80"/>
                </a:cubicBezTo>
                <a:cubicBezTo>
                  <a:pt x="64" y="79"/>
                  <a:pt x="64" y="79"/>
                  <a:pt x="64" y="79"/>
                </a:cubicBezTo>
                <a:cubicBezTo>
                  <a:pt x="65" y="79"/>
                  <a:pt x="65" y="79"/>
                  <a:pt x="65" y="79"/>
                </a:cubicBezTo>
                <a:cubicBezTo>
                  <a:pt x="65" y="79"/>
                  <a:pt x="65" y="79"/>
                  <a:pt x="65" y="79"/>
                </a:cubicBezTo>
                <a:cubicBezTo>
                  <a:pt x="65" y="79"/>
                  <a:pt x="65" y="79"/>
                  <a:pt x="65" y="79"/>
                </a:cubicBezTo>
                <a:cubicBezTo>
                  <a:pt x="65" y="79"/>
                  <a:pt x="65" y="79"/>
                  <a:pt x="65" y="78"/>
                </a:cubicBezTo>
                <a:cubicBezTo>
                  <a:pt x="65" y="78"/>
                  <a:pt x="65" y="78"/>
                  <a:pt x="65" y="78"/>
                </a:cubicBezTo>
                <a:cubicBezTo>
                  <a:pt x="65" y="78"/>
                  <a:pt x="66" y="78"/>
                  <a:pt x="67" y="78"/>
                </a:cubicBezTo>
                <a:cubicBezTo>
                  <a:pt x="69" y="78"/>
                  <a:pt x="70" y="78"/>
                  <a:pt x="70" y="78"/>
                </a:cubicBezTo>
                <a:cubicBezTo>
                  <a:pt x="71" y="79"/>
                  <a:pt x="72" y="79"/>
                  <a:pt x="72" y="78"/>
                </a:cubicBezTo>
                <a:cubicBezTo>
                  <a:pt x="72" y="78"/>
                  <a:pt x="72" y="78"/>
                  <a:pt x="72" y="77"/>
                </a:cubicBezTo>
                <a:cubicBezTo>
                  <a:pt x="72" y="77"/>
                  <a:pt x="72" y="76"/>
                  <a:pt x="72" y="76"/>
                </a:cubicBezTo>
                <a:cubicBezTo>
                  <a:pt x="72" y="77"/>
                  <a:pt x="73" y="78"/>
                  <a:pt x="75" y="77"/>
                </a:cubicBezTo>
                <a:cubicBezTo>
                  <a:pt x="75" y="77"/>
                  <a:pt x="75" y="77"/>
                  <a:pt x="76" y="77"/>
                </a:cubicBezTo>
                <a:cubicBezTo>
                  <a:pt x="77" y="77"/>
                  <a:pt x="77" y="77"/>
                  <a:pt x="78" y="78"/>
                </a:cubicBezTo>
                <a:cubicBezTo>
                  <a:pt x="78" y="78"/>
                  <a:pt x="78" y="78"/>
                  <a:pt x="78" y="78"/>
                </a:cubicBezTo>
                <a:cubicBezTo>
                  <a:pt x="79" y="78"/>
                  <a:pt x="79" y="78"/>
                  <a:pt x="79" y="79"/>
                </a:cubicBezTo>
                <a:cubicBezTo>
                  <a:pt x="79" y="79"/>
                  <a:pt x="79" y="79"/>
                  <a:pt x="79" y="78"/>
                </a:cubicBezTo>
                <a:cubicBezTo>
                  <a:pt x="80" y="78"/>
                  <a:pt x="80" y="78"/>
                  <a:pt x="80" y="78"/>
                </a:cubicBezTo>
                <a:cubicBezTo>
                  <a:pt x="81" y="79"/>
                  <a:pt x="81" y="79"/>
                  <a:pt x="81" y="80"/>
                </a:cubicBezTo>
                <a:cubicBezTo>
                  <a:pt x="82" y="83"/>
                  <a:pt x="83" y="84"/>
                  <a:pt x="83" y="84"/>
                </a:cubicBezTo>
                <a:cubicBezTo>
                  <a:pt x="83" y="84"/>
                  <a:pt x="84" y="85"/>
                  <a:pt x="84" y="84"/>
                </a:cubicBezTo>
                <a:cubicBezTo>
                  <a:pt x="84" y="84"/>
                  <a:pt x="84" y="84"/>
                  <a:pt x="84" y="84"/>
                </a:cubicBezTo>
                <a:cubicBezTo>
                  <a:pt x="85" y="83"/>
                  <a:pt x="85" y="83"/>
                  <a:pt x="84" y="82"/>
                </a:cubicBezTo>
                <a:cubicBezTo>
                  <a:pt x="84" y="82"/>
                  <a:pt x="84" y="82"/>
                  <a:pt x="84" y="81"/>
                </a:cubicBezTo>
                <a:cubicBezTo>
                  <a:pt x="84" y="80"/>
                  <a:pt x="84" y="80"/>
                  <a:pt x="84" y="80"/>
                </a:cubicBezTo>
                <a:cubicBezTo>
                  <a:pt x="84" y="80"/>
                  <a:pt x="84" y="79"/>
                  <a:pt x="84" y="79"/>
                </a:cubicBezTo>
                <a:cubicBezTo>
                  <a:pt x="84" y="78"/>
                  <a:pt x="84" y="78"/>
                  <a:pt x="84" y="78"/>
                </a:cubicBezTo>
                <a:cubicBezTo>
                  <a:pt x="83" y="78"/>
                  <a:pt x="83" y="77"/>
                  <a:pt x="82" y="77"/>
                </a:cubicBezTo>
                <a:cubicBezTo>
                  <a:pt x="82" y="76"/>
                  <a:pt x="82" y="76"/>
                  <a:pt x="83" y="75"/>
                </a:cubicBezTo>
                <a:cubicBezTo>
                  <a:pt x="83" y="74"/>
                  <a:pt x="83" y="74"/>
                  <a:pt x="84" y="73"/>
                </a:cubicBezTo>
                <a:cubicBezTo>
                  <a:pt x="84" y="73"/>
                  <a:pt x="84" y="73"/>
                  <a:pt x="85" y="73"/>
                </a:cubicBezTo>
                <a:cubicBezTo>
                  <a:pt x="85" y="73"/>
                  <a:pt x="86" y="73"/>
                  <a:pt x="86" y="72"/>
                </a:cubicBezTo>
                <a:cubicBezTo>
                  <a:pt x="87" y="72"/>
                  <a:pt x="87" y="72"/>
                  <a:pt x="87" y="72"/>
                </a:cubicBezTo>
                <a:cubicBezTo>
                  <a:pt x="89" y="70"/>
                  <a:pt x="89" y="69"/>
                  <a:pt x="89" y="68"/>
                </a:cubicBezTo>
                <a:cubicBezTo>
                  <a:pt x="89" y="68"/>
                  <a:pt x="90" y="68"/>
                  <a:pt x="90" y="67"/>
                </a:cubicBezTo>
                <a:cubicBezTo>
                  <a:pt x="90" y="67"/>
                  <a:pt x="90" y="67"/>
                  <a:pt x="89" y="67"/>
                </a:cubicBezTo>
                <a:cubicBezTo>
                  <a:pt x="89" y="67"/>
                  <a:pt x="89" y="67"/>
                  <a:pt x="89" y="67"/>
                </a:cubicBezTo>
                <a:cubicBezTo>
                  <a:pt x="88" y="66"/>
                  <a:pt x="88" y="66"/>
                  <a:pt x="88" y="66"/>
                </a:cubicBezTo>
                <a:cubicBezTo>
                  <a:pt x="89" y="66"/>
                  <a:pt x="89" y="66"/>
                  <a:pt x="88" y="65"/>
                </a:cubicBezTo>
                <a:cubicBezTo>
                  <a:pt x="89" y="65"/>
                  <a:pt x="89" y="64"/>
                  <a:pt x="89" y="64"/>
                </a:cubicBezTo>
                <a:cubicBezTo>
                  <a:pt x="89" y="63"/>
                  <a:pt x="90" y="63"/>
                  <a:pt x="90" y="63"/>
                </a:cubicBezTo>
                <a:cubicBezTo>
                  <a:pt x="90" y="64"/>
                  <a:pt x="91" y="64"/>
                  <a:pt x="92" y="63"/>
                </a:cubicBezTo>
                <a:cubicBezTo>
                  <a:pt x="92" y="63"/>
                  <a:pt x="92" y="62"/>
                  <a:pt x="92" y="62"/>
                </a:cubicBezTo>
                <a:cubicBezTo>
                  <a:pt x="92" y="61"/>
                  <a:pt x="93" y="61"/>
                  <a:pt x="94" y="61"/>
                </a:cubicBezTo>
                <a:cubicBezTo>
                  <a:pt x="95" y="60"/>
                  <a:pt x="95" y="60"/>
                  <a:pt x="96" y="60"/>
                </a:cubicBezTo>
                <a:cubicBezTo>
                  <a:pt x="96" y="60"/>
                  <a:pt x="96" y="60"/>
                  <a:pt x="96" y="60"/>
                </a:cubicBezTo>
                <a:cubicBezTo>
                  <a:pt x="96" y="59"/>
                  <a:pt x="96" y="59"/>
                  <a:pt x="96" y="58"/>
                </a:cubicBezTo>
                <a:cubicBezTo>
                  <a:pt x="96" y="58"/>
                  <a:pt x="97" y="57"/>
                  <a:pt x="97" y="57"/>
                </a:cubicBezTo>
                <a:cubicBezTo>
                  <a:pt x="97" y="57"/>
                  <a:pt x="97" y="57"/>
                  <a:pt x="98" y="56"/>
                </a:cubicBezTo>
                <a:cubicBezTo>
                  <a:pt x="99" y="56"/>
                  <a:pt x="99" y="56"/>
                  <a:pt x="99" y="56"/>
                </a:cubicBezTo>
                <a:cubicBezTo>
                  <a:pt x="101" y="55"/>
                  <a:pt x="101" y="55"/>
                  <a:pt x="101" y="55"/>
                </a:cubicBezTo>
                <a:cubicBezTo>
                  <a:pt x="101" y="55"/>
                  <a:pt x="101" y="55"/>
                  <a:pt x="101" y="55"/>
                </a:cubicBezTo>
                <a:cubicBezTo>
                  <a:pt x="102" y="55"/>
                  <a:pt x="103" y="54"/>
                  <a:pt x="104" y="53"/>
                </a:cubicBezTo>
                <a:cubicBezTo>
                  <a:pt x="105" y="53"/>
                  <a:pt x="104" y="52"/>
                  <a:pt x="103" y="52"/>
                </a:cubicBezTo>
                <a:cubicBezTo>
                  <a:pt x="104" y="51"/>
                  <a:pt x="103" y="51"/>
                  <a:pt x="103" y="51"/>
                </a:cubicBezTo>
                <a:cubicBezTo>
                  <a:pt x="103" y="50"/>
                  <a:pt x="102" y="50"/>
                  <a:pt x="102" y="50"/>
                </a:cubicBezTo>
                <a:cubicBezTo>
                  <a:pt x="102" y="50"/>
                  <a:pt x="102" y="50"/>
                  <a:pt x="103" y="50"/>
                </a:cubicBezTo>
                <a:cubicBezTo>
                  <a:pt x="103" y="50"/>
                  <a:pt x="104" y="50"/>
                  <a:pt x="104" y="50"/>
                </a:cubicBezTo>
                <a:cubicBezTo>
                  <a:pt x="105" y="49"/>
                  <a:pt x="104" y="49"/>
                  <a:pt x="103" y="48"/>
                </a:cubicBezTo>
                <a:cubicBezTo>
                  <a:pt x="102" y="48"/>
                  <a:pt x="101" y="49"/>
                  <a:pt x="99" y="50"/>
                </a:cubicBezTo>
                <a:close/>
                <a:moveTo>
                  <a:pt x="84" y="133"/>
                </a:moveTo>
                <a:cubicBezTo>
                  <a:pt x="97" y="130"/>
                  <a:pt x="108" y="124"/>
                  <a:pt x="117" y="115"/>
                </a:cubicBezTo>
                <a:cubicBezTo>
                  <a:pt x="117" y="114"/>
                  <a:pt x="116" y="114"/>
                  <a:pt x="116" y="114"/>
                </a:cubicBezTo>
                <a:cubicBezTo>
                  <a:pt x="115" y="114"/>
                  <a:pt x="115" y="114"/>
                  <a:pt x="114" y="114"/>
                </a:cubicBezTo>
                <a:cubicBezTo>
                  <a:pt x="113" y="113"/>
                  <a:pt x="113" y="113"/>
                  <a:pt x="112" y="113"/>
                </a:cubicBezTo>
                <a:cubicBezTo>
                  <a:pt x="112" y="113"/>
                  <a:pt x="112" y="112"/>
                  <a:pt x="112" y="112"/>
                </a:cubicBezTo>
                <a:cubicBezTo>
                  <a:pt x="112" y="112"/>
                  <a:pt x="111" y="111"/>
                  <a:pt x="111" y="111"/>
                </a:cubicBezTo>
                <a:cubicBezTo>
                  <a:pt x="111" y="111"/>
                  <a:pt x="110" y="111"/>
                  <a:pt x="110" y="110"/>
                </a:cubicBezTo>
                <a:cubicBezTo>
                  <a:pt x="109" y="110"/>
                  <a:pt x="109" y="110"/>
                  <a:pt x="109" y="110"/>
                </a:cubicBezTo>
                <a:cubicBezTo>
                  <a:pt x="109" y="109"/>
                  <a:pt x="109" y="109"/>
                  <a:pt x="108" y="109"/>
                </a:cubicBezTo>
                <a:cubicBezTo>
                  <a:pt x="108" y="109"/>
                  <a:pt x="108" y="109"/>
                  <a:pt x="108" y="109"/>
                </a:cubicBezTo>
                <a:cubicBezTo>
                  <a:pt x="107" y="108"/>
                  <a:pt x="107" y="108"/>
                  <a:pt x="107" y="108"/>
                </a:cubicBezTo>
                <a:cubicBezTo>
                  <a:pt x="107" y="108"/>
                  <a:pt x="106" y="108"/>
                  <a:pt x="106" y="108"/>
                </a:cubicBezTo>
                <a:cubicBezTo>
                  <a:pt x="106" y="108"/>
                  <a:pt x="106" y="108"/>
                  <a:pt x="105" y="108"/>
                </a:cubicBezTo>
                <a:cubicBezTo>
                  <a:pt x="105" y="108"/>
                  <a:pt x="105" y="108"/>
                  <a:pt x="105" y="108"/>
                </a:cubicBezTo>
                <a:cubicBezTo>
                  <a:pt x="105" y="108"/>
                  <a:pt x="105" y="108"/>
                  <a:pt x="104" y="108"/>
                </a:cubicBezTo>
                <a:cubicBezTo>
                  <a:pt x="104" y="108"/>
                  <a:pt x="104" y="109"/>
                  <a:pt x="104" y="109"/>
                </a:cubicBezTo>
                <a:cubicBezTo>
                  <a:pt x="104" y="109"/>
                  <a:pt x="104" y="109"/>
                  <a:pt x="103" y="109"/>
                </a:cubicBezTo>
                <a:cubicBezTo>
                  <a:pt x="103" y="109"/>
                  <a:pt x="103" y="109"/>
                  <a:pt x="103" y="109"/>
                </a:cubicBezTo>
                <a:cubicBezTo>
                  <a:pt x="102" y="108"/>
                  <a:pt x="101" y="107"/>
                  <a:pt x="100" y="107"/>
                </a:cubicBezTo>
                <a:cubicBezTo>
                  <a:pt x="100" y="107"/>
                  <a:pt x="99" y="107"/>
                  <a:pt x="99" y="107"/>
                </a:cubicBezTo>
                <a:cubicBezTo>
                  <a:pt x="99" y="106"/>
                  <a:pt x="98" y="106"/>
                  <a:pt x="98" y="106"/>
                </a:cubicBezTo>
                <a:cubicBezTo>
                  <a:pt x="98" y="106"/>
                  <a:pt x="97" y="106"/>
                  <a:pt x="97" y="106"/>
                </a:cubicBezTo>
                <a:cubicBezTo>
                  <a:pt x="97" y="106"/>
                  <a:pt x="96" y="106"/>
                  <a:pt x="96" y="106"/>
                </a:cubicBezTo>
                <a:cubicBezTo>
                  <a:pt x="96" y="107"/>
                  <a:pt x="95" y="107"/>
                  <a:pt x="95" y="108"/>
                </a:cubicBezTo>
                <a:cubicBezTo>
                  <a:pt x="95" y="108"/>
                  <a:pt x="95" y="109"/>
                  <a:pt x="95" y="109"/>
                </a:cubicBezTo>
                <a:cubicBezTo>
                  <a:pt x="95" y="109"/>
                  <a:pt x="95" y="108"/>
                  <a:pt x="95" y="107"/>
                </a:cubicBezTo>
                <a:cubicBezTo>
                  <a:pt x="96" y="107"/>
                  <a:pt x="96" y="106"/>
                  <a:pt x="95" y="106"/>
                </a:cubicBezTo>
                <a:cubicBezTo>
                  <a:pt x="95" y="105"/>
                  <a:pt x="95" y="105"/>
                  <a:pt x="94" y="105"/>
                </a:cubicBezTo>
                <a:cubicBezTo>
                  <a:pt x="94" y="105"/>
                  <a:pt x="94" y="105"/>
                  <a:pt x="93" y="106"/>
                </a:cubicBezTo>
                <a:cubicBezTo>
                  <a:pt x="93" y="106"/>
                  <a:pt x="93" y="106"/>
                  <a:pt x="92" y="106"/>
                </a:cubicBezTo>
                <a:cubicBezTo>
                  <a:pt x="92" y="107"/>
                  <a:pt x="91" y="107"/>
                  <a:pt x="91" y="107"/>
                </a:cubicBezTo>
                <a:cubicBezTo>
                  <a:pt x="91" y="107"/>
                  <a:pt x="91" y="107"/>
                  <a:pt x="91" y="108"/>
                </a:cubicBezTo>
                <a:cubicBezTo>
                  <a:pt x="90" y="108"/>
                  <a:pt x="90" y="108"/>
                  <a:pt x="90" y="108"/>
                </a:cubicBezTo>
                <a:cubicBezTo>
                  <a:pt x="90" y="109"/>
                  <a:pt x="89" y="109"/>
                  <a:pt x="89" y="109"/>
                </a:cubicBezTo>
                <a:cubicBezTo>
                  <a:pt x="89" y="110"/>
                  <a:pt x="89" y="110"/>
                  <a:pt x="89" y="110"/>
                </a:cubicBezTo>
                <a:cubicBezTo>
                  <a:pt x="89" y="110"/>
                  <a:pt x="88" y="110"/>
                  <a:pt x="88" y="110"/>
                </a:cubicBezTo>
                <a:cubicBezTo>
                  <a:pt x="87" y="110"/>
                  <a:pt x="87" y="110"/>
                  <a:pt x="87" y="109"/>
                </a:cubicBezTo>
                <a:cubicBezTo>
                  <a:pt x="87" y="110"/>
                  <a:pt x="87" y="111"/>
                  <a:pt x="87" y="113"/>
                </a:cubicBezTo>
                <a:cubicBezTo>
                  <a:pt x="87" y="114"/>
                  <a:pt x="87" y="115"/>
                  <a:pt x="88" y="116"/>
                </a:cubicBezTo>
                <a:cubicBezTo>
                  <a:pt x="88" y="118"/>
                  <a:pt x="88" y="120"/>
                  <a:pt x="86" y="121"/>
                </a:cubicBezTo>
                <a:cubicBezTo>
                  <a:pt x="85" y="122"/>
                  <a:pt x="84" y="124"/>
                  <a:pt x="84" y="125"/>
                </a:cubicBezTo>
                <a:cubicBezTo>
                  <a:pt x="83" y="126"/>
                  <a:pt x="84" y="127"/>
                  <a:pt x="85" y="127"/>
                </a:cubicBezTo>
                <a:cubicBezTo>
                  <a:pt x="85" y="127"/>
                  <a:pt x="85" y="128"/>
                  <a:pt x="84" y="129"/>
                </a:cubicBezTo>
                <a:cubicBezTo>
                  <a:pt x="84" y="130"/>
                  <a:pt x="83" y="130"/>
                  <a:pt x="83" y="131"/>
                </a:cubicBezTo>
                <a:cubicBezTo>
                  <a:pt x="83" y="131"/>
                  <a:pt x="83" y="132"/>
                  <a:pt x="84" y="13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66" name="Freeform 168"/>
          <p:cNvSpPr>
            <a:spLocks noEditPoints="1"/>
          </p:cNvSpPr>
          <p:nvPr/>
        </p:nvSpPr>
        <p:spPr bwMode="auto">
          <a:xfrm>
            <a:off x="3263884" y="3110238"/>
            <a:ext cx="224755" cy="222593"/>
          </a:xfrm>
          <a:custGeom>
            <a:avLst/>
            <a:gdLst>
              <a:gd name="T0" fmla="*/ 96 w 156"/>
              <a:gd name="T1" fmla="*/ 88 h 156"/>
              <a:gd name="T2" fmla="*/ 31 w 156"/>
              <a:gd name="T3" fmla="*/ 152 h 156"/>
              <a:gd name="T4" fmla="*/ 23 w 156"/>
              <a:gd name="T5" fmla="*/ 156 h 156"/>
              <a:gd name="T6" fmla="*/ 14 w 156"/>
              <a:gd name="T7" fmla="*/ 152 h 156"/>
              <a:gd name="T8" fmla="*/ 4 w 156"/>
              <a:gd name="T9" fmla="*/ 142 h 156"/>
              <a:gd name="T10" fmla="*/ 0 w 156"/>
              <a:gd name="T11" fmla="*/ 133 h 156"/>
              <a:gd name="T12" fmla="*/ 4 w 156"/>
              <a:gd name="T13" fmla="*/ 125 h 156"/>
              <a:gd name="T14" fmla="*/ 68 w 156"/>
              <a:gd name="T15" fmla="*/ 60 h 156"/>
              <a:gd name="T16" fmla="*/ 79 w 156"/>
              <a:gd name="T17" fmla="*/ 77 h 156"/>
              <a:gd name="T18" fmla="*/ 96 w 156"/>
              <a:gd name="T19" fmla="*/ 88 h 156"/>
              <a:gd name="T20" fmla="*/ 33 w 156"/>
              <a:gd name="T21" fmla="*/ 132 h 156"/>
              <a:gd name="T22" fmla="*/ 35 w 156"/>
              <a:gd name="T23" fmla="*/ 127 h 156"/>
              <a:gd name="T24" fmla="*/ 33 w 156"/>
              <a:gd name="T25" fmla="*/ 123 h 156"/>
              <a:gd name="T26" fmla="*/ 29 w 156"/>
              <a:gd name="T27" fmla="*/ 121 h 156"/>
              <a:gd name="T28" fmla="*/ 25 w 156"/>
              <a:gd name="T29" fmla="*/ 123 h 156"/>
              <a:gd name="T30" fmla="*/ 23 w 156"/>
              <a:gd name="T31" fmla="*/ 127 h 156"/>
              <a:gd name="T32" fmla="*/ 25 w 156"/>
              <a:gd name="T33" fmla="*/ 132 h 156"/>
              <a:gd name="T34" fmla="*/ 29 w 156"/>
              <a:gd name="T35" fmla="*/ 133 h 156"/>
              <a:gd name="T36" fmla="*/ 33 w 156"/>
              <a:gd name="T37" fmla="*/ 132 h 156"/>
              <a:gd name="T38" fmla="*/ 156 w 156"/>
              <a:gd name="T39" fmla="*/ 47 h 156"/>
              <a:gd name="T40" fmla="*/ 153 w 156"/>
              <a:gd name="T41" fmla="*/ 57 h 156"/>
              <a:gd name="T42" fmla="*/ 138 w 156"/>
              <a:gd name="T43" fmla="*/ 77 h 156"/>
              <a:gd name="T44" fmla="*/ 113 w 156"/>
              <a:gd name="T45" fmla="*/ 85 h 156"/>
              <a:gd name="T46" fmla="*/ 84 w 156"/>
              <a:gd name="T47" fmla="*/ 73 h 156"/>
              <a:gd name="T48" fmla="*/ 71 w 156"/>
              <a:gd name="T49" fmla="*/ 43 h 156"/>
              <a:gd name="T50" fmla="*/ 84 w 156"/>
              <a:gd name="T51" fmla="*/ 13 h 156"/>
              <a:gd name="T52" fmla="*/ 113 w 156"/>
              <a:gd name="T53" fmla="*/ 0 h 156"/>
              <a:gd name="T54" fmla="*/ 125 w 156"/>
              <a:gd name="T55" fmla="*/ 2 h 156"/>
              <a:gd name="T56" fmla="*/ 135 w 156"/>
              <a:gd name="T57" fmla="*/ 6 h 156"/>
              <a:gd name="T58" fmla="*/ 137 w 156"/>
              <a:gd name="T59" fmla="*/ 9 h 156"/>
              <a:gd name="T60" fmla="*/ 135 w 156"/>
              <a:gd name="T61" fmla="*/ 12 h 156"/>
              <a:gd name="T62" fmla="*/ 107 w 156"/>
              <a:gd name="T63" fmla="*/ 28 h 156"/>
              <a:gd name="T64" fmla="*/ 107 w 156"/>
              <a:gd name="T65" fmla="*/ 49 h 156"/>
              <a:gd name="T66" fmla="*/ 126 w 156"/>
              <a:gd name="T67" fmla="*/ 59 h 156"/>
              <a:gd name="T68" fmla="*/ 133 w 156"/>
              <a:gd name="T69" fmla="*/ 54 h 156"/>
              <a:gd name="T70" fmla="*/ 146 w 156"/>
              <a:gd name="T71" fmla="*/ 47 h 156"/>
              <a:gd name="T72" fmla="*/ 153 w 156"/>
              <a:gd name="T73" fmla="*/ 43 h 156"/>
              <a:gd name="T74" fmla="*/ 155 w 156"/>
              <a:gd name="T75" fmla="*/ 44 h 156"/>
              <a:gd name="T76" fmla="*/ 156 w 156"/>
              <a:gd name="T77" fmla="*/ 47 h 1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56" h="156">
                <a:moveTo>
                  <a:pt x="96" y="88"/>
                </a:moveTo>
                <a:cubicBezTo>
                  <a:pt x="31" y="152"/>
                  <a:pt x="31" y="152"/>
                  <a:pt x="31" y="152"/>
                </a:cubicBezTo>
                <a:cubicBezTo>
                  <a:pt x="29" y="155"/>
                  <a:pt x="26" y="156"/>
                  <a:pt x="23" y="156"/>
                </a:cubicBezTo>
                <a:cubicBezTo>
                  <a:pt x="19" y="156"/>
                  <a:pt x="17" y="155"/>
                  <a:pt x="14" y="152"/>
                </a:cubicBezTo>
                <a:cubicBezTo>
                  <a:pt x="4" y="142"/>
                  <a:pt x="4" y="142"/>
                  <a:pt x="4" y="142"/>
                </a:cubicBezTo>
                <a:cubicBezTo>
                  <a:pt x="2" y="140"/>
                  <a:pt x="0" y="137"/>
                  <a:pt x="0" y="133"/>
                </a:cubicBezTo>
                <a:cubicBezTo>
                  <a:pt x="0" y="130"/>
                  <a:pt x="2" y="127"/>
                  <a:pt x="4" y="125"/>
                </a:cubicBezTo>
                <a:cubicBezTo>
                  <a:pt x="68" y="60"/>
                  <a:pt x="68" y="60"/>
                  <a:pt x="68" y="60"/>
                </a:cubicBezTo>
                <a:cubicBezTo>
                  <a:pt x="71" y="67"/>
                  <a:pt x="75" y="72"/>
                  <a:pt x="79" y="77"/>
                </a:cubicBezTo>
                <a:cubicBezTo>
                  <a:pt x="84" y="82"/>
                  <a:pt x="90" y="85"/>
                  <a:pt x="96" y="88"/>
                </a:cubicBezTo>
                <a:close/>
                <a:moveTo>
                  <a:pt x="33" y="132"/>
                </a:moveTo>
                <a:cubicBezTo>
                  <a:pt x="34" y="130"/>
                  <a:pt x="35" y="129"/>
                  <a:pt x="35" y="127"/>
                </a:cubicBezTo>
                <a:cubicBezTo>
                  <a:pt x="35" y="126"/>
                  <a:pt x="34" y="124"/>
                  <a:pt x="33" y="123"/>
                </a:cubicBezTo>
                <a:cubicBezTo>
                  <a:pt x="32" y="122"/>
                  <a:pt x="30" y="121"/>
                  <a:pt x="29" y="121"/>
                </a:cubicBezTo>
                <a:cubicBezTo>
                  <a:pt x="27" y="121"/>
                  <a:pt x="26" y="122"/>
                  <a:pt x="25" y="123"/>
                </a:cubicBezTo>
                <a:cubicBezTo>
                  <a:pt x="23" y="124"/>
                  <a:pt x="23" y="126"/>
                  <a:pt x="23" y="127"/>
                </a:cubicBezTo>
                <a:cubicBezTo>
                  <a:pt x="23" y="129"/>
                  <a:pt x="23" y="130"/>
                  <a:pt x="25" y="132"/>
                </a:cubicBezTo>
                <a:cubicBezTo>
                  <a:pt x="26" y="133"/>
                  <a:pt x="27" y="133"/>
                  <a:pt x="29" y="133"/>
                </a:cubicBezTo>
                <a:cubicBezTo>
                  <a:pt x="30" y="133"/>
                  <a:pt x="32" y="133"/>
                  <a:pt x="33" y="132"/>
                </a:cubicBezTo>
                <a:close/>
                <a:moveTo>
                  <a:pt x="156" y="47"/>
                </a:moveTo>
                <a:cubicBezTo>
                  <a:pt x="156" y="49"/>
                  <a:pt x="155" y="52"/>
                  <a:pt x="153" y="57"/>
                </a:cubicBezTo>
                <a:cubicBezTo>
                  <a:pt x="151" y="65"/>
                  <a:pt x="145" y="72"/>
                  <a:pt x="138" y="77"/>
                </a:cubicBezTo>
                <a:cubicBezTo>
                  <a:pt x="131" y="82"/>
                  <a:pt x="122" y="85"/>
                  <a:pt x="113" y="85"/>
                </a:cubicBezTo>
                <a:cubicBezTo>
                  <a:pt x="102" y="85"/>
                  <a:pt x="92" y="81"/>
                  <a:pt x="84" y="73"/>
                </a:cubicBezTo>
                <a:cubicBezTo>
                  <a:pt x="75" y="64"/>
                  <a:pt x="71" y="54"/>
                  <a:pt x="71" y="43"/>
                </a:cubicBezTo>
                <a:cubicBezTo>
                  <a:pt x="71" y="31"/>
                  <a:pt x="75" y="21"/>
                  <a:pt x="84" y="13"/>
                </a:cubicBezTo>
                <a:cubicBezTo>
                  <a:pt x="92" y="4"/>
                  <a:pt x="102" y="0"/>
                  <a:pt x="113" y="0"/>
                </a:cubicBezTo>
                <a:cubicBezTo>
                  <a:pt x="117" y="0"/>
                  <a:pt x="121" y="1"/>
                  <a:pt x="125" y="2"/>
                </a:cubicBezTo>
                <a:cubicBezTo>
                  <a:pt x="129" y="3"/>
                  <a:pt x="132" y="4"/>
                  <a:pt x="135" y="6"/>
                </a:cubicBezTo>
                <a:cubicBezTo>
                  <a:pt x="136" y="7"/>
                  <a:pt x="137" y="8"/>
                  <a:pt x="137" y="9"/>
                </a:cubicBezTo>
                <a:cubicBezTo>
                  <a:pt x="137" y="10"/>
                  <a:pt x="136" y="11"/>
                  <a:pt x="135" y="12"/>
                </a:cubicBezTo>
                <a:cubicBezTo>
                  <a:pt x="107" y="28"/>
                  <a:pt x="107" y="28"/>
                  <a:pt x="107" y="28"/>
                </a:cubicBezTo>
                <a:cubicBezTo>
                  <a:pt x="107" y="49"/>
                  <a:pt x="107" y="49"/>
                  <a:pt x="107" y="49"/>
                </a:cubicBezTo>
                <a:cubicBezTo>
                  <a:pt x="126" y="59"/>
                  <a:pt x="126" y="59"/>
                  <a:pt x="126" y="59"/>
                </a:cubicBezTo>
                <a:cubicBezTo>
                  <a:pt x="126" y="59"/>
                  <a:pt x="128" y="57"/>
                  <a:pt x="133" y="54"/>
                </a:cubicBezTo>
                <a:cubicBezTo>
                  <a:pt x="138" y="51"/>
                  <a:pt x="142" y="49"/>
                  <a:pt x="146" y="47"/>
                </a:cubicBezTo>
                <a:cubicBezTo>
                  <a:pt x="150" y="44"/>
                  <a:pt x="152" y="43"/>
                  <a:pt x="153" y="43"/>
                </a:cubicBezTo>
                <a:cubicBezTo>
                  <a:pt x="154" y="43"/>
                  <a:pt x="154" y="44"/>
                  <a:pt x="155" y="44"/>
                </a:cubicBezTo>
                <a:cubicBezTo>
                  <a:pt x="155" y="45"/>
                  <a:pt x="156" y="46"/>
                  <a:pt x="156" y="4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67" name="Freeform 169"/>
          <p:cNvSpPr>
            <a:spLocks noEditPoints="1"/>
          </p:cNvSpPr>
          <p:nvPr/>
        </p:nvSpPr>
        <p:spPr bwMode="auto">
          <a:xfrm>
            <a:off x="3546988" y="3110237"/>
            <a:ext cx="242043" cy="190176"/>
          </a:xfrm>
          <a:custGeom>
            <a:avLst/>
            <a:gdLst>
              <a:gd name="T0" fmla="*/ 169 w 169"/>
              <a:gd name="T1" fmla="*/ 6 h 133"/>
              <a:gd name="T2" fmla="*/ 169 w 169"/>
              <a:gd name="T3" fmla="*/ 31 h 133"/>
              <a:gd name="T4" fmla="*/ 167 w 169"/>
              <a:gd name="T5" fmla="*/ 35 h 133"/>
              <a:gd name="T6" fmla="*/ 163 w 169"/>
              <a:gd name="T7" fmla="*/ 37 h 133"/>
              <a:gd name="T8" fmla="*/ 6 w 169"/>
              <a:gd name="T9" fmla="*/ 37 h 133"/>
              <a:gd name="T10" fmla="*/ 1 w 169"/>
              <a:gd name="T11" fmla="*/ 35 h 133"/>
              <a:gd name="T12" fmla="*/ 0 w 169"/>
              <a:gd name="T13" fmla="*/ 31 h 133"/>
              <a:gd name="T14" fmla="*/ 0 w 169"/>
              <a:gd name="T15" fmla="*/ 6 h 133"/>
              <a:gd name="T16" fmla="*/ 1 w 169"/>
              <a:gd name="T17" fmla="*/ 2 h 133"/>
              <a:gd name="T18" fmla="*/ 6 w 169"/>
              <a:gd name="T19" fmla="*/ 0 h 133"/>
              <a:gd name="T20" fmla="*/ 163 w 169"/>
              <a:gd name="T21" fmla="*/ 0 h 133"/>
              <a:gd name="T22" fmla="*/ 167 w 169"/>
              <a:gd name="T23" fmla="*/ 2 h 133"/>
              <a:gd name="T24" fmla="*/ 169 w 169"/>
              <a:gd name="T25" fmla="*/ 6 h 133"/>
              <a:gd name="T26" fmla="*/ 169 w 169"/>
              <a:gd name="T27" fmla="*/ 55 h 133"/>
              <a:gd name="T28" fmla="*/ 169 w 169"/>
              <a:gd name="T29" fmla="*/ 79 h 133"/>
              <a:gd name="T30" fmla="*/ 167 w 169"/>
              <a:gd name="T31" fmla="*/ 83 h 133"/>
              <a:gd name="T32" fmla="*/ 163 w 169"/>
              <a:gd name="T33" fmla="*/ 85 h 133"/>
              <a:gd name="T34" fmla="*/ 6 w 169"/>
              <a:gd name="T35" fmla="*/ 85 h 133"/>
              <a:gd name="T36" fmla="*/ 1 w 169"/>
              <a:gd name="T37" fmla="*/ 83 h 133"/>
              <a:gd name="T38" fmla="*/ 0 w 169"/>
              <a:gd name="T39" fmla="*/ 79 h 133"/>
              <a:gd name="T40" fmla="*/ 0 w 169"/>
              <a:gd name="T41" fmla="*/ 55 h 133"/>
              <a:gd name="T42" fmla="*/ 1 w 169"/>
              <a:gd name="T43" fmla="*/ 51 h 133"/>
              <a:gd name="T44" fmla="*/ 6 w 169"/>
              <a:gd name="T45" fmla="*/ 49 h 133"/>
              <a:gd name="T46" fmla="*/ 163 w 169"/>
              <a:gd name="T47" fmla="*/ 49 h 133"/>
              <a:gd name="T48" fmla="*/ 167 w 169"/>
              <a:gd name="T49" fmla="*/ 51 h 133"/>
              <a:gd name="T50" fmla="*/ 169 w 169"/>
              <a:gd name="T51" fmla="*/ 55 h 133"/>
              <a:gd name="T52" fmla="*/ 169 w 169"/>
              <a:gd name="T53" fmla="*/ 103 h 133"/>
              <a:gd name="T54" fmla="*/ 169 w 169"/>
              <a:gd name="T55" fmla="*/ 127 h 133"/>
              <a:gd name="T56" fmla="*/ 167 w 169"/>
              <a:gd name="T57" fmla="*/ 132 h 133"/>
              <a:gd name="T58" fmla="*/ 163 w 169"/>
              <a:gd name="T59" fmla="*/ 133 h 133"/>
              <a:gd name="T60" fmla="*/ 6 w 169"/>
              <a:gd name="T61" fmla="*/ 133 h 133"/>
              <a:gd name="T62" fmla="*/ 1 w 169"/>
              <a:gd name="T63" fmla="*/ 132 h 133"/>
              <a:gd name="T64" fmla="*/ 0 w 169"/>
              <a:gd name="T65" fmla="*/ 127 h 133"/>
              <a:gd name="T66" fmla="*/ 0 w 169"/>
              <a:gd name="T67" fmla="*/ 103 h 133"/>
              <a:gd name="T68" fmla="*/ 1 w 169"/>
              <a:gd name="T69" fmla="*/ 99 h 133"/>
              <a:gd name="T70" fmla="*/ 6 w 169"/>
              <a:gd name="T71" fmla="*/ 97 h 133"/>
              <a:gd name="T72" fmla="*/ 163 w 169"/>
              <a:gd name="T73" fmla="*/ 97 h 133"/>
              <a:gd name="T74" fmla="*/ 167 w 169"/>
              <a:gd name="T75" fmla="*/ 99 h 133"/>
              <a:gd name="T76" fmla="*/ 169 w 169"/>
              <a:gd name="T77" fmla="*/ 103 h 133"/>
              <a:gd name="T78" fmla="*/ 60 w 169"/>
              <a:gd name="T79" fmla="*/ 73 h 133"/>
              <a:gd name="T80" fmla="*/ 157 w 169"/>
              <a:gd name="T81" fmla="*/ 73 h 133"/>
              <a:gd name="T82" fmla="*/ 157 w 169"/>
              <a:gd name="T83" fmla="*/ 61 h 133"/>
              <a:gd name="T84" fmla="*/ 60 w 169"/>
              <a:gd name="T85" fmla="*/ 61 h 133"/>
              <a:gd name="T86" fmla="*/ 60 w 169"/>
              <a:gd name="T87" fmla="*/ 73 h 133"/>
              <a:gd name="T88" fmla="*/ 96 w 169"/>
              <a:gd name="T89" fmla="*/ 121 h 133"/>
              <a:gd name="T90" fmla="*/ 157 w 169"/>
              <a:gd name="T91" fmla="*/ 121 h 133"/>
              <a:gd name="T92" fmla="*/ 157 w 169"/>
              <a:gd name="T93" fmla="*/ 109 h 133"/>
              <a:gd name="T94" fmla="*/ 96 w 169"/>
              <a:gd name="T95" fmla="*/ 109 h 133"/>
              <a:gd name="T96" fmla="*/ 96 w 169"/>
              <a:gd name="T97" fmla="*/ 121 h 133"/>
              <a:gd name="T98" fmla="*/ 121 w 169"/>
              <a:gd name="T99" fmla="*/ 25 h 133"/>
              <a:gd name="T100" fmla="*/ 157 w 169"/>
              <a:gd name="T101" fmla="*/ 25 h 133"/>
              <a:gd name="T102" fmla="*/ 157 w 169"/>
              <a:gd name="T103" fmla="*/ 12 h 133"/>
              <a:gd name="T104" fmla="*/ 121 w 169"/>
              <a:gd name="T105" fmla="*/ 12 h 133"/>
              <a:gd name="T106" fmla="*/ 121 w 169"/>
              <a:gd name="T107" fmla="*/ 25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69" h="133">
                <a:moveTo>
                  <a:pt x="169" y="6"/>
                </a:moveTo>
                <a:cubicBezTo>
                  <a:pt x="169" y="31"/>
                  <a:pt x="169" y="31"/>
                  <a:pt x="169" y="31"/>
                </a:cubicBezTo>
                <a:cubicBezTo>
                  <a:pt x="169" y="32"/>
                  <a:pt x="168" y="34"/>
                  <a:pt x="167" y="35"/>
                </a:cubicBezTo>
                <a:cubicBezTo>
                  <a:pt x="166" y="36"/>
                  <a:pt x="165" y="37"/>
                  <a:pt x="163" y="37"/>
                </a:cubicBezTo>
                <a:cubicBezTo>
                  <a:pt x="6" y="37"/>
                  <a:pt x="6" y="37"/>
                  <a:pt x="6" y="37"/>
                </a:cubicBezTo>
                <a:cubicBezTo>
                  <a:pt x="4" y="37"/>
                  <a:pt x="3" y="36"/>
                  <a:pt x="1" y="35"/>
                </a:cubicBezTo>
                <a:cubicBezTo>
                  <a:pt x="0" y="34"/>
                  <a:pt x="0" y="32"/>
                  <a:pt x="0" y="31"/>
                </a:cubicBezTo>
                <a:cubicBezTo>
                  <a:pt x="0" y="6"/>
                  <a:pt x="0" y="6"/>
                  <a:pt x="0" y="6"/>
                </a:cubicBezTo>
                <a:cubicBezTo>
                  <a:pt x="0" y="5"/>
                  <a:pt x="0" y="3"/>
                  <a:pt x="1" y="2"/>
                </a:cubicBezTo>
                <a:cubicBezTo>
                  <a:pt x="3" y="1"/>
                  <a:pt x="4" y="0"/>
                  <a:pt x="6" y="0"/>
                </a:cubicBezTo>
                <a:cubicBezTo>
                  <a:pt x="163" y="0"/>
                  <a:pt x="163" y="0"/>
                  <a:pt x="163" y="0"/>
                </a:cubicBezTo>
                <a:cubicBezTo>
                  <a:pt x="165" y="0"/>
                  <a:pt x="166" y="1"/>
                  <a:pt x="167" y="2"/>
                </a:cubicBezTo>
                <a:cubicBezTo>
                  <a:pt x="168" y="3"/>
                  <a:pt x="169" y="5"/>
                  <a:pt x="169" y="6"/>
                </a:cubicBezTo>
                <a:close/>
                <a:moveTo>
                  <a:pt x="169" y="55"/>
                </a:moveTo>
                <a:cubicBezTo>
                  <a:pt x="169" y="79"/>
                  <a:pt x="169" y="79"/>
                  <a:pt x="169" y="79"/>
                </a:cubicBezTo>
                <a:cubicBezTo>
                  <a:pt x="169" y="81"/>
                  <a:pt x="168" y="82"/>
                  <a:pt x="167" y="83"/>
                </a:cubicBezTo>
                <a:cubicBezTo>
                  <a:pt x="166" y="84"/>
                  <a:pt x="165" y="85"/>
                  <a:pt x="163" y="85"/>
                </a:cubicBezTo>
                <a:cubicBezTo>
                  <a:pt x="6" y="85"/>
                  <a:pt x="6" y="85"/>
                  <a:pt x="6" y="85"/>
                </a:cubicBezTo>
                <a:cubicBezTo>
                  <a:pt x="4" y="85"/>
                  <a:pt x="3" y="84"/>
                  <a:pt x="1" y="83"/>
                </a:cubicBezTo>
                <a:cubicBezTo>
                  <a:pt x="0" y="82"/>
                  <a:pt x="0" y="81"/>
                  <a:pt x="0" y="79"/>
                </a:cubicBezTo>
                <a:cubicBezTo>
                  <a:pt x="0" y="55"/>
                  <a:pt x="0" y="55"/>
                  <a:pt x="0" y="55"/>
                </a:cubicBezTo>
                <a:cubicBezTo>
                  <a:pt x="0" y="53"/>
                  <a:pt x="0" y="52"/>
                  <a:pt x="1" y="51"/>
                </a:cubicBezTo>
                <a:cubicBezTo>
                  <a:pt x="3" y="49"/>
                  <a:pt x="4" y="49"/>
                  <a:pt x="6" y="49"/>
                </a:cubicBezTo>
                <a:cubicBezTo>
                  <a:pt x="163" y="49"/>
                  <a:pt x="163" y="49"/>
                  <a:pt x="163" y="49"/>
                </a:cubicBezTo>
                <a:cubicBezTo>
                  <a:pt x="165" y="49"/>
                  <a:pt x="166" y="49"/>
                  <a:pt x="167" y="51"/>
                </a:cubicBezTo>
                <a:cubicBezTo>
                  <a:pt x="168" y="52"/>
                  <a:pt x="169" y="53"/>
                  <a:pt x="169" y="55"/>
                </a:cubicBezTo>
                <a:close/>
                <a:moveTo>
                  <a:pt x="169" y="103"/>
                </a:moveTo>
                <a:cubicBezTo>
                  <a:pt x="169" y="127"/>
                  <a:pt x="169" y="127"/>
                  <a:pt x="169" y="127"/>
                </a:cubicBezTo>
                <a:cubicBezTo>
                  <a:pt x="169" y="129"/>
                  <a:pt x="168" y="130"/>
                  <a:pt x="167" y="132"/>
                </a:cubicBezTo>
                <a:cubicBezTo>
                  <a:pt x="166" y="133"/>
                  <a:pt x="165" y="133"/>
                  <a:pt x="163" y="133"/>
                </a:cubicBezTo>
                <a:cubicBezTo>
                  <a:pt x="6" y="133"/>
                  <a:pt x="6" y="133"/>
                  <a:pt x="6" y="133"/>
                </a:cubicBezTo>
                <a:cubicBezTo>
                  <a:pt x="4" y="133"/>
                  <a:pt x="3" y="133"/>
                  <a:pt x="1" y="132"/>
                </a:cubicBezTo>
                <a:cubicBezTo>
                  <a:pt x="0" y="130"/>
                  <a:pt x="0" y="129"/>
                  <a:pt x="0" y="127"/>
                </a:cubicBezTo>
                <a:cubicBezTo>
                  <a:pt x="0" y="103"/>
                  <a:pt x="0" y="103"/>
                  <a:pt x="0" y="103"/>
                </a:cubicBezTo>
                <a:cubicBezTo>
                  <a:pt x="0" y="102"/>
                  <a:pt x="0" y="100"/>
                  <a:pt x="1" y="99"/>
                </a:cubicBezTo>
                <a:cubicBezTo>
                  <a:pt x="3" y="98"/>
                  <a:pt x="4" y="97"/>
                  <a:pt x="6" y="97"/>
                </a:cubicBezTo>
                <a:cubicBezTo>
                  <a:pt x="163" y="97"/>
                  <a:pt x="163" y="97"/>
                  <a:pt x="163" y="97"/>
                </a:cubicBezTo>
                <a:cubicBezTo>
                  <a:pt x="165" y="97"/>
                  <a:pt x="166" y="98"/>
                  <a:pt x="167" y="99"/>
                </a:cubicBezTo>
                <a:cubicBezTo>
                  <a:pt x="168" y="100"/>
                  <a:pt x="169" y="102"/>
                  <a:pt x="169" y="103"/>
                </a:cubicBezTo>
                <a:close/>
                <a:moveTo>
                  <a:pt x="60" y="73"/>
                </a:moveTo>
                <a:cubicBezTo>
                  <a:pt x="157" y="73"/>
                  <a:pt x="157" y="73"/>
                  <a:pt x="157" y="73"/>
                </a:cubicBezTo>
                <a:cubicBezTo>
                  <a:pt x="157" y="61"/>
                  <a:pt x="157" y="61"/>
                  <a:pt x="157" y="61"/>
                </a:cubicBezTo>
                <a:cubicBezTo>
                  <a:pt x="60" y="61"/>
                  <a:pt x="60" y="61"/>
                  <a:pt x="60" y="61"/>
                </a:cubicBezTo>
                <a:lnTo>
                  <a:pt x="60" y="73"/>
                </a:lnTo>
                <a:close/>
                <a:moveTo>
                  <a:pt x="96" y="121"/>
                </a:moveTo>
                <a:cubicBezTo>
                  <a:pt x="157" y="121"/>
                  <a:pt x="157" y="121"/>
                  <a:pt x="157" y="121"/>
                </a:cubicBezTo>
                <a:cubicBezTo>
                  <a:pt x="157" y="109"/>
                  <a:pt x="157" y="109"/>
                  <a:pt x="157" y="109"/>
                </a:cubicBezTo>
                <a:cubicBezTo>
                  <a:pt x="96" y="109"/>
                  <a:pt x="96" y="109"/>
                  <a:pt x="96" y="109"/>
                </a:cubicBezTo>
                <a:lnTo>
                  <a:pt x="96" y="121"/>
                </a:lnTo>
                <a:close/>
                <a:moveTo>
                  <a:pt x="121" y="25"/>
                </a:moveTo>
                <a:cubicBezTo>
                  <a:pt x="157" y="25"/>
                  <a:pt x="157" y="25"/>
                  <a:pt x="157" y="25"/>
                </a:cubicBezTo>
                <a:cubicBezTo>
                  <a:pt x="157" y="12"/>
                  <a:pt x="157" y="12"/>
                  <a:pt x="157" y="12"/>
                </a:cubicBezTo>
                <a:cubicBezTo>
                  <a:pt x="121" y="12"/>
                  <a:pt x="121" y="12"/>
                  <a:pt x="121" y="12"/>
                </a:cubicBezTo>
                <a:lnTo>
                  <a:pt x="121" y="2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68" name="Freeform 170"/>
          <p:cNvSpPr>
            <a:spLocks/>
          </p:cNvSpPr>
          <p:nvPr/>
        </p:nvSpPr>
        <p:spPr bwMode="auto">
          <a:xfrm>
            <a:off x="3847381" y="3127528"/>
            <a:ext cx="192337" cy="192337"/>
          </a:xfrm>
          <a:custGeom>
            <a:avLst/>
            <a:gdLst>
              <a:gd name="T0" fmla="*/ 133 w 135"/>
              <a:gd name="T1" fmla="*/ 4 h 134"/>
              <a:gd name="T2" fmla="*/ 132 w 135"/>
              <a:gd name="T3" fmla="*/ 11 h 134"/>
              <a:gd name="T4" fmla="*/ 86 w 135"/>
              <a:gd name="T5" fmla="*/ 57 h 134"/>
              <a:gd name="T6" fmla="*/ 86 w 135"/>
              <a:gd name="T7" fmla="*/ 128 h 134"/>
              <a:gd name="T8" fmla="*/ 82 w 135"/>
              <a:gd name="T9" fmla="*/ 133 h 134"/>
              <a:gd name="T10" fmla="*/ 80 w 135"/>
              <a:gd name="T11" fmla="*/ 134 h 134"/>
              <a:gd name="T12" fmla="*/ 75 w 135"/>
              <a:gd name="T13" fmla="*/ 132 h 134"/>
              <a:gd name="T14" fmla="*/ 51 w 135"/>
              <a:gd name="T15" fmla="*/ 108 h 134"/>
              <a:gd name="T16" fmla="*/ 49 w 135"/>
              <a:gd name="T17" fmla="*/ 103 h 134"/>
              <a:gd name="T18" fmla="*/ 49 w 135"/>
              <a:gd name="T19" fmla="*/ 57 h 134"/>
              <a:gd name="T20" fmla="*/ 3 w 135"/>
              <a:gd name="T21" fmla="*/ 11 h 134"/>
              <a:gd name="T22" fmla="*/ 1 w 135"/>
              <a:gd name="T23" fmla="*/ 4 h 134"/>
              <a:gd name="T24" fmla="*/ 7 w 135"/>
              <a:gd name="T25" fmla="*/ 0 h 134"/>
              <a:gd name="T26" fmla="*/ 128 w 135"/>
              <a:gd name="T27" fmla="*/ 0 h 134"/>
              <a:gd name="T28" fmla="*/ 133 w 135"/>
              <a:gd name="T29" fmla="*/ 4 h 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35" h="134">
                <a:moveTo>
                  <a:pt x="133" y="4"/>
                </a:moveTo>
                <a:cubicBezTo>
                  <a:pt x="135" y="7"/>
                  <a:pt x="134" y="9"/>
                  <a:pt x="132" y="11"/>
                </a:cubicBezTo>
                <a:cubicBezTo>
                  <a:pt x="86" y="57"/>
                  <a:pt x="86" y="57"/>
                  <a:pt x="86" y="57"/>
                </a:cubicBezTo>
                <a:cubicBezTo>
                  <a:pt x="86" y="128"/>
                  <a:pt x="86" y="128"/>
                  <a:pt x="86" y="128"/>
                </a:cubicBezTo>
                <a:cubicBezTo>
                  <a:pt x="86" y="130"/>
                  <a:pt x="84" y="132"/>
                  <a:pt x="82" y="133"/>
                </a:cubicBezTo>
                <a:cubicBezTo>
                  <a:pt x="81" y="133"/>
                  <a:pt x="80" y="134"/>
                  <a:pt x="80" y="134"/>
                </a:cubicBezTo>
                <a:cubicBezTo>
                  <a:pt x="78" y="134"/>
                  <a:pt x="76" y="133"/>
                  <a:pt x="75" y="132"/>
                </a:cubicBezTo>
                <a:cubicBezTo>
                  <a:pt x="51" y="108"/>
                  <a:pt x="51" y="108"/>
                  <a:pt x="51" y="108"/>
                </a:cubicBezTo>
                <a:cubicBezTo>
                  <a:pt x="50" y="106"/>
                  <a:pt x="49" y="105"/>
                  <a:pt x="49" y="103"/>
                </a:cubicBezTo>
                <a:cubicBezTo>
                  <a:pt x="49" y="57"/>
                  <a:pt x="49" y="57"/>
                  <a:pt x="49" y="57"/>
                </a:cubicBezTo>
                <a:cubicBezTo>
                  <a:pt x="3" y="11"/>
                  <a:pt x="3" y="11"/>
                  <a:pt x="3" y="11"/>
                </a:cubicBezTo>
                <a:cubicBezTo>
                  <a:pt x="1" y="9"/>
                  <a:pt x="0" y="7"/>
                  <a:pt x="1" y="4"/>
                </a:cubicBezTo>
                <a:cubicBezTo>
                  <a:pt x="2" y="2"/>
                  <a:pt x="4" y="0"/>
                  <a:pt x="7" y="0"/>
                </a:cubicBezTo>
                <a:cubicBezTo>
                  <a:pt x="128" y="0"/>
                  <a:pt x="128" y="0"/>
                  <a:pt x="128" y="0"/>
                </a:cubicBezTo>
                <a:cubicBezTo>
                  <a:pt x="131" y="0"/>
                  <a:pt x="132" y="2"/>
                  <a:pt x="133" y="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69" name="Freeform 171"/>
          <p:cNvSpPr>
            <a:spLocks noEditPoints="1"/>
          </p:cNvSpPr>
          <p:nvPr/>
        </p:nvSpPr>
        <p:spPr bwMode="auto">
          <a:xfrm>
            <a:off x="4098067" y="3092948"/>
            <a:ext cx="242043" cy="207464"/>
          </a:xfrm>
          <a:custGeom>
            <a:avLst/>
            <a:gdLst>
              <a:gd name="T0" fmla="*/ 169 w 169"/>
              <a:gd name="T1" fmla="*/ 40 h 145"/>
              <a:gd name="T2" fmla="*/ 169 w 169"/>
              <a:gd name="T3" fmla="*/ 76 h 145"/>
              <a:gd name="T4" fmla="*/ 0 w 169"/>
              <a:gd name="T5" fmla="*/ 76 h 145"/>
              <a:gd name="T6" fmla="*/ 0 w 169"/>
              <a:gd name="T7" fmla="*/ 40 h 145"/>
              <a:gd name="T8" fmla="*/ 4 w 169"/>
              <a:gd name="T9" fmla="*/ 29 h 145"/>
              <a:gd name="T10" fmla="*/ 15 w 169"/>
              <a:gd name="T11" fmla="*/ 24 h 145"/>
              <a:gd name="T12" fmla="*/ 48 w 169"/>
              <a:gd name="T13" fmla="*/ 24 h 145"/>
              <a:gd name="T14" fmla="*/ 48 w 169"/>
              <a:gd name="T15" fmla="*/ 9 h 145"/>
              <a:gd name="T16" fmla="*/ 51 w 169"/>
              <a:gd name="T17" fmla="*/ 3 h 145"/>
              <a:gd name="T18" fmla="*/ 57 w 169"/>
              <a:gd name="T19" fmla="*/ 0 h 145"/>
              <a:gd name="T20" fmla="*/ 112 w 169"/>
              <a:gd name="T21" fmla="*/ 0 h 145"/>
              <a:gd name="T22" fmla="*/ 118 w 169"/>
              <a:gd name="T23" fmla="*/ 3 h 145"/>
              <a:gd name="T24" fmla="*/ 121 w 169"/>
              <a:gd name="T25" fmla="*/ 9 h 145"/>
              <a:gd name="T26" fmla="*/ 121 w 169"/>
              <a:gd name="T27" fmla="*/ 24 h 145"/>
              <a:gd name="T28" fmla="*/ 154 w 169"/>
              <a:gd name="T29" fmla="*/ 24 h 145"/>
              <a:gd name="T30" fmla="*/ 165 w 169"/>
              <a:gd name="T31" fmla="*/ 29 h 145"/>
              <a:gd name="T32" fmla="*/ 169 w 169"/>
              <a:gd name="T33" fmla="*/ 40 h 145"/>
              <a:gd name="T34" fmla="*/ 169 w 169"/>
              <a:gd name="T35" fmla="*/ 85 h 145"/>
              <a:gd name="T36" fmla="*/ 169 w 169"/>
              <a:gd name="T37" fmla="*/ 130 h 145"/>
              <a:gd name="T38" fmla="*/ 165 w 169"/>
              <a:gd name="T39" fmla="*/ 141 h 145"/>
              <a:gd name="T40" fmla="*/ 154 w 169"/>
              <a:gd name="T41" fmla="*/ 145 h 145"/>
              <a:gd name="T42" fmla="*/ 15 w 169"/>
              <a:gd name="T43" fmla="*/ 145 h 145"/>
              <a:gd name="T44" fmla="*/ 4 w 169"/>
              <a:gd name="T45" fmla="*/ 141 h 145"/>
              <a:gd name="T46" fmla="*/ 0 w 169"/>
              <a:gd name="T47" fmla="*/ 130 h 145"/>
              <a:gd name="T48" fmla="*/ 0 w 169"/>
              <a:gd name="T49" fmla="*/ 85 h 145"/>
              <a:gd name="T50" fmla="*/ 63 w 169"/>
              <a:gd name="T51" fmla="*/ 85 h 145"/>
              <a:gd name="T52" fmla="*/ 63 w 169"/>
              <a:gd name="T53" fmla="*/ 100 h 145"/>
              <a:gd name="T54" fmla="*/ 65 w 169"/>
              <a:gd name="T55" fmla="*/ 104 h 145"/>
              <a:gd name="T56" fmla="*/ 69 w 169"/>
              <a:gd name="T57" fmla="*/ 106 h 145"/>
              <a:gd name="T58" fmla="*/ 100 w 169"/>
              <a:gd name="T59" fmla="*/ 106 h 145"/>
              <a:gd name="T60" fmla="*/ 104 w 169"/>
              <a:gd name="T61" fmla="*/ 104 h 145"/>
              <a:gd name="T62" fmla="*/ 106 w 169"/>
              <a:gd name="T63" fmla="*/ 100 h 145"/>
              <a:gd name="T64" fmla="*/ 106 w 169"/>
              <a:gd name="T65" fmla="*/ 85 h 145"/>
              <a:gd name="T66" fmla="*/ 169 w 169"/>
              <a:gd name="T67" fmla="*/ 85 h 145"/>
              <a:gd name="T68" fmla="*/ 60 w 169"/>
              <a:gd name="T69" fmla="*/ 24 h 145"/>
              <a:gd name="T70" fmla="*/ 109 w 169"/>
              <a:gd name="T71" fmla="*/ 24 h 145"/>
              <a:gd name="T72" fmla="*/ 109 w 169"/>
              <a:gd name="T73" fmla="*/ 12 h 145"/>
              <a:gd name="T74" fmla="*/ 60 w 169"/>
              <a:gd name="T75" fmla="*/ 12 h 145"/>
              <a:gd name="T76" fmla="*/ 60 w 169"/>
              <a:gd name="T77" fmla="*/ 24 h 145"/>
              <a:gd name="T78" fmla="*/ 97 w 169"/>
              <a:gd name="T79" fmla="*/ 85 h 145"/>
              <a:gd name="T80" fmla="*/ 97 w 169"/>
              <a:gd name="T81" fmla="*/ 97 h 145"/>
              <a:gd name="T82" fmla="*/ 72 w 169"/>
              <a:gd name="T83" fmla="*/ 97 h 145"/>
              <a:gd name="T84" fmla="*/ 72 w 169"/>
              <a:gd name="T85" fmla="*/ 85 h 145"/>
              <a:gd name="T86" fmla="*/ 97 w 169"/>
              <a:gd name="T87" fmla="*/ 85 h 1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69" h="145">
                <a:moveTo>
                  <a:pt x="169" y="40"/>
                </a:moveTo>
                <a:cubicBezTo>
                  <a:pt x="169" y="76"/>
                  <a:pt x="169" y="76"/>
                  <a:pt x="169" y="76"/>
                </a:cubicBezTo>
                <a:cubicBezTo>
                  <a:pt x="0" y="76"/>
                  <a:pt x="0" y="76"/>
                  <a:pt x="0" y="7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35"/>
                  <a:pt x="1" y="32"/>
                  <a:pt x="4" y="29"/>
                </a:cubicBezTo>
                <a:cubicBezTo>
                  <a:pt x="7" y="26"/>
                  <a:pt x="11" y="24"/>
                  <a:pt x="15" y="24"/>
                </a:cubicBezTo>
                <a:cubicBezTo>
                  <a:pt x="48" y="24"/>
                  <a:pt x="48" y="24"/>
                  <a:pt x="48" y="24"/>
                </a:cubicBezTo>
                <a:cubicBezTo>
                  <a:pt x="48" y="9"/>
                  <a:pt x="48" y="9"/>
                  <a:pt x="48" y="9"/>
                </a:cubicBezTo>
                <a:cubicBezTo>
                  <a:pt x="48" y="7"/>
                  <a:pt x="49" y="5"/>
                  <a:pt x="51" y="3"/>
                </a:cubicBezTo>
                <a:cubicBezTo>
                  <a:pt x="53" y="1"/>
                  <a:pt x="55" y="0"/>
                  <a:pt x="57" y="0"/>
                </a:cubicBezTo>
                <a:cubicBezTo>
                  <a:pt x="112" y="0"/>
                  <a:pt x="112" y="0"/>
                  <a:pt x="112" y="0"/>
                </a:cubicBezTo>
                <a:cubicBezTo>
                  <a:pt x="114" y="0"/>
                  <a:pt x="116" y="1"/>
                  <a:pt x="118" y="3"/>
                </a:cubicBezTo>
                <a:cubicBezTo>
                  <a:pt x="120" y="5"/>
                  <a:pt x="121" y="7"/>
                  <a:pt x="121" y="9"/>
                </a:cubicBezTo>
                <a:cubicBezTo>
                  <a:pt x="121" y="24"/>
                  <a:pt x="121" y="24"/>
                  <a:pt x="121" y="24"/>
                </a:cubicBezTo>
                <a:cubicBezTo>
                  <a:pt x="154" y="24"/>
                  <a:pt x="154" y="24"/>
                  <a:pt x="154" y="24"/>
                </a:cubicBezTo>
                <a:cubicBezTo>
                  <a:pt x="158" y="24"/>
                  <a:pt x="162" y="26"/>
                  <a:pt x="165" y="29"/>
                </a:cubicBezTo>
                <a:cubicBezTo>
                  <a:pt x="168" y="32"/>
                  <a:pt x="169" y="35"/>
                  <a:pt x="169" y="40"/>
                </a:cubicBezTo>
                <a:close/>
                <a:moveTo>
                  <a:pt x="169" y="85"/>
                </a:moveTo>
                <a:cubicBezTo>
                  <a:pt x="169" y="130"/>
                  <a:pt x="169" y="130"/>
                  <a:pt x="169" y="130"/>
                </a:cubicBezTo>
                <a:cubicBezTo>
                  <a:pt x="169" y="134"/>
                  <a:pt x="168" y="138"/>
                  <a:pt x="165" y="141"/>
                </a:cubicBezTo>
                <a:cubicBezTo>
                  <a:pt x="162" y="144"/>
                  <a:pt x="158" y="145"/>
                  <a:pt x="154" y="145"/>
                </a:cubicBezTo>
                <a:cubicBezTo>
                  <a:pt x="15" y="145"/>
                  <a:pt x="15" y="145"/>
                  <a:pt x="15" y="145"/>
                </a:cubicBezTo>
                <a:cubicBezTo>
                  <a:pt x="11" y="145"/>
                  <a:pt x="7" y="144"/>
                  <a:pt x="4" y="141"/>
                </a:cubicBezTo>
                <a:cubicBezTo>
                  <a:pt x="1" y="138"/>
                  <a:pt x="0" y="134"/>
                  <a:pt x="0" y="130"/>
                </a:cubicBezTo>
                <a:cubicBezTo>
                  <a:pt x="0" y="85"/>
                  <a:pt x="0" y="85"/>
                  <a:pt x="0" y="85"/>
                </a:cubicBezTo>
                <a:cubicBezTo>
                  <a:pt x="63" y="85"/>
                  <a:pt x="63" y="85"/>
                  <a:pt x="63" y="85"/>
                </a:cubicBezTo>
                <a:cubicBezTo>
                  <a:pt x="63" y="100"/>
                  <a:pt x="63" y="100"/>
                  <a:pt x="63" y="100"/>
                </a:cubicBezTo>
                <a:cubicBezTo>
                  <a:pt x="63" y="102"/>
                  <a:pt x="64" y="103"/>
                  <a:pt x="65" y="104"/>
                </a:cubicBezTo>
                <a:cubicBezTo>
                  <a:pt x="66" y="106"/>
                  <a:pt x="68" y="106"/>
                  <a:pt x="69" y="106"/>
                </a:cubicBezTo>
                <a:cubicBezTo>
                  <a:pt x="100" y="106"/>
                  <a:pt x="100" y="106"/>
                  <a:pt x="100" y="106"/>
                </a:cubicBezTo>
                <a:cubicBezTo>
                  <a:pt x="101" y="106"/>
                  <a:pt x="103" y="106"/>
                  <a:pt x="104" y="104"/>
                </a:cubicBezTo>
                <a:cubicBezTo>
                  <a:pt x="105" y="103"/>
                  <a:pt x="106" y="102"/>
                  <a:pt x="106" y="100"/>
                </a:cubicBezTo>
                <a:cubicBezTo>
                  <a:pt x="106" y="85"/>
                  <a:pt x="106" y="85"/>
                  <a:pt x="106" y="85"/>
                </a:cubicBezTo>
                <a:lnTo>
                  <a:pt x="169" y="85"/>
                </a:lnTo>
                <a:close/>
                <a:moveTo>
                  <a:pt x="60" y="24"/>
                </a:moveTo>
                <a:cubicBezTo>
                  <a:pt x="109" y="24"/>
                  <a:pt x="109" y="24"/>
                  <a:pt x="109" y="24"/>
                </a:cubicBezTo>
                <a:cubicBezTo>
                  <a:pt x="109" y="12"/>
                  <a:pt x="109" y="12"/>
                  <a:pt x="109" y="12"/>
                </a:cubicBezTo>
                <a:cubicBezTo>
                  <a:pt x="60" y="12"/>
                  <a:pt x="60" y="12"/>
                  <a:pt x="60" y="12"/>
                </a:cubicBezTo>
                <a:lnTo>
                  <a:pt x="60" y="24"/>
                </a:lnTo>
                <a:close/>
                <a:moveTo>
                  <a:pt x="97" y="85"/>
                </a:moveTo>
                <a:cubicBezTo>
                  <a:pt x="97" y="97"/>
                  <a:pt x="97" y="97"/>
                  <a:pt x="97" y="97"/>
                </a:cubicBezTo>
                <a:cubicBezTo>
                  <a:pt x="72" y="97"/>
                  <a:pt x="72" y="97"/>
                  <a:pt x="72" y="97"/>
                </a:cubicBezTo>
                <a:cubicBezTo>
                  <a:pt x="72" y="85"/>
                  <a:pt x="72" y="85"/>
                  <a:pt x="72" y="85"/>
                </a:cubicBezTo>
                <a:lnTo>
                  <a:pt x="97" y="8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70" name="Freeform 172"/>
          <p:cNvSpPr>
            <a:spLocks/>
          </p:cNvSpPr>
          <p:nvPr/>
        </p:nvSpPr>
        <p:spPr bwMode="auto">
          <a:xfrm>
            <a:off x="4398460" y="3110237"/>
            <a:ext cx="207464" cy="209627"/>
          </a:xfrm>
          <a:custGeom>
            <a:avLst/>
            <a:gdLst>
              <a:gd name="T0" fmla="*/ 121 w 145"/>
              <a:gd name="T1" fmla="*/ 39 h 146"/>
              <a:gd name="T2" fmla="*/ 88 w 145"/>
              <a:gd name="T3" fmla="*/ 73 h 146"/>
              <a:gd name="T4" fmla="*/ 121 w 145"/>
              <a:gd name="T5" fmla="*/ 107 h 146"/>
              <a:gd name="T6" fmla="*/ 135 w 145"/>
              <a:gd name="T7" fmla="*/ 93 h 146"/>
              <a:gd name="T8" fmla="*/ 142 w 145"/>
              <a:gd name="T9" fmla="*/ 92 h 146"/>
              <a:gd name="T10" fmla="*/ 145 w 145"/>
              <a:gd name="T11" fmla="*/ 97 h 146"/>
              <a:gd name="T12" fmla="*/ 145 w 145"/>
              <a:gd name="T13" fmla="*/ 140 h 146"/>
              <a:gd name="T14" fmla="*/ 143 w 145"/>
              <a:gd name="T15" fmla="*/ 144 h 146"/>
              <a:gd name="T16" fmla="*/ 139 w 145"/>
              <a:gd name="T17" fmla="*/ 146 h 146"/>
              <a:gd name="T18" fmla="*/ 97 w 145"/>
              <a:gd name="T19" fmla="*/ 146 h 146"/>
              <a:gd name="T20" fmla="*/ 91 w 145"/>
              <a:gd name="T21" fmla="*/ 142 h 146"/>
              <a:gd name="T22" fmla="*/ 93 w 145"/>
              <a:gd name="T23" fmla="*/ 135 h 146"/>
              <a:gd name="T24" fmla="*/ 106 w 145"/>
              <a:gd name="T25" fmla="*/ 122 h 146"/>
              <a:gd name="T26" fmla="*/ 73 w 145"/>
              <a:gd name="T27" fmla="*/ 88 h 146"/>
              <a:gd name="T28" fmla="*/ 39 w 145"/>
              <a:gd name="T29" fmla="*/ 122 h 146"/>
              <a:gd name="T30" fmla="*/ 53 w 145"/>
              <a:gd name="T31" fmla="*/ 135 h 146"/>
              <a:gd name="T32" fmla="*/ 54 w 145"/>
              <a:gd name="T33" fmla="*/ 142 h 146"/>
              <a:gd name="T34" fmla="*/ 48 w 145"/>
              <a:gd name="T35" fmla="*/ 146 h 146"/>
              <a:gd name="T36" fmla="*/ 6 w 145"/>
              <a:gd name="T37" fmla="*/ 146 h 146"/>
              <a:gd name="T38" fmla="*/ 2 w 145"/>
              <a:gd name="T39" fmla="*/ 144 h 146"/>
              <a:gd name="T40" fmla="*/ 0 w 145"/>
              <a:gd name="T41" fmla="*/ 140 h 146"/>
              <a:gd name="T42" fmla="*/ 0 w 145"/>
              <a:gd name="T43" fmla="*/ 97 h 146"/>
              <a:gd name="T44" fmla="*/ 4 w 145"/>
              <a:gd name="T45" fmla="*/ 92 h 146"/>
              <a:gd name="T46" fmla="*/ 10 w 145"/>
              <a:gd name="T47" fmla="*/ 93 h 146"/>
              <a:gd name="T48" fmla="*/ 24 w 145"/>
              <a:gd name="T49" fmla="*/ 107 h 146"/>
              <a:gd name="T50" fmla="*/ 57 w 145"/>
              <a:gd name="T51" fmla="*/ 73 h 146"/>
              <a:gd name="T52" fmla="*/ 24 w 145"/>
              <a:gd name="T53" fmla="*/ 39 h 146"/>
              <a:gd name="T54" fmla="*/ 10 w 145"/>
              <a:gd name="T55" fmla="*/ 53 h 146"/>
              <a:gd name="T56" fmla="*/ 6 w 145"/>
              <a:gd name="T57" fmla="*/ 55 h 146"/>
              <a:gd name="T58" fmla="*/ 4 w 145"/>
              <a:gd name="T59" fmla="*/ 54 h 146"/>
              <a:gd name="T60" fmla="*/ 0 w 145"/>
              <a:gd name="T61" fmla="*/ 49 h 146"/>
              <a:gd name="T62" fmla="*/ 0 w 145"/>
              <a:gd name="T63" fmla="*/ 6 h 146"/>
              <a:gd name="T64" fmla="*/ 2 w 145"/>
              <a:gd name="T65" fmla="*/ 2 h 146"/>
              <a:gd name="T66" fmla="*/ 6 w 145"/>
              <a:gd name="T67" fmla="*/ 0 h 146"/>
              <a:gd name="T68" fmla="*/ 48 w 145"/>
              <a:gd name="T69" fmla="*/ 0 h 146"/>
              <a:gd name="T70" fmla="*/ 54 w 145"/>
              <a:gd name="T71" fmla="*/ 4 h 146"/>
              <a:gd name="T72" fmla="*/ 53 w 145"/>
              <a:gd name="T73" fmla="*/ 11 h 146"/>
              <a:gd name="T74" fmla="*/ 39 w 145"/>
              <a:gd name="T75" fmla="*/ 24 h 146"/>
              <a:gd name="T76" fmla="*/ 73 w 145"/>
              <a:gd name="T77" fmla="*/ 58 h 146"/>
              <a:gd name="T78" fmla="*/ 106 w 145"/>
              <a:gd name="T79" fmla="*/ 24 h 146"/>
              <a:gd name="T80" fmla="*/ 93 w 145"/>
              <a:gd name="T81" fmla="*/ 11 h 146"/>
              <a:gd name="T82" fmla="*/ 91 w 145"/>
              <a:gd name="T83" fmla="*/ 4 h 146"/>
              <a:gd name="T84" fmla="*/ 97 w 145"/>
              <a:gd name="T85" fmla="*/ 0 h 146"/>
              <a:gd name="T86" fmla="*/ 139 w 145"/>
              <a:gd name="T87" fmla="*/ 0 h 146"/>
              <a:gd name="T88" fmla="*/ 143 w 145"/>
              <a:gd name="T89" fmla="*/ 2 h 146"/>
              <a:gd name="T90" fmla="*/ 145 w 145"/>
              <a:gd name="T91" fmla="*/ 6 h 146"/>
              <a:gd name="T92" fmla="*/ 145 w 145"/>
              <a:gd name="T93" fmla="*/ 49 h 146"/>
              <a:gd name="T94" fmla="*/ 142 w 145"/>
              <a:gd name="T95" fmla="*/ 54 h 146"/>
              <a:gd name="T96" fmla="*/ 139 w 145"/>
              <a:gd name="T97" fmla="*/ 55 h 146"/>
              <a:gd name="T98" fmla="*/ 135 w 145"/>
              <a:gd name="T99" fmla="*/ 53 h 146"/>
              <a:gd name="T100" fmla="*/ 121 w 145"/>
              <a:gd name="T101" fmla="*/ 39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45" h="146">
                <a:moveTo>
                  <a:pt x="121" y="39"/>
                </a:moveTo>
                <a:cubicBezTo>
                  <a:pt x="88" y="73"/>
                  <a:pt x="88" y="73"/>
                  <a:pt x="88" y="73"/>
                </a:cubicBezTo>
                <a:cubicBezTo>
                  <a:pt x="121" y="107"/>
                  <a:pt x="121" y="107"/>
                  <a:pt x="121" y="107"/>
                </a:cubicBezTo>
                <a:cubicBezTo>
                  <a:pt x="135" y="93"/>
                  <a:pt x="135" y="93"/>
                  <a:pt x="135" y="93"/>
                </a:cubicBezTo>
                <a:cubicBezTo>
                  <a:pt x="137" y="91"/>
                  <a:pt x="139" y="90"/>
                  <a:pt x="142" y="92"/>
                </a:cubicBezTo>
                <a:cubicBezTo>
                  <a:pt x="144" y="93"/>
                  <a:pt x="145" y="94"/>
                  <a:pt x="145" y="97"/>
                </a:cubicBezTo>
                <a:cubicBezTo>
                  <a:pt x="145" y="140"/>
                  <a:pt x="145" y="140"/>
                  <a:pt x="145" y="140"/>
                </a:cubicBezTo>
                <a:cubicBezTo>
                  <a:pt x="145" y="141"/>
                  <a:pt x="145" y="143"/>
                  <a:pt x="143" y="144"/>
                </a:cubicBezTo>
                <a:cubicBezTo>
                  <a:pt x="142" y="145"/>
                  <a:pt x="141" y="146"/>
                  <a:pt x="139" y="146"/>
                </a:cubicBezTo>
                <a:cubicBezTo>
                  <a:pt x="97" y="146"/>
                  <a:pt x="97" y="146"/>
                  <a:pt x="97" y="146"/>
                </a:cubicBezTo>
                <a:cubicBezTo>
                  <a:pt x="94" y="146"/>
                  <a:pt x="92" y="144"/>
                  <a:pt x="91" y="142"/>
                </a:cubicBezTo>
                <a:cubicBezTo>
                  <a:pt x="90" y="139"/>
                  <a:pt x="91" y="137"/>
                  <a:pt x="93" y="135"/>
                </a:cubicBezTo>
                <a:cubicBezTo>
                  <a:pt x="106" y="122"/>
                  <a:pt x="106" y="122"/>
                  <a:pt x="106" y="122"/>
                </a:cubicBezTo>
                <a:cubicBezTo>
                  <a:pt x="73" y="88"/>
                  <a:pt x="73" y="88"/>
                  <a:pt x="73" y="88"/>
                </a:cubicBezTo>
                <a:cubicBezTo>
                  <a:pt x="39" y="122"/>
                  <a:pt x="39" y="122"/>
                  <a:pt x="39" y="122"/>
                </a:cubicBezTo>
                <a:cubicBezTo>
                  <a:pt x="53" y="135"/>
                  <a:pt x="53" y="135"/>
                  <a:pt x="53" y="135"/>
                </a:cubicBezTo>
                <a:cubicBezTo>
                  <a:pt x="55" y="137"/>
                  <a:pt x="55" y="139"/>
                  <a:pt x="54" y="142"/>
                </a:cubicBezTo>
                <a:cubicBezTo>
                  <a:pt x="53" y="144"/>
                  <a:pt x="51" y="146"/>
                  <a:pt x="48" y="146"/>
                </a:cubicBezTo>
                <a:cubicBezTo>
                  <a:pt x="6" y="146"/>
                  <a:pt x="6" y="146"/>
                  <a:pt x="6" y="146"/>
                </a:cubicBezTo>
                <a:cubicBezTo>
                  <a:pt x="4" y="146"/>
                  <a:pt x="3" y="145"/>
                  <a:pt x="2" y="144"/>
                </a:cubicBezTo>
                <a:cubicBezTo>
                  <a:pt x="1" y="143"/>
                  <a:pt x="0" y="141"/>
                  <a:pt x="0" y="140"/>
                </a:cubicBezTo>
                <a:cubicBezTo>
                  <a:pt x="0" y="97"/>
                  <a:pt x="0" y="97"/>
                  <a:pt x="0" y="97"/>
                </a:cubicBezTo>
                <a:cubicBezTo>
                  <a:pt x="0" y="94"/>
                  <a:pt x="1" y="93"/>
                  <a:pt x="4" y="92"/>
                </a:cubicBezTo>
                <a:cubicBezTo>
                  <a:pt x="6" y="90"/>
                  <a:pt x="8" y="91"/>
                  <a:pt x="10" y="93"/>
                </a:cubicBezTo>
                <a:cubicBezTo>
                  <a:pt x="24" y="107"/>
                  <a:pt x="24" y="107"/>
                  <a:pt x="24" y="107"/>
                </a:cubicBezTo>
                <a:cubicBezTo>
                  <a:pt x="57" y="73"/>
                  <a:pt x="57" y="73"/>
                  <a:pt x="57" y="73"/>
                </a:cubicBezTo>
                <a:cubicBezTo>
                  <a:pt x="24" y="39"/>
                  <a:pt x="24" y="39"/>
                  <a:pt x="24" y="39"/>
                </a:cubicBezTo>
                <a:cubicBezTo>
                  <a:pt x="10" y="53"/>
                  <a:pt x="10" y="53"/>
                  <a:pt x="10" y="53"/>
                </a:cubicBezTo>
                <a:cubicBezTo>
                  <a:pt x="9" y="54"/>
                  <a:pt x="8" y="55"/>
                  <a:pt x="6" y="55"/>
                </a:cubicBezTo>
                <a:cubicBezTo>
                  <a:pt x="5" y="55"/>
                  <a:pt x="5" y="55"/>
                  <a:pt x="4" y="54"/>
                </a:cubicBezTo>
                <a:cubicBezTo>
                  <a:pt x="1" y="53"/>
                  <a:pt x="0" y="51"/>
                  <a:pt x="0" y="49"/>
                </a:cubicBezTo>
                <a:cubicBezTo>
                  <a:pt x="0" y="6"/>
                  <a:pt x="0" y="6"/>
                  <a:pt x="0" y="6"/>
                </a:cubicBezTo>
                <a:cubicBezTo>
                  <a:pt x="0" y="5"/>
                  <a:pt x="1" y="3"/>
                  <a:pt x="2" y="2"/>
                </a:cubicBezTo>
                <a:cubicBezTo>
                  <a:pt x="3" y="1"/>
                  <a:pt x="4" y="0"/>
                  <a:pt x="6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51" y="0"/>
                  <a:pt x="53" y="2"/>
                  <a:pt x="54" y="4"/>
                </a:cubicBezTo>
                <a:cubicBezTo>
                  <a:pt x="55" y="7"/>
                  <a:pt x="55" y="9"/>
                  <a:pt x="53" y="11"/>
                </a:cubicBezTo>
                <a:cubicBezTo>
                  <a:pt x="39" y="24"/>
                  <a:pt x="39" y="24"/>
                  <a:pt x="39" y="24"/>
                </a:cubicBezTo>
                <a:cubicBezTo>
                  <a:pt x="73" y="58"/>
                  <a:pt x="73" y="58"/>
                  <a:pt x="73" y="58"/>
                </a:cubicBezTo>
                <a:cubicBezTo>
                  <a:pt x="106" y="24"/>
                  <a:pt x="106" y="24"/>
                  <a:pt x="106" y="24"/>
                </a:cubicBezTo>
                <a:cubicBezTo>
                  <a:pt x="93" y="11"/>
                  <a:pt x="93" y="11"/>
                  <a:pt x="93" y="11"/>
                </a:cubicBezTo>
                <a:cubicBezTo>
                  <a:pt x="91" y="9"/>
                  <a:pt x="90" y="7"/>
                  <a:pt x="91" y="4"/>
                </a:cubicBezTo>
                <a:cubicBezTo>
                  <a:pt x="92" y="2"/>
                  <a:pt x="94" y="0"/>
                  <a:pt x="97" y="0"/>
                </a:cubicBezTo>
                <a:cubicBezTo>
                  <a:pt x="139" y="0"/>
                  <a:pt x="139" y="0"/>
                  <a:pt x="139" y="0"/>
                </a:cubicBezTo>
                <a:cubicBezTo>
                  <a:pt x="141" y="0"/>
                  <a:pt x="142" y="1"/>
                  <a:pt x="143" y="2"/>
                </a:cubicBezTo>
                <a:cubicBezTo>
                  <a:pt x="145" y="3"/>
                  <a:pt x="145" y="5"/>
                  <a:pt x="145" y="6"/>
                </a:cubicBezTo>
                <a:cubicBezTo>
                  <a:pt x="145" y="49"/>
                  <a:pt x="145" y="49"/>
                  <a:pt x="145" y="49"/>
                </a:cubicBezTo>
                <a:cubicBezTo>
                  <a:pt x="145" y="51"/>
                  <a:pt x="144" y="53"/>
                  <a:pt x="142" y="54"/>
                </a:cubicBezTo>
                <a:cubicBezTo>
                  <a:pt x="141" y="55"/>
                  <a:pt x="140" y="55"/>
                  <a:pt x="139" y="55"/>
                </a:cubicBezTo>
                <a:cubicBezTo>
                  <a:pt x="138" y="55"/>
                  <a:pt x="136" y="54"/>
                  <a:pt x="135" y="53"/>
                </a:cubicBezTo>
                <a:lnTo>
                  <a:pt x="121" y="3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71" name="Freeform 173"/>
          <p:cNvSpPr>
            <a:spLocks noEditPoints="1"/>
          </p:cNvSpPr>
          <p:nvPr/>
        </p:nvSpPr>
        <p:spPr bwMode="auto">
          <a:xfrm>
            <a:off x="4664274" y="3092949"/>
            <a:ext cx="261492" cy="244204"/>
          </a:xfrm>
          <a:custGeom>
            <a:avLst/>
            <a:gdLst>
              <a:gd name="T0" fmla="*/ 31 w 182"/>
              <a:gd name="T1" fmla="*/ 97 h 170"/>
              <a:gd name="T2" fmla="*/ 5 w 182"/>
              <a:gd name="T3" fmla="*/ 93 h 170"/>
              <a:gd name="T4" fmla="*/ 12 w 182"/>
              <a:gd name="T5" fmla="*/ 49 h 170"/>
              <a:gd name="T6" fmla="*/ 25 w 182"/>
              <a:gd name="T7" fmla="*/ 55 h 170"/>
              <a:gd name="T8" fmla="*/ 49 w 182"/>
              <a:gd name="T9" fmla="*/ 54 h 170"/>
              <a:gd name="T10" fmla="*/ 56 w 182"/>
              <a:gd name="T11" fmla="*/ 85 h 170"/>
              <a:gd name="T12" fmla="*/ 61 w 182"/>
              <a:gd name="T13" fmla="*/ 24 h 170"/>
              <a:gd name="T14" fmla="*/ 36 w 182"/>
              <a:gd name="T15" fmla="*/ 49 h 170"/>
              <a:gd name="T16" fmla="*/ 12 w 182"/>
              <a:gd name="T17" fmla="*/ 24 h 170"/>
              <a:gd name="T18" fmla="*/ 36 w 182"/>
              <a:gd name="T19" fmla="*/ 0 h 170"/>
              <a:gd name="T20" fmla="*/ 157 w 182"/>
              <a:gd name="T21" fmla="*/ 145 h 170"/>
              <a:gd name="T22" fmla="*/ 132 w 182"/>
              <a:gd name="T23" fmla="*/ 170 h 170"/>
              <a:gd name="T24" fmla="*/ 31 w 182"/>
              <a:gd name="T25" fmla="*/ 163 h 170"/>
              <a:gd name="T26" fmla="*/ 25 w 182"/>
              <a:gd name="T27" fmla="*/ 135 h 170"/>
              <a:gd name="T28" fmla="*/ 28 w 182"/>
              <a:gd name="T29" fmla="*/ 115 h 170"/>
              <a:gd name="T30" fmla="*/ 38 w 182"/>
              <a:gd name="T31" fmla="*/ 98 h 170"/>
              <a:gd name="T32" fmla="*/ 57 w 182"/>
              <a:gd name="T33" fmla="*/ 91 h 170"/>
              <a:gd name="T34" fmla="*/ 68 w 182"/>
              <a:gd name="T35" fmla="*/ 98 h 170"/>
              <a:gd name="T36" fmla="*/ 91 w 182"/>
              <a:gd name="T37" fmla="*/ 104 h 170"/>
              <a:gd name="T38" fmla="*/ 114 w 182"/>
              <a:gd name="T39" fmla="*/ 98 h 170"/>
              <a:gd name="T40" fmla="*/ 125 w 182"/>
              <a:gd name="T41" fmla="*/ 91 h 170"/>
              <a:gd name="T42" fmla="*/ 143 w 182"/>
              <a:gd name="T43" fmla="*/ 98 h 170"/>
              <a:gd name="T44" fmla="*/ 153 w 182"/>
              <a:gd name="T45" fmla="*/ 115 h 170"/>
              <a:gd name="T46" fmla="*/ 157 w 182"/>
              <a:gd name="T47" fmla="*/ 135 h 170"/>
              <a:gd name="T48" fmla="*/ 116 w 182"/>
              <a:gd name="T49" fmla="*/ 35 h 170"/>
              <a:gd name="T50" fmla="*/ 116 w 182"/>
              <a:gd name="T51" fmla="*/ 86 h 170"/>
              <a:gd name="T52" fmla="*/ 65 w 182"/>
              <a:gd name="T53" fmla="*/ 86 h 170"/>
              <a:gd name="T54" fmla="*/ 65 w 182"/>
              <a:gd name="T55" fmla="*/ 35 h 170"/>
              <a:gd name="T56" fmla="*/ 116 w 182"/>
              <a:gd name="T57" fmla="*/ 35 h 170"/>
              <a:gd name="T58" fmla="*/ 169 w 182"/>
              <a:gd name="T59" fmla="*/ 24 h 170"/>
              <a:gd name="T60" fmla="*/ 145 w 182"/>
              <a:gd name="T61" fmla="*/ 49 h 170"/>
              <a:gd name="T62" fmla="*/ 121 w 182"/>
              <a:gd name="T63" fmla="*/ 24 h 170"/>
              <a:gd name="T64" fmla="*/ 145 w 182"/>
              <a:gd name="T65" fmla="*/ 0 h 170"/>
              <a:gd name="T66" fmla="*/ 182 w 182"/>
              <a:gd name="T67" fmla="*/ 82 h 170"/>
              <a:gd name="T68" fmla="*/ 163 w 182"/>
              <a:gd name="T69" fmla="*/ 97 h 170"/>
              <a:gd name="T70" fmla="*/ 125 w 182"/>
              <a:gd name="T71" fmla="*/ 85 h 170"/>
              <a:gd name="T72" fmla="*/ 133 w 182"/>
              <a:gd name="T73" fmla="*/ 54 h 170"/>
              <a:gd name="T74" fmla="*/ 156 w 182"/>
              <a:gd name="T75" fmla="*/ 55 h 170"/>
              <a:gd name="T76" fmla="*/ 170 w 182"/>
              <a:gd name="T77" fmla="*/ 49 h 1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82" h="170">
                <a:moveTo>
                  <a:pt x="56" y="85"/>
                </a:moveTo>
                <a:cubicBezTo>
                  <a:pt x="46" y="85"/>
                  <a:pt x="37" y="89"/>
                  <a:pt x="31" y="97"/>
                </a:cubicBezTo>
                <a:cubicBezTo>
                  <a:pt x="18" y="97"/>
                  <a:pt x="18" y="97"/>
                  <a:pt x="18" y="97"/>
                </a:cubicBezTo>
                <a:cubicBezTo>
                  <a:pt x="13" y="97"/>
                  <a:pt x="9" y="96"/>
                  <a:pt x="5" y="93"/>
                </a:cubicBezTo>
                <a:cubicBezTo>
                  <a:pt x="2" y="91"/>
                  <a:pt x="0" y="87"/>
                  <a:pt x="0" y="82"/>
                </a:cubicBezTo>
                <a:cubicBezTo>
                  <a:pt x="0" y="60"/>
                  <a:pt x="4" y="49"/>
                  <a:pt x="12" y="49"/>
                </a:cubicBezTo>
                <a:cubicBezTo>
                  <a:pt x="12" y="49"/>
                  <a:pt x="13" y="49"/>
                  <a:pt x="16" y="51"/>
                </a:cubicBezTo>
                <a:cubicBezTo>
                  <a:pt x="18" y="52"/>
                  <a:pt x="21" y="53"/>
                  <a:pt x="25" y="55"/>
                </a:cubicBezTo>
                <a:cubicBezTo>
                  <a:pt x="29" y="56"/>
                  <a:pt x="33" y="57"/>
                  <a:pt x="36" y="57"/>
                </a:cubicBezTo>
                <a:cubicBezTo>
                  <a:pt x="41" y="57"/>
                  <a:pt x="45" y="56"/>
                  <a:pt x="49" y="54"/>
                </a:cubicBezTo>
                <a:cubicBezTo>
                  <a:pt x="49" y="57"/>
                  <a:pt x="48" y="59"/>
                  <a:pt x="48" y="61"/>
                </a:cubicBezTo>
                <a:cubicBezTo>
                  <a:pt x="48" y="69"/>
                  <a:pt x="51" y="78"/>
                  <a:pt x="56" y="85"/>
                </a:cubicBezTo>
                <a:close/>
                <a:moveTo>
                  <a:pt x="53" y="7"/>
                </a:moveTo>
                <a:cubicBezTo>
                  <a:pt x="58" y="12"/>
                  <a:pt x="61" y="18"/>
                  <a:pt x="61" y="24"/>
                </a:cubicBezTo>
                <a:cubicBezTo>
                  <a:pt x="61" y="31"/>
                  <a:pt x="58" y="37"/>
                  <a:pt x="53" y="42"/>
                </a:cubicBezTo>
                <a:cubicBezTo>
                  <a:pt x="49" y="46"/>
                  <a:pt x="43" y="49"/>
                  <a:pt x="36" y="49"/>
                </a:cubicBezTo>
                <a:cubicBezTo>
                  <a:pt x="30" y="49"/>
                  <a:pt x="24" y="46"/>
                  <a:pt x="19" y="42"/>
                </a:cubicBezTo>
                <a:cubicBezTo>
                  <a:pt x="14" y="37"/>
                  <a:pt x="12" y="31"/>
                  <a:pt x="12" y="24"/>
                </a:cubicBezTo>
                <a:cubicBezTo>
                  <a:pt x="12" y="18"/>
                  <a:pt x="14" y="12"/>
                  <a:pt x="19" y="7"/>
                </a:cubicBezTo>
                <a:cubicBezTo>
                  <a:pt x="24" y="3"/>
                  <a:pt x="30" y="0"/>
                  <a:pt x="36" y="0"/>
                </a:cubicBezTo>
                <a:cubicBezTo>
                  <a:pt x="43" y="0"/>
                  <a:pt x="49" y="3"/>
                  <a:pt x="53" y="7"/>
                </a:cubicBezTo>
                <a:close/>
                <a:moveTo>
                  <a:pt x="157" y="145"/>
                </a:moveTo>
                <a:cubicBezTo>
                  <a:pt x="157" y="153"/>
                  <a:pt x="155" y="159"/>
                  <a:pt x="150" y="163"/>
                </a:cubicBezTo>
                <a:cubicBezTo>
                  <a:pt x="146" y="167"/>
                  <a:pt x="140" y="170"/>
                  <a:pt x="132" y="170"/>
                </a:cubicBezTo>
                <a:cubicBezTo>
                  <a:pt x="49" y="170"/>
                  <a:pt x="49" y="170"/>
                  <a:pt x="49" y="170"/>
                </a:cubicBezTo>
                <a:cubicBezTo>
                  <a:pt x="42" y="170"/>
                  <a:pt x="36" y="167"/>
                  <a:pt x="31" y="163"/>
                </a:cubicBezTo>
                <a:cubicBezTo>
                  <a:pt x="26" y="159"/>
                  <a:pt x="24" y="153"/>
                  <a:pt x="24" y="145"/>
                </a:cubicBezTo>
                <a:cubicBezTo>
                  <a:pt x="24" y="142"/>
                  <a:pt x="24" y="139"/>
                  <a:pt x="25" y="135"/>
                </a:cubicBezTo>
                <a:cubicBezTo>
                  <a:pt x="25" y="132"/>
                  <a:pt x="25" y="129"/>
                  <a:pt x="26" y="125"/>
                </a:cubicBezTo>
                <a:cubicBezTo>
                  <a:pt x="27" y="121"/>
                  <a:pt x="27" y="118"/>
                  <a:pt x="28" y="115"/>
                </a:cubicBezTo>
                <a:cubicBezTo>
                  <a:pt x="29" y="112"/>
                  <a:pt x="31" y="109"/>
                  <a:pt x="32" y="106"/>
                </a:cubicBezTo>
                <a:cubicBezTo>
                  <a:pt x="34" y="103"/>
                  <a:pt x="36" y="100"/>
                  <a:pt x="38" y="98"/>
                </a:cubicBezTo>
                <a:cubicBezTo>
                  <a:pt x="40" y="96"/>
                  <a:pt x="43" y="94"/>
                  <a:pt x="46" y="93"/>
                </a:cubicBezTo>
                <a:cubicBezTo>
                  <a:pt x="50" y="92"/>
                  <a:pt x="53" y="91"/>
                  <a:pt x="57" y="91"/>
                </a:cubicBezTo>
                <a:cubicBezTo>
                  <a:pt x="58" y="91"/>
                  <a:pt x="59" y="92"/>
                  <a:pt x="61" y="93"/>
                </a:cubicBezTo>
                <a:cubicBezTo>
                  <a:pt x="63" y="94"/>
                  <a:pt x="65" y="96"/>
                  <a:pt x="68" y="98"/>
                </a:cubicBezTo>
                <a:cubicBezTo>
                  <a:pt x="70" y="99"/>
                  <a:pt x="74" y="101"/>
                  <a:pt x="78" y="102"/>
                </a:cubicBezTo>
                <a:cubicBezTo>
                  <a:pt x="82" y="103"/>
                  <a:pt x="86" y="104"/>
                  <a:pt x="91" y="104"/>
                </a:cubicBezTo>
                <a:cubicBezTo>
                  <a:pt x="95" y="104"/>
                  <a:pt x="99" y="103"/>
                  <a:pt x="104" y="102"/>
                </a:cubicBezTo>
                <a:cubicBezTo>
                  <a:pt x="108" y="101"/>
                  <a:pt x="111" y="99"/>
                  <a:pt x="114" y="98"/>
                </a:cubicBezTo>
                <a:cubicBezTo>
                  <a:pt x="116" y="96"/>
                  <a:pt x="118" y="94"/>
                  <a:pt x="121" y="93"/>
                </a:cubicBezTo>
                <a:cubicBezTo>
                  <a:pt x="123" y="92"/>
                  <a:pt x="124" y="91"/>
                  <a:pt x="125" y="91"/>
                </a:cubicBezTo>
                <a:cubicBezTo>
                  <a:pt x="128" y="91"/>
                  <a:pt x="132" y="92"/>
                  <a:pt x="135" y="93"/>
                </a:cubicBezTo>
                <a:cubicBezTo>
                  <a:pt x="138" y="94"/>
                  <a:pt x="141" y="96"/>
                  <a:pt x="143" y="98"/>
                </a:cubicBezTo>
                <a:cubicBezTo>
                  <a:pt x="145" y="100"/>
                  <a:pt x="147" y="103"/>
                  <a:pt x="149" y="106"/>
                </a:cubicBezTo>
                <a:cubicBezTo>
                  <a:pt x="151" y="109"/>
                  <a:pt x="152" y="112"/>
                  <a:pt x="153" y="115"/>
                </a:cubicBezTo>
                <a:cubicBezTo>
                  <a:pt x="154" y="118"/>
                  <a:pt x="155" y="121"/>
                  <a:pt x="156" y="125"/>
                </a:cubicBezTo>
                <a:cubicBezTo>
                  <a:pt x="156" y="129"/>
                  <a:pt x="157" y="132"/>
                  <a:pt x="157" y="135"/>
                </a:cubicBezTo>
                <a:cubicBezTo>
                  <a:pt x="157" y="139"/>
                  <a:pt x="157" y="142"/>
                  <a:pt x="157" y="145"/>
                </a:cubicBezTo>
                <a:close/>
                <a:moveTo>
                  <a:pt x="116" y="35"/>
                </a:moveTo>
                <a:cubicBezTo>
                  <a:pt x="124" y="42"/>
                  <a:pt x="127" y="51"/>
                  <a:pt x="127" y="61"/>
                </a:cubicBezTo>
                <a:cubicBezTo>
                  <a:pt x="127" y="71"/>
                  <a:pt x="124" y="79"/>
                  <a:pt x="116" y="86"/>
                </a:cubicBezTo>
                <a:cubicBezTo>
                  <a:pt x="109" y="93"/>
                  <a:pt x="101" y="97"/>
                  <a:pt x="91" y="97"/>
                </a:cubicBezTo>
                <a:cubicBezTo>
                  <a:pt x="81" y="97"/>
                  <a:pt x="72" y="93"/>
                  <a:pt x="65" y="86"/>
                </a:cubicBezTo>
                <a:cubicBezTo>
                  <a:pt x="58" y="79"/>
                  <a:pt x="54" y="71"/>
                  <a:pt x="54" y="61"/>
                </a:cubicBezTo>
                <a:cubicBezTo>
                  <a:pt x="54" y="51"/>
                  <a:pt x="58" y="42"/>
                  <a:pt x="65" y="35"/>
                </a:cubicBezTo>
                <a:cubicBezTo>
                  <a:pt x="72" y="28"/>
                  <a:pt x="81" y="24"/>
                  <a:pt x="91" y="24"/>
                </a:cubicBezTo>
                <a:cubicBezTo>
                  <a:pt x="101" y="24"/>
                  <a:pt x="109" y="28"/>
                  <a:pt x="116" y="35"/>
                </a:cubicBezTo>
                <a:close/>
                <a:moveTo>
                  <a:pt x="162" y="7"/>
                </a:moveTo>
                <a:cubicBezTo>
                  <a:pt x="167" y="12"/>
                  <a:pt x="169" y="18"/>
                  <a:pt x="169" y="24"/>
                </a:cubicBezTo>
                <a:cubicBezTo>
                  <a:pt x="169" y="31"/>
                  <a:pt x="167" y="37"/>
                  <a:pt x="162" y="42"/>
                </a:cubicBezTo>
                <a:cubicBezTo>
                  <a:pt x="158" y="46"/>
                  <a:pt x="152" y="49"/>
                  <a:pt x="145" y="49"/>
                </a:cubicBezTo>
                <a:cubicBezTo>
                  <a:pt x="139" y="49"/>
                  <a:pt x="133" y="46"/>
                  <a:pt x="128" y="42"/>
                </a:cubicBezTo>
                <a:cubicBezTo>
                  <a:pt x="123" y="37"/>
                  <a:pt x="121" y="31"/>
                  <a:pt x="121" y="24"/>
                </a:cubicBezTo>
                <a:cubicBezTo>
                  <a:pt x="121" y="18"/>
                  <a:pt x="123" y="12"/>
                  <a:pt x="128" y="7"/>
                </a:cubicBezTo>
                <a:cubicBezTo>
                  <a:pt x="133" y="3"/>
                  <a:pt x="139" y="0"/>
                  <a:pt x="145" y="0"/>
                </a:cubicBezTo>
                <a:cubicBezTo>
                  <a:pt x="152" y="0"/>
                  <a:pt x="158" y="3"/>
                  <a:pt x="162" y="7"/>
                </a:cubicBezTo>
                <a:close/>
                <a:moveTo>
                  <a:pt x="182" y="82"/>
                </a:moveTo>
                <a:cubicBezTo>
                  <a:pt x="182" y="87"/>
                  <a:pt x="180" y="91"/>
                  <a:pt x="176" y="93"/>
                </a:cubicBezTo>
                <a:cubicBezTo>
                  <a:pt x="173" y="96"/>
                  <a:pt x="168" y="97"/>
                  <a:pt x="163" y="97"/>
                </a:cubicBezTo>
                <a:cubicBezTo>
                  <a:pt x="151" y="97"/>
                  <a:pt x="151" y="97"/>
                  <a:pt x="151" y="97"/>
                </a:cubicBezTo>
                <a:cubicBezTo>
                  <a:pt x="144" y="89"/>
                  <a:pt x="136" y="85"/>
                  <a:pt x="125" y="85"/>
                </a:cubicBezTo>
                <a:cubicBezTo>
                  <a:pt x="131" y="78"/>
                  <a:pt x="133" y="69"/>
                  <a:pt x="133" y="61"/>
                </a:cubicBezTo>
                <a:cubicBezTo>
                  <a:pt x="133" y="59"/>
                  <a:pt x="133" y="57"/>
                  <a:pt x="133" y="54"/>
                </a:cubicBezTo>
                <a:cubicBezTo>
                  <a:pt x="137" y="56"/>
                  <a:pt x="141" y="57"/>
                  <a:pt x="145" y="57"/>
                </a:cubicBezTo>
                <a:cubicBezTo>
                  <a:pt x="149" y="57"/>
                  <a:pt x="153" y="56"/>
                  <a:pt x="156" y="55"/>
                </a:cubicBezTo>
                <a:cubicBezTo>
                  <a:pt x="160" y="53"/>
                  <a:pt x="163" y="52"/>
                  <a:pt x="166" y="51"/>
                </a:cubicBezTo>
                <a:cubicBezTo>
                  <a:pt x="168" y="49"/>
                  <a:pt x="169" y="49"/>
                  <a:pt x="170" y="49"/>
                </a:cubicBezTo>
                <a:cubicBezTo>
                  <a:pt x="178" y="49"/>
                  <a:pt x="182" y="60"/>
                  <a:pt x="182" y="8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72" name="Freeform 174"/>
          <p:cNvSpPr>
            <a:spLocks noEditPoints="1"/>
          </p:cNvSpPr>
          <p:nvPr/>
        </p:nvSpPr>
        <p:spPr bwMode="auto">
          <a:xfrm>
            <a:off x="4986277" y="3095109"/>
            <a:ext cx="220432" cy="220432"/>
          </a:xfrm>
          <a:custGeom>
            <a:avLst/>
            <a:gdLst>
              <a:gd name="T0" fmla="*/ 146 w 154"/>
              <a:gd name="T1" fmla="*/ 132 h 154"/>
              <a:gd name="T2" fmla="*/ 113 w 154"/>
              <a:gd name="T3" fmla="*/ 154 h 154"/>
              <a:gd name="T4" fmla="*/ 74 w 154"/>
              <a:gd name="T5" fmla="*/ 126 h 154"/>
              <a:gd name="T6" fmla="*/ 75 w 154"/>
              <a:gd name="T7" fmla="*/ 87 h 154"/>
              <a:gd name="T8" fmla="*/ 47 w 154"/>
              <a:gd name="T9" fmla="*/ 87 h 154"/>
              <a:gd name="T10" fmla="*/ 8 w 154"/>
              <a:gd name="T11" fmla="*/ 60 h 154"/>
              <a:gd name="T12" fmla="*/ 8 w 154"/>
              <a:gd name="T13" fmla="*/ 21 h 154"/>
              <a:gd name="T14" fmla="*/ 41 w 154"/>
              <a:gd name="T15" fmla="*/ 0 h 154"/>
              <a:gd name="T16" fmla="*/ 80 w 154"/>
              <a:gd name="T17" fmla="*/ 27 h 154"/>
              <a:gd name="T18" fmla="*/ 79 w 154"/>
              <a:gd name="T19" fmla="*/ 66 h 154"/>
              <a:gd name="T20" fmla="*/ 107 w 154"/>
              <a:gd name="T21" fmla="*/ 66 h 154"/>
              <a:gd name="T22" fmla="*/ 146 w 154"/>
              <a:gd name="T23" fmla="*/ 94 h 154"/>
              <a:gd name="T24" fmla="*/ 70 w 154"/>
              <a:gd name="T25" fmla="*/ 47 h 154"/>
              <a:gd name="T26" fmla="*/ 47 w 154"/>
              <a:gd name="T27" fmla="*/ 21 h 154"/>
              <a:gd name="T28" fmla="*/ 35 w 154"/>
              <a:gd name="T29" fmla="*/ 20 h 154"/>
              <a:gd name="T30" fmla="*/ 18 w 154"/>
              <a:gd name="T31" fmla="*/ 41 h 154"/>
              <a:gd name="T32" fmla="*/ 40 w 154"/>
              <a:gd name="T33" fmla="*/ 67 h 154"/>
              <a:gd name="T34" fmla="*/ 54 w 154"/>
              <a:gd name="T35" fmla="*/ 66 h 154"/>
              <a:gd name="T36" fmla="*/ 50 w 154"/>
              <a:gd name="T37" fmla="*/ 63 h 154"/>
              <a:gd name="T38" fmla="*/ 47 w 154"/>
              <a:gd name="T39" fmla="*/ 58 h 154"/>
              <a:gd name="T40" fmla="*/ 49 w 154"/>
              <a:gd name="T41" fmla="*/ 49 h 154"/>
              <a:gd name="T42" fmla="*/ 58 w 154"/>
              <a:gd name="T43" fmla="*/ 47 h 154"/>
              <a:gd name="T44" fmla="*/ 63 w 154"/>
              <a:gd name="T45" fmla="*/ 50 h 154"/>
              <a:gd name="T46" fmla="*/ 66 w 154"/>
              <a:gd name="T47" fmla="*/ 53 h 154"/>
              <a:gd name="T48" fmla="*/ 136 w 154"/>
              <a:gd name="T49" fmla="*/ 113 h 154"/>
              <a:gd name="T50" fmla="*/ 114 w 154"/>
              <a:gd name="T51" fmla="*/ 87 h 154"/>
              <a:gd name="T52" fmla="*/ 100 w 154"/>
              <a:gd name="T53" fmla="*/ 87 h 154"/>
              <a:gd name="T54" fmla="*/ 104 w 154"/>
              <a:gd name="T55" fmla="*/ 91 h 154"/>
              <a:gd name="T56" fmla="*/ 107 w 154"/>
              <a:gd name="T57" fmla="*/ 95 h 154"/>
              <a:gd name="T58" fmla="*/ 105 w 154"/>
              <a:gd name="T59" fmla="*/ 104 h 154"/>
              <a:gd name="T60" fmla="*/ 96 w 154"/>
              <a:gd name="T61" fmla="*/ 107 h 154"/>
              <a:gd name="T62" fmla="*/ 91 w 154"/>
              <a:gd name="T63" fmla="*/ 104 h 154"/>
              <a:gd name="T64" fmla="*/ 88 w 154"/>
              <a:gd name="T65" fmla="*/ 100 h 154"/>
              <a:gd name="T66" fmla="*/ 87 w 154"/>
              <a:gd name="T67" fmla="*/ 114 h 154"/>
              <a:gd name="T68" fmla="*/ 113 w 154"/>
              <a:gd name="T69" fmla="*/ 136 h 154"/>
              <a:gd name="T70" fmla="*/ 133 w 154"/>
              <a:gd name="T71" fmla="*/ 120 h 1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54" h="154">
                <a:moveTo>
                  <a:pt x="154" y="113"/>
                </a:moveTo>
                <a:cubicBezTo>
                  <a:pt x="154" y="121"/>
                  <a:pt x="151" y="127"/>
                  <a:pt x="146" y="132"/>
                </a:cubicBezTo>
                <a:cubicBezTo>
                  <a:pt x="132" y="146"/>
                  <a:pt x="132" y="146"/>
                  <a:pt x="132" y="146"/>
                </a:cubicBezTo>
                <a:cubicBezTo>
                  <a:pt x="127" y="151"/>
                  <a:pt x="121" y="154"/>
                  <a:pt x="113" y="154"/>
                </a:cubicBezTo>
                <a:cubicBezTo>
                  <a:pt x="105" y="154"/>
                  <a:pt x="99" y="151"/>
                  <a:pt x="94" y="146"/>
                </a:cubicBezTo>
                <a:cubicBezTo>
                  <a:pt x="74" y="126"/>
                  <a:pt x="74" y="126"/>
                  <a:pt x="74" y="126"/>
                </a:cubicBezTo>
                <a:cubicBezTo>
                  <a:pt x="69" y="121"/>
                  <a:pt x="66" y="115"/>
                  <a:pt x="66" y="107"/>
                </a:cubicBezTo>
                <a:cubicBezTo>
                  <a:pt x="66" y="99"/>
                  <a:pt x="69" y="93"/>
                  <a:pt x="75" y="87"/>
                </a:cubicBezTo>
                <a:cubicBezTo>
                  <a:pt x="66" y="79"/>
                  <a:pt x="66" y="79"/>
                  <a:pt x="66" y="79"/>
                </a:cubicBezTo>
                <a:cubicBezTo>
                  <a:pt x="61" y="85"/>
                  <a:pt x="54" y="87"/>
                  <a:pt x="47" y="87"/>
                </a:cubicBezTo>
                <a:cubicBezTo>
                  <a:pt x="39" y="87"/>
                  <a:pt x="33" y="85"/>
                  <a:pt x="27" y="80"/>
                </a:cubicBezTo>
                <a:cubicBezTo>
                  <a:pt x="8" y="60"/>
                  <a:pt x="8" y="60"/>
                  <a:pt x="8" y="60"/>
                </a:cubicBezTo>
                <a:cubicBezTo>
                  <a:pt x="2" y="55"/>
                  <a:pt x="0" y="48"/>
                  <a:pt x="0" y="41"/>
                </a:cubicBezTo>
                <a:cubicBezTo>
                  <a:pt x="0" y="33"/>
                  <a:pt x="3" y="27"/>
                  <a:pt x="8" y="21"/>
                </a:cubicBezTo>
                <a:cubicBezTo>
                  <a:pt x="22" y="8"/>
                  <a:pt x="22" y="8"/>
                  <a:pt x="22" y="8"/>
                </a:cubicBezTo>
                <a:cubicBezTo>
                  <a:pt x="27" y="2"/>
                  <a:pt x="33" y="0"/>
                  <a:pt x="41" y="0"/>
                </a:cubicBezTo>
                <a:cubicBezTo>
                  <a:pt x="49" y="0"/>
                  <a:pt x="55" y="2"/>
                  <a:pt x="60" y="8"/>
                </a:cubicBezTo>
                <a:cubicBezTo>
                  <a:pt x="80" y="27"/>
                  <a:pt x="80" y="27"/>
                  <a:pt x="80" y="27"/>
                </a:cubicBezTo>
                <a:cubicBezTo>
                  <a:pt x="85" y="33"/>
                  <a:pt x="88" y="39"/>
                  <a:pt x="88" y="47"/>
                </a:cubicBezTo>
                <a:cubicBezTo>
                  <a:pt x="88" y="54"/>
                  <a:pt x="85" y="61"/>
                  <a:pt x="79" y="66"/>
                </a:cubicBezTo>
                <a:cubicBezTo>
                  <a:pt x="88" y="75"/>
                  <a:pt x="88" y="75"/>
                  <a:pt x="88" y="75"/>
                </a:cubicBezTo>
                <a:cubicBezTo>
                  <a:pt x="93" y="69"/>
                  <a:pt x="100" y="66"/>
                  <a:pt x="107" y="66"/>
                </a:cubicBezTo>
                <a:cubicBezTo>
                  <a:pt x="115" y="66"/>
                  <a:pt x="121" y="69"/>
                  <a:pt x="127" y="74"/>
                </a:cubicBezTo>
                <a:cubicBezTo>
                  <a:pt x="146" y="94"/>
                  <a:pt x="146" y="94"/>
                  <a:pt x="146" y="94"/>
                </a:cubicBezTo>
                <a:cubicBezTo>
                  <a:pt x="151" y="99"/>
                  <a:pt x="154" y="106"/>
                  <a:pt x="154" y="113"/>
                </a:cubicBezTo>
                <a:close/>
                <a:moveTo>
                  <a:pt x="70" y="47"/>
                </a:moveTo>
                <a:cubicBezTo>
                  <a:pt x="70" y="44"/>
                  <a:pt x="69" y="42"/>
                  <a:pt x="67" y="40"/>
                </a:cubicBezTo>
                <a:cubicBezTo>
                  <a:pt x="47" y="21"/>
                  <a:pt x="47" y="21"/>
                  <a:pt x="47" y="21"/>
                </a:cubicBezTo>
                <a:cubicBezTo>
                  <a:pt x="46" y="19"/>
                  <a:pt x="43" y="18"/>
                  <a:pt x="41" y="18"/>
                </a:cubicBezTo>
                <a:cubicBezTo>
                  <a:pt x="39" y="18"/>
                  <a:pt x="36" y="19"/>
                  <a:pt x="35" y="20"/>
                </a:cubicBezTo>
                <a:cubicBezTo>
                  <a:pt x="21" y="34"/>
                  <a:pt x="21" y="34"/>
                  <a:pt x="21" y="34"/>
                </a:cubicBezTo>
                <a:cubicBezTo>
                  <a:pt x="19" y="36"/>
                  <a:pt x="18" y="38"/>
                  <a:pt x="18" y="41"/>
                </a:cubicBezTo>
                <a:cubicBezTo>
                  <a:pt x="18" y="43"/>
                  <a:pt x="19" y="45"/>
                  <a:pt x="21" y="47"/>
                </a:cubicBezTo>
                <a:cubicBezTo>
                  <a:pt x="40" y="67"/>
                  <a:pt x="40" y="67"/>
                  <a:pt x="40" y="67"/>
                </a:cubicBezTo>
                <a:cubicBezTo>
                  <a:pt x="42" y="68"/>
                  <a:pt x="44" y="69"/>
                  <a:pt x="47" y="69"/>
                </a:cubicBezTo>
                <a:cubicBezTo>
                  <a:pt x="49" y="69"/>
                  <a:pt x="52" y="68"/>
                  <a:pt x="54" y="66"/>
                </a:cubicBezTo>
                <a:cubicBezTo>
                  <a:pt x="53" y="66"/>
                  <a:pt x="53" y="66"/>
                  <a:pt x="52" y="65"/>
                </a:cubicBezTo>
                <a:cubicBezTo>
                  <a:pt x="51" y="64"/>
                  <a:pt x="50" y="63"/>
                  <a:pt x="50" y="63"/>
                </a:cubicBezTo>
                <a:cubicBezTo>
                  <a:pt x="49" y="62"/>
                  <a:pt x="49" y="62"/>
                  <a:pt x="48" y="61"/>
                </a:cubicBezTo>
                <a:cubicBezTo>
                  <a:pt x="48" y="60"/>
                  <a:pt x="47" y="59"/>
                  <a:pt x="47" y="58"/>
                </a:cubicBezTo>
                <a:cubicBezTo>
                  <a:pt x="47" y="58"/>
                  <a:pt x="47" y="57"/>
                  <a:pt x="47" y="56"/>
                </a:cubicBezTo>
                <a:cubicBezTo>
                  <a:pt x="47" y="53"/>
                  <a:pt x="48" y="51"/>
                  <a:pt x="49" y="49"/>
                </a:cubicBezTo>
                <a:cubicBezTo>
                  <a:pt x="51" y="48"/>
                  <a:pt x="53" y="47"/>
                  <a:pt x="56" y="47"/>
                </a:cubicBezTo>
                <a:cubicBezTo>
                  <a:pt x="57" y="47"/>
                  <a:pt x="58" y="47"/>
                  <a:pt x="58" y="47"/>
                </a:cubicBezTo>
                <a:cubicBezTo>
                  <a:pt x="59" y="47"/>
                  <a:pt x="60" y="48"/>
                  <a:pt x="61" y="48"/>
                </a:cubicBezTo>
                <a:cubicBezTo>
                  <a:pt x="62" y="49"/>
                  <a:pt x="62" y="49"/>
                  <a:pt x="63" y="50"/>
                </a:cubicBezTo>
                <a:cubicBezTo>
                  <a:pt x="63" y="50"/>
                  <a:pt x="64" y="51"/>
                  <a:pt x="65" y="52"/>
                </a:cubicBezTo>
                <a:cubicBezTo>
                  <a:pt x="66" y="53"/>
                  <a:pt x="66" y="53"/>
                  <a:pt x="66" y="53"/>
                </a:cubicBezTo>
                <a:cubicBezTo>
                  <a:pt x="68" y="51"/>
                  <a:pt x="70" y="49"/>
                  <a:pt x="70" y="47"/>
                </a:cubicBezTo>
                <a:close/>
                <a:moveTo>
                  <a:pt x="136" y="113"/>
                </a:moveTo>
                <a:cubicBezTo>
                  <a:pt x="136" y="111"/>
                  <a:pt x="135" y="109"/>
                  <a:pt x="133" y="107"/>
                </a:cubicBezTo>
                <a:cubicBezTo>
                  <a:pt x="114" y="87"/>
                  <a:pt x="114" y="87"/>
                  <a:pt x="114" y="87"/>
                </a:cubicBezTo>
                <a:cubicBezTo>
                  <a:pt x="112" y="85"/>
                  <a:pt x="110" y="84"/>
                  <a:pt x="107" y="84"/>
                </a:cubicBezTo>
                <a:cubicBezTo>
                  <a:pt x="105" y="84"/>
                  <a:pt x="102" y="85"/>
                  <a:pt x="100" y="87"/>
                </a:cubicBezTo>
                <a:cubicBezTo>
                  <a:pt x="101" y="88"/>
                  <a:pt x="101" y="88"/>
                  <a:pt x="102" y="89"/>
                </a:cubicBezTo>
                <a:cubicBezTo>
                  <a:pt x="103" y="90"/>
                  <a:pt x="104" y="91"/>
                  <a:pt x="104" y="91"/>
                </a:cubicBezTo>
                <a:cubicBezTo>
                  <a:pt x="105" y="92"/>
                  <a:pt x="105" y="92"/>
                  <a:pt x="106" y="93"/>
                </a:cubicBezTo>
                <a:cubicBezTo>
                  <a:pt x="106" y="94"/>
                  <a:pt x="107" y="95"/>
                  <a:pt x="107" y="95"/>
                </a:cubicBezTo>
                <a:cubicBezTo>
                  <a:pt x="107" y="96"/>
                  <a:pt x="107" y="97"/>
                  <a:pt x="107" y="98"/>
                </a:cubicBezTo>
                <a:cubicBezTo>
                  <a:pt x="107" y="101"/>
                  <a:pt x="106" y="103"/>
                  <a:pt x="105" y="104"/>
                </a:cubicBezTo>
                <a:cubicBezTo>
                  <a:pt x="103" y="106"/>
                  <a:pt x="101" y="107"/>
                  <a:pt x="98" y="107"/>
                </a:cubicBezTo>
                <a:cubicBezTo>
                  <a:pt x="97" y="107"/>
                  <a:pt x="96" y="107"/>
                  <a:pt x="96" y="107"/>
                </a:cubicBezTo>
                <a:cubicBezTo>
                  <a:pt x="95" y="107"/>
                  <a:pt x="94" y="106"/>
                  <a:pt x="93" y="106"/>
                </a:cubicBezTo>
                <a:cubicBezTo>
                  <a:pt x="92" y="105"/>
                  <a:pt x="92" y="105"/>
                  <a:pt x="91" y="104"/>
                </a:cubicBezTo>
                <a:cubicBezTo>
                  <a:pt x="91" y="104"/>
                  <a:pt x="90" y="103"/>
                  <a:pt x="89" y="102"/>
                </a:cubicBezTo>
                <a:cubicBezTo>
                  <a:pt x="88" y="101"/>
                  <a:pt x="88" y="101"/>
                  <a:pt x="88" y="100"/>
                </a:cubicBezTo>
                <a:cubicBezTo>
                  <a:pt x="85" y="102"/>
                  <a:pt x="84" y="105"/>
                  <a:pt x="84" y="107"/>
                </a:cubicBezTo>
                <a:cubicBezTo>
                  <a:pt x="84" y="110"/>
                  <a:pt x="85" y="112"/>
                  <a:pt x="87" y="114"/>
                </a:cubicBezTo>
                <a:cubicBezTo>
                  <a:pt x="107" y="133"/>
                  <a:pt x="107" y="133"/>
                  <a:pt x="107" y="133"/>
                </a:cubicBezTo>
                <a:cubicBezTo>
                  <a:pt x="108" y="135"/>
                  <a:pt x="110" y="136"/>
                  <a:pt x="113" y="136"/>
                </a:cubicBezTo>
                <a:cubicBezTo>
                  <a:pt x="116" y="136"/>
                  <a:pt x="118" y="135"/>
                  <a:pt x="119" y="133"/>
                </a:cubicBezTo>
                <a:cubicBezTo>
                  <a:pt x="133" y="120"/>
                  <a:pt x="133" y="120"/>
                  <a:pt x="133" y="120"/>
                </a:cubicBezTo>
                <a:cubicBezTo>
                  <a:pt x="135" y="118"/>
                  <a:pt x="136" y="116"/>
                  <a:pt x="136" y="11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73" name="Freeform 175"/>
          <p:cNvSpPr>
            <a:spLocks/>
          </p:cNvSpPr>
          <p:nvPr/>
        </p:nvSpPr>
        <p:spPr bwMode="auto">
          <a:xfrm>
            <a:off x="5267221" y="3110237"/>
            <a:ext cx="259332" cy="190176"/>
          </a:xfrm>
          <a:custGeom>
            <a:avLst/>
            <a:gdLst>
              <a:gd name="T0" fmla="*/ 182 w 182"/>
              <a:gd name="T1" fmla="*/ 97 h 133"/>
              <a:gd name="T2" fmla="*/ 171 w 182"/>
              <a:gd name="T3" fmla="*/ 123 h 133"/>
              <a:gd name="T4" fmla="*/ 146 w 182"/>
              <a:gd name="T5" fmla="*/ 133 h 133"/>
              <a:gd name="T6" fmla="*/ 43 w 182"/>
              <a:gd name="T7" fmla="*/ 133 h 133"/>
              <a:gd name="T8" fmla="*/ 13 w 182"/>
              <a:gd name="T9" fmla="*/ 121 h 133"/>
              <a:gd name="T10" fmla="*/ 0 w 182"/>
              <a:gd name="T11" fmla="*/ 91 h 133"/>
              <a:gd name="T12" fmla="*/ 7 w 182"/>
              <a:gd name="T13" fmla="*/ 68 h 133"/>
              <a:gd name="T14" fmla="*/ 25 w 182"/>
              <a:gd name="T15" fmla="*/ 53 h 133"/>
              <a:gd name="T16" fmla="*/ 25 w 182"/>
              <a:gd name="T17" fmla="*/ 49 h 133"/>
              <a:gd name="T18" fmla="*/ 39 w 182"/>
              <a:gd name="T19" fmla="*/ 15 h 133"/>
              <a:gd name="T20" fmla="*/ 73 w 182"/>
              <a:gd name="T21" fmla="*/ 0 h 133"/>
              <a:gd name="T22" fmla="*/ 100 w 182"/>
              <a:gd name="T23" fmla="*/ 9 h 133"/>
              <a:gd name="T24" fmla="*/ 118 w 182"/>
              <a:gd name="T25" fmla="*/ 30 h 133"/>
              <a:gd name="T26" fmla="*/ 134 w 182"/>
              <a:gd name="T27" fmla="*/ 25 h 133"/>
              <a:gd name="T28" fmla="*/ 151 w 182"/>
              <a:gd name="T29" fmla="*/ 32 h 133"/>
              <a:gd name="T30" fmla="*/ 158 w 182"/>
              <a:gd name="T31" fmla="*/ 49 h 133"/>
              <a:gd name="T32" fmla="*/ 154 w 182"/>
              <a:gd name="T33" fmla="*/ 62 h 133"/>
              <a:gd name="T34" fmla="*/ 174 w 182"/>
              <a:gd name="T35" fmla="*/ 74 h 133"/>
              <a:gd name="T36" fmla="*/ 182 w 182"/>
              <a:gd name="T37" fmla="*/ 97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82" h="133">
                <a:moveTo>
                  <a:pt x="182" y="97"/>
                </a:moveTo>
                <a:cubicBezTo>
                  <a:pt x="182" y="107"/>
                  <a:pt x="178" y="116"/>
                  <a:pt x="171" y="123"/>
                </a:cubicBezTo>
                <a:cubicBezTo>
                  <a:pt x="164" y="130"/>
                  <a:pt x="156" y="133"/>
                  <a:pt x="146" y="133"/>
                </a:cubicBezTo>
                <a:cubicBezTo>
                  <a:pt x="43" y="133"/>
                  <a:pt x="43" y="133"/>
                  <a:pt x="43" y="133"/>
                </a:cubicBezTo>
                <a:cubicBezTo>
                  <a:pt x="31" y="133"/>
                  <a:pt x="21" y="129"/>
                  <a:pt x="13" y="121"/>
                </a:cubicBezTo>
                <a:cubicBezTo>
                  <a:pt x="5" y="113"/>
                  <a:pt x="0" y="103"/>
                  <a:pt x="0" y="91"/>
                </a:cubicBezTo>
                <a:cubicBezTo>
                  <a:pt x="0" y="83"/>
                  <a:pt x="3" y="75"/>
                  <a:pt x="7" y="68"/>
                </a:cubicBezTo>
                <a:cubicBezTo>
                  <a:pt x="12" y="61"/>
                  <a:pt x="18" y="56"/>
                  <a:pt x="25" y="53"/>
                </a:cubicBezTo>
                <a:cubicBezTo>
                  <a:pt x="25" y="51"/>
                  <a:pt x="25" y="50"/>
                  <a:pt x="25" y="49"/>
                </a:cubicBezTo>
                <a:cubicBezTo>
                  <a:pt x="25" y="35"/>
                  <a:pt x="29" y="24"/>
                  <a:pt x="39" y="15"/>
                </a:cubicBezTo>
                <a:cubicBezTo>
                  <a:pt x="48" y="5"/>
                  <a:pt x="60" y="0"/>
                  <a:pt x="73" y="0"/>
                </a:cubicBezTo>
                <a:cubicBezTo>
                  <a:pt x="83" y="0"/>
                  <a:pt x="92" y="3"/>
                  <a:pt x="100" y="9"/>
                </a:cubicBezTo>
                <a:cubicBezTo>
                  <a:pt x="108" y="14"/>
                  <a:pt x="114" y="21"/>
                  <a:pt x="118" y="30"/>
                </a:cubicBezTo>
                <a:cubicBezTo>
                  <a:pt x="122" y="26"/>
                  <a:pt x="128" y="25"/>
                  <a:pt x="134" y="25"/>
                </a:cubicBezTo>
                <a:cubicBezTo>
                  <a:pt x="140" y="25"/>
                  <a:pt x="146" y="27"/>
                  <a:pt x="151" y="32"/>
                </a:cubicBezTo>
                <a:cubicBezTo>
                  <a:pt x="155" y="36"/>
                  <a:pt x="158" y="42"/>
                  <a:pt x="158" y="49"/>
                </a:cubicBezTo>
                <a:cubicBezTo>
                  <a:pt x="158" y="53"/>
                  <a:pt x="156" y="58"/>
                  <a:pt x="154" y="62"/>
                </a:cubicBezTo>
                <a:cubicBezTo>
                  <a:pt x="162" y="64"/>
                  <a:pt x="169" y="68"/>
                  <a:pt x="174" y="74"/>
                </a:cubicBezTo>
                <a:cubicBezTo>
                  <a:pt x="179" y="81"/>
                  <a:pt x="182" y="89"/>
                  <a:pt x="182" y="9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74" name="Freeform 176"/>
          <p:cNvSpPr>
            <a:spLocks noEditPoints="1"/>
          </p:cNvSpPr>
          <p:nvPr/>
        </p:nvSpPr>
        <p:spPr bwMode="auto">
          <a:xfrm>
            <a:off x="5600030" y="3110237"/>
            <a:ext cx="198820" cy="209627"/>
          </a:xfrm>
          <a:custGeom>
            <a:avLst/>
            <a:gdLst>
              <a:gd name="T0" fmla="*/ 135 w 139"/>
              <a:gd name="T1" fmla="*/ 125 h 146"/>
              <a:gd name="T2" fmla="*/ 137 w 139"/>
              <a:gd name="T3" fmla="*/ 140 h 146"/>
              <a:gd name="T4" fmla="*/ 124 w 139"/>
              <a:gd name="T5" fmla="*/ 146 h 146"/>
              <a:gd name="T6" fmla="*/ 15 w 139"/>
              <a:gd name="T7" fmla="*/ 146 h 146"/>
              <a:gd name="T8" fmla="*/ 2 w 139"/>
              <a:gd name="T9" fmla="*/ 140 h 146"/>
              <a:gd name="T10" fmla="*/ 4 w 139"/>
              <a:gd name="T11" fmla="*/ 125 h 146"/>
              <a:gd name="T12" fmla="*/ 51 w 139"/>
              <a:gd name="T13" fmla="*/ 50 h 146"/>
              <a:gd name="T14" fmla="*/ 51 w 139"/>
              <a:gd name="T15" fmla="*/ 12 h 146"/>
              <a:gd name="T16" fmla="*/ 45 w 139"/>
              <a:gd name="T17" fmla="*/ 12 h 146"/>
              <a:gd name="T18" fmla="*/ 41 w 139"/>
              <a:gd name="T19" fmla="*/ 11 h 146"/>
              <a:gd name="T20" fmla="*/ 39 w 139"/>
              <a:gd name="T21" fmla="*/ 6 h 146"/>
              <a:gd name="T22" fmla="*/ 41 w 139"/>
              <a:gd name="T23" fmla="*/ 2 h 146"/>
              <a:gd name="T24" fmla="*/ 45 w 139"/>
              <a:gd name="T25" fmla="*/ 0 h 146"/>
              <a:gd name="T26" fmla="*/ 94 w 139"/>
              <a:gd name="T27" fmla="*/ 0 h 146"/>
              <a:gd name="T28" fmla="*/ 98 w 139"/>
              <a:gd name="T29" fmla="*/ 2 h 146"/>
              <a:gd name="T30" fmla="*/ 100 w 139"/>
              <a:gd name="T31" fmla="*/ 6 h 146"/>
              <a:gd name="T32" fmla="*/ 98 w 139"/>
              <a:gd name="T33" fmla="*/ 11 h 146"/>
              <a:gd name="T34" fmla="*/ 94 w 139"/>
              <a:gd name="T35" fmla="*/ 12 h 146"/>
              <a:gd name="T36" fmla="*/ 88 w 139"/>
              <a:gd name="T37" fmla="*/ 12 h 146"/>
              <a:gd name="T38" fmla="*/ 88 w 139"/>
              <a:gd name="T39" fmla="*/ 50 h 146"/>
              <a:gd name="T40" fmla="*/ 135 w 139"/>
              <a:gd name="T41" fmla="*/ 125 h 146"/>
              <a:gd name="T42" fmla="*/ 61 w 139"/>
              <a:gd name="T43" fmla="*/ 57 h 146"/>
              <a:gd name="T44" fmla="*/ 36 w 139"/>
              <a:gd name="T45" fmla="*/ 97 h 146"/>
              <a:gd name="T46" fmla="*/ 103 w 139"/>
              <a:gd name="T47" fmla="*/ 97 h 146"/>
              <a:gd name="T48" fmla="*/ 77 w 139"/>
              <a:gd name="T49" fmla="*/ 57 h 146"/>
              <a:gd name="T50" fmla="*/ 75 w 139"/>
              <a:gd name="T51" fmla="*/ 54 h 146"/>
              <a:gd name="T52" fmla="*/ 75 w 139"/>
              <a:gd name="T53" fmla="*/ 50 h 146"/>
              <a:gd name="T54" fmla="*/ 75 w 139"/>
              <a:gd name="T55" fmla="*/ 12 h 146"/>
              <a:gd name="T56" fmla="*/ 63 w 139"/>
              <a:gd name="T57" fmla="*/ 12 h 146"/>
              <a:gd name="T58" fmla="*/ 63 w 139"/>
              <a:gd name="T59" fmla="*/ 50 h 146"/>
              <a:gd name="T60" fmla="*/ 63 w 139"/>
              <a:gd name="T61" fmla="*/ 54 h 146"/>
              <a:gd name="T62" fmla="*/ 61 w 139"/>
              <a:gd name="T63" fmla="*/ 57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39" h="146">
                <a:moveTo>
                  <a:pt x="135" y="125"/>
                </a:moveTo>
                <a:cubicBezTo>
                  <a:pt x="139" y="131"/>
                  <a:pt x="139" y="136"/>
                  <a:pt x="137" y="140"/>
                </a:cubicBezTo>
                <a:cubicBezTo>
                  <a:pt x="135" y="144"/>
                  <a:pt x="131" y="146"/>
                  <a:pt x="124" y="146"/>
                </a:cubicBezTo>
                <a:cubicBezTo>
                  <a:pt x="15" y="146"/>
                  <a:pt x="15" y="146"/>
                  <a:pt x="15" y="146"/>
                </a:cubicBezTo>
                <a:cubicBezTo>
                  <a:pt x="8" y="146"/>
                  <a:pt x="4" y="144"/>
                  <a:pt x="2" y="140"/>
                </a:cubicBezTo>
                <a:cubicBezTo>
                  <a:pt x="0" y="136"/>
                  <a:pt x="0" y="131"/>
                  <a:pt x="4" y="125"/>
                </a:cubicBezTo>
                <a:cubicBezTo>
                  <a:pt x="51" y="50"/>
                  <a:pt x="51" y="50"/>
                  <a:pt x="51" y="50"/>
                </a:cubicBezTo>
                <a:cubicBezTo>
                  <a:pt x="51" y="12"/>
                  <a:pt x="51" y="12"/>
                  <a:pt x="51" y="12"/>
                </a:cubicBezTo>
                <a:cubicBezTo>
                  <a:pt x="45" y="12"/>
                  <a:pt x="45" y="12"/>
                  <a:pt x="45" y="12"/>
                </a:cubicBezTo>
                <a:cubicBezTo>
                  <a:pt x="44" y="12"/>
                  <a:pt x="42" y="12"/>
                  <a:pt x="41" y="11"/>
                </a:cubicBezTo>
                <a:cubicBezTo>
                  <a:pt x="40" y="9"/>
                  <a:pt x="39" y="8"/>
                  <a:pt x="39" y="6"/>
                </a:cubicBezTo>
                <a:cubicBezTo>
                  <a:pt x="39" y="5"/>
                  <a:pt x="40" y="3"/>
                  <a:pt x="41" y="2"/>
                </a:cubicBezTo>
                <a:cubicBezTo>
                  <a:pt x="42" y="1"/>
                  <a:pt x="44" y="0"/>
                  <a:pt x="45" y="0"/>
                </a:cubicBezTo>
                <a:cubicBezTo>
                  <a:pt x="94" y="0"/>
                  <a:pt x="94" y="0"/>
                  <a:pt x="94" y="0"/>
                </a:cubicBezTo>
                <a:cubicBezTo>
                  <a:pt x="95" y="0"/>
                  <a:pt x="97" y="1"/>
                  <a:pt x="98" y="2"/>
                </a:cubicBezTo>
                <a:cubicBezTo>
                  <a:pt x="99" y="3"/>
                  <a:pt x="100" y="5"/>
                  <a:pt x="100" y="6"/>
                </a:cubicBezTo>
                <a:cubicBezTo>
                  <a:pt x="100" y="8"/>
                  <a:pt x="99" y="9"/>
                  <a:pt x="98" y="11"/>
                </a:cubicBezTo>
                <a:cubicBezTo>
                  <a:pt x="97" y="12"/>
                  <a:pt x="95" y="12"/>
                  <a:pt x="94" y="12"/>
                </a:cubicBezTo>
                <a:cubicBezTo>
                  <a:pt x="88" y="12"/>
                  <a:pt x="88" y="12"/>
                  <a:pt x="88" y="12"/>
                </a:cubicBezTo>
                <a:cubicBezTo>
                  <a:pt x="88" y="50"/>
                  <a:pt x="88" y="50"/>
                  <a:pt x="88" y="50"/>
                </a:cubicBezTo>
                <a:lnTo>
                  <a:pt x="135" y="125"/>
                </a:lnTo>
                <a:close/>
                <a:moveTo>
                  <a:pt x="61" y="57"/>
                </a:moveTo>
                <a:cubicBezTo>
                  <a:pt x="36" y="97"/>
                  <a:pt x="36" y="97"/>
                  <a:pt x="36" y="97"/>
                </a:cubicBezTo>
                <a:cubicBezTo>
                  <a:pt x="103" y="97"/>
                  <a:pt x="103" y="97"/>
                  <a:pt x="103" y="97"/>
                </a:cubicBezTo>
                <a:cubicBezTo>
                  <a:pt x="77" y="57"/>
                  <a:pt x="77" y="57"/>
                  <a:pt x="77" y="57"/>
                </a:cubicBezTo>
                <a:cubicBezTo>
                  <a:pt x="75" y="54"/>
                  <a:pt x="75" y="54"/>
                  <a:pt x="75" y="54"/>
                </a:cubicBezTo>
                <a:cubicBezTo>
                  <a:pt x="75" y="50"/>
                  <a:pt x="75" y="50"/>
                  <a:pt x="75" y="50"/>
                </a:cubicBezTo>
                <a:cubicBezTo>
                  <a:pt x="75" y="12"/>
                  <a:pt x="75" y="12"/>
                  <a:pt x="75" y="12"/>
                </a:cubicBezTo>
                <a:cubicBezTo>
                  <a:pt x="63" y="12"/>
                  <a:pt x="63" y="12"/>
                  <a:pt x="63" y="12"/>
                </a:cubicBezTo>
                <a:cubicBezTo>
                  <a:pt x="63" y="50"/>
                  <a:pt x="63" y="50"/>
                  <a:pt x="63" y="50"/>
                </a:cubicBezTo>
                <a:cubicBezTo>
                  <a:pt x="63" y="54"/>
                  <a:pt x="63" y="54"/>
                  <a:pt x="63" y="54"/>
                </a:cubicBezTo>
                <a:lnTo>
                  <a:pt x="61" y="5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75" name="Freeform 177"/>
          <p:cNvSpPr>
            <a:spLocks noEditPoints="1"/>
          </p:cNvSpPr>
          <p:nvPr/>
        </p:nvSpPr>
        <p:spPr bwMode="auto">
          <a:xfrm>
            <a:off x="5868006" y="3127528"/>
            <a:ext cx="244204" cy="192337"/>
          </a:xfrm>
          <a:custGeom>
            <a:avLst/>
            <a:gdLst>
              <a:gd name="T0" fmla="*/ 168 w 170"/>
              <a:gd name="T1" fmla="*/ 105 h 134"/>
              <a:gd name="T2" fmla="*/ 167 w 170"/>
              <a:gd name="T3" fmla="*/ 115 h 134"/>
              <a:gd name="T4" fmla="*/ 152 w 170"/>
              <a:gd name="T5" fmla="*/ 121 h 134"/>
              <a:gd name="T6" fmla="*/ 84 w 170"/>
              <a:gd name="T7" fmla="*/ 84 h 134"/>
              <a:gd name="T8" fmla="*/ 72 w 170"/>
              <a:gd name="T9" fmla="*/ 91 h 134"/>
              <a:gd name="T10" fmla="*/ 68 w 170"/>
              <a:gd name="T11" fmla="*/ 114 h 134"/>
              <a:gd name="T12" fmla="*/ 29 w 170"/>
              <a:gd name="T13" fmla="*/ 134 h 134"/>
              <a:gd name="T14" fmla="*/ 1 w 170"/>
              <a:gd name="T15" fmla="*/ 107 h 134"/>
              <a:gd name="T16" fmla="*/ 19 w 170"/>
              <a:gd name="T17" fmla="*/ 81 h 134"/>
              <a:gd name="T18" fmla="*/ 59 w 170"/>
              <a:gd name="T19" fmla="*/ 76 h 134"/>
              <a:gd name="T20" fmla="*/ 73 w 170"/>
              <a:gd name="T21" fmla="*/ 67 h 134"/>
              <a:gd name="T22" fmla="*/ 59 w 170"/>
              <a:gd name="T23" fmla="*/ 58 h 134"/>
              <a:gd name="T24" fmla="*/ 19 w 170"/>
              <a:gd name="T25" fmla="*/ 53 h 134"/>
              <a:gd name="T26" fmla="*/ 1 w 170"/>
              <a:gd name="T27" fmla="*/ 27 h 134"/>
              <a:gd name="T28" fmla="*/ 8 w 170"/>
              <a:gd name="T29" fmla="*/ 8 h 134"/>
              <a:gd name="T30" fmla="*/ 56 w 170"/>
              <a:gd name="T31" fmla="*/ 8 h 134"/>
              <a:gd name="T32" fmla="*/ 73 w 170"/>
              <a:gd name="T33" fmla="*/ 34 h 134"/>
              <a:gd name="T34" fmla="*/ 74 w 170"/>
              <a:gd name="T35" fmla="*/ 44 h 134"/>
              <a:gd name="T36" fmla="*/ 149 w 170"/>
              <a:gd name="T37" fmla="*/ 13 h 134"/>
              <a:gd name="T38" fmla="*/ 155 w 170"/>
              <a:gd name="T39" fmla="*/ 13 h 134"/>
              <a:gd name="T40" fmla="*/ 170 w 170"/>
              <a:gd name="T41" fmla="*/ 24 h 134"/>
              <a:gd name="T42" fmla="*/ 120 w 170"/>
              <a:gd name="T43" fmla="*/ 67 h 134"/>
              <a:gd name="T44" fmla="*/ 58 w 170"/>
              <a:gd name="T45" fmla="*/ 102 h 134"/>
              <a:gd name="T46" fmla="*/ 45 w 170"/>
              <a:gd name="T47" fmla="*/ 88 h 134"/>
              <a:gd name="T48" fmla="*/ 17 w 170"/>
              <a:gd name="T49" fmla="*/ 105 h 134"/>
              <a:gd name="T50" fmla="*/ 29 w 170"/>
              <a:gd name="T51" fmla="*/ 118 h 134"/>
              <a:gd name="T52" fmla="*/ 56 w 170"/>
              <a:gd name="T53" fmla="*/ 42 h 134"/>
              <a:gd name="T54" fmla="*/ 48 w 170"/>
              <a:gd name="T55" fmla="*/ 21 h 134"/>
              <a:gd name="T56" fmla="*/ 19 w 170"/>
              <a:gd name="T57" fmla="*/ 19 h 134"/>
              <a:gd name="T58" fmla="*/ 27 w 170"/>
              <a:gd name="T59" fmla="*/ 40 h 134"/>
              <a:gd name="T60" fmla="*/ 56 w 170"/>
              <a:gd name="T61" fmla="*/ 42 h 134"/>
              <a:gd name="T62" fmla="*/ 95 w 170"/>
              <a:gd name="T63" fmla="*/ 79 h 134"/>
              <a:gd name="T64" fmla="*/ 152 w 170"/>
              <a:gd name="T65" fmla="*/ 19 h 134"/>
              <a:gd name="T66" fmla="*/ 80 w 170"/>
              <a:gd name="T67" fmla="*/ 70 h 134"/>
              <a:gd name="T68" fmla="*/ 65 w 170"/>
              <a:gd name="T69" fmla="*/ 80 h 134"/>
              <a:gd name="T70" fmla="*/ 67 w 170"/>
              <a:gd name="T71" fmla="*/ 82 h 134"/>
              <a:gd name="T72" fmla="*/ 70 w 170"/>
              <a:gd name="T73" fmla="*/ 85 h 134"/>
              <a:gd name="T74" fmla="*/ 64 w 170"/>
              <a:gd name="T75" fmla="*/ 55 h 134"/>
              <a:gd name="T76" fmla="*/ 73 w 170"/>
              <a:gd name="T77" fmla="*/ 59 h 134"/>
              <a:gd name="T78" fmla="*/ 78 w 170"/>
              <a:gd name="T79" fmla="*/ 53 h 134"/>
              <a:gd name="T80" fmla="*/ 68 w 170"/>
              <a:gd name="T81" fmla="*/ 51 h 134"/>
              <a:gd name="T82" fmla="*/ 66 w 170"/>
              <a:gd name="T83" fmla="*/ 53 h 134"/>
              <a:gd name="T84" fmla="*/ 65 w 170"/>
              <a:gd name="T85" fmla="*/ 54 h 134"/>
              <a:gd name="T86" fmla="*/ 87 w 170"/>
              <a:gd name="T87" fmla="*/ 63 h 134"/>
              <a:gd name="T88" fmla="*/ 96 w 170"/>
              <a:gd name="T89" fmla="*/ 63 h 134"/>
              <a:gd name="T90" fmla="*/ 96 w 170"/>
              <a:gd name="T91" fmla="*/ 71 h 134"/>
              <a:gd name="T92" fmla="*/ 87 w 170"/>
              <a:gd name="T93" fmla="*/ 71 h 134"/>
              <a:gd name="T94" fmla="*/ 87 w 170"/>
              <a:gd name="T95" fmla="*/ 63 h 134"/>
              <a:gd name="T96" fmla="*/ 164 w 170"/>
              <a:gd name="T97" fmla="*/ 109 h 134"/>
              <a:gd name="T98" fmla="*/ 98 w 170"/>
              <a:gd name="T99" fmla="*/ 84 h 134"/>
              <a:gd name="T100" fmla="*/ 152 w 170"/>
              <a:gd name="T101" fmla="*/ 115 h 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70" h="134">
                <a:moveTo>
                  <a:pt x="120" y="67"/>
                </a:moveTo>
                <a:cubicBezTo>
                  <a:pt x="168" y="105"/>
                  <a:pt x="168" y="105"/>
                  <a:pt x="168" y="105"/>
                </a:cubicBezTo>
                <a:cubicBezTo>
                  <a:pt x="170" y="106"/>
                  <a:pt x="170" y="108"/>
                  <a:pt x="170" y="110"/>
                </a:cubicBezTo>
                <a:cubicBezTo>
                  <a:pt x="170" y="112"/>
                  <a:pt x="169" y="114"/>
                  <a:pt x="167" y="115"/>
                </a:cubicBezTo>
                <a:cubicBezTo>
                  <a:pt x="155" y="121"/>
                  <a:pt x="155" y="121"/>
                  <a:pt x="155" y="121"/>
                </a:cubicBezTo>
                <a:cubicBezTo>
                  <a:pt x="154" y="121"/>
                  <a:pt x="153" y="121"/>
                  <a:pt x="152" y="121"/>
                </a:cubicBezTo>
                <a:cubicBezTo>
                  <a:pt x="151" y="121"/>
                  <a:pt x="150" y="121"/>
                  <a:pt x="149" y="121"/>
                </a:cubicBezTo>
                <a:cubicBezTo>
                  <a:pt x="84" y="84"/>
                  <a:pt x="84" y="84"/>
                  <a:pt x="84" y="84"/>
                </a:cubicBezTo>
                <a:cubicBezTo>
                  <a:pt x="74" y="90"/>
                  <a:pt x="74" y="90"/>
                  <a:pt x="74" y="90"/>
                </a:cubicBezTo>
                <a:cubicBezTo>
                  <a:pt x="73" y="91"/>
                  <a:pt x="73" y="91"/>
                  <a:pt x="72" y="91"/>
                </a:cubicBezTo>
                <a:cubicBezTo>
                  <a:pt x="73" y="94"/>
                  <a:pt x="74" y="97"/>
                  <a:pt x="73" y="100"/>
                </a:cubicBezTo>
                <a:cubicBezTo>
                  <a:pt x="73" y="105"/>
                  <a:pt x="71" y="109"/>
                  <a:pt x="68" y="114"/>
                </a:cubicBezTo>
                <a:cubicBezTo>
                  <a:pt x="65" y="118"/>
                  <a:pt x="61" y="122"/>
                  <a:pt x="56" y="126"/>
                </a:cubicBezTo>
                <a:cubicBezTo>
                  <a:pt x="47" y="131"/>
                  <a:pt x="39" y="134"/>
                  <a:pt x="29" y="134"/>
                </a:cubicBezTo>
                <a:cubicBezTo>
                  <a:pt x="21" y="134"/>
                  <a:pt x="14" y="131"/>
                  <a:pt x="8" y="126"/>
                </a:cubicBezTo>
                <a:cubicBezTo>
                  <a:pt x="3" y="121"/>
                  <a:pt x="0" y="114"/>
                  <a:pt x="1" y="107"/>
                </a:cubicBezTo>
                <a:cubicBezTo>
                  <a:pt x="1" y="102"/>
                  <a:pt x="3" y="97"/>
                  <a:pt x="6" y="93"/>
                </a:cubicBezTo>
                <a:cubicBezTo>
                  <a:pt x="9" y="88"/>
                  <a:pt x="13" y="84"/>
                  <a:pt x="19" y="81"/>
                </a:cubicBezTo>
                <a:cubicBezTo>
                  <a:pt x="27" y="76"/>
                  <a:pt x="36" y="73"/>
                  <a:pt x="45" y="73"/>
                </a:cubicBezTo>
                <a:cubicBezTo>
                  <a:pt x="50" y="73"/>
                  <a:pt x="55" y="74"/>
                  <a:pt x="59" y="76"/>
                </a:cubicBezTo>
                <a:cubicBezTo>
                  <a:pt x="60" y="75"/>
                  <a:pt x="60" y="74"/>
                  <a:pt x="61" y="74"/>
                </a:cubicBezTo>
                <a:cubicBezTo>
                  <a:pt x="73" y="67"/>
                  <a:pt x="73" y="67"/>
                  <a:pt x="73" y="67"/>
                </a:cubicBezTo>
                <a:cubicBezTo>
                  <a:pt x="61" y="60"/>
                  <a:pt x="61" y="60"/>
                  <a:pt x="61" y="60"/>
                </a:cubicBezTo>
                <a:cubicBezTo>
                  <a:pt x="60" y="60"/>
                  <a:pt x="60" y="59"/>
                  <a:pt x="59" y="58"/>
                </a:cubicBezTo>
                <a:cubicBezTo>
                  <a:pt x="55" y="60"/>
                  <a:pt x="50" y="61"/>
                  <a:pt x="45" y="61"/>
                </a:cubicBezTo>
                <a:cubicBezTo>
                  <a:pt x="36" y="61"/>
                  <a:pt x="27" y="58"/>
                  <a:pt x="19" y="53"/>
                </a:cubicBezTo>
                <a:cubicBezTo>
                  <a:pt x="13" y="50"/>
                  <a:pt x="9" y="46"/>
                  <a:pt x="6" y="41"/>
                </a:cubicBezTo>
                <a:cubicBezTo>
                  <a:pt x="3" y="37"/>
                  <a:pt x="1" y="32"/>
                  <a:pt x="1" y="27"/>
                </a:cubicBezTo>
                <a:cubicBezTo>
                  <a:pt x="1" y="24"/>
                  <a:pt x="1" y="20"/>
                  <a:pt x="2" y="17"/>
                </a:cubicBezTo>
                <a:cubicBezTo>
                  <a:pt x="4" y="13"/>
                  <a:pt x="6" y="10"/>
                  <a:pt x="8" y="8"/>
                </a:cubicBezTo>
                <a:cubicBezTo>
                  <a:pt x="14" y="3"/>
                  <a:pt x="21" y="0"/>
                  <a:pt x="29" y="0"/>
                </a:cubicBezTo>
                <a:cubicBezTo>
                  <a:pt x="39" y="0"/>
                  <a:pt x="47" y="3"/>
                  <a:pt x="56" y="8"/>
                </a:cubicBezTo>
                <a:cubicBezTo>
                  <a:pt x="61" y="12"/>
                  <a:pt x="65" y="16"/>
                  <a:pt x="68" y="20"/>
                </a:cubicBezTo>
                <a:cubicBezTo>
                  <a:pt x="71" y="24"/>
                  <a:pt x="73" y="29"/>
                  <a:pt x="73" y="34"/>
                </a:cubicBezTo>
                <a:cubicBezTo>
                  <a:pt x="74" y="37"/>
                  <a:pt x="73" y="40"/>
                  <a:pt x="72" y="43"/>
                </a:cubicBezTo>
                <a:cubicBezTo>
                  <a:pt x="73" y="43"/>
                  <a:pt x="73" y="43"/>
                  <a:pt x="74" y="44"/>
                </a:cubicBezTo>
                <a:cubicBezTo>
                  <a:pt x="84" y="50"/>
                  <a:pt x="84" y="50"/>
                  <a:pt x="84" y="50"/>
                </a:cubicBezTo>
                <a:cubicBezTo>
                  <a:pt x="149" y="13"/>
                  <a:pt x="149" y="13"/>
                  <a:pt x="149" y="13"/>
                </a:cubicBezTo>
                <a:cubicBezTo>
                  <a:pt x="150" y="13"/>
                  <a:pt x="151" y="13"/>
                  <a:pt x="152" y="13"/>
                </a:cubicBezTo>
                <a:cubicBezTo>
                  <a:pt x="153" y="13"/>
                  <a:pt x="154" y="13"/>
                  <a:pt x="155" y="13"/>
                </a:cubicBezTo>
                <a:cubicBezTo>
                  <a:pt x="167" y="19"/>
                  <a:pt x="167" y="19"/>
                  <a:pt x="167" y="19"/>
                </a:cubicBezTo>
                <a:cubicBezTo>
                  <a:pt x="169" y="20"/>
                  <a:pt x="170" y="22"/>
                  <a:pt x="170" y="24"/>
                </a:cubicBezTo>
                <a:cubicBezTo>
                  <a:pt x="170" y="26"/>
                  <a:pt x="170" y="28"/>
                  <a:pt x="168" y="29"/>
                </a:cubicBezTo>
                <a:lnTo>
                  <a:pt x="120" y="67"/>
                </a:lnTo>
                <a:close/>
                <a:moveTo>
                  <a:pt x="48" y="113"/>
                </a:moveTo>
                <a:cubicBezTo>
                  <a:pt x="53" y="110"/>
                  <a:pt x="56" y="106"/>
                  <a:pt x="58" y="102"/>
                </a:cubicBezTo>
                <a:cubicBezTo>
                  <a:pt x="59" y="98"/>
                  <a:pt x="59" y="94"/>
                  <a:pt x="56" y="92"/>
                </a:cubicBezTo>
                <a:cubicBezTo>
                  <a:pt x="53" y="89"/>
                  <a:pt x="50" y="88"/>
                  <a:pt x="45" y="88"/>
                </a:cubicBezTo>
                <a:cubicBezTo>
                  <a:pt x="39" y="88"/>
                  <a:pt x="33" y="90"/>
                  <a:pt x="27" y="94"/>
                </a:cubicBezTo>
                <a:cubicBezTo>
                  <a:pt x="22" y="97"/>
                  <a:pt x="18" y="101"/>
                  <a:pt x="17" y="105"/>
                </a:cubicBezTo>
                <a:cubicBezTo>
                  <a:pt x="15" y="109"/>
                  <a:pt x="16" y="112"/>
                  <a:pt x="19" y="115"/>
                </a:cubicBezTo>
                <a:cubicBezTo>
                  <a:pt x="21" y="117"/>
                  <a:pt x="25" y="118"/>
                  <a:pt x="29" y="118"/>
                </a:cubicBezTo>
                <a:cubicBezTo>
                  <a:pt x="36" y="118"/>
                  <a:pt x="42" y="117"/>
                  <a:pt x="48" y="113"/>
                </a:cubicBezTo>
                <a:close/>
                <a:moveTo>
                  <a:pt x="56" y="42"/>
                </a:moveTo>
                <a:cubicBezTo>
                  <a:pt x="59" y="40"/>
                  <a:pt x="59" y="36"/>
                  <a:pt x="58" y="32"/>
                </a:cubicBezTo>
                <a:cubicBezTo>
                  <a:pt x="56" y="28"/>
                  <a:pt x="53" y="24"/>
                  <a:pt x="48" y="21"/>
                </a:cubicBezTo>
                <a:cubicBezTo>
                  <a:pt x="42" y="17"/>
                  <a:pt x="36" y="16"/>
                  <a:pt x="29" y="16"/>
                </a:cubicBezTo>
                <a:cubicBezTo>
                  <a:pt x="25" y="16"/>
                  <a:pt x="21" y="17"/>
                  <a:pt x="19" y="19"/>
                </a:cubicBezTo>
                <a:cubicBezTo>
                  <a:pt x="16" y="22"/>
                  <a:pt x="15" y="25"/>
                  <a:pt x="17" y="29"/>
                </a:cubicBezTo>
                <a:cubicBezTo>
                  <a:pt x="18" y="33"/>
                  <a:pt x="22" y="37"/>
                  <a:pt x="27" y="40"/>
                </a:cubicBezTo>
                <a:cubicBezTo>
                  <a:pt x="33" y="44"/>
                  <a:pt x="39" y="46"/>
                  <a:pt x="45" y="46"/>
                </a:cubicBezTo>
                <a:cubicBezTo>
                  <a:pt x="50" y="46"/>
                  <a:pt x="53" y="45"/>
                  <a:pt x="56" y="42"/>
                </a:cubicBezTo>
                <a:close/>
                <a:moveTo>
                  <a:pt x="86" y="76"/>
                </a:moveTo>
                <a:cubicBezTo>
                  <a:pt x="95" y="79"/>
                  <a:pt x="95" y="79"/>
                  <a:pt x="95" y="79"/>
                </a:cubicBezTo>
                <a:cubicBezTo>
                  <a:pt x="164" y="25"/>
                  <a:pt x="164" y="25"/>
                  <a:pt x="164" y="25"/>
                </a:cubicBezTo>
                <a:cubicBezTo>
                  <a:pt x="152" y="19"/>
                  <a:pt x="152" y="19"/>
                  <a:pt x="152" y="19"/>
                </a:cubicBezTo>
                <a:cubicBezTo>
                  <a:pt x="80" y="59"/>
                  <a:pt x="80" y="59"/>
                  <a:pt x="80" y="59"/>
                </a:cubicBezTo>
                <a:cubicBezTo>
                  <a:pt x="80" y="70"/>
                  <a:pt x="80" y="70"/>
                  <a:pt x="80" y="70"/>
                </a:cubicBezTo>
                <a:cubicBezTo>
                  <a:pt x="64" y="79"/>
                  <a:pt x="64" y="79"/>
                  <a:pt x="64" y="79"/>
                </a:cubicBezTo>
                <a:cubicBezTo>
                  <a:pt x="65" y="80"/>
                  <a:pt x="65" y="80"/>
                  <a:pt x="65" y="80"/>
                </a:cubicBezTo>
                <a:cubicBezTo>
                  <a:pt x="65" y="80"/>
                  <a:pt x="66" y="80"/>
                  <a:pt x="66" y="80"/>
                </a:cubicBezTo>
                <a:cubicBezTo>
                  <a:pt x="66" y="81"/>
                  <a:pt x="67" y="81"/>
                  <a:pt x="67" y="82"/>
                </a:cubicBezTo>
                <a:cubicBezTo>
                  <a:pt x="67" y="82"/>
                  <a:pt x="68" y="82"/>
                  <a:pt x="68" y="83"/>
                </a:cubicBezTo>
                <a:cubicBezTo>
                  <a:pt x="70" y="85"/>
                  <a:pt x="70" y="85"/>
                  <a:pt x="70" y="85"/>
                </a:cubicBezTo>
                <a:lnTo>
                  <a:pt x="86" y="76"/>
                </a:lnTo>
                <a:close/>
                <a:moveTo>
                  <a:pt x="64" y="55"/>
                </a:moveTo>
                <a:cubicBezTo>
                  <a:pt x="73" y="60"/>
                  <a:pt x="73" y="60"/>
                  <a:pt x="73" y="60"/>
                </a:cubicBezTo>
                <a:cubicBezTo>
                  <a:pt x="73" y="59"/>
                  <a:pt x="73" y="59"/>
                  <a:pt x="73" y="59"/>
                </a:cubicBezTo>
                <a:cubicBezTo>
                  <a:pt x="73" y="57"/>
                  <a:pt x="75" y="55"/>
                  <a:pt x="77" y="54"/>
                </a:cubicBezTo>
                <a:cubicBezTo>
                  <a:pt x="78" y="53"/>
                  <a:pt x="78" y="53"/>
                  <a:pt x="78" y="53"/>
                </a:cubicBezTo>
                <a:cubicBezTo>
                  <a:pt x="70" y="49"/>
                  <a:pt x="70" y="49"/>
                  <a:pt x="70" y="49"/>
                </a:cubicBezTo>
                <a:cubicBezTo>
                  <a:pt x="68" y="51"/>
                  <a:pt x="68" y="51"/>
                  <a:pt x="68" y="51"/>
                </a:cubicBezTo>
                <a:cubicBezTo>
                  <a:pt x="68" y="51"/>
                  <a:pt x="68" y="52"/>
                  <a:pt x="67" y="52"/>
                </a:cubicBezTo>
                <a:cubicBezTo>
                  <a:pt x="67" y="53"/>
                  <a:pt x="66" y="53"/>
                  <a:pt x="66" y="53"/>
                </a:cubicBezTo>
                <a:cubicBezTo>
                  <a:pt x="66" y="54"/>
                  <a:pt x="66" y="54"/>
                  <a:pt x="66" y="54"/>
                </a:cubicBezTo>
                <a:cubicBezTo>
                  <a:pt x="65" y="54"/>
                  <a:pt x="65" y="54"/>
                  <a:pt x="65" y="54"/>
                </a:cubicBezTo>
                <a:lnTo>
                  <a:pt x="64" y="55"/>
                </a:lnTo>
                <a:close/>
                <a:moveTo>
                  <a:pt x="87" y="63"/>
                </a:moveTo>
                <a:cubicBezTo>
                  <a:pt x="89" y="62"/>
                  <a:pt x="90" y="61"/>
                  <a:pt x="92" y="61"/>
                </a:cubicBezTo>
                <a:cubicBezTo>
                  <a:pt x="93" y="61"/>
                  <a:pt x="95" y="62"/>
                  <a:pt x="96" y="63"/>
                </a:cubicBezTo>
                <a:cubicBezTo>
                  <a:pt x="97" y="64"/>
                  <a:pt x="98" y="65"/>
                  <a:pt x="98" y="67"/>
                </a:cubicBezTo>
                <a:cubicBezTo>
                  <a:pt x="98" y="69"/>
                  <a:pt x="97" y="70"/>
                  <a:pt x="96" y="71"/>
                </a:cubicBezTo>
                <a:cubicBezTo>
                  <a:pt x="95" y="72"/>
                  <a:pt x="93" y="73"/>
                  <a:pt x="92" y="73"/>
                </a:cubicBezTo>
                <a:cubicBezTo>
                  <a:pt x="90" y="73"/>
                  <a:pt x="89" y="72"/>
                  <a:pt x="87" y="71"/>
                </a:cubicBezTo>
                <a:cubicBezTo>
                  <a:pt x="86" y="70"/>
                  <a:pt x="86" y="69"/>
                  <a:pt x="86" y="67"/>
                </a:cubicBezTo>
                <a:cubicBezTo>
                  <a:pt x="86" y="65"/>
                  <a:pt x="86" y="64"/>
                  <a:pt x="87" y="63"/>
                </a:cubicBezTo>
                <a:close/>
                <a:moveTo>
                  <a:pt x="152" y="115"/>
                </a:moveTo>
                <a:cubicBezTo>
                  <a:pt x="164" y="109"/>
                  <a:pt x="164" y="109"/>
                  <a:pt x="164" y="109"/>
                </a:cubicBezTo>
                <a:cubicBezTo>
                  <a:pt x="115" y="71"/>
                  <a:pt x="115" y="71"/>
                  <a:pt x="115" y="71"/>
                </a:cubicBezTo>
                <a:cubicBezTo>
                  <a:pt x="98" y="84"/>
                  <a:pt x="98" y="84"/>
                  <a:pt x="98" y="84"/>
                </a:cubicBezTo>
                <a:cubicBezTo>
                  <a:pt x="98" y="84"/>
                  <a:pt x="98" y="84"/>
                  <a:pt x="97" y="84"/>
                </a:cubicBezTo>
                <a:lnTo>
                  <a:pt x="152" y="11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76" name="Freeform 178"/>
          <p:cNvSpPr>
            <a:spLocks noEditPoints="1"/>
          </p:cNvSpPr>
          <p:nvPr/>
        </p:nvSpPr>
        <p:spPr bwMode="auto">
          <a:xfrm>
            <a:off x="6170559" y="3092949"/>
            <a:ext cx="244204" cy="244204"/>
          </a:xfrm>
          <a:custGeom>
            <a:avLst/>
            <a:gdLst>
              <a:gd name="T0" fmla="*/ 160 w 170"/>
              <a:gd name="T1" fmla="*/ 37 h 170"/>
              <a:gd name="T2" fmla="*/ 167 w 170"/>
              <a:gd name="T3" fmla="*/ 39 h 170"/>
              <a:gd name="T4" fmla="*/ 170 w 170"/>
              <a:gd name="T5" fmla="*/ 46 h 170"/>
              <a:gd name="T6" fmla="*/ 170 w 170"/>
              <a:gd name="T7" fmla="*/ 161 h 170"/>
              <a:gd name="T8" fmla="*/ 167 w 170"/>
              <a:gd name="T9" fmla="*/ 167 h 170"/>
              <a:gd name="T10" fmla="*/ 160 w 170"/>
              <a:gd name="T11" fmla="*/ 170 h 170"/>
              <a:gd name="T12" fmla="*/ 70 w 170"/>
              <a:gd name="T13" fmla="*/ 170 h 170"/>
              <a:gd name="T14" fmla="*/ 63 w 170"/>
              <a:gd name="T15" fmla="*/ 167 h 170"/>
              <a:gd name="T16" fmla="*/ 61 w 170"/>
              <a:gd name="T17" fmla="*/ 161 h 170"/>
              <a:gd name="T18" fmla="*/ 61 w 170"/>
              <a:gd name="T19" fmla="*/ 133 h 170"/>
              <a:gd name="T20" fmla="*/ 9 w 170"/>
              <a:gd name="T21" fmla="*/ 133 h 170"/>
              <a:gd name="T22" fmla="*/ 3 w 170"/>
              <a:gd name="T23" fmla="*/ 131 h 170"/>
              <a:gd name="T24" fmla="*/ 0 w 170"/>
              <a:gd name="T25" fmla="*/ 124 h 170"/>
              <a:gd name="T26" fmla="*/ 0 w 170"/>
              <a:gd name="T27" fmla="*/ 61 h 170"/>
              <a:gd name="T28" fmla="*/ 2 w 170"/>
              <a:gd name="T29" fmla="*/ 52 h 170"/>
              <a:gd name="T30" fmla="*/ 7 w 170"/>
              <a:gd name="T31" fmla="*/ 45 h 170"/>
              <a:gd name="T32" fmla="*/ 45 w 170"/>
              <a:gd name="T33" fmla="*/ 7 h 170"/>
              <a:gd name="T34" fmla="*/ 52 w 170"/>
              <a:gd name="T35" fmla="*/ 2 h 170"/>
              <a:gd name="T36" fmla="*/ 61 w 170"/>
              <a:gd name="T37" fmla="*/ 0 h 170"/>
              <a:gd name="T38" fmla="*/ 100 w 170"/>
              <a:gd name="T39" fmla="*/ 0 h 170"/>
              <a:gd name="T40" fmla="*/ 106 w 170"/>
              <a:gd name="T41" fmla="*/ 3 h 170"/>
              <a:gd name="T42" fmla="*/ 109 w 170"/>
              <a:gd name="T43" fmla="*/ 9 h 170"/>
              <a:gd name="T44" fmla="*/ 109 w 170"/>
              <a:gd name="T45" fmla="*/ 40 h 170"/>
              <a:gd name="T46" fmla="*/ 121 w 170"/>
              <a:gd name="T47" fmla="*/ 37 h 170"/>
              <a:gd name="T48" fmla="*/ 160 w 170"/>
              <a:gd name="T49" fmla="*/ 37 h 170"/>
              <a:gd name="T50" fmla="*/ 67 w 170"/>
              <a:gd name="T51" fmla="*/ 82 h 170"/>
              <a:gd name="T52" fmla="*/ 97 w 170"/>
              <a:gd name="T53" fmla="*/ 52 h 170"/>
              <a:gd name="T54" fmla="*/ 97 w 170"/>
              <a:gd name="T55" fmla="*/ 12 h 170"/>
              <a:gd name="T56" fmla="*/ 61 w 170"/>
              <a:gd name="T57" fmla="*/ 12 h 170"/>
              <a:gd name="T58" fmla="*/ 61 w 170"/>
              <a:gd name="T59" fmla="*/ 52 h 170"/>
              <a:gd name="T60" fmla="*/ 58 w 170"/>
              <a:gd name="T61" fmla="*/ 58 h 170"/>
              <a:gd name="T62" fmla="*/ 52 w 170"/>
              <a:gd name="T63" fmla="*/ 61 h 170"/>
              <a:gd name="T64" fmla="*/ 12 w 170"/>
              <a:gd name="T65" fmla="*/ 61 h 170"/>
              <a:gd name="T66" fmla="*/ 12 w 170"/>
              <a:gd name="T67" fmla="*/ 121 h 170"/>
              <a:gd name="T68" fmla="*/ 61 w 170"/>
              <a:gd name="T69" fmla="*/ 121 h 170"/>
              <a:gd name="T70" fmla="*/ 61 w 170"/>
              <a:gd name="T71" fmla="*/ 97 h 170"/>
              <a:gd name="T72" fmla="*/ 63 w 170"/>
              <a:gd name="T73" fmla="*/ 89 h 170"/>
              <a:gd name="T74" fmla="*/ 67 w 170"/>
              <a:gd name="T75" fmla="*/ 82 h 170"/>
              <a:gd name="T76" fmla="*/ 49 w 170"/>
              <a:gd name="T77" fmla="*/ 20 h 170"/>
              <a:gd name="T78" fmla="*/ 20 w 170"/>
              <a:gd name="T79" fmla="*/ 49 h 170"/>
              <a:gd name="T80" fmla="*/ 49 w 170"/>
              <a:gd name="T81" fmla="*/ 49 h 170"/>
              <a:gd name="T82" fmla="*/ 49 w 170"/>
              <a:gd name="T83" fmla="*/ 20 h 170"/>
              <a:gd name="T84" fmla="*/ 157 w 170"/>
              <a:gd name="T85" fmla="*/ 158 h 170"/>
              <a:gd name="T86" fmla="*/ 157 w 170"/>
              <a:gd name="T87" fmla="*/ 49 h 170"/>
              <a:gd name="T88" fmla="*/ 121 w 170"/>
              <a:gd name="T89" fmla="*/ 49 h 170"/>
              <a:gd name="T90" fmla="*/ 121 w 170"/>
              <a:gd name="T91" fmla="*/ 88 h 170"/>
              <a:gd name="T92" fmla="*/ 118 w 170"/>
              <a:gd name="T93" fmla="*/ 94 h 170"/>
              <a:gd name="T94" fmla="*/ 112 w 170"/>
              <a:gd name="T95" fmla="*/ 97 h 170"/>
              <a:gd name="T96" fmla="*/ 73 w 170"/>
              <a:gd name="T97" fmla="*/ 97 h 170"/>
              <a:gd name="T98" fmla="*/ 73 w 170"/>
              <a:gd name="T99" fmla="*/ 158 h 170"/>
              <a:gd name="T100" fmla="*/ 157 w 170"/>
              <a:gd name="T101" fmla="*/ 158 h 170"/>
              <a:gd name="T102" fmla="*/ 109 w 170"/>
              <a:gd name="T103" fmla="*/ 57 h 170"/>
              <a:gd name="T104" fmla="*/ 81 w 170"/>
              <a:gd name="T105" fmla="*/ 85 h 170"/>
              <a:gd name="T106" fmla="*/ 109 w 170"/>
              <a:gd name="T107" fmla="*/ 85 h 170"/>
              <a:gd name="T108" fmla="*/ 109 w 170"/>
              <a:gd name="T109" fmla="*/ 57 h 1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70" h="170">
                <a:moveTo>
                  <a:pt x="160" y="37"/>
                </a:moveTo>
                <a:cubicBezTo>
                  <a:pt x="163" y="37"/>
                  <a:pt x="165" y="37"/>
                  <a:pt x="167" y="39"/>
                </a:cubicBezTo>
                <a:cubicBezTo>
                  <a:pt x="169" y="41"/>
                  <a:pt x="170" y="43"/>
                  <a:pt x="170" y="46"/>
                </a:cubicBezTo>
                <a:cubicBezTo>
                  <a:pt x="170" y="161"/>
                  <a:pt x="170" y="161"/>
                  <a:pt x="170" y="161"/>
                </a:cubicBezTo>
                <a:cubicBezTo>
                  <a:pt x="170" y="163"/>
                  <a:pt x="169" y="165"/>
                  <a:pt x="167" y="167"/>
                </a:cubicBezTo>
                <a:cubicBezTo>
                  <a:pt x="165" y="169"/>
                  <a:pt x="163" y="170"/>
                  <a:pt x="160" y="170"/>
                </a:cubicBezTo>
                <a:cubicBezTo>
                  <a:pt x="70" y="170"/>
                  <a:pt x="70" y="170"/>
                  <a:pt x="70" y="170"/>
                </a:cubicBezTo>
                <a:cubicBezTo>
                  <a:pt x="67" y="170"/>
                  <a:pt x="65" y="169"/>
                  <a:pt x="63" y="167"/>
                </a:cubicBezTo>
                <a:cubicBezTo>
                  <a:pt x="62" y="165"/>
                  <a:pt x="61" y="163"/>
                  <a:pt x="61" y="161"/>
                </a:cubicBezTo>
                <a:cubicBezTo>
                  <a:pt x="61" y="133"/>
                  <a:pt x="61" y="133"/>
                  <a:pt x="61" y="133"/>
                </a:cubicBezTo>
                <a:cubicBezTo>
                  <a:pt x="9" y="133"/>
                  <a:pt x="9" y="133"/>
                  <a:pt x="9" y="133"/>
                </a:cubicBezTo>
                <a:cubicBezTo>
                  <a:pt x="7" y="133"/>
                  <a:pt x="5" y="132"/>
                  <a:pt x="3" y="131"/>
                </a:cubicBezTo>
                <a:cubicBezTo>
                  <a:pt x="1" y="129"/>
                  <a:pt x="0" y="127"/>
                  <a:pt x="0" y="124"/>
                </a:cubicBezTo>
                <a:cubicBezTo>
                  <a:pt x="0" y="61"/>
                  <a:pt x="0" y="61"/>
                  <a:pt x="0" y="61"/>
                </a:cubicBezTo>
                <a:cubicBezTo>
                  <a:pt x="0" y="58"/>
                  <a:pt x="1" y="55"/>
                  <a:pt x="2" y="52"/>
                </a:cubicBezTo>
                <a:cubicBezTo>
                  <a:pt x="3" y="49"/>
                  <a:pt x="5" y="47"/>
                  <a:pt x="7" y="45"/>
                </a:cubicBezTo>
                <a:cubicBezTo>
                  <a:pt x="45" y="7"/>
                  <a:pt x="45" y="7"/>
                  <a:pt x="45" y="7"/>
                </a:cubicBezTo>
                <a:cubicBezTo>
                  <a:pt x="47" y="5"/>
                  <a:pt x="49" y="3"/>
                  <a:pt x="52" y="2"/>
                </a:cubicBezTo>
                <a:cubicBezTo>
                  <a:pt x="55" y="1"/>
                  <a:pt x="58" y="0"/>
                  <a:pt x="61" y="0"/>
                </a:cubicBezTo>
                <a:cubicBezTo>
                  <a:pt x="100" y="0"/>
                  <a:pt x="100" y="0"/>
                  <a:pt x="100" y="0"/>
                </a:cubicBezTo>
                <a:cubicBezTo>
                  <a:pt x="102" y="0"/>
                  <a:pt x="105" y="1"/>
                  <a:pt x="106" y="3"/>
                </a:cubicBezTo>
                <a:cubicBezTo>
                  <a:pt x="108" y="5"/>
                  <a:pt x="109" y="7"/>
                  <a:pt x="109" y="9"/>
                </a:cubicBezTo>
                <a:cubicBezTo>
                  <a:pt x="109" y="40"/>
                  <a:pt x="109" y="40"/>
                  <a:pt x="109" y="40"/>
                </a:cubicBezTo>
                <a:cubicBezTo>
                  <a:pt x="113" y="38"/>
                  <a:pt x="117" y="37"/>
                  <a:pt x="121" y="37"/>
                </a:cubicBezTo>
                <a:lnTo>
                  <a:pt x="160" y="37"/>
                </a:lnTo>
                <a:close/>
                <a:moveTo>
                  <a:pt x="67" y="82"/>
                </a:moveTo>
                <a:cubicBezTo>
                  <a:pt x="97" y="52"/>
                  <a:pt x="97" y="52"/>
                  <a:pt x="97" y="52"/>
                </a:cubicBezTo>
                <a:cubicBezTo>
                  <a:pt x="97" y="12"/>
                  <a:pt x="97" y="12"/>
                  <a:pt x="97" y="12"/>
                </a:cubicBezTo>
                <a:cubicBezTo>
                  <a:pt x="61" y="12"/>
                  <a:pt x="61" y="12"/>
                  <a:pt x="61" y="12"/>
                </a:cubicBezTo>
                <a:cubicBezTo>
                  <a:pt x="61" y="52"/>
                  <a:pt x="61" y="52"/>
                  <a:pt x="61" y="52"/>
                </a:cubicBezTo>
                <a:cubicBezTo>
                  <a:pt x="61" y="54"/>
                  <a:pt x="60" y="56"/>
                  <a:pt x="58" y="58"/>
                </a:cubicBezTo>
                <a:cubicBezTo>
                  <a:pt x="56" y="60"/>
                  <a:pt x="54" y="61"/>
                  <a:pt x="52" y="61"/>
                </a:cubicBezTo>
                <a:cubicBezTo>
                  <a:pt x="12" y="61"/>
                  <a:pt x="12" y="61"/>
                  <a:pt x="12" y="61"/>
                </a:cubicBezTo>
                <a:cubicBezTo>
                  <a:pt x="12" y="121"/>
                  <a:pt x="12" y="121"/>
                  <a:pt x="12" y="121"/>
                </a:cubicBezTo>
                <a:cubicBezTo>
                  <a:pt x="61" y="121"/>
                  <a:pt x="61" y="121"/>
                  <a:pt x="61" y="121"/>
                </a:cubicBezTo>
                <a:cubicBezTo>
                  <a:pt x="61" y="97"/>
                  <a:pt x="61" y="97"/>
                  <a:pt x="61" y="97"/>
                </a:cubicBezTo>
                <a:cubicBezTo>
                  <a:pt x="61" y="95"/>
                  <a:pt x="61" y="92"/>
                  <a:pt x="63" y="89"/>
                </a:cubicBezTo>
                <a:cubicBezTo>
                  <a:pt x="64" y="86"/>
                  <a:pt x="65" y="83"/>
                  <a:pt x="67" y="82"/>
                </a:cubicBezTo>
                <a:close/>
                <a:moveTo>
                  <a:pt x="49" y="20"/>
                </a:moveTo>
                <a:cubicBezTo>
                  <a:pt x="20" y="49"/>
                  <a:pt x="20" y="49"/>
                  <a:pt x="20" y="49"/>
                </a:cubicBezTo>
                <a:cubicBezTo>
                  <a:pt x="49" y="49"/>
                  <a:pt x="49" y="49"/>
                  <a:pt x="49" y="49"/>
                </a:cubicBezTo>
                <a:lnTo>
                  <a:pt x="49" y="20"/>
                </a:lnTo>
                <a:close/>
                <a:moveTo>
                  <a:pt x="157" y="158"/>
                </a:moveTo>
                <a:cubicBezTo>
                  <a:pt x="157" y="49"/>
                  <a:pt x="157" y="49"/>
                  <a:pt x="157" y="49"/>
                </a:cubicBezTo>
                <a:cubicBezTo>
                  <a:pt x="121" y="49"/>
                  <a:pt x="121" y="49"/>
                  <a:pt x="121" y="49"/>
                </a:cubicBezTo>
                <a:cubicBezTo>
                  <a:pt x="121" y="88"/>
                  <a:pt x="121" y="88"/>
                  <a:pt x="121" y="88"/>
                </a:cubicBezTo>
                <a:cubicBezTo>
                  <a:pt x="121" y="90"/>
                  <a:pt x="120" y="93"/>
                  <a:pt x="118" y="94"/>
                </a:cubicBezTo>
                <a:cubicBezTo>
                  <a:pt x="117" y="96"/>
                  <a:pt x="115" y="97"/>
                  <a:pt x="112" y="97"/>
                </a:cubicBezTo>
                <a:cubicBezTo>
                  <a:pt x="73" y="97"/>
                  <a:pt x="73" y="97"/>
                  <a:pt x="73" y="97"/>
                </a:cubicBezTo>
                <a:cubicBezTo>
                  <a:pt x="73" y="158"/>
                  <a:pt x="73" y="158"/>
                  <a:pt x="73" y="158"/>
                </a:cubicBezTo>
                <a:lnTo>
                  <a:pt x="157" y="158"/>
                </a:lnTo>
                <a:close/>
                <a:moveTo>
                  <a:pt x="109" y="57"/>
                </a:moveTo>
                <a:cubicBezTo>
                  <a:pt x="81" y="85"/>
                  <a:pt x="81" y="85"/>
                  <a:pt x="81" y="85"/>
                </a:cubicBezTo>
                <a:cubicBezTo>
                  <a:pt x="109" y="85"/>
                  <a:pt x="109" y="85"/>
                  <a:pt x="109" y="85"/>
                </a:cubicBezTo>
                <a:lnTo>
                  <a:pt x="109" y="5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77" name="Freeform 179"/>
          <p:cNvSpPr>
            <a:spLocks/>
          </p:cNvSpPr>
          <p:nvPr/>
        </p:nvSpPr>
        <p:spPr bwMode="auto">
          <a:xfrm>
            <a:off x="6473112" y="3112399"/>
            <a:ext cx="190176" cy="205304"/>
          </a:xfrm>
          <a:custGeom>
            <a:avLst/>
            <a:gdLst>
              <a:gd name="T0" fmla="*/ 132 w 132"/>
              <a:gd name="T1" fmla="*/ 118 h 144"/>
              <a:gd name="T2" fmla="*/ 125 w 132"/>
              <a:gd name="T3" fmla="*/ 137 h 144"/>
              <a:gd name="T4" fmla="*/ 106 w 132"/>
              <a:gd name="T5" fmla="*/ 144 h 144"/>
              <a:gd name="T6" fmla="*/ 84 w 132"/>
              <a:gd name="T7" fmla="*/ 135 h 144"/>
              <a:gd name="T8" fmla="*/ 10 w 132"/>
              <a:gd name="T9" fmla="*/ 61 h 144"/>
              <a:gd name="T10" fmla="*/ 0 w 132"/>
              <a:gd name="T11" fmla="*/ 36 h 144"/>
              <a:gd name="T12" fmla="*/ 10 w 132"/>
              <a:gd name="T13" fmla="*/ 10 h 144"/>
              <a:gd name="T14" fmla="*/ 36 w 132"/>
              <a:gd name="T15" fmla="*/ 0 h 144"/>
              <a:gd name="T16" fmla="*/ 61 w 132"/>
              <a:gd name="T17" fmla="*/ 10 h 144"/>
              <a:gd name="T18" fmla="*/ 119 w 132"/>
              <a:gd name="T19" fmla="*/ 68 h 144"/>
              <a:gd name="T20" fmla="*/ 120 w 132"/>
              <a:gd name="T21" fmla="*/ 70 h 144"/>
              <a:gd name="T22" fmla="*/ 117 w 132"/>
              <a:gd name="T23" fmla="*/ 74 h 144"/>
              <a:gd name="T24" fmla="*/ 112 w 132"/>
              <a:gd name="T25" fmla="*/ 77 h 144"/>
              <a:gd name="T26" fmla="*/ 110 w 132"/>
              <a:gd name="T27" fmla="*/ 76 h 144"/>
              <a:gd name="T28" fmla="*/ 53 w 132"/>
              <a:gd name="T29" fmla="*/ 19 h 144"/>
              <a:gd name="T30" fmla="*/ 36 w 132"/>
              <a:gd name="T31" fmla="*/ 11 h 144"/>
              <a:gd name="T32" fmla="*/ 19 w 132"/>
              <a:gd name="T33" fmla="*/ 19 h 144"/>
              <a:gd name="T34" fmla="*/ 12 w 132"/>
              <a:gd name="T35" fmla="*/ 36 h 144"/>
              <a:gd name="T36" fmla="*/ 19 w 132"/>
              <a:gd name="T37" fmla="*/ 53 h 144"/>
              <a:gd name="T38" fmla="*/ 92 w 132"/>
              <a:gd name="T39" fmla="*/ 126 h 144"/>
              <a:gd name="T40" fmla="*/ 106 w 132"/>
              <a:gd name="T41" fmla="*/ 132 h 144"/>
              <a:gd name="T42" fmla="*/ 116 w 132"/>
              <a:gd name="T43" fmla="*/ 128 h 144"/>
              <a:gd name="T44" fmla="*/ 120 w 132"/>
              <a:gd name="T45" fmla="*/ 118 h 144"/>
              <a:gd name="T46" fmla="*/ 114 w 132"/>
              <a:gd name="T47" fmla="*/ 104 h 144"/>
              <a:gd name="T48" fmla="*/ 59 w 132"/>
              <a:gd name="T49" fmla="*/ 50 h 144"/>
              <a:gd name="T50" fmla="*/ 54 w 132"/>
              <a:gd name="T51" fmla="*/ 47 h 144"/>
              <a:gd name="T52" fmla="*/ 49 w 132"/>
              <a:gd name="T53" fmla="*/ 49 h 144"/>
              <a:gd name="T54" fmla="*/ 47 w 132"/>
              <a:gd name="T55" fmla="*/ 54 h 144"/>
              <a:gd name="T56" fmla="*/ 50 w 132"/>
              <a:gd name="T57" fmla="*/ 59 h 144"/>
              <a:gd name="T58" fmla="*/ 88 w 132"/>
              <a:gd name="T59" fmla="*/ 98 h 144"/>
              <a:gd name="T60" fmla="*/ 89 w 132"/>
              <a:gd name="T61" fmla="*/ 100 h 144"/>
              <a:gd name="T62" fmla="*/ 86 w 132"/>
              <a:gd name="T63" fmla="*/ 104 h 144"/>
              <a:gd name="T64" fmla="*/ 82 w 132"/>
              <a:gd name="T65" fmla="*/ 107 h 144"/>
              <a:gd name="T66" fmla="*/ 80 w 132"/>
              <a:gd name="T67" fmla="*/ 106 h 144"/>
              <a:gd name="T68" fmla="*/ 41 w 132"/>
              <a:gd name="T69" fmla="*/ 68 h 144"/>
              <a:gd name="T70" fmla="*/ 35 w 132"/>
              <a:gd name="T71" fmla="*/ 54 h 144"/>
              <a:gd name="T72" fmla="*/ 40 w 132"/>
              <a:gd name="T73" fmla="*/ 40 h 144"/>
              <a:gd name="T74" fmla="*/ 54 w 132"/>
              <a:gd name="T75" fmla="*/ 35 h 144"/>
              <a:gd name="T76" fmla="*/ 68 w 132"/>
              <a:gd name="T77" fmla="*/ 41 h 144"/>
              <a:gd name="T78" fmla="*/ 123 w 132"/>
              <a:gd name="T79" fmla="*/ 96 h 144"/>
              <a:gd name="T80" fmla="*/ 132 w 132"/>
              <a:gd name="T81" fmla="*/ 118 h 1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32" h="144">
                <a:moveTo>
                  <a:pt x="132" y="118"/>
                </a:moveTo>
                <a:cubicBezTo>
                  <a:pt x="132" y="126"/>
                  <a:pt x="130" y="132"/>
                  <a:pt x="125" y="137"/>
                </a:cubicBezTo>
                <a:cubicBezTo>
                  <a:pt x="120" y="142"/>
                  <a:pt x="113" y="144"/>
                  <a:pt x="106" y="144"/>
                </a:cubicBezTo>
                <a:cubicBezTo>
                  <a:pt x="98" y="144"/>
                  <a:pt x="90" y="141"/>
                  <a:pt x="84" y="135"/>
                </a:cubicBezTo>
                <a:cubicBezTo>
                  <a:pt x="10" y="61"/>
                  <a:pt x="10" y="61"/>
                  <a:pt x="10" y="61"/>
                </a:cubicBezTo>
                <a:cubicBezTo>
                  <a:pt x="3" y="54"/>
                  <a:pt x="0" y="46"/>
                  <a:pt x="0" y="36"/>
                </a:cubicBezTo>
                <a:cubicBezTo>
                  <a:pt x="0" y="26"/>
                  <a:pt x="3" y="17"/>
                  <a:pt x="10" y="10"/>
                </a:cubicBezTo>
                <a:cubicBezTo>
                  <a:pt x="17" y="3"/>
                  <a:pt x="26" y="0"/>
                  <a:pt x="36" y="0"/>
                </a:cubicBezTo>
                <a:cubicBezTo>
                  <a:pt x="46" y="0"/>
                  <a:pt x="54" y="3"/>
                  <a:pt x="61" y="10"/>
                </a:cubicBezTo>
                <a:cubicBezTo>
                  <a:pt x="119" y="68"/>
                  <a:pt x="119" y="68"/>
                  <a:pt x="119" y="68"/>
                </a:cubicBezTo>
                <a:cubicBezTo>
                  <a:pt x="119" y="68"/>
                  <a:pt x="120" y="69"/>
                  <a:pt x="120" y="70"/>
                </a:cubicBezTo>
                <a:cubicBezTo>
                  <a:pt x="120" y="71"/>
                  <a:pt x="119" y="72"/>
                  <a:pt x="117" y="74"/>
                </a:cubicBezTo>
                <a:cubicBezTo>
                  <a:pt x="115" y="76"/>
                  <a:pt x="113" y="77"/>
                  <a:pt x="112" y="77"/>
                </a:cubicBezTo>
                <a:cubicBezTo>
                  <a:pt x="111" y="77"/>
                  <a:pt x="111" y="77"/>
                  <a:pt x="110" y="76"/>
                </a:cubicBezTo>
                <a:cubicBezTo>
                  <a:pt x="53" y="19"/>
                  <a:pt x="53" y="19"/>
                  <a:pt x="53" y="19"/>
                </a:cubicBezTo>
                <a:cubicBezTo>
                  <a:pt x="48" y="14"/>
                  <a:pt x="42" y="11"/>
                  <a:pt x="36" y="11"/>
                </a:cubicBezTo>
                <a:cubicBezTo>
                  <a:pt x="29" y="11"/>
                  <a:pt x="23" y="14"/>
                  <a:pt x="19" y="19"/>
                </a:cubicBezTo>
                <a:cubicBezTo>
                  <a:pt x="14" y="23"/>
                  <a:pt x="12" y="29"/>
                  <a:pt x="12" y="36"/>
                </a:cubicBezTo>
                <a:cubicBezTo>
                  <a:pt x="12" y="42"/>
                  <a:pt x="14" y="48"/>
                  <a:pt x="19" y="53"/>
                </a:cubicBezTo>
                <a:cubicBezTo>
                  <a:pt x="92" y="126"/>
                  <a:pt x="92" y="126"/>
                  <a:pt x="92" y="126"/>
                </a:cubicBezTo>
                <a:cubicBezTo>
                  <a:pt x="96" y="130"/>
                  <a:pt x="101" y="132"/>
                  <a:pt x="106" y="132"/>
                </a:cubicBezTo>
                <a:cubicBezTo>
                  <a:pt x="110" y="132"/>
                  <a:pt x="113" y="131"/>
                  <a:pt x="116" y="128"/>
                </a:cubicBezTo>
                <a:cubicBezTo>
                  <a:pt x="119" y="126"/>
                  <a:pt x="120" y="122"/>
                  <a:pt x="120" y="118"/>
                </a:cubicBezTo>
                <a:cubicBezTo>
                  <a:pt x="120" y="113"/>
                  <a:pt x="118" y="108"/>
                  <a:pt x="114" y="104"/>
                </a:cubicBezTo>
                <a:cubicBezTo>
                  <a:pt x="59" y="50"/>
                  <a:pt x="59" y="50"/>
                  <a:pt x="59" y="50"/>
                </a:cubicBezTo>
                <a:cubicBezTo>
                  <a:pt x="58" y="48"/>
                  <a:pt x="56" y="47"/>
                  <a:pt x="54" y="47"/>
                </a:cubicBezTo>
                <a:cubicBezTo>
                  <a:pt x="52" y="47"/>
                  <a:pt x="50" y="48"/>
                  <a:pt x="49" y="49"/>
                </a:cubicBezTo>
                <a:cubicBezTo>
                  <a:pt x="48" y="50"/>
                  <a:pt x="47" y="52"/>
                  <a:pt x="47" y="54"/>
                </a:cubicBezTo>
                <a:cubicBezTo>
                  <a:pt x="47" y="56"/>
                  <a:pt x="48" y="57"/>
                  <a:pt x="50" y="59"/>
                </a:cubicBezTo>
                <a:cubicBezTo>
                  <a:pt x="88" y="98"/>
                  <a:pt x="88" y="98"/>
                  <a:pt x="88" y="98"/>
                </a:cubicBezTo>
                <a:cubicBezTo>
                  <a:pt x="89" y="99"/>
                  <a:pt x="89" y="99"/>
                  <a:pt x="89" y="100"/>
                </a:cubicBezTo>
                <a:cubicBezTo>
                  <a:pt x="89" y="101"/>
                  <a:pt x="88" y="103"/>
                  <a:pt x="86" y="104"/>
                </a:cubicBezTo>
                <a:cubicBezTo>
                  <a:pt x="84" y="106"/>
                  <a:pt x="83" y="107"/>
                  <a:pt x="82" y="107"/>
                </a:cubicBezTo>
                <a:cubicBezTo>
                  <a:pt x="81" y="107"/>
                  <a:pt x="80" y="107"/>
                  <a:pt x="80" y="106"/>
                </a:cubicBezTo>
                <a:cubicBezTo>
                  <a:pt x="41" y="68"/>
                  <a:pt x="41" y="68"/>
                  <a:pt x="41" y="68"/>
                </a:cubicBezTo>
                <a:cubicBezTo>
                  <a:pt x="37" y="64"/>
                  <a:pt x="35" y="59"/>
                  <a:pt x="35" y="54"/>
                </a:cubicBezTo>
                <a:cubicBezTo>
                  <a:pt x="35" y="48"/>
                  <a:pt x="37" y="44"/>
                  <a:pt x="40" y="40"/>
                </a:cubicBezTo>
                <a:cubicBezTo>
                  <a:pt x="44" y="37"/>
                  <a:pt x="48" y="35"/>
                  <a:pt x="54" y="35"/>
                </a:cubicBezTo>
                <a:cubicBezTo>
                  <a:pt x="59" y="35"/>
                  <a:pt x="64" y="37"/>
                  <a:pt x="68" y="41"/>
                </a:cubicBezTo>
                <a:cubicBezTo>
                  <a:pt x="123" y="96"/>
                  <a:pt x="123" y="96"/>
                  <a:pt x="123" y="96"/>
                </a:cubicBezTo>
                <a:cubicBezTo>
                  <a:pt x="129" y="102"/>
                  <a:pt x="132" y="110"/>
                  <a:pt x="132" y="11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78" name="Freeform 180"/>
          <p:cNvSpPr>
            <a:spLocks noEditPoints="1"/>
          </p:cNvSpPr>
          <p:nvPr/>
        </p:nvSpPr>
        <p:spPr bwMode="auto">
          <a:xfrm>
            <a:off x="6721637" y="3110237"/>
            <a:ext cx="207464" cy="209627"/>
          </a:xfrm>
          <a:custGeom>
            <a:avLst/>
            <a:gdLst>
              <a:gd name="T0" fmla="*/ 145 w 145"/>
              <a:gd name="T1" fmla="*/ 49 h 146"/>
              <a:gd name="T2" fmla="*/ 145 w 145"/>
              <a:gd name="T3" fmla="*/ 136 h 146"/>
              <a:gd name="T4" fmla="*/ 143 w 145"/>
              <a:gd name="T5" fmla="*/ 143 h 146"/>
              <a:gd name="T6" fmla="*/ 136 w 145"/>
              <a:gd name="T7" fmla="*/ 146 h 146"/>
              <a:gd name="T8" fmla="*/ 9 w 145"/>
              <a:gd name="T9" fmla="*/ 146 h 146"/>
              <a:gd name="T10" fmla="*/ 3 w 145"/>
              <a:gd name="T11" fmla="*/ 143 h 146"/>
              <a:gd name="T12" fmla="*/ 0 w 145"/>
              <a:gd name="T13" fmla="*/ 136 h 146"/>
              <a:gd name="T14" fmla="*/ 0 w 145"/>
              <a:gd name="T15" fmla="*/ 9 h 146"/>
              <a:gd name="T16" fmla="*/ 3 w 145"/>
              <a:gd name="T17" fmla="*/ 3 h 146"/>
              <a:gd name="T18" fmla="*/ 9 w 145"/>
              <a:gd name="T19" fmla="*/ 0 h 146"/>
              <a:gd name="T20" fmla="*/ 97 w 145"/>
              <a:gd name="T21" fmla="*/ 0 h 146"/>
              <a:gd name="T22" fmla="*/ 105 w 145"/>
              <a:gd name="T23" fmla="*/ 2 h 146"/>
              <a:gd name="T24" fmla="*/ 113 w 145"/>
              <a:gd name="T25" fmla="*/ 7 h 146"/>
              <a:gd name="T26" fmla="*/ 139 w 145"/>
              <a:gd name="T27" fmla="*/ 33 h 146"/>
              <a:gd name="T28" fmla="*/ 144 w 145"/>
              <a:gd name="T29" fmla="*/ 40 h 146"/>
              <a:gd name="T30" fmla="*/ 145 w 145"/>
              <a:gd name="T31" fmla="*/ 49 h 146"/>
              <a:gd name="T32" fmla="*/ 121 w 145"/>
              <a:gd name="T33" fmla="*/ 133 h 146"/>
              <a:gd name="T34" fmla="*/ 133 w 145"/>
              <a:gd name="T35" fmla="*/ 133 h 146"/>
              <a:gd name="T36" fmla="*/ 133 w 145"/>
              <a:gd name="T37" fmla="*/ 49 h 146"/>
              <a:gd name="T38" fmla="*/ 132 w 145"/>
              <a:gd name="T39" fmla="*/ 45 h 146"/>
              <a:gd name="T40" fmla="*/ 131 w 145"/>
              <a:gd name="T41" fmla="*/ 42 h 146"/>
              <a:gd name="T42" fmla="*/ 104 w 145"/>
              <a:gd name="T43" fmla="*/ 15 h 146"/>
              <a:gd name="T44" fmla="*/ 101 w 145"/>
              <a:gd name="T45" fmla="*/ 13 h 146"/>
              <a:gd name="T46" fmla="*/ 97 w 145"/>
              <a:gd name="T47" fmla="*/ 12 h 146"/>
              <a:gd name="T48" fmla="*/ 97 w 145"/>
              <a:gd name="T49" fmla="*/ 52 h 146"/>
              <a:gd name="T50" fmla="*/ 94 w 145"/>
              <a:gd name="T51" fmla="*/ 58 h 146"/>
              <a:gd name="T52" fmla="*/ 88 w 145"/>
              <a:gd name="T53" fmla="*/ 61 h 146"/>
              <a:gd name="T54" fmla="*/ 34 w 145"/>
              <a:gd name="T55" fmla="*/ 61 h 146"/>
              <a:gd name="T56" fmla="*/ 27 w 145"/>
              <a:gd name="T57" fmla="*/ 58 h 146"/>
              <a:gd name="T58" fmla="*/ 24 w 145"/>
              <a:gd name="T59" fmla="*/ 52 h 146"/>
              <a:gd name="T60" fmla="*/ 24 w 145"/>
              <a:gd name="T61" fmla="*/ 12 h 146"/>
              <a:gd name="T62" fmla="*/ 12 w 145"/>
              <a:gd name="T63" fmla="*/ 12 h 146"/>
              <a:gd name="T64" fmla="*/ 12 w 145"/>
              <a:gd name="T65" fmla="*/ 133 h 146"/>
              <a:gd name="T66" fmla="*/ 24 w 145"/>
              <a:gd name="T67" fmla="*/ 133 h 146"/>
              <a:gd name="T68" fmla="*/ 24 w 145"/>
              <a:gd name="T69" fmla="*/ 94 h 146"/>
              <a:gd name="T70" fmla="*/ 27 w 145"/>
              <a:gd name="T71" fmla="*/ 88 h 146"/>
              <a:gd name="T72" fmla="*/ 34 w 145"/>
              <a:gd name="T73" fmla="*/ 85 h 146"/>
              <a:gd name="T74" fmla="*/ 112 w 145"/>
              <a:gd name="T75" fmla="*/ 85 h 146"/>
              <a:gd name="T76" fmla="*/ 119 w 145"/>
              <a:gd name="T77" fmla="*/ 88 h 146"/>
              <a:gd name="T78" fmla="*/ 121 w 145"/>
              <a:gd name="T79" fmla="*/ 94 h 146"/>
              <a:gd name="T80" fmla="*/ 121 w 145"/>
              <a:gd name="T81" fmla="*/ 133 h 146"/>
              <a:gd name="T82" fmla="*/ 37 w 145"/>
              <a:gd name="T83" fmla="*/ 133 h 146"/>
              <a:gd name="T84" fmla="*/ 109 w 145"/>
              <a:gd name="T85" fmla="*/ 133 h 146"/>
              <a:gd name="T86" fmla="*/ 109 w 145"/>
              <a:gd name="T87" fmla="*/ 97 h 146"/>
              <a:gd name="T88" fmla="*/ 37 w 145"/>
              <a:gd name="T89" fmla="*/ 97 h 146"/>
              <a:gd name="T90" fmla="*/ 37 w 145"/>
              <a:gd name="T91" fmla="*/ 133 h 146"/>
              <a:gd name="T92" fmla="*/ 85 w 145"/>
              <a:gd name="T93" fmla="*/ 46 h 146"/>
              <a:gd name="T94" fmla="*/ 85 w 145"/>
              <a:gd name="T95" fmla="*/ 15 h 146"/>
              <a:gd name="T96" fmla="*/ 84 w 145"/>
              <a:gd name="T97" fmla="*/ 13 h 146"/>
              <a:gd name="T98" fmla="*/ 82 w 145"/>
              <a:gd name="T99" fmla="*/ 12 h 146"/>
              <a:gd name="T100" fmla="*/ 64 w 145"/>
              <a:gd name="T101" fmla="*/ 12 h 146"/>
              <a:gd name="T102" fmla="*/ 62 w 145"/>
              <a:gd name="T103" fmla="*/ 13 h 146"/>
              <a:gd name="T104" fmla="*/ 61 w 145"/>
              <a:gd name="T105" fmla="*/ 15 h 146"/>
              <a:gd name="T106" fmla="*/ 61 w 145"/>
              <a:gd name="T107" fmla="*/ 46 h 146"/>
              <a:gd name="T108" fmla="*/ 62 w 145"/>
              <a:gd name="T109" fmla="*/ 48 h 146"/>
              <a:gd name="T110" fmla="*/ 64 w 145"/>
              <a:gd name="T111" fmla="*/ 49 h 146"/>
              <a:gd name="T112" fmla="*/ 82 w 145"/>
              <a:gd name="T113" fmla="*/ 49 h 146"/>
              <a:gd name="T114" fmla="*/ 84 w 145"/>
              <a:gd name="T115" fmla="*/ 48 h 146"/>
              <a:gd name="T116" fmla="*/ 85 w 145"/>
              <a:gd name="T117" fmla="*/ 46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45" h="146">
                <a:moveTo>
                  <a:pt x="145" y="49"/>
                </a:moveTo>
                <a:cubicBezTo>
                  <a:pt x="145" y="136"/>
                  <a:pt x="145" y="136"/>
                  <a:pt x="145" y="136"/>
                </a:cubicBezTo>
                <a:cubicBezTo>
                  <a:pt x="145" y="139"/>
                  <a:pt x="145" y="141"/>
                  <a:pt x="143" y="143"/>
                </a:cubicBezTo>
                <a:cubicBezTo>
                  <a:pt x="141" y="145"/>
                  <a:pt x="139" y="146"/>
                  <a:pt x="136" y="146"/>
                </a:cubicBezTo>
                <a:cubicBezTo>
                  <a:pt x="9" y="146"/>
                  <a:pt x="9" y="146"/>
                  <a:pt x="9" y="146"/>
                </a:cubicBezTo>
                <a:cubicBezTo>
                  <a:pt x="7" y="146"/>
                  <a:pt x="5" y="145"/>
                  <a:pt x="3" y="143"/>
                </a:cubicBezTo>
                <a:cubicBezTo>
                  <a:pt x="1" y="141"/>
                  <a:pt x="0" y="139"/>
                  <a:pt x="0" y="136"/>
                </a:cubicBezTo>
                <a:cubicBezTo>
                  <a:pt x="0" y="9"/>
                  <a:pt x="0" y="9"/>
                  <a:pt x="0" y="9"/>
                </a:cubicBezTo>
                <a:cubicBezTo>
                  <a:pt x="0" y="7"/>
                  <a:pt x="1" y="5"/>
                  <a:pt x="3" y="3"/>
                </a:cubicBezTo>
                <a:cubicBezTo>
                  <a:pt x="5" y="1"/>
                  <a:pt x="7" y="0"/>
                  <a:pt x="9" y="0"/>
                </a:cubicBezTo>
                <a:cubicBezTo>
                  <a:pt x="97" y="0"/>
                  <a:pt x="97" y="0"/>
                  <a:pt x="97" y="0"/>
                </a:cubicBezTo>
                <a:cubicBezTo>
                  <a:pt x="100" y="0"/>
                  <a:pt x="102" y="1"/>
                  <a:pt x="105" y="2"/>
                </a:cubicBezTo>
                <a:cubicBezTo>
                  <a:pt x="108" y="3"/>
                  <a:pt x="111" y="5"/>
                  <a:pt x="113" y="7"/>
                </a:cubicBezTo>
                <a:cubicBezTo>
                  <a:pt x="139" y="33"/>
                  <a:pt x="139" y="33"/>
                  <a:pt x="139" y="33"/>
                </a:cubicBezTo>
                <a:cubicBezTo>
                  <a:pt x="141" y="35"/>
                  <a:pt x="142" y="37"/>
                  <a:pt x="144" y="40"/>
                </a:cubicBezTo>
                <a:cubicBezTo>
                  <a:pt x="145" y="43"/>
                  <a:pt x="145" y="46"/>
                  <a:pt x="145" y="49"/>
                </a:cubicBezTo>
                <a:close/>
                <a:moveTo>
                  <a:pt x="121" y="133"/>
                </a:moveTo>
                <a:cubicBezTo>
                  <a:pt x="133" y="133"/>
                  <a:pt x="133" y="133"/>
                  <a:pt x="133" y="133"/>
                </a:cubicBezTo>
                <a:cubicBezTo>
                  <a:pt x="133" y="49"/>
                  <a:pt x="133" y="49"/>
                  <a:pt x="133" y="49"/>
                </a:cubicBezTo>
                <a:cubicBezTo>
                  <a:pt x="133" y="48"/>
                  <a:pt x="133" y="47"/>
                  <a:pt x="132" y="45"/>
                </a:cubicBezTo>
                <a:cubicBezTo>
                  <a:pt x="132" y="44"/>
                  <a:pt x="131" y="42"/>
                  <a:pt x="131" y="42"/>
                </a:cubicBezTo>
                <a:cubicBezTo>
                  <a:pt x="104" y="15"/>
                  <a:pt x="104" y="15"/>
                  <a:pt x="104" y="15"/>
                </a:cubicBezTo>
                <a:cubicBezTo>
                  <a:pt x="103" y="15"/>
                  <a:pt x="102" y="14"/>
                  <a:pt x="101" y="13"/>
                </a:cubicBezTo>
                <a:cubicBezTo>
                  <a:pt x="99" y="13"/>
                  <a:pt x="98" y="12"/>
                  <a:pt x="97" y="12"/>
                </a:cubicBezTo>
                <a:cubicBezTo>
                  <a:pt x="97" y="52"/>
                  <a:pt x="97" y="52"/>
                  <a:pt x="97" y="52"/>
                </a:cubicBezTo>
                <a:cubicBezTo>
                  <a:pt x="97" y="54"/>
                  <a:pt x="96" y="56"/>
                  <a:pt x="94" y="58"/>
                </a:cubicBezTo>
                <a:cubicBezTo>
                  <a:pt x="93" y="60"/>
                  <a:pt x="91" y="61"/>
                  <a:pt x="88" y="61"/>
                </a:cubicBezTo>
                <a:cubicBezTo>
                  <a:pt x="34" y="61"/>
                  <a:pt x="34" y="61"/>
                  <a:pt x="34" y="61"/>
                </a:cubicBezTo>
                <a:cubicBezTo>
                  <a:pt x="31" y="61"/>
                  <a:pt x="29" y="60"/>
                  <a:pt x="27" y="58"/>
                </a:cubicBezTo>
                <a:cubicBezTo>
                  <a:pt x="25" y="56"/>
                  <a:pt x="24" y="54"/>
                  <a:pt x="24" y="52"/>
                </a:cubicBezTo>
                <a:cubicBezTo>
                  <a:pt x="24" y="12"/>
                  <a:pt x="24" y="12"/>
                  <a:pt x="24" y="12"/>
                </a:cubicBezTo>
                <a:cubicBezTo>
                  <a:pt x="12" y="12"/>
                  <a:pt x="12" y="12"/>
                  <a:pt x="12" y="12"/>
                </a:cubicBezTo>
                <a:cubicBezTo>
                  <a:pt x="12" y="133"/>
                  <a:pt x="12" y="133"/>
                  <a:pt x="12" y="133"/>
                </a:cubicBezTo>
                <a:cubicBezTo>
                  <a:pt x="24" y="133"/>
                  <a:pt x="24" y="133"/>
                  <a:pt x="24" y="133"/>
                </a:cubicBezTo>
                <a:cubicBezTo>
                  <a:pt x="24" y="94"/>
                  <a:pt x="24" y="94"/>
                  <a:pt x="24" y="94"/>
                </a:cubicBezTo>
                <a:cubicBezTo>
                  <a:pt x="24" y="92"/>
                  <a:pt x="25" y="89"/>
                  <a:pt x="27" y="88"/>
                </a:cubicBezTo>
                <a:cubicBezTo>
                  <a:pt x="29" y="86"/>
                  <a:pt x="31" y="85"/>
                  <a:pt x="34" y="85"/>
                </a:cubicBezTo>
                <a:cubicBezTo>
                  <a:pt x="112" y="85"/>
                  <a:pt x="112" y="85"/>
                  <a:pt x="112" y="85"/>
                </a:cubicBezTo>
                <a:cubicBezTo>
                  <a:pt x="115" y="85"/>
                  <a:pt x="117" y="86"/>
                  <a:pt x="119" y="88"/>
                </a:cubicBezTo>
                <a:cubicBezTo>
                  <a:pt x="120" y="89"/>
                  <a:pt x="121" y="92"/>
                  <a:pt x="121" y="94"/>
                </a:cubicBezTo>
                <a:lnTo>
                  <a:pt x="121" y="133"/>
                </a:lnTo>
                <a:close/>
                <a:moveTo>
                  <a:pt x="37" y="133"/>
                </a:moveTo>
                <a:cubicBezTo>
                  <a:pt x="109" y="133"/>
                  <a:pt x="109" y="133"/>
                  <a:pt x="109" y="133"/>
                </a:cubicBezTo>
                <a:cubicBezTo>
                  <a:pt x="109" y="97"/>
                  <a:pt x="109" y="97"/>
                  <a:pt x="109" y="97"/>
                </a:cubicBezTo>
                <a:cubicBezTo>
                  <a:pt x="37" y="97"/>
                  <a:pt x="37" y="97"/>
                  <a:pt x="37" y="97"/>
                </a:cubicBezTo>
                <a:lnTo>
                  <a:pt x="37" y="133"/>
                </a:lnTo>
                <a:close/>
                <a:moveTo>
                  <a:pt x="85" y="46"/>
                </a:moveTo>
                <a:cubicBezTo>
                  <a:pt x="85" y="15"/>
                  <a:pt x="85" y="15"/>
                  <a:pt x="85" y="15"/>
                </a:cubicBezTo>
                <a:cubicBezTo>
                  <a:pt x="85" y="15"/>
                  <a:pt x="85" y="14"/>
                  <a:pt x="84" y="13"/>
                </a:cubicBezTo>
                <a:cubicBezTo>
                  <a:pt x="83" y="13"/>
                  <a:pt x="83" y="12"/>
                  <a:pt x="82" y="12"/>
                </a:cubicBezTo>
                <a:cubicBezTo>
                  <a:pt x="64" y="12"/>
                  <a:pt x="64" y="12"/>
                  <a:pt x="64" y="12"/>
                </a:cubicBezTo>
                <a:cubicBezTo>
                  <a:pt x="63" y="12"/>
                  <a:pt x="62" y="13"/>
                  <a:pt x="62" y="13"/>
                </a:cubicBezTo>
                <a:cubicBezTo>
                  <a:pt x="61" y="14"/>
                  <a:pt x="61" y="15"/>
                  <a:pt x="61" y="15"/>
                </a:cubicBezTo>
                <a:cubicBezTo>
                  <a:pt x="61" y="46"/>
                  <a:pt x="61" y="46"/>
                  <a:pt x="61" y="46"/>
                </a:cubicBezTo>
                <a:cubicBezTo>
                  <a:pt x="61" y="47"/>
                  <a:pt x="61" y="47"/>
                  <a:pt x="62" y="48"/>
                </a:cubicBezTo>
                <a:cubicBezTo>
                  <a:pt x="62" y="48"/>
                  <a:pt x="63" y="49"/>
                  <a:pt x="64" y="49"/>
                </a:cubicBezTo>
                <a:cubicBezTo>
                  <a:pt x="82" y="49"/>
                  <a:pt x="82" y="49"/>
                  <a:pt x="82" y="49"/>
                </a:cubicBezTo>
                <a:cubicBezTo>
                  <a:pt x="83" y="49"/>
                  <a:pt x="83" y="48"/>
                  <a:pt x="84" y="48"/>
                </a:cubicBezTo>
                <a:cubicBezTo>
                  <a:pt x="85" y="47"/>
                  <a:pt x="85" y="47"/>
                  <a:pt x="85" y="4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79" name="Freeform 181"/>
          <p:cNvSpPr>
            <a:spLocks noEditPoints="1"/>
          </p:cNvSpPr>
          <p:nvPr/>
        </p:nvSpPr>
        <p:spPr bwMode="auto">
          <a:xfrm>
            <a:off x="7045803" y="3127527"/>
            <a:ext cx="209627" cy="172887"/>
          </a:xfrm>
          <a:custGeom>
            <a:avLst/>
            <a:gdLst>
              <a:gd name="T0" fmla="*/ 145 w 145"/>
              <a:gd name="T1" fmla="*/ 6 h 121"/>
              <a:gd name="T2" fmla="*/ 145 w 145"/>
              <a:gd name="T3" fmla="*/ 19 h 121"/>
              <a:gd name="T4" fmla="*/ 143 w 145"/>
              <a:gd name="T5" fmla="*/ 23 h 121"/>
              <a:gd name="T6" fmla="*/ 139 w 145"/>
              <a:gd name="T7" fmla="*/ 25 h 121"/>
              <a:gd name="T8" fmla="*/ 6 w 145"/>
              <a:gd name="T9" fmla="*/ 25 h 121"/>
              <a:gd name="T10" fmla="*/ 2 w 145"/>
              <a:gd name="T11" fmla="*/ 23 h 121"/>
              <a:gd name="T12" fmla="*/ 0 w 145"/>
              <a:gd name="T13" fmla="*/ 19 h 121"/>
              <a:gd name="T14" fmla="*/ 0 w 145"/>
              <a:gd name="T15" fmla="*/ 6 h 121"/>
              <a:gd name="T16" fmla="*/ 2 w 145"/>
              <a:gd name="T17" fmla="*/ 2 h 121"/>
              <a:gd name="T18" fmla="*/ 6 w 145"/>
              <a:gd name="T19" fmla="*/ 0 h 121"/>
              <a:gd name="T20" fmla="*/ 139 w 145"/>
              <a:gd name="T21" fmla="*/ 0 h 121"/>
              <a:gd name="T22" fmla="*/ 143 w 145"/>
              <a:gd name="T23" fmla="*/ 2 h 121"/>
              <a:gd name="T24" fmla="*/ 145 w 145"/>
              <a:gd name="T25" fmla="*/ 6 h 121"/>
              <a:gd name="T26" fmla="*/ 145 w 145"/>
              <a:gd name="T27" fmla="*/ 55 h 121"/>
              <a:gd name="T28" fmla="*/ 145 w 145"/>
              <a:gd name="T29" fmla="*/ 67 h 121"/>
              <a:gd name="T30" fmla="*/ 143 w 145"/>
              <a:gd name="T31" fmla="*/ 71 h 121"/>
              <a:gd name="T32" fmla="*/ 139 w 145"/>
              <a:gd name="T33" fmla="*/ 73 h 121"/>
              <a:gd name="T34" fmla="*/ 6 w 145"/>
              <a:gd name="T35" fmla="*/ 73 h 121"/>
              <a:gd name="T36" fmla="*/ 2 w 145"/>
              <a:gd name="T37" fmla="*/ 71 h 121"/>
              <a:gd name="T38" fmla="*/ 0 w 145"/>
              <a:gd name="T39" fmla="*/ 67 h 121"/>
              <a:gd name="T40" fmla="*/ 0 w 145"/>
              <a:gd name="T41" fmla="*/ 55 h 121"/>
              <a:gd name="T42" fmla="*/ 2 w 145"/>
              <a:gd name="T43" fmla="*/ 51 h 121"/>
              <a:gd name="T44" fmla="*/ 6 w 145"/>
              <a:gd name="T45" fmla="*/ 49 h 121"/>
              <a:gd name="T46" fmla="*/ 139 w 145"/>
              <a:gd name="T47" fmla="*/ 49 h 121"/>
              <a:gd name="T48" fmla="*/ 143 w 145"/>
              <a:gd name="T49" fmla="*/ 51 h 121"/>
              <a:gd name="T50" fmla="*/ 145 w 145"/>
              <a:gd name="T51" fmla="*/ 55 h 121"/>
              <a:gd name="T52" fmla="*/ 145 w 145"/>
              <a:gd name="T53" fmla="*/ 103 h 121"/>
              <a:gd name="T54" fmla="*/ 145 w 145"/>
              <a:gd name="T55" fmla="*/ 115 h 121"/>
              <a:gd name="T56" fmla="*/ 143 w 145"/>
              <a:gd name="T57" fmla="*/ 120 h 121"/>
              <a:gd name="T58" fmla="*/ 139 w 145"/>
              <a:gd name="T59" fmla="*/ 121 h 121"/>
              <a:gd name="T60" fmla="*/ 6 w 145"/>
              <a:gd name="T61" fmla="*/ 121 h 121"/>
              <a:gd name="T62" fmla="*/ 2 w 145"/>
              <a:gd name="T63" fmla="*/ 120 h 121"/>
              <a:gd name="T64" fmla="*/ 0 w 145"/>
              <a:gd name="T65" fmla="*/ 115 h 121"/>
              <a:gd name="T66" fmla="*/ 0 w 145"/>
              <a:gd name="T67" fmla="*/ 103 h 121"/>
              <a:gd name="T68" fmla="*/ 2 w 145"/>
              <a:gd name="T69" fmla="*/ 99 h 121"/>
              <a:gd name="T70" fmla="*/ 6 w 145"/>
              <a:gd name="T71" fmla="*/ 97 h 121"/>
              <a:gd name="T72" fmla="*/ 139 w 145"/>
              <a:gd name="T73" fmla="*/ 97 h 121"/>
              <a:gd name="T74" fmla="*/ 143 w 145"/>
              <a:gd name="T75" fmla="*/ 99 h 121"/>
              <a:gd name="T76" fmla="*/ 145 w 145"/>
              <a:gd name="T77" fmla="*/ 103 h 1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45" h="121">
                <a:moveTo>
                  <a:pt x="145" y="6"/>
                </a:moveTo>
                <a:cubicBezTo>
                  <a:pt x="145" y="19"/>
                  <a:pt x="145" y="19"/>
                  <a:pt x="145" y="19"/>
                </a:cubicBezTo>
                <a:cubicBezTo>
                  <a:pt x="145" y="20"/>
                  <a:pt x="145" y="22"/>
                  <a:pt x="143" y="23"/>
                </a:cubicBezTo>
                <a:cubicBezTo>
                  <a:pt x="142" y="24"/>
                  <a:pt x="141" y="25"/>
                  <a:pt x="139" y="25"/>
                </a:cubicBezTo>
                <a:cubicBezTo>
                  <a:pt x="6" y="25"/>
                  <a:pt x="6" y="25"/>
                  <a:pt x="6" y="25"/>
                </a:cubicBezTo>
                <a:cubicBezTo>
                  <a:pt x="4" y="25"/>
                  <a:pt x="3" y="24"/>
                  <a:pt x="2" y="23"/>
                </a:cubicBezTo>
                <a:cubicBezTo>
                  <a:pt x="1" y="22"/>
                  <a:pt x="0" y="20"/>
                  <a:pt x="0" y="19"/>
                </a:cubicBezTo>
                <a:cubicBezTo>
                  <a:pt x="0" y="6"/>
                  <a:pt x="0" y="6"/>
                  <a:pt x="0" y="6"/>
                </a:cubicBezTo>
                <a:cubicBezTo>
                  <a:pt x="0" y="5"/>
                  <a:pt x="1" y="3"/>
                  <a:pt x="2" y="2"/>
                </a:cubicBezTo>
                <a:cubicBezTo>
                  <a:pt x="3" y="1"/>
                  <a:pt x="4" y="0"/>
                  <a:pt x="6" y="0"/>
                </a:cubicBezTo>
                <a:cubicBezTo>
                  <a:pt x="139" y="0"/>
                  <a:pt x="139" y="0"/>
                  <a:pt x="139" y="0"/>
                </a:cubicBezTo>
                <a:cubicBezTo>
                  <a:pt x="141" y="0"/>
                  <a:pt x="142" y="1"/>
                  <a:pt x="143" y="2"/>
                </a:cubicBezTo>
                <a:cubicBezTo>
                  <a:pt x="145" y="3"/>
                  <a:pt x="145" y="5"/>
                  <a:pt x="145" y="6"/>
                </a:cubicBezTo>
                <a:close/>
                <a:moveTo>
                  <a:pt x="145" y="55"/>
                </a:moveTo>
                <a:cubicBezTo>
                  <a:pt x="145" y="67"/>
                  <a:pt x="145" y="67"/>
                  <a:pt x="145" y="67"/>
                </a:cubicBezTo>
                <a:cubicBezTo>
                  <a:pt x="145" y="69"/>
                  <a:pt x="145" y="70"/>
                  <a:pt x="143" y="71"/>
                </a:cubicBezTo>
                <a:cubicBezTo>
                  <a:pt x="142" y="72"/>
                  <a:pt x="141" y="73"/>
                  <a:pt x="139" y="73"/>
                </a:cubicBezTo>
                <a:cubicBezTo>
                  <a:pt x="6" y="73"/>
                  <a:pt x="6" y="73"/>
                  <a:pt x="6" y="73"/>
                </a:cubicBezTo>
                <a:cubicBezTo>
                  <a:pt x="4" y="73"/>
                  <a:pt x="3" y="72"/>
                  <a:pt x="2" y="71"/>
                </a:cubicBezTo>
                <a:cubicBezTo>
                  <a:pt x="1" y="70"/>
                  <a:pt x="0" y="69"/>
                  <a:pt x="0" y="67"/>
                </a:cubicBezTo>
                <a:cubicBezTo>
                  <a:pt x="0" y="55"/>
                  <a:pt x="0" y="55"/>
                  <a:pt x="0" y="55"/>
                </a:cubicBezTo>
                <a:cubicBezTo>
                  <a:pt x="0" y="53"/>
                  <a:pt x="1" y="52"/>
                  <a:pt x="2" y="51"/>
                </a:cubicBezTo>
                <a:cubicBezTo>
                  <a:pt x="3" y="49"/>
                  <a:pt x="4" y="49"/>
                  <a:pt x="6" y="49"/>
                </a:cubicBezTo>
                <a:cubicBezTo>
                  <a:pt x="139" y="49"/>
                  <a:pt x="139" y="49"/>
                  <a:pt x="139" y="49"/>
                </a:cubicBezTo>
                <a:cubicBezTo>
                  <a:pt x="141" y="49"/>
                  <a:pt x="142" y="49"/>
                  <a:pt x="143" y="51"/>
                </a:cubicBezTo>
                <a:cubicBezTo>
                  <a:pt x="145" y="52"/>
                  <a:pt x="145" y="53"/>
                  <a:pt x="145" y="55"/>
                </a:cubicBezTo>
                <a:close/>
                <a:moveTo>
                  <a:pt x="145" y="103"/>
                </a:moveTo>
                <a:cubicBezTo>
                  <a:pt x="145" y="115"/>
                  <a:pt x="145" y="115"/>
                  <a:pt x="145" y="115"/>
                </a:cubicBezTo>
                <a:cubicBezTo>
                  <a:pt x="145" y="117"/>
                  <a:pt x="145" y="118"/>
                  <a:pt x="143" y="120"/>
                </a:cubicBezTo>
                <a:cubicBezTo>
                  <a:pt x="142" y="121"/>
                  <a:pt x="141" y="121"/>
                  <a:pt x="139" y="121"/>
                </a:cubicBezTo>
                <a:cubicBezTo>
                  <a:pt x="6" y="121"/>
                  <a:pt x="6" y="121"/>
                  <a:pt x="6" y="121"/>
                </a:cubicBezTo>
                <a:cubicBezTo>
                  <a:pt x="4" y="121"/>
                  <a:pt x="3" y="121"/>
                  <a:pt x="2" y="120"/>
                </a:cubicBezTo>
                <a:cubicBezTo>
                  <a:pt x="1" y="118"/>
                  <a:pt x="0" y="117"/>
                  <a:pt x="0" y="115"/>
                </a:cubicBezTo>
                <a:cubicBezTo>
                  <a:pt x="0" y="103"/>
                  <a:pt x="0" y="103"/>
                  <a:pt x="0" y="103"/>
                </a:cubicBezTo>
                <a:cubicBezTo>
                  <a:pt x="0" y="102"/>
                  <a:pt x="1" y="100"/>
                  <a:pt x="2" y="99"/>
                </a:cubicBezTo>
                <a:cubicBezTo>
                  <a:pt x="3" y="98"/>
                  <a:pt x="4" y="97"/>
                  <a:pt x="6" y="97"/>
                </a:cubicBezTo>
                <a:cubicBezTo>
                  <a:pt x="139" y="97"/>
                  <a:pt x="139" y="97"/>
                  <a:pt x="139" y="97"/>
                </a:cubicBezTo>
                <a:cubicBezTo>
                  <a:pt x="141" y="97"/>
                  <a:pt x="142" y="98"/>
                  <a:pt x="143" y="99"/>
                </a:cubicBezTo>
                <a:cubicBezTo>
                  <a:pt x="145" y="100"/>
                  <a:pt x="145" y="102"/>
                  <a:pt x="145" y="10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80" name="Freeform 182"/>
          <p:cNvSpPr>
            <a:spLocks noEditPoints="1"/>
          </p:cNvSpPr>
          <p:nvPr/>
        </p:nvSpPr>
        <p:spPr bwMode="auto">
          <a:xfrm>
            <a:off x="7313779" y="3118884"/>
            <a:ext cx="242043" cy="192337"/>
          </a:xfrm>
          <a:custGeom>
            <a:avLst/>
            <a:gdLst>
              <a:gd name="T0" fmla="*/ 36 w 170"/>
              <a:gd name="T1" fmla="*/ 19 h 134"/>
              <a:gd name="T2" fmla="*/ 18 w 170"/>
              <a:gd name="T3" fmla="*/ 37 h 134"/>
              <a:gd name="T4" fmla="*/ 0 w 170"/>
              <a:gd name="T5" fmla="*/ 19 h 134"/>
              <a:gd name="T6" fmla="*/ 18 w 170"/>
              <a:gd name="T7" fmla="*/ 0 h 134"/>
              <a:gd name="T8" fmla="*/ 31 w 170"/>
              <a:gd name="T9" fmla="*/ 54 h 134"/>
              <a:gd name="T10" fmla="*/ 31 w 170"/>
              <a:gd name="T11" fmla="*/ 80 h 134"/>
              <a:gd name="T12" fmla="*/ 5 w 170"/>
              <a:gd name="T13" fmla="*/ 80 h 134"/>
              <a:gd name="T14" fmla="*/ 5 w 170"/>
              <a:gd name="T15" fmla="*/ 54 h 134"/>
              <a:gd name="T16" fmla="*/ 31 w 170"/>
              <a:gd name="T17" fmla="*/ 54 h 134"/>
              <a:gd name="T18" fmla="*/ 36 w 170"/>
              <a:gd name="T19" fmla="*/ 115 h 134"/>
              <a:gd name="T20" fmla="*/ 18 w 170"/>
              <a:gd name="T21" fmla="*/ 134 h 134"/>
              <a:gd name="T22" fmla="*/ 0 w 170"/>
              <a:gd name="T23" fmla="*/ 115 h 134"/>
              <a:gd name="T24" fmla="*/ 18 w 170"/>
              <a:gd name="T25" fmla="*/ 97 h 134"/>
              <a:gd name="T26" fmla="*/ 170 w 170"/>
              <a:gd name="T27" fmla="*/ 9 h 134"/>
              <a:gd name="T28" fmla="*/ 169 w 170"/>
              <a:gd name="T29" fmla="*/ 30 h 134"/>
              <a:gd name="T30" fmla="*/ 52 w 170"/>
              <a:gd name="T31" fmla="*/ 31 h 134"/>
              <a:gd name="T32" fmla="*/ 48 w 170"/>
              <a:gd name="T33" fmla="*/ 28 h 134"/>
              <a:gd name="T34" fmla="*/ 49 w 170"/>
              <a:gd name="T35" fmla="*/ 7 h 134"/>
              <a:gd name="T36" fmla="*/ 166 w 170"/>
              <a:gd name="T37" fmla="*/ 6 h 134"/>
              <a:gd name="T38" fmla="*/ 170 w 170"/>
              <a:gd name="T39" fmla="*/ 9 h 134"/>
              <a:gd name="T40" fmla="*/ 170 w 170"/>
              <a:gd name="T41" fmla="*/ 76 h 134"/>
              <a:gd name="T42" fmla="*/ 166 w 170"/>
              <a:gd name="T43" fmla="*/ 79 h 134"/>
              <a:gd name="T44" fmla="*/ 49 w 170"/>
              <a:gd name="T45" fmla="*/ 78 h 134"/>
              <a:gd name="T46" fmla="*/ 48 w 170"/>
              <a:gd name="T47" fmla="*/ 58 h 134"/>
              <a:gd name="T48" fmla="*/ 52 w 170"/>
              <a:gd name="T49" fmla="*/ 55 h 134"/>
              <a:gd name="T50" fmla="*/ 169 w 170"/>
              <a:gd name="T51" fmla="*/ 56 h 134"/>
              <a:gd name="T52" fmla="*/ 170 w 170"/>
              <a:gd name="T53" fmla="*/ 106 h 134"/>
              <a:gd name="T54" fmla="*/ 169 w 170"/>
              <a:gd name="T55" fmla="*/ 127 h 134"/>
              <a:gd name="T56" fmla="*/ 52 w 170"/>
              <a:gd name="T57" fmla="*/ 127 h 134"/>
              <a:gd name="T58" fmla="*/ 48 w 170"/>
              <a:gd name="T59" fmla="*/ 124 h 134"/>
              <a:gd name="T60" fmla="*/ 49 w 170"/>
              <a:gd name="T61" fmla="*/ 104 h 134"/>
              <a:gd name="T62" fmla="*/ 166 w 170"/>
              <a:gd name="T63" fmla="*/ 103 h 134"/>
              <a:gd name="T64" fmla="*/ 170 w 170"/>
              <a:gd name="T65" fmla="*/ 106 h 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70" h="134">
                <a:moveTo>
                  <a:pt x="31" y="6"/>
                </a:moveTo>
                <a:cubicBezTo>
                  <a:pt x="35" y="9"/>
                  <a:pt x="36" y="13"/>
                  <a:pt x="36" y="19"/>
                </a:cubicBezTo>
                <a:cubicBezTo>
                  <a:pt x="36" y="24"/>
                  <a:pt x="35" y="28"/>
                  <a:pt x="31" y="31"/>
                </a:cubicBezTo>
                <a:cubicBezTo>
                  <a:pt x="28" y="35"/>
                  <a:pt x="23" y="37"/>
                  <a:pt x="18" y="37"/>
                </a:cubicBezTo>
                <a:cubicBezTo>
                  <a:pt x="13" y="37"/>
                  <a:pt x="9" y="35"/>
                  <a:pt x="5" y="31"/>
                </a:cubicBezTo>
                <a:cubicBezTo>
                  <a:pt x="2" y="28"/>
                  <a:pt x="0" y="24"/>
                  <a:pt x="0" y="19"/>
                </a:cubicBezTo>
                <a:cubicBezTo>
                  <a:pt x="0" y="13"/>
                  <a:pt x="2" y="9"/>
                  <a:pt x="5" y="6"/>
                </a:cubicBezTo>
                <a:cubicBezTo>
                  <a:pt x="9" y="2"/>
                  <a:pt x="13" y="0"/>
                  <a:pt x="18" y="0"/>
                </a:cubicBezTo>
                <a:cubicBezTo>
                  <a:pt x="23" y="0"/>
                  <a:pt x="28" y="2"/>
                  <a:pt x="31" y="6"/>
                </a:cubicBezTo>
                <a:close/>
                <a:moveTo>
                  <a:pt x="31" y="54"/>
                </a:moveTo>
                <a:cubicBezTo>
                  <a:pt x="35" y="58"/>
                  <a:pt x="36" y="62"/>
                  <a:pt x="36" y="67"/>
                </a:cubicBezTo>
                <a:cubicBezTo>
                  <a:pt x="36" y="72"/>
                  <a:pt x="35" y="76"/>
                  <a:pt x="31" y="80"/>
                </a:cubicBezTo>
                <a:cubicBezTo>
                  <a:pt x="28" y="83"/>
                  <a:pt x="23" y="85"/>
                  <a:pt x="18" y="85"/>
                </a:cubicBezTo>
                <a:cubicBezTo>
                  <a:pt x="13" y="85"/>
                  <a:pt x="9" y="83"/>
                  <a:pt x="5" y="80"/>
                </a:cubicBezTo>
                <a:cubicBezTo>
                  <a:pt x="2" y="76"/>
                  <a:pt x="0" y="72"/>
                  <a:pt x="0" y="67"/>
                </a:cubicBezTo>
                <a:cubicBezTo>
                  <a:pt x="0" y="62"/>
                  <a:pt x="2" y="58"/>
                  <a:pt x="5" y="54"/>
                </a:cubicBezTo>
                <a:cubicBezTo>
                  <a:pt x="9" y="51"/>
                  <a:pt x="13" y="49"/>
                  <a:pt x="18" y="49"/>
                </a:cubicBezTo>
                <a:cubicBezTo>
                  <a:pt x="23" y="49"/>
                  <a:pt x="28" y="51"/>
                  <a:pt x="31" y="54"/>
                </a:cubicBezTo>
                <a:close/>
                <a:moveTo>
                  <a:pt x="31" y="102"/>
                </a:moveTo>
                <a:cubicBezTo>
                  <a:pt x="35" y="106"/>
                  <a:pt x="36" y="110"/>
                  <a:pt x="36" y="115"/>
                </a:cubicBezTo>
                <a:cubicBezTo>
                  <a:pt x="36" y="120"/>
                  <a:pt x="35" y="125"/>
                  <a:pt x="31" y="128"/>
                </a:cubicBezTo>
                <a:cubicBezTo>
                  <a:pt x="28" y="132"/>
                  <a:pt x="23" y="134"/>
                  <a:pt x="18" y="134"/>
                </a:cubicBezTo>
                <a:cubicBezTo>
                  <a:pt x="13" y="134"/>
                  <a:pt x="9" y="132"/>
                  <a:pt x="5" y="128"/>
                </a:cubicBezTo>
                <a:cubicBezTo>
                  <a:pt x="2" y="125"/>
                  <a:pt x="0" y="120"/>
                  <a:pt x="0" y="115"/>
                </a:cubicBezTo>
                <a:cubicBezTo>
                  <a:pt x="0" y="110"/>
                  <a:pt x="2" y="106"/>
                  <a:pt x="5" y="102"/>
                </a:cubicBezTo>
                <a:cubicBezTo>
                  <a:pt x="9" y="99"/>
                  <a:pt x="13" y="97"/>
                  <a:pt x="18" y="97"/>
                </a:cubicBezTo>
                <a:cubicBezTo>
                  <a:pt x="23" y="97"/>
                  <a:pt x="28" y="99"/>
                  <a:pt x="31" y="102"/>
                </a:cubicBezTo>
                <a:close/>
                <a:moveTo>
                  <a:pt x="170" y="9"/>
                </a:moveTo>
                <a:cubicBezTo>
                  <a:pt x="170" y="28"/>
                  <a:pt x="170" y="28"/>
                  <a:pt x="170" y="28"/>
                </a:cubicBezTo>
                <a:cubicBezTo>
                  <a:pt x="170" y="28"/>
                  <a:pt x="169" y="29"/>
                  <a:pt x="169" y="30"/>
                </a:cubicBezTo>
                <a:cubicBezTo>
                  <a:pt x="168" y="30"/>
                  <a:pt x="167" y="31"/>
                  <a:pt x="166" y="31"/>
                </a:cubicBezTo>
                <a:cubicBezTo>
                  <a:pt x="52" y="31"/>
                  <a:pt x="52" y="31"/>
                  <a:pt x="52" y="31"/>
                </a:cubicBezTo>
                <a:cubicBezTo>
                  <a:pt x="51" y="31"/>
                  <a:pt x="50" y="30"/>
                  <a:pt x="49" y="30"/>
                </a:cubicBezTo>
                <a:cubicBezTo>
                  <a:pt x="49" y="29"/>
                  <a:pt x="48" y="28"/>
                  <a:pt x="48" y="28"/>
                </a:cubicBezTo>
                <a:cubicBezTo>
                  <a:pt x="48" y="9"/>
                  <a:pt x="48" y="9"/>
                  <a:pt x="48" y="9"/>
                </a:cubicBezTo>
                <a:cubicBezTo>
                  <a:pt x="48" y="9"/>
                  <a:pt x="49" y="8"/>
                  <a:pt x="49" y="7"/>
                </a:cubicBezTo>
                <a:cubicBezTo>
                  <a:pt x="50" y="7"/>
                  <a:pt x="51" y="6"/>
                  <a:pt x="52" y="6"/>
                </a:cubicBezTo>
                <a:cubicBezTo>
                  <a:pt x="166" y="6"/>
                  <a:pt x="166" y="6"/>
                  <a:pt x="166" y="6"/>
                </a:cubicBezTo>
                <a:cubicBezTo>
                  <a:pt x="167" y="6"/>
                  <a:pt x="168" y="7"/>
                  <a:pt x="169" y="7"/>
                </a:cubicBezTo>
                <a:cubicBezTo>
                  <a:pt x="169" y="8"/>
                  <a:pt x="170" y="9"/>
                  <a:pt x="170" y="9"/>
                </a:cubicBezTo>
                <a:close/>
                <a:moveTo>
                  <a:pt x="170" y="58"/>
                </a:moveTo>
                <a:cubicBezTo>
                  <a:pt x="170" y="76"/>
                  <a:pt x="170" y="76"/>
                  <a:pt x="170" y="76"/>
                </a:cubicBezTo>
                <a:cubicBezTo>
                  <a:pt x="170" y="77"/>
                  <a:pt x="169" y="78"/>
                  <a:pt x="169" y="78"/>
                </a:cubicBezTo>
                <a:cubicBezTo>
                  <a:pt x="168" y="79"/>
                  <a:pt x="167" y="79"/>
                  <a:pt x="166" y="79"/>
                </a:cubicBezTo>
                <a:cubicBezTo>
                  <a:pt x="52" y="79"/>
                  <a:pt x="52" y="79"/>
                  <a:pt x="52" y="79"/>
                </a:cubicBezTo>
                <a:cubicBezTo>
                  <a:pt x="51" y="79"/>
                  <a:pt x="50" y="79"/>
                  <a:pt x="49" y="78"/>
                </a:cubicBezTo>
                <a:cubicBezTo>
                  <a:pt x="49" y="78"/>
                  <a:pt x="48" y="77"/>
                  <a:pt x="48" y="76"/>
                </a:cubicBezTo>
                <a:cubicBezTo>
                  <a:pt x="48" y="58"/>
                  <a:pt x="48" y="58"/>
                  <a:pt x="48" y="58"/>
                </a:cubicBezTo>
                <a:cubicBezTo>
                  <a:pt x="48" y="57"/>
                  <a:pt x="49" y="56"/>
                  <a:pt x="49" y="56"/>
                </a:cubicBezTo>
                <a:cubicBezTo>
                  <a:pt x="50" y="55"/>
                  <a:pt x="51" y="55"/>
                  <a:pt x="52" y="55"/>
                </a:cubicBezTo>
                <a:cubicBezTo>
                  <a:pt x="166" y="55"/>
                  <a:pt x="166" y="55"/>
                  <a:pt x="166" y="55"/>
                </a:cubicBezTo>
                <a:cubicBezTo>
                  <a:pt x="167" y="55"/>
                  <a:pt x="168" y="55"/>
                  <a:pt x="169" y="56"/>
                </a:cubicBezTo>
                <a:cubicBezTo>
                  <a:pt x="169" y="56"/>
                  <a:pt x="170" y="57"/>
                  <a:pt x="170" y="58"/>
                </a:cubicBezTo>
                <a:close/>
                <a:moveTo>
                  <a:pt x="170" y="106"/>
                </a:moveTo>
                <a:cubicBezTo>
                  <a:pt x="170" y="124"/>
                  <a:pt x="170" y="124"/>
                  <a:pt x="170" y="124"/>
                </a:cubicBezTo>
                <a:cubicBezTo>
                  <a:pt x="170" y="125"/>
                  <a:pt x="169" y="126"/>
                  <a:pt x="169" y="127"/>
                </a:cubicBezTo>
                <a:cubicBezTo>
                  <a:pt x="168" y="127"/>
                  <a:pt x="167" y="127"/>
                  <a:pt x="166" y="127"/>
                </a:cubicBezTo>
                <a:cubicBezTo>
                  <a:pt x="52" y="127"/>
                  <a:pt x="52" y="127"/>
                  <a:pt x="52" y="127"/>
                </a:cubicBezTo>
                <a:cubicBezTo>
                  <a:pt x="51" y="127"/>
                  <a:pt x="50" y="127"/>
                  <a:pt x="49" y="127"/>
                </a:cubicBezTo>
                <a:cubicBezTo>
                  <a:pt x="49" y="126"/>
                  <a:pt x="48" y="125"/>
                  <a:pt x="48" y="124"/>
                </a:cubicBezTo>
                <a:cubicBezTo>
                  <a:pt x="48" y="106"/>
                  <a:pt x="48" y="106"/>
                  <a:pt x="48" y="106"/>
                </a:cubicBezTo>
                <a:cubicBezTo>
                  <a:pt x="48" y="105"/>
                  <a:pt x="49" y="105"/>
                  <a:pt x="49" y="104"/>
                </a:cubicBezTo>
                <a:cubicBezTo>
                  <a:pt x="50" y="104"/>
                  <a:pt x="51" y="103"/>
                  <a:pt x="52" y="103"/>
                </a:cubicBezTo>
                <a:cubicBezTo>
                  <a:pt x="166" y="103"/>
                  <a:pt x="166" y="103"/>
                  <a:pt x="166" y="103"/>
                </a:cubicBezTo>
                <a:cubicBezTo>
                  <a:pt x="167" y="103"/>
                  <a:pt x="168" y="104"/>
                  <a:pt x="169" y="104"/>
                </a:cubicBezTo>
                <a:cubicBezTo>
                  <a:pt x="169" y="105"/>
                  <a:pt x="170" y="105"/>
                  <a:pt x="170" y="10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81" name="Freeform 183"/>
          <p:cNvSpPr>
            <a:spLocks noEditPoints="1"/>
          </p:cNvSpPr>
          <p:nvPr/>
        </p:nvSpPr>
        <p:spPr bwMode="auto">
          <a:xfrm>
            <a:off x="7616332" y="3095109"/>
            <a:ext cx="242043" cy="242043"/>
          </a:xfrm>
          <a:custGeom>
            <a:avLst/>
            <a:gdLst>
              <a:gd name="T0" fmla="*/ 35 w 168"/>
              <a:gd name="T1" fmla="*/ 108 h 169"/>
              <a:gd name="T2" fmla="*/ 0 w 168"/>
              <a:gd name="T3" fmla="*/ 103 h 169"/>
              <a:gd name="T4" fmla="*/ 7 w 168"/>
              <a:gd name="T5" fmla="*/ 88 h 169"/>
              <a:gd name="T6" fmla="*/ 19 w 168"/>
              <a:gd name="T7" fmla="*/ 79 h 169"/>
              <a:gd name="T8" fmla="*/ 20 w 168"/>
              <a:gd name="T9" fmla="*/ 71 h 169"/>
              <a:gd name="T10" fmla="*/ 8 w 168"/>
              <a:gd name="T11" fmla="*/ 76 h 169"/>
              <a:gd name="T12" fmla="*/ 7 w 168"/>
              <a:gd name="T13" fmla="*/ 62 h 169"/>
              <a:gd name="T14" fmla="*/ 29 w 168"/>
              <a:gd name="T15" fmla="*/ 64 h 169"/>
              <a:gd name="T16" fmla="*/ 30 w 168"/>
              <a:gd name="T17" fmla="*/ 83 h 169"/>
              <a:gd name="T18" fmla="*/ 16 w 168"/>
              <a:gd name="T19" fmla="*/ 94 h 169"/>
              <a:gd name="T20" fmla="*/ 25 w 168"/>
              <a:gd name="T21" fmla="*/ 99 h 169"/>
              <a:gd name="T22" fmla="*/ 35 w 168"/>
              <a:gd name="T23" fmla="*/ 93 h 169"/>
              <a:gd name="T24" fmla="*/ 29 w 168"/>
              <a:gd name="T25" fmla="*/ 164 h 169"/>
              <a:gd name="T26" fmla="*/ 0 w 168"/>
              <a:gd name="T27" fmla="*/ 162 h 169"/>
              <a:gd name="T28" fmla="*/ 16 w 168"/>
              <a:gd name="T29" fmla="*/ 158 h 169"/>
              <a:gd name="T30" fmla="*/ 22 w 168"/>
              <a:gd name="T31" fmla="*/ 153 h 169"/>
              <a:gd name="T32" fmla="*/ 10 w 168"/>
              <a:gd name="T33" fmla="*/ 142 h 169"/>
              <a:gd name="T34" fmla="*/ 17 w 168"/>
              <a:gd name="T35" fmla="*/ 133 h 169"/>
              <a:gd name="T36" fmla="*/ 21 w 168"/>
              <a:gd name="T37" fmla="*/ 129 h 169"/>
              <a:gd name="T38" fmla="*/ 11 w 168"/>
              <a:gd name="T39" fmla="*/ 130 h 169"/>
              <a:gd name="T40" fmla="*/ 1 w 168"/>
              <a:gd name="T41" fmla="*/ 135 h 169"/>
              <a:gd name="T42" fmla="*/ 33 w 168"/>
              <a:gd name="T43" fmla="*/ 120 h 169"/>
              <a:gd name="T44" fmla="*/ 24 w 168"/>
              <a:gd name="T45" fmla="*/ 139 h 169"/>
              <a:gd name="T46" fmla="*/ 34 w 168"/>
              <a:gd name="T47" fmla="*/ 152 h 169"/>
              <a:gd name="T48" fmla="*/ 35 w 168"/>
              <a:gd name="T49" fmla="*/ 48 h 169"/>
              <a:gd name="T50" fmla="*/ 3 w 168"/>
              <a:gd name="T51" fmla="*/ 38 h 169"/>
              <a:gd name="T52" fmla="*/ 13 w 168"/>
              <a:gd name="T53" fmla="*/ 27 h 169"/>
              <a:gd name="T54" fmla="*/ 13 w 168"/>
              <a:gd name="T55" fmla="*/ 14 h 169"/>
              <a:gd name="T56" fmla="*/ 8 w 168"/>
              <a:gd name="T57" fmla="*/ 19 h 169"/>
              <a:gd name="T58" fmla="*/ 14 w 168"/>
              <a:gd name="T59" fmla="*/ 0 h 169"/>
              <a:gd name="T60" fmla="*/ 24 w 168"/>
              <a:gd name="T61" fmla="*/ 38 h 169"/>
              <a:gd name="T62" fmla="*/ 168 w 168"/>
              <a:gd name="T63" fmla="*/ 26 h 169"/>
              <a:gd name="T64" fmla="*/ 167 w 168"/>
              <a:gd name="T65" fmla="*/ 47 h 169"/>
              <a:gd name="T66" fmla="*/ 50 w 168"/>
              <a:gd name="T67" fmla="*/ 48 h 169"/>
              <a:gd name="T68" fmla="*/ 47 w 168"/>
              <a:gd name="T69" fmla="*/ 45 h 169"/>
              <a:gd name="T70" fmla="*/ 48 w 168"/>
              <a:gd name="T71" fmla="*/ 24 h 169"/>
              <a:gd name="T72" fmla="*/ 165 w 168"/>
              <a:gd name="T73" fmla="*/ 23 h 169"/>
              <a:gd name="T74" fmla="*/ 168 w 168"/>
              <a:gd name="T75" fmla="*/ 26 h 169"/>
              <a:gd name="T76" fmla="*/ 168 w 168"/>
              <a:gd name="T77" fmla="*/ 93 h 169"/>
              <a:gd name="T78" fmla="*/ 165 w 168"/>
              <a:gd name="T79" fmla="*/ 96 h 169"/>
              <a:gd name="T80" fmla="*/ 48 w 168"/>
              <a:gd name="T81" fmla="*/ 95 h 169"/>
              <a:gd name="T82" fmla="*/ 47 w 168"/>
              <a:gd name="T83" fmla="*/ 75 h 169"/>
              <a:gd name="T84" fmla="*/ 50 w 168"/>
              <a:gd name="T85" fmla="*/ 72 h 169"/>
              <a:gd name="T86" fmla="*/ 167 w 168"/>
              <a:gd name="T87" fmla="*/ 73 h 169"/>
              <a:gd name="T88" fmla="*/ 168 w 168"/>
              <a:gd name="T89" fmla="*/ 123 h 169"/>
              <a:gd name="T90" fmla="*/ 167 w 168"/>
              <a:gd name="T91" fmla="*/ 144 h 169"/>
              <a:gd name="T92" fmla="*/ 50 w 168"/>
              <a:gd name="T93" fmla="*/ 144 h 169"/>
              <a:gd name="T94" fmla="*/ 47 w 168"/>
              <a:gd name="T95" fmla="*/ 141 h 169"/>
              <a:gd name="T96" fmla="*/ 48 w 168"/>
              <a:gd name="T97" fmla="*/ 121 h 169"/>
              <a:gd name="T98" fmla="*/ 165 w 168"/>
              <a:gd name="T99" fmla="*/ 120 h 169"/>
              <a:gd name="T100" fmla="*/ 168 w 168"/>
              <a:gd name="T101" fmla="*/ 123 h 1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68" h="169">
                <a:moveTo>
                  <a:pt x="35" y="93"/>
                </a:moveTo>
                <a:cubicBezTo>
                  <a:pt x="35" y="108"/>
                  <a:pt x="35" y="108"/>
                  <a:pt x="35" y="108"/>
                </a:cubicBezTo>
                <a:cubicBezTo>
                  <a:pt x="0" y="108"/>
                  <a:pt x="0" y="108"/>
                  <a:pt x="0" y="108"/>
                </a:cubicBezTo>
                <a:cubicBezTo>
                  <a:pt x="0" y="106"/>
                  <a:pt x="0" y="104"/>
                  <a:pt x="0" y="103"/>
                </a:cubicBezTo>
                <a:cubicBezTo>
                  <a:pt x="0" y="100"/>
                  <a:pt x="0" y="97"/>
                  <a:pt x="2" y="94"/>
                </a:cubicBezTo>
                <a:cubicBezTo>
                  <a:pt x="3" y="92"/>
                  <a:pt x="5" y="89"/>
                  <a:pt x="7" y="88"/>
                </a:cubicBezTo>
                <a:cubicBezTo>
                  <a:pt x="9" y="86"/>
                  <a:pt x="11" y="85"/>
                  <a:pt x="14" y="83"/>
                </a:cubicBezTo>
                <a:cubicBezTo>
                  <a:pt x="16" y="82"/>
                  <a:pt x="17" y="81"/>
                  <a:pt x="19" y="79"/>
                </a:cubicBezTo>
                <a:cubicBezTo>
                  <a:pt x="20" y="78"/>
                  <a:pt x="21" y="76"/>
                  <a:pt x="21" y="75"/>
                </a:cubicBezTo>
                <a:cubicBezTo>
                  <a:pt x="21" y="73"/>
                  <a:pt x="21" y="72"/>
                  <a:pt x="20" y="71"/>
                </a:cubicBezTo>
                <a:cubicBezTo>
                  <a:pt x="19" y="70"/>
                  <a:pt x="18" y="70"/>
                  <a:pt x="16" y="70"/>
                </a:cubicBezTo>
                <a:cubicBezTo>
                  <a:pt x="13" y="70"/>
                  <a:pt x="11" y="72"/>
                  <a:pt x="8" y="76"/>
                </a:cubicBezTo>
                <a:cubicBezTo>
                  <a:pt x="0" y="70"/>
                  <a:pt x="0" y="70"/>
                  <a:pt x="0" y="70"/>
                </a:cubicBezTo>
                <a:cubicBezTo>
                  <a:pt x="2" y="67"/>
                  <a:pt x="4" y="64"/>
                  <a:pt x="7" y="62"/>
                </a:cubicBezTo>
                <a:cubicBezTo>
                  <a:pt x="10" y="61"/>
                  <a:pt x="13" y="60"/>
                  <a:pt x="17" y="60"/>
                </a:cubicBezTo>
                <a:cubicBezTo>
                  <a:pt x="22" y="60"/>
                  <a:pt x="25" y="61"/>
                  <a:pt x="29" y="64"/>
                </a:cubicBezTo>
                <a:cubicBezTo>
                  <a:pt x="32" y="66"/>
                  <a:pt x="33" y="70"/>
                  <a:pt x="33" y="74"/>
                </a:cubicBezTo>
                <a:cubicBezTo>
                  <a:pt x="33" y="77"/>
                  <a:pt x="32" y="80"/>
                  <a:pt x="30" y="83"/>
                </a:cubicBezTo>
                <a:cubicBezTo>
                  <a:pt x="28" y="86"/>
                  <a:pt x="26" y="88"/>
                  <a:pt x="23" y="89"/>
                </a:cubicBezTo>
                <a:cubicBezTo>
                  <a:pt x="20" y="90"/>
                  <a:pt x="18" y="92"/>
                  <a:pt x="16" y="94"/>
                </a:cubicBezTo>
                <a:cubicBezTo>
                  <a:pt x="14" y="96"/>
                  <a:pt x="13" y="97"/>
                  <a:pt x="13" y="99"/>
                </a:cubicBezTo>
                <a:cubicBezTo>
                  <a:pt x="25" y="99"/>
                  <a:pt x="25" y="99"/>
                  <a:pt x="25" y="99"/>
                </a:cubicBezTo>
                <a:cubicBezTo>
                  <a:pt x="25" y="93"/>
                  <a:pt x="25" y="93"/>
                  <a:pt x="25" y="93"/>
                </a:cubicBezTo>
                <a:lnTo>
                  <a:pt x="35" y="93"/>
                </a:lnTo>
                <a:close/>
                <a:moveTo>
                  <a:pt x="34" y="152"/>
                </a:moveTo>
                <a:cubicBezTo>
                  <a:pt x="34" y="157"/>
                  <a:pt x="33" y="161"/>
                  <a:pt x="29" y="164"/>
                </a:cubicBezTo>
                <a:cubicBezTo>
                  <a:pt x="26" y="167"/>
                  <a:pt x="21" y="169"/>
                  <a:pt x="16" y="169"/>
                </a:cubicBezTo>
                <a:cubicBezTo>
                  <a:pt x="10" y="169"/>
                  <a:pt x="4" y="167"/>
                  <a:pt x="0" y="162"/>
                </a:cubicBezTo>
                <a:cubicBezTo>
                  <a:pt x="5" y="154"/>
                  <a:pt x="5" y="154"/>
                  <a:pt x="5" y="154"/>
                </a:cubicBezTo>
                <a:cubicBezTo>
                  <a:pt x="9" y="157"/>
                  <a:pt x="12" y="158"/>
                  <a:pt x="16" y="158"/>
                </a:cubicBezTo>
                <a:cubicBezTo>
                  <a:pt x="17" y="158"/>
                  <a:pt x="19" y="158"/>
                  <a:pt x="20" y="157"/>
                </a:cubicBezTo>
                <a:cubicBezTo>
                  <a:pt x="22" y="156"/>
                  <a:pt x="22" y="155"/>
                  <a:pt x="22" y="153"/>
                </a:cubicBezTo>
                <a:cubicBezTo>
                  <a:pt x="22" y="149"/>
                  <a:pt x="19" y="147"/>
                  <a:pt x="12" y="148"/>
                </a:cubicBezTo>
                <a:cubicBezTo>
                  <a:pt x="10" y="142"/>
                  <a:pt x="10" y="142"/>
                  <a:pt x="10" y="142"/>
                </a:cubicBezTo>
                <a:cubicBezTo>
                  <a:pt x="10" y="142"/>
                  <a:pt x="11" y="140"/>
                  <a:pt x="13" y="138"/>
                </a:cubicBezTo>
                <a:cubicBezTo>
                  <a:pt x="15" y="136"/>
                  <a:pt x="16" y="134"/>
                  <a:pt x="17" y="133"/>
                </a:cubicBezTo>
                <a:cubicBezTo>
                  <a:pt x="18" y="132"/>
                  <a:pt x="19" y="131"/>
                  <a:pt x="21" y="130"/>
                </a:cubicBezTo>
                <a:cubicBezTo>
                  <a:pt x="21" y="129"/>
                  <a:pt x="21" y="129"/>
                  <a:pt x="21" y="129"/>
                </a:cubicBezTo>
                <a:cubicBezTo>
                  <a:pt x="20" y="129"/>
                  <a:pt x="18" y="129"/>
                  <a:pt x="16" y="130"/>
                </a:cubicBezTo>
                <a:cubicBezTo>
                  <a:pt x="14" y="130"/>
                  <a:pt x="12" y="130"/>
                  <a:pt x="11" y="130"/>
                </a:cubicBezTo>
                <a:cubicBezTo>
                  <a:pt x="11" y="135"/>
                  <a:pt x="11" y="135"/>
                  <a:pt x="11" y="135"/>
                </a:cubicBezTo>
                <a:cubicBezTo>
                  <a:pt x="1" y="135"/>
                  <a:pt x="1" y="135"/>
                  <a:pt x="1" y="135"/>
                </a:cubicBezTo>
                <a:cubicBezTo>
                  <a:pt x="1" y="120"/>
                  <a:pt x="1" y="120"/>
                  <a:pt x="1" y="120"/>
                </a:cubicBezTo>
                <a:cubicBezTo>
                  <a:pt x="33" y="120"/>
                  <a:pt x="33" y="120"/>
                  <a:pt x="33" y="120"/>
                </a:cubicBezTo>
                <a:cubicBezTo>
                  <a:pt x="33" y="129"/>
                  <a:pt x="33" y="129"/>
                  <a:pt x="33" y="129"/>
                </a:cubicBezTo>
                <a:cubicBezTo>
                  <a:pt x="24" y="139"/>
                  <a:pt x="24" y="139"/>
                  <a:pt x="24" y="139"/>
                </a:cubicBezTo>
                <a:cubicBezTo>
                  <a:pt x="27" y="140"/>
                  <a:pt x="30" y="142"/>
                  <a:pt x="31" y="144"/>
                </a:cubicBezTo>
                <a:cubicBezTo>
                  <a:pt x="33" y="146"/>
                  <a:pt x="34" y="149"/>
                  <a:pt x="34" y="152"/>
                </a:cubicBezTo>
                <a:close/>
                <a:moveTo>
                  <a:pt x="35" y="38"/>
                </a:moveTo>
                <a:cubicBezTo>
                  <a:pt x="35" y="48"/>
                  <a:pt x="35" y="48"/>
                  <a:pt x="35" y="48"/>
                </a:cubicBezTo>
                <a:cubicBezTo>
                  <a:pt x="3" y="48"/>
                  <a:pt x="3" y="48"/>
                  <a:pt x="3" y="48"/>
                </a:cubicBezTo>
                <a:cubicBezTo>
                  <a:pt x="3" y="38"/>
                  <a:pt x="3" y="38"/>
                  <a:pt x="3" y="38"/>
                </a:cubicBezTo>
                <a:cubicBezTo>
                  <a:pt x="13" y="38"/>
                  <a:pt x="13" y="38"/>
                  <a:pt x="13" y="38"/>
                </a:cubicBezTo>
                <a:cubicBezTo>
                  <a:pt x="13" y="36"/>
                  <a:pt x="13" y="32"/>
                  <a:pt x="13" y="27"/>
                </a:cubicBezTo>
                <a:cubicBezTo>
                  <a:pt x="13" y="22"/>
                  <a:pt x="13" y="18"/>
                  <a:pt x="13" y="15"/>
                </a:cubicBezTo>
                <a:cubicBezTo>
                  <a:pt x="13" y="14"/>
                  <a:pt x="13" y="14"/>
                  <a:pt x="13" y="14"/>
                </a:cubicBezTo>
                <a:cubicBezTo>
                  <a:pt x="13" y="14"/>
                  <a:pt x="13" y="14"/>
                  <a:pt x="13" y="14"/>
                </a:cubicBezTo>
                <a:cubicBezTo>
                  <a:pt x="12" y="15"/>
                  <a:pt x="11" y="17"/>
                  <a:pt x="8" y="19"/>
                </a:cubicBezTo>
                <a:cubicBezTo>
                  <a:pt x="2" y="12"/>
                  <a:pt x="2" y="12"/>
                  <a:pt x="2" y="12"/>
                </a:cubicBezTo>
                <a:cubicBezTo>
                  <a:pt x="14" y="0"/>
                  <a:pt x="14" y="0"/>
                  <a:pt x="14" y="0"/>
                </a:cubicBezTo>
                <a:cubicBezTo>
                  <a:pt x="24" y="0"/>
                  <a:pt x="24" y="0"/>
                  <a:pt x="24" y="0"/>
                </a:cubicBezTo>
                <a:cubicBezTo>
                  <a:pt x="24" y="38"/>
                  <a:pt x="24" y="38"/>
                  <a:pt x="24" y="38"/>
                </a:cubicBezTo>
                <a:lnTo>
                  <a:pt x="35" y="38"/>
                </a:lnTo>
                <a:close/>
                <a:moveTo>
                  <a:pt x="168" y="26"/>
                </a:moveTo>
                <a:cubicBezTo>
                  <a:pt x="168" y="45"/>
                  <a:pt x="168" y="45"/>
                  <a:pt x="168" y="45"/>
                </a:cubicBezTo>
                <a:cubicBezTo>
                  <a:pt x="168" y="45"/>
                  <a:pt x="167" y="46"/>
                  <a:pt x="167" y="47"/>
                </a:cubicBezTo>
                <a:cubicBezTo>
                  <a:pt x="166" y="47"/>
                  <a:pt x="166" y="48"/>
                  <a:pt x="165" y="48"/>
                </a:cubicBezTo>
                <a:cubicBezTo>
                  <a:pt x="50" y="48"/>
                  <a:pt x="50" y="48"/>
                  <a:pt x="50" y="48"/>
                </a:cubicBezTo>
                <a:cubicBezTo>
                  <a:pt x="49" y="48"/>
                  <a:pt x="48" y="47"/>
                  <a:pt x="48" y="47"/>
                </a:cubicBezTo>
                <a:cubicBezTo>
                  <a:pt x="47" y="46"/>
                  <a:pt x="47" y="45"/>
                  <a:pt x="47" y="45"/>
                </a:cubicBezTo>
                <a:cubicBezTo>
                  <a:pt x="47" y="26"/>
                  <a:pt x="47" y="26"/>
                  <a:pt x="47" y="26"/>
                </a:cubicBezTo>
                <a:cubicBezTo>
                  <a:pt x="47" y="26"/>
                  <a:pt x="47" y="25"/>
                  <a:pt x="48" y="24"/>
                </a:cubicBezTo>
                <a:cubicBezTo>
                  <a:pt x="48" y="24"/>
                  <a:pt x="49" y="23"/>
                  <a:pt x="50" y="23"/>
                </a:cubicBezTo>
                <a:cubicBezTo>
                  <a:pt x="165" y="23"/>
                  <a:pt x="165" y="23"/>
                  <a:pt x="165" y="23"/>
                </a:cubicBezTo>
                <a:cubicBezTo>
                  <a:pt x="166" y="23"/>
                  <a:pt x="166" y="24"/>
                  <a:pt x="167" y="24"/>
                </a:cubicBezTo>
                <a:cubicBezTo>
                  <a:pt x="167" y="25"/>
                  <a:pt x="168" y="26"/>
                  <a:pt x="168" y="26"/>
                </a:cubicBezTo>
                <a:close/>
                <a:moveTo>
                  <a:pt x="168" y="75"/>
                </a:moveTo>
                <a:cubicBezTo>
                  <a:pt x="168" y="93"/>
                  <a:pt x="168" y="93"/>
                  <a:pt x="168" y="93"/>
                </a:cubicBezTo>
                <a:cubicBezTo>
                  <a:pt x="168" y="94"/>
                  <a:pt x="167" y="95"/>
                  <a:pt x="167" y="95"/>
                </a:cubicBezTo>
                <a:cubicBezTo>
                  <a:pt x="166" y="96"/>
                  <a:pt x="166" y="96"/>
                  <a:pt x="165" y="96"/>
                </a:cubicBezTo>
                <a:cubicBezTo>
                  <a:pt x="50" y="96"/>
                  <a:pt x="50" y="96"/>
                  <a:pt x="50" y="96"/>
                </a:cubicBezTo>
                <a:cubicBezTo>
                  <a:pt x="49" y="96"/>
                  <a:pt x="48" y="96"/>
                  <a:pt x="48" y="95"/>
                </a:cubicBezTo>
                <a:cubicBezTo>
                  <a:pt x="47" y="95"/>
                  <a:pt x="47" y="94"/>
                  <a:pt x="47" y="93"/>
                </a:cubicBezTo>
                <a:cubicBezTo>
                  <a:pt x="47" y="75"/>
                  <a:pt x="47" y="75"/>
                  <a:pt x="47" y="75"/>
                </a:cubicBezTo>
                <a:cubicBezTo>
                  <a:pt x="47" y="74"/>
                  <a:pt x="47" y="73"/>
                  <a:pt x="48" y="73"/>
                </a:cubicBezTo>
                <a:cubicBezTo>
                  <a:pt x="48" y="72"/>
                  <a:pt x="49" y="72"/>
                  <a:pt x="50" y="72"/>
                </a:cubicBezTo>
                <a:cubicBezTo>
                  <a:pt x="165" y="72"/>
                  <a:pt x="165" y="72"/>
                  <a:pt x="165" y="72"/>
                </a:cubicBezTo>
                <a:cubicBezTo>
                  <a:pt x="166" y="72"/>
                  <a:pt x="166" y="72"/>
                  <a:pt x="167" y="73"/>
                </a:cubicBezTo>
                <a:cubicBezTo>
                  <a:pt x="167" y="73"/>
                  <a:pt x="168" y="74"/>
                  <a:pt x="168" y="75"/>
                </a:cubicBezTo>
                <a:close/>
                <a:moveTo>
                  <a:pt x="168" y="123"/>
                </a:moveTo>
                <a:cubicBezTo>
                  <a:pt x="168" y="141"/>
                  <a:pt x="168" y="141"/>
                  <a:pt x="168" y="141"/>
                </a:cubicBezTo>
                <a:cubicBezTo>
                  <a:pt x="168" y="142"/>
                  <a:pt x="167" y="143"/>
                  <a:pt x="167" y="144"/>
                </a:cubicBezTo>
                <a:cubicBezTo>
                  <a:pt x="166" y="144"/>
                  <a:pt x="166" y="144"/>
                  <a:pt x="165" y="144"/>
                </a:cubicBezTo>
                <a:cubicBezTo>
                  <a:pt x="50" y="144"/>
                  <a:pt x="50" y="144"/>
                  <a:pt x="50" y="144"/>
                </a:cubicBezTo>
                <a:cubicBezTo>
                  <a:pt x="49" y="144"/>
                  <a:pt x="48" y="144"/>
                  <a:pt x="48" y="144"/>
                </a:cubicBezTo>
                <a:cubicBezTo>
                  <a:pt x="47" y="143"/>
                  <a:pt x="47" y="142"/>
                  <a:pt x="47" y="141"/>
                </a:cubicBezTo>
                <a:cubicBezTo>
                  <a:pt x="47" y="123"/>
                  <a:pt x="47" y="123"/>
                  <a:pt x="47" y="123"/>
                </a:cubicBezTo>
                <a:cubicBezTo>
                  <a:pt x="47" y="122"/>
                  <a:pt x="47" y="122"/>
                  <a:pt x="48" y="121"/>
                </a:cubicBezTo>
                <a:cubicBezTo>
                  <a:pt x="48" y="121"/>
                  <a:pt x="49" y="120"/>
                  <a:pt x="50" y="120"/>
                </a:cubicBezTo>
                <a:cubicBezTo>
                  <a:pt x="165" y="120"/>
                  <a:pt x="165" y="120"/>
                  <a:pt x="165" y="120"/>
                </a:cubicBezTo>
                <a:cubicBezTo>
                  <a:pt x="166" y="120"/>
                  <a:pt x="166" y="121"/>
                  <a:pt x="167" y="121"/>
                </a:cubicBezTo>
                <a:cubicBezTo>
                  <a:pt x="167" y="122"/>
                  <a:pt x="168" y="122"/>
                  <a:pt x="168" y="12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82" name="Freeform 184"/>
          <p:cNvSpPr>
            <a:spLocks noEditPoints="1"/>
          </p:cNvSpPr>
          <p:nvPr/>
        </p:nvSpPr>
        <p:spPr bwMode="auto">
          <a:xfrm>
            <a:off x="7916724" y="3110237"/>
            <a:ext cx="242043" cy="209627"/>
          </a:xfrm>
          <a:custGeom>
            <a:avLst/>
            <a:gdLst>
              <a:gd name="T0" fmla="*/ 168 w 169"/>
              <a:gd name="T1" fmla="*/ 74 h 146"/>
              <a:gd name="T2" fmla="*/ 169 w 169"/>
              <a:gd name="T3" fmla="*/ 82 h 146"/>
              <a:gd name="T4" fmla="*/ 166 w 169"/>
              <a:gd name="T5" fmla="*/ 85 h 146"/>
              <a:gd name="T6" fmla="*/ 0 w 169"/>
              <a:gd name="T7" fmla="*/ 84 h 146"/>
              <a:gd name="T8" fmla="*/ 0 w 169"/>
              <a:gd name="T9" fmla="*/ 76 h 146"/>
              <a:gd name="T10" fmla="*/ 3 w 169"/>
              <a:gd name="T11" fmla="*/ 73 h 146"/>
              <a:gd name="T12" fmla="*/ 45 w 169"/>
              <a:gd name="T13" fmla="*/ 67 h 146"/>
              <a:gd name="T14" fmla="*/ 36 w 169"/>
              <a:gd name="T15" fmla="*/ 42 h 146"/>
              <a:gd name="T16" fmla="*/ 86 w 169"/>
              <a:gd name="T17" fmla="*/ 0 h 146"/>
              <a:gd name="T18" fmla="*/ 118 w 169"/>
              <a:gd name="T19" fmla="*/ 7 h 146"/>
              <a:gd name="T20" fmla="*/ 121 w 169"/>
              <a:gd name="T21" fmla="*/ 35 h 146"/>
              <a:gd name="T22" fmla="*/ 120 w 169"/>
              <a:gd name="T23" fmla="*/ 40 h 146"/>
              <a:gd name="T24" fmla="*/ 111 w 169"/>
              <a:gd name="T25" fmla="*/ 39 h 146"/>
              <a:gd name="T26" fmla="*/ 81 w 169"/>
              <a:gd name="T27" fmla="*/ 11 h 146"/>
              <a:gd name="T28" fmla="*/ 57 w 169"/>
              <a:gd name="T29" fmla="*/ 30 h 146"/>
              <a:gd name="T30" fmla="*/ 90 w 169"/>
              <a:gd name="T31" fmla="*/ 56 h 146"/>
              <a:gd name="T32" fmla="*/ 115 w 169"/>
              <a:gd name="T33" fmla="*/ 67 h 146"/>
              <a:gd name="T34" fmla="*/ 93 w 169"/>
              <a:gd name="T35" fmla="*/ 91 h 146"/>
              <a:gd name="T36" fmla="*/ 133 w 169"/>
              <a:gd name="T37" fmla="*/ 100 h 146"/>
              <a:gd name="T38" fmla="*/ 122 w 169"/>
              <a:gd name="T39" fmla="*/ 130 h 146"/>
              <a:gd name="T40" fmla="*/ 97 w 169"/>
              <a:gd name="T41" fmla="*/ 144 h 146"/>
              <a:gd name="T42" fmla="*/ 60 w 169"/>
              <a:gd name="T43" fmla="*/ 143 h 146"/>
              <a:gd name="T44" fmla="*/ 40 w 169"/>
              <a:gd name="T45" fmla="*/ 137 h 146"/>
              <a:gd name="T46" fmla="*/ 39 w 169"/>
              <a:gd name="T47" fmla="*/ 134 h 146"/>
              <a:gd name="T48" fmla="*/ 39 w 169"/>
              <a:gd name="T49" fmla="*/ 112 h 146"/>
              <a:gd name="T50" fmla="*/ 39 w 169"/>
              <a:gd name="T51" fmla="*/ 105 h 146"/>
              <a:gd name="T52" fmla="*/ 51 w 169"/>
              <a:gd name="T53" fmla="*/ 111 h 146"/>
              <a:gd name="T54" fmla="*/ 55 w 169"/>
              <a:gd name="T55" fmla="*/ 119 h 146"/>
              <a:gd name="T56" fmla="*/ 72 w 169"/>
              <a:gd name="T57" fmla="*/ 133 h 146"/>
              <a:gd name="T58" fmla="*/ 98 w 169"/>
              <a:gd name="T59" fmla="*/ 133 h 146"/>
              <a:gd name="T60" fmla="*/ 114 w 169"/>
              <a:gd name="T61" fmla="*/ 113 h 146"/>
              <a:gd name="T62" fmla="*/ 93 w 169"/>
              <a:gd name="T63" fmla="*/ 91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69" h="146">
                <a:moveTo>
                  <a:pt x="166" y="73"/>
                </a:moveTo>
                <a:cubicBezTo>
                  <a:pt x="167" y="73"/>
                  <a:pt x="168" y="73"/>
                  <a:pt x="168" y="74"/>
                </a:cubicBezTo>
                <a:cubicBezTo>
                  <a:pt x="169" y="74"/>
                  <a:pt x="169" y="75"/>
                  <a:pt x="169" y="76"/>
                </a:cubicBezTo>
                <a:cubicBezTo>
                  <a:pt x="169" y="82"/>
                  <a:pt x="169" y="82"/>
                  <a:pt x="169" y="82"/>
                </a:cubicBezTo>
                <a:cubicBezTo>
                  <a:pt x="169" y="83"/>
                  <a:pt x="169" y="84"/>
                  <a:pt x="168" y="84"/>
                </a:cubicBezTo>
                <a:cubicBezTo>
                  <a:pt x="168" y="85"/>
                  <a:pt x="167" y="85"/>
                  <a:pt x="166" y="85"/>
                </a:cubicBezTo>
                <a:cubicBezTo>
                  <a:pt x="3" y="85"/>
                  <a:pt x="3" y="85"/>
                  <a:pt x="3" y="85"/>
                </a:cubicBezTo>
                <a:cubicBezTo>
                  <a:pt x="2" y="85"/>
                  <a:pt x="1" y="85"/>
                  <a:pt x="0" y="84"/>
                </a:cubicBezTo>
                <a:cubicBezTo>
                  <a:pt x="0" y="84"/>
                  <a:pt x="0" y="83"/>
                  <a:pt x="0" y="82"/>
                </a:cubicBezTo>
                <a:cubicBezTo>
                  <a:pt x="0" y="76"/>
                  <a:pt x="0" y="76"/>
                  <a:pt x="0" y="76"/>
                </a:cubicBezTo>
                <a:cubicBezTo>
                  <a:pt x="0" y="75"/>
                  <a:pt x="0" y="74"/>
                  <a:pt x="0" y="74"/>
                </a:cubicBezTo>
                <a:cubicBezTo>
                  <a:pt x="1" y="73"/>
                  <a:pt x="2" y="73"/>
                  <a:pt x="3" y="73"/>
                </a:cubicBezTo>
                <a:lnTo>
                  <a:pt x="166" y="73"/>
                </a:lnTo>
                <a:close/>
                <a:moveTo>
                  <a:pt x="45" y="67"/>
                </a:moveTo>
                <a:cubicBezTo>
                  <a:pt x="43" y="65"/>
                  <a:pt x="42" y="62"/>
                  <a:pt x="40" y="59"/>
                </a:cubicBezTo>
                <a:cubicBezTo>
                  <a:pt x="37" y="53"/>
                  <a:pt x="36" y="47"/>
                  <a:pt x="36" y="42"/>
                </a:cubicBezTo>
                <a:cubicBezTo>
                  <a:pt x="36" y="30"/>
                  <a:pt x="40" y="20"/>
                  <a:pt x="48" y="12"/>
                </a:cubicBezTo>
                <a:cubicBezTo>
                  <a:pt x="57" y="4"/>
                  <a:pt x="69" y="0"/>
                  <a:pt x="86" y="0"/>
                </a:cubicBezTo>
                <a:cubicBezTo>
                  <a:pt x="89" y="0"/>
                  <a:pt x="94" y="1"/>
                  <a:pt x="101" y="2"/>
                </a:cubicBezTo>
                <a:cubicBezTo>
                  <a:pt x="106" y="3"/>
                  <a:pt x="111" y="4"/>
                  <a:pt x="118" y="7"/>
                </a:cubicBezTo>
                <a:cubicBezTo>
                  <a:pt x="119" y="9"/>
                  <a:pt x="119" y="13"/>
                  <a:pt x="120" y="18"/>
                </a:cubicBezTo>
                <a:cubicBezTo>
                  <a:pt x="121" y="26"/>
                  <a:pt x="121" y="31"/>
                  <a:pt x="121" y="35"/>
                </a:cubicBezTo>
                <a:cubicBezTo>
                  <a:pt x="121" y="36"/>
                  <a:pt x="121" y="38"/>
                  <a:pt x="121" y="39"/>
                </a:cubicBezTo>
                <a:cubicBezTo>
                  <a:pt x="120" y="40"/>
                  <a:pt x="120" y="40"/>
                  <a:pt x="120" y="40"/>
                </a:cubicBezTo>
                <a:cubicBezTo>
                  <a:pt x="112" y="39"/>
                  <a:pt x="112" y="39"/>
                  <a:pt x="112" y="39"/>
                </a:cubicBezTo>
                <a:cubicBezTo>
                  <a:pt x="111" y="39"/>
                  <a:pt x="111" y="39"/>
                  <a:pt x="111" y="39"/>
                </a:cubicBezTo>
                <a:cubicBezTo>
                  <a:pt x="107" y="30"/>
                  <a:pt x="104" y="23"/>
                  <a:pt x="101" y="20"/>
                </a:cubicBezTo>
                <a:cubicBezTo>
                  <a:pt x="95" y="14"/>
                  <a:pt x="89" y="11"/>
                  <a:pt x="81" y="11"/>
                </a:cubicBezTo>
                <a:cubicBezTo>
                  <a:pt x="74" y="11"/>
                  <a:pt x="68" y="13"/>
                  <a:pt x="64" y="16"/>
                </a:cubicBezTo>
                <a:cubicBezTo>
                  <a:pt x="60" y="20"/>
                  <a:pt x="57" y="25"/>
                  <a:pt x="57" y="30"/>
                </a:cubicBezTo>
                <a:cubicBezTo>
                  <a:pt x="57" y="35"/>
                  <a:pt x="60" y="39"/>
                  <a:pt x="64" y="44"/>
                </a:cubicBezTo>
                <a:cubicBezTo>
                  <a:pt x="68" y="48"/>
                  <a:pt x="77" y="52"/>
                  <a:pt x="90" y="56"/>
                </a:cubicBezTo>
                <a:cubicBezTo>
                  <a:pt x="94" y="57"/>
                  <a:pt x="100" y="59"/>
                  <a:pt x="106" y="62"/>
                </a:cubicBezTo>
                <a:cubicBezTo>
                  <a:pt x="110" y="64"/>
                  <a:pt x="113" y="65"/>
                  <a:pt x="115" y="67"/>
                </a:cubicBezTo>
                <a:lnTo>
                  <a:pt x="45" y="67"/>
                </a:lnTo>
                <a:close/>
                <a:moveTo>
                  <a:pt x="93" y="91"/>
                </a:moveTo>
                <a:cubicBezTo>
                  <a:pt x="132" y="91"/>
                  <a:pt x="132" y="91"/>
                  <a:pt x="132" y="91"/>
                </a:cubicBezTo>
                <a:cubicBezTo>
                  <a:pt x="132" y="94"/>
                  <a:pt x="133" y="96"/>
                  <a:pt x="133" y="100"/>
                </a:cubicBezTo>
                <a:cubicBezTo>
                  <a:pt x="133" y="107"/>
                  <a:pt x="131" y="113"/>
                  <a:pt x="129" y="120"/>
                </a:cubicBezTo>
                <a:cubicBezTo>
                  <a:pt x="127" y="123"/>
                  <a:pt x="125" y="127"/>
                  <a:pt x="122" y="130"/>
                </a:cubicBezTo>
                <a:cubicBezTo>
                  <a:pt x="120" y="132"/>
                  <a:pt x="116" y="134"/>
                  <a:pt x="112" y="137"/>
                </a:cubicBezTo>
                <a:cubicBezTo>
                  <a:pt x="107" y="140"/>
                  <a:pt x="102" y="142"/>
                  <a:pt x="97" y="144"/>
                </a:cubicBezTo>
                <a:cubicBezTo>
                  <a:pt x="92" y="145"/>
                  <a:pt x="86" y="146"/>
                  <a:pt x="78" y="146"/>
                </a:cubicBezTo>
                <a:cubicBezTo>
                  <a:pt x="71" y="146"/>
                  <a:pt x="65" y="145"/>
                  <a:pt x="60" y="143"/>
                </a:cubicBezTo>
                <a:cubicBezTo>
                  <a:pt x="46" y="140"/>
                  <a:pt x="46" y="140"/>
                  <a:pt x="46" y="140"/>
                </a:cubicBezTo>
                <a:cubicBezTo>
                  <a:pt x="43" y="139"/>
                  <a:pt x="41" y="138"/>
                  <a:pt x="40" y="137"/>
                </a:cubicBezTo>
                <a:cubicBezTo>
                  <a:pt x="39" y="136"/>
                  <a:pt x="39" y="136"/>
                  <a:pt x="39" y="135"/>
                </a:cubicBezTo>
                <a:cubicBezTo>
                  <a:pt x="39" y="134"/>
                  <a:pt x="39" y="134"/>
                  <a:pt x="39" y="134"/>
                </a:cubicBezTo>
                <a:cubicBezTo>
                  <a:pt x="39" y="127"/>
                  <a:pt x="39" y="122"/>
                  <a:pt x="39" y="119"/>
                </a:cubicBezTo>
                <a:cubicBezTo>
                  <a:pt x="39" y="117"/>
                  <a:pt x="39" y="115"/>
                  <a:pt x="39" y="112"/>
                </a:cubicBezTo>
                <a:cubicBezTo>
                  <a:pt x="39" y="109"/>
                  <a:pt x="39" y="109"/>
                  <a:pt x="39" y="109"/>
                </a:cubicBezTo>
                <a:cubicBezTo>
                  <a:pt x="39" y="105"/>
                  <a:pt x="39" y="105"/>
                  <a:pt x="39" y="105"/>
                </a:cubicBezTo>
                <a:cubicBezTo>
                  <a:pt x="48" y="105"/>
                  <a:pt x="48" y="105"/>
                  <a:pt x="48" y="105"/>
                </a:cubicBezTo>
                <a:cubicBezTo>
                  <a:pt x="49" y="107"/>
                  <a:pt x="50" y="109"/>
                  <a:pt x="51" y="111"/>
                </a:cubicBezTo>
                <a:cubicBezTo>
                  <a:pt x="52" y="114"/>
                  <a:pt x="53" y="115"/>
                  <a:pt x="53" y="117"/>
                </a:cubicBezTo>
                <a:cubicBezTo>
                  <a:pt x="54" y="118"/>
                  <a:pt x="54" y="119"/>
                  <a:pt x="55" y="119"/>
                </a:cubicBezTo>
                <a:cubicBezTo>
                  <a:pt x="57" y="123"/>
                  <a:pt x="59" y="126"/>
                  <a:pt x="62" y="128"/>
                </a:cubicBezTo>
                <a:cubicBezTo>
                  <a:pt x="65" y="130"/>
                  <a:pt x="68" y="132"/>
                  <a:pt x="72" y="133"/>
                </a:cubicBezTo>
                <a:cubicBezTo>
                  <a:pt x="76" y="135"/>
                  <a:pt x="80" y="136"/>
                  <a:pt x="85" y="136"/>
                </a:cubicBezTo>
                <a:cubicBezTo>
                  <a:pt x="89" y="136"/>
                  <a:pt x="93" y="135"/>
                  <a:pt x="98" y="133"/>
                </a:cubicBezTo>
                <a:cubicBezTo>
                  <a:pt x="103" y="131"/>
                  <a:pt x="106" y="129"/>
                  <a:pt x="109" y="125"/>
                </a:cubicBezTo>
                <a:cubicBezTo>
                  <a:pt x="112" y="121"/>
                  <a:pt x="114" y="117"/>
                  <a:pt x="114" y="113"/>
                </a:cubicBezTo>
                <a:cubicBezTo>
                  <a:pt x="114" y="107"/>
                  <a:pt x="111" y="102"/>
                  <a:pt x="106" y="98"/>
                </a:cubicBezTo>
                <a:cubicBezTo>
                  <a:pt x="104" y="96"/>
                  <a:pt x="100" y="94"/>
                  <a:pt x="93" y="9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83" name="Freeform 185"/>
          <p:cNvSpPr>
            <a:spLocks noEditPoints="1"/>
          </p:cNvSpPr>
          <p:nvPr/>
        </p:nvSpPr>
        <p:spPr bwMode="auto">
          <a:xfrm>
            <a:off x="8217117" y="3110237"/>
            <a:ext cx="207464" cy="209627"/>
          </a:xfrm>
          <a:custGeom>
            <a:avLst/>
            <a:gdLst>
              <a:gd name="T0" fmla="*/ 0 w 145"/>
              <a:gd name="T1" fmla="*/ 9 h 146"/>
              <a:gd name="T2" fmla="*/ 4 w 145"/>
              <a:gd name="T3" fmla="*/ 1 h 146"/>
              <a:gd name="T4" fmla="*/ 30 w 145"/>
              <a:gd name="T5" fmla="*/ 2 h 146"/>
              <a:gd name="T6" fmla="*/ 59 w 145"/>
              <a:gd name="T7" fmla="*/ 1 h 146"/>
              <a:gd name="T8" fmla="*/ 68 w 145"/>
              <a:gd name="T9" fmla="*/ 2 h 146"/>
              <a:gd name="T10" fmla="*/ 68 w 145"/>
              <a:gd name="T11" fmla="*/ 9 h 146"/>
              <a:gd name="T12" fmla="*/ 49 w 145"/>
              <a:gd name="T13" fmla="*/ 12 h 146"/>
              <a:gd name="T14" fmla="*/ 47 w 145"/>
              <a:gd name="T15" fmla="*/ 28 h 146"/>
              <a:gd name="T16" fmla="*/ 47 w 145"/>
              <a:gd name="T17" fmla="*/ 52 h 146"/>
              <a:gd name="T18" fmla="*/ 54 w 145"/>
              <a:gd name="T19" fmla="*/ 97 h 146"/>
              <a:gd name="T20" fmla="*/ 79 w 145"/>
              <a:gd name="T21" fmla="*/ 110 h 146"/>
              <a:gd name="T22" fmla="*/ 107 w 145"/>
              <a:gd name="T23" fmla="*/ 103 h 146"/>
              <a:gd name="T24" fmla="*/ 118 w 145"/>
              <a:gd name="T25" fmla="*/ 86 h 146"/>
              <a:gd name="T26" fmla="*/ 120 w 145"/>
              <a:gd name="T27" fmla="*/ 52 h 146"/>
              <a:gd name="T28" fmla="*/ 117 w 145"/>
              <a:gd name="T29" fmla="*/ 26 h 146"/>
              <a:gd name="T30" fmla="*/ 115 w 145"/>
              <a:gd name="T31" fmla="*/ 12 h 146"/>
              <a:gd name="T32" fmla="*/ 98 w 145"/>
              <a:gd name="T33" fmla="*/ 9 h 146"/>
              <a:gd name="T34" fmla="*/ 97 w 145"/>
              <a:gd name="T35" fmla="*/ 0 h 146"/>
              <a:gd name="T36" fmla="*/ 124 w 145"/>
              <a:gd name="T37" fmla="*/ 1 h 146"/>
              <a:gd name="T38" fmla="*/ 144 w 145"/>
              <a:gd name="T39" fmla="*/ 1 h 146"/>
              <a:gd name="T40" fmla="*/ 145 w 145"/>
              <a:gd name="T41" fmla="*/ 8 h 146"/>
              <a:gd name="T42" fmla="*/ 129 w 145"/>
              <a:gd name="T43" fmla="*/ 11 h 146"/>
              <a:gd name="T44" fmla="*/ 128 w 145"/>
              <a:gd name="T45" fmla="*/ 18 h 146"/>
              <a:gd name="T46" fmla="*/ 130 w 145"/>
              <a:gd name="T47" fmla="*/ 58 h 146"/>
              <a:gd name="T48" fmla="*/ 125 w 145"/>
              <a:gd name="T49" fmla="*/ 98 h 146"/>
              <a:gd name="T50" fmla="*/ 97 w 145"/>
              <a:gd name="T51" fmla="*/ 118 h 146"/>
              <a:gd name="T52" fmla="*/ 46 w 145"/>
              <a:gd name="T53" fmla="*/ 117 h 146"/>
              <a:gd name="T54" fmla="*/ 21 w 145"/>
              <a:gd name="T55" fmla="*/ 87 h 146"/>
              <a:gd name="T56" fmla="*/ 20 w 145"/>
              <a:gd name="T57" fmla="*/ 33 h 146"/>
              <a:gd name="T58" fmla="*/ 4 w 145"/>
              <a:gd name="T59" fmla="*/ 9 h 146"/>
              <a:gd name="T60" fmla="*/ 145 w 145"/>
              <a:gd name="T61" fmla="*/ 136 h 146"/>
              <a:gd name="T62" fmla="*/ 142 w 145"/>
              <a:gd name="T63" fmla="*/ 133 h 146"/>
              <a:gd name="T64" fmla="*/ 1 w 145"/>
              <a:gd name="T65" fmla="*/ 134 h 146"/>
              <a:gd name="T66" fmla="*/ 0 w 145"/>
              <a:gd name="T67" fmla="*/ 143 h 146"/>
              <a:gd name="T68" fmla="*/ 3 w 145"/>
              <a:gd name="T69" fmla="*/ 146 h 146"/>
              <a:gd name="T70" fmla="*/ 144 w 145"/>
              <a:gd name="T71" fmla="*/ 145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45" h="146">
                <a:moveTo>
                  <a:pt x="4" y="9"/>
                </a:moveTo>
                <a:cubicBezTo>
                  <a:pt x="2" y="9"/>
                  <a:pt x="1" y="9"/>
                  <a:pt x="0" y="9"/>
                </a:cubicBezTo>
                <a:cubicBezTo>
                  <a:pt x="0" y="1"/>
                  <a:pt x="0" y="1"/>
                  <a:pt x="0" y="1"/>
                </a:cubicBezTo>
                <a:cubicBezTo>
                  <a:pt x="1" y="1"/>
                  <a:pt x="2" y="1"/>
                  <a:pt x="4" y="1"/>
                </a:cubicBezTo>
                <a:cubicBezTo>
                  <a:pt x="7" y="1"/>
                  <a:pt x="11" y="1"/>
                  <a:pt x="14" y="1"/>
                </a:cubicBezTo>
                <a:cubicBezTo>
                  <a:pt x="22" y="1"/>
                  <a:pt x="28" y="2"/>
                  <a:pt x="30" y="2"/>
                </a:cubicBezTo>
                <a:cubicBezTo>
                  <a:pt x="35" y="2"/>
                  <a:pt x="41" y="1"/>
                  <a:pt x="46" y="1"/>
                </a:cubicBezTo>
                <a:cubicBezTo>
                  <a:pt x="53" y="1"/>
                  <a:pt x="58" y="1"/>
                  <a:pt x="59" y="1"/>
                </a:cubicBezTo>
                <a:cubicBezTo>
                  <a:pt x="63" y="1"/>
                  <a:pt x="66" y="1"/>
                  <a:pt x="68" y="1"/>
                </a:cubicBezTo>
                <a:cubicBezTo>
                  <a:pt x="68" y="2"/>
                  <a:pt x="68" y="2"/>
                  <a:pt x="68" y="2"/>
                </a:cubicBezTo>
                <a:cubicBezTo>
                  <a:pt x="68" y="8"/>
                  <a:pt x="68" y="8"/>
                  <a:pt x="68" y="8"/>
                </a:cubicBezTo>
                <a:cubicBezTo>
                  <a:pt x="68" y="9"/>
                  <a:pt x="68" y="9"/>
                  <a:pt x="68" y="9"/>
                </a:cubicBezTo>
                <a:cubicBezTo>
                  <a:pt x="64" y="9"/>
                  <a:pt x="60" y="10"/>
                  <a:pt x="56" y="10"/>
                </a:cubicBezTo>
                <a:cubicBezTo>
                  <a:pt x="52" y="10"/>
                  <a:pt x="50" y="10"/>
                  <a:pt x="49" y="12"/>
                </a:cubicBezTo>
                <a:cubicBezTo>
                  <a:pt x="48" y="13"/>
                  <a:pt x="47" y="17"/>
                  <a:pt x="47" y="25"/>
                </a:cubicBezTo>
                <a:cubicBezTo>
                  <a:pt x="47" y="25"/>
                  <a:pt x="47" y="26"/>
                  <a:pt x="47" y="28"/>
                </a:cubicBezTo>
                <a:cubicBezTo>
                  <a:pt x="47" y="29"/>
                  <a:pt x="47" y="30"/>
                  <a:pt x="47" y="30"/>
                </a:cubicBezTo>
                <a:cubicBezTo>
                  <a:pt x="47" y="52"/>
                  <a:pt x="47" y="52"/>
                  <a:pt x="47" y="52"/>
                </a:cubicBezTo>
                <a:cubicBezTo>
                  <a:pt x="49" y="78"/>
                  <a:pt x="49" y="78"/>
                  <a:pt x="49" y="78"/>
                </a:cubicBezTo>
                <a:cubicBezTo>
                  <a:pt x="49" y="86"/>
                  <a:pt x="51" y="92"/>
                  <a:pt x="54" y="97"/>
                </a:cubicBezTo>
                <a:cubicBezTo>
                  <a:pt x="56" y="101"/>
                  <a:pt x="59" y="104"/>
                  <a:pt x="63" y="106"/>
                </a:cubicBezTo>
                <a:cubicBezTo>
                  <a:pt x="68" y="109"/>
                  <a:pt x="74" y="110"/>
                  <a:pt x="79" y="110"/>
                </a:cubicBezTo>
                <a:cubicBezTo>
                  <a:pt x="86" y="110"/>
                  <a:pt x="92" y="109"/>
                  <a:pt x="98" y="108"/>
                </a:cubicBezTo>
                <a:cubicBezTo>
                  <a:pt x="101" y="107"/>
                  <a:pt x="104" y="105"/>
                  <a:pt x="107" y="103"/>
                </a:cubicBezTo>
                <a:cubicBezTo>
                  <a:pt x="110" y="101"/>
                  <a:pt x="112" y="99"/>
                  <a:pt x="113" y="97"/>
                </a:cubicBezTo>
                <a:cubicBezTo>
                  <a:pt x="115" y="93"/>
                  <a:pt x="117" y="90"/>
                  <a:pt x="118" y="86"/>
                </a:cubicBezTo>
                <a:cubicBezTo>
                  <a:pt x="119" y="81"/>
                  <a:pt x="120" y="74"/>
                  <a:pt x="120" y="64"/>
                </a:cubicBezTo>
                <a:cubicBezTo>
                  <a:pt x="120" y="59"/>
                  <a:pt x="120" y="55"/>
                  <a:pt x="120" y="52"/>
                </a:cubicBezTo>
                <a:cubicBezTo>
                  <a:pt x="119" y="49"/>
                  <a:pt x="119" y="45"/>
                  <a:pt x="119" y="41"/>
                </a:cubicBezTo>
                <a:cubicBezTo>
                  <a:pt x="118" y="36"/>
                  <a:pt x="118" y="31"/>
                  <a:pt x="117" y="26"/>
                </a:cubicBezTo>
                <a:cubicBezTo>
                  <a:pt x="117" y="20"/>
                  <a:pt x="117" y="20"/>
                  <a:pt x="117" y="20"/>
                </a:cubicBezTo>
                <a:cubicBezTo>
                  <a:pt x="117" y="16"/>
                  <a:pt x="116" y="13"/>
                  <a:pt x="115" y="12"/>
                </a:cubicBezTo>
                <a:cubicBezTo>
                  <a:pt x="113" y="10"/>
                  <a:pt x="110" y="8"/>
                  <a:pt x="107" y="9"/>
                </a:cubicBezTo>
                <a:cubicBezTo>
                  <a:pt x="98" y="9"/>
                  <a:pt x="98" y="9"/>
                  <a:pt x="98" y="9"/>
                </a:cubicBezTo>
                <a:cubicBezTo>
                  <a:pt x="97" y="8"/>
                  <a:pt x="97" y="8"/>
                  <a:pt x="97" y="8"/>
                </a:cubicBezTo>
                <a:cubicBezTo>
                  <a:pt x="97" y="0"/>
                  <a:pt x="97" y="0"/>
                  <a:pt x="97" y="0"/>
                </a:cubicBezTo>
                <a:cubicBezTo>
                  <a:pt x="105" y="0"/>
                  <a:pt x="105" y="0"/>
                  <a:pt x="105" y="0"/>
                </a:cubicBezTo>
                <a:cubicBezTo>
                  <a:pt x="124" y="1"/>
                  <a:pt x="124" y="1"/>
                  <a:pt x="124" y="1"/>
                </a:cubicBezTo>
                <a:cubicBezTo>
                  <a:pt x="129" y="1"/>
                  <a:pt x="135" y="1"/>
                  <a:pt x="143" y="0"/>
                </a:cubicBezTo>
                <a:cubicBezTo>
                  <a:pt x="144" y="1"/>
                  <a:pt x="144" y="1"/>
                  <a:pt x="144" y="1"/>
                </a:cubicBezTo>
                <a:cubicBezTo>
                  <a:pt x="145" y="3"/>
                  <a:pt x="145" y="5"/>
                  <a:pt x="145" y="5"/>
                </a:cubicBezTo>
                <a:cubicBezTo>
                  <a:pt x="145" y="6"/>
                  <a:pt x="145" y="7"/>
                  <a:pt x="145" y="8"/>
                </a:cubicBezTo>
                <a:cubicBezTo>
                  <a:pt x="142" y="9"/>
                  <a:pt x="139" y="9"/>
                  <a:pt x="137" y="9"/>
                </a:cubicBezTo>
                <a:cubicBezTo>
                  <a:pt x="132" y="10"/>
                  <a:pt x="130" y="11"/>
                  <a:pt x="129" y="11"/>
                </a:cubicBezTo>
                <a:cubicBezTo>
                  <a:pt x="128" y="12"/>
                  <a:pt x="128" y="13"/>
                  <a:pt x="128" y="15"/>
                </a:cubicBezTo>
                <a:cubicBezTo>
                  <a:pt x="128" y="15"/>
                  <a:pt x="128" y="16"/>
                  <a:pt x="128" y="18"/>
                </a:cubicBezTo>
                <a:cubicBezTo>
                  <a:pt x="128" y="19"/>
                  <a:pt x="128" y="20"/>
                  <a:pt x="128" y="20"/>
                </a:cubicBezTo>
                <a:cubicBezTo>
                  <a:pt x="129" y="22"/>
                  <a:pt x="129" y="34"/>
                  <a:pt x="130" y="58"/>
                </a:cubicBezTo>
                <a:cubicBezTo>
                  <a:pt x="130" y="70"/>
                  <a:pt x="130" y="80"/>
                  <a:pt x="129" y="87"/>
                </a:cubicBezTo>
                <a:cubicBezTo>
                  <a:pt x="128" y="91"/>
                  <a:pt x="126" y="95"/>
                  <a:pt x="125" y="98"/>
                </a:cubicBezTo>
                <a:cubicBezTo>
                  <a:pt x="122" y="102"/>
                  <a:pt x="119" y="106"/>
                  <a:pt x="114" y="110"/>
                </a:cubicBezTo>
                <a:cubicBezTo>
                  <a:pt x="110" y="113"/>
                  <a:pt x="104" y="116"/>
                  <a:pt x="97" y="118"/>
                </a:cubicBezTo>
                <a:cubicBezTo>
                  <a:pt x="90" y="120"/>
                  <a:pt x="82" y="121"/>
                  <a:pt x="73" y="121"/>
                </a:cubicBezTo>
                <a:cubicBezTo>
                  <a:pt x="62" y="121"/>
                  <a:pt x="53" y="120"/>
                  <a:pt x="46" y="117"/>
                </a:cubicBezTo>
                <a:cubicBezTo>
                  <a:pt x="39" y="114"/>
                  <a:pt x="33" y="110"/>
                  <a:pt x="29" y="105"/>
                </a:cubicBezTo>
                <a:cubicBezTo>
                  <a:pt x="25" y="101"/>
                  <a:pt x="23" y="95"/>
                  <a:pt x="21" y="87"/>
                </a:cubicBezTo>
                <a:cubicBezTo>
                  <a:pt x="20" y="82"/>
                  <a:pt x="20" y="75"/>
                  <a:pt x="20" y="65"/>
                </a:cubicBezTo>
                <a:cubicBezTo>
                  <a:pt x="20" y="33"/>
                  <a:pt x="20" y="33"/>
                  <a:pt x="20" y="33"/>
                </a:cubicBezTo>
                <a:cubicBezTo>
                  <a:pt x="20" y="21"/>
                  <a:pt x="19" y="15"/>
                  <a:pt x="18" y="13"/>
                </a:cubicBezTo>
                <a:cubicBezTo>
                  <a:pt x="17" y="11"/>
                  <a:pt x="12" y="9"/>
                  <a:pt x="4" y="9"/>
                </a:cubicBezTo>
                <a:close/>
                <a:moveTo>
                  <a:pt x="145" y="143"/>
                </a:moveTo>
                <a:cubicBezTo>
                  <a:pt x="145" y="136"/>
                  <a:pt x="145" y="136"/>
                  <a:pt x="145" y="136"/>
                </a:cubicBezTo>
                <a:cubicBezTo>
                  <a:pt x="145" y="136"/>
                  <a:pt x="145" y="135"/>
                  <a:pt x="144" y="134"/>
                </a:cubicBezTo>
                <a:cubicBezTo>
                  <a:pt x="144" y="134"/>
                  <a:pt x="143" y="133"/>
                  <a:pt x="142" y="133"/>
                </a:cubicBezTo>
                <a:cubicBezTo>
                  <a:pt x="3" y="133"/>
                  <a:pt x="3" y="133"/>
                  <a:pt x="3" y="133"/>
                </a:cubicBezTo>
                <a:cubicBezTo>
                  <a:pt x="2" y="133"/>
                  <a:pt x="1" y="134"/>
                  <a:pt x="1" y="134"/>
                </a:cubicBezTo>
                <a:cubicBezTo>
                  <a:pt x="0" y="135"/>
                  <a:pt x="0" y="136"/>
                  <a:pt x="0" y="136"/>
                </a:cubicBezTo>
                <a:cubicBezTo>
                  <a:pt x="0" y="143"/>
                  <a:pt x="0" y="143"/>
                  <a:pt x="0" y="143"/>
                </a:cubicBezTo>
                <a:cubicBezTo>
                  <a:pt x="0" y="143"/>
                  <a:pt x="0" y="144"/>
                  <a:pt x="1" y="145"/>
                </a:cubicBezTo>
                <a:cubicBezTo>
                  <a:pt x="1" y="145"/>
                  <a:pt x="2" y="146"/>
                  <a:pt x="3" y="146"/>
                </a:cubicBezTo>
                <a:cubicBezTo>
                  <a:pt x="142" y="146"/>
                  <a:pt x="142" y="146"/>
                  <a:pt x="142" y="146"/>
                </a:cubicBezTo>
                <a:cubicBezTo>
                  <a:pt x="143" y="146"/>
                  <a:pt x="144" y="145"/>
                  <a:pt x="144" y="145"/>
                </a:cubicBezTo>
                <a:cubicBezTo>
                  <a:pt x="145" y="144"/>
                  <a:pt x="145" y="143"/>
                  <a:pt x="145" y="14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84" name="Freeform 186"/>
          <p:cNvSpPr>
            <a:spLocks noEditPoints="1"/>
          </p:cNvSpPr>
          <p:nvPr/>
        </p:nvSpPr>
        <p:spPr bwMode="auto">
          <a:xfrm>
            <a:off x="8482931" y="3110237"/>
            <a:ext cx="226915" cy="190176"/>
          </a:xfrm>
          <a:custGeom>
            <a:avLst/>
            <a:gdLst>
              <a:gd name="T0" fmla="*/ 153 w 157"/>
              <a:gd name="T1" fmla="*/ 129 h 133"/>
              <a:gd name="T2" fmla="*/ 4 w 157"/>
              <a:gd name="T3" fmla="*/ 129 h 133"/>
              <a:gd name="T4" fmla="*/ 4 w 157"/>
              <a:gd name="T5" fmla="*/ 5 h 133"/>
              <a:gd name="T6" fmla="*/ 153 w 157"/>
              <a:gd name="T7" fmla="*/ 5 h 133"/>
              <a:gd name="T8" fmla="*/ 48 w 157"/>
              <a:gd name="T9" fmla="*/ 28 h 133"/>
              <a:gd name="T10" fmla="*/ 15 w 157"/>
              <a:gd name="T11" fmla="*/ 25 h 133"/>
              <a:gd name="T12" fmla="*/ 12 w 157"/>
              <a:gd name="T13" fmla="*/ 46 h 133"/>
              <a:gd name="T14" fmla="*/ 45 w 157"/>
              <a:gd name="T15" fmla="*/ 49 h 133"/>
              <a:gd name="T16" fmla="*/ 48 w 157"/>
              <a:gd name="T17" fmla="*/ 82 h 133"/>
              <a:gd name="T18" fmla="*/ 45 w 157"/>
              <a:gd name="T19" fmla="*/ 61 h 133"/>
              <a:gd name="T20" fmla="*/ 12 w 157"/>
              <a:gd name="T21" fmla="*/ 64 h 133"/>
              <a:gd name="T22" fmla="*/ 15 w 157"/>
              <a:gd name="T23" fmla="*/ 85 h 133"/>
              <a:gd name="T24" fmla="*/ 48 w 157"/>
              <a:gd name="T25" fmla="*/ 82 h 133"/>
              <a:gd name="T26" fmla="*/ 47 w 157"/>
              <a:gd name="T27" fmla="*/ 98 h 133"/>
              <a:gd name="T28" fmla="*/ 13 w 157"/>
              <a:gd name="T29" fmla="*/ 98 h 133"/>
              <a:gd name="T30" fmla="*/ 13 w 157"/>
              <a:gd name="T31" fmla="*/ 120 h 133"/>
              <a:gd name="T32" fmla="*/ 47 w 157"/>
              <a:gd name="T33" fmla="*/ 120 h 133"/>
              <a:gd name="T34" fmla="*/ 97 w 157"/>
              <a:gd name="T35" fmla="*/ 28 h 133"/>
              <a:gd name="T36" fmla="*/ 63 w 157"/>
              <a:gd name="T37" fmla="*/ 25 h 133"/>
              <a:gd name="T38" fmla="*/ 60 w 157"/>
              <a:gd name="T39" fmla="*/ 46 h 133"/>
              <a:gd name="T40" fmla="*/ 94 w 157"/>
              <a:gd name="T41" fmla="*/ 49 h 133"/>
              <a:gd name="T42" fmla="*/ 97 w 157"/>
              <a:gd name="T43" fmla="*/ 82 h 133"/>
              <a:gd name="T44" fmla="*/ 94 w 157"/>
              <a:gd name="T45" fmla="*/ 61 h 133"/>
              <a:gd name="T46" fmla="*/ 60 w 157"/>
              <a:gd name="T47" fmla="*/ 64 h 133"/>
              <a:gd name="T48" fmla="*/ 63 w 157"/>
              <a:gd name="T49" fmla="*/ 85 h 133"/>
              <a:gd name="T50" fmla="*/ 97 w 157"/>
              <a:gd name="T51" fmla="*/ 82 h 133"/>
              <a:gd name="T52" fmla="*/ 96 w 157"/>
              <a:gd name="T53" fmla="*/ 98 h 133"/>
              <a:gd name="T54" fmla="*/ 61 w 157"/>
              <a:gd name="T55" fmla="*/ 98 h 133"/>
              <a:gd name="T56" fmla="*/ 61 w 157"/>
              <a:gd name="T57" fmla="*/ 120 h 133"/>
              <a:gd name="T58" fmla="*/ 96 w 157"/>
              <a:gd name="T59" fmla="*/ 120 h 133"/>
              <a:gd name="T60" fmla="*/ 145 w 157"/>
              <a:gd name="T61" fmla="*/ 28 h 133"/>
              <a:gd name="T62" fmla="*/ 112 w 157"/>
              <a:gd name="T63" fmla="*/ 25 h 133"/>
              <a:gd name="T64" fmla="*/ 109 w 157"/>
              <a:gd name="T65" fmla="*/ 46 h 133"/>
              <a:gd name="T66" fmla="*/ 142 w 157"/>
              <a:gd name="T67" fmla="*/ 49 h 133"/>
              <a:gd name="T68" fmla="*/ 145 w 157"/>
              <a:gd name="T69" fmla="*/ 82 h 133"/>
              <a:gd name="T70" fmla="*/ 142 w 157"/>
              <a:gd name="T71" fmla="*/ 61 h 133"/>
              <a:gd name="T72" fmla="*/ 109 w 157"/>
              <a:gd name="T73" fmla="*/ 64 h 133"/>
              <a:gd name="T74" fmla="*/ 112 w 157"/>
              <a:gd name="T75" fmla="*/ 85 h 133"/>
              <a:gd name="T76" fmla="*/ 145 w 157"/>
              <a:gd name="T77" fmla="*/ 82 h 133"/>
              <a:gd name="T78" fmla="*/ 144 w 157"/>
              <a:gd name="T79" fmla="*/ 98 h 133"/>
              <a:gd name="T80" fmla="*/ 110 w 157"/>
              <a:gd name="T81" fmla="*/ 98 h 133"/>
              <a:gd name="T82" fmla="*/ 110 w 157"/>
              <a:gd name="T83" fmla="*/ 120 h 133"/>
              <a:gd name="T84" fmla="*/ 144 w 157"/>
              <a:gd name="T85" fmla="*/ 120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57" h="133">
                <a:moveTo>
                  <a:pt x="157" y="15"/>
                </a:moveTo>
                <a:cubicBezTo>
                  <a:pt x="157" y="118"/>
                  <a:pt x="157" y="118"/>
                  <a:pt x="157" y="118"/>
                </a:cubicBezTo>
                <a:cubicBezTo>
                  <a:pt x="157" y="122"/>
                  <a:pt x="156" y="126"/>
                  <a:pt x="153" y="129"/>
                </a:cubicBezTo>
                <a:cubicBezTo>
                  <a:pt x="150" y="132"/>
                  <a:pt x="146" y="133"/>
                  <a:pt x="142" y="133"/>
                </a:cubicBezTo>
                <a:cubicBezTo>
                  <a:pt x="15" y="133"/>
                  <a:pt x="15" y="133"/>
                  <a:pt x="15" y="133"/>
                </a:cubicBezTo>
                <a:cubicBezTo>
                  <a:pt x="11" y="133"/>
                  <a:pt x="7" y="132"/>
                  <a:pt x="4" y="129"/>
                </a:cubicBezTo>
                <a:cubicBezTo>
                  <a:pt x="1" y="126"/>
                  <a:pt x="0" y="122"/>
                  <a:pt x="0" y="118"/>
                </a:cubicBezTo>
                <a:cubicBezTo>
                  <a:pt x="0" y="15"/>
                  <a:pt x="0" y="15"/>
                  <a:pt x="0" y="15"/>
                </a:cubicBezTo>
                <a:cubicBezTo>
                  <a:pt x="0" y="11"/>
                  <a:pt x="1" y="8"/>
                  <a:pt x="4" y="5"/>
                </a:cubicBezTo>
                <a:cubicBezTo>
                  <a:pt x="7" y="2"/>
                  <a:pt x="11" y="0"/>
                  <a:pt x="15" y="0"/>
                </a:cubicBezTo>
                <a:cubicBezTo>
                  <a:pt x="142" y="0"/>
                  <a:pt x="142" y="0"/>
                  <a:pt x="142" y="0"/>
                </a:cubicBezTo>
                <a:cubicBezTo>
                  <a:pt x="146" y="0"/>
                  <a:pt x="150" y="2"/>
                  <a:pt x="153" y="5"/>
                </a:cubicBezTo>
                <a:cubicBezTo>
                  <a:pt x="156" y="8"/>
                  <a:pt x="157" y="11"/>
                  <a:pt x="157" y="15"/>
                </a:cubicBezTo>
                <a:close/>
                <a:moveTo>
                  <a:pt x="48" y="46"/>
                </a:moveTo>
                <a:cubicBezTo>
                  <a:pt x="48" y="28"/>
                  <a:pt x="48" y="28"/>
                  <a:pt x="48" y="28"/>
                </a:cubicBezTo>
                <a:cubicBezTo>
                  <a:pt x="48" y="27"/>
                  <a:pt x="48" y="26"/>
                  <a:pt x="47" y="25"/>
                </a:cubicBezTo>
                <a:cubicBezTo>
                  <a:pt x="47" y="25"/>
                  <a:pt x="46" y="25"/>
                  <a:pt x="45" y="25"/>
                </a:cubicBezTo>
                <a:cubicBezTo>
                  <a:pt x="15" y="25"/>
                  <a:pt x="15" y="25"/>
                  <a:pt x="15" y="25"/>
                </a:cubicBezTo>
                <a:cubicBezTo>
                  <a:pt x="14" y="25"/>
                  <a:pt x="13" y="25"/>
                  <a:pt x="13" y="25"/>
                </a:cubicBezTo>
                <a:cubicBezTo>
                  <a:pt x="12" y="26"/>
                  <a:pt x="12" y="27"/>
                  <a:pt x="12" y="28"/>
                </a:cubicBezTo>
                <a:cubicBezTo>
                  <a:pt x="12" y="46"/>
                  <a:pt x="12" y="46"/>
                  <a:pt x="12" y="46"/>
                </a:cubicBezTo>
                <a:cubicBezTo>
                  <a:pt x="12" y="47"/>
                  <a:pt x="12" y="47"/>
                  <a:pt x="13" y="48"/>
                </a:cubicBezTo>
                <a:cubicBezTo>
                  <a:pt x="13" y="48"/>
                  <a:pt x="14" y="49"/>
                  <a:pt x="15" y="49"/>
                </a:cubicBezTo>
                <a:cubicBezTo>
                  <a:pt x="45" y="49"/>
                  <a:pt x="45" y="49"/>
                  <a:pt x="45" y="49"/>
                </a:cubicBezTo>
                <a:cubicBezTo>
                  <a:pt x="46" y="49"/>
                  <a:pt x="47" y="48"/>
                  <a:pt x="47" y="48"/>
                </a:cubicBezTo>
                <a:cubicBezTo>
                  <a:pt x="48" y="47"/>
                  <a:pt x="48" y="47"/>
                  <a:pt x="48" y="46"/>
                </a:cubicBezTo>
                <a:close/>
                <a:moveTo>
                  <a:pt x="48" y="82"/>
                </a:moveTo>
                <a:cubicBezTo>
                  <a:pt x="48" y="64"/>
                  <a:pt x="48" y="64"/>
                  <a:pt x="48" y="64"/>
                </a:cubicBezTo>
                <a:cubicBezTo>
                  <a:pt x="48" y="63"/>
                  <a:pt x="48" y="62"/>
                  <a:pt x="47" y="62"/>
                </a:cubicBezTo>
                <a:cubicBezTo>
                  <a:pt x="47" y="61"/>
                  <a:pt x="46" y="61"/>
                  <a:pt x="45" y="61"/>
                </a:cubicBezTo>
                <a:cubicBezTo>
                  <a:pt x="15" y="61"/>
                  <a:pt x="15" y="61"/>
                  <a:pt x="15" y="61"/>
                </a:cubicBezTo>
                <a:cubicBezTo>
                  <a:pt x="14" y="61"/>
                  <a:pt x="13" y="61"/>
                  <a:pt x="13" y="62"/>
                </a:cubicBezTo>
                <a:cubicBezTo>
                  <a:pt x="12" y="62"/>
                  <a:pt x="12" y="63"/>
                  <a:pt x="12" y="64"/>
                </a:cubicBezTo>
                <a:cubicBezTo>
                  <a:pt x="12" y="82"/>
                  <a:pt x="12" y="82"/>
                  <a:pt x="12" y="82"/>
                </a:cubicBezTo>
                <a:cubicBezTo>
                  <a:pt x="12" y="83"/>
                  <a:pt x="12" y="84"/>
                  <a:pt x="13" y="84"/>
                </a:cubicBezTo>
                <a:cubicBezTo>
                  <a:pt x="13" y="85"/>
                  <a:pt x="14" y="85"/>
                  <a:pt x="15" y="85"/>
                </a:cubicBezTo>
                <a:cubicBezTo>
                  <a:pt x="45" y="85"/>
                  <a:pt x="45" y="85"/>
                  <a:pt x="45" y="85"/>
                </a:cubicBezTo>
                <a:cubicBezTo>
                  <a:pt x="46" y="85"/>
                  <a:pt x="47" y="85"/>
                  <a:pt x="47" y="84"/>
                </a:cubicBezTo>
                <a:cubicBezTo>
                  <a:pt x="48" y="84"/>
                  <a:pt x="48" y="83"/>
                  <a:pt x="48" y="82"/>
                </a:cubicBezTo>
                <a:close/>
                <a:moveTo>
                  <a:pt x="48" y="118"/>
                </a:moveTo>
                <a:cubicBezTo>
                  <a:pt x="48" y="100"/>
                  <a:pt x="48" y="100"/>
                  <a:pt x="48" y="100"/>
                </a:cubicBezTo>
                <a:cubicBezTo>
                  <a:pt x="48" y="99"/>
                  <a:pt x="48" y="99"/>
                  <a:pt x="47" y="98"/>
                </a:cubicBezTo>
                <a:cubicBezTo>
                  <a:pt x="47" y="97"/>
                  <a:pt x="46" y="97"/>
                  <a:pt x="45" y="97"/>
                </a:cubicBezTo>
                <a:cubicBezTo>
                  <a:pt x="15" y="97"/>
                  <a:pt x="15" y="97"/>
                  <a:pt x="15" y="97"/>
                </a:cubicBezTo>
                <a:cubicBezTo>
                  <a:pt x="14" y="97"/>
                  <a:pt x="13" y="97"/>
                  <a:pt x="13" y="98"/>
                </a:cubicBezTo>
                <a:cubicBezTo>
                  <a:pt x="12" y="99"/>
                  <a:pt x="12" y="99"/>
                  <a:pt x="12" y="100"/>
                </a:cubicBezTo>
                <a:cubicBezTo>
                  <a:pt x="12" y="118"/>
                  <a:pt x="12" y="118"/>
                  <a:pt x="12" y="118"/>
                </a:cubicBezTo>
                <a:cubicBezTo>
                  <a:pt x="12" y="119"/>
                  <a:pt x="12" y="120"/>
                  <a:pt x="13" y="120"/>
                </a:cubicBezTo>
                <a:cubicBezTo>
                  <a:pt x="13" y="121"/>
                  <a:pt x="14" y="121"/>
                  <a:pt x="15" y="121"/>
                </a:cubicBezTo>
                <a:cubicBezTo>
                  <a:pt x="45" y="121"/>
                  <a:pt x="45" y="121"/>
                  <a:pt x="45" y="121"/>
                </a:cubicBezTo>
                <a:cubicBezTo>
                  <a:pt x="46" y="121"/>
                  <a:pt x="47" y="121"/>
                  <a:pt x="47" y="120"/>
                </a:cubicBezTo>
                <a:cubicBezTo>
                  <a:pt x="48" y="120"/>
                  <a:pt x="48" y="119"/>
                  <a:pt x="48" y="118"/>
                </a:cubicBezTo>
                <a:close/>
                <a:moveTo>
                  <a:pt x="97" y="46"/>
                </a:moveTo>
                <a:cubicBezTo>
                  <a:pt x="97" y="28"/>
                  <a:pt x="97" y="28"/>
                  <a:pt x="97" y="28"/>
                </a:cubicBezTo>
                <a:cubicBezTo>
                  <a:pt x="97" y="27"/>
                  <a:pt x="96" y="26"/>
                  <a:pt x="96" y="25"/>
                </a:cubicBezTo>
                <a:cubicBezTo>
                  <a:pt x="95" y="25"/>
                  <a:pt x="94" y="25"/>
                  <a:pt x="94" y="25"/>
                </a:cubicBezTo>
                <a:cubicBezTo>
                  <a:pt x="63" y="25"/>
                  <a:pt x="63" y="25"/>
                  <a:pt x="63" y="25"/>
                </a:cubicBezTo>
                <a:cubicBezTo>
                  <a:pt x="62" y="25"/>
                  <a:pt x="62" y="25"/>
                  <a:pt x="61" y="25"/>
                </a:cubicBezTo>
                <a:cubicBezTo>
                  <a:pt x="61" y="26"/>
                  <a:pt x="60" y="27"/>
                  <a:pt x="60" y="28"/>
                </a:cubicBezTo>
                <a:cubicBezTo>
                  <a:pt x="60" y="46"/>
                  <a:pt x="60" y="46"/>
                  <a:pt x="60" y="46"/>
                </a:cubicBezTo>
                <a:cubicBezTo>
                  <a:pt x="60" y="47"/>
                  <a:pt x="61" y="47"/>
                  <a:pt x="61" y="48"/>
                </a:cubicBezTo>
                <a:cubicBezTo>
                  <a:pt x="62" y="48"/>
                  <a:pt x="62" y="49"/>
                  <a:pt x="63" y="49"/>
                </a:cubicBezTo>
                <a:cubicBezTo>
                  <a:pt x="94" y="49"/>
                  <a:pt x="94" y="49"/>
                  <a:pt x="94" y="49"/>
                </a:cubicBezTo>
                <a:cubicBezTo>
                  <a:pt x="94" y="49"/>
                  <a:pt x="95" y="48"/>
                  <a:pt x="96" y="48"/>
                </a:cubicBezTo>
                <a:cubicBezTo>
                  <a:pt x="96" y="47"/>
                  <a:pt x="97" y="47"/>
                  <a:pt x="97" y="46"/>
                </a:cubicBezTo>
                <a:close/>
                <a:moveTo>
                  <a:pt x="97" y="82"/>
                </a:moveTo>
                <a:cubicBezTo>
                  <a:pt x="97" y="64"/>
                  <a:pt x="97" y="64"/>
                  <a:pt x="97" y="64"/>
                </a:cubicBezTo>
                <a:cubicBezTo>
                  <a:pt x="97" y="63"/>
                  <a:pt x="96" y="62"/>
                  <a:pt x="96" y="62"/>
                </a:cubicBezTo>
                <a:cubicBezTo>
                  <a:pt x="95" y="61"/>
                  <a:pt x="94" y="61"/>
                  <a:pt x="94" y="61"/>
                </a:cubicBezTo>
                <a:cubicBezTo>
                  <a:pt x="63" y="61"/>
                  <a:pt x="63" y="61"/>
                  <a:pt x="63" y="61"/>
                </a:cubicBezTo>
                <a:cubicBezTo>
                  <a:pt x="62" y="61"/>
                  <a:pt x="62" y="61"/>
                  <a:pt x="61" y="62"/>
                </a:cubicBezTo>
                <a:cubicBezTo>
                  <a:pt x="61" y="62"/>
                  <a:pt x="60" y="63"/>
                  <a:pt x="60" y="64"/>
                </a:cubicBezTo>
                <a:cubicBezTo>
                  <a:pt x="60" y="82"/>
                  <a:pt x="60" y="82"/>
                  <a:pt x="60" y="82"/>
                </a:cubicBezTo>
                <a:cubicBezTo>
                  <a:pt x="60" y="83"/>
                  <a:pt x="61" y="84"/>
                  <a:pt x="61" y="84"/>
                </a:cubicBezTo>
                <a:cubicBezTo>
                  <a:pt x="62" y="85"/>
                  <a:pt x="62" y="85"/>
                  <a:pt x="63" y="85"/>
                </a:cubicBezTo>
                <a:cubicBezTo>
                  <a:pt x="94" y="85"/>
                  <a:pt x="94" y="85"/>
                  <a:pt x="94" y="85"/>
                </a:cubicBezTo>
                <a:cubicBezTo>
                  <a:pt x="94" y="85"/>
                  <a:pt x="95" y="85"/>
                  <a:pt x="96" y="84"/>
                </a:cubicBezTo>
                <a:cubicBezTo>
                  <a:pt x="96" y="84"/>
                  <a:pt x="97" y="83"/>
                  <a:pt x="97" y="82"/>
                </a:cubicBezTo>
                <a:close/>
                <a:moveTo>
                  <a:pt x="97" y="118"/>
                </a:moveTo>
                <a:cubicBezTo>
                  <a:pt x="97" y="100"/>
                  <a:pt x="97" y="100"/>
                  <a:pt x="97" y="100"/>
                </a:cubicBezTo>
                <a:cubicBezTo>
                  <a:pt x="97" y="99"/>
                  <a:pt x="96" y="99"/>
                  <a:pt x="96" y="98"/>
                </a:cubicBezTo>
                <a:cubicBezTo>
                  <a:pt x="95" y="97"/>
                  <a:pt x="94" y="97"/>
                  <a:pt x="94" y="97"/>
                </a:cubicBezTo>
                <a:cubicBezTo>
                  <a:pt x="63" y="97"/>
                  <a:pt x="63" y="97"/>
                  <a:pt x="63" y="97"/>
                </a:cubicBezTo>
                <a:cubicBezTo>
                  <a:pt x="62" y="97"/>
                  <a:pt x="62" y="97"/>
                  <a:pt x="61" y="98"/>
                </a:cubicBezTo>
                <a:cubicBezTo>
                  <a:pt x="61" y="99"/>
                  <a:pt x="60" y="99"/>
                  <a:pt x="60" y="100"/>
                </a:cubicBezTo>
                <a:cubicBezTo>
                  <a:pt x="60" y="118"/>
                  <a:pt x="60" y="118"/>
                  <a:pt x="60" y="118"/>
                </a:cubicBezTo>
                <a:cubicBezTo>
                  <a:pt x="60" y="119"/>
                  <a:pt x="61" y="120"/>
                  <a:pt x="61" y="120"/>
                </a:cubicBezTo>
                <a:cubicBezTo>
                  <a:pt x="62" y="121"/>
                  <a:pt x="62" y="121"/>
                  <a:pt x="63" y="121"/>
                </a:cubicBezTo>
                <a:cubicBezTo>
                  <a:pt x="94" y="121"/>
                  <a:pt x="94" y="121"/>
                  <a:pt x="94" y="121"/>
                </a:cubicBezTo>
                <a:cubicBezTo>
                  <a:pt x="94" y="121"/>
                  <a:pt x="95" y="121"/>
                  <a:pt x="96" y="120"/>
                </a:cubicBezTo>
                <a:cubicBezTo>
                  <a:pt x="96" y="120"/>
                  <a:pt x="97" y="119"/>
                  <a:pt x="97" y="118"/>
                </a:cubicBezTo>
                <a:close/>
                <a:moveTo>
                  <a:pt x="145" y="46"/>
                </a:moveTo>
                <a:cubicBezTo>
                  <a:pt x="145" y="28"/>
                  <a:pt x="145" y="28"/>
                  <a:pt x="145" y="28"/>
                </a:cubicBezTo>
                <a:cubicBezTo>
                  <a:pt x="145" y="27"/>
                  <a:pt x="145" y="26"/>
                  <a:pt x="144" y="25"/>
                </a:cubicBezTo>
                <a:cubicBezTo>
                  <a:pt x="144" y="25"/>
                  <a:pt x="143" y="25"/>
                  <a:pt x="142" y="25"/>
                </a:cubicBezTo>
                <a:cubicBezTo>
                  <a:pt x="112" y="25"/>
                  <a:pt x="112" y="25"/>
                  <a:pt x="112" y="25"/>
                </a:cubicBezTo>
                <a:cubicBezTo>
                  <a:pt x="111" y="25"/>
                  <a:pt x="110" y="25"/>
                  <a:pt x="110" y="25"/>
                </a:cubicBezTo>
                <a:cubicBezTo>
                  <a:pt x="109" y="26"/>
                  <a:pt x="109" y="27"/>
                  <a:pt x="109" y="28"/>
                </a:cubicBezTo>
                <a:cubicBezTo>
                  <a:pt x="109" y="46"/>
                  <a:pt x="109" y="46"/>
                  <a:pt x="109" y="46"/>
                </a:cubicBezTo>
                <a:cubicBezTo>
                  <a:pt x="109" y="47"/>
                  <a:pt x="109" y="47"/>
                  <a:pt x="110" y="48"/>
                </a:cubicBezTo>
                <a:cubicBezTo>
                  <a:pt x="110" y="48"/>
                  <a:pt x="111" y="49"/>
                  <a:pt x="112" y="49"/>
                </a:cubicBezTo>
                <a:cubicBezTo>
                  <a:pt x="142" y="49"/>
                  <a:pt x="142" y="49"/>
                  <a:pt x="142" y="49"/>
                </a:cubicBezTo>
                <a:cubicBezTo>
                  <a:pt x="143" y="49"/>
                  <a:pt x="144" y="48"/>
                  <a:pt x="144" y="48"/>
                </a:cubicBezTo>
                <a:cubicBezTo>
                  <a:pt x="145" y="47"/>
                  <a:pt x="145" y="47"/>
                  <a:pt x="145" y="46"/>
                </a:cubicBezTo>
                <a:close/>
                <a:moveTo>
                  <a:pt x="145" y="82"/>
                </a:moveTo>
                <a:cubicBezTo>
                  <a:pt x="145" y="64"/>
                  <a:pt x="145" y="64"/>
                  <a:pt x="145" y="64"/>
                </a:cubicBezTo>
                <a:cubicBezTo>
                  <a:pt x="145" y="63"/>
                  <a:pt x="145" y="62"/>
                  <a:pt x="144" y="62"/>
                </a:cubicBezTo>
                <a:cubicBezTo>
                  <a:pt x="144" y="61"/>
                  <a:pt x="143" y="61"/>
                  <a:pt x="142" y="61"/>
                </a:cubicBezTo>
                <a:cubicBezTo>
                  <a:pt x="112" y="61"/>
                  <a:pt x="112" y="61"/>
                  <a:pt x="112" y="61"/>
                </a:cubicBezTo>
                <a:cubicBezTo>
                  <a:pt x="111" y="61"/>
                  <a:pt x="110" y="61"/>
                  <a:pt x="110" y="62"/>
                </a:cubicBezTo>
                <a:cubicBezTo>
                  <a:pt x="109" y="62"/>
                  <a:pt x="109" y="63"/>
                  <a:pt x="109" y="64"/>
                </a:cubicBezTo>
                <a:cubicBezTo>
                  <a:pt x="109" y="82"/>
                  <a:pt x="109" y="82"/>
                  <a:pt x="109" y="82"/>
                </a:cubicBezTo>
                <a:cubicBezTo>
                  <a:pt x="109" y="83"/>
                  <a:pt x="109" y="84"/>
                  <a:pt x="110" y="84"/>
                </a:cubicBezTo>
                <a:cubicBezTo>
                  <a:pt x="110" y="85"/>
                  <a:pt x="111" y="85"/>
                  <a:pt x="112" y="85"/>
                </a:cubicBezTo>
                <a:cubicBezTo>
                  <a:pt x="142" y="85"/>
                  <a:pt x="142" y="85"/>
                  <a:pt x="142" y="85"/>
                </a:cubicBezTo>
                <a:cubicBezTo>
                  <a:pt x="143" y="85"/>
                  <a:pt x="144" y="85"/>
                  <a:pt x="144" y="84"/>
                </a:cubicBezTo>
                <a:cubicBezTo>
                  <a:pt x="145" y="84"/>
                  <a:pt x="145" y="83"/>
                  <a:pt x="145" y="82"/>
                </a:cubicBezTo>
                <a:close/>
                <a:moveTo>
                  <a:pt x="145" y="118"/>
                </a:moveTo>
                <a:cubicBezTo>
                  <a:pt x="145" y="100"/>
                  <a:pt x="145" y="100"/>
                  <a:pt x="145" y="100"/>
                </a:cubicBezTo>
                <a:cubicBezTo>
                  <a:pt x="145" y="99"/>
                  <a:pt x="145" y="99"/>
                  <a:pt x="144" y="98"/>
                </a:cubicBezTo>
                <a:cubicBezTo>
                  <a:pt x="144" y="97"/>
                  <a:pt x="143" y="97"/>
                  <a:pt x="142" y="97"/>
                </a:cubicBezTo>
                <a:cubicBezTo>
                  <a:pt x="112" y="97"/>
                  <a:pt x="112" y="97"/>
                  <a:pt x="112" y="97"/>
                </a:cubicBezTo>
                <a:cubicBezTo>
                  <a:pt x="111" y="97"/>
                  <a:pt x="110" y="97"/>
                  <a:pt x="110" y="98"/>
                </a:cubicBezTo>
                <a:cubicBezTo>
                  <a:pt x="109" y="99"/>
                  <a:pt x="109" y="99"/>
                  <a:pt x="109" y="100"/>
                </a:cubicBezTo>
                <a:cubicBezTo>
                  <a:pt x="109" y="118"/>
                  <a:pt x="109" y="118"/>
                  <a:pt x="109" y="118"/>
                </a:cubicBezTo>
                <a:cubicBezTo>
                  <a:pt x="109" y="119"/>
                  <a:pt x="109" y="120"/>
                  <a:pt x="110" y="120"/>
                </a:cubicBezTo>
                <a:cubicBezTo>
                  <a:pt x="110" y="121"/>
                  <a:pt x="111" y="121"/>
                  <a:pt x="112" y="121"/>
                </a:cubicBezTo>
                <a:cubicBezTo>
                  <a:pt x="142" y="121"/>
                  <a:pt x="142" y="121"/>
                  <a:pt x="142" y="121"/>
                </a:cubicBezTo>
                <a:cubicBezTo>
                  <a:pt x="143" y="121"/>
                  <a:pt x="144" y="121"/>
                  <a:pt x="144" y="120"/>
                </a:cubicBezTo>
                <a:cubicBezTo>
                  <a:pt x="145" y="120"/>
                  <a:pt x="145" y="119"/>
                  <a:pt x="145" y="11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85" name="Freeform 187"/>
          <p:cNvSpPr>
            <a:spLocks noEditPoints="1"/>
          </p:cNvSpPr>
          <p:nvPr/>
        </p:nvSpPr>
        <p:spPr bwMode="auto">
          <a:xfrm>
            <a:off x="8770358" y="3092949"/>
            <a:ext cx="222593" cy="222593"/>
          </a:xfrm>
          <a:custGeom>
            <a:avLst/>
            <a:gdLst>
              <a:gd name="T0" fmla="*/ 153 w 155"/>
              <a:gd name="T1" fmla="*/ 27 h 155"/>
              <a:gd name="T2" fmla="*/ 151 w 155"/>
              <a:gd name="T3" fmla="*/ 32 h 155"/>
              <a:gd name="T4" fmla="*/ 29 w 155"/>
              <a:gd name="T5" fmla="*/ 153 h 155"/>
              <a:gd name="T6" fmla="*/ 25 w 155"/>
              <a:gd name="T7" fmla="*/ 155 h 155"/>
              <a:gd name="T8" fmla="*/ 21 w 155"/>
              <a:gd name="T9" fmla="*/ 153 h 155"/>
              <a:gd name="T10" fmla="*/ 2 w 155"/>
              <a:gd name="T11" fmla="*/ 135 h 155"/>
              <a:gd name="T12" fmla="*/ 0 w 155"/>
              <a:gd name="T13" fmla="*/ 130 h 155"/>
              <a:gd name="T14" fmla="*/ 2 w 155"/>
              <a:gd name="T15" fmla="*/ 126 h 155"/>
              <a:gd name="T16" fmla="*/ 124 w 155"/>
              <a:gd name="T17" fmla="*/ 4 h 155"/>
              <a:gd name="T18" fmla="*/ 128 w 155"/>
              <a:gd name="T19" fmla="*/ 3 h 155"/>
              <a:gd name="T20" fmla="*/ 132 w 155"/>
              <a:gd name="T21" fmla="*/ 4 h 155"/>
              <a:gd name="T22" fmla="*/ 151 w 155"/>
              <a:gd name="T23" fmla="*/ 23 h 155"/>
              <a:gd name="T24" fmla="*/ 153 w 155"/>
              <a:gd name="T25" fmla="*/ 27 h 155"/>
              <a:gd name="T26" fmla="*/ 25 w 155"/>
              <a:gd name="T27" fmla="*/ 9 h 155"/>
              <a:gd name="T28" fmla="*/ 34 w 155"/>
              <a:gd name="T29" fmla="*/ 12 h 155"/>
              <a:gd name="T30" fmla="*/ 25 w 155"/>
              <a:gd name="T31" fmla="*/ 15 h 155"/>
              <a:gd name="T32" fmla="*/ 22 w 155"/>
              <a:gd name="T33" fmla="*/ 24 h 155"/>
              <a:gd name="T34" fmla="*/ 19 w 155"/>
              <a:gd name="T35" fmla="*/ 15 h 155"/>
              <a:gd name="T36" fmla="*/ 10 w 155"/>
              <a:gd name="T37" fmla="*/ 12 h 155"/>
              <a:gd name="T38" fmla="*/ 19 w 155"/>
              <a:gd name="T39" fmla="*/ 9 h 155"/>
              <a:gd name="T40" fmla="*/ 22 w 155"/>
              <a:gd name="T41" fmla="*/ 0 h 155"/>
              <a:gd name="T42" fmla="*/ 25 w 155"/>
              <a:gd name="T43" fmla="*/ 9 h 155"/>
              <a:gd name="T44" fmla="*/ 58 w 155"/>
              <a:gd name="T45" fmla="*/ 25 h 155"/>
              <a:gd name="T46" fmla="*/ 77 w 155"/>
              <a:gd name="T47" fmla="*/ 30 h 155"/>
              <a:gd name="T48" fmla="*/ 58 w 155"/>
              <a:gd name="T49" fmla="*/ 36 h 155"/>
              <a:gd name="T50" fmla="*/ 52 w 155"/>
              <a:gd name="T51" fmla="*/ 55 h 155"/>
              <a:gd name="T52" fmla="*/ 47 w 155"/>
              <a:gd name="T53" fmla="*/ 36 h 155"/>
              <a:gd name="T54" fmla="*/ 28 w 155"/>
              <a:gd name="T55" fmla="*/ 30 h 155"/>
              <a:gd name="T56" fmla="*/ 47 w 155"/>
              <a:gd name="T57" fmla="*/ 25 h 155"/>
              <a:gd name="T58" fmla="*/ 52 w 155"/>
              <a:gd name="T59" fmla="*/ 6 h 155"/>
              <a:gd name="T60" fmla="*/ 58 w 155"/>
              <a:gd name="T61" fmla="*/ 25 h 155"/>
              <a:gd name="T62" fmla="*/ 85 w 155"/>
              <a:gd name="T63" fmla="*/ 9 h 155"/>
              <a:gd name="T64" fmla="*/ 95 w 155"/>
              <a:gd name="T65" fmla="*/ 12 h 155"/>
              <a:gd name="T66" fmla="*/ 85 w 155"/>
              <a:gd name="T67" fmla="*/ 15 h 155"/>
              <a:gd name="T68" fmla="*/ 83 w 155"/>
              <a:gd name="T69" fmla="*/ 24 h 155"/>
              <a:gd name="T70" fmla="*/ 80 w 155"/>
              <a:gd name="T71" fmla="*/ 15 h 155"/>
              <a:gd name="T72" fmla="*/ 70 w 155"/>
              <a:gd name="T73" fmla="*/ 12 h 155"/>
              <a:gd name="T74" fmla="*/ 80 w 155"/>
              <a:gd name="T75" fmla="*/ 9 h 155"/>
              <a:gd name="T76" fmla="*/ 83 w 155"/>
              <a:gd name="T77" fmla="*/ 0 h 155"/>
              <a:gd name="T78" fmla="*/ 85 w 155"/>
              <a:gd name="T79" fmla="*/ 9 h 155"/>
              <a:gd name="T80" fmla="*/ 110 w 155"/>
              <a:gd name="T81" fmla="*/ 55 h 155"/>
              <a:gd name="T82" fmla="*/ 138 w 155"/>
              <a:gd name="T83" fmla="*/ 27 h 155"/>
              <a:gd name="T84" fmla="*/ 128 w 155"/>
              <a:gd name="T85" fmla="*/ 17 h 155"/>
              <a:gd name="T86" fmla="*/ 100 w 155"/>
              <a:gd name="T87" fmla="*/ 45 h 155"/>
              <a:gd name="T88" fmla="*/ 110 w 155"/>
              <a:gd name="T89" fmla="*/ 55 h 155"/>
              <a:gd name="T90" fmla="*/ 146 w 155"/>
              <a:gd name="T91" fmla="*/ 70 h 155"/>
              <a:gd name="T92" fmla="*/ 155 w 155"/>
              <a:gd name="T93" fmla="*/ 73 h 155"/>
              <a:gd name="T94" fmla="*/ 146 w 155"/>
              <a:gd name="T95" fmla="*/ 76 h 155"/>
              <a:gd name="T96" fmla="*/ 143 w 155"/>
              <a:gd name="T97" fmla="*/ 85 h 155"/>
              <a:gd name="T98" fmla="*/ 140 w 155"/>
              <a:gd name="T99" fmla="*/ 76 h 155"/>
              <a:gd name="T100" fmla="*/ 131 w 155"/>
              <a:gd name="T101" fmla="*/ 73 h 155"/>
              <a:gd name="T102" fmla="*/ 140 w 155"/>
              <a:gd name="T103" fmla="*/ 70 h 155"/>
              <a:gd name="T104" fmla="*/ 143 w 155"/>
              <a:gd name="T105" fmla="*/ 61 h 155"/>
              <a:gd name="T106" fmla="*/ 146 w 155"/>
              <a:gd name="T107" fmla="*/ 70 h 1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55" h="155">
                <a:moveTo>
                  <a:pt x="153" y="27"/>
                </a:moveTo>
                <a:cubicBezTo>
                  <a:pt x="153" y="29"/>
                  <a:pt x="152" y="31"/>
                  <a:pt x="151" y="32"/>
                </a:cubicBezTo>
                <a:cubicBezTo>
                  <a:pt x="29" y="153"/>
                  <a:pt x="29" y="153"/>
                  <a:pt x="29" y="153"/>
                </a:cubicBezTo>
                <a:cubicBezTo>
                  <a:pt x="28" y="154"/>
                  <a:pt x="27" y="155"/>
                  <a:pt x="25" y="155"/>
                </a:cubicBezTo>
                <a:cubicBezTo>
                  <a:pt x="23" y="155"/>
                  <a:pt x="22" y="154"/>
                  <a:pt x="21" y="153"/>
                </a:cubicBezTo>
                <a:cubicBezTo>
                  <a:pt x="2" y="135"/>
                  <a:pt x="2" y="135"/>
                  <a:pt x="2" y="135"/>
                </a:cubicBezTo>
                <a:cubicBezTo>
                  <a:pt x="1" y="133"/>
                  <a:pt x="0" y="132"/>
                  <a:pt x="0" y="130"/>
                </a:cubicBezTo>
                <a:cubicBezTo>
                  <a:pt x="0" y="129"/>
                  <a:pt x="1" y="127"/>
                  <a:pt x="2" y="126"/>
                </a:cubicBezTo>
                <a:cubicBezTo>
                  <a:pt x="124" y="4"/>
                  <a:pt x="124" y="4"/>
                  <a:pt x="124" y="4"/>
                </a:cubicBezTo>
                <a:cubicBezTo>
                  <a:pt x="125" y="3"/>
                  <a:pt x="126" y="3"/>
                  <a:pt x="128" y="3"/>
                </a:cubicBezTo>
                <a:cubicBezTo>
                  <a:pt x="130" y="3"/>
                  <a:pt x="131" y="3"/>
                  <a:pt x="132" y="4"/>
                </a:cubicBezTo>
                <a:cubicBezTo>
                  <a:pt x="151" y="23"/>
                  <a:pt x="151" y="23"/>
                  <a:pt x="151" y="23"/>
                </a:cubicBezTo>
                <a:cubicBezTo>
                  <a:pt x="152" y="24"/>
                  <a:pt x="153" y="26"/>
                  <a:pt x="153" y="27"/>
                </a:cubicBezTo>
                <a:close/>
                <a:moveTo>
                  <a:pt x="25" y="9"/>
                </a:moveTo>
                <a:cubicBezTo>
                  <a:pt x="34" y="12"/>
                  <a:pt x="34" y="12"/>
                  <a:pt x="34" y="12"/>
                </a:cubicBezTo>
                <a:cubicBezTo>
                  <a:pt x="25" y="15"/>
                  <a:pt x="25" y="15"/>
                  <a:pt x="25" y="15"/>
                </a:cubicBezTo>
                <a:cubicBezTo>
                  <a:pt x="22" y="24"/>
                  <a:pt x="22" y="24"/>
                  <a:pt x="22" y="24"/>
                </a:cubicBezTo>
                <a:cubicBezTo>
                  <a:pt x="19" y="15"/>
                  <a:pt x="19" y="15"/>
                  <a:pt x="19" y="15"/>
                </a:cubicBezTo>
                <a:cubicBezTo>
                  <a:pt x="10" y="12"/>
                  <a:pt x="10" y="12"/>
                  <a:pt x="10" y="12"/>
                </a:cubicBezTo>
                <a:cubicBezTo>
                  <a:pt x="19" y="9"/>
                  <a:pt x="19" y="9"/>
                  <a:pt x="19" y="9"/>
                </a:cubicBezTo>
                <a:cubicBezTo>
                  <a:pt x="22" y="0"/>
                  <a:pt x="22" y="0"/>
                  <a:pt x="22" y="0"/>
                </a:cubicBezTo>
                <a:lnTo>
                  <a:pt x="25" y="9"/>
                </a:lnTo>
                <a:close/>
                <a:moveTo>
                  <a:pt x="58" y="25"/>
                </a:moveTo>
                <a:cubicBezTo>
                  <a:pt x="77" y="30"/>
                  <a:pt x="77" y="30"/>
                  <a:pt x="77" y="30"/>
                </a:cubicBezTo>
                <a:cubicBezTo>
                  <a:pt x="58" y="36"/>
                  <a:pt x="58" y="36"/>
                  <a:pt x="58" y="36"/>
                </a:cubicBezTo>
                <a:cubicBezTo>
                  <a:pt x="52" y="55"/>
                  <a:pt x="52" y="55"/>
                  <a:pt x="52" y="55"/>
                </a:cubicBezTo>
                <a:cubicBezTo>
                  <a:pt x="47" y="36"/>
                  <a:pt x="47" y="36"/>
                  <a:pt x="47" y="36"/>
                </a:cubicBezTo>
                <a:cubicBezTo>
                  <a:pt x="28" y="30"/>
                  <a:pt x="28" y="30"/>
                  <a:pt x="28" y="30"/>
                </a:cubicBezTo>
                <a:cubicBezTo>
                  <a:pt x="47" y="25"/>
                  <a:pt x="47" y="25"/>
                  <a:pt x="47" y="25"/>
                </a:cubicBezTo>
                <a:cubicBezTo>
                  <a:pt x="52" y="6"/>
                  <a:pt x="52" y="6"/>
                  <a:pt x="52" y="6"/>
                </a:cubicBezTo>
                <a:lnTo>
                  <a:pt x="58" y="25"/>
                </a:lnTo>
                <a:close/>
                <a:moveTo>
                  <a:pt x="85" y="9"/>
                </a:moveTo>
                <a:cubicBezTo>
                  <a:pt x="95" y="12"/>
                  <a:pt x="95" y="12"/>
                  <a:pt x="95" y="12"/>
                </a:cubicBezTo>
                <a:cubicBezTo>
                  <a:pt x="85" y="15"/>
                  <a:pt x="85" y="15"/>
                  <a:pt x="85" y="15"/>
                </a:cubicBezTo>
                <a:cubicBezTo>
                  <a:pt x="83" y="24"/>
                  <a:pt x="83" y="24"/>
                  <a:pt x="83" y="24"/>
                </a:cubicBezTo>
                <a:cubicBezTo>
                  <a:pt x="80" y="15"/>
                  <a:pt x="80" y="15"/>
                  <a:pt x="80" y="15"/>
                </a:cubicBezTo>
                <a:cubicBezTo>
                  <a:pt x="70" y="12"/>
                  <a:pt x="70" y="12"/>
                  <a:pt x="70" y="12"/>
                </a:cubicBezTo>
                <a:cubicBezTo>
                  <a:pt x="80" y="9"/>
                  <a:pt x="80" y="9"/>
                  <a:pt x="80" y="9"/>
                </a:cubicBezTo>
                <a:cubicBezTo>
                  <a:pt x="83" y="0"/>
                  <a:pt x="83" y="0"/>
                  <a:pt x="83" y="0"/>
                </a:cubicBezTo>
                <a:lnTo>
                  <a:pt x="85" y="9"/>
                </a:lnTo>
                <a:close/>
                <a:moveTo>
                  <a:pt x="110" y="55"/>
                </a:moveTo>
                <a:cubicBezTo>
                  <a:pt x="138" y="27"/>
                  <a:pt x="138" y="27"/>
                  <a:pt x="138" y="27"/>
                </a:cubicBezTo>
                <a:cubicBezTo>
                  <a:pt x="128" y="17"/>
                  <a:pt x="128" y="17"/>
                  <a:pt x="128" y="17"/>
                </a:cubicBezTo>
                <a:cubicBezTo>
                  <a:pt x="100" y="45"/>
                  <a:pt x="100" y="45"/>
                  <a:pt x="100" y="45"/>
                </a:cubicBezTo>
                <a:lnTo>
                  <a:pt x="110" y="55"/>
                </a:lnTo>
                <a:close/>
                <a:moveTo>
                  <a:pt x="146" y="70"/>
                </a:moveTo>
                <a:cubicBezTo>
                  <a:pt x="155" y="73"/>
                  <a:pt x="155" y="73"/>
                  <a:pt x="155" y="73"/>
                </a:cubicBezTo>
                <a:cubicBezTo>
                  <a:pt x="146" y="76"/>
                  <a:pt x="146" y="76"/>
                  <a:pt x="146" y="76"/>
                </a:cubicBezTo>
                <a:cubicBezTo>
                  <a:pt x="143" y="85"/>
                  <a:pt x="143" y="85"/>
                  <a:pt x="143" y="85"/>
                </a:cubicBezTo>
                <a:cubicBezTo>
                  <a:pt x="140" y="76"/>
                  <a:pt x="140" y="76"/>
                  <a:pt x="140" y="76"/>
                </a:cubicBezTo>
                <a:cubicBezTo>
                  <a:pt x="131" y="73"/>
                  <a:pt x="131" y="73"/>
                  <a:pt x="131" y="73"/>
                </a:cubicBezTo>
                <a:cubicBezTo>
                  <a:pt x="140" y="70"/>
                  <a:pt x="140" y="70"/>
                  <a:pt x="140" y="70"/>
                </a:cubicBezTo>
                <a:cubicBezTo>
                  <a:pt x="143" y="61"/>
                  <a:pt x="143" y="61"/>
                  <a:pt x="143" y="61"/>
                </a:cubicBezTo>
                <a:lnTo>
                  <a:pt x="146" y="7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86" name="Freeform 188"/>
          <p:cNvSpPr>
            <a:spLocks noEditPoints="1"/>
          </p:cNvSpPr>
          <p:nvPr/>
        </p:nvSpPr>
        <p:spPr bwMode="auto">
          <a:xfrm>
            <a:off x="9059945" y="3127528"/>
            <a:ext cx="233399" cy="192337"/>
          </a:xfrm>
          <a:custGeom>
            <a:avLst/>
            <a:gdLst>
              <a:gd name="T0" fmla="*/ 163 w 163"/>
              <a:gd name="T1" fmla="*/ 103 h 134"/>
              <a:gd name="T2" fmla="*/ 162 w 163"/>
              <a:gd name="T3" fmla="*/ 108 h 134"/>
              <a:gd name="T4" fmla="*/ 158 w 163"/>
              <a:gd name="T5" fmla="*/ 109 h 134"/>
              <a:gd name="T6" fmla="*/ 153 w 163"/>
              <a:gd name="T7" fmla="*/ 109 h 134"/>
              <a:gd name="T8" fmla="*/ 144 w 163"/>
              <a:gd name="T9" fmla="*/ 126 h 134"/>
              <a:gd name="T10" fmla="*/ 110 w 163"/>
              <a:gd name="T11" fmla="*/ 126 h 134"/>
              <a:gd name="T12" fmla="*/ 67 w 163"/>
              <a:gd name="T13" fmla="*/ 109 h 134"/>
              <a:gd name="T14" fmla="*/ 42 w 163"/>
              <a:gd name="T15" fmla="*/ 134 h 134"/>
              <a:gd name="T16" fmla="*/ 18 w 163"/>
              <a:gd name="T17" fmla="*/ 109 h 134"/>
              <a:gd name="T18" fmla="*/ 10 w 163"/>
              <a:gd name="T19" fmla="*/ 109 h 134"/>
              <a:gd name="T20" fmla="*/ 5 w 163"/>
              <a:gd name="T21" fmla="*/ 109 h 134"/>
              <a:gd name="T22" fmla="*/ 2 w 163"/>
              <a:gd name="T23" fmla="*/ 108 h 134"/>
              <a:gd name="T24" fmla="*/ 0 w 163"/>
              <a:gd name="T25" fmla="*/ 103 h 134"/>
              <a:gd name="T26" fmla="*/ 6 w 163"/>
              <a:gd name="T27" fmla="*/ 97 h 134"/>
              <a:gd name="T28" fmla="*/ 6 w 163"/>
              <a:gd name="T29" fmla="*/ 64 h 134"/>
              <a:gd name="T30" fmla="*/ 6 w 163"/>
              <a:gd name="T31" fmla="*/ 57 h 134"/>
              <a:gd name="T32" fmla="*/ 8 w 163"/>
              <a:gd name="T33" fmla="*/ 50 h 134"/>
              <a:gd name="T34" fmla="*/ 29 w 163"/>
              <a:gd name="T35" fmla="*/ 29 h 134"/>
              <a:gd name="T36" fmla="*/ 39 w 163"/>
              <a:gd name="T37" fmla="*/ 25 h 134"/>
              <a:gd name="T38" fmla="*/ 54 w 163"/>
              <a:gd name="T39" fmla="*/ 6 h 134"/>
              <a:gd name="T40" fmla="*/ 61 w 163"/>
              <a:gd name="T41" fmla="*/ 0 h 134"/>
              <a:gd name="T42" fmla="*/ 162 w 163"/>
              <a:gd name="T43" fmla="*/ 2 h 134"/>
              <a:gd name="T44" fmla="*/ 18 w 163"/>
              <a:gd name="T45" fmla="*/ 61 h 134"/>
              <a:gd name="T46" fmla="*/ 54 w 163"/>
              <a:gd name="T47" fmla="*/ 37 h 134"/>
              <a:gd name="T48" fmla="*/ 37 w 163"/>
              <a:gd name="T49" fmla="*/ 38 h 134"/>
              <a:gd name="T50" fmla="*/ 18 w 163"/>
              <a:gd name="T51" fmla="*/ 58 h 134"/>
              <a:gd name="T52" fmla="*/ 51 w 163"/>
              <a:gd name="T53" fmla="*/ 118 h 134"/>
              <a:gd name="T54" fmla="*/ 51 w 163"/>
              <a:gd name="T55" fmla="*/ 101 h 134"/>
              <a:gd name="T56" fmla="*/ 34 w 163"/>
              <a:gd name="T57" fmla="*/ 101 h 134"/>
              <a:gd name="T58" fmla="*/ 34 w 163"/>
              <a:gd name="T59" fmla="*/ 118 h 134"/>
              <a:gd name="T60" fmla="*/ 51 w 163"/>
              <a:gd name="T61" fmla="*/ 118 h 134"/>
              <a:gd name="T62" fmla="*/ 139 w 163"/>
              <a:gd name="T63" fmla="*/ 109 h 134"/>
              <a:gd name="T64" fmla="*/ 127 w 163"/>
              <a:gd name="T65" fmla="*/ 97 h 134"/>
              <a:gd name="T66" fmla="*/ 115 w 163"/>
              <a:gd name="T67" fmla="*/ 109 h 134"/>
              <a:gd name="T68" fmla="*/ 127 w 163"/>
              <a:gd name="T69" fmla="*/ 121 h 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63" h="134">
                <a:moveTo>
                  <a:pt x="163" y="6"/>
                </a:moveTo>
                <a:cubicBezTo>
                  <a:pt x="163" y="103"/>
                  <a:pt x="163" y="103"/>
                  <a:pt x="163" y="103"/>
                </a:cubicBezTo>
                <a:cubicBezTo>
                  <a:pt x="163" y="104"/>
                  <a:pt x="163" y="105"/>
                  <a:pt x="163" y="106"/>
                </a:cubicBezTo>
                <a:cubicBezTo>
                  <a:pt x="163" y="107"/>
                  <a:pt x="162" y="107"/>
                  <a:pt x="162" y="108"/>
                </a:cubicBezTo>
                <a:cubicBezTo>
                  <a:pt x="161" y="108"/>
                  <a:pt x="161" y="108"/>
                  <a:pt x="160" y="109"/>
                </a:cubicBezTo>
                <a:cubicBezTo>
                  <a:pt x="160" y="109"/>
                  <a:pt x="159" y="109"/>
                  <a:pt x="158" y="109"/>
                </a:cubicBezTo>
                <a:cubicBezTo>
                  <a:pt x="157" y="109"/>
                  <a:pt x="156" y="109"/>
                  <a:pt x="156" y="109"/>
                </a:cubicBezTo>
                <a:cubicBezTo>
                  <a:pt x="155" y="109"/>
                  <a:pt x="155" y="109"/>
                  <a:pt x="153" y="109"/>
                </a:cubicBezTo>
                <a:cubicBezTo>
                  <a:pt x="152" y="109"/>
                  <a:pt x="152" y="109"/>
                  <a:pt x="151" y="109"/>
                </a:cubicBezTo>
                <a:cubicBezTo>
                  <a:pt x="151" y="116"/>
                  <a:pt x="149" y="122"/>
                  <a:pt x="144" y="126"/>
                </a:cubicBezTo>
                <a:cubicBezTo>
                  <a:pt x="139" y="131"/>
                  <a:pt x="134" y="134"/>
                  <a:pt x="127" y="134"/>
                </a:cubicBezTo>
                <a:cubicBezTo>
                  <a:pt x="120" y="134"/>
                  <a:pt x="115" y="131"/>
                  <a:pt x="110" y="126"/>
                </a:cubicBezTo>
                <a:cubicBezTo>
                  <a:pt x="105" y="122"/>
                  <a:pt x="103" y="116"/>
                  <a:pt x="103" y="109"/>
                </a:cubicBezTo>
                <a:cubicBezTo>
                  <a:pt x="67" y="109"/>
                  <a:pt x="67" y="109"/>
                  <a:pt x="67" y="109"/>
                </a:cubicBezTo>
                <a:cubicBezTo>
                  <a:pt x="67" y="116"/>
                  <a:pt x="64" y="122"/>
                  <a:pt x="60" y="126"/>
                </a:cubicBezTo>
                <a:cubicBezTo>
                  <a:pt x="55" y="131"/>
                  <a:pt x="49" y="134"/>
                  <a:pt x="42" y="134"/>
                </a:cubicBezTo>
                <a:cubicBezTo>
                  <a:pt x="36" y="134"/>
                  <a:pt x="30" y="131"/>
                  <a:pt x="25" y="126"/>
                </a:cubicBezTo>
                <a:cubicBezTo>
                  <a:pt x="21" y="122"/>
                  <a:pt x="18" y="116"/>
                  <a:pt x="18" y="109"/>
                </a:cubicBezTo>
                <a:cubicBezTo>
                  <a:pt x="12" y="109"/>
                  <a:pt x="12" y="109"/>
                  <a:pt x="12" y="109"/>
                </a:cubicBezTo>
                <a:cubicBezTo>
                  <a:pt x="12" y="109"/>
                  <a:pt x="11" y="109"/>
                  <a:pt x="10" y="109"/>
                </a:cubicBezTo>
                <a:cubicBezTo>
                  <a:pt x="9" y="109"/>
                  <a:pt x="8" y="109"/>
                  <a:pt x="8" y="109"/>
                </a:cubicBezTo>
                <a:cubicBezTo>
                  <a:pt x="7" y="109"/>
                  <a:pt x="7" y="109"/>
                  <a:pt x="5" y="109"/>
                </a:cubicBezTo>
                <a:cubicBezTo>
                  <a:pt x="4" y="109"/>
                  <a:pt x="4" y="109"/>
                  <a:pt x="3" y="109"/>
                </a:cubicBezTo>
                <a:cubicBezTo>
                  <a:pt x="3" y="108"/>
                  <a:pt x="2" y="108"/>
                  <a:pt x="2" y="108"/>
                </a:cubicBezTo>
                <a:cubicBezTo>
                  <a:pt x="1" y="107"/>
                  <a:pt x="1" y="107"/>
                  <a:pt x="0" y="106"/>
                </a:cubicBezTo>
                <a:cubicBezTo>
                  <a:pt x="0" y="105"/>
                  <a:pt x="0" y="104"/>
                  <a:pt x="0" y="103"/>
                </a:cubicBezTo>
                <a:cubicBezTo>
                  <a:pt x="0" y="102"/>
                  <a:pt x="1" y="100"/>
                  <a:pt x="2" y="99"/>
                </a:cubicBezTo>
                <a:cubicBezTo>
                  <a:pt x="3" y="98"/>
                  <a:pt x="4" y="97"/>
                  <a:pt x="6" y="97"/>
                </a:cubicBezTo>
                <a:cubicBezTo>
                  <a:pt x="6" y="67"/>
                  <a:pt x="6" y="67"/>
                  <a:pt x="6" y="67"/>
                </a:cubicBezTo>
                <a:cubicBezTo>
                  <a:pt x="6" y="66"/>
                  <a:pt x="6" y="65"/>
                  <a:pt x="6" y="64"/>
                </a:cubicBezTo>
                <a:cubicBezTo>
                  <a:pt x="6" y="62"/>
                  <a:pt x="6" y="61"/>
                  <a:pt x="6" y="60"/>
                </a:cubicBezTo>
                <a:cubicBezTo>
                  <a:pt x="6" y="59"/>
                  <a:pt x="6" y="58"/>
                  <a:pt x="6" y="57"/>
                </a:cubicBezTo>
                <a:cubicBezTo>
                  <a:pt x="6" y="55"/>
                  <a:pt x="7" y="54"/>
                  <a:pt x="7" y="53"/>
                </a:cubicBezTo>
                <a:cubicBezTo>
                  <a:pt x="7" y="52"/>
                  <a:pt x="8" y="52"/>
                  <a:pt x="8" y="50"/>
                </a:cubicBezTo>
                <a:cubicBezTo>
                  <a:pt x="9" y="49"/>
                  <a:pt x="10" y="48"/>
                  <a:pt x="10" y="48"/>
                </a:cubicBezTo>
                <a:cubicBezTo>
                  <a:pt x="29" y="29"/>
                  <a:pt x="29" y="29"/>
                  <a:pt x="29" y="29"/>
                </a:cubicBezTo>
                <a:cubicBezTo>
                  <a:pt x="30" y="28"/>
                  <a:pt x="32" y="27"/>
                  <a:pt x="34" y="26"/>
                </a:cubicBezTo>
                <a:cubicBezTo>
                  <a:pt x="36" y="25"/>
                  <a:pt x="38" y="25"/>
                  <a:pt x="39" y="25"/>
                </a:cubicBezTo>
                <a:cubicBezTo>
                  <a:pt x="54" y="25"/>
                  <a:pt x="54" y="25"/>
                  <a:pt x="54" y="25"/>
                </a:cubicBezTo>
                <a:cubicBezTo>
                  <a:pt x="54" y="6"/>
                  <a:pt x="54" y="6"/>
                  <a:pt x="54" y="6"/>
                </a:cubicBezTo>
                <a:cubicBezTo>
                  <a:pt x="54" y="5"/>
                  <a:pt x="55" y="3"/>
                  <a:pt x="56" y="2"/>
                </a:cubicBezTo>
                <a:cubicBezTo>
                  <a:pt x="57" y="1"/>
                  <a:pt x="59" y="0"/>
                  <a:pt x="61" y="0"/>
                </a:cubicBezTo>
                <a:cubicBezTo>
                  <a:pt x="157" y="0"/>
                  <a:pt x="157" y="0"/>
                  <a:pt x="157" y="0"/>
                </a:cubicBezTo>
                <a:cubicBezTo>
                  <a:pt x="159" y="0"/>
                  <a:pt x="160" y="1"/>
                  <a:pt x="162" y="2"/>
                </a:cubicBezTo>
                <a:cubicBezTo>
                  <a:pt x="163" y="3"/>
                  <a:pt x="163" y="5"/>
                  <a:pt x="163" y="6"/>
                </a:cubicBezTo>
                <a:close/>
                <a:moveTo>
                  <a:pt x="18" y="61"/>
                </a:moveTo>
                <a:cubicBezTo>
                  <a:pt x="54" y="61"/>
                  <a:pt x="54" y="61"/>
                  <a:pt x="54" y="61"/>
                </a:cubicBezTo>
                <a:cubicBezTo>
                  <a:pt x="54" y="37"/>
                  <a:pt x="54" y="37"/>
                  <a:pt x="54" y="37"/>
                </a:cubicBezTo>
                <a:cubicBezTo>
                  <a:pt x="40" y="37"/>
                  <a:pt x="40" y="37"/>
                  <a:pt x="40" y="37"/>
                </a:cubicBezTo>
                <a:cubicBezTo>
                  <a:pt x="39" y="37"/>
                  <a:pt x="38" y="37"/>
                  <a:pt x="37" y="38"/>
                </a:cubicBezTo>
                <a:cubicBezTo>
                  <a:pt x="19" y="56"/>
                  <a:pt x="19" y="56"/>
                  <a:pt x="19" y="56"/>
                </a:cubicBezTo>
                <a:cubicBezTo>
                  <a:pt x="18" y="57"/>
                  <a:pt x="18" y="57"/>
                  <a:pt x="18" y="58"/>
                </a:cubicBezTo>
                <a:lnTo>
                  <a:pt x="18" y="61"/>
                </a:lnTo>
                <a:close/>
                <a:moveTo>
                  <a:pt x="51" y="118"/>
                </a:moveTo>
                <a:cubicBezTo>
                  <a:pt x="53" y="115"/>
                  <a:pt x="54" y="113"/>
                  <a:pt x="54" y="109"/>
                </a:cubicBezTo>
                <a:cubicBezTo>
                  <a:pt x="54" y="106"/>
                  <a:pt x="53" y="103"/>
                  <a:pt x="51" y="101"/>
                </a:cubicBezTo>
                <a:cubicBezTo>
                  <a:pt x="49" y="98"/>
                  <a:pt x="46" y="97"/>
                  <a:pt x="42" y="97"/>
                </a:cubicBezTo>
                <a:cubicBezTo>
                  <a:pt x="39" y="97"/>
                  <a:pt x="36" y="98"/>
                  <a:pt x="34" y="101"/>
                </a:cubicBezTo>
                <a:cubicBezTo>
                  <a:pt x="31" y="103"/>
                  <a:pt x="30" y="106"/>
                  <a:pt x="30" y="109"/>
                </a:cubicBezTo>
                <a:cubicBezTo>
                  <a:pt x="30" y="113"/>
                  <a:pt x="31" y="115"/>
                  <a:pt x="34" y="118"/>
                </a:cubicBezTo>
                <a:cubicBezTo>
                  <a:pt x="36" y="120"/>
                  <a:pt x="39" y="121"/>
                  <a:pt x="42" y="121"/>
                </a:cubicBezTo>
                <a:cubicBezTo>
                  <a:pt x="46" y="121"/>
                  <a:pt x="49" y="120"/>
                  <a:pt x="51" y="118"/>
                </a:cubicBezTo>
                <a:close/>
                <a:moveTo>
                  <a:pt x="136" y="118"/>
                </a:moveTo>
                <a:cubicBezTo>
                  <a:pt x="138" y="115"/>
                  <a:pt x="139" y="113"/>
                  <a:pt x="139" y="109"/>
                </a:cubicBezTo>
                <a:cubicBezTo>
                  <a:pt x="139" y="106"/>
                  <a:pt x="138" y="103"/>
                  <a:pt x="136" y="101"/>
                </a:cubicBezTo>
                <a:cubicBezTo>
                  <a:pt x="133" y="98"/>
                  <a:pt x="130" y="97"/>
                  <a:pt x="127" y="97"/>
                </a:cubicBezTo>
                <a:cubicBezTo>
                  <a:pt x="124" y="97"/>
                  <a:pt x="121" y="98"/>
                  <a:pt x="119" y="101"/>
                </a:cubicBezTo>
                <a:cubicBezTo>
                  <a:pt x="116" y="103"/>
                  <a:pt x="115" y="106"/>
                  <a:pt x="115" y="109"/>
                </a:cubicBezTo>
                <a:cubicBezTo>
                  <a:pt x="115" y="113"/>
                  <a:pt x="116" y="115"/>
                  <a:pt x="119" y="118"/>
                </a:cubicBezTo>
                <a:cubicBezTo>
                  <a:pt x="121" y="120"/>
                  <a:pt x="124" y="121"/>
                  <a:pt x="127" y="121"/>
                </a:cubicBezTo>
                <a:cubicBezTo>
                  <a:pt x="130" y="121"/>
                  <a:pt x="133" y="120"/>
                  <a:pt x="136" y="11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87" name="Freeform 189"/>
          <p:cNvSpPr>
            <a:spLocks/>
          </p:cNvSpPr>
          <p:nvPr/>
        </p:nvSpPr>
        <p:spPr bwMode="auto">
          <a:xfrm>
            <a:off x="9351693" y="3110237"/>
            <a:ext cx="209627" cy="209627"/>
          </a:xfrm>
          <a:custGeom>
            <a:avLst/>
            <a:gdLst>
              <a:gd name="T0" fmla="*/ 136 w 145"/>
              <a:gd name="T1" fmla="*/ 36 h 146"/>
              <a:gd name="T2" fmla="*/ 145 w 145"/>
              <a:gd name="T3" fmla="*/ 73 h 146"/>
              <a:gd name="T4" fmla="*/ 136 w 145"/>
              <a:gd name="T5" fmla="*/ 109 h 146"/>
              <a:gd name="T6" fmla="*/ 109 w 145"/>
              <a:gd name="T7" fmla="*/ 136 h 146"/>
              <a:gd name="T8" fmla="*/ 73 w 145"/>
              <a:gd name="T9" fmla="*/ 146 h 146"/>
              <a:gd name="T10" fmla="*/ 52 w 145"/>
              <a:gd name="T11" fmla="*/ 143 h 146"/>
              <a:gd name="T12" fmla="*/ 60 w 145"/>
              <a:gd name="T13" fmla="*/ 127 h 146"/>
              <a:gd name="T14" fmla="*/ 65 w 145"/>
              <a:gd name="T15" fmla="*/ 107 h 146"/>
              <a:gd name="T16" fmla="*/ 72 w 145"/>
              <a:gd name="T17" fmla="*/ 113 h 146"/>
              <a:gd name="T18" fmla="*/ 82 w 145"/>
              <a:gd name="T19" fmla="*/ 116 h 146"/>
              <a:gd name="T20" fmla="*/ 103 w 145"/>
              <a:gd name="T21" fmla="*/ 110 h 146"/>
              <a:gd name="T22" fmla="*/ 117 w 145"/>
              <a:gd name="T23" fmla="*/ 92 h 146"/>
              <a:gd name="T24" fmla="*/ 122 w 145"/>
              <a:gd name="T25" fmla="*/ 66 h 146"/>
              <a:gd name="T26" fmla="*/ 116 w 145"/>
              <a:gd name="T27" fmla="*/ 46 h 146"/>
              <a:gd name="T28" fmla="*/ 100 w 145"/>
              <a:gd name="T29" fmla="*/ 31 h 146"/>
              <a:gd name="T30" fmla="*/ 76 w 145"/>
              <a:gd name="T31" fmla="*/ 25 h 146"/>
              <a:gd name="T32" fmla="*/ 57 w 145"/>
              <a:gd name="T33" fmla="*/ 27 h 146"/>
              <a:gd name="T34" fmla="*/ 42 w 145"/>
              <a:gd name="T35" fmla="*/ 35 h 146"/>
              <a:gd name="T36" fmla="*/ 32 w 145"/>
              <a:gd name="T37" fmla="*/ 45 h 146"/>
              <a:gd name="T38" fmla="*/ 26 w 145"/>
              <a:gd name="T39" fmla="*/ 57 h 146"/>
              <a:gd name="T40" fmla="*/ 24 w 145"/>
              <a:gd name="T41" fmla="*/ 70 h 146"/>
              <a:gd name="T42" fmla="*/ 28 w 145"/>
              <a:gd name="T43" fmla="*/ 87 h 146"/>
              <a:gd name="T44" fmla="*/ 39 w 145"/>
              <a:gd name="T45" fmla="*/ 98 h 146"/>
              <a:gd name="T46" fmla="*/ 42 w 145"/>
              <a:gd name="T47" fmla="*/ 96 h 146"/>
              <a:gd name="T48" fmla="*/ 43 w 145"/>
              <a:gd name="T49" fmla="*/ 93 h 146"/>
              <a:gd name="T50" fmla="*/ 44 w 145"/>
              <a:gd name="T51" fmla="*/ 90 h 146"/>
              <a:gd name="T52" fmla="*/ 43 w 145"/>
              <a:gd name="T53" fmla="*/ 86 h 146"/>
              <a:gd name="T54" fmla="*/ 38 w 145"/>
              <a:gd name="T55" fmla="*/ 72 h 146"/>
              <a:gd name="T56" fmla="*/ 48 w 145"/>
              <a:gd name="T57" fmla="*/ 47 h 146"/>
              <a:gd name="T58" fmla="*/ 74 w 145"/>
              <a:gd name="T59" fmla="*/ 37 h 146"/>
              <a:gd name="T60" fmla="*/ 96 w 145"/>
              <a:gd name="T61" fmla="*/ 45 h 146"/>
              <a:gd name="T62" fmla="*/ 104 w 145"/>
              <a:gd name="T63" fmla="*/ 65 h 146"/>
              <a:gd name="T64" fmla="*/ 97 w 145"/>
              <a:gd name="T65" fmla="*/ 92 h 146"/>
              <a:gd name="T66" fmla="*/ 81 w 145"/>
              <a:gd name="T67" fmla="*/ 104 h 146"/>
              <a:gd name="T68" fmla="*/ 71 w 145"/>
              <a:gd name="T69" fmla="*/ 99 h 146"/>
              <a:gd name="T70" fmla="*/ 69 w 145"/>
              <a:gd name="T71" fmla="*/ 90 h 146"/>
              <a:gd name="T72" fmla="*/ 72 w 145"/>
              <a:gd name="T73" fmla="*/ 81 h 146"/>
              <a:gd name="T74" fmla="*/ 75 w 145"/>
              <a:gd name="T75" fmla="*/ 71 h 146"/>
              <a:gd name="T76" fmla="*/ 76 w 145"/>
              <a:gd name="T77" fmla="*/ 64 h 146"/>
              <a:gd name="T78" fmla="*/ 73 w 145"/>
              <a:gd name="T79" fmla="*/ 56 h 146"/>
              <a:gd name="T80" fmla="*/ 66 w 145"/>
              <a:gd name="T81" fmla="*/ 53 h 146"/>
              <a:gd name="T82" fmla="*/ 56 w 145"/>
              <a:gd name="T83" fmla="*/ 58 h 146"/>
              <a:gd name="T84" fmla="*/ 52 w 145"/>
              <a:gd name="T85" fmla="*/ 72 h 146"/>
              <a:gd name="T86" fmla="*/ 54 w 145"/>
              <a:gd name="T87" fmla="*/ 83 h 146"/>
              <a:gd name="T88" fmla="*/ 45 w 145"/>
              <a:gd name="T89" fmla="*/ 123 h 146"/>
              <a:gd name="T90" fmla="*/ 44 w 145"/>
              <a:gd name="T91" fmla="*/ 140 h 146"/>
              <a:gd name="T92" fmla="*/ 12 w 145"/>
              <a:gd name="T93" fmla="*/ 113 h 146"/>
              <a:gd name="T94" fmla="*/ 0 w 145"/>
              <a:gd name="T95" fmla="*/ 73 h 146"/>
              <a:gd name="T96" fmla="*/ 10 w 145"/>
              <a:gd name="T97" fmla="*/ 36 h 146"/>
              <a:gd name="T98" fmla="*/ 36 w 145"/>
              <a:gd name="T99" fmla="*/ 10 h 146"/>
              <a:gd name="T100" fmla="*/ 73 w 145"/>
              <a:gd name="T101" fmla="*/ 0 h 146"/>
              <a:gd name="T102" fmla="*/ 109 w 145"/>
              <a:gd name="T103" fmla="*/ 10 h 146"/>
              <a:gd name="T104" fmla="*/ 136 w 145"/>
              <a:gd name="T105" fmla="*/ 36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45" h="146">
                <a:moveTo>
                  <a:pt x="136" y="36"/>
                </a:moveTo>
                <a:cubicBezTo>
                  <a:pt x="142" y="48"/>
                  <a:pt x="145" y="60"/>
                  <a:pt x="145" y="73"/>
                </a:cubicBezTo>
                <a:cubicBezTo>
                  <a:pt x="145" y="86"/>
                  <a:pt x="142" y="98"/>
                  <a:pt x="136" y="109"/>
                </a:cubicBezTo>
                <a:cubicBezTo>
                  <a:pt x="129" y="121"/>
                  <a:pt x="120" y="129"/>
                  <a:pt x="109" y="136"/>
                </a:cubicBezTo>
                <a:cubicBezTo>
                  <a:pt x="98" y="142"/>
                  <a:pt x="86" y="146"/>
                  <a:pt x="73" y="146"/>
                </a:cubicBezTo>
                <a:cubicBezTo>
                  <a:pt x="66" y="146"/>
                  <a:pt x="59" y="145"/>
                  <a:pt x="52" y="143"/>
                </a:cubicBezTo>
                <a:cubicBezTo>
                  <a:pt x="56" y="137"/>
                  <a:pt x="58" y="132"/>
                  <a:pt x="60" y="127"/>
                </a:cubicBezTo>
                <a:cubicBezTo>
                  <a:pt x="60" y="125"/>
                  <a:pt x="62" y="118"/>
                  <a:pt x="65" y="107"/>
                </a:cubicBezTo>
                <a:cubicBezTo>
                  <a:pt x="66" y="110"/>
                  <a:pt x="68" y="112"/>
                  <a:pt x="72" y="113"/>
                </a:cubicBezTo>
                <a:cubicBezTo>
                  <a:pt x="75" y="115"/>
                  <a:pt x="79" y="116"/>
                  <a:pt x="82" y="116"/>
                </a:cubicBezTo>
                <a:cubicBezTo>
                  <a:pt x="90" y="116"/>
                  <a:pt x="97" y="114"/>
                  <a:pt x="103" y="110"/>
                </a:cubicBezTo>
                <a:cubicBezTo>
                  <a:pt x="109" y="105"/>
                  <a:pt x="113" y="99"/>
                  <a:pt x="117" y="92"/>
                </a:cubicBezTo>
                <a:cubicBezTo>
                  <a:pt x="120" y="84"/>
                  <a:pt x="122" y="76"/>
                  <a:pt x="122" y="66"/>
                </a:cubicBezTo>
                <a:cubicBezTo>
                  <a:pt x="122" y="59"/>
                  <a:pt x="120" y="52"/>
                  <a:pt x="116" y="46"/>
                </a:cubicBezTo>
                <a:cubicBezTo>
                  <a:pt x="112" y="40"/>
                  <a:pt x="107" y="35"/>
                  <a:pt x="100" y="31"/>
                </a:cubicBezTo>
                <a:cubicBezTo>
                  <a:pt x="93" y="27"/>
                  <a:pt x="85" y="25"/>
                  <a:pt x="76" y="25"/>
                </a:cubicBezTo>
                <a:cubicBezTo>
                  <a:pt x="69" y="25"/>
                  <a:pt x="63" y="26"/>
                  <a:pt x="57" y="27"/>
                </a:cubicBezTo>
                <a:cubicBezTo>
                  <a:pt x="51" y="29"/>
                  <a:pt x="46" y="32"/>
                  <a:pt x="42" y="35"/>
                </a:cubicBezTo>
                <a:cubicBezTo>
                  <a:pt x="38" y="38"/>
                  <a:pt x="35" y="41"/>
                  <a:pt x="32" y="45"/>
                </a:cubicBezTo>
                <a:cubicBezTo>
                  <a:pt x="29" y="49"/>
                  <a:pt x="27" y="53"/>
                  <a:pt x="26" y="57"/>
                </a:cubicBezTo>
                <a:cubicBezTo>
                  <a:pt x="24" y="62"/>
                  <a:pt x="24" y="66"/>
                  <a:pt x="24" y="70"/>
                </a:cubicBezTo>
                <a:cubicBezTo>
                  <a:pt x="24" y="77"/>
                  <a:pt x="25" y="82"/>
                  <a:pt x="28" y="87"/>
                </a:cubicBezTo>
                <a:cubicBezTo>
                  <a:pt x="30" y="92"/>
                  <a:pt x="34" y="96"/>
                  <a:pt x="39" y="98"/>
                </a:cubicBezTo>
                <a:cubicBezTo>
                  <a:pt x="40" y="99"/>
                  <a:pt x="42" y="98"/>
                  <a:pt x="42" y="96"/>
                </a:cubicBezTo>
                <a:cubicBezTo>
                  <a:pt x="42" y="96"/>
                  <a:pt x="43" y="95"/>
                  <a:pt x="43" y="93"/>
                </a:cubicBezTo>
                <a:cubicBezTo>
                  <a:pt x="43" y="92"/>
                  <a:pt x="44" y="91"/>
                  <a:pt x="44" y="90"/>
                </a:cubicBezTo>
                <a:cubicBezTo>
                  <a:pt x="44" y="89"/>
                  <a:pt x="44" y="87"/>
                  <a:pt x="43" y="86"/>
                </a:cubicBezTo>
                <a:cubicBezTo>
                  <a:pt x="39" y="82"/>
                  <a:pt x="38" y="78"/>
                  <a:pt x="38" y="72"/>
                </a:cubicBezTo>
                <a:cubicBezTo>
                  <a:pt x="38" y="62"/>
                  <a:pt x="41" y="54"/>
                  <a:pt x="48" y="47"/>
                </a:cubicBezTo>
                <a:cubicBezTo>
                  <a:pt x="54" y="41"/>
                  <a:pt x="63" y="37"/>
                  <a:pt x="74" y="37"/>
                </a:cubicBezTo>
                <a:cubicBezTo>
                  <a:pt x="83" y="37"/>
                  <a:pt x="91" y="40"/>
                  <a:pt x="96" y="45"/>
                </a:cubicBezTo>
                <a:cubicBezTo>
                  <a:pt x="101" y="50"/>
                  <a:pt x="104" y="57"/>
                  <a:pt x="104" y="65"/>
                </a:cubicBezTo>
                <a:cubicBezTo>
                  <a:pt x="104" y="76"/>
                  <a:pt x="102" y="85"/>
                  <a:pt x="97" y="92"/>
                </a:cubicBezTo>
                <a:cubicBezTo>
                  <a:pt x="93" y="100"/>
                  <a:pt x="87" y="104"/>
                  <a:pt x="81" y="104"/>
                </a:cubicBezTo>
                <a:cubicBezTo>
                  <a:pt x="77" y="104"/>
                  <a:pt x="74" y="102"/>
                  <a:pt x="71" y="99"/>
                </a:cubicBezTo>
                <a:cubicBezTo>
                  <a:pt x="69" y="97"/>
                  <a:pt x="68" y="93"/>
                  <a:pt x="69" y="90"/>
                </a:cubicBezTo>
                <a:cubicBezTo>
                  <a:pt x="70" y="87"/>
                  <a:pt x="71" y="84"/>
                  <a:pt x="72" y="81"/>
                </a:cubicBezTo>
                <a:cubicBezTo>
                  <a:pt x="73" y="77"/>
                  <a:pt x="74" y="74"/>
                  <a:pt x="75" y="71"/>
                </a:cubicBezTo>
                <a:cubicBezTo>
                  <a:pt x="75" y="68"/>
                  <a:pt x="76" y="66"/>
                  <a:pt x="76" y="64"/>
                </a:cubicBezTo>
                <a:cubicBezTo>
                  <a:pt x="76" y="61"/>
                  <a:pt x="75" y="58"/>
                  <a:pt x="73" y="56"/>
                </a:cubicBezTo>
                <a:cubicBezTo>
                  <a:pt x="71" y="54"/>
                  <a:pt x="69" y="53"/>
                  <a:pt x="66" y="53"/>
                </a:cubicBezTo>
                <a:cubicBezTo>
                  <a:pt x="62" y="53"/>
                  <a:pt x="59" y="55"/>
                  <a:pt x="56" y="58"/>
                </a:cubicBezTo>
                <a:cubicBezTo>
                  <a:pt x="53" y="62"/>
                  <a:pt x="52" y="66"/>
                  <a:pt x="52" y="72"/>
                </a:cubicBezTo>
                <a:cubicBezTo>
                  <a:pt x="52" y="76"/>
                  <a:pt x="53" y="80"/>
                  <a:pt x="54" y="83"/>
                </a:cubicBezTo>
                <a:cubicBezTo>
                  <a:pt x="45" y="123"/>
                  <a:pt x="45" y="123"/>
                  <a:pt x="45" y="123"/>
                </a:cubicBezTo>
                <a:cubicBezTo>
                  <a:pt x="44" y="127"/>
                  <a:pt x="43" y="133"/>
                  <a:pt x="44" y="140"/>
                </a:cubicBezTo>
                <a:cubicBezTo>
                  <a:pt x="31" y="134"/>
                  <a:pt x="20" y="125"/>
                  <a:pt x="12" y="113"/>
                </a:cubicBezTo>
                <a:cubicBezTo>
                  <a:pt x="4" y="101"/>
                  <a:pt x="0" y="88"/>
                  <a:pt x="0" y="73"/>
                </a:cubicBezTo>
                <a:cubicBezTo>
                  <a:pt x="0" y="60"/>
                  <a:pt x="3" y="48"/>
                  <a:pt x="10" y="36"/>
                </a:cubicBezTo>
                <a:cubicBezTo>
                  <a:pt x="16" y="25"/>
                  <a:pt x="25" y="17"/>
                  <a:pt x="36" y="10"/>
                </a:cubicBezTo>
                <a:cubicBezTo>
                  <a:pt x="47" y="4"/>
                  <a:pt x="60" y="0"/>
                  <a:pt x="73" y="0"/>
                </a:cubicBezTo>
                <a:cubicBezTo>
                  <a:pt x="86" y="0"/>
                  <a:pt x="98" y="4"/>
                  <a:pt x="109" y="10"/>
                </a:cubicBezTo>
                <a:cubicBezTo>
                  <a:pt x="120" y="17"/>
                  <a:pt x="129" y="25"/>
                  <a:pt x="136" y="3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88" name="Freeform 190"/>
          <p:cNvSpPr>
            <a:spLocks/>
          </p:cNvSpPr>
          <p:nvPr/>
        </p:nvSpPr>
        <p:spPr bwMode="auto">
          <a:xfrm>
            <a:off x="9619669" y="3110237"/>
            <a:ext cx="207464" cy="209627"/>
          </a:xfrm>
          <a:custGeom>
            <a:avLst/>
            <a:gdLst>
              <a:gd name="T0" fmla="*/ 118 w 145"/>
              <a:gd name="T1" fmla="*/ 0 h 146"/>
              <a:gd name="T2" fmla="*/ 137 w 145"/>
              <a:gd name="T3" fmla="*/ 8 h 146"/>
              <a:gd name="T4" fmla="*/ 145 w 145"/>
              <a:gd name="T5" fmla="*/ 28 h 146"/>
              <a:gd name="T6" fmla="*/ 145 w 145"/>
              <a:gd name="T7" fmla="*/ 118 h 146"/>
              <a:gd name="T8" fmla="*/ 137 w 145"/>
              <a:gd name="T9" fmla="*/ 138 h 146"/>
              <a:gd name="T10" fmla="*/ 118 w 145"/>
              <a:gd name="T11" fmla="*/ 146 h 146"/>
              <a:gd name="T12" fmla="*/ 50 w 145"/>
              <a:gd name="T13" fmla="*/ 146 h 146"/>
              <a:gd name="T14" fmla="*/ 60 w 145"/>
              <a:gd name="T15" fmla="*/ 126 h 146"/>
              <a:gd name="T16" fmla="*/ 65 w 145"/>
              <a:gd name="T17" fmla="*/ 106 h 146"/>
              <a:gd name="T18" fmla="*/ 72 w 145"/>
              <a:gd name="T19" fmla="*/ 112 h 146"/>
              <a:gd name="T20" fmla="*/ 82 w 145"/>
              <a:gd name="T21" fmla="*/ 115 h 146"/>
              <a:gd name="T22" fmla="*/ 110 w 145"/>
              <a:gd name="T23" fmla="*/ 101 h 146"/>
              <a:gd name="T24" fmla="*/ 121 w 145"/>
              <a:gd name="T25" fmla="*/ 66 h 146"/>
              <a:gd name="T26" fmla="*/ 118 w 145"/>
              <a:gd name="T27" fmla="*/ 50 h 146"/>
              <a:gd name="T28" fmla="*/ 109 w 145"/>
              <a:gd name="T29" fmla="*/ 37 h 146"/>
              <a:gd name="T30" fmla="*/ 94 w 145"/>
              <a:gd name="T31" fmla="*/ 28 h 146"/>
              <a:gd name="T32" fmla="*/ 76 w 145"/>
              <a:gd name="T33" fmla="*/ 25 h 146"/>
              <a:gd name="T34" fmla="*/ 57 w 145"/>
              <a:gd name="T35" fmla="*/ 27 h 146"/>
              <a:gd name="T36" fmla="*/ 43 w 145"/>
              <a:gd name="T37" fmla="*/ 34 h 146"/>
              <a:gd name="T38" fmla="*/ 33 w 145"/>
              <a:gd name="T39" fmla="*/ 45 h 146"/>
              <a:gd name="T40" fmla="*/ 26 w 145"/>
              <a:gd name="T41" fmla="*/ 57 h 146"/>
              <a:gd name="T42" fmla="*/ 24 w 145"/>
              <a:gd name="T43" fmla="*/ 69 h 146"/>
              <a:gd name="T44" fmla="*/ 28 w 145"/>
              <a:gd name="T45" fmla="*/ 86 h 146"/>
              <a:gd name="T46" fmla="*/ 39 w 145"/>
              <a:gd name="T47" fmla="*/ 97 h 146"/>
              <a:gd name="T48" fmla="*/ 41 w 145"/>
              <a:gd name="T49" fmla="*/ 97 h 146"/>
              <a:gd name="T50" fmla="*/ 43 w 145"/>
              <a:gd name="T51" fmla="*/ 95 h 146"/>
              <a:gd name="T52" fmla="*/ 44 w 145"/>
              <a:gd name="T53" fmla="*/ 89 h 146"/>
              <a:gd name="T54" fmla="*/ 43 w 145"/>
              <a:gd name="T55" fmla="*/ 85 h 146"/>
              <a:gd name="T56" fmla="*/ 38 w 145"/>
              <a:gd name="T57" fmla="*/ 71 h 146"/>
              <a:gd name="T58" fmla="*/ 48 w 145"/>
              <a:gd name="T59" fmla="*/ 47 h 146"/>
              <a:gd name="T60" fmla="*/ 74 w 145"/>
              <a:gd name="T61" fmla="*/ 37 h 146"/>
              <a:gd name="T62" fmla="*/ 96 w 145"/>
              <a:gd name="T63" fmla="*/ 44 h 146"/>
              <a:gd name="T64" fmla="*/ 104 w 145"/>
              <a:gd name="T65" fmla="*/ 64 h 146"/>
              <a:gd name="T66" fmla="*/ 97 w 145"/>
              <a:gd name="T67" fmla="*/ 91 h 146"/>
              <a:gd name="T68" fmla="*/ 81 w 145"/>
              <a:gd name="T69" fmla="*/ 103 h 146"/>
              <a:gd name="T70" fmla="*/ 72 w 145"/>
              <a:gd name="T71" fmla="*/ 98 h 146"/>
              <a:gd name="T72" fmla="*/ 70 w 145"/>
              <a:gd name="T73" fmla="*/ 89 h 146"/>
              <a:gd name="T74" fmla="*/ 72 w 145"/>
              <a:gd name="T75" fmla="*/ 80 h 146"/>
              <a:gd name="T76" fmla="*/ 75 w 145"/>
              <a:gd name="T77" fmla="*/ 70 h 146"/>
              <a:gd name="T78" fmla="*/ 76 w 145"/>
              <a:gd name="T79" fmla="*/ 63 h 146"/>
              <a:gd name="T80" fmla="*/ 73 w 145"/>
              <a:gd name="T81" fmla="*/ 55 h 146"/>
              <a:gd name="T82" fmla="*/ 66 w 145"/>
              <a:gd name="T83" fmla="*/ 52 h 146"/>
              <a:gd name="T84" fmla="*/ 56 w 145"/>
              <a:gd name="T85" fmla="*/ 58 h 146"/>
              <a:gd name="T86" fmla="*/ 52 w 145"/>
              <a:gd name="T87" fmla="*/ 71 h 146"/>
              <a:gd name="T88" fmla="*/ 55 w 145"/>
              <a:gd name="T89" fmla="*/ 82 h 146"/>
              <a:gd name="T90" fmla="*/ 45 w 145"/>
              <a:gd name="T91" fmla="*/ 122 h 146"/>
              <a:gd name="T92" fmla="*/ 45 w 145"/>
              <a:gd name="T93" fmla="*/ 146 h 146"/>
              <a:gd name="T94" fmla="*/ 27 w 145"/>
              <a:gd name="T95" fmla="*/ 146 h 146"/>
              <a:gd name="T96" fmla="*/ 8 w 145"/>
              <a:gd name="T97" fmla="*/ 138 h 146"/>
              <a:gd name="T98" fmla="*/ 0 w 145"/>
              <a:gd name="T99" fmla="*/ 118 h 146"/>
              <a:gd name="T100" fmla="*/ 0 w 145"/>
              <a:gd name="T101" fmla="*/ 28 h 146"/>
              <a:gd name="T102" fmla="*/ 8 w 145"/>
              <a:gd name="T103" fmla="*/ 8 h 146"/>
              <a:gd name="T104" fmla="*/ 27 w 145"/>
              <a:gd name="T105" fmla="*/ 0 h 146"/>
              <a:gd name="T106" fmla="*/ 118 w 145"/>
              <a:gd name="T107" fmla="*/ 0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45" h="146">
                <a:moveTo>
                  <a:pt x="118" y="0"/>
                </a:moveTo>
                <a:cubicBezTo>
                  <a:pt x="126" y="0"/>
                  <a:pt x="132" y="3"/>
                  <a:pt x="137" y="8"/>
                </a:cubicBezTo>
                <a:cubicBezTo>
                  <a:pt x="143" y="14"/>
                  <a:pt x="145" y="20"/>
                  <a:pt x="145" y="28"/>
                </a:cubicBezTo>
                <a:cubicBezTo>
                  <a:pt x="145" y="118"/>
                  <a:pt x="145" y="118"/>
                  <a:pt x="145" y="118"/>
                </a:cubicBezTo>
                <a:cubicBezTo>
                  <a:pt x="145" y="126"/>
                  <a:pt x="143" y="132"/>
                  <a:pt x="137" y="138"/>
                </a:cubicBezTo>
                <a:cubicBezTo>
                  <a:pt x="132" y="143"/>
                  <a:pt x="126" y="146"/>
                  <a:pt x="118" y="146"/>
                </a:cubicBezTo>
                <a:cubicBezTo>
                  <a:pt x="50" y="146"/>
                  <a:pt x="50" y="146"/>
                  <a:pt x="50" y="146"/>
                </a:cubicBezTo>
                <a:cubicBezTo>
                  <a:pt x="55" y="138"/>
                  <a:pt x="58" y="131"/>
                  <a:pt x="60" y="126"/>
                </a:cubicBezTo>
                <a:cubicBezTo>
                  <a:pt x="60" y="124"/>
                  <a:pt x="62" y="117"/>
                  <a:pt x="65" y="106"/>
                </a:cubicBezTo>
                <a:cubicBezTo>
                  <a:pt x="66" y="108"/>
                  <a:pt x="69" y="111"/>
                  <a:pt x="72" y="112"/>
                </a:cubicBezTo>
                <a:cubicBezTo>
                  <a:pt x="75" y="114"/>
                  <a:pt x="79" y="115"/>
                  <a:pt x="82" y="115"/>
                </a:cubicBezTo>
                <a:cubicBezTo>
                  <a:pt x="94" y="115"/>
                  <a:pt x="103" y="110"/>
                  <a:pt x="110" y="101"/>
                </a:cubicBezTo>
                <a:cubicBezTo>
                  <a:pt x="118" y="92"/>
                  <a:pt x="121" y="80"/>
                  <a:pt x="121" y="66"/>
                </a:cubicBezTo>
                <a:cubicBezTo>
                  <a:pt x="121" y="60"/>
                  <a:pt x="120" y="55"/>
                  <a:pt x="118" y="50"/>
                </a:cubicBezTo>
                <a:cubicBezTo>
                  <a:pt x="116" y="45"/>
                  <a:pt x="113" y="41"/>
                  <a:pt x="109" y="37"/>
                </a:cubicBezTo>
                <a:cubicBezTo>
                  <a:pt x="105" y="33"/>
                  <a:pt x="100" y="30"/>
                  <a:pt x="94" y="28"/>
                </a:cubicBezTo>
                <a:cubicBezTo>
                  <a:pt x="89" y="26"/>
                  <a:pt x="82" y="25"/>
                  <a:pt x="76" y="25"/>
                </a:cubicBezTo>
                <a:cubicBezTo>
                  <a:pt x="69" y="25"/>
                  <a:pt x="63" y="25"/>
                  <a:pt x="57" y="27"/>
                </a:cubicBezTo>
                <a:cubicBezTo>
                  <a:pt x="52" y="29"/>
                  <a:pt x="47" y="31"/>
                  <a:pt x="43" y="34"/>
                </a:cubicBezTo>
                <a:cubicBezTo>
                  <a:pt x="39" y="37"/>
                  <a:pt x="36" y="41"/>
                  <a:pt x="33" y="45"/>
                </a:cubicBezTo>
                <a:cubicBezTo>
                  <a:pt x="30" y="49"/>
                  <a:pt x="28" y="53"/>
                  <a:pt x="26" y="57"/>
                </a:cubicBezTo>
                <a:cubicBezTo>
                  <a:pt x="25" y="61"/>
                  <a:pt x="24" y="65"/>
                  <a:pt x="24" y="69"/>
                </a:cubicBezTo>
                <a:cubicBezTo>
                  <a:pt x="24" y="76"/>
                  <a:pt x="26" y="82"/>
                  <a:pt x="28" y="86"/>
                </a:cubicBezTo>
                <a:cubicBezTo>
                  <a:pt x="31" y="91"/>
                  <a:pt x="34" y="95"/>
                  <a:pt x="39" y="97"/>
                </a:cubicBezTo>
                <a:cubicBezTo>
                  <a:pt x="40" y="97"/>
                  <a:pt x="41" y="97"/>
                  <a:pt x="41" y="97"/>
                </a:cubicBezTo>
                <a:cubicBezTo>
                  <a:pt x="42" y="97"/>
                  <a:pt x="43" y="96"/>
                  <a:pt x="43" y="95"/>
                </a:cubicBezTo>
                <a:cubicBezTo>
                  <a:pt x="43" y="92"/>
                  <a:pt x="44" y="90"/>
                  <a:pt x="44" y="89"/>
                </a:cubicBezTo>
                <a:cubicBezTo>
                  <a:pt x="45" y="88"/>
                  <a:pt x="44" y="87"/>
                  <a:pt x="43" y="85"/>
                </a:cubicBezTo>
                <a:cubicBezTo>
                  <a:pt x="40" y="81"/>
                  <a:pt x="38" y="77"/>
                  <a:pt x="38" y="71"/>
                </a:cubicBezTo>
                <a:cubicBezTo>
                  <a:pt x="38" y="62"/>
                  <a:pt x="42" y="54"/>
                  <a:pt x="48" y="47"/>
                </a:cubicBezTo>
                <a:cubicBezTo>
                  <a:pt x="55" y="40"/>
                  <a:pt x="63" y="37"/>
                  <a:pt x="74" y="37"/>
                </a:cubicBezTo>
                <a:cubicBezTo>
                  <a:pt x="83" y="37"/>
                  <a:pt x="90" y="39"/>
                  <a:pt x="96" y="44"/>
                </a:cubicBezTo>
                <a:cubicBezTo>
                  <a:pt x="101" y="50"/>
                  <a:pt x="104" y="56"/>
                  <a:pt x="104" y="64"/>
                </a:cubicBezTo>
                <a:cubicBezTo>
                  <a:pt x="104" y="75"/>
                  <a:pt x="102" y="84"/>
                  <a:pt x="97" y="91"/>
                </a:cubicBezTo>
                <a:cubicBezTo>
                  <a:pt x="93" y="99"/>
                  <a:pt x="88" y="103"/>
                  <a:pt x="81" y="103"/>
                </a:cubicBezTo>
                <a:cubicBezTo>
                  <a:pt x="77" y="103"/>
                  <a:pt x="74" y="101"/>
                  <a:pt x="72" y="98"/>
                </a:cubicBezTo>
                <a:cubicBezTo>
                  <a:pt x="69" y="96"/>
                  <a:pt x="69" y="92"/>
                  <a:pt x="70" y="89"/>
                </a:cubicBezTo>
                <a:cubicBezTo>
                  <a:pt x="70" y="86"/>
                  <a:pt x="71" y="84"/>
                  <a:pt x="72" y="80"/>
                </a:cubicBezTo>
                <a:cubicBezTo>
                  <a:pt x="73" y="76"/>
                  <a:pt x="74" y="73"/>
                  <a:pt x="75" y="70"/>
                </a:cubicBezTo>
                <a:cubicBezTo>
                  <a:pt x="76" y="68"/>
                  <a:pt x="76" y="65"/>
                  <a:pt x="76" y="63"/>
                </a:cubicBezTo>
                <a:cubicBezTo>
                  <a:pt x="76" y="60"/>
                  <a:pt x="75" y="58"/>
                  <a:pt x="73" y="55"/>
                </a:cubicBezTo>
                <a:cubicBezTo>
                  <a:pt x="72" y="53"/>
                  <a:pt x="69" y="52"/>
                  <a:pt x="66" y="52"/>
                </a:cubicBezTo>
                <a:cubicBezTo>
                  <a:pt x="62" y="52"/>
                  <a:pt x="59" y="54"/>
                  <a:pt x="56" y="58"/>
                </a:cubicBezTo>
                <a:cubicBezTo>
                  <a:pt x="54" y="61"/>
                  <a:pt x="52" y="66"/>
                  <a:pt x="52" y="71"/>
                </a:cubicBezTo>
                <a:cubicBezTo>
                  <a:pt x="52" y="75"/>
                  <a:pt x="53" y="79"/>
                  <a:pt x="55" y="82"/>
                </a:cubicBezTo>
                <a:cubicBezTo>
                  <a:pt x="45" y="122"/>
                  <a:pt x="45" y="122"/>
                  <a:pt x="45" y="122"/>
                </a:cubicBezTo>
                <a:cubicBezTo>
                  <a:pt x="44" y="128"/>
                  <a:pt x="44" y="136"/>
                  <a:pt x="45" y="146"/>
                </a:cubicBezTo>
                <a:cubicBezTo>
                  <a:pt x="27" y="146"/>
                  <a:pt x="27" y="146"/>
                  <a:pt x="27" y="146"/>
                </a:cubicBezTo>
                <a:cubicBezTo>
                  <a:pt x="20" y="146"/>
                  <a:pt x="14" y="143"/>
                  <a:pt x="8" y="138"/>
                </a:cubicBezTo>
                <a:cubicBezTo>
                  <a:pt x="3" y="132"/>
                  <a:pt x="0" y="126"/>
                  <a:pt x="0" y="118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0"/>
                  <a:pt x="3" y="14"/>
                  <a:pt x="8" y="8"/>
                </a:cubicBezTo>
                <a:cubicBezTo>
                  <a:pt x="14" y="3"/>
                  <a:pt x="20" y="0"/>
                  <a:pt x="27" y="0"/>
                </a:cubicBezTo>
                <a:lnTo>
                  <a:pt x="118" y="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89" name="Freeform 191"/>
          <p:cNvSpPr>
            <a:spLocks noEditPoints="1"/>
          </p:cNvSpPr>
          <p:nvPr/>
        </p:nvSpPr>
        <p:spPr bwMode="auto">
          <a:xfrm>
            <a:off x="9889806" y="3092948"/>
            <a:ext cx="216111" cy="226915"/>
          </a:xfrm>
          <a:custGeom>
            <a:avLst/>
            <a:gdLst>
              <a:gd name="T0" fmla="*/ 70 w 150"/>
              <a:gd name="T1" fmla="*/ 82 h 158"/>
              <a:gd name="T2" fmla="*/ 86 w 150"/>
              <a:gd name="T3" fmla="*/ 96 h 158"/>
              <a:gd name="T4" fmla="*/ 96 w 150"/>
              <a:gd name="T5" fmla="*/ 119 h 158"/>
              <a:gd name="T6" fmla="*/ 71 w 150"/>
              <a:gd name="T7" fmla="*/ 152 h 158"/>
              <a:gd name="T8" fmla="*/ 20 w 150"/>
              <a:gd name="T9" fmla="*/ 154 h 158"/>
              <a:gd name="T10" fmla="*/ 0 w 150"/>
              <a:gd name="T11" fmla="*/ 128 h 158"/>
              <a:gd name="T12" fmla="*/ 16 w 150"/>
              <a:gd name="T13" fmla="*/ 103 h 158"/>
              <a:gd name="T14" fmla="*/ 49 w 150"/>
              <a:gd name="T15" fmla="*/ 87 h 158"/>
              <a:gd name="T16" fmla="*/ 50 w 150"/>
              <a:gd name="T17" fmla="*/ 72 h 158"/>
              <a:gd name="T18" fmla="*/ 20 w 150"/>
              <a:gd name="T19" fmla="*/ 63 h 158"/>
              <a:gd name="T20" fmla="*/ 14 w 150"/>
              <a:gd name="T21" fmla="*/ 25 h 158"/>
              <a:gd name="T22" fmla="*/ 40 w 150"/>
              <a:gd name="T23" fmla="*/ 3 h 158"/>
              <a:gd name="T24" fmla="*/ 100 w 150"/>
              <a:gd name="T25" fmla="*/ 0 h 158"/>
              <a:gd name="T26" fmla="*/ 75 w 150"/>
              <a:gd name="T27" fmla="*/ 9 h 158"/>
              <a:gd name="T28" fmla="*/ 89 w 150"/>
              <a:gd name="T29" fmla="*/ 36 h 158"/>
              <a:gd name="T30" fmla="*/ 81 w 150"/>
              <a:gd name="T31" fmla="*/ 57 h 158"/>
              <a:gd name="T32" fmla="*/ 69 w 150"/>
              <a:gd name="T33" fmla="*/ 69 h 158"/>
              <a:gd name="T34" fmla="*/ 53 w 150"/>
              <a:gd name="T35" fmla="*/ 149 h 158"/>
              <a:gd name="T36" fmla="*/ 73 w 150"/>
              <a:gd name="T37" fmla="*/ 144 h 158"/>
              <a:gd name="T38" fmla="*/ 83 w 150"/>
              <a:gd name="T39" fmla="*/ 127 h 158"/>
              <a:gd name="T40" fmla="*/ 80 w 150"/>
              <a:gd name="T41" fmla="*/ 118 h 158"/>
              <a:gd name="T42" fmla="*/ 75 w 150"/>
              <a:gd name="T43" fmla="*/ 111 h 158"/>
              <a:gd name="T44" fmla="*/ 68 w 150"/>
              <a:gd name="T45" fmla="*/ 105 h 158"/>
              <a:gd name="T46" fmla="*/ 61 w 150"/>
              <a:gd name="T47" fmla="*/ 100 h 158"/>
              <a:gd name="T48" fmla="*/ 46 w 150"/>
              <a:gd name="T49" fmla="*/ 100 h 158"/>
              <a:gd name="T50" fmla="*/ 27 w 150"/>
              <a:gd name="T51" fmla="*/ 107 h 158"/>
              <a:gd name="T52" fmla="*/ 18 w 150"/>
              <a:gd name="T53" fmla="*/ 124 h 158"/>
              <a:gd name="T54" fmla="*/ 30 w 150"/>
              <a:gd name="T55" fmla="*/ 143 h 158"/>
              <a:gd name="T56" fmla="*/ 53 w 150"/>
              <a:gd name="T57" fmla="*/ 149 h 158"/>
              <a:gd name="T58" fmla="*/ 60 w 150"/>
              <a:gd name="T59" fmla="*/ 65 h 158"/>
              <a:gd name="T60" fmla="*/ 72 w 150"/>
              <a:gd name="T61" fmla="*/ 46 h 158"/>
              <a:gd name="T62" fmla="*/ 65 w 150"/>
              <a:gd name="T63" fmla="*/ 22 h 158"/>
              <a:gd name="T64" fmla="*/ 46 w 150"/>
              <a:gd name="T65" fmla="*/ 8 h 158"/>
              <a:gd name="T66" fmla="*/ 32 w 150"/>
              <a:gd name="T67" fmla="*/ 15 h 158"/>
              <a:gd name="T68" fmla="*/ 29 w 150"/>
              <a:gd name="T69" fmla="*/ 39 h 158"/>
              <a:gd name="T70" fmla="*/ 37 w 150"/>
              <a:gd name="T71" fmla="*/ 58 h 158"/>
              <a:gd name="T72" fmla="*/ 53 w 150"/>
              <a:gd name="T73" fmla="*/ 66 h 158"/>
              <a:gd name="T74" fmla="*/ 150 w 150"/>
              <a:gd name="T75" fmla="*/ 66 h 158"/>
              <a:gd name="T76" fmla="*/ 130 w 150"/>
              <a:gd name="T77" fmla="*/ 76 h 158"/>
              <a:gd name="T78" fmla="*/ 120 w 150"/>
              <a:gd name="T79" fmla="*/ 97 h 158"/>
              <a:gd name="T80" fmla="*/ 100 w 150"/>
              <a:gd name="T81" fmla="*/ 76 h 158"/>
              <a:gd name="T82" fmla="*/ 120 w 150"/>
              <a:gd name="T83" fmla="*/ 66 h 158"/>
              <a:gd name="T84" fmla="*/ 130 w 150"/>
              <a:gd name="T85" fmla="*/ 46 h 1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50" h="158">
                <a:moveTo>
                  <a:pt x="67" y="75"/>
                </a:moveTo>
                <a:cubicBezTo>
                  <a:pt x="67" y="78"/>
                  <a:pt x="68" y="80"/>
                  <a:pt x="70" y="82"/>
                </a:cubicBezTo>
                <a:cubicBezTo>
                  <a:pt x="72" y="84"/>
                  <a:pt x="74" y="86"/>
                  <a:pt x="77" y="89"/>
                </a:cubicBezTo>
                <a:cubicBezTo>
                  <a:pt x="80" y="91"/>
                  <a:pt x="83" y="93"/>
                  <a:pt x="86" y="96"/>
                </a:cubicBezTo>
                <a:cubicBezTo>
                  <a:pt x="88" y="98"/>
                  <a:pt x="91" y="101"/>
                  <a:pt x="93" y="105"/>
                </a:cubicBezTo>
                <a:cubicBezTo>
                  <a:pt x="95" y="109"/>
                  <a:pt x="96" y="114"/>
                  <a:pt x="96" y="119"/>
                </a:cubicBezTo>
                <a:cubicBezTo>
                  <a:pt x="96" y="124"/>
                  <a:pt x="94" y="130"/>
                  <a:pt x="91" y="135"/>
                </a:cubicBezTo>
                <a:cubicBezTo>
                  <a:pt x="87" y="143"/>
                  <a:pt x="80" y="148"/>
                  <a:pt x="71" y="152"/>
                </a:cubicBezTo>
                <a:cubicBezTo>
                  <a:pt x="63" y="156"/>
                  <a:pt x="53" y="158"/>
                  <a:pt x="43" y="158"/>
                </a:cubicBezTo>
                <a:cubicBezTo>
                  <a:pt x="35" y="158"/>
                  <a:pt x="27" y="156"/>
                  <a:pt x="20" y="154"/>
                </a:cubicBezTo>
                <a:cubicBezTo>
                  <a:pt x="13" y="151"/>
                  <a:pt x="7" y="147"/>
                  <a:pt x="4" y="141"/>
                </a:cubicBezTo>
                <a:cubicBezTo>
                  <a:pt x="1" y="137"/>
                  <a:pt x="0" y="133"/>
                  <a:pt x="0" y="128"/>
                </a:cubicBezTo>
                <a:cubicBezTo>
                  <a:pt x="0" y="123"/>
                  <a:pt x="2" y="118"/>
                  <a:pt x="4" y="114"/>
                </a:cubicBezTo>
                <a:cubicBezTo>
                  <a:pt x="7" y="110"/>
                  <a:pt x="11" y="106"/>
                  <a:pt x="16" y="103"/>
                </a:cubicBezTo>
                <a:cubicBezTo>
                  <a:pt x="24" y="98"/>
                  <a:pt x="37" y="95"/>
                  <a:pt x="54" y="94"/>
                </a:cubicBezTo>
                <a:cubicBezTo>
                  <a:pt x="52" y="91"/>
                  <a:pt x="50" y="89"/>
                  <a:pt x="49" y="87"/>
                </a:cubicBezTo>
                <a:cubicBezTo>
                  <a:pt x="48" y="85"/>
                  <a:pt x="48" y="82"/>
                  <a:pt x="48" y="80"/>
                </a:cubicBezTo>
                <a:cubicBezTo>
                  <a:pt x="48" y="78"/>
                  <a:pt x="49" y="75"/>
                  <a:pt x="50" y="72"/>
                </a:cubicBezTo>
                <a:cubicBezTo>
                  <a:pt x="47" y="72"/>
                  <a:pt x="45" y="72"/>
                  <a:pt x="43" y="72"/>
                </a:cubicBezTo>
                <a:cubicBezTo>
                  <a:pt x="34" y="72"/>
                  <a:pt x="26" y="69"/>
                  <a:pt x="20" y="63"/>
                </a:cubicBezTo>
                <a:cubicBezTo>
                  <a:pt x="13" y="57"/>
                  <a:pt x="10" y="49"/>
                  <a:pt x="10" y="40"/>
                </a:cubicBezTo>
                <a:cubicBezTo>
                  <a:pt x="10" y="35"/>
                  <a:pt x="11" y="30"/>
                  <a:pt x="14" y="25"/>
                </a:cubicBezTo>
                <a:cubicBezTo>
                  <a:pt x="16" y="20"/>
                  <a:pt x="19" y="16"/>
                  <a:pt x="23" y="13"/>
                </a:cubicBezTo>
                <a:cubicBezTo>
                  <a:pt x="28" y="8"/>
                  <a:pt x="34" y="5"/>
                  <a:pt x="40" y="3"/>
                </a:cubicBezTo>
                <a:cubicBezTo>
                  <a:pt x="47" y="1"/>
                  <a:pt x="54" y="0"/>
                  <a:pt x="61" y="0"/>
                </a:cubicBezTo>
                <a:cubicBezTo>
                  <a:pt x="100" y="0"/>
                  <a:pt x="100" y="0"/>
                  <a:pt x="100" y="0"/>
                </a:cubicBezTo>
                <a:cubicBezTo>
                  <a:pt x="87" y="9"/>
                  <a:pt x="87" y="9"/>
                  <a:pt x="87" y="9"/>
                </a:cubicBezTo>
                <a:cubicBezTo>
                  <a:pt x="75" y="9"/>
                  <a:pt x="75" y="9"/>
                  <a:pt x="75" y="9"/>
                </a:cubicBezTo>
                <a:cubicBezTo>
                  <a:pt x="80" y="13"/>
                  <a:pt x="83" y="17"/>
                  <a:pt x="86" y="21"/>
                </a:cubicBezTo>
                <a:cubicBezTo>
                  <a:pt x="88" y="26"/>
                  <a:pt x="89" y="31"/>
                  <a:pt x="89" y="36"/>
                </a:cubicBezTo>
                <a:cubicBezTo>
                  <a:pt x="89" y="41"/>
                  <a:pt x="88" y="45"/>
                  <a:pt x="87" y="48"/>
                </a:cubicBezTo>
                <a:cubicBezTo>
                  <a:pt x="85" y="52"/>
                  <a:pt x="83" y="55"/>
                  <a:pt x="81" y="57"/>
                </a:cubicBezTo>
                <a:cubicBezTo>
                  <a:pt x="79" y="60"/>
                  <a:pt x="77" y="62"/>
                  <a:pt x="75" y="63"/>
                </a:cubicBezTo>
                <a:cubicBezTo>
                  <a:pt x="72" y="65"/>
                  <a:pt x="71" y="67"/>
                  <a:pt x="69" y="69"/>
                </a:cubicBezTo>
                <a:cubicBezTo>
                  <a:pt x="67" y="71"/>
                  <a:pt x="67" y="73"/>
                  <a:pt x="67" y="75"/>
                </a:cubicBezTo>
                <a:close/>
                <a:moveTo>
                  <a:pt x="53" y="149"/>
                </a:moveTo>
                <a:cubicBezTo>
                  <a:pt x="57" y="149"/>
                  <a:pt x="60" y="149"/>
                  <a:pt x="64" y="148"/>
                </a:cubicBezTo>
                <a:cubicBezTo>
                  <a:pt x="67" y="147"/>
                  <a:pt x="70" y="146"/>
                  <a:pt x="73" y="144"/>
                </a:cubicBezTo>
                <a:cubicBezTo>
                  <a:pt x="76" y="142"/>
                  <a:pt x="78" y="140"/>
                  <a:pt x="80" y="137"/>
                </a:cubicBezTo>
                <a:cubicBezTo>
                  <a:pt x="82" y="134"/>
                  <a:pt x="83" y="131"/>
                  <a:pt x="83" y="127"/>
                </a:cubicBezTo>
                <a:cubicBezTo>
                  <a:pt x="83" y="125"/>
                  <a:pt x="82" y="124"/>
                  <a:pt x="82" y="122"/>
                </a:cubicBezTo>
                <a:cubicBezTo>
                  <a:pt x="81" y="121"/>
                  <a:pt x="81" y="119"/>
                  <a:pt x="80" y="118"/>
                </a:cubicBezTo>
                <a:cubicBezTo>
                  <a:pt x="80" y="117"/>
                  <a:pt x="79" y="116"/>
                  <a:pt x="78" y="114"/>
                </a:cubicBezTo>
                <a:cubicBezTo>
                  <a:pt x="77" y="113"/>
                  <a:pt x="76" y="112"/>
                  <a:pt x="75" y="111"/>
                </a:cubicBezTo>
                <a:cubicBezTo>
                  <a:pt x="75" y="110"/>
                  <a:pt x="73" y="109"/>
                  <a:pt x="72" y="108"/>
                </a:cubicBezTo>
                <a:cubicBezTo>
                  <a:pt x="70" y="106"/>
                  <a:pt x="69" y="105"/>
                  <a:pt x="68" y="105"/>
                </a:cubicBezTo>
                <a:cubicBezTo>
                  <a:pt x="68" y="105"/>
                  <a:pt x="66" y="104"/>
                  <a:pt x="64" y="102"/>
                </a:cubicBezTo>
                <a:cubicBezTo>
                  <a:pt x="62" y="101"/>
                  <a:pt x="61" y="100"/>
                  <a:pt x="61" y="100"/>
                </a:cubicBezTo>
                <a:cubicBezTo>
                  <a:pt x="60" y="100"/>
                  <a:pt x="58" y="100"/>
                  <a:pt x="56" y="100"/>
                </a:cubicBezTo>
                <a:cubicBezTo>
                  <a:pt x="53" y="100"/>
                  <a:pt x="49" y="100"/>
                  <a:pt x="46" y="100"/>
                </a:cubicBezTo>
                <a:cubicBezTo>
                  <a:pt x="43" y="101"/>
                  <a:pt x="40" y="101"/>
                  <a:pt x="36" y="103"/>
                </a:cubicBezTo>
                <a:cubicBezTo>
                  <a:pt x="33" y="104"/>
                  <a:pt x="29" y="105"/>
                  <a:pt x="27" y="107"/>
                </a:cubicBezTo>
                <a:cubicBezTo>
                  <a:pt x="24" y="109"/>
                  <a:pt x="22" y="111"/>
                  <a:pt x="20" y="114"/>
                </a:cubicBezTo>
                <a:cubicBezTo>
                  <a:pt x="19" y="117"/>
                  <a:pt x="18" y="120"/>
                  <a:pt x="18" y="124"/>
                </a:cubicBezTo>
                <a:cubicBezTo>
                  <a:pt x="18" y="128"/>
                  <a:pt x="19" y="132"/>
                  <a:pt x="21" y="136"/>
                </a:cubicBezTo>
                <a:cubicBezTo>
                  <a:pt x="23" y="139"/>
                  <a:pt x="26" y="142"/>
                  <a:pt x="30" y="143"/>
                </a:cubicBezTo>
                <a:cubicBezTo>
                  <a:pt x="33" y="145"/>
                  <a:pt x="37" y="147"/>
                  <a:pt x="41" y="148"/>
                </a:cubicBezTo>
                <a:cubicBezTo>
                  <a:pt x="45" y="148"/>
                  <a:pt x="49" y="149"/>
                  <a:pt x="53" y="149"/>
                </a:cubicBezTo>
                <a:close/>
                <a:moveTo>
                  <a:pt x="53" y="66"/>
                </a:moveTo>
                <a:cubicBezTo>
                  <a:pt x="55" y="66"/>
                  <a:pt x="58" y="66"/>
                  <a:pt x="60" y="65"/>
                </a:cubicBezTo>
                <a:cubicBezTo>
                  <a:pt x="63" y="64"/>
                  <a:pt x="65" y="62"/>
                  <a:pt x="67" y="61"/>
                </a:cubicBezTo>
                <a:cubicBezTo>
                  <a:pt x="70" y="57"/>
                  <a:pt x="72" y="52"/>
                  <a:pt x="72" y="46"/>
                </a:cubicBezTo>
                <a:cubicBezTo>
                  <a:pt x="72" y="42"/>
                  <a:pt x="71" y="38"/>
                  <a:pt x="70" y="34"/>
                </a:cubicBezTo>
                <a:cubicBezTo>
                  <a:pt x="69" y="30"/>
                  <a:pt x="67" y="26"/>
                  <a:pt x="65" y="22"/>
                </a:cubicBezTo>
                <a:cubicBezTo>
                  <a:pt x="63" y="18"/>
                  <a:pt x="61" y="14"/>
                  <a:pt x="57" y="12"/>
                </a:cubicBezTo>
                <a:cubicBezTo>
                  <a:pt x="54" y="9"/>
                  <a:pt x="50" y="8"/>
                  <a:pt x="46" y="8"/>
                </a:cubicBezTo>
                <a:cubicBezTo>
                  <a:pt x="44" y="8"/>
                  <a:pt x="41" y="9"/>
                  <a:pt x="39" y="10"/>
                </a:cubicBezTo>
                <a:cubicBezTo>
                  <a:pt x="36" y="11"/>
                  <a:pt x="34" y="13"/>
                  <a:pt x="32" y="15"/>
                </a:cubicBezTo>
                <a:cubicBezTo>
                  <a:pt x="29" y="19"/>
                  <a:pt x="28" y="24"/>
                  <a:pt x="28" y="30"/>
                </a:cubicBezTo>
                <a:cubicBezTo>
                  <a:pt x="28" y="33"/>
                  <a:pt x="28" y="36"/>
                  <a:pt x="29" y="39"/>
                </a:cubicBezTo>
                <a:cubicBezTo>
                  <a:pt x="29" y="42"/>
                  <a:pt x="30" y="46"/>
                  <a:pt x="32" y="49"/>
                </a:cubicBezTo>
                <a:cubicBezTo>
                  <a:pt x="33" y="52"/>
                  <a:pt x="35" y="55"/>
                  <a:pt x="37" y="58"/>
                </a:cubicBezTo>
                <a:cubicBezTo>
                  <a:pt x="39" y="60"/>
                  <a:pt x="41" y="62"/>
                  <a:pt x="44" y="64"/>
                </a:cubicBezTo>
                <a:cubicBezTo>
                  <a:pt x="47" y="66"/>
                  <a:pt x="50" y="66"/>
                  <a:pt x="53" y="66"/>
                </a:cubicBezTo>
                <a:close/>
                <a:moveTo>
                  <a:pt x="130" y="66"/>
                </a:moveTo>
                <a:cubicBezTo>
                  <a:pt x="150" y="66"/>
                  <a:pt x="150" y="66"/>
                  <a:pt x="150" y="66"/>
                </a:cubicBezTo>
                <a:cubicBezTo>
                  <a:pt x="150" y="76"/>
                  <a:pt x="150" y="76"/>
                  <a:pt x="150" y="76"/>
                </a:cubicBezTo>
                <a:cubicBezTo>
                  <a:pt x="130" y="76"/>
                  <a:pt x="130" y="76"/>
                  <a:pt x="130" y="76"/>
                </a:cubicBezTo>
                <a:cubicBezTo>
                  <a:pt x="130" y="97"/>
                  <a:pt x="130" y="97"/>
                  <a:pt x="130" y="97"/>
                </a:cubicBezTo>
                <a:cubicBezTo>
                  <a:pt x="120" y="97"/>
                  <a:pt x="120" y="97"/>
                  <a:pt x="120" y="97"/>
                </a:cubicBezTo>
                <a:cubicBezTo>
                  <a:pt x="120" y="76"/>
                  <a:pt x="120" y="76"/>
                  <a:pt x="120" y="76"/>
                </a:cubicBezTo>
                <a:cubicBezTo>
                  <a:pt x="100" y="76"/>
                  <a:pt x="100" y="76"/>
                  <a:pt x="100" y="76"/>
                </a:cubicBezTo>
                <a:cubicBezTo>
                  <a:pt x="100" y="66"/>
                  <a:pt x="100" y="66"/>
                  <a:pt x="100" y="66"/>
                </a:cubicBezTo>
                <a:cubicBezTo>
                  <a:pt x="120" y="66"/>
                  <a:pt x="120" y="66"/>
                  <a:pt x="120" y="66"/>
                </a:cubicBezTo>
                <a:cubicBezTo>
                  <a:pt x="120" y="46"/>
                  <a:pt x="120" y="46"/>
                  <a:pt x="120" y="46"/>
                </a:cubicBezTo>
                <a:cubicBezTo>
                  <a:pt x="130" y="46"/>
                  <a:pt x="130" y="46"/>
                  <a:pt x="130" y="46"/>
                </a:cubicBezTo>
                <a:lnTo>
                  <a:pt x="130" y="6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90" name="Freeform 192"/>
          <p:cNvSpPr>
            <a:spLocks noEditPoints="1"/>
          </p:cNvSpPr>
          <p:nvPr/>
        </p:nvSpPr>
        <p:spPr bwMode="auto">
          <a:xfrm>
            <a:off x="10168587" y="3127527"/>
            <a:ext cx="261492" cy="172887"/>
          </a:xfrm>
          <a:custGeom>
            <a:avLst/>
            <a:gdLst>
              <a:gd name="T0" fmla="*/ 182 w 182"/>
              <a:gd name="T1" fmla="*/ 6 h 121"/>
              <a:gd name="T2" fmla="*/ 182 w 182"/>
              <a:gd name="T3" fmla="*/ 115 h 121"/>
              <a:gd name="T4" fmla="*/ 180 w 182"/>
              <a:gd name="T5" fmla="*/ 120 h 121"/>
              <a:gd name="T6" fmla="*/ 176 w 182"/>
              <a:gd name="T7" fmla="*/ 121 h 121"/>
              <a:gd name="T8" fmla="*/ 6 w 182"/>
              <a:gd name="T9" fmla="*/ 121 h 121"/>
              <a:gd name="T10" fmla="*/ 2 w 182"/>
              <a:gd name="T11" fmla="*/ 120 h 121"/>
              <a:gd name="T12" fmla="*/ 0 w 182"/>
              <a:gd name="T13" fmla="*/ 115 h 121"/>
              <a:gd name="T14" fmla="*/ 0 w 182"/>
              <a:gd name="T15" fmla="*/ 6 h 121"/>
              <a:gd name="T16" fmla="*/ 2 w 182"/>
              <a:gd name="T17" fmla="*/ 2 h 121"/>
              <a:gd name="T18" fmla="*/ 6 w 182"/>
              <a:gd name="T19" fmla="*/ 0 h 121"/>
              <a:gd name="T20" fmla="*/ 176 w 182"/>
              <a:gd name="T21" fmla="*/ 0 h 121"/>
              <a:gd name="T22" fmla="*/ 180 w 182"/>
              <a:gd name="T23" fmla="*/ 2 h 121"/>
              <a:gd name="T24" fmla="*/ 182 w 182"/>
              <a:gd name="T25" fmla="*/ 6 h 121"/>
              <a:gd name="T26" fmla="*/ 170 w 182"/>
              <a:gd name="T27" fmla="*/ 85 h 121"/>
              <a:gd name="T28" fmla="*/ 170 w 182"/>
              <a:gd name="T29" fmla="*/ 37 h 121"/>
              <a:gd name="T30" fmla="*/ 153 w 182"/>
              <a:gd name="T31" fmla="*/ 30 h 121"/>
              <a:gd name="T32" fmla="*/ 146 w 182"/>
              <a:gd name="T33" fmla="*/ 13 h 121"/>
              <a:gd name="T34" fmla="*/ 37 w 182"/>
              <a:gd name="T35" fmla="*/ 13 h 121"/>
              <a:gd name="T36" fmla="*/ 30 w 182"/>
              <a:gd name="T37" fmla="*/ 30 h 121"/>
              <a:gd name="T38" fmla="*/ 12 w 182"/>
              <a:gd name="T39" fmla="*/ 37 h 121"/>
              <a:gd name="T40" fmla="*/ 12 w 182"/>
              <a:gd name="T41" fmla="*/ 85 h 121"/>
              <a:gd name="T42" fmla="*/ 30 w 182"/>
              <a:gd name="T43" fmla="*/ 92 h 121"/>
              <a:gd name="T44" fmla="*/ 37 w 182"/>
              <a:gd name="T45" fmla="*/ 109 h 121"/>
              <a:gd name="T46" fmla="*/ 146 w 182"/>
              <a:gd name="T47" fmla="*/ 109 h 121"/>
              <a:gd name="T48" fmla="*/ 153 w 182"/>
              <a:gd name="T49" fmla="*/ 92 h 121"/>
              <a:gd name="T50" fmla="*/ 170 w 182"/>
              <a:gd name="T51" fmla="*/ 85 h 121"/>
              <a:gd name="T52" fmla="*/ 119 w 182"/>
              <a:gd name="T53" fmla="*/ 48 h 121"/>
              <a:gd name="T54" fmla="*/ 121 w 182"/>
              <a:gd name="T55" fmla="*/ 61 h 121"/>
              <a:gd name="T56" fmla="*/ 119 w 182"/>
              <a:gd name="T57" fmla="*/ 74 h 121"/>
              <a:gd name="T58" fmla="*/ 114 w 182"/>
              <a:gd name="T59" fmla="*/ 87 h 121"/>
              <a:gd name="T60" fmla="*/ 104 w 182"/>
              <a:gd name="T61" fmla="*/ 97 h 121"/>
              <a:gd name="T62" fmla="*/ 91 w 182"/>
              <a:gd name="T63" fmla="*/ 100 h 121"/>
              <a:gd name="T64" fmla="*/ 78 w 182"/>
              <a:gd name="T65" fmla="*/ 97 h 121"/>
              <a:gd name="T66" fmla="*/ 68 w 182"/>
              <a:gd name="T67" fmla="*/ 87 h 121"/>
              <a:gd name="T68" fmla="*/ 63 w 182"/>
              <a:gd name="T69" fmla="*/ 74 h 121"/>
              <a:gd name="T70" fmla="*/ 61 w 182"/>
              <a:gd name="T71" fmla="*/ 61 h 121"/>
              <a:gd name="T72" fmla="*/ 63 w 182"/>
              <a:gd name="T73" fmla="*/ 48 h 121"/>
              <a:gd name="T74" fmla="*/ 68 w 182"/>
              <a:gd name="T75" fmla="*/ 35 h 121"/>
              <a:gd name="T76" fmla="*/ 78 w 182"/>
              <a:gd name="T77" fmla="*/ 25 h 121"/>
              <a:gd name="T78" fmla="*/ 91 w 182"/>
              <a:gd name="T79" fmla="*/ 22 h 121"/>
              <a:gd name="T80" fmla="*/ 104 w 182"/>
              <a:gd name="T81" fmla="*/ 25 h 121"/>
              <a:gd name="T82" fmla="*/ 114 w 182"/>
              <a:gd name="T83" fmla="*/ 35 h 121"/>
              <a:gd name="T84" fmla="*/ 119 w 182"/>
              <a:gd name="T85" fmla="*/ 48 h 121"/>
              <a:gd name="T86" fmla="*/ 73 w 182"/>
              <a:gd name="T87" fmla="*/ 85 h 121"/>
              <a:gd name="T88" fmla="*/ 109 w 182"/>
              <a:gd name="T89" fmla="*/ 85 h 121"/>
              <a:gd name="T90" fmla="*/ 109 w 182"/>
              <a:gd name="T91" fmla="*/ 76 h 121"/>
              <a:gd name="T92" fmla="*/ 97 w 182"/>
              <a:gd name="T93" fmla="*/ 76 h 121"/>
              <a:gd name="T94" fmla="*/ 97 w 182"/>
              <a:gd name="T95" fmla="*/ 34 h 121"/>
              <a:gd name="T96" fmla="*/ 86 w 182"/>
              <a:gd name="T97" fmla="*/ 34 h 121"/>
              <a:gd name="T98" fmla="*/ 72 w 182"/>
              <a:gd name="T99" fmla="*/ 47 h 121"/>
              <a:gd name="T100" fmla="*/ 80 w 182"/>
              <a:gd name="T101" fmla="*/ 54 h 121"/>
              <a:gd name="T102" fmla="*/ 85 w 182"/>
              <a:gd name="T103" fmla="*/ 49 h 121"/>
              <a:gd name="T104" fmla="*/ 85 w 182"/>
              <a:gd name="T105" fmla="*/ 49 h 121"/>
              <a:gd name="T106" fmla="*/ 85 w 182"/>
              <a:gd name="T107" fmla="*/ 76 h 121"/>
              <a:gd name="T108" fmla="*/ 73 w 182"/>
              <a:gd name="T109" fmla="*/ 76 h 121"/>
              <a:gd name="T110" fmla="*/ 73 w 182"/>
              <a:gd name="T111" fmla="*/ 85 h 1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82" h="121">
                <a:moveTo>
                  <a:pt x="182" y="6"/>
                </a:moveTo>
                <a:cubicBezTo>
                  <a:pt x="182" y="115"/>
                  <a:pt x="182" y="115"/>
                  <a:pt x="182" y="115"/>
                </a:cubicBezTo>
                <a:cubicBezTo>
                  <a:pt x="182" y="117"/>
                  <a:pt x="181" y="118"/>
                  <a:pt x="180" y="120"/>
                </a:cubicBezTo>
                <a:cubicBezTo>
                  <a:pt x="179" y="121"/>
                  <a:pt x="177" y="121"/>
                  <a:pt x="176" y="121"/>
                </a:cubicBezTo>
                <a:cubicBezTo>
                  <a:pt x="6" y="121"/>
                  <a:pt x="6" y="121"/>
                  <a:pt x="6" y="121"/>
                </a:cubicBezTo>
                <a:cubicBezTo>
                  <a:pt x="5" y="121"/>
                  <a:pt x="3" y="121"/>
                  <a:pt x="2" y="120"/>
                </a:cubicBezTo>
                <a:cubicBezTo>
                  <a:pt x="1" y="118"/>
                  <a:pt x="0" y="117"/>
                  <a:pt x="0" y="115"/>
                </a:cubicBezTo>
                <a:cubicBezTo>
                  <a:pt x="0" y="6"/>
                  <a:pt x="0" y="6"/>
                  <a:pt x="0" y="6"/>
                </a:cubicBezTo>
                <a:cubicBezTo>
                  <a:pt x="0" y="5"/>
                  <a:pt x="1" y="3"/>
                  <a:pt x="2" y="2"/>
                </a:cubicBezTo>
                <a:cubicBezTo>
                  <a:pt x="3" y="1"/>
                  <a:pt x="5" y="0"/>
                  <a:pt x="6" y="0"/>
                </a:cubicBezTo>
                <a:cubicBezTo>
                  <a:pt x="176" y="0"/>
                  <a:pt x="176" y="0"/>
                  <a:pt x="176" y="0"/>
                </a:cubicBezTo>
                <a:cubicBezTo>
                  <a:pt x="177" y="0"/>
                  <a:pt x="179" y="1"/>
                  <a:pt x="180" y="2"/>
                </a:cubicBezTo>
                <a:cubicBezTo>
                  <a:pt x="181" y="3"/>
                  <a:pt x="182" y="5"/>
                  <a:pt x="182" y="6"/>
                </a:cubicBezTo>
                <a:close/>
                <a:moveTo>
                  <a:pt x="170" y="85"/>
                </a:moveTo>
                <a:cubicBezTo>
                  <a:pt x="170" y="37"/>
                  <a:pt x="170" y="37"/>
                  <a:pt x="170" y="37"/>
                </a:cubicBezTo>
                <a:cubicBezTo>
                  <a:pt x="163" y="37"/>
                  <a:pt x="157" y="34"/>
                  <a:pt x="153" y="30"/>
                </a:cubicBezTo>
                <a:cubicBezTo>
                  <a:pt x="148" y="25"/>
                  <a:pt x="146" y="19"/>
                  <a:pt x="146" y="13"/>
                </a:cubicBezTo>
                <a:cubicBezTo>
                  <a:pt x="37" y="13"/>
                  <a:pt x="37" y="13"/>
                  <a:pt x="37" y="13"/>
                </a:cubicBezTo>
                <a:cubicBezTo>
                  <a:pt x="37" y="19"/>
                  <a:pt x="34" y="25"/>
                  <a:pt x="30" y="30"/>
                </a:cubicBezTo>
                <a:cubicBezTo>
                  <a:pt x="25" y="34"/>
                  <a:pt x="19" y="37"/>
                  <a:pt x="12" y="37"/>
                </a:cubicBezTo>
                <a:cubicBezTo>
                  <a:pt x="12" y="85"/>
                  <a:pt x="12" y="85"/>
                  <a:pt x="12" y="85"/>
                </a:cubicBezTo>
                <a:cubicBezTo>
                  <a:pt x="19" y="85"/>
                  <a:pt x="25" y="88"/>
                  <a:pt x="30" y="92"/>
                </a:cubicBezTo>
                <a:cubicBezTo>
                  <a:pt x="34" y="97"/>
                  <a:pt x="37" y="103"/>
                  <a:pt x="37" y="109"/>
                </a:cubicBezTo>
                <a:cubicBezTo>
                  <a:pt x="146" y="109"/>
                  <a:pt x="146" y="109"/>
                  <a:pt x="146" y="109"/>
                </a:cubicBezTo>
                <a:cubicBezTo>
                  <a:pt x="146" y="103"/>
                  <a:pt x="148" y="97"/>
                  <a:pt x="153" y="92"/>
                </a:cubicBezTo>
                <a:cubicBezTo>
                  <a:pt x="157" y="88"/>
                  <a:pt x="163" y="85"/>
                  <a:pt x="170" y="85"/>
                </a:cubicBezTo>
                <a:close/>
                <a:moveTo>
                  <a:pt x="119" y="48"/>
                </a:moveTo>
                <a:cubicBezTo>
                  <a:pt x="121" y="52"/>
                  <a:pt x="121" y="57"/>
                  <a:pt x="121" y="61"/>
                </a:cubicBezTo>
                <a:cubicBezTo>
                  <a:pt x="121" y="65"/>
                  <a:pt x="121" y="70"/>
                  <a:pt x="119" y="74"/>
                </a:cubicBezTo>
                <a:cubicBezTo>
                  <a:pt x="118" y="79"/>
                  <a:pt x="116" y="83"/>
                  <a:pt x="114" y="87"/>
                </a:cubicBezTo>
                <a:cubicBezTo>
                  <a:pt x="111" y="91"/>
                  <a:pt x="108" y="94"/>
                  <a:pt x="104" y="97"/>
                </a:cubicBezTo>
                <a:cubicBezTo>
                  <a:pt x="100" y="99"/>
                  <a:pt x="96" y="100"/>
                  <a:pt x="91" y="100"/>
                </a:cubicBezTo>
                <a:cubicBezTo>
                  <a:pt x="86" y="100"/>
                  <a:pt x="82" y="99"/>
                  <a:pt x="78" y="97"/>
                </a:cubicBezTo>
                <a:cubicBezTo>
                  <a:pt x="74" y="94"/>
                  <a:pt x="71" y="91"/>
                  <a:pt x="68" y="87"/>
                </a:cubicBezTo>
                <a:cubicBezTo>
                  <a:pt x="66" y="83"/>
                  <a:pt x="64" y="79"/>
                  <a:pt x="63" y="74"/>
                </a:cubicBezTo>
                <a:cubicBezTo>
                  <a:pt x="62" y="70"/>
                  <a:pt x="61" y="65"/>
                  <a:pt x="61" y="61"/>
                </a:cubicBezTo>
                <a:cubicBezTo>
                  <a:pt x="61" y="57"/>
                  <a:pt x="62" y="52"/>
                  <a:pt x="63" y="48"/>
                </a:cubicBezTo>
                <a:cubicBezTo>
                  <a:pt x="64" y="43"/>
                  <a:pt x="66" y="39"/>
                  <a:pt x="68" y="35"/>
                </a:cubicBezTo>
                <a:cubicBezTo>
                  <a:pt x="71" y="31"/>
                  <a:pt x="74" y="28"/>
                  <a:pt x="78" y="25"/>
                </a:cubicBezTo>
                <a:cubicBezTo>
                  <a:pt x="82" y="23"/>
                  <a:pt x="86" y="22"/>
                  <a:pt x="91" y="22"/>
                </a:cubicBezTo>
                <a:cubicBezTo>
                  <a:pt x="96" y="22"/>
                  <a:pt x="100" y="23"/>
                  <a:pt x="104" y="25"/>
                </a:cubicBezTo>
                <a:cubicBezTo>
                  <a:pt x="108" y="28"/>
                  <a:pt x="111" y="31"/>
                  <a:pt x="114" y="35"/>
                </a:cubicBezTo>
                <a:cubicBezTo>
                  <a:pt x="116" y="39"/>
                  <a:pt x="118" y="43"/>
                  <a:pt x="119" y="48"/>
                </a:cubicBezTo>
                <a:close/>
                <a:moveTo>
                  <a:pt x="73" y="85"/>
                </a:moveTo>
                <a:cubicBezTo>
                  <a:pt x="109" y="85"/>
                  <a:pt x="109" y="85"/>
                  <a:pt x="109" y="85"/>
                </a:cubicBezTo>
                <a:cubicBezTo>
                  <a:pt x="109" y="76"/>
                  <a:pt x="109" y="76"/>
                  <a:pt x="109" y="76"/>
                </a:cubicBezTo>
                <a:cubicBezTo>
                  <a:pt x="97" y="76"/>
                  <a:pt x="97" y="76"/>
                  <a:pt x="97" y="76"/>
                </a:cubicBezTo>
                <a:cubicBezTo>
                  <a:pt x="97" y="34"/>
                  <a:pt x="97" y="34"/>
                  <a:pt x="97" y="34"/>
                </a:cubicBezTo>
                <a:cubicBezTo>
                  <a:pt x="86" y="34"/>
                  <a:pt x="86" y="34"/>
                  <a:pt x="86" y="34"/>
                </a:cubicBezTo>
                <a:cubicBezTo>
                  <a:pt x="72" y="47"/>
                  <a:pt x="72" y="47"/>
                  <a:pt x="72" y="47"/>
                </a:cubicBezTo>
                <a:cubicBezTo>
                  <a:pt x="80" y="54"/>
                  <a:pt x="80" y="54"/>
                  <a:pt x="80" y="54"/>
                </a:cubicBezTo>
                <a:cubicBezTo>
                  <a:pt x="82" y="52"/>
                  <a:pt x="84" y="50"/>
                  <a:pt x="85" y="49"/>
                </a:cubicBezTo>
                <a:cubicBezTo>
                  <a:pt x="85" y="49"/>
                  <a:pt x="85" y="49"/>
                  <a:pt x="85" y="49"/>
                </a:cubicBezTo>
                <a:cubicBezTo>
                  <a:pt x="85" y="76"/>
                  <a:pt x="85" y="76"/>
                  <a:pt x="85" y="76"/>
                </a:cubicBezTo>
                <a:cubicBezTo>
                  <a:pt x="73" y="76"/>
                  <a:pt x="73" y="76"/>
                  <a:pt x="73" y="76"/>
                </a:cubicBezTo>
                <a:lnTo>
                  <a:pt x="73" y="8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91" name="Freeform 193"/>
          <p:cNvSpPr>
            <a:spLocks/>
          </p:cNvSpPr>
          <p:nvPr/>
        </p:nvSpPr>
        <p:spPr bwMode="auto">
          <a:xfrm>
            <a:off x="10488430" y="3179392"/>
            <a:ext cx="138311" cy="77800"/>
          </a:xfrm>
          <a:custGeom>
            <a:avLst/>
            <a:gdLst>
              <a:gd name="T0" fmla="*/ 95 w 96"/>
              <a:gd name="T1" fmla="*/ 2 h 54"/>
              <a:gd name="T2" fmla="*/ 96 w 96"/>
              <a:gd name="T3" fmla="*/ 6 h 54"/>
              <a:gd name="T4" fmla="*/ 95 w 96"/>
              <a:gd name="T5" fmla="*/ 10 h 54"/>
              <a:gd name="T6" fmla="*/ 52 w 96"/>
              <a:gd name="T7" fmla="*/ 52 h 54"/>
              <a:gd name="T8" fmla="*/ 48 w 96"/>
              <a:gd name="T9" fmla="*/ 54 h 54"/>
              <a:gd name="T10" fmla="*/ 44 w 96"/>
              <a:gd name="T11" fmla="*/ 52 h 54"/>
              <a:gd name="T12" fmla="*/ 1 w 96"/>
              <a:gd name="T13" fmla="*/ 10 h 54"/>
              <a:gd name="T14" fmla="*/ 0 w 96"/>
              <a:gd name="T15" fmla="*/ 6 h 54"/>
              <a:gd name="T16" fmla="*/ 1 w 96"/>
              <a:gd name="T17" fmla="*/ 2 h 54"/>
              <a:gd name="T18" fmla="*/ 6 w 96"/>
              <a:gd name="T19" fmla="*/ 0 h 54"/>
              <a:gd name="T20" fmla="*/ 90 w 96"/>
              <a:gd name="T21" fmla="*/ 0 h 54"/>
              <a:gd name="T22" fmla="*/ 95 w 96"/>
              <a:gd name="T23" fmla="*/ 2 h 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96" h="54">
                <a:moveTo>
                  <a:pt x="95" y="2"/>
                </a:moveTo>
                <a:cubicBezTo>
                  <a:pt x="96" y="3"/>
                  <a:pt x="96" y="4"/>
                  <a:pt x="96" y="6"/>
                </a:cubicBezTo>
                <a:cubicBezTo>
                  <a:pt x="96" y="7"/>
                  <a:pt x="96" y="9"/>
                  <a:pt x="95" y="10"/>
                </a:cubicBezTo>
                <a:cubicBezTo>
                  <a:pt x="52" y="52"/>
                  <a:pt x="52" y="52"/>
                  <a:pt x="52" y="52"/>
                </a:cubicBezTo>
                <a:cubicBezTo>
                  <a:pt x="51" y="54"/>
                  <a:pt x="50" y="54"/>
                  <a:pt x="48" y="54"/>
                </a:cubicBezTo>
                <a:cubicBezTo>
                  <a:pt x="46" y="54"/>
                  <a:pt x="45" y="54"/>
                  <a:pt x="44" y="52"/>
                </a:cubicBezTo>
                <a:cubicBezTo>
                  <a:pt x="1" y="10"/>
                  <a:pt x="1" y="10"/>
                  <a:pt x="1" y="10"/>
                </a:cubicBezTo>
                <a:cubicBezTo>
                  <a:pt x="0" y="9"/>
                  <a:pt x="0" y="7"/>
                  <a:pt x="0" y="6"/>
                </a:cubicBezTo>
                <a:cubicBezTo>
                  <a:pt x="0" y="4"/>
                  <a:pt x="0" y="3"/>
                  <a:pt x="1" y="2"/>
                </a:cubicBezTo>
                <a:cubicBezTo>
                  <a:pt x="3" y="0"/>
                  <a:pt x="4" y="0"/>
                  <a:pt x="6" y="0"/>
                </a:cubicBezTo>
                <a:cubicBezTo>
                  <a:pt x="90" y="0"/>
                  <a:pt x="90" y="0"/>
                  <a:pt x="90" y="0"/>
                </a:cubicBezTo>
                <a:cubicBezTo>
                  <a:pt x="92" y="0"/>
                  <a:pt x="93" y="0"/>
                  <a:pt x="95" y="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92" name="Freeform 194"/>
          <p:cNvSpPr>
            <a:spLocks/>
          </p:cNvSpPr>
          <p:nvPr/>
        </p:nvSpPr>
        <p:spPr bwMode="auto">
          <a:xfrm>
            <a:off x="10685090" y="3188037"/>
            <a:ext cx="138311" cy="77800"/>
          </a:xfrm>
          <a:custGeom>
            <a:avLst/>
            <a:gdLst>
              <a:gd name="T0" fmla="*/ 97 w 97"/>
              <a:gd name="T1" fmla="*/ 48 h 54"/>
              <a:gd name="T2" fmla="*/ 95 w 97"/>
              <a:gd name="T3" fmla="*/ 52 h 54"/>
              <a:gd name="T4" fmla="*/ 91 w 97"/>
              <a:gd name="T5" fmla="*/ 54 h 54"/>
              <a:gd name="T6" fmla="*/ 6 w 97"/>
              <a:gd name="T7" fmla="*/ 54 h 54"/>
              <a:gd name="T8" fmla="*/ 2 w 97"/>
              <a:gd name="T9" fmla="*/ 52 h 54"/>
              <a:gd name="T10" fmla="*/ 0 w 97"/>
              <a:gd name="T11" fmla="*/ 48 h 54"/>
              <a:gd name="T12" fmla="*/ 2 w 97"/>
              <a:gd name="T13" fmla="*/ 44 h 54"/>
              <a:gd name="T14" fmla="*/ 44 w 97"/>
              <a:gd name="T15" fmla="*/ 2 h 54"/>
              <a:gd name="T16" fmla="*/ 49 w 97"/>
              <a:gd name="T17" fmla="*/ 0 h 54"/>
              <a:gd name="T18" fmla="*/ 53 w 97"/>
              <a:gd name="T19" fmla="*/ 2 h 54"/>
              <a:gd name="T20" fmla="*/ 95 w 97"/>
              <a:gd name="T21" fmla="*/ 44 h 54"/>
              <a:gd name="T22" fmla="*/ 97 w 97"/>
              <a:gd name="T23" fmla="*/ 48 h 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97" h="54">
                <a:moveTo>
                  <a:pt x="97" y="48"/>
                </a:moveTo>
                <a:cubicBezTo>
                  <a:pt x="97" y="50"/>
                  <a:pt x="96" y="51"/>
                  <a:pt x="95" y="52"/>
                </a:cubicBezTo>
                <a:cubicBezTo>
                  <a:pt x="94" y="54"/>
                  <a:pt x="93" y="54"/>
                  <a:pt x="91" y="54"/>
                </a:cubicBezTo>
                <a:cubicBezTo>
                  <a:pt x="6" y="54"/>
                  <a:pt x="6" y="54"/>
                  <a:pt x="6" y="54"/>
                </a:cubicBezTo>
                <a:cubicBezTo>
                  <a:pt x="5" y="54"/>
                  <a:pt x="3" y="54"/>
                  <a:pt x="2" y="52"/>
                </a:cubicBezTo>
                <a:cubicBezTo>
                  <a:pt x="1" y="51"/>
                  <a:pt x="0" y="50"/>
                  <a:pt x="0" y="48"/>
                </a:cubicBezTo>
                <a:cubicBezTo>
                  <a:pt x="0" y="47"/>
                  <a:pt x="1" y="45"/>
                  <a:pt x="2" y="44"/>
                </a:cubicBezTo>
                <a:cubicBezTo>
                  <a:pt x="44" y="2"/>
                  <a:pt x="44" y="2"/>
                  <a:pt x="44" y="2"/>
                </a:cubicBezTo>
                <a:cubicBezTo>
                  <a:pt x="46" y="0"/>
                  <a:pt x="47" y="0"/>
                  <a:pt x="49" y="0"/>
                </a:cubicBezTo>
                <a:cubicBezTo>
                  <a:pt x="50" y="0"/>
                  <a:pt x="52" y="0"/>
                  <a:pt x="53" y="2"/>
                </a:cubicBezTo>
                <a:cubicBezTo>
                  <a:pt x="95" y="44"/>
                  <a:pt x="95" y="44"/>
                  <a:pt x="95" y="44"/>
                </a:cubicBezTo>
                <a:cubicBezTo>
                  <a:pt x="96" y="45"/>
                  <a:pt x="97" y="47"/>
                  <a:pt x="97" y="4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93" name="Freeform 195"/>
          <p:cNvSpPr>
            <a:spLocks/>
          </p:cNvSpPr>
          <p:nvPr/>
        </p:nvSpPr>
        <p:spPr bwMode="auto">
          <a:xfrm>
            <a:off x="10892554" y="3144815"/>
            <a:ext cx="75639" cy="138311"/>
          </a:xfrm>
          <a:custGeom>
            <a:avLst/>
            <a:gdLst>
              <a:gd name="T0" fmla="*/ 54 w 54"/>
              <a:gd name="T1" fmla="*/ 6 h 96"/>
              <a:gd name="T2" fmla="*/ 54 w 54"/>
              <a:gd name="T3" fmla="*/ 90 h 96"/>
              <a:gd name="T4" fmla="*/ 53 w 54"/>
              <a:gd name="T5" fmla="*/ 95 h 96"/>
              <a:gd name="T6" fmla="*/ 48 w 54"/>
              <a:gd name="T7" fmla="*/ 96 h 96"/>
              <a:gd name="T8" fmla="*/ 44 w 54"/>
              <a:gd name="T9" fmla="*/ 95 h 96"/>
              <a:gd name="T10" fmla="*/ 2 w 54"/>
              <a:gd name="T11" fmla="*/ 52 h 96"/>
              <a:gd name="T12" fmla="*/ 0 w 54"/>
              <a:gd name="T13" fmla="*/ 48 h 96"/>
              <a:gd name="T14" fmla="*/ 2 w 54"/>
              <a:gd name="T15" fmla="*/ 44 h 96"/>
              <a:gd name="T16" fmla="*/ 44 w 54"/>
              <a:gd name="T17" fmla="*/ 1 h 96"/>
              <a:gd name="T18" fmla="*/ 48 w 54"/>
              <a:gd name="T19" fmla="*/ 0 h 96"/>
              <a:gd name="T20" fmla="*/ 53 w 54"/>
              <a:gd name="T21" fmla="*/ 1 h 96"/>
              <a:gd name="T22" fmla="*/ 54 w 54"/>
              <a:gd name="T23" fmla="*/ 6 h 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54" h="96">
                <a:moveTo>
                  <a:pt x="54" y="6"/>
                </a:moveTo>
                <a:cubicBezTo>
                  <a:pt x="54" y="90"/>
                  <a:pt x="54" y="90"/>
                  <a:pt x="54" y="90"/>
                </a:cubicBezTo>
                <a:cubicBezTo>
                  <a:pt x="54" y="92"/>
                  <a:pt x="54" y="93"/>
                  <a:pt x="53" y="95"/>
                </a:cubicBezTo>
                <a:cubicBezTo>
                  <a:pt x="51" y="96"/>
                  <a:pt x="50" y="96"/>
                  <a:pt x="48" y="96"/>
                </a:cubicBezTo>
                <a:cubicBezTo>
                  <a:pt x="47" y="96"/>
                  <a:pt x="45" y="96"/>
                  <a:pt x="44" y="95"/>
                </a:cubicBezTo>
                <a:cubicBezTo>
                  <a:pt x="2" y="52"/>
                  <a:pt x="2" y="52"/>
                  <a:pt x="2" y="52"/>
                </a:cubicBezTo>
                <a:cubicBezTo>
                  <a:pt x="1" y="51"/>
                  <a:pt x="0" y="50"/>
                  <a:pt x="0" y="48"/>
                </a:cubicBezTo>
                <a:cubicBezTo>
                  <a:pt x="0" y="46"/>
                  <a:pt x="1" y="45"/>
                  <a:pt x="2" y="44"/>
                </a:cubicBezTo>
                <a:cubicBezTo>
                  <a:pt x="44" y="1"/>
                  <a:pt x="44" y="1"/>
                  <a:pt x="44" y="1"/>
                </a:cubicBezTo>
                <a:cubicBezTo>
                  <a:pt x="45" y="0"/>
                  <a:pt x="47" y="0"/>
                  <a:pt x="48" y="0"/>
                </a:cubicBezTo>
                <a:cubicBezTo>
                  <a:pt x="50" y="0"/>
                  <a:pt x="51" y="0"/>
                  <a:pt x="53" y="1"/>
                </a:cubicBezTo>
                <a:cubicBezTo>
                  <a:pt x="54" y="3"/>
                  <a:pt x="54" y="4"/>
                  <a:pt x="54" y="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94" name="Freeform 196"/>
          <p:cNvSpPr>
            <a:spLocks/>
          </p:cNvSpPr>
          <p:nvPr/>
        </p:nvSpPr>
        <p:spPr bwMode="auto">
          <a:xfrm>
            <a:off x="11028704" y="3144815"/>
            <a:ext cx="77800" cy="138311"/>
          </a:xfrm>
          <a:custGeom>
            <a:avLst/>
            <a:gdLst>
              <a:gd name="T0" fmla="*/ 55 w 55"/>
              <a:gd name="T1" fmla="*/ 48 h 96"/>
              <a:gd name="T2" fmla="*/ 53 w 55"/>
              <a:gd name="T3" fmla="*/ 52 h 96"/>
              <a:gd name="T4" fmla="*/ 10 w 55"/>
              <a:gd name="T5" fmla="*/ 95 h 96"/>
              <a:gd name="T6" fmla="*/ 6 w 55"/>
              <a:gd name="T7" fmla="*/ 96 h 96"/>
              <a:gd name="T8" fmla="*/ 2 w 55"/>
              <a:gd name="T9" fmla="*/ 95 h 96"/>
              <a:gd name="T10" fmla="*/ 0 w 55"/>
              <a:gd name="T11" fmla="*/ 90 h 96"/>
              <a:gd name="T12" fmla="*/ 0 w 55"/>
              <a:gd name="T13" fmla="*/ 6 h 96"/>
              <a:gd name="T14" fmla="*/ 2 w 55"/>
              <a:gd name="T15" fmla="*/ 1 h 96"/>
              <a:gd name="T16" fmla="*/ 6 w 55"/>
              <a:gd name="T17" fmla="*/ 0 h 96"/>
              <a:gd name="T18" fmla="*/ 10 w 55"/>
              <a:gd name="T19" fmla="*/ 1 h 96"/>
              <a:gd name="T20" fmla="*/ 53 w 55"/>
              <a:gd name="T21" fmla="*/ 44 h 96"/>
              <a:gd name="T22" fmla="*/ 55 w 55"/>
              <a:gd name="T23" fmla="*/ 48 h 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55" h="96">
                <a:moveTo>
                  <a:pt x="55" y="48"/>
                </a:moveTo>
                <a:cubicBezTo>
                  <a:pt x="55" y="50"/>
                  <a:pt x="54" y="51"/>
                  <a:pt x="53" y="52"/>
                </a:cubicBezTo>
                <a:cubicBezTo>
                  <a:pt x="10" y="95"/>
                  <a:pt x="10" y="95"/>
                  <a:pt x="10" y="95"/>
                </a:cubicBezTo>
                <a:cubicBezTo>
                  <a:pt x="9" y="96"/>
                  <a:pt x="8" y="96"/>
                  <a:pt x="6" y="96"/>
                </a:cubicBezTo>
                <a:cubicBezTo>
                  <a:pt x="5" y="96"/>
                  <a:pt x="3" y="96"/>
                  <a:pt x="2" y="95"/>
                </a:cubicBezTo>
                <a:cubicBezTo>
                  <a:pt x="1" y="93"/>
                  <a:pt x="0" y="92"/>
                  <a:pt x="0" y="90"/>
                </a:cubicBezTo>
                <a:cubicBezTo>
                  <a:pt x="0" y="6"/>
                  <a:pt x="0" y="6"/>
                  <a:pt x="0" y="6"/>
                </a:cubicBezTo>
                <a:cubicBezTo>
                  <a:pt x="0" y="4"/>
                  <a:pt x="1" y="3"/>
                  <a:pt x="2" y="1"/>
                </a:cubicBezTo>
                <a:cubicBezTo>
                  <a:pt x="3" y="0"/>
                  <a:pt x="5" y="0"/>
                  <a:pt x="6" y="0"/>
                </a:cubicBezTo>
                <a:cubicBezTo>
                  <a:pt x="8" y="0"/>
                  <a:pt x="9" y="0"/>
                  <a:pt x="10" y="1"/>
                </a:cubicBezTo>
                <a:cubicBezTo>
                  <a:pt x="53" y="44"/>
                  <a:pt x="53" y="44"/>
                  <a:pt x="53" y="44"/>
                </a:cubicBezTo>
                <a:cubicBezTo>
                  <a:pt x="54" y="45"/>
                  <a:pt x="55" y="46"/>
                  <a:pt x="55" y="4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95" name="Freeform 197"/>
          <p:cNvSpPr>
            <a:spLocks noEditPoints="1"/>
          </p:cNvSpPr>
          <p:nvPr/>
        </p:nvSpPr>
        <p:spPr bwMode="auto">
          <a:xfrm>
            <a:off x="11173496" y="3110237"/>
            <a:ext cx="224755" cy="209627"/>
          </a:xfrm>
          <a:custGeom>
            <a:avLst/>
            <a:gdLst>
              <a:gd name="T0" fmla="*/ 158 w 158"/>
              <a:gd name="T1" fmla="*/ 15 h 146"/>
              <a:gd name="T2" fmla="*/ 158 w 158"/>
              <a:gd name="T3" fmla="*/ 130 h 146"/>
              <a:gd name="T4" fmla="*/ 153 w 158"/>
              <a:gd name="T5" fmla="*/ 141 h 146"/>
              <a:gd name="T6" fmla="*/ 143 w 158"/>
              <a:gd name="T7" fmla="*/ 146 h 146"/>
              <a:gd name="T8" fmla="*/ 16 w 158"/>
              <a:gd name="T9" fmla="*/ 146 h 146"/>
              <a:gd name="T10" fmla="*/ 5 w 158"/>
              <a:gd name="T11" fmla="*/ 141 h 146"/>
              <a:gd name="T12" fmla="*/ 0 w 158"/>
              <a:gd name="T13" fmla="*/ 130 h 146"/>
              <a:gd name="T14" fmla="*/ 0 w 158"/>
              <a:gd name="T15" fmla="*/ 15 h 146"/>
              <a:gd name="T16" fmla="*/ 5 w 158"/>
              <a:gd name="T17" fmla="*/ 5 h 146"/>
              <a:gd name="T18" fmla="*/ 16 w 158"/>
              <a:gd name="T19" fmla="*/ 0 h 146"/>
              <a:gd name="T20" fmla="*/ 143 w 158"/>
              <a:gd name="T21" fmla="*/ 0 h 146"/>
              <a:gd name="T22" fmla="*/ 153 w 158"/>
              <a:gd name="T23" fmla="*/ 5 h 146"/>
              <a:gd name="T24" fmla="*/ 158 w 158"/>
              <a:gd name="T25" fmla="*/ 15 h 146"/>
              <a:gd name="T26" fmla="*/ 16 w 158"/>
              <a:gd name="T27" fmla="*/ 133 h 146"/>
              <a:gd name="T28" fmla="*/ 73 w 158"/>
              <a:gd name="T29" fmla="*/ 133 h 146"/>
              <a:gd name="T30" fmla="*/ 73 w 158"/>
              <a:gd name="T31" fmla="*/ 25 h 146"/>
              <a:gd name="T32" fmla="*/ 13 w 158"/>
              <a:gd name="T33" fmla="*/ 25 h 146"/>
              <a:gd name="T34" fmla="*/ 13 w 158"/>
              <a:gd name="T35" fmla="*/ 130 h 146"/>
              <a:gd name="T36" fmla="*/ 13 w 158"/>
              <a:gd name="T37" fmla="*/ 133 h 146"/>
              <a:gd name="T38" fmla="*/ 16 w 158"/>
              <a:gd name="T39" fmla="*/ 133 h 146"/>
              <a:gd name="T40" fmla="*/ 146 w 158"/>
              <a:gd name="T41" fmla="*/ 130 h 146"/>
              <a:gd name="T42" fmla="*/ 146 w 158"/>
              <a:gd name="T43" fmla="*/ 25 h 146"/>
              <a:gd name="T44" fmla="*/ 85 w 158"/>
              <a:gd name="T45" fmla="*/ 25 h 146"/>
              <a:gd name="T46" fmla="*/ 85 w 158"/>
              <a:gd name="T47" fmla="*/ 133 h 146"/>
              <a:gd name="T48" fmla="*/ 143 w 158"/>
              <a:gd name="T49" fmla="*/ 133 h 146"/>
              <a:gd name="T50" fmla="*/ 145 w 158"/>
              <a:gd name="T51" fmla="*/ 133 h 146"/>
              <a:gd name="T52" fmla="*/ 146 w 158"/>
              <a:gd name="T53" fmla="*/ 130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158" h="146">
                <a:moveTo>
                  <a:pt x="158" y="15"/>
                </a:moveTo>
                <a:cubicBezTo>
                  <a:pt x="158" y="130"/>
                  <a:pt x="158" y="130"/>
                  <a:pt x="158" y="130"/>
                </a:cubicBezTo>
                <a:cubicBezTo>
                  <a:pt x="158" y="135"/>
                  <a:pt x="156" y="138"/>
                  <a:pt x="153" y="141"/>
                </a:cubicBezTo>
                <a:cubicBezTo>
                  <a:pt x="150" y="144"/>
                  <a:pt x="147" y="146"/>
                  <a:pt x="143" y="146"/>
                </a:cubicBezTo>
                <a:cubicBezTo>
                  <a:pt x="16" y="146"/>
                  <a:pt x="16" y="146"/>
                  <a:pt x="16" y="146"/>
                </a:cubicBezTo>
                <a:cubicBezTo>
                  <a:pt x="11" y="146"/>
                  <a:pt x="8" y="144"/>
                  <a:pt x="5" y="141"/>
                </a:cubicBezTo>
                <a:cubicBezTo>
                  <a:pt x="2" y="138"/>
                  <a:pt x="0" y="135"/>
                  <a:pt x="0" y="130"/>
                </a:cubicBezTo>
                <a:cubicBezTo>
                  <a:pt x="0" y="15"/>
                  <a:pt x="0" y="15"/>
                  <a:pt x="0" y="15"/>
                </a:cubicBezTo>
                <a:cubicBezTo>
                  <a:pt x="0" y="11"/>
                  <a:pt x="2" y="8"/>
                  <a:pt x="5" y="5"/>
                </a:cubicBezTo>
                <a:cubicBezTo>
                  <a:pt x="8" y="2"/>
                  <a:pt x="11" y="0"/>
                  <a:pt x="16" y="0"/>
                </a:cubicBezTo>
                <a:cubicBezTo>
                  <a:pt x="143" y="0"/>
                  <a:pt x="143" y="0"/>
                  <a:pt x="143" y="0"/>
                </a:cubicBezTo>
                <a:cubicBezTo>
                  <a:pt x="147" y="0"/>
                  <a:pt x="150" y="2"/>
                  <a:pt x="153" y="5"/>
                </a:cubicBezTo>
                <a:cubicBezTo>
                  <a:pt x="156" y="8"/>
                  <a:pt x="158" y="11"/>
                  <a:pt x="158" y="15"/>
                </a:cubicBezTo>
                <a:close/>
                <a:moveTo>
                  <a:pt x="16" y="133"/>
                </a:moveTo>
                <a:cubicBezTo>
                  <a:pt x="73" y="133"/>
                  <a:pt x="73" y="133"/>
                  <a:pt x="73" y="133"/>
                </a:cubicBezTo>
                <a:cubicBezTo>
                  <a:pt x="73" y="25"/>
                  <a:pt x="73" y="25"/>
                  <a:pt x="73" y="25"/>
                </a:cubicBezTo>
                <a:cubicBezTo>
                  <a:pt x="13" y="25"/>
                  <a:pt x="13" y="25"/>
                  <a:pt x="13" y="25"/>
                </a:cubicBezTo>
                <a:cubicBezTo>
                  <a:pt x="13" y="130"/>
                  <a:pt x="13" y="130"/>
                  <a:pt x="13" y="130"/>
                </a:cubicBezTo>
                <a:cubicBezTo>
                  <a:pt x="13" y="131"/>
                  <a:pt x="13" y="132"/>
                  <a:pt x="13" y="133"/>
                </a:cubicBezTo>
                <a:cubicBezTo>
                  <a:pt x="14" y="133"/>
                  <a:pt x="15" y="133"/>
                  <a:pt x="16" y="133"/>
                </a:cubicBezTo>
                <a:close/>
                <a:moveTo>
                  <a:pt x="146" y="130"/>
                </a:moveTo>
                <a:cubicBezTo>
                  <a:pt x="146" y="25"/>
                  <a:pt x="146" y="25"/>
                  <a:pt x="146" y="25"/>
                </a:cubicBezTo>
                <a:cubicBezTo>
                  <a:pt x="85" y="25"/>
                  <a:pt x="85" y="25"/>
                  <a:pt x="85" y="25"/>
                </a:cubicBezTo>
                <a:cubicBezTo>
                  <a:pt x="85" y="133"/>
                  <a:pt x="85" y="133"/>
                  <a:pt x="85" y="133"/>
                </a:cubicBezTo>
                <a:cubicBezTo>
                  <a:pt x="143" y="133"/>
                  <a:pt x="143" y="133"/>
                  <a:pt x="143" y="133"/>
                </a:cubicBezTo>
                <a:cubicBezTo>
                  <a:pt x="144" y="133"/>
                  <a:pt x="144" y="133"/>
                  <a:pt x="145" y="133"/>
                </a:cubicBezTo>
                <a:cubicBezTo>
                  <a:pt x="145" y="132"/>
                  <a:pt x="146" y="131"/>
                  <a:pt x="146" y="13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96" name="Freeform 198"/>
          <p:cNvSpPr>
            <a:spLocks noEditPoints="1"/>
          </p:cNvSpPr>
          <p:nvPr/>
        </p:nvSpPr>
        <p:spPr bwMode="auto">
          <a:xfrm>
            <a:off x="793751" y="3546779"/>
            <a:ext cx="138311" cy="190176"/>
          </a:xfrm>
          <a:custGeom>
            <a:avLst/>
            <a:gdLst>
              <a:gd name="T0" fmla="*/ 97 w 97"/>
              <a:gd name="T1" fmla="*/ 49 h 133"/>
              <a:gd name="T2" fmla="*/ 95 w 97"/>
              <a:gd name="T3" fmla="*/ 53 h 133"/>
              <a:gd name="T4" fmla="*/ 91 w 97"/>
              <a:gd name="T5" fmla="*/ 55 h 133"/>
              <a:gd name="T6" fmla="*/ 6 w 97"/>
              <a:gd name="T7" fmla="*/ 55 h 133"/>
              <a:gd name="T8" fmla="*/ 2 w 97"/>
              <a:gd name="T9" fmla="*/ 53 h 133"/>
              <a:gd name="T10" fmla="*/ 0 w 97"/>
              <a:gd name="T11" fmla="*/ 49 h 133"/>
              <a:gd name="T12" fmla="*/ 2 w 97"/>
              <a:gd name="T13" fmla="*/ 45 h 133"/>
              <a:gd name="T14" fmla="*/ 44 w 97"/>
              <a:gd name="T15" fmla="*/ 2 h 133"/>
              <a:gd name="T16" fmla="*/ 48 w 97"/>
              <a:gd name="T17" fmla="*/ 0 h 133"/>
              <a:gd name="T18" fmla="*/ 53 w 97"/>
              <a:gd name="T19" fmla="*/ 2 h 133"/>
              <a:gd name="T20" fmla="*/ 95 w 97"/>
              <a:gd name="T21" fmla="*/ 45 h 133"/>
              <a:gd name="T22" fmla="*/ 97 w 97"/>
              <a:gd name="T23" fmla="*/ 49 h 133"/>
              <a:gd name="T24" fmla="*/ 95 w 97"/>
              <a:gd name="T25" fmla="*/ 81 h 133"/>
              <a:gd name="T26" fmla="*/ 97 w 97"/>
              <a:gd name="T27" fmla="*/ 85 h 133"/>
              <a:gd name="T28" fmla="*/ 95 w 97"/>
              <a:gd name="T29" fmla="*/ 89 h 133"/>
              <a:gd name="T30" fmla="*/ 53 w 97"/>
              <a:gd name="T31" fmla="*/ 132 h 133"/>
              <a:gd name="T32" fmla="*/ 48 w 97"/>
              <a:gd name="T33" fmla="*/ 133 h 133"/>
              <a:gd name="T34" fmla="*/ 44 w 97"/>
              <a:gd name="T35" fmla="*/ 132 h 133"/>
              <a:gd name="T36" fmla="*/ 2 w 97"/>
              <a:gd name="T37" fmla="*/ 89 h 133"/>
              <a:gd name="T38" fmla="*/ 0 w 97"/>
              <a:gd name="T39" fmla="*/ 85 h 133"/>
              <a:gd name="T40" fmla="*/ 2 w 97"/>
              <a:gd name="T41" fmla="*/ 81 h 133"/>
              <a:gd name="T42" fmla="*/ 6 w 97"/>
              <a:gd name="T43" fmla="*/ 79 h 133"/>
              <a:gd name="T44" fmla="*/ 91 w 97"/>
              <a:gd name="T45" fmla="*/ 79 h 133"/>
              <a:gd name="T46" fmla="*/ 95 w 97"/>
              <a:gd name="T47" fmla="*/ 81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97" h="133">
                <a:moveTo>
                  <a:pt x="97" y="49"/>
                </a:moveTo>
                <a:cubicBezTo>
                  <a:pt x="97" y="50"/>
                  <a:pt x="96" y="52"/>
                  <a:pt x="95" y="53"/>
                </a:cubicBezTo>
                <a:cubicBezTo>
                  <a:pt x="94" y="54"/>
                  <a:pt x="92" y="55"/>
                  <a:pt x="91" y="55"/>
                </a:cubicBezTo>
                <a:cubicBezTo>
                  <a:pt x="6" y="55"/>
                  <a:pt x="6" y="55"/>
                  <a:pt x="6" y="55"/>
                </a:cubicBezTo>
                <a:cubicBezTo>
                  <a:pt x="4" y="55"/>
                  <a:pt x="3" y="54"/>
                  <a:pt x="2" y="53"/>
                </a:cubicBezTo>
                <a:cubicBezTo>
                  <a:pt x="1" y="52"/>
                  <a:pt x="0" y="50"/>
                  <a:pt x="0" y="49"/>
                </a:cubicBezTo>
                <a:cubicBezTo>
                  <a:pt x="0" y="47"/>
                  <a:pt x="1" y="46"/>
                  <a:pt x="2" y="45"/>
                </a:cubicBezTo>
                <a:cubicBezTo>
                  <a:pt x="44" y="2"/>
                  <a:pt x="44" y="2"/>
                  <a:pt x="44" y="2"/>
                </a:cubicBezTo>
                <a:cubicBezTo>
                  <a:pt x="45" y="1"/>
                  <a:pt x="47" y="0"/>
                  <a:pt x="48" y="0"/>
                </a:cubicBezTo>
                <a:cubicBezTo>
                  <a:pt x="50" y="0"/>
                  <a:pt x="51" y="1"/>
                  <a:pt x="53" y="2"/>
                </a:cubicBezTo>
                <a:cubicBezTo>
                  <a:pt x="95" y="45"/>
                  <a:pt x="95" y="45"/>
                  <a:pt x="95" y="45"/>
                </a:cubicBezTo>
                <a:cubicBezTo>
                  <a:pt x="96" y="46"/>
                  <a:pt x="97" y="47"/>
                  <a:pt x="97" y="49"/>
                </a:cubicBezTo>
                <a:close/>
                <a:moveTo>
                  <a:pt x="95" y="81"/>
                </a:moveTo>
                <a:cubicBezTo>
                  <a:pt x="96" y="82"/>
                  <a:pt x="97" y="83"/>
                  <a:pt x="97" y="85"/>
                </a:cubicBezTo>
                <a:cubicBezTo>
                  <a:pt x="97" y="87"/>
                  <a:pt x="96" y="88"/>
                  <a:pt x="95" y="89"/>
                </a:cubicBezTo>
                <a:cubicBezTo>
                  <a:pt x="53" y="132"/>
                  <a:pt x="53" y="132"/>
                  <a:pt x="53" y="132"/>
                </a:cubicBezTo>
                <a:cubicBezTo>
                  <a:pt x="51" y="133"/>
                  <a:pt x="50" y="133"/>
                  <a:pt x="48" y="133"/>
                </a:cubicBezTo>
                <a:cubicBezTo>
                  <a:pt x="47" y="133"/>
                  <a:pt x="45" y="133"/>
                  <a:pt x="44" y="132"/>
                </a:cubicBezTo>
                <a:cubicBezTo>
                  <a:pt x="2" y="89"/>
                  <a:pt x="2" y="89"/>
                  <a:pt x="2" y="89"/>
                </a:cubicBezTo>
                <a:cubicBezTo>
                  <a:pt x="1" y="88"/>
                  <a:pt x="0" y="87"/>
                  <a:pt x="0" y="85"/>
                </a:cubicBezTo>
                <a:cubicBezTo>
                  <a:pt x="0" y="83"/>
                  <a:pt x="1" y="82"/>
                  <a:pt x="2" y="81"/>
                </a:cubicBezTo>
                <a:cubicBezTo>
                  <a:pt x="3" y="80"/>
                  <a:pt x="4" y="79"/>
                  <a:pt x="6" y="79"/>
                </a:cubicBezTo>
                <a:cubicBezTo>
                  <a:pt x="91" y="79"/>
                  <a:pt x="91" y="79"/>
                  <a:pt x="91" y="79"/>
                </a:cubicBezTo>
                <a:cubicBezTo>
                  <a:pt x="92" y="79"/>
                  <a:pt x="94" y="80"/>
                  <a:pt x="95" y="8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97" name="Freeform 199"/>
          <p:cNvSpPr>
            <a:spLocks/>
          </p:cNvSpPr>
          <p:nvPr/>
        </p:nvSpPr>
        <p:spPr bwMode="auto">
          <a:xfrm>
            <a:off x="996894" y="3661318"/>
            <a:ext cx="138311" cy="75639"/>
          </a:xfrm>
          <a:custGeom>
            <a:avLst/>
            <a:gdLst>
              <a:gd name="T0" fmla="*/ 96 w 97"/>
              <a:gd name="T1" fmla="*/ 2 h 54"/>
              <a:gd name="T2" fmla="*/ 97 w 97"/>
              <a:gd name="T3" fmla="*/ 6 h 54"/>
              <a:gd name="T4" fmla="*/ 96 w 97"/>
              <a:gd name="T5" fmla="*/ 10 h 54"/>
              <a:gd name="T6" fmla="*/ 53 w 97"/>
              <a:gd name="T7" fmla="*/ 53 h 54"/>
              <a:gd name="T8" fmla="*/ 49 w 97"/>
              <a:gd name="T9" fmla="*/ 54 h 54"/>
              <a:gd name="T10" fmla="*/ 45 w 97"/>
              <a:gd name="T11" fmla="*/ 53 h 54"/>
              <a:gd name="T12" fmla="*/ 2 w 97"/>
              <a:gd name="T13" fmla="*/ 10 h 54"/>
              <a:gd name="T14" fmla="*/ 0 w 97"/>
              <a:gd name="T15" fmla="*/ 6 h 54"/>
              <a:gd name="T16" fmla="*/ 2 w 97"/>
              <a:gd name="T17" fmla="*/ 2 h 54"/>
              <a:gd name="T18" fmla="*/ 7 w 97"/>
              <a:gd name="T19" fmla="*/ 0 h 54"/>
              <a:gd name="T20" fmla="*/ 91 w 97"/>
              <a:gd name="T21" fmla="*/ 0 h 54"/>
              <a:gd name="T22" fmla="*/ 96 w 97"/>
              <a:gd name="T23" fmla="*/ 2 h 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97" h="54">
                <a:moveTo>
                  <a:pt x="96" y="2"/>
                </a:moveTo>
                <a:cubicBezTo>
                  <a:pt x="97" y="3"/>
                  <a:pt x="97" y="4"/>
                  <a:pt x="97" y="6"/>
                </a:cubicBezTo>
                <a:cubicBezTo>
                  <a:pt x="97" y="8"/>
                  <a:pt x="97" y="9"/>
                  <a:pt x="96" y="10"/>
                </a:cubicBezTo>
                <a:cubicBezTo>
                  <a:pt x="53" y="53"/>
                  <a:pt x="53" y="53"/>
                  <a:pt x="53" y="53"/>
                </a:cubicBezTo>
                <a:cubicBezTo>
                  <a:pt x="52" y="54"/>
                  <a:pt x="51" y="54"/>
                  <a:pt x="49" y="54"/>
                </a:cubicBezTo>
                <a:cubicBezTo>
                  <a:pt x="47" y="54"/>
                  <a:pt x="46" y="54"/>
                  <a:pt x="45" y="53"/>
                </a:cubicBezTo>
                <a:cubicBezTo>
                  <a:pt x="2" y="10"/>
                  <a:pt x="2" y="10"/>
                  <a:pt x="2" y="10"/>
                </a:cubicBezTo>
                <a:cubicBezTo>
                  <a:pt x="1" y="9"/>
                  <a:pt x="0" y="8"/>
                  <a:pt x="0" y="6"/>
                </a:cubicBezTo>
                <a:cubicBezTo>
                  <a:pt x="0" y="4"/>
                  <a:pt x="1" y="3"/>
                  <a:pt x="2" y="2"/>
                </a:cubicBezTo>
                <a:cubicBezTo>
                  <a:pt x="3" y="1"/>
                  <a:pt x="5" y="0"/>
                  <a:pt x="7" y="0"/>
                </a:cubicBezTo>
                <a:cubicBezTo>
                  <a:pt x="91" y="0"/>
                  <a:pt x="91" y="0"/>
                  <a:pt x="91" y="0"/>
                </a:cubicBezTo>
                <a:cubicBezTo>
                  <a:pt x="93" y="0"/>
                  <a:pt x="94" y="1"/>
                  <a:pt x="96" y="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98" name="Freeform 200"/>
          <p:cNvSpPr>
            <a:spLocks/>
          </p:cNvSpPr>
          <p:nvPr/>
        </p:nvSpPr>
        <p:spPr bwMode="auto">
          <a:xfrm>
            <a:off x="1200038" y="3546779"/>
            <a:ext cx="138311" cy="79960"/>
          </a:xfrm>
          <a:custGeom>
            <a:avLst/>
            <a:gdLst>
              <a:gd name="T0" fmla="*/ 97 w 97"/>
              <a:gd name="T1" fmla="*/ 49 h 55"/>
              <a:gd name="T2" fmla="*/ 95 w 97"/>
              <a:gd name="T3" fmla="*/ 53 h 55"/>
              <a:gd name="T4" fmla="*/ 91 w 97"/>
              <a:gd name="T5" fmla="*/ 55 h 55"/>
              <a:gd name="T6" fmla="*/ 6 w 97"/>
              <a:gd name="T7" fmla="*/ 55 h 55"/>
              <a:gd name="T8" fmla="*/ 2 w 97"/>
              <a:gd name="T9" fmla="*/ 53 h 55"/>
              <a:gd name="T10" fmla="*/ 0 w 97"/>
              <a:gd name="T11" fmla="*/ 49 h 55"/>
              <a:gd name="T12" fmla="*/ 2 w 97"/>
              <a:gd name="T13" fmla="*/ 45 h 55"/>
              <a:gd name="T14" fmla="*/ 44 w 97"/>
              <a:gd name="T15" fmla="*/ 2 h 55"/>
              <a:gd name="T16" fmla="*/ 48 w 97"/>
              <a:gd name="T17" fmla="*/ 0 h 55"/>
              <a:gd name="T18" fmla="*/ 53 w 97"/>
              <a:gd name="T19" fmla="*/ 2 h 55"/>
              <a:gd name="T20" fmla="*/ 95 w 97"/>
              <a:gd name="T21" fmla="*/ 45 h 55"/>
              <a:gd name="T22" fmla="*/ 97 w 97"/>
              <a:gd name="T23" fmla="*/ 49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97" h="55">
                <a:moveTo>
                  <a:pt x="97" y="49"/>
                </a:moveTo>
                <a:cubicBezTo>
                  <a:pt x="97" y="50"/>
                  <a:pt x="96" y="52"/>
                  <a:pt x="95" y="53"/>
                </a:cubicBezTo>
                <a:cubicBezTo>
                  <a:pt x="94" y="54"/>
                  <a:pt x="92" y="55"/>
                  <a:pt x="91" y="55"/>
                </a:cubicBezTo>
                <a:cubicBezTo>
                  <a:pt x="6" y="55"/>
                  <a:pt x="6" y="55"/>
                  <a:pt x="6" y="55"/>
                </a:cubicBezTo>
                <a:cubicBezTo>
                  <a:pt x="4" y="55"/>
                  <a:pt x="3" y="54"/>
                  <a:pt x="2" y="53"/>
                </a:cubicBezTo>
                <a:cubicBezTo>
                  <a:pt x="1" y="52"/>
                  <a:pt x="0" y="50"/>
                  <a:pt x="0" y="49"/>
                </a:cubicBezTo>
                <a:cubicBezTo>
                  <a:pt x="0" y="47"/>
                  <a:pt x="1" y="46"/>
                  <a:pt x="2" y="45"/>
                </a:cubicBezTo>
                <a:cubicBezTo>
                  <a:pt x="44" y="2"/>
                  <a:pt x="44" y="2"/>
                  <a:pt x="44" y="2"/>
                </a:cubicBezTo>
                <a:cubicBezTo>
                  <a:pt x="45" y="1"/>
                  <a:pt x="47" y="0"/>
                  <a:pt x="48" y="0"/>
                </a:cubicBezTo>
                <a:cubicBezTo>
                  <a:pt x="50" y="0"/>
                  <a:pt x="52" y="1"/>
                  <a:pt x="53" y="2"/>
                </a:cubicBezTo>
                <a:cubicBezTo>
                  <a:pt x="95" y="45"/>
                  <a:pt x="95" y="45"/>
                  <a:pt x="95" y="45"/>
                </a:cubicBezTo>
                <a:cubicBezTo>
                  <a:pt x="96" y="46"/>
                  <a:pt x="97" y="47"/>
                  <a:pt x="97" y="4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99" name="Freeform 201"/>
          <p:cNvSpPr>
            <a:spLocks noEditPoints="1"/>
          </p:cNvSpPr>
          <p:nvPr/>
        </p:nvSpPr>
        <p:spPr bwMode="auto">
          <a:xfrm>
            <a:off x="1403179" y="3555425"/>
            <a:ext cx="242043" cy="192337"/>
          </a:xfrm>
          <a:custGeom>
            <a:avLst/>
            <a:gdLst>
              <a:gd name="T0" fmla="*/ 169 w 169"/>
              <a:gd name="T1" fmla="*/ 16 h 134"/>
              <a:gd name="T2" fmla="*/ 164 w 169"/>
              <a:gd name="T3" fmla="*/ 30 h 134"/>
              <a:gd name="T4" fmla="*/ 153 w 169"/>
              <a:gd name="T5" fmla="*/ 41 h 134"/>
              <a:gd name="T6" fmla="*/ 109 w 169"/>
              <a:gd name="T7" fmla="*/ 72 h 134"/>
              <a:gd name="T8" fmla="*/ 105 w 169"/>
              <a:gd name="T9" fmla="*/ 75 h 134"/>
              <a:gd name="T10" fmla="*/ 99 w 169"/>
              <a:gd name="T11" fmla="*/ 79 h 134"/>
              <a:gd name="T12" fmla="*/ 95 w 169"/>
              <a:gd name="T13" fmla="*/ 82 h 134"/>
              <a:gd name="T14" fmla="*/ 89 w 169"/>
              <a:gd name="T15" fmla="*/ 84 h 134"/>
              <a:gd name="T16" fmla="*/ 84 w 169"/>
              <a:gd name="T17" fmla="*/ 85 h 134"/>
              <a:gd name="T18" fmla="*/ 84 w 169"/>
              <a:gd name="T19" fmla="*/ 85 h 134"/>
              <a:gd name="T20" fmla="*/ 84 w 169"/>
              <a:gd name="T21" fmla="*/ 85 h 134"/>
              <a:gd name="T22" fmla="*/ 79 w 169"/>
              <a:gd name="T23" fmla="*/ 84 h 134"/>
              <a:gd name="T24" fmla="*/ 74 w 169"/>
              <a:gd name="T25" fmla="*/ 82 h 134"/>
              <a:gd name="T26" fmla="*/ 69 w 169"/>
              <a:gd name="T27" fmla="*/ 79 h 134"/>
              <a:gd name="T28" fmla="*/ 64 w 169"/>
              <a:gd name="T29" fmla="*/ 75 h 134"/>
              <a:gd name="T30" fmla="*/ 60 w 169"/>
              <a:gd name="T31" fmla="*/ 72 h 134"/>
              <a:gd name="T32" fmla="*/ 35 w 169"/>
              <a:gd name="T33" fmla="*/ 55 h 134"/>
              <a:gd name="T34" fmla="*/ 16 w 169"/>
              <a:gd name="T35" fmla="*/ 41 h 134"/>
              <a:gd name="T36" fmla="*/ 5 w 169"/>
              <a:gd name="T37" fmla="*/ 31 h 134"/>
              <a:gd name="T38" fmla="*/ 0 w 169"/>
              <a:gd name="T39" fmla="*/ 18 h 134"/>
              <a:gd name="T40" fmla="*/ 4 w 169"/>
              <a:gd name="T41" fmla="*/ 5 h 134"/>
              <a:gd name="T42" fmla="*/ 15 w 169"/>
              <a:gd name="T43" fmla="*/ 0 h 134"/>
              <a:gd name="T44" fmla="*/ 154 w 169"/>
              <a:gd name="T45" fmla="*/ 0 h 134"/>
              <a:gd name="T46" fmla="*/ 165 w 169"/>
              <a:gd name="T47" fmla="*/ 5 h 134"/>
              <a:gd name="T48" fmla="*/ 169 w 169"/>
              <a:gd name="T49" fmla="*/ 16 h 134"/>
              <a:gd name="T50" fmla="*/ 169 w 169"/>
              <a:gd name="T51" fmla="*/ 43 h 134"/>
              <a:gd name="T52" fmla="*/ 169 w 169"/>
              <a:gd name="T53" fmla="*/ 118 h 134"/>
              <a:gd name="T54" fmla="*/ 165 w 169"/>
              <a:gd name="T55" fmla="*/ 129 h 134"/>
              <a:gd name="T56" fmla="*/ 154 w 169"/>
              <a:gd name="T57" fmla="*/ 134 h 134"/>
              <a:gd name="T58" fmla="*/ 15 w 169"/>
              <a:gd name="T59" fmla="*/ 134 h 134"/>
              <a:gd name="T60" fmla="*/ 4 w 169"/>
              <a:gd name="T61" fmla="*/ 129 h 134"/>
              <a:gd name="T62" fmla="*/ 0 w 169"/>
              <a:gd name="T63" fmla="*/ 118 h 134"/>
              <a:gd name="T64" fmla="*/ 0 w 169"/>
              <a:gd name="T65" fmla="*/ 43 h 134"/>
              <a:gd name="T66" fmla="*/ 9 w 169"/>
              <a:gd name="T67" fmla="*/ 52 h 134"/>
              <a:gd name="T68" fmla="*/ 56 w 169"/>
              <a:gd name="T69" fmla="*/ 84 h 134"/>
              <a:gd name="T70" fmla="*/ 65 w 169"/>
              <a:gd name="T71" fmla="*/ 90 h 134"/>
              <a:gd name="T72" fmla="*/ 74 w 169"/>
              <a:gd name="T73" fmla="*/ 95 h 134"/>
              <a:gd name="T74" fmla="*/ 84 w 169"/>
              <a:gd name="T75" fmla="*/ 97 h 134"/>
              <a:gd name="T76" fmla="*/ 84 w 169"/>
              <a:gd name="T77" fmla="*/ 97 h 134"/>
              <a:gd name="T78" fmla="*/ 84 w 169"/>
              <a:gd name="T79" fmla="*/ 97 h 134"/>
              <a:gd name="T80" fmla="*/ 95 w 169"/>
              <a:gd name="T81" fmla="*/ 95 h 134"/>
              <a:gd name="T82" fmla="*/ 104 w 169"/>
              <a:gd name="T83" fmla="*/ 90 h 134"/>
              <a:gd name="T84" fmla="*/ 112 w 169"/>
              <a:gd name="T85" fmla="*/ 84 h 134"/>
              <a:gd name="T86" fmla="*/ 160 w 169"/>
              <a:gd name="T87" fmla="*/ 52 h 134"/>
              <a:gd name="T88" fmla="*/ 169 w 169"/>
              <a:gd name="T89" fmla="*/ 43 h 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69" h="134">
                <a:moveTo>
                  <a:pt x="169" y="16"/>
                </a:moveTo>
                <a:cubicBezTo>
                  <a:pt x="169" y="21"/>
                  <a:pt x="167" y="25"/>
                  <a:pt x="164" y="30"/>
                </a:cubicBezTo>
                <a:cubicBezTo>
                  <a:pt x="161" y="34"/>
                  <a:pt x="157" y="38"/>
                  <a:pt x="153" y="41"/>
                </a:cubicBezTo>
                <a:cubicBezTo>
                  <a:pt x="129" y="58"/>
                  <a:pt x="114" y="68"/>
                  <a:pt x="109" y="72"/>
                </a:cubicBezTo>
                <a:cubicBezTo>
                  <a:pt x="108" y="73"/>
                  <a:pt x="107" y="74"/>
                  <a:pt x="105" y="75"/>
                </a:cubicBezTo>
                <a:cubicBezTo>
                  <a:pt x="103" y="77"/>
                  <a:pt x="101" y="78"/>
                  <a:pt x="99" y="79"/>
                </a:cubicBezTo>
                <a:cubicBezTo>
                  <a:pt x="98" y="80"/>
                  <a:pt x="96" y="81"/>
                  <a:pt x="95" y="82"/>
                </a:cubicBezTo>
                <a:cubicBezTo>
                  <a:pt x="93" y="83"/>
                  <a:pt x="91" y="84"/>
                  <a:pt x="89" y="84"/>
                </a:cubicBezTo>
                <a:cubicBezTo>
                  <a:pt x="87" y="85"/>
                  <a:pt x="86" y="85"/>
                  <a:pt x="84" y="85"/>
                </a:cubicBezTo>
                <a:cubicBezTo>
                  <a:pt x="84" y="85"/>
                  <a:pt x="84" y="85"/>
                  <a:pt x="84" y="85"/>
                </a:cubicBezTo>
                <a:cubicBezTo>
                  <a:pt x="84" y="85"/>
                  <a:pt x="84" y="85"/>
                  <a:pt x="84" y="85"/>
                </a:cubicBezTo>
                <a:cubicBezTo>
                  <a:pt x="83" y="85"/>
                  <a:pt x="81" y="85"/>
                  <a:pt x="79" y="84"/>
                </a:cubicBezTo>
                <a:cubicBezTo>
                  <a:pt x="78" y="84"/>
                  <a:pt x="76" y="83"/>
                  <a:pt x="74" y="82"/>
                </a:cubicBezTo>
                <a:cubicBezTo>
                  <a:pt x="72" y="81"/>
                  <a:pt x="70" y="80"/>
                  <a:pt x="69" y="79"/>
                </a:cubicBezTo>
                <a:cubicBezTo>
                  <a:pt x="68" y="78"/>
                  <a:pt x="66" y="77"/>
                  <a:pt x="64" y="75"/>
                </a:cubicBezTo>
                <a:cubicBezTo>
                  <a:pt x="62" y="74"/>
                  <a:pt x="61" y="73"/>
                  <a:pt x="60" y="72"/>
                </a:cubicBezTo>
                <a:cubicBezTo>
                  <a:pt x="54" y="68"/>
                  <a:pt x="46" y="62"/>
                  <a:pt x="35" y="55"/>
                </a:cubicBezTo>
                <a:cubicBezTo>
                  <a:pt x="24" y="47"/>
                  <a:pt x="18" y="43"/>
                  <a:pt x="16" y="41"/>
                </a:cubicBezTo>
                <a:cubicBezTo>
                  <a:pt x="12" y="39"/>
                  <a:pt x="8" y="35"/>
                  <a:pt x="5" y="31"/>
                </a:cubicBezTo>
                <a:cubicBezTo>
                  <a:pt x="1" y="26"/>
                  <a:pt x="0" y="22"/>
                  <a:pt x="0" y="18"/>
                </a:cubicBezTo>
                <a:cubicBezTo>
                  <a:pt x="0" y="13"/>
                  <a:pt x="1" y="9"/>
                  <a:pt x="4" y="5"/>
                </a:cubicBezTo>
                <a:cubicBezTo>
                  <a:pt x="6" y="2"/>
                  <a:pt x="10" y="0"/>
                  <a:pt x="15" y="0"/>
                </a:cubicBezTo>
                <a:cubicBezTo>
                  <a:pt x="154" y="0"/>
                  <a:pt x="154" y="0"/>
                  <a:pt x="154" y="0"/>
                </a:cubicBezTo>
                <a:cubicBezTo>
                  <a:pt x="158" y="0"/>
                  <a:pt x="162" y="2"/>
                  <a:pt x="165" y="5"/>
                </a:cubicBezTo>
                <a:cubicBezTo>
                  <a:pt x="168" y="8"/>
                  <a:pt x="169" y="11"/>
                  <a:pt x="169" y="16"/>
                </a:cubicBezTo>
                <a:close/>
                <a:moveTo>
                  <a:pt x="169" y="43"/>
                </a:moveTo>
                <a:cubicBezTo>
                  <a:pt x="169" y="118"/>
                  <a:pt x="169" y="118"/>
                  <a:pt x="169" y="118"/>
                </a:cubicBezTo>
                <a:cubicBezTo>
                  <a:pt x="169" y="123"/>
                  <a:pt x="168" y="126"/>
                  <a:pt x="165" y="129"/>
                </a:cubicBezTo>
                <a:cubicBezTo>
                  <a:pt x="162" y="132"/>
                  <a:pt x="158" y="134"/>
                  <a:pt x="154" y="134"/>
                </a:cubicBezTo>
                <a:cubicBezTo>
                  <a:pt x="15" y="134"/>
                  <a:pt x="15" y="134"/>
                  <a:pt x="15" y="134"/>
                </a:cubicBezTo>
                <a:cubicBezTo>
                  <a:pt x="11" y="134"/>
                  <a:pt x="7" y="132"/>
                  <a:pt x="4" y="129"/>
                </a:cubicBezTo>
                <a:cubicBezTo>
                  <a:pt x="1" y="126"/>
                  <a:pt x="0" y="123"/>
                  <a:pt x="0" y="118"/>
                </a:cubicBezTo>
                <a:cubicBezTo>
                  <a:pt x="0" y="43"/>
                  <a:pt x="0" y="43"/>
                  <a:pt x="0" y="43"/>
                </a:cubicBezTo>
                <a:cubicBezTo>
                  <a:pt x="2" y="46"/>
                  <a:pt x="6" y="49"/>
                  <a:pt x="9" y="52"/>
                </a:cubicBezTo>
                <a:cubicBezTo>
                  <a:pt x="32" y="67"/>
                  <a:pt x="48" y="78"/>
                  <a:pt x="56" y="84"/>
                </a:cubicBezTo>
                <a:cubicBezTo>
                  <a:pt x="60" y="87"/>
                  <a:pt x="63" y="89"/>
                  <a:pt x="65" y="90"/>
                </a:cubicBezTo>
                <a:cubicBezTo>
                  <a:pt x="67" y="92"/>
                  <a:pt x="70" y="93"/>
                  <a:pt x="74" y="95"/>
                </a:cubicBezTo>
                <a:cubicBezTo>
                  <a:pt x="78" y="96"/>
                  <a:pt x="81" y="97"/>
                  <a:pt x="84" y="97"/>
                </a:cubicBezTo>
                <a:cubicBezTo>
                  <a:pt x="84" y="97"/>
                  <a:pt x="84" y="97"/>
                  <a:pt x="84" y="97"/>
                </a:cubicBezTo>
                <a:cubicBezTo>
                  <a:pt x="84" y="97"/>
                  <a:pt x="84" y="97"/>
                  <a:pt x="84" y="97"/>
                </a:cubicBezTo>
                <a:cubicBezTo>
                  <a:pt x="88" y="97"/>
                  <a:pt x="91" y="96"/>
                  <a:pt x="95" y="95"/>
                </a:cubicBezTo>
                <a:cubicBezTo>
                  <a:pt x="99" y="93"/>
                  <a:pt x="102" y="92"/>
                  <a:pt x="104" y="90"/>
                </a:cubicBezTo>
                <a:cubicBezTo>
                  <a:pt x="106" y="89"/>
                  <a:pt x="109" y="87"/>
                  <a:pt x="112" y="84"/>
                </a:cubicBezTo>
                <a:cubicBezTo>
                  <a:pt x="123" y="76"/>
                  <a:pt x="139" y="66"/>
                  <a:pt x="160" y="52"/>
                </a:cubicBezTo>
                <a:cubicBezTo>
                  <a:pt x="163" y="49"/>
                  <a:pt x="166" y="46"/>
                  <a:pt x="169" y="4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00" name="Freeform 202"/>
          <p:cNvSpPr>
            <a:spLocks noEditPoints="1"/>
          </p:cNvSpPr>
          <p:nvPr/>
        </p:nvSpPr>
        <p:spPr bwMode="auto">
          <a:xfrm>
            <a:off x="1710056" y="3542458"/>
            <a:ext cx="207464" cy="198820"/>
          </a:xfrm>
          <a:custGeom>
            <a:avLst/>
            <a:gdLst>
              <a:gd name="T0" fmla="*/ 35 w 145"/>
              <a:gd name="T1" fmla="*/ 16 h 139"/>
              <a:gd name="T2" fmla="*/ 30 w 145"/>
              <a:gd name="T3" fmla="*/ 28 h 139"/>
              <a:gd name="T4" fmla="*/ 17 w 145"/>
              <a:gd name="T5" fmla="*/ 33 h 139"/>
              <a:gd name="T6" fmla="*/ 17 w 145"/>
              <a:gd name="T7" fmla="*/ 33 h 139"/>
              <a:gd name="T8" fmla="*/ 4 w 145"/>
              <a:gd name="T9" fmla="*/ 28 h 139"/>
              <a:gd name="T10" fmla="*/ 0 w 145"/>
              <a:gd name="T11" fmla="*/ 16 h 139"/>
              <a:gd name="T12" fmla="*/ 5 w 145"/>
              <a:gd name="T13" fmla="*/ 5 h 139"/>
              <a:gd name="T14" fmla="*/ 17 w 145"/>
              <a:gd name="T15" fmla="*/ 0 h 139"/>
              <a:gd name="T16" fmla="*/ 30 w 145"/>
              <a:gd name="T17" fmla="*/ 5 h 139"/>
              <a:gd name="T18" fmla="*/ 35 w 145"/>
              <a:gd name="T19" fmla="*/ 16 h 139"/>
              <a:gd name="T20" fmla="*/ 33 w 145"/>
              <a:gd name="T21" fmla="*/ 45 h 139"/>
              <a:gd name="T22" fmla="*/ 33 w 145"/>
              <a:gd name="T23" fmla="*/ 139 h 139"/>
              <a:gd name="T24" fmla="*/ 2 w 145"/>
              <a:gd name="T25" fmla="*/ 139 h 139"/>
              <a:gd name="T26" fmla="*/ 2 w 145"/>
              <a:gd name="T27" fmla="*/ 45 h 139"/>
              <a:gd name="T28" fmla="*/ 33 w 145"/>
              <a:gd name="T29" fmla="*/ 45 h 139"/>
              <a:gd name="T30" fmla="*/ 145 w 145"/>
              <a:gd name="T31" fmla="*/ 85 h 139"/>
              <a:gd name="T32" fmla="*/ 145 w 145"/>
              <a:gd name="T33" fmla="*/ 139 h 139"/>
              <a:gd name="T34" fmla="*/ 114 w 145"/>
              <a:gd name="T35" fmla="*/ 139 h 139"/>
              <a:gd name="T36" fmla="*/ 114 w 145"/>
              <a:gd name="T37" fmla="*/ 89 h 139"/>
              <a:gd name="T38" fmla="*/ 110 w 145"/>
              <a:gd name="T39" fmla="*/ 73 h 139"/>
              <a:gd name="T40" fmla="*/ 98 w 145"/>
              <a:gd name="T41" fmla="*/ 68 h 139"/>
              <a:gd name="T42" fmla="*/ 88 w 145"/>
              <a:gd name="T43" fmla="*/ 71 h 139"/>
              <a:gd name="T44" fmla="*/ 82 w 145"/>
              <a:gd name="T45" fmla="*/ 79 h 139"/>
              <a:gd name="T46" fmla="*/ 81 w 145"/>
              <a:gd name="T47" fmla="*/ 87 h 139"/>
              <a:gd name="T48" fmla="*/ 81 w 145"/>
              <a:gd name="T49" fmla="*/ 139 h 139"/>
              <a:gd name="T50" fmla="*/ 50 w 145"/>
              <a:gd name="T51" fmla="*/ 139 h 139"/>
              <a:gd name="T52" fmla="*/ 50 w 145"/>
              <a:gd name="T53" fmla="*/ 78 h 139"/>
              <a:gd name="T54" fmla="*/ 50 w 145"/>
              <a:gd name="T55" fmla="*/ 50 h 139"/>
              <a:gd name="T56" fmla="*/ 50 w 145"/>
              <a:gd name="T57" fmla="*/ 45 h 139"/>
              <a:gd name="T58" fmla="*/ 81 w 145"/>
              <a:gd name="T59" fmla="*/ 45 h 139"/>
              <a:gd name="T60" fmla="*/ 81 w 145"/>
              <a:gd name="T61" fmla="*/ 59 h 139"/>
              <a:gd name="T62" fmla="*/ 81 w 145"/>
              <a:gd name="T63" fmla="*/ 59 h 139"/>
              <a:gd name="T64" fmla="*/ 85 w 145"/>
              <a:gd name="T65" fmla="*/ 54 h 139"/>
              <a:gd name="T66" fmla="*/ 90 w 145"/>
              <a:gd name="T67" fmla="*/ 49 h 139"/>
              <a:gd name="T68" fmla="*/ 98 w 145"/>
              <a:gd name="T69" fmla="*/ 45 h 139"/>
              <a:gd name="T70" fmla="*/ 109 w 145"/>
              <a:gd name="T71" fmla="*/ 43 h 139"/>
              <a:gd name="T72" fmla="*/ 135 w 145"/>
              <a:gd name="T73" fmla="*/ 54 h 139"/>
              <a:gd name="T74" fmla="*/ 145 w 145"/>
              <a:gd name="T75" fmla="*/ 85 h 1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45" h="139">
                <a:moveTo>
                  <a:pt x="35" y="16"/>
                </a:moveTo>
                <a:cubicBezTo>
                  <a:pt x="35" y="21"/>
                  <a:pt x="33" y="25"/>
                  <a:pt x="30" y="28"/>
                </a:cubicBezTo>
                <a:cubicBezTo>
                  <a:pt x="27" y="31"/>
                  <a:pt x="22" y="33"/>
                  <a:pt x="17" y="33"/>
                </a:cubicBezTo>
                <a:cubicBezTo>
                  <a:pt x="17" y="33"/>
                  <a:pt x="17" y="33"/>
                  <a:pt x="17" y="33"/>
                </a:cubicBezTo>
                <a:cubicBezTo>
                  <a:pt x="12" y="33"/>
                  <a:pt x="8" y="31"/>
                  <a:pt x="4" y="28"/>
                </a:cubicBezTo>
                <a:cubicBezTo>
                  <a:pt x="1" y="25"/>
                  <a:pt x="0" y="21"/>
                  <a:pt x="0" y="16"/>
                </a:cubicBezTo>
                <a:cubicBezTo>
                  <a:pt x="0" y="12"/>
                  <a:pt x="1" y="8"/>
                  <a:pt x="5" y="5"/>
                </a:cubicBezTo>
                <a:cubicBezTo>
                  <a:pt x="8" y="2"/>
                  <a:pt x="12" y="0"/>
                  <a:pt x="17" y="0"/>
                </a:cubicBezTo>
                <a:cubicBezTo>
                  <a:pt x="23" y="0"/>
                  <a:pt x="27" y="2"/>
                  <a:pt x="30" y="5"/>
                </a:cubicBezTo>
                <a:cubicBezTo>
                  <a:pt x="33" y="8"/>
                  <a:pt x="35" y="12"/>
                  <a:pt x="35" y="16"/>
                </a:cubicBezTo>
                <a:close/>
                <a:moveTo>
                  <a:pt x="33" y="45"/>
                </a:moveTo>
                <a:cubicBezTo>
                  <a:pt x="33" y="139"/>
                  <a:pt x="33" y="139"/>
                  <a:pt x="33" y="139"/>
                </a:cubicBezTo>
                <a:cubicBezTo>
                  <a:pt x="2" y="139"/>
                  <a:pt x="2" y="139"/>
                  <a:pt x="2" y="139"/>
                </a:cubicBezTo>
                <a:cubicBezTo>
                  <a:pt x="2" y="45"/>
                  <a:pt x="2" y="45"/>
                  <a:pt x="2" y="45"/>
                </a:cubicBezTo>
                <a:lnTo>
                  <a:pt x="33" y="45"/>
                </a:lnTo>
                <a:close/>
                <a:moveTo>
                  <a:pt x="145" y="85"/>
                </a:moveTo>
                <a:cubicBezTo>
                  <a:pt x="145" y="139"/>
                  <a:pt x="145" y="139"/>
                  <a:pt x="145" y="139"/>
                </a:cubicBezTo>
                <a:cubicBezTo>
                  <a:pt x="114" y="139"/>
                  <a:pt x="114" y="139"/>
                  <a:pt x="114" y="139"/>
                </a:cubicBezTo>
                <a:cubicBezTo>
                  <a:pt x="114" y="89"/>
                  <a:pt x="114" y="89"/>
                  <a:pt x="114" y="89"/>
                </a:cubicBezTo>
                <a:cubicBezTo>
                  <a:pt x="114" y="82"/>
                  <a:pt x="113" y="77"/>
                  <a:pt x="110" y="73"/>
                </a:cubicBezTo>
                <a:cubicBezTo>
                  <a:pt x="107" y="70"/>
                  <a:pt x="104" y="68"/>
                  <a:pt x="98" y="68"/>
                </a:cubicBezTo>
                <a:cubicBezTo>
                  <a:pt x="94" y="68"/>
                  <a:pt x="91" y="69"/>
                  <a:pt x="88" y="71"/>
                </a:cubicBezTo>
                <a:cubicBezTo>
                  <a:pt x="85" y="73"/>
                  <a:pt x="83" y="76"/>
                  <a:pt x="82" y="79"/>
                </a:cubicBezTo>
                <a:cubicBezTo>
                  <a:pt x="81" y="81"/>
                  <a:pt x="81" y="84"/>
                  <a:pt x="81" y="87"/>
                </a:cubicBezTo>
                <a:cubicBezTo>
                  <a:pt x="81" y="139"/>
                  <a:pt x="81" y="139"/>
                  <a:pt x="81" y="139"/>
                </a:cubicBezTo>
                <a:cubicBezTo>
                  <a:pt x="50" y="139"/>
                  <a:pt x="50" y="139"/>
                  <a:pt x="50" y="139"/>
                </a:cubicBezTo>
                <a:cubicBezTo>
                  <a:pt x="50" y="114"/>
                  <a:pt x="50" y="93"/>
                  <a:pt x="50" y="78"/>
                </a:cubicBezTo>
                <a:cubicBezTo>
                  <a:pt x="50" y="62"/>
                  <a:pt x="50" y="53"/>
                  <a:pt x="50" y="50"/>
                </a:cubicBezTo>
                <a:cubicBezTo>
                  <a:pt x="50" y="45"/>
                  <a:pt x="50" y="45"/>
                  <a:pt x="50" y="45"/>
                </a:cubicBezTo>
                <a:cubicBezTo>
                  <a:pt x="81" y="45"/>
                  <a:pt x="81" y="45"/>
                  <a:pt x="81" y="45"/>
                </a:cubicBezTo>
                <a:cubicBezTo>
                  <a:pt x="81" y="59"/>
                  <a:pt x="81" y="59"/>
                  <a:pt x="81" y="59"/>
                </a:cubicBezTo>
                <a:cubicBezTo>
                  <a:pt x="81" y="59"/>
                  <a:pt x="81" y="59"/>
                  <a:pt x="81" y="59"/>
                </a:cubicBezTo>
                <a:cubicBezTo>
                  <a:pt x="82" y="57"/>
                  <a:pt x="83" y="55"/>
                  <a:pt x="85" y="54"/>
                </a:cubicBezTo>
                <a:cubicBezTo>
                  <a:pt x="86" y="52"/>
                  <a:pt x="88" y="50"/>
                  <a:pt x="90" y="49"/>
                </a:cubicBezTo>
                <a:cubicBezTo>
                  <a:pt x="92" y="47"/>
                  <a:pt x="95" y="46"/>
                  <a:pt x="98" y="45"/>
                </a:cubicBezTo>
                <a:cubicBezTo>
                  <a:pt x="102" y="44"/>
                  <a:pt x="105" y="43"/>
                  <a:pt x="109" y="43"/>
                </a:cubicBezTo>
                <a:cubicBezTo>
                  <a:pt x="120" y="43"/>
                  <a:pt x="129" y="47"/>
                  <a:pt x="135" y="54"/>
                </a:cubicBezTo>
                <a:cubicBezTo>
                  <a:pt x="142" y="61"/>
                  <a:pt x="145" y="72"/>
                  <a:pt x="145" y="8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01" name="Freeform 203"/>
          <p:cNvSpPr>
            <a:spLocks/>
          </p:cNvSpPr>
          <p:nvPr/>
        </p:nvSpPr>
        <p:spPr bwMode="auto">
          <a:xfrm>
            <a:off x="1917520" y="3538133"/>
            <a:ext cx="207464" cy="209627"/>
          </a:xfrm>
          <a:custGeom>
            <a:avLst/>
            <a:gdLst>
              <a:gd name="T0" fmla="*/ 139 w 145"/>
              <a:gd name="T1" fmla="*/ 45 h 146"/>
              <a:gd name="T2" fmla="*/ 145 w 145"/>
              <a:gd name="T3" fmla="*/ 73 h 146"/>
              <a:gd name="T4" fmla="*/ 139 w 145"/>
              <a:gd name="T5" fmla="*/ 101 h 146"/>
              <a:gd name="T6" fmla="*/ 124 w 145"/>
              <a:gd name="T7" fmla="*/ 124 h 146"/>
              <a:gd name="T8" fmla="*/ 101 w 145"/>
              <a:gd name="T9" fmla="*/ 140 h 146"/>
              <a:gd name="T10" fmla="*/ 73 w 145"/>
              <a:gd name="T11" fmla="*/ 146 h 146"/>
              <a:gd name="T12" fmla="*/ 42 w 145"/>
              <a:gd name="T13" fmla="*/ 139 h 146"/>
              <a:gd name="T14" fmla="*/ 17 w 145"/>
              <a:gd name="T15" fmla="*/ 119 h 146"/>
              <a:gd name="T16" fmla="*/ 16 w 145"/>
              <a:gd name="T17" fmla="*/ 117 h 146"/>
              <a:gd name="T18" fmla="*/ 17 w 145"/>
              <a:gd name="T19" fmla="*/ 115 h 146"/>
              <a:gd name="T20" fmla="*/ 30 w 145"/>
              <a:gd name="T21" fmla="*/ 102 h 146"/>
              <a:gd name="T22" fmla="*/ 32 w 145"/>
              <a:gd name="T23" fmla="*/ 101 h 146"/>
              <a:gd name="T24" fmla="*/ 34 w 145"/>
              <a:gd name="T25" fmla="*/ 103 h 146"/>
              <a:gd name="T26" fmla="*/ 51 w 145"/>
              <a:gd name="T27" fmla="*/ 116 h 146"/>
              <a:gd name="T28" fmla="*/ 73 w 145"/>
              <a:gd name="T29" fmla="*/ 121 h 146"/>
              <a:gd name="T30" fmla="*/ 91 w 145"/>
              <a:gd name="T31" fmla="*/ 118 h 146"/>
              <a:gd name="T32" fmla="*/ 107 w 145"/>
              <a:gd name="T33" fmla="*/ 107 h 146"/>
              <a:gd name="T34" fmla="*/ 117 w 145"/>
              <a:gd name="T35" fmla="*/ 92 h 146"/>
              <a:gd name="T36" fmla="*/ 121 w 145"/>
              <a:gd name="T37" fmla="*/ 73 h 146"/>
              <a:gd name="T38" fmla="*/ 117 w 145"/>
              <a:gd name="T39" fmla="*/ 54 h 146"/>
              <a:gd name="T40" fmla="*/ 107 w 145"/>
              <a:gd name="T41" fmla="*/ 39 h 146"/>
              <a:gd name="T42" fmla="*/ 91 w 145"/>
              <a:gd name="T43" fmla="*/ 28 h 146"/>
              <a:gd name="T44" fmla="*/ 73 w 145"/>
              <a:gd name="T45" fmla="*/ 25 h 146"/>
              <a:gd name="T46" fmla="*/ 55 w 145"/>
              <a:gd name="T47" fmla="*/ 28 h 146"/>
              <a:gd name="T48" fmla="*/ 40 w 145"/>
              <a:gd name="T49" fmla="*/ 37 h 146"/>
              <a:gd name="T50" fmla="*/ 53 w 145"/>
              <a:gd name="T51" fmla="*/ 51 h 146"/>
              <a:gd name="T52" fmla="*/ 54 w 145"/>
              <a:gd name="T53" fmla="*/ 57 h 146"/>
              <a:gd name="T54" fmla="*/ 48 w 145"/>
              <a:gd name="T55" fmla="*/ 61 h 146"/>
              <a:gd name="T56" fmla="*/ 6 w 145"/>
              <a:gd name="T57" fmla="*/ 61 h 146"/>
              <a:gd name="T58" fmla="*/ 2 w 145"/>
              <a:gd name="T59" fmla="*/ 59 h 146"/>
              <a:gd name="T60" fmla="*/ 0 w 145"/>
              <a:gd name="T61" fmla="*/ 55 h 146"/>
              <a:gd name="T62" fmla="*/ 0 w 145"/>
              <a:gd name="T63" fmla="*/ 12 h 146"/>
              <a:gd name="T64" fmla="*/ 4 w 145"/>
              <a:gd name="T65" fmla="*/ 7 h 146"/>
              <a:gd name="T66" fmla="*/ 10 w 145"/>
              <a:gd name="T67" fmla="*/ 8 h 146"/>
              <a:gd name="T68" fmla="*/ 23 w 145"/>
              <a:gd name="T69" fmla="*/ 20 h 146"/>
              <a:gd name="T70" fmla="*/ 46 w 145"/>
              <a:gd name="T71" fmla="*/ 6 h 146"/>
              <a:gd name="T72" fmla="*/ 73 w 145"/>
              <a:gd name="T73" fmla="*/ 0 h 146"/>
              <a:gd name="T74" fmla="*/ 101 w 145"/>
              <a:gd name="T75" fmla="*/ 6 h 146"/>
              <a:gd name="T76" fmla="*/ 124 w 145"/>
              <a:gd name="T77" fmla="*/ 22 h 146"/>
              <a:gd name="T78" fmla="*/ 139 w 145"/>
              <a:gd name="T79" fmla="*/ 45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45" h="146">
                <a:moveTo>
                  <a:pt x="139" y="45"/>
                </a:moveTo>
                <a:cubicBezTo>
                  <a:pt x="143" y="54"/>
                  <a:pt x="145" y="63"/>
                  <a:pt x="145" y="73"/>
                </a:cubicBezTo>
                <a:cubicBezTo>
                  <a:pt x="145" y="83"/>
                  <a:pt x="143" y="92"/>
                  <a:pt x="139" y="101"/>
                </a:cubicBezTo>
                <a:cubicBezTo>
                  <a:pt x="136" y="110"/>
                  <a:pt x="130" y="118"/>
                  <a:pt x="124" y="124"/>
                </a:cubicBezTo>
                <a:cubicBezTo>
                  <a:pt x="117" y="131"/>
                  <a:pt x="110" y="136"/>
                  <a:pt x="101" y="140"/>
                </a:cubicBezTo>
                <a:cubicBezTo>
                  <a:pt x="92" y="144"/>
                  <a:pt x="82" y="146"/>
                  <a:pt x="73" y="146"/>
                </a:cubicBezTo>
                <a:cubicBezTo>
                  <a:pt x="62" y="146"/>
                  <a:pt x="51" y="143"/>
                  <a:pt x="42" y="139"/>
                </a:cubicBezTo>
                <a:cubicBezTo>
                  <a:pt x="32" y="134"/>
                  <a:pt x="24" y="128"/>
                  <a:pt x="17" y="119"/>
                </a:cubicBezTo>
                <a:cubicBezTo>
                  <a:pt x="16" y="119"/>
                  <a:pt x="16" y="118"/>
                  <a:pt x="16" y="117"/>
                </a:cubicBezTo>
                <a:cubicBezTo>
                  <a:pt x="16" y="116"/>
                  <a:pt x="16" y="116"/>
                  <a:pt x="17" y="115"/>
                </a:cubicBezTo>
                <a:cubicBezTo>
                  <a:pt x="30" y="102"/>
                  <a:pt x="30" y="102"/>
                  <a:pt x="30" y="102"/>
                </a:cubicBezTo>
                <a:cubicBezTo>
                  <a:pt x="30" y="102"/>
                  <a:pt x="31" y="101"/>
                  <a:pt x="32" y="101"/>
                </a:cubicBezTo>
                <a:cubicBezTo>
                  <a:pt x="33" y="102"/>
                  <a:pt x="34" y="102"/>
                  <a:pt x="34" y="103"/>
                </a:cubicBezTo>
                <a:cubicBezTo>
                  <a:pt x="39" y="109"/>
                  <a:pt x="45" y="113"/>
                  <a:pt x="51" y="116"/>
                </a:cubicBezTo>
                <a:cubicBezTo>
                  <a:pt x="58" y="120"/>
                  <a:pt x="65" y="121"/>
                  <a:pt x="73" y="121"/>
                </a:cubicBezTo>
                <a:cubicBezTo>
                  <a:pt x="79" y="121"/>
                  <a:pt x="85" y="120"/>
                  <a:pt x="91" y="118"/>
                </a:cubicBezTo>
                <a:cubicBezTo>
                  <a:pt x="97" y="115"/>
                  <a:pt x="102" y="112"/>
                  <a:pt x="107" y="107"/>
                </a:cubicBezTo>
                <a:cubicBezTo>
                  <a:pt x="111" y="103"/>
                  <a:pt x="115" y="98"/>
                  <a:pt x="117" y="92"/>
                </a:cubicBezTo>
                <a:cubicBezTo>
                  <a:pt x="120" y="86"/>
                  <a:pt x="121" y="79"/>
                  <a:pt x="121" y="73"/>
                </a:cubicBezTo>
                <a:cubicBezTo>
                  <a:pt x="121" y="66"/>
                  <a:pt x="120" y="60"/>
                  <a:pt x="117" y="54"/>
                </a:cubicBezTo>
                <a:cubicBezTo>
                  <a:pt x="115" y="48"/>
                  <a:pt x="111" y="43"/>
                  <a:pt x="107" y="39"/>
                </a:cubicBezTo>
                <a:cubicBezTo>
                  <a:pt x="102" y="34"/>
                  <a:pt x="97" y="31"/>
                  <a:pt x="91" y="28"/>
                </a:cubicBezTo>
                <a:cubicBezTo>
                  <a:pt x="85" y="26"/>
                  <a:pt x="79" y="25"/>
                  <a:pt x="73" y="25"/>
                </a:cubicBezTo>
                <a:cubicBezTo>
                  <a:pt x="66" y="25"/>
                  <a:pt x="60" y="26"/>
                  <a:pt x="55" y="28"/>
                </a:cubicBezTo>
                <a:cubicBezTo>
                  <a:pt x="49" y="30"/>
                  <a:pt x="44" y="33"/>
                  <a:pt x="40" y="37"/>
                </a:cubicBezTo>
                <a:cubicBezTo>
                  <a:pt x="53" y="51"/>
                  <a:pt x="53" y="51"/>
                  <a:pt x="53" y="51"/>
                </a:cubicBezTo>
                <a:cubicBezTo>
                  <a:pt x="55" y="52"/>
                  <a:pt x="55" y="55"/>
                  <a:pt x="54" y="57"/>
                </a:cubicBezTo>
                <a:cubicBezTo>
                  <a:pt x="53" y="60"/>
                  <a:pt x="51" y="61"/>
                  <a:pt x="48" y="61"/>
                </a:cubicBezTo>
                <a:cubicBezTo>
                  <a:pt x="6" y="61"/>
                  <a:pt x="6" y="61"/>
                  <a:pt x="6" y="61"/>
                </a:cubicBezTo>
                <a:cubicBezTo>
                  <a:pt x="4" y="61"/>
                  <a:pt x="3" y="60"/>
                  <a:pt x="2" y="59"/>
                </a:cubicBezTo>
                <a:cubicBezTo>
                  <a:pt x="1" y="58"/>
                  <a:pt x="0" y="56"/>
                  <a:pt x="0" y="55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10"/>
                  <a:pt x="1" y="8"/>
                  <a:pt x="4" y="7"/>
                </a:cubicBezTo>
                <a:cubicBezTo>
                  <a:pt x="6" y="6"/>
                  <a:pt x="8" y="6"/>
                  <a:pt x="10" y="8"/>
                </a:cubicBezTo>
                <a:cubicBezTo>
                  <a:pt x="23" y="20"/>
                  <a:pt x="23" y="20"/>
                  <a:pt x="23" y="20"/>
                </a:cubicBezTo>
                <a:cubicBezTo>
                  <a:pt x="29" y="14"/>
                  <a:pt x="37" y="9"/>
                  <a:pt x="46" y="6"/>
                </a:cubicBezTo>
                <a:cubicBezTo>
                  <a:pt x="54" y="2"/>
                  <a:pt x="63" y="0"/>
                  <a:pt x="73" y="0"/>
                </a:cubicBezTo>
                <a:cubicBezTo>
                  <a:pt x="82" y="0"/>
                  <a:pt x="92" y="2"/>
                  <a:pt x="101" y="6"/>
                </a:cubicBezTo>
                <a:cubicBezTo>
                  <a:pt x="110" y="10"/>
                  <a:pt x="117" y="15"/>
                  <a:pt x="124" y="22"/>
                </a:cubicBezTo>
                <a:cubicBezTo>
                  <a:pt x="130" y="28"/>
                  <a:pt x="136" y="36"/>
                  <a:pt x="139" y="4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02" name="Freeform 204"/>
          <p:cNvSpPr>
            <a:spLocks/>
          </p:cNvSpPr>
          <p:nvPr/>
        </p:nvSpPr>
        <p:spPr bwMode="auto">
          <a:xfrm>
            <a:off x="2196303" y="3527330"/>
            <a:ext cx="233399" cy="235559"/>
          </a:xfrm>
          <a:custGeom>
            <a:avLst/>
            <a:gdLst>
              <a:gd name="T0" fmla="*/ 160 w 163"/>
              <a:gd name="T1" fmla="*/ 150 h 164"/>
              <a:gd name="T2" fmla="*/ 141 w 163"/>
              <a:gd name="T3" fmla="*/ 164 h 164"/>
              <a:gd name="T4" fmla="*/ 98 w 163"/>
              <a:gd name="T5" fmla="*/ 126 h 164"/>
              <a:gd name="T6" fmla="*/ 99 w 163"/>
              <a:gd name="T7" fmla="*/ 108 h 164"/>
              <a:gd name="T8" fmla="*/ 63 w 163"/>
              <a:gd name="T9" fmla="*/ 96 h 164"/>
              <a:gd name="T10" fmla="*/ 56 w 163"/>
              <a:gd name="T11" fmla="*/ 96 h 164"/>
              <a:gd name="T12" fmla="*/ 59 w 163"/>
              <a:gd name="T13" fmla="*/ 98 h 164"/>
              <a:gd name="T14" fmla="*/ 61 w 163"/>
              <a:gd name="T15" fmla="*/ 101 h 164"/>
              <a:gd name="T16" fmla="*/ 62 w 163"/>
              <a:gd name="T17" fmla="*/ 103 h 164"/>
              <a:gd name="T18" fmla="*/ 59 w 163"/>
              <a:gd name="T19" fmla="*/ 112 h 164"/>
              <a:gd name="T20" fmla="*/ 56 w 163"/>
              <a:gd name="T21" fmla="*/ 115 h 164"/>
              <a:gd name="T22" fmla="*/ 52 w 163"/>
              <a:gd name="T23" fmla="*/ 118 h 164"/>
              <a:gd name="T24" fmla="*/ 47 w 163"/>
              <a:gd name="T25" fmla="*/ 120 h 164"/>
              <a:gd name="T26" fmla="*/ 2 w 163"/>
              <a:gd name="T27" fmla="*/ 78 h 164"/>
              <a:gd name="T28" fmla="*/ 0 w 163"/>
              <a:gd name="T29" fmla="*/ 69 h 164"/>
              <a:gd name="T30" fmla="*/ 2 w 163"/>
              <a:gd name="T31" fmla="*/ 65 h 164"/>
              <a:gd name="T32" fmla="*/ 6 w 163"/>
              <a:gd name="T33" fmla="*/ 62 h 164"/>
              <a:gd name="T34" fmla="*/ 14 w 163"/>
              <a:gd name="T35" fmla="*/ 57 h 164"/>
              <a:gd name="T36" fmla="*/ 17 w 163"/>
              <a:gd name="T37" fmla="*/ 58 h 164"/>
              <a:gd name="T38" fmla="*/ 20 w 163"/>
              <a:gd name="T39" fmla="*/ 60 h 164"/>
              <a:gd name="T40" fmla="*/ 22 w 163"/>
              <a:gd name="T41" fmla="*/ 62 h 164"/>
              <a:gd name="T42" fmla="*/ 22 w 163"/>
              <a:gd name="T43" fmla="*/ 60 h 164"/>
              <a:gd name="T44" fmla="*/ 56 w 163"/>
              <a:gd name="T45" fmla="*/ 24 h 164"/>
              <a:gd name="T46" fmla="*/ 63 w 163"/>
              <a:gd name="T47" fmla="*/ 24 h 164"/>
              <a:gd name="T48" fmla="*/ 60 w 163"/>
              <a:gd name="T49" fmla="*/ 21 h 164"/>
              <a:gd name="T50" fmla="*/ 58 w 163"/>
              <a:gd name="T51" fmla="*/ 19 h 164"/>
              <a:gd name="T52" fmla="*/ 57 w 163"/>
              <a:gd name="T53" fmla="*/ 16 h 164"/>
              <a:gd name="T54" fmla="*/ 60 w 163"/>
              <a:gd name="T55" fmla="*/ 8 h 164"/>
              <a:gd name="T56" fmla="*/ 63 w 163"/>
              <a:gd name="T57" fmla="*/ 4 h 164"/>
              <a:gd name="T58" fmla="*/ 67 w 163"/>
              <a:gd name="T59" fmla="*/ 1 h 164"/>
              <a:gd name="T60" fmla="*/ 72 w 163"/>
              <a:gd name="T61" fmla="*/ 0 h 164"/>
              <a:gd name="T62" fmla="*/ 117 w 163"/>
              <a:gd name="T63" fmla="*/ 41 h 164"/>
              <a:gd name="T64" fmla="*/ 119 w 163"/>
              <a:gd name="T65" fmla="*/ 50 h 164"/>
              <a:gd name="T66" fmla="*/ 116 w 163"/>
              <a:gd name="T67" fmla="*/ 54 h 164"/>
              <a:gd name="T68" fmla="*/ 113 w 163"/>
              <a:gd name="T69" fmla="*/ 58 h 164"/>
              <a:gd name="T70" fmla="*/ 105 w 163"/>
              <a:gd name="T71" fmla="*/ 62 h 164"/>
              <a:gd name="T72" fmla="*/ 102 w 163"/>
              <a:gd name="T73" fmla="*/ 61 h 164"/>
              <a:gd name="T74" fmla="*/ 99 w 163"/>
              <a:gd name="T75" fmla="*/ 60 h 164"/>
              <a:gd name="T76" fmla="*/ 97 w 163"/>
              <a:gd name="T77" fmla="*/ 58 h 164"/>
              <a:gd name="T78" fmla="*/ 97 w 163"/>
              <a:gd name="T79" fmla="*/ 60 h 164"/>
              <a:gd name="T80" fmla="*/ 84 w 163"/>
              <a:gd name="T81" fmla="*/ 75 h 164"/>
              <a:gd name="T82" fmla="*/ 117 w 163"/>
              <a:gd name="T83" fmla="*/ 95 h 164"/>
              <a:gd name="T84" fmla="*/ 160 w 163"/>
              <a:gd name="T85" fmla="*/ 133 h 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63" h="164">
                <a:moveTo>
                  <a:pt x="163" y="141"/>
                </a:moveTo>
                <a:cubicBezTo>
                  <a:pt x="163" y="145"/>
                  <a:pt x="162" y="148"/>
                  <a:pt x="160" y="150"/>
                </a:cubicBezTo>
                <a:cubicBezTo>
                  <a:pt x="150" y="160"/>
                  <a:pt x="150" y="160"/>
                  <a:pt x="150" y="160"/>
                </a:cubicBezTo>
                <a:cubicBezTo>
                  <a:pt x="147" y="162"/>
                  <a:pt x="144" y="164"/>
                  <a:pt x="141" y="164"/>
                </a:cubicBezTo>
                <a:cubicBezTo>
                  <a:pt x="138" y="164"/>
                  <a:pt x="135" y="162"/>
                  <a:pt x="133" y="160"/>
                </a:cubicBezTo>
                <a:cubicBezTo>
                  <a:pt x="98" y="126"/>
                  <a:pt x="98" y="126"/>
                  <a:pt x="98" y="126"/>
                </a:cubicBezTo>
                <a:cubicBezTo>
                  <a:pt x="96" y="123"/>
                  <a:pt x="95" y="121"/>
                  <a:pt x="95" y="117"/>
                </a:cubicBezTo>
                <a:cubicBezTo>
                  <a:pt x="95" y="114"/>
                  <a:pt x="96" y="111"/>
                  <a:pt x="99" y="108"/>
                </a:cubicBezTo>
                <a:cubicBezTo>
                  <a:pt x="75" y="84"/>
                  <a:pt x="75" y="84"/>
                  <a:pt x="75" y="84"/>
                </a:cubicBezTo>
                <a:cubicBezTo>
                  <a:pt x="63" y="96"/>
                  <a:pt x="63" y="96"/>
                  <a:pt x="63" y="96"/>
                </a:cubicBezTo>
                <a:cubicBezTo>
                  <a:pt x="62" y="97"/>
                  <a:pt x="61" y="97"/>
                  <a:pt x="59" y="97"/>
                </a:cubicBezTo>
                <a:cubicBezTo>
                  <a:pt x="58" y="97"/>
                  <a:pt x="57" y="97"/>
                  <a:pt x="56" y="96"/>
                </a:cubicBezTo>
                <a:cubicBezTo>
                  <a:pt x="56" y="96"/>
                  <a:pt x="57" y="96"/>
                  <a:pt x="57" y="97"/>
                </a:cubicBezTo>
                <a:cubicBezTo>
                  <a:pt x="58" y="98"/>
                  <a:pt x="58" y="98"/>
                  <a:pt x="59" y="98"/>
                </a:cubicBezTo>
                <a:cubicBezTo>
                  <a:pt x="59" y="98"/>
                  <a:pt x="59" y="99"/>
                  <a:pt x="60" y="99"/>
                </a:cubicBezTo>
                <a:cubicBezTo>
                  <a:pt x="60" y="100"/>
                  <a:pt x="60" y="100"/>
                  <a:pt x="61" y="101"/>
                </a:cubicBezTo>
                <a:cubicBezTo>
                  <a:pt x="61" y="101"/>
                  <a:pt x="61" y="101"/>
                  <a:pt x="61" y="102"/>
                </a:cubicBezTo>
                <a:cubicBezTo>
                  <a:pt x="61" y="102"/>
                  <a:pt x="62" y="103"/>
                  <a:pt x="62" y="103"/>
                </a:cubicBezTo>
                <a:cubicBezTo>
                  <a:pt x="62" y="104"/>
                  <a:pt x="62" y="105"/>
                  <a:pt x="62" y="105"/>
                </a:cubicBezTo>
                <a:cubicBezTo>
                  <a:pt x="62" y="108"/>
                  <a:pt x="61" y="110"/>
                  <a:pt x="59" y="112"/>
                </a:cubicBezTo>
                <a:cubicBezTo>
                  <a:pt x="59" y="112"/>
                  <a:pt x="58" y="112"/>
                  <a:pt x="58" y="113"/>
                </a:cubicBezTo>
                <a:cubicBezTo>
                  <a:pt x="57" y="114"/>
                  <a:pt x="56" y="115"/>
                  <a:pt x="56" y="115"/>
                </a:cubicBezTo>
                <a:cubicBezTo>
                  <a:pt x="55" y="116"/>
                  <a:pt x="55" y="116"/>
                  <a:pt x="54" y="117"/>
                </a:cubicBezTo>
                <a:cubicBezTo>
                  <a:pt x="53" y="117"/>
                  <a:pt x="52" y="118"/>
                  <a:pt x="52" y="118"/>
                </a:cubicBezTo>
                <a:cubicBezTo>
                  <a:pt x="51" y="119"/>
                  <a:pt x="51" y="119"/>
                  <a:pt x="50" y="119"/>
                </a:cubicBezTo>
                <a:cubicBezTo>
                  <a:pt x="49" y="119"/>
                  <a:pt x="48" y="120"/>
                  <a:pt x="47" y="120"/>
                </a:cubicBezTo>
                <a:cubicBezTo>
                  <a:pt x="45" y="120"/>
                  <a:pt x="43" y="119"/>
                  <a:pt x="41" y="117"/>
                </a:cubicBezTo>
                <a:cubicBezTo>
                  <a:pt x="2" y="78"/>
                  <a:pt x="2" y="78"/>
                  <a:pt x="2" y="78"/>
                </a:cubicBezTo>
                <a:cubicBezTo>
                  <a:pt x="1" y="77"/>
                  <a:pt x="0" y="74"/>
                  <a:pt x="0" y="72"/>
                </a:cubicBezTo>
                <a:cubicBezTo>
                  <a:pt x="0" y="71"/>
                  <a:pt x="0" y="70"/>
                  <a:pt x="0" y="69"/>
                </a:cubicBezTo>
                <a:cubicBezTo>
                  <a:pt x="0" y="69"/>
                  <a:pt x="1" y="68"/>
                  <a:pt x="1" y="67"/>
                </a:cubicBezTo>
                <a:cubicBezTo>
                  <a:pt x="1" y="67"/>
                  <a:pt x="2" y="66"/>
                  <a:pt x="2" y="65"/>
                </a:cubicBezTo>
                <a:cubicBezTo>
                  <a:pt x="3" y="64"/>
                  <a:pt x="4" y="64"/>
                  <a:pt x="4" y="63"/>
                </a:cubicBezTo>
                <a:cubicBezTo>
                  <a:pt x="4" y="63"/>
                  <a:pt x="5" y="63"/>
                  <a:pt x="6" y="62"/>
                </a:cubicBezTo>
                <a:cubicBezTo>
                  <a:pt x="7" y="61"/>
                  <a:pt x="7" y="60"/>
                  <a:pt x="8" y="60"/>
                </a:cubicBezTo>
                <a:cubicBezTo>
                  <a:pt x="10" y="58"/>
                  <a:pt x="12" y="57"/>
                  <a:pt x="14" y="57"/>
                </a:cubicBezTo>
                <a:cubicBezTo>
                  <a:pt x="15" y="57"/>
                  <a:pt x="15" y="58"/>
                  <a:pt x="16" y="58"/>
                </a:cubicBezTo>
                <a:cubicBezTo>
                  <a:pt x="16" y="58"/>
                  <a:pt x="17" y="58"/>
                  <a:pt x="17" y="58"/>
                </a:cubicBezTo>
                <a:cubicBezTo>
                  <a:pt x="18" y="58"/>
                  <a:pt x="18" y="59"/>
                  <a:pt x="19" y="59"/>
                </a:cubicBezTo>
                <a:cubicBezTo>
                  <a:pt x="19" y="59"/>
                  <a:pt x="19" y="59"/>
                  <a:pt x="20" y="60"/>
                </a:cubicBezTo>
                <a:cubicBezTo>
                  <a:pt x="20" y="60"/>
                  <a:pt x="21" y="60"/>
                  <a:pt x="21" y="61"/>
                </a:cubicBezTo>
                <a:cubicBezTo>
                  <a:pt x="21" y="61"/>
                  <a:pt x="22" y="61"/>
                  <a:pt x="22" y="62"/>
                </a:cubicBezTo>
                <a:cubicBezTo>
                  <a:pt x="23" y="62"/>
                  <a:pt x="23" y="63"/>
                  <a:pt x="23" y="63"/>
                </a:cubicBezTo>
                <a:cubicBezTo>
                  <a:pt x="22" y="62"/>
                  <a:pt x="22" y="61"/>
                  <a:pt x="22" y="60"/>
                </a:cubicBezTo>
                <a:cubicBezTo>
                  <a:pt x="22" y="58"/>
                  <a:pt x="22" y="57"/>
                  <a:pt x="23" y="57"/>
                </a:cubicBezTo>
                <a:cubicBezTo>
                  <a:pt x="56" y="24"/>
                  <a:pt x="56" y="24"/>
                  <a:pt x="56" y="24"/>
                </a:cubicBezTo>
                <a:cubicBezTo>
                  <a:pt x="57" y="23"/>
                  <a:pt x="58" y="22"/>
                  <a:pt x="59" y="22"/>
                </a:cubicBezTo>
                <a:cubicBezTo>
                  <a:pt x="61" y="22"/>
                  <a:pt x="62" y="23"/>
                  <a:pt x="63" y="24"/>
                </a:cubicBezTo>
                <a:cubicBezTo>
                  <a:pt x="63" y="24"/>
                  <a:pt x="62" y="23"/>
                  <a:pt x="62" y="23"/>
                </a:cubicBezTo>
                <a:cubicBezTo>
                  <a:pt x="61" y="22"/>
                  <a:pt x="60" y="21"/>
                  <a:pt x="60" y="21"/>
                </a:cubicBezTo>
                <a:cubicBezTo>
                  <a:pt x="60" y="21"/>
                  <a:pt x="60" y="21"/>
                  <a:pt x="59" y="20"/>
                </a:cubicBezTo>
                <a:cubicBezTo>
                  <a:pt x="59" y="20"/>
                  <a:pt x="59" y="19"/>
                  <a:pt x="58" y="19"/>
                </a:cubicBezTo>
                <a:cubicBezTo>
                  <a:pt x="58" y="19"/>
                  <a:pt x="58" y="18"/>
                  <a:pt x="58" y="18"/>
                </a:cubicBezTo>
                <a:cubicBezTo>
                  <a:pt x="58" y="17"/>
                  <a:pt x="57" y="17"/>
                  <a:pt x="57" y="16"/>
                </a:cubicBezTo>
                <a:cubicBezTo>
                  <a:pt x="57" y="16"/>
                  <a:pt x="57" y="15"/>
                  <a:pt x="57" y="14"/>
                </a:cubicBezTo>
                <a:cubicBezTo>
                  <a:pt x="57" y="12"/>
                  <a:pt x="58" y="10"/>
                  <a:pt x="60" y="8"/>
                </a:cubicBezTo>
                <a:cubicBezTo>
                  <a:pt x="60" y="8"/>
                  <a:pt x="61" y="7"/>
                  <a:pt x="61" y="6"/>
                </a:cubicBezTo>
                <a:cubicBezTo>
                  <a:pt x="62" y="5"/>
                  <a:pt x="63" y="5"/>
                  <a:pt x="63" y="4"/>
                </a:cubicBezTo>
                <a:cubicBezTo>
                  <a:pt x="64" y="4"/>
                  <a:pt x="64" y="3"/>
                  <a:pt x="65" y="3"/>
                </a:cubicBezTo>
                <a:cubicBezTo>
                  <a:pt x="66" y="2"/>
                  <a:pt x="66" y="2"/>
                  <a:pt x="67" y="1"/>
                </a:cubicBezTo>
                <a:cubicBezTo>
                  <a:pt x="68" y="1"/>
                  <a:pt x="68" y="1"/>
                  <a:pt x="69" y="0"/>
                </a:cubicBezTo>
                <a:cubicBezTo>
                  <a:pt x="70" y="0"/>
                  <a:pt x="71" y="0"/>
                  <a:pt x="72" y="0"/>
                </a:cubicBezTo>
                <a:cubicBezTo>
                  <a:pt x="74" y="0"/>
                  <a:pt x="76" y="1"/>
                  <a:pt x="78" y="3"/>
                </a:cubicBezTo>
                <a:cubicBezTo>
                  <a:pt x="117" y="41"/>
                  <a:pt x="117" y="41"/>
                  <a:pt x="117" y="41"/>
                </a:cubicBezTo>
                <a:cubicBezTo>
                  <a:pt x="118" y="43"/>
                  <a:pt x="119" y="45"/>
                  <a:pt x="119" y="48"/>
                </a:cubicBezTo>
                <a:cubicBezTo>
                  <a:pt x="119" y="48"/>
                  <a:pt x="119" y="49"/>
                  <a:pt x="119" y="50"/>
                </a:cubicBezTo>
                <a:cubicBezTo>
                  <a:pt x="119" y="51"/>
                  <a:pt x="118" y="52"/>
                  <a:pt x="118" y="52"/>
                </a:cubicBezTo>
                <a:cubicBezTo>
                  <a:pt x="118" y="53"/>
                  <a:pt x="117" y="53"/>
                  <a:pt x="116" y="54"/>
                </a:cubicBezTo>
                <a:cubicBezTo>
                  <a:pt x="116" y="55"/>
                  <a:pt x="115" y="56"/>
                  <a:pt x="115" y="56"/>
                </a:cubicBezTo>
                <a:cubicBezTo>
                  <a:pt x="115" y="56"/>
                  <a:pt x="114" y="57"/>
                  <a:pt x="113" y="58"/>
                </a:cubicBezTo>
                <a:cubicBezTo>
                  <a:pt x="112" y="59"/>
                  <a:pt x="111" y="59"/>
                  <a:pt x="111" y="59"/>
                </a:cubicBezTo>
                <a:cubicBezTo>
                  <a:pt x="109" y="61"/>
                  <a:pt x="107" y="62"/>
                  <a:pt x="105" y="62"/>
                </a:cubicBezTo>
                <a:cubicBezTo>
                  <a:pt x="104" y="62"/>
                  <a:pt x="104" y="62"/>
                  <a:pt x="103" y="62"/>
                </a:cubicBezTo>
                <a:cubicBezTo>
                  <a:pt x="103" y="62"/>
                  <a:pt x="102" y="62"/>
                  <a:pt x="102" y="61"/>
                </a:cubicBezTo>
                <a:cubicBezTo>
                  <a:pt x="101" y="61"/>
                  <a:pt x="101" y="61"/>
                  <a:pt x="100" y="61"/>
                </a:cubicBezTo>
                <a:cubicBezTo>
                  <a:pt x="100" y="61"/>
                  <a:pt x="100" y="60"/>
                  <a:pt x="99" y="60"/>
                </a:cubicBezTo>
                <a:cubicBezTo>
                  <a:pt x="99" y="59"/>
                  <a:pt x="98" y="59"/>
                  <a:pt x="98" y="59"/>
                </a:cubicBezTo>
                <a:cubicBezTo>
                  <a:pt x="98" y="59"/>
                  <a:pt x="97" y="58"/>
                  <a:pt x="97" y="58"/>
                </a:cubicBezTo>
                <a:cubicBezTo>
                  <a:pt x="96" y="57"/>
                  <a:pt x="96" y="57"/>
                  <a:pt x="96" y="57"/>
                </a:cubicBezTo>
                <a:cubicBezTo>
                  <a:pt x="96" y="57"/>
                  <a:pt x="97" y="58"/>
                  <a:pt x="97" y="60"/>
                </a:cubicBezTo>
                <a:cubicBezTo>
                  <a:pt x="97" y="61"/>
                  <a:pt x="96" y="62"/>
                  <a:pt x="96" y="63"/>
                </a:cubicBezTo>
                <a:cubicBezTo>
                  <a:pt x="84" y="75"/>
                  <a:pt x="84" y="75"/>
                  <a:pt x="84" y="75"/>
                </a:cubicBezTo>
                <a:cubicBezTo>
                  <a:pt x="108" y="99"/>
                  <a:pt x="108" y="99"/>
                  <a:pt x="108" y="99"/>
                </a:cubicBezTo>
                <a:cubicBezTo>
                  <a:pt x="111" y="96"/>
                  <a:pt x="114" y="95"/>
                  <a:pt x="117" y="95"/>
                </a:cubicBezTo>
                <a:cubicBezTo>
                  <a:pt x="120" y="95"/>
                  <a:pt x="123" y="96"/>
                  <a:pt x="126" y="99"/>
                </a:cubicBezTo>
                <a:cubicBezTo>
                  <a:pt x="160" y="133"/>
                  <a:pt x="160" y="133"/>
                  <a:pt x="160" y="133"/>
                </a:cubicBezTo>
                <a:cubicBezTo>
                  <a:pt x="162" y="135"/>
                  <a:pt x="163" y="138"/>
                  <a:pt x="163" y="14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03" name="Freeform 206"/>
          <p:cNvSpPr>
            <a:spLocks noEditPoints="1"/>
          </p:cNvSpPr>
          <p:nvPr/>
        </p:nvSpPr>
        <p:spPr bwMode="auto">
          <a:xfrm>
            <a:off x="2496695" y="3555425"/>
            <a:ext cx="244204" cy="192339"/>
          </a:xfrm>
          <a:custGeom>
            <a:avLst/>
            <a:gdLst>
              <a:gd name="T0" fmla="*/ 156 w 170"/>
              <a:gd name="T1" fmla="*/ 131 h 134"/>
              <a:gd name="T2" fmla="*/ 19 w 170"/>
              <a:gd name="T3" fmla="*/ 134 h 134"/>
              <a:gd name="T4" fmla="*/ 0 w 170"/>
              <a:gd name="T5" fmla="*/ 85 h 134"/>
              <a:gd name="T6" fmla="*/ 25 w 170"/>
              <a:gd name="T7" fmla="*/ 25 h 134"/>
              <a:gd name="T8" fmla="*/ 85 w 170"/>
              <a:gd name="T9" fmla="*/ 0 h 134"/>
              <a:gd name="T10" fmla="*/ 145 w 170"/>
              <a:gd name="T11" fmla="*/ 25 h 134"/>
              <a:gd name="T12" fmla="*/ 170 w 170"/>
              <a:gd name="T13" fmla="*/ 85 h 134"/>
              <a:gd name="T14" fmla="*/ 36 w 170"/>
              <a:gd name="T15" fmla="*/ 85 h 134"/>
              <a:gd name="T16" fmla="*/ 24 w 170"/>
              <a:gd name="T17" fmla="*/ 73 h 134"/>
              <a:gd name="T18" fmla="*/ 12 w 170"/>
              <a:gd name="T19" fmla="*/ 85 h 134"/>
              <a:gd name="T20" fmla="*/ 24 w 170"/>
              <a:gd name="T21" fmla="*/ 97 h 134"/>
              <a:gd name="T22" fmla="*/ 51 w 170"/>
              <a:gd name="T23" fmla="*/ 51 h 134"/>
              <a:gd name="T24" fmla="*/ 51 w 170"/>
              <a:gd name="T25" fmla="*/ 34 h 134"/>
              <a:gd name="T26" fmla="*/ 34 w 170"/>
              <a:gd name="T27" fmla="*/ 34 h 134"/>
              <a:gd name="T28" fmla="*/ 34 w 170"/>
              <a:gd name="T29" fmla="*/ 51 h 134"/>
              <a:gd name="T30" fmla="*/ 51 w 170"/>
              <a:gd name="T31" fmla="*/ 51 h 134"/>
              <a:gd name="T32" fmla="*/ 105 w 170"/>
              <a:gd name="T33" fmla="*/ 52 h 134"/>
              <a:gd name="T34" fmla="*/ 100 w 170"/>
              <a:gd name="T35" fmla="*/ 45 h 134"/>
              <a:gd name="T36" fmla="*/ 93 w 170"/>
              <a:gd name="T37" fmla="*/ 49 h 134"/>
              <a:gd name="T38" fmla="*/ 73 w 170"/>
              <a:gd name="T39" fmla="*/ 89 h 134"/>
              <a:gd name="T40" fmla="*/ 69 w 170"/>
              <a:gd name="T41" fmla="*/ 112 h 134"/>
              <a:gd name="T42" fmla="*/ 94 w 170"/>
              <a:gd name="T43" fmla="*/ 119 h 134"/>
              <a:gd name="T44" fmla="*/ 102 w 170"/>
              <a:gd name="T45" fmla="*/ 97 h 134"/>
              <a:gd name="T46" fmla="*/ 93 w 170"/>
              <a:gd name="T47" fmla="*/ 33 h 134"/>
              <a:gd name="T48" fmla="*/ 93 w 170"/>
              <a:gd name="T49" fmla="*/ 16 h 134"/>
              <a:gd name="T50" fmla="*/ 76 w 170"/>
              <a:gd name="T51" fmla="*/ 16 h 134"/>
              <a:gd name="T52" fmla="*/ 76 w 170"/>
              <a:gd name="T53" fmla="*/ 33 h 134"/>
              <a:gd name="T54" fmla="*/ 93 w 170"/>
              <a:gd name="T55" fmla="*/ 33 h 134"/>
              <a:gd name="T56" fmla="*/ 139 w 170"/>
              <a:gd name="T57" fmla="*/ 43 h 134"/>
              <a:gd name="T58" fmla="*/ 127 w 170"/>
              <a:gd name="T59" fmla="*/ 31 h 134"/>
              <a:gd name="T60" fmla="*/ 115 w 170"/>
              <a:gd name="T61" fmla="*/ 43 h 134"/>
              <a:gd name="T62" fmla="*/ 127 w 170"/>
              <a:gd name="T63" fmla="*/ 55 h 134"/>
              <a:gd name="T64" fmla="*/ 154 w 170"/>
              <a:gd name="T65" fmla="*/ 94 h 134"/>
              <a:gd name="T66" fmla="*/ 154 w 170"/>
              <a:gd name="T67" fmla="*/ 77 h 134"/>
              <a:gd name="T68" fmla="*/ 137 w 170"/>
              <a:gd name="T69" fmla="*/ 77 h 134"/>
              <a:gd name="T70" fmla="*/ 137 w 170"/>
              <a:gd name="T71" fmla="*/ 94 h 134"/>
              <a:gd name="T72" fmla="*/ 154 w 170"/>
              <a:gd name="T73" fmla="*/ 94 h 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70" h="134">
                <a:moveTo>
                  <a:pt x="170" y="85"/>
                </a:moveTo>
                <a:cubicBezTo>
                  <a:pt x="170" y="102"/>
                  <a:pt x="165" y="117"/>
                  <a:pt x="156" y="131"/>
                </a:cubicBezTo>
                <a:cubicBezTo>
                  <a:pt x="155" y="133"/>
                  <a:pt x="153" y="134"/>
                  <a:pt x="151" y="134"/>
                </a:cubicBezTo>
                <a:cubicBezTo>
                  <a:pt x="19" y="134"/>
                  <a:pt x="19" y="134"/>
                  <a:pt x="19" y="134"/>
                </a:cubicBezTo>
                <a:cubicBezTo>
                  <a:pt x="16" y="134"/>
                  <a:pt x="15" y="133"/>
                  <a:pt x="13" y="131"/>
                </a:cubicBezTo>
                <a:cubicBezTo>
                  <a:pt x="5" y="117"/>
                  <a:pt x="0" y="102"/>
                  <a:pt x="0" y="85"/>
                </a:cubicBezTo>
                <a:cubicBezTo>
                  <a:pt x="0" y="74"/>
                  <a:pt x="2" y="63"/>
                  <a:pt x="7" y="52"/>
                </a:cubicBezTo>
                <a:cubicBezTo>
                  <a:pt x="11" y="42"/>
                  <a:pt x="17" y="33"/>
                  <a:pt x="25" y="25"/>
                </a:cubicBezTo>
                <a:cubicBezTo>
                  <a:pt x="32" y="18"/>
                  <a:pt x="41" y="12"/>
                  <a:pt x="52" y="7"/>
                </a:cubicBezTo>
                <a:cubicBezTo>
                  <a:pt x="62" y="3"/>
                  <a:pt x="73" y="0"/>
                  <a:pt x="85" y="0"/>
                </a:cubicBezTo>
                <a:cubicBezTo>
                  <a:pt x="96" y="0"/>
                  <a:pt x="107" y="3"/>
                  <a:pt x="118" y="7"/>
                </a:cubicBezTo>
                <a:cubicBezTo>
                  <a:pt x="128" y="12"/>
                  <a:pt x="137" y="18"/>
                  <a:pt x="145" y="25"/>
                </a:cubicBezTo>
                <a:cubicBezTo>
                  <a:pt x="152" y="33"/>
                  <a:pt x="158" y="42"/>
                  <a:pt x="163" y="52"/>
                </a:cubicBezTo>
                <a:cubicBezTo>
                  <a:pt x="167" y="63"/>
                  <a:pt x="170" y="74"/>
                  <a:pt x="170" y="85"/>
                </a:cubicBezTo>
                <a:close/>
                <a:moveTo>
                  <a:pt x="33" y="94"/>
                </a:moveTo>
                <a:cubicBezTo>
                  <a:pt x="35" y="91"/>
                  <a:pt x="36" y="88"/>
                  <a:pt x="36" y="85"/>
                </a:cubicBezTo>
                <a:cubicBezTo>
                  <a:pt x="36" y="82"/>
                  <a:pt x="35" y="79"/>
                  <a:pt x="33" y="77"/>
                </a:cubicBezTo>
                <a:cubicBezTo>
                  <a:pt x="30" y="74"/>
                  <a:pt x="28" y="73"/>
                  <a:pt x="24" y="73"/>
                </a:cubicBezTo>
                <a:cubicBezTo>
                  <a:pt x="21" y="73"/>
                  <a:pt x="18" y="74"/>
                  <a:pt x="16" y="77"/>
                </a:cubicBezTo>
                <a:cubicBezTo>
                  <a:pt x="13" y="79"/>
                  <a:pt x="12" y="82"/>
                  <a:pt x="12" y="85"/>
                </a:cubicBezTo>
                <a:cubicBezTo>
                  <a:pt x="12" y="88"/>
                  <a:pt x="13" y="91"/>
                  <a:pt x="16" y="94"/>
                </a:cubicBezTo>
                <a:cubicBezTo>
                  <a:pt x="18" y="96"/>
                  <a:pt x="21" y="97"/>
                  <a:pt x="24" y="97"/>
                </a:cubicBezTo>
                <a:cubicBezTo>
                  <a:pt x="28" y="97"/>
                  <a:pt x="30" y="96"/>
                  <a:pt x="33" y="94"/>
                </a:cubicBezTo>
                <a:close/>
                <a:moveTo>
                  <a:pt x="51" y="51"/>
                </a:moveTo>
                <a:cubicBezTo>
                  <a:pt x="53" y="49"/>
                  <a:pt x="55" y="46"/>
                  <a:pt x="55" y="43"/>
                </a:cubicBezTo>
                <a:cubicBezTo>
                  <a:pt x="55" y="39"/>
                  <a:pt x="53" y="37"/>
                  <a:pt x="51" y="34"/>
                </a:cubicBezTo>
                <a:cubicBezTo>
                  <a:pt x="49" y="32"/>
                  <a:pt x="46" y="31"/>
                  <a:pt x="42" y="31"/>
                </a:cubicBezTo>
                <a:cubicBezTo>
                  <a:pt x="39" y="31"/>
                  <a:pt x="36" y="32"/>
                  <a:pt x="34" y="34"/>
                </a:cubicBezTo>
                <a:cubicBezTo>
                  <a:pt x="32" y="37"/>
                  <a:pt x="30" y="39"/>
                  <a:pt x="30" y="43"/>
                </a:cubicBezTo>
                <a:cubicBezTo>
                  <a:pt x="30" y="46"/>
                  <a:pt x="32" y="49"/>
                  <a:pt x="34" y="51"/>
                </a:cubicBezTo>
                <a:cubicBezTo>
                  <a:pt x="36" y="54"/>
                  <a:pt x="39" y="55"/>
                  <a:pt x="42" y="55"/>
                </a:cubicBezTo>
                <a:cubicBezTo>
                  <a:pt x="46" y="55"/>
                  <a:pt x="49" y="54"/>
                  <a:pt x="51" y="51"/>
                </a:cubicBezTo>
                <a:close/>
                <a:moveTo>
                  <a:pt x="95" y="88"/>
                </a:moveTo>
                <a:cubicBezTo>
                  <a:pt x="105" y="52"/>
                  <a:pt x="105" y="52"/>
                  <a:pt x="105" y="52"/>
                </a:cubicBezTo>
                <a:cubicBezTo>
                  <a:pt x="105" y="51"/>
                  <a:pt x="105" y="49"/>
                  <a:pt x="104" y="48"/>
                </a:cubicBezTo>
                <a:cubicBezTo>
                  <a:pt x="103" y="46"/>
                  <a:pt x="102" y="45"/>
                  <a:pt x="100" y="45"/>
                </a:cubicBezTo>
                <a:cubicBezTo>
                  <a:pt x="99" y="44"/>
                  <a:pt x="97" y="45"/>
                  <a:pt x="96" y="45"/>
                </a:cubicBezTo>
                <a:cubicBezTo>
                  <a:pt x="94" y="46"/>
                  <a:pt x="93" y="47"/>
                  <a:pt x="93" y="49"/>
                </a:cubicBezTo>
                <a:cubicBezTo>
                  <a:pt x="83" y="85"/>
                  <a:pt x="83" y="85"/>
                  <a:pt x="83" y="85"/>
                </a:cubicBezTo>
                <a:cubicBezTo>
                  <a:pt x="80" y="86"/>
                  <a:pt x="76" y="87"/>
                  <a:pt x="73" y="89"/>
                </a:cubicBezTo>
                <a:cubicBezTo>
                  <a:pt x="70" y="92"/>
                  <a:pt x="68" y="95"/>
                  <a:pt x="67" y="99"/>
                </a:cubicBezTo>
                <a:cubicBezTo>
                  <a:pt x="66" y="104"/>
                  <a:pt x="67" y="108"/>
                  <a:pt x="69" y="112"/>
                </a:cubicBezTo>
                <a:cubicBezTo>
                  <a:pt x="72" y="117"/>
                  <a:pt x="75" y="120"/>
                  <a:pt x="80" y="121"/>
                </a:cubicBezTo>
                <a:cubicBezTo>
                  <a:pt x="85" y="122"/>
                  <a:pt x="90" y="122"/>
                  <a:pt x="94" y="119"/>
                </a:cubicBezTo>
                <a:cubicBezTo>
                  <a:pt x="98" y="116"/>
                  <a:pt x="101" y="113"/>
                  <a:pt x="102" y="108"/>
                </a:cubicBezTo>
                <a:cubicBezTo>
                  <a:pt x="103" y="104"/>
                  <a:pt x="103" y="100"/>
                  <a:pt x="102" y="97"/>
                </a:cubicBezTo>
                <a:cubicBezTo>
                  <a:pt x="100" y="93"/>
                  <a:pt x="98" y="90"/>
                  <a:pt x="95" y="88"/>
                </a:cubicBezTo>
                <a:close/>
                <a:moveTo>
                  <a:pt x="93" y="33"/>
                </a:moveTo>
                <a:cubicBezTo>
                  <a:pt x="96" y="31"/>
                  <a:pt x="97" y="28"/>
                  <a:pt x="97" y="25"/>
                </a:cubicBezTo>
                <a:cubicBezTo>
                  <a:pt x="97" y="21"/>
                  <a:pt x="96" y="18"/>
                  <a:pt x="93" y="16"/>
                </a:cubicBezTo>
                <a:cubicBezTo>
                  <a:pt x="91" y="14"/>
                  <a:pt x="88" y="13"/>
                  <a:pt x="85" y="13"/>
                </a:cubicBezTo>
                <a:cubicBezTo>
                  <a:pt x="81" y="13"/>
                  <a:pt x="79" y="14"/>
                  <a:pt x="76" y="16"/>
                </a:cubicBezTo>
                <a:cubicBezTo>
                  <a:pt x="74" y="18"/>
                  <a:pt x="73" y="21"/>
                  <a:pt x="73" y="25"/>
                </a:cubicBezTo>
                <a:cubicBezTo>
                  <a:pt x="73" y="28"/>
                  <a:pt x="74" y="31"/>
                  <a:pt x="76" y="33"/>
                </a:cubicBezTo>
                <a:cubicBezTo>
                  <a:pt x="79" y="36"/>
                  <a:pt x="81" y="37"/>
                  <a:pt x="85" y="37"/>
                </a:cubicBezTo>
                <a:cubicBezTo>
                  <a:pt x="88" y="37"/>
                  <a:pt x="91" y="36"/>
                  <a:pt x="93" y="33"/>
                </a:cubicBezTo>
                <a:close/>
                <a:moveTo>
                  <a:pt x="136" y="51"/>
                </a:moveTo>
                <a:cubicBezTo>
                  <a:pt x="138" y="49"/>
                  <a:pt x="139" y="46"/>
                  <a:pt x="139" y="43"/>
                </a:cubicBezTo>
                <a:cubicBezTo>
                  <a:pt x="139" y="39"/>
                  <a:pt x="138" y="37"/>
                  <a:pt x="136" y="34"/>
                </a:cubicBezTo>
                <a:cubicBezTo>
                  <a:pt x="133" y="32"/>
                  <a:pt x="131" y="31"/>
                  <a:pt x="127" y="31"/>
                </a:cubicBezTo>
                <a:cubicBezTo>
                  <a:pt x="124" y="31"/>
                  <a:pt x="121" y="32"/>
                  <a:pt x="119" y="34"/>
                </a:cubicBezTo>
                <a:cubicBezTo>
                  <a:pt x="116" y="37"/>
                  <a:pt x="115" y="39"/>
                  <a:pt x="115" y="43"/>
                </a:cubicBezTo>
                <a:cubicBezTo>
                  <a:pt x="115" y="46"/>
                  <a:pt x="116" y="49"/>
                  <a:pt x="119" y="51"/>
                </a:cubicBezTo>
                <a:cubicBezTo>
                  <a:pt x="121" y="54"/>
                  <a:pt x="124" y="55"/>
                  <a:pt x="127" y="55"/>
                </a:cubicBezTo>
                <a:cubicBezTo>
                  <a:pt x="131" y="55"/>
                  <a:pt x="133" y="54"/>
                  <a:pt x="136" y="51"/>
                </a:cubicBezTo>
                <a:close/>
                <a:moveTo>
                  <a:pt x="154" y="94"/>
                </a:moveTo>
                <a:cubicBezTo>
                  <a:pt x="156" y="91"/>
                  <a:pt x="157" y="88"/>
                  <a:pt x="157" y="85"/>
                </a:cubicBezTo>
                <a:cubicBezTo>
                  <a:pt x="157" y="82"/>
                  <a:pt x="156" y="79"/>
                  <a:pt x="154" y="77"/>
                </a:cubicBezTo>
                <a:cubicBezTo>
                  <a:pt x="152" y="74"/>
                  <a:pt x="149" y="73"/>
                  <a:pt x="145" y="73"/>
                </a:cubicBezTo>
                <a:cubicBezTo>
                  <a:pt x="142" y="73"/>
                  <a:pt x="139" y="74"/>
                  <a:pt x="137" y="77"/>
                </a:cubicBezTo>
                <a:cubicBezTo>
                  <a:pt x="134" y="79"/>
                  <a:pt x="133" y="82"/>
                  <a:pt x="133" y="85"/>
                </a:cubicBezTo>
                <a:cubicBezTo>
                  <a:pt x="133" y="88"/>
                  <a:pt x="134" y="91"/>
                  <a:pt x="137" y="94"/>
                </a:cubicBezTo>
                <a:cubicBezTo>
                  <a:pt x="139" y="96"/>
                  <a:pt x="142" y="97"/>
                  <a:pt x="145" y="97"/>
                </a:cubicBezTo>
                <a:cubicBezTo>
                  <a:pt x="149" y="97"/>
                  <a:pt x="152" y="96"/>
                  <a:pt x="154" y="9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04" name="Freeform 207"/>
          <p:cNvSpPr>
            <a:spLocks noEditPoints="1"/>
          </p:cNvSpPr>
          <p:nvPr/>
        </p:nvSpPr>
        <p:spPr bwMode="auto">
          <a:xfrm>
            <a:off x="2803569" y="3555425"/>
            <a:ext cx="242043" cy="209627"/>
          </a:xfrm>
          <a:custGeom>
            <a:avLst/>
            <a:gdLst>
              <a:gd name="T0" fmla="*/ 158 w 170"/>
              <a:gd name="T1" fmla="*/ 31 h 146"/>
              <a:gd name="T2" fmla="*/ 170 w 170"/>
              <a:gd name="T3" fmla="*/ 61 h 146"/>
              <a:gd name="T4" fmla="*/ 158 w 170"/>
              <a:gd name="T5" fmla="*/ 91 h 146"/>
              <a:gd name="T6" fmla="*/ 128 w 170"/>
              <a:gd name="T7" fmla="*/ 113 h 146"/>
              <a:gd name="T8" fmla="*/ 85 w 170"/>
              <a:gd name="T9" fmla="*/ 121 h 146"/>
              <a:gd name="T10" fmla="*/ 71 w 170"/>
              <a:gd name="T11" fmla="*/ 121 h 146"/>
              <a:gd name="T12" fmla="*/ 28 w 170"/>
              <a:gd name="T13" fmla="*/ 144 h 146"/>
              <a:gd name="T14" fmla="*/ 17 w 170"/>
              <a:gd name="T15" fmla="*/ 146 h 146"/>
              <a:gd name="T16" fmla="*/ 17 w 170"/>
              <a:gd name="T17" fmla="*/ 146 h 146"/>
              <a:gd name="T18" fmla="*/ 14 w 170"/>
              <a:gd name="T19" fmla="*/ 145 h 146"/>
              <a:gd name="T20" fmla="*/ 12 w 170"/>
              <a:gd name="T21" fmla="*/ 142 h 146"/>
              <a:gd name="T22" fmla="*/ 12 w 170"/>
              <a:gd name="T23" fmla="*/ 142 h 146"/>
              <a:gd name="T24" fmla="*/ 12 w 170"/>
              <a:gd name="T25" fmla="*/ 141 h 146"/>
              <a:gd name="T26" fmla="*/ 13 w 170"/>
              <a:gd name="T27" fmla="*/ 140 h 146"/>
              <a:gd name="T28" fmla="*/ 13 w 170"/>
              <a:gd name="T29" fmla="*/ 139 h 146"/>
              <a:gd name="T30" fmla="*/ 14 w 170"/>
              <a:gd name="T31" fmla="*/ 138 h 146"/>
              <a:gd name="T32" fmla="*/ 14 w 170"/>
              <a:gd name="T33" fmla="*/ 137 h 146"/>
              <a:gd name="T34" fmla="*/ 15 w 170"/>
              <a:gd name="T35" fmla="*/ 136 h 146"/>
              <a:gd name="T36" fmla="*/ 18 w 170"/>
              <a:gd name="T37" fmla="*/ 133 h 146"/>
              <a:gd name="T38" fmla="*/ 21 w 170"/>
              <a:gd name="T39" fmla="*/ 130 h 146"/>
              <a:gd name="T40" fmla="*/ 24 w 170"/>
              <a:gd name="T41" fmla="*/ 126 h 146"/>
              <a:gd name="T42" fmla="*/ 27 w 170"/>
              <a:gd name="T43" fmla="*/ 121 h 146"/>
              <a:gd name="T44" fmla="*/ 30 w 170"/>
              <a:gd name="T45" fmla="*/ 115 h 146"/>
              <a:gd name="T46" fmla="*/ 32 w 170"/>
              <a:gd name="T47" fmla="*/ 108 h 146"/>
              <a:gd name="T48" fmla="*/ 9 w 170"/>
              <a:gd name="T49" fmla="*/ 88 h 146"/>
              <a:gd name="T50" fmla="*/ 0 w 170"/>
              <a:gd name="T51" fmla="*/ 61 h 146"/>
              <a:gd name="T52" fmla="*/ 12 w 170"/>
              <a:gd name="T53" fmla="*/ 31 h 146"/>
              <a:gd name="T54" fmla="*/ 42 w 170"/>
              <a:gd name="T55" fmla="*/ 9 h 146"/>
              <a:gd name="T56" fmla="*/ 85 w 170"/>
              <a:gd name="T57" fmla="*/ 0 h 146"/>
              <a:gd name="T58" fmla="*/ 128 w 170"/>
              <a:gd name="T59" fmla="*/ 9 h 146"/>
              <a:gd name="T60" fmla="*/ 158 w 170"/>
              <a:gd name="T61" fmla="*/ 31 h 146"/>
              <a:gd name="T62" fmla="*/ 121 w 170"/>
              <a:gd name="T63" fmla="*/ 19 h 146"/>
              <a:gd name="T64" fmla="*/ 85 w 170"/>
              <a:gd name="T65" fmla="*/ 13 h 146"/>
              <a:gd name="T66" fmla="*/ 49 w 170"/>
              <a:gd name="T67" fmla="*/ 19 h 146"/>
              <a:gd name="T68" fmla="*/ 22 w 170"/>
              <a:gd name="T69" fmla="*/ 37 h 146"/>
              <a:gd name="T70" fmla="*/ 12 w 170"/>
              <a:gd name="T71" fmla="*/ 61 h 146"/>
              <a:gd name="T72" fmla="*/ 19 w 170"/>
              <a:gd name="T73" fmla="*/ 81 h 146"/>
              <a:gd name="T74" fmla="*/ 38 w 170"/>
              <a:gd name="T75" fmla="*/ 98 h 146"/>
              <a:gd name="T76" fmla="*/ 46 w 170"/>
              <a:gd name="T77" fmla="*/ 102 h 146"/>
              <a:gd name="T78" fmla="*/ 44 w 170"/>
              <a:gd name="T79" fmla="*/ 112 h 146"/>
              <a:gd name="T80" fmla="*/ 37 w 170"/>
              <a:gd name="T81" fmla="*/ 128 h 146"/>
              <a:gd name="T82" fmla="*/ 63 w 170"/>
              <a:gd name="T83" fmla="*/ 112 h 146"/>
              <a:gd name="T84" fmla="*/ 67 w 170"/>
              <a:gd name="T85" fmla="*/ 108 h 146"/>
              <a:gd name="T86" fmla="*/ 73 w 170"/>
              <a:gd name="T87" fmla="*/ 109 h 146"/>
              <a:gd name="T88" fmla="*/ 85 w 170"/>
              <a:gd name="T89" fmla="*/ 109 h 146"/>
              <a:gd name="T90" fmla="*/ 121 w 170"/>
              <a:gd name="T91" fmla="*/ 103 h 146"/>
              <a:gd name="T92" fmla="*/ 148 w 170"/>
              <a:gd name="T93" fmla="*/ 85 h 146"/>
              <a:gd name="T94" fmla="*/ 158 w 170"/>
              <a:gd name="T95" fmla="*/ 61 h 146"/>
              <a:gd name="T96" fmla="*/ 148 w 170"/>
              <a:gd name="T97" fmla="*/ 37 h 146"/>
              <a:gd name="T98" fmla="*/ 121 w 170"/>
              <a:gd name="T99" fmla="*/ 19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70" h="146">
                <a:moveTo>
                  <a:pt x="158" y="31"/>
                </a:moveTo>
                <a:cubicBezTo>
                  <a:pt x="166" y="40"/>
                  <a:pt x="170" y="50"/>
                  <a:pt x="170" y="61"/>
                </a:cubicBezTo>
                <a:cubicBezTo>
                  <a:pt x="170" y="72"/>
                  <a:pt x="166" y="82"/>
                  <a:pt x="158" y="91"/>
                </a:cubicBezTo>
                <a:cubicBezTo>
                  <a:pt x="151" y="101"/>
                  <a:pt x="140" y="108"/>
                  <a:pt x="128" y="113"/>
                </a:cubicBezTo>
                <a:cubicBezTo>
                  <a:pt x="115" y="119"/>
                  <a:pt x="100" y="121"/>
                  <a:pt x="85" y="121"/>
                </a:cubicBezTo>
                <a:cubicBezTo>
                  <a:pt x="81" y="121"/>
                  <a:pt x="76" y="121"/>
                  <a:pt x="71" y="121"/>
                </a:cubicBezTo>
                <a:cubicBezTo>
                  <a:pt x="59" y="132"/>
                  <a:pt x="44" y="139"/>
                  <a:pt x="28" y="144"/>
                </a:cubicBezTo>
                <a:cubicBezTo>
                  <a:pt x="25" y="144"/>
                  <a:pt x="21" y="145"/>
                  <a:pt x="17" y="146"/>
                </a:cubicBezTo>
                <a:cubicBezTo>
                  <a:pt x="17" y="146"/>
                  <a:pt x="17" y="146"/>
                  <a:pt x="17" y="146"/>
                </a:cubicBezTo>
                <a:cubicBezTo>
                  <a:pt x="16" y="146"/>
                  <a:pt x="15" y="145"/>
                  <a:pt x="14" y="145"/>
                </a:cubicBezTo>
                <a:cubicBezTo>
                  <a:pt x="13" y="144"/>
                  <a:pt x="13" y="143"/>
                  <a:pt x="12" y="142"/>
                </a:cubicBezTo>
                <a:cubicBezTo>
                  <a:pt x="12" y="142"/>
                  <a:pt x="12" y="142"/>
                  <a:pt x="12" y="142"/>
                </a:cubicBezTo>
                <a:cubicBezTo>
                  <a:pt x="12" y="142"/>
                  <a:pt x="12" y="141"/>
                  <a:pt x="12" y="141"/>
                </a:cubicBezTo>
                <a:cubicBezTo>
                  <a:pt x="13" y="140"/>
                  <a:pt x="13" y="140"/>
                  <a:pt x="13" y="140"/>
                </a:cubicBezTo>
                <a:cubicBezTo>
                  <a:pt x="13" y="140"/>
                  <a:pt x="13" y="139"/>
                  <a:pt x="13" y="139"/>
                </a:cubicBezTo>
                <a:cubicBezTo>
                  <a:pt x="13" y="139"/>
                  <a:pt x="14" y="138"/>
                  <a:pt x="14" y="138"/>
                </a:cubicBezTo>
                <a:cubicBezTo>
                  <a:pt x="14" y="138"/>
                  <a:pt x="14" y="138"/>
                  <a:pt x="14" y="137"/>
                </a:cubicBezTo>
                <a:cubicBezTo>
                  <a:pt x="15" y="137"/>
                  <a:pt x="15" y="137"/>
                  <a:pt x="15" y="136"/>
                </a:cubicBezTo>
                <a:cubicBezTo>
                  <a:pt x="15" y="136"/>
                  <a:pt x="16" y="135"/>
                  <a:pt x="18" y="133"/>
                </a:cubicBezTo>
                <a:cubicBezTo>
                  <a:pt x="19" y="132"/>
                  <a:pt x="21" y="130"/>
                  <a:pt x="21" y="130"/>
                </a:cubicBezTo>
                <a:cubicBezTo>
                  <a:pt x="22" y="129"/>
                  <a:pt x="23" y="128"/>
                  <a:pt x="24" y="126"/>
                </a:cubicBezTo>
                <a:cubicBezTo>
                  <a:pt x="25" y="124"/>
                  <a:pt x="26" y="123"/>
                  <a:pt x="27" y="121"/>
                </a:cubicBezTo>
                <a:cubicBezTo>
                  <a:pt x="28" y="120"/>
                  <a:pt x="29" y="118"/>
                  <a:pt x="30" y="115"/>
                </a:cubicBezTo>
                <a:cubicBezTo>
                  <a:pt x="31" y="113"/>
                  <a:pt x="32" y="111"/>
                  <a:pt x="32" y="108"/>
                </a:cubicBezTo>
                <a:cubicBezTo>
                  <a:pt x="22" y="103"/>
                  <a:pt x="15" y="96"/>
                  <a:pt x="9" y="88"/>
                </a:cubicBezTo>
                <a:cubicBezTo>
                  <a:pt x="3" y="79"/>
                  <a:pt x="0" y="70"/>
                  <a:pt x="0" y="61"/>
                </a:cubicBezTo>
                <a:cubicBezTo>
                  <a:pt x="0" y="50"/>
                  <a:pt x="4" y="40"/>
                  <a:pt x="12" y="31"/>
                </a:cubicBezTo>
                <a:cubicBezTo>
                  <a:pt x="19" y="21"/>
                  <a:pt x="29" y="14"/>
                  <a:pt x="42" y="9"/>
                </a:cubicBezTo>
                <a:cubicBezTo>
                  <a:pt x="55" y="3"/>
                  <a:pt x="70" y="0"/>
                  <a:pt x="85" y="0"/>
                </a:cubicBezTo>
                <a:cubicBezTo>
                  <a:pt x="100" y="0"/>
                  <a:pt x="115" y="3"/>
                  <a:pt x="128" y="9"/>
                </a:cubicBezTo>
                <a:cubicBezTo>
                  <a:pt x="140" y="14"/>
                  <a:pt x="151" y="21"/>
                  <a:pt x="158" y="31"/>
                </a:cubicBezTo>
                <a:close/>
                <a:moveTo>
                  <a:pt x="121" y="19"/>
                </a:moveTo>
                <a:cubicBezTo>
                  <a:pt x="110" y="15"/>
                  <a:pt x="98" y="13"/>
                  <a:pt x="85" y="13"/>
                </a:cubicBezTo>
                <a:cubicBezTo>
                  <a:pt x="72" y="13"/>
                  <a:pt x="60" y="15"/>
                  <a:pt x="49" y="19"/>
                </a:cubicBezTo>
                <a:cubicBezTo>
                  <a:pt x="38" y="23"/>
                  <a:pt x="29" y="29"/>
                  <a:pt x="22" y="37"/>
                </a:cubicBezTo>
                <a:cubicBezTo>
                  <a:pt x="16" y="44"/>
                  <a:pt x="12" y="52"/>
                  <a:pt x="12" y="61"/>
                </a:cubicBezTo>
                <a:cubicBezTo>
                  <a:pt x="12" y="68"/>
                  <a:pt x="15" y="75"/>
                  <a:pt x="19" y="81"/>
                </a:cubicBezTo>
                <a:cubicBezTo>
                  <a:pt x="24" y="88"/>
                  <a:pt x="30" y="93"/>
                  <a:pt x="38" y="98"/>
                </a:cubicBezTo>
                <a:cubicBezTo>
                  <a:pt x="46" y="102"/>
                  <a:pt x="46" y="102"/>
                  <a:pt x="46" y="102"/>
                </a:cubicBezTo>
                <a:cubicBezTo>
                  <a:pt x="44" y="112"/>
                  <a:pt x="44" y="112"/>
                  <a:pt x="44" y="112"/>
                </a:cubicBezTo>
                <a:cubicBezTo>
                  <a:pt x="42" y="117"/>
                  <a:pt x="40" y="123"/>
                  <a:pt x="37" y="128"/>
                </a:cubicBezTo>
                <a:cubicBezTo>
                  <a:pt x="47" y="124"/>
                  <a:pt x="55" y="118"/>
                  <a:pt x="63" y="112"/>
                </a:cubicBezTo>
                <a:cubicBezTo>
                  <a:pt x="67" y="108"/>
                  <a:pt x="67" y="108"/>
                  <a:pt x="67" y="108"/>
                </a:cubicBezTo>
                <a:cubicBezTo>
                  <a:pt x="73" y="109"/>
                  <a:pt x="73" y="109"/>
                  <a:pt x="73" y="109"/>
                </a:cubicBezTo>
                <a:cubicBezTo>
                  <a:pt x="77" y="109"/>
                  <a:pt x="81" y="109"/>
                  <a:pt x="85" y="109"/>
                </a:cubicBezTo>
                <a:cubicBezTo>
                  <a:pt x="98" y="109"/>
                  <a:pt x="110" y="107"/>
                  <a:pt x="121" y="103"/>
                </a:cubicBezTo>
                <a:cubicBezTo>
                  <a:pt x="132" y="98"/>
                  <a:pt x="141" y="92"/>
                  <a:pt x="148" y="85"/>
                </a:cubicBezTo>
                <a:cubicBezTo>
                  <a:pt x="154" y="78"/>
                  <a:pt x="158" y="70"/>
                  <a:pt x="158" y="61"/>
                </a:cubicBezTo>
                <a:cubicBezTo>
                  <a:pt x="158" y="52"/>
                  <a:pt x="154" y="44"/>
                  <a:pt x="148" y="37"/>
                </a:cubicBezTo>
                <a:cubicBezTo>
                  <a:pt x="141" y="29"/>
                  <a:pt x="132" y="23"/>
                  <a:pt x="121" y="1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05" name="Freeform 208"/>
          <p:cNvSpPr>
            <a:spLocks noEditPoints="1"/>
          </p:cNvSpPr>
          <p:nvPr/>
        </p:nvSpPr>
        <p:spPr bwMode="auto">
          <a:xfrm>
            <a:off x="3110447" y="3555425"/>
            <a:ext cx="242043" cy="192339"/>
          </a:xfrm>
          <a:custGeom>
            <a:avLst/>
            <a:gdLst>
              <a:gd name="T0" fmla="*/ 67 w 170"/>
              <a:gd name="T1" fmla="*/ 0 h 134"/>
              <a:gd name="T2" fmla="*/ 125 w 170"/>
              <a:gd name="T3" fmla="*/ 25 h 134"/>
              <a:gd name="T4" fmla="*/ 125 w 170"/>
              <a:gd name="T5" fmla="*/ 73 h 134"/>
              <a:gd name="T6" fmla="*/ 67 w 170"/>
              <a:gd name="T7" fmla="*/ 97 h 134"/>
              <a:gd name="T8" fmla="*/ 24 w 170"/>
              <a:gd name="T9" fmla="*/ 108 h 134"/>
              <a:gd name="T10" fmla="*/ 16 w 170"/>
              <a:gd name="T11" fmla="*/ 109 h 134"/>
              <a:gd name="T12" fmla="*/ 13 w 170"/>
              <a:gd name="T13" fmla="*/ 107 h 134"/>
              <a:gd name="T14" fmla="*/ 13 w 170"/>
              <a:gd name="T15" fmla="*/ 105 h 134"/>
              <a:gd name="T16" fmla="*/ 13 w 170"/>
              <a:gd name="T17" fmla="*/ 104 h 134"/>
              <a:gd name="T18" fmla="*/ 14 w 170"/>
              <a:gd name="T19" fmla="*/ 103 h 134"/>
              <a:gd name="T20" fmla="*/ 15 w 170"/>
              <a:gd name="T21" fmla="*/ 102 h 134"/>
              <a:gd name="T22" fmla="*/ 19 w 170"/>
              <a:gd name="T23" fmla="*/ 97 h 134"/>
              <a:gd name="T24" fmla="*/ 24 w 170"/>
              <a:gd name="T25" fmla="*/ 91 h 134"/>
              <a:gd name="T26" fmla="*/ 7 w 170"/>
              <a:gd name="T27" fmla="*/ 70 h 134"/>
              <a:gd name="T28" fmla="*/ 9 w 170"/>
              <a:gd name="T29" fmla="*/ 25 h 134"/>
              <a:gd name="T30" fmla="*/ 94 w 170"/>
              <a:gd name="T31" fmla="*/ 17 h 134"/>
              <a:gd name="T32" fmla="*/ 40 w 170"/>
              <a:gd name="T33" fmla="*/ 17 h 134"/>
              <a:gd name="T34" fmla="*/ 13 w 170"/>
              <a:gd name="T35" fmla="*/ 49 h 134"/>
              <a:gd name="T36" fmla="*/ 32 w 170"/>
              <a:gd name="T37" fmla="*/ 76 h 134"/>
              <a:gd name="T38" fmla="*/ 37 w 170"/>
              <a:gd name="T39" fmla="*/ 89 h 134"/>
              <a:gd name="T40" fmla="*/ 47 w 170"/>
              <a:gd name="T41" fmla="*/ 83 h 134"/>
              <a:gd name="T42" fmla="*/ 67 w 170"/>
              <a:gd name="T43" fmla="*/ 85 h 134"/>
              <a:gd name="T44" fmla="*/ 114 w 170"/>
              <a:gd name="T45" fmla="*/ 67 h 134"/>
              <a:gd name="T46" fmla="*/ 114 w 170"/>
              <a:gd name="T47" fmla="*/ 31 h 134"/>
              <a:gd name="T48" fmla="*/ 145 w 170"/>
              <a:gd name="T49" fmla="*/ 111 h 134"/>
              <a:gd name="T50" fmla="*/ 149 w 170"/>
              <a:gd name="T51" fmla="*/ 119 h 134"/>
              <a:gd name="T52" fmla="*/ 154 w 170"/>
              <a:gd name="T53" fmla="*/ 124 h 134"/>
              <a:gd name="T54" fmla="*/ 156 w 170"/>
              <a:gd name="T55" fmla="*/ 127 h 134"/>
              <a:gd name="T56" fmla="*/ 157 w 170"/>
              <a:gd name="T57" fmla="*/ 128 h 134"/>
              <a:gd name="T58" fmla="*/ 158 w 170"/>
              <a:gd name="T59" fmla="*/ 129 h 134"/>
              <a:gd name="T60" fmla="*/ 158 w 170"/>
              <a:gd name="T61" fmla="*/ 130 h 134"/>
              <a:gd name="T62" fmla="*/ 156 w 170"/>
              <a:gd name="T63" fmla="*/ 133 h 134"/>
              <a:gd name="T64" fmla="*/ 146 w 170"/>
              <a:gd name="T65" fmla="*/ 132 h 134"/>
              <a:gd name="T66" fmla="*/ 103 w 170"/>
              <a:gd name="T67" fmla="*/ 121 h 134"/>
              <a:gd name="T68" fmla="*/ 67 w 170"/>
              <a:gd name="T69" fmla="*/ 109 h 134"/>
              <a:gd name="T70" fmla="*/ 121 w 170"/>
              <a:gd name="T71" fmla="*/ 93 h 134"/>
              <a:gd name="T72" fmla="*/ 146 w 170"/>
              <a:gd name="T73" fmla="*/ 49 h 134"/>
              <a:gd name="T74" fmla="*/ 163 w 170"/>
              <a:gd name="T75" fmla="*/ 51 h 134"/>
              <a:gd name="T76" fmla="*/ 163 w 170"/>
              <a:gd name="T77" fmla="*/ 94 h 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70" h="134">
                <a:moveTo>
                  <a:pt x="34" y="7"/>
                </a:moveTo>
                <a:cubicBezTo>
                  <a:pt x="44" y="3"/>
                  <a:pt x="55" y="0"/>
                  <a:pt x="67" y="0"/>
                </a:cubicBezTo>
                <a:cubicBezTo>
                  <a:pt x="79" y="0"/>
                  <a:pt x="90" y="3"/>
                  <a:pt x="100" y="7"/>
                </a:cubicBezTo>
                <a:cubicBezTo>
                  <a:pt x="111" y="11"/>
                  <a:pt x="119" y="17"/>
                  <a:pt x="125" y="25"/>
                </a:cubicBezTo>
                <a:cubicBezTo>
                  <a:pt x="131" y="32"/>
                  <a:pt x="134" y="40"/>
                  <a:pt x="134" y="49"/>
                </a:cubicBezTo>
                <a:cubicBezTo>
                  <a:pt x="134" y="58"/>
                  <a:pt x="131" y="66"/>
                  <a:pt x="125" y="73"/>
                </a:cubicBezTo>
                <a:cubicBezTo>
                  <a:pt x="119" y="81"/>
                  <a:pt x="111" y="86"/>
                  <a:pt x="100" y="91"/>
                </a:cubicBezTo>
                <a:cubicBezTo>
                  <a:pt x="90" y="95"/>
                  <a:pt x="79" y="97"/>
                  <a:pt x="67" y="97"/>
                </a:cubicBezTo>
                <a:cubicBezTo>
                  <a:pt x="62" y="97"/>
                  <a:pt x="56" y="97"/>
                  <a:pt x="50" y="96"/>
                </a:cubicBezTo>
                <a:cubicBezTo>
                  <a:pt x="43" y="101"/>
                  <a:pt x="34" y="105"/>
                  <a:pt x="24" y="108"/>
                </a:cubicBezTo>
                <a:cubicBezTo>
                  <a:pt x="22" y="108"/>
                  <a:pt x="19" y="109"/>
                  <a:pt x="16" y="109"/>
                </a:cubicBezTo>
                <a:cubicBezTo>
                  <a:pt x="16" y="109"/>
                  <a:pt x="16" y="109"/>
                  <a:pt x="16" y="109"/>
                </a:cubicBezTo>
                <a:cubicBezTo>
                  <a:pt x="15" y="109"/>
                  <a:pt x="14" y="109"/>
                  <a:pt x="14" y="109"/>
                </a:cubicBezTo>
                <a:cubicBezTo>
                  <a:pt x="13" y="108"/>
                  <a:pt x="13" y="107"/>
                  <a:pt x="13" y="107"/>
                </a:cubicBezTo>
                <a:cubicBezTo>
                  <a:pt x="13" y="106"/>
                  <a:pt x="13" y="106"/>
                  <a:pt x="13" y="106"/>
                </a:cubicBezTo>
                <a:cubicBezTo>
                  <a:pt x="13" y="106"/>
                  <a:pt x="13" y="106"/>
                  <a:pt x="13" y="105"/>
                </a:cubicBezTo>
                <a:cubicBezTo>
                  <a:pt x="13" y="105"/>
                  <a:pt x="13" y="105"/>
                  <a:pt x="13" y="105"/>
                </a:cubicBezTo>
                <a:cubicBezTo>
                  <a:pt x="13" y="105"/>
                  <a:pt x="13" y="104"/>
                  <a:pt x="13" y="104"/>
                </a:cubicBezTo>
                <a:cubicBezTo>
                  <a:pt x="13" y="104"/>
                  <a:pt x="13" y="104"/>
                  <a:pt x="13" y="104"/>
                </a:cubicBezTo>
                <a:cubicBezTo>
                  <a:pt x="13" y="104"/>
                  <a:pt x="14" y="103"/>
                  <a:pt x="14" y="103"/>
                </a:cubicBezTo>
                <a:cubicBezTo>
                  <a:pt x="14" y="103"/>
                  <a:pt x="14" y="103"/>
                  <a:pt x="14" y="103"/>
                </a:cubicBezTo>
                <a:cubicBezTo>
                  <a:pt x="14" y="103"/>
                  <a:pt x="14" y="103"/>
                  <a:pt x="15" y="102"/>
                </a:cubicBezTo>
                <a:cubicBezTo>
                  <a:pt x="15" y="102"/>
                  <a:pt x="16" y="101"/>
                  <a:pt x="17" y="100"/>
                </a:cubicBezTo>
                <a:cubicBezTo>
                  <a:pt x="18" y="99"/>
                  <a:pt x="19" y="98"/>
                  <a:pt x="19" y="97"/>
                </a:cubicBezTo>
                <a:cubicBezTo>
                  <a:pt x="20" y="97"/>
                  <a:pt x="20" y="96"/>
                  <a:pt x="21" y="95"/>
                </a:cubicBezTo>
                <a:cubicBezTo>
                  <a:pt x="22" y="93"/>
                  <a:pt x="23" y="92"/>
                  <a:pt x="24" y="91"/>
                </a:cubicBezTo>
                <a:cubicBezTo>
                  <a:pt x="24" y="90"/>
                  <a:pt x="25" y="88"/>
                  <a:pt x="26" y="87"/>
                </a:cubicBezTo>
                <a:cubicBezTo>
                  <a:pt x="18" y="82"/>
                  <a:pt x="12" y="77"/>
                  <a:pt x="7" y="70"/>
                </a:cubicBezTo>
                <a:cubicBezTo>
                  <a:pt x="3" y="63"/>
                  <a:pt x="0" y="56"/>
                  <a:pt x="0" y="49"/>
                </a:cubicBezTo>
                <a:cubicBezTo>
                  <a:pt x="0" y="40"/>
                  <a:pt x="3" y="32"/>
                  <a:pt x="9" y="25"/>
                </a:cubicBezTo>
                <a:cubicBezTo>
                  <a:pt x="15" y="17"/>
                  <a:pt x="23" y="11"/>
                  <a:pt x="34" y="7"/>
                </a:cubicBezTo>
                <a:close/>
                <a:moveTo>
                  <a:pt x="94" y="17"/>
                </a:moveTo>
                <a:cubicBezTo>
                  <a:pt x="86" y="14"/>
                  <a:pt x="77" y="13"/>
                  <a:pt x="67" y="13"/>
                </a:cubicBezTo>
                <a:cubicBezTo>
                  <a:pt x="57" y="13"/>
                  <a:pt x="48" y="14"/>
                  <a:pt x="40" y="17"/>
                </a:cubicBezTo>
                <a:cubicBezTo>
                  <a:pt x="32" y="21"/>
                  <a:pt x="25" y="25"/>
                  <a:pt x="20" y="31"/>
                </a:cubicBezTo>
                <a:cubicBezTo>
                  <a:pt x="15" y="36"/>
                  <a:pt x="13" y="42"/>
                  <a:pt x="13" y="49"/>
                </a:cubicBezTo>
                <a:cubicBezTo>
                  <a:pt x="13" y="54"/>
                  <a:pt x="14" y="59"/>
                  <a:pt x="18" y="64"/>
                </a:cubicBezTo>
                <a:cubicBezTo>
                  <a:pt x="21" y="69"/>
                  <a:pt x="26" y="73"/>
                  <a:pt x="32" y="76"/>
                </a:cubicBezTo>
                <a:cubicBezTo>
                  <a:pt x="41" y="82"/>
                  <a:pt x="41" y="82"/>
                  <a:pt x="41" y="82"/>
                </a:cubicBezTo>
                <a:cubicBezTo>
                  <a:pt x="37" y="89"/>
                  <a:pt x="37" y="89"/>
                  <a:pt x="37" y="89"/>
                </a:cubicBezTo>
                <a:cubicBezTo>
                  <a:pt x="40" y="88"/>
                  <a:pt x="42" y="87"/>
                  <a:pt x="43" y="86"/>
                </a:cubicBezTo>
                <a:cubicBezTo>
                  <a:pt x="47" y="83"/>
                  <a:pt x="47" y="83"/>
                  <a:pt x="47" y="83"/>
                </a:cubicBezTo>
                <a:cubicBezTo>
                  <a:pt x="53" y="84"/>
                  <a:pt x="53" y="84"/>
                  <a:pt x="53" y="84"/>
                </a:cubicBezTo>
                <a:cubicBezTo>
                  <a:pt x="57" y="85"/>
                  <a:pt x="62" y="85"/>
                  <a:pt x="67" y="85"/>
                </a:cubicBezTo>
                <a:cubicBezTo>
                  <a:pt x="77" y="85"/>
                  <a:pt x="86" y="84"/>
                  <a:pt x="94" y="80"/>
                </a:cubicBezTo>
                <a:cubicBezTo>
                  <a:pt x="102" y="77"/>
                  <a:pt x="109" y="73"/>
                  <a:pt x="114" y="67"/>
                </a:cubicBezTo>
                <a:cubicBezTo>
                  <a:pt x="119" y="61"/>
                  <a:pt x="121" y="55"/>
                  <a:pt x="121" y="49"/>
                </a:cubicBezTo>
                <a:cubicBezTo>
                  <a:pt x="121" y="42"/>
                  <a:pt x="119" y="36"/>
                  <a:pt x="114" y="31"/>
                </a:cubicBezTo>
                <a:cubicBezTo>
                  <a:pt x="109" y="25"/>
                  <a:pt x="102" y="21"/>
                  <a:pt x="94" y="17"/>
                </a:cubicBezTo>
                <a:close/>
                <a:moveTo>
                  <a:pt x="145" y="111"/>
                </a:moveTo>
                <a:cubicBezTo>
                  <a:pt x="145" y="112"/>
                  <a:pt x="146" y="114"/>
                  <a:pt x="147" y="115"/>
                </a:cubicBezTo>
                <a:cubicBezTo>
                  <a:pt x="147" y="116"/>
                  <a:pt x="148" y="118"/>
                  <a:pt x="149" y="119"/>
                </a:cubicBezTo>
                <a:cubicBezTo>
                  <a:pt x="150" y="120"/>
                  <a:pt x="151" y="121"/>
                  <a:pt x="151" y="121"/>
                </a:cubicBezTo>
                <a:cubicBezTo>
                  <a:pt x="152" y="122"/>
                  <a:pt x="152" y="123"/>
                  <a:pt x="154" y="124"/>
                </a:cubicBezTo>
                <a:cubicBezTo>
                  <a:pt x="155" y="125"/>
                  <a:pt x="155" y="126"/>
                  <a:pt x="156" y="127"/>
                </a:cubicBezTo>
                <a:cubicBezTo>
                  <a:pt x="156" y="127"/>
                  <a:pt x="156" y="127"/>
                  <a:pt x="156" y="127"/>
                </a:cubicBezTo>
                <a:cubicBezTo>
                  <a:pt x="156" y="127"/>
                  <a:pt x="156" y="127"/>
                  <a:pt x="157" y="128"/>
                </a:cubicBezTo>
                <a:cubicBezTo>
                  <a:pt x="157" y="128"/>
                  <a:pt x="157" y="128"/>
                  <a:pt x="157" y="128"/>
                </a:cubicBezTo>
                <a:cubicBezTo>
                  <a:pt x="157" y="128"/>
                  <a:pt x="157" y="128"/>
                  <a:pt x="157" y="129"/>
                </a:cubicBezTo>
                <a:cubicBezTo>
                  <a:pt x="157" y="129"/>
                  <a:pt x="157" y="129"/>
                  <a:pt x="158" y="129"/>
                </a:cubicBezTo>
                <a:cubicBezTo>
                  <a:pt x="158" y="129"/>
                  <a:pt x="158" y="129"/>
                  <a:pt x="158" y="130"/>
                </a:cubicBezTo>
                <a:cubicBezTo>
                  <a:pt x="158" y="130"/>
                  <a:pt x="158" y="130"/>
                  <a:pt x="158" y="130"/>
                </a:cubicBezTo>
                <a:cubicBezTo>
                  <a:pt x="158" y="130"/>
                  <a:pt x="158" y="131"/>
                  <a:pt x="158" y="131"/>
                </a:cubicBezTo>
                <a:cubicBezTo>
                  <a:pt x="157" y="132"/>
                  <a:pt x="157" y="132"/>
                  <a:pt x="156" y="133"/>
                </a:cubicBezTo>
                <a:cubicBezTo>
                  <a:pt x="156" y="133"/>
                  <a:pt x="155" y="134"/>
                  <a:pt x="154" y="134"/>
                </a:cubicBezTo>
                <a:cubicBezTo>
                  <a:pt x="151" y="133"/>
                  <a:pt x="148" y="133"/>
                  <a:pt x="146" y="132"/>
                </a:cubicBezTo>
                <a:cubicBezTo>
                  <a:pt x="136" y="130"/>
                  <a:pt x="128" y="125"/>
                  <a:pt x="120" y="120"/>
                </a:cubicBezTo>
                <a:cubicBezTo>
                  <a:pt x="114" y="121"/>
                  <a:pt x="109" y="121"/>
                  <a:pt x="103" y="121"/>
                </a:cubicBezTo>
                <a:cubicBezTo>
                  <a:pt x="86" y="121"/>
                  <a:pt x="71" y="117"/>
                  <a:pt x="59" y="109"/>
                </a:cubicBezTo>
                <a:cubicBezTo>
                  <a:pt x="62" y="109"/>
                  <a:pt x="65" y="109"/>
                  <a:pt x="67" y="109"/>
                </a:cubicBezTo>
                <a:cubicBezTo>
                  <a:pt x="77" y="109"/>
                  <a:pt x="87" y="108"/>
                  <a:pt x="96" y="105"/>
                </a:cubicBezTo>
                <a:cubicBezTo>
                  <a:pt x="106" y="102"/>
                  <a:pt x="114" y="98"/>
                  <a:pt x="121" y="93"/>
                </a:cubicBezTo>
                <a:cubicBezTo>
                  <a:pt x="129" y="87"/>
                  <a:pt x="135" y="80"/>
                  <a:pt x="139" y="73"/>
                </a:cubicBezTo>
                <a:cubicBezTo>
                  <a:pt x="144" y="65"/>
                  <a:pt x="146" y="57"/>
                  <a:pt x="146" y="49"/>
                </a:cubicBezTo>
                <a:cubicBezTo>
                  <a:pt x="146" y="44"/>
                  <a:pt x="145" y="39"/>
                  <a:pt x="143" y="34"/>
                </a:cubicBezTo>
                <a:cubicBezTo>
                  <a:pt x="152" y="39"/>
                  <a:pt x="158" y="45"/>
                  <a:pt x="163" y="51"/>
                </a:cubicBezTo>
                <a:cubicBezTo>
                  <a:pt x="167" y="58"/>
                  <a:pt x="170" y="65"/>
                  <a:pt x="170" y="73"/>
                </a:cubicBezTo>
                <a:cubicBezTo>
                  <a:pt x="170" y="81"/>
                  <a:pt x="168" y="88"/>
                  <a:pt x="163" y="94"/>
                </a:cubicBezTo>
                <a:cubicBezTo>
                  <a:pt x="159" y="101"/>
                  <a:pt x="153" y="106"/>
                  <a:pt x="145" y="11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06" name="Freeform 209"/>
          <p:cNvSpPr>
            <a:spLocks/>
          </p:cNvSpPr>
          <p:nvPr/>
        </p:nvSpPr>
        <p:spPr bwMode="auto">
          <a:xfrm>
            <a:off x="3417322" y="3538137"/>
            <a:ext cx="123183" cy="226916"/>
          </a:xfrm>
          <a:custGeom>
            <a:avLst/>
            <a:gdLst>
              <a:gd name="T0" fmla="*/ 84 w 86"/>
              <a:gd name="T1" fmla="*/ 42 h 158"/>
              <a:gd name="T2" fmla="*/ 85 w 86"/>
              <a:gd name="T3" fmla="*/ 46 h 158"/>
              <a:gd name="T4" fmla="*/ 34 w 86"/>
              <a:gd name="T5" fmla="*/ 155 h 158"/>
              <a:gd name="T6" fmla="*/ 30 w 86"/>
              <a:gd name="T7" fmla="*/ 158 h 158"/>
              <a:gd name="T8" fmla="*/ 29 w 86"/>
              <a:gd name="T9" fmla="*/ 157 h 158"/>
              <a:gd name="T10" fmla="*/ 26 w 86"/>
              <a:gd name="T11" fmla="*/ 156 h 158"/>
              <a:gd name="T12" fmla="*/ 26 w 86"/>
              <a:gd name="T13" fmla="*/ 153 h 158"/>
              <a:gd name="T14" fmla="*/ 44 w 86"/>
              <a:gd name="T15" fmla="*/ 76 h 158"/>
              <a:gd name="T16" fmla="*/ 6 w 86"/>
              <a:gd name="T17" fmla="*/ 86 h 158"/>
              <a:gd name="T18" fmla="*/ 5 w 86"/>
              <a:gd name="T19" fmla="*/ 86 h 158"/>
              <a:gd name="T20" fmla="*/ 2 w 86"/>
              <a:gd name="T21" fmla="*/ 85 h 158"/>
              <a:gd name="T22" fmla="*/ 1 w 86"/>
              <a:gd name="T23" fmla="*/ 81 h 158"/>
              <a:gd name="T24" fmla="*/ 20 w 86"/>
              <a:gd name="T25" fmla="*/ 3 h 158"/>
              <a:gd name="T26" fmla="*/ 21 w 86"/>
              <a:gd name="T27" fmla="*/ 1 h 158"/>
              <a:gd name="T28" fmla="*/ 24 w 86"/>
              <a:gd name="T29" fmla="*/ 0 h 158"/>
              <a:gd name="T30" fmla="*/ 55 w 86"/>
              <a:gd name="T31" fmla="*/ 0 h 158"/>
              <a:gd name="T32" fmla="*/ 58 w 86"/>
              <a:gd name="T33" fmla="*/ 2 h 158"/>
              <a:gd name="T34" fmla="*/ 59 w 86"/>
              <a:gd name="T35" fmla="*/ 4 h 158"/>
              <a:gd name="T36" fmla="*/ 59 w 86"/>
              <a:gd name="T37" fmla="*/ 6 h 158"/>
              <a:gd name="T38" fmla="*/ 42 w 86"/>
              <a:gd name="T39" fmla="*/ 50 h 158"/>
              <a:gd name="T40" fmla="*/ 80 w 86"/>
              <a:gd name="T41" fmla="*/ 41 h 158"/>
              <a:gd name="T42" fmla="*/ 81 w 86"/>
              <a:gd name="T43" fmla="*/ 40 h 158"/>
              <a:gd name="T44" fmla="*/ 84 w 86"/>
              <a:gd name="T45" fmla="*/ 42 h 1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86" h="158">
                <a:moveTo>
                  <a:pt x="84" y="42"/>
                </a:moveTo>
                <a:cubicBezTo>
                  <a:pt x="85" y="43"/>
                  <a:pt x="86" y="44"/>
                  <a:pt x="85" y="46"/>
                </a:cubicBezTo>
                <a:cubicBezTo>
                  <a:pt x="34" y="155"/>
                  <a:pt x="34" y="155"/>
                  <a:pt x="34" y="155"/>
                </a:cubicBezTo>
                <a:cubicBezTo>
                  <a:pt x="33" y="157"/>
                  <a:pt x="32" y="158"/>
                  <a:pt x="30" y="158"/>
                </a:cubicBezTo>
                <a:cubicBezTo>
                  <a:pt x="30" y="158"/>
                  <a:pt x="29" y="158"/>
                  <a:pt x="29" y="157"/>
                </a:cubicBezTo>
                <a:cubicBezTo>
                  <a:pt x="27" y="157"/>
                  <a:pt x="27" y="157"/>
                  <a:pt x="26" y="156"/>
                </a:cubicBezTo>
                <a:cubicBezTo>
                  <a:pt x="26" y="155"/>
                  <a:pt x="25" y="154"/>
                  <a:pt x="26" y="153"/>
                </a:cubicBezTo>
                <a:cubicBezTo>
                  <a:pt x="44" y="76"/>
                  <a:pt x="44" y="76"/>
                  <a:pt x="44" y="76"/>
                </a:cubicBezTo>
                <a:cubicBezTo>
                  <a:pt x="6" y="86"/>
                  <a:pt x="6" y="86"/>
                  <a:pt x="6" y="86"/>
                </a:cubicBezTo>
                <a:cubicBezTo>
                  <a:pt x="6" y="86"/>
                  <a:pt x="5" y="86"/>
                  <a:pt x="5" y="86"/>
                </a:cubicBezTo>
                <a:cubicBezTo>
                  <a:pt x="4" y="86"/>
                  <a:pt x="3" y="86"/>
                  <a:pt x="2" y="85"/>
                </a:cubicBezTo>
                <a:cubicBezTo>
                  <a:pt x="1" y="84"/>
                  <a:pt x="0" y="83"/>
                  <a:pt x="1" y="81"/>
                </a:cubicBezTo>
                <a:cubicBezTo>
                  <a:pt x="20" y="3"/>
                  <a:pt x="20" y="3"/>
                  <a:pt x="20" y="3"/>
                </a:cubicBezTo>
                <a:cubicBezTo>
                  <a:pt x="20" y="2"/>
                  <a:pt x="20" y="2"/>
                  <a:pt x="21" y="1"/>
                </a:cubicBezTo>
                <a:cubicBezTo>
                  <a:pt x="22" y="1"/>
                  <a:pt x="23" y="0"/>
                  <a:pt x="24" y="0"/>
                </a:cubicBezTo>
                <a:cubicBezTo>
                  <a:pt x="55" y="0"/>
                  <a:pt x="55" y="0"/>
                  <a:pt x="55" y="0"/>
                </a:cubicBezTo>
                <a:cubicBezTo>
                  <a:pt x="56" y="0"/>
                  <a:pt x="57" y="1"/>
                  <a:pt x="58" y="2"/>
                </a:cubicBezTo>
                <a:cubicBezTo>
                  <a:pt x="59" y="2"/>
                  <a:pt x="59" y="3"/>
                  <a:pt x="59" y="4"/>
                </a:cubicBezTo>
                <a:cubicBezTo>
                  <a:pt x="59" y="5"/>
                  <a:pt x="59" y="5"/>
                  <a:pt x="59" y="6"/>
                </a:cubicBezTo>
                <a:cubicBezTo>
                  <a:pt x="42" y="50"/>
                  <a:pt x="42" y="50"/>
                  <a:pt x="42" y="50"/>
                </a:cubicBezTo>
                <a:cubicBezTo>
                  <a:pt x="80" y="41"/>
                  <a:pt x="80" y="41"/>
                  <a:pt x="80" y="41"/>
                </a:cubicBezTo>
                <a:cubicBezTo>
                  <a:pt x="80" y="40"/>
                  <a:pt x="81" y="40"/>
                  <a:pt x="81" y="40"/>
                </a:cubicBezTo>
                <a:cubicBezTo>
                  <a:pt x="82" y="40"/>
                  <a:pt x="83" y="41"/>
                  <a:pt x="84" y="4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07" name="Freeform 210"/>
          <p:cNvSpPr>
            <a:spLocks/>
          </p:cNvSpPr>
          <p:nvPr/>
        </p:nvSpPr>
        <p:spPr bwMode="auto">
          <a:xfrm>
            <a:off x="3603176" y="3538136"/>
            <a:ext cx="242043" cy="209627"/>
          </a:xfrm>
          <a:custGeom>
            <a:avLst/>
            <a:gdLst>
              <a:gd name="T0" fmla="*/ 169 w 169"/>
              <a:gd name="T1" fmla="*/ 136 h 146"/>
              <a:gd name="T2" fmla="*/ 160 w 169"/>
              <a:gd name="T3" fmla="*/ 146 h 146"/>
              <a:gd name="T4" fmla="*/ 124 w 169"/>
              <a:gd name="T5" fmla="*/ 143 h 146"/>
              <a:gd name="T6" fmla="*/ 121 w 169"/>
              <a:gd name="T7" fmla="*/ 106 h 146"/>
              <a:gd name="T8" fmla="*/ 130 w 169"/>
              <a:gd name="T9" fmla="*/ 97 h 146"/>
              <a:gd name="T10" fmla="*/ 139 w 169"/>
              <a:gd name="T11" fmla="*/ 79 h 146"/>
              <a:gd name="T12" fmla="*/ 91 w 169"/>
              <a:gd name="T13" fmla="*/ 97 h 146"/>
              <a:gd name="T14" fmla="*/ 106 w 169"/>
              <a:gd name="T15" fmla="*/ 100 h 146"/>
              <a:gd name="T16" fmla="*/ 109 w 169"/>
              <a:gd name="T17" fmla="*/ 136 h 146"/>
              <a:gd name="T18" fmla="*/ 100 w 169"/>
              <a:gd name="T19" fmla="*/ 146 h 146"/>
              <a:gd name="T20" fmla="*/ 63 w 169"/>
              <a:gd name="T21" fmla="*/ 143 h 146"/>
              <a:gd name="T22" fmla="*/ 61 w 169"/>
              <a:gd name="T23" fmla="*/ 106 h 146"/>
              <a:gd name="T24" fmla="*/ 70 w 169"/>
              <a:gd name="T25" fmla="*/ 97 h 146"/>
              <a:gd name="T26" fmla="*/ 79 w 169"/>
              <a:gd name="T27" fmla="*/ 79 h 146"/>
              <a:gd name="T28" fmla="*/ 30 w 169"/>
              <a:gd name="T29" fmla="*/ 97 h 146"/>
              <a:gd name="T30" fmla="*/ 46 w 169"/>
              <a:gd name="T31" fmla="*/ 100 h 146"/>
              <a:gd name="T32" fmla="*/ 48 w 169"/>
              <a:gd name="T33" fmla="*/ 136 h 146"/>
              <a:gd name="T34" fmla="*/ 39 w 169"/>
              <a:gd name="T35" fmla="*/ 146 h 146"/>
              <a:gd name="T36" fmla="*/ 3 w 169"/>
              <a:gd name="T37" fmla="*/ 143 h 146"/>
              <a:gd name="T38" fmla="*/ 0 w 169"/>
              <a:gd name="T39" fmla="*/ 106 h 146"/>
              <a:gd name="T40" fmla="*/ 9 w 169"/>
              <a:gd name="T41" fmla="*/ 97 h 146"/>
              <a:gd name="T42" fmla="*/ 18 w 169"/>
              <a:gd name="T43" fmla="*/ 79 h 146"/>
              <a:gd name="T44" fmla="*/ 30 w 169"/>
              <a:gd name="T45" fmla="*/ 67 h 146"/>
              <a:gd name="T46" fmla="*/ 79 w 169"/>
              <a:gd name="T47" fmla="*/ 49 h 146"/>
              <a:gd name="T48" fmla="*/ 63 w 169"/>
              <a:gd name="T49" fmla="*/ 46 h 146"/>
              <a:gd name="T50" fmla="*/ 61 w 169"/>
              <a:gd name="T51" fmla="*/ 9 h 146"/>
              <a:gd name="T52" fmla="*/ 70 w 169"/>
              <a:gd name="T53" fmla="*/ 0 h 146"/>
              <a:gd name="T54" fmla="*/ 106 w 169"/>
              <a:gd name="T55" fmla="*/ 3 h 146"/>
              <a:gd name="T56" fmla="*/ 109 w 169"/>
              <a:gd name="T57" fmla="*/ 40 h 146"/>
              <a:gd name="T58" fmla="*/ 100 w 169"/>
              <a:gd name="T59" fmla="*/ 49 h 146"/>
              <a:gd name="T60" fmla="*/ 91 w 169"/>
              <a:gd name="T61" fmla="*/ 67 h 146"/>
              <a:gd name="T62" fmla="*/ 148 w 169"/>
              <a:gd name="T63" fmla="*/ 70 h 146"/>
              <a:gd name="T64" fmla="*/ 151 w 169"/>
              <a:gd name="T65" fmla="*/ 97 h 146"/>
              <a:gd name="T66" fmla="*/ 167 w 169"/>
              <a:gd name="T67" fmla="*/ 100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69" h="146">
                <a:moveTo>
                  <a:pt x="169" y="106"/>
                </a:moveTo>
                <a:cubicBezTo>
                  <a:pt x="169" y="136"/>
                  <a:pt x="169" y="136"/>
                  <a:pt x="169" y="136"/>
                </a:cubicBezTo>
                <a:cubicBezTo>
                  <a:pt x="169" y="139"/>
                  <a:pt x="169" y="141"/>
                  <a:pt x="167" y="143"/>
                </a:cubicBezTo>
                <a:cubicBezTo>
                  <a:pt x="165" y="145"/>
                  <a:pt x="163" y="146"/>
                  <a:pt x="160" y="146"/>
                </a:cubicBezTo>
                <a:cubicBezTo>
                  <a:pt x="130" y="146"/>
                  <a:pt x="130" y="146"/>
                  <a:pt x="130" y="146"/>
                </a:cubicBezTo>
                <a:cubicBezTo>
                  <a:pt x="128" y="146"/>
                  <a:pt x="125" y="145"/>
                  <a:pt x="124" y="143"/>
                </a:cubicBezTo>
                <a:cubicBezTo>
                  <a:pt x="122" y="141"/>
                  <a:pt x="121" y="139"/>
                  <a:pt x="121" y="136"/>
                </a:cubicBezTo>
                <a:cubicBezTo>
                  <a:pt x="121" y="106"/>
                  <a:pt x="121" y="106"/>
                  <a:pt x="121" y="106"/>
                </a:cubicBezTo>
                <a:cubicBezTo>
                  <a:pt x="121" y="104"/>
                  <a:pt x="122" y="102"/>
                  <a:pt x="124" y="100"/>
                </a:cubicBezTo>
                <a:cubicBezTo>
                  <a:pt x="125" y="98"/>
                  <a:pt x="128" y="97"/>
                  <a:pt x="130" y="97"/>
                </a:cubicBezTo>
                <a:cubicBezTo>
                  <a:pt x="139" y="97"/>
                  <a:pt x="139" y="97"/>
                  <a:pt x="139" y="97"/>
                </a:cubicBezTo>
                <a:cubicBezTo>
                  <a:pt x="139" y="79"/>
                  <a:pt x="139" y="79"/>
                  <a:pt x="139" y="79"/>
                </a:cubicBezTo>
                <a:cubicBezTo>
                  <a:pt x="91" y="79"/>
                  <a:pt x="91" y="79"/>
                  <a:pt x="91" y="79"/>
                </a:cubicBezTo>
                <a:cubicBezTo>
                  <a:pt x="91" y="97"/>
                  <a:pt x="91" y="97"/>
                  <a:pt x="91" y="97"/>
                </a:cubicBezTo>
                <a:cubicBezTo>
                  <a:pt x="100" y="97"/>
                  <a:pt x="100" y="97"/>
                  <a:pt x="100" y="97"/>
                </a:cubicBezTo>
                <a:cubicBezTo>
                  <a:pt x="102" y="97"/>
                  <a:pt x="105" y="98"/>
                  <a:pt x="106" y="100"/>
                </a:cubicBezTo>
                <a:cubicBezTo>
                  <a:pt x="108" y="102"/>
                  <a:pt x="109" y="104"/>
                  <a:pt x="109" y="106"/>
                </a:cubicBezTo>
                <a:cubicBezTo>
                  <a:pt x="109" y="136"/>
                  <a:pt x="109" y="136"/>
                  <a:pt x="109" y="136"/>
                </a:cubicBezTo>
                <a:cubicBezTo>
                  <a:pt x="109" y="139"/>
                  <a:pt x="108" y="141"/>
                  <a:pt x="106" y="143"/>
                </a:cubicBezTo>
                <a:cubicBezTo>
                  <a:pt x="105" y="145"/>
                  <a:pt x="102" y="146"/>
                  <a:pt x="100" y="146"/>
                </a:cubicBezTo>
                <a:cubicBezTo>
                  <a:pt x="70" y="146"/>
                  <a:pt x="70" y="146"/>
                  <a:pt x="70" y="146"/>
                </a:cubicBezTo>
                <a:cubicBezTo>
                  <a:pt x="67" y="146"/>
                  <a:pt x="65" y="145"/>
                  <a:pt x="63" y="143"/>
                </a:cubicBezTo>
                <a:cubicBezTo>
                  <a:pt x="61" y="141"/>
                  <a:pt x="61" y="139"/>
                  <a:pt x="61" y="136"/>
                </a:cubicBezTo>
                <a:cubicBezTo>
                  <a:pt x="61" y="106"/>
                  <a:pt x="61" y="106"/>
                  <a:pt x="61" y="106"/>
                </a:cubicBezTo>
                <a:cubicBezTo>
                  <a:pt x="61" y="104"/>
                  <a:pt x="61" y="102"/>
                  <a:pt x="63" y="100"/>
                </a:cubicBezTo>
                <a:cubicBezTo>
                  <a:pt x="65" y="98"/>
                  <a:pt x="67" y="97"/>
                  <a:pt x="70" y="97"/>
                </a:cubicBezTo>
                <a:cubicBezTo>
                  <a:pt x="79" y="97"/>
                  <a:pt x="79" y="97"/>
                  <a:pt x="79" y="97"/>
                </a:cubicBezTo>
                <a:cubicBezTo>
                  <a:pt x="79" y="79"/>
                  <a:pt x="79" y="79"/>
                  <a:pt x="79" y="79"/>
                </a:cubicBezTo>
                <a:cubicBezTo>
                  <a:pt x="30" y="79"/>
                  <a:pt x="30" y="79"/>
                  <a:pt x="30" y="79"/>
                </a:cubicBezTo>
                <a:cubicBezTo>
                  <a:pt x="30" y="97"/>
                  <a:pt x="30" y="97"/>
                  <a:pt x="30" y="97"/>
                </a:cubicBezTo>
                <a:cubicBezTo>
                  <a:pt x="39" y="97"/>
                  <a:pt x="39" y="97"/>
                  <a:pt x="39" y="97"/>
                </a:cubicBezTo>
                <a:cubicBezTo>
                  <a:pt x="42" y="97"/>
                  <a:pt x="44" y="98"/>
                  <a:pt x="46" y="100"/>
                </a:cubicBezTo>
                <a:cubicBezTo>
                  <a:pt x="48" y="102"/>
                  <a:pt x="48" y="104"/>
                  <a:pt x="48" y="106"/>
                </a:cubicBezTo>
                <a:cubicBezTo>
                  <a:pt x="48" y="136"/>
                  <a:pt x="48" y="136"/>
                  <a:pt x="48" y="136"/>
                </a:cubicBezTo>
                <a:cubicBezTo>
                  <a:pt x="48" y="139"/>
                  <a:pt x="48" y="141"/>
                  <a:pt x="46" y="143"/>
                </a:cubicBezTo>
                <a:cubicBezTo>
                  <a:pt x="44" y="145"/>
                  <a:pt x="42" y="146"/>
                  <a:pt x="39" y="146"/>
                </a:cubicBezTo>
                <a:cubicBezTo>
                  <a:pt x="9" y="146"/>
                  <a:pt x="9" y="146"/>
                  <a:pt x="9" y="146"/>
                </a:cubicBezTo>
                <a:cubicBezTo>
                  <a:pt x="7" y="146"/>
                  <a:pt x="4" y="145"/>
                  <a:pt x="3" y="143"/>
                </a:cubicBezTo>
                <a:cubicBezTo>
                  <a:pt x="1" y="141"/>
                  <a:pt x="0" y="139"/>
                  <a:pt x="0" y="136"/>
                </a:cubicBezTo>
                <a:cubicBezTo>
                  <a:pt x="0" y="106"/>
                  <a:pt x="0" y="106"/>
                  <a:pt x="0" y="106"/>
                </a:cubicBezTo>
                <a:cubicBezTo>
                  <a:pt x="0" y="104"/>
                  <a:pt x="1" y="102"/>
                  <a:pt x="3" y="100"/>
                </a:cubicBezTo>
                <a:cubicBezTo>
                  <a:pt x="4" y="98"/>
                  <a:pt x="7" y="97"/>
                  <a:pt x="9" y="97"/>
                </a:cubicBezTo>
                <a:cubicBezTo>
                  <a:pt x="18" y="97"/>
                  <a:pt x="18" y="97"/>
                  <a:pt x="18" y="97"/>
                </a:cubicBezTo>
                <a:cubicBezTo>
                  <a:pt x="18" y="79"/>
                  <a:pt x="18" y="79"/>
                  <a:pt x="18" y="79"/>
                </a:cubicBezTo>
                <a:cubicBezTo>
                  <a:pt x="18" y="76"/>
                  <a:pt x="19" y="73"/>
                  <a:pt x="22" y="70"/>
                </a:cubicBezTo>
                <a:cubicBezTo>
                  <a:pt x="24" y="68"/>
                  <a:pt x="27" y="67"/>
                  <a:pt x="30" y="67"/>
                </a:cubicBezTo>
                <a:cubicBezTo>
                  <a:pt x="79" y="67"/>
                  <a:pt x="79" y="67"/>
                  <a:pt x="79" y="67"/>
                </a:cubicBezTo>
                <a:cubicBezTo>
                  <a:pt x="79" y="49"/>
                  <a:pt x="79" y="49"/>
                  <a:pt x="79" y="49"/>
                </a:cubicBezTo>
                <a:cubicBezTo>
                  <a:pt x="70" y="49"/>
                  <a:pt x="70" y="49"/>
                  <a:pt x="70" y="49"/>
                </a:cubicBezTo>
                <a:cubicBezTo>
                  <a:pt x="67" y="49"/>
                  <a:pt x="65" y="48"/>
                  <a:pt x="63" y="46"/>
                </a:cubicBezTo>
                <a:cubicBezTo>
                  <a:pt x="61" y="44"/>
                  <a:pt x="61" y="42"/>
                  <a:pt x="61" y="40"/>
                </a:cubicBezTo>
                <a:cubicBezTo>
                  <a:pt x="61" y="9"/>
                  <a:pt x="61" y="9"/>
                  <a:pt x="61" y="9"/>
                </a:cubicBezTo>
                <a:cubicBezTo>
                  <a:pt x="61" y="7"/>
                  <a:pt x="61" y="5"/>
                  <a:pt x="63" y="3"/>
                </a:cubicBezTo>
                <a:cubicBezTo>
                  <a:pt x="65" y="1"/>
                  <a:pt x="67" y="0"/>
                  <a:pt x="70" y="0"/>
                </a:cubicBezTo>
                <a:cubicBezTo>
                  <a:pt x="100" y="0"/>
                  <a:pt x="100" y="0"/>
                  <a:pt x="100" y="0"/>
                </a:cubicBezTo>
                <a:cubicBezTo>
                  <a:pt x="102" y="0"/>
                  <a:pt x="105" y="1"/>
                  <a:pt x="106" y="3"/>
                </a:cubicBezTo>
                <a:cubicBezTo>
                  <a:pt x="108" y="5"/>
                  <a:pt x="109" y="7"/>
                  <a:pt x="109" y="9"/>
                </a:cubicBezTo>
                <a:cubicBezTo>
                  <a:pt x="109" y="40"/>
                  <a:pt x="109" y="40"/>
                  <a:pt x="109" y="40"/>
                </a:cubicBezTo>
                <a:cubicBezTo>
                  <a:pt x="109" y="42"/>
                  <a:pt x="108" y="44"/>
                  <a:pt x="106" y="46"/>
                </a:cubicBezTo>
                <a:cubicBezTo>
                  <a:pt x="105" y="48"/>
                  <a:pt x="102" y="49"/>
                  <a:pt x="100" y="49"/>
                </a:cubicBezTo>
                <a:cubicBezTo>
                  <a:pt x="91" y="49"/>
                  <a:pt x="91" y="49"/>
                  <a:pt x="91" y="49"/>
                </a:cubicBezTo>
                <a:cubicBezTo>
                  <a:pt x="91" y="67"/>
                  <a:pt x="91" y="67"/>
                  <a:pt x="91" y="67"/>
                </a:cubicBezTo>
                <a:cubicBezTo>
                  <a:pt x="139" y="67"/>
                  <a:pt x="139" y="67"/>
                  <a:pt x="139" y="67"/>
                </a:cubicBezTo>
                <a:cubicBezTo>
                  <a:pt x="142" y="67"/>
                  <a:pt x="145" y="68"/>
                  <a:pt x="148" y="70"/>
                </a:cubicBezTo>
                <a:cubicBezTo>
                  <a:pt x="150" y="73"/>
                  <a:pt x="151" y="76"/>
                  <a:pt x="151" y="79"/>
                </a:cubicBezTo>
                <a:cubicBezTo>
                  <a:pt x="151" y="97"/>
                  <a:pt x="151" y="97"/>
                  <a:pt x="151" y="97"/>
                </a:cubicBezTo>
                <a:cubicBezTo>
                  <a:pt x="160" y="97"/>
                  <a:pt x="160" y="97"/>
                  <a:pt x="160" y="97"/>
                </a:cubicBezTo>
                <a:cubicBezTo>
                  <a:pt x="163" y="97"/>
                  <a:pt x="165" y="98"/>
                  <a:pt x="167" y="100"/>
                </a:cubicBezTo>
                <a:cubicBezTo>
                  <a:pt x="169" y="102"/>
                  <a:pt x="169" y="104"/>
                  <a:pt x="169" y="10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08" name="Freeform 211"/>
          <p:cNvSpPr>
            <a:spLocks noEditPoints="1"/>
          </p:cNvSpPr>
          <p:nvPr/>
        </p:nvSpPr>
        <p:spPr bwMode="auto">
          <a:xfrm>
            <a:off x="3910051" y="3529491"/>
            <a:ext cx="224755" cy="218271"/>
          </a:xfrm>
          <a:custGeom>
            <a:avLst/>
            <a:gdLst>
              <a:gd name="T0" fmla="*/ 157 w 158"/>
              <a:gd name="T1" fmla="*/ 77 h 152"/>
              <a:gd name="T2" fmla="*/ 152 w 158"/>
              <a:gd name="T3" fmla="*/ 77 h 152"/>
              <a:gd name="T4" fmla="*/ 134 w 158"/>
              <a:gd name="T5" fmla="*/ 68 h 152"/>
              <a:gd name="T6" fmla="*/ 112 w 158"/>
              <a:gd name="T7" fmla="*/ 81 h 152"/>
              <a:gd name="T8" fmla="*/ 109 w 158"/>
              <a:gd name="T9" fmla="*/ 86 h 152"/>
              <a:gd name="T10" fmla="*/ 104 w 158"/>
              <a:gd name="T11" fmla="*/ 86 h 152"/>
              <a:gd name="T12" fmla="*/ 101 w 158"/>
              <a:gd name="T13" fmla="*/ 81 h 152"/>
              <a:gd name="T14" fmla="*/ 79 w 158"/>
              <a:gd name="T15" fmla="*/ 68 h 152"/>
              <a:gd name="T16" fmla="*/ 57 w 158"/>
              <a:gd name="T17" fmla="*/ 81 h 152"/>
              <a:gd name="T18" fmla="*/ 54 w 158"/>
              <a:gd name="T19" fmla="*/ 86 h 152"/>
              <a:gd name="T20" fmla="*/ 49 w 158"/>
              <a:gd name="T21" fmla="*/ 86 h 152"/>
              <a:gd name="T22" fmla="*/ 46 w 158"/>
              <a:gd name="T23" fmla="*/ 81 h 152"/>
              <a:gd name="T24" fmla="*/ 24 w 158"/>
              <a:gd name="T25" fmla="*/ 68 h 152"/>
              <a:gd name="T26" fmla="*/ 5 w 158"/>
              <a:gd name="T27" fmla="*/ 77 h 152"/>
              <a:gd name="T28" fmla="*/ 1 w 158"/>
              <a:gd name="T29" fmla="*/ 77 h 152"/>
              <a:gd name="T30" fmla="*/ 0 w 158"/>
              <a:gd name="T31" fmla="*/ 74 h 152"/>
              <a:gd name="T32" fmla="*/ 45 w 158"/>
              <a:gd name="T33" fmla="*/ 25 h 152"/>
              <a:gd name="T34" fmla="*/ 105 w 158"/>
              <a:gd name="T35" fmla="*/ 22 h 152"/>
              <a:gd name="T36" fmla="*/ 146 w 158"/>
              <a:gd name="T37" fmla="*/ 51 h 152"/>
              <a:gd name="T38" fmla="*/ 158 w 158"/>
              <a:gd name="T39" fmla="*/ 75 h 152"/>
              <a:gd name="T40" fmla="*/ 85 w 158"/>
              <a:gd name="T41" fmla="*/ 127 h 152"/>
              <a:gd name="T42" fmla="*/ 61 w 158"/>
              <a:gd name="T43" fmla="*/ 152 h 152"/>
              <a:gd name="T44" fmla="*/ 36 w 158"/>
              <a:gd name="T45" fmla="*/ 127 h 152"/>
              <a:gd name="T46" fmla="*/ 43 w 158"/>
              <a:gd name="T47" fmla="*/ 121 h 152"/>
              <a:gd name="T48" fmla="*/ 49 w 158"/>
              <a:gd name="T49" fmla="*/ 127 h 152"/>
              <a:gd name="T50" fmla="*/ 61 w 158"/>
              <a:gd name="T51" fmla="*/ 139 h 152"/>
              <a:gd name="T52" fmla="*/ 73 w 158"/>
              <a:gd name="T53" fmla="*/ 127 h 152"/>
              <a:gd name="T54" fmla="*/ 79 w 158"/>
              <a:gd name="T55" fmla="*/ 71 h 152"/>
              <a:gd name="T56" fmla="*/ 85 w 158"/>
              <a:gd name="T57" fmla="*/ 6 h 152"/>
              <a:gd name="T58" fmla="*/ 79 w 158"/>
              <a:gd name="T59" fmla="*/ 15 h 152"/>
              <a:gd name="T60" fmla="*/ 73 w 158"/>
              <a:gd name="T61" fmla="*/ 6 h 152"/>
              <a:gd name="T62" fmla="*/ 79 w 158"/>
              <a:gd name="T63" fmla="*/ 0 h 152"/>
              <a:gd name="T64" fmla="*/ 85 w 158"/>
              <a:gd name="T65" fmla="*/ 6 h 1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58" h="152">
                <a:moveTo>
                  <a:pt x="158" y="75"/>
                </a:moveTo>
                <a:cubicBezTo>
                  <a:pt x="158" y="76"/>
                  <a:pt x="157" y="77"/>
                  <a:pt x="157" y="77"/>
                </a:cubicBezTo>
                <a:cubicBezTo>
                  <a:pt x="156" y="78"/>
                  <a:pt x="155" y="78"/>
                  <a:pt x="154" y="78"/>
                </a:cubicBezTo>
                <a:cubicBezTo>
                  <a:pt x="154" y="78"/>
                  <a:pt x="153" y="78"/>
                  <a:pt x="152" y="77"/>
                </a:cubicBezTo>
                <a:cubicBezTo>
                  <a:pt x="149" y="74"/>
                  <a:pt x="146" y="72"/>
                  <a:pt x="144" y="71"/>
                </a:cubicBezTo>
                <a:cubicBezTo>
                  <a:pt x="141" y="69"/>
                  <a:pt x="138" y="68"/>
                  <a:pt x="134" y="68"/>
                </a:cubicBezTo>
                <a:cubicBezTo>
                  <a:pt x="130" y="68"/>
                  <a:pt x="126" y="70"/>
                  <a:pt x="122" y="72"/>
                </a:cubicBezTo>
                <a:cubicBezTo>
                  <a:pt x="118" y="74"/>
                  <a:pt x="115" y="77"/>
                  <a:pt x="112" y="81"/>
                </a:cubicBezTo>
                <a:cubicBezTo>
                  <a:pt x="112" y="82"/>
                  <a:pt x="111" y="83"/>
                  <a:pt x="110" y="84"/>
                </a:cubicBezTo>
                <a:cubicBezTo>
                  <a:pt x="110" y="85"/>
                  <a:pt x="109" y="86"/>
                  <a:pt x="109" y="86"/>
                </a:cubicBezTo>
                <a:cubicBezTo>
                  <a:pt x="108" y="87"/>
                  <a:pt x="107" y="88"/>
                  <a:pt x="106" y="88"/>
                </a:cubicBezTo>
                <a:cubicBezTo>
                  <a:pt x="105" y="88"/>
                  <a:pt x="104" y="87"/>
                  <a:pt x="104" y="86"/>
                </a:cubicBezTo>
                <a:cubicBezTo>
                  <a:pt x="103" y="86"/>
                  <a:pt x="103" y="85"/>
                  <a:pt x="102" y="84"/>
                </a:cubicBezTo>
                <a:cubicBezTo>
                  <a:pt x="102" y="83"/>
                  <a:pt x="101" y="82"/>
                  <a:pt x="101" y="81"/>
                </a:cubicBezTo>
                <a:cubicBezTo>
                  <a:pt x="98" y="77"/>
                  <a:pt x="95" y="74"/>
                  <a:pt x="91" y="72"/>
                </a:cubicBezTo>
                <a:cubicBezTo>
                  <a:pt x="87" y="70"/>
                  <a:pt x="83" y="68"/>
                  <a:pt x="79" y="68"/>
                </a:cubicBezTo>
                <a:cubicBezTo>
                  <a:pt x="75" y="68"/>
                  <a:pt x="71" y="70"/>
                  <a:pt x="67" y="72"/>
                </a:cubicBezTo>
                <a:cubicBezTo>
                  <a:pt x="63" y="74"/>
                  <a:pt x="60" y="77"/>
                  <a:pt x="57" y="81"/>
                </a:cubicBezTo>
                <a:cubicBezTo>
                  <a:pt x="57" y="82"/>
                  <a:pt x="56" y="83"/>
                  <a:pt x="55" y="84"/>
                </a:cubicBezTo>
                <a:cubicBezTo>
                  <a:pt x="55" y="85"/>
                  <a:pt x="54" y="86"/>
                  <a:pt x="54" y="86"/>
                </a:cubicBezTo>
                <a:cubicBezTo>
                  <a:pt x="53" y="87"/>
                  <a:pt x="52" y="88"/>
                  <a:pt x="51" y="88"/>
                </a:cubicBezTo>
                <a:cubicBezTo>
                  <a:pt x="50" y="88"/>
                  <a:pt x="49" y="87"/>
                  <a:pt x="49" y="86"/>
                </a:cubicBezTo>
                <a:cubicBezTo>
                  <a:pt x="48" y="86"/>
                  <a:pt x="48" y="85"/>
                  <a:pt x="47" y="84"/>
                </a:cubicBezTo>
                <a:cubicBezTo>
                  <a:pt x="47" y="83"/>
                  <a:pt x="46" y="82"/>
                  <a:pt x="46" y="81"/>
                </a:cubicBezTo>
                <a:cubicBezTo>
                  <a:pt x="43" y="77"/>
                  <a:pt x="40" y="74"/>
                  <a:pt x="36" y="72"/>
                </a:cubicBezTo>
                <a:cubicBezTo>
                  <a:pt x="32" y="70"/>
                  <a:pt x="28" y="68"/>
                  <a:pt x="24" y="68"/>
                </a:cubicBezTo>
                <a:cubicBezTo>
                  <a:pt x="20" y="68"/>
                  <a:pt x="17" y="69"/>
                  <a:pt x="14" y="71"/>
                </a:cubicBezTo>
                <a:cubicBezTo>
                  <a:pt x="11" y="72"/>
                  <a:pt x="8" y="74"/>
                  <a:pt x="5" y="77"/>
                </a:cubicBezTo>
                <a:cubicBezTo>
                  <a:pt x="5" y="78"/>
                  <a:pt x="4" y="78"/>
                  <a:pt x="3" y="78"/>
                </a:cubicBezTo>
                <a:cubicBezTo>
                  <a:pt x="2" y="78"/>
                  <a:pt x="2" y="78"/>
                  <a:pt x="1" y="77"/>
                </a:cubicBezTo>
                <a:cubicBezTo>
                  <a:pt x="0" y="77"/>
                  <a:pt x="0" y="76"/>
                  <a:pt x="0" y="75"/>
                </a:cubicBezTo>
                <a:cubicBezTo>
                  <a:pt x="0" y="75"/>
                  <a:pt x="0" y="75"/>
                  <a:pt x="0" y="74"/>
                </a:cubicBezTo>
                <a:cubicBezTo>
                  <a:pt x="3" y="63"/>
                  <a:pt x="9" y="53"/>
                  <a:pt x="17" y="44"/>
                </a:cubicBezTo>
                <a:cubicBezTo>
                  <a:pt x="25" y="36"/>
                  <a:pt x="34" y="29"/>
                  <a:pt x="45" y="25"/>
                </a:cubicBezTo>
                <a:cubicBezTo>
                  <a:pt x="56" y="21"/>
                  <a:pt x="67" y="18"/>
                  <a:pt x="79" y="18"/>
                </a:cubicBezTo>
                <a:cubicBezTo>
                  <a:pt x="88" y="18"/>
                  <a:pt x="96" y="20"/>
                  <a:pt x="105" y="22"/>
                </a:cubicBezTo>
                <a:cubicBezTo>
                  <a:pt x="113" y="25"/>
                  <a:pt x="121" y="28"/>
                  <a:pt x="128" y="33"/>
                </a:cubicBezTo>
                <a:cubicBezTo>
                  <a:pt x="135" y="38"/>
                  <a:pt x="141" y="43"/>
                  <a:pt x="146" y="51"/>
                </a:cubicBezTo>
                <a:cubicBezTo>
                  <a:pt x="152" y="58"/>
                  <a:pt x="155" y="66"/>
                  <a:pt x="157" y="74"/>
                </a:cubicBezTo>
                <a:cubicBezTo>
                  <a:pt x="157" y="75"/>
                  <a:pt x="158" y="75"/>
                  <a:pt x="158" y="75"/>
                </a:cubicBezTo>
                <a:close/>
                <a:moveTo>
                  <a:pt x="85" y="73"/>
                </a:moveTo>
                <a:cubicBezTo>
                  <a:pt x="85" y="127"/>
                  <a:pt x="85" y="127"/>
                  <a:pt x="85" y="127"/>
                </a:cubicBezTo>
                <a:cubicBezTo>
                  <a:pt x="85" y="134"/>
                  <a:pt x="83" y="140"/>
                  <a:pt x="78" y="144"/>
                </a:cubicBezTo>
                <a:cubicBezTo>
                  <a:pt x="73" y="149"/>
                  <a:pt x="67" y="152"/>
                  <a:pt x="61" y="152"/>
                </a:cubicBezTo>
                <a:cubicBezTo>
                  <a:pt x="54" y="152"/>
                  <a:pt x="48" y="149"/>
                  <a:pt x="44" y="144"/>
                </a:cubicBezTo>
                <a:cubicBezTo>
                  <a:pt x="39" y="140"/>
                  <a:pt x="36" y="134"/>
                  <a:pt x="36" y="127"/>
                </a:cubicBezTo>
                <a:cubicBezTo>
                  <a:pt x="36" y="126"/>
                  <a:pt x="37" y="124"/>
                  <a:pt x="38" y="123"/>
                </a:cubicBezTo>
                <a:cubicBezTo>
                  <a:pt x="39" y="122"/>
                  <a:pt x="41" y="121"/>
                  <a:pt x="43" y="121"/>
                </a:cubicBezTo>
                <a:cubicBezTo>
                  <a:pt x="44" y="121"/>
                  <a:pt x="46" y="122"/>
                  <a:pt x="47" y="123"/>
                </a:cubicBezTo>
                <a:cubicBezTo>
                  <a:pt x="48" y="124"/>
                  <a:pt x="49" y="126"/>
                  <a:pt x="49" y="127"/>
                </a:cubicBezTo>
                <a:cubicBezTo>
                  <a:pt x="49" y="130"/>
                  <a:pt x="50" y="133"/>
                  <a:pt x="52" y="136"/>
                </a:cubicBezTo>
                <a:cubicBezTo>
                  <a:pt x="55" y="138"/>
                  <a:pt x="58" y="139"/>
                  <a:pt x="61" y="139"/>
                </a:cubicBezTo>
                <a:cubicBezTo>
                  <a:pt x="64" y="139"/>
                  <a:pt x="67" y="138"/>
                  <a:pt x="69" y="136"/>
                </a:cubicBezTo>
                <a:cubicBezTo>
                  <a:pt x="72" y="133"/>
                  <a:pt x="73" y="130"/>
                  <a:pt x="73" y="127"/>
                </a:cubicBezTo>
                <a:cubicBezTo>
                  <a:pt x="73" y="73"/>
                  <a:pt x="73" y="73"/>
                  <a:pt x="73" y="73"/>
                </a:cubicBezTo>
                <a:cubicBezTo>
                  <a:pt x="75" y="72"/>
                  <a:pt x="77" y="71"/>
                  <a:pt x="79" y="71"/>
                </a:cubicBezTo>
                <a:cubicBezTo>
                  <a:pt x="81" y="71"/>
                  <a:pt x="83" y="72"/>
                  <a:pt x="85" y="73"/>
                </a:cubicBezTo>
                <a:close/>
                <a:moveTo>
                  <a:pt x="85" y="6"/>
                </a:moveTo>
                <a:cubicBezTo>
                  <a:pt x="85" y="16"/>
                  <a:pt x="85" y="16"/>
                  <a:pt x="85" y="16"/>
                </a:cubicBezTo>
                <a:cubicBezTo>
                  <a:pt x="82" y="15"/>
                  <a:pt x="80" y="15"/>
                  <a:pt x="79" y="15"/>
                </a:cubicBezTo>
                <a:cubicBezTo>
                  <a:pt x="77" y="15"/>
                  <a:pt x="75" y="15"/>
                  <a:pt x="73" y="16"/>
                </a:cubicBezTo>
                <a:cubicBezTo>
                  <a:pt x="73" y="6"/>
                  <a:pt x="73" y="6"/>
                  <a:pt x="73" y="6"/>
                </a:cubicBezTo>
                <a:cubicBezTo>
                  <a:pt x="73" y="5"/>
                  <a:pt x="73" y="3"/>
                  <a:pt x="75" y="2"/>
                </a:cubicBezTo>
                <a:cubicBezTo>
                  <a:pt x="76" y="1"/>
                  <a:pt x="77" y="0"/>
                  <a:pt x="79" y="0"/>
                </a:cubicBezTo>
                <a:cubicBezTo>
                  <a:pt x="80" y="0"/>
                  <a:pt x="82" y="1"/>
                  <a:pt x="83" y="2"/>
                </a:cubicBezTo>
                <a:cubicBezTo>
                  <a:pt x="84" y="3"/>
                  <a:pt x="85" y="5"/>
                  <a:pt x="85" y="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09" name="Freeform 212"/>
          <p:cNvSpPr>
            <a:spLocks noEditPoints="1"/>
          </p:cNvSpPr>
          <p:nvPr/>
        </p:nvSpPr>
        <p:spPr bwMode="auto">
          <a:xfrm>
            <a:off x="4199639" y="3520847"/>
            <a:ext cx="242043" cy="244204"/>
          </a:xfrm>
          <a:custGeom>
            <a:avLst/>
            <a:gdLst>
              <a:gd name="T0" fmla="*/ 170 w 170"/>
              <a:gd name="T1" fmla="*/ 97 h 170"/>
              <a:gd name="T2" fmla="*/ 170 w 170"/>
              <a:gd name="T3" fmla="*/ 161 h 170"/>
              <a:gd name="T4" fmla="*/ 167 w 170"/>
              <a:gd name="T5" fmla="*/ 167 h 170"/>
              <a:gd name="T6" fmla="*/ 161 w 170"/>
              <a:gd name="T7" fmla="*/ 170 h 170"/>
              <a:gd name="T8" fmla="*/ 70 w 170"/>
              <a:gd name="T9" fmla="*/ 170 h 170"/>
              <a:gd name="T10" fmla="*/ 63 w 170"/>
              <a:gd name="T11" fmla="*/ 167 h 170"/>
              <a:gd name="T12" fmla="*/ 61 w 170"/>
              <a:gd name="T13" fmla="*/ 161 h 170"/>
              <a:gd name="T14" fmla="*/ 61 w 170"/>
              <a:gd name="T15" fmla="*/ 145 h 170"/>
              <a:gd name="T16" fmla="*/ 9 w 170"/>
              <a:gd name="T17" fmla="*/ 145 h 170"/>
              <a:gd name="T18" fmla="*/ 3 w 170"/>
              <a:gd name="T19" fmla="*/ 143 h 170"/>
              <a:gd name="T20" fmla="*/ 0 w 170"/>
              <a:gd name="T21" fmla="*/ 136 h 170"/>
              <a:gd name="T22" fmla="*/ 0 w 170"/>
              <a:gd name="T23" fmla="*/ 9 h 170"/>
              <a:gd name="T24" fmla="*/ 3 w 170"/>
              <a:gd name="T25" fmla="*/ 3 h 170"/>
              <a:gd name="T26" fmla="*/ 9 w 170"/>
              <a:gd name="T27" fmla="*/ 0 h 170"/>
              <a:gd name="T28" fmla="*/ 112 w 170"/>
              <a:gd name="T29" fmla="*/ 0 h 170"/>
              <a:gd name="T30" fmla="*/ 119 w 170"/>
              <a:gd name="T31" fmla="*/ 3 h 170"/>
              <a:gd name="T32" fmla="*/ 121 w 170"/>
              <a:gd name="T33" fmla="*/ 9 h 170"/>
              <a:gd name="T34" fmla="*/ 121 w 170"/>
              <a:gd name="T35" fmla="*/ 40 h 170"/>
              <a:gd name="T36" fmla="*/ 125 w 170"/>
              <a:gd name="T37" fmla="*/ 43 h 170"/>
              <a:gd name="T38" fmla="*/ 163 w 170"/>
              <a:gd name="T39" fmla="*/ 82 h 170"/>
              <a:gd name="T40" fmla="*/ 168 w 170"/>
              <a:gd name="T41" fmla="*/ 89 h 170"/>
              <a:gd name="T42" fmla="*/ 170 w 170"/>
              <a:gd name="T43" fmla="*/ 97 h 170"/>
              <a:gd name="T44" fmla="*/ 97 w 170"/>
              <a:gd name="T45" fmla="*/ 21 h 170"/>
              <a:gd name="T46" fmla="*/ 97 w 170"/>
              <a:gd name="T47" fmla="*/ 15 h 170"/>
              <a:gd name="T48" fmla="*/ 96 w 170"/>
              <a:gd name="T49" fmla="*/ 13 h 170"/>
              <a:gd name="T50" fmla="*/ 94 w 170"/>
              <a:gd name="T51" fmla="*/ 12 h 170"/>
              <a:gd name="T52" fmla="*/ 27 w 170"/>
              <a:gd name="T53" fmla="*/ 12 h 170"/>
              <a:gd name="T54" fmla="*/ 25 w 170"/>
              <a:gd name="T55" fmla="*/ 13 h 170"/>
              <a:gd name="T56" fmla="*/ 24 w 170"/>
              <a:gd name="T57" fmla="*/ 15 h 170"/>
              <a:gd name="T58" fmla="*/ 24 w 170"/>
              <a:gd name="T59" fmla="*/ 21 h 170"/>
              <a:gd name="T60" fmla="*/ 25 w 170"/>
              <a:gd name="T61" fmla="*/ 24 h 170"/>
              <a:gd name="T62" fmla="*/ 27 w 170"/>
              <a:gd name="T63" fmla="*/ 24 h 170"/>
              <a:gd name="T64" fmla="*/ 94 w 170"/>
              <a:gd name="T65" fmla="*/ 24 h 170"/>
              <a:gd name="T66" fmla="*/ 96 w 170"/>
              <a:gd name="T67" fmla="*/ 24 h 170"/>
              <a:gd name="T68" fmla="*/ 97 w 170"/>
              <a:gd name="T69" fmla="*/ 21 h 170"/>
              <a:gd name="T70" fmla="*/ 73 w 170"/>
              <a:gd name="T71" fmla="*/ 158 h 170"/>
              <a:gd name="T72" fmla="*/ 158 w 170"/>
              <a:gd name="T73" fmla="*/ 158 h 170"/>
              <a:gd name="T74" fmla="*/ 158 w 170"/>
              <a:gd name="T75" fmla="*/ 97 h 170"/>
              <a:gd name="T76" fmla="*/ 118 w 170"/>
              <a:gd name="T77" fmla="*/ 97 h 170"/>
              <a:gd name="T78" fmla="*/ 112 w 170"/>
              <a:gd name="T79" fmla="*/ 94 h 170"/>
              <a:gd name="T80" fmla="*/ 109 w 170"/>
              <a:gd name="T81" fmla="*/ 88 h 170"/>
              <a:gd name="T82" fmla="*/ 109 w 170"/>
              <a:gd name="T83" fmla="*/ 49 h 170"/>
              <a:gd name="T84" fmla="*/ 73 w 170"/>
              <a:gd name="T85" fmla="*/ 49 h 170"/>
              <a:gd name="T86" fmla="*/ 73 w 170"/>
              <a:gd name="T87" fmla="*/ 158 h 170"/>
              <a:gd name="T88" fmla="*/ 121 w 170"/>
              <a:gd name="T89" fmla="*/ 85 h 170"/>
              <a:gd name="T90" fmla="*/ 150 w 170"/>
              <a:gd name="T91" fmla="*/ 85 h 170"/>
              <a:gd name="T92" fmla="*/ 121 w 170"/>
              <a:gd name="T93" fmla="*/ 57 h 170"/>
              <a:gd name="T94" fmla="*/ 121 w 170"/>
              <a:gd name="T95" fmla="*/ 85 h 1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70" h="170">
                <a:moveTo>
                  <a:pt x="170" y="97"/>
                </a:moveTo>
                <a:cubicBezTo>
                  <a:pt x="170" y="161"/>
                  <a:pt x="170" y="161"/>
                  <a:pt x="170" y="161"/>
                </a:cubicBezTo>
                <a:cubicBezTo>
                  <a:pt x="170" y="163"/>
                  <a:pt x="169" y="165"/>
                  <a:pt x="167" y="167"/>
                </a:cubicBezTo>
                <a:cubicBezTo>
                  <a:pt x="165" y="169"/>
                  <a:pt x="163" y="170"/>
                  <a:pt x="161" y="170"/>
                </a:cubicBezTo>
                <a:cubicBezTo>
                  <a:pt x="70" y="170"/>
                  <a:pt x="70" y="170"/>
                  <a:pt x="70" y="170"/>
                </a:cubicBezTo>
                <a:cubicBezTo>
                  <a:pt x="67" y="170"/>
                  <a:pt x="65" y="169"/>
                  <a:pt x="63" y="167"/>
                </a:cubicBezTo>
                <a:cubicBezTo>
                  <a:pt x="62" y="165"/>
                  <a:pt x="61" y="163"/>
                  <a:pt x="61" y="161"/>
                </a:cubicBezTo>
                <a:cubicBezTo>
                  <a:pt x="61" y="145"/>
                  <a:pt x="61" y="145"/>
                  <a:pt x="61" y="145"/>
                </a:cubicBezTo>
                <a:cubicBezTo>
                  <a:pt x="9" y="145"/>
                  <a:pt x="9" y="145"/>
                  <a:pt x="9" y="145"/>
                </a:cubicBezTo>
                <a:cubicBezTo>
                  <a:pt x="7" y="145"/>
                  <a:pt x="5" y="145"/>
                  <a:pt x="3" y="143"/>
                </a:cubicBezTo>
                <a:cubicBezTo>
                  <a:pt x="1" y="141"/>
                  <a:pt x="0" y="139"/>
                  <a:pt x="0" y="136"/>
                </a:cubicBezTo>
                <a:cubicBezTo>
                  <a:pt x="0" y="9"/>
                  <a:pt x="0" y="9"/>
                  <a:pt x="0" y="9"/>
                </a:cubicBezTo>
                <a:cubicBezTo>
                  <a:pt x="0" y="7"/>
                  <a:pt x="1" y="5"/>
                  <a:pt x="3" y="3"/>
                </a:cubicBezTo>
                <a:cubicBezTo>
                  <a:pt x="5" y="1"/>
                  <a:pt x="7" y="0"/>
                  <a:pt x="9" y="0"/>
                </a:cubicBezTo>
                <a:cubicBezTo>
                  <a:pt x="112" y="0"/>
                  <a:pt x="112" y="0"/>
                  <a:pt x="112" y="0"/>
                </a:cubicBezTo>
                <a:cubicBezTo>
                  <a:pt x="115" y="0"/>
                  <a:pt x="117" y="1"/>
                  <a:pt x="119" y="3"/>
                </a:cubicBezTo>
                <a:cubicBezTo>
                  <a:pt x="120" y="5"/>
                  <a:pt x="121" y="7"/>
                  <a:pt x="121" y="9"/>
                </a:cubicBezTo>
                <a:cubicBezTo>
                  <a:pt x="121" y="40"/>
                  <a:pt x="121" y="40"/>
                  <a:pt x="121" y="40"/>
                </a:cubicBezTo>
                <a:cubicBezTo>
                  <a:pt x="123" y="41"/>
                  <a:pt x="124" y="42"/>
                  <a:pt x="125" y="43"/>
                </a:cubicBezTo>
                <a:cubicBezTo>
                  <a:pt x="163" y="82"/>
                  <a:pt x="163" y="82"/>
                  <a:pt x="163" y="82"/>
                </a:cubicBezTo>
                <a:cubicBezTo>
                  <a:pt x="165" y="83"/>
                  <a:pt x="167" y="86"/>
                  <a:pt x="168" y="89"/>
                </a:cubicBezTo>
                <a:cubicBezTo>
                  <a:pt x="169" y="92"/>
                  <a:pt x="170" y="95"/>
                  <a:pt x="170" y="97"/>
                </a:cubicBezTo>
                <a:close/>
                <a:moveTo>
                  <a:pt x="97" y="21"/>
                </a:moveTo>
                <a:cubicBezTo>
                  <a:pt x="97" y="15"/>
                  <a:pt x="97" y="15"/>
                  <a:pt x="97" y="15"/>
                </a:cubicBezTo>
                <a:cubicBezTo>
                  <a:pt x="97" y="15"/>
                  <a:pt x="97" y="14"/>
                  <a:pt x="96" y="13"/>
                </a:cubicBezTo>
                <a:cubicBezTo>
                  <a:pt x="96" y="13"/>
                  <a:pt x="95" y="12"/>
                  <a:pt x="94" y="12"/>
                </a:cubicBezTo>
                <a:cubicBezTo>
                  <a:pt x="27" y="12"/>
                  <a:pt x="27" y="12"/>
                  <a:pt x="27" y="12"/>
                </a:cubicBezTo>
                <a:cubicBezTo>
                  <a:pt x="27" y="12"/>
                  <a:pt x="26" y="13"/>
                  <a:pt x="25" y="13"/>
                </a:cubicBezTo>
                <a:cubicBezTo>
                  <a:pt x="25" y="14"/>
                  <a:pt x="24" y="15"/>
                  <a:pt x="24" y="15"/>
                </a:cubicBezTo>
                <a:cubicBezTo>
                  <a:pt x="24" y="21"/>
                  <a:pt x="24" y="21"/>
                  <a:pt x="24" y="21"/>
                </a:cubicBezTo>
                <a:cubicBezTo>
                  <a:pt x="24" y="22"/>
                  <a:pt x="25" y="23"/>
                  <a:pt x="25" y="24"/>
                </a:cubicBezTo>
                <a:cubicBezTo>
                  <a:pt x="26" y="24"/>
                  <a:pt x="27" y="24"/>
                  <a:pt x="27" y="24"/>
                </a:cubicBezTo>
                <a:cubicBezTo>
                  <a:pt x="94" y="24"/>
                  <a:pt x="94" y="24"/>
                  <a:pt x="94" y="24"/>
                </a:cubicBezTo>
                <a:cubicBezTo>
                  <a:pt x="95" y="24"/>
                  <a:pt x="96" y="24"/>
                  <a:pt x="96" y="24"/>
                </a:cubicBezTo>
                <a:cubicBezTo>
                  <a:pt x="97" y="23"/>
                  <a:pt x="97" y="22"/>
                  <a:pt x="97" y="21"/>
                </a:cubicBezTo>
                <a:close/>
                <a:moveTo>
                  <a:pt x="73" y="158"/>
                </a:moveTo>
                <a:cubicBezTo>
                  <a:pt x="158" y="158"/>
                  <a:pt x="158" y="158"/>
                  <a:pt x="158" y="158"/>
                </a:cubicBezTo>
                <a:cubicBezTo>
                  <a:pt x="158" y="97"/>
                  <a:pt x="158" y="97"/>
                  <a:pt x="158" y="97"/>
                </a:cubicBezTo>
                <a:cubicBezTo>
                  <a:pt x="118" y="97"/>
                  <a:pt x="118" y="97"/>
                  <a:pt x="118" y="97"/>
                </a:cubicBezTo>
                <a:cubicBezTo>
                  <a:pt x="116" y="97"/>
                  <a:pt x="114" y="96"/>
                  <a:pt x="112" y="94"/>
                </a:cubicBezTo>
                <a:cubicBezTo>
                  <a:pt x="110" y="93"/>
                  <a:pt x="109" y="90"/>
                  <a:pt x="109" y="88"/>
                </a:cubicBezTo>
                <a:cubicBezTo>
                  <a:pt x="109" y="49"/>
                  <a:pt x="109" y="49"/>
                  <a:pt x="109" y="49"/>
                </a:cubicBezTo>
                <a:cubicBezTo>
                  <a:pt x="73" y="49"/>
                  <a:pt x="73" y="49"/>
                  <a:pt x="73" y="49"/>
                </a:cubicBezTo>
                <a:lnTo>
                  <a:pt x="73" y="158"/>
                </a:lnTo>
                <a:close/>
                <a:moveTo>
                  <a:pt x="121" y="85"/>
                </a:moveTo>
                <a:cubicBezTo>
                  <a:pt x="150" y="85"/>
                  <a:pt x="150" y="85"/>
                  <a:pt x="150" y="85"/>
                </a:cubicBezTo>
                <a:cubicBezTo>
                  <a:pt x="121" y="57"/>
                  <a:pt x="121" y="57"/>
                  <a:pt x="121" y="57"/>
                </a:cubicBezTo>
                <a:lnTo>
                  <a:pt x="121" y="8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10" name="Freeform 213"/>
          <p:cNvSpPr>
            <a:spLocks noEditPoints="1"/>
          </p:cNvSpPr>
          <p:nvPr/>
        </p:nvSpPr>
        <p:spPr bwMode="auto">
          <a:xfrm>
            <a:off x="4506515" y="3538136"/>
            <a:ext cx="138311" cy="209627"/>
          </a:xfrm>
          <a:custGeom>
            <a:avLst/>
            <a:gdLst>
              <a:gd name="T0" fmla="*/ 87 w 97"/>
              <a:gd name="T1" fmla="*/ 68 h 146"/>
              <a:gd name="T2" fmla="*/ 75 w 97"/>
              <a:gd name="T3" fmla="*/ 85 h 146"/>
              <a:gd name="T4" fmla="*/ 76 w 97"/>
              <a:gd name="T5" fmla="*/ 103 h 146"/>
              <a:gd name="T6" fmla="*/ 76 w 97"/>
              <a:gd name="T7" fmla="*/ 115 h 146"/>
              <a:gd name="T8" fmla="*/ 73 w 97"/>
              <a:gd name="T9" fmla="*/ 127 h 146"/>
              <a:gd name="T10" fmla="*/ 63 w 97"/>
              <a:gd name="T11" fmla="*/ 136 h 146"/>
              <a:gd name="T12" fmla="*/ 49 w 97"/>
              <a:gd name="T13" fmla="*/ 146 h 146"/>
              <a:gd name="T14" fmla="*/ 35 w 97"/>
              <a:gd name="T15" fmla="*/ 136 h 146"/>
              <a:gd name="T16" fmla="*/ 25 w 97"/>
              <a:gd name="T17" fmla="*/ 127 h 146"/>
              <a:gd name="T18" fmla="*/ 22 w 97"/>
              <a:gd name="T19" fmla="*/ 115 h 146"/>
              <a:gd name="T20" fmla="*/ 22 w 97"/>
              <a:gd name="T21" fmla="*/ 103 h 146"/>
              <a:gd name="T22" fmla="*/ 23 w 97"/>
              <a:gd name="T23" fmla="*/ 85 h 146"/>
              <a:gd name="T24" fmla="*/ 10 w 97"/>
              <a:gd name="T25" fmla="*/ 68 h 146"/>
              <a:gd name="T26" fmla="*/ 5 w 97"/>
              <a:gd name="T27" fmla="*/ 25 h 146"/>
              <a:gd name="T28" fmla="*/ 31 w 97"/>
              <a:gd name="T29" fmla="*/ 3 h 146"/>
              <a:gd name="T30" fmla="*/ 66 w 97"/>
              <a:gd name="T31" fmla="*/ 3 h 146"/>
              <a:gd name="T32" fmla="*/ 93 w 97"/>
              <a:gd name="T33" fmla="*/ 25 h 146"/>
              <a:gd name="T34" fmla="*/ 85 w 97"/>
              <a:gd name="T35" fmla="*/ 43 h 146"/>
              <a:gd name="T36" fmla="*/ 73 w 97"/>
              <a:gd name="T37" fmla="*/ 20 h 146"/>
              <a:gd name="T38" fmla="*/ 49 w 97"/>
              <a:gd name="T39" fmla="*/ 12 h 146"/>
              <a:gd name="T40" fmla="*/ 24 w 97"/>
              <a:gd name="T41" fmla="*/ 20 h 146"/>
              <a:gd name="T42" fmla="*/ 13 w 97"/>
              <a:gd name="T43" fmla="*/ 43 h 146"/>
              <a:gd name="T44" fmla="*/ 22 w 97"/>
              <a:gd name="T45" fmla="*/ 63 h 146"/>
              <a:gd name="T46" fmla="*/ 38 w 97"/>
              <a:gd name="T47" fmla="*/ 94 h 146"/>
              <a:gd name="T48" fmla="*/ 73 w 97"/>
              <a:gd name="T49" fmla="*/ 66 h 146"/>
              <a:gd name="T50" fmla="*/ 79 w 97"/>
              <a:gd name="T51" fmla="*/ 60 h 146"/>
              <a:gd name="T52" fmla="*/ 70 w 97"/>
              <a:gd name="T53" fmla="*/ 43 h 146"/>
              <a:gd name="T54" fmla="*/ 67 w 97"/>
              <a:gd name="T55" fmla="*/ 46 h 146"/>
              <a:gd name="T56" fmla="*/ 64 w 97"/>
              <a:gd name="T57" fmla="*/ 43 h 146"/>
              <a:gd name="T58" fmla="*/ 49 w 97"/>
              <a:gd name="T59" fmla="*/ 34 h 146"/>
              <a:gd name="T60" fmla="*/ 46 w 97"/>
              <a:gd name="T61" fmla="*/ 31 h 146"/>
              <a:gd name="T62" fmla="*/ 49 w 97"/>
              <a:gd name="T63" fmla="*/ 28 h 146"/>
              <a:gd name="T64" fmla="*/ 66 w 97"/>
              <a:gd name="T65" fmla="*/ 34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97" h="146">
                <a:moveTo>
                  <a:pt x="97" y="43"/>
                </a:moveTo>
                <a:cubicBezTo>
                  <a:pt x="97" y="52"/>
                  <a:pt x="94" y="61"/>
                  <a:pt x="87" y="68"/>
                </a:cubicBezTo>
                <a:cubicBezTo>
                  <a:pt x="85" y="71"/>
                  <a:pt x="82" y="74"/>
                  <a:pt x="80" y="76"/>
                </a:cubicBezTo>
                <a:cubicBezTo>
                  <a:pt x="79" y="79"/>
                  <a:pt x="77" y="82"/>
                  <a:pt x="75" y="85"/>
                </a:cubicBezTo>
                <a:cubicBezTo>
                  <a:pt x="73" y="89"/>
                  <a:pt x="72" y="92"/>
                  <a:pt x="72" y="95"/>
                </a:cubicBezTo>
                <a:cubicBezTo>
                  <a:pt x="75" y="97"/>
                  <a:pt x="76" y="100"/>
                  <a:pt x="76" y="103"/>
                </a:cubicBezTo>
                <a:cubicBezTo>
                  <a:pt x="76" y="106"/>
                  <a:pt x="75" y="108"/>
                  <a:pt x="74" y="109"/>
                </a:cubicBezTo>
                <a:cubicBezTo>
                  <a:pt x="75" y="111"/>
                  <a:pt x="76" y="113"/>
                  <a:pt x="76" y="115"/>
                </a:cubicBezTo>
                <a:cubicBezTo>
                  <a:pt x="76" y="119"/>
                  <a:pt x="75" y="121"/>
                  <a:pt x="72" y="123"/>
                </a:cubicBezTo>
                <a:cubicBezTo>
                  <a:pt x="73" y="124"/>
                  <a:pt x="73" y="126"/>
                  <a:pt x="73" y="127"/>
                </a:cubicBezTo>
                <a:cubicBezTo>
                  <a:pt x="73" y="130"/>
                  <a:pt x="72" y="133"/>
                  <a:pt x="70" y="134"/>
                </a:cubicBezTo>
                <a:cubicBezTo>
                  <a:pt x="68" y="136"/>
                  <a:pt x="66" y="136"/>
                  <a:pt x="63" y="136"/>
                </a:cubicBezTo>
                <a:cubicBezTo>
                  <a:pt x="61" y="139"/>
                  <a:pt x="60" y="141"/>
                  <a:pt x="57" y="143"/>
                </a:cubicBezTo>
                <a:cubicBezTo>
                  <a:pt x="55" y="145"/>
                  <a:pt x="52" y="146"/>
                  <a:pt x="49" y="146"/>
                </a:cubicBezTo>
                <a:cubicBezTo>
                  <a:pt x="46" y="146"/>
                  <a:pt x="43" y="145"/>
                  <a:pt x="41" y="143"/>
                </a:cubicBezTo>
                <a:cubicBezTo>
                  <a:pt x="38" y="141"/>
                  <a:pt x="36" y="139"/>
                  <a:pt x="35" y="136"/>
                </a:cubicBezTo>
                <a:cubicBezTo>
                  <a:pt x="32" y="136"/>
                  <a:pt x="30" y="136"/>
                  <a:pt x="28" y="134"/>
                </a:cubicBezTo>
                <a:cubicBezTo>
                  <a:pt x="26" y="133"/>
                  <a:pt x="25" y="130"/>
                  <a:pt x="25" y="127"/>
                </a:cubicBezTo>
                <a:cubicBezTo>
                  <a:pt x="25" y="126"/>
                  <a:pt x="25" y="124"/>
                  <a:pt x="26" y="123"/>
                </a:cubicBezTo>
                <a:cubicBezTo>
                  <a:pt x="23" y="121"/>
                  <a:pt x="22" y="119"/>
                  <a:pt x="22" y="115"/>
                </a:cubicBezTo>
                <a:cubicBezTo>
                  <a:pt x="22" y="113"/>
                  <a:pt x="22" y="111"/>
                  <a:pt x="24" y="109"/>
                </a:cubicBezTo>
                <a:cubicBezTo>
                  <a:pt x="22" y="108"/>
                  <a:pt x="22" y="106"/>
                  <a:pt x="22" y="103"/>
                </a:cubicBezTo>
                <a:cubicBezTo>
                  <a:pt x="22" y="100"/>
                  <a:pt x="23" y="97"/>
                  <a:pt x="26" y="95"/>
                </a:cubicBezTo>
                <a:cubicBezTo>
                  <a:pt x="26" y="92"/>
                  <a:pt x="25" y="89"/>
                  <a:pt x="23" y="85"/>
                </a:cubicBezTo>
                <a:cubicBezTo>
                  <a:pt x="21" y="82"/>
                  <a:pt x="19" y="79"/>
                  <a:pt x="17" y="76"/>
                </a:cubicBezTo>
                <a:cubicBezTo>
                  <a:pt x="15" y="74"/>
                  <a:pt x="13" y="71"/>
                  <a:pt x="10" y="68"/>
                </a:cubicBezTo>
                <a:cubicBezTo>
                  <a:pt x="4" y="61"/>
                  <a:pt x="0" y="52"/>
                  <a:pt x="0" y="43"/>
                </a:cubicBezTo>
                <a:cubicBezTo>
                  <a:pt x="0" y="36"/>
                  <a:pt x="2" y="31"/>
                  <a:pt x="5" y="25"/>
                </a:cubicBezTo>
                <a:cubicBezTo>
                  <a:pt x="7" y="20"/>
                  <a:pt x="11" y="15"/>
                  <a:pt x="16" y="12"/>
                </a:cubicBezTo>
                <a:cubicBezTo>
                  <a:pt x="20" y="8"/>
                  <a:pt x="25" y="5"/>
                  <a:pt x="31" y="3"/>
                </a:cubicBezTo>
                <a:cubicBezTo>
                  <a:pt x="37" y="1"/>
                  <a:pt x="43" y="0"/>
                  <a:pt x="49" y="0"/>
                </a:cubicBezTo>
                <a:cubicBezTo>
                  <a:pt x="55" y="0"/>
                  <a:pt x="61" y="1"/>
                  <a:pt x="66" y="3"/>
                </a:cubicBezTo>
                <a:cubicBezTo>
                  <a:pt x="72" y="5"/>
                  <a:pt x="77" y="8"/>
                  <a:pt x="82" y="12"/>
                </a:cubicBezTo>
                <a:cubicBezTo>
                  <a:pt x="87" y="15"/>
                  <a:pt x="90" y="20"/>
                  <a:pt x="93" y="25"/>
                </a:cubicBezTo>
                <a:cubicBezTo>
                  <a:pt x="96" y="31"/>
                  <a:pt x="97" y="36"/>
                  <a:pt x="97" y="43"/>
                </a:cubicBezTo>
                <a:close/>
                <a:moveTo>
                  <a:pt x="85" y="43"/>
                </a:moveTo>
                <a:cubicBezTo>
                  <a:pt x="85" y="38"/>
                  <a:pt x="84" y="34"/>
                  <a:pt x="82" y="30"/>
                </a:cubicBezTo>
                <a:cubicBezTo>
                  <a:pt x="80" y="26"/>
                  <a:pt x="77" y="23"/>
                  <a:pt x="73" y="20"/>
                </a:cubicBezTo>
                <a:cubicBezTo>
                  <a:pt x="70" y="18"/>
                  <a:pt x="66" y="16"/>
                  <a:pt x="62" y="15"/>
                </a:cubicBezTo>
                <a:cubicBezTo>
                  <a:pt x="57" y="13"/>
                  <a:pt x="53" y="12"/>
                  <a:pt x="49" y="12"/>
                </a:cubicBezTo>
                <a:cubicBezTo>
                  <a:pt x="44" y="12"/>
                  <a:pt x="40" y="13"/>
                  <a:pt x="36" y="15"/>
                </a:cubicBezTo>
                <a:cubicBezTo>
                  <a:pt x="32" y="16"/>
                  <a:pt x="28" y="18"/>
                  <a:pt x="24" y="20"/>
                </a:cubicBezTo>
                <a:cubicBezTo>
                  <a:pt x="21" y="23"/>
                  <a:pt x="18" y="26"/>
                  <a:pt x="16" y="30"/>
                </a:cubicBezTo>
                <a:cubicBezTo>
                  <a:pt x="14" y="34"/>
                  <a:pt x="13" y="38"/>
                  <a:pt x="13" y="43"/>
                </a:cubicBezTo>
                <a:cubicBezTo>
                  <a:pt x="13" y="49"/>
                  <a:pt x="15" y="55"/>
                  <a:pt x="19" y="60"/>
                </a:cubicBezTo>
                <a:cubicBezTo>
                  <a:pt x="20" y="60"/>
                  <a:pt x="21" y="61"/>
                  <a:pt x="22" y="63"/>
                </a:cubicBezTo>
                <a:cubicBezTo>
                  <a:pt x="23" y="64"/>
                  <a:pt x="24" y="65"/>
                  <a:pt x="25" y="66"/>
                </a:cubicBezTo>
                <a:cubicBezTo>
                  <a:pt x="33" y="76"/>
                  <a:pt x="37" y="85"/>
                  <a:pt x="38" y="94"/>
                </a:cubicBezTo>
                <a:cubicBezTo>
                  <a:pt x="60" y="94"/>
                  <a:pt x="60" y="94"/>
                  <a:pt x="60" y="94"/>
                </a:cubicBezTo>
                <a:cubicBezTo>
                  <a:pt x="60" y="85"/>
                  <a:pt x="65" y="76"/>
                  <a:pt x="73" y="66"/>
                </a:cubicBezTo>
                <a:cubicBezTo>
                  <a:pt x="74" y="65"/>
                  <a:pt x="75" y="64"/>
                  <a:pt x="76" y="63"/>
                </a:cubicBezTo>
                <a:cubicBezTo>
                  <a:pt x="77" y="61"/>
                  <a:pt x="78" y="60"/>
                  <a:pt x="79" y="60"/>
                </a:cubicBezTo>
                <a:cubicBezTo>
                  <a:pt x="83" y="55"/>
                  <a:pt x="85" y="49"/>
                  <a:pt x="85" y="43"/>
                </a:cubicBezTo>
                <a:close/>
                <a:moveTo>
                  <a:pt x="70" y="43"/>
                </a:moveTo>
                <a:cubicBezTo>
                  <a:pt x="70" y="43"/>
                  <a:pt x="70" y="44"/>
                  <a:pt x="69" y="45"/>
                </a:cubicBezTo>
                <a:cubicBezTo>
                  <a:pt x="68" y="45"/>
                  <a:pt x="68" y="46"/>
                  <a:pt x="67" y="46"/>
                </a:cubicBezTo>
                <a:cubicBezTo>
                  <a:pt x="66" y="46"/>
                  <a:pt x="65" y="45"/>
                  <a:pt x="65" y="45"/>
                </a:cubicBezTo>
                <a:cubicBezTo>
                  <a:pt x="64" y="44"/>
                  <a:pt x="64" y="43"/>
                  <a:pt x="64" y="43"/>
                </a:cubicBezTo>
                <a:cubicBezTo>
                  <a:pt x="64" y="40"/>
                  <a:pt x="62" y="38"/>
                  <a:pt x="59" y="36"/>
                </a:cubicBezTo>
                <a:cubicBezTo>
                  <a:pt x="55" y="34"/>
                  <a:pt x="52" y="34"/>
                  <a:pt x="49" y="34"/>
                </a:cubicBezTo>
                <a:cubicBezTo>
                  <a:pt x="48" y="34"/>
                  <a:pt x="47" y="33"/>
                  <a:pt x="47" y="33"/>
                </a:cubicBezTo>
                <a:cubicBezTo>
                  <a:pt x="46" y="32"/>
                  <a:pt x="46" y="31"/>
                  <a:pt x="46" y="31"/>
                </a:cubicBezTo>
                <a:cubicBezTo>
                  <a:pt x="46" y="30"/>
                  <a:pt x="46" y="29"/>
                  <a:pt x="47" y="28"/>
                </a:cubicBezTo>
                <a:cubicBezTo>
                  <a:pt x="47" y="28"/>
                  <a:pt x="48" y="28"/>
                  <a:pt x="49" y="28"/>
                </a:cubicBezTo>
                <a:cubicBezTo>
                  <a:pt x="52" y="28"/>
                  <a:pt x="55" y="28"/>
                  <a:pt x="58" y="29"/>
                </a:cubicBezTo>
                <a:cubicBezTo>
                  <a:pt x="61" y="30"/>
                  <a:pt x="64" y="32"/>
                  <a:pt x="66" y="34"/>
                </a:cubicBezTo>
                <a:cubicBezTo>
                  <a:pt x="69" y="37"/>
                  <a:pt x="70" y="39"/>
                  <a:pt x="70" y="4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11" name="Freeform 214"/>
          <p:cNvSpPr>
            <a:spLocks noEditPoints="1"/>
          </p:cNvSpPr>
          <p:nvPr/>
        </p:nvSpPr>
        <p:spPr bwMode="auto">
          <a:xfrm>
            <a:off x="4709657" y="3559747"/>
            <a:ext cx="242043" cy="183695"/>
          </a:xfrm>
          <a:custGeom>
            <a:avLst/>
            <a:gdLst>
              <a:gd name="T0" fmla="*/ 169 w 169"/>
              <a:gd name="T1" fmla="*/ 34 h 128"/>
              <a:gd name="T2" fmla="*/ 169 w 169"/>
              <a:gd name="T3" fmla="*/ 36 h 128"/>
              <a:gd name="T4" fmla="*/ 138 w 169"/>
              <a:gd name="T5" fmla="*/ 66 h 128"/>
              <a:gd name="T6" fmla="*/ 136 w 169"/>
              <a:gd name="T7" fmla="*/ 67 h 128"/>
              <a:gd name="T8" fmla="*/ 134 w 169"/>
              <a:gd name="T9" fmla="*/ 66 h 128"/>
              <a:gd name="T10" fmla="*/ 133 w 169"/>
              <a:gd name="T11" fmla="*/ 64 h 128"/>
              <a:gd name="T12" fmla="*/ 133 w 169"/>
              <a:gd name="T13" fmla="*/ 46 h 128"/>
              <a:gd name="T14" fmla="*/ 3 w 169"/>
              <a:gd name="T15" fmla="*/ 46 h 128"/>
              <a:gd name="T16" fmla="*/ 1 w 169"/>
              <a:gd name="T17" fmla="*/ 45 h 128"/>
              <a:gd name="T18" fmla="*/ 0 w 169"/>
              <a:gd name="T19" fmla="*/ 43 h 128"/>
              <a:gd name="T20" fmla="*/ 0 w 169"/>
              <a:gd name="T21" fmla="*/ 25 h 128"/>
              <a:gd name="T22" fmla="*/ 1 w 169"/>
              <a:gd name="T23" fmla="*/ 23 h 128"/>
              <a:gd name="T24" fmla="*/ 3 w 169"/>
              <a:gd name="T25" fmla="*/ 22 h 128"/>
              <a:gd name="T26" fmla="*/ 133 w 169"/>
              <a:gd name="T27" fmla="*/ 22 h 128"/>
              <a:gd name="T28" fmla="*/ 133 w 169"/>
              <a:gd name="T29" fmla="*/ 3 h 128"/>
              <a:gd name="T30" fmla="*/ 134 w 169"/>
              <a:gd name="T31" fmla="*/ 1 h 128"/>
              <a:gd name="T32" fmla="*/ 136 w 169"/>
              <a:gd name="T33" fmla="*/ 0 h 128"/>
              <a:gd name="T34" fmla="*/ 138 w 169"/>
              <a:gd name="T35" fmla="*/ 1 h 128"/>
              <a:gd name="T36" fmla="*/ 169 w 169"/>
              <a:gd name="T37" fmla="*/ 32 h 128"/>
              <a:gd name="T38" fmla="*/ 169 w 169"/>
              <a:gd name="T39" fmla="*/ 34 h 128"/>
              <a:gd name="T40" fmla="*/ 169 w 169"/>
              <a:gd name="T41" fmla="*/ 85 h 128"/>
              <a:gd name="T42" fmla="*/ 169 w 169"/>
              <a:gd name="T43" fmla="*/ 103 h 128"/>
              <a:gd name="T44" fmla="*/ 168 w 169"/>
              <a:gd name="T45" fmla="*/ 105 h 128"/>
              <a:gd name="T46" fmla="*/ 166 w 169"/>
              <a:gd name="T47" fmla="*/ 106 h 128"/>
              <a:gd name="T48" fmla="*/ 36 w 169"/>
              <a:gd name="T49" fmla="*/ 106 h 128"/>
              <a:gd name="T50" fmla="*/ 36 w 169"/>
              <a:gd name="T51" fmla="*/ 124 h 128"/>
              <a:gd name="T52" fmla="*/ 35 w 169"/>
              <a:gd name="T53" fmla="*/ 127 h 128"/>
              <a:gd name="T54" fmla="*/ 33 w 169"/>
              <a:gd name="T55" fmla="*/ 128 h 128"/>
              <a:gd name="T56" fmla="*/ 31 w 169"/>
              <a:gd name="T57" fmla="*/ 127 h 128"/>
              <a:gd name="T58" fmla="*/ 1 w 169"/>
              <a:gd name="T59" fmla="*/ 96 h 128"/>
              <a:gd name="T60" fmla="*/ 0 w 169"/>
              <a:gd name="T61" fmla="*/ 94 h 128"/>
              <a:gd name="T62" fmla="*/ 1 w 169"/>
              <a:gd name="T63" fmla="*/ 92 h 128"/>
              <a:gd name="T64" fmla="*/ 31 w 169"/>
              <a:gd name="T65" fmla="*/ 62 h 128"/>
              <a:gd name="T66" fmla="*/ 33 w 169"/>
              <a:gd name="T67" fmla="*/ 61 h 128"/>
              <a:gd name="T68" fmla="*/ 35 w 169"/>
              <a:gd name="T69" fmla="*/ 62 h 128"/>
              <a:gd name="T70" fmla="*/ 36 w 169"/>
              <a:gd name="T71" fmla="*/ 64 h 128"/>
              <a:gd name="T72" fmla="*/ 36 w 169"/>
              <a:gd name="T73" fmla="*/ 82 h 128"/>
              <a:gd name="T74" fmla="*/ 166 w 169"/>
              <a:gd name="T75" fmla="*/ 82 h 128"/>
              <a:gd name="T76" fmla="*/ 168 w 169"/>
              <a:gd name="T77" fmla="*/ 83 h 128"/>
              <a:gd name="T78" fmla="*/ 169 w 169"/>
              <a:gd name="T79" fmla="*/ 85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69" h="128">
                <a:moveTo>
                  <a:pt x="169" y="34"/>
                </a:moveTo>
                <a:cubicBezTo>
                  <a:pt x="169" y="35"/>
                  <a:pt x="169" y="35"/>
                  <a:pt x="169" y="36"/>
                </a:cubicBezTo>
                <a:cubicBezTo>
                  <a:pt x="138" y="66"/>
                  <a:pt x="138" y="66"/>
                  <a:pt x="138" y="66"/>
                </a:cubicBezTo>
                <a:cubicBezTo>
                  <a:pt x="138" y="67"/>
                  <a:pt x="137" y="67"/>
                  <a:pt x="136" y="67"/>
                </a:cubicBezTo>
                <a:cubicBezTo>
                  <a:pt x="135" y="67"/>
                  <a:pt x="135" y="67"/>
                  <a:pt x="134" y="66"/>
                </a:cubicBezTo>
                <a:cubicBezTo>
                  <a:pt x="133" y="66"/>
                  <a:pt x="133" y="65"/>
                  <a:pt x="133" y="64"/>
                </a:cubicBezTo>
                <a:cubicBezTo>
                  <a:pt x="133" y="46"/>
                  <a:pt x="133" y="46"/>
                  <a:pt x="133" y="46"/>
                </a:cubicBezTo>
                <a:cubicBezTo>
                  <a:pt x="3" y="46"/>
                  <a:pt x="3" y="46"/>
                  <a:pt x="3" y="46"/>
                </a:cubicBezTo>
                <a:cubicBezTo>
                  <a:pt x="2" y="46"/>
                  <a:pt x="1" y="46"/>
                  <a:pt x="1" y="45"/>
                </a:cubicBezTo>
                <a:cubicBezTo>
                  <a:pt x="0" y="44"/>
                  <a:pt x="0" y="44"/>
                  <a:pt x="0" y="43"/>
                </a:cubicBezTo>
                <a:cubicBezTo>
                  <a:pt x="0" y="25"/>
                  <a:pt x="0" y="25"/>
                  <a:pt x="0" y="25"/>
                </a:cubicBezTo>
                <a:cubicBezTo>
                  <a:pt x="0" y="24"/>
                  <a:pt x="0" y="23"/>
                  <a:pt x="1" y="23"/>
                </a:cubicBezTo>
                <a:cubicBezTo>
                  <a:pt x="1" y="22"/>
                  <a:pt x="2" y="22"/>
                  <a:pt x="3" y="22"/>
                </a:cubicBezTo>
                <a:cubicBezTo>
                  <a:pt x="133" y="22"/>
                  <a:pt x="133" y="22"/>
                  <a:pt x="133" y="22"/>
                </a:cubicBezTo>
                <a:cubicBezTo>
                  <a:pt x="133" y="3"/>
                  <a:pt x="133" y="3"/>
                  <a:pt x="133" y="3"/>
                </a:cubicBezTo>
                <a:cubicBezTo>
                  <a:pt x="133" y="3"/>
                  <a:pt x="133" y="2"/>
                  <a:pt x="134" y="1"/>
                </a:cubicBezTo>
                <a:cubicBezTo>
                  <a:pt x="134" y="1"/>
                  <a:pt x="135" y="0"/>
                  <a:pt x="136" y="0"/>
                </a:cubicBezTo>
                <a:cubicBezTo>
                  <a:pt x="137" y="0"/>
                  <a:pt x="138" y="1"/>
                  <a:pt x="138" y="1"/>
                </a:cubicBezTo>
                <a:cubicBezTo>
                  <a:pt x="169" y="32"/>
                  <a:pt x="169" y="32"/>
                  <a:pt x="169" y="32"/>
                </a:cubicBezTo>
                <a:cubicBezTo>
                  <a:pt x="169" y="32"/>
                  <a:pt x="169" y="33"/>
                  <a:pt x="169" y="34"/>
                </a:cubicBezTo>
                <a:close/>
                <a:moveTo>
                  <a:pt x="169" y="85"/>
                </a:moveTo>
                <a:cubicBezTo>
                  <a:pt x="169" y="103"/>
                  <a:pt x="169" y="103"/>
                  <a:pt x="169" y="103"/>
                </a:cubicBezTo>
                <a:cubicBezTo>
                  <a:pt x="169" y="104"/>
                  <a:pt x="169" y="105"/>
                  <a:pt x="168" y="105"/>
                </a:cubicBezTo>
                <a:cubicBezTo>
                  <a:pt x="168" y="106"/>
                  <a:pt x="167" y="106"/>
                  <a:pt x="166" y="106"/>
                </a:cubicBezTo>
                <a:cubicBezTo>
                  <a:pt x="36" y="106"/>
                  <a:pt x="36" y="106"/>
                  <a:pt x="36" y="106"/>
                </a:cubicBezTo>
                <a:cubicBezTo>
                  <a:pt x="36" y="124"/>
                  <a:pt x="36" y="124"/>
                  <a:pt x="36" y="124"/>
                </a:cubicBezTo>
                <a:cubicBezTo>
                  <a:pt x="36" y="125"/>
                  <a:pt x="36" y="126"/>
                  <a:pt x="35" y="127"/>
                </a:cubicBezTo>
                <a:cubicBezTo>
                  <a:pt x="35" y="127"/>
                  <a:pt x="34" y="128"/>
                  <a:pt x="33" y="128"/>
                </a:cubicBezTo>
                <a:cubicBezTo>
                  <a:pt x="32" y="128"/>
                  <a:pt x="32" y="127"/>
                  <a:pt x="31" y="127"/>
                </a:cubicBezTo>
                <a:cubicBezTo>
                  <a:pt x="1" y="96"/>
                  <a:pt x="1" y="96"/>
                  <a:pt x="1" y="96"/>
                </a:cubicBezTo>
                <a:cubicBezTo>
                  <a:pt x="0" y="96"/>
                  <a:pt x="0" y="95"/>
                  <a:pt x="0" y="94"/>
                </a:cubicBezTo>
                <a:cubicBezTo>
                  <a:pt x="0" y="93"/>
                  <a:pt x="0" y="93"/>
                  <a:pt x="1" y="92"/>
                </a:cubicBezTo>
                <a:cubicBezTo>
                  <a:pt x="31" y="62"/>
                  <a:pt x="31" y="62"/>
                  <a:pt x="31" y="62"/>
                </a:cubicBezTo>
                <a:cubicBezTo>
                  <a:pt x="32" y="61"/>
                  <a:pt x="32" y="61"/>
                  <a:pt x="33" y="61"/>
                </a:cubicBezTo>
                <a:cubicBezTo>
                  <a:pt x="34" y="61"/>
                  <a:pt x="35" y="61"/>
                  <a:pt x="35" y="62"/>
                </a:cubicBezTo>
                <a:cubicBezTo>
                  <a:pt x="36" y="62"/>
                  <a:pt x="36" y="63"/>
                  <a:pt x="36" y="64"/>
                </a:cubicBezTo>
                <a:cubicBezTo>
                  <a:pt x="36" y="82"/>
                  <a:pt x="36" y="82"/>
                  <a:pt x="36" y="82"/>
                </a:cubicBezTo>
                <a:cubicBezTo>
                  <a:pt x="166" y="82"/>
                  <a:pt x="166" y="82"/>
                  <a:pt x="166" y="82"/>
                </a:cubicBezTo>
                <a:cubicBezTo>
                  <a:pt x="167" y="82"/>
                  <a:pt x="168" y="82"/>
                  <a:pt x="168" y="83"/>
                </a:cubicBezTo>
                <a:cubicBezTo>
                  <a:pt x="169" y="84"/>
                  <a:pt x="169" y="84"/>
                  <a:pt x="169" y="8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12" name="Freeform 215"/>
          <p:cNvSpPr>
            <a:spLocks noEditPoints="1"/>
          </p:cNvSpPr>
          <p:nvPr/>
        </p:nvSpPr>
        <p:spPr bwMode="auto">
          <a:xfrm>
            <a:off x="5016533" y="3538136"/>
            <a:ext cx="259332" cy="192339"/>
          </a:xfrm>
          <a:custGeom>
            <a:avLst/>
            <a:gdLst>
              <a:gd name="T0" fmla="*/ 182 w 182"/>
              <a:gd name="T1" fmla="*/ 97 h 133"/>
              <a:gd name="T2" fmla="*/ 171 w 182"/>
              <a:gd name="T3" fmla="*/ 123 h 133"/>
              <a:gd name="T4" fmla="*/ 145 w 182"/>
              <a:gd name="T5" fmla="*/ 133 h 133"/>
              <a:gd name="T6" fmla="*/ 42 w 182"/>
              <a:gd name="T7" fmla="*/ 133 h 133"/>
              <a:gd name="T8" fmla="*/ 13 w 182"/>
              <a:gd name="T9" fmla="*/ 121 h 133"/>
              <a:gd name="T10" fmla="*/ 0 w 182"/>
              <a:gd name="T11" fmla="*/ 91 h 133"/>
              <a:gd name="T12" fmla="*/ 7 w 182"/>
              <a:gd name="T13" fmla="*/ 68 h 133"/>
              <a:gd name="T14" fmla="*/ 25 w 182"/>
              <a:gd name="T15" fmla="*/ 53 h 133"/>
              <a:gd name="T16" fmla="*/ 24 w 182"/>
              <a:gd name="T17" fmla="*/ 49 h 133"/>
              <a:gd name="T18" fmla="*/ 38 w 182"/>
              <a:gd name="T19" fmla="*/ 15 h 133"/>
              <a:gd name="T20" fmla="*/ 73 w 182"/>
              <a:gd name="T21" fmla="*/ 0 h 133"/>
              <a:gd name="T22" fmla="*/ 100 w 182"/>
              <a:gd name="T23" fmla="*/ 9 h 133"/>
              <a:gd name="T24" fmla="*/ 118 w 182"/>
              <a:gd name="T25" fmla="*/ 30 h 133"/>
              <a:gd name="T26" fmla="*/ 133 w 182"/>
              <a:gd name="T27" fmla="*/ 25 h 133"/>
              <a:gd name="T28" fmla="*/ 150 w 182"/>
              <a:gd name="T29" fmla="*/ 32 h 133"/>
              <a:gd name="T30" fmla="*/ 157 w 182"/>
              <a:gd name="T31" fmla="*/ 49 h 133"/>
              <a:gd name="T32" fmla="*/ 154 w 182"/>
              <a:gd name="T33" fmla="*/ 62 h 133"/>
              <a:gd name="T34" fmla="*/ 174 w 182"/>
              <a:gd name="T35" fmla="*/ 75 h 133"/>
              <a:gd name="T36" fmla="*/ 182 w 182"/>
              <a:gd name="T37" fmla="*/ 97 h 133"/>
              <a:gd name="T38" fmla="*/ 121 w 182"/>
              <a:gd name="T39" fmla="*/ 76 h 133"/>
              <a:gd name="T40" fmla="*/ 120 w 182"/>
              <a:gd name="T41" fmla="*/ 74 h 133"/>
              <a:gd name="T42" fmla="*/ 118 w 182"/>
              <a:gd name="T43" fmla="*/ 73 h 133"/>
              <a:gd name="T44" fmla="*/ 97 w 182"/>
              <a:gd name="T45" fmla="*/ 73 h 133"/>
              <a:gd name="T46" fmla="*/ 97 w 182"/>
              <a:gd name="T47" fmla="*/ 40 h 133"/>
              <a:gd name="T48" fmla="*/ 96 w 182"/>
              <a:gd name="T49" fmla="*/ 38 h 133"/>
              <a:gd name="T50" fmla="*/ 94 w 182"/>
              <a:gd name="T51" fmla="*/ 37 h 133"/>
              <a:gd name="T52" fmla="*/ 76 w 182"/>
              <a:gd name="T53" fmla="*/ 37 h 133"/>
              <a:gd name="T54" fmla="*/ 74 w 182"/>
              <a:gd name="T55" fmla="*/ 38 h 133"/>
              <a:gd name="T56" fmla="*/ 73 w 182"/>
              <a:gd name="T57" fmla="*/ 40 h 133"/>
              <a:gd name="T58" fmla="*/ 73 w 182"/>
              <a:gd name="T59" fmla="*/ 73 h 133"/>
              <a:gd name="T60" fmla="*/ 52 w 182"/>
              <a:gd name="T61" fmla="*/ 73 h 133"/>
              <a:gd name="T62" fmla="*/ 49 w 182"/>
              <a:gd name="T63" fmla="*/ 74 h 133"/>
              <a:gd name="T64" fmla="*/ 49 w 182"/>
              <a:gd name="T65" fmla="*/ 76 h 133"/>
              <a:gd name="T66" fmla="*/ 49 w 182"/>
              <a:gd name="T67" fmla="*/ 78 h 133"/>
              <a:gd name="T68" fmla="*/ 83 w 182"/>
              <a:gd name="T69" fmla="*/ 111 h 133"/>
              <a:gd name="T70" fmla="*/ 85 w 182"/>
              <a:gd name="T71" fmla="*/ 112 h 133"/>
              <a:gd name="T72" fmla="*/ 87 w 182"/>
              <a:gd name="T73" fmla="*/ 111 h 133"/>
              <a:gd name="T74" fmla="*/ 120 w 182"/>
              <a:gd name="T75" fmla="*/ 78 h 133"/>
              <a:gd name="T76" fmla="*/ 121 w 182"/>
              <a:gd name="T77" fmla="*/ 76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82" h="133">
                <a:moveTo>
                  <a:pt x="182" y="97"/>
                </a:moveTo>
                <a:cubicBezTo>
                  <a:pt x="182" y="107"/>
                  <a:pt x="178" y="116"/>
                  <a:pt x="171" y="123"/>
                </a:cubicBezTo>
                <a:cubicBezTo>
                  <a:pt x="164" y="130"/>
                  <a:pt x="155" y="133"/>
                  <a:pt x="145" y="133"/>
                </a:cubicBezTo>
                <a:cubicBezTo>
                  <a:pt x="42" y="133"/>
                  <a:pt x="42" y="133"/>
                  <a:pt x="42" y="133"/>
                </a:cubicBezTo>
                <a:cubicBezTo>
                  <a:pt x="31" y="133"/>
                  <a:pt x="21" y="129"/>
                  <a:pt x="13" y="121"/>
                </a:cubicBezTo>
                <a:cubicBezTo>
                  <a:pt x="4" y="113"/>
                  <a:pt x="0" y="103"/>
                  <a:pt x="0" y="91"/>
                </a:cubicBezTo>
                <a:cubicBezTo>
                  <a:pt x="0" y="83"/>
                  <a:pt x="2" y="75"/>
                  <a:pt x="7" y="68"/>
                </a:cubicBezTo>
                <a:cubicBezTo>
                  <a:pt x="11" y="61"/>
                  <a:pt x="17" y="56"/>
                  <a:pt x="25" y="53"/>
                </a:cubicBezTo>
                <a:cubicBezTo>
                  <a:pt x="24" y="51"/>
                  <a:pt x="24" y="50"/>
                  <a:pt x="24" y="49"/>
                </a:cubicBezTo>
                <a:cubicBezTo>
                  <a:pt x="24" y="35"/>
                  <a:pt x="29" y="24"/>
                  <a:pt x="38" y="15"/>
                </a:cubicBezTo>
                <a:cubicBezTo>
                  <a:pt x="48" y="5"/>
                  <a:pt x="59" y="0"/>
                  <a:pt x="73" y="0"/>
                </a:cubicBezTo>
                <a:cubicBezTo>
                  <a:pt x="83" y="0"/>
                  <a:pt x="92" y="3"/>
                  <a:pt x="100" y="9"/>
                </a:cubicBezTo>
                <a:cubicBezTo>
                  <a:pt x="108" y="14"/>
                  <a:pt x="114" y="21"/>
                  <a:pt x="118" y="30"/>
                </a:cubicBezTo>
                <a:cubicBezTo>
                  <a:pt x="122" y="26"/>
                  <a:pt x="127" y="25"/>
                  <a:pt x="133" y="25"/>
                </a:cubicBezTo>
                <a:cubicBezTo>
                  <a:pt x="140" y="25"/>
                  <a:pt x="146" y="27"/>
                  <a:pt x="150" y="32"/>
                </a:cubicBezTo>
                <a:cubicBezTo>
                  <a:pt x="155" y="36"/>
                  <a:pt x="157" y="42"/>
                  <a:pt x="157" y="49"/>
                </a:cubicBezTo>
                <a:cubicBezTo>
                  <a:pt x="157" y="54"/>
                  <a:pt x="156" y="58"/>
                  <a:pt x="154" y="62"/>
                </a:cubicBezTo>
                <a:cubicBezTo>
                  <a:pt x="162" y="64"/>
                  <a:pt x="168" y="68"/>
                  <a:pt x="174" y="75"/>
                </a:cubicBezTo>
                <a:cubicBezTo>
                  <a:pt x="179" y="81"/>
                  <a:pt x="182" y="89"/>
                  <a:pt x="182" y="97"/>
                </a:cubicBezTo>
                <a:close/>
                <a:moveTo>
                  <a:pt x="121" y="76"/>
                </a:moveTo>
                <a:cubicBezTo>
                  <a:pt x="121" y="75"/>
                  <a:pt x="121" y="74"/>
                  <a:pt x="120" y="74"/>
                </a:cubicBezTo>
                <a:cubicBezTo>
                  <a:pt x="120" y="73"/>
                  <a:pt x="119" y="73"/>
                  <a:pt x="118" y="73"/>
                </a:cubicBezTo>
                <a:cubicBezTo>
                  <a:pt x="97" y="73"/>
                  <a:pt x="97" y="73"/>
                  <a:pt x="97" y="73"/>
                </a:cubicBezTo>
                <a:cubicBezTo>
                  <a:pt x="97" y="40"/>
                  <a:pt x="97" y="40"/>
                  <a:pt x="97" y="40"/>
                </a:cubicBezTo>
                <a:cubicBezTo>
                  <a:pt x="97" y="39"/>
                  <a:pt x="97" y="38"/>
                  <a:pt x="96" y="38"/>
                </a:cubicBezTo>
                <a:cubicBezTo>
                  <a:pt x="95" y="37"/>
                  <a:pt x="95" y="37"/>
                  <a:pt x="94" y="37"/>
                </a:cubicBezTo>
                <a:cubicBezTo>
                  <a:pt x="76" y="37"/>
                  <a:pt x="76" y="37"/>
                  <a:pt x="76" y="37"/>
                </a:cubicBezTo>
                <a:cubicBezTo>
                  <a:pt x="75" y="37"/>
                  <a:pt x="74" y="37"/>
                  <a:pt x="74" y="38"/>
                </a:cubicBezTo>
                <a:cubicBezTo>
                  <a:pt x="73" y="38"/>
                  <a:pt x="73" y="39"/>
                  <a:pt x="73" y="40"/>
                </a:cubicBezTo>
                <a:cubicBezTo>
                  <a:pt x="73" y="73"/>
                  <a:pt x="73" y="73"/>
                  <a:pt x="73" y="73"/>
                </a:cubicBezTo>
                <a:cubicBezTo>
                  <a:pt x="52" y="73"/>
                  <a:pt x="52" y="73"/>
                  <a:pt x="52" y="73"/>
                </a:cubicBezTo>
                <a:cubicBezTo>
                  <a:pt x="51" y="73"/>
                  <a:pt x="50" y="73"/>
                  <a:pt x="49" y="74"/>
                </a:cubicBezTo>
                <a:cubicBezTo>
                  <a:pt x="49" y="74"/>
                  <a:pt x="49" y="75"/>
                  <a:pt x="49" y="76"/>
                </a:cubicBezTo>
                <a:cubicBezTo>
                  <a:pt x="49" y="77"/>
                  <a:pt x="49" y="78"/>
                  <a:pt x="49" y="78"/>
                </a:cubicBezTo>
                <a:cubicBezTo>
                  <a:pt x="83" y="111"/>
                  <a:pt x="83" y="111"/>
                  <a:pt x="83" y="111"/>
                </a:cubicBezTo>
                <a:cubicBezTo>
                  <a:pt x="83" y="112"/>
                  <a:pt x="84" y="112"/>
                  <a:pt x="85" y="112"/>
                </a:cubicBezTo>
                <a:cubicBezTo>
                  <a:pt x="86" y="112"/>
                  <a:pt x="86" y="112"/>
                  <a:pt x="87" y="111"/>
                </a:cubicBezTo>
                <a:cubicBezTo>
                  <a:pt x="120" y="78"/>
                  <a:pt x="120" y="78"/>
                  <a:pt x="120" y="78"/>
                </a:cubicBezTo>
                <a:cubicBezTo>
                  <a:pt x="121" y="77"/>
                  <a:pt x="121" y="77"/>
                  <a:pt x="121" y="7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13" name="Freeform 216"/>
          <p:cNvSpPr>
            <a:spLocks noEditPoints="1"/>
          </p:cNvSpPr>
          <p:nvPr/>
        </p:nvSpPr>
        <p:spPr bwMode="auto">
          <a:xfrm>
            <a:off x="5340698" y="3538136"/>
            <a:ext cx="259332" cy="192339"/>
          </a:xfrm>
          <a:custGeom>
            <a:avLst/>
            <a:gdLst>
              <a:gd name="T0" fmla="*/ 182 w 182"/>
              <a:gd name="T1" fmla="*/ 97 h 133"/>
              <a:gd name="T2" fmla="*/ 171 w 182"/>
              <a:gd name="T3" fmla="*/ 123 h 133"/>
              <a:gd name="T4" fmla="*/ 146 w 182"/>
              <a:gd name="T5" fmla="*/ 133 h 133"/>
              <a:gd name="T6" fmla="*/ 43 w 182"/>
              <a:gd name="T7" fmla="*/ 133 h 133"/>
              <a:gd name="T8" fmla="*/ 13 w 182"/>
              <a:gd name="T9" fmla="*/ 121 h 133"/>
              <a:gd name="T10" fmla="*/ 0 w 182"/>
              <a:gd name="T11" fmla="*/ 91 h 133"/>
              <a:gd name="T12" fmla="*/ 7 w 182"/>
              <a:gd name="T13" fmla="*/ 68 h 133"/>
              <a:gd name="T14" fmla="*/ 25 w 182"/>
              <a:gd name="T15" fmla="*/ 53 h 133"/>
              <a:gd name="T16" fmla="*/ 25 w 182"/>
              <a:gd name="T17" fmla="*/ 49 h 133"/>
              <a:gd name="T18" fmla="*/ 39 w 182"/>
              <a:gd name="T19" fmla="*/ 15 h 133"/>
              <a:gd name="T20" fmla="*/ 73 w 182"/>
              <a:gd name="T21" fmla="*/ 0 h 133"/>
              <a:gd name="T22" fmla="*/ 100 w 182"/>
              <a:gd name="T23" fmla="*/ 9 h 133"/>
              <a:gd name="T24" fmla="*/ 118 w 182"/>
              <a:gd name="T25" fmla="*/ 30 h 133"/>
              <a:gd name="T26" fmla="*/ 133 w 182"/>
              <a:gd name="T27" fmla="*/ 25 h 133"/>
              <a:gd name="T28" fmla="*/ 151 w 182"/>
              <a:gd name="T29" fmla="*/ 32 h 133"/>
              <a:gd name="T30" fmla="*/ 158 w 182"/>
              <a:gd name="T31" fmla="*/ 49 h 133"/>
              <a:gd name="T32" fmla="*/ 154 w 182"/>
              <a:gd name="T33" fmla="*/ 62 h 133"/>
              <a:gd name="T34" fmla="*/ 174 w 182"/>
              <a:gd name="T35" fmla="*/ 75 h 133"/>
              <a:gd name="T36" fmla="*/ 182 w 182"/>
              <a:gd name="T37" fmla="*/ 97 h 133"/>
              <a:gd name="T38" fmla="*/ 121 w 182"/>
              <a:gd name="T39" fmla="*/ 70 h 133"/>
              <a:gd name="T40" fmla="*/ 121 w 182"/>
              <a:gd name="T41" fmla="*/ 68 h 133"/>
              <a:gd name="T42" fmla="*/ 87 w 182"/>
              <a:gd name="T43" fmla="*/ 34 h 133"/>
              <a:gd name="T44" fmla="*/ 85 w 182"/>
              <a:gd name="T45" fmla="*/ 34 h 133"/>
              <a:gd name="T46" fmla="*/ 83 w 182"/>
              <a:gd name="T47" fmla="*/ 34 h 133"/>
              <a:gd name="T48" fmla="*/ 50 w 182"/>
              <a:gd name="T49" fmla="*/ 68 h 133"/>
              <a:gd name="T50" fmla="*/ 49 w 182"/>
              <a:gd name="T51" fmla="*/ 70 h 133"/>
              <a:gd name="T52" fmla="*/ 50 w 182"/>
              <a:gd name="T53" fmla="*/ 72 h 133"/>
              <a:gd name="T54" fmla="*/ 52 w 182"/>
              <a:gd name="T55" fmla="*/ 73 h 133"/>
              <a:gd name="T56" fmla="*/ 73 w 182"/>
              <a:gd name="T57" fmla="*/ 73 h 133"/>
              <a:gd name="T58" fmla="*/ 73 w 182"/>
              <a:gd name="T59" fmla="*/ 106 h 133"/>
              <a:gd name="T60" fmla="*/ 74 w 182"/>
              <a:gd name="T61" fmla="*/ 108 h 133"/>
              <a:gd name="T62" fmla="*/ 76 w 182"/>
              <a:gd name="T63" fmla="*/ 109 h 133"/>
              <a:gd name="T64" fmla="*/ 94 w 182"/>
              <a:gd name="T65" fmla="*/ 109 h 133"/>
              <a:gd name="T66" fmla="*/ 96 w 182"/>
              <a:gd name="T67" fmla="*/ 108 h 133"/>
              <a:gd name="T68" fmla="*/ 97 w 182"/>
              <a:gd name="T69" fmla="*/ 106 h 133"/>
              <a:gd name="T70" fmla="*/ 97 w 182"/>
              <a:gd name="T71" fmla="*/ 73 h 133"/>
              <a:gd name="T72" fmla="*/ 118 w 182"/>
              <a:gd name="T73" fmla="*/ 73 h 133"/>
              <a:gd name="T74" fmla="*/ 120 w 182"/>
              <a:gd name="T75" fmla="*/ 72 h 133"/>
              <a:gd name="T76" fmla="*/ 121 w 182"/>
              <a:gd name="T77" fmla="*/ 70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82" h="133">
                <a:moveTo>
                  <a:pt x="182" y="97"/>
                </a:moveTo>
                <a:cubicBezTo>
                  <a:pt x="182" y="107"/>
                  <a:pt x="178" y="116"/>
                  <a:pt x="171" y="123"/>
                </a:cubicBezTo>
                <a:cubicBezTo>
                  <a:pt x="164" y="130"/>
                  <a:pt x="156" y="133"/>
                  <a:pt x="146" y="133"/>
                </a:cubicBezTo>
                <a:cubicBezTo>
                  <a:pt x="43" y="133"/>
                  <a:pt x="43" y="133"/>
                  <a:pt x="43" y="133"/>
                </a:cubicBezTo>
                <a:cubicBezTo>
                  <a:pt x="31" y="133"/>
                  <a:pt x="21" y="129"/>
                  <a:pt x="13" y="121"/>
                </a:cubicBezTo>
                <a:cubicBezTo>
                  <a:pt x="5" y="113"/>
                  <a:pt x="0" y="103"/>
                  <a:pt x="0" y="91"/>
                </a:cubicBezTo>
                <a:cubicBezTo>
                  <a:pt x="0" y="83"/>
                  <a:pt x="3" y="75"/>
                  <a:pt x="7" y="68"/>
                </a:cubicBezTo>
                <a:cubicBezTo>
                  <a:pt x="11" y="61"/>
                  <a:pt x="17" y="56"/>
                  <a:pt x="25" y="53"/>
                </a:cubicBezTo>
                <a:cubicBezTo>
                  <a:pt x="25" y="51"/>
                  <a:pt x="25" y="50"/>
                  <a:pt x="25" y="49"/>
                </a:cubicBezTo>
                <a:cubicBezTo>
                  <a:pt x="25" y="35"/>
                  <a:pt x="29" y="24"/>
                  <a:pt x="39" y="15"/>
                </a:cubicBezTo>
                <a:cubicBezTo>
                  <a:pt x="48" y="5"/>
                  <a:pt x="60" y="0"/>
                  <a:pt x="73" y="0"/>
                </a:cubicBezTo>
                <a:cubicBezTo>
                  <a:pt x="83" y="0"/>
                  <a:pt x="92" y="3"/>
                  <a:pt x="100" y="9"/>
                </a:cubicBezTo>
                <a:cubicBezTo>
                  <a:pt x="108" y="14"/>
                  <a:pt x="114" y="21"/>
                  <a:pt x="118" y="30"/>
                </a:cubicBezTo>
                <a:cubicBezTo>
                  <a:pt x="122" y="26"/>
                  <a:pt x="128" y="25"/>
                  <a:pt x="133" y="25"/>
                </a:cubicBezTo>
                <a:cubicBezTo>
                  <a:pt x="140" y="25"/>
                  <a:pt x="146" y="27"/>
                  <a:pt x="151" y="32"/>
                </a:cubicBezTo>
                <a:cubicBezTo>
                  <a:pt x="155" y="36"/>
                  <a:pt x="158" y="42"/>
                  <a:pt x="158" y="49"/>
                </a:cubicBezTo>
                <a:cubicBezTo>
                  <a:pt x="158" y="54"/>
                  <a:pt x="156" y="58"/>
                  <a:pt x="154" y="62"/>
                </a:cubicBezTo>
                <a:cubicBezTo>
                  <a:pt x="162" y="64"/>
                  <a:pt x="169" y="68"/>
                  <a:pt x="174" y="75"/>
                </a:cubicBezTo>
                <a:cubicBezTo>
                  <a:pt x="179" y="81"/>
                  <a:pt x="182" y="89"/>
                  <a:pt x="182" y="97"/>
                </a:cubicBezTo>
                <a:close/>
                <a:moveTo>
                  <a:pt x="121" y="70"/>
                </a:moveTo>
                <a:cubicBezTo>
                  <a:pt x="121" y="69"/>
                  <a:pt x="121" y="68"/>
                  <a:pt x="121" y="68"/>
                </a:cubicBezTo>
                <a:cubicBezTo>
                  <a:pt x="87" y="34"/>
                  <a:pt x="87" y="34"/>
                  <a:pt x="87" y="34"/>
                </a:cubicBezTo>
                <a:cubicBezTo>
                  <a:pt x="87" y="34"/>
                  <a:pt x="86" y="34"/>
                  <a:pt x="85" y="34"/>
                </a:cubicBezTo>
                <a:cubicBezTo>
                  <a:pt x="84" y="34"/>
                  <a:pt x="83" y="34"/>
                  <a:pt x="83" y="34"/>
                </a:cubicBezTo>
                <a:cubicBezTo>
                  <a:pt x="50" y="68"/>
                  <a:pt x="50" y="68"/>
                  <a:pt x="50" y="68"/>
                </a:cubicBezTo>
                <a:cubicBezTo>
                  <a:pt x="49" y="68"/>
                  <a:pt x="49" y="69"/>
                  <a:pt x="49" y="70"/>
                </a:cubicBezTo>
                <a:cubicBezTo>
                  <a:pt x="49" y="71"/>
                  <a:pt x="49" y="72"/>
                  <a:pt x="50" y="72"/>
                </a:cubicBezTo>
                <a:cubicBezTo>
                  <a:pt x="50" y="73"/>
                  <a:pt x="51" y="73"/>
                  <a:pt x="52" y="73"/>
                </a:cubicBezTo>
                <a:cubicBezTo>
                  <a:pt x="73" y="73"/>
                  <a:pt x="73" y="73"/>
                  <a:pt x="73" y="73"/>
                </a:cubicBezTo>
                <a:cubicBezTo>
                  <a:pt x="73" y="106"/>
                  <a:pt x="73" y="106"/>
                  <a:pt x="73" y="106"/>
                </a:cubicBezTo>
                <a:cubicBezTo>
                  <a:pt x="73" y="107"/>
                  <a:pt x="73" y="108"/>
                  <a:pt x="74" y="108"/>
                </a:cubicBezTo>
                <a:cubicBezTo>
                  <a:pt x="74" y="109"/>
                  <a:pt x="75" y="109"/>
                  <a:pt x="76" y="109"/>
                </a:cubicBezTo>
                <a:cubicBezTo>
                  <a:pt x="94" y="109"/>
                  <a:pt x="94" y="109"/>
                  <a:pt x="94" y="109"/>
                </a:cubicBezTo>
                <a:cubicBezTo>
                  <a:pt x="95" y="109"/>
                  <a:pt x="96" y="109"/>
                  <a:pt x="96" y="108"/>
                </a:cubicBezTo>
                <a:cubicBezTo>
                  <a:pt x="97" y="108"/>
                  <a:pt x="97" y="107"/>
                  <a:pt x="97" y="106"/>
                </a:cubicBezTo>
                <a:cubicBezTo>
                  <a:pt x="97" y="73"/>
                  <a:pt x="97" y="73"/>
                  <a:pt x="97" y="73"/>
                </a:cubicBezTo>
                <a:cubicBezTo>
                  <a:pt x="118" y="73"/>
                  <a:pt x="118" y="73"/>
                  <a:pt x="118" y="73"/>
                </a:cubicBezTo>
                <a:cubicBezTo>
                  <a:pt x="119" y="73"/>
                  <a:pt x="120" y="73"/>
                  <a:pt x="120" y="72"/>
                </a:cubicBezTo>
                <a:cubicBezTo>
                  <a:pt x="121" y="71"/>
                  <a:pt x="121" y="71"/>
                  <a:pt x="121" y="7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14" name="Freeform 217"/>
          <p:cNvSpPr>
            <a:spLocks noEditPoints="1"/>
          </p:cNvSpPr>
          <p:nvPr/>
        </p:nvSpPr>
        <p:spPr bwMode="auto">
          <a:xfrm>
            <a:off x="5664861" y="3538136"/>
            <a:ext cx="190176" cy="209627"/>
          </a:xfrm>
          <a:custGeom>
            <a:avLst/>
            <a:gdLst>
              <a:gd name="T0" fmla="*/ 126 w 133"/>
              <a:gd name="T1" fmla="*/ 139 h 146"/>
              <a:gd name="T2" fmla="*/ 25 w 133"/>
              <a:gd name="T3" fmla="*/ 146 h 146"/>
              <a:gd name="T4" fmla="*/ 0 w 133"/>
              <a:gd name="T5" fmla="*/ 121 h 146"/>
              <a:gd name="T6" fmla="*/ 2 w 133"/>
              <a:gd name="T7" fmla="*/ 96 h 146"/>
              <a:gd name="T8" fmla="*/ 15 w 133"/>
              <a:gd name="T9" fmla="*/ 73 h 146"/>
              <a:gd name="T10" fmla="*/ 24 w 133"/>
              <a:gd name="T11" fmla="*/ 79 h 146"/>
              <a:gd name="T12" fmla="*/ 15 w 133"/>
              <a:gd name="T13" fmla="*/ 105 h 146"/>
              <a:gd name="T14" fmla="*/ 17 w 133"/>
              <a:gd name="T15" fmla="*/ 128 h 146"/>
              <a:gd name="T16" fmla="*/ 43 w 133"/>
              <a:gd name="T17" fmla="*/ 128 h 146"/>
              <a:gd name="T18" fmla="*/ 45 w 133"/>
              <a:gd name="T19" fmla="*/ 105 h 146"/>
              <a:gd name="T20" fmla="*/ 36 w 133"/>
              <a:gd name="T21" fmla="*/ 79 h 146"/>
              <a:gd name="T22" fmla="*/ 66 w 133"/>
              <a:gd name="T23" fmla="*/ 80 h 146"/>
              <a:gd name="T24" fmla="*/ 96 w 133"/>
              <a:gd name="T25" fmla="*/ 79 h 146"/>
              <a:gd name="T26" fmla="*/ 79 w 133"/>
              <a:gd name="T27" fmla="*/ 92 h 146"/>
              <a:gd name="T28" fmla="*/ 72 w 133"/>
              <a:gd name="T29" fmla="*/ 118 h 146"/>
              <a:gd name="T30" fmla="*/ 72 w 133"/>
              <a:gd name="T31" fmla="*/ 131 h 146"/>
              <a:gd name="T32" fmla="*/ 85 w 133"/>
              <a:gd name="T33" fmla="*/ 131 h 146"/>
              <a:gd name="T34" fmla="*/ 84 w 133"/>
              <a:gd name="T35" fmla="*/ 118 h 146"/>
              <a:gd name="T36" fmla="*/ 88 w 133"/>
              <a:gd name="T37" fmla="*/ 101 h 146"/>
              <a:gd name="T38" fmla="*/ 105 w 133"/>
              <a:gd name="T39" fmla="*/ 101 h 146"/>
              <a:gd name="T40" fmla="*/ 109 w 133"/>
              <a:gd name="T41" fmla="*/ 118 h 146"/>
              <a:gd name="T42" fmla="*/ 108 w 133"/>
              <a:gd name="T43" fmla="*/ 131 h 146"/>
              <a:gd name="T44" fmla="*/ 121 w 133"/>
              <a:gd name="T45" fmla="*/ 131 h 146"/>
              <a:gd name="T46" fmla="*/ 121 w 133"/>
              <a:gd name="T47" fmla="*/ 118 h 146"/>
              <a:gd name="T48" fmla="*/ 117 w 133"/>
              <a:gd name="T49" fmla="*/ 97 h 146"/>
              <a:gd name="T50" fmla="*/ 109 w 133"/>
              <a:gd name="T51" fmla="*/ 84 h 146"/>
              <a:gd name="T52" fmla="*/ 108 w 133"/>
              <a:gd name="T53" fmla="*/ 76 h 146"/>
              <a:gd name="T54" fmla="*/ 106 w 133"/>
              <a:gd name="T55" fmla="*/ 68 h 146"/>
              <a:gd name="T56" fmla="*/ 125 w 133"/>
              <a:gd name="T57" fmla="*/ 83 h 146"/>
              <a:gd name="T58" fmla="*/ 132 w 133"/>
              <a:gd name="T59" fmla="*/ 109 h 146"/>
              <a:gd name="T60" fmla="*/ 34 w 133"/>
              <a:gd name="T61" fmla="*/ 111 h 146"/>
              <a:gd name="T62" fmla="*/ 34 w 133"/>
              <a:gd name="T63" fmla="*/ 120 h 146"/>
              <a:gd name="T64" fmla="*/ 26 w 133"/>
              <a:gd name="T65" fmla="*/ 120 h 146"/>
              <a:gd name="T66" fmla="*/ 26 w 133"/>
              <a:gd name="T67" fmla="*/ 111 h 146"/>
              <a:gd name="T68" fmla="*/ 34 w 133"/>
              <a:gd name="T69" fmla="*/ 111 h 146"/>
              <a:gd name="T70" fmla="*/ 103 w 133"/>
              <a:gd name="T71" fmla="*/ 37 h 146"/>
              <a:gd name="T72" fmla="*/ 66 w 133"/>
              <a:gd name="T73" fmla="*/ 73 h 146"/>
              <a:gd name="T74" fmla="*/ 30 w 133"/>
              <a:gd name="T75" fmla="*/ 37 h 146"/>
              <a:gd name="T76" fmla="*/ 66 w 133"/>
              <a:gd name="T77" fmla="*/ 0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33" h="146">
                <a:moveTo>
                  <a:pt x="133" y="121"/>
                </a:moveTo>
                <a:cubicBezTo>
                  <a:pt x="133" y="129"/>
                  <a:pt x="130" y="135"/>
                  <a:pt x="126" y="139"/>
                </a:cubicBezTo>
                <a:cubicBezTo>
                  <a:pt x="121" y="143"/>
                  <a:pt x="115" y="146"/>
                  <a:pt x="108" y="146"/>
                </a:cubicBezTo>
                <a:cubicBezTo>
                  <a:pt x="25" y="146"/>
                  <a:pt x="25" y="146"/>
                  <a:pt x="25" y="146"/>
                </a:cubicBezTo>
                <a:cubicBezTo>
                  <a:pt x="17" y="146"/>
                  <a:pt x="11" y="143"/>
                  <a:pt x="7" y="139"/>
                </a:cubicBezTo>
                <a:cubicBezTo>
                  <a:pt x="2" y="135"/>
                  <a:pt x="0" y="129"/>
                  <a:pt x="0" y="121"/>
                </a:cubicBezTo>
                <a:cubicBezTo>
                  <a:pt x="0" y="117"/>
                  <a:pt x="0" y="113"/>
                  <a:pt x="0" y="109"/>
                </a:cubicBezTo>
                <a:cubicBezTo>
                  <a:pt x="1" y="105"/>
                  <a:pt x="1" y="100"/>
                  <a:pt x="2" y="96"/>
                </a:cubicBezTo>
                <a:cubicBezTo>
                  <a:pt x="4" y="91"/>
                  <a:pt x="5" y="87"/>
                  <a:pt x="7" y="83"/>
                </a:cubicBezTo>
                <a:cubicBezTo>
                  <a:pt x="9" y="79"/>
                  <a:pt x="11" y="76"/>
                  <a:pt x="15" y="73"/>
                </a:cubicBezTo>
                <a:cubicBezTo>
                  <a:pt x="18" y="70"/>
                  <a:pt x="22" y="69"/>
                  <a:pt x="26" y="68"/>
                </a:cubicBezTo>
                <a:cubicBezTo>
                  <a:pt x="25" y="71"/>
                  <a:pt x="24" y="75"/>
                  <a:pt x="24" y="79"/>
                </a:cubicBezTo>
                <a:cubicBezTo>
                  <a:pt x="24" y="98"/>
                  <a:pt x="24" y="98"/>
                  <a:pt x="24" y="98"/>
                </a:cubicBezTo>
                <a:cubicBezTo>
                  <a:pt x="20" y="99"/>
                  <a:pt x="17" y="102"/>
                  <a:pt x="15" y="105"/>
                </a:cubicBezTo>
                <a:cubicBezTo>
                  <a:pt x="13" y="108"/>
                  <a:pt x="12" y="111"/>
                  <a:pt x="12" y="115"/>
                </a:cubicBezTo>
                <a:cubicBezTo>
                  <a:pt x="12" y="120"/>
                  <a:pt x="14" y="125"/>
                  <a:pt x="17" y="128"/>
                </a:cubicBezTo>
                <a:cubicBezTo>
                  <a:pt x="21" y="132"/>
                  <a:pt x="25" y="133"/>
                  <a:pt x="30" y="133"/>
                </a:cubicBezTo>
                <a:cubicBezTo>
                  <a:pt x="35" y="133"/>
                  <a:pt x="39" y="132"/>
                  <a:pt x="43" y="128"/>
                </a:cubicBezTo>
                <a:cubicBezTo>
                  <a:pt x="46" y="125"/>
                  <a:pt x="48" y="120"/>
                  <a:pt x="48" y="115"/>
                </a:cubicBezTo>
                <a:cubicBezTo>
                  <a:pt x="48" y="111"/>
                  <a:pt x="47" y="108"/>
                  <a:pt x="45" y="105"/>
                </a:cubicBezTo>
                <a:cubicBezTo>
                  <a:pt x="42" y="102"/>
                  <a:pt x="40" y="99"/>
                  <a:pt x="36" y="98"/>
                </a:cubicBezTo>
                <a:cubicBezTo>
                  <a:pt x="36" y="79"/>
                  <a:pt x="36" y="79"/>
                  <a:pt x="36" y="79"/>
                </a:cubicBezTo>
                <a:cubicBezTo>
                  <a:pt x="36" y="75"/>
                  <a:pt x="37" y="72"/>
                  <a:pt x="38" y="70"/>
                </a:cubicBezTo>
                <a:cubicBezTo>
                  <a:pt x="47" y="77"/>
                  <a:pt x="56" y="80"/>
                  <a:pt x="66" y="80"/>
                </a:cubicBezTo>
                <a:cubicBezTo>
                  <a:pt x="76" y="80"/>
                  <a:pt x="86" y="77"/>
                  <a:pt x="94" y="70"/>
                </a:cubicBezTo>
                <a:cubicBezTo>
                  <a:pt x="96" y="72"/>
                  <a:pt x="96" y="75"/>
                  <a:pt x="96" y="79"/>
                </a:cubicBezTo>
                <a:cubicBezTo>
                  <a:pt x="96" y="85"/>
                  <a:pt x="96" y="85"/>
                  <a:pt x="96" y="85"/>
                </a:cubicBezTo>
                <a:cubicBezTo>
                  <a:pt x="90" y="85"/>
                  <a:pt x="84" y="87"/>
                  <a:pt x="79" y="92"/>
                </a:cubicBezTo>
                <a:cubicBezTo>
                  <a:pt x="75" y="97"/>
                  <a:pt x="72" y="103"/>
                  <a:pt x="72" y="109"/>
                </a:cubicBezTo>
                <a:cubicBezTo>
                  <a:pt x="72" y="118"/>
                  <a:pt x="72" y="118"/>
                  <a:pt x="72" y="118"/>
                </a:cubicBezTo>
                <a:cubicBezTo>
                  <a:pt x="70" y="119"/>
                  <a:pt x="69" y="122"/>
                  <a:pt x="69" y="124"/>
                </a:cubicBezTo>
                <a:cubicBezTo>
                  <a:pt x="69" y="127"/>
                  <a:pt x="70" y="129"/>
                  <a:pt x="72" y="131"/>
                </a:cubicBezTo>
                <a:cubicBezTo>
                  <a:pt x="74" y="133"/>
                  <a:pt x="76" y="133"/>
                  <a:pt x="78" y="133"/>
                </a:cubicBezTo>
                <a:cubicBezTo>
                  <a:pt x="81" y="133"/>
                  <a:pt x="83" y="133"/>
                  <a:pt x="85" y="131"/>
                </a:cubicBezTo>
                <a:cubicBezTo>
                  <a:pt x="86" y="129"/>
                  <a:pt x="87" y="127"/>
                  <a:pt x="87" y="124"/>
                </a:cubicBezTo>
                <a:cubicBezTo>
                  <a:pt x="87" y="122"/>
                  <a:pt x="86" y="119"/>
                  <a:pt x="84" y="118"/>
                </a:cubicBezTo>
                <a:cubicBezTo>
                  <a:pt x="84" y="109"/>
                  <a:pt x="84" y="109"/>
                  <a:pt x="84" y="109"/>
                </a:cubicBezTo>
                <a:cubicBezTo>
                  <a:pt x="84" y="106"/>
                  <a:pt x="86" y="103"/>
                  <a:pt x="88" y="101"/>
                </a:cubicBezTo>
                <a:cubicBezTo>
                  <a:pt x="90" y="98"/>
                  <a:pt x="93" y="97"/>
                  <a:pt x="96" y="97"/>
                </a:cubicBezTo>
                <a:cubicBezTo>
                  <a:pt x="100" y="97"/>
                  <a:pt x="103" y="98"/>
                  <a:pt x="105" y="101"/>
                </a:cubicBezTo>
                <a:cubicBezTo>
                  <a:pt x="107" y="103"/>
                  <a:pt x="109" y="106"/>
                  <a:pt x="109" y="109"/>
                </a:cubicBezTo>
                <a:cubicBezTo>
                  <a:pt x="109" y="118"/>
                  <a:pt x="109" y="118"/>
                  <a:pt x="109" y="118"/>
                </a:cubicBezTo>
                <a:cubicBezTo>
                  <a:pt x="107" y="119"/>
                  <a:pt x="106" y="122"/>
                  <a:pt x="106" y="124"/>
                </a:cubicBezTo>
                <a:cubicBezTo>
                  <a:pt x="106" y="127"/>
                  <a:pt x="106" y="129"/>
                  <a:pt x="108" y="131"/>
                </a:cubicBezTo>
                <a:cubicBezTo>
                  <a:pt x="110" y="133"/>
                  <a:pt x="112" y="133"/>
                  <a:pt x="115" y="133"/>
                </a:cubicBezTo>
                <a:cubicBezTo>
                  <a:pt x="117" y="133"/>
                  <a:pt x="119" y="133"/>
                  <a:pt x="121" y="131"/>
                </a:cubicBezTo>
                <a:cubicBezTo>
                  <a:pt x="123" y="129"/>
                  <a:pt x="124" y="127"/>
                  <a:pt x="124" y="124"/>
                </a:cubicBezTo>
                <a:cubicBezTo>
                  <a:pt x="124" y="122"/>
                  <a:pt x="123" y="119"/>
                  <a:pt x="121" y="118"/>
                </a:cubicBezTo>
                <a:cubicBezTo>
                  <a:pt x="121" y="109"/>
                  <a:pt x="121" y="109"/>
                  <a:pt x="121" y="109"/>
                </a:cubicBezTo>
                <a:cubicBezTo>
                  <a:pt x="121" y="105"/>
                  <a:pt x="120" y="101"/>
                  <a:pt x="117" y="97"/>
                </a:cubicBezTo>
                <a:cubicBezTo>
                  <a:pt x="115" y="93"/>
                  <a:pt x="112" y="90"/>
                  <a:pt x="109" y="88"/>
                </a:cubicBezTo>
                <a:cubicBezTo>
                  <a:pt x="109" y="88"/>
                  <a:pt x="109" y="86"/>
                  <a:pt x="109" y="84"/>
                </a:cubicBezTo>
                <a:cubicBezTo>
                  <a:pt x="109" y="82"/>
                  <a:pt x="109" y="81"/>
                  <a:pt x="109" y="80"/>
                </a:cubicBezTo>
                <a:cubicBezTo>
                  <a:pt x="109" y="79"/>
                  <a:pt x="108" y="78"/>
                  <a:pt x="108" y="76"/>
                </a:cubicBezTo>
                <a:cubicBezTo>
                  <a:pt x="108" y="74"/>
                  <a:pt x="108" y="73"/>
                  <a:pt x="108" y="71"/>
                </a:cubicBezTo>
                <a:cubicBezTo>
                  <a:pt x="107" y="70"/>
                  <a:pt x="107" y="69"/>
                  <a:pt x="106" y="68"/>
                </a:cubicBezTo>
                <a:cubicBezTo>
                  <a:pt x="111" y="69"/>
                  <a:pt x="115" y="70"/>
                  <a:pt x="118" y="73"/>
                </a:cubicBezTo>
                <a:cubicBezTo>
                  <a:pt x="121" y="76"/>
                  <a:pt x="124" y="79"/>
                  <a:pt x="125" y="83"/>
                </a:cubicBezTo>
                <a:cubicBezTo>
                  <a:pt x="127" y="87"/>
                  <a:pt x="129" y="91"/>
                  <a:pt x="130" y="96"/>
                </a:cubicBezTo>
                <a:cubicBezTo>
                  <a:pt x="131" y="100"/>
                  <a:pt x="132" y="105"/>
                  <a:pt x="132" y="109"/>
                </a:cubicBezTo>
                <a:cubicBezTo>
                  <a:pt x="133" y="113"/>
                  <a:pt x="133" y="117"/>
                  <a:pt x="133" y="121"/>
                </a:cubicBezTo>
                <a:close/>
                <a:moveTo>
                  <a:pt x="34" y="111"/>
                </a:moveTo>
                <a:cubicBezTo>
                  <a:pt x="35" y="112"/>
                  <a:pt x="36" y="114"/>
                  <a:pt x="36" y="115"/>
                </a:cubicBezTo>
                <a:cubicBezTo>
                  <a:pt x="36" y="117"/>
                  <a:pt x="35" y="118"/>
                  <a:pt x="34" y="120"/>
                </a:cubicBezTo>
                <a:cubicBezTo>
                  <a:pt x="33" y="121"/>
                  <a:pt x="32" y="121"/>
                  <a:pt x="30" y="121"/>
                </a:cubicBezTo>
                <a:cubicBezTo>
                  <a:pt x="28" y="121"/>
                  <a:pt x="27" y="121"/>
                  <a:pt x="26" y="120"/>
                </a:cubicBezTo>
                <a:cubicBezTo>
                  <a:pt x="24" y="118"/>
                  <a:pt x="24" y="117"/>
                  <a:pt x="24" y="115"/>
                </a:cubicBezTo>
                <a:cubicBezTo>
                  <a:pt x="24" y="114"/>
                  <a:pt x="24" y="112"/>
                  <a:pt x="26" y="111"/>
                </a:cubicBezTo>
                <a:cubicBezTo>
                  <a:pt x="27" y="110"/>
                  <a:pt x="28" y="109"/>
                  <a:pt x="30" y="109"/>
                </a:cubicBezTo>
                <a:cubicBezTo>
                  <a:pt x="32" y="109"/>
                  <a:pt x="33" y="110"/>
                  <a:pt x="34" y="111"/>
                </a:cubicBezTo>
                <a:close/>
                <a:moveTo>
                  <a:pt x="92" y="11"/>
                </a:moveTo>
                <a:cubicBezTo>
                  <a:pt x="99" y="18"/>
                  <a:pt x="103" y="27"/>
                  <a:pt x="103" y="37"/>
                </a:cubicBezTo>
                <a:cubicBezTo>
                  <a:pt x="103" y="47"/>
                  <a:pt x="99" y="55"/>
                  <a:pt x="92" y="62"/>
                </a:cubicBezTo>
                <a:cubicBezTo>
                  <a:pt x="85" y="69"/>
                  <a:pt x="76" y="73"/>
                  <a:pt x="66" y="73"/>
                </a:cubicBezTo>
                <a:cubicBezTo>
                  <a:pt x="56" y="73"/>
                  <a:pt x="48" y="69"/>
                  <a:pt x="41" y="62"/>
                </a:cubicBezTo>
                <a:cubicBezTo>
                  <a:pt x="33" y="55"/>
                  <a:pt x="30" y="47"/>
                  <a:pt x="30" y="37"/>
                </a:cubicBezTo>
                <a:cubicBezTo>
                  <a:pt x="30" y="27"/>
                  <a:pt x="33" y="18"/>
                  <a:pt x="41" y="11"/>
                </a:cubicBezTo>
                <a:cubicBezTo>
                  <a:pt x="48" y="4"/>
                  <a:pt x="56" y="0"/>
                  <a:pt x="66" y="0"/>
                </a:cubicBezTo>
                <a:cubicBezTo>
                  <a:pt x="76" y="0"/>
                  <a:pt x="85" y="4"/>
                  <a:pt x="92" y="1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15" name="Freeform 218"/>
          <p:cNvSpPr>
            <a:spLocks noEditPoints="1"/>
          </p:cNvSpPr>
          <p:nvPr/>
        </p:nvSpPr>
        <p:spPr bwMode="auto">
          <a:xfrm>
            <a:off x="5917709" y="3538136"/>
            <a:ext cx="192339" cy="209627"/>
          </a:xfrm>
          <a:custGeom>
            <a:avLst/>
            <a:gdLst>
              <a:gd name="T0" fmla="*/ 134 w 134"/>
              <a:gd name="T1" fmla="*/ 55 h 146"/>
              <a:gd name="T2" fmla="*/ 130 w 134"/>
              <a:gd name="T3" fmla="*/ 65 h 146"/>
              <a:gd name="T4" fmla="*/ 122 w 134"/>
              <a:gd name="T5" fmla="*/ 72 h 146"/>
              <a:gd name="T6" fmla="*/ 122 w 134"/>
              <a:gd name="T7" fmla="*/ 109 h 146"/>
              <a:gd name="T8" fmla="*/ 109 w 134"/>
              <a:gd name="T9" fmla="*/ 135 h 146"/>
              <a:gd name="T10" fmla="*/ 79 w 134"/>
              <a:gd name="T11" fmla="*/ 146 h 146"/>
              <a:gd name="T12" fmla="*/ 49 w 134"/>
              <a:gd name="T13" fmla="*/ 135 h 146"/>
              <a:gd name="T14" fmla="*/ 37 w 134"/>
              <a:gd name="T15" fmla="*/ 109 h 146"/>
              <a:gd name="T16" fmla="*/ 37 w 134"/>
              <a:gd name="T17" fmla="*/ 97 h 146"/>
              <a:gd name="T18" fmla="*/ 11 w 134"/>
              <a:gd name="T19" fmla="*/ 85 h 146"/>
              <a:gd name="T20" fmla="*/ 0 w 134"/>
              <a:gd name="T21" fmla="*/ 61 h 146"/>
              <a:gd name="T22" fmla="*/ 0 w 134"/>
              <a:gd name="T23" fmla="*/ 12 h 146"/>
              <a:gd name="T24" fmla="*/ 2 w 134"/>
              <a:gd name="T25" fmla="*/ 8 h 146"/>
              <a:gd name="T26" fmla="*/ 7 w 134"/>
              <a:gd name="T27" fmla="*/ 6 h 146"/>
              <a:gd name="T28" fmla="*/ 8 w 134"/>
              <a:gd name="T29" fmla="*/ 7 h 146"/>
              <a:gd name="T30" fmla="*/ 12 w 134"/>
              <a:gd name="T31" fmla="*/ 2 h 146"/>
              <a:gd name="T32" fmla="*/ 19 w 134"/>
              <a:gd name="T33" fmla="*/ 0 h 146"/>
              <a:gd name="T34" fmla="*/ 27 w 134"/>
              <a:gd name="T35" fmla="*/ 4 h 146"/>
              <a:gd name="T36" fmla="*/ 31 w 134"/>
              <a:gd name="T37" fmla="*/ 12 h 146"/>
              <a:gd name="T38" fmla="*/ 27 w 134"/>
              <a:gd name="T39" fmla="*/ 21 h 146"/>
              <a:gd name="T40" fmla="*/ 19 w 134"/>
              <a:gd name="T41" fmla="*/ 25 h 146"/>
              <a:gd name="T42" fmla="*/ 13 w 134"/>
              <a:gd name="T43" fmla="*/ 23 h 146"/>
              <a:gd name="T44" fmla="*/ 13 w 134"/>
              <a:gd name="T45" fmla="*/ 61 h 146"/>
              <a:gd name="T46" fmla="*/ 21 w 134"/>
              <a:gd name="T47" fmla="*/ 78 h 146"/>
              <a:gd name="T48" fmla="*/ 43 w 134"/>
              <a:gd name="T49" fmla="*/ 85 h 146"/>
              <a:gd name="T50" fmla="*/ 64 w 134"/>
              <a:gd name="T51" fmla="*/ 78 h 146"/>
              <a:gd name="T52" fmla="*/ 73 w 134"/>
              <a:gd name="T53" fmla="*/ 61 h 146"/>
              <a:gd name="T54" fmla="*/ 73 w 134"/>
              <a:gd name="T55" fmla="*/ 23 h 146"/>
              <a:gd name="T56" fmla="*/ 67 w 134"/>
              <a:gd name="T57" fmla="*/ 25 h 146"/>
              <a:gd name="T58" fmla="*/ 58 w 134"/>
              <a:gd name="T59" fmla="*/ 21 h 146"/>
              <a:gd name="T60" fmla="*/ 55 w 134"/>
              <a:gd name="T61" fmla="*/ 12 h 146"/>
              <a:gd name="T62" fmla="*/ 58 w 134"/>
              <a:gd name="T63" fmla="*/ 4 h 146"/>
              <a:gd name="T64" fmla="*/ 67 w 134"/>
              <a:gd name="T65" fmla="*/ 0 h 146"/>
              <a:gd name="T66" fmla="*/ 73 w 134"/>
              <a:gd name="T67" fmla="*/ 2 h 146"/>
              <a:gd name="T68" fmla="*/ 78 w 134"/>
              <a:gd name="T69" fmla="*/ 7 h 146"/>
              <a:gd name="T70" fmla="*/ 79 w 134"/>
              <a:gd name="T71" fmla="*/ 6 h 146"/>
              <a:gd name="T72" fmla="*/ 83 w 134"/>
              <a:gd name="T73" fmla="*/ 8 h 146"/>
              <a:gd name="T74" fmla="*/ 85 w 134"/>
              <a:gd name="T75" fmla="*/ 12 h 146"/>
              <a:gd name="T76" fmla="*/ 85 w 134"/>
              <a:gd name="T77" fmla="*/ 61 h 146"/>
              <a:gd name="T78" fmla="*/ 75 w 134"/>
              <a:gd name="T79" fmla="*/ 85 h 146"/>
              <a:gd name="T80" fmla="*/ 49 w 134"/>
              <a:gd name="T81" fmla="*/ 97 h 146"/>
              <a:gd name="T82" fmla="*/ 49 w 134"/>
              <a:gd name="T83" fmla="*/ 109 h 146"/>
              <a:gd name="T84" fmla="*/ 58 w 134"/>
              <a:gd name="T85" fmla="*/ 126 h 146"/>
              <a:gd name="T86" fmla="*/ 79 w 134"/>
              <a:gd name="T87" fmla="*/ 133 h 146"/>
              <a:gd name="T88" fmla="*/ 101 w 134"/>
              <a:gd name="T89" fmla="*/ 126 h 146"/>
              <a:gd name="T90" fmla="*/ 109 w 134"/>
              <a:gd name="T91" fmla="*/ 109 h 146"/>
              <a:gd name="T92" fmla="*/ 109 w 134"/>
              <a:gd name="T93" fmla="*/ 72 h 146"/>
              <a:gd name="T94" fmla="*/ 101 w 134"/>
              <a:gd name="T95" fmla="*/ 65 h 146"/>
              <a:gd name="T96" fmla="*/ 97 w 134"/>
              <a:gd name="T97" fmla="*/ 55 h 146"/>
              <a:gd name="T98" fmla="*/ 103 w 134"/>
              <a:gd name="T99" fmla="*/ 42 h 146"/>
              <a:gd name="T100" fmla="*/ 115 w 134"/>
              <a:gd name="T101" fmla="*/ 37 h 146"/>
              <a:gd name="T102" fmla="*/ 128 w 134"/>
              <a:gd name="T103" fmla="*/ 42 h 146"/>
              <a:gd name="T104" fmla="*/ 134 w 134"/>
              <a:gd name="T105" fmla="*/ 55 h 146"/>
              <a:gd name="T106" fmla="*/ 120 w 134"/>
              <a:gd name="T107" fmla="*/ 59 h 146"/>
              <a:gd name="T108" fmla="*/ 122 w 134"/>
              <a:gd name="T109" fmla="*/ 55 h 146"/>
              <a:gd name="T110" fmla="*/ 120 w 134"/>
              <a:gd name="T111" fmla="*/ 51 h 146"/>
              <a:gd name="T112" fmla="*/ 115 w 134"/>
              <a:gd name="T113" fmla="*/ 49 h 146"/>
              <a:gd name="T114" fmla="*/ 111 w 134"/>
              <a:gd name="T115" fmla="*/ 51 h 146"/>
              <a:gd name="T116" fmla="*/ 109 w 134"/>
              <a:gd name="T117" fmla="*/ 55 h 146"/>
              <a:gd name="T118" fmla="*/ 111 w 134"/>
              <a:gd name="T119" fmla="*/ 59 h 146"/>
              <a:gd name="T120" fmla="*/ 115 w 134"/>
              <a:gd name="T121" fmla="*/ 61 h 146"/>
              <a:gd name="T122" fmla="*/ 120 w 134"/>
              <a:gd name="T123" fmla="*/ 59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34" h="146">
                <a:moveTo>
                  <a:pt x="134" y="55"/>
                </a:moveTo>
                <a:cubicBezTo>
                  <a:pt x="134" y="59"/>
                  <a:pt x="132" y="62"/>
                  <a:pt x="130" y="65"/>
                </a:cubicBezTo>
                <a:cubicBezTo>
                  <a:pt x="128" y="68"/>
                  <a:pt x="125" y="71"/>
                  <a:pt x="122" y="72"/>
                </a:cubicBezTo>
                <a:cubicBezTo>
                  <a:pt x="122" y="109"/>
                  <a:pt x="122" y="109"/>
                  <a:pt x="122" y="109"/>
                </a:cubicBezTo>
                <a:cubicBezTo>
                  <a:pt x="122" y="119"/>
                  <a:pt x="117" y="128"/>
                  <a:pt x="109" y="135"/>
                </a:cubicBezTo>
                <a:cubicBezTo>
                  <a:pt x="101" y="142"/>
                  <a:pt x="91" y="146"/>
                  <a:pt x="79" y="146"/>
                </a:cubicBezTo>
                <a:cubicBezTo>
                  <a:pt x="67" y="146"/>
                  <a:pt x="58" y="142"/>
                  <a:pt x="49" y="135"/>
                </a:cubicBezTo>
                <a:cubicBezTo>
                  <a:pt x="41" y="128"/>
                  <a:pt x="37" y="119"/>
                  <a:pt x="37" y="109"/>
                </a:cubicBezTo>
                <a:cubicBezTo>
                  <a:pt x="37" y="97"/>
                  <a:pt x="37" y="97"/>
                  <a:pt x="37" y="97"/>
                </a:cubicBezTo>
                <a:cubicBezTo>
                  <a:pt x="26" y="96"/>
                  <a:pt x="18" y="91"/>
                  <a:pt x="11" y="85"/>
                </a:cubicBezTo>
                <a:cubicBezTo>
                  <a:pt x="4" y="78"/>
                  <a:pt x="0" y="70"/>
                  <a:pt x="0" y="61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11"/>
                  <a:pt x="1" y="9"/>
                  <a:pt x="2" y="8"/>
                </a:cubicBezTo>
                <a:cubicBezTo>
                  <a:pt x="3" y="7"/>
                  <a:pt x="5" y="6"/>
                  <a:pt x="7" y="6"/>
                </a:cubicBezTo>
                <a:cubicBezTo>
                  <a:pt x="7" y="6"/>
                  <a:pt x="7" y="6"/>
                  <a:pt x="8" y="7"/>
                </a:cubicBezTo>
                <a:cubicBezTo>
                  <a:pt x="9" y="5"/>
                  <a:pt x="11" y="3"/>
                  <a:pt x="12" y="2"/>
                </a:cubicBezTo>
                <a:cubicBezTo>
                  <a:pt x="14" y="1"/>
                  <a:pt x="16" y="0"/>
                  <a:pt x="19" y="0"/>
                </a:cubicBezTo>
                <a:cubicBezTo>
                  <a:pt x="22" y="0"/>
                  <a:pt x="25" y="2"/>
                  <a:pt x="27" y="4"/>
                </a:cubicBezTo>
                <a:cubicBezTo>
                  <a:pt x="30" y="6"/>
                  <a:pt x="31" y="9"/>
                  <a:pt x="31" y="12"/>
                </a:cubicBezTo>
                <a:cubicBezTo>
                  <a:pt x="31" y="16"/>
                  <a:pt x="30" y="19"/>
                  <a:pt x="27" y="21"/>
                </a:cubicBezTo>
                <a:cubicBezTo>
                  <a:pt x="25" y="23"/>
                  <a:pt x="22" y="25"/>
                  <a:pt x="19" y="25"/>
                </a:cubicBezTo>
                <a:cubicBezTo>
                  <a:pt x="17" y="25"/>
                  <a:pt x="15" y="24"/>
                  <a:pt x="13" y="23"/>
                </a:cubicBezTo>
                <a:cubicBezTo>
                  <a:pt x="13" y="61"/>
                  <a:pt x="13" y="61"/>
                  <a:pt x="13" y="61"/>
                </a:cubicBezTo>
                <a:cubicBezTo>
                  <a:pt x="13" y="68"/>
                  <a:pt x="16" y="73"/>
                  <a:pt x="21" y="78"/>
                </a:cubicBezTo>
                <a:cubicBezTo>
                  <a:pt x="27" y="83"/>
                  <a:pt x="35" y="85"/>
                  <a:pt x="43" y="85"/>
                </a:cubicBezTo>
                <a:cubicBezTo>
                  <a:pt x="51" y="85"/>
                  <a:pt x="58" y="83"/>
                  <a:pt x="64" y="78"/>
                </a:cubicBezTo>
                <a:cubicBezTo>
                  <a:pt x="70" y="73"/>
                  <a:pt x="73" y="68"/>
                  <a:pt x="73" y="61"/>
                </a:cubicBezTo>
                <a:cubicBezTo>
                  <a:pt x="73" y="23"/>
                  <a:pt x="73" y="23"/>
                  <a:pt x="73" y="23"/>
                </a:cubicBezTo>
                <a:cubicBezTo>
                  <a:pt x="71" y="24"/>
                  <a:pt x="69" y="25"/>
                  <a:pt x="67" y="25"/>
                </a:cubicBezTo>
                <a:cubicBezTo>
                  <a:pt x="64" y="25"/>
                  <a:pt x="61" y="23"/>
                  <a:pt x="58" y="21"/>
                </a:cubicBezTo>
                <a:cubicBezTo>
                  <a:pt x="56" y="19"/>
                  <a:pt x="55" y="16"/>
                  <a:pt x="55" y="12"/>
                </a:cubicBezTo>
                <a:cubicBezTo>
                  <a:pt x="55" y="9"/>
                  <a:pt x="56" y="6"/>
                  <a:pt x="58" y="4"/>
                </a:cubicBezTo>
                <a:cubicBezTo>
                  <a:pt x="61" y="2"/>
                  <a:pt x="64" y="0"/>
                  <a:pt x="67" y="0"/>
                </a:cubicBezTo>
                <a:cubicBezTo>
                  <a:pt x="69" y="0"/>
                  <a:pt x="71" y="1"/>
                  <a:pt x="73" y="2"/>
                </a:cubicBezTo>
                <a:cubicBezTo>
                  <a:pt x="75" y="3"/>
                  <a:pt x="77" y="5"/>
                  <a:pt x="78" y="7"/>
                </a:cubicBezTo>
                <a:cubicBezTo>
                  <a:pt x="78" y="6"/>
                  <a:pt x="79" y="6"/>
                  <a:pt x="79" y="6"/>
                </a:cubicBezTo>
                <a:cubicBezTo>
                  <a:pt x="81" y="6"/>
                  <a:pt x="82" y="7"/>
                  <a:pt x="83" y="8"/>
                </a:cubicBezTo>
                <a:cubicBezTo>
                  <a:pt x="85" y="9"/>
                  <a:pt x="85" y="11"/>
                  <a:pt x="85" y="12"/>
                </a:cubicBezTo>
                <a:cubicBezTo>
                  <a:pt x="85" y="61"/>
                  <a:pt x="85" y="61"/>
                  <a:pt x="85" y="61"/>
                </a:cubicBezTo>
                <a:cubicBezTo>
                  <a:pt x="85" y="70"/>
                  <a:pt x="82" y="78"/>
                  <a:pt x="75" y="85"/>
                </a:cubicBezTo>
                <a:cubicBezTo>
                  <a:pt x="68" y="91"/>
                  <a:pt x="59" y="96"/>
                  <a:pt x="49" y="97"/>
                </a:cubicBezTo>
                <a:cubicBezTo>
                  <a:pt x="49" y="109"/>
                  <a:pt x="49" y="109"/>
                  <a:pt x="49" y="109"/>
                </a:cubicBezTo>
                <a:cubicBezTo>
                  <a:pt x="49" y="116"/>
                  <a:pt x="52" y="122"/>
                  <a:pt x="58" y="126"/>
                </a:cubicBezTo>
                <a:cubicBezTo>
                  <a:pt x="64" y="131"/>
                  <a:pt x="71" y="133"/>
                  <a:pt x="79" y="133"/>
                </a:cubicBezTo>
                <a:cubicBezTo>
                  <a:pt x="87" y="133"/>
                  <a:pt x="95" y="131"/>
                  <a:pt x="101" y="126"/>
                </a:cubicBezTo>
                <a:cubicBezTo>
                  <a:pt x="106" y="122"/>
                  <a:pt x="109" y="116"/>
                  <a:pt x="109" y="109"/>
                </a:cubicBezTo>
                <a:cubicBezTo>
                  <a:pt x="109" y="72"/>
                  <a:pt x="109" y="72"/>
                  <a:pt x="109" y="72"/>
                </a:cubicBezTo>
                <a:cubicBezTo>
                  <a:pt x="106" y="71"/>
                  <a:pt x="103" y="68"/>
                  <a:pt x="101" y="65"/>
                </a:cubicBezTo>
                <a:cubicBezTo>
                  <a:pt x="98" y="62"/>
                  <a:pt x="97" y="59"/>
                  <a:pt x="97" y="55"/>
                </a:cubicBezTo>
                <a:cubicBezTo>
                  <a:pt x="97" y="50"/>
                  <a:pt x="99" y="45"/>
                  <a:pt x="103" y="42"/>
                </a:cubicBezTo>
                <a:cubicBezTo>
                  <a:pt x="106" y="38"/>
                  <a:pt x="110" y="37"/>
                  <a:pt x="115" y="37"/>
                </a:cubicBezTo>
                <a:cubicBezTo>
                  <a:pt x="121" y="37"/>
                  <a:pt x="125" y="38"/>
                  <a:pt x="128" y="42"/>
                </a:cubicBezTo>
                <a:cubicBezTo>
                  <a:pt x="132" y="45"/>
                  <a:pt x="134" y="50"/>
                  <a:pt x="134" y="55"/>
                </a:cubicBezTo>
                <a:close/>
                <a:moveTo>
                  <a:pt x="120" y="59"/>
                </a:moveTo>
                <a:cubicBezTo>
                  <a:pt x="121" y="58"/>
                  <a:pt x="122" y="56"/>
                  <a:pt x="122" y="55"/>
                </a:cubicBezTo>
                <a:cubicBezTo>
                  <a:pt x="122" y="53"/>
                  <a:pt x="121" y="52"/>
                  <a:pt x="120" y="51"/>
                </a:cubicBezTo>
                <a:cubicBezTo>
                  <a:pt x="119" y="49"/>
                  <a:pt x="117" y="49"/>
                  <a:pt x="115" y="49"/>
                </a:cubicBezTo>
                <a:cubicBezTo>
                  <a:pt x="114" y="49"/>
                  <a:pt x="112" y="49"/>
                  <a:pt x="111" y="51"/>
                </a:cubicBezTo>
                <a:cubicBezTo>
                  <a:pt x="110" y="52"/>
                  <a:pt x="109" y="53"/>
                  <a:pt x="109" y="55"/>
                </a:cubicBezTo>
                <a:cubicBezTo>
                  <a:pt x="109" y="56"/>
                  <a:pt x="110" y="58"/>
                  <a:pt x="111" y="59"/>
                </a:cubicBezTo>
                <a:cubicBezTo>
                  <a:pt x="112" y="60"/>
                  <a:pt x="114" y="61"/>
                  <a:pt x="115" y="61"/>
                </a:cubicBezTo>
                <a:cubicBezTo>
                  <a:pt x="117" y="61"/>
                  <a:pt x="119" y="60"/>
                  <a:pt x="120" y="5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16" name="Freeform 219"/>
          <p:cNvSpPr>
            <a:spLocks noEditPoints="1"/>
          </p:cNvSpPr>
          <p:nvPr/>
        </p:nvSpPr>
        <p:spPr bwMode="auto">
          <a:xfrm>
            <a:off x="6172721" y="3538136"/>
            <a:ext cx="244204" cy="209627"/>
          </a:xfrm>
          <a:custGeom>
            <a:avLst/>
            <a:gdLst>
              <a:gd name="T0" fmla="*/ 28 w 170"/>
              <a:gd name="T1" fmla="*/ 25 h 146"/>
              <a:gd name="T2" fmla="*/ 28 w 170"/>
              <a:gd name="T3" fmla="*/ 146 h 146"/>
              <a:gd name="T4" fmla="*/ 22 w 170"/>
              <a:gd name="T5" fmla="*/ 146 h 146"/>
              <a:gd name="T6" fmla="*/ 7 w 170"/>
              <a:gd name="T7" fmla="*/ 139 h 146"/>
              <a:gd name="T8" fmla="*/ 0 w 170"/>
              <a:gd name="T9" fmla="*/ 124 h 146"/>
              <a:gd name="T10" fmla="*/ 0 w 170"/>
              <a:gd name="T11" fmla="*/ 46 h 146"/>
              <a:gd name="T12" fmla="*/ 7 w 170"/>
              <a:gd name="T13" fmla="*/ 31 h 146"/>
              <a:gd name="T14" fmla="*/ 22 w 170"/>
              <a:gd name="T15" fmla="*/ 25 h 146"/>
              <a:gd name="T16" fmla="*/ 28 w 170"/>
              <a:gd name="T17" fmla="*/ 25 h 146"/>
              <a:gd name="T18" fmla="*/ 133 w 170"/>
              <a:gd name="T19" fmla="*/ 25 h 146"/>
              <a:gd name="T20" fmla="*/ 133 w 170"/>
              <a:gd name="T21" fmla="*/ 146 h 146"/>
              <a:gd name="T22" fmla="*/ 37 w 170"/>
              <a:gd name="T23" fmla="*/ 146 h 146"/>
              <a:gd name="T24" fmla="*/ 37 w 170"/>
              <a:gd name="T25" fmla="*/ 25 h 146"/>
              <a:gd name="T26" fmla="*/ 49 w 170"/>
              <a:gd name="T27" fmla="*/ 25 h 146"/>
              <a:gd name="T28" fmla="*/ 49 w 170"/>
              <a:gd name="T29" fmla="*/ 9 h 146"/>
              <a:gd name="T30" fmla="*/ 51 w 170"/>
              <a:gd name="T31" fmla="*/ 3 h 146"/>
              <a:gd name="T32" fmla="*/ 58 w 170"/>
              <a:gd name="T33" fmla="*/ 0 h 146"/>
              <a:gd name="T34" fmla="*/ 112 w 170"/>
              <a:gd name="T35" fmla="*/ 0 h 146"/>
              <a:gd name="T36" fmla="*/ 119 w 170"/>
              <a:gd name="T37" fmla="*/ 3 h 146"/>
              <a:gd name="T38" fmla="*/ 121 w 170"/>
              <a:gd name="T39" fmla="*/ 9 h 146"/>
              <a:gd name="T40" fmla="*/ 121 w 170"/>
              <a:gd name="T41" fmla="*/ 25 h 146"/>
              <a:gd name="T42" fmla="*/ 133 w 170"/>
              <a:gd name="T43" fmla="*/ 25 h 146"/>
              <a:gd name="T44" fmla="*/ 61 w 170"/>
              <a:gd name="T45" fmla="*/ 25 h 146"/>
              <a:gd name="T46" fmla="*/ 109 w 170"/>
              <a:gd name="T47" fmla="*/ 25 h 146"/>
              <a:gd name="T48" fmla="*/ 109 w 170"/>
              <a:gd name="T49" fmla="*/ 12 h 146"/>
              <a:gd name="T50" fmla="*/ 61 w 170"/>
              <a:gd name="T51" fmla="*/ 12 h 146"/>
              <a:gd name="T52" fmla="*/ 61 w 170"/>
              <a:gd name="T53" fmla="*/ 25 h 146"/>
              <a:gd name="T54" fmla="*/ 170 w 170"/>
              <a:gd name="T55" fmla="*/ 46 h 146"/>
              <a:gd name="T56" fmla="*/ 170 w 170"/>
              <a:gd name="T57" fmla="*/ 124 h 146"/>
              <a:gd name="T58" fmla="*/ 164 w 170"/>
              <a:gd name="T59" fmla="*/ 139 h 146"/>
              <a:gd name="T60" fmla="*/ 149 w 170"/>
              <a:gd name="T61" fmla="*/ 146 h 146"/>
              <a:gd name="T62" fmla="*/ 143 w 170"/>
              <a:gd name="T63" fmla="*/ 146 h 146"/>
              <a:gd name="T64" fmla="*/ 143 w 170"/>
              <a:gd name="T65" fmla="*/ 25 h 146"/>
              <a:gd name="T66" fmla="*/ 149 w 170"/>
              <a:gd name="T67" fmla="*/ 25 h 146"/>
              <a:gd name="T68" fmla="*/ 164 w 170"/>
              <a:gd name="T69" fmla="*/ 31 h 146"/>
              <a:gd name="T70" fmla="*/ 170 w 170"/>
              <a:gd name="T71" fmla="*/ 46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70" h="146">
                <a:moveTo>
                  <a:pt x="28" y="25"/>
                </a:moveTo>
                <a:cubicBezTo>
                  <a:pt x="28" y="146"/>
                  <a:pt x="28" y="146"/>
                  <a:pt x="28" y="146"/>
                </a:cubicBezTo>
                <a:cubicBezTo>
                  <a:pt x="22" y="146"/>
                  <a:pt x="22" y="146"/>
                  <a:pt x="22" y="146"/>
                </a:cubicBezTo>
                <a:cubicBezTo>
                  <a:pt x="16" y="146"/>
                  <a:pt x="11" y="143"/>
                  <a:pt x="7" y="139"/>
                </a:cubicBezTo>
                <a:cubicBezTo>
                  <a:pt x="2" y="135"/>
                  <a:pt x="0" y="130"/>
                  <a:pt x="0" y="124"/>
                </a:cubicBezTo>
                <a:cubicBezTo>
                  <a:pt x="0" y="46"/>
                  <a:pt x="0" y="46"/>
                  <a:pt x="0" y="46"/>
                </a:cubicBezTo>
                <a:cubicBezTo>
                  <a:pt x="0" y="40"/>
                  <a:pt x="2" y="35"/>
                  <a:pt x="7" y="31"/>
                </a:cubicBezTo>
                <a:cubicBezTo>
                  <a:pt x="11" y="27"/>
                  <a:pt x="16" y="25"/>
                  <a:pt x="22" y="25"/>
                </a:cubicBezTo>
                <a:lnTo>
                  <a:pt x="28" y="25"/>
                </a:lnTo>
                <a:close/>
                <a:moveTo>
                  <a:pt x="133" y="25"/>
                </a:moveTo>
                <a:cubicBezTo>
                  <a:pt x="133" y="146"/>
                  <a:pt x="133" y="146"/>
                  <a:pt x="133" y="146"/>
                </a:cubicBezTo>
                <a:cubicBezTo>
                  <a:pt x="37" y="146"/>
                  <a:pt x="37" y="146"/>
                  <a:pt x="37" y="146"/>
                </a:cubicBezTo>
                <a:cubicBezTo>
                  <a:pt x="37" y="25"/>
                  <a:pt x="37" y="25"/>
                  <a:pt x="37" y="25"/>
                </a:cubicBezTo>
                <a:cubicBezTo>
                  <a:pt x="49" y="25"/>
                  <a:pt x="49" y="25"/>
                  <a:pt x="49" y="25"/>
                </a:cubicBezTo>
                <a:cubicBezTo>
                  <a:pt x="49" y="9"/>
                  <a:pt x="49" y="9"/>
                  <a:pt x="49" y="9"/>
                </a:cubicBezTo>
                <a:cubicBezTo>
                  <a:pt x="49" y="7"/>
                  <a:pt x="50" y="5"/>
                  <a:pt x="51" y="3"/>
                </a:cubicBezTo>
                <a:cubicBezTo>
                  <a:pt x="53" y="1"/>
                  <a:pt x="55" y="0"/>
                  <a:pt x="58" y="0"/>
                </a:cubicBezTo>
                <a:cubicBezTo>
                  <a:pt x="112" y="0"/>
                  <a:pt x="112" y="0"/>
                  <a:pt x="112" y="0"/>
                </a:cubicBezTo>
                <a:cubicBezTo>
                  <a:pt x="115" y="0"/>
                  <a:pt x="117" y="1"/>
                  <a:pt x="119" y="3"/>
                </a:cubicBezTo>
                <a:cubicBezTo>
                  <a:pt x="120" y="5"/>
                  <a:pt x="121" y="7"/>
                  <a:pt x="121" y="9"/>
                </a:cubicBezTo>
                <a:cubicBezTo>
                  <a:pt x="121" y="25"/>
                  <a:pt x="121" y="25"/>
                  <a:pt x="121" y="25"/>
                </a:cubicBezTo>
                <a:lnTo>
                  <a:pt x="133" y="25"/>
                </a:lnTo>
                <a:close/>
                <a:moveTo>
                  <a:pt x="61" y="25"/>
                </a:moveTo>
                <a:cubicBezTo>
                  <a:pt x="109" y="25"/>
                  <a:pt x="109" y="25"/>
                  <a:pt x="109" y="25"/>
                </a:cubicBezTo>
                <a:cubicBezTo>
                  <a:pt x="109" y="12"/>
                  <a:pt x="109" y="12"/>
                  <a:pt x="109" y="12"/>
                </a:cubicBezTo>
                <a:cubicBezTo>
                  <a:pt x="61" y="12"/>
                  <a:pt x="61" y="12"/>
                  <a:pt x="61" y="12"/>
                </a:cubicBezTo>
                <a:lnTo>
                  <a:pt x="61" y="25"/>
                </a:lnTo>
                <a:close/>
                <a:moveTo>
                  <a:pt x="170" y="46"/>
                </a:moveTo>
                <a:cubicBezTo>
                  <a:pt x="170" y="124"/>
                  <a:pt x="170" y="124"/>
                  <a:pt x="170" y="124"/>
                </a:cubicBezTo>
                <a:cubicBezTo>
                  <a:pt x="170" y="130"/>
                  <a:pt x="168" y="135"/>
                  <a:pt x="164" y="139"/>
                </a:cubicBezTo>
                <a:cubicBezTo>
                  <a:pt x="159" y="143"/>
                  <a:pt x="154" y="146"/>
                  <a:pt x="149" y="146"/>
                </a:cubicBezTo>
                <a:cubicBezTo>
                  <a:pt x="143" y="146"/>
                  <a:pt x="143" y="146"/>
                  <a:pt x="143" y="146"/>
                </a:cubicBezTo>
                <a:cubicBezTo>
                  <a:pt x="143" y="25"/>
                  <a:pt x="143" y="25"/>
                  <a:pt x="143" y="25"/>
                </a:cubicBezTo>
                <a:cubicBezTo>
                  <a:pt x="149" y="25"/>
                  <a:pt x="149" y="25"/>
                  <a:pt x="149" y="25"/>
                </a:cubicBezTo>
                <a:cubicBezTo>
                  <a:pt x="154" y="25"/>
                  <a:pt x="159" y="27"/>
                  <a:pt x="164" y="31"/>
                </a:cubicBezTo>
                <a:cubicBezTo>
                  <a:pt x="168" y="35"/>
                  <a:pt x="170" y="40"/>
                  <a:pt x="170" y="4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17" name="Freeform 220"/>
          <p:cNvSpPr>
            <a:spLocks noEditPoints="1"/>
          </p:cNvSpPr>
          <p:nvPr/>
        </p:nvSpPr>
        <p:spPr bwMode="auto">
          <a:xfrm>
            <a:off x="6490400" y="3520847"/>
            <a:ext cx="224755" cy="244204"/>
          </a:xfrm>
          <a:custGeom>
            <a:avLst/>
            <a:gdLst>
              <a:gd name="T0" fmla="*/ 157 w 157"/>
              <a:gd name="T1" fmla="*/ 133 h 170"/>
              <a:gd name="T2" fmla="*/ 153 w 157"/>
              <a:gd name="T3" fmla="*/ 142 h 170"/>
              <a:gd name="T4" fmla="*/ 145 w 157"/>
              <a:gd name="T5" fmla="*/ 145 h 170"/>
              <a:gd name="T6" fmla="*/ 102 w 157"/>
              <a:gd name="T7" fmla="*/ 145 h 170"/>
              <a:gd name="T8" fmla="*/ 95 w 157"/>
              <a:gd name="T9" fmla="*/ 163 h 170"/>
              <a:gd name="T10" fmla="*/ 78 w 157"/>
              <a:gd name="T11" fmla="*/ 170 h 170"/>
              <a:gd name="T12" fmla="*/ 61 w 157"/>
              <a:gd name="T13" fmla="*/ 163 h 170"/>
              <a:gd name="T14" fmla="*/ 54 w 157"/>
              <a:gd name="T15" fmla="*/ 145 h 170"/>
              <a:gd name="T16" fmla="*/ 12 w 157"/>
              <a:gd name="T17" fmla="*/ 145 h 170"/>
              <a:gd name="T18" fmla="*/ 3 w 157"/>
              <a:gd name="T19" fmla="*/ 142 h 170"/>
              <a:gd name="T20" fmla="*/ 0 w 157"/>
              <a:gd name="T21" fmla="*/ 133 h 170"/>
              <a:gd name="T22" fmla="*/ 8 w 157"/>
              <a:gd name="T23" fmla="*/ 125 h 170"/>
              <a:gd name="T24" fmla="*/ 16 w 157"/>
              <a:gd name="T25" fmla="*/ 114 h 170"/>
              <a:gd name="T26" fmla="*/ 23 w 157"/>
              <a:gd name="T27" fmla="*/ 99 h 170"/>
              <a:gd name="T28" fmla="*/ 28 w 157"/>
              <a:gd name="T29" fmla="*/ 79 h 170"/>
              <a:gd name="T30" fmla="*/ 30 w 157"/>
              <a:gd name="T31" fmla="*/ 55 h 170"/>
              <a:gd name="T32" fmla="*/ 41 w 157"/>
              <a:gd name="T33" fmla="*/ 28 h 170"/>
              <a:gd name="T34" fmla="*/ 70 w 157"/>
              <a:gd name="T35" fmla="*/ 13 h 170"/>
              <a:gd name="T36" fmla="*/ 69 w 157"/>
              <a:gd name="T37" fmla="*/ 9 h 170"/>
              <a:gd name="T38" fmla="*/ 72 w 157"/>
              <a:gd name="T39" fmla="*/ 3 h 170"/>
              <a:gd name="T40" fmla="*/ 78 w 157"/>
              <a:gd name="T41" fmla="*/ 0 h 170"/>
              <a:gd name="T42" fmla="*/ 85 w 157"/>
              <a:gd name="T43" fmla="*/ 3 h 170"/>
              <a:gd name="T44" fmla="*/ 87 w 157"/>
              <a:gd name="T45" fmla="*/ 9 h 170"/>
              <a:gd name="T46" fmla="*/ 87 w 157"/>
              <a:gd name="T47" fmla="*/ 13 h 170"/>
              <a:gd name="T48" fmla="*/ 116 w 157"/>
              <a:gd name="T49" fmla="*/ 28 h 170"/>
              <a:gd name="T50" fmla="*/ 127 w 157"/>
              <a:gd name="T51" fmla="*/ 55 h 170"/>
              <a:gd name="T52" fmla="*/ 128 w 157"/>
              <a:gd name="T53" fmla="*/ 79 h 170"/>
              <a:gd name="T54" fmla="*/ 133 w 157"/>
              <a:gd name="T55" fmla="*/ 99 h 170"/>
              <a:gd name="T56" fmla="*/ 140 w 157"/>
              <a:gd name="T57" fmla="*/ 114 h 170"/>
              <a:gd name="T58" fmla="*/ 148 w 157"/>
              <a:gd name="T59" fmla="*/ 125 h 170"/>
              <a:gd name="T60" fmla="*/ 157 w 157"/>
              <a:gd name="T61" fmla="*/ 133 h 170"/>
              <a:gd name="T62" fmla="*/ 17 w 157"/>
              <a:gd name="T63" fmla="*/ 133 h 170"/>
              <a:gd name="T64" fmla="*/ 140 w 157"/>
              <a:gd name="T65" fmla="*/ 133 h 170"/>
              <a:gd name="T66" fmla="*/ 115 w 157"/>
              <a:gd name="T67" fmla="*/ 55 h 170"/>
              <a:gd name="T68" fmla="*/ 112 w 157"/>
              <a:gd name="T69" fmla="*/ 45 h 170"/>
              <a:gd name="T70" fmla="*/ 106 w 157"/>
              <a:gd name="T71" fmla="*/ 35 h 170"/>
              <a:gd name="T72" fmla="*/ 94 w 157"/>
              <a:gd name="T73" fmla="*/ 27 h 170"/>
              <a:gd name="T74" fmla="*/ 78 w 157"/>
              <a:gd name="T75" fmla="*/ 24 h 170"/>
              <a:gd name="T76" fmla="*/ 62 w 157"/>
              <a:gd name="T77" fmla="*/ 27 h 170"/>
              <a:gd name="T78" fmla="*/ 51 w 157"/>
              <a:gd name="T79" fmla="*/ 35 h 170"/>
              <a:gd name="T80" fmla="*/ 44 w 157"/>
              <a:gd name="T81" fmla="*/ 45 h 170"/>
              <a:gd name="T82" fmla="*/ 42 w 157"/>
              <a:gd name="T83" fmla="*/ 55 h 170"/>
              <a:gd name="T84" fmla="*/ 17 w 157"/>
              <a:gd name="T85" fmla="*/ 133 h 170"/>
              <a:gd name="T86" fmla="*/ 80 w 157"/>
              <a:gd name="T87" fmla="*/ 161 h 170"/>
              <a:gd name="T88" fmla="*/ 78 w 157"/>
              <a:gd name="T89" fmla="*/ 159 h 170"/>
              <a:gd name="T90" fmla="*/ 69 w 157"/>
              <a:gd name="T91" fmla="*/ 155 h 170"/>
              <a:gd name="T92" fmla="*/ 65 w 157"/>
              <a:gd name="T93" fmla="*/ 145 h 170"/>
              <a:gd name="T94" fmla="*/ 63 w 157"/>
              <a:gd name="T95" fmla="*/ 144 h 170"/>
              <a:gd name="T96" fmla="*/ 62 w 157"/>
              <a:gd name="T97" fmla="*/ 145 h 170"/>
              <a:gd name="T98" fmla="*/ 66 w 157"/>
              <a:gd name="T99" fmla="*/ 157 h 170"/>
              <a:gd name="T100" fmla="*/ 78 w 157"/>
              <a:gd name="T101" fmla="*/ 162 h 170"/>
              <a:gd name="T102" fmla="*/ 80 w 157"/>
              <a:gd name="T103" fmla="*/ 161 h 1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57" h="170">
                <a:moveTo>
                  <a:pt x="157" y="133"/>
                </a:moveTo>
                <a:cubicBezTo>
                  <a:pt x="157" y="137"/>
                  <a:pt x="156" y="139"/>
                  <a:pt x="153" y="142"/>
                </a:cubicBezTo>
                <a:cubicBezTo>
                  <a:pt x="151" y="144"/>
                  <a:pt x="148" y="145"/>
                  <a:pt x="145" y="145"/>
                </a:cubicBezTo>
                <a:cubicBezTo>
                  <a:pt x="102" y="145"/>
                  <a:pt x="102" y="145"/>
                  <a:pt x="102" y="145"/>
                </a:cubicBezTo>
                <a:cubicBezTo>
                  <a:pt x="102" y="152"/>
                  <a:pt x="100" y="158"/>
                  <a:pt x="95" y="163"/>
                </a:cubicBezTo>
                <a:cubicBezTo>
                  <a:pt x="91" y="167"/>
                  <a:pt x="85" y="170"/>
                  <a:pt x="78" y="170"/>
                </a:cubicBezTo>
                <a:cubicBezTo>
                  <a:pt x="72" y="170"/>
                  <a:pt x="66" y="167"/>
                  <a:pt x="61" y="163"/>
                </a:cubicBezTo>
                <a:cubicBezTo>
                  <a:pt x="56" y="158"/>
                  <a:pt x="54" y="152"/>
                  <a:pt x="54" y="145"/>
                </a:cubicBezTo>
                <a:cubicBezTo>
                  <a:pt x="12" y="145"/>
                  <a:pt x="12" y="145"/>
                  <a:pt x="12" y="145"/>
                </a:cubicBezTo>
                <a:cubicBezTo>
                  <a:pt x="8" y="145"/>
                  <a:pt x="6" y="144"/>
                  <a:pt x="3" y="142"/>
                </a:cubicBezTo>
                <a:cubicBezTo>
                  <a:pt x="1" y="139"/>
                  <a:pt x="0" y="137"/>
                  <a:pt x="0" y="133"/>
                </a:cubicBezTo>
                <a:cubicBezTo>
                  <a:pt x="3" y="131"/>
                  <a:pt x="6" y="128"/>
                  <a:pt x="8" y="125"/>
                </a:cubicBezTo>
                <a:cubicBezTo>
                  <a:pt x="11" y="122"/>
                  <a:pt x="13" y="118"/>
                  <a:pt x="16" y="114"/>
                </a:cubicBezTo>
                <a:cubicBezTo>
                  <a:pt x="19" y="109"/>
                  <a:pt x="21" y="104"/>
                  <a:pt x="23" y="99"/>
                </a:cubicBezTo>
                <a:cubicBezTo>
                  <a:pt x="25" y="93"/>
                  <a:pt x="27" y="87"/>
                  <a:pt x="28" y="79"/>
                </a:cubicBezTo>
                <a:cubicBezTo>
                  <a:pt x="29" y="72"/>
                  <a:pt x="30" y="63"/>
                  <a:pt x="30" y="55"/>
                </a:cubicBezTo>
                <a:cubicBezTo>
                  <a:pt x="30" y="45"/>
                  <a:pt x="33" y="36"/>
                  <a:pt x="41" y="28"/>
                </a:cubicBezTo>
                <a:cubicBezTo>
                  <a:pt x="48" y="20"/>
                  <a:pt x="58" y="15"/>
                  <a:pt x="70" y="13"/>
                </a:cubicBezTo>
                <a:cubicBezTo>
                  <a:pt x="69" y="12"/>
                  <a:pt x="69" y="11"/>
                  <a:pt x="69" y="9"/>
                </a:cubicBezTo>
                <a:cubicBezTo>
                  <a:pt x="69" y="7"/>
                  <a:pt x="70" y="5"/>
                  <a:pt x="72" y="3"/>
                </a:cubicBezTo>
                <a:cubicBezTo>
                  <a:pt x="74" y="1"/>
                  <a:pt x="76" y="0"/>
                  <a:pt x="78" y="0"/>
                </a:cubicBezTo>
                <a:cubicBezTo>
                  <a:pt x="81" y="0"/>
                  <a:pt x="83" y="1"/>
                  <a:pt x="85" y="3"/>
                </a:cubicBezTo>
                <a:cubicBezTo>
                  <a:pt x="86" y="5"/>
                  <a:pt x="87" y="7"/>
                  <a:pt x="87" y="9"/>
                </a:cubicBezTo>
                <a:cubicBezTo>
                  <a:pt x="87" y="11"/>
                  <a:pt x="87" y="12"/>
                  <a:pt x="87" y="13"/>
                </a:cubicBezTo>
                <a:cubicBezTo>
                  <a:pt x="99" y="15"/>
                  <a:pt x="108" y="20"/>
                  <a:pt x="116" y="28"/>
                </a:cubicBezTo>
                <a:cubicBezTo>
                  <a:pt x="123" y="36"/>
                  <a:pt x="127" y="45"/>
                  <a:pt x="127" y="55"/>
                </a:cubicBezTo>
                <a:cubicBezTo>
                  <a:pt x="127" y="63"/>
                  <a:pt x="127" y="72"/>
                  <a:pt x="128" y="79"/>
                </a:cubicBezTo>
                <a:cubicBezTo>
                  <a:pt x="130" y="87"/>
                  <a:pt x="131" y="93"/>
                  <a:pt x="133" y="99"/>
                </a:cubicBezTo>
                <a:cubicBezTo>
                  <a:pt x="135" y="104"/>
                  <a:pt x="137" y="109"/>
                  <a:pt x="140" y="114"/>
                </a:cubicBezTo>
                <a:cubicBezTo>
                  <a:pt x="143" y="118"/>
                  <a:pt x="146" y="122"/>
                  <a:pt x="148" y="125"/>
                </a:cubicBezTo>
                <a:cubicBezTo>
                  <a:pt x="151" y="128"/>
                  <a:pt x="154" y="131"/>
                  <a:pt x="157" y="133"/>
                </a:cubicBezTo>
                <a:close/>
                <a:moveTo>
                  <a:pt x="17" y="133"/>
                </a:moveTo>
                <a:cubicBezTo>
                  <a:pt x="140" y="133"/>
                  <a:pt x="140" y="133"/>
                  <a:pt x="140" y="133"/>
                </a:cubicBezTo>
                <a:cubicBezTo>
                  <a:pt x="123" y="114"/>
                  <a:pt x="115" y="88"/>
                  <a:pt x="115" y="55"/>
                </a:cubicBezTo>
                <a:cubicBezTo>
                  <a:pt x="115" y="51"/>
                  <a:pt x="114" y="48"/>
                  <a:pt x="112" y="45"/>
                </a:cubicBezTo>
                <a:cubicBezTo>
                  <a:pt x="111" y="41"/>
                  <a:pt x="109" y="38"/>
                  <a:pt x="106" y="35"/>
                </a:cubicBezTo>
                <a:cubicBezTo>
                  <a:pt x="103" y="32"/>
                  <a:pt x="99" y="29"/>
                  <a:pt x="94" y="27"/>
                </a:cubicBezTo>
                <a:cubicBezTo>
                  <a:pt x="89" y="25"/>
                  <a:pt x="84" y="24"/>
                  <a:pt x="78" y="24"/>
                </a:cubicBezTo>
                <a:cubicBezTo>
                  <a:pt x="72" y="24"/>
                  <a:pt x="67" y="25"/>
                  <a:pt x="62" y="27"/>
                </a:cubicBezTo>
                <a:cubicBezTo>
                  <a:pt x="57" y="29"/>
                  <a:pt x="54" y="32"/>
                  <a:pt x="51" y="35"/>
                </a:cubicBezTo>
                <a:cubicBezTo>
                  <a:pt x="48" y="38"/>
                  <a:pt x="46" y="41"/>
                  <a:pt x="44" y="45"/>
                </a:cubicBezTo>
                <a:cubicBezTo>
                  <a:pt x="43" y="48"/>
                  <a:pt x="42" y="51"/>
                  <a:pt x="42" y="55"/>
                </a:cubicBezTo>
                <a:cubicBezTo>
                  <a:pt x="42" y="88"/>
                  <a:pt x="34" y="114"/>
                  <a:pt x="17" y="133"/>
                </a:cubicBezTo>
                <a:close/>
                <a:moveTo>
                  <a:pt x="80" y="161"/>
                </a:moveTo>
                <a:cubicBezTo>
                  <a:pt x="80" y="160"/>
                  <a:pt x="79" y="159"/>
                  <a:pt x="78" y="159"/>
                </a:cubicBezTo>
                <a:cubicBezTo>
                  <a:pt x="74" y="159"/>
                  <a:pt x="71" y="158"/>
                  <a:pt x="69" y="155"/>
                </a:cubicBezTo>
                <a:cubicBezTo>
                  <a:pt x="66" y="152"/>
                  <a:pt x="65" y="149"/>
                  <a:pt x="65" y="145"/>
                </a:cubicBezTo>
                <a:cubicBezTo>
                  <a:pt x="65" y="144"/>
                  <a:pt x="64" y="144"/>
                  <a:pt x="63" y="144"/>
                </a:cubicBezTo>
                <a:cubicBezTo>
                  <a:pt x="62" y="144"/>
                  <a:pt x="62" y="144"/>
                  <a:pt x="62" y="145"/>
                </a:cubicBezTo>
                <a:cubicBezTo>
                  <a:pt x="62" y="150"/>
                  <a:pt x="63" y="154"/>
                  <a:pt x="66" y="157"/>
                </a:cubicBezTo>
                <a:cubicBezTo>
                  <a:pt x="70" y="160"/>
                  <a:pt x="74" y="162"/>
                  <a:pt x="78" y="162"/>
                </a:cubicBezTo>
                <a:cubicBezTo>
                  <a:pt x="79" y="162"/>
                  <a:pt x="80" y="162"/>
                  <a:pt x="80" y="16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18" name="Freeform 221"/>
          <p:cNvSpPr>
            <a:spLocks noEditPoints="1"/>
          </p:cNvSpPr>
          <p:nvPr/>
        </p:nvSpPr>
        <p:spPr bwMode="auto">
          <a:xfrm>
            <a:off x="6788632" y="3555425"/>
            <a:ext cx="250688" cy="192339"/>
          </a:xfrm>
          <a:custGeom>
            <a:avLst/>
            <a:gdLst>
              <a:gd name="T0" fmla="*/ 0 w 175"/>
              <a:gd name="T1" fmla="*/ 109 h 134"/>
              <a:gd name="T2" fmla="*/ 169 w 175"/>
              <a:gd name="T3" fmla="*/ 109 h 134"/>
              <a:gd name="T4" fmla="*/ 162 w 175"/>
              <a:gd name="T5" fmla="*/ 126 h 134"/>
              <a:gd name="T6" fmla="*/ 145 w 175"/>
              <a:gd name="T7" fmla="*/ 134 h 134"/>
              <a:gd name="T8" fmla="*/ 24 w 175"/>
              <a:gd name="T9" fmla="*/ 134 h 134"/>
              <a:gd name="T10" fmla="*/ 7 w 175"/>
              <a:gd name="T11" fmla="*/ 126 h 134"/>
              <a:gd name="T12" fmla="*/ 0 w 175"/>
              <a:gd name="T13" fmla="*/ 109 h 134"/>
              <a:gd name="T14" fmla="*/ 165 w 175"/>
              <a:gd name="T15" fmla="*/ 11 h 134"/>
              <a:gd name="T16" fmla="*/ 175 w 175"/>
              <a:gd name="T17" fmla="*/ 37 h 134"/>
              <a:gd name="T18" fmla="*/ 165 w 175"/>
              <a:gd name="T19" fmla="*/ 62 h 134"/>
              <a:gd name="T20" fmla="*/ 139 w 175"/>
              <a:gd name="T21" fmla="*/ 73 h 134"/>
              <a:gd name="T22" fmla="*/ 133 w 175"/>
              <a:gd name="T23" fmla="*/ 73 h 134"/>
              <a:gd name="T24" fmla="*/ 133 w 175"/>
              <a:gd name="T25" fmla="*/ 76 h 134"/>
              <a:gd name="T26" fmla="*/ 127 w 175"/>
              <a:gd name="T27" fmla="*/ 91 h 134"/>
              <a:gd name="T28" fmla="*/ 112 w 175"/>
              <a:gd name="T29" fmla="*/ 97 h 134"/>
              <a:gd name="T30" fmla="*/ 45 w 175"/>
              <a:gd name="T31" fmla="*/ 97 h 134"/>
              <a:gd name="T32" fmla="*/ 30 w 175"/>
              <a:gd name="T33" fmla="*/ 91 h 134"/>
              <a:gd name="T34" fmla="*/ 24 w 175"/>
              <a:gd name="T35" fmla="*/ 76 h 134"/>
              <a:gd name="T36" fmla="*/ 24 w 175"/>
              <a:gd name="T37" fmla="*/ 6 h 134"/>
              <a:gd name="T38" fmla="*/ 26 w 175"/>
              <a:gd name="T39" fmla="*/ 2 h 134"/>
              <a:gd name="T40" fmla="*/ 30 w 175"/>
              <a:gd name="T41" fmla="*/ 0 h 134"/>
              <a:gd name="T42" fmla="*/ 139 w 175"/>
              <a:gd name="T43" fmla="*/ 0 h 134"/>
              <a:gd name="T44" fmla="*/ 165 w 175"/>
              <a:gd name="T45" fmla="*/ 11 h 134"/>
              <a:gd name="T46" fmla="*/ 152 w 175"/>
              <a:gd name="T47" fmla="*/ 50 h 134"/>
              <a:gd name="T48" fmla="*/ 157 w 175"/>
              <a:gd name="T49" fmla="*/ 37 h 134"/>
              <a:gd name="T50" fmla="*/ 152 w 175"/>
              <a:gd name="T51" fmla="*/ 24 h 134"/>
              <a:gd name="T52" fmla="*/ 139 w 175"/>
              <a:gd name="T53" fmla="*/ 19 h 134"/>
              <a:gd name="T54" fmla="*/ 133 w 175"/>
              <a:gd name="T55" fmla="*/ 19 h 134"/>
              <a:gd name="T56" fmla="*/ 133 w 175"/>
              <a:gd name="T57" fmla="*/ 55 h 134"/>
              <a:gd name="T58" fmla="*/ 139 w 175"/>
              <a:gd name="T59" fmla="*/ 55 h 134"/>
              <a:gd name="T60" fmla="*/ 152 w 175"/>
              <a:gd name="T61" fmla="*/ 50 h 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75" h="134">
                <a:moveTo>
                  <a:pt x="0" y="109"/>
                </a:moveTo>
                <a:cubicBezTo>
                  <a:pt x="169" y="109"/>
                  <a:pt x="169" y="109"/>
                  <a:pt x="169" y="109"/>
                </a:cubicBezTo>
                <a:cubicBezTo>
                  <a:pt x="169" y="116"/>
                  <a:pt x="167" y="122"/>
                  <a:pt x="162" y="126"/>
                </a:cubicBezTo>
                <a:cubicBezTo>
                  <a:pt x="157" y="131"/>
                  <a:pt x="152" y="134"/>
                  <a:pt x="145" y="134"/>
                </a:cubicBezTo>
                <a:cubicBezTo>
                  <a:pt x="24" y="134"/>
                  <a:pt x="24" y="134"/>
                  <a:pt x="24" y="134"/>
                </a:cubicBezTo>
                <a:cubicBezTo>
                  <a:pt x="17" y="134"/>
                  <a:pt x="11" y="131"/>
                  <a:pt x="7" y="126"/>
                </a:cubicBezTo>
                <a:cubicBezTo>
                  <a:pt x="2" y="122"/>
                  <a:pt x="0" y="116"/>
                  <a:pt x="0" y="109"/>
                </a:cubicBezTo>
                <a:close/>
                <a:moveTo>
                  <a:pt x="165" y="11"/>
                </a:moveTo>
                <a:cubicBezTo>
                  <a:pt x="172" y="18"/>
                  <a:pt x="175" y="27"/>
                  <a:pt x="175" y="37"/>
                </a:cubicBezTo>
                <a:cubicBezTo>
                  <a:pt x="175" y="47"/>
                  <a:pt x="172" y="55"/>
                  <a:pt x="165" y="62"/>
                </a:cubicBezTo>
                <a:cubicBezTo>
                  <a:pt x="157" y="69"/>
                  <a:pt x="149" y="73"/>
                  <a:pt x="139" y="73"/>
                </a:cubicBezTo>
                <a:cubicBezTo>
                  <a:pt x="133" y="73"/>
                  <a:pt x="133" y="73"/>
                  <a:pt x="133" y="73"/>
                </a:cubicBezTo>
                <a:cubicBezTo>
                  <a:pt x="133" y="76"/>
                  <a:pt x="133" y="76"/>
                  <a:pt x="133" y="76"/>
                </a:cubicBezTo>
                <a:cubicBezTo>
                  <a:pt x="133" y="82"/>
                  <a:pt x="131" y="87"/>
                  <a:pt x="127" y="91"/>
                </a:cubicBezTo>
                <a:cubicBezTo>
                  <a:pt x="122" y="95"/>
                  <a:pt x="117" y="97"/>
                  <a:pt x="112" y="97"/>
                </a:cubicBezTo>
                <a:cubicBezTo>
                  <a:pt x="45" y="97"/>
                  <a:pt x="45" y="97"/>
                  <a:pt x="45" y="97"/>
                </a:cubicBezTo>
                <a:cubicBezTo>
                  <a:pt x="39" y="97"/>
                  <a:pt x="34" y="95"/>
                  <a:pt x="30" y="91"/>
                </a:cubicBezTo>
                <a:cubicBezTo>
                  <a:pt x="26" y="87"/>
                  <a:pt x="24" y="82"/>
                  <a:pt x="24" y="76"/>
                </a:cubicBezTo>
                <a:cubicBezTo>
                  <a:pt x="24" y="6"/>
                  <a:pt x="24" y="6"/>
                  <a:pt x="24" y="6"/>
                </a:cubicBezTo>
                <a:cubicBezTo>
                  <a:pt x="24" y="5"/>
                  <a:pt x="24" y="3"/>
                  <a:pt x="26" y="2"/>
                </a:cubicBezTo>
                <a:cubicBezTo>
                  <a:pt x="27" y="1"/>
                  <a:pt x="28" y="0"/>
                  <a:pt x="30" y="0"/>
                </a:cubicBezTo>
                <a:cubicBezTo>
                  <a:pt x="139" y="0"/>
                  <a:pt x="139" y="0"/>
                  <a:pt x="139" y="0"/>
                </a:cubicBezTo>
                <a:cubicBezTo>
                  <a:pt x="149" y="0"/>
                  <a:pt x="157" y="4"/>
                  <a:pt x="165" y="11"/>
                </a:cubicBezTo>
                <a:close/>
                <a:moveTo>
                  <a:pt x="152" y="50"/>
                </a:moveTo>
                <a:cubicBezTo>
                  <a:pt x="155" y="46"/>
                  <a:pt x="157" y="42"/>
                  <a:pt x="157" y="37"/>
                </a:cubicBezTo>
                <a:cubicBezTo>
                  <a:pt x="157" y="32"/>
                  <a:pt x="155" y="27"/>
                  <a:pt x="152" y="24"/>
                </a:cubicBezTo>
                <a:cubicBezTo>
                  <a:pt x="148" y="20"/>
                  <a:pt x="144" y="19"/>
                  <a:pt x="139" y="19"/>
                </a:cubicBezTo>
                <a:cubicBezTo>
                  <a:pt x="133" y="19"/>
                  <a:pt x="133" y="19"/>
                  <a:pt x="133" y="19"/>
                </a:cubicBezTo>
                <a:cubicBezTo>
                  <a:pt x="133" y="55"/>
                  <a:pt x="133" y="55"/>
                  <a:pt x="133" y="55"/>
                </a:cubicBezTo>
                <a:cubicBezTo>
                  <a:pt x="139" y="55"/>
                  <a:pt x="139" y="55"/>
                  <a:pt x="139" y="55"/>
                </a:cubicBezTo>
                <a:cubicBezTo>
                  <a:pt x="144" y="55"/>
                  <a:pt x="148" y="53"/>
                  <a:pt x="152" y="5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19" name="Freeform 222"/>
          <p:cNvSpPr>
            <a:spLocks noEditPoints="1"/>
          </p:cNvSpPr>
          <p:nvPr/>
        </p:nvSpPr>
        <p:spPr bwMode="auto">
          <a:xfrm>
            <a:off x="7112797" y="3520847"/>
            <a:ext cx="190176" cy="244204"/>
          </a:xfrm>
          <a:custGeom>
            <a:avLst/>
            <a:gdLst>
              <a:gd name="T0" fmla="*/ 60 w 133"/>
              <a:gd name="T1" fmla="*/ 6 h 170"/>
              <a:gd name="T2" fmla="*/ 60 w 133"/>
              <a:gd name="T3" fmla="*/ 67 h 170"/>
              <a:gd name="T4" fmla="*/ 57 w 133"/>
              <a:gd name="T5" fmla="*/ 77 h 170"/>
              <a:gd name="T6" fmla="*/ 48 w 133"/>
              <a:gd name="T7" fmla="*/ 84 h 170"/>
              <a:gd name="T8" fmla="*/ 48 w 133"/>
              <a:gd name="T9" fmla="*/ 158 h 170"/>
              <a:gd name="T10" fmla="*/ 45 w 133"/>
              <a:gd name="T11" fmla="*/ 166 h 170"/>
              <a:gd name="T12" fmla="*/ 36 w 133"/>
              <a:gd name="T13" fmla="*/ 170 h 170"/>
              <a:gd name="T14" fmla="*/ 24 w 133"/>
              <a:gd name="T15" fmla="*/ 170 h 170"/>
              <a:gd name="T16" fmla="*/ 16 w 133"/>
              <a:gd name="T17" fmla="*/ 166 h 170"/>
              <a:gd name="T18" fmla="*/ 12 w 133"/>
              <a:gd name="T19" fmla="*/ 158 h 170"/>
              <a:gd name="T20" fmla="*/ 12 w 133"/>
              <a:gd name="T21" fmla="*/ 84 h 170"/>
              <a:gd name="T22" fmla="*/ 3 w 133"/>
              <a:gd name="T23" fmla="*/ 77 h 170"/>
              <a:gd name="T24" fmla="*/ 0 w 133"/>
              <a:gd name="T25" fmla="*/ 67 h 170"/>
              <a:gd name="T26" fmla="*/ 0 w 133"/>
              <a:gd name="T27" fmla="*/ 6 h 170"/>
              <a:gd name="T28" fmla="*/ 2 w 133"/>
              <a:gd name="T29" fmla="*/ 2 h 170"/>
              <a:gd name="T30" fmla="*/ 6 w 133"/>
              <a:gd name="T31" fmla="*/ 0 h 170"/>
              <a:gd name="T32" fmla="*/ 10 w 133"/>
              <a:gd name="T33" fmla="*/ 2 h 170"/>
              <a:gd name="T34" fmla="*/ 12 w 133"/>
              <a:gd name="T35" fmla="*/ 6 h 170"/>
              <a:gd name="T36" fmla="*/ 12 w 133"/>
              <a:gd name="T37" fmla="*/ 46 h 170"/>
              <a:gd name="T38" fmla="*/ 14 w 133"/>
              <a:gd name="T39" fmla="*/ 50 h 170"/>
              <a:gd name="T40" fmla="*/ 18 w 133"/>
              <a:gd name="T41" fmla="*/ 52 h 170"/>
              <a:gd name="T42" fmla="*/ 22 w 133"/>
              <a:gd name="T43" fmla="*/ 50 h 170"/>
              <a:gd name="T44" fmla="*/ 24 w 133"/>
              <a:gd name="T45" fmla="*/ 46 h 170"/>
              <a:gd name="T46" fmla="*/ 24 w 133"/>
              <a:gd name="T47" fmla="*/ 6 h 170"/>
              <a:gd name="T48" fmla="*/ 26 w 133"/>
              <a:gd name="T49" fmla="*/ 2 h 170"/>
              <a:gd name="T50" fmla="*/ 30 w 133"/>
              <a:gd name="T51" fmla="*/ 0 h 170"/>
              <a:gd name="T52" fmla="*/ 34 w 133"/>
              <a:gd name="T53" fmla="*/ 2 h 170"/>
              <a:gd name="T54" fmla="*/ 36 w 133"/>
              <a:gd name="T55" fmla="*/ 6 h 170"/>
              <a:gd name="T56" fmla="*/ 36 w 133"/>
              <a:gd name="T57" fmla="*/ 46 h 170"/>
              <a:gd name="T58" fmla="*/ 38 w 133"/>
              <a:gd name="T59" fmla="*/ 50 h 170"/>
              <a:gd name="T60" fmla="*/ 42 w 133"/>
              <a:gd name="T61" fmla="*/ 52 h 170"/>
              <a:gd name="T62" fmla="*/ 47 w 133"/>
              <a:gd name="T63" fmla="*/ 50 h 170"/>
              <a:gd name="T64" fmla="*/ 48 w 133"/>
              <a:gd name="T65" fmla="*/ 46 h 170"/>
              <a:gd name="T66" fmla="*/ 48 w 133"/>
              <a:gd name="T67" fmla="*/ 6 h 170"/>
              <a:gd name="T68" fmla="*/ 50 w 133"/>
              <a:gd name="T69" fmla="*/ 2 h 170"/>
              <a:gd name="T70" fmla="*/ 54 w 133"/>
              <a:gd name="T71" fmla="*/ 0 h 170"/>
              <a:gd name="T72" fmla="*/ 59 w 133"/>
              <a:gd name="T73" fmla="*/ 2 h 170"/>
              <a:gd name="T74" fmla="*/ 60 w 133"/>
              <a:gd name="T75" fmla="*/ 6 h 170"/>
              <a:gd name="T76" fmla="*/ 133 w 133"/>
              <a:gd name="T77" fmla="*/ 6 h 170"/>
              <a:gd name="T78" fmla="*/ 133 w 133"/>
              <a:gd name="T79" fmla="*/ 158 h 170"/>
              <a:gd name="T80" fmla="*/ 129 w 133"/>
              <a:gd name="T81" fmla="*/ 166 h 170"/>
              <a:gd name="T82" fmla="*/ 121 w 133"/>
              <a:gd name="T83" fmla="*/ 170 h 170"/>
              <a:gd name="T84" fmla="*/ 109 w 133"/>
              <a:gd name="T85" fmla="*/ 170 h 170"/>
              <a:gd name="T86" fmla="*/ 100 w 133"/>
              <a:gd name="T87" fmla="*/ 166 h 170"/>
              <a:gd name="T88" fmla="*/ 97 w 133"/>
              <a:gd name="T89" fmla="*/ 158 h 170"/>
              <a:gd name="T90" fmla="*/ 97 w 133"/>
              <a:gd name="T91" fmla="*/ 109 h 170"/>
              <a:gd name="T92" fmla="*/ 76 w 133"/>
              <a:gd name="T93" fmla="*/ 109 h 170"/>
              <a:gd name="T94" fmla="*/ 73 w 133"/>
              <a:gd name="T95" fmla="*/ 108 h 170"/>
              <a:gd name="T96" fmla="*/ 73 w 133"/>
              <a:gd name="T97" fmla="*/ 106 h 170"/>
              <a:gd name="T98" fmla="*/ 73 w 133"/>
              <a:gd name="T99" fmla="*/ 30 h 170"/>
              <a:gd name="T100" fmla="*/ 81 w 133"/>
              <a:gd name="T101" fmla="*/ 9 h 170"/>
              <a:gd name="T102" fmla="*/ 103 w 133"/>
              <a:gd name="T103" fmla="*/ 0 h 170"/>
              <a:gd name="T104" fmla="*/ 127 w 133"/>
              <a:gd name="T105" fmla="*/ 0 h 170"/>
              <a:gd name="T106" fmla="*/ 131 w 133"/>
              <a:gd name="T107" fmla="*/ 2 h 170"/>
              <a:gd name="T108" fmla="*/ 133 w 133"/>
              <a:gd name="T109" fmla="*/ 6 h 1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33" h="170">
                <a:moveTo>
                  <a:pt x="60" y="6"/>
                </a:moveTo>
                <a:cubicBezTo>
                  <a:pt x="60" y="67"/>
                  <a:pt x="60" y="67"/>
                  <a:pt x="60" y="67"/>
                </a:cubicBezTo>
                <a:cubicBezTo>
                  <a:pt x="60" y="71"/>
                  <a:pt x="59" y="74"/>
                  <a:pt x="57" y="77"/>
                </a:cubicBezTo>
                <a:cubicBezTo>
                  <a:pt x="55" y="80"/>
                  <a:pt x="52" y="83"/>
                  <a:pt x="48" y="84"/>
                </a:cubicBezTo>
                <a:cubicBezTo>
                  <a:pt x="48" y="158"/>
                  <a:pt x="48" y="158"/>
                  <a:pt x="48" y="158"/>
                </a:cubicBezTo>
                <a:cubicBezTo>
                  <a:pt x="48" y="161"/>
                  <a:pt x="47" y="164"/>
                  <a:pt x="45" y="166"/>
                </a:cubicBezTo>
                <a:cubicBezTo>
                  <a:pt x="42" y="168"/>
                  <a:pt x="39" y="170"/>
                  <a:pt x="36" y="170"/>
                </a:cubicBezTo>
                <a:cubicBezTo>
                  <a:pt x="24" y="170"/>
                  <a:pt x="24" y="170"/>
                  <a:pt x="24" y="170"/>
                </a:cubicBezTo>
                <a:cubicBezTo>
                  <a:pt x="21" y="170"/>
                  <a:pt x="18" y="168"/>
                  <a:pt x="16" y="166"/>
                </a:cubicBezTo>
                <a:cubicBezTo>
                  <a:pt x="13" y="164"/>
                  <a:pt x="12" y="161"/>
                  <a:pt x="12" y="158"/>
                </a:cubicBezTo>
                <a:cubicBezTo>
                  <a:pt x="12" y="84"/>
                  <a:pt x="12" y="84"/>
                  <a:pt x="12" y="84"/>
                </a:cubicBezTo>
                <a:cubicBezTo>
                  <a:pt x="8" y="83"/>
                  <a:pt x="6" y="80"/>
                  <a:pt x="3" y="77"/>
                </a:cubicBezTo>
                <a:cubicBezTo>
                  <a:pt x="1" y="74"/>
                  <a:pt x="0" y="71"/>
                  <a:pt x="0" y="67"/>
                </a:cubicBezTo>
                <a:cubicBezTo>
                  <a:pt x="0" y="6"/>
                  <a:pt x="0" y="6"/>
                  <a:pt x="0" y="6"/>
                </a:cubicBezTo>
                <a:cubicBezTo>
                  <a:pt x="0" y="5"/>
                  <a:pt x="1" y="3"/>
                  <a:pt x="2" y="2"/>
                </a:cubicBezTo>
                <a:cubicBezTo>
                  <a:pt x="3" y="1"/>
                  <a:pt x="4" y="0"/>
                  <a:pt x="6" y="0"/>
                </a:cubicBezTo>
                <a:cubicBezTo>
                  <a:pt x="8" y="0"/>
                  <a:pt x="9" y="1"/>
                  <a:pt x="10" y="2"/>
                </a:cubicBezTo>
                <a:cubicBezTo>
                  <a:pt x="11" y="3"/>
                  <a:pt x="12" y="5"/>
                  <a:pt x="12" y="6"/>
                </a:cubicBezTo>
                <a:cubicBezTo>
                  <a:pt x="12" y="46"/>
                  <a:pt x="12" y="46"/>
                  <a:pt x="12" y="46"/>
                </a:cubicBezTo>
                <a:cubicBezTo>
                  <a:pt x="12" y="47"/>
                  <a:pt x="13" y="49"/>
                  <a:pt x="14" y="50"/>
                </a:cubicBezTo>
                <a:cubicBezTo>
                  <a:pt x="15" y="51"/>
                  <a:pt x="16" y="52"/>
                  <a:pt x="18" y="52"/>
                </a:cubicBezTo>
                <a:cubicBezTo>
                  <a:pt x="20" y="52"/>
                  <a:pt x="21" y="51"/>
                  <a:pt x="22" y="50"/>
                </a:cubicBezTo>
                <a:cubicBezTo>
                  <a:pt x="24" y="49"/>
                  <a:pt x="24" y="47"/>
                  <a:pt x="24" y="46"/>
                </a:cubicBezTo>
                <a:cubicBezTo>
                  <a:pt x="24" y="6"/>
                  <a:pt x="24" y="6"/>
                  <a:pt x="24" y="6"/>
                </a:cubicBezTo>
                <a:cubicBezTo>
                  <a:pt x="24" y="5"/>
                  <a:pt x="25" y="3"/>
                  <a:pt x="26" y="2"/>
                </a:cubicBezTo>
                <a:cubicBezTo>
                  <a:pt x="27" y="1"/>
                  <a:pt x="29" y="0"/>
                  <a:pt x="30" y="0"/>
                </a:cubicBezTo>
                <a:cubicBezTo>
                  <a:pt x="32" y="0"/>
                  <a:pt x="33" y="1"/>
                  <a:pt x="34" y="2"/>
                </a:cubicBezTo>
                <a:cubicBezTo>
                  <a:pt x="36" y="3"/>
                  <a:pt x="36" y="5"/>
                  <a:pt x="36" y="6"/>
                </a:cubicBezTo>
                <a:cubicBezTo>
                  <a:pt x="36" y="46"/>
                  <a:pt x="36" y="46"/>
                  <a:pt x="36" y="46"/>
                </a:cubicBezTo>
                <a:cubicBezTo>
                  <a:pt x="36" y="47"/>
                  <a:pt x="37" y="49"/>
                  <a:pt x="38" y="50"/>
                </a:cubicBezTo>
                <a:cubicBezTo>
                  <a:pt x="39" y="51"/>
                  <a:pt x="41" y="52"/>
                  <a:pt x="42" y="52"/>
                </a:cubicBezTo>
                <a:cubicBezTo>
                  <a:pt x="44" y="52"/>
                  <a:pt x="45" y="51"/>
                  <a:pt x="47" y="50"/>
                </a:cubicBezTo>
                <a:cubicBezTo>
                  <a:pt x="48" y="49"/>
                  <a:pt x="48" y="47"/>
                  <a:pt x="48" y="46"/>
                </a:cubicBezTo>
                <a:cubicBezTo>
                  <a:pt x="48" y="6"/>
                  <a:pt x="48" y="6"/>
                  <a:pt x="48" y="6"/>
                </a:cubicBezTo>
                <a:cubicBezTo>
                  <a:pt x="48" y="5"/>
                  <a:pt x="49" y="3"/>
                  <a:pt x="50" y="2"/>
                </a:cubicBezTo>
                <a:cubicBezTo>
                  <a:pt x="51" y="1"/>
                  <a:pt x="53" y="0"/>
                  <a:pt x="54" y="0"/>
                </a:cubicBezTo>
                <a:cubicBezTo>
                  <a:pt x="56" y="0"/>
                  <a:pt x="57" y="1"/>
                  <a:pt x="59" y="2"/>
                </a:cubicBezTo>
                <a:cubicBezTo>
                  <a:pt x="60" y="3"/>
                  <a:pt x="60" y="5"/>
                  <a:pt x="60" y="6"/>
                </a:cubicBezTo>
                <a:close/>
                <a:moveTo>
                  <a:pt x="133" y="6"/>
                </a:moveTo>
                <a:cubicBezTo>
                  <a:pt x="133" y="158"/>
                  <a:pt x="133" y="158"/>
                  <a:pt x="133" y="158"/>
                </a:cubicBezTo>
                <a:cubicBezTo>
                  <a:pt x="133" y="161"/>
                  <a:pt x="132" y="164"/>
                  <a:pt x="129" y="166"/>
                </a:cubicBezTo>
                <a:cubicBezTo>
                  <a:pt x="127" y="168"/>
                  <a:pt x="124" y="170"/>
                  <a:pt x="121" y="170"/>
                </a:cubicBezTo>
                <a:cubicBezTo>
                  <a:pt x="109" y="170"/>
                  <a:pt x="109" y="170"/>
                  <a:pt x="109" y="170"/>
                </a:cubicBezTo>
                <a:cubicBezTo>
                  <a:pt x="106" y="170"/>
                  <a:pt x="103" y="168"/>
                  <a:pt x="100" y="166"/>
                </a:cubicBezTo>
                <a:cubicBezTo>
                  <a:pt x="98" y="164"/>
                  <a:pt x="97" y="161"/>
                  <a:pt x="97" y="158"/>
                </a:cubicBezTo>
                <a:cubicBezTo>
                  <a:pt x="97" y="109"/>
                  <a:pt x="97" y="109"/>
                  <a:pt x="97" y="109"/>
                </a:cubicBezTo>
                <a:cubicBezTo>
                  <a:pt x="76" y="109"/>
                  <a:pt x="76" y="109"/>
                  <a:pt x="76" y="109"/>
                </a:cubicBezTo>
                <a:cubicBezTo>
                  <a:pt x="75" y="109"/>
                  <a:pt x="74" y="109"/>
                  <a:pt x="73" y="108"/>
                </a:cubicBezTo>
                <a:cubicBezTo>
                  <a:pt x="73" y="108"/>
                  <a:pt x="73" y="107"/>
                  <a:pt x="73" y="106"/>
                </a:cubicBezTo>
                <a:cubicBezTo>
                  <a:pt x="73" y="30"/>
                  <a:pt x="73" y="30"/>
                  <a:pt x="73" y="30"/>
                </a:cubicBezTo>
                <a:cubicBezTo>
                  <a:pt x="73" y="22"/>
                  <a:pt x="75" y="15"/>
                  <a:pt x="81" y="9"/>
                </a:cubicBezTo>
                <a:cubicBezTo>
                  <a:pt x="87" y="3"/>
                  <a:pt x="94" y="0"/>
                  <a:pt x="103" y="0"/>
                </a:cubicBezTo>
                <a:cubicBezTo>
                  <a:pt x="127" y="0"/>
                  <a:pt x="127" y="0"/>
                  <a:pt x="127" y="0"/>
                </a:cubicBezTo>
                <a:cubicBezTo>
                  <a:pt x="129" y="0"/>
                  <a:pt x="130" y="1"/>
                  <a:pt x="131" y="2"/>
                </a:cubicBezTo>
                <a:cubicBezTo>
                  <a:pt x="132" y="3"/>
                  <a:pt x="133" y="5"/>
                  <a:pt x="133" y="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20" name="Freeform 223"/>
          <p:cNvSpPr>
            <a:spLocks noEditPoints="1"/>
          </p:cNvSpPr>
          <p:nvPr/>
        </p:nvSpPr>
        <p:spPr bwMode="auto">
          <a:xfrm>
            <a:off x="7367805" y="3520847"/>
            <a:ext cx="207464" cy="244204"/>
          </a:xfrm>
          <a:custGeom>
            <a:avLst/>
            <a:gdLst>
              <a:gd name="T0" fmla="*/ 143 w 145"/>
              <a:gd name="T1" fmla="*/ 43 h 170"/>
              <a:gd name="T2" fmla="*/ 145 w 145"/>
              <a:gd name="T3" fmla="*/ 161 h 170"/>
              <a:gd name="T4" fmla="*/ 136 w 145"/>
              <a:gd name="T5" fmla="*/ 170 h 170"/>
              <a:gd name="T6" fmla="*/ 2 w 145"/>
              <a:gd name="T7" fmla="*/ 167 h 170"/>
              <a:gd name="T8" fmla="*/ 0 w 145"/>
              <a:gd name="T9" fmla="*/ 9 h 170"/>
              <a:gd name="T10" fmla="*/ 9 w 145"/>
              <a:gd name="T11" fmla="*/ 0 h 170"/>
              <a:gd name="T12" fmla="*/ 102 w 145"/>
              <a:gd name="T13" fmla="*/ 2 h 170"/>
              <a:gd name="T14" fmla="*/ 139 w 145"/>
              <a:gd name="T15" fmla="*/ 36 h 170"/>
              <a:gd name="T16" fmla="*/ 133 w 145"/>
              <a:gd name="T17" fmla="*/ 61 h 170"/>
              <a:gd name="T18" fmla="*/ 87 w 145"/>
              <a:gd name="T19" fmla="*/ 58 h 170"/>
              <a:gd name="T20" fmla="*/ 84 w 145"/>
              <a:gd name="T21" fmla="*/ 12 h 170"/>
              <a:gd name="T22" fmla="*/ 12 w 145"/>
              <a:gd name="T23" fmla="*/ 158 h 170"/>
              <a:gd name="T24" fmla="*/ 36 w 145"/>
              <a:gd name="T25" fmla="*/ 76 h 170"/>
              <a:gd name="T26" fmla="*/ 39 w 145"/>
              <a:gd name="T27" fmla="*/ 73 h 170"/>
              <a:gd name="T28" fmla="*/ 108 w 145"/>
              <a:gd name="T29" fmla="*/ 74 h 170"/>
              <a:gd name="T30" fmla="*/ 109 w 145"/>
              <a:gd name="T31" fmla="*/ 82 h 170"/>
              <a:gd name="T32" fmla="*/ 106 w 145"/>
              <a:gd name="T33" fmla="*/ 85 h 170"/>
              <a:gd name="T34" fmla="*/ 37 w 145"/>
              <a:gd name="T35" fmla="*/ 84 h 170"/>
              <a:gd name="T36" fmla="*/ 36 w 145"/>
              <a:gd name="T37" fmla="*/ 76 h 170"/>
              <a:gd name="T38" fmla="*/ 108 w 145"/>
              <a:gd name="T39" fmla="*/ 98 h 170"/>
              <a:gd name="T40" fmla="*/ 109 w 145"/>
              <a:gd name="T41" fmla="*/ 106 h 170"/>
              <a:gd name="T42" fmla="*/ 106 w 145"/>
              <a:gd name="T43" fmla="*/ 109 h 170"/>
              <a:gd name="T44" fmla="*/ 37 w 145"/>
              <a:gd name="T45" fmla="*/ 108 h 170"/>
              <a:gd name="T46" fmla="*/ 36 w 145"/>
              <a:gd name="T47" fmla="*/ 100 h 170"/>
              <a:gd name="T48" fmla="*/ 39 w 145"/>
              <a:gd name="T49" fmla="*/ 97 h 170"/>
              <a:gd name="T50" fmla="*/ 106 w 145"/>
              <a:gd name="T51" fmla="*/ 121 h 170"/>
              <a:gd name="T52" fmla="*/ 109 w 145"/>
              <a:gd name="T53" fmla="*/ 124 h 170"/>
              <a:gd name="T54" fmla="*/ 108 w 145"/>
              <a:gd name="T55" fmla="*/ 132 h 170"/>
              <a:gd name="T56" fmla="*/ 39 w 145"/>
              <a:gd name="T57" fmla="*/ 133 h 170"/>
              <a:gd name="T58" fmla="*/ 36 w 145"/>
              <a:gd name="T59" fmla="*/ 130 h 170"/>
              <a:gd name="T60" fmla="*/ 37 w 145"/>
              <a:gd name="T61" fmla="*/ 122 h 170"/>
              <a:gd name="T62" fmla="*/ 106 w 145"/>
              <a:gd name="T63" fmla="*/ 121 h 170"/>
              <a:gd name="T64" fmla="*/ 97 w 145"/>
              <a:gd name="T65" fmla="*/ 49 h 170"/>
              <a:gd name="T66" fmla="*/ 130 w 145"/>
              <a:gd name="T67" fmla="*/ 45 h 170"/>
              <a:gd name="T68" fmla="*/ 97 w 145"/>
              <a:gd name="T69" fmla="*/ 13 h 1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45" h="170">
                <a:moveTo>
                  <a:pt x="139" y="36"/>
                </a:moveTo>
                <a:cubicBezTo>
                  <a:pt x="140" y="38"/>
                  <a:pt x="142" y="40"/>
                  <a:pt x="143" y="43"/>
                </a:cubicBezTo>
                <a:cubicBezTo>
                  <a:pt x="144" y="46"/>
                  <a:pt x="145" y="49"/>
                  <a:pt x="145" y="52"/>
                </a:cubicBezTo>
                <a:cubicBezTo>
                  <a:pt x="145" y="161"/>
                  <a:pt x="145" y="161"/>
                  <a:pt x="145" y="161"/>
                </a:cubicBezTo>
                <a:cubicBezTo>
                  <a:pt x="145" y="163"/>
                  <a:pt x="144" y="165"/>
                  <a:pt x="142" y="167"/>
                </a:cubicBezTo>
                <a:cubicBezTo>
                  <a:pt x="141" y="169"/>
                  <a:pt x="138" y="170"/>
                  <a:pt x="136" y="170"/>
                </a:cubicBezTo>
                <a:cubicBezTo>
                  <a:pt x="9" y="170"/>
                  <a:pt x="9" y="170"/>
                  <a:pt x="9" y="170"/>
                </a:cubicBezTo>
                <a:cubicBezTo>
                  <a:pt x="6" y="170"/>
                  <a:pt x="4" y="169"/>
                  <a:pt x="2" y="167"/>
                </a:cubicBezTo>
                <a:cubicBezTo>
                  <a:pt x="1" y="165"/>
                  <a:pt x="0" y="163"/>
                  <a:pt x="0" y="161"/>
                </a:cubicBezTo>
                <a:cubicBezTo>
                  <a:pt x="0" y="9"/>
                  <a:pt x="0" y="9"/>
                  <a:pt x="0" y="9"/>
                </a:cubicBezTo>
                <a:cubicBezTo>
                  <a:pt x="0" y="7"/>
                  <a:pt x="1" y="5"/>
                  <a:pt x="2" y="3"/>
                </a:cubicBezTo>
                <a:cubicBezTo>
                  <a:pt x="4" y="1"/>
                  <a:pt x="6" y="0"/>
                  <a:pt x="9" y="0"/>
                </a:cubicBezTo>
                <a:cubicBezTo>
                  <a:pt x="94" y="0"/>
                  <a:pt x="94" y="0"/>
                  <a:pt x="94" y="0"/>
                </a:cubicBezTo>
                <a:cubicBezTo>
                  <a:pt x="96" y="0"/>
                  <a:pt x="99" y="1"/>
                  <a:pt x="102" y="2"/>
                </a:cubicBezTo>
                <a:cubicBezTo>
                  <a:pt x="105" y="3"/>
                  <a:pt x="107" y="5"/>
                  <a:pt x="109" y="7"/>
                </a:cubicBezTo>
                <a:lnTo>
                  <a:pt x="139" y="36"/>
                </a:lnTo>
                <a:close/>
                <a:moveTo>
                  <a:pt x="133" y="158"/>
                </a:moveTo>
                <a:cubicBezTo>
                  <a:pt x="133" y="61"/>
                  <a:pt x="133" y="61"/>
                  <a:pt x="133" y="61"/>
                </a:cubicBezTo>
                <a:cubicBezTo>
                  <a:pt x="94" y="61"/>
                  <a:pt x="94" y="61"/>
                  <a:pt x="94" y="61"/>
                </a:cubicBezTo>
                <a:cubicBezTo>
                  <a:pt x="91" y="61"/>
                  <a:pt x="89" y="60"/>
                  <a:pt x="87" y="58"/>
                </a:cubicBezTo>
                <a:cubicBezTo>
                  <a:pt x="85" y="56"/>
                  <a:pt x="84" y="54"/>
                  <a:pt x="84" y="52"/>
                </a:cubicBezTo>
                <a:cubicBezTo>
                  <a:pt x="84" y="12"/>
                  <a:pt x="84" y="12"/>
                  <a:pt x="84" y="12"/>
                </a:cubicBezTo>
                <a:cubicBezTo>
                  <a:pt x="12" y="12"/>
                  <a:pt x="12" y="12"/>
                  <a:pt x="12" y="12"/>
                </a:cubicBezTo>
                <a:cubicBezTo>
                  <a:pt x="12" y="158"/>
                  <a:pt x="12" y="158"/>
                  <a:pt x="12" y="158"/>
                </a:cubicBezTo>
                <a:lnTo>
                  <a:pt x="133" y="158"/>
                </a:lnTo>
                <a:close/>
                <a:moveTo>
                  <a:pt x="36" y="76"/>
                </a:moveTo>
                <a:cubicBezTo>
                  <a:pt x="36" y="75"/>
                  <a:pt x="36" y="74"/>
                  <a:pt x="37" y="74"/>
                </a:cubicBezTo>
                <a:cubicBezTo>
                  <a:pt x="37" y="73"/>
                  <a:pt x="38" y="73"/>
                  <a:pt x="39" y="73"/>
                </a:cubicBezTo>
                <a:cubicBezTo>
                  <a:pt x="106" y="73"/>
                  <a:pt x="106" y="73"/>
                  <a:pt x="106" y="73"/>
                </a:cubicBezTo>
                <a:cubicBezTo>
                  <a:pt x="107" y="73"/>
                  <a:pt x="107" y="73"/>
                  <a:pt x="108" y="74"/>
                </a:cubicBezTo>
                <a:cubicBezTo>
                  <a:pt x="108" y="74"/>
                  <a:pt x="109" y="75"/>
                  <a:pt x="109" y="76"/>
                </a:cubicBezTo>
                <a:cubicBezTo>
                  <a:pt x="109" y="82"/>
                  <a:pt x="109" y="82"/>
                  <a:pt x="109" y="82"/>
                </a:cubicBezTo>
                <a:cubicBezTo>
                  <a:pt x="109" y="83"/>
                  <a:pt x="108" y="84"/>
                  <a:pt x="108" y="84"/>
                </a:cubicBezTo>
                <a:cubicBezTo>
                  <a:pt x="107" y="85"/>
                  <a:pt x="107" y="85"/>
                  <a:pt x="106" y="85"/>
                </a:cubicBezTo>
                <a:cubicBezTo>
                  <a:pt x="39" y="85"/>
                  <a:pt x="39" y="85"/>
                  <a:pt x="39" y="85"/>
                </a:cubicBezTo>
                <a:cubicBezTo>
                  <a:pt x="38" y="85"/>
                  <a:pt x="37" y="85"/>
                  <a:pt x="37" y="84"/>
                </a:cubicBezTo>
                <a:cubicBezTo>
                  <a:pt x="36" y="84"/>
                  <a:pt x="36" y="83"/>
                  <a:pt x="36" y="82"/>
                </a:cubicBezTo>
                <a:lnTo>
                  <a:pt x="36" y="76"/>
                </a:lnTo>
                <a:close/>
                <a:moveTo>
                  <a:pt x="106" y="97"/>
                </a:moveTo>
                <a:cubicBezTo>
                  <a:pt x="107" y="97"/>
                  <a:pt x="107" y="97"/>
                  <a:pt x="108" y="98"/>
                </a:cubicBezTo>
                <a:cubicBezTo>
                  <a:pt x="108" y="98"/>
                  <a:pt x="109" y="99"/>
                  <a:pt x="109" y="100"/>
                </a:cubicBezTo>
                <a:cubicBezTo>
                  <a:pt x="109" y="106"/>
                  <a:pt x="109" y="106"/>
                  <a:pt x="109" y="106"/>
                </a:cubicBezTo>
                <a:cubicBezTo>
                  <a:pt x="109" y="107"/>
                  <a:pt x="108" y="108"/>
                  <a:pt x="108" y="108"/>
                </a:cubicBezTo>
                <a:cubicBezTo>
                  <a:pt x="107" y="109"/>
                  <a:pt x="107" y="109"/>
                  <a:pt x="106" y="109"/>
                </a:cubicBezTo>
                <a:cubicBezTo>
                  <a:pt x="39" y="109"/>
                  <a:pt x="39" y="109"/>
                  <a:pt x="39" y="109"/>
                </a:cubicBezTo>
                <a:cubicBezTo>
                  <a:pt x="38" y="109"/>
                  <a:pt x="37" y="109"/>
                  <a:pt x="37" y="108"/>
                </a:cubicBezTo>
                <a:cubicBezTo>
                  <a:pt x="36" y="108"/>
                  <a:pt x="36" y="107"/>
                  <a:pt x="36" y="106"/>
                </a:cubicBezTo>
                <a:cubicBezTo>
                  <a:pt x="36" y="100"/>
                  <a:pt x="36" y="100"/>
                  <a:pt x="36" y="100"/>
                </a:cubicBezTo>
                <a:cubicBezTo>
                  <a:pt x="36" y="99"/>
                  <a:pt x="36" y="98"/>
                  <a:pt x="37" y="98"/>
                </a:cubicBezTo>
                <a:cubicBezTo>
                  <a:pt x="37" y="97"/>
                  <a:pt x="38" y="97"/>
                  <a:pt x="39" y="97"/>
                </a:cubicBezTo>
                <a:lnTo>
                  <a:pt x="106" y="97"/>
                </a:lnTo>
                <a:close/>
                <a:moveTo>
                  <a:pt x="106" y="121"/>
                </a:moveTo>
                <a:cubicBezTo>
                  <a:pt x="107" y="121"/>
                  <a:pt x="107" y="122"/>
                  <a:pt x="108" y="122"/>
                </a:cubicBezTo>
                <a:cubicBezTo>
                  <a:pt x="108" y="123"/>
                  <a:pt x="109" y="123"/>
                  <a:pt x="109" y="124"/>
                </a:cubicBezTo>
                <a:cubicBezTo>
                  <a:pt x="109" y="130"/>
                  <a:pt x="109" y="130"/>
                  <a:pt x="109" y="130"/>
                </a:cubicBezTo>
                <a:cubicBezTo>
                  <a:pt x="109" y="131"/>
                  <a:pt x="108" y="132"/>
                  <a:pt x="108" y="132"/>
                </a:cubicBezTo>
                <a:cubicBezTo>
                  <a:pt x="107" y="133"/>
                  <a:pt x="107" y="133"/>
                  <a:pt x="106" y="133"/>
                </a:cubicBezTo>
                <a:cubicBezTo>
                  <a:pt x="39" y="133"/>
                  <a:pt x="39" y="133"/>
                  <a:pt x="39" y="133"/>
                </a:cubicBezTo>
                <a:cubicBezTo>
                  <a:pt x="38" y="133"/>
                  <a:pt x="37" y="133"/>
                  <a:pt x="37" y="132"/>
                </a:cubicBezTo>
                <a:cubicBezTo>
                  <a:pt x="36" y="132"/>
                  <a:pt x="36" y="131"/>
                  <a:pt x="36" y="130"/>
                </a:cubicBezTo>
                <a:cubicBezTo>
                  <a:pt x="36" y="124"/>
                  <a:pt x="36" y="124"/>
                  <a:pt x="36" y="124"/>
                </a:cubicBezTo>
                <a:cubicBezTo>
                  <a:pt x="36" y="123"/>
                  <a:pt x="36" y="123"/>
                  <a:pt x="37" y="122"/>
                </a:cubicBezTo>
                <a:cubicBezTo>
                  <a:pt x="37" y="122"/>
                  <a:pt x="38" y="121"/>
                  <a:pt x="39" y="121"/>
                </a:cubicBezTo>
                <a:lnTo>
                  <a:pt x="106" y="121"/>
                </a:lnTo>
                <a:close/>
                <a:moveTo>
                  <a:pt x="97" y="13"/>
                </a:moveTo>
                <a:cubicBezTo>
                  <a:pt x="97" y="49"/>
                  <a:pt x="97" y="49"/>
                  <a:pt x="97" y="49"/>
                </a:cubicBezTo>
                <a:cubicBezTo>
                  <a:pt x="132" y="49"/>
                  <a:pt x="132" y="49"/>
                  <a:pt x="132" y="49"/>
                </a:cubicBezTo>
                <a:cubicBezTo>
                  <a:pt x="132" y="47"/>
                  <a:pt x="131" y="46"/>
                  <a:pt x="130" y="45"/>
                </a:cubicBezTo>
                <a:cubicBezTo>
                  <a:pt x="100" y="15"/>
                  <a:pt x="100" y="15"/>
                  <a:pt x="100" y="15"/>
                </a:cubicBezTo>
                <a:cubicBezTo>
                  <a:pt x="100" y="14"/>
                  <a:pt x="98" y="14"/>
                  <a:pt x="97" y="1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21" name="Freeform 224"/>
          <p:cNvSpPr>
            <a:spLocks noEditPoints="1"/>
          </p:cNvSpPr>
          <p:nvPr/>
        </p:nvSpPr>
        <p:spPr bwMode="auto">
          <a:xfrm>
            <a:off x="7640103" y="3520847"/>
            <a:ext cx="190176" cy="244204"/>
          </a:xfrm>
          <a:custGeom>
            <a:avLst/>
            <a:gdLst>
              <a:gd name="T0" fmla="*/ 6 w 133"/>
              <a:gd name="T1" fmla="*/ 170 h 170"/>
              <a:gd name="T2" fmla="*/ 6 w 133"/>
              <a:gd name="T3" fmla="*/ 0 h 170"/>
              <a:gd name="T4" fmla="*/ 121 w 133"/>
              <a:gd name="T5" fmla="*/ 158 h 170"/>
              <a:gd name="T6" fmla="*/ 48 w 133"/>
              <a:gd name="T7" fmla="*/ 136 h 170"/>
              <a:gd name="T8" fmla="*/ 84 w 133"/>
              <a:gd name="T9" fmla="*/ 136 h 170"/>
              <a:gd name="T10" fmla="*/ 33 w 133"/>
              <a:gd name="T11" fmla="*/ 37 h 170"/>
              <a:gd name="T12" fmla="*/ 25 w 133"/>
              <a:gd name="T13" fmla="*/ 25 h 170"/>
              <a:gd name="T14" fmla="*/ 36 w 133"/>
              <a:gd name="T15" fmla="*/ 52 h 170"/>
              <a:gd name="T16" fmla="*/ 25 w 133"/>
              <a:gd name="T17" fmla="*/ 60 h 170"/>
              <a:gd name="T18" fmla="*/ 33 w 133"/>
              <a:gd name="T19" fmla="*/ 49 h 170"/>
              <a:gd name="T20" fmla="*/ 35 w 133"/>
              <a:gd name="T21" fmla="*/ 84 h 170"/>
              <a:gd name="T22" fmla="*/ 24 w 133"/>
              <a:gd name="T23" fmla="*/ 76 h 170"/>
              <a:gd name="T24" fmla="*/ 36 w 133"/>
              <a:gd name="T25" fmla="*/ 76 h 170"/>
              <a:gd name="T26" fmla="*/ 27 w 133"/>
              <a:gd name="T27" fmla="*/ 109 h 170"/>
              <a:gd name="T28" fmla="*/ 27 w 133"/>
              <a:gd name="T29" fmla="*/ 97 h 170"/>
              <a:gd name="T30" fmla="*/ 36 w 133"/>
              <a:gd name="T31" fmla="*/ 130 h 170"/>
              <a:gd name="T32" fmla="*/ 24 w 133"/>
              <a:gd name="T33" fmla="*/ 130 h 170"/>
              <a:gd name="T34" fmla="*/ 35 w 133"/>
              <a:gd name="T35" fmla="*/ 122 h 170"/>
              <a:gd name="T36" fmla="*/ 57 w 133"/>
              <a:gd name="T37" fmla="*/ 37 h 170"/>
              <a:gd name="T38" fmla="*/ 49 w 133"/>
              <a:gd name="T39" fmla="*/ 25 h 170"/>
              <a:gd name="T40" fmla="*/ 60 w 133"/>
              <a:gd name="T41" fmla="*/ 52 h 170"/>
              <a:gd name="T42" fmla="*/ 49 w 133"/>
              <a:gd name="T43" fmla="*/ 60 h 170"/>
              <a:gd name="T44" fmla="*/ 57 w 133"/>
              <a:gd name="T45" fmla="*/ 49 h 170"/>
              <a:gd name="T46" fmla="*/ 59 w 133"/>
              <a:gd name="T47" fmla="*/ 84 h 170"/>
              <a:gd name="T48" fmla="*/ 48 w 133"/>
              <a:gd name="T49" fmla="*/ 76 h 170"/>
              <a:gd name="T50" fmla="*/ 60 w 133"/>
              <a:gd name="T51" fmla="*/ 76 h 170"/>
              <a:gd name="T52" fmla="*/ 51 w 133"/>
              <a:gd name="T53" fmla="*/ 109 h 170"/>
              <a:gd name="T54" fmla="*/ 51 w 133"/>
              <a:gd name="T55" fmla="*/ 97 h 170"/>
              <a:gd name="T56" fmla="*/ 84 w 133"/>
              <a:gd name="T57" fmla="*/ 34 h 170"/>
              <a:gd name="T58" fmla="*/ 72 w 133"/>
              <a:gd name="T59" fmla="*/ 34 h 170"/>
              <a:gd name="T60" fmla="*/ 84 w 133"/>
              <a:gd name="T61" fmla="*/ 25 h 170"/>
              <a:gd name="T62" fmla="*/ 81 w 133"/>
              <a:gd name="T63" fmla="*/ 61 h 170"/>
              <a:gd name="T64" fmla="*/ 73 w 133"/>
              <a:gd name="T65" fmla="*/ 50 h 170"/>
              <a:gd name="T66" fmla="*/ 84 w 133"/>
              <a:gd name="T67" fmla="*/ 76 h 170"/>
              <a:gd name="T68" fmla="*/ 73 w 133"/>
              <a:gd name="T69" fmla="*/ 84 h 170"/>
              <a:gd name="T70" fmla="*/ 81 w 133"/>
              <a:gd name="T71" fmla="*/ 73 h 170"/>
              <a:gd name="T72" fmla="*/ 84 w 133"/>
              <a:gd name="T73" fmla="*/ 108 h 170"/>
              <a:gd name="T74" fmla="*/ 72 w 133"/>
              <a:gd name="T75" fmla="*/ 100 h 170"/>
              <a:gd name="T76" fmla="*/ 84 w 133"/>
              <a:gd name="T77" fmla="*/ 100 h 170"/>
              <a:gd name="T78" fmla="*/ 100 w 133"/>
              <a:gd name="T79" fmla="*/ 37 h 170"/>
              <a:gd name="T80" fmla="*/ 100 w 133"/>
              <a:gd name="T81" fmla="*/ 24 h 170"/>
              <a:gd name="T82" fmla="*/ 109 w 133"/>
              <a:gd name="T83" fmla="*/ 58 h 170"/>
              <a:gd name="T84" fmla="*/ 97 w 133"/>
              <a:gd name="T85" fmla="*/ 58 h 170"/>
              <a:gd name="T86" fmla="*/ 108 w 133"/>
              <a:gd name="T87" fmla="*/ 50 h 170"/>
              <a:gd name="T88" fmla="*/ 106 w 133"/>
              <a:gd name="T89" fmla="*/ 85 h 170"/>
              <a:gd name="T90" fmla="*/ 97 w 133"/>
              <a:gd name="T91" fmla="*/ 74 h 170"/>
              <a:gd name="T92" fmla="*/ 109 w 133"/>
              <a:gd name="T93" fmla="*/ 100 h 170"/>
              <a:gd name="T94" fmla="*/ 97 w 133"/>
              <a:gd name="T95" fmla="*/ 108 h 170"/>
              <a:gd name="T96" fmla="*/ 106 w 133"/>
              <a:gd name="T97" fmla="*/ 97 h 170"/>
              <a:gd name="T98" fmla="*/ 108 w 133"/>
              <a:gd name="T99" fmla="*/ 132 h 170"/>
              <a:gd name="T100" fmla="*/ 97 w 133"/>
              <a:gd name="T101" fmla="*/ 124 h 170"/>
              <a:gd name="T102" fmla="*/ 109 w 133"/>
              <a:gd name="T103" fmla="*/ 124 h 1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33" h="170">
                <a:moveTo>
                  <a:pt x="133" y="6"/>
                </a:moveTo>
                <a:cubicBezTo>
                  <a:pt x="133" y="164"/>
                  <a:pt x="133" y="164"/>
                  <a:pt x="133" y="164"/>
                </a:cubicBezTo>
                <a:cubicBezTo>
                  <a:pt x="133" y="165"/>
                  <a:pt x="132" y="167"/>
                  <a:pt x="131" y="168"/>
                </a:cubicBezTo>
                <a:cubicBezTo>
                  <a:pt x="130" y="169"/>
                  <a:pt x="128" y="170"/>
                  <a:pt x="127" y="170"/>
                </a:cubicBezTo>
                <a:cubicBezTo>
                  <a:pt x="6" y="170"/>
                  <a:pt x="6" y="170"/>
                  <a:pt x="6" y="170"/>
                </a:cubicBezTo>
                <a:cubicBezTo>
                  <a:pt x="4" y="170"/>
                  <a:pt x="3" y="169"/>
                  <a:pt x="2" y="168"/>
                </a:cubicBezTo>
                <a:cubicBezTo>
                  <a:pt x="0" y="167"/>
                  <a:pt x="0" y="165"/>
                  <a:pt x="0" y="164"/>
                </a:cubicBezTo>
                <a:cubicBezTo>
                  <a:pt x="0" y="6"/>
                  <a:pt x="0" y="6"/>
                  <a:pt x="0" y="6"/>
                </a:cubicBezTo>
                <a:cubicBezTo>
                  <a:pt x="0" y="5"/>
                  <a:pt x="0" y="3"/>
                  <a:pt x="2" y="2"/>
                </a:cubicBezTo>
                <a:cubicBezTo>
                  <a:pt x="3" y="1"/>
                  <a:pt x="4" y="0"/>
                  <a:pt x="6" y="0"/>
                </a:cubicBezTo>
                <a:cubicBezTo>
                  <a:pt x="127" y="0"/>
                  <a:pt x="127" y="0"/>
                  <a:pt x="127" y="0"/>
                </a:cubicBezTo>
                <a:cubicBezTo>
                  <a:pt x="128" y="0"/>
                  <a:pt x="130" y="1"/>
                  <a:pt x="131" y="2"/>
                </a:cubicBezTo>
                <a:cubicBezTo>
                  <a:pt x="132" y="3"/>
                  <a:pt x="133" y="5"/>
                  <a:pt x="133" y="6"/>
                </a:cubicBezTo>
                <a:close/>
                <a:moveTo>
                  <a:pt x="84" y="158"/>
                </a:moveTo>
                <a:cubicBezTo>
                  <a:pt x="121" y="158"/>
                  <a:pt x="121" y="158"/>
                  <a:pt x="121" y="158"/>
                </a:cubicBezTo>
                <a:cubicBezTo>
                  <a:pt x="121" y="12"/>
                  <a:pt x="121" y="12"/>
                  <a:pt x="121" y="12"/>
                </a:cubicBezTo>
                <a:cubicBezTo>
                  <a:pt x="12" y="12"/>
                  <a:pt x="12" y="12"/>
                  <a:pt x="12" y="12"/>
                </a:cubicBezTo>
                <a:cubicBezTo>
                  <a:pt x="12" y="158"/>
                  <a:pt x="12" y="158"/>
                  <a:pt x="12" y="158"/>
                </a:cubicBezTo>
                <a:cubicBezTo>
                  <a:pt x="48" y="158"/>
                  <a:pt x="48" y="158"/>
                  <a:pt x="48" y="158"/>
                </a:cubicBezTo>
                <a:cubicBezTo>
                  <a:pt x="48" y="136"/>
                  <a:pt x="48" y="136"/>
                  <a:pt x="48" y="136"/>
                </a:cubicBezTo>
                <a:cubicBezTo>
                  <a:pt x="48" y="136"/>
                  <a:pt x="48" y="135"/>
                  <a:pt x="49" y="134"/>
                </a:cubicBezTo>
                <a:cubicBezTo>
                  <a:pt x="50" y="134"/>
                  <a:pt x="50" y="133"/>
                  <a:pt x="51" y="133"/>
                </a:cubicBezTo>
                <a:cubicBezTo>
                  <a:pt x="81" y="133"/>
                  <a:pt x="81" y="133"/>
                  <a:pt x="81" y="133"/>
                </a:cubicBezTo>
                <a:cubicBezTo>
                  <a:pt x="82" y="133"/>
                  <a:pt x="83" y="134"/>
                  <a:pt x="84" y="134"/>
                </a:cubicBezTo>
                <a:cubicBezTo>
                  <a:pt x="84" y="135"/>
                  <a:pt x="84" y="136"/>
                  <a:pt x="84" y="136"/>
                </a:cubicBezTo>
                <a:lnTo>
                  <a:pt x="84" y="158"/>
                </a:lnTo>
                <a:close/>
                <a:moveTo>
                  <a:pt x="36" y="27"/>
                </a:moveTo>
                <a:cubicBezTo>
                  <a:pt x="36" y="34"/>
                  <a:pt x="36" y="34"/>
                  <a:pt x="36" y="34"/>
                </a:cubicBezTo>
                <a:cubicBezTo>
                  <a:pt x="36" y="34"/>
                  <a:pt x="36" y="35"/>
                  <a:pt x="35" y="36"/>
                </a:cubicBezTo>
                <a:cubicBezTo>
                  <a:pt x="35" y="36"/>
                  <a:pt x="34" y="37"/>
                  <a:pt x="33" y="37"/>
                </a:cubicBezTo>
                <a:cubicBezTo>
                  <a:pt x="27" y="37"/>
                  <a:pt x="27" y="37"/>
                  <a:pt x="27" y="37"/>
                </a:cubicBezTo>
                <a:cubicBezTo>
                  <a:pt x="26" y="37"/>
                  <a:pt x="25" y="36"/>
                  <a:pt x="25" y="36"/>
                </a:cubicBezTo>
                <a:cubicBezTo>
                  <a:pt x="24" y="35"/>
                  <a:pt x="24" y="34"/>
                  <a:pt x="24" y="34"/>
                </a:cubicBezTo>
                <a:cubicBezTo>
                  <a:pt x="24" y="27"/>
                  <a:pt x="24" y="27"/>
                  <a:pt x="24" y="27"/>
                </a:cubicBezTo>
                <a:cubicBezTo>
                  <a:pt x="24" y="27"/>
                  <a:pt x="24" y="26"/>
                  <a:pt x="25" y="25"/>
                </a:cubicBezTo>
                <a:cubicBezTo>
                  <a:pt x="25" y="25"/>
                  <a:pt x="26" y="24"/>
                  <a:pt x="27" y="24"/>
                </a:cubicBezTo>
                <a:cubicBezTo>
                  <a:pt x="33" y="24"/>
                  <a:pt x="33" y="24"/>
                  <a:pt x="33" y="24"/>
                </a:cubicBezTo>
                <a:cubicBezTo>
                  <a:pt x="34" y="24"/>
                  <a:pt x="35" y="25"/>
                  <a:pt x="35" y="25"/>
                </a:cubicBezTo>
                <a:cubicBezTo>
                  <a:pt x="36" y="26"/>
                  <a:pt x="36" y="27"/>
                  <a:pt x="36" y="27"/>
                </a:cubicBezTo>
                <a:close/>
                <a:moveTo>
                  <a:pt x="36" y="52"/>
                </a:moveTo>
                <a:cubicBezTo>
                  <a:pt x="36" y="58"/>
                  <a:pt x="36" y="58"/>
                  <a:pt x="36" y="58"/>
                </a:cubicBezTo>
                <a:cubicBezTo>
                  <a:pt x="36" y="59"/>
                  <a:pt x="36" y="59"/>
                  <a:pt x="35" y="60"/>
                </a:cubicBezTo>
                <a:cubicBezTo>
                  <a:pt x="35" y="60"/>
                  <a:pt x="34" y="61"/>
                  <a:pt x="33" y="61"/>
                </a:cubicBezTo>
                <a:cubicBezTo>
                  <a:pt x="27" y="61"/>
                  <a:pt x="27" y="61"/>
                  <a:pt x="27" y="61"/>
                </a:cubicBezTo>
                <a:cubicBezTo>
                  <a:pt x="26" y="61"/>
                  <a:pt x="25" y="60"/>
                  <a:pt x="25" y="60"/>
                </a:cubicBezTo>
                <a:cubicBezTo>
                  <a:pt x="24" y="59"/>
                  <a:pt x="24" y="59"/>
                  <a:pt x="24" y="58"/>
                </a:cubicBezTo>
                <a:cubicBezTo>
                  <a:pt x="24" y="52"/>
                  <a:pt x="24" y="52"/>
                  <a:pt x="24" y="52"/>
                </a:cubicBezTo>
                <a:cubicBezTo>
                  <a:pt x="24" y="51"/>
                  <a:pt x="24" y="50"/>
                  <a:pt x="25" y="50"/>
                </a:cubicBezTo>
                <a:cubicBezTo>
                  <a:pt x="25" y="49"/>
                  <a:pt x="26" y="49"/>
                  <a:pt x="27" y="49"/>
                </a:cubicBezTo>
                <a:cubicBezTo>
                  <a:pt x="33" y="49"/>
                  <a:pt x="33" y="49"/>
                  <a:pt x="33" y="49"/>
                </a:cubicBezTo>
                <a:cubicBezTo>
                  <a:pt x="34" y="49"/>
                  <a:pt x="35" y="49"/>
                  <a:pt x="35" y="50"/>
                </a:cubicBezTo>
                <a:cubicBezTo>
                  <a:pt x="36" y="50"/>
                  <a:pt x="36" y="51"/>
                  <a:pt x="36" y="52"/>
                </a:cubicBezTo>
                <a:close/>
                <a:moveTo>
                  <a:pt x="36" y="76"/>
                </a:moveTo>
                <a:cubicBezTo>
                  <a:pt x="36" y="82"/>
                  <a:pt x="36" y="82"/>
                  <a:pt x="36" y="82"/>
                </a:cubicBezTo>
                <a:cubicBezTo>
                  <a:pt x="36" y="83"/>
                  <a:pt x="36" y="83"/>
                  <a:pt x="35" y="84"/>
                </a:cubicBezTo>
                <a:cubicBezTo>
                  <a:pt x="35" y="85"/>
                  <a:pt x="34" y="85"/>
                  <a:pt x="33" y="85"/>
                </a:cubicBezTo>
                <a:cubicBezTo>
                  <a:pt x="27" y="85"/>
                  <a:pt x="27" y="85"/>
                  <a:pt x="27" y="85"/>
                </a:cubicBezTo>
                <a:cubicBezTo>
                  <a:pt x="26" y="85"/>
                  <a:pt x="25" y="85"/>
                  <a:pt x="25" y="84"/>
                </a:cubicBezTo>
                <a:cubicBezTo>
                  <a:pt x="24" y="83"/>
                  <a:pt x="24" y="83"/>
                  <a:pt x="24" y="82"/>
                </a:cubicBezTo>
                <a:cubicBezTo>
                  <a:pt x="24" y="76"/>
                  <a:pt x="24" y="76"/>
                  <a:pt x="24" y="76"/>
                </a:cubicBezTo>
                <a:cubicBezTo>
                  <a:pt x="24" y="75"/>
                  <a:pt x="24" y="74"/>
                  <a:pt x="25" y="74"/>
                </a:cubicBezTo>
                <a:cubicBezTo>
                  <a:pt x="25" y="73"/>
                  <a:pt x="26" y="73"/>
                  <a:pt x="27" y="73"/>
                </a:cubicBezTo>
                <a:cubicBezTo>
                  <a:pt x="33" y="73"/>
                  <a:pt x="33" y="73"/>
                  <a:pt x="33" y="73"/>
                </a:cubicBezTo>
                <a:cubicBezTo>
                  <a:pt x="34" y="73"/>
                  <a:pt x="35" y="73"/>
                  <a:pt x="35" y="74"/>
                </a:cubicBezTo>
                <a:cubicBezTo>
                  <a:pt x="36" y="74"/>
                  <a:pt x="36" y="75"/>
                  <a:pt x="36" y="76"/>
                </a:cubicBezTo>
                <a:close/>
                <a:moveTo>
                  <a:pt x="36" y="100"/>
                </a:moveTo>
                <a:cubicBezTo>
                  <a:pt x="36" y="106"/>
                  <a:pt x="36" y="106"/>
                  <a:pt x="36" y="106"/>
                </a:cubicBezTo>
                <a:cubicBezTo>
                  <a:pt x="36" y="107"/>
                  <a:pt x="36" y="108"/>
                  <a:pt x="35" y="108"/>
                </a:cubicBezTo>
                <a:cubicBezTo>
                  <a:pt x="35" y="109"/>
                  <a:pt x="34" y="109"/>
                  <a:pt x="33" y="109"/>
                </a:cubicBezTo>
                <a:cubicBezTo>
                  <a:pt x="27" y="109"/>
                  <a:pt x="27" y="109"/>
                  <a:pt x="27" y="109"/>
                </a:cubicBezTo>
                <a:cubicBezTo>
                  <a:pt x="26" y="109"/>
                  <a:pt x="25" y="109"/>
                  <a:pt x="25" y="108"/>
                </a:cubicBezTo>
                <a:cubicBezTo>
                  <a:pt x="24" y="108"/>
                  <a:pt x="24" y="107"/>
                  <a:pt x="24" y="106"/>
                </a:cubicBezTo>
                <a:cubicBezTo>
                  <a:pt x="24" y="100"/>
                  <a:pt x="24" y="100"/>
                  <a:pt x="24" y="100"/>
                </a:cubicBezTo>
                <a:cubicBezTo>
                  <a:pt x="24" y="99"/>
                  <a:pt x="24" y="99"/>
                  <a:pt x="25" y="98"/>
                </a:cubicBezTo>
                <a:cubicBezTo>
                  <a:pt x="25" y="97"/>
                  <a:pt x="26" y="97"/>
                  <a:pt x="27" y="97"/>
                </a:cubicBezTo>
                <a:cubicBezTo>
                  <a:pt x="33" y="97"/>
                  <a:pt x="33" y="97"/>
                  <a:pt x="33" y="97"/>
                </a:cubicBezTo>
                <a:cubicBezTo>
                  <a:pt x="34" y="97"/>
                  <a:pt x="35" y="97"/>
                  <a:pt x="35" y="98"/>
                </a:cubicBezTo>
                <a:cubicBezTo>
                  <a:pt x="36" y="99"/>
                  <a:pt x="36" y="99"/>
                  <a:pt x="36" y="100"/>
                </a:cubicBezTo>
                <a:close/>
                <a:moveTo>
                  <a:pt x="36" y="124"/>
                </a:moveTo>
                <a:cubicBezTo>
                  <a:pt x="36" y="130"/>
                  <a:pt x="36" y="130"/>
                  <a:pt x="36" y="130"/>
                </a:cubicBezTo>
                <a:cubicBezTo>
                  <a:pt x="36" y="131"/>
                  <a:pt x="36" y="132"/>
                  <a:pt x="35" y="132"/>
                </a:cubicBezTo>
                <a:cubicBezTo>
                  <a:pt x="35" y="133"/>
                  <a:pt x="34" y="133"/>
                  <a:pt x="33" y="133"/>
                </a:cubicBezTo>
                <a:cubicBezTo>
                  <a:pt x="27" y="133"/>
                  <a:pt x="27" y="133"/>
                  <a:pt x="27" y="133"/>
                </a:cubicBezTo>
                <a:cubicBezTo>
                  <a:pt x="26" y="133"/>
                  <a:pt x="25" y="133"/>
                  <a:pt x="25" y="132"/>
                </a:cubicBezTo>
                <a:cubicBezTo>
                  <a:pt x="24" y="132"/>
                  <a:pt x="24" y="131"/>
                  <a:pt x="24" y="130"/>
                </a:cubicBezTo>
                <a:cubicBezTo>
                  <a:pt x="24" y="124"/>
                  <a:pt x="24" y="124"/>
                  <a:pt x="24" y="124"/>
                </a:cubicBezTo>
                <a:cubicBezTo>
                  <a:pt x="24" y="123"/>
                  <a:pt x="24" y="123"/>
                  <a:pt x="25" y="122"/>
                </a:cubicBezTo>
                <a:cubicBezTo>
                  <a:pt x="25" y="122"/>
                  <a:pt x="26" y="121"/>
                  <a:pt x="27" y="121"/>
                </a:cubicBezTo>
                <a:cubicBezTo>
                  <a:pt x="33" y="121"/>
                  <a:pt x="33" y="121"/>
                  <a:pt x="33" y="121"/>
                </a:cubicBezTo>
                <a:cubicBezTo>
                  <a:pt x="34" y="121"/>
                  <a:pt x="35" y="122"/>
                  <a:pt x="35" y="122"/>
                </a:cubicBezTo>
                <a:cubicBezTo>
                  <a:pt x="36" y="123"/>
                  <a:pt x="36" y="123"/>
                  <a:pt x="36" y="124"/>
                </a:cubicBezTo>
                <a:close/>
                <a:moveTo>
                  <a:pt x="60" y="27"/>
                </a:moveTo>
                <a:cubicBezTo>
                  <a:pt x="60" y="34"/>
                  <a:pt x="60" y="34"/>
                  <a:pt x="60" y="34"/>
                </a:cubicBezTo>
                <a:cubicBezTo>
                  <a:pt x="60" y="34"/>
                  <a:pt x="60" y="35"/>
                  <a:pt x="59" y="36"/>
                </a:cubicBezTo>
                <a:cubicBezTo>
                  <a:pt x="59" y="36"/>
                  <a:pt x="58" y="37"/>
                  <a:pt x="57" y="37"/>
                </a:cubicBezTo>
                <a:cubicBezTo>
                  <a:pt x="51" y="37"/>
                  <a:pt x="51" y="37"/>
                  <a:pt x="51" y="37"/>
                </a:cubicBezTo>
                <a:cubicBezTo>
                  <a:pt x="50" y="37"/>
                  <a:pt x="50" y="36"/>
                  <a:pt x="49" y="36"/>
                </a:cubicBezTo>
                <a:cubicBezTo>
                  <a:pt x="48" y="35"/>
                  <a:pt x="48" y="34"/>
                  <a:pt x="48" y="34"/>
                </a:cubicBezTo>
                <a:cubicBezTo>
                  <a:pt x="48" y="27"/>
                  <a:pt x="48" y="27"/>
                  <a:pt x="48" y="27"/>
                </a:cubicBezTo>
                <a:cubicBezTo>
                  <a:pt x="48" y="27"/>
                  <a:pt x="48" y="26"/>
                  <a:pt x="49" y="25"/>
                </a:cubicBezTo>
                <a:cubicBezTo>
                  <a:pt x="50" y="25"/>
                  <a:pt x="50" y="24"/>
                  <a:pt x="51" y="24"/>
                </a:cubicBezTo>
                <a:cubicBezTo>
                  <a:pt x="57" y="24"/>
                  <a:pt x="57" y="24"/>
                  <a:pt x="57" y="24"/>
                </a:cubicBezTo>
                <a:cubicBezTo>
                  <a:pt x="58" y="24"/>
                  <a:pt x="59" y="25"/>
                  <a:pt x="59" y="25"/>
                </a:cubicBezTo>
                <a:cubicBezTo>
                  <a:pt x="60" y="26"/>
                  <a:pt x="60" y="27"/>
                  <a:pt x="60" y="27"/>
                </a:cubicBezTo>
                <a:close/>
                <a:moveTo>
                  <a:pt x="60" y="52"/>
                </a:moveTo>
                <a:cubicBezTo>
                  <a:pt x="60" y="58"/>
                  <a:pt x="60" y="58"/>
                  <a:pt x="60" y="58"/>
                </a:cubicBezTo>
                <a:cubicBezTo>
                  <a:pt x="60" y="59"/>
                  <a:pt x="60" y="59"/>
                  <a:pt x="59" y="60"/>
                </a:cubicBezTo>
                <a:cubicBezTo>
                  <a:pt x="59" y="60"/>
                  <a:pt x="58" y="61"/>
                  <a:pt x="57" y="61"/>
                </a:cubicBezTo>
                <a:cubicBezTo>
                  <a:pt x="51" y="61"/>
                  <a:pt x="51" y="61"/>
                  <a:pt x="51" y="61"/>
                </a:cubicBezTo>
                <a:cubicBezTo>
                  <a:pt x="50" y="61"/>
                  <a:pt x="50" y="60"/>
                  <a:pt x="49" y="60"/>
                </a:cubicBezTo>
                <a:cubicBezTo>
                  <a:pt x="48" y="59"/>
                  <a:pt x="48" y="59"/>
                  <a:pt x="48" y="58"/>
                </a:cubicBezTo>
                <a:cubicBezTo>
                  <a:pt x="48" y="52"/>
                  <a:pt x="48" y="52"/>
                  <a:pt x="48" y="52"/>
                </a:cubicBezTo>
                <a:cubicBezTo>
                  <a:pt x="48" y="51"/>
                  <a:pt x="48" y="50"/>
                  <a:pt x="49" y="50"/>
                </a:cubicBezTo>
                <a:cubicBezTo>
                  <a:pt x="50" y="49"/>
                  <a:pt x="50" y="49"/>
                  <a:pt x="51" y="49"/>
                </a:cubicBezTo>
                <a:cubicBezTo>
                  <a:pt x="57" y="49"/>
                  <a:pt x="57" y="49"/>
                  <a:pt x="57" y="49"/>
                </a:cubicBezTo>
                <a:cubicBezTo>
                  <a:pt x="58" y="49"/>
                  <a:pt x="59" y="49"/>
                  <a:pt x="59" y="50"/>
                </a:cubicBezTo>
                <a:cubicBezTo>
                  <a:pt x="60" y="50"/>
                  <a:pt x="60" y="51"/>
                  <a:pt x="60" y="52"/>
                </a:cubicBezTo>
                <a:close/>
                <a:moveTo>
                  <a:pt x="60" y="76"/>
                </a:moveTo>
                <a:cubicBezTo>
                  <a:pt x="60" y="82"/>
                  <a:pt x="60" y="82"/>
                  <a:pt x="60" y="82"/>
                </a:cubicBezTo>
                <a:cubicBezTo>
                  <a:pt x="60" y="83"/>
                  <a:pt x="60" y="83"/>
                  <a:pt x="59" y="84"/>
                </a:cubicBezTo>
                <a:cubicBezTo>
                  <a:pt x="59" y="85"/>
                  <a:pt x="58" y="85"/>
                  <a:pt x="57" y="85"/>
                </a:cubicBezTo>
                <a:cubicBezTo>
                  <a:pt x="51" y="85"/>
                  <a:pt x="51" y="85"/>
                  <a:pt x="51" y="85"/>
                </a:cubicBezTo>
                <a:cubicBezTo>
                  <a:pt x="50" y="85"/>
                  <a:pt x="50" y="85"/>
                  <a:pt x="49" y="84"/>
                </a:cubicBezTo>
                <a:cubicBezTo>
                  <a:pt x="48" y="83"/>
                  <a:pt x="48" y="83"/>
                  <a:pt x="48" y="82"/>
                </a:cubicBezTo>
                <a:cubicBezTo>
                  <a:pt x="48" y="76"/>
                  <a:pt x="48" y="76"/>
                  <a:pt x="48" y="76"/>
                </a:cubicBezTo>
                <a:cubicBezTo>
                  <a:pt x="48" y="75"/>
                  <a:pt x="48" y="74"/>
                  <a:pt x="49" y="74"/>
                </a:cubicBezTo>
                <a:cubicBezTo>
                  <a:pt x="50" y="73"/>
                  <a:pt x="50" y="73"/>
                  <a:pt x="51" y="73"/>
                </a:cubicBezTo>
                <a:cubicBezTo>
                  <a:pt x="57" y="73"/>
                  <a:pt x="57" y="73"/>
                  <a:pt x="57" y="73"/>
                </a:cubicBezTo>
                <a:cubicBezTo>
                  <a:pt x="58" y="73"/>
                  <a:pt x="59" y="73"/>
                  <a:pt x="59" y="74"/>
                </a:cubicBezTo>
                <a:cubicBezTo>
                  <a:pt x="60" y="74"/>
                  <a:pt x="60" y="75"/>
                  <a:pt x="60" y="76"/>
                </a:cubicBezTo>
                <a:close/>
                <a:moveTo>
                  <a:pt x="60" y="100"/>
                </a:moveTo>
                <a:cubicBezTo>
                  <a:pt x="60" y="106"/>
                  <a:pt x="60" y="106"/>
                  <a:pt x="60" y="106"/>
                </a:cubicBezTo>
                <a:cubicBezTo>
                  <a:pt x="60" y="107"/>
                  <a:pt x="60" y="108"/>
                  <a:pt x="59" y="108"/>
                </a:cubicBezTo>
                <a:cubicBezTo>
                  <a:pt x="59" y="109"/>
                  <a:pt x="58" y="109"/>
                  <a:pt x="57" y="109"/>
                </a:cubicBezTo>
                <a:cubicBezTo>
                  <a:pt x="51" y="109"/>
                  <a:pt x="51" y="109"/>
                  <a:pt x="51" y="109"/>
                </a:cubicBezTo>
                <a:cubicBezTo>
                  <a:pt x="50" y="109"/>
                  <a:pt x="50" y="109"/>
                  <a:pt x="49" y="108"/>
                </a:cubicBezTo>
                <a:cubicBezTo>
                  <a:pt x="48" y="108"/>
                  <a:pt x="48" y="107"/>
                  <a:pt x="48" y="106"/>
                </a:cubicBezTo>
                <a:cubicBezTo>
                  <a:pt x="48" y="100"/>
                  <a:pt x="48" y="100"/>
                  <a:pt x="48" y="100"/>
                </a:cubicBezTo>
                <a:cubicBezTo>
                  <a:pt x="48" y="99"/>
                  <a:pt x="48" y="99"/>
                  <a:pt x="49" y="98"/>
                </a:cubicBezTo>
                <a:cubicBezTo>
                  <a:pt x="50" y="97"/>
                  <a:pt x="50" y="97"/>
                  <a:pt x="51" y="97"/>
                </a:cubicBezTo>
                <a:cubicBezTo>
                  <a:pt x="57" y="97"/>
                  <a:pt x="57" y="97"/>
                  <a:pt x="57" y="97"/>
                </a:cubicBezTo>
                <a:cubicBezTo>
                  <a:pt x="58" y="97"/>
                  <a:pt x="59" y="97"/>
                  <a:pt x="59" y="98"/>
                </a:cubicBezTo>
                <a:cubicBezTo>
                  <a:pt x="60" y="99"/>
                  <a:pt x="60" y="99"/>
                  <a:pt x="60" y="100"/>
                </a:cubicBezTo>
                <a:close/>
                <a:moveTo>
                  <a:pt x="84" y="27"/>
                </a:moveTo>
                <a:cubicBezTo>
                  <a:pt x="84" y="34"/>
                  <a:pt x="84" y="34"/>
                  <a:pt x="84" y="34"/>
                </a:cubicBezTo>
                <a:cubicBezTo>
                  <a:pt x="84" y="34"/>
                  <a:pt x="84" y="35"/>
                  <a:pt x="84" y="36"/>
                </a:cubicBezTo>
                <a:cubicBezTo>
                  <a:pt x="83" y="36"/>
                  <a:pt x="82" y="37"/>
                  <a:pt x="81" y="37"/>
                </a:cubicBezTo>
                <a:cubicBezTo>
                  <a:pt x="75" y="37"/>
                  <a:pt x="75" y="37"/>
                  <a:pt x="75" y="37"/>
                </a:cubicBezTo>
                <a:cubicBezTo>
                  <a:pt x="75" y="37"/>
                  <a:pt x="74" y="36"/>
                  <a:pt x="73" y="36"/>
                </a:cubicBezTo>
                <a:cubicBezTo>
                  <a:pt x="73" y="35"/>
                  <a:pt x="72" y="34"/>
                  <a:pt x="72" y="34"/>
                </a:cubicBezTo>
                <a:cubicBezTo>
                  <a:pt x="72" y="27"/>
                  <a:pt x="72" y="27"/>
                  <a:pt x="72" y="27"/>
                </a:cubicBezTo>
                <a:cubicBezTo>
                  <a:pt x="72" y="27"/>
                  <a:pt x="73" y="26"/>
                  <a:pt x="73" y="25"/>
                </a:cubicBezTo>
                <a:cubicBezTo>
                  <a:pt x="74" y="25"/>
                  <a:pt x="75" y="24"/>
                  <a:pt x="75" y="24"/>
                </a:cubicBezTo>
                <a:cubicBezTo>
                  <a:pt x="81" y="24"/>
                  <a:pt x="81" y="24"/>
                  <a:pt x="81" y="24"/>
                </a:cubicBezTo>
                <a:cubicBezTo>
                  <a:pt x="82" y="24"/>
                  <a:pt x="83" y="25"/>
                  <a:pt x="84" y="25"/>
                </a:cubicBezTo>
                <a:cubicBezTo>
                  <a:pt x="84" y="26"/>
                  <a:pt x="84" y="27"/>
                  <a:pt x="84" y="27"/>
                </a:cubicBezTo>
                <a:close/>
                <a:moveTo>
                  <a:pt x="84" y="52"/>
                </a:moveTo>
                <a:cubicBezTo>
                  <a:pt x="84" y="58"/>
                  <a:pt x="84" y="58"/>
                  <a:pt x="84" y="58"/>
                </a:cubicBezTo>
                <a:cubicBezTo>
                  <a:pt x="84" y="59"/>
                  <a:pt x="84" y="59"/>
                  <a:pt x="84" y="60"/>
                </a:cubicBezTo>
                <a:cubicBezTo>
                  <a:pt x="83" y="60"/>
                  <a:pt x="82" y="61"/>
                  <a:pt x="81" y="61"/>
                </a:cubicBezTo>
                <a:cubicBezTo>
                  <a:pt x="75" y="61"/>
                  <a:pt x="75" y="61"/>
                  <a:pt x="75" y="61"/>
                </a:cubicBezTo>
                <a:cubicBezTo>
                  <a:pt x="75" y="61"/>
                  <a:pt x="74" y="60"/>
                  <a:pt x="73" y="60"/>
                </a:cubicBezTo>
                <a:cubicBezTo>
                  <a:pt x="73" y="59"/>
                  <a:pt x="72" y="59"/>
                  <a:pt x="72" y="58"/>
                </a:cubicBezTo>
                <a:cubicBezTo>
                  <a:pt x="72" y="52"/>
                  <a:pt x="72" y="52"/>
                  <a:pt x="72" y="52"/>
                </a:cubicBezTo>
                <a:cubicBezTo>
                  <a:pt x="72" y="51"/>
                  <a:pt x="73" y="50"/>
                  <a:pt x="73" y="50"/>
                </a:cubicBezTo>
                <a:cubicBezTo>
                  <a:pt x="74" y="49"/>
                  <a:pt x="75" y="49"/>
                  <a:pt x="75" y="49"/>
                </a:cubicBezTo>
                <a:cubicBezTo>
                  <a:pt x="81" y="49"/>
                  <a:pt x="81" y="49"/>
                  <a:pt x="81" y="49"/>
                </a:cubicBezTo>
                <a:cubicBezTo>
                  <a:pt x="82" y="49"/>
                  <a:pt x="83" y="49"/>
                  <a:pt x="84" y="50"/>
                </a:cubicBezTo>
                <a:cubicBezTo>
                  <a:pt x="84" y="50"/>
                  <a:pt x="84" y="51"/>
                  <a:pt x="84" y="52"/>
                </a:cubicBezTo>
                <a:close/>
                <a:moveTo>
                  <a:pt x="84" y="76"/>
                </a:moveTo>
                <a:cubicBezTo>
                  <a:pt x="84" y="82"/>
                  <a:pt x="84" y="82"/>
                  <a:pt x="84" y="82"/>
                </a:cubicBezTo>
                <a:cubicBezTo>
                  <a:pt x="84" y="83"/>
                  <a:pt x="84" y="83"/>
                  <a:pt x="84" y="84"/>
                </a:cubicBezTo>
                <a:cubicBezTo>
                  <a:pt x="83" y="85"/>
                  <a:pt x="82" y="85"/>
                  <a:pt x="81" y="85"/>
                </a:cubicBezTo>
                <a:cubicBezTo>
                  <a:pt x="75" y="85"/>
                  <a:pt x="75" y="85"/>
                  <a:pt x="75" y="85"/>
                </a:cubicBezTo>
                <a:cubicBezTo>
                  <a:pt x="75" y="85"/>
                  <a:pt x="74" y="85"/>
                  <a:pt x="73" y="84"/>
                </a:cubicBezTo>
                <a:cubicBezTo>
                  <a:pt x="73" y="83"/>
                  <a:pt x="72" y="83"/>
                  <a:pt x="72" y="82"/>
                </a:cubicBezTo>
                <a:cubicBezTo>
                  <a:pt x="72" y="76"/>
                  <a:pt x="72" y="76"/>
                  <a:pt x="72" y="76"/>
                </a:cubicBezTo>
                <a:cubicBezTo>
                  <a:pt x="72" y="75"/>
                  <a:pt x="73" y="74"/>
                  <a:pt x="73" y="74"/>
                </a:cubicBezTo>
                <a:cubicBezTo>
                  <a:pt x="74" y="73"/>
                  <a:pt x="75" y="73"/>
                  <a:pt x="75" y="73"/>
                </a:cubicBezTo>
                <a:cubicBezTo>
                  <a:pt x="81" y="73"/>
                  <a:pt x="81" y="73"/>
                  <a:pt x="81" y="73"/>
                </a:cubicBezTo>
                <a:cubicBezTo>
                  <a:pt x="82" y="73"/>
                  <a:pt x="83" y="73"/>
                  <a:pt x="84" y="74"/>
                </a:cubicBezTo>
                <a:cubicBezTo>
                  <a:pt x="84" y="74"/>
                  <a:pt x="84" y="75"/>
                  <a:pt x="84" y="76"/>
                </a:cubicBezTo>
                <a:close/>
                <a:moveTo>
                  <a:pt x="84" y="100"/>
                </a:moveTo>
                <a:cubicBezTo>
                  <a:pt x="84" y="106"/>
                  <a:pt x="84" y="106"/>
                  <a:pt x="84" y="106"/>
                </a:cubicBezTo>
                <a:cubicBezTo>
                  <a:pt x="84" y="107"/>
                  <a:pt x="84" y="108"/>
                  <a:pt x="84" y="108"/>
                </a:cubicBezTo>
                <a:cubicBezTo>
                  <a:pt x="83" y="109"/>
                  <a:pt x="82" y="109"/>
                  <a:pt x="81" y="109"/>
                </a:cubicBezTo>
                <a:cubicBezTo>
                  <a:pt x="75" y="109"/>
                  <a:pt x="75" y="109"/>
                  <a:pt x="75" y="109"/>
                </a:cubicBezTo>
                <a:cubicBezTo>
                  <a:pt x="75" y="109"/>
                  <a:pt x="74" y="109"/>
                  <a:pt x="73" y="108"/>
                </a:cubicBezTo>
                <a:cubicBezTo>
                  <a:pt x="73" y="108"/>
                  <a:pt x="72" y="107"/>
                  <a:pt x="72" y="106"/>
                </a:cubicBezTo>
                <a:cubicBezTo>
                  <a:pt x="72" y="100"/>
                  <a:pt x="72" y="100"/>
                  <a:pt x="72" y="100"/>
                </a:cubicBezTo>
                <a:cubicBezTo>
                  <a:pt x="72" y="99"/>
                  <a:pt x="73" y="99"/>
                  <a:pt x="73" y="98"/>
                </a:cubicBezTo>
                <a:cubicBezTo>
                  <a:pt x="74" y="97"/>
                  <a:pt x="75" y="97"/>
                  <a:pt x="75" y="97"/>
                </a:cubicBezTo>
                <a:cubicBezTo>
                  <a:pt x="81" y="97"/>
                  <a:pt x="81" y="97"/>
                  <a:pt x="81" y="97"/>
                </a:cubicBezTo>
                <a:cubicBezTo>
                  <a:pt x="82" y="97"/>
                  <a:pt x="83" y="97"/>
                  <a:pt x="84" y="98"/>
                </a:cubicBezTo>
                <a:cubicBezTo>
                  <a:pt x="84" y="99"/>
                  <a:pt x="84" y="99"/>
                  <a:pt x="84" y="100"/>
                </a:cubicBezTo>
                <a:close/>
                <a:moveTo>
                  <a:pt x="109" y="27"/>
                </a:moveTo>
                <a:cubicBezTo>
                  <a:pt x="109" y="34"/>
                  <a:pt x="109" y="34"/>
                  <a:pt x="109" y="34"/>
                </a:cubicBezTo>
                <a:cubicBezTo>
                  <a:pt x="109" y="34"/>
                  <a:pt x="108" y="35"/>
                  <a:pt x="108" y="36"/>
                </a:cubicBezTo>
                <a:cubicBezTo>
                  <a:pt x="107" y="36"/>
                  <a:pt x="106" y="37"/>
                  <a:pt x="106" y="37"/>
                </a:cubicBezTo>
                <a:cubicBezTo>
                  <a:pt x="100" y="37"/>
                  <a:pt x="100" y="37"/>
                  <a:pt x="100" y="37"/>
                </a:cubicBezTo>
                <a:cubicBezTo>
                  <a:pt x="99" y="37"/>
                  <a:pt x="98" y="36"/>
                  <a:pt x="97" y="36"/>
                </a:cubicBezTo>
                <a:cubicBezTo>
                  <a:pt x="97" y="35"/>
                  <a:pt x="97" y="34"/>
                  <a:pt x="97" y="34"/>
                </a:cubicBezTo>
                <a:cubicBezTo>
                  <a:pt x="97" y="27"/>
                  <a:pt x="97" y="27"/>
                  <a:pt x="97" y="27"/>
                </a:cubicBezTo>
                <a:cubicBezTo>
                  <a:pt x="97" y="27"/>
                  <a:pt x="97" y="26"/>
                  <a:pt x="97" y="25"/>
                </a:cubicBezTo>
                <a:cubicBezTo>
                  <a:pt x="98" y="25"/>
                  <a:pt x="99" y="24"/>
                  <a:pt x="100" y="24"/>
                </a:cubicBezTo>
                <a:cubicBezTo>
                  <a:pt x="106" y="24"/>
                  <a:pt x="106" y="24"/>
                  <a:pt x="106" y="24"/>
                </a:cubicBezTo>
                <a:cubicBezTo>
                  <a:pt x="106" y="24"/>
                  <a:pt x="107" y="25"/>
                  <a:pt x="108" y="25"/>
                </a:cubicBezTo>
                <a:cubicBezTo>
                  <a:pt x="108" y="26"/>
                  <a:pt x="109" y="27"/>
                  <a:pt x="109" y="27"/>
                </a:cubicBezTo>
                <a:close/>
                <a:moveTo>
                  <a:pt x="109" y="52"/>
                </a:moveTo>
                <a:cubicBezTo>
                  <a:pt x="109" y="58"/>
                  <a:pt x="109" y="58"/>
                  <a:pt x="109" y="58"/>
                </a:cubicBezTo>
                <a:cubicBezTo>
                  <a:pt x="109" y="59"/>
                  <a:pt x="108" y="59"/>
                  <a:pt x="108" y="60"/>
                </a:cubicBezTo>
                <a:cubicBezTo>
                  <a:pt x="107" y="60"/>
                  <a:pt x="106" y="61"/>
                  <a:pt x="106" y="61"/>
                </a:cubicBezTo>
                <a:cubicBezTo>
                  <a:pt x="100" y="61"/>
                  <a:pt x="100" y="61"/>
                  <a:pt x="100" y="61"/>
                </a:cubicBezTo>
                <a:cubicBezTo>
                  <a:pt x="99" y="61"/>
                  <a:pt x="98" y="60"/>
                  <a:pt x="97" y="60"/>
                </a:cubicBezTo>
                <a:cubicBezTo>
                  <a:pt x="97" y="59"/>
                  <a:pt x="97" y="59"/>
                  <a:pt x="97" y="58"/>
                </a:cubicBezTo>
                <a:cubicBezTo>
                  <a:pt x="97" y="52"/>
                  <a:pt x="97" y="52"/>
                  <a:pt x="97" y="52"/>
                </a:cubicBezTo>
                <a:cubicBezTo>
                  <a:pt x="97" y="51"/>
                  <a:pt x="97" y="50"/>
                  <a:pt x="97" y="50"/>
                </a:cubicBezTo>
                <a:cubicBezTo>
                  <a:pt x="98" y="49"/>
                  <a:pt x="99" y="49"/>
                  <a:pt x="100" y="49"/>
                </a:cubicBezTo>
                <a:cubicBezTo>
                  <a:pt x="106" y="49"/>
                  <a:pt x="106" y="49"/>
                  <a:pt x="106" y="49"/>
                </a:cubicBezTo>
                <a:cubicBezTo>
                  <a:pt x="106" y="49"/>
                  <a:pt x="107" y="49"/>
                  <a:pt x="108" y="50"/>
                </a:cubicBezTo>
                <a:cubicBezTo>
                  <a:pt x="108" y="50"/>
                  <a:pt x="109" y="51"/>
                  <a:pt x="109" y="52"/>
                </a:cubicBezTo>
                <a:close/>
                <a:moveTo>
                  <a:pt x="109" y="76"/>
                </a:moveTo>
                <a:cubicBezTo>
                  <a:pt x="109" y="82"/>
                  <a:pt x="109" y="82"/>
                  <a:pt x="109" y="82"/>
                </a:cubicBezTo>
                <a:cubicBezTo>
                  <a:pt x="109" y="83"/>
                  <a:pt x="108" y="83"/>
                  <a:pt x="108" y="84"/>
                </a:cubicBezTo>
                <a:cubicBezTo>
                  <a:pt x="107" y="85"/>
                  <a:pt x="106" y="85"/>
                  <a:pt x="106" y="85"/>
                </a:cubicBezTo>
                <a:cubicBezTo>
                  <a:pt x="100" y="85"/>
                  <a:pt x="100" y="85"/>
                  <a:pt x="100" y="85"/>
                </a:cubicBezTo>
                <a:cubicBezTo>
                  <a:pt x="99" y="85"/>
                  <a:pt x="98" y="85"/>
                  <a:pt x="97" y="84"/>
                </a:cubicBezTo>
                <a:cubicBezTo>
                  <a:pt x="97" y="83"/>
                  <a:pt x="97" y="83"/>
                  <a:pt x="97" y="82"/>
                </a:cubicBezTo>
                <a:cubicBezTo>
                  <a:pt x="97" y="76"/>
                  <a:pt x="97" y="76"/>
                  <a:pt x="97" y="76"/>
                </a:cubicBezTo>
                <a:cubicBezTo>
                  <a:pt x="97" y="75"/>
                  <a:pt x="97" y="74"/>
                  <a:pt x="97" y="74"/>
                </a:cubicBezTo>
                <a:cubicBezTo>
                  <a:pt x="98" y="73"/>
                  <a:pt x="99" y="73"/>
                  <a:pt x="100" y="73"/>
                </a:cubicBezTo>
                <a:cubicBezTo>
                  <a:pt x="106" y="73"/>
                  <a:pt x="106" y="73"/>
                  <a:pt x="106" y="73"/>
                </a:cubicBezTo>
                <a:cubicBezTo>
                  <a:pt x="106" y="73"/>
                  <a:pt x="107" y="73"/>
                  <a:pt x="108" y="74"/>
                </a:cubicBezTo>
                <a:cubicBezTo>
                  <a:pt x="108" y="74"/>
                  <a:pt x="109" y="75"/>
                  <a:pt x="109" y="76"/>
                </a:cubicBezTo>
                <a:close/>
                <a:moveTo>
                  <a:pt x="109" y="100"/>
                </a:moveTo>
                <a:cubicBezTo>
                  <a:pt x="109" y="106"/>
                  <a:pt x="109" y="106"/>
                  <a:pt x="109" y="106"/>
                </a:cubicBezTo>
                <a:cubicBezTo>
                  <a:pt x="109" y="107"/>
                  <a:pt x="108" y="108"/>
                  <a:pt x="108" y="108"/>
                </a:cubicBezTo>
                <a:cubicBezTo>
                  <a:pt x="107" y="109"/>
                  <a:pt x="106" y="109"/>
                  <a:pt x="106" y="109"/>
                </a:cubicBezTo>
                <a:cubicBezTo>
                  <a:pt x="100" y="109"/>
                  <a:pt x="100" y="109"/>
                  <a:pt x="100" y="109"/>
                </a:cubicBezTo>
                <a:cubicBezTo>
                  <a:pt x="99" y="109"/>
                  <a:pt x="98" y="109"/>
                  <a:pt x="97" y="108"/>
                </a:cubicBezTo>
                <a:cubicBezTo>
                  <a:pt x="97" y="108"/>
                  <a:pt x="97" y="107"/>
                  <a:pt x="97" y="106"/>
                </a:cubicBezTo>
                <a:cubicBezTo>
                  <a:pt x="97" y="100"/>
                  <a:pt x="97" y="100"/>
                  <a:pt x="97" y="100"/>
                </a:cubicBezTo>
                <a:cubicBezTo>
                  <a:pt x="97" y="99"/>
                  <a:pt x="97" y="99"/>
                  <a:pt x="97" y="98"/>
                </a:cubicBezTo>
                <a:cubicBezTo>
                  <a:pt x="98" y="97"/>
                  <a:pt x="99" y="97"/>
                  <a:pt x="100" y="97"/>
                </a:cubicBezTo>
                <a:cubicBezTo>
                  <a:pt x="106" y="97"/>
                  <a:pt x="106" y="97"/>
                  <a:pt x="106" y="97"/>
                </a:cubicBezTo>
                <a:cubicBezTo>
                  <a:pt x="106" y="97"/>
                  <a:pt x="107" y="97"/>
                  <a:pt x="108" y="98"/>
                </a:cubicBezTo>
                <a:cubicBezTo>
                  <a:pt x="108" y="99"/>
                  <a:pt x="109" y="99"/>
                  <a:pt x="109" y="100"/>
                </a:cubicBezTo>
                <a:close/>
                <a:moveTo>
                  <a:pt x="109" y="124"/>
                </a:moveTo>
                <a:cubicBezTo>
                  <a:pt x="109" y="130"/>
                  <a:pt x="109" y="130"/>
                  <a:pt x="109" y="130"/>
                </a:cubicBezTo>
                <a:cubicBezTo>
                  <a:pt x="109" y="131"/>
                  <a:pt x="108" y="132"/>
                  <a:pt x="108" y="132"/>
                </a:cubicBezTo>
                <a:cubicBezTo>
                  <a:pt x="107" y="133"/>
                  <a:pt x="106" y="133"/>
                  <a:pt x="106" y="133"/>
                </a:cubicBezTo>
                <a:cubicBezTo>
                  <a:pt x="100" y="133"/>
                  <a:pt x="100" y="133"/>
                  <a:pt x="100" y="133"/>
                </a:cubicBezTo>
                <a:cubicBezTo>
                  <a:pt x="99" y="133"/>
                  <a:pt x="98" y="133"/>
                  <a:pt x="97" y="132"/>
                </a:cubicBezTo>
                <a:cubicBezTo>
                  <a:pt x="97" y="132"/>
                  <a:pt x="97" y="131"/>
                  <a:pt x="97" y="130"/>
                </a:cubicBezTo>
                <a:cubicBezTo>
                  <a:pt x="97" y="124"/>
                  <a:pt x="97" y="124"/>
                  <a:pt x="97" y="124"/>
                </a:cubicBezTo>
                <a:cubicBezTo>
                  <a:pt x="97" y="123"/>
                  <a:pt x="97" y="123"/>
                  <a:pt x="97" y="122"/>
                </a:cubicBezTo>
                <a:cubicBezTo>
                  <a:pt x="98" y="122"/>
                  <a:pt x="99" y="121"/>
                  <a:pt x="100" y="121"/>
                </a:cubicBezTo>
                <a:cubicBezTo>
                  <a:pt x="106" y="121"/>
                  <a:pt x="106" y="121"/>
                  <a:pt x="106" y="121"/>
                </a:cubicBezTo>
                <a:cubicBezTo>
                  <a:pt x="106" y="121"/>
                  <a:pt x="107" y="122"/>
                  <a:pt x="108" y="122"/>
                </a:cubicBezTo>
                <a:cubicBezTo>
                  <a:pt x="108" y="123"/>
                  <a:pt x="109" y="123"/>
                  <a:pt x="109" y="12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22" name="Freeform 225"/>
          <p:cNvSpPr>
            <a:spLocks noEditPoints="1"/>
          </p:cNvSpPr>
          <p:nvPr/>
        </p:nvSpPr>
        <p:spPr bwMode="auto">
          <a:xfrm>
            <a:off x="7895113" y="3520847"/>
            <a:ext cx="190176" cy="244204"/>
          </a:xfrm>
          <a:custGeom>
            <a:avLst/>
            <a:gdLst>
              <a:gd name="T0" fmla="*/ 127 w 133"/>
              <a:gd name="T1" fmla="*/ 170 h 170"/>
              <a:gd name="T2" fmla="*/ 0 w 133"/>
              <a:gd name="T3" fmla="*/ 43 h 170"/>
              <a:gd name="T4" fmla="*/ 36 w 133"/>
              <a:gd name="T5" fmla="*/ 9 h 170"/>
              <a:gd name="T6" fmla="*/ 94 w 133"/>
              <a:gd name="T7" fmla="*/ 3 h 170"/>
              <a:gd name="T8" fmla="*/ 131 w 133"/>
              <a:gd name="T9" fmla="*/ 38 h 170"/>
              <a:gd name="T10" fmla="*/ 121 w 133"/>
              <a:gd name="T11" fmla="*/ 49 h 170"/>
              <a:gd name="T12" fmla="*/ 87 w 133"/>
              <a:gd name="T13" fmla="*/ 61 h 170"/>
              <a:gd name="T14" fmla="*/ 36 w 133"/>
              <a:gd name="T15" fmla="*/ 49 h 170"/>
              <a:gd name="T16" fmla="*/ 48 w 133"/>
              <a:gd name="T17" fmla="*/ 136 h 170"/>
              <a:gd name="T18" fmla="*/ 83 w 133"/>
              <a:gd name="T19" fmla="*/ 134 h 170"/>
              <a:gd name="T20" fmla="*/ 36 w 133"/>
              <a:gd name="T21" fmla="*/ 82 h 170"/>
              <a:gd name="T22" fmla="*/ 25 w 133"/>
              <a:gd name="T23" fmla="*/ 84 h 170"/>
              <a:gd name="T24" fmla="*/ 27 w 133"/>
              <a:gd name="T25" fmla="*/ 73 h 170"/>
              <a:gd name="T26" fmla="*/ 36 w 133"/>
              <a:gd name="T27" fmla="*/ 100 h 170"/>
              <a:gd name="T28" fmla="*/ 27 w 133"/>
              <a:gd name="T29" fmla="*/ 109 h 170"/>
              <a:gd name="T30" fmla="*/ 25 w 133"/>
              <a:gd name="T31" fmla="*/ 98 h 170"/>
              <a:gd name="T32" fmla="*/ 36 w 133"/>
              <a:gd name="T33" fmla="*/ 100 h 170"/>
              <a:gd name="T34" fmla="*/ 33 w 133"/>
              <a:gd name="T35" fmla="*/ 133 h 170"/>
              <a:gd name="T36" fmla="*/ 24 w 133"/>
              <a:gd name="T37" fmla="*/ 124 h 170"/>
              <a:gd name="T38" fmla="*/ 35 w 133"/>
              <a:gd name="T39" fmla="*/ 122 h 170"/>
              <a:gd name="T40" fmla="*/ 83 w 133"/>
              <a:gd name="T41" fmla="*/ 13 h 170"/>
              <a:gd name="T42" fmla="*/ 72 w 133"/>
              <a:gd name="T43" fmla="*/ 15 h 170"/>
              <a:gd name="T44" fmla="*/ 59 w 133"/>
              <a:gd name="T45" fmla="*/ 13 h 170"/>
              <a:gd name="T46" fmla="*/ 48 w 133"/>
              <a:gd name="T47" fmla="*/ 15 h 170"/>
              <a:gd name="T48" fmla="*/ 57 w 133"/>
              <a:gd name="T49" fmla="*/ 49 h 170"/>
              <a:gd name="T50" fmla="*/ 72 w 133"/>
              <a:gd name="T51" fmla="*/ 37 h 170"/>
              <a:gd name="T52" fmla="*/ 81 w 133"/>
              <a:gd name="T53" fmla="*/ 49 h 170"/>
              <a:gd name="T54" fmla="*/ 60 w 133"/>
              <a:gd name="T55" fmla="*/ 82 h 170"/>
              <a:gd name="T56" fmla="*/ 49 w 133"/>
              <a:gd name="T57" fmla="*/ 84 h 170"/>
              <a:gd name="T58" fmla="*/ 51 w 133"/>
              <a:gd name="T59" fmla="*/ 73 h 170"/>
              <a:gd name="T60" fmla="*/ 60 w 133"/>
              <a:gd name="T61" fmla="*/ 100 h 170"/>
              <a:gd name="T62" fmla="*/ 51 w 133"/>
              <a:gd name="T63" fmla="*/ 109 h 170"/>
              <a:gd name="T64" fmla="*/ 49 w 133"/>
              <a:gd name="T65" fmla="*/ 98 h 170"/>
              <a:gd name="T66" fmla="*/ 60 w 133"/>
              <a:gd name="T67" fmla="*/ 100 h 170"/>
              <a:gd name="T68" fmla="*/ 81 w 133"/>
              <a:gd name="T69" fmla="*/ 85 h 170"/>
              <a:gd name="T70" fmla="*/ 72 w 133"/>
              <a:gd name="T71" fmla="*/ 76 h 170"/>
              <a:gd name="T72" fmla="*/ 83 w 133"/>
              <a:gd name="T73" fmla="*/ 74 h 170"/>
              <a:gd name="T74" fmla="*/ 83 w 133"/>
              <a:gd name="T75" fmla="*/ 108 h 170"/>
              <a:gd name="T76" fmla="*/ 72 w 133"/>
              <a:gd name="T77" fmla="*/ 106 h 170"/>
              <a:gd name="T78" fmla="*/ 81 w 133"/>
              <a:gd name="T79" fmla="*/ 97 h 170"/>
              <a:gd name="T80" fmla="*/ 109 w 133"/>
              <a:gd name="T81" fmla="*/ 82 h 170"/>
              <a:gd name="T82" fmla="*/ 97 w 133"/>
              <a:gd name="T83" fmla="*/ 84 h 170"/>
              <a:gd name="T84" fmla="*/ 99 w 133"/>
              <a:gd name="T85" fmla="*/ 73 h 170"/>
              <a:gd name="T86" fmla="*/ 109 w 133"/>
              <a:gd name="T87" fmla="*/ 100 h 170"/>
              <a:gd name="T88" fmla="*/ 99 w 133"/>
              <a:gd name="T89" fmla="*/ 109 h 170"/>
              <a:gd name="T90" fmla="*/ 97 w 133"/>
              <a:gd name="T91" fmla="*/ 98 h 170"/>
              <a:gd name="T92" fmla="*/ 109 w 133"/>
              <a:gd name="T93" fmla="*/ 100 h 170"/>
              <a:gd name="T94" fmla="*/ 105 w 133"/>
              <a:gd name="T95" fmla="*/ 133 h 170"/>
              <a:gd name="T96" fmla="*/ 96 w 133"/>
              <a:gd name="T97" fmla="*/ 124 h 170"/>
              <a:gd name="T98" fmla="*/ 108 w 133"/>
              <a:gd name="T99" fmla="*/ 122 h 1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33" h="170">
                <a:moveTo>
                  <a:pt x="133" y="43"/>
                </a:moveTo>
                <a:cubicBezTo>
                  <a:pt x="133" y="164"/>
                  <a:pt x="133" y="164"/>
                  <a:pt x="133" y="164"/>
                </a:cubicBezTo>
                <a:cubicBezTo>
                  <a:pt x="133" y="165"/>
                  <a:pt x="132" y="167"/>
                  <a:pt x="131" y="168"/>
                </a:cubicBezTo>
                <a:cubicBezTo>
                  <a:pt x="130" y="169"/>
                  <a:pt x="128" y="170"/>
                  <a:pt x="127" y="170"/>
                </a:cubicBezTo>
                <a:cubicBezTo>
                  <a:pt x="6" y="170"/>
                  <a:pt x="6" y="170"/>
                  <a:pt x="6" y="170"/>
                </a:cubicBezTo>
                <a:cubicBezTo>
                  <a:pt x="4" y="170"/>
                  <a:pt x="3" y="169"/>
                  <a:pt x="1" y="168"/>
                </a:cubicBezTo>
                <a:cubicBezTo>
                  <a:pt x="0" y="167"/>
                  <a:pt x="0" y="165"/>
                  <a:pt x="0" y="164"/>
                </a:cubicBezTo>
                <a:cubicBezTo>
                  <a:pt x="0" y="43"/>
                  <a:pt x="0" y="43"/>
                  <a:pt x="0" y="43"/>
                </a:cubicBezTo>
                <a:cubicBezTo>
                  <a:pt x="0" y="41"/>
                  <a:pt x="0" y="40"/>
                  <a:pt x="1" y="38"/>
                </a:cubicBezTo>
                <a:cubicBezTo>
                  <a:pt x="3" y="37"/>
                  <a:pt x="4" y="37"/>
                  <a:pt x="6" y="37"/>
                </a:cubicBezTo>
                <a:cubicBezTo>
                  <a:pt x="36" y="37"/>
                  <a:pt x="36" y="37"/>
                  <a:pt x="36" y="37"/>
                </a:cubicBezTo>
                <a:cubicBezTo>
                  <a:pt x="36" y="9"/>
                  <a:pt x="36" y="9"/>
                  <a:pt x="36" y="9"/>
                </a:cubicBezTo>
                <a:cubicBezTo>
                  <a:pt x="36" y="7"/>
                  <a:pt x="37" y="5"/>
                  <a:pt x="39" y="3"/>
                </a:cubicBezTo>
                <a:cubicBezTo>
                  <a:pt x="40" y="1"/>
                  <a:pt x="42" y="0"/>
                  <a:pt x="45" y="0"/>
                </a:cubicBezTo>
                <a:cubicBezTo>
                  <a:pt x="87" y="0"/>
                  <a:pt x="87" y="0"/>
                  <a:pt x="87" y="0"/>
                </a:cubicBezTo>
                <a:cubicBezTo>
                  <a:pt x="90" y="0"/>
                  <a:pt x="92" y="1"/>
                  <a:pt x="94" y="3"/>
                </a:cubicBezTo>
                <a:cubicBezTo>
                  <a:pt x="96" y="5"/>
                  <a:pt x="96" y="7"/>
                  <a:pt x="96" y="9"/>
                </a:cubicBezTo>
                <a:cubicBezTo>
                  <a:pt x="96" y="37"/>
                  <a:pt x="96" y="37"/>
                  <a:pt x="96" y="37"/>
                </a:cubicBezTo>
                <a:cubicBezTo>
                  <a:pt x="127" y="37"/>
                  <a:pt x="127" y="37"/>
                  <a:pt x="127" y="37"/>
                </a:cubicBezTo>
                <a:cubicBezTo>
                  <a:pt x="128" y="37"/>
                  <a:pt x="130" y="37"/>
                  <a:pt x="131" y="38"/>
                </a:cubicBezTo>
                <a:cubicBezTo>
                  <a:pt x="132" y="40"/>
                  <a:pt x="133" y="41"/>
                  <a:pt x="133" y="43"/>
                </a:cubicBezTo>
                <a:close/>
                <a:moveTo>
                  <a:pt x="84" y="158"/>
                </a:moveTo>
                <a:cubicBezTo>
                  <a:pt x="121" y="158"/>
                  <a:pt x="121" y="158"/>
                  <a:pt x="121" y="158"/>
                </a:cubicBezTo>
                <a:cubicBezTo>
                  <a:pt x="121" y="49"/>
                  <a:pt x="121" y="49"/>
                  <a:pt x="121" y="49"/>
                </a:cubicBezTo>
                <a:cubicBezTo>
                  <a:pt x="96" y="49"/>
                  <a:pt x="96" y="49"/>
                  <a:pt x="96" y="49"/>
                </a:cubicBezTo>
                <a:cubicBezTo>
                  <a:pt x="96" y="52"/>
                  <a:pt x="96" y="52"/>
                  <a:pt x="96" y="52"/>
                </a:cubicBezTo>
                <a:cubicBezTo>
                  <a:pt x="96" y="54"/>
                  <a:pt x="96" y="56"/>
                  <a:pt x="94" y="58"/>
                </a:cubicBezTo>
                <a:cubicBezTo>
                  <a:pt x="92" y="60"/>
                  <a:pt x="90" y="61"/>
                  <a:pt x="87" y="61"/>
                </a:cubicBezTo>
                <a:cubicBezTo>
                  <a:pt x="45" y="61"/>
                  <a:pt x="45" y="61"/>
                  <a:pt x="45" y="61"/>
                </a:cubicBezTo>
                <a:cubicBezTo>
                  <a:pt x="42" y="61"/>
                  <a:pt x="40" y="60"/>
                  <a:pt x="39" y="58"/>
                </a:cubicBezTo>
                <a:cubicBezTo>
                  <a:pt x="37" y="56"/>
                  <a:pt x="36" y="54"/>
                  <a:pt x="36" y="52"/>
                </a:cubicBezTo>
                <a:cubicBezTo>
                  <a:pt x="36" y="49"/>
                  <a:pt x="36" y="49"/>
                  <a:pt x="36" y="49"/>
                </a:cubicBezTo>
                <a:cubicBezTo>
                  <a:pt x="12" y="49"/>
                  <a:pt x="12" y="49"/>
                  <a:pt x="12" y="49"/>
                </a:cubicBezTo>
                <a:cubicBezTo>
                  <a:pt x="12" y="158"/>
                  <a:pt x="12" y="158"/>
                  <a:pt x="12" y="158"/>
                </a:cubicBezTo>
                <a:cubicBezTo>
                  <a:pt x="48" y="158"/>
                  <a:pt x="48" y="158"/>
                  <a:pt x="48" y="158"/>
                </a:cubicBezTo>
                <a:cubicBezTo>
                  <a:pt x="48" y="136"/>
                  <a:pt x="48" y="136"/>
                  <a:pt x="48" y="136"/>
                </a:cubicBezTo>
                <a:cubicBezTo>
                  <a:pt x="48" y="136"/>
                  <a:pt x="48" y="135"/>
                  <a:pt x="49" y="134"/>
                </a:cubicBezTo>
                <a:cubicBezTo>
                  <a:pt x="49" y="134"/>
                  <a:pt x="50" y="133"/>
                  <a:pt x="51" y="133"/>
                </a:cubicBezTo>
                <a:cubicBezTo>
                  <a:pt x="81" y="133"/>
                  <a:pt x="81" y="133"/>
                  <a:pt x="81" y="133"/>
                </a:cubicBezTo>
                <a:cubicBezTo>
                  <a:pt x="82" y="133"/>
                  <a:pt x="83" y="134"/>
                  <a:pt x="83" y="134"/>
                </a:cubicBezTo>
                <a:cubicBezTo>
                  <a:pt x="84" y="135"/>
                  <a:pt x="84" y="136"/>
                  <a:pt x="84" y="136"/>
                </a:cubicBezTo>
                <a:lnTo>
                  <a:pt x="84" y="158"/>
                </a:lnTo>
                <a:close/>
                <a:moveTo>
                  <a:pt x="36" y="76"/>
                </a:moveTo>
                <a:cubicBezTo>
                  <a:pt x="36" y="82"/>
                  <a:pt x="36" y="82"/>
                  <a:pt x="36" y="82"/>
                </a:cubicBezTo>
                <a:cubicBezTo>
                  <a:pt x="36" y="83"/>
                  <a:pt x="36" y="83"/>
                  <a:pt x="35" y="84"/>
                </a:cubicBezTo>
                <a:cubicBezTo>
                  <a:pt x="34" y="85"/>
                  <a:pt x="34" y="85"/>
                  <a:pt x="33" y="85"/>
                </a:cubicBezTo>
                <a:cubicBezTo>
                  <a:pt x="27" y="85"/>
                  <a:pt x="27" y="85"/>
                  <a:pt x="27" y="85"/>
                </a:cubicBezTo>
                <a:cubicBezTo>
                  <a:pt x="26" y="85"/>
                  <a:pt x="25" y="85"/>
                  <a:pt x="25" y="84"/>
                </a:cubicBezTo>
                <a:cubicBezTo>
                  <a:pt x="24" y="83"/>
                  <a:pt x="24" y="83"/>
                  <a:pt x="24" y="82"/>
                </a:cubicBezTo>
                <a:cubicBezTo>
                  <a:pt x="24" y="76"/>
                  <a:pt x="24" y="76"/>
                  <a:pt x="24" y="76"/>
                </a:cubicBezTo>
                <a:cubicBezTo>
                  <a:pt x="24" y="75"/>
                  <a:pt x="24" y="74"/>
                  <a:pt x="25" y="74"/>
                </a:cubicBezTo>
                <a:cubicBezTo>
                  <a:pt x="25" y="73"/>
                  <a:pt x="26" y="73"/>
                  <a:pt x="27" y="73"/>
                </a:cubicBezTo>
                <a:cubicBezTo>
                  <a:pt x="33" y="73"/>
                  <a:pt x="33" y="73"/>
                  <a:pt x="33" y="73"/>
                </a:cubicBezTo>
                <a:cubicBezTo>
                  <a:pt x="34" y="73"/>
                  <a:pt x="34" y="73"/>
                  <a:pt x="35" y="74"/>
                </a:cubicBezTo>
                <a:cubicBezTo>
                  <a:pt x="36" y="74"/>
                  <a:pt x="36" y="75"/>
                  <a:pt x="36" y="76"/>
                </a:cubicBezTo>
                <a:close/>
                <a:moveTo>
                  <a:pt x="36" y="100"/>
                </a:moveTo>
                <a:cubicBezTo>
                  <a:pt x="36" y="106"/>
                  <a:pt x="36" y="106"/>
                  <a:pt x="36" y="106"/>
                </a:cubicBezTo>
                <a:cubicBezTo>
                  <a:pt x="36" y="107"/>
                  <a:pt x="36" y="108"/>
                  <a:pt x="35" y="108"/>
                </a:cubicBezTo>
                <a:cubicBezTo>
                  <a:pt x="34" y="109"/>
                  <a:pt x="34" y="109"/>
                  <a:pt x="33" y="109"/>
                </a:cubicBezTo>
                <a:cubicBezTo>
                  <a:pt x="27" y="109"/>
                  <a:pt x="27" y="109"/>
                  <a:pt x="27" y="109"/>
                </a:cubicBezTo>
                <a:cubicBezTo>
                  <a:pt x="26" y="109"/>
                  <a:pt x="25" y="109"/>
                  <a:pt x="25" y="108"/>
                </a:cubicBezTo>
                <a:cubicBezTo>
                  <a:pt x="24" y="108"/>
                  <a:pt x="24" y="107"/>
                  <a:pt x="24" y="106"/>
                </a:cubicBezTo>
                <a:cubicBezTo>
                  <a:pt x="24" y="100"/>
                  <a:pt x="24" y="100"/>
                  <a:pt x="24" y="100"/>
                </a:cubicBezTo>
                <a:cubicBezTo>
                  <a:pt x="24" y="99"/>
                  <a:pt x="24" y="99"/>
                  <a:pt x="25" y="98"/>
                </a:cubicBezTo>
                <a:cubicBezTo>
                  <a:pt x="25" y="97"/>
                  <a:pt x="26" y="97"/>
                  <a:pt x="27" y="97"/>
                </a:cubicBezTo>
                <a:cubicBezTo>
                  <a:pt x="33" y="97"/>
                  <a:pt x="33" y="97"/>
                  <a:pt x="33" y="97"/>
                </a:cubicBezTo>
                <a:cubicBezTo>
                  <a:pt x="34" y="97"/>
                  <a:pt x="34" y="97"/>
                  <a:pt x="35" y="98"/>
                </a:cubicBezTo>
                <a:cubicBezTo>
                  <a:pt x="36" y="99"/>
                  <a:pt x="36" y="99"/>
                  <a:pt x="36" y="100"/>
                </a:cubicBezTo>
                <a:close/>
                <a:moveTo>
                  <a:pt x="36" y="124"/>
                </a:moveTo>
                <a:cubicBezTo>
                  <a:pt x="36" y="130"/>
                  <a:pt x="36" y="130"/>
                  <a:pt x="36" y="130"/>
                </a:cubicBezTo>
                <a:cubicBezTo>
                  <a:pt x="36" y="131"/>
                  <a:pt x="36" y="132"/>
                  <a:pt x="35" y="132"/>
                </a:cubicBezTo>
                <a:cubicBezTo>
                  <a:pt x="34" y="133"/>
                  <a:pt x="34" y="133"/>
                  <a:pt x="33" y="133"/>
                </a:cubicBezTo>
                <a:cubicBezTo>
                  <a:pt x="27" y="133"/>
                  <a:pt x="27" y="133"/>
                  <a:pt x="27" y="133"/>
                </a:cubicBezTo>
                <a:cubicBezTo>
                  <a:pt x="26" y="133"/>
                  <a:pt x="25" y="133"/>
                  <a:pt x="25" y="132"/>
                </a:cubicBezTo>
                <a:cubicBezTo>
                  <a:pt x="24" y="132"/>
                  <a:pt x="24" y="131"/>
                  <a:pt x="24" y="130"/>
                </a:cubicBezTo>
                <a:cubicBezTo>
                  <a:pt x="24" y="124"/>
                  <a:pt x="24" y="124"/>
                  <a:pt x="24" y="124"/>
                </a:cubicBezTo>
                <a:cubicBezTo>
                  <a:pt x="24" y="123"/>
                  <a:pt x="24" y="123"/>
                  <a:pt x="25" y="122"/>
                </a:cubicBezTo>
                <a:cubicBezTo>
                  <a:pt x="25" y="122"/>
                  <a:pt x="26" y="121"/>
                  <a:pt x="27" y="121"/>
                </a:cubicBezTo>
                <a:cubicBezTo>
                  <a:pt x="33" y="121"/>
                  <a:pt x="33" y="121"/>
                  <a:pt x="33" y="121"/>
                </a:cubicBezTo>
                <a:cubicBezTo>
                  <a:pt x="34" y="121"/>
                  <a:pt x="34" y="122"/>
                  <a:pt x="35" y="122"/>
                </a:cubicBezTo>
                <a:cubicBezTo>
                  <a:pt x="36" y="123"/>
                  <a:pt x="36" y="123"/>
                  <a:pt x="36" y="124"/>
                </a:cubicBezTo>
                <a:close/>
                <a:moveTo>
                  <a:pt x="84" y="46"/>
                </a:moveTo>
                <a:cubicBezTo>
                  <a:pt x="84" y="15"/>
                  <a:pt x="84" y="15"/>
                  <a:pt x="84" y="15"/>
                </a:cubicBezTo>
                <a:cubicBezTo>
                  <a:pt x="84" y="15"/>
                  <a:pt x="84" y="14"/>
                  <a:pt x="83" y="13"/>
                </a:cubicBezTo>
                <a:cubicBezTo>
                  <a:pt x="83" y="13"/>
                  <a:pt x="82" y="12"/>
                  <a:pt x="81" y="12"/>
                </a:cubicBezTo>
                <a:cubicBezTo>
                  <a:pt x="75" y="12"/>
                  <a:pt x="75" y="12"/>
                  <a:pt x="75" y="12"/>
                </a:cubicBezTo>
                <a:cubicBezTo>
                  <a:pt x="74" y="12"/>
                  <a:pt x="74" y="13"/>
                  <a:pt x="73" y="13"/>
                </a:cubicBezTo>
                <a:cubicBezTo>
                  <a:pt x="72" y="14"/>
                  <a:pt x="72" y="15"/>
                  <a:pt x="72" y="15"/>
                </a:cubicBezTo>
                <a:cubicBezTo>
                  <a:pt x="72" y="24"/>
                  <a:pt x="72" y="24"/>
                  <a:pt x="72" y="24"/>
                </a:cubicBezTo>
                <a:cubicBezTo>
                  <a:pt x="60" y="24"/>
                  <a:pt x="60" y="24"/>
                  <a:pt x="60" y="24"/>
                </a:cubicBezTo>
                <a:cubicBezTo>
                  <a:pt x="60" y="15"/>
                  <a:pt x="60" y="15"/>
                  <a:pt x="60" y="15"/>
                </a:cubicBezTo>
                <a:cubicBezTo>
                  <a:pt x="60" y="15"/>
                  <a:pt x="60" y="14"/>
                  <a:pt x="59" y="13"/>
                </a:cubicBezTo>
                <a:cubicBezTo>
                  <a:pt x="59" y="13"/>
                  <a:pt x="58" y="12"/>
                  <a:pt x="57" y="12"/>
                </a:cubicBezTo>
                <a:cubicBezTo>
                  <a:pt x="51" y="12"/>
                  <a:pt x="51" y="12"/>
                  <a:pt x="51" y="12"/>
                </a:cubicBezTo>
                <a:cubicBezTo>
                  <a:pt x="50" y="12"/>
                  <a:pt x="49" y="13"/>
                  <a:pt x="49" y="13"/>
                </a:cubicBezTo>
                <a:cubicBezTo>
                  <a:pt x="48" y="14"/>
                  <a:pt x="48" y="15"/>
                  <a:pt x="48" y="15"/>
                </a:cubicBezTo>
                <a:cubicBezTo>
                  <a:pt x="48" y="46"/>
                  <a:pt x="48" y="46"/>
                  <a:pt x="48" y="46"/>
                </a:cubicBezTo>
                <a:cubicBezTo>
                  <a:pt x="48" y="46"/>
                  <a:pt x="48" y="47"/>
                  <a:pt x="49" y="48"/>
                </a:cubicBezTo>
                <a:cubicBezTo>
                  <a:pt x="49" y="48"/>
                  <a:pt x="50" y="49"/>
                  <a:pt x="51" y="49"/>
                </a:cubicBezTo>
                <a:cubicBezTo>
                  <a:pt x="57" y="49"/>
                  <a:pt x="57" y="49"/>
                  <a:pt x="57" y="49"/>
                </a:cubicBezTo>
                <a:cubicBezTo>
                  <a:pt x="58" y="49"/>
                  <a:pt x="59" y="48"/>
                  <a:pt x="59" y="48"/>
                </a:cubicBezTo>
                <a:cubicBezTo>
                  <a:pt x="60" y="47"/>
                  <a:pt x="60" y="46"/>
                  <a:pt x="60" y="46"/>
                </a:cubicBezTo>
                <a:cubicBezTo>
                  <a:pt x="60" y="37"/>
                  <a:pt x="60" y="37"/>
                  <a:pt x="60" y="37"/>
                </a:cubicBezTo>
                <a:cubicBezTo>
                  <a:pt x="72" y="37"/>
                  <a:pt x="72" y="37"/>
                  <a:pt x="72" y="37"/>
                </a:cubicBezTo>
                <a:cubicBezTo>
                  <a:pt x="72" y="46"/>
                  <a:pt x="72" y="46"/>
                  <a:pt x="72" y="46"/>
                </a:cubicBezTo>
                <a:cubicBezTo>
                  <a:pt x="72" y="46"/>
                  <a:pt x="72" y="47"/>
                  <a:pt x="73" y="48"/>
                </a:cubicBezTo>
                <a:cubicBezTo>
                  <a:pt x="74" y="48"/>
                  <a:pt x="74" y="49"/>
                  <a:pt x="75" y="49"/>
                </a:cubicBezTo>
                <a:cubicBezTo>
                  <a:pt x="81" y="49"/>
                  <a:pt x="81" y="49"/>
                  <a:pt x="81" y="49"/>
                </a:cubicBezTo>
                <a:cubicBezTo>
                  <a:pt x="82" y="49"/>
                  <a:pt x="83" y="48"/>
                  <a:pt x="83" y="48"/>
                </a:cubicBezTo>
                <a:cubicBezTo>
                  <a:pt x="84" y="47"/>
                  <a:pt x="84" y="46"/>
                  <a:pt x="84" y="46"/>
                </a:cubicBezTo>
                <a:close/>
                <a:moveTo>
                  <a:pt x="60" y="76"/>
                </a:moveTo>
                <a:cubicBezTo>
                  <a:pt x="60" y="82"/>
                  <a:pt x="60" y="82"/>
                  <a:pt x="60" y="82"/>
                </a:cubicBezTo>
                <a:cubicBezTo>
                  <a:pt x="60" y="83"/>
                  <a:pt x="60" y="83"/>
                  <a:pt x="59" y="84"/>
                </a:cubicBezTo>
                <a:cubicBezTo>
                  <a:pt x="59" y="85"/>
                  <a:pt x="58" y="85"/>
                  <a:pt x="57" y="85"/>
                </a:cubicBezTo>
                <a:cubicBezTo>
                  <a:pt x="51" y="85"/>
                  <a:pt x="51" y="85"/>
                  <a:pt x="51" y="85"/>
                </a:cubicBezTo>
                <a:cubicBezTo>
                  <a:pt x="50" y="85"/>
                  <a:pt x="49" y="85"/>
                  <a:pt x="49" y="84"/>
                </a:cubicBezTo>
                <a:cubicBezTo>
                  <a:pt x="48" y="83"/>
                  <a:pt x="48" y="83"/>
                  <a:pt x="48" y="82"/>
                </a:cubicBezTo>
                <a:cubicBezTo>
                  <a:pt x="48" y="76"/>
                  <a:pt x="48" y="76"/>
                  <a:pt x="48" y="76"/>
                </a:cubicBezTo>
                <a:cubicBezTo>
                  <a:pt x="48" y="75"/>
                  <a:pt x="48" y="74"/>
                  <a:pt x="49" y="74"/>
                </a:cubicBezTo>
                <a:cubicBezTo>
                  <a:pt x="49" y="73"/>
                  <a:pt x="50" y="73"/>
                  <a:pt x="51" y="73"/>
                </a:cubicBezTo>
                <a:cubicBezTo>
                  <a:pt x="57" y="73"/>
                  <a:pt x="57" y="73"/>
                  <a:pt x="57" y="73"/>
                </a:cubicBezTo>
                <a:cubicBezTo>
                  <a:pt x="58" y="73"/>
                  <a:pt x="59" y="73"/>
                  <a:pt x="59" y="74"/>
                </a:cubicBezTo>
                <a:cubicBezTo>
                  <a:pt x="60" y="74"/>
                  <a:pt x="60" y="75"/>
                  <a:pt x="60" y="76"/>
                </a:cubicBezTo>
                <a:close/>
                <a:moveTo>
                  <a:pt x="60" y="100"/>
                </a:moveTo>
                <a:cubicBezTo>
                  <a:pt x="60" y="106"/>
                  <a:pt x="60" y="106"/>
                  <a:pt x="60" y="106"/>
                </a:cubicBezTo>
                <a:cubicBezTo>
                  <a:pt x="60" y="107"/>
                  <a:pt x="60" y="108"/>
                  <a:pt x="59" y="108"/>
                </a:cubicBezTo>
                <a:cubicBezTo>
                  <a:pt x="59" y="109"/>
                  <a:pt x="58" y="109"/>
                  <a:pt x="57" y="109"/>
                </a:cubicBezTo>
                <a:cubicBezTo>
                  <a:pt x="51" y="109"/>
                  <a:pt x="51" y="109"/>
                  <a:pt x="51" y="109"/>
                </a:cubicBezTo>
                <a:cubicBezTo>
                  <a:pt x="50" y="109"/>
                  <a:pt x="49" y="109"/>
                  <a:pt x="49" y="108"/>
                </a:cubicBezTo>
                <a:cubicBezTo>
                  <a:pt x="48" y="108"/>
                  <a:pt x="48" y="107"/>
                  <a:pt x="48" y="106"/>
                </a:cubicBezTo>
                <a:cubicBezTo>
                  <a:pt x="48" y="100"/>
                  <a:pt x="48" y="100"/>
                  <a:pt x="48" y="100"/>
                </a:cubicBezTo>
                <a:cubicBezTo>
                  <a:pt x="48" y="99"/>
                  <a:pt x="48" y="99"/>
                  <a:pt x="49" y="98"/>
                </a:cubicBezTo>
                <a:cubicBezTo>
                  <a:pt x="49" y="97"/>
                  <a:pt x="50" y="97"/>
                  <a:pt x="51" y="97"/>
                </a:cubicBezTo>
                <a:cubicBezTo>
                  <a:pt x="57" y="97"/>
                  <a:pt x="57" y="97"/>
                  <a:pt x="57" y="97"/>
                </a:cubicBezTo>
                <a:cubicBezTo>
                  <a:pt x="58" y="97"/>
                  <a:pt x="59" y="97"/>
                  <a:pt x="59" y="98"/>
                </a:cubicBezTo>
                <a:cubicBezTo>
                  <a:pt x="60" y="99"/>
                  <a:pt x="60" y="99"/>
                  <a:pt x="60" y="100"/>
                </a:cubicBezTo>
                <a:close/>
                <a:moveTo>
                  <a:pt x="84" y="76"/>
                </a:moveTo>
                <a:cubicBezTo>
                  <a:pt x="84" y="82"/>
                  <a:pt x="84" y="82"/>
                  <a:pt x="84" y="82"/>
                </a:cubicBezTo>
                <a:cubicBezTo>
                  <a:pt x="84" y="83"/>
                  <a:pt x="84" y="83"/>
                  <a:pt x="83" y="84"/>
                </a:cubicBezTo>
                <a:cubicBezTo>
                  <a:pt x="83" y="85"/>
                  <a:pt x="82" y="85"/>
                  <a:pt x="81" y="85"/>
                </a:cubicBezTo>
                <a:cubicBezTo>
                  <a:pt x="75" y="85"/>
                  <a:pt x="75" y="85"/>
                  <a:pt x="75" y="85"/>
                </a:cubicBezTo>
                <a:cubicBezTo>
                  <a:pt x="74" y="85"/>
                  <a:pt x="74" y="85"/>
                  <a:pt x="73" y="84"/>
                </a:cubicBezTo>
                <a:cubicBezTo>
                  <a:pt x="72" y="83"/>
                  <a:pt x="72" y="83"/>
                  <a:pt x="72" y="82"/>
                </a:cubicBezTo>
                <a:cubicBezTo>
                  <a:pt x="72" y="76"/>
                  <a:pt x="72" y="76"/>
                  <a:pt x="72" y="76"/>
                </a:cubicBezTo>
                <a:cubicBezTo>
                  <a:pt x="72" y="75"/>
                  <a:pt x="72" y="74"/>
                  <a:pt x="73" y="74"/>
                </a:cubicBezTo>
                <a:cubicBezTo>
                  <a:pt x="74" y="73"/>
                  <a:pt x="74" y="73"/>
                  <a:pt x="75" y="73"/>
                </a:cubicBezTo>
                <a:cubicBezTo>
                  <a:pt x="81" y="73"/>
                  <a:pt x="81" y="73"/>
                  <a:pt x="81" y="73"/>
                </a:cubicBezTo>
                <a:cubicBezTo>
                  <a:pt x="82" y="73"/>
                  <a:pt x="83" y="73"/>
                  <a:pt x="83" y="74"/>
                </a:cubicBezTo>
                <a:cubicBezTo>
                  <a:pt x="84" y="74"/>
                  <a:pt x="84" y="75"/>
                  <a:pt x="84" y="76"/>
                </a:cubicBezTo>
                <a:close/>
                <a:moveTo>
                  <a:pt x="84" y="100"/>
                </a:moveTo>
                <a:cubicBezTo>
                  <a:pt x="84" y="106"/>
                  <a:pt x="84" y="106"/>
                  <a:pt x="84" y="106"/>
                </a:cubicBezTo>
                <a:cubicBezTo>
                  <a:pt x="84" y="107"/>
                  <a:pt x="84" y="108"/>
                  <a:pt x="83" y="108"/>
                </a:cubicBezTo>
                <a:cubicBezTo>
                  <a:pt x="83" y="109"/>
                  <a:pt x="82" y="109"/>
                  <a:pt x="81" y="109"/>
                </a:cubicBezTo>
                <a:cubicBezTo>
                  <a:pt x="75" y="109"/>
                  <a:pt x="75" y="109"/>
                  <a:pt x="75" y="109"/>
                </a:cubicBezTo>
                <a:cubicBezTo>
                  <a:pt x="74" y="109"/>
                  <a:pt x="74" y="109"/>
                  <a:pt x="73" y="108"/>
                </a:cubicBezTo>
                <a:cubicBezTo>
                  <a:pt x="72" y="108"/>
                  <a:pt x="72" y="107"/>
                  <a:pt x="72" y="106"/>
                </a:cubicBezTo>
                <a:cubicBezTo>
                  <a:pt x="72" y="100"/>
                  <a:pt x="72" y="100"/>
                  <a:pt x="72" y="100"/>
                </a:cubicBezTo>
                <a:cubicBezTo>
                  <a:pt x="72" y="99"/>
                  <a:pt x="72" y="99"/>
                  <a:pt x="73" y="98"/>
                </a:cubicBezTo>
                <a:cubicBezTo>
                  <a:pt x="74" y="97"/>
                  <a:pt x="74" y="97"/>
                  <a:pt x="75" y="97"/>
                </a:cubicBezTo>
                <a:cubicBezTo>
                  <a:pt x="81" y="97"/>
                  <a:pt x="81" y="97"/>
                  <a:pt x="81" y="97"/>
                </a:cubicBezTo>
                <a:cubicBezTo>
                  <a:pt x="82" y="97"/>
                  <a:pt x="83" y="97"/>
                  <a:pt x="83" y="98"/>
                </a:cubicBezTo>
                <a:cubicBezTo>
                  <a:pt x="84" y="99"/>
                  <a:pt x="84" y="99"/>
                  <a:pt x="84" y="100"/>
                </a:cubicBezTo>
                <a:close/>
                <a:moveTo>
                  <a:pt x="109" y="76"/>
                </a:moveTo>
                <a:cubicBezTo>
                  <a:pt x="109" y="82"/>
                  <a:pt x="109" y="82"/>
                  <a:pt x="109" y="82"/>
                </a:cubicBezTo>
                <a:cubicBezTo>
                  <a:pt x="109" y="83"/>
                  <a:pt x="108" y="83"/>
                  <a:pt x="108" y="84"/>
                </a:cubicBezTo>
                <a:cubicBezTo>
                  <a:pt x="107" y="85"/>
                  <a:pt x="106" y="85"/>
                  <a:pt x="105" y="85"/>
                </a:cubicBezTo>
                <a:cubicBezTo>
                  <a:pt x="99" y="85"/>
                  <a:pt x="99" y="85"/>
                  <a:pt x="99" y="85"/>
                </a:cubicBezTo>
                <a:cubicBezTo>
                  <a:pt x="99" y="85"/>
                  <a:pt x="98" y="85"/>
                  <a:pt x="97" y="84"/>
                </a:cubicBezTo>
                <a:cubicBezTo>
                  <a:pt x="97" y="83"/>
                  <a:pt x="96" y="83"/>
                  <a:pt x="96" y="82"/>
                </a:cubicBezTo>
                <a:cubicBezTo>
                  <a:pt x="96" y="76"/>
                  <a:pt x="96" y="76"/>
                  <a:pt x="96" y="76"/>
                </a:cubicBezTo>
                <a:cubicBezTo>
                  <a:pt x="96" y="75"/>
                  <a:pt x="97" y="74"/>
                  <a:pt x="97" y="74"/>
                </a:cubicBezTo>
                <a:cubicBezTo>
                  <a:pt x="98" y="73"/>
                  <a:pt x="99" y="73"/>
                  <a:pt x="99" y="73"/>
                </a:cubicBezTo>
                <a:cubicBezTo>
                  <a:pt x="105" y="73"/>
                  <a:pt x="105" y="73"/>
                  <a:pt x="105" y="73"/>
                </a:cubicBezTo>
                <a:cubicBezTo>
                  <a:pt x="106" y="73"/>
                  <a:pt x="107" y="73"/>
                  <a:pt x="108" y="74"/>
                </a:cubicBezTo>
                <a:cubicBezTo>
                  <a:pt x="108" y="74"/>
                  <a:pt x="109" y="75"/>
                  <a:pt x="109" y="76"/>
                </a:cubicBezTo>
                <a:close/>
                <a:moveTo>
                  <a:pt x="109" y="100"/>
                </a:moveTo>
                <a:cubicBezTo>
                  <a:pt x="109" y="106"/>
                  <a:pt x="109" y="106"/>
                  <a:pt x="109" y="106"/>
                </a:cubicBezTo>
                <a:cubicBezTo>
                  <a:pt x="109" y="107"/>
                  <a:pt x="108" y="108"/>
                  <a:pt x="108" y="108"/>
                </a:cubicBezTo>
                <a:cubicBezTo>
                  <a:pt x="107" y="109"/>
                  <a:pt x="106" y="109"/>
                  <a:pt x="105" y="109"/>
                </a:cubicBezTo>
                <a:cubicBezTo>
                  <a:pt x="99" y="109"/>
                  <a:pt x="99" y="109"/>
                  <a:pt x="99" y="109"/>
                </a:cubicBezTo>
                <a:cubicBezTo>
                  <a:pt x="99" y="109"/>
                  <a:pt x="98" y="109"/>
                  <a:pt x="97" y="108"/>
                </a:cubicBezTo>
                <a:cubicBezTo>
                  <a:pt x="97" y="108"/>
                  <a:pt x="96" y="107"/>
                  <a:pt x="96" y="106"/>
                </a:cubicBezTo>
                <a:cubicBezTo>
                  <a:pt x="96" y="100"/>
                  <a:pt x="96" y="100"/>
                  <a:pt x="96" y="100"/>
                </a:cubicBezTo>
                <a:cubicBezTo>
                  <a:pt x="96" y="99"/>
                  <a:pt x="97" y="99"/>
                  <a:pt x="97" y="98"/>
                </a:cubicBezTo>
                <a:cubicBezTo>
                  <a:pt x="98" y="97"/>
                  <a:pt x="99" y="97"/>
                  <a:pt x="99" y="97"/>
                </a:cubicBezTo>
                <a:cubicBezTo>
                  <a:pt x="105" y="97"/>
                  <a:pt x="105" y="97"/>
                  <a:pt x="105" y="97"/>
                </a:cubicBezTo>
                <a:cubicBezTo>
                  <a:pt x="106" y="97"/>
                  <a:pt x="107" y="97"/>
                  <a:pt x="108" y="98"/>
                </a:cubicBezTo>
                <a:cubicBezTo>
                  <a:pt x="108" y="99"/>
                  <a:pt x="109" y="99"/>
                  <a:pt x="109" y="100"/>
                </a:cubicBezTo>
                <a:close/>
                <a:moveTo>
                  <a:pt x="109" y="124"/>
                </a:moveTo>
                <a:cubicBezTo>
                  <a:pt x="109" y="130"/>
                  <a:pt x="109" y="130"/>
                  <a:pt x="109" y="130"/>
                </a:cubicBezTo>
                <a:cubicBezTo>
                  <a:pt x="109" y="131"/>
                  <a:pt x="108" y="132"/>
                  <a:pt x="108" y="132"/>
                </a:cubicBezTo>
                <a:cubicBezTo>
                  <a:pt x="107" y="133"/>
                  <a:pt x="106" y="133"/>
                  <a:pt x="105" y="133"/>
                </a:cubicBezTo>
                <a:cubicBezTo>
                  <a:pt x="99" y="133"/>
                  <a:pt x="99" y="133"/>
                  <a:pt x="99" y="133"/>
                </a:cubicBezTo>
                <a:cubicBezTo>
                  <a:pt x="99" y="133"/>
                  <a:pt x="98" y="133"/>
                  <a:pt x="97" y="132"/>
                </a:cubicBezTo>
                <a:cubicBezTo>
                  <a:pt x="97" y="132"/>
                  <a:pt x="96" y="131"/>
                  <a:pt x="96" y="130"/>
                </a:cubicBezTo>
                <a:cubicBezTo>
                  <a:pt x="96" y="124"/>
                  <a:pt x="96" y="124"/>
                  <a:pt x="96" y="124"/>
                </a:cubicBezTo>
                <a:cubicBezTo>
                  <a:pt x="96" y="123"/>
                  <a:pt x="97" y="123"/>
                  <a:pt x="97" y="122"/>
                </a:cubicBezTo>
                <a:cubicBezTo>
                  <a:pt x="98" y="122"/>
                  <a:pt x="99" y="121"/>
                  <a:pt x="99" y="121"/>
                </a:cubicBezTo>
                <a:cubicBezTo>
                  <a:pt x="105" y="121"/>
                  <a:pt x="105" y="121"/>
                  <a:pt x="105" y="121"/>
                </a:cubicBezTo>
                <a:cubicBezTo>
                  <a:pt x="106" y="121"/>
                  <a:pt x="107" y="122"/>
                  <a:pt x="108" y="122"/>
                </a:cubicBezTo>
                <a:cubicBezTo>
                  <a:pt x="108" y="123"/>
                  <a:pt x="109" y="123"/>
                  <a:pt x="109" y="12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23" name="Freeform 226"/>
          <p:cNvSpPr>
            <a:spLocks noEditPoints="1"/>
          </p:cNvSpPr>
          <p:nvPr/>
        </p:nvSpPr>
        <p:spPr bwMode="auto">
          <a:xfrm>
            <a:off x="8156607" y="3538136"/>
            <a:ext cx="252848" cy="209627"/>
          </a:xfrm>
          <a:custGeom>
            <a:avLst/>
            <a:gdLst>
              <a:gd name="T0" fmla="*/ 176 w 176"/>
              <a:gd name="T1" fmla="*/ 115 h 146"/>
              <a:gd name="T2" fmla="*/ 170 w 176"/>
              <a:gd name="T3" fmla="*/ 121 h 146"/>
              <a:gd name="T4" fmla="*/ 145 w 176"/>
              <a:gd name="T5" fmla="*/ 138 h 146"/>
              <a:gd name="T6" fmla="*/ 110 w 176"/>
              <a:gd name="T7" fmla="*/ 138 h 146"/>
              <a:gd name="T8" fmla="*/ 67 w 176"/>
              <a:gd name="T9" fmla="*/ 121 h 146"/>
              <a:gd name="T10" fmla="*/ 43 w 176"/>
              <a:gd name="T11" fmla="*/ 146 h 146"/>
              <a:gd name="T12" fmla="*/ 19 w 176"/>
              <a:gd name="T13" fmla="*/ 121 h 146"/>
              <a:gd name="T14" fmla="*/ 2 w 176"/>
              <a:gd name="T15" fmla="*/ 120 h 146"/>
              <a:gd name="T16" fmla="*/ 2 w 176"/>
              <a:gd name="T17" fmla="*/ 111 h 146"/>
              <a:gd name="T18" fmla="*/ 7 w 176"/>
              <a:gd name="T19" fmla="*/ 70 h 146"/>
              <a:gd name="T20" fmla="*/ 11 w 176"/>
              <a:gd name="T21" fmla="*/ 60 h 146"/>
              <a:gd name="T22" fmla="*/ 34 w 176"/>
              <a:gd name="T23" fmla="*/ 38 h 146"/>
              <a:gd name="T24" fmla="*/ 55 w 176"/>
              <a:gd name="T25" fmla="*/ 37 h 146"/>
              <a:gd name="T26" fmla="*/ 57 w 176"/>
              <a:gd name="T27" fmla="*/ 2 h 146"/>
              <a:gd name="T28" fmla="*/ 170 w 176"/>
              <a:gd name="T29" fmla="*/ 0 h 146"/>
              <a:gd name="T30" fmla="*/ 176 w 176"/>
              <a:gd name="T31" fmla="*/ 6 h 146"/>
              <a:gd name="T32" fmla="*/ 55 w 176"/>
              <a:gd name="T33" fmla="*/ 73 h 146"/>
              <a:gd name="T34" fmla="*/ 40 w 176"/>
              <a:gd name="T35" fmla="*/ 49 h 146"/>
              <a:gd name="T36" fmla="*/ 19 w 176"/>
              <a:gd name="T37" fmla="*/ 68 h 146"/>
              <a:gd name="T38" fmla="*/ 19 w 176"/>
              <a:gd name="T39" fmla="*/ 73 h 146"/>
              <a:gd name="T40" fmla="*/ 55 w 176"/>
              <a:gd name="T41" fmla="*/ 121 h 146"/>
              <a:gd name="T42" fmla="*/ 43 w 176"/>
              <a:gd name="T43" fmla="*/ 109 h 146"/>
              <a:gd name="T44" fmla="*/ 31 w 176"/>
              <a:gd name="T45" fmla="*/ 121 h 146"/>
              <a:gd name="T46" fmla="*/ 43 w 176"/>
              <a:gd name="T47" fmla="*/ 133 h 146"/>
              <a:gd name="T48" fmla="*/ 152 w 176"/>
              <a:gd name="T49" fmla="*/ 58 h 146"/>
              <a:gd name="T50" fmla="*/ 151 w 176"/>
              <a:gd name="T51" fmla="*/ 37 h 146"/>
              <a:gd name="T52" fmla="*/ 128 w 176"/>
              <a:gd name="T53" fmla="*/ 37 h 146"/>
              <a:gd name="T54" fmla="*/ 127 w 176"/>
              <a:gd name="T55" fmla="*/ 13 h 146"/>
              <a:gd name="T56" fmla="*/ 106 w 176"/>
              <a:gd name="T57" fmla="*/ 12 h 146"/>
              <a:gd name="T58" fmla="*/ 103 w 176"/>
              <a:gd name="T59" fmla="*/ 15 h 146"/>
              <a:gd name="T60" fmla="*/ 82 w 176"/>
              <a:gd name="T61" fmla="*/ 37 h 146"/>
              <a:gd name="T62" fmla="*/ 79 w 176"/>
              <a:gd name="T63" fmla="*/ 40 h 146"/>
              <a:gd name="T64" fmla="*/ 80 w 176"/>
              <a:gd name="T65" fmla="*/ 60 h 146"/>
              <a:gd name="T66" fmla="*/ 103 w 176"/>
              <a:gd name="T67" fmla="*/ 61 h 146"/>
              <a:gd name="T68" fmla="*/ 104 w 176"/>
              <a:gd name="T69" fmla="*/ 84 h 146"/>
              <a:gd name="T70" fmla="*/ 125 w 176"/>
              <a:gd name="T71" fmla="*/ 85 h 146"/>
              <a:gd name="T72" fmla="*/ 128 w 176"/>
              <a:gd name="T73" fmla="*/ 82 h 146"/>
              <a:gd name="T74" fmla="*/ 149 w 176"/>
              <a:gd name="T75" fmla="*/ 61 h 146"/>
              <a:gd name="T76" fmla="*/ 152 w 176"/>
              <a:gd name="T77" fmla="*/ 58 h 146"/>
              <a:gd name="T78" fmla="*/ 140 w 176"/>
              <a:gd name="T79" fmla="*/ 121 h 146"/>
              <a:gd name="T80" fmla="*/ 128 w 176"/>
              <a:gd name="T81" fmla="*/ 109 h 146"/>
              <a:gd name="T82" fmla="*/ 115 w 176"/>
              <a:gd name="T83" fmla="*/ 121 h 146"/>
              <a:gd name="T84" fmla="*/ 128 w 176"/>
              <a:gd name="T85" fmla="*/ 133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76" h="146">
                <a:moveTo>
                  <a:pt x="176" y="6"/>
                </a:moveTo>
                <a:cubicBezTo>
                  <a:pt x="176" y="115"/>
                  <a:pt x="176" y="115"/>
                  <a:pt x="176" y="115"/>
                </a:cubicBezTo>
                <a:cubicBezTo>
                  <a:pt x="176" y="117"/>
                  <a:pt x="175" y="118"/>
                  <a:pt x="174" y="120"/>
                </a:cubicBezTo>
                <a:cubicBezTo>
                  <a:pt x="173" y="121"/>
                  <a:pt x="172" y="121"/>
                  <a:pt x="170" y="121"/>
                </a:cubicBezTo>
                <a:cubicBezTo>
                  <a:pt x="152" y="121"/>
                  <a:pt x="152" y="121"/>
                  <a:pt x="152" y="121"/>
                </a:cubicBezTo>
                <a:cubicBezTo>
                  <a:pt x="152" y="128"/>
                  <a:pt x="149" y="134"/>
                  <a:pt x="145" y="138"/>
                </a:cubicBezTo>
                <a:cubicBezTo>
                  <a:pt x="140" y="143"/>
                  <a:pt x="134" y="146"/>
                  <a:pt x="128" y="146"/>
                </a:cubicBezTo>
                <a:cubicBezTo>
                  <a:pt x="121" y="146"/>
                  <a:pt x="115" y="143"/>
                  <a:pt x="110" y="138"/>
                </a:cubicBezTo>
                <a:cubicBezTo>
                  <a:pt x="106" y="134"/>
                  <a:pt x="103" y="128"/>
                  <a:pt x="103" y="121"/>
                </a:cubicBezTo>
                <a:cubicBezTo>
                  <a:pt x="67" y="121"/>
                  <a:pt x="67" y="121"/>
                  <a:pt x="67" y="121"/>
                </a:cubicBezTo>
                <a:cubicBezTo>
                  <a:pt x="67" y="128"/>
                  <a:pt x="65" y="134"/>
                  <a:pt x="60" y="138"/>
                </a:cubicBezTo>
                <a:cubicBezTo>
                  <a:pt x="55" y="143"/>
                  <a:pt x="50" y="146"/>
                  <a:pt x="43" y="146"/>
                </a:cubicBezTo>
                <a:cubicBezTo>
                  <a:pt x="36" y="146"/>
                  <a:pt x="30" y="143"/>
                  <a:pt x="26" y="138"/>
                </a:cubicBezTo>
                <a:cubicBezTo>
                  <a:pt x="21" y="134"/>
                  <a:pt x="19" y="128"/>
                  <a:pt x="19" y="121"/>
                </a:cubicBezTo>
                <a:cubicBezTo>
                  <a:pt x="7" y="121"/>
                  <a:pt x="7" y="121"/>
                  <a:pt x="7" y="121"/>
                </a:cubicBezTo>
                <a:cubicBezTo>
                  <a:pt x="5" y="121"/>
                  <a:pt x="3" y="121"/>
                  <a:pt x="2" y="120"/>
                </a:cubicBezTo>
                <a:cubicBezTo>
                  <a:pt x="1" y="118"/>
                  <a:pt x="0" y="117"/>
                  <a:pt x="0" y="115"/>
                </a:cubicBezTo>
                <a:cubicBezTo>
                  <a:pt x="0" y="114"/>
                  <a:pt x="1" y="112"/>
                  <a:pt x="2" y="111"/>
                </a:cubicBezTo>
                <a:cubicBezTo>
                  <a:pt x="3" y="110"/>
                  <a:pt x="5" y="109"/>
                  <a:pt x="7" y="109"/>
                </a:cubicBezTo>
                <a:cubicBezTo>
                  <a:pt x="7" y="70"/>
                  <a:pt x="7" y="70"/>
                  <a:pt x="7" y="70"/>
                </a:cubicBezTo>
                <a:cubicBezTo>
                  <a:pt x="7" y="68"/>
                  <a:pt x="7" y="66"/>
                  <a:pt x="8" y="64"/>
                </a:cubicBezTo>
                <a:cubicBezTo>
                  <a:pt x="9" y="62"/>
                  <a:pt x="10" y="61"/>
                  <a:pt x="11" y="60"/>
                </a:cubicBezTo>
                <a:cubicBezTo>
                  <a:pt x="30" y="41"/>
                  <a:pt x="30" y="41"/>
                  <a:pt x="30" y="41"/>
                </a:cubicBezTo>
                <a:cubicBezTo>
                  <a:pt x="31" y="40"/>
                  <a:pt x="32" y="39"/>
                  <a:pt x="34" y="38"/>
                </a:cubicBezTo>
                <a:cubicBezTo>
                  <a:pt x="36" y="37"/>
                  <a:pt x="38" y="37"/>
                  <a:pt x="40" y="37"/>
                </a:cubicBezTo>
                <a:cubicBezTo>
                  <a:pt x="55" y="37"/>
                  <a:pt x="55" y="37"/>
                  <a:pt x="55" y="37"/>
                </a:cubicBezTo>
                <a:cubicBezTo>
                  <a:pt x="55" y="6"/>
                  <a:pt x="55" y="6"/>
                  <a:pt x="55" y="6"/>
                </a:cubicBezTo>
                <a:cubicBezTo>
                  <a:pt x="55" y="5"/>
                  <a:pt x="56" y="3"/>
                  <a:pt x="57" y="2"/>
                </a:cubicBezTo>
                <a:cubicBezTo>
                  <a:pt x="58" y="1"/>
                  <a:pt x="59" y="0"/>
                  <a:pt x="61" y="0"/>
                </a:cubicBezTo>
                <a:cubicBezTo>
                  <a:pt x="170" y="0"/>
                  <a:pt x="170" y="0"/>
                  <a:pt x="170" y="0"/>
                </a:cubicBezTo>
                <a:cubicBezTo>
                  <a:pt x="172" y="0"/>
                  <a:pt x="173" y="1"/>
                  <a:pt x="174" y="2"/>
                </a:cubicBezTo>
                <a:cubicBezTo>
                  <a:pt x="175" y="3"/>
                  <a:pt x="176" y="5"/>
                  <a:pt x="176" y="6"/>
                </a:cubicBezTo>
                <a:close/>
                <a:moveTo>
                  <a:pt x="19" y="73"/>
                </a:moveTo>
                <a:cubicBezTo>
                  <a:pt x="55" y="73"/>
                  <a:pt x="55" y="73"/>
                  <a:pt x="55" y="73"/>
                </a:cubicBezTo>
                <a:cubicBezTo>
                  <a:pt x="55" y="49"/>
                  <a:pt x="55" y="49"/>
                  <a:pt x="55" y="49"/>
                </a:cubicBezTo>
                <a:cubicBezTo>
                  <a:pt x="40" y="49"/>
                  <a:pt x="40" y="49"/>
                  <a:pt x="40" y="49"/>
                </a:cubicBezTo>
                <a:cubicBezTo>
                  <a:pt x="39" y="49"/>
                  <a:pt x="38" y="49"/>
                  <a:pt x="38" y="50"/>
                </a:cubicBezTo>
                <a:cubicBezTo>
                  <a:pt x="19" y="68"/>
                  <a:pt x="19" y="68"/>
                  <a:pt x="19" y="68"/>
                </a:cubicBezTo>
                <a:cubicBezTo>
                  <a:pt x="19" y="69"/>
                  <a:pt x="19" y="69"/>
                  <a:pt x="19" y="70"/>
                </a:cubicBezTo>
                <a:lnTo>
                  <a:pt x="19" y="73"/>
                </a:lnTo>
                <a:close/>
                <a:moveTo>
                  <a:pt x="51" y="130"/>
                </a:moveTo>
                <a:cubicBezTo>
                  <a:pt x="54" y="128"/>
                  <a:pt x="55" y="125"/>
                  <a:pt x="55" y="121"/>
                </a:cubicBezTo>
                <a:cubicBezTo>
                  <a:pt x="55" y="118"/>
                  <a:pt x="54" y="115"/>
                  <a:pt x="51" y="113"/>
                </a:cubicBezTo>
                <a:cubicBezTo>
                  <a:pt x="49" y="110"/>
                  <a:pt x="46" y="109"/>
                  <a:pt x="43" y="109"/>
                </a:cubicBezTo>
                <a:cubicBezTo>
                  <a:pt x="40" y="109"/>
                  <a:pt x="37" y="110"/>
                  <a:pt x="34" y="113"/>
                </a:cubicBezTo>
                <a:cubicBezTo>
                  <a:pt x="32" y="115"/>
                  <a:pt x="31" y="118"/>
                  <a:pt x="31" y="121"/>
                </a:cubicBezTo>
                <a:cubicBezTo>
                  <a:pt x="31" y="125"/>
                  <a:pt x="32" y="128"/>
                  <a:pt x="34" y="130"/>
                </a:cubicBezTo>
                <a:cubicBezTo>
                  <a:pt x="37" y="132"/>
                  <a:pt x="40" y="133"/>
                  <a:pt x="43" y="133"/>
                </a:cubicBezTo>
                <a:cubicBezTo>
                  <a:pt x="46" y="133"/>
                  <a:pt x="49" y="132"/>
                  <a:pt x="51" y="130"/>
                </a:cubicBezTo>
                <a:close/>
                <a:moveTo>
                  <a:pt x="152" y="58"/>
                </a:moveTo>
                <a:cubicBezTo>
                  <a:pt x="152" y="40"/>
                  <a:pt x="152" y="40"/>
                  <a:pt x="152" y="40"/>
                </a:cubicBezTo>
                <a:cubicBezTo>
                  <a:pt x="152" y="39"/>
                  <a:pt x="151" y="38"/>
                  <a:pt x="151" y="37"/>
                </a:cubicBezTo>
                <a:cubicBezTo>
                  <a:pt x="150" y="37"/>
                  <a:pt x="150" y="37"/>
                  <a:pt x="149" y="37"/>
                </a:cubicBezTo>
                <a:cubicBezTo>
                  <a:pt x="128" y="37"/>
                  <a:pt x="128" y="37"/>
                  <a:pt x="128" y="37"/>
                </a:cubicBezTo>
                <a:cubicBezTo>
                  <a:pt x="128" y="15"/>
                  <a:pt x="128" y="15"/>
                  <a:pt x="128" y="15"/>
                </a:cubicBezTo>
                <a:cubicBezTo>
                  <a:pt x="128" y="15"/>
                  <a:pt x="127" y="14"/>
                  <a:pt x="127" y="13"/>
                </a:cubicBezTo>
                <a:cubicBezTo>
                  <a:pt x="126" y="13"/>
                  <a:pt x="125" y="12"/>
                  <a:pt x="125" y="12"/>
                </a:cubicBezTo>
                <a:cubicBezTo>
                  <a:pt x="106" y="12"/>
                  <a:pt x="106" y="12"/>
                  <a:pt x="106" y="12"/>
                </a:cubicBezTo>
                <a:cubicBezTo>
                  <a:pt x="106" y="12"/>
                  <a:pt x="105" y="13"/>
                  <a:pt x="104" y="13"/>
                </a:cubicBezTo>
                <a:cubicBezTo>
                  <a:pt x="104" y="14"/>
                  <a:pt x="103" y="15"/>
                  <a:pt x="103" y="15"/>
                </a:cubicBezTo>
                <a:cubicBezTo>
                  <a:pt x="103" y="37"/>
                  <a:pt x="103" y="37"/>
                  <a:pt x="103" y="37"/>
                </a:cubicBezTo>
                <a:cubicBezTo>
                  <a:pt x="82" y="37"/>
                  <a:pt x="82" y="37"/>
                  <a:pt x="82" y="37"/>
                </a:cubicBezTo>
                <a:cubicBezTo>
                  <a:pt x="81" y="37"/>
                  <a:pt x="81" y="37"/>
                  <a:pt x="80" y="37"/>
                </a:cubicBezTo>
                <a:cubicBezTo>
                  <a:pt x="79" y="38"/>
                  <a:pt x="79" y="39"/>
                  <a:pt x="79" y="40"/>
                </a:cubicBezTo>
                <a:cubicBezTo>
                  <a:pt x="79" y="58"/>
                  <a:pt x="79" y="58"/>
                  <a:pt x="79" y="58"/>
                </a:cubicBezTo>
                <a:cubicBezTo>
                  <a:pt x="79" y="59"/>
                  <a:pt x="79" y="59"/>
                  <a:pt x="80" y="60"/>
                </a:cubicBezTo>
                <a:cubicBezTo>
                  <a:pt x="81" y="61"/>
                  <a:pt x="81" y="61"/>
                  <a:pt x="82" y="61"/>
                </a:cubicBezTo>
                <a:cubicBezTo>
                  <a:pt x="103" y="61"/>
                  <a:pt x="103" y="61"/>
                  <a:pt x="103" y="61"/>
                </a:cubicBezTo>
                <a:cubicBezTo>
                  <a:pt x="103" y="82"/>
                  <a:pt x="103" y="82"/>
                  <a:pt x="103" y="82"/>
                </a:cubicBezTo>
                <a:cubicBezTo>
                  <a:pt x="103" y="83"/>
                  <a:pt x="104" y="84"/>
                  <a:pt x="104" y="84"/>
                </a:cubicBezTo>
                <a:cubicBezTo>
                  <a:pt x="105" y="85"/>
                  <a:pt x="106" y="85"/>
                  <a:pt x="106" y="85"/>
                </a:cubicBezTo>
                <a:cubicBezTo>
                  <a:pt x="125" y="85"/>
                  <a:pt x="125" y="85"/>
                  <a:pt x="125" y="85"/>
                </a:cubicBezTo>
                <a:cubicBezTo>
                  <a:pt x="125" y="85"/>
                  <a:pt x="126" y="85"/>
                  <a:pt x="127" y="84"/>
                </a:cubicBezTo>
                <a:cubicBezTo>
                  <a:pt x="127" y="84"/>
                  <a:pt x="128" y="83"/>
                  <a:pt x="128" y="82"/>
                </a:cubicBezTo>
                <a:cubicBezTo>
                  <a:pt x="128" y="61"/>
                  <a:pt x="128" y="61"/>
                  <a:pt x="128" y="61"/>
                </a:cubicBezTo>
                <a:cubicBezTo>
                  <a:pt x="149" y="61"/>
                  <a:pt x="149" y="61"/>
                  <a:pt x="149" y="61"/>
                </a:cubicBezTo>
                <a:cubicBezTo>
                  <a:pt x="150" y="61"/>
                  <a:pt x="150" y="61"/>
                  <a:pt x="151" y="60"/>
                </a:cubicBezTo>
                <a:cubicBezTo>
                  <a:pt x="151" y="59"/>
                  <a:pt x="152" y="59"/>
                  <a:pt x="152" y="58"/>
                </a:cubicBezTo>
                <a:close/>
                <a:moveTo>
                  <a:pt x="136" y="130"/>
                </a:moveTo>
                <a:cubicBezTo>
                  <a:pt x="138" y="128"/>
                  <a:pt x="140" y="125"/>
                  <a:pt x="140" y="121"/>
                </a:cubicBezTo>
                <a:cubicBezTo>
                  <a:pt x="140" y="118"/>
                  <a:pt x="138" y="115"/>
                  <a:pt x="136" y="113"/>
                </a:cubicBezTo>
                <a:cubicBezTo>
                  <a:pt x="134" y="110"/>
                  <a:pt x="131" y="109"/>
                  <a:pt x="128" y="109"/>
                </a:cubicBezTo>
                <a:cubicBezTo>
                  <a:pt x="124" y="109"/>
                  <a:pt x="121" y="110"/>
                  <a:pt x="119" y="113"/>
                </a:cubicBezTo>
                <a:cubicBezTo>
                  <a:pt x="117" y="115"/>
                  <a:pt x="115" y="118"/>
                  <a:pt x="115" y="121"/>
                </a:cubicBezTo>
                <a:cubicBezTo>
                  <a:pt x="115" y="125"/>
                  <a:pt x="117" y="128"/>
                  <a:pt x="119" y="130"/>
                </a:cubicBezTo>
                <a:cubicBezTo>
                  <a:pt x="121" y="132"/>
                  <a:pt x="124" y="133"/>
                  <a:pt x="128" y="133"/>
                </a:cubicBezTo>
                <a:cubicBezTo>
                  <a:pt x="131" y="133"/>
                  <a:pt x="134" y="132"/>
                  <a:pt x="136" y="13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24" name="Freeform 227"/>
          <p:cNvSpPr>
            <a:spLocks noEditPoints="1"/>
          </p:cNvSpPr>
          <p:nvPr/>
        </p:nvSpPr>
        <p:spPr bwMode="auto">
          <a:xfrm>
            <a:off x="8474287" y="3538136"/>
            <a:ext cx="242043" cy="209627"/>
          </a:xfrm>
          <a:custGeom>
            <a:avLst/>
            <a:gdLst>
              <a:gd name="T0" fmla="*/ 24 w 169"/>
              <a:gd name="T1" fmla="*/ 146 h 146"/>
              <a:gd name="T2" fmla="*/ 6 w 169"/>
              <a:gd name="T3" fmla="*/ 139 h 146"/>
              <a:gd name="T4" fmla="*/ 0 w 169"/>
              <a:gd name="T5" fmla="*/ 46 h 146"/>
              <a:gd name="T6" fmla="*/ 21 w 169"/>
              <a:gd name="T7" fmla="*/ 25 h 146"/>
              <a:gd name="T8" fmla="*/ 136 w 169"/>
              <a:gd name="T9" fmla="*/ 25 h 146"/>
              <a:gd name="T10" fmla="*/ 33 w 169"/>
              <a:gd name="T11" fmla="*/ 146 h 146"/>
              <a:gd name="T12" fmla="*/ 48 w 169"/>
              <a:gd name="T13" fmla="*/ 25 h 146"/>
              <a:gd name="T14" fmla="*/ 51 w 169"/>
              <a:gd name="T15" fmla="*/ 3 h 146"/>
              <a:gd name="T16" fmla="*/ 112 w 169"/>
              <a:gd name="T17" fmla="*/ 0 h 146"/>
              <a:gd name="T18" fmla="*/ 121 w 169"/>
              <a:gd name="T19" fmla="*/ 9 h 146"/>
              <a:gd name="T20" fmla="*/ 136 w 169"/>
              <a:gd name="T21" fmla="*/ 25 h 146"/>
              <a:gd name="T22" fmla="*/ 121 w 169"/>
              <a:gd name="T23" fmla="*/ 76 h 146"/>
              <a:gd name="T24" fmla="*/ 118 w 169"/>
              <a:gd name="T25" fmla="*/ 73 h 146"/>
              <a:gd name="T26" fmla="*/ 97 w 169"/>
              <a:gd name="T27" fmla="*/ 52 h 146"/>
              <a:gd name="T28" fmla="*/ 93 w 169"/>
              <a:gd name="T29" fmla="*/ 49 h 146"/>
              <a:gd name="T30" fmla="*/ 73 w 169"/>
              <a:gd name="T31" fmla="*/ 50 h 146"/>
              <a:gd name="T32" fmla="*/ 72 w 169"/>
              <a:gd name="T33" fmla="*/ 73 h 146"/>
              <a:gd name="T34" fmla="*/ 49 w 169"/>
              <a:gd name="T35" fmla="*/ 74 h 146"/>
              <a:gd name="T36" fmla="*/ 48 w 169"/>
              <a:gd name="T37" fmla="*/ 94 h 146"/>
              <a:gd name="T38" fmla="*/ 51 w 169"/>
              <a:gd name="T39" fmla="*/ 97 h 146"/>
              <a:gd name="T40" fmla="*/ 72 w 169"/>
              <a:gd name="T41" fmla="*/ 118 h 146"/>
              <a:gd name="T42" fmla="*/ 75 w 169"/>
              <a:gd name="T43" fmla="*/ 121 h 146"/>
              <a:gd name="T44" fmla="*/ 96 w 169"/>
              <a:gd name="T45" fmla="*/ 120 h 146"/>
              <a:gd name="T46" fmla="*/ 97 w 169"/>
              <a:gd name="T47" fmla="*/ 97 h 146"/>
              <a:gd name="T48" fmla="*/ 120 w 169"/>
              <a:gd name="T49" fmla="*/ 96 h 146"/>
              <a:gd name="T50" fmla="*/ 60 w 169"/>
              <a:gd name="T51" fmla="*/ 25 h 146"/>
              <a:gd name="T52" fmla="*/ 109 w 169"/>
              <a:gd name="T53" fmla="*/ 12 h 146"/>
              <a:gd name="T54" fmla="*/ 60 w 169"/>
              <a:gd name="T55" fmla="*/ 25 h 146"/>
              <a:gd name="T56" fmla="*/ 169 w 169"/>
              <a:gd name="T57" fmla="*/ 124 h 146"/>
              <a:gd name="T58" fmla="*/ 148 w 169"/>
              <a:gd name="T59" fmla="*/ 146 h 146"/>
              <a:gd name="T60" fmla="*/ 145 w 169"/>
              <a:gd name="T61" fmla="*/ 25 h 146"/>
              <a:gd name="T62" fmla="*/ 163 w 169"/>
              <a:gd name="T63" fmla="*/ 31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69" h="146">
                <a:moveTo>
                  <a:pt x="24" y="25"/>
                </a:moveTo>
                <a:cubicBezTo>
                  <a:pt x="24" y="146"/>
                  <a:pt x="24" y="146"/>
                  <a:pt x="24" y="146"/>
                </a:cubicBezTo>
                <a:cubicBezTo>
                  <a:pt x="21" y="146"/>
                  <a:pt x="21" y="146"/>
                  <a:pt x="21" y="146"/>
                </a:cubicBezTo>
                <a:cubicBezTo>
                  <a:pt x="15" y="146"/>
                  <a:pt x="10" y="143"/>
                  <a:pt x="6" y="139"/>
                </a:cubicBezTo>
                <a:cubicBezTo>
                  <a:pt x="2" y="135"/>
                  <a:pt x="0" y="130"/>
                  <a:pt x="0" y="124"/>
                </a:cubicBezTo>
                <a:cubicBezTo>
                  <a:pt x="0" y="46"/>
                  <a:pt x="0" y="46"/>
                  <a:pt x="0" y="46"/>
                </a:cubicBezTo>
                <a:cubicBezTo>
                  <a:pt x="0" y="40"/>
                  <a:pt x="2" y="35"/>
                  <a:pt x="6" y="31"/>
                </a:cubicBezTo>
                <a:cubicBezTo>
                  <a:pt x="10" y="27"/>
                  <a:pt x="15" y="25"/>
                  <a:pt x="21" y="25"/>
                </a:cubicBezTo>
                <a:lnTo>
                  <a:pt x="24" y="25"/>
                </a:lnTo>
                <a:close/>
                <a:moveTo>
                  <a:pt x="136" y="25"/>
                </a:moveTo>
                <a:cubicBezTo>
                  <a:pt x="136" y="146"/>
                  <a:pt x="136" y="146"/>
                  <a:pt x="136" y="146"/>
                </a:cubicBezTo>
                <a:cubicBezTo>
                  <a:pt x="33" y="146"/>
                  <a:pt x="33" y="146"/>
                  <a:pt x="33" y="146"/>
                </a:cubicBezTo>
                <a:cubicBezTo>
                  <a:pt x="33" y="25"/>
                  <a:pt x="33" y="25"/>
                  <a:pt x="33" y="25"/>
                </a:cubicBezTo>
                <a:cubicBezTo>
                  <a:pt x="48" y="25"/>
                  <a:pt x="48" y="25"/>
                  <a:pt x="48" y="25"/>
                </a:cubicBezTo>
                <a:cubicBezTo>
                  <a:pt x="48" y="9"/>
                  <a:pt x="48" y="9"/>
                  <a:pt x="48" y="9"/>
                </a:cubicBezTo>
                <a:cubicBezTo>
                  <a:pt x="48" y="7"/>
                  <a:pt x="49" y="5"/>
                  <a:pt x="51" y="3"/>
                </a:cubicBezTo>
                <a:cubicBezTo>
                  <a:pt x="53" y="1"/>
                  <a:pt x="55" y="0"/>
                  <a:pt x="57" y="0"/>
                </a:cubicBezTo>
                <a:cubicBezTo>
                  <a:pt x="112" y="0"/>
                  <a:pt x="112" y="0"/>
                  <a:pt x="112" y="0"/>
                </a:cubicBezTo>
                <a:cubicBezTo>
                  <a:pt x="114" y="0"/>
                  <a:pt x="116" y="1"/>
                  <a:pt x="118" y="3"/>
                </a:cubicBezTo>
                <a:cubicBezTo>
                  <a:pt x="120" y="5"/>
                  <a:pt x="121" y="7"/>
                  <a:pt x="121" y="9"/>
                </a:cubicBezTo>
                <a:cubicBezTo>
                  <a:pt x="121" y="25"/>
                  <a:pt x="121" y="25"/>
                  <a:pt x="121" y="25"/>
                </a:cubicBezTo>
                <a:lnTo>
                  <a:pt x="136" y="25"/>
                </a:lnTo>
                <a:close/>
                <a:moveTo>
                  <a:pt x="121" y="94"/>
                </a:moveTo>
                <a:cubicBezTo>
                  <a:pt x="121" y="76"/>
                  <a:pt x="121" y="76"/>
                  <a:pt x="121" y="76"/>
                </a:cubicBezTo>
                <a:cubicBezTo>
                  <a:pt x="121" y="75"/>
                  <a:pt x="120" y="74"/>
                  <a:pt x="120" y="74"/>
                </a:cubicBezTo>
                <a:cubicBezTo>
                  <a:pt x="119" y="73"/>
                  <a:pt x="119" y="73"/>
                  <a:pt x="118" y="73"/>
                </a:cubicBezTo>
                <a:cubicBezTo>
                  <a:pt x="97" y="73"/>
                  <a:pt x="97" y="73"/>
                  <a:pt x="97" y="73"/>
                </a:cubicBezTo>
                <a:cubicBezTo>
                  <a:pt x="97" y="52"/>
                  <a:pt x="97" y="52"/>
                  <a:pt x="97" y="52"/>
                </a:cubicBezTo>
                <a:cubicBezTo>
                  <a:pt x="97" y="51"/>
                  <a:pt x="96" y="50"/>
                  <a:pt x="96" y="50"/>
                </a:cubicBezTo>
                <a:cubicBezTo>
                  <a:pt x="95" y="49"/>
                  <a:pt x="94" y="49"/>
                  <a:pt x="93" y="49"/>
                </a:cubicBezTo>
                <a:cubicBezTo>
                  <a:pt x="75" y="49"/>
                  <a:pt x="75" y="49"/>
                  <a:pt x="75" y="49"/>
                </a:cubicBezTo>
                <a:cubicBezTo>
                  <a:pt x="74" y="49"/>
                  <a:pt x="74" y="49"/>
                  <a:pt x="73" y="50"/>
                </a:cubicBezTo>
                <a:cubicBezTo>
                  <a:pt x="73" y="50"/>
                  <a:pt x="72" y="51"/>
                  <a:pt x="72" y="52"/>
                </a:cubicBezTo>
                <a:cubicBezTo>
                  <a:pt x="72" y="73"/>
                  <a:pt x="72" y="73"/>
                  <a:pt x="72" y="73"/>
                </a:cubicBezTo>
                <a:cubicBezTo>
                  <a:pt x="51" y="73"/>
                  <a:pt x="51" y="73"/>
                  <a:pt x="51" y="73"/>
                </a:cubicBezTo>
                <a:cubicBezTo>
                  <a:pt x="50" y="73"/>
                  <a:pt x="50" y="73"/>
                  <a:pt x="49" y="74"/>
                </a:cubicBezTo>
                <a:cubicBezTo>
                  <a:pt x="48" y="74"/>
                  <a:pt x="48" y="75"/>
                  <a:pt x="48" y="76"/>
                </a:cubicBezTo>
                <a:cubicBezTo>
                  <a:pt x="48" y="94"/>
                  <a:pt x="48" y="94"/>
                  <a:pt x="48" y="94"/>
                </a:cubicBezTo>
                <a:cubicBezTo>
                  <a:pt x="48" y="95"/>
                  <a:pt x="48" y="96"/>
                  <a:pt x="49" y="96"/>
                </a:cubicBezTo>
                <a:cubicBezTo>
                  <a:pt x="50" y="97"/>
                  <a:pt x="50" y="97"/>
                  <a:pt x="51" y="97"/>
                </a:cubicBezTo>
                <a:cubicBezTo>
                  <a:pt x="72" y="97"/>
                  <a:pt x="72" y="97"/>
                  <a:pt x="72" y="97"/>
                </a:cubicBezTo>
                <a:cubicBezTo>
                  <a:pt x="72" y="118"/>
                  <a:pt x="72" y="118"/>
                  <a:pt x="72" y="118"/>
                </a:cubicBezTo>
                <a:cubicBezTo>
                  <a:pt x="72" y="119"/>
                  <a:pt x="73" y="120"/>
                  <a:pt x="73" y="120"/>
                </a:cubicBezTo>
                <a:cubicBezTo>
                  <a:pt x="74" y="121"/>
                  <a:pt x="74" y="121"/>
                  <a:pt x="75" y="121"/>
                </a:cubicBezTo>
                <a:cubicBezTo>
                  <a:pt x="93" y="121"/>
                  <a:pt x="93" y="121"/>
                  <a:pt x="93" y="121"/>
                </a:cubicBezTo>
                <a:cubicBezTo>
                  <a:pt x="94" y="121"/>
                  <a:pt x="95" y="121"/>
                  <a:pt x="96" y="120"/>
                </a:cubicBezTo>
                <a:cubicBezTo>
                  <a:pt x="96" y="120"/>
                  <a:pt x="97" y="119"/>
                  <a:pt x="97" y="118"/>
                </a:cubicBezTo>
                <a:cubicBezTo>
                  <a:pt x="97" y="97"/>
                  <a:pt x="97" y="97"/>
                  <a:pt x="97" y="97"/>
                </a:cubicBezTo>
                <a:cubicBezTo>
                  <a:pt x="118" y="97"/>
                  <a:pt x="118" y="97"/>
                  <a:pt x="118" y="97"/>
                </a:cubicBezTo>
                <a:cubicBezTo>
                  <a:pt x="119" y="97"/>
                  <a:pt x="119" y="97"/>
                  <a:pt x="120" y="96"/>
                </a:cubicBezTo>
                <a:cubicBezTo>
                  <a:pt x="120" y="96"/>
                  <a:pt x="121" y="95"/>
                  <a:pt x="121" y="94"/>
                </a:cubicBezTo>
                <a:close/>
                <a:moveTo>
                  <a:pt x="60" y="25"/>
                </a:moveTo>
                <a:cubicBezTo>
                  <a:pt x="109" y="25"/>
                  <a:pt x="109" y="25"/>
                  <a:pt x="109" y="25"/>
                </a:cubicBezTo>
                <a:cubicBezTo>
                  <a:pt x="109" y="12"/>
                  <a:pt x="109" y="12"/>
                  <a:pt x="109" y="12"/>
                </a:cubicBezTo>
                <a:cubicBezTo>
                  <a:pt x="60" y="12"/>
                  <a:pt x="60" y="12"/>
                  <a:pt x="60" y="12"/>
                </a:cubicBezTo>
                <a:lnTo>
                  <a:pt x="60" y="25"/>
                </a:lnTo>
                <a:close/>
                <a:moveTo>
                  <a:pt x="169" y="46"/>
                </a:moveTo>
                <a:cubicBezTo>
                  <a:pt x="169" y="124"/>
                  <a:pt x="169" y="124"/>
                  <a:pt x="169" y="124"/>
                </a:cubicBezTo>
                <a:cubicBezTo>
                  <a:pt x="169" y="130"/>
                  <a:pt x="167" y="135"/>
                  <a:pt x="163" y="139"/>
                </a:cubicBezTo>
                <a:cubicBezTo>
                  <a:pt x="159" y="143"/>
                  <a:pt x="154" y="146"/>
                  <a:pt x="148" y="146"/>
                </a:cubicBezTo>
                <a:cubicBezTo>
                  <a:pt x="145" y="146"/>
                  <a:pt x="145" y="146"/>
                  <a:pt x="145" y="146"/>
                </a:cubicBezTo>
                <a:cubicBezTo>
                  <a:pt x="145" y="25"/>
                  <a:pt x="145" y="25"/>
                  <a:pt x="145" y="25"/>
                </a:cubicBezTo>
                <a:cubicBezTo>
                  <a:pt x="148" y="25"/>
                  <a:pt x="148" y="25"/>
                  <a:pt x="148" y="25"/>
                </a:cubicBezTo>
                <a:cubicBezTo>
                  <a:pt x="154" y="25"/>
                  <a:pt x="159" y="27"/>
                  <a:pt x="163" y="31"/>
                </a:cubicBezTo>
                <a:cubicBezTo>
                  <a:pt x="167" y="35"/>
                  <a:pt x="169" y="40"/>
                  <a:pt x="169" y="4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25" name="Freeform 228"/>
          <p:cNvSpPr>
            <a:spLocks/>
          </p:cNvSpPr>
          <p:nvPr/>
        </p:nvSpPr>
        <p:spPr bwMode="auto">
          <a:xfrm>
            <a:off x="8781163" y="3574874"/>
            <a:ext cx="259332" cy="155599"/>
          </a:xfrm>
          <a:custGeom>
            <a:avLst/>
            <a:gdLst>
              <a:gd name="T0" fmla="*/ 154 w 181"/>
              <a:gd name="T1" fmla="*/ 63 h 108"/>
              <a:gd name="T2" fmla="*/ 121 w 181"/>
              <a:gd name="T3" fmla="*/ 66 h 108"/>
              <a:gd name="T4" fmla="*/ 100 w 181"/>
              <a:gd name="T5" fmla="*/ 72 h 108"/>
              <a:gd name="T6" fmla="*/ 94 w 181"/>
              <a:gd name="T7" fmla="*/ 72 h 108"/>
              <a:gd name="T8" fmla="*/ 66 w 181"/>
              <a:gd name="T9" fmla="*/ 105 h 108"/>
              <a:gd name="T10" fmla="*/ 72 w 181"/>
              <a:gd name="T11" fmla="*/ 105 h 108"/>
              <a:gd name="T12" fmla="*/ 77 w 181"/>
              <a:gd name="T13" fmla="*/ 106 h 108"/>
              <a:gd name="T14" fmla="*/ 79 w 181"/>
              <a:gd name="T15" fmla="*/ 107 h 108"/>
              <a:gd name="T16" fmla="*/ 77 w 181"/>
              <a:gd name="T17" fmla="*/ 108 h 108"/>
              <a:gd name="T18" fmla="*/ 72 w 181"/>
              <a:gd name="T19" fmla="*/ 108 h 108"/>
              <a:gd name="T20" fmla="*/ 63 w 181"/>
              <a:gd name="T21" fmla="*/ 108 h 108"/>
              <a:gd name="T22" fmla="*/ 48 w 181"/>
              <a:gd name="T23" fmla="*/ 108 h 108"/>
              <a:gd name="T24" fmla="*/ 42 w 181"/>
              <a:gd name="T25" fmla="*/ 108 h 108"/>
              <a:gd name="T26" fmla="*/ 42 w 181"/>
              <a:gd name="T27" fmla="*/ 105 h 108"/>
              <a:gd name="T28" fmla="*/ 48 w 181"/>
              <a:gd name="T29" fmla="*/ 105 h 108"/>
              <a:gd name="T30" fmla="*/ 48 w 181"/>
              <a:gd name="T31" fmla="*/ 66 h 108"/>
              <a:gd name="T32" fmla="*/ 33 w 181"/>
              <a:gd name="T33" fmla="*/ 66 h 108"/>
              <a:gd name="T34" fmla="*/ 15 w 181"/>
              <a:gd name="T35" fmla="*/ 87 h 108"/>
              <a:gd name="T36" fmla="*/ 6 w 181"/>
              <a:gd name="T37" fmla="*/ 87 h 108"/>
              <a:gd name="T38" fmla="*/ 3 w 181"/>
              <a:gd name="T39" fmla="*/ 84 h 108"/>
              <a:gd name="T40" fmla="*/ 3 w 181"/>
              <a:gd name="T41" fmla="*/ 66 h 108"/>
              <a:gd name="T42" fmla="*/ 6 w 181"/>
              <a:gd name="T43" fmla="*/ 66 h 108"/>
              <a:gd name="T44" fmla="*/ 6 w 181"/>
              <a:gd name="T45" fmla="*/ 63 h 108"/>
              <a:gd name="T46" fmla="*/ 18 w 181"/>
              <a:gd name="T47" fmla="*/ 63 h 108"/>
              <a:gd name="T48" fmla="*/ 18 w 181"/>
              <a:gd name="T49" fmla="*/ 62 h 108"/>
              <a:gd name="T50" fmla="*/ 0 w 181"/>
              <a:gd name="T51" fmla="*/ 60 h 108"/>
              <a:gd name="T52" fmla="*/ 0 w 181"/>
              <a:gd name="T53" fmla="*/ 48 h 108"/>
              <a:gd name="T54" fmla="*/ 18 w 181"/>
              <a:gd name="T55" fmla="*/ 46 h 108"/>
              <a:gd name="T56" fmla="*/ 18 w 181"/>
              <a:gd name="T57" fmla="*/ 45 h 108"/>
              <a:gd name="T58" fmla="*/ 6 w 181"/>
              <a:gd name="T59" fmla="*/ 45 h 108"/>
              <a:gd name="T60" fmla="*/ 6 w 181"/>
              <a:gd name="T61" fmla="*/ 42 h 108"/>
              <a:gd name="T62" fmla="*/ 3 w 181"/>
              <a:gd name="T63" fmla="*/ 42 h 108"/>
              <a:gd name="T64" fmla="*/ 3 w 181"/>
              <a:gd name="T65" fmla="*/ 24 h 108"/>
              <a:gd name="T66" fmla="*/ 6 w 181"/>
              <a:gd name="T67" fmla="*/ 21 h 108"/>
              <a:gd name="T68" fmla="*/ 15 w 181"/>
              <a:gd name="T69" fmla="*/ 21 h 108"/>
              <a:gd name="T70" fmla="*/ 33 w 181"/>
              <a:gd name="T71" fmla="*/ 42 h 108"/>
              <a:gd name="T72" fmla="*/ 48 w 181"/>
              <a:gd name="T73" fmla="*/ 42 h 108"/>
              <a:gd name="T74" fmla="*/ 48 w 181"/>
              <a:gd name="T75" fmla="*/ 3 h 108"/>
              <a:gd name="T76" fmla="*/ 42 w 181"/>
              <a:gd name="T77" fmla="*/ 3 h 108"/>
              <a:gd name="T78" fmla="*/ 42 w 181"/>
              <a:gd name="T79" fmla="*/ 0 h 108"/>
              <a:gd name="T80" fmla="*/ 48 w 181"/>
              <a:gd name="T81" fmla="*/ 0 h 108"/>
              <a:gd name="T82" fmla="*/ 63 w 181"/>
              <a:gd name="T83" fmla="*/ 0 h 108"/>
              <a:gd name="T84" fmla="*/ 72 w 181"/>
              <a:gd name="T85" fmla="*/ 0 h 108"/>
              <a:gd name="T86" fmla="*/ 77 w 181"/>
              <a:gd name="T87" fmla="*/ 0 h 108"/>
              <a:gd name="T88" fmla="*/ 79 w 181"/>
              <a:gd name="T89" fmla="*/ 1 h 108"/>
              <a:gd name="T90" fmla="*/ 77 w 181"/>
              <a:gd name="T91" fmla="*/ 2 h 108"/>
              <a:gd name="T92" fmla="*/ 72 w 181"/>
              <a:gd name="T93" fmla="*/ 3 h 108"/>
              <a:gd name="T94" fmla="*/ 66 w 181"/>
              <a:gd name="T95" fmla="*/ 3 h 108"/>
              <a:gd name="T96" fmla="*/ 94 w 181"/>
              <a:gd name="T97" fmla="*/ 36 h 108"/>
              <a:gd name="T98" fmla="*/ 100 w 181"/>
              <a:gd name="T99" fmla="*/ 36 h 108"/>
              <a:gd name="T100" fmla="*/ 121 w 181"/>
              <a:gd name="T101" fmla="*/ 42 h 108"/>
              <a:gd name="T102" fmla="*/ 154 w 181"/>
              <a:gd name="T103" fmla="*/ 45 h 108"/>
              <a:gd name="T104" fmla="*/ 181 w 181"/>
              <a:gd name="T105" fmla="*/ 54 h 108"/>
              <a:gd name="T106" fmla="*/ 181 w 181"/>
              <a:gd name="T107" fmla="*/ 54 h 108"/>
              <a:gd name="T108" fmla="*/ 154 w 181"/>
              <a:gd name="T109" fmla="*/ 63 h 1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81" h="108">
                <a:moveTo>
                  <a:pt x="154" y="63"/>
                </a:moveTo>
                <a:cubicBezTo>
                  <a:pt x="121" y="66"/>
                  <a:pt x="121" y="66"/>
                  <a:pt x="121" y="66"/>
                </a:cubicBezTo>
                <a:cubicBezTo>
                  <a:pt x="100" y="72"/>
                  <a:pt x="100" y="72"/>
                  <a:pt x="100" y="72"/>
                </a:cubicBezTo>
                <a:cubicBezTo>
                  <a:pt x="94" y="72"/>
                  <a:pt x="94" y="72"/>
                  <a:pt x="94" y="72"/>
                </a:cubicBezTo>
                <a:cubicBezTo>
                  <a:pt x="66" y="105"/>
                  <a:pt x="66" y="105"/>
                  <a:pt x="66" y="105"/>
                </a:cubicBezTo>
                <a:cubicBezTo>
                  <a:pt x="72" y="105"/>
                  <a:pt x="72" y="105"/>
                  <a:pt x="72" y="105"/>
                </a:cubicBezTo>
                <a:cubicBezTo>
                  <a:pt x="74" y="105"/>
                  <a:pt x="76" y="106"/>
                  <a:pt x="77" y="106"/>
                </a:cubicBezTo>
                <a:cubicBezTo>
                  <a:pt x="78" y="106"/>
                  <a:pt x="79" y="106"/>
                  <a:pt x="79" y="107"/>
                </a:cubicBezTo>
                <a:cubicBezTo>
                  <a:pt x="79" y="107"/>
                  <a:pt x="78" y="108"/>
                  <a:pt x="77" y="108"/>
                </a:cubicBezTo>
                <a:cubicBezTo>
                  <a:pt x="76" y="108"/>
                  <a:pt x="74" y="108"/>
                  <a:pt x="72" y="108"/>
                </a:cubicBezTo>
                <a:cubicBezTo>
                  <a:pt x="63" y="108"/>
                  <a:pt x="63" y="108"/>
                  <a:pt x="63" y="108"/>
                </a:cubicBezTo>
                <a:cubicBezTo>
                  <a:pt x="48" y="108"/>
                  <a:pt x="48" y="108"/>
                  <a:pt x="48" y="108"/>
                </a:cubicBezTo>
                <a:cubicBezTo>
                  <a:pt x="42" y="108"/>
                  <a:pt x="42" y="108"/>
                  <a:pt x="42" y="108"/>
                </a:cubicBezTo>
                <a:cubicBezTo>
                  <a:pt x="42" y="105"/>
                  <a:pt x="42" y="105"/>
                  <a:pt x="42" y="105"/>
                </a:cubicBezTo>
                <a:cubicBezTo>
                  <a:pt x="48" y="105"/>
                  <a:pt x="48" y="105"/>
                  <a:pt x="48" y="105"/>
                </a:cubicBezTo>
                <a:cubicBezTo>
                  <a:pt x="48" y="66"/>
                  <a:pt x="48" y="66"/>
                  <a:pt x="48" y="66"/>
                </a:cubicBezTo>
                <a:cubicBezTo>
                  <a:pt x="33" y="66"/>
                  <a:pt x="33" y="66"/>
                  <a:pt x="33" y="66"/>
                </a:cubicBezTo>
                <a:cubicBezTo>
                  <a:pt x="15" y="87"/>
                  <a:pt x="15" y="87"/>
                  <a:pt x="15" y="87"/>
                </a:cubicBezTo>
                <a:cubicBezTo>
                  <a:pt x="6" y="87"/>
                  <a:pt x="6" y="87"/>
                  <a:pt x="6" y="87"/>
                </a:cubicBezTo>
                <a:cubicBezTo>
                  <a:pt x="3" y="84"/>
                  <a:pt x="3" y="84"/>
                  <a:pt x="3" y="84"/>
                </a:cubicBezTo>
                <a:cubicBezTo>
                  <a:pt x="3" y="66"/>
                  <a:pt x="3" y="66"/>
                  <a:pt x="3" y="66"/>
                </a:cubicBezTo>
                <a:cubicBezTo>
                  <a:pt x="6" y="66"/>
                  <a:pt x="6" y="66"/>
                  <a:pt x="6" y="66"/>
                </a:cubicBezTo>
                <a:cubicBezTo>
                  <a:pt x="6" y="63"/>
                  <a:pt x="6" y="63"/>
                  <a:pt x="6" y="63"/>
                </a:cubicBezTo>
                <a:cubicBezTo>
                  <a:pt x="18" y="63"/>
                  <a:pt x="18" y="63"/>
                  <a:pt x="18" y="63"/>
                </a:cubicBezTo>
                <a:cubicBezTo>
                  <a:pt x="18" y="62"/>
                  <a:pt x="18" y="62"/>
                  <a:pt x="18" y="62"/>
                </a:cubicBezTo>
                <a:cubicBezTo>
                  <a:pt x="0" y="60"/>
                  <a:pt x="0" y="60"/>
                  <a:pt x="0" y="60"/>
                </a:cubicBezTo>
                <a:cubicBezTo>
                  <a:pt x="0" y="48"/>
                  <a:pt x="0" y="48"/>
                  <a:pt x="0" y="48"/>
                </a:cubicBezTo>
                <a:cubicBezTo>
                  <a:pt x="18" y="46"/>
                  <a:pt x="18" y="46"/>
                  <a:pt x="18" y="46"/>
                </a:cubicBezTo>
                <a:cubicBezTo>
                  <a:pt x="18" y="45"/>
                  <a:pt x="18" y="45"/>
                  <a:pt x="18" y="45"/>
                </a:cubicBezTo>
                <a:cubicBezTo>
                  <a:pt x="6" y="45"/>
                  <a:pt x="6" y="45"/>
                  <a:pt x="6" y="45"/>
                </a:cubicBezTo>
                <a:cubicBezTo>
                  <a:pt x="6" y="42"/>
                  <a:pt x="6" y="42"/>
                  <a:pt x="6" y="42"/>
                </a:cubicBezTo>
                <a:cubicBezTo>
                  <a:pt x="3" y="42"/>
                  <a:pt x="3" y="42"/>
                  <a:pt x="3" y="42"/>
                </a:cubicBezTo>
                <a:cubicBezTo>
                  <a:pt x="3" y="24"/>
                  <a:pt x="3" y="24"/>
                  <a:pt x="3" y="24"/>
                </a:cubicBezTo>
                <a:cubicBezTo>
                  <a:pt x="6" y="21"/>
                  <a:pt x="6" y="21"/>
                  <a:pt x="6" y="21"/>
                </a:cubicBezTo>
                <a:cubicBezTo>
                  <a:pt x="15" y="21"/>
                  <a:pt x="15" y="21"/>
                  <a:pt x="15" y="21"/>
                </a:cubicBezTo>
                <a:cubicBezTo>
                  <a:pt x="33" y="42"/>
                  <a:pt x="33" y="42"/>
                  <a:pt x="33" y="42"/>
                </a:cubicBezTo>
                <a:cubicBezTo>
                  <a:pt x="48" y="42"/>
                  <a:pt x="48" y="42"/>
                  <a:pt x="48" y="42"/>
                </a:cubicBezTo>
                <a:cubicBezTo>
                  <a:pt x="48" y="3"/>
                  <a:pt x="48" y="3"/>
                  <a:pt x="48" y="3"/>
                </a:cubicBezTo>
                <a:cubicBezTo>
                  <a:pt x="42" y="3"/>
                  <a:pt x="42" y="3"/>
                  <a:pt x="42" y="3"/>
                </a:cubicBezTo>
                <a:cubicBezTo>
                  <a:pt x="42" y="0"/>
                  <a:pt x="42" y="0"/>
                  <a:pt x="42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63" y="0"/>
                  <a:pt x="63" y="0"/>
                  <a:pt x="63" y="0"/>
                </a:cubicBezTo>
                <a:cubicBezTo>
                  <a:pt x="72" y="0"/>
                  <a:pt x="72" y="0"/>
                  <a:pt x="72" y="0"/>
                </a:cubicBezTo>
                <a:cubicBezTo>
                  <a:pt x="74" y="0"/>
                  <a:pt x="76" y="0"/>
                  <a:pt x="77" y="0"/>
                </a:cubicBezTo>
                <a:cubicBezTo>
                  <a:pt x="78" y="0"/>
                  <a:pt x="79" y="1"/>
                  <a:pt x="79" y="1"/>
                </a:cubicBezTo>
                <a:cubicBezTo>
                  <a:pt x="79" y="1"/>
                  <a:pt x="78" y="2"/>
                  <a:pt x="77" y="2"/>
                </a:cubicBezTo>
                <a:cubicBezTo>
                  <a:pt x="76" y="2"/>
                  <a:pt x="74" y="3"/>
                  <a:pt x="72" y="3"/>
                </a:cubicBezTo>
                <a:cubicBezTo>
                  <a:pt x="66" y="3"/>
                  <a:pt x="66" y="3"/>
                  <a:pt x="66" y="3"/>
                </a:cubicBezTo>
                <a:cubicBezTo>
                  <a:pt x="94" y="36"/>
                  <a:pt x="94" y="36"/>
                  <a:pt x="94" y="36"/>
                </a:cubicBezTo>
                <a:cubicBezTo>
                  <a:pt x="100" y="36"/>
                  <a:pt x="100" y="36"/>
                  <a:pt x="100" y="36"/>
                </a:cubicBezTo>
                <a:cubicBezTo>
                  <a:pt x="121" y="42"/>
                  <a:pt x="121" y="42"/>
                  <a:pt x="121" y="42"/>
                </a:cubicBezTo>
                <a:cubicBezTo>
                  <a:pt x="154" y="45"/>
                  <a:pt x="154" y="45"/>
                  <a:pt x="154" y="45"/>
                </a:cubicBezTo>
                <a:cubicBezTo>
                  <a:pt x="171" y="49"/>
                  <a:pt x="180" y="51"/>
                  <a:pt x="181" y="54"/>
                </a:cubicBezTo>
                <a:cubicBezTo>
                  <a:pt x="181" y="54"/>
                  <a:pt x="181" y="54"/>
                  <a:pt x="181" y="54"/>
                </a:cubicBezTo>
                <a:cubicBezTo>
                  <a:pt x="181" y="56"/>
                  <a:pt x="172" y="59"/>
                  <a:pt x="154" y="6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26" name="Freeform 229"/>
          <p:cNvSpPr>
            <a:spLocks noEditPoints="1"/>
          </p:cNvSpPr>
          <p:nvPr/>
        </p:nvSpPr>
        <p:spPr bwMode="auto">
          <a:xfrm>
            <a:off x="9113971" y="3538136"/>
            <a:ext cx="216111" cy="192339"/>
          </a:xfrm>
          <a:custGeom>
            <a:avLst/>
            <a:gdLst>
              <a:gd name="T0" fmla="*/ 151 w 151"/>
              <a:gd name="T1" fmla="*/ 115 h 133"/>
              <a:gd name="T2" fmla="*/ 151 w 151"/>
              <a:gd name="T3" fmla="*/ 133 h 133"/>
              <a:gd name="T4" fmla="*/ 43 w 151"/>
              <a:gd name="T5" fmla="*/ 133 h 133"/>
              <a:gd name="T6" fmla="*/ 43 w 151"/>
              <a:gd name="T7" fmla="*/ 115 h 133"/>
              <a:gd name="T8" fmla="*/ 55 w 151"/>
              <a:gd name="T9" fmla="*/ 97 h 133"/>
              <a:gd name="T10" fmla="*/ 43 w 151"/>
              <a:gd name="T11" fmla="*/ 97 h 133"/>
              <a:gd name="T12" fmla="*/ 17 w 151"/>
              <a:gd name="T13" fmla="*/ 87 h 133"/>
              <a:gd name="T14" fmla="*/ 6 w 151"/>
              <a:gd name="T15" fmla="*/ 61 h 133"/>
              <a:gd name="T16" fmla="*/ 6 w 151"/>
              <a:gd name="T17" fmla="*/ 31 h 133"/>
              <a:gd name="T18" fmla="*/ 0 w 151"/>
              <a:gd name="T19" fmla="*/ 25 h 133"/>
              <a:gd name="T20" fmla="*/ 3 w 151"/>
              <a:gd name="T21" fmla="*/ 12 h 133"/>
              <a:gd name="T22" fmla="*/ 49 w 151"/>
              <a:gd name="T23" fmla="*/ 12 h 133"/>
              <a:gd name="T24" fmla="*/ 52 w 151"/>
              <a:gd name="T25" fmla="*/ 0 h 133"/>
              <a:gd name="T26" fmla="*/ 142 w 151"/>
              <a:gd name="T27" fmla="*/ 0 h 133"/>
              <a:gd name="T28" fmla="*/ 145 w 151"/>
              <a:gd name="T29" fmla="*/ 18 h 133"/>
              <a:gd name="T30" fmla="*/ 139 w 151"/>
              <a:gd name="T31" fmla="*/ 22 h 133"/>
              <a:gd name="T32" fmla="*/ 139 w 151"/>
              <a:gd name="T33" fmla="*/ 97 h 133"/>
              <a:gd name="T34" fmla="*/ 151 w 151"/>
              <a:gd name="T35" fmla="*/ 115 h 133"/>
              <a:gd name="T36" fmla="*/ 55 w 151"/>
              <a:gd name="T37" fmla="*/ 73 h 133"/>
              <a:gd name="T38" fmla="*/ 55 w 151"/>
              <a:gd name="T39" fmla="*/ 37 h 133"/>
              <a:gd name="T40" fmla="*/ 30 w 151"/>
              <a:gd name="T41" fmla="*/ 37 h 133"/>
              <a:gd name="T42" fmla="*/ 30 w 151"/>
              <a:gd name="T43" fmla="*/ 61 h 133"/>
              <a:gd name="T44" fmla="*/ 34 w 151"/>
              <a:gd name="T45" fmla="*/ 69 h 133"/>
              <a:gd name="T46" fmla="*/ 43 w 151"/>
              <a:gd name="T47" fmla="*/ 73 h 133"/>
              <a:gd name="T48" fmla="*/ 55 w 151"/>
              <a:gd name="T49" fmla="*/ 73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51" h="133">
                <a:moveTo>
                  <a:pt x="151" y="115"/>
                </a:moveTo>
                <a:cubicBezTo>
                  <a:pt x="151" y="133"/>
                  <a:pt x="151" y="133"/>
                  <a:pt x="151" y="133"/>
                </a:cubicBezTo>
                <a:cubicBezTo>
                  <a:pt x="43" y="133"/>
                  <a:pt x="43" y="133"/>
                  <a:pt x="43" y="133"/>
                </a:cubicBezTo>
                <a:cubicBezTo>
                  <a:pt x="43" y="115"/>
                  <a:pt x="43" y="115"/>
                  <a:pt x="43" y="115"/>
                </a:cubicBezTo>
                <a:cubicBezTo>
                  <a:pt x="55" y="97"/>
                  <a:pt x="55" y="97"/>
                  <a:pt x="55" y="97"/>
                </a:cubicBezTo>
                <a:cubicBezTo>
                  <a:pt x="43" y="97"/>
                  <a:pt x="43" y="97"/>
                  <a:pt x="43" y="97"/>
                </a:cubicBezTo>
                <a:cubicBezTo>
                  <a:pt x="33" y="97"/>
                  <a:pt x="24" y="94"/>
                  <a:pt x="17" y="87"/>
                </a:cubicBezTo>
                <a:cubicBezTo>
                  <a:pt x="10" y="79"/>
                  <a:pt x="6" y="71"/>
                  <a:pt x="6" y="61"/>
                </a:cubicBezTo>
                <a:cubicBezTo>
                  <a:pt x="6" y="31"/>
                  <a:pt x="6" y="31"/>
                  <a:pt x="6" y="31"/>
                </a:cubicBezTo>
                <a:cubicBezTo>
                  <a:pt x="0" y="25"/>
                  <a:pt x="0" y="25"/>
                  <a:pt x="0" y="25"/>
                </a:cubicBezTo>
                <a:cubicBezTo>
                  <a:pt x="3" y="12"/>
                  <a:pt x="3" y="12"/>
                  <a:pt x="3" y="12"/>
                </a:cubicBezTo>
                <a:cubicBezTo>
                  <a:pt x="49" y="12"/>
                  <a:pt x="49" y="12"/>
                  <a:pt x="49" y="12"/>
                </a:cubicBezTo>
                <a:cubicBezTo>
                  <a:pt x="52" y="0"/>
                  <a:pt x="52" y="0"/>
                  <a:pt x="52" y="0"/>
                </a:cubicBezTo>
                <a:cubicBezTo>
                  <a:pt x="142" y="0"/>
                  <a:pt x="142" y="0"/>
                  <a:pt x="142" y="0"/>
                </a:cubicBezTo>
                <a:cubicBezTo>
                  <a:pt x="145" y="18"/>
                  <a:pt x="145" y="18"/>
                  <a:pt x="145" y="18"/>
                </a:cubicBezTo>
                <a:cubicBezTo>
                  <a:pt x="139" y="22"/>
                  <a:pt x="139" y="22"/>
                  <a:pt x="139" y="22"/>
                </a:cubicBezTo>
                <a:cubicBezTo>
                  <a:pt x="139" y="97"/>
                  <a:pt x="139" y="97"/>
                  <a:pt x="139" y="97"/>
                </a:cubicBezTo>
                <a:lnTo>
                  <a:pt x="151" y="115"/>
                </a:lnTo>
                <a:close/>
                <a:moveTo>
                  <a:pt x="55" y="73"/>
                </a:moveTo>
                <a:cubicBezTo>
                  <a:pt x="55" y="37"/>
                  <a:pt x="55" y="37"/>
                  <a:pt x="55" y="37"/>
                </a:cubicBezTo>
                <a:cubicBezTo>
                  <a:pt x="30" y="37"/>
                  <a:pt x="30" y="37"/>
                  <a:pt x="30" y="37"/>
                </a:cubicBezTo>
                <a:cubicBezTo>
                  <a:pt x="30" y="61"/>
                  <a:pt x="30" y="61"/>
                  <a:pt x="30" y="61"/>
                </a:cubicBezTo>
                <a:cubicBezTo>
                  <a:pt x="30" y="64"/>
                  <a:pt x="32" y="67"/>
                  <a:pt x="34" y="69"/>
                </a:cubicBezTo>
                <a:cubicBezTo>
                  <a:pt x="36" y="72"/>
                  <a:pt x="39" y="73"/>
                  <a:pt x="43" y="73"/>
                </a:cubicBezTo>
                <a:lnTo>
                  <a:pt x="55" y="7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27" name="Freeform 230"/>
          <p:cNvSpPr>
            <a:spLocks noEditPoints="1"/>
          </p:cNvSpPr>
          <p:nvPr/>
        </p:nvSpPr>
        <p:spPr bwMode="auto">
          <a:xfrm>
            <a:off x="9394913" y="3538136"/>
            <a:ext cx="207464" cy="209627"/>
          </a:xfrm>
          <a:custGeom>
            <a:avLst/>
            <a:gdLst>
              <a:gd name="T0" fmla="*/ 145 w 145"/>
              <a:gd name="T1" fmla="*/ 28 h 146"/>
              <a:gd name="T2" fmla="*/ 145 w 145"/>
              <a:gd name="T3" fmla="*/ 118 h 146"/>
              <a:gd name="T4" fmla="*/ 137 w 145"/>
              <a:gd name="T5" fmla="*/ 138 h 146"/>
              <a:gd name="T6" fmla="*/ 118 w 145"/>
              <a:gd name="T7" fmla="*/ 146 h 146"/>
              <a:gd name="T8" fmla="*/ 27 w 145"/>
              <a:gd name="T9" fmla="*/ 146 h 146"/>
              <a:gd name="T10" fmla="*/ 8 w 145"/>
              <a:gd name="T11" fmla="*/ 138 h 146"/>
              <a:gd name="T12" fmla="*/ 0 w 145"/>
              <a:gd name="T13" fmla="*/ 118 h 146"/>
              <a:gd name="T14" fmla="*/ 0 w 145"/>
              <a:gd name="T15" fmla="*/ 28 h 146"/>
              <a:gd name="T16" fmla="*/ 8 w 145"/>
              <a:gd name="T17" fmla="*/ 8 h 146"/>
              <a:gd name="T18" fmla="*/ 27 w 145"/>
              <a:gd name="T19" fmla="*/ 0 h 146"/>
              <a:gd name="T20" fmla="*/ 118 w 145"/>
              <a:gd name="T21" fmla="*/ 0 h 146"/>
              <a:gd name="T22" fmla="*/ 137 w 145"/>
              <a:gd name="T23" fmla="*/ 8 h 146"/>
              <a:gd name="T24" fmla="*/ 145 w 145"/>
              <a:gd name="T25" fmla="*/ 28 h 146"/>
              <a:gd name="T26" fmla="*/ 121 w 145"/>
              <a:gd name="T27" fmla="*/ 115 h 146"/>
              <a:gd name="T28" fmla="*/ 121 w 145"/>
              <a:gd name="T29" fmla="*/ 31 h 146"/>
              <a:gd name="T30" fmla="*/ 119 w 145"/>
              <a:gd name="T31" fmla="*/ 26 h 146"/>
              <a:gd name="T32" fmla="*/ 115 w 145"/>
              <a:gd name="T33" fmla="*/ 25 h 146"/>
              <a:gd name="T34" fmla="*/ 103 w 145"/>
              <a:gd name="T35" fmla="*/ 25 h 146"/>
              <a:gd name="T36" fmla="*/ 99 w 145"/>
              <a:gd name="T37" fmla="*/ 26 h 146"/>
              <a:gd name="T38" fmla="*/ 97 w 145"/>
              <a:gd name="T39" fmla="*/ 31 h 146"/>
              <a:gd name="T40" fmla="*/ 97 w 145"/>
              <a:gd name="T41" fmla="*/ 61 h 146"/>
              <a:gd name="T42" fmla="*/ 49 w 145"/>
              <a:gd name="T43" fmla="*/ 61 h 146"/>
              <a:gd name="T44" fmla="*/ 49 w 145"/>
              <a:gd name="T45" fmla="*/ 31 h 146"/>
              <a:gd name="T46" fmla="*/ 47 w 145"/>
              <a:gd name="T47" fmla="*/ 26 h 146"/>
              <a:gd name="T48" fmla="*/ 43 w 145"/>
              <a:gd name="T49" fmla="*/ 25 h 146"/>
              <a:gd name="T50" fmla="*/ 30 w 145"/>
              <a:gd name="T51" fmla="*/ 25 h 146"/>
              <a:gd name="T52" fmla="*/ 26 w 145"/>
              <a:gd name="T53" fmla="*/ 26 h 146"/>
              <a:gd name="T54" fmla="*/ 24 w 145"/>
              <a:gd name="T55" fmla="*/ 31 h 146"/>
              <a:gd name="T56" fmla="*/ 24 w 145"/>
              <a:gd name="T57" fmla="*/ 115 h 146"/>
              <a:gd name="T58" fmla="*/ 26 w 145"/>
              <a:gd name="T59" fmla="*/ 120 h 146"/>
              <a:gd name="T60" fmla="*/ 30 w 145"/>
              <a:gd name="T61" fmla="*/ 121 h 146"/>
              <a:gd name="T62" fmla="*/ 43 w 145"/>
              <a:gd name="T63" fmla="*/ 121 h 146"/>
              <a:gd name="T64" fmla="*/ 47 w 145"/>
              <a:gd name="T65" fmla="*/ 120 h 146"/>
              <a:gd name="T66" fmla="*/ 49 w 145"/>
              <a:gd name="T67" fmla="*/ 115 h 146"/>
              <a:gd name="T68" fmla="*/ 49 w 145"/>
              <a:gd name="T69" fmla="*/ 85 h 146"/>
              <a:gd name="T70" fmla="*/ 97 w 145"/>
              <a:gd name="T71" fmla="*/ 85 h 146"/>
              <a:gd name="T72" fmla="*/ 97 w 145"/>
              <a:gd name="T73" fmla="*/ 115 h 146"/>
              <a:gd name="T74" fmla="*/ 99 w 145"/>
              <a:gd name="T75" fmla="*/ 120 h 146"/>
              <a:gd name="T76" fmla="*/ 103 w 145"/>
              <a:gd name="T77" fmla="*/ 121 h 146"/>
              <a:gd name="T78" fmla="*/ 115 w 145"/>
              <a:gd name="T79" fmla="*/ 121 h 146"/>
              <a:gd name="T80" fmla="*/ 119 w 145"/>
              <a:gd name="T81" fmla="*/ 120 h 146"/>
              <a:gd name="T82" fmla="*/ 121 w 145"/>
              <a:gd name="T83" fmla="*/ 115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45" h="146">
                <a:moveTo>
                  <a:pt x="145" y="28"/>
                </a:moveTo>
                <a:cubicBezTo>
                  <a:pt x="145" y="118"/>
                  <a:pt x="145" y="118"/>
                  <a:pt x="145" y="118"/>
                </a:cubicBezTo>
                <a:cubicBezTo>
                  <a:pt x="145" y="126"/>
                  <a:pt x="143" y="132"/>
                  <a:pt x="137" y="138"/>
                </a:cubicBezTo>
                <a:cubicBezTo>
                  <a:pt x="132" y="143"/>
                  <a:pt x="126" y="146"/>
                  <a:pt x="118" y="146"/>
                </a:cubicBezTo>
                <a:cubicBezTo>
                  <a:pt x="27" y="146"/>
                  <a:pt x="27" y="146"/>
                  <a:pt x="27" y="146"/>
                </a:cubicBezTo>
                <a:cubicBezTo>
                  <a:pt x="20" y="146"/>
                  <a:pt x="13" y="143"/>
                  <a:pt x="8" y="138"/>
                </a:cubicBezTo>
                <a:cubicBezTo>
                  <a:pt x="3" y="132"/>
                  <a:pt x="0" y="126"/>
                  <a:pt x="0" y="118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0"/>
                  <a:pt x="3" y="14"/>
                  <a:pt x="8" y="8"/>
                </a:cubicBezTo>
                <a:cubicBezTo>
                  <a:pt x="13" y="3"/>
                  <a:pt x="20" y="0"/>
                  <a:pt x="27" y="0"/>
                </a:cubicBezTo>
                <a:cubicBezTo>
                  <a:pt x="118" y="0"/>
                  <a:pt x="118" y="0"/>
                  <a:pt x="118" y="0"/>
                </a:cubicBezTo>
                <a:cubicBezTo>
                  <a:pt x="126" y="0"/>
                  <a:pt x="132" y="3"/>
                  <a:pt x="137" y="8"/>
                </a:cubicBezTo>
                <a:cubicBezTo>
                  <a:pt x="143" y="14"/>
                  <a:pt x="145" y="20"/>
                  <a:pt x="145" y="28"/>
                </a:cubicBezTo>
                <a:close/>
                <a:moveTo>
                  <a:pt x="121" y="115"/>
                </a:moveTo>
                <a:cubicBezTo>
                  <a:pt x="121" y="31"/>
                  <a:pt x="121" y="31"/>
                  <a:pt x="121" y="31"/>
                </a:cubicBezTo>
                <a:cubicBezTo>
                  <a:pt x="121" y="29"/>
                  <a:pt x="121" y="28"/>
                  <a:pt x="119" y="26"/>
                </a:cubicBezTo>
                <a:cubicBezTo>
                  <a:pt x="118" y="25"/>
                  <a:pt x="117" y="25"/>
                  <a:pt x="115" y="25"/>
                </a:cubicBezTo>
                <a:cubicBezTo>
                  <a:pt x="103" y="25"/>
                  <a:pt x="103" y="25"/>
                  <a:pt x="103" y="25"/>
                </a:cubicBezTo>
                <a:cubicBezTo>
                  <a:pt x="101" y="25"/>
                  <a:pt x="100" y="25"/>
                  <a:pt x="99" y="26"/>
                </a:cubicBezTo>
                <a:cubicBezTo>
                  <a:pt x="98" y="28"/>
                  <a:pt x="97" y="29"/>
                  <a:pt x="97" y="31"/>
                </a:cubicBezTo>
                <a:cubicBezTo>
                  <a:pt x="97" y="61"/>
                  <a:pt x="97" y="61"/>
                  <a:pt x="97" y="61"/>
                </a:cubicBezTo>
                <a:cubicBezTo>
                  <a:pt x="49" y="61"/>
                  <a:pt x="49" y="61"/>
                  <a:pt x="49" y="61"/>
                </a:cubicBezTo>
                <a:cubicBezTo>
                  <a:pt x="49" y="31"/>
                  <a:pt x="49" y="31"/>
                  <a:pt x="49" y="31"/>
                </a:cubicBezTo>
                <a:cubicBezTo>
                  <a:pt x="49" y="29"/>
                  <a:pt x="48" y="28"/>
                  <a:pt x="47" y="26"/>
                </a:cubicBezTo>
                <a:cubicBezTo>
                  <a:pt x="46" y="25"/>
                  <a:pt x="44" y="25"/>
                  <a:pt x="43" y="25"/>
                </a:cubicBezTo>
                <a:cubicBezTo>
                  <a:pt x="30" y="25"/>
                  <a:pt x="30" y="25"/>
                  <a:pt x="30" y="25"/>
                </a:cubicBezTo>
                <a:cubicBezTo>
                  <a:pt x="29" y="25"/>
                  <a:pt x="27" y="25"/>
                  <a:pt x="26" y="26"/>
                </a:cubicBezTo>
                <a:cubicBezTo>
                  <a:pt x="25" y="28"/>
                  <a:pt x="24" y="29"/>
                  <a:pt x="24" y="31"/>
                </a:cubicBezTo>
                <a:cubicBezTo>
                  <a:pt x="24" y="115"/>
                  <a:pt x="24" y="115"/>
                  <a:pt x="24" y="115"/>
                </a:cubicBezTo>
                <a:cubicBezTo>
                  <a:pt x="24" y="117"/>
                  <a:pt x="25" y="118"/>
                  <a:pt x="26" y="120"/>
                </a:cubicBezTo>
                <a:cubicBezTo>
                  <a:pt x="27" y="121"/>
                  <a:pt x="29" y="121"/>
                  <a:pt x="30" y="121"/>
                </a:cubicBezTo>
                <a:cubicBezTo>
                  <a:pt x="43" y="121"/>
                  <a:pt x="43" y="121"/>
                  <a:pt x="43" y="121"/>
                </a:cubicBezTo>
                <a:cubicBezTo>
                  <a:pt x="44" y="121"/>
                  <a:pt x="46" y="121"/>
                  <a:pt x="47" y="120"/>
                </a:cubicBezTo>
                <a:cubicBezTo>
                  <a:pt x="48" y="118"/>
                  <a:pt x="49" y="117"/>
                  <a:pt x="49" y="115"/>
                </a:cubicBezTo>
                <a:cubicBezTo>
                  <a:pt x="49" y="85"/>
                  <a:pt x="49" y="85"/>
                  <a:pt x="49" y="85"/>
                </a:cubicBezTo>
                <a:cubicBezTo>
                  <a:pt x="97" y="85"/>
                  <a:pt x="97" y="85"/>
                  <a:pt x="97" y="85"/>
                </a:cubicBezTo>
                <a:cubicBezTo>
                  <a:pt x="97" y="115"/>
                  <a:pt x="97" y="115"/>
                  <a:pt x="97" y="115"/>
                </a:cubicBezTo>
                <a:cubicBezTo>
                  <a:pt x="97" y="117"/>
                  <a:pt x="98" y="118"/>
                  <a:pt x="99" y="120"/>
                </a:cubicBezTo>
                <a:cubicBezTo>
                  <a:pt x="100" y="121"/>
                  <a:pt x="101" y="121"/>
                  <a:pt x="103" y="121"/>
                </a:cubicBezTo>
                <a:cubicBezTo>
                  <a:pt x="115" y="121"/>
                  <a:pt x="115" y="121"/>
                  <a:pt x="115" y="121"/>
                </a:cubicBezTo>
                <a:cubicBezTo>
                  <a:pt x="117" y="121"/>
                  <a:pt x="118" y="121"/>
                  <a:pt x="119" y="120"/>
                </a:cubicBezTo>
                <a:cubicBezTo>
                  <a:pt x="121" y="118"/>
                  <a:pt x="121" y="117"/>
                  <a:pt x="121" y="11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28" name="Freeform 231"/>
          <p:cNvSpPr>
            <a:spLocks noEditPoints="1"/>
          </p:cNvSpPr>
          <p:nvPr/>
        </p:nvSpPr>
        <p:spPr bwMode="auto">
          <a:xfrm>
            <a:off x="9667212" y="3538136"/>
            <a:ext cx="207464" cy="209627"/>
          </a:xfrm>
          <a:custGeom>
            <a:avLst/>
            <a:gdLst>
              <a:gd name="T0" fmla="*/ 145 w 145"/>
              <a:gd name="T1" fmla="*/ 28 h 146"/>
              <a:gd name="T2" fmla="*/ 145 w 145"/>
              <a:gd name="T3" fmla="*/ 118 h 146"/>
              <a:gd name="T4" fmla="*/ 137 w 145"/>
              <a:gd name="T5" fmla="*/ 138 h 146"/>
              <a:gd name="T6" fmla="*/ 118 w 145"/>
              <a:gd name="T7" fmla="*/ 146 h 146"/>
              <a:gd name="T8" fmla="*/ 27 w 145"/>
              <a:gd name="T9" fmla="*/ 146 h 146"/>
              <a:gd name="T10" fmla="*/ 8 w 145"/>
              <a:gd name="T11" fmla="*/ 138 h 146"/>
              <a:gd name="T12" fmla="*/ 0 w 145"/>
              <a:gd name="T13" fmla="*/ 118 h 146"/>
              <a:gd name="T14" fmla="*/ 0 w 145"/>
              <a:gd name="T15" fmla="*/ 28 h 146"/>
              <a:gd name="T16" fmla="*/ 8 w 145"/>
              <a:gd name="T17" fmla="*/ 8 h 146"/>
              <a:gd name="T18" fmla="*/ 27 w 145"/>
              <a:gd name="T19" fmla="*/ 0 h 146"/>
              <a:gd name="T20" fmla="*/ 118 w 145"/>
              <a:gd name="T21" fmla="*/ 0 h 146"/>
              <a:gd name="T22" fmla="*/ 137 w 145"/>
              <a:gd name="T23" fmla="*/ 8 h 146"/>
              <a:gd name="T24" fmla="*/ 145 w 145"/>
              <a:gd name="T25" fmla="*/ 28 h 146"/>
              <a:gd name="T26" fmla="*/ 121 w 145"/>
              <a:gd name="T27" fmla="*/ 79 h 146"/>
              <a:gd name="T28" fmla="*/ 121 w 145"/>
              <a:gd name="T29" fmla="*/ 67 h 146"/>
              <a:gd name="T30" fmla="*/ 119 w 145"/>
              <a:gd name="T31" fmla="*/ 63 h 146"/>
              <a:gd name="T32" fmla="*/ 115 w 145"/>
              <a:gd name="T33" fmla="*/ 61 h 146"/>
              <a:gd name="T34" fmla="*/ 85 w 145"/>
              <a:gd name="T35" fmla="*/ 61 h 146"/>
              <a:gd name="T36" fmla="*/ 85 w 145"/>
              <a:gd name="T37" fmla="*/ 31 h 146"/>
              <a:gd name="T38" fmla="*/ 83 w 145"/>
              <a:gd name="T39" fmla="*/ 26 h 146"/>
              <a:gd name="T40" fmla="*/ 79 w 145"/>
              <a:gd name="T41" fmla="*/ 25 h 146"/>
              <a:gd name="T42" fmla="*/ 67 w 145"/>
              <a:gd name="T43" fmla="*/ 25 h 146"/>
              <a:gd name="T44" fmla="*/ 62 w 145"/>
              <a:gd name="T45" fmla="*/ 26 h 146"/>
              <a:gd name="T46" fmla="*/ 61 w 145"/>
              <a:gd name="T47" fmla="*/ 31 h 146"/>
              <a:gd name="T48" fmla="*/ 61 w 145"/>
              <a:gd name="T49" fmla="*/ 61 h 146"/>
              <a:gd name="T50" fmla="*/ 30 w 145"/>
              <a:gd name="T51" fmla="*/ 61 h 146"/>
              <a:gd name="T52" fmla="*/ 26 w 145"/>
              <a:gd name="T53" fmla="*/ 63 h 146"/>
              <a:gd name="T54" fmla="*/ 24 w 145"/>
              <a:gd name="T55" fmla="*/ 67 h 146"/>
              <a:gd name="T56" fmla="*/ 24 w 145"/>
              <a:gd name="T57" fmla="*/ 79 h 146"/>
              <a:gd name="T58" fmla="*/ 26 w 145"/>
              <a:gd name="T59" fmla="*/ 83 h 146"/>
              <a:gd name="T60" fmla="*/ 30 w 145"/>
              <a:gd name="T61" fmla="*/ 85 h 146"/>
              <a:gd name="T62" fmla="*/ 61 w 145"/>
              <a:gd name="T63" fmla="*/ 85 h 146"/>
              <a:gd name="T64" fmla="*/ 61 w 145"/>
              <a:gd name="T65" fmla="*/ 115 h 146"/>
              <a:gd name="T66" fmla="*/ 62 w 145"/>
              <a:gd name="T67" fmla="*/ 120 h 146"/>
              <a:gd name="T68" fmla="*/ 67 w 145"/>
              <a:gd name="T69" fmla="*/ 121 h 146"/>
              <a:gd name="T70" fmla="*/ 79 w 145"/>
              <a:gd name="T71" fmla="*/ 121 h 146"/>
              <a:gd name="T72" fmla="*/ 83 w 145"/>
              <a:gd name="T73" fmla="*/ 120 h 146"/>
              <a:gd name="T74" fmla="*/ 85 w 145"/>
              <a:gd name="T75" fmla="*/ 115 h 146"/>
              <a:gd name="T76" fmla="*/ 85 w 145"/>
              <a:gd name="T77" fmla="*/ 85 h 146"/>
              <a:gd name="T78" fmla="*/ 115 w 145"/>
              <a:gd name="T79" fmla="*/ 85 h 146"/>
              <a:gd name="T80" fmla="*/ 119 w 145"/>
              <a:gd name="T81" fmla="*/ 83 h 146"/>
              <a:gd name="T82" fmla="*/ 121 w 145"/>
              <a:gd name="T83" fmla="*/ 79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45" h="146">
                <a:moveTo>
                  <a:pt x="145" y="28"/>
                </a:moveTo>
                <a:cubicBezTo>
                  <a:pt x="145" y="118"/>
                  <a:pt x="145" y="118"/>
                  <a:pt x="145" y="118"/>
                </a:cubicBezTo>
                <a:cubicBezTo>
                  <a:pt x="145" y="126"/>
                  <a:pt x="143" y="132"/>
                  <a:pt x="137" y="138"/>
                </a:cubicBezTo>
                <a:cubicBezTo>
                  <a:pt x="132" y="143"/>
                  <a:pt x="126" y="146"/>
                  <a:pt x="118" y="146"/>
                </a:cubicBezTo>
                <a:cubicBezTo>
                  <a:pt x="27" y="146"/>
                  <a:pt x="27" y="146"/>
                  <a:pt x="27" y="146"/>
                </a:cubicBezTo>
                <a:cubicBezTo>
                  <a:pt x="20" y="146"/>
                  <a:pt x="13" y="143"/>
                  <a:pt x="8" y="138"/>
                </a:cubicBezTo>
                <a:cubicBezTo>
                  <a:pt x="3" y="132"/>
                  <a:pt x="0" y="126"/>
                  <a:pt x="0" y="118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0"/>
                  <a:pt x="3" y="14"/>
                  <a:pt x="8" y="8"/>
                </a:cubicBezTo>
                <a:cubicBezTo>
                  <a:pt x="13" y="3"/>
                  <a:pt x="20" y="0"/>
                  <a:pt x="27" y="0"/>
                </a:cubicBezTo>
                <a:cubicBezTo>
                  <a:pt x="118" y="0"/>
                  <a:pt x="118" y="0"/>
                  <a:pt x="118" y="0"/>
                </a:cubicBezTo>
                <a:cubicBezTo>
                  <a:pt x="126" y="0"/>
                  <a:pt x="132" y="3"/>
                  <a:pt x="137" y="8"/>
                </a:cubicBezTo>
                <a:cubicBezTo>
                  <a:pt x="143" y="14"/>
                  <a:pt x="145" y="20"/>
                  <a:pt x="145" y="28"/>
                </a:cubicBezTo>
                <a:close/>
                <a:moveTo>
                  <a:pt x="121" y="79"/>
                </a:moveTo>
                <a:cubicBezTo>
                  <a:pt x="121" y="67"/>
                  <a:pt x="121" y="67"/>
                  <a:pt x="121" y="67"/>
                </a:cubicBezTo>
                <a:cubicBezTo>
                  <a:pt x="121" y="65"/>
                  <a:pt x="121" y="64"/>
                  <a:pt x="119" y="63"/>
                </a:cubicBezTo>
                <a:cubicBezTo>
                  <a:pt x="118" y="61"/>
                  <a:pt x="117" y="61"/>
                  <a:pt x="115" y="61"/>
                </a:cubicBezTo>
                <a:cubicBezTo>
                  <a:pt x="85" y="61"/>
                  <a:pt x="85" y="61"/>
                  <a:pt x="85" y="61"/>
                </a:cubicBezTo>
                <a:cubicBezTo>
                  <a:pt x="85" y="31"/>
                  <a:pt x="85" y="31"/>
                  <a:pt x="85" y="31"/>
                </a:cubicBezTo>
                <a:cubicBezTo>
                  <a:pt x="85" y="29"/>
                  <a:pt x="84" y="28"/>
                  <a:pt x="83" y="26"/>
                </a:cubicBezTo>
                <a:cubicBezTo>
                  <a:pt x="82" y="25"/>
                  <a:pt x="80" y="25"/>
                  <a:pt x="79" y="25"/>
                </a:cubicBezTo>
                <a:cubicBezTo>
                  <a:pt x="67" y="25"/>
                  <a:pt x="67" y="25"/>
                  <a:pt x="67" y="25"/>
                </a:cubicBezTo>
                <a:cubicBezTo>
                  <a:pt x="65" y="25"/>
                  <a:pt x="64" y="25"/>
                  <a:pt x="62" y="26"/>
                </a:cubicBezTo>
                <a:cubicBezTo>
                  <a:pt x="61" y="28"/>
                  <a:pt x="61" y="29"/>
                  <a:pt x="61" y="31"/>
                </a:cubicBezTo>
                <a:cubicBezTo>
                  <a:pt x="61" y="61"/>
                  <a:pt x="61" y="61"/>
                  <a:pt x="61" y="61"/>
                </a:cubicBezTo>
                <a:cubicBezTo>
                  <a:pt x="30" y="61"/>
                  <a:pt x="30" y="61"/>
                  <a:pt x="30" y="61"/>
                </a:cubicBezTo>
                <a:cubicBezTo>
                  <a:pt x="29" y="61"/>
                  <a:pt x="27" y="61"/>
                  <a:pt x="26" y="63"/>
                </a:cubicBezTo>
                <a:cubicBezTo>
                  <a:pt x="25" y="64"/>
                  <a:pt x="24" y="65"/>
                  <a:pt x="24" y="67"/>
                </a:cubicBezTo>
                <a:cubicBezTo>
                  <a:pt x="24" y="79"/>
                  <a:pt x="24" y="79"/>
                  <a:pt x="24" y="79"/>
                </a:cubicBezTo>
                <a:cubicBezTo>
                  <a:pt x="24" y="81"/>
                  <a:pt x="25" y="82"/>
                  <a:pt x="26" y="83"/>
                </a:cubicBezTo>
                <a:cubicBezTo>
                  <a:pt x="27" y="84"/>
                  <a:pt x="29" y="85"/>
                  <a:pt x="30" y="85"/>
                </a:cubicBezTo>
                <a:cubicBezTo>
                  <a:pt x="61" y="85"/>
                  <a:pt x="61" y="85"/>
                  <a:pt x="61" y="85"/>
                </a:cubicBezTo>
                <a:cubicBezTo>
                  <a:pt x="61" y="115"/>
                  <a:pt x="61" y="115"/>
                  <a:pt x="61" y="115"/>
                </a:cubicBezTo>
                <a:cubicBezTo>
                  <a:pt x="61" y="117"/>
                  <a:pt x="61" y="118"/>
                  <a:pt x="62" y="120"/>
                </a:cubicBezTo>
                <a:cubicBezTo>
                  <a:pt x="64" y="121"/>
                  <a:pt x="65" y="121"/>
                  <a:pt x="67" y="121"/>
                </a:cubicBezTo>
                <a:cubicBezTo>
                  <a:pt x="79" y="121"/>
                  <a:pt x="79" y="121"/>
                  <a:pt x="79" y="121"/>
                </a:cubicBezTo>
                <a:cubicBezTo>
                  <a:pt x="80" y="121"/>
                  <a:pt x="82" y="121"/>
                  <a:pt x="83" y="120"/>
                </a:cubicBezTo>
                <a:cubicBezTo>
                  <a:pt x="84" y="118"/>
                  <a:pt x="85" y="117"/>
                  <a:pt x="85" y="115"/>
                </a:cubicBezTo>
                <a:cubicBezTo>
                  <a:pt x="85" y="85"/>
                  <a:pt x="85" y="85"/>
                  <a:pt x="85" y="85"/>
                </a:cubicBezTo>
                <a:cubicBezTo>
                  <a:pt x="115" y="85"/>
                  <a:pt x="115" y="85"/>
                  <a:pt x="115" y="85"/>
                </a:cubicBezTo>
                <a:cubicBezTo>
                  <a:pt x="117" y="85"/>
                  <a:pt x="118" y="84"/>
                  <a:pt x="119" y="83"/>
                </a:cubicBezTo>
                <a:cubicBezTo>
                  <a:pt x="121" y="82"/>
                  <a:pt x="121" y="81"/>
                  <a:pt x="121" y="7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29" name="Freeform 232"/>
          <p:cNvSpPr>
            <a:spLocks noEditPoints="1"/>
          </p:cNvSpPr>
          <p:nvPr/>
        </p:nvSpPr>
        <p:spPr bwMode="auto">
          <a:xfrm>
            <a:off x="9943832" y="3583518"/>
            <a:ext cx="131827" cy="136151"/>
          </a:xfrm>
          <a:custGeom>
            <a:avLst/>
            <a:gdLst>
              <a:gd name="T0" fmla="*/ 55 w 92"/>
              <a:gd name="T1" fmla="*/ 86 h 94"/>
              <a:gd name="T2" fmla="*/ 54 w 92"/>
              <a:gd name="T3" fmla="*/ 88 h 94"/>
              <a:gd name="T4" fmla="*/ 50 w 92"/>
              <a:gd name="T5" fmla="*/ 93 h 94"/>
              <a:gd name="T6" fmla="*/ 48 w 92"/>
              <a:gd name="T7" fmla="*/ 94 h 94"/>
              <a:gd name="T8" fmla="*/ 45 w 92"/>
              <a:gd name="T9" fmla="*/ 93 h 94"/>
              <a:gd name="T10" fmla="*/ 1 w 92"/>
              <a:gd name="T11" fmla="*/ 49 h 94"/>
              <a:gd name="T12" fmla="*/ 0 w 92"/>
              <a:gd name="T13" fmla="*/ 47 h 94"/>
              <a:gd name="T14" fmla="*/ 1 w 92"/>
              <a:gd name="T15" fmla="*/ 45 h 94"/>
              <a:gd name="T16" fmla="*/ 45 w 92"/>
              <a:gd name="T17" fmla="*/ 1 h 94"/>
              <a:gd name="T18" fmla="*/ 48 w 92"/>
              <a:gd name="T19" fmla="*/ 0 h 94"/>
              <a:gd name="T20" fmla="*/ 50 w 92"/>
              <a:gd name="T21" fmla="*/ 1 h 94"/>
              <a:gd name="T22" fmla="*/ 54 w 92"/>
              <a:gd name="T23" fmla="*/ 5 h 94"/>
              <a:gd name="T24" fmla="*/ 55 w 92"/>
              <a:gd name="T25" fmla="*/ 8 h 94"/>
              <a:gd name="T26" fmla="*/ 54 w 92"/>
              <a:gd name="T27" fmla="*/ 10 h 94"/>
              <a:gd name="T28" fmla="*/ 17 w 92"/>
              <a:gd name="T29" fmla="*/ 47 h 94"/>
              <a:gd name="T30" fmla="*/ 54 w 92"/>
              <a:gd name="T31" fmla="*/ 84 h 94"/>
              <a:gd name="T32" fmla="*/ 55 w 92"/>
              <a:gd name="T33" fmla="*/ 86 h 94"/>
              <a:gd name="T34" fmla="*/ 92 w 92"/>
              <a:gd name="T35" fmla="*/ 86 h 94"/>
              <a:gd name="T36" fmla="*/ 91 w 92"/>
              <a:gd name="T37" fmla="*/ 88 h 94"/>
              <a:gd name="T38" fmla="*/ 86 w 92"/>
              <a:gd name="T39" fmla="*/ 93 h 94"/>
              <a:gd name="T40" fmla="*/ 84 w 92"/>
              <a:gd name="T41" fmla="*/ 94 h 94"/>
              <a:gd name="T42" fmla="*/ 82 w 92"/>
              <a:gd name="T43" fmla="*/ 93 h 94"/>
              <a:gd name="T44" fmla="*/ 38 w 92"/>
              <a:gd name="T45" fmla="*/ 49 h 94"/>
              <a:gd name="T46" fmla="*/ 37 w 92"/>
              <a:gd name="T47" fmla="*/ 47 h 94"/>
              <a:gd name="T48" fmla="*/ 38 w 92"/>
              <a:gd name="T49" fmla="*/ 45 h 94"/>
              <a:gd name="T50" fmla="*/ 82 w 92"/>
              <a:gd name="T51" fmla="*/ 1 h 94"/>
              <a:gd name="T52" fmla="*/ 84 w 92"/>
              <a:gd name="T53" fmla="*/ 0 h 94"/>
              <a:gd name="T54" fmla="*/ 86 w 92"/>
              <a:gd name="T55" fmla="*/ 1 h 94"/>
              <a:gd name="T56" fmla="*/ 91 w 92"/>
              <a:gd name="T57" fmla="*/ 5 h 94"/>
              <a:gd name="T58" fmla="*/ 92 w 92"/>
              <a:gd name="T59" fmla="*/ 8 h 94"/>
              <a:gd name="T60" fmla="*/ 91 w 92"/>
              <a:gd name="T61" fmla="*/ 10 h 94"/>
              <a:gd name="T62" fmla="*/ 54 w 92"/>
              <a:gd name="T63" fmla="*/ 47 h 94"/>
              <a:gd name="T64" fmla="*/ 91 w 92"/>
              <a:gd name="T65" fmla="*/ 84 h 94"/>
              <a:gd name="T66" fmla="*/ 92 w 92"/>
              <a:gd name="T67" fmla="*/ 86 h 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92" h="94">
                <a:moveTo>
                  <a:pt x="55" y="86"/>
                </a:moveTo>
                <a:cubicBezTo>
                  <a:pt x="55" y="87"/>
                  <a:pt x="55" y="88"/>
                  <a:pt x="54" y="88"/>
                </a:cubicBezTo>
                <a:cubicBezTo>
                  <a:pt x="50" y="93"/>
                  <a:pt x="50" y="93"/>
                  <a:pt x="50" y="93"/>
                </a:cubicBezTo>
                <a:cubicBezTo>
                  <a:pt x="49" y="94"/>
                  <a:pt x="48" y="94"/>
                  <a:pt x="48" y="94"/>
                </a:cubicBezTo>
                <a:cubicBezTo>
                  <a:pt x="47" y="94"/>
                  <a:pt x="46" y="94"/>
                  <a:pt x="45" y="93"/>
                </a:cubicBezTo>
                <a:cubicBezTo>
                  <a:pt x="1" y="49"/>
                  <a:pt x="1" y="49"/>
                  <a:pt x="1" y="49"/>
                </a:cubicBezTo>
                <a:cubicBezTo>
                  <a:pt x="1" y="49"/>
                  <a:pt x="0" y="48"/>
                  <a:pt x="0" y="47"/>
                </a:cubicBezTo>
                <a:cubicBezTo>
                  <a:pt x="0" y="46"/>
                  <a:pt x="1" y="45"/>
                  <a:pt x="1" y="45"/>
                </a:cubicBezTo>
                <a:cubicBezTo>
                  <a:pt x="45" y="1"/>
                  <a:pt x="45" y="1"/>
                  <a:pt x="45" y="1"/>
                </a:cubicBezTo>
                <a:cubicBezTo>
                  <a:pt x="46" y="0"/>
                  <a:pt x="47" y="0"/>
                  <a:pt x="48" y="0"/>
                </a:cubicBezTo>
                <a:cubicBezTo>
                  <a:pt x="48" y="0"/>
                  <a:pt x="49" y="0"/>
                  <a:pt x="50" y="1"/>
                </a:cubicBezTo>
                <a:cubicBezTo>
                  <a:pt x="54" y="5"/>
                  <a:pt x="54" y="5"/>
                  <a:pt x="54" y="5"/>
                </a:cubicBezTo>
                <a:cubicBezTo>
                  <a:pt x="55" y="6"/>
                  <a:pt x="55" y="7"/>
                  <a:pt x="55" y="8"/>
                </a:cubicBezTo>
                <a:cubicBezTo>
                  <a:pt x="55" y="8"/>
                  <a:pt x="55" y="9"/>
                  <a:pt x="54" y="10"/>
                </a:cubicBezTo>
                <a:cubicBezTo>
                  <a:pt x="17" y="47"/>
                  <a:pt x="17" y="47"/>
                  <a:pt x="17" y="47"/>
                </a:cubicBezTo>
                <a:cubicBezTo>
                  <a:pt x="54" y="84"/>
                  <a:pt x="54" y="84"/>
                  <a:pt x="54" y="84"/>
                </a:cubicBezTo>
                <a:cubicBezTo>
                  <a:pt x="55" y="85"/>
                  <a:pt x="55" y="85"/>
                  <a:pt x="55" y="86"/>
                </a:cubicBezTo>
                <a:close/>
                <a:moveTo>
                  <a:pt x="92" y="86"/>
                </a:moveTo>
                <a:cubicBezTo>
                  <a:pt x="92" y="87"/>
                  <a:pt x="91" y="88"/>
                  <a:pt x="91" y="88"/>
                </a:cubicBezTo>
                <a:cubicBezTo>
                  <a:pt x="86" y="93"/>
                  <a:pt x="86" y="93"/>
                  <a:pt x="86" y="93"/>
                </a:cubicBezTo>
                <a:cubicBezTo>
                  <a:pt x="85" y="94"/>
                  <a:pt x="85" y="94"/>
                  <a:pt x="84" y="94"/>
                </a:cubicBezTo>
                <a:cubicBezTo>
                  <a:pt x="83" y="94"/>
                  <a:pt x="82" y="94"/>
                  <a:pt x="82" y="93"/>
                </a:cubicBezTo>
                <a:cubicBezTo>
                  <a:pt x="38" y="49"/>
                  <a:pt x="38" y="49"/>
                  <a:pt x="38" y="49"/>
                </a:cubicBezTo>
                <a:cubicBezTo>
                  <a:pt x="37" y="49"/>
                  <a:pt x="37" y="48"/>
                  <a:pt x="37" y="47"/>
                </a:cubicBezTo>
                <a:cubicBezTo>
                  <a:pt x="37" y="46"/>
                  <a:pt x="37" y="45"/>
                  <a:pt x="38" y="45"/>
                </a:cubicBezTo>
                <a:cubicBezTo>
                  <a:pt x="82" y="1"/>
                  <a:pt x="82" y="1"/>
                  <a:pt x="82" y="1"/>
                </a:cubicBezTo>
                <a:cubicBezTo>
                  <a:pt x="82" y="0"/>
                  <a:pt x="83" y="0"/>
                  <a:pt x="84" y="0"/>
                </a:cubicBezTo>
                <a:cubicBezTo>
                  <a:pt x="85" y="0"/>
                  <a:pt x="85" y="0"/>
                  <a:pt x="86" y="1"/>
                </a:cubicBezTo>
                <a:cubicBezTo>
                  <a:pt x="91" y="5"/>
                  <a:pt x="91" y="5"/>
                  <a:pt x="91" y="5"/>
                </a:cubicBezTo>
                <a:cubicBezTo>
                  <a:pt x="91" y="6"/>
                  <a:pt x="92" y="7"/>
                  <a:pt x="92" y="8"/>
                </a:cubicBezTo>
                <a:cubicBezTo>
                  <a:pt x="92" y="8"/>
                  <a:pt x="91" y="9"/>
                  <a:pt x="91" y="10"/>
                </a:cubicBezTo>
                <a:cubicBezTo>
                  <a:pt x="54" y="47"/>
                  <a:pt x="54" y="47"/>
                  <a:pt x="54" y="47"/>
                </a:cubicBezTo>
                <a:cubicBezTo>
                  <a:pt x="91" y="84"/>
                  <a:pt x="91" y="84"/>
                  <a:pt x="91" y="84"/>
                </a:cubicBezTo>
                <a:cubicBezTo>
                  <a:pt x="91" y="85"/>
                  <a:pt x="92" y="85"/>
                  <a:pt x="92" y="8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30" name="Freeform 233"/>
          <p:cNvSpPr>
            <a:spLocks noEditPoints="1"/>
          </p:cNvSpPr>
          <p:nvPr/>
        </p:nvSpPr>
        <p:spPr bwMode="auto">
          <a:xfrm>
            <a:off x="10142652" y="3583518"/>
            <a:ext cx="131827" cy="136151"/>
          </a:xfrm>
          <a:custGeom>
            <a:avLst/>
            <a:gdLst>
              <a:gd name="T0" fmla="*/ 55 w 91"/>
              <a:gd name="T1" fmla="*/ 47 h 94"/>
              <a:gd name="T2" fmla="*/ 54 w 91"/>
              <a:gd name="T3" fmla="*/ 49 h 94"/>
              <a:gd name="T4" fmla="*/ 10 w 91"/>
              <a:gd name="T5" fmla="*/ 93 h 94"/>
              <a:gd name="T6" fmla="*/ 8 w 91"/>
              <a:gd name="T7" fmla="*/ 94 h 94"/>
              <a:gd name="T8" fmla="*/ 6 w 91"/>
              <a:gd name="T9" fmla="*/ 93 h 94"/>
              <a:gd name="T10" fmla="*/ 1 w 91"/>
              <a:gd name="T11" fmla="*/ 88 h 94"/>
              <a:gd name="T12" fmla="*/ 0 w 91"/>
              <a:gd name="T13" fmla="*/ 86 h 94"/>
              <a:gd name="T14" fmla="*/ 1 w 91"/>
              <a:gd name="T15" fmla="*/ 84 h 94"/>
              <a:gd name="T16" fmla="*/ 38 w 91"/>
              <a:gd name="T17" fmla="*/ 47 h 94"/>
              <a:gd name="T18" fmla="*/ 1 w 91"/>
              <a:gd name="T19" fmla="*/ 10 h 94"/>
              <a:gd name="T20" fmla="*/ 0 w 91"/>
              <a:gd name="T21" fmla="*/ 8 h 94"/>
              <a:gd name="T22" fmla="*/ 1 w 91"/>
              <a:gd name="T23" fmla="*/ 5 h 94"/>
              <a:gd name="T24" fmla="*/ 6 w 91"/>
              <a:gd name="T25" fmla="*/ 1 h 94"/>
              <a:gd name="T26" fmla="*/ 8 w 91"/>
              <a:gd name="T27" fmla="*/ 0 h 94"/>
              <a:gd name="T28" fmla="*/ 10 w 91"/>
              <a:gd name="T29" fmla="*/ 1 h 94"/>
              <a:gd name="T30" fmla="*/ 54 w 91"/>
              <a:gd name="T31" fmla="*/ 45 h 94"/>
              <a:gd name="T32" fmla="*/ 55 w 91"/>
              <a:gd name="T33" fmla="*/ 47 h 94"/>
              <a:gd name="T34" fmla="*/ 91 w 91"/>
              <a:gd name="T35" fmla="*/ 47 h 94"/>
              <a:gd name="T36" fmla="*/ 90 w 91"/>
              <a:gd name="T37" fmla="*/ 49 h 94"/>
              <a:gd name="T38" fmla="*/ 46 w 91"/>
              <a:gd name="T39" fmla="*/ 93 h 94"/>
              <a:gd name="T40" fmla="*/ 44 w 91"/>
              <a:gd name="T41" fmla="*/ 94 h 94"/>
              <a:gd name="T42" fmla="*/ 42 w 91"/>
              <a:gd name="T43" fmla="*/ 93 h 94"/>
              <a:gd name="T44" fmla="*/ 37 w 91"/>
              <a:gd name="T45" fmla="*/ 88 h 94"/>
              <a:gd name="T46" fmla="*/ 36 w 91"/>
              <a:gd name="T47" fmla="*/ 86 h 94"/>
              <a:gd name="T48" fmla="*/ 37 w 91"/>
              <a:gd name="T49" fmla="*/ 84 h 94"/>
              <a:gd name="T50" fmla="*/ 74 w 91"/>
              <a:gd name="T51" fmla="*/ 47 h 94"/>
              <a:gd name="T52" fmla="*/ 37 w 91"/>
              <a:gd name="T53" fmla="*/ 10 h 94"/>
              <a:gd name="T54" fmla="*/ 36 w 91"/>
              <a:gd name="T55" fmla="*/ 8 h 94"/>
              <a:gd name="T56" fmla="*/ 37 w 91"/>
              <a:gd name="T57" fmla="*/ 5 h 94"/>
              <a:gd name="T58" fmla="*/ 42 w 91"/>
              <a:gd name="T59" fmla="*/ 1 h 94"/>
              <a:gd name="T60" fmla="*/ 44 w 91"/>
              <a:gd name="T61" fmla="*/ 0 h 94"/>
              <a:gd name="T62" fmla="*/ 46 w 91"/>
              <a:gd name="T63" fmla="*/ 1 h 94"/>
              <a:gd name="T64" fmla="*/ 90 w 91"/>
              <a:gd name="T65" fmla="*/ 45 h 94"/>
              <a:gd name="T66" fmla="*/ 91 w 91"/>
              <a:gd name="T67" fmla="*/ 47 h 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91" h="94">
                <a:moveTo>
                  <a:pt x="55" y="47"/>
                </a:moveTo>
                <a:cubicBezTo>
                  <a:pt x="55" y="48"/>
                  <a:pt x="55" y="49"/>
                  <a:pt x="54" y="49"/>
                </a:cubicBezTo>
                <a:cubicBezTo>
                  <a:pt x="10" y="93"/>
                  <a:pt x="10" y="93"/>
                  <a:pt x="10" y="93"/>
                </a:cubicBezTo>
                <a:cubicBezTo>
                  <a:pt x="9" y="94"/>
                  <a:pt x="9" y="94"/>
                  <a:pt x="8" y="94"/>
                </a:cubicBezTo>
                <a:cubicBezTo>
                  <a:pt x="7" y="94"/>
                  <a:pt x="6" y="94"/>
                  <a:pt x="6" y="93"/>
                </a:cubicBezTo>
                <a:cubicBezTo>
                  <a:pt x="1" y="88"/>
                  <a:pt x="1" y="88"/>
                  <a:pt x="1" y="88"/>
                </a:cubicBezTo>
                <a:cubicBezTo>
                  <a:pt x="0" y="88"/>
                  <a:pt x="0" y="87"/>
                  <a:pt x="0" y="86"/>
                </a:cubicBezTo>
                <a:cubicBezTo>
                  <a:pt x="0" y="85"/>
                  <a:pt x="0" y="85"/>
                  <a:pt x="1" y="84"/>
                </a:cubicBezTo>
                <a:cubicBezTo>
                  <a:pt x="38" y="47"/>
                  <a:pt x="38" y="47"/>
                  <a:pt x="38" y="47"/>
                </a:cubicBezTo>
                <a:cubicBezTo>
                  <a:pt x="1" y="10"/>
                  <a:pt x="1" y="10"/>
                  <a:pt x="1" y="10"/>
                </a:cubicBezTo>
                <a:cubicBezTo>
                  <a:pt x="0" y="9"/>
                  <a:pt x="0" y="8"/>
                  <a:pt x="0" y="8"/>
                </a:cubicBezTo>
                <a:cubicBezTo>
                  <a:pt x="0" y="7"/>
                  <a:pt x="0" y="6"/>
                  <a:pt x="1" y="5"/>
                </a:cubicBezTo>
                <a:cubicBezTo>
                  <a:pt x="6" y="1"/>
                  <a:pt x="6" y="1"/>
                  <a:pt x="6" y="1"/>
                </a:cubicBezTo>
                <a:cubicBezTo>
                  <a:pt x="6" y="0"/>
                  <a:pt x="7" y="0"/>
                  <a:pt x="8" y="0"/>
                </a:cubicBezTo>
                <a:cubicBezTo>
                  <a:pt x="9" y="0"/>
                  <a:pt x="9" y="0"/>
                  <a:pt x="10" y="1"/>
                </a:cubicBezTo>
                <a:cubicBezTo>
                  <a:pt x="54" y="45"/>
                  <a:pt x="54" y="45"/>
                  <a:pt x="54" y="45"/>
                </a:cubicBezTo>
                <a:cubicBezTo>
                  <a:pt x="55" y="45"/>
                  <a:pt x="55" y="46"/>
                  <a:pt x="55" y="47"/>
                </a:cubicBezTo>
                <a:close/>
                <a:moveTo>
                  <a:pt x="91" y="47"/>
                </a:moveTo>
                <a:cubicBezTo>
                  <a:pt x="91" y="48"/>
                  <a:pt x="91" y="49"/>
                  <a:pt x="90" y="49"/>
                </a:cubicBezTo>
                <a:cubicBezTo>
                  <a:pt x="46" y="93"/>
                  <a:pt x="46" y="93"/>
                  <a:pt x="46" y="93"/>
                </a:cubicBezTo>
                <a:cubicBezTo>
                  <a:pt x="46" y="94"/>
                  <a:pt x="45" y="94"/>
                  <a:pt x="44" y="94"/>
                </a:cubicBezTo>
                <a:cubicBezTo>
                  <a:pt x="43" y="94"/>
                  <a:pt x="42" y="94"/>
                  <a:pt x="42" y="93"/>
                </a:cubicBezTo>
                <a:cubicBezTo>
                  <a:pt x="37" y="88"/>
                  <a:pt x="37" y="88"/>
                  <a:pt x="37" y="88"/>
                </a:cubicBezTo>
                <a:cubicBezTo>
                  <a:pt x="36" y="88"/>
                  <a:pt x="36" y="87"/>
                  <a:pt x="36" y="86"/>
                </a:cubicBezTo>
                <a:cubicBezTo>
                  <a:pt x="36" y="85"/>
                  <a:pt x="36" y="85"/>
                  <a:pt x="37" y="84"/>
                </a:cubicBezTo>
                <a:cubicBezTo>
                  <a:pt x="74" y="47"/>
                  <a:pt x="74" y="47"/>
                  <a:pt x="74" y="47"/>
                </a:cubicBezTo>
                <a:cubicBezTo>
                  <a:pt x="37" y="10"/>
                  <a:pt x="37" y="10"/>
                  <a:pt x="37" y="10"/>
                </a:cubicBezTo>
                <a:cubicBezTo>
                  <a:pt x="36" y="9"/>
                  <a:pt x="36" y="8"/>
                  <a:pt x="36" y="8"/>
                </a:cubicBezTo>
                <a:cubicBezTo>
                  <a:pt x="36" y="7"/>
                  <a:pt x="36" y="6"/>
                  <a:pt x="37" y="5"/>
                </a:cubicBezTo>
                <a:cubicBezTo>
                  <a:pt x="42" y="1"/>
                  <a:pt x="42" y="1"/>
                  <a:pt x="42" y="1"/>
                </a:cubicBezTo>
                <a:cubicBezTo>
                  <a:pt x="42" y="0"/>
                  <a:pt x="43" y="0"/>
                  <a:pt x="44" y="0"/>
                </a:cubicBezTo>
                <a:cubicBezTo>
                  <a:pt x="45" y="0"/>
                  <a:pt x="46" y="0"/>
                  <a:pt x="46" y="1"/>
                </a:cubicBezTo>
                <a:cubicBezTo>
                  <a:pt x="90" y="45"/>
                  <a:pt x="90" y="45"/>
                  <a:pt x="90" y="45"/>
                </a:cubicBezTo>
                <a:cubicBezTo>
                  <a:pt x="91" y="45"/>
                  <a:pt x="91" y="46"/>
                  <a:pt x="91" y="4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31" name="Freeform 234"/>
          <p:cNvSpPr>
            <a:spLocks noEditPoints="1"/>
          </p:cNvSpPr>
          <p:nvPr/>
        </p:nvSpPr>
        <p:spPr bwMode="auto">
          <a:xfrm>
            <a:off x="10354441" y="3581358"/>
            <a:ext cx="136151" cy="129665"/>
          </a:xfrm>
          <a:custGeom>
            <a:avLst/>
            <a:gdLst>
              <a:gd name="T0" fmla="*/ 95 w 95"/>
              <a:gd name="T1" fmla="*/ 47 h 91"/>
              <a:gd name="T2" fmla="*/ 94 w 95"/>
              <a:gd name="T3" fmla="*/ 49 h 91"/>
              <a:gd name="T4" fmla="*/ 89 w 95"/>
              <a:gd name="T5" fmla="*/ 54 h 91"/>
              <a:gd name="T6" fmla="*/ 87 w 95"/>
              <a:gd name="T7" fmla="*/ 55 h 91"/>
              <a:gd name="T8" fmla="*/ 85 w 95"/>
              <a:gd name="T9" fmla="*/ 54 h 91"/>
              <a:gd name="T10" fmla="*/ 48 w 95"/>
              <a:gd name="T11" fmla="*/ 17 h 91"/>
              <a:gd name="T12" fmla="*/ 10 w 95"/>
              <a:gd name="T13" fmla="*/ 54 h 91"/>
              <a:gd name="T14" fmla="*/ 8 w 95"/>
              <a:gd name="T15" fmla="*/ 55 h 91"/>
              <a:gd name="T16" fmla="*/ 6 w 95"/>
              <a:gd name="T17" fmla="*/ 54 h 91"/>
              <a:gd name="T18" fmla="*/ 1 w 95"/>
              <a:gd name="T19" fmla="*/ 49 h 91"/>
              <a:gd name="T20" fmla="*/ 0 w 95"/>
              <a:gd name="T21" fmla="*/ 47 h 91"/>
              <a:gd name="T22" fmla="*/ 1 w 95"/>
              <a:gd name="T23" fmla="*/ 45 h 91"/>
              <a:gd name="T24" fmla="*/ 45 w 95"/>
              <a:gd name="T25" fmla="*/ 1 h 91"/>
              <a:gd name="T26" fmla="*/ 48 w 95"/>
              <a:gd name="T27" fmla="*/ 0 h 91"/>
              <a:gd name="T28" fmla="*/ 50 w 95"/>
              <a:gd name="T29" fmla="*/ 1 h 91"/>
              <a:gd name="T30" fmla="*/ 94 w 95"/>
              <a:gd name="T31" fmla="*/ 45 h 91"/>
              <a:gd name="T32" fmla="*/ 95 w 95"/>
              <a:gd name="T33" fmla="*/ 47 h 91"/>
              <a:gd name="T34" fmla="*/ 95 w 95"/>
              <a:gd name="T35" fmla="*/ 83 h 91"/>
              <a:gd name="T36" fmla="*/ 94 w 95"/>
              <a:gd name="T37" fmla="*/ 85 h 91"/>
              <a:gd name="T38" fmla="*/ 89 w 95"/>
              <a:gd name="T39" fmla="*/ 90 h 91"/>
              <a:gd name="T40" fmla="*/ 87 w 95"/>
              <a:gd name="T41" fmla="*/ 91 h 91"/>
              <a:gd name="T42" fmla="*/ 85 w 95"/>
              <a:gd name="T43" fmla="*/ 90 h 91"/>
              <a:gd name="T44" fmla="*/ 48 w 95"/>
              <a:gd name="T45" fmla="*/ 53 h 91"/>
              <a:gd name="T46" fmla="*/ 10 w 95"/>
              <a:gd name="T47" fmla="*/ 90 h 91"/>
              <a:gd name="T48" fmla="*/ 8 w 95"/>
              <a:gd name="T49" fmla="*/ 91 h 91"/>
              <a:gd name="T50" fmla="*/ 6 w 95"/>
              <a:gd name="T51" fmla="*/ 90 h 91"/>
              <a:gd name="T52" fmla="*/ 1 w 95"/>
              <a:gd name="T53" fmla="*/ 85 h 91"/>
              <a:gd name="T54" fmla="*/ 0 w 95"/>
              <a:gd name="T55" fmla="*/ 83 h 91"/>
              <a:gd name="T56" fmla="*/ 1 w 95"/>
              <a:gd name="T57" fmla="*/ 81 h 91"/>
              <a:gd name="T58" fmla="*/ 45 w 95"/>
              <a:gd name="T59" fmla="*/ 37 h 91"/>
              <a:gd name="T60" fmla="*/ 48 w 95"/>
              <a:gd name="T61" fmla="*/ 36 h 91"/>
              <a:gd name="T62" fmla="*/ 50 w 95"/>
              <a:gd name="T63" fmla="*/ 37 h 91"/>
              <a:gd name="T64" fmla="*/ 94 w 95"/>
              <a:gd name="T65" fmla="*/ 81 h 91"/>
              <a:gd name="T66" fmla="*/ 95 w 95"/>
              <a:gd name="T67" fmla="*/ 83 h 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95" h="91">
                <a:moveTo>
                  <a:pt x="95" y="47"/>
                </a:moveTo>
                <a:cubicBezTo>
                  <a:pt x="95" y="48"/>
                  <a:pt x="94" y="49"/>
                  <a:pt x="94" y="49"/>
                </a:cubicBezTo>
                <a:cubicBezTo>
                  <a:pt x="89" y="54"/>
                  <a:pt x="89" y="54"/>
                  <a:pt x="89" y="54"/>
                </a:cubicBezTo>
                <a:cubicBezTo>
                  <a:pt x="89" y="54"/>
                  <a:pt x="88" y="55"/>
                  <a:pt x="87" y="55"/>
                </a:cubicBezTo>
                <a:cubicBezTo>
                  <a:pt x="86" y="55"/>
                  <a:pt x="85" y="54"/>
                  <a:pt x="85" y="54"/>
                </a:cubicBezTo>
                <a:cubicBezTo>
                  <a:pt x="48" y="17"/>
                  <a:pt x="48" y="17"/>
                  <a:pt x="48" y="17"/>
                </a:cubicBezTo>
                <a:cubicBezTo>
                  <a:pt x="10" y="54"/>
                  <a:pt x="10" y="54"/>
                  <a:pt x="10" y="54"/>
                </a:cubicBezTo>
                <a:cubicBezTo>
                  <a:pt x="10" y="54"/>
                  <a:pt x="9" y="55"/>
                  <a:pt x="8" y="55"/>
                </a:cubicBezTo>
                <a:cubicBezTo>
                  <a:pt x="7" y="55"/>
                  <a:pt x="7" y="54"/>
                  <a:pt x="6" y="54"/>
                </a:cubicBezTo>
                <a:cubicBezTo>
                  <a:pt x="1" y="49"/>
                  <a:pt x="1" y="49"/>
                  <a:pt x="1" y="49"/>
                </a:cubicBezTo>
                <a:cubicBezTo>
                  <a:pt x="1" y="49"/>
                  <a:pt x="0" y="48"/>
                  <a:pt x="0" y="47"/>
                </a:cubicBezTo>
                <a:cubicBezTo>
                  <a:pt x="0" y="46"/>
                  <a:pt x="1" y="45"/>
                  <a:pt x="1" y="45"/>
                </a:cubicBezTo>
                <a:cubicBezTo>
                  <a:pt x="45" y="1"/>
                  <a:pt x="45" y="1"/>
                  <a:pt x="45" y="1"/>
                </a:cubicBezTo>
                <a:cubicBezTo>
                  <a:pt x="46" y="0"/>
                  <a:pt x="47" y="0"/>
                  <a:pt x="48" y="0"/>
                </a:cubicBezTo>
                <a:cubicBezTo>
                  <a:pt x="48" y="0"/>
                  <a:pt x="49" y="0"/>
                  <a:pt x="50" y="1"/>
                </a:cubicBezTo>
                <a:cubicBezTo>
                  <a:pt x="94" y="45"/>
                  <a:pt x="94" y="45"/>
                  <a:pt x="94" y="45"/>
                </a:cubicBezTo>
                <a:cubicBezTo>
                  <a:pt x="94" y="45"/>
                  <a:pt x="95" y="46"/>
                  <a:pt x="95" y="47"/>
                </a:cubicBezTo>
                <a:close/>
                <a:moveTo>
                  <a:pt x="95" y="83"/>
                </a:moveTo>
                <a:cubicBezTo>
                  <a:pt x="95" y="84"/>
                  <a:pt x="94" y="85"/>
                  <a:pt x="94" y="85"/>
                </a:cubicBezTo>
                <a:cubicBezTo>
                  <a:pt x="89" y="90"/>
                  <a:pt x="89" y="90"/>
                  <a:pt x="89" y="90"/>
                </a:cubicBezTo>
                <a:cubicBezTo>
                  <a:pt x="89" y="91"/>
                  <a:pt x="88" y="91"/>
                  <a:pt x="87" y="91"/>
                </a:cubicBezTo>
                <a:cubicBezTo>
                  <a:pt x="86" y="91"/>
                  <a:pt x="85" y="91"/>
                  <a:pt x="85" y="90"/>
                </a:cubicBezTo>
                <a:cubicBezTo>
                  <a:pt x="48" y="53"/>
                  <a:pt x="48" y="53"/>
                  <a:pt x="48" y="53"/>
                </a:cubicBezTo>
                <a:cubicBezTo>
                  <a:pt x="10" y="90"/>
                  <a:pt x="10" y="90"/>
                  <a:pt x="10" y="90"/>
                </a:cubicBezTo>
                <a:cubicBezTo>
                  <a:pt x="10" y="91"/>
                  <a:pt x="9" y="91"/>
                  <a:pt x="8" y="91"/>
                </a:cubicBezTo>
                <a:cubicBezTo>
                  <a:pt x="7" y="91"/>
                  <a:pt x="7" y="91"/>
                  <a:pt x="6" y="90"/>
                </a:cubicBezTo>
                <a:cubicBezTo>
                  <a:pt x="1" y="85"/>
                  <a:pt x="1" y="85"/>
                  <a:pt x="1" y="85"/>
                </a:cubicBezTo>
                <a:cubicBezTo>
                  <a:pt x="1" y="85"/>
                  <a:pt x="0" y="84"/>
                  <a:pt x="0" y="83"/>
                </a:cubicBezTo>
                <a:cubicBezTo>
                  <a:pt x="0" y="82"/>
                  <a:pt x="1" y="82"/>
                  <a:pt x="1" y="81"/>
                </a:cubicBezTo>
                <a:cubicBezTo>
                  <a:pt x="45" y="37"/>
                  <a:pt x="45" y="37"/>
                  <a:pt x="45" y="37"/>
                </a:cubicBezTo>
                <a:cubicBezTo>
                  <a:pt x="46" y="36"/>
                  <a:pt x="47" y="36"/>
                  <a:pt x="48" y="36"/>
                </a:cubicBezTo>
                <a:cubicBezTo>
                  <a:pt x="48" y="36"/>
                  <a:pt x="49" y="36"/>
                  <a:pt x="50" y="37"/>
                </a:cubicBezTo>
                <a:cubicBezTo>
                  <a:pt x="94" y="81"/>
                  <a:pt x="94" y="81"/>
                  <a:pt x="94" y="81"/>
                </a:cubicBezTo>
                <a:cubicBezTo>
                  <a:pt x="94" y="82"/>
                  <a:pt x="95" y="82"/>
                  <a:pt x="95" y="8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32" name="Freeform 235"/>
          <p:cNvSpPr>
            <a:spLocks noEditPoints="1"/>
          </p:cNvSpPr>
          <p:nvPr/>
        </p:nvSpPr>
        <p:spPr bwMode="auto">
          <a:xfrm>
            <a:off x="10574874" y="3577037"/>
            <a:ext cx="133988" cy="129665"/>
          </a:xfrm>
          <a:custGeom>
            <a:avLst/>
            <a:gdLst>
              <a:gd name="T0" fmla="*/ 94 w 94"/>
              <a:gd name="T1" fmla="*/ 8 h 91"/>
              <a:gd name="T2" fmla="*/ 94 w 94"/>
              <a:gd name="T3" fmla="*/ 10 h 91"/>
              <a:gd name="T4" fmla="*/ 49 w 94"/>
              <a:gd name="T5" fmla="*/ 54 h 91"/>
              <a:gd name="T6" fmla="*/ 47 w 94"/>
              <a:gd name="T7" fmla="*/ 55 h 91"/>
              <a:gd name="T8" fmla="*/ 45 w 94"/>
              <a:gd name="T9" fmla="*/ 54 h 91"/>
              <a:gd name="T10" fmla="*/ 1 w 94"/>
              <a:gd name="T11" fmla="*/ 10 h 91"/>
              <a:gd name="T12" fmla="*/ 0 w 94"/>
              <a:gd name="T13" fmla="*/ 8 h 91"/>
              <a:gd name="T14" fmla="*/ 1 w 94"/>
              <a:gd name="T15" fmla="*/ 5 h 91"/>
              <a:gd name="T16" fmla="*/ 6 w 94"/>
              <a:gd name="T17" fmla="*/ 1 h 91"/>
              <a:gd name="T18" fmla="*/ 8 w 94"/>
              <a:gd name="T19" fmla="*/ 0 h 91"/>
              <a:gd name="T20" fmla="*/ 10 w 94"/>
              <a:gd name="T21" fmla="*/ 1 h 91"/>
              <a:gd name="T22" fmla="*/ 47 w 94"/>
              <a:gd name="T23" fmla="*/ 38 h 91"/>
              <a:gd name="T24" fmla="*/ 84 w 94"/>
              <a:gd name="T25" fmla="*/ 1 h 91"/>
              <a:gd name="T26" fmla="*/ 87 w 94"/>
              <a:gd name="T27" fmla="*/ 0 h 91"/>
              <a:gd name="T28" fmla="*/ 89 w 94"/>
              <a:gd name="T29" fmla="*/ 1 h 91"/>
              <a:gd name="T30" fmla="*/ 94 w 94"/>
              <a:gd name="T31" fmla="*/ 5 h 91"/>
              <a:gd name="T32" fmla="*/ 94 w 94"/>
              <a:gd name="T33" fmla="*/ 8 h 91"/>
              <a:gd name="T34" fmla="*/ 94 w 94"/>
              <a:gd name="T35" fmla="*/ 44 h 91"/>
              <a:gd name="T36" fmla="*/ 94 w 94"/>
              <a:gd name="T37" fmla="*/ 46 h 91"/>
              <a:gd name="T38" fmla="*/ 49 w 94"/>
              <a:gd name="T39" fmla="*/ 90 h 91"/>
              <a:gd name="T40" fmla="*/ 47 w 94"/>
              <a:gd name="T41" fmla="*/ 91 h 91"/>
              <a:gd name="T42" fmla="*/ 45 w 94"/>
              <a:gd name="T43" fmla="*/ 90 h 91"/>
              <a:gd name="T44" fmla="*/ 1 w 94"/>
              <a:gd name="T45" fmla="*/ 46 h 91"/>
              <a:gd name="T46" fmla="*/ 0 w 94"/>
              <a:gd name="T47" fmla="*/ 44 h 91"/>
              <a:gd name="T48" fmla="*/ 1 w 94"/>
              <a:gd name="T49" fmla="*/ 42 h 91"/>
              <a:gd name="T50" fmla="*/ 6 w 94"/>
              <a:gd name="T51" fmla="*/ 37 h 91"/>
              <a:gd name="T52" fmla="*/ 8 w 94"/>
              <a:gd name="T53" fmla="*/ 36 h 91"/>
              <a:gd name="T54" fmla="*/ 10 w 94"/>
              <a:gd name="T55" fmla="*/ 37 h 91"/>
              <a:gd name="T56" fmla="*/ 47 w 94"/>
              <a:gd name="T57" fmla="*/ 74 h 91"/>
              <a:gd name="T58" fmla="*/ 84 w 94"/>
              <a:gd name="T59" fmla="*/ 37 h 91"/>
              <a:gd name="T60" fmla="*/ 87 w 94"/>
              <a:gd name="T61" fmla="*/ 36 h 91"/>
              <a:gd name="T62" fmla="*/ 89 w 94"/>
              <a:gd name="T63" fmla="*/ 37 h 91"/>
              <a:gd name="T64" fmla="*/ 94 w 94"/>
              <a:gd name="T65" fmla="*/ 42 h 91"/>
              <a:gd name="T66" fmla="*/ 94 w 94"/>
              <a:gd name="T67" fmla="*/ 44 h 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94" h="91">
                <a:moveTo>
                  <a:pt x="94" y="8"/>
                </a:moveTo>
                <a:cubicBezTo>
                  <a:pt x="94" y="8"/>
                  <a:pt x="94" y="9"/>
                  <a:pt x="94" y="10"/>
                </a:cubicBezTo>
                <a:cubicBezTo>
                  <a:pt x="49" y="54"/>
                  <a:pt x="49" y="54"/>
                  <a:pt x="49" y="54"/>
                </a:cubicBezTo>
                <a:cubicBezTo>
                  <a:pt x="49" y="54"/>
                  <a:pt x="48" y="55"/>
                  <a:pt x="47" y="55"/>
                </a:cubicBezTo>
                <a:cubicBezTo>
                  <a:pt x="46" y="55"/>
                  <a:pt x="46" y="54"/>
                  <a:pt x="45" y="54"/>
                </a:cubicBezTo>
                <a:cubicBezTo>
                  <a:pt x="1" y="10"/>
                  <a:pt x="1" y="10"/>
                  <a:pt x="1" y="10"/>
                </a:cubicBezTo>
                <a:cubicBezTo>
                  <a:pt x="0" y="9"/>
                  <a:pt x="0" y="8"/>
                  <a:pt x="0" y="8"/>
                </a:cubicBezTo>
                <a:cubicBezTo>
                  <a:pt x="0" y="7"/>
                  <a:pt x="0" y="6"/>
                  <a:pt x="1" y="5"/>
                </a:cubicBezTo>
                <a:cubicBezTo>
                  <a:pt x="6" y="1"/>
                  <a:pt x="6" y="1"/>
                  <a:pt x="6" y="1"/>
                </a:cubicBezTo>
                <a:cubicBezTo>
                  <a:pt x="6" y="0"/>
                  <a:pt x="7" y="0"/>
                  <a:pt x="8" y="0"/>
                </a:cubicBezTo>
                <a:cubicBezTo>
                  <a:pt x="9" y="0"/>
                  <a:pt x="9" y="0"/>
                  <a:pt x="10" y="1"/>
                </a:cubicBezTo>
                <a:cubicBezTo>
                  <a:pt x="47" y="38"/>
                  <a:pt x="47" y="38"/>
                  <a:pt x="47" y="38"/>
                </a:cubicBezTo>
                <a:cubicBezTo>
                  <a:pt x="84" y="1"/>
                  <a:pt x="84" y="1"/>
                  <a:pt x="84" y="1"/>
                </a:cubicBezTo>
                <a:cubicBezTo>
                  <a:pt x="85" y="0"/>
                  <a:pt x="86" y="0"/>
                  <a:pt x="87" y="0"/>
                </a:cubicBezTo>
                <a:cubicBezTo>
                  <a:pt x="87" y="0"/>
                  <a:pt x="88" y="0"/>
                  <a:pt x="89" y="1"/>
                </a:cubicBezTo>
                <a:cubicBezTo>
                  <a:pt x="94" y="5"/>
                  <a:pt x="94" y="5"/>
                  <a:pt x="94" y="5"/>
                </a:cubicBezTo>
                <a:cubicBezTo>
                  <a:pt x="94" y="6"/>
                  <a:pt x="94" y="7"/>
                  <a:pt x="94" y="8"/>
                </a:cubicBezTo>
                <a:close/>
                <a:moveTo>
                  <a:pt x="94" y="44"/>
                </a:moveTo>
                <a:cubicBezTo>
                  <a:pt x="94" y="45"/>
                  <a:pt x="94" y="45"/>
                  <a:pt x="94" y="46"/>
                </a:cubicBezTo>
                <a:cubicBezTo>
                  <a:pt x="49" y="90"/>
                  <a:pt x="49" y="90"/>
                  <a:pt x="49" y="90"/>
                </a:cubicBezTo>
                <a:cubicBezTo>
                  <a:pt x="49" y="91"/>
                  <a:pt x="48" y="91"/>
                  <a:pt x="47" y="91"/>
                </a:cubicBezTo>
                <a:cubicBezTo>
                  <a:pt x="46" y="91"/>
                  <a:pt x="46" y="91"/>
                  <a:pt x="45" y="90"/>
                </a:cubicBezTo>
                <a:cubicBezTo>
                  <a:pt x="1" y="46"/>
                  <a:pt x="1" y="46"/>
                  <a:pt x="1" y="46"/>
                </a:cubicBezTo>
                <a:cubicBezTo>
                  <a:pt x="0" y="45"/>
                  <a:pt x="0" y="45"/>
                  <a:pt x="0" y="44"/>
                </a:cubicBezTo>
                <a:cubicBezTo>
                  <a:pt x="0" y="43"/>
                  <a:pt x="0" y="42"/>
                  <a:pt x="1" y="42"/>
                </a:cubicBezTo>
                <a:cubicBezTo>
                  <a:pt x="6" y="37"/>
                  <a:pt x="6" y="37"/>
                  <a:pt x="6" y="37"/>
                </a:cubicBezTo>
                <a:cubicBezTo>
                  <a:pt x="6" y="36"/>
                  <a:pt x="7" y="36"/>
                  <a:pt x="8" y="36"/>
                </a:cubicBezTo>
                <a:cubicBezTo>
                  <a:pt x="9" y="36"/>
                  <a:pt x="9" y="36"/>
                  <a:pt x="10" y="37"/>
                </a:cubicBezTo>
                <a:cubicBezTo>
                  <a:pt x="47" y="74"/>
                  <a:pt x="47" y="74"/>
                  <a:pt x="47" y="74"/>
                </a:cubicBezTo>
                <a:cubicBezTo>
                  <a:pt x="84" y="37"/>
                  <a:pt x="84" y="37"/>
                  <a:pt x="84" y="37"/>
                </a:cubicBezTo>
                <a:cubicBezTo>
                  <a:pt x="85" y="36"/>
                  <a:pt x="86" y="36"/>
                  <a:pt x="87" y="36"/>
                </a:cubicBezTo>
                <a:cubicBezTo>
                  <a:pt x="87" y="36"/>
                  <a:pt x="88" y="36"/>
                  <a:pt x="89" y="37"/>
                </a:cubicBezTo>
                <a:cubicBezTo>
                  <a:pt x="94" y="42"/>
                  <a:pt x="94" y="42"/>
                  <a:pt x="94" y="42"/>
                </a:cubicBezTo>
                <a:cubicBezTo>
                  <a:pt x="94" y="42"/>
                  <a:pt x="94" y="43"/>
                  <a:pt x="94" y="4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33" name="Freeform 236"/>
          <p:cNvSpPr>
            <a:spLocks/>
          </p:cNvSpPr>
          <p:nvPr/>
        </p:nvSpPr>
        <p:spPr bwMode="auto">
          <a:xfrm>
            <a:off x="10790982" y="3583518"/>
            <a:ext cx="79961" cy="136151"/>
          </a:xfrm>
          <a:custGeom>
            <a:avLst/>
            <a:gdLst>
              <a:gd name="T0" fmla="*/ 55 w 55"/>
              <a:gd name="T1" fmla="*/ 8 h 94"/>
              <a:gd name="T2" fmla="*/ 54 w 55"/>
              <a:gd name="T3" fmla="*/ 10 h 94"/>
              <a:gd name="T4" fmla="*/ 17 w 55"/>
              <a:gd name="T5" fmla="*/ 47 h 94"/>
              <a:gd name="T6" fmla="*/ 54 w 55"/>
              <a:gd name="T7" fmla="*/ 84 h 94"/>
              <a:gd name="T8" fmla="*/ 55 w 55"/>
              <a:gd name="T9" fmla="*/ 86 h 94"/>
              <a:gd name="T10" fmla="*/ 54 w 55"/>
              <a:gd name="T11" fmla="*/ 88 h 94"/>
              <a:gd name="T12" fmla="*/ 49 w 55"/>
              <a:gd name="T13" fmla="*/ 93 h 94"/>
              <a:gd name="T14" fmla="*/ 47 w 55"/>
              <a:gd name="T15" fmla="*/ 94 h 94"/>
              <a:gd name="T16" fmla="*/ 45 w 55"/>
              <a:gd name="T17" fmla="*/ 93 h 94"/>
              <a:gd name="T18" fmla="*/ 1 w 55"/>
              <a:gd name="T19" fmla="*/ 49 h 94"/>
              <a:gd name="T20" fmla="*/ 0 w 55"/>
              <a:gd name="T21" fmla="*/ 47 h 94"/>
              <a:gd name="T22" fmla="*/ 1 w 55"/>
              <a:gd name="T23" fmla="*/ 45 h 94"/>
              <a:gd name="T24" fmla="*/ 45 w 55"/>
              <a:gd name="T25" fmla="*/ 1 h 94"/>
              <a:gd name="T26" fmla="*/ 47 w 55"/>
              <a:gd name="T27" fmla="*/ 0 h 94"/>
              <a:gd name="T28" fmla="*/ 49 w 55"/>
              <a:gd name="T29" fmla="*/ 1 h 94"/>
              <a:gd name="T30" fmla="*/ 54 w 55"/>
              <a:gd name="T31" fmla="*/ 5 h 94"/>
              <a:gd name="T32" fmla="*/ 55 w 55"/>
              <a:gd name="T33" fmla="*/ 8 h 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5" h="94">
                <a:moveTo>
                  <a:pt x="55" y="8"/>
                </a:moveTo>
                <a:cubicBezTo>
                  <a:pt x="55" y="8"/>
                  <a:pt x="54" y="9"/>
                  <a:pt x="54" y="10"/>
                </a:cubicBezTo>
                <a:cubicBezTo>
                  <a:pt x="17" y="47"/>
                  <a:pt x="17" y="47"/>
                  <a:pt x="17" y="47"/>
                </a:cubicBezTo>
                <a:cubicBezTo>
                  <a:pt x="54" y="84"/>
                  <a:pt x="54" y="84"/>
                  <a:pt x="54" y="84"/>
                </a:cubicBezTo>
                <a:cubicBezTo>
                  <a:pt x="54" y="85"/>
                  <a:pt x="55" y="85"/>
                  <a:pt x="55" y="86"/>
                </a:cubicBezTo>
                <a:cubicBezTo>
                  <a:pt x="55" y="87"/>
                  <a:pt x="54" y="88"/>
                  <a:pt x="54" y="88"/>
                </a:cubicBezTo>
                <a:cubicBezTo>
                  <a:pt x="49" y="93"/>
                  <a:pt x="49" y="93"/>
                  <a:pt x="49" y="93"/>
                </a:cubicBezTo>
                <a:cubicBezTo>
                  <a:pt x="48" y="94"/>
                  <a:pt x="48" y="94"/>
                  <a:pt x="47" y="94"/>
                </a:cubicBezTo>
                <a:cubicBezTo>
                  <a:pt x="46" y="94"/>
                  <a:pt x="45" y="94"/>
                  <a:pt x="45" y="93"/>
                </a:cubicBezTo>
                <a:cubicBezTo>
                  <a:pt x="1" y="49"/>
                  <a:pt x="1" y="49"/>
                  <a:pt x="1" y="49"/>
                </a:cubicBezTo>
                <a:cubicBezTo>
                  <a:pt x="0" y="49"/>
                  <a:pt x="0" y="48"/>
                  <a:pt x="0" y="47"/>
                </a:cubicBezTo>
                <a:cubicBezTo>
                  <a:pt x="0" y="46"/>
                  <a:pt x="0" y="45"/>
                  <a:pt x="1" y="45"/>
                </a:cubicBezTo>
                <a:cubicBezTo>
                  <a:pt x="45" y="1"/>
                  <a:pt x="45" y="1"/>
                  <a:pt x="45" y="1"/>
                </a:cubicBezTo>
                <a:cubicBezTo>
                  <a:pt x="45" y="0"/>
                  <a:pt x="46" y="0"/>
                  <a:pt x="47" y="0"/>
                </a:cubicBezTo>
                <a:cubicBezTo>
                  <a:pt x="48" y="0"/>
                  <a:pt x="48" y="0"/>
                  <a:pt x="49" y="1"/>
                </a:cubicBezTo>
                <a:cubicBezTo>
                  <a:pt x="54" y="5"/>
                  <a:pt x="54" y="5"/>
                  <a:pt x="54" y="5"/>
                </a:cubicBezTo>
                <a:cubicBezTo>
                  <a:pt x="54" y="6"/>
                  <a:pt x="55" y="7"/>
                  <a:pt x="55" y="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34" name="Freeform 237"/>
          <p:cNvSpPr>
            <a:spLocks/>
          </p:cNvSpPr>
          <p:nvPr/>
        </p:nvSpPr>
        <p:spPr bwMode="auto">
          <a:xfrm>
            <a:off x="10937936" y="3583518"/>
            <a:ext cx="77800" cy="136151"/>
          </a:xfrm>
          <a:custGeom>
            <a:avLst/>
            <a:gdLst>
              <a:gd name="T0" fmla="*/ 55 w 55"/>
              <a:gd name="T1" fmla="*/ 47 h 94"/>
              <a:gd name="T2" fmla="*/ 54 w 55"/>
              <a:gd name="T3" fmla="*/ 49 h 94"/>
              <a:gd name="T4" fmla="*/ 10 w 55"/>
              <a:gd name="T5" fmla="*/ 93 h 94"/>
              <a:gd name="T6" fmla="*/ 8 w 55"/>
              <a:gd name="T7" fmla="*/ 94 h 94"/>
              <a:gd name="T8" fmla="*/ 6 w 55"/>
              <a:gd name="T9" fmla="*/ 93 h 94"/>
              <a:gd name="T10" fmla="*/ 1 w 55"/>
              <a:gd name="T11" fmla="*/ 88 h 94"/>
              <a:gd name="T12" fmla="*/ 0 w 55"/>
              <a:gd name="T13" fmla="*/ 86 h 94"/>
              <a:gd name="T14" fmla="*/ 1 w 55"/>
              <a:gd name="T15" fmla="*/ 84 h 94"/>
              <a:gd name="T16" fmla="*/ 38 w 55"/>
              <a:gd name="T17" fmla="*/ 47 h 94"/>
              <a:gd name="T18" fmla="*/ 1 w 55"/>
              <a:gd name="T19" fmla="*/ 10 h 94"/>
              <a:gd name="T20" fmla="*/ 0 w 55"/>
              <a:gd name="T21" fmla="*/ 8 h 94"/>
              <a:gd name="T22" fmla="*/ 1 w 55"/>
              <a:gd name="T23" fmla="*/ 5 h 94"/>
              <a:gd name="T24" fmla="*/ 6 w 55"/>
              <a:gd name="T25" fmla="*/ 1 h 94"/>
              <a:gd name="T26" fmla="*/ 8 w 55"/>
              <a:gd name="T27" fmla="*/ 0 h 94"/>
              <a:gd name="T28" fmla="*/ 10 w 55"/>
              <a:gd name="T29" fmla="*/ 1 h 94"/>
              <a:gd name="T30" fmla="*/ 54 w 55"/>
              <a:gd name="T31" fmla="*/ 45 h 94"/>
              <a:gd name="T32" fmla="*/ 55 w 55"/>
              <a:gd name="T33" fmla="*/ 47 h 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5" h="94">
                <a:moveTo>
                  <a:pt x="55" y="47"/>
                </a:moveTo>
                <a:cubicBezTo>
                  <a:pt x="55" y="48"/>
                  <a:pt x="55" y="49"/>
                  <a:pt x="54" y="49"/>
                </a:cubicBezTo>
                <a:cubicBezTo>
                  <a:pt x="10" y="93"/>
                  <a:pt x="10" y="93"/>
                  <a:pt x="10" y="93"/>
                </a:cubicBezTo>
                <a:cubicBezTo>
                  <a:pt x="9" y="94"/>
                  <a:pt x="9" y="94"/>
                  <a:pt x="8" y="94"/>
                </a:cubicBezTo>
                <a:cubicBezTo>
                  <a:pt x="7" y="94"/>
                  <a:pt x="6" y="94"/>
                  <a:pt x="6" y="93"/>
                </a:cubicBezTo>
                <a:cubicBezTo>
                  <a:pt x="1" y="88"/>
                  <a:pt x="1" y="88"/>
                  <a:pt x="1" y="88"/>
                </a:cubicBezTo>
                <a:cubicBezTo>
                  <a:pt x="0" y="88"/>
                  <a:pt x="0" y="87"/>
                  <a:pt x="0" y="86"/>
                </a:cubicBezTo>
                <a:cubicBezTo>
                  <a:pt x="0" y="85"/>
                  <a:pt x="0" y="85"/>
                  <a:pt x="1" y="84"/>
                </a:cubicBezTo>
                <a:cubicBezTo>
                  <a:pt x="38" y="47"/>
                  <a:pt x="38" y="47"/>
                  <a:pt x="38" y="47"/>
                </a:cubicBezTo>
                <a:cubicBezTo>
                  <a:pt x="1" y="10"/>
                  <a:pt x="1" y="10"/>
                  <a:pt x="1" y="10"/>
                </a:cubicBezTo>
                <a:cubicBezTo>
                  <a:pt x="0" y="9"/>
                  <a:pt x="0" y="8"/>
                  <a:pt x="0" y="8"/>
                </a:cubicBezTo>
                <a:cubicBezTo>
                  <a:pt x="0" y="7"/>
                  <a:pt x="0" y="6"/>
                  <a:pt x="1" y="5"/>
                </a:cubicBezTo>
                <a:cubicBezTo>
                  <a:pt x="6" y="1"/>
                  <a:pt x="6" y="1"/>
                  <a:pt x="6" y="1"/>
                </a:cubicBezTo>
                <a:cubicBezTo>
                  <a:pt x="6" y="0"/>
                  <a:pt x="7" y="0"/>
                  <a:pt x="8" y="0"/>
                </a:cubicBezTo>
                <a:cubicBezTo>
                  <a:pt x="9" y="0"/>
                  <a:pt x="9" y="0"/>
                  <a:pt x="10" y="1"/>
                </a:cubicBezTo>
                <a:cubicBezTo>
                  <a:pt x="54" y="45"/>
                  <a:pt x="54" y="45"/>
                  <a:pt x="54" y="45"/>
                </a:cubicBezTo>
                <a:cubicBezTo>
                  <a:pt x="55" y="45"/>
                  <a:pt x="55" y="46"/>
                  <a:pt x="55" y="4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35" name="Freeform 238"/>
          <p:cNvSpPr>
            <a:spLocks/>
          </p:cNvSpPr>
          <p:nvPr/>
        </p:nvSpPr>
        <p:spPr bwMode="auto">
          <a:xfrm>
            <a:off x="11033026" y="3613774"/>
            <a:ext cx="136151" cy="79961"/>
          </a:xfrm>
          <a:custGeom>
            <a:avLst/>
            <a:gdLst>
              <a:gd name="T0" fmla="*/ 94 w 94"/>
              <a:gd name="T1" fmla="*/ 47 h 55"/>
              <a:gd name="T2" fmla="*/ 93 w 94"/>
              <a:gd name="T3" fmla="*/ 49 h 55"/>
              <a:gd name="T4" fmla="*/ 88 w 94"/>
              <a:gd name="T5" fmla="*/ 54 h 55"/>
              <a:gd name="T6" fmla="*/ 86 w 94"/>
              <a:gd name="T7" fmla="*/ 55 h 55"/>
              <a:gd name="T8" fmla="*/ 84 w 94"/>
              <a:gd name="T9" fmla="*/ 54 h 55"/>
              <a:gd name="T10" fmla="*/ 47 w 94"/>
              <a:gd name="T11" fmla="*/ 17 h 55"/>
              <a:gd name="T12" fmla="*/ 10 w 94"/>
              <a:gd name="T13" fmla="*/ 54 h 55"/>
              <a:gd name="T14" fmla="*/ 7 w 94"/>
              <a:gd name="T15" fmla="*/ 55 h 55"/>
              <a:gd name="T16" fmla="*/ 5 w 94"/>
              <a:gd name="T17" fmla="*/ 54 h 55"/>
              <a:gd name="T18" fmla="*/ 0 w 94"/>
              <a:gd name="T19" fmla="*/ 49 h 55"/>
              <a:gd name="T20" fmla="*/ 0 w 94"/>
              <a:gd name="T21" fmla="*/ 47 h 55"/>
              <a:gd name="T22" fmla="*/ 0 w 94"/>
              <a:gd name="T23" fmla="*/ 45 h 55"/>
              <a:gd name="T24" fmla="*/ 45 w 94"/>
              <a:gd name="T25" fmla="*/ 1 h 55"/>
              <a:gd name="T26" fmla="*/ 47 w 94"/>
              <a:gd name="T27" fmla="*/ 0 h 55"/>
              <a:gd name="T28" fmla="*/ 49 w 94"/>
              <a:gd name="T29" fmla="*/ 1 h 55"/>
              <a:gd name="T30" fmla="*/ 93 w 94"/>
              <a:gd name="T31" fmla="*/ 45 h 55"/>
              <a:gd name="T32" fmla="*/ 94 w 94"/>
              <a:gd name="T33" fmla="*/ 47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94" h="55">
                <a:moveTo>
                  <a:pt x="94" y="47"/>
                </a:moveTo>
                <a:cubicBezTo>
                  <a:pt x="94" y="48"/>
                  <a:pt x="94" y="49"/>
                  <a:pt x="93" y="49"/>
                </a:cubicBezTo>
                <a:cubicBezTo>
                  <a:pt x="88" y="54"/>
                  <a:pt x="88" y="54"/>
                  <a:pt x="88" y="54"/>
                </a:cubicBezTo>
                <a:cubicBezTo>
                  <a:pt x="88" y="55"/>
                  <a:pt x="87" y="55"/>
                  <a:pt x="86" y="55"/>
                </a:cubicBezTo>
                <a:cubicBezTo>
                  <a:pt x="85" y="55"/>
                  <a:pt x="84" y="55"/>
                  <a:pt x="84" y="54"/>
                </a:cubicBezTo>
                <a:cubicBezTo>
                  <a:pt x="47" y="17"/>
                  <a:pt x="47" y="17"/>
                  <a:pt x="47" y="17"/>
                </a:cubicBezTo>
                <a:cubicBezTo>
                  <a:pt x="10" y="54"/>
                  <a:pt x="10" y="54"/>
                  <a:pt x="10" y="54"/>
                </a:cubicBezTo>
                <a:cubicBezTo>
                  <a:pt x="9" y="55"/>
                  <a:pt x="8" y="55"/>
                  <a:pt x="7" y="55"/>
                </a:cubicBezTo>
                <a:cubicBezTo>
                  <a:pt x="7" y="55"/>
                  <a:pt x="6" y="55"/>
                  <a:pt x="5" y="54"/>
                </a:cubicBezTo>
                <a:cubicBezTo>
                  <a:pt x="0" y="49"/>
                  <a:pt x="0" y="49"/>
                  <a:pt x="0" y="49"/>
                </a:cubicBezTo>
                <a:cubicBezTo>
                  <a:pt x="0" y="49"/>
                  <a:pt x="0" y="48"/>
                  <a:pt x="0" y="47"/>
                </a:cubicBezTo>
                <a:cubicBezTo>
                  <a:pt x="0" y="46"/>
                  <a:pt x="0" y="46"/>
                  <a:pt x="0" y="45"/>
                </a:cubicBezTo>
                <a:cubicBezTo>
                  <a:pt x="45" y="1"/>
                  <a:pt x="45" y="1"/>
                  <a:pt x="45" y="1"/>
                </a:cubicBezTo>
                <a:cubicBezTo>
                  <a:pt x="45" y="0"/>
                  <a:pt x="46" y="0"/>
                  <a:pt x="47" y="0"/>
                </a:cubicBezTo>
                <a:cubicBezTo>
                  <a:pt x="48" y="0"/>
                  <a:pt x="48" y="0"/>
                  <a:pt x="49" y="1"/>
                </a:cubicBezTo>
                <a:cubicBezTo>
                  <a:pt x="93" y="45"/>
                  <a:pt x="93" y="45"/>
                  <a:pt x="93" y="45"/>
                </a:cubicBezTo>
                <a:cubicBezTo>
                  <a:pt x="94" y="46"/>
                  <a:pt x="94" y="46"/>
                  <a:pt x="94" y="4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36" name="Freeform 239"/>
          <p:cNvSpPr>
            <a:spLocks/>
          </p:cNvSpPr>
          <p:nvPr/>
        </p:nvSpPr>
        <p:spPr bwMode="auto">
          <a:xfrm>
            <a:off x="11253457" y="3609453"/>
            <a:ext cx="136151" cy="79961"/>
          </a:xfrm>
          <a:custGeom>
            <a:avLst/>
            <a:gdLst>
              <a:gd name="T0" fmla="*/ 95 w 95"/>
              <a:gd name="T1" fmla="*/ 8 h 55"/>
              <a:gd name="T2" fmla="*/ 94 w 95"/>
              <a:gd name="T3" fmla="*/ 10 h 55"/>
              <a:gd name="T4" fmla="*/ 50 w 95"/>
              <a:gd name="T5" fmla="*/ 54 h 55"/>
              <a:gd name="T6" fmla="*/ 47 w 95"/>
              <a:gd name="T7" fmla="*/ 55 h 55"/>
              <a:gd name="T8" fmla="*/ 45 w 95"/>
              <a:gd name="T9" fmla="*/ 54 h 55"/>
              <a:gd name="T10" fmla="*/ 1 w 95"/>
              <a:gd name="T11" fmla="*/ 10 h 55"/>
              <a:gd name="T12" fmla="*/ 0 w 95"/>
              <a:gd name="T13" fmla="*/ 8 h 55"/>
              <a:gd name="T14" fmla="*/ 1 w 95"/>
              <a:gd name="T15" fmla="*/ 6 h 55"/>
              <a:gd name="T16" fmla="*/ 6 w 95"/>
              <a:gd name="T17" fmla="*/ 1 h 55"/>
              <a:gd name="T18" fmla="*/ 8 w 95"/>
              <a:gd name="T19" fmla="*/ 0 h 55"/>
              <a:gd name="T20" fmla="*/ 10 w 95"/>
              <a:gd name="T21" fmla="*/ 1 h 55"/>
              <a:gd name="T22" fmla="*/ 47 w 95"/>
              <a:gd name="T23" fmla="*/ 38 h 55"/>
              <a:gd name="T24" fmla="*/ 84 w 95"/>
              <a:gd name="T25" fmla="*/ 1 h 55"/>
              <a:gd name="T26" fmla="*/ 87 w 95"/>
              <a:gd name="T27" fmla="*/ 0 h 55"/>
              <a:gd name="T28" fmla="*/ 89 w 95"/>
              <a:gd name="T29" fmla="*/ 1 h 55"/>
              <a:gd name="T30" fmla="*/ 94 w 95"/>
              <a:gd name="T31" fmla="*/ 6 h 55"/>
              <a:gd name="T32" fmla="*/ 95 w 95"/>
              <a:gd name="T33" fmla="*/ 8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95" h="55">
                <a:moveTo>
                  <a:pt x="95" y="8"/>
                </a:moveTo>
                <a:cubicBezTo>
                  <a:pt x="95" y="9"/>
                  <a:pt x="94" y="9"/>
                  <a:pt x="94" y="10"/>
                </a:cubicBezTo>
                <a:cubicBezTo>
                  <a:pt x="50" y="54"/>
                  <a:pt x="50" y="54"/>
                  <a:pt x="50" y="54"/>
                </a:cubicBezTo>
                <a:cubicBezTo>
                  <a:pt x="49" y="55"/>
                  <a:pt x="48" y="55"/>
                  <a:pt x="47" y="55"/>
                </a:cubicBezTo>
                <a:cubicBezTo>
                  <a:pt x="47" y="55"/>
                  <a:pt x="46" y="55"/>
                  <a:pt x="45" y="54"/>
                </a:cubicBezTo>
                <a:cubicBezTo>
                  <a:pt x="1" y="10"/>
                  <a:pt x="1" y="10"/>
                  <a:pt x="1" y="10"/>
                </a:cubicBezTo>
                <a:cubicBezTo>
                  <a:pt x="0" y="9"/>
                  <a:pt x="0" y="9"/>
                  <a:pt x="0" y="8"/>
                </a:cubicBezTo>
                <a:cubicBezTo>
                  <a:pt x="0" y="7"/>
                  <a:pt x="0" y="6"/>
                  <a:pt x="1" y="6"/>
                </a:cubicBezTo>
                <a:cubicBezTo>
                  <a:pt x="6" y="1"/>
                  <a:pt x="6" y="1"/>
                  <a:pt x="6" y="1"/>
                </a:cubicBezTo>
                <a:cubicBezTo>
                  <a:pt x="6" y="0"/>
                  <a:pt x="7" y="0"/>
                  <a:pt x="8" y="0"/>
                </a:cubicBezTo>
                <a:cubicBezTo>
                  <a:pt x="9" y="0"/>
                  <a:pt x="10" y="0"/>
                  <a:pt x="10" y="1"/>
                </a:cubicBezTo>
                <a:cubicBezTo>
                  <a:pt x="47" y="38"/>
                  <a:pt x="47" y="38"/>
                  <a:pt x="47" y="38"/>
                </a:cubicBezTo>
                <a:cubicBezTo>
                  <a:pt x="84" y="1"/>
                  <a:pt x="84" y="1"/>
                  <a:pt x="84" y="1"/>
                </a:cubicBezTo>
                <a:cubicBezTo>
                  <a:pt x="85" y="0"/>
                  <a:pt x="86" y="0"/>
                  <a:pt x="87" y="0"/>
                </a:cubicBezTo>
                <a:cubicBezTo>
                  <a:pt x="87" y="0"/>
                  <a:pt x="88" y="0"/>
                  <a:pt x="89" y="1"/>
                </a:cubicBezTo>
                <a:cubicBezTo>
                  <a:pt x="94" y="6"/>
                  <a:pt x="94" y="6"/>
                  <a:pt x="94" y="6"/>
                </a:cubicBezTo>
                <a:cubicBezTo>
                  <a:pt x="94" y="6"/>
                  <a:pt x="95" y="7"/>
                  <a:pt x="95" y="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37" name="Freeform 240"/>
          <p:cNvSpPr>
            <a:spLocks noEditPoints="1"/>
          </p:cNvSpPr>
          <p:nvPr/>
        </p:nvSpPr>
        <p:spPr bwMode="auto">
          <a:xfrm>
            <a:off x="793751" y="3950905"/>
            <a:ext cx="259332" cy="226916"/>
          </a:xfrm>
          <a:custGeom>
            <a:avLst/>
            <a:gdLst>
              <a:gd name="T0" fmla="*/ 181 w 181"/>
              <a:gd name="T1" fmla="*/ 15 h 158"/>
              <a:gd name="T2" fmla="*/ 181 w 181"/>
              <a:gd name="T3" fmla="*/ 118 h 158"/>
              <a:gd name="T4" fmla="*/ 177 w 181"/>
              <a:gd name="T5" fmla="*/ 129 h 158"/>
              <a:gd name="T6" fmla="*/ 166 w 181"/>
              <a:gd name="T7" fmla="*/ 133 h 158"/>
              <a:gd name="T8" fmla="*/ 115 w 181"/>
              <a:gd name="T9" fmla="*/ 133 h 158"/>
              <a:gd name="T10" fmla="*/ 116 w 181"/>
              <a:gd name="T11" fmla="*/ 141 h 158"/>
              <a:gd name="T12" fmla="*/ 119 w 181"/>
              <a:gd name="T13" fmla="*/ 147 h 158"/>
              <a:gd name="T14" fmla="*/ 121 w 181"/>
              <a:gd name="T15" fmla="*/ 151 h 158"/>
              <a:gd name="T16" fmla="*/ 119 w 181"/>
              <a:gd name="T17" fmla="*/ 156 h 158"/>
              <a:gd name="T18" fmla="*/ 115 w 181"/>
              <a:gd name="T19" fmla="*/ 158 h 158"/>
              <a:gd name="T20" fmla="*/ 67 w 181"/>
              <a:gd name="T21" fmla="*/ 158 h 158"/>
              <a:gd name="T22" fmla="*/ 62 w 181"/>
              <a:gd name="T23" fmla="*/ 156 h 158"/>
              <a:gd name="T24" fmla="*/ 60 w 181"/>
              <a:gd name="T25" fmla="*/ 151 h 158"/>
              <a:gd name="T26" fmla="*/ 62 w 181"/>
              <a:gd name="T27" fmla="*/ 147 h 158"/>
              <a:gd name="T28" fmla="*/ 65 w 181"/>
              <a:gd name="T29" fmla="*/ 141 h 158"/>
              <a:gd name="T30" fmla="*/ 67 w 181"/>
              <a:gd name="T31" fmla="*/ 133 h 158"/>
              <a:gd name="T32" fmla="*/ 15 w 181"/>
              <a:gd name="T33" fmla="*/ 133 h 158"/>
              <a:gd name="T34" fmla="*/ 4 w 181"/>
              <a:gd name="T35" fmla="*/ 129 h 158"/>
              <a:gd name="T36" fmla="*/ 0 w 181"/>
              <a:gd name="T37" fmla="*/ 118 h 158"/>
              <a:gd name="T38" fmla="*/ 0 w 181"/>
              <a:gd name="T39" fmla="*/ 15 h 158"/>
              <a:gd name="T40" fmla="*/ 4 w 181"/>
              <a:gd name="T41" fmla="*/ 5 h 158"/>
              <a:gd name="T42" fmla="*/ 15 w 181"/>
              <a:gd name="T43" fmla="*/ 0 h 158"/>
              <a:gd name="T44" fmla="*/ 166 w 181"/>
              <a:gd name="T45" fmla="*/ 0 h 158"/>
              <a:gd name="T46" fmla="*/ 177 w 181"/>
              <a:gd name="T47" fmla="*/ 5 h 158"/>
              <a:gd name="T48" fmla="*/ 181 w 181"/>
              <a:gd name="T49" fmla="*/ 15 h 158"/>
              <a:gd name="T50" fmla="*/ 169 w 181"/>
              <a:gd name="T51" fmla="*/ 94 h 158"/>
              <a:gd name="T52" fmla="*/ 169 w 181"/>
              <a:gd name="T53" fmla="*/ 15 h 158"/>
              <a:gd name="T54" fmla="*/ 168 w 181"/>
              <a:gd name="T55" fmla="*/ 13 h 158"/>
              <a:gd name="T56" fmla="*/ 166 w 181"/>
              <a:gd name="T57" fmla="*/ 12 h 158"/>
              <a:gd name="T58" fmla="*/ 15 w 181"/>
              <a:gd name="T59" fmla="*/ 12 h 158"/>
              <a:gd name="T60" fmla="*/ 13 w 181"/>
              <a:gd name="T61" fmla="*/ 13 h 158"/>
              <a:gd name="T62" fmla="*/ 12 w 181"/>
              <a:gd name="T63" fmla="*/ 15 h 158"/>
              <a:gd name="T64" fmla="*/ 12 w 181"/>
              <a:gd name="T65" fmla="*/ 94 h 158"/>
              <a:gd name="T66" fmla="*/ 13 w 181"/>
              <a:gd name="T67" fmla="*/ 96 h 158"/>
              <a:gd name="T68" fmla="*/ 15 w 181"/>
              <a:gd name="T69" fmla="*/ 97 h 158"/>
              <a:gd name="T70" fmla="*/ 166 w 181"/>
              <a:gd name="T71" fmla="*/ 97 h 158"/>
              <a:gd name="T72" fmla="*/ 168 w 181"/>
              <a:gd name="T73" fmla="*/ 96 h 158"/>
              <a:gd name="T74" fmla="*/ 169 w 181"/>
              <a:gd name="T75" fmla="*/ 94 h 1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81" h="158">
                <a:moveTo>
                  <a:pt x="181" y="15"/>
                </a:moveTo>
                <a:cubicBezTo>
                  <a:pt x="181" y="118"/>
                  <a:pt x="181" y="118"/>
                  <a:pt x="181" y="118"/>
                </a:cubicBezTo>
                <a:cubicBezTo>
                  <a:pt x="181" y="122"/>
                  <a:pt x="180" y="126"/>
                  <a:pt x="177" y="129"/>
                </a:cubicBezTo>
                <a:cubicBezTo>
                  <a:pt x="174" y="132"/>
                  <a:pt x="171" y="133"/>
                  <a:pt x="166" y="133"/>
                </a:cubicBezTo>
                <a:cubicBezTo>
                  <a:pt x="115" y="133"/>
                  <a:pt x="115" y="133"/>
                  <a:pt x="115" y="133"/>
                </a:cubicBezTo>
                <a:cubicBezTo>
                  <a:pt x="115" y="136"/>
                  <a:pt x="115" y="138"/>
                  <a:pt x="116" y="141"/>
                </a:cubicBezTo>
                <a:cubicBezTo>
                  <a:pt x="117" y="143"/>
                  <a:pt x="118" y="145"/>
                  <a:pt x="119" y="147"/>
                </a:cubicBezTo>
                <a:cubicBezTo>
                  <a:pt x="120" y="149"/>
                  <a:pt x="121" y="151"/>
                  <a:pt x="121" y="151"/>
                </a:cubicBezTo>
                <a:cubicBezTo>
                  <a:pt x="121" y="153"/>
                  <a:pt x="120" y="155"/>
                  <a:pt x="119" y="156"/>
                </a:cubicBezTo>
                <a:cubicBezTo>
                  <a:pt x="118" y="157"/>
                  <a:pt x="117" y="158"/>
                  <a:pt x="115" y="158"/>
                </a:cubicBezTo>
                <a:cubicBezTo>
                  <a:pt x="67" y="158"/>
                  <a:pt x="67" y="158"/>
                  <a:pt x="67" y="158"/>
                </a:cubicBezTo>
                <a:cubicBezTo>
                  <a:pt x="65" y="158"/>
                  <a:pt x="63" y="157"/>
                  <a:pt x="62" y="156"/>
                </a:cubicBezTo>
                <a:cubicBezTo>
                  <a:pt x="61" y="155"/>
                  <a:pt x="60" y="153"/>
                  <a:pt x="60" y="151"/>
                </a:cubicBezTo>
                <a:cubicBezTo>
                  <a:pt x="60" y="151"/>
                  <a:pt x="61" y="149"/>
                  <a:pt x="62" y="147"/>
                </a:cubicBezTo>
                <a:cubicBezTo>
                  <a:pt x="63" y="145"/>
                  <a:pt x="64" y="143"/>
                  <a:pt x="65" y="141"/>
                </a:cubicBezTo>
                <a:cubicBezTo>
                  <a:pt x="66" y="138"/>
                  <a:pt x="67" y="136"/>
                  <a:pt x="67" y="133"/>
                </a:cubicBezTo>
                <a:cubicBezTo>
                  <a:pt x="15" y="133"/>
                  <a:pt x="15" y="133"/>
                  <a:pt x="15" y="133"/>
                </a:cubicBezTo>
                <a:cubicBezTo>
                  <a:pt x="11" y="133"/>
                  <a:pt x="7" y="132"/>
                  <a:pt x="4" y="129"/>
                </a:cubicBezTo>
                <a:cubicBezTo>
                  <a:pt x="1" y="126"/>
                  <a:pt x="0" y="122"/>
                  <a:pt x="0" y="118"/>
                </a:cubicBezTo>
                <a:cubicBezTo>
                  <a:pt x="0" y="15"/>
                  <a:pt x="0" y="15"/>
                  <a:pt x="0" y="15"/>
                </a:cubicBezTo>
                <a:cubicBezTo>
                  <a:pt x="0" y="11"/>
                  <a:pt x="1" y="8"/>
                  <a:pt x="4" y="5"/>
                </a:cubicBezTo>
                <a:cubicBezTo>
                  <a:pt x="7" y="2"/>
                  <a:pt x="11" y="0"/>
                  <a:pt x="15" y="0"/>
                </a:cubicBezTo>
                <a:cubicBezTo>
                  <a:pt x="166" y="0"/>
                  <a:pt x="166" y="0"/>
                  <a:pt x="166" y="0"/>
                </a:cubicBezTo>
                <a:cubicBezTo>
                  <a:pt x="171" y="0"/>
                  <a:pt x="174" y="2"/>
                  <a:pt x="177" y="5"/>
                </a:cubicBezTo>
                <a:cubicBezTo>
                  <a:pt x="180" y="8"/>
                  <a:pt x="181" y="11"/>
                  <a:pt x="181" y="15"/>
                </a:cubicBezTo>
                <a:close/>
                <a:moveTo>
                  <a:pt x="169" y="94"/>
                </a:moveTo>
                <a:cubicBezTo>
                  <a:pt x="169" y="15"/>
                  <a:pt x="169" y="15"/>
                  <a:pt x="169" y="15"/>
                </a:cubicBezTo>
                <a:cubicBezTo>
                  <a:pt x="169" y="15"/>
                  <a:pt x="169" y="14"/>
                  <a:pt x="168" y="13"/>
                </a:cubicBezTo>
                <a:cubicBezTo>
                  <a:pt x="168" y="13"/>
                  <a:pt x="167" y="12"/>
                  <a:pt x="166" y="12"/>
                </a:cubicBezTo>
                <a:cubicBezTo>
                  <a:pt x="15" y="12"/>
                  <a:pt x="15" y="12"/>
                  <a:pt x="15" y="12"/>
                </a:cubicBezTo>
                <a:cubicBezTo>
                  <a:pt x="14" y="12"/>
                  <a:pt x="14" y="13"/>
                  <a:pt x="13" y="13"/>
                </a:cubicBezTo>
                <a:cubicBezTo>
                  <a:pt x="12" y="14"/>
                  <a:pt x="12" y="15"/>
                  <a:pt x="12" y="15"/>
                </a:cubicBezTo>
                <a:cubicBezTo>
                  <a:pt x="12" y="94"/>
                  <a:pt x="12" y="94"/>
                  <a:pt x="12" y="94"/>
                </a:cubicBezTo>
                <a:cubicBezTo>
                  <a:pt x="12" y="95"/>
                  <a:pt x="12" y="96"/>
                  <a:pt x="13" y="96"/>
                </a:cubicBezTo>
                <a:cubicBezTo>
                  <a:pt x="14" y="97"/>
                  <a:pt x="14" y="97"/>
                  <a:pt x="15" y="97"/>
                </a:cubicBezTo>
                <a:cubicBezTo>
                  <a:pt x="166" y="97"/>
                  <a:pt x="166" y="97"/>
                  <a:pt x="166" y="97"/>
                </a:cubicBezTo>
                <a:cubicBezTo>
                  <a:pt x="167" y="97"/>
                  <a:pt x="168" y="97"/>
                  <a:pt x="168" y="96"/>
                </a:cubicBezTo>
                <a:cubicBezTo>
                  <a:pt x="169" y="96"/>
                  <a:pt x="169" y="95"/>
                  <a:pt x="169" y="9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38" name="Freeform 241"/>
          <p:cNvSpPr>
            <a:spLocks noEditPoints="1"/>
          </p:cNvSpPr>
          <p:nvPr/>
        </p:nvSpPr>
        <p:spPr bwMode="auto">
          <a:xfrm>
            <a:off x="1117915" y="3985482"/>
            <a:ext cx="261493" cy="172887"/>
          </a:xfrm>
          <a:custGeom>
            <a:avLst/>
            <a:gdLst>
              <a:gd name="T0" fmla="*/ 167 w 182"/>
              <a:gd name="T1" fmla="*/ 103 h 121"/>
              <a:gd name="T2" fmla="*/ 182 w 182"/>
              <a:gd name="T3" fmla="*/ 103 h 121"/>
              <a:gd name="T4" fmla="*/ 182 w 182"/>
              <a:gd name="T5" fmla="*/ 112 h 121"/>
              <a:gd name="T6" fmla="*/ 178 w 182"/>
              <a:gd name="T7" fmla="*/ 119 h 121"/>
              <a:gd name="T8" fmla="*/ 167 w 182"/>
              <a:gd name="T9" fmla="*/ 121 h 121"/>
              <a:gd name="T10" fmla="*/ 16 w 182"/>
              <a:gd name="T11" fmla="*/ 121 h 121"/>
              <a:gd name="T12" fmla="*/ 5 w 182"/>
              <a:gd name="T13" fmla="*/ 119 h 121"/>
              <a:gd name="T14" fmla="*/ 0 w 182"/>
              <a:gd name="T15" fmla="*/ 112 h 121"/>
              <a:gd name="T16" fmla="*/ 0 w 182"/>
              <a:gd name="T17" fmla="*/ 103 h 121"/>
              <a:gd name="T18" fmla="*/ 16 w 182"/>
              <a:gd name="T19" fmla="*/ 103 h 121"/>
              <a:gd name="T20" fmla="*/ 167 w 182"/>
              <a:gd name="T21" fmla="*/ 103 h 121"/>
              <a:gd name="T22" fmla="*/ 40 w 182"/>
              <a:gd name="T23" fmla="*/ 97 h 121"/>
              <a:gd name="T24" fmla="*/ 29 w 182"/>
              <a:gd name="T25" fmla="*/ 93 h 121"/>
              <a:gd name="T26" fmla="*/ 25 w 182"/>
              <a:gd name="T27" fmla="*/ 82 h 121"/>
              <a:gd name="T28" fmla="*/ 25 w 182"/>
              <a:gd name="T29" fmla="*/ 16 h 121"/>
              <a:gd name="T30" fmla="*/ 29 w 182"/>
              <a:gd name="T31" fmla="*/ 5 h 121"/>
              <a:gd name="T32" fmla="*/ 40 w 182"/>
              <a:gd name="T33" fmla="*/ 0 h 121"/>
              <a:gd name="T34" fmla="*/ 143 w 182"/>
              <a:gd name="T35" fmla="*/ 0 h 121"/>
              <a:gd name="T36" fmla="*/ 153 w 182"/>
              <a:gd name="T37" fmla="*/ 5 h 121"/>
              <a:gd name="T38" fmla="*/ 158 w 182"/>
              <a:gd name="T39" fmla="*/ 16 h 121"/>
              <a:gd name="T40" fmla="*/ 158 w 182"/>
              <a:gd name="T41" fmla="*/ 82 h 121"/>
              <a:gd name="T42" fmla="*/ 153 w 182"/>
              <a:gd name="T43" fmla="*/ 93 h 121"/>
              <a:gd name="T44" fmla="*/ 143 w 182"/>
              <a:gd name="T45" fmla="*/ 97 h 121"/>
              <a:gd name="T46" fmla="*/ 40 w 182"/>
              <a:gd name="T47" fmla="*/ 97 h 121"/>
              <a:gd name="T48" fmla="*/ 37 w 182"/>
              <a:gd name="T49" fmla="*/ 16 h 121"/>
              <a:gd name="T50" fmla="*/ 37 w 182"/>
              <a:gd name="T51" fmla="*/ 82 h 121"/>
              <a:gd name="T52" fmla="*/ 38 w 182"/>
              <a:gd name="T53" fmla="*/ 84 h 121"/>
              <a:gd name="T54" fmla="*/ 40 w 182"/>
              <a:gd name="T55" fmla="*/ 85 h 121"/>
              <a:gd name="T56" fmla="*/ 143 w 182"/>
              <a:gd name="T57" fmla="*/ 85 h 121"/>
              <a:gd name="T58" fmla="*/ 145 w 182"/>
              <a:gd name="T59" fmla="*/ 84 h 121"/>
              <a:gd name="T60" fmla="*/ 146 w 182"/>
              <a:gd name="T61" fmla="*/ 82 h 121"/>
              <a:gd name="T62" fmla="*/ 146 w 182"/>
              <a:gd name="T63" fmla="*/ 16 h 121"/>
              <a:gd name="T64" fmla="*/ 145 w 182"/>
              <a:gd name="T65" fmla="*/ 13 h 121"/>
              <a:gd name="T66" fmla="*/ 143 w 182"/>
              <a:gd name="T67" fmla="*/ 13 h 121"/>
              <a:gd name="T68" fmla="*/ 40 w 182"/>
              <a:gd name="T69" fmla="*/ 13 h 121"/>
              <a:gd name="T70" fmla="*/ 38 w 182"/>
              <a:gd name="T71" fmla="*/ 13 h 121"/>
              <a:gd name="T72" fmla="*/ 37 w 182"/>
              <a:gd name="T73" fmla="*/ 16 h 121"/>
              <a:gd name="T74" fmla="*/ 99 w 182"/>
              <a:gd name="T75" fmla="*/ 112 h 121"/>
              <a:gd name="T76" fmla="*/ 100 w 182"/>
              <a:gd name="T77" fmla="*/ 111 h 121"/>
              <a:gd name="T78" fmla="*/ 99 w 182"/>
              <a:gd name="T79" fmla="*/ 109 h 121"/>
              <a:gd name="T80" fmla="*/ 84 w 182"/>
              <a:gd name="T81" fmla="*/ 109 h 121"/>
              <a:gd name="T82" fmla="*/ 82 w 182"/>
              <a:gd name="T83" fmla="*/ 111 h 121"/>
              <a:gd name="T84" fmla="*/ 84 w 182"/>
              <a:gd name="T85" fmla="*/ 112 h 121"/>
              <a:gd name="T86" fmla="*/ 99 w 182"/>
              <a:gd name="T87" fmla="*/ 112 h 1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82" h="121">
                <a:moveTo>
                  <a:pt x="167" y="103"/>
                </a:moveTo>
                <a:cubicBezTo>
                  <a:pt x="182" y="103"/>
                  <a:pt x="182" y="103"/>
                  <a:pt x="182" y="103"/>
                </a:cubicBezTo>
                <a:cubicBezTo>
                  <a:pt x="182" y="112"/>
                  <a:pt x="182" y="112"/>
                  <a:pt x="182" y="112"/>
                </a:cubicBezTo>
                <a:cubicBezTo>
                  <a:pt x="182" y="115"/>
                  <a:pt x="180" y="117"/>
                  <a:pt x="178" y="119"/>
                </a:cubicBezTo>
                <a:cubicBezTo>
                  <a:pt x="175" y="121"/>
                  <a:pt x="171" y="121"/>
                  <a:pt x="167" y="121"/>
                </a:cubicBezTo>
                <a:cubicBezTo>
                  <a:pt x="16" y="121"/>
                  <a:pt x="16" y="121"/>
                  <a:pt x="16" y="121"/>
                </a:cubicBezTo>
                <a:cubicBezTo>
                  <a:pt x="11" y="121"/>
                  <a:pt x="8" y="121"/>
                  <a:pt x="5" y="119"/>
                </a:cubicBezTo>
                <a:cubicBezTo>
                  <a:pt x="2" y="117"/>
                  <a:pt x="0" y="115"/>
                  <a:pt x="0" y="112"/>
                </a:cubicBezTo>
                <a:cubicBezTo>
                  <a:pt x="0" y="103"/>
                  <a:pt x="0" y="103"/>
                  <a:pt x="0" y="103"/>
                </a:cubicBezTo>
                <a:cubicBezTo>
                  <a:pt x="16" y="103"/>
                  <a:pt x="16" y="103"/>
                  <a:pt x="16" y="103"/>
                </a:cubicBezTo>
                <a:lnTo>
                  <a:pt x="167" y="103"/>
                </a:lnTo>
                <a:close/>
                <a:moveTo>
                  <a:pt x="40" y="97"/>
                </a:moveTo>
                <a:cubicBezTo>
                  <a:pt x="36" y="97"/>
                  <a:pt x="32" y="96"/>
                  <a:pt x="29" y="93"/>
                </a:cubicBezTo>
                <a:cubicBezTo>
                  <a:pt x="26" y="90"/>
                  <a:pt x="25" y="86"/>
                  <a:pt x="25" y="82"/>
                </a:cubicBezTo>
                <a:cubicBezTo>
                  <a:pt x="25" y="16"/>
                  <a:pt x="25" y="16"/>
                  <a:pt x="25" y="16"/>
                </a:cubicBezTo>
                <a:cubicBezTo>
                  <a:pt x="25" y="11"/>
                  <a:pt x="26" y="8"/>
                  <a:pt x="29" y="5"/>
                </a:cubicBezTo>
                <a:cubicBezTo>
                  <a:pt x="32" y="2"/>
                  <a:pt x="36" y="0"/>
                  <a:pt x="40" y="0"/>
                </a:cubicBezTo>
                <a:cubicBezTo>
                  <a:pt x="143" y="0"/>
                  <a:pt x="143" y="0"/>
                  <a:pt x="143" y="0"/>
                </a:cubicBezTo>
                <a:cubicBezTo>
                  <a:pt x="147" y="0"/>
                  <a:pt x="150" y="2"/>
                  <a:pt x="153" y="5"/>
                </a:cubicBezTo>
                <a:cubicBezTo>
                  <a:pt x="156" y="8"/>
                  <a:pt x="158" y="11"/>
                  <a:pt x="158" y="16"/>
                </a:cubicBezTo>
                <a:cubicBezTo>
                  <a:pt x="158" y="82"/>
                  <a:pt x="158" y="82"/>
                  <a:pt x="158" y="82"/>
                </a:cubicBezTo>
                <a:cubicBezTo>
                  <a:pt x="158" y="86"/>
                  <a:pt x="156" y="90"/>
                  <a:pt x="153" y="93"/>
                </a:cubicBezTo>
                <a:cubicBezTo>
                  <a:pt x="150" y="96"/>
                  <a:pt x="147" y="97"/>
                  <a:pt x="143" y="97"/>
                </a:cubicBezTo>
                <a:lnTo>
                  <a:pt x="40" y="97"/>
                </a:lnTo>
                <a:close/>
                <a:moveTo>
                  <a:pt x="37" y="16"/>
                </a:moveTo>
                <a:cubicBezTo>
                  <a:pt x="37" y="82"/>
                  <a:pt x="37" y="82"/>
                  <a:pt x="37" y="82"/>
                </a:cubicBezTo>
                <a:cubicBezTo>
                  <a:pt x="37" y="83"/>
                  <a:pt x="37" y="84"/>
                  <a:pt x="38" y="84"/>
                </a:cubicBezTo>
                <a:cubicBezTo>
                  <a:pt x="38" y="85"/>
                  <a:pt x="39" y="85"/>
                  <a:pt x="40" y="85"/>
                </a:cubicBezTo>
                <a:cubicBezTo>
                  <a:pt x="143" y="85"/>
                  <a:pt x="143" y="85"/>
                  <a:pt x="143" y="85"/>
                </a:cubicBezTo>
                <a:cubicBezTo>
                  <a:pt x="143" y="85"/>
                  <a:pt x="144" y="85"/>
                  <a:pt x="145" y="84"/>
                </a:cubicBezTo>
                <a:cubicBezTo>
                  <a:pt x="145" y="84"/>
                  <a:pt x="146" y="83"/>
                  <a:pt x="146" y="82"/>
                </a:cubicBezTo>
                <a:cubicBezTo>
                  <a:pt x="146" y="16"/>
                  <a:pt x="146" y="16"/>
                  <a:pt x="146" y="16"/>
                </a:cubicBezTo>
                <a:cubicBezTo>
                  <a:pt x="146" y="15"/>
                  <a:pt x="145" y="14"/>
                  <a:pt x="145" y="13"/>
                </a:cubicBezTo>
                <a:cubicBezTo>
                  <a:pt x="144" y="13"/>
                  <a:pt x="143" y="13"/>
                  <a:pt x="143" y="13"/>
                </a:cubicBezTo>
                <a:cubicBezTo>
                  <a:pt x="40" y="13"/>
                  <a:pt x="40" y="13"/>
                  <a:pt x="40" y="13"/>
                </a:cubicBezTo>
                <a:cubicBezTo>
                  <a:pt x="39" y="13"/>
                  <a:pt x="38" y="13"/>
                  <a:pt x="38" y="13"/>
                </a:cubicBezTo>
                <a:cubicBezTo>
                  <a:pt x="37" y="14"/>
                  <a:pt x="37" y="15"/>
                  <a:pt x="37" y="16"/>
                </a:cubicBezTo>
                <a:close/>
                <a:moveTo>
                  <a:pt x="99" y="112"/>
                </a:moveTo>
                <a:cubicBezTo>
                  <a:pt x="100" y="112"/>
                  <a:pt x="100" y="112"/>
                  <a:pt x="100" y="111"/>
                </a:cubicBezTo>
                <a:cubicBezTo>
                  <a:pt x="100" y="110"/>
                  <a:pt x="100" y="109"/>
                  <a:pt x="99" y="109"/>
                </a:cubicBezTo>
                <a:cubicBezTo>
                  <a:pt x="84" y="109"/>
                  <a:pt x="84" y="109"/>
                  <a:pt x="84" y="109"/>
                </a:cubicBezTo>
                <a:cubicBezTo>
                  <a:pt x="83" y="109"/>
                  <a:pt x="82" y="110"/>
                  <a:pt x="82" y="111"/>
                </a:cubicBezTo>
                <a:cubicBezTo>
                  <a:pt x="82" y="112"/>
                  <a:pt x="83" y="112"/>
                  <a:pt x="84" y="112"/>
                </a:cubicBezTo>
                <a:lnTo>
                  <a:pt x="99" y="11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39" name="Freeform 242"/>
          <p:cNvSpPr>
            <a:spLocks noEditPoints="1"/>
          </p:cNvSpPr>
          <p:nvPr/>
        </p:nvSpPr>
        <p:spPr bwMode="auto">
          <a:xfrm>
            <a:off x="1442081" y="3968193"/>
            <a:ext cx="157761" cy="190176"/>
          </a:xfrm>
          <a:custGeom>
            <a:avLst/>
            <a:gdLst>
              <a:gd name="T0" fmla="*/ 109 w 109"/>
              <a:gd name="T1" fmla="*/ 15 h 133"/>
              <a:gd name="T2" fmla="*/ 109 w 109"/>
              <a:gd name="T3" fmla="*/ 118 h 133"/>
              <a:gd name="T4" fmla="*/ 104 w 109"/>
              <a:gd name="T5" fmla="*/ 129 h 133"/>
              <a:gd name="T6" fmla="*/ 94 w 109"/>
              <a:gd name="T7" fmla="*/ 133 h 133"/>
              <a:gd name="T8" fmla="*/ 15 w 109"/>
              <a:gd name="T9" fmla="*/ 133 h 133"/>
              <a:gd name="T10" fmla="*/ 4 w 109"/>
              <a:gd name="T11" fmla="*/ 129 h 133"/>
              <a:gd name="T12" fmla="*/ 0 w 109"/>
              <a:gd name="T13" fmla="*/ 118 h 133"/>
              <a:gd name="T14" fmla="*/ 0 w 109"/>
              <a:gd name="T15" fmla="*/ 15 h 133"/>
              <a:gd name="T16" fmla="*/ 4 w 109"/>
              <a:gd name="T17" fmla="*/ 5 h 133"/>
              <a:gd name="T18" fmla="*/ 15 w 109"/>
              <a:gd name="T19" fmla="*/ 0 h 133"/>
              <a:gd name="T20" fmla="*/ 94 w 109"/>
              <a:gd name="T21" fmla="*/ 0 h 133"/>
              <a:gd name="T22" fmla="*/ 104 w 109"/>
              <a:gd name="T23" fmla="*/ 5 h 133"/>
              <a:gd name="T24" fmla="*/ 109 w 109"/>
              <a:gd name="T25" fmla="*/ 15 h 133"/>
              <a:gd name="T26" fmla="*/ 97 w 109"/>
              <a:gd name="T27" fmla="*/ 106 h 133"/>
              <a:gd name="T28" fmla="*/ 97 w 109"/>
              <a:gd name="T29" fmla="*/ 15 h 133"/>
              <a:gd name="T30" fmla="*/ 96 w 109"/>
              <a:gd name="T31" fmla="*/ 13 h 133"/>
              <a:gd name="T32" fmla="*/ 94 w 109"/>
              <a:gd name="T33" fmla="*/ 12 h 133"/>
              <a:gd name="T34" fmla="*/ 15 w 109"/>
              <a:gd name="T35" fmla="*/ 12 h 133"/>
              <a:gd name="T36" fmla="*/ 13 w 109"/>
              <a:gd name="T37" fmla="*/ 13 h 133"/>
              <a:gd name="T38" fmla="*/ 12 w 109"/>
              <a:gd name="T39" fmla="*/ 15 h 133"/>
              <a:gd name="T40" fmla="*/ 12 w 109"/>
              <a:gd name="T41" fmla="*/ 106 h 133"/>
              <a:gd name="T42" fmla="*/ 13 w 109"/>
              <a:gd name="T43" fmla="*/ 108 h 133"/>
              <a:gd name="T44" fmla="*/ 15 w 109"/>
              <a:gd name="T45" fmla="*/ 109 h 133"/>
              <a:gd name="T46" fmla="*/ 94 w 109"/>
              <a:gd name="T47" fmla="*/ 109 h 133"/>
              <a:gd name="T48" fmla="*/ 96 w 109"/>
              <a:gd name="T49" fmla="*/ 108 h 133"/>
              <a:gd name="T50" fmla="*/ 97 w 109"/>
              <a:gd name="T51" fmla="*/ 106 h 133"/>
              <a:gd name="T52" fmla="*/ 59 w 109"/>
              <a:gd name="T53" fmla="*/ 126 h 133"/>
              <a:gd name="T54" fmla="*/ 60 w 109"/>
              <a:gd name="T55" fmla="*/ 121 h 133"/>
              <a:gd name="T56" fmla="*/ 59 w 109"/>
              <a:gd name="T57" fmla="*/ 117 h 133"/>
              <a:gd name="T58" fmla="*/ 54 w 109"/>
              <a:gd name="T59" fmla="*/ 115 h 133"/>
              <a:gd name="T60" fmla="*/ 50 w 109"/>
              <a:gd name="T61" fmla="*/ 117 h 133"/>
              <a:gd name="T62" fmla="*/ 48 w 109"/>
              <a:gd name="T63" fmla="*/ 121 h 133"/>
              <a:gd name="T64" fmla="*/ 50 w 109"/>
              <a:gd name="T65" fmla="*/ 126 h 133"/>
              <a:gd name="T66" fmla="*/ 54 w 109"/>
              <a:gd name="T67" fmla="*/ 127 h 133"/>
              <a:gd name="T68" fmla="*/ 59 w 109"/>
              <a:gd name="T69" fmla="*/ 126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09" h="133">
                <a:moveTo>
                  <a:pt x="109" y="15"/>
                </a:moveTo>
                <a:cubicBezTo>
                  <a:pt x="109" y="118"/>
                  <a:pt x="109" y="118"/>
                  <a:pt x="109" y="118"/>
                </a:cubicBezTo>
                <a:cubicBezTo>
                  <a:pt x="109" y="122"/>
                  <a:pt x="107" y="126"/>
                  <a:pt x="104" y="129"/>
                </a:cubicBezTo>
                <a:cubicBezTo>
                  <a:pt x="101" y="132"/>
                  <a:pt x="98" y="133"/>
                  <a:pt x="94" y="133"/>
                </a:cubicBezTo>
                <a:cubicBezTo>
                  <a:pt x="15" y="133"/>
                  <a:pt x="15" y="133"/>
                  <a:pt x="15" y="133"/>
                </a:cubicBezTo>
                <a:cubicBezTo>
                  <a:pt x="11" y="133"/>
                  <a:pt x="7" y="132"/>
                  <a:pt x="4" y="129"/>
                </a:cubicBezTo>
                <a:cubicBezTo>
                  <a:pt x="1" y="126"/>
                  <a:pt x="0" y="122"/>
                  <a:pt x="0" y="118"/>
                </a:cubicBezTo>
                <a:cubicBezTo>
                  <a:pt x="0" y="15"/>
                  <a:pt x="0" y="15"/>
                  <a:pt x="0" y="15"/>
                </a:cubicBezTo>
                <a:cubicBezTo>
                  <a:pt x="0" y="11"/>
                  <a:pt x="1" y="8"/>
                  <a:pt x="4" y="5"/>
                </a:cubicBezTo>
                <a:cubicBezTo>
                  <a:pt x="7" y="2"/>
                  <a:pt x="11" y="0"/>
                  <a:pt x="15" y="0"/>
                </a:cubicBezTo>
                <a:cubicBezTo>
                  <a:pt x="94" y="0"/>
                  <a:pt x="94" y="0"/>
                  <a:pt x="94" y="0"/>
                </a:cubicBezTo>
                <a:cubicBezTo>
                  <a:pt x="98" y="0"/>
                  <a:pt x="101" y="2"/>
                  <a:pt x="104" y="5"/>
                </a:cubicBezTo>
                <a:cubicBezTo>
                  <a:pt x="107" y="8"/>
                  <a:pt x="109" y="11"/>
                  <a:pt x="109" y="15"/>
                </a:cubicBezTo>
                <a:close/>
                <a:moveTo>
                  <a:pt x="97" y="106"/>
                </a:moveTo>
                <a:cubicBezTo>
                  <a:pt x="97" y="15"/>
                  <a:pt x="97" y="15"/>
                  <a:pt x="97" y="15"/>
                </a:cubicBezTo>
                <a:cubicBezTo>
                  <a:pt x="97" y="15"/>
                  <a:pt x="96" y="14"/>
                  <a:pt x="96" y="13"/>
                </a:cubicBezTo>
                <a:cubicBezTo>
                  <a:pt x="95" y="13"/>
                  <a:pt x="95" y="12"/>
                  <a:pt x="94" y="12"/>
                </a:cubicBezTo>
                <a:cubicBezTo>
                  <a:pt x="15" y="12"/>
                  <a:pt x="15" y="12"/>
                  <a:pt x="15" y="12"/>
                </a:cubicBezTo>
                <a:cubicBezTo>
                  <a:pt x="14" y="12"/>
                  <a:pt x="14" y="13"/>
                  <a:pt x="13" y="13"/>
                </a:cubicBezTo>
                <a:cubicBezTo>
                  <a:pt x="12" y="14"/>
                  <a:pt x="12" y="15"/>
                  <a:pt x="12" y="15"/>
                </a:cubicBezTo>
                <a:cubicBezTo>
                  <a:pt x="12" y="106"/>
                  <a:pt x="12" y="106"/>
                  <a:pt x="12" y="106"/>
                </a:cubicBezTo>
                <a:cubicBezTo>
                  <a:pt x="12" y="107"/>
                  <a:pt x="12" y="108"/>
                  <a:pt x="13" y="108"/>
                </a:cubicBezTo>
                <a:cubicBezTo>
                  <a:pt x="14" y="109"/>
                  <a:pt x="14" y="109"/>
                  <a:pt x="15" y="109"/>
                </a:cubicBezTo>
                <a:cubicBezTo>
                  <a:pt x="94" y="109"/>
                  <a:pt x="94" y="109"/>
                  <a:pt x="94" y="109"/>
                </a:cubicBezTo>
                <a:cubicBezTo>
                  <a:pt x="95" y="109"/>
                  <a:pt x="95" y="109"/>
                  <a:pt x="96" y="108"/>
                </a:cubicBezTo>
                <a:cubicBezTo>
                  <a:pt x="96" y="108"/>
                  <a:pt x="97" y="107"/>
                  <a:pt x="97" y="106"/>
                </a:cubicBezTo>
                <a:close/>
                <a:moveTo>
                  <a:pt x="59" y="126"/>
                </a:moveTo>
                <a:cubicBezTo>
                  <a:pt x="60" y="124"/>
                  <a:pt x="60" y="123"/>
                  <a:pt x="60" y="121"/>
                </a:cubicBezTo>
                <a:cubicBezTo>
                  <a:pt x="60" y="120"/>
                  <a:pt x="60" y="118"/>
                  <a:pt x="59" y="117"/>
                </a:cubicBezTo>
                <a:cubicBezTo>
                  <a:pt x="57" y="116"/>
                  <a:pt x="56" y="115"/>
                  <a:pt x="54" y="115"/>
                </a:cubicBezTo>
                <a:cubicBezTo>
                  <a:pt x="53" y="115"/>
                  <a:pt x="51" y="116"/>
                  <a:pt x="50" y="117"/>
                </a:cubicBezTo>
                <a:cubicBezTo>
                  <a:pt x="49" y="118"/>
                  <a:pt x="48" y="120"/>
                  <a:pt x="48" y="121"/>
                </a:cubicBezTo>
                <a:cubicBezTo>
                  <a:pt x="48" y="123"/>
                  <a:pt x="49" y="124"/>
                  <a:pt x="50" y="126"/>
                </a:cubicBezTo>
                <a:cubicBezTo>
                  <a:pt x="51" y="127"/>
                  <a:pt x="53" y="127"/>
                  <a:pt x="54" y="127"/>
                </a:cubicBezTo>
                <a:cubicBezTo>
                  <a:pt x="56" y="127"/>
                  <a:pt x="57" y="127"/>
                  <a:pt x="59" y="12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40" name="Freeform 243"/>
          <p:cNvSpPr>
            <a:spLocks noEditPoints="1"/>
          </p:cNvSpPr>
          <p:nvPr/>
        </p:nvSpPr>
        <p:spPr bwMode="auto">
          <a:xfrm>
            <a:off x="1664674" y="3985482"/>
            <a:ext cx="101572" cy="172887"/>
          </a:xfrm>
          <a:custGeom>
            <a:avLst/>
            <a:gdLst>
              <a:gd name="T0" fmla="*/ 72 w 72"/>
              <a:gd name="T1" fmla="*/ 13 h 121"/>
              <a:gd name="T2" fmla="*/ 72 w 72"/>
              <a:gd name="T3" fmla="*/ 109 h 121"/>
              <a:gd name="T4" fmla="*/ 69 w 72"/>
              <a:gd name="T5" fmla="*/ 118 h 121"/>
              <a:gd name="T6" fmla="*/ 60 w 72"/>
              <a:gd name="T7" fmla="*/ 121 h 121"/>
              <a:gd name="T8" fmla="*/ 12 w 72"/>
              <a:gd name="T9" fmla="*/ 121 h 121"/>
              <a:gd name="T10" fmla="*/ 3 w 72"/>
              <a:gd name="T11" fmla="*/ 118 h 121"/>
              <a:gd name="T12" fmla="*/ 0 w 72"/>
              <a:gd name="T13" fmla="*/ 109 h 121"/>
              <a:gd name="T14" fmla="*/ 0 w 72"/>
              <a:gd name="T15" fmla="*/ 13 h 121"/>
              <a:gd name="T16" fmla="*/ 3 w 72"/>
              <a:gd name="T17" fmla="*/ 4 h 121"/>
              <a:gd name="T18" fmla="*/ 12 w 72"/>
              <a:gd name="T19" fmla="*/ 0 h 121"/>
              <a:gd name="T20" fmla="*/ 60 w 72"/>
              <a:gd name="T21" fmla="*/ 0 h 121"/>
              <a:gd name="T22" fmla="*/ 69 w 72"/>
              <a:gd name="T23" fmla="*/ 4 h 121"/>
              <a:gd name="T24" fmla="*/ 72 w 72"/>
              <a:gd name="T25" fmla="*/ 13 h 121"/>
              <a:gd name="T26" fmla="*/ 63 w 72"/>
              <a:gd name="T27" fmla="*/ 94 h 121"/>
              <a:gd name="T28" fmla="*/ 63 w 72"/>
              <a:gd name="T29" fmla="*/ 28 h 121"/>
              <a:gd name="T30" fmla="*/ 62 w 72"/>
              <a:gd name="T31" fmla="*/ 26 h 121"/>
              <a:gd name="T32" fmla="*/ 60 w 72"/>
              <a:gd name="T33" fmla="*/ 25 h 121"/>
              <a:gd name="T34" fmla="*/ 12 w 72"/>
              <a:gd name="T35" fmla="*/ 25 h 121"/>
              <a:gd name="T36" fmla="*/ 10 w 72"/>
              <a:gd name="T37" fmla="*/ 26 h 121"/>
              <a:gd name="T38" fmla="*/ 9 w 72"/>
              <a:gd name="T39" fmla="*/ 28 h 121"/>
              <a:gd name="T40" fmla="*/ 9 w 72"/>
              <a:gd name="T41" fmla="*/ 94 h 121"/>
              <a:gd name="T42" fmla="*/ 10 w 72"/>
              <a:gd name="T43" fmla="*/ 96 h 121"/>
              <a:gd name="T44" fmla="*/ 12 w 72"/>
              <a:gd name="T45" fmla="*/ 97 h 121"/>
              <a:gd name="T46" fmla="*/ 60 w 72"/>
              <a:gd name="T47" fmla="*/ 97 h 121"/>
              <a:gd name="T48" fmla="*/ 62 w 72"/>
              <a:gd name="T49" fmla="*/ 96 h 121"/>
              <a:gd name="T50" fmla="*/ 63 w 72"/>
              <a:gd name="T51" fmla="*/ 94 h 121"/>
              <a:gd name="T52" fmla="*/ 45 w 72"/>
              <a:gd name="T53" fmla="*/ 14 h 121"/>
              <a:gd name="T54" fmla="*/ 44 w 72"/>
              <a:gd name="T55" fmla="*/ 13 h 121"/>
              <a:gd name="T56" fmla="*/ 29 w 72"/>
              <a:gd name="T57" fmla="*/ 13 h 121"/>
              <a:gd name="T58" fmla="*/ 27 w 72"/>
              <a:gd name="T59" fmla="*/ 14 h 121"/>
              <a:gd name="T60" fmla="*/ 29 w 72"/>
              <a:gd name="T61" fmla="*/ 16 h 121"/>
              <a:gd name="T62" fmla="*/ 44 w 72"/>
              <a:gd name="T63" fmla="*/ 16 h 121"/>
              <a:gd name="T64" fmla="*/ 45 w 72"/>
              <a:gd name="T65" fmla="*/ 14 h 121"/>
              <a:gd name="T66" fmla="*/ 41 w 72"/>
              <a:gd name="T67" fmla="*/ 115 h 121"/>
              <a:gd name="T68" fmla="*/ 44 w 72"/>
              <a:gd name="T69" fmla="*/ 109 h 121"/>
              <a:gd name="T70" fmla="*/ 41 w 72"/>
              <a:gd name="T71" fmla="*/ 104 h 121"/>
              <a:gd name="T72" fmla="*/ 36 w 72"/>
              <a:gd name="T73" fmla="*/ 102 h 121"/>
              <a:gd name="T74" fmla="*/ 31 w 72"/>
              <a:gd name="T75" fmla="*/ 104 h 121"/>
              <a:gd name="T76" fmla="*/ 29 w 72"/>
              <a:gd name="T77" fmla="*/ 109 h 121"/>
              <a:gd name="T78" fmla="*/ 31 w 72"/>
              <a:gd name="T79" fmla="*/ 115 h 121"/>
              <a:gd name="T80" fmla="*/ 36 w 72"/>
              <a:gd name="T81" fmla="*/ 117 h 121"/>
              <a:gd name="T82" fmla="*/ 41 w 72"/>
              <a:gd name="T83" fmla="*/ 115 h 1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72" h="121">
                <a:moveTo>
                  <a:pt x="72" y="13"/>
                </a:moveTo>
                <a:cubicBezTo>
                  <a:pt x="72" y="109"/>
                  <a:pt x="72" y="109"/>
                  <a:pt x="72" y="109"/>
                </a:cubicBezTo>
                <a:cubicBezTo>
                  <a:pt x="72" y="113"/>
                  <a:pt x="71" y="115"/>
                  <a:pt x="69" y="118"/>
                </a:cubicBezTo>
                <a:cubicBezTo>
                  <a:pt x="66" y="120"/>
                  <a:pt x="64" y="121"/>
                  <a:pt x="60" y="121"/>
                </a:cubicBezTo>
                <a:cubicBezTo>
                  <a:pt x="12" y="121"/>
                  <a:pt x="12" y="121"/>
                  <a:pt x="12" y="121"/>
                </a:cubicBezTo>
                <a:cubicBezTo>
                  <a:pt x="9" y="121"/>
                  <a:pt x="6" y="120"/>
                  <a:pt x="3" y="118"/>
                </a:cubicBezTo>
                <a:cubicBezTo>
                  <a:pt x="1" y="115"/>
                  <a:pt x="0" y="113"/>
                  <a:pt x="0" y="109"/>
                </a:cubicBezTo>
                <a:cubicBezTo>
                  <a:pt x="0" y="13"/>
                  <a:pt x="0" y="13"/>
                  <a:pt x="0" y="13"/>
                </a:cubicBezTo>
                <a:cubicBezTo>
                  <a:pt x="0" y="9"/>
                  <a:pt x="1" y="6"/>
                  <a:pt x="3" y="4"/>
                </a:cubicBezTo>
                <a:cubicBezTo>
                  <a:pt x="6" y="2"/>
                  <a:pt x="9" y="0"/>
                  <a:pt x="12" y="0"/>
                </a:cubicBezTo>
                <a:cubicBezTo>
                  <a:pt x="60" y="0"/>
                  <a:pt x="60" y="0"/>
                  <a:pt x="60" y="0"/>
                </a:cubicBezTo>
                <a:cubicBezTo>
                  <a:pt x="64" y="0"/>
                  <a:pt x="66" y="2"/>
                  <a:pt x="69" y="4"/>
                </a:cubicBezTo>
                <a:cubicBezTo>
                  <a:pt x="71" y="6"/>
                  <a:pt x="72" y="9"/>
                  <a:pt x="72" y="13"/>
                </a:cubicBezTo>
                <a:close/>
                <a:moveTo>
                  <a:pt x="63" y="94"/>
                </a:moveTo>
                <a:cubicBezTo>
                  <a:pt x="63" y="28"/>
                  <a:pt x="63" y="28"/>
                  <a:pt x="63" y="28"/>
                </a:cubicBezTo>
                <a:cubicBezTo>
                  <a:pt x="63" y="27"/>
                  <a:pt x="63" y="26"/>
                  <a:pt x="62" y="26"/>
                </a:cubicBezTo>
                <a:cubicBezTo>
                  <a:pt x="62" y="25"/>
                  <a:pt x="61" y="25"/>
                  <a:pt x="60" y="25"/>
                </a:cubicBezTo>
                <a:cubicBezTo>
                  <a:pt x="12" y="25"/>
                  <a:pt x="12" y="25"/>
                  <a:pt x="12" y="25"/>
                </a:cubicBezTo>
                <a:cubicBezTo>
                  <a:pt x="11" y="25"/>
                  <a:pt x="10" y="25"/>
                  <a:pt x="10" y="26"/>
                </a:cubicBezTo>
                <a:cubicBezTo>
                  <a:pt x="9" y="26"/>
                  <a:pt x="9" y="27"/>
                  <a:pt x="9" y="28"/>
                </a:cubicBezTo>
                <a:cubicBezTo>
                  <a:pt x="9" y="94"/>
                  <a:pt x="9" y="94"/>
                  <a:pt x="9" y="94"/>
                </a:cubicBezTo>
                <a:cubicBezTo>
                  <a:pt x="9" y="95"/>
                  <a:pt x="9" y="96"/>
                  <a:pt x="10" y="96"/>
                </a:cubicBezTo>
                <a:cubicBezTo>
                  <a:pt x="10" y="97"/>
                  <a:pt x="11" y="97"/>
                  <a:pt x="12" y="97"/>
                </a:cubicBezTo>
                <a:cubicBezTo>
                  <a:pt x="60" y="97"/>
                  <a:pt x="60" y="97"/>
                  <a:pt x="60" y="97"/>
                </a:cubicBezTo>
                <a:cubicBezTo>
                  <a:pt x="61" y="97"/>
                  <a:pt x="62" y="97"/>
                  <a:pt x="62" y="96"/>
                </a:cubicBezTo>
                <a:cubicBezTo>
                  <a:pt x="63" y="96"/>
                  <a:pt x="63" y="95"/>
                  <a:pt x="63" y="94"/>
                </a:cubicBezTo>
                <a:close/>
                <a:moveTo>
                  <a:pt x="45" y="14"/>
                </a:moveTo>
                <a:cubicBezTo>
                  <a:pt x="45" y="13"/>
                  <a:pt x="45" y="13"/>
                  <a:pt x="44" y="13"/>
                </a:cubicBezTo>
                <a:cubicBezTo>
                  <a:pt x="29" y="13"/>
                  <a:pt x="29" y="13"/>
                  <a:pt x="29" y="13"/>
                </a:cubicBezTo>
                <a:cubicBezTo>
                  <a:pt x="28" y="13"/>
                  <a:pt x="27" y="13"/>
                  <a:pt x="27" y="14"/>
                </a:cubicBezTo>
                <a:cubicBezTo>
                  <a:pt x="27" y="15"/>
                  <a:pt x="28" y="16"/>
                  <a:pt x="29" y="16"/>
                </a:cubicBezTo>
                <a:cubicBezTo>
                  <a:pt x="44" y="16"/>
                  <a:pt x="44" y="16"/>
                  <a:pt x="44" y="16"/>
                </a:cubicBezTo>
                <a:cubicBezTo>
                  <a:pt x="45" y="16"/>
                  <a:pt x="45" y="15"/>
                  <a:pt x="45" y="14"/>
                </a:cubicBezTo>
                <a:close/>
                <a:moveTo>
                  <a:pt x="41" y="115"/>
                </a:moveTo>
                <a:cubicBezTo>
                  <a:pt x="43" y="113"/>
                  <a:pt x="44" y="111"/>
                  <a:pt x="44" y="109"/>
                </a:cubicBezTo>
                <a:cubicBezTo>
                  <a:pt x="44" y="107"/>
                  <a:pt x="43" y="105"/>
                  <a:pt x="41" y="104"/>
                </a:cubicBezTo>
                <a:cubicBezTo>
                  <a:pt x="40" y="103"/>
                  <a:pt x="38" y="102"/>
                  <a:pt x="36" y="102"/>
                </a:cubicBezTo>
                <a:cubicBezTo>
                  <a:pt x="34" y="102"/>
                  <a:pt x="32" y="103"/>
                  <a:pt x="31" y="104"/>
                </a:cubicBezTo>
                <a:cubicBezTo>
                  <a:pt x="29" y="105"/>
                  <a:pt x="29" y="107"/>
                  <a:pt x="29" y="109"/>
                </a:cubicBezTo>
                <a:cubicBezTo>
                  <a:pt x="29" y="111"/>
                  <a:pt x="29" y="113"/>
                  <a:pt x="31" y="115"/>
                </a:cubicBezTo>
                <a:cubicBezTo>
                  <a:pt x="32" y="116"/>
                  <a:pt x="34" y="117"/>
                  <a:pt x="36" y="117"/>
                </a:cubicBezTo>
                <a:cubicBezTo>
                  <a:pt x="38" y="117"/>
                  <a:pt x="40" y="116"/>
                  <a:pt x="41" y="11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41" name="Freeform 244"/>
          <p:cNvSpPr>
            <a:spLocks noEditPoints="1"/>
          </p:cNvSpPr>
          <p:nvPr/>
        </p:nvSpPr>
        <p:spPr bwMode="auto">
          <a:xfrm>
            <a:off x="1831076" y="3968193"/>
            <a:ext cx="209627" cy="209627"/>
          </a:xfrm>
          <a:custGeom>
            <a:avLst/>
            <a:gdLst>
              <a:gd name="T0" fmla="*/ 136 w 146"/>
              <a:gd name="T1" fmla="*/ 36 h 146"/>
              <a:gd name="T2" fmla="*/ 146 w 146"/>
              <a:gd name="T3" fmla="*/ 73 h 146"/>
              <a:gd name="T4" fmla="*/ 136 w 146"/>
              <a:gd name="T5" fmla="*/ 109 h 146"/>
              <a:gd name="T6" fmla="*/ 109 w 146"/>
              <a:gd name="T7" fmla="*/ 136 h 146"/>
              <a:gd name="T8" fmla="*/ 73 w 146"/>
              <a:gd name="T9" fmla="*/ 146 h 146"/>
              <a:gd name="T10" fmla="*/ 37 w 146"/>
              <a:gd name="T11" fmla="*/ 136 h 146"/>
              <a:gd name="T12" fmla="*/ 10 w 146"/>
              <a:gd name="T13" fmla="*/ 109 h 146"/>
              <a:gd name="T14" fmla="*/ 0 w 146"/>
              <a:gd name="T15" fmla="*/ 73 h 146"/>
              <a:gd name="T16" fmla="*/ 10 w 146"/>
              <a:gd name="T17" fmla="*/ 36 h 146"/>
              <a:gd name="T18" fmla="*/ 37 w 146"/>
              <a:gd name="T19" fmla="*/ 10 h 146"/>
              <a:gd name="T20" fmla="*/ 73 w 146"/>
              <a:gd name="T21" fmla="*/ 0 h 146"/>
              <a:gd name="T22" fmla="*/ 109 w 146"/>
              <a:gd name="T23" fmla="*/ 10 h 146"/>
              <a:gd name="T24" fmla="*/ 136 w 146"/>
              <a:gd name="T25" fmla="*/ 36 h 146"/>
              <a:gd name="T26" fmla="*/ 99 w 146"/>
              <a:gd name="T27" fmla="*/ 28 h 146"/>
              <a:gd name="T28" fmla="*/ 73 w 146"/>
              <a:gd name="T29" fmla="*/ 21 h 146"/>
              <a:gd name="T30" fmla="*/ 47 w 146"/>
              <a:gd name="T31" fmla="*/ 28 h 146"/>
              <a:gd name="T32" fmla="*/ 29 w 146"/>
              <a:gd name="T33" fmla="*/ 47 h 146"/>
              <a:gd name="T34" fmla="*/ 22 w 146"/>
              <a:gd name="T35" fmla="*/ 73 h 146"/>
              <a:gd name="T36" fmla="*/ 29 w 146"/>
              <a:gd name="T37" fmla="*/ 99 h 146"/>
              <a:gd name="T38" fmla="*/ 47 w 146"/>
              <a:gd name="T39" fmla="*/ 117 h 146"/>
              <a:gd name="T40" fmla="*/ 73 w 146"/>
              <a:gd name="T41" fmla="*/ 124 h 146"/>
              <a:gd name="T42" fmla="*/ 99 w 146"/>
              <a:gd name="T43" fmla="*/ 117 h 146"/>
              <a:gd name="T44" fmla="*/ 118 w 146"/>
              <a:gd name="T45" fmla="*/ 99 h 146"/>
              <a:gd name="T46" fmla="*/ 124 w 146"/>
              <a:gd name="T47" fmla="*/ 73 h 146"/>
              <a:gd name="T48" fmla="*/ 118 w 146"/>
              <a:gd name="T49" fmla="*/ 47 h 146"/>
              <a:gd name="T50" fmla="*/ 99 w 146"/>
              <a:gd name="T51" fmla="*/ 28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146" h="146">
                <a:moveTo>
                  <a:pt x="136" y="36"/>
                </a:moveTo>
                <a:cubicBezTo>
                  <a:pt x="142" y="48"/>
                  <a:pt x="146" y="60"/>
                  <a:pt x="146" y="73"/>
                </a:cubicBezTo>
                <a:cubicBezTo>
                  <a:pt x="146" y="86"/>
                  <a:pt x="142" y="98"/>
                  <a:pt x="136" y="109"/>
                </a:cubicBezTo>
                <a:cubicBezTo>
                  <a:pt x="129" y="121"/>
                  <a:pt x="121" y="129"/>
                  <a:pt x="109" y="136"/>
                </a:cubicBezTo>
                <a:cubicBezTo>
                  <a:pt x="98" y="142"/>
                  <a:pt x="86" y="146"/>
                  <a:pt x="73" y="146"/>
                </a:cubicBezTo>
                <a:cubicBezTo>
                  <a:pt x="60" y="146"/>
                  <a:pt x="48" y="142"/>
                  <a:pt x="37" y="136"/>
                </a:cubicBezTo>
                <a:cubicBezTo>
                  <a:pt x="25" y="129"/>
                  <a:pt x="17" y="121"/>
                  <a:pt x="10" y="109"/>
                </a:cubicBezTo>
                <a:cubicBezTo>
                  <a:pt x="4" y="98"/>
                  <a:pt x="0" y="86"/>
                  <a:pt x="0" y="73"/>
                </a:cubicBezTo>
                <a:cubicBezTo>
                  <a:pt x="0" y="60"/>
                  <a:pt x="4" y="48"/>
                  <a:pt x="10" y="36"/>
                </a:cubicBezTo>
                <a:cubicBezTo>
                  <a:pt x="17" y="25"/>
                  <a:pt x="25" y="17"/>
                  <a:pt x="37" y="10"/>
                </a:cubicBezTo>
                <a:cubicBezTo>
                  <a:pt x="48" y="4"/>
                  <a:pt x="60" y="0"/>
                  <a:pt x="73" y="0"/>
                </a:cubicBezTo>
                <a:cubicBezTo>
                  <a:pt x="86" y="0"/>
                  <a:pt x="98" y="4"/>
                  <a:pt x="109" y="10"/>
                </a:cubicBezTo>
                <a:cubicBezTo>
                  <a:pt x="121" y="17"/>
                  <a:pt x="129" y="25"/>
                  <a:pt x="136" y="36"/>
                </a:cubicBezTo>
                <a:close/>
                <a:moveTo>
                  <a:pt x="99" y="28"/>
                </a:moveTo>
                <a:cubicBezTo>
                  <a:pt x="91" y="24"/>
                  <a:pt x="82" y="21"/>
                  <a:pt x="73" y="21"/>
                </a:cubicBezTo>
                <a:cubicBezTo>
                  <a:pt x="64" y="21"/>
                  <a:pt x="55" y="24"/>
                  <a:pt x="47" y="28"/>
                </a:cubicBezTo>
                <a:cubicBezTo>
                  <a:pt x="39" y="33"/>
                  <a:pt x="33" y="39"/>
                  <a:pt x="29" y="47"/>
                </a:cubicBezTo>
                <a:cubicBezTo>
                  <a:pt x="24" y="55"/>
                  <a:pt x="22" y="64"/>
                  <a:pt x="22" y="73"/>
                </a:cubicBezTo>
                <a:cubicBezTo>
                  <a:pt x="22" y="82"/>
                  <a:pt x="24" y="91"/>
                  <a:pt x="29" y="99"/>
                </a:cubicBezTo>
                <a:cubicBezTo>
                  <a:pt x="33" y="107"/>
                  <a:pt x="39" y="113"/>
                  <a:pt x="47" y="117"/>
                </a:cubicBezTo>
                <a:cubicBezTo>
                  <a:pt x="55" y="122"/>
                  <a:pt x="64" y="124"/>
                  <a:pt x="73" y="124"/>
                </a:cubicBezTo>
                <a:cubicBezTo>
                  <a:pt x="82" y="124"/>
                  <a:pt x="91" y="122"/>
                  <a:pt x="99" y="117"/>
                </a:cubicBezTo>
                <a:cubicBezTo>
                  <a:pt x="107" y="113"/>
                  <a:pt x="113" y="107"/>
                  <a:pt x="118" y="99"/>
                </a:cubicBezTo>
                <a:cubicBezTo>
                  <a:pt x="122" y="91"/>
                  <a:pt x="124" y="82"/>
                  <a:pt x="124" y="73"/>
                </a:cubicBezTo>
                <a:cubicBezTo>
                  <a:pt x="124" y="64"/>
                  <a:pt x="122" y="55"/>
                  <a:pt x="118" y="47"/>
                </a:cubicBezTo>
                <a:cubicBezTo>
                  <a:pt x="113" y="39"/>
                  <a:pt x="107" y="33"/>
                  <a:pt x="99" y="2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42" name="Freeform 245"/>
          <p:cNvSpPr>
            <a:spLocks noEditPoints="1"/>
          </p:cNvSpPr>
          <p:nvPr/>
        </p:nvSpPr>
        <p:spPr bwMode="auto">
          <a:xfrm>
            <a:off x="2105537" y="3968193"/>
            <a:ext cx="224755" cy="190176"/>
          </a:xfrm>
          <a:custGeom>
            <a:avLst/>
            <a:gdLst>
              <a:gd name="T0" fmla="*/ 72 w 157"/>
              <a:gd name="T1" fmla="*/ 79 h 133"/>
              <a:gd name="T2" fmla="*/ 72 w 157"/>
              <a:gd name="T3" fmla="*/ 115 h 133"/>
              <a:gd name="T4" fmla="*/ 67 w 157"/>
              <a:gd name="T5" fmla="*/ 128 h 133"/>
              <a:gd name="T6" fmla="*/ 54 w 157"/>
              <a:gd name="T7" fmla="*/ 133 h 133"/>
              <a:gd name="T8" fmla="*/ 18 w 157"/>
              <a:gd name="T9" fmla="*/ 133 h 133"/>
              <a:gd name="T10" fmla="*/ 5 w 157"/>
              <a:gd name="T11" fmla="*/ 128 h 133"/>
              <a:gd name="T12" fmla="*/ 0 w 157"/>
              <a:gd name="T13" fmla="*/ 115 h 133"/>
              <a:gd name="T14" fmla="*/ 0 w 157"/>
              <a:gd name="T15" fmla="*/ 49 h 133"/>
              <a:gd name="T16" fmla="*/ 3 w 157"/>
              <a:gd name="T17" fmla="*/ 30 h 133"/>
              <a:gd name="T18" fmla="*/ 14 w 157"/>
              <a:gd name="T19" fmla="*/ 14 h 133"/>
              <a:gd name="T20" fmla="*/ 29 w 157"/>
              <a:gd name="T21" fmla="*/ 4 h 133"/>
              <a:gd name="T22" fmla="*/ 48 w 157"/>
              <a:gd name="T23" fmla="*/ 0 h 133"/>
              <a:gd name="T24" fmla="*/ 54 w 157"/>
              <a:gd name="T25" fmla="*/ 0 h 133"/>
              <a:gd name="T26" fmla="*/ 58 w 157"/>
              <a:gd name="T27" fmla="*/ 2 h 133"/>
              <a:gd name="T28" fmla="*/ 60 w 157"/>
              <a:gd name="T29" fmla="*/ 6 h 133"/>
              <a:gd name="T30" fmla="*/ 60 w 157"/>
              <a:gd name="T31" fmla="*/ 18 h 133"/>
              <a:gd name="T32" fmla="*/ 58 w 157"/>
              <a:gd name="T33" fmla="*/ 23 h 133"/>
              <a:gd name="T34" fmla="*/ 54 w 157"/>
              <a:gd name="T35" fmla="*/ 25 h 133"/>
              <a:gd name="T36" fmla="*/ 48 w 157"/>
              <a:gd name="T37" fmla="*/ 25 h 133"/>
              <a:gd name="T38" fmla="*/ 31 w 157"/>
              <a:gd name="T39" fmla="*/ 32 h 133"/>
              <a:gd name="T40" fmla="*/ 24 w 157"/>
              <a:gd name="T41" fmla="*/ 49 h 133"/>
              <a:gd name="T42" fmla="*/ 24 w 157"/>
              <a:gd name="T43" fmla="*/ 52 h 133"/>
              <a:gd name="T44" fmla="*/ 26 w 157"/>
              <a:gd name="T45" fmla="*/ 58 h 133"/>
              <a:gd name="T46" fmla="*/ 33 w 157"/>
              <a:gd name="T47" fmla="*/ 61 h 133"/>
              <a:gd name="T48" fmla="*/ 54 w 157"/>
              <a:gd name="T49" fmla="*/ 61 h 133"/>
              <a:gd name="T50" fmla="*/ 67 w 157"/>
              <a:gd name="T51" fmla="*/ 66 h 133"/>
              <a:gd name="T52" fmla="*/ 72 w 157"/>
              <a:gd name="T53" fmla="*/ 79 h 133"/>
              <a:gd name="T54" fmla="*/ 157 w 157"/>
              <a:gd name="T55" fmla="*/ 79 h 133"/>
              <a:gd name="T56" fmla="*/ 157 w 157"/>
              <a:gd name="T57" fmla="*/ 115 h 133"/>
              <a:gd name="T58" fmla="*/ 152 w 157"/>
              <a:gd name="T59" fmla="*/ 128 h 133"/>
              <a:gd name="T60" fmla="*/ 139 w 157"/>
              <a:gd name="T61" fmla="*/ 133 h 133"/>
              <a:gd name="T62" fmla="*/ 102 w 157"/>
              <a:gd name="T63" fmla="*/ 133 h 133"/>
              <a:gd name="T64" fmla="*/ 90 w 157"/>
              <a:gd name="T65" fmla="*/ 128 h 133"/>
              <a:gd name="T66" fmla="*/ 84 w 157"/>
              <a:gd name="T67" fmla="*/ 115 h 133"/>
              <a:gd name="T68" fmla="*/ 84 w 157"/>
              <a:gd name="T69" fmla="*/ 49 h 133"/>
              <a:gd name="T70" fmla="*/ 88 w 157"/>
              <a:gd name="T71" fmla="*/ 30 h 133"/>
              <a:gd name="T72" fmla="*/ 99 w 157"/>
              <a:gd name="T73" fmla="*/ 14 h 133"/>
              <a:gd name="T74" fmla="*/ 114 w 157"/>
              <a:gd name="T75" fmla="*/ 4 h 133"/>
              <a:gd name="T76" fmla="*/ 133 w 157"/>
              <a:gd name="T77" fmla="*/ 0 h 133"/>
              <a:gd name="T78" fmla="*/ 139 w 157"/>
              <a:gd name="T79" fmla="*/ 0 h 133"/>
              <a:gd name="T80" fmla="*/ 143 w 157"/>
              <a:gd name="T81" fmla="*/ 2 h 133"/>
              <a:gd name="T82" fmla="*/ 145 w 157"/>
              <a:gd name="T83" fmla="*/ 6 h 133"/>
              <a:gd name="T84" fmla="*/ 145 w 157"/>
              <a:gd name="T85" fmla="*/ 18 h 133"/>
              <a:gd name="T86" fmla="*/ 143 w 157"/>
              <a:gd name="T87" fmla="*/ 23 h 133"/>
              <a:gd name="T88" fmla="*/ 139 w 157"/>
              <a:gd name="T89" fmla="*/ 25 h 133"/>
              <a:gd name="T90" fmla="*/ 133 w 157"/>
              <a:gd name="T91" fmla="*/ 25 h 133"/>
              <a:gd name="T92" fmla="*/ 116 w 157"/>
              <a:gd name="T93" fmla="*/ 32 h 133"/>
              <a:gd name="T94" fmla="*/ 109 w 157"/>
              <a:gd name="T95" fmla="*/ 49 h 133"/>
              <a:gd name="T96" fmla="*/ 109 w 157"/>
              <a:gd name="T97" fmla="*/ 52 h 133"/>
              <a:gd name="T98" fmla="*/ 111 w 157"/>
              <a:gd name="T99" fmla="*/ 58 h 133"/>
              <a:gd name="T100" fmla="*/ 118 w 157"/>
              <a:gd name="T101" fmla="*/ 61 h 133"/>
              <a:gd name="T102" fmla="*/ 139 w 157"/>
              <a:gd name="T103" fmla="*/ 61 h 133"/>
              <a:gd name="T104" fmla="*/ 152 w 157"/>
              <a:gd name="T105" fmla="*/ 66 h 133"/>
              <a:gd name="T106" fmla="*/ 157 w 157"/>
              <a:gd name="T107" fmla="*/ 79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57" h="133">
                <a:moveTo>
                  <a:pt x="72" y="79"/>
                </a:moveTo>
                <a:cubicBezTo>
                  <a:pt x="72" y="115"/>
                  <a:pt x="72" y="115"/>
                  <a:pt x="72" y="115"/>
                </a:cubicBezTo>
                <a:cubicBezTo>
                  <a:pt x="72" y="120"/>
                  <a:pt x="70" y="125"/>
                  <a:pt x="67" y="128"/>
                </a:cubicBezTo>
                <a:cubicBezTo>
                  <a:pt x="63" y="132"/>
                  <a:pt x="59" y="133"/>
                  <a:pt x="54" y="133"/>
                </a:cubicBezTo>
                <a:cubicBezTo>
                  <a:pt x="18" y="133"/>
                  <a:pt x="18" y="133"/>
                  <a:pt x="18" y="133"/>
                </a:cubicBezTo>
                <a:cubicBezTo>
                  <a:pt x="13" y="133"/>
                  <a:pt x="8" y="132"/>
                  <a:pt x="5" y="128"/>
                </a:cubicBezTo>
                <a:cubicBezTo>
                  <a:pt x="1" y="125"/>
                  <a:pt x="0" y="120"/>
                  <a:pt x="0" y="115"/>
                </a:cubicBezTo>
                <a:cubicBezTo>
                  <a:pt x="0" y="49"/>
                  <a:pt x="0" y="49"/>
                  <a:pt x="0" y="49"/>
                </a:cubicBezTo>
                <a:cubicBezTo>
                  <a:pt x="0" y="42"/>
                  <a:pt x="1" y="36"/>
                  <a:pt x="3" y="30"/>
                </a:cubicBezTo>
                <a:cubicBezTo>
                  <a:pt x="6" y="24"/>
                  <a:pt x="9" y="19"/>
                  <a:pt x="14" y="14"/>
                </a:cubicBezTo>
                <a:cubicBezTo>
                  <a:pt x="18" y="10"/>
                  <a:pt x="23" y="7"/>
                  <a:pt x="29" y="4"/>
                </a:cubicBezTo>
                <a:cubicBezTo>
                  <a:pt x="35" y="2"/>
                  <a:pt x="41" y="0"/>
                  <a:pt x="48" y="0"/>
                </a:cubicBezTo>
                <a:cubicBezTo>
                  <a:pt x="54" y="0"/>
                  <a:pt x="54" y="0"/>
                  <a:pt x="54" y="0"/>
                </a:cubicBezTo>
                <a:cubicBezTo>
                  <a:pt x="56" y="0"/>
                  <a:pt x="57" y="1"/>
                  <a:pt x="58" y="2"/>
                </a:cubicBezTo>
                <a:cubicBezTo>
                  <a:pt x="60" y="3"/>
                  <a:pt x="60" y="5"/>
                  <a:pt x="60" y="6"/>
                </a:cubicBezTo>
                <a:cubicBezTo>
                  <a:pt x="60" y="18"/>
                  <a:pt x="60" y="18"/>
                  <a:pt x="60" y="18"/>
                </a:cubicBezTo>
                <a:cubicBezTo>
                  <a:pt x="60" y="20"/>
                  <a:pt x="60" y="22"/>
                  <a:pt x="58" y="23"/>
                </a:cubicBezTo>
                <a:cubicBezTo>
                  <a:pt x="57" y="24"/>
                  <a:pt x="56" y="25"/>
                  <a:pt x="54" y="25"/>
                </a:cubicBezTo>
                <a:cubicBezTo>
                  <a:pt x="48" y="25"/>
                  <a:pt x="48" y="25"/>
                  <a:pt x="48" y="25"/>
                </a:cubicBezTo>
                <a:cubicBezTo>
                  <a:pt x="41" y="25"/>
                  <a:pt x="36" y="27"/>
                  <a:pt x="31" y="32"/>
                </a:cubicBezTo>
                <a:cubicBezTo>
                  <a:pt x="26" y="36"/>
                  <a:pt x="24" y="42"/>
                  <a:pt x="24" y="49"/>
                </a:cubicBezTo>
                <a:cubicBezTo>
                  <a:pt x="24" y="52"/>
                  <a:pt x="24" y="52"/>
                  <a:pt x="24" y="52"/>
                </a:cubicBezTo>
                <a:cubicBezTo>
                  <a:pt x="24" y="54"/>
                  <a:pt x="25" y="56"/>
                  <a:pt x="26" y="58"/>
                </a:cubicBezTo>
                <a:cubicBezTo>
                  <a:pt x="28" y="60"/>
                  <a:pt x="30" y="61"/>
                  <a:pt x="33" y="61"/>
                </a:cubicBezTo>
                <a:cubicBezTo>
                  <a:pt x="54" y="61"/>
                  <a:pt x="54" y="61"/>
                  <a:pt x="54" y="61"/>
                </a:cubicBezTo>
                <a:cubicBezTo>
                  <a:pt x="59" y="61"/>
                  <a:pt x="63" y="63"/>
                  <a:pt x="67" y="66"/>
                </a:cubicBezTo>
                <a:cubicBezTo>
                  <a:pt x="70" y="70"/>
                  <a:pt x="72" y="74"/>
                  <a:pt x="72" y="79"/>
                </a:cubicBezTo>
                <a:close/>
                <a:moveTo>
                  <a:pt x="157" y="79"/>
                </a:moveTo>
                <a:cubicBezTo>
                  <a:pt x="157" y="115"/>
                  <a:pt x="157" y="115"/>
                  <a:pt x="157" y="115"/>
                </a:cubicBezTo>
                <a:cubicBezTo>
                  <a:pt x="157" y="120"/>
                  <a:pt x="155" y="125"/>
                  <a:pt x="152" y="128"/>
                </a:cubicBezTo>
                <a:cubicBezTo>
                  <a:pt x="148" y="132"/>
                  <a:pt x="144" y="133"/>
                  <a:pt x="139" y="133"/>
                </a:cubicBezTo>
                <a:cubicBezTo>
                  <a:pt x="102" y="133"/>
                  <a:pt x="102" y="133"/>
                  <a:pt x="102" y="133"/>
                </a:cubicBezTo>
                <a:cubicBezTo>
                  <a:pt x="97" y="133"/>
                  <a:pt x="93" y="132"/>
                  <a:pt x="90" y="128"/>
                </a:cubicBezTo>
                <a:cubicBezTo>
                  <a:pt x="86" y="125"/>
                  <a:pt x="84" y="120"/>
                  <a:pt x="84" y="115"/>
                </a:cubicBezTo>
                <a:cubicBezTo>
                  <a:pt x="84" y="49"/>
                  <a:pt x="84" y="49"/>
                  <a:pt x="84" y="49"/>
                </a:cubicBezTo>
                <a:cubicBezTo>
                  <a:pt x="84" y="42"/>
                  <a:pt x="86" y="36"/>
                  <a:pt x="88" y="30"/>
                </a:cubicBezTo>
                <a:cubicBezTo>
                  <a:pt x="91" y="24"/>
                  <a:pt x="94" y="19"/>
                  <a:pt x="99" y="14"/>
                </a:cubicBezTo>
                <a:cubicBezTo>
                  <a:pt x="103" y="10"/>
                  <a:pt x="108" y="7"/>
                  <a:pt x="114" y="4"/>
                </a:cubicBezTo>
                <a:cubicBezTo>
                  <a:pt x="120" y="2"/>
                  <a:pt x="126" y="0"/>
                  <a:pt x="133" y="0"/>
                </a:cubicBezTo>
                <a:cubicBezTo>
                  <a:pt x="139" y="0"/>
                  <a:pt x="139" y="0"/>
                  <a:pt x="139" y="0"/>
                </a:cubicBezTo>
                <a:cubicBezTo>
                  <a:pt x="140" y="0"/>
                  <a:pt x="142" y="1"/>
                  <a:pt x="143" y="2"/>
                </a:cubicBezTo>
                <a:cubicBezTo>
                  <a:pt x="144" y="3"/>
                  <a:pt x="145" y="5"/>
                  <a:pt x="145" y="6"/>
                </a:cubicBezTo>
                <a:cubicBezTo>
                  <a:pt x="145" y="18"/>
                  <a:pt x="145" y="18"/>
                  <a:pt x="145" y="18"/>
                </a:cubicBezTo>
                <a:cubicBezTo>
                  <a:pt x="145" y="20"/>
                  <a:pt x="144" y="22"/>
                  <a:pt x="143" y="23"/>
                </a:cubicBezTo>
                <a:cubicBezTo>
                  <a:pt x="142" y="24"/>
                  <a:pt x="140" y="25"/>
                  <a:pt x="139" y="25"/>
                </a:cubicBezTo>
                <a:cubicBezTo>
                  <a:pt x="133" y="25"/>
                  <a:pt x="133" y="25"/>
                  <a:pt x="133" y="25"/>
                </a:cubicBezTo>
                <a:cubicBezTo>
                  <a:pt x="126" y="25"/>
                  <a:pt x="120" y="27"/>
                  <a:pt x="116" y="32"/>
                </a:cubicBezTo>
                <a:cubicBezTo>
                  <a:pt x="111" y="36"/>
                  <a:pt x="109" y="42"/>
                  <a:pt x="109" y="49"/>
                </a:cubicBezTo>
                <a:cubicBezTo>
                  <a:pt x="109" y="52"/>
                  <a:pt x="109" y="52"/>
                  <a:pt x="109" y="52"/>
                </a:cubicBezTo>
                <a:cubicBezTo>
                  <a:pt x="109" y="54"/>
                  <a:pt x="109" y="56"/>
                  <a:pt x="111" y="58"/>
                </a:cubicBezTo>
                <a:cubicBezTo>
                  <a:pt x="113" y="60"/>
                  <a:pt x="115" y="61"/>
                  <a:pt x="118" y="61"/>
                </a:cubicBezTo>
                <a:cubicBezTo>
                  <a:pt x="139" y="61"/>
                  <a:pt x="139" y="61"/>
                  <a:pt x="139" y="61"/>
                </a:cubicBezTo>
                <a:cubicBezTo>
                  <a:pt x="144" y="61"/>
                  <a:pt x="148" y="63"/>
                  <a:pt x="152" y="66"/>
                </a:cubicBezTo>
                <a:cubicBezTo>
                  <a:pt x="155" y="70"/>
                  <a:pt x="157" y="74"/>
                  <a:pt x="157" y="7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43" name="Freeform 246"/>
          <p:cNvSpPr>
            <a:spLocks noEditPoints="1"/>
          </p:cNvSpPr>
          <p:nvPr/>
        </p:nvSpPr>
        <p:spPr bwMode="auto">
          <a:xfrm>
            <a:off x="2395124" y="3968193"/>
            <a:ext cx="224755" cy="190176"/>
          </a:xfrm>
          <a:custGeom>
            <a:avLst/>
            <a:gdLst>
              <a:gd name="T0" fmla="*/ 73 w 157"/>
              <a:gd name="T1" fmla="*/ 18 h 133"/>
              <a:gd name="T2" fmla="*/ 73 w 157"/>
              <a:gd name="T3" fmla="*/ 85 h 133"/>
              <a:gd name="T4" fmla="*/ 69 w 157"/>
              <a:gd name="T5" fmla="*/ 104 h 133"/>
              <a:gd name="T6" fmla="*/ 58 w 157"/>
              <a:gd name="T7" fmla="*/ 119 h 133"/>
              <a:gd name="T8" fmla="*/ 43 w 157"/>
              <a:gd name="T9" fmla="*/ 130 h 133"/>
              <a:gd name="T10" fmla="*/ 24 w 157"/>
              <a:gd name="T11" fmla="*/ 133 h 133"/>
              <a:gd name="T12" fmla="*/ 18 w 157"/>
              <a:gd name="T13" fmla="*/ 133 h 133"/>
              <a:gd name="T14" fmla="*/ 14 w 157"/>
              <a:gd name="T15" fmla="*/ 132 h 133"/>
              <a:gd name="T16" fmla="*/ 12 w 157"/>
              <a:gd name="T17" fmla="*/ 127 h 133"/>
              <a:gd name="T18" fmla="*/ 12 w 157"/>
              <a:gd name="T19" fmla="*/ 115 h 133"/>
              <a:gd name="T20" fmla="*/ 14 w 157"/>
              <a:gd name="T21" fmla="*/ 111 h 133"/>
              <a:gd name="T22" fmla="*/ 18 w 157"/>
              <a:gd name="T23" fmla="*/ 109 h 133"/>
              <a:gd name="T24" fmla="*/ 24 w 157"/>
              <a:gd name="T25" fmla="*/ 109 h 133"/>
              <a:gd name="T26" fmla="*/ 41 w 157"/>
              <a:gd name="T27" fmla="*/ 102 h 133"/>
              <a:gd name="T28" fmla="*/ 48 w 157"/>
              <a:gd name="T29" fmla="*/ 85 h 133"/>
              <a:gd name="T30" fmla="*/ 48 w 157"/>
              <a:gd name="T31" fmla="*/ 82 h 133"/>
              <a:gd name="T32" fmla="*/ 46 w 157"/>
              <a:gd name="T33" fmla="*/ 76 h 133"/>
              <a:gd name="T34" fmla="*/ 39 w 157"/>
              <a:gd name="T35" fmla="*/ 73 h 133"/>
              <a:gd name="T36" fmla="*/ 18 w 157"/>
              <a:gd name="T37" fmla="*/ 73 h 133"/>
              <a:gd name="T38" fmla="*/ 5 w 157"/>
              <a:gd name="T39" fmla="*/ 68 h 133"/>
              <a:gd name="T40" fmla="*/ 0 w 157"/>
              <a:gd name="T41" fmla="*/ 55 h 133"/>
              <a:gd name="T42" fmla="*/ 0 w 157"/>
              <a:gd name="T43" fmla="*/ 18 h 133"/>
              <a:gd name="T44" fmla="*/ 5 w 157"/>
              <a:gd name="T45" fmla="*/ 6 h 133"/>
              <a:gd name="T46" fmla="*/ 18 w 157"/>
              <a:gd name="T47" fmla="*/ 0 h 133"/>
              <a:gd name="T48" fmla="*/ 54 w 157"/>
              <a:gd name="T49" fmla="*/ 0 h 133"/>
              <a:gd name="T50" fmla="*/ 67 w 157"/>
              <a:gd name="T51" fmla="*/ 6 h 133"/>
              <a:gd name="T52" fmla="*/ 73 w 157"/>
              <a:gd name="T53" fmla="*/ 18 h 133"/>
              <a:gd name="T54" fmla="*/ 157 w 157"/>
              <a:gd name="T55" fmla="*/ 18 h 133"/>
              <a:gd name="T56" fmla="*/ 157 w 157"/>
              <a:gd name="T57" fmla="*/ 85 h 133"/>
              <a:gd name="T58" fmla="*/ 153 w 157"/>
              <a:gd name="T59" fmla="*/ 104 h 133"/>
              <a:gd name="T60" fmla="*/ 143 w 157"/>
              <a:gd name="T61" fmla="*/ 119 h 133"/>
              <a:gd name="T62" fmla="*/ 128 w 157"/>
              <a:gd name="T63" fmla="*/ 130 h 133"/>
              <a:gd name="T64" fmla="*/ 109 w 157"/>
              <a:gd name="T65" fmla="*/ 133 h 133"/>
              <a:gd name="T66" fmla="*/ 103 w 157"/>
              <a:gd name="T67" fmla="*/ 133 h 133"/>
              <a:gd name="T68" fmla="*/ 99 w 157"/>
              <a:gd name="T69" fmla="*/ 132 h 133"/>
              <a:gd name="T70" fmla="*/ 97 w 157"/>
              <a:gd name="T71" fmla="*/ 127 h 133"/>
              <a:gd name="T72" fmla="*/ 97 w 157"/>
              <a:gd name="T73" fmla="*/ 115 h 133"/>
              <a:gd name="T74" fmla="*/ 99 w 157"/>
              <a:gd name="T75" fmla="*/ 111 h 133"/>
              <a:gd name="T76" fmla="*/ 103 w 157"/>
              <a:gd name="T77" fmla="*/ 109 h 133"/>
              <a:gd name="T78" fmla="*/ 109 w 157"/>
              <a:gd name="T79" fmla="*/ 109 h 133"/>
              <a:gd name="T80" fmla="*/ 126 w 157"/>
              <a:gd name="T81" fmla="*/ 102 h 133"/>
              <a:gd name="T82" fmla="*/ 133 w 157"/>
              <a:gd name="T83" fmla="*/ 85 h 133"/>
              <a:gd name="T84" fmla="*/ 133 w 157"/>
              <a:gd name="T85" fmla="*/ 82 h 133"/>
              <a:gd name="T86" fmla="*/ 130 w 157"/>
              <a:gd name="T87" fmla="*/ 76 h 133"/>
              <a:gd name="T88" fmla="*/ 124 w 157"/>
              <a:gd name="T89" fmla="*/ 73 h 133"/>
              <a:gd name="T90" fmla="*/ 103 w 157"/>
              <a:gd name="T91" fmla="*/ 73 h 133"/>
              <a:gd name="T92" fmla="*/ 90 w 157"/>
              <a:gd name="T93" fmla="*/ 68 h 133"/>
              <a:gd name="T94" fmla="*/ 85 w 157"/>
              <a:gd name="T95" fmla="*/ 55 h 133"/>
              <a:gd name="T96" fmla="*/ 85 w 157"/>
              <a:gd name="T97" fmla="*/ 18 h 133"/>
              <a:gd name="T98" fmla="*/ 90 w 157"/>
              <a:gd name="T99" fmla="*/ 6 h 133"/>
              <a:gd name="T100" fmla="*/ 103 w 157"/>
              <a:gd name="T101" fmla="*/ 0 h 133"/>
              <a:gd name="T102" fmla="*/ 139 w 157"/>
              <a:gd name="T103" fmla="*/ 0 h 133"/>
              <a:gd name="T104" fmla="*/ 152 w 157"/>
              <a:gd name="T105" fmla="*/ 6 h 133"/>
              <a:gd name="T106" fmla="*/ 157 w 157"/>
              <a:gd name="T107" fmla="*/ 18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57" h="133">
                <a:moveTo>
                  <a:pt x="73" y="18"/>
                </a:moveTo>
                <a:cubicBezTo>
                  <a:pt x="73" y="85"/>
                  <a:pt x="73" y="85"/>
                  <a:pt x="73" y="85"/>
                </a:cubicBezTo>
                <a:cubicBezTo>
                  <a:pt x="73" y="92"/>
                  <a:pt x="71" y="98"/>
                  <a:pt x="69" y="104"/>
                </a:cubicBezTo>
                <a:cubicBezTo>
                  <a:pt x="66" y="110"/>
                  <a:pt x="63" y="115"/>
                  <a:pt x="58" y="119"/>
                </a:cubicBezTo>
                <a:cubicBezTo>
                  <a:pt x="54" y="124"/>
                  <a:pt x="49" y="127"/>
                  <a:pt x="43" y="130"/>
                </a:cubicBezTo>
                <a:cubicBezTo>
                  <a:pt x="37" y="132"/>
                  <a:pt x="31" y="133"/>
                  <a:pt x="24" y="133"/>
                </a:cubicBezTo>
                <a:cubicBezTo>
                  <a:pt x="18" y="133"/>
                  <a:pt x="18" y="133"/>
                  <a:pt x="18" y="133"/>
                </a:cubicBezTo>
                <a:cubicBezTo>
                  <a:pt x="16" y="133"/>
                  <a:pt x="15" y="133"/>
                  <a:pt x="14" y="132"/>
                </a:cubicBezTo>
                <a:cubicBezTo>
                  <a:pt x="13" y="130"/>
                  <a:pt x="12" y="129"/>
                  <a:pt x="12" y="127"/>
                </a:cubicBezTo>
                <a:cubicBezTo>
                  <a:pt x="12" y="115"/>
                  <a:pt x="12" y="115"/>
                  <a:pt x="12" y="115"/>
                </a:cubicBezTo>
                <a:cubicBezTo>
                  <a:pt x="12" y="114"/>
                  <a:pt x="13" y="112"/>
                  <a:pt x="14" y="111"/>
                </a:cubicBezTo>
                <a:cubicBezTo>
                  <a:pt x="15" y="110"/>
                  <a:pt x="16" y="109"/>
                  <a:pt x="18" y="109"/>
                </a:cubicBezTo>
                <a:cubicBezTo>
                  <a:pt x="24" y="109"/>
                  <a:pt x="24" y="109"/>
                  <a:pt x="24" y="109"/>
                </a:cubicBezTo>
                <a:cubicBezTo>
                  <a:pt x="31" y="109"/>
                  <a:pt x="37" y="107"/>
                  <a:pt x="41" y="102"/>
                </a:cubicBezTo>
                <a:cubicBezTo>
                  <a:pt x="46" y="97"/>
                  <a:pt x="48" y="92"/>
                  <a:pt x="48" y="85"/>
                </a:cubicBezTo>
                <a:cubicBezTo>
                  <a:pt x="48" y="82"/>
                  <a:pt x="48" y="82"/>
                  <a:pt x="48" y="82"/>
                </a:cubicBezTo>
                <a:cubicBezTo>
                  <a:pt x="48" y="79"/>
                  <a:pt x="47" y="77"/>
                  <a:pt x="46" y="76"/>
                </a:cubicBezTo>
                <a:cubicBezTo>
                  <a:pt x="44" y="74"/>
                  <a:pt x="42" y="73"/>
                  <a:pt x="39" y="73"/>
                </a:cubicBezTo>
                <a:cubicBezTo>
                  <a:pt x="18" y="73"/>
                  <a:pt x="18" y="73"/>
                  <a:pt x="18" y="73"/>
                </a:cubicBezTo>
                <a:cubicBezTo>
                  <a:pt x="13" y="73"/>
                  <a:pt x="9" y="71"/>
                  <a:pt x="5" y="68"/>
                </a:cubicBezTo>
                <a:cubicBezTo>
                  <a:pt x="2" y="64"/>
                  <a:pt x="0" y="60"/>
                  <a:pt x="0" y="55"/>
                </a:cubicBezTo>
                <a:cubicBezTo>
                  <a:pt x="0" y="18"/>
                  <a:pt x="0" y="18"/>
                  <a:pt x="0" y="18"/>
                </a:cubicBezTo>
                <a:cubicBezTo>
                  <a:pt x="0" y="13"/>
                  <a:pt x="2" y="9"/>
                  <a:pt x="5" y="6"/>
                </a:cubicBezTo>
                <a:cubicBezTo>
                  <a:pt x="9" y="2"/>
                  <a:pt x="13" y="0"/>
                  <a:pt x="18" y="0"/>
                </a:cubicBezTo>
                <a:cubicBezTo>
                  <a:pt x="54" y="0"/>
                  <a:pt x="54" y="0"/>
                  <a:pt x="54" y="0"/>
                </a:cubicBezTo>
                <a:cubicBezTo>
                  <a:pt x="59" y="0"/>
                  <a:pt x="64" y="2"/>
                  <a:pt x="67" y="6"/>
                </a:cubicBezTo>
                <a:cubicBezTo>
                  <a:pt x="71" y="9"/>
                  <a:pt x="73" y="13"/>
                  <a:pt x="73" y="18"/>
                </a:cubicBezTo>
                <a:close/>
                <a:moveTo>
                  <a:pt x="157" y="18"/>
                </a:moveTo>
                <a:cubicBezTo>
                  <a:pt x="157" y="85"/>
                  <a:pt x="157" y="85"/>
                  <a:pt x="157" y="85"/>
                </a:cubicBezTo>
                <a:cubicBezTo>
                  <a:pt x="157" y="92"/>
                  <a:pt x="156" y="98"/>
                  <a:pt x="153" y="104"/>
                </a:cubicBezTo>
                <a:cubicBezTo>
                  <a:pt x="151" y="110"/>
                  <a:pt x="147" y="115"/>
                  <a:pt x="143" y="119"/>
                </a:cubicBezTo>
                <a:cubicBezTo>
                  <a:pt x="139" y="124"/>
                  <a:pt x="134" y="127"/>
                  <a:pt x="128" y="130"/>
                </a:cubicBezTo>
                <a:cubicBezTo>
                  <a:pt x="122" y="132"/>
                  <a:pt x="115" y="133"/>
                  <a:pt x="109" y="133"/>
                </a:cubicBezTo>
                <a:cubicBezTo>
                  <a:pt x="103" y="133"/>
                  <a:pt x="103" y="133"/>
                  <a:pt x="103" y="133"/>
                </a:cubicBezTo>
                <a:cubicBezTo>
                  <a:pt x="101" y="133"/>
                  <a:pt x="100" y="133"/>
                  <a:pt x="99" y="132"/>
                </a:cubicBezTo>
                <a:cubicBezTo>
                  <a:pt x="97" y="130"/>
                  <a:pt x="97" y="129"/>
                  <a:pt x="97" y="127"/>
                </a:cubicBezTo>
                <a:cubicBezTo>
                  <a:pt x="97" y="115"/>
                  <a:pt x="97" y="115"/>
                  <a:pt x="97" y="115"/>
                </a:cubicBezTo>
                <a:cubicBezTo>
                  <a:pt x="97" y="114"/>
                  <a:pt x="97" y="112"/>
                  <a:pt x="99" y="111"/>
                </a:cubicBezTo>
                <a:cubicBezTo>
                  <a:pt x="100" y="110"/>
                  <a:pt x="101" y="109"/>
                  <a:pt x="103" y="109"/>
                </a:cubicBezTo>
                <a:cubicBezTo>
                  <a:pt x="109" y="109"/>
                  <a:pt x="109" y="109"/>
                  <a:pt x="109" y="109"/>
                </a:cubicBezTo>
                <a:cubicBezTo>
                  <a:pt x="116" y="109"/>
                  <a:pt x="121" y="107"/>
                  <a:pt x="126" y="102"/>
                </a:cubicBezTo>
                <a:cubicBezTo>
                  <a:pt x="131" y="97"/>
                  <a:pt x="133" y="92"/>
                  <a:pt x="133" y="85"/>
                </a:cubicBezTo>
                <a:cubicBezTo>
                  <a:pt x="133" y="82"/>
                  <a:pt x="133" y="82"/>
                  <a:pt x="133" y="82"/>
                </a:cubicBezTo>
                <a:cubicBezTo>
                  <a:pt x="133" y="79"/>
                  <a:pt x="132" y="77"/>
                  <a:pt x="130" y="76"/>
                </a:cubicBezTo>
                <a:cubicBezTo>
                  <a:pt x="129" y="74"/>
                  <a:pt x="126" y="73"/>
                  <a:pt x="124" y="73"/>
                </a:cubicBezTo>
                <a:cubicBezTo>
                  <a:pt x="103" y="73"/>
                  <a:pt x="103" y="73"/>
                  <a:pt x="103" y="73"/>
                </a:cubicBezTo>
                <a:cubicBezTo>
                  <a:pt x="98" y="73"/>
                  <a:pt x="93" y="71"/>
                  <a:pt x="90" y="68"/>
                </a:cubicBezTo>
                <a:cubicBezTo>
                  <a:pt x="86" y="64"/>
                  <a:pt x="85" y="60"/>
                  <a:pt x="85" y="55"/>
                </a:cubicBezTo>
                <a:cubicBezTo>
                  <a:pt x="85" y="18"/>
                  <a:pt x="85" y="18"/>
                  <a:pt x="85" y="18"/>
                </a:cubicBezTo>
                <a:cubicBezTo>
                  <a:pt x="85" y="13"/>
                  <a:pt x="86" y="9"/>
                  <a:pt x="90" y="6"/>
                </a:cubicBezTo>
                <a:cubicBezTo>
                  <a:pt x="93" y="2"/>
                  <a:pt x="98" y="0"/>
                  <a:pt x="103" y="0"/>
                </a:cubicBezTo>
                <a:cubicBezTo>
                  <a:pt x="139" y="0"/>
                  <a:pt x="139" y="0"/>
                  <a:pt x="139" y="0"/>
                </a:cubicBezTo>
                <a:cubicBezTo>
                  <a:pt x="144" y="0"/>
                  <a:pt x="148" y="2"/>
                  <a:pt x="152" y="6"/>
                </a:cubicBezTo>
                <a:cubicBezTo>
                  <a:pt x="155" y="9"/>
                  <a:pt x="157" y="13"/>
                  <a:pt x="157" y="1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44" name="Freeform 247"/>
          <p:cNvSpPr>
            <a:spLocks noEditPoints="1"/>
          </p:cNvSpPr>
          <p:nvPr/>
        </p:nvSpPr>
        <p:spPr bwMode="auto">
          <a:xfrm>
            <a:off x="2684711" y="3959549"/>
            <a:ext cx="207464" cy="218271"/>
          </a:xfrm>
          <a:custGeom>
            <a:avLst/>
            <a:gdLst>
              <a:gd name="T0" fmla="*/ 30 w 145"/>
              <a:gd name="T1" fmla="*/ 79 h 152"/>
              <a:gd name="T2" fmla="*/ 15 w 145"/>
              <a:gd name="T3" fmla="*/ 94 h 152"/>
              <a:gd name="T4" fmla="*/ 0 w 145"/>
              <a:gd name="T5" fmla="*/ 79 h 152"/>
              <a:gd name="T6" fmla="*/ 15 w 145"/>
              <a:gd name="T7" fmla="*/ 64 h 152"/>
              <a:gd name="T8" fmla="*/ 45 w 145"/>
              <a:gd name="T9" fmla="*/ 25 h 152"/>
              <a:gd name="T10" fmla="*/ 45 w 145"/>
              <a:gd name="T11" fmla="*/ 48 h 152"/>
              <a:gd name="T12" fmla="*/ 22 w 145"/>
              <a:gd name="T13" fmla="*/ 48 h 152"/>
              <a:gd name="T14" fmla="*/ 22 w 145"/>
              <a:gd name="T15" fmla="*/ 25 h 152"/>
              <a:gd name="T16" fmla="*/ 45 w 145"/>
              <a:gd name="T17" fmla="*/ 25 h 152"/>
              <a:gd name="T18" fmla="*/ 47 w 145"/>
              <a:gd name="T19" fmla="*/ 121 h 152"/>
              <a:gd name="T20" fmla="*/ 33 w 145"/>
              <a:gd name="T21" fmla="*/ 135 h 152"/>
              <a:gd name="T22" fmla="*/ 20 w 145"/>
              <a:gd name="T23" fmla="*/ 121 h 152"/>
              <a:gd name="T24" fmla="*/ 33 w 145"/>
              <a:gd name="T25" fmla="*/ 108 h 152"/>
              <a:gd name="T26" fmla="*/ 89 w 145"/>
              <a:gd name="T27" fmla="*/ 6 h 152"/>
              <a:gd name="T28" fmla="*/ 89 w 145"/>
              <a:gd name="T29" fmla="*/ 31 h 152"/>
              <a:gd name="T30" fmla="*/ 63 w 145"/>
              <a:gd name="T31" fmla="*/ 31 h 152"/>
              <a:gd name="T32" fmla="*/ 63 w 145"/>
              <a:gd name="T33" fmla="*/ 6 h 152"/>
              <a:gd name="T34" fmla="*/ 89 w 145"/>
              <a:gd name="T35" fmla="*/ 6 h 152"/>
              <a:gd name="T36" fmla="*/ 88 w 145"/>
              <a:gd name="T37" fmla="*/ 139 h 152"/>
              <a:gd name="T38" fmla="*/ 76 w 145"/>
              <a:gd name="T39" fmla="*/ 152 h 152"/>
              <a:gd name="T40" fmla="*/ 64 w 145"/>
              <a:gd name="T41" fmla="*/ 139 h 152"/>
              <a:gd name="T42" fmla="*/ 76 w 145"/>
              <a:gd name="T43" fmla="*/ 127 h 152"/>
              <a:gd name="T44" fmla="*/ 126 w 145"/>
              <a:gd name="T45" fmla="*/ 114 h 152"/>
              <a:gd name="T46" fmla="*/ 126 w 145"/>
              <a:gd name="T47" fmla="*/ 129 h 152"/>
              <a:gd name="T48" fmla="*/ 111 w 145"/>
              <a:gd name="T49" fmla="*/ 129 h 152"/>
              <a:gd name="T50" fmla="*/ 111 w 145"/>
              <a:gd name="T51" fmla="*/ 114 h 152"/>
              <a:gd name="T52" fmla="*/ 126 w 145"/>
              <a:gd name="T53" fmla="*/ 114 h 152"/>
              <a:gd name="T54" fmla="*/ 126 w 145"/>
              <a:gd name="T55" fmla="*/ 37 h 152"/>
              <a:gd name="T56" fmla="*/ 118 w 145"/>
              <a:gd name="T57" fmla="*/ 44 h 152"/>
              <a:gd name="T58" fmla="*/ 111 w 145"/>
              <a:gd name="T59" fmla="*/ 37 h 152"/>
              <a:gd name="T60" fmla="*/ 118 w 145"/>
              <a:gd name="T61" fmla="*/ 29 h 152"/>
              <a:gd name="T62" fmla="*/ 143 w 145"/>
              <a:gd name="T63" fmla="*/ 73 h 152"/>
              <a:gd name="T64" fmla="*/ 143 w 145"/>
              <a:gd name="T65" fmla="*/ 85 h 152"/>
              <a:gd name="T66" fmla="*/ 130 w 145"/>
              <a:gd name="T67" fmla="*/ 85 h 152"/>
              <a:gd name="T68" fmla="*/ 130 w 145"/>
              <a:gd name="T69" fmla="*/ 73 h 152"/>
              <a:gd name="T70" fmla="*/ 143 w 145"/>
              <a:gd name="T71" fmla="*/ 73 h 1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45" h="152">
                <a:moveTo>
                  <a:pt x="26" y="68"/>
                </a:moveTo>
                <a:cubicBezTo>
                  <a:pt x="29" y="71"/>
                  <a:pt x="30" y="75"/>
                  <a:pt x="30" y="79"/>
                </a:cubicBezTo>
                <a:cubicBezTo>
                  <a:pt x="30" y="83"/>
                  <a:pt x="29" y="87"/>
                  <a:pt x="26" y="90"/>
                </a:cubicBezTo>
                <a:cubicBezTo>
                  <a:pt x="23" y="93"/>
                  <a:pt x="19" y="94"/>
                  <a:pt x="15" y="94"/>
                </a:cubicBezTo>
                <a:cubicBezTo>
                  <a:pt x="11" y="94"/>
                  <a:pt x="8" y="93"/>
                  <a:pt x="5" y="90"/>
                </a:cubicBezTo>
                <a:cubicBezTo>
                  <a:pt x="2" y="87"/>
                  <a:pt x="0" y="83"/>
                  <a:pt x="0" y="79"/>
                </a:cubicBezTo>
                <a:cubicBezTo>
                  <a:pt x="0" y="75"/>
                  <a:pt x="2" y="71"/>
                  <a:pt x="5" y="68"/>
                </a:cubicBezTo>
                <a:cubicBezTo>
                  <a:pt x="8" y="65"/>
                  <a:pt x="11" y="64"/>
                  <a:pt x="15" y="64"/>
                </a:cubicBezTo>
                <a:cubicBezTo>
                  <a:pt x="19" y="64"/>
                  <a:pt x="23" y="65"/>
                  <a:pt x="26" y="68"/>
                </a:cubicBezTo>
                <a:close/>
                <a:moveTo>
                  <a:pt x="45" y="25"/>
                </a:moveTo>
                <a:cubicBezTo>
                  <a:pt x="49" y="28"/>
                  <a:pt x="50" y="32"/>
                  <a:pt x="50" y="37"/>
                </a:cubicBezTo>
                <a:cubicBezTo>
                  <a:pt x="50" y="41"/>
                  <a:pt x="49" y="45"/>
                  <a:pt x="45" y="48"/>
                </a:cubicBezTo>
                <a:cubicBezTo>
                  <a:pt x="42" y="52"/>
                  <a:pt x="38" y="53"/>
                  <a:pt x="33" y="53"/>
                </a:cubicBezTo>
                <a:cubicBezTo>
                  <a:pt x="29" y="53"/>
                  <a:pt x="25" y="52"/>
                  <a:pt x="22" y="48"/>
                </a:cubicBezTo>
                <a:cubicBezTo>
                  <a:pt x="18" y="45"/>
                  <a:pt x="17" y="41"/>
                  <a:pt x="17" y="37"/>
                </a:cubicBezTo>
                <a:cubicBezTo>
                  <a:pt x="17" y="32"/>
                  <a:pt x="18" y="28"/>
                  <a:pt x="22" y="25"/>
                </a:cubicBezTo>
                <a:cubicBezTo>
                  <a:pt x="25" y="22"/>
                  <a:pt x="29" y="20"/>
                  <a:pt x="33" y="20"/>
                </a:cubicBezTo>
                <a:cubicBezTo>
                  <a:pt x="38" y="20"/>
                  <a:pt x="42" y="22"/>
                  <a:pt x="45" y="25"/>
                </a:cubicBezTo>
                <a:close/>
                <a:moveTo>
                  <a:pt x="43" y="112"/>
                </a:moveTo>
                <a:cubicBezTo>
                  <a:pt x="46" y="114"/>
                  <a:pt x="47" y="118"/>
                  <a:pt x="47" y="121"/>
                </a:cubicBezTo>
                <a:cubicBezTo>
                  <a:pt x="47" y="125"/>
                  <a:pt x="46" y="128"/>
                  <a:pt x="43" y="131"/>
                </a:cubicBezTo>
                <a:cubicBezTo>
                  <a:pt x="40" y="134"/>
                  <a:pt x="37" y="135"/>
                  <a:pt x="33" y="135"/>
                </a:cubicBezTo>
                <a:cubicBezTo>
                  <a:pt x="30" y="135"/>
                  <a:pt x="26" y="134"/>
                  <a:pt x="24" y="131"/>
                </a:cubicBezTo>
                <a:cubicBezTo>
                  <a:pt x="21" y="128"/>
                  <a:pt x="20" y="125"/>
                  <a:pt x="20" y="121"/>
                </a:cubicBezTo>
                <a:cubicBezTo>
                  <a:pt x="20" y="118"/>
                  <a:pt x="21" y="114"/>
                  <a:pt x="24" y="112"/>
                </a:cubicBezTo>
                <a:cubicBezTo>
                  <a:pt x="26" y="109"/>
                  <a:pt x="30" y="108"/>
                  <a:pt x="33" y="108"/>
                </a:cubicBezTo>
                <a:cubicBezTo>
                  <a:pt x="37" y="108"/>
                  <a:pt x="40" y="109"/>
                  <a:pt x="43" y="112"/>
                </a:cubicBezTo>
                <a:close/>
                <a:moveTo>
                  <a:pt x="89" y="6"/>
                </a:moveTo>
                <a:cubicBezTo>
                  <a:pt x="92" y="9"/>
                  <a:pt x="94" y="13"/>
                  <a:pt x="94" y="18"/>
                </a:cubicBezTo>
                <a:cubicBezTo>
                  <a:pt x="94" y="23"/>
                  <a:pt x="92" y="28"/>
                  <a:pt x="89" y="31"/>
                </a:cubicBezTo>
                <a:cubicBezTo>
                  <a:pt x="85" y="35"/>
                  <a:pt x="81" y="37"/>
                  <a:pt x="76" y="37"/>
                </a:cubicBezTo>
                <a:cubicBezTo>
                  <a:pt x="71" y="37"/>
                  <a:pt x="67" y="35"/>
                  <a:pt x="63" y="31"/>
                </a:cubicBezTo>
                <a:cubicBezTo>
                  <a:pt x="59" y="28"/>
                  <a:pt x="58" y="23"/>
                  <a:pt x="58" y="18"/>
                </a:cubicBezTo>
                <a:cubicBezTo>
                  <a:pt x="58" y="13"/>
                  <a:pt x="59" y="9"/>
                  <a:pt x="63" y="6"/>
                </a:cubicBezTo>
                <a:cubicBezTo>
                  <a:pt x="67" y="2"/>
                  <a:pt x="71" y="0"/>
                  <a:pt x="76" y="0"/>
                </a:cubicBezTo>
                <a:cubicBezTo>
                  <a:pt x="81" y="0"/>
                  <a:pt x="85" y="2"/>
                  <a:pt x="89" y="6"/>
                </a:cubicBezTo>
                <a:close/>
                <a:moveTo>
                  <a:pt x="84" y="131"/>
                </a:moveTo>
                <a:cubicBezTo>
                  <a:pt x="87" y="133"/>
                  <a:pt x="88" y="136"/>
                  <a:pt x="88" y="139"/>
                </a:cubicBezTo>
                <a:cubicBezTo>
                  <a:pt x="88" y="143"/>
                  <a:pt x="87" y="146"/>
                  <a:pt x="84" y="148"/>
                </a:cubicBezTo>
                <a:cubicBezTo>
                  <a:pt x="82" y="150"/>
                  <a:pt x="79" y="152"/>
                  <a:pt x="76" y="152"/>
                </a:cubicBezTo>
                <a:cubicBezTo>
                  <a:pt x="73" y="152"/>
                  <a:pt x="70" y="150"/>
                  <a:pt x="67" y="148"/>
                </a:cubicBezTo>
                <a:cubicBezTo>
                  <a:pt x="65" y="146"/>
                  <a:pt x="64" y="143"/>
                  <a:pt x="64" y="139"/>
                </a:cubicBezTo>
                <a:cubicBezTo>
                  <a:pt x="64" y="136"/>
                  <a:pt x="65" y="133"/>
                  <a:pt x="67" y="131"/>
                </a:cubicBezTo>
                <a:cubicBezTo>
                  <a:pt x="70" y="129"/>
                  <a:pt x="73" y="127"/>
                  <a:pt x="76" y="127"/>
                </a:cubicBezTo>
                <a:cubicBezTo>
                  <a:pt x="79" y="127"/>
                  <a:pt x="82" y="129"/>
                  <a:pt x="84" y="131"/>
                </a:cubicBezTo>
                <a:close/>
                <a:moveTo>
                  <a:pt x="126" y="114"/>
                </a:moveTo>
                <a:cubicBezTo>
                  <a:pt x="128" y="116"/>
                  <a:pt x="129" y="118"/>
                  <a:pt x="129" y="121"/>
                </a:cubicBezTo>
                <a:cubicBezTo>
                  <a:pt x="129" y="124"/>
                  <a:pt x="128" y="127"/>
                  <a:pt x="126" y="129"/>
                </a:cubicBezTo>
                <a:cubicBezTo>
                  <a:pt x="124" y="131"/>
                  <a:pt x="121" y="132"/>
                  <a:pt x="118" y="132"/>
                </a:cubicBezTo>
                <a:cubicBezTo>
                  <a:pt x="115" y="132"/>
                  <a:pt x="113" y="131"/>
                  <a:pt x="111" y="129"/>
                </a:cubicBezTo>
                <a:cubicBezTo>
                  <a:pt x="109" y="127"/>
                  <a:pt x="108" y="124"/>
                  <a:pt x="108" y="121"/>
                </a:cubicBezTo>
                <a:cubicBezTo>
                  <a:pt x="108" y="118"/>
                  <a:pt x="109" y="116"/>
                  <a:pt x="111" y="114"/>
                </a:cubicBezTo>
                <a:cubicBezTo>
                  <a:pt x="113" y="112"/>
                  <a:pt x="115" y="111"/>
                  <a:pt x="118" y="111"/>
                </a:cubicBezTo>
                <a:cubicBezTo>
                  <a:pt x="121" y="111"/>
                  <a:pt x="124" y="112"/>
                  <a:pt x="126" y="114"/>
                </a:cubicBezTo>
                <a:close/>
                <a:moveTo>
                  <a:pt x="124" y="31"/>
                </a:moveTo>
                <a:cubicBezTo>
                  <a:pt x="125" y="33"/>
                  <a:pt x="126" y="34"/>
                  <a:pt x="126" y="37"/>
                </a:cubicBezTo>
                <a:cubicBezTo>
                  <a:pt x="126" y="39"/>
                  <a:pt x="125" y="40"/>
                  <a:pt x="124" y="42"/>
                </a:cubicBezTo>
                <a:cubicBezTo>
                  <a:pt x="122" y="43"/>
                  <a:pt x="120" y="44"/>
                  <a:pt x="118" y="44"/>
                </a:cubicBezTo>
                <a:cubicBezTo>
                  <a:pt x="116" y="44"/>
                  <a:pt x="114" y="43"/>
                  <a:pt x="113" y="42"/>
                </a:cubicBezTo>
                <a:cubicBezTo>
                  <a:pt x="111" y="40"/>
                  <a:pt x="111" y="39"/>
                  <a:pt x="111" y="37"/>
                </a:cubicBezTo>
                <a:cubicBezTo>
                  <a:pt x="111" y="34"/>
                  <a:pt x="111" y="33"/>
                  <a:pt x="113" y="31"/>
                </a:cubicBezTo>
                <a:cubicBezTo>
                  <a:pt x="114" y="30"/>
                  <a:pt x="116" y="29"/>
                  <a:pt x="118" y="29"/>
                </a:cubicBezTo>
                <a:cubicBezTo>
                  <a:pt x="120" y="29"/>
                  <a:pt x="122" y="30"/>
                  <a:pt x="124" y="31"/>
                </a:cubicBezTo>
                <a:close/>
                <a:moveTo>
                  <a:pt x="143" y="73"/>
                </a:moveTo>
                <a:cubicBezTo>
                  <a:pt x="145" y="74"/>
                  <a:pt x="145" y="76"/>
                  <a:pt x="145" y="79"/>
                </a:cubicBezTo>
                <a:cubicBezTo>
                  <a:pt x="145" y="81"/>
                  <a:pt x="145" y="84"/>
                  <a:pt x="143" y="85"/>
                </a:cubicBezTo>
                <a:cubicBezTo>
                  <a:pt x="141" y="87"/>
                  <a:pt x="139" y="88"/>
                  <a:pt x="136" y="88"/>
                </a:cubicBezTo>
                <a:cubicBezTo>
                  <a:pt x="134" y="88"/>
                  <a:pt x="132" y="87"/>
                  <a:pt x="130" y="85"/>
                </a:cubicBezTo>
                <a:cubicBezTo>
                  <a:pt x="128" y="84"/>
                  <a:pt x="127" y="81"/>
                  <a:pt x="127" y="79"/>
                </a:cubicBezTo>
                <a:cubicBezTo>
                  <a:pt x="127" y="76"/>
                  <a:pt x="128" y="74"/>
                  <a:pt x="130" y="73"/>
                </a:cubicBezTo>
                <a:cubicBezTo>
                  <a:pt x="132" y="71"/>
                  <a:pt x="134" y="70"/>
                  <a:pt x="136" y="70"/>
                </a:cubicBezTo>
                <a:cubicBezTo>
                  <a:pt x="139" y="70"/>
                  <a:pt x="141" y="71"/>
                  <a:pt x="143" y="7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45" name="Freeform 248"/>
          <p:cNvSpPr>
            <a:spLocks/>
          </p:cNvSpPr>
          <p:nvPr/>
        </p:nvSpPr>
        <p:spPr bwMode="auto">
          <a:xfrm>
            <a:off x="2961331" y="3968193"/>
            <a:ext cx="209627" cy="209627"/>
          </a:xfrm>
          <a:custGeom>
            <a:avLst/>
            <a:gdLst>
              <a:gd name="T0" fmla="*/ 136 w 146"/>
              <a:gd name="T1" fmla="*/ 36 h 146"/>
              <a:gd name="T2" fmla="*/ 146 w 146"/>
              <a:gd name="T3" fmla="*/ 73 h 146"/>
              <a:gd name="T4" fmla="*/ 136 w 146"/>
              <a:gd name="T5" fmla="*/ 109 h 146"/>
              <a:gd name="T6" fmla="*/ 109 w 146"/>
              <a:gd name="T7" fmla="*/ 136 h 146"/>
              <a:gd name="T8" fmla="*/ 73 w 146"/>
              <a:gd name="T9" fmla="*/ 146 h 146"/>
              <a:gd name="T10" fmla="*/ 37 w 146"/>
              <a:gd name="T11" fmla="*/ 136 h 146"/>
              <a:gd name="T12" fmla="*/ 10 w 146"/>
              <a:gd name="T13" fmla="*/ 109 h 146"/>
              <a:gd name="T14" fmla="*/ 0 w 146"/>
              <a:gd name="T15" fmla="*/ 73 h 146"/>
              <a:gd name="T16" fmla="*/ 10 w 146"/>
              <a:gd name="T17" fmla="*/ 36 h 146"/>
              <a:gd name="T18" fmla="*/ 37 w 146"/>
              <a:gd name="T19" fmla="*/ 10 h 146"/>
              <a:gd name="T20" fmla="*/ 73 w 146"/>
              <a:gd name="T21" fmla="*/ 0 h 146"/>
              <a:gd name="T22" fmla="*/ 109 w 146"/>
              <a:gd name="T23" fmla="*/ 10 h 146"/>
              <a:gd name="T24" fmla="*/ 136 w 146"/>
              <a:gd name="T25" fmla="*/ 36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46" h="146">
                <a:moveTo>
                  <a:pt x="136" y="36"/>
                </a:moveTo>
                <a:cubicBezTo>
                  <a:pt x="142" y="48"/>
                  <a:pt x="146" y="60"/>
                  <a:pt x="146" y="73"/>
                </a:cubicBezTo>
                <a:cubicBezTo>
                  <a:pt x="146" y="86"/>
                  <a:pt x="142" y="98"/>
                  <a:pt x="136" y="109"/>
                </a:cubicBezTo>
                <a:cubicBezTo>
                  <a:pt x="129" y="121"/>
                  <a:pt x="121" y="129"/>
                  <a:pt x="109" y="136"/>
                </a:cubicBezTo>
                <a:cubicBezTo>
                  <a:pt x="98" y="142"/>
                  <a:pt x="86" y="146"/>
                  <a:pt x="73" y="146"/>
                </a:cubicBezTo>
                <a:cubicBezTo>
                  <a:pt x="60" y="146"/>
                  <a:pt x="48" y="142"/>
                  <a:pt x="37" y="136"/>
                </a:cubicBezTo>
                <a:cubicBezTo>
                  <a:pt x="25" y="129"/>
                  <a:pt x="17" y="121"/>
                  <a:pt x="10" y="109"/>
                </a:cubicBezTo>
                <a:cubicBezTo>
                  <a:pt x="4" y="98"/>
                  <a:pt x="0" y="86"/>
                  <a:pt x="0" y="73"/>
                </a:cubicBezTo>
                <a:cubicBezTo>
                  <a:pt x="0" y="60"/>
                  <a:pt x="4" y="48"/>
                  <a:pt x="10" y="36"/>
                </a:cubicBezTo>
                <a:cubicBezTo>
                  <a:pt x="17" y="25"/>
                  <a:pt x="25" y="17"/>
                  <a:pt x="37" y="10"/>
                </a:cubicBezTo>
                <a:cubicBezTo>
                  <a:pt x="48" y="4"/>
                  <a:pt x="60" y="0"/>
                  <a:pt x="73" y="0"/>
                </a:cubicBezTo>
                <a:cubicBezTo>
                  <a:pt x="86" y="0"/>
                  <a:pt x="98" y="4"/>
                  <a:pt x="109" y="10"/>
                </a:cubicBezTo>
                <a:cubicBezTo>
                  <a:pt x="121" y="17"/>
                  <a:pt x="129" y="25"/>
                  <a:pt x="136" y="3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46" name="Freeform 249"/>
          <p:cNvSpPr>
            <a:spLocks/>
          </p:cNvSpPr>
          <p:nvPr/>
        </p:nvSpPr>
        <p:spPr bwMode="auto">
          <a:xfrm>
            <a:off x="3233629" y="3959549"/>
            <a:ext cx="242043" cy="218271"/>
          </a:xfrm>
          <a:custGeom>
            <a:avLst/>
            <a:gdLst>
              <a:gd name="T0" fmla="*/ 169 w 169"/>
              <a:gd name="T1" fmla="*/ 100 h 152"/>
              <a:gd name="T2" fmla="*/ 157 w 169"/>
              <a:gd name="T3" fmla="*/ 143 h 152"/>
              <a:gd name="T4" fmla="*/ 156 w 169"/>
              <a:gd name="T5" fmla="*/ 145 h 152"/>
              <a:gd name="T6" fmla="*/ 155 w 169"/>
              <a:gd name="T7" fmla="*/ 148 h 152"/>
              <a:gd name="T8" fmla="*/ 154 w 169"/>
              <a:gd name="T9" fmla="*/ 150 h 152"/>
              <a:gd name="T10" fmla="*/ 151 w 169"/>
              <a:gd name="T11" fmla="*/ 152 h 152"/>
              <a:gd name="T12" fmla="*/ 149 w 169"/>
              <a:gd name="T13" fmla="*/ 151 h 152"/>
              <a:gd name="T14" fmla="*/ 148 w 169"/>
              <a:gd name="T15" fmla="*/ 148 h 152"/>
              <a:gd name="T16" fmla="*/ 148 w 169"/>
              <a:gd name="T17" fmla="*/ 146 h 152"/>
              <a:gd name="T18" fmla="*/ 148 w 169"/>
              <a:gd name="T19" fmla="*/ 144 h 152"/>
              <a:gd name="T20" fmla="*/ 149 w 169"/>
              <a:gd name="T21" fmla="*/ 132 h 152"/>
              <a:gd name="T22" fmla="*/ 147 w 169"/>
              <a:gd name="T23" fmla="*/ 115 h 152"/>
              <a:gd name="T24" fmla="*/ 143 w 169"/>
              <a:gd name="T25" fmla="*/ 102 h 152"/>
              <a:gd name="T26" fmla="*/ 135 w 169"/>
              <a:gd name="T27" fmla="*/ 92 h 152"/>
              <a:gd name="T28" fmla="*/ 125 w 169"/>
              <a:gd name="T29" fmla="*/ 86 h 152"/>
              <a:gd name="T30" fmla="*/ 112 w 169"/>
              <a:gd name="T31" fmla="*/ 82 h 152"/>
              <a:gd name="T32" fmla="*/ 98 w 169"/>
              <a:gd name="T33" fmla="*/ 79 h 152"/>
              <a:gd name="T34" fmla="*/ 81 w 169"/>
              <a:gd name="T35" fmla="*/ 79 h 152"/>
              <a:gd name="T36" fmla="*/ 60 w 169"/>
              <a:gd name="T37" fmla="*/ 79 h 152"/>
              <a:gd name="T38" fmla="*/ 60 w 169"/>
              <a:gd name="T39" fmla="*/ 103 h 152"/>
              <a:gd name="T40" fmla="*/ 58 w 169"/>
              <a:gd name="T41" fmla="*/ 107 h 152"/>
              <a:gd name="T42" fmla="*/ 54 w 169"/>
              <a:gd name="T43" fmla="*/ 109 h 152"/>
              <a:gd name="T44" fmla="*/ 50 w 169"/>
              <a:gd name="T45" fmla="*/ 107 h 152"/>
              <a:gd name="T46" fmla="*/ 1 w 169"/>
              <a:gd name="T47" fmla="*/ 59 h 152"/>
              <a:gd name="T48" fmla="*/ 0 w 169"/>
              <a:gd name="T49" fmla="*/ 55 h 152"/>
              <a:gd name="T50" fmla="*/ 1 w 169"/>
              <a:gd name="T51" fmla="*/ 50 h 152"/>
              <a:gd name="T52" fmla="*/ 50 w 169"/>
              <a:gd name="T53" fmla="*/ 2 h 152"/>
              <a:gd name="T54" fmla="*/ 54 w 169"/>
              <a:gd name="T55" fmla="*/ 0 h 152"/>
              <a:gd name="T56" fmla="*/ 58 w 169"/>
              <a:gd name="T57" fmla="*/ 2 h 152"/>
              <a:gd name="T58" fmla="*/ 60 w 169"/>
              <a:gd name="T59" fmla="*/ 6 h 152"/>
              <a:gd name="T60" fmla="*/ 60 w 169"/>
              <a:gd name="T61" fmla="*/ 31 h 152"/>
              <a:gd name="T62" fmla="*/ 81 w 169"/>
              <a:gd name="T63" fmla="*/ 31 h 152"/>
              <a:gd name="T64" fmla="*/ 164 w 169"/>
              <a:gd name="T65" fmla="*/ 69 h 152"/>
              <a:gd name="T66" fmla="*/ 169 w 169"/>
              <a:gd name="T67" fmla="*/ 100 h 1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69" h="152">
                <a:moveTo>
                  <a:pt x="169" y="100"/>
                </a:moveTo>
                <a:cubicBezTo>
                  <a:pt x="169" y="111"/>
                  <a:pt x="165" y="125"/>
                  <a:pt x="157" y="143"/>
                </a:cubicBezTo>
                <a:cubicBezTo>
                  <a:pt x="157" y="143"/>
                  <a:pt x="157" y="144"/>
                  <a:pt x="156" y="145"/>
                </a:cubicBezTo>
                <a:cubicBezTo>
                  <a:pt x="156" y="146"/>
                  <a:pt x="155" y="147"/>
                  <a:pt x="155" y="148"/>
                </a:cubicBezTo>
                <a:cubicBezTo>
                  <a:pt x="154" y="149"/>
                  <a:pt x="154" y="149"/>
                  <a:pt x="154" y="150"/>
                </a:cubicBezTo>
                <a:cubicBezTo>
                  <a:pt x="153" y="151"/>
                  <a:pt x="152" y="152"/>
                  <a:pt x="151" y="152"/>
                </a:cubicBezTo>
                <a:cubicBezTo>
                  <a:pt x="150" y="152"/>
                  <a:pt x="149" y="151"/>
                  <a:pt x="149" y="151"/>
                </a:cubicBezTo>
                <a:cubicBezTo>
                  <a:pt x="148" y="150"/>
                  <a:pt x="148" y="149"/>
                  <a:pt x="148" y="148"/>
                </a:cubicBezTo>
                <a:cubicBezTo>
                  <a:pt x="148" y="148"/>
                  <a:pt x="148" y="147"/>
                  <a:pt x="148" y="146"/>
                </a:cubicBezTo>
                <a:cubicBezTo>
                  <a:pt x="148" y="145"/>
                  <a:pt x="148" y="144"/>
                  <a:pt x="148" y="144"/>
                </a:cubicBezTo>
                <a:cubicBezTo>
                  <a:pt x="149" y="139"/>
                  <a:pt x="149" y="135"/>
                  <a:pt x="149" y="132"/>
                </a:cubicBezTo>
                <a:cubicBezTo>
                  <a:pt x="149" y="126"/>
                  <a:pt x="148" y="120"/>
                  <a:pt x="147" y="115"/>
                </a:cubicBezTo>
                <a:cubicBezTo>
                  <a:pt x="146" y="110"/>
                  <a:pt x="145" y="105"/>
                  <a:pt x="143" y="102"/>
                </a:cubicBezTo>
                <a:cubicBezTo>
                  <a:pt x="141" y="98"/>
                  <a:pt x="138" y="95"/>
                  <a:pt x="135" y="92"/>
                </a:cubicBezTo>
                <a:cubicBezTo>
                  <a:pt x="132" y="89"/>
                  <a:pt x="129" y="87"/>
                  <a:pt x="125" y="86"/>
                </a:cubicBezTo>
                <a:cubicBezTo>
                  <a:pt x="121" y="84"/>
                  <a:pt x="117" y="83"/>
                  <a:pt x="112" y="82"/>
                </a:cubicBezTo>
                <a:cubicBezTo>
                  <a:pt x="108" y="81"/>
                  <a:pt x="103" y="80"/>
                  <a:pt x="98" y="79"/>
                </a:cubicBezTo>
                <a:cubicBezTo>
                  <a:pt x="93" y="79"/>
                  <a:pt x="87" y="79"/>
                  <a:pt x="81" y="79"/>
                </a:cubicBezTo>
                <a:cubicBezTo>
                  <a:pt x="60" y="79"/>
                  <a:pt x="60" y="79"/>
                  <a:pt x="60" y="79"/>
                </a:cubicBezTo>
                <a:cubicBezTo>
                  <a:pt x="60" y="103"/>
                  <a:pt x="60" y="103"/>
                  <a:pt x="60" y="103"/>
                </a:cubicBezTo>
                <a:cubicBezTo>
                  <a:pt x="60" y="105"/>
                  <a:pt x="60" y="106"/>
                  <a:pt x="58" y="107"/>
                </a:cubicBezTo>
                <a:cubicBezTo>
                  <a:pt x="57" y="109"/>
                  <a:pt x="56" y="109"/>
                  <a:pt x="54" y="109"/>
                </a:cubicBezTo>
                <a:cubicBezTo>
                  <a:pt x="52" y="109"/>
                  <a:pt x="51" y="109"/>
                  <a:pt x="50" y="107"/>
                </a:cubicBezTo>
                <a:cubicBezTo>
                  <a:pt x="1" y="59"/>
                  <a:pt x="1" y="59"/>
                  <a:pt x="1" y="59"/>
                </a:cubicBezTo>
                <a:cubicBezTo>
                  <a:pt x="0" y="58"/>
                  <a:pt x="0" y="56"/>
                  <a:pt x="0" y="55"/>
                </a:cubicBezTo>
                <a:cubicBezTo>
                  <a:pt x="0" y="53"/>
                  <a:pt x="0" y="52"/>
                  <a:pt x="1" y="50"/>
                </a:cubicBezTo>
                <a:cubicBezTo>
                  <a:pt x="50" y="2"/>
                  <a:pt x="50" y="2"/>
                  <a:pt x="50" y="2"/>
                </a:cubicBezTo>
                <a:cubicBezTo>
                  <a:pt x="51" y="1"/>
                  <a:pt x="52" y="0"/>
                  <a:pt x="54" y="0"/>
                </a:cubicBezTo>
                <a:cubicBezTo>
                  <a:pt x="56" y="0"/>
                  <a:pt x="57" y="1"/>
                  <a:pt x="58" y="2"/>
                </a:cubicBezTo>
                <a:cubicBezTo>
                  <a:pt x="60" y="3"/>
                  <a:pt x="60" y="5"/>
                  <a:pt x="60" y="6"/>
                </a:cubicBezTo>
                <a:cubicBezTo>
                  <a:pt x="60" y="31"/>
                  <a:pt x="60" y="31"/>
                  <a:pt x="60" y="31"/>
                </a:cubicBezTo>
                <a:cubicBezTo>
                  <a:pt x="81" y="31"/>
                  <a:pt x="81" y="31"/>
                  <a:pt x="81" y="31"/>
                </a:cubicBezTo>
                <a:cubicBezTo>
                  <a:pt x="126" y="31"/>
                  <a:pt x="154" y="43"/>
                  <a:pt x="164" y="69"/>
                </a:cubicBezTo>
                <a:cubicBezTo>
                  <a:pt x="167" y="77"/>
                  <a:pt x="169" y="88"/>
                  <a:pt x="169" y="10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47" name="Freeform 250"/>
          <p:cNvSpPr>
            <a:spLocks noEditPoints="1"/>
          </p:cNvSpPr>
          <p:nvPr/>
        </p:nvSpPr>
        <p:spPr bwMode="auto">
          <a:xfrm>
            <a:off x="3540504" y="3985481"/>
            <a:ext cx="224755" cy="192339"/>
          </a:xfrm>
          <a:custGeom>
            <a:avLst/>
            <a:gdLst>
              <a:gd name="T0" fmla="*/ 152 w 157"/>
              <a:gd name="T1" fmla="*/ 106 h 134"/>
              <a:gd name="T2" fmla="*/ 128 w 157"/>
              <a:gd name="T3" fmla="*/ 127 h 134"/>
              <a:gd name="T4" fmla="*/ 96 w 157"/>
              <a:gd name="T5" fmla="*/ 133 h 134"/>
              <a:gd name="T6" fmla="*/ 67 w 157"/>
              <a:gd name="T7" fmla="*/ 133 h 134"/>
              <a:gd name="T8" fmla="*/ 38 w 157"/>
              <a:gd name="T9" fmla="*/ 129 h 134"/>
              <a:gd name="T10" fmla="*/ 14 w 157"/>
              <a:gd name="T11" fmla="*/ 117 h 134"/>
              <a:gd name="T12" fmla="*/ 0 w 157"/>
              <a:gd name="T13" fmla="*/ 75 h 134"/>
              <a:gd name="T14" fmla="*/ 10 w 157"/>
              <a:gd name="T15" fmla="*/ 21 h 134"/>
              <a:gd name="T16" fmla="*/ 33 w 157"/>
              <a:gd name="T17" fmla="*/ 4 h 134"/>
              <a:gd name="T18" fmla="*/ 80 w 157"/>
              <a:gd name="T19" fmla="*/ 13 h 134"/>
              <a:gd name="T20" fmla="*/ 124 w 157"/>
              <a:gd name="T21" fmla="*/ 4 h 134"/>
              <a:gd name="T22" fmla="*/ 147 w 157"/>
              <a:gd name="T23" fmla="*/ 21 h 134"/>
              <a:gd name="T24" fmla="*/ 157 w 157"/>
              <a:gd name="T25" fmla="*/ 75 h 134"/>
              <a:gd name="T26" fmla="*/ 130 w 157"/>
              <a:gd name="T27" fmla="*/ 72 h 134"/>
              <a:gd name="T28" fmla="*/ 94 w 157"/>
              <a:gd name="T29" fmla="*/ 66 h 134"/>
              <a:gd name="T30" fmla="*/ 64 w 157"/>
              <a:gd name="T31" fmla="*/ 66 h 134"/>
              <a:gd name="T32" fmla="*/ 28 w 157"/>
              <a:gd name="T33" fmla="*/ 72 h 134"/>
              <a:gd name="T34" fmla="*/ 24 w 157"/>
              <a:gd name="T35" fmla="*/ 106 h 134"/>
              <a:gd name="T36" fmla="*/ 43 w 157"/>
              <a:gd name="T37" fmla="*/ 121 h 134"/>
              <a:gd name="T38" fmla="*/ 71 w 157"/>
              <a:gd name="T39" fmla="*/ 125 h 134"/>
              <a:gd name="T40" fmla="*/ 101 w 157"/>
              <a:gd name="T41" fmla="*/ 124 h 134"/>
              <a:gd name="T42" fmla="*/ 125 w 157"/>
              <a:gd name="T43" fmla="*/ 115 h 134"/>
              <a:gd name="T44" fmla="*/ 136 w 157"/>
              <a:gd name="T45" fmla="*/ 91 h 134"/>
              <a:gd name="T46" fmla="*/ 61 w 157"/>
              <a:gd name="T47" fmla="*/ 91 h 134"/>
              <a:gd name="T48" fmla="*/ 55 w 157"/>
              <a:gd name="T49" fmla="*/ 106 h 134"/>
              <a:gd name="T50" fmla="*/ 42 w 157"/>
              <a:gd name="T51" fmla="*/ 106 h 134"/>
              <a:gd name="T52" fmla="*/ 36 w 157"/>
              <a:gd name="T53" fmla="*/ 91 h 134"/>
              <a:gd name="T54" fmla="*/ 42 w 157"/>
              <a:gd name="T55" fmla="*/ 76 h 134"/>
              <a:gd name="T56" fmla="*/ 55 w 157"/>
              <a:gd name="T57" fmla="*/ 76 h 134"/>
              <a:gd name="T58" fmla="*/ 120 w 157"/>
              <a:gd name="T59" fmla="*/ 83 h 134"/>
              <a:gd name="T60" fmla="*/ 120 w 157"/>
              <a:gd name="T61" fmla="*/ 99 h 134"/>
              <a:gd name="T62" fmla="*/ 109 w 157"/>
              <a:gd name="T63" fmla="*/ 109 h 134"/>
              <a:gd name="T64" fmla="*/ 98 w 157"/>
              <a:gd name="T65" fmla="*/ 99 h 134"/>
              <a:gd name="T66" fmla="*/ 98 w 157"/>
              <a:gd name="T67" fmla="*/ 83 h 134"/>
              <a:gd name="T68" fmla="*/ 109 w 157"/>
              <a:gd name="T69" fmla="*/ 73 h 134"/>
              <a:gd name="T70" fmla="*/ 120 w 157"/>
              <a:gd name="T71" fmla="*/ 83 h 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57" h="134">
                <a:moveTo>
                  <a:pt x="157" y="75"/>
                </a:moveTo>
                <a:cubicBezTo>
                  <a:pt x="157" y="88"/>
                  <a:pt x="155" y="98"/>
                  <a:pt x="152" y="106"/>
                </a:cubicBezTo>
                <a:cubicBezTo>
                  <a:pt x="149" y="111"/>
                  <a:pt x="146" y="115"/>
                  <a:pt x="142" y="118"/>
                </a:cubicBezTo>
                <a:cubicBezTo>
                  <a:pt x="137" y="122"/>
                  <a:pt x="133" y="125"/>
                  <a:pt x="128" y="127"/>
                </a:cubicBezTo>
                <a:cubicBezTo>
                  <a:pt x="124" y="128"/>
                  <a:pt x="118" y="130"/>
                  <a:pt x="112" y="131"/>
                </a:cubicBezTo>
                <a:cubicBezTo>
                  <a:pt x="106" y="132"/>
                  <a:pt x="101" y="133"/>
                  <a:pt x="96" y="133"/>
                </a:cubicBezTo>
                <a:cubicBezTo>
                  <a:pt x="91" y="133"/>
                  <a:pt x="86" y="134"/>
                  <a:pt x="80" y="134"/>
                </a:cubicBezTo>
                <a:cubicBezTo>
                  <a:pt x="75" y="134"/>
                  <a:pt x="71" y="133"/>
                  <a:pt x="67" y="133"/>
                </a:cubicBezTo>
                <a:cubicBezTo>
                  <a:pt x="63" y="133"/>
                  <a:pt x="58" y="133"/>
                  <a:pt x="53" y="132"/>
                </a:cubicBezTo>
                <a:cubicBezTo>
                  <a:pt x="48" y="131"/>
                  <a:pt x="43" y="131"/>
                  <a:pt x="38" y="129"/>
                </a:cubicBezTo>
                <a:cubicBezTo>
                  <a:pt x="34" y="128"/>
                  <a:pt x="30" y="126"/>
                  <a:pt x="25" y="124"/>
                </a:cubicBezTo>
                <a:cubicBezTo>
                  <a:pt x="21" y="122"/>
                  <a:pt x="17" y="120"/>
                  <a:pt x="14" y="117"/>
                </a:cubicBezTo>
                <a:cubicBezTo>
                  <a:pt x="11" y="114"/>
                  <a:pt x="8" y="110"/>
                  <a:pt x="6" y="106"/>
                </a:cubicBezTo>
                <a:cubicBezTo>
                  <a:pt x="2" y="98"/>
                  <a:pt x="0" y="88"/>
                  <a:pt x="0" y="75"/>
                </a:cubicBezTo>
                <a:cubicBezTo>
                  <a:pt x="0" y="60"/>
                  <a:pt x="4" y="47"/>
                  <a:pt x="13" y="37"/>
                </a:cubicBezTo>
                <a:cubicBezTo>
                  <a:pt x="11" y="32"/>
                  <a:pt x="10" y="27"/>
                  <a:pt x="10" y="21"/>
                </a:cubicBezTo>
                <a:cubicBezTo>
                  <a:pt x="10" y="14"/>
                  <a:pt x="12" y="7"/>
                  <a:pt x="15" y="0"/>
                </a:cubicBezTo>
                <a:cubicBezTo>
                  <a:pt x="22" y="0"/>
                  <a:pt x="28" y="2"/>
                  <a:pt x="33" y="4"/>
                </a:cubicBezTo>
                <a:cubicBezTo>
                  <a:pt x="38" y="7"/>
                  <a:pt x="44" y="11"/>
                  <a:pt x="51" y="16"/>
                </a:cubicBezTo>
                <a:cubicBezTo>
                  <a:pt x="60" y="14"/>
                  <a:pt x="70" y="13"/>
                  <a:pt x="80" y="13"/>
                </a:cubicBezTo>
                <a:cubicBezTo>
                  <a:pt x="90" y="13"/>
                  <a:pt x="98" y="14"/>
                  <a:pt x="107" y="16"/>
                </a:cubicBezTo>
                <a:cubicBezTo>
                  <a:pt x="113" y="10"/>
                  <a:pt x="119" y="7"/>
                  <a:pt x="124" y="4"/>
                </a:cubicBezTo>
                <a:cubicBezTo>
                  <a:pt x="130" y="2"/>
                  <a:pt x="135" y="0"/>
                  <a:pt x="142" y="0"/>
                </a:cubicBezTo>
                <a:cubicBezTo>
                  <a:pt x="145" y="7"/>
                  <a:pt x="147" y="14"/>
                  <a:pt x="147" y="21"/>
                </a:cubicBezTo>
                <a:cubicBezTo>
                  <a:pt x="147" y="27"/>
                  <a:pt x="146" y="32"/>
                  <a:pt x="144" y="37"/>
                </a:cubicBezTo>
                <a:cubicBezTo>
                  <a:pt x="153" y="47"/>
                  <a:pt x="157" y="60"/>
                  <a:pt x="157" y="75"/>
                </a:cubicBezTo>
                <a:close/>
                <a:moveTo>
                  <a:pt x="136" y="91"/>
                </a:moveTo>
                <a:cubicBezTo>
                  <a:pt x="136" y="84"/>
                  <a:pt x="134" y="77"/>
                  <a:pt x="130" y="72"/>
                </a:cubicBezTo>
                <a:cubicBezTo>
                  <a:pt x="125" y="67"/>
                  <a:pt x="119" y="64"/>
                  <a:pt x="112" y="64"/>
                </a:cubicBezTo>
                <a:cubicBezTo>
                  <a:pt x="109" y="64"/>
                  <a:pt x="103" y="65"/>
                  <a:pt x="94" y="66"/>
                </a:cubicBezTo>
                <a:cubicBezTo>
                  <a:pt x="89" y="67"/>
                  <a:pt x="84" y="67"/>
                  <a:pt x="79" y="67"/>
                </a:cubicBezTo>
                <a:cubicBezTo>
                  <a:pt x="73" y="67"/>
                  <a:pt x="68" y="67"/>
                  <a:pt x="64" y="66"/>
                </a:cubicBezTo>
                <a:cubicBezTo>
                  <a:pt x="54" y="65"/>
                  <a:pt x="48" y="64"/>
                  <a:pt x="45" y="64"/>
                </a:cubicBezTo>
                <a:cubicBezTo>
                  <a:pt x="38" y="64"/>
                  <a:pt x="32" y="67"/>
                  <a:pt x="28" y="72"/>
                </a:cubicBezTo>
                <a:cubicBezTo>
                  <a:pt x="23" y="77"/>
                  <a:pt x="21" y="84"/>
                  <a:pt x="21" y="91"/>
                </a:cubicBezTo>
                <a:cubicBezTo>
                  <a:pt x="21" y="97"/>
                  <a:pt x="22" y="102"/>
                  <a:pt x="24" y="106"/>
                </a:cubicBezTo>
                <a:cubicBezTo>
                  <a:pt x="26" y="110"/>
                  <a:pt x="29" y="113"/>
                  <a:pt x="32" y="115"/>
                </a:cubicBezTo>
                <a:cubicBezTo>
                  <a:pt x="35" y="118"/>
                  <a:pt x="39" y="120"/>
                  <a:pt x="43" y="121"/>
                </a:cubicBezTo>
                <a:cubicBezTo>
                  <a:pt x="48" y="123"/>
                  <a:pt x="52" y="123"/>
                  <a:pt x="57" y="124"/>
                </a:cubicBezTo>
                <a:cubicBezTo>
                  <a:pt x="61" y="124"/>
                  <a:pt x="66" y="125"/>
                  <a:pt x="71" y="125"/>
                </a:cubicBezTo>
                <a:cubicBezTo>
                  <a:pt x="87" y="125"/>
                  <a:pt x="87" y="125"/>
                  <a:pt x="87" y="125"/>
                </a:cubicBezTo>
                <a:cubicBezTo>
                  <a:pt x="92" y="125"/>
                  <a:pt x="96" y="124"/>
                  <a:pt x="101" y="124"/>
                </a:cubicBezTo>
                <a:cubicBezTo>
                  <a:pt x="105" y="123"/>
                  <a:pt x="109" y="123"/>
                  <a:pt x="114" y="121"/>
                </a:cubicBezTo>
                <a:cubicBezTo>
                  <a:pt x="119" y="120"/>
                  <a:pt x="122" y="118"/>
                  <a:pt x="125" y="115"/>
                </a:cubicBezTo>
                <a:cubicBezTo>
                  <a:pt x="129" y="113"/>
                  <a:pt x="131" y="110"/>
                  <a:pt x="133" y="106"/>
                </a:cubicBezTo>
                <a:cubicBezTo>
                  <a:pt x="135" y="102"/>
                  <a:pt x="136" y="97"/>
                  <a:pt x="136" y="91"/>
                </a:cubicBezTo>
                <a:close/>
                <a:moveTo>
                  <a:pt x="59" y="83"/>
                </a:moveTo>
                <a:cubicBezTo>
                  <a:pt x="60" y="86"/>
                  <a:pt x="61" y="89"/>
                  <a:pt x="61" y="91"/>
                </a:cubicBezTo>
                <a:cubicBezTo>
                  <a:pt x="61" y="94"/>
                  <a:pt x="60" y="96"/>
                  <a:pt x="59" y="99"/>
                </a:cubicBezTo>
                <a:cubicBezTo>
                  <a:pt x="59" y="102"/>
                  <a:pt x="57" y="104"/>
                  <a:pt x="55" y="106"/>
                </a:cubicBezTo>
                <a:cubicBezTo>
                  <a:pt x="53" y="108"/>
                  <a:pt x="51" y="109"/>
                  <a:pt x="48" y="109"/>
                </a:cubicBezTo>
                <a:cubicBezTo>
                  <a:pt x="46" y="109"/>
                  <a:pt x="44" y="108"/>
                  <a:pt x="42" y="106"/>
                </a:cubicBezTo>
                <a:cubicBezTo>
                  <a:pt x="40" y="104"/>
                  <a:pt x="38" y="102"/>
                  <a:pt x="38" y="99"/>
                </a:cubicBezTo>
                <a:cubicBezTo>
                  <a:pt x="37" y="96"/>
                  <a:pt x="36" y="94"/>
                  <a:pt x="36" y="91"/>
                </a:cubicBezTo>
                <a:cubicBezTo>
                  <a:pt x="36" y="89"/>
                  <a:pt x="37" y="86"/>
                  <a:pt x="38" y="83"/>
                </a:cubicBezTo>
                <a:cubicBezTo>
                  <a:pt x="38" y="81"/>
                  <a:pt x="40" y="78"/>
                  <a:pt x="42" y="76"/>
                </a:cubicBezTo>
                <a:cubicBezTo>
                  <a:pt x="44" y="74"/>
                  <a:pt x="46" y="73"/>
                  <a:pt x="48" y="73"/>
                </a:cubicBezTo>
                <a:cubicBezTo>
                  <a:pt x="51" y="73"/>
                  <a:pt x="53" y="74"/>
                  <a:pt x="55" y="76"/>
                </a:cubicBezTo>
                <a:cubicBezTo>
                  <a:pt x="57" y="78"/>
                  <a:pt x="59" y="81"/>
                  <a:pt x="59" y="83"/>
                </a:cubicBezTo>
                <a:close/>
                <a:moveTo>
                  <a:pt x="120" y="83"/>
                </a:moveTo>
                <a:cubicBezTo>
                  <a:pt x="121" y="86"/>
                  <a:pt x="121" y="89"/>
                  <a:pt x="121" y="91"/>
                </a:cubicBezTo>
                <a:cubicBezTo>
                  <a:pt x="121" y="94"/>
                  <a:pt x="121" y="96"/>
                  <a:pt x="120" y="99"/>
                </a:cubicBezTo>
                <a:cubicBezTo>
                  <a:pt x="119" y="102"/>
                  <a:pt x="118" y="104"/>
                  <a:pt x="116" y="106"/>
                </a:cubicBezTo>
                <a:cubicBezTo>
                  <a:pt x="114" y="108"/>
                  <a:pt x="112" y="109"/>
                  <a:pt x="109" y="109"/>
                </a:cubicBezTo>
                <a:cubicBezTo>
                  <a:pt x="106" y="109"/>
                  <a:pt x="104" y="108"/>
                  <a:pt x="102" y="106"/>
                </a:cubicBezTo>
                <a:cubicBezTo>
                  <a:pt x="100" y="104"/>
                  <a:pt x="99" y="102"/>
                  <a:pt x="98" y="99"/>
                </a:cubicBezTo>
                <a:cubicBezTo>
                  <a:pt x="97" y="96"/>
                  <a:pt x="97" y="94"/>
                  <a:pt x="97" y="91"/>
                </a:cubicBezTo>
                <a:cubicBezTo>
                  <a:pt x="97" y="89"/>
                  <a:pt x="97" y="86"/>
                  <a:pt x="98" y="83"/>
                </a:cubicBezTo>
                <a:cubicBezTo>
                  <a:pt x="99" y="81"/>
                  <a:pt x="100" y="78"/>
                  <a:pt x="102" y="76"/>
                </a:cubicBezTo>
                <a:cubicBezTo>
                  <a:pt x="104" y="74"/>
                  <a:pt x="106" y="73"/>
                  <a:pt x="109" y="73"/>
                </a:cubicBezTo>
                <a:cubicBezTo>
                  <a:pt x="112" y="73"/>
                  <a:pt x="114" y="74"/>
                  <a:pt x="116" y="76"/>
                </a:cubicBezTo>
                <a:cubicBezTo>
                  <a:pt x="118" y="78"/>
                  <a:pt x="119" y="81"/>
                  <a:pt x="120" y="8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48" name="Freeform 251"/>
          <p:cNvSpPr>
            <a:spLocks noEditPoints="1"/>
          </p:cNvSpPr>
          <p:nvPr/>
        </p:nvSpPr>
        <p:spPr bwMode="auto">
          <a:xfrm>
            <a:off x="3830091" y="3968193"/>
            <a:ext cx="226916" cy="190176"/>
          </a:xfrm>
          <a:custGeom>
            <a:avLst/>
            <a:gdLst>
              <a:gd name="T0" fmla="*/ 158 w 158"/>
              <a:gd name="T1" fmla="*/ 46 h 133"/>
              <a:gd name="T2" fmla="*/ 158 w 158"/>
              <a:gd name="T3" fmla="*/ 112 h 133"/>
              <a:gd name="T4" fmla="*/ 151 w 158"/>
              <a:gd name="T5" fmla="*/ 127 h 133"/>
              <a:gd name="T6" fmla="*/ 136 w 158"/>
              <a:gd name="T7" fmla="*/ 133 h 133"/>
              <a:gd name="T8" fmla="*/ 22 w 158"/>
              <a:gd name="T9" fmla="*/ 133 h 133"/>
              <a:gd name="T10" fmla="*/ 7 w 158"/>
              <a:gd name="T11" fmla="*/ 127 h 133"/>
              <a:gd name="T12" fmla="*/ 0 w 158"/>
              <a:gd name="T13" fmla="*/ 112 h 133"/>
              <a:gd name="T14" fmla="*/ 0 w 158"/>
              <a:gd name="T15" fmla="*/ 21 h 133"/>
              <a:gd name="T16" fmla="*/ 7 w 158"/>
              <a:gd name="T17" fmla="*/ 7 h 133"/>
              <a:gd name="T18" fmla="*/ 22 w 158"/>
              <a:gd name="T19" fmla="*/ 0 h 133"/>
              <a:gd name="T20" fmla="*/ 52 w 158"/>
              <a:gd name="T21" fmla="*/ 0 h 133"/>
              <a:gd name="T22" fmla="*/ 67 w 158"/>
              <a:gd name="T23" fmla="*/ 7 h 133"/>
              <a:gd name="T24" fmla="*/ 73 w 158"/>
              <a:gd name="T25" fmla="*/ 21 h 133"/>
              <a:gd name="T26" fmla="*/ 73 w 158"/>
              <a:gd name="T27" fmla="*/ 25 h 133"/>
              <a:gd name="T28" fmla="*/ 136 w 158"/>
              <a:gd name="T29" fmla="*/ 25 h 133"/>
              <a:gd name="T30" fmla="*/ 151 w 158"/>
              <a:gd name="T31" fmla="*/ 31 h 133"/>
              <a:gd name="T32" fmla="*/ 158 w 158"/>
              <a:gd name="T33" fmla="*/ 46 h 133"/>
              <a:gd name="T34" fmla="*/ 146 w 158"/>
              <a:gd name="T35" fmla="*/ 112 h 133"/>
              <a:gd name="T36" fmla="*/ 146 w 158"/>
              <a:gd name="T37" fmla="*/ 46 h 133"/>
              <a:gd name="T38" fmla="*/ 143 w 158"/>
              <a:gd name="T39" fmla="*/ 39 h 133"/>
              <a:gd name="T40" fmla="*/ 136 w 158"/>
              <a:gd name="T41" fmla="*/ 37 h 133"/>
              <a:gd name="T42" fmla="*/ 70 w 158"/>
              <a:gd name="T43" fmla="*/ 37 h 133"/>
              <a:gd name="T44" fmla="*/ 63 w 158"/>
              <a:gd name="T45" fmla="*/ 34 h 133"/>
              <a:gd name="T46" fmla="*/ 61 w 158"/>
              <a:gd name="T47" fmla="*/ 28 h 133"/>
              <a:gd name="T48" fmla="*/ 61 w 158"/>
              <a:gd name="T49" fmla="*/ 21 h 133"/>
              <a:gd name="T50" fmla="*/ 58 w 158"/>
              <a:gd name="T51" fmla="*/ 15 h 133"/>
              <a:gd name="T52" fmla="*/ 52 w 158"/>
              <a:gd name="T53" fmla="*/ 12 h 133"/>
              <a:gd name="T54" fmla="*/ 22 w 158"/>
              <a:gd name="T55" fmla="*/ 12 h 133"/>
              <a:gd name="T56" fmla="*/ 15 w 158"/>
              <a:gd name="T57" fmla="*/ 15 h 133"/>
              <a:gd name="T58" fmla="*/ 12 w 158"/>
              <a:gd name="T59" fmla="*/ 21 h 133"/>
              <a:gd name="T60" fmla="*/ 12 w 158"/>
              <a:gd name="T61" fmla="*/ 112 h 133"/>
              <a:gd name="T62" fmla="*/ 15 w 158"/>
              <a:gd name="T63" fmla="*/ 119 h 133"/>
              <a:gd name="T64" fmla="*/ 22 w 158"/>
              <a:gd name="T65" fmla="*/ 121 h 133"/>
              <a:gd name="T66" fmla="*/ 136 w 158"/>
              <a:gd name="T67" fmla="*/ 121 h 133"/>
              <a:gd name="T68" fmla="*/ 143 w 158"/>
              <a:gd name="T69" fmla="*/ 119 h 133"/>
              <a:gd name="T70" fmla="*/ 146 w 158"/>
              <a:gd name="T71" fmla="*/ 112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58" h="133">
                <a:moveTo>
                  <a:pt x="158" y="46"/>
                </a:moveTo>
                <a:cubicBezTo>
                  <a:pt x="158" y="112"/>
                  <a:pt x="158" y="112"/>
                  <a:pt x="158" y="112"/>
                </a:cubicBezTo>
                <a:cubicBezTo>
                  <a:pt x="158" y="118"/>
                  <a:pt x="156" y="123"/>
                  <a:pt x="151" y="127"/>
                </a:cubicBezTo>
                <a:cubicBezTo>
                  <a:pt x="147" y="131"/>
                  <a:pt x="142" y="133"/>
                  <a:pt x="136" y="133"/>
                </a:cubicBezTo>
                <a:cubicBezTo>
                  <a:pt x="22" y="133"/>
                  <a:pt x="22" y="133"/>
                  <a:pt x="22" y="133"/>
                </a:cubicBezTo>
                <a:cubicBezTo>
                  <a:pt x="16" y="133"/>
                  <a:pt x="11" y="131"/>
                  <a:pt x="7" y="127"/>
                </a:cubicBezTo>
                <a:cubicBezTo>
                  <a:pt x="2" y="123"/>
                  <a:pt x="0" y="118"/>
                  <a:pt x="0" y="112"/>
                </a:cubicBezTo>
                <a:cubicBezTo>
                  <a:pt x="0" y="21"/>
                  <a:pt x="0" y="21"/>
                  <a:pt x="0" y="21"/>
                </a:cubicBezTo>
                <a:cubicBezTo>
                  <a:pt x="0" y="16"/>
                  <a:pt x="2" y="11"/>
                  <a:pt x="7" y="7"/>
                </a:cubicBezTo>
                <a:cubicBezTo>
                  <a:pt x="11" y="2"/>
                  <a:pt x="16" y="0"/>
                  <a:pt x="22" y="0"/>
                </a:cubicBezTo>
                <a:cubicBezTo>
                  <a:pt x="52" y="0"/>
                  <a:pt x="52" y="0"/>
                  <a:pt x="52" y="0"/>
                </a:cubicBezTo>
                <a:cubicBezTo>
                  <a:pt x="58" y="0"/>
                  <a:pt x="63" y="2"/>
                  <a:pt x="67" y="7"/>
                </a:cubicBezTo>
                <a:cubicBezTo>
                  <a:pt x="71" y="11"/>
                  <a:pt x="73" y="16"/>
                  <a:pt x="73" y="21"/>
                </a:cubicBezTo>
                <a:cubicBezTo>
                  <a:pt x="73" y="25"/>
                  <a:pt x="73" y="25"/>
                  <a:pt x="73" y="25"/>
                </a:cubicBezTo>
                <a:cubicBezTo>
                  <a:pt x="136" y="25"/>
                  <a:pt x="136" y="25"/>
                  <a:pt x="136" y="25"/>
                </a:cubicBezTo>
                <a:cubicBezTo>
                  <a:pt x="142" y="25"/>
                  <a:pt x="147" y="27"/>
                  <a:pt x="151" y="31"/>
                </a:cubicBezTo>
                <a:cubicBezTo>
                  <a:pt x="156" y="35"/>
                  <a:pt x="158" y="40"/>
                  <a:pt x="158" y="46"/>
                </a:cubicBezTo>
                <a:close/>
                <a:moveTo>
                  <a:pt x="146" y="112"/>
                </a:moveTo>
                <a:cubicBezTo>
                  <a:pt x="146" y="46"/>
                  <a:pt x="146" y="46"/>
                  <a:pt x="146" y="46"/>
                </a:cubicBezTo>
                <a:cubicBezTo>
                  <a:pt x="146" y="43"/>
                  <a:pt x="145" y="41"/>
                  <a:pt x="143" y="39"/>
                </a:cubicBezTo>
                <a:cubicBezTo>
                  <a:pt x="141" y="38"/>
                  <a:pt x="139" y="37"/>
                  <a:pt x="136" y="37"/>
                </a:cubicBezTo>
                <a:cubicBezTo>
                  <a:pt x="70" y="37"/>
                  <a:pt x="70" y="37"/>
                  <a:pt x="70" y="37"/>
                </a:cubicBezTo>
                <a:cubicBezTo>
                  <a:pt x="67" y="37"/>
                  <a:pt x="65" y="36"/>
                  <a:pt x="63" y="34"/>
                </a:cubicBezTo>
                <a:cubicBezTo>
                  <a:pt x="62" y="32"/>
                  <a:pt x="61" y="30"/>
                  <a:pt x="61" y="28"/>
                </a:cubicBezTo>
                <a:cubicBezTo>
                  <a:pt x="61" y="21"/>
                  <a:pt x="61" y="21"/>
                  <a:pt x="61" y="21"/>
                </a:cubicBezTo>
                <a:cubicBezTo>
                  <a:pt x="61" y="19"/>
                  <a:pt x="60" y="17"/>
                  <a:pt x="58" y="15"/>
                </a:cubicBezTo>
                <a:cubicBezTo>
                  <a:pt x="56" y="13"/>
                  <a:pt x="54" y="12"/>
                  <a:pt x="52" y="12"/>
                </a:cubicBezTo>
                <a:cubicBezTo>
                  <a:pt x="22" y="12"/>
                  <a:pt x="22" y="12"/>
                  <a:pt x="22" y="12"/>
                </a:cubicBezTo>
                <a:cubicBezTo>
                  <a:pt x="19" y="12"/>
                  <a:pt x="17" y="13"/>
                  <a:pt x="15" y="15"/>
                </a:cubicBezTo>
                <a:cubicBezTo>
                  <a:pt x="13" y="17"/>
                  <a:pt x="12" y="19"/>
                  <a:pt x="12" y="21"/>
                </a:cubicBezTo>
                <a:cubicBezTo>
                  <a:pt x="12" y="112"/>
                  <a:pt x="12" y="112"/>
                  <a:pt x="12" y="112"/>
                </a:cubicBezTo>
                <a:cubicBezTo>
                  <a:pt x="12" y="115"/>
                  <a:pt x="13" y="117"/>
                  <a:pt x="15" y="119"/>
                </a:cubicBezTo>
                <a:cubicBezTo>
                  <a:pt x="17" y="120"/>
                  <a:pt x="19" y="121"/>
                  <a:pt x="22" y="121"/>
                </a:cubicBezTo>
                <a:cubicBezTo>
                  <a:pt x="136" y="121"/>
                  <a:pt x="136" y="121"/>
                  <a:pt x="136" y="121"/>
                </a:cubicBezTo>
                <a:cubicBezTo>
                  <a:pt x="139" y="121"/>
                  <a:pt x="141" y="120"/>
                  <a:pt x="143" y="119"/>
                </a:cubicBezTo>
                <a:cubicBezTo>
                  <a:pt x="145" y="117"/>
                  <a:pt x="146" y="115"/>
                  <a:pt x="146" y="11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49" name="Freeform 252"/>
          <p:cNvSpPr>
            <a:spLocks noEditPoints="1"/>
          </p:cNvSpPr>
          <p:nvPr/>
        </p:nvSpPr>
        <p:spPr bwMode="auto">
          <a:xfrm>
            <a:off x="4121839" y="3968193"/>
            <a:ext cx="257171" cy="190176"/>
          </a:xfrm>
          <a:custGeom>
            <a:avLst/>
            <a:gdLst>
              <a:gd name="T0" fmla="*/ 180 w 180"/>
              <a:gd name="T1" fmla="*/ 76 h 133"/>
              <a:gd name="T2" fmla="*/ 176 w 180"/>
              <a:gd name="T3" fmla="*/ 88 h 133"/>
              <a:gd name="T4" fmla="*/ 148 w 180"/>
              <a:gd name="T5" fmla="*/ 122 h 133"/>
              <a:gd name="T6" fmla="*/ 137 w 180"/>
              <a:gd name="T7" fmla="*/ 130 h 133"/>
              <a:gd name="T8" fmla="*/ 124 w 180"/>
              <a:gd name="T9" fmla="*/ 133 h 133"/>
              <a:gd name="T10" fmla="*/ 21 w 180"/>
              <a:gd name="T11" fmla="*/ 133 h 133"/>
              <a:gd name="T12" fmla="*/ 6 w 180"/>
              <a:gd name="T13" fmla="*/ 127 h 133"/>
              <a:gd name="T14" fmla="*/ 0 w 180"/>
              <a:gd name="T15" fmla="*/ 112 h 133"/>
              <a:gd name="T16" fmla="*/ 0 w 180"/>
              <a:gd name="T17" fmla="*/ 21 h 133"/>
              <a:gd name="T18" fmla="*/ 6 w 180"/>
              <a:gd name="T19" fmla="*/ 7 h 133"/>
              <a:gd name="T20" fmla="*/ 21 w 180"/>
              <a:gd name="T21" fmla="*/ 0 h 133"/>
              <a:gd name="T22" fmla="*/ 51 w 180"/>
              <a:gd name="T23" fmla="*/ 0 h 133"/>
              <a:gd name="T24" fmla="*/ 66 w 180"/>
              <a:gd name="T25" fmla="*/ 7 h 133"/>
              <a:gd name="T26" fmla="*/ 72 w 180"/>
              <a:gd name="T27" fmla="*/ 21 h 133"/>
              <a:gd name="T28" fmla="*/ 72 w 180"/>
              <a:gd name="T29" fmla="*/ 25 h 133"/>
              <a:gd name="T30" fmla="*/ 124 w 180"/>
              <a:gd name="T31" fmla="*/ 25 h 133"/>
              <a:gd name="T32" fmla="*/ 139 w 180"/>
              <a:gd name="T33" fmla="*/ 31 h 133"/>
              <a:gd name="T34" fmla="*/ 145 w 180"/>
              <a:gd name="T35" fmla="*/ 46 h 133"/>
              <a:gd name="T36" fmla="*/ 145 w 180"/>
              <a:gd name="T37" fmla="*/ 61 h 133"/>
              <a:gd name="T38" fmla="*/ 163 w 180"/>
              <a:gd name="T39" fmla="*/ 61 h 133"/>
              <a:gd name="T40" fmla="*/ 172 w 180"/>
              <a:gd name="T41" fmla="*/ 63 h 133"/>
              <a:gd name="T42" fmla="*/ 179 w 180"/>
              <a:gd name="T43" fmla="*/ 70 h 133"/>
              <a:gd name="T44" fmla="*/ 180 w 180"/>
              <a:gd name="T45" fmla="*/ 76 h 133"/>
              <a:gd name="T46" fmla="*/ 60 w 180"/>
              <a:gd name="T47" fmla="*/ 61 h 133"/>
              <a:gd name="T48" fmla="*/ 133 w 180"/>
              <a:gd name="T49" fmla="*/ 61 h 133"/>
              <a:gd name="T50" fmla="*/ 133 w 180"/>
              <a:gd name="T51" fmla="*/ 46 h 133"/>
              <a:gd name="T52" fmla="*/ 130 w 180"/>
              <a:gd name="T53" fmla="*/ 39 h 133"/>
              <a:gd name="T54" fmla="*/ 124 w 180"/>
              <a:gd name="T55" fmla="*/ 37 h 133"/>
              <a:gd name="T56" fmla="*/ 69 w 180"/>
              <a:gd name="T57" fmla="*/ 37 h 133"/>
              <a:gd name="T58" fmla="*/ 63 w 180"/>
              <a:gd name="T59" fmla="*/ 34 h 133"/>
              <a:gd name="T60" fmla="*/ 60 w 180"/>
              <a:gd name="T61" fmla="*/ 28 h 133"/>
              <a:gd name="T62" fmla="*/ 60 w 180"/>
              <a:gd name="T63" fmla="*/ 21 h 133"/>
              <a:gd name="T64" fmla="*/ 57 w 180"/>
              <a:gd name="T65" fmla="*/ 15 h 133"/>
              <a:gd name="T66" fmla="*/ 51 w 180"/>
              <a:gd name="T67" fmla="*/ 12 h 133"/>
              <a:gd name="T68" fmla="*/ 21 w 180"/>
              <a:gd name="T69" fmla="*/ 12 h 133"/>
              <a:gd name="T70" fmla="*/ 14 w 180"/>
              <a:gd name="T71" fmla="*/ 15 h 133"/>
              <a:gd name="T72" fmla="*/ 12 w 180"/>
              <a:gd name="T73" fmla="*/ 21 h 133"/>
              <a:gd name="T74" fmla="*/ 12 w 180"/>
              <a:gd name="T75" fmla="*/ 102 h 133"/>
              <a:gd name="T76" fmla="*/ 36 w 180"/>
              <a:gd name="T77" fmla="*/ 72 h 133"/>
              <a:gd name="T78" fmla="*/ 47 w 180"/>
              <a:gd name="T79" fmla="*/ 64 h 133"/>
              <a:gd name="T80" fmla="*/ 60 w 180"/>
              <a:gd name="T81" fmla="*/ 61 h 133"/>
              <a:gd name="T82" fmla="*/ 168 w 180"/>
              <a:gd name="T83" fmla="*/ 76 h 133"/>
              <a:gd name="T84" fmla="*/ 163 w 180"/>
              <a:gd name="T85" fmla="*/ 73 h 133"/>
              <a:gd name="T86" fmla="*/ 60 w 180"/>
              <a:gd name="T87" fmla="*/ 73 h 133"/>
              <a:gd name="T88" fmla="*/ 52 w 180"/>
              <a:gd name="T89" fmla="*/ 75 h 133"/>
              <a:gd name="T90" fmla="*/ 45 w 180"/>
              <a:gd name="T91" fmla="*/ 80 h 133"/>
              <a:gd name="T92" fmla="*/ 17 w 180"/>
              <a:gd name="T93" fmla="*/ 114 h 133"/>
              <a:gd name="T94" fmla="*/ 16 w 180"/>
              <a:gd name="T95" fmla="*/ 118 h 133"/>
              <a:gd name="T96" fmla="*/ 21 w 180"/>
              <a:gd name="T97" fmla="*/ 121 h 133"/>
              <a:gd name="T98" fmla="*/ 124 w 180"/>
              <a:gd name="T99" fmla="*/ 121 h 133"/>
              <a:gd name="T100" fmla="*/ 132 w 180"/>
              <a:gd name="T101" fmla="*/ 119 h 133"/>
              <a:gd name="T102" fmla="*/ 139 w 180"/>
              <a:gd name="T103" fmla="*/ 114 h 133"/>
              <a:gd name="T104" fmla="*/ 166 w 180"/>
              <a:gd name="T105" fmla="*/ 80 h 133"/>
              <a:gd name="T106" fmla="*/ 168 w 180"/>
              <a:gd name="T107" fmla="*/ 76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80" h="133">
                <a:moveTo>
                  <a:pt x="180" y="76"/>
                </a:moveTo>
                <a:cubicBezTo>
                  <a:pt x="180" y="80"/>
                  <a:pt x="179" y="84"/>
                  <a:pt x="176" y="88"/>
                </a:cubicBezTo>
                <a:cubicBezTo>
                  <a:pt x="148" y="122"/>
                  <a:pt x="148" y="122"/>
                  <a:pt x="148" y="122"/>
                </a:cubicBezTo>
                <a:cubicBezTo>
                  <a:pt x="145" y="125"/>
                  <a:pt x="142" y="128"/>
                  <a:pt x="137" y="130"/>
                </a:cubicBezTo>
                <a:cubicBezTo>
                  <a:pt x="132" y="132"/>
                  <a:pt x="128" y="133"/>
                  <a:pt x="124" y="133"/>
                </a:cubicBezTo>
                <a:cubicBezTo>
                  <a:pt x="21" y="133"/>
                  <a:pt x="21" y="133"/>
                  <a:pt x="21" y="133"/>
                </a:cubicBezTo>
                <a:cubicBezTo>
                  <a:pt x="15" y="133"/>
                  <a:pt x="10" y="131"/>
                  <a:pt x="6" y="127"/>
                </a:cubicBezTo>
                <a:cubicBezTo>
                  <a:pt x="2" y="123"/>
                  <a:pt x="0" y="118"/>
                  <a:pt x="0" y="112"/>
                </a:cubicBezTo>
                <a:cubicBezTo>
                  <a:pt x="0" y="21"/>
                  <a:pt x="0" y="21"/>
                  <a:pt x="0" y="21"/>
                </a:cubicBezTo>
                <a:cubicBezTo>
                  <a:pt x="0" y="16"/>
                  <a:pt x="2" y="11"/>
                  <a:pt x="6" y="7"/>
                </a:cubicBezTo>
                <a:cubicBezTo>
                  <a:pt x="10" y="2"/>
                  <a:pt x="15" y="0"/>
                  <a:pt x="21" y="0"/>
                </a:cubicBezTo>
                <a:cubicBezTo>
                  <a:pt x="51" y="0"/>
                  <a:pt x="51" y="0"/>
                  <a:pt x="51" y="0"/>
                </a:cubicBezTo>
                <a:cubicBezTo>
                  <a:pt x="57" y="0"/>
                  <a:pt x="62" y="2"/>
                  <a:pt x="66" y="7"/>
                </a:cubicBezTo>
                <a:cubicBezTo>
                  <a:pt x="70" y="11"/>
                  <a:pt x="72" y="16"/>
                  <a:pt x="72" y="21"/>
                </a:cubicBezTo>
                <a:cubicBezTo>
                  <a:pt x="72" y="25"/>
                  <a:pt x="72" y="25"/>
                  <a:pt x="72" y="25"/>
                </a:cubicBezTo>
                <a:cubicBezTo>
                  <a:pt x="124" y="25"/>
                  <a:pt x="124" y="25"/>
                  <a:pt x="124" y="25"/>
                </a:cubicBezTo>
                <a:cubicBezTo>
                  <a:pt x="129" y="25"/>
                  <a:pt x="134" y="27"/>
                  <a:pt x="139" y="31"/>
                </a:cubicBezTo>
                <a:cubicBezTo>
                  <a:pt x="143" y="35"/>
                  <a:pt x="145" y="40"/>
                  <a:pt x="145" y="46"/>
                </a:cubicBezTo>
                <a:cubicBezTo>
                  <a:pt x="145" y="61"/>
                  <a:pt x="145" y="61"/>
                  <a:pt x="145" y="61"/>
                </a:cubicBezTo>
                <a:cubicBezTo>
                  <a:pt x="163" y="61"/>
                  <a:pt x="163" y="61"/>
                  <a:pt x="163" y="61"/>
                </a:cubicBezTo>
                <a:cubicBezTo>
                  <a:pt x="166" y="61"/>
                  <a:pt x="170" y="62"/>
                  <a:pt x="172" y="63"/>
                </a:cubicBezTo>
                <a:cubicBezTo>
                  <a:pt x="175" y="65"/>
                  <a:pt x="177" y="67"/>
                  <a:pt x="179" y="70"/>
                </a:cubicBezTo>
                <a:cubicBezTo>
                  <a:pt x="180" y="72"/>
                  <a:pt x="180" y="74"/>
                  <a:pt x="180" y="76"/>
                </a:cubicBezTo>
                <a:close/>
                <a:moveTo>
                  <a:pt x="60" y="61"/>
                </a:moveTo>
                <a:cubicBezTo>
                  <a:pt x="133" y="61"/>
                  <a:pt x="133" y="61"/>
                  <a:pt x="133" y="61"/>
                </a:cubicBezTo>
                <a:cubicBezTo>
                  <a:pt x="133" y="46"/>
                  <a:pt x="133" y="46"/>
                  <a:pt x="133" y="46"/>
                </a:cubicBezTo>
                <a:cubicBezTo>
                  <a:pt x="133" y="43"/>
                  <a:pt x="132" y="41"/>
                  <a:pt x="130" y="39"/>
                </a:cubicBezTo>
                <a:cubicBezTo>
                  <a:pt x="128" y="38"/>
                  <a:pt x="126" y="37"/>
                  <a:pt x="124" y="37"/>
                </a:cubicBezTo>
                <a:cubicBezTo>
                  <a:pt x="69" y="37"/>
                  <a:pt x="69" y="37"/>
                  <a:pt x="69" y="37"/>
                </a:cubicBezTo>
                <a:cubicBezTo>
                  <a:pt x="67" y="37"/>
                  <a:pt x="65" y="36"/>
                  <a:pt x="63" y="34"/>
                </a:cubicBezTo>
                <a:cubicBezTo>
                  <a:pt x="61" y="32"/>
                  <a:pt x="60" y="30"/>
                  <a:pt x="60" y="28"/>
                </a:cubicBezTo>
                <a:cubicBezTo>
                  <a:pt x="60" y="21"/>
                  <a:pt x="60" y="21"/>
                  <a:pt x="60" y="21"/>
                </a:cubicBezTo>
                <a:cubicBezTo>
                  <a:pt x="60" y="19"/>
                  <a:pt x="59" y="17"/>
                  <a:pt x="57" y="15"/>
                </a:cubicBezTo>
                <a:cubicBezTo>
                  <a:pt x="56" y="13"/>
                  <a:pt x="54" y="12"/>
                  <a:pt x="51" y="12"/>
                </a:cubicBezTo>
                <a:cubicBezTo>
                  <a:pt x="21" y="12"/>
                  <a:pt x="21" y="12"/>
                  <a:pt x="21" y="12"/>
                </a:cubicBezTo>
                <a:cubicBezTo>
                  <a:pt x="18" y="12"/>
                  <a:pt x="16" y="13"/>
                  <a:pt x="14" y="15"/>
                </a:cubicBezTo>
                <a:cubicBezTo>
                  <a:pt x="13" y="17"/>
                  <a:pt x="12" y="19"/>
                  <a:pt x="12" y="21"/>
                </a:cubicBezTo>
                <a:cubicBezTo>
                  <a:pt x="12" y="102"/>
                  <a:pt x="12" y="102"/>
                  <a:pt x="12" y="102"/>
                </a:cubicBezTo>
                <a:cubicBezTo>
                  <a:pt x="36" y="72"/>
                  <a:pt x="36" y="72"/>
                  <a:pt x="36" y="72"/>
                </a:cubicBezTo>
                <a:cubicBezTo>
                  <a:pt x="39" y="69"/>
                  <a:pt x="42" y="66"/>
                  <a:pt x="47" y="64"/>
                </a:cubicBezTo>
                <a:cubicBezTo>
                  <a:pt x="51" y="62"/>
                  <a:pt x="56" y="61"/>
                  <a:pt x="60" y="61"/>
                </a:cubicBezTo>
                <a:close/>
                <a:moveTo>
                  <a:pt x="168" y="76"/>
                </a:moveTo>
                <a:cubicBezTo>
                  <a:pt x="168" y="74"/>
                  <a:pt x="166" y="73"/>
                  <a:pt x="163" y="73"/>
                </a:cubicBezTo>
                <a:cubicBezTo>
                  <a:pt x="60" y="73"/>
                  <a:pt x="60" y="73"/>
                  <a:pt x="60" y="73"/>
                </a:cubicBezTo>
                <a:cubicBezTo>
                  <a:pt x="58" y="73"/>
                  <a:pt x="55" y="74"/>
                  <a:pt x="52" y="75"/>
                </a:cubicBezTo>
                <a:cubicBezTo>
                  <a:pt x="49" y="76"/>
                  <a:pt x="47" y="78"/>
                  <a:pt x="45" y="80"/>
                </a:cubicBezTo>
                <a:cubicBezTo>
                  <a:pt x="17" y="114"/>
                  <a:pt x="17" y="114"/>
                  <a:pt x="17" y="114"/>
                </a:cubicBezTo>
                <a:cubicBezTo>
                  <a:pt x="16" y="116"/>
                  <a:pt x="16" y="117"/>
                  <a:pt x="16" y="118"/>
                </a:cubicBezTo>
                <a:cubicBezTo>
                  <a:pt x="16" y="120"/>
                  <a:pt x="17" y="121"/>
                  <a:pt x="21" y="121"/>
                </a:cubicBezTo>
                <a:cubicBezTo>
                  <a:pt x="124" y="121"/>
                  <a:pt x="124" y="121"/>
                  <a:pt x="124" y="121"/>
                </a:cubicBezTo>
                <a:cubicBezTo>
                  <a:pt x="126" y="121"/>
                  <a:pt x="129" y="121"/>
                  <a:pt x="132" y="119"/>
                </a:cubicBezTo>
                <a:cubicBezTo>
                  <a:pt x="135" y="118"/>
                  <a:pt x="137" y="116"/>
                  <a:pt x="139" y="114"/>
                </a:cubicBezTo>
                <a:cubicBezTo>
                  <a:pt x="166" y="80"/>
                  <a:pt x="166" y="80"/>
                  <a:pt x="166" y="80"/>
                </a:cubicBezTo>
                <a:cubicBezTo>
                  <a:pt x="167" y="79"/>
                  <a:pt x="168" y="77"/>
                  <a:pt x="168" y="7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50" name="Freeform 253"/>
          <p:cNvSpPr>
            <a:spLocks noEditPoints="1"/>
          </p:cNvSpPr>
          <p:nvPr/>
        </p:nvSpPr>
        <p:spPr bwMode="auto">
          <a:xfrm>
            <a:off x="4446003" y="3968193"/>
            <a:ext cx="207464" cy="209627"/>
          </a:xfrm>
          <a:custGeom>
            <a:avLst/>
            <a:gdLst>
              <a:gd name="T0" fmla="*/ 145 w 145"/>
              <a:gd name="T1" fmla="*/ 73 h 146"/>
              <a:gd name="T2" fmla="*/ 109 w 145"/>
              <a:gd name="T3" fmla="*/ 136 h 146"/>
              <a:gd name="T4" fmla="*/ 36 w 145"/>
              <a:gd name="T5" fmla="*/ 136 h 146"/>
              <a:gd name="T6" fmla="*/ 0 w 145"/>
              <a:gd name="T7" fmla="*/ 73 h 146"/>
              <a:gd name="T8" fmla="*/ 36 w 145"/>
              <a:gd name="T9" fmla="*/ 10 h 146"/>
              <a:gd name="T10" fmla="*/ 109 w 145"/>
              <a:gd name="T11" fmla="*/ 10 h 146"/>
              <a:gd name="T12" fmla="*/ 128 w 145"/>
              <a:gd name="T13" fmla="*/ 96 h 146"/>
              <a:gd name="T14" fmla="*/ 128 w 145"/>
              <a:gd name="T15" fmla="*/ 49 h 146"/>
              <a:gd name="T16" fmla="*/ 96 w 145"/>
              <a:gd name="T17" fmla="*/ 17 h 146"/>
              <a:gd name="T18" fmla="*/ 49 w 145"/>
              <a:gd name="T19" fmla="*/ 17 h 146"/>
              <a:gd name="T20" fmla="*/ 17 w 145"/>
              <a:gd name="T21" fmla="*/ 49 h 146"/>
              <a:gd name="T22" fmla="*/ 17 w 145"/>
              <a:gd name="T23" fmla="*/ 96 h 146"/>
              <a:gd name="T24" fmla="*/ 49 w 145"/>
              <a:gd name="T25" fmla="*/ 129 h 146"/>
              <a:gd name="T26" fmla="*/ 96 w 145"/>
              <a:gd name="T27" fmla="*/ 129 h 146"/>
              <a:gd name="T28" fmla="*/ 128 w 145"/>
              <a:gd name="T29" fmla="*/ 96 h 146"/>
              <a:gd name="T30" fmla="*/ 61 w 145"/>
              <a:gd name="T31" fmla="*/ 49 h 146"/>
              <a:gd name="T32" fmla="*/ 49 w 145"/>
              <a:gd name="T33" fmla="*/ 61 h 146"/>
              <a:gd name="T34" fmla="*/ 36 w 145"/>
              <a:gd name="T35" fmla="*/ 49 h 146"/>
              <a:gd name="T36" fmla="*/ 49 w 145"/>
              <a:gd name="T37" fmla="*/ 37 h 146"/>
              <a:gd name="T38" fmla="*/ 107 w 145"/>
              <a:gd name="T39" fmla="*/ 90 h 146"/>
              <a:gd name="T40" fmla="*/ 73 w 145"/>
              <a:gd name="T41" fmla="*/ 115 h 146"/>
              <a:gd name="T42" fmla="*/ 38 w 145"/>
              <a:gd name="T43" fmla="*/ 90 h 146"/>
              <a:gd name="T44" fmla="*/ 42 w 145"/>
              <a:gd name="T45" fmla="*/ 82 h 146"/>
              <a:gd name="T46" fmla="*/ 50 w 145"/>
              <a:gd name="T47" fmla="*/ 86 h 146"/>
              <a:gd name="T48" fmla="*/ 73 w 145"/>
              <a:gd name="T49" fmla="*/ 103 h 146"/>
              <a:gd name="T50" fmla="*/ 96 w 145"/>
              <a:gd name="T51" fmla="*/ 86 h 146"/>
              <a:gd name="T52" fmla="*/ 103 w 145"/>
              <a:gd name="T53" fmla="*/ 82 h 146"/>
              <a:gd name="T54" fmla="*/ 107 w 145"/>
              <a:gd name="T55" fmla="*/ 90 h 146"/>
              <a:gd name="T56" fmla="*/ 109 w 145"/>
              <a:gd name="T57" fmla="*/ 49 h 146"/>
              <a:gd name="T58" fmla="*/ 97 w 145"/>
              <a:gd name="T59" fmla="*/ 61 h 146"/>
              <a:gd name="T60" fmla="*/ 85 w 145"/>
              <a:gd name="T61" fmla="*/ 49 h 146"/>
              <a:gd name="T62" fmla="*/ 97 w 145"/>
              <a:gd name="T63" fmla="*/ 37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45" h="146">
                <a:moveTo>
                  <a:pt x="136" y="36"/>
                </a:moveTo>
                <a:cubicBezTo>
                  <a:pt x="142" y="48"/>
                  <a:pt x="145" y="60"/>
                  <a:pt x="145" y="73"/>
                </a:cubicBezTo>
                <a:cubicBezTo>
                  <a:pt x="145" y="86"/>
                  <a:pt x="142" y="98"/>
                  <a:pt x="136" y="109"/>
                </a:cubicBezTo>
                <a:cubicBezTo>
                  <a:pt x="129" y="121"/>
                  <a:pt x="120" y="129"/>
                  <a:pt x="109" y="136"/>
                </a:cubicBezTo>
                <a:cubicBezTo>
                  <a:pt x="98" y="142"/>
                  <a:pt x="86" y="146"/>
                  <a:pt x="73" y="146"/>
                </a:cubicBezTo>
                <a:cubicBezTo>
                  <a:pt x="60" y="146"/>
                  <a:pt x="47" y="142"/>
                  <a:pt x="36" y="136"/>
                </a:cubicBezTo>
                <a:cubicBezTo>
                  <a:pt x="25" y="129"/>
                  <a:pt x="16" y="121"/>
                  <a:pt x="10" y="109"/>
                </a:cubicBezTo>
                <a:cubicBezTo>
                  <a:pt x="3" y="98"/>
                  <a:pt x="0" y="86"/>
                  <a:pt x="0" y="73"/>
                </a:cubicBezTo>
                <a:cubicBezTo>
                  <a:pt x="0" y="60"/>
                  <a:pt x="3" y="48"/>
                  <a:pt x="10" y="36"/>
                </a:cubicBezTo>
                <a:cubicBezTo>
                  <a:pt x="16" y="25"/>
                  <a:pt x="25" y="17"/>
                  <a:pt x="36" y="10"/>
                </a:cubicBezTo>
                <a:cubicBezTo>
                  <a:pt x="47" y="4"/>
                  <a:pt x="60" y="0"/>
                  <a:pt x="73" y="0"/>
                </a:cubicBezTo>
                <a:cubicBezTo>
                  <a:pt x="86" y="0"/>
                  <a:pt x="98" y="4"/>
                  <a:pt x="109" y="10"/>
                </a:cubicBezTo>
                <a:cubicBezTo>
                  <a:pt x="120" y="17"/>
                  <a:pt x="129" y="25"/>
                  <a:pt x="136" y="36"/>
                </a:cubicBezTo>
                <a:close/>
                <a:moveTo>
                  <a:pt x="128" y="96"/>
                </a:moveTo>
                <a:cubicBezTo>
                  <a:pt x="132" y="89"/>
                  <a:pt x="133" y="81"/>
                  <a:pt x="133" y="73"/>
                </a:cubicBezTo>
                <a:cubicBezTo>
                  <a:pt x="133" y="65"/>
                  <a:pt x="132" y="57"/>
                  <a:pt x="128" y="49"/>
                </a:cubicBezTo>
                <a:cubicBezTo>
                  <a:pt x="125" y="42"/>
                  <a:pt x="121" y="36"/>
                  <a:pt x="116" y="30"/>
                </a:cubicBezTo>
                <a:cubicBezTo>
                  <a:pt x="110" y="25"/>
                  <a:pt x="104" y="20"/>
                  <a:pt x="96" y="17"/>
                </a:cubicBezTo>
                <a:cubicBezTo>
                  <a:pt x="89" y="14"/>
                  <a:pt x="81" y="12"/>
                  <a:pt x="73" y="12"/>
                </a:cubicBezTo>
                <a:cubicBezTo>
                  <a:pt x="65" y="12"/>
                  <a:pt x="57" y="14"/>
                  <a:pt x="49" y="17"/>
                </a:cubicBezTo>
                <a:cubicBezTo>
                  <a:pt x="42" y="20"/>
                  <a:pt x="35" y="25"/>
                  <a:pt x="30" y="30"/>
                </a:cubicBezTo>
                <a:cubicBezTo>
                  <a:pt x="25" y="36"/>
                  <a:pt x="20" y="42"/>
                  <a:pt x="17" y="49"/>
                </a:cubicBezTo>
                <a:cubicBezTo>
                  <a:pt x="14" y="57"/>
                  <a:pt x="12" y="65"/>
                  <a:pt x="12" y="73"/>
                </a:cubicBezTo>
                <a:cubicBezTo>
                  <a:pt x="12" y="81"/>
                  <a:pt x="14" y="89"/>
                  <a:pt x="17" y="96"/>
                </a:cubicBezTo>
                <a:cubicBezTo>
                  <a:pt x="20" y="104"/>
                  <a:pt x="25" y="110"/>
                  <a:pt x="30" y="116"/>
                </a:cubicBezTo>
                <a:cubicBezTo>
                  <a:pt x="35" y="121"/>
                  <a:pt x="42" y="125"/>
                  <a:pt x="49" y="129"/>
                </a:cubicBezTo>
                <a:cubicBezTo>
                  <a:pt x="57" y="132"/>
                  <a:pt x="65" y="133"/>
                  <a:pt x="73" y="133"/>
                </a:cubicBezTo>
                <a:cubicBezTo>
                  <a:pt x="81" y="133"/>
                  <a:pt x="89" y="132"/>
                  <a:pt x="96" y="129"/>
                </a:cubicBezTo>
                <a:cubicBezTo>
                  <a:pt x="104" y="125"/>
                  <a:pt x="110" y="121"/>
                  <a:pt x="116" y="116"/>
                </a:cubicBezTo>
                <a:cubicBezTo>
                  <a:pt x="121" y="110"/>
                  <a:pt x="125" y="104"/>
                  <a:pt x="128" y="96"/>
                </a:cubicBezTo>
                <a:close/>
                <a:moveTo>
                  <a:pt x="57" y="40"/>
                </a:moveTo>
                <a:cubicBezTo>
                  <a:pt x="59" y="43"/>
                  <a:pt x="61" y="45"/>
                  <a:pt x="61" y="49"/>
                </a:cubicBezTo>
                <a:cubicBezTo>
                  <a:pt x="61" y="52"/>
                  <a:pt x="59" y="55"/>
                  <a:pt x="57" y="57"/>
                </a:cubicBezTo>
                <a:cubicBezTo>
                  <a:pt x="55" y="60"/>
                  <a:pt x="52" y="61"/>
                  <a:pt x="49" y="61"/>
                </a:cubicBezTo>
                <a:cubicBezTo>
                  <a:pt x="45" y="61"/>
                  <a:pt x="42" y="60"/>
                  <a:pt x="40" y="57"/>
                </a:cubicBezTo>
                <a:cubicBezTo>
                  <a:pt x="38" y="55"/>
                  <a:pt x="36" y="52"/>
                  <a:pt x="36" y="49"/>
                </a:cubicBezTo>
                <a:cubicBezTo>
                  <a:pt x="36" y="45"/>
                  <a:pt x="38" y="43"/>
                  <a:pt x="40" y="40"/>
                </a:cubicBezTo>
                <a:cubicBezTo>
                  <a:pt x="42" y="38"/>
                  <a:pt x="45" y="37"/>
                  <a:pt x="49" y="37"/>
                </a:cubicBezTo>
                <a:cubicBezTo>
                  <a:pt x="52" y="37"/>
                  <a:pt x="55" y="38"/>
                  <a:pt x="57" y="40"/>
                </a:cubicBezTo>
                <a:close/>
                <a:moveTo>
                  <a:pt x="107" y="90"/>
                </a:moveTo>
                <a:cubicBezTo>
                  <a:pt x="105" y="97"/>
                  <a:pt x="101" y="104"/>
                  <a:pt x="94" y="108"/>
                </a:cubicBezTo>
                <a:cubicBezTo>
                  <a:pt x="88" y="113"/>
                  <a:pt x="81" y="115"/>
                  <a:pt x="73" y="115"/>
                </a:cubicBezTo>
                <a:cubicBezTo>
                  <a:pt x="65" y="115"/>
                  <a:pt x="58" y="113"/>
                  <a:pt x="51" y="108"/>
                </a:cubicBezTo>
                <a:cubicBezTo>
                  <a:pt x="45" y="104"/>
                  <a:pt x="40" y="97"/>
                  <a:pt x="38" y="90"/>
                </a:cubicBezTo>
                <a:cubicBezTo>
                  <a:pt x="38" y="88"/>
                  <a:pt x="38" y="87"/>
                  <a:pt x="39" y="85"/>
                </a:cubicBezTo>
                <a:cubicBezTo>
                  <a:pt x="39" y="84"/>
                  <a:pt x="40" y="83"/>
                  <a:pt x="42" y="82"/>
                </a:cubicBezTo>
                <a:cubicBezTo>
                  <a:pt x="44" y="82"/>
                  <a:pt x="45" y="82"/>
                  <a:pt x="47" y="83"/>
                </a:cubicBezTo>
                <a:cubicBezTo>
                  <a:pt x="48" y="83"/>
                  <a:pt x="49" y="85"/>
                  <a:pt x="50" y="86"/>
                </a:cubicBezTo>
                <a:cubicBezTo>
                  <a:pt x="51" y="91"/>
                  <a:pt x="54" y="95"/>
                  <a:pt x="58" y="99"/>
                </a:cubicBezTo>
                <a:cubicBezTo>
                  <a:pt x="63" y="102"/>
                  <a:pt x="67" y="103"/>
                  <a:pt x="73" y="103"/>
                </a:cubicBezTo>
                <a:cubicBezTo>
                  <a:pt x="78" y="103"/>
                  <a:pt x="83" y="102"/>
                  <a:pt x="87" y="99"/>
                </a:cubicBezTo>
                <a:cubicBezTo>
                  <a:pt x="91" y="95"/>
                  <a:pt x="94" y="91"/>
                  <a:pt x="96" y="86"/>
                </a:cubicBezTo>
                <a:cubicBezTo>
                  <a:pt x="96" y="85"/>
                  <a:pt x="97" y="83"/>
                  <a:pt x="99" y="83"/>
                </a:cubicBezTo>
                <a:cubicBezTo>
                  <a:pt x="100" y="82"/>
                  <a:pt x="102" y="82"/>
                  <a:pt x="103" y="82"/>
                </a:cubicBezTo>
                <a:cubicBezTo>
                  <a:pt x="105" y="83"/>
                  <a:pt x="106" y="84"/>
                  <a:pt x="107" y="85"/>
                </a:cubicBezTo>
                <a:cubicBezTo>
                  <a:pt x="108" y="87"/>
                  <a:pt x="108" y="88"/>
                  <a:pt x="107" y="90"/>
                </a:cubicBezTo>
                <a:close/>
                <a:moveTo>
                  <a:pt x="105" y="40"/>
                </a:moveTo>
                <a:cubicBezTo>
                  <a:pt x="108" y="43"/>
                  <a:pt x="109" y="45"/>
                  <a:pt x="109" y="49"/>
                </a:cubicBezTo>
                <a:cubicBezTo>
                  <a:pt x="109" y="52"/>
                  <a:pt x="108" y="55"/>
                  <a:pt x="105" y="57"/>
                </a:cubicBezTo>
                <a:cubicBezTo>
                  <a:pt x="103" y="60"/>
                  <a:pt x="100" y="61"/>
                  <a:pt x="97" y="61"/>
                </a:cubicBezTo>
                <a:cubicBezTo>
                  <a:pt x="94" y="61"/>
                  <a:pt x="91" y="60"/>
                  <a:pt x="88" y="57"/>
                </a:cubicBezTo>
                <a:cubicBezTo>
                  <a:pt x="86" y="55"/>
                  <a:pt x="85" y="52"/>
                  <a:pt x="85" y="49"/>
                </a:cubicBezTo>
                <a:cubicBezTo>
                  <a:pt x="85" y="45"/>
                  <a:pt x="86" y="43"/>
                  <a:pt x="88" y="40"/>
                </a:cubicBezTo>
                <a:cubicBezTo>
                  <a:pt x="91" y="38"/>
                  <a:pt x="94" y="37"/>
                  <a:pt x="97" y="37"/>
                </a:cubicBezTo>
                <a:cubicBezTo>
                  <a:pt x="100" y="37"/>
                  <a:pt x="103" y="38"/>
                  <a:pt x="105" y="4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51" name="Freeform 254"/>
          <p:cNvSpPr>
            <a:spLocks noEditPoints="1"/>
          </p:cNvSpPr>
          <p:nvPr/>
        </p:nvSpPr>
        <p:spPr bwMode="auto">
          <a:xfrm>
            <a:off x="4718301" y="3968193"/>
            <a:ext cx="209627" cy="209627"/>
          </a:xfrm>
          <a:custGeom>
            <a:avLst/>
            <a:gdLst>
              <a:gd name="T0" fmla="*/ 146 w 146"/>
              <a:gd name="T1" fmla="*/ 73 h 146"/>
              <a:gd name="T2" fmla="*/ 109 w 146"/>
              <a:gd name="T3" fmla="*/ 136 h 146"/>
              <a:gd name="T4" fmla="*/ 36 w 146"/>
              <a:gd name="T5" fmla="*/ 136 h 146"/>
              <a:gd name="T6" fmla="*/ 0 w 146"/>
              <a:gd name="T7" fmla="*/ 73 h 146"/>
              <a:gd name="T8" fmla="*/ 36 w 146"/>
              <a:gd name="T9" fmla="*/ 10 h 146"/>
              <a:gd name="T10" fmla="*/ 109 w 146"/>
              <a:gd name="T11" fmla="*/ 10 h 146"/>
              <a:gd name="T12" fmla="*/ 129 w 146"/>
              <a:gd name="T13" fmla="*/ 96 h 146"/>
              <a:gd name="T14" fmla="*/ 129 w 146"/>
              <a:gd name="T15" fmla="*/ 49 h 146"/>
              <a:gd name="T16" fmla="*/ 96 w 146"/>
              <a:gd name="T17" fmla="*/ 17 h 146"/>
              <a:gd name="T18" fmla="*/ 49 w 146"/>
              <a:gd name="T19" fmla="*/ 17 h 146"/>
              <a:gd name="T20" fmla="*/ 17 w 146"/>
              <a:gd name="T21" fmla="*/ 49 h 146"/>
              <a:gd name="T22" fmla="*/ 17 w 146"/>
              <a:gd name="T23" fmla="*/ 96 h 146"/>
              <a:gd name="T24" fmla="*/ 49 w 146"/>
              <a:gd name="T25" fmla="*/ 129 h 146"/>
              <a:gd name="T26" fmla="*/ 96 w 146"/>
              <a:gd name="T27" fmla="*/ 129 h 146"/>
              <a:gd name="T28" fmla="*/ 129 w 146"/>
              <a:gd name="T29" fmla="*/ 96 h 146"/>
              <a:gd name="T30" fmla="*/ 61 w 146"/>
              <a:gd name="T31" fmla="*/ 49 h 146"/>
              <a:gd name="T32" fmla="*/ 49 w 146"/>
              <a:gd name="T33" fmla="*/ 61 h 146"/>
              <a:gd name="T34" fmla="*/ 37 w 146"/>
              <a:gd name="T35" fmla="*/ 49 h 146"/>
              <a:gd name="T36" fmla="*/ 49 w 146"/>
              <a:gd name="T37" fmla="*/ 37 h 146"/>
              <a:gd name="T38" fmla="*/ 108 w 146"/>
              <a:gd name="T39" fmla="*/ 104 h 146"/>
              <a:gd name="T40" fmla="*/ 104 w 146"/>
              <a:gd name="T41" fmla="*/ 112 h 146"/>
              <a:gd name="T42" fmla="*/ 96 w 146"/>
              <a:gd name="T43" fmla="*/ 108 h 146"/>
              <a:gd name="T44" fmla="*/ 73 w 146"/>
              <a:gd name="T45" fmla="*/ 91 h 146"/>
              <a:gd name="T46" fmla="*/ 50 w 146"/>
              <a:gd name="T47" fmla="*/ 108 h 146"/>
              <a:gd name="T48" fmla="*/ 42 w 146"/>
              <a:gd name="T49" fmla="*/ 112 h 146"/>
              <a:gd name="T50" fmla="*/ 38 w 146"/>
              <a:gd name="T51" fmla="*/ 104 h 146"/>
              <a:gd name="T52" fmla="*/ 73 w 146"/>
              <a:gd name="T53" fmla="*/ 79 h 146"/>
              <a:gd name="T54" fmla="*/ 108 w 146"/>
              <a:gd name="T55" fmla="*/ 104 h 146"/>
              <a:gd name="T56" fmla="*/ 109 w 146"/>
              <a:gd name="T57" fmla="*/ 49 h 146"/>
              <a:gd name="T58" fmla="*/ 97 w 146"/>
              <a:gd name="T59" fmla="*/ 61 h 146"/>
              <a:gd name="T60" fmla="*/ 85 w 146"/>
              <a:gd name="T61" fmla="*/ 49 h 146"/>
              <a:gd name="T62" fmla="*/ 97 w 146"/>
              <a:gd name="T63" fmla="*/ 37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46" h="146">
                <a:moveTo>
                  <a:pt x="136" y="36"/>
                </a:moveTo>
                <a:cubicBezTo>
                  <a:pt x="142" y="48"/>
                  <a:pt x="146" y="60"/>
                  <a:pt x="146" y="73"/>
                </a:cubicBezTo>
                <a:cubicBezTo>
                  <a:pt x="146" y="86"/>
                  <a:pt x="142" y="98"/>
                  <a:pt x="136" y="109"/>
                </a:cubicBezTo>
                <a:cubicBezTo>
                  <a:pt x="129" y="121"/>
                  <a:pt x="121" y="129"/>
                  <a:pt x="109" y="136"/>
                </a:cubicBezTo>
                <a:cubicBezTo>
                  <a:pt x="98" y="142"/>
                  <a:pt x="86" y="146"/>
                  <a:pt x="73" y="146"/>
                </a:cubicBezTo>
                <a:cubicBezTo>
                  <a:pt x="60" y="146"/>
                  <a:pt x="48" y="142"/>
                  <a:pt x="36" y="136"/>
                </a:cubicBezTo>
                <a:cubicBezTo>
                  <a:pt x="25" y="129"/>
                  <a:pt x="17" y="121"/>
                  <a:pt x="10" y="109"/>
                </a:cubicBezTo>
                <a:cubicBezTo>
                  <a:pt x="4" y="98"/>
                  <a:pt x="0" y="86"/>
                  <a:pt x="0" y="73"/>
                </a:cubicBezTo>
                <a:cubicBezTo>
                  <a:pt x="0" y="60"/>
                  <a:pt x="4" y="48"/>
                  <a:pt x="10" y="36"/>
                </a:cubicBezTo>
                <a:cubicBezTo>
                  <a:pt x="17" y="25"/>
                  <a:pt x="25" y="17"/>
                  <a:pt x="36" y="10"/>
                </a:cubicBezTo>
                <a:cubicBezTo>
                  <a:pt x="48" y="4"/>
                  <a:pt x="60" y="0"/>
                  <a:pt x="73" y="0"/>
                </a:cubicBezTo>
                <a:cubicBezTo>
                  <a:pt x="86" y="0"/>
                  <a:pt x="98" y="4"/>
                  <a:pt x="109" y="10"/>
                </a:cubicBezTo>
                <a:cubicBezTo>
                  <a:pt x="121" y="17"/>
                  <a:pt x="129" y="25"/>
                  <a:pt x="136" y="36"/>
                </a:cubicBezTo>
                <a:close/>
                <a:moveTo>
                  <a:pt x="129" y="96"/>
                </a:moveTo>
                <a:cubicBezTo>
                  <a:pt x="132" y="89"/>
                  <a:pt x="133" y="81"/>
                  <a:pt x="133" y="73"/>
                </a:cubicBezTo>
                <a:cubicBezTo>
                  <a:pt x="133" y="65"/>
                  <a:pt x="132" y="57"/>
                  <a:pt x="129" y="49"/>
                </a:cubicBezTo>
                <a:cubicBezTo>
                  <a:pt x="125" y="42"/>
                  <a:pt x="121" y="36"/>
                  <a:pt x="116" y="30"/>
                </a:cubicBezTo>
                <a:cubicBezTo>
                  <a:pt x="110" y="25"/>
                  <a:pt x="104" y="20"/>
                  <a:pt x="96" y="17"/>
                </a:cubicBezTo>
                <a:cubicBezTo>
                  <a:pt x="89" y="14"/>
                  <a:pt x="81" y="12"/>
                  <a:pt x="73" y="12"/>
                </a:cubicBezTo>
                <a:cubicBezTo>
                  <a:pt x="65" y="12"/>
                  <a:pt x="57" y="14"/>
                  <a:pt x="49" y="17"/>
                </a:cubicBezTo>
                <a:cubicBezTo>
                  <a:pt x="42" y="20"/>
                  <a:pt x="36" y="25"/>
                  <a:pt x="30" y="30"/>
                </a:cubicBezTo>
                <a:cubicBezTo>
                  <a:pt x="25" y="36"/>
                  <a:pt x="20" y="42"/>
                  <a:pt x="17" y="49"/>
                </a:cubicBezTo>
                <a:cubicBezTo>
                  <a:pt x="14" y="57"/>
                  <a:pt x="12" y="65"/>
                  <a:pt x="12" y="73"/>
                </a:cubicBezTo>
                <a:cubicBezTo>
                  <a:pt x="12" y="81"/>
                  <a:pt x="14" y="89"/>
                  <a:pt x="17" y="96"/>
                </a:cubicBezTo>
                <a:cubicBezTo>
                  <a:pt x="20" y="104"/>
                  <a:pt x="25" y="110"/>
                  <a:pt x="30" y="116"/>
                </a:cubicBezTo>
                <a:cubicBezTo>
                  <a:pt x="36" y="121"/>
                  <a:pt x="42" y="125"/>
                  <a:pt x="49" y="129"/>
                </a:cubicBezTo>
                <a:cubicBezTo>
                  <a:pt x="57" y="132"/>
                  <a:pt x="65" y="133"/>
                  <a:pt x="73" y="133"/>
                </a:cubicBezTo>
                <a:cubicBezTo>
                  <a:pt x="81" y="133"/>
                  <a:pt x="89" y="132"/>
                  <a:pt x="96" y="129"/>
                </a:cubicBezTo>
                <a:cubicBezTo>
                  <a:pt x="104" y="125"/>
                  <a:pt x="110" y="121"/>
                  <a:pt x="116" y="116"/>
                </a:cubicBezTo>
                <a:cubicBezTo>
                  <a:pt x="121" y="110"/>
                  <a:pt x="125" y="104"/>
                  <a:pt x="129" y="96"/>
                </a:cubicBezTo>
                <a:close/>
                <a:moveTo>
                  <a:pt x="57" y="40"/>
                </a:moveTo>
                <a:cubicBezTo>
                  <a:pt x="60" y="43"/>
                  <a:pt x="61" y="45"/>
                  <a:pt x="61" y="49"/>
                </a:cubicBezTo>
                <a:cubicBezTo>
                  <a:pt x="61" y="52"/>
                  <a:pt x="60" y="55"/>
                  <a:pt x="57" y="57"/>
                </a:cubicBezTo>
                <a:cubicBezTo>
                  <a:pt x="55" y="60"/>
                  <a:pt x="52" y="61"/>
                  <a:pt x="49" y="61"/>
                </a:cubicBezTo>
                <a:cubicBezTo>
                  <a:pt x="45" y="61"/>
                  <a:pt x="43" y="60"/>
                  <a:pt x="40" y="57"/>
                </a:cubicBezTo>
                <a:cubicBezTo>
                  <a:pt x="38" y="55"/>
                  <a:pt x="37" y="52"/>
                  <a:pt x="37" y="49"/>
                </a:cubicBezTo>
                <a:cubicBezTo>
                  <a:pt x="37" y="45"/>
                  <a:pt x="38" y="43"/>
                  <a:pt x="40" y="40"/>
                </a:cubicBezTo>
                <a:cubicBezTo>
                  <a:pt x="43" y="38"/>
                  <a:pt x="45" y="37"/>
                  <a:pt x="49" y="37"/>
                </a:cubicBezTo>
                <a:cubicBezTo>
                  <a:pt x="52" y="37"/>
                  <a:pt x="55" y="38"/>
                  <a:pt x="57" y="40"/>
                </a:cubicBezTo>
                <a:close/>
                <a:moveTo>
                  <a:pt x="108" y="104"/>
                </a:moveTo>
                <a:cubicBezTo>
                  <a:pt x="108" y="106"/>
                  <a:pt x="108" y="108"/>
                  <a:pt x="107" y="109"/>
                </a:cubicBezTo>
                <a:cubicBezTo>
                  <a:pt x="106" y="110"/>
                  <a:pt x="105" y="111"/>
                  <a:pt x="104" y="112"/>
                </a:cubicBezTo>
                <a:cubicBezTo>
                  <a:pt x="102" y="112"/>
                  <a:pt x="101" y="112"/>
                  <a:pt x="99" y="112"/>
                </a:cubicBezTo>
                <a:cubicBezTo>
                  <a:pt x="98" y="111"/>
                  <a:pt x="97" y="110"/>
                  <a:pt x="96" y="108"/>
                </a:cubicBezTo>
                <a:cubicBezTo>
                  <a:pt x="94" y="103"/>
                  <a:pt x="92" y="99"/>
                  <a:pt x="87" y="96"/>
                </a:cubicBezTo>
                <a:cubicBezTo>
                  <a:pt x="83" y="93"/>
                  <a:pt x="78" y="91"/>
                  <a:pt x="73" y="91"/>
                </a:cubicBezTo>
                <a:cubicBezTo>
                  <a:pt x="68" y="91"/>
                  <a:pt x="63" y="93"/>
                  <a:pt x="59" y="96"/>
                </a:cubicBezTo>
                <a:cubicBezTo>
                  <a:pt x="54" y="99"/>
                  <a:pt x="51" y="103"/>
                  <a:pt x="50" y="108"/>
                </a:cubicBezTo>
                <a:cubicBezTo>
                  <a:pt x="49" y="110"/>
                  <a:pt x="48" y="111"/>
                  <a:pt x="47" y="112"/>
                </a:cubicBezTo>
                <a:cubicBezTo>
                  <a:pt x="45" y="112"/>
                  <a:pt x="44" y="112"/>
                  <a:pt x="42" y="112"/>
                </a:cubicBezTo>
                <a:cubicBezTo>
                  <a:pt x="41" y="111"/>
                  <a:pt x="39" y="110"/>
                  <a:pt x="39" y="109"/>
                </a:cubicBezTo>
                <a:cubicBezTo>
                  <a:pt x="38" y="108"/>
                  <a:pt x="38" y="106"/>
                  <a:pt x="38" y="104"/>
                </a:cubicBezTo>
                <a:cubicBezTo>
                  <a:pt x="41" y="97"/>
                  <a:pt x="45" y="91"/>
                  <a:pt x="51" y="86"/>
                </a:cubicBezTo>
                <a:cubicBezTo>
                  <a:pt x="58" y="81"/>
                  <a:pt x="65" y="79"/>
                  <a:pt x="73" y="79"/>
                </a:cubicBezTo>
                <a:cubicBezTo>
                  <a:pt x="81" y="79"/>
                  <a:pt x="88" y="81"/>
                  <a:pt x="94" y="86"/>
                </a:cubicBezTo>
                <a:cubicBezTo>
                  <a:pt x="101" y="91"/>
                  <a:pt x="105" y="97"/>
                  <a:pt x="108" y="104"/>
                </a:cubicBezTo>
                <a:close/>
                <a:moveTo>
                  <a:pt x="106" y="40"/>
                </a:moveTo>
                <a:cubicBezTo>
                  <a:pt x="108" y="43"/>
                  <a:pt x="109" y="45"/>
                  <a:pt x="109" y="49"/>
                </a:cubicBezTo>
                <a:cubicBezTo>
                  <a:pt x="109" y="52"/>
                  <a:pt x="108" y="55"/>
                  <a:pt x="106" y="57"/>
                </a:cubicBezTo>
                <a:cubicBezTo>
                  <a:pt x="103" y="60"/>
                  <a:pt x="100" y="61"/>
                  <a:pt x="97" y="61"/>
                </a:cubicBezTo>
                <a:cubicBezTo>
                  <a:pt x="94" y="61"/>
                  <a:pt x="91" y="60"/>
                  <a:pt x="89" y="57"/>
                </a:cubicBezTo>
                <a:cubicBezTo>
                  <a:pt x="86" y="55"/>
                  <a:pt x="85" y="52"/>
                  <a:pt x="85" y="49"/>
                </a:cubicBezTo>
                <a:cubicBezTo>
                  <a:pt x="85" y="45"/>
                  <a:pt x="86" y="43"/>
                  <a:pt x="89" y="40"/>
                </a:cubicBezTo>
                <a:cubicBezTo>
                  <a:pt x="91" y="38"/>
                  <a:pt x="94" y="37"/>
                  <a:pt x="97" y="37"/>
                </a:cubicBezTo>
                <a:cubicBezTo>
                  <a:pt x="100" y="37"/>
                  <a:pt x="103" y="38"/>
                  <a:pt x="106" y="4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52" name="Freeform 255"/>
          <p:cNvSpPr>
            <a:spLocks noEditPoints="1"/>
          </p:cNvSpPr>
          <p:nvPr/>
        </p:nvSpPr>
        <p:spPr bwMode="auto">
          <a:xfrm>
            <a:off x="4990599" y="3968193"/>
            <a:ext cx="209627" cy="209627"/>
          </a:xfrm>
          <a:custGeom>
            <a:avLst/>
            <a:gdLst>
              <a:gd name="T0" fmla="*/ 135 w 145"/>
              <a:gd name="T1" fmla="*/ 36 h 146"/>
              <a:gd name="T2" fmla="*/ 145 w 145"/>
              <a:gd name="T3" fmla="*/ 73 h 146"/>
              <a:gd name="T4" fmla="*/ 135 w 145"/>
              <a:gd name="T5" fmla="*/ 109 h 146"/>
              <a:gd name="T6" fmla="*/ 109 w 145"/>
              <a:gd name="T7" fmla="*/ 136 h 146"/>
              <a:gd name="T8" fmla="*/ 72 w 145"/>
              <a:gd name="T9" fmla="*/ 146 h 146"/>
              <a:gd name="T10" fmla="*/ 36 w 145"/>
              <a:gd name="T11" fmla="*/ 136 h 146"/>
              <a:gd name="T12" fmla="*/ 9 w 145"/>
              <a:gd name="T13" fmla="*/ 109 h 146"/>
              <a:gd name="T14" fmla="*/ 0 w 145"/>
              <a:gd name="T15" fmla="*/ 73 h 146"/>
              <a:gd name="T16" fmla="*/ 9 w 145"/>
              <a:gd name="T17" fmla="*/ 36 h 146"/>
              <a:gd name="T18" fmla="*/ 36 w 145"/>
              <a:gd name="T19" fmla="*/ 10 h 146"/>
              <a:gd name="T20" fmla="*/ 72 w 145"/>
              <a:gd name="T21" fmla="*/ 0 h 146"/>
              <a:gd name="T22" fmla="*/ 109 w 145"/>
              <a:gd name="T23" fmla="*/ 10 h 146"/>
              <a:gd name="T24" fmla="*/ 135 w 145"/>
              <a:gd name="T25" fmla="*/ 36 h 146"/>
              <a:gd name="T26" fmla="*/ 128 w 145"/>
              <a:gd name="T27" fmla="*/ 96 h 146"/>
              <a:gd name="T28" fmla="*/ 133 w 145"/>
              <a:gd name="T29" fmla="*/ 73 h 146"/>
              <a:gd name="T30" fmla="*/ 128 w 145"/>
              <a:gd name="T31" fmla="*/ 49 h 146"/>
              <a:gd name="T32" fmla="*/ 115 w 145"/>
              <a:gd name="T33" fmla="*/ 30 h 146"/>
              <a:gd name="T34" fmla="*/ 96 w 145"/>
              <a:gd name="T35" fmla="*/ 17 h 146"/>
              <a:gd name="T36" fmla="*/ 72 w 145"/>
              <a:gd name="T37" fmla="*/ 12 h 146"/>
              <a:gd name="T38" fmla="*/ 49 w 145"/>
              <a:gd name="T39" fmla="*/ 17 h 146"/>
              <a:gd name="T40" fmla="*/ 29 w 145"/>
              <a:gd name="T41" fmla="*/ 30 h 146"/>
              <a:gd name="T42" fmla="*/ 16 w 145"/>
              <a:gd name="T43" fmla="*/ 49 h 146"/>
              <a:gd name="T44" fmla="*/ 12 w 145"/>
              <a:gd name="T45" fmla="*/ 73 h 146"/>
              <a:gd name="T46" fmla="*/ 16 w 145"/>
              <a:gd name="T47" fmla="*/ 96 h 146"/>
              <a:gd name="T48" fmla="*/ 29 w 145"/>
              <a:gd name="T49" fmla="*/ 116 h 146"/>
              <a:gd name="T50" fmla="*/ 49 w 145"/>
              <a:gd name="T51" fmla="*/ 129 h 146"/>
              <a:gd name="T52" fmla="*/ 72 w 145"/>
              <a:gd name="T53" fmla="*/ 133 h 146"/>
              <a:gd name="T54" fmla="*/ 96 w 145"/>
              <a:gd name="T55" fmla="*/ 129 h 146"/>
              <a:gd name="T56" fmla="*/ 115 w 145"/>
              <a:gd name="T57" fmla="*/ 116 h 146"/>
              <a:gd name="T58" fmla="*/ 128 w 145"/>
              <a:gd name="T59" fmla="*/ 96 h 146"/>
              <a:gd name="T60" fmla="*/ 56 w 145"/>
              <a:gd name="T61" fmla="*/ 40 h 146"/>
              <a:gd name="T62" fmla="*/ 60 w 145"/>
              <a:gd name="T63" fmla="*/ 49 h 146"/>
              <a:gd name="T64" fmla="*/ 56 w 145"/>
              <a:gd name="T65" fmla="*/ 57 h 146"/>
              <a:gd name="T66" fmla="*/ 48 w 145"/>
              <a:gd name="T67" fmla="*/ 61 h 146"/>
              <a:gd name="T68" fmla="*/ 39 w 145"/>
              <a:gd name="T69" fmla="*/ 57 h 146"/>
              <a:gd name="T70" fmla="*/ 36 w 145"/>
              <a:gd name="T71" fmla="*/ 49 h 146"/>
              <a:gd name="T72" fmla="*/ 39 w 145"/>
              <a:gd name="T73" fmla="*/ 40 h 146"/>
              <a:gd name="T74" fmla="*/ 48 w 145"/>
              <a:gd name="T75" fmla="*/ 37 h 146"/>
              <a:gd name="T76" fmla="*/ 56 w 145"/>
              <a:gd name="T77" fmla="*/ 40 h 146"/>
              <a:gd name="T78" fmla="*/ 107 w 145"/>
              <a:gd name="T79" fmla="*/ 87 h 146"/>
              <a:gd name="T80" fmla="*/ 108 w 145"/>
              <a:gd name="T81" fmla="*/ 91 h 146"/>
              <a:gd name="T82" fmla="*/ 107 w 145"/>
              <a:gd name="T83" fmla="*/ 95 h 146"/>
              <a:gd name="T84" fmla="*/ 102 w 145"/>
              <a:gd name="T85" fmla="*/ 97 h 146"/>
              <a:gd name="T86" fmla="*/ 42 w 145"/>
              <a:gd name="T87" fmla="*/ 97 h 146"/>
              <a:gd name="T88" fmla="*/ 38 w 145"/>
              <a:gd name="T89" fmla="*/ 95 h 146"/>
              <a:gd name="T90" fmla="*/ 36 w 145"/>
              <a:gd name="T91" fmla="*/ 91 h 146"/>
              <a:gd name="T92" fmla="*/ 38 w 145"/>
              <a:gd name="T93" fmla="*/ 87 h 146"/>
              <a:gd name="T94" fmla="*/ 42 w 145"/>
              <a:gd name="T95" fmla="*/ 85 h 146"/>
              <a:gd name="T96" fmla="*/ 102 w 145"/>
              <a:gd name="T97" fmla="*/ 85 h 146"/>
              <a:gd name="T98" fmla="*/ 107 w 145"/>
              <a:gd name="T99" fmla="*/ 87 h 146"/>
              <a:gd name="T100" fmla="*/ 105 w 145"/>
              <a:gd name="T101" fmla="*/ 40 h 146"/>
              <a:gd name="T102" fmla="*/ 108 w 145"/>
              <a:gd name="T103" fmla="*/ 49 h 146"/>
              <a:gd name="T104" fmla="*/ 105 w 145"/>
              <a:gd name="T105" fmla="*/ 57 h 146"/>
              <a:gd name="T106" fmla="*/ 96 w 145"/>
              <a:gd name="T107" fmla="*/ 61 h 146"/>
              <a:gd name="T108" fmla="*/ 88 w 145"/>
              <a:gd name="T109" fmla="*/ 57 h 146"/>
              <a:gd name="T110" fmla="*/ 84 w 145"/>
              <a:gd name="T111" fmla="*/ 49 h 146"/>
              <a:gd name="T112" fmla="*/ 88 w 145"/>
              <a:gd name="T113" fmla="*/ 40 h 146"/>
              <a:gd name="T114" fmla="*/ 96 w 145"/>
              <a:gd name="T115" fmla="*/ 37 h 146"/>
              <a:gd name="T116" fmla="*/ 105 w 145"/>
              <a:gd name="T117" fmla="*/ 40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45" h="146">
                <a:moveTo>
                  <a:pt x="135" y="36"/>
                </a:moveTo>
                <a:cubicBezTo>
                  <a:pt x="141" y="48"/>
                  <a:pt x="145" y="60"/>
                  <a:pt x="145" y="73"/>
                </a:cubicBezTo>
                <a:cubicBezTo>
                  <a:pt x="145" y="86"/>
                  <a:pt x="141" y="98"/>
                  <a:pt x="135" y="109"/>
                </a:cubicBezTo>
                <a:cubicBezTo>
                  <a:pt x="129" y="121"/>
                  <a:pt x="120" y="129"/>
                  <a:pt x="109" y="136"/>
                </a:cubicBezTo>
                <a:cubicBezTo>
                  <a:pt x="97" y="142"/>
                  <a:pt x="85" y="146"/>
                  <a:pt x="72" y="146"/>
                </a:cubicBezTo>
                <a:cubicBezTo>
                  <a:pt x="59" y="146"/>
                  <a:pt x="47" y="142"/>
                  <a:pt x="36" y="136"/>
                </a:cubicBezTo>
                <a:cubicBezTo>
                  <a:pt x="25" y="129"/>
                  <a:pt x="16" y="121"/>
                  <a:pt x="9" y="109"/>
                </a:cubicBezTo>
                <a:cubicBezTo>
                  <a:pt x="3" y="98"/>
                  <a:pt x="0" y="86"/>
                  <a:pt x="0" y="73"/>
                </a:cubicBezTo>
                <a:cubicBezTo>
                  <a:pt x="0" y="60"/>
                  <a:pt x="3" y="48"/>
                  <a:pt x="9" y="36"/>
                </a:cubicBezTo>
                <a:cubicBezTo>
                  <a:pt x="16" y="25"/>
                  <a:pt x="25" y="17"/>
                  <a:pt x="36" y="10"/>
                </a:cubicBezTo>
                <a:cubicBezTo>
                  <a:pt x="47" y="4"/>
                  <a:pt x="59" y="0"/>
                  <a:pt x="72" y="0"/>
                </a:cubicBezTo>
                <a:cubicBezTo>
                  <a:pt x="85" y="0"/>
                  <a:pt x="97" y="4"/>
                  <a:pt x="109" y="10"/>
                </a:cubicBezTo>
                <a:cubicBezTo>
                  <a:pt x="120" y="17"/>
                  <a:pt x="129" y="25"/>
                  <a:pt x="135" y="36"/>
                </a:cubicBezTo>
                <a:close/>
                <a:moveTo>
                  <a:pt x="128" y="96"/>
                </a:moveTo>
                <a:cubicBezTo>
                  <a:pt x="131" y="89"/>
                  <a:pt x="133" y="81"/>
                  <a:pt x="133" y="73"/>
                </a:cubicBezTo>
                <a:cubicBezTo>
                  <a:pt x="133" y="65"/>
                  <a:pt x="131" y="57"/>
                  <a:pt x="128" y="49"/>
                </a:cubicBezTo>
                <a:cubicBezTo>
                  <a:pt x="125" y="42"/>
                  <a:pt x="120" y="36"/>
                  <a:pt x="115" y="30"/>
                </a:cubicBezTo>
                <a:cubicBezTo>
                  <a:pt x="110" y="25"/>
                  <a:pt x="103" y="20"/>
                  <a:pt x="96" y="17"/>
                </a:cubicBezTo>
                <a:cubicBezTo>
                  <a:pt x="88" y="14"/>
                  <a:pt x="80" y="12"/>
                  <a:pt x="72" y="12"/>
                </a:cubicBezTo>
                <a:cubicBezTo>
                  <a:pt x="64" y="12"/>
                  <a:pt x="56" y="14"/>
                  <a:pt x="49" y="17"/>
                </a:cubicBezTo>
                <a:cubicBezTo>
                  <a:pt x="41" y="20"/>
                  <a:pt x="35" y="25"/>
                  <a:pt x="29" y="30"/>
                </a:cubicBezTo>
                <a:cubicBezTo>
                  <a:pt x="24" y="36"/>
                  <a:pt x="20" y="42"/>
                  <a:pt x="16" y="49"/>
                </a:cubicBezTo>
                <a:cubicBezTo>
                  <a:pt x="13" y="57"/>
                  <a:pt x="12" y="65"/>
                  <a:pt x="12" y="73"/>
                </a:cubicBezTo>
                <a:cubicBezTo>
                  <a:pt x="12" y="81"/>
                  <a:pt x="13" y="89"/>
                  <a:pt x="16" y="96"/>
                </a:cubicBezTo>
                <a:cubicBezTo>
                  <a:pt x="20" y="104"/>
                  <a:pt x="24" y="110"/>
                  <a:pt x="29" y="116"/>
                </a:cubicBezTo>
                <a:cubicBezTo>
                  <a:pt x="35" y="121"/>
                  <a:pt x="41" y="125"/>
                  <a:pt x="49" y="129"/>
                </a:cubicBezTo>
                <a:cubicBezTo>
                  <a:pt x="56" y="132"/>
                  <a:pt x="64" y="133"/>
                  <a:pt x="72" y="133"/>
                </a:cubicBezTo>
                <a:cubicBezTo>
                  <a:pt x="80" y="133"/>
                  <a:pt x="88" y="132"/>
                  <a:pt x="96" y="129"/>
                </a:cubicBezTo>
                <a:cubicBezTo>
                  <a:pt x="103" y="125"/>
                  <a:pt x="110" y="121"/>
                  <a:pt x="115" y="116"/>
                </a:cubicBezTo>
                <a:cubicBezTo>
                  <a:pt x="120" y="110"/>
                  <a:pt x="125" y="104"/>
                  <a:pt x="128" y="96"/>
                </a:cubicBezTo>
                <a:close/>
                <a:moveTo>
                  <a:pt x="56" y="40"/>
                </a:moveTo>
                <a:cubicBezTo>
                  <a:pt x="59" y="43"/>
                  <a:pt x="60" y="45"/>
                  <a:pt x="60" y="49"/>
                </a:cubicBezTo>
                <a:cubicBezTo>
                  <a:pt x="60" y="52"/>
                  <a:pt x="59" y="55"/>
                  <a:pt x="56" y="57"/>
                </a:cubicBezTo>
                <a:cubicBezTo>
                  <a:pt x="54" y="60"/>
                  <a:pt x="51" y="61"/>
                  <a:pt x="48" y="61"/>
                </a:cubicBezTo>
                <a:cubicBezTo>
                  <a:pt x="45" y="61"/>
                  <a:pt x="42" y="60"/>
                  <a:pt x="39" y="57"/>
                </a:cubicBezTo>
                <a:cubicBezTo>
                  <a:pt x="37" y="55"/>
                  <a:pt x="36" y="52"/>
                  <a:pt x="36" y="49"/>
                </a:cubicBezTo>
                <a:cubicBezTo>
                  <a:pt x="36" y="45"/>
                  <a:pt x="37" y="43"/>
                  <a:pt x="39" y="40"/>
                </a:cubicBezTo>
                <a:cubicBezTo>
                  <a:pt x="42" y="38"/>
                  <a:pt x="45" y="37"/>
                  <a:pt x="48" y="37"/>
                </a:cubicBezTo>
                <a:cubicBezTo>
                  <a:pt x="51" y="37"/>
                  <a:pt x="54" y="38"/>
                  <a:pt x="56" y="40"/>
                </a:cubicBezTo>
                <a:close/>
                <a:moveTo>
                  <a:pt x="107" y="87"/>
                </a:moveTo>
                <a:cubicBezTo>
                  <a:pt x="108" y="88"/>
                  <a:pt x="108" y="89"/>
                  <a:pt x="108" y="91"/>
                </a:cubicBezTo>
                <a:cubicBezTo>
                  <a:pt x="108" y="93"/>
                  <a:pt x="108" y="94"/>
                  <a:pt x="107" y="95"/>
                </a:cubicBezTo>
                <a:cubicBezTo>
                  <a:pt x="105" y="97"/>
                  <a:pt x="104" y="97"/>
                  <a:pt x="102" y="97"/>
                </a:cubicBezTo>
                <a:cubicBezTo>
                  <a:pt x="42" y="97"/>
                  <a:pt x="42" y="97"/>
                  <a:pt x="42" y="97"/>
                </a:cubicBezTo>
                <a:cubicBezTo>
                  <a:pt x="40" y="97"/>
                  <a:pt x="39" y="97"/>
                  <a:pt x="38" y="95"/>
                </a:cubicBezTo>
                <a:cubicBezTo>
                  <a:pt x="36" y="94"/>
                  <a:pt x="36" y="93"/>
                  <a:pt x="36" y="91"/>
                </a:cubicBezTo>
                <a:cubicBezTo>
                  <a:pt x="36" y="89"/>
                  <a:pt x="36" y="88"/>
                  <a:pt x="38" y="87"/>
                </a:cubicBezTo>
                <a:cubicBezTo>
                  <a:pt x="39" y="86"/>
                  <a:pt x="40" y="85"/>
                  <a:pt x="42" y="85"/>
                </a:cubicBezTo>
                <a:cubicBezTo>
                  <a:pt x="102" y="85"/>
                  <a:pt x="102" y="85"/>
                  <a:pt x="102" y="85"/>
                </a:cubicBezTo>
                <a:cubicBezTo>
                  <a:pt x="104" y="85"/>
                  <a:pt x="105" y="86"/>
                  <a:pt x="107" y="87"/>
                </a:cubicBezTo>
                <a:close/>
                <a:moveTo>
                  <a:pt x="105" y="40"/>
                </a:moveTo>
                <a:cubicBezTo>
                  <a:pt x="107" y="43"/>
                  <a:pt x="108" y="45"/>
                  <a:pt x="108" y="49"/>
                </a:cubicBezTo>
                <a:cubicBezTo>
                  <a:pt x="108" y="52"/>
                  <a:pt x="107" y="55"/>
                  <a:pt x="105" y="57"/>
                </a:cubicBezTo>
                <a:cubicBezTo>
                  <a:pt x="103" y="60"/>
                  <a:pt x="100" y="61"/>
                  <a:pt x="96" y="61"/>
                </a:cubicBezTo>
                <a:cubicBezTo>
                  <a:pt x="93" y="61"/>
                  <a:pt x="90" y="60"/>
                  <a:pt x="88" y="57"/>
                </a:cubicBezTo>
                <a:cubicBezTo>
                  <a:pt x="85" y="55"/>
                  <a:pt x="84" y="52"/>
                  <a:pt x="84" y="49"/>
                </a:cubicBezTo>
                <a:cubicBezTo>
                  <a:pt x="84" y="45"/>
                  <a:pt x="85" y="43"/>
                  <a:pt x="88" y="40"/>
                </a:cubicBezTo>
                <a:cubicBezTo>
                  <a:pt x="90" y="38"/>
                  <a:pt x="93" y="37"/>
                  <a:pt x="96" y="37"/>
                </a:cubicBezTo>
                <a:cubicBezTo>
                  <a:pt x="100" y="37"/>
                  <a:pt x="103" y="38"/>
                  <a:pt x="105" y="4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53" name="Freeform 256"/>
          <p:cNvSpPr>
            <a:spLocks noEditPoints="1"/>
          </p:cNvSpPr>
          <p:nvPr/>
        </p:nvSpPr>
        <p:spPr bwMode="auto">
          <a:xfrm>
            <a:off x="5262898" y="4020059"/>
            <a:ext cx="259332" cy="138311"/>
          </a:xfrm>
          <a:custGeom>
            <a:avLst/>
            <a:gdLst>
              <a:gd name="T0" fmla="*/ 167 w 181"/>
              <a:gd name="T1" fmla="*/ 14 h 96"/>
              <a:gd name="T2" fmla="*/ 181 w 181"/>
              <a:gd name="T3" fmla="*/ 48 h 96"/>
              <a:gd name="T4" fmla="*/ 167 w 181"/>
              <a:gd name="T5" fmla="*/ 82 h 96"/>
              <a:gd name="T6" fmla="*/ 133 w 181"/>
              <a:gd name="T7" fmla="*/ 96 h 96"/>
              <a:gd name="T8" fmla="*/ 101 w 181"/>
              <a:gd name="T9" fmla="*/ 84 h 96"/>
              <a:gd name="T10" fmla="*/ 80 w 181"/>
              <a:gd name="T11" fmla="*/ 84 h 96"/>
              <a:gd name="T12" fmla="*/ 48 w 181"/>
              <a:gd name="T13" fmla="*/ 96 h 96"/>
              <a:gd name="T14" fmla="*/ 14 w 181"/>
              <a:gd name="T15" fmla="*/ 82 h 96"/>
              <a:gd name="T16" fmla="*/ 0 w 181"/>
              <a:gd name="T17" fmla="*/ 48 h 96"/>
              <a:gd name="T18" fmla="*/ 14 w 181"/>
              <a:gd name="T19" fmla="*/ 14 h 96"/>
              <a:gd name="T20" fmla="*/ 48 w 181"/>
              <a:gd name="T21" fmla="*/ 0 h 96"/>
              <a:gd name="T22" fmla="*/ 133 w 181"/>
              <a:gd name="T23" fmla="*/ 0 h 96"/>
              <a:gd name="T24" fmla="*/ 167 w 181"/>
              <a:gd name="T25" fmla="*/ 14 h 96"/>
              <a:gd name="T26" fmla="*/ 78 w 181"/>
              <a:gd name="T27" fmla="*/ 54 h 96"/>
              <a:gd name="T28" fmla="*/ 78 w 181"/>
              <a:gd name="T29" fmla="*/ 42 h 96"/>
              <a:gd name="T30" fmla="*/ 78 w 181"/>
              <a:gd name="T31" fmla="*/ 40 h 96"/>
              <a:gd name="T32" fmla="*/ 75 w 181"/>
              <a:gd name="T33" fmla="*/ 39 h 96"/>
              <a:gd name="T34" fmla="*/ 57 w 181"/>
              <a:gd name="T35" fmla="*/ 39 h 96"/>
              <a:gd name="T36" fmla="*/ 57 w 181"/>
              <a:gd name="T37" fmla="*/ 21 h 96"/>
              <a:gd name="T38" fmla="*/ 56 w 181"/>
              <a:gd name="T39" fmla="*/ 19 h 96"/>
              <a:gd name="T40" fmla="*/ 54 w 181"/>
              <a:gd name="T41" fmla="*/ 18 h 96"/>
              <a:gd name="T42" fmla="*/ 42 w 181"/>
              <a:gd name="T43" fmla="*/ 18 h 96"/>
              <a:gd name="T44" fmla="*/ 40 w 181"/>
              <a:gd name="T45" fmla="*/ 19 h 96"/>
              <a:gd name="T46" fmla="*/ 39 w 181"/>
              <a:gd name="T47" fmla="*/ 21 h 96"/>
              <a:gd name="T48" fmla="*/ 39 w 181"/>
              <a:gd name="T49" fmla="*/ 39 h 96"/>
              <a:gd name="T50" fmla="*/ 21 w 181"/>
              <a:gd name="T51" fmla="*/ 39 h 96"/>
              <a:gd name="T52" fmla="*/ 19 w 181"/>
              <a:gd name="T53" fmla="*/ 40 h 96"/>
              <a:gd name="T54" fmla="*/ 18 w 181"/>
              <a:gd name="T55" fmla="*/ 42 h 96"/>
              <a:gd name="T56" fmla="*/ 18 w 181"/>
              <a:gd name="T57" fmla="*/ 54 h 96"/>
              <a:gd name="T58" fmla="*/ 19 w 181"/>
              <a:gd name="T59" fmla="*/ 56 h 96"/>
              <a:gd name="T60" fmla="*/ 21 w 181"/>
              <a:gd name="T61" fmla="*/ 57 h 96"/>
              <a:gd name="T62" fmla="*/ 39 w 181"/>
              <a:gd name="T63" fmla="*/ 57 h 96"/>
              <a:gd name="T64" fmla="*/ 39 w 181"/>
              <a:gd name="T65" fmla="*/ 75 h 96"/>
              <a:gd name="T66" fmla="*/ 40 w 181"/>
              <a:gd name="T67" fmla="*/ 77 h 96"/>
              <a:gd name="T68" fmla="*/ 42 w 181"/>
              <a:gd name="T69" fmla="*/ 78 h 96"/>
              <a:gd name="T70" fmla="*/ 54 w 181"/>
              <a:gd name="T71" fmla="*/ 78 h 96"/>
              <a:gd name="T72" fmla="*/ 56 w 181"/>
              <a:gd name="T73" fmla="*/ 77 h 96"/>
              <a:gd name="T74" fmla="*/ 57 w 181"/>
              <a:gd name="T75" fmla="*/ 75 h 96"/>
              <a:gd name="T76" fmla="*/ 57 w 181"/>
              <a:gd name="T77" fmla="*/ 57 h 96"/>
              <a:gd name="T78" fmla="*/ 75 w 181"/>
              <a:gd name="T79" fmla="*/ 57 h 96"/>
              <a:gd name="T80" fmla="*/ 78 w 181"/>
              <a:gd name="T81" fmla="*/ 56 h 96"/>
              <a:gd name="T82" fmla="*/ 78 w 181"/>
              <a:gd name="T83" fmla="*/ 54 h 96"/>
              <a:gd name="T84" fmla="*/ 129 w 181"/>
              <a:gd name="T85" fmla="*/ 69 h 96"/>
              <a:gd name="T86" fmla="*/ 133 w 181"/>
              <a:gd name="T87" fmla="*/ 60 h 96"/>
              <a:gd name="T88" fmla="*/ 129 w 181"/>
              <a:gd name="T89" fmla="*/ 52 h 96"/>
              <a:gd name="T90" fmla="*/ 121 w 181"/>
              <a:gd name="T91" fmla="*/ 48 h 96"/>
              <a:gd name="T92" fmla="*/ 112 w 181"/>
              <a:gd name="T93" fmla="*/ 52 h 96"/>
              <a:gd name="T94" fmla="*/ 109 w 181"/>
              <a:gd name="T95" fmla="*/ 60 h 96"/>
              <a:gd name="T96" fmla="*/ 112 w 181"/>
              <a:gd name="T97" fmla="*/ 69 h 96"/>
              <a:gd name="T98" fmla="*/ 121 w 181"/>
              <a:gd name="T99" fmla="*/ 72 h 96"/>
              <a:gd name="T100" fmla="*/ 129 w 181"/>
              <a:gd name="T101" fmla="*/ 69 h 96"/>
              <a:gd name="T102" fmla="*/ 153 w 181"/>
              <a:gd name="T103" fmla="*/ 44 h 96"/>
              <a:gd name="T104" fmla="*/ 157 w 181"/>
              <a:gd name="T105" fmla="*/ 36 h 96"/>
              <a:gd name="T106" fmla="*/ 153 w 181"/>
              <a:gd name="T107" fmla="*/ 27 h 96"/>
              <a:gd name="T108" fmla="*/ 145 w 181"/>
              <a:gd name="T109" fmla="*/ 24 h 96"/>
              <a:gd name="T110" fmla="*/ 136 w 181"/>
              <a:gd name="T111" fmla="*/ 27 h 96"/>
              <a:gd name="T112" fmla="*/ 133 w 181"/>
              <a:gd name="T113" fmla="*/ 36 h 96"/>
              <a:gd name="T114" fmla="*/ 136 w 181"/>
              <a:gd name="T115" fmla="*/ 44 h 96"/>
              <a:gd name="T116" fmla="*/ 145 w 181"/>
              <a:gd name="T117" fmla="*/ 48 h 96"/>
              <a:gd name="T118" fmla="*/ 153 w 181"/>
              <a:gd name="T119" fmla="*/ 44 h 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81" h="96">
                <a:moveTo>
                  <a:pt x="167" y="14"/>
                </a:moveTo>
                <a:cubicBezTo>
                  <a:pt x="177" y="23"/>
                  <a:pt x="181" y="35"/>
                  <a:pt x="181" y="48"/>
                </a:cubicBezTo>
                <a:cubicBezTo>
                  <a:pt x="181" y="61"/>
                  <a:pt x="177" y="73"/>
                  <a:pt x="167" y="82"/>
                </a:cubicBezTo>
                <a:cubicBezTo>
                  <a:pt x="158" y="92"/>
                  <a:pt x="146" y="96"/>
                  <a:pt x="133" y="96"/>
                </a:cubicBezTo>
                <a:cubicBezTo>
                  <a:pt x="121" y="96"/>
                  <a:pt x="110" y="92"/>
                  <a:pt x="101" y="84"/>
                </a:cubicBezTo>
                <a:cubicBezTo>
                  <a:pt x="80" y="84"/>
                  <a:pt x="80" y="84"/>
                  <a:pt x="80" y="84"/>
                </a:cubicBezTo>
                <a:cubicBezTo>
                  <a:pt x="71" y="92"/>
                  <a:pt x="60" y="96"/>
                  <a:pt x="48" y="96"/>
                </a:cubicBezTo>
                <a:cubicBezTo>
                  <a:pt x="35" y="96"/>
                  <a:pt x="23" y="92"/>
                  <a:pt x="14" y="82"/>
                </a:cubicBezTo>
                <a:cubicBezTo>
                  <a:pt x="4" y="73"/>
                  <a:pt x="0" y="61"/>
                  <a:pt x="0" y="48"/>
                </a:cubicBezTo>
                <a:cubicBezTo>
                  <a:pt x="0" y="35"/>
                  <a:pt x="4" y="23"/>
                  <a:pt x="14" y="14"/>
                </a:cubicBezTo>
                <a:cubicBezTo>
                  <a:pt x="23" y="4"/>
                  <a:pt x="35" y="0"/>
                  <a:pt x="48" y="0"/>
                </a:cubicBezTo>
                <a:cubicBezTo>
                  <a:pt x="133" y="0"/>
                  <a:pt x="133" y="0"/>
                  <a:pt x="133" y="0"/>
                </a:cubicBezTo>
                <a:cubicBezTo>
                  <a:pt x="146" y="0"/>
                  <a:pt x="158" y="4"/>
                  <a:pt x="167" y="14"/>
                </a:cubicBezTo>
                <a:close/>
                <a:moveTo>
                  <a:pt x="78" y="54"/>
                </a:moveTo>
                <a:cubicBezTo>
                  <a:pt x="78" y="42"/>
                  <a:pt x="78" y="42"/>
                  <a:pt x="78" y="42"/>
                </a:cubicBezTo>
                <a:cubicBezTo>
                  <a:pt x="78" y="41"/>
                  <a:pt x="78" y="40"/>
                  <a:pt x="78" y="40"/>
                </a:cubicBezTo>
                <a:cubicBezTo>
                  <a:pt x="77" y="39"/>
                  <a:pt x="76" y="39"/>
                  <a:pt x="75" y="39"/>
                </a:cubicBezTo>
                <a:cubicBezTo>
                  <a:pt x="57" y="39"/>
                  <a:pt x="57" y="39"/>
                  <a:pt x="57" y="39"/>
                </a:cubicBezTo>
                <a:cubicBezTo>
                  <a:pt x="57" y="21"/>
                  <a:pt x="57" y="21"/>
                  <a:pt x="57" y="21"/>
                </a:cubicBezTo>
                <a:cubicBezTo>
                  <a:pt x="57" y="20"/>
                  <a:pt x="57" y="19"/>
                  <a:pt x="56" y="19"/>
                </a:cubicBezTo>
                <a:cubicBezTo>
                  <a:pt x="56" y="18"/>
                  <a:pt x="55" y="18"/>
                  <a:pt x="54" y="18"/>
                </a:cubicBezTo>
                <a:cubicBezTo>
                  <a:pt x="42" y="18"/>
                  <a:pt x="42" y="18"/>
                  <a:pt x="42" y="18"/>
                </a:cubicBezTo>
                <a:cubicBezTo>
                  <a:pt x="41" y="18"/>
                  <a:pt x="40" y="18"/>
                  <a:pt x="40" y="19"/>
                </a:cubicBezTo>
                <a:cubicBezTo>
                  <a:pt x="39" y="19"/>
                  <a:pt x="39" y="20"/>
                  <a:pt x="39" y="21"/>
                </a:cubicBezTo>
                <a:cubicBezTo>
                  <a:pt x="39" y="39"/>
                  <a:pt x="39" y="39"/>
                  <a:pt x="39" y="39"/>
                </a:cubicBezTo>
                <a:cubicBezTo>
                  <a:pt x="21" y="39"/>
                  <a:pt x="21" y="39"/>
                  <a:pt x="21" y="39"/>
                </a:cubicBezTo>
                <a:cubicBezTo>
                  <a:pt x="20" y="39"/>
                  <a:pt x="19" y="39"/>
                  <a:pt x="19" y="40"/>
                </a:cubicBezTo>
                <a:cubicBezTo>
                  <a:pt x="18" y="40"/>
                  <a:pt x="18" y="41"/>
                  <a:pt x="18" y="42"/>
                </a:cubicBezTo>
                <a:cubicBezTo>
                  <a:pt x="18" y="54"/>
                  <a:pt x="18" y="54"/>
                  <a:pt x="18" y="54"/>
                </a:cubicBezTo>
                <a:cubicBezTo>
                  <a:pt x="18" y="55"/>
                  <a:pt x="18" y="56"/>
                  <a:pt x="19" y="56"/>
                </a:cubicBezTo>
                <a:cubicBezTo>
                  <a:pt x="19" y="57"/>
                  <a:pt x="20" y="57"/>
                  <a:pt x="21" y="57"/>
                </a:cubicBezTo>
                <a:cubicBezTo>
                  <a:pt x="39" y="57"/>
                  <a:pt x="39" y="57"/>
                  <a:pt x="39" y="57"/>
                </a:cubicBezTo>
                <a:cubicBezTo>
                  <a:pt x="39" y="75"/>
                  <a:pt x="39" y="75"/>
                  <a:pt x="39" y="75"/>
                </a:cubicBezTo>
                <a:cubicBezTo>
                  <a:pt x="39" y="76"/>
                  <a:pt x="39" y="77"/>
                  <a:pt x="40" y="77"/>
                </a:cubicBezTo>
                <a:cubicBezTo>
                  <a:pt x="40" y="78"/>
                  <a:pt x="41" y="78"/>
                  <a:pt x="42" y="78"/>
                </a:cubicBezTo>
                <a:cubicBezTo>
                  <a:pt x="54" y="78"/>
                  <a:pt x="54" y="78"/>
                  <a:pt x="54" y="78"/>
                </a:cubicBezTo>
                <a:cubicBezTo>
                  <a:pt x="55" y="78"/>
                  <a:pt x="56" y="78"/>
                  <a:pt x="56" y="77"/>
                </a:cubicBezTo>
                <a:cubicBezTo>
                  <a:pt x="57" y="77"/>
                  <a:pt x="57" y="76"/>
                  <a:pt x="57" y="75"/>
                </a:cubicBezTo>
                <a:cubicBezTo>
                  <a:pt x="57" y="57"/>
                  <a:pt x="57" y="57"/>
                  <a:pt x="57" y="57"/>
                </a:cubicBezTo>
                <a:cubicBezTo>
                  <a:pt x="75" y="57"/>
                  <a:pt x="75" y="57"/>
                  <a:pt x="75" y="57"/>
                </a:cubicBezTo>
                <a:cubicBezTo>
                  <a:pt x="76" y="57"/>
                  <a:pt x="77" y="57"/>
                  <a:pt x="78" y="56"/>
                </a:cubicBezTo>
                <a:cubicBezTo>
                  <a:pt x="78" y="56"/>
                  <a:pt x="78" y="55"/>
                  <a:pt x="78" y="54"/>
                </a:cubicBezTo>
                <a:close/>
                <a:moveTo>
                  <a:pt x="129" y="69"/>
                </a:moveTo>
                <a:cubicBezTo>
                  <a:pt x="132" y="66"/>
                  <a:pt x="133" y="63"/>
                  <a:pt x="133" y="60"/>
                </a:cubicBezTo>
                <a:cubicBezTo>
                  <a:pt x="133" y="57"/>
                  <a:pt x="132" y="54"/>
                  <a:pt x="129" y="52"/>
                </a:cubicBezTo>
                <a:cubicBezTo>
                  <a:pt x="127" y="49"/>
                  <a:pt x="124" y="48"/>
                  <a:pt x="121" y="48"/>
                </a:cubicBezTo>
                <a:cubicBezTo>
                  <a:pt x="117" y="48"/>
                  <a:pt x="115" y="49"/>
                  <a:pt x="112" y="52"/>
                </a:cubicBezTo>
                <a:cubicBezTo>
                  <a:pt x="110" y="54"/>
                  <a:pt x="109" y="57"/>
                  <a:pt x="109" y="60"/>
                </a:cubicBezTo>
                <a:cubicBezTo>
                  <a:pt x="109" y="63"/>
                  <a:pt x="110" y="66"/>
                  <a:pt x="112" y="69"/>
                </a:cubicBezTo>
                <a:cubicBezTo>
                  <a:pt x="115" y="71"/>
                  <a:pt x="117" y="72"/>
                  <a:pt x="121" y="72"/>
                </a:cubicBezTo>
                <a:cubicBezTo>
                  <a:pt x="124" y="72"/>
                  <a:pt x="127" y="71"/>
                  <a:pt x="129" y="69"/>
                </a:cubicBezTo>
                <a:close/>
                <a:moveTo>
                  <a:pt x="153" y="44"/>
                </a:moveTo>
                <a:cubicBezTo>
                  <a:pt x="156" y="42"/>
                  <a:pt x="157" y="39"/>
                  <a:pt x="157" y="36"/>
                </a:cubicBezTo>
                <a:cubicBezTo>
                  <a:pt x="157" y="33"/>
                  <a:pt x="156" y="30"/>
                  <a:pt x="153" y="27"/>
                </a:cubicBezTo>
                <a:cubicBezTo>
                  <a:pt x="151" y="25"/>
                  <a:pt x="148" y="24"/>
                  <a:pt x="145" y="24"/>
                </a:cubicBezTo>
                <a:cubicBezTo>
                  <a:pt x="142" y="24"/>
                  <a:pt x="139" y="25"/>
                  <a:pt x="136" y="27"/>
                </a:cubicBezTo>
                <a:cubicBezTo>
                  <a:pt x="134" y="30"/>
                  <a:pt x="133" y="33"/>
                  <a:pt x="133" y="36"/>
                </a:cubicBezTo>
                <a:cubicBezTo>
                  <a:pt x="133" y="39"/>
                  <a:pt x="134" y="42"/>
                  <a:pt x="136" y="44"/>
                </a:cubicBezTo>
                <a:cubicBezTo>
                  <a:pt x="139" y="47"/>
                  <a:pt x="142" y="48"/>
                  <a:pt x="145" y="48"/>
                </a:cubicBezTo>
                <a:cubicBezTo>
                  <a:pt x="148" y="48"/>
                  <a:pt x="151" y="47"/>
                  <a:pt x="153" y="4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54" name="Freeform 257"/>
          <p:cNvSpPr>
            <a:spLocks noEditPoints="1"/>
          </p:cNvSpPr>
          <p:nvPr/>
        </p:nvSpPr>
        <p:spPr bwMode="auto">
          <a:xfrm>
            <a:off x="5587063" y="4002771"/>
            <a:ext cx="261493" cy="155599"/>
          </a:xfrm>
          <a:custGeom>
            <a:avLst/>
            <a:gdLst>
              <a:gd name="T0" fmla="*/ 178 w 182"/>
              <a:gd name="T1" fmla="*/ 105 h 108"/>
              <a:gd name="T2" fmla="*/ 4 w 182"/>
              <a:gd name="T3" fmla="*/ 105 h 108"/>
              <a:gd name="T4" fmla="*/ 4 w 182"/>
              <a:gd name="T5" fmla="*/ 3 h 108"/>
              <a:gd name="T6" fmla="*/ 178 w 182"/>
              <a:gd name="T7" fmla="*/ 3 h 108"/>
              <a:gd name="T8" fmla="*/ 170 w 182"/>
              <a:gd name="T9" fmla="*/ 12 h 108"/>
              <a:gd name="T10" fmla="*/ 170 w 182"/>
              <a:gd name="T11" fmla="*/ 96 h 108"/>
              <a:gd name="T12" fmla="*/ 35 w 182"/>
              <a:gd name="T13" fmla="*/ 36 h 108"/>
              <a:gd name="T14" fmla="*/ 24 w 182"/>
              <a:gd name="T15" fmla="*/ 25 h 108"/>
              <a:gd name="T16" fmla="*/ 37 w 182"/>
              <a:gd name="T17" fmla="*/ 25 h 108"/>
              <a:gd name="T18" fmla="*/ 47 w 182"/>
              <a:gd name="T19" fmla="*/ 60 h 108"/>
              <a:gd name="T20" fmla="*/ 24 w 182"/>
              <a:gd name="T21" fmla="*/ 49 h 108"/>
              <a:gd name="T22" fmla="*/ 49 w 182"/>
              <a:gd name="T23" fmla="*/ 49 h 108"/>
              <a:gd name="T24" fmla="*/ 35 w 182"/>
              <a:gd name="T25" fmla="*/ 84 h 108"/>
              <a:gd name="T26" fmla="*/ 24 w 182"/>
              <a:gd name="T27" fmla="*/ 74 h 108"/>
              <a:gd name="T28" fmla="*/ 37 w 182"/>
              <a:gd name="T29" fmla="*/ 74 h 108"/>
              <a:gd name="T30" fmla="*/ 59 w 182"/>
              <a:gd name="T31" fmla="*/ 36 h 108"/>
              <a:gd name="T32" fmla="*/ 49 w 182"/>
              <a:gd name="T33" fmla="*/ 25 h 108"/>
              <a:gd name="T34" fmla="*/ 61 w 182"/>
              <a:gd name="T35" fmla="*/ 25 h 108"/>
              <a:gd name="T36" fmla="*/ 132 w 182"/>
              <a:gd name="T37" fmla="*/ 84 h 108"/>
              <a:gd name="T38" fmla="*/ 49 w 182"/>
              <a:gd name="T39" fmla="*/ 74 h 108"/>
              <a:gd name="T40" fmla="*/ 133 w 182"/>
              <a:gd name="T41" fmla="*/ 74 h 108"/>
              <a:gd name="T42" fmla="*/ 71 w 182"/>
              <a:gd name="T43" fmla="*/ 60 h 108"/>
              <a:gd name="T44" fmla="*/ 61 w 182"/>
              <a:gd name="T45" fmla="*/ 49 h 108"/>
              <a:gd name="T46" fmla="*/ 73 w 182"/>
              <a:gd name="T47" fmla="*/ 49 h 108"/>
              <a:gd name="T48" fmla="*/ 83 w 182"/>
              <a:gd name="T49" fmla="*/ 36 h 108"/>
              <a:gd name="T50" fmla="*/ 73 w 182"/>
              <a:gd name="T51" fmla="*/ 25 h 108"/>
              <a:gd name="T52" fmla="*/ 85 w 182"/>
              <a:gd name="T53" fmla="*/ 25 h 108"/>
              <a:gd name="T54" fmla="*/ 96 w 182"/>
              <a:gd name="T55" fmla="*/ 60 h 108"/>
              <a:gd name="T56" fmla="*/ 85 w 182"/>
              <a:gd name="T57" fmla="*/ 49 h 108"/>
              <a:gd name="T58" fmla="*/ 97 w 182"/>
              <a:gd name="T59" fmla="*/ 49 h 108"/>
              <a:gd name="T60" fmla="*/ 108 w 182"/>
              <a:gd name="T61" fmla="*/ 36 h 108"/>
              <a:gd name="T62" fmla="*/ 97 w 182"/>
              <a:gd name="T63" fmla="*/ 25 h 108"/>
              <a:gd name="T64" fmla="*/ 109 w 182"/>
              <a:gd name="T65" fmla="*/ 25 h 108"/>
              <a:gd name="T66" fmla="*/ 120 w 182"/>
              <a:gd name="T67" fmla="*/ 60 h 108"/>
              <a:gd name="T68" fmla="*/ 109 w 182"/>
              <a:gd name="T69" fmla="*/ 49 h 108"/>
              <a:gd name="T70" fmla="*/ 121 w 182"/>
              <a:gd name="T71" fmla="*/ 49 h 108"/>
              <a:gd name="T72" fmla="*/ 132 w 182"/>
              <a:gd name="T73" fmla="*/ 36 h 108"/>
              <a:gd name="T74" fmla="*/ 121 w 182"/>
              <a:gd name="T75" fmla="*/ 25 h 108"/>
              <a:gd name="T76" fmla="*/ 133 w 182"/>
              <a:gd name="T77" fmla="*/ 25 h 108"/>
              <a:gd name="T78" fmla="*/ 156 w 182"/>
              <a:gd name="T79" fmla="*/ 60 h 108"/>
              <a:gd name="T80" fmla="*/ 133 w 182"/>
              <a:gd name="T81" fmla="*/ 49 h 108"/>
              <a:gd name="T82" fmla="*/ 145 w 182"/>
              <a:gd name="T83" fmla="*/ 25 h 108"/>
              <a:gd name="T84" fmla="*/ 158 w 182"/>
              <a:gd name="T85" fmla="*/ 25 h 108"/>
              <a:gd name="T86" fmla="*/ 156 w 182"/>
              <a:gd name="T87" fmla="*/ 84 h 108"/>
              <a:gd name="T88" fmla="*/ 145 w 182"/>
              <a:gd name="T89" fmla="*/ 74 h 108"/>
              <a:gd name="T90" fmla="*/ 158 w 182"/>
              <a:gd name="T91" fmla="*/ 74 h 1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82" h="108">
                <a:moveTo>
                  <a:pt x="182" y="12"/>
                </a:moveTo>
                <a:cubicBezTo>
                  <a:pt x="182" y="96"/>
                  <a:pt x="182" y="96"/>
                  <a:pt x="182" y="96"/>
                </a:cubicBezTo>
                <a:cubicBezTo>
                  <a:pt x="182" y="100"/>
                  <a:pt x="181" y="103"/>
                  <a:pt x="178" y="105"/>
                </a:cubicBezTo>
                <a:cubicBezTo>
                  <a:pt x="176" y="107"/>
                  <a:pt x="173" y="108"/>
                  <a:pt x="170" y="108"/>
                </a:cubicBezTo>
                <a:cubicBezTo>
                  <a:pt x="12" y="108"/>
                  <a:pt x="12" y="108"/>
                  <a:pt x="12" y="108"/>
                </a:cubicBezTo>
                <a:cubicBezTo>
                  <a:pt x="9" y="108"/>
                  <a:pt x="6" y="107"/>
                  <a:pt x="4" y="105"/>
                </a:cubicBezTo>
                <a:cubicBezTo>
                  <a:pt x="1" y="103"/>
                  <a:pt x="0" y="100"/>
                  <a:pt x="0" y="96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8"/>
                  <a:pt x="1" y="5"/>
                  <a:pt x="4" y="3"/>
                </a:cubicBezTo>
                <a:cubicBezTo>
                  <a:pt x="6" y="1"/>
                  <a:pt x="9" y="0"/>
                  <a:pt x="12" y="0"/>
                </a:cubicBezTo>
                <a:cubicBezTo>
                  <a:pt x="170" y="0"/>
                  <a:pt x="170" y="0"/>
                  <a:pt x="170" y="0"/>
                </a:cubicBezTo>
                <a:cubicBezTo>
                  <a:pt x="173" y="0"/>
                  <a:pt x="176" y="1"/>
                  <a:pt x="178" y="3"/>
                </a:cubicBezTo>
                <a:cubicBezTo>
                  <a:pt x="181" y="5"/>
                  <a:pt x="182" y="8"/>
                  <a:pt x="182" y="12"/>
                </a:cubicBezTo>
                <a:close/>
                <a:moveTo>
                  <a:pt x="170" y="96"/>
                </a:moveTo>
                <a:cubicBezTo>
                  <a:pt x="170" y="12"/>
                  <a:pt x="170" y="12"/>
                  <a:pt x="170" y="12"/>
                </a:cubicBezTo>
                <a:cubicBezTo>
                  <a:pt x="12" y="12"/>
                  <a:pt x="12" y="12"/>
                  <a:pt x="12" y="12"/>
                </a:cubicBezTo>
                <a:cubicBezTo>
                  <a:pt x="12" y="96"/>
                  <a:pt x="12" y="96"/>
                  <a:pt x="12" y="96"/>
                </a:cubicBezTo>
                <a:lnTo>
                  <a:pt x="170" y="96"/>
                </a:lnTo>
                <a:close/>
                <a:moveTo>
                  <a:pt x="37" y="25"/>
                </a:moveTo>
                <a:cubicBezTo>
                  <a:pt x="37" y="34"/>
                  <a:pt x="37" y="34"/>
                  <a:pt x="37" y="34"/>
                </a:cubicBezTo>
                <a:cubicBezTo>
                  <a:pt x="37" y="35"/>
                  <a:pt x="36" y="36"/>
                  <a:pt x="35" y="36"/>
                </a:cubicBezTo>
                <a:cubicBezTo>
                  <a:pt x="26" y="36"/>
                  <a:pt x="26" y="36"/>
                  <a:pt x="26" y="36"/>
                </a:cubicBezTo>
                <a:cubicBezTo>
                  <a:pt x="25" y="36"/>
                  <a:pt x="24" y="35"/>
                  <a:pt x="24" y="34"/>
                </a:cubicBezTo>
                <a:cubicBezTo>
                  <a:pt x="24" y="25"/>
                  <a:pt x="24" y="25"/>
                  <a:pt x="24" y="25"/>
                </a:cubicBezTo>
                <a:cubicBezTo>
                  <a:pt x="24" y="24"/>
                  <a:pt x="25" y="24"/>
                  <a:pt x="26" y="24"/>
                </a:cubicBezTo>
                <a:cubicBezTo>
                  <a:pt x="35" y="24"/>
                  <a:pt x="35" y="24"/>
                  <a:pt x="35" y="24"/>
                </a:cubicBezTo>
                <a:cubicBezTo>
                  <a:pt x="36" y="24"/>
                  <a:pt x="37" y="24"/>
                  <a:pt x="37" y="25"/>
                </a:cubicBezTo>
                <a:close/>
                <a:moveTo>
                  <a:pt x="49" y="49"/>
                </a:moveTo>
                <a:cubicBezTo>
                  <a:pt x="49" y="59"/>
                  <a:pt x="49" y="59"/>
                  <a:pt x="49" y="59"/>
                </a:cubicBezTo>
                <a:cubicBezTo>
                  <a:pt x="49" y="60"/>
                  <a:pt x="48" y="60"/>
                  <a:pt x="47" y="60"/>
                </a:cubicBezTo>
                <a:cubicBezTo>
                  <a:pt x="26" y="60"/>
                  <a:pt x="26" y="60"/>
                  <a:pt x="26" y="60"/>
                </a:cubicBezTo>
                <a:cubicBezTo>
                  <a:pt x="25" y="60"/>
                  <a:pt x="24" y="60"/>
                  <a:pt x="24" y="59"/>
                </a:cubicBezTo>
                <a:cubicBezTo>
                  <a:pt x="24" y="49"/>
                  <a:pt x="24" y="49"/>
                  <a:pt x="24" y="49"/>
                </a:cubicBezTo>
                <a:cubicBezTo>
                  <a:pt x="24" y="48"/>
                  <a:pt x="25" y="48"/>
                  <a:pt x="26" y="48"/>
                </a:cubicBezTo>
                <a:cubicBezTo>
                  <a:pt x="47" y="48"/>
                  <a:pt x="47" y="48"/>
                  <a:pt x="47" y="48"/>
                </a:cubicBezTo>
                <a:cubicBezTo>
                  <a:pt x="48" y="48"/>
                  <a:pt x="49" y="48"/>
                  <a:pt x="49" y="49"/>
                </a:cubicBezTo>
                <a:close/>
                <a:moveTo>
                  <a:pt x="37" y="74"/>
                </a:moveTo>
                <a:cubicBezTo>
                  <a:pt x="37" y="83"/>
                  <a:pt x="37" y="83"/>
                  <a:pt x="37" y="83"/>
                </a:cubicBezTo>
                <a:cubicBezTo>
                  <a:pt x="37" y="84"/>
                  <a:pt x="36" y="84"/>
                  <a:pt x="35" y="84"/>
                </a:cubicBezTo>
                <a:cubicBezTo>
                  <a:pt x="26" y="84"/>
                  <a:pt x="26" y="84"/>
                  <a:pt x="26" y="84"/>
                </a:cubicBezTo>
                <a:cubicBezTo>
                  <a:pt x="25" y="84"/>
                  <a:pt x="24" y="84"/>
                  <a:pt x="24" y="83"/>
                </a:cubicBezTo>
                <a:cubicBezTo>
                  <a:pt x="24" y="74"/>
                  <a:pt x="24" y="74"/>
                  <a:pt x="24" y="74"/>
                </a:cubicBezTo>
                <a:cubicBezTo>
                  <a:pt x="24" y="73"/>
                  <a:pt x="25" y="72"/>
                  <a:pt x="26" y="72"/>
                </a:cubicBezTo>
                <a:cubicBezTo>
                  <a:pt x="35" y="72"/>
                  <a:pt x="35" y="72"/>
                  <a:pt x="35" y="72"/>
                </a:cubicBezTo>
                <a:cubicBezTo>
                  <a:pt x="36" y="72"/>
                  <a:pt x="37" y="73"/>
                  <a:pt x="37" y="74"/>
                </a:cubicBezTo>
                <a:close/>
                <a:moveTo>
                  <a:pt x="61" y="25"/>
                </a:moveTo>
                <a:cubicBezTo>
                  <a:pt x="61" y="34"/>
                  <a:pt x="61" y="34"/>
                  <a:pt x="61" y="34"/>
                </a:cubicBezTo>
                <a:cubicBezTo>
                  <a:pt x="61" y="35"/>
                  <a:pt x="60" y="36"/>
                  <a:pt x="59" y="36"/>
                </a:cubicBezTo>
                <a:cubicBezTo>
                  <a:pt x="50" y="36"/>
                  <a:pt x="50" y="36"/>
                  <a:pt x="50" y="36"/>
                </a:cubicBezTo>
                <a:cubicBezTo>
                  <a:pt x="49" y="36"/>
                  <a:pt x="49" y="35"/>
                  <a:pt x="49" y="34"/>
                </a:cubicBezTo>
                <a:cubicBezTo>
                  <a:pt x="49" y="25"/>
                  <a:pt x="49" y="25"/>
                  <a:pt x="49" y="25"/>
                </a:cubicBezTo>
                <a:cubicBezTo>
                  <a:pt x="49" y="24"/>
                  <a:pt x="49" y="24"/>
                  <a:pt x="50" y="24"/>
                </a:cubicBezTo>
                <a:cubicBezTo>
                  <a:pt x="59" y="24"/>
                  <a:pt x="59" y="24"/>
                  <a:pt x="59" y="24"/>
                </a:cubicBezTo>
                <a:cubicBezTo>
                  <a:pt x="60" y="24"/>
                  <a:pt x="61" y="24"/>
                  <a:pt x="61" y="25"/>
                </a:cubicBezTo>
                <a:close/>
                <a:moveTo>
                  <a:pt x="133" y="74"/>
                </a:moveTo>
                <a:cubicBezTo>
                  <a:pt x="133" y="83"/>
                  <a:pt x="133" y="83"/>
                  <a:pt x="133" y="83"/>
                </a:cubicBezTo>
                <a:cubicBezTo>
                  <a:pt x="133" y="84"/>
                  <a:pt x="133" y="84"/>
                  <a:pt x="132" y="84"/>
                </a:cubicBezTo>
                <a:cubicBezTo>
                  <a:pt x="50" y="84"/>
                  <a:pt x="50" y="84"/>
                  <a:pt x="50" y="84"/>
                </a:cubicBezTo>
                <a:cubicBezTo>
                  <a:pt x="49" y="84"/>
                  <a:pt x="49" y="84"/>
                  <a:pt x="49" y="83"/>
                </a:cubicBezTo>
                <a:cubicBezTo>
                  <a:pt x="49" y="74"/>
                  <a:pt x="49" y="74"/>
                  <a:pt x="49" y="74"/>
                </a:cubicBezTo>
                <a:cubicBezTo>
                  <a:pt x="49" y="73"/>
                  <a:pt x="49" y="72"/>
                  <a:pt x="50" y="72"/>
                </a:cubicBezTo>
                <a:cubicBezTo>
                  <a:pt x="132" y="72"/>
                  <a:pt x="132" y="72"/>
                  <a:pt x="132" y="72"/>
                </a:cubicBezTo>
                <a:cubicBezTo>
                  <a:pt x="133" y="72"/>
                  <a:pt x="133" y="73"/>
                  <a:pt x="133" y="74"/>
                </a:cubicBezTo>
                <a:close/>
                <a:moveTo>
                  <a:pt x="73" y="49"/>
                </a:moveTo>
                <a:cubicBezTo>
                  <a:pt x="73" y="59"/>
                  <a:pt x="73" y="59"/>
                  <a:pt x="73" y="59"/>
                </a:cubicBezTo>
                <a:cubicBezTo>
                  <a:pt x="73" y="60"/>
                  <a:pt x="72" y="60"/>
                  <a:pt x="71" y="60"/>
                </a:cubicBezTo>
                <a:cubicBezTo>
                  <a:pt x="62" y="60"/>
                  <a:pt x="62" y="60"/>
                  <a:pt x="62" y="60"/>
                </a:cubicBezTo>
                <a:cubicBezTo>
                  <a:pt x="61" y="60"/>
                  <a:pt x="61" y="60"/>
                  <a:pt x="61" y="59"/>
                </a:cubicBezTo>
                <a:cubicBezTo>
                  <a:pt x="61" y="49"/>
                  <a:pt x="61" y="49"/>
                  <a:pt x="61" y="49"/>
                </a:cubicBezTo>
                <a:cubicBezTo>
                  <a:pt x="61" y="48"/>
                  <a:pt x="61" y="48"/>
                  <a:pt x="62" y="48"/>
                </a:cubicBezTo>
                <a:cubicBezTo>
                  <a:pt x="71" y="48"/>
                  <a:pt x="71" y="48"/>
                  <a:pt x="71" y="48"/>
                </a:cubicBezTo>
                <a:cubicBezTo>
                  <a:pt x="72" y="48"/>
                  <a:pt x="73" y="48"/>
                  <a:pt x="73" y="49"/>
                </a:cubicBezTo>
                <a:close/>
                <a:moveTo>
                  <a:pt x="85" y="25"/>
                </a:moveTo>
                <a:cubicBezTo>
                  <a:pt x="85" y="34"/>
                  <a:pt x="85" y="34"/>
                  <a:pt x="85" y="34"/>
                </a:cubicBezTo>
                <a:cubicBezTo>
                  <a:pt x="85" y="35"/>
                  <a:pt x="84" y="36"/>
                  <a:pt x="83" y="36"/>
                </a:cubicBezTo>
                <a:cubicBezTo>
                  <a:pt x="74" y="36"/>
                  <a:pt x="74" y="36"/>
                  <a:pt x="74" y="36"/>
                </a:cubicBezTo>
                <a:cubicBezTo>
                  <a:pt x="73" y="36"/>
                  <a:pt x="73" y="35"/>
                  <a:pt x="73" y="34"/>
                </a:cubicBezTo>
                <a:cubicBezTo>
                  <a:pt x="73" y="25"/>
                  <a:pt x="73" y="25"/>
                  <a:pt x="73" y="25"/>
                </a:cubicBezTo>
                <a:cubicBezTo>
                  <a:pt x="73" y="24"/>
                  <a:pt x="73" y="24"/>
                  <a:pt x="74" y="24"/>
                </a:cubicBezTo>
                <a:cubicBezTo>
                  <a:pt x="83" y="24"/>
                  <a:pt x="83" y="24"/>
                  <a:pt x="83" y="24"/>
                </a:cubicBezTo>
                <a:cubicBezTo>
                  <a:pt x="84" y="24"/>
                  <a:pt x="85" y="24"/>
                  <a:pt x="85" y="25"/>
                </a:cubicBezTo>
                <a:close/>
                <a:moveTo>
                  <a:pt x="97" y="49"/>
                </a:moveTo>
                <a:cubicBezTo>
                  <a:pt x="97" y="59"/>
                  <a:pt x="97" y="59"/>
                  <a:pt x="97" y="59"/>
                </a:cubicBezTo>
                <a:cubicBezTo>
                  <a:pt x="97" y="60"/>
                  <a:pt x="97" y="60"/>
                  <a:pt x="96" y="60"/>
                </a:cubicBezTo>
                <a:cubicBezTo>
                  <a:pt x="86" y="60"/>
                  <a:pt x="86" y="60"/>
                  <a:pt x="86" y="60"/>
                </a:cubicBezTo>
                <a:cubicBezTo>
                  <a:pt x="85" y="60"/>
                  <a:pt x="85" y="60"/>
                  <a:pt x="85" y="59"/>
                </a:cubicBezTo>
                <a:cubicBezTo>
                  <a:pt x="85" y="49"/>
                  <a:pt x="85" y="49"/>
                  <a:pt x="85" y="49"/>
                </a:cubicBezTo>
                <a:cubicBezTo>
                  <a:pt x="85" y="48"/>
                  <a:pt x="85" y="48"/>
                  <a:pt x="86" y="48"/>
                </a:cubicBezTo>
                <a:cubicBezTo>
                  <a:pt x="96" y="48"/>
                  <a:pt x="96" y="48"/>
                  <a:pt x="96" y="48"/>
                </a:cubicBezTo>
                <a:cubicBezTo>
                  <a:pt x="97" y="48"/>
                  <a:pt x="97" y="48"/>
                  <a:pt x="97" y="49"/>
                </a:cubicBezTo>
                <a:close/>
                <a:moveTo>
                  <a:pt x="109" y="25"/>
                </a:moveTo>
                <a:cubicBezTo>
                  <a:pt x="109" y="34"/>
                  <a:pt x="109" y="34"/>
                  <a:pt x="109" y="34"/>
                </a:cubicBezTo>
                <a:cubicBezTo>
                  <a:pt x="109" y="35"/>
                  <a:pt x="109" y="36"/>
                  <a:pt x="108" y="36"/>
                </a:cubicBezTo>
                <a:cubicBezTo>
                  <a:pt x="99" y="36"/>
                  <a:pt x="99" y="36"/>
                  <a:pt x="99" y="36"/>
                </a:cubicBezTo>
                <a:cubicBezTo>
                  <a:pt x="98" y="36"/>
                  <a:pt x="97" y="35"/>
                  <a:pt x="97" y="34"/>
                </a:cubicBezTo>
                <a:cubicBezTo>
                  <a:pt x="97" y="25"/>
                  <a:pt x="97" y="25"/>
                  <a:pt x="97" y="25"/>
                </a:cubicBezTo>
                <a:cubicBezTo>
                  <a:pt x="97" y="24"/>
                  <a:pt x="98" y="24"/>
                  <a:pt x="99" y="24"/>
                </a:cubicBezTo>
                <a:cubicBezTo>
                  <a:pt x="108" y="24"/>
                  <a:pt x="108" y="24"/>
                  <a:pt x="108" y="24"/>
                </a:cubicBezTo>
                <a:cubicBezTo>
                  <a:pt x="109" y="24"/>
                  <a:pt x="109" y="24"/>
                  <a:pt x="109" y="25"/>
                </a:cubicBezTo>
                <a:close/>
                <a:moveTo>
                  <a:pt x="121" y="49"/>
                </a:moveTo>
                <a:cubicBezTo>
                  <a:pt x="121" y="59"/>
                  <a:pt x="121" y="59"/>
                  <a:pt x="121" y="59"/>
                </a:cubicBezTo>
                <a:cubicBezTo>
                  <a:pt x="121" y="60"/>
                  <a:pt x="121" y="60"/>
                  <a:pt x="120" y="60"/>
                </a:cubicBezTo>
                <a:cubicBezTo>
                  <a:pt x="111" y="60"/>
                  <a:pt x="111" y="60"/>
                  <a:pt x="111" y="60"/>
                </a:cubicBezTo>
                <a:cubicBezTo>
                  <a:pt x="110" y="60"/>
                  <a:pt x="109" y="60"/>
                  <a:pt x="109" y="59"/>
                </a:cubicBezTo>
                <a:cubicBezTo>
                  <a:pt x="109" y="49"/>
                  <a:pt x="109" y="49"/>
                  <a:pt x="109" y="49"/>
                </a:cubicBezTo>
                <a:cubicBezTo>
                  <a:pt x="109" y="48"/>
                  <a:pt x="110" y="48"/>
                  <a:pt x="111" y="48"/>
                </a:cubicBezTo>
                <a:cubicBezTo>
                  <a:pt x="120" y="48"/>
                  <a:pt x="120" y="48"/>
                  <a:pt x="120" y="48"/>
                </a:cubicBezTo>
                <a:cubicBezTo>
                  <a:pt x="121" y="48"/>
                  <a:pt x="121" y="48"/>
                  <a:pt x="121" y="49"/>
                </a:cubicBezTo>
                <a:close/>
                <a:moveTo>
                  <a:pt x="133" y="25"/>
                </a:moveTo>
                <a:cubicBezTo>
                  <a:pt x="133" y="34"/>
                  <a:pt x="133" y="34"/>
                  <a:pt x="133" y="34"/>
                </a:cubicBezTo>
                <a:cubicBezTo>
                  <a:pt x="133" y="35"/>
                  <a:pt x="133" y="36"/>
                  <a:pt x="132" y="36"/>
                </a:cubicBezTo>
                <a:cubicBezTo>
                  <a:pt x="123" y="36"/>
                  <a:pt x="123" y="36"/>
                  <a:pt x="123" y="36"/>
                </a:cubicBezTo>
                <a:cubicBezTo>
                  <a:pt x="122" y="36"/>
                  <a:pt x="121" y="35"/>
                  <a:pt x="121" y="34"/>
                </a:cubicBezTo>
                <a:cubicBezTo>
                  <a:pt x="121" y="25"/>
                  <a:pt x="121" y="25"/>
                  <a:pt x="121" y="25"/>
                </a:cubicBezTo>
                <a:cubicBezTo>
                  <a:pt x="121" y="24"/>
                  <a:pt x="122" y="24"/>
                  <a:pt x="123" y="24"/>
                </a:cubicBezTo>
                <a:cubicBezTo>
                  <a:pt x="132" y="24"/>
                  <a:pt x="132" y="24"/>
                  <a:pt x="132" y="24"/>
                </a:cubicBezTo>
                <a:cubicBezTo>
                  <a:pt x="133" y="24"/>
                  <a:pt x="133" y="24"/>
                  <a:pt x="133" y="25"/>
                </a:cubicBezTo>
                <a:close/>
                <a:moveTo>
                  <a:pt x="158" y="25"/>
                </a:moveTo>
                <a:cubicBezTo>
                  <a:pt x="158" y="59"/>
                  <a:pt x="158" y="59"/>
                  <a:pt x="158" y="59"/>
                </a:cubicBezTo>
                <a:cubicBezTo>
                  <a:pt x="158" y="60"/>
                  <a:pt x="157" y="60"/>
                  <a:pt x="156" y="60"/>
                </a:cubicBezTo>
                <a:cubicBezTo>
                  <a:pt x="135" y="60"/>
                  <a:pt x="135" y="60"/>
                  <a:pt x="135" y="60"/>
                </a:cubicBezTo>
                <a:cubicBezTo>
                  <a:pt x="134" y="60"/>
                  <a:pt x="133" y="60"/>
                  <a:pt x="133" y="59"/>
                </a:cubicBezTo>
                <a:cubicBezTo>
                  <a:pt x="133" y="49"/>
                  <a:pt x="133" y="49"/>
                  <a:pt x="133" y="49"/>
                </a:cubicBezTo>
                <a:cubicBezTo>
                  <a:pt x="133" y="48"/>
                  <a:pt x="134" y="48"/>
                  <a:pt x="135" y="48"/>
                </a:cubicBezTo>
                <a:cubicBezTo>
                  <a:pt x="145" y="48"/>
                  <a:pt x="145" y="48"/>
                  <a:pt x="145" y="48"/>
                </a:cubicBezTo>
                <a:cubicBezTo>
                  <a:pt x="145" y="25"/>
                  <a:pt x="145" y="25"/>
                  <a:pt x="145" y="25"/>
                </a:cubicBezTo>
                <a:cubicBezTo>
                  <a:pt x="145" y="24"/>
                  <a:pt x="146" y="24"/>
                  <a:pt x="147" y="24"/>
                </a:cubicBezTo>
                <a:cubicBezTo>
                  <a:pt x="156" y="24"/>
                  <a:pt x="156" y="24"/>
                  <a:pt x="156" y="24"/>
                </a:cubicBezTo>
                <a:cubicBezTo>
                  <a:pt x="157" y="24"/>
                  <a:pt x="158" y="24"/>
                  <a:pt x="158" y="25"/>
                </a:cubicBezTo>
                <a:close/>
                <a:moveTo>
                  <a:pt x="158" y="74"/>
                </a:moveTo>
                <a:cubicBezTo>
                  <a:pt x="158" y="83"/>
                  <a:pt x="158" y="83"/>
                  <a:pt x="158" y="83"/>
                </a:cubicBezTo>
                <a:cubicBezTo>
                  <a:pt x="158" y="84"/>
                  <a:pt x="157" y="84"/>
                  <a:pt x="156" y="84"/>
                </a:cubicBezTo>
                <a:cubicBezTo>
                  <a:pt x="147" y="84"/>
                  <a:pt x="147" y="84"/>
                  <a:pt x="147" y="84"/>
                </a:cubicBezTo>
                <a:cubicBezTo>
                  <a:pt x="146" y="84"/>
                  <a:pt x="145" y="84"/>
                  <a:pt x="145" y="83"/>
                </a:cubicBezTo>
                <a:cubicBezTo>
                  <a:pt x="145" y="74"/>
                  <a:pt x="145" y="74"/>
                  <a:pt x="145" y="74"/>
                </a:cubicBezTo>
                <a:cubicBezTo>
                  <a:pt x="145" y="73"/>
                  <a:pt x="146" y="72"/>
                  <a:pt x="147" y="72"/>
                </a:cubicBezTo>
                <a:cubicBezTo>
                  <a:pt x="156" y="72"/>
                  <a:pt x="156" y="72"/>
                  <a:pt x="156" y="72"/>
                </a:cubicBezTo>
                <a:cubicBezTo>
                  <a:pt x="157" y="72"/>
                  <a:pt x="158" y="73"/>
                  <a:pt x="158" y="7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55" name="Freeform 258"/>
          <p:cNvSpPr>
            <a:spLocks noEditPoints="1"/>
          </p:cNvSpPr>
          <p:nvPr/>
        </p:nvSpPr>
        <p:spPr bwMode="auto">
          <a:xfrm>
            <a:off x="5922034" y="3968193"/>
            <a:ext cx="233399" cy="209627"/>
          </a:xfrm>
          <a:custGeom>
            <a:avLst/>
            <a:gdLst>
              <a:gd name="T0" fmla="*/ 24 w 163"/>
              <a:gd name="T1" fmla="*/ 12 h 146"/>
              <a:gd name="T2" fmla="*/ 22 w 163"/>
              <a:gd name="T3" fmla="*/ 18 h 146"/>
              <a:gd name="T4" fmla="*/ 18 w 163"/>
              <a:gd name="T5" fmla="*/ 23 h 146"/>
              <a:gd name="T6" fmla="*/ 18 w 163"/>
              <a:gd name="T7" fmla="*/ 143 h 146"/>
              <a:gd name="T8" fmla="*/ 17 w 163"/>
              <a:gd name="T9" fmla="*/ 145 h 146"/>
              <a:gd name="T10" fmla="*/ 15 w 163"/>
              <a:gd name="T11" fmla="*/ 146 h 146"/>
              <a:gd name="T12" fmla="*/ 9 w 163"/>
              <a:gd name="T13" fmla="*/ 146 h 146"/>
              <a:gd name="T14" fmla="*/ 7 w 163"/>
              <a:gd name="T15" fmla="*/ 145 h 146"/>
              <a:gd name="T16" fmla="*/ 6 w 163"/>
              <a:gd name="T17" fmla="*/ 143 h 146"/>
              <a:gd name="T18" fmla="*/ 6 w 163"/>
              <a:gd name="T19" fmla="*/ 23 h 146"/>
              <a:gd name="T20" fmla="*/ 1 w 163"/>
              <a:gd name="T21" fmla="*/ 18 h 146"/>
              <a:gd name="T22" fmla="*/ 0 w 163"/>
              <a:gd name="T23" fmla="*/ 12 h 146"/>
              <a:gd name="T24" fmla="*/ 3 w 163"/>
              <a:gd name="T25" fmla="*/ 4 h 146"/>
              <a:gd name="T26" fmla="*/ 12 w 163"/>
              <a:gd name="T27" fmla="*/ 0 h 146"/>
              <a:gd name="T28" fmla="*/ 20 w 163"/>
              <a:gd name="T29" fmla="*/ 4 h 146"/>
              <a:gd name="T30" fmla="*/ 24 w 163"/>
              <a:gd name="T31" fmla="*/ 12 h 146"/>
              <a:gd name="T32" fmla="*/ 163 w 163"/>
              <a:gd name="T33" fmla="*/ 18 h 146"/>
              <a:gd name="T34" fmla="*/ 163 w 163"/>
              <a:gd name="T35" fmla="*/ 91 h 146"/>
              <a:gd name="T36" fmla="*/ 160 w 163"/>
              <a:gd name="T37" fmla="*/ 96 h 146"/>
              <a:gd name="T38" fmla="*/ 158 w 163"/>
              <a:gd name="T39" fmla="*/ 97 h 146"/>
              <a:gd name="T40" fmla="*/ 123 w 163"/>
              <a:gd name="T41" fmla="*/ 108 h 146"/>
              <a:gd name="T42" fmla="*/ 108 w 163"/>
              <a:gd name="T43" fmla="*/ 105 h 146"/>
              <a:gd name="T44" fmla="*/ 106 w 163"/>
              <a:gd name="T45" fmla="*/ 103 h 146"/>
              <a:gd name="T46" fmla="*/ 96 w 163"/>
              <a:gd name="T47" fmla="*/ 99 h 146"/>
              <a:gd name="T48" fmla="*/ 88 w 163"/>
              <a:gd name="T49" fmla="*/ 96 h 146"/>
              <a:gd name="T50" fmla="*/ 77 w 163"/>
              <a:gd name="T51" fmla="*/ 95 h 146"/>
              <a:gd name="T52" fmla="*/ 55 w 163"/>
              <a:gd name="T53" fmla="*/ 99 h 146"/>
              <a:gd name="T54" fmla="*/ 33 w 163"/>
              <a:gd name="T55" fmla="*/ 108 h 146"/>
              <a:gd name="T56" fmla="*/ 30 w 163"/>
              <a:gd name="T57" fmla="*/ 109 h 146"/>
              <a:gd name="T58" fmla="*/ 27 w 163"/>
              <a:gd name="T59" fmla="*/ 108 h 146"/>
              <a:gd name="T60" fmla="*/ 24 w 163"/>
              <a:gd name="T61" fmla="*/ 103 h 146"/>
              <a:gd name="T62" fmla="*/ 24 w 163"/>
              <a:gd name="T63" fmla="*/ 33 h 146"/>
              <a:gd name="T64" fmla="*/ 27 w 163"/>
              <a:gd name="T65" fmla="*/ 28 h 146"/>
              <a:gd name="T66" fmla="*/ 34 w 163"/>
              <a:gd name="T67" fmla="*/ 24 h 146"/>
              <a:gd name="T68" fmla="*/ 45 w 163"/>
              <a:gd name="T69" fmla="*/ 19 h 146"/>
              <a:gd name="T70" fmla="*/ 60 w 163"/>
              <a:gd name="T71" fmla="*/ 14 h 146"/>
              <a:gd name="T72" fmla="*/ 74 w 163"/>
              <a:gd name="T73" fmla="*/ 12 h 146"/>
              <a:gd name="T74" fmla="*/ 94 w 163"/>
              <a:gd name="T75" fmla="*/ 15 h 146"/>
              <a:gd name="T76" fmla="*/ 114 w 163"/>
              <a:gd name="T77" fmla="*/ 23 h 146"/>
              <a:gd name="T78" fmla="*/ 122 w 163"/>
              <a:gd name="T79" fmla="*/ 25 h 146"/>
              <a:gd name="T80" fmla="*/ 151 w 163"/>
              <a:gd name="T81" fmla="*/ 15 h 146"/>
              <a:gd name="T82" fmla="*/ 154 w 163"/>
              <a:gd name="T83" fmla="*/ 13 h 146"/>
              <a:gd name="T84" fmla="*/ 160 w 163"/>
              <a:gd name="T85" fmla="*/ 13 h 146"/>
              <a:gd name="T86" fmla="*/ 163 w 163"/>
              <a:gd name="T87" fmla="*/ 18 h 146"/>
              <a:gd name="T88" fmla="*/ 151 w 163"/>
              <a:gd name="T89" fmla="*/ 87 h 146"/>
              <a:gd name="T90" fmla="*/ 151 w 163"/>
              <a:gd name="T91" fmla="*/ 29 h 146"/>
              <a:gd name="T92" fmla="*/ 122 w 163"/>
              <a:gd name="T93" fmla="*/ 37 h 146"/>
              <a:gd name="T94" fmla="*/ 108 w 163"/>
              <a:gd name="T95" fmla="*/ 34 h 146"/>
              <a:gd name="T96" fmla="*/ 91 w 163"/>
              <a:gd name="T97" fmla="*/ 27 h 146"/>
              <a:gd name="T98" fmla="*/ 74 w 163"/>
              <a:gd name="T99" fmla="*/ 25 h 146"/>
              <a:gd name="T100" fmla="*/ 36 w 163"/>
              <a:gd name="T101" fmla="*/ 37 h 146"/>
              <a:gd name="T102" fmla="*/ 36 w 163"/>
              <a:gd name="T103" fmla="*/ 93 h 146"/>
              <a:gd name="T104" fmla="*/ 77 w 163"/>
              <a:gd name="T105" fmla="*/ 82 h 146"/>
              <a:gd name="T106" fmla="*/ 87 w 163"/>
              <a:gd name="T107" fmla="*/ 83 h 146"/>
              <a:gd name="T108" fmla="*/ 96 w 163"/>
              <a:gd name="T109" fmla="*/ 86 h 146"/>
              <a:gd name="T110" fmla="*/ 103 w 163"/>
              <a:gd name="T111" fmla="*/ 89 h 146"/>
              <a:gd name="T112" fmla="*/ 111 w 163"/>
              <a:gd name="T113" fmla="*/ 92 h 146"/>
              <a:gd name="T114" fmla="*/ 114 w 163"/>
              <a:gd name="T115" fmla="*/ 94 h 146"/>
              <a:gd name="T116" fmla="*/ 123 w 163"/>
              <a:gd name="T117" fmla="*/ 96 h 146"/>
              <a:gd name="T118" fmla="*/ 151 w 163"/>
              <a:gd name="T119" fmla="*/ 87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63" h="146">
                <a:moveTo>
                  <a:pt x="24" y="12"/>
                </a:moveTo>
                <a:cubicBezTo>
                  <a:pt x="24" y="15"/>
                  <a:pt x="23" y="17"/>
                  <a:pt x="22" y="18"/>
                </a:cubicBezTo>
                <a:cubicBezTo>
                  <a:pt x="21" y="20"/>
                  <a:pt x="20" y="22"/>
                  <a:pt x="18" y="23"/>
                </a:cubicBezTo>
                <a:cubicBezTo>
                  <a:pt x="18" y="143"/>
                  <a:pt x="18" y="143"/>
                  <a:pt x="18" y="143"/>
                </a:cubicBezTo>
                <a:cubicBezTo>
                  <a:pt x="18" y="143"/>
                  <a:pt x="18" y="144"/>
                  <a:pt x="17" y="145"/>
                </a:cubicBezTo>
                <a:cubicBezTo>
                  <a:pt x="16" y="145"/>
                  <a:pt x="16" y="146"/>
                  <a:pt x="15" y="146"/>
                </a:cubicBezTo>
                <a:cubicBezTo>
                  <a:pt x="9" y="146"/>
                  <a:pt x="9" y="146"/>
                  <a:pt x="9" y="146"/>
                </a:cubicBezTo>
                <a:cubicBezTo>
                  <a:pt x="8" y="146"/>
                  <a:pt x="7" y="145"/>
                  <a:pt x="7" y="145"/>
                </a:cubicBezTo>
                <a:cubicBezTo>
                  <a:pt x="6" y="144"/>
                  <a:pt x="6" y="143"/>
                  <a:pt x="6" y="143"/>
                </a:cubicBezTo>
                <a:cubicBezTo>
                  <a:pt x="6" y="23"/>
                  <a:pt x="6" y="23"/>
                  <a:pt x="6" y="23"/>
                </a:cubicBezTo>
                <a:cubicBezTo>
                  <a:pt x="4" y="22"/>
                  <a:pt x="3" y="20"/>
                  <a:pt x="1" y="18"/>
                </a:cubicBezTo>
                <a:cubicBezTo>
                  <a:pt x="0" y="17"/>
                  <a:pt x="0" y="15"/>
                  <a:pt x="0" y="12"/>
                </a:cubicBezTo>
                <a:cubicBezTo>
                  <a:pt x="0" y="9"/>
                  <a:pt x="1" y="6"/>
                  <a:pt x="3" y="4"/>
                </a:cubicBezTo>
                <a:cubicBezTo>
                  <a:pt x="6" y="1"/>
                  <a:pt x="9" y="0"/>
                  <a:pt x="12" y="0"/>
                </a:cubicBezTo>
                <a:cubicBezTo>
                  <a:pt x="15" y="0"/>
                  <a:pt x="18" y="1"/>
                  <a:pt x="20" y="4"/>
                </a:cubicBezTo>
                <a:cubicBezTo>
                  <a:pt x="23" y="6"/>
                  <a:pt x="24" y="9"/>
                  <a:pt x="24" y="12"/>
                </a:cubicBezTo>
                <a:close/>
                <a:moveTo>
                  <a:pt x="163" y="18"/>
                </a:moveTo>
                <a:cubicBezTo>
                  <a:pt x="163" y="91"/>
                  <a:pt x="163" y="91"/>
                  <a:pt x="163" y="91"/>
                </a:cubicBezTo>
                <a:cubicBezTo>
                  <a:pt x="163" y="93"/>
                  <a:pt x="162" y="95"/>
                  <a:pt x="160" y="96"/>
                </a:cubicBezTo>
                <a:cubicBezTo>
                  <a:pt x="159" y="96"/>
                  <a:pt x="159" y="97"/>
                  <a:pt x="158" y="97"/>
                </a:cubicBezTo>
                <a:cubicBezTo>
                  <a:pt x="144" y="104"/>
                  <a:pt x="133" y="108"/>
                  <a:pt x="123" y="108"/>
                </a:cubicBezTo>
                <a:cubicBezTo>
                  <a:pt x="118" y="108"/>
                  <a:pt x="113" y="107"/>
                  <a:pt x="108" y="105"/>
                </a:cubicBezTo>
                <a:cubicBezTo>
                  <a:pt x="106" y="103"/>
                  <a:pt x="106" y="103"/>
                  <a:pt x="106" y="103"/>
                </a:cubicBezTo>
                <a:cubicBezTo>
                  <a:pt x="102" y="101"/>
                  <a:pt x="99" y="100"/>
                  <a:pt x="96" y="99"/>
                </a:cubicBezTo>
                <a:cubicBezTo>
                  <a:pt x="94" y="98"/>
                  <a:pt x="91" y="97"/>
                  <a:pt x="88" y="96"/>
                </a:cubicBezTo>
                <a:cubicBezTo>
                  <a:pt x="84" y="95"/>
                  <a:pt x="81" y="95"/>
                  <a:pt x="77" y="95"/>
                </a:cubicBezTo>
                <a:cubicBezTo>
                  <a:pt x="71" y="95"/>
                  <a:pt x="63" y="96"/>
                  <a:pt x="55" y="99"/>
                </a:cubicBezTo>
                <a:cubicBezTo>
                  <a:pt x="46" y="102"/>
                  <a:pt x="39" y="105"/>
                  <a:pt x="33" y="108"/>
                </a:cubicBezTo>
                <a:cubicBezTo>
                  <a:pt x="32" y="109"/>
                  <a:pt x="31" y="109"/>
                  <a:pt x="30" y="109"/>
                </a:cubicBezTo>
                <a:cubicBezTo>
                  <a:pt x="29" y="109"/>
                  <a:pt x="28" y="109"/>
                  <a:pt x="27" y="108"/>
                </a:cubicBezTo>
                <a:cubicBezTo>
                  <a:pt x="25" y="107"/>
                  <a:pt x="24" y="106"/>
                  <a:pt x="24" y="103"/>
                </a:cubicBezTo>
                <a:cubicBezTo>
                  <a:pt x="24" y="33"/>
                  <a:pt x="24" y="33"/>
                  <a:pt x="24" y="33"/>
                </a:cubicBezTo>
                <a:cubicBezTo>
                  <a:pt x="24" y="31"/>
                  <a:pt x="25" y="29"/>
                  <a:pt x="27" y="28"/>
                </a:cubicBezTo>
                <a:cubicBezTo>
                  <a:pt x="29" y="27"/>
                  <a:pt x="32" y="25"/>
                  <a:pt x="34" y="24"/>
                </a:cubicBezTo>
                <a:cubicBezTo>
                  <a:pt x="37" y="22"/>
                  <a:pt x="41" y="21"/>
                  <a:pt x="45" y="19"/>
                </a:cubicBezTo>
                <a:cubicBezTo>
                  <a:pt x="50" y="17"/>
                  <a:pt x="54" y="15"/>
                  <a:pt x="60" y="14"/>
                </a:cubicBezTo>
                <a:cubicBezTo>
                  <a:pt x="65" y="13"/>
                  <a:pt x="70" y="12"/>
                  <a:pt x="74" y="12"/>
                </a:cubicBezTo>
                <a:cubicBezTo>
                  <a:pt x="81" y="12"/>
                  <a:pt x="88" y="13"/>
                  <a:pt x="94" y="15"/>
                </a:cubicBezTo>
                <a:cubicBezTo>
                  <a:pt x="100" y="17"/>
                  <a:pt x="107" y="20"/>
                  <a:pt x="114" y="23"/>
                </a:cubicBezTo>
                <a:cubicBezTo>
                  <a:pt x="116" y="25"/>
                  <a:pt x="119" y="25"/>
                  <a:pt x="122" y="25"/>
                </a:cubicBezTo>
                <a:cubicBezTo>
                  <a:pt x="130" y="25"/>
                  <a:pt x="140" y="22"/>
                  <a:pt x="151" y="15"/>
                </a:cubicBezTo>
                <a:cubicBezTo>
                  <a:pt x="153" y="14"/>
                  <a:pt x="154" y="13"/>
                  <a:pt x="154" y="13"/>
                </a:cubicBezTo>
                <a:cubicBezTo>
                  <a:pt x="156" y="12"/>
                  <a:pt x="158" y="12"/>
                  <a:pt x="160" y="13"/>
                </a:cubicBezTo>
                <a:cubicBezTo>
                  <a:pt x="162" y="15"/>
                  <a:pt x="163" y="16"/>
                  <a:pt x="163" y="18"/>
                </a:cubicBezTo>
                <a:close/>
                <a:moveTo>
                  <a:pt x="151" y="87"/>
                </a:moveTo>
                <a:cubicBezTo>
                  <a:pt x="151" y="29"/>
                  <a:pt x="151" y="29"/>
                  <a:pt x="151" y="29"/>
                </a:cubicBezTo>
                <a:cubicBezTo>
                  <a:pt x="140" y="35"/>
                  <a:pt x="131" y="37"/>
                  <a:pt x="122" y="37"/>
                </a:cubicBezTo>
                <a:cubicBezTo>
                  <a:pt x="117" y="37"/>
                  <a:pt x="112" y="36"/>
                  <a:pt x="108" y="34"/>
                </a:cubicBezTo>
                <a:cubicBezTo>
                  <a:pt x="102" y="31"/>
                  <a:pt x="96" y="29"/>
                  <a:pt x="91" y="27"/>
                </a:cubicBezTo>
                <a:cubicBezTo>
                  <a:pt x="86" y="25"/>
                  <a:pt x="80" y="25"/>
                  <a:pt x="74" y="25"/>
                </a:cubicBezTo>
                <a:cubicBezTo>
                  <a:pt x="63" y="25"/>
                  <a:pt x="51" y="29"/>
                  <a:pt x="36" y="37"/>
                </a:cubicBezTo>
                <a:cubicBezTo>
                  <a:pt x="36" y="93"/>
                  <a:pt x="36" y="93"/>
                  <a:pt x="36" y="93"/>
                </a:cubicBezTo>
                <a:cubicBezTo>
                  <a:pt x="52" y="86"/>
                  <a:pt x="65" y="82"/>
                  <a:pt x="77" y="82"/>
                </a:cubicBezTo>
                <a:cubicBezTo>
                  <a:pt x="80" y="82"/>
                  <a:pt x="84" y="83"/>
                  <a:pt x="87" y="83"/>
                </a:cubicBezTo>
                <a:cubicBezTo>
                  <a:pt x="90" y="84"/>
                  <a:pt x="93" y="84"/>
                  <a:pt x="96" y="86"/>
                </a:cubicBezTo>
                <a:cubicBezTo>
                  <a:pt x="99" y="87"/>
                  <a:pt x="102" y="88"/>
                  <a:pt x="103" y="89"/>
                </a:cubicBezTo>
                <a:cubicBezTo>
                  <a:pt x="105" y="89"/>
                  <a:pt x="108" y="91"/>
                  <a:pt x="111" y="92"/>
                </a:cubicBezTo>
                <a:cubicBezTo>
                  <a:pt x="114" y="94"/>
                  <a:pt x="114" y="94"/>
                  <a:pt x="114" y="94"/>
                </a:cubicBezTo>
                <a:cubicBezTo>
                  <a:pt x="117" y="95"/>
                  <a:pt x="120" y="96"/>
                  <a:pt x="123" y="96"/>
                </a:cubicBezTo>
                <a:cubicBezTo>
                  <a:pt x="131" y="96"/>
                  <a:pt x="140" y="93"/>
                  <a:pt x="151" y="8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56" name="Freeform 259"/>
          <p:cNvSpPr>
            <a:spLocks noEditPoints="1"/>
          </p:cNvSpPr>
          <p:nvPr/>
        </p:nvSpPr>
        <p:spPr bwMode="auto">
          <a:xfrm>
            <a:off x="6228910" y="3968193"/>
            <a:ext cx="233399" cy="209627"/>
          </a:xfrm>
          <a:custGeom>
            <a:avLst/>
            <a:gdLst>
              <a:gd name="T0" fmla="*/ 23 w 164"/>
              <a:gd name="T1" fmla="*/ 18 h 146"/>
              <a:gd name="T2" fmla="*/ 18 w 164"/>
              <a:gd name="T3" fmla="*/ 143 h 146"/>
              <a:gd name="T4" fmla="*/ 15 w 164"/>
              <a:gd name="T5" fmla="*/ 146 h 146"/>
              <a:gd name="T6" fmla="*/ 7 w 164"/>
              <a:gd name="T7" fmla="*/ 145 h 146"/>
              <a:gd name="T8" fmla="*/ 6 w 164"/>
              <a:gd name="T9" fmla="*/ 23 h 146"/>
              <a:gd name="T10" fmla="*/ 0 w 164"/>
              <a:gd name="T11" fmla="*/ 12 h 146"/>
              <a:gd name="T12" fmla="*/ 12 w 164"/>
              <a:gd name="T13" fmla="*/ 0 h 146"/>
              <a:gd name="T14" fmla="*/ 24 w 164"/>
              <a:gd name="T15" fmla="*/ 12 h 146"/>
              <a:gd name="T16" fmla="*/ 164 w 164"/>
              <a:gd name="T17" fmla="*/ 91 h 146"/>
              <a:gd name="T18" fmla="*/ 159 w 164"/>
              <a:gd name="T19" fmla="*/ 97 h 146"/>
              <a:gd name="T20" fmla="*/ 109 w 164"/>
              <a:gd name="T21" fmla="*/ 105 h 146"/>
              <a:gd name="T22" fmla="*/ 97 w 164"/>
              <a:gd name="T23" fmla="*/ 99 h 146"/>
              <a:gd name="T24" fmla="*/ 77 w 164"/>
              <a:gd name="T25" fmla="*/ 95 h 146"/>
              <a:gd name="T26" fmla="*/ 34 w 164"/>
              <a:gd name="T27" fmla="*/ 108 h 146"/>
              <a:gd name="T28" fmla="*/ 27 w 164"/>
              <a:gd name="T29" fmla="*/ 108 h 146"/>
              <a:gd name="T30" fmla="*/ 24 w 164"/>
              <a:gd name="T31" fmla="*/ 33 h 146"/>
              <a:gd name="T32" fmla="*/ 35 w 164"/>
              <a:gd name="T33" fmla="*/ 24 h 146"/>
              <a:gd name="T34" fmla="*/ 60 w 164"/>
              <a:gd name="T35" fmla="*/ 14 h 146"/>
              <a:gd name="T36" fmla="*/ 94 w 164"/>
              <a:gd name="T37" fmla="*/ 15 h 146"/>
              <a:gd name="T38" fmla="*/ 123 w 164"/>
              <a:gd name="T39" fmla="*/ 25 h 146"/>
              <a:gd name="T40" fmla="*/ 155 w 164"/>
              <a:gd name="T41" fmla="*/ 13 h 146"/>
              <a:gd name="T42" fmla="*/ 164 w 164"/>
              <a:gd name="T43" fmla="*/ 18 h 146"/>
              <a:gd name="T44" fmla="*/ 73 w 164"/>
              <a:gd name="T45" fmla="*/ 25 h 146"/>
              <a:gd name="T46" fmla="*/ 36 w 164"/>
              <a:gd name="T47" fmla="*/ 54 h 146"/>
              <a:gd name="T48" fmla="*/ 73 w 164"/>
              <a:gd name="T49" fmla="*/ 83 h 146"/>
              <a:gd name="T50" fmla="*/ 36 w 164"/>
              <a:gd name="T51" fmla="*/ 76 h 146"/>
              <a:gd name="T52" fmla="*/ 73 w 164"/>
              <a:gd name="T53" fmla="*/ 83 h 146"/>
              <a:gd name="T54" fmla="*/ 151 w 164"/>
              <a:gd name="T55" fmla="*/ 70 h 146"/>
              <a:gd name="T56" fmla="*/ 115 w 164"/>
              <a:gd name="T57" fmla="*/ 55 h 146"/>
              <a:gd name="T58" fmla="*/ 108 w 164"/>
              <a:gd name="T59" fmla="*/ 52 h 146"/>
              <a:gd name="T60" fmla="*/ 102 w 164"/>
              <a:gd name="T61" fmla="*/ 49 h 146"/>
              <a:gd name="T62" fmla="*/ 96 w 164"/>
              <a:gd name="T63" fmla="*/ 46 h 146"/>
              <a:gd name="T64" fmla="*/ 89 w 164"/>
              <a:gd name="T65" fmla="*/ 44 h 146"/>
              <a:gd name="T66" fmla="*/ 82 w 164"/>
              <a:gd name="T67" fmla="*/ 43 h 146"/>
              <a:gd name="T68" fmla="*/ 73 w 164"/>
              <a:gd name="T69" fmla="*/ 43 h 146"/>
              <a:gd name="T70" fmla="*/ 75 w 164"/>
              <a:gd name="T71" fmla="*/ 64 h 146"/>
              <a:gd name="T72" fmla="*/ 111 w 164"/>
              <a:gd name="T73" fmla="*/ 75 h 146"/>
              <a:gd name="T74" fmla="*/ 115 w 164"/>
              <a:gd name="T75" fmla="*/ 94 h 146"/>
              <a:gd name="T76" fmla="*/ 151 w 164"/>
              <a:gd name="T77" fmla="*/ 87 h 146"/>
              <a:gd name="T78" fmla="*/ 151 w 164"/>
              <a:gd name="T79" fmla="*/ 29 h 146"/>
              <a:gd name="T80" fmla="*/ 115 w 164"/>
              <a:gd name="T81" fmla="*/ 37 h 146"/>
              <a:gd name="T82" fmla="*/ 151 w 164"/>
              <a:gd name="T83" fmla="*/ 47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64" h="146">
                <a:moveTo>
                  <a:pt x="24" y="12"/>
                </a:moveTo>
                <a:cubicBezTo>
                  <a:pt x="24" y="15"/>
                  <a:pt x="24" y="17"/>
                  <a:pt x="23" y="18"/>
                </a:cubicBezTo>
                <a:cubicBezTo>
                  <a:pt x="22" y="20"/>
                  <a:pt x="20" y="22"/>
                  <a:pt x="18" y="23"/>
                </a:cubicBezTo>
                <a:cubicBezTo>
                  <a:pt x="18" y="143"/>
                  <a:pt x="18" y="143"/>
                  <a:pt x="18" y="143"/>
                </a:cubicBezTo>
                <a:cubicBezTo>
                  <a:pt x="18" y="143"/>
                  <a:pt x="18" y="144"/>
                  <a:pt x="17" y="145"/>
                </a:cubicBezTo>
                <a:cubicBezTo>
                  <a:pt x="17" y="145"/>
                  <a:pt x="16" y="146"/>
                  <a:pt x="15" y="146"/>
                </a:cubicBezTo>
                <a:cubicBezTo>
                  <a:pt x="9" y="146"/>
                  <a:pt x="9" y="146"/>
                  <a:pt x="9" y="146"/>
                </a:cubicBezTo>
                <a:cubicBezTo>
                  <a:pt x="8" y="146"/>
                  <a:pt x="8" y="145"/>
                  <a:pt x="7" y="145"/>
                </a:cubicBezTo>
                <a:cubicBezTo>
                  <a:pt x="6" y="144"/>
                  <a:pt x="6" y="143"/>
                  <a:pt x="6" y="143"/>
                </a:cubicBezTo>
                <a:cubicBezTo>
                  <a:pt x="6" y="23"/>
                  <a:pt x="6" y="23"/>
                  <a:pt x="6" y="23"/>
                </a:cubicBezTo>
                <a:cubicBezTo>
                  <a:pt x="4" y="22"/>
                  <a:pt x="3" y="20"/>
                  <a:pt x="2" y="18"/>
                </a:cubicBezTo>
                <a:cubicBezTo>
                  <a:pt x="1" y="17"/>
                  <a:pt x="0" y="15"/>
                  <a:pt x="0" y="12"/>
                </a:cubicBezTo>
                <a:cubicBezTo>
                  <a:pt x="0" y="9"/>
                  <a:pt x="1" y="6"/>
                  <a:pt x="4" y="4"/>
                </a:cubicBezTo>
                <a:cubicBezTo>
                  <a:pt x="6" y="1"/>
                  <a:pt x="9" y="0"/>
                  <a:pt x="12" y="0"/>
                </a:cubicBezTo>
                <a:cubicBezTo>
                  <a:pt x="16" y="0"/>
                  <a:pt x="18" y="1"/>
                  <a:pt x="21" y="4"/>
                </a:cubicBezTo>
                <a:cubicBezTo>
                  <a:pt x="23" y="6"/>
                  <a:pt x="24" y="9"/>
                  <a:pt x="24" y="12"/>
                </a:cubicBezTo>
                <a:close/>
                <a:moveTo>
                  <a:pt x="164" y="18"/>
                </a:moveTo>
                <a:cubicBezTo>
                  <a:pt x="164" y="91"/>
                  <a:pt x="164" y="91"/>
                  <a:pt x="164" y="91"/>
                </a:cubicBezTo>
                <a:cubicBezTo>
                  <a:pt x="164" y="93"/>
                  <a:pt x="162" y="95"/>
                  <a:pt x="160" y="96"/>
                </a:cubicBezTo>
                <a:cubicBezTo>
                  <a:pt x="160" y="96"/>
                  <a:pt x="159" y="97"/>
                  <a:pt x="159" y="97"/>
                </a:cubicBezTo>
                <a:cubicBezTo>
                  <a:pt x="145" y="104"/>
                  <a:pt x="133" y="108"/>
                  <a:pt x="124" y="108"/>
                </a:cubicBezTo>
                <a:cubicBezTo>
                  <a:pt x="118" y="108"/>
                  <a:pt x="113" y="107"/>
                  <a:pt x="109" y="105"/>
                </a:cubicBezTo>
                <a:cubicBezTo>
                  <a:pt x="106" y="103"/>
                  <a:pt x="106" y="103"/>
                  <a:pt x="106" y="103"/>
                </a:cubicBezTo>
                <a:cubicBezTo>
                  <a:pt x="102" y="101"/>
                  <a:pt x="99" y="100"/>
                  <a:pt x="97" y="99"/>
                </a:cubicBezTo>
                <a:cubicBezTo>
                  <a:pt x="95" y="98"/>
                  <a:pt x="92" y="97"/>
                  <a:pt x="88" y="96"/>
                </a:cubicBezTo>
                <a:cubicBezTo>
                  <a:pt x="85" y="95"/>
                  <a:pt x="81" y="95"/>
                  <a:pt x="77" y="95"/>
                </a:cubicBezTo>
                <a:cubicBezTo>
                  <a:pt x="71" y="95"/>
                  <a:pt x="64" y="96"/>
                  <a:pt x="55" y="99"/>
                </a:cubicBezTo>
                <a:cubicBezTo>
                  <a:pt x="47" y="102"/>
                  <a:pt x="40" y="105"/>
                  <a:pt x="34" y="108"/>
                </a:cubicBezTo>
                <a:cubicBezTo>
                  <a:pt x="33" y="109"/>
                  <a:pt x="32" y="109"/>
                  <a:pt x="30" y="109"/>
                </a:cubicBezTo>
                <a:cubicBezTo>
                  <a:pt x="29" y="109"/>
                  <a:pt x="28" y="109"/>
                  <a:pt x="27" y="108"/>
                </a:cubicBezTo>
                <a:cubicBezTo>
                  <a:pt x="25" y="107"/>
                  <a:pt x="24" y="106"/>
                  <a:pt x="24" y="103"/>
                </a:cubicBezTo>
                <a:cubicBezTo>
                  <a:pt x="24" y="33"/>
                  <a:pt x="24" y="33"/>
                  <a:pt x="24" y="33"/>
                </a:cubicBezTo>
                <a:cubicBezTo>
                  <a:pt x="24" y="31"/>
                  <a:pt x="25" y="29"/>
                  <a:pt x="27" y="28"/>
                </a:cubicBezTo>
                <a:cubicBezTo>
                  <a:pt x="29" y="27"/>
                  <a:pt x="32" y="25"/>
                  <a:pt x="35" y="24"/>
                </a:cubicBezTo>
                <a:cubicBezTo>
                  <a:pt x="37" y="22"/>
                  <a:pt x="41" y="21"/>
                  <a:pt x="45" y="19"/>
                </a:cubicBezTo>
                <a:cubicBezTo>
                  <a:pt x="50" y="17"/>
                  <a:pt x="55" y="15"/>
                  <a:pt x="60" y="14"/>
                </a:cubicBezTo>
                <a:cubicBezTo>
                  <a:pt x="65" y="13"/>
                  <a:pt x="70" y="12"/>
                  <a:pt x="75" y="12"/>
                </a:cubicBezTo>
                <a:cubicBezTo>
                  <a:pt x="82" y="12"/>
                  <a:pt x="88" y="13"/>
                  <a:pt x="94" y="15"/>
                </a:cubicBezTo>
                <a:cubicBezTo>
                  <a:pt x="100" y="17"/>
                  <a:pt x="107" y="20"/>
                  <a:pt x="114" y="23"/>
                </a:cubicBezTo>
                <a:cubicBezTo>
                  <a:pt x="116" y="25"/>
                  <a:pt x="119" y="25"/>
                  <a:pt x="123" y="25"/>
                </a:cubicBezTo>
                <a:cubicBezTo>
                  <a:pt x="130" y="25"/>
                  <a:pt x="140" y="22"/>
                  <a:pt x="152" y="15"/>
                </a:cubicBezTo>
                <a:cubicBezTo>
                  <a:pt x="153" y="14"/>
                  <a:pt x="154" y="13"/>
                  <a:pt x="155" y="13"/>
                </a:cubicBezTo>
                <a:cubicBezTo>
                  <a:pt x="157" y="12"/>
                  <a:pt x="159" y="12"/>
                  <a:pt x="161" y="13"/>
                </a:cubicBezTo>
                <a:cubicBezTo>
                  <a:pt x="163" y="15"/>
                  <a:pt x="164" y="16"/>
                  <a:pt x="164" y="18"/>
                </a:cubicBezTo>
                <a:close/>
                <a:moveTo>
                  <a:pt x="73" y="43"/>
                </a:moveTo>
                <a:cubicBezTo>
                  <a:pt x="73" y="25"/>
                  <a:pt x="73" y="25"/>
                  <a:pt x="73" y="25"/>
                </a:cubicBezTo>
                <a:cubicBezTo>
                  <a:pt x="62" y="25"/>
                  <a:pt x="50" y="29"/>
                  <a:pt x="36" y="37"/>
                </a:cubicBezTo>
                <a:cubicBezTo>
                  <a:pt x="36" y="54"/>
                  <a:pt x="36" y="54"/>
                  <a:pt x="36" y="54"/>
                </a:cubicBezTo>
                <a:cubicBezTo>
                  <a:pt x="50" y="47"/>
                  <a:pt x="62" y="44"/>
                  <a:pt x="73" y="43"/>
                </a:cubicBezTo>
                <a:close/>
                <a:moveTo>
                  <a:pt x="73" y="83"/>
                </a:moveTo>
                <a:cubicBezTo>
                  <a:pt x="73" y="65"/>
                  <a:pt x="73" y="65"/>
                  <a:pt x="73" y="65"/>
                </a:cubicBezTo>
                <a:cubicBezTo>
                  <a:pt x="61" y="66"/>
                  <a:pt x="49" y="69"/>
                  <a:pt x="36" y="76"/>
                </a:cubicBezTo>
                <a:cubicBezTo>
                  <a:pt x="36" y="93"/>
                  <a:pt x="36" y="93"/>
                  <a:pt x="36" y="93"/>
                </a:cubicBezTo>
                <a:cubicBezTo>
                  <a:pt x="49" y="87"/>
                  <a:pt x="61" y="84"/>
                  <a:pt x="73" y="83"/>
                </a:cubicBezTo>
                <a:close/>
                <a:moveTo>
                  <a:pt x="151" y="87"/>
                </a:moveTo>
                <a:cubicBezTo>
                  <a:pt x="151" y="70"/>
                  <a:pt x="151" y="70"/>
                  <a:pt x="151" y="70"/>
                </a:cubicBezTo>
                <a:cubicBezTo>
                  <a:pt x="137" y="77"/>
                  <a:pt x="125" y="79"/>
                  <a:pt x="115" y="76"/>
                </a:cubicBezTo>
                <a:cubicBezTo>
                  <a:pt x="115" y="55"/>
                  <a:pt x="115" y="55"/>
                  <a:pt x="115" y="55"/>
                </a:cubicBezTo>
                <a:cubicBezTo>
                  <a:pt x="114" y="55"/>
                  <a:pt x="113" y="54"/>
                  <a:pt x="111" y="54"/>
                </a:cubicBezTo>
                <a:cubicBezTo>
                  <a:pt x="111" y="54"/>
                  <a:pt x="110" y="53"/>
                  <a:pt x="108" y="52"/>
                </a:cubicBezTo>
                <a:cubicBezTo>
                  <a:pt x="107" y="51"/>
                  <a:pt x="105" y="51"/>
                  <a:pt x="105" y="51"/>
                </a:cubicBezTo>
                <a:cubicBezTo>
                  <a:pt x="105" y="50"/>
                  <a:pt x="104" y="50"/>
                  <a:pt x="102" y="49"/>
                </a:cubicBezTo>
                <a:cubicBezTo>
                  <a:pt x="101" y="48"/>
                  <a:pt x="99" y="48"/>
                  <a:pt x="99" y="48"/>
                </a:cubicBezTo>
                <a:cubicBezTo>
                  <a:pt x="98" y="47"/>
                  <a:pt x="97" y="47"/>
                  <a:pt x="96" y="46"/>
                </a:cubicBezTo>
                <a:cubicBezTo>
                  <a:pt x="94" y="46"/>
                  <a:pt x="93" y="45"/>
                  <a:pt x="92" y="45"/>
                </a:cubicBezTo>
                <a:cubicBezTo>
                  <a:pt x="92" y="45"/>
                  <a:pt x="90" y="45"/>
                  <a:pt x="89" y="44"/>
                </a:cubicBezTo>
                <a:cubicBezTo>
                  <a:pt x="88" y="44"/>
                  <a:pt x="86" y="44"/>
                  <a:pt x="85" y="44"/>
                </a:cubicBezTo>
                <a:cubicBezTo>
                  <a:pt x="84" y="44"/>
                  <a:pt x="83" y="43"/>
                  <a:pt x="82" y="43"/>
                </a:cubicBezTo>
                <a:cubicBezTo>
                  <a:pt x="80" y="43"/>
                  <a:pt x="79" y="43"/>
                  <a:pt x="77" y="43"/>
                </a:cubicBezTo>
                <a:cubicBezTo>
                  <a:pt x="76" y="43"/>
                  <a:pt x="74" y="43"/>
                  <a:pt x="73" y="43"/>
                </a:cubicBezTo>
                <a:cubicBezTo>
                  <a:pt x="73" y="64"/>
                  <a:pt x="73" y="64"/>
                  <a:pt x="73" y="64"/>
                </a:cubicBezTo>
                <a:cubicBezTo>
                  <a:pt x="75" y="64"/>
                  <a:pt x="75" y="64"/>
                  <a:pt x="75" y="64"/>
                </a:cubicBezTo>
                <a:cubicBezTo>
                  <a:pt x="81" y="64"/>
                  <a:pt x="87" y="65"/>
                  <a:pt x="93" y="67"/>
                </a:cubicBezTo>
                <a:cubicBezTo>
                  <a:pt x="98" y="69"/>
                  <a:pt x="105" y="72"/>
                  <a:pt x="111" y="75"/>
                </a:cubicBezTo>
                <a:cubicBezTo>
                  <a:pt x="113" y="75"/>
                  <a:pt x="114" y="76"/>
                  <a:pt x="115" y="76"/>
                </a:cubicBezTo>
                <a:cubicBezTo>
                  <a:pt x="115" y="94"/>
                  <a:pt x="115" y="94"/>
                  <a:pt x="115" y="94"/>
                </a:cubicBezTo>
                <a:cubicBezTo>
                  <a:pt x="118" y="95"/>
                  <a:pt x="121" y="96"/>
                  <a:pt x="124" y="96"/>
                </a:cubicBezTo>
                <a:cubicBezTo>
                  <a:pt x="131" y="96"/>
                  <a:pt x="141" y="93"/>
                  <a:pt x="151" y="87"/>
                </a:cubicBezTo>
                <a:close/>
                <a:moveTo>
                  <a:pt x="151" y="47"/>
                </a:moveTo>
                <a:cubicBezTo>
                  <a:pt x="151" y="29"/>
                  <a:pt x="151" y="29"/>
                  <a:pt x="151" y="29"/>
                </a:cubicBezTo>
                <a:cubicBezTo>
                  <a:pt x="141" y="35"/>
                  <a:pt x="131" y="37"/>
                  <a:pt x="123" y="37"/>
                </a:cubicBezTo>
                <a:cubicBezTo>
                  <a:pt x="120" y="37"/>
                  <a:pt x="117" y="37"/>
                  <a:pt x="115" y="37"/>
                </a:cubicBezTo>
                <a:cubicBezTo>
                  <a:pt x="115" y="55"/>
                  <a:pt x="115" y="55"/>
                  <a:pt x="115" y="55"/>
                </a:cubicBezTo>
                <a:cubicBezTo>
                  <a:pt x="124" y="58"/>
                  <a:pt x="137" y="55"/>
                  <a:pt x="151" y="4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57" name="Freeform 260"/>
          <p:cNvSpPr>
            <a:spLocks noEditPoints="1"/>
          </p:cNvSpPr>
          <p:nvPr/>
        </p:nvSpPr>
        <p:spPr bwMode="auto">
          <a:xfrm>
            <a:off x="6529301" y="4013577"/>
            <a:ext cx="222593" cy="144795"/>
          </a:xfrm>
          <a:custGeom>
            <a:avLst/>
            <a:gdLst>
              <a:gd name="T0" fmla="*/ 54 w 156"/>
              <a:gd name="T1" fmla="*/ 49 h 101"/>
              <a:gd name="T2" fmla="*/ 10 w 156"/>
              <a:gd name="T3" fmla="*/ 93 h 101"/>
              <a:gd name="T4" fmla="*/ 8 w 156"/>
              <a:gd name="T5" fmla="*/ 94 h 101"/>
              <a:gd name="T6" fmla="*/ 5 w 156"/>
              <a:gd name="T7" fmla="*/ 93 h 101"/>
              <a:gd name="T8" fmla="*/ 1 w 156"/>
              <a:gd name="T9" fmla="*/ 88 h 101"/>
              <a:gd name="T10" fmla="*/ 0 w 156"/>
              <a:gd name="T11" fmla="*/ 86 h 101"/>
              <a:gd name="T12" fmla="*/ 1 w 156"/>
              <a:gd name="T13" fmla="*/ 84 h 101"/>
              <a:gd name="T14" fmla="*/ 38 w 156"/>
              <a:gd name="T15" fmla="*/ 47 h 101"/>
              <a:gd name="T16" fmla="*/ 1 w 156"/>
              <a:gd name="T17" fmla="*/ 10 h 101"/>
              <a:gd name="T18" fmla="*/ 0 w 156"/>
              <a:gd name="T19" fmla="*/ 8 h 101"/>
              <a:gd name="T20" fmla="*/ 1 w 156"/>
              <a:gd name="T21" fmla="*/ 5 h 101"/>
              <a:gd name="T22" fmla="*/ 5 w 156"/>
              <a:gd name="T23" fmla="*/ 1 h 101"/>
              <a:gd name="T24" fmla="*/ 8 w 156"/>
              <a:gd name="T25" fmla="*/ 0 h 101"/>
              <a:gd name="T26" fmla="*/ 10 w 156"/>
              <a:gd name="T27" fmla="*/ 1 h 101"/>
              <a:gd name="T28" fmla="*/ 54 w 156"/>
              <a:gd name="T29" fmla="*/ 45 h 101"/>
              <a:gd name="T30" fmla="*/ 55 w 156"/>
              <a:gd name="T31" fmla="*/ 47 h 101"/>
              <a:gd name="T32" fmla="*/ 54 w 156"/>
              <a:gd name="T33" fmla="*/ 49 h 101"/>
              <a:gd name="T34" fmla="*/ 156 w 156"/>
              <a:gd name="T35" fmla="*/ 92 h 101"/>
              <a:gd name="T36" fmla="*/ 156 w 156"/>
              <a:gd name="T37" fmla="*/ 98 h 101"/>
              <a:gd name="T38" fmla="*/ 155 w 156"/>
              <a:gd name="T39" fmla="*/ 101 h 101"/>
              <a:gd name="T40" fmla="*/ 153 w 156"/>
              <a:gd name="T41" fmla="*/ 101 h 101"/>
              <a:gd name="T42" fmla="*/ 62 w 156"/>
              <a:gd name="T43" fmla="*/ 101 h 101"/>
              <a:gd name="T44" fmla="*/ 60 w 156"/>
              <a:gd name="T45" fmla="*/ 101 h 101"/>
              <a:gd name="T46" fmla="*/ 59 w 156"/>
              <a:gd name="T47" fmla="*/ 98 h 101"/>
              <a:gd name="T48" fmla="*/ 59 w 156"/>
              <a:gd name="T49" fmla="*/ 92 h 101"/>
              <a:gd name="T50" fmla="*/ 60 w 156"/>
              <a:gd name="T51" fmla="*/ 90 h 101"/>
              <a:gd name="T52" fmla="*/ 62 w 156"/>
              <a:gd name="T53" fmla="*/ 89 h 101"/>
              <a:gd name="T54" fmla="*/ 153 w 156"/>
              <a:gd name="T55" fmla="*/ 89 h 101"/>
              <a:gd name="T56" fmla="*/ 155 w 156"/>
              <a:gd name="T57" fmla="*/ 90 h 101"/>
              <a:gd name="T58" fmla="*/ 156 w 156"/>
              <a:gd name="T59" fmla="*/ 92 h 1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56" h="101">
                <a:moveTo>
                  <a:pt x="54" y="49"/>
                </a:moveTo>
                <a:cubicBezTo>
                  <a:pt x="10" y="93"/>
                  <a:pt x="10" y="93"/>
                  <a:pt x="10" y="93"/>
                </a:cubicBezTo>
                <a:cubicBezTo>
                  <a:pt x="9" y="94"/>
                  <a:pt x="8" y="94"/>
                  <a:pt x="8" y="94"/>
                </a:cubicBezTo>
                <a:cubicBezTo>
                  <a:pt x="7" y="94"/>
                  <a:pt x="6" y="94"/>
                  <a:pt x="5" y="93"/>
                </a:cubicBezTo>
                <a:cubicBezTo>
                  <a:pt x="1" y="88"/>
                  <a:pt x="1" y="88"/>
                  <a:pt x="1" y="88"/>
                </a:cubicBezTo>
                <a:cubicBezTo>
                  <a:pt x="0" y="88"/>
                  <a:pt x="0" y="87"/>
                  <a:pt x="0" y="86"/>
                </a:cubicBezTo>
                <a:cubicBezTo>
                  <a:pt x="0" y="85"/>
                  <a:pt x="0" y="85"/>
                  <a:pt x="1" y="84"/>
                </a:cubicBezTo>
                <a:cubicBezTo>
                  <a:pt x="38" y="47"/>
                  <a:pt x="38" y="47"/>
                  <a:pt x="38" y="47"/>
                </a:cubicBezTo>
                <a:cubicBezTo>
                  <a:pt x="1" y="10"/>
                  <a:pt x="1" y="10"/>
                  <a:pt x="1" y="10"/>
                </a:cubicBezTo>
                <a:cubicBezTo>
                  <a:pt x="0" y="9"/>
                  <a:pt x="0" y="8"/>
                  <a:pt x="0" y="8"/>
                </a:cubicBezTo>
                <a:cubicBezTo>
                  <a:pt x="0" y="7"/>
                  <a:pt x="0" y="6"/>
                  <a:pt x="1" y="5"/>
                </a:cubicBezTo>
                <a:cubicBezTo>
                  <a:pt x="5" y="1"/>
                  <a:pt x="5" y="1"/>
                  <a:pt x="5" y="1"/>
                </a:cubicBezTo>
                <a:cubicBezTo>
                  <a:pt x="6" y="0"/>
                  <a:pt x="7" y="0"/>
                  <a:pt x="8" y="0"/>
                </a:cubicBezTo>
                <a:cubicBezTo>
                  <a:pt x="8" y="0"/>
                  <a:pt x="9" y="0"/>
                  <a:pt x="10" y="1"/>
                </a:cubicBezTo>
                <a:cubicBezTo>
                  <a:pt x="54" y="45"/>
                  <a:pt x="54" y="45"/>
                  <a:pt x="54" y="45"/>
                </a:cubicBezTo>
                <a:cubicBezTo>
                  <a:pt x="54" y="45"/>
                  <a:pt x="55" y="46"/>
                  <a:pt x="55" y="47"/>
                </a:cubicBezTo>
                <a:cubicBezTo>
                  <a:pt x="55" y="48"/>
                  <a:pt x="54" y="49"/>
                  <a:pt x="54" y="49"/>
                </a:cubicBezTo>
                <a:close/>
                <a:moveTo>
                  <a:pt x="156" y="92"/>
                </a:moveTo>
                <a:cubicBezTo>
                  <a:pt x="156" y="98"/>
                  <a:pt x="156" y="98"/>
                  <a:pt x="156" y="98"/>
                </a:cubicBezTo>
                <a:cubicBezTo>
                  <a:pt x="156" y="99"/>
                  <a:pt x="156" y="100"/>
                  <a:pt x="155" y="101"/>
                </a:cubicBezTo>
                <a:cubicBezTo>
                  <a:pt x="154" y="101"/>
                  <a:pt x="154" y="101"/>
                  <a:pt x="153" y="101"/>
                </a:cubicBezTo>
                <a:cubicBezTo>
                  <a:pt x="62" y="101"/>
                  <a:pt x="62" y="101"/>
                  <a:pt x="62" y="101"/>
                </a:cubicBezTo>
                <a:cubicBezTo>
                  <a:pt x="61" y="101"/>
                  <a:pt x="60" y="101"/>
                  <a:pt x="60" y="101"/>
                </a:cubicBezTo>
                <a:cubicBezTo>
                  <a:pt x="59" y="100"/>
                  <a:pt x="59" y="99"/>
                  <a:pt x="59" y="98"/>
                </a:cubicBezTo>
                <a:cubicBezTo>
                  <a:pt x="59" y="92"/>
                  <a:pt x="59" y="92"/>
                  <a:pt x="59" y="92"/>
                </a:cubicBezTo>
                <a:cubicBezTo>
                  <a:pt x="59" y="91"/>
                  <a:pt x="59" y="91"/>
                  <a:pt x="60" y="90"/>
                </a:cubicBezTo>
                <a:cubicBezTo>
                  <a:pt x="60" y="90"/>
                  <a:pt x="61" y="89"/>
                  <a:pt x="62" y="89"/>
                </a:cubicBezTo>
                <a:cubicBezTo>
                  <a:pt x="153" y="89"/>
                  <a:pt x="153" y="89"/>
                  <a:pt x="153" y="89"/>
                </a:cubicBezTo>
                <a:cubicBezTo>
                  <a:pt x="154" y="89"/>
                  <a:pt x="154" y="90"/>
                  <a:pt x="155" y="90"/>
                </a:cubicBezTo>
                <a:cubicBezTo>
                  <a:pt x="156" y="91"/>
                  <a:pt x="156" y="91"/>
                  <a:pt x="156" y="9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58" name="Freeform 261"/>
          <p:cNvSpPr>
            <a:spLocks noEditPoints="1"/>
          </p:cNvSpPr>
          <p:nvPr/>
        </p:nvSpPr>
        <p:spPr bwMode="auto">
          <a:xfrm>
            <a:off x="6823209" y="3987644"/>
            <a:ext cx="248527" cy="185853"/>
          </a:xfrm>
          <a:custGeom>
            <a:avLst/>
            <a:gdLst>
              <a:gd name="T0" fmla="*/ 54 w 173"/>
              <a:gd name="T1" fmla="*/ 106 h 130"/>
              <a:gd name="T2" fmla="*/ 49 w 173"/>
              <a:gd name="T3" fmla="*/ 111 h 130"/>
              <a:gd name="T4" fmla="*/ 47 w 173"/>
              <a:gd name="T5" fmla="*/ 112 h 130"/>
              <a:gd name="T6" fmla="*/ 45 w 173"/>
              <a:gd name="T7" fmla="*/ 111 h 130"/>
              <a:gd name="T8" fmla="*/ 1 w 173"/>
              <a:gd name="T9" fmla="*/ 67 h 130"/>
              <a:gd name="T10" fmla="*/ 0 w 173"/>
              <a:gd name="T11" fmla="*/ 65 h 130"/>
              <a:gd name="T12" fmla="*/ 1 w 173"/>
              <a:gd name="T13" fmla="*/ 63 h 130"/>
              <a:gd name="T14" fmla="*/ 45 w 173"/>
              <a:gd name="T15" fmla="*/ 19 h 130"/>
              <a:gd name="T16" fmla="*/ 47 w 173"/>
              <a:gd name="T17" fmla="*/ 18 h 130"/>
              <a:gd name="T18" fmla="*/ 49 w 173"/>
              <a:gd name="T19" fmla="*/ 19 h 130"/>
              <a:gd name="T20" fmla="*/ 54 w 173"/>
              <a:gd name="T21" fmla="*/ 23 h 130"/>
              <a:gd name="T22" fmla="*/ 55 w 173"/>
              <a:gd name="T23" fmla="*/ 26 h 130"/>
              <a:gd name="T24" fmla="*/ 54 w 173"/>
              <a:gd name="T25" fmla="*/ 28 h 130"/>
              <a:gd name="T26" fmla="*/ 17 w 173"/>
              <a:gd name="T27" fmla="*/ 65 h 130"/>
              <a:gd name="T28" fmla="*/ 54 w 173"/>
              <a:gd name="T29" fmla="*/ 102 h 130"/>
              <a:gd name="T30" fmla="*/ 55 w 173"/>
              <a:gd name="T31" fmla="*/ 104 h 130"/>
              <a:gd name="T32" fmla="*/ 54 w 173"/>
              <a:gd name="T33" fmla="*/ 106 h 130"/>
              <a:gd name="T34" fmla="*/ 110 w 173"/>
              <a:gd name="T35" fmla="*/ 6 h 130"/>
              <a:gd name="T36" fmla="*/ 75 w 173"/>
              <a:gd name="T37" fmla="*/ 128 h 130"/>
              <a:gd name="T38" fmla="*/ 73 w 173"/>
              <a:gd name="T39" fmla="*/ 130 h 130"/>
              <a:gd name="T40" fmla="*/ 71 w 173"/>
              <a:gd name="T41" fmla="*/ 130 h 130"/>
              <a:gd name="T42" fmla="*/ 65 w 173"/>
              <a:gd name="T43" fmla="*/ 128 h 130"/>
              <a:gd name="T44" fmla="*/ 63 w 173"/>
              <a:gd name="T45" fmla="*/ 127 h 130"/>
              <a:gd name="T46" fmla="*/ 63 w 173"/>
              <a:gd name="T47" fmla="*/ 124 h 130"/>
              <a:gd name="T48" fmla="*/ 98 w 173"/>
              <a:gd name="T49" fmla="*/ 2 h 130"/>
              <a:gd name="T50" fmla="*/ 100 w 173"/>
              <a:gd name="T51" fmla="*/ 0 h 130"/>
              <a:gd name="T52" fmla="*/ 102 w 173"/>
              <a:gd name="T53" fmla="*/ 0 h 130"/>
              <a:gd name="T54" fmla="*/ 108 w 173"/>
              <a:gd name="T55" fmla="*/ 2 h 130"/>
              <a:gd name="T56" fmla="*/ 110 w 173"/>
              <a:gd name="T57" fmla="*/ 3 h 130"/>
              <a:gd name="T58" fmla="*/ 110 w 173"/>
              <a:gd name="T59" fmla="*/ 6 h 130"/>
              <a:gd name="T60" fmla="*/ 172 w 173"/>
              <a:gd name="T61" fmla="*/ 67 h 130"/>
              <a:gd name="T62" fmla="*/ 128 w 173"/>
              <a:gd name="T63" fmla="*/ 111 h 130"/>
              <a:gd name="T64" fmla="*/ 126 w 173"/>
              <a:gd name="T65" fmla="*/ 112 h 130"/>
              <a:gd name="T66" fmla="*/ 124 w 173"/>
              <a:gd name="T67" fmla="*/ 111 h 130"/>
              <a:gd name="T68" fmla="*/ 119 w 173"/>
              <a:gd name="T69" fmla="*/ 106 h 130"/>
              <a:gd name="T70" fmla="*/ 118 w 173"/>
              <a:gd name="T71" fmla="*/ 104 h 130"/>
              <a:gd name="T72" fmla="*/ 119 w 173"/>
              <a:gd name="T73" fmla="*/ 102 h 130"/>
              <a:gd name="T74" fmla="*/ 156 w 173"/>
              <a:gd name="T75" fmla="*/ 65 h 130"/>
              <a:gd name="T76" fmla="*/ 119 w 173"/>
              <a:gd name="T77" fmla="*/ 28 h 130"/>
              <a:gd name="T78" fmla="*/ 118 w 173"/>
              <a:gd name="T79" fmla="*/ 26 h 130"/>
              <a:gd name="T80" fmla="*/ 119 w 173"/>
              <a:gd name="T81" fmla="*/ 23 h 130"/>
              <a:gd name="T82" fmla="*/ 124 w 173"/>
              <a:gd name="T83" fmla="*/ 19 h 130"/>
              <a:gd name="T84" fmla="*/ 126 w 173"/>
              <a:gd name="T85" fmla="*/ 18 h 130"/>
              <a:gd name="T86" fmla="*/ 128 w 173"/>
              <a:gd name="T87" fmla="*/ 19 h 130"/>
              <a:gd name="T88" fmla="*/ 172 w 173"/>
              <a:gd name="T89" fmla="*/ 63 h 130"/>
              <a:gd name="T90" fmla="*/ 173 w 173"/>
              <a:gd name="T91" fmla="*/ 65 h 130"/>
              <a:gd name="T92" fmla="*/ 172 w 173"/>
              <a:gd name="T93" fmla="*/ 67 h 1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73" h="130">
                <a:moveTo>
                  <a:pt x="54" y="106"/>
                </a:moveTo>
                <a:cubicBezTo>
                  <a:pt x="49" y="111"/>
                  <a:pt x="49" y="111"/>
                  <a:pt x="49" y="111"/>
                </a:cubicBezTo>
                <a:cubicBezTo>
                  <a:pt x="49" y="112"/>
                  <a:pt x="48" y="112"/>
                  <a:pt x="47" y="112"/>
                </a:cubicBezTo>
                <a:cubicBezTo>
                  <a:pt x="46" y="112"/>
                  <a:pt x="46" y="112"/>
                  <a:pt x="45" y="111"/>
                </a:cubicBezTo>
                <a:cubicBezTo>
                  <a:pt x="1" y="67"/>
                  <a:pt x="1" y="67"/>
                  <a:pt x="1" y="67"/>
                </a:cubicBezTo>
                <a:cubicBezTo>
                  <a:pt x="0" y="67"/>
                  <a:pt x="0" y="66"/>
                  <a:pt x="0" y="65"/>
                </a:cubicBezTo>
                <a:cubicBezTo>
                  <a:pt x="0" y="64"/>
                  <a:pt x="0" y="63"/>
                  <a:pt x="1" y="63"/>
                </a:cubicBezTo>
                <a:cubicBezTo>
                  <a:pt x="45" y="19"/>
                  <a:pt x="45" y="19"/>
                  <a:pt x="45" y="19"/>
                </a:cubicBezTo>
                <a:cubicBezTo>
                  <a:pt x="46" y="18"/>
                  <a:pt x="46" y="18"/>
                  <a:pt x="47" y="18"/>
                </a:cubicBezTo>
                <a:cubicBezTo>
                  <a:pt x="48" y="18"/>
                  <a:pt x="49" y="18"/>
                  <a:pt x="49" y="19"/>
                </a:cubicBezTo>
                <a:cubicBezTo>
                  <a:pt x="54" y="23"/>
                  <a:pt x="54" y="23"/>
                  <a:pt x="54" y="23"/>
                </a:cubicBezTo>
                <a:cubicBezTo>
                  <a:pt x="55" y="24"/>
                  <a:pt x="55" y="25"/>
                  <a:pt x="55" y="26"/>
                </a:cubicBezTo>
                <a:cubicBezTo>
                  <a:pt x="55" y="26"/>
                  <a:pt x="55" y="27"/>
                  <a:pt x="54" y="28"/>
                </a:cubicBezTo>
                <a:cubicBezTo>
                  <a:pt x="17" y="65"/>
                  <a:pt x="17" y="65"/>
                  <a:pt x="17" y="65"/>
                </a:cubicBezTo>
                <a:cubicBezTo>
                  <a:pt x="54" y="102"/>
                  <a:pt x="54" y="102"/>
                  <a:pt x="54" y="102"/>
                </a:cubicBezTo>
                <a:cubicBezTo>
                  <a:pt x="55" y="103"/>
                  <a:pt x="55" y="103"/>
                  <a:pt x="55" y="104"/>
                </a:cubicBezTo>
                <a:cubicBezTo>
                  <a:pt x="55" y="105"/>
                  <a:pt x="55" y="106"/>
                  <a:pt x="54" y="106"/>
                </a:cubicBezTo>
                <a:close/>
                <a:moveTo>
                  <a:pt x="110" y="6"/>
                </a:moveTo>
                <a:cubicBezTo>
                  <a:pt x="75" y="128"/>
                  <a:pt x="75" y="128"/>
                  <a:pt x="75" y="128"/>
                </a:cubicBezTo>
                <a:cubicBezTo>
                  <a:pt x="74" y="128"/>
                  <a:pt x="74" y="129"/>
                  <a:pt x="73" y="130"/>
                </a:cubicBezTo>
                <a:cubicBezTo>
                  <a:pt x="73" y="130"/>
                  <a:pt x="72" y="130"/>
                  <a:pt x="71" y="130"/>
                </a:cubicBezTo>
                <a:cubicBezTo>
                  <a:pt x="65" y="128"/>
                  <a:pt x="65" y="128"/>
                  <a:pt x="65" y="128"/>
                </a:cubicBezTo>
                <a:cubicBezTo>
                  <a:pt x="64" y="128"/>
                  <a:pt x="64" y="127"/>
                  <a:pt x="63" y="127"/>
                </a:cubicBezTo>
                <a:cubicBezTo>
                  <a:pt x="63" y="126"/>
                  <a:pt x="63" y="125"/>
                  <a:pt x="63" y="124"/>
                </a:cubicBezTo>
                <a:cubicBezTo>
                  <a:pt x="98" y="2"/>
                  <a:pt x="98" y="2"/>
                  <a:pt x="98" y="2"/>
                </a:cubicBezTo>
                <a:cubicBezTo>
                  <a:pt x="99" y="1"/>
                  <a:pt x="99" y="1"/>
                  <a:pt x="100" y="0"/>
                </a:cubicBezTo>
                <a:cubicBezTo>
                  <a:pt x="101" y="0"/>
                  <a:pt x="101" y="0"/>
                  <a:pt x="102" y="0"/>
                </a:cubicBezTo>
                <a:cubicBezTo>
                  <a:pt x="108" y="2"/>
                  <a:pt x="108" y="2"/>
                  <a:pt x="108" y="2"/>
                </a:cubicBezTo>
                <a:cubicBezTo>
                  <a:pt x="109" y="2"/>
                  <a:pt x="109" y="3"/>
                  <a:pt x="110" y="3"/>
                </a:cubicBezTo>
                <a:cubicBezTo>
                  <a:pt x="110" y="4"/>
                  <a:pt x="110" y="5"/>
                  <a:pt x="110" y="6"/>
                </a:cubicBezTo>
                <a:close/>
                <a:moveTo>
                  <a:pt x="172" y="67"/>
                </a:moveTo>
                <a:cubicBezTo>
                  <a:pt x="128" y="111"/>
                  <a:pt x="128" y="111"/>
                  <a:pt x="128" y="111"/>
                </a:cubicBezTo>
                <a:cubicBezTo>
                  <a:pt x="127" y="112"/>
                  <a:pt x="127" y="112"/>
                  <a:pt x="126" y="112"/>
                </a:cubicBezTo>
                <a:cubicBezTo>
                  <a:pt x="125" y="112"/>
                  <a:pt x="124" y="112"/>
                  <a:pt x="124" y="111"/>
                </a:cubicBezTo>
                <a:cubicBezTo>
                  <a:pt x="119" y="106"/>
                  <a:pt x="119" y="106"/>
                  <a:pt x="119" y="106"/>
                </a:cubicBezTo>
                <a:cubicBezTo>
                  <a:pt x="118" y="106"/>
                  <a:pt x="118" y="105"/>
                  <a:pt x="118" y="104"/>
                </a:cubicBezTo>
                <a:cubicBezTo>
                  <a:pt x="118" y="103"/>
                  <a:pt x="118" y="103"/>
                  <a:pt x="119" y="102"/>
                </a:cubicBezTo>
                <a:cubicBezTo>
                  <a:pt x="156" y="65"/>
                  <a:pt x="156" y="65"/>
                  <a:pt x="156" y="65"/>
                </a:cubicBezTo>
                <a:cubicBezTo>
                  <a:pt x="119" y="28"/>
                  <a:pt x="119" y="28"/>
                  <a:pt x="119" y="28"/>
                </a:cubicBezTo>
                <a:cubicBezTo>
                  <a:pt x="118" y="27"/>
                  <a:pt x="118" y="26"/>
                  <a:pt x="118" y="26"/>
                </a:cubicBezTo>
                <a:cubicBezTo>
                  <a:pt x="118" y="25"/>
                  <a:pt x="118" y="24"/>
                  <a:pt x="119" y="23"/>
                </a:cubicBezTo>
                <a:cubicBezTo>
                  <a:pt x="124" y="19"/>
                  <a:pt x="124" y="19"/>
                  <a:pt x="124" y="19"/>
                </a:cubicBezTo>
                <a:cubicBezTo>
                  <a:pt x="124" y="18"/>
                  <a:pt x="125" y="18"/>
                  <a:pt x="126" y="18"/>
                </a:cubicBezTo>
                <a:cubicBezTo>
                  <a:pt x="127" y="18"/>
                  <a:pt x="127" y="18"/>
                  <a:pt x="128" y="19"/>
                </a:cubicBezTo>
                <a:cubicBezTo>
                  <a:pt x="172" y="63"/>
                  <a:pt x="172" y="63"/>
                  <a:pt x="172" y="63"/>
                </a:cubicBezTo>
                <a:cubicBezTo>
                  <a:pt x="173" y="63"/>
                  <a:pt x="173" y="64"/>
                  <a:pt x="173" y="65"/>
                </a:cubicBezTo>
                <a:cubicBezTo>
                  <a:pt x="173" y="66"/>
                  <a:pt x="173" y="67"/>
                  <a:pt x="172" y="6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59" name="Freeform 262"/>
          <p:cNvSpPr>
            <a:spLocks noEditPoints="1"/>
          </p:cNvSpPr>
          <p:nvPr/>
        </p:nvSpPr>
        <p:spPr bwMode="auto">
          <a:xfrm>
            <a:off x="7140891" y="3959549"/>
            <a:ext cx="244204" cy="218271"/>
          </a:xfrm>
          <a:custGeom>
            <a:avLst/>
            <a:gdLst>
              <a:gd name="T0" fmla="*/ 61 w 170"/>
              <a:gd name="T1" fmla="*/ 97 h 152"/>
              <a:gd name="T2" fmla="*/ 61 w 170"/>
              <a:gd name="T3" fmla="*/ 103 h 152"/>
              <a:gd name="T4" fmla="*/ 57 w 170"/>
              <a:gd name="T5" fmla="*/ 109 h 152"/>
              <a:gd name="T6" fmla="*/ 55 w 170"/>
              <a:gd name="T7" fmla="*/ 109 h 152"/>
              <a:gd name="T8" fmla="*/ 50 w 170"/>
              <a:gd name="T9" fmla="*/ 107 h 152"/>
              <a:gd name="T10" fmla="*/ 2 w 170"/>
              <a:gd name="T11" fmla="*/ 59 h 152"/>
              <a:gd name="T12" fmla="*/ 0 w 170"/>
              <a:gd name="T13" fmla="*/ 55 h 152"/>
              <a:gd name="T14" fmla="*/ 2 w 170"/>
              <a:gd name="T15" fmla="*/ 50 h 152"/>
              <a:gd name="T16" fmla="*/ 50 w 170"/>
              <a:gd name="T17" fmla="*/ 2 h 152"/>
              <a:gd name="T18" fmla="*/ 57 w 170"/>
              <a:gd name="T19" fmla="*/ 1 h 152"/>
              <a:gd name="T20" fmla="*/ 61 w 170"/>
              <a:gd name="T21" fmla="*/ 6 h 152"/>
              <a:gd name="T22" fmla="*/ 61 w 170"/>
              <a:gd name="T23" fmla="*/ 13 h 152"/>
              <a:gd name="T24" fmla="*/ 23 w 170"/>
              <a:gd name="T25" fmla="*/ 50 h 152"/>
              <a:gd name="T26" fmla="*/ 21 w 170"/>
              <a:gd name="T27" fmla="*/ 55 h 152"/>
              <a:gd name="T28" fmla="*/ 23 w 170"/>
              <a:gd name="T29" fmla="*/ 59 h 152"/>
              <a:gd name="T30" fmla="*/ 61 w 170"/>
              <a:gd name="T31" fmla="*/ 97 h 152"/>
              <a:gd name="T32" fmla="*/ 170 w 170"/>
              <a:gd name="T33" fmla="*/ 100 h 152"/>
              <a:gd name="T34" fmla="*/ 168 w 170"/>
              <a:gd name="T35" fmla="*/ 113 h 152"/>
              <a:gd name="T36" fmla="*/ 164 w 170"/>
              <a:gd name="T37" fmla="*/ 126 h 152"/>
              <a:gd name="T38" fmla="*/ 160 w 170"/>
              <a:gd name="T39" fmla="*/ 138 h 152"/>
              <a:gd name="T40" fmla="*/ 156 w 170"/>
              <a:gd name="T41" fmla="*/ 146 h 152"/>
              <a:gd name="T42" fmla="*/ 154 w 170"/>
              <a:gd name="T43" fmla="*/ 150 h 152"/>
              <a:gd name="T44" fmla="*/ 152 w 170"/>
              <a:gd name="T45" fmla="*/ 152 h 152"/>
              <a:gd name="T46" fmla="*/ 151 w 170"/>
              <a:gd name="T47" fmla="*/ 151 h 152"/>
              <a:gd name="T48" fmla="*/ 149 w 170"/>
              <a:gd name="T49" fmla="*/ 148 h 152"/>
              <a:gd name="T50" fmla="*/ 139 w 170"/>
              <a:gd name="T51" fmla="*/ 95 h 152"/>
              <a:gd name="T52" fmla="*/ 122 w 170"/>
              <a:gd name="T53" fmla="*/ 84 h 152"/>
              <a:gd name="T54" fmla="*/ 97 w 170"/>
              <a:gd name="T55" fmla="*/ 79 h 152"/>
              <a:gd name="T56" fmla="*/ 97 w 170"/>
              <a:gd name="T57" fmla="*/ 103 h 152"/>
              <a:gd name="T58" fmla="*/ 93 w 170"/>
              <a:gd name="T59" fmla="*/ 109 h 152"/>
              <a:gd name="T60" fmla="*/ 91 w 170"/>
              <a:gd name="T61" fmla="*/ 109 h 152"/>
              <a:gd name="T62" fmla="*/ 87 w 170"/>
              <a:gd name="T63" fmla="*/ 107 h 152"/>
              <a:gd name="T64" fmla="*/ 38 w 170"/>
              <a:gd name="T65" fmla="*/ 59 h 152"/>
              <a:gd name="T66" fmla="*/ 37 w 170"/>
              <a:gd name="T67" fmla="*/ 55 h 152"/>
              <a:gd name="T68" fmla="*/ 38 w 170"/>
              <a:gd name="T69" fmla="*/ 50 h 152"/>
              <a:gd name="T70" fmla="*/ 87 w 170"/>
              <a:gd name="T71" fmla="*/ 2 h 152"/>
              <a:gd name="T72" fmla="*/ 93 w 170"/>
              <a:gd name="T73" fmla="*/ 1 h 152"/>
              <a:gd name="T74" fmla="*/ 97 w 170"/>
              <a:gd name="T75" fmla="*/ 6 h 152"/>
              <a:gd name="T76" fmla="*/ 97 w 170"/>
              <a:gd name="T77" fmla="*/ 31 h 152"/>
              <a:gd name="T78" fmla="*/ 154 w 170"/>
              <a:gd name="T79" fmla="*/ 52 h 152"/>
              <a:gd name="T80" fmla="*/ 170 w 170"/>
              <a:gd name="T81" fmla="*/ 100 h 1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70" h="152">
                <a:moveTo>
                  <a:pt x="61" y="97"/>
                </a:moveTo>
                <a:cubicBezTo>
                  <a:pt x="61" y="103"/>
                  <a:pt x="61" y="103"/>
                  <a:pt x="61" y="103"/>
                </a:cubicBezTo>
                <a:cubicBezTo>
                  <a:pt x="61" y="106"/>
                  <a:pt x="60" y="108"/>
                  <a:pt x="57" y="109"/>
                </a:cubicBezTo>
                <a:cubicBezTo>
                  <a:pt x="56" y="109"/>
                  <a:pt x="56" y="109"/>
                  <a:pt x="55" y="109"/>
                </a:cubicBezTo>
                <a:cubicBezTo>
                  <a:pt x="53" y="109"/>
                  <a:pt x="52" y="109"/>
                  <a:pt x="50" y="107"/>
                </a:cubicBezTo>
                <a:cubicBezTo>
                  <a:pt x="2" y="59"/>
                  <a:pt x="2" y="59"/>
                  <a:pt x="2" y="59"/>
                </a:cubicBezTo>
                <a:cubicBezTo>
                  <a:pt x="1" y="58"/>
                  <a:pt x="0" y="56"/>
                  <a:pt x="0" y="55"/>
                </a:cubicBezTo>
                <a:cubicBezTo>
                  <a:pt x="0" y="53"/>
                  <a:pt x="1" y="52"/>
                  <a:pt x="2" y="50"/>
                </a:cubicBezTo>
                <a:cubicBezTo>
                  <a:pt x="50" y="2"/>
                  <a:pt x="50" y="2"/>
                  <a:pt x="50" y="2"/>
                </a:cubicBezTo>
                <a:cubicBezTo>
                  <a:pt x="52" y="0"/>
                  <a:pt x="55" y="0"/>
                  <a:pt x="57" y="1"/>
                </a:cubicBezTo>
                <a:cubicBezTo>
                  <a:pt x="60" y="2"/>
                  <a:pt x="61" y="4"/>
                  <a:pt x="61" y="6"/>
                </a:cubicBezTo>
                <a:cubicBezTo>
                  <a:pt x="61" y="13"/>
                  <a:pt x="61" y="13"/>
                  <a:pt x="61" y="13"/>
                </a:cubicBezTo>
                <a:cubicBezTo>
                  <a:pt x="23" y="50"/>
                  <a:pt x="23" y="50"/>
                  <a:pt x="23" y="50"/>
                </a:cubicBezTo>
                <a:cubicBezTo>
                  <a:pt x="22" y="52"/>
                  <a:pt x="21" y="53"/>
                  <a:pt x="21" y="55"/>
                </a:cubicBezTo>
                <a:cubicBezTo>
                  <a:pt x="21" y="56"/>
                  <a:pt x="22" y="58"/>
                  <a:pt x="23" y="59"/>
                </a:cubicBezTo>
                <a:lnTo>
                  <a:pt x="61" y="97"/>
                </a:lnTo>
                <a:close/>
                <a:moveTo>
                  <a:pt x="170" y="100"/>
                </a:moveTo>
                <a:cubicBezTo>
                  <a:pt x="170" y="104"/>
                  <a:pt x="169" y="108"/>
                  <a:pt x="168" y="113"/>
                </a:cubicBezTo>
                <a:cubicBezTo>
                  <a:pt x="167" y="117"/>
                  <a:pt x="166" y="122"/>
                  <a:pt x="164" y="126"/>
                </a:cubicBezTo>
                <a:cubicBezTo>
                  <a:pt x="163" y="130"/>
                  <a:pt x="162" y="134"/>
                  <a:pt x="160" y="138"/>
                </a:cubicBezTo>
                <a:cubicBezTo>
                  <a:pt x="158" y="142"/>
                  <a:pt x="157" y="144"/>
                  <a:pt x="156" y="146"/>
                </a:cubicBezTo>
                <a:cubicBezTo>
                  <a:pt x="155" y="148"/>
                  <a:pt x="155" y="149"/>
                  <a:pt x="154" y="150"/>
                </a:cubicBezTo>
                <a:cubicBezTo>
                  <a:pt x="154" y="151"/>
                  <a:pt x="153" y="152"/>
                  <a:pt x="152" y="152"/>
                </a:cubicBezTo>
                <a:cubicBezTo>
                  <a:pt x="151" y="152"/>
                  <a:pt x="151" y="152"/>
                  <a:pt x="151" y="151"/>
                </a:cubicBezTo>
                <a:cubicBezTo>
                  <a:pt x="149" y="151"/>
                  <a:pt x="148" y="150"/>
                  <a:pt x="149" y="148"/>
                </a:cubicBezTo>
                <a:cubicBezTo>
                  <a:pt x="151" y="123"/>
                  <a:pt x="148" y="105"/>
                  <a:pt x="139" y="95"/>
                </a:cubicBezTo>
                <a:cubicBezTo>
                  <a:pt x="134" y="90"/>
                  <a:pt x="129" y="87"/>
                  <a:pt x="122" y="84"/>
                </a:cubicBezTo>
                <a:cubicBezTo>
                  <a:pt x="116" y="82"/>
                  <a:pt x="107" y="80"/>
                  <a:pt x="97" y="79"/>
                </a:cubicBezTo>
                <a:cubicBezTo>
                  <a:pt x="97" y="103"/>
                  <a:pt x="97" y="103"/>
                  <a:pt x="97" y="103"/>
                </a:cubicBezTo>
                <a:cubicBezTo>
                  <a:pt x="97" y="106"/>
                  <a:pt x="96" y="108"/>
                  <a:pt x="93" y="109"/>
                </a:cubicBezTo>
                <a:cubicBezTo>
                  <a:pt x="93" y="109"/>
                  <a:pt x="92" y="109"/>
                  <a:pt x="91" y="109"/>
                </a:cubicBezTo>
                <a:cubicBezTo>
                  <a:pt x="89" y="109"/>
                  <a:pt x="88" y="109"/>
                  <a:pt x="87" y="107"/>
                </a:cubicBezTo>
                <a:cubicBezTo>
                  <a:pt x="38" y="59"/>
                  <a:pt x="38" y="59"/>
                  <a:pt x="38" y="59"/>
                </a:cubicBezTo>
                <a:cubicBezTo>
                  <a:pt x="37" y="58"/>
                  <a:pt x="37" y="56"/>
                  <a:pt x="37" y="55"/>
                </a:cubicBezTo>
                <a:cubicBezTo>
                  <a:pt x="37" y="53"/>
                  <a:pt x="37" y="52"/>
                  <a:pt x="38" y="50"/>
                </a:cubicBezTo>
                <a:cubicBezTo>
                  <a:pt x="87" y="2"/>
                  <a:pt x="87" y="2"/>
                  <a:pt x="87" y="2"/>
                </a:cubicBezTo>
                <a:cubicBezTo>
                  <a:pt x="89" y="0"/>
                  <a:pt x="91" y="0"/>
                  <a:pt x="93" y="1"/>
                </a:cubicBezTo>
                <a:cubicBezTo>
                  <a:pt x="96" y="2"/>
                  <a:pt x="97" y="4"/>
                  <a:pt x="97" y="6"/>
                </a:cubicBezTo>
                <a:cubicBezTo>
                  <a:pt x="97" y="31"/>
                  <a:pt x="97" y="31"/>
                  <a:pt x="97" y="31"/>
                </a:cubicBezTo>
                <a:cubicBezTo>
                  <a:pt x="123" y="33"/>
                  <a:pt x="142" y="40"/>
                  <a:pt x="154" y="52"/>
                </a:cubicBezTo>
                <a:cubicBezTo>
                  <a:pt x="164" y="63"/>
                  <a:pt x="170" y="79"/>
                  <a:pt x="170" y="10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60" name="Freeform 263"/>
          <p:cNvSpPr>
            <a:spLocks noEditPoints="1"/>
          </p:cNvSpPr>
          <p:nvPr/>
        </p:nvSpPr>
        <p:spPr bwMode="auto">
          <a:xfrm>
            <a:off x="7449927" y="3959549"/>
            <a:ext cx="242043" cy="218271"/>
          </a:xfrm>
          <a:custGeom>
            <a:avLst/>
            <a:gdLst>
              <a:gd name="T0" fmla="*/ 60 w 169"/>
              <a:gd name="T1" fmla="*/ 97 h 152"/>
              <a:gd name="T2" fmla="*/ 60 w 169"/>
              <a:gd name="T3" fmla="*/ 103 h 152"/>
              <a:gd name="T4" fmla="*/ 57 w 169"/>
              <a:gd name="T5" fmla="*/ 109 h 152"/>
              <a:gd name="T6" fmla="*/ 54 w 169"/>
              <a:gd name="T7" fmla="*/ 109 h 152"/>
              <a:gd name="T8" fmla="*/ 50 w 169"/>
              <a:gd name="T9" fmla="*/ 107 h 152"/>
              <a:gd name="T10" fmla="*/ 1 w 169"/>
              <a:gd name="T11" fmla="*/ 59 h 152"/>
              <a:gd name="T12" fmla="*/ 0 w 169"/>
              <a:gd name="T13" fmla="*/ 55 h 152"/>
              <a:gd name="T14" fmla="*/ 1 w 169"/>
              <a:gd name="T15" fmla="*/ 50 h 152"/>
              <a:gd name="T16" fmla="*/ 50 w 169"/>
              <a:gd name="T17" fmla="*/ 2 h 152"/>
              <a:gd name="T18" fmla="*/ 57 w 169"/>
              <a:gd name="T19" fmla="*/ 1 h 152"/>
              <a:gd name="T20" fmla="*/ 60 w 169"/>
              <a:gd name="T21" fmla="*/ 6 h 152"/>
              <a:gd name="T22" fmla="*/ 60 w 169"/>
              <a:gd name="T23" fmla="*/ 13 h 152"/>
              <a:gd name="T24" fmla="*/ 23 w 169"/>
              <a:gd name="T25" fmla="*/ 50 h 152"/>
              <a:gd name="T26" fmla="*/ 21 w 169"/>
              <a:gd name="T27" fmla="*/ 55 h 152"/>
              <a:gd name="T28" fmla="*/ 23 w 169"/>
              <a:gd name="T29" fmla="*/ 59 h 152"/>
              <a:gd name="T30" fmla="*/ 60 w 169"/>
              <a:gd name="T31" fmla="*/ 97 h 152"/>
              <a:gd name="T32" fmla="*/ 169 w 169"/>
              <a:gd name="T33" fmla="*/ 100 h 152"/>
              <a:gd name="T34" fmla="*/ 168 w 169"/>
              <a:gd name="T35" fmla="*/ 113 h 152"/>
              <a:gd name="T36" fmla="*/ 164 w 169"/>
              <a:gd name="T37" fmla="*/ 126 h 152"/>
              <a:gd name="T38" fmla="*/ 159 w 169"/>
              <a:gd name="T39" fmla="*/ 138 h 152"/>
              <a:gd name="T40" fmla="*/ 156 w 169"/>
              <a:gd name="T41" fmla="*/ 146 h 152"/>
              <a:gd name="T42" fmla="*/ 154 w 169"/>
              <a:gd name="T43" fmla="*/ 150 h 152"/>
              <a:gd name="T44" fmla="*/ 151 w 169"/>
              <a:gd name="T45" fmla="*/ 152 h 152"/>
              <a:gd name="T46" fmla="*/ 150 w 169"/>
              <a:gd name="T47" fmla="*/ 151 h 152"/>
              <a:gd name="T48" fmla="*/ 148 w 169"/>
              <a:gd name="T49" fmla="*/ 148 h 152"/>
              <a:gd name="T50" fmla="*/ 138 w 169"/>
              <a:gd name="T51" fmla="*/ 95 h 152"/>
              <a:gd name="T52" fmla="*/ 122 w 169"/>
              <a:gd name="T53" fmla="*/ 84 h 152"/>
              <a:gd name="T54" fmla="*/ 97 w 169"/>
              <a:gd name="T55" fmla="*/ 79 h 152"/>
              <a:gd name="T56" fmla="*/ 97 w 169"/>
              <a:gd name="T57" fmla="*/ 103 h 152"/>
              <a:gd name="T58" fmla="*/ 93 w 169"/>
              <a:gd name="T59" fmla="*/ 109 h 152"/>
              <a:gd name="T60" fmla="*/ 90 w 169"/>
              <a:gd name="T61" fmla="*/ 109 h 152"/>
              <a:gd name="T62" fmla="*/ 86 w 169"/>
              <a:gd name="T63" fmla="*/ 107 h 152"/>
              <a:gd name="T64" fmla="*/ 38 w 169"/>
              <a:gd name="T65" fmla="*/ 59 h 152"/>
              <a:gd name="T66" fmla="*/ 36 w 169"/>
              <a:gd name="T67" fmla="*/ 55 h 152"/>
              <a:gd name="T68" fmla="*/ 38 w 169"/>
              <a:gd name="T69" fmla="*/ 50 h 152"/>
              <a:gd name="T70" fmla="*/ 86 w 169"/>
              <a:gd name="T71" fmla="*/ 2 h 152"/>
              <a:gd name="T72" fmla="*/ 93 w 169"/>
              <a:gd name="T73" fmla="*/ 1 h 152"/>
              <a:gd name="T74" fmla="*/ 97 w 169"/>
              <a:gd name="T75" fmla="*/ 6 h 152"/>
              <a:gd name="T76" fmla="*/ 97 w 169"/>
              <a:gd name="T77" fmla="*/ 31 h 152"/>
              <a:gd name="T78" fmla="*/ 153 w 169"/>
              <a:gd name="T79" fmla="*/ 52 h 152"/>
              <a:gd name="T80" fmla="*/ 169 w 169"/>
              <a:gd name="T81" fmla="*/ 100 h 1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69" h="152">
                <a:moveTo>
                  <a:pt x="60" y="97"/>
                </a:moveTo>
                <a:cubicBezTo>
                  <a:pt x="60" y="103"/>
                  <a:pt x="60" y="103"/>
                  <a:pt x="60" y="103"/>
                </a:cubicBezTo>
                <a:cubicBezTo>
                  <a:pt x="60" y="106"/>
                  <a:pt x="59" y="108"/>
                  <a:pt x="57" y="109"/>
                </a:cubicBezTo>
                <a:cubicBezTo>
                  <a:pt x="56" y="109"/>
                  <a:pt x="55" y="109"/>
                  <a:pt x="54" y="109"/>
                </a:cubicBezTo>
                <a:cubicBezTo>
                  <a:pt x="52" y="109"/>
                  <a:pt x="51" y="109"/>
                  <a:pt x="50" y="107"/>
                </a:cubicBezTo>
                <a:cubicBezTo>
                  <a:pt x="1" y="59"/>
                  <a:pt x="1" y="59"/>
                  <a:pt x="1" y="59"/>
                </a:cubicBezTo>
                <a:cubicBezTo>
                  <a:pt x="0" y="58"/>
                  <a:pt x="0" y="56"/>
                  <a:pt x="0" y="55"/>
                </a:cubicBezTo>
                <a:cubicBezTo>
                  <a:pt x="0" y="53"/>
                  <a:pt x="0" y="52"/>
                  <a:pt x="1" y="50"/>
                </a:cubicBezTo>
                <a:cubicBezTo>
                  <a:pt x="50" y="2"/>
                  <a:pt x="50" y="2"/>
                  <a:pt x="50" y="2"/>
                </a:cubicBezTo>
                <a:cubicBezTo>
                  <a:pt x="52" y="0"/>
                  <a:pt x="54" y="0"/>
                  <a:pt x="57" y="1"/>
                </a:cubicBezTo>
                <a:cubicBezTo>
                  <a:pt x="59" y="2"/>
                  <a:pt x="60" y="4"/>
                  <a:pt x="60" y="6"/>
                </a:cubicBezTo>
                <a:cubicBezTo>
                  <a:pt x="60" y="13"/>
                  <a:pt x="60" y="13"/>
                  <a:pt x="60" y="13"/>
                </a:cubicBezTo>
                <a:cubicBezTo>
                  <a:pt x="23" y="50"/>
                  <a:pt x="23" y="50"/>
                  <a:pt x="23" y="50"/>
                </a:cubicBezTo>
                <a:cubicBezTo>
                  <a:pt x="21" y="52"/>
                  <a:pt x="21" y="53"/>
                  <a:pt x="21" y="55"/>
                </a:cubicBezTo>
                <a:cubicBezTo>
                  <a:pt x="21" y="56"/>
                  <a:pt x="21" y="58"/>
                  <a:pt x="23" y="59"/>
                </a:cubicBezTo>
                <a:lnTo>
                  <a:pt x="60" y="97"/>
                </a:lnTo>
                <a:close/>
                <a:moveTo>
                  <a:pt x="169" y="100"/>
                </a:moveTo>
                <a:cubicBezTo>
                  <a:pt x="169" y="104"/>
                  <a:pt x="169" y="108"/>
                  <a:pt x="168" y="113"/>
                </a:cubicBezTo>
                <a:cubicBezTo>
                  <a:pt x="166" y="117"/>
                  <a:pt x="165" y="122"/>
                  <a:pt x="164" y="126"/>
                </a:cubicBezTo>
                <a:cubicBezTo>
                  <a:pt x="163" y="130"/>
                  <a:pt x="161" y="134"/>
                  <a:pt x="159" y="138"/>
                </a:cubicBezTo>
                <a:cubicBezTo>
                  <a:pt x="158" y="142"/>
                  <a:pt x="156" y="144"/>
                  <a:pt x="156" y="146"/>
                </a:cubicBezTo>
                <a:cubicBezTo>
                  <a:pt x="155" y="148"/>
                  <a:pt x="154" y="149"/>
                  <a:pt x="154" y="150"/>
                </a:cubicBezTo>
                <a:cubicBezTo>
                  <a:pt x="153" y="151"/>
                  <a:pt x="152" y="152"/>
                  <a:pt x="151" y="152"/>
                </a:cubicBezTo>
                <a:cubicBezTo>
                  <a:pt x="151" y="152"/>
                  <a:pt x="150" y="152"/>
                  <a:pt x="150" y="151"/>
                </a:cubicBezTo>
                <a:cubicBezTo>
                  <a:pt x="149" y="151"/>
                  <a:pt x="148" y="150"/>
                  <a:pt x="148" y="148"/>
                </a:cubicBezTo>
                <a:cubicBezTo>
                  <a:pt x="151" y="123"/>
                  <a:pt x="147" y="105"/>
                  <a:pt x="138" y="95"/>
                </a:cubicBezTo>
                <a:cubicBezTo>
                  <a:pt x="134" y="90"/>
                  <a:pt x="129" y="87"/>
                  <a:pt x="122" y="84"/>
                </a:cubicBezTo>
                <a:cubicBezTo>
                  <a:pt x="115" y="82"/>
                  <a:pt x="107" y="80"/>
                  <a:pt x="97" y="79"/>
                </a:cubicBezTo>
                <a:cubicBezTo>
                  <a:pt x="97" y="103"/>
                  <a:pt x="97" y="103"/>
                  <a:pt x="97" y="103"/>
                </a:cubicBezTo>
                <a:cubicBezTo>
                  <a:pt x="97" y="106"/>
                  <a:pt x="95" y="108"/>
                  <a:pt x="93" y="109"/>
                </a:cubicBezTo>
                <a:cubicBezTo>
                  <a:pt x="92" y="109"/>
                  <a:pt x="91" y="109"/>
                  <a:pt x="90" y="109"/>
                </a:cubicBezTo>
                <a:cubicBezTo>
                  <a:pt x="89" y="109"/>
                  <a:pt x="87" y="109"/>
                  <a:pt x="86" y="107"/>
                </a:cubicBezTo>
                <a:cubicBezTo>
                  <a:pt x="38" y="59"/>
                  <a:pt x="38" y="59"/>
                  <a:pt x="38" y="59"/>
                </a:cubicBezTo>
                <a:cubicBezTo>
                  <a:pt x="37" y="58"/>
                  <a:pt x="36" y="56"/>
                  <a:pt x="36" y="55"/>
                </a:cubicBezTo>
                <a:cubicBezTo>
                  <a:pt x="36" y="53"/>
                  <a:pt x="37" y="52"/>
                  <a:pt x="38" y="50"/>
                </a:cubicBezTo>
                <a:cubicBezTo>
                  <a:pt x="86" y="2"/>
                  <a:pt x="86" y="2"/>
                  <a:pt x="86" y="2"/>
                </a:cubicBezTo>
                <a:cubicBezTo>
                  <a:pt x="88" y="0"/>
                  <a:pt x="90" y="0"/>
                  <a:pt x="93" y="1"/>
                </a:cubicBezTo>
                <a:cubicBezTo>
                  <a:pt x="95" y="2"/>
                  <a:pt x="97" y="4"/>
                  <a:pt x="97" y="6"/>
                </a:cubicBezTo>
                <a:cubicBezTo>
                  <a:pt x="97" y="31"/>
                  <a:pt x="97" y="31"/>
                  <a:pt x="97" y="31"/>
                </a:cubicBezTo>
                <a:cubicBezTo>
                  <a:pt x="122" y="33"/>
                  <a:pt x="141" y="40"/>
                  <a:pt x="153" y="52"/>
                </a:cubicBezTo>
                <a:cubicBezTo>
                  <a:pt x="164" y="63"/>
                  <a:pt x="169" y="79"/>
                  <a:pt x="169" y="10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61" name="Freeform 264"/>
          <p:cNvSpPr>
            <a:spLocks noEditPoints="1"/>
          </p:cNvSpPr>
          <p:nvPr/>
        </p:nvSpPr>
        <p:spPr bwMode="auto">
          <a:xfrm>
            <a:off x="7756803" y="3955227"/>
            <a:ext cx="224755" cy="213949"/>
          </a:xfrm>
          <a:custGeom>
            <a:avLst/>
            <a:gdLst>
              <a:gd name="T0" fmla="*/ 155 w 158"/>
              <a:gd name="T1" fmla="*/ 63 h 150"/>
              <a:gd name="T2" fmla="*/ 121 w 158"/>
              <a:gd name="T3" fmla="*/ 96 h 150"/>
              <a:gd name="T4" fmla="*/ 129 w 158"/>
              <a:gd name="T5" fmla="*/ 144 h 150"/>
              <a:gd name="T6" fmla="*/ 128 w 158"/>
              <a:gd name="T7" fmla="*/ 149 h 150"/>
              <a:gd name="T8" fmla="*/ 125 w 158"/>
              <a:gd name="T9" fmla="*/ 150 h 150"/>
              <a:gd name="T10" fmla="*/ 121 w 158"/>
              <a:gd name="T11" fmla="*/ 149 h 150"/>
              <a:gd name="T12" fmla="*/ 79 w 158"/>
              <a:gd name="T13" fmla="*/ 127 h 150"/>
              <a:gd name="T14" fmla="*/ 36 w 158"/>
              <a:gd name="T15" fmla="*/ 149 h 150"/>
              <a:gd name="T16" fmla="*/ 33 w 158"/>
              <a:gd name="T17" fmla="*/ 150 h 150"/>
              <a:gd name="T18" fmla="*/ 29 w 158"/>
              <a:gd name="T19" fmla="*/ 149 h 150"/>
              <a:gd name="T20" fmla="*/ 29 w 158"/>
              <a:gd name="T21" fmla="*/ 144 h 150"/>
              <a:gd name="T22" fmla="*/ 37 w 158"/>
              <a:gd name="T23" fmla="*/ 96 h 150"/>
              <a:gd name="T24" fmla="*/ 2 w 158"/>
              <a:gd name="T25" fmla="*/ 63 h 150"/>
              <a:gd name="T26" fmla="*/ 0 w 158"/>
              <a:gd name="T27" fmla="*/ 57 h 150"/>
              <a:gd name="T28" fmla="*/ 5 w 158"/>
              <a:gd name="T29" fmla="*/ 54 h 150"/>
              <a:gd name="T30" fmla="*/ 53 w 158"/>
              <a:gd name="T31" fmla="*/ 47 h 150"/>
              <a:gd name="T32" fmla="*/ 74 w 158"/>
              <a:gd name="T33" fmla="*/ 4 h 150"/>
              <a:gd name="T34" fmla="*/ 79 w 158"/>
              <a:gd name="T35" fmla="*/ 0 h 150"/>
              <a:gd name="T36" fmla="*/ 83 w 158"/>
              <a:gd name="T37" fmla="*/ 4 h 150"/>
              <a:gd name="T38" fmla="*/ 105 w 158"/>
              <a:gd name="T39" fmla="*/ 47 h 150"/>
              <a:gd name="T40" fmla="*/ 152 w 158"/>
              <a:gd name="T41" fmla="*/ 54 h 150"/>
              <a:gd name="T42" fmla="*/ 157 w 158"/>
              <a:gd name="T43" fmla="*/ 57 h 150"/>
              <a:gd name="T44" fmla="*/ 155 w 158"/>
              <a:gd name="T45" fmla="*/ 63 h 150"/>
              <a:gd name="T46" fmla="*/ 112 w 158"/>
              <a:gd name="T47" fmla="*/ 88 h 150"/>
              <a:gd name="T48" fmla="*/ 137 w 158"/>
              <a:gd name="T49" fmla="*/ 64 h 150"/>
              <a:gd name="T50" fmla="*/ 103 w 158"/>
              <a:gd name="T51" fmla="*/ 59 h 150"/>
              <a:gd name="T52" fmla="*/ 97 w 158"/>
              <a:gd name="T53" fmla="*/ 58 h 150"/>
              <a:gd name="T54" fmla="*/ 94 w 158"/>
              <a:gd name="T55" fmla="*/ 53 h 150"/>
              <a:gd name="T56" fmla="*/ 79 w 158"/>
              <a:gd name="T57" fmla="*/ 22 h 150"/>
              <a:gd name="T58" fmla="*/ 79 w 158"/>
              <a:gd name="T59" fmla="*/ 113 h 150"/>
              <a:gd name="T60" fmla="*/ 84 w 158"/>
              <a:gd name="T61" fmla="*/ 116 h 150"/>
              <a:gd name="T62" fmla="*/ 114 w 158"/>
              <a:gd name="T63" fmla="*/ 132 h 150"/>
              <a:gd name="T64" fmla="*/ 109 w 158"/>
              <a:gd name="T65" fmla="*/ 98 h 150"/>
              <a:gd name="T66" fmla="*/ 108 w 158"/>
              <a:gd name="T67" fmla="*/ 92 h 150"/>
              <a:gd name="T68" fmla="*/ 112 w 158"/>
              <a:gd name="T69" fmla="*/ 88 h 1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58" h="150">
                <a:moveTo>
                  <a:pt x="155" y="63"/>
                </a:moveTo>
                <a:cubicBezTo>
                  <a:pt x="121" y="96"/>
                  <a:pt x="121" y="96"/>
                  <a:pt x="121" y="96"/>
                </a:cubicBezTo>
                <a:cubicBezTo>
                  <a:pt x="129" y="144"/>
                  <a:pt x="129" y="144"/>
                  <a:pt x="129" y="144"/>
                </a:cubicBezTo>
                <a:cubicBezTo>
                  <a:pt x="129" y="146"/>
                  <a:pt x="129" y="147"/>
                  <a:pt x="128" y="149"/>
                </a:cubicBezTo>
                <a:cubicBezTo>
                  <a:pt x="128" y="150"/>
                  <a:pt x="126" y="150"/>
                  <a:pt x="125" y="150"/>
                </a:cubicBezTo>
                <a:cubicBezTo>
                  <a:pt x="124" y="150"/>
                  <a:pt x="123" y="150"/>
                  <a:pt x="121" y="149"/>
                </a:cubicBezTo>
                <a:cubicBezTo>
                  <a:pt x="79" y="127"/>
                  <a:pt x="79" y="127"/>
                  <a:pt x="79" y="127"/>
                </a:cubicBezTo>
                <a:cubicBezTo>
                  <a:pt x="36" y="149"/>
                  <a:pt x="36" y="149"/>
                  <a:pt x="36" y="149"/>
                </a:cubicBezTo>
                <a:cubicBezTo>
                  <a:pt x="35" y="150"/>
                  <a:pt x="34" y="150"/>
                  <a:pt x="33" y="150"/>
                </a:cubicBezTo>
                <a:cubicBezTo>
                  <a:pt x="31" y="150"/>
                  <a:pt x="30" y="150"/>
                  <a:pt x="29" y="149"/>
                </a:cubicBezTo>
                <a:cubicBezTo>
                  <a:pt x="29" y="147"/>
                  <a:pt x="28" y="146"/>
                  <a:pt x="29" y="144"/>
                </a:cubicBezTo>
                <a:cubicBezTo>
                  <a:pt x="37" y="96"/>
                  <a:pt x="37" y="96"/>
                  <a:pt x="37" y="96"/>
                </a:cubicBezTo>
                <a:cubicBezTo>
                  <a:pt x="2" y="63"/>
                  <a:pt x="2" y="63"/>
                  <a:pt x="2" y="63"/>
                </a:cubicBezTo>
                <a:cubicBezTo>
                  <a:pt x="0" y="61"/>
                  <a:pt x="0" y="59"/>
                  <a:pt x="0" y="57"/>
                </a:cubicBezTo>
                <a:cubicBezTo>
                  <a:pt x="1" y="56"/>
                  <a:pt x="3" y="54"/>
                  <a:pt x="5" y="54"/>
                </a:cubicBezTo>
                <a:cubicBezTo>
                  <a:pt x="53" y="47"/>
                  <a:pt x="53" y="47"/>
                  <a:pt x="53" y="47"/>
                </a:cubicBezTo>
                <a:cubicBezTo>
                  <a:pt x="74" y="4"/>
                  <a:pt x="74" y="4"/>
                  <a:pt x="74" y="4"/>
                </a:cubicBezTo>
                <a:cubicBezTo>
                  <a:pt x="75" y="2"/>
                  <a:pt x="77" y="0"/>
                  <a:pt x="79" y="0"/>
                </a:cubicBezTo>
                <a:cubicBezTo>
                  <a:pt x="81" y="0"/>
                  <a:pt x="82" y="2"/>
                  <a:pt x="83" y="4"/>
                </a:cubicBezTo>
                <a:cubicBezTo>
                  <a:pt x="105" y="47"/>
                  <a:pt x="105" y="47"/>
                  <a:pt x="105" y="47"/>
                </a:cubicBezTo>
                <a:cubicBezTo>
                  <a:pt x="152" y="54"/>
                  <a:pt x="152" y="54"/>
                  <a:pt x="152" y="54"/>
                </a:cubicBezTo>
                <a:cubicBezTo>
                  <a:pt x="155" y="54"/>
                  <a:pt x="157" y="56"/>
                  <a:pt x="157" y="57"/>
                </a:cubicBezTo>
                <a:cubicBezTo>
                  <a:pt x="158" y="59"/>
                  <a:pt x="157" y="61"/>
                  <a:pt x="155" y="63"/>
                </a:cubicBezTo>
                <a:close/>
                <a:moveTo>
                  <a:pt x="112" y="88"/>
                </a:moveTo>
                <a:cubicBezTo>
                  <a:pt x="137" y="64"/>
                  <a:pt x="137" y="64"/>
                  <a:pt x="137" y="64"/>
                </a:cubicBezTo>
                <a:cubicBezTo>
                  <a:pt x="103" y="59"/>
                  <a:pt x="103" y="59"/>
                  <a:pt x="103" y="59"/>
                </a:cubicBezTo>
                <a:cubicBezTo>
                  <a:pt x="97" y="58"/>
                  <a:pt x="97" y="58"/>
                  <a:pt x="97" y="58"/>
                </a:cubicBezTo>
                <a:cubicBezTo>
                  <a:pt x="94" y="53"/>
                  <a:pt x="94" y="53"/>
                  <a:pt x="94" y="53"/>
                </a:cubicBezTo>
                <a:cubicBezTo>
                  <a:pt x="79" y="22"/>
                  <a:pt x="79" y="22"/>
                  <a:pt x="79" y="22"/>
                </a:cubicBezTo>
                <a:cubicBezTo>
                  <a:pt x="79" y="113"/>
                  <a:pt x="79" y="113"/>
                  <a:pt x="79" y="113"/>
                </a:cubicBezTo>
                <a:cubicBezTo>
                  <a:pt x="84" y="116"/>
                  <a:pt x="84" y="116"/>
                  <a:pt x="84" y="116"/>
                </a:cubicBezTo>
                <a:cubicBezTo>
                  <a:pt x="114" y="132"/>
                  <a:pt x="114" y="132"/>
                  <a:pt x="114" y="132"/>
                </a:cubicBezTo>
                <a:cubicBezTo>
                  <a:pt x="109" y="98"/>
                  <a:pt x="109" y="98"/>
                  <a:pt x="109" y="98"/>
                </a:cubicBezTo>
                <a:cubicBezTo>
                  <a:pt x="108" y="92"/>
                  <a:pt x="108" y="92"/>
                  <a:pt x="108" y="92"/>
                </a:cubicBezTo>
                <a:lnTo>
                  <a:pt x="112" y="8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62" name="Freeform 265"/>
          <p:cNvSpPr>
            <a:spLocks/>
          </p:cNvSpPr>
          <p:nvPr/>
        </p:nvSpPr>
        <p:spPr bwMode="auto">
          <a:xfrm>
            <a:off x="8046389" y="3985481"/>
            <a:ext cx="190176" cy="192339"/>
          </a:xfrm>
          <a:custGeom>
            <a:avLst/>
            <a:gdLst>
              <a:gd name="T0" fmla="*/ 133 w 134"/>
              <a:gd name="T1" fmla="*/ 9 h 134"/>
              <a:gd name="T2" fmla="*/ 72 w 134"/>
              <a:gd name="T3" fmla="*/ 130 h 134"/>
              <a:gd name="T4" fmla="*/ 67 w 134"/>
              <a:gd name="T5" fmla="*/ 134 h 134"/>
              <a:gd name="T6" fmla="*/ 66 w 134"/>
              <a:gd name="T7" fmla="*/ 133 h 134"/>
              <a:gd name="T8" fmla="*/ 62 w 134"/>
              <a:gd name="T9" fmla="*/ 131 h 134"/>
              <a:gd name="T10" fmla="*/ 61 w 134"/>
              <a:gd name="T11" fmla="*/ 127 h 134"/>
              <a:gd name="T12" fmla="*/ 61 w 134"/>
              <a:gd name="T13" fmla="*/ 73 h 134"/>
              <a:gd name="T14" fmla="*/ 6 w 134"/>
              <a:gd name="T15" fmla="*/ 73 h 134"/>
              <a:gd name="T16" fmla="*/ 3 w 134"/>
              <a:gd name="T17" fmla="*/ 72 h 134"/>
              <a:gd name="T18" fmla="*/ 1 w 134"/>
              <a:gd name="T19" fmla="*/ 68 h 134"/>
              <a:gd name="T20" fmla="*/ 1 w 134"/>
              <a:gd name="T21" fmla="*/ 64 h 134"/>
              <a:gd name="T22" fmla="*/ 4 w 134"/>
              <a:gd name="T23" fmla="*/ 62 h 134"/>
              <a:gd name="T24" fmla="*/ 125 w 134"/>
              <a:gd name="T25" fmla="*/ 1 h 134"/>
              <a:gd name="T26" fmla="*/ 127 w 134"/>
              <a:gd name="T27" fmla="*/ 0 h 134"/>
              <a:gd name="T28" fmla="*/ 132 w 134"/>
              <a:gd name="T29" fmla="*/ 2 h 134"/>
              <a:gd name="T30" fmla="*/ 133 w 134"/>
              <a:gd name="T31" fmla="*/ 5 h 134"/>
              <a:gd name="T32" fmla="*/ 133 w 134"/>
              <a:gd name="T33" fmla="*/ 9 h 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34" h="134">
                <a:moveTo>
                  <a:pt x="133" y="9"/>
                </a:moveTo>
                <a:cubicBezTo>
                  <a:pt x="72" y="130"/>
                  <a:pt x="72" y="130"/>
                  <a:pt x="72" y="130"/>
                </a:cubicBezTo>
                <a:cubicBezTo>
                  <a:pt x="71" y="132"/>
                  <a:pt x="69" y="134"/>
                  <a:pt x="67" y="134"/>
                </a:cubicBezTo>
                <a:cubicBezTo>
                  <a:pt x="67" y="134"/>
                  <a:pt x="66" y="133"/>
                  <a:pt x="66" y="133"/>
                </a:cubicBezTo>
                <a:cubicBezTo>
                  <a:pt x="64" y="133"/>
                  <a:pt x="63" y="132"/>
                  <a:pt x="62" y="131"/>
                </a:cubicBezTo>
                <a:cubicBezTo>
                  <a:pt x="61" y="130"/>
                  <a:pt x="61" y="129"/>
                  <a:pt x="61" y="127"/>
                </a:cubicBezTo>
                <a:cubicBezTo>
                  <a:pt x="61" y="73"/>
                  <a:pt x="61" y="73"/>
                  <a:pt x="61" y="73"/>
                </a:cubicBezTo>
                <a:cubicBezTo>
                  <a:pt x="6" y="73"/>
                  <a:pt x="6" y="73"/>
                  <a:pt x="6" y="73"/>
                </a:cubicBezTo>
                <a:cubicBezTo>
                  <a:pt x="5" y="73"/>
                  <a:pt x="4" y="73"/>
                  <a:pt x="3" y="72"/>
                </a:cubicBezTo>
                <a:cubicBezTo>
                  <a:pt x="2" y="71"/>
                  <a:pt x="1" y="70"/>
                  <a:pt x="1" y="68"/>
                </a:cubicBezTo>
                <a:cubicBezTo>
                  <a:pt x="0" y="67"/>
                  <a:pt x="0" y="66"/>
                  <a:pt x="1" y="64"/>
                </a:cubicBezTo>
                <a:cubicBezTo>
                  <a:pt x="2" y="63"/>
                  <a:pt x="2" y="62"/>
                  <a:pt x="4" y="62"/>
                </a:cubicBezTo>
                <a:cubicBezTo>
                  <a:pt x="125" y="1"/>
                  <a:pt x="125" y="1"/>
                  <a:pt x="125" y="1"/>
                </a:cubicBezTo>
                <a:cubicBezTo>
                  <a:pt x="126" y="1"/>
                  <a:pt x="126" y="0"/>
                  <a:pt x="127" y="0"/>
                </a:cubicBezTo>
                <a:cubicBezTo>
                  <a:pt x="129" y="0"/>
                  <a:pt x="131" y="1"/>
                  <a:pt x="132" y="2"/>
                </a:cubicBezTo>
                <a:cubicBezTo>
                  <a:pt x="133" y="3"/>
                  <a:pt x="133" y="4"/>
                  <a:pt x="133" y="5"/>
                </a:cubicBezTo>
                <a:cubicBezTo>
                  <a:pt x="134" y="7"/>
                  <a:pt x="133" y="8"/>
                  <a:pt x="133" y="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63" name="Freeform 266"/>
          <p:cNvSpPr>
            <a:spLocks noEditPoints="1"/>
          </p:cNvSpPr>
          <p:nvPr/>
        </p:nvSpPr>
        <p:spPr bwMode="auto">
          <a:xfrm>
            <a:off x="8301399" y="3968193"/>
            <a:ext cx="224755" cy="224755"/>
          </a:xfrm>
          <a:custGeom>
            <a:avLst/>
            <a:gdLst>
              <a:gd name="T0" fmla="*/ 158 w 158"/>
              <a:gd name="T1" fmla="*/ 112 h 158"/>
              <a:gd name="T2" fmla="*/ 158 w 158"/>
              <a:gd name="T3" fmla="*/ 130 h 158"/>
              <a:gd name="T4" fmla="*/ 157 w 158"/>
              <a:gd name="T5" fmla="*/ 133 h 158"/>
              <a:gd name="T6" fmla="*/ 155 w 158"/>
              <a:gd name="T7" fmla="*/ 133 h 158"/>
              <a:gd name="T8" fmla="*/ 134 w 158"/>
              <a:gd name="T9" fmla="*/ 133 h 158"/>
              <a:gd name="T10" fmla="*/ 134 w 158"/>
              <a:gd name="T11" fmla="*/ 155 h 158"/>
              <a:gd name="T12" fmla="*/ 133 w 158"/>
              <a:gd name="T13" fmla="*/ 157 h 158"/>
              <a:gd name="T14" fmla="*/ 131 w 158"/>
              <a:gd name="T15" fmla="*/ 158 h 158"/>
              <a:gd name="T16" fmla="*/ 112 w 158"/>
              <a:gd name="T17" fmla="*/ 158 h 158"/>
              <a:gd name="T18" fmla="*/ 110 w 158"/>
              <a:gd name="T19" fmla="*/ 157 h 158"/>
              <a:gd name="T20" fmla="*/ 109 w 158"/>
              <a:gd name="T21" fmla="*/ 155 h 158"/>
              <a:gd name="T22" fmla="*/ 109 w 158"/>
              <a:gd name="T23" fmla="*/ 133 h 158"/>
              <a:gd name="T24" fmla="*/ 28 w 158"/>
              <a:gd name="T25" fmla="*/ 133 h 158"/>
              <a:gd name="T26" fmla="*/ 26 w 158"/>
              <a:gd name="T27" fmla="*/ 133 h 158"/>
              <a:gd name="T28" fmla="*/ 25 w 158"/>
              <a:gd name="T29" fmla="*/ 130 h 158"/>
              <a:gd name="T30" fmla="*/ 25 w 158"/>
              <a:gd name="T31" fmla="*/ 49 h 158"/>
              <a:gd name="T32" fmla="*/ 4 w 158"/>
              <a:gd name="T33" fmla="*/ 49 h 158"/>
              <a:gd name="T34" fmla="*/ 1 w 158"/>
              <a:gd name="T35" fmla="*/ 48 h 158"/>
              <a:gd name="T36" fmla="*/ 0 w 158"/>
              <a:gd name="T37" fmla="*/ 46 h 158"/>
              <a:gd name="T38" fmla="*/ 0 w 158"/>
              <a:gd name="T39" fmla="*/ 28 h 158"/>
              <a:gd name="T40" fmla="*/ 1 w 158"/>
              <a:gd name="T41" fmla="*/ 25 h 158"/>
              <a:gd name="T42" fmla="*/ 4 w 158"/>
              <a:gd name="T43" fmla="*/ 25 h 158"/>
              <a:gd name="T44" fmla="*/ 25 w 158"/>
              <a:gd name="T45" fmla="*/ 25 h 158"/>
              <a:gd name="T46" fmla="*/ 25 w 158"/>
              <a:gd name="T47" fmla="*/ 3 h 158"/>
              <a:gd name="T48" fmla="*/ 26 w 158"/>
              <a:gd name="T49" fmla="*/ 1 h 158"/>
              <a:gd name="T50" fmla="*/ 28 w 158"/>
              <a:gd name="T51" fmla="*/ 0 h 158"/>
              <a:gd name="T52" fmla="*/ 46 w 158"/>
              <a:gd name="T53" fmla="*/ 0 h 158"/>
              <a:gd name="T54" fmla="*/ 48 w 158"/>
              <a:gd name="T55" fmla="*/ 1 h 158"/>
              <a:gd name="T56" fmla="*/ 49 w 158"/>
              <a:gd name="T57" fmla="*/ 3 h 158"/>
              <a:gd name="T58" fmla="*/ 49 w 158"/>
              <a:gd name="T59" fmla="*/ 25 h 158"/>
              <a:gd name="T60" fmla="*/ 129 w 158"/>
              <a:gd name="T61" fmla="*/ 25 h 158"/>
              <a:gd name="T62" fmla="*/ 153 w 158"/>
              <a:gd name="T63" fmla="*/ 1 h 158"/>
              <a:gd name="T64" fmla="*/ 155 w 158"/>
              <a:gd name="T65" fmla="*/ 0 h 158"/>
              <a:gd name="T66" fmla="*/ 157 w 158"/>
              <a:gd name="T67" fmla="*/ 1 h 158"/>
              <a:gd name="T68" fmla="*/ 158 w 158"/>
              <a:gd name="T69" fmla="*/ 3 h 158"/>
              <a:gd name="T70" fmla="*/ 157 w 158"/>
              <a:gd name="T71" fmla="*/ 6 h 158"/>
              <a:gd name="T72" fmla="*/ 134 w 158"/>
              <a:gd name="T73" fmla="*/ 29 h 158"/>
              <a:gd name="T74" fmla="*/ 134 w 158"/>
              <a:gd name="T75" fmla="*/ 109 h 158"/>
              <a:gd name="T76" fmla="*/ 155 w 158"/>
              <a:gd name="T77" fmla="*/ 109 h 158"/>
              <a:gd name="T78" fmla="*/ 157 w 158"/>
              <a:gd name="T79" fmla="*/ 110 h 158"/>
              <a:gd name="T80" fmla="*/ 158 w 158"/>
              <a:gd name="T81" fmla="*/ 112 h 158"/>
              <a:gd name="T82" fmla="*/ 49 w 158"/>
              <a:gd name="T83" fmla="*/ 105 h 158"/>
              <a:gd name="T84" fmla="*/ 105 w 158"/>
              <a:gd name="T85" fmla="*/ 49 h 158"/>
              <a:gd name="T86" fmla="*/ 49 w 158"/>
              <a:gd name="T87" fmla="*/ 49 h 158"/>
              <a:gd name="T88" fmla="*/ 49 w 158"/>
              <a:gd name="T89" fmla="*/ 105 h 158"/>
              <a:gd name="T90" fmla="*/ 53 w 158"/>
              <a:gd name="T91" fmla="*/ 109 h 158"/>
              <a:gd name="T92" fmla="*/ 109 w 158"/>
              <a:gd name="T93" fmla="*/ 109 h 158"/>
              <a:gd name="T94" fmla="*/ 109 w 158"/>
              <a:gd name="T95" fmla="*/ 53 h 158"/>
              <a:gd name="T96" fmla="*/ 53 w 158"/>
              <a:gd name="T97" fmla="*/ 109 h 1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58" h="158">
                <a:moveTo>
                  <a:pt x="158" y="112"/>
                </a:moveTo>
                <a:cubicBezTo>
                  <a:pt x="158" y="130"/>
                  <a:pt x="158" y="130"/>
                  <a:pt x="158" y="130"/>
                </a:cubicBezTo>
                <a:cubicBezTo>
                  <a:pt x="158" y="131"/>
                  <a:pt x="158" y="132"/>
                  <a:pt x="157" y="133"/>
                </a:cubicBezTo>
                <a:cubicBezTo>
                  <a:pt x="156" y="133"/>
                  <a:pt x="156" y="133"/>
                  <a:pt x="155" y="133"/>
                </a:cubicBezTo>
                <a:cubicBezTo>
                  <a:pt x="134" y="133"/>
                  <a:pt x="134" y="133"/>
                  <a:pt x="134" y="133"/>
                </a:cubicBezTo>
                <a:cubicBezTo>
                  <a:pt x="134" y="155"/>
                  <a:pt x="134" y="155"/>
                  <a:pt x="134" y="155"/>
                </a:cubicBezTo>
                <a:cubicBezTo>
                  <a:pt x="134" y="155"/>
                  <a:pt x="133" y="156"/>
                  <a:pt x="133" y="157"/>
                </a:cubicBezTo>
                <a:cubicBezTo>
                  <a:pt x="132" y="157"/>
                  <a:pt x="131" y="158"/>
                  <a:pt x="131" y="158"/>
                </a:cubicBezTo>
                <a:cubicBezTo>
                  <a:pt x="112" y="158"/>
                  <a:pt x="112" y="158"/>
                  <a:pt x="112" y="158"/>
                </a:cubicBezTo>
                <a:cubicBezTo>
                  <a:pt x="112" y="158"/>
                  <a:pt x="111" y="157"/>
                  <a:pt x="110" y="157"/>
                </a:cubicBezTo>
                <a:cubicBezTo>
                  <a:pt x="110" y="156"/>
                  <a:pt x="109" y="155"/>
                  <a:pt x="109" y="155"/>
                </a:cubicBezTo>
                <a:cubicBezTo>
                  <a:pt x="109" y="133"/>
                  <a:pt x="109" y="133"/>
                  <a:pt x="109" y="133"/>
                </a:cubicBezTo>
                <a:cubicBezTo>
                  <a:pt x="28" y="133"/>
                  <a:pt x="28" y="133"/>
                  <a:pt x="28" y="133"/>
                </a:cubicBezTo>
                <a:cubicBezTo>
                  <a:pt x="27" y="133"/>
                  <a:pt x="26" y="133"/>
                  <a:pt x="26" y="133"/>
                </a:cubicBezTo>
                <a:cubicBezTo>
                  <a:pt x="25" y="132"/>
                  <a:pt x="25" y="131"/>
                  <a:pt x="25" y="130"/>
                </a:cubicBezTo>
                <a:cubicBezTo>
                  <a:pt x="25" y="49"/>
                  <a:pt x="25" y="49"/>
                  <a:pt x="25" y="49"/>
                </a:cubicBezTo>
                <a:cubicBezTo>
                  <a:pt x="4" y="49"/>
                  <a:pt x="4" y="49"/>
                  <a:pt x="4" y="49"/>
                </a:cubicBezTo>
                <a:cubicBezTo>
                  <a:pt x="3" y="49"/>
                  <a:pt x="2" y="48"/>
                  <a:pt x="1" y="48"/>
                </a:cubicBezTo>
                <a:cubicBezTo>
                  <a:pt x="1" y="47"/>
                  <a:pt x="0" y="47"/>
                  <a:pt x="0" y="46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7"/>
                  <a:pt x="1" y="26"/>
                  <a:pt x="1" y="25"/>
                </a:cubicBezTo>
                <a:cubicBezTo>
                  <a:pt x="2" y="25"/>
                  <a:pt x="3" y="25"/>
                  <a:pt x="4" y="25"/>
                </a:cubicBezTo>
                <a:cubicBezTo>
                  <a:pt x="25" y="25"/>
                  <a:pt x="25" y="25"/>
                  <a:pt x="25" y="25"/>
                </a:cubicBezTo>
                <a:cubicBezTo>
                  <a:pt x="25" y="3"/>
                  <a:pt x="25" y="3"/>
                  <a:pt x="25" y="3"/>
                </a:cubicBezTo>
                <a:cubicBezTo>
                  <a:pt x="25" y="2"/>
                  <a:pt x="25" y="2"/>
                  <a:pt x="26" y="1"/>
                </a:cubicBezTo>
                <a:cubicBezTo>
                  <a:pt x="26" y="1"/>
                  <a:pt x="27" y="0"/>
                  <a:pt x="28" y="0"/>
                </a:cubicBezTo>
                <a:cubicBezTo>
                  <a:pt x="46" y="0"/>
                  <a:pt x="46" y="0"/>
                  <a:pt x="46" y="0"/>
                </a:cubicBezTo>
                <a:cubicBezTo>
                  <a:pt x="47" y="0"/>
                  <a:pt x="47" y="1"/>
                  <a:pt x="48" y="1"/>
                </a:cubicBezTo>
                <a:cubicBezTo>
                  <a:pt x="49" y="2"/>
                  <a:pt x="49" y="2"/>
                  <a:pt x="49" y="3"/>
                </a:cubicBezTo>
                <a:cubicBezTo>
                  <a:pt x="49" y="25"/>
                  <a:pt x="49" y="25"/>
                  <a:pt x="49" y="25"/>
                </a:cubicBezTo>
                <a:cubicBezTo>
                  <a:pt x="129" y="25"/>
                  <a:pt x="129" y="25"/>
                  <a:pt x="129" y="25"/>
                </a:cubicBezTo>
                <a:cubicBezTo>
                  <a:pt x="153" y="1"/>
                  <a:pt x="153" y="1"/>
                  <a:pt x="153" y="1"/>
                </a:cubicBezTo>
                <a:cubicBezTo>
                  <a:pt x="153" y="1"/>
                  <a:pt x="154" y="0"/>
                  <a:pt x="155" y="0"/>
                </a:cubicBezTo>
                <a:cubicBezTo>
                  <a:pt x="156" y="0"/>
                  <a:pt x="156" y="1"/>
                  <a:pt x="157" y="1"/>
                </a:cubicBezTo>
                <a:cubicBezTo>
                  <a:pt x="158" y="2"/>
                  <a:pt x="158" y="3"/>
                  <a:pt x="158" y="3"/>
                </a:cubicBezTo>
                <a:cubicBezTo>
                  <a:pt x="158" y="4"/>
                  <a:pt x="158" y="5"/>
                  <a:pt x="157" y="6"/>
                </a:cubicBezTo>
                <a:cubicBezTo>
                  <a:pt x="134" y="29"/>
                  <a:pt x="134" y="29"/>
                  <a:pt x="134" y="29"/>
                </a:cubicBezTo>
                <a:cubicBezTo>
                  <a:pt x="134" y="109"/>
                  <a:pt x="134" y="109"/>
                  <a:pt x="134" y="109"/>
                </a:cubicBezTo>
                <a:cubicBezTo>
                  <a:pt x="155" y="109"/>
                  <a:pt x="155" y="109"/>
                  <a:pt x="155" y="109"/>
                </a:cubicBezTo>
                <a:cubicBezTo>
                  <a:pt x="156" y="109"/>
                  <a:pt x="156" y="110"/>
                  <a:pt x="157" y="110"/>
                </a:cubicBezTo>
                <a:cubicBezTo>
                  <a:pt x="158" y="111"/>
                  <a:pt x="158" y="111"/>
                  <a:pt x="158" y="112"/>
                </a:cubicBezTo>
                <a:close/>
                <a:moveTo>
                  <a:pt x="49" y="105"/>
                </a:moveTo>
                <a:cubicBezTo>
                  <a:pt x="105" y="49"/>
                  <a:pt x="105" y="49"/>
                  <a:pt x="105" y="49"/>
                </a:cubicBezTo>
                <a:cubicBezTo>
                  <a:pt x="49" y="49"/>
                  <a:pt x="49" y="49"/>
                  <a:pt x="49" y="49"/>
                </a:cubicBezTo>
                <a:lnTo>
                  <a:pt x="49" y="105"/>
                </a:lnTo>
                <a:close/>
                <a:moveTo>
                  <a:pt x="53" y="109"/>
                </a:moveTo>
                <a:cubicBezTo>
                  <a:pt x="109" y="109"/>
                  <a:pt x="109" y="109"/>
                  <a:pt x="109" y="109"/>
                </a:cubicBezTo>
                <a:cubicBezTo>
                  <a:pt x="109" y="53"/>
                  <a:pt x="109" y="53"/>
                  <a:pt x="109" y="53"/>
                </a:cubicBezTo>
                <a:lnTo>
                  <a:pt x="53" y="10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64" name="Freeform 267"/>
          <p:cNvSpPr>
            <a:spLocks noEditPoints="1"/>
          </p:cNvSpPr>
          <p:nvPr/>
        </p:nvSpPr>
        <p:spPr bwMode="auto">
          <a:xfrm>
            <a:off x="8590985" y="3968193"/>
            <a:ext cx="140472" cy="209627"/>
          </a:xfrm>
          <a:custGeom>
            <a:avLst/>
            <a:gdLst>
              <a:gd name="T0" fmla="*/ 94 w 97"/>
              <a:gd name="T1" fmla="*/ 40 h 146"/>
              <a:gd name="T2" fmla="*/ 66 w 97"/>
              <a:gd name="T3" fmla="*/ 85 h 146"/>
              <a:gd name="T4" fmla="*/ 31 w 97"/>
              <a:gd name="T5" fmla="*/ 100 h 146"/>
              <a:gd name="T6" fmla="*/ 27 w 97"/>
              <a:gd name="T7" fmla="*/ 112 h 146"/>
              <a:gd name="T8" fmla="*/ 36 w 97"/>
              <a:gd name="T9" fmla="*/ 127 h 146"/>
              <a:gd name="T10" fmla="*/ 18 w 97"/>
              <a:gd name="T11" fmla="*/ 146 h 146"/>
              <a:gd name="T12" fmla="*/ 0 w 97"/>
              <a:gd name="T13" fmla="*/ 127 h 146"/>
              <a:gd name="T14" fmla="*/ 9 w 97"/>
              <a:gd name="T15" fmla="*/ 112 h 146"/>
              <a:gd name="T16" fmla="*/ 2 w 97"/>
              <a:gd name="T17" fmla="*/ 28 h 146"/>
              <a:gd name="T18" fmla="*/ 5 w 97"/>
              <a:gd name="T19" fmla="*/ 6 h 146"/>
              <a:gd name="T20" fmla="*/ 31 w 97"/>
              <a:gd name="T21" fmla="*/ 6 h 146"/>
              <a:gd name="T22" fmla="*/ 34 w 97"/>
              <a:gd name="T23" fmla="*/ 28 h 146"/>
              <a:gd name="T24" fmla="*/ 27 w 97"/>
              <a:gd name="T25" fmla="*/ 81 h 146"/>
              <a:gd name="T26" fmla="*/ 50 w 97"/>
              <a:gd name="T27" fmla="*/ 73 h 146"/>
              <a:gd name="T28" fmla="*/ 62 w 97"/>
              <a:gd name="T29" fmla="*/ 66 h 146"/>
              <a:gd name="T30" fmla="*/ 69 w 97"/>
              <a:gd name="T31" fmla="*/ 55 h 146"/>
              <a:gd name="T32" fmla="*/ 63 w 97"/>
              <a:gd name="T33" fmla="*/ 40 h 146"/>
              <a:gd name="T34" fmla="*/ 66 w 97"/>
              <a:gd name="T35" fmla="*/ 18 h 146"/>
              <a:gd name="T36" fmla="*/ 91 w 97"/>
              <a:gd name="T37" fmla="*/ 18 h 146"/>
              <a:gd name="T38" fmla="*/ 24 w 97"/>
              <a:gd name="T39" fmla="*/ 25 h 146"/>
              <a:gd name="T40" fmla="*/ 24 w 97"/>
              <a:gd name="T41" fmla="*/ 12 h 146"/>
              <a:gd name="T42" fmla="*/ 12 w 97"/>
              <a:gd name="T43" fmla="*/ 12 h 146"/>
              <a:gd name="T44" fmla="*/ 12 w 97"/>
              <a:gd name="T45" fmla="*/ 25 h 146"/>
              <a:gd name="T46" fmla="*/ 24 w 97"/>
              <a:gd name="T47" fmla="*/ 25 h 146"/>
              <a:gd name="T48" fmla="*/ 27 w 97"/>
              <a:gd name="T49" fmla="*/ 127 h 146"/>
              <a:gd name="T50" fmla="*/ 18 w 97"/>
              <a:gd name="T51" fmla="*/ 118 h 146"/>
              <a:gd name="T52" fmla="*/ 9 w 97"/>
              <a:gd name="T53" fmla="*/ 127 h 146"/>
              <a:gd name="T54" fmla="*/ 18 w 97"/>
              <a:gd name="T55" fmla="*/ 136 h 146"/>
              <a:gd name="T56" fmla="*/ 85 w 97"/>
              <a:gd name="T57" fmla="*/ 37 h 146"/>
              <a:gd name="T58" fmla="*/ 85 w 97"/>
              <a:gd name="T59" fmla="*/ 24 h 146"/>
              <a:gd name="T60" fmla="*/ 72 w 97"/>
              <a:gd name="T61" fmla="*/ 24 h 146"/>
              <a:gd name="T62" fmla="*/ 72 w 97"/>
              <a:gd name="T63" fmla="*/ 37 h 146"/>
              <a:gd name="T64" fmla="*/ 85 w 97"/>
              <a:gd name="T65" fmla="*/ 37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97" h="146">
                <a:moveTo>
                  <a:pt x="97" y="31"/>
                </a:moveTo>
                <a:cubicBezTo>
                  <a:pt x="97" y="34"/>
                  <a:pt x="96" y="37"/>
                  <a:pt x="94" y="40"/>
                </a:cubicBezTo>
                <a:cubicBezTo>
                  <a:pt x="92" y="42"/>
                  <a:pt x="90" y="45"/>
                  <a:pt x="88" y="46"/>
                </a:cubicBezTo>
                <a:cubicBezTo>
                  <a:pt x="87" y="64"/>
                  <a:pt x="80" y="77"/>
                  <a:pt x="66" y="85"/>
                </a:cubicBezTo>
                <a:cubicBezTo>
                  <a:pt x="62" y="88"/>
                  <a:pt x="55" y="90"/>
                  <a:pt x="47" y="93"/>
                </a:cubicBezTo>
                <a:cubicBezTo>
                  <a:pt x="39" y="96"/>
                  <a:pt x="34" y="98"/>
                  <a:pt x="31" y="100"/>
                </a:cubicBezTo>
                <a:cubicBezTo>
                  <a:pt x="28" y="102"/>
                  <a:pt x="27" y="105"/>
                  <a:pt x="27" y="109"/>
                </a:cubicBezTo>
                <a:cubicBezTo>
                  <a:pt x="27" y="112"/>
                  <a:pt x="27" y="112"/>
                  <a:pt x="27" y="112"/>
                </a:cubicBezTo>
                <a:cubicBezTo>
                  <a:pt x="30" y="113"/>
                  <a:pt x="32" y="115"/>
                  <a:pt x="34" y="118"/>
                </a:cubicBezTo>
                <a:cubicBezTo>
                  <a:pt x="35" y="121"/>
                  <a:pt x="36" y="124"/>
                  <a:pt x="36" y="127"/>
                </a:cubicBezTo>
                <a:cubicBezTo>
                  <a:pt x="36" y="132"/>
                  <a:pt x="34" y="137"/>
                  <a:pt x="31" y="140"/>
                </a:cubicBezTo>
                <a:cubicBezTo>
                  <a:pt x="27" y="144"/>
                  <a:pt x="23" y="146"/>
                  <a:pt x="18" y="146"/>
                </a:cubicBezTo>
                <a:cubicBezTo>
                  <a:pt x="13" y="146"/>
                  <a:pt x="9" y="144"/>
                  <a:pt x="5" y="140"/>
                </a:cubicBezTo>
                <a:cubicBezTo>
                  <a:pt x="2" y="137"/>
                  <a:pt x="0" y="132"/>
                  <a:pt x="0" y="127"/>
                </a:cubicBezTo>
                <a:cubicBezTo>
                  <a:pt x="0" y="124"/>
                  <a:pt x="1" y="121"/>
                  <a:pt x="2" y="118"/>
                </a:cubicBezTo>
                <a:cubicBezTo>
                  <a:pt x="4" y="115"/>
                  <a:pt x="6" y="113"/>
                  <a:pt x="9" y="112"/>
                </a:cubicBezTo>
                <a:cubicBezTo>
                  <a:pt x="9" y="34"/>
                  <a:pt x="9" y="34"/>
                  <a:pt x="9" y="34"/>
                </a:cubicBezTo>
                <a:cubicBezTo>
                  <a:pt x="6" y="33"/>
                  <a:pt x="4" y="30"/>
                  <a:pt x="2" y="28"/>
                </a:cubicBezTo>
                <a:cubicBezTo>
                  <a:pt x="1" y="25"/>
                  <a:pt x="0" y="22"/>
                  <a:pt x="0" y="18"/>
                </a:cubicBezTo>
                <a:cubicBezTo>
                  <a:pt x="0" y="13"/>
                  <a:pt x="2" y="9"/>
                  <a:pt x="5" y="6"/>
                </a:cubicBezTo>
                <a:cubicBezTo>
                  <a:pt x="9" y="2"/>
                  <a:pt x="13" y="0"/>
                  <a:pt x="18" y="0"/>
                </a:cubicBezTo>
                <a:cubicBezTo>
                  <a:pt x="23" y="0"/>
                  <a:pt x="27" y="2"/>
                  <a:pt x="31" y="6"/>
                </a:cubicBezTo>
                <a:cubicBezTo>
                  <a:pt x="34" y="9"/>
                  <a:pt x="36" y="13"/>
                  <a:pt x="36" y="18"/>
                </a:cubicBezTo>
                <a:cubicBezTo>
                  <a:pt x="36" y="22"/>
                  <a:pt x="35" y="25"/>
                  <a:pt x="34" y="28"/>
                </a:cubicBezTo>
                <a:cubicBezTo>
                  <a:pt x="32" y="30"/>
                  <a:pt x="30" y="33"/>
                  <a:pt x="27" y="34"/>
                </a:cubicBezTo>
                <a:cubicBezTo>
                  <a:pt x="27" y="81"/>
                  <a:pt x="27" y="81"/>
                  <a:pt x="27" y="81"/>
                </a:cubicBezTo>
                <a:cubicBezTo>
                  <a:pt x="30" y="80"/>
                  <a:pt x="35" y="78"/>
                  <a:pt x="42" y="76"/>
                </a:cubicBezTo>
                <a:cubicBezTo>
                  <a:pt x="45" y="75"/>
                  <a:pt x="48" y="74"/>
                  <a:pt x="50" y="73"/>
                </a:cubicBezTo>
                <a:cubicBezTo>
                  <a:pt x="52" y="72"/>
                  <a:pt x="54" y="71"/>
                  <a:pt x="57" y="70"/>
                </a:cubicBezTo>
                <a:cubicBezTo>
                  <a:pt x="59" y="69"/>
                  <a:pt x="61" y="68"/>
                  <a:pt x="62" y="66"/>
                </a:cubicBezTo>
                <a:cubicBezTo>
                  <a:pt x="63" y="65"/>
                  <a:pt x="65" y="63"/>
                  <a:pt x="66" y="61"/>
                </a:cubicBezTo>
                <a:cubicBezTo>
                  <a:pt x="67" y="60"/>
                  <a:pt x="68" y="57"/>
                  <a:pt x="69" y="55"/>
                </a:cubicBezTo>
                <a:cubicBezTo>
                  <a:pt x="69" y="52"/>
                  <a:pt x="69" y="50"/>
                  <a:pt x="69" y="46"/>
                </a:cubicBezTo>
                <a:cubicBezTo>
                  <a:pt x="67" y="45"/>
                  <a:pt x="64" y="42"/>
                  <a:pt x="63" y="40"/>
                </a:cubicBezTo>
                <a:cubicBezTo>
                  <a:pt x="61" y="37"/>
                  <a:pt x="60" y="34"/>
                  <a:pt x="60" y="31"/>
                </a:cubicBezTo>
                <a:cubicBezTo>
                  <a:pt x="60" y="26"/>
                  <a:pt x="62" y="21"/>
                  <a:pt x="66" y="18"/>
                </a:cubicBezTo>
                <a:cubicBezTo>
                  <a:pt x="69" y="14"/>
                  <a:pt x="73" y="12"/>
                  <a:pt x="78" y="12"/>
                </a:cubicBezTo>
                <a:cubicBezTo>
                  <a:pt x="83" y="12"/>
                  <a:pt x="88" y="14"/>
                  <a:pt x="91" y="18"/>
                </a:cubicBezTo>
                <a:cubicBezTo>
                  <a:pt x="95" y="21"/>
                  <a:pt x="97" y="26"/>
                  <a:pt x="97" y="31"/>
                </a:cubicBezTo>
                <a:close/>
                <a:moveTo>
                  <a:pt x="24" y="25"/>
                </a:moveTo>
                <a:cubicBezTo>
                  <a:pt x="26" y="23"/>
                  <a:pt x="27" y="21"/>
                  <a:pt x="27" y="18"/>
                </a:cubicBezTo>
                <a:cubicBezTo>
                  <a:pt x="27" y="16"/>
                  <a:pt x="26" y="14"/>
                  <a:pt x="24" y="12"/>
                </a:cubicBezTo>
                <a:cubicBezTo>
                  <a:pt x="23" y="10"/>
                  <a:pt x="20" y="9"/>
                  <a:pt x="18" y="9"/>
                </a:cubicBezTo>
                <a:cubicBezTo>
                  <a:pt x="15" y="9"/>
                  <a:pt x="13" y="10"/>
                  <a:pt x="12" y="12"/>
                </a:cubicBezTo>
                <a:cubicBezTo>
                  <a:pt x="10" y="14"/>
                  <a:pt x="9" y="16"/>
                  <a:pt x="9" y="18"/>
                </a:cubicBezTo>
                <a:cubicBezTo>
                  <a:pt x="9" y="21"/>
                  <a:pt x="10" y="23"/>
                  <a:pt x="12" y="25"/>
                </a:cubicBezTo>
                <a:cubicBezTo>
                  <a:pt x="13" y="27"/>
                  <a:pt x="15" y="28"/>
                  <a:pt x="18" y="28"/>
                </a:cubicBezTo>
                <a:cubicBezTo>
                  <a:pt x="20" y="28"/>
                  <a:pt x="23" y="27"/>
                  <a:pt x="24" y="25"/>
                </a:cubicBezTo>
                <a:close/>
                <a:moveTo>
                  <a:pt x="24" y="134"/>
                </a:moveTo>
                <a:cubicBezTo>
                  <a:pt x="26" y="132"/>
                  <a:pt x="27" y="130"/>
                  <a:pt x="27" y="127"/>
                </a:cubicBezTo>
                <a:cubicBezTo>
                  <a:pt x="27" y="125"/>
                  <a:pt x="26" y="123"/>
                  <a:pt x="24" y="121"/>
                </a:cubicBezTo>
                <a:cubicBezTo>
                  <a:pt x="23" y="119"/>
                  <a:pt x="20" y="118"/>
                  <a:pt x="18" y="118"/>
                </a:cubicBezTo>
                <a:cubicBezTo>
                  <a:pt x="15" y="118"/>
                  <a:pt x="13" y="119"/>
                  <a:pt x="12" y="121"/>
                </a:cubicBezTo>
                <a:cubicBezTo>
                  <a:pt x="10" y="123"/>
                  <a:pt x="9" y="125"/>
                  <a:pt x="9" y="127"/>
                </a:cubicBezTo>
                <a:cubicBezTo>
                  <a:pt x="9" y="130"/>
                  <a:pt x="10" y="132"/>
                  <a:pt x="12" y="134"/>
                </a:cubicBezTo>
                <a:cubicBezTo>
                  <a:pt x="13" y="136"/>
                  <a:pt x="15" y="136"/>
                  <a:pt x="18" y="136"/>
                </a:cubicBezTo>
                <a:cubicBezTo>
                  <a:pt x="20" y="136"/>
                  <a:pt x="23" y="136"/>
                  <a:pt x="24" y="134"/>
                </a:cubicBezTo>
                <a:close/>
                <a:moveTo>
                  <a:pt x="85" y="37"/>
                </a:moveTo>
                <a:cubicBezTo>
                  <a:pt x="87" y="35"/>
                  <a:pt x="88" y="33"/>
                  <a:pt x="88" y="31"/>
                </a:cubicBezTo>
                <a:cubicBezTo>
                  <a:pt x="88" y="28"/>
                  <a:pt x="87" y="26"/>
                  <a:pt x="85" y="24"/>
                </a:cubicBezTo>
                <a:cubicBezTo>
                  <a:pt x="83" y="22"/>
                  <a:pt x="81" y="21"/>
                  <a:pt x="78" y="21"/>
                </a:cubicBezTo>
                <a:cubicBezTo>
                  <a:pt x="76" y="21"/>
                  <a:pt x="74" y="22"/>
                  <a:pt x="72" y="24"/>
                </a:cubicBezTo>
                <a:cubicBezTo>
                  <a:pt x="70" y="26"/>
                  <a:pt x="69" y="28"/>
                  <a:pt x="69" y="31"/>
                </a:cubicBezTo>
                <a:cubicBezTo>
                  <a:pt x="69" y="33"/>
                  <a:pt x="70" y="35"/>
                  <a:pt x="72" y="37"/>
                </a:cubicBezTo>
                <a:cubicBezTo>
                  <a:pt x="74" y="39"/>
                  <a:pt x="76" y="40"/>
                  <a:pt x="78" y="40"/>
                </a:cubicBezTo>
                <a:cubicBezTo>
                  <a:pt x="81" y="40"/>
                  <a:pt x="83" y="39"/>
                  <a:pt x="85" y="3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65" name="Freeform 268"/>
          <p:cNvSpPr>
            <a:spLocks noEditPoints="1"/>
          </p:cNvSpPr>
          <p:nvPr/>
        </p:nvSpPr>
        <p:spPr bwMode="auto">
          <a:xfrm>
            <a:off x="8794130" y="3950905"/>
            <a:ext cx="226916" cy="226916"/>
          </a:xfrm>
          <a:custGeom>
            <a:avLst/>
            <a:gdLst>
              <a:gd name="T0" fmla="*/ 36 w 157"/>
              <a:gd name="T1" fmla="*/ 103 h 158"/>
              <a:gd name="T2" fmla="*/ 33 w 157"/>
              <a:gd name="T3" fmla="*/ 106 h 158"/>
              <a:gd name="T4" fmla="*/ 0 w 157"/>
              <a:gd name="T5" fmla="*/ 105 h 158"/>
              <a:gd name="T6" fmla="*/ 0 w 157"/>
              <a:gd name="T7" fmla="*/ 101 h 158"/>
              <a:gd name="T8" fmla="*/ 33 w 157"/>
              <a:gd name="T9" fmla="*/ 100 h 158"/>
              <a:gd name="T10" fmla="*/ 97 w 157"/>
              <a:gd name="T11" fmla="*/ 47 h 158"/>
              <a:gd name="T12" fmla="*/ 49 w 157"/>
              <a:gd name="T13" fmla="*/ 23 h 158"/>
              <a:gd name="T14" fmla="*/ 36 w 157"/>
              <a:gd name="T15" fmla="*/ 22 h 158"/>
              <a:gd name="T16" fmla="*/ 19 w 157"/>
              <a:gd name="T17" fmla="*/ 43 h 158"/>
              <a:gd name="T18" fmla="*/ 48 w 157"/>
              <a:gd name="T19" fmla="*/ 75 h 158"/>
              <a:gd name="T20" fmla="*/ 41 w 157"/>
              <a:gd name="T21" fmla="*/ 94 h 158"/>
              <a:gd name="T22" fmla="*/ 1 w 157"/>
              <a:gd name="T23" fmla="*/ 43 h 158"/>
              <a:gd name="T24" fmla="*/ 23 w 157"/>
              <a:gd name="T25" fmla="*/ 10 h 158"/>
              <a:gd name="T26" fmla="*/ 61 w 157"/>
              <a:gd name="T27" fmla="*/ 10 h 158"/>
              <a:gd name="T28" fmla="*/ 97 w 157"/>
              <a:gd name="T29" fmla="*/ 47 h 158"/>
              <a:gd name="T30" fmla="*/ 17 w 157"/>
              <a:gd name="T31" fmla="*/ 145 h 158"/>
              <a:gd name="T32" fmla="*/ 13 w 157"/>
              <a:gd name="T33" fmla="*/ 145 h 158"/>
              <a:gd name="T34" fmla="*/ 13 w 157"/>
              <a:gd name="T35" fmla="*/ 140 h 158"/>
              <a:gd name="T36" fmla="*/ 39 w 157"/>
              <a:gd name="T37" fmla="*/ 115 h 158"/>
              <a:gd name="T38" fmla="*/ 42 w 157"/>
              <a:gd name="T39" fmla="*/ 118 h 158"/>
              <a:gd name="T40" fmla="*/ 57 w 157"/>
              <a:gd name="T41" fmla="*/ 124 h 158"/>
              <a:gd name="T42" fmla="*/ 56 w 157"/>
              <a:gd name="T43" fmla="*/ 157 h 158"/>
              <a:gd name="T44" fmla="*/ 52 w 157"/>
              <a:gd name="T45" fmla="*/ 157 h 158"/>
              <a:gd name="T46" fmla="*/ 51 w 157"/>
              <a:gd name="T47" fmla="*/ 124 h 158"/>
              <a:gd name="T48" fmla="*/ 54 w 157"/>
              <a:gd name="T49" fmla="*/ 121 h 158"/>
              <a:gd name="T50" fmla="*/ 57 w 157"/>
              <a:gd name="T51" fmla="*/ 124 h 158"/>
              <a:gd name="T52" fmla="*/ 147 w 157"/>
              <a:gd name="T53" fmla="*/ 134 h 158"/>
              <a:gd name="T54" fmla="*/ 114 w 157"/>
              <a:gd name="T55" fmla="*/ 156 h 158"/>
              <a:gd name="T56" fmla="*/ 63 w 157"/>
              <a:gd name="T57" fmla="*/ 116 h 158"/>
              <a:gd name="T58" fmla="*/ 82 w 157"/>
              <a:gd name="T59" fmla="*/ 109 h 158"/>
              <a:gd name="T60" fmla="*/ 114 w 157"/>
              <a:gd name="T61" fmla="*/ 138 h 158"/>
              <a:gd name="T62" fmla="*/ 135 w 157"/>
              <a:gd name="T63" fmla="*/ 122 h 158"/>
              <a:gd name="T64" fmla="*/ 135 w 157"/>
              <a:gd name="T65" fmla="*/ 109 h 158"/>
              <a:gd name="T66" fmla="*/ 110 w 157"/>
              <a:gd name="T67" fmla="*/ 60 h 158"/>
              <a:gd name="T68" fmla="*/ 147 w 157"/>
              <a:gd name="T69" fmla="*/ 96 h 158"/>
              <a:gd name="T70" fmla="*/ 105 w 157"/>
              <a:gd name="T71" fmla="*/ 3 h 158"/>
              <a:gd name="T72" fmla="*/ 105 w 157"/>
              <a:gd name="T73" fmla="*/ 36 h 158"/>
              <a:gd name="T74" fmla="*/ 100 w 157"/>
              <a:gd name="T75" fmla="*/ 36 h 158"/>
              <a:gd name="T76" fmla="*/ 99 w 157"/>
              <a:gd name="T77" fmla="*/ 3 h 158"/>
              <a:gd name="T78" fmla="*/ 102 w 157"/>
              <a:gd name="T79" fmla="*/ 0 h 158"/>
              <a:gd name="T80" fmla="*/ 105 w 157"/>
              <a:gd name="T81" fmla="*/ 3 h 158"/>
              <a:gd name="T82" fmla="*/ 120 w 157"/>
              <a:gd name="T83" fmla="*/ 42 h 158"/>
              <a:gd name="T84" fmla="*/ 115 w 157"/>
              <a:gd name="T85" fmla="*/ 42 h 158"/>
              <a:gd name="T86" fmla="*/ 115 w 157"/>
              <a:gd name="T87" fmla="*/ 37 h 158"/>
              <a:gd name="T88" fmla="*/ 142 w 157"/>
              <a:gd name="T89" fmla="*/ 12 h 158"/>
              <a:gd name="T90" fmla="*/ 145 w 157"/>
              <a:gd name="T91" fmla="*/ 15 h 158"/>
              <a:gd name="T92" fmla="*/ 156 w 157"/>
              <a:gd name="T93" fmla="*/ 52 h 158"/>
              <a:gd name="T94" fmla="*/ 156 w 157"/>
              <a:gd name="T95" fmla="*/ 57 h 158"/>
              <a:gd name="T96" fmla="*/ 124 w 157"/>
              <a:gd name="T97" fmla="*/ 58 h 158"/>
              <a:gd name="T98" fmla="*/ 121 w 157"/>
              <a:gd name="T99" fmla="*/ 55 h 158"/>
              <a:gd name="T100" fmla="*/ 124 w 157"/>
              <a:gd name="T101" fmla="*/ 52 h 158"/>
              <a:gd name="T102" fmla="*/ 156 w 157"/>
              <a:gd name="T103" fmla="*/ 52 h 1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57" h="158">
                <a:moveTo>
                  <a:pt x="35" y="101"/>
                </a:moveTo>
                <a:cubicBezTo>
                  <a:pt x="36" y="101"/>
                  <a:pt x="36" y="102"/>
                  <a:pt x="36" y="103"/>
                </a:cubicBezTo>
                <a:cubicBezTo>
                  <a:pt x="36" y="104"/>
                  <a:pt x="36" y="105"/>
                  <a:pt x="35" y="105"/>
                </a:cubicBezTo>
                <a:cubicBezTo>
                  <a:pt x="34" y="106"/>
                  <a:pt x="34" y="106"/>
                  <a:pt x="33" y="106"/>
                </a:cubicBezTo>
                <a:cubicBezTo>
                  <a:pt x="3" y="106"/>
                  <a:pt x="3" y="106"/>
                  <a:pt x="3" y="106"/>
                </a:cubicBezTo>
                <a:cubicBezTo>
                  <a:pt x="2" y="106"/>
                  <a:pt x="1" y="106"/>
                  <a:pt x="0" y="105"/>
                </a:cubicBezTo>
                <a:cubicBezTo>
                  <a:pt x="0" y="105"/>
                  <a:pt x="0" y="104"/>
                  <a:pt x="0" y="103"/>
                </a:cubicBezTo>
                <a:cubicBezTo>
                  <a:pt x="0" y="102"/>
                  <a:pt x="0" y="101"/>
                  <a:pt x="0" y="101"/>
                </a:cubicBezTo>
                <a:cubicBezTo>
                  <a:pt x="1" y="100"/>
                  <a:pt x="2" y="100"/>
                  <a:pt x="3" y="100"/>
                </a:cubicBezTo>
                <a:cubicBezTo>
                  <a:pt x="33" y="100"/>
                  <a:pt x="33" y="100"/>
                  <a:pt x="33" y="100"/>
                </a:cubicBezTo>
                <a:cubicBezTo>
                  <a:pt x="34" y="100"/>
                  <a:pt x="34" y="100"/>
                  <a:pt x="35" y="101"/>
                </a:cubicBezTo>
                <a:close/>
                <a:moveTo>
                  <a:pt x="97" y="47"/>
                </a:moveTo>
                <a:cubicBezTo>
                  <a:pt x="74" y="48"/>
                  <a:pt x="74" y="48"/>
                  <a:pt x="74" y="48"/>
                </a:cubicBezTo>
                <a:cubicBezTo>
                  <a:pt x="49" y="23"/>
                  <a:pt x="49" y="23"/>
                  <a:pt x="49" y="23"/>
                </a:cubicBezTo>
                <a:cubicBezTo>
                  <a:pt x="47" y="21"/>
                  <a:pt x="45" y="20"/>
                  <a:pt x="42" y="20"/>
                </a:cubicBezTo>
                <a:cubicBezTo>
                  <a:pt x="40" y="20"/>
                  <a:pt x="38" y="21"/>
                  <a:pt x="36" y="22"/>
                </a:cubicBezTo>
                <a:cubicBezTo>
                  <a:pt x="22" y="36"/>
                  <a:pt x="22" y="36"/>
                  <a:pt x="22" y="36"/>
                </a:cubicBezTo>
                <a:cubicBezTo>
                  <a:pt x="20" y="38"/>
                  <a:pt x="19" y="40"/>
                  <a:pt x="19" y="43"/>
                </a:cubicBezTo>
                <a:cubicBezTo>
                  <a:pt x="19" y="45"/>
                  <a:pt x="20" y="47"/>
                  <a:pt x="22" y="49"/>
                </a:cubicBezTo>
                <a:cubicBezTo>
                  <a:pt x="48" y="75"/>
                  <a:pt x="48" y="75"/>
                  <a:pt x="48" y="75"/>
                </a:cubicBezTo>
                <a:cubicBezTo>
                  <a:pt x="46" y="98"/>
                  <a:pt x="46" y="98"/>
                  <a:pt x="46" y="98"/>
                </a:cubicBezTo>
                <a:cubicBezTo>
                  <a:pt x="44" y="96"/>
                  <a:pt x="42" y="95"/>
                  <a:pt x="41" y="94"/>
                </a:cubicBezTo>
                <a:cubicBezTo>
                  <a:pt x="9" y="62"/>
                  <a:pt x="9" y="62"/>
                  <a:pt x="9" y="62"/>
                </a:cubicBezTo>
                <a:cubicBezTo>
                  <a:pt x="4" y="56"/>
                  <a:pt x="1" y="50"/>
                  <a:pt x="1" y="43"/>
                </a:cubicBezTo>
                <a:cubicBezTo>
                  <a:pt x="1" y="35"/>
                  <a:pt x="4" y="29"/>
                  <a:pt x="9" y="23"/>
                </a:cubicBezTo>
                <a:cubicBezTo>
                  <a:pt x="23" y="10"/>
                  <a:pt x="23" y="10"/>
                  <a:pt x="23" y="10"/>
                </a:cubicBezTo>
                <a:cubicBezTo>
                  <a:pt x="28" y="4"/>
                  <a:pt x="35" y="2"/>
                  <a:pt x="42" y="2"/>
                </a:cubicBezTo>
                <a:cubicBezTo>
                  <a:pt x="50" y="2"/>
                  <a:pt x="56" y="4"/>
                  <a:pt x="61" y="10"/>
                </a:cubicBezTo>
                <a:cubicBezTo>
                  <a:pt x="93" y="41"/>
                  <a:pt x="93" y="41"/>
                  <a:pt x="93" y="41"/>
                </a:cubicBezTo>
                <a:cubicBezTo>
                  <a:pt x="94" y="43"/>
                  <a:pt x="96" y="45"/>
                  <a:pt x="97" y="47"/>
                </a:cubicBezTo>
                <a:close/>
                <a:moveTo>
                  <a:pt x="41" y="120"/>
                </a:moveTo>
                <a:cubicBezTo>
                  <a:pt x="17" y="145"/>
                  <a:pt x="17" y="145"/>
                  <a:pt x="17" y="145"/>
                </a:cubicBezTo>
                <a:cubicBezTo>
                  <a:pt x="16" y="145"/>
                  <a:pt x="16" y="145"/>
                  <a:pt x="15" y="145"/>
                </a:cubicBezTo>
                <a:cubicBezTo>
                  <a:pt x="14" y="145"/>
                  <a:pt x="13" y="145"/>
                  <a:pt x="13" y="145"/>
                </a:cubicBezTo>
                <a:cubicBezTo>
                  <a:pt x="12" y="144"/>
                  <a:pt x="12" y="143"/>
                  <a:pt x="12" y="142"/>
                </a:cubicBezTo>
                <a:cubicBezTo>
                  <a:pt x="12" y="142"/>
                  <a:pt x="12" y="141"/>
                  <a:pt x="13" y="140"/>
                </a:cubicBezTo>
                <a:cubicBezTo>
                  <a:pt x="37" y="116"/>
                  <a:pt x="37" y="116"/>
                  <a:pt x="37" y="116"/>
                </a:cubicBezTo>
                <a:cubicBezTo>
                  <a:pt x="37" y="115"/>
                  <a:pt x="38" y="115"/>
                  <a:pt x="39" y="115"/>
                </a:cubicBezTo>
                <a:cubicBezTo>
                  <a:pt x="40" y="115"/>
                  <a:pt x="40" y="115"/>
                  <a:pt x="41" y="116"/>
                </a:cubicBezTo>
                <a:cubicBezTo>
                  <a:pt x="42" y="117"/>
                  <a:pt x="42" y="117"/>
                  <a:pt x="42" y="118"/>
                </a:cubicBezTo>
                <a:cubicBezTo>
                  <a:pt x="42" y="119"/>
                  <a:pt x="42" y="120"/>
                  <a:pt x="41" y="120"/>
                </a:cubicBezTo>
                <a:close/>
                <a:moveTo>
                  <a:pt x="57" y="124"/>
                </a:moveTo>
                <a:cubicBezTo>
                  <a:pt x="57" y="155"/>
                  <a:pt x="57" y="155"/>
                  <a:pt x="57" y="155"/>
                </a:cubicBezTo>
                <a:cubicBezTo>
                  <a:pt x="57" y="155"/>
                  <a:pt x="57" y="156"/>
                  <a:pt x="56" y="157"/>
                </a:cubicBezTo>
                <a:cubicBezTo>
                  <a:pt x="56" y="157"/>
                  <a:pt x="55" y="158"/>
                  <a:pt x="54" y="158"/>
                </a:cubicBezTo>
                <a:cubicBezTo>
                  <a:pt x="53" y="158"/>
                  <a:pt x="52" y="157"/>
                  <a:pt x="52" y="157"/>
                </a:cubicBezTo>
                <a:cubicBezTo>
                  <a:pt x="51" y="156"/>
                  <a:pt x="51" y="155"/>
                  <a:pt x="51" y="155"/>
                </a:cubicBezTo>
                <a:cubicBezTo>
                  <a:pt x="51" y="124"/>
                  <a:pt x="51" y="124"/>
                  <a:pt x="51" y="124"/>
                </a:cubicBezTo>
                <a:cubicBezTo>
                  <a:pt x="51" y="123"/>
                  <a:pt x="51" y="123"/>
                  <a:pt x="52" y="122"/>
                </a:cubicBezTo>
                <a:cubicBezTo>
                  <a:pt x="52" y="122"/>
                  <a:pt x="53" y="121"/>
                  <a:pt x="54" y="121"/>
                </a:cubicBezTo>
                <a:cubicBezTo>
                  <a:pt x="55" y="121"/>
                  <a:pt x="56" y="122"/>
                  <a:pt x="56" y="122"/>
                </a:cubicBezTo>
                <a:cubicBezTo>
                  <a:pt x="57" y="123"/>
                  <a:pt x="57" y="123"/>
                  <a:pt x="57" y="124"/>
                </a:cubicBezTo>
                <a:close/>
                <a:moveTo>
                  <a:pt x="155" y="115"/>
                </a:moveTo>
                <a:cubicBezTo>
                  <a:pt x="155" y="123"/>
                  <a:pt x="153" y="129"/>
                  <a:pt x="147" y="134"/>
                </a:cubicBezTo>
                <a:cubicBezTo>
                  <a:pt x="133" y="148"/>
                  <a:pt x="133" y="148"/>
                  <a:pt x="133" y="148"/>
                </a:cubicBezTo>
                <a:cubicBezTo>
                  <a:pt x="128" y="153"/>
                  <a:pt x="122" y="156"/>
                  <a:pt x="114" y="156"/>
                </a:cubicBezTo>
                <a:cubicBezTo>
                  <a:pt x="107" y="156"/>
                  <a:pt x="100" y="153"/>
                  <a:pt x="95" y="148"/>
                </a:cubicBezTo>
                <a:cubicBezTo>
                  <a:pt x="63" y="116"/>
                  <a:pt x="63" y="116"/>
                  <a:pt x="63" y="116"/>
                </a:cubicBezTo>
                <a:cubicBezTo>
                  <a:pt x="62" y="115"/>
                  <a:pt x="61" y="113"/>
                  <a:pt x="59" y="111"/>
                </a:cubicBezTo>
                <a:cubicBezTo>
                  <a:pt x="82" y="109"/>
                  <a:pt x="82" y="109"/>
                  <a:pt x="82" y="109"/>
                </a:cubicBezTo>
                <a:cubicBezTo>
                  <a:pt x="108" y="135"/>
                  <a:pt x="108" y="135"/>
                  <a:pt x="108" y="135"/>
                </a:cubicBezTo>
                <a:cubicBezTo>
                  <a:pt x="110" y="137"/>
                  <a:pt x="112" y="138"/>
                  <a:pt x="114" y="138"/>
                </a:cubicBezTo>
                <a:cubicBezTo>
                  <a:pt x="117" y="138"/>
                  <a:pt x="119" y="137"/>
                  <a:pt x="121" y="135"/>
                </a:cubicBezTo>
                <a:cubicBezTo>
                  <a:pt x="135" y="122"/>
                  <a:pt x="135" y="122"/>
                  <a:pt x="135" y="122"/>
                </a:cubicBezTo>
                <a:cubicBezTo>
                  <a:pt x="136" y="120"/>
                  <a:pt x="137" y="118"/>
                  <a:pt x="137" y="115"/>
                </a:cubicBezTo>
                <a:cubicBezTo>
                  <a:pt x="137" y="113"/>
                  <a:pt x="136" y="111"/>
                  <a:pt x="135" y="109"/>
                </a:cubicBezTo>
                <a:cubicBezTo>
                  <a:pt x="109" y="83"/>
                  <a:pt x="109" y="83"/>
                  <a:pt x="109" y="83"/>
                </a:cubicBezTo>
                <a:cubicBezTo>
                  <a:pt x="110" y="60"/>
                  <a:pt x="110" y="60"/>
                  <a:pt x="110" y="60"/>
                </a:cubicBezTo>
                <a:cubicBezTo>
                  <a:pt x="113" y="61"/>
                  <a:pt x="114" y="63"/>
                  <a:pt x="116" y="64"/>
                </a:cubicBezTo>
                <a:cubicBezTo>
                  <a:pt x="147" y="96"/>
                  <a:pt x="147" y="96"/>
                  <a:pt x="147" y="96"/>
                </a:cubicBezTo>
                <a:cubicBezTo>
                  <a:pt x="153" y="101"/>
                  <a:pt x="155" y="108"/>
                  <a:pt x="155" y="115"/>
                </a:cubicBezTo>
                <a:close/>
                <a:moveTo>
                  <a:pt x="105" y="3"/>
                </a:moveTo>
                <a:cubicBezTo>
                  <a:pt x="105" y="33"/>
                  <a:pt x="105" y="33"/>
                  <a:pt x="105" y="33"/>
                </a:cubicBezTo>
                <a:cubicBezTo>
                  <a:pt x="105" y="34"/>
                  <a:pt x="105" y="35"/>
                  <a:pt x="105" y="36"/>
                </a:cubicBezTo>
                <a:cubicBezTo>
                  <a:pt x="104" y="36"/>
                  <a:pt x="103" y="37"/>
                  <a:pt x="102" y="37"/>
                </a:cubicBezTo>
                <a:cubicBezTo>
                  <a:pt x="102" y="37"/>
                  <a:pt x="101" y="36"/>
                  <a:pt x="100" y="36"/>
                </a:cubicBezTo>
                <a:cubicBezTo>
                  <a:pt x="100" y="35"/>
                  <a:pt x="99" y="34"/>
                  <a:pt x="99" y="33"/>
                </a:cubicBezTo>
                <a:cubicBezTo>
                  <a:pt x="99" y="3"/>
                  <a:pt x="99" y="3"/>
                  <a:pt x="99" y="3"/>
                </a:cubicBezTo>
                <a:cubicBezTo>
                  <a:pt x="99" y="2"/>
                  <a:pt x="100" y="2"/>
                  <a:pt x="100" y="1"/>
                </a:cubicBezTo>
                <a:cubicBezTo>
                  <a:pt x="101" y="0"/>
                  <a:pt x="102" y="0"/>
                  <a:pt x="102" y="0"/>
                </a:cubicBezTo>
                <a:cubicBezTo>
                  <a:pt x="103" y="0"/>
                  <a:pt x="104" y="0"/>
                  <a:pt x="105" y="1"/>
                </a:cubicBezTo>
                <a:cubicBezTo>
                  <a:pt x="105" y="2"/>
                  <a:pt x="105" y="2"/>
                  <a:pt x="105" y="3"/>
                </a:cubicBezTo>
                <a:close/>
                <a:moveTo>
                  <a:pt x="144" y="18"/>
                </a:moveTo>
                <a:cubicBezTo>
                  <a:pt x="120" y="42"/>
                  <a:pt x="120" y="42"/>
                  <a:pt x="120" y="42"/>
                </a:cubicBezTo>
                <a:cubicBezTo>
                  <a:pt x="119" y="42"/>
                  <a:pt x="118" y="43"/>
                  <a:pt x="118" y="43"/>
                </a:cubicBezTo>
                <a:cubicBezTo>
                  <a:pt x="117" y="43"/>
                  <a:pt x="116" y="42"/>
                  <a:pt x="115" y="42"/>
                </a:cubicBezTo>
                <a:cubicBezTo>
                  <a:pt x="115" y="41"/>
                  <a:pt x="115" y="40"/>
                  <a:pt x="115" y="40"/>
                </a:cubicBezTo>
                <a:cubicBezTo>
                  <a:pt x="115" y="39"/>
                  <a:pt x="115" y="38"/>
                  <a:pt x="115" y="37"/>
                </a:cubicBezTo>
                <a:cubicBezTo>
                  <a:pt x="140" y="13"/>
                  <a:pt x="140" y="13"/>
                  <a:pt x="140" y="13"/>
                </a:cubicBezTo>
                <a:cubicBezTo>
                  <a:pt x="140" y="13"/>
                  <a:pt x="141" y="12"/>
                  <a:pt x="142" y="12"/>
                </a:cubicBezTo>
                <a:cubicBezTo>
                  <a:pt x="143" y="12"/>
                  <a:pt x="143" y="13"/>
                  <a:pt x="144" y="13"/>
                </a:cubicBezTo>
                <a:cubicBezTo>
                  <a:pt x="145" y="14"/>
                  <a:pt x="145" y="15"/>
                  <a:pt x="145" y="15"/>
                </a:cubicBezTo>
                <a:cubicBezTo>
                  <a:pt x="145" y="16"/>
                  <a:pt x="145" y="17"/>
                  <a:pt x="144" y="18"/>
                </a:cubicBezTo>
                <a:close/>
                <a:moveTo>
                  <a:pt x="156" y="52"/>
                </a:moveTo>
                <a:cubicBezTo>
                  <a:pt x="157" y="53"/>
                  <a:pt x="157" y="54"/>
                  <a:pt x="157" y="55"/>
                </a:cubicBezTo>
                <a:cubicBezTo>
                  <a:pt x="157" y="56"/>
                  <a:pt x="157" y="56"/>
                  <a:pt x="156" y="57"/>
                </a:cubicBezTo>
                <a:cubicBezTo>
                  <a:pt x="155" y="57"/>
                  <a:pt x="155" y="58"/>
                  <a:pt x="154" y="58"/>
                </a:cubicBezTo>
                <a:cubicBezTo>
                  <a:pt x="124" y="58"/>
                  <a:pt x="124" y="58"/>
                  <a:pt x="124" y="58"/>
                </a:cubicBezTo>
                <a:cubicBezTo>
                  <a:pt x="123" y="58"/>
                  <a:pt x="122" y="57"/>
                  <a:pt x="121" y="57"/>
                </a:cubicBezTo>
                <a:cubicBezTo>
                  <a:pt x="121" y="56"/>
                  <a:pt x="121" y="56"/>
                  <a:pt x="121" y="55"/>
                </a:cubicBezTo>
                <a:cubicBezTo>
                  <a:pt x="121" y="54"/>
                  <a:pt x="121" y="53"/>
                  <a:pt x="121" y="52"/>
                </a:cubicBezTo>
                <a:cubicBezTo>
                  <a:pt x="122" y="52"/>
                  <a:pt x="123" y="52"/>
                  <a:pt x="124" y="52"/>
                </a:cubicBezTo>
                <a:cubicBezTo>
                  <a:pt x="154" y="52"/>
                  <a:pt x="154" y="52"/>
                  <a:pt x="154" y="52"/>
                </a:cubicBezTo>
                <a:cubicBezTo>
                  <a:pt x="155" y="52"/>
                  <a:pt x="155" y="52"/>
                  <a:pt x="156" y="5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66" name="Freeform 269"/>
          <p:cNvSpPr>
            <a:spLocks noEditPoints="1"/>
          </p:cNvSpPr>
          <p:nvPr/>
        </p:nvSpPr>
        <p:spPr bwMode="auto">
          <a:xfrm>
            <a:off x="9096683" y="3985482"/>
            <a:ext cx="125344" cy="172887"/>
          </a:xfrm>
          <a:custGeom>
            <a:avLst/>
            <a:gdLst>
              <a:gd name="T0" fmla="*/ 87 w 87"/>
              <a:gd name="T1" fmla="*/ 38 h 121"/>
              <a:gd name="T2" fmla="*/ 86 w 87"/>
              <a:gd name="T3" fmla="*/ 48 h 121"/>
              <a:gd name="T4" fmla="*/ 83 w 87"/>
              <a:gd name="T5" fmla="*/ 55 h 121"/>
              <a:gd name="T6" fmla="*/ 77 w 87"/>
              <a:gd name="T7" fmla="*/ 61 h 121"/>
              <a:gd name="T8" fmla="*/ 72 w 87"/>
              <a:gd name="T9" fmla="*/ 65 h 121"/>
              <a:gd name="T10" fmla="*/ 66 w 87"/>
              <a:gd name="T11" fmla="*/ 68 h 121"/>
              <a:gd name="T12" fmla="*/ 60 w 87"/>
              <a:gd name="T13" fmla="*/ 74 h 121"/>
              <a:gd name="T14" fmla="*/ 57 w 87"/>
              <a:gd name="T15" fmla="*/ 81 h 121"/>
              <a:gd name="T16" fmla="*/ 56 w 87"/>
              <a:gd name="T17" fmla="*/ 84 h 121"/>
              <a:gd name="T18" fmla="*/ 53 w 87"/>
              <a:gd name="T19" fmla="*/ 85 h 121"/>
              <a:gd name="T20" fmla="*/ 31 w 87"/>
              <a:gd name="T21" fmla="*/ 85 h 121"/>
              <a:gd name="T22" fmla="*/ 28 w 87"/>
              <a:gd name="T23" fmla="*/ 83 h 121"/>
              <a:gd name="T24" fmla="*/ 27 w 87"/>
              <a:gd name="T25" fmla="*/ 80 h 121"/>
              <a:gd name="T26" fmla="*/ 27 w 87"/>
              <a:gd name="T27" fmla="*/ 76 h 121"/>
              <a:gd name="T28" fmla="*/ 33 w 87"/>
              <a:gd name="T29" fmla="*/ 61 h 121"/>
              <a:gd name="T30" fmla="*/ 47 w 87"/>
              <a:gd name="T31" fmla="*/ 51 h 121"/>
              <a:gd name="T32" fmla="*/ 55 w 87"/>
              <a:gd name="T33" fmla="*/ 45 h 121"/>
              <a:gd name="T34" fmla="*/ 57 w 87"/>
              <a:gd name="T35" fmla="*/ 38 h 121"/>
              <a:gd name="T36" fmla="*/ 53 w 87"/>
              <a:gd name="T37" fmla="*/ 31 h 121"/>
              <a:gd name="T38" fmla="*/ 43 w 87"/>
              <a:gd name="T39" fmla="*/ 28 h 121"/>
              <a:gd name="T40" fmla="*/ 32 w 87"/>
              <a:gd name="T41" fmla="*/ 31 h 121"/>
              <a:gd name="T42" fmla="*/ 22 w 87"/>
              <a:gd name="T43" fmla="*/ 42 h 121"/>
              <a:gd name="T44" fmla="*/ 19 w 87"/>
              <a:gd name="T45" fmla="*/ 43 h 121"/>
              <a:gd name="T46" fmla="*/ 17 w 87"/>
              <a:gd name="T47" fmla="*/ 42 h 121"/>
              <a:gd name="T48" fmla="*/ 1 w 87"/>
              <a:gd name="T49" fmla="*/ 31 h 121"/>
              <a:gd name="T50" fmla="*/ 0 w 87"/>
              <a:gd name="T51" fmla="*/ 28 h 121"/>
              <a:gd name="T52" fmla="*/ 1 w 87"/>
              <a:gd name="T53" fmla="*/ 26 h 121"/>
              <a:gd name="T54" fmla="*/ 44 w 87"/>
              <a:gd name="T55" fmla="*/ 0 h 121"/>
              <a:gd name="T56" fmla="*/ 60 w 87"/>
              <a:gd name="T57" fmla="*/ 3 h 121"/>
              <a:gd name="T58" fmla="*/ 73 w 87"/>
              <a:gd name="T59" fmla="*/ 11 h 121"/>
              <a:gd name="T60" fmla="*/ 83 w 87"/>
              <a:gd name="T61" fmla="*/ 23 h 121"/>
              <a:gd name="T62" fmla="*/ 87 w 87"/>
              <a:gd name="T63" fmla="*/ 38 h 121"/>
              <a:gd name="T64" fmla="*/ 57 w 87"/>
              <a:gd name="T65" fmla="*/ 95 h 121"/>
              <a:gd name="T66" fmla="*/ 57 w 87"/>
              <a:gd name="T67" fmla="*/ 118 h 121"/>
              <a:gd name="T68" fmla="*/ 56 w 87"/>
              <a:gd name="T69" fmla="*/ 120 h 121"/>
              <a:gd name="T70" fmla="*/ 54 w 87"/>
              <a:gd name="T71" fmla="*/ 121 h 121"/>
              <a:gd name="T72" fmla="*/ 31 w 87"/>
              <a:gd name="T73" fmla="*/ 121 h 121"/>
              <a:gd name="T74" fmla="*/ 28 w 87"/>
              <a:gd name="T75" fmla="*/ 120 h 121"/>
              <a:gd name="T76" fmla="*/ 27 w 87"/>
              <a:gd name="T77" fmla="*/ 118 h 121"/>
              <a:gd name="T78" fmla="*/ 27 w 87"/>
              <a:gd name="T79" fmla="*/ 95 h 121"/>
              <a:gd name="T80" fmla="*/ 28 w 87"/>
              <a:gd name="T81" fmla="*/ 92 h 121"/>
              <a:gd name="T82" fmla="*/ 31 w 87"/>
              <a:gd name="T83" fmla="*/ 91 h 121"/>
              <a:gd name="T84" fmla="*/ 54 w 87"/>
              <a:gd name="T85" fmla="*/ 91 h 121"/>
              <a:gd name="T86" fmla="*/ 56 w 87"/>
              <a:gd name="T87" fmla="*/ 92 h 121"/>
              <a:gd name="T88" fmla="*/ 57 w 87"/>
              <a:gd name="T89" fmla="*/ 95 h 1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87" h="121">
                <a:moveTo>
                  <a:pt x="87" y="38"/>
                </a:moveTo>
                <a:cubicBezTo>
                  <a:pt x="87" y="42"/>
                  <a:pt x="87" y="45"/>
                  <a:pt x="86" y="48"/>
                </a:cubicBezTo>
                <a:cubicBezTo>
                  <a:pt x="85" y="51"/>
                  <a:pt x="84" y="53"/>
                  <a:pt x="83" y="55"/>
                </a:cubicBezTo>
                <a:cubicBezTo>
                  <a:pt x="81" y="57"/>
                  <a:pt x="80" y="59"/>
                  <a:pt x="77" y="61"/>
                </a:cubicBezTo>
                <a:cubicBezTo>
                  <a:pt x="75" y="63"/>
                  <a:pt x="73" y="64"/>
                  <a:pt x="72" y="65"/>
                </a:cubicBezTo>
                <a:cubicBezTo>
                  <a:pt x="71" y="66"/>
                  <a:pt x="69" y="67"/>
                  <a:pt x="66" y="68"/>
                </a:cubicBezTo>
                <a:cubicBezTo>
                  <a:pt x="64" y="70"/>
                  <a:pt x="61" y="72"/>
                  <a:pt x="60" y="74"/>
                </a:cubicBezTo>
                <a:cubicBezTo>
                  <a:pt x="58" y="77"/>
                  <a:pt x="57" y="79"/>
                  <a:pt x="57" y="81"/>
                </a:cubicBezTo>
                <a:cubicBezTo>
                  <a:pt x="57" y="82"/>
                  <a:pt x="57" y="83"/>
                  <a:pt x="56" y="84"/>
                </a:cubicBezTo>
                <a:cubicBezTo>
                  <a:pt x="55" y="85"/>
                  <a:pt x="54" y="85"/>
                  <a:pt x="53" y="85"/>
                </a:cubicBezTo>
                <a:cubicBezTo>
                  <a:pt x="31" y="85"/>
                  <a:pt x="31" y="85"/>
                  <a:pt x="31" y="85"/>
                </a:cubicBezTo>
                <a:cubicBezTo>
                  <a:pt x="30" y="85"/>
                  <a:pt x="29" y="85"/>
                  <a:pt x="28" y="83"/>
                </a:cubicBezTo>
                <a:cubicBezTo>
                  <a:pt x="27" y="82"/>
                  <a:pt x="27" y="81"/>
                  <a:pt x="27" y="80"/>
                </a:cubicBezTo>
                <a:cubicBezTo>
                  <a:pt x="27" y="76"/>
                  <a:pt x="27" y="76"/>
                  <a:pt x="27" y="76"/>
                </a:cubicBezTo>
                <a:cubicBezTo>
                  <a:pt x="27" y="70"/>
                  <a:pt x="29" y="65"/>
                  <a:pt x="33" y="61"/>
                </a:cubicBezTo>
                <a:cubicBezTo>
                  <a:pt x="37" y="56"/>
                  <a:pt x="42" y="53"/>
                  <a:pt x="47" y="51"/>
                </a:cubicBezTo>
                <a:cubicBezTo>
                  <a:pt x="51" y="49"/>
                  <a:pt x="53" y="47"/>
                  <a:pt x="55" y="45"/>
                </a:cubicBezTo>
                <a:cubicBezTo>
                  <a:pt x="56" y="43"/>
                  <a:pt x="57" y="41"/>
                  <a:pt x="57" y="38"/>
                </a:cubicBezTo>
                <a:cubicBezTo>
                  <a:pt x="57" y="35"/>
                  <a:pt x="56" y="33"/>
                  <a:pt x="53" y="31"/>
                </a:cubicBezTo>
                <a:cubicBezTo>
                  <a:pt x="50" y="29"/>
                  <a:pt x="46" y="28"/>
                  <a:pt x="43" y="28"/>
                </a:cubicBezTo>
                <a:cubicBezTo>
                  <a:pt x="38" y="28"/>
                  <a:pt x="35" y="29"/>
                  <a:pt x="32" y="31"/>
                </a:cubicBezTo>
                <a:cubicBezTo>
                  <a:pt x="30" y="32"/>
                  <a:pt x="27" y="36"/>
                  <a:pt x="22" y="42"/>
                </a:cubicBezTo>
                <a:cubicBezTo>
                  <a:pt x="21" y="43"/>
                  <a:pt x="20" y="43"/>
                  <a:pt x="19" y="43"/>
                </a:cubicBezTo>
                <a:cubicBezTo>
                  <a:pt x="19" y="43"/>
                  <a:pt x="18" y="43"/>
                  <a:pt x="17" y="42"/>
                </a:cubicBezTo>
                <a:cubicBezTo>
                  <a:pt x="1" y="31"/>
                  <a:pt x="1" y="31"/>
                  <a:pt x="1" y="31"/>
                </a:cubicBezTo>
                <a:cubicBezTo>
                  <a:pt x="1" y="30"/>
                  <a:pt x="0" y="29"/>
                  <a:pt x="0" y="28"/>
                </a:cubicBezTo>
                <a:cubicBezTo>
                  <a:pt x="0" y="27"/>
                  <a:pt x="0" y="26"/>
                  <a:pt x="1" y="26"/>
                </a:cubicBezTo>
                <a:cubicBezTo>
                  <a:pt x="11" y="9"/>
                  <a:pt x="25" y="0"/>
                  <a:pt x="44" y="0"/>
                </a:cubicBezTo>
                <a:cubicBezTo>
                  <a:pt x="49" y="0"/>
                  <a:pt x="54" y="1"/>
                  <a:pt x="60" y="3"/>
                </a:cubicBezTo>
                <a:cubicBezTo>
                  <a:pt x="65" y="5"/>
                  <a:pt x="69" y="8"/>
                  <a:pt x="73" y="11"/>
                </a:cubicBezTo>
                <a:cubicBezTo>
                  <a:pt x="77" y="14"/>
                  <a:pt x="81" y="18"/>
                  <a:pt x="83" y="23"/>
                </a:cubicBezTo>
                <a:cubicBezTo>
                  <a:pt x="86" y="28"/>
                  <a:pt x="87" y="33"/>
                  <a:pt x="87" y="38"/>
                </a:cubicBezTo>
                <a:close/>
                <a:moveTo>
                  <a:pt x="57" y="95"/>
                </a:moveTo>
                <a:cubicBezTo>
                  <a:pt x="57" y="118"/>
                  <a:pt x="57" y="118"/>
                  <a:pt x="57" y="118"/>
                </a:cubicBezTo>
                <a:cubicBezTo>
                  <a:pt x="57" y="119"/>
                  <a:pt x="57" y="120"/>
                  <a:pt x="56" y="120"/>
                </a:cubicBezTo>
                <a:cubicBezTo>
                  <a:pt x="56" y="121"/>
                  <a:pt x="55" y="121"/>
                  <a:pt x="54" y="121"/>
                </a:cubicBezTo>
                <a:cubicBezTo>
                  <a:pt x="31" y="121"/>
                  <a:pt x="31" y="121"/>
                  <a:pt x="31" y="121"/>
                </a:cubicBezTo>
                <a:cubicBezTo>
                  <a:pt x="30" y="121"/>
                  <a:pt x="29" y="121"/>
                  <a:pt x="28" y="120"/>
                </a:cubicBezTo>
                <a:cubicBezTo>
                  <a:pt x="28" y="120"/>
                  <a:pt x="27" y="119"/>
                  <a:pt x="27" y="118"/>
                </a:cubicBezTo>
                <a:cubicBezTo>
                  <a:pt x="27" y="95"/>
                  <a:pt x="27" y="95"/>
                  <a:pt x="27" y="95"/>
                </a:cubicBezTo>
                <a:cubicBezTo>
                  <a:pt x="27" y="94"/>
                  <a:pt x="28" y="93"/>
                  <a:pt x="28" y="92"/>
                </a:cubicBezTo>
                <a:cubicBezTo>
                  <a:pt x="29" y="92"/>
                  <a:pt x="30" y="91"/>
                  <a:pt x="31" y="91"/>
                </a:cubicBezTo>
                <a:cubicBezTo>
                  <a:pt x="54" y="91"/>
                  <a:pt x="54" y="91"/>
                  <a:pt x="54" y="91"/>
                </a:cubicBezTo>
                <a:cubicBezTo>
                  <a:pt x="55" y="91"/>
                  <a:pt x="56" y="92"/>
                  <a:pt x="56" y="92"/>
                </a:cubicBezTo>
                <a:cubicBezTo>
                  <a:pt x="57" y="93"/>
                  <a:pt x="57" y="94"/>
                  <a:pt x="57" y="9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67" name="Freeform 270"/>
          <p:cNvSpPr>
            <a:spLocks noEditPoints="1"/>
          </p:cNvSpPr>
          <p:nvPr/>
        </p:nvSpPr>
        <p:spPr bwMode="auto">
          <a:xfrm>
            <a:off x="9289021" y="3968193"/>
            <a:ext cx="84283" cy="190176"/>
          </a:xfrm>
          <a:custGeom>
            <a:avLst/>
            <a:gdLst>
              <a:gd name="T0" fmla="*/ 60 w 60"/>
              <a:gd name="T1" fmla="*/ 115 h 133"/>
              <a:gd name="T2" fmla="*/ 60 w 60"/>
              <a:gd name="T3" fmla="*/ 127 h 133"/>
              <a:gd name="T4" fmla="*/ 58 w 60"/>
              <a:gd name="T5" fmla="*/ 132 h 133"/>
              <a:gd name="T6" fmla="*/ 54 w 60"/>
              <a:gd name="T7" fmla="*/ 133 h 133"/>
              <a:gd name="T8" fmla="*/ 6 w 60"/>
              <a:gd name="T9" fmla="*/ 133 h 133"/>
              <a:gd name="T10" fmla="*/ 1 w 60"/>
              <a:gd name="T11" fmla="*/ 132 h 133"/>
              <a:gd name="T12" fmla="*/ 0 w 60"/>
              <a:gd name="T13" fmla="*/ 127 h 133"/>
              <a:gd name="T14" fmla="*/ 0 w 60"/>
              <a:gd name="T15" fmla="*/ 115 h 133"/>
              <a:gd name="T16" fmla="*/ 1 w 60"/>
              <a:gd name="T17" fmla="*/ 111 h 133"/>
              <a:gd name="T18" fmla="*/ 6 w 60"/>
              <a:gd name="T19" fmla="*/ 109 h 133"/>
              <a:gd name="T20" fmla="*/ 12 w 60"/>
              <a:gd name="T21" fmla="*/ 109 h 133"/>
              <a:gd name="T22" fmla="*/ 12 w 60"/>
              <a:gd name="T23" fmla="*/ 73 h 133"/>
              <a:gd name="T24" fmla="*/ 6 w 60"/>
              <a:gd name="T25" fmla="*/ 73 h 133"/>
              <a:gd name="T26" fmla="*/ 1 w 60"/>
              <a:gd name="T27" fmla="*/ 71 h 133"/>
              <a:gd name="T28" fmla="*/ 0 w 60"/>
              <a:gd name="T29" fmla="*/ 67 h 133"/>
              <a:gd name="T30" fmla="*/ 0 w 60"/>
              <a:gd name="T31" fmla="*/ 55 h 133"/>
              <a:gd name="T32" fmla="*/ 1 w 60"/>
              <a:gd name="T33" fmla="*/ 51 h 133"/>
              <a:gd name="T34" fmla="*/ 6 w 60"/>
              <a:gd name="T35" fmla="*/ 49 h 133"/>
              <a:gd name="T36" fmla="*/ 42 w 60"/>
              <a:gd name="T37" fmla="*/ 49 h 133"/>
              <a:gd name="T38" fmla="*/ 46 w 60"/>
              <a:gd name="T39" fmla="*/ 51 h 133"/>
              <a:gd name="T40" fmla="*/ 48 w 60"/>
              <a:gd name="T41" fmla="*/ 55 h 133"/>
              <a:gd name="T42" fmla="*/ 48 w 60"/>
              <a:gd name="T43" fmla="*/ 109 h 133"/>
              <a:gd name="T44" fmla="*/ 54 w 60"/>
              <a:gd name="T45" fmla="*/ 109 h 133"/>
              <a:gd name="T46" fmla="*/ 58 w 60"/>
              <a:gd name="T47" fmla="*/ 111 h 133"/>
              <a:gd name="T48" fmla="*/ 60 w 60"/>
              <a:gd name="T49" fmla="*/ 115 h 133"/>
              <a:gd name="T50" fmla="*/ 48 w 60"/>
              <a:gd name="T51" fmla="*/ 6 h 133"/>
              <a:gd name="T52" fmla="*/ 48 w 60"/>
              <a:gd name="T53" fmla="*/ 25 h 133"/>
              <a:gd name="T54" fmla="*/ 46 w 60"/>
              <a:gd name="T55" fmla="*/ 29 h 133"/>
              <a:gd name="T56" fmla="*/ 42 w 60"/>
              <a:gd name="T57" fmla="*/ 31 h 133"/>
              <a:gd name="T58" fmla="*/ 18 w 60"/>
              <a:gd name="T59" fmla="*/ 31 h 133"/>
              <a:gd name="T60" fmla="*/ 14 w 60"/>
              <a:gd name="T61" fmla="*/ 29 h 133"/>
              <a:gd name="T62" fmla="*/ 12 w 60"/>
              <a:gd name="T63" fmla="*/ 25 h 133"/>
              <a:gd name="T64" fmla="*/ 12 w 60"/>
              <a:gd name="T65" fmla="*/ 6 h 133"/>
              <a:gd name="T66" fmla="*/ 14 w 60"/>
              <a:gd name="T67" fmla="*/ 2 h 133"/>
              <a:gd name="T68" fmla="*/ 18 w 60"/>
              <a:gd name="T69" fmla="*/ 0 h 133"/>
              <a:gd name="T70" fmla="*/ 42 w 60"/>
              <a:gd name="T71" fmla="*/ 0 h 133"/>
              <a:gd name="T72" fmla="*/ 46 w 60"/>
              <a:gd name="T73" fmla="*/ 2 h 133"/>
              <a:gd name="T74" fmla="*/ 48 w 60"/>
              <a:gd name="T75" fmla="*/ 6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60" h="133">
                <a:moveTo>
                  <a:pt x="60" y="115"/>
                </a:moveTo>
                <a:cubicBezTo>
                  <a:pt x="60" y="127"/>
                  <a:pt x="60" y="127"/>
                  <a:pt x="60" y="127"/>
                </a:cubicBezTo>
                <a:cubicBezTo>
                  <a:pt x="60" y="129"/>
                  <a:pt x="60" y="130"/>
                  <a:pt x="58" y="132"/>
                </a:cubicBezTo>
                <a:cubicBezTo>
                  <a:pt x="57" y="133"/>
                  <a:pt x="56" y="133"/>
                  <a:pt x="54" y="133"/>
                </a:cubicBezTo>
                <a:cubicBezTo>
                  <a:pt x="6" y="133"/>
                  <a:pt x="6" y="133"/>
                  <a:pt x="6" y="133"/>
                </a:cubicBezTo>
                <a:cubicBezTo>
                  <a:pt x="4" y="133"/>
                  <a:pt x="3" y="133"/>
                  <a:pt x="1" y="132"/>
                </a:cubicBezTo>
                <a:cubicBezTo>
                  <a:pt x="0" y="130"/>
                  <a:pt x="0" y="129"/>
                  <a:pt x="0" y="127"/>
                </a:cubicBezTo>
                <a:cubicBezTo>
                  <a:pt x="0" y="115"/>
                  <a:pt x="0" y="115"/>
                  <a:pt x="0" y="115"/>
                </a:cubicBezTo>
                <a:cubicBezTo>
                  <a:pt x="0" y="114"/>
                  <a:pt x="0" y="112"/>
                  <a:pt x="1" y="111"/>
                </a:cubicBezTo>
                <a:cubicBezTo>
                  <a:pt x="3" y="110"/>
                  <a:pt x="4" y="109"/>
                  <a:pt x="6" y="109"/>
                </a:cubicBezTo>
                <a:cubicBezTo>
                  <a:pt x="12" y="109"/>
                  <a:pt x="12" y="109"/>
                  <a:pt x="12" y="109"/>
                </a:cubicBezTo>
                <a:cubicBezTo>
                  <a:pt x="12" y="73"/>
                  <a:pt x="12" y="73"/>
                  <a:pt x="12" y="73"/>
                </a:cubicBezTo>
                <a:cubicBezTo>
                  <a:pt x="6" y="73"/>
                  <a:pt x="6" y="73"/>
                  <a:pt x="6" y="73"/>
                </a:cubicBezTo>
                <a:cubicBezTo>
                  <a:pt x="4" y="73"/>
                  <a:pt x="3" y="72"/>
                  <a:pt x="1" y="71"/>
                </a:cubicBezTo>
                <a:cubicBezTo>
                  <a:pt x="0" y="70"/>
                  <a:pt x="0" y="69"/>
                  <a:pt x="0" y="67"/>
                </a:cubicBezTo>
                <a:cubicBezTo>
                  <a:pt x="0" y="55"/>
                  <a:pt x="0" y="55"/>
                  <a:pt x="0" y="55"/>
                </a:cubicBezTo>
                <a:cubicBezTo>
                  <a:pt x="0" y="53"/>
                  <a:pt x="0" y="52"/>
                  <a:pt x="1" y="51"/>
                </a:cubicBezTo>
                <a:cubicBezTo>
                  <a:pt x="3" y="49"/>
                  <a:pt x="4" y="49"/>
                  <a:pt x="6" y="49"/>
                </a:cubicBezTo>
                <a:cubicBezTo>
                  <a:pt x="42" y="49"/>
                  <a:pt x="42" y="49"/>
                  <a:pt x="42" y="49"/>
                </a:cubicBezTo>
                <a:cubicBezTo>
                  <a:pt x="44" y="49"/>
                  <a:pt x="45" y="49"/>
                  <a:pt x="46" y="51"/>
                </a:cubicBezTo>
                <a:cubicBezTo>
                  <a:pt x="47" y="52"/>
                  <a:pt x="48" y="53"/>
                  <a:pt x="48" y="55"/>
                </a:cubicBezTo>
                <a:cubicBezTo>
                  <a:pt x="48" y="109"/>
                  <a:pt x="48" y="109"/>
                  <a:pt x="48" y="109"/>
                </a:cubicBezTo>
                <a:cubicBezTo>
                  <a:pt x="54" y="109"/>
                  <a:pt x="54" y="109"/>
                  <a:pt x="54" y="109"/>
                </a:cubicBezTo>
                <a:cubicBezTo>
                  <a:pt x="56" y="109"/>
                  <a:pt x="57" y="110"/>
                  <a:pt x="58" y="111"/>
                </a:cubicBezTo>
                <a:cubicBezTo>
                  <a:pt x="60" y="112"/>
                  <a:pt x="60" y="114"/>
                  <a:pt x="60" y="115"/>
                </a:cubicBezTo>
                <a:close/>
                <a:moveTo>
                  <a:pt x="48" y="6"/>
                </a:moveTo>
                <a:cubicBezTo>
                  <a:pt x="48" y="25"/>
                  <a:pt x="48" y="25"/>
                  <a:pt x="48" y="25"/>
                </a:cubicBezTo>
                <a:cubicBezTo>
                  <a:pt x="48" y="26"/>
                  <a:pt x="47" y="28"/>
                  <a:pt x="46" y="29"/>
                </a:cubicBezTo>
                <a:cubicBezTo>
                  <a:pt x="45" y="30"/>
                  <a:pt x="44" y="31"/>
                  <a:pt x="42" y="31"/>
                </a:cubicBezTo>
                <a:cubicBezTo>
                  <a:pt x="18" y="31"/>
                  <a:pt x="18" y="31"/>
                  <a:pt x="18" y="31"/>
                </a:cubicBezTo>
                <a:cubicBezTo>
                  <a:pt x="16" y="31"/>
                  <a:pt x="15" y="30"/>
                  <a:pt x="14" y="29"/>
                </a:cubicBezTo>
                <a:cubicBezTo>
                  <a:pt x="12" y="28"/>
                  <a:pt x="12" y="26"/>
                  <a:pt x="12" y="25"/>
                </a:cubicBezTo>
                <a:cubicBezTo>
                  <a:pt x="12" y="6"/>
                  <a:pt x="12" y="6"/>
                  <a:pt x="12" y="6"/>
                </a:cubicBezTo>
                <a:cubicBezTo>
                  <a:pt x="12" y="5"/>
                  <a:pt x="12" y="3"/>
                  <a:pt x="14" y="2"/>
                </a:cubicBezTo>
                <a:cubicBezTo>
                  <a:pt x="15" y="1"/>
                  <a:pt x="16" y="0"/>
                  <a:pt x="18" y="0"/>
                </a:cubicBezTo>
                <a:cubicBezTo>
                  <a:pt x="42" y="0"/>
                  <a:pt x="42" y="0"/>
                  <a:pt x="42" y="0"/>
                </a:cubicBezTo>
                <a:cubicBezTo>
                  <a:pt x="44" y="0"/>
                  <a:pt x="45" y="1"/>
                  <a:pt x="46" y="2"/>
                </a:cubicBezTo>
                <a:cubicBezTo>
                  <a:pt x="47" y="3"/>
                  <a:pt x="48" y="5"/>
                  <a:pt x="48" y="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68" name="Freeform 271"/>
          <p:cNvSpPr>
            <a:spLocks noEditPoints="1"/>
          </p:cNvSpPr>
          <p:nvPr/>
        </p:nvSpPr>
        <p:spPr bwMode="auto">
          <a:xfrm>
            <a:off x="9451102" y="3968193"/>
            <a:ext cx="60511" cy="190176"/>
          </a:xfrm>
          <a:custGeom>
            <a:avLst/>
            <a:gdLst>
              <a:gd name="T0" fmla="*/ 42 w 42"/>
              <a:gd name="T1" fmla="*/ 6 h 133"/>
              <a:gd name="T2" fmla="*/ 40 w 42"/>
              <a:gd name="T3" fmla="*/ 79 h 133"/>
              <a:gd name="T4" fmla="*/ 38 w 42"/>
              <a:gd name="T5" fmla="*/ 83 h 133"/>
              <a:gd name="T6" fmla="*/ 33 w 42"/>
              <a:gd name="T7" fmla="*/ 85 h 133"/>
              <a:gd name="T8" fmla="*/ 9 w 42"/>
              <a:gd name="T9" fmla="*/ 85 h 133"/>
              <a:gd name="T10" fmla="*/ 5 w 42"/>
              <a:gd name="T11" fmla="*/ 83 h 133"/>
              <a:gd name="T12" fmla="*/ 3 w 42"/>
              <a:gd name="T13" fmla="*/ 79 h 133"/>
              <a:gd name="T14" fmla="*/ 0 w 42"/>
              <a:gd name="T15" fmla="*/ 6 h 133"/>
              <a:gd name="T16" fmla="*/ 2 w 42"/>
              <a:gd name="T17" fmla="*/ 2 h 133"/>
              <a:gd name="T18" fmla="*/ 6 w 42"/>
              <a:gd name="T19" fmla="*/ 0 h 133"/>
              <a:gd name="T20" fmla="*/ 36 w 42"/>
              <a:gd name="T21" fmla="*/ 0 h 133"/>
              <a:gd name="T22" fmla="*/ 41 w 42"/>
              <a:gd name="T23" fmla="*/ 2 h 133"/>
              <a:gd name="T24" fmla="*/ 42 w 42"/>
              <a:gd name="T25" fmla="*/ 6 h 133"/>
              <a:gd name="T26" fmla="*/ 40 w 42"/>
              <a:gd name="T27" fmla="*/ 106 h 133"/>
              <a:gd name="T28" fmla="*/ 40 w 42"/>
              <a:gd name="T29" fmla="*/ 127 h 133"/>
              <a:gd name="T30" fmla="*/ 38 w 42"/>
              <a:gd name="T31" fmla="*/ 132 h 133"/>
              <a:gd name="T32" fmla="*/ 33 w 42"/>
              <a:gd name="T33" fmla="*/ 133 h 133"/>
              <a:gd name="T34" fmla="*/ 9 w 42"/>
              <a:gd name="T35" fmla="*/ 133 h 133"/>
              <a:gd name="T36" fmla="*/ 5 w 42"/>
              <a:gd name="T37" fmla="*/ 132 h 133"/>
              <a:gd name="T38" fmla="*/ 3 w 42"/>
              <a:gd name="T39" fmla="*/ 127 h 133"/>
              <a:gd name="T40" fmla="*/ 3 w 42"/>
              <a:gd name="T41" fmla="*/ 106 h 133"/>
              <a:gd name="T42" fmla="*/ 5 w 42"/>
              <a:gd name="T43" fmla="*/ 102 h 133"/>
              <a:gd name="T44" fmla="*/ 9 w 42"/>
              <a:gd name="T45" fmla="*/ 100 h 133"/>
              <a:gd name="T46" fmla="*/ 33 w 42"/>
              <a:gd name="T47" fmla="*/ 100 h 133"/>
              <a:gd name="T48" fmla="*/ 38 w 42"/>
              <a:gd name="T49" fmla="*/ 102 h 133"/>
              <a:gd name="T50" fmla="*/ 40 w 42"/>
              <a:gd name="T51" fmla="*/ 106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42" h="133">
                <a:moveTo>
                  <a:pt x="42" y="6"/>
                </a:moveTo>
                <a:cubicBezTo>
                  <a:pt x="40" y="79"/>
                  <a:pt x="40" y="79"/>
                  <a:pt x="40" y="79"/>
                </a:cubicBezTo>
                <a:cubicBezTo>
                  <a:pt x="40" y="81"/>
                  <a:pt x="39" y="82"/>
                  <a:pt x="38" y="83"/>
                </a:cubicBezTo>
                <a:cubicBezTo>
                  <a:pt x="37" y="84"/>
                  <a:pt x="35" y="85"/>
                  <a:pt x="33" y="85"/>
                </a:cubicBezTo>
                <a:cubicBezTo>
                  <a:pt x="9" y="85"/>
                  <a:pt x="9" y="85"/>
                  <a:pt x="9" y="85"/>
                </a:cubicBezTo>
                <a:cubicBezTo>
                  <a:pt x="8" y="85"/>
                  <a:pt x="6" y="84"/>
                  <a:pt x="5" y="83"/>
                </a:cubicBezTo>
                <a:cubicBezTo>
                  <a:pt x="4" y="82"/>
                  <a:pt x="3" y="81"/>
                  <a:pt x="3" y="79"/>
                </a:cubicBezTo>
                <a:cubicBezTo>
                  <a:pt x="0" y="6"/>
                  <a:pt x="0" y="6"/>
                  <a:pt x="0" y="6"/>
                </a:cubicBezTo>
                <a:cubicBezTo>
                  <a:pt x="0" y="5"/>
                  <a:pt x="1" y="3"/>
                  <a:pt x="2" y="2"/>
                </a:cubicBezTo>
                <a:cubicBezTo>
                  <a:pt x="3" y="1"/>
                  <a:pt x="5" y="0"/>
                  <a:pt x="6" y="0"/>
                </a:cubicBezTo>
                <a:cubicBezTo>
                  <a:pt x="36" y="0"/>
                  <a:pt x="36" y="0"/>
                  <a:pt x="36" y="0"/>
                </a:cubicBezTo>
                <a:cubicBezTo>
                  <a:pt x="38" y="0"/>
                  <a:pt x="40" y="1"/>
                  <a:pt x="41" y="2"/>
                </a:cubicBezTo>
                <a:cubicBezTo>
                  <a:pt x="42" y="3"/>
                  <a:pt x="42" y="5"/>
                  <a:pt x="42" y="6"/>
                </a:cubicBezTo>
                <a:close/>
                <a:moveTo>
                  <a:pt x="40" y="106"/>
                </a:moveTo>
                <a:cubicBezTo>
                  <a:pt x="40" y="127"/>
                  <a:pt x="40" y="127"/>
                  <a:pt x="40" y="127"/>
                </a:cubicBezTo>
                <a:cubicBezTo>
                  <a:pt x="40" y="129"/>
                  <a:pt x="39" y="130"/>
                  <a:pt x="38" y="132"/>
                </a:cubicBezTo>
                <a:cubicBezTo>
                  <a:pt x="37" y="133"/>
                  <a:pt x="35" y="133"/>
                  <a:pt x="33" y="133"/>
                </a:cubicBezTo>
                <a:cubicBezTo>
                  <a:pt x="9" y="133"/>
                  <a:pt x="9" y="133"/>
                  <a:pt x="9" y="133"/>
                </a:cubicBezTo>
                <a:cubicBezTo>
                  <a:pt x="8" y="133"/>
                  <a:pt x="6" y="133"/>
                  <a:pt x="5" y="132"/>
                </a:cubicBezTo>
                <a:cubicBezTo>
                  <a:pt x="4" y="130"/>
                  <a:pt x="3" y="129"/>
                  <a:pt x="3" y="127"/>
                </a:cubicBezTo>
                <a:cubicBezTo>
                  <a:pt x="3" y="106"/>
                  <a:pt x="3" y="106"/>
                  <a:pt x="3" y="106"/>
                </a:cubicBezTo>
                <a:cubicBezTo>
                  <a:pt x="3" y="105"/>
                  <a:pt x="4" y="103"/>
                  <a:pt x="5" y="102"/>
                </a:cubicBezTo>
                <a:cubicBezTo>
                  <a:pt x="6" y="101"/>
                  <a:pt x="8" y="100"/>
                  <a:pt x="9" y="100"/>
                </a:cubicBezTo>
                <a:cubicBezTo>
                  <a:pt x="33" y="100"/>
                  <a:pt x="33" y="100"/>
                  <a:pt x="33" y="100"/>
                </a:cubicBezTo>
                <a:cubicBezTo>
                  <a:pt x="35" y="100"/>
                  <a:pt x="37" y="101"/>
                  <a:pt x="38" y="102"/>
                </a:cubicBezTo>
                <a:cubicBezTo>
                  <a:pt x="39" y="103"/>
                  <a:pt x="40" y="105"/>
                  <a:pt x="40" y="10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69" name="Freeform 272"/>
          <p:cNvSpPr>
            <a:spLocks noEditPoints="1"/>
          </p:cNvSpPr>
          <p:nvPr/>
        </p:nvSpPr>
        <p:spPr bwMode="auto">
          <a:xfrm>
            <a:off x="9589412" y="3970355"/>
            <a:ext cx="209627" cy="188016"/>
          </a:xfrm>
          <a:custGeom>
            <a:avLst/>
            <a:gdLst>
              <a:gd name="T0" fmla="*/ 84 w 145"/>
              <a:gd name="T1" fmla="*/ 116 h 131"/>
              <a:gd name="T2" fmla="*/ 84 w 145"/>
              <a:gd name="T3" fmla="*/ 131 h 131"/>
              <a:gd name="T4" fmla="*/ 61 w 145"/>
              <a:gd name="T5" fmla="*/ 131 h 131"/>
              <a:gd name="T6" fmla="*/ 46 w 145"/>
              <a:gd name="T7" fmla="*/ 108 h 131"/>
              <a:gd name="T8" fmla="*/ 44 w 145"/>
              <a:gd name="T9" fmla="*/ 104 h 131"/>
              <a:gd name="T10" fmla="*/ 43 w 145"/>
              <a:gd name="T11" fmla="*/ 102 h 131"/>
              <a:gd name="T12" fmla="*/ 42 w 145"/>
              <a:gd name="T13" fmla="*/ 102 h 131"/>
              <a:gd name="T14" fmla="*/ 41 w 145"/>
              <a:gd name="T15" fmla="*/ 104 h 131"/>
              <a:gd name="T16" fmla="*/ 39 w 145"/>
              <a:gd name="T17" fmla="*/ 108 h 131"/>
              <a:gd name="T18" fmla="*/ 24 w 145"/>
              <a:gd name="T19" fmla="*/ 131 h 131"/>
              <a:gd name="T20" fmla="*/ 0 w 145"/>
              <a:gd name="T21" fmla="*/ 131 h 131"/>
              <a:gd name="T22" fmla="*/ 0 w 145"/>
              <a:gd name="T23" fmla="*/ 116 h 131"/>
              <a:gd name="T24" fmla="*/ 12 w 145"/>
              <a:gd name="T25" fmla="*/ 116 h 131"/>
              <a:gd name="T26" fmla="*/ 31 w 145"/>
              <a:gd name="T27" fmla="*/ 88 h 131"/>
              <a:gd name="T28" fmla="*/ 13 w 145"/>
              <a:gd name="T29" fmla="*/ 62 h 131"/>
              <a:gd name="T30" fmla="*/ 0 w 145"/>
              <a:gd name="T31" fmla="*/ 62 h 131"/>
              <a:gd name="T32" fmla="*/ 0 w 145"/>
              <a:gd name="T33" fmla="*/ 47 h 131"/>
              <a:gd name="T34" fmla="*/ 26 w 145"/>
              <a:gd name="T35" fmla="*/ 47 h 131"/>
              <a:gd name="T36" fmla="*/ 40 w 145"/>
              <a:gd name="T37" fmla="*/ 68 h 131"/>
              <a:gd name="T38" fmla="*/ 42 w 145"/>
              <a:gd name="T39" fmla="*/ 72 h 131"/>
              <a:gd name="T40" fmla="*/ 43 w 145"/>
              <a:gd name="T41" fmla="*/ 74 h 131"/>
              <a:gd name="T42" fmla="*/ 43 w 145"/>
              <a:gd name="T43" fmla="*/ 74 h 131"/>
              <a:gd name="T44" fmla="*/ 44 w 145"/>
              <a:gd name="T45" fmla="*/ 72 h 131"/>
              <a:gd name="T46" fmla="*/ 46 w 145"/>
              <a:gd name="T47" fmla="*/ 68 h 131"/>
              <a:gd name="T48" fmla="*/ 60 w 145"/>
              <a:gd name="T49" fmla="*/ 47 h 131"/>
              <a:gd name="T50" fmla="*/ 84 w 145"/>
              <a:gd name="T51" fmla="*/ 47 h 131"/>
              <a:gd name="T52" fmla="*/ 84 w 145"/>
              <a:gd name="T53" fmla="*/ 62 h 131"/>
              <a:gd name="T54" fmla="*/ 72 w 145"/>
              <a:gd name="T55" fmla="*/ 62 h 131"/>
              <a:gd name="T56" fmla="*/ 55 w 145"/>
              <a:gd name="T57" fmla="*/ 88 h 131"/>
              <a:gd name="T58" fmla="*/ 74 w 145"/>
              <a:gd name="T59" fmla="*/ 116 h 131"/>
              <a:gd name="T60" fmla="*/ 84 w 145"/>
              <a:gd name="T61" fmla="*/ 116 h 131"/>
              <a:gd name="T62" fmla="*/ 145 w 145"/>
              <a:gd name="T63" fmla="*/ 51 h 131"/>
              <a:gd name="T64" fmla="*/ 145 w 145"/>
              <a:gd name="T65" fmla="*/ 71 h 131"/>
              <a:gd name="T66" fmla="*/ 96 w 145"/>
              <a:gd name="T67" fmla="*/ 71 h 131"/>
              <a:gd name="T68" fmla="*/ 96 w 145"/>
              <a:gd name="T69" fmla="*/ 68 h 131"/>
              <a:gd name="T70" fmla="*/ 95 w 145"/>
              <a:gd name="T71" fmla="*/ 64 h 131"/>
              <a:gd name="T72" fmla="*/ 98 w 145"/>
              <a:gd name="T73" fmla="*/ 53 h 131"/>
              <a:gd name="T74" fmla="*/ 104 w 145"/>
              <a:gd name="T75" fmla="*/ 45 h 131"/>
              <a:gd name="T76" fmla="*/ 112 w 145"/>
              <a:gd name="T77" fmla="*/ 39 h 131"/>
              <a:gd name="T78" fmla="*/ 120 w 145"/>
              <a:gd name="T79" fmla="*/ 33 h 131"/>
              <a:gd name="T80" fmla="*/ 126 w 145"/>
              <a:gd name="T81" fmla="*/ 28 h 131"/>
              <a:gd name="T82" fmla="*/ 128 w 145"/>
              <a:gd name="T83" fmla="*/ 22 h 131"/>
              <a:gd name="T84" fmla="*/ 126 w 145"/>
              <a:gd name="T85" fmla="*/ 16 h 131"/>
              <a:gd name="T86" fmla="*/ 119 w 145"/>
              <a:gd name="T87" fmla="*/ 14 h 131"/>
              <a:gd name="T88" fmla="*/ 110 w 145"/>
              <a:gd name="T89" fmla="*/ 18 h 131"/>
              <a:gd name="T90" fmla="*/ 106 w 145"/>
              <a:gd name="T91" fmla="*/ 21 h 131"/>
              <a:gd name="T92" fmla="*/ 97 w 145"/>
              <a:gd name="T93" fmla="*/ 13 h 131"/>
              <a:gd name="T94" fmla="*/ 102 w 145"/>
              <a:gd name="T95" fmla="*/ 6 h 131"/>
              <a:gd name="T96" fmla="*/ 120 w 145"/>
              <a:gd name="T97" fmla="*/ 0 h 131"/>
              <a:gd name="T98" fmla="*/ 137 w 145"/>
              <a:gd name="T99" fmla="*/ 6 h 131"/>
              <a:gd name="T100" fmla="*/ 143 w 145"/>
              <a:gd name="T101" fmla="*/ 21 h 131"/>
              <a:gd name="T102" fmla="*/ 141 w 145"/>
              <a:gd name="T103" fmla="*/ 31 h 131"/>
              <a:gd name="T104" fmla="*/ 135 w 145"/>
              <a:gd name="T105" fmla="*/ 38 h 131"/>
              <a:gd name="T106" fmla="*/ 128 w 145"/>
              <a:gd name="T107" fmla="*/ 43 h 131"/>
              <a:gd name="T108" fmla="*/ 120 w 145"/>
              <a:gd name="T109" fmla="*/ 48 h 131"/>
              <a:gd name="T110" fmla="*/ 114 w 145"/>
              <a:gd name="T111" fmla="*/ 53 h 131"/>
              <a:gd name="T112" fmla="*/ 111 w 145"/>
              <a:gd name="T113" fmla="*/ 59 h 131"/>
              <a:gd name="T114" fmla="*/ 133 w 145"/>
              <a:gd name="T115" fmla="*/ 59 h 131"/>
              <a:gd name="T116" fmla="*/ 133 w 145"/>
              <a:gd name="T117" fmla="*/ 51 h 131"/>
              <a:gd name="T118" fmla="*/ 145 w 145"/>
              <a:gd name="T119" fmla="*/ 51 h 1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45" h="131">
                <a:moveTo>
                  <a:pt x="84" y="116"/>
                </a:moveTo>
                <a:cubicBezTo>
                  <a:pt x="84" y="131"/>
                  <a:pt x="84" y="131"/>
                  <a:pt x="84" y="131"/>
                </a:cubicBezTo>
                <a:cubicBezTo>
                  <a:pt x="61" y="131"/>
                  <a:pt x="61" y="131"/>
                  <a:pt x="61" y="131"/>
                </a:cubicBezTo>
                <a:cubicBezTo>
                  <a:pt x="46" y="108"/>
                  <a:pt x="46" y="108"/>
                  <a:pt x="46" y="108"/>
                </a:cubicBezTo>
                <a:cubicBezTo>
                  <a:pt x="44" y="104"/>
                  <a:pt x="44" y="104"/>
                  <a:pt x="44" y="104"/>
                </a:cubicBezTo>
                <a:cubicBezTo>
                  <a:pt x="43" y="103"/>
                  <a:pt x="43" y="102"/>
                  <a:pt x="43" y="102"/>
                </a:cubicBezTo>
                <a:cubicBezTo>
                  <a:pt x="42" y="102"/>
                  <a:pt x="42" y="102"/>
                  <a:pt x="42" y="102"/>
                </a:cubicBezTo>
                <a:cubicBezTo>
                  <a:pt x="41" y="104"/>
                  <a:pt x="41" y="104"/>
                  <a:pt x="41" y="104"/>
                </a:cubicBezTo>
                <a:cubicBezTo>
                  <a:pt x="41" y="105"/>
                  <a:pt x="40" y="106"/>
                  <a:pt x="39" y="108"/>
                </a:cubicBezTo>
                <a:cubicBezTo>
                  <a:pt x="24" y="131"/>
                  <a:pt x="24" y="131"/>
                  <a:pt x="24" y="131"/>
                </a:cubicBezTo>
                <a:cubicBezTo>
                  <a:pt x="0" y="131"/>
                  <a:pt x="0" y="131"/>
                  <a:pt x="0" y="131"/>
                </a:cubicBezTo>
                <a:cubicBezTo>
                  <a:pt x="0" y="116"/>
                  <a:pt x="0" y="116"/>
                  <a:pt x="0" y="116"/>
                </a:cubicBezTo>
                <a:cubicBezTo>
                  <a:pt x="12" y="116"/>
                  <a:pt x="12" y="116"/>
                  <a:pt x="12" y="116"/>
                </a:cubicBezTo>
                <a:cubicBezTo>
                  <a:pt x="31" y="88"/>
                  <a:pt x="31" y="88"/>
                  <a:pt x="31" y="88"/>
                </a:cubicBezTo>
                <a:cubicBezTo>
                  <a:pt x="13" y="62"/>
                  <a:pt x="13" y="62"/>
                  <a:pt x="13" y="62"/>
                </a:cubicBezTo>
                <a:cubicBezTo>
                  <a:pt x="0" y="62"/>
                  <a:pt x="0" y="62"/>
                  <a:pt x="0" y="62"/>
                </a:cubicBezTo>
                <a:cubicBezTo>
                  <a:pt x="0" y="47"/>
                  <a:pt x="0" y="47"/>
                  <a:pt x="0" y="47"/>
                </a:cubicBezTo>
                <a:cubicBezTo>
                  <a:pt x="26" y="47"/>
                  <a:pt x="26" y="47"/>
                  <a:pt x="26" y="47"/>
                </a:cubicBezTo>
                <a:cubicBezTo>
                  <a:pt x="40" y="68"/>
                  <a:pt x="40" y="68"/>
                  <a:pt x="40" y="68"/>
                </a:cubicBezTo>
                <a:cubicBezTo>
                  <a:pt x="40" y="68"/>
                  <a:pt x="40" y="70"/>
                  <a:pt x="42" y="72"/>
                </a:cubicBezTo>
                <a:cubicBezTo>
                  <a:pt x="42" y="73"/>
                  <a:pt x="43" y="73"/>
                  <a:pt x="43" y="74"/>
                </a:cubicBezTo>
                <a:cubicBezTo>
                  <a:pt x="43" y="74"/>
                  <a:pt x="43" y="74"/>
                  <a:pt x="43" y="74"/>
                </a:cubicBezTo>
                <a:cubicBezTo>
                  <a:pt x="43" y="73"/>
                  <a:pt x="44" y="73"/>
                  <a:pt x="44" y="72"/>
                </a:cubicBezTo>
                <a:cubicBezTo>
                  <a:pt x="46" y="68"/>
                  <a:pt x="46" y="68"/>
                  <a:pt x="46" y="68"/>
                </a:cubicBezTo>
                <a:cubicBezTo>
                  <a:pt x="60" y="47"/>
                  <a:pt x="60" y="47"/>
                  <a:pt x="60" y="47"/>
                </a:cubicBezTo>
                <a:cubicBezTo>
                  <a:pt x="84" y="47"/>
                  <a:pt x="84" y="47"/>
                  <a:pt x="84" y="47"/>
                </a:cubicBezTo>
                <a:cubicBezTo>
                  <a:pt x="84" y="62"/>
                  <a:pt x="84" y="62"/>
                  <a:pt x="84" y="62"/>
                </a:cubicBezTo>
                <a:cubicBezTo>
                  <a:pt x="72" y="62"/>
                  <a:pt x="72" y="62"/>
                  <a:pt x="72" y="62"/>
                </a:cubicBezTo>
                <a:cubicBezTo>
                  <a:pt x="55" y="88"/>
                  <a:pt x="55" y="88"/>
                  <a:pt x="55" y="88"/>
                </a:cubicBezTo>
                <a:cubicBezTo>
                  <a:pt x="74" y="116"/>
                  <a:pt x="74" y="116"/>
                  <a:pt x="74" y="116"/>
                </a:cubicBezTo>
                <a:lnTo>
                  <a:pt x="84" y="116"/>
                </a:lnTo>
                <a:close/>
                <a:moveTo>
                  <a:pt x="145" y="51"/>
                </a:moveTo>
                <a:cubicBezTo>
                  <a:pt x="145" y="71"/>
                  <a:pt x="145" y="71"/>
                  <a:pt x="145" y="71"/>
                </a:cubicBezTo>
                <a:cubicBezTo>
                  <a:pt x="96" y="71"/>
                  <a:pt x="96" y="71"/>
                  <a:pt x="96" y="71"/>
                </a:cubicBezTo>
                <a:cubicBezTo>
                  <a:pt x="96" y="68"/>
                  <a:pt x="96" y="68"/>
                  <a:pt x="96" y="68"/>
                </a:cubicBezTo>
                <a:cubicBezTo>
                  <a:pt x="95" y="67"/>
                  <a:pt x="95" y="65"/>
                  <a:pt x="95" y="64"/>
                </a:cubicBezTo>
                <a:cubicBezTo>
                  <a:pt x="95" y="60"/>
                  <a:pt x="96" y="56"/>
                  <a:pt x="98" y="53"/>
                </a:cubicBezTo>
                <a:cubicBezTo>
                  <a:pt x="99" y="50"/>
                  <a:pt x="102" y="47"/>
                  <a:pt x="104" y="45"/>
                </a:cubicBezTo>
                <a:cubicBezTo>
                  <a:pt x="106" y="43"/>
                  <a:pt x="109" y="41"/>
                  <a:pt x="112" y="39"/>
                </a:cubicBezTo>
                <a:cubicBezTo>
                  <a:pt x="115" y="37"/>
                  <a:pt x="117" y="35"/>
                  <a:pt x="120" y="33"/>
                </a:cubicBezTo>
                <a:cubicBezTo>
                  <a:pt x="122" y="32"/>
                  <a:pt x="124" y="30"/>
                  <a:pt x="126" y="28"/>
                </a:cubicBezTo>
                <a:cubicBezTo>
                  <a:pt x="128" y="26"/>
                  <a:pt x="128" y="24"/>
                  <a:pt x="128" y="22"/>
                </a:cubicBezTo>
                <a:cubicBezTo>
                  <a:pt x="128" y="20"/>
                  <a:pt x="128" y="18"/>
                  <a:pt x="126" y="16"/>
                </a:cubicBezTo>
                <a:cubicBezTo>
                  <a:pt x="124" y="15"/>
                  <a:pt x="122" y="14"/>
                  <a:pt x="119" y="14"/>
                </a:cubicBezTo>
                <a:cubicBezTo>
                  <a:pt x="116" y="14"/>
                  <a:pt x="113" y="15"/>
                  <a:pt x="110" y="18"/>
                </a:cubicBezTo>
                <a:cubicBezTo>
                  <a:pt x="109" y="18"/>
                  <a:pt x="108" y="20"/>
                  <a:pt x="106" y="21"/>
                </a:cubicBezTo>
                <a:cubicBezTo>
                  <a:pt x="97" y="13"/>
                  <a:pt x="97" y="13"/>
                  <a:pt x="97" y="13"/>
                </a:cubicBezTo>
                <a:cubicBezTo>
                  <a:pt x="98" y="10"/>
                  <a:pt x="100" y="8"/>
                  <a:pt x="102" y="6"/>
                </a:cubicBezTo>
                <a:cubicBezTo>
                  <a:pt x="108" y="2"/>
                  <a:pt x="114" y="0"/>
                  <a:pt x="120" y="0"/>
                </a:cubicBezTo>
                <a:cubicBezTo>
                  <a:pt x="127" y="0"/>
                  <a:pt x="133" y="2"/>
                  <a:pt x="137" y="6"/>
                </a:cubicBezTo>
                <a:cubicBezTo>
                  <a:pt x="141" y="10"/>
                  <a:pt x="143" y="15"/>
                  <a:pt x="143" y="21"/>
                </a:cubicBezTo>
                <a:cubicBezTo>
                  <a:pt x="143" y="24"/>
                  <a:pt x="143" y="28"/>
                  <a:pt x="141" y="31"/>
                </a:cubicBezTo>
                <a:cubicBezTo>
                  <a:pt x="140" y="34"/>
                  <a:pt x="138" y="36"/>
                  <a:pt x="135" y="38"/>
                </a:cubicBezTo>
                <a:cubicBezTo>
                  <a:pt x="133" y="40"/>
                  <a:pt x="130" y="42"/>
                  <a:pt x="128" y="43"/>
                </a:cubicBezTo>
                <a:cubicBezTo>
                  <a:pt x="125" y="45"/>
                  <a:pt x="122" y="47"/>
                  <a:pt x="120" y="48"/>
                </a:cubicBezTo>
                <a:cubicBezTo>
                  <a:pt x="117" y="50"/>
                  <a:pt x="115" y="51"/>
                  <a:pt x="114" y="53"/>
                </a:cubicBezTo>
                <a:cubicBezTo>
                  <a:pt x="112" y="55"/>
                  <a:pt x="111" y="57"/>
                  <a:pt x="111" y="59"/>
                </a:cubicBezTo>
                <a:cubicBezTo>
                  <a:pt x="133" y="59"/>
                  <a:pt x="133" y="59"/>
                  <a:pt x="133" y="59"/>
                </a:cubicBezTo>
                <a:cubicBezTo>
                  <a:pt x="133" y="51"/>
                  <a:pt x="133" y="51"/>
                  <a:pt x="133" y="51"/>
                </a:cubicBezTo>
                <a:lnTo>
                  <a:pt x="145" y="5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70" name="Freeform 273"/>
          <p:cNvSpPr>
            <a:spLocks noEditPoints="1"/>
          </p:cNvSpPr>
          <p:nvPr/>
        </p:nvSpPr>
        <p:spPr bwMode="auto">
          <a:xfrm>
            <a:off x="9861711" y="4037349"/>
            <a:ext cx="209627" cy="155599"/>
          </a:xfrm>
          <a:custGeom>
            <a:avLst/>
            <a:gdLst>
              <a:gd name="T0" fmla="*/ 85 w 145"/>
              <a:gd name="T1" fmla="*/ 69 h 109"/>
              <a:gd name="T2" fmla="*/ 85 w 145"/>
              <a:gd name="T3" fmla="*/ 84 h 109"/>
              <a:gd name="T4" fmla="*/ 61 w 145"/>
              <a:gd name="T5" fmla="*/ 84 h 109"/>
              <a:gd name="T6" fmla="*/ 46 w 145"/>
              <a:gd name="T7" fmla="*/ 61 h 109"/>
              <a:gd name="T8" fmla="*/ 44 w 145"/>
              <a:gd name="T9" fmla="*/ 57 h 109"/>
              <a:gd name="T10" fmla="*/ 43 w 145"/>
              <a:gd name="T11" fmla="*/ 55 h 109"/>
              <a:gd name="T12" fmla="*/ 43 w 145"/>
              <a:gd name="T13" fmla="*/ 55 h 109"/>
              <a:gd name="T14" fmla="*/ 42 w 145"/>
              <a:gd name="T15" fmla="*/ 57 h 109"/>
              <a:gd name="T16" fmla="*/ 39 w 145"/>
              <a:gd name="T17" fmla="*/ 61 h 109"/>
              <a:gd name="T18" fmla="*/ 25 w 145"/>
              <a:gd name="T19" fmla="*/ 84 h 109"/>
              <a:gd name="T20" fmla="*/ 0 w 145"/>
              <a:gd name="T21" fmla="*/ 84 h 109"/>
              <a:gd name="T22" fmla="*/ 0 w 145"/>
              <a:gd name="T23" fmla="*/ 69 h 109"/>
              <a:gd name="T24" fmla="*/ 12 w 145"/>
              <a:gd name="T25" fmla="*/ 69 h 109"/>
              <a:gd name="T26" fmla="*/ 31 w 145"/>
              <a:gd name="T27" fmla="*/ 41 h 109"/>
              <a:gd name="T28" fmla="*/ 13 w 145"/>
              <a:gd name="T29" fmla="*/ 15 h 109"/>
              <a:gd name="T30" fmla="*/ 1 w 145"/>
              <a:gd name="T31" fmla="*/ 15 h 109"/>
              <a:gd name="T32" fmla="*/ 1 w 145"/>
              <a:gd name="T33" fmla="*/ 0 h 109"/>
              <a:gd name="T34" fmla="*/ 27 w 145"/>
              <a:gd name="T35" fmla="*/ 0 h 109"/>
              <a:gd name="T36" fmla="*/ 40 w 145"/>
              <a:gd name="T37" fmla="*/ 21 h 109"/>
              <a:gd name="T38" fmla="*/ 42 w 145"/>
              <a:gd name="T39" fmla="*/ 25 h 109"/>
              <a:gd name="T40" fmla="*/ 43 w 145"/>
              <a:gd name="T41" fmla="*/ 27 h 109"/>
              <a:gd name="T42" fmla="*/ 43 w 145"/>
              <a:gd name="T43" fmla="*/ 27 h 109"/>
              <a:gd name="T44" fmla="*/ 44 w 145"/>
              <a:gd name="T45" fmla="*/ 25 h 109"/>
              <a:gd name="T46" fmla="*/ 47 w 145"/>
              <a:gd name="T47" fmla="*/ 21 h 109"/>
              <a:gd name="T48" fmla="*/ 60 w 145"/>
              <a:gd name="T49" fmla="*/ 0 h 109"/>
              <a:gd name="T50" fmla="*/ 84 w 145"/>
              <a:gd name="T51" fmla="*/ 0 h 109"/>
              <a:gd name="T52" fmla="*/ 84 w 145"/>
              <a:gd name="T53" fmla="*/ 15 h 109"/>
              <a:gd name="T54" fmla="*/ 72 w 145"/>
              <a:gd name="T55" fmla="*/ 15 h 109"/>
              <a:gd name="T56" fmla="*/ 55 w 145"/>
              <a:gd name="T57" fmla="*/ 41 h 109"/>
              <a:gd name="T58" fmla="*/ 74 w 145"/>
              <a:gd name="T59" fmla="*/ 69 h 109"/>
              <a:gd name="T60" fmla="*/ 85 w 145"/>
              <a:gd name="T61" fmla="*/ 69 h 109"/>
              <a:gd name="T62" fmla="*/ 145 w 145"/>
              <a:gd name="T63" fmla="*/ 89 h 109"/>
              <a:gd name="T64" fmla="*/ 145 w 145"/>
              <a:gd name="T65" fmla="*/ 109 h 109"/>
              <a:gd name="T66" fmla="*/ 96 w 145"/>
              <a:gd name="T67" fmla="*/ 109 h 109"/>
              <a:gd name="T68" fmla="*/ 96 w 145"/>
              <a:gd name="T69" fmla="*/ 106 h 109"/>
              <a:gd name="T70" fmla="*/ 96 w 145"/>
              <a:gd name="T71" fmla="*/ 102 h 109"/>
              <a:gd name="T72" fmla="*/ 98 w 145"/>
              <a:gd name="T73" fmla="*/ 91 h 109"/>
              <a:gd name="T74" fmla="*/ 104 w 145"/>
              <a:gd name="T75" fmla="*/ 83 h 109"/>
              <a:gd name="T76" fmla="*/ 112 w 145"/>
              <a:gd name="T77" fmla="*/ 76 h 109"/>
              <a:gd name="T78" fmla="*/ 120 w 145"/>
              <a:gd name="T79" fmla="*/ 71 h 109"/>
              <a:gd name="T80" fmla="*/ 126 w 145"/>
              <a:gd name="T81" fmla="*/ 66 h 109"/>
              <a:gd name="T82" fmla="*/ 129 w 145"/>
              <a:gd name="T83" fmla="*/ 60 h 109"/>
              <a:gd name="T84" fmla="*/ 126 w 145"/>
              <a:gd name="T85" fmla="*/ 54 h 109"/>
              <a:gd name="T86" fmla="*/ 119 w 145"/>
              <a:gd name="T87" fmla="*/ 52 h 109"/>
              <a:gd name="T88" fmla="*/ 110 w 145"/>
              <a:gd name="T89" fmla="*/ 56 h 109"/>
              <a:gd name="T90" fmla="*/ 107 w 145"/>
              <a:gd name="T91" fmla="*/ 59 h 109"/>
              <a:gd name="T92" fmla="*/ 97 w 145"/>
              <a:gd name="T93" fmla="*/ 50 h 109"/>
              <a:gd name="T94" fmla="*/ 103 w 145"/>
              <a:gd name="T95" fmla="*/ 44 h 109"/>
              <a:gd name="T96" fmla="*/ 121 w 145"/>
              <a:gd name="T97" fmla="*/ 38 h 109"/>
              <a:gd name="T98" fmla="*/ 137 w 145"/>
              <a:gd name="T99" fmla="*/ 44 h 109"/>
              <a:gd name="T100" fmla="*/ 144 w 145"/>
              <a:gd name="T101" fmla="*/ 59 h 109"/>
              <a:gd name="T102" fmla="*/ 141 w 145"/>
              <a:gd name="T103" fmla="*/ 70 h 109"/>
              <a:gd name="T104" fmla="*/ 133 w 145"/>
              <a:gd name="T105" fmla="*/ 78 h 109"/>
              <a:gd name="T106" fmla="*/ 123 w 145"/>
              <a:gd name="T107" fmla="*/ 84 h 109"/>
              <a:gd name="T108" fmla="*/ 115 w 145"/>
              <a:gd name="T109" fmla="*/ 90 h 109"/>
              <a:gd name="T110" fmla="*/ 111 w 145"/>
              <a:gd name="T111" fmla="*/ 97 h 109"/>
              <a:gd name="T112" fmla="*/ 133 w 145"/>
              <a:gd name="T113" fmla="*/ 97 h 109"/>
              <a:gd name="T114" fmla="*/ 133 w 145"/>
              <a:gd name="T115" fmla="*/ 89 h 109"/>
              <a:gd name="T116" fmla="*/ 145 w 145"/>
              <a:gd name="T117" fmla="*/ 89 h 1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45" h="109">
                <a:moveTo>
                  <a:pt x="85" y="69"/>
                </a:moveTo>
                <a:cubicBezTo>
                  <a:pt x="85" y="84"/>
                  <a:pt x="85" y="84"/>
                  <a:pt x="85" y="84"/>
                </a:cubicBezTo>
                <a:cubicBezTo>
                  <a:pt x="61" y="84"/>
                  <a:pt x="61" y="84"/>
                  <a:pt x="61" y="84"/>
                </a:cubicBezTo>
                <a:cubicBezTo>
                  <a:pt x="46" y="61"/>
                  <a:pt x="46" y="61"/>
                  <a:pt x="46" y="61"/>
                </a:cubicBezTo>
                <a:cubicBezTo>
                  <a:pt x="44" y="57"/>
                  <a:pt x="44" y="57"/>
                  <a:pt x="44" y="57"/>
                </a:cubicBezTo>
                <a:cubicBezTo>
                  <a:pt x="43" y="56"/>
                  <a:pt x="43" y="55"/>
                  <a:pt x="43" y="55"/>
                </a:cubicBezTo>
                <a:cubicBezTo>
                  <a:pt x="43" y="55"/>
                  <a:pt x="43" y="55"/>
                  <a:pt x="43" y="55"/>
                </a:cubicBezTo>
                <a:cubicBezTo>
                  <a:pt x="42" y="57"/>
                  <a:pt x="42" y="57"/>
                  <a:pt x="42" y="57"/>
                </a:cubicBezTo>
                <a:cubicBezTo>
                  <a:pt x="41" y="58"/>
                  <a:pt x="40" y="59"/>
                  <a:pt x="39" y="61"/>
                </a:cubicBezTo>
                <a:cubicBezTo>
                  <a:pt x="25" y="84"/>
                  <a:pt x="25" y="84"/>
                  <a:pt x="25" y="84"/>
                </a:cubicBezTo>
                <a:cubicBezTo>
                  <a:pt x="0" y="84"/>
                  <a:pt x="0" y="84"/>
                  <a:pt x="0" y="84"/>
                </a:cubicBezTo>
                <a:cubicBezTo>
                  <a:pt x="0" y="69"/>
                  <a:pt x="0" y="69"/>
                  <a:pt x="0" y="69"/>
                </a:cubicBezTo>
                <a:cubicBezTo>
                  <a:pt x="12" y="69"/>
                  <a:pt x="12" y="69"/>
                  <a:pt x="12" y="69"/>
                </a:cubicBezTo>
                <a:cubicBezTo>
                  <a:pt x="31" y="41"/>
                  <a:pt x="31" y="41"/>
                  <a:pt x="31" y="41"/>
                </a:cubicBezTo>
                <a:cubicBezTo>
                  <a:pt x="13" y="15"/>
                  <a:pt x="13" y="15"/>
                  <a:pt x="13" y="15"/>
                </a:cubicBezTo>
                <a:cubicBezTo>
                  <a:pt x="1" y="15"/>
                  <a:pt x="1" y="15"/>
                  <a:pt x="1" y="15"/>
                </a:cubicBezTo>
                <a:cubicBezTo>
                  <a:pt x="1" y="0"/>
                  <a:pt x="1" y="0"/>
                  <a:pt x="1" y="0"/>
                </a:cubicBezTo>
                <a:cubicBezTo>
                  <a:pt x="27" y="0"/>
                  <a:pt x="27" y="0"/>
                  <a:pt x="27" y="0"/>
                </a:cubicBezTo>
                <a:cubicBezTo>
                  <a:pt x="40" y="21"/>
                  <a:pt x="40" y="21"/>
                  <a:pt x="40" y="21"/>
                </a:cubicBezTo>
                <a:cubicBezTo>
                  <a:pt x="40" y="21"/>
                  <a:pt x="41" y="23"/>
                  <a:pt x="42" y="25"/>
                </a:cubicBezTo>
                <a:cubicBezTo>
                  <a:pt x="42" y="26"/>
                  <a:pt x="43" y="26"/>
                  <a:pt x="43" y="27"/>
                </a:cubicBezTo>
                <a:cubicBezTo>
                  <a:pt x="43" y="27"/>
                  <a:pt x="43" y="27"/>
                  <a:pt x="43" y="27"/>
                </a:cubicBezTo>
                <a:cubicBezTo>
                  <a:pt x="43" y="26"/>
                  <a:pt x="44" y="26"/>
                  <a:pt x="44" y="25"/>
                </a:cubicBezTo>
                <a:cubicBezTo>
                  <a:pt x="47" y="21"/>
                  <a:pt x="47" y="21"/>
                  <a:pt x="47" y="21"/>
                </a:cubicBezTo>
                <a:cubicBezTo>
                  <a:pt x="60" y="0"/>
                  <a:pt x="60" y="0"/>
                  <a:pt x="60" y="0"/>
                </a:cubicBezTo>
                <a:cubicBezTo>
                  <a:pt x="84" y="0"/>
                  <a:pt x="84" y="0"/>
                  <a:pt x="84" y="0"/>
                </a:cubicBezTo>
                <a:cubicBezTo>
                  <a:pt x="84" y="15"/>
                  <a:pt x="84" y="15"/>
                  <a:pt x="84" y="15"/>
                </a:cubicBezTo>
                <a:cubicBezTo>
                  <a:pt x="72" y="15"/>
                  <a:pt x="72" y="15"/>
                  <a:pt x="72" y="15"/>
                </a:cubicBezTo>
                <a:cubicBezTo>
                  <a:pt x="55" y="41"/>
                  <a:pt x="55" y="41"/>
                  <a:pt x="55" y="41"/>
                </a:cubicBezTo>
                <a:cubicBezTo>
                  <a:pt x="74" y="69"/>
                  <a:pt x="74" y="69"/>
                  <a:pt x="74" y="69"/>
                </a:cubicBezTo>
                <a:lnTo>
                  <a:pt x="85" y="69"/>
                </a:lnTo>
                <a:close/>
                <a:moveTo>
                  <a:pt x="145" y="89"/>
                </a:moveTo>
                <a:cubicBezTo>
                  <a:pt x="145" y="109"/>
                  <a:pt x="145" y="109"/>
                  <a:pt x="145" y="109"/>
                </a:cubicBezTo>
                <a:cubicBezTo>
                  <a:pt x="96" y="109"/>
                  <a:pt x="96" y="109"/>
                  <a:pt x="96" y="109"/>
                </a:cubicBezTo>
                <a:cubicBezTo>
                  <a:pt x="96" y="106"/>
                  <a:pt x="96" y="106"/>
                  <a:pt x="96" y="106"/>
                </a:cubicBezTo>
                <a:cubicBezTo>
                  <a:pt x="96" y="103"/>
                  <a:pt x="96" y="102"/>
                  <a:pt x="96" y="102"/>
                </a:cubicBezTo>
                <a:cubicBezTo>
                  <a:pt x="96" y="98"/>
                  <a:pt x="97" y="94"/>
                  <a:pt x="98" y="91"/>
                </a:cubicBezTo>
                <a:cubicBezTo>
                  <a:pt x="100" y="87"/>
                  <a:pt x="102" y="85"/>
                  <a:pt x="104" y="83"/>
                </a:cubicBezTo>
                <a:cubicBezTo>
                  <a:pt x="107" y="80"/>
                  <a:pt x="109" y="78"/>
                  <a:pt x="112" y="76"/>
                </a:cubicBezTo>
                <a:cubicBezTo>
                  <a:pt x="115" y="74"/>
                  <a:pt x="118" y="73"/>
                  <a:pt x="120" y="71"/>
                </a:cubicBezTo>
                <a:cubicBezTo>
                  <a:pt x="123" y="70"/>
                  <a:pt x="125" y="68"/>
                  <a:pt x="126" y="66"/>
                </a:cubicBezTo>
                <a:cubicBezTo>
                  <a:pt x="128" y="64"/>
                  <a:pt x="129" y="62"/>
                  <a:pt x="129" y="60"/>
                </a:cubicBezTo>
                <a:cubicBezTo>
                  <a:pt x="129" y="58"/>
                  <a:pt x="128" y="56"/>
                  <a:pt x="126" y="54"/>
                </a:cubicBezTo>
                <a:cubicBezTo>
                  <a:pt x="124" y="53"/>
                  <a:pt x="122" y="52"/>
                  <a:pt x="119" y="52"/>
                </a:cubicBezTo>
                <a:cubicBezTo>
                  <a:pt x="116" y="52"/>
                  <a:pt x="113" y="53"/>
                  <a:pt x="110" y="56"/>
                </a:cubicBezTo>
                <a:cubicBezTo>
                  <a:pt x="109" y="56"/>
                  <a:pt x="108" y="57"/>
                  <a:pt x="107" y="59"/>
                </a:cubicBezTo>
                <a:cubicBezTo>
                  <a:pt x="97" y="50"/>
                  <a:pt x="97" y="50"/>
                  <a:pt x="97" y="50"/>
                </a:cubicBezTo>
                <a:cubicBezTo>
                  <a:pt x="99" y="48"/>
                  <a:pt x="101" y="46"/>
                  <a:pt x="103" y="44"/>
                </a:cubicBezTo>
                <a:cubicBezTo>
                  <a:pt x="108" y="40"/>
                  <a:pt x="114" y="38"/>
                  <a:pt x="121" y="38"/>
                </a:cubicBezTo>
                <a:cubicBezTo>
                  <a:pt x="128" y="38"/>
                  <a:pt x="133" y="40"/>
                  <a:pt x="137" y="44"/>
                </a:cubicBezTo>
                <a:cubicBezTo>
                  <a:pt x="142" y="47"/>
                  <a:pt x="144" y="52"/>
                  <a:pt x="144" y="59"/>
                </a:cubicBezTo>
                <a:cubicBezTo>
                  <a:pt x="144" y="63"/>
                  <a:pt x="143" y="67"/>
                  <a:pt x="141" y="70"/>
                </a:cubicBezTo>
                <a:cubicBezTo>
                  <a:pt x="138" y="73"/>
                  <a:pt x="136" y="76"/>
                  <a:pt x="133" y="78"/>
                </a:cubicBezTo>
                <a:cubicBezTo>
                  <a:pt x="130" y="80"/>
                  <a:pt x="126" y="82"/>
                  <a:pt x="123" y="84"/>
                </a:cubicBezTo>
                <a:cubicBezTo>
                  <a:pt x="120" y="86"/>
                  <a:pt x="117" y="88"/>
                  <a:pt x="115" y="90"/>
                </a:cubicBezTo>
                <a:cubicBezTo>
                  <a:pt x="113" y="92"/>
                  <a:pt x="111" y="94"/>
                  <a:pt x="111" y="97"/>
                </a:cubicBezTo>
                <a:cubicBezTo>
                  <a:pt x="133" y="97"/>
                  <a:pt x="133" y="97"/>
                  <a:pt x="133" y="97"/>
                </a:cubicBezTo>
                <a:cubicBezTo>
                  <a:pt x="133" y="89"/>
                  <a:pt x="133" y="89"/>
                  <a:pt x="133" y="89"/>
                </a:cubicBezTo>
                <a:lnTo>
                  <a:pt x="145" y="8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71" name="Freeform 274"/>
          <p:cNvSpPr>
            <a:spLocks noEditPoints="1"/>
          </p:cNvSpPr>
          <p:nvPr/>
        </p:nvSpPr>
        <p:spPr bwMode="auto">
          <a:xfrm>
            <a:off x="10134008" y="3985482"/>
            <a:ext cx="261493" cy="172887"/>
          </a:xfrm>
          <a:custGeom>
            <a:avLst/>
            <a:gdLst>
              <a:gd name="T0" fmla="*/ 180 w 182"/>
              <a:gd name="T1" fmla="*/ 8 h 121"/>
              <a:gd name="T2" fmla="*/ 181 w 182"/>
              <a:gd name="T3" fmla="*/ 14 h 121"/>
              <a:gd name="T4" fmla="*/ 178 w 182"/>
              <a:gd name="T5" fmla="*/ 20 h 121"/>
              <a:gd name="T6" fmla="*/ 94 w 182"/>
              <a:gd name="T7" fmla="*/ 117 h 121"/>
              <a:gd name="T8" fmla="*/ 85 w 182"/>
              <a:gd name="T9" fmla="*/ 121 h 121"/>
              <a:gd name="T10" fmla="*/ 12 w 182"/>
              <a:gd name="T11" fmla="*/ 121 h 121"/>
              <a:gd name="T12" fmla="*/ 6 w 182"/>
              <a:gd name="T13" fmla="*/ 120 h 121"/>
              <a:gd name="T14" fmla="*/ 1 w 182"/>
              <a:gd name="T15" fmla="*/ 114 h 121"/>
              <a:gd name="T16" fmla="*/ 0 w 182"/>
              <a:gd name="T17" fmla="*/ 108 h 121"/>
              <a:gd name="T18" fmla="*/ 3 w 182"/>
              <a:gd name="T19" fmla="*/ 101 h 121"/>
              <a:gd name="T20" fmla="*/ 88 w 182"/>
              <a:gd name="T21" fmla="*/ 5 h 121"/>
              <a:gd name="T22" fmla="*/ 97 w 182"/>
              <a:gd name="T23" fmla="*/ 0 h 121"/>
              <a:gd name="T24" fmla="*/ 169 w 182"/>
              <a:gd name="T25" fmla="*/ 0 h 121"/>
              <a:gd name="T26" fmla="*/ 176 w 182"/>
              <a:gd name="T27" fmla="*/ 2 h 121"/>
              <a:gd name="T28" fmla="*/ 180 w 182"/>
              <a:gd name="T29" fmla="*/ 8 h 121"/>
              <a:gd name="T30" fmla="*/ 85 w 182"/>
              <a:gd name="T31" fmla="*/ 109 h 121"/>
              <a:gd name="T32" fmla="*/ 116 w 182"/>
              <a:gd name="T33" fmla="*/ 73 h 121"/>
              <a:gd name="T34" fmla="*/ 44 w 182"/>
              <a:gd name="T35" fmla="*/ 73 h 121"/>
              <a:gd name="T36" fmla="*/ 12 w 182"/>
              <a:gd name="T37" fmla="*/ 109 h 121"/>
              <a:gd name="T38" fmla="*/ 85 w 182"/>
              <a:gd name="T39" fmla="*/ 109 h 1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182" h="121">
                <a:moveTo>
                  <a:pt x="180" y="8"/>
                </a:moveTo>
                <a:cubicBezTo>
                  <a:pt x="181" y="10"/>
                  <a:pt x="182" y="12"/>
                  <a:pt x="181" y="14"/>
                </a:cubicBezTo>
                <a:cubicBezTo>
                  <a:pt x="181" y="17"/>
                  <a:pt x="180" y="19"/>
                  <a:pt x="178" y="20"/>
                </a:cubicBezTo>
                <a:cubicBezTo>
                  <a:pt x="94" y="117"/>
                  <a:pt x="94" y="117"/>
                  <a:pt x="94" y="117"/>
                </a:cubicBezTo>
                <a:cubicBezTo>
                  <a:pt x="91" y="120"/>
                  <a:pt x="88" y="121"/>
                  <a:pt x="85" y="121"/>
                </a:cubicBezTo>
                <a:cubicBezTo>
                  <a:pt x="12" y="121"/>
                  <a:pt x="12" y="121"/>
                  <a:pt x="12" y="121"/>
                </a:cubicBezTo>
                <a:cubicBezTo>
                  <a:pt x="10" y="121"/>
                  <a:pt x="7" y="121"/>
                  <a:pt x="6" y="120"/>
                </a:cubicBezTo>
                <a:cubicBezTo>
                  <a:pt x="4" y="118"/>
                  <a:pt x="2" y="116"/>
                  <a:pt x="1" y="114"/>
                </a:cubicBezTo>
                <a:cubicBezTo>
                  <a:pt x="0" y="112"/>
                  <a:pt x="0" y="110"/>
                  <a:pt x="0" y="108"/>
                </a:cubicBezTo>
                <a:cubicBezTo>
                  <a:pt x="0" y="105"/>
                  <a:pt x="1" y="103"/>
                  <a:pt x="3" y="101"/>
                </a:cubicBezTo>
                <a:cubicBezTo>
                  <a:pt x="88" y="5"/>
                  <a:pt x="88" y="5"/>
                  <a:pt x="88" y="5"/>
                </a:cubicBezTo>
                <a:cubicBezTo>
                  <a:pt x="90" y="2"/>
                  <a:pt x="93" y="0"/>
                  <a:pt x="97" y="0"/>
                </a:cubicBezTo>
                <a:cubicBezTo>
                  <a:pt x="169" y="0"/>
                  <a:pt x="169" y="0"/>
                  <a:pt x="169" y="0"/>
                </a:cubicBezTo>
                <a:cubicBezTo>
                  <a:pt x="172" y="0"/>
                  <a:pt x="174" y="1"/>
                  <a:pt x="176" y="2"/>
                </a:cubicBezTo>
                <a:cubicBezTo>
                  <a:pt x="178" y="4"/>
                  <a:pt x="179" y="5"/>
                  <a:pt x="180" y="8"/>
                </a:cubicBezTo>
                <a:close/>
                <a:moveTo>
                  <a:pt x="85" y="109"/>
                </a:moveTo>
                <a:cubicBezTo>
                  <a:pt x="116" y="73"/>
                  <a:pt x="116" y="73"/>
                  <a:pt x="116" y="73"/>
                </a:cubicBezTo>
                <a:cubicBezTo>
                  <a:pt x="44" y="73"/>
                  <a:pt x="44" y="73"/>
                  <a:pt x="44" y="73"/>
                </a:cubicBezTo>
                <a:cubicBezTo>
                  <a:pt x="12" y="109"/>
                  <a:pt x="12" y="109"/>
                  <a:pt x="12" y="109"/>
                </a:cubicBezTo>
                <a:lnTo>
                  <a:pt x="85" y="10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72" name="Freeform 275"/>
          <p:cNvSpPr>
            <a:spLocks/>
          </p:cNvSpPr>
          <p:nvPr/>
        </p:nvSpPr>
        <p:spPr bwMode="auto">
          <a:xfrm>
            <a:off x="10458174" y="3950904"/>
            <a:ext cx="226916" cy="213949"/>
          </a:xfrm>
          <a:custGeom>
            <a:avLst/>
            <a:gdLst>
              <a:gd name="T0" fmla="*/ 154 w 158"/>
              <a:gd name="T1" fmla="*/ 117 h 149"/>
              <a:gd name="T2" fmla="*/ 135 w 158"/>
              <a:gd name="T3" fmla="*/ 120 h 149"/>
              <a:gd name="T4" fmla="*/ 124 w 158"/>
              <a:gd name="T5" fmla="*/ 113 h 149"/>
              <a:gd name="T6" fmla="*/ 107 w 158"/>
              <a:gd name="T7" fmla="*/ 123 h 149"/>
              <a:gd name="T8" fmla="*/ 109 w 158"/>
              <a:gd name="T9" fmla="*/ 145 h 149"/>
              <a:gd name="T10" fmla="*/ 106 w 158"/>
              <a:gd name="T11" fmla="*/ 145 h 149"/>
              <a:gd name="T12" fmla="*/ 86 w 158"/>
              <a:gd name="T13" fmla="*/ 148 h 149"/>
              <a:gd name="T14" fmla="*/ 67 w 158"/>
              <a:gd name="T15" fmla="*/ 146 h 149"/>
              <a:gd name="T16" fmla="*/ 65 w 158"/>
              <a:gd name="T17" fmla="*/ 131 h 149"/>
              <a:gd name="T18" fmla="*/ 72 w 158"/>
              <a:gd name="T19" fmla="*/ 120 h 149"/>
              <a:gd name="T20" fmla="*/ 69 w 158"/>
              <a:gd name="T21" fmla="*/ 101 h 149"/>
              <a:gd name="T22" fmla="*/ 42 w 158"/>
              <a:gd name="T23" fmla="*/ 101 h 149"/>
              <a:gd name="T24" fmla="*/ 38 w 158"/>
              <a:gd name="T25" fmla="*/ 121 h 149"/>
              <a:gd name="T26" fmla="*/ 45 w 158"/>
              <a:gd name="T27" fmla="*/ 132 h 149"/>
              <a:gd name="T28" fmla="*/ 42 w 158"/>
              <a:gd name="T29" fmla="*/ 146 h 149"/>
              <a:gd name="T30" fmla="*/ 7 w 158"/>
              <a:gd name="T31" fmla="*/ 147 h 149"/>
              <a:gd name="T32" fmla="*/ 2 w 158"/>
              <a:gd name="T33" fmla="*/ 146 h 149"/>
              <a:gd name="T34" fmla="*/ 1 w 158"/>
              <a:gd name="T35" fmla="*/ 146 h 149"/>
              <a:gd name="T36" fmla="*/ 0 w 158"/>
              <a:gd name="T37" fmla="*/ 49 h 149"/>
              <a:gd name="T38" fmla="*/ 5 w 158"/>
              <a:gd name="T39" fmla="*/ 49 h 149"/>
              <a:gd name="T40" fmla="*/ 31 w 158"/>
              <a:gd name="T41" fmla="*/ 52 h 149"/>
              <a:gd name="T42" fmla="*/ 46 w 158"/>
              <a:gd name="T43" fmla="*/ 40 h 149"/>
              <a:gd name="T44" fmla="*/ 41 w 158"/>
              <a:gd name="T45" fmla="*/ 31 h 149"/>
              <a:gd name="T46" fmla="*/ 37 w 158"/>
              <a:gd name="T47" fmla="*/ 17 h 149"/>
              <a:gd name="T48" fmla="*/ 56 w 158"/>
              <a:gd name="T49" fmla="*/ 0 h 149"/>
              <a:gd name="T50" fmla="*/ 74 w 158"/>
              <a:gd name="T51" fmla="*/ 16 h 149"/>
              <a:gd name="T52" fmla="*/ 68 w 158"/>
              <a:gd name="T53" fmla="*/ 29 h 149"/>
              <a:gd name="T54" fmla="*/ 63 w 158"/>
              <a:gd name="T55" fmla="*/ 41 h 149"/>
              <a:gd name="T56" fmla="*/ 77 w 158"/>
              <a:gd name="T57" fmla="*/ 51 h 149"/>
              <a:gd name="T58" fmla="*/ 109 w 158"/>
              <a:gd name="T59" fmla="*/ 48 h 149"/>
              <a:gd name="T60" fmla="*/ 109 w 158"/>
              <a:gd name="T61" fmla="*/ 50 h 149"/>
              <a:gd name="T62" fmla="*/ 108 w 158"/>
              <a:gd name="T63" fmla="*/ 56 h 149"/>
              <a:gd name="T64" fmla="*/ 109 w 158"/>
              <a:gd name="T65" fmla="*/ 90 h 149"/>
              <a:gd name="T66" fmla="*/ 122 w 158"/>
              <a:gd name="T67" fmla="*/ 93 h 149"/>
              <a:gd name="T68" fmla="*/ 134 w 158"/>
              <a:gd name="T69" fmla="*/ 86 h 149"/>
              <a:gd name="T70" fmla="*/ 154 w 158"/>
              <a:gd name="T71" fmla="*/ 91 h 1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58" h="149">
                <a:moveTo>
                  <a:pt x="158" y="104"/>
                </a:moveTo>
                <a:cubicBezTo>
                  <a:pt x="158" y="109"/>
                  <a:pt x="156" y="113"/>
                  <a:pt x="154" y="117"/>
                </a:cubicBezTo>
                <a:cubicBezTo>
                  <a:pt x="151" y="120"/>
                  <a:pt x="147" y="122"/>
                  <a:pt x="142" y="122"/>
                </a:cubicBezTo>
                <a:cubicBezTo>
                  <a:pt x="139" y="122"/>
                  <a:pt x="137" y="121"/>
                  <a:pt x="135" y="120"/>
                </a:cubicBezTo>
                <a:cubicBezTo>
                  <a:pt x="132" y="119"/>
                  <a:pt x="130" y="118"/>
                  <a:pt x="129" y="117"/>
                </a:cubicBezTo>
                <a:cubicBezTo>
                  <a:pt x="128" y="115"/>
                  <a:pt x="126" y="114"/>
                  <a:pt x="124" y="113"/>
                </a:cubicBezTo>
                <a:cubicBezTo>
                  <a:pt x="122" y="112"/>
                  <a:pt x="119" y="111"/>
                  <a:pt x="117" y="111"/>
                </a:cubicBezTo>
                <a:cubicBezTo>
                  <a:pt x="110" y="111"/>
                  <a:pt x="107" y="115"/>
                  <a:pt x="107" y="123"/>
                </a:cubicBezTo>
                <a:cubicBezTo>
                  <a:pt x="107" y="126"/>
                  <a:pt x="107" y="129"/>
                  <a:pt x="108" y="134"/>
                </a:cubicBezTo>
                <a:cubicBezTo>
                  <a:pt x="109" y="139"/>
                  <a:pt x="110" y="142"/>
                  <a:pt x="109" y="145"/>
                </a:cubicBezTo>
                <a:cubicBezTo>
                  <a:pt x="109" y="145"/>
                  <a:pt x="109" y="145"/>
                  <a:pt x="109" y="145"/>
                </a:cubicBezTo>
                <a:cubicBezTo>
                  <a:pt x="108" y="145"/>
                  <a:pt x="107" y="145"/>
                  <a:pt x="106" y="145"/>
                </a:cubicBezTo>
                <a:cubicBezTo>
                  <a:pt x="104" y="146"/>
                  <a:pt x="101" y="146"/>
                  <a:pt x="97" y="147"/>
                </a:cubicBezTo>
                <a:cubicBezTo>
                  <a:pt x="93" y="147"/>
                  <a:pt x="90" y="147"/>
                  <a:pt x="86" y="148"/>
                </a:cubicBezTo>
                <a:cubicBezTo>
                  <a:pt x="83" y="148"/>
                  <a:pt x="80" y="148"/>
                  <a:pt x="77" y="148"/>
                </a:cubicBezTo>
                <a:cubicBezTo>
                  <a:pt x="73" y="148"/>
                  <a:pt x="70" y="147"/>
                  <a:pt x="67" y="146"/>
                </a:cubicBezTo>
                <a:cubicBezTo>
                  <a:pt x="65" y="144"/>
                  <a:pt x="63" y="141"/>
                  <a:pt x="63" y="138"/>
                </a:cubicBezTo>
                <a:cubicBezTo>
                  <a:pt x="63" y="136"/>
                  <a:pt x="64" y="133"/>
                  <a:pt x="65" y="131"/>
                </a:cubicBezTo>
                <a:cubicBezTo>
                  <a:pt x="66" y="129"/>
                  <a:pt x="67" y="127"/>
                  <a:pt x="68" y="126"/>
                </a:cubicBezTo>
                <a:cubicBezTo>
                  <a:pt x="70" y="124"/>
                  <a:pt x="71" y="123"/>
                  <a:pt x="72" y="120"/>
                </a:cubicBezTo>
                <a:cubicBezTo>
                  <a:pt x="73" y="118"/>
                  <a:pt x="74" y="116"/>
                  <a:pt x="74" y="113"/>
                </a:cubicBezTo>
                <a:cubicBezTo>
                  <a:pt x="74" y="108"/>
                  <a:pt x="72" y="104"/>
                  <a:pt x="69" y="101"/>
                </a:cubicBezTo>
                <a:cubicBezTo>
                  <a:pt x="65" y="98"/>
                  <a:pt x="61" y="97"/>
                  <a:pt x="56" y="97"/>
                </a:cubicBezTo>
                <a:cubicBezTo>
                  <a:pt x="51" y="97"/>
                  <a:pt x="46" y="98"/>
                  <a:pt x="42" y="101"/>
                </a:cubicBezTo>
                <a:cubicBezTo>
                  <a:pt x="39" y="104"/>
                  <a:pt x="37" y="108"/>
                  <a:pt x="37" y="113"/>
                </a:cubicBezTo>
                <a:cubicBezTo>
                  <a:pt x="37" y="116"/>
                  <a:pt x="37" y="119"/>
                  <a:pt x="38" y="121"/>
                </a:cubicBezTo>
                <a:cubicBezTo>
                  <a:pt x="39" y="124"/>
                  <a:pt x="40" y="126"/>
                  <a:pt x="41" y="127"/>
                </a:cubicBezTo>
                <a:cubicBezTo>
                  <a:pt x="43" y="129"/>
                  <a:pt x="44" y="131"/>
                  <a:pt x="45" y="132"/>
                </a:cubicBezTo>
                <a:cubicBezTo>
                  <a:pt x="45" y="134"/>
                  <a:pt x="46" y="136"/>
                  <a:pt x="46" y="137"/>
                </a:cubicBezTo>
                <a:cubicBezTo>
                  <a:pt x="46" y="140"/>
                  <a:pt x="45" y="143"/>
                  <a:pt x="42" y="146"/>
                </a:cubicBezTo>
                <a:cubicBezTo>
                  <a:pt x="39" y="148"/>
                  <a:pt x="36" y="149"/>
                  <a:pt x="31" y="149"/>
                </a:cubicBezTo>
                <a:cubicBezTo>
                  <a:pt x="25" y="149"/>
                  <a:pt x="17" y="148"/>
                  <a:pt x="7" y="147"/>
                </a:cubicBezTo>
                <a:cubicBezTo>
                  <a:pt x="7" y="146"/>
                  <a:pt x="6" y="146"/>
                  <a:pt x="5" y="146"/>
                </a:cubicBezTo>
                <a:cubicBezTo>
                  <a:pt x="4" y="146"/>
                  <a:pt x="3" y="146"/>
                  <a:pt x="2" y="146"/>
                </a:cubicBezTo>
                <a:cubicBezTo>
                  <a:pt x="1" y="146"/>
                  <a:pt x="1" y="146"/>
                  <a:pt x="1" y="146"/>
                </a:cubicBezTo>
                <a:cubicBezTo>
                  <a:pt x="1" y="146"/>
                  <a:pt x="1" y="146"/>
                  <a:pt x="1" y="146"/>
                </a:cubicBezTo>
                <a:cubicBezTo>
                  <a:pt x="1" y="146"/>
                  <a:pt x="0" y="146"/>
                  <a:pt x="0" y="145"/>
                </a:cubicBezTo>
                <a:cubicBezTo>
                  <a:pt x="0" y="49"/>
                  <a:pt x="0" y="49"/>
                  <a:pt x="0" y="49"/>
                </a:cubicBezTo>
                <a:cubicBezTo>
                  <a:pt x="1" y="49"/>
                  <a:pt x="1" y="49"/>
                  <a:pt x="2" y="49"/>
                </a:cubicBezTo>
                <a:cubicBezTo>
                  <a:pt x="3" y="49"/>
                  <a:pt x="4" y="49"/>
                  <a:pt x="5" y="49"/>
                </a:cubicBezTo>
                <a:cubicBezTo>
                  <a:pt x="7" y="50"/>
                  <a:pt x="7" y="50"/>
                  <a:pt x="7" y="50"/>
                </a:cubicBezTo>
                <a:cubicBezTo>
                  <a:pt x="17" y="51"/>
                  <a:pt x="25" y="52"/>
                  <a:pt x="31" y="52"/>
                </a:cubicBezTo>
                <a:cubicBezTo>
                  <a:pt x="36" y="52"/>
                  <a:pt x="39" y="51"/>
                  <a:pt x="42" y="49"/>
                </a:cubicBezTo>
                <a:cubicBezTo>
                  <a:pt x="45" y="46"/>
                  <a:pt x="46" y="43"/>
                  <a:pt x="46" y="40"/>
                </a:cubicBezTo>
                <a:cubicBezTo>
                  <a:pt x="46" y="39"/>
                  <a:pt x="45" y="37"/>
                  <a:pt x="45" y="36"/>
                </a:cubicBezTo>
                <a:cubicBezTo>
                  <a:pt x="44" y="34"/>
                  <a:pt x="43" y="32"/>
                  <a:pt x="41" y="31"/>
                </a:cubicBezTo>
                <a:cubicBezTo>
                  <a:pt x="40" y="29"/>
                  <a:pt x="39" y="27"/>
                  <a:pt x="38" y="24"/>
                </a:cubicBezTo>
                <a:cubicBezTo>
                  <a:pt x="37" y="22"/>
                  <a:pt x="37" y="19"/>
                  <a:pt x="37" y="17"/>
                </a:cubicBezTo>
                <a:cubicBezTo>
                  <a:pt x="37" y="11"/>
                  <a:pt x="39" y="7"/>
                  <a:pt x="42" y="5"/>
                </a:cubicBezTo>
                <a:cubicBezTo>
                  <a:pt x="46" y="2"/>
                  <a:pt x="51" y="0"/>
                  <a:pt x="56" y="0"/>
                </a:cubicBezTo>
                <a:cubicBezTo>
                  <a:pt x="61" y="0"/>
                  <a:pt x="65" y="2"/>
                  <a:pt x="69" y="4"/>
                </a:cubicBezTo>
                <a:cubicBezTo>
                  <a:pt x="72" y="7"/>
                  <a:pt x="74" y="11"/>
                  <a:pt x="74" y="16"/>
                </a:cubicBezTo>
                <a:cubicBezTo>
                  <a:pt x="74" y="19"/>
                  <a:pt x="73" y="21"/>
                  <a:pt x="72" y="23"/>
                </a:cubicBezTo>
                <a:cubicBezTo>
                  <a:pt x="71" y="26"/>
                  <a:pt x="70" y="28"/>
                  <a:pt x="68" y="29"/>
                </a:cubicBezTo>
                <a:cubicBezTo>
                  <a:pt x="67" y="30"/>
                  <a:pt x="66" y="32"/>
                  <a:pt x="65" y="34"/>
                </a:cubicBezTo>
                <a:cubicBezTo>
                  <a:pt x="64" y="36"/>
                  <a:pt x="63" y="39"/>
                  <a:pt x="63" y="41"/>
                </a:cubicBezTo>
                <a:cubicBezTo>
                  <a:pt x="63" y="45"/>
                  <a:pt x="65" y="47"/>
                  <a:pt x="67" y="49"/>
                </a:cubicBezTo>
                <a:cubicBezTo>
                  <a:pt x="70" y="51"/>
                  <a:pt x="73" y="51"/>
                  <a:pt x="77" y="51"/>
                </a:cubicBezTo>
                <a:cubicBezTo>
                  <a:pt x="81" y="51"/>
                  <a:pt x="87" y="51"/>
                  <a:pt x="94" y="50"/>
                </a:cubicBezTo>
                <a:cubicBezTo>
                  <a:pt x="101" y="49"/>
                  <a:pt x="106" y="49"/>
                  <a:pt x="109" y="48"/>
                </a:cubicBezTo>
                <a:cubicBezTo>
                  <a:pt x="109" y="49"/>
                  <a:pt x="109" y="49"/>
                  <a:pt x="109" y="49"/>
                </a:cubicBezTo>
                <a:cubicBezTo>
                  <a:pt x="109" y="49"/>
                  <a:pt x="109" y="49"/>
                  <a:pt x="109" y="50"/>
                </a:cubicBezTo>
                <a:cubicBezTo>
                  <a:pt x="109" y="51"/>
                  <a:pt x="109" y="52"/>
                  <a:pt x="109" y="53"/>
                </a:cubicBezTo>
                <a:cubicBezTo>
                  <a:pt x="108" y="55"/>
                  <a:pt x="108" y="55"/>
                  <a:pt x="108" y="56"/>
                </a:cubicBezTo>
                <a:cubicBezTo>
                  <a:pt x="107" y="65"/>
                  <a:pt x="106" y="73"/>
                  <a:pt x="106" y="79"/>
                </a:cubicBezTo>
                <a:cubicBezTo>
                  <a:pt x="106" y="84"/>
                  <a:pt x="107" y="87"/>
                  <a:pt x="109" y="90"/>
                </a:cubicBezTo>
                <a:cubicBezTo>
                  <a:pt x="112" y="93"/>
                  <a:pt x="115" y="94"/>
                  <a:pt x="118" y="94"/>
                </a:cubicBezTo>
                <a:cubicBezTo>
                  <a:pt x="119" y="94"/>
                  <a:pt x="121" y="94"/>
                  <a:pt x="122" y="93"/>
                </a:cubicBezTo>
                <a:cubicBezTo>
                  <a:pt x="124" y="92"/>
                  <a:pt x="126" y="91"/>
                  <a:pt x="128" y="90"/>
                </a:cubicBezTo>
                <a:cubicBezTo>
                  <a:pt x="129" y="88"/>
                  <a:pt x="131" y="87"/>
                  <a:pt x="134" y="86"/>
                </a:cubicBezTo>
                <a:cubicBezTo>
                  <a:pt x="136" y="85"/>
                  <a:pt x="139" y="85"/>
                  <a:pt x="141" y="85"/>
                </a:cubicBezTo>
                <a:cubicBezTo>
                  <a:pt x="147" y="85"/>
                  <a:pt x="151" y="87"/>
                  <a:pt x="154" y="91"/>
                </a:cubicBezTo>
                <a:cubicBezTo>
                  <a:pt x="156" y="94"/>
                  <a:pt x="158" y="99"/>
                  <a:pt x="158" y="10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73" name="Freeform 276"/>
          <p:cNvSpPr>
            <a:spLocks noEditPoints="1"/>
          </p:cNvSpPr>
          <p:nvPr/>
        </p:nvSpPr>
        <p:spPr bwMode="auto">
          <a:xfrm>
            <a:off x="10749922" y="3950905"/>
            <a:ext cx="155599" cy="226916"/>
          </a:xfrm>
          <a:custGeom>
            <a:avLst/>
            <a:gdLst>
              <a:gd name="T0" fmla="*/ 109 w 109"/>
              <a:gd name="T1" fmla="*/ 67 h 158"/>
              <a:gd name="T2" fmla="*/ 109 w 109"/>
              <a:gd name="T3" fmla="*/ 79 h 158"/>
              <a:gd name="T4" fmla="*/ 95 w 109"/>
              <a:gd name="T5" fmla="*/ 115 h 158"/>
              <a:gd name="T6" fmla="*/ 60 w 109"/>
              <a:gd name="T7" fmla="*/ 133 h 158"/>
              <a:gd name="T8" fmla="*/ 60 w 109"/>
              <a:gd name="T9" fmla="*/ 145 h 158"/>
              <a:gd name="T10" fmla="*/ 84 w 109"/>
              <a:gd name="T11" fmla="*/ 145 h 158"/>
              <a:gd name="T12" fmla="*/ 89 w 109"/>
              <a:gd name="T13" fmla="*/ 147 h 158"/>
              <a:gd name="T14" fmla="*/ 91 w 109"/>
              <a:gd name="T15" fmla="*/ 151 h 158"/>
              <a:gd name="T16" fmla="*/ 89 w 109"/>
              <a:gd name="T17" fmla="*/ 156 h 158"/>
              <a:gd name="T18" fmla="*/ 84 w 109"/>
              <a:gd name="T19" fmla="*/ 158 h 158"/>
              <a:gd name="T20" fmla="*/ 24 w 109"/>
              <a:gd name="T21" fmla="*/ 158 h 158"/>
              <a:gd name="T22" fmla="*/ 20 w 109"/>
              <a:gd name="T23" fmla="*/ 156 h 158"/>
              <a:gd name="T24" fmla="*/ 18 w 109"/>
              <a:gd name="T25" fmla="*/ 151 h 158"/>
              <a:gd name="T26" fmla="*/ 20 w 109"/>
              <a:gd name="T27" fmla="*/ 147 h 158"/>
              <a:gd name="T28" fmla="*/ 24 w 109"/>
              <a:gd name="T29" fmla="*/ 145 h 158"/>
              <a:gd name="T30" fmla="*/ 48 w 109"/>
              <a:gd name="T31" fmla="*/ 145 h 158"/>
              <a:gd name="T32" fmla="*/ 48 w 109"/>
              <a:gd name="T33" fmla="*/ 133 h 158"/>
              <a:gd name="T34" fmla="*/ 14 w 109"/>
              <a:gd name="T35" fmla="*/ 115 h 158"/>
              <a:gd name="T36" fmla="*/ 0 w 109"/>
              <a:gd name="T37" fmla="*/ 79 h 158"/>
              <a:gd name="T38" fmla="*/ 0 w 109"/>
              <a:gd name="T39" fmla="*/ 67 h 158"/>
              <a:gd name="T40" fmla="*/ 2 w 109"/>
              <a:gd name="T41" fmla="*/ 63 h 158"/>
              <a:gd name="T42" fmla="*/ 6 w 109"/>
              <a:gd name="T43" fmla="*/ 61 h 158"/>
              <a:gd name="T44" fmla="*/ 10 w 109"/>
              <a:gd name="T45" fmla="*/ 63 h 158"/>
              <a:gd name="T46" fmla="*/ 12 w 109"/>
              <a:gd name="T47" fmla="*/ 67 h 158"/>
              <a:gd name="T48" fmla="*/ 12 w 109"/>
              <a:gd name="T49" fmla="*/ 79 h 158"/>
              <a:gd name="T50" fmla="*/ 24 w 109"/>
              <a:gd name="T51" fmla="*/ 109 h 158"/>
              <a:gd name="T52" fmla="*/ 54 w 109"/>
              <a:gd name="T53" fmla="*/ 121 h 158"/>
              <a:gd name="T54" fmla="*/ 84 w 109"/>
              <a:gd name="T55" fmla="*/ 109 h 158"/>
              <a:gd name="T56" fmla="*/ 97 w 109"/>
              <a:gd name="T57" fmla="*/ 79 h 158"/>
              <a:gd name="T58" fmla="*/ 97 w 109"/>
              <a:gd name="T59" fmla="*/ 67 h 158"/>
              <a:gd name="T60" fmla="*/ 98 w 109"/>
              <a:gd name="T61" fmla="*/ 63 h 158"/>
              <a:gd name="T62" fmla="*/ 103 w 109"/>
              <a:gd name="T63" fmla="*/ 61 h 158"/>
              <a:gd name="T64" fmla="*/ 107 w 109"/>
              <a:gd name="T65" fmla="*/ 63 h 158"/>
              <a:gd name="T66" fmla="*/ 109 w 109"/>
              <a:gd name="T67" fmla="*/ 67 h 158"/>
              <a:gd name="T68" fmla="*/ 84 w 109"/>
              <a:gd name="T69" fmla="*/ 30 h 158"/>
              <a:gd name="T70" fmla="*/ 84 w 109"/>
              <a:gd name="T71" fmla="*/ 79 h 158"/>
              <a:gd name="T72" fmla="*/ 76 w 109"/>
              <a:gd name="T73" fmla="*/ 100 h 158"/>
              <a:gd name="T74" fmla="*/ 54 w 109"/>
              <a:gd name="T75" fmla="*/ 109 h 158"/>
              <a:gd name="T76" fmla="*/ 33 w 109"/>
              <a:gd name="T77" fmla="*/ 100 h 158"/>
              <a:gd name="T78" fmla="*/ 24 w 109"/>
              <a:gd name="T79" fmla="*/ 79 h 158"/>
              <a:gd name="T80" fmla="*/ 24 w 109"/>
              <a:gd name="T81" fmla="*/ 30 h 158"/>
              <a:gd name="T82" fmla="*/ 33 w 109"/>
              <a:gd name="T83" fmla="*/ 9 h 158"/>
              <a:gd name="T84" fmla="*/ 54 w 109"/>
              <a:gd name="T85" fmla="*/ 0 h 158"/>
              <a:gd name="T86" fmla="*/ 76 w 109"/>
              <a:gd name="T87" fmla="*/ 9 h 158"/>
              <a:gd name="T88" fmla="*/ 84 w 109"/>
              <a:gd name="T89" fmla="*/ 30 h 1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09" h="158">
                <a:moveTo>
                  <a:pt x="109" y="67"/>
                </a:moveTo>
                <a:cubicBezTo>
                  <a:pt x="109" y="79"/>
                  <a:pt x="109" y="79"/>
                  <a:pt x="109" y="79"/>
                </a:cubicBezTo>
                <a:cubicBezTo>
                  <a:pt x="109" y="93"/>
                  <a:pt x="104" y="105"/>
                  <a:pt x="95" y="115"/>
                </a:cubicBezTo>
                <a:cubicBezTo>
                  <a:pt x="85" y="126"/>
                  <a:pt x="74" y="131"/>
                  <a:pt x="60" y="133"/>
                </a:cubicBezTo>
                <a:cubicBezTo>
                  <a:pt x="60" y="145"/>
                  <a:pt x="60" y="145"/>
                  <a:pt x="60" y="145"/>
                </a:cubicBezTo>
                <a:cubicBezTo>
                  <a:pt x="84" y="145"/>
                  <a:pt x="84" y="145"/>
                  <a:pt x="84" y="145"/>
                </a:cubicBezTo>
                <a:cubicBezTo>
                  <a:pt x="86" y="145"/>
                  <a:pt x="88" y="146"/>
                  <a:pt x="89" y="147"/>
                </a:cubicBezTo>
                <a:cubicBezTo>
                  <a:pt x="90" y="148"/>
                  <a:pt x="91" y="150"/>
                  <a:pt x="91" y="151"/>
                </a:cubicBezTo>
                <a:cubicBezTo>
                  <a:pt x="91" y="153"/>
                  <a:pt x="90" y="155"/>
                  <a:pt x="89" y="156"/>
                </a:cubicBezTo>
                <a:cubicBezTo>
                  <a:pt x="88" y="157"/>
                  <a:pt x="86" y="158"/>
                  <a:pt x="84" y="158"/>
                </a:cubicBezTo>
                <a:cubicBezTo>
                  <a:pt x="24" y="158"/>
                  <a:pt x="24" y="158"/>
                  <a:pt x="24" y="158"/>
                </a:cubicBezTo>
                <a:cubicBezTo>
                  <a:pt x="22" y="158"/>
                  <a:pt x="21" y="157"/>
                  <a:pt x="20" y="156"/>
                </a:cubicBezTo>
                <a:cubicBezTo>
                  <a:pt x="19" y="155"/>
                  <a:pt x="18" y="153"/>
                  <a:pt x="18" y="151"/>
                </a:cubicBezTo>
                <a:cubicBezTo>
                  <a:pt x="18" y="150"/>
                  <a:pt x="19" y="148"/>
                  <a:pt x="20" y="147"/>
                </a:cubicBezTo>
                <a:cubicBezTo>
                  <a:pt x="21" y="146"/>
                  <a:pt x="22" y="145"/>
                  <a:pt x="24" y="145"/>
                </a:cubicBezTo>
                <a:cubicBezTo>
                  <a:pt x="48" y="145"/>
                  <a:pt x="48" y="145"/>
                  <a:pt x="48" y="145"/>
                </a:cubicBezTo>
                <a:cubicBezTo>
                  <a:pt x="48" y="133"/>
                  <a:pt x="48" y="133"/>
                  <a:pt x="48" y="133"/>
                </a:cubicBezTo>
                <a:cubicBezTo>
                  <a:pt x="35" y="131"/>
                  <a:pt x="23" y="126"/>
                  <a:pt x="14" y="115"/>
                </a:cubicBezTo>
                <a:cubicBezTo>
                  <a:pt x="4" y="105"/>
                  <a:pt x="0" y="93"/>
                  <a:pt x="0" y="79"/>
                </a:cubicBezTo>
                <a:cubicBezTo>
                  <a:pt x="0" y="67"/>
                  <a:pt x="0" y="67"/>
                  <a:pt x="0" y="67"/>
                </a:cubicBezTo>
                <a:cubicBezTo>
                  <a:pt x="0" y="65"/>
                  <a:pt x="0" y="64"/>
                  <a:pt x="2" y="63"/>
                </a:cubicBezTo>
                <a:cubicBezTo>
                  <a:pt x="3" y="61"/>
                  <a:pt x="4" y="61"/>
                  <a:pt x="6" y="61"/>
                </a:cubicBezTo>
                <a:cubicBezTo>
                  <a:pt x="7" y="61"/>
                  <a:pt x="9" y="61"/>
                  <a:pt x="10" y="63"/>
                </a:cubicBezTo>
                <a:cubicBezTo>
                  <a:pt x="11" y="64"/>
                  <a:pt x="12" y="65"/>
                  <a:pt x="12" y="67"/>
                </a:cubicBezTo>
                <a:cubicBezTo>
                  <a:pt x="12" y="79"/>
                  <a:pt x="12" y="79"/>
                  <a:pt x="12" y="79"/>
                </a:cubicBezTo>
                <a:cubicBezTo>
                  <a:pt x="12" y="91"/>
                  <a:pt x="16" y="101"/>
                  <a:pt x="24" y="109"/>
                </a:cubicBezTo>
                <a:cubicBezTo>
                  <a:pt x="33" y="117"/>
                  <a:pt x="43" y="121"/>
                  <a:pt x="54" y="121"/>
                </a:cubicBezTo>
                <a:cubicBezTo>
                  <a:pt x="66" y="121"/>
                  <a:pt x="76" y="117"/>
                  <a:pt x="84" y="109"/>
                </a:cubicBezTo>
                <a:cubicBezTo>
                  <a:pt x="92" y="101"/>
                  <a:pt x="97" y="91"/>
                  <a:pt x="97" y="79"/>
                </a:cubicBezTo>
                <a:cubicBezTo>
                  <a:pt x="97" y="67"/>
                  <a:pt x="97" y="67"/>
                  <a:pt x="97" y="67"/>
                </a:cubicBezTo>
                <a:cubicBezTo>
                  <a:pt x="97" y="65"/>
                  <a:pt x="97" y="64"/>
                  <a:pt x="98" y="63"/>
                </a:cubicBezTo>
                <a:cubicBezTo>
                  <a:pt x="100" y="61"/>
                  <a:pt x="101" y="61"/>
                  <a:pt x="103" y="61"/>
                </a:cubicBezTo>
                <a:cubicBezTo>
                  <a:pt x="104" y="61"/>
                  <a:pt x="106" y="61"/>
                  <a:pt x="107" y="63"/>
                </a:cubicBezTo>
                <a:cubicBezTo>
                  <a:pt x="108" y="64"/>
                  <a:pt x="109" y="65"/>
                  <a:pt x="109" y="67"/>
                </a:cubicBezTo>
                <a:close/>
                <a:moveTo>
                  <a:pt x="84" y="30"/>
                </a:moveTo>
                <a:cubicBezTo>
                  <a:pt x="84" y="79"/>
                  <a:pt x="84" y="79"/>
                  <a:pt x="84" y="79"/>
                </a:cubicBezTo>
                <a:cubicBezTo>
                  <a:pt x="84" y="87"/>
                  <a:pt x="82" y="94"/>
                  <a:pt x="76" y="100"/>
                </a:cubicBezTo>
                <a:cubicBezTo>
                  <a:pt x="70" y="106"/>
                  <a:pt x="63" y="109"/>
                  <a:pt x="54" y="109"/>
                </a:cubicBezTo>
                <a:cubicBezTo>
                  <a:pt x="46" y="109"/>
                  <a:pt x="39" y="106"/>
                  <a:pt x="33" y="100"/>
                </a:cubicBezTo>
                <a:cubicBezTo>
                  <a:pt x="27" y="94"/>
                  <a:pt x="24" y="87"/>
                  <a:pt x="24" y="79"/>
                </a:cubicBezTo>
                <a:cubicBezTo>
                  <a:pt x="24" y="30"/>
                  <a:pt x="24" y="30"/>
                  <a:pt x="24" y="30"/>
                </a:cubicBezTo>
                <a:cubicBezTo>
                  <a:pt x="24" y="22"/>
                  <a:pt x="27" y="15"/>
                  <a:pt x="33" y="9"/>
                </a:cubicBezTo>
                <a:cubicBezTo>
                  <a:pt x="39" y="3"/>
                  <a:pt x="46" y="0"/>
                  <a:pt x="54" y="0"/>
                </a:cubicBezTo>
                <a:cubicBezTo>
                  <a:pt x="63" y="0"/>
                  <a:pt x="70" y="3"/>
                  <a:pt x="76" y="9"/>
                </a:cubicBezTo>
                <a:cubicBezTo>
                  <a:pt x="82" y="15"/>
                  <a:pt x="84" y="22"/>
                  <a:pt x="84" y="3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74" name="Freeform 277"/>
          <p:cNvSpPr>
            <a:spLocks noEditPoints="1"/>
          </p:cNvSpPr>
          <p:nvPr/>
        </p:nvSpPr>
        <p:spPr bwMode="auto">
          <a:xfrm>
            <a:off x="10972513" y="3950905"/>
            <a:ext cx="188016" cy="226916"/>
          </a:xfrm>
          <a:custGeom>
            <a:avLst/>
            <a:gdLst>
              <a:gd name="T0" fmla="*/ 130 w 131"/>
              <a:gd name="T1" fmla="*/ 33 h 158"/>
              <a:gd name="T2" fmla="*/ 95 w 131"/>
              <a:gd name="T3" fmla="*/ 67 h 158"/>
              <a:gd name="T4" fmla="*/ 95 w 131"/>
              <a:gd name="T5" fmla="*/ 79 h 158"/>
              <a:gd name="T6" fmla="*/ 87 w 131"/>
              <a:gd name="T7" fmla="*/ 100 h 158"/>
              <a:gd name="T8" fmla="*/ 65 w 131"/>
              <a:gd name="T9" fmla="*/ 109 h 158"/>
              <a:gd name="T10" fmla="*/ 55 w 131"/>
              <a:gd name="T11" fmla="*/ 107 h 158"/>
              <a:gd name="T12" fmla="*/ 46 w 131"/>
              <a:gd name="T13" fmla="*/ 116 h 158"/>
              <a:gd name="T14" fmla="*/ 65 w 131"/>
              <a:gd name="T15" fmla="*/ 121 h 158"/>
              <a:gd name="T16" fmla="*/ 95 w 131"/>
              <a:gd name="T17" fmla="*/ 109 h 158"/>
              <a:gd name="T18" fmla="*/ 108 w 131"/>
              <a:gd name="T19" fmla="*/ 79 h 158"/>
              <a:gd name="T20" fmla="*/ 108 w 131"/>
              <a:gd name="T21" fmla="*/ 67 h 158"/>
              <a:gd name="T22" fmla="*/ 109 w 131"/>
              <a:gd name="T23" fmla="*/ 63 h 158"/>
              <a:gd name="T24" fmla="*/ 114 w 131"/>
              <a:gd name="T25" fmla="*/ 61 h 158"/>
              <a:gd name="T26" fmla="*/ 118 w 131"/>
              <a:gd name="T27" fmla="*/ 63 h 158"/>
              <a:gd name="T28" fmla="*/ 120 w 131"/>
              <a:gd name="T29" fmla="*/ 67 h 158"/>
              <a:gd name="T30" fmla="*/ 120 w 131"/>
              <a:gd name="T31" fmla="*/ 79 h 158"/>
              <a:gd name="T32" fmla="*/ 106 w 131"/>
              <a:gd name="T33" fmla="*/ 115 h 158"/>
              <a:gd name="T34" fmla="*/ 71 w 131"/>
              <a:gd name="T35" fmla="*/ 133 h 158"/>
              <a:gd name="T36" fmla="*/ 71 w 131"/>
              <a:gd name="T37" fmla="*/ 145 h 158"/>
              <a:gd name="T38" fmla="*/ 95 w 131"/>
              <a:gd name="T39" fmla="*/ 145 h 158"/>
              <a:gd name="T40" fmla="*/ 100 w 131"/>
              <a:gd name="T41" fmla="*/ 147 h 158"/>
              <a:gd name="T42" fmla="*/ 102 w 131"/>
              <a:gd name="T43" fmla="*/ 151 h 158"/>
              <a:gd name="T44" fmla="*/ 100 w 131"/>
              <a:gd name="T45" fmla="*/ 156 h 158"/>
              <a:gd name="T46" fmla="*/ 95 w 131"/>
              <a:gd name="T47" fmla="*/ 158 h 158"/>
              <a:gd name="T48" fmla="*/ 35 w 131"/>
              <a:gd name="T49" fmla="*/ 158 h 158"/>
              <a:gd name="T50" fmla="*/ 31 w 131"/>
              <a:gd name="T51" fmla="*/ 156 h 158"/>
              <a:gd name="T52" fmla="*/ 29 w 131"/>
              <a:gd name="T53" fmla="*/ 151 h 158"/>
              <a:gd name="T54" fmla="*/ 31 w 131"/>
              <a:gd name="T55" fmla="*/ 147 h 158"/>
              <a:gd name="T56" fmla="*/ 35 w 131"/>
              <a:gd name="T57" fmla="*/ 145 h 158"/>
              <a:gd name="T58" fmla="*/ 59 w 131"/>
              <a:gd name="T59" fmla="*/ 145 h 158"/>
              <a:gd name="T60" fmla="*/ 59 w 131"/>
              <a:gd name="T61" fmla="*/ 133 h 158"/>
              <a:gd name="T62" fmla="*/ 37 w 131"/>
              <a:gd name="T63" fmla="*/ 125 h 158"/>
              <a:gd name="T64" fmla="*/ 13 w 131"/>
              <a:gd name="T65" fmla="*/ 149 h 158"/>
              <a:gd name="T66" fmla="*/ 11 w 131"/>
              <a:gd name="T67" fmla="*/ 150 h 158"/>
              <a:gd name="T68" fmla="*/ 9 w 131"/>
              <a:gd name="T69" fmla="*/ 149 h 158"/>
              <a:gd name="T70" fmla="*/ 1 w 131"/>
              <a:gd name="T71" fmla="*/ 142 h 158"/>
              <a:gd name="T72" fmla="*/ 0 w 131"/>
              <a:gd name="T73" fmla="*/ 139 h 158"/>
              <a:gd name="T74" fmla="*/ 1 w 131"/>
              <a:gd name="T75" fmla="*/ 137 h 158"/>
              <a:gd name="T76" fmla="*/ 118 w 131"/>
              <a:gd name="T77" fmla="*/ 21 h 158"/>
              <a:gd name="T78" fmla="*/ 120 w 131"/>
              <a:gd name="T79" fmla="*/ 20 h 158"/>
              <a:gd name="T80" fmla="*/ 122 w 131"/>
              <a:gd name="T81" fmla="*/ 21 h 158"/>
              <a:gd name="T82" fmla="*/ 130 w 131"/>
              <a:gd name="T83" fmla="*/ 28 h 158"/>
              <a:gd name="T84" fmla="*/ 131 w 131"/>
              <a:gd name="T85" fmla="*/ 30 h 158"/>
              <a:gd name="T86" fmla="*/ 130 w 131"/>
              <a:gd name="T87" fmla="*/ 33 h 158"/>
              <a:gd name="T88" fmla="*/ 24 w 131"/>
              <a:gd name="T89" fmla="*/ 90 h 158"/>
              <a:gd name="T90" fmla="*/ 15 w 131"/>
              <a:gd name="T91" fmla="*/ 99 h 158"/>
              <a:gd name="T92" fmla="*/ 11 w 131"/>
              <a:gd name="T93" fmla="*/ 79 h 158"/>
              <a:gd name="T94" fmla="*/ 11 w 131"/>
              <a:gd name="T95" fmla="*/ 67 h 158"/>
              <a:gd name="T96" fmla="*/ 13 w 131"/>
              <a:gd name="T97" fmla="*/ 63 h 158"/>
              <a:gd name="T98" fmla="*/ 17 w 131"/>
              <a:gd name="T99" fmla="*/ 61 h 158"/>
              <a:gd name="T100" fmla="*/ 21 w 131"/>
              <a:gd name="T101" fmla="*/ 63 h 158"/>
              <a:gd name="T102" fmla="*/ 23 w 131"/>
              <a:gd name="T103" fmla="*/ 67 h 158"/>
              <a:gd name="T104" fmla="*/ 23 w 131"/>
              <a:gd name="T105" fmla="*/ 79 h 158"/>
              <a:gd name="T106" fmla="*/ 24 w 131"/>
              <a:gd name="T107" fmla="*/ 90 h 158"/>
              <a:gd name="T108" fmla="*/ 94 w 131"/>
              <a:gd name="T109" fmla="*/ 20 h 158"/>
              <a:gd name="T110" fmla="*/ 35 w 131"/>
              <a:gd name="T111" fmla="*/ 79 h 158"/>
              <a:gd name="T112" fmla="*/ 35 w 131"/>
              <a:gd name="T113" fmla="*/ 30 h 158"/>
              <a:gd name="T114" fmla="*/ 44 w 131"/>
              <a:gd name="T115" fmla="*/ 9 h 158"/>
              <a:gd name="T116" fmla="*/ 65 w 131"/>
              <a:gd name="T117" fmla="*/ 0 h 158"/>
              <a:gd name="T118" fmla="*/ 83 w 131"/>
              <a:gd name="T119" fmla="*/ 6 h 158"/>
              <a:gd name="T120" fmla="*/ 94 w 131"/>
              <a:gd name="T121" fmla="*/ 20 h 1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31" h="158">
                <a:moveTo>
                  <a:pt x="130" y="33"/>
                </a:moveTo>
                <a:cubicBezTo>
                  <a:pt x="95" y="67"/>
                  <a:pt x="95" y="67"/>
                  <a:pt x="95" y="67"/>
                </a:cubicBezTo>
                <a:cubicBezTo>
                  <a:pt x="95" y="79"/>
                  <a:pt x="95" y="79"/>
                  <a:pt x="95" y="79"/>
                </a:cubicBezTo>
                <a:cubicBezTo>
                  <a:pt x="95" y="87"/>
                  <a:pt x="93" y="94"/>
                  <a:pt x="87" y="100"/>
                </a:cubicBezTo>
                <a:cubicBezTo>
                  <a:pt x="81" y="106"/>
                  <a:pt x="74" y="109"/>
                  <a:pt x="65" y="109"/>
                </a:cubicBezTo>
                <a:cubicBezTo>
                  <a:pt x="62" y="109"/>
                  <a:pt x="58" y="109"/>
                  <a:pt x="55" y="107"/>
                </a:cubicBezTo>
                <a:cubicBezTo>
                  <a:pt x="46" y="116"/>
                  <a:pt x="46" y="116"/>
                  <a:pt x="46" y="116"/>
                </a:cubicBezTo>
                <a:cubicBezTo>
                  <a:pt x="52" y="120"/>
                  <a:pt x="58" y="121"/>
                  <a:pt x="65" y="121"/>
                </a:cubicBezTo>
                <a:cubicBezTo>
                  <a:pt x="77" y="121"/>
                  <a:pt x="87" y="117"/>
                  <a:pt x="95" y="109"/>
                </a:cubicBezTo>
                <a:cubicBezTo>
                  <a:pt x="103" y="101"/>
                  <a:pt x="108" y="91"/>
                  <a:pt x="108" y="79"/>
                </a:cubicBezTo>
                <a:cubicBezTo>
                  <a:pt x="108" y="67"/>
                  <a:pt x="108" y="67"/>
                  <a:pt x="108" y="67"/>
                </a:cubicBezTo>
                <a:cubicBezTo>
                  <a:pt x="108" y="65"/>
                  <a:pt x="108" y="64"/>
                  <a:pt x="109" y="63"/>
                </a:cubicBezTo>
                <a:cubicBezTo>
                  <a:pt x="111" y="61"/>
                  <a:pt x="112" y="61"/>
                  <a:pt x="114" y="61"/>
                </a:cubicBezTo>
                <a:cubicBezTo>
                  <a:pt x="115" y="61"/>
                  <a:pt x="117" y="61"/>
                  <a:pt x="118" y="63"/>
                </a:cubicBezTo>
                <a:cubicBezTo>
                  <a:pt x="119" y="64"/>
                  <a:pt x="120" y="65"/>
                  <a:pt x="120" y="67"/>
                </a:cubicBezTo>
                <a:cubicBezTo>
                  <a:pt x="120" y="79"/>
                  <a:pt x="120" y="79"/>
                  <a:pt x="120" y="79"/>
                </a:cubicBezTo>
                <a:cubicBezTo>
                  <a:pt x="120" y="93"/>
                  <a:pt x="115" y="105"/>
                  <a:pt x="106" y="115"/>
                </a:cubicBezTo>
                <a:cubicBezTo>
                  <a:pt x="96" y="126"/>
                  <a:pt x="85" y="131"/>
                  <a:pt x="71" y="133"/>
                </a:cubicBezTo>
                <a:cubicBezTo>
                  <a:pt x="71" y="145"/>
                  <a:pt x="71" y="145"/>
                  <a:pt x="71" y="145"/>
                </a:cubicBezTo>
                <a:cubicBezTo>
                  <a:pt x="95" y="145"/>
                  <a:pt x="95" y="145"/>
                  <a:pt x="95" y="145"/>
                </a:cubicBezTo>
                <a:cubicBezTo>
                  <a:pt x="97" y="145"/>
                  <a:pt x="99" y="146"/>
                  <a:pt x="100" y="147"/>
                </a:cubicBezTo>
                <a:cubicBezTo>
                  <a:pt x="101" y="148"/>
                  <a:pt x="102" y="150"/>
                  <a:pt x="102" y="151"/>
                </a:cubicBezTo>
                <a:cubicBezTo>
                  <a:pt x="102" y="153"/>
                  <a:pt x="101" y="155"/>
                  <a:pt x="100" y="156"/>
                </a:cubicBezTo>
                <a:cubicBezTo>
                  <a:pt x="99" y="157"/>
                  <a:pt x="97" y="158"/>
                  <a:pt x="95" y="158"/>
                </a:cubicBezTo>
                <a:cubicBezTo>
                  <a:pt x="35" y="158"/>
                  <a:pt x="35" y="158"/>
                  <a:pt x="35" y="158"/>
                </a:cubicBezTo>
                <a:cubicBezTo>
                  <a:pt x="33" y="158"/>
                  <a:pt x="32" y="157"/>
                  <a:pt x="31" y="156"/>
                </a:cubicBezTo>
                <a:cubicBezTo>
                  <a:pt x="30" y="155"/>
                  <a:pt x="29" y="153"/>
                  <a:pt x="29" y="151"/>
                </a:cubicBezTo>
                <a:cubicBezTo>
                  <a:pt x="29" y="150"/>
                  <a:pt x="30" y="148"/>
                  <a:pt x="31" y="147"/>
                </a:cubicBezTo>
                <a:cubicBezTo>
                  <a:pt x="32" y="146"/>
                  <a:pt x="33" y="145"/>
                  <a:pt x="35" y="145"/>
                </a:cubicBezTo>
                <a:cubicBezTo>
                  <a:pt x="59" y="145"/>
                  <a:pt x="59" y="145"/>
                  <a:pt x="59" y="145"/>
                </a:cubicBezTo>
                <a:cubicBezTo>
                  <a:pt x="59" y="133"/>
                  <a:pt x="59" y="133"/>
                  <a:pt x="59" y="133"/>
                </a:cubicBezTo>
                <a:cubicBezTo>
                  <a:pt x="51" y="132"/>
                  <a:pt x="44" y="130"/>
                  <a:pt x="37" y="125"/>
                </a:cubicBezTo>
                <a:cubicBezTo>
                  <a:pt x="13" y="149"/>
                  <a:pt x="13" y="149"/>
                  <a:pt x="13" y="149"/>
                </a:cubicBezTo>
                <a:cubicBezTo>
                  <a:pt x="12" y="150"/>
                  <a:pt x="12" y="150"/>
                  <a:pt x="11" y="150"/>
                </a:cubicBezTo>
                <a:cubicBezTo>
                  <a:pt x="10" y="150"/>
                  <a:pt x="9" y="150"/>
                  <a:pt x="9" y="149"/>
                </a:cubicBezTo>
                <a:cubicBezTo>
                  <a:pt x="1" y="142"/>
                  <a:pt x="1" y="142"/>
                  <a:pt x="1" y="142"/>
                </a:cubicBezTo>
                <a:cubicBezTo>
                  <a:pt x="0" y="141"/>
                  <a:pt x="0" y="140"/>
                  <a:pt x="0" y="139"/>
                </a:cubicBezTo>
                <a:cubicBezTo>
                  <a:pt x="0" y="139"/>
                  <a:pt x="0" y="138"/>
                  <a:pt x="1" y="137"/>
                </a:cubicBezTo>
                <a:cubicBezTo>
                  <a:pt x="118" y="21"/>
                  <a:pt x="118" y="21"/>
                  <a:pt x="118" y="21"/>
                </a:cubicBezTo>
                <a:cubicBezTo>
                  <a:pt x="118" y="20"/>
                  <a:pt x="119" y="20"/>
                  <a:pt x="120" y="20"/>
                </a:cubicBezTo>
                <a:cubicBezTo>
                  <a:pt x="120" y="20"/>
                  <a:pt x="121" y="20"/>
                  <a:pt x="122" y="21"/>
                </a:cubicBezTo>
                <a:cubicBezTo>
                  <a:pt x="130" y="28"/>
                  <a:pt x="130" y="28"/>
                  <a:pt x="130" y="28"/>
                </a:cubicBezTo>
                <a:cubicBezTo>
                  <a:pt x="130" y="29"/>
                  <a:pt x="131" y="30"/>
                  <a:pt x="131" y="30"/>
                </a:cubicBezTo>
                <a:cubicBezTo>
                  <a:pt x="131" y="31"/>
                  <a:pt x="130" y="32"/>
                  <a:pt x="130" y="33"/>
                </a:cubicBezTo>
                <a:close/>
                <a:moveTo>
                  <a:pt x="24" y="90"/>
                </a:moveTo>
                <a:cubicBezTo>
                  <a:pt x="15" y="99"/>
                  <a:pt x="15" y="99"/>
                  <a:pt x="15" y="99"/>
                </a:cubicBezTo>
                <a:cubicBezTo>
                  <a:pt x="12" y="93"/>
                  <a:pt x="11" y="86"/>
                  <a:pt x="11" y="79"/>
                </a:cubicBezTo>
                <a:cubicBezTo>
                  <a:pt x="11" y="67"/>
                  <a:pt x="11" y="67"/>
                  <a:pt x="11" y="67"/>
                </a:cubicBezTo>
                <a:cubicBezTo>
                  <a:pt x="11" y="65"/>
                  <a:pt x="11" y="64"/>
                  <a:pt x="13" y="63"/>
                </a:cubicBezTo>
                <a:cubicBezTo>
                  <a:pt x="14" y="61"/>
                  <a:pt x="15" y="61"/>
                  <a:pt x="17" y="61"/>
                </a:cubicBezTo>
                <a:cubicBezTo>
                  <a:pt x="18" y="61"/>
                  <a:pt x="20" y="61"/>
                  <a:pt x="21" y="63"/>
                </a:cubicBezTo>
                <a:cubicBezTo>
                  <a:pt x="22" y="64"/>
                  <a:pt x="23" y="65"/>
                  <a:pt x="23" y="67"/>
                </a:cubicBezTo>
                <a:cubicBezTo>
                  <a:pt x="23" y="79"/>
                  <a:pt x="23" y="79"/>
                  <a:pt x="23" y="79"/>
                </a:cubicBezTo>
                <a:cubicBezTo>
                  <a:pt x="23" y="82"/>
                  <a:pt x="23" y="86"/>
                  <a:pt x="24" y="90"/>
                </a:cubicBezTo>
                <a:close/>
                <a:moveTo>
                  <a:pt x="94" y="20"/>
                </a:moveTo>
                <a:cubicBezTo>
                  <a:pt x="35" y="79"/>
                  <a:pt x="35" y="79"/>
                  <a:pt x="35" y="79"/>
                </a:cubicBezTo>
                <a:cubicBezTo>
                  <a:pt x="35" y="30"/>
                  <a:pt x="35" y="30"/>
                  <a:pt x="35" y="30"/>
                </a:cubicBezTo>
                <a:cubicBezTo>
                  <a:pt x="35" y="22"/>
                  <a:pt x="38" y="15"/>
                  <a:pt x="44" y="9"/>
                </a:cubicBezTo>
                <a:cubicBezTo>
                  <a:pt x="50" y="3"/>
                  <a:pt x="57" y="0"/>
                  <a:pt x="65" y="0"/>
                </a:cubicBezTo>
                <a:cubicBezTo>
                  <a:pt x="72" y="0"/>
                  <a:pt x="77" y="2"/>
                  <a:pt x="83" y="6"/>
                </a:cubicBezTo>
                <a:cubicBezTo>
                  <a:pt x="88" y="10"/>
                  <a:pt x="92" y="14"/>
                  <a:pt x="94" y="2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75" name="Freeform 278"/>
          <p:cNvSpPr>
            <a:spLocks noEditPoints="1"/>
          </p:cNvSpPr>
          <p:nvPr/>
        </p:nvSpPr>
        <p:spPr bwMode="auto">
          <a:xfrm>
            <a:off x="11225363" y="3968193"/>
            <a:ext cx="172888" cy="209627"/>
          </a:xfrm>
          <a:custGeom>
            <a:avLst/>
            <a:gdLst>
              <a:gd name="T0" fmla="*/ 121 w 121"/>
              <a:gd name="T1" fmla="*/ 6 h 146"/>
              <a:gd name="T2" fmla="*/ 121 w 121"/>
              <a:gd name="T3" fmla="*/ 79 h 146"/>
              <a:gd name="T4" fmla="*/ 118 w 121"/>
              <a:gd name="T5" fmla="*/ 95 h 146"/>
              <a:gd name="T6" fmla="*/ 110 w 121"/>
              <a:gd name="T7" fmla="*/ 109 h 146"/>
              <a:gd name="T8" fmla="*/ 99 w 121"/>
              <a:gd name="T9" fmla="*/ 121 h 146"/>
              <a:gd name="T10" fmla="*/ 87 w 121"/>
              <a:gd name="T11" fmla="*/ 131 h 146"/>
              <a:gd name="T12" fmla="*/ 75 w 121"/>
              <a:gd name="T13" fmla="*/ 138 h 146"/>
              <a:gd name="T14" fmla="*/ 67 w 121"/>
              <a:gd name="T15" fmla="*/ 143 h 146"/>
              <a:gd name="T16" fmla="*/ 63 w 121"/>
              <a:gd name="T17" fmla="*/ 145 h 146"/>
              <a:gd name="T18" fmla="*/ 60 w 121"/>
              <a:gd name="T19" fmla="*/ 146 h 146"/>
              <a:gd name="T20" fmla="*/ 58 w 121"/>
              <a:gd name="T21" fmla="*/ 145 h 146"/>
              <a:gd name="T22" fmla="*/ 54 w 121"/>
              <a:gd name="T23" fmla="*/ 143 h 146"/>
              <a:gd name="T24" fmla="*/ 45 w 121"/>
              <a:gd name="T25" fmla="*/ 138 h 146"/>
              <a:gd name="T26" fmla="*/ 34 w 121"/>
              <a:gd name="T27" fmla="*/ 131 h 146"/>
              <a:gd name="T28" fmla="*/ 22 w 121"/>
              <a:gd name="T29" fmla="*/ 121 h 146"/>
              <a:gd name="T30" fmla="*/ 11 w 121"/>
              <a:gd name="T31" fmla="*/ 109 h 146"/>
              <a:gd name="T32" fmla="*/ 3 w 121"/>
              <a:gd name="T33" fmla="*/ 95 h 146"/>
              <a:gd name="T34" fmla="*/ 0 w 121"/>
              <a:gd name="T35" fmla="*/ 79 h 146"/>
              <a:gd name="T36" fmla="*/ 0 w 121"/>
              <a:gd name="T37" fmla="*/ 6 h 146"/>
              <a:gd name="T38" fmla="*/ 2 w 121"/>
              <a:gd name="T39" fmla="*/ 2 h 146"/>
              <a:gd name="T40" fmla="*/ 6 w 121"/>
              <a:gd name="T41" fmla="*/ 0 h 146"/>
              <a:gd name="T42" fmla="*/ 115 w 121"/>
              <a:gd name="T43" fmla="*/ 0 h 146"/>
              <a:gd name="T44" fmla="*/ 119 w 121"/>
              <a:gd name="T45" fmla="*/ 2 h 146"/>
              <a:gd name="T46" fmla="*/ 121 w 121"/>
              <a:gd name="T47" fmla="*/ 6 h 146"/>
              <a:gd name="T48" fmla="*/ 103 w 121"/>
              <a:gd name="T49" fmla="*/ 79 h 146"/>
              <a:gd name="T50" fmla="*/ 103 w 121"/>
              <a:gd name="T51" fmla="*/ 18 h 146"/>
              <a:gd name="T52" fmla="*/ 60 w 121"/>
              <a:gd name="T53" fmla="*/ 18 h 146"/>
              <a:gd name="T54" fmla="*/ 60 w 121"/>
              <a:gd name="T55" fmla="*/ 126 h 146"/>
              <a:gd name="T56" fmla="*/ 80 w 121"/>
              <a:gd name="T57" fmla="*/ 113 h 146"/>
              <a:gd name="T58" fmla="*/ 103 w 121"/>
              <a:gd name="T59" fmla="*/ 79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21" h="146">
                <a:moveTo>
                  <a:pt x="121" y="6"/>
                </a:moveTo>
                <a:cubicBezTo>
                  <a:pt x="121" y="79"/>
                  <a:pt x="121" y="79"/>
                  <a:pt x="121" y="79"/>
                </a:cubicBezTo>
                <a:cubicBezTo>
                  <a:pt x="121" y="84"/>
                  <a:pt x="120" y="90"/>
                  <a:pt x="118" y="95"/>
                </a:cubicBezTo>
                <a:cubicBezTo>
                  <a:pt x="115" y="100"/>
                  <a:pt x="113" y="105"/>
                  <a:pt x="110" y="109"/>
                </a:cubicBezTo>
                <a:cubicBezTo>
                  <a:pt x="107" y="113"/>
                  <a:pt x="103" y="117"/>
                  <a:pt x="99" y="121"/>
                </a:cubicBezTo>
                <a:cubicBezTo>
                  <a:pt x="94" y="125"/>
                  <a:pt x="90" y="128"/>
                  <a:pt x="87" y="131"/>
                </a:cubicBezTo>
                <a:cubicBezTo>
                  <a:pt x="83" y="134"/>
                  <a:pt x="79" y="136"/>
                  <a:pt x="75" y="138"/>
                </a:cubicBezTo>
                <a:cubicBezTo>
                  <a:pt x="71" y="141"/>
                  <a:pt x="68" y="142"/>
                  <a:pt x="67" y="143"/>
                </a:cubicBezTo>
                <a:cubicBezTo>
                  <a:pt x="65" y="144"/>
                  <a:pt x="64" y="145"/>
                  <a:pt x="63" y="145"/>
                </a:cubicBezTo>
                <a:cubicBezTo>
                  <a:pt x="62" y="145"/>
                  <a:pt x="61" y="146"/>
                  <a:pt x="60" y="146"/>
                </a:cubicBezTo>
                <a:cubicBezTo>
                  <a:pt x="59" y="146"/>
                  <a:pt x="59" y="145"/>
                  <a:pt x="58" y="145"/>
                </a:cubicBezTo>
                <a:cubicBezTo>
                  <a:pt x="57" y="145"/>
                  <a:pt x="55" y="144"/>
                  <a:pt x="54" y="143"/>
                </a:cubicBezTo>
                <a:cubicBezTo>
                  <a:pt x="52" y="142"/>
                  <a:pt x="49" y="141"/>
                  <a:pt x="45" y="138"/>
                </a:cubicBezTo>
                <a:cubicBezTo>
                  <a:pt x="41" y="136"/>
                  <a:pt x="38" y="134"/>
                  <a:pt x="34" y="131"/>
                </a:cubicBezTo>
                <a:cubicBezTo>
                  <a:pt x="30" y="128"/>
                  <a:pt x="26" y="125"/>
                  <a:pt x="22" y="121"/>
                </a:cubicBezTo>
                <a:cubicBezTo>
                  <a:pt x="18" y="117"/>
                  <a:pt x="14" y="113"/>
                  <a:pt x="11" y="109"/>
                </a:cubicBezTo>
                <a:cubicBezTo>
                  <a:pt x="8" y="105"/>
                  <a:pt x="5" y="100"/>
                  <a:pt x="3" y="95"/>
                </a:cubicBezTo>
                <a:cubicBezTo>
                  <a:pt x="1" y="90"/>
                  <a:pt x="0" y="84"/>
                  <a:pt x="0" y="79"/>
                </a:cubicBezTo>
                <a:cubicBezTo>
                  <a:pt x="0" y="6"/>
                  <a:pt x="0" y="6"/>
                  <a:pt x="0" y="6"/>
                </a:cubicBezTo>
                <a:cubicBezTo>
                  <a:pt x="0" y="5"/>
                  <a:pt x="0" y="3"/>
                  <a:pt x="2" y="2"/>
                </a:cubicBezTo>
                <a:cubicBezTo>
                  <a:pt x="3" y="1"/>
                  <a:pt x="4" y="0"/>
                  <a:pt x="6" y="0"/>
                </a:cubicBezTo>
                <a:cubicBezTo>
                  <a:pt x="115" y="0"/>
                  <a:pt x="115" y="0"/>
                  <a:pt x="115" y="0"/>
                </a:cubicBezTo>
                <a:cubicBezTo>
                  <a:pt x="116" y="0"/>
                  <a:pt x="118" y="1"/>
                  <a:pt x="119" y="2"/>
                </a:cubicBezTo>
                <a:cubicBezTo>
                  <a:pt x="120" y="3"/>
                  <a:pt x="121" y="5"/>
                  <a:pt x="121" y="6"/>
                </a:cubicBezTo>
                <a:close/>
                <a:moveTo>
                  <a:pt x="103" y="79"/>
                </a:moveTo>
                <a:cubicBezTo>
                  <a:pt x="103" y="18"/>
                  <a:pt x="103" y="18"/>
                  <a:pt x="103" y="18"/>
                </a:cubicBezTo>
                <a:cubicBezTo>
                  <a:pt x="60" y="18"/>
                  <a:pt x="60" y="18"/>
                  <a:pt x="60" y="18"/>
                </a:cubicBezTo>
                <a:cubicBezTo>
                  <a:pt x="60" y="126"/>
                  <a:pt x="60" y="126"/>
                  <a:pt x="60" y="126"/>
                </a:cubicBezTo>
                <a:cubicBezTo>
                  <a:pt x="68" y="122"/>
                  <a:pt x="74" y="118"/>
                  <a:pt x="80" y="113"/>
                </a:cubicBezTo>
                <a:cubicBezTo>
                  <a:pt x="95" y="101"/>
                  <a:pt x="103" y="90"/>
                  <a:pt x="103" y="7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76" name="Freeform 279"/>
          <p:cNvSpPr>
            <a:spLocks noEditPoints="1"/>
          </p:cNvSpPr>
          <p:nvPr/>
        </p:nvSpPr>
        <p:spPr bwMode="auto">
          <a:xfrm>
            <a:off x="793751" y="4378802"/>
            <a:ext cx="224755" cy="244204"/>
          </a:xfrm>
          <a:custGeom>
            <a:avLst/>
            <a:gdLst>
              <a:gd name="T0" fmla="*/ 157 w 157"/>
              <a:gd name="T1" fmla="*/ 37 h 170"/>
              <a:gd name="T2" fmla="*/ 157 w 157"/>
              <a:gd name="T3" fmla="*/ 158 h 170"/>
              <a:gd name="T4" fmla="*/ 154 w 157"/>
              <a:gd name="T5" fmla="*/ 166 h 170"/>
              <a:gd name="T6" fmla="*/ 145 w 157"/>
              <a:gd name="T7" fmla="*/ 170 h 170"/>
              <a:gd name="T8" fmla="*/ 12 w 157"/>
              <a:gd name="T9" fmla="*/ 170 h 170"/>
              <a:gd name="T10" fmla="*/ 4 w 157"/>
              <a:gd name="T11" fmla="*/ 166 h 170"/>
              <a:gd name="T12" fmla="*/ 0 w 157"/>
              <a:gd name="T13" fmla="*/ 158 h 170"/>
              <a:gd name="T14" fmla="*/ 0 w 157"/>
              <a:gd name="T15" fmla="*/ 37 h 170"/>
              <a:gd name="T16" fmla="*/ 4 w 157"/>
              <a:gd name="T17" fmla="*/ 28 h 170"/>
              <a:gd name="T18" fmla="*/ 12 w 157"/>
              <a:gd name="T19" fmla="*/ 24 h 170"/>
              <a:gd name="T20" fmla="*/ 24 w 157"/>
              <a:gd name="T21" fmla="*/ 24 h 170"/>
              <a:gd name="T22" fmla="*/ 24 w 157"/>
              <a:gd name="T23" fmla="*/ 15 h 170"/>
              <a:gd name="T24" fmla="*/ 29 w 157"/>
              <a:gd name="T25" fmla="*/ 5 h 170"/>
              <a:gd name="T26" fmla="*/ 39 w 157"/>
              <a:gd name="T27" fmla="*/ 0 h 170"/>
              <a:gd name="T28" fmla="*/ 45 w 157"/>
              <a:gd name="T29" fmla="*/ 0 h 170"/>
              <a:gd name="T30" fmla="*/ 56 w 157"/>
              <a:gd name="T31" fmla="*/ 5 h 170"/>
              <a:gd name="T32" fmla="*/ 60 w 157"/>
              <a:gd name="T33" fmla="*/ 15 h 170"/>
              <a:gd name="T34" fmla="*/ 60 w 157"/>
              <a:gd name="T35" fmla="*/ 24 h 170"/>
              <a:gd name="T36" fmla="*/ 97 w 157"/>
              <a:gd name="T37" fmla="*/ 24 h 170"/>
              <a:gd name="T38" fmla="*/ 97 w 157"/>
              <a:gd name="T39" fmla="*/ 15 h 170"/>
              <a:gd name="T40" fmla="*/ 101 w 157"/>
              <a:gd name="T41" fmla="*/ 5 h 170"/>
              <a:gd name="T42" fmla="*/ 112 w 157"/>
              <a:gd name="T43" fmla="*/ 0 h 170"/>
              <a:gd name="T44" fmla="*/ 118 w 157"/>
              <a:gd name="T45" fmla="*/ 0 h 170"/>
              <a:gd name="T46" fmla="*/ 129 w 157"/>
              <a:gd name="T47" fmla="*/ 5 h 170"/>
              <a:gd name="T48" fmla="*/ 133 w 157"/>
              <a:gd name="T49" fmla="*/ 15 h 170"/>
              <a:gd name="T50" fmla="*/ 133 w 157"/>
              <a:gd name="T51" fmla="*/ 24 h 170"/>
              <a:gd name="T52" fmla="*/ 145 w 157"/>
              <a:gd name="T53" fmla="*/ 24 h 170"/>
              <a:gd name="T54" fmla="*/ 154 w 157"/>
              <a:gd name="T55" fmla="*/ 28 h 170"/>
              <a:gd name="T56" fmla="*/ 157 w 157"/>
              <a:gd name="T57" fmla="*/ 37 h 170"/>
              <a:gd name="T58" fmla="*/ 12 w 157"/>
              <a:gd name="T59" fmla="*/ 158 h 170"/>
              <a:gd name="T60" fmla="*/ 145 w 157"/>
              <a:gd name="T61" fmla="*/ 158 h 170"/>
              <a:gd name="T62" fmla="*/ 145 w 157"/>
              <a:gd name="T63" fmla="*/ 61 h 170"/>
              <a:gd name="T64" fmla="*/ 12 w 157"/>
              <a:gd name="T65" fmla="*/ 61 h 170"/>
              <a:gd name="T66" fmla="*/ 12 w 157"/>
              <a:gd name="T67" fmla="*/ 158 h 170"/>
              <a:gd name="T68" fmla="*/ 48 w 157"/>
              <a:gd name="T69" fmla="*/ 43 h 170"/>
              <a:gd name="T70" fmla="*/ 48 w 157"/>
              <a:gd name="T71" fmla="*/ 15 h 170"/>
              <a:gd name="T72" fmla="*/ 48 w 157"/>
              <a:gd name="T73" fmla="*/ 13 h 170"/>
              <a:gd name="T74" fmla="*/ 45 w 157"/>
              <a:gd name="T75" fmla="*/ 12 h 170"/>
              <a:gd name="T76" fmla="*/ 39 w 157"/>
              <a:gd name="T77" fmla="*/ 12 h 170"/>
              <a:gd name="T78" fmla="*/ 37 w 157"/>
              <a:gd name="T79" fmla="*/ 13 h 170"/>
              <a:gd name="T80" fmla="*/ 36 w 157"/>
              <a:gd name="T81" fmla="*/ 15 h 170"/>
              <a:gd name="T82" fmla="*/ 36 w 157"/>
              <a:gd name="T83" fmla="*/ 43 h 170"/>
              <a:gd name="T84" fmla="*/ 37 w 157"/>
              <a:gd name="T85" fmla="*/ 45 h 170"/>
              <a:gd name="T86" fmla="*/ 39 w 157"/>
              <a:gd name="T87" fmla="*/ 46 h 170"/>
              <a:gd name="T88" fmla="*/ 45 w 157"/>
              <a:gd name="T89" fmla="*/ 46 h 170"/>
              <a:gd name="T90" fmla="*/ 48 w 157"/>
              <a:gd name="T91" fmla="*/ 45 h 170"/>
              <a:gd name="T92" fmla="*/ 48 w 157"/>
              <a:gd name="T93" fmla="*/ 43 h 170"/>
              <a:gd name="T94" fmla="*/ 121 w 157"/>
              <a:gd name="T95" fmla="*/ 43 h 170"/>
              <a:gd name="T96" fmla="*/ 121 w 157"/>
              <a:gd name="T97" fmla="*/ 15 h 170"/>
              <a:gd name="T98" fmla="*/ 120 w 157"/>
              <a:gd name="T99" fmla="*/ 13 h 170"/>
              <a:gd name="T100" fmla="*/ 118 w 157"/>
              <a:gd name="T101" fmla="*/ 12 h 170"/>
              <a:gd name="T102" fmla="*/ 112 w 157"/>
              <a:gd name="T103" fmla="*/ 12 h 170"/>
              <a:gd name="T104" fmla="*/ 110 w 157"/>
              <a:gd name="T105" fmla="*/ 13 h 170"/>
              <a:gd name="T106" fmla="*/ 109 w 157"/>
              <a:gd name="T107" fmla="*/ 15 h 170"/>
              <a:gd name="T108" fmla="*/ 109 w 157"/>
              <a:gd name="T109" fmla="*/ 43 h 170"/>
              <a:gd name="T110" fmla="*/ 110 w 157"/>
              <a:gd name="T111" fmla="*/ 45 h 170"/>
              <a:gd name="T112" fmla="*/ 112 w 157"/>
              <a:gd name="T113" fmla="*/ 46 h 170"/>
              <a:gd name="T114" fmla="*/ 118 w 157"/>
              <a:gd name="T115" fmla="*/ 46 h 170"/>
              <a:gd name="T116" fmla="*/ 120 w 157"/>
              <a:gd name="T117" fmla="*/ 45 h 170"/>
              <a:gd name="T118" fmla="*/ 121 w 157"/>
              <a:gd name="T119" fmla="*/ 43 h 1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57" h="170">
                <a:moveTo>
                  <a:pt x="157" y="37"/>
                </a:moveTo>
                <a:cubicBezTo>
                  <a:pt x="157" y="158"/>
                  <a:pt x="157" y="158"/>
                  <a:pt x="157" y="158"/>
                </a:cubicBezTo>
                <a:cubicBezTo>
                  <a:pt x="157" y="161"/>
                  <a:pt x="156" y="164"/>
                  <a:pt x="154" y="166"/>
                </a:cubicBezTo>
                <a:cubicBezTo>
                  <a:pt x="151" y="168"/>
                  <a:pt x="148" y="170"/>
                  <a:pt x="145" y="170"/>
                </a:cubicBezTo>
                <a:cubicBezTo>
                  <a:pt x="12" y="170"/>
                  <a:pt x="12" y="170"/>
                  <a:pt x="12" y="170"/>
                </a:cubicBezTo>
                <a:cubicBezTo>
                  <a:pt x="9" y="170"/>
                  <a:pt x="6" y="168"/>
                  <a:pt x="4" y="166"/>
                </a:cubicBezTo>
                <a:cubicBezTo>
                  <a:pt x="1" y="164"/>
                  <a:pt x="0" y="161"/>
                  <a:pt x="0" y="158"/>
                </a:cubicBezTo>
                <a:cubicBezTo>
                  <a:pt x="0" y="37"/>
                  <a:pt x="0" y="37"/>
                  <a:pt x="0" y="37"/>
                </a:cubicBezTo>
                <a:cubicBezTo>
                  <a:pt x="0" y="33"/>
                  <a:pt x="1" y="30"/>
                  <a:pt x="4" y="28"/>
                </a:cubicBezTo>
                <a:cubicBezTo>
                  <a:pt x="6" y="26"/>
                  <a:pt x="9" y="24"/>
                  <a:pt x="12" y="24"/>
                </a:cubicBezTo>
                <a:cubicBezTo>
                  <a:pt x="24" y="24"/>
                  <a:pt x="24" y="24"/>
                  <a:pt x="24" y="24"/>
                </a:cubicBezTo>
                <a:cubicBezTo>
                  <a:pt x="24" y="15"/>
                  <a:pt x="24" y="15"/>
                  <a:pt x="24" y="15"/>
                </a:cubicBezTo>
                <a:cubicBezTo>
                  <a:pt x="24" y="11"/>
                  <a:pt x="26" y="8"/>
                  <a:pt x="29" y="5"/>
                </a:cubicBezTo>
                <a:cubicBezTo>
                  <a:pt x="32" y="2"/>
                  <a:pt x="35" y="0"/>
                  <a:pt x="39" y="0"/>
                </a:cubicBezTo>
                <a:cubicBezTo>
                  <a:pt x="45" y="0"/>
                  <a:pt x="45" y="0"/>
                  <a:pt x="45" y="0"/>
                </a:cubicBezTo>
                <a:cubicBezTo>
                  <a:pt x="49" y="0"/>
                  <a:pt x="53" y="2"/>
                  <a:pt x="56" y="5"/>
                </a:cubicBezTo>
                <a:cubicBezTo>
                  <a:pt x="59" y="8"/>
                  <a:pt x="60" y="11"/>
                  <a:pt x="60" y="15"/>
                </a:cubicBezTo>
                <a:cubicBezTo>
                  <a:pt x="60" y="24"/>
                  <a:pt x="60" y="24"/>
                  <a:pt x="60" y="24"/>
                </a:cubicBezTo>
                <a:cubicBezTo>
                  <a:pt x="97" y="24"/>
                  <a:pt x="97" y="24"/>
                  <a:pt x="97" y="24"/>
                </a:cubicBezTo>
                <a:cubicBezTo>
                  <a:pt x="97" y="15"/>
                  <a:pt x="97" y="15"/>
                  <a:pt x="97" y="15"/>
                </a:cubicBezTo>
                <a:cubicBezTo>
                  <a:pt x="97" y="11"/>
                  <a:pt x="98" y="8"/>
                  <a:pt x="101" y="5"/>
                </a:cubicBezTo>
                <a:cubicBezTo>
                  <a:pt x="104" y="2"/>
                  <a:pt x="108" y="0"/>
                  <a:pt x="112" y="0"/>
                </a:cubicBezTo>
                <a:cubicBezTo>
                  <a:pt x="118" y="0"/>
                  <a:pt x="118" y="0"/>
                  <a:pt x="118" y="0"/>
                </a:cubicBezTo>
                <a:cubicBezTo>
                  <a:pt x="122" y="0"/>
                  <a:pt x="126" y="2"/>
                  <a:pt x="129" y="5"/>
                </a:cubicBezTo>
                <a:cubicBezTo>
                  <a:pt x="132" y="8"/>
                  <a:pt x="133" y="11"/>
                  <a:pt x="133" y="15"/>
                </a:cubicBezTo>
                <a:cubicBezTo>
                  <a:pt x="133" y="24"/>
                  <a:pt x="133" y="24"/>
                  <a:pt x="133" y="24"/>
                </a:cubicBezTo>
                <a:cubicBezTo>
                  <a:pt x="145" y="24"/>
                  <a:pt x="145" y="24"/>
                  <a:pt x="145" y="24"/>
                </a:cubicBezTo>
                <a:cubicBezTo>
                  <a:pt x="148" y="24"/>
                  <a:pt x="151" y="26"/>
                  <a:pt x="154" y="28"/>
                </a:cubicBezTo>
                <a:cubicBezTo>
                  <a:pt x="156" y="30"/>
                  <a:pt x="157" y="33"/>
                  <a:pt x="157" y="37"/>
                </a:cubicBezTo>
                <a:close/>
                <a:moveTo>
                  <a:pt x="12" y="158"/>
                </a:moveTo>
                <a:cubicBezTo>
                  <a:pt x="145" y="158"/>
                  <a:pt x="145" y="158"/>
                  <a:pt x="145" y="158"/>
                </a:cubicBezTo>
                <a:cubicBezTo>
                  <a:pt x="145" y="61"/>
                  <a:pt x="145" y="61"/>
                  <a:pt x="145" y="61"/>
                </a:cubicBezTo>
                <a:cubicBezTo>
                  <a:pt x="12" y="61"/>
                  <a:pt x="12" y="61"/>
                  <a:pt x="12" y="61"/>
                </a:cubicBezTo>
                <a:lnTo>
                  <a:pt x="12" y="158"/>
                </a:lnTo>
                <a:close/>
                <a:moveTo>
                  <a:pt x="48" y="43"/>
                </a:moveTo>
                <a:cubicBezTo>
                  <a:pt x="48" y="15"/>
                  <a:pt x="48" y="15"/>
                  <a:pt x="48" y="15"/>
                </a:cubicBezTo>
                <a:cubicBezTo>
                  <a:pt x="48" y="14"/>
                  <a:pt x="48" y="14"/>
                  <a:pt x="48" y="13"/>
                </a:cubicBezTo>
                <a:cubicBezTo>
                  <a:pt x="47" y="13"/>
                  <a:pt x="46" y="12"/>
                  <a:pt x="45" y="12"/>
                </a:cubicBezTo>
                <a:cubicBezTo>
                  <a:pt x="39" y="12"/>
                  <a:pt x="39" y="12"/>
                  <a:pt x="39" y="12"/>
                </a:cubicBezTo>
                <a:cubicBezTo>
                  <a:pt x="38" y="12"/>
                  <a:pt x="38" y="13"/>
                  <a:pt x="37" y="13"/>
                </a:cubicBezTo>
                <a:cubicBezTo>
                  <a:pt x="37" y="14"/>
                  <a:pt x="36" y="14"/>
                  <a:pt x="36" y="15"/>
                </a:cubicBezTo>
                <a:cubicBezTo>
                  <a:pt x="36" y="43"/>
                  <a:pt x="36" y="43"/>
                  <a:pt x="36" y="43"/>
                </a:cubicBezTo>
                <a:cubicBezTo>
                  <a:pt x="36" y="43"/>
                  <a:pt x="37" y="44"/>
                  <a:pt x="37" y="45"/>
                </a:cubicBezTo>
                <a:cubicBezTo>
                  <a:pt x="38" y="45"/>
                  <a:pt x="38" y="46"/>
                  <a:pt x="39" y="46"/>
                </a:cubicBezTo>
                <a:cubicBezTo>
                  <a:pt x="45" y="46"/>
                  <a:pt x="45" y="46"/>
                  <a:pt x="45" y="46"/>
                </a:cubicBezTo>
                <a:cubicBezTo>
                  <a:pt x="46" y="46"/>
                  <a:pt x="47" y="45"/>
                  <a:pt x="48" y="45"/>
                </a:cubicBezTo>
                <a:cubicBezTo>
                  <a:pt x="48" y="44"/>
                  <a:pt x="48" y="43"/>
                  <a:pt x="48" y="43"/>
                </a:cubicBezTo>
                <a:close/>
                <a:moveTo>
                  <a:pt x="121" y="43"/>
                </a:moveTo>
                <a:cubicBezTo>
                  <a:pt x="121" y="15"/>
                  <a:pt x="121" y="15"/>
                  <a:pt x="121" y="15"/>
                </a:cubicBezTo>
                <a:cubicBezTo>
                  <a:pt x="121" y="14"/>
                  <a:pt x="121" y="14"/>
                  <a:pt x="120" y="13"/>
                </a:cubicBezTo>
                <a:cubicBezTo>
                  <a:pt x="120" y="13"/>
                  <a:pt x="119" y="12"/>
                  <a:pt x="118" y="12"/>
                </a:cubicBezTo>
                <a:cubicBezTo>
                  <a:pt x="112" y="12"/>
                  <a:pt x="112" y="12"/>
                  <a:pt x="112" y="12"/>
                </a:cubicBezTo>
                <a:cubicBezTo>
                  <a:pt x="111" y="12"/>
                  <a:pt x="110" y="13"/>
                  <a:pt x="110" y="13"/>
                </a:cubicBezTo>
                <a:cubicBezTo>
                  <a:pt x="109" y="14"/>
                  <a:pt x="109" y="14"/>
                  <a:pt x="109" y="15"/>
                </a:cubicBezTo>
                <a:cubicBezTo>
                  <a:pt x="109" y="43"/>
                  <a:pt x="109" y="43"/>
                  <a:pt x="109" y="43"/>
                </a:cubicBezTo>
                <a:cubicBezTo>
                  <a:pt x="109" y="43"/>
                  <a:pt x="109" y="44"/>
                  <a:pt x="110" y="45"/>
                </a:cubicBezTo>
                <a:cubicBezTo>
                  <a:pt x="110" y="45"/>
                  <a:pt x="111" y="46"/>
                  <a:pt x="112" y="46"/>
                </a:cubicBezTo>
                <a:cubicBezTo>
                  <a:pt x="118" y="46"/>
                  <a:pt x="118" y="46"/>
                  <a:pt x="118" y="46"/>
                </a:cubicBezTo>
                <a:cubicBezTo>
                  <a:pt x="119" y="46"/>
                  <a:pt x="120" y="45"/>
                  <a:pt x="120" y="45"/>
                </a:cubicBezTo>
                <a:cubicBezTo>
                  <a:pt x="121" y="44"/>
                  <a:pt x="121" y="43"/>
                  <a:pt x="121" y="4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77" name="Freeform 280"/>
          <p:cNvSpPr>
            <a:spLocks noEditPoints="1"/>
          </p:cNvSpPr>
          <p:nvPr/>
        </p:nvSpPr>
        <p:spPr bwMode="auto">
          <a:xfrm>
            <a:off x="1081177" y="4383124"/>
            <a:ext cx="190176" cy="222593"/>
          </a:xfrm>
          <a:custGeom>
            <a:avLst/>
            <a:gdLst>
              <a:gd name="T0" fmla="*/ 133 w 133"/>
              <a:gd name="T1" fmla="*/ 12 h 155"/>
              <a:gd name="T2" fmla="*/ 133 w 133"/>
              <a:gd name="T3" fmla="*/ 43 h 155"/>
              <a:gd name="T4" fmla="*/ 132 w 133"/>
              <a:gd name="T5" fmla="*/ 45 h 155"/>
              <a:gd name="T6" fmla="*/ 130 w 133"/>
              <a:gd name="T7" fmla="*/ 46 h 155"/>
              <a:gd name="T8" fmla="*/ 130 w 133"/>
              <a:gd name="T9" fmla="*/ 46 h 155"/>
              <a:gd name="T10" fmla="*/ 87 w 133"/>
              <a:gd name="T11" fmla="*/ 36 h 155"/>
              <a:gd name="T12" fmla="*/ 86 w 133"/>
              <a:gd name="T13" fmla="*/ 35 h 155"/>
              <a:gd name="T14" fmla="*/ 85 w 133"/>
              <a:gd name="T15" fmla="*/ 34 h 155"/>
              <a:gd name="T16" fmla="*/ 61 w 133"/>
              <a:gd name="T17" fmla="*/ 34 h 155"/>
              <a:gd name="T18" fmla="*/ 61 w 133"/>
              <a:gd name="T19" fmla="*/ 43 h 155"/>
              <a:gd name="T20" fmla="*/ 78 w 133"/>
              <a:gd name="T21" fmla="*/ 54 h 155"/>
              <a:gd name="T22" fmla="*/ 85 w 133"/>
              <a:gd name="T23" fmla="*/ 73 h 155"/>
              <a:gd name="T24" fmla="*/ 85 w 133"/>
              <a:gd name="T25" fmla="*/ 148 h 155"/>
              <a:gd name="T26" fmla="*/ 83 w 133"/>
              <a:gd name="T27" fmla="*/ 153 h 155"/>
              <a:gd name="T28" fmla="*/ 79 w 133"/>
              <a:gd name="T29" fmla="*/ 155 h 155"/>
              <a:gd name="T30" fmla="*/ 31 w 133"/>
              <a:gd name="T31" fmla="*/ 155 h 155"/>
              <a:gd name="T32" fmla="*/ 26 w 133"/>
              <a:gd name="T33" fmla="*/ 153 h 155"/>
              <a:gd name="T34" fmla="*/ 25 w 133"/>
              <a:gd name="T35" fmla="*/ 148 h 155"/>
              <a:gd name="T36" fmla="*/ 25 w 133"/>
              <a:gd name="T37" fmla="*/ 73 h 155"/>
              <a:gd name="T38" fmla="*/ 30 w 133"/>
              <a:gd name="T39" fmla="*/ 55 h 155"/>
              <a:gd name="T40" fmla="*/ 46 w 133"/>
              <a:gd name="T41" fmla="*/ 44 h 155"/>
              <a:gd name="T42" fmla="*/ 46 w 133"/>
              <a:gd name="T43" fmla="*/ 34 h 155"/>
              <a:gd name="T44" fmla="*/ 43 w 133"/>
              <a:gd name="T45" fmla="*/ 34 h 155"/>
              <a:gd name="T46" fmla="*/ 32 w 133"/>
              <a:gd name="T47" fmla="*/ 36 h 155"/>
              <a:gd name="T48" fmla="*/ 23 w 133"/>
              <a:gd name="T49" fmla="*/ 41 h 155"/>
              <a:gd name="T50" fmla="*/ 17 w 133"/>
              <a:gd name="T51" fmla="*/ 47 h 155"/>
              <a:gd name="T52" fmla="*/ 13 w 133"/>
              <a:gd name="T53" fmla="*/ 52 h 155"/>
              <a:gd name="T54" fmla="*/ 12 w 133"/>
              <a:gd name="T55" fmla="*/ 54 h 155"/>
              <a:gd name="T56" fmla="*/ 6 w 133"/>
              <a:gd name="T57" fmla="*/ 58 h 155"/>
              <a:gd name="T58" fmla="*/ 4 w 133"/>
              <a:gd name="T59" fmla="*/ 57 h 155"/>
              <a:gd name="T60" fmla="*/ 1 w 133"/>
              <a:gd name="T61" fmla="*/ 54 h 155"/>
              <a:gd name="T62" fmla="*/ 1 w 133"/>
              <a:gd name="T63" fmla="*/ 49 h 155"/>
              <a:gd name="T64" fmla="*/ 2 w 133"/>
              <a:gd name="T65" fmla="*/ 46 h 155"/>
              <a:gd name="T66" fmla="*/ 6 w 133"/>
              <a:gd name="T67" fmla="*/ 41 h 155"/>
              <a:gd name="T68" fmla="*/ 12 w 133"/>
              <a:gd name="T69" fmla="*/ 35 h 155"/>
              <a:gd name="T70" fmla="*/ 20 w 133"/>
              <a:gd name="T71" fmla="*/ 28 h 155"/>
              <a:gd name="T72" fmla="*/ 30 w 133"/>
              <a:gd name="T73" fmla="*/ 23 h 155"/>
              <a:gd name="T74" fmla="*/ 28 w 133"/>
              <a:gd name="T75" fmla="*/ 15 h 155"/>
              <a:gd name="T76" fmla="*/ 32 w 133"/>
              <a:gd name="T77" fmla="*/ 5 h 155"/>
              <a:gd name="T78" fmla="*/ 43 w 133"/>
              <a:gd name="T79" fmla="*/ 0 h 155"/>
              <a:gd name="T80" fmla="*/ 53 w 133"/>
              <a:gd name="T81" fmla="*/ 5 h 155"/>
              <a:gd name="T82" fmla="*/ 58 w 133"/>
              <a:gd name="T83" fmla="*/ 15 h 155"/>
              <a:gd name="T84" fmla="*/ 57 w 133"/>
              <a:gd name="T85" fmla="*/ 21 h 155"/>
              <a:gd name="T86" fmla="*/ 85 w 133"/>
              <a:gd name="T87" fmla="*/ 21 h 155"/>
              <a:gd name="T88" fmla="*/ 86 w 133"/>
              <a:gd name="T89" fmla="*/ 20 h 155"/>
              <a:gd name="T90" fmla="*/ 87 w 133"/>
              <a:gd name="T91" fmla="*/ 18 h 155"/>
              <a:gd name="T92" fmla="*/ 130 w 133"/>
              <a:gd name="T93" fmla="*/ 9 h 155"/>
              <a:gd name="T94" fmla="*/ 130 w 133"/>
              <a:gd name="T95" fmla="*/ 9 h 155"/>
              <a:gd name="T96" fmla="*/ 132 w 133"/>
              <a:gd name="T97" fmla="*/ 10 h 155"/>
              <a:gd name="T98" fmla="*/ 133 w 133"/>
              <a:gd name="T99" fmla="*/ 12 h 155"/>
              <a:gd name="T100" fmla="*/ 47 w 133"/>
              <a:gd name="T101" fmla="*/ 20 h 155"/>
              <a:gd name="T102" fmla="*/ 49 w 133"/>
              <a:gd name="T103" fmla="*/ 15 h 155"/>
              <a:gd name="T104" fmla="*/ 47 w 133"/>
              <a:gd name="T105" fmla="*/ 11 h 155"/>
              <a:gd name="T106" fmla="*/ 43 w 133"/>
              <a:gd name="T107" fmla="*/ 9 h 155"/>
              <a:gd name="T108" fmla="*/ 38 w 133"/>
              <a:gd name="T109" fmla="*/ 11 h 155"/>
              <a:gd name="T110" fmla="*/ 37 w 133"/>
              <a:gd name="T111" fmla="*/ 15 h 155"/>
              <a:gd name="T112" fmla="*/ 38 w 133"/>
              <a:gd name="T113" fmla="*/ 20 h 155"/>
              <a:gd name="T114" fmla="*/ 43 w 133"/>
              <a:gd name="T115" fmla="*/ 21 h 155"/>
              <a:gd name="T116" fmla="*/ 47 w 133"/>
              <a:gd name="T117" fmla="*/ 20 h 1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33" h="155">
                <a:moveTo>
                  <a:pt x="133" y="12"/>
                </a:moveTo>
                <a:cubicBezTo>
                  <a:pt x="133" y="43"/>
                  <a:pt x="133" y="43"/>
                  <a:pt x="133" y="43"/>
                </a:cubicBezTo>
                <a:cubicBezTo>
                  <a:pt x="133" y="44"/>
                  <a:pt x="133" y="44"/>
                  <a:pt x="132" y="45"/>
                </a:cubicBezTo>
                <a:cubicBezTo>
                  <a:pt x="132" y="45"/>
                  <a:pt x="131" y="46"/>
                  <a:pt x="130" y="46"/>
                </a:cubicBezTo>
                <a:cubicBezTo>
                  <a:pt x="130" y="46"/>
                  <a:pt x="130" y="46"/>
                  <a:pt x="130" y="46"/>
                </a:cubicBezTo>
                <a:cubicBezTo>
                  <a:pt x="87" y="36"/>
                  <a:pt x="87" y="36"/>
                  <a:pt x="87" y="36"/>
                </a:cubicBezTo>
                <a:cubicBezTo>
                  <a:pt x="87" y="36"/>
                  <a:pt x="86" y="36"/>
                  <a:pt x="86" y="35"/>
                </a:cubicBezTo>
                <a:cubicBezTo>
                  <a:pt x="85" y="35"/>
                  <a:pt x="85" y="34"/>
                  <a:pt x="85" y="34"/>
                </a:cubicBezTo>
                <a:cubicBezTo>
                  <a:pt x="61" y="34"/>
                  <a:pt x="61" y="34"/>
                  <a:pt x="61" y="34"/>
                </a:cubicBezTo>
                <a:cubicBezTo>
                  <a:pt x="61" y="43"/>
                  <a:pt x="61" y="43"/>
                  <a:pt x="61" y="43"/>
                </a:cubicBezTo>
                <a:cubicBezTo>
                  <a:pt x="68" y="45"/>
                  <a:pt x="74" y="48"/>
                  <a:pt x="78" y="54"/>
                </a:cubicBezTo>
                <a:cubicBezTo>
                  <a:pt x="83" y="59"/>
                  <a:pt x="85" y="66"/>
                  <a:pt x="85" y="73"/>
                </a:cubicBezTo>
                <a:cubicBezTo>
                  <a:pt x="85" y="148"/>
                  <a:pt x="85" y="148"/>
                  <a:pt x="85" y="148"/>
                </a:cubicBezTo>
                <a:cubicBezTo>
                  <a:pt x="85" y="150"/>
                  <a:pt x="84" y="152"/>
                  <a:pt x="83" y="153"/>
                </a:cubicBezTo>
                <a:cubicBezTo>
                  <a:pt x="82" y="154"/>
                  <a:pt x="81" y="155"/>
                  <a:pt x="79" y="155"/>
                </a:cubicBezTo>
                <a:cubicBezTo>
                  <a:pt x="31" y="155"/>
                  <a:pt x="31" y="155"/>
                  <a:pt x="31" y="155"/>
                </a:cubicBezTo>
                <a:cubicBezTo>
                  <a:pt x="29" y="155"/>
                  <a:pt x="28" y="154"/>
                  <a:pt x="26" y="153"/>
                </a:cubicBezTo>
                <a:cubicBezTo>
                  <a:pt x="25" y="152"/>
                  <a:pt x="25" y="150"/>
                  <a:pt x="25" y="148"/>
                </a:cubicBezTo>
                <a:cubicBezTo>
                  <a:pt x="25" y="73"/>
                  <a:pt x="25" y="73"/>
                  <a:pt x="25" y="73"/>
                </a:cubicBezTo>
                <a:cubicBezTo>
                  <a:pt x="25" y="66"/>
                  <a:pt x="27" y="60"/>
                  <a:pt x="30" y="55"/>
                </a:cubicBezTo>
                <a:cubicBezTo>
                  <a:pt x="34" y="50"/>
                  <a:pt x="40" y="46"/>
                  <a:pt x="46" y="44"/>
                </a:cubicBezTo>
                <a:cubicBezTo>
                  <a:pt x="46" y="34"/>
                  <a:pt x="46" y="34"/>
                  <a:pt x="46" y="34"/>
                </a:cubicBezTo>
                <a:cubicBezTo>
                  <a:pt x="43" y="34"/>
                  <a:pt x="43" y="34"/>
                  <a:pt x="43" y="34"/>
                </a:cubicBezTo>
                <a:cubicBezTo>
                  <a:pt x="39" y="34"/>
                  <a:pt x="35" y="34"/>
                  <a:pt x="32" y="36"/>
                </a:cubicBezTo>
                <a:cubicBezTo>
                  <a:pt x="28" y="37"/>
                  <a:pt x="25" y="39"/>
                  <a:pt x="23" y="41"/>
                </a:cubicBezTo>
                <a:cubicBezTo>
                  <a:pt x="21" y="43"/>
                  <a:pt x="19" y="45"/>
                  <a:pt x="17" y="47"/>
                </a:cubicBezTo>
                <a:cubicBezTo>
                  <a:pt x="15" y="49"/>
                  <a:pt x="14" y="51"/>
                  <a:pt x="13" y="52"/>
                </a:cubicBezTo>
                <a:cubicBezTo>
                  <a:pt x="12" y="53"/>
                  <a:pt x="12" y="54"/>
                  <a:pt x="12" y="54"/>
                </a:cubicBezTo>
                <a:cubicBezTo>
                  <a:pt x="11" y="57"/>
                  <a:pt x="9" y="58"/>
                  <a:pt x="6" y="58"/>
                </a:cubicBezTo>
                <a:cubicBezTo>
                  <a:pt x="5" y="58"/>
                  <a:pt x="4" y="57"/>
                  <a:pt x="4" y="57"/>
                </a:cubicBezTo>
                <a:cubicBezTo>
                  <a:pt x="2" y="56"/>
                  <a:pt x="1" y="55"/>
                  <a:pt x="1" y="54"/>
                </a:cubicBezTo>
                <a:cubicBezTo>
                  <a:pt x="0" y="52"/>
                  <a:pt x="0" y="50"/>
                  <a:pt x="1" y="49"/>
                </a:cubicBezTo>
                <a:cubicBezTo>
                  <a:pt x="1" y="48"/>
                  <a:pt x="2" y="47"/>
                  <a:pt x="2" y="46"/>
                </a:cubicBezTo>
                <a:cubicBezTo>
                  <a:pt x="3" y="45"/>
                  <a:pt x="4" y="44"/>
                  <a:pt x="6" y="41"/>
                </a:cubicBezTo>
                <a:cubicBezTo>
                  <a:pt x="8" y="39"/>
                  <a:pt x="10" y="37"/>
                  <a:pt x="12" y="35"/>
                </a:cubicBezTo>
                <a:cubicBezTo>
                  <a:pt x="14" y="33"/>
                  <a:pt x="16" y="31"/>
                  <a:pt x="20" y="28"/>
                </a:cubicBezTo>
                <a:cubicBezTo>
                  <a:pt x="23" y="26"/>
                  <a:pt x="26" y="25"/>
                  <a:pt x="30" y="23"/>
                </a:cubicBezTo>
                <a:cubicBezTo>
                  <a:pt x="28" y="21"/>
                  <a:pt x="28" y="18"/>
                  <a:pt x="28" y="15"/>
                </a:cubicBezTo>
                <a:cubicBezTo>
                  <a:pt x="28" y="11"/>
                  <a:pt x="29" y="8"/>
                  <a:pt x="32" y="5"/>
                </a:cubicBezTo>
                <a:cubicBezTo>
                  <a:pt x="35" y="2"/>
                  <a:pt x="39" y="0"/>
                  <a:pt x="43" y="0"/>
                </a:cubicBezTo>
                <a:cubicBezTo>
                  <a:pt x="47" y="0"/>
                  <a:pt x="50" y="2"/>
                  <a:pt x="53" y="5"/>
                </a:cubicBezTo>
                <a:cubicBezTo>
                  <a:pt x="56" y="8"/>
                  <a:pt x="58" y="11"/>
                  <a:pt x="58" y="15"/>
                </a:cubicBezTo>
                <a:cubicBezTo>
                  <a:pt x="58" y="17"/>
                  <a:pt x="57" y="19"/>
                  <a:pt x="57" y="21"/>
                </a:cubicBezTo>
                <a:cubicBezTo>
                  <a:pt x="85" y="21"/>
                  <a:pt x="85" y="21"/>
                  <a:pt x="85" y="21"/>
                </a:cubicBezTo>
                <a:cubicBezTo>
                  <a:pt x="85" y="21"/>
                  <a:pt x="85" y="20"/>
                  <a:pt x="86" y="20"/>
                </a:cubicBezTo>
                <a:cubicBezTo>
                  <a:pt x="86" y="19"/>
                  <a:pt x="87" y="19"/>
                  <a:pt x="87" y="18"/>
                </a:cubicBezTo>
                <a:cubicBezTo>
                  <a:pt x="130" y="9"/>
                  <a:pt x="130" y="9"/>
                  <a:pt x="130" y="9"/>
                </a:cubicBezTo>
                <a:cubicBezTo>
                  <a:pt x="130" y="9"/>
                  <a:pt x="130" y="9"/>
                  <a:pt x="130" y="9"/>
                </a:cubicBezTo>
                <a:cubicBezTo>
                  <a:pt x="131" y="9"/>
                  <a:pt x="132" y="10"/>
                  <a:pt x="132" y="10"/>
                </a:cubicBezTo>
                <a:cubicBezTo>
                  <a:pt x="133" y="11"/>
                  <a:pt x="133" y="11"/>
                  <a:pt x="133" y="12"/>
                </a:cubicBezTo>
                <a:close/>
                <a:moveTo>
                  <a:pt x="47" y="20"/>
                </a:moveTo>
                <a:cubicBezTo>
                  <a:pt x="48" y="18"/>
                  <a:pt x="49" y="17"/>
                  <a:pt x="49" y="15"/>
                </a:cubicBezTo>
                <a:cubicBezTo>
                  <a:pt x="49" y="14"/>
                  <a:pt x="48" y="12"/>
                  <a:pt x="47" y="11"/>
                </a:cubicBezTo>
                <a:cubicBezTo>
                  <a:pt x="46" y="10"/>
                  <a:pt x="44" y="9"/>
                  <a:pt x="43" y="9"/>
                </a:cubicBezTo>
                <a:cubicBezTo>
                  <a:pt x="41" y="9"/>
                  <a:pt x="40" y="10"/>
                  <a:pt x="38" y="11"/>
                </a:cubicBezTo>
                <a:cubicBezTo>
                  <a:pt x="37" y="12"/>
                  <a:pt x="37" y="14"/>
                  <a:pt x="37" y="15"/>
                </a:cubicBezTo>
                <a:cubicBezTo>
                  <a:pt x="37" y="17"/>
                  <a:pt x="37" y="18"/>
                  <a:pt x="38" y="20"/>
                </a:cubicBezTo>
                <a:cubicBezTo>
                  <a:pt x="40" y="21"/>
                  <a:pt x="41" y="21"/>
                  <a:pt x="43" y="21"/>
                </a:cubicBezTo>
                <a:cubicBezTo>
                  <a:pt x="44" y="21"/>
                  <a:pt x="46" y="21"/>
                  <a:pt x="47" y="2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78" name="Freeform 281"/>
          <p:cNvSpPr>
            <a:spLocks noEditPoints="1"/>
          </p:cNvSpPr>
          <p:nvPr/>
        </p:nvSpPr>
        <p:spPr bwMode="auto">
          <a:xfrm>
            <a:off x="1275677" y="4396090"/>
            <a:ext cx="222593" cy="222593"/>
          </a:xfrm>
          <a:custGeom>
            <a:avLst/>
            <a:gdLst>
              <a:gd name="T0" fmla="*/ 155 w 155"/>
              <a:gd name="T1" fmla="*/ 3 h 155"/>
              <a:gd name="T2" fmla="*/ 148 w 155"/>
              <a:gd name="T3" fmla="*/ 44 h 155"/>
              <a:gd name="T4" fmla="*/ 124 w 155"/>
              <a:gd name="T5" fmla="*/ 78 h 155"/>
              <a:gd name="T6" fmla="*/ 105 w 155"/>
              <a:gd name="T7" fmla="*/ 95 h 155"/>
              <a:gd name="T8" fmla="*/ 103 w 155"/>
              <a:gd name="T9" fmla="*/ 131 h 155"/>
              <a:gd name="T10" fmla="*/ 102 w 155"/>
              <a:gd name="T11" fmla="*/ 133 h 155"/>
              <a:gd name="T12" fmla="*/ 66 w 155"/>
              <a:gd name="T13" fmla="*/ 154 h 155"/>
              <a:gd name="T14" fmla="*/ 64 w 155"/>
              <a:gd name="T15" fmla="*/ 155 h 155"/>
              <a:gd name="T16" fmla="*/ 62 w 155"/>
              <a:gd name="T17" fmla="*/ 154 h 155"/>
              <a:gd name="T18" fmla="*/ 56 w 155"/>
              <a:gd name="T19" fmla="*/ 148 h 155"/>
              <a:gd name="T20" fmla="*/ 55 w 155"/>
              <a:gd name="T21" fmla="*/ 145 h 155"/>
              <a:gd name="T22" fmla="*/ 63 w 155"/>
              <a:gd name="T23" fmla="*/ 119 h 155"/>
              <a:gd name="T24" fmla="*/ 37 w 155"/>
              <a:gd name="T25" fmla="*/ 92 h 155"/>
              <a:gd name="T26" fmla="*/ 10 w 155"/>
              <a:gd name="T27" fmla="*/ 100 h 155"/>
              <a:gd name="T28" fmla="*/ 10 w 155"/>
              <a:gd name="T29" fmla="*/ 100 h 155"/>
              <a:gd name="T30" fmla="*/ 7 w 155"/>
              <a:gd name="T31" fmla="*/ 99 h 155"/>
              <a:gd name="T32" fmla="*/ 1 w 155"/>
              <a:gd name="T33" fmla="*/ 93 h 155"/>
              <a:gd name="T34" fmla="*/ 1 w 155"/>
              <a:gd name="T35" fmla="*/ 90 h 155"/>
              <a:gd name="T36" fmla="*/ 22 w 155"/>
              <a:gd name="T37" fmla="*/ 53 h 155"/>
              <a:gd name="T38" fmla="*/ 25 w 155"/>
              <a:gd name="T39" fmla="*/ 52 h 155"/>
              <a:gd name="T40" fmla="*/ 60 w 155"/>
              <a:gd name="T41" fmla="*/ 50 h 155"/>
              <a:gd name="T42" fmla="*/ 77 w 155"/>
              <a:gd name="T43" fmla="*/ 31 h 155"/>
              <a:gd name="T44" fmla="*/ 111 w 155"/>
              <a:gd name="T45" fmla="*/ 7 h 155"/>
              <a:gd name="T46" fmla="*/ 152 w 155"/>
              <a:gd name="T47" fmla="*/ 0 h 155"/>
              <a:gd name="T48" fmla="*/ 154 w 155"/>
              <a:gd name="T49" fmla="*/ 1 h 155"/>
              <a:gd name="T50" fmla="*/ 155 w 155"/>
              <a:gd name="T51" fmla="*/ 3 h 155"/>
              <a:gd name="T52" fmla="*/ 131 w 155"/>
              <a:gd name="T53" fmla="*/ 37 h 155"/>
              <a:gd name="T54" fmla="*/ 134 w 155"/>
              <a:gd name="T55" fmla="*/ 31 h 155"/>
              <a:gd name="T56" fmla="*/ 131 w 155"/>
              <a:gd name="T57" fmla="*/ 24 h 155"/>
              <a:gd name="T58" fmla="*/ 125 w 155"/>
              <a:gd name="T59" fmla="*/ 21 h 155"/>
              <a:gd name="T60" fmla="*/ 118 w 155"/>
              <a:gd name="T61" fmla="*/ 24 h 155"/>
              <a:gd name="T62" fmla="*/ 115 w 155"/>
              <a:gd name="T63" fmla="*/ 31 h 155"/>
              <a:gd name="T64" fmla="*/ 118 w 155"/>
              <a:gd name="T65" fmla="*/ 37 h 155"/>
              <a:gd name="T66" fmla="*/ 125 w 155"/>
              <a:gd name="T67" fmla="*/ 40 h 155"/>
              <a:gd name="T68" fmla="*/ 131 w 155"/>
              <a:gd name="T69" fmla="*/ 37 h 1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55" h="155">
                <a:moveTo>
                  <a:pt x="155" y="3"/>
                </a:moveTo>
                <a:cubicBezTo>
                  <a:pt x="155" y="19"/>
                  <a:pt x="152" y="33"/>
                  <a:pt x="148" y="44"/>
                </a:cubicBezTo>
                <a:cubicBezTo>
                  <a:pt x="143" y="55"/>
                  <a:pt x="135" y="67"/>
                  <a:pt x="124" y="78"/>
                </a:cubicBezTo>
                <a:cubicBezTo>
                  <a:pt x="119" y="83"/>
                  <a:pt x="112" y="89"/>
                  <a:pt x="105" y="95"/>
                </a:cubicBezTo>
                <a:cubicBezTo>
                  <a:pt x="103" y="131"/>
                  <a:pt x="103" y="131"/>
                  <a:pt x="103" y="131"/>
                </a:cubicBezTo>
                <a:cubicBezTo>
                  <a:pt x="103" y="132"/>
                  <a:pt x="103" y="132"/>
                  <a:pt x="102" y="133"/>
                </a:cubicBezTo>
                <a:cubicBezTo>
                  <a:pt x="66" y="154"/>
                  <a:pt x="66" y="154"/>
                  <a:pt x="66" y="154"/>
                </a:cubicBezTo>
                <a:cubicBezTo>
                  <a:pt x="65" y="154"/>
                  <a:pt x="65" y="155"/>
                  <a:pt x="64" y="155"/>
                </a:cubicBezTo>
                <a:cubicBezTo>
                  <a:pt x="63" y="155"/>
                  <a:pt x="63" y="154"/>
                  <a:pt x="62" y="154"/>
                </a:cubicBezTo>
                <a:cubicBezTo>
                  <a:pt x="56" y="148"/>
                  <a:pt x="56" y="148"/>
                  <a:pt x="56" y="148"/>
                </a:cubicBezTo>
                <a:cubicBezTo>
                  <a:pt x="55" y="147"/>
                  <a:pt x="55" y="146"/>
                  <a:pt x="55" y="145"/>
                </a:cubicBezTo>
                <a:cubicBezTo>
                  <a:pt x="63" y="119"/>
                  <a:pt x="63" y="119"/>
                  <a:pt x="63" y="119"/>
                </a:cubicBezTo>
                <a:cubicBezTo>
                  <a:pt x="37" y="92"/>
                  <a:pt x="37" y="92"/>
                  <a:pt x="37" y="92"/>
                </a:cubicBezTo>
                <a:cubicBezTo>
                  <a:pt x="10" y="100"/>
                  <a:pt x="10" y="100"/>
                  <a:pt x="10" y="100"/>
                </a:cubicBezTo>
                <a:cubicBezTo>
                  <a:pt x="10" y="100"/>
                  <a:pt x="10" y="100"/>
                  <a:pt x="10" y="100"/>
                </a:cubicBezTo>
                <a:cubicBezTo>
                  <a:pt x="9" y="100"/>
                  <a:pt x="8" y="100"/>
                  <a:pt x="7" y="99"/>
                </a:cubicBezTo>
                <a:cubicBezTo>
                  <a:pt x="1" y="93"/>
                  <a:pt x="1" y="93"/>
                  <a:pt x="1" y="93"/>
                </a:cubicBezTo>
                <a:cubicBezTo>
                  <a:pt x="0" y="92"/>
                  <a:pt x="0" y="91"/>
                  <a:pt x="1" y="90"/>
                </a:cubicBezTo>
                <a:cubicBezTo>
                  <a:pt x="22" y="53"/>
                  <a:pt x="22" y="53"/>
                  <a:pt x="22" y="53"/>
                </a:cubicBezTo>
                <a:cubicBezTo>
                  <a:pt x="23" y="52"/>
                  <a:pt x="24" y="52"/>
                  <a:pt x="25" y="52"/>
                </a:cubicBezTo>
                <a:cubicBezTo>
                  <a:pt x="60" y="50"/>
                  <a:pt x="60" y="50"/>
                  <a:pt x="60" y="50"/>
                </a:cubicBezTo>
                <a:cubicBezTo>
                  <a:pt x="66" y="43"/>
                  <a:pt x="72" y="37"/>
                  <a:pt x="77" y="31"/>
                </a:cubicBezTo>
                <a:cubicBezTo>
                  <a:pt x="89" y="20"/>
                  <a:pt x="100" y="11"/>
                  <a:pt x="111" y="7"/>
                </a:cubicBezTo>
                <a:cubicBezTo>
                  <a:pt x="122" y="3"/>
                  <a:pt x="135" y="0"/>
                  <a:pt x="152" y="0"/>
                </a:cubicBezTo>
                <a:cubicBezTo>
                  <a:pt x="152" y="0"/>
                  <a:pt x="153" y="1"/>
                  <a:pt x="154" y="1"/>
                </a:cubicBezTo>
                <a:cubicBezTo>
                  <a:pt x="154" y="2"/>
                  <a:pt x="155" y="3"/>
                  <a:pt x="155" y="3"/>
                </a:cubicBezTo>
                <a:close/>
                <a:moveTo>
                  <a:pt x="131" y="37"/>
                </a:moveTo>
                <a:cubicBezTo>
                  <a:pt x="133" y="35"/>
                  <a:pt x="134" y="33"/>
                  <a:pt x="134" y="31"/>
                </a:cubicBezTo>
                <a:cubicBezTo>
                  <a:pt x="134" y="28"/>
                  <a:pt x="133" y="26"/>
                  <a:pt x="131" y="24"/>
                </a:cubicBezTo>
                <a:cubicBezTo>
                  <a:pt x="129" y="22"/>
                  <a:pt x="127" y="21"/>
                  <a:pt x="125" y="21"/>
                </a:cubicBezTo>
                <a:cubicBezTo>
                  <a:pt x="122" y="21"/>
                  <a:pt x="120" y="22"/>
                  <a:pt x="118" y="24"/>
                </a:cubicBezTo>
                <a:cubicBezTo>
                  <a:pt x="116" y="26"/>
                  <a:pt x="115" y="28"/>
                  <a:pt x="115" y="31"/>
                </a:cubicBezTo>
                <a:cubicBezTo>
                  <a:pt x="115" y="33"/>
                  <a:pt x="116" y="35"/>
                  <a:pt x="118" y="37"/>
                </a:cubicBezTo>
                <a:cubicBezTo>
                  <a:pt x="120" y="39"/>
                  <a:pt x="122" y="40"/>
                  <a:pt x="125" y="40"/>
                </a:cubicBezTo>
                <a:cubicBezTo>
                  <a:pt x="127" y="40"/>
                  <a:pt x="129" y="39"/>
                  <a:pt x="131" y="3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79" name="Freeform 282"/>
          <p:cNvSpPr>
            <a:spLocks/>
          </p:cNvSpPr>
          <p:nvPr/>
        </p:nvSpPr>
        <p:spPr bwMode="auto">
          <a:xfrm>
            <a:off x="1558781" y="4413379"/>
            <a:ext cx="237721" cy="172887"/>
          </a:xfrm>
          <a:custGeom>
            <a:avLst/>
            <a:gdLst>
              <a:gd name="T0" fmla="*/ 165 w 166"/>
              <a:gd name="T1" fmla="*/ 49 h 121"/>
              <a:gd name="T2" fmla="*/ 149 w 166"/>
              <a:gd name="T3" fmla="*/ 121 h 121"/>
              <a:gd name="T4" fmla="*/ 118 w 166"/>
              <a:gd name="T5" fmla="*/ 121 h 121"/>
              <a:gd name="T6" fmla="*/ 135 w 166"/>
              <a:gd name="T7" fmla="*/ 43 h 121"/>
              <a:gd name="T8" fmla="*/ 133 w 166"/>
              <a:gd name="T9" fmla="*/ 34 h 121"/>
              <a:gd name="T10" fmla="*/ 125 w 166"/>
              <a:gd name="T11" fmla="*/ 31 h 121"/>
              <a:gd name="T12" fmla="*/ 109 w 166"/>
              <a:gd name="T13" fmla="*/ 31 h 121"/>
              <a:gd name="T14" fmla="*/ 90 w 166"/>
              <a:gd name="T15" fmla="*/ 121 h 121"/>
              <a:gd name="T16" fmla="*/ 59 w 166"/>
              <a:gd name="T17" fmla="*/ 121 h 121"/>
              <a:gd name="T18" fmla="*/ 78 w 166"/>
              <a:gd name="T19" fmla="*/ 31 h 121"/>
              <a:gd name="T20" fmla="*/ 51 w 166"/>
              <a:gd name="T21" fmla="*/ 31 h 121"/>
              <a:gd name="T22" fmla="*/ 31 w 166"/>
              <a:gd name="T23" fmla="*/ 121 h 121"/>
              <a:gd name="T24" fmla="*/ 0 w 166"/>
              <a:gd name="T25" fmla="*/ 121 h 121"/>
              <a:gd name="T26" fmla="*/ 19 w 166"/>
              <a:gd name="T27" fmla="*/ 31 h 121"/>
              <a:gd name="T28" fmla="*/ 5 w 166"/>
              <a:gd name="T29" fmla="*/ 0 h 121"/>
              <a:gd name="T30" fmla="*/ 125 w 166"/>
              <a:gd name="T31" fmla="*/ 0 h 121"/>
              <a:gd name="T32" fmla="*/ 143 w 166"/>
              <a:gd name="T33" fmla="*/ 4 h 121"/>
              <a:gd name="T34" fmla="*/ 157 w 166"/>
              <a:gd name="T35" fmla="*/ 15 h 121"/>
              <a:gd name="T36" fmla="*/ 165 w 166"/>
              <a:gd name="T37" fmla="*/ 31 h 121"/>
              <a:gd name="T38" fmla="*/ 165 w 166"/>
              <a:gd name="T39" fmla="*/ 49 h 1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166" h="121">
                <a:moveTo>
                  <a:pt x="165" y="49"/>
                </a:moveTo>
                <a:cubicBezTo>
                  <a:pt x="149" y="121"/>
                  <a:pt x="149" y="121"/>
                  <a:pt x="149" y="121"/>
                </a:cubicBezTo>
                <a:cubicBezTo>
                  <a:pt x="118" y="121"/>
                  <a:pt x="118" y="121"/>
                  <a:pt x="118" y="121"/>
                </a:cubicBezTo>
                <a:cubicBezTo>
                  <a:pt x="135" y="43"/>
                  <a:pt x="135" y="43"/>
                  <a:pt x="135" y="43"/>
                </a:cubicBezTo>
                <a:cubicBezTo>
                  <a:pt x="135" y="39"/>
                  <a:pt x="135" y="36"/>
                  <a:pt x="133" y="34"/>
                </a:cubicBezTo>
                <a:cubicBezTo>
                  <a:pt x="132" y="32"/>
                  <a:pt x="129" y="31"/>
                  <a:pt x="125" y="31"/>
                </a:cubicBezTo>
                <a:cubicBezTo>
                  <a:pt x="109" y="31"/>
                  <a:pt x="109" y="31"/>
                  <a:pt x="109" y="31"/>
                </a:cubicBezTo>
                <a:cubicBezTo>
                  <a:pt x="90" y="121"/>
                  <a:pt x="90" y="121"/>
                  <a:pt x="90" y="121"/>
                </a:cubicBezTo>
                <a:cubicBezTo>
                  <a:pt x="59" y="121"/>
                  <a:pt x="59" y="121"/>
                  <a:pt x="59" y="121"/>
                </a:cubicBezTo>
                <a:cubicBezTo>
                  <a:pt x="78" y="31"/>
                  <a:pt x="78" y="31"/>
                  <a:pt x="78" y="31"/>
                </a:cubicBezTo>
                <a:cubicBezTo>
                  <a:pt x="51" y="31"/>
                  <a:pt x="51" y="31"/>
                  <a:pt x="51" y="31"/>
                </a:cubicBezTo>
                <a:cubicBezTo>
                  <a:pt x="31" y="121"/>
                  <a:pt x="31" y="121"/>
                  <a:pt x="31" y="121"/>
                </a:cubicBezTo>
                <a:cubicBezTo>
                  <a:pt x="0" y="121"/>
                  <a:pt x="0" y="121"/>
                  <a:pt x="0" y="121"/>
                </a:cubicBezTo>
                <a:cubicBezTo>
                  <a:pt x="19" y="31"/>
                  <a:pt x="19" y="31"/>
                  <a:pt x="19" y="31"/>
                </a:cubicBezTo>
                <a:cubicBezTo>
                  <a:pt x="5" y="0"/>
                  <a:pt x="5" y="0"/>
                  <a:pt x="5" y="0"/>
                </a:cubicBezTo>
                <a:cubicBezTo>
                  <a:pt x="125" y="0"/>
                  <a:pt x="125" y="0"/>
                  <a:pt x="125" y="0"/>
                </a:cubicBezTo>
                <a:cubicBezTo>
                  <a:pt x="132" y="0"/>
                  <a:pt x="138" y="2"/>
                  <a:pt x="143" y="4"/>
                </a:cubicBezTo>
                <a:cubicBezTo>
                  <a:pt x="149" y="7"/>
                  <a:pt x="154" y="10"/>
                  <a:pt x="157" y="15"/>
                </a:cubicBezTo>
                <a:cubicBezTo>
                  <a:pt x="161" y="20"/>
                  <a:pt x="164" y="25"/>
                  <a:pt x="165" y="31"/>
                </a:cubicBezTo>
                <a:cubicBezTo>
                  <a:pt x="166" y="37"/>
                  <a:pt x="166" y="43"/>
                  <a:pt x="165" y="4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80" name="Freeform 283"/>
          <p:cNvSpPr>
            <a:spLocks noEditPoints="1"/>
          </p:cNvSpPr>
          <p:nvPr/>
        </p:nvSpPr>
        <p:spPr bwMode="auto">
          <a:xfrm>
            <a:off x="1863493" y="4396089"/>
            <a:ext cx="209627" cy="209627"/>
          </a:xfrm>
          <a:custGeom>
            <a:avLst/>
            <a:gdLst>
              <a:gd name="T0" fmla="*/ 136 w 146"/>
              <a:gd name="T1" fmla="*/ 36 h 146"/>
              <a:gd name="T2" fmla="*/ 146 w 146"/>
              <a:gd name="T3" fmla="*/ 73 h 146"/>
              <a:gd name="T4" fmla="*/ 136 w 146"/>
              <a:gd name="T5" fmla="*/ 109 h 146"/>
              <a:gd name="T6" fmla="*/ 109 w 146"/>
              <a:gd name="T7" fmla="*/ 136 h 146"/>
              <a:gd name="T8" fmla="*/ 73 w 146"/>
              <a:gd name="T9" fmla="*/ 146 h 146"/>
              <a:gd name="T10" fmla="*/ 37 w 146"/>
              <a:gd name="T11" fmla="*/ 136 h 146"/>
              <a:gd name="T12" fmla="*/ 10 w 146"/>
              <a:gd name="T13" fmla="*/ 109 h 146"/>
              <a:gd name="T14" fmla="*/ 0 w 146"/>
              <a:gd name="T15" fmla="*/ 73 h 146"/>
              <a:gd name="T16" fmla="*/ 10 w 146"/>
              <a:gd name="T17" fmla="*/ 36 h 146"/>
              <a:gd name="T18" fmla="*/ 37 w 146"/>
              <a:gd name="T19" fmla="*/ 10 h 146"/>
              <a:gd name="T20" fmla="*/ 73 w 146"/>
              <a:gd name="T21" fmla="*/ 0 h 146"/>
              <a:gd name="T22" fmla="*/ 109 w 146"/>
              <a:gd name="T23" fmla="*/ 10 h 146"/>
              <a:gd name="T24" fmla="*/ 136 w 146"/>
              <a:gd name="T25" fmla="*/ 36 h 146"/>
              <a:gd name="T26" fmla="*/ 86 w 146"/>
              <a:gd name="T27" fmla="*/ 120 h 146"/>
              <a:gd name="T28" fmla="*/ 96 w 146"/>
              <a:gd name="T29" fmla="*/ 110 h 146"/>
              <a:gd name="T30" fmla="*/ 98 w 146"/>
              <a:gd name="T31" fmla="*/ 106 h 146"/>
              <a:gd name="T32" fmla="*/ 96 w 146"/>
              <a:gd name="T33" fmla="*/ 102 h 146"/>
              <a:gd name="T34" fmla="*/ 67 w 146"/>
              <a:gd name="T35" fmla="*/ 73 h 146"/>
              <a:gd name="T36" fmla="*/ 96 w 146"/>
              <a:gd name="T37" fmla="*/ 44 h 146"/>
              <a:gd name="T38" fmla="*/ 98 w 146"/>
              <a:gd name="T39" fmla="*/ 40 h 146"/>
              <a:gd name="T40" fmla="*/ 96 w 146"/>
              <a:gd name="T41" fmla="*/ 35 h 146"/>
              <a:gd name="T42" fmla="*/ 86 w 146"/>
              <a:gd name="T43" fmla="*/ 26 h 146"/>
              <a:gd name="T44" fmla="*/ 82 w 146"/>
              <a:gd name="T45" fmla="*/ 24 h 146"/>
              <a:gd name="T46" fmla="*/ 78 w 146"/>
              <a:gd name="T47" fmla="*/ 26 h 146"/>
              <a:gd name="T48" fmla="*/ 35 w 146"/>
              <a:gd name="T49" fmla="*/ 69 h 146"/>
              <a:gd name="T50" fmla="*/ 33 w 146"/>
              <a:gd name="T51" fmla="*/ 73 h 146"/>
              <a:gd name="T52" fmla="*/ 35 w 146"/>
              <a:gd name="T53" fmla="*/ 77 h 146"/>
              <a:gd name="T54" fmla="*/ 78 w 146"/>
              <a:gd name="T55" fmla="*/ 120 h 146"/>
              <a:gd name="T56" fmla="*/ 82 w 146"/>
              <a:gd name="T57" fmla="*/ 122 h 146"/>
              <a:gd name="T58" fmla="*/ 86 w 146"/>
              <a:gd name="T59" fmla="*/ 120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46" h="146">
                <a:moveTo>
                  <a:pt x="136" y="36"/>
                </a:moveTo>
                <a:cubicBezTo>
                  <a:pt x="142" y="48"/>
                  <a:pt x="146" y="60"/>
                  <a:pt x="146" y="73"/>
                </a:cubicBezTo>
                <a:cubicBezTo>
                  <a:pt x="146" y="86"/>
                  <a:pt x="142" y="98"/>
                  <a:pt x="136" y="109"/>
                </a:cubicBezTo>
                <a:cubicBezTo>
                  <a:pt x="129" y="120"/>
                  <a:pt x="121" y="129"/>
                  <a:pt x="109" y="136"/>
                </a:cubicBezTo>
                <a:cubicBezTo>
                  <a:pt x="98" y="142"/>
                  <a:pt x="86" y="146"/>
                  <a:pt x="73" y="146"/>
                </a:cubicBezTo>
                <a:cubicBezTo>
                  <a:pt x="60" y="146"/>
                  <a:pt x="48" y="142"/>
                  <a:pt x="37" y="136"/>
                </a:cubicBezTo>
                <a:cubicBezTo>
                  <a:pt x="25" y="129"/>
                  <a:pt x="17" y="120"/>
                  <a:pt x="10" y="109"/>
                </a:cubicBezTo>
                <a:cubicBezTo>
                  <a:pt x="4" y="98"/>
                  <a:pt x="0" y="86"/>
                  <a:pt x="0" y="73"/>
                </a:cubicBezTo>
                <a:cubicBezTo>
                  <a:pt x="0" y="60"/>
                  <a:pt x="4" y="48"/>
                  <a:pt x="10" y="36"/>
                </a:cubicBezTo>
                <a:cubicBezTo>
                  <a:pt x="17" y="25"/>
                  <a:pt x="25" y="17"/>
                  <a:pt x="37" y="10"/>
                </a:cubicBezTo>
                <a:cubicBezTo>
                  <a:pt x="48" y="4"/>
                  <a:pt x="60" y="0"/>
                  <a:pt x="73" y="0"/>
                </a:cubicBezTo>
                <a:cubicBezTo>
                  <a:pt x="86" y="0"/>
                  <a:pt x="98" y="4"/>
                  <a:pt x="109" y="10"/>
                </a:cubicBezTo>
                <a:cubicBezTo>
                  <a:pt x="121" y="17"/>
                  <a:pt x="129" y="25"/>
                  <a:pt x="136" y="36"/>
                </a:cubicBezTo>
                <a:close/>
                <a:moveTo>
                  <a:pt x="86" y="120"/>
                </a:moveTo>
                <a:cubicBezTo>
                  <a:pt x="96" y="110"/>
                  <a:pt x="96" y="110"/>
                  <a:pt x="96" y="110"/>
                </a:cubicBezTo>
                <a:cubicBezTo>
                  <a:pt x="97" y="109"/>
                  <a:pt x="98" y="108"/>
                  <a:pt x="98" y="106"/>
                </a:cubicBezTo>
                <a:cubicBezTo>
                  <a:pt x="98" y="105"/>
                  <a:pt x="97" y="103"/>
                  <a:pt x="96" y="102"/>
                </a:cubicBezTo>
                <a:cubicBezTo>
                  <a:pt x="67" y="73"/>
                  <a:pt x="67" y="73"/>
                  <a:pt x="67" y="73"/>
                </a:cubicBezTo>
                <a:cubicBezTo>
                  <a:pt x="96" y="44"/>
                  <a:pt x="96" y="44"/>
                  <a:pt x="96" y="44"/>
                </a:cubicBezTo>
                <a:cubicBezTo>
                  <a:pt x="97" y="43"/>
                  <a:pt x="98" y="41"/>
                  <a:pt x="98" y="40"/>
                </a:cubicBezTo>
                <a:cubicBezTo>
                  <a:pt x="98" y="38"/>
                  <a:pt x="97" y="37"/>
                  <a:pt x="96" y="35"/>
                </a:cubicBezTo>
                <a:cubicBezTo>
                  <a:pt x="86" y="26"/>
                  <a:pt x="86" y="26"/>
                  <a:pt x="86" y="26"/>
                </a:cubicBezTo>
                <a:cubicBezTo>
                  <a:pt x="85" y="25"/>
                  <a:pt x="84" y="24"/>
                  <a:pt x="82" y="24"/>
                </a:cubicBezTo>
                <a:cubicBezTo>
                  <a:pt x="80" y="24"/>
                  <a:pt x="79" y="25"/>
                  <a:pt x="78" y="26"/>
                </a:cubicBezTo>
                <a:cubicBezTo>
                  <a:pt x="35" y="69"/>
                  <a:pt x="35" y="69"/>
                  <a:pt x="35" y="69"/>
                </a:cubicBezTo>
                <a:cubicBezTo>
                  <a:pt x="34" y="70"/>
                  <a:pt x="33" y="71"/>
                  <a:pt x="33" y="73"/>
                </a:cubicBezTo>
                <a:cubicBezTo>
                  <a:pt x="33" y="75"/>
                  <a:pt x="34" y="76"/>
                  <a:pt x="35" y="77"/>
                </a:cubicBezTo>
                <a:cubicBezTo>
                  <a:pt x="78" y="120"/>
                  <a:pt x="78" y="120"/>
                  <a:pt x="78" y="120"/>
                </a:cubicBezTo>
                <a:cubicBezTo>
                  <a:pt x="79" y="121"/>
                  <a:pt x="80" y="122"/>
                  <a:pt x="82" y="122"/>
                </a:cubicBezTo>
                <a:cubicBezTo>
                  <a:pt x="84" y="122"/>
                  <a:pt x="85" y="121"/>
                  <a:pt x="86" y="12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81" name="Freeform 284"/>
          <p:cNvSpPr>
            <a:spLocks noEditPoints="1"/>
          </p:cNvSpPr>
          <p:nvPr/>
        </p:nvSpPr>
        <p:spPr bwMode="auto">
          <a:xfrm>
            <a:off x="2133631" y="4396089"/>
            <a:ext cx="207464" cy="209627"/>
          </a:xfrm>
          <a:custGeom>
            <a:avLst/>
            <a:gdLst>
              <a:gd name="T0" fmla="*/ 135 w 145"/>
              <a:gd name="T1" fmla="*/ 36 h 146"/>
              <a:gd name="T2" fmla="*/ 145 w 145"/>
              <a:gd name="T3" fmla="*/ 73 h 146"/>
              <a:gd name="T4" fmla="*/ 135 w 145"/>
              <a:gd name="T5" fmla="*/ 109 h 146"/>
              <a:gd name="T6" fmla="*/ 109 w 145"/>
              <a:gd name="T7" fmla="*/ 136 h 146"/>
              <a:gd name="T8" fmla="*/ 72 w 145"/>
              <a:gd name="T9" fmla="*/ 146 h 146"/>
              <a:gd name="T10" fmla="*/ 36 w 145"/>
              <a:gd name="T11" fmla="*/ 136 h 146"/>
              <a:gd name="T12" fmla="*/ 9 w 145"/>
              <a:gd name="T13" fmla="*/ 109 h 146"/>
              <a:gd name="T14" fmla="*/ 0 w 145"/>
              <a:gd name="T15" fmla="*/ 73 h 146"/>
              <a:gd name="T16" fmla="*/ 9 w 145"/>
              <a:gd name="T17" fmla="*/ 36 h 146"/>
              <a:gd name="T18" fmla="*/ 36 w 145"/>
              <a:gd name="T19" fmla="*/ 10 h 146"/>
              <a:gd name="T20" fmla="*/ 72 w 145"/>
              <a:gd name="T21" fmla="*/ 0 h 146"/>
              <a:gd name="T22" fmla="*/ 109 w 145"/>
              <a:gd name="T23" fmla="*/ 10 h 146"/>
              <a:gd name="T24" fmla="*/ 135 w 145"/>
              <a:gd name="T25" fmla="*/ 36 h 146"/>
              <a:gd name="T26" fmla="*/ 68 w 145"/>
              <a:gd name="T27" fmla="*/ 120 h 146"/>
              <a:gd name="T28" fmla="*/ 110 w 145"/>
              <a:gd name="T29" fmla="*/ 77 h 146"/>
              <a:gd name="T30" fmla="*/ 112 w 145"/>
              <a:gd name="T31" fmla="*/ 73 h 146"/>
              <a:gd name="T32" fmla="*/ 110 w 145"/>
              <a:gd name="T33" fmla="*/ 69 h 146"/>
              <a:gd name="T34" fmla="*/ 68 w 145"/>
              <a:gd name="T35" fmla="*/ 26 h 146"/>
              <a:gd name="T36" fmla="*/ 63 w 145"/>
              <a:gd name="T37" fmla="*/ 24 h 146"/>
              <a:gd name="T38" fmla="*/ 59 w 145"/>
              <a:gd name="T39" fmla="*/ 26 h 146"/>
              <a:gd name="T40" fmla="*/ 49 w 145"/>
              <a:gd name="T41" fmla="*/ 35 h 146"/>
              <a:gd name="T42" fmla="*/ 48 w 145"/>
              <a:gd name="T43" fmla="*/ 40 h 146"/>
              <a:gd name="T44" fmla="*/ 49 w 145"/>
              <a:gd name="T45" fmla="*/ 44 h 146"/>
              <a:gd name="T46" fmla="*/ 78 w 145"/>
              <a:gd name="T47" fmla="*/ 73 h 146"/>
              <a:gd name="T48" fmla="*/ 49 w 145"/>
              <a:gd name="T49" fmla="*/ 102 h 146"/>
              <a:gd name="T50" fmla="*/ 48 w 145"/>
              <a:gd name="T51" fmla="*/ 106 h 146"/>
              <a:gd name="T52" fmla="*/ 49 w 145"/>
              <a:gd name="T53" fmla="*/ 110 h 146"/>
              <a:gd name="T54" fmla="*/ 59 w 145"/>
              <a:gd name="T55" fmla="*/ 120 h 146"/>
              <a:gd name="T56" fmla="*/ 63 w 145"/>
              <a:gd name="T57" fmla="*/ 122 h 146"/>
              <a:gd name="T58" fmla="*/ 68 w 145"/>
              <a:gd name="T59" fmla="*/ 120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45" h="146">
                <a:moveTo>
                  <a:pt x="135" y="36"/>
                </a:moveTo>
                <a:cubicBezTo>
                  <a:pt x="142" y="48"/>
                  <a:pt x="145" y="60"/>
                  <a:pt x="145" y="73"/>
                </a:cubicBezTo>
                <a:cubicBezTo>
                  <a:pt x="145" y="86"/>
                  <a:pt x="142" y="98"/>
                  <a:pt x="135" y="109"/>
                </a:cubicBezTo>
                <a:cubicBezTo>
                  <a:pt x="129" y="120"/>
                  <a:pt x="120" y="129"/>
                  <a:pt x="109" y="136"/>
                </a:cubicBezTo>
                <a:cubicBezTo>
                  <a:pt x="98" y="142"/>
                  <a:pt x="86" y="146"/>
                  <a:pt x="72" y="146"/>
                </a:cubicBezTo>
                <a:cubicBezTo>
                  <a:pt x="59" y="146"/>
                  <a:pt x="47" y="142"/>
                  <a:pt x="36" y="136"/>
                </a:cubicBezTo>
                <a:cubicBezTo>
                  <a:pt x="25" y="129"/>
                  <a:pt x="16" y="120"/>
                  <a:pt x="9" y="109"/>
                </a:cubicBezTo>
                <a:cubicBezTo>
                  <a:pt x="3" y="98"/>
                  <a:pt x="0" y="86"/>
                  <a:pt x="0" y="73"/>
                </a:cubicBezTo>
                <a:cubicBezTo>
                  <a:pt x="0" y="60"/>
                  <a:pt x="3" y="48"/>
                  <a:pt x="9" y="36"/>
                </a:cubicBezTo>
                <a:cubicBezTo>
                  <a:pt x="16" y="25"/>
                  <a:pt x="25" y="17"/>
                  <a:pt x="36" y="10"/>
                </a:cubicBezTo>
                <a:cubicBezTo>
                  <a:pt x="47" y="4"/>
                  <a:pt x="59" y="0"/>
                  <a:pt x="72" y="0"/>
                </a:cubicBezTo>
                <a:cubicBezTo>
                  <a:pt x="86" y="0"/>
                  <a:pt x="98" y="4"/>
                  <a:pt x="109" y="10"/>
                </a:cubicBezTo>
                <a:cubicBezTo>
                  <a:pt x="120" y="17"/>
                  <a:pt x="129" y="25"/>
                  <a:pt x="135" y="36"/>
                </a:cubicBezTo>
                <a:close/>
                <a:moveTo>
                  <a:pt x="68" y="120"/>
                </a:moveTo>
                <a:cubicBezTo>
                  <a:pt x="110" y="77"/>
                  <a:pt x="110" y="77"/>
                  <a:pt x="110" y="77"/>
                </a:cubicBezTo>
                <a:cubicBezTo>
                  <a:pt x="112" y="76"/>
                  <a:pt x="112" y="75"/>
                  <a:pt x="112" y="73"/>
                </a:cubicBezTo>
                <a:cubicBezTo>
                  <a:pt x="112" y="71"/>
                  <a:pt x="112" y="70"/>
                  <a:pt x="110" y="69"/>
                </a:cubicBezTo>
                <a:cubicBezTo>
                  <a:pt x="68" y="26"/>
                  <a:pt x="68" y="26"/>
                  <a:pt x="68" y="26"/>
                </a:cubicBezTo>
                <a:cubicBezTo>
                  <a:pt x="66" y="25"/>
                  <a:pt x="65" y="24"/>
                  <a:pt x="63" y="24"/>
                </a:cubicBezTo>
                <a:cubicBezTo>
                  <a:pt x="62" y="24"/>
                  <a:pt x="60" y="25"/>
                  <a:pt x="59" y="26"/>
                </a:cubicBezTo>
                <a:cubicBezTo>
                  <a:pt x="49" y="35"/>
                  <a:pt x="49" y="35"/>
                  <a:pt x="49" y="35"/>
                </a:cubicBezTo>
                <a:cubicBezTo>
                  <a:pt x="48" y="37"/>
                  <a:pt x="48" y="38"/>
                  <a:pt x="48" y="40"/>
                </a:cubicBezTo>
                <a:cubicBezTo>
                  <a:pt x="48" y="41"/>
                  <a:pt x="48" y="43"/>
                  <a:pt x="49" y="44"/>
                </a:cubicBezTo>
                <a:cubicBezTo>
                  <a:pt x="78" y="73"/>
                  <a:pt x="78" y="73"/>
                  <a:pt x="78" y="73"/>
                </a:cubicBezTo>
                <a:cubicBezTo>
                  <a:pt x="49" y="102"/>
                  <a:pt x="49" y="102"/>
                  <a:pt x="49" y="102"/>
                </a:cubicBezTo>
                <a:cubicBezTo>
                  <a:pt x="48" y="103"/>
                  <a:pt x="48" y="105"/>
                  <a:pt x="48" y="106"/>
                </a:cubicBezTo>
                <a:cubicBezTo>
                  <a:pt x="48" y="108"/>
                  <a:pt x="48" y="109"/>
                  <a:pt x="49" y="110"/>
                </a:cubicBezTo>
                <a:cubicBezTo>
                  <a:pt x="59" y="120"/>
                  <a:pt x="59" y="120"/>
                  <a:pt x="59" y="120"/>
                </a:cubicBezTo>
                <a:cubicBezTo>
                  <a:pt x="60" y="121"/>
                  <a:pt x="62" y="122"/>
                  <a:pt x="63" y="122"/>
                </a:cubicBezTo>
                <a:cubicBezTo>
                  <a:pt x="65" y="122"/>
                  <a:pt x="66" y="121"/>
                  <a:pt x="68" y="12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82" name="Freeform 285"/>
          <p:cNvSpPr>
            <a:spLocks noEditPoints="1"/>
          </p:cNvSpPr>
          <p:nvPr/>
        </p:nvSpPr>
        <p:spPr bwMode="auto">
          <a:xfrm>
            <a:off x="2403768" y="4396089"/>
            <a:ext cx="207464" cy="209627"/>
          </a:xfrm>
          <a:custGeom>
            <a:avLst/>
            <a:gdLst>
              <a:gd name="T0" fmla="*/ 136 w 145"/>
              <a:gd name="T1" fmla="*/ 36 h 146"/>
              <a:gd name="T2" fmla="*/ 145 w 145"/>
              <a:gd name="T3" fmla="*/ 73 h 146"/>
              <a:gd name="T4" fmla="*/ 136 w 145"/>
              <a:gd name="T5" fmla="*/ 109 h 146"/>
              <a:gd name="T6" fmla="*/ 109 w 145"/>
              <a:gd name="T7" fmla="*/ 136 h 146"/>
              <a:gd name="T8" fmla="*/ 73 w 145"/>
              <a:gd name="T9" fmla="*/ 146 h 146"/>
              <a:gd name="T10" fmla="*/ 36 w 145"/>
              <a:gd name="T11" fmla="*/ 136 h 146"/>
              <a:gd name="T12" fmla="*/ 10 w 145"/>
              <a:gd name="T13" fmla="*/ 109 h 146"/>
              <a:gd name="T14" fmla="*/ 0 w 145"/>
              <a:gd name="T15" fmla="*/ 73 h 146"/>
              <a:gd name="T16" fmla="*/ 10 w 145"/>
              <a:gd name="T17" fmla="*/ 36 h 146"/>
              <a:gd name="T18" fmla="*/ 36 w 145"/>
              <a:gd name="T19" fmla="*/ 10 h 146"/>
              <a:gd name="T20" fmla="*/ 73 w 145"/>
              <a:gd name="T21" fmla="*/ 0 h 146"/>
              <a:gd name="T22" fmla="*/ 109 w 145"/>
              <a:gd name="T23" fmla="*/ 10 h 146"/>
              <a:gd name="T24" fmla="*/ 136 w 145"/>
              <a:gd name="T25" fmla="*/ 36 h 146"/>
              <a:gd name="T26" fmla="*/ 110 w 145"/>
              <a:gd name="T27" fmla="*/ 96 h 146"/>
              <a:gd name="T28" fmla="*/ 120 w 145"/>
              <a:gd name="T29" fmla="*/ 86 h 146"/>
              <a:gd name="T30" fmla="*/ 122 w 145"/>
              <a:gd name="T31" fmla="*/ 82 h 146"/>
              <a:gd name="T32" fmla="*/ 120 w 145"/>
              <a:gd name="T33" fmla="*/ 78 h 146"/>
              <a:gd name="T34" fmla="*/ 77 w 145"/>
              <a:gd name="T35" fmla="*/ 35 h 146"/>
              <a:gd name="T36" fmla="*/ 73 w 145"/>
              <a:gd name="T37" fmla="*/ 33 h 146"/>
              <a:gd name="T38" fmla="*/ 68 w 145"/>
              <a:gd name="T39" fmla="*/ 35 h 146"/>
              <a:gd name="T40" fmla="*/ 25 w 145"/>
              <a:gd name="T41" fmla="*/ 78 h 146"/>
              <a:gd name="T42" fmla="*/ 24 w 145"/>
              <a:gd name="T43" fmla="*/ 82 h 146"/>
              <a:gd name="T44" fmla="*/ 25 w 145"/>
              <a:gd name="T45" fmla="*/ 86 h 146"/>
              <a:gd name="T46" fmla="*/ 35 w 145"/>
              <a:gd name="T47" fmla="*/ 96 h 146"/>
              <a:gd name="T48" fmla="*/ 39 w 145"/>
              <a:gd name="T49" fmla="*/ 98 h 146"/>
              <a:gd name="T50" fmla="*/ 44 w 145"/>
              <a:gd name="T51" fmla="*/ 96 h 146"/>
              <a:gd name="T52" fmla="*/ 73 w 145"/>
              <a:gd name="T53" fmla="*/ 67 h 146"/>
              <a:gd name="T54" fmla="*/ 102 w 145"/>
              <a:gd name="T55" fmla="*/ 96 h 146"/>
              <a:gd name="T56" fmla="*/ 106 w 145"/>
              <a:gd name="T57" fmla="*/ 98 h 146"/>
              <a:gd name="T58" fmla="*/ 110 w 145"/>
              <a:gd name="T59" fmla="*/ 96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45" h="146">
                <a:moveTo>
                  <a:pt x="136" y="36"/>
                </a:moveTo>
                <a:cubicBezTo>
                  <a:pt x="142" y="48"/>
                  <a:pt x="145" y="60"/>
                  <a:pt x="145" y="73"/>
                </a:cubicBezTo>
                <a:cubicBezTo>
                  <a:pt x="145" y="86"/>
                  <a:pt x="142" y="98"/>
                  <a:pt x="136" y="109"/>
                </a:cubicBezTo>
                <a:cubicBezTo>
                  <a:pt x="129" y="120"/>
                  <a:pt x="120" y="129"/>
                  <a:pt x="109" y="136"/>
                </a:cubicBezTo>
                <a:cubicBezTo>
                  <a:pt x="98" y="142"/>
                  <a:pt x="86" y="146"/>
                  <a:pt x="73" y="146"/>
                </a:cubicBezTo>
                <a:cubicBezTo>
                  <a:pt x="59" y="146"/>
                  <a:pt x="47" y="142"/>
                  <a:pt x="36" y="136"/>
                </a:cubicBezTo>
                <a:cubicBezTo>
                  <a:pt x="25" y="129"/>
                  <a:pt x="16" y="120"/>
                  <a:pt x="10" y="109"/>
                </a:cubicBezTo>
                <a:cubicBezTo>
                  <a:pt x="3" y="98"/>
                  <a:pt x="0" y="86"/>
                  <a:pt x="0" y="73"/>
                </a:cubicBezTo>
                <a:cubicBezTo>
                  <a:pt x="0" y="60"/>
                  <a:pt x="3" y="48"/>
                  <a:pt x="10" y="36"/>
                </a:cubicBezTo>
                <a:cubicBezTo>
                  <a:pt x="16" y="25"/>
                  <a:pt x="25" y="17"/>
                  <a:pt x="36" y="10"/>
                </a:cubicBezTo>
                <a:cubicBezTo>
                  <a:pt x="47" y="4"/>
                  <a:pt x="59" y="0"/>
                  <a:pt x="73" y="0"/>
                </a:cubicBezTo>
                <a:cubicBezTo>
                  <a:pt x="86" y="0"/>
                  <a:pt x="98" y="4"/>
                  <a:pt x="109" y="10"/>
                </a:cubicBezTo>
                <a:cubicBezTo>
                  <a:pt x="120" y="17"/>
                  <a:pt x="129" y="25"/>
                  <a:pt x="136" y="36"/>
                </a:cubicBezTo>
                <a:close/>
                <a:moveTo>
                  <a:pt x="110" y="96"/>
                </a:moveTo>
                <a:cubicBezTo>
                  <a:pt x="120" y="86"/>
                  <a:pt x="120" y="86"/>
                  <a:pt x="120" y="86"/>
                </a:cubicBezTo>
                <a:cubicBezTo>
                  <a:pt x="121" y="85"/>
                  <a:pt x="122" y="84"/>
                  <a:pt x="122" y="82"/>
                </a:cubicBezTo>
                <a:cubicBezTo>
                  <a:pt x="122" y="80"/>
                  <a:pt x="121" y="79"/>
                  <a:pt x="120" y="78"/>
                </a:cubicBezTo>
                <a:cubicBezTo>
                  <a:pt x="77" y="35"/>
                  <a:pt x="77" y="35"/>
                  <a:pt x="77" y="35"/>
                </a:cubicBezTo>
                <a:cubicBezTo>
                  <a:pt x="76" y="34"/>
                  <a:pt x="74" y="33"/>
                  <a:pt x="73" y="33"/>
                </a:cubicBezTo>
                <a:cubicBezTo>
                  <a:pt x="71" y="33"/>
                  <a:pt x="70" y="34"/>
                  <a:pt x="68" y="35"/>
                </a:cubicBezTo>
                <a:cubicBezTo>
                  <a:pt x="25" y="78"/>
                  <a:pt x="25" y="78"/>
                  <a:pt x="25" y="78"/>
                </a:cubicBezTo>
                <a:cubicBezTo>
                  <a:pt x="24" y="79"/>
                  <a:pt x="24" y="80"/>
                  <a:pt x="24" y="82"/>
                </a:cubicBezTo>
                <a:cubicBezTo>
                  <a:pt x="24" y="84"/>
                  <a:pt x="24" y="85"/>
                  <a:pt x="25" y="86"/>
                </a:cubicBezTo>
                <a:cubicBezTo>
                  <a:pt x="35" y="96"/>
                  <a:pt x="35" y="96"/>
                  <a:pt x="35" y="96"/>
                </a:cubicBezTo>
                <a:cubicBezTo>
                  <a:pt x="36" y="97"/>
                  <a:pt x="38" y="98"/>
                  <a:pt x="39" y="98"/>
                </a:cubicBezTo>
                <a:cubicBezTo>
                  <a:pt x="41" y="98"/>
                  <a:pt x="42" y="97"/>
                  <a:pt x="44" y="96"/>
                </a:cubicBezTo>
                <a:cubicBezTo>
                  <a:pt x="73" y="67"/>
                  <a:pt x="73" y="67"/>
                  <a:pt x="73" y="67"/>
                </a:cubicBezTo>
                <a:cubicBezTo>
                  <a:pt x="102" y="96"/>
                  <a:pt x="102" y="96"/>
                  <a:pt x="102" y="96"/>
                </a:cubicBezTo>
                <a:cubicBezTo>
                  <a:pt x="103" y="97"/>
                  <a:pt x="104" y="98"/>
                  <a:pt x="106" y="98"/>
                </a:cubicBezTo>
                <a:cubicBezTo>
                  <a:pt x="108" y="98"/>
                  <a:pt x="109" y="97"/>
                  <a:pt x="110" y="9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83" name="Freeform 286"/>
          <p:cNvSpPr>
            <a:spLocks noEditPoints="1"/>
          </p:cNvSpPr>
          <p:nvPr/>
        </p:nvSpPr>
        <p:spPr bwMode="auto">
          <a:xfrm>
            <a:off x="2671744" y="4396089"/>
            <a:ext cx="209627" cy="209627"/>
          </a:xfrm>
          <a:custGeom>
            <a:avLst/>
            <a:gdLst>
              <a:gd name="T0" fmla="*/ 136 w 146"/>
              <a:gd name="T1" fmla="*/ 36 h 146"/>
              <a:gd name="T2" fmla="*/ 146 w 146"/>
              <a:gd name="T3" fmla="*/ 73 h 146"/>
              <a:gd name="T4" fmla="*/ 136 w 146"/>
              <a:gd name="T5" fmla="*/ 109 h 146"/>
              <a:gd name="T6" fmla="*/ 109 w 146"/>
              <a:gd name="T7" fmla="*/ 136 h 146"/>
              <a:gd name="T8" fmla="*/ 73 w 146"/>
              <a:gd name="T9" fmla="*/ 146 h 146"/>
              <a:gd name="T10" fmla="*/ 37 w 146"/>
              <a:gd name="T11" fmla="*/ 136 h 146"/>
              <a:gd name="T12" fmla="*/ 10 w 146"/>
              <a:gd name="T13" fmla="*/ 109 h 146"/>
              <a:gd name="T14" fmla="*/ 0 w 146"/>
              <a:gd name="T15" fmla="*/ 73 h 146"/>
              <a:gd name="T16" fmla="*/ 10 w 146"/>
              <a:gd name="T17" fmla="*/ 36 h 146"/>
              <a:gd name="T18" fmla="*/ 37 w 146"/>
              <a:gd name="T19" fmla="*/ 10 h 146"/>
              <a:gd name="T20" fmla="*/ 73 w 146"/>
              <a:gd name="T21" fmla="*/ 0 h 146"/>
              <a:gd name="T22" fmla="*/ 109 w 146"/>
              <a:gd name="T23" fmla="*/ 10 h 146"/>
              <a:gd name="T24" fmla="*/ 136 w 146"/>
              <a:gd name="T25" fmla="*/ 36 h 146"/>
              <a:gd name="T26" fmla="*/ 77 w 146"/>
              <a:gd name="T27" fmla="*/ 111 h 146"/>
              <a:gd name="T28" fmla="*/ 120 w 146"/>
              <a:gd name="T29" fmla="*/ 68 h 146"/>
              <a:gd name="T30" fmla="*/ 122 w 146"/>
              <a:gd name="T31" fmla="*/ 64 h 146"/>
              <a:gd name="T32" fmla="*/ 120 w 146"/>
              <a:gd name="T33" fmla="*/ 60 h 146"/>
              <a:gd name="T34" fmla="*/ 110 w 146"/>
              <a:gd name="T35" fmla="*/ 50 h 146"/>
              <a:gd name="T36" fmla="*/ 106 w 146"/>
              <a:gd name="T37" fmla="*/ 48 h 146"/>
              <a:gd name="T38" fmla="*/ 102 w 146"/>
              <a:gd name="T39" fmla="*/ 50 h 146"/>
              <a:gd name="T40" fmla="*/ 73 w 146"/>
              <a:gd name="T41" fmla="*/ 79 h 146"/>
              <a:gd name="T42" fmla="*/ 44 w 146"/>
              <a:gd name="T43" fmla="*/ 50 h 146"/>
              <a:gd name="T44" fmla="*/ 40 w 146"/>
              <a:gd name="T45" fmla="*/ 48 h 146"/>
              <a:gd name="T46" fmla="*/ 35 w 146"/>
              <a:gd name="T47" fmla="*/ 50 h 146"/>
              <a:gd name="T48" fmla="*/ 26 w 146"/>
              <a:gd name="T49" fmla="*/ 60 h 146"/>
              <a:gd name="T50" fmla="*/ 24 w 146"/>
              <a:gd name="T51" fmla="*/ 64 h 146"/>
              <a:gd name="T52" fmla="*/ 26 w 146"/>
              <a:gd name="T53" fmla="*/ 68 h 146"/>
              <a:gd name="T54" fmla="*/ 69 w 146"/>
              <a:gd name="T55" fmla="*/ 111 h 146"/>
              <a:gd name="T56" fmla="*/ 73 w 146"/>
              <a:gd name="T57" fmla="*/ 113 h 146"/>
              <a:gd name="T58" fmla="*/ 77 w 146"/>
              <a:gd name="T59" fmla="*/ 111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46" h="146">
                <a:moveTo>
                  <a:pt x="136" y="36"/>
                </a:moveTo>
                <a:cubicBezTo>
                  <a:pt x="142" y="48"/>
                  <a:pt x="146" y="60"/>
                  <a:pt x="146" y="73"/>
                </a:cubicBezTo>
                <a:cubicBezTo>
                  <a:pt x="146" y="86"/>
                  <a:pt x="142" y="98"/>
                  <a:pt x="136" y="109"/>
                </a:cubicBezTo>
                <a:cubicBezTo>
                  <a:pt x="129" y="120"/>
                  <a:pt x="121" y="129"/>
                  <a:pt x="109" y="136"/>
                </a:cubicBezTo>
                <a:cubicBezTo>
                  <a:pt x="98" y="142"/>
                  <a:pt x="86" y="146"/>
                  <a:pt x="73" y="146"/>
                </a:cubicBezTo>
                <a:cubicBezTo>
                  <a:pt x="60" y="146"/>
                  <a:pt x="48" y="142"/>
                  <a:pt x="37" y="136"/>
                </a:cubicBezTo>
                <a:cubicBezTo>
                  <a:pt x="25" y="129"/>
                  <a:pt x="17" y="120"/>
                  <a:pt x="10" y="109"/>
                </a:cubicBezTo>
                <a:cubicBezTo>
                  <a:pt x="4" y="98"/>
                  <a:pt x="0" y="86"/>
                  <a:pt x="0" y="73"/>
                </a:cubicBezTo>
                <a:cubicBezTo>
                  <a:pt x="0" y="60"/>
                  <a:pt x="4" y="48"/>
                  <a:pt x="10" y="36"/>
                </a:cubicBezTo>
                <a:cubicBezTo>
                  <a:pt x="17" y="25"/>
                  <a:pt x="25" y="17"/>
                  <a:pt x="37" y="10"/>
                </a:cubicBezTo>
                <a:cubicBezTo>
                  <a:pt x="48" y="4"/>
                  <a:pt x="60" y="0"/>
                  <a:pt x="73" y="0"/>
                </a:cubicBezTo>
                <a:cubicBezTo>
                  <a:pt x="86" y="0"/>
                  <a:pt x="98" y="4"/>
                  <a:pt x="109" y="10"/>
                </a:cubicBezTo>
                <a:cubicBezTo>
                  <a:pt x="121" y="17"/>
                  <a:pt x="129" y="25"/>
                  <a:pt x="136" y="36"/>
                </a:cubicBezTo>
                <a:close/>
                <a:moveTo>
                  <a:pt x="77" y="111"/>
                </a:moveTo>
                <a:cubicBezTo>
                  <a:pt x="120" y="68"/>
                  <a:pt x="120" y="68"/>
                  <a:pt x="120" y="68"/>
                </a:cubicBezTo>
                <a:cubicBezTo>
                  <a:pt x="121" y="67"/>
                  <a:pt x="122" y="65"/>
                  <a:pt x="122" y="64"/>
                </a:cubicBezTo>
                <a:cubicBezTo>
                  <a:pt x="122" y="62"/>
                  <a:pt x="121" y="61"/>
                  <a:pt x="120" y="60"/>
                </a:cubicBezTo>
                <a:cubicBezTo>
                  <a:pt x="110" y="50"/>
                  <a:pt x="110" y="50"/>
                  <a:pt x="110" y="50"/>
                </a:cubicBezTo>
                <a:cubicBezTo>
                  <a:pt x="109" y="49"/>
                  <a:pt x="108" y="48"/>
                  <a:pt x="106" y="48"/>
                </a:cubicBezTo>
                <a:cubicBezTo>
                  <a:pt x="105" y="48"/>
                  <a:pt x="103" y="49"/>
                  <a:pt x="102" y="50"/>
                </a:cubicBezTo>
                <a:cubicBezTo>
                  <a:pt x="73" y="79"/>
                  <a:pt x="73" y="79"/>
                  <a:pt x="73" y="79"/>
                </a:cubicBezTo>
                <a:cubicBezTo>
                  <a:pt x="44" y="50"/>
                  <a:pt x="44" y="50"/>
                  <a:pt x="44" y="50"/>
                </a:cubicBezTo>
                <a:cubicBezTo>
                  <a:pt x="43" y="49"/>
                  <a:pt x="41" y="48"/>
                  <a:pt x="40" y="48"/>
                </a:cubicBezTo>
                <a:cubicBezTo>
                  <a:pt x="38" y="48"/>
                  <a:pt x="37" y="49"/>
                  <a:pt x="35" y="50"/>
                </a:cubicBezTo>
                <a:cubicBezTo>
                  <a:pt x="26" y="60"/>
                  <a:pt x="26" y="60"/>
                  <a:pt x="26" y="60"/>
                </a:cubicBezTo>
                <a:cubicBezTo>
                  <a:pt x="25" y="61"/>
                  <a:pt x="24" y="62"/>
                  <a:pt x="24" y="64"/>
                </a:cubicBezTo>
                <a:cubicBezTo>
                  <a:pt x="24" y="65"/>
                  <a:pt x="25" y="67"/>
                  <a:pt x="26" y="68"/>
                </a:cubicBezTo>
                <a:cubicBezTo>
                  <a:pt x="69" y="111"/>
                  <a:pt x="69" y="111"/>
                  <a:pt x="69" y="111"/>
                </a:cubicBezTo>
                <a:cubicBezTo>
                  <a:pt x="70" y="112"/>
                  <a:pt x="71" y="113"/>
                  <a:pt x="73" y="113"/>
                </a:cubicBezTo>
                <a:cubicBezTo>
                  <a:pt x="75" y="113"/>
                  <a:pt x="76" y="112"/>
                  <a:pt x="77" y="11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84" name="Freeform 287"/>
          <p:cNvSpPr>
            <a:spLocks noEditPoints="1"/>
          </p:cNvSpPr>
          <p:nvPr/>
        </p:nvSpPr>
        <p:spPr bwMode="auto">
          <a:xfrm>
            <a:off x="2944043" y="4396090"/>
            <a:ext cx="190176" cy="218271"/>
          </a:xfrm>
          <a:custGeom>
            <a:avLst/>
            <a:gdLst>
              <a:gd name="T0" fmla="*/ 0 w 88"/>
              <a:gd name="T1" fmla="*/ 0 h 101"/>
              <a:gd name="T2" fmla="*/ 88 w 88"/>
              <a:gd name="T3" fmla="*/ 0 h 101"/>
              <a:gd name="T4" fmla="*/ 80 w 88"/>
              <a:gd name="T5" fmla="*/ 90 h 101"/>
              <a:gd name="T6" fmla="*/ 44 w 88"/>
              <a:gd name="T7" fmla="*/ 101 h 101"/>
              <a:gd name="T8" fmla="*/ 8 w 88"/>
              <a:gd name="T9" fmla="*/ 90 h 101"/>
              <a:gd name="T10" fmla="*/ 0 w 88"/>
              <a:gd name="T11" fmla="*/ 0 h 101"/>
              <a:gd name="T12" fmla="*/ 71 w 88"/>
              <a:gd name="T13" fmla="*/ 30 h 101"/>
              <a:gd name="T14" fmla="*/ 71 w 88"/>
              <a:gd name="T15" fmla="*/ 19 h 101"/>
              <a:gd name="T16" fmla="*/ 16 w 88"/>
              <a:gd name="T17" fmla="*/ 19 h 101"/>
              <a:gd name="T18" fmla="*/ 19 w 88"/>
              <a:gd name="T19" fmla="*/ 52 h 101"/>
              <a:gd name="T20" fmla="*/ 57 w 88"/>
              <a:gd name="T21" fmla="*/ 52 h 101"/>
              <a:gd name="T22" fmla="*/ 56 w 88"/>
              <a:gd name="T23" fmla="*/ 66 h 101"/>
              <a:gd name="T24" fmla="*/ 44 w 88"/>
              <a:gd name="T25" fmla="*/ 70 h 101"/>
              <a:gd name="T26" fmla="*/ 32 w 88"/>
              <a:gd name="T27" fmla="*/ 66 h 101"/>
              <a:gd name="T28" fmla="*/ 30 w 88"/>
              <a:gd name="T29" fmla="*/ 58 h 101"/>
              <a:gd name="T30" fmla="*/ 20 w 88"/>
              <a:gd name="T31" fmla="*/ 58 h 101"/>
              <a:gd name="T32" fmla="*/ 21 w 88"/>
              <a:gd name="T33" fmla="*/ 75 h 101"/>
              <a:gd name="T34" fmla="*/ 44 w 88"/>
              <a:gd name="T35" fmla="*/ 82 h 101"/>
              <a:gd name="T36" fmla="*/ 44 w 88"/>
              <a:gd name="T37" fmla="*/ 82 h 101"/>
              <a:gd name="T38" fmla="*/ 44 w 88"/>
              <a:gd name="T39" fmla="*/ 82 h 101"/>
              <a:gd name="T40" fmla="*/ 66 w 88"/>
              <a:gd name="T41" fmla="*/ 75 h 101"/>
              <a:gd name="T42" fmla="*/ 69 w 88"/>
              <a:gd name="T43" fmla="*/ 41 h 101"/>
              <a:gd name="T44" fmla="*/ 29 w 88"/>
              <a:gd name="T45" fmla="*/ 41 h 101"/>
              <a:gd name="T46" fmla="*/ 28 w 88"/>
              <a:gd name="T47" fmla="*/ 30 h 101"/>
              <a:gd name="T48" fmla="*/ 71 w 88"/>
              <a:gd name="T49" fmla="*/ 30 h 1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88" h="101">
                <a:moveTo>
                  <a:pt x="0" y="0"/>
                </a:moveTo>
                <a:lnTo>
                  <a:pt x="88" y="0"/>
                </a:lnTo>
                <a:lnTo>
                  <a:pt x="80" y="90"/>
                </a:lnTo>
                <a:lnTo>
                  <a:pt x="44" y="101"/>
                </a:lnTo>
                <a:lnTo>
                  <a:pt x="8" y="90"/>
                </a:lnTo>
                <a:lnTo>
                  <a:pt x="0" y="0"/>
                </a:lnTo>
                <a:close/>
                <a:moveTo>
                  <a:pt x="71" y="30"/>
                </a:moveTo>
                <a:lnTo>
                  <a:pt x="71" y="19"/>
                </a:lnTo>
                <a:lnTo>
                  <a:pt x="16" y="19"/>
                </a:lnTo>
                <a:lnTo>
                  <a:pt x="19" y="52"/>
                </a:lnTo>
                <a:lnTo>
                  <a:pt x="57" y="52"/>
                </a:lnTo>
                <a:lnTo>
                  <a:pt x="56" y="66"/>
                </a:lnTo>
                <a:lnTo>
                  <a:pt x="44" y="70"/>
                </a:lnTo>
                <a:lnTo>
                  <a:pt x="32" y="66"/>
                </a:lnTo>
                <a:lnTo>
                  <a:pt x="30" y="58"/>
                </a:lnTo>
                <a:lnTo>
                  <a:pt x="20" y="58"/>
                </a:lnTo>
                <a:lnTo>
                  <a:pt x="21" y="75"/>
                </a:lnTo>
                <a:lnTo>
                  <a:pt x="44" y="82"/>
                </a:lnTo>
                <a:lnTo>
                  <a:pt x="44" y="82"/>
                </a:lnTo>
                <a:lnTo>
                  <a:pt x="44" y="82"/>
                </a:lnTo>
                <a:lnTo>
                  <a:pt x="66" y="75"/>
                </a:lnTo>
                <a:lnTo>
                  <a:pt x="69" y="41"/>
                </a:lnTo>
                <a:lnTo>
                  <a:pt x="29" y="41"/>
                </a:lnTo>
                <a:lnTo>
                  <a:pt x="28" y="30"/>
                </a:lnTo>
                <a:lnTo>
                  <a:pt x="71" y="3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85" name="Freeform 288"/>
          <p:cNvSpPr>
            <a:spLocks/>
          </p:cNvSpPr>
          <p:nvPr/>
        </p:nvSpPr>
        <p:spPr bwMode="auto">
          <a:xfrm>
            <a:off x="3196889" y="4396090"/>
            <a:ext cx="239883" cy="218271"/>
          </a:xfrm>
          <a:custGeom>
            <a:avLst/>
            <a:gdLst>
              <a:gd name="T0" fmla="*/ 17 w 111"/>
              <a:gd name="T1" fmla="*/ 0 h 101"/>
              <a:gd name="T2" fmla="*/ 111 w 111"/>
              <a:gd name="T3" fmla="*/ 0 h 101"/>
              <a:gd name="T4" fmla="*/ 94 w 111"/>
              <a:gd name="T5" fmla="*/ 84 h 101"/>
              <a:gd name="T6" fmla="*/ 44 w 111"/>
              <a:gd name="T7" fmla="*/ 101 h 101"/>
              <a:gd name="T8" fmla="*/ 0 w 111"/>
              <a:gd name="T9" fmla="*/ 84 h 101"/>
              <a:gd name="T10" fmla="*/ 5 w 111"/>
              <a:gd name="T11" fmla="*/ 62 h 101"/>
              <a:gd name="T12" fmla="*/ 23 w 111"/>
              <a:gd name="T13" fmla="*/ 62 h 101"/>
              <a:gd name="T14" fmla="*/ 21 w 111"/>
              <a:gd name="T15" fmla="*/ 71 h 101"/>
              <a:gd name="T16" fmla="*/ 48 w 111"/>
              <a:gd name="T17" fmla="*/ 81 h 101"/>
              <a:gd name="T18" fmla="*/ 78 w 111"/>
              <a:gd name="T19" fmla="*/ 71 h 101"/>
              <a:gd name="T20" fmla="*/ 82 w 111"/>
              <a:gd name="T21" fmla="*/ 50 h 101"/>
              <a:gd name="T22" fmla="*/ 7 w 111"/>
              <a:gd name="T23" fmla="*/ 50 h 101"/>
              <a:gd name="T24" fmla="*/ 11 w 111"/>
              <a:gd name="T25" fmla="*/ 31 h 101"/>
              <a:gd name="T26" fmla="*/ 86 w 111"/>
              <a:gd name="T27" fmla="*/ 31 h 101"/>
              <a:gd name="T28" fmla="*/ 89 w 111"/>
              <a:gd name="T29" fmla="*/ 19 h 101"/>
              <a:gd name="T30" fmla="*/ 13 w 111"/>
              <a:gd name="T31" fmla="*/ 19 h 101"/>
              <a:gd name="T32" fmla="*/ 17 w 111"/>
              <a:gd name="T33" fmla="*/ 0 h 1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11" h="101">
                <a:moveTo>
                  <a:pt x="17" y="0"/>
                </a:moveTo>
                <a:lnTo>
                  <a:pt x="111" y="0"/>
                </a:lnTo>
                <a:lnTo>
                  <a:pt x="94" y="84"/>
                </a:lnTo>
                <a:lnTo>
                  <a:pt x="44" y="101"/>
                </a:lnTo>
                <a:lnTo>
                  <a:pt x="0" y="84"/>
                </a:lnTo>
                <a:lnTo>
                  <a:pt x="5" y="62"/>
                </a:lnTo>
                <a:lnTo>
                  <a:pt x="23" y="62"/>
                </a:lnTo>
                <a:lnTo>
                  <a:pt x="21" y="71"/>
                </a:lnTo>
                <a:lnTo>
                  <a:pt x="48" y="81"/>
                </a:lnTo>
                <a:lnTo>
                  <a:pt x="78" y="71"/>
                </a:lnTo>
                <a:lnTo>
                  <a:pt x="82" y="50"/>
                </a:lnTo>
                <a:lnTo>
                  <a:pt x="7" y="50"/>
                </a:lnTo>
                <a:lnTo>
                  <a:pt x="11" y="31"/>
                </a:lnTo>
                <a:lnTo>
                  <a:pt x="86" y="31"/>
                </a:lnTo>
                <a:lnTo>
                  <a:pt x="89" y="19"/>
                </a:lnTo>
                <a:lnTo>
                  <a:pt x="13" y="19"/>
                </a:lnTo>
                <a:lnTo>
                  <a:pt x="17" y="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86" name="Freeform 289"/>
          <p:cNvSpPr>
            <a:spLocks noEditPoints="1"/>
          </p:cNvSpPr>
          <p:nvPr/>
        </p:nvSpPr>
        <p:spPr bwMode="auto">
          <a:xfrm>
            <a:off x="3499445" y="4378801"/>
            <a:ext cx="244204" cy="242043"/>
          </a:xfrm>
          <a:custGeom>
            <a:avLst/>
            <a:gdLst>
              <a:gd name="T0" fmla="*/ 170 w 170"/>
              <a:gd name="T1" fmla="*/ 145 h 168"/>
              <a:gd name="T2" fmla="*/ 167 w 170"/>
              <a:gd name="T3" fmla="*/ 148 h 168"/>
              <a:gd name="T4" fmla="*/ 156 w 170"/>
              <a:gd name="T5" fmla="*/ 139 h 168"/>
              <a:gd name="T6" fmla="*/ 85 w 170"/>
              <a:gd name="T7" fmla="*/ 168 h 168"/>
              <a:gd name="T8" fmla="*/ 14 w 170"/>
              <a:gd name="T9" fmla="*/ 139 h 168"/>
              <a:gd name="T10" fmla="*/ 3 w 170"/>
              <a:gd name="T11" fmla="*/ 148 h 168"/>
              <a:gd name="T12" fmla="*/ 0 w 170"/>
              <a:gd name="T13" fmla="*/ 145 h 168"/>
              <a:gd name="T14" fmla="*/ 1 w 170"/>
              <a:gd name="T15" fmla="*/ 110 h 168"/>
              <a:gd name="T16" fmla="*/ 37 w 170"/>
              <a:gd name="T17" fmla="*/ 109 h 168"/>
              <a:gd name="T18" fmla="*/ 39 w 170"/>
              <a:gd name="T19" fmla="*/ 114 h 168"/>
              <a:gd name="T20" fmla="*/ 47 w 170"/>
              <a:gd name="T21" fmla="*/ 138 h 168"/>
              <a:gd name="T22" fmla="*/ 73 w 170"/>
              <a:gd name="T23" fmla="*/ 85 h 168"/>
              <a:gd name="T24" fmla="*/ 51 w 170"/>
              <a:gd name="T25" fmla="*/ 83 h 168"/>
              <a:gd name="T26" fmla="*/ 49 w 170"/>
              <a:gd name="T27" fmla="*/ 67 h 168"/>
              <a:gd name="T28" fmla="*/ 55 w 170"/>
              <a:gd name="T29" fmla="*/ 61 h 168"/>
              <a:gd name="T30" fmla="*/ 73 w 170"/>
              <a:gd name="T31" fmla="*/ 45 h 168"/>
              <a:gd name="T32" fmla="*/ 61 w 170"/>
              <a:gd name="T33" fmla="*/ 24 h 168"/>
              <a:gd name="T34" fmla="*/ 85 w 170"/>
              <a:gd name="T35" fmla="*/ 0 h 168"/>
              <a:gd name="T36" fmla="*/ 109 w 170"/>
              <a:gd name="T37" fmla="*/ 24 h 168"/>
              <a:gd name="T38" fmla="*/ 97 w 170"/>
              <a:gd name="T39" fmla="*/ 45 h 168"/>
              <a:gd name="T40" fmla="*/ 115 w 170"/>
              <a:gd name="T41" fmla="*/ 61 h 168"/>
              <a:gd name="T42" fmla="*/ 121 w 170"/>
              <a:gd name="T43" fmla="*/ 67 h 168"/>
              <a:gd name="T44" fmla="*/ 120 w 170"/>
              <a:gd name="T45" fmla="*/ 83 h 168"/>
              <a:gd name="T46" fmla="*/ 97 w 170"/>
              <a:gd name="T47" fmla="*/ 85 h 168"/>
              <a:gd name="T48" fmla="*/ 123 w 170"/>
              <a:gd name="T49" fmla="*/ 138 h 168"/>
              <a:gd name="T50" fmla="*/ 131 w 170"/>
              <a:gd name="T51" fmla="*/ 114 h 168"/>
              <a:gd name="T52" fmla="*/ 134 w 170"/>
              <a:gd name="T53" fmla="*/ 109 h 168"/>
              <a:gd name="T54" fmla="*/ 169 w 170"/>
              <a:gd name="T55" fmla="*/ 110 h 168"/>
              <a:gd name="T56" fmla="*/ 89 w 170"/>
              <a:gd name="T57" fmla="*/ 29 h 168"/>
              <a:gd name="T58" fmla="*/ 89 w 170"/>
              <a:gd name="T59" fmla="*/ 20 h 168"/>
              <a:gd name="T60" fmla="*/ 81 w 170"/>
              <a:gd name="T61" fmla="*/ 20 h 168"/>
              <a:gd name="T62" fmla="*/ 81 w 170"/>
              <a:gd name="T63" fmla="*/ 29 h 168"/>
              <a:gd name="T64" fmla="*/ 89 w 170"/>
              <a:gd name="T65" fmla="*/ 29 h 1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70" h="168">
                <a:moveTo>
                  <a:pt x="170" y="112"/>
                </a:moveTo>
                <a:cubicBezTo>
                  <a:pt x="170" y="145"/>
                  <a:pt x="170" y="145"/>
                  <a:pt x="170" y="145"/>
                </a:cubicBezTo>
                <a:cubicBezTo>
                  <a:pt x="170" y="147"/>
                  <a:pt x="169" y="148"/>
                  <a:pt x="168" y="148"/>
                </a:cubicBezTo>
                <a:cubicBezTo>
                  <a:pt x="167" y="148"/>
                  <a:pt x="167" y="148"/>
                  <a:pt x="167" y="148"/>
                </a:cubicBezTo>
                <a:cubicBezTo>
                  <a:pt x="166" y="148"/>
                  <a:pt x="165" y="148"/>
                  <a:pt x="165" y="148"/>
                </a:cubicBezTo>
                <a:cubicBezTo>
                  <a:pt x="156" y="139"/>
                  <a:pt x="156" y="139"/>
                  <a:pt x="156" y="139"/>
                </a:cubicBezTo>
                <a:cubicBezTo>
                  <a:pt x="148" y="148"/>
                  <a:pt x="138" y="155"/>
                  <a:pt x="126" y="160"/>
                </a:cubicBezTo>
                <a:cubicBezTo>
                  <a:pt x="113" y="165"/>
                  <a:pt x="100" y="168"/>
                  <a:pt x="85" y="168"/>
                </a:cubicBezTo>
                <a:cubicBezTo>
                  <a:pt x="71" y="168"/>
                  <a:pt x="57" y="165"/>
                  <a:pt x="44" y="160"/>
                </a:cubicBezTo>
                <a:cubicBezTo>
                  <a:pt x="32" y="155"/>
                  <a:pt x="22" y="148"/>
                  <a:pt x="14" y="139"/>
                </a:cubicBezTo>
                <a:cubicBezTo>
                  <a:pt x="6" y="148"/>
                  <a:pt x="6" y="148"/>
                  <a:pt x="6" y="148"/>
                </a:cubicBezTo>
                <a:cubicBezTo>
                  <a:pt x="5" y="148"/>
                  <a:pt x="4" y="148"/>
                  <a:pt x="3" y="148"/>
                </a:cubicBezTo>
                <a:cubicBezTo>
                  <a:pt x="3" y="148"/>
                  <a:pt x="3" y="148"/>
                  <a:pt x="2" y="148"/>
                </a:cubicBezTo>
                <a:cubicBezTo>
                  <a:pt x="1" y="148"/>
                  <a:pt x="0" y="147"/>
                  <a:pt x="0" y="145"/>
                </a:cubicBezTo>
                <a:cubicBezTo>
                  <a:pt x="0" y="112"/>
                  <a:pt x="0" y="112"/>
                  <a:pt x="0" y="112"/>
                </a:cubicBezTo>
                <a:cubicBezTo>
                  <a:pt x="0" y="111"/>
                  <a:pt x="1" y="111"/>
                  <a:pt x="1" y="110"/>
                </a:cubicBezTo>
                <a:cubicBezTo>
                  <a:pt x="2" y="109"/>
                  <a:pt x="3" y="109"/>
                  <a:pt x="3" y="109"/>
                </a:cubicBezTo>
                <a:cubicBezTo>
                  <a:pt x="37" y="109"/>
                  <a:pt x="37" y="109"/>
                  <a:pt x="37" y="109"/>
                </a:cubicBezTo>
                <a:cubicBezTo>
                  <a:pt x="38" y="109"/>
                  <a:pt x="39" y="110"/>
                  <a:pt x="40" y="111"/>
                </a:cubicBezTo>
                <a:cubicBezTo>
                  <a:pt x="40" y="112"/>
                  <a:pt x="40" y="113"/>
                  <a:pt x="39" y="114"/>
                </a:cubicBezTo>
                <a:cubicBezTo>
                  <a:pt x="29" y="124"/>
                  <a:pt x="29" y="124"/>
                  <a:pt x="29" y="124"/>
                </a:cubicBezTo>
                <a:cubicBezTo>
                  <a:pt x="34" y="130"/>
                  <a:pt x="40" y="134"/>
                  <a:pt x="47" y="138"/>
                </a:cubicBezTo>
                <a:cubicBezTo>
                  <a:pt x="55" y="142"/>
                  <a:pt x="64" y="145"/>
                  <a:pt x="73" y="146"/>
                </a:cubicBezTo>
                <a:cubicBezTo>
                  <a:pt x="73" y="85"/>
                  <a:pt x="73" y="85"/>
                  <a:pt x="73" y="85"/>
                </a:cubicBezTo>
                <a:cubicBezTo>
                  <a:pt x="55" y="85"/>
                  <a:pt x="55" y="85"/>
                  <a:pt x="55" y="85"/>
                </a:cubicBezTo>
                <a:cubicBezTo>
                  <a:pt x="53" y="85"/>
                  <a:pt x="52" y="84"/>
                  <a:pt x="51" y="83"/>
                </a:cubicBezTo>
                <a:cubicBezTo>
                  <a:pt x="49" y="82"/>
                  <a:pt x="49" y="81"/>
                  <a:pt x="49" y="79"/>
                </a:cubicBezTo>
                <a:cubicBezTo>
                  <a:pt x="49" y="67"/>
                  <a:pt x="49" y="67"/>
                  <a:pt x="49" y="67"/>
                </a:cubicBezTo>
                <a:cubicBezTo>
                  <a:pt x="49" y="65"/>
                  <a:pt x="49" y="64"/>
                  <a:pt x="51" y="63"/>
                </a:cubicBezTo>
                <a:cubicBezTo>
                  <a:pt x="52" y="61"/>
                  <a:pt x="53" y="61"/>
                  <a:pt x="55" y="61"/>
                </a:cubicBezTo>
                <a:cubicBezTo>
                  <a:pt x="73" y="61"/>
                  <a:pt x="73" y="61"/>
                  <a:pt x="73" y="61"/>
                </a:cubicBezTo>
                <a:cubicBezTo>
                  <a:pt x="73" y="45"/>
                  <a:pt x="73" y="45"/>
                  <a:pt x="73" y="45"/>
                </a:cubicBezTo>
                <a:cubicBezTo>
                  <a:pt x="69" y="43"/>
                  <a:pt x="66" y="40"/>
                  <a:pt x="64" y="37"/>
                </a:cubicBezTo>
                <a:cubicBezTo>
                  <a:pt x="62" y="33"/>
                  <a:pt x="61" y="29"/>
                  <a:pt x="61" y="24"/>
                </a:cubicBezTo>
                <a:cubicBezTo>
                  <a:pt x="61" y="18"/>
                  <a:pt x="63" y="12"/>
                  <a:pt x="68" y="7"/>
                </a:cubicBezTo>
                <a:cubicBezTo>
                  <a:pt x="73" y="3"/>
                  <a:pt x="78" y="0"/>
                  <a:pt x="85" y="0"/>
                </a:cubicBezTo>
                <a:cubicBezTo>
                  <a:pt x="92" y="0"/>
                  <a:pt x="97" y="3"/>
                  <a:pt x="102" y="7"/>
                </a:cubicBezTo>
                <a:cubicBezTo>
                  <a:pt x="107" y="12"/>
                  <a:pt x="109" y="18"/>
                  <a:pt x="109" y="24"/>
                </a:cubicBezTo>
                <a:cubicBezTo>
                  <a:pt x="109" y="29"/>
                  <a:pt x="108" y="33"/>
                  <a:pt x="106" y="37"/>
                </a:cubicBezTo>
                <a:cubicBezTo>
                  <a:pt x="104" y="40"/>
                  <a:pt x="101" y="43"/>
                  <a:pt x="97" y="45"/>
                </a:cubicBezTo>
                <a:cubicBezTo>
                  <a:pt x="97" y="61"/>
                  <a:pt x="97" y="61"/>
                  <a:pt x="97" y="61"/>
                </a:cubicBezTo>
                <a:cubicBezTo>
                  <a:pt x="115" y="61"/>
                  <a:pt x="115" y="61"/>
                  <a:pt x="115" y="61"/>
                </a:cubicBezTo>
                <a:cubicBezTo>
                  <a:pt x="117" y="61"/>
                  <a:pt x="118" y="61"/>
                  <a:pt x="120" y="63"/>
                </a:cubicBezTo>
                <a:cubicBezTo>
                  <a:pt x="121" y="64"/>
                  <a:pt x="121" y="65"/>
                  <a:pt x="121" y="67"/>
                </a:cubicBezTo>
                <a:cubicBezTo>
                  <a:pt x="121" y="79"/>
                  <a:pt x="121" y="79"/>
                  <a:pt x="121" y="79"/>
                </a:cubicBezTo>
                <a:cubicBezTo>
                  <a:pt x="121" y="81"/>
                  <a:pt x="121" y="82"/>
                  <a:pt x="120" y="83"/>
                </a:cubicBezTo>
                <a:cubicBezTo>
                  <a:pt x="118" y="84"/>
                  <a:pt x="117" y="85"/>
                  <a:pt x="115" y="85"/>
                </a:cubicBezTo>
                <a:cubicBezTo>
                  <a:pt x="97" y="85"/>
                  <a:pt x="97" y="85"/>
                  <a:pt x="97" y="85"/>
                </a:cubicBezTo>
                <a:cubicBezTo>
                  <a:pt x="97" y="146"/>
                  <a:pt x="97" y="146"/>
                  <a:pt x="97" y="146"/>
                </a:cubicBezTo>
                <a:cubicBezTo>
                  <a:pt x="107" y="145"/>
                  <a:pt x="115" y="142"/>
                  <a:pt x="123" y="138"/>
                </a:cubicBezTo>
                <a:cubicBezTo>
                  <a:pt x="131" y="134"/>
                  <a:pt x="137" y="130"/>
                  <a:pt x="141" y="124"/>
                </a:cubicBezTo>
                <a:cubicBezTo>
                  <a:pt x="131" y="114"/>
                  <a:pt x="131" y="114"/>
                  <a:pt x="131" y="114"/>
                </a:cubicBezTo>
                <a:cubicBezTo>
                  <a:pt x="130" y="113"/>
                  <a:pt x="130" y="112"/>
                  <a:pt x="131" y="111"/>
                </a:cubicBezTo>
                <a:cubicBezTo>
                  <a:pt x="131" y="110"/>
                  <a:pt x="132" y="109"/>
                  <a:pt x="134" y="109"/>
                </a:cubicBezTo>
                <a:cubicBezTo>
                  <a:pt x="167" y="109"/>
                  <a:pt x="167" y="109"/>
                  <a:pt x="167" y="109"/>
                </a:cubicBezTo>
                <a:cubicBezTo>
                  <a:pt x="168" y="109"/>
                  <a:pt x="168" y="109"/>
                  <a:pt x="169" y="110"/>
                </a:cubicBezTo>
                <a:cubicBezTo>
                  <a:pt x="170" y="111"/>
                  <a:pt x="170" y="111"/>
                  <a:pt x="170" y="112"/>
                </a:cubicBezTo>
                <a:close/>
                <a:moveTo>
                  <a:pt x="89" y="29"/>
                </a:moveTo>
                <a:cubicBezTo>
                  <a:pt x="91" y="27"/>
                  <a:pt x="91" y="26"/>
                  <a:pt x="91" y="24"/>
                </a:cubicBezTo>
                <a:cubicBezTo>
                  <a:pt x="91" y="23"/>
                  <a:pt x="91" y="21"/>
                  <a:pt x="89" y="20"/>
                </a:cubicBezTo>
                <a:cubicBezTo>
                  <a:pt x="88" y="19"/>
                  <a:pt x="87" y="18"/>
                  <a:pt x="85" y="18"/>
                </a:cubicBezTo>
                <a:cubicBezTo>
                  <a:pt x="83" y="18"/>
                  <a:pt x="82" y="19"/>
                  <a:pt x="81" y="20"/>
                </a:cubicBezTo>
                <a:cubicBezTo>
                  <a:pt x="80" y="21"/>
                  <a:pt x="79" y="23"/>
                  <a:pt x="79" y="24"/>
                </a:cubicBezTo>
                <a:cubicBezTo>
                  <a:pt x="79" y="26"/>
                  <a:pt x="80" y="27"/>
                  <a:pt x="81" y="29"/>
                </a:cubicBezTo>
                <a:cubicBezTo>
                  <a:pt x="82" y="30"/>
                  <a:pt x="83" y="30"/>
                  <a:pt x="85" y="30"/>
                </a:cubicBezTo>
                <a:cubicBezTo>
                  <a:pt x="87" y="30"/>
                  <a:pt x="88" y="30"/>
                  <a:pt x="89" y="2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87" name="Freeform 290"/>
          <p:cNvSpPr>
            <a:spLocks/>
          </p:cNvSpPr>
          <p:nvPr/>
        </p:nvSpPr>
        <p:spPr bwMode="auto">
          <a:xfrm>
            <a:off x="3804160" y="4378801"/>
            <a:ext cx="157761" cy="207464"/>
          </a:xfrm>
          <a:custGeom>
            <a:avLst/>
            <a:gdLst>
              <a:gd name="T0" fmla="*/ 100 w 109"/>
              <a:gd name="T1" fmla="*/ 73 h 145"/>
              <a:gd name="T2" fmla="*/ 106 w 109"/>
              <a:gd name="T3" fmla="*/ 75 h 145"/>
              <a:gd name="T4" fmla="*/ 109 w 109"/>
              <a:gd name="T5" fmla="*/ 82 h 145"/>
              <a:gd name="T6" fmla="*/ 109 w 109"/>
              <a:gd name="T7" fmla="*/ 136 h 145"/>
              <a:gd name="T8" fmla="*/ 106 w 109"/>
              <a:gd name="T9" fmla="*/ 143 h 145"/>
              <a:gd name="T10" fmla="*/ 100 w 109"/>
              <a:gd name="T11" fmla="*/ 145 h 145"/>
              <a:gd name="T12" fmla="*/ 9 w 109"/>
              <a:gd name="T13" fmla="*/ 145 h 145"/>
              <a:gd name="T14" fmla="*/ 3 w 109"/>
              <a:gd name="T15" fmla="*/ 143 h 145"/>
              <a:gd name="T16" fmla="*/ 0 w 109"/>
              <a:gd name="T17" fmla="*/ 136 h 145"/>
              <a:gd name="T18" fmla="*/ 0 w 109"/>
              <a:gd name="T19" fmla="*/ 82 h 145"/>
              <a:gd name="T20" fmla="*/ 3 w 109"/>
              <a:gd name="T21" fmla="*/ 75 h 145"/>
              <a:gd name="T22" fmla="*/ 9 w 109"/>
              <a:gd name="T23" fmla="*/ 73 h 145"/>
              <a:gd name="T24" fmla="*/ 12 w 109"/>
              <a:gd name="T25" fmla="*/ 73 h 145"/>
              <a:gd name="T26" fmla="*/ 12 w 109"/>
              <a:gd name="T27" fmla="*/ 43 h 145"/>
              <a:gd name="T28" fmla="*/ 24 w 109"/>
              <a:gd name="T29" fmla="*/ 13 h 145"/>
              <a:gd name="T30" fmla="*/ 54 w 109"/>
              <a:gd name="T31" fmla="*/ 0 h 145"/>
              <a:gd name="T32" fmla="*/ 84 w 109"/>
              <a:gd name="T33" fmla="*/ 13 h 145"/>
              <a:gd name="T34" fmla="*/ 97 w 109"/>
              <a:gd name="T35" fmla="*/ 43 h 145"/>
              <a:gd name="T36" fmla="*/ 95 w 109"/>
              <a:gd name="T37" fmla="*/ 47 h 145"/>
              <a:gd name="T38" fmla="*/ 91 w 109"/>
              <a:gd name="T39" fmla="*/ 49 h 145"/>
              <a:gd name="T40" fmla="*/ 85 w 109"/>
              <a:gd name="T41" fmla="*/ 49 h 145"/>
              <a:gd name="T42" fmla="*/ 80 w 109"/>
              <a:gd name="T43" fmla="*/ 47 h 145"/>
              <a:gd name="T44" fmla="*/ 79 w 109"/>
              <a:gd name="T45" fmla="*/ 43 h 145"/>
              <a:gd name="T46" fmla="*/ 71 w 109"/>
              <a:gd name="T47" fmla="*/ 25 h 145"/>
              <a:gd name="T48" fmla="*/ 54 w 109"/>
              <a:gd name="T49" fmla="*/ 18 h 145"/>
              <a:gd name="T50" fmla="*/ 37 w 109"/>
              <a:gd name="T51" fmla="*/ 25 h 145"/>
              <a:gd name="T52" fmla="*/ 30 w 109"/>
              <a:gd name="T53" fmla="*/ 43 h 145"/>
              <a:gd name="T54" fmla="*/ 30 w 109"/>
              <a:gd name="T55" fmla="*/ 73 h 145"/>
              <a:gd name="T56" fmla="*/ 100 w 109"/>
              <a:gd name="T57" fmla="*/ 73 h 1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109" h="145">
                <a:moveTo>
                  <a:pt x="100" y="73"/>
                </a:moveTo>
                <a:cubicBezTo>
                  <a:pt x="102" y="73"/>
                  <a:pt x="104" y="74"/>
                  <a:pt x="106" y="75"/>
                </a:cubicBezTo>
                <a:cubicBezTo>
                  <a:pt x="108" y="77"/>
                  <a:pt x="109" y="79"/>
                  <a:pt x="109" y="82"/>
                </a:cubicBezTo>
                <a:cubicBezTo>
                  <a:pt x="109" y="136"/>
                  <a:pt x="109" y="136"/>
                  <a:pt x="109" y="136"/>
                </a:cubicBezTo>
                <a:cubicBezTo>
                  <a:pt x="109" y="139"/>
                  <a:pt x="108" y="141"/>
                  <a:pt x="106" y="143"/>
                </a:cubicBezTo>
                <a:cubicBezTo>
                  <a:pt x="104" y="145"/>
                  <a:pt x="102" y="145"/>
                  <a:pt x="100" y="145"/>
                </a:cubicBezTo>
                <a:cubicBezTo>
                  <a:pt x="9" y="145"/>
                  <a:pt x="9" y="145"/>
                  <a:pt x="9" y="145"/>
                </a:cubicBezTo>
                <a:cubicBezTo>
                  <a:pt x="6" y="145"/>
                  <a:pt x="4" y="145"/>
                  <a:pt x="3" y="143"/>
                </a:cubicBezTo>
                <a:cubicBezTo>
                  <a:pt x="1" y="141"/>
                  <a:pt x="0" y="139"/>
                  <a:pt x="0" y="136"/>
                </a:cubicBezTo>
                <a:cubicBezTo>
                  <a:pt x="0" y="82"/>
                  <a:pt x="0" y="82"/>
                  <a:pt x="0" y="82"/>
                </a:cubicBezTo>
                <a:cubicBezTo>
                  <a:pt x="0" y="79"/>
                  <a:pt x="1" y="77"/>
                  <a:pt x="3" y="75"/>
                </a:cubicBezTo>
                <a:cubicBezTo>
                  <a:pt x="4" y="74"/>
                  <a:pt x="6" y="73"/>
                  <a:pt x="9" y="73"/>
                </a:cubicBezTo>
                <a:cubicBezTo>
                  <a:pt x="12" y="73"/>
                  <a:pt x="12" y="73"/>
                  <a:pt x="12" y="73"/>
                </a:cubicBezTo>
                <a:cubicBezTo>
                  <a:pt x="12" y="43"/>
                  <a:pt x="12" y="43"/>
                  <a:pt x="12" y="43"/>
                </a:cubicBezTo>
                <a:cubicBezTo>
                  <a:pt x="12" y="31"/>
                  <a:pt x="16" y="21"/>
                  <a:pt x="24" y="13"/>
                </a:cubicBezTo>
                <a:cubicBezTo>
                  <a:pt x="33" y="4"/>
                  <a:pt x="43" y="0"/>
                  <a:pt x="54" y="0"/>
                </a:cubicBezTo>
                <a:cubicBezTo>
                  <a:pt x="66" y="0"/>
                  <a:pt x="76" y="4"/>
                  <a:pt x="84" y="13"/>
                </a:cubicBezTo>
                <a:cubicBezTo>
                  <a:pt x="93" y="21"/>
                  <a:pt x="97" y="31"/>
                  <a:pt x="97" y="43"/>
                </a:cubicBezTo>
                <a:cubicBezTo>
                  <a:pt x="97" y="44"/>
                  <a:pt x="96" y="46"/>
                  <a:pt x="95" y="47"/>
                </a:cubicBezTo>
                <a:cubicBezTo>
                  <a:pt x="94" y="48"/>
                  <a:pt x="92" y="49"/>
                  <a:pt x="91" y="49"/>
                </a:cubicBezTo>
                <a:cubicBezTo>
                  <a:pt x="85" y="49"/>
                  <a:pt x="85" y="49"/>
                  <a:pt x="85" y="49"/>
                </a:cubicBezTo>
                <a:cubicBezTo>
                  <a:pt x="83" y="49"/>
                  <a:pt x="82" y="48"/>
                  <a:pt x="80" y="47"/>
                </a:cubicBezTo>
                <a:cubicBezTo>
                  <a:pt x="79" y="46"/>
                  <a:pt x="79" y="44"/>
                  <a:pt x="79" y="43"/>
                </a:cubicBezTo>
                <a:cubicBezTo>
                  <a:pt x="79" y="36"/>
                  <a:pt x="76" y="30"/>
                  <a:pt x="71" y="25"/>
                </a:cubicBezTo>
                <a:cubicBezTo>
                  <a:pt x="67" y="21"/>
                  <a:pt x="61" y="18"/>
                  <a:pt x="54" y="18"/>
                </a:cubicBezTo>
                <a:cubicBezTo>
                  <a:pt x="48" y="18"/>
                  <a:pt x="42" y="21"/>
                  <a:pt x="37" y="25"/>
                </a:cubicBezTo>
                <a:cubicBezTo>
                  <a:pt x="33" y="30"/>
                  <a:pt x="30" y="36"/>
                  <a:pt x="30" y="43"/>
                </a:cubicBezTo>
                <a:cubicBezTo>
                  <a:pt x="30" y="73"/>
                  <a:pt x="30" y="73"/>
                  <a:pt x="30" y="73"/>
                </a:cubicBezTo>
                <a:lnTo>
                  <a:pt x="100" y="7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88" name="Freeform 291"/>
          <p:cNvSpPr>
            <a:spLocks noEditPoints="1"/>
          </p:cNvSpPr>
          <p:nvPr/>
        </p:nvSpPr>
        <p:spPr bwMode="auto">
          <a:xfrm>
            <a:off x="4022428" y="4396089"/>
            <a:ext cx="207464" cy="209627"/>
          </a:xfrm>
          <a:custGeom>
            <a:avLst/>
            <a:gdLst>
              <a:gd name="T0" fmla="*/ 135 w 145"/>
              <a:gd name="T1" fmla="*/ 36 h 146"/>
              <a:gd name="T2" fmla="*/ 145 w 145"/>
              <a:gd name="T3" fmla="*/ 73 h 146"/>
              <a:gd name="T4" fmla="*/ 135 w 145"/>
              <a:gd name="T5" fmla="*/ 109 h 146"/>
              <a:gd name="T6" fmla="*/ 109 w 145"/>
              <a:gd name="T7" fmla="*/ 136 h 146"/>
              <a:gd name="T8" fmla="*/ 73 w 145"/>
              <a:gd name="T9" fmla="*/ 146 h 146"/>
              <a:gd name="T10" fmla="*/ 36 w 145"/>
              <a:gd name="T11" fmla="*/ 136 h 146"/>
              <a:gd name="T12" fmla="*/ 10 w 145"/>
              <a:gd name="T13" fmla="*/ 109 h 146"/>
              <a:gd name="T14" fmla="*/ 0 w 145"/>
              <a:gd name="T15" fmla="*/ 73 h 146"/>
              <a:gd name="T16" fmla="*/ 10 w 145"/>
              <a:gd name="T17" fmla="*/ 36 h 146"/>
              <a:gd name="T18" fmla="*/ 36 w 145"/>
              <a:gd name="T19" fmla="*/ 10 h 146"/>
              <a:gd name="T20" fmla="*/ 73 w 145"/>
              <a:gd name="T21" fmla="*/ 0 h 146"/>
              <a:gd name="T22" fmla="*/ 109 w 145"/>
              <a:gd name="T23" fmla="*/ 10 h 146"/>
              <a:gd name="T24" fmla="*/ 135 w 145"/>
              <a:gd name="T25" fmla="*/ 36 h 146"/>
              <a:gd name="T26" fmla="*/ 128 w 145"/>
              <a:gd name="T27" fmla="*/ 96 h 146"/>
              <a:gd name="T28" fmla="*/ 133 w 145"/>
              <a:gd name="T29" fmla="*/ 73 h 146"/>
              <a:gd name="T30" fmla="*/ 128 w 145"/>
              <a:gd name="T31" fmla="*/ 49 h 146"/>
              <a:gd name="T32" fmla="*/ 115 w 145"/>
              <a:gd name="T33" fmla="*/ 30 h 146"/>
              <a:gd name="T34" fmla="*/ 96 w 145"/>
              <a:gd name="T35" fmla="*/ 17 h 146"/>
              <a:gd name="T36" fmla="*/ 73 w 145"/>
              <a:gd name="T37" fmla="*/ 12 h 146"/>
              <a:gd name="T38" fmla="*/ 49 w 145"/>
              <a:gd name="T39" fmla="*/ 17 h 146"/>
              <a:gd name="T40" fmla="*/ 30 w 145"/>
              <a:gd name="T41" fmla="*/ 30 h 146"/>
              <a:gd name="T42" fmla="*/ 17 w 145"/>
              <a:gd name="T43" fmla="*/ 49 h 146"/>
              <a:gd name="T44" fmla="*/ 12 w 145"/>
              <a:gd name="T45" fmla="*/ 73 h 146"/>
              <a:gd name="T46" fmla="*/ 17 w 145"/>
              <a:gd name="T47" fmla="*/ 96 h 146"/>
              <a:gd name="T48" fmla="*/ 30 w 145"/>
              <a:gd name="T49" fmla="*/ 116 h 146"/>
              <a:gd name="T50" fmla="*/ 49 w 145"/>
              <a:gd name="T51" fmla="*/ 129 h 146"/>
              <a:gd name="T52" fmla="*/ 73 w 145"/>
              <a:gd name="T53" fmla="*/ 133 h 146"/>
              <a:gd name="T54" fmla="*/ 96 w 145"/>
              <a:gd name="T55" fmla="*/ 129 h 146"/>
              <a:gd name="T56" fmla="*/ 115 w 145"/>
              <a:gd name="T57" fmla="*/ 116 h 146"/>
              <a:gd name="T58" fmla="*/ 128 w 145"/>
              <a:gd name="T59" fmla="*/ 96 h 146"/>
              <a:gd name="T60" fmla="*/ 107 w 145"/>
              <a:gd name="T61" fmla="*/ 39 h 146"/>
              <a:gd name="T62" fmla="*/ 121 w 145"/>
              <a:gd name="T63" fmla="*/ 73 h 146"/>
              <a:gd name="T64" fmla="*/ 107 w 145"/>
              <a:gd name="T65" fmla="*/ 107 h 146"/>
              <a:gd name="T66" fmla="*/ 73 w 145"/>
              <a:gd name="T67" fmla="*/ 121 h 146"/>
              <a:gd name="T68" fmla="*/ 38 w 145"/>
              <a:gd name="T69" fmla="*/ 107 h 146"/>
              <a:gd name="T70" fmla="*/ 24 w 145"/>
              <a:gd name="T71" fmla="*/ 73 h 146"/>
              <a:gd name="T72" fmla="*/ 38 w 145"/>
              <a:gd name="T73" fmla="*/ 39 h 146"/>
              <a:gd name="T74" fmla="*/ 73 w 145"/>
              <a:gd name="T75" fmla="*/ 25 h 146"/>
              <a:gd name="T76" fmla="*/ 107 w 145"/>
              <a:gd name="T77" fmla="*/ 39 h 146"/>
              <a:gd name="T78" fmla="*/ 98 w 145"/>
              <a:gd name="T79" fmla="*/ 99 h 146"/>
              <a:gd name="T80" fmla="*/ 109 w 145"/>
              <a:gd name="T81" fmla="*/ 73 h 146"/>
              <a:gd name="T82" fmla="*/ 98 w 145"/>
              <a:gd name="T83" fmla="*/ 47 h 146"/>
              <a:gd name="T84" fmla="*/ 73 w 145"/>
              <a:gd name="T85" fmla="*/ 37 h 146"/>
              <a:gd name="T86" fmla="*/ 47 w 145"/>
              <a:gd name="T87" fmla="*/ 47 h 146"/>
              <a:gd name="T88" fmla="*/ 36 w 145"/>
              <a:gd name="T89" fmla="*/ 73 h 146"/>
              <a:gd name="T90" fmla="*/ 47 w 145"/>
              <a:gd name="T91" fmla="*/ 99 h 146"/>
              <a:gd name="T92" fmla="*/ 73 w 145"/>
              <a:gd name="T93" fmla="*/ 109 h 146"/>
              <a:gd name="T94" fmla="*/ 98 w 145"/>
              <a:gd name="T95" fmla="*/ 99 h 146"/>
              <a:gd name="T96" fmla="*/ 90 w 145"/>
              <a:gd name="T97" fmla="*/ 56 h 146"/>
              <a:gd name="T98" fmla="*/ 97 w 145"/>
              <a:gd name="T99" fmla="*/ 73 h 146"/>
              <a:gd name="T100" fmla="*/ 90 w 145"/>
              <a:gd name="T101" fmla="*/ 90 h 146"/>
              <a:gd name="T102" fmla="*/ 73 w 145"/>
              <a:gd name="T103" fmla="*/ 97 h 146"/>
              <a:gd name="T104" fmla="*/ 55 w 145"/>
              <a:gd name="T105" fmla="*/ 90 h 146"/>
              <a:gd name="T106" fmla="*/ 48 w 145"/>
              <a:gd name="T107" fmla="*/ 73 h 146"/>
              <a:gd name="T108" fmla="*/ 55 w 145"/>
              <a:gd name="T109" fmla="*/ 56 h 146"/>
              <a:gd name="T110" fmla="*/ 73 w 145"/>
              <a:gd name="T111" fmla="*/ 49 h 146"/>
              <a:gd name="T112" fmla="*/ 90 w 145"/>
              <a:gd name="T113" fmla="*/ 56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45" h="146">
                <a:moveTo>
                  <a:pt x="135" y="36"/>
                </a:moveTo>
                <a:cubicBezTo>
                  <a:pt x="142" y="48"/>
                  <a:pt x="145" y="60"/>
                  <a:pt x="145" y="73"/>
                </a:cubicBezTo>
                <a:cubicBezTo>
                  <a:pt x="145" y="86"/>
                  <a:pt x="142" y="98"/>
                  <a:pt x="135" y="109"/>
                </a:cubicBezTo>
                <a:cubicBezTo>
                  <a:pt x="129" y="120"/>
                  <a:pt x="120" y="129"/>
                  <a:pt x="109" y="136"/>
                </a:cubicBezTo>
                <a:cubicBezTo>
                  <a:pt x="98" y="142"/>
                  <a:pt x="86" y="146"/>
                  <a:pt x="73" y="146"/>
                </a:cubicBezTo>
                <a:cubicBezTo>
                  <a:pt x="59" y="146"/>
                  <a:pt x="47" y="142"/>
                  <a:pt x="36" y="136"/>
                </a:cubicBezTo>
                <a:cubicBezTo>
                  <a:pt x="25" y="129"/>
                  <a:pt x="16" y="120"/>
                  <a:pt x="10" y="109"/>
                </a:cubicBezTo>
                <a:cubicBezTo>
                  <a:pt x="3" y="98"/>
                  <a:pt x="0" y="86"/>
                  <a:pt x="0" y="73"/>
                </a:cubicBezTo>
                <a:cubicBezTo>
                  <a:pt x="0" y="60"/>
                  <a:pt x="3" y="48"/>
                  <a:pt x="10" y="36"/>
                </a:cubicBezTo>
                <a:cubicBezTo>
                  <a:pt x="16" y="25"/>
                  <a:pt x="25" y="17"/>
                  <a:pt x="36" y="10"/>
                </a:cubicBezTo>
                <a:cubicBezTo>
                  <a:pt x="47" y="4"/>
                  <a:pt x="59" y="0"/>
                  <a:pt x="73" y="0"/>
                </a:cubicBezTo>
                <a:cubicBezTo>
                  <a:pt x="86" y="0"/>
                  <a:pt x="98" y="4"/>
                  <a:pt x="109" y="10"/>
                </a:cubicBezTo>
                <a:cubicBezTo>
                  <a:pt x="120" y="17"/>
                  <a:pt x="129" y="25"/>
                  <a:pt x="135" y="36"/>
                </a:cubicBezTo>
                <a:close/>
                <a:moveTo>
                  <a:pt x="128" y="96"/>
                </a:moveTo>
                <a:cubicBezTo>
                  <a:pt x="131" y="89"/>
                  <a:pt x="133" y="81"/>
                  <a:pt x="133" y="73"/>
                </a:cubicBezTo>
                <a:cubicBezTo>
                  <a:pt x="133" y="65"/>
                  <a:pt x="131" y="57"/>
                  <a:pt x="128" y="49"/>
                </a:cubicBezTo>
                <a:cubicBezTo>
                  <a:pt x="125" y="42"/>
                  <a:pt x="121" y="36"/>
                  <a:pt x="115" y="30"/>
                </a:cubicBezTo>
                <a:cubicBezTo>
                  <a:pt x="110" y="25"/>
                  <a:pt x="104" y="20"/>
                  <a:pt x="96" y="17"/>
                </a:cubicBezTo>
                <a:cubicBezTo>
                  <a:pt x="89" y="14"/>
                  <a:pt x="81" y="12"/>
                  <a:pt x="73" y="12"/>
                </a:cubicBezTo>
                <a:cubicBezTo>
                  <a:pt x="64" y="12"/>
                  <a:pt x="57" y="14"/>
                  <a:pt x="49" y="17"/>
                </a:cubicBezTo>
                <a:cubicBezTo>
                  <a:pt x="42" y="20"/>
                  <a:pt x="35" y="25"/>
                  <a:pt x="30" y="30"/>
                </a:cubicBezTo>
                <a:cubicBezTo>
                  <a:pt x="24" y="36"/>
                  <a:pt x="20" y="42"/>
                  <a:pt x="17" y="49"/>
                </a:cubicBezTo>
                <a:cubicBezTo>
                  <a:pt x="14" y="57"/>
                  <a:pt x="12" y="65"/>
                  <a:pt x="12" y="73"/>
                </a:cubicBezTo>
                <a:cubicBezTo>
                  <a:pt x="12" y="81"/>
                  <a:pt x="14" y="89"/>
                  <a:pt x="17" y="96"/>
                </a:cubicBezTo>
                <a:cubicBezTo>
                  <a:pt x="20" y="104"/>
                  <a:pt x="24" y="110"/>
                  <a:pt x="30" y="116"/>
                </a:cubicBezTo>
                <a:cubicBezTo>
                  <a:pt x="35" y="121"/>
                  <a:pt x="42" y="125"/>
                  <a:pt x="49" y="129"/>
                </a:cubicBezTo>
                <a:cubicBezTo>
                  <a:pt x="57" y="132"/>
                  <a:pt x="64" y="133"/>
                  <a:pt x="73" y="133"/>
                </a:cubicBezTo>
                <a:cubicBezTo>
                  <a:pt x="81" y="133"/>
                  <a:pt x="89" y="132"/>
                  <a:pt x="96" y="129"/>
                </a:cubicBezTo>
                <a:cubicBezTo>
                  <a:pt x="104" y="125"/>
                  <a:pt x="110" y="121"/>
                  <a:pt x="115" y="116"/>
                </a:cubicBezTo>
                <a:cubicBezTo>
                  <a:pt x="121" y="110"/>
                  <a:pt x="125" y="104"/>
                  <a:pt x="128" y="96"/>
                </a:cubicBezTo>
                <a:close/>
                <a:moveTo>
                  <a:pt x="107" y="39"/>
                </a:moveTo>
                <a:cubicBezTo>
                  <a:pt x="116" y="48"/>
                  <a:pt x="121" y="60"/>
                  <a:pt x="121" y="73"/>
                </a:cubicBezTo>
                <a:cubicBezTo>
                  <a:pt x="121" y="86"/>
                  <a:pt x="116" y="98"/>
                  <a:pt x="107" y="107"/>
                </a:cubicBezTo>
                <a:cubicBezTo>
                  <a:pt x="97" y="117"/>
                  <a:pt x="86" y="121"/>
                  <a:pt x="73" y="121"/>
                </a:cubicBezTo>
                <a:cubicBezTo>
                  <a:pt x="59" y="121"/>
                  <a:pt x="48" y="117"/>
                  <a:pt x="38" y="107"/>
                </a:cubicBezTo>
                <a:cubicBezTo>
                  <a:pt x="29" y="98"/>
                  <a:pt x="24" y="86"/>
                  <a:pt x="24" y="73"/>
                </a:cubicBezTo>
                <a:cubicBezTo>
                  <a:pt x="24" y="60"/>
                  <a:pt x="29" y="48"/>
                  <a:pt x="38" y="39"/>
                </a:cubicBezTo>
                <a:cubicBezTo>
                  <a:pt x="48" y="29"/>
                  <a:pt x="59" y="25"/>
                  <a:pt x="73" y="25"/>
                </a:cubicBezTo>
                <a:cubicBezTo>
                  <a:pt x="86" y="25"/>
                  <a:pt x="97" y="29"/>
                  <a:pt x="107" y="39"/>
                </a:cubicBezTo>
                <a:close/>
                <a:moveTo>
                  <a:pt x="98" y="99"/>
                </a:moveTo>
                <a:cubicBezTo>
                  <a:pt x="105" y="91"/>
                  <a:pt x="109" y="83"/>
                  <a:pt x="109" y="73"/>
                </a:cubicBezTo>
                <a:cubicBezTo>
                  <a:pt x="109" y="63"/>
                  <a:pt x="105" y="54"/>
                  <a:pt x="98" y="47"/>
                </a:cubicBezTo>
                <a:cubicBezTo>
                  <a:pt x="91" y="40"/>
                  <a:pt x="83" y="37"/>
                  <a:pt x="73" y="37"/>
                </a:cubicBezTo>
                <a:cubicBezTo>
                  <a:pt x="63" y="37"/>
                  <a:pt x="54" y="40"/>
                  <a:pt x="47" y="47"/>
                </a:cubicBezTo>
                <a:cubicBezTo>
                  <a:pt x="40" y="54"/>
                  <a:pt x="36" y="63"/>
                  <a:pt x="36" y="73"/>
                </a:cubicBezTo>
                <a:cubicBezTo>
                  <a:pt x="36" y="83"/>
                  <a:pt x="40" y="91"/>
                  <a:pt x="47" y="99"/>
                </a:cubicBezTo>
                <a:cubicBezTo>
                  <a:pt x="54" y="106"/>
                  <a:pt x="63" y="109"/>
                  <a:pt x="73" y="109"/>
                </a:cubicBezTo>
                <a:cubicBezTo>
                  <a:pt x="83" y="109"/>
                  <a:pt x="91" y="106"/>
                  <a:pt x="98" y="99"/>
                </a:cubicBezTo>
                <a:close/>
                <a:moveTo>
                  <a:pt x="90" y="56"/>
                </a:moveTo>
                <a:cubicBezTo>
                  <a:pt x="94" y="61"/>
                  <a:pt x="97" y="66"/>
                  <a:pt x="97" y="73"/>
                </a:cubicBezTo>
                <a:cubicBezTo>
                  <a:pt x="97" y="80"/>
                  <a:pt x="94" y="85"/>
                  <a:pt x="90" y="90"/>
                </a:cubicBezTo>
                <a:cubicBezTo>
                  <a:pt x="85" y="95"/>
                  <a:pt x="79" y="97"/>
                  <a:pt x="73" y="97"/>
                </a:cubicBezTo>
                <a:cubicBezTo>
                  <a:pt x="66" y="97"/>
                  <a:pt x="60" y="95"/>
                  <a:pt x="55" y="90"/>
                </a:cubicBezTo>
                <a:cubicBezTo>
                  <a:pt x="51" y="85"/>
                  <a:pt x="48" y="80"/>
                  <a:pt x="48" y="73"/>
                </a:cubicBezTo>
                <a:cubicBezTo>
                  <a:pt x="48" y="66"/>
                  <a:pt x="51" y="61"/>
                  <a:pt x="55" y="56"/>
                </a:cubicBezTo>
                <a:cubicBezTo>
                  <a:pt x="60" y="51"/>
                  <a:pt x="66" y="49"/>
                  <a:pt x="73" y="49"/>
                </a:cubicBezTo>
                <a:cubicBezTo>
                  <a:pt x="79" y="49"/>
                  <a:pt x="85" y="51"/>
                  <a:pt x="90" y="5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89" name="Freeform 292"/>
          <p:cNvSpPr>
            <a:spLocks noEditPoints="1"/>
          </p:cNvSpPr>
          <p:nvPr/>
        </p:nvSpPr>
        <p:spPr bwMode="auto">
          <a:xfrm>
            <a:off x="4292567" y="4467407"/>
            <a:ext cx="190176" cy="49707"/>
          </a:xfrm>
          <a:custGeom>
            <a:avLst/>
            <a:gdLst>
              <a:gd name="T0" fmla="*/ 37 w 133"/>
              <a:gd name="T1" fmla="*/ 9 h 36"/>
              <a:gd name="T2" fmla="*/ 37 w 133"/>
              <a:gd name="T3" fmla="*/ 27 h 36"/>
              <a:gd name="T4" fmla="*/ 34 w 133"/>
              <a:gd name="T5" fmla="*/ 33 h 36"/>
              <a:gd name="T6" fmla="*/ 27 w 133"/>
              <a:gd name="T7" fmla="*/ 36 h 36"/>
              <a:gd name="T8" fmla="*/ 9 w 133"/>
              <a:gd name="T9" fmla="*/ 36 h 36"/>
              <a:gd name="T10" fmla="*/ 3 w 133"/>
              <a:gd name="T11" fmla="*/ 33 h 36"/>
              <a:gd name="T12" fmla="*/ 0 w 133"/>
              <a:gd name="T13" fmla="*/ 27 h 36"/>
              <a:gd name="T14" fmla="*/ 0 w 133"/>
              <a:gd name="T15" fmla="*/ 9 h 36"/>
              <a:gd name="T16" fmla="*/ 3 w 133"/>
              <a:gd name="T17" fmla="*/ 2 h 36"/>
              <a:gd name="T18" fmla="*/ 9 w 133"/>
              <a:gd name="T19" fmla="*/ 0 h 36"/>
              <a:gd name="T20" fmla="*/ 27 w 133"/>
              <a:gd name="T21" fmla="*/ 0 h 36"/>
              <a:gd name="T22" fmla="*/ 34 w 133"/>
              <a:gd name="T23" fmla="*/ 2 h 36"/>
              <a:gd name="T24" fmla="*/ 37 w 133"/>
              <a:gd name="T25" fmla="*/ 9 h 36"/>
              <a:gd name="T26" fmla="*/ 85 w 133"/>
              <a:gd name="T27" fmla="*/ 9 h 36"/>
              <a:gd name="T28" fmla="*/ 85 w 133"/>
              <a:gd name="T29" fmla="*/ 27 h 36"/>
              <a:gd name="T30" fmla="*/ 82 w 133"/>
              <a:gd name="T31" fmla="*/ 33 h 36"/>
              <a:gd name="T32" fmla="*/ 76 w 133"/>
              <a:gd name="T33" fmla="*/ 36 h 36"/>
              <a:gd name="T34" fmla="*/ 58 w 133"/>
              <a:gd name="T35" fmla="*/ 36 h 36"/>
              <a:gd name="T36" fmla="*/ 51 w 133"/>
              <a:gd name="T37" fmla="*/ 33 h 36"/>
              <a:gd name="T38" fmla="*/ 49 w 133"/>
              <a:gd name="T39" fmla="*/ 27 h 36"/>
              <a:gd name="T40" fmla="*/ 49 w 133"/>
              <a:gd name="T41" fmla="*/ 9 h 36"/>
              <a:gd name="T42" fmla="*/ 51 w 133"/>
              <a:gd name="T43" fmla="*/ 2 h 36"/>
              <a:gd name="T44" fmla="*/ 58 w 133"/>
              <a:gd name="T45" fmla="*/ 0 h 36"/>
              <a:gd name="T46" fmla="*/ 76 w 133"/>
              <a:gd name="T47" fmla="*/ 0 h 36"/>
              <a:gd name="T48" fmla="*/ 82 w 133"/>
              <a:gd name="T49" fmla="*/ 2 h 36"/>
              <a:gd name="T50" fmla="*/ 85 w 133"/>
              <a:gd name="T51" fmla="*/ 9 h 36"/>
              <a:gd name="T52" fmla="*/ 133 w 133"/>
              <a:gd name="T53" fmla="*/ 9 h 36"/>
              <a:gd name="T54" fmla="*/ 133 w 133"/>
              <a:gd name="T55" fmla="*/ 27 h 36"/>
              <a:gd name="T56" fmla="*/ 131 w 133"/>
              <a:gd name="T57" fmla="*/ 33 h 36"/>
              <a:gd name="T58" fmla="*/ 124 w 133"/>
              <a:gd name="T59" fmla="*/ 36 h 36"/>
              <a:gd name="T60" fmla="*/ 106 w 133"/>
              <a:gd name="T61" fmla="*/ 36 h 36"/>
              <a:gd name="T62" fmla="*/ 100 w 133"/>
              <a:gd name="T63" fmla="*/ 33 h 36"/>
              <a:gd name="T64" fmla="*/ 97 w 133"/>
              <a:gd name="T65" fmla="*/ 27 h 36"/>
              <a:gd name="T66" fmla="*/ 97 w 133"/>
              <a:gd name="T67" fmla="*/ 9 h 36"/>
              <a:gd name="T68" fmla="*/ 100 w 133"/>
              <a:gd name="T69" fmla="*/ 2 h 36"/>
              <a:gd name="T70" fmla="*/ 106 w 133"/>
              <a:gd name="T71" fmla="*/ 0 h 36"/>
              <a:gd name="T72" fmla="*/ 124 w 133"/>
              <a:gd name="T73" fmla="*/ 0 h 36"/>
              <a:gd name="T74" fmla="*/ 131 w 133"/>
              <a:gd name="T75" fmla="*/ 2 h 36"/>
              <a:gd name="T76" fmla="*/ 133 w 133"/>
              <a:gd name="T77" fmla="*/ 9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33" h="36">
                <a:moveTo>
                  <a:pt x="37" y="9"/>
                </a:moveTo>
                <a:cubicBezTo>
                  <a:pt x="37" y="27"/>
                  <a:pt x="37" y="27"/>
                  <a:pt x="37" y="27"/>
                </a:cubicBezTo>
                <a:cubicBezTo>
                  <a:pt x="37" y="29"/>
                  <a:pt x="36" y="32"/>
                  <a:pt x="34" y="33"/>
                </a:cubicBezTo>
                <a:cubicBezTo>
                  <a:pt x="32" y="35"/>
                  <a:pt x="30" y="36"/>
                  <a:pt x="27" y="36"/>
                </a:cubicBezTo>
                <a:cubicBezTo>
                  <a:pt x="9" y="36"/>
                  <a:pt x="9" y="36"/>
                  <a:pt x="9" y="36"/>
                </a:cubicBezTo>
                <a:cubicBezTo>
                  <a:pt x="7" y="36"/>
                  <a:pt x="5" y="35"/>
                  <a:pt x="3" y="33"/>
                </a:cubicBezTo>
                <a:cubicBezTo>
                  <a:pt x="1" y="32"/>
                  <a:pt x="0" y="29"/>
                  <a:pt x="0" y="27"/>
                </a:cubicBezTo>
                <a:cubicBezTo>
                  <a:pt x="0" y="9"/>
                  <a:pt x="0" y="9"/>
                  <a:pt x="0" y="9"/>
                </a:cubicBezTo>
                <a:cubicBezTo>
                  <a:pt x="0" y="6"/>
                  <a:pt x="1" y="4"/>
                  <a:pt x="3" y="2"/>
                </a:cubicBezTo>
                <a:cubicBezTo>
                  <a:pt x="5" y="1"/>
                  <a:pt x="7" y="0"/>
                  <a:pt x="9" y="0"/>
                </a:cubicBezTo>
                <a:cubicBezTo>
                  <a:pt x="27" y="0"/>
                  <a:pt x="27" y="0"/>
                  <a:pt x="27" y="0"/>
                </a:cubicBezTo>
                <a:cubicBezTo>
                  <a:pt x="30" y="0"/>
                  <a:pt x="32" y="1"/>
                  <a:pt x="34" y="2"/>
                </a:cubicBezTo>
                <a:cubicBezTo>
                  <a:pt x="36" y="4"/>
                  <a:pt x="37" y="6"/>
                  <a:pt x="37" y="9"/>
                </a:cubicBezTo>
                <a:close/>
                <a:moveTo>
                  <a:pt x="85" y="9"/>
                </a:moveTo>
                <a:cubicBezTo>
                  <a:pt x="85" y="27"/>
                  <a:pt x="85" y="27"/>
                  <a:pt x="85" y="27"/>
                </a:cubicBezTo>
                <a:cubicBezTo>
                  <a:pt x="85" y="29"/>
                  <a:pt x="84" y="32"/>
                  <a:pt x="82" y="33"/>
                </a:cubicBezTo>
                <a:cubicBezTo>
                  <a:pt x="81" y="35"/>
                  <a:pt x="78" y="36"/>
                  <a:pt x="76" y="36"/>
                </a:cubicBezTo>
                <a:cubicBezTo>
                  <a:pt x="58" y="36"/>
                  <a:pt x="58" y="36"/>
                  <a:pt x="58" y="36"/>
                </a:cubicBezTo>
                <a:cubicBezTo>
                  <a:pt x="55" y="36"/>
                  <a:pt x="53" y="35"/>
                  <a:pt x="51" y="33"/>
                </a:cubicBezTo>
                <a:cubicBezTo>
                  <a:pt x="50" y="32"/>
                  <a:pt x="49" y="29"/>
                  <a:pt x="49" y="27"/>
                </a:cubicBezTo>
                <a:cubicBezTo>
                  <a:pt x="49" y="9"/>
                  <a:pt x="49" y="9"/>
                  <a:pt x="49" y="9"/>
                </a:cubicBezTo>
                <a:cubicBezTo>
                  <a:pt x="49" y="6"/>
                  <a:pt x="50" y="4"/>
                  <a:pt x="51" y="2"/>
                </a:cubicBezTo>
                <a:cubicBezTo>
                  <a:pt x="53" y="1"/>
                  <a:pt x="55" y="0"/>
                  <a:pt x="58" y="0"/>
                </a:cubicBezTo>
                <a:cubicBezTo>
                  <a:pt x="76" y="0"/>
                  <a:pt x="76" y="0"/>
                  <a:pt x="76" y="0"/>
                </a:cubicBezTo>
                <a:cubicBezTo>
                  <a:pt x="78" y="0"/>
                  <a:pt x="81" y="1"/>
                  <a:pt x="82" y="2"/>
                </a:cubicBezTo>
                <a:cubicBezTo>
                  <a:pt x="84" y="4"/>
                  <a:pt x="85" y="6"/>
                  <a:pt x="85" y="9"/>
                </a:cubicBezTo>
                <a:close/>
                <a:moveTo>
                  <a:pt x="133" y="9"/>
                </a:moveTo>
                <a:cubicBezTo>
                  <a:pt x="133" y="27"/>
                  <a:pt x="133" y="27"/>
                  <a:pt x="133" y="27"/>
                </a:cubicBezTo>
                <a:cubicBezTo>
                  <a:pt x="133" y="29"/>
                  <a:pt x="132" y="32"/>
                  <a:pt x="131" y="33"/>
                </a:cubicBezTo>
                <a:cubicBezTo>
                  <a:pt x="129" y="35"/>
                  <a:pt x="127" y="36"/>
                  <a:pt x="124" y="36"/>
                </a:cubicBezTo>
                <a:cubicBezTo>
                  <a:pt x="106" y="36"/>
                  <a:pt x="106" y="36"/>
                  <a:pt x="106" y="36"/>
                </a:cubicBezTo>
                <a:cubicBezTo>
                  <a:pt x="104" y="36"/>
                  <a:pt x="101" y="35"/>
                  <a:pt x="100" y="33"/>
                </a:cubicBezTo>
                <a:cubicBezTo>
                  <a:pt x="98" y="32"/>
                  <a:pt x="97" y="29"/>
                  <a:pt x="97" y="27"/>
                </a:cubicBezTo>
                <a:cubicBezTo>
                  <a:pt x="97" y="9"/>
                  <a:pt x="97" y="9"/>
                  <a:pt x="97" y="9"/>
                </a:cubicBezTo>
                <a:cubicBezTo>
                  <a:pt x="97" y="6"/>
                  <a:pt x="98" y="4"/>
                  <a:pt x="100" y="2"/>
                </a:cubicBezTo>
                <a:cubicBezTo>
                  <a:pt x="101" y="1"/>
                  <a:pt x="104" y="0"/>
                  <a:pt x="106" y="0"/>
                </a:cubicBezTo>
                <a:cubicBezTo>
                  <a:pt x="124" y="0"/>
                  <a:pt x="124" y="0"/>
                  <a:pt x="124" y="0"/>
                </a:cubicBezTo>
                <a:cubicBezTo>
                  <a:pt x="127" y="0"/>
                  <a:pt x="129" y="1"/>
                  <a:pt x="131" y="2"/>
                </a:cubicBezTo>
                <a:cubicBezTo>
                  <a:pt x="132" y="4"/>
                  <a:pt x="133" y="6"/>
                  <a:pt x="133" y="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90" name="Freeform 293"/>
          <p:cNvSpPr>
            <a:spLocks noEditPoints="1"/>
          </p:cNvSpPr>
          <p:nvPr/>
        </p:nvSpPr>
        <p:spPr bwMode="auto">
          <a:xfrm>
            <a:off x="4543254" y="4396089"/>
            <a:ext cx="54028" cy="190176"/>
          </a:xfrm>
          <a:custGeom>
            <a:avLst/>
            <a:gdLst>
              <a:gd name="T0" fmla="*/ 37 w 37"/>
              <a:gd name="T1" fmla="*/ 9 h 133"/>
              <a:gd name="T2" fmla="*/ 37 w 37"/>
              <a:gd name="T3" fmla="*/ 28 h 133"/>
              <a:gd name="T4" fmla="*/ 34 w 37"/>
              <a:gd name="T5" fmla="*/ 34 h 133"/>
              <a:gd name="T6" fmla="*/ 28 w 37"/>
              <a:gd name="T7" fmla="*/ 37 h 133"/>
              <a:gd name="T8" fmla="*/ 10 w 37"/>
              <a:gd name="T9" fmla="*/ 37 h 133"/>
              <a:gd name="T10" fmla="*/ 3 w 37"/>
              <a:gd name="T11" fmla="*/ 34 h 133"/>
              <a:gd name="T12" fmla="*/ 0 w 37"/>
              <a:gd name="T13" fmla="*/ 28 h 133"/>
              <a:gd name="T14" fmla="*/ 0 w 37"/>
              <a:gd name="T15" fmla="*/ 9 h 133"/>
              <a:gd name="T16" fmla="*/ 3 w 37"/>
              <a:gd name="T17" fmla="*/ 3 h 133"/>
              <a:gd name="T18" fmla="*/ 10 w 37"/>
              <a:gd name="T19" fmla="*/ 0 h 133"/>
              <a:gd name="T20" fmla="*/ 28 w 37"/>
              <a:gd name="T21" fmla="*/ 0 h 133"/>
              <a:gd name="T22" fmla="*/ 34 w 37"/>
              <a:gd name="T23" fmla="*/ 3 h 133"/>
              <a:gd name="T24" fmla="*/ 37 w 37"/>
              <a:gd name="T25" fmla="*/ 9 h 133"/>
              <a:gd name="T26" fmla="*/ 37 w 37"/>
              <a:gd name="T27" fmla="*/ 58 h 133"/>
              <a:gd name="T28" fmla="*/ 37 w 37"/>
              <a:gd name="T29" fmla="*/ 76 h 133"/>
              <a:gd name="T30" fmla="*/ 34 w 37"/>
              <a:gd name="T31" fmla="*/ 82 h 133"/>
              <a:gd name="T32" fmla="*/ 28 w 37"/>
              <a:gd name="T33" fmla="*/ 85 h 133"/>
              <a:gd name="T34" fmla="*/ 10 w 37"/>
              <a:gd name="T35" fmla="*/ 85 h 133"/>
              <a:gd name="T36" fmla="*/ 3 w 37"/>
              <a:gd name="T37" fmla="*/ 82 h 133"/>
              <a:gd name="T38" fmla="*/ 0 w 37"/>
              <a:gd name="T39" fmla="*/ 76 h 133"/>
              <a:gd name="T40" fmla="*/ 0 w 37"/>
              <a:gd name="T41" fmla="*/ 58 h 133"/>
              <a:gd name="T42" fmla="*/ 3 w 37"/>
              <a:gd name="T43" fmla="*/ 51 h 133"/>
              <a:gd name="T44" fmla="*/ 10 w 37"/>
              <a:gd name="T45" fmla="*/ 49 h 133"/>
              <a:gd name="T46" fmla="*/ 28 w 37"/>
              <a:gd name="T47" fmla="*/ 49 h 133"/>
              <a:gd name="T48" fmla="*/ 34 w 37"/>
              <a:gd name="T49" fmla="*/ 51 h 133"/>
              <a:gd name="T50" fmla="*/ 37 w 37"/>
              <a:gd name="T51" fmla="*/ 58 h 133"/>
              <a:gd name="T52" fmla="*/ 37 w 37"/>
              <a:gd name="T53" fmla="*/ 106 h 133"/>
              <a:gd name="T54" fmla="*/ 37 w 37"/>
              <a:gd name="T55" fmla="*/ 124 h 133"/>
              <a:gd name="T56" fmla="*/ 34 w 37"/>
              <a:gd name="T57" fmla="*/ 131 h 133"/>
              <a:gd name="T58" fmla="*/ 28 w 37"/>
              <a:gd name="T59" fmla="*/ 133 h 133"/>
              <a:gd name="T60" fmla="*/ 10 w 37"/>
              <a:gd name="T61" fmla="*/ 133 h 133"/>
              <a:gd name="T62" fmla="*/ 3 w 37"/>
              <a:gd name="T63" fmla="*/ 131 h 133"/>
              <a:gd name="T64" fmla="*/ 0 w 37"/>
              <a:gd name="T65" fmla="*/ 124 h 133"/>
              <a:gd name="T66" fmla="*/ 0 w 37"/>
              <a:gd name="T67" fmla="*/ 106 h 133"/>
              <a:gd name="T68" fmla="*/ 3 w 37"/>
              <a:gd name="T69" fmla="*/ 100 h 133"/>
              <a:gd name="T70" fmla="*/ 10 w 37"/>
              <a:gd name="T71" fmla="*/ 97 h 133"/>
              <a:gd name="T72" fmla="*/ 28 w 37"/>
              <a:gd name="T73" fmla="*/ 97 h 133"/>
              <a:gd name="T74" fmla="*/ 34 w 37"/>
              <a:gd name="T75" fmla="*/ 100 h 133"/>
              <a:gd name="T76" fmla="*/ 37 w 37"/>
              <a:gd name="T77" fmla="*/ 106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37" h="133">
                <a:moveTo>
                  <a:pt x="37" y="9"/>
                </a:moveTo>
                <a:cubicBezTo>
                  <a:pt x="37" y="28"/>
                  <a:pt x="37" y="28"/>
                  <a:pt x="37" y="28"/>
                </a:cubicBezTo>
                <a:cubicBezTo>
                  <a:pt x="37" y="30"/>
                  <a:pt x="36" y="32"/>
                  <a:pt x="34" y="34"/>
                </a:cubicBezTo>
                <a:cubicBezTo>
                  <a:pt x="32" y="36"/>
                  <a:pt x="30" y="37"/>
                  <a:pt x="28" y="37"/>
                </a:cubicBezTo>
                <a:cubicBezTo>
                  <a:pt x="10" y="37"/>
                  <a:pt x="10" y="37"/>
                  <a:pt x="10" y="37"/>
                </a:cubicBezTo>
                <a:cubicBezTo>
                  <a:pt x="7" y="37"/>
                  <a:pt x="5" y="36"/>
                  <a:pt x="3" y="34"/>
                </a:cubicBezTo>
                <a:cubicBezTo>
                  <a:pt x="1" y="32"/>
                  <a:pt x="0" y="30"/>
                  <a:pt x="0" y="28"/>
                </a:cubicBezTo>
                <a:cubicBezTo>
                  <a:pt x="0" y="9"/>
                  <a:pt x="0" y="9"/>
                  <a:pt x="0" y="9"/>
                </a:cubicBezTo>
                <a:cubicBezTo>
                  <a:pt x="0" y="7"/>
                  <a:pt x="1" y="5"/>
                  <a:pt x="3" y="3"/>
                </a:cubicBezTo>
                <a:cubicBezTo>
                  <a:pt x="5" y="1"/>
                  <a:pt x="7" y="0"/>
                  <a:pt x="10" y="0"/>
                </a:cubicBezTo>
                <a:cubicBezTo>
                  <a:pt x="28" y="0"/>
                  <a:pt x="28" y="0"/>
                  <a:pt x="28" y="0"/>
                </a:cubicBezTo>
                <a:cubicBezTo>
                  <a:pt x="30" y="0"/>
                  <a:pt x="32" y="1"/>
                  <a:pt x="34" y="3"/>
                </a:cubicBezTo>
                <a:cubicBezTo>
                  <a:pt x="36" y="5"/>
                  <a:pt x="37" y="7"/>
                  <a:pt x="37" y="9"/>
                </a:cubicBezTo>
                <a:close/>
                <a:moveTo>
                  <a:pt x="37" y="58"/>
                </a:moveTo>
                <a:cubicBezTo>
                  <a:pt x="37" y="76"/>
                  <a:pt x="37" y="76"/>
                  <a:pt x="37" y="76"/>
                </a:cubicBezTo>
                <a:cubicBezTo>
                  <a:pt x="37" y="78"/>
                  <a:pt x="36" y="81"/>
                  <a:pt x="34" y="82"/>
                </a:cubicBezTo>
                <a:cubicBezTo>
                  <a:pt x="32" y="84"/>
                  <a:pt x="30" y="85"/>
                  <a:pt x="28" y="85"/>
                </a:cubicBezTo>
                <a:cubicBezTo>
                  <a:pt x="10" y="85"/>
                  <a:pt x="10" y="85"/>
                  <a:pt x="10" y="85"/>
                </a:cubicBezTo>
                <a:cubicBezTo>
                  <a:pt x="7" y="85"/>
                  <a:pt x="5" y="84"/>
                  <a:pt x="3" y="82"/>
                </a:cubicBezTo>
                <a:cubicBezTo>
                  <a:pt x="1" y="81"/>
                  <a:pt x="0" y="78"/>
                  <a:pt x="0" y="76"/>
                </a:cubicBezTo>
                <a:cubicBezTo>
                  <a:pt x="0" y="58"/>
                  <a:pt x="0" y="58"/>
                  <a:pt x="0" y="58"/>
                </a:cubicBezTo>
                <a:cubicBezTo>
                  <a:pt x="0" y="55"/>
                  <a:pt x="1" y="53"/>
                  <a:pt x="3" y="51"/>
                </a:cubicBezTo>
                <a:cubicBezTo>
                  <a:pt x="5" y="50"/>
                  <a:pt x="7" y="49"/>
                  <a:pt x="10" y="49"/>
                </a:cubicBezTo>
                <a:cubicBezTo>
                  <a:pt x="28" y="49"/>
                  <a:pt x="28" y="49"/>
                  <a:pt x="28" y="49"/>
                </a:cubicBezTo>
                <a:cubicBezTo>
                  <a:pt x="30" y="49"/>
                  <a:pt x="32" y="50"/>
                  <a:pt x="34" y="51"/>
                </a:cubicBezTo>
                <a:cubicBezTo>
                  <a:pt x="36" y="53"/>
                  <a:pt x="37" y="55"/>
                  <a:pt x="37" y="58"/>
                </a:cubicBezTo>
                <a:close/>
                <a:moveTo>
                  <a:pt x="37" y="106"/>
                </a:moveTo>
                <a:cubicBezTo>
                  <a:pt x="37" y="124"/>
                  <a:pt x="37" y="124"/>
                  <a:pt x="37" y="124"/>
                </a:cubicBezTo>
                <a:cubicBezTo>
                  <a:pt x="37" y="127"/>
                  <a:pt x="36" y="129"/>
                  <a:pt x="34" y="131"/>
                </a:cubicBezTo>
                <a:cubicBezTo>
                  <a:pt x="32" y="133"/>
                  <a:pt x="30" y="133"/>
                  <a:pt x="28" y="133"/>
                </a:cubicBezTo>
                <a:cubicBezTo>
                  <a:pt x="10" y="133"/>
                  <a:pt x="10" y="133"/>
                  <a:pt x="10" y="133"/>
                </a:cubicBezTo>
                <a:cubicBezTo>
                  <a:pt x="7" y="133"/>
                  <a:pt x="5" y="133"/>
                  <a:pt x="3" y="131"/>
                </a:cubicBezTo>
                <a:cubicBezTo>
                  <a:pt x="1" y="129"/>
                  <a:pt x="0" y="127"/>
                  <a:pt x="0" y="124"/>
                </a:cubicBezTo>
                <a:cubicBezTo>
                  <a:pt x="0" y="106"/>
                  <a:pt x="0" y="106"/>
                  <a:pt x="0" y="106"/>
                </a:cubicBezTo>
                <a:cubicBezTo>
                  <a:pt x="0" y="104"/>
                  <a:pt x="1" y="102"/>
                  <a:pt x="3" y="100"/>
                </a:cubicBezTo>
                <a:cubicBezTo>
                  <a:pt x="5" y="98"/>
                  <a:pt x="7" y="97"/>
                  <a:pt x="10" y="97"/>
                </a:cubicBezTo>
                <a:cubicBezTo>
                  <a:pt x="28" y="97"/>
                  <a:pt x="28" y="97"/>
                  <a:pt x="28" y="97"/>
                </a:cubicBezTo>
                <a:cubicBezTo>
                  <a:pt x="30" y="97"/>
                  <a:pt x="32" y="98"/>
                  <a:pt x="34" y="100"/>
                </a:cubicBezTo>
                <a:cubicBezTo>
                  <a:pt x="36" y="102"/>
                  <a:pt x="37" y="104"/>
                  <a:pt x="37" y="10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91" name="Freeform 294"/>
          <p:cNvSpPr>
            <a:spLocks noEditPoints="1"/>
          </p:cNvSpPr>
          <p:nvPr/>
        </p:nvSpPr>
        <p:spPr bwMode="auto">
          <a:xfrm>
            <a:off x="4659952" y="4396089"/>
            <a:ext cx="207464" cy="209627"/>
          </a:xfrm>
          <a:custGeom>
            <a:avLst/>
            <a:gdLst>
              <a:gd name="T0" fmla="*/ 145 w 145"/>
              <a:gd name="T1" fmla="*/ 28 h 146"/>
              <a:gd name="T2" fmla="*/ 145 w 145"/>
              <a:gd name="T3" fmla="*/ 118 h 146"/>
              <a:gd name="T4" fmla="*/ 137 w 145"/>
              <a:gd name="T5" fmla="*/ 138 h 146"/>
              <a:gd name="T6" fmla="*/ 118 w 145"/>
              <a:gd name="T7" fmla="*/ 146 h 146"/>
              <a:gd name="T8" fmla="*/ 27 w 145"/>
              <a:gd name="T9" fmla="*/ 146 h 146"/>
              <a:gd name="T10" fmla="*/ 8 w 145"/>
              <a:gd name="T11" fmla="*/ 138 h 146"/>
              <a:gd name="T12" fmla="*/ 0 w 145"/>
              <a:gd name="T13" fmla="*/ 118 h 146"/>
              <a:gd name="T14" fmla="*/ 0 w 145"/>
              <a:gd name="T15" fmla="*/ 28 h 146"/>
              <a:gd name="T16" fmla="*/ 8 w 145"/>
              <a:gd name="T17" fmla="*/ 8 h 146"/>
              <a:gd name="T18" fmla="*/ 27 w 145"/>
              <a:gd name="T19" fmla="*/ 0 h 146"/>
              <a:gd name="T20" fmla="*/ 118 w 145"/>
              <a:gd name="T21" fmla="*/ 0 h 146"/>
              <a:gd name="T22" fmla="*/ 137 w 145"/>
              <a:gd name="T23" fmla="*/ 8 h 146"/>
              <a:gd name="T24" fmla="*/ 145 w 145"/>
              <a:gd name="T25" fmla="*/ 28 h 146"/>
              <a:gd name="T26" fmla="*/ 118 w 145"/>
              <a:gd name="T27" fmla="*/ 118 h 146"/>
              <a:gd name="T28" fmla="*/ 112 w 145"/>
              <a:gd name="T29" fmla="*/ 90 h 146"/>
              <a:gd name="T30" fmla="*/ 99 w 145"/>
              <a:gd name="T31" fmla="*/ 66 h 146"/>
              <a:gd name="T32" fmla="*/ 80 w 145"/>
              <a:gd name="T33" fmla="*/ 46 h 146"/>
              <a:gd name="T34" fmla="*/ 55 w 145"/>
              <a:gd name="T35" fmla="*/ 33 h 146"/>
              <a:gd name="T36" fmla="*/ 27 w 145"/>
              <a:gd name="T37" fmla="*/ 28 h 146"/>
              <a:gd name="T38" fmla="*/ 25 w 145"/>
              <a:gd name="T39" fmla="*/ 28 h 146"/>
              <a:gd name="T40" fmla="*/ 24 w 145"/>
              <a:gd name="T41" fmla="*/ 31 h 146"/>
              <a:gd name="T42" fmla="*/ 24 w 145"/>
              <a:gd name="T43" fmla="*/ 43 h 146"/>
              <a:gd name="T44" fmla="*/ 25 w 145"/>
              <a:gd name="T45" fmla="*/ 45 h 146"/>
              <a:gd name="T46" fmla="*/ 27 w 145"/>
              <a:gd name="T47" fmla="*/ 46 h 146"/>
              <a:gd name="T48" fmla="*/ 63 w 145"/>
              <a:gd name="T49" fmla="*/ 56 h 146"/>
              <a:gd name="T50" fmla="*/ 89 w 145"/>
              <a:gd name="T51" fmla="*/ 83 h 146"/>
              <a:gd name="T52" fmla="*/ 100 w 145"/>
              <a:gd name="T53" fmla="*/ 118 h 146"/>
              <a:gd name="T54" fmla="*/ 101 w 145"/>
              <a:gd name="T55" fmla="*/ 120 h 146"/>
              <a:gd name="T56" fmla="*/ 103 w 145"/>
              <a:gd name="T57" fmla="*/ 121 h 146"/>
              <a:gd name="T58" fmla="*/ 115 w 145"/>
              <a:gd name="T59" fmla="*/ 121 h 146"/>
              <a:gd name="T60" fmla="*/ 117 w 145"/>
              <a:gd name="T61" fmla="*/ 120 h 146"/>
              <a:gd name="T62" fmla="*/ 118 w 145"/>
              <a:gd name="T63" fmla="*/ 118 h 146"/>
              <a:gd name="T64" fmla="*/ 81 w 145"/>
              <a:gd name="T65" fmla="*/ 118 h 146"/>
              <a:gd name="T66" fmla="*/ 65 w 145"/>
              <a:gd name="T67" fmla="*/ 81 h 146"/>
              <a:gd name="T68" fmla="*/ 27 w 145"/>
              <a:gd name="T69" fmla="*/ 64 h 146"/>
              <a:gd name="T70" fmla="*/ 25 w 145"/>
              <a:gd name="T71" fmla="*/ 65 h 146"/>
              <a:gd name="T72" fmla="*/ 24 w 145"/>
              <a:gd name="T73" fmla="*/ 67 h 146"/>
              <a:gd name="T74" fmla="*/ 24 w 145"/>
              <a:gd name="T75" fmla="*/ 79 h 146"/>
              <a:gd name="T76" fmla="*/ 25 w 145"/>
              <a:gd name="T77" fmla="*/ 81 h 146"/>
              <a:gd name="T78" fmla="*/ 27 w 145"/>
              <a:gd name="T79" fmla="*/ 82 h 146"/>
              <a:gd name="T80" fmla="*/ 52 w 145"/>
              <a:gd name="T81" fmla="*/ 94 h 146"/>
              <a:gd name="T82" fmla="*/ 63 w 145"/>
              <a:gd name="T83" fmla="*/ 118 h 146"/>
              <a:gd name="T84" fmla="*/ 64 w 145"/>
              <a:gd name="T85" fmla="*/ 121 h 146"/>
              <a:gd name="T86" fmla="*/ 66 w 145"/>
              <a:gd name="T87" fmla="*/ 121 h 146"/>
              <a:gd name="T88" fmla="*/ 78 w 145"/>
              <a:gd name="T89" fmla="*/ 121 h 146"/>
              <a:gd name="T90" fmla="*/ 81 w 145"/>
              <a:gd name="T91" fmla="*/ 120 h 146"/>
              <a:gd name="T92" fmla="*/ 81 w 145"/>
              <a:gd name="T93" fmla="*/ 118 h 146"/>
              <a:gd name="T94" fmla="*/ 45 w 145"/>
              <a:gd name="T95" fmla="*/ 118 h 146"/>
              <a:gd name="T96" fmla="*/ 48 w 145"/>
              <a:gd name="T97" fmla="*/ 109 h 146"/>
              <a:gd name="T98" fmla="*/ 45 w 145"/>
              <a:gd name="T99" fmla="*/ 101 h 146"/>
              <a:gd name="T100" fmla="*/ 36 w 145"/>
              <a:gd name="T101" fmla="*/ 97 h 146"/>
              <a:gd name="T102" fmla="*/ 28 w 145"/>
              <a:gd name="T103" fmla="*/ 101 h 146"/>
              <a:gd name="T104" fmla="*/ 24 w 145"/>
              <a:gd name="T105" fmla="*/ 109 h 146"/>
              <a:gd name="T106" fmla="*/ 28 w 145"/>
              <a:gd name="T107" fmla="*/ 118 h 146"/>
              <a:gd name="T108" fmla="*/ 36 w 145"/>
              <a:gd name="T109" fmla="*/ 121 h 146"/>
              <a:gd name="T110" fmla="*/ 45 w 145"/>
              <a:gd name="T111" fmla="*/ 118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45" h="146">
                <a:moveTo>
                  <a:pt x="145" y="28"/>
                </a:moveTo>
                <a:cubicBezTo>
                  <a:pt x="145" y="118"/>
                  <a:pt x="145" y="118"/>
                  <a:pt x="145" y="118"/>
                </a:cubicBezTo>
                <a:cubicBezTo>
                  <a:pt x="145" y="126"/>
                  <a:pt x="142" y="132"/>
                  <a:pt x="137" y="138"/>
                </a:cubicBezTo>
                <a:cubicBezTo>
                  <a:pt x="132" y="143"/>
                  <a:pt x="125" y="146"/>
                  <a:pt x="118" y="146"/>
                </a:cubicBezTo>
                <a:cubicBezTo>
                  <a:pt x="27" y="146"/>
                  <a:pt x="27" y="146"/>
                  <a:pt x="27" y="146"/>
                </a:cubicBezTo>
                <a:cubicBezTo>
                  <a:pt x="20" y="146"/>
                  <a:pt x="13" y="143"/>
                  <a:pt x="8" y="138"/>
                </a:cubicBezTo>
                <a:cubicBezTo>
                  <a:pt x="2" y="132"/>
                  <a:pt x="0" y="126"/>
                  <a:pt x="0" y="118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0"/>
                  <a:pt x="2" y="14"/>
                  <a:pt x="8" y="8"/>
                </a:cubicBezTo>
                <a:cubicBezTo>
                  <a:pt x="13" y="3"/>
                  <a:pt x="20" y="0"/>
                  <a:pt x="27" y="0"/>
                </a:cubicBezTo>
                <a:cubicBezTo>
                  <a:pt x="118" y="0"/>
                  <a:pt x="118" y="0"/>
                  <a:pt x="118" y="0"/>
                </a:cubicBezTo>
                <a:cubicBezTo>
                  <a:pt x="125" y="0"/>
                  <a:pt x="132" y="3"/>
                  <a:pt x="137" y="8"/>
                </a:cubicBezTo>
                <a:cubicBezTo>
                  <a:pt x="142" y="14"/>
                  <a:pt x="145" y="20"/>
                  <a:pt x="145" y="28"/>
                </a:cubicBezTo>
                <a:close/>
                <a:moveTo>
                  <a:pt x="118" y="118"/>
                </a:moveTo>
                <a:cubicBezTo>
                  <a:pt x="117" y="109"/>
                  <a:pt x="116" y="99"/>
                  <a:pt x="112" y="90"/>
                </a:cubicBezTo>
                <a:cubicBezTo>
                  <a:pt x="109" y="81"/>
                  <a:pt x="105" y="73"/>
                  <a:pt x="99" y="66"/>
                </a:cubicBezTo>
                <a:cubicBezTo>
                  <a:pt x="94" y="58"/>
                  <a:pt x="87" y="52"/>
                  <a:pt x="80" y="46"/>
                </a:cubicBezTo>
                <a:cubicBezTo>
                  <a:pt x="73" y="41"/>
                  <a:pt x="64" y="36"/>
                  <a:pt x="55" y="33"/>
                </a:cubicBezTo>
                <a:cubicBezTo>
                  <a:pt x="46" y="30"/>
                  <a:pt x="37" y="28"/>
                  <a:pt x="27" y="28"/>
                </a:cubicBezTo>
                <a:cubicBezTo>
                  <a:pt x="26" y="28"/>
                  <a:pt x="26" y="28"/>
                  <a:pt x="25" y="28"/>
                </a:cubicBezTo>
                <a:cubicBezTo>
                  <a:pt x="24" y="29"/>
                  <a:pt x="24" y="30"/>
                  <a:pt x="24" y="31"/>
                </a:cubicBezTo>
                <a:cubicBezTo>
                  <a:pt x="24" y="43"/>
                  <a:pt x="24" y="43"/>
                  <a:pt x="24" y="43"/>
                </a:cubicBezTo>
                <a:cubicBezTo>
                  <a:pt x="24" y="44"/>
                  <a:pt x="24" y="44"/>
                  <a:pt x="25" y="45"/>
                </a:cubicBezTo>
                <a:cubicBezTo>
                  <a:pt x="25" y="45"/>
                  <a:pt x="26" y="46"/>
                  <a:pt x="27" y="46"/>
                </a:cubicBezTo>
                <a:cubicBezTo>
                  <a:pt x="40" y="46"/>
                  <a:pt x="52" y="50"/>
                  <a:pt x="63" y="56"/>
                </a:cubicBezTo>
                <a:cubicBezTo>
                  <a:pt x="74" y="63"/>
                  <a:pt x="82" y="72"/>
                  <a:pt x="89" y="83"/>
                </a:cubicBezTo>
                <a:cubicBezTo>
                  <a:pt x="96" y="94"/>
                  <a:pt x="99" y="106"/>
                  <a:pt x="100" y="118"/>
                </a:cubicBezTo>
                <a:cubicBezTo>
                  <a:pt x="100" y="119"/>
                  <a:pt x="100" y="120"/>
                  <a:pt x="101" y="120"/>
                </a:cubicBezTo>
                <a:cubicBezTo>
                  <a:pt x="101" y="121"/>
                  <a:pt x="102" y="121"/>
                  <a:pt x="103" y="121"/>
                </a:cubicBezTo>
                <a:cubicBezTo>
                  <a:pt x="115" y="121"/>
                  <a:pt x="115" y="121"/>
                  <a:pt x="115" y="121"/>
                </a:cubicBezTo>
                <a:cubicBezTo>
                  <a:pt x="116" y="121"/>
                  <a:pt x="116" y="121"/>
                  <a:pt x="117" y="120"/>
                </a:cubicBezTo>
                <a:cubicBezTo>
                  <a:pt x="118" y="120"/>
                  <a:pt x="118" y="119"/>
                  <a:pt x="118" y="118"/>
                </a:cubicBezTo>
                <a:close/>
                <a:moveTo>
                  <a:pt x="81" y="118"/>
                </a:moveTo>
                <a:cubicBezTo>
                  <a:pt x="81" y="103"/>
                  <a:pt x="75" y="91"/>
                  <a:pt x="65" y="81"/>
                </a:cubicBezTo>
                <a:cubicBezTo>
                  <a:pt x="54" y="70"/>
                  <a:pt x="42" y="65"/>
                  <a:pt x="27" y="64"/>
                </a:cubicBezTo>
                <a:cubicBezTo>
                  <a:pt x="26" y="64"/>
                  <a:pt x="26" y="64"/>
                  <a:pt x="25" y="65"/>
                </a:cubicBezTo>
                <a:cubicBezTo>
                  <a:pt x="24" y="65"/>
                  <a:pt x="24" y="66"/>
                  <a:pt x="24" y="67"/>
                </a:cubicBezTo>
                <a:cubicBezTo>
                  <a:pt x="24" y="79"/>
                  <a:pt x="24" y="79"/>
                  <a:pt x="24" y="79"/>
                </a:cubicBezTo>
                <a:cubicBezTo>
                  <a:pt x="24" y="80"/>
                  <a:pt x="24" y="81"/>
                  <a:pt x="25" y="81"/>
                </a:cubicBezTo>
                <a:cubicBezTo>
                  <a:pt x="25" y="82"/>
                  <a:pt x="26" y="82"/>
                  <a:pt x="27" y="82"/>
                </a:cubicBezTo>
                <a:cubicBezTo>
                  <a:pt x="37" y="83"/>
                  <a:pt x="45" y="87"/>
                  <a:pt x="52" y="94"/>
                </a:cubicBezTo>
                <a:cubicBezTo>
                  <a:pt x="59" y="100"/>
                  <a:pt x="63" y="109"/>
                  <a:pt x="63" y="118"/>
                </a:cubicBezTo>
                <a:cubicBezTo>
                  <a:pt x="63" y="119"/>
                  <a:pt x="64" y="120"/>
                  <a:pt x="64" y="121"/>
                </a:cubicBezTo>
                <a:cubicBezTo>
                  <a:pt x="65" y="121"/>
                  <a:pt x="65" y="121"/>
                  <a:pt x="66" y="121"/>
                </a:cubicBezTo>
                <a:cubicBezTo>
                  <a:pt x="78" y="121"/>
                  <a:pt x="78" y="121"/>
                  <a:pt x="78" y="121"/>
                </a:cubicBezTo>
                <a:cubicBezTo>
                  <a:pt x="79" y="121"/>
                  <a:pt x="80" y="121"/>
                  <a:pt x="81" y="120"/>
                </a:cubicBezTo>
                <a:cubicBezTo>
                  <a:pt x="81" y="120"/>
                  <a:pt x="81" y="119"/>
                  <a:pt x="81" y="118"/>
                </a:cubicBezTo>
                <a:close/>
                <a:moveTo>
                  <a:pt x="45" y="118"/>
                </a:moveTo>
                <a:cubicBezTo>
                  <a:pt x="47" y="115"/>
                  <a:pt x="48" y="113"/>
                  <a:pt x="48" y="109"/>
                </a:cubicBezTo>
                <a:cubicBezTo>
                  <a:pt x="48" y="106"/>
                  <a:pt x="47" y="103"/>
                  <a:pt x="45" y="101"/>
                </a:cubicBezTo>
                <a:cubicBezTo>
                  <a:pt x="42" y="98"/>
                  <a:pt x="39" y="97"/>
                  <a:pt x="36" y="97"/>
                </a:cubicBezTo>
                <a:cubicBezTo>
                  <a:pt x="33" y="97"/>
                  <a:pt x="30" y="98"/>
                  <a:pt x="28" y="101"/>
                </a:cubicBezTo>
                <a:cubicBezTo>
                  <a:pt x="25" y="103"/>
                  <a:pt x="24" y="106"/>
                  <a:pt x="24" y="109"/>
                </a:cubicBezTo>
                <a:cubicBezTo>
                  <a:pt x="24" y="113"/>
                  <a:pt x="25" y="115"/>
                  <a:pt x="28" y="118"/>
                </a:cubicBezTo>
                <a:cubicBezTo>
                  <a:pt x="30" y="120"/>
                  <a:pt x="33" y="121"/>
                  <a:pt x="36" y="121"/>
                </a:cubicBezTo>
                <a:cubicBezTo>
                  <a:pt x="39" y="121"/>
                  <a:pt x="42" y="120"/>
                  <a:pt x="45" y="11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92" name="Freeform 295"/>
          <p:cNvSpPr>
            <a:spLocks noEditPoints="1"/>
          </p:cNvSpPr>
          <p:nvPr/>
        </p:nvSpPr>
        <p:spPr bwMode="auto">
          <a:xfrm>
            <a:off x="4927928" y="4396089"/>
            <a:ext cx="207464" cy="209627"/>
          </a:xfrm>
          <a:custGeom>
            <a:avLst/>
            <a:gdLst>
              <a:gd name="T0" fmla="*/ 36 w 145"/>
              <a:gd name="T1" fmla="*/ 10 h 146"/>
              <a:gd name="T2" fmla="*/ 73 w 145"/>
              <a:gd name="T3" fmla="*/ 0 h 146"/>
              <a:gd name="T4" fmla="*/ 109 w 145"/>
              <a:gd name="T5" fmla="*/ 10 h 146"/>
              <a:gd name="T6" fmla="*/ 136 w 145"/>
              <a:gd name="T7" fmla="*/ 36 h 146"/>
              <a:gd name="T8" fmla="*/ 145 w 145"/>
              <a:gd name="T9" fmla="*/ 73 h 146"/>
              <a:gd name="T10" fmla="*/ 136 w 145"/>
              <a:gd name="T11" fmla="*/ 109 h 146"/>
              <a:gd name="T12" fmla="*/ 109 w 145"/>
              <a:gd name="T13" fmla="*/ 136 h 146"/>
              <a:gd name="T14" fmla="*/ 73 w 145"/>
              <a:gd name="T15" fmla="*/ 146 h 146"/>
              <a:gd name="T16" fmla="*/ 36 w 145"/>
              <a:gd name="T17" fmla="*/ 136 h 146"/>
              <a:gd name="T18" fmla="*/ 10 w 145"/>
              <a:gd name="T19" fmla="*/ 109 h 146"/>
              <a:gd name="T20" fmla="*/ 0 w 145"/>
              <a:gd name="T21" fmla="*/ 73 h 146"/>
              <a:gd name="T22" fmla="*/ 10 w 145"/>
              <a:gd name="T23" fmla="*/ 36 h 146"/>
              <a:gd name="T24" fmla="*/ 36 w 145"/>
              <a:gd name="T25" fmla="*/ 10 h 146"/>
              <a:gd name="T26" fmla="*/ 109 w 145"/>
              <a:gd name="T27" fmla="*/ 78 h 146"/>
              <a:gd name="T28" fmla="*/ 112 w 145"/>
              <a:gd name="T29" fmla="*/ 73 h 146"/>
              <a:gd name="T30" fmla="*/ 109 w 145"/>
              <a:gd name="T31" fmla="*/ 68 h 146"/>
              <a:gd name="T32" fmla="*/ 58 w 145"/>
              <a:gd name="T33" fmla="*/ 37 h 146"/>
              <a:gd name="T34" fmla="*/ 52 w 145"/>
              <a:gd name="T35" fmla="*/ 37 h 146"/>
              <a:gd name="T36" fmla="*/ 49 w 145"/>
              <a:gd name="T37" fmla="*/ 43 h 146"/>
              <a:gd name="T38" fmla="*/ 49 w 145"/>
              <a:gd name="T39" fmla="*/ 103 h 146"/>
              <a:gd name="T40" fmla="*/ 52 w 145"/>
              <a:gd name="T41" fmla="*/ 108 h 146"/>
              <a:gd name="T42" fmla="*/ 55 w 145"/>
              <a:gd name="T43" fmla="*/ 109 h 146"/>
              <a:gd name="T44" fmla="*/ 58 w 145"/>
              <a:gd name="T45" fmla="*/ 108 h 146"/>
              <a:gd name="T46" fmla="*/ 109 w 145"/>
              <a:gd name="T47" fmla="*/ 78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145" h="146">
                <a:moveTo>
                  <a:pt x="36" y="10"/>
                </a:moveTo>
                <a:cubicBezTo>
                  <a:pt x="47" y="4"/>
                  <a:pt x="60" y="0"/>
                  <a:pt x="73" y="0"/>
                </a:cubicBezTo>
                <a:cubicBezTo>
                  <a:pt x="86" y="0"/>
                  <a:pt x="98" y="4"/>
                  <a:pt x="109" y="10"/>
                </a:cubicBezTo>
                <a:cubicBezTo>
                  <a:pt x="120" y="17"/>
                  <a:pt x="129" y="25"/>
                  <a:pt x="136" y="36"/>
                </a:cubicBezTo>
                <a:cubicBezTo>
                  <a:pt x="142" y="48"/>
                  <a:pt x="145" y="60"/>
                  <a:pt x="145" y="73"/>
                </a:cubicBezTo>
                <a:cubicBezTo>
                  <a:pt x="145" y="86"/>
                  <a:pt x="142" y="98"/>
                  <a:pt x="136" y="109"/>
                </a:cubicBezTo>
                <a:cubicBezTo>
                  <a:pt x="129" y="120"/>
                  <a:pt x="120" y="129"/>
                  <a:pt x="109" y="136"/>
                </a:cubicBezTo>
                <a:cubicBezTo>
                  <a:pt x="98" y="142"/>
                  <a:pt x="86" y="146"/>
                  <a:pt x="73" y="146"/>
                </a:cubicBezTo>
                <a:cubicBezTo>
                  <a:pt x="60" y="146"/>
                  <a:pt x="47" y="142"/>
                  <a:pt x="36" y="136"/>
                </a:cubicBezTo>
                <a:cubicBezTo>
                  <a:pt x="25" y="129"/>
                  <a:pt x="16" y="120"/>
                  <a:pt x="10" y="109"/>
                </a:cubicBezTo>
                <a:cubicBezTo>
                  <a:pt x="3" y="98"/>
                  <a:pt x="0" y="86"/>
                  <a:pt x="0" y="73"/>
                </a:cubicBezTo>
                <a:cubicBezTo>
                  <a:pt x="0" y="60"/>
                  <a:pt x="3" y="48"/>
                  <a:pt x="10" y="36"/>
                </a:cubicBezTo>
                <a:cubicBezTo>
                  <a:pt x="16" y="25"/>
                  <a:pt x="25" y="17"/>
                  <a:pt x="36" y="10"/>
                </a:cubicBezTo>
                <a:close/>
                <a:moveTo>
                  <a:pt x="109" y="78"/>
                </a:moveTo>
                <a:cubicBezTo>
                  <a:pt x="111" y="77"/>
                  <a:pt x="112" y="75"/>
                  <a:pt x="112" y="73"/>
                </a:cubicBezTo>
                <a:cubicBezTo>
                  <a:pt x="112" y="71"/>
                  <a:pt x="111" y="69"/>
                  <a:pt x="109" y="68"/>
                </a:cubicBezTo>
                <a:cubicBezTo>
                  <a:pt x="58" y="37"/>
                  <a:pt x="58" y="37"/>
                  <a:pt x="58" y="37"/>
                </a:cubicBezTo>
                <a:cubicBezTo>
                  <a:pt x="56" y="36"/>
                  <a:pt x="54" y="36"/>
                  <a:pt x="52" y="37"/>
                </a:cubicBezTo>
                <a:cubicBezTo>
                  <a:pt x="50" y="39"/>
                  <a:pt x="49" y="40"/>
                  <a:pt x="49" y="43"/>
                </a:cubicBezTo>
                <a:cubicBezTo>
                  <a:pt x="49" y="103"/>
                  <a:pt x="49" y="103"/>
                  <a:pt x="49" y="103"/>
                </a:cubicBezTo>
                <a:cubicBezTo>
                  <a:pt x="49" y="106"/>
                  <a:pt x="50" y="107"/>
                  <a:pt x="52" y="108"/>
                </a:cubicBezTo>
                <a:cubicBezTo>
                  <a:pt x="53" y="109"/>
                  <a:pt x="54" y="109"/>
                  <a:pt x="55" y="109"/>
                </a:cubicBezTo>
                <a:cubicBezTo>
                  <a:pt x="56" y="109"/>
                  <a:pt x="57" y="109"/>
                  <a:pt x="58" y="108"/>
                </a:cubicBezTo>
                <a:lnTo>
                  <a:pt x="109" y="7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93" name="Freeform 296"/>
          <p:cNvSpPr>
            <a:spLocks noEditPoints="1"/>
          </p:cNvSpPr>
          <p:nvPr/>
        </p:nvSpPr>
        <p:spPr bwMode="auto">
          <a:xfrm>
            <a:off x="5206710" y="4385286"/>
            <a:ext cx="226916" cy="231237"/>
          </a:xfrm>
          <a:custGeom>
            <a:avLst/>
            <a:gdLst>
              <a:gd name="T0" fmla="*/ 155 w 159"/>
              <a:gd name="T1" fmla="*/ 70 h 160"/>
              <a:gd name="T2" fmla="*/ 70 w 159"/>
              <a:gd name="T3" fmla="*/ 156 h 160"/>
              <a:gd name="T4" fmla="*/ 61 w 159"/>
              <a:gd name="T5" fmla="*/ 160 h 160"/>
              <a:gd name="T6" fmla="*/ 53 w 159"/>
              <a:gd name="T7" fmla="*/ 156 h 160"/>
              <a:gd name="T8" fmla="*/ 41 w 159"/>
              <a:gd name="T9" fmla="*/ 144 h 160"/>
              <a:gd name="T10" fmla="*/ 46 w 159"/>
              <a:gd name="T11" fmla="*/ 131 h 160"/>
              <a:gd name="T12" fmla="*/ 41 w 159"/>
              <a:gd name="T13" fmla="*/ 118 h 160"/>
              <a:gd name="T14" fmla="*/ 28 w 159"/>
              <a:gd name="T15" fmla="*/ 113 h 160"/>
              <a:gd name="T16" fmla="*/ 15 w 159"/>
              <a:gd name="T17" fmla="*/ 118 h 160"/>
              <a:gd name="T18" fmla="*/ 3 w 159"/>
              <a:gd name="T19" fmla="*/ 107 h 160"/>
              <a:gd name="T20" fmla="*/ 0 w 159"/>
              <a:gd name="T21" fmla="*/ 98 h 160"/>
              <a:gd name="T22" fmla="*/ 3 w 159"/>
              <a:gd name="T23" fmla="*/ 89 h 160"/>
              <a:gd name="T24" fmla="*/ 89 w 159"/>
              <a:gd name="T25" fmla="*/ 4 h 160"/>
              <a:gd name="T26" fmla="*/ 97 w 159"/>
              <a:gd name="T27" fmla="*/ 0 h 160"/>
              <a:gd name="T28" fmla="*/ 106 w 159"/>
              <a:gd name="T29" fmla="*/ 4 h 160"/>
              <a:gd name="T30" fmla="*/ 118 w 159"/>
              <a:gd name="T31" fmla="*/ 16 h 160"/>
              <a:gd name="T32" fmla="*/ 112 w 159"/>
              <a:gd name="T33" fmla="*/ 28 h 160"/>
              <a:gd name="T34" fmla="*/ 118 w 159"/>
              <a:gd name="T35" fmla="*/ 41 h 160"/>
              <a:gd name="T36" fmla="*/ 131 w 159"/>
              <a:gd name="T37" fmla="*/ 47 h 160"/>
              <a:gd name="T38" fmla="*/ 143 w 159"/>
              <a:gd name="T39" fmla="*/ 41 h 160"/>
              <a:gd name="T40" fmla="*/ 155 w 159"/>
              <a:gd name="T41" fmla="*/ 53 h 160"/>
              <a:gd name="T42" fmla="*/ 159 w 159"/>
              <a:gd name="T43" fmla="*/ 62 h 160"/>
              <a:gd name="T44" fmla="*/ 155 w 159"/>
              <a:gd name="T45" fmla="*/ 70 h 160"/>
              <a:gd name="T46" fmla="*/ 71 w 159"/>
              <a:gd name="T47" fmla="*/ 131 h 160"/>
              <a:gd name="T48" fmla="*/ 130 w 159"/>
              <a:gd name="T49" fmla="*/ 72 h 160"/>
              <a:gd name="T50" fmla="*/ 132 w 159"/>
              <a:gd name="T51" fmla="*/ 68 h 160"/>
              <a:gd name="T52" fmla="*/ 130 w 159"/>
              <a:gd name="T53" fmla="*/ 64 h 160"/>
              <a:gd name="T54" fmla="*/ 96 w 159"/>
              <a:gd name="T55" fmla="*/ 29 h 160"/>
              <a:gd name="T56" fmla="*/ 91 w 159"/>
              <a:gd name="T57" fmla="*/ 28 h 160"/>
              <a:gd name="T58" fmla="*/ 87 w 159"/>
              <a:gd name="T59" fmla="*/ 29 h 160"/>
              <a:gd name="T60" fmla="*/ 29 w 159"/>
              <a:gd name="T61" fmla="*/ 88 h 160"/>
              <a:gd name="T62" fmla="*/ 27 w 159"/>
              <a:gd name="T63" fmla="*/ 92 h 160"/>
              <a:gd name="T64" fmla="*/ 29 w 159"/>
              <a:gd name="T65" fmla="*/ 96 h 160"/>
              <a:gd name="T66" fmla="*/ 63 w 159"/>
              <a:gd name="T67" fmla="*/ 131 h 160"/>
              <a:gd name="T68" fmla="*/ 67 w 159"/>
              <a:gd name="T69" fmla="*/ 132 h 160"/>
              <a:gd name="T70" fmla="*/ 71 w 159"/>
              <a:gd name="T71" fmla="*/ 131 h 160"/>
              <a:gd name="T72" fmla="*/ 91 w 159"/>
              <a:gd name="T73" fmla="*/ 38 h 160"/>
              <a:gd name="T74" fmla="*/ 121 w 159"/>
              <a:gd name="T75" fmla="*/ 68 h 160"/>
              <a:gd name="T76" fmla="*/ 67 w 159"/>
              <a:gd name="T77" fmla="*/ 122 h 160"/>
              <a:gd name="T78" fmla="*/ 37 w 159"/>
              <a:gd name="T79" fmla="*/ 92 h 160"/>
              <a:gd name="T80" fmla="*/ 91 w 159"/>
              <a:gd name="T81" fmla="*/ 3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59" h="160">
                <a:moveTo>
                  <a:pt x="155" y="70"/>
                </a:moveTo>
                <a:cubicBezTo>
                  <a:pt x="70" y="156"/>
                  <a:pt x="70" y="156"/>
                  <a:pt x="70" y="156"/>
                </a:cubicBezTo>
                <a:cubicBezTo>
                  <a:pt x="67" y="158"/>
                  <a:pt x="64" y="160"/>
                  <a:pt x="61" y="160"/>
                </a:cubicBezTo>
                <a:cubicBezTo>
                  <a:pt x="58" y="160"/>
                  <a:pt x="55" y="158"/>
                  <a:pt x="53" y="156"/>
                </a:cubicBezTo>
                <a:cubicBezTo>
                  <a:pt x="41" y="144"/>
                  <a:pt x="41" y="144"/>
                  <a:pt x="41" y="144"/>
                </a:cubicBezTo>
                <a:cubicBezTo>
                  <a:pt x="44" y="141"/>
                  <a:pt x="46" y="136"/>
                  <a:pt x="46" y="131"/>
                </a:cubicBezTo>
                <a:cubicBezTo>
                  <a:pt x="46" y="126"/>
                  <a:pt x="44" y="122"/>
                  <a:pt x="41" y="118"/>
                </a:cubicBezTo>
                <a:cubicBezTo>
                  <a:pt x="37" y="115"/>
                  <a:pt x="33" y="113"/>
                  <a:pt x="28" y="113"/>
                </a:cubicBezTo>
                <a:cubicBezTo>
                  <a:pt x="23" y="113"/>
                  <a:pt x="18" y="115"/>
                  <a:pt x="15" y="118"/>
                </a:cubicBezTo>
                <a:cubicBezTo>
                  <a:pt x="3" y="107"/>
                  <a:pt x="3" y="107"/>
                  <a:pt x="3" y="107"/>
                </a:cubicBezTo>
                <a:cubicBezTo>
                  <a:pt x="1" y="104"/>
                  <a:pt x="0" y="101"/>
                  <a:pt x="0" y="98"/>
                </a:cubicBezTo>
                <a:cubicBezTo>
                  <a:pt x="0" y="95"/>
                  <a:pt x="1" y="92"/>
                  <a:pt x="3" y="89"/>
                </a:cubicBezTo>
                <a:cubicBezTo>
                  <a:pt x="89" y="4"/>
                  <a:pt x="89" y="4"/>
                  <a:pt x="89" y="4"/>
                </a:cubicBezTo>
                <a:cubicBezTo>
                  <a:pt x="91" y="1"/>
                  <a:pt x="94" y="0"/>
                  <a:pt x="97" y="0"/>
                </a:cubicBezTo>
                <a:cubicBezTo>
                  <a:pt x="101" y="0"/>
                  <a:pt x="104" y="1"/>
                  <a:pt x="106" y="4"/>
                </a:cubicBezTo>
                <a:cubicBezTo>
                  <a:pt x="118" y="16"/>
                  <a:pt x="118" y="16"/>
                  <a:pt x="118" y="16"/>
                </a:cubicBezTo>
                <a:cubicBezTo>
                  <a:pt x="114" y="19"/>
                  <a:pt x="112" y="23"/>
                  <a:pt x="112" y="28"/>
                </a:cubicBezTo>
                <a:cubicBezTo>
                  <a:pt x="112" y="34"/>
                  <a:pt x="114" y="38"/>
                  <a:pt x="118" y="41"/>
                </a:cubicBezTo>
                <a:cubicBezTo>
                  <a:pt x="121" y="45"/>
                  <a:pt x="126" y="47"/>
                  <a:pt x="131" y="47"/>
                </a:cubicBezTo>
                <a:cubicBezTo>
                  <a:pt x="136" y="47"/>
                  <a:pt x="140" y="45"/>
                  <a:pt x="143" y="41"/>
                </a:cubicBezTo>
                <a:cubicBezTo>
                  <a:pt x="155" y="53"/>
                  <a:pt x="155" y="53"/>
                  <a:pt x="155" y="53"/>
                </a:cubicBezTo>
                <a:cubicBezTo>
                  <a:pt x="158" y="55"/>
                  <a:pt x="159" y="58"/>
                  <a:pt x="159" y="62"/>
                </a:cubicBezTo>
                <a:cubicBezTo>
                  <a:pt x="159" y="65"/>
                  <a:pt x="158" y="68"/>
                  <a:pt x="155" y="70"/>
                </a:cubicBezTo>
                <a:close/>
                <a:moveTo>
                  <a:pt x="71" y="131"/>
                </a:moveTo>
                <a:cubicBezTo>
                  <a:pt x="130" y="72"/>
                  <a:pt x="130" y="72"/>
                  <a:pt x="130" y="72"/>
                </a:cubicBezTo>
                <a:cubicBezTo>
                  <a:pt x="131" y="71"/>
                  <a:pt x="132" y="69"/>
                  <a:pt x="132" y="68"/>
                </a:cubicBezTo>
                <a:cubicBezTo>
                  <a:pt x="132" y="66"/>
                  <a:pt x="131" y="65"/>
                  <a:pt x="130" y="64"/>
                </a:cubicBezTo>
                <a:cubicBezTo>
                  <a:pt x="96" y="29"/>
                  <a:pt x="96" y="29"/>
                  <a:pt x="96" y="29"/>
                </a:cubicBezTo>
                <a:cubicBezTo>
                  <a:pt x="94" y="28"/>
                  <a:pt x="93" y="28"/>
                  <a:pt x="91" y="28"/>
                </a:cubicBezTo>
                <a:cubicBezTo>
                  <a:pt x="90" y="28"/>
                  <a:pt x="88" y="28"/>
                  <a:pt x="87" y="29"/>
                </a:cubicBezTo>
                <a:cubicBezTo>
                  <a:pt x="29" y="88"/>
                  <a:pt x="29" y="88"/>
                  <a:pt x="29" y="88"/>
                </a:cubicBezTo>
                <a:cubicBezTo>
                  <a:pt x="27" y="89"/>
                  <a:pt x="27" y="90"/>
                  <a:pt x="27" y="92"/>
                </a:cubicBezTo>
                <a:cubicBezTo>
                  <a:pt x="27" y="94"/>
                  <a:pt x="27" y="95"/>
                  <a:pt x="29" y="96"/>
                </a:cubicBezTo>
                <a:cubicBezTo>
                  <a:pt x="63" y="131"/>
                  <a:pt x="63" y="131"/>
                  <a:pt x="63" y="131"/>
                </a:cubicBezTo>
                <a:cubicBezTo>
                  <a:pt x="64" y="132"/>
                  <a:pt x="65" y="132"/>
                  <a:pt x="67" y="132"/>
                </a:cubicBezTo>
                <a:cubicBezTo>
                  <a:pt x="69" y="132"/>
                  <a:pt x="70" y="132"/>
                  <a:pt x="71" y="131"/>
                </a:cubicBezTo>
                <a:close/>
                <a:moveTo>
                  <a:pt x="91" y="38"/>
                </a:moveTo>
                <a:cubicBezTo>
                  <a:pt x="121" y="68"/>
                  <a:pt x="121" y="68"/>
                  <a:pt x="121" y="68"/>
                </a:cubicBezTo>
                <a:cubicBezTo>
                  <a:pt x="67" y="122"/>
                  <a:pt x="67" y="122"/>
                  <a:pt x="67" y="122"/>
                </a:cubicBezTo>
                <a:cubicBezTo>
                  <a:pt x="37" y="92"/>
                  <a:pt x="37" y="92"/>
                  <a:pt x="37" y="92"/>
                </a:cubicBezTo>
                <a:lnTo>
                  <a:pt x="91" y="3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94" name="Freeform 297"/>
          <p:cNvSpPr>
            <a:spLocks noEditPoints="1"/>
          </p:cNvSpPr>
          <p:nvPr/>
        </p:nvSpPr>
        <p:spPr bwMode="auto">
          <a:xfrm>
            <a:off x="5502780" y="4396089"/>
            <a:ext cx="207464" cy="209627"/>
          </a:xfrm>
          <a:custGeom>
            <a:avLst/>
            <a:gdLst>
              <a:gd name="T0" fmla="*/ 145 w 145"/>
              <a:gd name="T1" fmla="*/ 28 h 146"/>
              <a:gd name="T2" fmla="*/ 145 w 145"/>
              <a:gd name="T3" fmla="*/ 118 h 146"/>
              <a:gd name="T4" fmla="*/ 137 w 145"/>
              <a:gd name="T5" fmla="*/ 138 h 146"/>
              <a:gd name="T6" fmla="*/ 118 w 145"/>
              <a:gd name="T7" fmla="*/ 146 h 146"/>
              <a:gd name="T8" fmla="*/ 27 w 145"/>
              <a:gd name="T9" fmla="*/ 146 h 146"/>
              <a:gd name="T10" fmla="*/ 8 w 145"/>
              <a:gd name="T11" fmla="*/ 138 h 146"/>
              <a:gd name="T12" fmla="*/ 0 w 145"/>
              <a:gd name="T13" fmla="*/ 118 h 146"/>
              <a:gd name="T14" fmla="*/ 0 w 145"/>
              <a:gd name="T15" fmla="*/ 28 h 146"/>
              <a:gd name="T16" fmla="*/ 8 w 145"/>
              <a:gd name="T17" fmla="*/ 8 h 146"/>
              <a:gd name="T18" fmla="*/ 27 w 145"/>
              <a:gd name="T19" fmla="*/ 0 h 146"/>
              <a:gd name="T20" fmla="*/ 118 w 145"/>
              <a:gd name="T21" fmla="*/ 0 h 146"/>
              <a:gd name="T22" fmla="*/ 137 w 145"/>
              <a:gd name="T23" fmla="*/ 8 h 146"/>
              <a:gd name="T24" fmla="*/ 145 w 145"/>
              <a:gd name="T25" fmla="*/ 28 h 146"/>
              <a:gd name="T26" fmla="*/ 121 w 145"/>
              <a:gd name="T27" fmla="*/ 79 h 146"/>
              <a:gd name="T28" fmla="*/ 121 w 145"/>
              <a:gd name="T29" fmla="*/ 67 h 146"/>
              <a:gd name="T30" fmla="*/ 119 w 145"/>
              <a:gd name="T31" fmla="*/ 63 h 146"/>
              <a:gd name="T32" fmla="*/ 115 w 145"/>
              <a:gd name="T33" fmla="*/ 61 h 146"/>
              <a:gd name="T34" fmla="*/ 30 w 145"/>
              <a:gd name="T35" fmla="*/ 61 h 146"/>
              <a:gd name="T36" fmla="*/ 26 w 145"/>
              <a:gd name="T37" fmla="*/ 63 h 146"/>
              <a:gd name="T38" fmla="*/ 24 w 145"/>
              <a:gd name="T39" fmla="*/ 67 h 146"/>
              <a:gd name="T40" fmla="*/ 24 w 145"/>
              <a:gd name="T41" fmla="*/ 79 h 146"/>
              <a:gd name="T42" fmla="*/ 26 w 145"/>
              <a:gd name="T43" fmla="*/ 83 h 146"/>
              <a:gd name="T44" fmla="*/ 30 w 145"/>
              <a:gd name="T45" fmla="*/ 85 h 146"/>
              <a:gd name="T46" fmla="*/ 115 w 145"/>
              <a:gd name="T47" fmla="*/ 85 h 146"/>
              <a:gd name="T48" fmla="*/ 119 w 145"/>
              <a:gd name="T49" fmla="*/ 83 h 146"/>
              <a:gd name="T50" fmla="*/ 121 w 145"/>
              <a:gd name="T51" fmla="*/ 79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145" h="146">
                <a:moveTo>
                  <a:pt x="145" y="28"/>
                </a:moveTo>
                <a:cubicBezTo>
                  <a:pt x="145" y="118"/>
                  <a:pt x="145" y="118"/>
                  <a:pt x="145" y="118"/>
                </a:cubicBezTo>
                <a:cubicBezTo>
                  <a:pt x="145" y="126"/>
                  <a:pt x="143" y="132"/>
                  <a:pt x="137" y="138"/>
                </a:cubicBezTo>
                <a:cubicBezTo>
                  <a:pt x="132" y="143"/>
                  <a:pt x="125" y="146"/>
                  <a:pt x="118" y="146"/>
                </a:cubicBezTo>
                <a:cubicBezTo>
                  <a:pt x="27" y="146"/>
                  <a:pt x="27" y="146"/>
                  <a:pt x="27" y="146"/>
                </a:cubicBezTo>
                <a:cubicBezTo>
                  <a:pt x="20" y="146"/>
                  <a:pt x="13" y="143"/>
                  <a:pt x="8" y="138"/>
                </a:cubicBezTo>
                <a:cubicBezTo>
                  <a:pt x="3" y="132"/>
                  <a:pt x="0" y="126"/>
                  <a:pt x="0" y="118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0"/>
                  <a:pt x="3" y="14"/>
                  <a:pt x="8" y="8"/>
                </a:cubicBezTo>
                <a:cubicBezTo>
                  <a:pt x="13" y="3"/>
                  <a:pt x="20" y="0"/>
                  <a:pt x="27" y="0"/>
                </a:cubicBezTo>
                <a:cubicBezTo>
                  <a:pt x="118" y="0"/>
                  <a:pt x="118" y="0"/>
                  <a:pt x="118" y="0"/>
                </a:cubicBezTo>
                <a:cubicBezTo>
                  <a:pt x="125" y="0"/>
                  <a:pt x="132" y="3"/>
                  <a:pt x="137" y="8"/>
                </a:cubicBezTo>
                <a:cubicBezTo>
                  <a:pt x="143" y="14"/>
                  <a:pt x="145" y="20"/>
                  <a:pt x="145" y="28"/>
                </a:cubicBezTo>
                <a:close/>
                <a:moveTo>
                  <a:pt x="121" y="79"/>
                </a:moveTo>
                <a:cubicBezTo>
                  <a:pt x="121" y="67"/>
                  <a:pt x="121" y="67"/>
                  <a:pt x="121" y="67"/>
                </a:cubicBezTo>
                <a:cubicBezTo>
                  <a:pt x="121" y="65"/>
                  <a:pt x="120" y="64"/>
                  <a:pt x="119" y="63"/>
                </a:cubicBezTo>
                <a:cubicBezTo>
                  <a:pt x="118" y="61"/>
                  <a:pt x="117" y="61"/>
                  <a:pt x="115" y="61"/>
                </a:cubicBezTo>
                <a:cubicBezTo>
                  <a:pt x="30" y="61"/>
                  <a:pt x="30" y="61"/>
                  <a:pt x="30" y="61"/>
                </a:cubicBezTo>
                <a:cubicBezTo>
                  <a:pt x="29" y="61"/>
                  <a:pt x="27" y="61"/>
                  <a:pt x="26" y="63"/>
                </a:cubicBezTo>
                <a:cubicBezTo>
                  <a:pt x="25" y="64"/>
                  <a:pt x="24" y="65"/>
                  <a:pt x="24" y="67"/>
                </a:cubicBezTo>
                <a:cubicBezTo>
                  <a:pt x="24" y="79"/>
                  <a:pt x="24" y="79"/>
                  <a:pt x="24" y="79"/>
                </a:cubicBezTo>
                <a:cubicBezTo>
                  <a:pt x="24" y="81"/>
                  <a:pt x="25" y="82"/>
                  <a:pt x="26" y="83"/>
                </a:cubicBezTo>
                <a:cubicBezTo>
                  <a:pt x="27" y="84"/>
                  <a:pt x="29" y="85"/>
                  <a:pt x="30" y="85"/>
                </a:cubicBezTo>
                <a:cubicBezTo>
                  <a:pt x="115" y="85"/>
                  <a:pt x="115" y="85"/>
                  <a:pt x="115" y="85"/>
                </a:cubicBezTo>
                <a:cubicBezTo>
                  <a:pt x="117" y="85"/>
                  <a:pt x="118" y="84"/>
                  <a:pt x="119" y="83"/>
                </a:cubicBezTo>
                <a:cubicBezTo>
                  <a:pt x="120" y="82"/>
                  <a:pt x="121" y="81"/>
                  <a:pt x="121" y="7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95" name="Freeform 298"/>
          <p:cNvSpPr>
            <a:spLocks noEditPoints="1"/>
          </p:cNvSpPr>
          <p:nvPr/>
        </p:nvSpPr>
        <p:spPr bwMode="auto">
          <a:xfrm>
            <a:off x="5772916" y="4396089"/>
            <a:ext cx="190176" cy="190176"/>
          </a:xfrm>
          <a:custGeom>
            <a:avLst/>
            <a:gdLst>
              <a:gd name="T0" fmla="*/ 133 w 133"/>
              <a:gd name="T1" fmla="*/ 28 h 133"/>
              <a:gd name="T2" fmla="*/ 133 w 133"/>
              <a:gd name="T3" fmla="*/ 106 h 133"/>
              <a:gd name="T4" fmla="*/ 125 w 133"/>
              <a:gd name="T5" fmla="*/ 125 h 133"/>
              <a:gd name="T6" fmla="*/ 106 w 133"/>
              <a:gd name="T7" fmla="*/ 133 h 133"/>
              <a:gd name="T8" fmla="*/ 28 w 133"/>
              <a:gd name="T9" fmla="*/ 133 h 133"/>
              <a:gd name="T10" fmla="*/ 8 w 133"/>
              <a:gd name="T11" fmla="*/ 125 h 133"/>
              <a:gd name="T12" fmla="*/ 0 w 133"/>
              <a:gd name="T13" fmla="*/ 106 h 133"/>
              <a:gd name="T14" fmla="*/ 0 w 133"/>
              <a:gd name="T15" fmla="*/ 28 h 133"/>
              <a:gd name="T16" fmla="*/ 8 w 133"/>
              <a:gd name="T17" fmla="*/ 8 h 133"/>
              <a:gd name="T18" fmla="*/ 28 w 133"/>
              <a:gd name="T19" fmla="*/ 0 h 133"/>
              <a:gd name="T20" fmla="*/ 106 w 133"/>
              <a:gd name="T21" fmla="*/ 0 h 133"/>
              <a:gd name="T22" fmla="*/ 125 w 133"/>
              <a:gd name="T23" fmla="*/ 8 h 133"/>
              <a:gd name="T24" fmla="*/ 133 w 133"/>
              <a:gd name="T25" fmla="*/ 28 h 133"/>
              <a:gd name="T26" fmla="*/ 121 w 133"/>
              <a:gd name="T27" fmla="*/ 106 h 133"/>
              <a:gd name="T28" fmla="*/ 121 w 133"/>
              <a:gd name="T29" fmla="*/ 28 h 133"/>
              <a:gd name="T30" fmla="*/ 117 w 133"/>
              <a:gd name="T31" fmla="*/ 17 h 133"/>
              <a:gd name="T32" fmla="*/ 106 w 133"/>
              <a:gd name="T33" fmla="*/ 12 h 133"/>
              <a:gd name="T34" fmla="*/ 28 w 133"/>
              <a:gd name="T35" fmla="*/ 12 h 133"/>
              <a:gd name="T36" fmla="*/ 17 w 133"/>
              <a:gd name="T37" fmla="*/ 17 h 133"/>
              <a:gd name="T38" fmla="*/ 12 w 133"/>
              <a:gd name="T39" fmla="*/ 28 h 133"/>
              <a:gd name="T40" fmla="*/ 12 w 133"/>
              <a:gd name="T41" fmla="*/ 106 h 133"/>
              <a:gd name="T42" fmla="*/ 17 w 133"/>
              <a:gd name="T43" fmla="*/ 117 h 133"/>
              <a:gd name="T44" fmla="*/ 28 w 133"/>
              <a:gd name="T45" fmla="*/ 121 h 133"/>
              <a:gd name="T46" fmla="*/ 106 w 133"/>
              <a:gd name="T47" fmla="*/ 121 h 133"/>
              <a:gd name="T48" fmla="*/ 117 w 133"/>
              <a:gd name="T49" fmla="*/ 117 h 133"/>
              <a:gd name="T50" fmla="*/ 121 w 133"/>
              <a:gd name="T51" fmla="*/ 106 h 133"/>
              <a:gd name="T52" fmla="*/ 109 w 133"/>
              <a:gd name="T53" fmla="*/ 64 h 133"/>
              <a:gd name="T54" fmla="*/ 109 w 133"/>
              <a:gd name="T55" fmla="*/ 70 h 133"/>
              <a:gd name="T56" fmla="*/ 108 w 133"/>
              <a:gd name="T57" fmla="*/ 72 h 133"/>
              <a:gd name="T58" fmla="*/ 106 w 133"/>
              <a:gd name="T59" fmla="*/ 73 h 133"/>
              <a:gd name="T60" fmla="*/ 28 w 133"/>
              <a:gd name="T61" fmla="*/ 73 h 133"/>
              <a:gd name="T62" fmla="*/ 25 w 133"/>
              <a:gd name="T63" fmla="*/ 72 h 133"/>
              <a:gd name="T64" fmla="*/ 24 w 133"/>
              <a:gd name="T65" fmla="*/ 70 h 133"/>
              <a:gd name="T66" fmla="*/ 24 w 133"/>
              <a:gd name="T67" fmla="*/ 64 h 133"/>
              <a:gd name="T68" fmla="*/ 25 w 133"/>
              <a:gd name="T69" fmla="*/ 62 h 133"/>
              <a:gd name="T70" fmla="*/ 28 w 133"/>
              <a:gd name="T71" fmla="*/ 61 h 133"/>
              <a:gd name="T72" fmla="*/ 106 w 133"/>
              <a:gd name="T73" fmla="*/ 61 h 133"/>
              <a:gd name="T74" fmla="*/ 108 w 133"/>
              <a:gd name="T75" fmla="*/ 62 h 133"/>
              <a:gd name="T76" fmla="*/ 109 w 133"/>
              <a:gd name="T77" fmla="*/ 64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33" h="133">
                <a:moveTo>
                  <a:pt x="133" y="28"/>
                </a:moveTo>
                <a:cubicBezTo>
                  <a:pt x="133" y="106"/>
                  <a:pt x="133" y="106"/>
                  <a:pt x="133" y="106"/>
                </a:cubicBezTo>
                <a:cubicBezTo>
                  <a:pt x="133" y="114"/>
                  <a:pt x="131" y="120"/>
                  <a:pt x="125" y="125"/>
                </a:cubicBezTo>
                <a:cubicBezTo>
                  <a:pt x="120" y="131"/>
                  <a:pt x="114" y="133"/>
                  <a:pt x="106" y="133"/>
                </a:cubicBezTo>
                <a:cubicBezTo>
                  <a:pt x="28" y="133"/>
                  <a:pt x="28" y="133"/>
                  <a:pt x="28" y="133"/>
                </a:cubicBezTo>
                <a:cubicBezTo>
                  <a:pt x="20" y="133"/>
                  <a:pt x="14" y="131"/>
                  <a:pt x="8" y="125"/>
                </a:cubicBezTo>
                <a:cubicBezTo>
                  <a:pt x="3" y="120"/>
                  <a:pt x="0" y="114"/>
                  <a:pt x="0" y="106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0"/>
                  <a:pt x="3" y="14"/>
                  <a:pt x="8" y="8"/>
                </a:cubicBezTo>
                <a:cubicBezTo>
                  <a:pt x="14" y="3"/>
                  <a:pt x="20" y="0"/>
                  <a:pt x="28" y="0"/>
                </a:cubicBezTo>
                <a:cubicBezTo>
                  <a:pt x="106" y="0"/>
                  <a:pt x="106" y="0"/>
                  <a:pt x="106" y="0"/>
                </a:cubicBezTo>
                <a:cubicBezTo>
                  <a:pt x="114" y="0"/>
                  <a:pt x="120" y="3"/>
                  <a:pt x="125" y="8"/>
                </a:cubicBezTo>
                <a:cubicBezTo>
                  <a:pt x="131" y="14"/>
                  <a:pt x="133" y="20"/>
                  <a:pt x="133" y="28"/>
                </a:cubicBezTo>
                <a:close/>
                <a:moveTo>
                  <a:pt x="121" y="106"/>
                </a:moveTo>
                <a:cubicBezTo>
                  <a:pt x="121" y="28"/>
                  <a:pt x="121" y="28"/>
                  <a:pt x="121" y="28"/>
                </a:cubicBezTo>
                <a:cubicBezTo>
                  <a:pt x="121" y="23"/>
                  <a:pt x="120" y="20"/>
                  <a:pt x="117" y="17"/>
                </a:cubicBezTo>
                <a:cubicBezTo>
                  <a:pt x="114" y="14"/>
                  <a:pt x="110" y="12"/>
                  <a:pt x="106" y="12"/>
                </a:cubicBezTo>
                <a:cubicBezTo>
                  <a:pt x="28" y="12"/>
                  <a:pt x="28" y="12"/>
                  <a:pt x="28" y="12"/>
                </a:cubicBezTo>
                <a:cubicBezTo>
                  <a:pt x="23" y="12"/>
                  <a:pt x="20" y="14"/>
                  <a:pt x="17" y="17"/>
                </a:cubicBezTo>
                <a:cubicBezTo>
                  <a:pt x="14" y="20"/>
                  <a:pt x="12" y="23"/>
                  <a:pt x="12" y="28"/>
                </a:cubicBezTo>
                <a:cubicBezTo>
                  <a:pt x="12" y="106"/>
                  <a:pt x="12" y="106"/>
                  <a:pt x="12" y="106"/>
                </a:cubicBezTo>
                <a:cubicBezTo>
                  <a:pt x="12" y="110"/>
                  <a:pt x="14" y="114"/>
                  <a:pt x="17" y="117"/>
                </a:cubicBezTo>
                <a:cubicBezTo>
                  <a:pt x="20" y="120"/>
                  <a:pt x="23" y="121"/>
                  <a:pt x="28" y="121"/>
                </a:cubicBezTo>
                <a:cubicBezTo>
                  <a:pt x="106" y="121"/>
                  <a:pt x="106" y="121"/>
                  <a:pt x="106" y="121"/>
                </a:cubicBezTo>
                <a:cubicBezTo>
                  <a:pt x="110" y="121"/>
                  <a:pt x="114" y="120"/>
                  <a:pt x="117" y="117"/>
                </a:cubicBezTo>
                <a:cubicBezTo>
                  <a:pt x="120" y="114"/>
                  <a:pt x="121" y="110"/>
                  <a:pt x="121" y="106"/>
                </a:cubicBezTo>
                <a:close/>
                <a:moveTo>
                  <a:pt x="109" y="64"/>
                </a:moveTo>
                <a:cubicBezTo>
                  <a:pt x="109" y="70"/>
                  <a:pt x="109" y="70"/>
                  <a:pt x="109" y="70"/>
                </a:cubicBezTo>
                <a:cubicBezTo>
                  <a:pt x="109" y="71"/>
                  <a:pt x="109" y="72"/>
                  <a:pt x="108" y="72"/>
                </a:cubicBezTo>
                <a:cubicBezTo>
                  <a:pt x="108" y="73"/>
                  <a:pt x="107" y="73"/>
                  <a:pt x="106" y="73"/>
                </a:cubicBezTo>
                <a:cubicBezTo>
                  <a:pt x="28" y="73"/>
                  <a:pt x="28" y="73"/>
                  <a:pt x="28" y="73"/>
                </a:cubicBezTo>
                <a:cubicBezTo>
                  <a:pt x="27" y="73"/>
                  <a:pt x="26" y="73"/>
                  <a:pt x="25" y="72"/>
                </a:cubicBezTo>
                <a:cubicBezTo>
                  <a:pt x="25" y="72"/>
                  <a:pt x="24" y="71"/>
                  <a:pt x="24" y="70"/>
                </a:cubicBezTo>
                <a:cubicBezTo>
                  <a:pt x="24" y="64"/>
                  <a:pt x="24" y="64"/>
                  <a:pt x="24" y="64"/>
                </a:cubicBezTo>
                <a:cubicBezTo>
                  <a:pt x="24" y="63"/>
                  <a:pt x="25" y="62"/>
                  <a:pt x="25" y="62"/>
                </a:cubicBezTo>
                <a:cubicBezTo>
                  <a:pt x="26" y="61"/>
                  <a:pt x="27" y="61"/>
                  <a:pt x="28" y="61"/>
                </a:cubicBezTo>
                <a:cubicBezTo>
                  <a:pt x="106" y="61"/>
                  <a:pt x="106" y="61"/>
                  <a:pt x="106" y="61"/>
                </a:cubicBezTo>
                <a:cubicBezTo>
                  <a:pt x="107" y="61"/>
                  <a:pt x="108" y="61"/>
                  <a:pt x="108" y="62"/>
                </a:cubicBezTo>
                <a:cubicBezTo>
                  <a:pt x="109" y="62"/>
                  <a:pt x="109" y="63"/>
                  <a:pt x="109" y="6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96" name="Freeform 299"/>
          <p:cNvSpPr>
            <a:spLocks/>
          </p:cNvSpPr>
          <p:nvPr/>
        </p:nvSpPr>
        <p:spPr bwMode="auto">
          <a:xfrm>
            <a:off x="6025765" y="4396089"/>
            <a:ext cx="140472" cy="190176"/>
          </a:xfrm>
          <a:custGeom>
            <a:avLst/>
            <a:gdLst>
              <a:gd name="T0" fmla="*/ 97 w 98"/>
              <a:gd name="T1" fmla="*/ 45 h 133"/>
              <a:gd name="T2" fmla="*/ 91 w 98"/>
              <a:gd name="T3" fmla="*/ 49 h 133"/>
              <a:gd name="T4" fmla="*/ 73 w 98"/>
              <a:gd name="T5" fmla="*/ 49 h 133"/>
              <a:gd name="T6" fmla="*/ 73 w 98"/>
              <a:gd name="T7" fmla="*/ 130 h 133"/>
              <a:gd name="T8" fmla="*/ 72 w 98"/>
              <a:gd name="T9" fmla="*/ 133 h 133"/>
              <a:gd name="T10" fmla="*/ 70 w 98"/>
              <a:gd name="T11" fmla="*/ 133 h 133"/>
              <a:gd name="T12" fmla="*/ 4 w 98"/>
              <a:gd name="T13" fmla="*/ 133 h 133"/>
              <a:gd name="T14" fmla="*/ 1 w 98"/>
              <a:gd name="T15" fmla="*/ 132 h 133"/>
              <a:gd name="T16" fmla="*/ 1 w 98"/>
              <a:gd name="T17" fmla="*/ 128 h 133"/>
              <a:gd name="T18" fmla="*/ 16 w 98"/>
              <a:gd name="T19" fmla="*/ 110 h 133"/>
              <a:gd name="T20" fmla="*/ 19 w 98"/>
              <a:gd name="T21" fmla="*/ 109 h 133"/>
              <a:gd name="T22" fmla="*/ 49 w 98"/>
              <a:gd name="T23" fmla="*/ 109 h 133"/>
              <a:gd name="T24" fmla="*/ 49 w 98"/>
              <a:gd name="T25" fmla="*/ 49 h 133"/>
              <a:gd name="T26" fmla="*/ 31 w 98"/>
              <a:gd name="T27" fmla="*/ 49 h 133"/>
              <a:gd name="T28" fmla="*/ 25 w 98"/>
              <a:gd name="T29" fmla="*/ 45 h 133"/>
              <a:gd name="T30" fmla="*/ 26 w 98"/>
              <a:gd name="T31" fmla="*/ 39 h 133"/>
              <a:gd name="T32" fmla="*/ 56 w 98"/>
              <a:gd name="T33" fmla="*/ 2 h 133"/>
              <a:gd name="T34" fmla="*/ 61 w 98"/>
              <a:gd name="T35" fmla="*/ 0 h 133"/>
              <a:gd name="T36" fmla="*/ 66 w 98"/>
              <a:gd name="T37" fmla="*/ 2 h 133"/>
              <a:gd name="T38" fmla="*/ 96 w 98"/>
              <a:gd name="T39" fmla="*/ 39 h 133"/>
              <a:gd name="T40" fmla="*/ 97 w 98"/>
              <a:gd name="T41" fmla="*/ 45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98" h="133">
                <a:moveTo>
                  <a:pt x="97" y="45"/>
                </a:moveTo>
                <a:cubicBezTo>
                  <a:pt x="96" y="48"/>
                  <a:pt x="94" y="49"/>
                  <a:pt x="91" y="49"/>
                </a:cubicBezTo>
                <a:cubicBezTo>
                  <a:pt x="73" y="49"/>
                  <a:pt x="73" y="49"/>
                  <a:pt x="73" y="49"/>
                </a:cubicBezTo>
                <a:cubicBezTo>
                  <a:pt x="73" y="130"/>
                  <a:pt x="73" y="130"/>
                  <a:pt x="73" y="130"/>
                </a:cubicBezTo>
                <a:cubicBezTo>
                  <a:pt x="73" y="131"/>
                  <a:pt x="73" y="132"/>
                  <a:pt x="72" y="133"/>
                </a:cubicBezTo>
                <a:cubicBezTo>
                  <a:pt x="72" y="133"/>
                  <a:pt x="71" y="133"/>
                  <a:pt x="70" y="133"/>
                </a:cubicBezTo>
                <a:cubicBezTo>
                  <a:pt x="4" y="133"/>
                  <a:pt x="4" y="133"/>
                  <a:pt x="4" y="133"/>
                </a:cubicBezTo>
                <a:cubicBezTo>
                  <a:pt x="2" y="133"/>
                  <a:pt x="1" y="133"/>
                  <a:pt x="1" y="132"/>
                </a:cubicBezTo>
                <a:cubicBezTo>
                  <a:pt x="0" y="130"/>
                  <a:pt x="0" y="129"/>
                  <a:pt x="1" y="128"/>
                </a:cubicBezTo>
                <a:cubicBezTo>
                  <a:pt x="16" y="110"/>
                  <a:pt x="16" y="110"/>
                  <a:pt x="16" y="110"/>
                </a:cubicBezTo>
                <a:cubicBezTo>
                  <a:pt x="17" y="110"/>
                  <a:pt x="18" y="109"/>
                  <a:pt x="19" y="109"/>
                </a:cubicBezTo>
                <a:cubicBezTo>
                  <a:pt x="49" y="109"/>
                  <a:pt x="49" y="109"/>
                  <a:pt x="49" y="109"/>
                </a:cubicBezTo>
                <a:cubicBezTo>
                  <a:pt x="49" y="49"/>
                  <a:pt x="49" y="49"/>
                  <a:pt x="49" y="49"/>
                </a:cubicBezTo>
                <a:cubicBezTo>
                  <a:pt x="31" y="49"/>
                  <a:pt x="31" y="49"/>
                  <a:pt x="31" y="49"/>
                </a:cubicBezTo>
                <a:cubicBezTo>
                  <a:pt x="28" y="49"/>
                  <a:pt x="26" y="48"/>
                  <a:pt x="25" y="45"/>
                </a:cubicBezTo>
                <a:cubicBezTo>
                  <a:pt x="24" y="43"/>
                  <a:pt x="24" y="41"/>
                  <a:pt x="26" y="39"/>
                </a:cubicBezTo>
                <a:cubicBezTo>
                  <a:pt x="56" y="2"/>
                  <a:pt x="56" y="2"/>
                  <a:pt x="56" y="2"/>
                </a:cubicBezTo>
                <a:cubicBezTo>
                  <a:pt x="58" y="1"/>
                  <a:pt x="59" y="0"/>
                  <a:pt x="61" y="0"/>
                </a:cubicBezTo>
                <a:cubicBezTo>
                  <a:pt x="63" y="0"/>
                  <a:pt x="65" y="1"/>
                  <a:pt x="66" y="2"/>
                </a:cubicBezTo>
                <a:cubicBezTo>
                  <a:pt x="96" y="39"/>
                  <a:pt x="96" y="39"/>
                  <a:pt x="96" y="39"/>
                </a:cubicBezTo>
                <a:cubicBezTo>
                  <a:pt x="98" y="41"/>
                  <a:pt x="98" y="43"/>
                  <a:pt x="97" y="4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97" name="Freeform 300"/>
          <p:cNvSpPr>
            <a:spLocks/>
          </p:cNvSpPr>
          <p:nvPr/>
        </p:nvSpPr>
        <p:spPr bwMode="auto">
          <a:xfrm>
            <a:off x="6224587" y="4413379"/>
            <a:ext cx="140472" cy="192339"/>
          </a:xfrm>
          <a:custGeom>
            <a:avLst/>
            <a:gdLst>
              <a:gd name="T0" fmla="*/ 3 w 98"/>
              <a:gd name="T1" fmla="*/ 0 h 134"/>
              <a:gd name="T2" fmla="*/ 70 w 98"/>
              <a:gd name="T3" fmla="*/ 0 h 134"/>
              <a:gd name="T4" fmla="*/ 72 w 98"/>
              <a:gd name="T5" fmla="*/ 1 h 134"/>
              <a:gd name="T6" fmla="*/ 73 w 98"/>
              <a:gd name="T7" fmla="*/ 4 h 134"/>
              <a:gd name="T8" fmla="*/ 73 w 98"/>
              <a:gd name="T9" fmla="*/ 85 h 134"/>
              <a:gd name="T10" fmla="*/ 91 w 98"/>
              <a:gd name="T11" fmla="*/ 85 h 134"/>
              <a:gd name="T12" fmla="*/ 97 w 98"/>
              <a:gd name="T13" fmla="*/ 89 h 134"/>
              <a:gd name="T14" fmla="*/ 96 w 98"/>
              <a:gd name="T15" fmla="*/ 95 h 134"/>
              <a:gd name="T16" fmla="*/ 66 w 98"/>
              <a:gd name="T17" fmla="*/ 131 h 134"/>
              <a:gd name="T18" fmla="*/ 61 w 98"/>
              <a:gd name="T19" fmla="*/ 134 h 134"/>
              <a:gd name="T20" fmla="*/ 56 w 98"/>
              <a:gd name="T21" fmla="*/ 131 h 134"/>
              <a:gd name="T22" fmla="*/ 26 w 98"/>
              <a:gd name="T23" fmla="*/ 95 h 134"/>
              <a:gd name="T24" fmla="*/ 25 w 98"/>
              <a:gd name="T25" fmla="*/ 89 h 134"/>
              <a:gd name="T26" fmla="*/ 31 w 98"/>
              <a:gd name="T27" fmla="*/ 85 h 134"/>
              <a:gd name="T28" fmla="*/ 49 w 98"/>
              <a:gd name="T29" fmla="*/ 85 h 134"/>
              <a:gd name="T30" fmla="*/ 49 w 98"/>
              <a:gd name="T31" fmla="*/ 25 h 134"/>
              <a:gd name="T32" fmla="*/ 19 w 98"/>
              <a:gd name="T33" fmla="*/ 25 h 134"/>
              <a:gd name="T34" fmla="*/ 16 w 98"/>
              <a:gd name="T35" fmla="*/ 24 h 134"/>
              <a:gd name="T36" fmla="*/ 1 w 98"/>
              <a:gd name="T37" fmla="*/ 5 h 134"/>
              <a:gd name="T38" fmla="*/ 1 w 98"/>
              <a:gd name="T39" fmla="*/ 2 h 134"/>
              <a:gd name="T40" fmla="*/ 3 w 98"/>
              <a:gd name="T41" fmla="*/ 0 h 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98" h="134">
                <a:moveTo>
                  <a:pt x="3" y="0"/>
                </a:moveTo>
                <a:cubicBezTo>
                  <a:pt x="70" y="0"/>
                  <a:pt x="70" y="0"/>
                  <a:pt x="70" y="0"/>
                </a:cubicBezTo>
                <a:cubicBezTo>
                  <a:pt x="71" y="0"/>
                  <a:pt x="72" y="1"/>
                  <a:pt x="72" y="1"/>
                </a:cubicBezTo>
                <a:cubicBezTo>
                  <a:pt x="73" y="2"/>
                  <a:pt x="73" y="3"/>
                  <a:pt x="73" y="4"/>
                </a:cubicBezTo>
                <a:cubicBezTo>
                  <a:pt x="73" y="85"/>
                  <a:pt x="73" y="85"/>
                  <a:pt x="73" y="85"/>
                </a:cubicBezTo>
                <a:cubicBezTo>
                  <a:pt x="91" y="85"/>
                  <a:pt x="91" y="85"/>
                  <a:pt x="91" y="85"/>
                </a:cubicBezTo>
                <a:cubicBezTo>
                  <a:pt x="94" y="85"/>
                  <a:pt x="96" y="86"/>
                  <a:pt x="97" y="89"/>
                </a:cubicBezTo>
                <a:cubicBezTo>
                  <a:pt x="98" y="91"/>
                  <a:pt x="98" y="93"/>
                  <a:pt x="96" y="95"/>
                </a:cubicBezTo>
                <a:cubicBezTo>
                  <a:pt x="66" y="131"/>
                  <a:pt x="66" y="131"/>
                  <a:pt x="66" y="131"/>
                </a:cubicBezTo>
                <a:cubicBezTo>
                  <a:pt x="64" y="133"/>
                  <a:pt x="63" y="134"/>
                  <a:pt x="61" y="134"/>
                </a:cubicBezTo>
                <a:cubicBezTo>
                  <a:pt x="59" y="134"/>
                  <a:pt x="57" y="133"/>
                  <a:pt x="56" y="131"/>
                </a:cubicBezTo>
                <a:cubicBezTo>
                  <a:pt x="26" y="95"/>
                  <a:pt x="26" y="95"/>
                  <a:pt x="26" y="95"/>
                </a:cubicBezTo>
                <a:cubicBezTo>
                  <a:pt x="24" y="93"/>
                  <a:pt x="24" y="91"/>
                  <a:pt x="25" y="89"/>
                </a:cubicBezTo>
                <a:cubicBezTo>
                  <a:pt x="26" y="86"/>
                  <a:pt x="28" y="85"/>
                  <a:pt x="31" y="85"/>
                </a:cubicBezTo>
                <a:cubicBezTo>
                  <a:pt x="49" y="85"/>
                  <a:pt x="49" y="85"/>
                  <a:pt x="49" y="85"/>
                </a:cubicBezTo>
                <a:cubicBezTo>
                  <a:pt x="49" y="25"/>
                  <a:pt x="49" y="25"/>
                  <a:pt x="49" y="25"/>
                </a:cubicBezTo>
                <a:cubicBezTo>
                  <a:pt x="19" y="25"/>
                  <a:pt x="19" y="25"/>
                  <a:pt x="19" y="25"/>
                </a:cubicBezTo>
                <a:cubicBezTo>
                  <a:pt x="18" y="25"/>
                  <a:pt x="17" y="24"/>
                  <a:pt x="16" y="24"/>
                </a:cubicBezTo>
                <a:cubicBezTo>
                  <a:pt x="1" y="5"/>
                  <a:pt x="1" y="5"/>
                  <a:pt x="1" y="5"/>
                </a:cubicBezTo>
                <a:cubicBezTo>
                  <a:pt x="0" y="5"/>
                  <a:pt x="0" y="3"/>
                  <a:pt x="1" y="2"/>
                </a:cubicBezTo>
                <a:cubicBezTo>
                  <a:pt x="1" y="1"/>
                  <a:pt x="2" y="0"/>
                  <a:pt x="3" y="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98" name="Freeform 301"/>
          <p:cNvSpPr>
            <a:spLocks noEditPoints="1"/>
          </p:cNvSpPr>
          <p:nvPr/>
        </p:nvSpPr>
        <p:spPr bwMode="auto">
          <a:xfrm>
            <a:off x="6425568" y="4396089"/>
            <a:ext cx="209627" cy="209627"/>
          </a:xfrm>
          <a:custGeom>
            <a:avLst/>
            <a:gdLst>
              <a:gd name="T0" fmla="*/ 146 w 146"/>
              <a:gd name="T1" fmla="*/ 28 h 146"/>
              <a:gd name="T2" fmla="*/ 146 w 146"/>
              <a:gd name="T3" fmla="*/ 118 h 146"/>
              <a:gd name="T4" fmla="*/ 138 w 146"/>
              <a:gd name="T5" fmla="*/ 138 h 146"/>
              <a:gd name="T6" fmla="*/ 118 w 146"/>
              <a:gd name="T7" fmla="*/ 146 h 146"/>
              <a:gd name="T8" fmla="*/ 28 w 146"/>
              <a:gd name="T9" fmla="*/ 146 h 146"/>
              <a:gd name="T10" fmla="*/ 8 w 146"/>
              <a:gd name="T11" fmla="*/ 138 h 146"/>
              <a:gd name="T12" fmla="*/ 0 w 146"/>
              <a:gd name="T13" fmla="*/ 118 h 146"/>
              <a:gd name="T14" fmla="*/ 0 w 146"/>
              <a:gd name="T15" fmla="*/ 28 h 146"/>
              <a:gd name="T16" fmla="*/ 8 w 146"/>
              <a:gd name="T17" fmla="*/ 8 h 146"/>
              <a:gd name="T18" fmla="*/ 28 w 146"/>
              <a:gd name="T19" fmla="*/ 0 h 146"/>
              <a:gd name="T20" fmla="*/ 118 w 146"/>
              <a:gd name="T21" fmla="*/ 0 h 146"/>
              <a:gd name="T22" fmla="*/ 138 w 146"/>
              <a:gd name="T23" fmla="*/ 8 h 146"/>
              <a:gd name="T24" fmla="*/ 146 w 146"/>
              <a:gd name="T25" fmla="*/ 28 h 146"/>
              <a:gd name="T26" fmla="*/ 65 w 146"/>
              <a:gd name="T27" fmla="*/ 111 h 146"/>
              <a:gd name="T28" fmla="*/ 123 w 146"/>
              <a:gd name="T29" fmla="*/ 53 h 146"/>
              <a:gd name="T30" fmla="*/ 125 w 146"/>
              <a:gd name="T31" fmla="*/ 49 h 146"/>
              <a:gd name="T32" fmla="*/ 123 w 146"/>
              <a:gd name="T33" fmla="*/ 44 h 146"/>
              <a:gd name="T34" fmla="*/ 113 w 146"/>
              <a:gd name="T35" fmla="*/ 35 h 146"/>
              <a:gd name="T36" fmla="*/ 109 w 146"/>
              <a:gd name="T37" fmla="*/ 33 h 146"/>
              <a:gd name="T38" fmla="*/ 105 w 146"/>
              <a:gd name="T39" fmla="*/ 35 h 146"/>
              <a:gd name="T40" fmla="*/ 61 w 146"/>
              <a:gd name="T41" fmla="*/ 79 h 146"/>
              <a:gd name="T42" fmla="*/ 41 w 146"/>
              <a:gd name="T43" fmla="*/ 59 h 146"/>
              <a:gd name="T44" fmla="*/ 37 w 146"/>
              <a:gd name="T45" fmla="*/ 57 h 146"/>
              <a:gd name="T46" fmla="*/ 32 w 146"/>
              <a:gd name="T47" fmla="*/ 59 h 146"/>
              <a:gd name="T48" fmla="*/ 23 w 146"/>
              <a:gd name="T49" fmla="*/ 69 h 146"/>
              <a:gd name="T50" fmla="*/ 21 w 146"/>
              <a:gd name="T51" fmla="*/ 73 h 146"/>
              <a:gd name="T52" fmla="*/ 23 w 146"/>
              <a:gd name="T53" fmla="*/ 77 h 146"/>
              <a:gd name="T54" fmla="*/ 57 w 146"/>
              <a:gd name="T55" fmla="*/ 111 h 146"/>
              <a:gd name="T56" fmla="*/ 61 w 146"/>
              <a:gd name="T57" fmla="*/ 113 h 146"/>
              <a:gd name="T58" fmla="*/ 65 w 146"/>
              <a:gd name="T59" fmla="*/ 111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46" h="146">
                <a:moveTo>
                  <a:pt x="146" y="28"/>
                </a:moveTo>
                <a:cubicBezTo>
                  <a:pt x="146" y="118"/>
                  <a:pt x="146" y="118"/>
                  <a:pt x="146" y="118"/>
                </a:cubicBezTo>
                <a:cubicBezTo>
                  <a:pt x="146" y="126"/>
                  <a:pt x="143" y="132"/>
                  <a:pt x="138" y="138"/>
                </a:cubicBezTo>
                <a:cubicBezTo>
                  <a:pt x="132" y="143"/>
                  <a:pt x="126" y="146"/>
                  <a:pt x="118" y="146"/>
                </a:cubicBezTo>
                <a:cubicBezTo>
                  <a:pt x="28" y="146"/>
                  <a:pt x="28" y="146"/>
                  <a:pt x="28" y="146"/>
                </a:cubicBezTo>
                <a:cubicBezTo>
                  <a:pt x="20" y="146"/>
                  <a:pt x="14" y="143"/>
                  <a:pt x="8" y="138"/>
                </a:cubicBezTo>
                <a:cubicBezTo>
                  <a:pt x="3" y="132"/>
                  <a:pt x="0" y="126"/>
                  <a:pt x="0" y="118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0"/>
                  <a:pt x="3" y="14"/>
                  <a:pt x="8" y="8"/>
                </a:cubicBezTo>
                <a:cubicBezTo>
                  <a:pt x="14" y="3"/>
                  <a:pt x="20" y="0"/>
                  <a:pt x="28" y="0"/>
                </a:cubicBezTo>
                <a:cubicBezTo>
                  <a:pt x="118" y="0"/>
                  <a:pt x="118" y="0"/>
                  <a:pt x="118" y="0"/>
                </a:cubicBezTo>
                <a:cubicBezTo>
                  <a:pt x="126" y="0"/>
                  <a:pt x="132" y="3"/>
                  <a:pt x="138" y="8"/>
                </a:cubicBezTo>
                <a:cubicBezTo>
                  <a:pt x="143" y="14"/>
                  <a:pt x="146" y="20"/>
                  <a:pt x="146" y="28"/>
                </a:cubicBezTo>
                <a:close/>
                <a:moveTo>
                  <a:pt x="65" y="111"/>
                </a:moveTo>
                <a:cubicBezTo>
                  <a:pt x="123" y="53"/>
                  <a:pt x="123" y="53"/>
                  <a:pt x="123" y="53"/>
                </a:cubicBezTo>
                <a:cubicBezTo>
                  <a:pt x="124" y="52"/>
                  <a:pt x="125" y="50"/>
                  <a:pt x="125" y="49"/>
                </a:cubicBezTo>
                <a:cubicBezTo>
                  <a:pt x="125" y="47"/>
                  <a:pt x="124" y="46"/>
                  <a:pt x="123" y="44"/>
                </a:cubicBezTo>
                <a:cubicBezTo>
                  <a:pt x="113" y="35"/>
                  <a:pt x="113" y="35"/>
                  <a:pt x="113" y="35"/>
                </a:cubicBezTo>
                <a:cubicBezTo>
                  <a:pt x="112" y="34"/>
                  <a:pt x="111" y="33"/>
                  <a:pt x="109" y="33"/>
                </a:cubicBezTo>
                <a:cubicBezTo>
                  <a:pt x="108" y="33"/>
                  <a:pt x="106" y="34"/>
                  <a:pt x="105" y="35"/>
                </a:cubicBezTo>
                <a:cubicBezTo>
                  <a:pt x="61" y="79"/>
                  <a:pt x="61" y="79"/>
                  <a:pt x="61" y="79"/>
                </a:cubicBezTo>
                <a:cubicBezTo>
                  <a:pt x="41" y="59"/>
                  <a:pt x="41" y="59"/>
                  <a:pt x="41" y="59"/>
                </a:cubicBezTo>
                <a:cubicBezTo>
                  <a:pt x="40" y="58"/>
                  <a:pt x="38" y="57"/>
                  <a:pt x="37" y="57"/>
                </a:cubicBezTo>
                <a:cubicBezTo>
                  <a:pt x="35" y="57"/>
                  <a:pt x="34" y="58"/>
                  <a:pt x="32" y="59"/>
                </a:cubicBezTo>
                <a:cubicBezTo>
                  <a:pt x="23" y="69"/>
                  <a:pt x="23" y="69"/>
                  <a:pt x="23" y="69"/>
                </a:cubicBezTo>
                <a:cubicBezTo>
                  <a:pt x="22" y="70"/>
                  <a:pt x="21" y="71"/>
                  <a:pt x="21" y="73"/>
                </a:cubicBezTo>
                <a:cubicBezTo>
                  <a:pt x="21" y="75"/>
                  <a:pt x="22" y="76"/>
                  <a:pt x="23" y="77"/>
                </a:cubicBezTo>
                <a:cubicBezTo>
                  <a:pt x="57" y="111"/>
                  <a:pt x="57" y="111"/>
                  <a:pt x="57" y="111"/>
                </a:cubicBezTo>
                <a:cubicBezTo>
                  <a:pt x="58" y="112"/>
                  <a:pt x="59" y="113"/>
                  <a:pt x="61" y="113"/>
                </a:cubicBezTo>
                <a:cubicBezTo>
                  <a:pt x="62" y="113"/>
                  <a:pt x="64" y="112"/>
                  <a:pt x="65" y="11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99" name="Freeform 302"/>
          <p:cNvSpPr>
            <a:spLocks noEditPoints="1"/>
          </p:cNvSpPr>
          <p:nvPr/>
        </p:nvSpPr>
        <p:spPr bwMode="auto">
          <a:xfrm>
            <a:off x="6697867" y="4396089"/>
            <a:ext cx="207464" cy="209627"/>
          </a:xfrm>
          <a:custGeom>
            <a:avLst/>
            <a:gdLst>
              <a:gd name="T0" fmla="*/ 145 w 145"/>
              <a:gd name="T1" fmla="*/ 28 h 146"/>
              <a:gd name="T2" fmla="*/ 145 w 145"/>
              <a:gd name="T3" fmla="*/ 118 h 146"/>
              <a:gd name="T4" fmla="*/ 137 w 145"/>
              <a:gd name="T5" fmla="*/ 138 h 146"/>
              <a:gd name="T6" fmla="*/ 118 w 145"/>
              <a:gd name="T7" fmla="*/ 146 h 146"/>
              <a:gd name="T8" fmla="*/ 27 w 145"/>
              <a:gd name="T9" fmla="*/ 146 h 146"/>
              <a:gd name="T10" fmla="*/ 8 w 145"/>
              <a:gd name="T11" fmla="*/ 138 h 146"/>
              <a:gd name="T12" fmla="*/ 0 w 145"/>
              <a:gd name="T13" fmla="*/ 118 h 146"/>
              <a:gd name="T14" fmla="*/ 0 w 145"/>
              <a:gd name="T15" fmla="*/ 28 h 146"/>
              <a:gd name="T16" fmla="*/ 8 w 145"/>
              <a:gd name="T17" fmla="*/ 8 h 146"/>
              <a:gd name="T18" fmla="*/ 27 w 145"/>
              <a:gd name="T19" fmla="*/ 0 h 146"/>
              <a:gd name="T20" fmla="*/ 118 w 145"/>
              <a:gd name="T21" fmla="*/ 0 h 146"/>
              <a:gd name="T22" fmla="*/ 137 w 145"/>
              <a:gd name="T23" fmla="*/ 8 h 146"/>
              <a:gd name="T24" fmla="*/ 145 w 145"/>
              <a:gd name="T25" fmla="*/ 28 h 146"/>
              <a:gd name="T26" fmla="*/ 51 w 145"/>
              <a:gd name="T27" fmla="*/ 121 h 146"/>
              <a:gd name="T28" fmla="*/ 102 w 145"/>
              <a:gd name="T29" fmla="*/ 70 h 146"/>
              <a:gd name="T30" fmla="*/ 75 w 145"/>
              <a:gd name="T31" fmla="*/ 43 h 146"/>
              <a:gd name="T32" fmla="*/ 24 w 145"/>
              <a:gd name="T33" fmla="*/ 94 h 146"/>
              <a:gd name="T34" fmla="*/ 24 w 145"/>
              <a:gd name="T35" fmla="*/ 121 h 146"/>
              <a:gd name="T36" fmla="*/ 51 w 145"/>
              <a:gd name="T37" fmla="*/ 121 h 146"/>
              <a:gd name="T38" fmla="*/ 38 w 145"/>
              <a:gd name="T39" fmla="*/ 93 h 146"/>
              <a:gd name="T40" fmla="*/ 52 w 145"/>
              <a:gd name="T41" fmla="*/ 107 h 146"/>
              <a:gd name="T42" fmla="*/ 47 w 145"/>
              <a:gd name="T43" fmla="*/ 112 h 146"/>
              <a:gd name="T44" fmla="*/ 42 w 145"/>
              <a:gd name="T45" fmla="*/ 112 h 146"/>
              <a:gd name="T46" fmla="*/ 42 w 145"/>
              <a:gd name="T47" fmla="*/ 103 h 146"/>
              <a:gd name="T48" fmla="*/ 33 w 145"/>
              <a:gd name="T49" fmla="*/ 103 h 146"/>
              <a:gd name="T50" fmla="*/ 33 w 145"/>
              <a:gd name="T51" fmla="*/ 98 h 146"/>
              <a:gd name="T52" fmla="*/ 38 w 145"/>
              <a:gd name="T53" fmla="*/ 93 h 146"/>
              <a:gd name="T54" fmla="*/ 77 w 145"/>
              <a:gd name="T55" fmla="*/ 56 h 146"/>
              <a:gd name="T56" fmla="*/ 77 w 145"/>
              <a:gd name="T57" fmla="*/ 59 h 146"/>
              <a:gd name="T58" fmla="*/ 49 w 145"/>
              <a:gd name="T59" fmla="*/ 86 h 146"/>
              <a:gd name="T60" fmla="*/ 46 w 145"/>
              <a:gd name="T61" fmla="*/ 87 h 146"/>
              <a:gd name="T62" fmla="*/ 47 w 145"/>
              <a:gd name="T63" fmla="*/ 84 h 146"/>
              <a:gd name="T64" fmla="*/ 74 w 145"/>
              <a:gd name="T65" fmla="*/ 56 h 146"/>
              <a:gd name="T66" fmla="*/ 77 w 145"/>
              <a:gd name="T67" fmla="*/ 56 h 146"/>
              <a:gd name="T68" fmla="*/ 109 w 145"/>
              <a:gd name="T69" fmla="*/ 64 h 146"/>
              <a:gd name="T70" fmla="*/ 117 w 145"/>
              <a:gd name="T71" fmla="*/ 55 h 146"/>
              <a:gd name="T72" fmla="*/ 120 w 145"/>
              <a:gd name="T73" fmla="*/ 49 h 146"/>
              <a:gd name="T74" fmla="*/ 117 w 145"/>
              <a:gd name="T75" fmla="*/ 42 h 146"/>
              <a:gd name="T76" fmla="*/ 103 w 145"/>
              <a:gd name="T77" fmla="*/ 28 h 146"/>
              <a:gd name="T78" fmla="*/ 96 w 145"/>
              <a:gd name="T79" fmla="*/ 25 h 146"/>
              <a:gd name="T80" fmla="*/ 90 w 145"/>
              <a:gd name="T81" fmla="*/ 28 h 146"/>
              <a:gd name="T82" fmla="*/ 81 w 145"/>
              <a:gd name="T83" fmla="*/ 37 h 146"/>
              <a:gd name="T84" fmla="*/ 109 w 145"/>
              <a:gd name="T85" fmla="*/ 64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45" h="146">
                <a:moveTo>
                  <a:pt x="145" y="28"/>
                </a:moveTo>
                <a:cubicBezTo>
                  <a:pt x="145" y="118"/>
                  <a:pt x="145" y="118"/>
                  <a:pt x="145" y="118"/>
                </a:cubicBezTo>
                <a:cubicBezTo>
                  <a:pt x="145" y="126"/>
                  <a:pt x="142" y="132"/>
                  <a:pt x="137" y="138"/>
                </a:cubicBezTo>
                <a:cubicBezTo>
                  <a:pt x="132" y="143"/>
                  <a:pt x="125" y="146"/>
                  <a:pt x="118" y="146"/>
                </a:cubicBezTo>
                <a:cubicBezTo>
                  <a:pt x="27" y="146"/>
                  <a:pt x="27" y="146"/>
                  <a:pt x="27" y="146"/>
                </a:cubicBezTo>
                <a:cubicBezTo>
                  <a:pt x="19" y="146"/>
                  <a:pt x="13" y="143"/>
                  <a:pt x="8" y="138"/>
                </a:cubicBezTo>
                <a:cubicBezTo>
                  <a:pt x="2" y="132"/>
                  <a:pt x="0" y="126"/>
                  <a:pt x="0" y="118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0"/>
                  <a:pt x="2" y="14"/>
                  <a:pt x="8" y="8"/>
                </a:cubicBezTo>
                <a:cubicBezTo>
                  <a:pt x="13" y="3"/>
                  <a:pt x="19" y="0"/>
                  <a:pt x="27" y="0"/>
                </a:cubicBezTo>
                <a:cubicBezTo>
                  <a:pt x="118" y="0"/>
                  <a:pt x="118" y="0"/>
                  <a:pt x="118" y="0"/>
                </a:cubicBezTo>
                <a:cubicBezTo>
                  <a:pt x="125" y="0"/>
                  <a:pt x="132" y="3"/>
                  <a:pt x="137" y="8"/>
                </a:cubicBezTo>
                <a:cubicBezTo>
                  <a:pt x="142" y="14"/>
                  <a:pt x="145" y="20"/>
                  <a:pt x="145" y="28"/>
                </a:cubicBezTo>
                <a:close/>
                <a:moveTo>
                  <a:pt x="51" y="121"/>
                </a:moveTo>
                <a:cubicBezTo>
                  <a:pt x="102" y="70"/>
                  <a:pt x="102" y="70"/>
                  <a:pt x="102" y="70"/>
                </a:cubicBezTo>
                <a:cubicBezTo>
                  <a:pt x="75" y="43"/>
                  <a:pt x="75" y="43"/>
                  <a:pt x="75" y="43"/>
                </a:cubicBezTo>
                <a:cubicBezTo>
                  <a:pt x="24" y="94"/>
                  <a:pt x="24" y="94"/>
                  <a:pt x="24" y="94"/>
                </a:cubicBezTo>
                <a:cubicBezTo>
                  <a:pt x="24" y="121"/>
                  <a:pt x="24" y="121"/>
                  <a:pt x="24" y="121"/>
                </a:cubicBezTo>
                <a:lnTo>
                  <a:pt x="51" y="121"/>
                </a:lnTo>
                <a:close/>
                <a:moveTo>
                  <a:pt x="38" y="93"/>
                </a:moveTo>
                <a:cubicBezTo>
                  <a:pt x="52" y="107"/>
                  <a:pt x="52" y="107"/>
                  <a:pt x="52" y="107"/>
                </a:cubicBezTo>
                <a:cubicBezTo>
                  <a:pt x="47" y="112"/>
                  <a:pt x="47" y="112"/>
                  <a:pt x="47" y="112"/>
                </a:cubicBezTo>
                <a:cubicBezTo>
                  <a:pt x="42" y="112"/>
                  <a:pt x="42" y="112"/>
                  <a:pt x="42" y="112"/>
                </a:cubicBezTo>
                <a:cubicBezTo>
                  <a:pt x="42" y="103"/>
                  <a:pt x="42" y="103"/>
                  <a:pt x="42" y="103"/>
                </a:cubicBezTo>
                <a:cubicBezTo>
                  <a:pt x="33" y="103"/>
                  <a:pt x="33" y="103"/>
                  <a:pt x="33" y="103"/>
                </a:cubicBezTo>
                <a:cubicBezTo>
                  <a:pt x="33" y="98"/>
                  <a:pt x="33" y="98"/>
                  <a:pt x="33" y="98"/>
                </a:cubicBezTo>
                <a:lnTo>
                  <a:pt x="38" y="93"/>
                </a:lnTo>
                <a:close/>
                <a:moveTo>
                  <a:pt x="77" y="56"/>
                </a:moveTo>
                <a:cubicBezTo>
                  <a:pt x="78" y="57"/>
                  <a:pt x="78" y="58"/>
                  <a:pt x="77" y="59"/>
                </a:cubicBezTo>
                <a:cubicBezTo>
                  <a:pt x="49" y="86"/>
                  <a:pt x="49" y="86"/>
                  <a:pt x="49" y="86"/>
                </a:cubicBezTo>
                <a:cubicBezTo>
                  <a:pt x="48" y="88"/>
                  <a:pt x="47" y="88"/>
                  <a:pt x="46" y="87"/>
                </a:cubicBezTo>
                <a:cubicBezTo>
                  <a:pt x="45" y="86"/>
                  <a:pt x="46" y="85"/>
                  <a:pt x="47" y="84"/>
                </a:cubicBezTo>
                <a:cubicBezTo>
                  <a:pt x="74" y="56"/>
                  <a:pt x="74" y="56"/>
                  <a:pt x="74" y="56"/>
                </a:cubicBezTo>
                <a:cubicBezTo>
                  <a:pt x="75" y="55"/>
                  <a:pt x="76" y="55"/>
                  <a:pt x="77" y="56"/>
                </a:cubicBezTo>
                <a:close/>
                <a:moveTo>
                  <a:pt x="109" y="64"/>
                </a:moveTo>
                <a:cubicBezTo>
                  <a:pt x="117" y="55"/>
                  <a:pt x="117" y="55"/>
                  <a:pt x="117" y="55"/>
                </a:cubicBezTo>
                <a:cubicBezTo>
                  <a:pt x="119" y="53"/>
                  <a:pt x="120" y="51"/>
                  <a:pt x="120" y="49"/>
                </a:cubicBezTo>
                <a:cubicBezTo>
                  <a:pt x="120" y="46"/>
                  <a:pt x="119" y="44"/>
                  <a:pt x="117" y="42"/>
                </a:cubicBezTo>
                <a:cubicBezTo>
                  <a:pt x="103" y="28"/>
                  <a:pt x="103" y="28"/>
                  <a:pt x="103" y="28"/>
                </a:cubicBezTo>
                <a:cubicBezTo>
                  <a:pt x="101" y="26"/>
                  <a:pt x="99" y="25"/>
                  <a:pt x="96" y="25"/>
                </a:cubicBezTo>
                <a:cubicBezTo>
                  <a:pt x="94" y="25"/>
                  <a:pt x="92" y="26"/>
                  <a:pt x="90" y="28"/>
                </a:cubicBezTo>
                <a:cubicBezTo>
                  <a:pt x="81" y="37"/>
                  <a:pt x="81" y="37"/>
                  <a:pt x="81" y="37"/>
                </a:cubicBezTo>
                <a:lnTo>
                  <a:pt x="109" y="6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00" name="Freeform 303"/>
          <p:cNvSpPr>
            <a:spLocks noEditPoints="1"/>
          </p:cNvSpPr>
          <p:nvPr/>
        </p:nvSpPr>
        <p:spPr bwMode="auto">
          <a:xfrm>
            <a:off x="6965843" y="4396089"/>
            <a:ext cx="207464" cy="209627"/>
          </a:xfrm>
          <a:custGeom>
            <a:avLst/>
            <a:gdLst>
              <a:gd name="T0" fmla="*/ 145 w 145"/>
              <a:gd name="T1" fmla="*/ 28 h 146"/>
              <a:gd name="T2" fmla="*/ 145 w 145"/>
              <a:gd name="T3" fmla="*/ 118 h 146"/>
              <a:gd name="T4" fmla="*/ 137 w 145"/>
              <a:gd name="T5" fmla="*/ 138 h 146"/>
              <a:gd name="T6" fmla="*/ 118 w 145"/>
              <a:gd name="T7" fmla="*/ 146 h 146"/>
              <a:gd name="T8" fmla="*/ 27 w 145"/>
              <a:gd name="T9" fmla="*/ 146 h 146"/>
              <a:gd name="T10" fmla="*/ 8 w 145"/>
              <a:gd name="T11" fmla="*/ 138 h 146"/>
              <a:gd name="T12" fmla="*/ 0 w 145"/>
              <a:gd name="T13" fmla="*/ 118 h 146"/>
              <a:gd name="T14" fmla="*/ 0 w 145"/>
              <a:gd name="T15" fmla="*/ 28 h 146"/>
              <a:gd name="T16" fmla="*/ 8 w 145"/>
              <a:gd name="T17" fmla="*/ 8 h 146"/>
              <a:gd name="T18" fmla="*/ 27 w 145"/>
              <a:gd name="T19" fmla="*/ 0 h 146"/>
              <a:gd name="T20" fmla="*/ 118 w 145"/>
              <a:gd name="T21" fmla="*/ 0 h 146"/>
              <a:gd name="T22" fmla="*/ 137 w 145"/>
              <a:gd name="T23" fmla="*/ 8 h 146"/>
              <a:gd name="T24" fmla="*/ 145 w 145"/>
              <a:gd name="T25" fmla="*/ 28 h 146"/>
              <a:gd name="T26" fmla="*/ 121 w 145"/>
              <a:gd name="T27" fmla="*/ 76 h 146"/>
              <a:gd name="T28" fmla="*/ 121 w 145"/>
              <a:gd name="T29" fmla="*/ 31 h 146"/>
              <a:gd name="T30" fmla="*/ 119 w 145"/>
              <a:gd name="T31" fmla="*/ 26 h 146"/>
              <a:gd name="T32" fmla="*/ 115 w 145"/>
              <a:gd name="T33" fmla="*/ 25 h 146"/>
              <a:gd name="T34" fmla="*/ 70 w 145"/>
              <a:gd name="T35" fmla="*/ 25 h 146"/>
              <a:gd name="T36" fmla="*/ 64 w 145"/>
              <a:gd name="T37" fmla="*/ 28 h 146"/>
              <a:gd name="T38" fmla="*/ 65 w 145"/>
              <a:gd name="T39" fmla="*/ 35 h 146"/>
              <a:gd name="T40" fmla="*/ 79 w 145"/>
              <a:gd name="T41" fmla="*/ 48 h 146"/>
              <a:gd name="T42" fmla="*/ 28 w 145"/>
              <a:gd name="T43" fmla="*/ 99 h 146"/>
              <a:gd name="T44" fmla="*/ 27 w 145"/>
              <a:gd name="T45" fmla="*/ 103 h 146"/>
              <a:gd name="T46" fmla="*/ 28 w 145"/>
              <a:gd name="T47" fmla="*/ 107 h 146"/>
              <a:gd name="T48" fmla="*/ 38 w 145"/>
              <a:gd name="T49" fmla="*/ 117 h 146"/>
              <a:gd name="T50" fmla="*/ 42 w 145"/>
              <a:gd name="T51" fmla="*/ 119 h 146"/>
              <a:gd name="T52" fmla="*/ 47 w 145"/>
              <a:gd name="T53" fmla="*/ 117 h 146"/>
              <a:gd name="T54" fmla="*/ 97 w 145"/>
              <a:gd name="T55" fmla="*/ 67 h 146"/>
              <a:gd name="T56" fmla="*/ 111 w 145"/>
              <a:gd name="T57" fmla="*/ 80 h 146"/>
              <a:gd name="T58" fmla="*/ 115 w 145"/>
              <a:gd name="T59" fmla="*/ 82 h 146"/>
              <a:gd name="T60" fmla="*/ 117 w 145"/>
              <a:gd name="T61" fmla="*/ 82 h 146"/>
              <a:gd name="T62" fmla="*/ 121 w 145"/>
              <a:gd name="T63" fmla="*/ 76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45" h="146">
                <a:moveTo>
                  <a:pt x="145" y="28"/>
                </a:moveTo>
                <a:cubicBezTo>
                  <a:pt x="145" y="118"/>
                  <a:pt x="145" y="118"/>
                  <a:pt x="145" y="118"/>
                </a:cubicBezTo>
                <a:cubicBezTo>
                  <a:pt x="145" y="126"/>
                  <a:pt x="142" y="132"/>
                  <a:pt x="137" y="138"/>
                </a:cubicBezTo>
                <a:cubicBezTo>
                  <a:pt x="132" y="143"/>
                  <a:pt x="125" y="146"/>
                  <a:pt x="118" y="146"/>
                </a:cubicBezTo>
                <a:cubicBezTo>
                  <a:pt x="27" y="146"/>
                  <a:pt x="27" y="146"/>
                  <a:pt x="27" y="146"/>
                </a:cubicBezTo>
                <a:cubicBezTo>
                  <a:pt x="20" y="146"/>
                  <a:pt x="13" y="143"/>
                  <a:pt x="8" y="138"/>
                </a:cubicBezTo>
                <a:cubicBezTo>
                  <a:pt x="3" y="132"/>
                  <a:pt x="0" y="126"/>
                  <a:pt x="0" y="118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0"/>
                  <a:pt x="3" y="14"/>
                  <a:pt x="8" y="8"/>
                </a:cubicBezTo>
                <a:cubicBezTo>
                  <a:pt x="13" y="3"/>
                  <a:pt x="20" y="0"/>
                  <a:pt x="27" y="0"/>
                </a:cubicBezTo>
                <a:cubicBezTo>
                  <a:pt x="118" y="0"/>
                  <a:pt x="118" y="0"/>
                  <a:pt x="118" y="0"/>
                </a:cubicBezTo>
                <a:cubicBezTo>
                  <a:pt x="125" y="0"/>
                  <a:pt x="132" y="3"/>
                  <a:pt x="137" y="8"/>
                </a:cubicBezTo>
                <a:cubicBezTo>
                  <a:pt x="142" y="14"/>
                  <a:pt x="145" y="20"/>
                  <a:pt x="145" y="28"/>
                </a:cubicBezTo>
                <a:close/>
                <a:moveTo>
                  <a:pt x="121" y="76"/>
                </a:moveTo>
                <a:cubicBezTo>
                  <a:pt x="121" y="31"/>
                  <a:pt x="121" y="31"/>
                  <a:pt x="121" y="31"/>
                </a:cubicBezTo>
                <a:cubicBezTo>
                  <a:pt x="121" y="29"/>
                  <a:pt x="120" y="28"/>
                  <a:pt x="119" y="26"/>
                </a:cubicBezTo>
                <a:cubicBezTo>
                  <a:pt x="118" y="25"/>
                  <a:pt x="117" y="25"/>
                  <a:pt x="115" y="25"/>
                </a:cubicBezTo>
                <a:cubicBezTo>
                  <a:pt x="70" y="25"/>
                  <a:pt x="70" y="25"/>
                  <a:pt x="70" y="25"/>
                </a:cubicBezTo>
                <a:cubicBezTo>
                  <a:pt x="67" y="25"/>
                  <a:pt x="65" y="26"/>
                  <a:pt x="64" y="28"/>
                </a:cubicBezTo>
                <a:cubicBezTo>
                  <a:pt x="63" y="31"/>
                  <a:pt x="63" y="33"/>
                  <a:pt x="65" y="35"/>
                </a:cubicBezTo>
                <a:cubicBezTo>
                  <a:pt x="79" y="48"/>
                  <a:pt x="79" y="48"/>
                  <a:pt x="79" y="48"/>
                </a:cubicBezTo>
                <a:cubicBezTo>
                  <a:pt x="28" y="99"/>
                  <a:pt x="28" y="99"/>
                  <a:pt x="28" y="99"/>
                </a:cubicBezTo>
                <a:cubicBezTo>
                  <a:pt x="27" y="100"/>
                  <a:pt x="27" y="102"/>
                  <a:pt x="27" y="103"/>
                </a:cubicBezTo>
                <a:cubicBezTo>
                  <a:pt x="27" y="105"/>
                  <a:pt x="27" y="106"/>
                  <a:pt x="28" y="107"/>
                </a:cubicBezTo>
                <a:cubicBezTo>
                  <a:pt x="38" y="117"/>
                  <a:pt x="38" y="117"/>
                  <a:pt x="38" y="117"/>
                </a:cubicBezTo>
                <a:cubicBezTo>
                  <a:pt x="39" y="118"/>
                  <a:pt x="41" y="119"/>
                  <a:pt x="42" y="119"/>
                </a:cubicBezTo>
                <a:cubicBezTo>
                  <a:pt x="44" y="119"/>
                  <a:pt x="45" y="118"/>
                  <a:pt x="47" y="117"/>
                </a:cubicBezTo>
                <a:cubicBezTo>
                  <a:pt x="97" y="67"/>
                  <a:pt x="97" y="67"/>
                  <a:pt x="97" y="67"/>
                </a:cubicBezTo>
                <a:cubicBezTo>
                  <a:pt x="111" y="80"/>
                  <a:pt x="111" y="80"/>
                  <a:pt x="111" y="80"/>
                </a:cubicBezTo>
                <a:cubicBezTo>
                  <a:pt x="112" y="81"/>
                  <a:pt x="113" y="82"/>
                  <a:pt x="115" y="82"/>
                </a:cubicBezTo>
                <a:cubicBezTo>
                  <a:pt x="116" y="82"/>
                  <a:pt x="116" y="82"/>
                  <a:pt x="117" y="82"/>
                </a:cubicBezTo>
                <a:cubicBezTo>
                  <a:pt x="120" y="80"/>
                  <a:pt x="121" y="79"/>
                  <a:pt x="121" y="7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01" name="Freeform 304"/>
          <p:cNvSpPr>
            <a:spLocks noEditPoints="1"/>
          </p:cNvSpPr>
          <p:nvPr/>
        </p:nvSpPr>
        <p:spPr bwMode="auto">
          <a:xfrm>
            <a:off x="7235979" y="4396089"/>
            <a:ext cx="207464" cy="209627"/>
          </a:xfrm>
          <a:custGeom>
            <a:avLst/>
            <a:gdLst>
              <a:gd name="T0" fmla="*/ 145 w 145"/>
              <a:gd name="T1" fmla="*/ 28 h 146"/>
              <a:gd name="T2" fmla="*/ 145 w 145"/>
              <a:gd name="T3" fmla="*/ 118 h 146"/>
              <a:gd name="T4" fmla="*/ 137 w 145"/>
              <a:gd name="T5" fmla="*/ 138 h 146"/>
              <a:gd name="T6" fmla="*/ 118 w 145"/>
              <a:gd name="T7" fmla="*/ 146 h 146"/>
              <a:gd name="T8" fmla="*/ 27 w 145"/>
              <a:gd name="T9" fmla="*/ 146 h 146"/>
              <a:gd name="T10" fmla="*/ 8 w 145"/>
              <a:gd name="T11" fmla="*/ 138 h 146"/>
              <a:gd name="T12" fmla="*/ 0 w 145"/>
              <a:gd name="T13" fmla="*/ 118 h 146"/>
              <a:gd name="T14" fmla="*/ 0 w 145"/>
              <a:gd name="T15" fmla="*/ 28 h 146"/>
              <a:gd name="T16" fmla="*/ 8 w 145"/>
              <a:gd name="T17" fmla="*/ 8 h 146"/>
              <a:gd name="T18" fmla="*/ 27 w 145"/>
              <a:gd name="T19" fmla="*/ 0 h 146"/>
              <a:gd name="T20" fmla="*/ 118 w 145"/>
              <a:gd name="T21" fmla="*/ 0 h 146"/>
              <a:gd name="T22" fmla="*/ 137 w 145"/>
              <a:gd name="T23" fmla="*/ 8 h 146"/>
              <a:gd name="T24" fmla="*/ 145 w 145"/>
              <a:gd name="T25" fmla="*/ 28 h 146"/>
              <a:gd name="T26" fmla="*/ 95 w 145"/>
              <a:gd name="T27" fmla="*/ 92 h 146"/>
              <a:gd name="T28" fmla="*/ 129 w 145"/>
              <a:gd name="T29" fmla="*/ 59 h 146"/>
              <a:gd name="T30" fmla="*/ 130 w 145"/>
              <a:gd name="T31" fmla="*/ 55 h 146"/>
              <a:gd name="T32" fmla="*/ 129 w 145"/>
              <a:gd name="T33" fmla="*/ 51 h 146"/>
              <a:gd name="T34" fmla="*/ 95 w 145"/>
              <a:gd name="T35" fmla="*/ 17 h 146"/>
              <a:gd name="T36" fmla="*/ 89 w 145"/>
              <a:gd name="T37" fmla="*/ 16 h 146"/>
              <a:gd name="T38" fmla="*/ 85 w 145"/>
              <a:gd name="T39" fmla="*/ 21 h 146"/>
              <a:gd name="T40" fmla="*/ 85 w 145"/>
              <a:gd name="T41" fmla="*/ 37 h 146"/>
              <a:gd name="T42" fmla="*/ 65 w 145"/>
              <a:gd name="T43" fmla="*/ 38 h 146"/>
              <a:gd name="T44" fmla="*/ 49 w 145"/>
              <a:gd name="T45" fmla="*/ 43 h 146"/>
              <a:gd name="T46" fmla="*/ 38 w 145"/>
              <a:gd name="T47" fmla="*/ 51 h 146"/>
              <a:gd name="T48" fmla="*/ 31 w 145"/>
              <a:gd name="T49" fmla="*/ 60 h 146"/>
              <a:gd name="T50" fmla="*/ 27 w 145"/>
              <a:gd name="T51" fmla="*/ 70 h 146"/>
              <a:gd name="T52" fmla="*/ 25 w 145"/>
              <a:gd name="T53" fmla="*/ 81 h 146"/>
              <a:gd name="T54" fmla="*/ 24 w 145"/>
              <a:gd name="T55" fmla="*/ 91 h 146"/>
              <a:gd name="T56" fmla="*/ 40 w 145"/>
              <a:gd name="T57" fmla="*/ 129 h 146"/>
              <a:gd name="T58" fmla="*/ 43 w 145"/>
              <a:gd name="T59" fmla="*/ 130 h 146"/>
              <a:gd name="T60" fmla="*/ 44 w 145"/>
              <a:gd name="T61" fmla="*/ 130 h 146"/>
              <a:gd name="T62" fmla="*/ 46 w 145"/>
              <a:gd name="T63" fmla="*/ 127 h 146"/>
              <a:gd name="T64" fmla="*/ 51 w 145"/>
              <a:gd name="T65" fmla="*/ 82 h 146"/>
              <a:gd name="T66" fmla="*/ 64 w 145"/>
              <a:gd name="T67" fmla="*/ 75 h 146"/>
              <a:gd name="T68" fmla="*/ 85 w 145"/>
              <a:gd name="T69" fmla="*/ 73 h 146"/>
              <a:gd name="T70" fmla="*/ 85 w 145"/>
              <a:gd name="T71" fmla="*/ 88 h 146"/>
              <a:gd name="T72" fmla="*/ 89 w 145"/>
              <a:gd name="T73" fmla="*/ 94 h 146"/>
              <a:gd name="T74" fmla="*/ 91 w 145"/>
              <a:gd name="T75" fmla="*/ 94 h 146"/>
              <a:gd name="T76" fmla="*/ 95 w 145"/>
              <a:gd name="T77" fmla="*/ 92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45" h="146">
                <a:moveTo>
                  <a:pt x="145" y="28"/>
                </a:moveTo>
                <a:cubicBezTo>
                  <a:pt x="145" y="118"/>
                  <a:pt x="145" y="118"/>
                  <a:pt x="145" y="118"/>
                </a:cubicBezTo>
                <a:cubicBezTo>
                  <a:pt x="145" y="126"/>
                  <a:pt x="143" y="132"/>
                  <a:pt x="137" y="138"/>
                </a:cubicBezTo>
                <a:cubicBezTo>
                  <a:pt x="132" y="143"/>
                  <a:pt x="126" y="146"/>
                  <a:pt x="118" y="146"/>
                </a:cubicBezTo>
                <a:cubicBezTo>
                  <a:pt x="27" y="146"/>
                  <a:pt x="27" y="146"/>
                  <a:pt x="27" y="146"/>
                </a:cubicBezTo>
                <a:cubicBezTo>
                  <a:pt x="20" y="146"/>
                  <a:pt x="14" y="143"/>
                  <a:pt x="8" y="138"/>
                </a:cubicBezTo>
                <a:cubicBezTo>
                  <a:pt x="3" y="132"/>
                  <a:pt x="0" y="126"/>
                  <a:pt x="0" y="118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0"/>
                  <a:pt x="3" y="14"/>
                  <a:pt x="8" y="8"/>
                </a:cubicBezTo>
                <a:cubicBezTo>
                  <a:pt x="14" y="3"/>
                  <a:pt x="20" y="0"/>
                  <a:pt x="27" y="0"/>
                </a:cubicBezTo>
                <a:cubicBezTo>
                  <a:pt x="118" y="0"/>
                  <a:pt x="118" y="0"/>
                  <a:pt x="118" y="0"/>
                </a:cubicBezTo>
                <a:cubicBezTo>
                  <a:pt x="126" y="0"/>
                  <a:pt x="132" y="3"/>
                  <a:pt x="137" y="8"/>
                </a:cubicBezTo>
                <a:cubicBezTo>
                  <a:pt x="143" y="14"/>
                  <a:pt x="145" y="20"/>
                  <a:pt x="145" y="28"/>
                </a:cubicBezTo>
                <a:close/>
                <a:moveTo>
                  <a:pt x="95" y="92"/>
                </a:moveTo>
                <a:cubicBezTo>
                  <a:pt x="129" y="59"/>
                  <a:pt x="129" y="59"/>
                  <a:pt x="129" y="59"/>
                </a:cubicBezTo>
                <a:cubicBezTo>
                  <a:pt x="130" y="58"/>
                  <a:pt x="130" y="56"/>
                  <a:pt x="130" y="55"/>
                </a:cubicBezTo>
                <a:cubicBezTo>
                  <a:pt x="130" y="53"/>
                  <a:pt x="130" y="52"/>
                  <a:pt x="129" y="51"/>
                </a:cubicBezTo>
                <a:cubicBezTo>
                  <a:pt x="95" y="17"/>
                  <a:pt x="95" y="17"/>
                  <a:pt x="95" y="17"/>
                </a:cubicBezTo>
                <a:cubicBezTo>
                  <a:pt x="93" y="15"/>
                  <a:pt x="91" y="15"/>
                  <a:pt x="89" y="16"/>
                </a:cubicBezTo>
                <a:cubicBezTo>
                  <a:pt x="86" y="17"/>
                  <a:pt x="85" y="19"/>
                  <a:pt x="85" y="21"/>
                </a:cubicBezTo>
                <a:cubicBezTo>
                  <a:pt x="85" y="37"/>
                  <a:pt x="85" y="37"/>
                  <a:pt x="85" y="37"/>
                </a:cubicBezTo>
                <a:cubicBezTo>
                  <a:pt x="77" y="37"/>
                  <a:pt x="71" y="37"/>
                  <a:pt x="65" y="38"/>
                </a:cubicBezTo>
                <a:cubicBezTo>
                  <a:pt x="58" y="40"/>
                  <a:pt x="53" y="41"/>
                  <a:pt x="49" y="43"/>
                </a:cubicBezTo>
                <a:cubicBezTo>
                  <a:pt x="45" y="45"/>
                  <a:pt x="41" y="48"/>
                  <a:pt x="38" y="51"/>
                </a:cubicBezTo>
                <a:cubicBezTo>
                  <a:pt x="35" y="54"/>
                  <a:pt x="33" y="57"/>
                  <a:pt x="31" y="60"/>
                </a:cubicBezTo>
                <a:cubicBezTo>
                  <a:pt x="29" y="63"/>
                  <a:pt x="28" y="66"/>
                  <a:pt x="27" y="70"/>
                </a:cubicBezTo>
                <a:cubicBezTo>
                  <a:pt x="26" y="74"/>
                  <a:pt x="25" y="77"/>
                  <a:pt x="25" y="81"/>
                </a:cubicBezTo>
                <a:cubicBezTo>
                  <a:pt x="25" y="84"/>
                  <a:pt x="24" y="87"/>
                  <a:pt x="24" y="91"/>
                </a:cubicBezTo>
                <a:cubicBezTo>
                  <a:pt x="24" y="102"/>
                  <a:pt x="30" y="115"/>
                  <a:pt x="40" y="129"/>
                </a:cubicBezTo>
                <a:cubicBezTo>
                  <a:pt x="41" y="130"/>
                  <a:pt x="42" y="130"/>
                  <a:pt x="43" y="130"/>
                </a:cubicBezTo>
                <a:cubicBezTo>
                  <a:pt x="43" y="130"/>
                  <a:pt x="43" y="130"/>
                  <a:pt x="44" y="130"/>
                </a:cubicBezTo>
                <a:cubicBezTo>
                  <a:pt x="45" y="130"/>
                  <a:pt x="46" y="129"/>
                  <a:pt x="46" y="127"/>
                </a:cubicBezTo>
                <a:cubicBezTo>
                  <a:pt x="43" y="105"/>
                  <a:pt x="45" y="90"/>
                  <a:pt x="51" y="82"/>
                </a:cubicBezTo>
                <a:cubicBezTo>
                  <a:pt x="54" y="79"/>
                  <a:pt x="58" y="77"/>
                  <a:pt x="64" y="75"/>
                </a:cubicBezTo>
                <a:cubicBezTo>
                  <a:pt x="69" y="74"/>
                  <a:pt x="76" y="73"/>
                  <a:pt x="85" y="73"/>
                </a:cubicBezTo>
                <a:cubicBezTo>
                  <a:pt x="85" y="88"/>
                  <a:pt x="85" y="88"/>
                  <a:pt x="85" y="88"/>
                </a:cubicBezTo>
                <a:cubicBezTo>
                  <a:pt x="85" y="91"/>
                  <a:pt x="86" y="93"/>
                  <a:pt x="89" y="94"/>
                </a:cubicBezTo>
                <a:cubicBezTo>
                  <a:pt x="89" y="94"/>
                  <a:pt x="90" y="94"/>
                  <a:pt x="91" y="94"/>
                </a:cubicBezTo>
                <a:cubicBezTo>
                  <a:pt x="93" y="94"/>
                  <a:pt x="94" y="94"/>
                  <a:pt x="95" y="9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02" name="Freeform 305"/>
          <p:cNvSpPr>
            <a:spLocks noEditPoints="1"/>
          </p:cNvSpPr>
          <p:nvPr/>
        </p:nvSpPr>
        <p:spPr bwMode="auto">
          <a:xfrm>
            <a:off x="7506115" y="4396089"/>
            <a:ext cx="207464" cy="209627"/>
          </a:xfrm>
          <a:custGeom>
            <a:avLst/>
            <a:gdLst>
              <a:gd name="T0" fmla="*/ 135 w 145"/>
              <a:gd name="T1" fmla="*/ 36 h 146"/>
              <a:gd name="T2" fmla="*/ 145 w 145"/>
              <a:gd name="T3" fmla="*/ 73 h 146"/>
              <a:gd name="T4" fmla="*/ 135 w 145"/>
              <a:gd name="T5" fmla="*/ 109 h 146"/>
              <a:gd name="T6" fmla="*/ 109 w 145"/>
              <a:gd name="T7" fmla="*/ 136 h 146"/>
              <a:gd name="T8" fmla="*/ 72 w 145"/>
              <a:gd name="T9" fmla="*/ 146 h 146"/>
              <a:gd name="T10" fmla="*/ 36 w 145"/>
              <a:gd name="T11" fmla="*/ 136 h 146"/>
              <a:gd name="T12" fmla="*/ 9 w 145"/>
              <a:gd name="T13" fmla="*/ 109 h 146"/>
              <a:gd name="T14" fmla="*/ 0 w 145"/>
              <a:gd name="T15" fmla="*/ 73 h 146"/>
              <a:gd name="T16" fmla="*/ 9 w 145"/>
              <a:gd name="T17" fmla="*/ 36 h 146"/>
              <a:gd name="T18" fmla="*/ 36 w 145"/>
              <a:gd name="T19" fmla="*/ 10 h 146"/>
              <a:gd name="T20" fmla="*/ 72 w 145"/>
              <a:gd name="T21" fmla="*/ 0 h 146"/>
              <a:gd name="T22" fmla="*/ 109 w 145"/>
              <a:gd name="T23" fmla="*/ 10 h 146"/>
              <a:gd name="T24" fmla="*/ 135 w 145"/>
              <a:gd name="T25" fmla="*/ 36 h 146"/>
              <a:gd name="T26" fmla="*/ 117 w 145"/>
              <a:gd name="T27" fmla="*/ 99 h 146"/>
              <a:gd name="T28" fmla="*/ 124 w 145"/>
              <a:gd name="T29" fmla="*/ 73 h 146"/>
              <a:gd name="T30" fmla="*/ 117 w 145"/>
              <a:gd name="T31" fmla="*/ 47 h 146"/>
              <a:gd name="T32" fmla="*/ 98 w 145"/>
              <a:gd name="T33" fmla="*/ 28 h 146"/>
              <a:gd name="T34" fmla="*/ 72 w 145"/>
              <a:gd name="T35" fmla="*/ 21 h 146"/>
              <a:gd name="T36" fmla="*/ 46 w 145"/>
              <a:gd name="T37" fmla="*/ 28 h 146"/>
              <a:gd name="T38" fmla="*/ 28 w 145"/>
              <a:gd name="T39" fmla="*/ 47 h 146"/>
              <a:gd name="T40" fmla="*/ 21 w 145"/>
              <a:gd name="T41" fmla="*/ 73 h 146"/>
              <a:gd name="T42" fmla="*/ 28 w 145"/>
              <a:gd name="T43" fmla="*/ 99 h 146"/>
              <a:gd name="T44" fmla="*/ 46 w 145"/>
              <a:gd name="T45" fmla="*/ 117 h 146"/>
              <a:gd name="T46" fmla="*/ 72 w 145"/>
              <a:gd name="T47" fmla="*/ 124 h 146"/>
              <a:gd name="T48" fmla="*/ 98 w 145"/>
              <a:gd name="T49" fmla="*/ 117 h 146"/>
              <a:gd name="T50" fmla="*/ 117 w 145"/>
              <a:gd name="T51" fmla="*/ 99 h 146"/>
              <a:gd name="T52" fmla="*/ 96 w 145"/>
              <a:gd name="T53" fmla="*/ 35 h 146"/>
              <a:gd name="T54" fmla="*/ 96 w 145"/>
              <a:gd name="T55" fmla="*/ 86 h 146"/>
              <a:gd name="T56" fmla="*/ 48 w 145"/>
              <a:gd name="T57" fmla="*/ 111 h 146"/>
              <a:gd name="T58" fmla="*/ 48 w 145"/>
              <a:gd name="T59" fmla="*/ 59 h 146"/>
              <a:gd name="T60" fmla="*/ 96 w 145"/>
              <a:gd name="T61" fmla="*/ 35 h 146"/>
              <a:gd name="T62" fmla="*/ 60 w 145"/>
              <a:gd name="T63" fmla="*/ 91 h 146"/>
              <a:gd name="T64" fmla="*/ 84 w 145"/>
              <a:gd name="T65" fmla="*/ 79 h 146"/>
              <a:gd name="T66" fmla="*/ 60 w 145"/>
              <a:gd name="T67" fmla="*/ 67 h 146"/>
              <a:gd name="T68" fmla="*/ 60 w 145"/>
              <a:gd name="T69" fmla="*/ 91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45" h="146">
                <a:moveTo>
                  <a:pt x="135" y="36"/>
                </a:moveTo>
                <a:cubicBezTo>
                  <a:pt x="142" y="48"/>
                  <a:pt x="145" y="60"/>
                  <a:pt x="145" y="73"/>
                </a:cubicBezTo>
                <a:cubicBezTo>
                  <a:pt x="145" y="86"/>
                  <a:pt x="142" y="98"/>
                  <a:pt x="135" y="109"/>
                </a:cubicBezTo>
                <a:cubicBezTo>
                  <a:pt x="129" y="120"/>
                  <a:pt x="120" y="129"/>
                  <a:pt x="109" y="136"/>
                </a:cubicBezTo>
                <a:cubicBezTo>
                  <a:pt x="97" y="142"/>
                  <a:pt x="85" y="146"/>
                  <a:pt x="72" y="146"/>
                </a:cubicBezTo>
                <a:cubicBezTo>
                  <a:pt x="59" y="146"/>
                  <a:pt x="47" y="142"/>
                  <a:pt x="36" y="136"/>
                </a:cubicBezTo>
                <a:cubicBezTo>
                  <a:pt x="25" y="129"/>
                  <a:pt x="16" y="120"/>
                  <a:pt x="9" y="109"/>
                </a:cubicBezTo>
                <a:cubicBezTo>
                  <a:pt x="3" y="98"/>
                  <a:pt x="0" y="86"/>
                  <a:pt x="0" y="73"/>
                </a:cubicBezTo>
                <a:cubicBezTo>
                  <a:pt x="0" y="60"/>
                  <a:pt x="3" y="48"/>
                  <a:pt x="9" y="36"/>
                </a:cubicBezTo>
                <a:cubicBezTo>
                  <a:pt x="16" y="25"/>
                  <a:pt x="25" y="17"/>
                  <a:pt x="36" y="10"/>
                </a:cubicBezTo>
                <a:cubicBezTo>
                  <a:pt x="47" y="4"/>
                  <a:pt x="59" y="0"/>
                  <a:pt x="72" y="0"/>
                </a:cubicBezTo>
                <a:cubicBezTo>
                  <a:pt x="85" y="0"/>
                  <a:pt x="97" y="4"/>
                  <a:pt x="109" y="10"/>
                </a:cubicBezTo>
                <a:cubicBezTo>
                  <a:pt x="120" y="17"/>
                  <a:pt x="129" y="25"/>
                  <a:pt x="135" y="36"/>
                </a:cubicBezTo>
                <a:close/>
                <a:moveTo>
                  <a:pt x="117" y="99"/>
                </a:moveTo>
                <a:cubicBezTo>
                  <a:pt x="121" y="91"/>
                  <a:pt x="124" y="82"/>
                  <a:pt x="124" y="73"/>
                </a:cubicBezTo>
                <a:cubicBezTo>
                  <a:pt x="124" y="64"/>
                  <a:pt x="121" y="55"/>
                  <a:pt x="117" y="47"/>
                </a:cubicBezTo>
                <a:cubicBezTo>
                  <a:pt x="112" y="39"/>
                  <a:pt x="106" y="33"/>
                  <a:pt x="98" y="28"/>
                </a:cubicBezTo>
                <a:cubicBezTo>
                  <a:pt x="90" y="24"/>
                  <a:pt x="81" y="21"/>
                  <a:pt x="72" y="21"/>
                </a:cubicBezTo>
                <a:cubicBezTo>
                  <a:pt x="63" y="21"/>
                  <a:pt x="54" y="24"/>
                  <a:pt x="46" y="28"/>
                </a:cubicBezTo>
                <a:cubicBezTo>
                  <a:pt x="38" y="33"/>
                  <a:pt x="32" y="39"/>
                  <a:pt x="28" y="47"/>
                </a:cubicBezTo>
                <a:cubicBezTo>
                  <a:pt x="23" y="55"/>
                  <a:pt x="21" y="64"/>
                  <a:pt x="21" y="73"/>
                </a:cubicBezTo>
                <a:cubicBezTo>
                  <a:pt x="21" y="82"/>
                  <a:pt x="23" y="91"/>
                  <a:pt x="28" y="99"/>
                </a:cubicBezTo>
                <a:cubicBezTo>
                  <a:pt x="32" y="107"/>
                  <a:pt x="38" y="113"/>
                  <a:pt x="46" y="117"/>
                </a:cubicBezTo>
                <a:cubicBezTo>
                  <a:pt x="54" y="122"/>
                  <a:pt x="63" y="124"/>
                  <a:pt x="72" y="124"/>
                </a:cubicBezTo>
                <a:cubicBezTo>
                  <a:pt x="81" y="124"/>
                  <a:pt x="90" y="122"/>
                  <a:pt x="98" y="117"/>
                </a:cubicBezTo>
                <a:cubicBezTo>
                  <a:pt x="106" y="113"/>
                  <a:pt x="112" y="107"/>
                  <a:pt x="117" y="99"/>
                </a:cubicBezTo>
                <a:close/>
                <a:moveTo>
                  <a:pt x="96" y="35"/>
                </a:moveTo>
                <a:cubicBezTo>
                  <a:pt x="96" y="86"/>
                  <a:pt x="96" y="86"/>
                  <a:pt x="96" y="86"/>
                </a:cubicBezTo>
                <a:cubicBezTo>
                  <a:pt x="48" y="111"/>
                  <a:pt x="48" y="111"/>
                  <a:pt x="48" y="111"/>
                </a:cubicBezTo>
                <a:cubicBezTo>
                  <a:pt x="48" y="59"/>
                  <a:pt x="48" y="59"/>
                  <a:pt x="48" y="59"/>
                </a:cubicBezTo>
                <a:lnTo>
                  <a:pt x="96" y="35"/>
                </a:lnTo>
                <a:close/>
                <a:moveTo>
                  <a:pt x="60" y="91"/>
                </a:moveTo>
                <a:cubicBezTo>
                  <a:pt x="84" y="79"/>
                  <a:pt x="84" y="79"/>
                  <a:pt x="84" y="79"/>
                </a:cubicBezTo>
                <a:cubicBezTo>
                  <a:pt x="60" y="67"/>
                  <a:pt x="60" y="67"/>
                  <a:pt x="60" y="67"/>
                </a:cubicBezTo>
                <a:lnTo>
                  <a:pt x="60" y="9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03" name="Freeform 306"/>
          <p:cNvSpPr>
            <a:spLocks noEditPoints="1"/>
          </p:cNvSpPr>
          <p:nvPr/>
        </p:nvSpPr>
        <p:spPr bwMode="auto">
          <a:xfrm>
            <a:off x="7776253" y="4396089"/>
            <a:ext cx="207464" cy="209627"/>
          </a:xfrm>
          <a:custGeom>
            <a:avLst/>
            <a:gdLst>
              <a:gd name="T0" fmla="*/ 145 w 145"/>
              <a:gd name="T1" fmla="*/ 28 h 146"/>
              <a:gd name="T2" fmla="*/ 145 w 145"/>
              <a:gd name="T3" fmla="*/ 118 h 146"/>
              <a:gd name="T4" fmla="*/ 137 w 145"/>
              <a:gd name="T5" fmla="*/ 138 h 146"/>
              <a:gd name="T6" fmla="*/ 118 w 145"/>
              <a:gd name="T7" fmla="*/ 146 h 146"/>
              <a:gd name="T8" fmla="*/ 27 w 145"/>
              <a:gd name="T9" fmla="*/ 146 h 146"/>
              <a:gd name="T10" fmla="*/ 8 w 145"/>
              <a:gd name="T11" fmla="*/ 138 h 146"/>
              <a:gd name="T12" fmla="*/ 0 w 145"/>
              <a:gd name="T13" fmla="*/ 118 h 146"/>
              <a:gd name="T14" fmla="*/ 0 w 145"/>
              <a:gd name="T15" fmla="*/ 28 h 146"/>
              <a:gd name="T16" fmla="*/ 8 w 145"/>
              <a:gd name="T17" fmla="*/ 8 h 146"/>
              <a:gd name="T18" fmla="*/ 27 w 145"/>
              <a:gd name="T19" fmla="*/ 0 h 146"/>
              <a:gd name="T20" fmla="*/ 118 w 145"/>
              <a:gd name="T21" fmla="*/ 0 h 146"/>
              <a:gd name="T22" fmla="*/ 137 w 145"/>
              <a:gd name="T23" fmla="*/ 8 h 146"/>
              <a:gd name="T24" fmla="*/ 145 w 145"/>
              <a:gd name="T25" fmla="*/ 28 h 146"/>
              <a:gd name="T26" fmla="*/ 121 w 145"/>
              <a:gd name="T27" fmla="*/ 118 h 146"/>
              <a:gd name="T28" fmla="*/ 121 w 145"/>
              <a:gd name="T29" fmla="*/ 28 h 146"/>
              <a:gd name="T30" fmla="*/ 120 w 145"/>
              <a:gd name="T31" fmla="*/ 25 h 146"/>
              <a:gd name="T32" fmla="*/ 118 w 145"/>
              <a:gd name="T33" fmla="*/ 25 h 146"/>
              <a:gd name="T34" fmla="*/ 27 w 145"/>
              <a:gd name="T35" fmla="*/ 25 h 146"/>
              <a:gd name="T36" fmla="*/ 25 w 145"/>
              <a:gd name="T37" fmla="*/ 25 h 146"/>
              <a:gd name="T38" fmla="*/ 24 w 145"/>
              <a:gd name="T39" fmla="*/ 28 h 146"/>
              <a:gd name="T40" fmla="*/ 24 w 145"/>
              <a:gd name="T41" fmla="*/ 118 h 146"/>
              <a:gd name="T42" fmla="*/ 25 w 145"/>
              <a:gd name="T43" fmla="*/ 120 h 146"/>
              <a:gd name="T44" fmla="*/ 27 w 145"/>
              <a:gd name="T45" fmla="*/ 121 h 146"/>
              <a:gd name="T46" fmla="*/ 118 w 145"/>
              <a:gd name="T47" fmla="*/ 121 h 146"/>
              <a:gd name="T48" fmla="*/ 120 w 145"/>
              <a:gd name="T49" fmla="*/ 120 h 146"/>
              <a:gd name="T50" fmla="*/ 121 w 145"/>
              <a:gd name="T51" fmla="*/ 118 h 146"/>
              <a:gd name="T52" fmla="*/ 108 w 145"/>
              <a:gd name="T53" fmla="*/ 52 h 146"/>
              <a:gd name="T54" fmla="*/ 108 w 145"/>
              <a:gd name="T55" fmla="*/ 58 h 146"/>
              <a:gd name="T56" fmla="*/ 77 w 145"/>
              <a:gd name="T57" fmla="*/ 101 h 146"/>
              <a:gd name="T58" fmla="*/ 72 w 145"/>
              <a:gd name="T59" fmla="*/ 103 h 146"/>
              <a:gd name="T60" fmla="*/ 68 w 145"/>
              <a:gd name="T61" fmla="*/ 101 h 146"/>
              <a:gd name="T62" fmla="*/ 37 w 145"/>
              <a:gd name="T63" fmla="*/ 58 h 146"/>
              <a:gd name="T64" fmla="*/ 37 w 145"/>
              <a:gd name="T65" fmla="*/ 52 h 146"/>
              <a:gd name="T66" fmla="*/ 42 w 145"/>
              <a:gd name="T67" fmla="*/ 49 h 146"/>
              <a:gd name="T68" fmla="*/ 103 w 145"/>
              <a:gd name="T69" fmla="*/ 49 h 146"/>
              <a:gd name="T70" fmla="*/ 108 w 145"/>
              <a:gd name="T71" fmla="*/ 52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45" h="146">
                <a:moveTo>
                  <a:pt x="145" y="28"/>
                </a:moveTo>
                <a:cubicBezTo>
                  <a:pt x="145" y="118"/>
                  <a:pt x="145" y="118"/>
                  <a:pt x="145" y="118"/>
                </a:cubicBezTo>
                <a:cubicBezTo>
                  <a:pt x="145" y="126"/>
                  <a:pt x="142" y="132"/>
                  <a:pt x="137" y="138"/>
                </a:cubicBezTo>
                <a:cubicBezTo>
                  <a:pt x="132" y="143"/>
                  <a:pt x="125" y="146"/>
                  <a:pt x="118" y="146"/>
                </a:cubicBezTo>
                <a:cubicBezTo>
                  <a:pt x="27" y="146"/>
                  <a:pt x="27" y="146"/>
                  <a:pt x="27" y="146"/>
                </a:cubicBezTo>
                <a:cubicBezTo>
                  <a:pt x="20" y="146"/>
                  <a:pt x="13" y="143"/>
                  <a:pt x="8" y="138"/>
                </a:cubicBezTo>
                <a:cubicBezTo>
                  <a:pt x="3" y="132"/>
                  <a:pt x="0" y="126"/>
                  <a:pt x="0" y="118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0"/>
                  <a:pt x="3" y="14"/>
                  <a:pt x="8" y="8"/>
                </a:cubicBezTo>
                <a:cubicBezTo>
                  <a:pt x="13" y="3"/>
                  <a:pt x="20" y="0"/>
                  <a:pt x="27" y="0"/>
                </a:cubicBezTo>
                <a:cubicBezTo>
                  <a:pt x="118" y="0"/>
                  <a:pt x="118" y="0"/>
                  <a:pt x="118" y="0"/>
                </a:cubicBezTo>
                <a:cubicBezTo>
                  <a:pt x="125" y="0"/>
                  <a:pt x="132" y="3"/>
                  <a:pt x="137" y="8"/>
                </a:cubicBezTo>
                <a:cubicBezTo>
                  <a:pt x="142" y="14"/>
                  <a:pt x="145" y="20"/>
                  <a:pt x="145" y="28"/>
                </a:cubicBezTo>
                <a:close/>
                <a:moveTo>
                  <a:pt x="121" y="118"/>
                </a:moveTo>
                <a:cubicBezTo>
                  <a:pt x="121" y="28"/>
                  <a:pt x="121" y="28"/>
                  <a:pt x="121" y="28"/>
                </a:cubicBezTo>
                <a:cubicBezTo>
                  <a:pt x="121" y="27"/>
                  <a:pt x="121" y="26"/>
                  <a:pt x="120" y="25"/>
                </a:cubicBezTo>
                <a:cubicBezTo>
                  <a:pt x="119" y="25"/>
                  <a:pt x="119" y="25"/>
                  <a:pt x="118" y="25"/>
                </a:cubicBezTo>
                <a:cubicBezTo>
                  <a:pt x="27" y="25"/>
                  <a:pt x="27" y="25"/>
                  <a:pt x="27" y="25"/>
                </a:cubicBezTo>
                <a:cubicBezTo>
                  <a:pt x="26" y="25"/>
                  <a:pt x="26" y="25"/>
                  <a:pt x="25" y="25"/>
                </a:cubicBezTo>
                <a:cubicBezTo>
                  <a:pt x="24" y="26"/>
                  <a:pt x="24" y="27"/>
                  <a:pt x="24" y="28"/>
                </a:cubicBezTo>
                <a:cubicBezTo>
                  <a:pt x="24" y="118"/>
                  <a:pt x="24" y="118"/>
                  <a:pt x="24" y="118"/>
                </a:cubicBezTo>
                <a:cubicBezTo>
                  <a:pt x="24" y="119"/>
                  <a:pt x="24" y="120"/>
                  <a:pt x="25" y="120"/>
                </a:cubicBezTo>
                <a:cubicBezTo>
                  <a:pt x="26" y="121"/>
                  <a:pt x="26" y="121"/>
                  <a:pt x="27" y="121"/>
                </a:cubicBezTo>
                <a:cubicBezTo>
                  <a:pt x="118" y="121"/>
                  <a:pt x="118" y="121"/>
                  <a:pt x="118" y="121"/>
                </a:cubicBezTo>
                <a:cubicBezTo>
                  <a:pt x="119" y="121"/>
                  <a:pt x="119" y="121"/>
                  <a:pt x="120" y="120"/>
                </a:cubicBezTo>
                <a:cubicBezTo>
                  <a:pt x="121" y="120"/>
                  <a:pt x="121" y="119"/>
                  <a:pt x="121" y="118"/>
                </a:cubicBezTo>
                <a:close/>
                <a:moveTo>
                  <a:pt x="108" y="52"/>
                </a:moveTo>
                <a:cubicBezTo>
                  <a:pt x="109" y="54"/>
                  <a:pt x="109" y="56"/>
                  <a:pt x="108" y="58"/>
                </a:cubicBezTo>
                <a:cubicBezTo>
                  <a:pt x="77" y="101"/>
                  <a:pt x="77" y="101"/>
                  <a:pt x="77" y="101"/>
                </a:cubicBezTo>
                <a:cubicBezTo>
                  <a:pt x="76" y="102"/>
                  <a:pt x="75" y="103"/>
                  <a:pt x="72" y="103"/>
                </a:cubicBezTo>
                <a:cubicBezTo>
                  <a:pt x="70" y="103"/>
                  <a:pt x="69" y="102"/>
                  <a:pt x="68" y="101"/>
                </a:cubicBezTo>
                <a:cubicBezTo>
                  <a:pt x="37" y="58"/>
                  <a:pt x="37" y="58"/>
                  <a:pt x="37" y="58"/>
                </a:cubicBezTo>
                <a:cubicBezTo>
                  <a:pt x="36" y="56"/>
                  <a:pt x="36" y="54"/>
                  <a:pt x="37" y="52"/>
                </a:cubicBezTo>
                <a:cubicBezTo>
                  <a:pt x="38" y="50"/>
                  <a:pt x="40" y="49"/>
                  <a:pt x="42" y="49"/>
                </a:cubicBezTo>
                <a:cubicBezTo>
                  <a:pt x="103" y="49"/>
                  <a:pt x="103" y="49"/>
                  <a:pt x="103" y="49"/>
                </a:cubicBezTo>
                <a:cubicBezTo>
                  <a:pt x="105" y="49"/>
                  <a:pt x="107" y="50"/>
                  <a:pt x="108" y="5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04" name="Freeform 307"/>
          <p:cNvSpPr>
            <a:spLocks noEditPoints="1"/>
          </p:cNvSpPr>
          <p:nvPr/>
        </p:nvSpPr>
        <p:spPr bwMode="auto">
          <a:xfrm>
            <a:off x="8046389" y="4396089"/>
            <a:ext cx="207464" cy="209627"/>
          </a:xfrm>
          <a:custGeom>
            <a:avLst/>
            <a:gdLst>
              <a:gd name="T0" fmla="*/ 145 w 145"/>
              <a:gd name="T1" fmla="*/ 28 h 146"/>
              <a:gd name="T2" fmla="*/ 145 w 145"/>
              <a:gd name="T3" fmla="*/ 118 h 146"/>
              <a:gd name="T4" fmla="*/ 137 w 145"/>
              <a:gd name="T5" fmla="*/ 138 h 146"/>
              <a:gd name="T6" fmla="*/ 118 w 145"/>
              <a:gd name="T7" fmla="*/ 146 h 146"/>
              <a:gd name="T8" fmla="*/ 27 w 145"/>
              <a:gd name="T9" fmla="*/ 146 h 146"/>
              <a:gd name="T10" fmla="*/ 8 w 145"/>
              <a:gd name="T11" fmla="*/ 138 h 146"/>
              <a:gd name="T12" fmla="*/ 0 w 145"/>
              <a:gd name="T13" fmla="*/ 118 h 146"/>
              <a:gd name="T14" fmla="*/ 0 w 145"/>
              <a:gd name="T15" fmla="*/ 28 h 146"/>
              <a:gd name="T16" fmla="*/ 8 w 145"/>
              <a:gd name="T17" fmla="*/ 8 h 146"/>
              <a:gd name="T18" fmla="*/ 27 w 145"/>
              <a:gd name="T19" fmla="*/ 0 h 146"/>
              <a:gd name="T20" fmla="*/ 118 w 145"/>
              <a:gd name="T21" fmla="*/ 0 h 146"/>
              <a:gd name="T22" fmla="*/ 137 w 145"/>
              <a:gd name="T23" fmla="*/ 8 h 146"/>
              <a:gd name="T24" fmla="*/ 145 w 145"/>
              <a:gd name="T25" fmla="*/ 28 h 146"/>
              <a:gd name="T26" fmla="*/ 121 w 145"/>
              <a:gd name="T27" fmla="*/ 118 h 146"/>
              <a:gd name="T28" fmla="*/ 121 w 145"/>
              <a:gd name="T29" fmla="*/ 28 h 146"/>
              <a:gd name="T30" fmla="*/ 120 w 145"/>
              <a:gd name="T31" fmla="*/ 25 h 146"/>
              <a:gd name="T32" fmla="*/ 118 w 145"/>
              <a:gd name="T33" fmla="*/ 25 h 146"/>
              <a:gd name="T34" fmla="*/ 27 w 145"/>
              <a:gd name="T35" fmla="*/ 25 h 146"/>
              <a:gd name="T36" fmla="*/ 25 w 145"/>
              <a:gd name="T37" fmla="*/ 25 h 146"/>
              <a:gd name="T38" fmla="*/ 24 w 145"/>
              <a:gd name="T39" fmla="*/ 28 h 146"/>
              <a:gd name="T40" fmla="*/ 24 w 145"/>
              <a:gd name="T41" fmla="*/ 118 h 146"/>
              <a:gd name="T42" fmla="*/ 25 w 145"/>
              <a:gd name="T43" fmla="*/ 120 h 146"/>
              <a:gd name="T44" fmla="*/ 27 w 145"/>
              <a:gd name="T45" fmla="*/ 121 h 146"/>
              <a:gd name="T46" fmla="*/ 118 w 145"/>
              <a:gd name="T47" fmla="*/ 121 h 146"/>
              <a:gd name="T48" fmla="*/ 120 w 145"/>
              <a:gd name="T49" fmla="*/ 120 h 146"/>
              <a:gd name="T50" fmla="*/ 121 w 145"/>
              <a:gd name="T51" fmla="*/ 118 h 146"/>
              <a:gd name="T52" fmla="*/ 108 w 145"/>
              <a:gd name="T53" fmla="*/ 94 h 146"/>
              <a:gd name="T54" fmla="*/ 103 w 145"/>
              <a:gd name="T55" fmla="*/ 97 h 146"/>
              <a:gd name="T56" fmla="*/ 43 w 145"/>
              <a:gd name="T57" fmla="*/ 97 h 146"/>
              <a:gd name="T58" fmla="*/ 37 w 145"/>
              <a:gd name="T59" fmla="*/ 94 h 146"/>
              <a:gd name="T60" fmla="*/ 38 w 145"/>
              <a:gd name="T61" fmla="*/ 88 h 146"/>
              <a:gd name="T62" fmla="*/ 68 w 145"/>
              <a:gd name="T63" fmla="*/ 45 h 146"/>
              <a:gd name="T64" fmla="*/ 73 w 145"/>
              <a:gd name="T65" fmla="*/ 43 h 146"/>
              <a:gd name="T66" fmla="*/ 78 w 145"/>
              <a:gd name="T67" fmla="*/ 45 h 146"/>
              <a:gd name="T68" fmla="*/ 108 w 145"/>
              <a:gd name="T69" fmla="*/ 88 h 146"/>
              <a:gd name="T70" fmla="*/ 108 w 145"/>
              <a:gd name="T71" fmla="*/ 94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45" h="146">
                <a:moveTo>
                  <a:pt x="145" y="28"/>
                </a:moveTo>
                <a:cubicBezTo>
                  <a:pt x="145" y="118"/>
                  <a:pt x="145" y="118"/>
                  <a:pt x="145" y="118"/>
                </a:cubicBezTo>
                <a:cubicBezTo>
                  <a:pt x="145" y="126"/>
                  <a:pt x="143" y="132"/>
                  <a:pt x="137" y="138"/>
                </a:cubicBezTo>
                <a:cubicBezTo>
                  <a:pt x="132" y="143"/>
                  <a:pt x="126" y="146"/>
                  <a:pt x="118" y="146"/>
                </a:cubicBezTo>
                <a:cubicBezTo>
                  <a:pt x="27" y="146"/>
                  <a:pt x="27" y="146"/>
                  <a:pt x="27" y="146"/>
                </a:cubicBezTo>
                <a:cubicBezTo>
                  <a:pt x="20" y="146"/>
                  <a:pt x="13" y="143"/>
                  <a:pt x="8" y="138"/>
                </a:cubicBezTo>
                <a:cubicBezTo>
                  <a:pt x="3" y="132"/>
                  <a:pt x="0" y="126"/>
                  <a:pt x="0" y="118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0"/>
                  <a:pt x="3" y="14"/>
                  <a:pt x="8" y="8"/>
                </a:cubicBezTo>
                <a:cubicBezTo>
                  <a:pt x="13" y="3"/>
                  <a:pt x="20" y="0"/>
                  <a:pt x="27" y="0"/>
                </a:cubicBezTo>
                <a:cubicBezTo>
                  <a:pt x="118" y="0"/>
                  <a:pt x="118" y="0"/>
                  <a:pt x="118" y="0"/>
                </a:cubicBezTo>
                <a:cubicBezTo>
                  <a:pt x="126" y="0"/>
                  <a:pt x="132" y="3"/>
                  <a:pt x="137" y="8"/>
                </a:cubicBezTo>
                <a:cubicBezTo>
                  <a:pt x="143" y="14"/>
                  <a:pt x="145" y="20"/>
                  <a:pt x="145" y="28"/>
                </a:cubicBezTo>
                <a:close/>
                <a:moveTo>
                  <a:pt x="121" y="118"/>
                </a:moveTo>
                <a:cubicBezTo>
                  <a:pt x="121" y="28"/>
                  <a:pt x="121" y="28"/>
                  <a:pt x="121" y="28"/>
                </a:cubicBezTo>
                <a:cubicBezTo>
                  <a:pt x="121" y="27"/>
                  <a:pt x="121" y="26"/>
                  <a:pt x="120" y="25"/>
                </a:cubicBezTo>
                <a:cubicBezTo>
                  <a:pt x="120" y="25"/>
                  <a:pt x="119" y="25"/>
                  <a:pt x="118" y="25"/>
                </a:cubicBezTo>
                <a:cubicBezTo>
                  <a:pt x="27" y="25"/>
                  <a:pt x="27" y="25"/>
                  <a:pt x="27" y="25"/>
                </a:cubicBezTo>
                <a:cubicBezTo>
                  <a:pt x="27" y="25"/>
                  <a:pt x="26" y="25"/>
                  <a:pt x="25" y="25"/>
                </a:cubicBezTo>
                <a:cubicBezTo>
                  <a:pt x="25" y="26"/>
                  <a:pt x="24" y="27"/>
                  <a:pt x="24" y="28"/>
                </a:cubicBezTo>
                <a:cubicBezTo>
                  <a:pt x="24" y="118"/>
                  <a:pt x="24" y="118"/>
                  <a:pt x="24" y="118"/>
                </a:cubicBezTo>
                <a:cubicBezTo>
                  <a:pt x="24" y="119"/>
                  <a:pt x="25" y="120"/>
                  <a:pt x="25" y="120"/>
                </a:cubicBezTo>
                <a:cubicBezTo>
                  <a:pt x="26" y="121"/>
                  <a:pt x="27" y="121"/>
                  <a:pt x="27" y="121"/>
                </a:cubicBezTo>
                <a:cubicBezTo>
                  <a:pt x="118" y="121"/>
                  <a:pt x="118" y="121"/>
                  <a:pt x="118" y="121"/>
                </a:cubicBezTo>
                <a:cubicBezTo>
                  <a:pt x="119" y="121"/>
                  <a:pt x="120" y="121"/>
                  <a:pt x="120" y="120"/>
                </a:cubicBezTo>
                <a:cubicBezTo>
                  <a:pt x="121" y="120"/>
                  <a:pt x="121" y="119"/>
                  <a:pt x="121" y="118"/>
                </a:cubicBezTo>
                <a:close/>
                <a:moveTo>
                  <a:pt x="108" y="94"/>
                </a:moveTo>
                <a:cubicBezTo>
                  <a:pt x="107" y="96"/>
                  <a:pt x="106" y="97"/>
                  <a:pt x="103" y="97"/>
                </a:cubicBezTo>
                <a:cubicBezTo>
                  <a:pt x="43" y="97"/>
                  <a:pt x="43" y="97"/>
                  <a:pt x="43" y="97"/>
                </a:cubicBezTo>
                <a:cubicBezTo>
                  <a:pt x="40" y="97"/>
                  <a:pt x="38" y="96"/>
                  <a:pt x="37" y="94"/>
                </a:cubicBezTo>
                <a:cubicBezTo>
                  <a:pt x="36" y="92"/>
                  <a:pt x="36" y="90"/>
                  <a:pt x="38" y="88"/>
                </a:cubicBezTo>
                <a:cubicBezTo>
                  <a:pt x="68" y="45"/>
                  <a:pt x="68" y="45"/>
                  <a:pt x="68" y="45"/>
                </a:cubicBezTo>
                <a:cubicBezTo>
                  <a:pt x="69" y="44"/>
                  <a:pt x="71" y="43"/>
                  <a:pt x="73" y="43"/>
                </a:cubicBezTo>
                <a:cubicBezTo>
                  <a:pt x="75" y="43"/>
                  <a:pt x="77" y="44"/>
                  <a:pt x="78" y="45"/>
                </a:cubicBezTo>
                <a:cubicBezTo>
                  <a:pt x="108" y="88"/>
                  <a:pt x="108" y="88"/>
                  <a:pt x="108" y="88"/>
                </a:cubicBezTo>
                <a:cubicBezTo>
                  <a:pt x="109" y="90"/>
                  <a:pt x="110" y="92"/>
                  <a:pt x="108" y="9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05" name="Freeform 308"/>
          <p:cNvSpPr>
            <a:spLocks noEditPoints="1"/>
          </p:cNvSpPr>
          <p:nvPr/>
        </p:nvSpPr>
        <p:spPr bwMode="auto">
          <a:xfrm>
            <a:off x="8314365" y="4396089"/>
            <a:ext cx="209627" cy="209627"/>
          </a:xfrm>
          <a:custGeom>
            <a:avLst/>
            <a:gdLst>
              <a:gd name="T0" fmla="*/ 146 w 146"/>
              <a:gd name="T1" fmla="*/ 28 h 146"/>
              <a:gd name="T2" fmla="*/ 146 w 146"/>
              <a:gd name="T3" fmla="*/ 118 h 146"/>
              <a:gd name="T4" fmla="*/ 138 w 146"/>
              <a:gd name="T5" fmla="*/ 138 h 146"/>
              <a:gd name="T6" fmla="*/ 118 w 146"/>
              <a:gd name="T7" fmla="*/ 146 h 146"/>
              <a:gd name="T8" fmla="*/ 28 w 146"/>
              <a:gd name="T9" fmla="*/ 146 h 146"/>
              <a:gd name="T10" fmla="*/ 8 w 146"/>
              <a:gd name="T11" fmla="*/ 138 h 146"/>
              <a:gd name="T12" fmla="*/ 0 w 146"/>
              <a:gd name="T13" fmla="*/ 118 h 146"/>
              <a:gd name="T14" fmla="*/ 0 w 146"/>
              <a:gd name="T15" fmla="*/ 28 h 146"/>
              <a:gd name="T16" fmla="*/ 8 w 146"/>
              <a:gd name="T17" fmla="*/ 8 h 146"/>
              <a:gd name="T18" fmla="*/ 28 w 146"/>
              <a:gd name="T19" fmla="*/ 0 h 146"/>
              <a:gd name="T20" fmla="*/ 118 w 146"/>
              <a:gd name="T21" fmla="*/ 0 h 146"/>
              <a:gd name="T22" fmla="*/ 138 w 146"/>
              <a:gd name="T23" fmla="*/ 8 h 146"/>
              <a:gd name="T24" fmla="*/ 146 w 146"/>
              <a:gd name="T25" fmla="*/ 28 h 146"/>
              <a:gd name="T26" fmla="*/ 122 w 146"/>
              <a:gd name="T27" fmla="*/ 118 h 146"/>
              <a:gd name="T28" fmla="*/ 122 w 146"/>
              <a:gd name="T29" fmla="*/ 28 h 146"/>
              <a:gd name="T30" fmla="*/ 121 w 146"/>
              <a:gd name="T31" fmla="*/ 25 h 146"/>
              <a:gd name="T32" fmla="*/ 118 w 146"/>
              <a:gd name="T33" fmla="*/ 25 h 146"/>
              <a:gd name="T34" fmla="*/ 28 w 146"/>
              <a:gd name="T35" fmla="*/ 25 h 146"/>
              <a:gd name="T36" fmla="*/ 26 w 146"/>
              <a:gd name="T37" fmla="*/ 25 h 146"/>
              <a:gd name="T38" fmla="*/ 25 w 146"/>
              <a:gd name="T39" fmla="*/ 28 h 146"/>
              <a:gd name="T40" fmla="*/ 25 w 146"/>
              <a:gd name="T41" fmla="*/ 118 h 146"/>
              <a:gd name="T42" fmla="*/ 26 w 146"/>
              <a:gd name="T43" fmla="*/ 120 h 146"/>
              <a:gd name="T44" fmla="*/ 28 w 146"/>
              <a:gd name="T45" fmla="*/ 121 h 146"/>
              <a:gd name="T46" fmla="*/ 118 w 146"/>
              <a:gd name="T47" fmla="*/ 121 h 146"/>
              <a:gd name="T48" fmla="*/ 121 w 146"/>
              <a:gd name="T49" fmla="*/ 120 h 146"/>
              <a:gd name="T50" fmla="*/ 122 w 146"/>
              <a:gd name="T51" fmla="*/ 118 h 146"/>
              <a:gd name="T52" fmla="*/ 103 w 146"/>
              <a:gd name="T53" fmla="*/ 73 h 146"/>
              <a:gd name="T54" fmla="*/ 101 w 146"/>
              <a:gd name="T55" fmla="*/ 78 h 146"/>
              <a:gd name="T56" fmla="*/ 58 w 146"/>
              <a:gd name="T57" fmla="*/ 108 h 146"/>
              <a:gd name="T58" fmla="*/ 52 w 146"/>
              <a:gd name="T59" fmla="*/ 109 h 146"/>
              <a:gd name="T60" fmla="*/ 49 w 146"/>
              <a:gd name="T61" fmla="*/ 103 h 146"/>
              <a:gd name="T62" fmla="*/ 49 w 146"/>
              <a:gd name="T63" fmla="*/ 43 h 146"/>
              <a:gd name="T64" fmla="*/ 52 w 146"/>
              <a:gd name="T65" fmla="*/ 37 h 146"/>
              <a:gd name="T66" fmla="*/ 58 w 146"/>
              <a:gd name="T67" fmla="*/ 38 h 146"/>
              <a:gd name="T68" fmla="*/ 101 w 146"/>
              <a:gd name="T69" fmla="*/ 68 h 146"/>
              <a:gd name="T70" fmla="*/ 103 w 146"/>
              <a:gd name="T71" fmla="*/ 73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46" h="146">
                <a:moveTo>
                  <a:pt x="146" y="28"/>
                </a:moveTo>
                <a:cubicBezTo>
                  <a:pt x="146" y="118"/>
                  <a:pt x="146" y="118"/>
                  <a:pt x="146" y="118"/>
                </a:cubicBezTo>
                <a:cubicBezTo>
                  <a:pt x="146" y="126"/>
                  <a:pt x="143" y="132"/>
                  <a:pt x="138" y="138"/>
                </a:cubicBezTo>
                <a:cubicBezTo>
                  <a:pt x="132" y="143"/>
                  <a:pt x="126" y="146"/>
                  <a:pt x="118" y="146"/>
                </a:cubicBezTo>
                <a:cubicBezTo>
                  <a:pt x="28" y="146"/>
                  <a:pt x="28" y="146"/>
                  <a:pt x="28" y="146"/>
                </a:cubicBezTo>
                <a:cubicBezTo>
                  <a:pt x="20" y="146"/>
                  <a:pt x="14" y="143"/>
                  <a:pt x="8" y="138"/>
                </a:cubicBezTo>
                <a:cubicBezTo>
                  <a:pt x="3" y="132"/>
                  <a:pt x="0" y="126"/>
                  <a:pt x="0" y="118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0"/>
                  <a:pt x="3" y="14"/>
                  <a:pt x="8" y="8"/>
                </a:cubicBezTo>
                <a:cubicBezTo>
                  <a:pt x="14" y="3"/>
                  <a:pt x="20" y="0"/>
                  <a:pt x="28" y="0"/>
                </a:cubicBezTo>
                <a:cubicBezTo>
                  <a:pt x="118" y="0"/>
                  <a:pt x="118" y="0"/>
                  <a:pt x="118" y="0"/>
                </a:cubicBezTo>
                <a:cubicBezTo>
                  <a:pt x="126" y="0"/>
                  <a:pt x="132" y="3"/>
                  <a:pt x="138" y="8"/>
                </a:cubicBezTo>
                <a:cubicBezTo>
                  <a:pt x="143" y="14"/>
                  <a:pt x="146" y="20"/>
                  <a:pt x="146" y="28"/>
                </a:cubicBezTo>
                <a:close/>
                <a:moveTo>
                  <a:pt x="122" y="118"/>
                </a:moveTo>
                <a:cubicBezTo>
                  <a:pt x="122" y="28"/>
                  <a:pt x="122" y="28"/>
                  <a:pt x="122" y="28"/>
                </a:cubicBezTo>
                <a:cubicBezTo>
                  <a:pt x="122" y="27"/>
                  <a:pt x="121" y="26"/>
                  <a:pt x="121" y="25"/>
                </a:cubicBezTo>
                <a:cubicBezTo>
                  <a:pt x="120" y="25"/>
                  <a:pt x="119" y="25"/>
                  <a:pt x="118" y="25"/>
                </a:cubicBezTo>
                <a:cubicBezTo>
                  <a:pt x="28" y="25"/>
                  <a:pt x="28" y="25"/>
                  <a:pt x="28" y="25"/>
                </a:cubicBezTo>
                <a:cubicBezTo>
                  <a:pt x="27" y="25"/>
                  <a:pt x="26" y="25"/>
                  <a:pt x="26" y="25"/>
                </a:cubicBezTo>
                <a:cubicBezTo>
                  <a:pt x="25" y="26"/>
                  <a:pt x="25" y="27"/>
                  <a:pt x="25" y="28"/>
                </a:cubicBezTo>
                <a:cubicBezTo>
                  <a:pt x="25" y="118"/>
                  <a:pt x="25" y="118"/>
                  <a:pt x="25" y="118"/>
                </a:cubicBezTo>
                <a:cubicBezTo>
                  <a:pt x="25" y="119"/>
                  <a:pt x="25" y="120"/>
                  <a:pt x="26" y="120"/>
                </a:cubicBezTo>
                <a:cubicBezTo>
                  <a:pt x="26" y="121"/>
                  <a:pt x="27" y="121"/>
                  <a:pt x="28" y="121"/>
                </a:cubicBezTo>
                <a:cubicBezTo>
                  <a:pt x="118" y="121"/>
                  <a:pt x="118" y="121"/>
                  <a:pt x="118" y="121"/>
                </a:cubicBezTo>
                <a:cubicBezTo>
                  <a:pt x="119" y="121"/>
                  <a:pt x="120" y="121"/>
                  <a:pt x="121" y="120"/>
                </a:cubicBezTo>
                <a:cubicBezTo>
                  <a:pt x="121" y="120"/>
                  <a:pt x="122" y="119"/>
                  <a:pt x="122" y="118"/>
                </a:cubicBezTo>
                <a:close/>
                <a:moveTo>
                  <a:pt x="103" y="73"/>
                </a:moveTo>
                <a:cubicBezTo>
                  <a:pt x="103" y="75"/>
                  <a:pt x="103" y="77"/>
                  <a:pt x="101" y="78"/>
                </a:cubicBezTo>
                <a:cubicBezTo>
                  <a:pt x="58" y="108"/>
                  <a:pt x="58" y="108"/>
                  <a:pt x="58" y="108"/>
                </a:cubicBezTo>
                <a:cubicBezTo>
                  <a:pt x="56" y="110"/>
                  <a:pt x="54" y="110"/>
                  <a:pt x="52" y="109"/>
                </a:cubicBezTo>
                <a:cubicBezTo>
                  <a:pt x="50" y="107"/>
                  <a:pt x="49" y="106"/>
                  <a:pt x="49" y="103"/>
                </a:cubicBezTo>
                <a:cubicBezTo>
                  <a:pt x="49" y="43"/>
                  <a:pt x="49" y="43"/>
                  <a:pt x="49" y="43"/>
                </a:cubicBezTo>
                <a:cubicBezTo>
                  <a:pt x="49" y="40"/>
                  <a:pt x="50" y="38"/>
                  <a:pt x="52" y="37"/>
                </a:cubicBezTo>
                <a:cubicBezTo>
                  <a:pt x="54" y="36"/>
                  <a:pt x="56" y="36"/>
                  <a:pt x="58" y="38"/>
                </a:cubicBezTo>
                <a:cubicBezTo>
                  <a:pt x="101" y="68"/>
                  <a:pt x="101" y="68"/>
                  <a:pt x="101" y="68"/>
                </a:cubicBezTo>
                <a:cubicBezTo>
                  <a:pt x="103" y="69"/>
                  <a:pt x="103" y="71"/>
                  <a:pt x="103" y="7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06" name="Freeform 309"/>
          <p:cNvSpPr>
            <a:spLocks/>
          </p:cNvSpPr>
          <p:nvPr/>
        </p:nvSpPr>
        <p:spPr bwMode="auto">
          <a:xfrm>
            <a:off x="8586665" y="4396089"/>
            <a:ext cx="136151" cy="190176"/>
          </a:xfrm>
          <a:custGeom>
            <a:avLst/>
            <a:gdLst>
              <a:gd name="T0" fmla="*/ 95 w 96"/>
              <a:gd name="T1" fmla="*/ 127 h 133"/>
              <a:gd name="T2" fmla="*/ 93 w 96"/>
              <a:gd name="T3" fmla="*/ 130 h 133"/>
              <a:gd name="T4" fmla="*/ 92 w 96"/>
              <a:gd name="T5" fmla="*/ 131 h 133"/>
              <a:gd name="T6" fmla="*/ 88 w 96"/>
              <a:gd name="T7" fmla="*/ 132 h 133"/>
              <a:gd name="T8" fmla="*/ 83 w 96"/>
              <a:gd name="T9" fmla="*/ 133 h 133"/>
              <a:gd name="T10" fmla="*/ 77 w 96"/>
              <a:gd name="T11" fmla="*/ 133 h 133"/>
              <a:gd name="T12" fmla="*/ 34 w 96"/>
              <a:gd name="T13" fmla="*/ 121 h 133"/>
              <a:gd name="T14" fmla="*/ 3 w 96"/>
              <a:gd name="T15" fmla="*/ 88 h 133"/>
              <a:gd name="T16" fmla="*/ 0 w 96"/>
              <a:gd name="T17" fmla="*/ 85 h 133"/>
              <a:gd name="T18" fmla="*/ 1 w 96"/>
              <a:gd name="T19" fmla="*/ 72 h 133"/>
              <a:gd name="T20" fmla="*/ 9 w 96"/>
              <a:gd name="T21" fmla="*/ 71 h 133"/>
              <a:gd name="T22" fmla="*/ 3 w 96"/>
              <a:gd name="T23" fmla="*/ 61 h 133"/>
              <a:gd name="T24" fmla="*/ 0 w 96"/>
              <a:gd name="T25" fmla="*/ 58 h 133"/>
              <a:gd name="T26" fmla="*/ 1 w 96"/>
              <a:gd name="T27" fmla="*/ 45 h 133"/>
              <a:gd name="T28" fmla="*/ 12 w 96"/>
              <a:gd name="T29" fmla="*/ 44 h 133"/>
              <a:gd name="T30" fmla="*/ 73 w 96"/>
              <a:gd name="T31" fmla="*/ 0 h 133"/>
              <a:gd name="T32" fmla="*/ 93 w 96"/>
              <a:gd name="T33" fmla="*/ 4 h 133"/>
              <a:gd name="T34" fmla="*/ 89 w 96"/>
              <a:gd name="T35" fmla="*/ 21 h 133"/>
              <a:gd name="T36" fmla="*/ 86 w 96"/>
              <a:gd name="T37" fmla="*/ 23 h 133"/>
              <a:gd name="T38" fmla="*/ 84 w 96"/>
              <a:gd name="T39" fmla="*/ 23 h 133"/>
              <a:gd name="T40" fmla="*/ 81 w 96"/>
              <a:gd name="T41" fmla="*/ 22 h 133"/>
              <a:gd name="T42" fmla="*/ 75 w 96"/>
              <a:gd name="T43" fmla="*/ 22 h 133"/>
              <a:gd name="T44" fmla="*/ 51 w 96"/>
              <a:gd name="T45" fmla="*/ 28 h 133"/>
              <a:gd name="T46" fmla="*/ 81 w 96"/>
              <a:gd name="T47" fmla="*/ 44 h 133"/>
              <a:gd name="T48" fmla="*/ 84 w 96"/>
              <a:gd name="T49" fmla="*/ 48 h 133"/>
              <a:gd name="T50" fmla="*/ 79 w 96"/>
              <a:gd name="T51" fmla="*/ 61 h 133"/>
              <a:gd name="T52" fmla="*/ 33 w 96"/>
              <a:gd name="T53" fmla="*/ 71 h 133"/>
              <a:gd name="T54" fmla="*/ 79 w 96"/>
              <a:gd name="T55" fmla="*/ 72 h 133"/>
              <a:gd name="T56" fmla="*/ 77 w 96"/>
              <a:gd name="T57" fmla="*/ 85 h 133"/>
              <a:gd name="T58" fmla="*/ 74 w 96"/>
              <a:gd name="T59" fmla="*/ 88 h 133"/>
              <a:gd name="T60" fmla="*/ 52 w 96"/>
              <a:gd name="T61" fmla="*/ 105 h 133"/>
              <a:gd name="T62" fmla="*/ 77 w 96"/>
              <a:gd name="T63" fmla="*/ 112 h 133"/>
              <a:gd name="T64" fmla="*/ 83 w 96"/>
              <a:gd name="T65" fmla="*/ 111 h 133"/>
              <a:gd name="T66" fmla="*/ 87 w 96"/>
              <a:gd name="T67" fmla="*/ 110 h 133"/>
              <a:gd name="T68" fmla="*/ 88 w 96"/>
              <a:gd name="T69" fmla="*/ 110 h 133"/>
              <a:gd name="T70" fmla="*/ 92 w 96"/>
              <a:gd name="T71" fmla="*/ 112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96" h="133">
                <a:moveTo>
                  <a:pt x="92" y="112"/>
                </a:moveTo>
                <a:cubicBezTo>
                  <a:pt x="95" y="127"/>
                  <a:pt x="95" y="127"/>
                  <a:pt x="95" y="127"/>
                </a:cubicBezTo>
                <a:cubicBezTo>
                  <a:pt x="96" y="128"/>
                  <a:pt x="95" y="128"/>
                  <a:pt x="95" y="129"/>
                </a:cubicBezTo>
                <a:cubicBezTo>
                  <a:pt x="95" y="130"/>
                  <a:pt x="94" y="130"/>
                  <a:pt x="93" y="130"/>
                </a:cubicBezTo>
                <a:cubicBezTo>
                  <a:pt x="93" y="130"/>
                  <a:pt x="93" y="130"/>
                  <a:pt x="93" y="130"/>
                </a:cubicBezTo>
                <a:cubicBezTo>
                  <a:pt x="93" y="131"/>
                  <a:pt x="92" y="131"/>
                  <a:pt x="92" y="131"/>
                </a:cubicBezTo>
                <a:cubicBezTo>
                  <a:pt x="92" y="131"/>
                  <a:pt x="91" y="131"/>
                  <a:pt x="91" y="131"/>
                </a:cubicBezTo>
                <a:cubicBezTo>
                  <a:pt x="90" y="131"/>
                  <a:pt x="89" y="132"/>
                  <a:pt x="88" y="132"/>
                </a:cubicBezTo>
                <a:cubicBezTo>
                  <a:pt x="88" y="132"/>
                  <a:pt x="87" y="132"/>
                  <a:pt x="86" y="132"/>
                </a:cubicBezTo>
                <a:cubicBezTo>
                  <a:pt x="85" y="132"/>
                  <a:pt x="84" y="132"/>
                  <a:pt x="83" y="133"/>
                </a:cubicBezTo>
                <a:cubicBezTo>
                  <a:pt x="82" y="133"/>
                  <a:pt x="81" y="133"/>
                  <a:pt x="80" y="133"/>
                </a:cubicBezTo>
                <a:cubicBezTo>
                  <a:pt x="79" y="133"/>
                  <a:pt x="78" y="133"/>
                  <a:pt x="77" y="133"/>
                </a:cubicBezTo>
                <a:cubicBezTo>
                  <a:pt x="75" y="133"/>
                  <a:pt x="74" y="133"/>
                  <a:pt x="73" y="133"/>
                </a:cubicBezTo>
                <a:cubicBezTo>
                  <a:pt x="58" y="133"/>
                  <a:pt x="45" y="129"/>
                  <a:pt x="34" y="121"/>
                </a:cubicBezTo>
                <a:cubicBezTo>
                  <a:pt x="23" y="113"/>
                  <a:pt x="16" y="102"/>
                  <a:pt x="12" y="88"/>
                </a:cubicBezTo>
                <a:cubicBezTo>
                  <a:pt x="3" y="88"/>
                  <a:pt x="3" y="88"/>
                  <a:pt x="3" y="88"/>
                </a:cubicBezTo>
                <a:cubicBezTo>
                  <a:pt x="2" y="88"/>
                  <a:pt x="1" y="88"/>
                  <a:pt x="1" y="87"/>
                </a:cubicBezTo>
                <a:cubicBezTo>
                  <a:pt x="0" y="86"/>
                  <a:pt x="0" y="86"/>
                  <a:pt x="0" y="85"/>
                </a:cubicBezTo>
                <a:cubicBezTo>
                  <a:pt x="0" y="74"/>
                  <a:pt x="0" y="74"/>
                  <a:pt x="0" y="74"/>
                </a:cubicBezTo>
                <a:cubicBezTo>
                  <a:pt x="0" y="73"/>
                  <a:pt x="0" y="73"/>
                  <a:pt x="1" y="72"/>
                </a:cubicBezTo>
                <a:cubicBezTo>
                  <a:pt x="1" y="71"/>
                  <a:pt x="2" y="71"/>
                  <a:pt x="3" y="71"/>
                </a:cubicBezTo>
                <a:cubicBezTo>
                  <a:pt x="9" y="71"/>
                  <a:pt x="9" y="71"/>
                  <a:pt x="9" y="71"/>
                </a:cubicBezTo>
                <a:cubicBezTo>
                  <a:pt x="9" y="68"/>
                  <a:pt x="9" y="64"/>
                  <a:pt x="9" y="61"/>
                </a:cubicBezTo>
                <a:cubicBezTo>
                  <a:pt x="3" y="61"/>
                  <a:pt x="3" y="61"/>
                  <a:pt x="3" y="61"/>
                </a:cubicBezTo>
                <a:cubicBezTo>
                  <a:pt x="2" y="61"/>
                  <a:pt x="1" y="61"/>
                  <a:pt x="1" y="60"/>
                </a:cubicBezTo>
                <a:cubicBezTo>
                  <a:pt x="0" y="60"/>
                  <a:pt x="0" y="59"/>
                  <a:pt x="0" y="58"/>
                </a:cubicBezTo>
                <a:cubicBezTo>
                  <a:pt x="0" y="47"/>
                  <a:pt x="0" y="47"/>
                  <a:pt x="0" y="47"/>
                </a:cubicBezTo>
                <a:cubicBezTo>
                  <a:pt x="0" y="47"/>
                  <a:pt x="0" y="46"/>
                  <a:pt x="1" y="45"/>
                </a:cubicBezTo>
                <a:cubicBezTo>
                  <a:pt x="1" y="45"/>
                  <a:pt x="2" y="44"/>
                  <a:pt x="3" y="44"/>
                </a:cubicBezTo>
                <a:cubicBezTo>
                  <a:pt x="12" y="44"/>
                  <a:pt x="12" y="44"/>
                  <a:pt x="12" y="44"/>
                </a:cubicBezTo>
                <a:cubicBezTo>
                  <a:pt x="16" y="31"/>
                  <a:pt x="24" y="20"/>
                  <a:pt x="35" y="12"/>
                </a:cubicBezTo>
                <a:cubicBezTo>
                  <a:pt x="46" y="4"/>
                  <a:pt x="59" y="0"/>
                  <a:pt x="73" y="0"/>
                </a:cubicBezTo>
                <a:cubicBezTo>
                  <a:pt x="79" y="0"/>
                  <a:pt x="86" y="1"/>
                  <a:pt x="91" y="2"/>
                </a:cubicBezTo>
                <a:cubicBezTo>
                  <a:pt x="92" y="3"/>
                  <a:pt x="93" y="3"/>
                  <a:pt x="93" y="4"/>
                </a:cubicBezTo>
                <a:cubicBezTo>
                  <a:pt x="94" y="5"/>
                  <a:pt x="94" y="5"/>
                  <a:pt x="93" y="6"/>
                </a:cubicBezTo>
                <a:cubicBezTo>
                  <a:pt x="89" y="21"/>
                  <a:pt x="89" y="21"/>
                  <a:pt x="89" y="21"/>
                </a:cubicBezTo>
                <a:cubicBezTo>
                  <a:pt x="89" y="22"/>
                  <a:pt x="89" y="23"/>
                  <a:pt x="88" y="23"/>
                </a:cubicBezTo>
                <a:cubicBezTo>
                  <a:pt x="87" y="23"/>
                  <a:pt x="87" y="24"/>
                  <a:pt x="86" y="23"/>
                </a:cubicBezTo>
                <a:cubicBezTo>
                  <a:pt x="85" y="23"/>
                  <a:pt x="85" y="23"/>
                  <a:pt x="85" y="23"/>
                </a:cubicBezTo>
                <a:cubicBezTo>
                  <a:pt x="85" y="23"/>
                  <a:pt x="85" y="23"/>
                  <a:pt x="84" y="23"/>
                </a:cubicBezTo>
                <a:cubicBezTo>
                  <a:pt x="84" y="23"/>
                  <a:pt x="83" y="23"/>
                  <a:pt x="83" y="23"/>
                </a:cubicBezTo>
                <a:cubicBezTo>
                  <a:pt x="82" y="22"/>
                  <a:pt x="81" y="22"/>
                  <a:pt x="81" y="22"/>
                </a:cubicBezTo>
                <a:cubicBezTo>
                  <a:pt x="80" y="22"/>
                  <a:pt x="79" y="22"/>
                  <a:pt x="78" y="22"/>
                </a:cubicBezTo>
                <a:cubicBezTo>
                  <a:pt x="77" y="22"/>
                  <a:pt x="76" y="22"/>
                  <a:pt x="75" y="22"/>
                </a:cubicBezTo>
                <a:cubicBezTo>
                  <a:pt x="74" y="22"/>
                  <a:pt x="73" y="22"/>
                  <a:pt x="73" y="22"/>
                </a:cubicBezTo>
                <a:cubicBezTo>
                  <a:pt x="65" y="22"/>
                  <a:pt x="58" y="24"/>
                  <a:pt x="51" y="28"/>
                </a:cubicBezTo>
                <a:cubicBezTo>
                  <a:pt x="45" y="32"/>
                  <a:pt x="40" y="37"/>
                  <a:pt x="37" y="44"/>
                </a:cubicBezTo>
                <a:cubicBezTo>
                  <a:pt x="81" y="44"/>
                  <a:pt x="81" y="44"/>
                  <a:pt x="81" y="44"/>
                </a:cubicBezTo>
                <a:cubicBezTo>
                  <a:pt x="82" y="44"/>
                  <a:pt x="83" y="45"/>
                  <a:pt x="84" y="46"/>
                </a:cubicBezTo>
                <a:cubicBezTo>
                  <a:pt x="84" y="46"/>
                  <a:pt x="85" y="47"/>
                  <a:pt x="84" y="48"/>
                </a:cubicBezTo>
                <a:cubicBezTo>
                  <a:pt x="82" y="59"/>
                  <a:pt x="82" y="59"/>
                  <a:pt x="82" y="59"/>
                </a:cubicBezTo>
                <a:cubicBezTo>
                  <a:pt x="82" y="60"/>
                  <a:pt x="81" y="61"/>
                  <a:pt x="79" y="61"/>
                </a:cubicBezTo>
                <a:cubicBezTo>
                  <a:pt x="33" y="61"/>
                  <a:pt x="33" y="61"/>
                  <a:pt x="33" y="61"/>
                </a:cubicBezTo>
                <a:cubicBezTo>
                  <a:pt x="33" y="64"/>
                  <a:pt x="33" y="67"/>
                  <a:pt x="33" y="71"/>
                </a:cubicBezTo>
                <a:cubicBezTo>
                  <a:pt x="76" y="71"/>
                  <a:pt x="76" y="71"/>
                  <a:pt x="76" y="71"/>
                </a:cubicBezTo>
                <a:cubicBezTo>
                  <a:pt x="77" y="71"/>
                  <a:pt x="78" y="72"/>
                  <a:pt x="79" y="72"/>
                </a:cubicBezTo>
                <a:cubicBezTo>
                  <a:pt x="79" y="73"/>
                  <a:pt x="79" y="74"/>
                  <a:pt x="79" y="75"/>
                </a:cubicBezTo>
                <a:cubicBezTo>
                  <a:pt x="77" y="85"/>
                  <a:pt x="77" y="85"/>
                  <a:pt x="77" y="85"/>
                </a:cubicBezTo>
                <a:cubicBezTo>
                  <a:pt x="77" y="86"/>
                  <a:pt x="76" y="87"/>
                  <a:pt x="76" y="87"/>
                </a:cubicBezTo>
                <a:cubicBezTo>
                  <a:pt x="75" y="88"/>
                  <a:pt x="75" y="88"/>
                  <a:pt x="74" y="88"/>
                </a:cubicBezTo>
                <a:cubicBezTo>
                  <a:pt x="37" y="88"/>
                  <a:pt x="37" y="88"/>
                  <a:pt x="37" y="88"/>
                </a:cubicBezTo>
                <a:cubicBezTo>
                  <a:pt x="40" y="95"/>
                  <a:pt x="45" y="101"/>
                  <a:pt x="52" y="105"/>
                </a:cubicBezTo>
                <a:cubicBezTo>
                  <a:pt x="58" y="110"/>
                  <a:pt x="65" y="112"/>
                  <a:pt x="73" y="112"/>
                </a:cubicBezTo>
                <a:cubicBezTo>
                  <a:pt x="74" y="112"/>
                  <a:pt x="75" y="112"/>
                  <a:pt x="77" y="112"/>
                </a:cubicBezTo>
                <a:cubicBezTo>
                  <a:pt x="78" y="112"/>
                  <a:pt x="79" y="112"/>
                  <a:pt x="80" y="111"/>
                </a:cubicBezTo>
                <a:cubicBezTo>
                  <a:pt x="81" y="111"/>
                  <a:pt x="82" y="111"/>
                  <a:pt x="83" y="111"/>
                </a:cubicBezTo>
                <a:cubicBezTo>
                  <a:pt x="83" y="111"/>
                  <a:pt x="84" y="111"/>
                  <a:pt x="85" y="111"/>
                </a:cubicBezTo>
                <a:cubicBezTo>
                  <a:pt x="86" y="110"/>
                  <a:pt x="86" y="110"/>
                  <a:pt x="87" y="110"/>
                </a:cubicBezTo>
                <a:cubicBezTo>
                  <a:pt x="87" y="110"/>
                  <a:pt x="87" y="110"/>
                  <a:pt x="88" y="110"/>
                </a:cubicBezTo>
                <a:cubicBezTo>
                  <a:pt x="88" y="110"/>
                  <a:pt x="88" y="110"/>
                  <a:pt x="88" y="110"/>
                </a:cubicBezTo>
                <a:cubicBezTo>
                  <a:pt x="89" y="109"/>
                  <a:pt x="90" y="109"/>
                  <a:pt x="91" y="110"/>
                </a:cubicBezTo>
                <a:cubicBezTo>
                  <a:pt x="91" y="110"/>
                  <a:pt x="92" y="111"/>
                  <a:pt x="92" y="11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07" name="Freeform 310"/>
          <p:cNvSpPr>
            <a:spLocks/>
          </p:cNvSpPr>
          <p:nvPr/>
        </p:nvSpPr>
        <p:spPr bwMode="auto">
          <a:xfrm>
            <a:off x="8785486" y="4396089"/>
            <a:ext cx="138311" cy="190176"/>
          </a:xfrm>
          <a:custGeom>
            <a:avLst/>
            <a:gdLst>
              <a:gd name="T0" fmla="*/ 96 w 96"/>
              <a:gd name="T1" fmla="*/ 96 h 133"/>
              <a:gd name="T2" fmla="*/ 96 w 96"/>
              <a:gd name="T3" fmla="*/ 130 h 133"/>
              <a:gd name="T4" fmla="*/ 95 w 96"/>
              <a:gd name="T5" fmla="*/ 133 h 133"/>
              <a:gd name="T6" fmla="*/ 93 w 96"/>
              <a:gd name="T7" fmla="*/ 133 h 133"/>
              <a:gd name="T8" fmla="*/ 3 w 96"/>
              <a:gd name="T9" fmla="*/ 133 h 133"/>
              <a:gd name="T10" fmla="*/ 1 w 96"/>
              <a:gd name="T11" fmla="*/ 133 h 133"/>
              <a:gd name="T12" fmla="*/ 0 w 96"/>
              <a:gd name="T13" fmla="*/ 130 h 133"/>
              <a:gd name="T14" fmla="*/ 0 w 96"/>
              <a:gd name="T15" fmla="*/ 116 h 133"/>
              <a:gd name="T16" fmla="*/ 1 w 96"/>
              <a:gd name="T17" fmla="*/ 114 h 133"/>
              <a:gd name="T18" fmla="*/ 3 w 96"/>
              <a:gd name="T19" fmla="*/ 113 h 133"/>
              <a:gd name="T20" fmla="*/ 12 w 96"/>
              <a:gd name="T21" fmla="*/ 113 h 133"/>
              <a:gd name="T22" fmla="*/ 12 w 96"/>
              <a:gd name="T23" fmla="*/ 77 h 133"/>
              <a:gd name="T24" fmla="*/ 3 w 96"/>
              <a:gd name="T25" fmla="*/ 77 h 133"/>
              <a:gd name="T26" fmla="*/ 1 w 96"/>
              <a:gd name="T27" fmla="*/ 76 h 133"/>
              <a:gd name="T28" fmla="*/ 0 w 96"/>
              <a:gd name="T29" fmla="*/ 74 h 133"/>
              <a:gd name="T30" fmla="*/ 0 w 96"/>
              <a:gd name="T31" fmla="*/ 62 h 133"/>
              <a:gd name="T32" fmla="*/ 1 w 96"/>
              <a:gd name="T33" fmla="*/ 59 h 133"/>
              <a:gd name="T34" fmla="*/ 3 w 96"/>
              <a:gd name="T35" fmla="*/ 59 h 133"/>
              <a:gd name="T36" fmla="*/ 12 w 96"/>
              <a:gd name="T37" fmla="*/ 59 h 133"/>
              <a:gd name="T38" fmla="*/ 12 w 96"/>
              <a:gd name="T39" fmla="*/ 37 h 133"/>
              <a:gd name="T40" fmla="*/ 24 w 96"/>
              <a:gd name="T41" fmla="*/ 11 h 133"/>
              <a:gd name="T42" fmla="*/ 53 w 96"/>
              <a:gd name="T43" fmla="*/ 0 h 133"/>
              <a:gd name="T44" fmla="*/ 85 w 96"/>
              <a:gd name="T45" fmla="*/ 12 h 133"/>
              <a:gd name="T46" fmla="*/ 86 w 96"/>
              <a:gd name="T47" fmla="*/ 14 h 133"/>
              <a:gd name="T48" fmla="*/ 85 w 96"/>
              <a:gd name="T49" fmla="*/ 16 h 133"/>
              <a:gd name="T50" fmla="*/ 76 w 96"/>
              <a:gd name="T51" fmla="*/ 28 h 133"/>
              <a:gd name="T52" fmla="*/ 73 w 96"/>
              <a:gd name="T53" fmla="*/ 29 h 133"/>
              <a:gd name="T54" fmla="*/ 71 w 96"/>
              <a:gd name="T55" fmla="*/ 29 h 133"/>
              <a:gd name="T56" fmla="*/ 69 w 96"/>
              <a:gd name="T57" fmla="*/ 27 h 133"/>
              <a:gd name="T58" fmla="*/ 62 w 96"/>
              <a:gd name="T59" fmla="*/ 24 h 133"/>
              <a:gd name="T60" fmla="*/ 53 w 96"/>
              <a:gd name="T61" fmla="*/ 22 h 133"/>
              <a:gd name="T62" fmla="*/ 41 w 96"/>
              <a:gd name="T63" fmla="*/ 27 h 133"/>
              <a:gd name="T64" fmla="*/ 36 w 96"/>
              <a:gd name="T65" fmla="*/ 38 h 133"/>
              <a:gd name="T66" fmla="*/ 36 w 96"/>
              <a:gd name="T67" fmla="*/ 59 h 133"/>
              <a:gd name="T68" fmla="*/ 64 w 96"/>
              <a:gd name="T69" fmla="*/ 59 h 133"/>
              <a:gd name="T70" fmla="*/ 67 w 96"/>
              <a:gd name="T71" fmla="*/ 59 h 133"/>
              <a:gd name="T72" fmla="*/ 67 w 96"/>
              <a:gd name="T73" fmla="*/ 62 h 133"/>
              <a:gd name="T74" fmla="*/ 67 w 96"/>
              <a:gd name="T75" fmla="*/ 74 h 133"/>
              <a:gd name="T76" fmla="*/ 67 w 96"/>
              <a:gd name="T77" fmla="*/ 76 h 133"/>
              <a:gd name="T78" fmla="*/ 64 w 96"/>
              <a:gd name="T79" fmla="*/ 77 h 133"/>
              <a:gd name="T80" fmla="*/ 36 w 96"/>
              <a:gd name="T81" fmla="*/ 77 h 133"/>
              <a:gd name="T82" fmla="*/ 36 w 96"/>
              <a:gd name="T83" fmla="*/ 113 h 133"/>
              <a:gd name="T84" fmla="*/ 75 w 96"/>
              <a:gd name="T85" fmla="*/ 113 h 133"/>
              <a:gd name="T86" fmla="*/ 75 w 96"/>
              <a:gd name="T87" fmla="*/ 96 h 133"/>
              <a:gd name="T88" fmla="*/ 76 w 96"/>
              <a:gd name="T89" fmla="*/ 94 h 133"/>
              <a:gd name="T90" fmla="*/ 78 w 96"/>
              <a:gd name="T91" fmla="*/ 93 h 133"/>
              <a:gd name="T92" fmla="*/ 93 w 96"/>
              <a:gd name="T93" fmla="*/ 93 h 133"/>
              <a:gd name="T94" fmla="*/ 95 w 96"/>
              <a:gd name="T95" fmla="*/ 94 h 133"/>
              <a:gd name="T96" fmla="*/ 96 w 96"/>
              <a:gd name="T97" fmla="*/ 96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96" h="133">
                <a:moveTo>
                  <a:pt x="96" y="96"/>
                </a:moveTo>
                <a:cubicBezTo>
                  <a:pt x="96" y="130"/>
                  <a:pt x="96" y="130"/>
                  <a:pt x="96" y="130"/>
                </a:cubicBezTo>
                <a:cubicBezTo>
                  <a:pt x="96" y="131"/>
                  <a:pt x="96" y="132"/>
                  <a:pt x="95" y="133"/>
                </a:cubicBezTo>
                <a:cubicBezTo>
                  <a:pt x="95" y="133"/>
                  <a:pt x="94" y="133"/>
                  <a:pt x="93" y="133"/>
                </a:cubicBezTo>
                <a:cubicBezTo>
                  <a:pt x="3" y="133"/>
                  <a:pt x="3" y="133"/>
                  <a:pt x="3" y="133"/>
                </a:cubicBezTo>
                <a:cubicBezTo>
                  <a:pt x="2" y="133"/>
                  <a:pt x="1" y="133"/>
                  <a:pt x="1" y="133"/>
                </a:cubicBezTo>
                <a:cubicBezTo>
                  <a:pt x="0" y="132"/>
                  <a:pt x="0" y="131"/>
                  <a:pt x="0" y="130"/>
                </a:cubicBezTo>
                <a:cubicBezTo>
                  <a:pt x="0" y="116"/>
                  <a:pt x="0" y="116"/>
                  <a:pt x="0" y="116"/>
                </a:cubicBezTo>
                <a:cubicBezTo>
                  <a:pt x="0" y="115"/>
                  <a:pt x="0" y="115"/>
                  <a:pt x="1" y="114"/>
                </a:cubicBezTo>
                <a:cubicBezTo>
                  <a:pt x="1" y="113"/>
                  <a:pt x="2" y="113"/>
                  <a:pt x="3" y="113"/>
                </a:cubicBezTo>
                <a:cubicBezTo>
                  <a:pt x="12" y="113"/>
                  <a:pt x="12" y="113"/>
                  <a:pt x="12" y="113"/>
                </a:cubicBezTo>
                <a:cubicBezTo>
                  <a:pt x="12" y="77"/>
                  <a:pt x="12" y="77"/>
                  <a:pt x="12" y="77"/>
                </a:cubicBezTo>
                <a:cubicBezTo>
                  <a:pt x="3" y="77"/>
                  <a:pt x="3" y="77"/>
                  <a:pt x="3" y="77"/>
                </a:cubicBezTo>
                <a:cubicBezTo>
                  <a:pt x="2" y="77"/>
                  <a:pt x="1" y="77"/>
                  <a:pt x="1" y="76"/>
                </a:cubicBezTo>
                <a:cubicBezTo>
                  <a:pt x="0" y="75"/>
                  <a:pt x="0" y="75"/>
                  <a:pt x="0" y="74"/>
                </a:cubicBezTo>
                <a:cubicBezTo>
                  <a:pt x="0" y="62"/>
                  <a:pt x="0" y="62"/>
                  <a:pt x="0" y="62"/>
                </a:cubicBezTo>
                <a:cubicBezTo>
                  <a:pt x="0" y="61"/>
                  <a:pt x="0" y="60"/>
                  <a:pt x="1" y="59"/>
                </a:cubicBezTo>
                <a:cubicBezTo>
                  <a:pt x="1" y="59"/>
                  <a:pt x="2" y="59"/>
                  <a:pt x="3" y="59"/>
                </a:cubicBezTo>
                <a:cubicBezTo>
                  <a:pt x="12" y="59"/>
                  <a:pt x="12" y="59"/>
                  <a:pt x="12" y="59"/>
                </a:cubicBezTo>
                <a:cubicBezTo>
                  <a:pt x="12" y="37"/>
                  <a:pt x="12" y="37"/>
                  <a:pt x="12" y="37"/>
                </a:cubicBezTo>
                <a:cubicBezTo>
                  <a:pt x="12" y="27"/>
                  <a:pt x="16" y="18"/>
                  <a:pt x="24" y="11"/>
                </a:cubicBezTo>
                <a:cubicBezTo>
                  <a:pt x="31" y="4"/>
                  <a:pt x="41" y="0"/>
                  <a:pt x="53" y="0"/>
                </a:cubicBezTo>
                <a:cubicBezTo>
                  <a:pt x="65" y="0"/>
                  <a:pt x="76" y="4"/>
                  <a:pt x="85" y="12"/>
                </a:cubicBezTo>
                <a:cubicBezTo>
                  <a:pt x="86" y="13"/>
                  <a:pt x="86" y="13"/>
                  <a:pt x="86" y="14"/>
                </a:cubicBezTo>
                <a:cubicBezTo>
                  <a:pt x="86" y="15"/>
                  <a:pt x="86" y="16"/>
                  <a:pt x="85" y="16"/>
                </a:cubicBezTo>
                <a:cubicBezTo>
                  <a:pt x="76" y="28"/>
                  <a:pt x="76" y="28"/>
                  <a:pt x="76" y="28"/>
                </a:cubicBezTo>
                <a:cubicBezTo>
                  <a:pt x="75" y="29"/>
                  <a:pt x="74" y="29"/>
                  <a:pt x="73" y="29"/>
                </a:cubicBezTo>
                <a:cubicBezTo>
                  <a:pt x="73" y="29"/>
                  <a:pt x="72" y="29"/>
                  <a:pt x="71" y="29"/>
                </a:cubicBezTo>
                <a:cubicBezTo>
                  <a:pt x="71" y="28"/>
                  <a:pt x="70" y="28"/>
                  <a:pt x="69" y="27"/>
                </a:cubicBezTo>
                <a:cubicBezTo>
                  <a:pt x="67" y="26"/>
                  <a:pt x="65" y="25"/>
                  <a:pt x="62" y="24"/>
                </a:cubicBezTo>
                <a:cubicBezTo>
                  <a:pt x="59" y="23"/>
                  <a:pt x="56" y="22"/>
                  <a:pt x="53" y="22"/>
                </a:cubicBezTo>
                <a:cubicBezTo>
                  <a:pt x="48" y="22"/>
                  <a:pt x="44" y="24"/>
                  <a:pt x="41" y="27"/>
                </a:cubicBezTo>
                <a:cubicBezTo>
                  <a:pt x="37" y="30"/>
                  <a:pt x="36" y="33"/>
                  <a:pt x="36" y="38"/>
                </a:cubicBezTo>
                <a:cubicBezTo>
                  <a:pt x="36" y="59"/>
                  <a:pt x="36" y="59"/>
                  <a:pt x="36" y="59"/>
                </a:cubicBezTo>
                <a:cubicBezTo>
                  <a:pt x="64" y="59"/>
                  <a:pt x="64" y="59"/>
                  <a:pt x="64" y="59"/>
                </a:cubicBezTo>
                <a:cubicBezTo>
                  <a:pt x="65" y="59"/>
                  <a:pt x="66" y="59"/>
                  <a:pt x="67" y="59"/>
                </a:cubicBezTo>
                <a:cubicBezTo>
                  <a:pt x="67" y="60"/>
                  <a:pt x="67" y="61"/>
                  <a:pt x="67" y="62"/>
                </a:cubicBezTo>
                <a:cubicBezTo>
                  <a:pt x="67" y="74"/>
                  <a:pt x="67" y="74"/>
                  <a:pt x="67" y="74"/>
                </a:cubicBezTo>
                <a:cubicBezTo>
                  <a:pt x="67" y="75"/>
                  <a:pt x="67" y="75"/>
                  <a:pt x="67" y="76"/>
                </a:cubicBezTo>
                <a:cubicBezTo>
                  <a:pt x="66" y="77"/>
                  <a:pt x="65" y="77"/>
                  <a:pt x="64" y="77"/>
                </a:cubicBezTo>
                <a:cubicBezTo>
                  <a:pt x="36" y="77"/>
                  <a:pt x="36" y="77"/>
                  <a:pt x="36" y="77"/>
                </a:cubicBezTo>
                <a:cubicBezTo>
                  <a:pt x="36" y="113"/>
                  <a:pt x="36" y="113"/>
                  <a:pt x="36" y="113"/>
                </a:cubicBezTo>
                <a:cubicBezTo>
                  <a:pt x="75" y="113"/>
                  <a:pt x="75" y="113"/>
                  <a:pt x="75" y="113"/>
                </a:cubicBezTo>
                <a:cubicBezTo>
                  <a:pt x="75" y="96"/>
                  <a:pt x="75" y="96"/>
                  <a:pt x="75" y="96"/>
                </a:cubicBezTo>
                <a:cubicBezTo>
                  <a:pt x="75" y="95"/>
                  <a:pt x="75" y="94"/>
                  <a:pt x="76" y="94"/>
                </a:cubicBezTo>
                <a:cubicBezTo>
                  <a:pt x="76" y="93"/>
                  <a:pt x="77" y="93"/>
                  <a:pt x="78" y="93"/>
                </a:cubicBezTo>
                <a:cubicBezTo>
                  <a:pt x="93" y="93"/>
                  <a:pt x="93" y="93"/>
                  <a:pt x="93" y="93"/>
                </a:cubicBezTo>
                <a:cubicBezTo>
                  <a:pt x="94" y="93"/>
                  <a:pt x="95" y="93"/>
                  <a:pt x="95" y="94"/>
                </a:cubicBezTo>
                <a:cubicBezTo>
                  <a:pt x="96" y="94"/>
                  <a:pt x="96" y="95"/>
                  <a:pt x="96" y="9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08" name="Freeform 311"/>
          <p:cNvSpPr>
            <a:spLocks/>
          </p:cNvSpPr>
          <p:nvPr/>
        </p:nvSpPr>
        <p:spPr bwMode="auto">
          <a:xfrm>
            <a:off x="8992949" y="4378802"/>
            <a:ext cx="125344" cy="244204"/>
          </a:xfrm>
          <a:custGeom>
            <a:avLst/>
            <a:gdLst>
              <a:gd name="T0" fmla="*/ 79 w 88"/>
              <a:gd name="T1" fmla="*/ 137 h 170"/>
              <a:gd name="T2" fmla="*/ 54 w 88"/>
              <a:gd name="T3" fmla="*/ 167 h 170"/>
              <a:gd name="T4" fmla="*/ 51 w 88"/>
              <a:gd name="T5" fmla="*/ 170 h 170"/>
              <a:gd name="T6" fmla="*/ 36 w 88"/>
              <a:gd name="T7" fmla="*/ 169 h 170"/>
              <a:gd name="T8" fmla="*/ 35 w 88"/>
              <a:gd name="T9" fmla="*/ 150 h 170"/>
              <a:gd name="T10" fmla="*/ 14 w 88"/>
              <a:gd name="T11" fmla="*/ 143 h 170"/>
              <a:gd name="T12" fmla="*/ 2 w 88"/>
              <a:gd name="T13" fmla="*/ 135 h 170"/>
              <a:gd name="T14" fmla="*/ 1 w 88"/>
              <a:gd name="T15" fmla="*/ 129 h 170"/>
              <a:gd name="T16" fmla="*/ 12 w 88"/>
              <a:gd name="T17" fmla="*/ 115 h 170"/>
              <a:gd name="T18" fmla="*/ 15 w 88"/>
              <a:gd name="T19" fmla="*/ 116 h 170"/>
              <a:gd name="T20" fmla="*/ 45 w 88"/>
              <a:gd name="T21" fmla="*/ 129 h 170"/>
              <a:gd name="T22" fmla="*/ 64 w 88"/>
              <a:gd name="T23" fmla="*/ 113 h 170"/>
              <a:gd name="T24" fmla="*/ 60 w 88"/>
              <a:gd name="T25" fmla="*/ 104 h 170"/>
              <a:gd name="T26" fmla="*/ 48 w 88"/>
              <a:gd name="T27" fmla="*/ 98 h 170"/>
              <a:gd name="T28" fmla="*/ 34 w 88"/>
              <a:gd name="T29" fmla="*/ 92 h 170"/>
              <a:gd name="T30" fmla="*/ 23 w 88"/>
              <a:gd name="T31" fmla="*/ 87 h 170"/>
              <a:gd name="T32" fmla="*/ 12 w 88"/>
              <a:gd name="T33" fmla="*/ 80 h 170"/>
              <a:gd name="T34" fmla="*/ 5 w 88"/>
              <a:gd name="T35" fmla="*/ 69 h 170"/>
              <a:gd name="T36" fmla="*/ 2 w 88"/>
              <a:gd name="T37" fmla="*/ 56 h 170"/>
              <a:gd name="T38" fmla="*/ 35 w 88"/>
              <a:gd name="T39" fmla="*/ 20 h 170"/>
              <a:gd name="T40" fmla="*/ 36 w 88"/>
              <a:gd name="T41" fmla="*/ 1 h 170"/>
              <a:gd name="T42" fmla="*/ 51 w 88"/>
              <a:gd name="T43" fmla="*/ 0 h 170"/>
              <a:gd name="T44" fmla="*/ 54 w 88"/>
              <a:gd name="T45" fmla="*/ 3 h 170"/>
              <a:gd name="T46" fmla="*/ 65 w 88"/>
              <a:gd name="T47" fmla="*/ 22 h 170"/>
              <a:gd name="T48" fmla="*/ 79 w 88"/>
              <a:gd name="T49" fmla="*/ 29 h 170"/>
              <a:gd name="T50" fmla="*/ 84 w 88"/>
              <a:gd name="T51" fmla="*/ 33 h 170"/>
              <a:gd name="T52" fmla="*/ 77 w 88"/>
              <a:gd name="T53" fmla="*/ 50 h 170"/>
              <a:gd name="T54" fmla="*/ 72 w 88"/>
              <a:gd name="T55" fmla="*/ 51 h 170"/>
              <a:gd name="T56" fmla="*/ 67 w 88"/>
              <a:gd name="T57" fmla="*/ 47 h 170"/>
              <a:gd name="T58" fmla="*/ 54 w 88"/>
              <a:gd name="T59" fmla="*/ 42 h 170"/>
              <a:gd name="T60" fmla="*/ 32 w 88"/>
              <a:gd name="T61" fmla="*/ 45 h 170"/>
              <a:gd name="T62" fmla="*/ 27 w 88"/>
              <a:gd name="T63" fmla="*/ 60 h 170"/>
              <a:gd name="T64" fmla="*/ 33 w 88"/>
              <a:gd name="T65" fmla="*/ 67 h 170"/>
              <a:gd name="T66" fmla="*/ 44 w 88"/>
              <a:gd name="T67" fmla="*/ 72 h 170"/>
              <a:gd name="T68" fmla="*/ 59 w 88"/>
              <a:gd name="T69" fmla="*/ 78 h 170"/>
              <a:gd name="T70" fmla="*/ 73 w 88"/>
              <a:gd name="T71" fmla="*/ 85 h 170"/>
              <a:gd name="T72" fmla="*/ 84 w 88"/>
              <a:gd name="T73" fmla="*/ 96 h 170"/>
              <a:gd name="T74" fmla="*/ 88 w 88"/>
              <a:gd name="T75" fmla="*/ 112 h 1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88" h="170">
                <a:moveTo>
                  <a:pt x="88" y="112"/>
                </a:moveTo>
                <a:cubicBezTo>
                  <a:pt x="88" y="122"/>
                  <a:pt x="85" y="130"/>
                  <a:pt x="79" y="137"/>
                </a:cubicBezTo>
                <a:cubicBezTo>
                  <a:pt x="72" y="144"/>
                  <a:pt x="64" y="148"/>
                  <a:pt x="54" y="150"/>
                </a:cubicBezTo>
                <a:cubicBezTo>
                  <a:pt x="54" y="167"/>
                  <a:pt x="54" y="167"/>
                  <a:pt x="54" y="167"/>
                </a:cubicBezTo>
                <a:cubicBezTo>
                  <a:pt x="54" y="167"/>
                  <a:pt x="54" y="168"/>
                  <a:pt x="53" y="169"/>
                </a:cubicBezTo>
                <a:cubicBezTo>
                  <a:pt x="53" y="169"/>
                  <a:pt x="52" y="170"/>
                  <a:pt x="51" y="170"/>
                </a:cubicBezTo>
                <a:cubicBezTo>
                  <a:pt x="38" y="170"/>
                  <a:pt x="38" y="170"/>
                  <a:pt x="38" y="170"/>
                </a:cubicBezTo>
                <a:cubicBezTo>
                  <a:pt x="38" y="170"/>
                  <a:pt x="37" y="169"/>
                  <a:pt x="36" y="169"/>
                </a:cubicBezTo>
                <a:cubicBezTo>
                  <a:pt x="36" y="168"/>
                  <a:pt x="35" y="167"/>
                  <a:pt x="35" y="167"/>
                </a:cubicBezTo>
                <a:cubicBezTo>
                  <a:pt x="35" y="150"/>
                  <a:pt x="35" y="150"/>
                  <a:pt x="35" y="150"/>
                </a:cubicBezTo>
                <a:cubicBezTo>
                  <a:pt x="31" y="149"/>
                  <a:pt x="27" y="149"/>
                  <a:pt x="23" y="147"/>
                </a:cubicBezTo>
                <a:cubicBezTo>
                  <a:pt x="19" y="146"/>
                  <a:pt x="16" y="144"/>
                  <a:pt x="14" y="143"/>
                </a:cubicBezTo>
                <a:cubicBezTo>
                  <a:pt x="11" y="142"/>
                  <a:pt x="9" y="140"/>
                  <a:pt x="7" y="138"/>
                </a:cubicBezTo>
                <a:cubicBezTo>
                  <a:pt x="5" y="137"/>
                  <a:pt x="3" y="136"/>
                  <a:pt x="2" y="135"/>
                </a:cubicBezTo>
                <a:cubicBezTo>
                  <a:pt x="2" y="134"/>
                  <a:pt x="1" y="134"/>
                  <a:pt x="1" y="133"/>
                </a:cubicBezTo>
                <a:cubicBezTo>
                  <a:pt x="0" y="132"/>
                  <a:pt x="0" y="131"/>
                  <a:pt x="1" y="129"/>
                </a:cubicBezTo>
                <a:cubicBezTo>
                  <a:pt x="10" y="117"/>
                  <a:pt x="10" y="117"/>
                  <a:pt x="10" y="117"/>
                </a:cubicBezTo>
                <a:cubicBezTo>
                  <a:pt x="11" y="116"/>
                  <a:pt x="11" y="115"/>
                  <a:pt x="12" y="115"/>
                </a:cubicBezTo>
                <a:cubicBezTo>
                  <a:pt x="13" y="115"/>
                  <a:pt x="14" y="116"/>
                  <a:pt x="15" y="116"/>
                </a:cubicBezTo>
                <a:cubicBezTo>
                  <a:pt x="15" y="116"/>
                  <a:pt x="15" y="116"/>
                  <a:pt x="15" y="116"/>
                </a:cubicBezTo>
                <a:cubicBezTo>
                  <a:pt x="22" y="123"/>
                  <a:pt x="30" y="127"/>
                  <a:pt x="38" y="128"/>
                </a:cubicBezTo>
                <a:cubicBezTo>
                  <a:pt x="40" y="129"/>
                  <a:pt x="43" y="129"/>
                  <a:pt x="45" y="129"/>
                </a:cubicBezTo>
                <a:cubicBezTo>
                  <a:pt x="50" y="129"/>
                  <a:pt x="54" y="128"/>
                  <a:pt x="58" y="125"/>
                </a:cubicBezTo>
                <a:cubicBezTo>
                  <a:pt x="62" y="122"/>
                  <a:pt x="64" y="118"/>
                  <a:pt x="64" y="113"/>
                </a:cubicBezTo>
                <a:cubicBezTo>
                  <a:pt x="64" y="112"/>
                  <a:pt x="64" y="110"/>
                  <a:pt x="63" y="108"/>
                </a:cubicBezTo>
                <a:cubicBezTo>
                  <a:pt x="62" y="107"/>
                  <a:pt x="61" y="105"/>
                  <a:pt x="60" y="104"/>
                </a:cubicBezTo>
                <a:cubicBezTo>
                  <a:pt x="58" y="103"/>
                  <a:pt x="57" y="102"/>
                  <a:pt x="54" y="101"/>
                </a:cubicBezTo>
                <a:cubicBezTo>
                  <a:pt x="52" y="100"/>
                  <a:pt x="49" y="99"/>
                  <a:pt x="48" y="98"/>
                </a:cubicBezTo>
                <a:cubicBezTo>
                  <a:pt x="46" y="97"/>
                  <a:pt x="44" y="96"/>
                  <a:pt x="40" y="95"/>
                </a:cubicBezTo>
                <a:cubicBezTo>
                  <a:pt x="38" y="94"/>
                  <a:pt x="36" y="93"/>
                  <a:pt x="34" y="92"/>
                </a:cubicBezTo>
                <a:cubicBezTo>
                  <a:pt x="33" y="92"/>
                  <a:pt x="31" y="91"/>
                  <a:pt x="29" y="90"/>
                </a:cubicBezTo>
                <a:cubicBezTo>
                  <a:pt x="26" y="89"/>
                  <a:pt x="24" y="88"/>
                  <a:pt x="23" y="87"/>
                </a:cubicBezTo>
                <a:cubicBezTo>
                  <a:pt x="21" y="86"/>
                  <a:pt x="19" y="85"/>
                  <a:pt x="17" y="84"/>
                </a:cubicBezTo>
                <a:cubicBezTo>
                  <a:pt x="15" y="82"/>
                  <a:pt x="14" y="81"/>
                  <a:pt x="12" y="80"/>
                </a:cubicBezTo>
                <a:cubicBezTo>
                  <a:pt x="11" y="78"/>
                  <a:pt x="10" y="77"/>
                  <a:pt x="8" y="75"/>
                </a:cubicBezTo>
                <a:cubicBezTo>
                  <a:pt x="7" y="73"/>
                  <a:pt x="6" y="71"/>
                  <a:pt x="5" y="69"/>
                </a:cubicBezTo>
                <a:cubicBezTo>
                  <a:pt x="4" y="68"/>
                  <a:pt x="3" y="66"/>
                  <a:pt x="3" y="63"/>
                </a:cubicBezTo>
                <a:cubicBezTo>
                  <a:pt x="2" y="61"/>
                  <a:pt x="2" y="58"/>
                  <a:pt x="2" y="56"/>
                </a:cubicBezTo>
                <a:cubicBezTo>
                  <a:pt x="2" y="47"/>
                  <a:pt x="5" y="39"/>
                  <a:pt x="11" y="33"/>
                </a:cubicBezTo>
                <a:cubicBezTo>
                  <a:pt x="17" y="26"/>
                  <a:pt x="26" y="22"/>
                  <a:pt x="35" y="20"/>
                </a:cubicBezTo>
                <a:cubicBezTo>
                  <a:pt x="35" y="3"/>
                  <a:pt x="35" y="3"/>
                  <a:pt x="35" y="3"/>
                </a:cubicBezTo>
                <a:cubicBezTo>
                  <a:pt x="35" y="2"/>
                  <a:pt x="36" y="2"/>
                  <a:pt x="36" y="1"/>
                </a:cubicBezTo>
                <a:cubicBezTo>
                  <a:pt x="37" y="1"/>
                  <a:pt x="38" y="0"/>
                  <a:pt x="38" y="0"/>
                </a:cubicBezTo>
                <a:cubicBezTo>
                  <a:pt x="51" y="0"/>
                  <a:pt x="51" y="0"/>
                  <a:pt x="51" y="0"/>
                </a:cubicBezTo>
                <a:cubicBezTo>
                  <a:pt x="52" y="0"/>
                  <a:pt x="53" y="0"/>
                  <a:pt x="53" y="1"/>
                </a:cubicBezTo>
                <a:cubicBezTo>
                  <a:pt x="54" y="2"/>
                  <a:pt x="54" y="2"/>
                  <a:pt x="54" y="3"/>
                </a:cubicBezTo>
                <a:cubicBezTo>
                  <a:pt x="54" y="20"/>
                  <a:pt x="54" y="20"/>
                  <a:pt x="54" y="20"/>
                </a:cubicBezTo>
                <a:cubicBezTo>
                  <a:pt x="58" y="20"/>
                  <a:pt x="61" y="21"/>
                  <a:pt x="65" y="22"/>
                </a:cubicBezTo>
                <a:cubicBezTo>
                  <a:pt x="68" y="23"/>
                  <a:pt x="71" y="24"/>
                  <a:pt x="73" y="25"/>
                </a:cubicBezTo>
                <a:cubicBezTo>
                  <a:pt x="75" y="26"/>
                  <a:pt x="77" y="27"/>
                  <a:pt x="79" y="29"/>
                </a:cubicBezTo>
                <a:cubicBezTo>
                  <a:pt x="81" y="30"/>
                  <a:pt x="82" y="31"/>
                  <a:pt x="83" y="32"/>
                </a:cubicBezTo>
                <a:cubicBezTo>
                  <a:pt x="83" y="32"/>
                  <a:pt x="84" y="32"/>
                  <a:pt x="84" y="33"/>
                </a:cubicBezTo>
                <a:cubicBezTo>
                  <a:pt x="85" y="34"/>
                  <a:pt x="85" y="35"/>
                  <a:pt x="84" y="36"/>
                </a:cubicBezTo>
                <a:cubicBezTo>
                  <a:pt x="77" y="50"/>
                  <a:pt x="77" y="50"/>
                  <a:pt x="77" y="50"/>
                </a:cubicBezTo>
                <a:cubicBezTo>
                  <a:pt x="76" y="51"/>
                  <a:pt x="76" y="52"/>
                  <a:pt x="75" y="52"/>
                </a:cubicBezTo>
                <a:cubicBezTo>
                  <a:pt x="74" y="52"/>
                  <a:pt x="73" y="52"/>
                  <a:pt x="72" y="51"/>
                </a:cubicBezTo>
                <a:cubicBezTo>
                  <a:pt x="72" y="51"/>
                  <a:pt x="71" y="51"/>
                  <a:pt x="71" y="50"/>
                </a:cubicBezTo>
                <a:cubicBezTo>
                  <a:pt x="70" y="49"/>
                  <a:pt x="69" y="49"/>
                  <a:pt x="67" y="47"/>
                </a:cubicBezTo>
                <a:cubicBezTo>
                  <a:pt x="65" y="46"/>
                  <a:pt x="63" y="45"/>
                  <a:pt x="62" y="44"/>
                </a:cubicBezTo>
                <a:cubicBezTo>
                  <a:pt x="60" y="43"/>
                  <a:pt x="57" y="43"/>
                  <a:pt x="54" y="42"/>
                </a:cubicBezTo>
                <a:cubicBezTo>
                  <a:pt x="52" y="41"/>
                  <a:pt x="49" y="41"/>
                  <a:pt x="46" y="41"/>
                </a:cubicBezTo>
                <a:cubicBezTo>
                  <a:pt x="40" y="41"/>
                  <a:pt x="36" y="42"/>
                  <a:pt x="32" y="45"/>
                </a:cubicBezTo>
                <a:cubicBezTo>
                  <a:pt x="28" y="48"/>
                  <a:pt x="26" y="51"/>
                  <a:pt x="26" y="55"/>
                </a:cubicBezTo>
                <a:cubicBezTo>
                  <a:pt x="26" y="57"/>
                  <a:pt x="26" y="59"/>
                  <a:pt x="27" y="60"/>
                </a:cubicBezTo>
                <a:cubicBezTo>
                  <a:pt x="27" y="61"/>
                  <a:pt x="28" y="63"/>
                  <a:pt x="30" y="64"/>
                </a:cubicBezTo>
                <a:cubicBezTo>
                  <a:pt x="31" y="65"/>
                  <a:pt x="32" y="66"/>
                  <a:pt x="33" y="67"/>
                </a:cubicBezTo>
                <a:cubicBezTo>
                  <a:pt x="35" y="68"/>
                  <a:pt x="36" y="69"/>
                  <a:pt x="39" y="70"/>
                </a:cubicBezTo>
                <a:cubicBezTo>
                  <a:pt x="41" y="71"/>
                  <a:pt x="43" y="72"/>
                  <a:pt x="44" y="72"/>
                </a:cubicBezTo>
                <a:cubicBezTo>
                  <a:pt x="46" y="73"/>
                  <a:pt x="48" y="74"/>
                  <a:pt x="51" y="75"/>
                </a:cubicBezTo>
                <a:cubicBezTo>
                  <a:pt x="54" y="76"/>
                  <a:pt x="57" y="77"/>
                  <a:pt x="59" y="78"/>
                </a:cubicBezTo>
                <a:cubicBezTo>
                  <a:pt x="60" y="79"/>
                  <a:pt x="63" y="80"/>
                  <a:pt x="66" y="81"/>
                </a:cubicBezTo>
                <a:cubicBezTo>
                  <a:pt x="69" y="83"/>
                  <a:pt x="71" y="84"/>
                  <a:pt x="73" y="85"/>
                </a:cubicBezTo>
                <a:cubicBezTo>
                  <a:pt x="75" y="87"/>
                  <a:pt x="77" y="88"/>
                  <a:pt x="79" y="90"/>
                </a:cubicBezTo>
                <a:cubicBezTo>
                  <a:pt x="81" y="92"/>
                  <a:pt x="83" y="94"/>
                  <a:pt x="84" y="96"/>
                </a:cubicBezTo>
                <a:cubicBezTo>
                  <a:pt x="85" y="98"/>
                  <a:pt x="86" y="101"/>
                  <a:pt x="87" y="103"/>
                </a:cubicBezTo>
                <a:cubicBezTo>
                  <a:pt x="88" y="106"/>
                  <a:pt x="88" y="109"/>
                  <a:pt x="88" y="11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09" name="Freeform 312"/>
          <p:cNvSpPr>
            <a:spLocks/>
          </p:cNvSpPr>
          <p:nvPr/>
        </p:nvSpPr>
        <p:spPr bwMode="auto">
          <a:xfrm>
            <a:off x="9187450" y="4396089"/>
            <a:ext cx="121021" cy="190176"/>
          </a:xfrm>
          <a:custGeom>
            <a:avLst/>
            <a:gdLst>
              <a:gd name="T0" fmla="*/ 84 w 84"/>
              <a:gd name="T1" fmla="*/ 33 h 133"/>
              <a:gd name="T2" fmla="*/ 84 w 84"/>
              <a:gd name="T3" fmla="*/ 42 h 133"/>
              <a:gd name="T4" fmla="*/ 84 w 84"/>
              <a:gd name="T5" fmla="*/ 44 h 133"/>
              <a:gd name="T6" fmla="*/ 81 w 84"/>
              <a:gd name="T7" fmla="*/ 45 h 133"/>
              <a:gd name="T8" fmla="*/ 66 w 84"/>
              <a:gd name="T9" fmla="*/ 45 h 133"/>
              <a:gd name="T10" fmla="*/ 53 w 84"/>
              <a:gd name="T11" fmla="*/ 67 h 133"/>
              <a:gd name="T12" fmla="*/ 27 w 84"/>
              <a:gd name="T13" fmla="*/ 78 h 133"/>
              <a:gd name="T14" fmla="*/ 71 w 84"/>
              <a:gd name="T15" fmla="*/ 129 h 133"/>
              <a:gd name="T16" fmla="*/ 71 w 84"/>
              <a:gd name="T17" fmla="*/ 132 h 133"/>
              <a:gd name="T18" fmla="*/ 68 w 84"/>
              <a:gd name="T19" fmla="*/ 133 h 133"/>
              <a:gd name="T20" fmla="*/ 50 w 84"/>
              <a:gd name="T21" fmla="*/ 133 h 133"/>
              <a:gd name="T22" fmla="*/ 47 w 84"/>
              <a:gd name="T23" fmla="*/ 132 h 133"/>
              <a:gd name="T24" fmla="*/ 0 w 84"/>
              <a:gd name="T25" fmla="*/ 78 h 133"/>
              <a:gd name="T26" fmla="*/ 0 w 84"/>
              <a:gd name="T27" fmla="*/ 76 h 133"/>
              <a:gd name="T28" fmla="*/ 0 w 84"/>
              <a:gd name="T29" fmla="*/ 64 h 133"/>
              <a:gd name="T30" fmla="*/ 0 w 84"/>
              <a:gd name="T31" fmla="*/ 62 h 133"/>
              <a:gd name="T32" fmla="*/ 3 w 84"/>
              <a:gd name="T33" fmla="*/ 61 h 133"/>
              <a:gd name="T34" fmla="*/ 13 w 84"/>
              <a:gd name="T35" fmla="*/ 61 h 133"/>
              <a:gd name="T36" fmla="*/ 33 w 84"/>
              <a:gd name="T37" fmla="*/ 57 h 133"/>
              <a:gd name="T38" fmla="*/ 43 w 84"/>
              <a:gd name="T39" fmla="*/ 45 h 133"/>
              <a:gd name="T40" fmla="*/ 3 w 84"/>
              <a:gd name="T41" fmla="*/ 45 h 133"/>
              <a:gd name="T42" fmla="*/ 0 w 84"/>
              <a:gd name="T43" fmla="*/ 44 h 133"/>
              <a:gd name="T44" fmla="*/ 0 w 84"/>
              <a:gd name="T45" fmla="*/ 42 h 133"/>
              <a:gd name="T46" fmla="*/ 0 w 84"/>
              <a:gd name="T47" fmla="*/ 33 h 133"/>
              <a:gd name="T48" fmla="*/ 0 w 84"/>
              <a:gd name="T49" fmla="*/ 30 h 133"/>
              <a:gd name="T50" fmla="*/ 3 w 84"/>
              <a:gd name="T51" fmla="*/ 30 h 133"/>
              <a:gd name="T52" fmla="*/ 42 w 84"/>
              <a:gd name="T53" fmla="*/ 30 h 133"/>
              <a:gd name="T54" fmla="*/ 16 w 84"/>
              <a:gd name="T55" fmla="*/ 19 h 133"/>
              <a:gd name="T56" fmla="*/ 3 w 84"/>
              <a:gd name="T57" fmla="*/ 19 h 133"/>
              <a:gd name="T58" fmla="*/ 0 w 84"/>
              <a:gd name="T59" fmla="*/ 18 h 133"/>
              <a:gd name="T60" fmla="*/ 0 w 84"/>
              <a:gd name="T61" fmla="*/ 16 h 133"/>
              <a:gd name="T62" fmla="*/ 0 w 84"/>
              <a:gd name="T63" fmla="*/ 3 h 133"/>
              <a:gd name="T64" fmla="*/ 0 w 84"/>
              <a:gd name="T65" fmla="*/ 1 h 133"/>
              <a:gd name="T66" fmla="*/ 3 w 84"/>
              <a:gd name="T67" fmla="*/ 0 h 133"/>
              <a:gd name="T68" fmla="*/ 81 w 84"/>
              <a:gd name="T69" fmla="*/ 0 h 133"/>
              <a:gd name="T70" fmla="*/ 83 w 84"/>
              <a:gd name="T71" fmla="*/ 1 h 133"/>
              <a:gd name="T72" fmla="*/ 84 w 84"/>
              <a:gd name="T73" fmla="*/ 3 h 133"/>
              <a:gd name="T74" fmla="*/ 84 w 84"/>
              <a:gd name="T75" fmla="*/ 13 h 133"/>
              <a:gd name="T76" fmla="*/ 83 w 84"/>
              <a:gd name="T77" fmla="*/ 15 h 133"/>
              <a:gd name="T78" fmla="*/ 81 w 84"/>
              <a:gd name="T79" fmla="*/ 16 h 133"/>
              <a:gd name="T80" fmla="*/ 59 w 84"/>
              <a:gd name="T81" fmla="*/ 16 h 133"/>
              <a:gd name="T82" fmla="*/ 65 w 84"/>
              <a:gd name="T83" fmla="*/ 30 h 133"/>
              <a:gd name="T84" fmla="*/ 81 w 84"/>
              <a:gd name="T85" fmla="*/ 30 h 133"/>
              <a:gd name="T86" fmla="*/ 84 w 84"/>
              <a:gd name="T87" fmla="*/ 30 h 133"/>
              <a:gd name="T88" fmla="*/ 84 w 84"/>
              <a:gd name="T89" fmla="*/ 33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84" h="133">
                <a:moveTo>
                  <a:pt x="84" y="33"/>
                </a:moveTo>
                <a:cubicBezTo>
                  <a:pt x="84" y="42"/>
                  <a:pt x="84" y="42"/>
                  <a:pt x="84" y="42"/>
                </a:cubicBezTo>
                <a:cubicBezTo>
                  <a:pt x="84" y="43"/>
                  <a:pt x="84" y="44"/>
                  <a:pt x="84" y="44"/>
                </a:cubicBezTo>
                <a:cubicBezTo>
                  <a:pt x="83" y="45"/>
                  <a:pt x="82" y="45"/>
                  <a:pt x="81" y="45"/>
                </a:cubicBezTo>
                <a:cubicBezTo>
                  <a:pt x="66" y="45"/>
                  <a:pt x="66" y="45"/>
                  <a:pt x="66" y="45"/>
                </a:cubicBezTo>
                <a:cubicBezTo>
                  <a:pt x="64" y="54"/>
                  <a:pt x="60" y="62"/>
                  <a:pt x="53" y="67"/>
                </a:cubicBezTo>
                <a:cubicBezTo>
                  <a:pt x="47" y="73"/>
                  <a:pt x="38" y="77"/>
                  <a:pt x="27" y="78"/>
                </a:cubicBezTo>
                <a:cubicBezTo>
                  <a:pt x="38" y="89"/>
                  <a:pt x="52" y="106"/>
                  <a:pt x="71" y="129"/>
                </a:cubicBezTo>
                <a:cubicBezTo>
                  <a:pt x="71" y="130"/>
                  <a:pt x="72" y="131"/>
                  <a:pt x="71" y="132"/>
                </a:cubicBezTo>
                <a:cubicBezTo>
                  <a:pt x="70" y="133"/>
                  <a:pt x="70" y="133"/>
                  <a:pt x="68" y="133"/>
                </a:cubicBezTo>
                <a:cubicBezTo>
                  <a:pt x="50" y="133"/>
                  <a:pt x="50" y="133"/>
                  <a:pt x="50" y="133"/>
                </a:cubicBezTo>
                <a:cubicBezTo>
                  <a:pt x="49" y="133"/>
                  <a:pt x="48" y="133"/>
                  <a:pt x="47" y="132"/>
                </a:cubicBezTo>
                <a:cubicBezTo>
                  <a:pt x="28" y="109"/>
                  <a:pt x="12" y="91"/>
                  <a:pt x="0" y="78"/>
                </a:cubicBezTo>
                <a:cubicBezTo>
                  <a:pt x="0" y="78"/>
                  <a:pt x="0" y="77"/>
                  <a:pt x="0" y="76"/>
                </a:cubicBezTo>
                <a:cubicBezTo>
                  <a:pt x="0" y="64"/>
                  <a:pt x="0" y="64"/>
                  <a:pt x="0" y="64"/>
                </a:cubicBezTo>
                <a:cubicBezTo>
                  <a:pt x="0" y="63"/>
                  <a:pt x="0" y="63"/>
                  <a:pt x="0" y="62"/>
                </a:cubicBezTo>
                <a:cubicBezTo>
                  <a:pt x="1" y="61"/>
                  <a:pt x="2" y="61"/>
                  <a:pt x="3" y="61"/>
                </a:cubicBezTo>
                <a:cubicBezTo>
                  <a:pt x="13" y="61"/>
                  <a:pt x="13" y="61"/>
                  <a:pt x="13" y="61"/>
                </a:cubicBezTo>
                <a:cubicBezTo>
                  <a:pt x="21" y="61"/>
                  <a:pt x="28" y="60"/>
                  <a:pt x="33" y="57"/>
                </a:cubicBezTo>
                <a:cubicBezTo>
                  <a:pt x="38" y="54"/>
                  <a:pt x="42" y="50"/>
                  <a:pt x="43" y="45"/>
                </a:cubicBezTo>
                <a:cubicBezTo>
                  <a:pt x="3" y="45"/>
                  <a:pt x="3" y="45"/>
                  <a:pt x="3" y="45"/>
                </a:cubicBezTo>
                <a:cubicBezTo>
                  <a:pt x="2" y="45"/>
                  <a:pt x="1" y="45"/>
                  <a:pt x="0" y="44"/>
                </a:cubicBezTo>
                <a:cubicBezTo>
                  <a:pt x="0" y="44"/>
                  <a:pt x="0" y="43"/>
                  <a:pt x="0" y="42"/>
                </a:cubicBezTo>
                <a:cubicBezTo>
                  <a:pt x="0" y="33"/>
                  <a:pt x="0" y="33"/>
                  <a:pt x="0" y="33"/>
                </a:cubicBezTo>
                <a:cubicBezTo>
                  <a:pt x="0" y="32"/>
                  <a:pt x="0" y="31"/>
                  <a:pt x="0" y="30"/>
                </a:cubicBezTo>
                <a:cubicBezTo>
                  <a:pt x="1" y="30"/>
                  <a:pt x="2" y="30"/>
                  <a:pt x="3" y="30"/>
                </a:cubicBezTo>
                <a:cubicBezTo>
                  <a:pt x="42" y="30"/>
                  <a:pt x="42" y="30"/>
                  <a:pt x="42" y="30"/>
                </a:cubicBezTo>
                <a:cubicBezTo>
                  <a:pt x="38" y="22"/>
                  <a:pt x="30" y="19"/>
                  <a:pt x="16" y="19"/>
                </a:cubicBezTo>
                <a:cubicBezTo>
                  <a:pt x="3" y="19"/>
                  <a:pt x="3" y="19"/>
                  <a:pt x="3" y="19"/>
                </a:cubicBezTo>
                <a:cubicBezTo>
                  <a:pt x="2" y="19"/>
                  <a:pt x="1" y="19"/>
                  <a:pt x="0" y="18"/>
                </a:cubicBezTo>
                <a:cubicBezTo>
                  <a:pt x="0" y="17"/>
                  <a:pt x="0" y="17"/>
                  <a:pt x="0" y="16"/>
                </a:cubicBezTo>
                <a:cubicBezTo>
                  <a:pt x="0" y="3"/>
                  <a:pt x="0" y="3"/>
                  <a:pt x="0" y="3"/>
                </a:cubicBezTo>
                <a:cubicBezTo>
                  <a:pt x="0" y="2"/>
                  <a:pt x="0" y="2"/>
                  <a:pt x="0" y="1"/>
                </a:cubicBezTo>
                <a:cubicBezTo>
                  <a:pt x="1" y="1"/>
                  <a:pt x="2" y="0"/>
                  <a:pt x="3" y="0"/>
                </a:cubicBezTo>
                <a:cubicBezTo>
                  <a:pt x="81" y="0"/>
                  <a:pt x="81" y="0"/>
                  <a:pt x="81" y="0"/>
                </a:cubicBezTo>
                <a:cubicBezTo>
                  <a:pt x="82" y="0"/>
                  <a:pt x="83" y="1"/>
                  <a:pt x="83" y="1"/>
                </a:cubicBezTo>
                <a:cubicBezTo>
                  <a:pt x="84" y="2"/>
                  <a:pt x="84" y="2"/>
                  <a:pt x="84" y="3"/>
                </a:cubicBezTo>
                <a:cubicBezTo>
                  <a:pt x="84" y="13"/>
                  <a:pt x="84" y="13"/>
                  <a:pt x="84" y="13"/>
                </a:cubicBezTo>
                <a:cubicBezTo>
                  <a:pt x="84" y="14"/>
                  <a:pt x="84" y="15"/>
                  <a:pt x="83" y="15"/>
                </a:cubicBezTo>
                <a:cubicBezTo>
                  <a:pt x="83" y="16"/>
                  <a:pt x="82" y="16"/>
                  <a:pt x="81" y="16"/>
                </a:cubicBezTo>
                <a:cubicBezTo>
                  <a:pt x="59" y="16"/>
                  <a:pt x="59" y="16"/>
                  <a:pt x="59" y="16"/>
                </a:cubicBezTo>
                <a:cubicBezTo>
                  <a:pt x="62" y="20"/>
                  <a:pt x="64" y="24"/>
                  <a:pt x="65" y="30"/>
                </a:cubicBezTo>
                <a:cubicBezTo>
                  <a:pt x="81" y="30"/>
                  <a:pt x="81" y="30"/>
                  <a:pt x="81" y="30"/>
                </a:cubicBezTo>
                <a:cubicBezTo>
                  <a:pt x="82" y="30"/>
                  <a:pt x="83" y="30"/>
                  <a:pt x="84" y="30"/>
                </a:cubicBezTo>
                <a:cubicBezTo>
                  <a:pt x="84" y="31"/>
                  <a:pt x="84" y="32"/>
                  <a:pt x="84" y="3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10" name="Freeform 313"/>
          <p:cNvSpPr>
            <a:spLocks/>
          </p:cNvSpPr>
          <p:nvPr/>
        </p:nvSpPr>
        <p:spPr bwMode="auto">
          <a:xfrm>
            <a:off x="9368981" y="4396089"/>
            <a:ext cx="140472" cy="190176"/>
          </a:xfrm>
          <a:custGeom>
            <a:avLst/>
            <a:gdLst>
              <a:gd name="T0" fmla="*/ 58 w 98"/>
              <a:gd name="T1" fmla="*/ 133 h 133"/>
              <a:gd name="T2" fmla="*/ 41 w 98"/>
              <a:gd name="T3" fmla="*/ 133 h 133"/>
              <a:gd name="T4" fmla="*/ 39 w 98"/>
              <a:gd name="T5" fmla="*/ 133 h 133"/>
              <a:gd name="T6" fmla="*/ 38 w 98"/>
              <a:gd name="T7" fmla="*/ 130 h 133"/>
              <a:gd name="T8" fmla="*/ 38 w 98"/>
              <a:gd name="T9" fmla="*/ 99 h 133"/>
              <a:gd name="T10" fmla="*/ 11 w 98"/>
              <a:gd name="T11" fmla="*/ 99 h 133"/>
              <a:gd name="T12" fmla="*/ 9 w 98"/>
              <a:gd name="T13" fmla="*/ 98 h 133"/>
              <a:gd name="T14" fmla="*/ 8 w 98"/>
              <a:gd name="T15" fmla="*/ 96 h 133"/>
              <a:gd name="T16" fmla="*/ 8 w 98"/>
              <a:gd name="T17" fmla="*/ 86 h 133"/>
              <a:gd name="T18" fmla="*/ 9 w 98"/>
              <a:gd name="T19" fmla="*/ 84 h 133"/>
              <a:gd name="T20" fmla="*/ 11 w 98"/>
              <a:gd name="T21" fmla="*/ 83 h 133"/>
              <a:gd name="T22" fmla="*/ 38 w 98"/>
              <a:gd name="T23" fmla="*/ 83 h 133"/>
              <a:gd name="T24" fmla="*/ 38 w 98"/>
              <a:gd name="T25" fmla="*/ 75 h 133"/>
              <a:gd name="T26" fmla="*/ 11 w 98"/>
              <a:gd name="T27" fmla="*/ 75 h 133"/>
              <a:gd name="T28" fmla="*/ 9 w 98"/>
              <a:gd name="T29" fmla="*/ 75 h 133"/>
              <a:gd name="T30" fmla="*/ 8 w 98"/>
              <a:gd name="T31" fmla="*/ 72 h 133"/>
              <a:gd name="T32" fmla="*/ 8 w 98"/>
              <a:gd name="T33" fmla="*/ 63 h 133"/>
              <a:gd name="T34" fmla="*/ 9 w 98"/>
              <a:gd name="T35" fmla="*/ 60 h 133"/>
              <a:gd name="T36" fmla="*/ 11 w 98"/>
              <a:gd name="T37" fmla="*/ 59 h 133"/>
              <a:gd name="T38" fmla="*/ 31 w 98"/>
              <a:gd name="T39" fmla="*/ 59 h 133"/>
              <a:gd name="T40" fmla="*/ 1 w 98"/>
              <a:gd name="T41" fmla="*/ 5 h 133"/>
              <a:gd name="T42" fmla="*/ 1 w 98"/>
              <a:gd name="T43" fmla="*/ 2 h 133"/>
              <a:gd name="T44" fmla="*/ 4 w 98"/>
              <a:gd name="T45" fmla="*/ 0 h 133"/>
              <a:gd name="T46" fmla="*/ 22 w 98"/>
              <a:gd name="T47" fmla="*/ 0 h 133"/>
              <a:gd name="T48" fmla="*/ 25 w 98"/>
              <a:gd name="T49" fmla="*/ 2 h 133"/>
              <a:gd name="T50" fmla="*/ 45 w 98"/>
              <a:gd name="T51" fmla="*/ 42 h 133"/>
              <a:gd name="T52" fmla="*/ 50 w 98"/>
              <a:gd name="T53" fmla="*/ 54 h 133"/>
              <a:gd name="T54" fmla="*/ 53 w 98"/>
              <a:gd name="T55" fmla="*/ 48 h 133"/>
              <a:gd name="T56" fmla="*/ 56 w 98"/>
              <a:gd name="T57" fmla="*/ 42 h 133"/>
              <a:gd name="T58" fmla="*/ 74 w 98"/>
              <a:gd name="T59" fmla="*/ 2 h 133"/>
              <a:gd name="T60" fmla="*/ 77 w 98"/>
              <a:gd name="T61" fmla="*/ 0 h 133"/>
              <a:gd name="T62" fmla="*/ 95 w 98"/>
              <a:gd name="T63" fmla="*/ 0 h 133"/>
              <a:gd name="T64" fmla="*/ 97 w 98"/>
              <a:gd name="T65" fmla="*/ 2 h 133"/>
              <a:gd name="T66" fmla="*/ 97 w 98"/>
              <a:gd name="T67" fmla="*/ 5 h 133"/>
              <a:gd name="T68" fmla="*/ 68 w 98"/>
              <a:gd name="T69" fmla="*/ 59 h 133"/>
              <a:gd name="T70" fmla="*/ 88 w 98"/>
              <a:gd name="T71" fmla="*/ 59 h 133"/>
              <a:gd name="T72" fmla="*/ 90 w 98"/>
              <a:gd name="T73" fmla="*/ 60 h 133"/>
              <a:gd name="T74" fmla="*/ 91 w 98"/>
              <a:gd name="T75" fmla="*/ 63 h 133"/>
              <a:gd name="T76" fmla="*/ 91 w 98"/>
              <a:gd name="T77" fmla="*/ 72 h 133"/>
              <a:gd name="T78" fmla="*/ 90 w 98"/>
              <a:gd name="T79" fmla="*/ 75 h 133"/>
              <a:gd name="T80" fmla="*/ 88 w 98"/>
              <a:gd name="T81" fmla="*/ 75 h 133"/>
              <a:gd name="T82" fmla="*/ 61 w 98"/>
              <a:gd name="T83" fmla="*/ 75 h 133"/>
              <a:gd name="T84" fmla="*/ 61 w 98"/>
              <a:gd name="T85" fmla="*/ 83 h 133"/>
              <a:gd name="T86" fmla="*/ 88 w 98"/>
              <a:gd name="T87" fmla="*/ 83 h 133"/>
              <a:gd name="T88" fmla="*/ 90 w 98"/>
              <a:gd name="T89" fmla="*/ 84 h 133"/>
              <a:gd name="T90" fmla="*/ 91 w 98"/>
              <a:gd name="T91" fmla="*/ 86 h 133"/>
              <a:gd name="T92" fmla="*/ 91 w 98"/>
              <a:gd name="T93" fmla="*/ 96 h 133"/>
              <a:gd name="T94" fmla="*/ 90 w 98"/>
              <a:gd name="T95" fmla="*/ 98 h 133"/>
              <a:gd name="T96" fmla="*/ 88 w 98"/>
              <a:gd name="T97" fmla="*/ 99 h 133"/>
              <a:gd name="T98" fmla="*/ 61 w 98"/>
              <a:gd name="T99" fmla="*/ 99 h 133"/>
              <a:gd name="T100" fmla="*/ 61 w 98"/>
              <a:gd name="T101" fmla="*/ 130 h 133"/>
              <a:gd name="T102" fmla="*/ 60 w 98"/>
              <a:gd name="T103" fmla="*/ 133 h 133"/>
              <a:gd name="T104" fmla="*/ 58 w 98"/>
              <a:gd name="T105" fmla="*/ 133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98" h="133">
                <a:moveTo>
                  <a:pt x="58" y="133"/>
                </a:moveTo>
                <a:cubicBezTo>
                  <a:pt x="41" y="133"/>
                  <a:pt x="41" y="133"/>
                  <a:pt x="41" y="133"/>
                </a:cubicBezTo>
                <a:cubicBezTo>
                  <a:pt x="40" y="133"/>
                  <a:pt x="40" y="133"/>
                  <a:pt x="39" y="133"/>
                </a:cubicBezTo>
                <a:cubicBezTo>
                  <a:pt x="39" y="132"/>
                  <a:pt x="38" y="131"/>
                  <a:pt x="38" y="130"/>
                </a:cubicBezTo>
                <a:cubicBezTo>
                  <a:pt x="38" y="99"/>
                  <a:pt x="38" y="99"/>
                  <a:pt x="38" y="99"/>
                </a:cubicBezTo>
                <a:cubicBezTo>
                  <a:pt x="11" y="99"/>
                  <a:pt x="11" y="99"/>
                  <a:pt x="11" y="99"/>
                </a:cubicBezTo>
                <a:cubicBezTo>
                  <a:pt x="10" y="99"/>
                  <a:pt x="9" y="99"/>
                  <a:pt x="9" y="98"/>
                </a:cubicBezTo>
                <a:cubicBezTo>
                  <a:pt x="8" y="98"/>
                  <a:pt x="8" y="97"/>
                  <a:pt x="8" y="96"/>
                </a:cubicBezTo>
                <a:cubicBezTo>
                  <a:pt x="8" y="86"/>
                  <a:pt x="8" y="86"/>
                  <a:pt x="8" y="86"/>
                </a:cubicBezTo>
                <a:cubicBezTo>
                  <a:pt x="8" y="86"/>
                  <a:pt x="8" y="85"/>
                  <a:pt x="9" y="84"/>
                </a:cubicBezTo>
                <a:cubicBezTo>
                  <a:pt x="9" y="84"/>
                  <a:pt x="10" y="83"/>
                  <a:pt x="11" y="83"/>
                </a:cubicBezTo>
                <a:cubicBezTo>
                  <a:pt x="38" y="83"/>
                  <a:pt x="38" y="83"/>
                  <a:pt x="38" y="83"/>
                </a:cubicBezTo>
                <a:cubicBezTo>
                  <a:pt x="38" y="75"/>
                  <a:pt x="38" y="75"/>
                  <a:pt x="38" y="75"/>
                </a:cubicBezTo>
                <a:cubicBezTo>
                  <a:pt x="11" y="75"/>
                  <a:pt x="11" y="75"/>
                  <a:pt x="11" y="75"/>
                </a:cubicBezTo>
                <a:cubicBezTo>
                  <a:pt x="10" y="75"/>
                  <a:pt x="9" y="75"/>
                  <a:pt x="9" y="75"/>
                </a:cubicBezTo>
                <a:cubicBezTo>
                  <a:pt x="8" y="74"/>
                  <a:pt x="8" y="73"/>
                  <a:pt x="8" y="72"/>
                </a:cubicBezTo>
                <a:cubicBezTo>
                  <a:pt x="8" y="63"/>
                  <a:pt x="8" y="63"/>
                  <a:pt x="8" y="63"/>
                </a:cubicBezTo>
                <a:cubicBezTo>
                  <a:pt x="8" y="62"/>
                  <a:pt x="8" y="61"/>
                  <a:pt x="9" y="60"/>
                </a:cubicBezTo>
                <a:cubicBezTo>
                  <a:pt x="9" y="60"/>
                  <a:pt x="10" y="59"/>
                  <a:pt x="11" y="59"/>
                </a:cubicBezTo>
                <a:cubicBezTo>
                  <a:pt x="31" y="59"/>
                  <a:pt x="31" y="59"/>
                  <a:pt x="31" y="59"/>
                </a:cubicBezTo>
                <a:cubicBezTo>
                  <a:pt x="1" y="5"/>
                  <a:pt x="1" y="5"/>
                  <a:pt x="1" y="5"/>
                </a:cubicBezTo>
                <a:cubicBezTo>
                  <a:pt x="0" y="4"/>
                  <a:pt x="0" y="3"/>
                  <a:pt x="1" y="2"/>
                </a:cubicBezTo>
                <a:cubicBezTo>
                  <a:pt x="2" y="1"/>
                  <a:pt x="2" y="0"/>
                  <a:pt x="4" y="0"/>
                </a:cubicBezTo>
                <a:cubicBezTo>
                  <a:pt x="22" y="0"/>
                  <a:pt x="22" y="0"/>
                  <a:pt x="22" y="0"/>
                </a:cubicBezTo>
                <a:cubicBezTo>
                  <a:pt x="23" y="0"/>
                  <a:pt x="24" y="1"/>
                  <a:pt x="25" y="2"/>
                </a:cubicBezTo>
                <a:cubicBezTo>
                  <a:pt x="45" y="42"/>
                  <a:pt x="45" y="42"/>
                  <a:pt x="45" y="42"/>
                </a:cubicBezTo>
                <a:cubicBezTo>
                  <a:pt x="46" y="45"/>
                  <a:pt x="48" y="49"/>
                  <a:pt x="50" y="54"/>
                </a:cubicBezTo>
                <a:cubicBezTo>
                  <a:pt x="51" y="52"/>
                  <a:pt x="52" y="50"/>
                  <a:pt x="53" y="48"/>
                </a:cubicBezTo>
                <a:cubicBezTo>
                  <a:pt x="54" y="45"/>
                  <a:pt x="55" y="43"/>
                  <a:pt x="56" y="42"/>
                </a:cubicBezTo>
                <a:cubicBezTo>
                  <a:pt x="74" y="2"/>
                  <a:pt x="74" y="2"/>
                  <a:pt x="74" y="2"/>
                </a:cubicBezTo>
                <a:cubicBezTo>
                  <a:pt x="74" y="1"/>
                  <a:pt x="75" y="0"/>
                  <a:pt x="77" y="0"/>
                </a:cubicBezTo>
                <a:cubicBezTo>
                  <a:pt x="95" y="0"/>
                  <a:pt x="95" y="0"/>
                  <a:pt x="95" y="0"/>
                </a:cubicBezTo>
                <a:cubicBezTo>
                  <a:pt x="96" y="0"/>
                  <a:pt x="96" y="1"/>
                  <a:pt x="97" y="2"/>
                </a:cubicBezTo>
                <a:cubicBezTo>
                  <a:pt x="98" y="3"/>
                  <a:pt x="98" y="4"/>
                  <a:pt x="97" y="5"/>
                </a:cubicBezTo>
                <a:cubicBezTo>
                  <a:pt x="68" y="59"/>
                  <a:pt x="68" y="59"/>
                  <a:pt x="68" y="59"/>
                </a:cubicBezTo>
                <a:cubicBezTo>
                  <a:pt x="88" y="59"/>
                  <a:pt x="88" y="59"/>
                  <a:pt x="88" y="59"/>
                </a:cubicBezTo>
                <a:cubicBezTo>
                  <a:pt x="89" y="59"/>
                  <a:pt x="89" y="60"/>
                  <a:pt x="90" y="60"/>
                </a:cubicBezTo>
                <a:cubicBezTo>
                  <a:pt x="91" y="61"/>
                  <a:pt x="91" y="62"/>
                  <a:pt x="91" y="63"/>
                </a:cubicBezTo>
                <a:cubicBezTo>
                  <a:pt x="91" y="72"/>
                  <a:pt x="91" y="72"/>
                  <a:pt x="91" y="72"/>
                </a:cubicBezTo>
                <a:cubicBezTo>
                  <a:pt x="91" y="73"/>
                  <a:pt x="91" y="74"/>
                  <a:pt x="90" y="75"/>
                </a:cubicBezTo>
                <a:cubicBezTo>
                  <a:pt x="89" y="75"/>
                  <a:pt x="89" y="75"/>
                  <a:pt x="88" y="75"/>
                </a:cubicBezTo>
                <a:cubicBezTo>
                  <a:pt x="61" y="75"/>
                  <a:pt x="61" y="75"/>
                  <a:pt x="61" y="75"/>
                </a:cubicBezTo>
                <a:cubicBezTo>
                  <a:pt x="61" y="83"/>
                  <a:pt x="61" y="83"/>
                  <a:pt x="61" y="83"/>
                </a:cubicBezTo>
                <a:cubicBezTo>
                  <a:pt x="88" y="83"/>
                  <a:pt x="88" y="83"/>
                  <a:pt x="88" y="83"/>
                </a:cubicBezTo>
                <a:cubicBezTo>
                  <a:pt x="89" y="83"/>
                  <a:pt x="89" y="84"/>
                  <a:pt x="90" y="84"/>
                </a:cubicBezTo>
                <a:cubicBezTo>
                  <a:pt x="91" y="85"/>
                  <a:pt x="91" y="86"/>
                  <a:pt x="91" y="86"/>
                </a:cubicBezTo>
                <a:cubicBezTo>
                  <a:pt x="91" y="96"/>
                  <a:pt x="91" y="96"/>
                  <a:pt x="91" y="96"/>
                </a:cubicBezTo>
                <a:cubicBezTo>
                  <a:pt x="91" y="97"/>
                  <a:pt x="91" y="98"/>
                  <a:pt x="90" y="98"/>
                </a:cubicBezTo>
                <a:cubicBezTo>
                  <a:pt x="89" y="99"/>
                  <a:pt x="89" y="99"/>
                  <a:pt x="88" y="99"/>
                </a:cubicBezTo>
                <a:cubicBezTo>
                  <a:pt x="61" y="99"/>
                  <a:pt x="61" y="99"/>
                  <a:pt x="61" y="99"/>
                </a:cubicBezTo>
                <a:cubicBezTo>
                  <a:pt x="61" y="130"/>
                  <a:pt x="61" y="130"/>
                  <a:pt x="61" y="130"/>
                </a:cubicBezTo>
                <a:cubicBezTo>
                  <a:pt x="61" y="131"/>
                  <a:pt x="60" y="132"/>
                  <a:pt x="60" y="133"/>
                </a:cubicBezTo>
                <a:cubicBezTo>
                  <a:pt x="59" y="133"/>
                  <a:pt x="58" y="133"/>
                  <a:pt x="58" y="13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11" name="Freeform 314"/>
          <p:cNvSpPr>
            <a:spLocks noEditPoints="1"/>
          </p:cNvSpPr>
          <p:nvPr/>
        </p:nvSpPr>
        <p:spPr bwMode="auto">
          <a:xfrm>
            <a:off x="9572123" y="4396089"/>
            <a:ext cx="172888" cy="190176"/>
          </a:xfrm>
          <a:custGeom>
            <a:avLst/>
            <a:gdLst>
              <a:gd name="T0" fmla="*/ 109 w 121"/>
              <a:gd name="T1" fmla="*/ 12 h 133"/>
              <a:gd name="T2" fmla="*/ 121 w 121"/>
              <a:gd name="T3" fmla="*/ 42 h 133"/>
              <a:gd name="T4" fmla="*/ 109 w 121"/>
              <a:gd name="T5" fmla="*/ 71 h 133"/>
              <a:gd name="T6" fmla="*/ 78 w 121"/>
              <a:gd name="T7" fmla="*/ 83 h 133"/>
              <a:gd name="T8" fmla="*/ 46 w 121"/>
              <a:gd name="T9" fmla="*/ 83 h 133"/>
              <a:gd name="T10" fmla="*/ 46 w 121"/>
              <a:gd name="T11" fmla="*/ 94 h 133"/>
              <a:gd name="T12" fmla="*/ 93 w 121"/>
              <a:gd name="T13" fmla="*/ 94 h 133"/>
              <a:gd name="T14" fmla="*/ 96 w 121"/>
              <a:gd name="T15" fmla="*/ 95 h 133"/>
              <a:gd name="T16" fmla="*/ 96 w 121"/>
              <a:gd name="T17" fmla="*/ 97 h 133"/>
              <a:gd name="T18" fmla="*/ 96 w 121"/>
              <a:gd name="T19" fmla="*/ 109 h 133"/>
              <a:gd name="T20" fmla="*/ 96 w 121"/>
              <a:gd name="T21" fmla="*/ 111 h 133"/>
              <a:gd name="T22" fmla="*/ 93 w 121"/>
              <a:gd name="T23" fmla="*/ 112 h 133"/>
              <a:gd name="T24" fmla="*/ 46 w 121"/>
              <a:gd name="T25" fmla="*/ 112 h 133"/>
              <a:gd name="T26" fmla="*/ 46 w 121"/>
              <a:gd name="T27" fmla="*/ 130 h 133"/>
              <a:gd name="T28" fmla="*/ 45 w 121"/>
              <a:gd name="T29" fmla="*/ 133 h 133"/>
              <a:gd name="T30" fmla="*/ 43 w 121"/>
              <a:gd name="T31" fmla="*/ 133 h 133"/>
              <a:gd name="T32" fmla="*/ 27 w 121"/>
              <a:gd name="T33" fmla="*/ 133 h 133"/>
              <a:gd name="T34" fmla="*/ 25 w 121"/>
              <a:gd name="T35" fmla="*/ 133 h 133"/>
              <a:gd name="T36" fmla="*/ 24 w 121"/>
              <a:gd name="T37" fmla="*/ 130 h 133"/>
              <a:gd name="T38" fmla="*/ 24 w 121"/>
              <a:gd name="T39" fmla="*/ 112 h 133"/>
              <a:gd name="T40" fmla="*/ 3 w 121"/>
              <a:gd name="T41" fmla="*/ 112 h 133"/>
              <a:gd name="T42" fmla="*/ 1 w 121"/>
              <a:gd name="T43" fmla="*/ 111 h 133"/>
              <a:gd name="T44" fmla="*/ 0 w 121"/>
              <a:gd name="T45" fmla="*/ 109 h 133"/>
              <a:gd name="T46" fmla="*/ 0 w 121"/>
              <a:gd name="T47" fmla="*/ 97 h 133"/>
              <a:gd name="T48" fmla="*/ 1 w 121"/>
              <a:gd name="T49" fmla="*/ 95 h 133"/>
              <a:gd name="T50" fmla="*/ 3 w 121"/>
              <a:gd name="T51" fmla="*/ 94 h 133"/>
              <a:gd name="T52" fmla="*/ 24 w 121"/>
              <a:gd name="T53" fmla="*/ 94 h 133"/>
              <a:gd name="T54" fmla="*/ 24 w 121"/>
              <a:gd name="T55" fmla="*/ 83 h 133"/>
              <a:gd name="T56" fmla="*/ 3 w 121"/>
              <a:gd name="T57" fmla="*/ 83 h 133"/>
              <a:gd name="T58" fmla="*/ 1 w 121"/>
              <a:gd name="T59" fmla="*/ 82 h 133"/>
              <a:gd name="T60" fmla="*/ 0 w 121"/>
              <a:gd name="T61" fmla="*/ 80 h 133"/>
              <a:gd name="T62" fmla="*/ 0 w 121"/>
              <a:gd name="T63" fmla="*/ 66 h 133"/>
              <a:gd name="T64" fmla="*/ 1 w 121"/>
              <a:gd name="T65" fmla="*/ 64 h 133"/>
              <a:gd name="T66" fmla="*/ 3 w 121"/>
              <a:gd name="T67" fmla="*/ 63 h 133"/>
              <a:gd name="T68" fmla="*/ 24 w 121"/>
              <a:gd name="T69" fmla="*/ 63 h 133"/>
              <a:gd name="T70" fmla="*/ 24 w 121"/>
              <a:gd name="T71" fmla="*/ 3 h 133"/>
              <a:gd name="T72" fmla="*/ 25 w 121"/>
              <a:gd name="T73" fmla="*/ 1 h 133"/>
              <a:gd name="T74" fmla="*/ 27 w 121"/>
              <a:gd name="T75" fmla="*/ 0 h 133"/>
              <a:gd name="T76" fmla="*/ 78 w 121"/>
              <a:gd name="T77" fmla="*/ 0 h 133"/>
              <a:gd name="T78" fmla="*/ 109 w 121"/>
              <a:gd name="T79" fmla="*/ 12 h 133"/>
              <a:gd name="T80" fmla="*/ 92 w 121"/>
              <a:gd name="T81" fmla="*/ 57 h 133"/>
              <a:gd name="T82" fmla="*/ 98 w 121"/>
              <a:gd name="T83" fmla="*/ 42 h 133"/>
              <a:gd name="T84" fmla="*/ 92 w 121"/>
              <a:gd name="T85" fmla="*/ 26 h 133"/>
              <a:gd name="T86" fmla="*/ 76 w 121"/>
              <a:gd name="T87" fmla="*/ 20 h 133"/>
              <a:gd name="T88" fmla="*/ 46 w 121"/>
              <a:gd name="T89" fmla="*/ 20 h 133"/>
              <a:gd name="T90" fmla="*/ 46 w 121"/>
              <a:gd name="T91" fmla="*/ 63 h 133"/>
              <a:gd name="T92" fmla="*/ 76 w 121"/>
              <a:gd name="T93" fmla="*/ 63 h 133"/>
              <a:gd name="T94" fmla="*/ 92 w 121"/>
              <a:gd name="T95" fmla="*/ 57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21" h="133">
                <a:moveTo>
                  <a:pt x="109" y="12"/>
                </a:moveTo>
                <a:cubicBezTo>
                  <a:pt x="117" y="20"/>
                  <a:pt x="121" y="29"/>
                  <a:pt x="121" y="42"/>
                </a:cubicBezTo>
                <a:cubicBezTo>
                  <a:pt x="121" y="54"/>
                  <a:pt x="117" y="64"/>
                  <a:pt x="109" y="71"/>
                </a:cubicBezTo>
                <a:cubicBezTo>
                  <a:pt x="101" y="79"/>
                  <a:pt x="90" y="83"/>
                  <a:pt x="78" y="83"/>
                </a:cubicBezTo>
                <a:cubicBezTo>
                  <a:pt x="46" y="83"/>
                  <a:pt x="46" y="83"/>
                  <a:pt x="46" y="83"/>
                </a:cubicBezTo>
                <a:cubicBezTo>
                  <a:pt x="46" y="94"/>
                  <a:pt x="46" y="94"/>
                  <a:pt x="46" y="94"/>
                </a:cubicBezTo>
                <a:cubicBezTo>
                  <a:pt x="93" y="94"/>
                  <a:pt x="93" y="94"/>
                  <a:pt x="93" y="94"/>
                </a:cubicBezTo>
                <a:cubicBezTo>
                  <a:pt x="94" y="94"/>
                  <a:pt x="95" y="94"/>
                  <a:pt x="96" y="95"/>
                </a:cubicBezTo>
                <a:cubicBezTo>
                  <a:pt x="96" y="96"/>
                  <a:pt x="96" y="96"/>
                  <a:pt x="96" y="97"/>
                </a:cubicBezTo>
                <a:cubicBezTo>
                  <a:pt x="96" y="109"/>
                  <a:pt x="96" y="109"/>
                  <a:pt x="96" y="109"/>
                </a:cubicBezTo>
                <a:cubicBezTo>
                  <a:pt x="96" y="110"/>
                  <a:pt x="96" y="111"/>
                  <a:pt x="96" y="111"/>
                </a:cubicBezTo>
                <a:cubicBezTo>
                  <a:pt x="95" y="112"/>
                  <a:pt x="94" y="112"/>
                  <a:pt x="93" y="112"/>
                </a:cubicBezTo>
                <a:cubicBezTo>
                  <a:pt x="46" y="112"/>
                  <a:pt x="46" y="112"/>
                  <a:pt x="46" y="112"/>
                </a:cubicBezTo>
                <a:cubicBezTo>
                  <a:pt x="46" y="130"/>
                  <a:pt x="46" y="130"/>
                  <a:pt x="46" y="130"/>
                </a:cubicBezTo>
                <a:cubicBezTo>
                  <a:pt x="46" y="131"/>
                  <a:pt x="45" y="132"/>
                  <a:pt x="45" y="133"/>
                </a:cubicBezTo>
                <a:cubicBezTo>
                  <a:pt x="44" y="133"/>
                  <a:pt x="44" y="133"/>
                  <a:pt x="43" y="133"/>
                </a:cubicBezTo>
                <a:cubicBezTo>
                  <a:pt x="27" y="133"/>
                  <a:pt x="27" y="133"/>
                  <a:pt x="27" y="133"/>
                </a:cubicBezTo>
                <a:cubicBezTo>
                  <a:pt x="26" y="133"/>
                  <a:pt x="25" y="133"/>
                  <a:pt x="25" y="133"/>
                </a:cubicBezTo>
                <a:cubicBezTo>
                  <a:pt x="24" y="132"/>
                  <a:pt x="24" y="131"/>
                  <a:pt x="24" y="130"/>
                </a:cubicBezTo>
                <a:cubicBezTo>
                  <a:pt x="24" y="112"/>
                  <a:pt x="24" y="112"/>
                  <a:pt x="24" y="112"/>
                </a:cubicBezTo>
                <a:cubicBezTo>
                  <a:pt x="3" y="112"/>
                  <a:pt x="3" y="112"/>
                  <a:pt x="3" y="112"/>
                </a:cubicBezTo>
                <a:cubicBezTo>
                  <a:pt x="2" y="112"/>
                  <a:pt x="1" y="112"/>
                  <a:pt x="1" y="111"/>
                </a:cubicBezTo>
                <a:cubicBezTo>
                  <a:pt x="0" y="111"/>
                  <a:pt x="0" y="110"/>
                  <a:pt x="0" y="109"/>
                </a:cubicBezTo>
                <a:cubicBezTo>
                  <a:pt x="0" y="97"/>
                  <a:pt x="0" y="97"/>
                  <a:pt x="0" y="97"/>
                </a:cubicBezTo>
                <a:cubicBezTo>
                  <a:pt x="0" y="96"/>
                  <a:pt x="0" y="96"/>
                  <a:pt x="1" y="95"/>
                </a:cubicBezTo>
                <a:cubicBezTo>
                  <a:pt x="1" y="94"/>
                  <a:pt x="2" y="94"/>
                  <a:pt x="3" y="94"/>
                </a:cubicBezTo>
                <a:cubicBezTo>
                  <a:pt x="24" y="94"/>
                  <a:pt x="24" y="94"/>
                  <a:pt x="24" y="94"/>
                </a:cubicBezTo>
                <a:cubicBezTo>
                  <a:pt x="24" y="83"/>
                  <a:pt x="24" y="83"/>
                  <a:pt x="24" y="83"/>
                </a:cubicBezTo>
                <a:cubicBezTo>
                  <a:pt x="3" y="83"/>
                  <a:pt x="3" y="83"/>
                  <a:pt x="3" y="83"/>
                </a:cubicBezTo>
                <a:cubicBezTo>
                  <a:pt x="2" y="83"/>
                  <a:pt x="1" y="83"/>
                  <a:pt x="1" y="82"/>
                </a:cubicBezTo>
                <a:cubicBezTo>
                  <a:pt x="0" y="82"/>
                  <a:pt x="0" y="81"/>
                  <a:pt x="0" y="80"/>
                </a:cubicBezTo>
                <a:cubicBezTo>
                  <a:pt x="0" y="66"/>
                  <a:pt x="0" y="66"/>
                  <a:pt x="0" y="66"/>
                </a:cubicBezTo>
                <a:cubicBezTo>
                  <a:pt x="0" y="65"/>
                  <a:pt x="0" y="64"/>
                  <a:pt x="1" y="64"/>
                </a:cubicBezTo>
                <a:cubicBezTo>
                  <a:pt x="1" y="63"/>
                  <a:pt x="2" y="63"/>
                  <a:pt x="3" y="63"/>
                </a:cubicBezTo>
                <a:cubicBezTo>
                  <a:pt x="24" y="63"/>
                  <a:pt x="24" y="63"/>
                  <a:pt x="24" y="63"/>
                </a:cubicBezTo>
                <a:cubicBezTo>
                  <a:pt x="24" y="3"/>
                  <a:pt x="24" y="3"/>
                  <a:pt x="24" y="3"/>
                </a:cubicBezTo>
                <a:cubicBezTo>
                  <a:pt x="24" y="2"/>
                  <a:pt x="24" y="2"/>
                  <a:pt x="25" y="1"/>
                </a:cubicBezTo>
                <a:cubicBezTo>
                  <a:pt x="25" y="1"/>
                  <a:pt x="26" y="0"/>
                  <a:pt x="27" y="0"/>
                </a:cubicBezTo>
                <a:cubicBezTo>
                  <a:pt x="78" y="0"/>
                  <a:pt x="78" y="0"/>
                  <a:pt x="78" y="0"/>
                </a:cubicBezTo>
                <a:cubicBezTo>
                  <a:pt x="90" y="0"/>
                  <a:pt x="101" y="4"/>
                  <a:pt x="109" y="12"/>
                </a:cubicBezTo>
                <a:close/>
                <a:moveTo>
                  <a:pt x="92" y="57"/>
                </a:moveTo>
                <a:cubicBezTo>
                  <a:pt x="96" y="53"/>
                  <a:pt x="98" y="48"/>
                  <a:pt x="98" y="42"/>
                </a:cubicBezTo>
                <a:cubicBezTo>
                  <a:pt x="98" y="35"/>
                  <a:pt x="96" y="30"/>
                  <a:pt x="92" y="26"/>
                </a:cubicBezTo>
                <a:cubicBezTo>
                  <a:pt x="88" y="22"/>
                  <a:pt x="83" y="20"/>
                  <a:pt x="76" y="20"/>
                </a:cubicBezTo>
                <a:cubicBezTo>
                  <a:pt x="46" y="20"/>
                  <a:pt x="46" y="20"/>
                  <a:pt x="46" y="20"/>
                </a:cubicBezTo>
                <a:cubicBezTo>
                  <a:pt x="46" y="63"/>
                  <a:pt x="46" y="63"/>
                  <a:pt x="46" y="63"/>
                </a:cubicBezTo>
                <a:cubicBezTo>
                  <a:pt x="76" y="63"/>
                  <a:pt x="76" y="63"/>
                  <a:pt x="76" y="63"/>
                </a:cubicBezTo>
                <a:cubicBezTo>
                  <a:pt x="83" y="63"/>
                  <a:pt x="88" y="61"/>
                  <a:pt x="92" y="5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12" name="Freeform 315"/>
          <p:cNvSpPr>
            <a:spLocks noEditPoints="1"/>
          </p:cNvSpPr>
          <p:nvPr/>
        </p:nvSpPr>
        <p:spPr bwMode="auto">
          <a:xfrm>
            <a:off x="9807684" y="4396089"/>
            <a:ext cx="242043" cy="190176"/>
          </a:xfrm>
          <a:custGeom>
            <a:avLst/>
            <a:gdLst>
              <a:gd name="T0" fmla="*/ 169 w 169"/>
              <a:gd name="T1" fmla="*/ 70 h 133"/>
              <a:gd name="T2" fmla="*/ 166 w 169"/>
              <a:gd name="T3" fmla="*/ 73 h 133"/>
              <a:gd name="T4" fmla="*/ 131 w 169"/>
              <a:gd name="T5" fmla="*/ 131 h 133"/>
              <a:gd name="T6" fmla="*/ 113 w 169"/>
              <a:gd name="T7" fmla="*/ 133 h 133"/>
              <a:gd name="T8" fmla="*/ 94 w 169"/>
              <a:gd name="T9" fmla="*/ 73 h 133"/>
              <a:gd name="T10" fmla="*/ 58 w 169"/>
              <a:gd name="T11" fmla="*/ 131 h 133"/>
              <a:gd name="T12" fmla="*/ 40 w 169"/>
              <a:gd name="T13" fmla="*/ 133 h 133"/>
              <a:gd name="T14" fmla="*/ 38 w 169"/>
              <a:gd name="T15" fmla="*/ 131 h 133"/>
              <a:gd name="T16" fmla="*/ 3 w 169"/>
              <a:gd name="T17" fmla="*/ 73 h 133"/>
              <a:gd name="T18" fmla="*/ 0 w 169"/>
              <a:gd name="T19" fmla="*/ 70 h 133"/>
              <a:gd name="T20" fmla="*/ 1 w 169"/>
              <a:gd name="T21" fmla="*/ 62 h 133"/>
              <a:gd name="T22" fmla="*/ 19 w 169"/>
              <a:gd name="T23" fmla="*/ 61 h 133"/>
              <a:gd name="T24" fmla="*/ 3 w 169"/>
              <a:gd name="T25" fmla="*/ 49 h 133"/>
              <a:gd name="T26" fmla="*/ 0 w 169"/>
              <a:gd name="T27" fmla="*/ 46 h 133"/>
              <a:gd name="T28" fmla="*/ 1 w 169"/>
              <a:gd name="T29" fmla="*/ 37 h 133"/>
              <a:gd name="T30" fmla="*/ 13 w 169"/>
              <a:gd name="T31" fmla="*/ 37 h 133"/>
              <a:gd name="T32" fmla="*/ 5 w 169"/>
              <a:gd name="T33" fmla="*/ 1 h 133"/>
              <a:gd name="T34" fmla="*/ 21 w 169"/>
              <a:gd name="T35" fmla="*/ 0 h 133"/>
              <a:gd name="T36" fmla="*/ 32 w 169"/>
              <a:gd name="T37" fmla="*/ 37 h 133"/>
              <a:gd name="T38" fmla="*/ 75 w 169"/>
              <a:gd name="T39" fmla="*/ 3 h 133"/>
              <a:gd name="T40" fmla="*/ 90 w 169"/>
              <a:gd name="T41" fmla="*/ 0 h 133"/>
              <a:gd name="T42" fmla="*/ 102 w 169"/>
              <a:gd name="T43" fmla="*/ 37 h 133"/>
              <a:gd name="T44" fmla="*/ 145 w 169"/>
              <a:gd name="T45" fmla="*/ 3 h 133"/>
              <a:gd name="T46" fmla="*/ 161 w 169"/>
              <a:gd name="T47" fmla="*/ 0 h 133"/>
              <a:gd name="T48" fmla="*/ 164 w 169"/>
              <a:gd name="T49" fmla="*/ 4 h 133"/>
              <a:gd name="T50" fmla="*/ 166 w 169"/>
              <a:gd name="T51" fmla="*/ 37 h 133"/>
              <a:gd name="T52" fmla="*/ 169 w 169"/>
              <a:gd name="T53" fmla="*/ 40 h 133"/>
              <a:gd name="T54" fmla="*/ 168 w 169"/>
              <a:gd name="T55" fmla="*/ 48 h 133"/>
              <a:gd name="T56" fmla="*/ 152 w 169"/>
              <a:gd name="T57" fmla="*/ 49 h 133"/>
              <a:gd name="T58" fmla="*/ 166 w 169"/>
              <a:gd name="T59" fmla="*/ 61 h 133"/>
              <a:gd name="T60" fmla="*/ 169 w 169"/>
              <a:gd name="T61" fmla="*/ 64 h 133"/>
              <a:gd name="T62" fmla="*/ 63 w 169"/>
              <a:gd name="T63" fmla="*/ 49 h 133"/>
              <a:gd name="T64" fmla="*/ 38 w 169"/>
              <a:gd name="T65" fmla="*/ 61 h 133"/>
              <a:gd name="T66" fmla="*/ 48 w 169"/>
              <a:gd name="T67" fmla="*/ 101 h 133"/>
              <a:gd name="T68" fmla="*/ 41 w 169"/>
              <a:gd name="T69" fmla="*/ 73 h 133"/>
              <a:gd name="T70" fmla="*/ 48 w 169"/>
              <a:gd name="T71" fmla="*/ 102 h 133"/>
              <a:gd name="T72" fmla="*/ 48 w 169"/>
              <a:gd name="T73" fmla="*/ 102 h 133"/>
              <a:gd name="T74" fmla="*/ 78 w 169"/>
              <a:gd name="T75" fmla="*/ 61 h 133"/>
              <a:gd name="T76" fmla="*/ 87 w 169"/>
              <a:gd name="T77" fmla="*/ 49 h 133"/>
              <a:gd name="T78" fmla="*/ 78 w 169"/>
              <a:gd name="T79" fmla="*/ 61 h 133"/>
              <a:gd name="T80" fmla="*/ 134 w 169"/>
              <a:gd name="T81" fmla="*/ 49 h 133"/>
              <a:gd name="T82" fmla="*/ 109 w 169"/>
              <a:gd name="T83" fmla="*/ 61 h 133"/>
              <a:gd name="T84" fmla="*/ 120 w 169"/>
              <a:gd name="T85" fmla="*/ 101 h 133"/>
              <a:gd name="T86" fmla="*/ 112 w 169"/>
              <a:gd name="T87" fmla="*/ 73 h 133"/>
              <a:gd name="T88" fmla="*/ 120 w 169"/>
              <a:gd name="T89" fmla="*/ 102 h 133"/>
              <a:gd name="T90" fmla="*/ 120 w 169"/>
              <a:gd name="T91" fmla="*/ 102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69" h="133">
                <a:moveTo>
                  <a:pt x="169" y="64"/>
                </a:moveTo>
                <a:cubicBezTo>
                  <a:pt x="169" y="70"/>
                  <a:pt x="169" y="70"/>
                  <a:pt x="169" y="70"/>
                </a:cubicBezTo>
                <a:cubicBezTo>
                  <a:pt x="169" y="71"/>
                  <a:pt x="169" y="72"/>
                  <a:pt x="168" y="72"/>
                </a:cubicBezTo>
                <a:cubicBezTo>
                  <a:pt x="168" y="73"/>
                  <a:pt x="167" y="73"/>
                  <a:pt x="166" y="73"/>
                </a:cubicBezTo>
                <a:cubicBezTo>
                  <a:pt x="146" y="73"/>
                  <a:pt x="146" y="73"/>
                  <a:pt x="146" y="73"/>
                </a:cubicBezTo>
                <a:cubicBezTo>
                  <a:pt x="131" y="131"/>
                  <a:pt x="131" y="131"/>
                  <a:pt x="131" y="131"/>
                </a:cubicBezTo>
                <a:cubicBezTo>
                  <a:pt x="130" y="133"/>
                  <a:pt x="129" y="133"/>
                  <a:pt x="128" y="133"/>
                </a:cubicBezTo>
                <a:cubicBezTo>
                  <a:pt x="113" y="133"/>
                  <a:pt x="113" y="133"/>
                  <a:pt x="113" y="133"/>
                </a:cubicBezTo>
                <a:cubicBezTo>
                  <a:pt x="111" y="133"/>
                  <a:pt x="110" y="133"/>
                  <a:pt x="110" y="131"/>
                </a:cubicBezTo>
                <a:cubicBezTo>
                  <a:pt x="94" y="73"/>
                  <a:pt x="94" y="73"/>
                  <a:pt x="94" y="73"/>
                </a:cubicBezTo>
                <a:cubicBezTo>
                  <a:pt x="74" y="73"/>
                  <a:pt x="74" y="73"/>
                  <a:pt x="74" y="73"/>
                </a:cubicBezTo>
                <a:cubicBezTo>
                  <a:pt x="58" y="131"/>
                  <a:pt x="58" y="131"/>
                  <a:pt x="58" y="131"/>
                </a:cubicBezTo>
                <a:cubicBezTo>
                  <a:pt x="58" y="133"/>
                  <a:pt x="57" y="133"/>
                  <a:pt x="55" y="133"/>
                </a:cubicBezTo>
                <a:cubicBezTo>
                  <a:pt x="40" y="133"/>
                  <a:pt x="40" y="133"/>
                  <a:pt x="40" y="133"/>
                </a:cubicBezTo>
                <a:cubicBezTo>
                  <a:pt x="40" y="133"/>
                  <a:pt x="39" y="133"/>
                  <a:pt x="39" y="133"/>
                </a:cubicBezTo>
                <a:cubicBezTo>
                  <a:pt x="38" y="132"/>
                  <a:pt x="38" y="132"/>
                  <a:pt x="38" y="131"/>
                </a:cubicBezTo>
                <a:cubicBezTo>
                  <a:pt x="22" y="73"/>
                  <a:pt x="22" y="73"/>
                  <a:pt x="22" y="73"/>
                </a:cubicBezTo>
                <a:cubicBezTo>
                  <a:pt x="3" y="73"/>
                  <a:pt x="3" y="73"/>
                  <a:pt x="3" y="73"/>
                </a:cubicBezTo>
                <a:cubicBezTo>
                  <a:pt x="2" y="73"/>
                  <a:pt x="1" y="73"/>
                  <a:pt x="1" y="72"/>
                </a:cubicBezTo>
                <a:cubicBezTo>
                  <a:pt x="0" y="72"/>
                  <a:pt x="0" y="71"/>
                  <a:pt x="0" y="70"/>
                </a:cubicBezTo>
                <a:cubicBezTo>
                  <a:pt x="0" y="64"/>
                  <a:pt x="0" y="64"/>
                  <a:pt x="0" y="64"/>
                </a:cubicBezTo>
                <a:cubicBezTo>
                  <a:pt x="0" y="63"/>
                  <a:pt x="0" y="62"/>
                  <a:pt x="1" y="62"/>
                </a:cubicBezTo>
                <a:cubicBezTo>
                  <a:pt x="1" y="61"/>
                  <a:pt x="2" y="61"/>
                  <a:pt x="3" y="61"/>
                </a:cubicBezTo>
                <a:cubicBezTo>
                  <a:pt x="19" y="61"/>
                  <a:pt x="19" y="61"/>
                  <a:pt x="19" y="61"/>
                </a:cubicBezTo>
                <a:cubicBezTo>
                  <a:pt x="16" y="49"/>
                  <a:pt x="16" y="49"/>
                  <a:pt x="16" y="49"/>
                </a:cubicBezTo>
                <a:cubicBezTo>
                  <a:pt x="3" y="49"/>
                  <a:pt x="3" y="49"/>
                  <a:pt x="3" y="49"/>
                </a:cubicBezTo>
                <a:cubicBezTo>
                  <a:pt x="2" y="49"/>
                  <a:pt x="1" y="48"/>
                  <a:pt x="1" y="48"/>
                </a:cubicBezTo>
                <a:cubicBezTo>
                  <a:pt x="0" y="47"/>
                  <a:pt x="0" y="47"/>
                  <a:pt x="0" y="4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39"/>
                  <a:pt x="0" y="38"/>
                  <a:pt x="1" y="37"/>
                </a:cubicBezTo>
                <a:cubicBezTo>
                  <a:pt x="1" y="37"/>
                  <a:pt x="2" y="37"/>
                  <a:pt x="3" y="37"/>
                </a:cubicBezTo>
                <a:cubicBezTo>
                  <a:pt x="13" y="37"/>
                  <a:pt x="13" y="37"/>
                  <a:pt x="13" y="37"/>
                </a:cubicBezTo>
                <a:cubicBezTo>
                  <a:pt x="5" y="4"/>
                  <a:pt x="5" y="4"/>
                  <a:pt x="5" y="4"/>
                </a:cubicBezTo>
                <a:cubicBezTo>
                  <a:pt x="4" y="3"/>
                  <a:pt x="5" y="2"/>
                  <a:pt x="5" y="1"/>
                </a:cubicBezTo>
                <a:cubicBezTo>
                  <a:pt x="6" y="1"/>
                  <a:pt x="7" y="0"/>
                  <a:pt x="8" y="0"/>
                </a:cubicBezTo>
                <a:cubicBezTo>
                  <a:pt x="21" y="0"/>
                  <a:pt x="21" y="0"/>
                  <a:pt x="21" y="0"/>
                </a:cubicBezTo>
                <a:cubicBezTo>
                  <a:pt x="22" y="0"/>
                  <a:pt x="23" y="1"/>
                  <a:pt x="24" y="3"/>
                </a:cubicBezTo>
                <a:cubicBezTo>
                  <a:pt x="32" y="37"/>
                  <a:pt x="32" y="37"/>
                  <a:pt x="32" y="37"/>
                </a:cubicBezTo>
                <a:cubicBezTo>
                  <a:pt x="66" y="37"/>
                  <a:pt x="66" y="37"/>
                  <a:pt x="66" y="37"/>
                </a:cubicBezTo>
                <a:cubicBezTo>
                  <a:pt x="75" y="3"/>
                  <a:pt x="75" y="3"/>
                  <a:pt x="75" y="3"/>
                </a:cubicBezTo>
                <a:cubicBezTo>
                  <a:pt x="76" y="1"/>
                  <a:pt x="77" y="0"/>
                  <a:pt x="78" y="0"/>
                </a:cubicBezTo>
                <a:cubicBezTo>
                  <a:pt x="90" y="0"/>
                  <a:pt x="90" y="0"/>
                  <a:pt x="90" y="0"/>
                </a:cubicBezTo>
                <a:cubicBezTo>
                  <a:pt x="91" y="0"/>
                  <a:pt x="92" y="1"/>
                  <a:pt x="93" y="3"/>
                </a:cubicBezTo>
                <a:cubicBezTo>
                  <a:pt x="102" y="37"/>
                  <a:pt x="102" y="37"/>
                  <a:pt x="102" y="37"/>
                </a:cubicBezTo>
                <a:cubicBezTo>
                  <a:pt x="137" y="37"/>
                  <a:pt x="137" y="37"/>
                  <a:pt x="137" y="37"/>
                </a:cubicBezTo>
                <a:cubicBezTo>
                  <a:pt x="145" y="3"/>
                  <a:pt x="145" y="3"/>
                  <a:pt x="145" y="3"/>
                </a:cubicBezTo>
                <a:cubicBezTo>
                  <a:pt x="146" y="1"/>
                  <a:pt x="147" y="0"/>
                  <a:pt x="148" y="0"/>
                </a:cubicBezTo>
                <a:cubicBezTo>
                  <a:pt x="161" y="0"/>
                  <a:pt x="161" y="0"/>
                  <a:pt x="161" y="0"/>
                </a:cubicBezTo>
                <a:cubicBezTo>
                  <a:pt x="162" y="0"/>
                  <a:pt x="163" y="1"/>
                  <a:pt x="164" y="1"/>
                </a:cubicBezTo>
                <a:cubicBezTo>
                  <a:pt x="164" y="2"/>
                  <a:pt x="165" y="3"/>
                  <a:pt x="164" y="4"/>
                </a:cubicBezTo>
                <a:cubicBezTo>
                  <a:pt x="156" y="37"/>
                  <a:pt x="156" y="37"/>
                  <a:pt x="156" y="37"/>
                </a:cubicBezTo>
                <a:cubicBezTo>
                  <a:pt x="166" y="37"/>
                  <a:pt x="166" y="37"/>
                  <a:pt x="166" y="37"/>
                </a:cubicBezTo>
                <a:cubicBezTo>
                  <a:pt x="167" y="37"/>
                  <a:pt x="168" y="37"/>
                  <a:pt x="168" y="37"/>
                </a:cubicBezTo>
                <a:cubicBezTo>
                  <a:pt x="169" y="38"/>
                  <a:pt x="169" y="39"/>
                  <a:pt x="169" y="40"/>
                </a:cubicBezTo>
                <a:cubicBezTo>
                  <a:pt x="169" y="46"/>
                  <a:pt x="169" y="46"/>
                  <a:pt x="169" y="46"/>
                </a:cubicBezTo>
                <a:cubicBezTo>
                  <a:pt x="169" y="47"/>
                  <a:pt x="169" y="47"/>
                  <a:pt x="168" y="48"/>
                </a:cubicBezTo>
                <a:cubicBezTo>
                  <a:pt x="168" y="48"/>
                  <a:pt x="167" y="49"/>
                  <a:pt x="166" y="49"/>
                </a:cubicBezTo>
                <a:cubicBezTo>
                  <a:pt x="152" y="49"/>
                  <a:pt x="152" y="49"/>
                  <a:pt x="152" y="49"/>
                </a:cubicBezTo>
                <a:cubicBezTo>
                  <a:pt x="149" y="61"/>
                  <a:pt x="149" y="61"/>
                  <a:pt x="149" y="61"/>
                </a:cubicBezTo>
                <a:cubicBezTo>
                  <a:pt x="166" y="61"/>
                  <a:pt x="166" y="61"/>
                  <a:pt x="166" y="61"/>
                </a:cubicBezTo>
                <a:cubicBezTo>
                  <a:pt x="167" y="61"/>
                  <a:pt x="168" y="61"/>
                  <a:pt x="168" y="62"/>
                </a:cubicBezTo>
                <a:cubicBezTo>
                  <a:pt x="169" y="62"/>
                  <a:pt x="169" y="63"/>
                  <a:pt x="169" y="64"/>
                </a:cubicBezTo>
                <a:close/>
                <a:moveTo>
                  <a:pt x="59" y="61"/>
                </a:moveTo>
                <a:cubicBezTo>
                  <a:pt x="63" y="49"/>
                  <a:pt x="63" y="49"/>
                  <a:pt x="63" y="49"/>
                </a:cubicBezTo>
                <a:cubicBezTo>
                  <a:pt x="35" y="49"/>
                  <a:pt x="35" y="49"/>
                  <a:pt x="35" y="49"/>
                </a:cubicBezTo>
                <a:cubicBezTo>
                  <a:pt x="38" y="61"/>
                  <a:pt x="38" y="61"/>
                  <a:pt x="38" y="61"/>
                </a:cubicBezTo>
                <a:lnTo>
                  <a:pt x="59" y="61"/>
                </a:lnTo>
                <a:close/>
                <a:moveTo>
                  <a:pt x="48" y="101"/>
                </a:moveTo>
                <a:cubicBezTo>
                  <a:pt x="56" y="73"/>
                  <a:pt x="56" y="73"/>
                  <a:pt x="56" y="73"/>
                </a:cubicBezTo>
                <a:cubicBezTo>
                  <a:pt x="41" y="73"/>
                  <a:pt x="41" y="73"/>
                  <a:pt x="41" y="73"/>
                </a:cubicBezTo>
                <a:cubicBezTo>
                  <a:pt x="48" y="101"/>
                  <a:pt x="48" y="101"/>
                  <a:pt x="48" y="101"/>
                </a:cubicBezTo>
                <a:cubicBezTo>
                  <a:pt x="48" y="101"/>
                  <a:pt x="48" y="101"/>
                  <a:pt x="48" y="102"/>
                </a:cubicBezTo>
                <a:cubicBezTo>
                  <a:pt x="48" y="102"/>
                  <a:pt x="48" y="102"/>
                  <a:pt x="48" y="102"/>
                </a:cubicBezTo>
                <a:cubicBezTo>
                  <a:pt x="48" y="102"/>
                  <a:pt x="48" y="102"/>
                  <a:pt x="48" y="102"/>
                </a:cubicBezTo>
                <a:cubicBezTo>
                  <a:pt x="48" y="101"/>
                  <a:pt x="48" y="101"/>
                  <a:pt x="48" y="101"/>
                </a:cubicBezTo>
                <a:close/>
                <a:moveTo>
                  <a:pt x="78" y="61"/>
                </a:moveTo>
                <a:cubicBezTo>
                  <a:pt x="91" y="61"/>
                  <a:pt x="91" y="61"/>
                  <a:pt x="91" y="61"/>
                </a:cubicBezTo>
                <a:cubicBezTo>
                  <a:pt x="87" y="49"/>
                  <a:pt x="87" y="49"/>
                  <a:pt x="87" y="49"/>
                </a:cubicBezTo>
                <a:cubicBezTo>
                  <a:pt x="81" y="49"/>
                  <a:pt x="81" y="49"/>
                  <a:pt x="81" y="49"/>
                </a:cubicBezTo>
                <a:lnTo>
                  <a:pt x="78" y="61"/>
                </a:lnTo>
                <a:close/>
                <a:moveTo>
                  <a:pt x="130" y="61"/>
                </a:moveTo>
                <a:cubicBezTo>
                  <a:pt x="134" y="49"/>
                  <a:pt x="134" y="49"/>
                  <a:pt x="134" y="49"/>
                </a:cubicBezTo>
                <a:cubicBezTo>
                  <a:pt x="105" y="49"/>
                  <a:pt x="105" y="49"/>
                  <a:pt x="105" y="49"/>
                </a:cubicBezTo>
                <a:cubicBezTo>
                  <a:pt x="109" y="61"/>
                  <a:pt x="109" y="61"/>
                  <a:pt x="109" y="61"/>
                </a:cubicBezTo>
                <a:lnTo>
                  <a:pt x="130" y="61"/>
                </a:lnTo>
                <a:close/>
                <a:moveTo>
                  <a:pt x="120" y="101"/>
                </a:moveTo>
                <a:cubicBezTo>
                  <a:pt x="127" y="73"/>
                  <a:pt x="127" y="73"/>
                  <a:pt x="127" y="73"/>
                </a:cubicBezTo>
                <a:cubicBezTo>
                  <a:pt x="112" y="73"/>
                  <a:pt x="112" y="73"/>
                  <a:pt x="112" y="73"/>
                </a:cubicBezTo>
                <a:cubicBezTo>
                  <a:pt x="120" y="101"/>
                  <a:pt x="120" y="101"/>
                  <a:pt x="120" y="101"/>
                </a:cubicBezTo>
                <a:cubicBezTo>
                  <a:pt x="120" y="101"/>
                  <a:pt x="120" y="101"/>
                  <a:pt x="120" y="102"/>
                </a:cubicBezTo>
                <a:cubicBezTo>
                  <a:pt x="120" y="102"/>
                  <a:pt x="120" y="102"/>
                  <a:pt x="120" y="102"/>
                </a:cubicBezTo>
                <a:cubicBezTo>
                  <a:pt x="120" y="102"/>
                  <a:pt x="120" y="102"/>
                  <a:pt x="120" y="102"/>
                </a:cubicBezTo>
                <a:cubicBezTo>
                  <a:pt x="120" y="101"/>
                  <a:pt x="120" y="101"/>
                  <a:pt x="120" y="10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13" name="Freeform 316"/>
          <p:cNvSpPr>
            <a:spLocks noEditPoints="1"/>
          </p:cNvSpPr>
          <p:nvPr/>
        </p:nvSpPr>
        <p:spPr bwMode="auto">
          <a:xfrm>
            <a:off x="10118881" y="4396090"/>
            <a:ext cx="164243" cy="226916"/>
          </a:xfrm>
          <a:custGeom>
            <a:avLst/>
            <a:gdLst>
              <a:gd name="T0" fmla="*/ 92 w 114"/>
              <a:gd name="T1" fmla="*/ 73 h 158"/>
              <a:gd name="T2" fmla="*/ 113 w 114"/>
              <a:gd name="T3" fmla="*/ 103 h 158"/>
              <a:gd name="T4" fmla="*/ 104 w 114"/>
              <a:gd name="T5" fmla="*/ 123 h 158"/>
              <a:gd name="T6" fmla="*/ 83 w 114"/>
              <a:gd name="T7" fmla="*/ 132 h 158"/>
              <a:gd name="T8" fmla="*/ 69 w 114"/>
              <a:gd name="T9" fmla="*/ 158 h 158"/>
              <a:gd name="T10" fmla="*/ 55 w 114"/>
              <a:gd name="T11" fmla="*/ 134 h 158"/>
              <a:gd name="T12" fmla="*/ 43 w 114"/>
              <a:gd name="T13" fmla="*/ 158 h 158"/>
              <a:gd name="T14" fmla="*/ 29 w 114"/>
              <a:gd name="T15" fmla="*/ 134 h 158"/>
              <a:gd name="T16" fmla="*/ 19 w 114"/>
              <a:gd name="T17" fmla="*/ 133 h 158"/>
              <a:gd name="T18" fmla="*/ 3 w 114"/>
              <a:gd name="T19" fmla="*/ 116 h 158"/>
              <a:gd name="T20" fmla="*/ 19 w 114"/>
              <a:gd name="T21" fmla="*/ 111 h 158"/>
              <a:gd name="T22" fmla="*/ 20 w 114"/>
              <a:gd name="T23" fmla="*/ 73 h 158"/>
              <a:gd name="T24" fmla="*/ 19 w 114"/>
              <a:gd name="T25" fmla="*/ 46 h 158"/>
              <a:gd name="T26" fmla="*/ 0 w 114"/>
              <a:gd name="T27" fmla="*/ 40 h 158"/>
              <a:gd name="T28" fmla="*/ 20 w 114"/>
              <a:gd name="T29" fmla="*/ 24 h 158"/>
              <a:gd name="T30" fmla="*/ 29 w 114"/>
              <a:gd name="T31" fmla="*/ 0 h 158"/>
              <a:gd name="T32" fmla="*/ 43 w 114"/>
              <a:gd name="T33" fmla="*/ 24 h 158"/>
              <a:gd name="T34" fmla="*/ 55 w 114"/>
              <a:gd name="T35" fmla="*/ 0 h 158"/>
              <a:gd name="T36" fmla="*/ 69 w 114"/>
              <a:gd name="T37" fmla="*/ 24 h 158"/>
              <a:gd name="T38" fmla="*/ 93 w 114"/>
              <a:gd name="T39" fmla="*/ 31 h 158"/>
              <a:gd name="T40" fmla="*/ 105 w 114"/>
              <a:gd name="T41" fmla="*/ 49 h 158"/>
              <a:gd name="T42" fmla="*/ 76 w 114"/>
              <a:gd name="T43" fmla="*/ 50 h 158"/>
              <a:gd name="T44" fmla="*/ 69 w 114"/>
              <a:gd name="T45" fmla="*/ 43 h 158"/>
              <a:gd name="T46" fmla="*/ 58 w 114"/>
              <a:gd name="T47" fmla="*/ 41 h 158"/>
              <a:gd name="T48" fmla="*/ 47 w 114"/>
              <a:gd name="T49" fmla="*/ 41 h 158"/>
              <a:gd name="T50" fmla="*/ 44 w 114"/>
              <a:gd name="T51" fmla="*/ 70 h 158"/>
              <a:gd name="T52" fmla="*/ 51 w 114"/>
              <a:gd name="T53" fmla="*/ 70 h 158"/>
              <a:gd name="T54" fmla="*/ 61 w 114"/>
              <a:gd name="T55" fmla="*/ 69 h 158"/>
              <a:gd name="T56" fmla="*/ 71 w 114"/>
              <a:gd name="T57" fmla="*/ 66 h 158"/>
              <a:gd name="T58" fmla="*/ 77 w 114"/>
              <a:gd name="T59" fmla="*/ 60 h 158"/>
              <a:gd name="T60" fmla="*/ 84 w 114"/>
              <a:gd name="T61" fmla="*/ 100 h 158"/>
              <a:gd name="T62" fmla="*/ 79 w 114"/>
              <a:gd name="T63" fmla="*/ 90 h 158"/>
              <a:gd name="T64" fmla="*/ 68 w 114"/>
              <a:gd name="T65" fmla="*/ 85 h 158"/>
              <a:gd name="T66" fmla="*/ 54 w 114"/>
              <a:gd name="T67" fmla="*/ 84 h 158"/>
              <a:gd name="T68" fmla="*/ 44 w 114"/>
              <a:gd name="T69" fmla="*/ 84 h 158"/>
              <a:gd name="T70" fmla="*/ 47 w 114"/>
              <a:gd name="T71" fmla="*/ 116 h 158"/>
              <a:gd name="T72" fmla="*/ 57 w 114"/>
              <a:gd name="T73" fmla="*/ 116 h 158"/>
              <a:gd name="T74" fmla="*/ 68 w 114"/>
              <a:gd name="T75" fmla="*/ 115 h 158"/>
              <a:gd name="T76" fmla="*/ 77 w 114"/>
              <a:gd name="T77" fmla="*/ 112 h 158"/>
              <a:gd name="T78" fmla="*/ 83 w 114"/>
              <a:gd name="T79" fmla="*/ 105 h 1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14" h="158">
                <a:moveTo>
                  <a:pt x="105" y="49"/>
                </a:moveTo>
                <a:cubicBezTo>
                  <a:pt x="106" y="60"/>
                  <a:pt x="102" y="68"/>
                  <a:pt x="92" y="73"/>
                </a:cubicBezTo>
                <a:cubicBezTo>
                  <a:pt x="100" y="75"/>
                  <a:pt x="105" y="78"/>
                  <a:pt x="109" y="83"/>
                </a:cubicBezTo>
                <a:cubicBezTo>
                  <a:pt x="112" y="88"/>
                  <a:pt x="114" y="94"/>
                  <a:pt x="113" y="103"/>
                </a:cubicBezTo>
                <a:cubicBezTo>
                  <a:pt x="113" y="108"/>
                  <a:pt x="112" y="111"/>
                  <a:pt x="110" y="115"/>
                </a:cubicBezTo>
                <a:cubicBezTo>
                  <a:pt x="108" y="118"/>
                  <a:pt x="106" y="121"/>
                  <a:pt x="104" y="123"/>
                </a:cubicBezTo>
                <a:cubicBezTo>
                  <a:pt x="101" y="126"/>
                  <a:pt x="98" y="127"/>
                  <a:pt x="95" y="129"/>
                </a:cubicBezTo>
                <a:cubicBezTo>
                  <a:pt x="91" y="130"/>
                  <a:pt x="87" y="131"/>
                  <a:pt x="83" y="132"/>
                </a:cubicBezTo>
                <a:cubicBezTo>
                  <a:pt x="79" y="133"/>
                  <a:pt x="75" y="133"/>
                  <a:pt x="69" y="134"/>
                </a:cubicBezTo>
                <a:cubicBezTo>
                  <a:pt x="69" y="158"/>
                  <a:pt x="69" y="158"/>
                  <a:pt x="69" y="158"/>
                </a:cubicBezTo>
                <a:cubicBezTo>
                  <a:pt x="55" y="158"/>
                  <a:pt x="55" y="158"/>
                  <a:pt x="55" y="158"/>
                </a:cubicBezTo>
                <a:cubicBezTo>
                  <a:pt x="55" y="134"/>
                  <a:pt x="55" y="134"/>
                  <a:pt x="55" y="134"/>
                </a:cubicBezTo>
                <a:cubicBezTo>
                  <a:pt x="50" y="134"/>
                  <a:pt x="46" y="134"/>
                  <a:pt x="43" y="134"/>
                </a:cubicBezTo>
                <a:cubicBezTo>
                  <a:pt x="43" y="158"/>
                  <a:pt x="43" y="158"/>
                  <a:pt x="43" y="158"/>
                </a:cubicBezTo>
                <a:cubicBezTo>
                  <a:pt x="29" y="158"/>
                  <a:pt x="29" y="158"/>
                  <a:pt x="29" y="158"/>
                </a:cubicBezTo>
                <a:cubicBezTo>
                  <a:pt x="29" y="134"/>
                  <a:pt x="29" y="134"/>
                  <a:pt x="29" y="134"/>
                </a:cubicBezTo>
                <a:cubicBezTo>
                  <a:pt x="28" y="134"/>
                  <a:pt x="26" y="134"/>
                  <a:pt x="24" y="133"/>
                </a:cubicBezTo>
                <a:cubicBezTo>
                  <a:pt x="21" y="133"/>
                  <a:pt x="20" y="133"/>
                  <a:pt x="19" y="133"/>
                </a:cubicBezTo>
                <a:cubicBezTo>
                  <a:pt x="0" y="133"/>
                  <a:pt x="0" y="133"/>
                  <a:pt x="0" y="133"/>
                </a:cubicBezTo>
                <a:cubicBezTo>
                  <a:pt x="3" y="116"/>
                  <a:pt x="3" y="116"/>
                  <a:pt x="3" y="116"/>
                </a:cubicBezTo>
                <a:cubicBezTo>
                  <a:pt x="13" y="116"/>
                  <a:pt x="13" y="116"/>
                  <a:pt x="13" y="116"/>
                </a:cubicBezTo>
                <a:cubicBezTo>
                  <a:pt x="16" y="116"/>
                  <a:pt x="18" y="115"/>
                  <a:pt x="19" y="111"/>
                </a:cubicBezTo>
                <a:cubicBezTo>
                  <a:pt x="19" y="73"/>
                  <a:pt x="19" y="73"/>
                  <a:pt x="19" y="73"/>
                </a:cubicBezTo>
                <a:cubicBezTo>
                  <a:pt x="20" y="73"/>
                  <a:pt x="20" y="73"/>
                  <a:pt x="20" y="73"/>
                </a:cubicBezTo>
                <a:cubicBezTo>
                  <a:pt x="20" y="73"/>
                  <a:pt x="19" y="73"/>
                  <a:pt x="19" y="73"/>
                </a:cubicBezTo>
                <a:cubicBezTo>
                  <a:pt x="19" y="46"/>
                  <a:pt x="19" y="46"/>
                  <a:pt x="19" y="46"/>
                </a:cubicBezTo>
                <a:cubicBezTo>
                  <a:pt x="18" y="42"/>
                  <a:pt x="15" y="40"/>
                  <a:pt x="10" y="40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24"/>
                  <a:pt x="0" y="24"/>
                  <a:pt x="0" y="24"/>
                </a:cubicBezTo>
                <a:cubicBezTo>
                  <a:pt x="20" y="24"/>
                  <a:pt x="20" y="24"/>
                  <a:pt x="20" y="24"/>
                </a:cubicBezTo>
                <a:cubicBezTo>
                  <a:pt x="24" y="24"/>
                  <a:pt x="27" y="24"/>
                  <a:pt x="29" y="24"/>
                </a:cubicBezTo>
                <a:cubicBezTo>
                  <a:pt x="29" y="0"/>
                  <a:pt x="29" y="0"/>
                  <a:pt x="29" y="0"/>
                </a:cubicBezTo>
                <a:cubicBezTo>
                  <a:pt x="43" y="0"/>
                  <a:pt x="43" y="0"/>
                  <a:pt x="43" y="0"/>
                </a:cubicBezTo>
                <a:cubicBezTo>
                  <a:pt x="43" y="24"/>
                  <a:pt x="43" y="24"/>
                  <a:pt x="43" y="24"/>
                </a:cubicBezTo>
                <a:cubicBezTo>
                  <a:pt x="49" y="24"/>
                  <a:pt x="52" y="23"/>
                  <a:pt x="55" y="23"/>
                </a:cubicBezTo>
                <a:cubicBezTo>
                  <a:pt x="55" y="0"/>
                  <a:pt x="55" y="0"/>
                  <a:pt x="55" y="0"/>
                </a:cubicBezTo>
                <a:cubicBezTo>
                  <a:pt x="69" y="0"/>
                  <a:pt x="69" y="0"/>
                  <a:pt x="69" y="0"/>
                </a:cubicBezTo>
                <a:cubicBezTo>
                  <a:pt x="69" y="24"/>
                  <a:pt x="69" y="24"/>
                  <a:pt x="69" y="24"/>
                </a:cubicBezTo>
                <a:cubicBezTo>
                  <a:pt x="74" y="25"/>
                  <a:pt x="79" y="25"/>
                  <a:pt x="83" y="26"/>
                </a:cubicBezTo>
                <a:cubicBezTo>
                  <a:pt x="87" y="27"/>
                  <a:pt x="90" y="29"/>
                  <a:pt x="93" y="31"/>
                </a:cubicBezTo>
                <a:cubicBezTo>
                  <a:pt x="97" y="32"/>
                  <a:pt x="99" y="35"/>
                  <a:pt x="101" y="38"/>
                </a:cubicBezTo>
                <a:cubicBezTo>
                  <a:pt x="103" y="41"/>
                  <a:pt x="104" y="45"/>
                  <a:pt x="105" y="49"/>
                </a:cubicBezTo>
                <a:close/>
                <a:moveTo>
                  <a:pt x="78" y="55"/>
                </a:moveTo>
                <a:cubicBezTo>
                  <a:pt x="78" y="53"/>
                  <a:pt x="77" y="51"/>
                  <a:pt x="76" y="50"/>
                </a:cubicBezTo>
                <a:cubicBezTo>
                  <a:pt x="76" y="48"/>
                  <a:pt x="75" y="47"/>
                  <a:pt x="74" y="46"/>
                </a:cubicBezTo>
                <a:cubicBezTo>
                  <a:pt x="72" y="45"/>
                  <a:pt x="71" y="44"/>
                  <a:pt x="69" y="43"/>
                </a:cubicBezTo>
                <a:cubicBezTo>
                  <a:pt x="67" y="42"/>
                  <a:pt x="65" y="42"/>
                  <a:pt x="64" y="42"/>
                </a:cubicBezTo>
                <a:cubicBezTo>
                  <a:pt x="62" y="41"/>
                  <a:pt x="60" y="41"/>
                  <a:pt x="58" y="41"/>
                </a:cubicBezTo>
                <a:cubicBezTo>
                  <a:pt x="56" y="41"/>
                  <a:pt x="54" y="41"/>
                  <a:pt x="52" y="41"/>
                </a:cubicBezTo>
                <a:cubicBezTo>
                  <a:pt x="51" y="41"/>
                  <a:pt x="49" y="41"/>
                  <a:pt x="47" y="41"/>
                </a:cubicBezTo>
                <a:cubicBezTo>
                  <a:pt x="45" y="41"/>
                  <a:pt x="44" y="41"/>
                  <a:pt x="44" y="41"/>
                </a:cubicBezTo>
                <a:cubicBezTo>
                  <a:pt x="44" y="70"/>
                  <a:pt x="44" y="70"/>
                  <a:pt x="44" y="70"/>
                </a:cubicBezTo>
                <a:cubicBezTo>
                  <a:pt x="44" y="70"/>
                  <a:pt x="45" y="70"/>
                  <a:pt x="47" y="70"/>
                </a:cubicBezTo>
                <a:cubicBezTo>
                  <a:pt x="49" y="70"/>
                  <a:pt x="50" y="70"/>
                  <a:pt x="51" y="70"/>
                </a:cubicBezTo>
                <a:cubicBezTo>
                  <a:pt x="52" y="70"/>
                  <a:pt x="54" y="70"/>
                  <a:pt x="56" y="70"/>
                </a:cubicBezTo>
                <a:cubicBezTo>
                  <a:pt x="58" y="69"/>
                  <a:pt x="60" y="69"/>
                  <a:pt x="61" y="69"/>
                </a:cubicBezTo>
                <a:cubicBezTo>
                  <a:pt x="63" y="69"/>
                  <a:pt x="64" y="68"/>
                  <a:pt x="66" y="68"/>
                </a:cubicBezTo>
                <a:cubicBezTo>
                  <a:pt x="68" y="68"/>
                  <a:pt x="69" y="67"/>
                  <a:pt x="71" y="66"/>
                </a:cubicBezTo>
                <a:cubicBezTo>
                  <a:pt x="72" y="66"/>
                  <a:pt x="73" y="65"/>
                  <a:pt x="74" y="64"/>
                </a:cubicBezTo>
                <a:cubicBezTo>
                  <a:pt x="75" y="63"/>
                  <a:pt x="76" y="62"/>
                  <a:pt x="77" y="60"/>
                </a:cubicBezTo>
                <a:cubicBezTo>
                  <a:pt x="77" y="59"/>
                  <a:pt x="78" y="57"/>
                  <a:pt x="78" y="55"/>
                </a:cubicBezTo>
                <a:close/>
                <a:moveTo>
                  <a:pt x="84" y="100"/>
                </a:moveTo>
                <a:cubicBezTo>
                  <a:pt x="84" y="98"/>
                  <a:pt x="84" y="96"/>
                  <a:pt x="83" y="94"/>
                </a:cubicBezTo>
                <a:cubicBezTo>
                  <a:pt x="82" y="92"/>
                  <a:pt x="81" y="91"/>
                  <a:pt x="79" y="90"/>
                </a:cubicBezTo>
                <a:cubicBezTo>
                  <a:pt x="78" y="89"/>
                  <a:pt x="76" y="88"/>
                  <a:pt x="74" y="87"/>
                </a:cubicBezTo>
                <a:cubicBezTo>
                  <a:pt x="72" y="86"/>
                  <a:pt x="70" y="86"/>
                  <a:pt x="68" y="85"/>
                </a:cubicBezTo>
                <a:cubicBezTo>
                  <a:pt x="66" y="85"/>
                  <a:pt x="64" y="85"/>
                  <a:pt x="61" y="84"/>
                </a:cubicBezTo>
                <a:cubicBezTo>
                  <a:pt x="58" y="84"/>
                  <a:pt x="56" y="84"/>
                  <a:pt x="54" y="84"/>
                </a:cubicBezTo>
                <a:cubicBezTo>
                  <a:pt x="53" y="84"/>
                  <a:pt x="51" y="84"/>
                  <a:pt x="48" y="84"/>
                </a:cubicBezTo>
                <a:cubicBezTo>
                  <a:pt x="46" y="84"/>
                  <a:pt x="44" y="84"/>
                  <a:pt x="44" y="84"/>
                </a:cubicBezTo>
                <a:cubicBezTo>
                  <a:pt x="44" y="116"/>
                  <a:pt x="44" y="116"/>
                  <a:pt x="44" y="116"/>
                </a:cubicBezTo>
                <a:cubicBezTo>
                  <a:pt x="44" y="116"/>
                  <a:pt x="45" y="116"/>
                  <a:pt x="47" y="116"/>
                </a:cubicBezTo>
                <a:cubicBezTo>
                  <a:pt x="49" y="116"/>
                  <a:pt x="50" y="116"/>
                  <a:pt x="52" y="116"/>
                </a:cubicBezTo>
                <a:cubicBezTo>
                  <a:pt x="53" y="116"/>
                  <a:pt x="55" y="116"/>
                  <a:pt x="57" y="116"/>
                </a:cubicBezTo>
                <a:cubicBezTo>
                  <a:pt x="59" y="116"/>
                  <a:pt x="61" y="116"/>
                  <a:pt x="62" y="116"/>
                </a:cubicBezTo>
                <a:cubicBezTo>
                  <a:pt x="64" y="116"/>
                  <a:pt x="66" y="115"/>
                  <a:pt x="68" y="115"/>
                </a:cubicBezTo>
                <a:cubicBezTo>
                  <a:pt x="70" y="115"/>
                  <a:pt x="71" y="114"/>
                  <a:pt x="73" y="114"/>
                </a:cubicBezTo>
                <a:cubicBezTo>
                  <a:pt x="74" y="113"/>
                  <a:pt x="76" y="113"/>
                  <a:pt x="77" y="112"/>
                </a:cubicBezTo>
                <a:cubicBezTo>
                  <a:pt x="79" y="111"/>
                  <a:pt x="80" y="110"/>
                  <a:pt x="81" y="109"/>
                </a:cubicBezTo>
                <a:cubicBezTo>
                  <a:pt x="82" y="108"/>
                  <a:pt x="83" y="107"/>
                  <a:pt x="83" y="105"/>
                </a:cubicBezTo>
                <a:cubicBezTo>
                  <a:pt x="84" y="104"/>
                  <a:pt x="84" y="102"/>
                  <a:pt x="84" y="10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14" name="Freeform 317"/>
          <p:cNvSpPr>
            <a:spLocks noEditPoints="1"/>
          </p:cNvSpPr>
          <p:nvPr/>
        </p:nvSpPr>
        <p:spPr bwMode="auto">
          <a:xfrm>
            <a:off x="10345796" y="4378802"/>
            <a:ext cx="209627" cy="244204"/>
          </a:xfrm>
          <a:custGeom>
            <a:avLst/>
            <a:gdLst>
              <a:gd name="T0" fmla="*/ 85 w 146"/>
              <a:gd name="T1" fmla="*/ 52 h 170"/>
              <a:gd name="T2" fmla="*/ 88 w 146"/>
              <a:gd name="T3" fmla="*/ 58 h 170"/>
              <a:gd name="T4" fmla="*/ 94 w 146"/>
              <a:gd name="T5" fmla="*/ 61 h 170"/>
              <a:gd name="T6" fmla="*/ 146 w 146"/>
              <a:gd name="T7" fmla="*/ 61 h 170"/>
              <a:gd name="T8" fmla="*/ 146 w 146"/>
              <a:gd name="T9" fmla="*/ 161 h 170"/>
              <a:gd name="T10" fmla="*/ 143 w 146"/>
              <a:gd name="T11" fmla="*/ 167 h 170"/>
              <a:gd name="T12" fmla="*/ 137 w 146"/>
              <a:gd name="T13" fmla="*/ 170 h 170"/>
              <a:gd name="T14" fmla="*/ 9 w 146"/>
              <a:gd name="T15" fmla="*/ 170 h 170"/>
              <a:gd name="T16" fmla="*/ 3 w 146"/>
              <a:gd name="T17" fmla="*/ 167 h 170"/>
              <a:gd name="T18" fmla="*/ 0 w 146"/>
              <a:gd name="T19" fmla="*/ 161 h 170"/>
              <a:gd name="T20" fmla="*/ 0 w 146"/>
              <a:gd name="T21" fmla="*/ 9 h 170"/>
              <a:gd name="T22" fmla="*/ 3 w 146"/>
              <a:gd name="T23" fmla="*/ 3 h 170"/>
              <a:gd name="T24" fmla="*/ 9 w 146"/>
              <a:gd name="T25" fmla="*/ 0 h 170"/>
              <a:gd name="T26" fmla="*/ 85 w 146"/>
              <a:gd name="T27" fmla="*/ 0 h 170"/>
              <a:gd name="T28" fmla="*/ 85 w 146"/>
              <a:gd name="T29" fmla="*/ 52 h 170"/>
              <a:gd name="T30" fmla="*/ 97 w 146"/>
              <a:gd name="T31" fmla="*/ 49 h 170"/>
              <a:gd name="T32" fmla="*/ 97 w 146"/>
              <a:gd name="T33" fmla="*/ 4 h 170"/>
              <a:gd name="T34" fmla="*/ 101 w 146"/>
              <a:gd name="T35" fmla="*/ 7 h 170"/>
              <a:gd name="T36" fmla="*/ 139 w 146"/>
              <a:gd name="T37" fmla="*/ 45 h 170"/>
              <a:gd name="T38" fmla="*/ 142 w 146"/>
              <a:gd name="T39" fmla="*/ 49 h 170"/>
              <a:gd name="T40" fmla="*/ 97 w 146"/>
              <a:gd name="T41" fmla="*/ 49 h 1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146" h="170">
                <a:moveTo>
                  <a:pt x="85" y="52"/>
                </a:moveTo>
                <a:cubicBezTo>
                  <a:pt x="85" y="54"/>
                  <a:pt x="86" y="56"/>
                  <a:pt x="88" y="58"/>
                </a:cubicBezTo>
                <a:cubicBezTo>
                  <a:pt x="90" y="60"/>
                  <a:pt x="92" y="61"/>
                  <a:pt x="94" y="61"/>
                </a:cubicBezTo>
                <a:cubicBezTo>
                  <a:pt x="146" y="61"/>
                  <a:pt x="146" y="61"/>
                  <a:pt x="146" y="61"/>
                </a:cubicBezTo>
                <a:cubicBezTo>
                  <a:pt x="146" y="161"/>
                  <a:pt x="146" y="161"/>
                  <a:pt x="146" y="161"/>
                </a:cubicBezTo>
                <a:cubicBezTo>
                  <a:pt x="146" y="163"/>
                  <a:pt x="145" y="165"/>
                  <a:pt x="143" y="167"/>
                </a:cubicBezTo>
                <a:cubicBezTo>
                  <a:pt x="141" y="169"/>
                  <a:pt x="139" y="170"/>
                  <a:pt x="137" y="170"/>
                </a:cubicBezTo>
                <a:cubicBezTo>
                  <a:pt x="9" y="170"/>
                  <a:pt x="9" y="170"/>
                  <a:pt x="9" y="170"/>
                </a:cubicBezTo>
                <a:cubicBezTo>
                  <a:pt x="7" y="170"/>
                  <a:pt x="5" y="169"/>
                  <a:pt x="3" y="167"/>
                </a:cubicBezTo>
                <a:cubicBezTo>
                  <a:pt x="1" y="165"/>
                  <a:pt x="0" y="163"/>
                  <a:pt x="0" y="161"/>
                </a:cubicBezTo>
                <a:cubicBezTo>
                  <a:pt x="0" y="9"/>
                  <a:pt x="0" y="9"/>
                  <a:pt x="0" y="9"/>
                </a:cubicBezTo>
                <a:cubicBezTo>
                  <a:pt x="0" y="7"/>
                  <a:pt x="1" y="5"/>
                  <a:pt x="3" y="3"/>
                </a:cubicBezTo>
                <a:cubicBezTo>
                  <a:pt x="5" y="1"/>
                  <a:pt x="7" y="0"/>
                  <a:pt x="9" y="0"/>
                </a:cubicBezTo>
                <a:cubicBezTo>
                  <a:pt x="85" y="0"/>
                  <a:pt x="85" y="0"/>
                  <a:pt x="85" y="0"/>
                </a:cubicBezTo>
                <a:lnTo>
                  <a:pt x="85" y="52"/>
                </a:lnTo>
                <a:close/>
                <a:moveTo>
                  <a:pt x="97" y="49"/>
                </a:moveTo>
                <a:cubicBezTo>
                  <a:pt x="97" y="4"/>
                  <a:pt x="97" y="4"/>
                  <a:pt x="97" y="4"/>
                </a:cubicBezTo>
                <a:cubicBezTo>
                  <a:pt x="99" y="5"/>
                  <a:pt x="100" y="6"/>
                  <a:pt x="101" y="7"/>
                </a:cubicBezTo>
                <a:cubicBezTo>
                  <a:pt x="139" y="45"/>
                  <a:pt x="139" y="45"/>
                  <a:pt x="139" y="45"/>
                </a:cubicBezTo>
                <a:cubicBezTo>
                  <a:pt x="140" y="46"/>
                  <a:pt x="141" y="47"/>
                  <a:pt x="142" y="49"/>
                </a:cubicBezTo>
                <a:lnTo>
                  <a:pt x="97" y="4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15" name="Freeform 318"/>
          <p:cNvSpPr>
            <a:spLocks noEditPoints="1"/>
          </p:cNvSpPr>
          <p:nvPr/>
        </p:nvSpPr>
        <p:spPr bwMode="auto">
          <a:xfrm>
            <a:off x="10615933" y="4378802"/>
            <a:ext cx="207464" cy="244204"/>
          </a:xfrm>
          <a:custGeom>
            <a:avLst/>
            <a:gdLst>
              <a:gd name="T0" fmla="*/ 94 w 145"/>
              <a:gd name="T1" fmla="*/ 61 h 170"/>
              <a:gd name="T2" fmla="*/ 145 w 145"/>
              <a:gd name="T3" fmla="*/ 61 h 170"/>
              <a:gd name="T4" fmla="*/ 145 w 145"/>
              <a:gd name="T5" fmla="*/ 161 h 170"/>
              <a:gd name="T6" fmla="*/ 142 w 145"/>
              <a:gd name="T7" fmla="*/ 167 h 170"/>
              <a:gd name="T8" fmla="*/ 136 w 145"/>
              <a:gd name="T9" fmla="*/ 170 h 170"/>
              <a:gd name="T10" fmla="*/ 9 w 145"/>
              <a:gd name="T11" fmla="*/ 170 h 170"/>
              <a:gd name="T12" fmla="*/ 2 w 145"/>
              <a:gd name="T13" fmla="*/ 167 h 170"/>
              <a:gd name="T14" fmla="*/ 0 w 145"/>
              <a:gd name="T15" fmla="*/ 161 h 170"/>
              <a:gd name="T16" fmla="*/ 0 w 145"/>
              <a:gd name="T17" fmla="*/ 9 h 170"/>
              <a:gd name="T18" fmla="*/ 2 w 145"/>
              <a:gd name="T19" fmla="*/ 3 h 170"/>
              <a:gd name="T20" fmla="*/ 9 w 145"/>
              <a:gd name="T21" fmla="*/ 0 h 170"/>
              <a:gd name="T22" fmla="*/ 84 w 145"/>
              <a:gd name="T23" fmla="*/ 0 h 170"/>
              <a:gd name="T24" fmla="*/ 84 w 145"/>
              <a:gd name="T25" fmla="*/ 52 h 170"/>
              <a:gd name="T26" fmla="*/ 87 w 145"/>
              <a:gd name="T27" fmla="*/ 58 h 170"/>
              <a:gd name="T28" fmla="*/ 94 w 145"/>
              <a:gd name="T29" fmla="*/ 61 h 170"/>
              <a:gd name="T30" fmla="*/ 109 w 145"/>
              <a:gd name="T31" fmla="*/ 82 h 170"/>
              <a:gd name="T32" fmla="*/ 109 w 145"/>
              <a:gd name="T33" fmla="*/ 76 h 170"/>
              <a:gd name="T34" fmla="*/ 108 w 145"/>
              <a:gd name="T35" fmla="*/ 74 h 170"/>
              <a:gd name="T36" fmla="*/ 106 w 145"/>
              <a:gd name="T37" fmla="*/ 73 h 170"/>
              <a:gd name="T38" fmla="*/ 39 w 145"/>
              <a:gd name="T39" fmla="*/ 73 h 170"/>
              <a:gd name="T40" fmla="*/ 37 w 145"/>
              <a:gd name="T41" fmla="*/ 74 h 170"/>
              <a:gd name="T42" fmla="*/ 36 w 145"/>
              <a:gd name="T43" fmla="*/ 76 h 170"/>
              <a:gd name="T44" fmla="*/ 36 w 145"/>
              <a:gd name="T45" fmla="*/ 82 h 170"/>
              <a:gd name="T46" fmla="*/ 37 w 145"/>
              <a:gd name="T47" fmla="*/ 84 h 170"/>
              <a:gd name="T48" fmla="*/ 39 w 145"/>
              <a:gd name="T49" fmla="*/ 85 h 170"/>
              <a:gd name="T50" fmla="*/ 106 w 145"/>
              <a:gd name="T51" fmla="*/ 85 h 170"/>
              <a:gd name="T52" fmla="*/ 108 w 145"/>
              <a:gd name="T53" fmla="*/ 84 h 170"/>
              <a:gd name="T54" fmla="*/ 109 w 145"/>
              <a:gd name="T55" fmla="*/ 82 h 170"/>
              <a:gd name="T56" fmla="*/ 109 w 145"/>
              <a:gd name="T57" fmla="*/ 106 h 170"/>
              <a:gd name="T58" fmla="*/ 109 w 145"/>
              <a:gd name="T59" fmla="*/ 100 h 170"/>
              <a:gd name="T60" fmla="*/ 108 w 145"/>
              <a:gd name="T61" fmla="*/ 98 h 170"/>
              <a:gd name="T62" fmla="*/ 106 w 145"/>
              <a:gd name="T63" fmla="*/ 97 h 170"/>
              <a:gd name="T64" fmla="*/ 39 w 145"/>
              <a:gd name="T65" fmla="*/ 97 h 170"/>
              <a:gd name="T66" fmla="*/ 37 w 145"/>
              <a:gd name="T67" fmla="*/ 98 h 170"/>
              <a:gd name="T68" fmla="*/ 36 w 145"/>
              <a:gd name="T69" fmla="*/ 100 h 170"/>
              <a:gd name="T70" fmla="*/ 36 w 145"/>
              <a:gd name="T71" fmla="*/ 106 h 170"/>
              <a:gd name="T72" fmla="*/ 37 w 145"/>
              <a:gd name="T73" fmla="*/ 108 h 170"/>
              <a:gd name="T74" fmla="*/ 39 w 145"/>
              <a:gd name="T75" fmla="*/ 109 h 170"/>
              <a:gd name="T76" fmla="*/ 106 w 145"/>
              <a:gd name="T77" fmla="*/ 109 h 170"/>
              <a:gd name="T78" fmla="*/ 108 w 145"/>
              <a:gd name="T79" fmla="*/ 108 h 170"/>
              <a:gd name="T80" fmla="*/ 109 w 145"/>
              <a:gd name="T81" fmla="*/ 106 h 170"/>
              <a:gd name="T82" fmla="*/ 109 w 145"/>
              <a:gd name="T83" fmla="*/ 130 h 170"/>
              <a:gd name="T84" fmla="*/ 109 w 145"/>
              <a:gd name="T85" fmla="*/ 124 h 170"/>
              <a:gd name="T86" fmla="*/ 108 w 145"/>
              <a:gd name="T87" fmla="*/ 122 h 170"/>
              <a:gd name="T88" fmla="*/ 106 w 145"/>
              <a:gd name="T89" fmla="*/ 121 h 170"/>
              <a:gd name="T90" fmla="*/ 39 w 145"/>
              <a:gd name="T91" fmla="*/ 121 h 170"/>
              <a:gd name="T92" fmla="*/ 37 w 145"/>
              <a:gd name="T93" fmla="*/ 122 h 170"/>
              <a:gd name="T94" fmla="*/ 36 w 145"/>
              <a:gd name="T95" fmla="*/ 124 h 170"/>
              <a:gd name="T96" fmla="*/ 36 w 145"/>
              <a:gd name="T97" fmla="*/ 130 h 170"/>
              <a:gd name="T98" fmla="*/ 37 w 145"/>
              <a:gd name="T99" fmla="*/ 132 h 170"/>
              <a:gd name="T100" fmla="*/ 39 w 145"/>
              <a:gd name="T101" fmla="*/ 133 h 170"/>
              <a:gd name="T102" fmla="*/ 106 w 145"/>
              <a:gd name="T103" fmla="*/ 133 h 170"/>
              <a:gd name="T104" fmla="*/ 108 w 145"/>
              <a:gd name="T105" fmla="*/ 132 h 170"/>
              <a:gd name="T106" fmla="*/ 109 w 145"/>
              <a:gd name="T107" fmla="*/ 130 h 170"/>
              <a:gd name="T108" fmla="*/ 139 w 145"/>
              <a:gd name="T109" fmla="*/ 45 h 170"/>
              <a:gd name="T110" fmla="*/ 141 w 145"/>
              <a:gd name="T111" fmla="*/ 49 h 170"/>
              <a:gd name="T112" fmla="*/ 97 w 145"/>
              <a:gd name="T113" fmla="*/ 49 h 170"/>
              <a:gd name="T114" fmla="*/ 97 w 145"/>
              <a:gd name="T115" fmla="*/ 4 h 170"/>
              <a:gd name="T116" fmla="*/ 100 w 145"/>
              <a:gd name="T117" fmla="*/ 7 h 170"/>
              <a:gd name="T118" fmla="*/ 139 w 145"/>
              <a:gd name="T119" fmla="*/ 45 h 1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45" h="170">
                <a:moveTo>
                  <a:pt x="94" y="61"/>
                </a:moveTo>
                <a:cubicBezTo>
                  <a:pt x="145" y="61"/>
                  <a:pt x="145" y="61"/>
                  <a:pt x="145" y="61"/>
                </a:cubicBezTo>
                <a:cubicBezTo>
                  <a:pt x="145" y="161"/>
                  <a:pt x="145" y="161"/>
                  <a:pt x="145" y="161"/>
                </a:cubicBezTo>
                <a:cubicBezTo>
                  <a:pt x="145" y="163"/>
                  <a:pt x="144" y="165"/>
                  <a:pt x="142" y="167"/>
                </a:cubicBezTo>
                <a:cubicBezTo>
                  <a:pt x="141" y="169"/>
                  <a:pt x="138" y="170"/>
                  <a:pt x="136" y="170"/>
                </a:cubicBezTo>
                <a:cubicBezTo>
                  <a:pt x="9" y="170"/>
                  <a:pt x="9" y="170"/>
                  <a:pt x="9" y="170"/>
                </a:cubicBezTo>
                <a:cubicBezTo>
                  <a:pt x="6" y="170"/>
                  <a:pt x="4" y="169"/>
                  <a:pt x="2" y="167"/>
                </a:cubicBezTo>
                <a:cubicBezTo>
                  <a:pt x="1" y="165"/>
                  <a:pt x="0" y="163"/>
                  <a:pt x="0" y="161"/>
                </a:cubicBezTo>
                <a:cubicBezTo>
                  <a:pt x="0" y="9"/>
                  <a:pt x="0" y="9"/>
                  <a:pt x="0" y="9"/>
                </a:cubicBezTo>
                <a:cubicBezTo>
                  <a:pt x="0" y="7"/>
                  <a:pt x="1" y="5"/>
                  <a:pt x="2" y="3"/>
                </a:cubicBezTo>
                <a:cubicBezTo>
                  <a:pt x="4" y="1"/>
                  <a:pt x="6" y="0"/>
                  <a:pt x="9" y="0"/>
                </a:cubicBezTo>
                <a:cubicBezTo>
                  <a:pt x="84" y="0"/>
                  <a:pt x="84" y="0"/>
                  <a:pt x="84" y="0"/>
                </a:cubicBezTo>
                <a:cubicBezTo>
                  <a:pt x="84" y="52"/>
                  <a:pt x="84" y="52"/>
                  <a:pt x="84" y="52"/>
                </a:cubicBezTo>
                <a:cubicBezTo>
                  <a:pt x="84" y="54"/>
                  <a:pt x="85" y="56"/>
                  <a:pt x="87" y="58"/>
                </a:cubicBezTo>
                <a:cubicBezTo>
                  <a:pt x="89" y="60"/>
                  <a:pt x="91" y="61"/>
                  <a:pt x="94" y="61"/>
                </a:cubicBezTo>
                <a:close/>
                <a:moveTo>
                  <a:pt x="109" y="82"/>
                </a:moveTo>
                <a:cubicBezTo>
                  <a:pt x="109" y="76"/>
                  <a:pt x="109" y="76"/>
                  <a:pt x="109" y="76"/>
                </a:cubicBezTo>
                <a:cubicBezTo>
                  <a:pt x="109" y="75"/>
                  <a:pt x="108" y="74"/>
                  <a:pt x="108" y="74"/>
                </a:cubicBezTo>
                <a:cubicBezTo>
                  <a:pt x="107" y="73"/>
                  <a:pt x="106" y="73"/>
                  <a:pt x="106" y="73"/>
                </a:cubicBezTo>
                <a:cubicBezTo>
                  <a:pt x="39" y="73"/>
                  <a:pt x="39" y="73"/>
                  <a:pt x="39" y="73"/>
                </a:cubicBezTo>
                <a:cubicBezTo>
                  <a:pt x="38" y="73"/>
                  <a:pt x="37" y="73"/>
                  <a:pt x="37" y="74"/>
                </a:cubicBezTo>
                <a:cubicBezTo>
                  <a:pt x="36" y="74"/>
                  <a:pt x="36" y="75"/>
                  <a:pt x="36" y="76"/>
                </a:cubicBezTo>
                <a:cubicBezTo>
                  <a:pt x="36" y="82"/>
                  <a:pt x="36" y="82"/>
                  <a:pt x="36" y="82"/>
                </a:cubicBezTo>
                <a:cubicBezTo>
                  <a:pt x="36" y="83"/>
                  <a:pt x="36" y="84"/>
                  <a:pt x="37" y="84"/>
                </a:cubicBezTo>
                <a:cubicBezTo>
                  <a:pt x="37" y="85"/>
                  <a:pt x="38" y="85"/>
                  <a:pt x="39" y="85"/>
                </a:cubicBezTo>
                <a:cubicBezTo>
                  <a:pt x="106" y="85"/>
                  <a:pt x="106" y="85"/>
                  <a:pt x="106" y="85"/>
                </a:cubicBezTo>
                <a:cubicBezTo>
                  <a:pt x="106" y="85"/>
                  <a:pt x="107" y="85"/>
                  <a:pt x="108" y="84"/>
                </a:cubicBezTo>
                <a:cubicBezTo>
                  <a:pt x="108" y="84"/>
                  <a:pt x="109" y="83"/>
                  <a:pt x="109" y="82"/>
                </a:cubicBezTo>
                <a:close/>
                <a:moveTo>
                  <a:pt x="109" y="106"/>
                </a:moveTo>
                <a:cubicBezTo>
                  <a:pt x="109" y="100"/>
                  <a:pt x="109" y="100"/>
                  <a:pt x="109" y="100"/>
                </a:cubicBezTo>
                <a:cubicBezTo>
                  <a:pt x="109" y="99"/>
                  <a:pt x="108" y="98"/>
                  <a:pt x="108" y="98"/>
                </a:cubicBezTo>
                <a:cubicBezTo>
                  <a:pt x="107" y="97"/>
                  <a:pt x="106" y="97"/>
                  <a:pt x="106" y="97"/>
                </a:cubicBezTo>
                <a:cubicBezTo>
                  <a:pt x="39" y="97"/>
                  <a:pt x="39" y="97"/>
                  <a:pt x="39" y="97"/>
                </a:cubicBezTo>
                <a:cubicBezTo>
                  <a:pt x="38" y="97"/>
                  <a:pt x="37" y="97"/>
                  <a:pt x="37" y="98"/>
                </a:cubicBezTo>
                <a:cubicBezTo>
                  <a:pt x="36" y="98"/>
                  <a:pt x="36" y="99"/>
                  <a:pt x="36" y="100"/>
                </a:cubicBezTo>
                <a:cubicBezTo>
                  <a:pt x="36" y="106"/>
                  <a:pt x="36" y="106"/>
                  <a:pt x="36" y="106"/>
                </a:cubicBezTo>
                <a:cubicBezTo>
                  <a:pt x="36" y="107"/>
                  <a:pt x="36" y="108"/>
                  <a:pt x="37" y="108"/>
                </a:cubicBezTo>
                <a:cubicBezTo>
                  <a:pt x="37" y="109"/>
                  <a:pt x="38" y="109"/>
                  <a:pt x="39" y="109"/>
                </a:cubicBezTo>
                <a:cubicBezTo>
                  <a:pt x="106" y="109"/>
                  <a:pt x="106" y="109"/>
                  <a:pt x="106" y="109"/>
                </a:cubicBezTo>
                <a:cubicBezTo>
                  <a:pt x="106" y="109"/>
                  <a:pt x="107" y="109"/>
                  <a:pt x="108" y="108"/>
                </a:cubicBezTo>
                <a:cubicBezTo>
                  <a:pt x="108" y="108"/>
                  <a:pt x="109" y="107"/>
                  <a:pt x="109" y="106"/>
                </a:cubicBezTo>
                <a:close/>
                <a:moveTo>
                  <a:pt x="109" y="130"/>
                </a:moveTo>
                <a:cubicBezTo>
                  <a:pt x="109" y="124"/>
                  <a:pt x="109" y="124"/>
                  <a:pt x="109" y="124"/>
                </a:cubicBezTo>
                <a:cubicBezTo>
                  <a:pt x="109" y="123"/>
                  <a:pt x="108" y="123"/>
                  <a:pt x="108" y="122"/>
                </a:cubicBezTo>
                <a:cubicBezTo>
                  <a:pt x="107" y="122"/>
                  <a:pt x="106" y="121"/>
                  <a:pt x="106" y="121"/>
                </a:cubicBezTo>
                <a:cubicBezTo>
                  <a:pt x="39" y="121"/>
                  <a:pt x="39" y="121"/>
                  <a:pt x="39" y="121"/>
                </a:cubicBezTo>
                <a:cubicBezTo>
                  <a:pt x="38" y="121"/>
                  <a:pt x="37" y="122"/>
                  <a:pt x="37" y="122"/>
                </a:cubicBezTo>
                <a:cubicBezTo>
                  <a:pt x="36" y="123"/>
                  <a:pt x="36" y="123"/>
                  <a:pt x="36" y="124"/>
                </a:cubicBezTo>
                <a:cubicBezTo>
                  <a:pt x="36" y="130"/>
                  <a:pt x="36" y="130"/>
                  <a:pt x="36" y="130"/>
                </a:cubicBezTo>
                <a:cubicBezTo>
                  <a:pt x="36" y="131"/>
                  <a:pt x="36" y="132"/>
                  <a:pt x="37" y="132"/>
                </a:cubicBezTo>
                <a:cubicBezTo>
                  <a:pt x="37" y="133"/>
                  <a:pt x="38" y="133"/>
                  <a:pt x="39" y="133"/>
                </a:cubicBezTo>
                <a:cubicBezTo>
                  <a:pt x="106" y="133"/>
                  <a:pt x="106" y="133"/>
                  <a:pt x="106" y="133"/>
                </a:cubicBezTo>
                <a:cubicBezTo>
                  <a:pt x="106" y="133"/>
                  <a:pt x="107" y="133"/>
                  <a:pt x="108" y="132"/>
                </a:cubicBezTo>
                <a:cubicBezTo>
                  <a:pt x="108" y="132"/>
                  <a:pt x="109" y="131"/>
                  <a:pt x="109" y="130"/>
                </a:cubicBezTo>
                <a:close/>
                <a:moveTo>
                  <a:pt x="139" y="45"/>
                </a:moveTo>
                <a:cubicBezTo>
                  <a:pt x="139" y="46"/>
                  <a:pt x="140" y="47"/>
                  <a:pt x="141" y="49"/>
                </a:cubicBezTo>
                <a:cubicBezTo>
                  <a:pt x="97" y="49"/>
                  <a:pt x="97" y="49"/>
                  <a:pt x="97" y="49"/>
                </a:cubicBezTo>
                <a:cubicBezTo>
                  <a:pt x="97" y="4"/>
                  <a:pt x="97" y="4"/>
                  <a:pt x="97" y="4"/>
                </a:cubicBezTo>
                <a:cubicBezTo>
                  <a:pt x="98" y="5"/>
                  <a:pt x="99" y="6"/>
                  <a:pt x="100" y="7"/>
                </a:cubicBezTo>
                <a:lnTo>
                  <a:pt x="139" y="4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16" name="Freeform 319"/>
          <p:cNvSpPr>
            <a:spLocks noEditPoints="1"/>
          </p:cNvSpPr>
          <p:nvPr/>
        </p:nvSpPr>
        <p:spPr bwMode="auto">
          <a:xfrm>
            <a:off x="10890392" y="4378802"/>
            <a:ext cx="220432" cy="244204"/>
          </a:xfrm>
          <a:custGeom>
            <a:avLst/>
            <a:gdLst>
              <a:gd name="T0" fmla="*/ 66 w 154"/>
              <a:gd name="T1" fmla="*/ 139 h 170"/>
              <a:gd name="T2" fmla="*/ 33 w 154"/>
              <a:gd name="T3" fmla="*/ 170 h 170"/>
              <a:gd name="T4" fmla="*/ 1 w 154"/>
              <a:gd name="T5" fmla="*/ 139 h 170"/>
              <a:gd name="T6" fmla="*/ 3 w 154"/>
              <a:gd name="T7" fmla="*/ 133 h 170"/>
              <a:gd name="T8" fmla="*/ 21 w 154"/>
              <a:gd name="T9" fmla="*/ 3 h 170"/>
              <a:gd name="T10" fmla="*/ 24 w 154"/>
              <a:gd name="T11" fmla="*/ 0 h 170"/>
              <a:gd name="T12" fmla="*/ 45 w 154"/>
              <a:gd name="T13" fmla="*/ 1 h 170"/>
              <a:gd name="T14" fmla="*/ 45 w 154"/>
              <a:gd name="T15" fmla="*/ 133 h 170"/>
              <a:gd name="T16" fmla="*/ 66 w 154"/>
              <a:gd name="T17" fmla="*/ 134 h 170"/>
              <a:gd name="T18" fmla="*/ 154 w 154"/>
              <a:gd name="T19" fmla="*/ 63 h 170"/>
              <a:gd name="T20" fmla="*/ 127 w 154"/>
              <a:gd name="T21" fmla="*/ 73 h 170"/>
              <a:gd name="T22" fmla="*/ 134 w 154"/>
              <a:gd name="T23" fmla="*/ 63 h 170"/>
              <a:gd name="T24" fmla="*/ 107 w 154"/>
              <a:gd name="T25" fmla="*/ 49 h 170"/>
              <a:gd name="T26" fmla="*/ 109 w 154"/>
              <a:gd name="T27" fmla="*/ 63 h 170"/>
              <a:gd name="T28" fmla="*/ 82 w 154"/>
              <a:gd name="T29" fmla="*/ 73 h 170"/>
              <a:gd name="T30" fmla="*/ 89 w 154"/>
              <a:gd name="T31" fmla="*/ 63 h 170"/>
              <a:gd name="T32" fmla="*/ 126 w 154"/>
              <a:gd name="T33" fmla="*/ 0 h 170"/>
              <a:gd name="T34" fmla="*/ 154 w 154"/>
              <a:gd name="T35" fmla="*/ 63 h 170"/>
              <a:gd name="T36" fmla="*/ 146 w 154"/>
              <a:gd name="T37" fmla="*/ 170 h 170"/>
              <a:gd name="T38" fmla="*/ 90 w 154"/>
              <a:gd name="T39" fmla="*/ 161 h 170"/>
              <a:gd name="T40" fmla="*/ 127 w 154"/>
              <a:gd name="T41" fmla="*/ 109 h 170"/>
              <a:gd name="T42" fmla="*/ 128 w 154"/>
              <a:gd name="T43" fmla="*/ 107 h 170"/>
              <a:gd name="T44" fmla="*/ 127 w 154"/>
              <a:gd name="T45" fmla="*/ 108 h 170"/>
              <a:gd name="T46" fmla="*/ 102 w 154"/>
              <a:gd name="T47" fmla="*/ 108 h 170"/>
              <a:gd name="T48" fmla="*/ 91 w 154"/>
              <a:gd name="T49" fmla="*/ 119 h 170"/>
              <a:gd name="T50" fmla="*/ 145 w 154"/>
              <a:gd name="T51" fmla="*/ 97 h 170"/>
              <a:gd name="T52" fmla="*/ 110 w 154"/>
              <a:gd name="T53" fmla="*/ 156 h 170"/>
              <a:gd name="T54" fmla="*/ 107 w 154"/>
              <a:gd name="T55" fmla="*/ 159 h 170"/>
              <a:gd name="T56" fmla="*/ 108 w 154"/>
              <a:gd name="T57" fmla="*/ 159 h 170"/>
              <a:gd name="T58" fmla="*/ 134 w 154"/>
              <a:gd name="T59" fmla="*/ 159 h 170"/>
              <a:gd name="T60" fmla="*/ 146 w 154"/>
              <a:gd name="T61" fmla="*/ 148 h 170"/>
              <a:gd name="T62" fmla="*/ 126 w 154"/>
              <a:gd name="T63" fmla="*/ 39 h 170"/>
              <a:gd name="T64" fmla="*/ 118 w 154"/>
              <a:gd name="T65" fmla="*/ 14 h 170"/>
              <a:gd name="T66" fmla="*/ 118 w 154"/>
              <a:gd name="T67" fmla="*/ 12 h 170"/>
              <a:gd name="T68" fmla="*/ 117 w 154"/>
              <a:gd name="T69" fmla="*/ 15 h 170"/>
              <a:gd name="T70" fmla="*/ 110 w 154"/>
              <a:gd name="T71" fmla="*/ 39 h 1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54" h="170">
                <a:moveTo>
                  <a:pt x="67" y="136"/>
                </a:moveTo>
                <a:cubicBezTo>
                  <a:pt x="67" y="137"/>
                  <a:pt x="66" y="138"/>
                  <a:pt x="66" y="139"/>
                </a:cubicBezTo>
                <a:cubicBezTo>
                  <a:pt x="36" y="169"/>
                  <a:pt x="36" y="169"/>
                  <a:pt x="36" y="169"/>
                </a:cubicBezTo>
                <a:cubicBezTo>
                  <a:pt x="35" y="169"/>
                  <a:pt x="34" y="170"/>
                  <a:pt x="33" y="170"/>
                </a:cubicBezTo>
                <a:cubicBezTo>
                  <a:pt x="33" y="170"/>
                  <a:pt x="32" y="169"/>
                  <a:pt x="31" y="169"/>
                </a:cubicBezTo>
                <a:cubicBezTo>
                  <a:pt x="1" y="139"/>
                  <a:pt x="1" y="139"/>
                  <a:pt x="1" y="139"/>
                </a:cubicBezTo>
                <a:cubicBezTo>
                  <a:pt x="0" y="138"/>
                  <a:pt x="0" y="136"/>
                  <a:pt x="0" y="135"/>
                </a:cubicBezTo>
                <a:cubicBezTo>
                  <a:pt x="1" y="134"/>
                  <a:pt x="2" y="133"/>
                  <a:pt x="3" y="133"/>
                </a:cubicBezTo>
                <a:cubicBezTo>
                  <a:pt x="21" y="133"/>
                  <a:pt x="21" y="133"/>
                  <a:pt x="21" y="133"/>
                </a:cubicBezTo>
                <a:cubicBezTo>
                  <a:pt x="21" y="3"/>
                  <a:pt x="21" y="3"/>
                  <a:pt x="21" y="3"/>
                </a:cubicBezTo>
                <a:cubicBezTo>
                  <a:pt x="21" y="2"/>
                  <a:pt x="22" y="2"/>
                  <a:pt x="22" y="1"/>
                </a:cubicBezTo>
                <a:cubicBezTo>
                  <a:pt x="23" y="0"/>
                  <a:pt x="23" y="0"/>
                  <a:pt x="24" y="0"/>
                </a:cubicBezTo>
                <a:cubicBezTo>
                  <a:pt x="42" y="0"/>
                  <a:pt x="42" y="0"/>
                  <a:pt x="42" y="0"/>
                </a:cubicBezTo>
                <a:cubicBezTo>
                  <a:pt x="43" y="0"/>
                  <a:pt x="44" y="0"/>
                  <a:pt x="45" y="1"/>
                </a:cubicBezTo>
                <a:cubicBezTo>
                  <a:pt x="45" y="2"/>
                  <a:pt x="45" y="2"/>
                  <a:pt x="45" y="3"/>
                </a:cubicBezTo>
                <a:cubicBezTo>
                  <a:pt x="45" y="133"/>
                  <a:pt x="45" y="133"/>
                  <a:pt x="45" y="133"/>
                </a:cubicBezTo>
                <a:cubicBezTo>
                  <a:pt x="64" y="133"/>
                  <a:pt x="64" y="133"/>
                  <a:pt x="64" y="133"/>
                </a:cubicBezTo>
                <a:cubicBezTo>
                  <a:pt x="64" y="133"/>
                  <a:pt x="65" y="134"/>
                  <a:pt x="66" y="134"/>
                </a:cubicBezTo>
                <a:cubicBezTo>
                  <a:pt x="66" y="135"/>
                  <a:pt x="67" y="135"/>
                  <a:pt x="67" y="136"/>
                </a:cubicBezTo>
                <a:close/>
                <a:moveTo>
                  <a:pt x="154" y="63"/>
                </a:moveTo>
                <a:cubicBezTo>
                  <a:pt x="154" y="73"/>
                  <a:pt x="154" y="73"/>
                  <a:pt x="154" y="73"/>
                </a:cubicBezTo>
                <a:cubicBezTo>
                  <a:pt x="127" y="73"/>
                  <a:pt x="127" y="73"/>
                  <a:pt x="127" y="73"/>
                </a:cubicBezTo>
                <a:cubicBezTo>
                  <a:pt x="127" y="63"/>
                  <a:pt x="127" y="63"/>
                  <a:pt x="127" y="63"/>
                </a:cubicBezTo>
                <a:cubicBezTo>
                  <a:pt x="134" y="63"/>
                  <a:pt x="134" y="63"/>
                  <a:pt x="134" y="63"/>
                </a:cubicBezTo>
                <a:cubicBezTo>
                  <a:pt x="130" y="49"/>
                  <a:pt x="130" y="49"/>
                  <a:pt x="130" y="49"/>
                </a:cubicBezTo>
                <a:cubicBezTo>
                  <a:pt x="107" y="49"/>
                  <a:pt x="107" y="49"/>
                  <a:pt x="107" y="49"/>
                </a:cubicBezTo>
                <a:cubicBezTo>
                  <a:pt x="102" y="63"/>
                  <a:pt x="102" y="63"/>
                  <a:pt x="102" y="63"/>
                </a:cubicBezTo>
                <a:cubicBezTo>
                  <a:pt x="109" y="63"/>
                  <a:pt x="109" y="63"/>
                  <a:pt x="109" y="63"/>
                </a:cubicBezTo>
                <a:cubicBezTo>
                  <a:pt x="109" y="73"/>
                  <a:pt x="109" y="73"/>
                  <a:pt x="109" y="73"/>
                </a:cubicBezTo>
                <a:cubicBezTo>
                  <a:pt x="82" y="73"/>
                  <a:pt x="82" y="73"/>
                  <a:pt x="82" y="73"/>
                </a:cubicBezTo>
                <a:cubicBezTo>
                  <a:pt x="82" y="63"/>
                  <a:pt x="82" y="63"/>
                  <a:pt x="82" y="63"/>
                </a:cubicBezTo>
                <a:cubicBezTo>
                  <a:pt x="89" y="63"/>
                  <a:pt x="89" y="63"/>
                  <a:pt x="89" y="63"/>
                </a:cubicBezTo>
                <a:cubicBezTo>
                  <a:pt x="110" y="0"/>
                  <a:pt x="110" y="0"/>
                  <a:pt x="110" y="0"/>
                </a:cubicBezTo>
                <a:cubicBezTo>
                  <a:pt x="126" y="0"/>
                  <a:pt x="126" y="0"/>
                  <a:pt x="126" y="0"/>
                </a:cubicBezTo>
                <a:cubicBezTo>
                  <a:pt x="147" y="63"/>
                  <a:pt x="147" y="63"/>
                  <a:pt x="147" y="63"/>
                </a:cubicBezTo>
                <a:lnTo>
                  <a:pt x="154" y="63"/>
                </a:lnTo>
                <a:close/>
                <a:moveTo>
                  <a:pt x="146" y="148"/>
                </a:moveTo>
                <a:cubicBezTo>
                  <a:pt x="146" y="170"/>
                  <a:pt x="146" y="170"/>
                  <a:pt x="146" y="170"/>
                </a:cubicBezTo>
                <a:cubicBezTo>
                  <a:pt x="90" y="170"/>
                  <a:pt x="90" y="170"/>
                  <a:pt x="90" y="170"/>
                </a:cubicBezTo>
                <a:cubicBezTo>
                  <a:pt x="90" y="161"/>
                  <a:pt x="90" y="161"/>
                  <a:pt x="90" y="161"/>
                </a:cubicBezTo>
                <a:cubicBezTo>
                  <a:pt x="125" y="111"/>
                  <a:pt x="125" y="111"/>
                  <a:pt x="125" y="111"/>
                </a:cubicBezTo>
                <a:cubicBezTo>
                  <a:pt x="126" y="110"/>
                  <a:pt x="127" y="109"/>
                  <a:pt x="127" y="109"/>
                </a:cubicBezTo>
                <a:cubicBezTo>
                  <a:pt x="128" y="108"/>
                  <a:pt x="128" y="108"/>
                  <a:pt x="128" y="108"/>
                </a:cubicBezTo>
                <a:cubicBezTo>
                  <a:pt x="128" y="107"/>
                  <a:pt x="128" y="107"/>
                  <a:pt x="128" y="107"/>
                </a:cubicBezTo>
                <a:cubicBezTo>
                  <a:pt x="128" y="107"/>
                  <a:pt x="128" y="107"/>
                  <a:pt x="128" y="107"/>
                </a:cubicBezTo>
                <a:cubicBezTo>
                  <a:pt x="127" y="108"/>
                  <a:pt x="127" y="108"/>
                  <a:pt x="127" y="108"/>
                </a:cubicBezTo>
                <a:cubicBezTo>
                  <a:pt x="126" y="108"/>
                  <a:pt x="125" y="108"/>
                  <a:pt x="124" y="108"/>
                </a:cubicBezTo>
                <a:cubicBezTo>
                  <a:pt x="102" y="108"/>
                  <a:pt x="102" y="108"/>
                  <a:pt x="102" y="108"/>
                </a:cubicBezTo>
                <a:cubicBezTo>
                  <a:pt x="102" y="119"/>
                  <a:pt x="102" y="119"/>
                  <a:pt x="102" y="119"/>
                </a:cubicBezTo>
                <a:cubicBezTo>
                  <a:pt x="91" y="119"/>
                  <a:pt x="91" y="119"/>
                  <a:pt x="91" y="119"/>
                </a:cubicBezTo>
                <a:cubicBezTo>
                  <a:pt x="91" y="97"/>
                  <a:pt x="91" y="97"/>
                  <a:pt x="91" y="97"/>
                </a:cubicBezTo>
                <a:cubicBezTo>
                  <a:pt x="145" y="97"/>
                  <a:pt x="145" y="97"/>
                  <a:pt x="145" y="97"/>
                </a:cubicBezTo>
                <a:cubicBezTo>
                  <a:pt x="145" y="105"/>
                  <a:pt x="145" y="105"/>
                  <a:pt x="145" y="105"/>
                </a:cubicBezTo>
                <a:cubicBezTo>
                  <a:pt x="110" y="156"/>
                  <a:pt x="110" y="156"/>
                  <a:pt x="110" y="156"/>
                </a:cubicBezTo>
                <a:cubicBezTo>
                  <a:pt x="109" y="156"/>
                  <a:pt x="109" y="157"/>
                  <a:pt x="108" y="158"/>
                </a:cubicBezTo>
                <a:cubicBezTo>
                  <a:pt x="107" y="159"/>
                  <a:pt x="107" y="159"/>
                  <a:pt x="107" y="159"/>
                </a:cubicBezTo>
                <a:cubicBezTo>
                  <a:pt x="107" y="159"/>
                  <a:pt x="107" y="159"/>
                  <a:pt x="107" y="159"/>
                </a:cubicBezTo>
                <a:cubicBezTo>
                  <a:pt x="108" y="159"/>
                  <a:pt x="108" y="159"/>
                  <a:pt x="108" y="159"/>
                </a:cubicBezTo>
                <a:cubicBezTo>
                  <a:pt x="109" y="159"/>
                  <a:pt x="109" y="159"/>
                  <a:pt x="111" y="159"/>
                </a:cubicBezTo>
                <a:cubicBezTo>
                  <a:pt x="134" y="159"/>
                  <a:pt x="134" y="159"/>
                  <a:pt x="134" y="159"/>
                </a:cubicBezTo>
                <a:cubicBezTo>
                  <a:pt x="134" y="148"/>
                  <a:pt x="134" y="148"/>
                  <a:pt x="134" y="148"/>
                </a:cubicBezTo>
                <a:lnTo>
                  <a:pt x="146" y="148"/>
                </a:lnTo>
                <a:close/>
                <a:moveTo>
                  <a:pt x="110" y="39"/>
                </a:moveTo>
                <a:cubicBezTo>
                  <a:pt x="126" y="39"/>
                  <a:pt x="126" y="39"/>
                  <a:pt x="126" y="39"/>
                </a:cubicBezTo>
                <a:cubicBezTo>
                  <a:pt x="120" y="18"/>
                  <a:pt x="120" y="18"/>
                  <a:pt x="120" y="18"/>
                </a:cubicBezTo>
                <a:cubicBezTo>
                  <a:pt x="118" y="14"/>
                  <a:pt x="118" y="14"/>
                  <a:pt x="118" y="14"/>
                </a:cubicBezTo>
                <a:cubicBezTo>
                  <a:pt x="118" y="13"/>
                  <a:pt x="118" y="12"/>
                  <a:pt x="118" y="12"/>
                </a:cubicBezTo>
                <a:cubicBezTo>
                  <a:pt x="118" y="12"/>
                  <a:pt x="118" y="12"/>
                  <a:pt x="118" y="12"/>
                </a:cubicBezTo>
                <a:cubicBezTo>
                  <a:pt x="118" y="14"/>
                  <a:pt x="118" y="14"/>
                  <a:pt x="118" y="14"/>
                </a:cubicBezTo>
                <a:cubicBezTo>
                  <a:pt x="118" y="14"/>
                  <a:pt x="117" y="14"/>
                  <a:pt x="117" y="15"/>
                </a:cubicBezTo>
                <a:cubicBezTo>
                  <a:pt x="117" y="17"/>
                  <a:pt x="117" y="17"/>
                  <a:pt x="117" y="18"/>
                </a:cubicBezTo>
                <a:lnTo>
                  <a:pt x="110" y="3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17" name="Freeform 320"/>
          <p:cNvSpPr>
            <a:spLocks noEditPoints="1"/>
          </p:cNvSpPr>
          <p:nvPr/>
        </p:nvSpPr>
        <p:spPr bwMode="auto">
          <a:xfrm>
            <a:off x="11177819" y="4378802"/>
            <a:ext cx="220432" cy="244204"/>
          </a:xfrm>
          <a:custGeom>
            <a:avLst/>
            <a:gdLst>
              <a:gd name="T0" fmla="*/ 66 w 154"/>
              <a:gd name="T1" fmla="*/ 139 h 170"/>
              <a:gd name="T2" fmla="*/ 34 w 154"/>
              <a:gd name="T3" fmla="*/ 170 h 170"/>
              <a:gd name="T4" fmla="*/ 1 w 154"/>
              <a:gd name="T5" fmla="*/ 139 h 170"/>
              <a:gd name="T6" fmla="*/ 4 w 154"/>
              <a:gd name="T7" fmla="*/ 133 h 170"/>
              <a:gd name="T8" fmla="*/ 22 w 154"/>
              <a:gd name="T9" fmla="*/ 3 h 170"/>
              <a:gd name="T10" fmla="*/ 25 w 154"/>
              <a:gd name="T11" fmla="*/ 0 h 170"/>
              <a:gd name="T12" fmla="*/ 45 w 154"/>
              <a:gd name="T13" fmla="*/ 1 h 170"/>
              <a:gd name="T14" fmla="*/ 46 w 154"/>
              <a:gd name="T15" fmla="*/ 133 h 170"/>
              <a:gd name="T16" fmla="*/ 66 w 154"/>
              <a:gd name="T17" fmla="*/ 134 h 170"/>
              <a:gd name="T18" fmla="*/ 154 w 154"/>
              <a:gd name="T19" fmla="*/ 160 h 170"/>
              <a:gd name="T20" fmla="*/ 127 w 154"/>
              <a:gd name="T21" fmla="*/ 170 h 170"/>
              <a:gd name="T22" fmla="*/ 134 w 154"/>
              <a:gd name="T23" fmla="*/ 160 h 170"/>
              <a:gd name="T24" fmla="*/ 107 w 154"/>
              <a:gd name="T25" fmla="*/ 146 h 170"/>
              <a:gd name="T26" fmla="*/ 110 w 154"/>
              <a:gd name="T27" fmla="*/ 160 h 170"/>
              <a:gd name="T28" fmla="*/ 82 w 154"/>
              <a:gd name="T29" fmla="*/ 170 h 170"/>
              <a:gd name="T30" fmla="*/ 89 w 154"/>
              <a:gd name="T31" fmla="*/ 160 h 170"/>
              <a:gd name="T32" fmla="*/ 126 w 154"/>
              <a:gd name="T33" fmla="*/ 97 h 170"/>
              <a:gd name="T34" fmla="*/ 154 w 154"/>
              <a:gd name="T35" fmla="*/ 160 h 170"/>
              <a:gd name="T36" fmla="*/ 146 w 154"/>
              <a:gd name="T37" fmla="*/ 73 h 170"/>
              <a:gd name="T38" fmla="*/ 91 w 154"/>
              <a:gd name="T39" fmla="*/ 64 h 170"/>
              <a:gd name="T40" fmla="*/ 128 w 154"/>
              <a:gd name="T41" fmla="*/ 12 h 170"/>
              <a:gd name="T42" fmla="*/ 129 w 154"/>
              <a:gd name="T43" fmla="*/ 11 h 170"/>
              <a:gd name="T44" fmla="*/ 127 w 154"/>
              <a:gd name="T45" fmla="*/ 11 h 170"/>
              <a:gd name="T46" fmla="*/ 103 w 154"/>
              <a:gd name="T47" fmla="*/ 11 h 170"/>
              <a:gd name="T48" fmla="*/ 91 w 154"/>
              <a:gd name="T49" fmla="*/ 22 h 170"/>
              <a:gd name="T50" fmla="*/ 145 w 154"/>
              <a:gd name="T51" fmla="*/ 0 h 170"/>
              <a:gd name="T52" fmla="*/ 110 w 154"/>
              <a:gd name="T53" fmla="*/ 59 h 170"/>
              <a:gd name="T54" fmla="*/ 107 w 154"/>
              <a:gd name="T55" fmla="*/ 62 h 170"/>
              <a:gd name="T56" fmla="*/ 108 w 154"/>
              <a:gd name="T57" fmla="*/ 62 h 170"/>
              <a:gd name="T58" fmla="*/ 135 w 154"/>
              <a:gd name="T59" fmla="*/ 62 h 170"/>
              <a:gd name="T60" fmla="*/ 146 w 154"/>
              <a:gd name="T61" fmla="*/ 51 h 170"/>
              <a:gd name="T62" fmla="*/ 127 w 154"/>
              <a:gd name="T63" fmla="*/ 136 h 170"/>
              <a:gd name="T64" fmla="*/ 119 w 154"/>
              <a:gd name="T65" fmla="*/ 111 h 170"/>
              <a:gd name="T66" fmla="*/ 118 w 154"/>
              <a:gd name="T67" fmla="*/ 109 h 170"/>
              <a:gd name="T68" fmla="*/ 118 w 154"/>
              <a:gd name="T69" fmla="*/ 112 h 170"/>
              <a:gd name="T70" fmla="*/ 110 w 154"/>
              <a:gd name="T71" fmla="*/ 136 h 1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54" h="170">
                <a:moveTo>
                  <a:pt x="67" y="136"/>
                </a:moveTo>
                <a:cubicBezTo>
                  <a:pt x="67" y="137"/>
                  <a:pt x="67" y="138"/>
                  <a:pt x="66" y="139"/>
                </a:cubicBezTo>
                <a:cubicBezTo>
                  <a:pt x="36" y="169"/>
                  <a:pt x="36" y="169"/>
                  <a:pt x="36" y="169"/>
                </a:cubicBezTo>
                <a:cubicBezTo>
                  <a:pt x="35" y="169"/>
                  <a:pt x="35" y="170"/>
                  <a:pt x="34" y="170"/>
                </a:cubicBezTo>
                <a:cubicBezTo>
                  <a:pt x="33" y="170"/>
                  <a:pt x="32" y="169"/>
                  <a:pt x="32" y="169"/>
                </a:cubicBezTo>
                <a:cubicBezTo>
                  <a:pt x="1" y="139"/>
                  <a:pt x="1" y="139"/>
                  <a:pt x="1" y="139"/>
                </a:cubicBezTo>
                <a:cubicBezTo>
                  <a:pt x="0" y="138"/>
                  <a:pt x="0" y="136"/>
                  <a:pt x="1" y="135"/>
                </a:cubicBezTo>
                <a:cubicBezTo>
                  <a:pt x="1" y="134"/>
                  <a:pt x="2" y="133"/>
                  <a:pt x="4" y="133"/>
                </a:cubicBezTo>
                <a:cubicBezTo>
                  <a:pt x="22" y="133"/>
                  <a:pt x="22" y="133"/>
                  <a:pt x="22" y="133"/>
                </a:cubicBezTo>
                <a:cubicBezTo>
                  <a:pt x="22" y="3"/>
                  <a:pt x="22" y="3"/>
                  <a:pt x="22" y="3"/>
                </a:cubicBezTo>
                <a:cubicBezTo>
                  <a:pt x="22" y="2"/>
                  <a:pt x="22" y="2"/>
                  <a:pt x="23" y="1"/>
                </a:cubicBezTo>
                <a:cubicBezTo>
                  <a:pt x="23" y="0"/>
                  <a:pt x="24" y="0"/>
                  <a:pt x="25" y="0"/>
                </a:cubicBezTo>
                <a:cubicBezTo>
                  <a:pt x="43" y="0"/>
                  <a:pt x="43" y="0"/>
                  <a:pt x="43" y="0"/>
                </a:cubicBezTo>
                <a:cubicBezTo>
                  <a:pt x="44" y="0"/>
                  <a:pt x="44" y="0"/>
                  <a:pt x="45" y="1"/>
                </a:cubicBezTo>
                <a:cubicBezTo>
                  <a:pt x="46" y="2"/>
                  <a:pt x="46" y="2"/>
                  <a:pt x="46" y="3"/>
                </a:cubicBezTo>
                <a:cubicBezTo>
                  <a:pt x="46" y="133"/>
                  <a:pt x="46" y="133"/>
                  <a:pt x="46" y="133"/>
                </a:cubicBezTo>
                <a:cubicBezTo>
                  <a:pt x="64" y="133"/>
                  <a:pt x="64" y="133"/>
                  <a:pt x="64" y="133"/>
                </a:cubicBezTo>
                <a:cubicBezTo>
                  <a:pt x="65" y="133"/>
                  <a:pt x="66" y="134"/>
                  <a:pt x="66" y="134"/>
                </a:cubicBezTo>
                <a:cubicBezTo>
                  <a:pt x="67" y="135"/>
                  <a:pt x="67" y="135"/>
                  <a:pt x="67" y="136"/>
                </a:cubicBezTo>
                <a:close/>
                <a:moveTo>
                  <a:pt x="154" y="160"/>
                </a:moveTo>
                <a:cubicBezTo>
                  <a:pt x="154" y="170"/>
                  <a:pt x="154" y="170"/>
                  <a:pt x="154" y="170"/>
                </a:cubicBezTo>
                <a:cubicBezTo>
                  <a:pt x="127" y="170"/>
                  <a:pt x="127" y="170"/>
                  <a:pt x="127" y="170"/>
                </a:cubicBezTo>
                <a:cubicBezTo>
                  <a:pt x="127" y="160"/>
                  <a:pt x="127" y="160"/>
                  <a:pt x="127" y="160"/>
                </a:cubicBezTo>
                <a:cubicBezTo>
                  <a:pt x="134" y="160"/>
                  <a:pt x="134" y="160"/>
                  <a:pt x="134" y="160"/>
                </a:cubicBezTo>
                <a:cubicBezTo>
                  <a:pt x="130" y="146"/>
                  <a:pt x="130" y="146"/>
                  <a:pt x="130" y="146"/>
                </a:cubicBezTo>
                <a:cubicBezTo>
                  <a:pt x="107" y="146"/>
                  <a:pt x="107" y="146"/>
                  <a:pt x="107" y="146"/>
                </a:cubicBezTo>
                <a:cubicBezTo>
                  <a:pt x="102" y="160"/>
                  <a:pt x="102" y="160"/>
                  <a:pt x="102" y="160"/>
                </a:cubicBezTo>
                <a:cubicBezTo>
                  <a:pt x="110" y="160"/>
                  <a:pt x="110" y="160"/>
                  <a:pt x="110" y="160"/>
                </a:cubicBezTo>
                <a:cubicBezTo>
                  <a:pt x="110" y="170"/>
                  <a:pt x="110" y="170"/>
                  <a:pt x="110" y="170"/>
                </a:cubicBezTo>
                <a:cubicBezTo>
                  <a:pt x="82" y="170"/>
                  <a:pt x="82" y="170"/>
                  <a:pt x="82" y="170"/>
                </a:cubicBezTo>
                <a:cubicBezTo>
                  <a:pt x="82" y="160"/>
                  <a:pt x="82" y="160"/>
                  <a:pt x="82" y="160"/>
                </a:cubicBezTo>
                <a:cubicBezTo>
                  <a:pt x="89" y="160"/>
                  <a:pt x="89" y="160"/>
                  <a:pt x="89" y="160"/>
                </a:cubicBezTo>
                <a:cubicBezTo>
                  <a:pt x="111" y="97"/>
                  <a:pt x="111" y="97"/>
                  <a:pt x="111" y="97"/>
                </a:cubicBezTo>
                <a:cubicBezTo>
                  <a:pt x="126" y="97"/>
                  <a:pt x="126" y="97"/>
                  <a:pt x="126" y="97"/>
                </a:cubicBezTo>
                <a:cubicBezTo>
                  <a:pt x="148" y="160"/>
                  <a:pt x="148" y="160"/>
                  <a:pt x="148" y="160"/>
                </a:cubicBezTo>
                <a:lnTo>
                  <a:pt x="154" y="160"/>
                </a:lnTo>
                <a:close/>
                <a:moveTo>
                  <a:pt x="146" y="51"/>
                </a:moveTo>
                <a:cubicBezTo>
                  <a:pt x="146" y="73"/>
                  <a:pt x="146" y="73"/>
                  <a:pt x="146" y="73"/>
                </a:cubicBezTo>
                <a:cubicBezTo>
                  <a:pt x="91" y="73"/>
                  <a:pt x="91" y="73"/>
                  <a:pt x="91" y="73"/>
                </a:cubicBezTo>
                <a:cubicBezTo>
                  <a:pt x="91" y="64"/>
                  <a:pt x="91" y="64"/>
                  <a:pt x="91" y="64"/>
                </a:cubicBezTo>
                <a:cubicBezTo>
                  <a:pt x="126" y="14"/>
                  <a:pt x="126" y="14"/>
                  <a:pt x="126" y="14"/>
                </a:cubicBezTo>
                <a:cubicBezTo>
                  <a:pt x="127" y="13"/>
                  <a:pt x="127" y="12"/>
                  <a:pt x="128" y="12"/>
                </a:cubicBezTo>
                <a:cubicBezTo>
                  <a:pt x="129" y="11"/>
                  <a:pt x="129" y="11"/>
                  <a:pt x="129" y="11"/>
                </a:cubicBezTo>
                <a:cubicBezTo>
                  <a:pt x="129" y="11"/>
                  <a:pt x="129" y="11"/>
                  <a:pt x="129" y="11"/>
                </a:cubicBezTo>
                <a:cubicBezTo>
                  <a:pt x="129" y="11"/>
                  <a:pt x="128" y="11"/>
                  <a:pt x="128" y="11"/>
                </a:cubicBezTo>
                <a:cubicBezTo>
                  <a:pt x="128" y="11"/>
                  <a:pt x="128" y="11"/>
                  <a:pt x="127" y="11"/>
                </a:cubicBezTo>
                <a:cubicBezTo>
                  <a:pt x="127" y="11"/>
                  <a:pt x="126" y="11"/>
                  <a:pt x="125" y="11"/>
                </a:cubicBezTo>
                <a:cubicBezTo>
                  <a:pt x="103" y="11"/>
                  <a:pt x="103" y="11"/>
                  <a:pt x="103" y="11"/>
                </a:cubicBezTo>
                <a:cubicBezTo>
                  <a:pt x="103" y="22"/>
                  <a:pt x="103" y="22"/>
                  <a:pt x="103" y="22"/>
                </a:cubicBezTo>
                <a:cubicBezTo>
                  <a:pt x="91" y="22"/>
                  <a:pt x="91" y="22"/>
                  <a:pt x="91" y="22"/>
                </a:cubicBezTo>
                <a:cubicBezTo>
                  <a:pt x="91" y="0"/>
                  <a:pt x="91" y="0"/>
                  <a:pt x="91" y="0"/>
                </a:cubicBezTo>
                <a:cubicBezTo>
                  <a:pt x="145" y="0"/>
                  <a:pt x="145" y="0"/>
                  <a:pt x="145" y="0"/>
                </a:cubicBezTo>
                <a:cubicBezTo>
                  <a:pt x="145" y="9"/>
                  <a:pt x="145" y="9"/>
                  <a:pt x="145" y="9"/>
                </a:cubicBezTo>
                <a:cubicBezTo>
                  <a:pt x="110" y="59"/>
                  <a:pt x="110" y="59"/>
                  <a:pt x="110" y="59"/>
                </a:cubicBezTo>
                <a:cubicBezTo>
                  <a:pt x="110" y="59"/>
                  <a:pt x="109" y="60"/>
                  <a:pt x="108" y="61"/>
                </a:cubicBezTo>
                <a:cubicBezTo>
                  <a:pt x="107" y="62"/>
                  <a:pt x="107" y="62"/>
                  <a:pt x="107" y="62"/>
                </a:cubicBezTo>
                <a:cubicBezTo>
                  <a:pt x="107" y="62"/>
                  <a:pt x="107" y="62"/>
                  <a:pt x="107" y="62"/>
                </a:cubicBezTo>
                <a:cubicBezTo>
                  <a:pt x="108" y="62"/>
                  <a:pt x="108" y="62"/>
                  <a:pt x="108" y="62"/>
                </a:cubicBezTo>
                <a:cubicBezTo>
                  <a:pt x="109" y="62"/>
                  <a:pt x="110" y="62"/>
                  <a:pt x="111" y="62"/>
                </a:cubicBezTo>
                <a:cubicBezTo>
                  <a:pt x="135" y="62"/>
                  <a:pt x="135" y="62"/>
                  <a:pt x="135" y="62"/>
                </a:cubicBezTo>
                <a:cubicBezTo>
                  <a:pt x="135" y="51"/>
                  <a:pt x="135" y="51"/>
                  <a:pt x="135" y="51"/>
                </a:cubicBezTo>
                <a:lnTo>
                  <a:pt x="146" y="51"/>
                </a:lnTo>
                <a:close/>
                <a:moveTo>
                  <a:pt x="110" y="136"/>
                </a:moveTo>
                <a:cubicBezTo>
                  <a:pt x="127" y="136"/>
                  <a:pt x="127" y="136"/>
                  <a:pt x="127" y="136"/>
                </a:cubicBezTo>
                <a:cubicBezTo>
                  <a:pt x="120" y="115"/>
                  <a:pt x="120" y="115"/>
                  <a:pt x="120" y="115"/>
                </a:cubicBezTo>
                <a:cubicBezTo>
                  <a:pt x="119" y="111"/>
                  <a:pt x="119" y="111"/>
                  <a:pt x="119" y="111"/>
                </a:cubicBezTo>
                <a:cubicBezTo>
                  <a:pt x="119" y="110"/>
                  <a:pt x="119" y="109"/>
                  <a:pt x="119" y="109"/>
                </a:cubicBezTo>
                <a:cubicBezTo>
                  <a:pt x="118" y="109"/>
                  <a:pt x="118" y="109"/>
                  <a:pt x="118" y="109"/>
                </a:cubicBezTo>
                <a:cubicBezTo>
                  <a:pt x="118" y="111"/>
                  <a:pt x="118" y="111"/>
                  <a:pt x="118" y="111"/>
                </a:cubicBezTo>
                <a:cubicBezTo>
                  <a:pt x="118" y="111"/>
                  <a:pt x="118" y="111"/>
                  <a:pt x="118" y="112"/>
                </a:cubicBezTo>
                <a:cubicBezTo>
                  <a:pt x="117" y="113"/>
                  <a:pt x="117" y="114"/>
                  <a:pt x="117" y="115"/>
                </a:cubicBezTo>
                <a:lnTo>
                  <a:pt x="110" y="13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18" name="Freeform 321"/>
          <p:cNvSpPr>
            <a:spLocks noEditPoints="1"/>
          </p:cNvSpPr>
          <p:nvPr/>
        </p:nvSpPr>
        <p:spPr bwMode="auto">
          <a:xfrm>
            <a:off x="798074" y="4806698"/>
            <a:ext cx="237721" cy="244204"/>
          </a:xfrm>
          <a:custGeom>
            <a:avLst/>
            <a:gdLst>
              <a:gd name="T0" fmla="*/ 66 w 166"/>
              <a:gd name="T1" fmla="*/ 139 h 170"/>
              <a:gd name="T2" fmla="*/ 33 w 166"/>
              <a:gd name="T3" fmla="*/ 170 h 170"/>
              <a:gd name="T4" fmla="*/ 1 w 166"/>
              <a:gd name="T5" fmla="*/ 139 h 170"/>
              <a:gd name="T6" fmla="*/ 3 w 166"/>
              <a:gd name="T7" fmla="*/ 133 h 170"/>
              <a:gd name="T8" fmla="*/ 21 w 166"/>
              <a:gd name="T9" fmla="*/ 3 h 170"/>
              <a:gd name="T10" fmla="*/ 24 w 166"/>
              <a:gd name="T11" fmla="*/ 0 h 170"/>
              <a:gd name="T12" fmla="*/ 45 w 166"/>
              <a:gd name="T13" fmla="*/ 1 h 170"/>
              <a:gd name="T14" fmla="*/ 45 w 166"/>
              <a:gd name="T15" fmla="*/ 133 h 170"/>
              <a:gd name="T16" fmla="*/ 66 w 166"/>
              <a:gd name="T17" fmla="*/ 134 h 170"/>
              <a:gd name="T18" fmla="*/ 112 w 166"/>
              <a:gd name="T19" fmla="*/ 3 h 170"/>
              <a:gd name="T20" fmla="*/ 111 w 166"/>
              <a:gd name="T21" fmla="*/ 24 h 170"/>
              <a:gd name="T22" fmla="*/ 85 w 166"/>
              <a:gd name="T23" fmla="*/ 24 h 170"/>
              <a:gd name="T24" fmla="*/ 82 w 166"/>
              <a:gd name="T25" fmla="*/ 21 h 170"/>
              <a:gd name="T26" fmla="*/ 83 w 166"/>
              <a:gd name="T27" fmla="*/ 1 h 170"/>
              <a:gd name="T28" fmla="*/ 109 w 166"/>
              <a:gd name="T29" fmla="*/ 0 h 170"/>
              <a:gd name="T30" fmla="*/ 112 w 166"/>
              <a:gd name="T31" fmla="*/ 3 h 170"/>
              <a:gd name="T32" fmla="*/ 130 w 166"/>
              <a:gd name="T33" fmla="*/ 70 h 170"/>
              <a:gd name="T34" fmla="*/ 127 w 166"/>
              <a:gd name="T35" fmla="*/ 73 h 170"/>
              <a:gd name="T36" fmla="*/ 83 w 166"/>
              <a:gd name="T37" fmla="*/ 72 h 170"/>
              <a:gd name="T38" fmla="*/ 82 w 166"/>
              <a:gd name="T39" fmla="*/ 52 h 170"/>
              <a:gd name="T40" fmla="*/ 85 w 166"/>
              <a:gd name="T41" fmla="*/ 49 h 170"/>
              <a:gd name="T42" fmla="*/ 129 w 166"/>
              <a:gd name="T43" fmla="*/ 49 h 170"/>
              <a:gd name="T44" fmla="*/ 148 w 166"/>
              <a:gd name="T45" fmla="*/ 100 h 170"/>
              <a:gd name="T46" fmla="*/ 147 w 166"/>
              <a:gd name="T47" fmla="*/ 120 h 170"/>
              <a:gd name="T48" fmla="*/ 85 w 166"/>
              <a:gd name="T49" fmla="*/ 121 h 170"/>
              <a:gd name="T50" fmla="*/ 82 w 166"/>
              <a:gd name="T51" fmla="*/ 118 h 170"/>
              <a:gd name="T52" fmla="*/ 83 w 166"/>
              <a:gd name="T53" fmla="*/ 98 h 170"/>
              <a:gd name="T54" fmla="*/ 145 w 166"/>
              <a:gd name="T55" fmla="*/ 97 h 170"/>
              <a:gd name="T56" fmla="*/ 148 w 166"/>
              <a:gd name="T57" fmla="*/ 100 h 170"/>
              <a:gd name="T58" fmla="*/ 166 w 166"/>
              <a:gd name="T59" fmla="*/ 167 h 170"/>
              <a:gd name="T60" fmla="*/ 163 w 166"/>
              <a:gd name="T61" fmla="*/ 170 h 170"/>
              <a:gd name="T62" fmla="*/ 83 w 166"/>
              <a:gd name="T63" fmla="*/ 169 h 170"/>
              <a:gd name="T64" fmla="*/ 82 w 166"/>
              <a:gd name="T65" fmla="*/ 148 h 170"/>
              <a:gd name="T66" fmla="*/ 85 w 166"/>
              <a:gd name="T67" fmla="*/ 145 h 170"/>
              <a:gd name="T68" fmla="*/ 166 w 166"/>
              <a:gd name="T69" fmla="*/ 146 h 1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66" h="170">
                <a:moveTo>
                  <a:pt x="67" y="136"/>
                </a:moveTo>
                <a:cubicBezTo>
                  <a:pt x="67" y="137"/>
                  <a:pt x="66" y="138"/>
                  <a:pt x="66" y="139"/>
                </a:cubicBezTo>
                <a:cubicBezTo>
                  <a:pt x="35" y="169"/>
                  <a:pt x="35" y="169"/>
                  <a:pt x="35" y="169"/>
                </a:cubicBezTo>
                <a:cubicBezTo>
                  <a:pt x="35" y="169"/>
                  <a:pt x="34" y="170"/>
                  <a:pt x="33" y="170"/>
                </a:cubicBezTo>
                <a:cubicBezTo>
                  <a:pt x="32" y="170"/>
                  <a:pt x="32" y="169"/>
                  <a:pt x="31" y="169"/>
                </a:cubicBezTo>
                <a:cubicBezTo>
                  <a:pt x="1" y="139"/>
                  <a:pt x="1" y="139"/>
                  <a:pt x="1" y="139"/>
                </a:cubicBezTo>
                <a:cubicBezTo>
                  <a:pt x="0" y="138"/>
                  <a:pt x="0" y="136"/>
                  <a:pt x="0" y="135"/>
                </a:cubicBezTo>
                <a:cubicBezTo>
                  <a:pt x="1" y="134"/>
                  <a:pt x="2" y="133"/>
                  <a:pt x="3" y="133"/>
                </a:cubicBezTo>
                <a:cubicBezTo>
                  <a:pt x="21" y="133"/>
                  <a:pt x="21" y="133"/>
                  <a:pt x="21" y="133"/>
                </a:cubicBezTo>
                <a:cubicBezTo>
                  <a:pt x="21" y="3"/>
                  <a:pt x="21" y="3"/>
                  <a:pt x="21" y="3"/>
                </a:cubicBezTo>
                <a:cubicBezTo>
                  <a:pt x="21" y="2"/>
                  <a:pt x="21" y="2"/>
                  <a:pt x="22" y="1"/>
                </a:cubicBezTo>
                <a:cubicBezTo>
                  <a:pt x="23" y="0"/>
                  <a:pt x="23" y="0"/>
                  <a:pt x="24" y="0"/>
                </a:cubicBezTo>
                <a:cubicBezTo>
                  <a:pt x="42" y="0"/>
                  <a:pt x="42" y="0"/>
                  <a:pt x="42" y="0"/>
                </a:cubicBezTo>
                <a:cubicBezTo>
                  <a:pt x="43" y="0"/>
                  <a:pt x="44" y="0"/>
                  <a:pt x="45" y="1"/>
                </a:cubicBezTo>
                <a:cubicBezTo>
                  <a:pt x="45" y="2"/>
                  <a:pt x="45" y="2"/>
                  <a:pt x="45" y="3"/>
                </a:cubicBezTo>
                <a:cubicBezTo>
                  <a:pt x="45" y="133"/>
                  <a:pt x="45" y="133"/>
                  <a:pt x="45" y="133"/>
                </a:cubicBezTo>
                <a:cubicBezTo>
                  <a:pt x="64" y="133"/>
                  <a:pt x="64" y="133"/>
                  <a:pt x="64" y="133"/>
                </a:cubicBezTo>
                <a:cubicBezTo>
                  <a:pt x="64" y="133"/>
                  <a:pt x="65" y="134"/>
                  <a:pt x="66" y="134"/>
                </a:cubicBezTo>
                <a:cubicBezTo>
                  <a:pt x="66" y="135"/>
                  <a:pt x="67" y="135"/>
                  <a:pt x="67" y="136"/>
                </a:cubicBezTo>
                <a:close/>
                <a:moveTo>
                  <a:pt x="112" y="3"/>
                </a:moveTo>
                <a:cubicBezTo>
                  <a:pt x="112" y="21"/>
                  <a:pt x="112" y="21"/>
                  <a:pt x="112" y="21"/>
                </a:cubicBezTo>
                <a:cubicBezTo>
                  <a:pt x="112" y="22"/>
                  <a:pt x="112" y="23"/>
                  <a:pt x="111" y="24"/>
                </a:cubicBezTo>
                <a:cubicBezTo>
                  <a:pt x="111" y="24"/>
                  <a:pt x="110" y="24"/>
                  <a:pt x="109" y="24"/>
                </a:cubicBezTo>
                <a:cubicBezTo>
                  <a:pt x="85" y="24"/>
                  <a:pt x="85" y="24"/>
                  <a:pt x="85" y="24"/>
                </a:cubicBezTo>
                <a:cubicBezTo>
                  <a:pt x="84" y="24"/>
                  <a:pt x="83" y="24"/>
                  <a:pt x="83" y="24"/>
                </a:cubicBezTo>
                <a:cubicBezTo>
                  <a:pt x="82" y="23"/>
                  <a:pt x="82" y="22"/>
                  <a:pt x="82" y="21"/>
                </a:cubicBezTo>
                <a:cubicBezTo>
                  <a:pt x="82" y="3"/>
                  <a:pt x="82" y="3"/>
                  <a:pt x="82" y="3"/>
                </a:cubicBezTo>
                <a:cubicBezTo>
                  <a:pt x="82" y="2"/>
                  <a:pt x="82" y="2"/>
                  <a:pt x="83" y="1"/>
                </a:cubicBezTo>
                <a:cubicBezTo>
                  <a:pt x="83" y="0"/>
                  <a:pt x="84" y="0"/>
                  <a:pt x="85" y="0"/>
                </a:cubicBezTo>
                <a:cubicBezTo>
                  <a:pt x="109" y="0"/>
                  <a:pt x="109" y="0"/>
                  <a:pt x="109" y="0"/>
                </a:cubicBezTo>
                <a:cubicBezTo>
                  <a:pt x="110" y="0"/>
                  <a:pt x="111" y="0"/>
                  <a:pt x="111" y="1"/>
                </a:cubicBezTo>
                <a:cubicBezTo>
                  <a:pt x="112" y="2"/>
                  <a:pt x="112" y="2"/>
                  <a:pt x="112" y="3"/>
                </a:cubicBezTo>
                <a:close/>
                <a:moveTo>
                  <a:pt x="130" y="52"/>
                </a:moveTo>
                <a:cubicBezTo>
                  <a:pt x="130" y="70"/>
                  <a:pt x="130" y="70"/>
                  <a:pt x="130" y="70"/>
                </a:cubicBezTo>
                <a:cubicBezTo>
                  <a:pt x="130" y="71"/>
                  <a:pt x="130" y="71"/>
                  <a:pt x="129" y="72"/>
                </a:cubicBezTo>
                <a:cubicBezTo>
                  <a:pt x="129" y="73"/>
                  <a:pt x="128" y="73"/>
                  <a:pt x="127" y="73"/>
                </a:cubicBezTo>
                <a:cubicBezTo>
                  <a:pt x="85" y="73"/>
                  <a:pt x="85" y="73"/>
                  <a:pt x="85" y="73"/>
                </a:cubicBezTo>
                <a:cubicBezTo>
                  <a:pt x="84" y="73"/>
                  <a:pt x="83" y="73"/>
                  <a:pt x="83" y="72"/>
                </a:cubicBezTo>
                <a:cubicBezTo>
                  <a:pt x="82" y="71"/>
                  <a:pt x="82" y="71"/>
                  <a:pt x="82" y="70"/>
                </a:cubicBezTo>
                <a:cubicBezTo>
                  <a:pt x="82" y="52"/>
                  <a:pt x="82" y="52"/>
                  <a:pt x="82" y="52"/>
                </a:cubicBezTo>
                <a:cubicBezTo>
                  <a:pt x="82" y="51"/>
                  <a:pt x="82" y="50"/>
                  <a:pt x="83" y="49"/>
                </a:cubicBezTo>
                <a:cubicBezTo>
                  <a:pt x="83" y="49"/>
                  <a:pt x="84" y="49"/>
                  <a:pt x="85" y="49"/>
                </a:cubicBezTo>
                <a:cubicBezTo>
                  <a:pt x="127" y="49"/>
                  <a:pt x="127" y="49"/>
                  <a:pt x="127" y="49"/>
                </a:cubicBezTo>
                <a:cubicBezTo>
                  <a:pt x="128" y="49"/>
                  <a:pt x="129" y="49"/>
                  <a:pt x="129" y="49"/>
                </a:cubicBezTo>
                <a:cubicBezTo>
                  <a:pt x="130" y="50"/>
                  <a:pt x="130" y="51"/>
                  <a:pt x="130" y="52"/>
                </a:cubicBezTo>
                <a:close/>
                <a:moveTo>
                  <a:pt x="148" y="100"/>
                </a:moveTo>
                <a:cubicBezTo>
                  <a:pt x="148" y="118"/>
                  <a:pt x="148" y="118"/>
                  <a:pt x="148" y="118"/>
                </a:cubicBezTo>
                <a:cubicBezTo>
                  <a:pt x="148" y="119"/>
                  <a:pt x="148" y="120"/>
                  <a:pt x="147" y="120"/>
                </a:cubicBezTo>
                <a:cubicBezTo>
                  <a:pt x="147" y="121"/>
                  <a:pt x="146" y="121"/>
                  <a:pt x="145" y="121"/>
                </a:cubicBezTo>
                <a:cubicBezTo>
                  <a:pt x="85" y="121"/>
                  <a:pt x="85" y="121"/>
                  <a:pt x="85" y="121"/>
                </a:cubicBezTo>
                <a:cubicBezTo>
                  <a:pt x="84" y="121"/>
                  <a:pt x="83" y="121"/>
                  <a:pt x="83" y="120"/>
                </a:cubicBezTo>
                <a:cubicBezTo>
                  <a:pt x="82" y="120"/>
                  <a:pt x="82" y="119"/>
                  <a:pt x="82" y="118"/>
                </a:cubicBezTo>
                <a:cubicBezTo>
                  <a:pt x="82" y="100"/>
                  <a:pt x="82" y="100"/>
                  <a:pt x="82" y="100"/>
                </a:cubicBezTo>
                <a:cubicBezTo>
                  <a:pt x="82" y="99"/>
                  <a:pt x="82" y="98"/>
                  <a:pt x="83" y="98"/>
                </a:cubicBezTo>
                <a:cubicBezTo>
                  <a:pt x="83" y="97"/>
                  <a:pt x="84" y="97"/>
                  <a:pt x="85" y="97"/>
                </a:cubicBezTo>
                <a:cubicBezTo>
                  <a:pt x="145" y="97"/>
                  <a:pt x="145" y="97"/>
                  <a:pt x="145" y="97"/>
                </a:cubicBezTo>
                <a:cubicBezTo>
                  <a:pt x="146" y="97"/>
                  <a:pt x="147" y="97"/>
                  <a:pt x="147" y="98"/>
                </a:cubicBezTo>
                <a:cubicBezTo>
                  <a:pt x="148" y="98"/>
                  <a:pt x="148" y="99"/>
                  <a:pt x="148" y="100"/>
                </a:cubicBezTo>
                <a:close/>
                <a:moveTo>
                  <a:pt x="166" y="148"/>
                </a:moveTo>
                <a:cubicBezTo>
                  <a:pt x="166" y="167"/>
                  <a:pt x="166" y="167"/>
                  <a:pt x="166" y="167"/>
                </a:cubicBezTo>
                <a:cubicBezTo>
                  <a:pt x="166" y="167"/>
                  <a:pt x="166" y="168"/>
                  <a:pt x="166" y="169"/>
                </a:cubicBezTo>
                <a:cubicBezTo>
                  <a:pt x="165" y="169"/>
                  <a:pt x="164" y="170"/>
                  <a:pt x="163" y="170"/>
                </a:cubicBezTo>
                <a:cubicBezTo>
                  <a:pt x="85" y="170"/>
                  <a:pt x="85" y="170"/>
                  <a:pt x="85" y="170"/>
                </a:cubicBezTo>
                <a:cubicBezTo>
                  <a:pt x="84" y="170"/>
                  <a:pt x="83" y="169"/>
                  <a:pt x="83" y="169"/>
                </a:cubicBezTo>
                <a:cubicBezTo>
                  <a:pt x="82" y="168"/>
                  <a:pt x="82" y="167"/>
                  <a:pt x="82" y="167"/>
                </a:cubicBezTo>
                <a:cubicBezTo>
                  <a:pt x="82" y="148"/>
                  <a:pt x="82" y="148"/>
                  <a:pt x="82" y="148"/>
                </a:cubicBezTo>
                <a:cubicBezTo>
                  <a:pt x="82" y="148"/>
                  <a:pt x="82" y="147"/>
                  <a:pt x="83" y="146"/>
                </a:cubicBezTo>
                <a:cubicBezTo>
                  <a:pt x="83" y="146"/>
                  <a:pt x="84" y="145"/>
                  <a:pt x="85" y="145"/>
                </a:cubicBezTo>
                <a:cubicBezTo>
                  <a:pt x="163" y="145"/>
                  <a:pt x="163" y="145"/>
                  <a:pt x="163" y="145"/>
                </a:cubicBezTo>
                <a:cubicBezTo>
                  <a:pt x="164" y="145"/>
                  <a:pt x="165" y="146"/>
                  <a:pt x="166" y="146"/>
                </a:cubicBezTo>
                <a:cubicBezTo>
                  <a:pt x="166" y="147"/>
                  <a:pt x="166" y="148"/>
                  <a:pt x="166" y="14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19" name="Freeform 322"/>
          <p:cNvSpPr>
            <a:spLocks noEditPoints="1"/>
          </p:cNvSpPr>
          <p:nvPr/>
        </p:nvSpPr>
        <p:spPr bwMode="auto">
          <a:xfrm>
            <a:off x="1102788" y="4806698"/>
            <a:ext cx="239883" cy="244204"/>
          </a:xfrm>
          <a:custGeom>
            <a:avLst/>
            <a:gdLst>
              <a:gd name="T0" fmla="*/ 66 w 167"/>
              <a:gd name="T1" fmla="*/ 139 h 170"/>
              <a:gd name="T2" fmla="*/ 34 w 167"/>
              <a:gd name="T3" fmla="*/ 170 h 170"/>
              <a:gd name="T4" fmla="*/ 2 w 167"/>
              <a:gd name="T5" fmla="*/ 139 h 170"/>
              <a:gd name="T6" fmla="*/ 4 w 167"/>
              <a:gd name="T7" fmla="*/ 133 h 170"/>
              <a:gd name="T8" fmla="*/ 22 w 167"/>
              <a:gd name="T9" fmla="*/ 3 h 170"/>
              <a:gd name="T10" fmla="*/ 25 w 167"/>
              <a:gd name="T11" fmla="*/ 0 h 170"/>
              <a:gd name="T12" fmla="*/ 45 w 167"/>
              <a:gd name="T13" fmla="*/ 1 h 170"/>
              <a:gd name="T14" fmla="*/ 46 w 167"/>
              <a:gd name="T15" fmla="*/ 133 h 170"/>
              <a:gd name="T16" fmla="*/ 66 w 167"/>
              <a:gd name="T17" fmla="*/ 134 h 170"/>
              <a:gd name="T18" fmla="*/ 167 w 167"/>
              <a:gd name="T19" fmla="*/ 3 h 170"/>
              <a:gd name="T20" fmla="*/ 166 w 167"/>
              <a:gd name="T21" fmla="*/ 24 h 170"/>
              <a:gd name="T22" fmla="*/ 85 w 167"/>
              <a:gd name="T23" fmla="*/ 24 h 170"/>
              <a:gd name="T24" fmla="*/ 82 w 167"/>
              <a:gd name="T25" fmla="*/ 21 h 170"/>
              <a:gd name="T26" fmla="*/ 83 w 167"/>
              <a:gd name="T27" fmla="*/ 1 h 170"/>
              <a:gd name="T28" fmla="*/ 164 w 167"/>
              <a:gd name="T29" fmla="*/ 0 h 170"/>
              <a:gd name="T30" fmla="*/ 167 w 167"/>
              <a:gd name="T31" fmla="*/ 3 h 170"/>
              <a:gd name="T32" fmla="*/ 149 w 167"/>
              <a:gd name="T33" fmla="*/ 70 h 170"/>
              <a:gd name="T34" fmla="*/ 146 w 167"/>
              <a:gd name="T35" fmla="*/ 73 h 170"/>
              <a:gd name="T36" fmla="*/ 83 w 167"/>
              <a:gd name="T37" fmla="*/ 72 h 170"/>
              <a:gd name="T38" fmla="*/ 82 w 167"/>
              <a:gd name="T39" fmla="*/ 52 h 170"/>
              <a:gd name="T40" fmla="*/ 85 w 167"/>
              <a:gd name="T41" fmla="*/ 49 h 170"/>
              <a:gd name="T42" fmla="*/ 148 w 167"/>
              <a:gd name="T43" fmla="*/ 49 h 170"/>
              <a:gd name="T44" fmla="*/ 131 w 167"/>
              <a:gd name="T45" fmla="*/ 100 h 170"/>
              <a:gd name="T46" fmla="*/ 130 w 167"/>
              <a:gd name="T47" fmla="*/ 120 h 170"/>
              <a:gd name="T48" fmla="*/ 85 w 167"/>
              <a:gd name="T49" fmla="*/ 121 h 170"/>
              <a:gd name="T50" fmla="*/ 82 w 167"/>
              <a:gd name="T51" fmla="*/ 118 h 170"/>
              <a:gd name="T52" fmla="*/ 83 w 167"/>
              <a:gd name="T53" fmla="*/ 98 h 170"/>
              <a:gd name="T54" fmla="*/ 128 w 167"/>
              <a:gd name="T55" fmla="*/ 97 h 170"/>
              <a:gd name="T56" fmla="*/ 131 w 167"/>
              <a:gd name="T57" fmla="*/ 100 h 170"/>
              <a:gd name="T58" fmla="*/ 113 w 167"/>
              <a:gd name="T59" fmla="*/ 167 h 170"/>
              <a:gd name="T60" fmla="*/ 110 w 167"/>
              <a:gd name="T61" fmla="*/ 170 h 170"/>
              <a:gd name="T62" fmla="*/ 83 w 167"/>
              <a:gd name="T63" fmla="*/ 169 h 170"/>
              <a:gd name="T64" fmla="*/ 82 w 167"/>
              <a:gd name="T65" fmla="*/ 148 h 170"/>
              <a:gd name="T66" fmla="*/ 85 w 167"/>
              <a:gd name="T67" fmla="*/ 145 h 170"/>
              <a:gd name="T68" fmla="*/ 112 w 167"/>
              <a:gd name="T69" fmla="*/ 146 h 1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67" h="170">
                <a:moveTo>
                  <a:pt x="67" y="136"/>
                </a:moveTo>
                <a:cubicBezTo>
                  <a:pt x="67" y="137"/>
                  <a:pt x="67" y="138"/>
                  <a:pt x="66" y="139"/>
                </a:cubicBezTo>
                <a:cubicBezTo>
                  <a:pt x="36" y="169"/>
                  <a:pt x="36" y="169"/>
                  <a:pt x="36" y="169"/>
                </a:cubicBezTo>
                <a:cubicBezTo>
                  <a:pt x="36" y="169"/>
                  <a:pt x="35" y="170"/>
                  <a:pt x="34" y="170"/>
                </a:cubicBezTo>
                <a:cubicBezTo>
                  <a:pt x="33" y="170"/>
                  <a:pt x="33" y="169"/>
                  <a:pt x="32" y="169"/>
                </a:cubicBezTo>
                <a:cubicBezTo>
                  <a:pt x="2" y="139"/>
                  <a:pt x="2" y="139"/>
                  <a:pt x="2" y="139"/>
                </a:cubicBezTo>
                <a:cubicBezTo>
                  <a:pt x="1" y="138"/>
                  <a:pt x="0" y="136"/>
                  <a:pt x="1" y="135"/>
                </a:cubicBezTo>
                <a:cubicBezTo>
                  <a:pt x="1" y="134"/>
                  <a:pt x="2" y="133"/>
                  <a:pt x="4" y="133"/>
                </a:cubicBezTo>
                <a:cubicBezTo>
                  <a:pt x="22" y="133"/>
                  <a:pt x="22" y="133"/>
                  <a:pt x="22" y="133"/>
                </a:cubicBezTo>
                <a:cubicBezTo>
                  <a:pt x="22" y="3"/>
                  <a:pt x="22" y="3"/>
                  <a:pt x="22" y="3"/>
                </a:cubicBezTo>
                <a:cubicBezTo>
                  <a:pt x="22" y="2"/>
                  <a:pt x="22" y="2"/>
                  <a:pt x="23" y="1"/>
                </a:cubicBezTo>
                <a:cubicBezTo>
                  <a:pt x="23" y="0"/>
                  <a:pt x="24" y="0"/>
                  <a:pt x="25" y="0"/>
                </a:cubicBezTo>
                <a:cubicBezTo>
                  <a:pt x="43" y="0"/>
                  <a:pt x="43" y="0"/>
                  <a:pt x="43" y="0"/>
                </a:cubicBezTo>
                <a:cubicBezTo>
                  <a:pt x="44" y="0"/>
                  <a:pt x="45" y="0"/>
                  <a:pt x="45" y="1"/>
                </a:cubicBezTo>
                <a:cubicBezTo>
                  <a:pt x="46" y="2"/>
                  <a:pt x="46" y="2"/>
                  <a:pt x="46" y="3"/>
                </a:cubicBezTo>
                <a:cubicBezTo>
                  <a:pt x="46" y="133"/>
                  <a:pt x="46" y="133"/>
                  <a:pt x="46" y="133"/>
                </a:cubicBezTo>
                <a:cubicBezTo>
                  <a:pt x="64" y="133"/>
                  <a:pt x="64" y="133"/>
                  <a:pt x="64" y="133"/>
                </a:cubicBezTo>
                <a:cubicBezTo>
                  <a:pt x="65" y="133"/>
                  <a:pt x="66" y="134"/>
                  <a:pt x="66" y="134"/>
                </a:cubicBezTo>
                <a:cubicBezTo>
                  <a:pt x="67" y="135"/>
                  <a:pt x="67" y="135"/>
                  <a:pt x="67" y="136"/>
                </a:cubicBezTo>
                <a:close/>
                <a:moveTo>
                  <a:pt x="167" y="3"/>
                </a:moveTo>
                <a:cubicBezTo>
                  <a:pt x="167" y="21"/>
                  <a:pt x="167" y="21"/>
                  <a:pt x="167" y="21"/>
                </a:cubicBezTo>
                <a:cubicBezTo>
                  <a:pt x="167" y="22"/>
                  <a:pt x="167" y="23"/>
                  <a:pt x="166" y="24"/>
                </a:cubicBezTo>
                <a:cubicBezTo>
                  <a:pt x="166" y="24"/>
                  <a:pt x="165" y="24"/>
                  <a:pt x="164" y="24"/>
                </a:cubicBezTo>
                <a:cubicBezTo>
                  <a:pt x="85" y="24"/>
                  <a:pt x="85" y="24"/>
                  <a:pt x="85" y="24"/>
                </a:cubicBezTo>
                <a:cubicBezTo>
                  <a:pt x="85" y="24"/>
                  <a:pt x="84" y="24"/>
                  <a:pt x="83" y="24"/>
                </a:cubicBezTo>
                <a:cubicBezTo>
                  <a:pt x="83" y="23"/>
                  <a:pt x="82" y="22"/>
                  <a:pt x="82" y="21"/>
                </a:cubicBezTo>
                <a:cubicBezTo>
                  <a:pt x="82" y="3"/>
                  <a:pt x="82" y="3"/>
                  <a:pt x="82" y="3"/>
                </a:cubicBezTo>
                <a:cubicBezTo>
                  <a:pt x="82" y="2"/>
                  <a:pt x="83" y="2"/>
                  <a:pt x="83" y="1"/>
                </a:cubicBezTo>
                <a:cubicBezTo>
                  <a:pt x="84" y="0"/>
                  <a:pt x="85" y="0"/>
                  <a:pt x="85" y="0"/>
                </a:cubicBezTo>
                <a:cubicBezTo>
                  <a:pt x="164" y="0"/>
                  <a:pt x="164" y="0"/>
                  <a:pt x="164" y="0"/>
                </a:cubicBezTo>
                <a:cubicBezTo>
                  <a:pt x="165" y="0"/>
                  <a:pt x="166" y="0"/>
                  <a:pt x="166" y="1"/>
                </a:cubicBezTo>
                <a:cubicBezTo>
                  <a:pt x="167" y="2"/>
                  <a:pt x="167" y="2"/>
                  <a:pt x="167" y="3"/>
                </a:cubicBezTo>
                <a:close/>
                <a:moveTo>
                  <a:pt x="149" y="52"/>
                </a:moveTo>
                <a:cubicBezTo>
                  <a:pt x="149" y="70"/>
                  <a:pt x="149" y="70"/>
                  <a:pt x="149" y="70"/>
                </a:cubicBezTo>
                <a:cubicBezTo>
                  <a:pt x="149" y="71"/>
                  <a:pt x="149" y="71"/>
                  <a:pt x="148" y="72"/>
                </a:cubicBezTo>
                <a:cubicBezTo>
                  <a:pt x="148" y="73"/>
                  <a:pt x="147" y="73"/>
                  <a:pt x="146" y="73"/>
                </a:cubicBezTo>
                <a:cubicBezTo>
                  <a:pt x="85" y="73"/>
                  <a:pt x="85" y="73"/>
                  <a:pt x="85" y="73"/>
                </a:cubicBezTo>
                <a:cubicBezTo>
                  <a:pt x="85" y="73"/>
                  <a:pt x="84" y="73"/>
                  <a:pt x="83" y="72"/>
                </a:cubicBezTo>
                <a:cubicBezTo>
                  <a:pt x="83" y="71"/>
                  <a:pt x="82" y="71"/>
                  <a:pt x="82" y="70"/>
                </a:cubicBezTo>
                <a:cubicBezTo>
                  <a:pt x="82" y="52"/>
                  <a:pt x="82" y="52"/>
                  <a:pt x="82" y="52"/>
                </a:cubicBezTo>
                <a:cubicBezTo>
                  <a:pt x="82" y="51"/>
                  <a:pt x="83" y="50"/>
                  <a:pt x="83" y="49"/>
                </a:cubicBezTo>
                <a:cubicBezTo>
                  <a:pt x="84" y="49"/>
                  <a:pt x="85" y="49"/>
                  <a:pt x="85" y="49"/>
                </a:cubicBezTo>
                <a:cubicBezTo>
                  <a:pt x="146" y="49"/>
                  <a:pt x="146" y="49"/>
                  <a:pt x="146" y="49"/>
                </a:cubicBezTo>
                <a:cubicBezTo>
                  <a:pt x="147" y="49"/>
                  <a:pt x="148" y="49"/>
                  <a:pt x="148" y="49"/>
                </a:cubicBezTo>
                <a:cubicBezTo>
                  <a:pt x="149" y="50"/>
                  <a:pt x="149" y="51"/>
                  <a:pt x="149" y="52"/>
                </a:cubicBezTo>
                <a:close/>
                <a:moveTo>
                  <a:pt x="131" y="100"/>
                </a:moveTo>
                <a:cubicBezTo>
                  <a:pt x="131" y="118"/>
                  <a:pt x="131" y="118"/>
                  <a:pt x="131" y="118"/>
                </a:cubicBezTo>
                <a:cubicBezTo>
                  <a:pt x="131" y="119"/>
                  <a:pt x="131" y="120"/>
                  <a:pt x="130" y="120"/>
                </a:cubicBezTo>
                <a:cubicBezTo>
                  <a:pt x="129" y="121"/>
                  <a:pt x="129" y="121"/>
                  <a:pt x="128" y="121"/>
                </a:cubicBezTo>
                <a:cubicBezTo>
                  <a:pt x="85" y="121"/>
                  <a:pt x="85" y="121"/>
                  <a:pt x="85" y="121"/>
                </a:cubicBezTo>
                <a:cubicBezTo>
                  <a:pt x="85" y="121"/>
                  <a:pt x="84" y="121"/>
                  <a:pt x="83" y="120"/>
                </a:cubicBezTo>
                <a:cubicBezTo>
                  <a:pt x="83" y="120"/>
                  <a:pt x="82" y="119"/>
                  <a:pt x="82" y="118"/>
                </a:cubicBezTo>
                <a:cubicBezTo>
                  <a:pt x="82" y="100"/>
                  <a:pt x="82" y="100"/>
                  <a:pt x="82" y="100"/>
                </a:cubicBezTo>
                <a:cubicBezTo>
                  <a:pt x="82" y="99"/>
                  <a:pt x="83" y="98"/>
                  <a:pt x="83" y="98"/>
                </a:cubicBezTo>
                <a:cubicBezTo>
                  <a:pt x="84" y="97"/>
                  <a:pt x="85" y="97"/>
                  <a:pt x="85" y="97"/>
                </a:cubicBezTo>
                <a:cubicBezTo>
                  <a:pt x="128" y="97"/>
                  <a:pt x="128" y="97"/>
                  <a:pt x="128" y="97"/>
                </a:cubicBezTo>
                <a:cubicBezTo>
                  <a:pt x="129" y="97"/>
                  <a:pt x="129" y="97"/>
                  <a:pt x="130" y="98"/>
                </a:cubicBezTo>
                <a:cubicBezTo>
                  <a:pt x="131" y="98"/>
                  <a:pt x="131" y="99"/>
                  <a:pt x="131" y="100"/>
                </a:cubicBezTo>
                <a:close/>
                <a:moveTo>
                  <a:pt x="113" y="148"/>
                </a:moveTo>
                <a:cubicBezTo>
                  <a:pt x="113" y="167"/>
                  <a:pt x="113" y="167"/>
                  <a:pt x="113" y="167"/>
                </a:cubicBezTo>
                <a:cubicBezTo>
                  <a:pt x="113" y="167"/>
                  <a:pt x="112" y="168"/>
                  <a:pt x="112" y="169"/>
                </a:cubicBezTo>
                <a:cubicBezTo>
                  <a:pt x="111" y="169"/>
                  <a:pt x="111" y="170"/>
                  <a:pt x="110" y="170"/>
                </a:cubicBezTo>
                <a:cubicBezTo>
                  <a:pt x="85" y="170"/>
                  <a:pt x="85" y="170"/>
                  <a:pt x="85" y="170"/>
                </a:cubicBezTo>
                <a:cubicBezTo>
                  <a:pt x="85" y="170"/>
                  <a:pt x="84" y="169"/>
                  <a:pt x="83" y="169"/>
                </a:cubicBezTo>
                <a:cubicBezTo>
                  <a:pt x="83" y="168"/>
                  <a:pt x="82" y="167"/>
                  <a:pt x="82" y="167"/>
                </a:cubicBezTo>
                <a:cubicBezTo>
                  <a:pt x="82" y="148"/>
                  <a:pt x="82" y="148"/>
                  <a:pt x="82" y="148"/>
                </a:cubicBezTo>
                <a:cubicBezTo>
                  <a:pt x="82" y="148"/>
                  <a:pt x="83" y="147"/>
                  <a:pt x="83" y="146"/>
                </a:cubicBezTo>
                <a:cubicBezTo>
                  <a:pt x="84" y="146"/>
                  <a:pt x="85" y="145"/>
                  <a:pt x="85" y="145"/>
                </a:cubicBezTo>
                <a:cubicBezTo>
                  <a:pt x="110" y="145"/>
                  <a:pt x="110" y="145"/>
                  <a:pt x="110" y="145"/>
                </a:cubicBezTo>
                <a:cubicBezTo>
                  <a:pt x="111" y="145"/>
                  <a:pt x="111" y="146"/>
                  <a:pt x="112" y="146"/>
                </a:cubicBezTo>
                <a:cubicBezTo>
                  <a:pt x="112" y="147"/>
                  <a:pt x="113" y="148"/>
                  <a:pt x="113" y="14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20" name="Freeform 323"/>
          <p:cNvSpPr>
            <a:spLocks noEditPoints="1"/>
          </p:cNvSpPr>
          <p:nvPr/>
        </p:nvSpPr>
        <p:spPr bwMode="auto">
          <a:xfrm>
            <a:off x="1409665" y="4806698"/>
            <a:ext cx="198820" cy="244204"/>
          </a:xfrm>
          <a:custGeom>
            <a:avLst/>
            <a:gdLst>
              <a:gd name="T0" fmla="*/ 66 w 138"/>
              <a:gd name="T1" fmla="*/ 139 h 170"/>
              <a:gd name="T2" fmla="*/ 34 w 138"/>
              <a:gd name="T3" fmla="*/ 170 h 170"/>
              <a:gd name="T4" fmla="*/ 1 w 138"/>
              <a:gd name="T5" fmla="*/ 139 h 170"/>
              <a:gd name="T6" fmla="*/ 3 w 138"/>
              <a:gd name="T7" fmla="*/ 133 h 170"/>
              <a:gd name="T8" fmla="*/ 22 w 138"/>
              <a:gd name="T9" fmla="*/ 3 h 170"/>
              <a:gd name="T10" fmla="*/ 25 w 138"/>
              <a:gd name="T11" fmla="*/ 0 h 170"/>
              <a:gd name="T12" fmla="*/ 45 w 138"/>
              <a:gd name="T13" fmla="*/ 1 h 170"/>
              <a:gd name="T14" fmla="*/ 46 w 138"/>
              <a:gd name="T15" fmla="*/ 133 h 170"/>
              <a:gd name="T16" fmla="*/ 66 w 138"/>
              <a:gd name="T17" fmla="*/ 134 h 170"/>
              <a:gd name="T18" fmla="*/ 138 w 138"/>
              <a:gd name="T19" fmla="*/ 130 h 170"/>
              <a:gd name="T20" fmla="*/ 133 w 138"/>
              <a:gd name="T21" fmla="*/ 152 h 170"/>
              <a:gd name="T22" fmla="*/ 117 w 138"/>
              <a:gd name="T23" fmla="*/ 167 h 170"/>
              <a:gd name="T24" fmla="*/ 95 w 138"/>
              <a:gd name="T25" fmla="*/ 168 h 170"/>
              <a:gd name="T26" fmla="*/ 95 w 138"/>
              <a:gd name="T27" fmla="*/ 156 h 170"/>
              <a:gd name="T28" fmla="*/ 105 w 138"/>
              <a:gd name="T29" fmla="*/ 158 h 170"/>
              <a:gd name="T30" fmla="*/ 124 w 138"/>
              <a:gd name="T31" fmla="*/ 139 h 170"/>
              <a:gd name="T32" fmla="*/ 118 w 138"/>
              <a:gd name="T33" fmla="*/ 143 h 170"/>
              <a:gd name="T34" fmla="*/ 93 w 138"/>
              <a:gd name="T35" fmla="*/ 137 h 170"/>
              <a:gd name="T36" fmla="*/ 94 w 138"/>
              <a:gd name="T37" fmla="*/ 104 h 170"/>
              <a:gd name="T38" fmla="*/ 130 w 138"/>
              <a:gd name="T39" fmla="*/ 106 h 170"/>
              <a:gd name="T40" fmla="*/ 135 w 138"/>
              <a:gd name="T41" fmla="*/ 62 h 170"/>
              <a:gd name="T42" fmla="*/ 91 w 138"/>
              <a:gd name="T43" fmla="*/ 73 h 170"/>
              <a:gd name="T44" fmla="*/ 107 w 138"/>
              <a:gd name="T45" fmla="*/ 62 h 170"/>
              <a:gd name="T46" fmla="*/ 107 w 138"/>
              <a:gd name="T47" fmla="*/ 19 h 170"/>
              <a:gd name="T48" fmla="*/ 107 w 138"/>
              <a:gd name="T49" fmla="*/ 16 h 170"/>
              <a:gd name="T50" fmla="*/ 106 w 138"/>
              <a:gd name="T51" fmla="*/ 17 h 170"/>
              <a:gd name="T52" fmla="*/ 97 w 138"/>
              <a:gd name="T53" fmla="*/ 26 h 170"/>
              <a:gd name="T54" fmla="*/ 108 w 138"/>
              <a:gd name="T55" fmla="*/ 0 h 170"/>
              <a:gd name="T56" fmla="*/ 119 w 138"/>
              <a:gd name="T57" fmla="*/ 62 h 170"/>
              <a:gd name="T58" fmla="*/ 125 w 138"/>
              <a:gd name="T59" fmla="*/ 124 h 170"/>
              <a:gd name="T60" fmla="*/ 111 w 138"/>
              <a:gd name="T61" fmla="*/ 108 h 170"/>
              <a:gd name="T62" fmla="*/ 100 w 138"/>
              <a:gd name="T63" fmla="*/ 121 h 170"/>
              <a:gd name="T64" fmla="*/ 113 w 138"/>
              <a:gd name="T65" fmla="*/ 133 h 170"/>
              <a:gd name="T66" fmla="*/ 125 w 138"/>
              <a:gd name="T67" fmla="*/ 124 h 1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38" h="170">
                <a:moveTo>
                  <a:pt x="67" y="136"/>
                </a:moveTo>
                <a:cubicBezTo>
                  <a:pt x="67" y="137"/>
                  <a:pt x="67" y="138"/>
                  <a:pt x="66" y="139"/>
                </a:cubicBezTo>
                <a:cubicBezTo>
                  <a:pt x="36" y="169"/>
                  <a:pt x="36" y="169"/>
                  <a:pt x="36" y="169"/>
                </a:cubicBezTo>
                <a:cubicBezTo>
                  <a:pt x="35" y="169"/>
                  <a:pt x="35" y="170"/>
                  <a:pt x="34" y="170"/>
                </a:cubicBezTo>
                <a:cubicBezTo>
                  <a:pt x="33" y="170"/>
                  <a:pt x="32" y="169"/>
                  <a:pt x="32" y="169"/>
                </a:cubicBezTo>
                <a:cubicBezTo>
                  <a:pt x="1" y="139"/>
                  <a:pt x="1" y="139"/>
                  <a:pt x="1" y="139"/>
                </a:cubicBezTo>
                <a:cubicBezTo>
                  <a:pt x="0" y="138"/>
                  <a:pt x="0" y="136"/>
                  <a:pt x="1" y="135"/>
                </a:cubicBezTo>
                <a:cubicBezTo>
                  <a:pt x="1" y="134"/>
                  <a:pt x="2" y="133"/>
                  <a:pt x="3" y="133"/>
                </a:cubicBezTo>
                <a:cubicBezTo>
                  <a:pt x="22" y="133"/>
                  <a:pt x="22" y="133"/>
                  <a:pt x="22" y="133"/>
                </a:cubicBezTo>
                <a:cubicBezTo>
                  <a:pt x="22" y="3"/>
                  <a:pt x="22" y="3"/>
                  <a:pt x="22" y="3"/>
                </a:cubicBezTo>
                <a:cubicBezTo>
                  <a:pt x="22" y="2"/>
                  <a:pt x="22" y="2"/>
                  <a:pt x="22" y="1"/>
                </a:cubicBezTo>
                <a:cubicBezTo>
                  <a:pt x="23" y="0"/>
                  <a:pt x="24" y="0"/>
                  <a:pt x="25" y="0"/>
                </a:cubicBezTo>
                <a:cubicBezTo>
                  <a:pt x="43" y="0"/>
                  <a:pt x="43" y="0"/>
                  <a:pt x="43" y="0"/>
                </a:cubicBezTo>
                <a:cubicBezTo>
                  <a:pt x="44" y="0"/>
                  <a:pt x="44" y="0"/>
                  <a:pt x="45" y="1"/>
                </a:cubicBezTo>
                <a:cubicBezTo>
                  <a:pt x="46" y="2"/>
                  <a:pt x="46" y="2"/>
                  <a:pt x="46" y="3"/>
                </a:cubicBezTo>
                <a:cubicBezTo>
                  <a:pt x="46" y="133"/>
                  <a:pt x="46" y="133"/>
                  <a:pt x="46" y="133"/>
                </a:cubicBezTo>
                <a:cubicBezTo>
                  <a:pt x="64" y="133"/>
                  <a:pt x="64" y="133"/>
                  <a:pt x="64" y="133"/>
                </a:cubicBezTo>
                <a:cubicBezTo>
                  <a:pt x="65" y="133"/>
                  <a:pt x="66" y="134"/>
                  <a:pt x="66" y="134"/>
                </a:cubicBezTo>
                <a:cubicBezTo>
                  <a:pt x="67" y="135"/>
                  <a:pt x="67" y="135"/>
                  <a:pt x="67" y="136"/>
                </a:cubicBezTo>
                <a:close/>
                <a:moveTo>
                  <a:pt x="138" y="130"/>
                </a:moveTo>
                <a:cubicBezTo>
                  <a:pt x="138" y="134"/>
                  <a:pt x="138" y="138"/>
                  <a:pt x="137" y="141"/>
                </a:cubicBezTo>
                <a:cubicBezTo>
                  <a:pt x="136" y="145"/>
                  <a:pt x="135" y="149"/>
                  <a:pt x="133" y="152"/>
                </a:cubicBezTo>
                <a:cubicBezTo>
                  <a:pt x="131" y="156"/>
                  <a:pt x="129" y="159"/>
                  <a:pt x="126" y="161"/>
                </a:cubicBezTo>
                <a:cubicBezTo>
                  <a:pt x="124" y="164"/>
                  <a:pt x="121" y="166"/>
                  <a:pt x="117" y="167"/>
                </a:cubicBezTo>
                <a:cubicBezTo>
                  <a:pt x="113" y="169"/>
                  <a:pt x="109" y="170"/>
                  <a:pt x="105" y="170"/>
                </a:cubicBezTo>
                <a:cubicBezTo>
                  <a:pt x="101" y="170"/>
                  <a:pt x="98" y="169"/>
                  <a:pt x="95" y="168"/>
                </a:cubicBezTo>
                <a:cubicBezTo>
                  <a:pt x="93" y="168"/>
                  <a:pt x="92" y="167"/>
                  <a:pt x="91" y="167"/>
                </a:cubicBezTo>
                <a:cubicBezTo>
                  <a:pt x="95" y="156"/>
                  <a:pt x="95" y="156"/>
                  <a:pt x="95" y="156"/>
                </a:cubicBezTo>
                <a:cubicBezTo>
                  <a:pt x="95" y="156"/>
                  <a:pt x="96" y="157"/>
                  <a:pt x="97" y="157"/>
                </a:cubicBezTo>
                <a:cubicBezTo>
                  <a:pt x="100" y="158"/>
                  <a:pt x="102" y="158"/>
                  <a:pt x="105" y="158"/>
                </a:cubicBezTo>
                <a:cubicBezTo>
                  <a:pt x="110" y="158"/>
                  <a:pt x="114" y="156"/>
                  <a:pt x="117" y="153"/>
                </a:cubicBezTo>
                <a:cubicBezTo>
                  <a:pt x="120" y="149"/>
                  <a:pt x="123" y="144"/>
                  <a:pt x="124" y="139"/>
                </a:cubicBezTo>
                <a:cubicBezTo>
                  <a:pt x="123" y="139"/>
                  <a:pt x="123" y="139"/>
                  <a:pt x="123" y="139"/>
                </a:cubicBezTo>
                <a:cubicBezTo>
                  <a:pt x="122" y="140"/>
                  <a:pt x="120" y="142"/>
                  <a:pt x="118" y="143"/>
                </a:cubicBezTo>
                <a:cubicBezTo>
                  <a:pt x="115" y="143"/>
                  <a:pt x="112" y="144"/>
                  <a:pt x="110" y="144"/>
                </a:cubicBezTo>
                <a:cubicBezTo>
                  <a:pt x="103" y="144"/>
                  <a:pt x="97" y="142"/>
                  <a:pt x="93" y="137"/>
                </a:cubicBezTo>
                <a:cubicBezTo>
                  <a:pt x="89" y="133"/>
                  <a:pt x="87" y="127"/>
                  <a:pt x="87" y="121"/>
                </a:cubicBezTo>
                <a:cubicBezTo>
                  <a:pt x="87" y="114"/>
                  <a:pt x="89" y="109"/>
                  <a:pt x="94" y="104"/>
                </a:cubicBezTo>
                <a:cubicBezTo>
                  <a:pt x="98" y="99"/>
                  <a:pt x="104" y="97"/>
                  <a:pt x="111" y="97"/>
                </a:cubicBezTo>
                <a:cubicBezTo>
                  <a:pt x="119" y="97"/>
                  <a:pt x="125" y="100"/>
                  <a:pt x="130" y="106"/>
                </a:cubicBezTo>
                <a:cubicBezTo>
                  <a:pt x="135" y="112"/>
                  <a:pt x="138" y="120"/>
                  <a:pt x="138" y="130"/>
                </a:cubicBezTo>
                <a:close/>
                <a:moveTo>
                  <a:pt x="135" y="62"/>
                </a:moveTo>
                <a:cubicBezTo>
                  <a:pt x="135" y="73"/>
                  <a:pt x="135" y="73"/>
                  <a:pt x="135" y="73"/>
                </a:cubicBezTo>
                <a:cubicBezTo>
                  <a:pt x="91" y="73"/>
                  <a:pt x="91" y="73"/>
                  <a:pt x="91" y="73"/>
                </a:cubicBezTo>
                <a:cubicBezTo>
                  <a:pt x="91" y="62"/>
                  <a:pt x="91" y="62"/>
                  <a:pt x="91" y="62"/>
                </a:cubicBezTo>
                <a:cubicBezTo>
                  <a:pt x="107" y="62"/>
                  <a:pt x="107" y="62"/>
                  <a:pt x="107" y="62"/>
                </a:cubicBezTo>
                <a:cubicBezTo>
                  <a:pt x="107" y="21"/>
                  <a:pt x="107" y="21"/>
                  <a:pt x="107" y="21"/>
                </a:cubicBezTo>
                <a:cubicBezTo>
                  <a:pt x="107" y="21"/>
                  <a:pt x="107" y="20"/>
                  <a:pt x="107" y="19"/>
                </a:cubicBezTo>
                <a:cubicBezTo>
                  <a:pt x="107" y="19"/>
                  <a:pt x="107" y="18"/>
                  <a:pt x="107" y="18"/>
                </a:cubicBezTo>
                <a:cubicBezTo>
                  <a:pt x="107" y="16"/>
                  <a:pt x="107" y="16"/>
                  <a:pt x="107" y="16"/>
                </a:cubicBezTo>
                <a:cubicBezTo>
                  <a:pt x="106" y="16"/>
                  <a:pt x="106" y="16"/>
                  <a:pt x="106" y="16"/>
                </a:cubicBezTo>
                <a:cubicBezTo>
                  <a:pt x="106" y="17"/>
                  <a:pt x="106" y="17"/>
                  <a:pt x="106" y="17"/>
                </a:cubicBezTo>
                <a:cubicBezTo>
                  <a:pt x="105" y="18"/>
                  <a:pt x="104" y="19"/>
                  <a:pt x="103" y="20"/>
                </a:cubicBezTo>
                <a:cubicBezTo>
                  <a:pt x="97" y="26"/>
                  <a:pt x="97" y="26"/>
                  <a:pt x="97" y="26"/>
                </a:cubicBezTo>
                <a:cubicBezTo>
                  <a:pt x="90" y="18"/>
                  <a:pt x="90" y="18"/>
                  <a:pt x="90" y="18"/>
                </a:cubicBezTo>
                <a:cubicBezTo>
                  <a:pt x="108" y="0"/>
                  <a:pt x="108" y="0"/>
                  <a:pt x="108" y="0"/>
                </a:cubicBezTo>
                <a:cubicBezTo>
                  <a:pt x="119" y="0"/>
                  <a:pt x="119" y="0"/>
                  <a:pt x="119" y="0"/>
                </a:cubicBezTo>
                <a:cubicBezTo>
                  <a:pt x="119" y="62"/>
                  <a:pt x="119" y="62"/>
                  <a:pt x="119" y="62"/>
                </a:cubicBezTo>
                <a:lnTo>
                  <a:pt x="135" y="62"/>
                </a:lnTo>
                <a:close/>
                <a:moveTo>
                  <a:pt x="125" y="124"/>
                </a:moveTo>
                <a:cubicBezTo>
                  <a:pt x="125" y="120"/>
                  <a:pt x="123" y="117"/>
                  <a:pt x="121" y="113"/>
                </a:cubicBezTo>
                <a:cubicBezTo>
                  <a:pt x="118" y="110"/>
                  <a:pt x="115" y="108"/>
                  <a:pt x="111" y="108"/>
                </a:cubicBezTo>
                <a:cubicBezTo>
                  <a:pt x="108" y="108"/>
                  <a:pt x="105" y="110"/>
                  <a:pt x="103" y="112"/>
                </a:cubicBezTo>
                <a:cubicBezTo>
                  <a:pt x="101" y="114"/>
                  <a:pt x="100" y="117"/>
                  <a:pt x="100" y="121"/>
                </a:cubicBezTo>
                <a:cubicBezTo>
                  <a:pt x="100" y="124"/>
                  <a:pt x="101" y="127"/>
                  <a:pt x="103" y="130"/>
                </a:cubicBezTo>
                <a:cubicBezTo>
                  <a:pt x="106" y="132"/>
                  <a:pt x="109" y="133"/>
                  <a:pt x="113" y="133"/>
                </a:cubicBezTo>
                <a:cubicBezTo>
                  <a:pt x="116" y="133"/>
                  <a:pt x="119" y="132"/>
                  <a:pt x="121" y="131"/>
                </a:cubicBezTo>
                <a:cubicBezTo>
                  <a:pt x="124" y="129"/>
                  <a:pt x="125" y="127"/>
                  <a:pt x="125" y="12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21" name="Freeform 324"/>
          <p:cNvSpPr>
            <a:spLocks noEditPoints="1"/>
          </p:cNvSpPr>
          <p:nvPr/>
        </p:nvSpPr>
        <p:spPr bwMode="auto">
          <a:xfrm>
            <a:off x="1681963" y="4806698"/>
            <a:ext cx="196660" cy="244204"/>
          </a:xfrm>
          <a:custGeom>
            <a:avLst/>
            <a:gdLst>
              <a:gd name="T0" fmla="*/ 66 w 137"/>
              <a:gd name="T1" fmla="*/ 139 h 170"/>
              <a:gd name="T2" fmla="*/ 33 w 137"/>
              <a:gd name="T3" fmla="*/ 170 h 170"/>
              <a:gd name="T4" fmla="*/ 1 w 137"/>
              <a:gd name="T5" fmla="*/ 139 h 170"/>
              <a:gd name="T6" fmla="*/ 3 w 137"/>
              <a:gd name="T7" fmla="*/ 133 h 170"/>
              <a:gd name="T8" fmla="*/ 21 w 137"/>
              <a:gd name="T9" fmla="*/ 3 h 170"/>
              <a:gd name="T10" fmla="*/ 24 w 137"/>
              <a:gd name="T11" fmla="*/ 0 h 170"/>
              <a:gd name="T12" fmla="*/ 45 w 137"/>
              <a:gd name="T13" fmla="*/ 1 h 170"/>
              <a:gd name="T14" fmla="*/ 45 w 137"/>
              <a:gd name="T15" fmla="*/ 133 h 170"/>
              <a:gd name="T16" fmla="*/ 66 w 137"/>
              <a:gd name="T17" fmla="*/ 134 h 170"/>
              <a:gd name="T18" fmla="*/ 137 w 137"/>
              <a:gd name="T19" fmla="*/ 33 h 170"/>
              <a:gd name="T20" fmla="*/ 132 w 137"/>
              <a:gd name="T21" fmla="*/ 55 h 170"/>
              <a:gd name="T22" fmla="*/ 117 w 137"/>
              <a:gd name="T23" fmla="*/ 70 h 170"/>
              <a:gd name="T24" fmla="*/ 94 w 137"/>
              <a:gd name="T25" fmla="*/ 71 h 170"/>
              <a:gd name="T26" fmla="*/ 94 w 137"/>
              <a:gd name="T27" fmla="*/ 59 h 170"/>
              <a:gd name="T28" fmla="*/ 104 w 137"/>
              <a:gd name="T29" fmla="*/ 61 h 170"/>
              <a:gd name="T30" fmla="*/ 123 w 137"/>
              <a:gd name="T31" fmla="*/ 42 h 170"/>
              <a:gd name="T32" fmla="*/ 117 w 137"/>
              <a:gd name="T33" fmla="*/ 46 h 170"/>
              <a:gd name="T34" fmla="*/ 93 w 137"/>
              <a:gd name="T35" fmla="*/ 40 h 170"/>
              <a:gd name="T36" fmla="*/ 93 w 137"/>
              <a:gd name="T37" fmla="*/ 7 h 170"/>
              <a:gd name="T38" fmla="*/ 130 w 137"/>
              <a:gd name="T39" fmla="*/ 9 h 170"/>
              <a:gd name="T40" fmla="*/ 135 w 137"/>
              <a:gd name="T41" fmla="*/ 159 h 170"/>
              <a:gd name="T42" fmla="*/ 90 w 137"/>
              <a:gd name="T43" fmla="*/ 170 h 170"/>
              <a:gd name="T44" fmla="*/ 106 w 137"/>
              <a:gd name="T45" fmla="*/ 159 h 170"/>
              <a:gd name="T46" fmla="*/ 106 w 137"/>
              <a:gd name="T47" fmla="*/ 116 h 170"/>
              <a:gd name="T48" fmla="*/ 106 w 137"/>
              <a:gd name="T49" fmla="*/ 113 h 170"/>
              <a:gd name="T50" fmla="*/ 105 w 137"/>
              <a:gd name="T51" fmla="*/ 114 h 170"/>
              <a:gd name="T52" fmla="*/ 97 w 137"/>
              <a:gd name="T53" fmla="*/ 123 h 170"/>
              <a:gd name="T54" fmla="*/ 107 w 137"/>
              <a:gd name="T55" fmla="*/ 97 h 170"/>
              <a:gd name="T56" fmla="*/ 119 w 137"/>
              <a:gd name="T57" fmla="*/ 159 h 170"/>
              <a:gd name="T58" fmla="*/ 124 w 137"/>
              <a:gd name="T59" fmla="*/ 28 h 170"/>
              <a:gd name="T60" fmla="*/ 110 w 137"/>
              <a:gd name="T61" fmla="*/ 12 h 170"/>
              <a:gd name="T62" fmla="*/ 100 w 137"/>
              <a:gd name="T63" fmla="*/ 24 h 170"/>
              <a:gd name="T64" fmla="*/ 113 w 137"/>
              <a:gd name="T65" fmla="*/ 37 h 170"/>
              <a:gd name="T66" fmla="*/ 124 w 137"/>
              <a:gd name="T67" fmla="*/ 28 h 1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37" h="170">
                <a:moveTo>
                  <a:pt x="67" y="136"/>
                </a:moveTo>
                <a:cubicBezTo>
                  <a:pt x="67" y="137"/>
                  <a:pt x="66" y="138"/>
                  <a:pt x="66" y="139"/>
                </a:cubicBezTo>
                <a:cubicBezTo>
                  <a:pt x="35" y="169"/>
                  <a:pt x="35" y="169"/>
                  <a:pt x="35" y="169"/>
                </a:cubicBezTo>
                <a:cubicBezTo>
                  <a:pt x="35" y="169"/>
                  <a:pt x="34" y="170"/>
                  <a:pt x="33" y="170"/>
                </a:cubicBezTo>
                <a:cubicBezTo>
                  <a:pt x="33" y="170"/>
                  <a:pt x="32" y="169"/>
                  <a:pt x="31" y="169"/>
                </a:cubicBezTo>
                <a:cubicBezTo>
                  <a:pt x="1" y="139"/>
                  <a:pt x="1" y="139"/>
                  <a:pt x="1" y="139"/>
                </a:cubicBezTo>
                <a:cubicBezTo>
                  <a:pt x="0" y="138"/>
                  <a:pt x="0" y="136"/>
                  <a:pt x="0" y="135"/>
                </a:cubicBezTo>
                <a:cubicBezTo>
                  <a:pt x="1" y="134"/>
                  <a:pt x="2" y="133"/>
                  <a:pt x="3" y="133"/>
                </a:cubicBezTo>
                <a:cubicBezTo>
                  <a:pt x="21" y="133"/>
                  <a:pt x="21" y="133"/>
                  <a:pt x="21" y="133"/>
                </a:cubicBezTo>
                <a:cubicBezTo>
                  <a:pt x="21" y="3"/>
                  <a:pt x="21" y="3"/>
                  <a:pt x="21" y="3"/>
                </a:cubicBezTo>
                <a:cubicBezTo>
                  <a:pt x="21" y="2"/>
                  <a:pt x="21" y="2"/>
                  <a:pt x="22" y="1"/>
                </a:cubicBezTo>
                <a:cubicBezTo>
                  <a:pt x="23" y="0"/>
                  <a:pt x="23" y="0"/>
                  <a:pt x="24" y="0"/>
                </a:cubicBezTo>
                <a:cubicBezTo>
                  <a:pt x="42" y="0"/>
                  <a:pt x="42" y="0"/>
                  <a:pt x="42" y="0"/>
                </a:cubicBezTo>
                <a:cubicBezTo>
                  <a:pt x="43" y="0"/>
                  <a:pt x="44" y="0"/>
                  <a:pt x="45" y="1"/>
                </a:cubicBezTo>
                <a:cubicBezTo>
                  <a:pt x="45" y="2"/>
                  <a:pt x="45" y="2"/>
                  <a:pt x="45" y="3"/>
                </a:cubicBezTo>
                <a:cubicBezTo>
                  <a:pt x="45" y="133"/>
                  <a:pt x="45" y="133"/>
                  <a:pt x="45" y="133"/>
                </a:cubicBezTo>
                <a:cubicBezTo>
                  <a:pt x="64" y="133"/>
                  <a:pt x="64" y="133"/>
                  <a:pt x="64" y="133"/>
                </a:cubicBezTo>
                <a:cubicBezTo>
                  <a:pt x="64" y="133"/>
                  <a:pt x="65" y="134"/>
                  <a:pt x="66" y="134"/>
                </a:cubicBezTo>
                <a:cubicBezTo>
                  <a:pt x="66" y="135"/>
                  <a:pt x="67" y="135"/>
                  <a:pt x="67" y="136"/>
                </a:cubicBezTo>
                <a:close/>
                <a:moveTo>
                  <a:pt x="137" y="33"/>
                </a:moveTo>
                <a:cubicBezTo>
                  <a:pt x="137" y="37"/>
                  <a:pt x="137" y="41"/>
                  <a:pt x="136" y="45"/>
                </a:cubicBezTo>
                <a:cubicBezTo>
                  <a:pt x="135" y="48"/>
                  <a:pt x="134" y="52"/>
                  <a:pt x="132" y="55"/>
                </a:cubicBezTo>
                <a:cubicBezTo>
                  <a:pt x="131" y="59"/>
                  <a:pt x="128" y="62"/>
                  <a:pt x="126" y="64"/>
                </a:cubicBezTo>
                <a:cubicBezTo>
                  <a:pt x="123" y="67"/>
                  <a:pt x="120" y="69"/>
                  <a:pt x="117" y="70"/>
                </a:cubicBezTo>
                <a:cubicBezTo>
                  <a:pt x="113" y="72"/>
                  <a:pt x="109" y="73"/>
                  <a:pt x="105" y="73"/>
                </a:cubicBezTo>
                <a:cubicBezTo>
                  <a:pt x="101" y="73"/>
                  <a:pt x="97" y="72"/>
                  <a:pt x="94" y="71"/>
                </a:cubicBezTo>
                <a:cubicBezTo>
                  <a:pt x="93" y="71"/>
                  <a:pt x="92" y="70"/>
                  <a:pt x="90" y="70"/>
                </a:cubicBezTo>
                <a:cubicBezTo>
                  <a:pt x="94" y="59"/>
                  <a:pt x="94" y="59"/>
                  <a:pt x="94" y="59"/>
                </a:cubicBezTo>
                <a:cubicBezTo>
                  <a:pt x="95" y="60"/>
                  <a:pt x="96" y="60"/>
                  <a:pt x="97" y="60"/>
                </a:cubicBezTo>
                <a:cubicBezTo>
                  <a:pt x="99" y="61"/>
                  <a:pt x="102" y="61"/>
                  <a:pt x="104" y="61"/>
                </a:cubicBezTo>
                <a:cubicBezTo>
                  <a:pt x="109" y="61"/>
                  <a:pt x="114" y="60"/>
                  <a:pt x="117" y="56"/>
                </a:cubicBezTo>
                <a:cubicBezTo>
                  <a:pt x="120" y="52"/>
                  <a:pt x="122" y="48"/>
                  <a:pt x="123" y="42"/>
                </a:cubicBezTo>
                <a:cubicBezTo>
                  <a:pt x="123" y="42"/>
                  <a:pt x="123" y="42"/>
                  <a:pt x="123" y="42"/>
                </a:cubicBezTo>
                <a:cubicBezTo>
                  <a:pt x="122" y="44"/>
                  <a:pt x="120" y="45"/>
                  <a:pt x="117" y="46"/>
                </a:cubicBezTo>
                <a:cubicBezTo>
                  <a:pt x="115" y="47"/>
                  <a:pt x="112" y="47"/>
                  <a:pt x="109" y="47"/>
                </a:cubicBezTo>
                <a:cubicBezTo>
                  <a:pt x="102" y="47"/>
                  <a:pt x="97" y="45"/>
                  <a:pt x="93" y="40"/>
                </a:cubicBezTo>
                <a:cubicBezTo>
                  <a:pt x="89" y="36"/>
                  <a:pt x="86" y="30"/>
                  <a:pt x="86" y="24"/>
                </a:cubicBezTo>
                <a:cubicBezTo>
                  <a:pt x="86" y="17"/>
                  <a:pt x="89" y="12"/>
                  <a:pt x="93" y="7"/>
                </a:cubicBezTo>
                <a:cubicBezTo>
                  <a:pt x="98" y="3"/>
                  <a:pt x="103" y="0"/>
                  <a:pt x="110" y="0"/>
                </a:cubicBezTo>
                <a:cubicBezTo>
                  <a:pt x="118" y="0"/>
                  <a:pt x="125" y="3"/>
                  <a:pt x="130" y="9"/>
                </a:cubicBezTo>
                <a:cubicBezTo>
                  <a:pt x="135" y="15"/>
                  <a:pt x="137" y="23"/>
                  <a:pt x="137" y="33"/>
                </a:cubicBezTo>
                <a:close/>
                <a:moveTo>
                  <a:pt x="135" y="159"/>
                </a:moveTo>
                <a:cubicBezTo>
                  <a:pt x="135" y="170"/>
                  <a:pt x="135" y="170"/>
                  <a:pt x="135" y="170"/>
                </a:cubicBezTo>
                <a:cubicBezTo>
                  <a:pt x="90" y="170"/>
                  <a:pt x="90" y="170"/>
                  <a:pt x="90" y="170"/>
                </a:cubicBezTo>
                <a:cubicBezTo>
                  <a:pt x="90" y="159"/>
                  <a:pt x="90" y="159"/>
                  <a:pt x="90" y="159"/>
                </a:cubicBezTo>
                <a:cubicBezTo>
                  <a:pt x="106" y="159"/>
                  <a:pt x="106" y="159"/>
                  <a:pt x="106" y="159"/>
                </a:cubicBezTo>
                <a:cubicBezTo>
                  <a:pt x="106" y="118"/>
                  <a:pt x="106" y="118"/>
                  <a:pt x="106" y="118"/>
                </a:cubicBezTo>
                <a:cubicBezTo>
                  <a:pt x="106" y="118"/>
                  <a:pt x="106" y="117"/>
                  <a:pt x="106" y="116"/>
                </a:cubicBezTo>
                <a:cubicBezTo>
                  <a:pt x="106" y="115"/>
                  <a:pt x="106" y="115"/>
                  <a:pt x="106" y="115"/>
                </a:cubicBezTo>
                <a:cubicBezTo>
                  <a:pt x="106" y="113"/>
                  <a:pt x="106" y="113"/>
                  <a:pt x="106" y="113"/>
                </a:cubicBezTo>
                <a:cubicBezTo>
                  <a:pt x="106" y="113"/>
                  <a:pt x="106" y="113"/>
                  <a:pt x="106" y="113"/>
                </a:cubicBezTo>
                <a:cubicBezTo>
                  <a:pt x="105" y="114"/>
                  <a:pt x="105" y="114"/>
                  <a:pt x="105" y="114"/>
                </a:cubicBezTo>
                <a:cubicBezTo>
                  <a:pt x="105" y="115"/>
                  <a:pt x="104" y="116"/>
                  <a:pt x="103" y="117"/>
                </a:cubicBezTo>
                <a:cubicBezTo>
                  <a:pt x="97" y="123"/>
                  <a:pt x="97" y="123"/>
                  <a:pt x="97" y="123"/>
                </a:cubicBezTo>
                <a:cubicBezTo>
                  <a:pt x="89" y="115"/>
                  <a:pt x="89" y="115"/>
                  <a:pt x="89" y="115"/>
                </a:cubicBezTo>
                <a:cubicBezTo>
                  <a:pt x="107" y="97"/>
                  <a:pt x="107" y="97"/>
                  <a:pt x="107" y="97"/>
                </a:cubicBezTo>
                <a:cubicBezTo>
                  <a:pt x="119" y="97"/>
                  <a:pt x="119" y="97"/>
                  <a:pt x="119" y="97"/>
                </a:cubicBezTo>
                <a:cubicBezTo>
                  <a:pt x="119" y="159"/>
                  <a:pt x="119" y="159"/>
                  <a:pt x="119" y="159"/>
                </a:cubicBezTo>
                <a:lnTo>
                  <a:pt x="135" y="159"/>
                </a:lnTo>
                <a:close/>
                <a:moveTo>
                  <a:pt x="124" y="28"/>
                </a:moveTo>
                <a:cubicBezTo>
                  <a:pt x="124" y="24"/>
                  <a:pt x="123" y="20"/>
                  <a:pt x="120" y="17"/>
                </a:cubicBezTo>
                <a:cubicBezTo>
                  <a:pt x="117" y="13"/>
                  <a:pt x="114" y="12"/>
                  <a:pt x="110" y="12"/>
                </a:cubicBezTo>
                <a:cubicBezTo>
                  <a:pt x="107" y="12"/>
                  <a:pt x="104" y="13"/>
                  <a:pt x="102" y="15"/>
                </a:cubicBezTo>
                <a:cubicBezTo>
                  <a:pt x="101" y="17"/>
                  <a:pt x="100" y="20"/>
                  <a:pt x="100" y="24"/>
                </a:cubicBezTo>
                <a:cubicBezTo>
                  <a:pt x="100" y="28"/>
                  <a:pt x="101" y="31"/>
                  <a:pt x="103" y="33"/>
                </a:cubicBezTo>
                <a:cubicBezTo>
                  <a:pt x="105" y="35"/>
                  <a:pt x="109" y="37"/>
                  <a:pt x="113" y="37"/>
                </a:cubicBezTo>
                <a:cubicBezTo>
                  <a:pt x="116" y="37"/>
                  <a:pt x="119" y="36"/>
                  <a:pt x="121" y="34"/>
                </a:cubicBezTo>
                <a:cubicBezTo>
                  <a:pt x="123" y="32"/>
                  <a:pt x="124" y="30"/>
                  <a:pt x="124" y="2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22" name="Freeform 325"/>
          <p:cNvSpPr>
            <a:spLocks noEditPoints="1"/>
          </p:cNvSpPr>
          <p:nvPr/>
        </p:nvSpPr>
        <p:spPr bwMode="auto">
          <a:xfrm>
            <a:off x="1949939" y="4823987"/>
            <a:ext cx="216111" cy="209627"/>
          </a:xfrm>
          <a:custGeom>
            <a:avLst/>
            <a:gdLst>
              <a:gd name="T0" fmla="*/ 40 w 152"/>
              <a:gd name="T1" fmla="*/ 127 h 146"/>
              <a:gd name="T2" fmla="*/ 34 w 152"/>
              <a:gd name="T3" fmla="*/ 133 h 146"/>
              <a:gd name="T4" fmla="*/ 2 w 152"/>
              <a:gd name="T5" fmla="*/ 132 h 146"/>
              <a:gd name="T6" fmla="*/ 0 w 152"/>
              <a:gd name="T7" fmla="*/ 67 h 146"/>
              <a:gd name="T8" fmla="*/ 7 w 152"/>
              <a:gd name="T9" fmla="*/ 61 h 146"/>
              <a:gd name="T10" fmla="*/ 38 w 152"/>
              <a:gd name="T11" fmla="*/ 63 h 146"/>
              <a:gd name="T12" fmla="*/ 25 w 152"/>
              <a:gd name="T13" fmla="*/ 115 h 146"/>
              <a:gd name="T14" fmla="*/ 19 w 152"/>
              <a:gd name="T15" fmla="*/ 109 h 146"/>
              <a:gd name="T16" fmla="*/ 13 w 152"/>
              <a:gd name="T17" fmla="*/ 115 h 146"/>
              <a:gd name="T18" fmla="*/ 19 w 152"/>
              <a:gd name="T19" fmla="*/ 121 h 146"/>
              <a:gd name="T20" fmla="*/ 25 w 152"/>
              <a:gd name="T21" fmla="*/ 115 h 146"/>
              <a:gd name="T22" fmla="*/ 147 w 152"/>
              <a:gd name="T23" fmla="*/ 81 h 146"/>
              <a:gd name="T24" fmla="*/ 144 w 152"/>
              <a:gd name="T25" fmla="*/ 101 h 146"/>
              <a:gd name="T26" fmla="*/ 139 w 152"/>
              <a:gd name="T27" fmla="*/ 121 h 146"/>
              <a:gd name="T28" fmla="*/ 116 w 152"/>
              <a:gd name="T29" fmla="*/ 146 h 146"/>
              <a:gd name="T30" fmla="*/ 105 w 152"/>
              <a:gd name="T31" fmla="*/ 146 h 146"/>
              <a:gd name="T32" fmla="*/ 90 w 152"/>
              <a:gd name="T33" fmla="*/ 144 h 146"/>
              <a:gd name="T34" fmla="*/ 67 w 152"/>
              <a:gd name="T35" fmla="*/ 138 h 146"/>
              <a:gd name="T36" fmla="*/ 48 w 152"/>
              <a:gd name="T37" fmla="*/ 132 h 146"/>
              <a:gd name="T38" fmla="*/ 46 w 152"/>
              <a:gd name="T39" fmla="*/ 67 h 146"/>
              <a:gd name="T40" fmla="*/ 52 w 152"/>
              <a:gd name="T41" fmla="*/ 61 h 146"/>
              <a:gd name="T42" fmla="*/ 68 w 152"/>
              <a:gd name="T43" fmla="*/ 44 h 146"/>
              <a:gd name="T44" fmla="*/ 81 w 152"/>
              <a:gd name="T45" fmla="*/ 28 h 146"/>
              <a:gd name="T46" fmla="*/ 84 w 152"/>
              <a:gd name="T47" fmla="*/ 18 h 146"/>
              <a:gd name="T48" fmla="*/ 87 w 152"/>
              <a:gd name="T49" fmla="*/ 7 h 146"/>
              <a:gd name="T50" fmla="*/ 94 w 152"/>
              <a:gd name="T51" fmla="*/ 0 h 146"/>
              <a:gd name="T52" fmla="*/ 108 w 152"/>
              <a:gd name="T53" fmla="*/ 4 h 146"/>
              <a:gd name="T54" fmla="*/ 114 w 152"/>
              <a:gd name="T55" fmla="*/ 12 h 146"/>
              <a:gd name="T56" fmla="*/ 115 w 152"/>
              <a:gd name="T57" fmla="*/ 21 h 146"/>
              <a:gd name="T58" fmla="*/ 115 w 152"/>
              <a:gd name="T59" fmla="*/ 32 h 146"/>
              <a:gd name="T60" fmla="*/ 110 w 152"/>
              <a:gd name="T61" fmla="*/ 43 h 146"/>
              <a:gd name="T62" fmla="*/ 108 w 152"/>
              <a:gd name="T63" fmla="*/ 46 h 146"/>
              <a:gd name="T64" fmla="*/ 134 w 152"/>
              <a:gd name="T65" fmla="*/ 49 h 146"/>
              <a:gd name="T66" fmla="*/ 152 w 152"/>
              <a:gd name="T67" fmla="*/ 67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52" h="146">
                <a:moveTo>
                  <a:pt x="40" y="67"/>
                </a:moveTo>
                <a:cubicBezTo>
                  <a:pt x="40" y="127"/>
                  <a:pt x="40" y="127"/>
                  <a:pt x="40" y="127"/>
                </a:cubicBezTo>
                <a:cubicBezTo>
                  <a:pt x="40" y="129"/>
                  <a:pt x="39" y="130"/>
                  <a:pt x="38" y="132"/>
                </a:cubicBezTo>
                <a:cubicBezTo>
                  <a:pt x="37" y="133"/>
                  <a:pt x="35" y="133"/>
                  <a:pt x="34" y="133"/>
                </a:cubicBezTo>
                <a:cubicBezTo>
                  <a:pt x="7" y="133"/>
                  <a:pt x="7" y="133"/>
                  <a:pt x="7" y="133"/>
                </a:cubicBezTo>
                <a:cubicBezTo>
                  <a:pt x="5" y="133"/>
                  <a:pt x="3" y="133"/>
                  <a:pt x="2" y="132"/>
                </a:cubicBezTo>
                <a:cubicBezTo>
                  <a:pt x="1" y="130"/>
                  <a:pt x="0" y="129"/>
                  <a:pt x="0" y="127"/>
                </a:cubicBezTo>
                <a:cubicBezTo>
                  <a:pt x="0" y="67"/>
                  <a:pt x="0" y="67"/>
                  <a:pt x="0" y="67"/>
                </a:cubicBezTo>
                <a:cubicBezTo>
                  <a:pt x="0" y="65"/>
                  <a:pt x="1" y="64"/>
                  <a:pt x="2" y="63"/>
                </a:cubicBezTo>
                <a:cubicBezTo>
                  <a:pt x="3" y="61"/>
                  <a:pt x="5" y="61"/>
                  <a:pt x="7" y="61"/>
                </a:cubicBezTo>
                <a:cubicBezTo>
                  <a:pt x="34" y="61"/>
                  <a:pt x="34" y="61"/>
                  <a:pt x="34" y="61"/>
                </a:cubicBezTo>
                <a:cubicBezTo>
                  <a:pt x="35" y="61"/>
                  <a:pt x="37" y="61"/>
                  <a:pt x="38" y="63"/>
                </a:cubicBezTo>
                <a:cubicBezTo>
                  <a:pt x="39" y="64"/>
                  <a:pt x="40" y="65"/>
                  <a:pt x="40" y="67"/>
                </a:cubicBezTo>
                <a:close/>
                <a:moveTo>
                  <a:pt x="25" y="115"/>
                </a:moveTo>
                <a:cubicBezTo>
                  <a:pt x="25" y="114"/>
                  <a:pt x="24" y="112"/>
                  <a:pt x="23" y="111"/>
                </a:cubicBezTo>
                <a:cubicBezTo>
                  <a:pt x="22" y="110"/>
                  <a:pt x="20" y="109"/>
                  <a:pt x="19" y="109"/>
                </a:cubicBezTo>
                <a:cubicBezTo>
                  <a:pt x="17" y="109"/>
                  <a:pt x="16" y="110"/>
                  <a:pt x="14" y="111"/>
                </a:cubicBezTo>
                <a:cubicBezTo>
                  <a:pt x="13" y="112"/>
                  <a:pt x="13" y="114"/>
                  <a:pt x="13" y="115"/>
                </a:cubicBezTo>
                <a:cubicBezTo>
                  <a:pt x="13" y="117"/>
                  <a:pt x="13" y="118"/>
                  <a:pt x="14" y="120"/>
                </a:cubicBezTo>
                <a:cubicBezTo>
                  <a:pt x="16" y="121"/>
                  <a:pt x="17" y="121"/>
                  <a:pt x="19" y="121"/>
                </a:cubicBezTo>
                <a:cubicBezTo>
                  <a:pt x="20" y="121"/>
                  <a:pt x="22" y="121"/>
                  <a:pt x="23" y="120"/>
                </a:cubicBezTo>
                <a:cubicBezTo>
                  <a:pt x="24" y="118"/>
                  <a:pt x="25" y="117"/>
                  <a:pt x="25" y="115"/>
                </a:cubicBezTo>
                <a:close/>
                <a:moveTo>
                  <a:pt x="152" y="67"/>
                </a:moveTo>
                <a:cubicBezTo>
                  <a:pt x="152" y="72"/>
                  <a:pt x="150" y="77"/>
                  <a:pt x="147" y="81"/>
                </a:cubicBezTo>
                <a:cubicBezTo>
                  <a:pt x="148" y="84"/>
                  <a:pt x="148" y="86"/>
                  <a:pt x="148" y="88"/>
                </a:cubicBezTo>
                <a:cubicBezTo>
                  <a:pt x="148" y="93"/>
                  <a:pt x="147" y="97"/>
                  <a:pt x="144" y="101"/>
                </a:cubicBezTo>
                <a:cubicBezTo>
                  <a:pt x="145" y="105"/>
                  <a:pt x="145" y="108"/>
                  <a:pt x="144" y="112"/>
                </a:cubicBezTo>
                <a:cubicBezTo>
                  <a:pt x="143" y="116"/>
                  <a:pt x="141" y="119"/>
                  <a:pt x="139" y="121"/>
                </a:cubicBezTo>
                <a:cubicBezTo>
                  <a:pt x="139" y="128"/>
                  <a:pt x="138" y="134"/>
                  <a:pt x="134" y="138"/>
                </a:cubicBezTo>
                <a:cubicBezTo>
                  <a:pt x="130" y="143"/>
                  <a:pt x="124" y="145"/>
                  <a:pt x="116" y="146"/>
                </a:cubicBezTo>
                <a:cubicBezTo>
                  <a:pt x="112" y="146"/>
                  <a:pt x="112" y="146"/>
                  <a:pt x="112" y="146"/>
                </a:cubicBezTo>
                <a:cubicBezTo>
                  <a:pt x="105" y="146"/>
                  <a:pt x="105" y="146"/>
                  <a:pt x="105" y="146"/>
                </a:cubicBezTo>
                <a:cubicBezTo>
                  <a:pt x="103" y="146"/>
                  <a:pt x="103" y="146"/>
                  <a:pt x="103" y="146"/>
                </a:cubicBezTo>
                <a:cubicBezTo>
                  <a:pt x="99" y="146"/>
                  <a:pt x="95" y="145"/>
                  <a:pt x="90" y="144"/>
                </a:cubicBezTo>
                <a:cubicBezTo>
                  <a:pt x="85" y="143"/>
                  <a:pt x="81" y="142"/>
                  <a:pt x="78" y="141"/>
                </a:cubicBezTo>
                <a:cubicBezTo>
                  <a:pt x="76" y="140"/>
                  <a:pt x="72" y="139"/>
                  <a:pt x="67" y="138"/>
                </a:cubicBezTo>
                <a:cubicBezTo>
                  <a:pt x="59" y="135"/>
                  <a:pt x="54" y="133"/>
                  <a:pt x="52" y="133"/>
                </a:cubicBezTo>
                <a:cubicBezTo>
                  <a:pt x="50" y="133"/>
                  <a:pt x="49" y="133"/>
                  <a:pt x="48" y="132"/>
                </a:cubicBezTo>
                <a:cubicBezTo>
                  <a:pt x="46" y="130"/>
                  <a:pt x="46" y="129"/>
                  <a:pt x="46" y="127"/>
                </a:cubicBezTo>
                <a:cubicBezTo>
                  <a:pt x="46" y="67"/>
                  <a:pt x="46" y="67"/>
                  <a:pt x="46" y="67"/>
                </a:cubicBezTo>
                <a:cubicBezTo>
                  <a:pt x="46" y="65"/>
                  <a:pt x="46" y="64"/>
                  <a:pt x="48" y="63"/>
                </a:cubicBezTo>
                <a:cubicBezTo>
                  <a:pt x="49" y="61"/>
                  <a:pt x="50" y="61"/>
                  <a:pt x="52" y="61"/>
                </a:cubicBezTo>
                <a:cubicBezTo>
                  <a:pt x="53" y="61"/>
                  <a:pt x="56" y="59"/>
                  <a:pt x="59" y="55"/>
                </a:cubicBezTo>
                <a:cubicBezTo>
                  <a:pt x="62" y="52"/>
                  <a:pt x="65" y="48"/>
                  <a:pt x="68" y="44"/>
                </a:cubicBezTo>
                <a:cubicBezTo>
                  <a:pt x="73" y="38"/>
                  <a:pt x="76" y="34"/>
                  <a:pt x="78" y="32"/>
                </a:cubicBezTo>
                <a:cubicBezTo>
                  <a:pt x="79" y="31"/>
                  <a:pt x="80" y="30"/>
                  <a:pt x="81" y="28"/>
                </a:cubicBezTo>
                <a:cubicBezTo>
                  <a:pt x="82" y="26"/>
                  <a:pt x="82" y="24"/>
                  <a:pt x="83" y="23"/>
                </a:cubicBezTo>
                <a:cubicBezTo>
                  <a:pt x="83" y="22"/>
                  <a:pt x="83" y="20"/>
                  <a:pt x="84" y="18"/>
                </a:cubicBezTo>
                <a:cubicBezTo>
                  <a:pt x="84" y="15"/>
                  <a:pt x="85" y="13"/>
                  <a:pt x="85" y="12"/>
                </a:cubicBezTo>
                <a:cubicBezTo>
                  <a:pt x="85" y="10"/>
                  <a:pt x="86" y="9"/>
                  <a:pt x="87" y="7"/>
                </a:cubicBezTo>
                <a:cubicBezTo>
                  <a:pt x="88" y="5"/>
                  <a:pt x="89" y="3"/>
                  <a:pt x="90" y="2"/>
                </a:cubicBezTo>
                <a:cubicBezTo>
                  <a:pt x="91" y="1"/>
                  <a:pt x="93" y="0"/>
                  <a:pt x="94" y="0"/>
                </a:cubicBezTo>
                <a:cubicBezTo>
                  <a:pt x="97" y="0"/>
                  <a:pt x="100" y="1"/>
                  <a:pt x="102" y="1"/>
                </a:cubicBezTo>
                <a:cubicBezTo>
                  <a:pt x="104" y="2"/>
                  <a:pt x="106" y="3"/>
                  <a:pt x="108" y="4"/>
                </a:cubicBezTo>
                <a:cubicBezTo>
                  <a:pt x="109" y="5"/>
                  <a:pt x="111" y="6"/>
                  <a:pt x="112" y="8"/>
                </a:cubicBezTo>
                <a:cubicBezTo>
                  <a:pt x="113" y="9"/>
                  <a:pt x="113" y="11"/>
                  <a:pt x="114" y="12"/>
                </a:cubicBezTo>
                <a:cubicBezTo>
                  <a:pt x="114" y="13"/>
                  <a:pt x="115" y="15"/>
                  <a:pt x="115" y="17"/>
                </a:cubicBezTo>
                <a:cubicBezTo>
                  <a:pt x="115" y="18"/>
                  <a:pt x="115" y="20"/>
                  <a:pt x="115" y="21"/>
                </a:cubicBezTo>
                <a:cubicBezTo>
                  <a:pt x="115" y="22"/>
                  <a:pt x="115" y="23"/>
                  <a:pt x="115" y="25"/>
                </a:cubicBezTo>
                <a:cubicBezTo>
                  <a:pt x="115" y="27"/>
                  <a:pt x="115" y="29"/>
                  <a:pt x="115" y="32"/>
                </a:cubicBezTo>
                <a:cubicBezTo>
                  <a:pt x="114" y="34"/>
                  <a:pt x="113" y="36"/>
                  <a:pt x="113" y="37"/>
                </a:cubicBezTo>
                <a:cubicBezTo>
                  <a:pt x="112" y="39"/>
                  <a:pt x="111" y="41"/>
                  <a:pt x="110" y="43"/>
                </a:cubicBezTo>
                <a:cubicBezTo>
                  <a:pt x="110" y="43"/>
                  <a:pt x="110" y="44"/>
                  <a:pt x="109" y="44"/>
                </a:cubicBezTo>
                <a:cubicBezTo>
                  <a:pt x="109" y="45"/>
                  <a:pt x="108" y="46"/>
                  <a:pt x="108" y="46"/>
                </a:cubicBezTo>
                <a:cubicBezTo>
                  <a:pt x="108" y="47"/>
                  <a:pt x="108" y="48"/>
                  <a:pt x="107" y="49"/>
                </a:cubicBezTo>
                <a:cubicBezTo>
                  <a:pt x="134" y="49"/>
                  <a:pt x="134" y="49"/>
                  <a:pt x="134" y="49"/>
                </a:cubicBezTo>
                <a:cubicBezTo>
                  <a:pt x="139" y="49"/>
                  <a:pt x="143" y="51"/>
                  <a:pt x="146" y="54"/>
                </a:cubicBezTo>
                <a:cubicBezTo>
                  <a:pt x="150" y="58"/>
                  <a:pt x="152" y="62"/>
                  <a:pt x="152" y="6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23" name="Freeform 326"/>
          <p:cNvSpPr>
            <a:spLocks noEditPoints="1"/>
          </p:cNvSpPr>
          <p:nvPr/>
        </p:nvSpPr>
        <p:spPr bwMode="auto">
          <a:xfrm>
            <a:off x="2237363" y="4841275"/>
            <a:ext cx="218271" cy="209627"/>
          </a:xfrm>
          <a:custGeom>
            <a:avLst/>
            <a:gdLst>
              <a:gd name="T0" fmla="*/ 33 w 151"/>
              <a:gd name="T1" fmla="*/ 85 h 146"/>
              <a:gd name="T2" fmla="*/ 2 w 151"/>
              <a:gd name="T3" fmla="*/ 83 h 146"/>
              <a:gd name="T4" fmla="*/ 0 w 151"/>
              <a:gd name="T5" fmla="*/ 19 h 146"/>
              <a:gd name="T6" fmla="*/ 6 w 151"/>
              <a:gd name="T7" fmla="*/ 13 h 146"/>
              <a:gd name="T8" fmla="*/ 38 w 151"/>
              <a:gd name="T9" fmla="*/ 14 h 146"/>
              <a:gd name="T10" fmla="*/ 39 w 151"/>
              <a:gd name="T11" fmla="*/ 79 h 146"/>
              <a:gd name="T12" fmla="*/ 23 w 151"/>
              <a:gd name="T13" fmla="*/ 26 h 146"/>
              <a:gd name="T14" fmla="*/ 14 w 151"/>
              <a:gd name="T15" fmla="*/ 26 h 146"/>
              <a:gd name="T16" fmla="*/ 14 w 151"/>
              <a:gd name="T17" fmla="*/ 35 h 146"/>
              <a:gd name="T18" fmla="*/ 23 w 151"/>
              <a:gd name="T19" fmla="*/ 35 h 146"/>
              <a:gd name="T20" fmla="*/ 23 w 151"/>
              <a:gd name="T21" fmla="*/ 26 h 146"/>
              <a:gd name="T22" fmla="*/ 144 w 151"/>
              <a:gd name="T23" fmla="*/ 45 h 146"/>
              <a:gd name="T24" fmla="*/ 138 w 151"/>
              <a:gd name="T25" fmla="*/ 25 h 146"/>
              <a:gd name="T26" fmla="*/ 115 w 151"/>
              <a:gd name="T27" fmla="*/ 0 h 146"/>
              <a:gd name="T28" fmla="*/ 105 w 151"/>
              <a:gd name="T29" fmla="*/ 0 h 146"/>
              <a:gd name="T30" fmla="*/ 89 w 151"/>
              <a:gd name="T31" fmla="*/ 2 h 146"/>
              <a:gd name="T32" fmla="*/ 67 w 151"/>
              <a:gd name="T33" fmla="*/ 8 h 146"/>
              <a:gd name="T34" fmla="*/ 47 w 151"/>
              <a:gd name="T35" fmla="*/ 14 h 146"/>
              <a:gd name="T36" fmla="*/ 46 w 151"/>
              <a:gd name="T37" fmla="*/ 79 h 146"/>
              <a:gd name="T38" fmla="*/ 51 w 151"/>
              <a:gd name="T39" fmla="*/ 85 h 146"/>
              <a:gd name="T40" fmla="*/ 68 w 151"/>
              <a:gd name="T41" fmla="*/ 102 h 146"/>
              <a:gd name="T42" fmla="*/ 80 w 151"/>
              <a:gd name="T43" fmla="*/ 118 h 146"/>
              <a:gd name="T44" fmla="*/ 83 w 151"/>
              <a:gd name="T45" fmla="*/ 128 h 146"/>
              <a:gd name="T46" fmla="*/ 86 w 151"/>
              <a:gd name="T47" fmla="*/ 139 h 146"/>
              <a:gd name="T48" fmla="*/ 94 w 151"/>
              <a:gd name="T49" fmla="*/ 146 h 146"/>
              <a:gd name="T50" fmla="*/ 107 w 151"/>
              <a:gd name="T51" fmla="*/ 142 h 146"/>
              <a:gd name="T52" fmla="*/ 113 w 151"/>
              <a:gd name="T53" fmla="*/ 134 h 146"/>
              <a:gd name="T54" fmla="*/ 115 w 151"/>
              <a:gd name="T55" fmla="*/ 125 h 146"/>
              <a:gd name="T56" fmla="*/ 114 w 151"/>
              <a:gd name="T57" fmla="*/ 114 h 146"/>
              <a:gd name="T58" fmla="*/ 110 w 151"/>
              <a:gd name="T59" fmla="*/ 103 h 146"/>
              <a:gd name="T60" fmla="*/ 108 w 151"/>
              <a:gd name="T61" fmla="*/ 99 h 146"/>
              <a:gd name="T62" fmla="*/ 133 w 151"/>
              <a:gd name="T63" fmla="*/ 97 h 146"/>
              <a:gd name="T64" fmla="*/ 151 w 151"/>
              <a:gd name="T65" fmla="*/ 79 h 146"/>
              <a:gd name="T66" fmla="*/ 148 w 151"/>
              <a:gd name="T67" fmla="*/ 58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51" h="146">
                <a:moveTo>
                  <a:pt x="38" y="83"/>
                </a:moveTo>
                <a:cubicBezTo>
                  <a:pt x="36" y="85"/>
                  <a:pt x="35" y="85"/>
                  <a:pt x="33" y="85"/>
                </a:cubicBezTo>
                <a:cubicBezTo>
                  <a:pt x="6" y="85"/>
                  <a:pt x="6" y="85"/>
                  <a:pt x="6" y="85"/>
                </a:cubicBezTo>
                <a:cubicBezTo>
                  <a:pt x="5" y="85"/>
                  <a:pt x="3" y="85"/>
                  <a:pt x="2" y="83"/>
                </a:cubicBezTo>
                <a:cubicBezTo>
                  <a:pt x="1" y="82"/>
                  <a:pt x="0" y="81"/>
                  <a:pt x="0" y="79"/>
                </a:cubicBezTo>
                <a:cubicBezTo>
                  <a:pt x="0" y="19"/>
                  <a:pt x="0" y="19"/>
                  <a:pt x="0" y="19"/>
                </a:cubicBezTo>
                <a:cubicBezTo>
                  <a:pt x="0" y="17"/>
                  <a:pt x="1" y="16"/>
                  <a:pt x="2" y="14"/>
                </a:cubicBezTo>
                <a:cubicBezTo>
                  <a:pt x="3" y="13"/>
                  <a:pt x="5" y="13"/>
                  <a:pt x="6" y="13"/>
                </a:cubicBezTo>
                <a:cubicBezTo>
                  <a:pt x="33" y="13"/>
                  <a:pt x="33" y="13"/>
                  <a:pt x="33" y="13"/>
                </a:cubicBezTo>
                <a:cubicBezTo>
                  <a:pt x="35" y="13"/>
                  <a:pt x="36" y="13"/>
                  <a:pt x="38" y="14"/>
                </a:cubicBezTo>
                <a:cubicBezTo>
                  <a:pt x="39" y="16"/>
                  <a:pt x="39" y="17"/>
                  <a:pt x="39" y="19"/>
                </a:cubicBezTo>
                <a:cubicBezTo>
                  <a:pt x="39" y="79"/>
                  <a:pt x="39" y="79"/>
                  <a:pt x="39" y="79"/>
                </a:cubicBezTo>
                <a:cubicBezTo>
                  <a:pt x="39" y="81"/>
                  <a:pt x="39" y="82"/>
                  <a:pt x="38" y="83"/>
                </a:cubicBezTo>
                <a:close/>
                <a:moveTo>
                  <a:pt x="23" y="26"/>
                </a:moveTo>
                <a:cubicBezTo>
                  <a:pt x="21" y="25"/>
                  <a:pt x="20" y="25"/>
                  <a:pt x="18" y="25"/>
                </a:cubicBezTo>
                <a:cubicBezTo>
                  <a:pt x="17" y="25"/>
                  <a:pt x="15" y="25"/>
                  <a:pt x="14" y="26"/>
                </a:cubicBezTo>
                <a:cubicBezTo>
                  <a:pt x="13" y="28"/>
                  <a:pt x="12" y="29"/>
                  <a:pt x="12" y="31"/>
                </a:cubicBezTo>
                <a:cubicBezTo>
                  <a:pt x="12" y="32"/>
                  <a:pt x="13" y="34"/>
                  <a:pt x="14" y="35"/>
                </a:cubicBezTo>
                <a:cubicBezTo>
                  <a:pt x="15" y="36"/>
                  <a:pt x="17" y="37"/>
                  <a:pt x="18" y="37"/>
                </a:cubicBezTo>
                <a:cubicBezTo>
                  <a:pt x="20" y="37"/>
                  <a:pt x="21" y="36"/>
                  <a:pt x="23" y="35"/>
                </a:cubicBezTo>
                <a:cubicBezTo>
                  <a:pt x="24" y="34"/>
                  <a:pt x="24" y="32"/>
                  <a:pt x="24" y="31"/>
                </a:cubicBezTo>
                <a:cubicBezTo>
                  <a:pt x="24" y="29"/>
                  <a:pt x="24" y="28"/>
                  <a:pt x="23" y="26"/>
                </a:cubicBezTo>
                <a:close/>
                <a:moveTo>
                  <a:pt x="148" y="58"/>
                </a:moveTo>
                <a:cubicBezTo>
                  <a:pt x="148" y="53"/>
                  <a:pt x="146" y="49"/>
                  <a:pt x="144" y="45"/>
                </a:cubicBezTo>
                <a:cubicBezTo>
                  <a:pt x="145" y="41"/>
                  <a:pt x="145" y="38"/>
                  <a:pt x="144" y="34"/>
                </a:cubicBezTo>
                <a:cubicBezTo>
                  <a:pt x="143" y="30"/>
                  <a:pt x="141" y="27"/>
                  <a:pt x="138" y="25"/>
                </a:cubicBezTo>
                <a:cubicBezTo>
                  <a:pt x="139" y="18"/>
                  <a:pt x="137" y="12"/>
                  <a:pt x="134" y="8"/>
                </a:cubicBezTo>
                <a:cubicBezTo>
                  <a:pt x="130" y="3"/>
                  <a:pt x="124" y="1"/>
                  <a:pt x="115" y="0"/>
                </a:cubicBezTo>
                <a:cubicBezTo>
                  <a:pt x="112" y="0"/>
                  <a:pt x="112" y="0"/>
                  <a:pt x="112" y="0"/>
                </a:cubicBezTo>
                <a:cubicBezTo>
                  <a:pt x="105" y="0"/>
                  <a:pt x="105" y="0"/>
                  <a:pt x="105" y="0"/>
                </a:cubicBezTo>
                <a:cubicBezTo>
                  <a:pt x="103" y="0"/>
                  <a:pt x="103" y="0"/>
                  <a:pt x="103" y="0"/>
                </a:cubicBezTo>
                <a:cubicBezTo>
                  <a:pt x="99" y="0"/>
                  <a:pt x="94" y="1"/>
                  <a:pt x="89" y="2"/>
                </a:cubicBezTo>
                <a:cubicBezTo>
                  <a:pt x="84" y="3"/>
                  <a:pt x="81" y="4"/>
                  <a:pt x="78" y="5"/>
                </a:cubicBezTo>
                <a:cubicBezTo>
                  <a:pt x="75" y="5"/>
                  <a:pt x="71" y="7"/>
                  <a:pt x="67" y="8"/>
                </a:cubicBezTo>
                <a:cubicBezTo>
                  <a:pt x="59" y="11"/>
                  <a:pt x="54" y="12"/>
                  <a:pt x="52" y="13"/>
                </a:cubicBezTo>
                <a:cubicBezTo>
                  <a:pt x="50" y="13"/>
                  <a:pt x="49" y="13"/>
                  <a:pt x="47" y="14"/>
                </a:cubicBezTo>
                <a:cubicBezTo>
                  <a:pt x="46" y="16"/>
                  <a:pt x="46" y="17"/>
                  <a:pt x="46" y="19"/>
                </a:cubicBezTo>
                <a:cubicBezTo>
                  <a:pt x="46" y="79"/>
                  <a:pt x="46" y="79"/>
                  <a:pt x="46" y="79"/>
                </a:cubicBezTo>
                <a:cubicBezTo>
                  <a:pt x="46" y="81"/>
                  <a:pt x="46" y="82"/>
                  <a:pt x="47" y="83"/>
                </a:cubicBezTo>
                <a:cubicBezTo>
                  <a:pt x="48" y="84"/>
                  <a:pt x="50" y="85"/>
                  <a:pt x="51" y="85"/>
                </a:cubicBezTo>
                <a:cubicBezTo>
                  <a:pt x="53" y="85"/>
                  <a:pt x="55" y="87"/>
                  <a:pt x="58" y="91"/>
                </a:cubicBezTo>
                <a:cubicBezTo>
                  <a:pt x="62" y="94"/>
                  <a:pt x="65" y="98"/>
                  <a:pt x="68" y="102"/>
                </a:cubicBezTo>
                <a:cubicBezTo>
                  <a:pt x="72" y="108"/>
                  <a:pt x="75" y="112"/>
                  <a:pt x="78" y="114"/>
                </a:cubicBezTo>
                <a:cubicBezTo>
                  <a:pt x="79" y="115"/>
                  <a:pt x="80" y="116"/>
                  <a:pt x="80" y="118"/>
                </a:cubicBezTo>
                <a:cubicBezTo>
                  <a:pt x="81" y="120"/>
                  <a:pt x="82" y="122"/>
                  <a:pt x="82" y="123"/>
                </a:cubicBezTo>
                <a:cubicBezTo>
                  <a:pt x="82" y="124"/>
                  <a:pt x="83" y="126"/>
                  <a:pt x="83" y="128"/>
                </a:cubicBezTo>
                <a:cubicBezTo>
                  <a:pt x="84" y="131"/>
                  <a:pt x="84" y="133"/>
                  <a:pt x="85" y="134"/>
                </a:cubicBezTo>
                <a:cubicBezTo>
                  <a:pt x="85" y="136"/>
                  <a:pt x="86" y="137"/>
                  <a:pt x="86" y="139"/>
                </a:cubicBezTo>
                <a:cubicBezTo>
                  <a:pt x="87" y="141"/>
                  <a:pt x="88" y="143"/>
                  <a:pt x="90" y="144"/>
                </a:cubicBezTo>
                <a:cubicBezTo>
                  <a:pt x="91" y="145"/>
                  <a:pt x="92" y="146"/>
                  <a:pt x="94" y="146"/>
                </a:cubicBezTo>
                <a:cubicBezTo>
                  <a:pt x="97" y="146"/>
                  <a:pt x="99" y="145"/>
                  <a:pt x="102" y="145"/>
                </a:cubicBezTo>
                <a:cubicBezTo>
                  <a:pt x="104" y="144"/>
                  <a:pt x="106" y="143"/>
                  <a:pt x="107" y="142"/>
                </a:cubicBezTo>
                <a:cubicBezTo>
                  <a:pt x="109" y="141"/>
                  <a:pt x="110" y="140"/>
                  <a:pt x="111" y="138"/>
                </a:cubicBezTo>
                <a:cubicBezTo>
                  <a:pt x="112" y="137"/>
                  <a:pt x="113" y="135"/>
                  <a:pt x="113" y="134"/>
                </a:cubicBezTo>
                <a:cubicBezTo>
                  <a:pt x="114" y="133"/>
                  <a:pt x="114" y="131"/>
                  <a:pt x="115" y="129"/>
                </a:cubicBezTo>
                <a:cubicBezTo>
                  <a:pt x="115" y="127"/>
                  <a:pt x="115" y="126"/>
                  <a:pt x="115" y="125"/>
                </a:cubicBezTo>
                <a:cubicBezTo>
                  <a:pt x="115" y="124"/>
                  <a:pt x="115" y="123"/>
                  <a:pt x="115" y="121"/>
                </a:cubicBezTo>
                <a:cubicBezTo>
                  <a:pt x="115" y="119"/>
                  <a:pt x="115" y="117"/>
                  <a:pt x="114" y="114"/>
                </a:cubicBezTo>
                <a:cubicBezTo>
                  <a:pt x="114" y="112"/>
                  <a:pt x="113" y="110"/>
                  <a:pt x="112" y="109"/>
                </a:cubicBezTo>
                <a:cubicBezTo>
                  <a:pt x="112" y="107"/>
                  <a:pt x="111" y="106"/>
                  <a:pt x="110" y="103"/>
                </a:cubicBezTo>
                <a:cubicBezTo>
                  <a:pt x="110" y="103"/>
                  <a:pt x="109" y="102"/>
                  <a:pt x="109" y="102"/>
                </a:cubicBezTo>
                <a:cubicBezTo>
                  <a:pt x="108" y="101"/>
                  <a:pt x="108" y="100"/>
                  <a:pt x="108" y="99"/>
                </a:cubicBezTo>
                <a:cubicBezTo>
                  <a:pt x="108" y="99"/>
                  <a:pt x="107" y="98"/>
                  <a:pt x="107" y="97"/>
                </a:cubicBezTo>
                <a:cubicBezTo>
                  <a:pt x="133" y="97"/>
                  <a:pt x="133" y="97"/>
                  <a:pt x="133" y="97"/>
                </a:cubicBezTo>
                <a:cubicBezTo>
                  <a:pt x="138" y="97"/>
                  <a:pt x="142" y="95"/>
                  <a:pt x="146" y="92"/>
                </a:cubicBezTo>
                <a:cubicBezTo>
                  <a:pt x="150" y="88"/>
                  <a:pt x="151" y="84"/>
                  <a:pt x="151" y="79"/>
                </a:cubicBezTo>
                <a:cubicBezTo>
                  <a:pt x="151" y="74"/>
                  <a:pt x="150" y="69"/>
                  <a:pt x="146" y="65"/>
                </a:cubicBezTo>
                <a:cubicBezTo>
                  <a:pt x="147" y="62"/>
                  <a:pt x="148" y="60"/>
                  <a:pt x="148" y="5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24" name="Freeform 327"/>
          <p:cNvSpPr>
            <a:spLocks noEditPoints="1"/>
          </p:cNvSpPr>
          <p:nvPr/>
        </p:nvSpPr>
        <p:spPr bwMode="auto">
          <a:xfrm>
            <a:off x="2526951" y="4823987"/>
            <a:ext cx="209627" cy="209627"/>
          </a:xfrm>
          <a:custGeom>
            <a:avLst/>
            <a:gdLst>
              <a:gd name="T0" fmla="*/ 137 w 145"/>
              <a:gd name="T1" fmla="*/ 138 h 146"/>
              <a:gd name="T2" fmla="*/ 8 w 145"/>
              <a:gd name="T3" fmla="*/ 138 h 146"/>
              <a:gd name="T4" fmla="*/ 8 w 145"/>
              <a:gd name="T5" fmla="*/ 8 h 146"/>
              <a:gd name="T6" fmla="*/ 137 w 145"/>
              <a:gd name="T7" fmla="*/ 8 h 146"/>
              <a:gd name="T8" fmla="*/ 123 w 145"/>
              <a:gd name="T9" fmla="*/ 74 h 146"/>
              <a:gd name="T10" fmla="*/ 72 w 145"/>
              <a:gd name="T11" fmla="*/ 63 h 146"/>
              <a:gd name="T12" fmla="*/ 22 w 145"/>
              <a:gd name="T13" fmla="*/ 74 h 146"/>
              <a:gd name="T14" fmla="*/ 26 w 145"/>
              <a:gd name="T15" fmla="*/ 130 h 146"/>
              <a:gd name="T16" fmla="*/ 111 w 145"/>
              <a:gd name="T17" fmla="*/ 134 h 146"/>
              <a:gd name="T18" fmla="*/ 124 w 145"/>
              <a:gd name="T19" fmla="*/ 99 h 146"/>
              <a:gd name="T20" fmla="*/ 43 w 145"/>
              <a:gd name="T21" fmla="*/ 81 h 146"/>
              <a:gd name="T22" fmla="*/ 36 w 145"/>
              <a:gd name="T23" fmla="*/ 81 h 146"/>
              <a:gd name="T24" fmla="*/ 50 w 145"/>
              <a:gd name="T25" fmla="*/ 75 h 146"/>
              <a:gd name="T26" fmla="*/ 54 w 145"/>
              <a:gd name="T27" fmla="*/ 9 h 146"/>
              <a:gd name="T28" fmla="*/ 37 w 145"/>
              <a:gd name="T29" fmla="*/ 9 h 146"/>
              <a:gd name="T30" fmla="*/ 46 w 145"/>
              <a:gd name="T31" fmla="*/ 37 h 146"/>
              <a:gd name="T32" fmla="*/ 53 w 145"/>
              <a:gd name="T33" fmla="*/ 37 h 146"/>
              <a:gd name="T34" fmla="*/ 63 w 145"/>
              <a:gd name="T35" fmla="*/ 121 h 146"/>
              <a:gd name="T36" fmla="*/ 52 w 145"/>
              <a:gd name="T37" fmla="*/ 119 h 146"/>
              <a:gd name="T38" fmla="*/ 57 w 145"/>
              <a:gd name="T39" fmla="*/ 87 h 146"/>
              <a:gd name="T40" fmla="*/ 59 w 145"/>
              <a:gd name="T41" fmla="*/ 116 h 146"/>
              <a:gd name="T42" fmla="*/ 69 w 145"/>
              <a:gd name="T43" fmla="*/ 87 h 146"/>
              <a:gd name="T44" fmla="*/ 78 w 145"/>
              <a:gd name="T45" fmla="*/ 24 h 146"/>
              <a:gd name="T46" fmla="*/ 62 w 145"/>
              <a:gd name="T47" fmla="*/ 33 h 146"/>
              <a:gd name="T48" fmla="*/ 71 w 145"/>
              <a:gd name="T49" fmla="*/ 57 h 146"/>
              <a:gd name="T50" fmla="*/ 74 w 145"/>
              <a:gd name="T51" fmla="*/ 31 h 146"/>
              <a:gd name="T52" fmla="*/ 68 w 145"/>
              <a:gd name="T53" fmla="*/ 46 h 146"/>
              <a:gd name="T54" fmla="*/ 74 w 145"/>
              <a:gd name="T55" fmla="*/ 31 h 146"/>
              <a:gd name="T56" fmla="*/ 92 w 145"/>
              <a:gd name="T57" fmla="*/ 118 h 146"/>
              <a:gd name="T58" fmla="*/ 81 w 145"/>
              <a:gd name="T59" fmla="*/ 121 h 146"/>
              <a:gd name="T60" fmla="*/ 81 w 145"/>
              <a:gd name="T61" fmla="*/ 75 h 146"/>
              <a:gd name="T62" fmla="*/ 92 w 145"/>
              <a:gd name="T63" fmla="*/ 90 h 146"/>
              <a:gd name="T64" fmla="*/ 87 w 145"/>
              <a:gd name="T65" fmla="*/ 97 h 146"/>
              <a:gd name="T66" fmla="*/ 81 w 145"/>
              <a:gd name="T67" fmla="*/ 115 h 146"/>
              <a:gd name="T68" fmla="*/ 97 w 145"/>
              <a:gd name="T69" fmla="*/ 56 h 146"/>
              <a:gd name="T70" fmla="*/ 97 w 145"/>
              <a:gd name="T71" fmla="*/ 21 h 146"/>
              <a:gd name="T72" fmla="*/ 92 w 145"/>
              <a:gd name="T73" fmla="*/ 49 h 146"/>
              <a:gd name="T74" fmla="*/ 86 w 145"/>
              <a:gd name="T75" fmla="*/ 21 h 146"/>
              <a:gd name="T76" fmla="*/ 90 w 145"/>
              <a:gd name="T77" fmla="*/ 57 h 146"/>
              <a:gd name="T78" fmla="*/ 117 w 145"/>
              <a:gd name="T79" fmla="*/ 109 h 146"/>
              <a:gd name="T80" fmla="*/ 115 w 145"/>
              <a:gd name="T81" fmla="*/ 118 h 146"/>
              <a:gd name="T82" fmla="*/ 98 w 145"/>
              <a:gd name="T83" fmla="*/ 110 h 146"/>
              <a:gd name="T84" fmla="*/ 107 w 145"/>
              <a:gd name="T85" fmla="*/ 86 h 146"/>
              <a:gd name="T86" fmla="*/ 117 w 145"/>
              <a:gd name="T87" fmla="*/ 105 h 146"/>
              <a:gd name="T88" fmla="*/ 107 w 145"/>
              <a:gd name="T89" fmla="*/ 116 h 146"/>
              <a:gd name="T90" fmla="*/ 110 w 145"/>
              <a:gd name="T91" fmla="*/ 111 h 146"/>
              <a:gd name="T92" fmla="*/ 104 w 145"/>
              <a:gd name="T93" fmla="*/ 100 h 146"/>
              <a:gd name="T94" fmla="*/ 107 w 145"/>
              <a:gd name="T95" fmla="*/ 92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45" h="146">
                <a:moveTo>
                  <a:pt x="145" y="28"/>
                </a:moveTo>
                <a:cubicBezTo>
                  <a:pt x="145" y="118"/>
                  <a:pt x="145" y="118"/>
                  <a:pt x="145" y="118"/>
                </a:cubicBezTo>
                <a:cubicBezTo>
                  <a:pt x="145" y="126"/>
                  <a:pt x="142" y="132"/>
                  <a:pt x="137" y="138"/>
                </a:cubicBezTo>
                <a:cubicBezTo>
                  <a:pt x="132" y="143"/>
                  <a:pt x="125" y="146"/>
                  <a:pt x="118" y="146"/>
                </a:cubicBezTo>
                <a:cubicBezTo>
                  <a:pt x="27" y="146"/>
                  <a:pt x="27" y="146"/>
                  <a:pt x="27" y="146"/>
                </a:cubicBezTo>
                <a:cubicBezTo>
                  <a:pt x="19" y="146"/>
                  <a:pt x="13" y="143"/>
                  <a:pt x="8" y="138"/>
                </a:cubicBezTo>
                <a:cubicBezTo>
                  <a:pt x="2" y="132"/>
                  <a:pt x="0" y="126"/>
                  <a:pt x="0" y="118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0"/>
                  <a:pt x="2" y="14"/>
                  <a:pt x="8" y="8"/>
                </a:cubicBezTo>
                <a:cubicBezTo>
                  <a:pt x="13" y="3"/>
                  <a:pt x="19" y="0"/>
                  <a:pt x="27" y="0"/>
                </a:cubicBezTo>
                <a:cubicBezTo>
                  <a:pt x="118" y="0"/>
                  <a:pt x="118" y="0"/>
                  <a:pt x="118" y="0"/>
                </a:cubicBezTo>
                <a:cubicBezTo>
                  <a:pt x="125" y="0"/>
                  <a:pt x="132" y="3"/>
                  <a:pt x="137" y="8"/>
                </a:cubicBezTo>
                <a:cubicBezTo>
                  <a:pt x="142" y="14"/>
                  <a:pt x="145" y="20"/>
                  <a:pt x="145" y="28"/>
                </a:cubicBezTo>
                <a:close/>
                <a:moveTo>
                  <a:pt x="124" y="99"/>
                </a:moveTo>
                <a:cubicBezTo>
                  <a:pt x="124" y="88"/>
                  <a:pt x="124" y="79"/>
                  <a:pt x="123" y="74"/>
                </a:cubicBezTo>
                <a:cubicBezTo>
                  <a:pt x="122" y="71"/>
                  <a:pt x="121" y="69"/>
                  <a:pt x="119" y="67"/>
                </a:cubicBezTo>
                <a:cubicBezTo>
                  <a:pt x="116" y="65"/>
                  <a:pt x="114" y="64"/>
                  <a:pt x="111" y="64"/>
                </a:cubicBezTo>
                <a:cubicBezTo>
                  <a:pt x="103" y="63"/>
                  <a:pt x="90" y="63"/>
                  <a:pt x="72" y="63"/>
                </a:cubicBezTo>
                <a:cubicBezTo>
                  <a:pt x="55" y="63"/>
                  <a:pt x="42" y="63"/>
                  <a:pt x="34" y="64"/>
                </a:cubicBezTo>
                <a:cubicBezTo>
                  <a:pt x="31" y="64"/>
                  <a:pt x="28" y="65"/>
                  <a:pt x="26" y="67"/>
                </a:cubicBezTo>
                <a:cubicBezTo>
                  <a:pt x="24" y="69"/>
                  <a:pt x="23" y="71"/>
                  <a:pt x="22" y="74"/>
                </a:cubicBezTo>
                <a:cubicBezTo>
                  <a:pt x="21" y="80"/>
                  <a:pt x="20" y="88"/>
                  <a:pt x="20" y="99"/>
                </a:cubicBezTo>
                <a:cubicBezTo>
                  <a:pt x="20" y="110"/>
                  <a:pt x="21" y="118"/>
                  <a:pt x="22" y="123"/>
                </a:cubicBezTo>
                <a:cubicBezTo>
                  <a:pt x="23" y="126"/>
                  <a:pt x="24" y="128"/>
                  <a:pt x="26" y="130"/>
                </a:cubicBezTo>
                <a:cubicBezTo>
                  <a:pt x="28" y="132"/>
                  <a:pt x="31" y="133"/>
                  <a:pt x="33" y="134"/>
                </a:cubicBezTo>
                <a:cubicBezTo>
                  <a:pt x="42" y="135"/>
                  <a:pt x="55" y="135"/>
                  <a:pt x="72" y="135"/>
                </a:cubicBezTo>
                <a:cubicBezTo>
                  <a:pt x="90" y="135"/>
                  <a:pt x="103" y="135"/>
                  <a:pt x="111" y="134"/>
                </a:cubicBezTo>
                <a:cubicBezTo>
                  <a:pt x="114" y="133"/>
                  <a:pt x="116" y="132"/>
                  <a:pt x="118" y="130"/>
                </a:cubicBezTo>
                <a:cubicBezTo>
                  <a:pt x="121" y="128"/>
                  <a:pt x="122" y="126"/>
                  <a:pt x="122" y="123"/>
                </a:cubicBezTo>
                <a:cubicBezTo>
                  <a:pt x="124" y="118"/>
                  <a:pt x="124" y="110"/>
                  <a:pt x="124" y="99"/>
                </a:cubicBezTo>
                <a:close/>
                <a:moveTo>
                  <a:pt x="50" y="75"/>
                </a:moveTo>
                <a:cubicBezTo>
                  <a:pt x="50" y="81"/>
                  <a:pt x="50" y="81"/>
                  <a:pt x="50" y="81"/>
                </a:cubicBezTo>
                <a:cubicBezTo>
                  <a:pt x="43" y="81"/>
                  <a:pt x="43" y="81"/>
                  <a:pt x="43" y="81"/>
                </a:cubicBezTo>
                <a:cubicBezTo>
                  <a:pt x="43" y="121"/>
                  <a:pt x="43" y="121"/>
                  <a:pt x="43" y="121"/>
                </a:cubicBezTo>
                <a:cubicBezTo>
                  <a:pt x="36" y="121"/>
                  <a:pt x="36" y="121"/>
                  <a:pt x="36" y="121"/>
                </a:cubicBezTo>
                <a:cubicBezTo>
                  <a:pt x="36" y="81"/>
                  <a:pt x="36" y="81"/>
                  <a:pt x="36" y="81"/>
                </a:cubicBezTo>
                <a:cubicBezTo>
                  <a:pt x="28" y="81"/>
                  <a:pt x="28" y="81"/>
                  <a:pt x="28" y="81"/>
                </a:cubicBezTo>
                <a:cubicBezTo>
                  <a:pt x="28" y="75"/>
                  <a:pt x="28" y="75"/>
                  <a:pt x="28" y="75"/>
                </a:cubicBezTo>
                <a:lnTo>
                  <a:pt x="50" y="75"/>
                </a:lnTo>
                <a:close/>
                <a:moveTo>
                  <a:pt x="53" y="37"/>
                </a:moveTo>
                <a:cubicBezTo>
                  <a:pt x="62" y="9"/>
                  <a:pt x="62" y="9"/>
                  <a:pt x="62" y="9"/>
                </a:cubicBezTo>
                <a:cubicBezTo>
                  <a:pt x="54" y="9"/>
                  <a:pt x="54" y="9"/>
                  <a:pt x="54" y="9"/>
                </a:cubicBezTo>
                <a:cubicBezTo>
                  <a:pt x="50" y="28"/>
                  <a:pt x="50" y="28"/>
                  <a:pt x="50" y="28"/>
                </a:cubicBezTo>
                <a:cubicBezTo>
                  <a:pt x="45" y="9"/>
                  <a:pt x="45" y="9"/>
                  <a:pt x="45" y="9"/>
                </a:cubicBezTo>
                <a:cubicBezTo>
                  <a:pt x="37" y="9"/>
                  <a:pt x="37" y="9"/>
                  <a:pt x="37" y="9"/>
                </a:cubicBezTo>
                <a:cubicBezTo>
                  <a:pt x="38" y="11"/>
                  <a:pt x="38" y="13"/>
                  <a:pt x="39" y="16"/>
                </a:cubicBezTo>
                <a:cubicBezTo>
                  <a:pt x="40" y="19"/>
                  <a:pt x="41" y="21"/>
                  <a:pt x="42" y="22"/>
                </a:cubicBezTo>
                <a:cubicBezTo>
                  <a:pt x="44" y="29"/>
                  <a:pt x="45" y="34"/>
                  <a:pt x="46" y="37"/>
                </a:cubicBezTo>
                <a:cubicBezTo>
                  <a:pt x="46" y="56"/>
                  <a:pt x="46" y="56"/>
                  <a:pt x="46" y="56"/>
                </a:cubicBezTo>
                <a:cubicBezTo>
                  <a:pt x="53" y="56"/>
                  <a:pt x="53" y="56"/>
                  <a:pt x="53" y="56"/>
                </a:cubicBezTo>
                <a:lnTo>
                  <a:pt x="53" y="37"/>
                </a:lnTo>
                <a:close/>
                <a:moveTo>
                  <a:pt x="69" y="87"/>
                </a:moveTo>
                <a:cubicBezTo>
                  <a:pt x="69" y="121"/>
                  <a:pt x="69" y="121"/>
                  <a:pt x="69" y="121"/>
                </a:cubicBezTo>
                <a:cubicBezTo>
                  <a:pt x="63" y="121"/>
                  <a:pt x="63" y="121"/>
                  <a:pt x="63" y="121"/>
                </a:cubicBezTo>
                <a:cubicBezTo>
                  <a:pt x="63" y="118"/>
                  <a:pt x="63" y="118"/>
                  <a:pt x="63" y="118"/>
                </a:cubicBezTo>
                <a:cubicBezTo>
                  <a:pt x="60" y="120"/>
                  <a:pt x="58" y="122"/>
                  <a:pt x="56" y="122"/>
                </a:cubicBezTo>
                <a:cubicBezTo>
                  <a:pt x="53" y="122"/>
                  <a:pt x="52" y="121"/>
                  <a:pt x="52" y="119"/>
                </a:cubicBezTo>
                <a:cubicBezTo>
                  <a:pt x="51" y="118"/>
                  <a:pt x="51" y="116"/>
                  <a:pt x="51" y="114"/>
                </a:cubicBezTo>
                <a:cubicBezTo>
                  <a:pt x="51" y="87"/>
                  <a:pt x="51" y="87"/>
                  <a:pt x="51" y="87"/>
                </a:cubicBezTo>
                <a:cubicBezTo>
                  <a:pt x="57" y="87"/>
                  <a:pt x="57" y="87"/>
                  <a:pt x="57" y="87"/>
                </a:cubicBezTo>
                <a:cubicBezTo>
                  <a:pt x="57" y="112"/>
                  <a:pt x="57" y="112"/>
                  <a:pt x="57" y="112"/>
                </a:cubicBezTo>
                <a:cubicBezTo>
                  <a:pt x="57" y="114"/>
                  <a:pt x="57" y="114"/>
                  <a:pt x="57" y="115"/>
                </a:cubicBezTo>
                <a:cubicBezTo>
                  <a:pt x="57" y="116"/>
                  <a:pt x="58" y="116"/>
                  <a:pt x="59" y="116"/>
                </a:cubicBezTo>
                <a:cubicBezTo>
                  <a:pt x="60" y="116"/>
                  <a:pt x="61" y="115"/>
                  <a:pt x="63" y="113"/>
                </a:cubicBezTo>
                <a:cubicBezTo>
                  <a:pt x="63" y="87"/>
                  <a:pt x="63" y="87"/>
                  <a:pt x="63" y="87"/>
                </a:cubicBezTo>
                <a:lnTo>
                  <a:pt x="69" y="87"/>
                </a:lnTo>
                <a:close/>
                <a:moveTo>
                  <a:pt x="80" y="45"/>
                </a:moveTo>
                <a:cubicBezTo>
                  <a:pt x="80" y="33"/>
                  <a:pt x="80" y="33"/>
                  <a:pt x="80" y="33"/>
                </a:cubicBezTo>
                <a:cubicBezTo>
                  <a:pt x="80" y="29"/>
                  <a:pt x="80" y="26"/>
                  <a:pt x="78" y="24"/>
                </a:cubicBezTo>
                <a:cubicBezTo>
                  <a:pt x="77" y="22"/>
                  <a:pt x="74" y="21"/>
                  <a:pt x="71" y="21"/>
                </a:cubicBezTo>
                <a:cubicBezTo>
                  <a:pt x="68" y="21"/>
                  <a:pt x="65" y="22"/>
                  <a:pt x="64" y="24"/>
                </a:cubicBezTo>
                <a:cubicBezTo>
                  <a:pt x="62" y="26"/>
                  <a:pt x="62" y="29"/>
                  <a:pt x="62" y="33"/>
                </a:cubicBezTo>
                <a:cubicBezTo>
                  <a:pt x="62" y="45"/>
                  <a:pt x="62" y="45"/>
                  <a:pt x="62" y="45"/>
                </a:cubicBezTo>
                <a:cubicBezTo>
                  <a:pt x="62" y="49"/>
                  <a:pt x="62" y="51"/>
                  <a:pt x="64" y="53"/>
                </a:cubicBezTo>
                <a:cubicBezTo>
                  <a:pt x="65" y="56"/>
                  <a:pt x="68" y="57"/>
                  <a:pt x="71" y="57"/>
                </a:cubicBezTo>
                <a:cubicBezTo>
                  <a:pt x="74" y="57"/>
                  <a:pt x="77" y="56"/>
                  <a:pt x="78" y="53"/>
                </a:cubicBezTo>
                <a:cubicBezTo>
                  <a:pt x="80" y="51"/>
                  <a:pt x="80" y="49"/>
                  <a:pt x="80" y="45"/>
                </a:cubicBezTo>
                <a:close/>
                <a:moveTo>
                  <a:pt x="74" y="31"/>
                </a:moveTo>
                <a:cubicBezTo>
                  <a:pt x="74" y="46"/>
                  <a:pt x="74" y="46"/>
                  <a:pt x="74" y="46"/>
                </a:cubicBezTo>
                <a:cubicBezTo>
                  <a:pt x="74" y="49"/>
                  <a:pt x="73" y="51"/>
                  <a:pt x="71" y="51"/>
                </a:cubicBezTo>
                <a:cubicBezTo>
                  <a:pt x="69" y="51"/>
                  <a:pt x="68" y="49"/>
                  <a:pt x="68" y="46"/>
                </a:cubicBezTo>
                <a:cubicBezTo>
                  <a:pt x="68" y="31"/>
                  <a:pt x="68" y="31"/>
                  <a:pt x="68" y="31"/>
                </a:cubicBezTo>
                <a:cubicBezTo>
                  <a:pt x="68" y="28"/>
                  <a:pt x="69" y="26"/>
                  <a:pt x="71" y="26"/>
                </a:cubicBezTo>
                <a:cubicBezTo>
                  <a:pt x="73" y="26"/>
                  <a:pt x="74" y="28"/>
                  <a:pt x="74" y="31"/>
                </a:cubicBezTo>
                <a:close/>
                <a:moveTo>
                  <a:pt x="93" y="97"/>
                </a:moveTo>
                <a:cubicBezTo>
                  <a:pt x="93" y="111"/>
                  <a:pt x="93" y="111"/>
                  <a:pt x="93" y="111"/>
                </a:cubicBezTo>
                <a:cubicBezTo>
                  <a:pt x="93" y="114"/>
                  <a:pt x="93" y="117"/>
                  <a:pt x="92" y="118"/>
                </a:cubicBezTo>
                <a:cubicBezTo>
                  <a:pt x="91" y="120"/>
                  <a:pt x="90" y="122"/>
                  <a:pt x="87" y="122"/>
                </a:cubicBezTo>
                <a:cubicBezTo>
                  <a:pt x="85" y="122"/>
                  <a:pt x="83" y="121"/>
                  <a:pt x="81" y="118"/>
                </a:cubicBezTo>
                <a:cubicBezTo>
                  <a:pt x="81" y="121"/>
                  <a:pt x="81" y="121"/>
                  <a:pt x="81" y="121"/>
                </a:cubicBezTo>
                <a:cubicBezTo>
                  <a:pt x="74" y="121"/>
                  <a:pt x="74" y="121"/>
                  <a:pt x="74" y="121"/>
                </a:cubicBezTo>
                <a:cubicBezTo>
                  <a:pt x="74" y="75"/>
                  <a:pt x="74" y="75"/>
                  <a:pt x="74" y="75"/>
                </a:cubicBezTo>
                <a:cubicBezTo>
                  <a:pt x="81" y="75"/>
                  <a:pt x="81" y="75"/>
                  <a:pt x="81" y="75"/>
                </a:cubicBezTo>
                <a:cubicBezTo>
                  <a:pt x="81" y="90"/>
                  <a:pt x="81" y="90"/>
                  <a:pt x="81" y="90"/>
                </a:cubicBezTo>
                <a:cubicBezTo>
                  <a:pt x="83" y="87"/>
                  <a:pt x="85" y="86"/>
                  <a:pt x="87" y="86"/>
                </a:cubicBezTo>
                <a:cubicBezTo>
                  <a:pt x="90" y="86"/>
                  <a:pt x="91" y="87"/>
                  <a:pt x="92" y="90"/>
                </a:cubicBezTo>
                <a:cubicBezTo>
                  <a:pt x="93" y="91"/>
                  <a:pt x="93" y="94"/>
                  <a:pt x="93" y="97"/>
                </a:cubicBezTo>
                <a:close/>
                <a:moveTo>
                  <a:pt x="87" y="111"/>
                </a:moveTo>
                <a:cubicBezTo>
                  <a:pt x="87" y="97"/>
                  <a:pt x="87" y="97"/>
                  <a:pt x="87" y="97"/>
                </a:cubicBezTo>
                <a:cubicBezTo>
                  <a:pt x="87" y="93"/>
                  <a:pt x="86" y="92"/>
                  <a:pt x="84" y="92"/>
                </a:cubicBezTo>
                <a:cubicBezTo>
                  <a:pt x="83" y="92"/>
                  <a:pt x="82" y="92"/>
                  <a:pt x="81" y="93"/>
                </a:cubicBezTo>
                <a:cubicBezTo>
                  <a:pt x="81" y="115"/>
                  <a:pt x="81" y="115"/>
                  <a:pt x="81" y="115"/>
                </a:cubicBezTo>
                <a:cubicBezTo>
                  <a:pt x="82" y="116"/>
                  <a:pt x="83" y="116"/>
                  <a:pt x="84" y="116"/>
                </a:cubicBezTo>
                <a:cubicBezTo>
                  <a:pt x="86" y="116"/>
                  <a:pt x="87" y="114"/>
                  <a:pt x="87" y="111"/>
                </a:cubicBezTo>
                <a:close/>
                <a:moveTo>
                  <a:pt x="97" y="56"/>
                </a:moveTo>
                <a:cubicBezTo>
                  <a:pt x="104" y="56"/>
                  <a:pt x="104" y="56"/>
                  <a:pt x="104" y="56"/>
                </a:cubicBezTo>
                <a:cubicBezTo>
                  <a:pt x="104" y="21"/>
                  <a:pt x="104" y="21"/>
                  <a:pt x="104" y="21"/>
                </a:cubicBezTo>
                <a:cubicBezTo>
                  <a:pt x="97" y="21"/>
                  <a:pt x="97" y="21"/>
                  <a:pt x="97" y="21"/>
                </a:cubicBezTo>
                <a:cubicBezTo>
                  <a:pt x="97" y="48"/>
                  <a:pt x="97" y="48"/>
                  <a:pt x="97" y="48"/>
                </a:cubicBezTo>
                <a:cubicBezTo>
                  <a:pt x="96" y="50"/>
                  <a:pt x="95" y="51"/>
                  <a:pt x="93" y="51"/>
                </a:cubicBezTo>
                <a:cubicBezTo>
                  <a:pt x="93" y="51"/>
                  <a:pt x="92" y="50"/>
                  <a:pt x="92" y="49"/>
                </a:cubicBezTo>
                <a:cubicBezTo>
                  <a:pt x="92" y="49"/>
                  <a:pt x="92" y="49"/>
                  <a:pt x="92" y="47"/>
                </a:cubicBezTo>
                <a:cubicBezTo>
                  <a:pt x="92" y="21"/>
                  <a:pt x="92" y="21"/>
                  <a:pt x="92" y="21"/>
                </a:cubicBezTo>
                <a:cubicBezTo>
                  <a:pt x="86" y="21"/>
                  <a:pt x="86" y="21"/>
                  <a:pt x="86" y="21"/>
                </a:cubicBezTo>
                <a:cubicBezTo>
                  <a:pt x="86" y="49"/>
                  <a:pt x="86" y="49"/>
                  <a:pt x="86" y="49"/>
                </a:cubicBezTo>
                <a:cubicBezTo>
                  <a:pt x="86" y="51"/>
                  <a:pt x="86" y="53"/>
                  <a:pt x="86" y="54"/>
                </a:cubicBezTo>
                <a:cubicBezTo>
                  <a:pt x="87" y="56"/>
                  <a:pt x="88" y="57"/>
                  <a:pt x="90" y="57"/>
                </a:cubicBezTo>
                <a:cubicBezTo>
                  <a:pt x="92" y="57"/>
                  <a:pt x="95" y="55"/>
                  <a:pt x="97" y="53"/>
                </a:cubicBezTo>
                <a:lnTo>
                  <a:pt x="97" y="56"/>
                </a:lnTo>
                <a:close/>
                <a:moveTo>
                  <a:pt x="117" y="109"/>
                </a:moveTo>
                <a:cubicBezTo>
                  <a:pt x="117" y="110"/>
                  <a:pt x="117" y="110"/>
                  <a:pt x="117" y="110"/>
                </a:cubicBezTo>
                <a:cubicBezTo>
                  <a:pt x="117" y="112"/>
                  <a:pt x="117" y="113"/>
                  <a:pt x="116" y="114"/>
                </a:cubicBezTo>
                <a:cubicBezTo>
                  <a:pt x="116" y="116"/>
                  <a:pt x="116" y="117"/>
                  <a:pt x="115" y="118"/>
                </a:cubicBezTo>
                <a:cubicBezTo>
                  <a:pt x="113" y="121"/>
                  <a:pt x="111" y="122"/>
                  <a:pt x="107" y="122"/>
                </a:cubicBezTo>
                <a:cubicBezTo>
                  <a:pt x="104" y="122"/>
                  <a:pt x="102" y="121"/>
                  <a:pt x="100" y="118"/>
                </a:cubicBezTo>
                <a:cubicBezTo>
                  <a:pt x="98" y="117"/>
                  <a:pt x="98" y="114"/>
                  <a:pt x="98" y="110"/>
                </a:cubicBezTo>
                <a:cubicBezTo>
                  <a:pt x="98" y="98"/>
                  <a:pt x="98" y="98"/>
                  <a:pt x="98" y="98"/>
                </a:cubicBezTo>
                <a:cubicBezTo>
                  <a:pt x="98" y="94"/>
                  <a:pt x="98" y="91"/>
                  <a:pt x="100" y="90"/>
                </a:cubicBezTo>
                <a:cubicBezTo>
                  <a:pt x="102" y="87"/>
                  <a:pt x="104" y="86"/>
                  <a:pt x="107" y="86"/>
                </a:cubicBezTo>
                <a:cubicBezTo>
                  <a:pt x="110" y="86"/>
                  <a:pt x="113" y="87"/>
                  <a:pt x="115" y="90"/>
                </a:cubicBezTo>
                <a:cubicBezTo>
                  <a:pt x="116" y="92"/>
                  <a:pt x="117" y="94"/>
                  <a:pt x="117" y="98"/>
                </a:cubicBezTo>
                <a:cubicBezTo>
                  <a:pt x="117" y="105"/>
                  <a:pt x="117" y="105"/>
                  <a:pt x="117" y="105"/>
                </a:cubicBezTo>
                <a:cubicBezTo>
                  <a:pt x="104" y="105"/>
                  <a:pt x="104" y="105"/>
                  <a:pt x="104" y="105"/>
                </a:cubicBezTo>
                <a:cubicBezTo>
                  <a:pt x="104" y="111"/>
                  <a:pt x="104" y="111"/>
                  <a:pt x="104" y="111"/>
                </a:cubicBezTo>
                <a:cubicBezTo>
                  <a:pt x="104" y="114"/>
                  <a:pt x="105" y="116"/>
                  <a:pt x="107" y="116"/>
                </a:cubicBezTo>
                <a:cubicBezTo>
                  <a:pt x="109" y="116"/>
                  <a:pt x="110" y="115"/>
                  <a:pt x="110" y="114"/>
                </a:cubicBezTo>
                <a:cubicBezTo>
                  <a:pt x="110" y="114"/>
                  <a:pt x="110" y="113"/>
                  <a:pt x="110" y="113"/>
                </a:cubicBezTo>
                <a:cubicBezTo>
                  <a:pt x="110" y="113"/>
                  <a:pt x="110" y="112"/>
                  <a:pt x="110" y="111"/>
                </a:cubicBezTo>
                <a:cubicBezTo>
                  <a:pt x="110" y="111"/>
                  <a:pt x="110" y="110"/>
                  <a:pt x="110" y="109"/>
                </a:cubicBezTo>
                <a:lnTo>
                  <a:pt x="117" y="109"/>
                </a:lnTo>
                <a:close/>
                <a:moveTo>
                  <a:pt x="104" y="100"/>
                </a:moveTo>
                <a:cubicBezTo>
                  <a:pt x="110" y="100"/>
                  <a:pt x="110" y="100"/>
                  <a:pt x="110" y="100"/>
                </a:cubicBezTo>
                <a:cubicBezTo>
                  <a:pt x="110" y="97"/>
                  <a:pt x="110" y="97"/>
                  <a:pt x="110" y="97"/>
                </a:cubicBezTo>
                <a:cubicBezTo>
                  <a:pt x="110" y="93"/>
                  <a:pt x="109" y="92"/>
                  <a:pt x="107" y="92"/>
                </a:cubicBezTo>
                <a:cubicBezTo>
                  <a:pt x="105" y="92"/>
                  <a:pt x="104" y="93"/>
                  <a:pt x="104" y="97"/>
                </a:cubicBezTo>
                <a:lnTo>
                  <a:pt x="104" y="10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25" name="Freeform 328"/>
          <p:cNvSpPr>
            <a:spLocks noEditPoints="1"/>
          </p:cNvSpPr>
          <p:nvPr/>
        </p:nvSpPr>
        <p:spPr bwMode="auto">
          <a:xfrm>
            <a:off x="2803570" y="4806698"/>
            <a:ext cx="200983" cy="244204"/>
          </a:xfrm>
          <a:custGeom>
            <a:avLst/>
            <a:gdLst>
              <a:gd name="T0" fmla="*/ 132 w 140"/>
              <a:gd name="T1" fmla="*/ 163 h 170"/>
              <a:gd name="T2" fmla="*/ 17 w 140"/>
              <a:gd name="T3" fmla="*/ 168 h 170"/>
              <a:gd name="T4" fmla="*/ 0 w 140"/>
              <a:gd name="T5" fmla="*/ 121 h 170"/>
              <a:gd name="T6" fmla="*/ 18 w 140"/>
              <a:gd name="T7" fmla="*/ 74 h 170"/>
              <a:gd name="T8" fmla="*/ 132 w 140"/>
              <a:gd name="T9" fmla="*/ 78 h 170"/>
              <a:gd name="T10" fmla="*/ 30 w 140"/>
              <a:gd name="T11" fmla="*/ 97 h 170"/>
              <a:gd name="T12" fmla="*/ 10 w 140"/>
              <a:gd name="T13" fmla="*/ 88 h 170"/>
              <a:gd name="T14" fmla="*/ 20 w 140"/>
              <a:gd name="T15" fmla="*/ 151 h 170"/>
              <a:gd name="T16" fmla="*/ 46 w 140"/>
              <a:gd name="T17" fmla="*/ 0 h 170"/>
              <a:gd name="T18" fmla="*/ 44 w 140"/>
              <a:gd name="T19" fmla="*/ 64 h 170"/>
              <a:gd name="T20" fmla="*/ 29 w 140"/>
              <a:gd name="T21" fmla="*/ 18 h 170"/>
              <a:gd name="T22" fmla="*/ 39 w 140"/>
              <a:gd name="T23" fmla="*/ 25 h 170"/>
              <a:gd name="T24" fmla="*/ 65 w 140"/>
              <a:gd name="T25" fmla="*/ 151 h 170"/>
              <a:gd name="T26" fmla="*/ 57 w 140"/>
              <a:gd name="T27" fmla="*/ 140 h 170"/>
              <a:gd name="T28" fmla="*/ 49 w 140"/>
              <a:gd name="T29" fmla="*/ 139 h 170"/>
              <a:gd name="T30" fmla="*/ 41 w 140"/>
              <a:gd name="T31" fmla="*/ 141 h 170"/>
              <a:gd name="T32" fmla="*/ 57 w 140"/>
              <a:gd name="T33" fmla="*/ 146 h 170"/>
              <a:gd name="T34" fmla="*/ 81 w 140"/>
              <a:gd name="T35" fmla="*/ 48 h 170"/>
              <a:gd name="T36" fmla="*/ 58 w 140"/>
              <a:gd name="T37" fmla="*/ 59 h 170"/>
              <a:gd name="T38" fmla="*/ 58 w 140"/>
              <a:gd name="T39" fmla="*/ 21 h 170"/>
              <a:gd name="T40" fmla="*/ 81 w 140"/>
              <a:gd name="T41" fmla="*/ 32 h 170"/>
              <a:gd name="T42" fmla="*/ 68 w 140"/>
              <a:gd name="T43" fmla="*/ 23 h 170"/>
              <a:gd name="T44" fmla="*/ 68 w 140"/>
              <a:gd name="T45" fmla="*/ 56 h 170"/>
              <a:gd name="T46" fmla="*/ 98 w 140"/>
              <a:gd name="T47" fmla="*/ 118 h 170"/>
              <a:gd name="T48" fmla="*/ 81 w 140"/>
              <a:gd name="T49" fmla="*/ 109 h 170"/>
              <a:gd name="T50" fmla="*/ 73 w 140"/>
              <a:gd name="T51" fmla="*/ 151 h 170"/>
              <a:gd name="T52" fmla="*/ 90 w 140"/>
              <a:gd name="T53" fmla="*/ 152 h 170"/>
              <a:gd name="T54" fmla="*/ 89 w 140"/>
              <a:gd name="T55" fmla="*/ 118 h 170"/>
              <a:gd name="T56" fmla="*/ 81 w 140"/>
              <a:gd name="T57" fmla="*/ 142 h 170"/>
              <a:gd name="T58" fmla="*/ 89 w 140"/>
              <a:gd name="T59" fmla="*/ 118 h 170"/>
              <a:gd name="T60" fmla="*/ 104 w 140"/>
              <a:gd name="T61" fmla="*/ 64 h 170"/>
              <a:gd name="T62" fmla="*/ 88 w 140"/>
              <a:gd name="T63" fmla="*/ 61 h 170"/>
              <a:gd name="T64" fmla="*/ 96 w 140"/>
              <a:gd name="T65" fmla="*/ 16 h 170"/>
              <a:gd name="T66" fmla="*/ 98 w 140"/>
              <a:gd name="T67" fmla="*/ 56 h 170"/>
              <a:gd name="T68" fmla="*/ 112 w 140"/>
              <a:gd name="T69" fmla="*/ 16 h 170"/>
              <a:gd name="T70" fmla="*/ 121 w 140"/>
              <a:gd name="T71" fmla="*/ 135 h 170"/>
              <a:gd name="T72" fmla="*/ 113 w 140"/>
              <a:gd name="T73" fmla="*/ 138 h 170"/>
              <a:gd name="T74" fmla="*/ 129 w 140"/>
              <a:gd name="T75" fmla="*/ 120 h 170"/>
              <a:gd name="T76" fmla="*/ 107 w 140"/>
              <a:gd name="T77" fmla="*/ 109 h 170"/>
              <a:gd name="T78" fmla="*/ 107 w 140"/>
              <a:gd name="T79" fmla="*/ 147 h 170"/>
              <a:gd name="T80" fmla="*/ 129 w 140"/>
              <a:gd name="T81" fmla="*/ 142 h 170"/>
              <a:gd name="T82" fmla="*/ 121 w 140"/>
              <a:gd name="T83" fmla="*/ 122 h 170"/>
              <a:gd name="T84" fmla="*/ 117 w 140"/>
              <a:gd name="T85" fmla="*/ 111 h 1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40" h="170">
                <a:moveTo>
                  <a:pt x="140" y="121"/>
                </a:moveTo>
                <a:cubicBezTo>
                  <a:pt x="140" y="136"/>
                  <a:pt x="139" y="147"/>
                  <a:pt x="138" y="154"/>
                </a:cubicBezTo>
                <a:cubicBezTo>
                  <a:pt x="137" y="158"/>
                  <a:pt x="135" y="161"/>
                  <a:pt x="132" y="163"/>
                </a:cubicBezTo>
                <a:cubicBezTo>
                  <a:pt x="129" y="166"/>
                  <a:pt x="126" y="167"/>
                  <a:pt x="122" y="168"/>
                </a:cubicBezTo>
                <a:cubicBezTo>
                  <a:pt x="111" y="169"/>
                  <a:pt x="93" y="170"/>
                  <a:pt x="70" y="170"/>
                </a:cubicBezTo>
                <a:cubicBezTo>
                  <a:pt x="47" y="170"/>
                  <a:pt x="29" y="169"/>
                  <a:pt x="17" y="168"/>
                </a:cubicBezTo>
                <a:cubicBezTo>
                  <a:pt x="14" y="167"/>
                  <a:pt x="11" y="166"/>
                  <a:pt x="8" y="163"/>
                </a:cubicBezTo>
                <a:cubicBezTo>
                  <a:pt x="5" y="161"/>
                  <a:pt x="3" y="158"/>
                  <a:pt x="2" y="154"/>
                </a:cubicBezTo>
                <a:cubicBezTo>
                  <a:pt x="1" y="147"/>
                  <a:pt x="0" y="136"/>
                  <a:pt x="0" y="121"/>
                </a:cubicBezTo>
                <a:cubicBezTo>
                  <a:pt x="0" y="106"/>
                  <a:pt x="1" y="95"/>
                  <a:pt x="2" y="88"/>
                </a:cubicBezTo>
                <a:cubicBezTo>
                  <a:pt x="3" y="84"/>
                  <a:pt x="5" y="81"/>
                  <a:pt x="8" y="78"/>
                </a:cubicBezTo>
                <a:cubicBezTo>
                  <a:pt x="11" y="76"/>
                  <a:pt x="14" y="74"/>
                  <a:pt x="18" y="74"/>
                </a:cubicBezTo>
                <a:cubicBezTo>
                  <a:pt x="29" y="73"/>
                  <a:pt x="47" y="72"/>
                  <a:pt x="70" y="72"/>
                </a:cubicBezTo>
                <a:cubicBezTo>
                  <a:pt x="93" y="72"/>
                  <a:pt x="111" y="73"/>
                  <a:pt x="122" y="74"/>
                </a:cubicBezTo>
                <a:cubicBezTo>
                  <a:pt x="126" y="74"/>
                  <a:pt x="129" y="76"/>
                  <a:pt x="132" y="78"/>
                </a:cubicBezTo>
                <a:cubicBezTo>
                  <a:pt x="135" y="81"/>
                  <a:pt x="137" y="84"/>
                  <a:pt x="138" y="88"/>
                </a:cubicBezTo>
                <a:cubicBezTo>
                  <a:pt x="139" y="95"/>
                  <a:pt x="140" y="106"/>
                  <a:pt x="140" y="121"/>
                </a:cubicBezTo>
                <a:close/>
                <a:moveTo>
                  <a:pt x="30" y="97"/>
                </a:moveTo>
                <a:cubicBezTo>
                  <a:pt x="40" y="97"/>
                  <a:pt x="40" y="97"/>
                  <a:pt x="40" y="97"/>
                </a:cubicBezTo>
                <a:cubicBezTo>
                  <a:pt x="40" y="88"/>
                  <a:pt x="40" y="88"/>
                  <a:pt x="40" y="88"/>
                </a:cubicBezTo>
                <a:cubicBezTo>
                  <a:pt x="10" y="88"/>
                  <a:pt x="10" y="88"/>
                  <a:pt x="10" y="88"/>
                </a:cubicBezTo>
                <a:cubicBezTo>
                  <a:pt x="10" y="97"/>
                  <a:pt x="10" y="97"/>
                  <a:pt x="10" y="97"/>
                </a:cubicBezTo>
                <a:cubicBezTo>
                  <a:pt x="20" y="97"/>
                  <a:pt x="20" y="97"/>
                  <a:pt x="20" y="97"/>
                </a:cubicBezTo>
                <a:cubicBezTo>
                  <a:pt x="20" y="151"/>
                  <a:pt x="20" y="151"/>
                  <a:pt x="20" y="151"/>
                </a:cubicBezTo>
                <a:cubicBezTo>
                  <a:pt x="30" y="151"/>
                  <a:pt x="30" y="151"/>
                  <a:pt x="30" y="151"/>
                </a:cubicBezTo>
                <a:lnTo>
                  <a:pt x="30" y="97"/>
                </a:lnTo>
                <a:close/>
                <a:moveTo>
                  <a:pt x="46" y="0"/>
                </a:moveTo>
                <a:cubicBezTo>
                  <a:pt x="55" y="0"/>
                  <a:pt x="55" y="0"/>
                  <a:pt x="55" y="0"/>
                </a:cubicBezTo>
                <a:cubicBezTo>
                  <a:pt x="44" y="38"/>
                  <a:pt x="44" y="38"/>
                  <a:pt x="44" y="38"/>
                </a:cubicBezTo>
                <a:cubicBezTo>
                  <a:pt x="44" y="64"/>
                  <a:pt x="44" y="64"/>
                  <a:pt x="44" y="64"/>
                </a:cubicBezTo>
                <a:cubicBezTo>
                  <a:pt x="34" y="64"/>
                  <a:pt x="34" y="64"/>
                  <a:pt x="34" y="64"/>
                </a:cubicBezTo>
                <a:cubicBezTo>
                  <a:pt x="34" y="38"/>
                  <a:pt x="34" y="38"/>
                  <a:pt x="34" y="38"/>
                </a:cubicBezTo>
                <a:cubicBezTo>
                  <a:pt x="33" y="33"/>
                  <a:pt x="32" y="27"/>
                  <a:pt x="29" y="18"/>
                </a:cubicBezTo>
                <a:cubicBezTo>
                  <a:pt x="26" y="11"/>
                  <a:pt x="24" y="6"/>
                  <a:pt x="22" y="0"/>
                </a:cubicBezTo>
                <a:cubicBezTo>
                  <a:pt x="32" y="0"/>
                  <a:pt x="32" y="0"/>
                  <a:pt x="32" y="0"/>
                </a:cubicBezTo>
                <a:cubicBezTo>
                  <a:pt x="39" y="25"/>
                  <a:pt x="39" y="25"/>
                  <a:pt x="39" y="25"/>
                </a:cubicBezTo>
                <a:lnTo>
                  <a:pt x="46" y="0"/>
                </a:lnTo>
                <a:close/>
                <a:moveTo>
                  <a:pt x="57" y="151"/>
                </a:moveTo>
                <a:cubicBezTo>
                  <a:pt x="65" y="151"/>
                  <a:pt x="65" y="151"/>
                  <a:pt x="65" y="151"/>
                </a:cubicBezTo>
                <a:cubicBezTo>
                  <a:pt x="65" y="104"/>
                  <a:pt x="65" y="104"/>
                  <a:pt x="65" y="104"/>
                </a:cubicBezTo>
                <a:cubicBezTo>
                  <a:pt x="57" y="104"/>
                  <a:pt x="57" y="104"/>
                  <a:pt x="57" y="104"/>
                </a:cubicBezTo>
                <a:cubicBezTo>
                  <a:pt x="57" y="140"/>
                  <a:pt x="57" y="140"/>
                  <a:pt x="57" y="140"/>
                </a:cubicBezTo>
                <a:cubicBezTo>
                  <a:pt x="55" y="143"/>
                  <a:pt x="53" y="144"/>
                  <a:pt x="52" y="144"/>
                </a:cubicBezTo>
                <a:cubicBezTo>
                  <a:pt x="50" y="144"/>
                  <a:pt x="50" y="143"/>
                  <a:pt x="50" y="142"/>
                </a:cubicBezTo>
                <a:cubicBezTo>
                  <a:pt x="50" y="142"/>
                  <a:pt x="49" y="141"/>
                  <a:pt x="49" y="139"/>
                </a:cubicBezTo>
                <a:cubicBezTo>
                  <a:pt x="49" y="104"/>
                  <a:pt x="49" y="104"/>
                  <a:pt x="49" y="104"/>
                </a:cubicBezTo>
                <a:cubicBezTo>
                  <a:pt x="41" y="104"/>
                  <a:pt x="41" y="104"/>
                  <a:pt x="41" y="104"/>
                </a:cubicBezTo>
                <a:cubicBezTo>
                  <a:pt x="41" y="141"/>
                  <a:pt x="41" y="141"/>
                  <a:pt x="41" y="141"/>
                </a:cubicBezTo>
                <a:cubicBezTo>
                  <a:pt x="41" y="144"/>
                  <a:pt x="41" y="147"/>
                  <a:pt x="42" y="148"/>
                </a:cubicBezTo>
                <a:cubicBezTo>
                  <a:pt x="43" y="151"/>
                  <a:pt x="44" y="152"/>
                  <a:pt x="47" y="152"/>
                </a:cubicBezTo>
                <a:cubicBezTo>
                  <a:pt x="50" y="152"/>
                  <a:pt x="54" y="150"/>
                  <a:pt x="57" y="146"/>
                </a:cubicBezTo>
                <a:lnTo>
                  <a:pt x="57" y="151"/>
                </a:lnTo>
                <a:close/>
                <a:moveTo>
                  <a:pt x="81" y="32"/>
                </a:moveTo>
                <a:cubicBezTo>
                  <a:pt x="81" y="48"/>
                  <a:pt x="81" y="48"/>
                  <a:pt x="81" y="48"/>
                </a:cubicBezTo>
                <a:cubicBezTo>
                  <a:pt x="81" y="53"/>
                  <a:pt x="80" y="57"/>
                  <a:pt x="78" y="59"/>
                </a:cubicBezTo>
                <a:cubicBezTo>
                  <a:pt x="76" y="63"/>
                  <a:pt x="72" y="64"/>
                  <a:pt x="68" y="64"/>
                </a:cubicBezTo>
                <a:cubicBezTo>
                  <a:pt x="64" y="64"/>
                  <a:pt x="60" y="63"/>
                  <a:pt x="58" y="59"/>
                </a:cubicBezTo>
                <a:cubicBezTo>
                  <a:pt x="56" y="57"/>
                  <a:pt x="55" y="53"/>
                  <a:pt x="55" y="48"/>
                </a:cubicBezTo>
                <a:cubicBezTo>
                  <a:pt x="55" y="32"/>
                  <a:pt x="55" y="32"/>
                  <a:pt x="55" y="32"/>
                </a:cubicBezTo>
                <a:cubicBezTo>
                  <a:pt x="55" y="27"/>
                  <a:pt x="56" y="23"/>
                  <a:pt x="58" y="21"/>
                </a:cubicBezTo>
                <a:cubicBezTo>
                  <a:pt x="60" y="17"/>
                  <a:pt x="64" y="16"/>
                  <a:pt x="68" y="16"/>
                </a:cubicBezTo>
                <a:cubicBezTo>
                  <a:pt x="72" y="16"/>
                  <a:pt x="76" y="17"/>
                  <a:pt x="78" y="21"/>
                </a:cubicBezTo>
                <a:cubicBezTo>
                  <a:pt x="80" y="23"/>
                  <a:pt x="81" y="27"/>
                  <a:pt x="81" y="32"/>
                </a:cubicBezTo>
                <a:close/>
                <a:moveTo>
                  <a:pt x="72" y="50"/>
                </a:moveTo>
                <a:cubicBezTo>
                  <a:pt x="72" y="30"/>
                  <a:pt x="72" y="30"/>
                  <a:pt x="72" y="30"/>
                </a:cubicBezTo>
                <a:cubicBezTo>
                  <a:pt x="72" y="26"/>
                  <a:pt x="71" y="23"/>
                  <a:pt x="68" y="23"/>
                </a:cubicBezTo>
                <a:cubicBezTo>
                  <a:pt x="65" y="23"/>
                  <a:pt x="64" y="26"/>
                  <a:pt x="64" y="30"/>
                </a:cubicBezTo>
                <a:cubicBezTo>
                  <a:pt x="64" y="50"/>
                  <a:pt x="64" y="50"/>
                  <a:pt x="64" y="50"/>
                </a:cubicBezTo>
                <a:cubicBezTo>
                  <a:pt x="64" y="54"/>
                  <a:pt x="65" y="56"/>
                  <a:pt x="68" y="56"/>
                </a:cubicBezTo>
                <a:cubicBezTo>
                  <a:pt x="71" y="56"/>
                  <a:pt x="72" y="54"/>
                  <a:pt x="72" y="50"/>
                </a:cubicBezTo>
                <a:close/>
                <a:moveTo>
                  <a:pt x="98" y="137"/>
                </a:moveTo>
                <a:cubicBezTo>
                  <a:pt x="98" y="118"/>
                  <a:pt x="98" y="118"/>
                  <a:pt x="98" y="118"/>
                </a:cubicBezTo>
                <a:cubicBezTo>
                  <a:pt x="98" y="114"/>
                  <a:pt x="97" y="111"/>
                  <a:pt x="97" y="109"/>
                </a:cubicBezTo>
                <a:cubicBezTo>
                  <a:pt x="96" y="106"/>
                  <a:pt x="93" y="104"/>
                  <a:pt x="90" y="104"/>
                </a:cubicBezTo>
                <a:cubicBezTo>
                  <a:pt x="87" y="104"/>
                  <a:pt x="84" y="106"/>
                  <a:pt x="81" y="109"/>
                </a:cubicBezTo>
                <a:cubicBezTo>
                  <a:pt x="81" y="88"/>
                  <a:pt x="81" y="88"/>
                  <a:pt x="81" y="88"/>
                </a:cubicBezTo>
                <a:cubicBezTo>
                  <a:pt x="73" y="88"/>
                  <a:pt x="73" y="88"/>
                  <a:pt x="73" y="88"/>
                </a:cubicBezTo>
                <a:cubicBezTo>
                  <a:pt x="73" y="151"/>
                  <a:pt x="73" y="151"/>
                  <a:pt x="73" y="151"/>
                </a:cubicBezTo>
                <a:cubicBezTo>
                  <a:pt x="81" y="151"/>
                  <a:pt x="81" y="151"/>
                  <a:pt x="81" y="151"/>
                </a:cubicBezTo>
                <a:cubicBezTo>
                  <a:pt x="81" y="147"/>
                  <a:pt x="81" y="147"/>
                  <a:pt x="81" y="147"/>
                </a:cubicBezTo>
                <a:cubicBezTo>
                  <a:pt x="84" y="150"/>
                  <a:pt x="87" y="152"/>
                  <a:pt x="90" y="152"/>
                </a:cubicBezTo>
                <a:cubicBezTo>
                  <a:pt x="93" y="152"/>
                  <a:pt x="96" y="150"/>
                  <a:pt x="97" y="147"/>
                </a:cubicBezTo>
                <a:cubicBezTo>
                  <a:pt x="97" y="145"/>
                  <a:pt x="98" y="142"/>
                  <a:pt x="98" y="137"/>
                </a:cubicBezTo>
                <a:close/>
                <a:moveTo>
                  <a:pt x="89" y="118"/>
                </a:moveTo>
                <a:cubicBezTo>
                  <a:pt x="89" y="138"/>
                  <a:pt x="89" y="138"/>
                  <a:pt x="89" y="138"/>
                </a:cubicBezTo>
                <a:cubicBezTo>
                  <a:pt x="89" y="142"/>
                  <a:pt x="88" y="144"/>
                  <a:pt x="85" y="144"/>
                </a:cubicBezTo>
                <a:cubicBezTo>
                  <a:pt x="84" y="144"/>
                  <a:pt x="83" y="143"/>
                  <a:pt x="81" y="142"/>
                </a:cubicBezTo>
                <a:cubicBezTo>
                  <a:pt x="81" y="114"/>
                  <a:pt x="81" y="114"/>
                  <a:pt x="81" y="114"/>
                </a:cubicBezTo>
                <a:cubicBezTo>
                  <a:pt x="83" y="112"/>
                  <a:pt x="84" y="111"/>
                  <a:pt x="85" y="111"/>
                </a:cubicBezTo>
                <a:cubicBezTo>
                  <a:pt x="88" y="111"/>
                  <a:pt x="89" y="114"/>
                  <a:pt x="89" y="118"/>
                </a:cubicBezTo>
                <a:close/>
                <a:moveTo>
                  <a:pt x="112" y="16"/>
                </a:moveTo>
                <a:cubicBezTo>
                  <a:pt x="112" y="64"/>
                  <a:pt x="112" y="64"/>
                  <a:pt x="112" y="64"/>
                </a:cubicBezTo>
                <a:cubicBezTo>
                  <a:pt x="104" y="64"/>
                  <a:pt x="104" y="64"/>
                  <a:pt x="104" y="64"/>
                </a:cubicBezTo>
                <a:cubicBezTo>
                  <a:pt x="104" y="58"/>
                  <a:pt x="104" y="58"/>
                  <a:pt x="104" y="58"/>
                </a:cubicBezTo>
                <a:cubicBezTo>
                  <a:pt x="100" y="62"/>
                  <a:pt x="97" y="64"/>
                  <a:pt x="94" y="64"/>
                </a:cubicBezTo>
                <a:cubicBezTo>
                  <a:pt x="91" y="64"/>
                  <a:pt x="89" y="63"/>
                  <a:pt x="88" y="61"/>
                </a:cubicBezTo>
                <a:cubicBezTo>
                  <a:pt x="88" y="59"/>
                  <a:pt x="88" y="57"/>
                  <a:pt x="88" y="54"/>
                </a:cubicBezTo>
                <a:cubicBezTo>
                  <a:pt x="88" y="16"/>
                  <a:pt x="88" y="16"/>
                  <a:pt x="88" y="16"/>
                </a:cubicBezTo>
                <a:cubicBezTo>
                  <a:pt x="96" y="16"/>
                  <a:pt x="96" y="16"/>
                  <a:pt x="96" y="16"/>
                </a:cubicBezTo>
                <a:cubicBezTo>
                  <a:pt x="96" y="51"/>
                  <a:pt x="96" y="51"/>
                  <a:pt x="96" y="51"/>
                </a:cubicBezTo>
                <a:cubicBezTo>
                  <a:pt x="96" y="53"/>
                  <a:pt x="96" y="54"/>
                  <a:pt x="96" y="54"/>
                </a:cubicBezTo>
                <a:cubicBezTo>
                  <a:pt x="96" y="56"/>
                  <a:pt x="97" y="56"/>
                  <a:pt x="98" y="56"/>
                </a:cubicBezTo>
                <a:cubicBezTo>
                  <a:pt x="100" y="56"/>
                  <a:pt x="102" y="55"/>
                  <a:pt x="104" y="52"/>
                </a:cubicBezTo>
                <a:cubicBezTo>
                  <a:pt x="104" y="16"/>
                  <a:pt x="104" y="16"/>
                  <a:pt x="104" y="16"/>
                </a:cubicBezTo>
                <a:lnTo>
                  <a:pt x="112" y="16"/>
                </a:lnTo>
                <a:close/>
                <a:moveTo>
                  <a:pt x="129" y="136"/>
                </a:moveTo>
                <a:cubicBezTo>
                  <a:pt x="129" y="135"/>
                  <a:pt x="129" y="135"/>
                  <a:pt x="129" y="135"/>
                </a:cubicBezTo>
                <a:cubicBezTo>
                  <a:pt x="121" y="135"/>
                  <a:pt x="121" y="135"/>
                  <a:pt x="121" y="135"/>
                </a:cubicBezTo>
                <a:cubicBezTo>
                  <a:pt x="121" y="138"/>
                  <a:pt x="121" y="140"/>
                  <a:pt x="121" y="141"/>
                </a:cubicBezTo>
                <a:cubicBezTo>
                  <a:pt x="120" y="143"/>
                  <a:pt x="119" y="144"/>
                  <a:pt x="117" y="144"/>
                </a:cubicBezTo>
                <a:cubicBezTo>
                  <a:pt x="114" y="144"/>
                  <a:pt x="113" y="142"/>
                  <a:pt x="113" y="138"/>
                </a:cubicBezTo>
                <a:cubicBezTo>
                  <a:pt x="113" y="129"/>
                  <a:pt x="113" y="129"/>
                  <a:pt x="113" y="129"/>
                </a:cubicBezTo>
                <a:cubicBezTo>
                  <a:pt x="129" y="129"/>
                  <a:pt x="129" y="129"/>
                  <a:pt x="129" y="129"/>
                </a:cubicBezTo>
                <a:cubicBezTo>
                  <a:pt x="129" y="120"/>
                  <a:pt x="129" y="120"/>
                  <a:pt x="129" y="120"/>
                </a:cubicBezTo>
                <a:cubicBezTo>
                  <a:pt x="129" y="115"/>
                  <a:pt x="129" y="111"/>
                  <a:pt x="127" y="109"/>
                </a:cubicBezTo>
                <a:cubicBezTo>
                  <a:pt x="124" y="105"/>
                  <a:pt x="121" y="104"/>
                  <a:pt x="117" y="104"/>
                </a:cubicBezTo>
                <a:cubicBezTo>
                  <a:pt x="113" y="104"/>
                  <a:pt x="109" y="105"/>
                  <a:pt x="107" y="109"/>
                </a:cubicBezTo>
                <a:cubicBezTo>
                  <a:pt x="105" y="111"/>
                  <a:pt x="104" y="115"/>
                  <a:pt x="104" y="120"/>
                </a:cubicBezTo>
                <a:cubicBezTo>
                  <a:pt x="104" y="136"/>
                  <a:pt x="104" y="136"/>
                  <a:pt x="104" y="136"/>
                </a:cubicBezTo>
                <a:cubicBezTo>
                  <a:pt x="104" y="141"/>
                  <a:pt x="105" y="145"/>
                  <a:pt x="107" y="147"/>
                </a:cubicBezTo>
                <a:cubicBezTo>
                  <a:pt x="109" y="150"/>
                  <a:pt x="113" y="152"/>
                  <a:pt x="117" y="152"/>
                </a:cubicBezTo>
                <a:cubicBezTo>
                  <a:pt x="122" y="152"/>
                  <a:pt x="125" y="150"/>
                  <a:pt x="127" y="147"/>
                </a:cubicBezTo>
                <a:cubicBezTo>
                  <a:pt x="128" y="145"/>
                  <a:pt x="129" y="143"/>
                  <a:pt x="129" y="142"/>
                </a:cubicBezTo>
                <a:cubicBezTo>
                  <a:pt x="129" y="141"/>
                  <a:pt x="129" y="139"/>
                  <a:pt x="129" y="136"/>
                </a:cubicBezTo>
                <a:close/>
                <a:moveTo>
                  <a:pt x="121" y="118"/>
                </a:moveTo>
                <a:cubicBezTo>
                  <a:pt x="121" y="122"/>
                  <a:pt x="121" y="122"/>
                  <a:pt x="121" y="122"/>
                </a:cubicBezTo>
                <a:cubicBezTo>
                  <a:pt x="113" y="122"/>
                  <a:pt x="113" y="122"/>
                  <a:pt x="113" y="122"/>
                </a:cubicBezTo>
                <a:cubicBezTo>
                  <a:pt x="113" y="118"/>
                  <a:pt x="113" y="118"/>
                  <a:pt x="113" y="118"/>
                </a:cubicBezTo>
                <a:cubicBezTo>
                  <a:pt x="113" y="114"/>
                  <a:pt x="114" y="111"/>
                  <a:pt x="117" y="111"/>
                </a:cubicBezTo>
                <a:cubicBezTo>
                  <a:pt x="120" y="111"/>
                  <a:pt x="121" y="114"/>
                  <a:pt x="121" y="11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26" name="Freeform 329"/>
          <p:cNvSpPr>
            <a:spLocks noEditPoints="1"/>
          </p:cNvSpPr>
          <p:nvPr/>
        </p:nvSpPr>
        <p:spPr bwMode="auto">
          <a:xfrm>
            <a:off x="3071545" y="4808860"/>
            <a:ext cx="190176" cy="224755"/>
          </a:xfrm>
          <a:custGeom>
            <a:avLst/>
            <a:gdLst>
              <a:gd name="T0" fmla="*/ 56 w 133"/>
              <a:gd name="T1" fmla="*/ 62 h 157"/>
              <a:gd name="T2" fmla="*/ 32 w 133"/>
              <a:gd name="T3" fmla="*/ 105 h 157"/>
              <a:gd name="T4" fmla="*/ 26 w 133"/>
              <a:gd name="T5" fmla="*/ 110 h 157"/>
              <a:gd name="T6" fmla="*/ 3 w 133"/>
              <a:gd name="T7" fmla="*/ 110 h 157"/>
              <a:gd name="T8" fmla="*/ 0 w 133"/>
              <a:gd name="T9" fmla="*/ 108 h 157"/>
              <a:gd name="T10" fmla="*/ 0 w 133"/>
              <a:gd name="T11" fmla="*/ 105 h 157"/>
              <a:gd name="T12" fmla="*/ 24 w 133"/>
              <a:gd name="T13" fmla="*/ 62 h 157"/>
              <a:gd name="T14" fmla="*/ 24 w 133"/>
              <a:gd name="T15" fmla="*/ 62 h 157"/>
              <a:gd name="T16" fmla="*/ 9 w 133"/>
              <a:gd name="T17" fmla="*/ 36 h 157"/>
              <a:gd name="T18" fmla="*/ 9 w 133"/>
              <a:gd name="T19" fmla="*/ 32 h 157"/>
              <a:gd name="T20" fmla="*/ 12 w 133"/>
              <a:gd name="T21" fmla="*/ 31 h 157"/>
              <a:gd name="T22" fmla="*/ 35 w 133"/>
              <a:gd name="T23" fmla="*/ 31 h 157"/>
              <a:gd name="T24" fmla="*/ 41 w 133"/>
              <a:gd name="T25" fmla="*/ 35 h 157"/>
              <a:gd name="T26" fmla="*/ 56 w 133"/>
              <a:gd name="T27" fmla="*/ 62 h 157"/>
              <a:gd name="T28" fmla="*/ 132 w 133"/>
              <a:gd name="T29" fmla="*/ 2 h 157"/>
              <a:gd name="T30" fmla="*/ 132 w 133"/>
              <a:gd name="T31" fmla="*/ 5 h 157"/>
              <a:gd name="T32" fmla="*/ 83 w 133"/>
              <a:gd name="T33" fmla="*/ 93 h 157"/>
              <a:gd name="T34" fmla="*/ 83 w 133"/>
              <a:gd name="T35" fmla="*/ 93 h 157"/>
              <a:gd name="T36" fmla="*/ 114 w 133"/>
              <a:gd name="T37" fmla="*/ 152 h 157"/>
              <a:gd name="T38" fmla="*/ 114 w 133"/>
              <a:gd name="T39" fmla="*/ 155 h 157"/>
              <a:gd name="T40" fmla="*/ 111 w 133"/>
              <a:gd name="T41" fmla="*/ 157 h 157"/>
              <a:gd name="T42" fmla="*/ 89 w 133"/>
              <a:gd name="T43" fmla="*/ 157 h 157"/>
              <a:gd name="T44" fmla="*/ 83 w 133"/>
              <a:gd name="T45" fmla="*/ 152 h 157"/>
              <a:gd name="T46" fmla="*/ 51 w 133"/>
              <a:gd name="T47" fmla="*/ 93 h 157"/>
              <a:gd name="T48" fmla="*/ 101 w 133"/>
              <a:gd name="T49" fmla="*/ 4 h 157"/>
              <a:gd name="T50" fmla="*/ 107 w 133"/>
              <a:gd name="T51" fmla="*/ 0 h 157"/>
              <a:gd name="T52" fmla="*/ 130 w 133"/>
              <a:gd name="T53" fmla="*/ 0 h 157"/>
              <a:gd name="T54" fmla="*/ 132 w 133"/>
              <a:gd name="T55" fmla="*/ 2 h 1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133" h="157">
                <a:moveTo>
                  <a:pt x="56" y="62"/>
                </a:moveTo>
                <a:cubicBezTo>
                  <a:pt x="56" y="63"/>
                  <a:pt x="48" y="78"/>
                  <a:pt x="32" y="105"/>
                </a:cubicBezTo>
                <a:cubicBezTo>
                  <a:pt x="30" y="108"/>
                  <a:pt x="28" y="110"/>
                  <a:pt x="26" y="110"/>
                </a:cubicBezTo>
                <a:cubicBezTo>
                  <a:pt x="3" y="110"/>
                  <a:pt x="3" y="110"/>
                  <a:pt x="3" y="110"/>
                </a:cubicBezTo>
                <a:cubicBezTo>
                  <a:pt x="2" y="110"/>
                  <a:pt x="1" y="109"/>
                  <a:pt x="0" y="108"/>
                </a:cubicBezTo>
                <a:cubicBezTo>
                  <a:pt x="0" y="107"/>
                  <a:pt x="0" y="106"/>
                  <a:pt x="0" y="105"/>
                </a:cubicBezTo>
                <a:cubicBezTo>
                  <a:pt x="24" y="62"/>
                  <a:pt x="24" y="62"/>
                  <a:pt x="24" y="62"/>
                </a:cubicBezTo>
                <a:cubicBezTo>
                  <a:pt x="24" y="62"/>
                  <a:pt x="24" y="62"/>
                  <a:pt x="24" y="62"/>
                </a:cubicBezTo>
                <a:cubicBezTo>
                  <a:pt x="9" y="36"/>
                  <a:pt x="9" y="36"/>
                  <a:pt x="9" y="36"/>
                </a:cubicBezTo>
                <a:cubicBezTo>
                  <a:pt x="8" y="35"/>
                  <a:pt x="8" y="33"/>
                  <a:pt x="9" y="32"/>
                </a:cubicBezTo>
                <a:cubicBezTo>
                  <a:pt x="9" y="31"/>
                  <a:pt x="10" y="31"/>
                  <a:pt x="12" y="31"/>
                </a:cubicBezTo>
                <a:cubicBezTo>
                  <a:pt x="35" y="31"/>
                  <a:pt x="35" y="31"/>
                  <a:pt x="35" y="31"/>
                </a:cubicBezTo>
                <a:cubicBezTo>
                  <a:pt x="37" y="31"/>
                  <a:pt x="39" y="32"/>
                  <a:pt x="41" y="35"/>
                </a:cubicBezTo>
                <a:lnTo>
                  <a:pt x="56" y="62"/>
                </a:lnTo>
                <a:close/>
                <a:moveTo>
                  <a:pt x="132" y="2"/>
                </a:moveTo>
                <a:cubicBezTo>
                  <a:pt x="133" y="3"/>
                  <a:pt x="133" y="4"/>
                  <a:pt x="132" y="5"/>
                </a:cubicBezTo>
                <a:cubicBezTo>
                  <a:pt x="83" y="93"/>
                  <a:pt x="83" y="93"/>
                  <a:pt x="83" y="93"/>
                </a:cubicBezTo>
                <a:cubicBezTo>
                  <a:pt x="83" y="93"/>
                  <a:pt x="83" y="93"/>
                  <a:pt x="83" y="93"/>
                </a:cubicBezTo>
                <a:cubicBezTo>
                  <a:pt x="114" y="152"/>
                  <a:pt x="114" y="152"/>
                  <a:pt x="114" y="152"/>
                </a:cubicBezTo>
                <a:cubicBezTo>
                  <a:pt x="115" y="153"/>
                  <a:pt x="115" y="154"/>
                  <a:pt x="114" y="155"/>
                </a:cubicBezTo>
                <a:cubicBezTo>
                  <a:pt x="114" y="156"/>
                  <a:pt x="113" y="157"/>
                  <a:pt x="111" y="157"/>
                </a:cubicBezTo>
                <a:cubicBezTo>
                  <a:pt x="89" y="157"/>
                  <a:pt x="89" y="157"/>
                  <a:pt x="89" y="157"/>
                </a:cubicBezTo>
                <a:cubicBezTo>
                  <a:pt x="86" y="157"/>
                  <a:pt x="84" y="155"/>
                  <a:pt x="83" y="152"/>
                </a:cubicBezTo>
                <a:cubicBezTo>
                  <a:pt x="51" y="93"/>
                  <a:pt x="51" y="93"/>
                  <a:pt x="51" y="93"/>
                </a:cubicBezTo>
                <a:cubicBezTo>
                  <a:pt x="52" y="91"/>
                  <a:pt x="68" y="62"/>
                  <a:pt x="101" y="4"/>
                </a:cubicBezTo>
                <a:cubicBezTo>
                  <a:pt x="102" y="2"/>
                  <a:pt x="104" y="0"/>
                  <a:pt x="107" y="0"/>
                </a:cubicBezTo>
                <a:cubicBezTo>
                  <a:pt x="130" y="0"/>
                  <a:pt x="130" y="0"/>
                  <a:pt x="130" y="0"/>
                </a:cubicBezTo>
                <a:cubicBezTo>
                  <a:pt x="131" y="0"/>
                  <a:pt x="132" y="1"/>
                  <a:pt x="132" y="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27" name="Freeform 330"/>
          <p:cNvSpPr>
            <a:spLocks noEditPoints="1"/>
          </p:cNvSpPr>
          <p:nvPr/>
        </p:nvSpPr>
        <p:spPr bwMode="auto">
          <a:xfrm>
            <a:off x="3324396" y="4823987"/>
            <a:ext cx="207464" cy="209627"/>
          </a:xfrm>
          <a:custGeom>
            <a:avLst/>
            <a:gdLst>
              <a:gd name="T0" fmla="*/ 145 w 145"/>
              <a:gd name="T1" fmla="*/ 28 h 146"/>
              <a:gd name="T2" fmla="*/ 145 w 145"/>
              <a:gd name="T3" fmla="*/ 118 h 146"/>
              <a:gd name="T4" fmla="*/ 138 w 145"/>
              <a:gd name="T5" fmla="*/ 138 h 146"/>
              <a:gd name="T6" fmla="*/ 118 w 145"/>
              <a:gd name="T7" fmla="*/ 146 h 146"/>
              <a:gd name="T8" fmla="*/ 27 w 145"/>
              <a:gd name="T9" fmla="*/ 146 h 146"/>
              <a:gd name="T10" fmla="*/ 8 w 145"/>
              <a:gd name="T11" fmla="*/ 138 h 146"/>
              <a:gd name="T12" fmla="*/ 0 w 145"/>
              <a:gd name="T13" fmla="*/ 118 h 146"/>
              <a:gd name="T14" fmla="*/ 0 w 145"/>
              <a:gd name="T15" fmla="*/ 28 h 146"/>
              <a:gd name="T16" fmla="*/ 8 w 145"/>
              <a:gd name="T17" fmla="*/ 8 h 146"/>
              <a:gd name="T18" fmla="*/ 27 w 145"/>
              <a:gd name="T19" fmla="*/ 0 h 146"/>
              <a:gd name="T20" fmla="*/ 118 w 145"/>
              <a:gd name="T21" fmla="*/ 0 h 146"/>
              <a:gd name="T22" fmla="*/ 138 w 145"/>
              <a:gd name="T23" fmla="*/ 8 h 146"/>
              <a:gd name="T24" fmla="*/ 145 w 145"/>
              <a:gd name="T25" fmla="*/ 28 h 146"/>
              <a:gd name="T26" fmla="*/ 65 w 145"/>
              <a:gd name="T27" fmla="*/ 61 h 146"/>
              <a:gd name="T28" fmla="*/ 53 w 145"/>
              <a:gd name="T29" fmla="*/ 40 h 146"/>
              <a:gd name="T30" fmla="*/ 48 w 145"/>
              <a:gd name="T31" fmla="*/ 36 h 146"/>
              <a:gd name="T32" fmla="*/ 31 w 145"/>
              <a:gd name="T33" fmla="*/ 36 h 146"/>
              <a:gd name="T34" fmla="*/ 28 w 145"/>
              <a:gd name="T35" fmla="*/ 37 h 146"/>
              <a:gd name="T36" fmla="*/ 28 w 145"/>
              <a:gd name="T37" fmla="*/ 40 h 146"/>
              <a:gd name="T38" fmla="*/ 40 w 145"/>
              <a:gd name="T39" fmla="*/ 61 h 146"/>
              <a:gd name="T40" fmla="*/ 40 w 145"/>
              <a:gd name="T41" fmla="*/ 61 h 146"/>
              <a:gd name="T42" fmla="*/ 22 w 145"/>
              <a:gd name="T43" fmla="*/ 93 h 146"/>
              <a:gd name="T44" fmla="*/ 22 w 145"/>
              <a:gd name="T45" fmla="*/ 96 h 146"/>
              <a:gd name="T46" fmla="*/ 24 w 145"/>
              <a:gd name="T47" fmla="*/ 97 h 146"/>
              <a:gd name="T48" fmla="*/ 41 w 145"/>
              <a:gd name="T49" fmla="*/ 97 h 146"/>
              <a:gd name="T50" fmla="*/ 46 w 145"/>
              <a:gd name="T51" fmla="*/ 94 h 146"/>
              <a:gd name="T52" fmla="*/ 65 w 145"/>
              <a:gd name="T53" fmla="*/ 61 h 146"/>
              <a:gd name="T54" fmla="*/ 124 w 145"/>
              <a:gd name="T55" fmla="*/ 14 h 146"/>
              <a:gd name="T56" fmla="*/ 122 w 145"/>
              <a:gd name="T57" fmla="*/ 12 h 146"/>
              <a:gd name="T58" fmla="*/ 104 w 145"/>
              <a:gd name="T59" fmla="*/ 12 h 146"/>
              <a:gd name="T60" fmla="*/ 99 w 145"/>
              <a:gd name="T61" fmla="*/ 16 h 146"/>
              <a:gd name="T62" fmla="*/ 61 w 145"/>
              <a:gd name="T63" fmla="*/ 85 h 146"/>
              <a:gd name="T64" fmla="*/ 85 w 145"/>
              <a:gd name="T65" fmla="*/ 130 h 146"/>
              <a:gd name="T66" fmla="*/ 90 w 145"/>
              <a:gd name="T67" fmla="*/ 133 h 146"/>
              <a:gd name="T68" fmla="*/ 108 w 145"/>
              <a:gd name="T69" fmla="*/ 133 h 146"/>
              <a:gd name="T70" fmla="*/ 110 w 145"/>
              <a:gd name="T71" fmla="*/ 132 h 146"/>
              <a:gd name="T72" fmla="*/ 110 w 145"/>
              <a:gd name="T73" fmla="*/ 130 h 146"/>
              <a:gd name="T74" fmla="*/ 85 w 145"/>
              <a:gd name="T75" fmla="*/ 85 h 146"/>
              <a:gd name="T76" fmla="*/ 85 w 145"/>
              <a:gd name="T77" fmla="*/ 85 h 146"/>
              <a:gd name="T78" fmla="*/ 124 w 145"/>
              <a:gd name="T79" fmla="*/ 16 h 146"/>
              <a:gd name="T80" fmla="*/ 124 w 145"/>
              <a:gd name="T81" fmla="*/ 14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45" h="146">
                <a:moveTo>
                  <a:pt x="145" y="28"/>
                </a:moveTo>
                <a:cubicBezTo>
                  <a:pt x="145" y="118"/>
                  <a:pt x="145" y="118"/>
                  <a:pt x="145" y="118"/>
                </a:cubicBezTo>
                <a:cubicBezTo>
                  <a:pt x="145" y="126"/>
                  <a:pt x="143" y="132"/>
                  <a:pt x="138" y="138"/>
                </a:cubicBezTo>
                <a:cubicBezTo>
                  <a:pt x="132" y="143"/>
                  <a:pt x="126" y="146"/>
                  <a:pt x="118" y="146"/>
                </a:cubicBezTo>
                <a:cubicBezTo>
                  <a:pt x="27" y="146"/>
                  <a:pt x="27" y="146"/>
                  <a:pt x="27" y="146"/>
                </a:cubicBezTo>
                <a:cubicBezTo>
                  <a:pt x="20" y="146"/>
                  <a:pt x="14" y="143"/>
                  <a:pt x="8" y="138"/>
                </a:cubicBezTo>
                <a:cubicBezTo>
                  <a:pt x="3" y="132"/>
                  <a:pt x="0" y="126"/>
                  <a:pt x="0" y="118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0"/>
                  <a:pt x="3" y="14"/>
                  <a:pt x="8" y="8"/>
                </a:cubicBezTo>
                <a:cubicBezTo>
                  <a:pt x="14" y="3"/>
                  <a:pt x="20" y="0"/>
                  <a:pt x="27" y="0"/>
                </a:cubicBezTo>
                <a:cubicBezTo>
                  <a:pt x="118" y="0"/>
                  <a:pt x="118" y="0"/>
                  <a:pt x="118" y="0"/>
                </a:cubicBezTo>
                <a:cubicBezTo>
                  <a:pt x="126" y="0"/>
                  <a:pt x="132" y="3"/>
                  <a:pt x="138" y="8"/>
                </a:cubicBezTo>
                <a:cubicBezTo>
                  <a:pt x="143" y="14"/>
                  <a:pt x="145" y="20"/>
                  <a:pt x="145" y="28"/>
                </a:cubicBezTo>
                <a:close/>
                <a:moveTo>
                  <a:pt x="65" y="61"/>
                </a:moveTo>
                <a:cubicBezTo>
                  <a:pt x="65" y="60"/>
                  <a:pt x="61" y="53"/>
                  <a:pt x="53" y="40"/>
                </a:cubicBezTo>
                <a:cubicBezTo>
                  <a:pt x="52" y="37"/>
                  <a:pt x="50" y="36"/>
                  <a:pt x="48" y="36"/>
                </a:cubicBezTo>
                <a:cubicBezTo>
                  <a:pt x="31" y="36"/>
                  <a:pt x="31" y="36"/>
                  <a:pt x="31" y="36"/>
                </a:cubicBezTo>
                <a:cubicBezTo>
                  <a:pt x="30" y="36"/>
                  <a:pt x="29" y="37"/>
                  <a:pt x="28" y="37"/>
                </a:cubicBezTo>
                <a:cubicBezTo>
                  <a:pt x="28" y="38"/>
                  <a:pt x="28" y="39"/>
                  <a:pt x="28" y="40"/>
                </a:cubicBezTo>
                <a:cubicBezTo>
                  <a:pt x="40" y="61"/>
                  <a:pt x="40" y="61"/>
                  <a:pt x="40" y="61"/>
                </a:cubicBezTo>
                <a:cubicBezTo>
                  <a:pt x="40" y="61"/>
                  <a:pt x="40" y="61"/>
                  <a:pt x="40" y="61"/>
                </a:cubicBezTo>
                <a:cubicBezTo>
                  <a:pt x="22" y="93"/>
                  <a:pt x="22" y="93"/>
                  <a:pt x="22" y="93"/>
                </a:cubicBezTo>
                <a:cubicBezTo>
                  <a:pt x="21" y="94"/>
                  <a:pt x="21" y="95"/>
                  <a:pt x="22" y="96"/>
                </a:cubicBezTo>
                <a:cubicBezTo>
                  <a:pt x="22" y="97"/>
                  <a:pt x="23" y="97"/>
                  <a:pt x="24" y="97"/>
                </a:cubicBezTo>
                <a:cubicBezTo>
                  <a:pt x="41" y="97"/>
                  <a:pt x="41" y="97"/>
                  <a:pt x="41" y="97"/>
                </a:cubicBezTo>
                <a:cubicBezTo>
                  <a:pt x="43" y="97"/>
                  <a:pt x="45" y="96"/>
                  <a:pt x="46" y="94"/>
                </a:cubicBezTo>
                <a:lnTo>
                  <a:pt x="65" y="61"/>
                </a:lnTo>
                <a:close/>
                <a:moveTo>
                  <a:pt x="124" y="14"/>
                </a:moveTo>
                <a:cubicBezTo>
                  <a:pt x="124" y="13"/>
                  <a:pt x="123" y="12"/>
                  <a:pt x="122" y="12"/>
                </a:cubicBezTo>
                <a:cubicBezTo>
                  <a:pt x="104" y="12"/>
                  <a:pt x="104" y="12"/>
                  <a:pt x="104" y="12"/>
                </a:cubicBezTo>
                <a:cubicBezTo>
                  <a:pt x="102" y="12"/>
                  <a:pt x="101" y="14"/>
                  <a:pt x="99" y="16"/>
                </a:cubicBezTo>
                <a:cubicBezTo>
                  <a:pt x="61" y="85"/>
                  <a:pt x="61" y="85"/>
                  <a:pt x="61" y="85"/>
                </a:cubicBezTo>
                <a:cubicBezTo>
                  <a:pt x="61" y="85"/>
                  <a:pt x="69" y="100"/>
                  <a:pt x="85" y="130"/>
                </a:cubicBezTo>
                <a:cubicBezTo>
                  <a:pt x="87" y="132"/>
                  <a:pt x="88" y="133"/>
                  <a:pt x="90" y="133"/>
                </a:cubicBezTo>
                <a:cubicBezTo>
                  <a:pt x="108" y="133"/>
                  <a:pt x="108" y="133"/>
                  <a:pt x="108" y="133"/>
                </a:cubicBezTo>
                <a:cubicBezTo>
                  <a:pt x="109" y="133"/>
                  <a:pt x="110" y="133"/>
                  <a:pt x="110" y="132"/>
                </a:cubicBezTo>
                <a:cubicBezTo>
                  <a:pt x="111" y="131"/>
                  <a:pt x="111" y="131"/>
                  <a:pt x="110" y="130"/>
                </a:cubicBezTo>
                <a:cubicBezTo>
                  <a:pt x="85" y="85"/>
                  <a:pt x="85" y="85"/>
                  <a:pt x="85" y="85"/>
                </a:cubicBezTo>
                <a:cubicBezTo>
                  <a:pt x="85" y="85"/>
                  <a:pt x="85" y="85"/>
                  <a:pt x="85" y="85"/>
                </a:cubicBezTo>
                <a:cubicBezTo>
                  <a:pt x="124" y="16"/>
                  <a:pt x="124" y="16"/>
                  <a:pt x="124" y="16"/>
                </a:cubicBezTo>
                <a:cubicBezTo>
                  <a:pt x="125" y="15"/>
                  <a:pt x="125" y="14"/>
                  <a:pt x="124" y="1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28" name="Freeform 331"/>
          <p:cNvSpPr>
            <a:spLocks noEditPoints="1"/>
          </p:cNvSpPr>
          <p:nvPr/>
        </p:nvSpPr>
        <p:spPr bwMode="auto">
          <a:xfrm>
            <a:off x="3596693" y="4841276"/>
            <a:ext cx="242043" cy="175049"/>
          </a:xfrm>
          <a:custGeom>
            <a:avLst/>
            <a:gdLst>
              <a:gd name="T0" fmla="*/ 169 w 169"/>
              <a:gd name="T1" fmla="*/ 47 h 121"/>
              <a:gd name="T2" fmla="*/ 169 w 169"/>
              <a:gd name="T3" fmla="*/ 61 h 121"/>
              <a:gd name="T4" fmla="*/ 169 w 169"/>
              <a:gd name="T5" fmla="*/ 75 h 121"/>
              <a:gd name="T6" fmla="*/ 168 w 169"/>
              <a:gd name="T7" fmla="*/ 88 h 121"/>
              <a:gd name="T8" fmla="*/ 166 w 169"/>
              <a:gd name="T9" fmla="*/ 102 h 121"/>
              <a:gd name="T10" fmla="*/ 160 w 169"/>
              <a:gd name="T11" fmla="*/ 114 h 121"/>
              <a:gd name="T12" fmla="*/ 148 w 169"/>
              <a:gd name="T13" fmla="*/ 119 h 121"/>
              <a:gd name="T14" fmla="*/ 85 w 169"/>
              <a:gd name="T15" fmla="*/ 121 h 121"/>
              <a:gd name="T16" fmla="*/ 21 w 169"/>
              <a:gd name="T17" fmla="*/ 119 h 121"/>
              <a:gd name="T18" fmla="*/ 9 w 169"/>
              <a:gd name="T19" fmla="*/ 114 h 121"/>
              <a:gd name="T20" fmla="*/ 3 w 169"/>
              <a:gd name="T21" fmla="*/ 102 h 121"/>
              <a:gd name="T22" fmla="*/ 1 w 169"/>
              <a:gd name="T23" fmla="*/ 88 h 121"/>
              <a:gd name="T24" fmla="*/ 0 w 169"/>
              <a:gd name="T25" fmla="*/ 75 h 121"/>
              <a:gd name="T26" fmla="*/ 0 w 169"/>
              <a:gd name="T27" fmla="*/ 61 h 121"/>
              <a:gd name="T28" fmla="*/ 0 w 169"/>
              <a:gd name="T29" fmla="*/ 47 h 121"/>
              <a:gd name="T30" fmla="*/ 1 w 169"/>
              <a:gd name="T31" fmla="*/ 34 h 121"/>
              <a:gd name="T32" fmla="*/ 3 w 169"/>
              <a:gd name="T33" fmla="*/ 20 h 121"/>
              <a:gd name="T34" fmla="*/ 9 w 169"/>
              <a:gd name="T35" fmla="*/ 8 h 121"/>
              <a:gd name="T36" fmla="*/ 21 w 169"/>
              <a:gd name="T37" fmla="*/ 3 h 121"/>
              <a:gd name="T38" fmla="*/ 85 w 169"/>
              <a:gd name="T39" fmla="*/ 0 h 121"/>
              <a:gd name="T40" fmla="*/ 148 w 169"/>
              <a:gd name="T41" fmla="*/ 3 h 121"/>
              <a:gd name="T42" fmla="*/ 160 w 169"/>
              <a:gd name="T43" fmla="*/ 8 h 121"/>
              <a:gd name="T44" fmla="*/ 166 w 169"/>
              <a:gd name="T45" fmla="*/ 20 h 121"/>
              <a:gd name="T46" fmla="*/ 168 w 169"/>
              <a:gd name="T47" fmla="*/ 34 h 121"/>
              <a:gd name="T48" fmla="*/ 169 w 169"/>
              <a:gd name="T49" fmla="*/ 47 h 121"/>
              <a:gd name="T50" fmla="*/ 121 w 169"/>
              <a:gd name="T51" fmla="*/ 61 h 121"/>
              <a:gd name="T52" fmla="*/ 118 w 169"/>
              <a:gd name="T53" fmla="*/ 56 h 121"/>
              <a:gd name="T54" fmla="*/ 70 w 169"/>
              <a:gd name="T55" fmla="*/ 26 h 121"/>
              <a:gd name="T56" fmla="*/ 63 w 169"/>
              <a:gd name="T57" fmla="*/ 25 h 121"/>
              <a:gd name="T58" fmla="*/ 60 w 169"/>
              <a:gd name="T59" fmla="*/ 31 h 121"/>
              <a:gd name="T60" fmla="*/ 60 w 169"/>
              <a:gd name="T61" fmla="*/ 91 h 121"/>
              <a:gd name="T62" fmla="*/ 63 w 169"/>
              <a:gd name="T63" fmla="*/ 96 h 121"/>
              <a:gd name="T64" fmla="*/ 66 w 169"/>
              <a:gd name="T65" fmla="*/ 97 h 121"/>
              <a:gd name="T66" fmla="*/ 70 w 169"/>
              <a:gd name="T67" fmla="*/ 96 h 121"/>
              <a:gd name="T68" fmla="*/ 118 w 169"/>
              <a:gd name="T69" fmla="*/ 66 h 121"/>
              <a:gd name="T70" fmla="*/ 121 w 169"/>
              <a:gd name="T71" fmla="*/ 61 h 1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69" h="121">
                <a:moveTo>
                  <a:pt x="169" y="47"/>
                </a:moveTo>
                <a:cubicBezTo>
                  <a:pt x="169" y="50"/>
                  <a:pt x="169" y="55"/>
                  <a:pt x="169" y="61"/>
                </a:cubicBezTo>
                <a:cubicBezTo>
                  <a:pt x="169" y="67"/>
                  <a:pt x="169" y="72"/>
                  <a:pt x="169" y="75"/>
                </a:cubicBezTo>
                <a:cubicBezTo>
                  <a:pt x="169" y="79"/>
                  <a:pt x="169" y="83"/>
                  <a:pt x="168" y="88"/>
                </a:cubicBezTo>
                <a:cubicBezTo>
                  <a:pt x="168" y="93"/>
                  <a:pt x="167" y="98"/>
                  <a:pt x="166" y="102"/>
                </a:cubicBezTo>
                <a:cubicBezTo>
                  <a:pt x="165" y="107"/>
                  <a:pt x="163" y="110"/>
                  <a:pt x="160" y="114"/>
                </a:cubicBezTo>
                <a:cubicBezTo>
                  <a:pt x="156" y="117"/>
                  <a:pt x="152" y="119"/>
                  <a:pt x="148" y="119"/>
                </a:cubicBezTo>
                <a:cubicBezTo>
                  <a:pt x="134" y="121"/>
                  <a:pt x="113" y="121"/>
                  <a:pt x="85" y="121"/>
                </a:cubicBezTo>
                <a:cubicBezTo>
                  <a:pt x="56" y="121"/>
                  <a:pt x="35" y="121"/>
                  <a:pt x="21" y="119"/>
                </a:cubicBezTo>
                <a:cubicBezTo>
                  <a:pt x="17" y="119"/>
                  <a:pt x="13" y="117"/>
                  <a:pt x="9" y="114"/>
                </a:cubicBezTo>
                <a:cubicBezTo>
                  <a:pt x="6" y="110"/>
                  <a:pt x="4" y="107"/>
                  <a:pt x="3" y="102"/>
                </a:cubicBezTo>
                <a:cubicBezTo>
                  <a:pt x="2" y="98"/>
                  <a:pt x="1" y="93"/>
                  <a:pt x="1" y="88"/>
                </a:cubicBezTo>
                <a:cubicBezTo>
                  <a:pt x="0" y="83"/>
                  <a:pt x="0" y="79"/>
                  <a:pt x="0" y="75"/>
                </a:cubicBezTo>
                <a:cubicBezTo>
                  <a:pt x="0" y="72"/>
                  <a:pt x="0" y="67"/>
                  <a:pt x="0" y="61"/>
                </a:cubicBezTo>
                <a:cubicBezTo>
                  <a:pt x="0" y="55"/>
                  <a:pt x="0" y="50"/>
                  <a:pt x="0" y="47"/>
                </a:cubicBezTo>
                <a:cubicBezTo>
                  <a:pt x="0" y="43"/>
                  <a:pt x="0" y="39"/>
                  <a:pt x="1" y="34"/>
                </a:cubicBezTo>
                <a:cubicBezTo>
                  <a:pt x="1" y="29"/>
                  <a:pt x="2" y="24"/>
                  <a:pt x="3" y="20"/>
                </a:cubicBezTo>
                <a:cubicBezTo>
                  <a:pt x="4" y="15"/>
                  <a:pt x="6" y="11"/>
                  <a:pt x="9" y="8"/>
                </a:cubicBezTo>
                <a:cubicBezTo>
                  <a:pt x="13" y="5"/>
                  <a:pt x="17" y="3"/>
                  <a:pt x="21" y="3"/>
                </a:cubicBezTo>
                <a:cubicBezTo>
                  <a:pt x="35" y="1"/>
                  <a:pt x="56" y="0"/>
                  <a:pt x="85" y="0"/>
                </a:cubicBezTo>
                <a:cubicBezTo>
                  <a:pt x="113" y="0"/>
                  <a:pt x="134" y="1"/>
                  <a:pt x="148" y="3"/>
                </a:cubicBezTo>
                <a:cubicBezTo>
                  <a:pt x="152" y="3"/>
                  <a:pt x="156" y="5"/>
                  <a:pt x="160" y="8"/>
                </a:cubicBezTo>
                <a:cubicBezTo>
                  <a:pt x="163" y="11"/>
                  <a:pt x="165" y="15"/>
                  <a:pt x="166" y="20"/>
                </a:cubicBezTo>
                <a:cubicBezTo>
                  <a:pt x="167" y="24"/>
                  <a:pt x="168" y="29"/>
                  <a:pt x="168" y="34"/>
                </a:cubicBezTo>
                <a:cubicBezTo>
                  <a:pt x="169" y="39"/>
                  <a:pt x="169" y="43"/>
                  <a:pt x="169" y="47"/>
                </a:cubicBezTo>
                <a:close/>
                <a:moveTo>
                  <a:pt x="121" y="61"/>
                </a:moveTo>
                <a:cubicBezTo>
                  <a:pt x="121" y="59"/>
                  <a:pt x="120" y="57"/>
                  <a:pt x="118" y="56"/>
                </a:cubicBezTo>
                <a:cubicBezTo>
                  <a:pt x="70" y="26"/>
                  <a:pt x="70" y="26"/>
                  <a:pt x="70" y="26"/>
                </a:cubicBezTo>
                <a:cubicBezTo>
                  <a:pt x="68" y="24"/>
                  <a:pt x="66" y="24"/>
                  <a:pt x="63" y="25"/>
                </a:cubicBezTo>
                <a:cubicBezTo>
                  <a:pt x="61" y="27"/>
                  <a:pt x="60" y="28"/>
                  <a:pt x="60" y="31"/>
                </a:cubicBezTo>
                <a:cubicBezTo>
                  <a:pt x="60" y="91"/>
                  <a:pt x="60" y="91"/>
                  <a:pt x="60" y="91"/>
                </a:cubicBezTo>
                <a:cubicBezTo>
                  <a:pt x="60" y="94"/>
                  <a:pt x="61" y="95"/>
                  <a:pt x="63" y="96"/>
                </a:cubicBezTo>
                <a:cubicBezTo>
                  <a:pt x="64" y="97"/>
                  <a:pt x="65" y="97"/>
                  <a:pt x="66" y="97"/>
                </a:cubicBezTo>
                <a:cubicBezTo>
                  <a:pt x="68" y="97"/>
                  <a:pt x="69" y="97"/>
                  <a:pt x="70" y="96"/>
                </a:cubicBezTo>
                <a:cubicBezTo>
                  <a:pt x="118" y="66"/>
                  <a:pt x="118" y="66"/>
                  <a:pt x="118" y="66"/>
                </a:cubicBezTo>
                <a:cubicBezTo>
                  <a:pt x="120" y="65"/>
                  <a:pt x="121" y="63"/>
                  <a:pt x="121" y="6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29" name="Freeform 332"/>
          <p:cNvSpPr>
            <a:spLocks noEditPoints="1"/>
          </p:cNvSpPr>
          <p:nvPr/>
        </p:nvSpPr>
        <p:spPr bwMode="auto">
          <a:xfrm>
            <a:off x="3912213" y="4823987"/>
            <a:ext cx="224755" cy="209627"/>
          </a:xfrm>
          <a:custGeom>
            <a:avLst/>
            <a:gdLst>
              <a:gd name="T0" fmla="*/ 31 w 104"/>
              <a:gd name="T1" fmla="*/ 0 h 97"/>
              <a:gd name="T2" fmla="*/ 52 w 104"/>
              <a:gd name="T3" fmla="*/ 18 h 97"/>
              <a:gd name="T4" fmla="*/ 21 w 104"/>
              <a:gd name="T5" fmla="*/ 37 h 97"/>
              <a:gd name="T6" fmla="*/ 0 w 104"/>
              <a:gd name="T7" fmla="*/ 20 h 97"/>
              <a:gd name="T8" fmla="*/ 31 w 104"/>
              <a:gd name="T9" fmla="*/ 0 h 97"/>
              <a:gd name="T10" fmla="*/ 21 w 104"/>
              <a:gd name="T11" fmla="*/ 37 h 97"/>
              <a:gd name="T12" fmla="*/ 52 w 104"/>
              <a:gd name="T13" fmla="*/ 56 h 97"/>
              <a:gd name="T14" fmla="*/ 31 w 104"/>
              <a:gd name="T15" fmla="*/ 74 h 97"/>
              <a:gd name="T16" fmla="*/ 0 w 104"/>
              <a:gd name="T17" fmla="*/ 54 h 97"/>
              <a:gd name="T18" fmla="*/ 21 w 104"/>
              <a:gd name="T19" fmla="*/ 37 h 97"/>
              <a:gd name="T20" fmla="*/ 83 w 104"/>
              <a:gd name="T21" fmla="*/ 72 h 97"/>
              <a:gd name="T22" fmla="*/ 83 w 104"/>
              <a:gd name="T23" fmla="*/ 79 h 97"/>
              <a:gd name="T24" fmla="*/ 52 w 104"/>
              <a:gd name="T25" fmla="*/ 97 h 97"/>
              <a:gd name="T26" fmla="*/ 52 w 104"/>
              <a:gd name="T27" fmla="*/ 97 h 97"/>
              <a:gd name="T28" fmla="*/ 52 w 104"/>
              <a:gd name="T29" fmla="*/ 97 h 97"/>
              <a:gd name="T30" fmla="*/ 52 w 104"/>
              <a:gd name="T31" fmla="*/ 97 h 97"/>
              <a:gd name="T32" fmla="*/ 52 w 104"/>
              <a:gd name="T33" fmla="*/ 97 h 97"/>
              <a:gd name="T34" fmla="*/ 21 w 104"/>
              <a:gd name="T35" fmla="*/ 79 h 97"/>
              <a:gd name="T36" fmla="*/ 21 w 104"/>
              <a:gd name="T37" fmla="*/ 72 h 97"/>
              <a:gd name="T38" fmla="*/ 31 w 104"/>
              <a:gd name="T39" fmla="*/ 78 h 97"/>
              <a:gd name="T40" fmla="*/ 52 w 104"/>
              <a:gd name="T41" fmla="*/ 60 h 97"/>
              <a:gd name="T42" fmla="*/ 52 w 104"/>
              <a:gd name="T43" fmla="*/ 60 h 97"/>
              <a:gd name="T44" fmla="*/ 52 w 104"/>
              <a:gd name="T45" fmla="*/ 60 h 97"/>
              <a:gd name="T46" fmla="*/ 52 w 104"/>
              <a:gd name="T47" fmla="*/ 60 h 97"/>
              <a:gd name="T48" fmla="*/ 52 w 104"/>
              <a:gd name="T49" fmla="*/ 60 h 97"/>
              <a:gd name="T50" fmla="*/ 74 w 104"/>
              <a:gd name="T51" fmla="*/ 78 h 97"/>
              <a:gd name="T52" fmla="*/ 83 w 104"/>
              <a:gd name="T53" fmla="*/ 72 h 97"/>
              <a:gd name="T54" fmla="*/ 74 w 104"/>
              <a:gd name="T55" fmla="*/ 0 h 97"/>
              <a:gd name="T56" fmla="*/ 104 w 104"/>
              <a:gd name="T57" fmla="*/ 20 h 97"/>
              <a:gd name="T58" fmla="*/ 83 w 104"/>
              <a:gd name="T59" fmla="*/ 37 h 97"/>
              <a:gd name="T60" fmla="*/ 52 w 104"/>
              <a:gd name="T61" fmla="*/ 18 h 97"/>
              <a:gd name="T62" fmla="*/ 74 w 104"/>
              <a:gd name="T63" fmla="*/ 0 h 97"/>
              <a:gd name="T64" fmla="*/ 83 w 104"/>
              <a:gd name="T65" fmla="*/ 37 h 97"/>
              <a:gd name="T66" fmla="*/ 104 w 104"/>
              <a:gd name="T67" fmla="*/ 54 h 97"/>
              <a:gd name="T68" fmla="*/ 74 w 104"/>
              <a:gd name="T69" fmla="*/ 74 h 97"/>
              <a:gd name="T70" fmla="*/ 52 w 104"/>
              <a:gd name="T71" fmla="*/ 56 h 97"/>
              <a:gd name="T72" fmla="*/ 83 w 104"/>
              <a:gd name="T73" fmla="*/ 37 h 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04" h="97">
                <a:moveTo>
                  <a:pt x="31" y="0"/>
                </a:moveTo>
                <a:lnTo>
                  <a:pt x="52" y="18"/>
                </a:lnTo>
                <a:lnTo>
                  <a:pt x="21" y="37"/>
                </a:lnTo>
                <a:lnTo>
                  <a:pt x="0" y="20"/>
                </a:lnTo>
                <a:lnTo>
                  <a:pt x="31" y="0"/>
                </a:lnTo>
                <a:close/>
                <a:moveTo>
                  <a:pt x="21" y="37"/>
                </a:moveTo>
                <a:lnTo>
                  <a:pt x="52" y="56"/>
                </a:lnTo>
                <a:lnTo>
                  <a:pt x="31" y="74"/>
                </a:lnTo>
                <a:lnTo>
                  <a:pt x="0" y="54"/>
                </a:lnTo>
                <a:lnTo>
                  <a:pt x="21" y="37"/>
                </a:lnTo>
                <a:close/>
                <a:moveTo>
                  <a:pt x="83" y="72"/>
                </a:moveTo>
                <a:lnTo>
                  <a:pt x="83" y="79"/>
                </a:lnTo>
                <a:lnTo>
                  <a:pt x="52" y="97"/>
                </a:lnTo>
                <a:lnTo>
                  <a:pt x="52" y="97"/>
                </a:lnTo>
                <a:lnTo>
                  <a:pt x="52" y="97"/>
                </a:lnTo>
                <a:lnTo>
                  <a:pt x="52" y="97"/>
                </a:lnTo>
                <a:lnTo>
                  <a:pt x="52" y="97"/>
                </a:lnTo>
                <a:lnTo>
                  <a:pt x="21" y="79"/>
                </a:lnTo>
                <a:lnTo>
                  <a:pt x="21" y="72"/>
                </a:lnTo>
                <a:lnTo>
                  <a:pt x="31" y="78"/>
                </a:lnTo>
                <a:lnTo>
                  <a:pt x="52" y="60"/>
                </a:lnTo>
                <a:lnTo>
                  <a:pt x="52" y="60"/>
                </a:lnTo>
                <a:lnTo>
                  <a:pt x="52" y="60"/>
                </a:lnTo>
                <a:lnTo>
                  <a:pt x="52" y="60"/>
                </a:lnTo>
                <a:lnTo>
                  <a:pt x="52" y="60"/>
                </a:lnTo>
                <a:lnTo>
                  <a:pt x="74" y="78"/>
                </a:lnTo>
                <a:lnTo>
                  <a:pt x="83" y="72"/>
                </a:lnTo>
                <a:close/>
                <a:moveTo>
                  <a:pt x="74" y="0"/>
                </a:moveTo>
                <a:lnTo>
                  <a:pt x="104" y="20"/>
                </a:lnTo>
                <a:lnTo>
                  <a:pt x="83" y="37"/>
                </a:lnTo>
                <a:lnTo>
                  <a:pt x="52" y="18"/>
                </a:lnTo>
                <a:lnTo>
                  <a:pt x="74" y="0"/>
                </a:lnTo>
                <a:close/>
                <a:moveTo>
                  <a:pt x="83" y="37"/>
                </a:moveTo>
                <a:lnTo>
                  <a:pt x="104" y="54"/>
                </a:lnTo>
                <a:lnTo>
                  <a:pt x="74" y="74"/>
                </a:lnTo>
                <a:lnTo>
                  <a:pt x="52" y="56"/>
                </a:lnTo>
                <a:lnTo>
                  <a:pt x="83" y="3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30" name="Freeform 333"/>
          <p:cNvSpPr>
            <a:spLocks noEditPoints="1"/>
          </p:cNvSpPr>
          <p:nvPr/>
        </p:nvSpPr>
        <p:spPr bwMode="auto">
          <a:xfrm>
            <a:off x="4208283" y="4806698"/>
            <a:ext cx="192339" cy="244204"/>
          </a:xfrm>
          <a:custGeom>
            <a:avLst/>
            <a:gdLst>
              <a:gd name="T0" fmla="*/ 74 w 89"/>
              <a:gd name="T1" fmla="*/ 67 h 113"/>
              <a:gd name="T2" fmla="*/ 74 w 89"/>
              <a:gd name="T3" fmla="*/ 111 h 113"/>
              <a:gd name="T4" fmla="*/ 74 w 89"/>
              <a:gd name="T5" fmla="*/ 113 h 113"/>
              <a:gd name="T6" fmla="*/ 74 w 89"/>
              <a:gd name="T7" fmla="*/ 113 h 113"/>
              <a:gd name="T8" fmla="*/ 3 w 89"/>
              <a:gd name="T9" fmla="*/ 113 h 113"/>
              <a:gd name="T10" fmla="*/ 0 w 89"/>
              <a:gd name="T11" fmla="*/ 113 h 113"/>
              <a:gd name="T12" fmla="*/ 0 w 89"/>
              <a:gd name="T13" fmla="*/ 113 h 113"/>
              <a:gd name="T14" fmla="*/ 0 w 89"/>
              <a:gd name="T15" fmla="*/ 67 h 113"/>
              <a:gd name="T16" fmla="*/ 8 w 89"/>
              <a:gd name="T17" fmla="*/ 67 h 113"/>
              <a:gd name="T18" fmla="*/ 8 w 89"/>
              <a:gd name="T19" fmla="*/ 105 h 113"/>
              <a:gd name="T20" fmla="*/ 66 w 89"/>
              <a:gd name="T21" fmla="*/ 105 h 113"/>
              <a:gd name="T22" fmla="*/ 66 w 89"/>
              <a:gd name="T23" fmla="*/ 67 h 113"/>
              <a:gd name="T24" fmla="*/ 74 w 89"/>
              <a:gd name="T25" fmla="*/ 67 h 113"/>
              <a:gd name="T26" fmla="*/ 59 w 89"/>
              <a:gd name="T27" fmla="*/ 89 h 113"/>
              <a:gd name="T28" fmla="*/ 59 w 89"/>
              <a:gd name="T29" fmla="*/ 98 h 113"/>
              <a:gd name="T30" fmla="*/ 14 w 89"/>
              <a:gd name="T31" fmla="*/ 98 h 113"/>
              <a:gd name="T32" fmla="*/ 14 w 89"/>
              <a:gd name="T33" fmla="*/ 89 h 113"/>
              <a:gd name="T34" fmla="*/ 59 w 89"/>
              <a:gd name="T35" fmla="*/ 89 h 113"/>
              <a:gd name="T36" fmla="*/ 16 w 89"/>
              <a:gd name="T37" fmla="*/ 72 h 113"/>
              <a:gd name="T38" fmla="*/ 60 w 89"/>
              <a:gd name="T39" fmla="*/ 76 h 113"/>
              <a:gd name="T40" fmla="*/ 59 w 89"/>
              <a:gd name="T41" fmla="*/ 86 h 113"/>
              <a:gd name="T42" fmla="*/ 15 w 89"/>
              <a:gd name="T43" fmla="*/ 81 h 113"/>
              <a:gd name="T44" fmla="*/ 16 w 89"/>
              <a:gd name="T45" fmla="*/ 72 h 113"/>
              <a:gd name="T46" fmla="*/ 20 w 89"/>
              <a:gd name="T47" fmla="*/ 52 h 113"/>
              <a:gd name="T48" fmla="*/ 63 w 89"/>
              <a:gd name="T49" fmla="*/ 64 h 113"/>
              <a:gd name="T50" fmla="*/ 60 w 89"/>
              <a:gd name="T51" fmla="*/ 73 h 113"/>
              <a:gd name="T52" fmla="*/ 18 w 89"/>
              <a:gd name="T53" fmla="*/ 62 h 113"/>
              <a:gd name="T54" fmla="*/ 20 w 89"/>
              <a:gd name="T55" fmla="*/ 52 h 113"/>
              <a:gd name="T56" fmla="*/ 30 w 89"/>
              <a:gd name="T57" fmla="*/ 30 h 113"/>
              <a:gd name="T58" fmla="*/ 68 w 89"/>
              <a:gd name="T59" fmla="*/ 53 h 113"/>
              <a:gd name="T60" fmla="*/ 63 w 89"/>
              <a:gd name="T61" fmla="*/ 62 h 113"/>
              <a:gd name="T62" fmla="*/ 26 w 89"/>
              <a:gd name="T63" fmla="*/ 39 h 113"/>
              <a:gd name="T64" fmla="*/ 30 w 89"/>
              <a:gd name="T65" fmla="*/ 30 h 113"/>
              <a:gd name="T66" fmla="*/ 53 w 89"/>
              <a:gd name="T67" fmla="*/ 10 h 113"/>
              <a:gd name="T68" fmla="*/ 78 w 89"/>
              <a:gd name="T69" fmla="*/ 46 h 113"/>
              <a:gd name="T70" fmla="*/ 70 w 89"/>
              <a:gd name="T71" fmla="*/ 52 h 113"/>
              <a:gd name="T72" fmla="*/ 45 w 89"/>
              <a:gd name="T73" fmla="*/ 15 h 113"/>
              <a:gd name="T74" fmla="*/ 53 w 89"/>
              <a:gd name="T75" fmla="*/ 10 h 113"/>
              <a:gd name="T76" fmla="*/ 81 w 89"/>
              <a:gd name="T77" fmla="*/ 0 h 113"/>
              <a:gd name="T78" fmla="*/ 89 w 89"/>
              <a:gd name="T79" fmla="*/ 44 h 113"/>
              <a:gd name="T80" fmla="*/ 79 w 89"/>
              <a:gd name="T81" fmla="*/ 46 h 113"/>
              <a:gd name="T82" fmla="*/ 72 w 89"/>
              <a:gd name="T83" fmla="*/ 2 h 113"/>
              <a:gd name="T84" fmla="*/ 81 w 89"/>
              <a:gd name="T85" fmla="*/ 0 h 1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89" h="113">
                <a:moveTo>
                  <a:pt x="74" y="67"/>
                </a:moveTo>
                <a:lnTo>
                  <a:pt x="74" y="111"/>
                </a:lnTo>
                <a:lnTo>
                  <a:pt x="74" y="113"/>
                </a:lnTo>
                <a:lnTo>
                  <a:pt x="74" y="113"/>
                </a:lnTo>
                <a:lnTo>
                  <a:pt x="3" y="113"/>
                </a:lnTo>
                <a:lnTo>
                  <a:pt x="0" y="113"/>
                </a:lnTo>
                <a:lnTo>
                  <a:pt x="0" y="113"/>
                </a:lnTo>
                <a:lnTo>
                  <a:pt x="0" y="67"/>
                </a:lnTo>
                <a:lnTo>
                  <a:pt x="8" y="67"/>
                </a:lnTo>
                <a:lnTo>
                  <a:pt x="8" y="105"/>
                </a:lnTo>
                <a:lnTo>
                  <a:pt x="66" y="105"/>
                </a:lnTo>
                <a:lnTo>
                  <a:pt x="66" y="67"/>
                </a:lnTo>
                <a:lnTo>
                  <a:pt x="74" y="67"/>
                </a:lnTo>
                <a:close/>
                <a:moveTo>
                  <a:pt x="59" y="89"/>
                </a:moveTo>
                <a:lnTo>
                  <a:pt x="59" y="98"/>
                </a:lnTo>
                <a:lnTo>
                  <a:pt x="14" y="98"/>
                </a:lnTo>
                <a:lnTo>
                  <a:pt x="14" y="89"/>
                </a:lnTo>
                <a:lnTo>
                  <a:pt x="59" y="89"/>
                </a:lnTo>
                <a:close/>
                <a:moveTo>
                  <a:pt x="16" y="72"/>
                </a:moveTo>
                <a:lnTo>
                  <a:pt x="60" y="76"/>
                </a:lnTo>
                <a:lnTo>
                  <a:pt x="59" y="86"/>
                </a:lnTo>
                <a:lnTo>
                  <a:pt x="15" y="81"/>
                </a:lnTo>
                <a:lnTo>
                  <a:pt x="16" y="72"/>
                </a:lnTo>
                <a:close/>
                <a:moveTo>
                  <a:pt x="20" y="52"/>
                </a:moveTo>
                <a:lnTo>
                  <a:pt x="63" y="64"/>
                </a:lnTo>
                <a:lnTo>
                  <a:pt x="60" y="73"/>
                </a:lnTo>
                <a:lnTo>
                  <a:pt x="18" y="62"/>
                </a:lnTo>
                <a:lnTo>
                  <a:pt x="20" y="52"/>
                </a:lnTo>
                <a:close/>
                <a:moveTo>
                  <a:pt x="30" y="30"/>
                </a:moveTo>
                <a:lnTo>
                  <a:pt x="68" y="53"/>
                </a:lnTo>
                <a:lnTo>
                  <a:pt x="63" y="62"/>
                </a:lnTo>
                <a:lnTo>
                  <a:pt x="26" y="39"/>
                </a:lnTo>
                <a:lnTo>
                  <a:pt x="30" y="30"/>
                </a:lnTo>
                <a:close/>
                <a:moveTo>
                  <a:pt x="53" y="10"/>
                </a:moveTo>
                <a:lnTo>
                  <a:pt x="78" y="46"/>
                </a:lnTo>
                <a:lnTo>
                  <a:pt x="70" y="52"/>
                </a:lnTo>
                <a:lnTo>
                  <a:pt x="45" y="15"/>
                </a:lnTo>
                <a:lnTo>
                  <a:pt x="53" y="10"/>
                </a:lnTo>
                <a:close/>
                <a:moveTo>
                  <a:pt x="81" y="0"/>
                </a:moveTo>
                <a:lnTo>
                  <a:pt x="89" y="44"/>
                </a:lnTo>
                <a:lnTo>
                  <a:pt x="79" y="46"/>
                </a:lnTo>
                <a:lnTo>
                  <a:pt x="72" y="2"/>
                </a:lnTo>
                <a:lnTo>
                  <a:pt x="81" y="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31" name="Freeform 334"/>
          <p:cNvSpPr>
            <a:spLocks noEditPoints="1"/>
          </p:cNvSpPr>
          <p:nvPr/>
        </p:nvSpPr>
        <p:spPr bwMode="auto">
          <a:xfrm>
            <a:off x="4463292" y="4823987"/>
            <a:ext cx="209627" cy="209627"/>
          </a:xfrm>
          <a:custGeom>
            <a:avLst/>
            <a:gdLst>
              <a:gd name="T0" fmla="*/ 145 w 145"/>
              <a:gd name="T1" fmla="*/ 19 h 146"/>
              <a:gd name="T2" fmla="*/ 145 w 145"/>
              <a:gd name="T3" fmla="*/ 127 h 146"/>
              <a:gd name="T4" fmla="*/ 139 w 145"/>
              <a:gd name="T5" fmla="*/ 140 h 146"/>
              <a:gd name="T6" fmla="*/ 126 w 145"/>
              <a:gd name="T7" fmla="*/ 146 h 146"/>
              <a:gd name="T8" fmla="*/ 18 w 145"/>
              <a:gd name="T9" fmla="*/ 146 h 146"/>
              <a:gd name="T10" fmla="*/ 5 w 145"/>
              <a:gd name="T11" fmla="*/ 140 h 146"/>
              <a:gd name="T12" fmla="*/ 0 w 145"/>
              <a:gd name="T13" fmla="*/ 127 h 146"/>
              <a:gd name="T14" fmla="*/ 0 w 145"/>
              <a:gd name="T15" fmla="*/ 19 h 146"/>
              <a:gd name="T16" fmla="*/ 5 w 145"/>
              <a:gd name="T17" fmla="*/ 6 h 146"/>
              <a:gd name="T18" fmla="*/ 18 w 145"/>
              <a:gd name="T19" fmla="*/ 0 h 146"/>
              <a:gd name="T20" fmla="*/ 126 w 145"/>
              <a:gd name="T21" fmla="*/ 0 h 146"/>
              <a:gd name="T22" fmla="*/ 139 w 145"/>
              <a:gd name="T23" fmla="*/ 6 h 146"/>
              <a:gd name="T24" fmla="*/ 145 w 145"/>
              <a:gd name="T25" fmla="*/ 19 h 146"/>
              <a:gd name="T26" fmla="*/ 128 w 145"/>
              <a:gd name="T27" fmla="*/ 123 h 146"/>
              <a:gd name="T28" fmla="*/ 128 w 145"/>
              <a:gd name="T29" fmla="*/ 62 h 146"/>
              <a:gd name="T30" fmla="*/ 116 w 145"/>
              <a:gd name="T31" fmla="*/ 62 h 146"/>
              <a:gd name="T32" fmla="*/ 118 w 145"/>
              <a:gd name="T33" fmla="*/ 74 h 146"/>
              <a:gd name="T34" fmla="*/ 112 w 145"/>
              <a:gd name="T35" fmla="*/ 96 h 146"/>
              <a:gd name="T36" fmla="*/ 95 w 145"/>
              <a:gd name="T37" fmla="*/ 112 h 146"/>
              <a:gd name="T38" fmla="*/ 72 w 145"/>
              <a:gd name="T39" fmla="*/ 118 h 146"/>
              <a:gd name="T40" fmla="*/ 41 w 145"/>
              <a:gd name="T41" fmla="*/ 105 h 146"/>
              <a:gd name="T42" fmla="*/ 27 w 145"/>
              <a:gd name="T43" fmla="*/ 74 h 146"/>
              <a:gd name="T44" fmla="*/ 29 w 145"/>
              <a:gd name="T45" fmla="*/ 62 h 146"/>
              <a:gd name="T46" fmla="*/ 16 w 145"/>
              <a:gd name="T47" fmla="*/ 62 h 146"/>
              <a:gd name="T48" fmla="*/ 16 w 145"/>
              <a:gd name="T49" fmla="*/ 123 h 146"/>
              <a:gd name="T50" fmla="*/ 18 w 145"/>
              <a:gd name="T51" fmla="*/ 127 h 146"/>
              <a:gd name="T52" fmla="*/ 22 w 145"/>
              <a:gd name="T53" fmla="*/ 129 h 146"/>
              <a:gd name="T54" fmla="*/ 123 w 145"/>
              <a:gd name="T55" fmla="*/ 129 h 146"/>
              <a:gd name="T56" fmla="*/ 127 w 145"/>
              <a:gd name="T57" fmla="*/ 127 h 146"/>
              <a:gd name="T58" fmla="*/ 128 w 145"/>
              <a:gd name="T59" fmla="*/ 123 h 146"/>
              <a:gd name="T60" fmla="*/ 93 w 145"/>
              <a:gd name="T61" fmla="*/ 93 h 146"/>
              <a:gd name="T62" fmla="*/ 102 w 145"/>
              <a:gd name="T63" fmla="*/ 73 h 146"/>
              <a:gd name="T64" fmla="*/ 93 w 145"/>
              <a:gd name="T65" fmla="*/ 53 h 146"/>
              <a:gd name="T66" fmla="*/ 72 w 145"/>
              <a:gd name="T67" fmla="*/ 44 h 146"/>
              <a:gd name="T68" fmla="*/ 52 w 145"/>
              <a:gd name="T69" fmla="*/ 53 h 146"/>
              <a:gd name="T70" fmla="*/ 43 w 145"/>
              <a:gd name="T71" fmla="*/ 73 h 146"/>
              <a:gd name="T72" fmla="*/ 52 w 145"/>
              <a:gd name="T73" fmla="*/ 93 h 146"/>
              <a:gd name="T74" fmla="*/ 72 w 145"/>
              <a:gd name="T75" fmla="*/ 101 h 146"/>
              <a:gd name="T76" fmla="*/ 93 w 145"/>
              <a:gd name="T77" fmla="*/ 93 h 146"/>
              <a:gd name="T78" fmla="*/ 128 w 145"/>
              <a:gd name="T79" fmla="*/ 39 h 146"/>
              <a:gd name="T80" fmla="*/ 128 w 145"/>
              <a:gd name="T81" fmla="*/ 23 h 146"/>
              <a:gd name="T82" fmla="*/ 127 w 145"/>
              <a:gd name="T83" fmla="*/ 18 h 146"/>
              <a:gd name="T84" fmla="*/ 122 w 145"/>
              <a:gd name="T85" fmla="*/ 16 h 146"/>
              <a:gd name="T86" fmla="*/ 106 w 145"/>
              <a:gd name="T87" fmla="*/ 16 h 146"/>
              <a:gd name="T88" fmla="*/ 101 w 145"/>
              <a:gd name="T89" fmla="*/ 18 h 146"/>
              <a:gd name="T90" fmla="*/ 99 w 145"/>
              <a:gd name="T91" fmla="*/ 23 h 146"/>
              <a:gd name="T92" fmla="*/ 99 w 145"/>
              <a:gd name="T93" fmla="*/ 39 h 146"/>
              <a:gd name="T94" fmla="*/ 101 w 145"/>
              <a:gd name="T95" fmla="*/ 43 h 146"/>
              <a:gd name="T96" fmla="*/ 106 w 145"/>
              <a:gd name="T97" fmla="*/ 45 h 146"/>
              <a:gd name="T98" fmla="*/ 122 w 145"/>
              <a:gd name="T99" fmla="*/ 45 h 146"/>
              <a:gd name="T100" fmla="*/ 127 w 145"/>
              <a:gd name="T101" fmla="*/ 43 h 146"/>
              <a:gd name="T102" fmla="*/ 128 w 145"/>
              <a:gd name="T103" fmla="*/ 39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45" h="146">
                <a:moveTo>
                  <a:pt x="145" y="19"/>
                </a:moveTo>
                <a:cubicBezTo>
                  <a:pt x="145" y="127"/>
                  <a:pt x="145" y="127"/>
                  <a:pt x="145" y="127"/>
                </a:cubicBezTo>
                <a:cubicBezTo>
                  <a:pt x="145" y="132"/>
                  <a:pt x="143" y="136"/>
                  <a:pt x="139" y="140"/>
                </a:cubicBezTo>
                <a:cubicBezTo>
                  <a:pt x="136" y="144"/>
                  <a:pt x="131" y="146"/>
                  <a:pt x="126" y="146"/>
                </a:cubicBezTo>
                <a:cubicBezTo>
                  <a:pt x="18" y="146"/>
                  <a:pt x="18" y="146"/>
                  <a:pt x="18" y="146"/>
                </a:cubicBezTo>
                <a:cubicBezTo>
                  <a:pt x="13" y="146"/>
                  <a:pt x="9" y="144"/>
                  <a:pt x="5" y="140"/>
                </a:cubicBezTo>
                <a:cubicBezTo>
                  <a:pt x="2" y="136"/>
                  <a:pt x="0" y="132"/>
                  <a:pt x="0" y="127"/>
                </a:cubicBezTo>
                <a:cubicBezTo>
                  <a:pt x="0" y="19"/>
                  <a:pt x="0" y="19"/>
                  <a:pt x="0" y="19"/>
                </a:cubicBezTo>
                <a:cubicBezTo>
                  <a:pt x="0" y="14"/>
                  <a:pt x="2" y="9"/>
                  <a:pt x="5" y="6"/>
                </a:cubicBezTo>
                <a:cubicBezTo>
                  <a:pt x="9" y="2"/>
                  <a:pt x="13" y="0"/>
                  <a:pt x="18" y="0"/>
                </a:cubicBezTo>
                <a:cubicBezTo>
                  <a:pt x="126" y="0"/>
                  <a:pt x="126" y="0"/>
                  <a:pt x="126" y="0"/>
                </a:cubicBezTo>
                <a:cubicBezTo>
                  <a:pt x="131" y="0"/>
                  <a:pt x="136" y="2"/>
                  <a:pt x="139" y="6"/>
                </a:cubicBezTo>
                <a:cubicBezTo>
                  <a:pt x="143" y="9"/>
                  <a:pt x="145" y="14"/>
                  <a:pt x="145" y="19"/>
                </a:cubicBezTo>
                <a:close/>
                <a:moveTo>
                  <a:pt x="128" y="123"/>
                </a:moveTo>
                <a:cubicBezTo>
                  <a:pt x="128" y="62"/>
                  <a:pt x="128" y="62"/>
                  <a:pt x="128" y="62"/>
                </a:cubicBezTo>
                <a:cubicBezTo>
                  <a:pt x="116" y="62"/>
                  <a:pt x="116" y="62"/>
                  <a:pt x="116" y="62"/>
                </a:cubicBezTo>
                <a:cubicBezTo>
                  <a:pt x="117" y="66"/>
                  <a:pt x="118" y="70"/>
                  <a:pt x="118" y="74"/>
                </a:cubicBezTo>
                <a:cubicBezTo>
                  <a:pt x="118" y="82"/>
                  <a:pt x="116" y="89"/>
                  <a:pt x="112" y="96"/>
                </a:cubicBezTo>
                <a:cubicBezTo>
                  <a:pt x="108" y="103"/>
                  <a:pt x="102" y="108"/>
                  <a:pt x="95" y="112"/>
                </a:cubicBezTo>
                <a:cubicBezTo>
                  <a:pt x="88" y="116"/>
                  <a:pt x="81" y="118"/>
                  <a:pt x="72" y="118"/>
                </a:cubicBezTo>
                <a:cubicBezTo>
                  <a:pt x="60" y="118"/>
                  <a:pt x="49" y="114"/>
                  <a:pt x="41" y="105"/>
                </a:cubicBezTo>
                <a:cubicBezTo>
                  <a:pt x="32" y="97"/>
                  <a:pt x="27" y="86"/>
                  <a:pt x="27" y="74"/>
                </a:cubicBezTo>
                <a:cubicBezTo>
                  <a:pt x="27" y="70"/>
                  <a:pt x="28" y="66"/>
                  <a:pt x="29" y="62"/>
                </a:cubicBezTo>
                <a:cubicBezTo>
                  <a:pt x="16" y="62"/>
                  <a:pt x="16" y="62"/>
                  <a:pt x="16" y="62"/>
                </a:cubicBezTo>
                <a:cubicBezTo>
                  <a:pt x="16" y="123"/>
                  <a:pt x="16" y="123"/>
                  <a:pt x="16" y="123"/>
                </a:cubicBezTo>
                <a:cubicBezTo>
                  <a:pt x="16" y="125"/>
                  <a:pt x="16" y="126"/>
                  <a:pt x="18" y="127"/>
                </a:cubicBezTo>
                <a:cubicBezTo>
                  <a:pt x="19" y="128"/>
                  <a:pt x="20" y="129"/>
                  <a:pt x="22" y="129"/>
                </a:cubicBezTo>
                <a:cubicBezTo>
                  <a:pt x="123" y="129"/>
                  <a:pt x="123" y="129"/>
                  <a:pt x="123" y="129"/>
                </a:cubicBezTo>
                <a:cubicBezTo>
                  <a:pt x="124" y="129"/>
                  <a:pt x="126" y="128"/>
                  <a:pt x="127" y="127"/>
                </a:cubicBezTo>
                <a:cubicBezTo>
                  <a:pt x="128" y="126"/>
                  <a:pt x="128" y="125"/>
                  <a:pt x="128" y="123"/>
                </a:cubicBezTo>
                <a:close/>
                <a:moveTo>
                  <a:pt x="93" y="93"/>
                </a:moveTo>
                <a:cubicBezTo>
                  <a:pt x="99" y="87"/>
                  <a:pt x="102" y="80"/>
                  <a:pt x="102" y="73"/>
                </a:cubicBezTo>
                <a:cubicBezTo>
                  <a:pt x="102" y="65"/>
                  <a:pt x="99" y="58"/>
                  <a:pt x="93" y="53"/>
                </a:cubicBezTo>
                <a:cubicBezTo>
                  <a:pt x="87" y="47"/>
                  <a:pt x="80" y="44"/>
                  <a:pt x="72" y="44"/>
                </a:cubicBezTo>
                <a:cubicBezTo>
                  <a:pt x="64" y="44"/>
                  <a:pt x="58" y="47"/>
                  <a:pt x="52" y="53"/>
                </a:cubicBezTo>
                <a:cubicBezTo>
                  <a:pt x="46" y="58"/>
                  <a:pt x="43" y="65"/>
                  <a:pt x="43" y="73"/>
                </a:cubicBezTo>
                <a:cubicBezTo>
                  <a:pt x="43" y="80"/>
                  <a:pt x="46" y="87"/>
                  <a:pt x="52" y="93"/>
                </a:cubicBezTo>
                <a:cubicBezTo>
                  <a:pt x="58" y="98"/>
                  <a:pt x="64" y="101"/>
                  <a:pt x="72" y="101"/>
                </a:cubicBezTo>
                <a:cubicBezTo>
                  <a:pt x="80" y="101"/>
                  <a:pt x="87" y="98"/>
                  <a:pt x="93" y="93"/>
                </a:cubicBezTo>
                <a:close/>
                <a:moveTo>
                  <a:pt x="128" y="39"/>
                </a:moveTo>
                <a:cubicBezTo>
                  <a:pt x="128" y="23"/>
                  <a:pt x="128" y="23"/>
                  <a:pt x="128" y="23"/>
                </a:cubicBezTo>
                <a:cubicBezTo>
                  <a:pt x="128" y="21"/>
                  <a:pt x="128" y="20"/>
                  <a:pt x="127" y="18"/>
                </a:cubicBezTo>
                <a:cubicBezTo>
                  <a:pt x="125" y="17"/>
                  <a:pt x="124" y="16"/>
                  <a:pt x="122" y="16"/>
                </a:cubicBezTo>
                <a:cubicBezTo>
                  <a:pt x="106" y="16"/>
                  <a:pt x="106" y="16"/>
                  <a:pt x="106" y="16"/>
                </a:cubicBezTo>
                <a:cubicBezTo>
                  <a:pt x="104" y="16"/>
                  <a:pt x="102" y="17"/>
                  <a:pt x="101" y="18"/>
                </a:cubicBezTo>
                <a:cubicBezTo>
                  <a:pt x="100" y="20"/>
                  <a:pt x="99" y="21"/>
                  <a:pt x="99" y="23"/>
                </a:cubicBezTo>
                <a:cubicBezTo>
                  <a:pt x="99" y="39"/>
                  <a:pt x="99" y="39"/>
                  <a:pt x="99" y="39"/>
                </a:cubicBezTo>
                <a:cubicBezTo>
                  <a:pt x="99" y="40"/>
                  <a:pt x="100" y="42"/>
                  <a:pt x="101" y="43"/>
                </a:cubicBezTo>
                <a:cubicBezTo>
                  <a:pt x="102" y="44"/>
                  <a:pt x="104" y="45"/>
                  <a:pt x="106" y="45"/>
                </a:cubicBezTo>
                <a:cubicBezTo>
                  <a:pt x="122" y="45"/>
                  <a:pt x="122" y="45"/>
                  <a:pt x="122" y="45"/>
                </a:cubicBezTo>
                <a:cubicBezTo>
                  <a:pt x="124" y="45"/>
                  <a:pt x="125" y="44"/>
                  <a:pt x="127" y="43"/>
                </a:cubicBezTo>
                <a:cubicBezTo>
                  <a:pt x="128" y="42"/>
                  <a:pt x="128" y="40"/>
                  <a:pt x="128" y="3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32" name="Freeform 335"/>
          <p:cNvSpPr>
            <a:spLocks noEditPoints="1"/>
          </p:cNvSpPr>
          <p:nvPr/>
        </p:nvSpPr>
        <p:spPr bwMode="auto">
          <a:xfrm>
            <a:off x="4735589" y="4823987"/>
            <a:ext cx="207464" cy="209627"/>
          </a:xfrm>
          <a:custGeom>
            <a:avLst/>
            <a:gdLst>
              <a:gd name="T0" fmla="*/ 118 w 145"/>
              <a:gd name="T1" fmla="*/ 0 h 146"/>
              <a:gd name="T2" fmla="*/ 137 w 145"/>
              <a:gd name="T3" fmla="*/ 8 h 146"/>
              <a:gd name="T4" fmla="*/ 145 w 145"/>
              <a:gd name="T5" fmla="*/ 28 h 146"/>
              <a:gd name="T6" fmla="*/ 145 w 145"/>
              <a:gd name="T7" fmla="*/ 118 h 146"/>
              <a:gd name="T8" fmla="*/ 137 w 145"/>
              <a:gd name="T9" fmla="*/ 138 h 146"/>
              <a:gd name="T10" fmla="*/ 118 w 145"/>
              <a:gd name="T11" fmla="*/ 146 h 146"/>
              <a:gd name="T12" fmla="*/ 27 w 145"/>
              <a:gd name="T13" fmla="*/ 146 h 146"/>
              <a:gd name="T14" fmla="*/ 8 w 145"/>
              <a:gd name="T15" fmla="*/ 138 h 146"/>
              <a:gd name="T16" fmla="*/ 0 w 145"/>
              <a:gd name="T17" fmla="*/ 118 h 146"/>
              <a:gd name="T18" fmla="*/ 0 w 145"/>
              <a:gd name="T19" fmla="*/ 28 h 146"/>
              <a:gd name="T20" fmla="*/ 8 w 145"/>
              <a:gd name="T21" fmla="*/ 8 h 146"/>
              <a:gd name="T22" fmla="*/ 27 w 145"/>
              <a:gd name="T23" fmla="*/ 0 h 146"/>
              <a:gd name="T24" fmla="*/ 118 w 145"/>
              <a:gd name="T25" fmla="*/ 0 h 146"/>
              <a:gd name="T26" fmla="*/ 60 w 145"/>
              <a:gd name="T27" fmla="*/ 87 h 146"/>
              <a:gd name="T28" fmla="*/ 66 w 145"/>
              <a:gd name="T29" fmla="*/ 73 h 146"/>
              <a:gd name="T30" fmla="*/ 60 w 145"/>
              <a:gd name="T31" fmla="*/ 59 h 146"/>
              <a:gd name="T32" fmla="*/ 46 w 145"/>
              <a:gd name="T33" fmla="*/ 53 h 146"/>
              <a:gd name="T34" fmla="*/ 32 w 145"/>
              <a:gd name="T35" fmla="*/ 59 h 146"/>
              <a:gd name="T36" fmla="*/ 26 w 145"/>
              <a:gd name="T37" fmla="*/ 73 h 146"/>
              <a:gd name="T38" fmla="*/ 32 w 145"/>
              <a:gd name="T39" fmla="*/ 87 h 146"/>
              <a:gd name="T40" fmla="*/ 46 w 145"/>
              <a:gd name="T41" fmla="*/ 93 h 146"/>
              <a:gd name="T42" fmla="*/ 60 w 145"/>
              <a:gd name="T43" fmla="*/ 87 h 146"/>
              <a:gd name="T44" fmla="*/ 114 w 145"/>
              <a:gd name="T45" fmla="*/ 87 h 146"/>
              <a:gd name="T46" fmla="*/ 120 w 145"/>
              <a:gd name="T47" fmla="*/ 73 h 146"/>
              <a:gd name="T48" fmla="*/ 114 w 145"/>
              <a:gd name="T49" fmla="*/ 59 h 146"/>
              <a:gd name="T50" fmla="*/ 100 w 145"/>
              <a:gd name="T51" fmla="*/ 53 h 146"/>
              <a:gd name="T52" fmla="*/ 85 w 145"/>
              <a:gd name="T53" fmla="*/ 59 h 146"/>
              <a:gd name="T54" fmla="*/ 79 w 145"/>
              <a:gd name="T55" fmla="*/ 73 h 146"/>
              <a:gd name="T56" fmla="*/ 85 w 145"/>
              <a:gd name="T57" fmla="*/ 87 h 146"/>
              <a:gd name="T58" fmla="*/ 100 w 145"/>
              <a:gd name="T59" fmla="*/ 93 h 146"/>
              <a:gd name="T60" fmla="*/ 114 w 145"/>
              <a:gd name="T61" fmla="*/ 87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45" h="146">
                <a:moveTo>
                  <a:pt x="118" y="0"/>
                </a:moveTo>
                <a:cubicBezTo>
                  <a:pt x="126" y="0"/>
                  <a:pt x="132" y="3"/>
                  <a:pt x="137" y="8"/>
                </a:cubicBezTo>
                <a:cubicBezTo>
                  <a:pt x="143" y="14"/>
                  <a:pt x="145" y="20"/>
                  <a:pt x="145" y="28"/>
                </a:cubicBezTo>
                <a:cubicBezTo>
                  <a:pt x="145" y="118"/>
                  <a:pt x="145" y="118"/>
                  <a:pt x="145" y="118"/>
                </a:cubicBezTo>
                <a:cubicBezTo>
                  <a:pt x="145" y="126"/>
                  <a:pt x="143" y="132"/>
                  <a:pt x="137" y="138"/>
                </a:cubicBezTo>
                <a:cubicBezTo>
                  <a:pt x="132" y="143"/>
                  <a:pt x="126" y="146"/>
                  <a:pt x="118" y="146"/>
                </a:cubicBezTo>
                <a:cubicBezTo>
                  <a:pt x="27" y="146"/>
                  <a:pt x="27" y="146"/>
                  <a:pt x="27" y="146"/>
                </a:cubicBezTo>
                <a:cubicBezTo>
                  <a:pt x="20" y="146"/>
                  <a:pt x="14" y="143"/>
                  <a:pt x="8" y="138"/>
                </a:cubicBezTo>
                <a:cubicBezTo>
                  <a:pt x="3" y="132"/>
                  <a:pt x="0" y="126"/>
                  <a:pt x="0" y="118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0"/>
                  <a:pt x="3" y="14"/>
                  <a:pt x="8" y="8"/>
                </a:cubicBezTo>
                <a:cubicBezTo>
                  <a:pt x="14" y="3"/>
                  <a:pt x="20" y="0"/>
                  <a:pt x="27" y="0"/>
                </a:cubicBezTo>
                <a:lnTo>
                  <a:pt x="118" y="0"/>
                </a:lnTo>
                <a:close/>
                <a:moveTo>
                  <a:pt x="60" y="87"/>
                </a:moveTo>
                <a:cubicBezTo>
                  <a:pt x="64" y="83"/>
                  <a:pt x="66" y="78"/>
                  <a:pt x="66" y="73"/>
                </a:cubicBezTo>
                <a:cubicBezTo>
                  <a:pt x="66" y="67"/>
                  <a:pt x="64" y="63"/>
                  <a:pt x="60" y="59"/>
                </a:cubicBezTo>
                <a:cubicBezTo>
                  <a:pt x="56" y="55"/>
                  <a:pt x="52" y="53"/>
                  <a:pt x="46" y="53"/>
                </a:cubicBezTo>
                <a:cubicBezTo>
                  <a:pt x="41" y="53"/>
                  <a:pt x="36" y="55"/>
                  <a:pt x="32" y="59"/>
                </a:cubicBezTo>
                <a:cubicBezTo>
                  <a:pt x="28" y="63"/>
                  <a:pt x="26" y="67"/>
                  <a:pt x="26" y="73"/>
                </a:cubicBezTo>
                <a:cubicBezTo>
                  <a:pt x="26" y="78"/>
                  <a:pt x="28" y="83"/>
                  <a:pt x="32" y="87"/>
                </a:cubicBezTo>
                <a:cubicBezTo>
                  <a:pt x="36" y="91"/>
                  <a:pt x="41" y="93"/>
                  <a:pt x="46" y="93"/>
                </a:cubicBezTo>
                <a:cubicBezTo>
                  <a:pt x="52" y="93"/>
                  <a:pt x="56" y="91"/>
                  <a:pt x="60" y="87"/>
                </a:cubicBezTo>
                <a:close/>
                <a:moveTo>
                  <a:pt x="114" y="87"/>
                </a:moveTo>
                <a:cubicBezTo>
                  <a:pt x="118" y="83"/>
                  <a:pt x="120" y="78"/>
                  <a:pt x="120" y="73"/>
                </a:cubicBezTo>
                <a:cubicBezTo>
                  <a:pt x="120" y="67"/>
                  <a:pt x="118" y="63"/>
                  <a:pt x="114" y="59"/>
                </a:cubicBezTo>
                <a:cubicBezTo>
                  <a:pt x="110" y="55"/>
                  <a:pt x="105" y="53"/>
                  <a:pt x="100" y="53"/>
                </a:cubicBezTo>
                <a:cubicBezTo>
                  <a:pt x="94" y="53"/>
                  <a:pt x="89" y="55"/>
                  <a:pt x="85" y="59"/>
                </a:cubicBezTo>
                <a:cubicBezTo>
                  <a:pt x="81" y="63"/>
                  <a:pt x="79" y="67"/>
                  <a:pt x="79" y="73"/>
                </a:cubicBezTo>
                <a:cubicBezTo>
                  <a:pt x="79" y="78"/>
                  <a:pt x="81" y="83"/>
                  <a:pt x="85" y="87"/>
                </a:cubicBezTo>
                <a:cubicBezTo>
                  <a:pt x="89" y="91"/>
                  <a:pt x="94" y="93"/>
                  <a:pt x="100" y="93"/>
                </a:cubicBezTo>
                <a:cubicBezTo>
                  <a:pt x="105" y="93"/>
                  <a:pt x="110" y="91"/>
                  <a:pt x="114" y="8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33" name="Freeform 336"/>
          <p:cNvSpPr>
            <a:spLocks noEditPoints="1"/>
          </p:cNvSpPr>
          <p:nvPr/>
        </p:nvSpPr>
        <p:spPr bwMode="auto">
          <a:xfrm>
            <a:off x="5007888" y="4823987"/>
            <a:ext cx="207464" cy="209627"/>
          </a:xfrm>
          <a:custGeom>
            <a:avLst/>
            <a:gdLst>
              <a:gd name="T0" fmla="*/ 135 w 145"/>
              <a:gd name="T1" fmla="*/ 36 h 146"/>
              <a:gd name="T2" fmla="*/ 145 w 145"/>
              <a:gd name="T3" fmla="*/ 73 h 146"/>
              <a:gd name="T4" fmla="*/ 135 w 145"/>
              <a:gd name="T5" fmla="*/ 109 h 146"/>
              <a:gd name="T6" fmla="*/ 109 w 145"/>
              <a:gd name="T7" fmla="*/ 136 h 146"/>
              <a:gd name="T8" fmla="*/ 72 w 145"/>
              <a:gd name="T9" fmla="*/ 146 h 146"/>
              <a:gd name="T10" fmla="*/ 36 w 145"/>
              <a:gd name="T11" fmla="*/ 136 h 146"/>
              <a:gd name="T12" fmla="*/ 10 w 145"/>
              <a:gd name="T13" fmla="*/ 109 h 146"/>
              <a:gd name="T14" fmla="*/ 0 w 145"/>
              <a:gd name="T15" fmla="*/ 73 h 146"/>
              <a:gd name="T16" fmla="*/ 10 w 145"/>
              <a:gd name="T17" fmla="*/ 36 h 146"/>
              <a:gd name="T18" fmla="*/ 36 w 145"/>
              <a:gd name="T19" fmla="*/ 10 h 146"/>
              <a:gd name="T20" fmla="*/ 72 w 145"/>
              <a:gd name="T21" fmla="*/ 0 h 146"/>
              <a:gd name="T22" fmla="*/ 109 w 145"/>
              <a:gd name="T23" fmla="*/ 10 h 146"/>
              <a:gd name="T24" fmla="*/ 135 w 145"/>
              <a:gd name="T25" fmla="*/ 36 h 146"/>
              <a:gd name="T26" fmla="*/ 107 w 145"/>
              <a:gd name="T27" fmla="*/ 97 h 146"/>
              <a:gd name="T28" fmla="*/ 116 w 145"/>
              <a:gd name="T29" fmla="*/ 97 h 146"/>
              <a:gd name="T30" fmla="*/ 72 w 145"/>
              <a:gd name="T31" fmla="*/ 32 h 146"/>
              <a:gd name="T32" fmla="*/ 29 w 145"/>
              <a:gd name="T33" fmla="*/ 97 h 146"/>
              <a:gd name="T34" fmla="*/ 38 w 145"/>
              <a:gd name="T35" fmla="*/ 97 h 146"/>
              <a:gd name="T36" fmla="*/ 48 w 145"/>
              <a:gd name="T37" fmla="*/ 82 h 146"/>
              <a:gd name="T38" fmla="*/ 97 w 145"/>
              <a:gd name="T39" fmla="*/ 82 h 146"/>
              <a:gd name="T40" fmla="*/ 107 w 145"/>
              <a:gd name="T41" fmla="*/ 97 h 146"/>
              <a:gd name="T42" fmla="*/ 72 w 145"/>
              <a:gd name="T43" fmla="*/ 47 h 146"/>
              <a:gd name="T44" fmla="*/ 91 w 145"/>
              <a:gd name="T45" fmla="*/ 76 h 146"/>
              <a:gd name="T46" fmla="*/ 53 w 145"/>
              <a:gd name="T47" fmla="*/ 76 h 146"/>
              <a:gd name="T48" fmla="*/ 72 w 145"/>
              <a:gd name="T49" fmla="*/ 47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45" h="146">
                <a:moveTo>
                  <a:pt x="135" y="36"/>
                </a:moveTo>
                <a:cubicBezTo>
                  <a:pt x="142" y="48"/>
                  <a:pt x="145" y="60"/>
                  <a:pt x="145" y="73"/>
                </a:cubicBezTo>
                <a:cubicBezTo>
                  <a:pt x="145" y="86"/>
                  <a:pt x="142" y="98"/>
                  <a:pt x="135" y="109"/>
                </a:cubicBezTo>
                <a:cubicBezTo>
                  <a:pt x="129" y="120"/>
                  <a:pt x="120" y="129"/>
                  <a:pt x="109" y="136"/>
                </a:cubicBezTo>
                <a:cubicBezTo>
                  <a:pt x="98" y="142"/>
                  <a:pt x="86" y="146"/>
                  <a:pt x="72" y="146"/>
                </a:cubicBezTo>
                <a:cubicBezTo>
                  <a:pt x="59" y="146"/>
                  <a:pt x="47" y="142"/>
                  <a:pt x="36" y="136"/>
                </a:cubicBezTo>
                <a:cubicBezTo>
                  <a:pt x="25" y="129"/>
                  <a:pt x="16" y="120"/>
                  <a:pt x="10" y="109"/>
                </a:cubicBezTo>
                <a:cubicBezTo>
                  <a:pt x="3" y="98"/>
                  <a:pt x="0" y="86"/>
                  <a:pt x="0" y="73"/>
                </a:cubicBezTo>
                <a:cubicBezTo>
                  <a:pt x="0" y="60"/>
                  <a:pt x="3" y="48"/>
                  <a:pt x="10" y="36"/>
                </a:cubicBezTo>
                <a:cubicBezTo>
                  <a:pt x="16" y="25"/>
                  <a:pt x="25" y="17"/>
                  <a:pt x="36" y="10"/>
                </a:cubicBezTo>
                <a:cubicBezTo>
                  <a:pt x="47" y="4"/>
                  <a:pt x="59" y="0"/>
                  <a:pt x="72" y="0"/>
                </a:cubicBezTo>
                <a:cubicBezTo>
                  <a:pt x="86" y="0"/>
                  <a:pt x="98" y="4"/>
                  <a:pt x="109" y="10"/>
                </a:cubicBezTo>
                <a:cubicBezTo>
                  <a:pt x="120" y="17"/>
                  <a:pt x="129" y="25"/>
                  <a:pt x="135" y="36"/>
                </a:cubicBezTo>
                <a:close/>
                <a:moveTo>
                  <a:pt x="107" y="97"/>
                </a:moveTo>
                <a:cubicBezTo>
                  <a:pt x="116" y="97"/>
                  <a:pt x="116" y="97"/>
                  <a:pt x="116" y="97"/>
                </a:cubicBezTo>
                <a:cubicBezTo>
                  <a:pt x="72" y="32"/>
                  <a:pt x="72" y="32"/>
                  <a:pt x="72" y="32"/>
                </a:cubicBezTo>
                <a:cubicBezTo>
                  <a:pt x="29" y="97"/>
                  <a:pt x="29" y="97"/>
                  <a:pt x="29" y="97"/>
                </a:cubicBezTo>
                <a:cubicBezTo>
                  <a:pt x="38" y="97"/>
                  <a:pt x="38" y="97"/>
                  <a:pt x="38" y="97"/>
                </a:cubicBezTo>
                <a:cubicBezTo>
                  <a:pt x="48" y="82"/>
                  <a:pt x="48" y="82"/>
                  <a:pt x="48" y="82"/>
                </a:cubicBezTo>
                <a:cubicBezTo>
                  <a:pt x="97" y="82"/>
                  <a:pt x="97" y="82"/>
                  <a:pt x="97" y="82"/>
                </a:cubicBezTo>
                <a:lnTo>
                  <a:pt x="107" y="97"/>
                </a:lnTo>
                <a:close/>
                <a:moveTo>
                  <a:pt x="72" y="47"/>
                </a:moveTo>
                <a:cubicBezTo>
                  <a:pt x="91" y="76"/>
                  <a:pt x="91" y="76"/>
                  <a:pt x="91" y="76"/>
                </a:cubicBezTo>
                <a:cubicBezTo>
                  <a:pt x="53" y="76"/>
                  <a:pt x="53" y="76"/>
                  <a:pt x="53" y="76"/>
                </a:cubicBezTo>
                <a:lnTo>
                  <a:pt x="72" y="4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34" name="Freeform 337"/>
          <p:cNvSpPr>
            <a:spLocks noEditPoints="1"/>
          </p:cNvSpPr>
          <p:nvPr/>
        </p:nvSpPr>
        <p:spPr bwMode="auto">
          <a:xfrm>
            <a:off x="5278027" y="4817505"/>
            <a:ext cx="192339" cy="222593"/>
          </a:xfrm>
          <a:custGeom>
            <a:avLst/>
            <a:gdLst>
              <a:gd name="T0" fmla="*/ 122 w 134"/>
              <a:gd name="T1" fmla="*/ 90 h 155"/>
              <a:gd name="T2" fmla="*/ 116 w 134"/>
              <a:gd name="T3" fmla="*/ 99 h 155"/>
              <a:gd name="T4" fmla="*/ 53 w 134"/>
              <a:gd name="T5" fmla="*/ 110 h 155"/>
              <a:gd name="T6" fmla="*/ 13 w 134"/>
              <a:gd name="T7" fmla="*/ 95 h 155"/>
              <a:gd name="T8" fmla="*/ 11 w 134"/>
              <a:gd name="T9" fmla="*/ 88 h 155"/>
              <a:gd name="T10" fmla="*/ 10 w 134"/>
              <a:gd name="T11" fmla="*/ 81 h 155"/>
              <a:gd name="T12" fmla="*/ 5 w 134"/>
              <a:gd name="T13" fmla="*/ 52 h 155"/>
              <a:gd name="T14" fmla="*/ 0 w 134"/>
              <a:gd name="T15" fmla="*/ 23 h 155"/>
              <a:gd name="T16" fmla="*/ 5 w 134"/>
              <a:gd name="T17" fmla="*/ 15 h 155"/>
              <a:gd name="T18" fmla="*/ 14 w 134"/>
              <a:gd name="T19" fmla="*/ 10 h 155"/>
              <a:gd name="T20" fmla="*/ 48 w 134"/>
              <a:gd name="T21" fmla="*/ 2 h 155"/>
              <a:gd name="T22" fmla="*/ 132 w 134"/>
              <a:gd name="T23" fmla="*/ 18 h 155"/>
              <a:gd name="T24" fmla="*/ 133 w 134"/>
              <a:gd name="T25" fmla="*/ 28 h 155"/>
              <a:gd name="T26" fmla="*/ 114 w 134"/>
              <a:gd name="T27" fmla="*/ 126 h 155"/>
              <a:gd name="T28" fmla="*/ 110 w 134"/>
              <a:gd name="T29" fmla="*/ 141 h 155"/>
              <a:gd name="T30" fmla="*/ 87 w 134"/>
              <a:gd name="T31" fmla="*/ 153 h 155"/>
              <a:gd name="T32" fmla="*/ 49 w 134"/>
              <a:gd name="T33" fmla="*/ 153 h 155"/>
              <a:gd name="T34" fmla="*/ 34 w 134"/>
              <a:gd name="T35" fmla="*/ 149 h 155"/>
              <a:gd name="T36" fmla="*/ 22 w 134"/>
              <a:gd name="T37" fmla="*/ 139 h 155"/>
              <a:gd name="T38" fmla="*/ 17 w 134"/>
              <a:gd name="T39" fmla="*/ 110 h 155"/>
              <a:gd name="T40" fmla="*/ 67 w 134"/>
              <a:gd name="T41" fmla="*/ 123 h 155"/>
              <a:gd name="T42" fmla="*/ 117 w 134"/>
              <a:gd name="T43" fmla="*/ 111 h 155"/>
              <a:gd name="T44" fmla="*/ 116 w 134"/>
              <a:gd name="T45" fmla="*/ 119 h 155"/>
              <a:gd name="T46" fmla="*/ 105 w 134"/>
              <a:gd name="T47" fmla="*/ 17 h 155"/>
              <a:gd name="T48" fmla="*/ 93 w 134"/>
              <a:gd name="T49" fmla="*/ 14 h 155"/>
              <a:gd name="T50" fmla="*/ 33 w 134"/>
              <a:gd name="T51" fmla="*/ 15 h 155"/>
              <a:gd name="T52" fmla="*/ 23 w 134"/>
              <a:gd name="T53" fmla="*/ 21 h 155"/>
              <a:gd name="T54" fmla="*/ 37 w 134"/>
              <a:gd name="T55" fmla="*/ 28 h 155"/>
              <a:gd name="T56" fmla="*/ 88 w 134"/>
              <a:gd name="T57" fmla="*/ 29 h 155"/>
              <a:gd name="T58" fmla="*/ 103 w 134"/>
              <a:gd name="T59" fmla="*/ 26 h 155"/>
              <a:gd name="T60" fmla="*/ 88 w 134"/>
              <a:gd name="T61" fmla="*/ 72 h 155"/>
              <a:gd name="T62" fmla="*/ 59 w 134"/>
              <a:gd name="T63" fmla="*/ 56 h 155"/>
              <a:gd name="T64" fmla="*/ 46 w 134"/>
              <a:gd name="T65" fmla="*/ 76 h 155"/>
              <a:gd name="T66" fmla="*/ 69 w 134"/>
              <a:gd name="T67" fmla="*/ 96 h 155"/>
              <a:gd name="T68" fmla="*/ 88 w 134"/>
              <a:gd name="T69" fmla="*/ 72 h 155"/>
              <a:gd name="T70" fmla="*/ 73 w 134"/>
              <a:gd name="T71" fmla="*/ 84 h 155"/>
              <a:gd name="T72" fmla="*/ 57 w 134"/>
              <a:gd name="T73" fmla="*/ 79 h 155"/>
              <a:gd name="T74" fmla="*/ 62 w 134"/>
              <a:gd name="T75" fmla="*/ 66 h 155"/>
              <a:gd name="T76" fmla="*/ 75 w 134"/>
              <a:gd name="T77" fmla="*/ 68 h 1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34" h="155">
                <a:moveTo>
                  <a:pt x="133" y="28"/>
                </a:moveTo>
                <a:cubicBezTo>
                  <a:pt x="131" y="39"/>
                  <a:pt x="128" y="59"/>
                  <a:pt x="122" y="90"/>
                </a:cubicBezTo>
                <a:cubicBezTo>
                  <a:pt x="122" y="92"/>
                  <a:pt x="121" y="94"/>
                  <a:pt x="120" y="95"/>
                </a:cubicBezTo>
                <a:cubicBezTo>
                  <a:pt x="119" y="97"/>
                  <a:pt x="117" y="98"/>
                  <a:pt x="116" y="99"/>
                </a:cubicBezTo>
                <a:cubicBezTo>
                  <a:pt x="114" y="100"/>
                  <a:pt x="113" y="101"/>
                  <a:pt x="111" y="102"/>
                </a:cubicBezTo>
                <a:cubicBezTo>
                  <a:pt x="95" y="110"/>
                  <a:pt x="76" y="113"/>
                  <a:pt x="53" y="110"/>
                </a:cubicBezTo>
                <a:cubicBezTo>
                  <a:pt x="37" y="109"/>
                  <a:pt x="25" y="104"/>
                  <a:pt x="16" y="97"/>
                </a:cubicBezTo>
                <a:cubicBezTo>
                  <a:pt x="15" y="97"/>
                  <a:pt x="14" y="96"/>
                  <a:pt x="13" y="95"/>
                </a:cubicBezTo>
                <a:cubicBezTo>
                  <a:pt x="13" y="94"/>
                  <a:pt x="12" y="93"/>
                  <a:pt x="12" y="91"/>
                </a:cubicBezTo>
                <a:cubicBezTo>
                  <a:pt x="11" y="90"/>
                  <a:pt x="11" y="89"/>
                  <a:pt x="11" y="88"/>
                </a:cubicBezTo>
                <a:cubicBezTo>
                  <a:pt x="11" y="87"/>
                  <a:pt x="11" y="86"/>
                  <a:pt x="10" y="85"/>
                </a:cubicBezTo>
                <a:cubicBezTo>
                  <a:pt x="10" y="83"/>
                  <a:pt x="10" y="82"/>
                  <a:pt x="10" y="81"/>
                </a:cubicBezTo>
                <a:cubicBezTo>
                  <a:pt x="9" y="78"/>
                  <a:pt x="8" y="73"/>
                  <a:pt x="7" y="67"/>
                </a:cubicBezTo>
                <a:cubicBezTo>
                  <a:pt x="6" y="61"/>
                  <a:pt x="5" y="56"/>
                  <a:pt x="5" y="52"/>
                </a:cubicBezTo>
                <a:cubicBezTo>
                  <a:pt x="4" y="48"/>
                  <a:pt x="3" y="43"/>
                  <a:pt x="2" y="38"/>
                </a:cubicBezTo>
                <a:cubicBezTo>
                  <a:pt x="2" y="32"/>
                  <a:pt x="1" y="27"/>
                  <a:pt x="0" y="23"/>
                </a:cubicBezTo>
                <a:cubicBezTo>
                  <a:pt x="1" y="21"/>
                  <a:pt x="1" y="20"/>
                  <a:pt x="2" y="18"/>
                </a:cubicBezTo>
                <a:cubicBezTo>
                  <a:pt x="3" y="17"/>
                  <a:pt x="4" y="16"/>
                  <a:pt x="5" y="15"/>
                </a:cubicBezTo>
                <a:cubicBezTo>
                  <a:pt x="6" y="14"/>
                  <a:pt x="7" y="13"/>
                  <a:pt x="9" y="12"/>
                </a:cubicBezTo>
                <a:cubicBezTo>
                  <a:pt x="11" y="11"/>
                  <a:pt x="12" y="10"/>
                  <a:pt x="14" y="10"/>
                </a:cubicBezTo>
                <a:cubicBezTo>
                  <a:pt x="15" y="9"/>
                  <a:pt x="16" y="9"/>
                  <a:pt x="18" y="8"/>
                </a:cubicBezTo>
                <a:cubicBezTo>
                  <a:pt x="26" y="5"/>
                  <a:pt x="36" y="3"/>
                  <a:pt x="48" y="2"/>
                </a:cubicBezTo>
                <a:cubicBezTo>
                  <a:pt x="72" y="0"/>
                  <a:pt x="93" y="1"/>
                  <a:pt x="112" y="7"/>
                </a:cubicBezTo>
                <a:cubicBezTo>
                  <a:pt x="121" y="10"/>
                  <a:pt x="128" y="13"/>
                  <a:pt x="132" y="18"/>
                </a:cubicBezTo>
                <a:cubicBezTo>
                  <a:pt x="133" y="20"/>
                  <a:pt x="133" y="21"/>
                  <a:pt x="133" y="23"/>
                </a:cubicBezTo>
                <a:cubicBezTo>
                  <a:pt x="134" y="25"/>
                  <a:pt x="133" y="27"/>
                  <a:pt x="133" y="28"/>
                </a:cubicBezTo>
                <a:close/>
                <a:moveTo>
                  <a:pt x="116" y="119"/>
                </a:moveTo>
                <a:cubicBezTo>
                  <a:pt x="115" y="121"/>
                  <a:pt x="115" y="123"/>
                  <a:pt x="114" y="126"/>
                </a:cubicBezTo>
                <a:cubicBezTo>
                  <a:pt x="114" y="129"/>
                  <a:pt x="113" y="132"/>
                  <a:pt x="113" y="134"/>
                </a:cubicBezTo>
                <a:cubicBezTo>
                  <a:pt x="113" y="136"/>
                  <a:pt x="112" y="139"/>
                  <a:pt x="110" y="141"/>
                </a:cubicBezTo>
                <a:cubicBezTo>
                  <a:pt x="109" y="143"/>
                  <a:pt x="107" y="145"/>
                  <a:pt x="105" y="146"/>
                </a:cubicBezTo>
                <a:cubicBezTo>
                  <a:pt x="99" y="149"/>
                  <a:pt x="93" y="151"/>
                  <a:pt x="87" y="153"/>
                </a:cubicBezTo>
                <a:cubicBezTo>
                  <a:pt x="80" y="154"/>
                  <a:pt x="74" y="155"/>
                  <a:pt x="68" y="155"/>
                </a:cubicBezTo>
                <a:cubicBezTo>
                  <a:pt x="62" y="155"/>
                  <a:pt x="55" y="154"/>
                  <a:pt x="49" y="153"/>
                </a:cubicBezTo>
                <a:cubicBezTo>
                  <a:pt x="46" y="153"/>
                  <a:pt x="43" y="152"/>
                  <a:pt x="41" y="152"/>
                </a:cubicBezTo>
                <a:cubicBezTo>
                  <a:pt x="39" y="151"/>
                  <a:pt x="36" y="150"/>
                  <a:pt x="34" y="149"/>
                </a:cubicBezTo>
                <a:cubicBezTo>
                  <a:pt x="31" y="148"/>
                  <a:pt x="29" y="147"/>
                  <a:pt x="27" y="145"/>
                </a:cubicBezTo>
                <a:cubicBezTo>
                  <a:pt x="25" y="143"/>
                  <a:pt x="23" y="141"/>
                  <a:pt x="22" y="139"/>
                </a:cubicBezTo>
                <a:cubicBezTo>
                  <a:pt x="20" y="133"/>
                  <a:pt x="19" y="124"/>
                  <a:pt x="17" y="111"/>
                </a:cubicBezTo>
                <a:cubicBezTo>
                  <a:pt x="17" y="110"/>
                  <a:pt x="17" y="110"/>
                  <a:pt x="17" y="110"/>
                </a:cubicBezTo>
                <a:cubicBezTo>
                  <a:pt x="19" y="109"/>
                  <a:pt x="19" y="109"/>
                  <a:pt x="19" y="109"/>
                </a:cubicBezTo>
                <a:cubicBezTo>
                  <a:pt x="33" y="118"/>
                  <a:pt x="49" y="123"/>
                  <a:pt x="67" y="123"/>
                </a:cubicBezTo>
                <a:cubicBezTo>
                  <a:pt x="85" y="123"/>
                  <a:pt x="101" y="118"/>
                  <a:pt x="115" y="109"/>
                </a:cubicBezTo>
                <a:cubicBezTo>
                  <a:pt x="116" y="109"/>
                  <a:pt x="117" y="110"/>
                  <a:pt x="117" y="111"/>
                </a:cubicBezTo>
                <a:cubicBezTo>
                  <a:pt x="117" y="112"/>
                  <a:pt x="117" y="114"/>
                  <a:pt x="117" y="116"/>
                </a:cubicBezTo>
                <a:cubicBezTo>
                  <a:pt x="116" y="117"/>
                  <a:pt x="116" y="118"/>
                  <a:pt x="116" y="119"/>
                </a:cubicBezTo>
                <a:close/>
                <a:moveTo>
                  <a:pt x="110" y="21"/>
                </a:moveTo>
                <a:cubicBezTo>
                  <a:pt x="109" y="19"/>
                  <a:pt x="107" y="18"/>
                  <a:pt x="105" y="17"/>
                </a:cubicBezTo>
                <a:cubicBezTo>
                  <a:pt x="103" y="16"/>
                  <a:pt x="101" y="15"/>
                  <a:pt x="100" y="15"/>
                </a:cubicBezTo>
                <a:cubicBezTo>
                  <a:pt x="98" y="15"/>
                  <a:pt x="96" y="14"/>
                  <a:pt x="93" y="14"/>
                </a:cubicBezTo>
                <a:cubicBezTo>
                  <a:pt x="75" y="11"/>
                  <a:pt x="57" y="11"/>
                  <a:pt x="39" y="14"/>
                </a:cubicBezTo>
                <a:cubicBezTo>
                  <a:pt x="37" y="14"/>
                  <a:pt x="35" y="15"/>
                  <a:pt x="33" y="15"/>
                </a:cubicBezTo>
                <a:cubicBezTo>
                  <a:pt x="32" y="15"/>
                  <a:pt x="30" y="16"/>
                  <a:pt x="28" y="17"/>
                </a:cubicBezTo>
                <a:cubicBezTo>
                  <a:pt x="26" y="18"/>
                  <a:pt x="24" y="20"/>
                  <a:pt x="23" y="21"/>
                </a:cubicBezTo>
                <a:cubicBezTo>
                  <a:pt x="25" y="23"/>
                  <a:pt x="28" y="24"/>
                  <a:pt x="30" y="25"/>
                </a:cubicBezTo>
                <a:cubicBezTo>
                  <a:pt x="33" y="27"/>
                  <a:pt x="36" y="27"/>
                  <a:pt x="37" y="28"/>
                </a:cubicBezTo>
                <a:cubicBezTo>
                  <a:pt x="39" y="28"/>
                  <a:pt x="42" y="28"/>
                  <a:pt x="46" y="29"/>
                </a:cubicBezTo>
                <a:cubicBezTo>
                  <a:pt x="60" y="30"/>
                  <a:pt x="74" y="31"/>
                  <a:pt x="88" y="29"/>
                </a:cubicBezTo>
                <a:cubicBezTo>
                  <a:pt x="92" y="28"/>
                  <a:pt x="95" y="28"/>
                  <a:pt x="97" y="28"/>
                </a:cubicBezTo>
                <a:cubicBezTo>
                  <a:pt x="98" y="27"/>
                  <a:pt x="100" y="27"/>
                  <a:pt x="103" y="26"/>
                </a:cubicBezTo>
                <a:cubicBezTo>
                  <a:pt x="106" y="24"/>
                  <a:pt x="109" y="23"/>
                  <a:pt x="110" y="21"/>
                </a:cubicBezTo>
                <a:close/>
                <a:moveTo>
                  <a:pt x="88" y="72"/>
                </a:moveTo>
                <a:cubicBezTo>
                  <a:pt x="87" y="66"/>
                  <a:pt x="83" y="61"/>
                  <a:pt x="77" y="57"/>
                </a:cubicBezTo>
                <a:cubicBezTo>
                  <a:pt x="71" y="53"/>
                  <a:pt x="65" y="53"/>
                  <a:pt x="59" y="56"/>
                </a:cubicBezTo>
                <a:cubicBezTo>
                  <a:pt x="55" y="57"/>
                  <a:pt x="51" y="60"/>
                  <a:pt x="49" y="64"/>
                </a:cubicBezTo>
                <a:cubicBezTo>
                  <a:pt x="47" y="68"/>
                  <a:pt x="46" y="72"/>
                  <a:pt x="46" y="76"/>
                </a:cubicBezTo>
                <a:cubicBezTo>
                  <a:pt x="46" y="82"/>
                  <a:pt x="48" y="87"/>
                  <a:pt x="53" y="91"/>
                </a:cubicBezTo>
                <a:cubicBezTo>
                  <a:pt x="58" y="95"/>
                  <a:pt x="63" y="97"/>
                  <a:pt x="69" y="96"/>
                </a:cubicBezTo>
                <a:cubicBezTo>
                  <a:pt x="75" y="96"/>
                  <a:pt x="79" y="93"/>
                  <a:pt x="83" y="88"/>
                </a:cubicBezTo>
                <a:cubicBezTo>
                  <a:pt x="87" y="84"/>
                  <a:pt x="89" y="78"/>
                  <a:pt x="88" y="72"/>
                </a:cubicBezTo>
                <a:close/>
                <a:moveTo>
                  <a:pt x="77" y="74"/>
                </a:moveTo>
                <a:cubicBezTo>
                  <a:pt x="78" y="78"/>
                  <a:pt x="76" y="82"/>
                  <a:pt x="73" y="84"/>
                </a:cubicBezTo>
                <a:cubicBezTo>
                  <a:pt x="69" y="86"/>
                  <a:pt x="65" y="87"/>
                  <a:pt x="62" y="85"/>
                </a:cubicBezTo>
                <a:cubicBezTo>
                  <a:pt x="60" y="83"/>
                  <a:pt x="58" y="82"/>
                  <a:pt x="57" y="79"/>
                </a:cubicBezTo>
                <a:cubicBezTo>
                  <a:pt x="56" y="76"/>
                  <a:pt x="56" y="74"/>
                  <a:pt x="57" y="71"/>
                </a:cubicBezTo>
                <a:cubicBezTo>
                  <a:pt x="58" y="69"/>
                  <a:pt x="59" y="67"/>
                  <a:pt x="62" y="66"/>
                </a:cubicBezTo>
                <a:cubicBezTo>
                  <a:pt x="64" y="65"/>
                  <a:pt x="66" y="64"/>
                  <a:pt x="69" y="65"/>
                </a:cubicBezTo>
                <a:cubicBezTo>
                  <a:pt x="71" y="65"/>
                  <a:pt x="73" y="66"/>
                  <a:pt x="75" y="68"/>
                </a:cubicBezTo>
                <a:cubicBezTo>
                  <a:pt x="77" y="70"/>
                  <a:pt x="77" y="72"/>
                  <a:pt x="77" y="7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35" name="Freeform 338"/>
          <p:cNvSpPr>
            <a:spLocks noEditPoints="1"/>
          </p:cNvSpPr>
          <p:nvPr/>
        </p:nvSpPr>
        <p:spPr bwMode="auto">
          <a:xfrm>
            <a:off x="5533036" y="4823987"/>
            <a:ext cx="207464" cy="209627"/>
          </a:xfrm>
          <a:custGeom>
            <a:avLst/>
            <a:gdLst>
              <a:gd name="T0" fmla="*/ 145 w 145"/>
              <a:gd name="T1" fmla="*/ 118 h 146"/>
              <a:gd name="T2" fmla="*/ 118 w 145"/>
              <a:gd name="T3" fmla="*/ 146 h 146"/>
              <a:gd name="T4" fmla="*/ 8 w 145"/>
              <a:gd name="T5" fmla="*/ 138 h 146"/>
              <a:gd name="T6" fmla="*/ 0 w 145"/>
              <a:gd name="T7" fmla="*/ 28 h 146"/>
              <a:gd name="T8" fmla="*/ 27 w 145"/>
              <a:gd name="T9" fmla="*/ 0 h 146"/>
              <a:gd name="T10" fmla="*/ 137 w 145"/>
              <a:gd name="T11" fmla="*/ 8 h 146"/>
              <a:gd name="T12" fmla="*/ 120 w 145"/>
              <a:gd name="T13" fmla="*/ 37 h 146"/>
              <a:gd name="T14" fmla="*/ 105 w 145"/>
              <a:gd name="T15" fmla="*/ 22 h 146"/>
              <a:gd name="T16" fmla="*/ 37 w 145"/>
              <a:gd name="T17" fmla="*/ 23 h 146"/>
              <a:gd name="T18" fmla="*/ 27 w 145"/>
              <a:gd name="T19" fmla="*/ 28 h 146"/>
              <a:gd name="T20" fmla="*/ 26 w 145"/>
              <a:gd name="T21" fmla="*/ 46 h 146"/>
              <a:gd name="T22" fmla="*/ 31 w 145"/>
              <a:gd name="T23" fmla="*/ 75 h 146"/>
              <a:gd name="T24" fmla="*/ 32 w 145"/>
              <a:gd name="T25" fmla="*/ 82 h 146"/>
              <a:gd name="T26" fmla="*/ 35 w 145"/>
              <a:gd name="T27" fmla="*/ 87 h 146"/>
              <a:gd name="T28" fmla="*/ 104 w 145"/>
              <a:gd name="T29" fmla="*/ 90 h 146"/>
              <a:gd name="T30" fmla="*/ 111 w 145"/>
              <a:gd name="T31" fmla="*/ 85 h 146"/>
              <a:gd name="T32" fmla="*/ 120 w 145"/>
              <a:gd name="T33" fmla="*/ 37 h 146"/>
              <a:gd name="T34" fmla="*/ 108 w 145"/>
              <a:gd name="T35" fmla="*/ 100 h 146"/>
              <a:gd name="T36" fmla="*/ 107 w 145"/>
              <a:gd name="T37" fmla="*/ 95 h 146"/>
              <a:gd name="T38" fmla="*/ 38 w 145"/>
              <a:gd name="T39" fmla="*/ 95 h 146"/>
              <a:gd name="T40" fmla="*/ 36 w 145"/>
              <a:gd name="T41" fmla="*/ 97 h 146"/>
              <a:gd name="T42" fmla="*/ 59 w 145"/>
              <a:gd name="T43" fmla="*/ 127 h 146"/>
              <a:gd name="T44" fmla="*/ 104 w 145"/>
              <a:gd name="T45" fmla="*/ 117 h 146"/>
              <a:gd name="T46" fmla="*/ 108 w 145"/>
              <a:gd name="T47" fmla="*/ 103 h 146"/>
              <a:gd name="T48" fmla="*/ 99 w 145"/>
              <a:gd name="T49" fmla="*/ 35 h 146"/>
              <a:gd name="T50" fmla="*/ 88 w 145"/>
              <a:gd name="T51" fmla="*/ 37 h 146"/>
              <a:gd name="T52" fmla="*/ 51 w 145"/>
              <a:gd name="T53" fmla="*/ 37 h 146"/>
              <a:gd name="T54" fmla="*/ 41 w 145"/>
              <a:gd name="T55" fmla="*/ 32 h 146"/>
              <a:gd name="T56" fmla="*/ 48 w 145"/>
              <a:gd name="T57" fmla="*/ 28 h 146"/>
              <a:gd name="T58" fmla="*/ 91 w 145"/>
              <a:gd name="T59" fmla="*/ 27 h 146"/>
              <a:gd name="T60" fmla="*/ 100 w 145"/>
              <a:gd name="T61" fmla="*/ 29 h 146"/>
              <a:gd name="T62" fmla="*/ 87 w 145"/>
              <a:gd name="T63" fmla="*/ 69 h 146"/>
              <a:gd name="T64" fmla="*/ 74 w 145"/>
              <a:gd name="T65" fmla="*/ 86 h 146"/>
              <a:gd name="T66" fmla="*/ 57 w 145"/>
              <a:gd name="T67" fmla="*/ 72 h 146"/>
              <a:gd name="T68" fmla="*/ 66 w 145"/>
              <a:gd name="T69" fmla="*/ 57 h 146"/>
              <a:gd name="T70" fmla="*/ 87 w 145"/>
              <a:gd name="T71" fmla="*/ 69 h 146"/>
              <a:gd name="T72" fmla="*/ 76 w 145"/>
              <a:gd name="T73" fmla="*/ 64 h 146"/>
              <a:gd name="T74" fmla="*/ 65 w 145"/>
              <a:gd name="T75" fmla="*/ 71 h 146"/>
              <a:gd name="T76" fmla="*/ 77 w 145"/>
              <a:gd name="T77" fmla="*/ 77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45" h="146">
                <a:moveTo>
                  <a:pt x="145" y="28"/>
                </a:moveTo>
                <a:cubicBezTo>
                  <a:pt x="145" y="118"/>
                  <a:pt x="145" y="118"/>
                  <a:pt x="145" y="118"/>
                </a:cubicBezTo>
                <a:cubicBezTo>
                  <a:pt x="145" y="126"/>
                  <a:pt x="142" y="132"/>
                  <a:pt x="137" y="138"/>
                </a:cubicBezTo>
                <a:cubicBezTo>
                  <a:pt x="132" y="143"/>
                  <a:pt x="125" y="146"/>
                  <a:pt x="118" y="146"/>
                </a:cubicBezTo>
                <a:cubicBezTo>
                  <a:pt x="27" y="146"/>
                  <a:pt x="27" y="146"/>
                  <a:pt x="27" y="146"/>
                </a:cubicBezTo>
                <a:cubicBezTo>
                  <a:pt x="19" y="146"/>
                  <a:pt x="13" y="143"/>
                  <a:pt x="8" y="138"/>
                </a:cubicBezTo>
                <a:cubicBezTo>
                  <a:pt x="2" y="132"/>
                  <a:pt x="0" y="126"/>
                  <a:pt x="0" y="118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0"/>
                  <a:pt x="2" y="14"/>
                  <a:pt x="8" y="8"/>
                </a:cubicBezTo>
                <a:cubicBezTo>
                  <a:pt x="13" y="3"/>
                  <a:pt x="19" y="0"/>
                  <a:pt x="27" y="0"/>
                </a:cubicBezTo>
                <a:cubicBezTo>
                  <a:pt x="118" y="0"/>
                  <a:pt x="118" y="0"/>
                  <a:pt x="118" y="0"/>
                </a:cubicBezTo>
                <a:cubicBezTo>
                  <a:pt x="125" y="0"/>
                  <a:pt x="132" y="3"/>
                  <a:pt x="137" y="8"/>
                </a:cubicBezTo>
                <a:cubicBezTo>
                  <a:pt x="142" y="14"/>
                  <a:pt x="145" y="20"/>
                  <a:pt x="145" y="28"/>
                </a:cubicBezTo>
                <a:close/>
                <a:moveTo>
                  <a:pt x="120" y="37"/>
                </a:moveTo>
                <a:cubicBezTo>
                  <a:pt x="121" y="34"/>
                  <a:pt x="120" y="31"/>
                  <a:pt x="119" y="30"/>
                </a:cubicBezTo>
                <a:cubicBezTo>
                  <a:pt x="117" y="26"/>
                  <a:pt x="112" y="24"/>
                  <a:pt x="105" y="22"/>
                </a:cubicBezTo>
                <a:cubicBezTo>
                  <a:pt x="91" y="18"/>
                  <a:pt x="76" y="16"/>
                  <a:pt x="59" y="18"/>
                </a:cubicBezTo>
                <a:cubicBezTo>
                  <a:pt x="50" y="19"/>
                  <a:pt x="43" y="20"/>
                  <a:pt x="37" y="23"/>
                </a:cubicBezTo>
                <a:cubicBezTo>
                  <a:pt x="35" y="23"/>
                  <a:pt x="33" y="24"/>
                  <a:pt x="32" y="25"/>
                </a:cubicBezTo>
                <a:cubicBezTo>
                  <a:pt x="30" y="26"/>
                  <a:pt x="29" y="27"/>
                  <a:pt x="27" y="28"/>
                </a:cubicBezTo>
                <a:cubicBezTo>
                  <a:pt x="26" y="30"/>
                  <a:pt x="25" y="31"/>
                  <a:pt x="24" y="33"/>
                </a:cubicBezTo>
                <a:cubicBezTo>
                  <a:pt x="25" y="37"/>
                  <a:pt x="25" y="42"/>
                  <a:pt x="26" y="46"/>
                </a:cubicBezTo>
                <a:cubicBezTo>
                  <a:pt x="27" y="51"/>
                  <a:pt x="28" y="56"/>
                  <a:pt x="29" y="62"/>
                </a:cubicBezTo>
                <a:cubicBezTo>
                  <a:pt x="30" y="69"/>
                  <a:pt x="31" y="73"/>
                  <a:pt x="31" y="75"/>
                </a:cubicBezTo>
                <a:cubicBezTo>
                  <a:pt x="31" y="76"/>
                  <a:pt x="31" y="77"/>
                  <a:pt x="32" y="78"/>
                </a:cubicBezTo>
                <a:cubicBezTo>
                  <a:pt x="32" y="80"/>
                  <a:pt x="32" y="81"/>
                  <a:pt x="32" y="82"/>
                </a:cubicBezTo>
                <a:cubicBezTo>
                  <a:pt x="32" y="82"/>
                  <a:pt x="33" y="83"/>
                  <a:pt x="33" y="84"/>
                </a:cubicBezTo>
                <a:cubicBezTo>
                  <a:pt x="34" y="85"/>
                  <a:pt x="35" y="86"/>
                  <a:pt x="35" y="87"/>
                </a:cubicBezTo>
                <a:cubicBezTo>
                  <a:pt x="42" y="92"/>
                  <a:pt x="51" y="95"/>
                  <a:pt x="62" y="96"/>
                </a:cubicBezTo>
                <a:cubicBezTo>
                  <a:pt x="79" y="98"/>
                  <a:pt x="93" y="96"/>
                  <a:pt x="104" y="90"/>
                </a:cubicBezTo>
                <a:cubicBezTo>
                  <a:pt x="105" y="90"/>
                  <a:pt x="107" y="89"/>
                  <a:pt x="108" y="88"/>
                </a:cubicBezTo>
                <a:cubicBezTo>
                  <a:pt x="109" y="88"/>
                  <a:pt x="110" y="87"/>
                  <a:pt x="111" y="85"/>
                </a:cubicBezTo>
                <a:cubicBezTo>
                  <a:pt x="112" y="84"/>
                  <a:pt x="112" y="83"/>
                  <a:pt x="112" y="82"/>
                </a:cubicBezTo>
                <a:cubicBezTo>
                  <a:pt x="115" y="65"/>
                  <a:pt x="118" y="50"/>
                  <a:pt x="120" y="37"/>
                </a:cubicBezTo>
                <a:close/>
                <a:moveTo>
                  <a:pt x="108" y="103"/>
                </a:moveTo>
                <a:cubicBezTo>
                  <a:pt x="108" y="102"/>
                  <a:pt x="108" y="101"/>
                  <a:pt x="108" y="100"/>
                </a:cubicBezTo>
                <a:cubicBezTo>
                  <a:pt x="109" y="99"/>
                  <a:pt x="109" y="98"/>
                  <a:pt x="109" y="97"/>
                </a:cubicBezTo>
                <a:cubicBezTo>
                  <a:pt x="108" y="96"/>
                  <a:pt x="108" y="96"/>
                  <a:pt x="107" y="95"/>
                </a:cubicBezTo>
                <a:cubicBezTo>
                  <a:pt x="97" y="102"/>
                  <a:pt x="85" y="105"/>
                  <a:pt x="72" y="105"/>
                </a:cubicBezTo>
                <a:cubicBezTo>
                  <a:pt x="60" y="105"/>
                  <a:pt x="48" y="102"/>
                  <a:pt x="38" y="95"/>
                </a:cubicBezTo>
                <a:cubicBezTo>
                  <a:pt x="37" y="96"/>
                  <a:pt x="37" y="96"/>
                  <a:pt x="37" y="96"/>
                </a:cubicBezTo>
                <a:cubicBezTo>
                  <a:pt x="36" y="97"/>
                  <a:pt x="36" y="97"/>
                  <a:pt x="36" y="97"/>
                </a:cubicBezTo>
                <a:cubicBezTo>
                  <a:pt x="38" y="107"/>
                  <a:pt x="39" y="113"/>
                  <a:pt x="40" y="117"/>
                </a:cubicBezTo>
                <a:cubicBezTo>
                  <a:pt x="43" y="122"/>
                  <a:pt x="49" y="125"/>
                  <a:pt x="59" y="127"/>
                </a:cubicBezTo>
                <a:cubicBezTo>
                  <a:pt x="75" y="130"/>
                  <a:pt x="89" y="128"/>
                  <a:pt x="100" y="122"/>
                </a:cubicBezTo>
                <a:cubicBezTo>
                  <a:pt x="102" y="121"/>
                  <a:pt x="103" y="119"/>
                  <a:pt x="104" y="117"/>
                </a:cubicBezTo>
                <a:cubicBezTo>
                  <a:pt x="105" y="115"/>
                  <a:pt x="106" y="113"/>
                  <a:pt x="107" y="109"/>
                </a:cubicBezTo>
                <a:cubicBezTo>
                  <a:pt x="107" y="106"/>
                  <a:pt x="107" y="104"/>
                  <a:pt x="108" y="103"/>
                </a:cubicBezTo>
                <a:close/>
                <a:moveTo>
                  <a:pt x="104" y="32"/>
                </a:moveTo>
                <a:cubicBezTo>
                  <a:pt x="102" y="33"/>
                  <a:pt x="101" y="34"/>
                  <a:pt x="99" y="35"/>
                </a:cubicBezTo>
                <a:cubicBezTo>
                  <a:pt x="97" y="36"/>
                  <a:pt x="95" y="37"/>
                  <a:pt x="94" y="37"/>
                </a:cubicBezTo>
                <a:cubicBezTo>
                  <a:pt x="92" y="37"/>
                  <a:pt x="90" y="37"/>
                  <a:pt x="88" y="37"/>
                </a:cubicBezTo>
                <a:cubicBezTo>
                  <a:pt x="78" y="39"/>
                  <a:pt x="68" y="39"/>
                  <a:pt x="57" y="37"/>
                </a:cubicBezTo>
                <a:cubicBezTo>
                  <a:pt x="54" y="37"/>
                  <a:pt x="52" y="37"/>
                  <a:pt x="51" y="37"/>
                </a:cubicBezTo>
                <a:cubicBezTo>
                  <a:pt x="50" y="36"/>
                  <a:pt x="48" y="36"/>
                  <a:pt x="46" y="35"/>
                </a:cubicBezTo>
                <a:cubicBezTo>
                  <a:pt x="44" y="34"/>
                  <a:pt x="42" y="33"/>
                  <a:pt x="41" y="32"/>
                </a:cubicBezTo>
                <a:cubicBezTo>
                  <a:pt x="42" y="31"/>
                  <a:pt x="43" y="30"/>
                  <a:pt x="44" y="29"/>
                </a:cubicBezTo>
                <a:cubicBezTo>
                  <a:pt x="46" y="28"/>
                  <a:pt x="47" y="28"/>
                  <a:pt x="48" y="28"/>
                </a:cubicBezTo>
                <a:cubicBezTo>
                  <a:pt x="49" y="27"/>
                  <a:pt x="51" y="27"/>
                  <a:pt x="53" y="27"/>
                </a:cubicBezTo>
                <a:cubicBezTo>
                  <a:pt x="65" y="25"/>
                  <a:pt x="78" y="25"/>
                  <a:pt x="91" y="27"/>
                </a:cubicBezTo>
                <a:cubicBezTo>
                  <a:pt x="93" y="27"/>
                  <a:pt x="95" y="27"/>
                  <a:pt x="96" y="27"/>
                </a:cubicBezTo>
                <a:cubicBezTo>
                  <a:pt x="97" y="28"/>
                  <a:pt x="98" y="28"/>
                  <a:pt x="100" y="29"/>
                </a:cubicBezTo>
                <a:cubicBezTo>
                  <a:pt x="102" y="30"/>
                  <a:pt x="103" y="31"/>
                  <a:pt x="104" y="32"/>
                </a:cubicBezTo>
                <a:close/>
                <a:moveTo>
                  <a:pt x="87" y="69"/>
                </a:moveTo>
                <a:cubicBezTo>
                  <a:pt x="88" y="73"/>
                  <a:pt x="87" y="77"/>
                  <a:pt x="84" y="80"/>
                </a:cubicBezTo>
                <a:cubicBezTo>
                  <a:pt x="81" y="84"/>
                  <a:pt x="78" y="86"/>
                  <a:pt x="74" y="86"/>
                </a:cubicBezTo>
                <a:cubicBezTo>
                  <a:pt x="70" y="87"/>
                  <a:pt x="66" y="85"/>
                  <a:pt x="62" y="82"/>
                </a:cubicBezTo>
                <a:cubicBezTo>
                  <a:pt x="59" y="79"/>
                  <a:pt x="57" y="76"/>
                  <a:pt x="57" y="72"/>
                </a:cubicBezTo>
                <a:cubicBezTo>
                  <a:pt x="57" y="69"/>
                  <a:pt x="58" y="66"/>
                  <a:pt x="60" y="63"/>
                </a:cubicBezTo>
                <a:cubicBezTo>
                  <a:pt x="61" y="60"/>
                  <a:pt x="64" y="58"/>
                  <a:pt x="66" y="57"/>
                </a:cubicBezTo>
                <a:cubicBezTo>
                  <a:pt x="71" y="55"/>
                  <a:pt x="75" y="55"/>
                  <a:pt x="80" y="58"/>
                </a:cubicBezTo>
                <a:cubicBezTo>
                  <a:pt x="84" y="60"/>
                  <a:pt x="87" y="64"/>
                  <a:pt x="87" y="69"/>
                </a:cubicBezTo>
                <a:close/>
                <a:moveTo>
                  <a:pt x="80" y="70"/>
                </a:moveTo>
                <a:cubicBezTo>
                  <a:pt x="80" y="68"/>
                  <a:pt x="79" y="66"/>
                  <a:pt x="76" y="64"/>
                </a:cubicBezTo>
                <a:cubicBezTo>
                  <a:pt x="73" y="63"/>
                  <a:pt x="71" y="63"/>
                  <a:pt x="69" y="64"/>
                </a:cubicBezTo>
                <a:cubicBezTo>
                  <a:pt x="66" y="65"/>
                  <a:pt x="65" y="68"/>
                  <a:pt x="65" y="71"/>
                </a:cubicBezTo>
                <a:cubicBezTo>
                  <a:pt x="65" y="74"/>
                  <a:pt x="66" y="77"/>
                  <a:pt x="69" y="78"/>
                </a:cubicBezTo>
                <a:cubicBezTo>
                  <a:pt x="71" y="79"/>
                  <a:pt x="74" y="79"/>
                  <a:pt x="77" y="77"/>
                </a:cubicBezTo>
                <a:cubicBezTo>
                  <a:pt x="79" y="76"/>
                  <a:pt x="80" y="73"/>
                  <a:pt x="80" y="7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36" name="Freeform 339"/>
          <p:cNvSpPr>
            <a:spLocks/>
          </p:cNvSpPr>
          <p:nvPr/>
        </p:nvSpPr>
        <p:spPr bwMode="auto">
          <a:xfrm>
            <a:off x="5813980" y="4806698"/>
            <a:ext cx="129665" cy="226916"/>
          </a:xfrm>
          <a:custGeom>
            <a:avLst/>
            <a:gdLst>
              <a:gd name="T0" fmla="*/ 83 w 90"/>
              <a:gd name="T1" fmla="*/ 126 h 158"/>
              <a:gd name="T2" fmla="*/ 90 w 90"/>
              <a:gd name="T3" fmla="*/ 148 h 158"/>
              <a:gd name="T4" fmla="*/ 80 w 90"/>
              <a:gd name="T5" fmla="*/ 155 h 158"/>
              <a:gd name="T6" fmla="*/ 63 w 90"/>
              <a:gd name="T7" fmla="*/ 158 h 158"/>
              <a:gd name="T8" fmla="*/ 45 w 90"/>
              <a:gd name="T9" fmla="*/ 155 h 158"/>
              <a:gd name="T10" fmla="*/ 31 w 90"/>
              <a:gd name="T11" fmla="*/ 148 h 158"/>
              <a:gd name="T12" fmla="*/ 22 w 90"/>
              <a:gd name="T13" fmla="*/ 138 h 158"/>
              <a:gd name="T14" fmla="*/ 17 w 90"/>
              <a:gd name="T15" fmla="*/ 127 h 158"/>
              <a:gd name="T16" fmla="*/ 16 w 90"/>
              <a:gd name="T17" fmla="*/ 116 h 158"/>
              <a:gd name="T18" fmla="*/ 16 w 90"/>
              <a:gd name="T19" fmla="*/ 64 h 158"/>
              <a:gd name="T20" fmla="*/ 0 w 90"/>
              <a:gd name="T21" fmla="*/ 64 h 158"/>
              <a:gd name="T22" fmla="*/ 0 w 90"/>
              <a:gd name="T23" fmla="*/ 44 h 158"/>
              <a:gd name="T24" fmla="*/ 12 w 90"/>
              <a:gd name="T25" fmla="*/ 37 h 158"/>
              <a:gd name="T26" fmla="*/ 21 w 90"/>
              <a:gd name="T27" fmla="*/ 29 h 158"/>
              <a:gd name="T28" fmla="*/ 26 w 90"/>
              <a:gd name="T29" fmla="*/ 19 h 158"/>
              <a:gd name="T30" fmla="*/ 29 w 90"/>
              <a:gd name="T31" fmla="*/ 10 h 158"/>
              <a:gd name="T32" fmla="*/ 31 w 90"/>
              <a:gd name="T33" fmla="*/ 1 h 158"/>
              <a:gd name="T34" fmla="*/ 31 w 90"/>
              <a:gd name="T35" fmla="*/ 1 h 158"/>
              <a:gd name="T36" fmla="*/ 32 w 90"/>
              <a:gd name="T37" fmla="*/ 0 h 158"/>
              <a:gd name="T38" fmla="*/ 55 w 90"/>
              <a:gd name="T39" fmla="*/ 0 h 158"/>
              <a:gd name="T40" fmla="*/ 55 w 90"/>
              <a:gd name="T41" fmla="*/ 40 h 158"/>
              <a:gd name="T42" fmla="*/ 86 w 90"/>
              <a:gd name="T43" fmla="*/ 40 h 158"/>
              <a:gd name="T44" fmla="*/ 86 w 90"/>
              <a:gd name="T45" fmla="*/ 64 h 158"/>
              <a:gd name="T46" fmla="*/ 55 w 90"/>
              <a:gd name="T47" fmla="*/ 64 h 158"/>
              <a:gd name="T48" fmla="*/ 55 w 90"/>
              <a:gd name="T49" fmla="*/ 113 h 158"/>
              <a:gd name="T50" fmla="*/ 55 w 90"/>
              <a:gd name="T51" fmla="*/ 118 h 158"/>
              <a:gd name="T52" fmla="*/ 57 w 90"/>
              <a:gd name="T53" fmla="*/ 123 h 158"/>
              <a:gd name="T54" fmla="*/ 62 w 90"/>
              <a:gd name="T55" fmla="*/ 127 h 158"/>
              <a:gd name="T56" fmla="*/ 70 w 90"/>
              <a:gd name="T57" fmla="*/ 129 h 158"/>
              <a:gd name="T58" fmla="*/ 83 w 90"/>
              <a:gd name="T59" fmla="*/ 126 h 1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90" h="158">
                <a:moveTo>
                  <a:pt x="83" y="126"/>
                </a:moveTo>
                <a:cubicBezTo>
                  <a:pt x="90" y="148"/>
                  <a:pt x="90" y="148"/>
                  <a:pt x="90" y="148"/>
                </a:cubicBezTo>
                <a:cubicBezTo>
                  <a:pt x="89" y="150"/>
                  <a:pt x="85" y="153"/>
                  <a:pt x="80" y="155"/>
                </a:cubicBezTo>
                <a:cubicBezTo>
                  <a:pt x="74" y="156"/>
                  <a:pt x="68" y="157"/>
                  <a:pt x="63" y="158"/>
                </a:cubicBezTo>
                <a:cubicBezTo>
                  <a:pt x="56" y="158"/>
                  <a:pt x="50" y="157"/>
                  <a:pt x="45" y="155"/>
                </a:cubicBezTo>
                <a:cubicBezTo>
                  <a:pt x="39" y="153"/>
                  <a:pt x="35" y="151"/>
                  <a:pt x="31" y="148"/>
                </a:cubicBezTo>
                <a:cubicBezTo>
                  <a:pt x="28" y="145"/>
                  <a:pt x="25" y="142"/>
                  <a:pt x="22" y="138"/>
                </a:cubicBezTo>
                <a:cubicBezTo>
                  <a:pt x="20" y="134"/>
                  <a:pt x="18" y="130"/>
                  <a:pt x="17" y="127"/>
                </a:cubicBezTo>
                <a:cubicBezTo>
                  <a:pt x="16" y="123"/>
                  <a:pt x="16" y="119"/>
                  <a:pt x="16" y="116"/>
                </a:cubicBezTo>
                <a:cubicBezTo>
                  <a:pt x="16" y="64"/>
                  <a:pt x="16" y="64"/>
                  <a:pt x="16" y="64"/>
                </a:cubicBezTo>
                <a:cubicBezTo>
                  <a:pt x="0" y="64"/>
                  <a:pt x="0" y="64"/>
                  <a:pt x="0" y="64"/>
                </a:cubicBezTo>
                <a:cubicBezTo>
                  <a:pt x="0" y="44"/>
                  <a:pt x="0" y="44"/>
                  <a:pt x="0" y="44"/>
                </a:cubicBezTo>
                <a:cubicBezTo>
                  <a:pt x="4" y="42"/>
                  <a:pt x="8" y="40"/>
                  <a:pt x="12" y="37"/>
                </a:cubicBezTo>
                <a:cubicBezTo>
                  <a:pt x="16" y="34"/>
                  <a:pt x="18" y="32"/>
                  <a:pt x="21" y="29"/>
                </a:cubicBezTo>
                <a:cubicBezTo>
                  <a:pt x="23" y="26"/>
                  <a:pt x="24" y="23"/>
                  <a:pt x="26" y="19"/>
                </a:cubicBezTo>
                <a:cubicBezTo>
                  <a:pt x="28" y="16"/>
                  <a:pt x="29" y="12"/>
                  <a:pt x="29" y="10"/>
                </a:cubicBezTo>
                <a:cubicBezTo>
                  <a:pt x="30" y="7"/>
                  <a:pt x="30" y="4"/>
                  <a:pt x="31" y="1"/>
                </a:cubicBezTo>
                <a:cubicBezTo>
                  <a:pt x="31" y="1"/>
                  <a:pt x="31" y="1"/>
                  <a:pt x="31" y="1"/>
                </a:cubicBezTo>
                <a:cubicBezTo>
                  <a:pt x="31" y="0"/>
                  <a:pt x="32" y="0"/>
                  <a:pt x="32" y="0"/>
                </a:cubicBezTo>
                <a:cubicBezTo>
                  <a:pt x="55" y="0"/>
                  <a:pt x="55" y="0"/>
                  <a:pt x="55" y="0"/>
                </a:cubicBezTo>
                <a:cubicBezTo>
                  <a:pt x="55" y="40"/>
                  <a:pt x="55" y="40"/>
                  <a:pt x="55" y="40"/>
                </a:cubicBezTo>
                <a:cubicBezTo>
                  <a:pt x="86" y="40"/>
                  <a:pt x="86" y="40"/>
                  <a:pt x="86" y="40"/>
                </a:cubicBezTo>
                <a:cubicBezTo>
                  <a:pt x="86" y="64"/>
                  <a:pt x="86" y="64"/>
                  <a:pt x="86" y="64"/>
                </a:cubicBezTo>
                <a:cubicBezTo>
                  <a:pt x="55" y="64"/>
                  <a:pt x="55" y="64"/>
                  <a:pt x="55" y="64"/>
                </a:cubicBezTo>
                <a:cubicBezTo>
                  <a:pt x="55" y="113"/>
                  <a:pt x="55" y="113"/>
                  <a:pt x="55" y="113"/>
                </a:cubicBezTo>
                <a:cubicBezTo>
                  <a:pt x="55" y="115"/>
                  <a:pt x="55" y="117"/>
                  <a:pt x="55" y="118"/>
                </a:cubicBezTo>
                <a:cubicBezTo>
                  <a:pt x="56" y="120"/>
                  <a:pt x="56" y="122"/>
                  <a:pt x="57" y="123"/>
                </a:cubicBezTo>
                <a:cubicBezTo>
                  <a:pt x="58" y="125"/>
                  <a:pt x="60" y="126"/>
                  <a:pt x="62" y="127"/>
                </a:cubicBezTo>
                <a:cubicBezTo>
                  <a:pt x="64" y="128"/>
                  <a:pt x="67" y="129"/>
                  <a:pt x="70" y="129"/>
                </a:cubicBezTo>
                <a:cubicBezTo>
                  <a:pt x="75" y="128"/>
                  <a:pt x="79" y="128"/>
                  <a:pt x="83" y="12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37" name="Freeform 340"/>
          <p:cNvSpPr>
            <a:spLocks noEditPoints="1"/>
          </p:cNvSpPr>
          <p:nvPr/>
        </p:nvSpPr>
        <p:spPr bwMode="auto">
          <a:xfrm>
            <a:off x="6006316" y="4823987"/>
            <a:ext cx="209627" cy="209627"/>
          </a:xfrm>
          <a:custGeom>
            <a:avLst/>
            <a:gdLst>
              <a:gd name="T0" fmla="*/ 146 w 146"/>
              <a:gd name="T1" fmla="*/ 28 h 146"/>
              <a:gd name="T2" fmla="*/ 146 w 146"/>
              <a:gd name="T3" fmla="*/ 118 h 146"/>
              <a:gd name="T4" fmla="*/ 138 w 146"/>
              <a:gd name="T5" fmla="*/ 138 h 146"/>
              <a:gd name="T6" fmla="*/ 118 w 146"/>
              <a:gd name="T7" fmla="*/ 146 h 146"/>
              <a:gd name="T8" fmla="*/ 28 w 146"/>
              <a:gd name="T9" fmla="*/ 146 h 146"/>
              <a:gd name="T10" fmla="*/ 8 w 146"/>
              <a:gd name="T11" fmla="*/ 138 h 146"/>
              <a:gd name="T12" fmla="*/ 0 w 146"/>
              <a:gd name="T13" fmla="*/ 118 h 146"/>
              <a:gd name="T14" fmla="*/ 0 w 146"/>
              <a:gd name="T15" fmla="*/ 28 h 146"/>
              <a:gd name="T16" fmla="*/ 8 w 146"/>
              <a:gd name="T17" fmla="*/ 8 h 146"/>
              <a:gd name="T18" fmla="*/ 28 w 146"/>
              <a:gd name="T19" fmla="*/ 0 h 146"/>
              <a:gd name="T20" fmla="*/ 118 w 146"/>
              <a:gd name="T21" fmla="*/ 0 h 146"/>
              <a:gd name="T22" fmla="*/ 138 w 146"/>
              <a:gd name="T23" fmla="*/ 8 h 146"/>
              <a:gd name="T24" fmla="*/ 146 w 146"/>
              <a:gd name="T25" fmla="*/ 28 h 146"/>
              <a:gd name="T26" fmla="*/ 108 w 146"/>
              <a:gd name="T27" fmla="*/ 126 h 146"/>
              <a:gd name="T28" fmla="*/ 102 w 146"/>
              <a:gd name="T29" fmla="*/ 109 h 146"/>
              <a:gd name="T30" fmla="*/ 92 w 146"/>
              <a:gd name="T31" fmla="*/ 111 h 146"/>
              <a:gd name="T32" fmla="*/ 86 w 146"/>
              <a:gd name="T33" fmla="*/ 110 h 146"/>
              <a:gd name="T34" fmla="*/ 83 w 146"/>
              <a:gd name="T35" fmla="*/ 107 h 146"/>
              <a:gd name="T36" fmla="*/ 81 w 146"/>
              <a:gd name="T37" fmla="*/ 103 h 146"/>
              <a:gd name="T38" fmla="*/ 81 w 146"/>
              <a:gd name="T39" fmla="*/ 99 h 146"/>
              <a:gd name="T40" fmla="*/ 81 w 146"/>
              <a:gd name="T41" fmla="*/ 62 h 146"/>
              <a:gd name="T42" fmla="*/ 105 w 146"/>
              <a:gd name="T43" fmla="*/ 62 h 146"/>
              <a:gd name="T44" fmla="*/ 105 w 146"/>
              <a:gd name="T45" fmla="*/ 43 h 146"/>
              <a:gd name="T46" fmla="*/ 81 w 146"/>
              <a:gd name="T47" fmla="*/ 43 h 146"/>
              <a:gd name="T48" fmla="*/ 81 w 146"/>
              <a:gd name="T49" fmla="*/ 12 h 146"/>
              <a:gd name="T50" fmla="*/ 63 w 146"/>
              <a:gd name="T51" fmla="*/ 12 h 146"/>
              <a:gd name="T52" fmla="*/ 62 w 146"/>
              <a:gd name="T53" fmla="*/ 13 h 146"/>
              <a:gd name="T54" fmla="*/ 60 w 146"/>
              <a:gd name="T55" fmla="*/ 22 h 146"/>
              <a:gd name="T56" fmla="*/ 57 w 146"/>
              <a:gd name="T57" fmla="*/ 31 h 146"/>
              <a:gd name="T58" fmla="*/ 49 w 146"/>
              <a:gd name="T59" fmla="*/ 40 h 146"/>
              <a:gd name="T60" fmla="*/ 38 w 146"/>
              <a:gd name="T61" fmla="*/ 46 h 146"/>
              <a:gd name="T62" fmla="*/ 38 w 146"/>
              <a:gd name="T63" fmla="*/ 62 h 146"/>
              <a:gd name="T64" fmla="*/ 51 w 146"/>
              <a:gd name="T65" fmla="*/ 62 h 146"/>
              <a:gd name="T66" fmla="*/ 51 w 146"/>
              <a:gd name="T67" fmla="*/ 101 h 146"/>
              <a:gd name="T68" fmla="*/ 53 w 146"/>
              <a:gd name="T69" fmla="*/ 112 h 146"/>
              <a:gd name="T70" fmla="*/ 59 w 146"/>
              <a:gd name="T71" fmla="*/ 122 h 146"/>
              <a:gd name="T72" fmla="*/ 70 w 146"/>
              <a:gd name="T73" fmla="*/ 131 h 146"/>
              <a:gd name="T74" fmla="*/ 87 w 146"/>
              <a:gd name="T75" fmla="*/ 133 h 146"/>
              <a:gd name="T76" fmla="*/ 100 w 146"/>
              <a:gd name="T77" fmla="*/ 131 h 146"/>
              <a:gd name="T78" fmla="*/ 108 w 146"/>
              <a:gd name="T79" fmla="*/ 126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46" h="146">
                <a:moveTo>
                  <a:pt x="146" y="28"/>
                </a:moveTo>
                <a:cubicBezTo>
                  <a:pt x="146" y="118"/>
                  <a:pt x="146" y="118"/>
                  <a:pt x="146" y="118"/>
                </a:cubicBezTo>
                <a:cubicBezTo>
                  <a:pt x="146" y="126"/>
                  <a:pt x="143" y="132"/>
                  <a:pt x="138" y="138"/>
                </a:cubicBezTo>
                <a:cubicBezTo>
                  <a:pt x="132" y="143"/>
                  <a:pt x="126" y="146"/>
                  <a:pt x="118" y="146"/>
                </a:cubicBezTo>
                <a:cubicBezTo>
                  <a:pt x="28" y="146"/>
                  <a:pt x="28" y="146"/>
                  <a:pt x="28" y="146"/>
                </a:cubicBezTo>
                <a:cubicBezTo>
                  <a:pt x="20" y="146"/>
                  <a:pt x="14" y="143"/>
                  <a:pt x="8" y="138"/>
                </a:cubicBezTo>
                <a:cubicBezTo>
                  <a:pt x="3" y="132"/>
                  <a:pt x="0" y="126"/>
                  <a:pt x="0" y="118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0"/>
                  <a:pt x="3" y="14"/>
                  <a:pt x="8" y="8"/>
                </a:cubicBezTo>
                <a:cubicBezTo>
                  <a:pt x="14" y="3"/>
                  <a:pt x="20" y="0"/>
                  <a:pt x="28" y="0"/>
                </a:cubicBezTo>
                <a:cubicBezTo>
                  <a:pt x="118" y="0"/>
                  <a:pt x="118" y="0"/>
                  <a:pt x="118" y="0"/>
                </a:cubicBezTo>
                <a:cubicBezTo>
                  <a:pt x="126" y="0"/>
                  <a:pt x="132" y="3"/>
                  <a:pt x="138" y="8"/>
                </a:cubicBezTo>
                <a:cubicBezTo>
                  <a:pt x="143" y="14"/>
                  <a:pt x="146" y="20"/>
                  <a:pt x="146" y="28"/>
                </a:cubicBezTo>
                <a:close/>
                <a:moveTo>
                  <a:pt x="108" y="126"/>
                </a:moveTo>
                <a:cubicBezTo>
                  <a:pt x="102" y="109"/>
                  <a:pt x="102" y="109"/>
                  <a:pt x="102" y="109"/>
                </a:cubicBezTo>
                <a:cubicBezTo>
                  <a:pt x="99" y="110"/>
                  <a:pt x="96" y="111"/>
                  <a:pt x="92" y="111"/>
                </a:cubicBezTo>
                <a:cubicBezTo>
                  <a:pt x="90" y="111"/>
                  <a:pt x="88" y="111"/>
                  <a:pt x="86" y="110"/>
                </a:cubicBezTo>
                <a:cubicBezTo>
                  <a:pt x="85" y="109"/>
                  <a:pt x="84" y="108"/>
                  <a:pt x="83" y="107"/>
                </a:cubicBezTo>
                <a:cubicBezTo>
                  <a:pt x="82" y="106"/>
                  <a:pt x="81" y="105"/>
                  <a:pt x="81" y="103"/>
                </a:cubicBezTo>
                <a:cubicBezTo>
                  <a:pt x="81" y="102"/>
                  <a:pt x="81" y="101"/>
                  <a:pt x="81" y="99"/>
                </a:cubicBezTo>
                <a:cubicBezTo>
                  <a:pt x="81" y="62"/>
                  <a:pt x="81" y="62"/>
                  <a:pt x="81" y="62"/>
                </a:cubicBezTo>
                <a:cubicBezTo>
                  <a:pt x="105" y="62"/>
                  <a:pt x="105" y="62"/>
                  <a:pt x="105" y="62"/>
                </a:cubicBezTo>
                <a:cubicBezTo>
                  <a:pt x="105" y="43"/>
                  <a:pt x="105" y="43"/>
                  <a:pt x="105" y="43"/>
                </a:cubicBezTo>
                <a:cubicBezTo>
                  <a:pt x="81" y="43"/>
                  <a:pt x="81" y="43"/>
                  <a:pt x="81" y="43"/>
                </a:cubicBezTo>
                <a:cubicBezTo>
                  <a:pt x="81" y="12"/>
                  <a:pt x="81" y="12"/>
                  <a:pt x="81" y="12"/>
                </a:cubicBezTo>
                <a:cubicBezTo>
                  <a:pt x="63" y="12"/>
                  <a:pt x="63" y="12"/>
                  <a:pt x="63" y="12"/>
                </a:cubicBezTo>
                <a:cubicBezTo>
                  <a:pt x="62" y="12"/>
                  <a:pt x="62" y="13"/>
                  <a:pt x="62" y="13"/>
                </a:cubicBezTo>
                <a:cubicBezTo>
                  <a:pt x="62" y="16"/>
                  <a:pt x="61" y="19"/>
                  <a:pt x="60" y="22"/>
                </a:cubicBezTo>
                <a:cubicBezTo>
                  <a:pt x="60" y="24"/>
                  <a:pt x="58" y="27"/>
                  <a:pt x="57" y="31"/>
                </a:cubicBezTo>
                <a:cubicBezTo>
                  <a:pt x="55" y="34"/>
                  <a:pt x="53" y="37"/>
                  <a:pt x="49" y="40"/>
                </a:cubicBezTo>
                <a:cubicBezTo>
                  <a:pt x="46" y="42"/>
                  <a:pt x="43" y="44"/>
                  <a:pt x="38" y="46"/>
                </a:cubicBezTo>
                <a:cubicBezTo>
                  <a:pt x="38" y="62"/>
                  <a:pt x="38" y="62"/>
                  <a:pt x="38" y="62"/>
                </a:cubicBezTo>
                <a:cubicBezTo>
                  <a:pt x="51" y="62"/>
                  <a:pt x="51" y="62"/>
                  <a:pt x="51" y="62"/>
                </a:cubicBezTo>
                <a:cubicBezTo>
                  <a:pt x="51" y="101"/>
                  <a:pt x="51" y="101"/>
                  <a:pt x="51" y="101"/>
                </a:cubicBezTo>
                <a:cubicBezTo>
                  <a:pt x="51" y="105"/>
                  <a:pt x="51" y="108"/>
                  <a:pt x="53" y="112"/>
                </a:cubicBezTo>
                <a:cubicBezTo>
                  <a:pt x="54" y="116"/>
                  <a:pt x="56" y="119"/>
                  <a:pt x="59" y="122"/>
                </a:cubicBezTo>
                <a:cubicBezTo>
                  <a:pt x="61" y="126"/>
                  <a:pt x="65" y="128"/>
                  <a:pt x="70" y="131"/>
                </a:cubicBezTo>
                <a:cubicBezTo>
                  <a:pt x="75" y="133"/>
                  <a:pt x="81" y="134"/>
                  <a:pt x="87" y="133"/>
                </a:cubicBezTo>
                <a:cubicBezTo>
                  <a:pt x="91" y="133"/>
                  <a:pt x="95" y="133"/>
                  <a:pt x="100" y="131"/>
                </a:cubicBezTo>
                <a:cubicBezTo>
                  <a:pt x="104" y="130"/>
                  <a:pt x="107" y="128"/>
                  <a:pt x="108" y="12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38" name="Freeform 341"/>
          <p:cNvSpPr>
            <a:spLocks/>
          </p:cNvSpPr>
          <p:nvPr/>
        </p:nvSpPr>
        <p:spPr bwMode="auto">
          <a:xfrm>
            <a:off x="6278614" y="4806697"/>
            <a:ext cx="103733" cy="235560"/>
          </a:xfrm>
          <a:custGeom>
            <a:avLst/>
            <a:gdLst>
              <a:gd name="T0" fmla="*/ 72 w 73"/>
              <a:gd name="T1" fmla="*/ 123 h 164"/>
              <a:gd name="T2" fmla="*/ 72 w 73"/>
              <a:gd name="T3" fmla="*/ 126 h 164"/>
              <a:gd name="T4" fmla="*/ 39 w 73"/>
              <a:gd name="T5" fmla="*/ 163 h 164"/>
              <a:gd name="T6" fmla="*/ 37 w 73"/>
              <a:gd name="T7" fmla="*/ 164 h 164"/>
              <a:gd name="T8" fmla="*/ 34 w 73"/>
              <a:gd name="T9" fmla="*/ 163 h 164"/>
              <a:gd name="T10" fmla="*/ 1 w 73"/>
              <a:gd name="T11" fmla="*/ 126 h 164"/>
              <a:gd name="T12" fmla="*/ 0 w 73"/>
              <a:gd name="T13" fmla="*/ 123 h 164"/>
              <a:gd name="T14" fmla="*/ 3 w 73"/>
              <a:gd name="T15" fmla="*/ 121 h 164"/>
              <a:gd name="T16" fmla="*/ 24 w 73"/>
              <a:gd name="T17" fmla="*/ 121 h 164"/>
              <a:gd name="T18" fmla="*/ 24 w 73"/>
              <a:gd name="T19" fmla="*/ 3 h 164"/>
              <a:gd name="T20" fmla="*/ 25 w 73"/>
              <a:gd name="T21" fmla="*/ 1 h 164"/>
              <a:gd name="T22" fmla="*/ 27 w 73"/>
              <a:gd name="T23" fmla="*/ 0 h 164"/>
              <a:gd name="T24" fmla="*/ 45 w 73"/>
              <a:gd name="T25" fmla="*/ 0 h 164"/>
              <a:gd name="T26" fmla="*/ 48 w 73"/>
              <a:gd name="T27" fmla="*/ 1 h 164"/>
              <a:gd name="T28" fmla="*/ 48 w 73"/>
              <a:gd name="T29" fmla="*/ 3 h 164"/>
              <a:gd name="T30" fmla="*/ 48 w 73"/>
              <a:gd name="T31" fmla="*/ 121 h 164"/>
              <a:gd name="T32" fmla="*/ 70 w 73"/>
              <a:gd name="T33" fmla="*/ 121 h 164"/>
              <a:gd name="T34" fmla="*/ 72 w 73"/>
              <a:gd name="T35" fmla="*/ 123 h 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73" h="164">
                <a:moveTo>
                  <a:pt x="72" y="123"/>
                </a:moveTo>
                <a:cubicBezTo>
                  <a:pt x="73" y="124"/>
                  <a:pt x="73" y="125"/>
                  <a:pt x="72" y="126"/>
                </a:cubicBezTo>
                <a:cubicBezTo>
                  <a:pt x="39" y="163"/>
                  <a:pt x="39" y="163"/>
                  <a:pt x="39" y="163"/>
                </a:cubicBezTo>
                <a:cubicBezTo>
                  <a:pt x="38" y="163"/>
                  <a:pt x="37" y="164"/>
                  <a:pt x="37" y="164"/>
                </a:cubicBezTo>
                <a:cubicBezTo>
                  <a:pt x="36" y="164"/>
                  <a:pt x="35" y="163"/>
                  <a:pt x="34" y="163"/>
                </a:cubicBezTo>
                <a:cubicBezTo>
                  <a:pt x="1" y="126"/>
                  <a:pt x="1" y="126"/>
                  <a:pt x="1" y="126"/>
                </a:cubicBezTo>
                <a:cubicBezTo>
                  <a:pt x="0" y="125"/>
                  <a:pt x="0" y="124"/>
                  <a:pt x="0" y="123"/>
                </a:cubicBezTo>
                <a:cubicBezTo>
                  <a:pt x="1" y="122"/>
                  <a:pt x="2" y="121"/>
                  <a:pt x="3" y="121"/>
                </a:cubicBezTo>
                <a:cubicBezTo>
                  <a:pt x="24" y="121"/>
                  <a:pt x="24" y="121"/>
                  <a:pt x="24" y="121"/>
                </a:cubicBezTo>
                <a:cubicBezTo>
                  <a:pt x="24" y="3"/>
                  <a:pt x="24" y="3"/>
                  <a:pt x="24" y="3"/>
                </a:cubicBezTo>
                <a:cubicBezTo>
                  <a:pt x="24" y="2"/>
                  <a:pt x="24" y="2"/>
                  <a:pt x="25" y="1"/>
                </a:cubicBezTo>
                <a:cubicBezTo>
                  <a:pt x="26" y="0"/>
                  <a:pt x="26" y="0"/>
                  <a:pt x="27" y="0"/>
                </a:cubicBezTo>
                <a:cubicBezTo>
                  <a:pt x="45" y="0"/>
                  <a:pt x="45" y="0"/>
                  <a:pt x="45" y="0"/>
                </a:cubicBezTo>
                <a:cubicBezTo>
                  <a:pt x="46" y="0"/>
                  <a:pt x="47" y="0"/>
                  <a:pt x="48" y="1"/>
                </a:cubicBezTo>
                <a:cubicBezTo>
                  <a:pt x="48" y="2"/>
                  <a:pt x="48" y="2"/>
                  <a:pt x="48" y="3"/>
                </a:cubicBezTo>
                <a:cubicBezTo>
                  <a:pt x="48" y="121"/>
                  <a:pt x="48" y="121"/>
                  <a:pt x="48" y="121"/>
                </a:cubicBezTo>
                <a:cubicBezTo>
                  <a:pt x="70" y="121"/>
                  <a:pt x="70" y="121"/>
                  <a:pt x="70" y="121"/>
                </a:cubicBezTo>
                <a:cubicBezTo>
                  <a:pt x="71" y="121"/>
                  <a:pt x="72" y="122"/>
                  <a:pt x="72" y="12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39" name="Freeform 342"/>
          <p:cNvSpPr>
            <a:spLocks/>
          </p:cNvSpPr>
          <p:nvPr/>
        </p:nvSpPr>
        <p:spPr bwMode="auto">
          <a:xfrm>
            <a:off x="6445018" y="4815343"/>
            <a:ext cx="105895" cy="235560"/>
          </a:xfrm>
          <a:custGeom>
            <a:avLst/>
            <a:gdLst>
              <a:gd name="T0" fmla="*/ 72 w 73"/>
              <a:gd name="T1" fmla="*/ 41 h 164"/>
              <a:gd name="T2" fmla="*/ 69 w 73"/>
              <a:gd name="T3" fmla="*/ 43 h 164"/>
              <a:gd name="T4" fmla="*/ 48 w 73"/>
              <a:gd name="T5" fmla="*/ 43 h 164"/>
              <a:gd name="T6" fmla="*/ 48 w 73"/>
              <a:gd name="T7" fmla="*/ 161 h 164"/>
              <a:gd name="T8" fmla="*/ 47 w 73"/>
              <a:gd name="T9" fmla="*/ 163 h 164"/>
              <a:gd name="T10" fmla="*/ 45 w 73"/>
              <a:gd name="T11" fmla="*/ 164 h 164"/>
              <a:gd name="T12" fmla="*/ 27 w 73"/>
              <a:gd name="T13" fmla="*/ 164 h 164"/>
              <a:gd name="T14" fmla="*/ 25 w 73"/>
              <a:gd name="T15" fmla="*/ 163 h 164"/>
              <a:gd name="T16" fmla="*/ 24 w 73"/>
              <a:gd name="T17" fmla="*/ 161 h 164"/>
              <a:gd name="T18" fmla="*/ 24 w 73"/>
              <a:gd name="T19" fmla="*/ 43 h 164"/>
              <a:gd name="T20" fmla="*/ 3 w 73"/>
              <a:gd name="T21" fmla="*/ 43 h 164"/>
              <a:gd name="T22" fmla="*/ 0 w 73"/>
              <a:gd name="T23" fmla="*/ 41 h 164"/>
              <a:gd name="T24" fmla="*/ 1 w 73"/>
              <a:gd name="T25" fmla="*/ 38 h 164"/>
              <a:gd name="T26" fmla="*/ 34 w 73"/>
              <a:gd name="T27" fmla="*/ 1 h 164"/>
              <a:gd name="T28" fmla="*/ 36 w 73"/>
              <a:gd name="T29" fmla="*/ 0 h 164"/>
              <a:gd name="T30" fmla="*/ 38 w 73"/>
              <a:gd name="T31" fmla="*/ 1 h 164"/>
              <a:gd name="T32" fmla="*/ 72 w 73"/>
              <a:gd name="T33" fmla="*/ 38 h 164"/>
              <a:gd name="T34" fmla="*/ 72 w 73"/>
              <a:gd name="T35" fmla="*/ 41 h 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73" h="164">
                <a:moveTo>
                  <a:pt x="72" y="41"/>
                </a:moveTo>
                <a:cubicBezTo>
                  <a:pt x="72" y="42"/>
                  <a:pt x="71" y="43"/>
                  <a:pt x="69" y="43"/>
                </a:cubicBezTo>
                <a:cubicBezTo>
                  <a:pt x="48" y="43"/>
                  <a:pt x="48" y="43"/>
                  <a:pt x="48" y="43"/>
                </a:cubicBezTo>
                <a:cubicBezTo>
                  <a:pt x="48" y="161"/>
                  <a:pt x="48" y="161"/>
                  <a:pt x="48" y="161"/>
                </a:cubicBezTo>
                <a:cubicBezTo>
                  <a:pt x="48" y="161"/>
                  <a:pt x="48" y="162"/>
                  <a:pt x="47" y="163"/>
                </a:cubicBezTo>
                <a:cubicBezTo>
                  <a:pt x="47" y="163"/>
                  <a:pt x="46" y="164"/>
                  <a:pt x="45" y="164"/>
                </a:cubicBezTo>
                <a:cubicBezTo>
                  <a:pt x="27" y="164"/>
                  <a:pt x="27" y="164"/>
                  <a:pt x="27" y="164"/>
                </a:cubicBezTo>
                <a:cubicBezTo>
                  <a:pt x="26" y="164"/>
                  <a:pt x="25" y="163"/>
                  <a:pt x="25" y="163"/>
                </a:cubicBezTo>
                <a:cubicBezTo>
                  <a:pt x="24" y="162"/>
                  <a:pt x="24" y="161"/>
                  <a:pt x="24" y="161"/>
                </a:cubicBezTo>
                <a:cubicBezTo>
                  <a:pt x="24" y="43"/>
                  <a:pt x="24" y="43"/>
                  <a:pt x="24" y="43"/>
                </a:cubicBezTo>
                <a:cubicBezTo>
                  <a:pt x="3" y="43"/>
                  <a:pt x="3" y="43"/>
                  <a:pt x="3" y="43"/>
                </a:cubicBezTo>
                <a:cubicBezTo>
                  <a:pt x="2" y="43"/>
                  <a:pt x="1" y="42"/>
                  <a:pt x="0" y="41"/>
                </a:cubicBezTo>
                <a:cubicBezTo>
                  <a:pt x="0" y="40"/>
                  <a:pt x="0" y="39"/>
                  <a:pt x="1" y="38"/>
                </a:cubicBezTo>
                <a:cubicBezTo>
                  <a:pt x="34" y="1"/>
                  <a:pt x="34" y="1"/>
                  <a:pt x="34" y="1"/>
                </a:cubicBezTo>
                <a:cubicBezTo>
                  <a:pt x="34" y="1"/>
                  <a:pt x="35" y="0"/>
                  <a:pt x="36" y="0"/>
                </a:cubicBezTo>
                <a:cubicBezTo>
                  <a:pt x="37" y="0"/>
                  <a:pt x="38" y="1"/>
                  <a:pt x="38" y="1"/>
                </a:cubicBezTo>
                <a:cubicBezTo>
                  <a:pt x="72" y="38"/>
                  <a:pt x="72" y="38"/>
                  <a:pt x="72" y="38"/>
                </a:cubicBezTo>
                <a:cubicBezTo>
                  <a:pt x="73" y="39"/>
                  <a:pt x="73" y="40"/>
                  <a:pt x="72" y="4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40" name="Freeform 343"/>
          <p:cNvSpPr>
            <a:spLocks/>
          </p:cNvSpPr>
          <p:nvPr/>
        </p:nvSpPr>
        <p:spPr bwMode="auto">
          <a:xfrm>
            <a:off x="6622229" y="4875854"/>
            <a:ext cx="233399" cy="105893"/>
          </a:xfrm>
          <a:custGeom>
            <a:avLst/>
            <a:gdLst>
              <a:gd name="T0" fmla="*/ 163 w 163"/>
              <a:gd name="T1" fmla="*/ 28 h 73"/>
              <a:gd name="T2" fmla="*/ 163 w 163"/>
              <a:gd name="T3" fmla="*/ 46 h 73"/>
              <a:gd name="T4" fmla="*/ 162 w 163"/>
              <a:gd name="T5" fmla="*/ 48 h 73"/>
              <a:gd name="T6" fmla="*/ 160 w 163"/>
              <a:gd name="T7" fmla="*/ 49 h 73"/>
              <a:gd name="T8" fmla="*/ 42 w 163"/>
              <a:gd name="T9" fmla="*/ 49 h 73"/>
              <a:gd name="T10" fmla="*/ 42 w 163"/>
              <a:gd name="T11" fmla="*/ 70 h 73"/>
              <a:gd name="T12" fmla="*/ 40 w 163"/>
              <a:gd name="T13" fmla="*/ 73 h 73"/>
              <a:gd name="T14" fmla="*/ 37 w 163"/>
              <a:gd name="T15" fmla="*/ 72 h 73"/>
              <a:gd name="T16" fmla="*/ 1 w 163"/>
              <a:gd name="T17" fmla="*/ 39 h 73"/>
              <a:gd name="T18" fmla="*/ 0 w 163"/>
              <a:gd name="T19" fmla="*/ 37 h 73"/>
              <a:gd name="T20" fmla="*/ 1 w 163"/>
              <a:gd name="T21" fmla="*/ 35 h 73"/>
              <a:gd name="T22" fmla="*/ 37 w 163"/>
              <a:gd name="T23" fmla="*/ 1 h 73"/>
              <a:gd name="T24" fmla="*/ 40 w 163"/>
              <a:gd name="T25" fmla="*/ 1 h 73"/>
              <a:gd name="T26" fmla="*/ 42 w 163"/>
              <a:gd name="T27" fmla="*/ 4 h 73"/>
              <a:gd name="T28" fmla="*/ 42 w 163"/>
              <a:gd name="T29" fmla="*/ 25 h 73"/>
              <a:gd name="T30" fmla="*/ 160 w 163"/>
              <a:gd name="T31" fmla="*/ 25 h 73"/>
              <a:gd name="T32" fmla="*/ 162 w 163"/>
              <a:gd name="T33" fmla="*/ 26 h 73"/>
              <a:gd name="T34" fmla="*/ 163 w 163"/>
              <a:gd name="T35" fmla="*/ 28 h 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63" h="73">
                <a:moveTo>
                  <a:pt x="163" y="28"/>
                </a:moveTo>
                <a:cubicBezTo>
                  <a:pt x="163" y="46"/>
                  <a:pt x="163" y="46"/>
                  <a:pt x="163" y="46"/>
                </a:cubicBezTo>
                <a:cubicBezTo>
                  <a:pt x="163" y="47"/>
                  <a:pt x="163" y="48"/>
                  <a:pt x="162" y="48"/>
                </a:cubicBezTo>
                <a:cubicBezTo>
                  <a:pt x="162" y="49"/>
                  <a:pt x="161" y="49"/>
                  <a:pt x="160" y="49"/>
                </a:cubicBezTo>
                <a:cubicBezTo>
                  <a:pt x="42" y="49"/>
                  <a:pt x="42" y="49"/>
                  <a:pt x="42" y="49"/>
                </a:cubicBezTo>
                <a:cubicBezTo>
                  <a:pt x="42" y="70"/>
                  <a:pt x="42" y="70"/>
                  <a:pt x="42" y="70"/>
                </a:cubicBezTo>
                <a:cubicBezTo>
                  <a:pt x="42" y="72"/>
                  <a:pt x="42" y="72"/>
                  <a:pt x="40" y="73"/>
                </a:cubicBezTo>
                <a:cubicBezTo>
                  <a:pt x="39" y="73"/>
                  <a:pt x="38" y="73"/>
                  <a:pt x="37" y="72"/>
                </a:cubicBezTo>
                <a:cubicBezTo>
                  <a:pt x="1" y="39"/>
                  <a:pt x="1" y="39"/>
                  <a:pt x="1" y="39"/>
                </a:cubicBezTo>
                <a:cubicBezTo>
                  <a:pt x="0" y="39"/>
                  <a:pt x="0" y="38"/>
                  <a:pt x="0" y="37"/>
                </a:cubicBezTo>
                <a:cubicBezTo>
                  <a:pt x="0" y="36"/>
                  <a:pt x="0" y="36"/>
                  <a:pt x="1" y="35"/>
                </a:cubicBezTo>
                <a:cubicBezTo>
                  <a:pt x="37" y="1"/>
                  <a:pt x="37" y="1"/>
                  <a:pt x="37" y="1"/>
                </a:cubicBezTo>
                <a:cubicBezTo>
                  <a:pt x="38" y="1"/>
                  <a:pt x="39" y="0"/>
                  <a:pt x="40" y="1"/>
                </a:cubicBezTo>
                <a:cubicBezTo>
                  <a:pt x="42" y="1"/>
                  <a:pt x="42" y="2"/>
                  <a:pt x="42" y="4"/>
                </a:cubicBezTo>
                <a:cubicBezTo>
                  <a:pt x="42" y="25"/>
                  <a:pt x="42" y="25"/>
                  <a:pt x="42" y="25"/>
                </a:cubicBezTo>
                <a:cubicBezTo>
                  <a:pt x="160" y="25"/>
                  <a:pt x="160" y="25"/>
                  <a:pt x="160" y="25"/>
                </a:cubicBezTo>
                <a:cubicBezTo>
                  <a:pt x="161" y="25"/>
                  <a:pt x="162" y="25"/>
                  <a:pt x="162" y="26"/>
                </a:cubicBezTo>
                <a:cubicBezTo>
                  <a:pt x="163" y="26"/>
                  <a:pt x="163" y="27"/>
                  <a:pt x="163" y="2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41" name="Freeform 344"/>
          <p:cNvSpPr>
            <a:spLocks/>
          </p:cNvSpPr>
          <p:nvPr/>
        </p:nvSpPr>
        <p:spPr bwMode="auto">
          <a:xfrm>
            <a:off x="6920461" y="4875854"/>
            <a:ext cx="233399" cy="105893"/>
          </a:xfrm>
          <a:custGeom>
            <a:avLst/>
            <a:gdLst>
              <a:gd name="T0" fmla="*/ 163 w 163"/>
              <a:gd name="T1" fmla="*/ 37 h 73"/>
              <a:gd name="T2" fmla="*/ 162 w 163"/>
              <a:gd name="T3" fmla="*/ 39 h 73"/>
              <a:gd name="T4" fmla="*/ 126 w 163"/>
              <a:gd name="T5" fmla="*/ 72 h 73"/>
              <a:gd name="T6" fmla="*/ 122 w 163"/>
              <a:gd name="T7" fmla="*/ 73 h 73"/>
              <a:gd name="T8" fmla="*/ 121 w 163"/>
              <a:gd name="T9" fmla="*/ 70 h 73"/>
              <a:gd name="T10" fmla="*/ 121 w 163"/>
              <a:gd name="T11" fmla="*/ 49 h 73"/>
              <a:gd name="T12" fmla="*/ 3 w 163"/>
              <a:gd name="T13" fmla="*/ 49 h 73"/>
              <a:gd name="T14" fmla="*/ 0 w 163"/>
              <a:gd name="T15" fmla="*/ 48 h 73"/>
              <a:gd name="T16" fmla="*/ 0 w 163"/>
              <a:gd name="T17" fmla="*/ 46 h 73"/>
              <a:gd name="T18" fmla="*/ 0 w 163"/>
              <a:gd name="T19" fmla="*/ 28 h 73"/>
              <a:gd name="T20" fmla="*/ 0 w 163"/>
              <a:gd name="T21" fmla="*/ 26 h 73"/>
              <a:gd name="T22" fmla="*/ 3 w 163"/>
              <a:gd name="T23" fmla="*/ 25 h 73"/>
              <a:gd name="T24" fmla="*/ 121 w 163"/>
              <a:gd name="T25" fmla="*/ 25 h 73"/>
              <a:gd name="T26" fmla="*/ 121 w 163"/>
              <a:gd name="T27" fmla="*/ 4 h 73"/>
              <a:gd name="T28" fmla="*/ 122 w 163"/>
              <a:gd name="T29" fmla="*/ 1 h 73"/>
              <a:gd name="T30" fmla="*/ 126 w 163"/>
              <a:gd name="T31" fmla="*/ 1 h 73"/>
              <a:gd name="T32" fmla="*/ 162 w 163"/>
              <a:gd name="T33" fmla="*/ 34 h 73"/>
              <a:gd name="T34" fmla="*/ 163 w 163"/>
              <a:gd name="T35" fmla="*/ 37 h 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63" h="73">
                <a:moveTo>
                  <a:pt x="163" y="37"/>
                </a:moveTo>
                <a:cubicBezTo>
                  <a:pt x="163" y="38"/>
                  <a:pt x="163" y="38"/>
                  <a:pt x="162" y="39"/>
                </a:cubicBezTo>
                <a:cubicBezTo>
                  <a:pt x="126" y="72"/>
                  <a:pt x="126" y="72"/>
                  <a:pt x="126" y="72"/>
                </a:cubicBezTo>
                <a:cubicBezTo>
                  <a:pt x="125" y="73"/>
                  <a:pt x="124" y="73"/>
                  <a:pt x="122" y="73"/>
                </a:cubicBezTo>
                <a:cubicBezTo>
                  <a:pt x="121" y="72"/>
                  <a:pt x="121" y="71"/>
                  <a:pt x="121" y="70"/>
                </a:cubicBezTo>
                <a:cubicBezTo>
                  <a:pt x="121" y="49"/>
                  <a:pt x="121" y="49"/>
                  <a:pt x="121" y="49"/>
                </a:cubicBezTo>
                <a:cubicBezTo>
                  <a:pt x="3" y="49"/>
                  <a:pt x="3" y="49"/>
                  <a:pt x="3" y="49"/>
                </a:cubicBezTo>
                <a:cubicBezTo>
                  <a:pt x="2" y="49"/>
                  <a:pt x="1" y="49"/>
                  <a:pt x="0" y="48"/>
                </a:cubicBezTo>
                <a:cubicBezTo>
                  <a:pt x="0" y="48"/>
                  <a:pt x="0" y="47"/>
                  <a:pt x="0" y="46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7"/>
                  <a:pt x="0" y="26"/>
                  <a:pt x="0" y="26"/>
                </a:cubicBezTo>
                <a:cubicBezTo>
                  <a:pt x="1" y="25"/>
                  <a:pt x="2" y="25"/>
                  <a:pt x="3" y="25"/>
                </a:cubicBezTo>
                <a:cubicBezTo>
                  <a:pt x="121" y="25"/>
                  <a:pt x="121" y="25"/>
                  <a:pt x="121" y="25"/>
                </a:cubicBezTo>
                <a:cubicBezTo>
                  <a:pt x="121" y="4"/>
                  <a:pt x="121" y="4"/>
                  <a:pt x="121" y="4"/>
                </a:cubicBezTo>
                <a:cubicBezTo>
                  <a:pt x="121" y="2"/>
                  <a:pt x="121" y="1"/>
                  <a:pt x="122" y="1"/>
                </a:cubicBezTo>
                <a:cubicBezTo>
                  <a:pt x="124" y="0"/>
                  <a:pt x="125" y="1"/>
                  <a:pt x="126" y="1"/>
                </a:cubicBezTo>
                <a:cubicBezTo>
                  <a:pt x="162" y="34"/>
                  <a:pt x="162" y="34"/>
                  <a:pt x="162" y="34"/>
                </a:cubicBezTo>
                <a:cubicBezTo>
                  <a:pt x="163" y="35"/>
                  <a:pt x="163" y="36"/>
                  <a:pt x="163" y="3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42" name="Freeform 345"/>
          <p:cNvSpPr>
            <a:spLocks noEditPoints="1"/>
          </p:cNvSpPr>
          <p:nvPr/>
        </p:nvSpPr>
        <p:spPr bwMode="auto">
          <a:xfrm>
            <a:off x="7225172" y="4806698"/>
            <a:ext cx="190176" cy="226916"/>
          </a:xfrm>
          <a:custGeom>
            <a:avLst/>
            <a:gdLst>
              <a:gd name="T0" fmla="*/ 132 w 132"/>
              <a:gd name="T1" fmla="*/ 115 h 158"/>
              <a:gd name="T2" fmla="*/ 120 w 132"/>
              <a:gd name="T3" fmla="*/ 139 h 158"/>
              <a:gd name="T4" fmla="*/ 96 w 132"/>
              <a:gd name="T5" fmla="*/ 157 h 158"/>
              <a:gd name="T6" fmla="*/ 83 w 132"/>
              <a:gd name="T7" fmla="*/ 154 h 158"/>
              <a:gd name="T8" fmla="*/ 69 w 132"/>
              <a:gd name="T9" fmla="*/ 151 h 158"/>
              <a:gd name="T10" fmla="*/ 55 w 132"/>
              <a:gd name="T11" fmla="*/ 154 h 158"/>
              <a:gd name="T12" fmla="*/ 43 w 132"/>
              <a:gd name="T13" fmla="*/ 158 h 158"/>
              <a:gd name="T14" fmla="*/ 14 w 132"/>
              <a:gd name="T15" fmla="*/ 133 h 158"/>
              <a:gd name="T16" fmla="*/ 0 w 132"/>
              <a:gd name="T17" fmla="*/ 85 h 158"/>
              <a:gd name="T18" fmla="*/ 11 w 132"/>
              <a:gd name="T19" fmla="*/ 50 h 158"/>
              <a:gd name="T20" fmla="*/ 38 w 132"/>
              <a:gd name="T21" fmla="*/ 37 h 158"/>
              <a:gd name="T22" fmla="*/ 55 w 132"/>
              <a:gd name="T23" fmla="*/ 39 h 158"/>
              <a:gd name="T24" fmla="*/ 68 w 132"/>
              <a:gd name="T25" fmla="*/ 42 h 158"/>
              <a:gd name="T26" fmla="*/ 81 w 132"/>
              <a:gd name="T27" fmla="*/ 39 h 158"/>
              <a:gd name="T28" fmla="*/ 97 w 132"/>
              <a:gd name="T29" fmla="*/ 36 h 158"/>
              <a:gd name="T30" fmla="*/ 118 w 132"/>
              <a:gd name="T31" fmla="*/ 42 h 158"/>
              <a:gd name="T32" fmla="*/ 127 w 132"/>
              <a:gd name="T33" fmla="*/ 51 h 158"/>
              <a:gd name="T34" fmla="*/ 117 w 132"/>
              <a:gd name="T35" fmla="*/ 63 h 158"/>
              <a:gd name="T36" fmla="*/ 111 w 132"/>
              <a:gd name="T37" fmla="*/ 82 h 158"/>
              <a:gd name="T38" fmla="*/ 117 w 132"/>
              <a:gd name="T39" fmla="*/ 103 h 158"/>
              <a:gd name="T40" fmla="*/ 132 w 132"/>
              <a:gd name="T41" fmla="*/ 115 h 158"/>
              <a:gd name="T42" fmla="*/ 96 w 132"/>
              <a:gd name="T43" fmla="*/ 4 h 158"/>
              <a:gd name="T44" fmla="*/ 94 w 132"/>
              <a:gd name="T45" fmla="*/ 17 h 158"/>
              <a:gd name="T46" fmla="*/ 85 w 132"/>
              <a:gd name="T47" fmla="*/ 30 h 158"/>
              <a:gd name="T48" fmla="*/ 75 w 132"/>
              <a:gd name="T49" fmla="*/ 37 h 158"/>
              <a:gd name="T50" fmla="*/ 65 w 132"/>
              <a:gd name="T51" fmla="*/ 38 h 158"/>
              <a:gd name="T52" fmla="*/ 72 w 132"/>
              <a:gd name="T53" fmla="*/ 14 h 158"/>
              <a:gd name="T54" fmla="*/ 96 w 132"/>
              <a:gd name="T55" fmla="*/ 0 h 158"/>
              <a:gd name="T56" fmla="*/ 96 w 132"/>
              <a:gd name="T57" fmla="*/ 1 h 158"/>
              <a:gd name="T58" fmla="*/ 96 w 132"/>
              <a:gd name="T59" fmla="*/ 2 h 158"/>
              <a:gd name="T60" fmla="*/ 96 w 132"/>
              <a:gd name="T61" fmla="*/ 3 h 158"/>
              <a:gd name="T62" fmla="*/ 96 w 132"/>
              <a:gd name="T63" fmla="*/ 4 h 1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32" h="158">
                <a:moveTo>
                  <a:pt x="132" y="115"/>
                </a:moveTo>
                <a:cubicBezTo>
                  <a:pt x="130" y="123"/>
                  <a:pt x="126" y="131"/>
                  <a:pt x="120" y="139"/>
                </a:cubicBezTo>
                <a:cubicBezTo>
                  <a:pt x="112" y="151"/>
                  <a:pt x="104" y="157"/>
                  <a:pt x="96" y="157"/>
                </a:cubicBezTo>
                <a:cubicBezTo>
                  <a:pt x="93" y="157"/>
                  <a:pt x="89" y="156"/>
                  <a:pt x="83" y="154"/>
                </a:cubicBezTo>
                <a:cubicBezTo>
                  <a:pt x="77" y="152"/>
                  <a:pt x="73" y="151"/>
                  <a:pt x="69" y="151"/>
                </a:cubicBezTo>
                <a:cubicBezTo>
                  <a:pt x="65" y="151"/>
                  <a:pt x="60" y="152"/>
                  <a:pt x="55" y="154"/>
                </a:cubicBezTo>
                <a:cubicBezTo>
                  <a:pt x="50" y="156"/>
                  <a:pt x="46" y="158"/>
                  <a:pt x="43" y="158"/>
                </a:cubicBezTo>
                <a:cubicBezTo>
                  <a:pt x="33" y="158"/>
                  <a:pt x="24" y="149"/>
                  <a:pt x="14" y="133"/>
                </a:cubicBezTo>
                <a:cubicBezTo>
                  <a:pt x="5" y="117"/>
                  <a:pt x="0" y="101"/>
                  <a:pt x="0" y="85"/>
                </a:cubicBezTo>
                <a:cubicBezTo>
                  <a:pt x="0" y="71"/>
                  <a:pt x="4" y="59"/>
                  <a:pt x="11" y="50"/>
                </a:cubicBezTo>
                <a:cubicBezTo>
                  <a:pt x="18" y="41"/>
                  <a:pt x="27" y="37"/>
                  <a:pt x="38" y="37"/>
                </a:cubicBezTo>
                <a:cubicBezTo>
                  <a:pt x="42" y="37"/>
                  <a:pt x="48" y="37"/>
                  <a:pt x="55" y="39"/>
                </a:cubicBezTo>
                <a:cubicBezTo>
                  <a:pt x="61" y="41"/>
                  <a:pt x="65" y="42"/>
                  <a:pt x="68" y="42"/>
                </a:cubicBezTo>
                <a:cubicBezTo>
                  <a:pt x="70" y="42"/>
                  <a:pt x="75" y="41"/>
                  <a:pt x="81" y="39"/>
                </a:cubicBezTo>
                <a:cubicBezTo>
                  <a:pt x="88" y="37"/>
                  <a:pt x="93" y="36"/>
                  <a:pt x="97" y="36"/>
                </a:cubicBezTo>
                <a:cubicBezTo>
                  <a:pt x="105" y="36"/>
                  <a:pt x="112" y="38"/>
                  <a:pt x="118" y="42"/>
                </a:cubicBezTo>
                <a:cubicBezTo>
                  <a:pt x="121" y="44"/>
                  <a:pt x="124" y="47"/>
                  <a:pt x="127" y="51"/>
                </a:cubicBezTo>
                <a:cubicBezTo>
                  <a:pt x="122" y="56"/>
                  <a:pt x="119" y="59"/>
                  <a:pt x="117" y="63"/>
                </a:cubicBezTo>
                <a:cubicBezTo>
                  <a:pt x="113" y="68"/>
                  <a:pt x="111" y="75"/>
                  <a:pt x="111" y="82"/>
                </a:cubicBezTo>
                <a:cubicBezTo>
                  <a:pt x="111" y="90"/>
                  <a:pt x="113" y="97"/>
                  <a:pt x="117" y="103"/>
                </a:cubicBezTo>
                <a:cubicBezTo>
                  <a:pt x="121" y="109"/>
                  <a:pt x="126" y="113"/>
                  <a:pt x="132" y="115"/>
                </a:cubicBezTo>
                <a:close/>
                <a:moveTo>
                  <a:pt x="96" y="4"/>
                </a:moveTo>
                <a:cubicBezTo>
                  <a:pt x="96" y="8"/>
                  <a:pt x="96" y="12"/>
                  <a:pt x="94" y="17"/>
                </a:cubicBezTo>
                <a:cubicBezTo>
                  <a:pt x="92" y="22"/>
                  <a:pt x="89" y="26"/>
                  <a:pt x="85" y="30"/>
                </a:cubicBezTo>
                <a:cubicBezTo>
                  <a:pt x="81" y="33"/>
                  <a:pt x="78" y="36"/>
                  <a:pt x="75" y="37"/>
                </a:cubicBezTo>
                <a:cubicBezTo>
                  <a:pt x="72" y="38"/>
                  <a:pt x="69" y="38"/>
                  <a:pt x="65" y="38"/>
                </a:cubicBezTo>
                <a:cubicBezTo>
                  <a:pt x="65" y="29"/>
                  <a:pt x="67" y="21"/>
                  <a:pt x="72" y="14"/>
                </a:cubicBezTo>
                <a:cubicBezTo>
                  <a:pt x="77" y="7"/>
                  <a:pt x="85" y="3"/>
                  <a:pt x="96" y="0"/>
                </a:cubicBezTo>
                <a:cubicBezTo>
                  <a:pt x="96" y="0"/>
                  <a:pt x="96" y="1"/>
                  <a:pt x="96" y="1"/>
                </a:cubicBezTo>
                <a:cubicBezTo>
                  <a:pt x="96" y="2"/>
                  <a:pt x="96" y="2"/>
                  <a:pt x="96" y="2"/>
                </a:cubicBezTo>
                <a:cubicBezTo>
                  <a:pt x="96" y="3"/>
                  <a:pt x="96" y="3"/>
                  <a:pt x="96" y="3"/>
                </a:cubicBezTo>
                <a:cubicBezTo>
                  <a:pt x="96" y="4"/>
                  <a:pt x="96" y="4"/>
                  <a:pt x="96" y="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43" name="Freeform 346"/>
          <p:cNvSpPr>
            <a:spLocks noEditPoints="1"/>
          </p:cNvSpPr>
          <p:nvPr/>
        </p:nvSpPr>
        <p:spPr bwMode="auto">
          <a:xfrm>
            <a:off x="7480183" y="4823987"/>
            <a:ext cx="224755" cy="226916"/>
          </a:xfrm>
          <a:custGeom>
            <a:avLst/>
            <a:gdLst>
              <a:gd name="T0" fmla="*/ 43 w 104"/>
              <a:gd name="T1" fmla="*/ 9 h 105"/>
              <a:gd name="T2" fmla="*/ 43 w 104"/>
              <a:gd name="T3" fmla="*/ 50 h 105"/>
              <a:gd name="T4" fmla="*/ 0 w 104"/>
              <a:gd name="T5" fmla="*/ 50 h 105"/>
              <a:gd name="T6" fmla="*/ 0 w 104"/>
              <a:gd name="T7" fmla="*/ 15 h 105"/>
              <a:gd name="T8" fmla="*/ 43 w 104"/>
              <a:gd name="T9" fmla="*/ 9 h 105"/>
              <a:gd name="T10" fmla="*/ 43 w 104"/>
              <a:gd name="T11" fmla="*/ 55 h 105"/>
              <a:gd name="T12" fmla="*/ 43 w 104"/>
              <a:gd name="T13" fmla="*/ 97 h 105"/>
              <a:gd name="T14" fmla="*/ 0 w 104"/>
              <a:gd name="T15" fmla="*/ 91 h 105"/>
              <a:gd name="T16" fmla="*/ 0 w 104"/>
              <a:gd name="T17" fmla="*/ 55 h 105"/>
              <a:gd name="T18" fmla="*/ 43 w 104"/>
              <a:gd name="T19" fmla="*/ 55 h 105"/>
              <a:gd name="T20" fmla="*/ 104 w 104"/>
              <a:gd name="T21" fmla="*/ 0 h 105"/>
              <a:gd name="T22" fmla="*/ 104 w 104"/>
              <a:gd name="T23" fmla="*/ 50 h 105"/>
              <a:gd name="T24" fmla="*/ 47 w 104"/>
              <a:gd name="T25" fmla="*/ 50 h 105"/>
              <a:gd name="T26" fmla="*/ 47 w 104"/>
              <a:gd name="T27" fmla="*/ 8 h 105"/>
              <a:gd name="T28" fmla="*/ 104 w 104"/>
              <a:gd name="T29" fmla="*/ 0 h 105"/>
              <a:gd name="T30" fmla="*/ 104 w 104"/>
              <a:gd name="T31" fmla="*/ 55 h 105"/>
              <a:gd name="T32" fmla="*/ 104 w 104"/>
              <a:gd name="T33" fmla="*/ 105 h 105"/>
              <a:gd name="T34" fmla="*/ 47 w 104"/>
              <a:gd name="T35" fmla="*/ 97 h 105"/>
              <a:gd name="T36" fmla="*/ 47 w 104"/>
              <a:gd name="T37" fmla="*/ 55 h 105"/>
              <a:gd name="T38" fmla="*/ 104 w 104"/>
              <a:gd name="T39" fmla="*/ 55 h 1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104" h="105">
                <a:moveTo>
                  <a:pt x="43" y="9"/>
                </a:moveTo>
                <a:lnTo>
                  <a:pt x="43" y="50"/>
                </a:lnTo>
                <a:lnTo>
                  <a:pt x="0" y="50"/>
                </a:lnTo>
                <a:lnTo>
                  <a:pt x="0" y="15"/>
                </a:lnTo>
                <a:lnTo>
                  <a:pt x="43" y="9"/>
                </a:lnTo>
                <a:close/>
                <a:moveTo>
                  <a:pt x="43" y="55"/>
                </a:moveTo>
                <a:lnTo>
                  <a:pt x="43" y="97"/>
                </a:lnTo>
                <a:lnTo>
                  <a:pt x="0" y="91"/>
                </a:lnTo>
                <a:lnTo>
                  <a:pt x="0" y="55"/>
                </a:lnTo>
                <a:lnTo>
                  <a:pt x="43" y="55"/>
                </a:lnTo>
                <a:close/>
                <a:moveTo>
                  <a:pt x="104" y="0"/>
                </a:moveTo>
                <a:lnTo>
                  <a:pt x="104" y="50"/>
                </a:lnTo>
                <a:lnTo>
                  <a:pt x="47" y="50"/>
                </a:lnTo>
                <a:lnTo>
                  <a:pt x="47" y="8"/>
                </a:lnTo>
                <a:lnTo>
                  <a:pt x="104" y="0"/>
                </a:lnTo>
                <a:close/>
                <a:moveTo>
                  <a:pt x="104" y="55"/>
                </a:moveTo>
                <a:lnTo>
                  <a:pt x="104" y="105"/>
                </a:lnTo>
                <a:lnTo>
                  <a:pt x="47" y="97"/>
                </a:lnTo>
                <a:lnTo>
                  <a:pt x="47" y="55"/>
                </a:lnTo>
                <a:lnTo>
                  <a:pt x="104" y="5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44" name="Freeform 347"/>
          <p:cNvSpPr>
            <a:spLocks noEditPoints="1"/>
          </p:cNvSpPr>
          <p:nvPr/>
        </p:nvSpPr>
        <p:spPr bwMode="auto">
          <a:xfrm>
            <a:off x="7769769" y="4823987"/>
            <a:ext cx="190176" cy="226916"/>
          </a:xfrm>
          <a:custGeom>
            <a:avLst/>
            <a:gdLst>
              <a:gd name="T0" fmla="*/ 17 w 133"/>
              <a:gd name="T1" fmla="*/ 54 h 158"/>
              <a:gd name="T2" fmla="*/ 20 w 133"/>
              <a:gd name="T3" fmla="*/ 102 h 158"/>
              <a:gd name="T4" fmla="*/ 10 w 133"/>
              <a:gd name="T5" fmla="*/ 111 h 158"/>
              <a:gd name="T6" fmla="*/ 0 w 133"/>
              <a:gd name="T7" fmla="*/ 102 h 158"/>
              <a:gd name="T8" fmla="*/ 3 w 133"/>
              <a:gd name="T9" fmla="*/ 54 h 158"/>
              <a:gd name="T10" fmla="*/ 88 w 133"/>
              <a:gd name="T11" fmla="*/ 15 h 158"/>
              <a:gd name="T12" fmla="*/ 111 w 133"/>
              <a:gd name="T13" fmla="*/ 50 h 158"/>
              <a:gd name="T14" fmla="*/ 29 w 133"/>
              <a:gd name="T15" fmla="*/ 29 h 158"/>
              <a:gd name="T16" fmla="*/ 39 w 133"/>
              <a:gd name="T17" fmla="*/ 2 h 158"/>
              <a:gd name="T18" fmla="*/ 41 w 133"/>
              <a:gd name="T19" fmla="*/ 1 h 158"/>
              <a:gd name="T20" fmla="*/ 67 w 133"/>
              <a:gd name="T21" fmla="*/ 10 h 158"/>
              <a:gd name="T22" fmla="*/ 93 w 133"/>
              <a:gd name="T23" fmla="*/ 1 h 158"/>
              <a:gd name="T24" fmla="*/ 95 w 133"/>
              <a:gd name="T25" fmla="*/ 2 h 158"/>
              <a:gd name="T26" fmla="*/ 110 w 133"/>
              <a:gd name="T27" fmla="*/ 53 h 158"/>
              <a:gd name="T28" fmla="*/ 107 w 133"/>
              <a:gd name="T29" fmla="*/ 123 h 158"/>
              <a:gd name="T30" fmla="*/ 93 w 133"/>
              <a:gd name="T31" fmla="*/ 126 h 158"/>
              <a:gd name="T32" fmla="*/ 90 w 133"/>
              <a:gd name="T33" fmla="*/ 155 h 158"/>
              <a:gd name="T34" fmla="*/ 76 w 133"/>
              <a:gd name="T35" fmla="*/ 155 h 158"/>
              <a:gd name="T36" fmla="*/ 73 w 133"/>
              <a:gd name="T37" fmla="*/ 126 h 158"/>
              <a:gd name="T38" fmla="*/ 60 w 133"/>
              <a:gd name="T39" fmla="*/ 148 h 158"/>
              <a:gd name="T40" fmla="*/ 51 w 133"/>
              <a:gd name="T41" fmla="*/ 158 h 158"/>
              <a:gd name="T42" fmla="*/ 41 w 133"/>
              <a:gd name="T43" fmla="*/ 148 h 158"/>
              <a:gd name="T44" fmla="*/ 34 w 133"/>
              <a:gd name="T45" fmla="*/ 126 h 158"/>
              <a:gd name="T46" fmla="*/ 23 w 133"/>
              <a:gd name="T47" fmla="*/ 116 h 158"/>
              <a:gd name="T48" fmla="*/ 110 w 133"/>
              <a:gd name="T49" fmla="*/ 53 h 158"/>
              <a:gd name="T50" fmla="*/ 47 w 133"/>
              <a:gd name="T51" fmla="*/ 34 h 158"/>
              <a:gd name="T52" fmla="*/ 51 w 133"/>
              <a:gd name="T53" fmla="*/ 30 h 158"/>
              <a:gd name="T54" fmla="*/ 47 w 133"/>
              <a:gd name="T55" fmla="*/ 26 h 158"/>
              <a:gd name="T56" fmla="*/ 43 w 133"/>
              <a:gd name="T57" fmla="*/ 30 h 158"/>
              <a:gd name="T58" fmla="*/ 84 w 133"/>
              <a:gd name="T59" fmla="*/ 33 h 158"/>
              <a:gd name="T60" fmla="*/ 89 w 133"/>
              <a:gd name="T61" fmla="*/ 33 h 158"/>
              <a:gd name="T62" fmla="*/ 89 w 133"/>
              <a:gd name="T63" fmla="*/ 28 h 158"/>
              <a:gd name="T64" fmla="*/ 84 w 133"/>
              <a:gd name="T65" fmla="*/ 28 h 158"/>
              <a:gd name="T66" fmla="*/ 84 w 133"/>
              <a:gd name="T67" fmla="*/ 33 h 158"/>
              <a:gd name="T68" fmla="*/ 133 w 133"/>
              <a:gd name="T69" fmla="*/ 102 h 158"/>
              <a:gd name="T70" fmla="*/ 124 w 133"/>
              <a:gd name="T71" fmla="*/ 111 h 158"/>
              <a:gd name="T72" fmla="*/ 114 w 133"/>
              <a:gd name="T73" fmla="*/ 102 h 158"/>
              <a:gd name="T74" fmla="*/ 117 w 133"/>
              <a:gd name="T75" fmla="*/ 54 h 158"/>
              <a:gd name="T76" fmla="*/ 131 w 133"/>
              <a:gd name="T77" fmla="*/ 54 h 1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33" h="158">
                <a:moveTo>
                  <a:pt x="10" y="51"/>
                </a:moveTo>
                <a:cubicBezTo>
                  <a:pt x="13" y="51"/>
                  <a:pt x="15" y="52"/>
                  <a:pt x="17" y="54"/>
                </a:cubicBezTo>
                <a:cubicBezTo>
                  <a:pt x="19" y="56"/>
                  <a:pt x="20" y="58"/>
                  <a:pt x="20" y="61"/>
                </a:cubicBezTo>
                <a:cubicBezTo>
                  <a:pt x="20" y="102"/>
                  <a:pt x="20" y="102"/>
                  <a:pt x="20" y="102"/>
                </a:cubicBezTo>
                <a:cubicBezTo>
                  <a:pt x="20" y="104"/>
                  <a:pt x="19" y="107"/>
                  <a:pt x="17" y="108"/>
                </a:cubicBezTo>
                <a:cubicBezTo>
                  <a:pt x="15" y="110"/>
                  <a:pt x="13" y="111"/>
                  <a:pt x="10" y="111"/>
                </a:cubicBezTo>
                <a:cubicBezTo>
                  <a:pt x="7" y="111"/>
                  <a:pt x="5" y="110"/>
                  <a:pt x="3" y="108"/>
                </a:cubicBezTo>
                <a:cubicBezTo>
                  <a:pt x="1" y="107"/>
                  <a:pt x="0" y="104"/>
                  <a:pt x="0" y="102"/>
                </a:cubicBezTo>
                <a:cubicBezTo>
                  <a:pt x="0" y="61"/>
                  <a:pt x="0" y="61"/>
                  <a:pt x="0" y="61"/>
                </a:cubicBezTo>
                <a:cubicBezTo>
                  <a:pt x="0" y="58"/>
                  <a:pt x="1" y="56"/>
                  <a:pt x="3" y="54"/>
                </a:cubicBezTo>
                <a:cubicBezTo>
                  <a:pt x="5" y="52"/>
                  <a:pt x="7" y="51"/>
                  <a:pt x="10" y="51"/>
                </a:cubicBezTo>
                <a:close/>
                <a:moveTo>
                  <a:pt x="88" y="15"/>
                </a:moveTo>
                <a:cubicBezTo>
                  <a:pt x="95" y="18"/>
                  <a:pt x="100" y="23"/>
                  <a:pt x="105" y="29"/>
                </a:cubicBezTo>
                <a:cubicBezTo>
                  <a:pt x="109" y="35"/>
                  <a:pt x="111" y="42"/>
                  <a:pt x="111" y="50"/>
                </a:cubicBezTo>
                <a:cubicBezTo>
                  <a:pt x="23" y="50"/>
                  <a:pt x="23" y="50"/>
                  <a:pt x="23" y="50"/>
                </a:cubicBezTo>
                <a:cubicBezTo>
                  <a:pt x="23" y="42"/>
                  <a:pt x="25" y="35"/>
                  <a:pt x="29" y="29"/>
                </a:cubicBezTo>
                <a:cubicBezTo>
                  <a:pt x="33" y="23"/>
                  <a:pt x="39" y="18"/>
                  <a:pt x="45" y="15"/>
                </a:cubicBezTo>
                <a:cubicBezTo>
                  <a:pt x="39" y="2"/>
                  <a:pt x="39" y="2"/>
                  <a:pt x="39" y="2"/>
                </a:cubicBezTo>
                <a:cubicBezTo>
                  <a:pt x="38" y="2"/>
                  <a:pt x="38" y="1"/>
                  <a:pt x="39" y="0"/>
                </a:cubicBezTo>
                <a:cubicBezTo>
                  <a:pt x="40" y="0"/>
                  <a:pt x="41" y="0"/>
                  <a:pt x="41" y="1"/>
                </a:cubicBezTo>
                <a:cubicBezTo>
                  <a:pt x="48" y="14"/>
                  <a:pt x="48" y="14"/>
                  <a:pt x="48" y="14"/>
                </a:cubicBezTo>
                <a:cubicBezTo>
                  <a:pt x="54" y="11"/>
                  <a:pt x="60" y="10"/>
                  <a:pt x="67" y="10"/>
                </a:cubicBezTo>
                <a:cubicBezTo>
                  <a:pt x="74" y="10"/>
                  <a:pt x="80" y="11"/>
                  <a:pt x="86" y="14"/>
                </a:cubicBezTo>
                <a:cubicBezTo>
                  <a:pt x="93" y="1"/>
                  <a:pt x="93" y="1"/>
                  <a:pt x="93" y="1"/>
                </a:cubicBezTo>
                <a:cubicBezTo>
                  <a:pt x="93" y="0"/>
                  <a:pt x="94" y="0"/>
                  <a:pt x="95" y="0"/>
                </a:cubicBezTo>
                <a:cubicBezTo>
                  <a:pt x="95" y="1"/>
                  <a:pt x="96" y="2"/>
                  <a:pt x="95" y="2"/>
                </a:cubicBezTo>
                <a:lnTo>
                  <a:pt x="88" y="15"/>
                </a:lnTo>
                <a:close/>
                <a:moveTo>
                  <a:pt x="110" y="53"/>
                </a:moveTo>
                <a:cubicBezTo>
                  <a:pt x="110" y="116"/>
                  <a:pt x="110" y="116"/>
                  <a:pt x="110" y="116"/>
                </a:cubicBezTo>
                <a:cubicBezTo>
                  <a:pt x="110" y="119"/>
                  <a:pt x="109" y="121"/>
                  <a:pt x="107" y="123"/>
                </a:cubicBezTo>
                <a:cubicBezTo>
                  <a:pt x="105" y="125"/>
                  <a:pt x="103" y="126"/>
                  <a:pt x="100" y="126"/>
                </a:cubicBezTo>
                <a:cubicBezTo>
                  <a:pt x="93" y="126"/>
                  <a:pt x="93" y="126"/>
                  <a:pt x="93" y="126"/>
                </a:cubicBezTo>
                <a:cubicBezTo>
                  <a:pt x="93" y="148"/>
                  <a:pt x="93" y="148"/>
                  <a:pt x="93" y="148"/>
                </a:cubicBezTo>
                <a:cubicBezTo>
                  <a:pt x="93" y="151"/>
                  <a:pt x="92" y="153"/>
                  <a:pt x="90" y="155"/>
                </a:cubicBezTo>
                <a:cubicBezTo>
                  <a:pt x="88" y="157"/>
                  <a:pt x="86" y="158"/>
                  <a:pt x="83" y="158"/>
                </a:cubicBezTo>
                <a:cubicBezTo>
                  <a:pt x="80" y="158"/>
                  <a:pt x="78" y="157"/>
                  <a:pt x="76" y="155"/>
                </a:cubicBezTo>
                <a:cubicBezTo>
                  <a:pt x="74" y="153"/>
                  <a:pt x="73" y="151"/>
                  <a:pt x="73" y="148"/>
                </a:cubicBezTo>
                <a:cubicBezTo>
                  <a:pt x="73" y="126"/>
                  <a:pt x="73" y="126"/>
                  <a:pt x="73" y="126"/>
                </a:cubicBezTo>
                <a:cubicBezTo>
                  <a:pt x="60" y="126"/>
                  <a:pt x="60" y="126"/>
                  <a:pt x="60" y="126"/>
                </a:cubicBezTo>
                <a:cubicBezTo>
                  <a:pt x="60" y="148"/>
                  <a:pt x="60" y="148"/>
                  <a:pt x="60" y="148"/>
                </a:cubicBezTo>
                <a:cubicBezTo>
                  <a:pt x="60" y="151"/>
                  <a:pt x="59" y="153"/>
                  <a:pt x="58" y="155"/>
                </a:cubicBezTo>
                <a:cubicBezTo>
                  <a:pt x="56" y="157"/>
                  <a:pt x="53" y="158"/>
                  <a:pt x="51" y="158"/>
                </a:cubicBezTo>
                <a:cubicBezTo>
                  <a:pt x="48" y="158"/>
                  <a:pt x="46" y="157"/>
                  <a:pt x="44" y="155"/>
                </a:cubicBezTo>
                <a:cubicBezTo>
                  <a:pt x="42" y="153"/>
                  <a:pt x="41" y="151"/>
                  <a:pt x="41" y="148"/>
                </a:cubicBezTo>
                <a:cubicBezTo>
                  <a:pt x="41" y="126"/>
                  <a:pt x="41" y="126"/>
                  <a:pt x="41" y="126"/>
                </a:cubicBezTo>
                <a:cubicBezTo>
                  <a:pt x="34" y="126"/>
                  <a:pt x="34" y="126"/>
                  <a:pt x="34" y="126"/>
                </a:cubicBezTo>
                <a:cubicBezTo>
                  <a:pt x="31" y="126"/>
                  <a:pt x="29" y="125"/>
                  <a:pt x="27" y="123"/>
                </a:cubicBezTo>
                <a:cubicBezTo>
                  <a:pt x="25" y="121"/>
                  <a:pt x="23" y="119"/>
                  <a:pt x="23" y="116"/>
                </a:cubicBezTo>
                <a:cubicBezTo>
                  <a:pt x="23" y="53"/>
                  <a:pt x="23" y="53"/>
                  <a:pt x="23" y="53"/>
                </a:cubicBezTo>
                <a:lnTo>
                  <a:pt x="110" y="53"/>
                </a:lnTo>
                <a:close/>
                <a:moveTo>
                  <a:pt x="44" y="33"/>
                </a:moveTo>
                <a:cubicBezTo>
                  <a:pt x="45" y="34"/>
                  <a:pt x="46" y="34"/>
                  <a:pt x="47" y="34"/>
                </a:cubicBezTo>
                <a:cubicBezTo>
                  <a:pt x="48" y="34"/>
                  <a:pt x="49" y="34"/>
                  <a:pt x="50" y="33"/>
                </a:cubicBezTo>
                <a:cubicBezTo>
                  <a:pt x="50" y="32"/>
                  <a:pt x="51" y="31"/>
                  <a:pt x="51" y="30"/>
                </a:cubicBezTo>
                <a:cubicBezTo>
                  <a:pt x="51" y="29"/>
                  <a:pt x="50" y="28"/>
                  <a:pt x="50" y="28"/>
                </a:cubicBezTo>
                <a:cubicBezTo>
                  <a:pt x="49" y="27"/>
                  <a:pt x="48" y="26"/>
                  <a:pt x="47" y="26"/>
                </a:cubicBezTo>
                <a:cubicBezTo>
                  <a:pt x="46" y="26"/>
                  <a:pt x="45" y="27"/>
                  <a:pt x="44" y="28"/>
                </a:cubicBezTo>
                <a:cubicBezTo>
                  <a:pt x="44" y="28"/>
                  <a:pt x="43" y="29"/>
                  <a:pt x="43" y="30"/>
                </a:cubicBezTo>
                <a:cubicBezTo>
                  <a:pt x="43" y="31"/>
                  <a:pt x="44" y="32"/>
                  <a:pt x="44" y="33"/>
                </a:cubicBezTo>
                <a:close/>
                <a:moveTo>
                  <a:pt x="84" y="33"/>
                </a:moveTo>
                <a:cubicBezTo>
                  <a:pt x="85" y="34"/>
                  <a:pt x="86" y="34"/>
                  <a:pt x="87" y="34"/>
                </a:cubicBezTo>
                <a:cubicBezTo>
                  <a:pt x="88" y="34"/>
                  <a:pt x="89" y="34"/>
                  <a:pt x="89" y="33"/>
                </a:cubicBezTo>
                <a:cubicBezTo>
                  <a:pt x="90" y="32"/>
                  <a:pt x="90" y="31"/>
                  <a:pt x="90" y="30"/>
                </a:cubicBezTo>
                <a:cubicBezTo>
                  <a:pt x="90" y="29"/>
                  <a:pt x="90" y="28"/>
                  <a:pt x="89" y="28"/>
                </a:cubicBezTo>
                <a:cubicBezTo>
                  <a:pt x="89" y="27"/>
                  <a:pt x="88" y="26"/>
                  <a:pt x="87" y="26"/>
                </a:cubicBezTo>
                <a:cubicBezTo>
                  <a:pt x="86" y="26"/>
                  <a:pt x="85" y="27"/>
                  <a:pt x="84" y="28"/>
                </a:cubicBezTo>
                <a:cubicBezTo>
                  <a:pt x="84" y="28"/>
                  <a:pt x="83" y="29"/>
                  <a:pt x="83" y="30"/>
                </a:cubicBezTo>
                <a:cubicBezTo>
                  <a:pt x="83" y="31"/>
                  <a:pt x="84" y="32"/>
                  <a:pt x="84" y="33"/>
                </a:cubicBezTo>
                <a:close/>
                <a:moveTo>
                  <a:pt x="133" y="61"/>
                </a:moveTo>
                <a:cubicBezTo>
                  <a:pt x="133" y="102"/>
                  <a:pt x="133" y="102"/>
                  <a:pt x="133" y="102"/>
                </a:cubicBezTo>
                <a:cubicBezTo>
                  <a:pt x="133" y="104"/>
                  <a:pt x="133" y="107"/>
                  <a:pt x="131" y="108"/>
                </a:cubicBezTo>
                <a:cubicBezTo>
                  <a:pt x="129" y="110"/>
                  <a:pt x="126" y="111"/>
                  <a:pt x="124" y="111"/>
                </a:cubicBezTo>
                <a:cubicBezTo>
                  <a:pt x="121" y="111"/>
                  <a:pt x="119" y="110"/>
                  <a:pt x="117" y="108"/>
                </a:cubicBezTo>
                <a:cubicBezTo>
                  <a:pt x="115" y="107"/>
                  <a:pt x="114" y="104"/>
                  <a:pt x="114" y="102"/>
                </a:cubicBezTo>
                <a:cubicBezTo>
                  <a:pt x="114" y="61"/>
                  <a:pt x="114" y="61"/>
                  <a:pt x="114" y="61"/>
                </a:cubicBezTo>
                <a:cubicBezTo>
                  <a:pt x="114" y="58"/>
                  <a:pt x="115" y="56"/>
                  <a:pt x="117" y="54"/>
                </a:cubicBezTo>
                <a:cubicBezTo>
                  <a:pt x="119" y="52"/>
                  <a:pt x="121" y="51"/>
                  <a:pt x="124" y="51"/>
                </a:cubicBezTo>
                <a:cubicBezTo>
                  <a:pt x="126" y="51"/>
                  <a:pt x="129" y="52"/>
                  <a:pt x="131" y="54"/>
                </a:cubicBezTo>
                <a:cubicBezTo>
                  <a:pt x="133" y="56"/>
                  <a:pt x="133" y="58"/>
                  <a:pt x="133" y="6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45" name="Freeform 348"/>
          <p:cNvSpPr>
            <a:spLocks noEditPoints="1"/>
          </p:cNvSpPr>
          <p:nvPr/>
        </p:nvSpPr>
        <p:spPr bwMode="auto">
          <a:xfrm>
            <a:off x="8024780" y="4806698"/>
            <a:ext cx="205305" cy="244204"/>
          </a:xfrm>
          <a:custGeom>
            <a:avLst/>
            <a:gdLst>
              <a:gd name="T0" fmla="*/ 140 w 144"/>
              <a:gd name="T1" fmla="*/ 150 h 170"/>
              <a:gd name="T2" fmla="*/ 114 w 144"/>
              <a:gd name="T3" fmla="*/ 168 h 170"/>
              <a:gd name="T4" fmla="*/ 88 w 144"/>
              <a:gd name="T5" fmla="*/ 161 h 170"/>
              <a:gd name="T6" fmla="*/ 48 w 144"/>
              <a:gd name="T7" fmla="*/ 168 h 170"/>
              <a:gd name="T8" fmla="*/ 6 w 144"/>
              <a:gd name="T9" fmla="*/ 160 h 170"/>
              <a:gd name="T10" fmla="*/ 2 w 144"/>
              <a:gd name="T11" fmla="*/ 137 h 170"/>
              <a:gd name="T12" fmla="*/ 19 w 144"/>
              <a:gd name="T13" fmla="*/ 120 h 170"/>
              <a:gd name="T14" fmla="*/ 6 w 144"/>
              <a:gd name="T15" fmla="*/ 142 h 170"/>
              <a:gd name="T16" fmla="*/ 15 w 144"/>
              <a:gd name="T17" fmla="*/ 159 h 170"/>
              <a:gd name="T18" fmla="*/ 52 w 144"/>
              <a:gd name="T19" fmla="*/ 158 h 170"/>
              <a:gd name="T20" fmla="*/ 20 w 144"/>
              <a:gd name="T21" fmla="*/ 116 h 170"/>
              <a:gd name="T22" fmla="*/ 30 w 144"/>
              <a:gd name="T23" fmla="*/ 85 h 170"/>
              <a:gd name="T24" fmla="*/ 59 w 144"/>
              <a:gd name="T25" fmla="*/ 2 h 170"/>
              <a:gd name="T26" fmla="*/ 102 w 144"/>
              <a:gd name="T27" fmla="*/ 51 h 170"/>
              <a:gd name="T28" fmla="*/ 127 w 144"/>
              <a:gd name="T29" fmla="*/ 120 h 170"/>
              <a:gd name="T30" fmla="*/ 108 w 144"/>
              <a:gd name="T31" fmla="*/ 128 h 170"/>
              <a:gd name="T32" fmla="*/ 98 w 144"/>
              <a:gd name="T33" fmla="*/ 134 h 170"/>
              <a:gd name="T34" fmla="*/ 133 w 144"/>
              <a:gd name="T35" fmla="*/ 151 h 170"/>
              <a:gd name="T36" fmla="*/ 129 w 144"/>
              <a:gd name="T37" fmla="*/ 128 h 170"/>
              <a:gd name="T38" fmla="*/ 139 w 144"/>
              <a:gd name="T39" fmla="*/ 139 h 170"/>
              <a:gd name="T40" fmla="*/ 115 w 144"/>
              <a:gd name="T41" fmla="*/ 104 h 170"/>
              <a:gd name="T42" fmla="*/ 113 w 144"/>
              <a:gd name="T43" fmla="*/ 91 h 170"/>
              <a:gd name="T44" fmla="*/ 104 w 144"/>
              <a:gd name="T45" fmla="*/ 110 h 170"/>
              <a:gd name="T46" fmla="*/ 96 w 144"/>
              <a:gd name="T47" fmla="*/ 78 h 170"/>
              <a:gd name="T48" fmla="*/ 86 w 144"/>
              <a:gd name="T49" fmla="*/ 50 h 170"/>
              <a:gd name="T50" fmla="*/ 74 w 144"/>
              <a:gd name="T51" fmla="*/ 33 h 170"/>
              <a:gd name="T52" fmla="*/ 87 w 144"/>
              <a:gd name="T53" fmla="*/ 37 h 170"/>
              <a:gd name="T54" fmla="*/ 70 w 144"/>
              <a:gd name="T55" fmla="*/ 37 h 170"/>
              <a:gd name="T56" fmla="*/ 57 w 144"/>
              <a:gd name="T57" fmla="*/ 25 h 170"/>
              <a:gd name="T58" fmla="*/ 56 w 144"/>
              <a:gd name="T59" fmla="*/ 40 h 170"/>
              <a:gd name="T60" fmla="*/ 60 w 144"/>
              <a:gd name="T61" fmla="*/ 32 h 170"/>
              <a:gd name="T62" fmla="*/ 52 w 144"/>
              <a:gd name="T63" fmla="*/ 47 h 170"/>
              <a:gd name="T64" fmla="*/ 71 w 144"/>
              <a:gd name="T65" fmla="*/ 52 h 170"/>
              <a:gd name="T66" fmla="*/ 84 w 144"/>
              <a:gd name="T67" fmla="*/ 48 h 170"/>
              <a:gd name="T68" fmla="*/ 58 w 144"/>
              <a:gd name="T69" fmla="*/ 56 h 170"/>
              <a:gd name="T70" fmla="*/ 75 w 144"/>
              <a:gd name="T71" fmla="*/ 56 h 170"/>
              <a:gd name="T72" fmla="*/ 82 w 144"/>
              <a:gd name="T73" fmla="*/ 55 h 170"/>
              <a:gd name="T74" fmla="*/ 72 w 144"/>
              <a:gd name="T75" fmla="*/ 62 h 170"/>
              <a:gd name="T76" fmla="*/ 51 w 144"/>
              <a:gd name="T77" fmla="*/ 63 h 170"/>
              <a:gd name="T78" fmla="*/ 37 w 144"/>
              <a:gd name="T79" fmla="*/ 108 h 170"/>
              <a:gd name="T80" fmla="*/ 30 w 144"/>
              <a:gd name="T81" fmla="*/ 99 h 170"/>
              <a:gd name="T82" fmla="*/ 56 w 144"/>
              <a:gd name="T83" fmla="*/ 138 h 170"/>
              <a:gd name="T84" fmla="*/ 57 w 144"/>
              <a:gd name="T85" fmla="*/ 152 h 170"/>
              <a:gd name="T86" fmla="*/ 74 w 144"/>
              <a:gd name="T87" fmla="*/ 151 h 170"/>
              <a:gd name="T88" fmla="*/ 94 w 144"/>
              <a:gd name="T89" fmla="*/ 159 h 170"/>
              <a:gd name="T90" fmla="*/ 103 w 144"/>
              <a:gd name="T91" fmla="*/ 119 h 170"/>
              <a:gd name="T92" fmla="*/ 37 w 144"/>
              <a:gd name="T93" fmla="*/ 82 h 170"/>
              <a:gd name="T94" fmla="*/ 37 w 144"/>
              <a:gd name="T95" fmla="*/ 83 h 170"/>
              <a:gd name="T96" fmla="*/ 37 w 144"/>
              <a:gd name="T97" fmla="*/ 81 h 170"/>
              <a:gd name="T98" fmla="*/ 58 w 144"/>
              <a:gd name="T99" fmla="*/ 35 h 170"/>
              <a:gd name="T100" fmla="*/ 60 w 144"/>
              <a:gd name="T101" fmla="*/ 40 h 170"/>
              <a:gd name="T102" fmla="*/ 71 w 144"/>
              <a:gd name="T103" fmla="*/ 40 h 170"/>
              <a:gd name="T104" fmla="*/ 79 w 144"/>
              <a:gd name="T105" fmla="*/ 32 h 170"/>
              <a:gd name="T106" fmla="*/ 86 w 144"/>
              <a:gd name="T107" fmla="*/ 12 h 170"/>
              <a:gd name="T108" fmla="*/ 81 w 144"/>
              <a:gd name="T109" fmla="*/ 14 h 170"/>
              <a:gd name="T110" fmla="*/ 85 w 144"/>
              <a:gd name="T111" fmla="*/ 14 h 170"/>
              <a:gd name="T112" fmla="*/ 95 w 144"/>
              <a:gd name="T113" fmla="*/ 53 h 170"/>
              <a:gd name="T114" fmla="*/ 93 w 144"/>
              <a:gd name="T115" fmla="*/ 55 h 1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44" h="170">
                <a:moveTo>
                  <a:pt x="140" y="140"/>
                </a:moveTo>
                <a:cubicBezTo>
                  <a:pt x="142" y="141"/>
                  <a:pt x="143" y="141"/>
                  <a:pt x="143" y="142"/>
                </a:cubicBezTo>
                <a:cubicBezTo>
                  <a:pt x="144" y="143"/>
                  <a:pt x="144" y="144"/>
                  <a:pt x="144" y="144"/>
                </a:cubicBezTo>
                <a:cubicBezTo>
                  <a:pt x="144" y="145"/>
                  <a:pt x="144" y="146"/>
                  <a:pt x="144" y="146"/>
                </a:cubicBezTo>
                <a:cubicBezTo>
                  <a:pt x="144" y="147"/>
                  <a:pt x="143" y="148"/>
                  <a:pt x="143" y="149"/>
                </a:cubicBezTo>
                <a:cubicBezTo>
                  <a:pt x="142" y="149"/>
                  <a:pt x="141" y="150"/>
                  <a:pt x="140" y="150"/>
                </a:cubicBezTo>
                <a:cubicBezTo>
                  <a:pt x="140" y="151"/>
                  <a:pt x="139" y="152"/>
                  <a:pt x="138" y="152"/>
                </a:cubicBezTo>
                <a:cubicBezTo>
                  <a:pt x="136" y="153"/>
                  <a:pt x="135" y="153"/>
                  <a:pt x="135" y="154"/>
                </a:cubicBezTo>
                <a:cubicBezTo>
                  <a:pt x="134" y="154"/>
                  <a:pt x="133" y="155"/>
                  <a:pt x="132" y="155"/>
                </a:cubicBezTo>
                <a:cubicBezTo>
                  <a:pt x="130" y="156"/>
                  <a:pt x="130" y="156"/>
                  <a:pt x="129" y="156"/>
                </a:cubicBezTo>
                <a:cubicBezTo>
                  <a:pt x="127" y="158"/>
                  <a:pt x="124" y="159"/>
                  <a:pt x="121" y="162"/>
                </a:cubicBezTo>
                <a:cubicBezTo>
                  <a:pt x="118" y="164"/>
                  <a:pt x="116" y="166"/>
                  <a:pt x="114" y="168"/>
                </a:cubicBezTo>
                <a:cubicBezTo>
                  <a:pt x="113" y="169"/>
                  <a:pt x="111" y="169"/>
                  <a:pt x="107" y="170"/>
                </a:cubicBezTo>
                <a:cubicBezTo>
                  <a:pt x="104" y="170"/>
                  <a:pt x="101" y="169"/>
                  <a:pt x="99" y="168"/>
                </a:cubicBezTo>
                <a:cubicBezTo>
                  <a:pt x="98" y="168"/>
                  <a:pt x="97" y="167"/>
                  <a:pt x="96" y="166"/>
                </a:cubicBezTo>
                <a:cubicBezTo>
                  <a:pt x="95" y="165"/>
                  <a:pt x="95" y="164"/>
                  <a:pt x="95" y="164"/>
                </a:cubicBezTo>
                <a:cubicBezTo>
                  <a:pt x="94" y="163"/>
                  <a:pt x="94" y="162"/>
                  <a:pt x="93" y="162"/>
                </a:cubicBezTo>
                <a:cubicBezTo>
                  <a:pt x="91" y="161"/>
                  <a:pt x="90" y="161"/>
                  <a:pt x="88" y="161"/>
                </a:cubicBezTo>
                <a:cubicBezTo>
                  <a:pt x="85" y="161"/>
                  <a:pt x="81" y="161"/>
                  <a:pt x="76" y="161"/>
                </a:cubicBezTo>
                <a:cubicBezTo>
                  <a:pt x="75" y="161"/>
                  <a:pt x="73" y="161"/>
                  <a:pt x="70" y="161"/>
                </a:cubicBezTo>
                <a:cubicBezTo>
                  <a:pt x="68" y="161"/>
                  <a:pt x="66" y="161"/>
                  <a:pt x="65" y="161"/>
                </a:cubicBezTo>
                <a:cubicBezTo>
                  <a:pt x="62" y="161"/>
                  <a:pt x="60" y="162"/>
                  <a:pt x="57" y="163"/>
                </a:cubicBezTo>
                <a:cubicBezTo>
                  <a:pt x="55" y="163"/>
                  <a:pt x="53" y="164"/>
                  <a:pt x="52" y="165"/>
                </a:cubicBezTo>
                <a:cubicBezTo>
                  <a:pt x="51" y="166"/>
                  <a:pt x="50" y="167"/>
                  <a:pt x="48" y="168"/>
                </a:cubicBezTo>
                <a:cubicBezTo>
                  <a:pt x="47" y="169"/>
                  <a:pt x="45" y="169"/>
                  <a:pt x="43" y="169"/>
                </a:cubicBezTo>
                <a:cubicBezTo>
                  <a:pt x="41" y="169"/>
                  <a:pt x="38" y="168"/>
                  <a:pt x="33" y="166"/>
                </a:cubicBezTo>
                <a:cubicBezTo>
                  <a:pt x="27" y="164"/>
                  <a:pt x="23" y="163"/>
                  <a:pt x="19" y="162"/>
                </a:cubicBezTo>
                <a:cubicBezTo>
                  <a:pt x="18" y="162"/>
                  <a:pt x="16" y="162"/>
                  <a:pt x="14" y="161"/>
                </a:cubicBezTo>
                <a:cubicBezTo>
                  <a:pt x="12" y="161"/>
                  <a:pt x="10" y="161"/>
                  <a:pt x="9" y="160"/>
                </a:cubicBezTo>
                <a:cubicBezTo>
                  <a:pt x="8" y="160"/>
                  <a:pt x="7" y="160"/>
                  <a:pt x="6" y="160"/>
                </a:cubicBezTo>
                <a:cubicBezTo>
                  <a:pt x="4" y="159"/>
                  <a:pt x="3" y="159"/>
                  <a:pt x="2" y="158"/>
                </a:cubicBezTo>
                <a:cubicBezTo>
                  <a:pt x="2" y="158"/>
                  <a:pt x="1" y="157"/>
                  <a:pt x="1" y="156"/>
                </a:cubicBezTo>
                <a:cubicBezTo>
                  <a:pt x="0" y="155"/>
                  <a:pt x="0" y="153"/>
                  <a:pt x="1" y="150"/>
                </a:cubicBezTo>
                <a:cubicBezTo>
                  <a:pt x="3" y="147"/>
                  <a:pt x="3" y="146"/>
                  <a:pt x="3" y="145"/>
                </a:cubicBezTo>
                <a:cubicBezTo>
                  <a:pt x="3" y="144"/>
                  <a:pt x="3" y="143"/>
                  <a:pt x="3" y="141"/>
                </a:cubicBezTo>
                <a:cubicBezTo>
                  <a:pt x="2" y="140"/>
                  <a:pt x="2" y="138"/>
                  <a:pt x="2" y="137"/>
                </a:cubicBezTo>
                <a:cubicBezTo>
                  <a:pt x="2" y="136"/>
                  <a:pt x="1" y="135"/>
                  <a:pt x="1" y="134"/>
                </a:cubicBezTo>
                <a:cubicBezTo>
                  <a:pt x="1" y="132"/>
                  <a:pt x="2" y="132"/>
                  <a:pt x="2" y="131"/>
                </a:cubicBezTo>
                <a:cubicBezTo>
                  <a:pt x="3" y="130"/>
                  <a:pt x="5" y="130"/>
                  <a:pt x="8" y="130"/>
                </a:cubicBezTo>
                <a:cubicBezTo>
                  <a:pt x="11" y="130"/>
                  <a:pt x="12" y="129"/>
                  <a:pt x="13" y="129"/>
                </a:cubicBezTo>
                <a:cubicBezTo>
                  <a:pt x="15" y="127"/>
                  <a:pt x="17" y="126"/>
                  <a:pt x="17" y="125"/>
                </a:cubicBezTo>
                <a:cubicBezTo>
                  <a:pt x="18" y="124"/>
                  <a:pt x="19" y="123"/>
                  <a:pt x="19" y="120"/>
                </a:cubicBezTo>
                <a:cubicBezTo>
                  <a:pt x="20" y="125"/>
                  <a:pt x="19" y="128"/>
                  <a:pt x="16" y="130"/>
                </a:cubicBezTo>
                <a:cubicBezTo>
                  <a:pt x="14" y="132"/>
                  <a:pt x="11" y="132"/>
                  <a:pt x="8" y="132"/>
                </a:cubicBezTo>
                <a:cubicBezTo>
                  <a:pt x="6" y="132"/>
                  <a:pt x="4" y="132"/>
                  <a:pt x="4" y="133"/>
                </a:cubicBezTo>
                <a:cubicBezTo>
                  <a:pt x="3" y="134"/>
                  <a:pt x="3" y="136"/>
                  <a:pt x="4" y="138"/>
                </a:cubicBezTo>
                <a:cubicBezTo>
                  <a:pt x="4" y="139"/>
                  <a:pt x="5" y="139"/>
                  <a:pt x="5" y="140"/>
                </a:cubicBezTo>
                <a:cubicBezTo>
                  <a:pt x="5" y="141"/>
                  <a:pt x="6" y="141"/>
                  <a:pt x="6" y="142"/>
                </a:cubicBezTo>
                <a:cubicBezTo>
                  <a:pt x="6" y="142"/>
                  <a:pt x="6" y="143"/>
                  <a:pt x="6" y="143"/>
                </a:cubicBezTo>
                <a:cubicBezTo>
                  <a:pt x="6" y="144"/>
                  <a:pt x="6" y="145"/>
                  <a:pt x="6" y="145"/>
                </a:cubicBezTo>
                <a:cubicBezTo>
                  <a:pt x="6" y="146"/>
                  <a:pt x="6" y="148"/>
                  <a:pt x="5" y="150"/>
                </a:cubicBezTo>
                <a:cubicBezTo>
                  <a:pt x="4" y="152"/>
                  <a:pt x="3" y="154"/>
                  <a:pt x="3" y="155"/>
                </a:cubicBezTo>
                <a:cubicBezTo>
                  <a:pt x="3" y="156"/>
                  <a:pt x="5" y="156"/>
                  <a:pt x="7" y="157"/>
                </a:cubicBezTo>
                <a:cubicBezTo>
                  <a:pt x="8" y="157"/>
                  <a:pt x="11" y="158"/>
                  <a:pt x="15" y="159"/>
                </a:cubicBezTo>
                <a:cubicBezTo>
                  <a:pt x="19" y="160"/>
                  <a:pt x="22" y="160"/>
                  <a:pt x="24" y="161"/>
                </a:cubicBezTo>
                <a:cubicBezTo>
                  <a:pt x="26" y="161"/>
                  <a:pt x="28" y="162"/>
                  <a:pt x="31" y="163"/>
                </a:cubicBezTo>
                <a:cubicBezTo>
                  <a:pt x="34" y="164"/>
                  <a:pt x="37" y="164"/>
                  <a:pt x="39" y="165"/>
                </a:cubicBezTo>
                <a:cubicBezTo>
                  <a:pt x="41" y="165"/>
                  <a:pt x="43" y="165"/>
                  <a:pt x="44" y="165"/>
                </a:cubicBezTo>
                <a:cubicBezTo>
                  <a:pt x="47" y="165"/>
                  <a:pt x="49" y="164"/>
                  <a:pt x="50" y="163"/>
                </a:cubicBezTo>
                <a:cubicBezTo>
                  <a:pt x="52" y="161"/>
                  <a:pt x="52" y="160"/>
                  <a:pt x="52" y="158"/>
                </a:cubicBezTo>
                <a:cubicBezTo>
                  <a:pt x="53" y="156"/>
                  <a:pt x="52" y="155"/>
                  <a:pt x="52" y="153"/>
                </a:cubicBezTo>
                <a:cubicBezTo>
                  <a:pt x="51" y="151"/>
                  <a:pt x="51" y="149"/>
                  <a:pt x="50" y="148"/>
                </a:cubicBezTo>
                <a:cubicBezTo>
                  <a:pt x="49" y="146"/>
                  <a:pt x="49" y="145"/>
                  <a:pt x="48" y="144"/>
                </a:cubicBezTo>
                <a:cubicBezTo>
                  <a:pt x="40" y="132"/>
                  <a:pt x="35" y="125"/>
                  <a:pt x="32" y="121"/>
                </a:cubicBezTo>
                <a:cubicBezTo>
                  <a:pt x="28" y="117"/>
                  <a:pt x="24" y="115"/>
                  <a:pt x="21" y="118"/>
                </a:cubicBezTo>
                <a:cubicBezTo>
                  <a:pt x="21" y="118"/>
                  <a:pt x="20" y="118"/>
                  <a:pt x="20" y="116"/>
                </a:cubicBezTo>
                <a:cubicBezTo>
                  <a:pt x="20" y="115"/>
                  <a:pt x="20" y="114"/>
                  <a:pt x="20" y="113"/>
                </a:cubicBezTo>
                <a:cubicBezTo>
                  <a:pt x="20" y="111"/>
                  <a:pt x="20" y="109"/>
                  <a:pt x="21" y="108"/>
                </a:cubicBezTo>
                <a:cubicBezTo>
                  <a:pt x="21" y="106"/>
                  <a:pt x="22" y="105"/>
                  <a:pt x="23" y="103"/>
                </a:cubicBezTo>
                <a:cubicBezTo>
                  <a:pt x="24" y="102"/>
                  <a:pt x="25" y="100"/>
                  <a:pt x="25" y="99"/>
                </a:cubicBezTo>
                <a:cubicBezTo>
                  <a:pt x="26" y="98"/>
                  <a:pt x="26" y="96"/>
                  <a:pt x="28" y="92"/>
                </a:cubicBezTo>
                <a:cubicBezTo>
                  <a:pt x="29" y="89"/>
                  <a:pt x="30" y="87"/>
                  <a:pt x="30" y="85"/>
                </a:cubicBezTo>
                <a:cubicBezTo>
                  <a:pt x="31" y="83"/>
                  <a:pt x="32" y="81"/>
                  <a:pt x="33" y="79"/>
                </a:cubicBezTo>
                <a:cubicBezTo>
                  <a:pt x="34" y="77"/>
                  <a:pt x="36" y="75"/>
                  <a:pt x="37" y="74"/>
                </a:cubicBezTo>
                <a:cubicBezTo>
                  <a:pt x="44" y="65"/>
                  <a:pt x="48" y="59"/>
                  <a:pt x="49" y="56"/>
                </a:cubicBezTo>
                <a:cubicBezTo>
                  <a:pt x="48" y="49"/>
                  <a:pt x="47" y="39"/>
                  <a:pt x="47" y="26"/>
                </a:cubicBezTo>
                <a:cubicBezTo>
                  <a:pt x="47" y="21"/>
                  <a:pt x="48" y="16"/>
                  <a:pt x="49" y="12"/>
                </a:cubicBezTo>
                <a:cubicBezTo>
                  <a:pt x="51" y="8"/>
                  <a:pt x="54" y="5"/>
                  <a:pt x="59" y="2"/>
                </a:cubicBezTo>
                <a:cubicBezTo>
                  <a:pt x="62" y="1"/>
                  <a:pt x="65" y="0"/>
                  <a:pt x="69" y="0"/>
                </a:cubicBezTo>
                <a:cubicBezTo>
                  <a:pt x="73" y="0"/>
                  <a:pt x="76" y="1"/>
                  <a:pt x="79" y="1"/>
                </a:cubicBezTo>
                <a:cubicBezTo>
                  <a:pt x="83" y="2"/>
                  <a:pt x="85" y="4"/>
                  <a:pt x="88" y="5"/>
                </a:cubicBezTo>
                <a:cubicBezTo>
                  <a:pt x="91" y="8"/>
                  <a:pt x="94" y="12"/>
                  <a:pt x="96" y="17"/>
                </a:cubicBezTo>
                <a:cubicBezTo>
                  <a:pt x="99" y="22"/>
                  <a:pt x="99" y="27"/>
                  <a:pt x="99" y="31"/>
                </a:cubicBezTo>
                <a:cubicBezTo>
                  <a:pt x="99" y="37"/>
                  <a:pt x="100" y="44"/>
                  <a:pt x="102" y="51"/>
                </a:cubicBezTo>
                <a:cubicBezTo>
                  <a:pt x="104" y="58"/>
                  <a:pt x="108" y="65"/>
                  <a:pt x="115" y="72"/>
                </a:cubicBezTo>
                <a:cubicBezTo>
                  <a:pt x="118" y="75"/>
                  <a:pt x="121" y="81"/>
                  <a:pt x="124" y="87"/>
                </a:cubicBezTo>
                <a:cubicBezTo>
                  <a:pt x="127" y="94"/>
                  <a:pt x="129" y="100"/>
                  <a:pt x="130" y="105"/>
                </a:cubicBezTo>
                <a:cubicBezTo>
                  <a:pt x="130" y="108"/>
                  <a:pt x="130" y="111"/>
                  <a:pt x="130" y="113"/>
                </a:cubicBezTo>
                <a:cubicBezTo>
                  <a:pt x="130" y="115"/>
                  <a:pt x="129" y="117"/>
                  <a:pt x="129" y="118"/>
                </a:cubicBezTo>
                <a:cubicBezTo>
                  <a:pt x="128" y="120"/>
                  <a:pt x="128" y="120"/>
                  <a:pt x="127" y="120"/>
                </a:cubicBezTo>
                <a:cubicBezTo>
                  <a:pt x="126" y="121"/>
                  <a:pt x="126" y="121"/>
                  <a:pt x="125" y="122"/>
                </a:cubicBezTo>
                <a:cubicBezTo>
                  <a:pt x="124" y="123"/>
                  <a:pt x="123" y="124"/>
                  <a:pt x="122" y="126"/>
                </a:cubicBezTo>
                <a:cubicBezTo>
                  <a:pt x="121" y="127"/>
                  <a:pt x="120" y="128"/>
                  <a:pt x="118" y="129"/>
                </a:cubicBezTo>
                <a:cubicBezTo>
                  <a:pt x="117" y="130"/>
                  <a:pt x="115" y="130"/>
                  <a:pt x="113" y="130"/>
                </a:cubicBezTo>
                <a:cubicBezTo>
                  <a:pt x="112" y="130"/>
                  <a:pt x="111" y="130"/>
                  <a:pt x="110" y="130"/>
                </a:cubicBezTo>
                <a:cubicBezTo>
                  <a:pt x="109" y="129"/>
                  <a:pt x="108" y="129"/>
                  <a:pt x="108" y="128"/>
                </a:cubicBezTo>
                <a:cubicBezTo>
                  <a:pt x="107" y="128"/>
                  <a:pt x="107" y="127"/>
                  <a:pt x="106" y="127"/>
                </a:cubicBezTo>
                <a:cubicBezTo>
                  <a:pt x="106" y="127"/>
                  <a:pt x="106" y="126"/>
                  <a:pt x="105" y="125"/>
                </a:cubicBezTo>
                <a:cubicBezTo>
                  <a:pt x="105" y="124"/>
                  <a:pt x="104" y="123"/>
                  <a:pt x="104" y="123"/>
                </a:cubicBezTo>
                <a:cubicBezTo>
                  <a:pt x="103" y="121"/>
                  <a:pt x="102" y="120"/>
                  <a:pt x="100" y="120"/>
                </a:cubicBezTo>
                <a:cubicBezTo>
                  <a:pt x="99" y="121"/>
                  <a:pt x="98" y="122"/>
                  <a:pt x="98" y="125"/>
                </a:cubicBezTo>
                <a:cubicBezTo>
                  <a:pt x="97" y="128"/>
                  <a:pt x="97" y="131"/>
                  <a:pt x="98" y="134"/>
                </a:cubicBezTo>
                <a:cubicBezTo>
                  <a:pt x="100" y="139"/>
                  <a:pt x="100" y="145"/>
                  <a:pt x="99" y="153"/>
                </a:cubicBezTo>
                <a:cubicBezTo>
                  <a:pt x="98" y="157"/>
                  <a:pt x="99" y="160"/>
                  <a:pt x="100" y="162"/>
                </a:cubicBezTo>
                <a:cubicBezTo>
                  <a:pt x="102" y="164"/>
                  <a:pt x="104" y="165"/>
                  <a:pt x="107" y="165"/>
                </a:cubicBezTo>
                <a:cubicBezTo>
                  <a:pt x="110" y="165"/>
                  <a:pt x="113" y="164"/>
                  <a:pt x="115" y="162"/>
                </a:cubicBezTo>
                <a:cubicBezTo>
                  <a:pt x="119" y="159"/>
                  <a:pt x="122" y="157"/>
                  <a:pt x="124" y="156"/>
                </a:cubicBezTo>
                <a:cubicBezTo>
                  <a:pt x="126" y="154"/>
                  <a:pt x="129" y="153"/>
                  <a:pt x="133" y="151"/>
                </a:cubicBezTo>
                <a:cubicBezTo>
                  <a:pt x="137" y="150"/>
                  <a:pt x="139" y="149"/>
                  <a:pt x="141" y="148"/>
                </a:cubicBezTo>
                <a:cubicBezTo>
                  <a:pt x="142" y="147"/>
                  <a:pt x="143" y="146"/>
                  <a:pt x="142" y="145"/>
                </a:cubicBezTo>
                <a:cubicBezTo>
                  <a:pt x="142" y="144"/>
                  <a:pt x="141" y="143"/>
                  <a:pt x="140" y="142"/>
                </a:cubicBezTo>
                <a:cubicBezTo>
                  <a:pt x="139" y="141"/>
                  <a:pt x="137" y="141"/>
                  <a:pt x="135" y="140"/>
                </a:cubicBezTo>
                <a:cubicBezTo>
                  <a:pt x="133" y="139"/>
                  <a:pt x="132" y="138"/>
                  <a:pt x="131" y="135"/>
                </a:cubicBezTo>
                <a:cubicBezTo>
                  <a:pt x="130" y="133"/>
                  <a:pt x="129" y="131"/>
                  <a:pt x="129" y="128"/>
                </a:cubicBezTo>
                <a:cubicBezTo>
                  <a:pt x="129" y="126"/>
                  <a:pt x="130" y="125"/>
                  <a:pt x="131" y="124"/>
                </a:cubicBezTo>
                <a:cubicBezTo>
                  <a:pt x="131" y="126"/>
                  <a:pt x="131" y="128"/>
                  <a:pt x="131" y="129"/>
                </a:cubicBezTo>
                <a:cubicBezTo>
                  <a:pt x="132" y="131"/>
                  <a:pt x="132" y="132"/>
                  <a:pt x="133" y="133"/>
                </a:cubicBezTo>
                <a:cubicBezTo>
                  <a:pt x="133" y="134"/>
                  <a:pt x="134" y="135"/>
                  <a:pt x="135" y="136"/>
                </a:cubicBezTo>
                <a:cubicBezTo>
                  <a:pt x="136" y="137"/>
                  <a:pt x="136" y="137"/>
                  <a:pt x="137" y="138"/>
                </a:cubicBezTo>
                <a:cubicBezTo>
                  <a:pt x="137" y="138"/>
                  <a:pt x="138" y="138"/>
                  <a:pt x="139" y="139"/>
                </a:cubicBezTo>
                <a:cubicBezTo>
                  <a:pt x="140" y="139"/>
                  <a:pt x="140" y="140"/>
                  <a:pt x="140" y="140"/>
                </a:cubicBezTo>
                <a:close/>
                <a:moveTo>
                  <a:pt x="118" y="115"/>
                </a:moveTo>
                <a:cubicBezTo>
                  <a:pt x="118" y="114"/>
                  <a:pt x="117" y="112"/>
                  <a:pt x="113" y="111"/>
                </a:cubicBezTo>
                <a:cubicBezTo>
                  <a:pt x="113" y="110"/>
                  <a:pt x="114" y="109"/>
                  <a:pt x="114" y="108"/>
                </a:cubicBezTo>
                <a:cubicBezTo>
                  <a:pt x="114" y="107"/>
                  <a:pt x="114" y="107"/>
                  <a:pt x="114" y="106"/>
                </a:cubicBezTo>
                <a:cubicBezTo>
                  <a:pt x="114" y="105"/>
                  <a:pt x="115" y="104"/>
                  <a:pt x="115" y="104"/>
                </a:cubicBezTo>
                <a:cubicBezTo>
                  <a:pt x="115" y="103"/>
                  <a:pt x="115" y="102"/>
                  <a:pt x="115" y="102"/>
                </a:cubicBezTo>
                <a:cubicBezTo>
                  <a:pt x="115" y="101"/>
                  <a:pt x="115" y="100"/>
                  <a:pt x="115" y="100"/>
                </a:cubicBezTo>
                <a:cubicBezTo>
                  <a:pt x="115" y="99"/>
                  <a:pt x="114" y="99"/>
                  <a:pt x="114" y="98"/>
                </a:cubicBezTo>
                <a:cubicBezTo>
                  <a:pt x="114" y="97"/>
                  <a:pt x="114" y="96"/>
                  <a:pt x="114" y="96"/>
                </a:cubicBezTo>
                <a:cubicBezTo>
                  <a:pt x="114" y="95"/>
                  <a:pt x="114" y="95"/>
                  <a:pt x="113" y="93"/>
                </a:cubicBezTo>
                <a:cubicBezTo>
                  <a:pt x="113" y="92"/>
                  <a:pt x="113" y="91"/>
                  <a:pt x="113" y="91"/>
                </a:cubicBezTo>
                <a:cubicBezTo>
                  <a:pt x="112" y="88"/>
                  <a:pt x="111" y="85"/>
                  <a:pt x="108" y="81"/>
                </a:cubicBezTo>
                <a:cubicBezTo>
                  <a:pt x="106" y="78"/>
                  <a:pt x="104" y="75"/>
                  <a:pt x="102" y="74"/>
                </a:cubicBezTo>
                <a:cubicBezTo>
                  <a:pt x="103" y="75"/>
                  <a:pt x="105" y="78"/>
                  <a:pt x="107" y="82"/>
                </a:cubicBezTo>
                <a:cubicBezTo>
                  <a:pt x="112" y="92"/>
                  <a:pt x="114" y="101"/>
                  <a:pt x="112" y="108"/>
                </a:cubicBezTo>
                <a:cubicBezTo>
                  <a:pt x="111" y="111"/>
                  <a:pt x="110" y="112"/>
                  <a:pt x="107" y="112"/>
                </a:cubicBezTo>
                <a:cubicBezTo>
                  <a:pt x="105" y="112"/>
                  <a:pt x="104" y="112"/>
                  <a:pt x="104" y="110"/>
                </a:cubicBezTo>
                <a:cubicBezTo>
                  <a:pt x="103" y="109"/>
                  <a:pt x="103" y="106"/>
                  <a:pt x="103" y="102"/>
                </a:cubicBezTo>
                <a:cubicBezTo>
                  <a:pt x="103" y="99"/>
                  <a:pt x="103" y="95"/>
                  <a:pt x="102" y="92"/>
                </a:cubicBezTo>
                <a:cubicBezTo>
                  <a:pt x="101" y="90"/>
                  <a:pt x="101" y="88"/>
                  <a:pt x="100" y="86"/>
                </a:cubicBezTo>
                <a:cubicBezTo>
                  <a:pt x="99" y="84"/>
                  <a:pt x="99" y="82"/>
                  <a:pt x="98" y="81"/>
                </a:cubicBezTo>
                <a:cubicBezTo>
                  <a:pt x="98" y="80"/>
                  <a:pt x="97" y="80"/>
                  <a:pt x="97" y="79"/>
                </a:cubicBezTo>
                <a:cubicBezTo>
                  <a:pt x="96" y="79"/>
                  <a:pt x="96" y="78"/>
                  <a:pt x="96" y="78"/>
                </a:cubicBezTo>
                <a:cubicBezTo>
                  <a:pt x="95" y="77"/>
                  <a:pt x="95" y="77"/>
                  <a:pt x="95" y="77"/>
                </a:cubicBezTo>
                <a:cubicBezTo>
                  <a:pt x="94" y="73"/>
                  <a:pt x="93" y="70"/>
                  <a:pt x="92" y="67"/>
                </a:cubicBezTo>
                <a:cubicBezTo>
                  <a:pt x="91" y="65"/>
                  <a:pt x="90" y="63"/>
                  <a:pt x="89" y="62"/>
                </a:cubicBezTo>
                <a:cubicBezTo>
                  <a:pt x="88" y="61"/>
                  <a:pt x="88" y="60"/>
                  <a:pt x="87" y="59"/>
                </a:cubicBezTo>
                <a:cubicBezTo>
                  <a:pt x="86" y="58"/>
                  <a:pt x="86" y="57"/>
                  <a:pt x="85" y="55"/>
                </a:cubicBezTo>
                <a:cubicBezTo>
                  <a:pt x="85" y="54"/>
                  <a:pt x="85" y="52"/>
                  <a:pt x="86" y="50"/>
                </a:cubicBezTo>
                <a:cubicBezTo>
                  <a:pt x="87" y="48"/>
                  <a:pt x="87" y="46"/>
                  <a:pt x="86" y="45"/>
                </a:cubicBezTo>
                <a:cubicBezTo>
                  <a:pt x="86" y="44"/>
                  <a:pt x="85" y="44"/>
                  <a:pt x="82" y="43"/>
                </a:cubicBezTo>
                <a:cubicBezTo>
                  <a:pt x="81" y="43"/>
                  <a:pt x="80" y="42"/>
                  <a:pt x="78" y="41"/>
                </a:cubicBezTo>
                <a:cubicBezTo>
                  <a:pt x="76" y="40"/>
                  <a:pt x="75" y="40"/>
                  <a:pt x="75" y="40"/>
                </a:cubicBezTo>
                <a:cubicBezTo>
                  <a:pt x="74" y="40"/>
                  <a:pt x="74" y="39"/>
                  <a:pt x="74" y="37"/>
                </a:cubicBezTo>
                <a:cubicBezTo>
                  <a:pt x="73" y="36"/>
                  <a:pt x="74" y="34"/>
                  <a:pt x="74" y="33"/>
                </a:cubicBezTo>
                <a:cubicBezTo>
                  <a:pt x="75" y="31"/>
                  <a:pt x="76" y="30"/>
                  <a:pt x="78" y="30"/>
                </a:cubicBezTo>
                <a:cubicBezTo>
                  <a:pt x="80" y="30"/>
                  <a:pt x="82" y="31"/>
                  <a:pt x="83" y="33"/>
                </a:cubicBezTo>
                <a:cubicBezTo>
                  <a:pt x="83" y="35"/>
                  <a:pt x="84" y="37"/>
                  <a:pt x="83" y="38"/>
                </a:cubicBezTo>
                <a:cubicBezTo>
                  <a:pt x="82" y="40"/>
                  <a:pt x="82" y="40"/>
                  <a:pt x="83" y="41"/>
                </a:cubicBezTo>
                <a:cubicBezTo>
                  <a:pt x="83" y="41"/>
                  <a:pt x="84" y="41"/>
                  <a:pt x="86" y="41"/>
                </a:cubicBezTo>
                <a:cubicBezTo>
                  <a:pt x="86" y="41"/>
                  <a:pt x="87" y="39"/>
                  <a:pt x="87" y="37"/>
                </a:cubicBezTo>
                <a:cubicBezTo>
                  <a:pt x="87" y="35"/>
                  <a:pt x="87" y="34"/>
                  <a:pt x="87" y="34"/>
                </a:cubicBezTo>
                <a:cubicBezTo>
                  <a:pt x="87" y="32"/>
                  <a:pt x="86" y="30"/>
                  <a:pt x="86" y="29"/>
                </a:cubicBezTo>
                <a:cubicBezTo>
                  <a:pt x="85" y="28"/>
                  <a:pt x="84" y="27"/>
                  <a:pt x="84" y="26"/>
                </a:cubicBezTo>
                <a:cubicBezTo>
                  <a:pt x="83" y="26"/>
                  <a:pt x="82" y="25"/>
                  <a:pt x="81" y="25"/>
                </a:cubicBezTo>
                <a:cubicBezTo>
                  <a:pt x="81" y="25"/>
                  <a:pt x="80" y="24"/>
                  <a:pt x="79" y="24"/>
                </a:cubicBezTo>
                <a:cubicBezTo>
                  <a:pt x="72" y="25"/>
                  <a:pt x="69" y="29"/>
                  <a:pt x="70" y="37"/>
                </a:cubicBezTo>
                <a:cubicBezTo>
                  <a:pt x="70" y="38"/>
                  <a:pt x="70" y="38"/>
                  <a:pt x="70" y="38"/>
                </a:cubicBezTo>
                <a:cubicBezTo>
                  <a:pt x="70" y="38"/>
                  <a:pt x="69" y="37"/>
                  <a:pt x="68" y="37"/>
                </a:cubicBezTo>
                <a:cubicBezTo>
                  <a:pt x="66" y="37"/>
                  <a:pt x="65" y="37"/>
                  <a:pt x="64" y="37"/>
                </a:cubicBezTo>
                <a:cubicBezTo>
                  <a:pt x="64" y="37"/>
                  <a:pt x="63" y="37"/>
                  <a:pt x="63" y="37"/>
                </a:cubicBezTo>
                <a:cubicBezTo>
                  <a:pt x="63" y="33"/>
                  <a:pt x="62" y="30"/>
                  <a:pt x="61" y="28"/>
                </a:cubicBezTo>
                <a:cubicBezTo>
                  <a:pt x="60" y="26"/>
                  <a:pt x="59" y="25"/>
                  <a:pt x="57" y="25"/>
                </a:cubicBezTo>
                <a:cubicBezTo>
                  <a:pt x="55" y="25"/>
                  <a:pt x="54" y="26"/>
                  <a:pt x="53" y="28"/>
                </a:cubicBezTo>
                <a:cubicBezTo>
                  <a:pt x="52" y="30"/>
                  <a:pt x="52" y="31"/>
                  <a:pt x="52" y="33"/>
                </a:cubicBezTo>
                <a:cubicBezTo>
                  <a:pt x="52" y="34"/>
                  <a:pt x="52" y="36"/>
                  <a:pt x="52" y="37"/>
                </a:cubicBezTo>
                <a:cubicBezTo>
                  <a:pt x="52" y="38"/>
                  <a:pt x="53" y="39"/>
                  <a:pt x="53" y="40"/>
                </a:cubicBezTo>
                <a:cubicBezTo>
                  <a:pt x="54" y="41"/>
                  <a:pt x="54" y="42"/>
                  <a:pt x="55" y="42"/>
                </a:cubicBezTo>
                <a:cubicBezTo>
                  <a:pt x="55" y="42"/>
                  <a:pt x="56" y="41"/>
                  <a:pt x="56" y="40"/>
                </a:cubicBezTo>
                <a:cubicBezTo>
                  <a:pt x="56" y="40"/>
                  <a:pt x="56" y="40"/>
                  <a:pt x="56" y="40"/>
                </a:cubicBezTo>
                <a:cubicBezTo>
                  <a:pt x="55" y="40"/>
                  <a:pt x="55" y="39"/>
                  <a:pt x="54" y="38"/>
                </a:cubicBezTo>
                <a:cubicBezTo>
                  <a:pt x="54" y="37"/>
                  <a:pt x="53" y="36"/>
                  <a:pt x="53" y="35"/>
                </a:cubicBezTo>
                <a:cubicBezTo>
                  <a:pt x="53" y="34"/>
                  <a:pt x="53" y="33"/>
                  <a:pt x="54" y="32"/>
                </a:cubicBezTo>
                <a:cubicBezTo>
                  <a:pt x="55" y="31"/>
                  <a:pt x="56" y="30"/>
                  <a:pt x="57" y="30"/>
                </a:cubicBezTo>
                <a:cubicBezTo>
                  <a:pt x="58" y="30"/>
                  <a:pt x="59" y="31"/>
                  <a:pt x="60" y="32"/>
                </a:cubicBezTo>
                <a:cubicBezTo>
                  <a:pt x="60" y="34"/>
                  <a:pt x="61" y="35"/>
                  <a:pt x="61" y="36"/>
                </a:cubicBezTo>
                <a:cubicBezTo>
                  <a:pt x="61" y="37"/>
                  <a:pt x="61" y="38"/>
                  <a:pt x="61" y="38"/>
                </a:cubicBezTo>
                <a:cubicBezTo>
                  <a:pt x="59" y="39"/>
                  <a:pt x="58" y="40"/>
                  <a:pt x="58" y="41"/>
                </a:cubicBezTo>
                <a:cubicBezTo>
                  <a:pt x="57" y="42"/>
                  <a:pt x="56" y="42"/>
                  <a:pt x="55" y="43"/>
                </a:cubicBezTo>
                <a:cubicBezTo>
                  <a:pt x="54" y="44"/>
                  <a:pt x="53" y="44"/>
                  <a:pt x="53" y="44"/>
                </a:cubicBezTo>
                <a:cubicBezTo>
                  <a:pt x="52" y="45"/>
                  <a:pt x="52" y="46"/>
                  <a:pt x="52" y="47"/>
                </a:cubicBezTo>
                <a:cubicBezTo>
                  <a:pt x="51" y="48"/>
                  <a:pt x="52" y="48"/>
                  <a:pt x="52" y="48"/>
                </a:cubicBezTo>
                <a:cubicBezTo>
                  <a:pt x="53" y="49"/>
                  <a:pt x="54" y="50"/>
                  <a:pt x="55" y="50"/>
                </a:cubicBezTo>
                <a:cubicBezTo>
                  <a:pt x="55" y="51"/>
                  <a:pt x="56" y="52"/>
                  <a:pt x="56" y="52"/>
                </a:cubicBezTo>
                <a:cubicBezTo>
                  <a:pt x="57" y="53"/>
                  <a:pt x="57" y="53"/>
                  <a:pt x="58" y="53"/>
                </a:cubicBezTo>
                <a:cubicBezTo>
                  <a:pt x="59" y="54"/>
                  <a:pt x="60" y="54"/>
                  <a:pt x="61" y="54"/>
                </a:cubicBezTo>
                <a:cubicBezTo>
                  <a:pt x="64" y="54"/>
                  <a:pt x="68" y="54"/>
                  <a:pt x="71" y="52"/>
                </a:cubicBezTo>
                <a:cubicBezTo>
                  <a:pt x="71" y="52"/>
                  <a:pt x="72" y="52"/>
                  <a:pt x="73" y="52"/>
                </a:cubicBezTo>
                <a:cubicBezTo>
                  <a:pt x="74" y="51"/>
                  <a:pt x="76" y="51"/>
                  <a:pt x="76" y="51"/>
                </a:cubicBezTo>
                <a:cubicBezTo>
                  <a:pt x="77" y="51"/>
                  <a:pt x="78" y="50"/>
                  <a:pt x="79" y="50"/>
                </a:cubicBezTo>
                <a:cubicBezTo>
                  <a:pt x="80" y="49"/>
                  <a:pt x="81" y="49"/>
                  <a:pt x="81" y="48"/>
                </a:cubicBezTo>
                <a:cubicBezTo>
                  <a:pt x="82" y="47"/>
                  <a:pt x="82" y="47"/>
                  <a:pt x="83" y="47"/>
                </a:cubicBezTo>
                <a:cubicBezTo>
                  <a:pt x="83" y="47"/>
                  <a:pt x="84" y="48"/>
                  <a:pt x="84" y="48"/>
                </a:cubicBezTo>
                <a:cubicBezTo>
                  <a:pt x="84" y="48"/>
                  <a:pt x="84" y="49"/>
                  <a:pt x="83" y="49"/>
                </a:cubicBezTo>
                <a:cubicBezTo>
                  <a:pt x="83" y="50"/>
                  <a:pt x="83" y="50"/>
                  <a:pt x="82" y="50"/>
                </a:cubicBezTo>
                <a:cubicBezTo>
                  <a:pt x="81" y="50"/>
                  <a:pt x="79" y="51"/>
                  <a:pt x="76" y="52"/>
                </a:cubicBezTo>
                <a:cubicBezTo>
                  <a:pt x="74" y="53"/>
                  <a:pt x="73" y="54"/>
                  <a:pt x="72" y="54"/>
                </a:cubicBezTo>
                <a:cubicBezTo>
                  <a:pt x="69" y="55"/>
                  <a:pt x="67" y="56"/>
                  <a:pt x="66" y="56"/>
                </a:cubicBezTo>
                <a:cubicBezTo>
                  <a:pt x="64" y="56"/>
                  <a:pt x="62" y="56"/>
                  <a:pt x="58" y="56"/>
                </a:cubicBezTo>
                <a:cubicBezTo>
                  <a:pt x="57" y="56"/>
                  <a:pt x="57" y="56"/>
                  <a:pt x="57" y="56"/>
                </a:cubicBezTo>
                <a:cubicBezTo>
                  <a:pt x="57" y="56"/>
                  <a:pt x="58" y="57"/>
                  <a:pt x="59" y="58"/>
                </a:cubicBezTo>
                <a:cubicBezTo>
                  <a:pt x="60" y="59"/>
                  <a:pt x="63" y="60"/>
                  <a:pt x="65" y="60"/>
                </a:cubicBezTo>
                <a:cubicBezTo>
                  <a:pt x="66" y="60"/>
                  <a:pt x="67" y="60"/>
                  <a:pt x="69" y="59"/>
                </a:cubicBezTo>
                <a:cubicBezTo>
                  <a:pt x="70" y="59"/>
                  <a:pt x="71" y="58"/>
                  <a:pt x="72" y="58"/>
                </a:cubicBezTo>
                <a:cubicBezTo>
                  <a:pt x="73" y="57"/>
                  <a:pt x="74" y="57"/>
                  <a:pt x="75" y="56"/>
                </a:cubicBezTo>
                <a:cubicBezTo>
                  <a:pt x="76" y="56"/>
                  <a:pt x="77" y="55"/>
                  <a:pt x="78" y="55"/>
                </a:cubicBezTo>
                <a:cubicBezTo>
                  <a:pt x="79" y="54"/>
                  <a:pt x="80" y="54"/>
                  <a:pt x="80" y="54"/>
                </a:cubicBezTo>
                <a:cubicBezTo>
                  <a:pt x="81" y="53"/>
                  <a:pt x="82" y="53"/>
                  <a:pt x="82" y="53"/>
                </a:cubicBezTo>
                <a:cubicBezTo>
                  <a:pt x="82" y="53"/>
                  <a:pt x="83" y="54"/>
                  <a:pt x="83" y="54"/>
                </a:cubicBezTo>
                <a:cubicBezTo>
                  <a:pt x="83" y="55"/>
                  <a:pt x="83" y="55"/>
                  <a:pt x="83" y="55"/>
                </a:cubicBezTo>
                <a:cubicBezTo>
                  <a:pt x="83" y="55"/>
                  <a:pt x="82" y="55"/>
                  <a:pt x="82" y="55"/>
                </a:cubicBezTo>
                <a:cubicBezTo>
                  <a:pt x="82" y="55"/>
                  <a:pt x="82" y="56"/>
                  <a:pt x="82" y="56"/>
                </a:cubicBezTo>
                <a:cubicBezTo>
                  <a:pt x="82" y="56"/>
                  <a:pt x="81" y="56"/>
                  <a:pt x="81" y="56"/>
                </a:cubicBezTo>
                <a:cubicBezTo>
                  <a:pt x="81" y="56"/>
                  <a:pt x="80" y="57"/>
                  <a:pt x="80" y="57"/>
                </a:cubicBezTo>
                <a:cubicBezTo>
                  <a:pt x="80" y="57"/>
                  <a:pt x="80" y="57"/>
                  <a:pt x="79" y="57"/>
                </a:cubicBezTo>
                <a:cubicBezTo>
                  <a:pt x="79" y="57"/>
                  <a:pt x="78" y="57"/>
                  <a:pt x="78" y="58"/>
                </a:cubicBezTo>
                <a:cubicBezTo>
                  <a:pt x="76" y="58"/>
                  <a:pt x="74" y="60"/>
                  <a:pt x="72" y="62"/>
                </a:cubicBezTo>
                <a:cubicBezTo>
                  <a:pt x="69" y="64"/>
                  <a:pt x="67" y="65"/>
                  <a:pt x="66" y="66"/>
                </a:cubicBezTo>
                <a:cubicBezTo>
                  <a:pt x="64" y="67"/>
                  <a:pt x="62" y="67"/>
                  <a:pt x="61" y="66"/>
                </a:cubicBezTo>
                <a:cubicBezTo>
                  <a:pt x="60" y="65"/>
                  <a:pt x="58" y="63"/>
                  <a:pt x="55" y="59"/>
                </a:cubicBezTo>
                <a:cubicBezTo>
                  <a:pt x="54" y="57"/>
                  <a:pt x="53" y="56"/>
                  <a:pt x="53" y="57"/>
                </a:cubicBezTo>
                <a:cubicBezTo>
                  <a:pt x="53" y="57"/>
                  <a:pt x="53" y="57"/>
                  <a:pt x="53" y="58"/>
                </a:cubicBezTo>
                <a:cubicBezTo>
                  <a:pt x="53" y="59"/>
                  <a:pt x="52" y="61"/>
                  <a:pt x="51" y="63"/>
                </a:cubicBezTo>
                <a:cubicBezTo>
                  <a:pt x="50" y="65"/>
                  <a:pt x="49" y="67"/>
                  <a:pt x="48" y="68"/>
                </a:cubicBezTo>
                <a:cubicBezTo>
                  <a:pt x="47" y="70"/>
                  <a:pt x="47" y="72"/>
                  <a:pt x="46" y="74"/>
                </a:cubicBezTo>
                <a:cubicBezTo>
                  <a:pt x="46" y="76"/>
                  <a:pt x="46" y="78"/>
                  <a:pt x="47" y="80"/>
                </a:cubicBezTo>
                <a:cubicBezTo>
                  <a:pt x="46" y="80"/>
                  <a:pt x="44" y="83"/>
                  <a:pt x="42" y="88"/>
                </a:cubicBezTo>
                <a:cubicBezTo>
                  <a:pt x="39" y="94"/>
                  <a:pt x="38" y="98"/>
                  <a:pt x="37" y="102"/>
                </a:cubicBezTo>
                <a:cubicBezTo>
                  <a:pt x="37" y="103"/>
                  <a:pt x="37" y="105"/>
                  <a:pt x="37" y="108"/>
                </a:cubicBezTo>
                <a:cubicBezTo>
                  <a:pt x="37" y="111"/>
                  <a:pt x="37" y="113"/>
                  <a:pt x="36" y="114"/>
                </a:cubicBezTo>
                <a:cubicBezTo>
                  <a:pt x="36" y="115"/>
                  <a:pt x="35" y="115"/>
                  <a:pt x="34" y="114"/>
                </a:cubicBezTo>
                <a:cubicBezTo>
                  <a:pt x="32" y="112"/>
                  <a:pt x="30" y="109"/>
                  <a:pt x="30" y="105"/>
                </a:cubicBezTo>
                <a:cubicBezTo>
                  <a:pt x="30" y="103"/>
                  <a:pt x="30" y="102"/>
                  <a:pt x="31" y="100"/>
                </a:cubicBezTo>
                <a:cubicBezTo>
                  <a:pt x="31" y="99"/>
                  <a:pt x="31" y="98"/>
                  <a:pt x="30" y="98"/>
                </a:cubicBezTo>
                <a:cubicBezTo>
                  <a:pt x="30" y="99"/>
                  <a:pt x="30" y="99"/>
                  <a:pt x="30" y="99"/>
                </a:cubicBezTo>
                <a:cubicBezTo>
                  <a:pt x="28" y="103"/>
                  <a:pt x="28" y="108"/>
                  <a:pt x="31" y="114"/>
                </a:cubicBezTo>
                <a:cubicBezTo>
                  <a:pt x="31" y="115"/>
                  <a:pt x="32" y="116"/>
                  <a:pt x="33" y="117"/>
                </a:cubicBezTo>
                <a:cubicBezTo>
                  <a:pt x="35" y="118"/>
                  <a:pt x="35" y="119"/>
                  <a:pt x="36" y="119"/>
                </a:cubicBezTo>
                <a:cubicBezTo>
                  <a:pt x="37" y="120"/>
                  <a:pt x="40" y="123"/>
                  <a:pt x="46" y="127"/>
                </a:cubicBezTo>
                <a:cubicBezTo>
                  <a:pt x="51" y="132"/>
                  <a:pt x="54" y="134"/>
                  <a:pt x="54" y="135"/>
                </a:cubicBezTo>
                <a:cubicBezTo>
                  <a:pt x="55" y="136"/>
                  <a:pt x="56" y="137"/>
                  <a:pt x="56" y="138"/>
                </a:cubicBezTo>
                <a:cubicBezTo>
                  <a:pt x="56" y="140"/>
                  <a:pt x="56" y="141"/>
                  <a:pt x="55" y="142"/>
                </a:cubicBezTo>
                <a:cubicBezTo>
                  <a:pt x="54" y="144"/>
                  <a:pt x="52" y="144"/>
                  <a:pt x="50" y="144"/>
                </a:cubicBezTo>
                <a:cubicBezTo>
                  <a:pt x="51" y="145"/>
                  <a:pt x="52" y="147"/>
                  <a:pt x="53" y="149"/>
                </a:cubicBezTo>
                <a:cubicBezTo>
                  <a:pt x="54" y="151"/>
                  <a:pt x="55" y="152"/>
                  <a:pt x="56" y="154"/>
                </a:cubicBezTo>
                <a:cubicBezTo>
                  <a:pt x="56" y="155"/>
                  <a:pt x="56" y="158"/>
                  <a:pt x="56" y="160"/>
                </a:cubicBezTo>
                <a:cubicBezTo>
                  <a:pt x="59" y="159"/>
                  <a:pt x="60" y="156"/>
                  <a:pt x="57" y="152"/>
                </a:cubicBezTo>
                <a:cubicBezTo>
                  <a:pt x="57" y="151"/>
                  <a:pt x="56" y="151"/>
                  <a:pt x="56" y="150"/>
                </a:cubicBezTo>
                <a:cubicBezTo>
                  <a:pt x="56" y="150"/>
                  <a:pt x="55" y="149"/>
                  <a:pt x="55" y="149"/>
                </a:cubicBezTo>
                <a:cubicBezTo>
                  <a:pt x="55" y="149"/>
                  <a:pt x="55" y="149"/>
                  <a:pt x="55" y="149"/>
                </a:cubicBezTo>
                <a:cubicBezTo>
                  <a:pt x="55" y="148"/>
                  <a:pt x="56" y="148"/>
                  <a:pt x="56" y="148"/>
                </a:cubicBezTo>
                <a:cubicBezTo>
                  <a:pt x="57" y="147"/>
                  <a:pt x="57" y="147"/>
                  <a:pt x="58" y="148"/>
                </a:cubicBezTo>
                <a:cubicBezTo>
                  <a:pt x="61" y="151"/>
                  <a:pt x="66" y="152"/>
                  <a:pt x="74" y="151"/>
                </a:cubicBezTo>
                <a:cubicBezTo>
                  <a:pt x="82" y="150"/>
                  <a:pt x="88" y="148"/>
                  <a:pt x="91" y="143"/>
                </a:cubicBezTo>
                <a:cubicBezTo>
                  <a:pt x="92" y="141"/>
                  <a:pt x="93" y="140"/>
                  <a:pt x="94" y="140"/>
                </a:cubicBezTo>
                <a:cubicBezTo>
                  <a:pt x="95" y="141"/>
                  <a:pt x="95" y="142"/>
                  <a:pt x="95" y="145"/>
                </a:cubicBezTo>
                <a:cubicBezTo>
                  <a:pt x="95" y="147"/>
                  <a:pt x="94" y="150"/>
                  <a:pt x="93" y="154"/>
                </a:cubicBezTo>
                <a:cubicBezTo>
                  <a:pt x="92" y="155"/>
                  <a:pt x="92" y="156"/>
                  <a:pt x="92" y="157"/>
                </a:cubicBezTo>
                <a:cubicBezTo>
                  <a:pt x="92" y="158"/>
                  <a:pt x="93" y="159"/>
                  <a:pt x="94" y="159"/>
                </a:cubicBezTo>
                <a:cubicBezTo>
                  <a:pt x="94" y="158"/>
                  <a:pt x="95" y="155"/>
                  <a:pt x="96" y="152"/>
                </a:cubicBezTo>
                <a:cubicBezTo>
                  <a:pt x="96" y="148"/>
                  <a:pt x="97" y="145"/>
                  <a:pt x="97" y="143"/>
                </a:cubicBezTo>
                <a:cubicBezTo>
                  <a:pt x="97" y="142"/>
                  <a:pt x="97" y="139"/>
                  <a:pt x="96" y="136"/>
                </a:cubicBezTo>
                <a:cubicBezTo>
                  <a:pt x="96" y="133"/>
                  <a:pt x="95" y="130"/>
                  <a:pt x="96" y="127"/>
                </a:cubicBezTo>
                <a:cubicBezTo>
                  <a:pt x="96" y="124"/>
                  <a:pt x="96" y="122"/>
                  <a:pt x="98" y="120"/>
                </a:cubicBezTo>
                <a:cubicBezTo>
                  <a:pt x="99" y="119"/>
                  <a:pt x="100" y="119"/>
                  <a:pt x="103" y="119"/>
                </a:cubicBezTo>
                <a:cubicBezTo>
                  <a:pt x="103" y="116"/>
                  <a:pt x="104" y="115"/>
                  <a:pt x="106" y="114"/>
                </a:cubicBezTo>
                <a:cubicBezTo>
                  <a:pt x="108" y="113"/>
                  <a:pt x="110" y="112"/>
                  <a:pt x="113" y="113"/>
                </a:cubicBezTo>
                <a:cubicBezTo>
                  <a:pt x="115" y="113"/>
                  <a:pt x="117" y="114"/>
                  <a:pt x="118" y="115"/>
                </a:cubicBezTo>
                <a:close/>
                <a:moveTo>
                  <a:pt x="37" y="81"/>
                </a:moveTo>
                <a:cubicBezTo>
                  <a:pt x="37" y="81"/>
                  <a:pt x="37" y="81"/>
                  <a:pt x="37" y="81"/>
                </a:cubicBezTo>
                <a:cubicBezTo>
                  <a:pt x="37" y="81"/>
                  <a:pt x="37" y="82"/>
                  <a:pt x="37" y="82"/>
                </a:cubicBezTo>
                <a:cubicBezTo>
                  <a:pt x="36" y="83"/>
                  <a:pt x="36" y="83"/>
                  <a:pt x="36" y="84"/>
                </a:cubicBezTo>
                <a:cubicBezTo>
                  <a:pt x="36" y="84"/>
                  <a:pt x="35" y="84"/>
                  <a:pt x="35" y="85"/>
                </a:cubicBezTo>
                <a:cubicBezTo>
                  <a:pt x="35" y="85"/>
                  <a:pt x="35" y="86"/>
                  <a:pt x="35" y="86"/>
                </a:cubicBezTo>
                <a:cubicBezTo>
                  <a:pt x="35" y="86"/>
                  <a:pt x="36" y="86"/>
                  <a:pt x="36" y="85"/>
                </a:cubicBezTo>
                <a:cubicBezTo>
                  <a:pt x="37" y="85"/>
                  <a:pt x="37" y="84"/>
                  <a:pt x="37" y="84"/>
                </a:cubicBezTo>
                <a:cubicBezTo>
                  <a:pt x="37" y="83"/>
                  <a:pt x="37" y="83"/>
                  <a:pt x="37" y="83"/>
                </a:cubicBezTo>
                <a:cubicBezTo>
                  <a:pt x="38" y="83"/>
                  <a:pt x="38" y="82"/>
                  <a:pt x="38" y="82"/>
                </a:cubicBezTo>
                <a:cubicBezTo>
                  <a:pt x="38" y="82"/>
                  <a:pt x="38" y="82"/>
                  <a:pt x="38" y="82"/>
                </a:cubicBezTo>
                <a:cubicBezTo>
                  <a:pt x="38" y="82"/>
                  <a:pt x="38" y="82"/>
                  <a:pt x="38" y="81"/>
                </a:cubicBezTo>
                <a:cubicBezTo>
                  <a:pt x="38" y="81"/>
                  <a:pt x="38" y="81"/>
                  <a:pt x="38" y="81"/>
                </a:cubicBezTo>
                <a:cubicBezTo>
                  <a:pt x="38" y="81"/>
                  <a:pt x="38" y="81"/>
                  <a:pt x="38" y="81"/>
                </a:cubicBezTo>
                <a:cubicBezTo>
                  <a:pt x="38" y="81"/>
                  <a:pt x="38" y="81"/>
                  <a:pt x="37" y="81"/>
                </a:cubicBezTo>
                <a:close/>
                <a:moveTo>
                  <a:pt x="59" y="37"/>
                </a:moveTo>
                <a:cubicBezTo>
                  <a:pt x="59" y="35"/>
                  <a:pt x="59" y="34"/>
                  <a:pt x="59" y="34"/>
                </a:cubicBezTo>
                <a:cubicBezTo>
                  <a:pt x="58" y="33"/>
                  <a:pt x="58" y="32"/>
                  <a:pt x="58" y="32"/>
                </a:cubicBezTo>
                <a:cubicBezTo>
                  <a:pt x="57" y="32"/>
                  <a:pt x="57" y="32"/>
                  <a:pt x="57" y="33"/>
                </a:cubicBezTo>
                <a:cubicBezTo>
                  <a:pt x="57" y="33"/>
                  <a:pt x="57" y="33"/>
                  <a:pt x="57" y="33"/>
                </a:cubicBezTo>
                <a:cubicBezTo>
                  <a:pt x="58" y="33"/>
                  <a:pt x="58" y="34"/>
                  <a:pt x="58" y="35"/>
                </a:cubicBezTo>
                <a:cubicBezTo>
                  <a:pt x="58" y="36"/>
                  <a:pt x="58" y="37"/>
                  <a:pt x="59" y="37"/>
                </a:cubicBezTo>
                <a:cubicBezTo>
                  <a:pt x="59" y="37"/>
                  <a:pt x="59" y="37"/>
                  <a:pt x="59" y="37"/>
                </a:cubicBezTo>
                <a:close/>
                <a:moveTo>
                  <a:pt x="62" y="39"/>
                </a:moveTo>
                <a:cubicBezTo>
                  <a:pt x="62" y="39"/>
                  <a:pt x="61" y="39"/>
                  <a:pt x="61" y="40"/>
                </a:cubicBezTo>
                <a:cubicBezTo>
                  <a:pt x="61" y="41"/>
                  <a:pt x="60" y="41"/>
                  <a:pt x="60" y="41"/>
                </a:cubicBezTo>
                <a:cubicBezTo>
                  <a:pt x="60" y="41"/>
                  <a:pt x="60" y="41"/>
                  <a:pt x="60" y="40"/>
                </a:cubicBezTo>
                <a:cubicBezTo>
                  <a:pt x="60" y="40"/>
                  <a:pt x="60" y="39"/>
                  <a:pt x="62" y="39"/>
                </a:cubicBezTo>
                <a:cubicBezTo>
                  <a:pt x="62" y="39"/>
                  <a:pt x="62" y="39"/>
                  <a:pt x="62" y="39"/>
                </a:cubicBezTo>
                <a:close/>
                <a:moveTo>
                  <a:pt x="71" y="40"/>
                </a:moveTo>
                <a:cubicBezTo>
                  <a:pt x="70" y="40"/>
                  <a:pt x="70" y="40"/>
                  <a:pt x="70" y="40"/>
                </a:cubicBezTo>
                <a:cubicBezTo>
                  <a:pt x="69" y="39"/>
                  <a:pt x="69" y="39"/>
                  <a:pt x="68" y="39"/>
                </a:cubicBezTo>
                <a:cubicBezTo>
                  <a:pt x="69" y="39"/>
                  <a:pt x="70" y="39"/>
                  <a:pt x="71" y="40"/>
                </a:cubicBezTo>
                <a:cubicBezTo>
                  <a:pt x="71" y="40"/>
                  <a:pt x="71" y="40"/>
                  <a:pt x="71" y="40"/>
                </a:cubicBezTo>
                <a:close/>
                <a:moveTo>
                  <a:pt x="82" y="35"/>
                </a:moveTo>
                <a:cubicBezTo>
                  <a:pt x="82" y="34"/>
                  <a:pt x="82" y="34"/>
                  <a:pt x="81" y="33"/>
                </a:cubicBezTo>
                <a:cubicBezTo>
                  <a:pt x="81" y="33"/>
                  <a:pt x="81" y="32"/>
                  <a:pt x="80" y="32"/>
                </a:cubicBezTo>
                <a:cubicBezTo>
                  <a:pt x="80" y="32"/>
                  <a:pt x="80" y="32"/>
                  <a:pt x="79" y="32"/>
                </a:cubicBezTo>
                <a:cubicBezTo>
                  <a:pt x="78" y="32"/>
                  <a:pt x="78" y="32"/>
                  <a:pt x="79" y="32"/>
                </a:cubicBezTo>
                <a:cubicBezTo>
                  <a:pt x="79" y="32"/>
                  <a:pt x="79" y="32"/>
                  <a:pt x="79" y="33"/>
                </a:cubicBezTo>
                <a:cubicBezTo>
                  <a:pt x="80" y="33"/>
                  <a:pt x="81" y="34"/>
                  <a:pt x="81" y="35"/>
                </a:cubicBezTo>
                <a:cubicBezTo>
                  <a:pt x="81" y="36"/>
                  <a:pt x="81" y="36"/>
                  <a:pt x="82" y="35"/>
                </a:cubicBezTo>
                <a:close/>
                <a:moveTo>
                  <a:pt x="87" y="13"/>
                </a:moveTo>
                <a:cubicBezTo>
                  <a:pt x="87" y="13"/>
                  <a:pt x="87" y="13"/>
                  <a:pt x="87" y="12"/>
                </a:cubicBezTo>
                <a:cubicBezTo>
                  <a:pt x="86" y="12"/>
                  <a:pt x="86" y="12"/>
                  <a:pt x="86" y="12"/>
                </a:cubicBezTo>
                <a:cubicBezTo>
                  <a:pt x="85" y="12"/>
                  <a:pt x="85" y="11"/>
                  <a:pt x="85" y="11"/>
                </a:cubicBezTo>
                <a:cubicBezTo>
                  <a:pt x="84" y="10"/>
                  <a:pt x="83" y="10"/>
                  <a:pt x="83" y="10"/>
                </a:cubicBezTo>
                <a:cubicBezTo>
                  <a:pt x="82" y="10"/>
                  <a:pt x="82" y="10"/>
                  <a:pt x="82" y="11"/>
                </a:cubicBezTo>
                <a:cubicBezTo>
                  <a:pt x="81" y="11"/>
                  <a:pt x="81" y="11"/>
                  <a:pt x="81" y="12"/>
                </a:cubicBezTo>
                <a:cubicBezTo>
                  <a:pt x="82" y="12"/>
                  <a:pt x="81" y="13"/>
                  <a:pt x="81" y="13"/>
                </a:cubicBezTo>
                <a:cubicBezTo>
                  <a:pt x="81" y="13"/>
                  <a:pt x="81" y="14"/>
                  <a:pt x="81" y="14"/>
                </a:cubicBezTo>
                <a:cubicBezTo>
                  <a:pt x="80" y="14"/>
                  <a:pt x="80" y="15"/>
                  <a:pt x="80" y="15"/>
                </a:cubicBezTo>
                <a:cubicBezTo>
                  <a:pt x="80" y="15"/>
                  <a:pt x="80" y="15"/>
                  <a:pt x="81" y="16"/>
                </a:cubicBezTo>
                <a:cubicBezTo>
                  <a:pt x="81" y="16"/>
                  <a:pt x="81" y="16"/>
                  <a:pt x="81" y="16"/>
                </a:cubicBezTo>
                <a:cubicBezTo>
                  <a:pt x="82" y="15"/>
                  <a:pt x="82" y="15"/>
                  <a:pt x="82" y="15"/>
                </a:cubicBezTo>
                <a:cubicBezTo>
                  <a:pt x="83" y="14"/>
                  <a:pt x="83" y="14"/>
                  <a:pt x="84" y="14"/>
                </a:cubicBezTo>
                <a:cubicBezTo>
                  <a:pt x="84" y="14"/>
                  <a:pt x="84" y="14"/>
                  <a:pt x="85" y="14"/>
                </a:cubicBezTo>
                <a:cubicBezTo>
                  <a:pt x="85" y="14"/>
                  <a:pt x="86" y="14"/>
                  <a:pt x="86" y="14"/>
                </a:cubicBezTo>
                <a:cubicBezTo>
                  <a:pt x="86" y="14"/>
                  <a:pt x="87" y="13"/>
                  <a:pt x="87" y="13"/>
                </a:cubicBezTo>
                <a:close/>
                <a:moveTo>
                  <a:pt x="99" y="55"/>
                </a:moveTo>
                <a:cubicBezTo>
                  <a:pt x="98" y="55"/>
                  <a:pt x="98" y="54"/>
                  <a:pt x="98" y="54"/>
                </a:cubicBezTo>
                <a:cubicBezTo>
                  <a:pt x="98" y="54"/>
                  <a:pt x="97" y="54"/>
                  <a:pt x="97" y="54"/>
                </a:cubicBezTo>
                <a:cubicBezTo>
                  <a:pt x="96" y="53"/>
                  <a:pt x="96" y="53"/>
                  <a:pt x="95" y="53"/>
                </a:cubicBezTo>
                <a:cubicBezTo>
                  <a:pt x="95" y="53"/>
                  <a:pt x="95" y="53"/>
                  <a:pt x="94" y="52"/>
                </a:cubicBezTo>
                <a:cubicBezTo>
                  <a:pt x="94" y="52"/>
                  <a:pt x="94" y="52"/>
                  <a:pt x="94" y="52"/>
                </a:cubicBezTo>
                <a:cubicBezTo>
                  <a:pt x="94" y="51"/>
                  <a:pt x="93" y="51"/>
                  <a:pt x="93" y="51"/>
                </a:cubicBezTo>
                <a:cubicBezTo>
                  <a:pt x="93" y="51"/>
                  <a:pt x="93" y="51"/>
                  <a:pt x="93" y="51"/>
                </a:cubicBezTo>
                <a:cubicBezTo>
                  <a:pt x="93" y="51"/>
                  <a:pt x="93" y="51"/>
                  <a:pt x="93" y="51"/>
                </a:cubicBezTo>
                <a:cubicBezTo>
                  <a:pt x="92" y="52"/>
                  <a:pt x="92" y="53"/>
                  <a:pt x="93" y="55"/>
                </a:cubicBezTo>
                <a:cubicBezTo>
                  <a:pt x="95" y="57"/>
                  <a:pt x="96" y="58"/>
                  <a:pt x="97" y="58"/>
                </a:cubicBezTo>
                <a:cubicBezTo>
                  <a:pt x="97" y="58"/>
                  <a:pt x="98" y="58"/>
                  <a:pt x="98" y="57"/>
                </a:cubicBezTo>
                <a:cubicBezTo>
                  <a:pt x="99" y="56"/>
                  <a:pt x="99" y="56"/>
                  <a:pt x="99" y="5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46" name="Freeform 349"/>
          <p:cNvSpPr>
            <a:spLocks noEditPoints="1"/>
          </p:cNvSpPr>
          <p:nvPr/>
        </p:nvSpPr>
        <p:spPr bwMode="auto">
          <a:xfrm>
            <a:off x="8294917" y="4823987"/>
            <a:ext cx="209627" cy="209627"/>
          </a:xfrm>
          <a:custGeom>
            <a:avLst/>
            <a:gdLst>
              <a:gd name="T0" fmla="*/ 146 w 146"/>
              <a:gd name="T1" fmla="*/ 73 h 146"/>
              <a:gd name="T2" fmla="*/ 109 w 146"/>
              <a:gd name="T3" fmla="*/ 136 h 146"/>
              <a:gd name="T4" fmla="*/ 36 w 146"/>
              <a:gd name="T5" fmla="*/ 136 h 146"/>
              <a:gd name="T6" fmla="*/ 0 w 146"/>
              <a:gd name="T7" fmla="*/ 73 h 146"/>
              <a:gd name="T8" fmla="*/ 36 w 146"/>
              <a:gd name="T9" fmla="*/ 10 h 146"/>
              <a:gd name="T10" fmla="*/ 109 w 146"/>
              <a:gd name="T11" fmla="*/ 10 h 146"/>
              <a:gd name="T12" fmla="*/ 80 w 146"/>
              <a:gd name="T13" fmla="*/ 73 h 146"/>
              <a:gd name="T14" fmla="*/ 11 w 146"/>
              <a:gd name="T15" fmla="*/ 71 h 146"/>
              <a:gd name="T16" fmla="*/ 15 w 146"/>
              <a:gd name="T17" fmla="*/ 95 h 146"/>
              <a:gd name="T18" fmla="*/ 38 w 146"/>
              <a:gd name="T19" fmla="*/ 99 h 146"/>
              <a:gd name="T20" fmla="*/ 64 w 146"/>
              <a:gd name="T21" fmla="*/ 79 h 146"/>
              <a:gd name="T22" fmla="*/ 77 w 146"/>
              <a:gd name="T23" fmla="*/ 73 h 146"/>
              <a:gd name="T24" fmla="*/ 80 w 146"/>
              <a:gd name="T25" fmla="*/ 73 h 146"/>
              <a:gd name="T26" fmla="*/ 46 w 146"/>
              <a:gd name="T27" fmla="*/ 17 h 146"/>
              <a:gd name="T28" fmla="*/ 12 w 146"/>
              <a:gd name="T29" fmla="*/ 60 h 146"/>
              <a:gd name="T30" fmla="*/ 97 w 146"/>
              <a:gd name="T31" fmla="*/ 130 h 146"/>
              <a:gd name="T32" fmla="*/ 84 w 146"/>
              <a:gd name="T33" fmla="*/ 83 h 146"/>
              <a:gd name="T34" fmla="*/ 79 w 146"/>
              <a:gd name="T35" fmla="*/ 85 h 146"/>
              <a:gd name="T36" fmla="*/ 57 w 146"/>
              <a:gd name="T37" fmla="*/ 97 h 146"/>
              <a:gd name="T38" fmla="*/ 35 w 146"/>
              <a:gd name="T39" fmla="*/ 122 h 146"/>
              <a:gd name="T40" fmla="*/ 73 w 146"/>
              <a:gd name="T41" fmla="*/ 135 h 146"/>
              <a:gd name="T42" fmla="*/ 58 w 146"/>
              <a:gd name="T43" fmla="*/ 13 h 146"/>
              <a:gd name="T44" fmla="*/ 58 w 146"/>
              <a:gd name="T45" fmla="*/ 13 h 146"/>
              <a:gd name="T46" fmla="*/ 73 w 146"/>
              <a:gd name="T47" fmla="*/ 11 h 146"/>
              <a:gd name="T48" fmla="*/ 82 w 146"/>
              <a:gd name="T49" fmla="*/ 49 h 146"/>
              <a:gd name="T50" fmla="*/ 103 w 146"/>
              <a:gd name="T51" fmla="*/ 37 h 146"/>
              <a:gd name="T52" fmla="*/ 113 w 146"/>
              <a:gd name="T53" fmla="*/ 28 h 146"/>
              <a:gd name="T54" fmla="*/ 135 w 146"/>
              <a:gd name="T55" fmla="*/ 72 h 146"/>
              <a:gd name="T56" fmla="*/ 121 w 146"/>
              <a:gd name="T57" fmla="*/ 34 h 146"/>
              <a:gd name="T58" fmla="*/ 115 w 146"/>
              <a:gd name="T59" fmla="*/ 40 h 146"/>
              <a:gd name="T60" fmla="*/ 99 w 146"/>
              <a:gd name="T61" fmla="*/ 52 h 146"/>
              <a:gd name="T62" fmla="*/ 90 w 146"/>
              <a:gd name="T63" fmla="*/ 67 h 146"/>
              <a:gd name="T64" fmla="*/ 92 w 146"/>
              <a:gd name="T65" fmla="*/ 70 h 146"/>
              <a:gd name="T66" fmla="*/ 106 w 146"/>
              <a:gd name="T67" fmla="*/ 69 h 146"/>
              <a:gd name="T68" fmla="*/ 118 w 146"/>
              <a:gd name="T69" fmla="*/ 70 h 146"/>
              <a:gd name="T70" fmla="*/ 128 w 146"/>
              <a:gd name="T71" fmla="*/ 71 h 146"/>
              <a:gd name="T72" fmla="*/ 134 w 146"/>
              <a:gd name="T73" fmla="*/ 72 h 146"/>
              <a:gd name="T74" fmla="*/ 134 w 146"/>
              <a:gd name="T75" fmla="*/ 83 h 146"/>
              <a:gd name="T76" fmla="*/ 108 w 146"/>
              <a:gd name="T77" fmla="*/ 124 h 146"/>
              <a:gd name="T78" fmla="*/ 134 w 146"/>
              <a:gd name="T79" fmla="*/ 83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46" h="146">
                <a:moveTo>
                  <a:pt x="136" y="36"/>
                </a:moveTo>
                <a:cubicBezTo>
                  <a:pt x="142" y="48"/>
                  <a:pt x="146" y="60"/>
                  <a:pt x="146" y="73"/>
                </a:cubicBezTo>
                <a:cubicBezTo>
                  <a:pt x="146" y="86"/>
                  <a:pt x="142" y="98"/>
                  <a:pt x="136" y="109"/>
                </a:cubicBezTo>
                <a:cubicBezTo>
                  <a:pt x="129" y="120"/>
                  <a:pt x="120" y="129"/>
                  <a:pt x="109" y="136"/>
                </a:cubicBezTo>
                <a:cubicBezTo>
                  <a:pt x="98" y="142"/>
                  <a:pt x="86" y="146"/>
                  <a:pt x="73" y="146"/>
                </a:cubicBezTo>
                <a:cubicBezTo>
                  <a:pt x="60" y="146"/>
                  <a:pt x="48" y="142"/>
                  <a:pt x="36" y="136"/>
                </a:cubicBezTo>
                <a:cubicBezTo>
                  <a:pt x="25" y="129"/>
                  <a:pt x="17" y="120"/>
                  <a:pt x="10" y="109"/>
                </a:cubicBezTo>
                <a:cubicBezTo>
                  <a:pt x="4" y="98"/>
                  <a:pt x="0" y="86"/>
                  <a:pt x="0" y="73"/>
                </a:cubicBezTo>
                <a:cubicBezTo>
                  <a:pt x="0" y="60"/>
                  <a:pt x="4" y="48"/>
                  <a:pt x="10" y="36"/>
                </a:cubicBezTo>
                <a:cubicBezTo>
                  <a:pt x="17" y="25"/>
                  <a:pt x="25" y="17"/>
                  <a:pt x="36" y="10"/>
                </a:cubicBezTo>
                <a:cubicBezTo>
                  <a:pt x="48" y="4"/>
                  <a:pt x="60" y="0"/>
                  <a:pt x="73" y="0"/>
                </a:cubicBezTo>
                <a:cubicBezTo>
                  <a:pt x="86" y="0"/>
                  <a:pt x="98" y="4"/>
                  <a:pt x="109" y="10"/>
                </a:cubicBezTo>
                <a:cubicBezTo>
                  <a:pt x="120" y="17"/>
                  <a:pt x="129" y="25"/>
                  <a:pt x="136" y="36"/>
                </a:cubicBezTo>
                <a:close/>
                <a:moveTo>
                  <a:pt x="80" y="73"/>
                </a:moveTo>
                <a:cubicBezTo>
                  <a:pt x="78" y="70"/>
                  <a:pt x="77" y="66"/>
                  <a:pt x="75" y="62"/>
                </a:cubicBezTo>
                <a:cubicBezTo>
                  <a:pt x="55" y="68"/>
                  <a:pt x="34" y="71"/>
                  <a:pt x="11" y="71"/>
                </a:cubicBezTo>
                <a:cubicBezTo>
                  <a:pt x="11" y="71"/>
                  <a:pt x="11" y="72"/>
                  <a:pt x="11" y="73"/>
                </a:cubicBezTo>
                <a:cubicBezTo>
                  <a:pt x="11" y="81"/>
                  <a:pt x="12" y="88"/>
                  <a:pt x="15" y="95"/>
                </a:cubicBezTo>
                <a:cubicBezTo>
                  <a:pt x="18" y="102"/>
                  <a:pt x="22" y="109"/>
                  <a:pt x="27" y="114"/>
                </a:cubicBezTo>
                <a:cubicBezTo>
                  <a:pt x="30" y="109"/>
                  <a:pt x="34" y="103"/>
                  <a:pt x="38" y="99"/>
                </a:cubicBezTo>
                <a:cubicBezTo>
                  <a:pt x="43" y="94"/>
                  <a:pt x="48" y="90"/>
                  <a:pt x="52" y="87"/>
                </a:cubicBezTo>
                <a:cubicBezTo>
                  <a:pt x="56" y="84"/>
                  <a:pt x="60" y="81"/>
                  <a:pt x="64" y="79"/>
                </a:cubicBezTo>
                <a:cubicBezTo>
                  <a:pt x="68" y="77"/>
                  <a:pt x="71" y="76"/>
                  <a:pt x="74" y="75"/>
                </a:cubicBezTo>
                <a:cubicBezTo>
                  <a:pt x="77" y="73"/>
                  <a:pt x="77" y="73"/>
                  <a:pt x="77" y="73"/>
                </a:cubicBezTo>
                <a:cubicBezTo>
                  <a:pt x="77" y="73"/>
                  <a:pt x="78" y="73"/>
                  <a:pt x="78" y="73"/>
                </a:cubicBezTo>
                <a:cubicBezTo>
                  <a:pt x="79" y="73"/>
                  <a:pt x="79" y="73"/>
                  <a:pt x="80" y="73"/>
                </a:cubicBezTo>
                <a:close/>
                <a:moveTo>
                  <a:pt x="70" y="53"/>
                </a:moveTo>
                <a:cubicBezTo>
                  <a:pt x="62" y="39"/>
                  <a:pt x="54" y="27"/>
                  <a:pt x="46" y="17"/>
                </a:cubicBezTo>
                <a:cubicBezTo>
                  <a:pt x="38" y="21"/>
                  <a:pt x="30" y="27"/>
                  <a:pt x="24" y="34"/>
                </a:cubicBezTo>
                <a:cubicBezTo>
                  <a:pt x="18" y="42"/>
                  <a:pt x="14" y="51"/>
                  <a:pt x="12" y="60"/>
                </a:cubicBezTo>
                <a:cubicBezTo>
                  <a:pt x="31" y="60"/>
                  <a:pt x="50" y="58"/>
                  <a:pt x="70" y="53"/>
                </a:cubicBezTo>
                <a:close/>
                <a:moveTo>
                  <a:pt x="97" y="130"/>
                </a:moveTo>
                <a:cubicBezTo>
                  <a:pt x="94" y="115"/>
                  <a:pt x="90" y="99"/>
                  <a:pt x="84" y="83"/>
                </a:cubicBezTo>
                <a:cubicBezTo>
                  <a:pt x="84" y="83"/>
                  <a:pt x="84" y="83"/>
                  <a:pt x="84" y="83"/>
                </a:cubicBezTo>
                <a:cubicBezTo>
                  <a:pt x="84" y="83"/>
                  <a:pt x="84" y="83"/>
                  <a:pt x="84" y="83"/>
                </a:cubicBezTo>
                <a:cubicBezTo>
                  <a:pt x="83" y="83"/>
                  <a:pt x="81" y="84"/>
                  <a:pt x="79" y="85"/>
                </a:cubicBezTo>
                <a:cubicBezTo>
                  <a:pt x="78" y="85"/>
                  <a:pt x="75" y="87"/>
                  <a:pt x="70" y="89"/>
                </a:cubicBezTo>
                <a:cubicBezTo>
                  <a:pt x="65" y="92"/>
                  <a:pt x="61" y="94"/>
                  <a:pt x="57" y="97"/>
                </a:cubicBezTo>
                <a:cubicBezTo>
                  <a:pt x="53" y="100"/>
                  <a:pt x="49" y="103"/>
                  <a:pt x="45" y="108"/>
                </a:cubicBezTo>
                <a:cubicBezTo>
                  <a:pt x="40" y="112"/>
                  <a:pt x="37" y="117"/>
                  <a:pt x="35" y="122"/>
                </a:cubicBezTo>
                <a:cubicBezTo>
                  <a:pt x="33" y="121"/>
                  <a:pt x="33" y="121"/>
                  <a:pt x="33" y="121"/>
                </a:cubicBezTo>
                <a:cubicBezTo>
                  <a:pt x="45" y="130"/>
                  <a:pt x="58" y="135"/>
                  <a:pt x="73" y="135"/>
                </a:cubicBezTo>
                <a:cubicBezTo>
                  <a:pt x="81" y="135"/>
                  <a:pt x="89" y="133"/>
                  <a:pt x="97" y="130"/>
                </a:cubicBezTo>
                <a:close/>
                <a:moveTo>
                  <a:pt x="58" y="13"/>
                </a:moveTo>
                <a:cubicBezTo>
                  <a:pt x="58" y="13"/>
                  <a:pt x="58" y="13"/>
                  <a:pt x="58" y="13"/>
                </a:cubicBezTo>
                <a:cubicBezTo>
                  <a:pt x="58" y="13"/>
                  <a:pt x="58" y="13"/>
                  <a:pt x="58" y="13"/>
                </a:cubicBezTo>
                <a:close/>
                <a:moveTo>
                  <a:pt x="114" y="26"/>
                </a:moveTo>
                <a:cubicBezTo>
                  <a:pt x="102" y="16"/>
                  <a:pt x="89" y="11"/>
                  <a:pt x="73" y="11"/>
                </a:cubicBezTo>
                <a:cubicBezTo>
                  <a:pt x="68" y="11"/>
                  <a:pt x="63" y="11"/>
                  <a:pt x="58" y="13"/>
                </a:cubicBezTo>
                <a:cubicBezTo>
                  <a:pt x="67" y="23"/>
                  <a:pt x="74" y="35"/>
                  <a:pt x="82" y="49"/>
                </a:cubicBezTo>
                <a:cubicBezTo>
                  <a:pt x="86" y="47"/>
                  <a:pt x="90" y="45"/>
                  <a:pt x="94" y="43"/>
                </a:cubicBezTo>
                <a:cubicBezTo>
                  <a:pt x="98" y="41"/>
                  <a:pt x="101" y="39"/>
                  <a:pt x="103" y="37"/>
                </a:cubicBezTo>
                <a:cubicBezTo>
                  <a:pt x="105" y="36"/>
                  <a:pt x="107" y="34"/>
                  <a:pt x="109" y="32"/>
                </a:cubicBezTo>
                <a:cubicBezTo>
                  <a:pt x="111" y="30"/>
                  <a:pt x="112" y="29"/>
                  <a:pt x="113" y="28"/>
                </a:cubicBezTo>
                <a:cubicBezTo>
                  <a:pt x="113" y="27"/>
                  <a:pt x="114" y="27"/>
                  <a:pt x="114" y="26"/>
                </a:cubicBezTo>
                <a:close/>
                <a:moveTo>
                  <a:pt x="135" y="72"/>
                </a:moveTo>
                <a:cubicBezTo>
                  <a:pt x="135" y="58"/>
                  <a:pt x="130" y="45"/>
                  <a:pt x="121" y="33"/>
                </a:cubicBezTo>
                <a:cubicBezTo>
                  <a:pt x="121" y="34"/>
                  <a:pt x="121" y="34"/>
                  <a:pt x="121" y="34"/>
                </a:cubicBezTo>
                <a:cubicBezTo>
                  <a:pt x="120" y="34"/>
                  <a:pt x="120" y="35"/>
                  <a:pt x="119" y="36"/>
                </a:cubicBezTo>
                <a:cubicBezTo>
                  <a:pt x="118" y="37"/>
                  <a:pt x="117" y="38"/>
                  <a:pt x="115" y="40"/>
                </a:cubicBezTo>
                <a:cubicBezTo>
                  <a:pt x="113" y="42"/>
                  <a:pt x="111" y="44"/>
                  <a:pt x="108" y="46"/>
                </a:cubicBezTo>
                <a:cubicBezTo>
                  <a:pt x="106" y="48"/>
                  <a:pt x="103" y="50"/>
                  <a:pt x="99" y="52"/>
                </a:cubicBezTo>
                <a:cubicBezTo>
                  <a:pt x="95" y="54"/>
                  <a:pt x="91" y="56"/>
                  <a:pt x="86" y="58"/>
                </a:cubicBezTo>
                <a:cubicBezTo>
                  <a:pt x="88" y="61"/>
                  <a:pt x="89" y="64"/>
                  <a:pt x="90" y="67"/>
                </a:cubicBezTo>
                <a:cubicBezTo>
                  <a:pt x="91" y="67"/>
                  <a:pt x="91" y="68"/>
                  <a:pt x="91" y="69"/>
                </a:cubicBezTo>
                <a:cubicBezTo>
                  <a:pt x="91" y="69"/>
                  <a:pt x="92" y="70"/>
                  <a:pt x="92" y="70"/>
                </a:cubicBezTo>
                <a:cubicBezTo>
                  <a:pt x="94" y="70"/>
                  <a:pt x="96" y="70"/>
                  <a:pt x="99" y="70"/>
                </a:cubicBezTo>
                <a:cubicBezTo>
                  <a:pt x="101" y="69"/>
                  <a:pt x="104" y="69"/>
                  <a:pt x="106" y="69"/>
                </a:cubicBezTo>
                <a:cubicBezTo>
                  <a:pt x="108" y="69"/>
                  <a:pt x="110" y="69"/>
                  <a:pt x="112" y="70"/>
                </a:cubicBezTo>
                <a:cubicBezTo>
                  <a:pt x="114" y="70"/>
                  <a:pt x="116" y="70"/>
                  <a:pt x="118" y="70"/>
                </a:cubicBezTo>
                <a:cubicBezTo>
                  <a:pt x="120" y="70"/>
                  <a:pt x="122" y="70"/>
                  <a:pt x="124" y="70"/>
                </a:cubicBezTo>
                <a:cubicBezTo>
                  <a:pt x="125" y="71"/>
                  <a:pt x="127" y="71"/>
                  <a:pt x="128" y="71"/>
                </a:cubicBezTo>
                <a:cubicBezTo>
                  <a:pt x="130" y="71"/>
                  <a:pt x="131" y="71"/>
                  <a:pt x="132" y="72"/>
                </a:cubicBezTo>
                <a:cubicBezTo>
                  <a:pt x="133" y="72"/>
                  <a:pt x="133" y="72"/>
                  <a:pt x="134" y="72"/>
                </a:cubicBezTo>
                <a:lnTo>
                  <a:pt x="135" y="72"/>
                </a:lnTo>
                <a:close/>
                <a:moveTo>
                  <a:pt x="134" y="83"/>
                </a:moveTo>
                <a:cubicBezTo>
                  <a:pt x="121" y="79"/>
                  <a:pt x="108" y="78"/>
                  <a:pt x="96" y="80"/>
                </a:cubicBezTo>
                <a:cubicBezTo>
                  <a:pt x="101" y="95"/>
                  <a:pt x="105" y="110"/>
                  <a:pt x="108" y="124"/>
                </a:cubicBezTo>
                <a:cubicBezTo>
                  <a:pt x="115" y="120"/>
                  <a:pt x="120" y="114"/>
                  <a:pt x="125" y="106"/>
                </a:cubicBezTo>
                <a:cubicBezTo>
                  <a:pt x="130" y="99"/>
                  <a:pt x="133" y="91"/>
                  <a:pt x="134" y="8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47" name="Freeform 350"/>
          <p:cNvSpPr>
            <a:spLocks noEditPoints="1"/>
          </p:cNvSpPr>
          <p:nvPr/>
        </p:nvSpPr>
        <p:spPr bwMode="auto">
          <a:xfrm>
            <a:off x="8567215" y="4823987"/>
            <a:ext cx="207464" cy="209627"/>
          </a:xfrm>
          <a:custGeom>
            <a:avLst/>
            <a:gdLst>
              <a:gd name="T0" fmla="*/ 134 w 145"/>
              <a:gd name="T1" fmla="*/ 135 h 146"/>
              <a:gd name="T2" fmla="*/ 87 w 145"/>
              <a:gd name="T3" fmla="*/ 138 h 146"/>
              <a:gd name="T4" fmla="*/ 47 w 145"/>
              <a:gd name="T5" fmla="*/ 134 h 146"/>
              <a:gd name="T6" fmla="*/ 11 w 145"/>
              <a:gd name="T7" fmla="*/ 99 h 146"/>
              <a:gd name="T8" fmla="*/ 7 w 145"/>
              <a:gd name="T9" fmla="*/ 59 h 146"/>
              <a:gd name="T10" fmla="*/ 10 w 145"/>
              <a:gd name="T11" fmla="*/ 11 h 146"/>
              <a:gd name="T12" fmla="*/ 58 w 145"/>
              <a:gd name="T13" fmla="*/ 8 h 146"/>
              <a:gd name="T14" fmla="*/ 98 w 145"/>
              <a:gd name="T15" fmla="*/ 12 h 146"/>
              <a:gd name="T16" fmla="*/ 134 w 145"/>
              <a:gd name="T17" fmla="*/ 47 h 146"/>
              <a:gd name="T18" fmla="*/ 137 w 145"/>
              <a:gd name="T19" fmla="*/ 87 h 146"/>
              <a:gd name="T20" fmla="*/ 111 w 145"/>
              <a:gd name="T21" fmla="*/ 89 h 146"/>
              <a:gd name="T22" fmla="*/ 104 w 145"/>
              <a:gd name="T23" fmla="*/ 74 h 146"/>
              <a:gd name="T24" fmla="*/ 90 w 145"/>
              <a:gd name="T25" fmla="*/ 66 h 146"/>
              <a:gd name="T26" fmla="*/ 71 w 145"/>
              <a:gd name="T27" fmla="*/ 61 h 146"/>
              <a:gd name="T28" fmla="*/ 64 w 145"/>
              <a:gd name="T29" fmla="*/ 59 h 146"/>
              <a:gd name="T30" fmla="*/ 60 w 145"/>
              <a:gd name="T31" fmla="*/ 56 h 146"/>
              <a:gd name="T32" fmla="*/ 73 w 145"/>
              <a:gd name="T33" fmla="*/ 46 h 146"/>
              <a:gd name="T34" fmla="*/ 85 w 145"/>
              <a:gd name="T35" fmla="*/ 49 h 146"/>
              <a:gd name="T36" fmla="*/ 92 w 145"/>
              <a:gd name="T37" fmla="*/ 55 h 146"/>
              <a:gd name="T38" fmla="*/ 104 w 145"/>
              <a:gd name="T39" fmla="*/ 53 h 146"/>
              <a:gd name="T40" fmla="*/ 101 w 145"/>
              <a:gd name="T41" fmla="*/ 37 h 146"/>
              <a:gd name="T42" fmla="*/ 71 w 145"/>
              <a:gd name="T43" fmla="*/ 28 h 146"/>
              <a:gd name="T44" fmla="*/ 47 w 145"/>
              <a:gd name="T45" fmla="*/ 34 h 146"/>
              <a:gd name="T46" fmla="*/ 35 w 145"/>
              <a:gd name="T47" fmla="*/ 54 h 146"/>
              <a:gd name="T48" fmla="*/ 42 w 145"/>
              <a:gd name="T49" fmla="*/ 72 h 146"/>
              <a:gd name="T50" fmla="*/ 60 w 145"/>
              <a:gd name="T51" fmla="*/ 79 h 146"/>
              <a:gd name="T52" fmla="*/ 84 w 145"/>
              <a:gd name="T53" fmla="*/ 86 h 146"/>
              <a:gd name="T54" fmla="*/ 83 w 145"/>
              <a:gd name="T55" fmla="*/ 98 h 146"/>
              <a:gd name="T56" fmla="*/ 65 w 145"/>
              <a:gd name="T57" fmla="*/ 99 h 146"/>
              <a:gd name="T58" fmla="*/ 54 w 145"/>
              <a:gd name="T59" fmla="*/ 91 h 146"/>
              <a:gd name="T60" fmla="*/ 45 w 145"/>
              <a:gd name="T61" fmla="*/ 86 h 146"/>
              <a:gd name="T62" fmla="*/ 35 w 145"/>
              <a:gd name="T63" fmla="*/ 96 h 146"/>
              <a:gd name="T64" fmla="*/ 74 w 145"/>
              <a:gd name="T65" fmla="*/ 117 h 146"/>
              <a:gd name="T66" fmla="*/ 99 w 145"/>
              <a:gd name="T67" fmla="*/ 110 h 146"/>
              <a:gd name="T68" fmla="*/ 111 w 145"/>
              <a:gd name="T69" fmla="*/ 89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45" h="146">
                <a:moveTo>
                  <a:pt x="145" y="109"/>
                </a:moveTo>
                <a:cubicBezTo>
                  <a:pt x="145" y="119"/>
                  <a:pt x="142" y="128"/>
                  <a:pt x="134" y="135"/>
                </a:cubicBezTo>
                <a:cubicBezTo>
                  <a:pt x="127" y="142"/>
                  <a:pt x="119" y="146"/>
                  <a:pt x="109" y="146"/>
                </a:cubicBezTo>
                <a:cubicBezTo>
                  <a:pt x="101" y="146"/>
                  <a:pt x="93" y="143"/>
                  <a:pt x="87" y="138"/>
                </a:cubicBezTo>
                <a:cubicBezTo>
                  <a:pt x="82" y="139"/>
                  <a:pt x="77" y="139"/>
                  <a:pt x="72" y="139"/>
                </a:cubicBezTo>
                <a:cubicBezTo>
                  <a:pt x="63" y="139"/>
                  <a:pt x="55" y="138"/>
                  <a:pt x="47" y="134"/>
                </a:cubicBezTo>
                <a:cubicBezTo>
                  <a:pt x="38" y="131"/>
                  <a:pt x="31" y="126"/>
                  <a:pt x="25" y="120"/>
                </a:cubicBezTo>
                <a:cubicBezTo>
                  <a:pt x="19" y="114"/>
                  <a:pt x="15" y="107"/>
                  <a:pt x="11" y="99"/>
                </a:cubicBezTo>
                <a:cubicBezTo>
                  <a:pt x="8" y="91"/>
                  <a:pt x="6" y="82"/>
                  <a:pt x="6" y="73"/>
                </a:cubicBezTo>
                <a:cubicBezTo>
                  <a:pt x="6" y="68"/>
                  <a:pt x="6" y="64"/>
                  <a:pt x="7" y="59"/>
                </a:cubicBezTo>
                <a:cubicBezTo>
                  <a:pt x="2" y="52"/>
                  <a:pt x="0" y="45"/>
                  <a:pt x="0" y="37"/>
                </a:cubicBezTo>
                <a:cubicBezTo>
                  <a:pt x="0" y="27"/>
                  <a:pt x="3" y="18"/>
                  <a:pt x="10" y="11"/>
                </a:cubicBezTo>
                <a:cubicBezTo>
                  <a:pt x="18" y="4"/>
                  <a:pt x="26" y="0"/>
                  <a:pt x="36" y="0"/>
                </a:cubicBezTo>
                <a:cubicBezTo>
                  <a:pt x="44" y="0"/>
                  <a:pt x="52" y="3"/>
                  <a:pt x="58" y="8"/>
                </a:cubicBezTo>
                <a:cubicBezTo>
                  <a:pt x="63" y="7"/>
                  <a:pt x="68" y="6"/>
                  <a:pt x="72" y="6"/>
                </a:cubicBezTo>
                <a:cubicBezTo>
                  <a:pt x="81" y="6"/>
                  <a:pt x="90" y="8"/>
                  <a:pt x="98" y="12"/>
                </a:cubicBezTo>
                <a:cubicBezTo>
                  <a:pt x="107" y="15"/>
                  <a:pt x="114" y="20"/>
                  <a:pt x="120" y="26"/>
                </a:cubicBezTo>
                <a:cubicBezTo>
                  <a:pt x="126" y="32"/>
                  <a:pt x="130" y="39"/>
                  <a:pt x="134" y="47"/>
                </a:cubicBezTo>
                <a:cubicBezTo>
                  <a:pt x="137" y="55"/>
                  <a:pt x="139" y="64"/>
                  <a:pt x="139" y="73"/>
                </a:cubicBezTo>
                <a:cubicBezTo>
                  <a:pt x="139" y="78"/>
                  <a:pt x="139" y="82"/>
                  <a:pt x="137" y="87"/>
                </a:cubicBezTo>
                <a:cubicBezTo>
                  <a:pt x="143" y="94"/>
                  <a:pt x="145" y="101"/>
                  <a:pt x="145" y="109"/>
                </a:cubicBezTo>
                <a:close/>
                <a:moveTo>
                  <a:pt x="111" y="89"/>
                </a:moveTo>
                <a:cubicBezTo>
                  <a:pt x="111" y="86"/>
                  <a:pt x="110" y="83"/>
                  <a:pt x="109" y="80"/>
                </a:cubicBezTo>
                <a:cubicBezTo>
                  <a:pt x="108" y="77"/>
                  <a:pt x="106" y="75"/>
                  <a:pt x="104" y="74"/>
                </a:cubicBezTo>
                <a:cubicBezTo>
                  <a:pt x="102" y="72"/>
                  <a:pt x="100" y="70"/>
                  <a:pt x="97" y="69"/>
                </a:cubicBezTo>
                <a:cubicBezTo>
                  <a:pt x="95" y="68"/>
                  <a:pt x="92" y="66"/>
                  <a:pt x="90" y="66"/>
                </a:cubicBezTo>
                <a:cubicBezTo>
                  <a:pt x="87" y="65"/>
                  <a:pt x="84" y="64"/>
                  <a:pt x="81" y="64"/>
                </a:cubicBezTo>
                <a:cubicBezTo>
                  <a:pt x="71" y="61"/>
                  <a:pt x="71" y="61"/>
                  <a:pt x="71" y="61"/>
                </a:cubicBezTo>
                <a:cubicBezTo>
                  <a:pt x="70" y="61"/>
                  <a:pt x="68" y="61"/>
                  <a:pt x="67" y="60"/>
                </a:cubicBezTo>
                <a:cubicBezTo>
                  <a:pt x="66" y="60"/>
                  <a:pt x="65" y="60"/>
                  <a:pt x="64" y="59"/>
                </a:cubicBezTo>
                <a:cubicBezTo>
                  <a:pt x="63" y="59"/>
                  <a:pt x="62" y="58"/>
                  <a:pt x="61" y="58"/>
                </a:cubicBezTo>
                <a:cubicBezTo>
                  <a:pt x="61" y="57"/>
                  <a:pt x="60" y="57"/>
                  <a:pt x="60" y="56"/>
                </a:cubicBezTo>
                <a:cubicBezTo>
                  <a:pt x="59" y="55"/>
                  <a:pt x="59" y="54"/>
                  <a:pt x="59" y="53"/>
                </a:cubicBezTo>
                <a:cubicBezTo>
                  <a:pt x="59" y="48"/>
                  <a:pt x="63" y="46"/>
                  <a:pt x="73" y="46"/>
                </a:cubicBezTo>
                <a:cubicBezTo>
                  <a:pt x="75" y="46"/>
                  <a:pt x="78" y="46"/>
                  <a:pt x="80" y="47"/>
                </a:cubicBezTo>
                <a:cubicBezTo>
                  <a:pt x="82" y="47"/>
                  <a:pt x="84" y="48"/>
                  <a:pt x="85" y="49"/>
                </a:cubicBezTo>
                <a:cubicBezTo>
                  <a:pt x="86" y="50"/>
                  <a:pt x="87" y="52"/>
                  <a:pt x="89" y="53"/>
                </a:cubicBezTo>
                <a:cubicBezTo>
                  <a:pt x="90" y="54"/>
                  <a:pt x="91" y="55"/>
                  <a:pt x="92" y="55"/>
                </a:cubicBezTo>
                <a:cubicBezTo>
                  <a:pt x="94" y="56"/>
                  <a:pt x="95" y="56"/>
                  <a:pt x="97" y="56"/>
                </a:cubicBezTo>
                <a:cubicBezTo>
                  <a:pt x="100" y="56"/>
                  <a:pt x="102" y="55"/>
                  <a:pt x="104" y="53"/>
                </a:cubicBezTo>
                <a:cubicBezTo>
                  <a:pt x="106" y="51"/>
                  <a:pt x="107" y="49"/>
                  <a:pt x="107" y="46"/>
                </a:cubicBezTo>
                <a:cubicBezTo>
                  <a:pt x="107" y="43"/>
                  <a:pt x="105" y="40"/>
                  <a:pt x="101" y="37"/>
                </a:cubicBezTo>
                <a:cubicBezTo>
                  <a:pt x="98" y="34"/>
                  <a:pt x="93" y="32"/>
                  <a:pt x="88" y="30"/>
                </a:cubicBezTo>
                <a:cubicBezTo>
                  <a:pt x="83" y="29"/>
                  <a:pt x="77" y="28"/>
                  <a:pt x="71" y="28"/>
                </a:cubicBezTo>
                <a:cubicBezTo>
                  <a:pt x="66" y="28"/>
                  <a:pt x="62" y="29"/>
                  <a:pt x="58" y="30"/>
                </a:cubicBezTo>
                <a:cubicBezTo>
                  <a:pt x="54" y="31"/>
                  <a:pt x="50" y="32"/>
                  <a:pt x="47" y="34"/>
                </a:cubicBezTo>
                <a:cubicBezTo>
                  <a:pt x="43" y="36"/>
                  <a:pt x="41" y="39"/>
                  <a:pt x="39" y="42"/>
                </a:cubicBezTo>
                <a:cubicBezTo>
                  <a:pt x="36" y="46"/>
                  <a:pt x="35" y="50"/>
                  <a:pt x="35" y="54"/>
                </a:cubicBezTo>
                <a:cubicBezTo>
                  <a:pt x="35" y="58"/>
                  <a:pt x="36" y="62"/>
                  <a:pt x="37" y="65"/>
                </a:cubicBezTo>
                <a:cubicBezTo>
                  <a:pt x="38" y="67"/>
                  <a:pt x="40" y="70"/>
                  <a:pt x="42" y="72"/>
                </a:cubicBezTo>
                <a:cubicBezTo>
                  <a:pt x="45" y="74"/>
                  <a:pt x="47" y="75"/>
                  <a:pt x="50" y="76"/>
                </a:cubicBezTo>
                <a:cubicBezTo>
                  <a:pt x="53" y="77"/>
                  <a:pt x="56" y="78"/>
                  <a:pt x="60" y="79"/>
                </a:cubicBezTo>
                <a:cubicBezTo>
                  <a:pt x="74" y="83"/>
                  <a:pt x="74" y="83"/>
                  <a:pt x="74" y="83"/>
                </a:cubicBezTo>
                <a:cubicBezTo>
                  <a:pt x="79" y="84"/>
                  <a:pt x="83" y="85"/>
                  <a:pt x="84" y="86"/>
                </a:cubicBezTo>
                <a:cubicBezTo>
                  <a:pt x="86" y="87"/>
                  <a:pt x="87" y="89"/>
                  <a:pt x="87" y="92"/>
                </a:cubicBezTo>
                <a:cubicBezTo>
                  <a:pt x="87" y="94"/>
                  <a:pt x="86" y="96"/>
                  <a:pt x="83" y="98"/>
                </a:cubicBezTo>
                <a:cubicBezTo>
                  <a:pt x="81" y="100"/>
                  <a:pt x="78" y="100"/>
                  <a:pt x="73" y="100"/>
                </a:cubicBezTo>
                <a:cubicBezTo>
                  <a:pt x="70" y="100"/>
                  <a:pt x="67" y="100"/>
                  <a:pt x="65" y="99"/>
                </a:cubicBezTo>
                <a:cubicBezTo>
                  <a:pt x="62" y="98"/>
                  <a:pt x="60" y="97"/>
                  <a:pt x="59" y="95"/>
                </a:cubicBezTo>
                <a:cubicBezTo>
                  <a:pt x="57" y="94"/>
                  <a:pt x="56" y="92"/>
                  <a:pt x="54" y="91"/>
                </a:cubicBezTo>
                <a:cubicBezTo>
                  <a:pt x="53" y="90"/>
                  <a:pt x="52" y="88"/>
                  <a:pt x="50" y="87"/>
                </a:cubicBezTo>
                <a:cubicBezTo>
                  <a:pt x="48" y="86"/>
                  <a:pt x="47" y="86"/>
                  <a:pt x="45" y="86"/>
                </a:cubicBezTo>
                <a:cubicBezTo>
                  <a:pt x="42" y="86"/>
                  <a:pt x="39" y="87"/>
                  <a:pt x="38" y="89"/>
                </a:cubicBezTo>
                <a:cubicBezTo>
                  <a:pt x="36" y="91"/>
                  <a:pt x="35" y="93"/>
                  <a:pt x="35" y="96"/>
                </a:cubicBezTo>
                <a:cubicBezTo>
                  <a:pt x="35" y="102"/>
                  <a:pt x="39" y="106"/>
                  <a:pt x="47" y="111"/>
                </a:cubicBezTo>
                <a:cubicBezTo>
                  <a:pt x="55" y="115"/>
                  <a:pt x="64" y="117"/>
                  <a:pt x="74" y="117"/>
                </a:cubicBezTo>
                <a:cubicBezTo>
                  <a:pt x="79" y="117"/>
                  <a:pt x="83" y="116"/>
                  <a:pt x="88" y="115"/>
                </a:cubicBezTo>
                <a:cubicBezTo>
                  <a:pt x="92" y="114"/>
                  <a:pt x="96" y="112"/>
                  <a:pt x="99" y="110"/>
                </a:cubicBezTo>
                <a:cubicBezTo>
                  <a:pt x="103" y="108"/>
                  <a:pt x="106" y="105"/>
                  <a:pt x="108" y="101"/>
                </a:cubicBezTo>
                <a:cubicBezTo>
                  <a:pt x="110" y="97"/>
                  <a:pt x="111" y="93"/>
                  <a:pt x="111" y="8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48" name="Freeform 351"/>
          <p:cNvSpPr>
            <a:spLocks noEditPoints="1"/>
          </p:cNvSpPr>
          <p:nvPr/>
        </p:nvSpPr>
        <p:spPr bwMode="auto">
          <a:xfrm>
            <a:off x="8845995" y="4806698"/>
            <a:ext cx="162083" cy="226916"/>
          </a:xfrm>
          <a:custGeom>
            <a:avLst/>
            <a:gdLst>
              <a:gd name="T0" fmla="*/ 111 w 113"/>
              <a:gd name="T1" fmla="*/ 20 h 158"/>
              <a:gd name="T2" fmla="*/ 106 w 113"/>
              <a:gd name="T3" fmla="*/ 45 h 158"/>
              <a:gd name="T4" fmla="*/ 100 w 113"/>
              <a:gd name="T5" fmla="*/ 79 h 158"/>
              <a:gd name="T6" fmla="*/ 96 w 113"/>
              <a:gd name="T7" fmla="*/ 95 h 158"/>
              <a:gd name="T8" fmla="*/ 96 w 113"/>
              <a:gd name="T9" fmla="*/ 98 h 158"/>
              <a:gd name="T10" fmla="*/ 94 w 113"/>
              <a:gd name="T11" fmla="*/ 101 h 158"/>
              <a:gd name="T12" fmla="*/ 92 w 113"/>
              <a:gd name="T13" fmla="*/ 104 h 158"/>
              <a:gd name="T14" fmla="*/ 88 w 113"/>
              <a:gd name="T15" fmla="*/ 106 h 158"/>
              <a:gd name="T16" fmla="*/ 83 w 113"/>
              <a:gd name="T17" fmla="*/ 107 h 158"/>
              <a:gd name="T18" fmla="*/ 57 w 113"/>
              <a:gd name="T19" fmla="*/ 107 h 158"/>
              <a:gd name="T20" fmla="*/ 55 w 113"/>
              <a:gd name="T21" fmla="*/ 108 h 158"/>
              <a:gd name="T22" fmla="*/ 15 w 113"/>
              <a:gd name="T23" fmla="*/ 155 h 158"/>
              <a:gd name="T24" fmla="*/ 9 w 113"/>
              <a:gd name="T25" fmla="*/ 157 h 158"/>
              <a:gd name="T26" fmla="*/ 5 w 113"/>
              <a:gd name="T27" fmla="*/ 157 h 158"/>
              <a:gd name="T28" fmla="*/ 0 w 113"/>
              <a:gd name="T29" fmla="*/ 148 h 158"/>
              <a:gd name="T30" fmla="*/ 0 w 113"/>
              <a:gd name="T31" fmla="*/ 14 h 158"/>
              <a:gd name="T32" fmla="*/ 3 w 113"/>
              <a:gd name="T33" fmla="*/ 5 h 158"/>
              <a:gd name="T34" fmla="*/ 14 w 113"/>
              <a:gd name="T35" fmla="*/ 0 h 158"/>
              <a:gd name="T36" fmla="*/ 98 w 113"/>
              <a:gd name="T37" fmla="*/ 0 h 158"/>
              <a:gd name="T38" fmla="*/ 110 w 113"/>
              <a:gd name="T39" fmla="*/ 5 h 158"/>
              <a:gd name="T40" fmla="*/ 111 w 113"/>
              <a:gd name="T41" fmla="*/ 20 h 158"/>
              <a:gd name="T42" fmla="*/ 90 w 113"/>
              <a:gd name="T43" fmla="*/ 41 h 158"/>
              <a:gd name="T44" fmla="*/ 93 w 113"/>
              <a:gd name="T45" fmla="*/ 23 h 158"/>
              <a:gd name="T46" fmla="*/ 93 w 113"/>
              <a:gd name="T47" fmla="*/ 19 h 158"/>
              <a:gd name="T48" fmla="*/ 89 w 113"/>
              <a:gd name="T49" fmla="*/ 18 h 158"/>
              <a:gd name="T50" fmla="*/ 22 w 113"/>
              <a:gd name="T51" fmla="*/ 18 h 158"/>
              <a:gd name="T52" fmla="*/ 18 w 113"/>
              <a:gd name="T53" fmla="*/ 19 h 158"/>
              <a:gd name="T54" fmla="*/ 17 w 113"/>
              <a:gd name="T55" fmla="*/ 23 h 158"/>
              <a:gd name="T56" fmla="*/ 17 w 113"/>
              <a:gd name="T57" fmla="*/ 127 h 158"/>
              <a:gd name="T58" fmla="*/ 17 w 113"/>
              <a:gd name="T59" fmla="*/ 127 h 158"/>
              <a:gd name="T60" fmla="*/ 45 w 113"/>
              <a:gd name="T61" fmla="*/ 94 h 158"/>
              <a:gd name="T62" fmla="*/ 49 w 113"/>
              <a:gd name="T63" fmla="*/ 90 h 158"/>
              <a:gd name="T64" fmla="*/ 53 w 113"/>
              <a:gd name="T65" fmla="*/ 90 h 158"/>
              <a:gd name="T66" fmla="*/ 76 w 113"/>
              <a:gd name="T67" fmla="*/ 90 h 158"/>
              <a:gd name="T68" fmla="*/ 79 w 113"/>
              <a:gd name="T69" fmla="*/ 88 h 158"/>
              <a:gd name="T70" fmla="*/ 81 w 113"/>
              <a:gd name="T71" fmla="*/ 85 h 158"/>
              <a:gd name="T72" fmla="*/ 84 w 113"/>
              <a:gd name="T73" fmla="*/ 67 h 158"/>
              <a:gd name="T74" fmla="*/ 83 w 113"/>
              <a:gd name="T75" fmla="*/ 64 h 158"/>
              <a:gd name="T76" fmla="*/ 80 w 113"/>
              <a:gd name="T77" fmla="*/ 62 h 158"/>
              <a:gd name="T78" fmla="*/ 52 w 113"/>
              <a:gd name="T79" fmla="*/ 62 h 158"/>
              <a:gd name="T80" fmla="*/ 47 w 113"/>
              <a:gd name="T81" fmla="*/ 60 h 158"/>
              <a:gd name="T82" fmla="*/ 46 w 113"/>
              <a:gd name="T83" fmla="*/ 56 h 158"/>
              <a:gd name="T84" fmla="*/ 46 w 113"/>
              <a:gd name="T85" fmla="*/ 52 h 158"/>
              <a:gd name="T86" fmla="*/ 47 w 113"/>
              <a:gd name="T87" fmla="*/ 47 h 158"/>
              <a:gd name="T88" fmla="*/ 52 w 113"/>
              <a:gd name="T89" fmla="*/ 45 h 158"/>
              <a:gd name="T90" fmla="*/ 85 w 113"/>
              <a:gd name="T91" fmla="*/ 45 h 158"/>
              <a:gd name="T92" fmla="*/ 88 w 113"/>
              <a:gd name="T93" fmla="*/ 44 h 158"/>
              <a:gd name="T94" fmla="*/ 90 w 113"/>
              <a:gd name="T95" fmla="*/ 41 h 158"/>
              <a:gd name="T96" fmla="*/ 111 w 113"/>
              <a:gd name="T97" fmla="*/ 20 h 158"/>
              <a:gd name="T98" fmla="*/ 96 w 113"/>
              <a:gd name="T99" fmla="*/ 95 h 158"/>
              <a:gd name="T100" fmla="*/ 100 w 113"/>
              <a:gd name="T101" fmla="*/ 79 h 158"/>
              <a:gd name="T102" fmla="*/ 106 w 113"/>
              <a:gd name="T103" fmla="*/ 45 h 158"/>
              <a:gd name="T104" fmla="*/ 111 w 113"/>
              <a:gd name="T105" fmla="*/ 20 h 1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13" h="158">
                <a:moveTo>
                  <a:pt x="111" y="20"/>
                </a:moveTo>
                <a:cubicBezTo>
                  <a:pt x="110" y="25"/>
                  <a:pt x="109" y="33"/>
                  <a:pt x="106" y="45"/>
                </a:cubicBezTo>
                <a:cubicBezTo>
                  <a:pt x="104" y="58"/>
                  <a:pt x="102" y="69"/>
                  <a:pt x="100" y="79"/>
                </a:cubicBezTo>
                <a:cubicBezTo>
                  <a:pt x="98" y="88"/>
                  <a:pt x="97" y="94"/>
                  <a:pt x="96" y="95"/>
                </a:cubicBezTo>
                <a:cubicBezTo>
                  <a:pt x="96" y="96"/>
                  <a:pt x="96" y="97"/>
                  <a:pt x="96" y="98"/>
                </a:cubicBezTo>
                <a:cubicBezTo>
                  <a:pt x="95" y="99"/>
                  <a:pt x="95" y="100"/>
                  <a:pt x="94" y="101"/>
                </a:cubicBezTo>
                <a:cubicBezTo>
                  <a:pt x="94" y="102"/>
                  <a:pt x="93" y="104"/>
                  <a:pt x="92" y="104"/>
                </a:cubicBezTo>
                <a:cubicBezTo>
                  <a:pt x="91" y="105"/>
                  <a:pt x="90" y="106"/>
                  <a:pt x="88" y="106"/>
                </a:cubicBezTo>
                <a:cubicBezTo>
                  <a:pt x="87" y="107"/>
                  <a:pt x="85" y="107"/>
                  <a:pt x="83" y="107"/>
                </a:cubicBezTo>
                <a:cubicBezTo>
                  <a:pt x="57" y="107"/>
                  <a:pt x="57" y="107"/>
                  <a:pt x="57" y="107"/>
                </a:cubicBezTo>
                <a:cubicBezTo>
                  <a:pt x="56" y="107"/>
                  <a:pt x="56" y="107"/>
                  <a:pt x="55" y="108"/>
                </a:cubicBezTo>
                <a:cubicBezTo>
                  <a:pt x="55" y="109"/>
                  <a:pt x="41" y="124"/>
                  <a:pt x="15" y="155"/>
                </a:cubicBezTo>
                <a:cubicBezTo>
                  <a:pt x="13" y="156"/>
                  <a:pt x="12" y="157"/>
                  <a:pt x="9" y="157"/>
                </a:cubicBezTo>
                <a:cubicBezTo>
                  <a:pt x="7" y="158"/>
                  <a:pt x="5" y="158"/>
                  <a:pt x="5" y="157"/>
                </a:cubicBezTo>
                <a:cubicBezTo>
                  <a:pt x="1" y="156"/>
                  <a:pt x="0" y="152"/>
                  <a:pt x="0" y="148"/>
                </a:cubicBezTo>
                <a:cubicBezTo>
                  <a:pt x="0" y="14"/>
                  <a:pt x="0" y="14"/>
                  <a:pt x="0" y="14"/>
                </a:cubicBezTo>
                <a:cubicBezTo>
                  <a:pt x="0" y="11"/>
                  <a:pt x="1" y="8"/>
                  <a:pt x="3" y="5"/>
                </a:cubicBezTo>
                <a:cubicBezTo>
                  <a:pt x="6" y="2"/>
                  <a:pt x="9" y="0"/>
                  <a:pt x="14" y="0"/>
                </a:cubicBezTo>
                <a:cubicBezTo>
                  <a:pt x="98" y="0"/>
                  <a:pt x="98" y="0"/>
                  <a:pt x="98" y="0"/>
                </a:cubicBezTo>
                <a:cubicBezTo>
                  <a:pt x="104" y="0"/>
                  <a:pt x="108" y="2"/>
                  <a:pt x="110" y="5"/>
                </a:cubicBezTo>
                <a:cubicBezTo>
                  <a:pt x="112" y="9"/>
                  <a:pt x="113" y="14"/>
                  <a:pt x="111" y="20"/>
                </a:cubicBezTo>
                <a:close/>
                <a:moveTo>
                  <a:pt x="90" y="41"/>
                </a:moveTo>
                <a:cubicBezTo>
                  <a:pt x="93" y="23"/>
                  <a:pt x="93" y="23"/>
                  <a:pt x="93" y="23"/>
                </a:cubicBezTo>
                <a:cubicBezTo>
                  <a:pt x="94" y="21"/>
                  <a:pt x="93" y="20"/>
                  <a:pt x="93" y="19"/>
                </a:cubicBezTo>
                <a:cubicBezTo>
                  <a:pt x="92" y="18"/>
                  <a:pt x="91" y="18"/>
                  <a:pt x="89" y="18"/>
                </a:cubicBezTo>
                <a:cubicBezTo>
                  <a:pt x="22" y="18"/>
                  <a:pt x="22" y="18"/>
                  <a:pt x="22" y="18"/>
                </a:cubicBezTo>
                <a:cubicBezTo>
                  <a:pt x="20" y="18"/>
                  <a:pt x="19" y="18"/>
                  <a:pt x="18" y="19"/>
                </a:cubicBezTo>
                <a:cubicBezTo>
                  <a:pt x="17" y="20"/>
                  <a:pt x="17" y="21"/>
                  <a:pt x="17" y="23"/>
                </a:cubicBezTo>
                <a:cubicBezTo>
                  <a:pt x="17" y="127"/>
                  <a:pt x="17" y="127"/>
                  <a:pt x="17" y="127"/>
                </a:cubicBezTo>
                <a:cubicBezTo>
                  <a:pt x="17" y="127"/>
                  <a:pt x="17" y="127"/>
                  <a:pt x="17" y="127"/>
                </a:cubicBezTo>
                <a:cubicBezTo>
                  <a:pt x="45" y="94"/>
                  <a:pt x="45" y="94"/>
                  <a:pt x="45" y="94"/>
                </a:cubicBezTo>
                <a:cubicBezTo>
                  <a:pt x="46" y="92"/>
                  <a:pt x="48" y="91"/>
                  <a:pt x="49" y="90"/>
                </a:cubicBezTo>
                <a:cubicBezTo>
                  <a:pt x="49" y="90"/>
                  <a:pt x="51" y="90"/>
                  <a:pt x="53" y="90"/>
                </a:cubicBezTo>
                <a:cubicBezTo>
                  <a:pt x="76" y="90"/>
                  <a:pt x="76" y="90"/>
                  <a:pt x="76" y="90"/>
                </a:cubicBezTo>
                <a:cubicBezTo>
                  <a:pt x="77" y="90"/>
                  <a:pt x="78" y="89"/>
                  <a:pt x="79" y="88"/>
                </a:cubicBezTo>
                <a:cubicBezTo>
                  <a:pt x="80" y="87"/>
                  <a:pt x="81" y="86"/>
                  <a:pt x="81" y="85"/>
                </a:cubicBezTo>
                <a:cubicBezTo>
                  <a:pt x="82" y="77"/>
                  <a:pt x="84" y="71"/>
                  <a:pt x="84" y="67"/>
                </a:cubicBezTo>
                <a:cubicBezTo>
                  <a:pt x="85" y="66"/>
                  <a:pt x="84" y="65"/>
                  <a:pt x="83" y="64"/>
                </a:cubicBezTo>
                <a:cubicBezTo>
                  <a:pt x="82" y="62"/>
                  <a:pt x="81" y="62"/>
                  <a:pt x="80" y="62"/>
                </a:cubicBezTo>
                <a:cubicBezTo>
                  <a:pt x="52" y="62"/>
                  <a:pt x="52" y="62"/>
                  <a:pt x="52" y="62"/>
                </a:cubicBezTo>
                <a:cubicBezTo>
                  <a:pt x="50" y="62"/>
                  <a:pt x="49" y="61"/>
                  <a:pt x="47" y="60"/>
                </a:cubicBezTo>
                <a:cubicBezTo>
                  <a:pt x="46" y="59"/>
                  <a:pt x="46" y="57"/>
                  <a:pt x="46" y="56"/>
                </a:cubicBezTo>
                <a:cubicBezTo>
                  <a:pt x="46" y="52"/>
                  <a:pt x="46" y="52"/>
                  <a:pt x="46" y="52"/>
                </a:cubicBezTo>
                <a:cubicBezTo>
                  <a:pt x="46" y="50"/>
                  <a:pt x="46" y="48"/>
                  <a:pt x="47" y="47"/>
                </a:cubicBezTo>
                <a:cubicBezTo>
                  <a:pt x="49" y="46"/>
                  <a:pt x="50" y="45"/>
                  <a:pt x="52" y="45"/>
                </a:cubicBezTo>
                <a:cubicBezTo>
                  <a:pt x="85" y="45"/>
                  <a:pt x="85" y="45"/>
                  <a:pt x="85" y="45"/>
                </a:cubicBezTo>
                <a:cubicBezTo>
                  <a:pt x="86" y="45"/>
                  <a:pt x="87" y="45"/>
                  <a:pt x="88" y="44"/>
                </a:cubicBezTo>
                <a:cubicBezTo>
                  <a:pt x="89" y="43"/>
                  <a:pt x="90" y="42"/>
                  <a:pt x="90" y="41"/>
                </a:cubicBezTo>
                <a:close/>
                <a:moveTo>
                  <a:pt x="111" y="20"/>
                </a:moveTo>
                <a:cubicBezTo>
                  <a:pt x="96" y="95"/>
                  <a:pt x="96" y="95"/>
                  <a:pt x="96" y="95"/>
                </a:cubicBezTo>
                <a:cubicBezTo>
                  <a:pt x="97" y="94"/>
                  <a:pt x="98" y="88"/>
                  <a:pt x="100" y="79"/>
                </a:cubicBezTo>
                <a:cubicBezTo>
                  <a:pt x="102" y="69"/>
                  <a:pt x="104" y="58"/>
                  <a:pt x="106" y="45"/>
                </a:cubicBezTo>
                <a:cubicBezTo>
                  <a:pt x="109" y="33"/>
                  <a:pt x="110" y="25"/>
                  <a:pt x="111" y="2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49" name="Freeform 352"/>
          <p:cNvSpPr>
            <a:spLocks noEditPoints="1"/>
          </p:cNvSpPr>
          <p:nvPr/>
        </p:nvSpPr>
        <p:spPr bwMode="auto">
          <a:xfrm>
            <a:off x="9075072" y="4823987"/>
            <a:ext cx="209627" cy="209627"/>
          </a:xfrm>
          <a:custGeom>
            <a:avLst/>
            <a:gdLst>
              <a:gd name="T0" fmla="*/ 145 w 145"/>
              <a:gd name="T1" fmla="*/ 6 h 146"/>
              <a:gd name="T2" fmla="*/ 145 w 145"/>
              <a:gd name="T3" fmla="*/ 139 h 146"/>
              <a:gd name="T4" fmla="*/ 143 w 145"/>
              <a:gd name="T5" fmla="*/ 144 h 146"/>
              <a:gd name="T6" fmla="*/ 139 w 145"/>
              <a:gd name="T7" fmla="*/ 146 h 146"/>
              <a:gd name="T8" fmla="*/ 6 w 145"/>
              <a:gd name="T9" fmla="*/ 146 h 146"/>
              <a:gd name="T10" fmla="*/ 2 w 145"/>
              <a:gd name="T11" fmla="*/ 144 h 146"/>
              <a:gd name="T12" fmla="*/ 0 w 145"/>
              <a:gd name="T13" fmla="*/ 139 h 146"/>
              <a:gd name="T14" fmla="*/ 0 w 145"/>
              <a:gd name="T15" fmla="*/ 6 h 146"/>
              <a:gd name="T16" fmla="*/ 2 w 145"/>
              <a:gd name="T17" fmla="*/ 2 h 146"/>
              <a:gd name="T18" fmla="*/ 6 w 145"/>
              <a:gd name="T19" fmla="*/ 0 h 146"/>
              <a:gd name="T20" fmla="*/ 139 w 145"/>
              <a:gd name="T21" fmla="*/ 0 h 146"/>
              <a:gd name="T22" fmla="*/ 143 w 145"/>
              <a:gd name="T23" fmla="*/ 2 h 146"/>
              <a:gd name="T24" fmla="*/ 145 w 145"/>
              <a:gd name="T25" fmla="*/ 6 h 146"/>
              <a:gd name="T26" fmla="*/ 66 w 145"/>
              <a:gd name="T27" fmla="*/ 115 h 146"/>
              <a:gd name="T28" fmla="*/ 66 w 145"/>
              <a:gd name="T29" fmla="*/ 18 h 146"/>
              <a:gd name="T30" fmla="*/ 65 w 145"/>
              <a:gd name="T31" fmla="*/ 16 h 146"/>
              <a:gd name="T32" fmla="*/ 63 w 145"/>
              <a:gd name="T33" fmla="*/ 15 h 146"/>
              <a:gd name="T34" fmla="*/ 18 w 145"/>
              <a:gd name="T35" fmla="*/ 15 h 146"/>
              <a:gd name="T36" fmla="*/ 16 w 145"/>
              <a:gd name="T37" fmla="*/ 16 h 146"/>
              <a:gd name="T38" fmla="*/ 15 w 145"/>
              <a:gd name="T39" fmla="*/ 18 h 146"/>
              <a:gd name="T40" fmla="*/ 15 w 145"/>
              <a:gd name="T41" fmla="*/ 115 h 146"/>
              <a:gd name="T42" fmla="*/ 16 w 145"/>
              <a:gd name="T43" fmla="*/ 117 h 146"/>
              <a:gd name="T44" fmla="*/ 18 w 145"/>
              <a:gd name="T45" fmla="*/ 118 h 146"/>
              <a:gd name="T46" fmla="*/ 63 w 145"/>
              <a:gd name="T47" fmla="*/ 118 h 146"/>
              <a:gd name="T48" fmla="*/ 65 w 145"/>
              <a:gd name="T49" fmla="*/ 117 h 146"/>
              <a:gd name="T50" fmla="*/ 66 w 145"/>
              <a:gd name="T51" fmla="*/ 115 h 146"/>
              <a:gd name="T52" fmla="*/ 130 w 145"/>
              <a:gd name="T53" fmla="*/ 79 h 146"/>
              <a:gd name="T54" fmla="*/ 130 w 145"/>
              <a:gd name="T55" fmla="*/ 18 h 146"/>
              <a:gd name="T56" fmla="*/ 129 w 145"/>
              <a:gd name="T57" fmla="*/ 16 h 146"/>
              <a:gd name="T58" fmla="*/ 127 w 145"/>
              <a:gd name="T59" fmla="*/ 15 h 146"/>
              <a:gd name="T60" fmla="*/ 81 w 145"/>
              <a:gd name="T61" fmla="*/ 15 h 146"/>
              <a:gd name="T62" fmla="*/ 79 w 145"/>
              <a:gd name="T63" fmla="*/ 16 h 146"/>
              <a:gd name="T64" fmla="*/ 78 w 145"/>
              <a:gd name="T65" fmla="*/ 18 h 146"/>
              <a:gd name="T66" fmla="*/ 78 w 145"/>
              <a:gd name="T67" fmla="*/ 79 h 146"/>
              <a:gd name="T68" fmla="*/ 79 w 145"/>
              <a:gd name="T69" fmla="*/ 81 h 146"/>
              <a:gd name="T70" fmla="*/ 81 w 145"/>
              <a:gd name="T71" fmla="*/ 82 h 146"/>
              <a:gd name="T72" fmla="*/ 127 w 145"/>
              <a:gd name="T73" fmla="*/ 82 h 146"/>
              <a:gd name="T74" fmla="*/ 129 w 145"/>
              <a:gd name="T75" fmla="*/ 81 h 146"/>
              <a:gd name="T76" fmla="*/ 130 w 145"/>
              <a:gd name="T77" fmla="*/ 79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45" h="146">
                <a:moveTo>
                  <a:pt x="145" y="6"/>
                </a:moveTo>
                <a:cubicBezTo>
                  <a:pt x="145" y="139"/>
                  <a:pt x="145" y="139"/>
                  <a:pt x="145" y="139"/>
                </a:cubicBezTo>
                <a:cubicBezTo>
                  <a:pt x="145" y="141"/>
                  <a:pt x="144" y="143"/>
                  <a:pt x="143" y="144"/>
                </a:cubicBezTo>
                <a:cubicBezTo>
                  <a:pt x="142" y="145"/>
                  <a:pt x="141" y="146"/>
                  <a:pt x="139" y="146"/>
                </a:cubicBezTo>
                <a:cubicBezTo>
                  <a:pt x="6" y="146"/>
                  <a:pt x="6" y="146"/>
                  <a:pt x="6" y="146"/>
                </a:cubicBezTo>
                <a:cubicBezTo>
                  <a:pt x="4" y="146"/>
                  <a:pt x="3" y="145"/>
                  <a:pt x="2" y="144"/>
                </a:cubicBezTo>
                <a:cubicBezTo>
                  <a:pt x="0" y="143"/>
                  <a:pt x="0" y="141"/>
                  <a:pt x="0" y="139"/>
                </a:cubicBezTo>
                <a:cubicBezTo>
                  <a:pt x="0" y="6"/>
                  <a:pt x="0" y="6"/>
                  <a:pt x="0" y="6"/>
                </a:cubicBezTo>
                <a:cubicBezTo>
                  <a:pt x="0" y="5"/>
                  <a:pt x="0" y="3"/>
                  <a:pt x="2" y="2"/>
                </a:cubicBezTo>
                <a:cubicBezTo>
                  <a:pt x="3" y="1"/>
                  <a:pt x="4" y="0"/>
                  <a:pt x="6" y="0"/>
                </a:cubicBezTo>
                <a:cubicBezTo>
                  <a:pt x="139" y="0"/>
                  <a:pt x="139" y="0"/>
                  <a:pt x="139" y="0"/>
                </a:cubicBezTo>
                <a:cubicBezTo>
                  <a:pt x="141" y="0"/>
                  <a:pt x="142" y="1"/>
                  <a:pt x="143" y="2"/>
                </a:cubicBezTo>
                <a:cubicBezTo>
                  <a:pt x="144" y="3"/>
                  <a:pt x="145" y="5"/>
                  <a:pt x="145" y="6"/>
                </a:cubicBezTo>
                <a:close/>
                <a:moveTo>
                  <a:pt x="66" y="115"/>
                </a:moveTo>
                <a:cubicBezTo>
                  <a:pt x="66" y="18"/>
                  <a:pt x="66" y="18"/>
                  <a:pt x="66" y="18"/>
                </a:cubicBezTo>
                <a:cubicBezTo>
                  <a:pt x="66" y="18"/>
                  <a:pt x="66" y="17"/>
                  <a:pt x="65" y="16"/>
                </a:cubicBezTo>
                <a:cubicBezTo>
                  <a:pt x="65" y="16"/>
                  <a:pt x="64" y="15"/>
                  <a:pt x="63" y="15"/>
                </a:cubicBezTo>
                <a:cubicBezTo>
                  <a:pt x="18" y="15"/>
                  <a:pt x="18" y="15"/>
                  <a:pt x="18" y="15"/>
                </a:cubicBezTo>
                <a:cubicBezTo>
                  <a:pt x="17" y="15"/>
                  <a:pt x="16" y="16"/>
                  <a:pt x="16" y="16"/>
                </a:cubicBezTo>
                <a:cubicBezTo>
                  <a:pt x="15" y="17"/>
                  <a:pt x="15" y="18"/>
                  <a:pt x="15" y="18"/>
                </a:cubicBezTo>
                <a:cubicBezTo>
                  <a:pt x="15" y="115"/>
                  <a:pt x="15" y="115"/>
                  <a:pt x="15" y="115"/>
                </a:cubicBezTo>
                <a:cubicBezTo>
                  <a:pt x="15" y="116"/>
                  <a:pt x="15" y="117"/>
                  <a:pt x="16" y="117"/>
                </a:cubicBezTo>
                <a:cubicBezTo>
                  <a:pt x="16" y="118"/>
                  <a:pt x="17" y="118"/>
                  <a:pt x="18" y="118"/>
                </a:cubicBezTo>
                <a:cubicBezTo>
                  <a:pt x="63" y="118"/>
                  <a:pt x="63" y="118"/>
                  <a:pt x="63" y="118"/>
                </a:cubicBezTo>
                <a:cubicBezTo>
                  <a:pt x="64" y="118"/>
                  <a:pt x="65" y="118"/>
                  <a:pt x="65" y="117"/>
                </a:cubicBezTo>
                <a:cubicBezTo>
                  <a:pt x="66" y="117"/>
                  <a:pt x="66" y="116"/>
                  <a:pt x="66" y="115"/>
                </a:cubicBezTo>
                <a:close/>
                <a:moveTo>
                  <a:pt x="130" y="79"/>
                </a:moveTo>
                <a:cubicBezTo>
                  <a:pt x="130" y="18"/>
                  <a:pt x="130" y="18"/>
                  <a:pt x="130" y="18"/>
                </a:cubicBezTo>
                <a:cubicBezTo>
                  <a:pt x="130" y="18"/>
                  <a:pt x="130" y="17"/>
                  <a:pt x="129" y="16"/>
                </a:cubicBezTo>
                <a:cubicBezTo>
                  <a:pt x="128" y="16"/>
                  <a:pt x="128" y="15"/>
                  <a:pt x="127" y="15"/>
                </a:cubicBezTo>
                <a:cubicBezTo>
                  <a:pt x="81" y="15"/>
                  <a:pt x="81" y="15"/>
                  <a:pt x="81" y="15"/>
                </a:cubicBezTo>
                <a:cubicBezTo>
                  <a:pt x="81" y="15"/>
                  <a:pt x="80" y="16"/>
                  <a:pt x="79" y="16"/>
                </a:cubicBezTo>
                <a:cubicBezTo>
                  <a:pt x="79" y="17"/>
                  <a:pt x="78" y="18"/>
                  <a:pt x="78" y="18"/>
                </a:cubicBezTo>
                <a:cubicBezTo>
                  <a:pt x="78" y="79"/>
                  <a:pt x="78" y="79"/>
                  <a:pt x="78" y="79"/>
                </a:cubicBezTo>
                <a:cubicBezTo>
                  <a:pt x="78" y="80"/>
                  <a:pt x="79" y="81"/>
                  <a:pt x="79" y="81"/>
                </a:cubicBezTo>
                <a:cubicBezTo>
                  <a:pt x="80" y="82"/>
                  <a:pt x="81" y="82"/>
                  <a:pt x="81" y="82"/>
                </a:cubicBezTo>
                <a:cubicBezTo>
                  <a:pt x="127" y="82"/>
                  <a:pt x="127" y="82"/>
                  <a:pt x="127" y="82"/>
                </a:cubicBezTo>
                <a:cubicBezTo>
                  <a:pt x="128" y="82"/>
                  <a:pt x="128" y="82"/>
                  <a:pt x="129" y="81"/>
                </a:cubicBezTo>
                <a:cubicBezTo>
                  <a:pt x="130" y="81"/>
                  <a:pt x="130" y="80"/>
                  <a:pt x="130" y="7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50" name="Freeform 353"/>
          <p:cNvSpPr>
            <a:spLocks noEditPoints="1"/>
          </p:cNvSpPr>
          <p:nvPr/>
        </p:nvSpPr>
        <p:spPr bwMode="auto">
          <a:xfrm>
            <a:off x="9347371" y="4811021"/>
            <a:ext cx="172888" cy="239881"/>
          </a:xfrm>
          <a:custGeom>
            <a:avLst/>
            <a:gdLst>
              <a:gd name="T0" fmla="*/ 121 w 121"/>
              <a:gd name="T1" fmla="*/ 97 h 167"/>
              <a:gd name="T2" fmla="*/ 119 w 121"/>
              <a:gd name="T3" fmla="*/ 103 h 167"/>
              <a:gd name="T4" fmla="*/ 112 w 121"/>
              <a:gd name="T5" fmla="*/ 106 h 167"/>
              <a:gd name="T6" fmla="*/ 105 w 121"/>
              <a:gd name="T7" fmla="*/ 102 h 167"/>
              <a:gd name="T8" fmla="*/ 83 w 121"/>
              <a:gd name="T9" fmla="*/ 70 h 167"/>
              <a:gd name="T10" fmla="*/ 79 w 121"/>
              <a:gd name="T11" fmla="*/ 70 h 167"/>
              <a:gd name="T12" fmla="*/ 79 w 121"/>
              <a:gd name="T13" fmla="*/ 82 h 167"/>
              <a:gd name="T14" fmla="*/ 102 w 121"/>
              <a:gd name="T15" fmla="*/ 121 h 167"/>
              <a:gd name="T16" fmla="*/ 103 w 121"/>
              <a:gd name="T17" fmla="*/ 124 h 167"/>
              <a:gd name="T18" fmla="*/ 101 w 121"/>
              <a:gd name="T19" fmla="*/ 129 h 167"/>
              <a:gd name="T20" fmla="*/ 97 w 121"/>
              <a:gd name="T21" fmla="*/ 130 h 167"/>
              <a:gd name="T22" fmla="*/ 79 w 121"/>
              <a:gd name="T23" fmla="*/ 130 h 167"/>
              <a:gd name="T24" fmla="*/ 79 w 121"/>
              <a:gd name="T25" fmla="*/ 156 h 167"/>
              <a:gd name="T26" fmla="*/ 76 w 121"/>
              <a:gd name="T27" fmla="*/ 164 h 167"/>
              <a:gd name="T28" fmla="*/ 68 w 121"/>
              <a:gd name="T29" fmla="*/ 167 h 167"/>
              <a:gd name="T30" fmla="*/ 53 w 121"/>
              <a:gd name="T31" fmla="*/ 167 h 167"/>
              <a:gd name="T32" fmla="*/ 46 w 121"/>
              <a:gd name="T33" fmla="*/ 164 h 167"/>
              <a:gd name="T34" fmla="*/ 43 w 121"/>
              <a:gd name="T35" fmla="*/ 156 h 167"/>
              <a:gd name="T36" fmla="*/ 43 w 121"/>
              <a:gd name="T37" fmla="*/ 130 h 167"/>
              <a:gd name="T38" fmla="*/ 24 w 121"/>
              <a:gd name="T39" fmla="*/ 130 h 167"/>
              <a:gd name="T40" fmla="*/ 20 w 121"/>
              <a:gd name="T41" fmla="*/ 129 h 167"/>
              <a:gd name="T42" fmla="*/ 18 w 121"/>
              <a:gd name="T43" fmla="*/ 124 h 167"/>
              <a:gd name="T44" fmla="*/ 19 w 121"/>
              <a:gd name="T45" fmla="*/ 121 h 167"/>
              <a:gd name="T46" fmla="*/ 43 w 121"/>
              <a:gd name="T47" fmla="*/ 82 h 167"/>
              <a:gd name="T48" fmla="*/ 43 w 121"/>
              <a:gd name="T49" fmla="*/ 70 h 167"/>
              <a:gd name="T50" fmla="*/ 38 w 121"/>
              <a:gd name="T51" fmla="*/ 70 h 167"/>
              <a:gd name="T52" fmla="*/ 17 w 121"/>
              <a:gd name="T53" fmla="*/ 102 h 167"/>
              <a:gd name="T54" fmla="*/ 9 w 121"/>
              <a:gd name="T55" fmla="*/ 106 h 167"/>
              <a:gd name="T56" fmla="*/ 3 w 121"/>
              <a:gd name="T57" fmla="*/ 103 h 167"/>
              <a:gd name="T58" fmla="*/ 0 w 121"/>
              <a:gd name="T59" fmla="*/ 97 h 167"/>
              <a:gd name="T60" fmla="*/ 2 w 121"/>
              <a:gd name="T61" fmla="*/ 92 h 167"/>
              <a:gd name="T62" fmla="*/ 26 w 121"/>
              <a:gd name="T63" fmla="*/ 56 h 167"/>
              <a:gd name="T64" fmla="*/ 43 w 121"/>
              <a:gd name="T65" fmla="*/ 46 h 167"/>
              <a:gd name="T66" fmla="*/ 79 w 121"/>
              <a:gd name="T67" fmla="*/ 46 h 167"/>
              <a:gd name="T68" fmla="*/ 96 w 121"/>
              <a:gd name="T69" fmla="*/ 56 h 167"/>
              <a:gd name="T70" fmla="*/ 120 w 121"/>
              <a:gd name="T71" fmla="*/ 92 h 167"/>
              <a:gd name="T72" fmla="*/ 121 w 121"/>
              <a:gd name="T73" fmla="*/ 97 h 167"/>
              <a:gd name="T74" fmla="*/ 76 w 121"/>
              <a:gd name="T75" fmla="*/ 6 h 167"/>
              <a:gd name="T76" fmla="*/ 82 w 121"/>
              <a:gd name="T77" fmla="*/ 21 h 167"/>
              <a:gd name="T78" fmla="*/ 76 w 121"/>
              <a:gd name="T79" fmla="*/ 36 h 167"/>
              <a:gd name="T80" fmla="*/ 61 w 121"/>
              <a:gd name="T81" fmla="*/ 43 h 167"/>
              <a:gd name="T82" fmla="*/ 46 w 121"/>
              <a:gd name="T83" fmla="*/ 36 h 167"/>
              <a:gd name="T84" fmla="*/ 40 w 121"/>
              <a:gd name="T85" fmla="*/ 21 h 167"/>
              <a:gd name="T86" fmla="*/ 46 w 121"/>
              <a:gd name="T87" fmla="*/ 6 h 167"/>
              <a:gd name="T88" fmla="*/ 61 w 121"/>
              <a:gd name="T89" fmla="*/ 0 h 167"/>
              <a:gd name="T90" fmla="*/ 76 w 121"/>
              <a:gd name="T91" fmla="*/ 6 h 1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21" h="167">
                <a:moveTo>
                  <a:pt x="121" y="97"/>
                </a:moveTo>
                <a:cubicBezTo>
                  <a:pt x="121" y="100"/>
                  <a:pt x="120" y="102"/>
                  <a:pt x="119" y="103"/>
                </a:cubicBezTo>
                <a:cubicBezTo>
                  <a:pt x="117" y="105"/>
                  <a:pt x="115" y="106"/>
                  <a:pt x="112" y="106"/>
                </a:cubicBezTo>
                <a:cubicBezTo>
                  <a:pt x="109" y="106"/>
                  <a:pt x="106" y="105"/>
                  <a:pt x="105" y="102"/>
                </a:cubicBezTo>
                <a:cubicBezTo>
                  <a:pt x="83" y="70"/>
                  <a:pt x="83" y="70"/>
                  <a:pt x="83" y="70"/>
                </a:cubicBezTo>
                <a:cubicBezTo>
                  <a:pt x="79" y="70"/>
                  <a:pt x="79" y="70"/>
                  <a:pt x="79" y="70"/>
                </a:cubicBezTo>
                <a:cubicBezTo>
                  <a:pt x="79" y="82"/>
                  <a:pt x="79" y="82"/>
                  <a:pt x="79" y="82"/>
                </a:cubicBezTo>
                <a:cubicBezTo>
                  <a:pt x="102" y="121"/>
                  <a:pt x="102" y="121"/>
                  <a:pt x="102" y="121"/>
                </a:cubicBezTo>
                <a:cubicBezTo>
                  <a:pt x="103" y="122"/>
                  <a:pt x="103" y="123"/>
                  <a:pt x="103" y="124"/>
                </a:cubicBezTo>
                <a:cubicBezTo>
                  <a:pt x="103" y="126"/>
                  <a:pt x="103" y="127"/>
                  <a:pt x="101" y="129"/>
                </a:cubicBezTo>
                <a:cubicBezTo>
                  <a:pt x="100" y="130"/>
                  <a:pt x="99" y="130"/>
                  <a:pt x="97" y="130"/>
                </a:cubicBezTo>
                <a:cubicBezTo>
                  <a:pt x="79" y="130"/>
                  <a:pt x="79" y="130"/>
                  <a:pt x="79" y="130"/>
                </a:cubicBezTo>
                <a:cubicBezTo>
                  <a:pt x="79" y="156"/>
                  <a:pt x="79" y="156"/>
                  <a:pt x="79" y="156"/>
                </a:cubicBezTo>
                <a:cubicBezTo>
                  <a:pt x="79" y="159"/>
                  <a:pt x="78" y="161"/>
                  <a:pt x="76" y="164"/>
                </a:cubicBezTo>
                <a:cubicBezTo>
                  <a:pt x="74" y="166"/>
                  <a:pt x="71" y="167"/>
                  <a:pt x="68" y="167"/>
                </a:cubicBezTo>
                <a:cubicBezTo>
                  <a:pt x="53" y="167"/>
                  <a:pt x="53" y="167"/>
                  <a:pt x="53" y="167"/>
                </a:cubicBezTo>
                <a:cubicBezTo>
                  <a:pt x="50" y="167"/>
                  <a:pt x="48" y="166"/>
                  <a:pt x="46" y="164"/>
                </a:cubicBezTo>
                <a:cubicBezTo>
                  <a:pt x="44" y="161"/>
                  <a:pt x="43" y="159"/>
                  <a:pt x="43" y="156"/>
                </a:cubicBezTo>
                <a:cubicBezTo>
                  <a:pt x="43" y="130"/>
                  <a:pt x="43" y="130"/>
                  <a:pt x="43" y="130"/>
                </a:cubicBezTo>
                <a:cubicBezTo>
                  <a:pt x="24" y="130"/>
                  <a:pt x="24" y="130"/>
                  <a:pt x="24" y="130"/>
                </a:cubicBezTo>
                <a:cubicBezTo>
                  <a:pt x="23" y="130"/>
                  <a:pt x="21" y="130"/>
                  <a:pt x="20" y="129"/>
                </a:cubicBezTo>
                <a:cubicBezTo>
                  <a:pt x="19" y="127"/>
                  <a:pt x="18" y="126"/>
                  <a:pt x="18" y="124"/>
                </a:cubicBezTo>
                <a:cubicBezTo>
                  <a:pt x="18" y="123"/>
                  <a:pt x="19" y="122"/>
                  <a:pt x="19" y="121"/>
                </a:cubicBezTo>
                <a:cubicBezTo>
                  <a:pt x="43" y="82"/>
                  <a:pt x="43" y="82"/>
                  <a:pt x="43" y="82"/>
                </a:cubicBezTo>
                <a:cubicBezTo>
                  <a:pt x="43" y="70"/>
                  <a:pt x="43" y="70"/>
                  <a:pt x="43" y="70"/>
                </a:cubicBezTo>
                <a:cubicBezTo>
                  <a:pt x="38" y="70"/>
                  <a:pt x="38" y="70"/>
                  <a:pt x="38" y="70"/>
                </a:cubicBezTo>
                <a:cubicBezTo>
                  <a:pt x="17" y="102"/>
                  <a:pt x="17" y="102"/>
                  <a:pt x="17" y="102"/>
                </a:cubicBezTo>
                <a:cubicBezTo>
                  <a:pt x="15" y="105"/>
                  <a:pt x="13" y="106"/>
                  <a:pt x="9" y="106"/>
                </a:cubicBezTo>
                <a:cubicBezTo>
                  <a:pt x="7" y="106"/>
                  <a:pt x="5" y="105"/>
                  <a:pt x="3" y="103"/>
                </a:cubicBezTo>
                <a:cubicBezTo>
                  <a:pt x="1" y="102"/>
                  <a:pt x="0" y="100"/>
                  <a:pt x="0" y="97"/>
                </a:cubicBezTo>
                <a:cubicBezTo>
                  <a:pt x="0" y="95"/>
                  <a:pt x="1" y="94"/>
                  <a:pt x="2" y="92"/>
                </a:cubicBezTo>
                <a:cubicBezTo>
                  <a:pt x="26" y="56"/>
                  <a:pt x="26" y="56"/>
                  <a:pt x="26" y="56"/>
                </a:cubicBezTo>
                <a:cubicBezTo>
                  <a:pt x="31" y="49"/>
                  <a:pt x="36" y="46"/>
                  <a:pt x="43" y="46"/>
                </a:cubicBezTo>
                <a:cubicBezTo>
                  <a:pt x="79" y="46"/>
                  <a:pt x="79" y="46"/>
                  <a:pt x="79" y="46"/>
                </a:cubicBezTo>
                <a:cubicBezTo>
                  <a:pt x="85" y="46"/>
                  <a:pt x="91" y="49"/>
                  <a:pt x="96" y="56"/>
                </a:cubicBezTo>
                <a:cubicBezTo>
                  <a:pt x="120" y="92"/>
                  <a:pt x="120" y="92"/>
                  <a:pt x="120" y="92"/>
                </a:cubicBezTo>
                <a:cubicBezTo>
                  <a:pt x="121" y="94"/>
                  <a:pt x="121" y="95"/>
                  <a:pt x="121" y="97"/>
                </a:cubicBezTo>
                <a:close/>
                <a:moveTo>
                  <a:pt x="76" y="6"/>
                </a:moveTo>
                <a:cubicBezTo>
                  <a:pt x="80" y="11"/>
                  <a:pt x="82" y="16"/>
                  <a:pt x="82" y="21"/>
                </a:cubicBezTo>
                <a:cubicBezTo>
                  <a:pt x="82" y="27"/>
                  <a:pt x="80" y="32"/>
                  <a:pt x="76" y="36"/>
                </a:cubicBezTo>
                <a:cubicBezTo>
                  <a:pt x="72" y="41"/>
                  <a:pt x="67" y="43"/>
                  <a:pt x="61" y="43"/>
                </a:cubicBezTo>
                <a:cubicBezTo>
                  <a:pt x="55" y="43"/>
                  <a:pt x="50" y="41"/>
                  <a:pt x="46" y="36"/>
                </a:cubicBezTo>
                <a:cubicBezTo>
                  <a:pt x="42" y="32"/>
                  <a:pt x="40" y="27"/>
                  <a:pt x="40" y="21"/>
                </a:cubicBezTo>
                <a:cubicBezTo>
                  <a:pt x="40" y="16"/>
                  <a:pt x="42" y="11"/>
                  <a:pt x="46" y="6"/>
                </a:cubicBezTo>
                <a:cubicBezTo>
                  <a:pt x="50" y="2"/>
                  <a:pt x="55" y="0"/>
                  <a:pt x="61" y="0"/>
                </a:cubicBezTo>
                <a:cubicBezTo>
                  <a:pt x="67" y="0"/>
                  <a:pt x="72" y="2"/>
                  <a:pt x="76" y="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51" name="Freeform 354"/>
          <p:cNvSpPr>
            <a:spLocks noEditPoints="1"/>
          </p:cNvSpPr>
          <p:nvPr/>
        </p:nvSpPr>
        <p:spPr bwMode="auto">
          <a:xfrm>
            <a:off x="9585090" y="4811021"/>
            <a:ext cx="136151" cy="239881"/>
          </a:xfrm>
          <a:custGeom>
            <a:avLst/>
            <a:gdLst>
              <a:gd name="T0" fmla="*/ 96 w 96"/>
              <a:gd name="T1" fmla="*/ 64 h 167"/>
              <a:gd name="T2" fmla="*/ 96 w 96"/>
              <a:gd name="T3" fmla="*/ 103 h 167"/>
              <a:gd name="T4" fmla="*/ 94 w 96"/>
              <a:gd name="T5" fmla="*/ 110 h 167"/>
              <a:gd name="T6" fmla="*/ 87 w 96"/>
              <a:gd name="T7" fmla="*/ 112 h 167"/>
              <a:gd name="T8" fmla="*/ 81 w 96"/>
              <a:gd name="T9" fmla="*/ 110 h 167"/>
              <a:gd name="T10" fmla="*/ 78 w 96"/>
              <a:gd name="T11" fmla="*/ 103 h 167"/>
              <a:gd name="T12" fmla="*/ 78 w 96"/>
              <a:gd name="T13" fmla="*/ 70 h 167"/>
              <a:gd name="T14" fmla="*/ 72 w 96"/>
              <a:gd name="T15" fmla="*/ 70 h 167"/>
              <a:gd name="T16" fmla="*/ 72 w 96"/>
              <a:gd name="T17" fmla="*/ 156 h 167"/>
              <a:gd name="T18" fmla="*/ 69 w 96"/>
              <a:gd name="T19" fmla="*/ 164 h 167"/>
              <a:gd name="T20" fmla="*/ 62 w 96"/>
              <a:gd name="T21" fmla="*/ 167 h 167"/>
              <a:gd name="T22" fmla="*/ 54 w 96"/>
              <a:gd name="T23" fmla="*/ 164 h 167"/>
              <a:gd name="T24" fmla="*/ 51 w 96"/>
              <a:gd name="T25" fmla="*/ 156 h 167"/>
              <a:gd name="T26" fmla="*/ 51 w 96"/>
              <a:gd name="T27" fmla="*/ 112 h 167"/>
              <a:gd name="T28" fmla="*/ 45 w 96"/>
              <a:gd name="T29" fmla="*/ 112 h 167"/>
              <a:gd name="T30" fmla="*/ 45 w 96"/>
              <a:gd name="T31" fmla="*/ 156 h 167"/>
              <a:gd name="T32" fmla="*/ 42 w 96"/>
              <a:gd name="T33" fmla="*/ 164 h 167"/>
              <a:gd name="T34" fmla="*/ 34 w 96"/>
              <a:gd name="T35" fmla="*/ 167 h 167"/>
              <a:gd name="T36" fmla="*/ 27 w 96"/>
              <a:gd name="T37" fmla="*/ 164 h 167"/>
              <a:gd name="T38" fmla="*/ 24 w 96"/>
              <a:gd name="T39" fmla="*/ 156 h 167"/>
              <a:gd name="T40" fmla="*/ 24 w 96"/>
              <a:gd name="T41" fmla="*/ 70 h 167"/>
              <a:gd name="T42" fmla="*/ 18 w 96"/>
              <a:gd name="T43" fmla="*/ 70 h 167"/>
              <a:gd name="T44" fmla="*/ 18 w 96"/>
              <a:gd name="T45" fmla="*/ 103 h 167"/>
              <a:gd name="T46" fmla="*/ 15 w 96"/>
              <a:gd name="T47" fmla="*/ 110 h 167"/>
              <a:gd name="T48" fmla="*/ 9 w 96"/>
              <a:gd name="T49" fmla="*/ 112 h 167"/>
              <a:gd name="T50" fmla="*/ 2 w 96"/>
              <a:gd name="T51" fmla="*/ 110 h 167"/>
              <a:gd name="T52" fmla="*/ 0 w 96"/>
              <a:gd name="T53" fmla="*/ 103 h 167"/>
              <a:gd name="T54" fmla="*/ 0 w 96"/>
              <a:gd name="T55" fmla="*/ 64 h 167"/>
              <a:gd name="T56" fmla="*/ 5 w 96"/>
              <a:gd name="T57" fmla="*/ 51 h 167"/>
              <a:gd name="T58" fmla="*/ 18 w 96"/>
              <a:gd name="T59" fmla="*/ 46 h 167"/>
              <a:gd name="T60" fmla="*/ 78 w 96"/>
              <a:gd name="T61" fmla="*/ 46 h 167"/>
              <a:gd name="T62" fmla="*/ 91 w 96"/>
              <a:gd name="T63" fmla="*/ 51 h 167"/>
              <a:gd name="T64" fmla="*/ 96 w 96"/>
              <a:gd name="T65" fmla="*/ 64 h 167"/>
              <a:gd name="T66" fmla="*/ 63 w 96"/>
              <a:gd name="T67" fmla="*/ 6 h 167"/>
              <a:gd name="T68" fmla="*/ 69 w 96"/>
              <a:gd name="T69" fmla="*/ 21 h 167"/>
              <a:gd name="T70" fmla="*/ 63 w 96"/>
              <a:gd name="T71" fmla="*/ 36 h 167"/>
              <a:gd name="T72" fmla="*/ 48 w 96"/>
              <a:gd name="T73" fmla="*/ 43 h 167"/>
              <a:gd name="T74" fmla="*/ 33 w 96"/>
              <a:gd name="T75" fmla="*/ 36 h 167"/>
              <a:gd name="T76" fmla="*/ 27 w 96"/>
              <a:gd name="T77" fmla="*/ 21 h 167"/>
              <a:gd name="T78" fmla="*/ 33 w 96"/>
              <a:gd name="T79" fmla="*/ 6 h 167"/>
              <a:gd name="T80" fmla="*/ 48 w 96"/>
              <a:gd name="T81" fmla="*/ 0 h 167"/>
              <a:gd name="T82" fmla="*/ 63 w 96"/>
              <a:gd name="T83" fmla="*/ 6 h 1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96" h="167">
                <a:moveTo>
                  <a:pt x="96" y="64"/>
                </a:moveTo>
                <a:cubicBezTo>
                  <a:pt x="96" y="103"/>
                  <a:pt x="96" y="103"/>
                  <a:pt x="96" y="103"/>
                </a:cubicBezTo>
                <a:cubicBezTo>
                  <a:pt x="96" y="106"/>
                  <a:pt x="96" y="108"/>
                  <a:pt x="94" y="110"/>
                </a:cubicBezTo>
                <a:cubicBezTo>
                  <a:pt x="92" y="111"/>
                  <a:pt x="90" y="112"/>
                  <a:pt x="87" y="112"/>
                </a:cubicBezTo>
                <a:cubicBezTo>
                  <a:pt x="85" y="112"/>
                  <a:pt x="83" y="111"/>
                  <a:pt x="81" y="110"/>
                </a:cubicBezTo>
                <a:cubicBezTo>
                  <a:pt x="79" y="108"/>
                  <a:pt x="78" y="106"/>
                  <a:pt x="78" y="103"/>
                </a:cubicBezTo>
                <a:cubicBezTo>
                  <a:pt x="78" y="70"/>
                  <a:pt x="78" y="70"/>
                  <a:pt x="78" y="70"/>
                </a:cubicBezTo>
                <a:cubicBezTo>
                  <a:pt x="72" y="70"/>
                  <a:pt x="72" y="70"/>
                  <a:pt x="72" y="70"/>
                </a:cubicBezTo>
                <a:cubicBezTo>
                  <a:pt x="72" y="156"/>
                  <a:pt x="72" y="156"/>
                  <a:pt x="72" y="156"/>
                </a:cubicBezTo>
                <a:cubicBezTo>
                  <a:pt x="72" y="159"/>
                  <a:pt x="71" y="161"/>
                  <a:pt x="69" y="164"/>
                </a:cubicBezTo>
                <a:cubicBezTo>
                  <a:pt x="67" y="166"/>
                  <a:pt x="64" y="167"/>
                  <a:pt x="62" y="167"/>
                </a:cubicBezTo>
                <a:cubicBezTo>
                  <a:pt x="59" y="167"/>
                  <a:pt x="56" y="166"/>
                  <a:pt x="54" y="164"/>
                </a:cubicBezTo>
                <a:cubicBezTo>
                  <a:pt x="52" y="161"/>
                  <a:pt x="51" y="159"/>
                  <a:pt x="51" y="156"/>
                </a:cubicBezTo>
                <a:cubicBezTo>
                  <a:pt x="51" y="112"/>
                  <a:pt x="51" y="112"/>
                  <a:pt x="51" y="112"/>
                </a:cubicBezTo>
                <a:cubicBezTo>
                  <a:pt x="45" y="112"/>
                  <a:pt x="45" y="112"/>
                  <a:pt x="45" y="112"/>
                </a:cubicBezTo>
                <a:cubicBezTo>
                  <a:pt x="45" y="156"/>
                  <a:pt x="45" y="156"/>
                  <a:pt x="45" y="156"/>
                </a:cubicBezTo>
                <a:cubicBezTo>
                  <a:pt x="45" y="159"/>
                  <a:pt x="44" y="161"/>
                  <a:pt x="42" y="164"/>
                </a:cubicBezTo>
                <a:cubicBezTo>
                  <a:pt x="40" y="166"/>
                  <a:pt x="37" y="167"/>
                  <a:pt x="34" y="167"/>
                </a:cubicBezTo>
                <a:cubicBezTo>
                  <a:pt x="31" y="167"/>
                  <a:pt x="29" y="166"/>
                  <a:pt x="27" y="164"/>
                </a:cubicBezTo>
                <a:cubicBezTo>
                  <a:pt x="25" y="161"/>
                  <a:pt x="24" y="159"/>
                  <a:pt x="24" y="156"/>
                </a:cubicBezTo>
                <a:cubicBezTo>
                  <a:pt x="24" y="70"/>
                  <a:pt x="24" y="70"/>
                  <a:pt x="24" y="70"/>
                </a:cubicBezTo>
                <a:cubicBezTo>
                  <a:pt x="18" y="70"/>
                  <a:pt x="18" y="70"/>
                  <a:pt x="18" y="70"/>
                </a:cubicBezTo>
                <a:cubicBezTo>
                  <a:pt x="18" y="103"/>
                  <a:pt x="18" y="103"/>
                  <a:pt x="18" y="103"/>
                </a:cubicBezTo>
                <a:cubicBezTo>
                  <a:pt x="18" y="106"/>
                  <a:pt x="17" y="108"/>
                  <a:pt x="15" y="110"/>
                </a:cubicBezTo>
                <a:cubicBezTo>
                  <a:pt x="13" y="111"/>
                  <a:pt x="11" y="112"/>
                  <a:pt x="9" y="112"/>
                </a:cubicBezTo>
                <a:cubicBezTo>
                  <a:pt x="6" y="112"/>
                  <a:pt x="4" y="111"/>
                  <a:pt x="2" y="110"/>
                </a:cubicBezTo>
                <a:cubicBezTo>
                  <a:pt x="0" y="108"/>
                  <a:pt x="0" y="106"/>
                  <a:pt x="0" y="103"/>
                </a:cubicBezTo>
                <a:cubicBezTo>
                  <a:pt x="0" y="64"/>
                  <a:pt x="0" y="64"/>
                  <a:pt x="0" y="64"/>
                </a:cubicBezTo>
                <a:cubicBezTo>
                  <a:pt x="0" y="59"/>
                  <a:pt x="1" y="54"/>
                  <a:pt x="5" y="51"/>
                </a:cubicBezTo>
                <a:cubicBezTo>
                  <a:pt x="8" y="47"/>
                  <a:pt x="13" y="46"/>
                  <a:pt x="18" y="46"/>
                </a:cubicBezTo>
                <a:cubicBezTo>
                  <a:pt x="78" y="46"/>
                  <a:pt x="78" y="46"/>
                  <a:pt x="78" y="46"/>
                </a:cubicBezTo>
                <a:cubicBezTo>
                  <a:pt x="83" y="46"/>
                  <a:pt x="88" y="47"/>
                  <a:pt x="91" y="51"/>
                </a:cubicBezTo>
                <a:cubicBezTo>
                  <a:pt x="95" y="54"/>
                  <a:pt x="96" y="59"/>
                  <a:pt x="96" y="64"/>
                </a:cubicBezTo>
                <a:close/>
                <a:moveTo>
                  <a:pt x="63" y="6"/>
                </a:moveTo>
                <a:cubicBezTo>
                  <a:pt x="67" y="11"/>
                  <a:pt x="69" y="16"/>
                  <a:pt x="69" y="21"/>
                </a:cubicBezTo>
                <a:cubicBezTo>
                  <a:pt x="69" y="27"/>
                  <a:pt x="67" y="32"/>
                  <a:pt x="63" y="36"/>
                </a:cubicBezTo>
                <a:cubicBezTo>
                  <a:pt x="59" y="41"/>
                  <a:pt x="54" y="43"/>
                  <a:pt x="48" y="43"/>
                </a:cubicBezTo>
                <a:cubicBezTo>
                  <a:pt x="42" y="43"/>
                  <a:pt x="37" y="41"/>
                  <a:pt x="33" y="36"/>
                </a:cubicBezTo>
                <a:cubicBezTo>
                  <a:pt x="29" y="32"/>
                  <a:pt x="27" y="27"/>
                  <a:pt x="27" y="21"/>
                </a:cubicBezTo>
                <a:cubicBezTo>
                  <a:pt x="27" y="16"/>
                  <a:pt x="29" y="11"/>
                  <a:pt x="33" y="6"/>
                </a:cubicBezTo>
                <a:cubicBezTo>
                  <a:pt x="37" y="2"/>
                  <a:pt x="42" y="0"/>
                  <a:pt x="48" y="0"/>
                </a:cubicBezTo>
                <a:cubicBezTo>
                  <a:pt x="54" y="0"/>
                  <a:pt x="59" y="2"/>
                  <a:pt x="63" y="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52" name="Freeform 355"/>
          <p:cNvSpPr>
            <a:spLocks noEditPoints="1"/>
          </p:cNvSpPr>
          <p:nvPr/>
        </p:nvSpPr>
        <p:spPr bwMode="auto">
          <a:xfrm>
            <a:off x="9786072" y="4823987"/>
            <a:ext cx="207464" cy="209627"/>
          </a:xfrm>
          <a:custGeom>
            <a:avLst/>
            <a:gdLst>
              <a:gd name="T0" fmla="*/ 135 w 145"/>
              <a:gd name="T1" fmla="*/ 36 h 146"/>
              <a:gd name="T2" fmla="*/ 145 w 145"/>
              <a:gd name="T3" fmla="*/ 73 h 146"/>
              <a:gd name="T4" fmla="*/ 135 w 145"/>
              <a:gd name="T5" fmla="*/ 109 h 146"/>
              <a:gd name="T6" fmla="*/ 109 w 145"/>
              <a:gd name="T7" fmla="*/ 136 h 146"/>
              <a:gd name="T8" fmla="*/ 72 w 145"/>
              <a:gd name="T9" fmla="*/ 146 h 146"/>
              <a:gd name="T10" fmla="*/ 36 w 145"/>
              <a:gd name="T11" fmla="*/ 136 h 146"/>
              <a:gd name="T12" fmla="*/ 9 w 145"/>
              <a:gd name="T13" fmla="*/ 109 h 146"/>
              <a:gd name="T14" fmla="*/ 0 w 145"/>
              <a:gd name="T15" fmla="*/ 73 h 146"/>
              <a:gd name="T16" fmla="*/ 9 w 145"/>
              <a:gd name="T17" fmla="*/ 36 h 146"/>
              <a:gd name="T18" fmla="*/ 36 w 145"/>
              <a:gd name="T19" fmla="*/ 10 h 146"/>
              <a:gd name="T20" fmla="*/ 72 w 145"/>
              <a:gd name="T21" fmla="*/ 0 h 146"/>
              <a:gd name="T22" fmla="*/ 109 w 145"/>
              <a:gd name="T23" fmla="*/ 10 h 146"/>
              <a:gd name="T24" fmla="*/ 135 w 145"/>
              <a:gd name="T25" fmla="*/ 36 h 146"/>
              <a:gd name="T26" fmla="*/ 73 w 145"/>
              <a:gd name="T27" fmla="*/ 111 h 146"/>
              <a:gd name="T28" fmla="*/ 106 w 145"/>
              <a:gd name="T29" fmla="*/ 67 h 146"/>
              <a:gd name="T30" fmla="*/ 108 w 145"/>
              <a:gd name="T31" fmla="*/ 61 h 146"/>
              <a:gd name="T32" fmla="*/ 108 w 145"/>
              <a:gd name="T33" fmla="*/ 53 h 146"/>
              <a:gd name="T34" fmla="*/ 102 w 145"/>
              <a:gd name="T35" fmla="*/ 46 h 146"/>
              <a:gd name="T36" fmla="*/ 94 w 145"/>
              <a:gd name="T37" fmla="*/ 43 h 146"/>
              <a:gd name="T38" fmla="*/ 87 w 145"/>
              <a:gd name="T39" fmla="*/ 45 h 146"/>
              <a:gd name="T40" fmla="*/ 82 w 145"/>
              <a:gd name="T41" fmla="*/ 49 h 146"/>
              <a:gd name="T42" fmla="*/ 73 w 145"/>
              <a:gd name="T43" fmla="*/ 53 h 146"/>
              <a:gd name="T44" fmla="*/ 64 w 145"/>
              <a:gd name="T45" fmla="*/ 49 h 146"/>
              <a:gd name="T46" fmla="*/ 59 w 145"/>
              <a:gd name="T47" fmla="*/ 45 h 146"/>
              <a:gd name="T48" fmla="*/ 52 w 145"/>
              <a:gd name="T49" fmla="*/ 43 h 146"/>
              <a:gd name="T50" fmla="*/ 44 w 145"/>
              <a:gd name="T51" fmla="*/ 46 h 146"/>
              <a:gd name="T52" fmla="*/ 38 w 145"/>
              <a:gd name="T53" fmla="*/ 53 h 146"/>
              <a:gd name="T54" fmla="*/ 37 w 145"/>
              <a:gd name="T55" fmla="*/ 61 h 146"/>
              <a:gd name="T56" fmla="*/ 40 w 145"/>
              <a:gd name="T57" fmla="*/ 67 h 146"/>
              <a:gd name="T58" fmla="*/ 73 w 145"/>
              <a:gd name="T59" fmla="*/ 111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45" h="146">
                <a:moveTo>
                  <a:pt x="135" y="36"/>
                </a:moveTo>
                <a:cubicBezTo>
                  <a:pt x="142" y="48"/>
                  <a:pt x="145" y="60"/>
                  <a:pt x="145" y="73"/>
                </a:cubicBezTo>
                <a:cubicBezTo>
                  <a:pt x="145" y="86"/>
                  <a:pt x="142" y="98"/>
                  <a:pt x="135" y="109"/>
                </a:cubicBezTo>
                <a:cubicBezTo>
                  <a:pt x="129" y="120"/>
                  <a:pt x="120" y="129"/>
                  <a:pt x="109" y="136"/>
                </a:cubicBezTo>
                <a:cubicBezTo>
                  <a:pt x="98" y="142"/>
                  <a:pt x="85" y="146"/>
                  <a:pt x="72" y="146"/>
                </a:cubicBezTo>
                <a:cubicBezTo>
                  <a:pt x="59" y="146"/>
                  <a:pt x="47" y="142"/>
                  <a:pt x="36" y="136"/>
                </a:cubicBezTo>
                <a:cubicBezTo>
                  <a:pt x="25" y="129"/>
                  <a:pt x="16" y="120"/>
                  <a:pt x="9" y="109"/>
                </a:cubicBezTo>
                <a:cubicBezTo>
                  <a:pt x="3" y="98"/>
                  <a:pt x="0" y="86"/>
                  <a:pt x="0" y="73"/>
                </a:cubicBezTo>
                <a:cubicBezTo>
                  <a:pt x="0" y="60"/>
                  <a:pt x="3" y="48"/>
                  <a:pt x="9" y="36"/>
                </a:cubicBezTo>
                <a:cubicBezTo>
                  <a:pt x="16" y="25"/>
                  <a:pt x="25" y="17"/>
                  <a:pt x="36" y="10"/>
                </a:cubicBezTo>
                <a:cubicBezTo>
                  <a:pt x="47" y="4"/>
                  <a:pt x="59" y="0"/>
                  <a:pt x="72" y="0"/>
                </a:cubicBezTo>
                <a:cubicBezTo>
                  <a:pt x="85" y="0"/>
                  <a:pt x="98" y="4"/>
                  <a:pt x="109" y="10"/>
                </a:cubicBezTo>
                <a:cubicBezTo>
                  <a:pt x="120" y="17"/>
                  <a:pt x="129" y="25"/>
                  <a:pt x="135" y="36"/>
                </a:cubicBezTo>
                <a:close/>
                <a:moveTo>
                  <a:pt x="73" y="111"/>
                </a:moveTo>
                <a:cubicBezTo>
                  <a:pt x="106" y="67"/>
                  <a:pt x="106" y="67"/>
                  <a:pt x="106" y="67"/>
                </a:cubicBezTo>
                <a:cubicBezTo>
                  <a:pt x="107" y="65"/>
                  <a:pt x="108" y="63"/>
                  <a:pt x="108" y="61"/>
                </a:cubicBezTo>
                <a:cubicBezTo>
                  <a:pt x="109" y="59"/>
                  <a:pt x="109" y="56"/>
                  <a:pt x="108" y="53"/>
                </a:cubicBezTo>
                <a:cubicBezTo>
                  <a:pt x="107" y="50"/>
                  <a:pt x="105" y="47"/>
                  <a:pt x="102" y="46"/>
                </a:cubicBezTo>
                <a:cubicBezTo>
                  <a:pt x="99" y="44"/>
                  <a:pt x="97" y="43"/>
                  <a:pt x="94" y="43"/>
                </a:cubicBezTo>
                <a:cubicBezTo>
                  <a:pt x="91" y="43"/>
                  <a:pt x="89" y="44"/>
                  <a:pt x="87" y="45"/>
                </a:cubicBezTo>
                <a:cubicBezTo>
                  <a:pt x="85" y="46"/>
                  <a:pt x="83" y="47"/>
                  <a:pt x="82" y="49"/>
                </a:cubicBezTo>
                <a:cubicBezTo>
                  <a:pt x="80" y="52"/>
                  <a:pt x="77" y="53"/>
                  <a:pt x="73" y="53"/>
                </a:cubicBezTo>
                <a:cubicBezTo>
                  <a:pt x="69" y="53"/>
                  <a:pt x="66" y="52"/>
                  <a:pt x="64" y="49"/>
                </a:cubicBezTo>
                <a:cubicBezTo>
                  <a:pt x="62" y="47"/>
                  <a:pt x="61" y="46"/>
                  <a:pt x="59" y="45"/>
                </a:cubicBezTo>
                <a:cubicBezTo>
                  <a:pt x="57" y="44"/>
                  <a:pt x="54" y="43"/>
                  <a:pt x="52" y="43"/>
                </a:cubicBezTo>
                <a:cubicBezTo>
                  <a:pt x="49" y="43"/>
                  <a:pt x="46" y="44"/>
                  <a:pt x="44" y="46"/>
                </a:cubicBezTo>
                <a:cubicBezTo>
                  <a:pt x="41" y="47"/>
                  <a:pt x="39" y="50"/>
                  <a:pt x="38" y="53"/>
                </a:cubicBezTo>
                <a:cubicBezTo>
                  <a:pt x="37" y="56"/>
                  <a:pt x="37" y="59"/>
                  <a:pt x="37" y="61"/>
                </a:cubicBezTo>
                <a:cubicBezTo>
                  <a:pt x="38" y="63"/>
                  <a:pt x="39" y="65"/>
                  <a:pt x="40" y="67"/>
                </a:cubicBezTo>
                <a:lnTo>
                  <a:pt x="73" y="11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53" name="Freeform 356"/>
          <p:cNvSpPr>
            <a:spLocks noEditPoints="1"/>
          </p:cNvSpPr>
          <p:nvPr/>
        </p:nvSpPr>
        <p:spPr bwMode="auto">
          <a:xfrm>
            <a:off x="10062694" y="4806698"/>
            <a:ext cx="233399" cy="244204"/>
          </a:xfrm>
          <a:custGeom>
            <a:avLst/>
            <a:gdLst>
              <a:gd name="T0" fmla="*/ 161 w 162"/>
              <a:gd name="T1" fmla="*/ 111 h 170"/>
              <a:gd name="T2" fmla="*/ 160 w 162"/>
              <a:gd name="T3" fmla="*/ 113 h 170"/>
              <a:gd name="T4" fmla="*/ 132 w 162"/>
              <a:gd name="T5" fmla="*/ 122 h 170"/>
              <a:gd name="T6" fmla="*/ 132 w 162"/>
              <a:gd name="T7" fmla="*/ 151 h 170"/>
              <a:gd name="T8" fmla="*/ 131 w 162"/>
              <a:gd name="T9" fmla="*/ 153 h 170"/>
              <a:gd name="T10" fmla="*/ 128 w 162"/>
              <a:gd name="T11" fmla="*/ 154 h 170"/>
              <a:gd name="T12" fmla="*/ 100 w 162"/>
              <a:gd name="T13" fmla="*/ 145 h 170"/>
              <a:gd name="T14" fmla="*/ 83 w 162"/>
              <a:gd name="T15" fmla="*/ 168 h 170"/>
              <a:gd name="T16" fmla="*/ 81 w 162"/>
              <a:gd name="T17" fmla="*/ 170 h 170"/>
              <a:gd name="T18" fmla="*/ 78 w 162"/>
              <a:gd name="T19" fmla="*/ 168 h 170"/>
              <a:gd name="T20" fmla="*/ 61 w 162"/>
              <a:gd name="T21" fmla="*/ 145 h 170"/>
              <a:gd name="T22" fmla="*/ 34 w 162"/>
              <a:gd name="T23" fmla="*/ 154 h 170"/>
              <a:gd name="T24" fmla="*/ 31 w 162"/>
              <a:gd name="T25" fmla="*/ 153 h 170"/>
              <a:gd name="T26" fmla="*/ 30 w 162"/>
              <a:gd name="T27" fmla="*/ 151 h 170"/>
              <a:gd name="T28" fmla="*/ 30 w 162"/>
              <a:gd name="T29" fmla="*/ 122 h 170"/>
              <a:gd name="T30" fmla="*/ 2 w 162"/>
              <a:gd name="T31" fmla="*/ 113 h 170"/>
              <a:gd name="T32" fmla="*/ 0 w 162"/>
              <a:gd name="T33" fmla="*/ 111 h 170"/>
              <a:gd name="T34" fmla="*/ 1 w 162"/>
              <a:gd name="T35" fmla="*/ 108 h 170"/>
              <a:gd name="T36" fmla="*/ 18 w 162"/>
              <a:gd name="T37" fmla="*/ 85 h 170"/>
              <a:gd name="T38" fmla="*/ 1 w 162"/>
              <a:gd name="T39" fmla="*/ 61 h 170"/>
              <a:gd name="T40" fmla="*/ 0 w 162"/>
              <a:gd name="T41" fmla="*/ 59 h 170"/>
              <a:gd name="T42" fmla="*/ 2 w 162"/>
              <a:gd name="T43" fmla="*/ 57 h 170"/>
              <a:gd name="T44" fmla="*/ 30 w 162"/>
              <a:gd name="T45" fmla="*/ 48 h 170"/>
              <a:gd name="T46" fmla="*/ 30 w 162"/>
              <a:gd name="T47" fmla="*/ 19 h 170"/>
              <a:gd name="T48" fmla="*/ 31 w 162"/>
              <a:gd name="T49" fmla="*/ 16 h 170"/>
              <a:gd name="T50" fmla="*/ 34 w 162"/>
              <a:gd name="T51" fmla="*/ 16 h 170"/>
              <a:gd name="T52" fmla="*/ 61 w 162"/>
              <a:gd name="T53" fmla="*/ 25 h 170"/>
              <a:gd name="T54" fmla="*/ 78 w 162"/>
              <a:gd name="T55" fmla="*/ 1 h 170"/>
              <a:gd name="T56" fmla="*/ 81 w 162"/>
              <a:gd name="T57" fmla="*/ 0 h 170"/>
              <a:gd name="T58" fmla="*/ 83 w 162"/>
              <a:gd name="T59" fmla="*/ 1 h 170"/>
              <a:gd name="T60" fmla="*/ 100 w 162"/>
              <a:gd name="T61" fmla="*/ 25 h 170"/>
              <a:gd name="T62" fmla="*/ 128 w 162"/>
              <a:gd name="T63" fmla="*/ 16 h 170"/>
              <a:gd name="T64" fmla="*/ 131 w 162"/>
              <a:gd name="T65" fmla="*/ 16 h 170"/>
              <a:gd name="T66" fmla="*/ 132 w 162"/>
              <a:gd name="T67" fmla="*/ 19 h 170"/>
              <a:gd name="T68" fmla="*/ 132 w 162"/>
              <a:gd name="T69" fmla="*/ 48 h 170"/>
              <a:gd name="T70" fmla="*/ 160 w 162"/>
              <a:gd name="T71" fmla="*/ 57 h 170"/>
              <a:gd name="T72" fmla="*/ 161 w 162"/>
              <a:gd name="T73" fmla="*/ 59 h 170"/>
              <a:gd name="T74" fmla="*/ 161 w 162"/>
              <a:gd name="T75" fmla="*/ 61 h 170"/>
              <a:gd name="T76" fmla="*/ 144 w 162"/>
              <a:gd name="T77" fmla="*/ 85 h 170"/>
              <a:gd name="T78" fmla="*/ 161 w 162"/>
              <a:gd name="T79" fmla="*/ 108 h 170"/>
              <a:gd name="T80" fmla="*/ 161 w 162"/>
              <a:gd name="T81" fmla="*/ 111 h 170"/>
              <a:gd name="T82" fmla="*/ 131 w 162"/>
              <a:gd name="T83" fmla="*/ 106 h 170"/>
              <a:gd name="T84" fmla="*/ 135 w 162"/>
              <a:gd name="T85" fmla="*/ 85 h 170"/>
              <a:gd name="T86" fmla="*/ 131 w 162"/>
              <a:gd name="T87" fmla="*/ 64 h 170"/>
              <a:gd name="T88" fmla="*/ 119 w 162"/>
              <a:gd name="T89" fmla="*/ 46 h 170"/>
              <a:gd name="T90" fmla="*/ 102 w 162"/>
              <a:gd name="T91" fmla="*/ 35 h 170"/>
              <a:gd name="T92" fmla="*/ 81 w 162"/>
              <a:gd name="T93" fmla="*/ 30 h 170"/>
              <a:gd name="T94" fmla="*/ 60 w 162"/>
              <a:gd name="T95" fmla="*/ 35 h 170"/>
              <a:gd name="T96" fmla="*/ 42 w 162"/>
              <a:gd name="T97" fmla="*/ 46 h 170"/>
              <a:gd name="T98" fmla="*/ 31 w 162"/>
              <a:gd name="T99" fmla="*/ 64 h 170"/>
              <a:gd name="T100" fmla="*/ 26 w 162"/>
              <a:gd name="T101" fmla="*/ 85 h 170"/>
              <a:gd name="T102" fmla="*/ 31 w 162"/>
              <a:gd name="T103" fmla="*/ 106 h 170"/>
              <a:gd name="T104" fmla="*/ 42 w 162"/>
              <a:gd name="T105" fmla="*/ 123 h 170"/>
              <a:gd name="T106" fmla="*/ 60 w 162"/>
              <a:gd name="T107" fmla="*/ 135 h 170"/>
              <a:gd name="T108" fmla="*/ 81 w 162"/>
              <a:gd name="T109" fmla="*/ 139 h 170"/>
              <a:gd name="T110" fmla="*/ 102 w 162"/>
              <a:gd name="T111" fmla="*/ 135 h 170"/>
              <a:gd name="T112" fmla="*/ 119 w 162"/>
              <a:gd name="T113" fmla="*/ 123 h 170"/>
              <a:gd name="T114" fmla="*/ 131 w 162"/>
              <a:gd name="T115" fmla="*/ 106 h 1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62" h="170">
                <a:moveTo>
                  <a:pt x="161" y="111"/>
                </a:moveTo>
                <a:cubicBezTo>
                  <a:pt x="161" y="112"/>
                  <a:pt x="161" y="113"/>
                  <a:pt x="160" y="113"/>
                </a:cubicBezTo>
                <a:cubicBezTo>
                  <a:pt x="132" y="122"/>
                  <a:pt x="132" y="122"/>
                  <a:pt x="132" y="122"/>
                </a:cubicBezTo>
                <a:cubicBezTo>
                  <a:pt x="132" y="151"/>
                  <a:pt x="132" y="151"/>
                  <a:pt x="132" y="151"/>
                </a:cubicBezTo>
                <a:cubicBezTo>
                  <a:pt x="132" y="152"/>
                  <a:pt x="132" y="153"/>
                  <a:pt x="131" y="153"/>
                </a:cubicBezTo>
                <a:cubicBezTo>
                  <a:pt x="130" y="154"/>
                  <a:pt x="129" y="154"/>
                  <a:pt x="128" y="154"/>
                </a:cubicBezTo>
                <a:cubicBezTo>
                  <a:pt x="100" y="145"/>
                  <a:pt x="100" y="145"/>
                  <a:pt x="100" y="145"/>
                </a:cubicBezTo>
                <a:cubicBezTo>
                  <a:pt x="83" y="168"/>
                  <a:pt x="83" y="168"/>
                  <a:pt x="83" y="168"/>
                </a:cubicBezTo>
                <a:cubicBezTo>
                  <a:pt x="83" y="169"/>
                  <a:pt x="82" y="170"/>
                  <a:pt x="81" y="170"/>
                </a:cubicBezTo>
                <a:cubicBezTo>
                  <a:pt x="80" y="170"/>
                  <a:pt x="79" y="169"/>
                  <a:pt x="78" y="168"/>
                </a:cubicBezTo>
                <a:cubicBezTo>
                  <a:pt x="61" y="145"/>
                  <a:pt x="61" y="145"/>
                  <a:pt x="61" y="145"/>
                </a:cubicBezTo>
                <a:cubicBezTo>
                  <a:pt x="34" y="154"/>
                  <a:pt x="34" y="154"/>
                  <a:pt x="34" y="154"/>
                </a:cubicBezTo>
                <a:cubicBezTo>
                  <a:pt x="33" y="154"/>
                  <a:pt x="32" y="154"/>
                  <a:pt x="31" y="153"/>
                </a:cubicBezTo>
                <a:cubicBezTo>
                  <a:pt x="30" y="153"/>
                  <a:pt x="30" y="152"/>
                  <a:pt x="30" y="151"/>
                </a:cubicBezTo>
                <a:cubicBezTo>
                  <a:pt x="30" y="122"/>
                  <a:pt x="30" y="122"/>
                  <a:pt x="30" y="122"/>
                </a:cubicBezTo>
                <a:cubicBezTo>
                  <a:pt x="2" y="113"/>
                  <a:pt x="2" y="113"/>
                  <a:pt x="2" y="113"/>
                </a:cubicBezTo>
                <a:cubicBezTo>
                  <a:pt x="1" y="113"/>
                  <a:pt x="1" y="112"/>
                  <a:pt x="0" y="111"/>
                </a:cubicBezTo>
                <a:cubicBezTo>
                  <a:pt x="0" y="110"/>
                  <a:pt x="0" y="109"/>
                  <a:pt x="1" y="108"/>
                </a:cubicBezTo>
                <a:cubicBezTo>
                  <a:pt x="18" y="85"/>
                  <a:pt x="18" y="85"/>
                  <a:pt x="18" y="85"/>
                </a:cubicBezTo>
                <a:cubicBezTo>
                  <a:pt x="1" y="61"/>
                  <a:pt x="1" y="61"/>
                  <a:pt x="1" y="61"/>
                </a:cubicBezTo>
                <a:cubicBezTo>
                  <a:pt x="0" y="61"/>
                  <a:pt x="0" y="60"/>
                  <a:pt x="0" y="59"/>
                </a:cubicBezTo>
                <a:cubicBezTo>
                  <a:pt x="1" y="58"/>
                  <a:pt x="1" y="57"/>
                  <a:pt x="2" y="57"/>
                </a:cubicBezTo>
                <a:cubicBezTo>
                  <a:pt x="30" y="48"/>
                  <a:pt x="30" y="48"/>
                  <a:pt x="30" y="48"/>
                </a:cubicBezTo>
                <a:cubicBezTo>
                  <a:pt x="30" y="19"/>
                  <a:pt x="30" y="19"/>
                  <a:pt x="30" y="19"/>
                </a:cubicBezTo>
                <a:cubicBezTo>
                  <a:pt x="30" y="18"/>
                  <a:pt x="30" y="17"/>
                  <a:pt x="31" y="16"/>
                </a:cubicBezTo>
                <a:cubicBezTo>
                  <a:pt x="32" y="16"/>
                  <a:pt x="33" y="16"/>
                  <a:pt x="34" y="16"/>
                </a:cubicBezTo>
                <a:cubicBezTo>
                  <a:pt x="61" y="25"/>
                  <a:pt x="61" y="25"/>
                  <a:pt x="61" y="25"/>
                </a:cubicBezTo>
                <a:cubicBezTo>
                  <a:pt x="78" y="1"/>
                  <a:pt x="78" y="1"/>
                  <a:pt x="78" y="1"/>
                </a:cubicBezTo>
                <a:cubicBezTo>
                  <a:pt x="79" y="1"/>
                  <a:pt x="80" y="0"/>
                  <a:pt x="81" y="0"/>
                </a:cubicBezTo>
                <a:cubicBezTo>
                  <a:pt x="82" y="0"/>
                  <a:pt x="83" y="1"/>
                  <a:pt x="83" y="1"/>
                </a:cubicBezTo>
                <a:cubicBezTo>
                  <a:pt x="100" y="25"/>
                  <a:pt x="100" y="25"/>
                  <a:pt x="100" y="25"/>
                </a:cubicBezTo>
                <a:cubicBezTo>
                  <a:pt x="128" y="16"/>
                  <a:pt x="128" y="16"/>
                  <a:pt x="128" y="16"/>
                </a:cubicBezTo>
                <a:cubicBezTo>
                  <a:pt x="129" y="16"/>
                  <a:pt x="130" y="16"/>
                  <a:pt x="131" y="16"/>
                </a:cubicBezTo>
                <a:cubicBezTo>
                  <a:pt x="132" y="17"/>
                  <a:pt x="132" y="18"/>
                  <a:pt x="132" y="19"/>
                </a:cubicBezTo>
                <a:cubicBezTo>
                  <a:pt x="132" y="48"/>
                  <a:pt x="132" y="48"/>
                  <a:pt x="132" y="48"/>
                </a:cubicBezTo>
                <a:cubicBezTo>
                  <a:pt x="160" y="57"/>
                  <a:pt x="160" y="57"/>
                  <a:pt x="160" y="57"/>
                </a:cubicBezTo>
                <a:cubicBezTo>
                  <a:pt x="161" y="57"/>
                  <a:pt x="161" y="58"/>
                  <a:pt x="161" y="59"/>
                </a:cubicBezTo>
                <a:cubicBezTo>
                  <a:pt x="162" y="60"/>
                  <a:pt x="162" y="61"/>
                  <a:pt x="161" y="61"/>
                </a:cubicBezTo>
                <a:cubicBezTo>
                  <a:pt x="144" y="85"/>
                  <a:pt x="144" y="85"/>
                  <a:pt x="144" y="85"/>
                </a:cubicBezTo>
                <a:cubicBezTo>
                  <a:pt x="161" y="108"/>
                  <a:pt x="161" y="108"/>
                  <a:pt x="161" y="108"/>
                </a:cubicBezTo>
                <a:cubicBezTo>
                  <a:pt x="162" y="109"/>
                  <a:pt x="162" y="110"/>
                  <a:pt x="161" y="111"/>
                </a:cubicBezTo>
                <a:close/>
                <a:moveTo>
                  <a:pt x="131" y="106"/>
                </a:moveTo>
                <a:cubicBezTo>
                  <a:pt x="134" y="99"/>
                  <a:pt x="135" y="92"/>
                  <a:pt x="135" y="85"/>
                </a:cubicBezTo>
                <a:cubicBezTo>
                  <a:pt x="135" y="78"/>
                  <a:pt x="134" y="70"/>
                  <a:pt x="131" y="64"/>
                </a:cubicBezTo>
                <a:cubicBezTo>
                  <a:pt x="128" y="57"/>
                  <a:pt x="124" y="51"/>
                  <a:pt x="119" y="46"/>
                </a:cubicBezTo>
                <a:cubicBezTo>
                  <a:pt x="115" y="42"/>
                  <a:pt x="109" y="38"/>
                  <a:pt x="102" y="35"/>
                </a:cubicBezTo>
                <a:cubicBezTo>
                  <a:pt x="95" y="32"/>
                  <a:pt x="88" y="30"/>
                  <a:pt x="81" y="30"/>
                </a:cubicBezTo>
                <a:cubicBezTo>
                  <a:pt x="74" y="30"/>
                  <a:pt x="67" y="32"/>
                  <a:pt x="60" y="35"/>
                </a:cubicBezTo>
                <a:cubicBezTo>
                  <a:pt x="53" y="38"/>
                  <a:pt x="47" y="42"/>
                  <a:pt x="42" y="46"/>
                </a:cubicBezTo>
                <a:cubicBezTo>
                  <a:pt x="38" y="51"/>
                  <a:pt x="34" y="57"/>
                  <a:pt x="31" y="64"/>
                </a:cubicBezTo>
                <a:cubicBezTo>
                  <a:pt x="28" y="70"/>
                  <a:pt x="26" y="78"/>
                  <a:pt x="26" y="85"/>
                </a:cubicBezTo>
                <a:cubicBezTo>
                  <a:pt x="26" y="92"/>
                  <a:pt x="28" y="99"/>
                  <a:pt x="31" y="106"/>
                </a:cubicBezTo>
                <a:cubicBezTo>
                  <a:pt x="34" y="113"/>
                  <a:pt x="38" y="119"/>
                  <a:pt x="42" y="123"/>
                </a:cubicBezTo>
                <a:cubicBezTo>
                  <a:pt x="47" y="128"/>
                  <a:pt x="53" y="132"/>
                  <a:pt x="60" y="135"/>
                </a:cubicBezTo>
                <a:cubicBezTo>
                  <a:pt x="67" y="138"/>
                  <a:pt x="74" y="139"/>
                  <a:pt x="81" y="139"/>
                </a:cubicBezTo>
                <a:cubicBezTo>
                  <a:pt x="88" y="139"/>
                  <a:pt x="95" y="138"/>
                  <a:pt x="102" y="135"/>
                </a:cubicBezTo>
                <a:cubicBezTo>
                  <a:pt x="109" y="132"/>
                  <a:pt x="115" y="128"/>
                  <a:pt x="119" y="123"/>
                </a:cubicBezTo>
                <a:cubicBezTo>
                  <a:pt x="124" y="119"/>
                  <a:pt x="128" y="113"/>
                  <a:pt x="131" y="10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54" name="Freeform 357"/>
          <p:cNvSpPr>
            <a:spLocks noEditPoints="1"/>
          </p:cNvSpPr>
          <p:nvPr/>
        </p:nvSpPr>
        <p:spPr bwMode="auto">
          <a:xfrm>
            <a:off x="10365247" y="4823987"/>
            <a:ext cx="198820" cy="209627"/>
          </a:xfrm>
          <a:custGeom>
            <a:avLst/>
            <a:gdLst>
              <a:gd name="T0" fmla="*/ 138 w 139"/>
              <a:gd name="T1" fmla="*/ 103 h 146"/>
              <a:gd name="T2" fmla="*/ 112 w 139"/>
              <a:gd name="T3" fmla="*/ 134 h 146"/>
              <a:gd name="T4" fmla="*/ 73 w 139"/>
              <a:gd name="T5" fmla="*/ 146 h 146"/>
              <a:gd name="T6" fmla="*/ 44 w 139"/>
              <a:gd name="T7" fmla="*/ 140 h 146"/>
              <a:gd name="T8" fmla="*/ 21 w 139"/>
              <a:gd name="T9" fmla="*/ 124 h 146"/>
              <a:gd name="T10" fmla="*/ 6 w 139"/>
              <a:gd name="T11" fmla="*/ 101 h 146"/>
              <a:gd name="T12" fmla="*/ 0 w 139"/>
              <a:gd name="T13" fmla="*/ 73 h 146"/>
              <a:gd name="T14" fmla="*/ 5 w 139"/>
              <a:gd name="T15" fmla="*/ 45 h 146"/>
              <a:gd name="T16" fmla="*/ 20 w 139"/>
              <a:gd name="T17" fmla="*/ 22 h 146"/>
              <a:gd name="T18" fmla="*/ 42 w 139"/>
              <a:gd name="T19" fmla="*/ 7 h 146"/>
              <a:gd name="T20" fmla="*/ 70 w 139"/>
              <a:gd name="T21" fmla="*/ 0 h 146"/>
              <a:gd name="T22" fmla="*/ 76 w 139"/>
              <a:gd name="T23" fmla="*/ 4 h 146"/>
              <a:gd name="T24" fmla="*/ 74 w 139"/>
              <a:gd name="T25" fmla="*/ 11 h 146"/>
              <a:gd name="T26" fmla="*/ 62 w 139"/>
              <a:gd name="T27" fmla="*/ 28 h 146"/>
              <a:gd name="T28" fmla="*/ 57 w 139"/>
              <a:gd name="T29" fmla="*/ 49 h 146"/>
              <a:gd name="T30" fmla="*/ 64 w 139"/>
              <a:gd name="T31" fmla="*/ 75 h 146"/>
              <a:gd name="T32" fmla="*/ 83 w 139"/>
              <a:gd name="T33" fmla="*/ 93 h 146"/>
              <a:gd name="T34" fmla="*/ 109 w 139"/>
              <a:gd name="T35" fmla="*/ 100 h 146"/>
              <a:gd name="T36" fmla="*/ 130 w 139"/>
              <a:gd name="T37" fmla="*/ 95 h 146"/>
              <a:gd name="T38" fmla="*/ 137 w 139"/>
              <a:gd name="T39" fmla="*/ 97 h 146"/>
              <a:gd name="T40" fmla="*/ 139 w 139"/>
              <a:gd name="T41" fmla="*/ 100 h 146"/>
              <a:gd name="T42" fmla="*/ 138 w 139"/>
              <a:gd name="T43" fmla="*/ 103 h 146"/>
              <a:gd name="T44" fmla="*/ 119 w 139"/>
              <a:gd name="T45" fmla="*/ 111 h 146"/>
              <a:gd name="T46" fmla="*/ 109 w 139"/>
              <a:gd name="T47" fmla="*/ 112 h 146"/>
              <a:gd name="T48" fmla="*/ 77 w 139"/>
              <a:gd name="T49" fmla="*/ 104 h 146"/>
              <a:gd name="T50" fmla="*/ 54 w 139"/>
              <a:gd name="T51" fmla="*/ 81 h 146"/>
              <a:gd name="T52" fmla="*/ 45 w 139"/>
              <a:gd name="T53" fmla="*/ 49 h 146"/>
              <a:gd name="T54" fmla="*/ 55 w 139"/>
              <a:gd name="T55" fmla="*/ 15 h 146"/>
              <a:gd name="T56" fmla="*/ 24 w 139"/>
              <a:gd name="T57" fmla="*/ 37 h 146"/>
              <a:gd name="T58" fmla="*/ 12 w 139"/>
              <a:gd name="T59" fmla="*/ 73 h 146"/>
              <a:gd name="T60" fmla="*/ 17 w 139"/>
              <a:gd name="T61" fmla="*/ 96 h 146"/>
              <a:gd name="T62" fmla="*/ 30 w 139"/>
              <a:gd name="T63" fmla="*/ 116 h 146"/>
              <a:gd name="T64" fmla="*/ 49 w 139"/>
              <a:gd name="T65" fmla="*/ 129 h 146"/>
              <a:gd name="T66" fmla="*/ 73 w 139"/>
              <a:gd name="T67" fmla="*/ 133 h 146"/>
              <a:gd name="T68" fmla="*/ 98 w 139"/>
              <a:gd name="T69" fmla="*/ 128 h 146"/>
              <a:gd name="T70" fmla="*/ 119 w 139"/>
              <a:gd name="T71" fmla="*/ 111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39" h="146">
                <a:moveTo>
                  <a:pt x="138" y="103"/>
                </a:moveTo>
                <a:cubicBezTo>
                  <a:pt x="133" y="116"/>
                  <a:pt x="124" y="126"/>
                  <a:pt x="112" y="134"/>
                </a:cubicBezTo>
                <a:cubicBezTo>
                  <a:pt x="100" y="142"/>
                  <a:pt x="87" y="146"/>
                  <a:pt x="73" y="146"/>
                </a:cubicBezTo>
                <a:cubicBezTo>
                  <a:pt x="63" y="146"/>
                  <a:pt x="53" y="144"/>
                  <a:pt x="44" y="140"/>
                </a:cubicBezTo>
                <a:cubicBezTo>
                  <a:pt x="35" y="136"/>
                  <a:pt x="28" y="131"/>
                  <a:pt x="21" y="124"/>
                </a:cubicBezTo>
                <a:cubicBezTo>
                  <a:pt x="15" y="118"/>
                  <a:pt x="10" y="110"/>
                  <a:pt x="6" y="101"/>
                </a:cubicBezTo>
                <a:cubicBezTo>
                  <a:pt x="2" y="92"/>
                  <a:pt x="0" y="83"/>
                  <a:pt x="0" y="73"/>
                </a:cubicBezTo>
                <a:cubicBezTo>
                  <a:pt x="0" y="63"/>
                  <a:pt x="2" y="54"/>
                  <a:pt x="5" y="45"/>
                </a:cubicBezTo>
                <a:cubicBezTo>
                  <a:pt x="9" y="36"/>
                  <a:pt x="14" y="29"/>
                  <a:pt x="20" y="22"/>
                </a:cubicBezTo>
                <a:cubicBezTo>
                  <a:pt x="26" y="16"/>
                  <a:pt x="34" y="11"/>
                  <a:pt x="42" y="7"/>
                </a:cubicBezTo>
                <a:cubicBezTo>
                  <a:pt x="51" y="3"/>
                  <a:pt x="60" y="1"/>
                  <a:pt x="70" y="0"/>
                </a:cubicBezTo>
                <a:cubicBezTo>
                  <a:pt x="73" y="0"/>
                  <a:pt x="75" y="2"/>
                  <a:pt x="76" y="4"/>
                </a:cubicBezTo>
                <a:cubicBezTo>
                  <a:pt x="77" y="7"/>
                  <a:pt x="76" y="9"/>
                  <a:pt x="74" y="11"/>
                </a:cubicBezTo>
                <a:cubicBezTo>
                  <a:pt x="69" y="16"/>
                  <a:pt x="65" y="22"/>
                  <a:pt x="62" y="28"/>
                </a:cubicBezTo>
                <a:cubicBezTo>
                  <a:pt x="59" y="35"/>
                  <a:pt x="57" y="41"/>
                  <a:pt x="57" y="49"/>
                </a:cubicBezTo>
                <a:cubicBezTo>
                  <a:pt x="57" y="58"/>
                  <a:pt x="60" y="67"/>
                  <a:pt x="64" y="75"/>
                </a:cubicBezTo>
                <a:cubicBezTo>
                  <a:pt x="69" y="82"/>
                  <a:pt x="75" y="89"/>
                  <a:pt x="83" y="93"/>
                </a:cubicBezTo>
                <a:cubicBezTo>
                  <a:pt x="91" y="98"/>
                  <a:pt x="100" y="100"/>
                  <a:pt x="109" y="100"/>
                </a:cubicBezTo>
                <a:cubicBezTo>
                  <a:pt x="116" y="100"/>
                  <a:pt x="124" y="99"/>
                  <a:pt x="130" y="95"/>
                </a:cubicBezTo>
                <a:cubicBezTo>
                  <a:pt x="133" y="94"/>
                  <a:pt x="135" y="95"/>
                  <a:pt x="137" y="97"/>
                </a:cubicBezTo>
                <a:cubicBezTo>
                  <a:pt x="138" y="97"/>
                  <a:pt x="139" y="99"/>
                  <a:pt x="139" y="100"/>
                </a:cubicBezTo>
                <a:cubicBezTo>
                  <a:pt x="139" y="101"/>
                  <a:pt x="139" y="102"/>
                  <a:pt x="138" y="103"/>
                </a:cubicBezTo>
                <a:close/>
                <a:moveTo>
                  <a:pt x="119" y="111"/>
                </a:moveTo>
                <a:cubicBezTo>
                  <a:pt x="116" y="112"/>
                  <a:pt x="112" y="112"/>
                  <a:pt x="109" y="112"/>
                </a:cubicBezTo>
                <a:cubicBezTo>
                  <a:pt x="97" y="112"/>
                  <a:pt x="87" y="109"/>
                  <a:pt x="77" y="104"/>
                </a:cubicBezTo>
                <a:cubicBezTo>
                  <a:pt x="67" y="98"/>
                  <a:pt x="60" y="90"/>
                  <a:pt x="54" y="81"/>
                </a:cubicBezTo>
                <a:cubicBezTo>
                  <a:pt x="48" y="71"/>
                  <a:pt x="45" y="60"/>
                  <a:pt x="45" y="49"/>
                </a:cubicBezTo>
                <a:cubicBezTo>
                  <a:pt x="45" y="37"/>
                  <a:pt x="49" y="25"/>
                  <a:pt x="55" y="15"/>
                </a:cubicBezTo>
                <a:cubicBezTo>
                  <a:pt x="43" y="19"/>
                  <a:pt x="32" y="26"/>
                  <a:pt x="24" y="37"/>
                </a:cubicBezTo>
                <a:cubicBezTo>
                  <a:pt x="16" y="47"/>
                  <a:pt x="12" y="59"/>
                  <a:pt x="12" y="73"/>
                </a:cubicBezTo>
                <a:cubicBezTo>
                  <a:pt x="12" y="81"/>
                  <a:pt x="14" y="89"/>
                  <a:pt x="17" y="96"/>
                </a:cubicBezTo>
                <a:cubicBezTo>
                  <a:pt x="20" y="104"/>
                  <a:pt x="24" y="110"/>
                  <a:pt x="30" y="116"/>
                </a:cubicBezTo>
                <a:cubicBezTo>
                  <a:pt x="35" y="121"/>
                  <a:pt x="42" y="125"/>
                  <a:pt x="49" y="129"/>
                </a:cubicBezTo>
                <a:cubicBezTo>
                  <a:pt x="57" y="132"/>
                  <a:pt x="64" y="133"/>
                  <a:pt x="73" y="133"/>
                </a:cubicBezTo>
                <a:cubicBezTo>
                  <a:pt x="82" y="133"/>
                  <a:pt x="90" y="131"/>
                  <a:pt x="98" y="128"/>
                </a:cubicBezTo>
                <a:cubicBezTo>
                  <a:pt x="107" y="124"/>
                  <a:pt x="114" y="118"/>
                  <a:pt x="119" y="11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55" name="Freeform 358"/>
          <p:cNvSpPr>
            <a:spLocks noEditPoints="1"/>
          </p:cNvSpPr>
          <p:nvPr/>
        </p:nvSpPr>
        <p:spPr bwMode="auto">
          <a:xfrm>
            <a:off x="10646189" y="4823987"/>
            <a:ext cx="224755" cy="209627"/>
          </a:xfrm>
          <a:custGeom>
            <a:avLst/>
            <a:gdLst>
              <a:gd name="T0" fmla="*/ 157 w 157"/>
              <a:gd name="T1" fmla="*/ 6 h 146"/>
              <a:gd name="T2" fmla="*/ 157 w 157"/>
              <a:gd name="T3" fmla="*/ 31 h 146"/>
              <a:gd name="T4" fmla="*/ 155 w 157"/>
              <a:gd name="T5" fmla="*/ 35 h 146"/>
              <a:gd name="T6" fmla="*/ 151 w 157"/>
              <a:gd name="T7" fmla="*/ 37 h 146"/>
              <a:gd name="T8" fmla="*/ 6 w 157"/>
              <a:gd name="T9" fmla="*/ 37 h 146"/>
              <a:gd name="T10" fmla="*/ 1 w 157"/>
              <a:gd name="T11" fmla="*/ 35 h 146"/>
              <a:gd name="T12" fmla="*/ 0 w 157"/>
              <a:gd name="T13" fmla="*/ 31 h 146"/>
              <a:gd name="T14" fmla="*/ 0 w 157"/>
              <a:gd name="T15" fmla="*/ 6 h 146"/>
              <a:gd name="T16" fmla="*/ 1 w 157"/>
              <a:gd name="T17" fmla="*/ 2 h 146"/>
              <a:gd name="T18" fmla="*/ 6 w 157"/>
              <a:gd name="T19" fmla="*/ 0 h 146"/>
              <a:gd name="T20" fmla="*/ 151 w 157"/>
              <a:gd name="T21" fmla="*/ 0 h 146"/>
              <a:gd name="T22" fmla="*/ 155 w 157"/>
              <a:gd name="T23" fmla="*/ 2 h 146"/>
              <a:gd name="T24" fmla="*/ 157 w 157"/>
              <a:gd name="T25" fmla="*/ 6 h 146"/>
              <a:gd name="T26" fmla="*/ 151 w 157"/>
              <a:gd name="T27" fmla="*/ 49 h 146"/>
              <a:gd name="T28" fmla="*/ 151 w 157"/>
              <a:gd name="T29" fmla="*/ 139 h 146"/>
              <a:gd name="T30" fmla="*/ 149 w 157"/>
              <a:gd name="T31" fmla="*/ 144 h 146"/>
              <a:gd name="T32" fmla="*/ 145 w 157"/>
              <a:gd name="T33" fmla="*/ 146 h 146"/>
              <a:gd name="T34" fmla="*/ 12 w 157"/>
              <a:gd name="T35" fmla="*/ 146 h 146"/>
              <a:gd name="T36" fmla="*/ 7 w 157"/>
              <a:gd name="T37" fmla="*/ 144 h 146"/>
              <a:gd name="T38" fmla="*/ 6 w 157"/>
              <a:gd name="T39" fmla="*/ 139 h 146"/>
              <a:gd name="T40" fmla="*/ 6 w 157"/>
              <a:gd name="T41" fmla="*/ 49 h 146"/>
              <a:gd name="T42" fmla="*/ 7 w 157"/>
              <a:gd name="T43" fmla="*/ 44 h 146"/>
              <a:gd name="T44" fmla="*/ 12 w 157"/>
              <a:gd name="T45" fmla="*/ 43 h 146"/>
              <a:gd name="T46" fmla="*/ 145 w 157"/>
              <a:gd name="T47" fmla="*/ 43 h 146"/>
              <a:gd name="T48" fmla="*/ 149 w 157"/>
              <a:gd name="T49" fmla="*/ 44 h 146"/>
              <a:gd name="T50" fmla="*/ 151 w 157"/>
              <a:gd name="T51" fmla="*/ 49 h 146"/>
              <a:gd name="T52" fmla="*/ 95 w 157"/>
              <a:gd name="T53" fmla="*/ 71 h 146"/>
              <a:gd name="T54" fmla="*/ 96 w 157"/>
              <a:gd name="T55" fmla="*/ 67 h 146"/>
              <a:gd name="T56" fmla="*/ 95 w 157"/>
              <a:gd name="T57" fmla="*/ 63 h 146"/>
              <a:gd name="T58" fmla="*/ 90 w 157"/>
              <a:gd name="T59" fmla="*/ 61 h 146"/>
              <a:gd name="T60" fmla="*/ 66 w 157"/>
              <a:gd name="T61" fmla="*/ 61 h 146"/>
              <a:gd name="T62" fmla="*/ 62 w 157"/>
              <a:gd name="T63" fmla="*/ 63 h 146"/>
              <a:gd name="T64" fmla="*/ 60 w 157"/>
              <a:gd name="T65" fmla="*/ 67 h 146"/>
              <a:gd name="T66" fmla="*/ 62 w 157"/>
              <a:gd name="T67" fmla="*/ 71 h 146"/>
              <a:gd name="T68" fmla="*/ 66 w 157"/>
              <a:gd name="T69" fmla="*/ 73 h 146"/>
              <a:gd name="T70" fmla="*/ 90 w 157"/>
              <a:gd name="T71" fmla="*/ 73 h 146"/>
              <a:gd name="T72" fmla="*/ 95 w 157"/>
              <a:gd name="T73" fmla="*/ 71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57" h="146">
                <a:moveTo>
                  <a:pt x="157" y="6"/>
                </a:moveTo>
                <a:cubicBezTo>
                  <a:pt x="157" y="31"/>
                  <a:pt x="157" y="31"/>
                  <a:pt x="157" y="31"/>
                </a:cubicBezTo>
                <a:cubicBezTo>
                  <a:pt x="157" y="32"/>
                  <a:pt x="156" y="34"/>
                  <a:pt x="155" y="35"/>
                </a:cubicBezTo>
                <a:cubicBezTo>
                  <a:pt x="154" y="36"/>
                  <a:pt x="152" y="37"/>
                  <a:pt x="151" y="37"/>
                </a:cubicBezTo>
                <a:cubicBezTo>
                  <a:pt x="6" y="37"/>
                  <a:pt x="6" y="37"/>
                  <a:pt x="6" y="37"/>
                </a:cubicBezTo>
                <a:cubicBezTo>
                  <a:pt x="4" y="37"/>
                  <a:pt x="3" y="36"/>
                  <a:pt x="1" y="35"/>
                </a:cubicBezTo>
                <a:cubicBezTo>
                  <a:pt x="0" y="34"/>
                  <a:pt x="0" y="32"/>
                  <a:pt x="0" y="31"/>
                </a:cubicBezTo>
                <a:cubicBezTo>
                  <a:pt x="0" y="6"/>
                  <a:pt x="0" y="6"/>
                  <a:pt x="0" y="6"/>
                </a:cubicBezTo>
                <a:cubicBezTo>
                  <a:pt x="0" y="5"/>
                  <a:pt x="0" y="3"/>
                  <a:pt x="1" y="2"/>
                </a:cubicBezTo>
                <a:cubicBezTo>
                  <a:pt x="3" y="1"/>
                  <a:pt x="4" y="0"/>
                  <a:pt x="6" y="0"/>
                </a:cubicBezTo>
                <a:cubicBezTo>
                  <a:pt x="151" y="0"/>
                  <a:pt x="151" y="0"/>
                  <a:pt x="151" y="0"/>
                </a:cubicBezTo>
                <a:cubicBezTo>
                  <a:pt x="152" y="0"/>
                  <a:pt x="154" y="1"/>
                  <a:pt x="155" y="2"/>
                </a:cubicBezTo>
                <a:cubicBezTo>
                  <a:pt x="156" y="3"/>
                  <a:pt x="157" y="5"/>
                  <a:pt x="157" y="6"/>
                </a:cubicBezTo>
                <a:close/>
                <a:moveTo>
                  <a:pt x="151" y="49"/>
                </a:moveTo>
                <a:cubicBezTo>
                  <a:pt x="151" y="139"/>
                  <a:pt x="151" y="139"/>
                  <a:pt x="151" y="139"/>
                </a:cubicBezTo>
                <a:cubicBezTo>
                  <a:pt x="151" y="141"/>
                  <a:pt x="150" y="143"/>
                  <a:pt x="149" y="144"/>
                </a:cubicBezTo>
                <a:cubicBezTo>
                  <a:pt x="148" y="145"/>
                  <a:pt x="146" y="146"/>
                  <a:pt x="145" y="146"/>
                </a:cubicBezTo>
                <a:cubicBezTo>
                  <a:pt x="12" y="146"/>
                  <a:pt x="12" y="146"/>
                  <a:pt x="12" y="146"/>
                </a:cubicBezTo>
                <a:cubicBezTo>
                  <a:pt x="10" y="146"/>
                  <a:pt x="9" y="145"/>
                  <a:pt x="7" y="144"/>
                </a:cubicBezTo>
                <a:cubicBezTo>
                  <a:pt x="6" y="143"/>
                  <a:pt x="6" y="141"/>
                  <a:pt x="6" y="139"/>
                </a:cubicBezTo>
                <a:cubicBezTo>
                  <a:pt x="6" y="49"/>
                  <a:pt x="6" y="49"/>
                  <a:pt x="6" y="49"/>
                </a:cubicBezTo>
                <a:cubicBezTo>
                  <a:pt x="6" y="47"/>
                  <a:pt x="6" y="46"/>
                  <a:pt x="7" y="44"/>
                </a:cubicBezTo>
                <a:cubicBezTo>
                  <a:pt x="9" y="43"/>
                  <a:pt x="10" y="43"/>
                  <a:pt x="12" y="43"/>
                </a:cubicBezTo>
                <a:cubicBezTo>
                  <a:pt x="145" y="43"/>
                  <a:pt x="145" y="43"/>
                  <a:pt x="145" y="43"/>
                </a:cubicBezTo>
                <a:cubicBezTo>
                  <a:pt x="146" y="43"/>
                  <a:pt x="148" y="43"/>
                  <a:pt x="149" y="44"/>
                </a:cubicBezTo>
                <a:cubicBezTo>
                  <a:pt x="150" y="46"/>
                  <a:pt x="151" y="47"/>
                  <a:pt x="151" y="49"/>
                </a:cubicBezTo>
                <a:close/>
                <a:moveTo>
                  <a:pt x="95" y="71"/>
                </a:moveTo>
                <a:cubicBezTo>
                  <a:pt x="96" y="70"/>
                  <a:pt x="96" y="69"/>
                  <a:pt x="96" y="67"/>
                </a:cubicBezTo>
                <a:cubicBezTo>
                  <a:pt x="96" y="65"/>
                  <a:pt x="96" y="64"/>
                  <a:pt x="95" y="63"/>
                </a:cubicBezTo>
                <a:cubicBezTo>
                  <a:pt x="93" y="61"/>
                  <a:pt x="92" y="61"/>
                  <a:pt x="90" y="61"/>
                </a:cubicBezTo>
                <a:cubicBezTo>
                  <a:pt x="66" y="61"/>
                  <a:pt x="66" y="61"/>
                  <a:pt x="66" y="61"/>
                </a:cubicBezTo>
                <a:cubicBezTo>
                  <a:pt x="64" y="61"/>
                  <a:pt x="63" y="61"/>
                  <a:pt x="62" y="63"/>
                </a:cubicBezTo>
                <a:cubicBezTo>
                  <a:pt x="61" y="64"/>
                  <a:pt x="60" y="65"/>
                  <a:pt x="60" y="67"/>
                </a:cubicBezTo>
                <a:cubicBezTo>
                  <a:pt x="60" y="69"/>
                  <a:pt x="61" y="70"/>
                  <a:pt x="62" y="71"/>
                </a:cubicBezTo>
                <a:cubicBezTo>
                  <a:pt x="63" y="72"/>
                  <a:pt x="64" y="73"/>
                  <a:pt x="66" y="73"/>
                </a:cubicBezTo>
                <a:cubicBezTo>
                  <a:pt x="90" y="73"/>
                  <a:pt x="90" y="73"/>
                  <a:pt x="90" y="73"/>
                </a:cubicBezTo>
                <a:cubicBezTo>
                  <a:pt x="92" y="73"/>
                  <a:pt x="93" y="72"/>
                  <a:pt x="95" y="7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56" name="Freeform 359"/>
          <p:cNvSpPr>
            <a:spLocks/>
          </p:cNvSpPr>
          <p:nvPr/>
        </p:nvSpPr>
        <p:spPr bwMode="auto">
          <a:xfrm>
            <a:off x="10950903" y="4806698"/>
            <a:ext cx="86444" cy="244204"/>
          </a:xfrm>
          <a:custGeom>
            <a:avLst/>
            <a:gdLst>
              <a:gd name="T0" fmla="*/ 61 w 61"/>
              <a:gd name="T1" fmla="*/ 30 h 170"/>
              <a:gd name="T2" fmla="*/ 59 w 61"/>
              <a:gd name="T3" fmla="*/ 35 h 170"/>
              <a:gd name="T4" fmla="*/ 55 w 61"/>
              <a:gd name="T5" fmla="*/ 37 h 170"/>
              <a:gd name="T6" fmla="*/ 43 w 61"/>
              <a:gd name="T7" fmla="*/ 37 h 170"/>
              <a:gd name="T8" fmla="*/ 43 w 61"/>
              <a:gd name="T9" fmla="*/ 133 h 170"/>
              <a:gd name="T10" fmla="*/ 55 w 61"/>
              <a:gd name="T11" fmla="*/ 133 h 170"/>
              <a:gd name="T12" fmla="*/ 59 w 61"/>
              <a:gd name="T13" fmla="*/ 135 h 170"/>
              <a:gd name="T14" fmla="*/ 61 w 61"/>
              <a:gd name="T15" fmla="*/ 139 h 170"/>
              <a:gd name="T16" fmla="*/ 59 w 61"/>
              <a:gd name="T17" fmla="*/ 144 h 170"/>
              <a:gd name="T18" fmla="*/ 35 w 61"/>
              <a:gd name="T19" fmla="*/ 168 h 170"/>
              <a:gd name="T20" fmla="*/ 31 w 61"/>
              <a:gd name="T21" fmla="*/ 170 h 170"/>
              <a:gd name="T22" fmla="*/ 26 w 61"/>
              <a:gd name="T23" fmla="*/ 168 h 170"/>
              <a:gd name="T24" fmla="*/ 2 w 61"/>
              <a:gd name="T25" fmla="*/ 144 h 170"/>
              <a:gd name="T26" fmla="*/ 0 w 61"/>
              <a:gd name="T27" fmla="*/ 139 h 170"/>
              <a:gd name="T28" fmla="*/ 2 w 61"/>
              <a:gd name="T29" fmla="*/ 135 h 170"/>
              <a:gd name="T30" fmla="*/ 6 w 61"/>
              <a:gd name="T31" fmla="*/ 133 h 170"/>
              <a:gd name="T32" fmla="*/ 18 w 61"/>
              <a:gd name="T33" fmla="*/ 133 h 170"/>
              <a:gd name="T34" fmla="*/ 18 w 61"/>
              <a:gd name="T35" fmla="*/ 37 h 170"/>
              <a:gd name="T36" fmla="*/ 6 w 61"/>
              <a:gd name="T37" fmla="*/ 37 h 170"/>
              <a:gd name="T38" fmla="*/ 2 w 61"/>
              <a:gd name="T39" fmla="*/ 35 h 170"/>
              <a:gd name="T40" fmla="*/ 0 w 61"/>
              <a:gd name="T41" fmla="*/ 30 h 170"/>
              <a:gd name="T42" fmla="*/ 2 w 61"/>
              <a:gd name="T43" fmla="*/ 26 h 170"/>
              <a:gd name="T44" fmla="*/ 26 w 61"/>
              <a:gd name="T45" fmla="*/ 2 h 170"/>
              <a:gd name="T46" fmla="*/ 31 w 61"/>
              <a:gd name="T47" fmla="*/ 0 h 170"/>
              <a:gd name="T48" fmla="*/ 35 w 61"/>
              <a:gd name="T49" fmla="*/ 2 h 170"/>
              <a:gd name="T50" fmla="*/ 59 w 61"/>
              <a:gd name="T51" fmla="*/ 26 h 170"/>
              <a:gd name="T52" fmla="*/ 61 w 61"/>
              <a:gd name="T53" fmla="*/ 30 h 1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1" h="170">
                <a:moveTo>
                  <a:pt x="61" y="30"/>
                </a:moveTo>
                <a:cubicBezTo>
                  <a:pt x="61" y="32"/>
                  <a:pt x="60" y="34"/>
                  <a:pt x="59" y="35"/>
                </a:cubicBezTo>
                <a:cubicBezTo>
                  <a:pt x="58" y="36"/>
                  <a:pt x="56" y="37"/>
                  <a:pt x="55" y="37"/>
                </a:cubicBezTo>
                <a:cubicBezTo>
                  <a:pt x="43" y="37"/>
                  <a:pt x="43" y="37"/>
                  <a:pt x="43" y="37"/>
                </a:cubicBezTo>
                <a:cubicBezTo>
                  <a:pt x="43" y="133"/>
                  <a:pt x="43" y="133"/>
                  <a:pt x="43" y="133"/>
                </a:cubicBezTo>
                <a:cubicBezTo>
                  <a:pt x="55" y="133"/>
                  <a:pt x="55" y="133"/>
                  <a:pt x="55" y="133"/>
                </a:cubicBezTo>
                <a:cubicBezTo>
                  <a:pt x="56" y="133"/>
                  <a:pt x="58" y="134"/>
                  <a:pt x="59" y="135"/>
                </a:cubicBezTo>
                <a:cubicBezTo>
                  <a:pt x="60" y="136"/>
                  <a:pt x="61" y="138"/>
                  <a:pt x="61" y="139"/>
                </a:cubicBezTo>
                <a:cubicBezTo>
                  <a:pt x="61" y="141"/>
                  <a:pt x="60" y="142"/>
                  <a:pt x="59" y="144"/>
                </a:cubicBezTo>
                <a:cubicBezTo>
                  <a:pt x="35" y="168"/>
                  <a:pt x="35" y="168"/>
                  <a:pt x="35" y="168"/>
                </a:cubicBezTo>
                <a:cubicBezTo>
                  <a:pt x="34" y="169"/>
                  <a:pt x="32" y="170"/>
                  <a:pt x="31" y="170"/>
                </a:cubicBezTo>
                <a:cubicBezTo>
                  <a:pt x="29" y="170"/>
                  <a:pt x="27" y="169"/>
                  <a:pt x="26" y="168"/>
                </a:cubicBezTo>
                <a:cubicBezTo>
                  <a:pt x="2" y="144"/>
                  <a:pt x="2" y="144"/>
                  <a:pt x="2" y="144"/>
                </a:cubicBezTo>
                <a:cubicBezTo>
                  <a:pt x="1" y="142"/>
                  <a:pt x="0" y="141"/>
                  <a:pt x="0" y="139"/>
                </a:cubicBezTo>
                <a:cubicBezTo>
                  <a:pt x="0" y="138"/>
                  <a:pt x="1" y="136"/>
                  <a:pt x="2" y="135"/>
                </a:cubicBezTo>
                <a:cubicBezTo>
                  <a:pt x="3" y="134"/>
                  <a:pt x="5" y="133"/>
                  <a:pt x="6" y="133"/>
                </a:cubicBezTo>
                <a:cubicBezTo>
                  <a:pt x="18" y="133"/>
                  <a:pt x="18" y="133"/>
                  <a:pt x="18" y="133"/>
                </a:cubicBezTo>
                <a:cubicBezTo>
                  <a:pt x="18" y="37"/>
                  <a:pt x="18" y="37"/>
                  <a:pt x="18" y="37"/>
                </a:cubicBezTo>
                <a:cubicBezTo>
                  <a:pt x="6" y="37"/>
                  <a:pt x="6" y="37"/>
                  <a:pt x="6" y="37"/>
                </a:cubicBezTo>
                <a:cubicBezTo>
                  <a:pt x="5" y="37"/>
                  <a:pt x="3" y="36"/>
                  <a:pt x="2" y="35"/>
                </a:cubicBezTo>
                <a:cubicBezTo>
                  <a:pt x="1" y="34"/>
                  <a:pt x="0" y="32"/>
                  <a:pt x="0" y="30"/>
                </a:cubicBezTo>
                <a:cubicBezTo>
                  <a:pt x="0" y="29"/>
                  <a:pt x="1" y="27"/>
                  <a:pt x="2" y="26"/>
                </a:cubicBezTo>
                <a:cubicBezTo>
                  <a:pt x="26" y="2"/>
                  <a:pt x="26" y="2"/>
                  <a:pt x="26" y="2"/>
                </a:cubicBezTo>
                <a:cubicBezTo>
                  <a:pt x="27" y="1"/>
                  <a:pt x="29" y="0"/>
                  <a:pt x="31" y="0"/>
                </a:cubicBezTo>
                <a:cubicBezTo>
                  <a:pt x="32" y="0"/>
                  <a:pt x="34" y="1"/>
                  <a:pt x="35" y="2"/>
                </a:cubicBezTo>
                <a:cubicBezTo>
                  <a:pt x="59" y="26"/>
                  <a:pt x="59" y="26"/>
                  <a:pt x="59" y="26"/>
                </a:cubicBezTo>
                <a:cubicBezTo>
                  <a:pt x="60" y="27"/>
                  <a:pt x="61" y="29"/>
                  <a:pt x="61" y="3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57" name="Freeform 360"/>
          <p:cNvSpPr>
            <a:spLocks/>
          </p:cNvSpPr>
          <p:nvPr/>
        </p:nvSpPr>
        <p:spPr bwMode="auto">
          <a:xfrm>
            <a:off x="11188624" y="4823987"/>
            <a:ext cx="194499" cy="209627"/>
          </a:xfrm>
          <a:custGeom>
            <a:avLst/>
            <a:gdLst>
              <a:gd name="T0" fmla="*/ 130 w 136"/>
              <a:gd name="T1" fmla="*/ 87 h 146"/>
              <a:gd name="T2" fmla="*/ 135 w 136"/>
              <a:gd name="T3" fmla="*/ 95 h 146"/>
              <a:gd name="T4" fmla="*/ 134 w 136"/>
              <a:gd name="T5" fmla="*/ 104 h 146"/>
              <a:gd name="T6" fmla="*/ 128 w 136"/>
              <a:gd name="T7" fmla="*/ 114 h 146"/>
              <a:gd name="T8" fmla="*/ 121 w 136"/>
              <a:gd name="T9" fmla="*/ 120 h 146"/>
              <a:gd name="T10" fmla="*/ 111 w 136"/>
              <a:gd name="T11" fmla="*/ 119 h 146"/>
              <a:gd name="T12" fmla="*/ 86 w 136"/>
              <a:gd name="T13" fmla="*/ 104 h 146"/>
              <a:gd name="T14" fmla="*/ 86 w 136"/>
              <a:gd name="T15" fmla="*/ 133 h 146"/>
              <a:gd name="T16" fmla="*/ 83 w 136"/>
              <a:gd name="T17" fmla="*/ 142 h 146"/>
              <a:gd name="T18" fmla="*/ 74 w 136"/>
              <a:gd name="T19" fmla="*/ 146 h 146"/>
              <a:gd name="T20" fmla="*/ 62 w 136"/>
              <a:gd name="T21" fmla="*/ 146 h 146"/>
              <a:gd name="T22" fmla="*/ 54 w 136"/>
              <a:gd name="T23" fmla="*/ 142 h 146"/>
              <a:gd name="T24" fmla="*/ 50 w 136"/>
              <a:gd name="T25" fmla="*/ 133 h 146"/>
              <a:gd name="T26" fmla="*/ 50 w 136"/>
              <a:gd name="T27" fmla="*/ 104 h 146"/>
              <a:gd name="T28" fmla="*/ 25 w 136"/>
              <a:gd name="T29" fmla="*/ 119 h 146"/>
              <a:gd name="T30" fmla="*/ 16 w 136"/>
              <a:gd name="T31" fmla="*/ 120 h 146"/>
              <a:gd name="T32" fmla="*/ 8 w 136"/>
              <a:gd name="T33" fmla="*/ 114 h 146"/>
              <a:gd name="T34" fmla="*/ 2 w 136"/>
              <a:gd name="T35" fmla="*/ 104 h 146"/>
              <a:gd name="T36" fmla="*/ 1 w 136"/>
              <a:gd name="T37" fmla="*/ 95 h 146"/>
              <a:gd name="T38" fmla="*/ 7 w 136"/>
              <a:gd name="T39" fmla="*/ 87 h 146"/>
              <a:gd name="T40" fmla="*/ 32 w 136"/>
              <a:gd name="T41" fmla="*/ 73 h 146"/>
              <a:gd name="T42" fmla="*/ 7 w 136"/>
              <a:gd name="T43" fmla="*/ 58 h 146"/>
              <a:gd name="T44" fmla="*/ 1 w 136"/>
              <a:gd name="T45" fmla="*/ 51 h 146"/>
              <a:gd name="T46" fmla="*/ 2 w 136"/>
              <a:gd name="T47" fmla="*/ 42 h 146"/>
              <a:gd name="T48" fmla="*/ 8 w 136"/>
              <a:gd name="T49" fmla="*/ 31 h 146"/>
              <a:gd name="T50" fmla="*/ 16 w 136"/>
              <a:gd name="T51" fmla="*/ 26 h 146"/>
              <a:gd name="T52" fmla="*/ 25 w 136"/>
              <a:gd name="T53" fmla="*/ 27 h 146"/>
              <a:gd name="T54" fmla="*/ 50 w 136"/>
              <a:gd name="T55" fmla="*/ 41 h 146"/>
              <a:gd name="T56" fmla="*/ 50 w 136"/>
              <a:gd name="T57" fmla="*/ 12 h 146"/>
              <a:gd name="T58" fmla="*/ 54 w 136"/>
              <a:gd name="T59" fmla="*/ 4 h 146"/>
              <a:gd name="T60" fmla="*/ 62 w 136"/>
              <a:gd name="T61" fmla="*/ 0 h 146"/>
              <a:gd name="T62" fmla="*/ 74 w 136"/>
              <a:gd name="T63" fmla="*/ 0 h 146"/>
              <a:gd name="T64" fmla="*/ 83 w 136"/>
              <a:gd name="T65" fmla="*/ 4 h 146"/>
              <a:gd name="T66" fmla="*/ 86 w 136"/>
              <a:gd name="T67" fmla="*/ 12 h 146"/>
              <a:gd name="T68" fmla="*/ 86 w 136"/>
              <a:gd name="T69" fmla="*/ 41 h 146"/>
              <a:gd name="T70" fmla="*/ 111 w 136"/>
              <a:gd name="T71" fmla="*/ 27 h 146"/>
              <a:gd name="T72" fmla="*/ 121 w 136"/>
              <a:gd name="T73" fmla="*/ 26 h 146"/>
              <a:gd name="T74" fmla="*/ 128 w 136"/>
              <a:gd name="T75" fmla="*/ 31 h 146"/>
              <a:gd name="T76" fmla="*/ 134 w 136"/>
              <a:gd name="T77" fmla="*/ 42 h 146"/>
              <a:gd name="T78" fmla="*/ 135 w 136"/>
              <a:gd name="T79" fmla="*/ 51 h 146"/>
              <a:gd name="T80" fmla="*/ 130 w 136"/>
              <a:gd name="T81" fmla="*/ 58 h 146"/>
              <a:gd name="T82" fmla="*/ 104 w 136"/>
              <a:gd name="T83" fmla="*/ 73 h 146"/>
              <a:gd name="T84" fmla="*/ 130 w 136"/>
              <a:gd name="T85" fmla="*/ 87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36" h="146">
                <a:moveTo>
                  <a:pt x="130" y="87"/>
                </a:moveTo>
                <a:cubicBezTo>
                  <a:pt x="132" y="89"/>
                  <a:pt x="134" y="92"/>
                  <a:pt x="135" y="95"/>
                </a:cubicBezTo>
                <a:cubicBezTo>
                  <a:pt x="136" y="98"/>
                  <a:pt x="136" y="101"/>
                  <a:pt x="134" y="104"/>
                </a:cubicBezTo>
                <a:cubicBezTo>
                  <a:pt x="128" y="114"/>
                  <a:pt x="128" y="114"/>
                  <a:pt x="128" y="114"/>
                </a:cubicBezTo>
                <a:cubicBezTo>
                  <a:pt x="126" y="117"/>
                  <a:pt x="124" y="119"/>
                  <a:pt x="121" y="120"/>
                </a:cubicBezTo>
                <a:cubicBezTo>
                  <a:pt x="117" y="121"/>
                  <a:pt x="114" y="121"/>
                  <a:pt x="111" y="119"/>
                </a:cubicBezTo>
                <a:cubicBezTo>
                  <a:pt x="86" y="104"/>
                  <a:pt x="86" y="104"/>
                  <a:pt x="86" y="104"/>
                </a:cubicBezTo>
                <a:cubicBezTo>
                  <a:pt x="86" y="133"/>
                  <a:pt x="86" y="133"/>
                  <a:pt x="86" y="133"/>
                </a:cubicBezTo>
                <a:cubicBezTo>
                  <a:pt x="86" y="137"/>
                  <a:pt x="85" y="140"/>
                  <a:pt x="83" y="142"/>
                </a:cubicBezTo>
                <a:cubicBezTo>
                  <a:pt x="80" y="144"/>
                  <a:pt x="77" y="146"/>
                  <a:pt x="74" y="146"/>
                </a:cubicBezTo>
                <a:cubicBezTo>
                  <a:pt x="62" y="146"/>
                  <a:pt x="62" y="146"/>
                  <a:pt x="62" y="146"/>
                </a:cubicBezTo>
                <a:cubicBezTo>
                  <a:pt x="59" y="146"/>
                  <a:pt x="56" y="144"/>
                  <a:pt x="54" y="142"/>
                </a:cubicBezTo>
                <a:cubicBezTo>
                  <a:pt x="51" y="140"/>
                  <a:pt x="50" y="137"/>
                  <a:pt x="50" y="133"/>
                </a:cubicBezTo>
                <a:cubicBezTo>
                  <a:pt x="50" y="104"/>
                  <a:pt x="50" y="104"/>
                  <a:pt x="50" y="104"/>
                </a:cubicBezTo>
                <a:cubicBezTo>
                  <a:pt x="25" y="119"/>
                  <a:pt x="25" y="119"/>
                  <a:pt x="25" y="119"/>
                </a:cubicBezTo>
                <a:cubicBezTo>
                  <a:pt x="22" y="121"/>
                  <a:pt x="19" y="121"/>
                  <a:pt x="16" y="120"/>
                </a:cubicBezTo>
                <a:cubicBezTo>
                  <a:pt x="12" y="119"/>
                  <a:pt x="10" y="117"/>
                  <a:pt x="8" y="114"/>
                </a:cubicBezTo>
                <a:cubicBezTo>
                  <a:pt x="2" y="104"/>
                  <a:pt x="2" y="104"/>
                  <a:pt x="2" y="104"/>
                </a:cubicBezTo>
                <a:cubicBezTo>
                  <a:pt x="1" y="101"/>
                  <a:pt x="0" y="98"/>
                  <a:pt x="1" y="95"/>
                </a:cubicBezTo>
                <a:cubicBezTo>
                  <a:pt x="2" y="92"/>
                  <a:pt x="4" y="89"/>
                  <a:pt x="7" y="87"/>
                </a:cubicBezTo>
                <a:cubicBezTo>
                  <a:pt x="32" y="73"/>
                  <a:pt x="32" y="73"/>
                  <a:pt x="32" y="73"/>
                </a:cubicBezTo>
                <a:cubicBezTo>
                  <a:pt x="7" y="58"/>
                  <a:pt x="7" y="58"/>
                  <a:pt x="7" y="58"/>
                </a:cubicBezTo>
                <a:cubicBezTo>
                  <a:pt x="4" y="57"/>
                  <a:pt x="2" y="54"/>
                  <a:pt x="1" y="51"/>
                </a:cubicBezTo>
                <a:cubicBezTo>
                  <a:pt x="0" y="48"/>
                  <a:pt x="1" y="45"/>
                  <a:pt x="2" y="42"/>
                </a:cubicBezTo>
                <a:cubicBezTo>
                  <a:pt x="8" y="31"/>
                  <a:pt x="8" y="31"/>
                  <a:pt x="8" y="31"/>
                </a:cubicBezTo>
                <a:cubicBezTo>
                  <a:pt x="10" y="29"/>
                  <a:pt x="12" y="27"/>
                  <a:pt x="16" y="26"/>
                </a:cubicBezTo>
                <a:cubicBezTo>
                  <a:pt x="19" y="25"/>
                  <a:pt x="22" y="25"/>
                  <a:pt x="25" y="27"/>
                </a:cubicBezTo>
                <a:cubicBezTo>
                  <a:pt x="50" y="41"/>
                  <a:pt x="50" y="41"/>
                  <a:pt x="50" y="41"/>
                </a:cubicBezTo>
                <a:cubicBezTo>
                  <a:pt x="50" y="12"/>
                  <a:pt x="50" y="12"/>
                  <a:pt x="50" y="12"/>
                </a:cubicBezTo>
                <a:cubicBezTo>
                  <a:pt x="50" y="9"/>
                  <a:pt x="51" y="6"/>
                  <a:pt x="54" y="4"/>
                </a:cubicBezTo>
                <a:cubicBezTo>
                  <a:pt x="56" y="2"/>
                  <a:pt x="59" y="0"/>
                  <a:pt x="62" y="0"/>
                </a:cubicBezTo>
                <a:cubicBezTo>
                  <a:pt x="74" y="0"/>
                  <a:pt x="74" y="0"/>
                  <a:pt x="74" y="0"/>
                </a:cubicBezTo>
                <a:cubicBezTo>
                  <a:pt x="77" y="0"/>
                  <a:pt x="80" y="2"/>
                  <a:pt x="83" y="4"/>
                </a:cubicBezTo>
                <a:cubicBezTo>
                  <a:pt x="85" y="6"/>
                  <a:pt x="86" y="9"/>
                  <a:pt x="86" y="12"/>
                </a:cubicBezTo>
                <a:cubicBezTo>
                  <a:pt x="86" y="41"/>
                  <a:pt x="86" y="41"/>
                  <a:pt x="86" y="41"/>
                </a:cubicBezTo>
                <a:cubicBezTo>
                  <a:pt x="111" y="27"/>
                  <a:pt x="111" y="27"/>
                  <a:pt x="111" y="27"/>
                </a:cubicBezTo>
                <a:cubicBezTo>
                  <a:pt x="114" y="25"/>
                  <a:pt x="117" y="25"/>
                  <a:pt x="121" y="26"/>
                </a:cubicBezTo>
                <a:cubicBezTo>
                  <a:pt x="124" y="27"/>
                  <a:pt x="126" y="29"/>
                  <a:pt x="128" y="31"/>
                </a:cubicBezTo>
                <a:cubicBezTo>
                  <a:pt x="134" y="42"/>
                  <a:pt x="134" y="42"/>
                  <a:pt x="134" y="42"/>
                </a:cubicBezTo>
                <a:cubicBezTo>
                  <a:pt x="136" y="45"/>
                  <a:pt x="136" y="48"/>
                  <a:pt x="135" y="51"/>
                </a:cubicBezTo>
                <a:cubicBezTo>
                  <a:pt x="134" y="54"/>
                  <a:pt x="132" y="57"/>
                  <a:pt x="130" y="58"/>
                </a:cubicBezTo>
                <a:cubicBezTo>
                  <a:pt x="104" y="73"/>
                  <a:pt x="104" y="73"/>
                  <a:pt x="104" y="73"/>
                </a:cubicBezTo>
                <a:lnTo>
                  <a:pt x="130" y="8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58" name="Freeform 361"/>
          <p:cNvSpPr>
            <a:spLocks noEditPoints="1"/>
          </p:cNvSpPr>
          <p:nvPr/>
        </p:nvSpPr>
        <p:spPr bwMode="auto">
          <a:xfrm>
            <a:off x="1474497" y="5254046"/>
            <a:ext cx="276620" cy="218271"/>
          </a:xfrm>
          <a:custGeom>
            <a:avLst/>
            <a:gdLst>
              <a:gd name="T0" fmla="*/ 193 w 193"/>
              <a:gd name="T1" fmla="*/ 82 h 152"/>
              <a:gd name="T2" fmla="*/ 193 w 193"/>
              <a:gd name="T3" fmla="*/ 118 h 152"/>
              <a:gd name="T4" fmla="*/ 192 w 193"/>
              <a:gd name="T5" fmla="*/ 120 h 152"/>
              <a:gd name="T6" fmla="*/ 190 w 193"/>
              <a:gd name="T7" fmla="*/ 121 h 152"/>
              <a:gd name="T8" fmla="*/ 181 w 193"/>
              <a:gd name="T9" fmla="*/ 121 h 152"/>
              <a:gd name="T10" fmla="*/ 181 w 193"/>
              <a:gd name="T11" fmla="*/ 133 h 152"/>
              <a:gd name="T12" fmla="*/ 176 w 193"/>
              <a:gd name="T13" fmla="*/ 146 h 152"/>
              <a:gd name="T14" fmla="*/ 163 w 193"/>
              <a:gd name="T15" fmla="*/ 152 h 152"/>
              <a:gd name="T16" fmla="*/ 150 w 193"/>
              <a:gd name="T17" fmla="*/ 146 h 152"/>
              <a:gd name="T18" fmla="*/ 145 w 193"/>
              <a:gd name="T19" fmla="*/ 133 h 152"/>
              <a:gd name="T20" fmla="*/ 145 w 193"/>
              <a:gd name="T21" fmla="*/ 121 h 152"/>
              <a:gd name="T22" fmla="*/ 48 w 193"/>
              <a:gd name="T23" fmla="*/ 121 h 152"/>
              <a:gd name="T24" fmla="*/ 48 w 193"/>
              <a:gd name="T25" fmla="*/ 133 h 152"/>
              <a:gd name="T26" fmla="*/ 43 w 193"/>
              <a:gd name="T27" fmla="*/ 146 h 152"/>
              <a:gd name="T28" fmla="*/ 30 w 193"/>
              <a:gd name="T29" fmla="*/ 152 h 152"/>
              <a:gd name="T30" fmla="*/ 17 w 193"/>
              <a:gd name="T31" fmla="*/ 146 h 152"/>
              <a:gd name="T32" fmla="*/ 12 w 193"/>
              <a:gd name="T33" fmla="*/ 133 h 152"/>
              <a:gd name="T34" fmla="*/ 12 w 193"/>
              <a:gd name="T35" fmla="*/ 121 h 152"/>
              <a:gd name="T36" fmla="*/ 3 w 193"/>
              <a:gd name="T37" fmla="*/ 121 h 152"/>
              <a:gd name="T38" fmla="*/ 1 w 193"/>
              <a:gd name="T39" fmla="*/ 120 h 152"/>
              <a:gd name="T40" fmla="*/ 0 w 193"/>
              <a:gd name="T41" fmla="*/ 118 h 152"/>
              <a:gd name="T42" fmla="*/ 0 w 193"/>
              <a:gd name="T43" fmla="*/ 82 h 152"/>
              <a:gd name="T44" fmla="*/ 6 w 193"/>
              <a:gd name="T45" fmla="*/ 67 h 152"/>
              <a:gd name="T46" fmla="*/ 21 w 193"/>
              <a:gd name="T47" fmla="*/ 61 h 152"/>
              <a:gd name="T48" fmla="*/ 23 w 193"/>
              <a:gd name="T49" fmla="*/ 61 h 152"/>
              <a:gd name="T50" fmla="*/ 33 w 193"/>
              <a:gd name="T51" fmla="*/ 21 h 152"/>
              <a:gd name="T52" fmla="*/ 43 w 193"/>
              <a:gd name="T53" fmla="*/ 6 h 152"/>
              <a:gd name="T54" fmla="*/ 60 w 193"/>
              <a:gd name="T55" fmla="*/ 0 h 152"/>
              <a:gd name="T56" fmla="*/ 133 w 193"/>
              <a:gd name="T57" fmla="*/ 0 h 152"/>
              <a:gd name="T58" fmla="*/ 150 w 193"/>
              <a:gd name="T59" fmla="*/ 6 h 152"/>
              <a:gd name="T60" fmla="*/ 160 w 193"/>
              <a:gd name="T61" fmla="*/ 21 h 152"/>
              <a:gd name="T62" fmla="*/ 169 w 193"/>
              <a:gd name="T63" fmla="*/ 61 h 152"/>
              <a:gd name="T64" fmla="*/ 172 w 193"/>
              <a:gd name="T65" fmla="*/ 61 h 152"/>
              <a:gd name="T66" fmla="*/ 187 w 193"/>
              <a:gd name="T67" fmla="*/ 67 h 152"/>
              <a:gd name="T68" fmla="*/ 193 w 193"/>
              <a:gd name="T69" fmla="*/ 82 h 152"/>
              <a:gd name="T70" fmla="*/ 41 w 193"/>
              <a:gd name="T71" fmla="*/ 102 h 152"/>
              <a:gd name="T72" fmla="*/ 45 w 193"/>
              <a:gd name="T73" fmla="*/ 91 h 152"/>
              <a:gd name="T74" fmla="*/ 41 w 193"/>
              <a:gd name="T75" fmla="*/ 80 h 152"/>
              <a:gd name="T76" fmla="*/ 30 w 193"/>
              <a:gd name="T77" fmla="*/ 76 h 152"/>
              <a:gd name="T78" fmla="*/ 19 w 193"/>
              <a:gd name="T79" fmla="*/ 80 h 152"/>
              <a:gd name="T80" fmla="*/ 15 w 193"/>
              <a:gd name="T81" fmla="*/ 91 h 152"/>
              <a:gd name="T82" fmla="*/ 19 w 193"/>
              <a:gd name="T83" fmla="*/ 102 h 152"/>
              <a:gd name="T84" fmla="*/ 30 w 193"/>
              <a:gd name="T85" fmla="*/ 106 h 152"/>
              <a:gd name="T86" fmla="*/ 41 w 193"/>
              <a:gd name="T87" fmla="*/ 102 h 152"/>
              <a:gd name="T88" fmla="*/ 48 w 193"/>
              <a:gd name="T89" fmla="*/ 61 h 152"/>
              <a:gd name="T90" fmla="*/ 145 w 193"/>
              <a:gd name="T91" fmla="*/ 61 h 152"/>
              <a:gd name="T92" fmla="*/ 136 w 193"/>
              <a:gd name="T93" fmla="*/ 27 h 152"/>
              <a:gd name="T94" fmla="*/ 135 w 193"/>
              <a:gd name="T95" fmla="*/ 25 h 152"/>
              <a:gd name="T96" fmla="*/ 133 w 193"/>
              <a:gd name="T97" fmla="*/ 25 h 152"/>
              <a:gd name="T98" fmla="*/ 60 w 193"/>
              <a:gd name="T99" fmla="*/ 25 h 152"/>
              <a:gd name="T100" fmla="*/ 58 w 193"/>
              <a:gd name="T101" fmla="*/ 25 h 152"/>
              <a:gd name="T102" fmla="*/ 57 w 193"/>
              <a:gd name="T103" fmla="*/ 27 h 152"/>
              <a:gd name="T104" fmla="*/ 48 w 193"/>
              <a:gd name="T105" fmla="*/ 61 h 152"/>
              <a:gd name="T106" fmla="*/ 174 w 193"/>
              <a:gd name="T107" fmla="*/ 102 h 152"/>
              <a:gd name="T108" fmla="*/ 178 w 193"/>
              <a:gd name="T109" fmla="*/ 91 h 152"/>
              <a:gd name="T110" fmla="*/ 174 w 193"/>
              <a:gd name="T111" fmla="*/ 80 h 152"/>
              <a:gd name="T112" fmla="*/ 163 w 193"/>
              <a:gd name="T113" fmla="*/ 76 h 152"/>
              <a:gd name="T114" fmla="*/ 152 w 193"/>
              <a:gd name="T115" fmla="*/ 80 h 152"/>
              <a:gd name="T116" fmla="*/ 148 w 193"/>
              <a:gd name="T117" fmla="*/ 91 h 152"/>
              <a:gd name="T118" fmla="*/ 152 w 193"/>
              <a:gd name="T119" fmla="*/ 102 h 152"/>
              <a:gd name="T120" fmla="*/ 163 w 193"/>
              <a:gd name="T121" fmla="*/ 106 h 152"/>
              <a:gd name="T122" fmla="*/ 174 w 193"/>
              <a:gd name="T123" fmla="*/ 102 h 1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93" h="152">
                <a:moveTo>
                  <a:pt x="193" y="82"/>
                </a:moveTo>
                <a:cubicBezTo>
                  <a:pt x="193" y="118"/>
                  <a:pt x="193" y="118"/>
                  <a:pt x="193" y="118"/>
                </a:cubicBezTo>
                <a:cubicBezTo>
                  <a:pt x="193" y="119"/>
                  <a:pt x="193" y="120"/>
                  <a:pt x="192" y="120"/>
                </a:cubicBezTo>
                <a:cubicBezTo>
                  <a:pt x="192" y="121"/>
                  <a:pt x="191" y="121"/>
                  <a:pt x="190" y="121"/>
                </a:cubicBezTo>
                <a:cubicBezTo>
                  <a:pt x="181" y="121"/>
                  <a:pt x="181" y="121"/>
                  <a:pt x="181" y="121"/>
                </a:cubicBezTo>
                <a:cubicBezTo>
                  <a:pt x="181" y="133"/>
                  <a:pt x="181" y="133"/>
                  <a:pt x="181" y="133"/>
                </a:cubicBezTo>
                <a:cubicBezTo>
                  <a:pt x="181" y="138"/>
                  <a:pt x="179" y="143"/>
                  <a:pt x="176" y="146"/>
                </a:cubicBezTo>
                <a:cubicBezTo>
                  <a:pt x="172" y="150"/>
                  <a:pt x="168" y="152"/>
                  <a:pt x="163" y="152"/>
                </a:cubicBezTo>
                <a:cubicBezTo>
                  <a:pt x="158" y="152"/>
                  <a:pt x="154" y="150"/>
                  <a:pt x="150" y="146"/>
                </a:cubicBezTo>
                <a:cubicBezTo>
                  <a:pt x="147" y="143"/>
                  <a:pt x="145" y="138"/>
                  <a:pt x="145" y="133"/>
                </a:cubicBezTo>
                <a:cubicBezTo>
                  <a:pt x="145" y="121"/>
                  <a:pt x="145" y="121"/>
                  <a:pt x="145" y="121"/>
                </a:cubicBezTo>
                <a:cubicBezTo>
                  <a:pt x="48" y="121"/>
                  <a:pt x="48" y="121"/>
                  <a:pt x="48" y="121"/>
                </a:cubicBezTo>
                <a:cubicBezTo>
                  <a:pt x="48" y="133"/>
                  <a:pt x="48" y="133"/>
                  <a:pt x="48" y="133"/>
                </a:cubicBezTo>
                <a:cubicBezTo>
                  <a:pt x="48" y="138"/>
                  <a:pt x="46" y="143"/>
                  <a:pt x="43" y="146"/>
                </a:cubicBezTo>
                <a:cubicBezTo>
                  <a:pt x="39" y="150"/>
                  <a:pt x="35" y="152"/>
                  <a:pt x="30" y="152"/>
                </a:cubicBezTo>
                <a:cubicBezTo>
                  <a:pt x="25" y="152"/>
                  <a:pt x="21" y="150"/>
                  <a:pt x="17" y="146"/>
                </a:cubicBezTo>
                <a:cubicBezTo>
                  <a:pt x="14" y="143"/>
                  <a:pt x="12" y="138"/>
                  <a:pt x="12" y="133"/>
                </a:cubicBezTo>
                <a:cubicBezTo>
                  <a:pt x="12" y="121"/>
                  <a:pt x="12" y="121"/>
                  <a:pt x="12" y="121"/>
                </a:cubicBezTo>
                <a:cubicBezTo>
                  <a:pt x="3" y="121"/>
                  <a:pt x="3" y="121"/>
                  <a:pt x="3" y="121"/>
                </a:cubicBezTo>
                <a:cubicBezTo>
                  <a:pt x="2" y="121"/>
                  <a:pt x="1" y="121"/>
                  <a:pt x="1" y="120"/>
                </a:cubicBezTo>
                <a:cubicBezTo>
                  <a:pt x="0" y="120"/>
                  <a:pt x="0" y="119"/>
                  <a:pt x="0" y="118"/>
                </a:cubicBezTo>
                <a:cubicBezTo>
                  <a:pt x="0" y="82"/>
                  <a:pt x="0" y="82"/>
                  <a:pt x="0" y="82"/>
                </a:cubicBezTo>
                <a:cubicBezTo>
                  <a:pt x="0" y="76"/>
                  <a:pt x="2" y="71"/>
                  <a:pt x="6" y="67"/>
                </a:cubicBezTo>
                <a:cubicBezTo>
                  <a:pt x="10" y="63"/>
                  <a:pt x="15" y="61"/>
                  <a:pt x="21" y="61"/>
                </a:cubicBezTo>
                <a:cubicBezTo>
                  <a:pt x="23" y="61"/>
                  <a:pt x="23" y="61"/>
                  <a:pt x="23" y="61"/>
                </a:cubicBezTo>
                <a:cubicBezTo>
                  <a:pt x="33" y="21"/>
                  <a:pt x="33" y="21"/>
                  <a:pt x="33" y="21"/>
                </a:cubicBezTo>
                <a:cubicBezTo>
                  <a:pt x="35" y="15"/>
                  <a:pt x="38" y="10"/>
                  <a:pt x="43" y="6"/>
                </a:cubicBezTo>
                <a:cubicBezTo>
                  <a:pt x="48" y="2"/>
                  <a:pt x="54" y="0"/>
                  <a:pt x="60" y="0"/>
                </a:cubicBezTo>
                <a:cubicBezTo>
                  <a:pt x="133" y="0"/>
                  <a:pt x="133" y="0"/>
                  <a:pt x="133" y="0"/>
                </a:cubicBezTo>
                <a:cubicBezTo>
                  <a:pt x="139" y="0"/>
                  <a:pt x="145" y="2"/>
                  <a:pt x="150" y="6"/>
                </a:cubicBezTo>
                <a:cubicBezTo>
                  <a:pt x="155" y="10"/>
                  <a:pt x="158" y="15"/>
                  <a:pt x="160" y="21"/>
                </a:cubicBezTo>
                <a:cubicBezTo>
                  <a:pt x="169" y="61"/>
                  <a:pt x="169" y="61"/>
                  <a:pt x="169" y="61"/>
                </a:cubicBezTo>
                <a:cubicBezTo>
                  <a:pt x="172" y="61"/>
                  <a:pt x="172" y="61"/>
                  <a:pt x="172" y="61"/>
                </a:cubicBezTo>
                <a:cubicBezTo>
                  <a:pt x="178" y="61"/>
                  <a:pt x="183" y="63"/>
                  <a:pt x="187" y="67"/>
                </a:cubicBezTo>
                <a:cubicBezTo>
                  <a:pt x="191" y="71"/>
                  <a:pt x="193" y="76"/>
                  <a:pt x="193" y="82"/>
                </a:cubicBezTo>
                <a:close/>
                <a:moveTo>
                  <a:pt x="41" y="102"/>
                </a:moveTo>
                <a:cubicBezTo>
                  <a:pt x="44" y="99"/>
                  <a:pt x="45" y="95"/>
                  <a:pt x="45" y="91"/>
                </a:cubicBezTo>
                <a:cubicBezTo>
                  <a:pt x="45" y="87"/>
                  <a:pt x="44" y="83"/>
                  <a:pt x="41" y="80"/>
                </a:cubicBezTo>
                <a:cubicBezTo>
                  <a:pt x="38" y="77"/>
                  <a:pt x="34" y="76"/>
                  <a:pt x="30" y="76"/>
                </a:cubicBezTo>
                <a:cubicBezTo>
                  <a:pt x="26" y="76"/>
                  <a:pt x="22" y="77"/>
                  <a:pt x="19" y="80"/>
                </a:cubicBezTo>
                <a:cubicBezTo>
                  <a:pt x="16" y="83"/>
                  <a:pt x="15" y="87"/>
                  <a:pt x="15" y="91"/>
                </a:cubicBezTo>
                <a:cubicBezTo>
                  <a:pt x="15" y="95"/>
                  <a:pt x="16" y="99"/>
                  <a:pt x="19" y="102"/>
                </a:cubicBezTo>
                <a:cubicBezTo>
                  <a:pt x="22" y="105"/>
                  <a:pt x="26" y="106"/>
                  <a:pt x="30" y="106"/>
                </a:cubicBezTo>
                <a:cubicBezTo>
                  <a:pt x="34" y="106"/>
                  <a:pt x="38" y="105"/>
                  <a:pt x="41" y="102"/>
                </a:cubicBezTo>
                <a:close/>
                <a:moveTo>
                  <a:pt x="48" y="61"/>
                </a:moveTo>
                <a:cubicBezTo>
                  <a:pt x="145" y="61"/>
                  <a:pt x="145" y="61"/>
                  <a:pt x="145" y="61"/>
                </a:cubicBezTo>
                <a:cubicBezTo>
                  <a:pt x="136" y="27"/>
                  <a:pt x="136" y="27"/>
                  <a:pt x="136" y="27"/>
                </a:cubicBezTo>
                <a:cubicBezTo>
                  <a:pt x="136" y="27"/>
                  <a:pt x="136" y="26"/>
                  <a:pt x="135" y="25"/>
                </a:cubicBezTo>
                <a:cubicBezTo>
                  <a:pt x="134" y="25"/>
                  <a:pt x="133" y="25"/>
                  <a:pt x="133" y="25"/>
                </a:cubicBezTo>
                <a:cubicBezTo>
                  <a:pt x="60" y="25"/>
                  <a:pt x="60" y="25"/>
                  <a:pt x="60" y="25"/>
                </a:cubicBezTo>
                <a:cubicBezTo>
                  <a:pt x="60" y="25"/>
                  <a:pt x="59" y="25"/>
                  <a:pt x="58" y="25"/>
                </a:cubicBezTo>
                <a:cubicBezTo>
                  <a:pt x="57" y="26"/>
                  <a:pt x="57" y="27"/>
                  <a:pt x="57" y="27"/>
                </a:cubicBezTo>
                <a:lnTo>
                  <a:pt x="48" y="61"/>
                </a:lnTo>
                <a:close/>
                <a:moveTo>
                  <a:pt x="174" y="102"/>
                </a:moveTo>
                <a:cubicBezTo>
                  <a:pt x="177" y="99"/>
                  <a:pt x="178" y="95"/>
                  <a:pt x="178" y="91"/>
                </a:cubicBezTo>
                <a:cubicBezTo>
                  <a:pt x="178" y="87"/>
                  <a:pt x="177" y="83"/>
                  <a:pt x="174" y="80"/>
                </a:cubicBezTo>
                <a:cubicBezTo>
                  <a:pt x="171" y="77"/>
                  <a:pt x="167" y="76"/>
                  <a:pt x="163" y="76"/>
                </a:cubicBezTo>
                <a:cubicBezTo>
                  <a:pt x="159" y="76"/>
                  <a:pt x="155" y="77"/>
                  <a:pt x="152" y="80"/>
                </a:cubicBezTo>
                <a:cubicBezTo>
                  <a:pt x="149" y="83"/>
                  <a:pt x="148" y="87"/>
                  <a:pt x="148" y="91"/>
                </a:cubicBezTo>
                <a:cubicBezTo>
                  <a:pt x="148" y="95"/>
                  <a:pt x="149" y="99"/>
                  <a:pt x="152" y="102"/>
                </a:cubicBezTo>
                <a:cubicBezTo>
                  <a:pt x="155" y="105"/>
                  <a:pt x="159" y="106"/>
                  <a:pt x="163" y="106"/>
                </a:cubicBezTo>
                <a:cubicBezTo>
                  <a:pt x="167" y="106"/>
                  <a:pt x="171" y="105"/>
                  <a:pt x="174" y="10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59" name="Freeform 362"/>
          <p:cNvSpPr>
            <a:spLocks/>
          </p:cNvSpPr>
          <p:nvPr/>
        </p:nvSpPr>
        <p:spPr bwMode="auto">
          <a:xfrm>
            <a:off x="1889427" y="5254045"/>
            <a:ext cx="207464" cy="209627"/>
          </a:xfrm>
          <a:custGeom>
            <a:avLst/>
            <a:gdLst>
              <a:gd name="T0" fmla="*/ 141 w 145"/>
              <a:gd name="T1" fmla="*/ 2 h 146"/>
              <a:gd name="T2" fmla="*/ 144 w 145"/>
              <a:gd name="T3" fmla="*/ 0 h 146"/>
              <a:gd name="T4" fmla="*/ 145 w 145"/>
              <a:gd name="T5" fmla="*/ 3 h 146"/>
              <a:gd name="T6" fmla="*/ 145 w 145"/>
              <a:gd name="T7" fmla="*/ 143 h 146"/>
              <a:gd name="T8" fmla="*/ 144 w 145"/>
              <a:gd name="T9" fmla="*/ 146 h 146"/>
              <a:gd name="T10" fmla="*/ 141 w 145"/>
              <a:gd name="T11" fmla="*/ 144 h 146"/>
              <a:gd name="T12" fmla="*/ 74 w 145"/>
              <a:gd name="T13" fmla="*/ 77 h 146"/>
              <a:gd name="T14" fmla="*/ 73 w 145"/>
              <a:gd name="T15" fmla="*/ 75 h 146"/>
              <a:gd name="T16" fmla="*/ 73 w 145"/>
              <a:gd name="T17" fmla="*/ 143 h 146"/>
              <a:gd name="T18" fmla="*/ 72 w 145"/>
              <a:gd name="T19" fmla="*/ 146 h 146"/>
              <a:gd name="T20" fmla="*/ 68 w 145"/>
              <a:gd name="T21" fmla="*/ 144 h 146"/>
              <a:gd name="T22" fmla="*/ 1 w 145"/>
              <a:gd name="T23" fmla="*/ 77 h 146"/>
              <a:gd name="T24" fmla="*/ 0 w 145"/>
              <a:gd name="T25" fmla="*/ 73 h 146"/>
              <a:gd name="T26" fmla="*/ 1 w 145"/>
              <a:gd name="T27" fmla="*/ 69 h 146"/>
              <a:gd name="T28" fmla="*/ 68 w 145"/>
              <a:gd name="T29" fmla="*/ 2 h 146"/>
              <a:gd name="T30" fmla="*/ 72 w 145"/>
              <a:gd name="T31" fmla="*/ 0 h 146"/>
              <a:gd name="T32" fmla="*/ 73 w 145"/>
              <a:gd name="T33" fmla="*/ 3 h 146"/>
              <a:gd name="T34" fmla="*/ 73 w 145"/>
              <a:gd name="T35" fmla="*/ 70 h 146"/>
              <a:gd name="T36" fmla="*/ 74 w 145"/>
              <a:gd name="T37" fmla="*/ 69 h 146"/>
              <a:gd name="T38" fmla="*/ 141 w 145"/>
              <a:gd name="T39" fmla="*/ 2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145" h="146">
                <a:moveTo>
                  <a:pt x="141" y="2"/>
                </a:moveTo>
                <a:cubicBezTo>
                  <a:pt x="142" y="0"/>
                  <a:pt x="143" y="0"/>
                  <a:pt x="144" y="0"/>
                </a:cubicBezTo>
                <a:cubicBezTo>
                  <a:pt x="145" y="1"/>
                  <a:pt x="145" y="2"/>
                  <a:pt x="145" y="3"/>
                </a:cubicBezTo>
                <a:cubicBezTo>
                  <a:pt x="145" y="143"/>
                  <a:pt x="145" y="143"/>
                  <a:pt x="145" y="143"/>
                </a:cubicBezTo>
                <a:cubicBezTo>
                  <a:pt x="145" y="144"/>
                  <a:pt x="145" y="145"/>
                  <a:pt x="144" y="146"/>
                </a:cubicBezTo>
                <a:cubicBezTo>
                  <a:pt x="143" y="146"/>
                  <a:pt x="142" y="145"/>
                  <a:pt x="141" y="144"/>
                </a:cubicBezTo>
                <a:cubicBezTo>
                  <a:pt x="74" y="77"/>
                  <a:pt x="74" y="77"/>
                  <a:pt x="74" y="77"/>
                </a:cubicBezTo>
                <a:cubicBezTo>
                  <a:pt x="73" y="77"/>
                  <a:pt x="73" y="76"/>
                  <a:pt x="73" y="75"/>
                </a:cubicBezTo>
                <a:cubicBezTo>
                  <a:pt x="73" y="143"/>
                  <a:pt x="73" y="143"/>
                  <a:pt x="73" y="143"/>
                </a:cubicBezTo>
                <a:cubicBezTo>
                  <a:pt x="73" y="144"/>
                  <a:pt x="72" y="145"/>
                  <a:pt x="72" y="146"/>
                </a:cubicBezTo>
                <a:cubicBezTo>
                  <a:pt x="71" y="146"/>
                  <a:pt x="70" y="145"/>
                  <a:pt x="68" y="144"/>
                </a:cubicBezTo>
                <a:cubicBezTo>
                  <a:pt x="1" y="77"/>
                  <a:pt x="1" y="77"/>
                  <a:pt x="1" y="77"/>
                </a:cubicBezTo>
                <a:cubicBezTo>
                  <a:pt x="0" y="76"/>
                  <a:pt x="0" y="75"/>
                  <a:pt x="0" y="73"/>
                </a:cubicBezTo>
                <a:cubicBezTo>
                  <a:pt x="0" y="71"/>
                  <a:pt x="0" y="70"/>
                  <a:pt x="1" y="69"/>
                </a:cubicBezTo>
                <a:cubicBezTo>
                  <a:pt x="68" y="2"/>
                  <a:pt x="68" y="2"/>
                  <a:pt x="68" y="2"/>
                </a:cubicBezTo>
                <a:cubicBezTo>
                  <a:pt x="70" y="0"/>
                  <a:pt x="71" y="0"/>
                  <a:pt x="72" y="0"/>
                </a:cubicBezTo>
                <a:cubicBezTo>
                  <a:pt x="72" y="1"/>
                  <a:pt x="73" y="2"/>
                  <a:pt x="73" y="3"/>
                </a:cubicBezTo>
                <a:cubicBezTo>
                  <a:pt x="73" y="70"/>
                  <a:pt x="73" y="70"/>
                  <a:pt x="73" y="70"/>
                </a:cubicBezTo>
                <a:cubicBezTo>
                  <a:pt x="73" y="70"/>
                  <a:pt x="73" y="69"/>
                  <a:pt x="74" y="69"/>
                </a:cubicBezTo>
                <a:lnTo>
                  <a:pt x="141" y="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60" name="Freeform 363"/>
          <p:cNvSpPr>
            <a:spLocks noEditPoints="1"/>
          </p:cNvSpPr>
          <p:nvPr/>
        </p:nvSpPr>
        <p:spPr bwMode="auto">
          <a:xfrm>
            <a:off x="2220073" y="5254045"/>
            <a:ext cx="207464" cy="209627"/>
          </a:xfrm>
          <a:custGeom>
            <a:avLst/>
            <a:gdLst>
              <a:gd name="T0" fmla="*/ 140 w 145"/>
              <a:gd name="T1" fmla="*/ 44 h 146"/>
              <a:gd name="T2" fmla="*/ 145 w 145"/>
              <a:gd name="T3" fmla="*/ 73 h 146"/>
              <a:gd name="T4" fmla="*/ 140 w 145"/>
              <a:gd name="T5" fmla="*/ 101 h 146"/>
              <a:gd name="T6" fmla="*/ 124 w 145"/>
              <a:gd name="T7" fmla="*/ 124 h 146"/>
              <a:gd name="T8" fmla="*/ 101 w 145"/>
              <a:gd name="T9" fmla="*/ 140 h 146"/>
              <a:gd name="T10" fmla="*/ 73 w 145"/>
              <a:gd name="T11" fmla="*/ 146 h 146"/>
              <a:gd name="T12" fmla="*/ 44 w 145"/>
              <a:gd name="T13" fmla="*/ 140 h 146"/>
              <a:gd name="T14" fmla="*/ 21 w 145"/>
              <a:gd name="T15" fmla="*/ 124 h 146"/>
              <a:gd name="T16" fmla="*/ 6 w 145"/>
              <a:gd name="T17" fmla="*/ 101 h 146"/>
              <a:gd name="T18" fmla="*/ 0 w 145"/>
              <a:gd name="T19" fmla="*/ 73 h 146"/>
              <a:gd name="T20" fmla="*/ 6 w 145"/>
              <a:gd name="T21" fmla="*/ 44 h 146"/>
              <a:gd name="T22" fmla="*/ 21 w 145"/>
              <a:gd name="T23" fmla="*/ 21 h 146"/>
              <a:gd name="T24" fmla="*/ 44 w 145"/>
              <a:gd name="T25" fmla="*/ 6 h 146"/>
              <a:gd name="T26" fmla="*/ 73 w 145"/>
              <a:gd name="T27" fmla="*/ 0 h 146"/>
              <a:gd name="T28" fmla="*/ 101 w 145"/>
              <a:gd name="T29" fmla="*/ 6 h 146"/>
              <a:gd name="T30" fmla="*/ 124 w 145"/>
              <a:gd name="T31" fmla="*/ 21 h 146"/>
              <a:gd name="T32" fmla="*/ 140 w 145"/>
              <a:gd name="T33" fmla="*/ 44 h 146"/>
              <a:gd name="T34" fmla="*/ 30 w 145"/>
              <a:gd name="T35" fmla="*/ 101 h 146"/>
              <a:gd name="T36" fmla="*/ 101 w 145"/>
              <a:gd name="T37" fmla="*/ 30 h 146"/>
              <a:gd name="T38" fmla="*/ 73 w 145"/>
              <a:gd name="T39" fmla="*/ 21 h 146"/>
              <a:gd name="T40" fmla="*/ 47 w 145"/>
              <a:gd name="T41" fmla="*/ 28 h 146"/>
              <a:gd name="T42" fmla="*/ 28 w 145"/>
              <a:gd name="T43" fmla="*/ 47 h 146"/>
              <a:gd name="T44" fmla="*/ 21 w 145"/>
              <a:gd name="T45" fmla="*/ 73 h 146"/>
              <a:gd name="T46" fmla="*/ 30 w 145"/>
              <a:gd name="T47" fmla="*/ 101 h 146"/>
              <a:gd name="T48" fmla="*/ 124 w 145"/>
              <a:gd name="T49" fmla="*/ 73 h 146"/>
              <a:gd name="T50" fmla="*/ 116 w 145"/>
              <a:gd name="T51" fmla="*/ 45 h 146"/>
              <a:gd name="T52" fmla="*/ 45 w 145"/>
              <a:gd name="T53" fmla="*/ 116 h 146"/>
              <a:gd name="T54" fmla="*/ 73 w 145"/>
              <a:gd name="T55" fmla="*/ 124 h 146"/>
              <a:gd name="T56" fmla="*/ 93 w 145"/>
              <a:gd name="T57" fmla="*/ 120 h 146"/>
              <a:gd name="T58" fmla="*/ 109 w 145"/>
              <a:gd name="T59" fmla="*/ 109 h 146"/>
              <a:gd name="T60" fmla="*/ 120 w 145"/>
              <a:gd name="T61" fmla="*/ 93 h 146"/>
              <a:gd name="T62" fmla="*/ 124 w 145"/>
              <a:gd name="T63" fmla="*/ 73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45" h="146">
                <a:moveTo>
                  <a:pt x="140" y="44"/>
                </a:moveTo>
                <a:cubicBezTo>
                  <a:pt x="143" y="53"/>
                  <a:pt x="145" y="63"/>
                  <a:pt x="145" y="73"/>
                </a:cubicBezTo>
                <a:cubicBezTo>
                  <a:pt x="145" y="83"/>
                  <a:pt x="143" y="92"/>
                  <a:pt x="140" y="101"/>
                </a:cubicBezTo>
                <a:cubicBezTo>
                  <a:pt x="136" y="110"/>
                  <a:pt x="131" y="118"/>
                  <a:pt x="124" y="124"/>
                </a:cubicBezTo>
                <a:cubicBezTo>
                  <a:pt x="118" y="131"/>
                  <a:pt x="110" y="136"/>
                  <a:pt x="101" y="140"/>
                </a:cubicBezTo>
                <a:cubicBezTo>
                  <a:pt x="92" y="144"/>
                  <a:pt x="83" y="146"/>
                  <a:pt x="73" y="146"/>
                </a:cubicBezTo>
                <a:cubicBezTo>
                  <a:pt x="63" y="146"/>
                  <a:pt x="53" y="144"/>
                  <a:pt x="44" y="140"/>
                </a:cubicBezTo>
                <a:cubicBezTo>
                  <a:pt x="35" y="136"/>
                  <a:pt x="28" y="131"/>
                  <a:pt x="21" y="124"/>
                </a:cubicBezTo>
                <a:cubicBezTo>
                  <a:pt x="15" y="118"/>
                  <a:pt x="10" y="110"/>
                  <a:pt x="6" y="101"/>
                </a:cubicBezTo>
                <a:cubicBezTo>
                  <a:pt x="2" y="92"/>
                  <a:pt x="0" y="83"/>
                  <a:pt x="0" y="73"/>
                </a:cubicBezTo>
                <a:cubicBezTo>
                  <a:pt x="0" y="63"/>
                  <a:pt x="2" y="53"/>
                  <a:pt x="6" y="44"/>
                </a:cubicBezTo>
                <a:cubicBezTo>
                  <a:pt x="10" y="35"/>
                  <a:pt x="15" y="28"/>
                  <a:pt x="21" y="21"/>
                </a:cubicBezTo>
                <a:cubicBezTo>
                  <a:pt x="28" y="15"/>
                  <a:pt x="35" y="9"/>
                  <a:pt x="44" y="6"/>
                </a:cubicBezTo>
                <a:cubicBezTo>
                  <a:pt x="53" y="2"/>
                  <a:pt x="63" y="0"/>
                  <a:pt x="73" y="0"/>
                </a:cubicBezTo>
                <a:cubicBezTo>
                  <a:pt x="83" y="0"/>
                  <a:pt x="92" y="2"/>
                  <a:pt x="101" y="6"/>
                </a:cubicBezTo>
                <a:cubicBezTo>
                  <a:pt x="110" y="9"/>
                  <a:pt x="118" y="15"/>
                  <a:pt x="124" y="21"/>
                </a:cubicBezTo>
                <a:cubicBezTo>
                  <a:pt x="131" y="28"/>
                  <a:pt x="136" y="35"/>
                  <a:pt x="140" y="44"/>
                </a:cubicBezTo>
                <a:close/>
                <a:moveTo>
                  <a:pt x="30" y="101"/>
                </a:moveTo>
                <a:cubicBezTo>
                  <a:pt x="101" y="30"/>
                  <a:pt x="101" y="30"/>
                  <a:pt x="101" y="30"/>
                </a:cubicBezTo>
                <a:cubicBezTo>
                  <a:pt x="93" y="24"/>
                  <a:pt x="83" y="21"/>
                  <a:pt x="73" y="21"/>
                </a:cubicBezTo>
                <a:cubicBezTo>
                  <a:pt x="63" y="21"/>
                  <a:pt x="55" y="23"/>
                  <a:pt x="47" y="28"/>
                </a:cubicBezTo>
                <a:cubicBezTo>
                  <a:pt x="39" y="33"/>
                  <a:pt x="33" y="39"/>
                  <a:pt x="28" y="47"/>
                </a:cubicBezTo>
                <a:cubicBezTo>
                  <a:pt x="24" y="55"/>
                  <a:pt x="21" y="63"/>
                  <a:pt x="21" y="73"/>
                </a:cubicBezTo>
                <a:cubicBezTo>
                  <a:pt x="21" y="83"/>
                  <a:pt x="24" y="92"/>
                  <a:pt x="30" y="101"/>
                </a:cubicBezTo>
                <a:close/>
                <a:moveTo>
                  <a:pt x="124" y="73"/>
                </a:moveTo>
                <a:cubicBezTo>
                  <a:pt x="124" y="62"/>
                  <a:pt x="121" y="53"/>
                  <a:pt x="116" y="45"/>
                </a:cubicBezTo>
                <a:cubicBezTo>
                  <a:pt x="45" y="116"/>
                  <a:pt x="45" y="116"/>
                  <a:pt x="45" y="116"/>
                </a:cubicBezTo>
                <a:cubicBezTo>
                  <a:pt x="53" y="122"/>
                  <a:pt x="63" y="124"/>
                  <a:pt x="73" y="124"/>
                </a:cubicBezTo>
                <a:cubicBezTo>
                  <a:pt x="80" y="124"/>
                  <a:pt x="86" y="123"/>
                  <a:pt x="93" y="120"/>
                </a:cubicBezTo>
                <a:cubicBezTo>
                  <a:pt x="99" y="117"/>
                  <a:pt x="104" y="114"/>
                  <a:pt x="109" y="109"/>
                </a:cubicBezTo>
                <a:cubicBezTo>
                  <a:pt x="114" y="105"/>
                  <a:pt x="117" y="99"/>
                  <a:pt x="120" y="93"/>
                </a:cubicBezTo>
                <a:cubicBezTo>
                  <a:pt x="123" y="86"/>
                  <a:pt x="124" y="80"/>
                  <a:pt x="124" y="7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61" name="Freeform 364"/>
          <p:cNvSpPr>
            <a:spLocks noEditPoints="1"/>
          </p:cNvSpPr>
          <p:nvPr/>
        </p:nvSpPr>
        <p:spPr bwMode="auto">
          <a:xfrm>
            <a:off x="2548562" y="5236758"/>
            <a:ext cx="261493" cy="244204"/>
          </a:xfrm>
          <a:custGeom>
            <a:avLst/>
            <a:gdLst>
              <a:gd name="T0" fmla="*/ 91 w 182"/>
              <a:gd name="T1" fmla="*/ 0 h 170"/>
              <a:gd name="T2" fmla="*/ 182 w 182"/>
              <a:gd name="T3" fmla="*/ 37 h 170"/>
              <a:gd name="T4" fmla="*/ 182 w 182"/>
              <a:gd name="T5" fmla="*/ 49 h 170"/>
              <a:gd name="T6" fmla="*/ 169 w 182"/>
              <a:gd name="T7" fmla="*/ 49 h 170"/>
              <a:gd name="T8" fmla="*/ 167 w 182"/>
              <a:gd name="T9" fmla="*/ 53 h 170"/>
              <a:gd name="T10" fmla="*/ 163 w 182"/>
              <a:gd name="T11" fmla="*/ 55 h 170"/>
              <a:gd name="T12" fmla="*/ 19 w 182"/>
              <a:gd name="T13" fmla="*/ 55 h 170"/>
              <a:gd name="T14" fmla="*/ 14 w 182"/>
              <a:gd name="T15" fmla="*/ 53 h 170"/>
              <a:gd name="T16" fmla="*/ 12 w 182"/>
              <a:gd name="T17" fmla="*/ 49 h 170"/>
              <a:gd name="T18" fmla="*/ 0 w 182"/>
              <a:gd name="T19" fmla="*/ 49 h 170"/>
              <a:gd name="T20" fmla="*/ 0 w 182"/>
              <a:gd name="T21" fmla="*/ 37 h 170"/>
              <a:gd name="T22" fmla="*/ 91 w 182"/>
              <a:gd name="T23" fmla="*/ 0 h 170"/>
              <a:gd name="T24" fmla="*/ 175 w 182"/>
              <a:gd name="T25" fmla="*/ 151 h 170"/>
              <a:gd name="T26" fmla="*/ 180 w 182"/>
              <a:gd name="T27" fmla="*/ 153 h 170"/>
              <a:gd name="T28" fmla="*/ 182 w 182"/>
              <a:gd name="T29" fmla="*/ 158 h 170"/>
              <a:gd name="T30" fmla="*/ 182 w 182"/>
              <a:gd name="T31" fmla="*/ 170 h 170"/>
              <a:gd name="T32" fmla="*/ 0 w 182"/>
              <a:gd name="T33" fmla="*/ 170 h 170"/>
              <a:gd name="T34" fmla="*/ 0 w 182"/>
              <a:gd name="T35" fmla="*/ 158 h 170"/>
              <a:gd name="T36" fmla="*/ 2 w 182"/>
              <a:gd name="T37" fmla="*/ 153 h 170"/>
              <a:gd name="T38" fmla="*/ 7 w 182"/>
              <a:gd name="T39" fmla="*/ 151 h 170"/>
              <a:gd name="T40" fmla="*/ 175 w 182"/>
              <a:gd name="T41" fmla="*/ 151 h 170"/>
              <a:gd name="T42" fmla="*/ 24 w 182"/>
              <a:gd name="T43" fmla="*/ 61 h 170"/>
              <a:gd name="T44" fmla="*/ 48 w 182"/>
              <a:gd name="T45" fmla="*/ 61 h 170"/>
              <a:gd name="T46" fmla="*/ 48 w 182"/>
              <a:gd name="T47" fmla="*/ 133 h 170"/>
              <a:gd name="T48" fmla="*/ 61 w 182"/>
              <a:gd name="T49" fmla="*/ 133 h 170"/>
              <a:gd name="T50" fmla="*/ 61 w 182"/>
              <a:gd name="T51" fmla="*/ 61 h 170"/>
              <a:gd name="T52" fmla="*/ 85 w 182"/>
              <a:gd name="T53" fmla="*/ 61 h 170"/>
              <a:gd name="T54" fmla="*/ 85 w 182"/>
              <a:gd name="T55" fmla="*/ 133 h 170"/>
              <a:gd name="T56" fmla="*/ 97 w 182"/>
              <a:gd name="T57" fmla="*/ 133 h 170"/>
              <a:gd name="T58" fmla="*/ 97 w 182"/>
              <a:gd name="T59" fmla="*/ 61 h 170"/>
              <a:gd name="T60" fmla="*/ 121 w 182"/>
              <a:gd name="T61" fmla="*/ 61 h 170"/>
              <a:gd name="T62" fmla="*/ 121 w 182"/>
              <a:gd name="T63" fmla="*/ 133 h 170"/>
              <a:gd name="T64" fmla="*/ 133 w 182"/>
              <a:gd name="T65" fmla="*/ 133 h 170"/>
              <a:gd name="T66" fmla="*/ 133 w 182"/>
              <a:gd name="T67" fmla="*/ 61 h 170"/>
              <a:gd name="T68" fmla="*/ 157 w 182"/>
              <a:gd name="T69" fmla="*/ 61 h 170"/>
              <a:gd name="T70" fmla="*/ 157 w 182"/>
              <a:gd name="T71" fmla="*/ 133 h 170"/>
              <a:gd name="T72" fmla="*/ 163 w 182"/>
              <a:gd name="T73" fmla="*/ 133 h 170"/>
              <a:gd name="T74" fmla="*/ 167 w 182"/>
              <a:gd name="T75" fmla="*/ 135 h 170"/>
              <a:gd name="T76" fmla="*/ 169 w 182"/>
              <a:gd name="T77" fmla="*/ 139 h 170"/>
              <a:gd name="T78" fmla="*/ 169 w 182"/>
              <a:gd name="T79" fmla="*/ 145 h 170"/>
              <a:gd name="T80" fmla="*/ 12 w 182"/>
              <a:gd name="T81" fmla="*/ 145 h 170"/>
              <a:gd name="T82" fmla="*/ 12 w 182"/>
              <a:gd name="T83" fmla="*/ 139 h 170"/>
              <a:gd name="T84" fmla="*/ 14 w 182"/>
              <a:gd name="T85" fmla="*/ 135 h 170"/>
              <a:gd name="T86" fmla="*/ 19 w 182"/>
              <a:gd name="T87" fmla="*/ 133 h 170"/>
              <a:gd name="T88" fmla="*/ 24 w 182"/>
              <a:gd name="T89" fmla="*/ 133 h 170"/>
              <a:gd name="T90" fmla="*/ 24 w 182"/>
              <a:gd name="T91" fmla="*/ 61 h 1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82" h="170">
                <a:moveTo>
                  <a:pt x="91" y="0"/>
                </a:moveTo>
                <a:cubicBezTo>
                  <a:pt x="182" y="37"/>
                  <a:pt x="182" y="37"/>
                  <a:pt x="182" y="37"/>
                </a:cubicBezTo>
                <a:cubicBezTo>
                  <a:pt x="182" y="49"/>
                  <a:pt x="182" y="49"/>
                  <a:pt x="182" y="49"/>
                </a:cubicBezTo>
                <a:cubicBezTo>
                  <a:pt x="169" y="49"/>
                  <a:pt x="169" y="49"/>
                  <a:pt x="169" y="49"/>
                </a:cubicBezTo>
                <a:cubicBezTo>
                  <a:pt x="169" y="50"/>
                  <a:pt x="169" y="52"/>
                  <a:pt x="167" y="53"/>
                </a:cubicBezTo>
                <a:cubicBezTo>
                  <a:pt x="166" y="54"/>
                  <a:pt x="165" y="55"/>
                  <a:pt x="163" y="55"/>
                </a:cubicBezTo>
                <a:cubicBezTo>
                  <a:pt x="19" y="55"/>
                  <a:pt x="19" y="55"/>
                  <a:pt x="19" y="55"/>
                </a:cubicBezTo>
                <a:cubicBezTo>
                  <a:pt x="17" y="55"/>
                  <a:pt x="15" y="54"/>
                  <a:pt x="14" y="53"/>
                </a:cubicBezTo>
                <a:cubicBezTo>
                  <a:pt x="13" y="52"/>
                  <a:pt x="12" y="50"/>
                  <a:pt x="12" y="49"/>
                </a:cubicBezTo>
                <a:cubicBezTo>
                  <a:pt x="0" y="49"/>
                  <a:pt x="0" y="49"/>
                  <a:pt x="0" y="49"/>
                </a:cubicBezTo>
                <a:cubicBezTo>
                  <a:pt x="0" y="37"/>
                  <a:pt x="0" y="37"/>
                  <a:pt x="0" y="37"/>
                </a:cubicBezTo>
                <a:lnTo>
                  <a:pt x="91" y="0"/>
                </a:lnTo>
                <a:close/>
                <a:moveTo>
                  <a:pt x="175" y="151"/>
                </a:moveTo>
                <a:cubicBezTo>
                  <a:pt x="177" y="151"/>
                  <a:pt x="178" y="152"/>
                  <a:pt x="180" y="153"/>
                </a:cubicBezTo>
                <a:cubicBezTo>
                  <a:pt x="181" y="154"/>
                  <a:pt x="182" y="156"/>
                  <a:pt x="182" y="158"/>
                </a:cubicBezTo>
                <a:cubicBezTo>
                  <a:pt x="182" y="170"/>
                  <a:pt x="182" y="170"/>
                  <a:pt x="182" y="170"/>
                </a:cubicBezTo>
                <a:cubicBezTo>
                  <a:pt x="0" y="170"/>
                  <a:pt x="0" y="170"/>
                  <a:pt x="0" y="170"/>
                </a:cubicBezTo>
                <a:cubicBezTo>
                  <a:pt x="0" y="158"/>
                  <a:pt x="0" y="158"/>
                  <a:pt x="0" y="158"/>
                </a:cubicBezTo>
                <a:cubicBezTo>
                  <a:pt x="0" y="156"/>
                  <a:pt x="1" y="154"/>
                  <a:pt x="2" y="153"/>
                </a:cubicBezTo>
                <a:cubicBezTo>
                  <a:pt x="3" y="152"/>
                  <a:pt x="5" y="151"/>
                  <a:pt x="7" y="151"/>
                </a:cubicBezTo>
                <a:lnTo>
                  <a:pt x="175" y="151"/>
                </a:lnTo>
                <a:close/>
                <a:moveTo>
                  <a:pt x="24" y="61"/>
                </a:moveTo>
                <a:cubicBezTo>
                  <a:pt x="48" y="61"/>
                  <a:pt x="48" y="61"/>
                  <a:pt x="48" y="61"/>
                </a:cubicBezTo>
                <a:cubicBezTo>
                  <a:pt x="48" y="133"/>
                  <a:pt x="48" y="133"/>
                  <a:pt x="48" y="133"/>
                </a:cubicBezTo>
                <a:cubicBezTo>
                  <a:pt x="61" y="133"/>
                  <a:pt x="61" y="133"/>
                  <a:pt x="61" y="133"/>
                </a:cubicBezTo>
                <a:cubicBezTo>
                  <a:pt x="61" y="61"/>
                  <a:pt x="61" y="61"/>
                  <a:pt x="61" y="61"/>
                </a:cubicBezTo>
                <a:cubicBezTo>
                  <a:pt x="85" y="61"/>
                  <a:pt x="85" y="61"/>
                  <a:pt x="85" y="61"/>
                </a:cubicBezTo>
                <a:cubicBezTo>
                  <a:pt x="85" y="133"/>
                  <a:pt x="85" y="133"/>
                  <a:pt x="85" y="133"/>
                </a:cubicBezTo>
                <a:cubicBezTo>
                  <a:pt x="97" y="133"/>
                  <a:pt x="97" y="133"/>
                  <a:pt x="97" y="133"/>
                </a:cubicBezTo>
                <a:cubicBezTo>
                  <a:pt x="97" y="61"/>
                  <a:pt x="97" y="61"/>
                  <a:pt x="97" y="61"/>
                </a:cubicBezTo>
                <a:cubicBezTo>
                  <a:pt x="121" y="61"/>
                  <a:pt x="121" y="61"/>
                  <a:pt x="121" y="61"/>
                </a:cubicBezTo>
                <a:cubicBezTo>
                  <a:pt x="121" y="133"/>
                  <a:pt x="121" y="133"/>
                  <a:pt x="121" y="133"/>
                </a:cubicBezTo>
                <a:cubicBezTo>
                  <a:pt x="133" y="133"/>
                  <a:pt x="133" y="133"/>
                  <a:pt x="133" y="133"/>
                </a:cubicBezTo>
                <a:cubicBezTo>
                  <a:pt x="133" y="61"/>
                  <a:pt x="133" y="61"/>
                  <a:pt x="133" y="61"/>
                </a:cubicBezTo>
                <a:cubicBezTo>
                  <a:pt x="157" y="61"/>
                  <a:pt x="157" y="61"/>
                  <a:pt x="157" y="61"/>
                </a:cubicBezTo>
                <a:cubicBezTo>
                  <a:pt x="157" y="133"/>
                  <a:pt x="157" y="133"/>
                  <a:pt x="157" y="133"/>
                </a:cubicBezTo>
                <a:cubicBezTo>
                  <a:pt x="163" y="133"/>
                  <a:pt x="163" y="133"/>
                  <a:pt x="163" y="133"/>
                </a:cubicBezTo>
                <a:cubicBezTo>
                  <a:pt x="165" y="133"/>
                  <a:pt x="166" y="134"/>
                  <a:pt x="167" y="135"/>
                </a:cubicBezTo>
                <a:cubicBezTo>
                  <a:pt x="169" y="136"/>
                  <a:pt x="169" y="138"/>
                  <a:pt x="169" y="139"/>
                </a:cubicBezTo>
                <a:cubicBezTo>
                  <a:pt x="169" y="145"/>
                  <a:pt x="169" y="145"/>
                  <a:pt x="169" y="145"/>
                </a:cubicBezTo>
                <a:cubicBezTo>
                  <a:pt x="12" y="145"/>
                  <a:pt x="12" y="145"/>
                  <a:pt x="12" y="145"/>
                </a:cubicBezTo>
                <a:cubicBezTo>
                  <a:pt x="12" y="139"/>
                  <a:pt x="12" y="139"/>
                  <a:pt x="12" y="139"/>
                </a:cubicBezTo>
                <a:cubicBezTo>
                  <a:pt x="12" y="138"/>
                  <a:pt x="13" y="136"/>
                  <a:pt x="14" y="135"/>
                </a:cubicBezTo>
                <a:cubicBezTo>
                  <a:pt x="15" y="134"/>
                  <a:pt x="17" y="133"/>
                  <a:pt x="19" y="133"/>
                </a:cubicBezTo>
                <a:cubicBezTo>
                  <a:pt x="24" y="133"/>
                  <a:pt x="24" y="133"/>
                  <a:pt x="24" y="133"/>
                </a:cubicBezTo>
                <a:lnTo>
                  <a:pt x="24" y="6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62" name="Freeform 365"/>
          <p:cNvSpPr>
            <a:spLocks noEditPoints="1"/>
          </p:cNvSpPr>
          <p:nvPr/>
        </p:nvSpPr>
        <p:spPr bwMode="auto">
          <a:xfrm>
            <a:off x="2948365" y="5254045"/>
            <a:ext cx="276620" cy="209627"/>
          </a:xfrm>
          <a:custGeom>
            <a:avLst/>
            <a:gdLst>
              <a:gd name="T0" fmla="*/ 128 w 128"/>
              <a:gd name="T1" fmla="*/ 88 h 97"/>
              <a:gd name="T2" fmla="*/ 128 w 128"/>
              <a:gd name="T3" fmla="*/ 97 h 97"/>
              <a:gd name="T4" fmla="*/ 0 w 128"/>
              <a:gd name="T5" fmla="*/ 97 h 97"/>
              <a:gd name="T6" fmla="*/ 0 w 128"/>
              <a:gd name="T7" fmla="*/ 0 h 97"/>
              <a:gd name="T8" fmla="*/ 8 w 128"/>
              <a:gd name="T9" fmla="*/ 0 h 97"/>
              <a:gd name="T10" fmla="*/ 8 w 128"/>
              <a:gd name="T11" fmla="*/ 88 h 97"/>
              <a:gd name="T12" fmla="*/ 128 w 128"/>
              <a:gd name="T13" fmla="*/ 88 h 97"/>
              <a:gd name="T14" fmla="*/ 40 w 128"/>
              <a:gd name="T15" fmla="*/ 48 h 97"/>
              <a:gd name="T16" fmla="*/ 40 w 128"/>
              <a:gd name="T17" fmla="*/ 80 h 97"/>
              <a:gd name="T18" fmla="*/ 24 w 128"/>
              <a:gd name="T19" fmla="*/ 80 h 97"/>
              <a:gd name="T20" fmla="*/ 24 w 128"/>
              <a:gd name="T21" fmla="*/ 48 h 97"/>
              <a:gd name="T22" fmla="*/ 40 w 128"/>
              <a:gd name="T23" fmla="*/ 48 h 97"/>
              <a:gd name="T24" fmla="*/ 64 w 128"/>
              <a:gd name="T25" fmla="*/ 16 h 97"/>
              <a:gd name="T26" fmla="*/ 64 w 128"/>
              <a:gd name="T27" fmla="*/ 80 h 97"/>
              <a:gd name="T28" fmla="*/ 48 w 128"/>
              <a:gd name="T29" fmla="*/ 80 h 97"/>
              <a:gd name="T30" fmla="*/ 48 w 128"/>
              <a:gd name="T31" fmla="*/ 16 h 97"/>
              <a:gd name="T32" fmla="*/ 64 w 128"/>
              <a:gd name="T33" fmla="*/ 16 h 97"/>
              <a:gd name="T34" fmla="*/ 88 w 128"/>
              <a:gd name="T35" fmla="*/ 32 h 97"/>
              <a:gd name="T36" fmla="*/ 88 w 128"/>
              <a:gd name="T37" fmla="*/ 80 h 97"/>
              <a:gd name="T38" fmla="*/ 72 w 128"/>
              <a:gd name="T39" fmla="*/ 80 h 97"/>
              <a:gd name="T40" fmla="*/ 72 w 128"/>
              <a:gd name="T41" fmla="*/ 32 h 97"/>
              <a:gd name="T42" fmla="*/ 88 w 128"/>
              <a:gd name="T43" fmla="*/ 32 h 97"/>
              <a:gd name="T44" fmla="*/ 112 w 128"/>
              <a:gd name="T45" fmla="*/ 8 h 97"/>
              <a:gd name="T46" fmla="*/ 112 w 128"/>
              <a:gd name="T47" fmla="*/ 80 h 97"/>
              <a:gd name="T48" fmla="*/ 97 w 128"/>
              <a:gd name="T49" fmla="*/ 80 h 97"/>
              <a:gd name="T50" fmla="*/ 97 w 128"/>
              <a:gd name="T51" fmla="*/ 8 h 97"/>
              <a:gd name="T52" fmla="*/ 112 w 128"/>
              <a:gd name="T53" fmla="*/ 8 h 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128" h="97">
                <a:moveTo>
                  <a:pt x="128" y="88"/>
                </a:moveTo>
                <a:lnTo>
                  <a:pt x="128" y="97"/>
                </a:lnTo>
                <a:lnTo>
                  <a:pt x="0" y="97"/>
                </a:lnTo>
                <a:lnTo>
                  <a:pt x="0" y="0"/>
                </a:lnTo>
                <a:lnTo>
                  <a:pt x="8" y="0"/>
                </a:lnTo>
                <a:lnTo>
                  <a:pt x="8" y="88"/>
                </a:lnTo>
                <a:lnTo>
                  <a:pt x="128" y="88"/>
                </a:lnTo>
                <a:close/>
                <a:moveTo>
                  <a:pt x="40" y="48"/>
                </a:moveTo>
                <a:lnTo>
                  <a:pt x="40" y="80"/>
                </a:lnTo>
                <a:lnTo>
                  <a:pt x="24" y="80"/>
                </a:lnTo>
                <a:lnTo>
                  <a:pt x="24" y="48"/>
                </a:lnTo>
                <a:lnTo>
                  <a:pt x="40" y="48"/>
                </a:lnTo>
                <a:close/>
                <a:moveTo>
                  <a:pt x="64" y="16"/>
                </a:moveTo>
                <a:lnTo>
                  <a:pt x="64" y="80"/>
                </a:lnTo>
                <a:lnTo>
                  <a:pt x="48" y="80"/>
                </a:lnTo>
                <a:lnTo>
                  <a:pt x="48" y="16"/>
                </a:lnTo>
                <a:lnTo>
                  <a:pt x="64" y="16"/>
                </a:lnTo>
                <a:close/>
                <a:moveTo>
                  <a:pt x="88" y="32"/>
                </a:moveTo>
                <a:lnTo>
                  <a:pt x="88" y="80"/>
                </a:lnTo>
                <a:lnTo>
                  <a:pt x="72" y="80"/>
                </a:lnTo>
                <a:lnTo>
                  <a:pt x="72" y="32"/>
                </a:lnTo>
                <a:lnTo>
                  <a:pt x="88" y="32"/>
                </a:lnTo>
                <a:close/>
                <a:moveTo>
                  <a:pt x="112" y="8"/>
                </a:moveTo>
                <a:lnTo>
                  <a:pt x="112" y="80"/>
                </a:lnTo>
                <a:lnTo>
                  <a:pt x="97" y="80"/>
                </a:lnTo>
                <a:lnTo>
                  <a:pt x="97" y="8"/>
                </a:lnTo>
                <a:lnTo>
                  <a:pt x="112" y="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63" name="Freeform 366"/>
          <p:cNvSpPr>
            <a:spLocks noEditPoints="1"/>
          </p:cNvSpPr>
          <p:nvPr/>
        </p:nvSpPr>
        <p:spPr bwMode="auto">
          <a:xfrm>
            <a:off x="3348166" y="5254045"/>
            <a:ext cx="276620" cy="209627"/>
          </a:xfrm>
          <a:custGeom>
            <a:avLst/>
            <a:gdLst>
              <a:gd name="T0" fmla="*/ 128 w 128"/>
              <a:gd name="T1" fmla="*/ 88 h 97"/>
              <a:gd name="T2" fmla="*/ 128 w 128"/>
              <a:gd name="T3" fmla="*/ 97 h 97"/>
              <a:gd name="T4" fmla="*/ 0 w 128"/>
              <a:gd name="T5" fmla="*/ 97 h 97"/>
              <a:gd name="T6" fmla="*/ 0 w 128"/>
              <a:gd name="T7" fmla="*/ 0 h 97"/>
              <a:gd name="T8" fmla="*/ 8 w 128"/>
              <a:gd name="T9" fmla="*/ 0 h 97"/>
              <a:gd name="T10" fmla="*/ 8 w 128"/>
              <a:gd name="T11" fmla="*/ 88 h 97"/>
              <a:gd name="T12" fmla="*/ 128 w 128"/>
              <a:gd name="T13" fmla="*/ 88 h 97"/>
              <a:gd name="T14" fmla="*/ 40 w 128"/>
              <a:gd name="T15" fmla="*/ 48 h 97"/>
              <a:gd name="T16" fmla="*/ 40 w 128"/>
              <a:gd name="T17" fmla="*/ 80 h 97"/>
              <a:gd name="T18" fmla="*/ 24 w 128"/>
              <a:gd name="T19" fmla="*/ 80 h 97"/>
              <a:gd name="T20" fmla="*/ 24 w 128"/>
              <a:gd name="T21" fmla="*/ 48 h 97"/>
              <a:gd name="T22" fmla="*/ 40 w 128"/>
              <a:gd name="T23" fmla="*/ 48 h 97"/>
              <a:gd name="T24" fmla="*/ 64 w 128"/>
              <a:gd name="T25" fmla="*/ 16 h 97"/>
              <a:gd name="T26" fmla="*/ 64 w 128"/>
              <a:gd name="T27" fmla="*/ 80 h 97"/>
              <a:gd name="T28" fmla="*/ 48 w 128"/>
              <a:gd name="T29" fmla="*/ 80 h 97"/>
              <a:gd name="T30" fmla="*/ 48 w 128"/>
              <a:gd name="T31" fmla="*/ 16 h 97"/>
              <a:gd name="T32" fmla="*/ 64 w 128"/>
              <a:gd name="T33" fmla="*/ 16 h 97"/>
              <a:gd name="T34" fmla="*/ 88 w 128"/>
              <a:gd name="T35" fmla="*/ 32 h 97"/>
              <a:gd name="T36" fmla="*/ 88 w 128"/>
              <a:gd name="T37" fmla="*/ 80 h 97"/>
              <a:gd name="T38" fmla="*/ 72 w 128"/>
              <a:gd name="T39" fmla="*/ 80 h 97"/>
              <a:gd name="T40" fmla="*/ 72 w 128"/>
              <a:gd name="T41" fmla="*/ 32 h 97"/>
              <a:gd name="T42" fmla="*/ 88 w 128"/>
              <a:gd name="T43" fmla="*/ 32 h 97"/>
              <a:gd name="T44" fmla="*/ 112 w 128"/>
              <a:gd name="T45" fmla="*/ 8 h 97"/>
              <a:gd name="T46" fmla="*/ 112 w 128"/>
              <a:gd name="T47" fmla="*/ 80 h 97"/>
              <a:gd name="T48" fmla="*/ 96 w 128"/>
              <a:gd name="T49" fmla="*/ 80 h 97"/>
              <a:gd name="T50" fmla="*/ 96 w 128"/>
              <a:gd name="T51" fmla="*/ 8 h 97"/>
              <a:gd name="T52" fmla="*/ 112 w 128"/>
              <a:gd name="T53" fmla="*/ 8 h 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128" h="97">
                <a:moveTo>
                  <a:pt x="128" y="88"/>
                </a:moveTo>
                <a:lnTo>
                  <a:pt x="128" y="97"/>
                </a:lnTo>
                <a:lnTo>
                  <a:pt x="0" y="97"/>
                </a:lnTo>
                <a:lnTo>
                  <a:pt x="0" y="0"/>
                </a:lnTo>
                <a:lnTo>
                  <a:pt x="8" y="0"/>
                </a:lnTo>
                <a:lnTo>
                  <a:pt x="8" y="88"/>
                </a:lnTo>
                <a:lnTo>
                  <a:pt x="128" y="88"/>
                </a:lnTo>
                <a:close/>
                <a:moveTo>
                  <a:pt x="40" y="48"/>
                </a:moveTo>
                <a:lnTo>
                  <a:pt x="40" y="80"/>
                </a:lnTo>
                <a:lnTo>
                  <a:pt x="24" y="80"/>
                </a:lnTo>
                <a:lnTo>
                  <a:pt x="24" y="48"/>
                </a:lnTo>
                <a:lnTo>
                  <a:pt x="40" y="48"/>
                </a:lnTo>
                <a:close/>
                <a:moveTo>
                  <a:pt x="64" y="16"/>
                </a:moveTo>
                <a:lnTo>
                  <a:pt x="64" y="80"/>
                </a:lnTo>
                <a:lnTo>
                  <a:pt x="48" y="80"/>
                </a:lnTo>
                <a:lnTo>
                  <a:pt x="48" y="16"/>
                </a:lnTo>
                <a:lnTo>
                  <a:pt x="64" y="16"/>
                </a:lnTo>
                <a:close/>
                <a:moveTo>
                  <a:pt x="88" y="32"/>
                </a:moveTo>
                <a:lnTo>
                  <a:pt x="88" y="80"/>
                </a:lnTo>
                <a:lnTo>
                  <a:pt x="72" y="80"/>
                </a:lnTo>
                <a:lnTo>
                  <a:pt x="72" y="32"/>
                </a:lnTo>
                <a:lnTo>
                  <a:pt x="88" y="32"/>
                </a:lnTo>
                <a:close/>
                <a:moveTo>
                  <a:pt x="112" y="8"/>
                </a:moveTo>
                <a:lnTo>
                  <a:pt x="112" y="80"/>
                </a:lnTo>
                <a:lnTo>
                  <a:pt x="96" y="80"/>
                </a:lnTo>
                <a:lnTo>
                  <a:pt x="96" y="8"/>
                </a:lnTo>
                <a:lnTo>
                  <a:pt x="112" y="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64" name="Freeform 367"/>
          <p:cNvSpPr>
            <a:spLocks noEditPoints="1"/>
          </p:cNvSpPr>
          <p:nvPr/>
        </p:nvSpPr>
        <p:spPr bwMode="auto">
          <a:xfrm>
            <a:off x="3745808" y="5254045"/>
            <a:ext cx="242043" cy="190176"/>
          </a:xfrm>
          <a:custGeom>
            <a:avLst/>
            <a:gdLst>
              <a:gd name="T0" fmla="*/ 0 w 112"/>
              <a:gd name="T1" fmla="*/ 88 h 88"/>
              <a:gd name="T2" fmla="*/ 4 w 112"/>
              <a:gd name="T3" fmla="*/ 0 h 88"/>
              <a:gd name="T4" fmla="*/ 8 w 112"/>
              <a:gd name="T5" fmla="*/ 88 h 88"/>
              <a:gd name="T6" fmla="*/ 6 w 112"/>
              <a:gd name="T7" fmla="*/ 0 h 88"/>
              <a:gd name="T8" fmla="*/ 8 w 112"/>
              <a:gd name="T9" fmla="*/ 88 h 88"/>
              <a:gd name="T10" fmla="*/ 12 w 112"/>
              <a:gd name="T11" fmla="*/ 88 h 88"/>
              <a:gd name="T12" fmla="*/ 14 w 112"/>
              <a:gd name="T13" fmla="*/ 0 h 88"/>
              <a:gd name="T14" fmla="*/ 24 w 112"/>
              <a:gd name="T15" fmla="*/ 88 h 88"/>
              <a:gd name="T16" fmla="*/ 22 w 112"/>
              <a:gd name="T17" fmla="*/ 0 h 88"/>
              <a:gd name="T18" fmla="*/ 24 w 112"/>
              <a:gd name="T19" fmla="*/ 88 h 88"/>
              <a:gd name="T20" fmla="*/ 30 w 112"/>
              <a:gd name="T21" fmla="*/ 88 h 88"/>
              <a:gd name="T22" fmla="*/ 34 w 112"/>
              <a:gd name="T23" fmla="*/ 0 h 88"/>
              <a:gd name="T24" fmla="*/ 41 w 112"/>
              <a:gd name="T25" fmla="*/ 88 h 88"/>
              <a:gd name="T26" fmla="*/ 40 w 112"/>
              <a:gd name="T27" fmla="*/ 0 h 88"/>
              <a:gd name="T28" fmla="*/ 41 w 112"/>
              <a:gd name="T29" fmla="*/ 88 h 88"/>
              <a:gd name="T30" fmla="*/ 43 w 112"/>
              <a:gd name="T31" fmla="*/ 88 h 88"/>
              <a:gd name="T32" fmla="*/ 45 w 112"/>
              <a:gd name="T33" fmla="*/ 0 h 88"/>
              <a:gd name="T34" fmla="*/ 49 w 112"/>
              <a:gd name="T35" fmla="*/ 88 h 88"/>
              <a:gd name="T36" fmla="*/ 47 w 112"/>
              <a:gd name="T37" fmla="*/ 0 h 88"/>
              <a:gd name="T38" fmla="*/ 49 w 112"/>
              <a:gd name="T39" fmla="*/ 88 h 88"/>
              <a:gd name="T40" fmla="*/ 55 w 112"/>
              <a:gd name="T41" fmla="*/ 88 h 88"/>
              <a:gd name="T42" fmla="*/ 59 w 112"/>
              <a:gd name="T43" fmla="*/ 0 h 88"/>
              <a:gd name="T44" fmla="*/ 69 w 112"/>
              <a:gd name="T45" fmla="*/ 88 h 88"/>
              <a:gd name="T46" fmla="*/ 65 w 112"/>
              <a:gd name="T47" fmla="*/ 0 h 88"/>
              <a:gd name="T48" fmla="*/ 69 w 112"/>
              <a:gd name="T49" fmla="*/ 88 h 88"/>
              <a:gd name="T50" fmla="*/ 73 w 112"/>
              <a:gd name="T51" fmla="*/ 88 h 88"/>
              <a:gd name="T52" fmla="*/ 77 w 112"/>
              <a:gd name="T53" fmla="*/ 0 h 88"/>
              <a:gd name="T54" fmla="*/ 85 w 112"/>
              <a:gd name="T55" fmla="*/ 88 h 88"/>
              <a:gd name="T56" fmla="*/ 81 w 112"/>
              <a:gd name="T57" fmla="*/ 0 h 88"/>
              <a:gd name="T58" fmla="*/ 85 w 112"/>
              <a:gd name="T59" fmla="*/ 88 h 88"/>
              <a:gd name="T60" fmla="*/ 87 w 112"/>
              <a:gd name="T61" fmla="*/ 88 h 88"/>
              <a:gd name="T62" fmla="*/ 91 w 112"/>
              <a:gd name="T63" fmla="*/ 0 h 88"/>
              <a:gd name="T64" fmla="*/ 103 w 112"/>
              <a:gd name="T65" fmla="*/ 88 h 88"/>
              <a:gd name="T66" fmla="*/ 97 w 112"/>
              <a:gd name="T67" fmla="*/ 0 h 88"/>
              <a:gd name="T68" fmla="*/ 103 w 112"/>
              <a:gd name="T69" fmla="*/ 88 h 88"/>
              <a:gd name="T70" fmla="*/ 105 w 112"/>
              <a:gd name="T71" fmla="*/ 88 h 88"/>
              <a:gd name="T72" fmla="*/ 107 w 112"/>
              <a:gd name="T73" fmla="*/ 0 h 88"/>
              <a:gd name="T74" fmla="*/ 112 w 112"/>
              <a:gd name="T75" fmla="*/ 88 h 88"/>
              <a:gd name="T76" fmla="*/ 109 w 112"/>
              <a:gd name="T77" fmla="*/ 0 h 88"/>
              <a:gd name="T78" fmla="*/ 112 w 112"/>
              <a:gd name="T79" fmla="*/ 88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12" h="88">
                <a:moveTo>
                  <a:pt x="4" y="88"/>
                </a:moveTo>
                <a:lnTo>
                  <a:pt x="0" y="88"/>
                </a:lnTo>
                <a:lnTo>
                  <a:pt x="0" y="0"/>
                </a:lnTo>
                <a:lnTo>
                  <a:pt x="4" y="0"/>
                </a:lnTo>
                <a:lnTo>
                  <a:pt x="4" y="88"/>
                </a:lnTo>
                <a:close/>
                <a:moveTo>
                  <a:pt x="8" y="88"/>
                </a:moveTo>
                <a:lnTo>
                  <a:pt x="6" y="88"/>
                </a:lnTo>
                <a:lnTo>
                  <a:pt x="6" y="0"/>
                </a:lnTo>
                <a:lnTo>
                  <a:pt x="8" y="0"/>
                </a:lnTo>
                <a:lnTo>
                  <a:pt x="8" y="88"/>
                </a:lnTo>
                <a:close/>
                <a:moveTo>
                  <a:pt x="14" y="88"/>
                </a:moveTo>
                <a:lnTo>
                  <a:pt x="12" y="88"/>
                </a:lnTo>
                <a:lnTo>
                  <a:pt x="12" y="0"/>
                </a:lnTo>
                <a:lnTo>
                  <a:pt x="14" y="0"/>
                </a:lnTo>
                <a:lnTo>
                  <a:pt x="14" y="88"/>
                </a:lnTo>
                <a:close/>
                <a:moveTo>
                  <a:pt x="24" y="88"/>
                </a:moveTo>
                <a:lnTo>
                  <a:pt x="22" y="88"/>
                </a:lnTo>
                <a:lnTo>
                  <a:pt x="22" y="0"/>
                </a:lnTo>
                <a:lnTo>
                  <a:pt x="24" y="0"/>
                </a:lnTo>
                <a:lnTo>
                  <a:pt x="24" y="88"/>
                </a:lnTo>
                <a:close/>
                <a:moveTo>
                  <a:pt x="34" y="88"/>
                </a:moveTo>
                <a:lnTo>
                  <a:pt x="30" y="88"/>
                </a:lnTo>
                <a:lnTo>
                  <a:pt x="30" y="0"/>
                </a:lnTo>
                <a:lnTo>
                  <a:pt x="34" y="0"/>
                </a:lnTo>
                <a:lnTo>
                  <a:pt x="34" y="88"/>
                </a:lnTo>
                <a:close/>
                <a:moveTo>
                  <a:pt x="41" y="88"/>
                </a:moveTo>
                <a:lnTo>
                  <a:pt x="40" y="88"/>
                </a:lnTo>
                <a:lnTo>
                  <a:pt x="40" y="0"/>
                </a:lnTo>
                <a:lnTo>
                  <a:pt x="41" y="0"/>
                </a:lnTo>
                <a:lnTo>
                  <a:pt x="41" y="88"/>
                </a:lnTo>
                <a:close/>
                <a:moveTo>
                  <a:pt x="45" y="88"/>
                </a:moveTo>
                <a:lnTo>
                  <a:pt x="43" y="88"/>
                </a:lnTo>
                <a:lnTo>
                  <a:pt x="43" y="0"/>
                </a:lnTo>
                <a:lnTo>
                  <a:pt x="45" y="0"/>
                </a:lnTo>
                <a:lnTo>
                  <a:pt x="45" y="88"/>
                </a:lnTo>
                <a:close/>
                <a:moveTo>
                  <a:pt x="49" y="88"/>
                </a:moveTo>
                <a:lnTo>
                  <a:pt x="47" y="88"/>
                </a:lnTo>
                <a:lnTo>
                  <a:pt x="47" y="0"/>
                </a:lnTo>
                <a:lnTo>
                  <a:pt x="49" y="0"/>
                </a:lnTo>
                <a:lnTo>
                  <a:pt x="49" y="88"/>
                </a:lnTo>
                <a:close/>
                <a:moveTo>
                  <a:pt x="59" y="88"/>
                </a:moveTo>
                <a:lnTo>
                  <a:pt x="55" y="88"/>
                </a:lnTo>
                <a:lnTo>
                  <a:pt x="55" y="0"/>
                </a:lnTo>
                <a:lnTo>
                  <a:pt x="59" y="0"/>
                </a:lnTo>
                <a:lnTo>
                  <a:pt x="59" y="88"/>
                </a:lnTo>
                <a:close/>
                <a:moveTo>
                  <a:pt x="69" y="88"/>
                </a:moveTo>
                <a:lnTo>
                  <a:pt x="65" y="88"/>
                </a:lnTo>
                <a:lnTo>
                  <a:pt x="65" y="0"/>
                </a:lnTo>
                <a:lnTo>
                  <a:pt x="69" y="0"/>
                </a:lnTo>
                <a:lnTo>
                  <a:pt x="69" y="88"/>
                </a:lnTo>
                <a:close/>
                <a:moveTo>
                  <a:pt x="77" y="88"/>
                </a:moveTo>
                <a:lnTo>
                  <a:pt x="73" y="88"/>
                </a:lnTo>
                <a:lnTo>
                  <a:pt x="73" y="0"/>
                </a:lnTo>
                <a:lnTo>
                  <a:pt x="77" y="0"/>
                </a:lnTo>
                <a:lnTo>
                  <a:pt x="77" y="88"/>
                </a:lnTo>
                <a:close/>
                <a:moveTo>
                  <a:pt x="85" y="88"/>
                </a:moveTo>
                <a:lnTo>
                  <a:pt x="81" y="88"/>
                </a:lnTo>
                <a:lnTo>
                  <a:pt x="81" y="0"/>
                </a:lnTo>
                <a:lnTo>
                  <a:pt x="85" y="0"/>
                </a:lnTo>
                <a:lnTo>
                  <a:pt x="85" y="88"/>
                </a:lnTo>
                <a:close/>
                <a:moveTo>
                  <a:pt x="91" y="88"/>
                </a:moveTo>
                <a:lnTo>
                  <a:pt x="87" y="88"/>
                </a:lnTo>
                <a:lnTo>
                  <a:pt x="87" y="0"/>
                </a:lnTo>
                <a:lnTo>
                  <a:pt x="91" y="0"/>
                </a:lnTo>
                <a:lnTo>
                  <a:pt x="91" y="88"/>
                </a:lnTo>
                <a:close/>
                <a:moveTo>
                  <a:pt x="103" y="88"/>
                </a:moveTo>
                <a:lnTo>
                  <a:pt x="97" y="88"/>
                </a:lnTo>
                <a:lnTo>
                  <a:pt x="97" y="0"/>
                </a:lnTo>
                <a:lnTo>
                  <a:pt x="103" y="0"/>
                </a:lnTo>
                <a:lnTo>
                  <a:pt x="103" y="88"/>
                </a:lnTo>
                <a:close/>
                <a:moveTo>
                  <a:pt x="107" y="88"/>
                </a:moveTo>
                <a:lnTo>
                  <a:pt x="105" y="88"/>
                </a:lnTo>
                <a:lnTo>
                  <a:pt x="105" y="0"/>
                </a:lnTo>
                <a:lnTo>
                  <a:pt x="107" y="0"/>
                </a:lnTo>
                <a:lnTo>
                  <a:pt x="107" y="88"/>
                </a:lnTo>
                <a:close/>
                <a:moveTo>
                  <a:pt x="112" y="88"/>
                </a:moveTo>
                <a:lnTo>
                  <a:pt x="109" y="88"/>
                </a:lnTo>
                <a:lnTo>
                  <a:pt x="109" y="0"/>
                </a:lnTo>
                <a:lnTo>
                  <a:pt x="112" y="0"/>
                </a:lnTo>
                <a:lnTo>
                  <a:pt x="112" y="8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65" name="Freeform 368"/>
          <p:cNvSpPr>
            <a:spLocks noEditPoints="1"/>
          </p:cNvSpPr>
          <p:nvPr/>
        </p:nvSpPr>
        <p:spPr bwMode="auto">
          <a:xfrm>
            <a:off x="4111033" y="5271335"/>
            <a:ext cx="207464" cy="172887"/>
          </a:xfrm>
          <a:custGeom>
            <a:avLst/>
            <a:gdLst>
              <a:gd name="T0" fmla="*/ 145 w 145"/>
              <a:gd name="T1" fmla="*/ 6 h 121"/>
              <a:gd name="T2" fmla="*/ 145 w 145"/>
              <a:gd name="T3" fmla="*/ 19 h 121"/>
              <a:gd name="T4" fmla="*/ 144 w 145"/>
              <a:gd name="T5" fmla="*/ 23 h 121"/>
              <a:gd name="T6" fmla="*/ 139 w 145"/>
              <a:gd name="T7" fmla="*/ 25 h 121"/>
              <a:gd name="T8" fmla="*/ 6 w 145"/>
              <a:gd name="T9" fmla="*/ 25 h 121"/>
              <a:gd name="T10" fmla="*/ 2 w 145"/>
              <a:gd name="T11" fmla="*/ 23 h 121"/>
              <a:gd name="T12" fmla="*/ 0 w 145"/>
              <a:gd name="T13" fmla="*/ 19 h 121"/>
              <a:gd name="T14" fmla="*/ 0 w 145"/>
              <a:gd name="T15" fmla="*/ 6 h 121"/>
              <a:gd name="T16" fmla="*/ 2 w 145"/>
              <a:gd name="T17" fmla="*/ 2 h 121"/>
              <a:gd name="T18" fmla="*/ 6 w 145"/>
              <a:gd name="T19" fmla="*/ 0 h 121"/>
              <a:gd name="T20" fmla="*/ 139 w 145"/>
              <a:gd name="T21" fmla="*/ 0 h 121"/>
              <a:gd name="T22" fmla="*/ 144 w 145"/>
              <a:gd name="T23" fmla="*/ 2 h 121"/>
              <a:gd name="T24" fmla="*/ 145 w 145"/>
              <a:gd name="T25" fmla="*/ 6 h 121"/>
              <a:gd name="T26" fmla="*/ 145 w 145"/>
              <a:gd name="T27" fmla="*/ 55 h 121"/>
              <a:gd name="T28" fmla="*/ 145 w 145"/>
              <a:gd name="T29" fmla="*/ 67 h 121"/>
              <a:gd name="T30" fmla="*/ 144 w 145"/>
              <a:gd name="T31" fmla="*/ 71 h 121"/>
              <a:gd name="T32" fmla="*/ 139 w 145"/>
              <a:gd name="T33" fmla="*/ 73 h 121"/>
              <a:gd name="T34" fmla="*/ 6 w 145"/>
              <a:gd name="T35" fmla="*/ 73 h 121"/>
              <a:gd name="T36" fmla="*/ 2 w 145"/>
              <a:gd name="T37" fmla="*/ 71 h 121"/>
              <a:gd name="T38" fmla="*/ 0 w 145"/>
              <a:gd name="T39" fmla="*/ 67 h 121"/>
              <a:gd name="T40" fmla="*/ 0 w 145"/>
              <a:gd name="T41" fmla="*/ 55 h 121"/>
              <a:gd name="T42" fmla="*/ 2 w 145"/>
              <a:gd name="T43" fmla="*/ 51 h 121"/>
              <a:gd name="T44" fmla="*/ 6 w 145"/>
              <a:gd name="T45" fmla="*/ 49 h 121"/>
              <a:gd name="T46" fmla="*/ 139 w 145"/>
              <a:gd name="T47" fmla="*/ 49 h 121"/>
              <a:gd name="T48" fmla="*/ 144 w 145"/>
              <a:gd name="T49" fmla="*/ 51 h 121"/>
              <a:gd name="T50" fmla="*/ 145 w 145"/>
              <a:gd name="T51" fmla="*/ 55 h 121"/>
              <a:gd name="T52" fmla="*/ 145 w 145"/>
              <a:gd name="T53" fmla="*/ 103 h 121"/>
              <a:gd name="T54" fmla="*/ 145 w 145"/>
              <a:gd name="T55" fmla="*/ 115 h 121"/>
              <a:gd name="T56" fmla="*/ 144 w 145"/>
              <a:gd name="T57" fmla="*/ 120 h 121"/>
              <a:gd name="T58" fmla="*/ 139 w 145"/>
              <a:gd name="T59" fmla="*/ 121 h 121"/>
              <a:gd name="T60" fmla="*/ 6 w 145"/>
              <a:gd name="T61" fmla="*/ 121 h 121"/>
              <a:gd name="T62" fmla="*/ 2 w 145"/>
              <a:gd name="T63" fmla="*/ 120 h 121"/>
              <a:gd name="T64" fmla="*/ 0 w 145"/>
              <a:gd name="T65" fmla="*/ 115 h 121"/>
              <a:gd name="T66" fmla="*/ 0 w 145"/>
              <a:gd name="T67" fmla="*/ 103 h 121"/>
              <a:gd name="T68" fmla="*/ 2 w 145"/>
              <a:gd name="T69" fmla="*/ 99 h 121"/>
              <a:gd name="T70" fmla="*/ 6 w 145"/>
              <a:gd name="T71" fmla="*/ 97 h 121"/>
              <a:gd name="T72" fmla="*/ 139 w 145"/>
              <a:gd name="T73" fmla="*/ 97 h 121"/>
              <a:gd name="T74" fmla="*/ 144 w 145"/>
              <a:gd name="T75" fmla="*/ 99 h 121"/>
              <a:gd name="T76" fmla="*/ 145 w 145"/>
              <a:gd name="T77" fmla="*/ 103 h 1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45" h="121">
                <a:moveTo>
                  <a:pt x="145" y="6"/>
                </a:moveTo>
                <a:cubicBezTo>
                  <a:pt x="145" y="19"/>
                  <a:pt x="145" y="19"/>
                  <a:pt x="145" y="19"/>
                </a:cubicBezTo>
                <a:cubicBezTo>
                  <a:pt x="145" y="20"/>
                  <a:pt x="145" y="22"/>
                  <a:pt x="144" y="23"/>
                </a:cubicBezTo>
                <a:cubicBezTo>
                  <a:pt x="142" y="24"/>
                  <a:pt x="141" y="25"/>
                  <a:pt x="139" y="25"/>
                </a:cubicBezTo>
                <a:cubicBezTo>
                  <a:pt x="6" y="25"/>
                  <a:pt x="6" y="25"/>
                  <a:pt x="6" y="25"/>
                </a:cubicBezTo>
                <a:cubicBezTo>
                  <a:pt x="5" y="25"/>
                  <a:pt x="3" y="24"/>
                  <a:pt x="2" y="23"/>
                </a:cubicBezTo>
                <a:cubicBezTo>
                  <a:pt x="1" y="22"/>
                  <a:pt x="0" y="20"/>
                  <a:pt x="0" y="19"/>
                </a:cubicBezTo>
                <a:cubicBezTo>
                  <a:pt x="0" y="6"/>
                  <a:pt x="0" y="6"/>
                  <a:pt x="0" y="6"/>
                </a:cubicBezTo>
                <a:cubicBezTo>
                  <a:pt x="0" y="5"/>
                  <a:pt x="1" y="3"/>
                  <a:pt x="2" y="2"/>
                </a:cubicBezTo>
                <a:cubicBezTo>
                  <a:pt x="3" y="1"/>
                  <a:pt x="5" y="0"/>
                  <a:pt x="6" y="0"/>
                </a:cubicBezTo>
                <a:cubicBezTo>
                  <a:pt x="139" y="0"/>
                  <a:pt x="139" y="0"/>
                  <a:pt x="139" y="0"/>
                </a:cubicBezTo>
                <a:cubicBezTo>
                  <a:pt x="141" y="0"/>
                  <a:pt x="142" y="1"/>
                  <a:pt x="144" y="2"/>
                </a:cubicBezTo>
                <a:cubicBezTo>
                  <a:pt x="145" y="3"/>
                  <a:pt x="145" y="5"/>
                  <a:pt x="145" y="6"/>
                </a:cubicBezTo>
                <a:close/>
                <a:moveTo>
                  <a:pt x="145" y="55"/>
                </a:moveTo>
                <a:cubicBezTo>
                  <a:pt x="145" y="67"/>
                  <a:pt x="145" y="67"/>
                  <a:pt x="145" y="67"/>
                </a:cubicBezTo>
                <a:cubicBezTo>
                  <a:pt x="145" y="69"/>
                  <a:pt x="145" y="70"/>
                  <a:pt x="144" y="71"/>
                </a:cubicBezTo>
                <a:cubicBezTo>
                  <a:pt x="142" y="72"/>
                  <a:pt x="141" y="73"/>
                  <a:pt x="139" y="73"/>
                </a:cubicBezTo>
                <a:cubicBezTo>
                  <a:pt x="6" y="73"/>
                  <a:pt x="6" y="73"/>
                  <a:pt x="6" y="73"/>
                </a:cubicBezTo>
                <a:cubicBezTo>
                  <a:pt x="5" y="73"/>
                  <a:pt x="3" y="72"/>
                  <a:pt x="2" y="71"/>
                </a:cubicBezTo>
                <a:cubicBezTo>
                  <a:pt x="1" y="70"/>
                  <a:pt x="0" y="69"/>
                  <a:pt x="0" y="67"/>
                </a:cubicBezTo>
                <a:cubicBezTo>
                  <a:pt x="0" y="55"/>
                  <a:pt x="0" y="55"/>
                  <a:pt x="0" y="55"/>
                </a:cubicBezTo>
                <a:cubicBezTo>
                  <a:pt x="0" y="53"/>
                  <a:pt x="1" y="52"/>
                  <a:pt x="2" y="51"/>
                </a:cubicBezTo>
                <a:cubicBezTo>
                  <a:pt x="3" y="49"/>
                  <a:pt x="5" y="49"/>
                  <a:pt x="6" y="49"/>
                </a:cubicBezTo>
                <a:cubicBezTo>
                  <a:pt x="139" y="49"/>
                  <a:pt x="139" y="49"/>
                  <a:pt x="139" y="49"/>
                </a:cubicBezTo>
                <a:cubicBezTo>
                  <a:pt x="141" y="49"/>
                  <a:pt x="142" y="49"/>
                  <a:pt x="144" y="51"/>
                </a:cubicBezTo>
                <a:cubicBezTo>
                  <a:pt x="145" y="52"/>
                  <a:pt x="145" y="53"/>
                  <a:pt x="145" y="55"/>
                </a:cubicBezTo>
                <a:close/>
                <a:moveTo>
                  <a:pt x="145" y="103"/>
                </a:moveTo>
                <a:cubicBezTo>
                  <a:pt x="145" y="115"/>
                  <a:pt x="145" y="115"/>
                  <a:pt x="145" y="115"/>
                </a:cubicBezTo>
                <a:cubicBezTo>
                  <a:pt x="145" y="117"/>
                  <a:pt x="145" y="118"/>
                  <a:pt x="144" y="120"/>
                </a:cubicBezTo>
                <a:cubicBezTo>
                  <a:pt x="142" y="121"/>
                  <a:pt x="141" y="121"/>
                  <a:pt x="139" y="121"/>
                </a:cubicBezTo>
                <a:cubicBezTo>
                  <a:pt x="6" y="121"/>
                  <a:pt x="6" y="121"/>
                  <a:pt x="6" y="121"/>
                </a:cubicBezTo>
                <a:cubicBezTo>
                  <a:pt x="5" y="121"/>
                  <a:pt x="3" y="121"/>
                  <a:pt x="2" y="120"/>
                </a:cubicBezTo>
                <a:cubicBezTo>
                  <a:pt x="1" y="118"/>
                  <a:pt x="0" y="117"/>
                  <a:pt x="0" y="115"/>
                </a:cubicBezTo>
                <a:cubicBezTo>
                  <a:pt x="0" y="103"/>
                  <a:pt x="0" y="103"/>
                  <a:pt x="0" y="103"/>
                </a:cubicBezTo>
                <a:cubicBezTo>
                  <a:pt x="0" y="102"/>
                  <a:pt x="1" y="100"/>
                  <a:pt x="2" y="99"/>
                </a:cubicBezTo>
                <a:cubicBezTo>
                  <a:pt x="3" y="98"/>
                  <a:pt x="5" y="97"/>
                  <a:pt x="6" y="97"/>
                </a:cubicBezTo>
                <a:cubicBezTo>
                  <a:pt x="139" y="97"/>
                  <a:pt x="139" y="97"/>
                  <a:pt x="139" y="97"/>
                </a:cubicBezTo>
                <a:cubicBezTo>
                  <a:pt x="141" y="97"/>
                  <a:pt x="142" y="98"/>
                  <a:pt x="144" y="99"/>
                </a:cubicBezTo>
                <a:cubicBezTo>
                  <a:pt x="145" y="100"/>
                  <a:pt x="145" y="102"/>
                  <a:pt x="145" y="10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66" name="Freeform 369"/>
          <p:cNvSpPr>
            <a:spLocks noEditPoints="1"/>
          </p:cNvSpPr>
          <p:nvPr/>
        </p:nvSpPr>
        <p:spPr bwMode="auto">
          <a:xfrm>
            <a:off x="4448166" y="5254045"/>
            <a:ext cx="216111" cy="190176"/>
          </a:xfrm>
          <a:custGeom>
            <a:avLst/>
            <a:gdLst>
              <a:gd name="T0" fmla="*/ 151 w 151"/>
              <a:gd name="T1" fmla="*/ 115 h 133"/>
              <a:gd name="T2" fmla="*/ 151 w 151"/>
              <a:gd name="T3" fmla="*/ 133 h 133"/>
              <a:gd name="T4" fmla="*/ 43 w 151"/>
              <a:gd name="T5" fmla="*/ 133 h 133"/>
              <a:gd name="T6" fmla="*/ 43 w 151"/>
              <a:gd name="T7" fmla="*/ 115 h 133"/>
              <a:gd name="T8" fmla="*/ 55 w 151"/>
              <a:gd name="T9" fmla="*/ 97 h 133"/>
              <a:gd name="T10" fmla="*/ 43 w 151"/>
              <a:gd name="T11" fmla="*/ 97 h 133"/>
              <a:gd name="T12" fmla="*/ 17 w 151"/>
              <a:gd name="T13" fmla="*/ 86 h 133"/>
              <a:gd name="T14" fmla="*/ 6 w 151"/>
              <a:gd name="T15" fmla="*/ 61 h 133"/>
              <a:gd name="T16" fmla="*/ 6 w 151"/>
              <a:gd name="T17" fmla="*/ 31 h 133"/>
              <a:gd name="T18" fmla="*/ 0 w 151"/>
              <a:gd name="T19" fmla="*/ 25 h 133"/>
              <a:gd name="T20" fmla="*/ 3 w 151"/>
              <a:gd name="T21" fmla="*/ 12 h 133"/>
              <a:gd name="T22" fmla="*/ 49 w 151"/>
              <a:gd name="T23" fmla="*/ 12 h 133"/>
              <a:gd name="T24" fmla="*/ 52 w 151"/>
              <a:gd name="T25" fmla="*/ 0 h 133"/>
              <a:gd name="T26" fmla="*/ 142 w 151"/>
              <a:gd name="T27" fmla="*/ 0 h 133"/>
              <a:gd name="T28" fmla="*/ 145 w 151"/>
              <a:gd name="T29" fmla="*/ 18 h 133"/>
              <a:gd name="T30" fmla="*/ 139 w 151"/>
              <a:gd name="T31" fmla="*/ 21 h 133"/>
              <a:gd name="T32" fmla="*/ 139 w 151"/>
              <a:gd name="T33" fmla="*/ 97 h 133"/>
              <a:gd name="T34" fmla="*/ 151 w 151"/>
              <a:gd name="T35" fmla="*/ 115 h 133"/>
              <a:gd name="T36" fmla="*/ 55 w 151"/>
              <a:gd name="T37" fmla="*/ 73 h 133"/>
              <a:gd name="T38" fmla="*/ 55 w 151"/>
              <a:gd name="T39" fmla="*/ 37 h 133"/>
              <a:gd name="T40" fmla="*/ 30 w 151"/>
              <a:gd name="T41" fmla="*/ 37 h 133"/>
              <a:gd name="T42" fmla="*/ 30 w 151"/>
              <a:gd name="T43" fmla="*/ 61 h 133"/>
              <a:gd name="T44" fmla="*/ 34 w 151"/>
              <a:gd name="T45" fmla="*/ 69 h 133"/>
              <a:gd name="T46" fmla="*/ 43 w 151"/>
              <a:gd name="T47" fmla="*/ 73 h 133"/>
              <a:gd name="T48" fmla="*/ 55 w 151"/>
              <a:gd name="T49" fmla="*/ 73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51" h="133">
                <a:moveTo>
                  <a:pt x="151" y="115"/>
                </a:moveTo>
                <a:cubicBezTo>
                  <a:pt x="151" y="133"/>
                  <a:pt x="151" y="133"/>
                  <a:pt x="151" y="133"/>
                </a:cubicBezTo>
                <a:cubicBezTo>
                  <a:pt x="43" y="133"/>
                  <a:pt x="43" y="133"/>
                  <a:pt x="43" y="133"/>
                </a:cubicBezTo>
                <a:cubicBezTo>
                  <a:pt x="43" y="115"/>
                  <a:pt x="43" y="115"/>
                  <a:pt x="43" y="115"/>
                </a:cubicBezTo>
                <a:cubicBezTo>
                  <a:pt x="55" y="97"/>
                  <a:pt x="55" y="97"/>
                  <a:pt x="55" y="97"/>
                </a:cubicBezTo>
                <a:cubicBezTo>
                  <a:pt x="43" y="97"/>
                  <a:pt x="43" y="97"/>
                  <a:pt x="43" y="97"/>
                </a:cubicBezTo>
                <a:cubicBezTo>
                  <a:pt x="33" y="97"/>
                  <a:pt x="24" y="94"/>
                  <a:pt x="17" y="86"/>
                </a:cubicBezTo>
                <a:cubicBezTo>
                  <a:pt x="10" y="79"/>
                  <a:pt x="6" y="71"/>
                  <a:pt x="6" y="61"/>
                </a:cubicBezTo>
                <a:cubicBezTo>
                  <a:pt x="6" y="31"/>
                  <a:pt x="6" y="31"/>
                  <a:pt x="6" y="31"/>
                </a:cubicBezTo>
                <a:cubicBezTo>
                  <a:pt x="0" y="25"/>
                  <a:pt x="0" y="25"/>
                  <a:pt x="0" y="25"/>
                </a:cubicBezTo>
                <a:cubicBezTo>
                  <a:pt x="3" y="12"/>
                  <a:pt x="3" y="12"/>
                  <a:pt x="3" y="12"/>
                </a:cubicBezTo>
                <a:cubicBezTo>
                  <a:pt x="49" y="12"/>
                  <a:pt x="49" y="12"/>
                  <a:pt x="49" y="12"/>
                </a:cubicBezTo>
                <a:cubicBezTo>
                  <a:pt x="52" y="0"/>
                  <a:pt x="52" y="0"/>
                  <a:pt x="52" y="0"/>
                </a:cubicBezTo>
                <a:cubicBezTo>
                  <a:pt x="142" y="0"/>
                  <a:pt x="142" y="0"/>
                  <a:pt x="142" y="0"/>
                </a:cubicBezTo>
                <a:cubicBezTo>
                  <a:pt x="145" y="18"/>
                  <a:pt x="145" y="18"/>
                  <a:pt x="145" y="18"/>
                </a:cubicBezTo>
                <a:cubicBezTo>
                  <a:pt x="139" y="21"/>
                  <a:pt x="139" y="21"/>
                  <a:pt x="139" y="21"/>
                </a:cubicBezTo>
                <a:cubicBezTo>
                  <a:pt x="139" y="97"/>
                  <a:pt x="139" y="97"/>
                  <a:pt x="139" y="97"/>
                </a:cubicBezTo>
                <a:lnTo>
                  <a:pt x="151" y="115"/>
                </a:lnTo>
                <a:close/>
                <a:moveTo>
                  <a:pt x="55" y="73"/>
                </a:moveTo>
                <a:cubicBezTo>
                  <a:pt x="55" y="37"/>
                  <a:pt x="55" y="37"/>
                  <a:pt x="55" y="37"/>
                </a:cubicBezTo>
                <a:cubicBezTo>
                  <a:pt x="30" y="37"/>
                  <a:pt x="30" y="37"/>
                  <a:pt x="30" y="37"/>
                </a:cubicBezTo>
                <a:cubicBezTo>
                  <a:pt x="30" y="61"/>
                  <a:pt x="30" y="61"/>
                  <a:pt x="30" y="61"/>
                </a:cubicBezTo>
                <a:cubicBezTo>
                  <a:pt x="30" y="64"/>
                  <a:pt x="32" y="67"/>
                  <a:pt x="34" y="69"/>
                </a:cubicBezTo>
                <a:cubicBezTo>
                  <a:pt x="36" y="72"/>
                  <a:pt x="39" y="73"/>
                  <a:pt x="43" y="73"/>
                </a:cubicBezTo>
                <a:lnTo>
                  <a:pt x="55" y="7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67" name="Freeform 370"/>
          <p:cNvSpPr>
            <a:spLocks noEditPoints="1"/>
          </p:cNvSpPr>
          <p:nvPr/>
        </p:nvSpPr>
        <p:spPr bwMode="auto">
          <a:xfrm>
            <a:off x="4787458" y="5271336"/>
            <a:ext cx="276620" cy="175049"/>
          </a:xfrm>
          <a:custGeom>
            <a:avLst/>
            <a:gdLst>
              <a:gd name="T0" fmla="*/ 0 w 194"/>
              <a:gd name="T1" fmla="*/ 0 h 122"/>
              <a:gd name="T2" fmla="*/ 56 w 194"/>
              <a:gd name="T3" fmla="*/ 0 h 122"/>
              <a:gd name="T4" fmla="*/ 71 w 194"/>
              <a:gd name="T5" fmla="*/ 2 h 122"/>
              <a:gd name="T6" fmla="*/ 83 w 194"/>
              <a:gd name="T7" fmla="*/ 6 h 122"/>
              <a:gd name="T8" fmla="*/ 91 w 194"/>
              <a:gd name="T9" fmla="*/ 15 h 122"/>
              <a:gd name="T10" fmla="*/ 94 w 194"/>
              <a:gd name="T11" fmla="*/ 30 h 122"/>
              <a:gd name="T12" fmla="*/ 78 w 194"/>
              <a:gd name="T13" fmla="*/ 55 h 122"/>
              <a:gd name="T14" fmla="*/ 94 w 194"/>
              <a:gd name="T15" fmla="*/ 65 h 122"/>
              <a:gd name="T16" fmla="*/ 100 w 194"/>
              <a:gd name="T17" fmla="*/ 85 h 122"/>
              <a:gd name="T18" fmla="*/ 98 w 194"/>
              <a:gd name="T19" fmla="*/ 98 h 122"/>
              <a:gd name="T20" fmla="*/ 91 w 194"/>
              <a:gd name="T21" fmla="*/ 107 h 122"/>
              <a:gd name="T22" fmla="*/ 82 w 194"/>
              <a:gd name="T23" fmla="*/ 114 h 122"/>
              <a:gd name="T24" fmla="*/ 71 w 194"/>
              <a:gd name="T25" fmla="*/ 118 h 122"/>
              <a:gd name="T26" fmla="*/ 58 w 194"/>
              <a:gd name="T27" fmla="*/ 119 h 122"/>
              <a:gd name="T28" fmla="*/ 0 w 194"/>
              <a:gd name="T29" fmla="*/ 119 h 122"/>
              <a:gd name="T30" fmla="*/ 0 w 194"/>
              <a:gd name="T31" fmla="*/ 0 h 122"/>
              <a:gd name="T32" fmla="*/ 26 w 194"/>
              <a:gd name="T33" fmla="*/ 48 h 122"/>
              <a:gd name="T34" fmla="*/ 53 w 194"/>
              <a:gd name="T35" fmla="*/ 48 h 122"/>
              <a:gd name="T36" fmla="*/ 65 w 194"/>
              <a:gd name="T37" fmla="*/ 45 h 122"/>
              <a:gd name="T38" fmla="*/ 69 w 194"/>
              <a:gd name="T39" fmla="*/ 34 h 122"/>
              <a:gd name="T40" fmla="*/ 51 w 194"/>
              <a:gd name="T41" fmla="*/ 21 h 122"/>
              <a:gd name="T42" fmla="*/ 26 w 194"/>
              <a:gd name="T43" fmla="*/ 21 h 122"/>
              <a:gd name="T44" fmla="*/ 26 w 194"/>
              <a:gd name="T45" fmla="*/ 48 h 122"/>
              <a:gd name="T46" fmla="*/ 26 w 194"/>
              <a:gd name="T47" fmla="*/ 99 h 122"/>
              <a:gd name="T48" fmla="*/ 54 w 194"/>
              <a:gd name="T49" fmla="*/ 99 h 122"/>
              <a:gd name="T50" fmla="*/ 74 w 194"/>
              <a:gd name="T51" fmla="*/ 83 h 122"/>
              <a:gd name="T52" fmla="*/ 55 w 194"/>
              <a:gd name="T53" fmla="*/ 66 h 122"/>
              <a:gd name="T54" fmla="*/ 26 w 194"/>
              <a:gd name="T55" fmla="*/ 66 h 122"/>
              <a:gd name="T56" fmla="*/ 26 w 194"/>
              <a:gd name="T57" fmla="*/ 99 h 122"/>
              <a:gd name="T58" fmla="*/ 153 w 194"/>
              <a:gd name="T59" fmla="*/ 104 h 122"/>
              <a:gd name="T60" fmla="*/ 164 w 194"/>
              <a:gd name="T61" fmla="*/ 101 h 122"/>
              <a:gd name="T62" fmla="*/ 171 w 194"/>
              <a:gd name="T63" fmla="*/ 93 h 122"/>
              <a:gd name="T64" fmla="*/ 192 w 194"/>
              <a:gd name="T65" fmla="*/ 93 h 122"/>
              <a:gd name="T66" fmla="*/ 152 w 194"/>
              <a:gd name="T67" fmla="*/ 122 h 122"/>
              <a:gd name="T68" fmla="*/ 120 w 194"/>
              <a:gd name="T69" fmla="*/ 109 h 122"/>
              <a:gd name="T70" fmla="*/ 108 w 194"/>
              <a:gd name="T71" fmla="*/ 76 h 122"/>
              <a:gd name="T72" fmla="*/ 120 w 194"/>
              <a:gd name="T73" fmla="*/ 44 h 122"/>
              <a:gd name="T74" fmla="*/ 152 w 194"/>
              <a:gd name="T75" fmla="*/ 31 h 122"/>
              <a:gd name="T76" fmla="*/ 175 w 194"/>
              <a:gd name="T77" fmla="*/ 37 h 122"/>
              <a:gd name="T78" fmla="*/ 189 w 194"/>
              <a:gd name="T79" fmla="*/ 54 h 122"/>
              <a:gd name="T80" fmla="*/ 194 w 194"/>
              <a:gd name="T81" fmla="*/ 77 h 122"/>
              <a:gd name="T82" fmla="*/ 194 w 194"/>
              <a:gd name="T83" fmla="*/ 82 h 122"/>
              <a:gd name="T84" fmla="*/ 131 w 194"/>
              <a:gd name="T85" fmla="*/ 82 h 122"/>
              <a:gd name="T86" fmla="*/ 137 w 194"/>
              <a:gd name="T87" fmla="*/ 98 h 122"/>
              <a:gd name="T88" fmla="*/ 153 w 194"/>
              <a:gd name="T89" fmla="*/ 104 h 122"/>
              <a:gd name="T90" fmla="*/ 175 w 194"/>
              <a:gd name="T91" fmla="*/ 8 h 122"/>
              <a:gd name="T92" fmla="*/ 127 w 194"/>
              <a:gd name="T93" fmla="*/ 8 h 122"/>
              <a:gd name="T94" fmla="*/ 127 w 194"/>
              <a:gd name="T95" fmla="*/ 20 h 122"/>
              <a:gd name="T96" fmla="*/ 175 w 194"/>
              <a:gd name="T97" fmla="*/ 20 h 122"/>
              <a:gd name="T98" fmla="*/ 175 w 194"/>
              <a:gd name="T99" fmla="*/ 8 h 122"/>
              <a:gd name="T100" fmla="*/ 151 w 194"/>
              <a:gd name="T101" fmla="*/ 49 h 122"/>
              <a:gd name="T102" fmla="*/ 137 w 194"/>
              <a:gd name="T103" fmla="*/ 53 h 122"/>
              <a:gd name="T104" fmla="*/ 131 w 194"/>
              <a:gd name="T105" fmla="*/ 67 h 122"/>
              <a:gd name="T106" fmla="*/ 170 w 194"/>
              <a:gd name="T107" fmla="*/ 67 h 122"/>
              <a:gd name="T108" fmla="*/ 151 w 194"/>
              <a:gd name="T109" fmla="*/ 49 h 1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94" h="122">
                <a:moveTo>
                  <a:pt x="0" y="0"/>
                </a:moveTo>
                <a:cubicBezTo>
                  <a:pt x="56" y="0"/>
                  <a:pt x="56" y="0"/>
                  <a:pt x="56" y="0"/>
                </a:cubicBezTo>
                <a:cubicBezTo>
                  <a:pt x="62" y="0"/>
                  <a:pt x="67" y="1"/>
                  <a:pt x="71" y="2"/>
                </a:cubicBezTo>
                <a:cubicBezTo>
                  <a:pt x="75" y="2"/>
                  <a:pt x="79" y="4"/>
                  <a:pt x="83" y="6"/>
                </a:cubicBezTo>
                <a:cubicBezTo>
                  <a:pt x="87" y="8"/>
                  <a:pt x="89" y="11"/>
                  <a:pt x="91" y="15"/>
                </a:cubicBezTo>
                <a:cubicBezTo>
                  <a:pt x="93" y="19"/>
                  <a:pt x="94" y="24"/>
                  <a:pt x="94" y="30"/>
                </a:cubicBezTo>
                <a:cubicBezTo>
                  <a:pt x="94" y="41"/>
                  <a:pt x="89" y="49"/>
                  <a:pt x="78" y="55"/>
                </a:cubicBezTo>
                <a:cubicBezTo>
                  <a:pt x="85" y="57"/>
                  <a:pt x="91" y="60"/>
                  <a:pt x="94" y="65"/>
                </a:cubicBezTo>
                <a:cubicBezTo>
                  <a:pt x="98" y="71"/>
                  <a:pt x="100" y="77"/>
                  <a:pt x="100" y="85"/>
                </a:cubicBezTo>
                <a:cubicBezTo>
                  <a:pt x="100" y="89"/>
                  <a:pt x="99" y="94"/>
                  <a:pt x="98" y="98"/>
                </a:cubicBezTo>
                <a:cubicBezTo>
                  <a:pt x="96" y="102"/>
                  <a:pt x="94" y="105"/>
                  <a:pt x="91" y="107"/>
                </a:cubicBezTo>
                <a:cubicBezTo>
                  <a:pt x="89" y="110"/>
                  <a:pt x="86" y="112"/>
                  <a:pt x="82" y="114"/>
                </a:cubicBezTo>
                <a:cubicBezTo>
                  <a:pt x="78" y="116"/>
                  <a:pt x="75" y="117"/>
                  <a:pt x="71" y="118"/>
                </a:cubicBezTo>
                <a:cubicBezTo>
                  <a:pt x="67" y="119"/>
                  <a:pt x="62" y="119"/>
                  <a:pt x="58" y="119"/>
                </a:cubicBezTo>
                <a:cubicBezTo>
                  <a:pt x="0" y="119"/>
                  <a:pt x="0" y="119"/>
                  <a:pt x="0" y="119"/>
                </a:cubicBezTo>
                <a:lnTo>
                  <a:pt x="0" y="0"/>
                </a:lnTo>
                <a:close/>
                <a:moveTo>
                  <a:pt x="26" y="48"/>
                </a:moveTo>
                <a:cubicBezTo>
                  <a:pt x="53" y="48"/>
                  <a:pt x="53" y="48"/>
                  <a:pt x="53" y="48"/>
                </a:cubicBezTo>
                <a:cubicBezTo>
                  <a:pt x="58" y="48"/>
                  <a:pt x="62" y="47"/>
                  <a:pt x="65" y="45"/>
                </a:cubicBezTo>
                <a:cubicBezTo>
                  <a:pt x="67" y="43"/>
                  <a:pt x="69" y="39"/>
                  <a:pt x="69" y="34"/>
                </a:cubicBezTo>
                <a:cubicBezTo>
                  <a:pt x="69" y="25"/>
                  <a:pt x="63" y="21"/>
                  <a:pt x="51" y="21"/>
                </a:cubicBezTo>
                <a:cubicBezTo>
                  <a:pt x="26" y="21"/>
                  <a:pt x="26" y="21"/>
                  <a:pt x="26" y="21"/>
                </a:cubicBezTo>
                <a:lnTo>
                  <a:pt x="26" y="48"/>
                </a:lnTo>
                <a:close/>
                <a:moveTo>
                  <a:pt x="26" y="99"/>
                </a:moveTo>
                <a:cubicBezTo>
                  <a:pt x="54" y="99"/>
                  <a:pt x="54" y="99"/>
                  <a:pt x="54" y="99"/>
                </a:cubicBezTo>
                <a:cubicBezTo>
                  <a:pt x="67" y="99"/>
                  <a:pt x="74" y="94"/>
                  <a:pt x="74" y="83"/>
                </a:cubicBezTo>
                <a:cubicBezTo>
                  <a:pt x="74" y="72"/>
                  <a:pt x="67" y="66"/>
                  <a:pt x="55" y="66"/>
                </a:cubicBezTo>
                <a:cubicBezTo>
                  <a:pt x="26" y="66"/>
                  <a:pt x="26" y="66"/>
                  <a:pt x="26" y="66"/>
                </a:cubicBezTo>
                <a:lnTo>
                  <a:pt x="26" y="99"/>
                </a:lnTo>
                <a:close/>
                <a:moveTo>
                  <a:pt x="153" y="104"/>
                </a:moveTo>
                <a:cubicBezTo>
                  <a:pt x="157" y="104"/>
                  <a:pt x="160" y="103"/>
                  <a:pt x="164" y="101"/>
                </a:cubicBezTo>
                <a:cubicBezTo>
                  <a:pt x="168" y="99"/>
                  <a:pt x="170" y="96"/>
                  <a:pt x="171" y="93"/>
                </a:cubicBezTo>
                <a:cubicBezTo>
                  <a:pt x="192" y="93"/>
                  <a:pt x="192" y="93"/>
                  <a:pt x="192" y="93"/>
                </a:cubicBezTo>
                <a:cubicBezTo>
                  <a:pt x="186" y="112"/>
                  <a:pt x="172" y="122"/>
                  <a:pt x="152" y="122"/>
                </a:cubicBezTo>
                <a:cubicBezTo>
                  <a:pt x="138" y="122"/>
                  <a:pt x="128" y="117"/>
                  <a:pt x="120" y="109"/>
                </a:cubicBezTo>
                <a:cubicBezTo>
                  <a:pt x="112" y="101"/>
                  <a:pt x="108" y="90"/>
                  <a:pt x="108" y="76"/>
                </a:cubicBezTo>
                <a:cubicBezTo>
                  <a:pt x="108" y="63"/>
                  <a:pt x="112" y="52"/>
                  <a:pt x="120" y="44"/>
                </a:cubicBezTo>
                <a:cubicBezTo>
                  <a:pt x="128" y="35"/>
                  <a:pt x="139" y="31"/>
                  <a:pt x="152" y="31"/>
                </a:cubicBezTo>
                <a:cubicBezTo>
                  <a:pt x="161" y="31"/>
                  <a:pt x="168" y="33"/>
                  <a:pt x="175" y="37"/>
                </a:cubicBezTo>
                <a:cubicBezTo>
                  <a:pt x="181" y="41"/>
                  <a:pt x="186" y="47"/>
                  <a:pt x="189" y="54"/>
                </a:cubicBezTo>
                <a:cubicBezTo>
                  <a:pt x="192" y="61"/>
                  <a:pt x="194" y="69"/>
                  <a:pt x="194" y="77"/>
                </a:cubicBezTo>
                <a:cubicBezTo>
                  <a:pt x="194" y="79"/>
                  <a:pt x="194" y="80"/>
                  <a:pt x="194" y="82"/>
                </a:cubicBezTo>
                <a:cubicBezTo>
                  <a:pt x="131" y="82"/>
                  <a:pt x="131" y="82"/>
                  <a:pt x="131" y="82"/>
                </a:cubicBezTo>
                <a:cubicBezTo>
                  <a:pt x="131" y="89"/>
                  <a:pt x="133" y="94"/>
                  <a:pt x="137" y="98"/>
                </a:cubicBezTo>
                <a:cubicBezTo>
                  <a:pt x="140" y="102"/>
                  <a:pt x="146" y="104"/>
                  <a:pt x="153" y="104"/>
                </a:cubicBezTo>
                <a:close/>
                <a:moveTo>
                  <a:pt x="175" y="8"/>
                </a:moveTo>
                <a:cubicBezTo>
                  <a:pt x="127" y="8"/>
                  <a:pt x="127" y="8"/>
                  <a:pt x="127" y="8"/>
                </a:cubicBezTo>
                <a:cubicBezTo>
                  <a:pt x="127" y="20"/>
                  <a:pt x="127" y="20"/>
                  <a:pt x="127" y="20"/>
                </a:cubicBezTo>
                <a:cubicBezTo>
                  <a:pt x="175" y="20"/>
                  <a:pt x="175" y="20"/>
                  <a:pt x="175" y="20"/>
                </a:cubicBezTo>
                <a:lnTo>
                  <a:pt x="175" y="8"/>
                </a:lnTo>
                <a:close/>
                <a:moveTo>
                  <a:pt x="151" y="49"/>
                </a:moveTo>
                <a:cubicBezTo>
                  <a:pt x="145" y="49"/>
                  <a:pt x="141" y="50"/>
                  <a:pt x="137" y="53"/>
                </a:cubicBezTo>
                <a:cubicBezTo>
                  <a:pt x="134" y="57"/>
                  <a:pt x="132" y="61"/>
                  <a:pt x="131" y="67"/>
                </a:cubicBezTo>
                <a:cubicBezTo>
                  <a:pt x="170" y="67"/>
                  <a:pt x="170" y="67"/>
                  <a:pt x="170" y="67"/>
                </a:cubicBezTo>
                <a:cubicBezTo>
                  <a:pt x="169" y="55"/>
                  <a:pt x="163" y="49"/>
                  <a:pt x="151" y="4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68" name="Freeform 371"/>
          <p:cNvSpPr>
            <a:spLocks noEditPoints="1"/>
          </p:cNvSpPr>
          <p:nvPr/>
        </p:nvSpPr>
        <p:spPr bwMode="auto">
          <a:xfrm>
            <a:off x="5195904" y="5236758"/>
            <a:ext cx="224755" cy="244204"/>
          </a:xfrm>
          <a:custGeom>
            <a:avLst/>
            <a:gdLst>
              <a:gd name="T0" fmla="*/ 157 w 157"/>
              <a:gd name="T1" fmla="*/ 133 h 170"/>
              <a:gd name="T2" fmla="*/ 153 w 157"/>
              <a:gd name="T3" fmla="*/ 142 h 170"/>
              <a:gd name="T4" fmla="*/ 145 w 157"/>
              <a:gd name="T5" fmla="*/ 145 h 170"/>
              <a:gd name="T6" fmla="*/ 102 w 157"/>
              <a:gd name="T7" fmla="*/ 145 h 170"/>
              <a:gd name="T8" fmla="*/ 95 w 157"/>
              <a:gd name="T9" fmla="*/ 163 h 170"/>
              <a:gd name="T10" fmla="*/ 78 w 157"/>
              <a:gd name="T11" fmla="*/ 170 h 170"/>
              <a:gd name="T12" fmla="*/ 61 w 157"/>
              <a:gd name="T13" fmla="*/ 163 h 170"/>
              <a:gd name="T14" fmla="*/ 54 w 157"/>
              <a:gd name="T15" fmla="*/ 145 h 170"/>
              <a:gd name="T16" fmla="*/ 12 w 157"/>
              <a:gd name="T17" fmla="*/ 145 h 170"/>
              <a:gd name="T18" fmla="*/ 3 w 157"/>
              <a:gd name="T19" fmla="*/ 142 h 170"/>
              <a:gd name="T20" fmla="*/ 0 w 157"/>
              <a:gd name="T21" fmla="*/ 133 h 170"/>
              <a:gd name="T22" fmla="*/ 8 w 157"/>
              <a:gd name="T23" fmla="*/ 125 h 170"/>
              <a:gd name="T24" fmla="*/ 16 w 157"/>
              <a:gd name="T25" fmla="*/ 114 h 170"/>
              <a:gd name="T26" fmla="*/ 23 w 157"/>
              <a:gd name="T27" fmla="*/ 99 h 170"/>
              <a:gd name="T28" fmla="*/ 28 w 157"/>
              <a:gd name="T29" fmla="*/ 79 h 170"/>
              <a:gd name="T30" fmla="*/ 30 w 157"/>
              <a:gd name="T31" fmla="*/ 55 h 170"/>
              <a:gd name="T32" fmla="*/ 41 w 157"/>
              <a:gd name="T33" fmla="*/ 28 h 170"/>
              <a:gd name="T34" fmla="*/ 70 w 157"/>
              <a:gd name="T35" fmla="*/ 13 h 170"/>
              <a:gd name="T36" fmla="*/ 69 w 157"/>
              <a:gd name="T37" fmla="*/ 9 h 170"/>
              <a:gd name="T38" fmla="*/ 72 w 157"/>
              <a:gd name="T39" fmla="*/ 3 h 170"/>
              <a:gd name="T40" fmla="*/ 78 w 157"/>
              <a:gd name="T41" fmla="*/ 0 h 170"/>
              <a:gd name="T42" fmla="*/ 85 w 157"/>
              <a:gd name="T43" fmla="*/ 3 h 170"/>
              <a:gd name="T44" fmla="*/ 87 w 157"/>
              <a:gd name="T45" fmla="*/ 9 h 170"/>
              <a:gd name="T46" fmla="*/ 87 w 157"/>
              <a:gd name="T47" fmla="*/ 13 h 170"/>
              <a:gd name="T48" fmla="*/ 116 w 157"/>
              <a:gd name="T49" fmla="*/ 28 h 170"/>
              <a:gd name="T50" fmla="*/ 127 w 157"/>
              <a:gd name="T51" fmla="*/ 55 h 170"/>
              <a:gd name="T52" fmla="*/ 128 w 157"/>
              <a:gd name="T53" fmla="*/ 79 h 170"/>
              <a:gd name="T54" fmla="*/ 133 w 157"/>
              <a:gd name="T55" fmla="*/ 99 h 170"/>
              <a:gd name="T56" fmla="*/ 140 w 157"/>
              <a:gd name="T57" fmla="*/ 114 h 170"/>
              <a:gd name="T58" fmla="*/ 148 w 157"/>
              <a:gd name="T59" fmla="*/ 125 h 170"/>
              <a:gd name="T60" fmla="*/ 157 w 157"/>
              <a:gd name="T61" fmla="*/ 133 h 170"/>
              <a:gd name="T62" fmla="*/ 80 w 157"/>
              <a:gd name="T63" fmla="*/ 161 h 170"/>
              <a:gd name="T64" fmla="*/ 78 w 157"/>
              <a:gd name="T65" fmla="*/ 159 h 170"/>
              <a:gd name="T66" fmla="*/ 69 w 157"/>
              <a:gd name="T67" fmla="*/ 155 h 170"/>
              <a:gd name="T68" fmla="*/ 65 w 157"/>
              <a:gd name="T69" fmla="*/ 145 h 170"/>
              <a:gd name="T70" fmla="*/ 63 w 157"/>
              <a:gd name="T71" fmla="*/ 144 h 170"/>
              <a:gd name="T72" fmla="*/ 62 w 157"/>
              <a:gd name="T73" fmla="*/ 145 h 170"/>
              <a:gd name="T74" fmla="*/ 66 w 157"/>
              <a:gd name="T75" fmla="*/ 157 h 170"/>
              <a:gd name="T76" fmla="*/ 78 w 157"/>
              <a:gd name="T77" fmla="*/ 162 h 170"/>
              <a:gd name="T78" fmla="*/ 80 w 157"/>
              <a:gd name="T79" fmla="*/ 161 h 1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57" h="170">
                <a:moveTo>
                  <a:pt x="157" y="133"/>
                </a:moveTo>
                <a:cubicBezTo>
                  <a:pt x="157" y="137"/>
                  <a:pt x="156" y="139"/>
                  <a:pt x="153" y="142"/>
                </a:cubicBezTo>
                <a:cubicBezTo>
                  <a:pt x="151" y="144"/>
                  <a:pt x="148" y="145"/>
                  <a:pt x="145" y="145"/>
                </a:cubicBezTo>
                <a:cubicBezTo>
                  <a:pt x="102" y="145"/>
                  <a:pt x="102" y="145"/>
                  <a:pt x="102" y="145"/>
                </a:cubicBezTo>
                <a:cubicBezTo>
                  <a:pt x="102" y="152"/>
                  <a:pt x="100" y="158"/>
                  <a:pt x="95" y="163"/>
                </a:cubicBezTo>
                <a:cubicBezTo>
                  <a:pt x="91" y="167"/>
                  <a:pt x="85" y="170"/>
                  <a:pt x="78" y="170"/>
                </a:cubicBezTo>
                <a:cubicBezTo>
                  <a:pt x="72" y="170"/>
                  <a:pt x="66" y="167"/>
                  <a:pt x="61" y="163"/>
                </a:cubicBezTo>
                <a:cubicBezTo>
                  <a:pt x="56" y="158"/>
                  <a:pt x="54" y="152"/>
                  <a:pt x="54" y="145"/>
                </a:cubicBezTo>
                <a:cubicBezTo>
                  <a:pt x="12" y="145"/>
                  <a:pt x="12" y="145"/>
                  <a:pt x="12" y="145"/>
                </a:cubicBezTo>
                <a:cubicBezTo>
                  <a:pt x="8" y="145"/>
                  <a:pt x="6" y="144"/>
                  <a:pt x="3" y="142"/>
                </a:cubicBezTo>
                <a:cubicBezTo>
                  <a:pt x="1" y="139"/>
                  <a:pt x="0" y="137"/>
                  <a:pt x="0" y="133"/>
                </a:cubicBezTo>
                <a:cubicBezTo>
                  <a:pt x="3" y="131"/>
                  <a:pt x="6" y="128"/>
                  <a:pt x="8" y="125"/>
                </a:cubicBezTo>
                <a:cubicBezTo>
                  <a:pt x="11" y="122"/>
                  <a:pt x="13" y="118"/>
                  <a:pt x="16" y="114"/>
                </a:cubicBezTo>
                <a:cubicBezTo>
                  <a:pt x="19" y="109"/>
                  <a:pt x="21" y="104"/>
                  <a:pt x="23" y="99"/>
                </a:cubicBezTo>
                <a:cubicBezTo>
                  <a:pt x="25" y="93"/>
                  <a:pt x="27" y="87"/>
                  <a:pt x="28" y="79"/>
                </a:cubicBezTo>
                <a:cubicBezTo>
                  <a:pt x="29" y="72"/>
                  <a:pt x="30" y="63"/>
                  <a:pt x="30" y="55"/>
                </a:cubicBezTo>
                <a:cubicBezTo>
                  <a:pt x="30" y="45"/>
                  <a:pt x="34" y="36"/>
                  <a:pt x="41" y="28"/>
                </a:cubicBezTo>
                <a:cubicBezTo>
                  <a:pt x="48" y="20"/>
                  <a:pt x="58" y="15"/>
                  <a:pt x="70" y="13"/>
                </a:cubicBezTo>
                <a:cubicBezTo>
                  <a:pt x="69" y="12"/>
                  <a:pt x="69" y="11"/>
                  <a:pt x="69" y="9"/>
                </a:cubicBezTo>
                <a:cubicBezTo>
                  <a:pt x="69" y="7"/>
                  <a:pt x="70" y="5"/>
                  <a:pt x="72" y="3"/>
                </a:cubicBezTo>
                <a:cubicBezTo>
                  <a:pt x="74" y="1"/>
                  <a:pt x="76" y="0"/>
                  <a:pt x="78" y="0"/>
                </a:cubicBezTo>
                <a:cubicBezTo>
                  <a:pt x="81" y="0"/>
                  <a:pt x="83" y="1"/>
                  <a:pt x="85" y="3"/>
                </a:cubicBezTo>
                <a:cubicBezTo>
                  <a:pt x="86" y="5"/>
                  <a:pt x="87" y="7"/>
                  <a:pt x="87" y="9"/>
                </a:cubicBezTo>
                <a:cubicBezTo>
                  <a:pt x="87" y="11"/>
                  <a:pt x="87" y="12"/>
                  <a:pt x="87" y="13"/>
                </a:cubicBezTo>
                <a:cubicBezTo>
                  <a:pt x="99" y="15"/>
                  <a:pt x="108" y="20"/>
                  <a:pt x="116" y="28"/>
                </a:cubicBezTo>
                <a:cubicBezTo>
                  <a:pt x="123" y="36"/>
                  <a:pt x="127" y="45"/>
                  <a:pt x="127" y="55"/>
                </a:cubicBezTo>
                <a:cubicBezTo>
                  <a:pt x="127" y="63"/>
                  <a:pt x="127" y="72"/>
                  <a:pt x="128" y="79"/>
                </a:cubicBezTo>
                <a:cubicBezTo>
                  <a:pt x="130" y="87"/>
                  <a:pt x="131" y="93"/>
                  <a:pt x="133" y="99"/>
                </a:cubicBezTo>
                <a:cubicBezTo>
                  <a:pt x="135" y="104"/>
                  <a:pt x="137" y="109"/>
                  <a:pt x="140" y="114"/>
                </a:cubicBezTo>
                <a:cubicBezTo>
                  <a:pt x="143" y="118"/>
                  <a:pt x="146" y="122"/>
                  <a:pt x="148" y="125"/>
                </a:cubicBezTo>
                <a:cubicBezTo>
                  <a:pt x="151" y="128"/>
                  <a:pt x="154" y="131"/>
                  <a:pt x="157" y="133"/>
                </a:cubicBezTo>
                <a:close/>
                <a:moveTo>
                  <a:pt x="80" y="161"/>
                </a:moveTo>
                <a:cubicBezTo>
                  <a:pt x="80" y="160"/>
                  <a:pt x="79" y="159"/>
                  <a:pt x="78" y="159"/>
                </a:cubicBezTo>
                <a:cubicBezTo>
                  <a:pt x="75" y="159"/>
                  <a:pt x="71" y="158"/>
                  <a:pt x="69" y="155"/>
                </a:cubicBezTo>
                <a:cubicBezTo>
                  <a:pt x="66" y="152"/>
                  <a:pt x="65" y="149"/>
                  <a:pt x="65" y="145"/>
                </a:cubicBezTo>
                <a:cubicBezTo>
                  <a:pt x="65" y="144"/>
                  <a:pt x="64" y="144"/>
                  <a:pt x="63" y="144"/>
                </a:cubicBezTo>
                <a:cubicBezTo>
                  <a:pt x="62" y="144"/>
                  <a:pt x="62" y="144"/>
                  <a:pt x="62" y="145"/>
                </a:cubicBezTo>
                <a:cubicBezTo>
                  <a:pt x="62" y="150"/>
                  <a:pt x="63" y="154"/>
                  <a:pt x="66" y="157"/>
                </a:cubicBezTo>
                <a:cubicBezTo>
                  <a:pt x="70" y="160"/>
                  <a:pt x="74" y="162"/>
                  <a:pt x="78" y="162"/>
                </a:cubicBezTo>
                <a:cubicBezTo>
                  <a:pt x="79" y="162"/>
                  <a:pt x="80" y="162"/>
                  <a:pt x="80" y="16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69" name="Freeform 372"/>
          <p:cNvSpPr>
            <a:spLocks noEditPoints="1"/>
          </p:cNvSpPr>
          <p:nvPr/>
        </p:nvSpPr>
        <p:spPr bwMode="auto">
          <a:xfrm>
            <a:off x="5558969" y="5236758"/>
            <a:ext cx="224755" cy="244204"/>
          </a:xfrm>
          <a:custGeom>
            <a:avLst/>
            <a:gdLst>
              <a:gd name="T0" fmla="*/ 157 w 157"/>
              <a:gd name="T1" fmla="*/ 133 h 170"/>
              <a:gd name="T2" fmla="*/ 153 w 157"/>
              <a:gd name="T3" fmla="*/ 142 h 170"/>
              <a:gd name="T4" fmla="*/ 145 w 157"/>
              <a:gd name="T5" fmla="*/ 145 h 170"/>
              <a:gd name="T6" fmla="*/ 103 w 157"/>
              <a:gd name="T7" fmla="*/ 145 h 170"/>
              <a:gd name="T8" fmla="*/ 96 w 157"/>
              <a:gd name="T9" fmla="*/ 163 h 170"/>
              <a:gd name="T10" fmla="*/ 78 w 157"/>
              <a:gd name="T11" fmla="*/ 170 h 170"/>
              <a:gd name="T12" fmla="*/ 61 w 157"/>
              <a:gd name="T13" fmla="*/ 163 h 170"/>
              <a:gd name="T14" fmla="*/ 54 w 157"/>
              <a:gd name="T15" fmla="*/ 145 h 170"/>
              <a:gd name="T16" fmla="*/ 12 w 157"/>
              <a:gd name="T17" fmla="*/ 145 h 170"/>
              <a:gd name="T18" fmla="*/ 3 w 157"/>
              <a:gd name="T19" fmla="*/ 142 h 170"/>
              <a:gd name="T20" fmla="*/ 0 w 157"/>
              <a:gd name="T21" fmla="*/ 133 h 170"/>
              <a:gd name="T22" fmla="*/ 8 w 157"/>
              <a:gd name="T23" fmla="*/ 125 h 170"/>
              <a:gd name="T24" fmla="*/ 16 w 157"/>
              <a:gd name="T25" fmla="*/ 114 h 170"/>
              <a:gd name="T26" fmla="*/ 23 w 157"/>
              <a:gd name="T27" fmla="*/ 99 h 170"/>
              <a:gd name="T28" fmla="*/ 28 w 157"/>
              <a:gd name="T29" fmla="*/ 79 h 170"/>
              <a:gd name="T30" fmla="*/ 30 w 157"/>
              <a:gd name="T31" fmla="*/ 55 h 170"/>
              <a:gd name="T32" fmla="*/ 41 w 157"/>
              <a:gd name="T33" fmla="*/ 28 h 170"/>
              <a:gd name="T34" fmla="*/ 70 w 157"/>
              <a:gd name="T35" fmla="*/ 13 h 170"/>
              <a:gd name="T36" fmla="*/ 69 w 157"/>
              <a:gd name="T37" fmla="*/ 9 h 170"/>
              <a:gd name="T38" fmla="*/ 72 w 157"/>
              <a:gd name="T39" fmla="*/ 3 h 170"/>
              <a:gd name="T40" fmla="*/ 78 w 157"/>
              <a:gd name="T41" fmla="*/ 0 h 170"/>
              <a:gd name="T42" fmla="*/ 85 w 157"/>
              <a:gd name="T43" fmla="*/ 3 h 170"/>
              <a:gd name="T44" fmla="*/ 87 w 157"/>
              <a:gd name="T45" fmla="*/ 9 h 170"/>
              <a:gd name="T46" fmla="*/ 87 w 157"/>
              <a:gd name="T47" fmla="*/ 13 h 170"/>
              <a:gd name="T48" fmla="*/ 116 w 157"/>
              <a:gd name="T49" fmla="*/ 28 h 170"/>
              <a:gd name="T50" fmla="*/ 127 w 157"/>
              <a:gd name="T51" fmla="*/ 55 h 170"/>
              <a:gd name="T52" fmla="*/ 129 w 157"/>
              <a:gd name="T53" fmla="*/ 79 h 170"/>
              <a:gd name="T54" fmla="*/ 133 w 157"/>
              <a:gd name="T55" fmla="*/ 99 h 170"/>
              <a:gd name="T56" fmla="*/ 140 w 157"/>
              <a:gd name="T57" fmla="*/ 114 h 170"/>
              <a:gd name="T58" fmla="*/ 148 w 157"/>
              <a:gd name="T59" fmla="*/ 125 h 170"/>
              <a:gd name="T60" fmla="*/ 157 w 157"/>
              <a:gd name="T61" fmla="*/ 133 h 170"/>
              <a:gd name="T62" fmla="*/ 17 w 157"/>
              <a:gd name="T63" fmla="*/ 133 h 170"/>
              <a:gd name="T64" fmla="*/ 140 w 157"/>
              <a:gd name="T65" fmla="*/ 133 h 170"/>
              <a:gd name="T66" fmla="*/ 115 w 157"/>
              <a:gd name="T67" fmla="*/ 55 h 170"/>
              <a:gd name="T68" fmla="*/ 112 w 157"/>
              <a:gd name="T69" fmla="*/ 45 h 170"/>
              <a:gd name="T70" fmla="*/ 106 w 157"/>
              <a:gd name="T71" fmla="*/ 35 h 170"/>
              <a:gd name="T72" fmla="*/ 94 w 157"/>
              <a:gd name="T73" fmla="*/ 27 h 170"/>
              <a:gd name="T74" fmla="*/ 78 w 157"/>
              <a:gd name="T75" fmla="*/ 24 h 170"/>
              <a:gd name="T76" fmla="*/ 62 w 157"/>
              <a:gd name="T77" fmla="*/ 27 h 170"/>
              <a:gd name="T78" fmla="*/ 51 w 157"/>
              <a:gd name="T79" fmla="*/ 35 h 170"/>
              <a:gd name="T80" fmla="*/ 44 w 157"/>
              <a:gd name="T81" fmla="*/ 45 h 170"/>
              <a:gd name="T82" fmla="*/ 42 w 157"/>
              <a:gd name="T83" fmla="*/ 55 h 170"/>
              <a:gd name="T84" fmla="*/ 17 w 157"/>
              <a:gd name="T85" fmla="*/ 133 h 170"/>
              <a:gd name="T86" fmla="*/ 80 w 157"/>
              <a:gd name="T87" fmla="*/ 161 h 170"/>
              <a:gd name="T88" fmla="*/ 78 w 157"/>
              <a:gd name="T89" fmla="*/ 159 h 170"/>
              <a:gd name="T90" fmla="*/ 69 w 157"/>
              <a:gd name="T91" fmla="*/ 155 h 170"/>
              <a:gd name="T92" fmla="*/ 65 w 157"/>
              <a:gd name="T93" fmla="*/ 145 h 170"/>
              <a:gd name="T94" fmla="*/ 63 w 157"/>
              <a:gd name="T95" fmla="*/ 144 h 170"/>
              <a:gd name="T96" fmla="*/ 62 w 157"/>
              <a:gd name="T97" fmla="*/ 145 h 170"/>
              <a:gd name="T98" fmla="*/ 67 w 157"/>
              <a:gd name="T99" fmla="*/ 157 h 170"/>
              <a:gd name="T100" fmla="*/ 78 w 157"/>
              <a:gd name="T101" fmla="*/ 162 h 170"/>
              <a:gd name="T102" fmla="*/ 80 w 157"/>
              <a:gd name="T103" fmla="*/ 161 h 1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57" h="170">
                <a:moveTo>
                  <a:pt x="157" y="133"/>
                </a:moveTo>
                <a:cubicBezTo>
                  <a:pt x="157" y="137"/>
                  <a:pt x="156" y="139"/>
                  <a:pt x="153" y="142"/>
                </a:cubicBezTo>
                <a:cubicBezTo>
                  <a:pt x="151" y="144"/>
                  <a:pt x="148" y="145"/>
                  <a:pt x="145" y="145"/>
                </a:cubicBezTo>
                <a:cubicBezTo>
                  <a:pt x="103" y="145"/>
                  <a:pt x="103" y="145"/>
                  <a:pt x="103" y="145"/>
                </a:cubicBezTo>
                <a:cubicBezTo>
                  <a:pt x="103" y="152"/>
                  <a:pt x="100" y="158"/>
                  <a:pt x="96" y="163"/>
                </a:cubicBezTo>
                <a:cubicBezTo>
                  <a:pt x="91" y="167"/>
                  <a:pt x="85" y="170"/>
                  <a:pt x="78" y="170"/>
                </a:cubicBezTo>
                <a:cubicBezTo>
                  <a:pt x="72" y="170"/>
                  <a:pt x="66" y="167"/>
                  <a:pt x="61" y="163"/>
                </a:cubicBezTo>
                <a:cubicBezTo>
                  <a:pt x="57" y="158"/>
                  <a:pt x="54" y="152"/>
                  <a:pt x="54" y="145"/>
                </a:cubicBezTo>
                <a:cubicBezTo>
                  <a:pt x="12" y="145"/>
                  <a:pt x="12" y="145"/>
                  <a:pt x="12" y="145"/>
                </a:cubicBezTo>
                <a:cubicBezTo>
                  <a:pt x="9" y="145"/>
                  <a:pt x="6" y="144"/>
                  <a:pt x="3" y="142"/>
                </a:cubicBezTo>
                <a:cubicBezTo>
                  <a:pt x="1" y="139"/>
                  <a:pt x="0" y="137"/>
                  <a:pt x="0" y="133"/>
                </a:cubicBezTo>
                <a:cubicBezTo>
                  <a:pt x="3" y="131"/>
                  <a:pt x="6" y="128"/>
                  <a:pt x="8" y="125"/>
                </a:cubicBezTo>
                <a:cubicBezTo>
                  <a:pt x="11" y="122"/>
                  <a:pt x="14" y="118"/>
                  <a:pt x="16" y="114"/>
                </a:cubicBezTo>
                <a:cubicBezTo>
                  <a:pt x="19" y="109"/>
                  <a:pt x="21" y="104"/>
                  <a:pt x="23" y="99"/>
                </a:cubicBezTo>
                <a:cubicBezTo>
                  <a:pt x="25" y="93"/>
                  <a:pt x="27" y="87"/>
                  <a:pt x="28" y="79"/>
                </a:cubicBezTo>
                <a:cubicBezTo>
                  <a:pt x="29" y="72"/>
                  <a:pt x="30" y="63"/>
                  <a:pt x="30" y="55"/>
                </a:cubicBezTo>
                <a:cubicBezTo>
                  <a:pt x="30" y="45"/>
                  <a:pt x="34" y="36"/>
                  <a:pt x="41" y="28"/>
                </a:cubicBezTo>
                <a:cubicBezTo>
                  <a:pt x="48" y="20"/>
                  <a:pt x="58" y="15"/>
                  <a:pt x="70" y="13"/>
                </a:cubicBezTo>
                <a:cubicBezTo>
                  <a:pt x="70" y="12"/>
                  <a:pt x="69" y="11"/>
                  <a:pt x="69" y="9"/>
                </a:cubicBezTo>
                <a:cubicBezTo>
                  <a:pt x="69" y="7"/>
                  <a:pt x="70" y="5"/>
                  <a:pt x="72" y="3"/>
                </a:cubicBezTo>
                <a:cubicBezTo>
                  <a:pt x="74" y="1"/>
                  <a:pt x="76" y="0"/>
                  <a:pt x="78" y="0"/>
                </a:cubicBezTo>
                <a:cubicBezTo>
                  <a:pt x="81" y="0"/>
                  <a:pt x="83" y="1"/>
                  <a:pt x="85" y="3"/>
                </a:cubicBezTo>
                <a:cubicBezTo>
                  <a:pt x="87" y="5"/>
                  <a:pt x="87" y="7"/>
                  <a:pt x="87" y="9"/>
                </a:cubicBezTo>
                <a:cubicBezTo>
                  <a:pt x="87" y="11"/>
                  <a:pt x="87" y="12"/>
                  <a:pt x="87" y="13"/>
                </a:cubicBezTo>
                <a:cubicBezTo>
                  <a:pt x="99" y="15"/>
                  <a:pt x="108" y="20"/>
                  <a:pt x="116" y="28"/>
                </a:cubicBezTo>
                <a:cubicBezTo>
                  <a:pt x="123" y="36"/>
                  <a:pt x="127" y="45"/>
                  <a:pt x="127" y="55"/>
                </a:cubicBezTo>
                <a:cubicBezTo>
                  <a:pt x="127" y="63"/>
                  <a:pt x="127" y="72"/>
                  <a:pt x="129" y="79"/>
                </a:cubicBezTo>
                <a:cubicBezTo>
                  <a:pt x="130" y="87"/>
                  <a:pt x="131" y="93"/>
                  <a:pt x="133" y="99"/>
                </a:cubicBezTo>
                <a:cubicBezTo>
                  <a:pt x="135" y="104"/>
                  <a:pt x="138" y="109"/>
                  <a:pt x="140" y="114"/>
                </a:cubicBezTo>
                <a:cubicBezTo>
                  <a:pt x="143" y="118"/>
                  <a:pt x="146" y="122"/>
                  <a:pt x="148" y="125"/>
                </a:cubicBezTo>
                <a:cubicBezTo>
                  <a:pt x="151" y="128"/>
                  <a:pt x="154" y="131"/>
                  <a:pt x="157" y="133"/>
                </a:cubicBezTo>
                <a:close/>
                <a:moveTo>
                  <a:pt x="17" y="133"/>
                </a:moveTo>
                <a:cubicBezTo>
                  <a:pt x="140" y="133"/>
                  <a:pt x="140" y="133"/>
                  <a:pt x="140" y="133"/>
                </a:cubicBezTo>
                <a:cubicBezTo>
                  <a:pt x="123" y="114"/>
                  <a:pt x="115" y="88"/>
                  <a:pt x="115" y="55"/>
                </a:cubicBezTo>
                <a:cubicBezTo>
                  <a:pt x="115" y="51"/>
                  <a:pt x="114" y="48"/>
                  <a:pt x="112" y="45"/>
                </a:cubicBezTo>
                <a:cubicBezTo>
                  <a:pt x="111" y="41"/>
                  <a:pt x="109" y="38"/>
                  <a:pt x="106" y="35"/>
                </a:cubicBezTo>
                <a:cubicBezTo>
                  <a:pt x="103" y="32"/>
                  <a:pt x="99" y="29"/>
                  <a:pt x="94" y="27"/>
                </a:cubicBezTo>
                <a:cubicBezTo>
                  <a:pt x="90" y="25"/>
                  <a:pt x="84" y="24"/>
                  <a:pt x="78" y="24"/>
                </a:cubicBezTo>
                <a:cubicBezTo>
                  <a:pt x="73" y="24"/>
                  <a:pt x="67" y="25"/>
                  <a:pt x="62" y="27"/>
                </a:cubicBezTo>
                <a:cubicBezTo>
                  <a:pt x="58" y="29"/>
                  <a:pt x="54" y="32"/>
                  <a:pt x="51" y="35"/>
                </a:cubicBezTo>
                <a:cubicBezTo>
                  <a:pt x="48" y="38"/>
                  <a:pt x="46" y="41"/>
                  <a:pt x="44" y="45"/>
                </a:cubicBezTo>
                <a:cubicBezTo>
                  <a:pt x="43" y="48"/>
                  <a:pt x="42" y="51"/>
                  <a:pt x="42" y="55"/>
                </a:cubicBezTo>
                <a:cubicBezTo>
                  <a:pt x="42" y="88"/>
                  <a:pt x="34" y="114"/>
                  <a:pt x="17" y="133"/>
                </a:cubicBezTo>
                <a:close/>
                <a:moveTo>
                  <a:pt x="80" y="161"/>
                </a:moveTo>
                <a:cubicBezTo>
                  <a:pt x="80" y="160"/>
                  <a:pt x="79" y="159"/>
                  <a:pt x="78" y="159"/>
                </a:cubicBezTo>
                <a:cubicBezTo>
                  <a:pt x="75" y="159"/>
                  <a:pt x="71" y="158"/>
                  <a:pt x="69" y="155"/>
                </a:cubicBezTo>
                <a:cubicBezTo>
                  <a:pt x="66" y="152"/>
                  <a:pt x="65" y="149"/>
                  <a:pt x="65" y="145"/>
                </a:cubicBezTo>
                <a:cubicBezTo>
                  <a:pt x="65" y="144"/>
                  <a:pt x="64" y="144"/>
                  <a:pt x="63" y="144"/>
                </a:cubicBezTo>
                <a:cubicBezTo>
                  <a:pt x="62" y="144"/>
                  <a:pt x="62" y="144"/>
                  <a:pt x="62" y="145"/>
                </a:cubicBezTo>
                <a:cubicBezTo>
                  <a:pt x="62" y="150"/>
                  <a:pt x="63" y="154"/>
                  <a:pt x="67" y="157"/>
                </a:cubicBezTo>
                <a:cubicBezTo>
                  <a:pt x="70" y="160"/>
                  <a:pt x="74" y="162"/>
                  <a:pt x="78" y="162"/>
                </a:cubicBezTo>
                <a:cubicBezTo>
                  <a:pt x="79" y="162"/>
                  <a:pt x="80" y="162"/>
                  <a:pt x="80" y="16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70" name="Freeform 373"/>
          <p:cNvSpPr>
            <a:spLocks noEditPoints="1"/>
          </p:cNvSpPr>
          <p:nvPr/>
        </p:nvSpPr>
        <p:spPr bwMode="auto">
          <a:xfrm>
            <a:off x="5913388" y="5245402"/>
            <a:ext cx="192339" cy="222593"/>
          </a:xfrm>
          <a:custGeom>
            <a:avLst/>
            <a:gdLst>
              <a:gd name="T0" fmla="*/ 122 w 133"/>
              <a:gd name="T1" fmla="*/ 90 h 155"/>
              <a:gd name="T2" fmla="*/ 115 w 133"/>
              <a:gd name="T3" fmla="*/ 99 h 155"/>
              <a:gd name="T4" fmla="*/ 52 w 133"/>
              <a:gd name="T5" fmla="*/ 110 h 155"/>
              <a:gd name="T6" fmla="*/ 13 w 133"/>
              <a:gd name="T7" fmla="*/ 95 h 155"/>
              <a:gd name="T8" fmla="*/ 10 w 133"/>
              <a:gd name="T9" fmla="*/ 88 h 155"/>
              <a:gd name="T10" fmla="*/ 9 w 133"/>
              <a:gd name="T11" fmla="*/ 81 h 155"/>
              <a:gd name="T12" fmla="*/ 4 w 133"/>
              <a:gd name="T13" fmla="*/ 52 h 155"/>
              <a:gd name="T14" fmla="*/ 0 w 133"/>
              <a:gd name="T15" fmla="*/ 23 h 155"/>
              <a:gd name="T16" fmla="*/ 4 w 133"/>
              <a:gd name="T17" fmla="*/ 15 h 155"/>
              <a:gd name="T18" fmla="*/ 13 w 133"/>
              <a:gd name="T19" fmla="*/ 10 h 155"/>
              <a:gd name="T20" fmla="*/ 47 w 133"/>
              <a:gd name="T21" fmla="*/ 2 h 155"/>
              <a:gd name="T22" fmla="*/ 131 w 133"/>
              <a:gd name="T23" fmla="*/ 18 h 155"/>
              <a:gd name="T24" fmla="*/ 132 w 133"/>
              <a:gd name="T25" fmla="*/ 28 h 155"/>
              <a:gd name="T26" fmla="*/ 114 w 133"/>
              <a:gd name="T27" fmla="*/ 126 h 155"/>
              <a:gd name="T28" fmla="*/ 110 w 133"/>
              <a:gd name="T29" fmla="*/ 141 h 155"/>
              <a:gd name="T30" fmla="*/ 86 w 133"/>
              <a:gd name="T31" fmla="*/ 153 h 155"/>
              <a:gd name="T32" fmla="*/ 48 w 133"/>
              <a:gd name="T33" fmla="*/ 153 h 155"/>
              <a:gd name="T34" fmla="*/ 33 w 133"/>
              <a:gd name="T35" fmla="*/ 149 h 155"/>
              <a:gd name="T36" fmla="*/ 22 w 133"/>
              <a:gd name="T37" fmla="*/ 139 h 155"/>
              <a:gd name="T38" fmla="*/ 17 w 133"/>
              <a:gd name="T39" fmla="*/ 110 h 155"/>
              <a:gd name="T40" fmla="*/ 66 w 133"/>
              <a:gd name="T41" fmla="*/ 123 h 155"/>
              <a:gd name="T42" fmla="*/ 117 w 133"/>
              <a:gd name="T43" fmla="*/ 111 h 155"/>
              <a:gd name="T44" fmla="*/ 115 w 133"/>
              <a:gd name="T45" fmla="*/ 119 h 155"/>
              <a:gd name="T46" fmla="*/ 105 w 133"/>
              <a:gd name="T47" fmla="*/ 17 h 155"/>
              <a:gd name="T48" fmla="*/ 92 w 133"/>
              <a:gd name="T49" fmla="*/ 14 h 155"/>
              <a:gd name="T50" fmla="*/ 33 w 133"/>
              <a:gd name="T51" fmla="*/ 15 h 155"/>
              <a:gd name="T52" fmla="*/ 23 w 133"/>
              <a:gd name="T53" fmla="*/ 21 h 155"/>
              <a:gd name="T54" fmla="*/ 37 w 133"/>
              <a:gd name="T55" fmla="*/ 28 h 155"/>
              <a:gd name="T56" fmla="*/ 88 w 133"/>
              <a:gd name="T57" fmla="*/ 29 h 155"/>
              <a:gd name="T58" fmla="*/ 103 w 133"/>
              <a:gd name="T59" fmla="*/ 26 h 155"/>
              <a:gd name="T60" fmla="*/ 87 w 133"/>
              <a:gd name="T61" fmla="*/ 72 h 155"/>
              <a:gd name="T62" fmla="*/ 58 w 133"/>
              <a:gd name="T63" fmla="*/ 56 h 155"/>
              <a:gd name="T64" fmla="*/ 45 w 133"/>
              <a:gd name="T65" fmla="*/ 76 h 155"/>
              <a:gd name="T66" fmla="*/ 68 w 133"/>
              <a:gd name="T67" fmla="*/ 96 h 155"/>
              <a:gd name="T68" fmla="*/ 87 w 133"/>
              <a:gd name="T69" fmla="*/ 72 h 155"/>
              <a:gd name="T70" fmla="*/ 72 w 133"/>
              <a:gd name="T71" fmla="*/ 84 h 155"/>
              <a:gd name="T72" fmla="*/ 56 w 133"/>
              <a:gd name="T73" fmla="*/ 79 h 155"/>
              <a:gd name="T74" fmla="*/ 61 w 133"/>
              <a:gd name="T75" fmla="*/ 66 h 155"/>
              <a:gd name="T76" fmla="*/ 74 w 133"/>
              <a:gd name="T77" fmla="*/ 68 h 1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33" h="155">
                <a:moveTo>
                  <a:pt x="132" y="28"/>
                </a:moveTo>
                <a:cubicBezTo>
                  <a:pt x="131" y="39"/>
                  <a:pt x="127" y="59"/>
                  <a:pt x="122" y="90"/>
                </a:cubicBezTo>
                <a:cubicBezTo>
                  <a:pt x="122" y="92"/>
                  <a:pt x="121" y="94"/>
                  <a:pt x="119" y="95"/>
                </a:cubicBezTo>
                <a:cubicBezTo>
                  <a:pt x="118" y="97"/>
                  <a:pt x="117" y="98"/>
                  <a:pt x="115" y="99"/>
                </a:cubicBezTo>
                <a:cubicBezTo>
                  <a:pt x="114" y="100"/>
                  <a:pt x="112" y="101"/>
                  <a:pt x="110" y="102"/>
                </a:cubicBezTo>
                <a:cubicBezTo>
                  <a:pt x="94" y="110"/>
                  <a:pt x="75" y="113"/>
                  <a:pt x="52" y="110"/>
                </a:cubicBezTo>
                <a:cubicBezTo>
                  <a:pt x="37" y="109"/>
                  <a:pt x="24" y="104"/>
                  <a:pt x="15" y="97"/>
                </a:cubicBezTo>
                <a:cubicBezTo>
                  <a:pt x="14" y="97"/>
                  <a:pt x="13" y="96"/>
                  <a:pt x="13" y="95"/>
                </a:cubicBezTo>
                <a:cubicBezTo>
                  <a:pt x="12" y="94"/>
                  <a:pt x="12" y="93"/>
                  <a:pt x="11" y="91"/>
                </a:cubicBezTo>
                <a:cubicBezTo>
                  <a:pt x="11" y="90"/>
                  <a:pt x="11" y="89"/>
                  <a:pt x="10" y="88"/>
                </a:cubicBezTo>
                <a:cubicBezTo>
                  <a:pt x="10" y="87"/>
                  <a:pt x="10" y="86"/>
                  <a:pt x="10" y="85"/>
                </a:cubicBezTo>
                <a:cubicBezTo>
                  <a:pt x="10" y="83"/>
                  <a:pt x="9" y="82"/>
                  <a:pt x="9" y="81"/>
                </a:cubicBezTo>
                <a:cubicBezTo>
                  <a:pt x="9" y="78"/>
                  <a:pt x="8" y="73"/>
                  <a:pt x="7" y="67"/>
                </a:cubicBezTo>
                <a:cubicBezTo>
                  <a:pt x="6" y="61"/>
                  <a:pt x="5" y="56"/>
                  <a:pt x="4" y="52"/>
                </a:cubicBezTo>
                <a:cubicBezTo>
                  <a:pt x="3" y="48"/>
                  <a:pt x="3" y="43"/>
                  <a:pt x="2" y="38"/>
                </a:cubicBezTo>
                <a:cubicBezTo>
                  <a:pt x="1" y="32"/>
                  <a:pt x="0" y="27"/>
                  <a:pt x="0" y="23"/>
                </a:cubicBezTo>
                <a:cubicBezTo>
                  <a:pt x="0" y="21"/>
                  <a:pt x="1" y="20"/>
                  <a:pt x="1" y="18"/>
                </a:cubicBezTo>
                <a:cubicBezTo>
                  <a:pt x="2" y="17"/>
                  <a:pt x="3" y="16"/>
                  <a:pt x="4" y="15"/>
                </a:cubicBezTo>
                <a:cubicBezTo>
                  <a:pt x="6" y="14"/>
                  <a:pt x="7" y="13"/>
                  <a:pt x="9" y="12"/>
                </a:cubicBezTo>
                <a:cubicBezTo>
                  <a:pt x="10" y="11"/>
                  <a:pt x="12" y="10"/>
                  <a:pt x="13" y="10"/>
                </a:cubicBezTo>
                <a:cubicBezTo>
                  <a:pt x="14" y="9"/>
                  <a:pt x="16" y="9"/>
                  <a:pt x="18" y="8"/>
                </a:cubicBezTo>
                <a:cubicBezTo>
                  <a:pt x="25" y="5"/>
                  <a:pt x="35" y="3"/>
                  <a:pt x="47" y="2"/>
                </a:cubicBezTo>
                <a:cubicBezTo>
                  <a:pt x="71" y="0"/>
                  <a:pt x="92" y="1"/>
                  <a:pt x="111" y="7"/>
                </a:cubicBezTo>
                <a:cubicBezTo>
                  <a:pt x="121" y="10"/>
                  <a:pt x="128" y="13"/>
                  <a:pt x="131" y="18"/>
                </a:cubicBezTo>
                <a:cubicBezTo>
                  <a:pt x="132" y="20"/>
                  <a:pt x="133" y="21"/>
                  <a:pt x="133" y="23"/>
                </a:cubicBezTo>
                <a:cubicBezTo>
                  <a:pt x="133" y="25"/>
                  <a:pt x="133" y="27"/>
                  <a:pt x="132" y="28"/>
                </a:cubicBezTo>
                <a:close/>
                <a:moveTo>
                  <a:pt x="115" y="119"/>
                </a:moveTo>
                <a:cubicBezTo>
                  <a:pt x="115" y="121"/>
                  <a:pt x="114" y="123"/>
                  <a:pt x="114" y="126"/>
                </a:cubicBezTo>
                <a:cubicBezTo>
                  <a:pt x="113" y="129"/>
                  <a:pt x="113" y="132"/>
                  <a:pt x="113" y="134"/>
                </a:cubicBezTo>
                <a:cubicBezTo>
                  <a:pt x="112" y="136"/>
                  <a:pt x="111" y="139"/>
                  <a:pt x="110" y="141"/>
                </a:cubicBezTo>
                <a:cubicBezTo>
                  <a:pt x="108" y="143"/>
                  <a:pt x="107" y="145"/>
                  <a:pt x="104" y="146"/>
                </a:cubicBezTo>
                <a:cubicBezTo>
                  <a:pt x="99" y="149"/>
                  <a:pt x="93" y="151"/>
                  <a:pt x="86" y="153"/>
                </a:cubicBezTo>
                <a:cubicBezTo>
                  <a:pt x="80" y="154"/>
                  <a:pt x="74" y="155"/>
                  <a:pt x="67" y="155"/>
                </a:cubicBezTo>
                <a:cubicBezTo>
                  <a:pt x="61" y="155"/>
                  <a:pt x="55" y="154"/>
                  <a:pt x="48" y="153"/>
                </a:cubicBezTo>
                <a:cubicBezTo>
                  <a:pt x="45" y="153"/>
                  <a:pt x="43" y="152"/>
                  <a:pt x="41" y="152"/>
                </a:cubicBezTo>
                <a:cubicBezTo>
                  <a:pt x="38" y="151"/>
                  <a:pt x="36" y="150"/>
                  <a:pt x="33" y="149"/>
                </a:cubicBezTo>
                <a:cubicBezTo>
                  <a:pt x="31" y="148"/>
                  <a:pt x="28" y="147"/>
                  <a:pt x="26" y="145"/>
                </a:cubicBezTo>
                <a:cubicBezTo>
                  <a:pt x="24" y="143"/>
                  <a:pt x="23" y="141"/>
                  <a:pt x="22" y="139"/>
                </a:cubicBezTo>
                <a:cubicBezTo>
                  <a:pt x="20" y="133"/>
                  <a:pt x="18" y="124"/>
                  <a:pt x="16" y="111"/>
                </a:cubicBezTo>
                <a:cubicBezTo>
                  <a:pt x="17" y="110"/>
                  <a:pt x="17" y="110"/>
                  <a:pt x="17" y="110"/>
                </a:cubicBezTo>
                <a:cubicBezTo>
                  <a:pt x="18" y="109"/>
                  <a:pt x="18" y="109"/>
                  <a:pt x="18" y="109"/>
                </a:cubicBezTo>
                <a:cubicBezTo>
                  <a:pt x="32" y="118"/>
                  <a:pt x="48" y="123"/>
                  <a:pt x="66" y="123"/>
                </a:cubicBezTo>
                <a:cubicBezTo>
                  <a:pt x="84" y="123"/>
                  <a:pt x="100" y="118"/>
                  <a:pt x="114" y="109"/>
                </a:cubicBezTo>
                <a:cubicBezTo>
                  <a:pt x="116" y="109"/>
                  <a:pt x="116" y="110"/>
                  <a:pt x="117" y="111"/>
                </a:cubicBezTo>
                <a:cubicBezTo>
                  <a:pt x="117" y="112"/>
                  <a:pt x="117" y="114"/>
                  <a:pt x="116" y="116"/>
                </a:cubicBezTo>
                <a:cubicBezTo>
                  <a:pt x="116" y="117"/>
                  <a:pt x="115" y="118"/>
                  <a:pt x="115" y="119"/>
                </a:cubicBezTo>
                <a:close/>
                <a:moveTo>
                  <a:pt x="110" y="21"/>
                </a:moveTo>
                <a:cubicBezTo>
                  <a:pt x="109" y="19"/>
                  <a:pt x="107" y="18"/>
                  <a:pt x="105" y="17"/>
                </a:cubicBezTo>
                <a:cubicBezTo>
                  <a:pt x="102" y="16"/>
                  <a:pt x="101" y="15"/>
                  <a:pt x="99" y="15"/>
                </a:cubicBezTo>
                <a:cubicBezTo>
                  <a:pt x="98" y="15"/>
                  <a:pt x="96" y="14"/>
                  <a:pt x="92" y="14"/>
                </a:cubicBezTo>
                <a:cubicBezTo>
                  <a:pt x="74" y="11"/>
                  <a:pt x="56" y="11"/>
                  <a:pt x="39" y="14"/>
                </a:cubicBezTo>
                <a:cubicBezTo>
                  <a:pt x="36" y="14"/>
                  <a:pt x="34" y="15"/>
                  <a:pt x="33" y="15"/>
                </a:cubicBezTo>
                <a:cubicBezTo>
                  <a:pt x="31" y="15"/>
                  <a:pt x="30" y="16"/>
                  <a:pt x="28" y="17"/>
                </a:cubicBezTo>
                <a:cubicBezTo>
                  <a:pt x="26" y="18"/>
                  <a:pt x="24" y="20"/>
                  <a:pt x="23" y="21"/>
                </a:cubicBezTo>
                <a:cubicBezTo>
                  <a:pt x="25" y="23"/>
                  <a:pt x="27" y="24"/>
                  <a:pt x="30" y="25"/>
                </a:cubicBezTo>
                <a:cubicBezTo>
                  <a:pt x="33" y="27"/>
                  <a:pt x="35" y="27"/>
                  <a:pt x="37" y="28"/>
                </a:cubicBezTo>
                <a:cubicBezTo>
                  <a:pt x="39" y="28"/>
                  <a:pt x="41" y="28"/>
                  <a:pt x="45" y="29"/>
                </a:cubicBezTo>
                <a:cubicBezTo>
                  <a:pt x="60" y="30"/>
                  <a:pt x="74" y="31"/>
                  <a:pt x="88" y="29"/>
                </a:cubicBezTo>
                <a:cubicBezTo>
                  <a:pt x="92" y="28"/>
                  <a:pt x="94" y="28"/>
                  <a:pt x="96" y="28"/>
                </a:cubicBezTo>
                <a:cubicBezTo>
                  <a:pt x="98" y="27"/>
                  <a:pt x="100" y="27"/>
                  <a:pt x="103" y="26"/>
                </a:cubicBezTo>
                <a:cubicBezTo>
                  <a:pt x="106" y="24"/>
                  <a:pt x="108" y="23"/>
                  <a:pt x="110" y="21"/>
                </a:cubicBezTo>
                <a:close/>
                <a:moveTo>
                  <a:pt x="87" y="72"/>
                </a:moveTo>
                <a:cubicBezTo>
                  <a:pt x="86" y="66"/>
                  <a:pt x="83" y="61"/>
                  <a:pt x="77" y="57"/>
                </a:cubicBezTo>
                <a:cubicBezTo>
                  <a:pt x="70" y="53"/>
                  <a:pt x="64" y="53"/>
                  <a:pt x="58" y="56"/>
                </a:cubicBezTo>
                <a:cubicBezTo>
                  <a:pt x="54" y="57"/>
                  <a:pt x="51" y="60"/>
                  <a:pt x="49" y="64"/>
                </a:cubicBezTo>
                <a:cubicBezTo>
                  <a:pt x="46" y="68"/>
                  <a:pt x="45" y="72"/>
                  <a:pt x="45" y="76"/>
                </a:cubicBezTo>
                <a:cubicBezTo>
                  <a:pt x="46" y="82"/>
                  <a:pt x="48" y="87"/>
                  <a:pt x="53" y="91"/>
                </a:cubicBezTo>
                <a:cubicBezTo>
                  <a:pt x="57" y="95"/>
                  <a:pt x="62" y="97"/>
                  <a:pt x="68" y="96"/>
                </a:cubicBezTo>
                <a:cubicBezTo>
                  <a:pt x="74" y="96"/>
                  <a:pt x="79" y="93"/>
                  <a:pt x="83" y="88"/>
                </a:cubicBezTo>
                <a:cubicBezTo>
                  <a:pt x="86" y="84"/>
                  <a:pt x="88" y="78"/>
                  <a:pt x="87" y="72"/>
                </a:cubicBezTo>
                <a:close/>
                <a:moveTo>
                  <a:pt x="77" y="74"/>
                </a:moveTo>
                <a:cubicBezTo>
                  <a:pt x="77" y="78"/>
                  <a:pt x="76" y="82"/>
                  <a:pt x="72" y="84"/>
                </a:cubicBezTo>
                <a:cubicBezTo>
                  <a:pt x="68" y="86"/>
                  <a:pt x="65" y="87"/>
                  <a:pt x="62" y="85"/>
                </a:cubicBezTo>
                <a:cubicBezTo>
                  <a:pt x="59" y="83"/>
                  <a:pt x="57" y="82"/>
                  <a:pt x="56" y="79"/>
                </a:cubicBezTo>
                <a:cubicBezTo>
                  <a:pt x="56" y="76"/>
                  <a:pt x="56" y="74"/>
                  <a:pt x="56" y="71"/>
                </a:cubicBezTo>
                <a:cubicBezTo>
                  <a:pt x="57" y="69"/>
                  <a:pt x="59" y="67"/>
                  <a:pt x="61" y="66"/>
                </a:cubicBezTo>
                <a:cubicBezTo>
                  <a:pt x="64" y="65"/>
                  <a:pt x="66" y="64"/>
                  <a:pt x="68" y="65"/>
                </a:cubicBezTo>
                <a:cubicBezTo>
                  <a:pt x="71" y="65"/>
                  <a:pt x="73" y="66"/>
                  <a:pt x="74" y="68"/>
                </a:cubicBezTo>
                <a:cubicBezTo>
                  <a:pt x="76" y="70"/>
                  <a:pt x="77" y="72"/>
                  <a:pt x="77" y="7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71" name="Freeform 374"/>
          <p:cNvSpPr>
            <a:spLocks noEditPoints="1"/>
          </p:cNvSpPr>
          <p:nvPr/>
        </p:nvSpPr>
        <p:spPr bwMode="auto">
          <a:xfrm>
            <a:off x="6226747" y="5254045"/>
            <a:ext cx="207464" cy="209627"/>
          </a:xfrm>
          <a:custGeom>
            <a:avLst/>
            <a:gdLst>
              <a:gd name="T0" fmla="*/ 145 w 145"/>
              <a:gd name="T1" fmla="*/ 118 h 146"/>
              <a:gd name="T2" fmla="*/ 118 w 145"/>
              <a:gd name="T3" fmla="*/ 146 h 146"/>
              <a:gd name="T4" fmla="*/ 8 w 145"/>
              <a:gd name="T5" fmla="*/ 138 h 146"/>
              <a:gd name="T6" fmla="*/ 0 w 145"/>
              <a:gd name="T7" fmla="*/ 28 h 146"/>
              <a:gd name="T8" fmla="*/ 27 w 145"/>
              <a:gd name="T9" fmla="*/ 0 h 146"/>
              <a:gd name="T10" fmla="*/ 137 w 145"/>
              <a:gd name="T11" fmla="*/ 8 h 146"/>
              <a:gd name="T12" fmla="*/ 120 w 145"/>
              <a:gd name="T13" fmla="*/ 37 h 146"/>
              <a:gd name="T14" fmla="*/ 105 w 145"/>
              <a:gd name="T15" fmla="*/ 22 h 146"/>
              <a:gd name="T16" fmla="*/ 37 w 145"/>
              <a:gd name="T17" fmla="*/ 23 h 146"/>
              <a:gd name="T18" fmla="*/ 27 w 145"/>
              <a:gd name="T19" fmla="*/ 28 h 146"/>
              <a:gd name="T20" fmla="*/ 26 w 145"/>
              <a:gd name="T21" fmla="*/ 46 h 146"/>
              <a:gd name="T22" fmla="*/ 31 w 145"/>
              <a:gd name="T23" fmla="*/ 75 h 146"/>
              <a:gd name="T24" fmla="*/ 32 w 145"/>
              <a:gd name="T25" fmla="*/ 82 h 146"/>
              <a:gd name="T26" fmla="*/ 35 w 145"/>
              <a:gd name="T27" fmla="*/ 87 h 146"/>
              <a:gd name="T28" fmla="*/ 104 w 145"/>
              <a:gd name="T29" fmla="*/ 90 h 146"/>
              <a:gd name="T30" fmla="*/ 111 w 145"/>
              <a:gd name="T31" fmla="*/ 85 h 146"/>
              <a:gd name="T32" fmla="*/ 120 w 145"/>
              <a:gd name="T33" fmla="*/ 37 h 146"/>
              <a:gd name="T34" fmla="*/ 108 w 145"/>
              <a:gd name="T35" fmla="*/ 100 h 146"/>
              <a:gd name="T36" fmla="*/ 107 w 145"/>
              <a:gd name="T37" fmla="*/ 95 h 146"/>
              <a:gd name="T38" fmla="*/ 38 w 145"/>
              <a:gd name="T39" fmla="*/ 95 h 146"/>
              <a:gd name="T40" fmla="*/ 36 w 145"/>
              <a:gd name="T41" fmla="*/ 97 h 146"/>
              <a:gd name="T42" fmla="*/ 59 w 145"/>
              <a:gd name="T43" fmla="*/ 127 h 146"/>
              <a:gd name="T44" fmla="*/ 104 w 145"/>
              <a:gd name="T45" fmla="*/ 117 h 146"/>
              <a:gd name="T46" fmla="*/ 108 w 145"/>
              <a:gd name="T47" fmla="*/ 103 h 146"/>
              <a:gd name="T48" fmla="*/ 99 w 145"/>
              <a:gd name="T49" fmla="*/ 35 h 146"/>
              <a:gd name="T50" fmla="*/ 88 w 145"/>
              <a:gd name="T51" fmla="*/ 37 h 146"/>
              <a:gd name="T52" fmla="*/ 51 w 145"/>
              <a:gd name="T53" fmla="*/ 37 h 146"/>
              <a:gd name="T54" fmla="*/ 41 w 145"/>
              <a:gd name="T55" fmla="*/ 32 h 146"/>
              <a:gd name="T56" fmla="*/ 48 w 145"/>
              <a:gd name="T57" fmla="*/ 28 h 146"/>
              <a:gd name="T58" fmla="*/ 91 w 145"/>
              <a:gd name="T59" fmla="*/ 27 h 146"/>
              <a:gd name="T60" fmla="*/ 100 w 145"/>
              <a:gd name="T61" fmla="*/ 29 h 146"/>
              <a:gd name="T62" fmla="*/ 87 w 145"/>
              <a:gd name="T63" fmla="*/ 69 h 146"/>
              <a:gd name="T64" fmla="*/ 74 w 145"/>
              <a:gd name="T65" fmla="*/ 86 h 146"/>
              <a:gd name="T66" fmla="*/ 57 w 145"/>
              <a:gd name="T67" fmla="*/ 72 h 146"/>
              <a:gd name="T68" fmla="*/ 66 w 145"/>
              <a:gd name="T69" fmla="*/ 57 h 146"/>
              <a:gd name="T70" fmla="*/ 87 w 145"/>
              <a:gd name="T71" fmla="*/ 69 h 146"/>
              <a:gd name="T72" fmla="*/ 76 w 145"/>
              <a:gd name="T73" fmla="*/ 64 h 146"/>
              <a:gd name="T74" fmla="*/ 65 w 145"/>
              <a:gd name="T75" fmla="*/ 71 h 146"/>
              <a:gd name="T76" fmla="*/ 76 w 145"/>
              <a:gd name="T77" fmla="*/ 77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45" h="146">
                <a:moveTo>
                  <a:pt x="145" y="28"/>
                </a:moveTo>
                <a:cubicBezTo>
                  <a:pt x="145" y="118"/>
                  <a:pt x="145" y="118"/>
                  <a:pt x="145" y="118"/>
                </a:cubicBezTo>
                <a:cubicBezTo>
                  <a:pt x="145" y="126"/>
                  <a:pt x="142" y="132"/>
                  <a:pt x="137" y="138"/>
                </a:cubicBezTo>
                <a:cubicBezTo>
                  <a:pt x="132" y="143"/>
                  <a:pt x="125" y="146"/>
                  <a:pt x="118" y="146"/>
                </a:cubicBezTo>
                <a:cubicBezTo>
                  <a:pt x="27" y="146"/>
                  <a:pt x="27" y="146"/>
                  <a:pt x="27" y="146"/>
                </a:cubicBezTo>
                <a:cubicBezTo>
                  <a:pt x="19" y="146"/>
                  <a:pt x="13" y="143"/>
                  <a:pt x="8" y="138"/>
                </a:cubicBezTo>
                <a:cubicBezTo>
                  <a:pt x="2" y="132"/>
                  <a:pt x="0" y="126"/>
                  <a:pt x="0" y="118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0"/>
                  <a:pt x="2" y="14"/>
                  <a:pt x="8" y="8"/>
                </a:cubicBezTo>
                <a:cubicBezTo>
                  <a:pt x="13" y="3"/>
                  <a:pt x="19" y="0"/>
                  <a:pt x="27" y="0"/>
                </a:cubicBezTo>
                <a:cubicBezTo>
                  <a:pt x="118" y="0"/>
                  <a:pt x="118" y="0"/>
                  <a:pt x="118" y="0"/>
                </a:cubicBezTo>
                <a:cubicBezTo>
                  <a:pt x="125" y="0"/>
                  <a:pt x="132" y="3"/>
                  <a:pt x="137" y="8"/>
                </a:cubicBezTo>
                <a:cubicBezTo>
                  <a:pt x="142" y="14"/>
                  <a:pt x="145" y="20"/>
                  <a:pt x="145" y="28"/>
                </a:cubicBezTo>
                <a:close/>
                <a:moveTo>
                  <a:pt x="120" y="37"/>
                </a:moveTo>
                <a:cubicBezTo>
                  <a:pt x="120" y="34"/>
                  <a:pt x="120" y="31"/>
                  <a:pt x="119" y="30"/>
                </a:cubicBezTo>
                <a:cubicBezTo>
                  <a:pt x="116" y="26"/>
                  <a:pt x="112" y="24"/>
                  <a:pt x="105" y="22"/>
                </a:cubicBezTo>
                <a:cubicBezTo>
                  <a:pt x="91" y="18"/>
                  <a:pt x="76" y="16"/>
                  <a:pt x="58" y="18"/>
                </a:cubicBezTo>
                <a:cubicBezTo>
                  <a:pt x="50" y="19"/>
                  <a:pt x="43" y="20"/>
                  <a:pt x="37" y="23"/>
                </a:cubicBezTo>
                <a:cubicBezTo>
                  <a:pt x="35" y="23"/>
                  <a:pt x="33" y="24"/>
                  <a:pt x="31" y="25"/>
                </a:cubicBezTo>
                <a:cubicBezTo>
                  <a:pt x="30" y="26"/>
                  <a:pt x="29" y="27"/>
                  <a:pt x="27" y="28"/>
                </a:cubicBezTo>
                <a:cubicBezTo>
                  <a:pt x="25" y="30"/>
                  <a:pt x="24" y="31"/>
                  <a:pt x="24" y="33"/>
                </a:cubicBezTo>
                <a:cubicBezTo>
                  <a:pt x="25" y="37"/>
                  <a:pt x="25" y="42"/>
                  <a:pt x="26" y="46"/>
                </a:cubicBezTo>
                <a:cubicBezTo>
                  <a:pt x="27" y="51"/>
                  <a:pt x="28" y="56"/>
                  <a:pt x="29" y="62"/>
                </a:cubicBezTo>
                <a:cubicBezTo>
                  <a:pt x="30" y="69"/>
                  <a:pt x="31" y="73"/>
                  <a:pt x="31" y="75"/>
                </a:cubicBezTo>
                <a:cubicBezTo>
                  <a:pt x="31" y="76"/>
                  <a:pt x="31" y="77"/>
                  <a:pt x="32" y="78"/>
                </a:cubicBezTo>
                <a:cubicBezTo>
                  <a:pt x="32" y="80"/>
                  <a:pt x="32" y="81"/>
                  <a:pt x="32" y="82"/>
                </a:cubicBezTo>
                <a:cubicBezTo>
                  <a:pt x="32" y="82"/>
                  <a:pt x="33" y="83"/>
                  <a:pt x="33" y="84"/>
                </a:cubicBezTo>
                <a:cubicBezTo>
                  <a:pt x="34" y="85"/>
                  <a:pt x="35" y="86"/>
                  <a:pt x="35" y="87"/>
                </a:cubicBezTo>
                <a:cubicBezTo>
                  <a:pt x="42" y="92"/>
                  <a:pt x="51" y="95"/>
                  <a:pt x="62" y="96"/>
                </a:cubicBezTo>
                <a:cubicBezTo>
                  <a:pt x="79" y="98"/>
                  <a:pt x="92" y="96"/>
                  <a:pt x="104" y="90"/>
                </a:cubicBezTo>
                <a:cubicBezTo>
                  <a:pt x="105" y="90"/>
                  <a:pt x="107" y="89"/>
                  <a:pt x="108" y="88"/>
                </a:cubicBezTo>
                <a:cubicBezTo>
                  <a:pt x="109" y="88"/>
                  <a:pt x="110" y="87"/>
                  <a:pt x="111" y="85"/>
                </a:cubicBezTo>
                <a:cubicBezTo>
                  <a:pt x="111" y="84"/>
                  <a:pt x="112" y="83"/>
                  <a:pt x="112" y="82"/>
                </a:cubicBezTo>
                <a:cubicBezTo>
                  <a:pt x="115" y="65"/>
                  <a:pt x="118" y="50"/>
                  <a:pt x="120" y="37"/>
                </a:cubicBezTo>
                <a:close/>
                <a:moveTo>
                  <a:pt x="108" y="103"/>
                </a:moveTo>
                <a:cubicBezTo>
                  <a:pt x="108" y="102"/>
                  <a:pt x="108" y="101"/>
                  <a:pt x="108" y="100"/>
                </a:cubicBezTo>
                <a:cubicBezTo>
                  <a:pt x="108" y="99"/>
                  <a:pt x="109" y="98"/>
                  <a:pt x="108" y="97"/>
                </a:cubicBezTo>
                <a:cubicBezTo>
                  <a:pt x="108" y="96"/>
                  <a:pt x="108" y="96"/>
                  <a:pt x="107" y="95"/>
                </a:cubicBezTo>
                <a:cubicBezTo>
                  <a:pt x="97" y="102"/>
                  <a:pt x="85" y="105"/>
                  <a:pt x="72" y="105"/>
                </a:cubicBezTo>
                <a:cubicBezTo>
                  <a:pt x="59" y="105"/>
                  <a:pt x="48" y="102"/>
                  <a:pt x="38" y="95"/>
                </a:cubicBezTo>
                <a:cubicBezTo>
                  <a:pt x="37" y="96"/>
                  <a:pt x="37" y="96"/>
                  <a:pt x="37" y="96"/>
                </a:cubicBezTo>
                <a:cubicBezTo>
                  <a:pt x="36" y="97"/>
                  <a:pt x="36" y="97"/>
                  <a:pt x="36" y="97"/>
                </a:cubicBezTo>
                <a:cubicBezTo>
                  <a:pt x="38" y="107"/>
                  <a:pt x="39" y="113"/>
                  <a:pt x="40" y="117"/>
                </a:cubicBezTo>
                <a:cubicBezTo>
                  <a:pt x="43" y="122"/>
                  <a:pt x="49" y="125"/>
                  <a:pt x="59" y="127"/>
                </a:cubicBezTo>
                <a:cubicBezTo>
                  <a:pt x="75" y="130"/>
                  <a:pt x="88" y="128"/>
                  <a:pt x="100" y="122"/>
                </a:cubicBezTo>
                <a:cubicBezTo>
                  <a:pt x="102" y="121"/>
                  <a:pt x="103" y="119"/>
                  <a:pt x="104" y="117"/>
                </a:cubicBezTo>
                <a:cubicBezTo>
                  <a:pt x="105" y="115"/>
                  <a:pt x="106" y="113"/>
                  <a:pt x="106" y="109"/>
                </a:cubicBezTo>
                <a:cubicBezTo>
                  <a:pt x="107" y="106"/>
                  <a:pt x="107" y="104"/>
                  <a:pt x="108" y="103"/>
                </a:cubicBezTo>
                <a:close/>
                <a:moveTo>
                  <a:pt x="104" y="32"/>
                </a:moveTo>
                <a:cubicBezTo>
                  <a:pt x="102" y="33"/>
                  <a:pt x="101" y="34"/>
                  <a:pt x="99" y="35"/>
                </a:cubicBezTo>
                <a:cubicBezTo>
                  <a:pt x="96" y="36"/>
                  <a:pt x="95" y="37"/>
                  <a:pt x="94" y="37"/>
                </a:cubicBezTo>
                <a:cubicBezTo>
                  <a:pt x="92" y="37"/>
                  <a:pt x="90" y="37"/>
                  <a:pt x="88" y="37"/>
                </a:cubicBezTo>
                <a:cubicBezTo>
                  <a:pt x="78" y="39"/>
                  <a:pt x="68" y="39"/>
                  <a:pt x="57" y="37"/>
                </a:cubicBezTo>
                <a:cubicBezTo>
                  <a:pt x="54" y="37"/>
                  <a:pt x="52" y="37"/>
                  <a:pt x="51" y="37"/>
                </a:cubicBezTo>
                <a:cubicBezTo>
                  <a:pt x="50" y="36"/>
                  <a:pt x="48" y="36"/>
                  <a:pt x="46" y="35"/>
                </a:cubicBezTo>
                <a:cubicBezTo>
                  <a:pt x="44" y="34"/>
                  <a:pt x="42" y="33"/>
                  <a:pt x="41" y="32"/>
                </a:cubicBezTo>
                <a:cubicBezTo>
                  <a:pt x="42" y="31"/>
                  <a:pt x="43" y="30"/>
                  <a:pt x="44" y="29"/>
                </a:cubicBezTo>
                <a:cubicBezTo>
                  <a:pt x="46" y="28"/>
                  <a:pt x="47" y="28"/>
                  <a:pt x="48" y="28"/>
                </a:cubicBezTo>
                <a:cubicBezTo>
                  <a:pt x="49" y="27"/>
                  <a:pt x="51" y="27"/>
                  <a:pt x="53" y="27"/>
                </a:cubicBezTo>
                <a:cubicBezTo>
                  <a:pt x="65" y="25"/>
                  <a:pt x="78" y="25"/>
                  <a:pt x="91" y="27"/>
                </a:cubicBezTo>
                <a:cubicBezTo>
                  <a:pt x="93" y="27"/>
                  <a:pt x="95" y="27"/>
                  <a:pt x="96" y="27"/>
                </a:cubicBezTo>
                <a:cubicBezTo>
                  <a:pt x="97" y="28"/>
                  <a:pt x="98" y="28"/>
                  <a:pt x="100" y="29"/>
                </a:cubicBezTo>
                <a:cubicBezTo>
                  <a:pt x="102" y="30"/>
                  <a:pt x="103" y="31"/>
                  <a:pt x="104" y="32"/>
                </a:cubicBezTo>
                <a:close/>
                <a:moveTo>
                  <a:pt x="87" y="69"/>
                </a:moveTo>
                <a:cubicBezTo>
                  <a:pt x="88" y="73"/>
                  <a:pt x="87" y="77"/>
                  <a:pt x="84" y="80"/>
                </a:cubicBezTo>
                <a:cubicBezTo>
                  <a:pt x="81" y="84"/>
                  <a:pt x="78" y="86"/>
                  <a:pt x="74" y="86"/>
                </a:cubicBezTo>
                <a:cubicBezTo>
                  <a:pt x="69" y="87"/>
                  <a:pt x="66" y="85"/>
                  <a:pt x="62" y="82"/>
                </a:cubicBezTo>
                <a:cubicBezTo>
                  <a:pt x="59" y="79"/>
                  <a:pt x="57" y="76"/>
                  <a:pt x="57" y="72"/>
                </a:cubicBezTo>
                <a:cubicBezTo>
                  <a:pt x="57" y="69"/>
                  <a:pt x="58" y="66"/>
                  <a:pt x="59" y="63"/>
                </a:cubicBezTo>
                <a:cubicBezTo>
                  <a:pt x="61" y="60"/>
                  <a:pt x="63" y="58"/>
                  <a:pt x="66" y="57"/>
                </a:cubicBezTo>
                <a:cubicBezTo>
                  <a:pt x="71" y="55"/>
                  <a:pt x="75" y="55"/>
                  <a:pt x="80" y="58"/>
                </a:cubicBezTo>
                <a:cubicBezTo>
                  <a:pt x="84" y="60"/>
                  <a:pt x="87" y="64"/>
                  <a:pt x="87" y="69"/>
                </a:cubicBezTo>
                <a:close/>
                <a:moveTo>
                  <a:pt x="80" y="70"/>
                </a:moveTo>
                <a:cubicBezTo>
                  <a:pt x="80" y="68"/>
                  <a:pt x="79" y="66"/>
                  <a:pt x="76" y="64"/>
                </a:cubicBezTo>
                <a:cubicBezTo>
                  <a:pt x="73" y="63"/>
                  <a:pt x="71" y="63"/>
                  <a:pt x="69" y="64"/>
                </a:cubicBezTo>
                <a:cubicBezTo>
                  <a:pt x="66" y="65"/>
                  <a:pt x="65" y="68"/>
                  <a:pt x="65" y="71"/>
                </a:cubicBezTo>
                <a:cubicBezTo>
                  <a:pt x="65" y="74"/>
                  <a:pt x="66" y="77"/>
                  <a:pt x="69" y="78"/>
                </a:cubicBezTo>
                <a:cubicBezTo>
                  <a:pt x="71" y="79"/>
                  <a:pt x="74" y="79"/>
                  <a:pt x="76" y="77"/>
                </a:cubicBezTo>
                <a:cubicBezTo>
                  <a:pt x="79" y="76"/>
                  <a:pt x="80" y="73"/>
                  <a:pt x="80" y="7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72" name="Freeform 375"/>
          <p:cNvSpPr>
            <a:spLocks noEditPoints="1"/>
          </p:cNvSpPr>
          <p:nvPr/>
        </p:nvSpPr>
        <p:spPr bwMode="auto">
          <a:xfrm>
            <a:off x="6563879" y="5254046"/>
            <a:ext cx="162083" cy="226916"/>
          </a:xfrm>
          <a:custGeom>
            <a:avLst/>
            <a:gdLst>
              <a:gd name="T0" fmla="*/ 93 w 114"/>
              <a:gd name="T1" fmla="*/ 73 h 158"/>
              <a:gd name="T2" fmla="*/ 113 w 114"/>
              <a:gd name="T3" fmla="*/ 103 h 158"/>
              <a:gd name="T4" fmla="*/ 104 w 114"/>
              <a:gd name="T5" fmla="*/ 123 h 158"/>
              <a:gd name="T6" fmla="*/ 84 w 114"/>
              <a:gd name="T7" fmla="*/ 132 h 158"/>
              <a:gd name="T8" fmla="*/ 70 w 114"/>
              <a:gd name="T9" fmla="*/ 158 h 158"/>
              <a:gd name="T10" fmla="*/ 55 w 114"/>
              <a:gd name="T11" fmla="*/ 134 h 158"/>
              <a:gd name="T12" fmla="*/ 44 w 114"/>
              <a:gd name="T13" fmla="*/ 158 h 158"/>
              <a:gd name="T14" fmla="*/ 29 w 114"/>
              <a:gd name="T15" fmla="*/ 134 h 158"/>
              <a:gd name="T16" fmla="*/ 19 w 114"/>
              <a:gd name="T17" fmla="*/ 133 h 158"/>
              <a:gd name="T18" fmla="*/ 3 w 114"/>
              <a:gd name="T19" fmla="*/ 116 h 158"/>
              <a:gd name="T20" fmla="*/ 19 w 114"/>
              <a:gd name="T21" fmla="*/ 111 h 158"/>
              <a:gd name="T22" fmla="*/ 20 w 114"/>
              <a:gd name="T23" fmla="*/ 73 h 158"/>
              <a:gd name="T24" fmla="*/ 19 w 114"/>
              <a:gd name="T25" fmla="*/ 46 h 158"/>
              <a:gd name="T26" fmla="*/ 0 w 114"/>
              <a:gd name="T27" fmla="*/ 40 h 158"/>
              <a:gd name="T28" fmla="*/ 20 w 114"/>
              <a:gd name="T29" fmla="*/ 24 h 158"/>
              <a:gd name="T30" fmla="*/ 29 w 114"/>
              <a:gd name="T31" fmla="*/ 0 h 158"/>
              <a:gd name="T32" fmla="*/ 44 w 114"/>
              <a:gd name="T33" fmla="*/ 24 h 158"/>
              <a:gd name="T34" fmla="*/ 55 w 114"/>
              <a:gd name="T35" fmla="*/ 0 h 158"/>
              <a:gd name="T36" fmla="*/ 70 w 114"/>
              <a:gd name="T37" fmla="*/ 24 h 158"/>
              <a:gd name="T38" fmla="*/ 94 w 114"/>
              <a:gd name="T39" fmla="*/ 31 h 158"/>
              <a:gd name="T40" fmla="*/ 105 w 114"/>
              <a:gd name="T41" fmla="*/ 49 h 158"/>
              <a:gd name="T42" fmla="*/ 77 w 114"/>
              <a:gd name="T43" fmla="*/ 50 h 158"/>
              <a:gd name="T44" fmla="*/ 69 w 114"/>
              <a:gd name="T45" fmla="*/ 43 h 158"/>
              <a:gd name="T46" fmla="*/ 58 w 114"/>
              <a:gd name="T47" fmla="*/ 41 h 158"/>
              <a:gd name="T48" fmla="*/ 48 w 114"/>
              <a:gd name="T49" fmla="*/ 41 h 158"/>
              <a:gd name="T50" fmla="*/ 44 w 114"/>
              <a:gd name="T51" fmla="*/ 70 h 158"/>
              <a:gd name="T52" fmla="*/ 52 w 114"/>
              <a:gd name="T53" fmla="*/ 70 h 158"/>
              <a:gd name="T54" fmla="*/ 62 w 114"/>
              <a:gd name="T55" fmla="*/ 69 h 158"/>
              <a:gd name="T56" fmla="*/ 71 w 114"/>
              <a:gd name="T57" fmla="*/ 66 h 158"/>
              <a:gd name="T58" fmla="*/ 77 w 114"/>
              <a:gd name="T59" fmla="*/ 60 h 158"/>
              <a:gd name="T60" fmla="*/ 85 w 114"/>
              <a:gd name="T61" fmla="*/ 100 h 158"/>
              <a:gd name="T62" fmla="*/ 80 w 114"/>
              <a:gd name="T63" fmla="*/ 90 h 158"/>
              <a:gd name="T64" fmla="*/ 68 w 114"/>
              <a:gd name="T65" fmla="*/ 85 h 158"/>
              <a:gd name="T66" fmla="*/ 55 w 114"/>
              <a:gd name="T67" fmla="*/ 84 h 158"/>
              <a:gd name="T68" fmla="*/ 44 w 114"/>
              <a:gd name="T69" fmla="*/ 84 h 158"/>
              <a:gd name="T70" fmla="*/ 47 w 114"/>
              <a:gd name="T71" fmla="*/ 116 h 158"/>
              <a:gd name="T72" fmla="*/ 57 w 114"/>
              <a:gd name="T73" fmla="*/ 116 h 158"/>
              <a:gd name="T74" fmla="*/ 68 w 114"/>
              <a:gd name="T75" fmla="*/ 115 h 158"/>
              <a:gd name="T76" fmla="*/ 78 w 114"/>
              <a:gd name="T77" fmla="*/ 112 h 158"/>
              <a:gd name="T78" fmla="*/ 84 w 114"/>
              <a:gd name="T79" fmla="*/ 105 h 1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14" h="158">
                <a:moveTo>
                  <a:pt x="105" y="49"/>
                </a:moveTo>
                <a:cubicBezTo>
                  <a:pt x="106" y="60"/>
                  <a:pt x="102" y="68"/>
                  <a:pt x="93" y="73"/>
                </a:cubicBezTo>
                <a:cubicBezTo>
                  <a:pt x="100" y="75"/>
                  <a:pt x="105" y="78"/>
                  <a:pt x="109" y="83"/>
                </a:cubicBezTo>
                <a:cubicBezTo>
                  <a:pt x="113" y="88"/>
                  <a:pt x="114" y="94"/>
                  <a:pt x="113" y="103"/>
                </a:cubicBezTo>
                <a:cubicBezTo>
                  <a:pt x="113" y="108"/>
                  <a:pt x="112" y="111"/>
                  <a:pt x="110" y="115"/>
                </a:cubicBezTo>
                <a:cubicBezTo>
                  <a:pt x="109" y="118"/>
                  <a:pt x="107" y="121"/>
                  <a:pt x="104" y="123"/>
                </a:cubicBezTo>
                <a:cubicBezTo>
                  <a:pt x="102" y="126"/>
                  <a:pt x="99" y="127"/>
                  <a:pt x="95" y="129"/>
                </a:cubicBezTo>
                <a:cubicBezTo>
                  <a:pt x="91" y="130"/>
                  <a:pt x="88" y="131"/>
                  <a:pt x="84" y="132"/>
                </a:cubicBezTo>
                <a:cubicBezTo>
                  <a:pt x="80" y="133"/>
                  <a:pt x="75" y="133"/>
                  <a:pt x="70" y="134"/>
                </a:cubicBezTo>
                <a:cubicBezTo>
                  <a:pt x="70" y="158"/>
                  <a:pt x="70" y="158"/>
                  <a:pt x="70" y="158"/>
                </a:cubicBezTo>
                <a:cubicBezTo>
                  <a:pt x="55" y="158"/>
                  <a:pt x="55" y="158"/>
                  <a:pt x="55" y="158"/>
                </a:cubicBezTo>
                <a:cubicBezTo>
                  <a:pt x="55" y="134"/>
                  <a:pt x="55" y="134"/>
                  <a:pt x="55" y="134"/>
                </a:cubicBezTo>
                <a:cubicBezTo>
                  <a:pt x="50" y="134"/>
                  <a:pt x="46" y="134"/>
                  <a:pt x="44" y="134"/>
                </a:cubicBezTo>
                <a:cubicBezTo>
                  <a:pt x="44" y="158"/>
                  <a:pt x="44" y="158"/>
                  <a:pt x="44" y="158"/>
                </a:cubicBezTo>
                <a:cubicBezTo>
                  <a:pt x="29" y="158"/>
                  <a:pt x="29" y="158"/>
                  <a:pt x="29" y="158"/>
                </a:cubicBezTo>
                <a:cubicBezTo>
                  <a:pt x="29" y="134"/>
                  <a:pt x="29" y="134"/>
                  <a:pt x="29" y="134"/>
                </a:cubicBezTo>
                <a:cubicBezTo>
                  <a:pt x="28" y="134"/>
                  <a:pt x="26" y="134"/>
                  <a:pt x="24" y="133"/>
                </a:cubicBezTo>
                <a:cubicBezTo>
                  <a:pt x="22" y="133"/>
                  <a:pt x="20" y="133"/>
                  <a:pt x="19" y="133"/>
                </a:cubicBezTo>
                <a:cubicBezTo>
                  <a:pt x="0" y="133"/>
                  <a:pt x="0" y="133"/>
                  <a:pt x="0" y="133"/>
                </a:cubicBezTo>
                <a:cubicBezTo>
                  <a:pt x="3" y="116"/>
                  <a:pt x="3" y="116"/>
                  <a:pt x="3" y="116"/>
                </a:cubicBezTo>
                <a:cubicBezTo>
                  <a:pt x="13" y="116"/>
                  <a:pt x="13" y="116"/>
                  <a:pt x="13" y="116"/>
                </a:cubicBezTo>
                <a:cubicBezTo>
                  <a:pt x="16" y="116"/>
                  <a:pt x="18" y="115"/>
                  <a:pt x="19" y="111"/>
                </a:cubicBezTo>
                <a:cubicBezTo>
                  <a:pt x="19" y="73"/>
                  <a:pt x="19" y="73"/>
                  <a:pt x="19" y="73"/>
                </a:cubicBezTo>
                <a:cubicBezTo>
                  <a:pt x="20" y="73"/>
                  <a:pt x="20" y="73"/>
                  <a:pt x="20" y="73"/>
                </a:cubicBezTo>
                <a:cubicBezTo>
                  <a:pt x="20" y="73"/>
                  <a:pt x="19" y="73"/>
                  <a:pt x="19" y="73"/>
                </a:cubicBezTo>
                <a:cubicBezTo>
                  <a:pt x="19" y="46"/>
                  <a:pt x="19" y="46"/>
                  <a:pt x="19" y="46"/>
                </a:cubicBezTo>
                <a:cubicBezTo>
                  <a:pt x="18" y="42"/>
                  <a:pt x="15" y="40"/>
                  <a:pt x="10" y="40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24"/>
                  <a:pt x="0" y="24"/>
                  <a:pt x="0" y="24"/>
                </a:cubicBezTo>
                <a:cubicBezTo>
                  <a:pt x="20" y="24"/>
                  <a:pt x="20" y="24"/>
                  <a:pt x="20" y="24"/>
                </a:cubicBezTo>
                <a:cubicBezTo>
                  <a:pt x="24" y="24"/>
                  <a:pt x="27" y="24"/>
                  <a:pt x="29" y="24"/>
                </a:cubicBezTo>
                <a:cubicBezTo>
                  <a:pt x="29" y="0"/>
                  <a:pt x="29" y="0"/>
                  <a:pt x="29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44" y="24"/>
                  <a:pt x="44" y="24"/>
                  <a:pt x="44" y="24"/>
                </a:cubicBezTo>
                <a:cubicBezTo>
                  <a:pt x="49" y="24"/>
                  <a:pt x="53" y="23"/>
                  <a:pt x="55" y="23"/>
                </a:cubicBezTo>
                <a:cubicBezTo>
                  <a:pt x="55" y="0"/>
                  <a:pt x="55" y="0"/>
                  <a:pt x="55" y="0"/>
                </a:cubicBezTo>
                <a:cubicBezTo>
                  <a:pt x="70" y="0"/>
                  <a:pt x="70" y="0"/>
                  <a:pt x="70" y="0"/>
                </a:cubicBezTo>
                <a:cubicBezTo>
                  <a:pt x="70" y="24"/>
                  <a:pt x="70" y="24"/>
                  <a:pt x="70" y="24"/>
                </a:cubicBezTo>
                <a:cubicBezTo>
                  <a:pt x="75" y="25"/>
                  <a:pt x="79" y="25"/>
                  <a:pt x="83" y="26"/>
                </a:cubicBezTo>
                <a:cubicBezTo>
                  <a:pt x="87" y="27"/>
                  <a:pt x="90" y="29"/>
                  <a:pt x="94" y="31"/>
                </a:cubicBezTo>
                <a:cubicBezTo>
                  <a:pt x="97" y="32"/>
                  <a:pt x="100" y="35"/>
                  <a:pt x="101" y="38"/>
                </a:cubicBezTo>
                <a:cubicBezTo>
                  <a:pt x="103" y="41"/>
                  <a:pt x="105" y="45"/>
                  <a:pt x="105" y="49"/>
                </a:cubicBezTo>
                <a:close/>
                <a:moveTo>
                  <a:pt x="78" y="55"/>
                </a:moveTo>
                <a:cubicBezTo>
                  <a:pt x="78" y="53"/>
                  <a:pt x="77" y="51"/>
                  <a:pt x="77" y="50"/>
                </a:cubicBezTo>
                <a:cubicBezTo>
                  <a:pt x="76" y="48"/>
                  <a:pt x="75" y="47"/>
                  <a:pt x="74" y="46"/>
                </a:cubicBezTo>
                <a:cubicBezTo>
                  <a:pt x="73" y="45"/>
                  <a:pt x="71" y="44"/>
                  <a:pt x="69" y="43"/>
                </a:cubicBezTo>
                <a:cubicBezTo>
                  <a:pt x="67" y="42"/>
                  <a:pt x="66" y="42"/>
                  <a:pt x="64" y="42"/>
                </a:cubicBezTo>
                <a:cubicBezTo>
                  <a:pt x="63" y="41"/>
                  <a:pt x="61" y="41"/>
                  <a:pt x="58" y="41"/>
                </a:cubicBezTo>
                <a:cubicBezTo>
                  <a:pt x="56" y="41"/>
                  <a:pt x="54" y="41"/>
                  <a:pt x="53" y="41"/>
                </a:cubicBezTo>
                <a:cubicBezTo>
                  <a:pt x="51" y="41"/>
                  <a:pt x="50" y="41"/>
                  <a:pt x="48" y="41"/>
                </a:cubicBezTo>
                <a:cubicBezTo>
                  <a:pt x="46" y="41"/>
                  <a:pt x="44" y="41"/>
                  <a:pt x="44" y="41"/>
                </a:cubicBezTo>
                <a:cubicBezTo>
                  <a:pt x="44" y="70"/>
                  <a:pt x="44" y="70"/>
                  <a:pt x="44" y="70"/>
                </a:cubicBezTo>
                <a:cubicBezTo>
                  <a:pt x="44" y="70"/>
                  <a:pt x="45" y="70"/>
                  <a:pt x="47" y="70"/>
                </a:cubicBezTo>
                <a:cubicBezTo>
                  <a:pt x="49" y="70"/>
                  <a:pt x="51" y="70"/>
                  <a:pt x="52" y="70"/>
                </a:cubicBezTo>
                <a:cubicBezTo>
                  <a:pt x="53" y="70"/>
                  <a:pt x="54" y="70"/>
                  <a:pt x="56" y="70"/>
                </a:cubicBezTo>
                <a:cubicBezTo>
                  <a:pt x="58" y="69"/>
                  <a:pt x="60" y="69"/>
                  <a:pt x="62" y="69"/>
                </a:cubicBezTo>
                <a:cubicBezTo>
                  <a:pt x="63" y="69"/>
                  <a:pt x="65" y="68"/>
                  <a:pt x="66" y="68"/>
                </a:cubicBezTo>
                <a:cubicBezTo>
                  <a:pt x="68" y="68"/>
                  <a:pt x="70" y="67"/>
                  <a:pt x="71" y="66"/>
                </a:cubicBezTo>
                <a:cubicBezTo>
                  <a:pt x="72" y="66"/>
                  <a:pt x="73" y="65"/>
                  <a:pt x="74" y="64"/>
                </a:cubicBezTo>
                <a:cubicBezTo>
                  <a:pt x="76" y="63"/>
                  <a:pt x="76" y="62"/>
                  <a:pt x="77" y="60"/>
                </a:cubicBezTo>
                <a:cubicBezTo>
                  <a:pt x="78" y="59"/>
                  <a:pt x="78" y="57"/>
                  <a:pt x="78" y="55"/>
                </a:cubicBezTo>
                <a:close/>
                <a:moveTo>
                  <a:pt x="85" y="100"/>
                </a:moveTo>
                <a:cubicBezTo>
                  <a:pt x="85" y="98"/>
                  <a:pt x="84" y="96"/>
                  <a:pt x="83" y="94"/>
                </a:cubicBezTo>
                <a:cubicBezTo>
                  <a:pt x="82" y="92"/>
                  <a:pt x="81" y="91"/>
                  <a:pt x="80" y="90"/>
                </a:cubicBezTo>
                <a:cubicBezTo>
                  <a:pt x="78" y="89"/>
                  <a:pt x="76" y="88"/>
                  <a:pt x="74" y="87"/>
                </a:cubicBezTo>
                <a:cubicBezTo>
                  <a:pt x="72" y="86"/>
                  <a:pt x="70" y="86"/>
                  <a:pt x="68" y="85"/>
                </a:cubicBezTo>
                <a:cubicBezTo>
                  <a:pt x="66" y="85"/>
                  <a:pt x="64" y="85"/>
                  <a:pt x="61" y="84"/>
                </a:cubicBezTo>
                <a:cubicBezTo>
                  <a:pt x="58" y="84"/>
                  <a:pt x="56" y="84"/>
                  <a:pt x="55" y="84"/>
                </a:cubicBezTo>
                <a:cubicBezTo>
                  <a:pt x="53" y="84"/>
                  <a:pt x="51" y="84"/>
                  <a:pt x="48" y="84"/>
                </a:cubicBezTo>
                <a:cubicBezTo>
                  <a:pt x="46" y="84"/>
                  <a:pt x="44" y="84"/>
                  <a:pt x="44" y="84"/>
                </a:cubicBezTo>
                <a:cubicBezTo>
                  <a:pt x="44" y="116"/>
                  <a:pt x="44" y="116"/>
                  <a:pt x="44" y="116"/>
                </a:cubicBezTo>
                <a:cubicBezTo>
                  <a:pt x="44" y="116"/>
                  <a:pt x="46" y="116"/>
                  <a:pt x="47" y="116"/>
                </a:cubicBezTo>
                <a:cubicBezTo>
                  <a:pt x="49" y="116"/>
                  <a:pt x="51" y="116"/>
                  <a:pt x="52" y="116"/>
                </a:cubicBezTo>
                <a:cubicBezTo>
                  <a:pt x="53" y="116"/>
                  <a:pt x="55" y="116"/>
                  <a:pt x="57" y="116"/>
                </a:cubicBezTo>
                <a:cubicBezTo>
                  <a:pt x="59" y="116"/>
                  <a:pt x="61" y="116"/>
                  <a:pt x="63" y="116"/>
                </a:cubicBezTo>
                <a:cubicBezTo>
                  <a:pt x="64" y="116"/>
                  <a:pt x="66" y="115"/>
                  <a:pt x="68" y="115"/>
                </a:cubicBezTo>
                <a:cubicBezTo>
                  <a:pt x="70" y="115"/>
                  <a:pt x="72" y="114"/>
                  <a:pt x="73" y="114"/>
                </a:cubicBezTo>
                <a:cubicBezTo>
                  <a:pt x="75" y="113"/>
                  <a:pt x="76" y="112"/>
                  <a:pt x="78" y="112"/>
                </a:cubicBezTo>
                <a:cubicBezTo>
                  <a:pt x="79" y="111"/>
                  <a:pt x="80" y="110"/>
                  <a:pt x="81" y="109"/>
                </a:cubicBezTo>
                <a:cubicBezTo>
                  <a:pt x="82" y="108"/>
                  <a:pt x="83" y="107"/>
                  <a:pt x="84" y="105"/>
                </a:cubicBezTo>
                <a:cubicBezTo>
                  <a:pt x="84" y="104"/>
                  <a:pt x="85" y="102"/>
                  <a:pt x="85" y="10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73" name="Freeform 376"/>
          <p:cNvSpPr>
            <a:spLocks/>
          </p:cNvSpPr>
          <p:nvPr/>
        </p:nvSpPr>
        <p:spPr bwMode="auto">
          <a:xfrm>
            <a:off x="6851304" y="5254046"/>
            <a:ext cx="121021" cy="226916"/>
          </a:xfrm>
          <a:custGeom>
            <a:avLst/>
            <a:gdLst>
              <a:gd name="T0" fmla="*/ 84 w 85"/>
              <a:gd name="T1" fmla="*/ 42 h 158"/>
              <a:gd name="T2" fmla="*/ 85 w 85"/>
              <a:gd name="T3" fmla="*/ 46 h 158"/>
              <a:gd name="T4" fmla="*/ 34 w 85"/>
              <a:gd name="T5" fmla="*/ 155 h 158"/>
              <a:gd name="T6" fmla="*/ 30 w 85"/>
              <a:gd name="T7" fmla="*/ 158 h 158"/>
              <a:gd name="T8" fmla="*/ 28 w 85"/>
              <a:gd name="T9" fmla="*/ 157 h 158"/>
              <a:gd name="T10" fmla="*/ 26 w 85"/>
              <a:gd name="T11" fmla="*/ 156 h 158"/>
              <a:gd name="T12" fmla="*/ 25 w 85"/>
              <a:gd name="T13" fmla="*/ 153 h 158"/>
              <a:gd name="T14" fmla="*/ 44 w 85"/>
              <a:gd name="T15" fmla="*/ 76 h 158"/>
              <a:gd name="T16" fmla="*/ 6 w 85"/>
              <a:gd name="T17" fmla="*/ 86 h 158"/>
              <a:gd name="T18" fmla="*/ 5 w 85"/>
              <a:gd name="T19" fmla="*/ 86 h 158"/>
              <a:gd name="T20" fmla="*/ 2 w 85"/>
              <a:gd name="T21" fmla="*/ 85 h 158"/>
              <a:gd name="T22" fmla="*/ 0 w 85"/>
              <a:gd name="T23" fmla="*/ 81 h 158"/>
              <a:gd name="T24" fmla="*/ 19 w 85"/>
              <a:gd name="T25" fmla="*/ 3 h 158"/>
              <a:gd name="T26" fmla="*/ 21 w 85"/>
              <a:gd name="T27" fmla="*/ 1 h 158"/>
              <a:gd name="T28" fmla="*/ 24 w 85"/>
              <a:gd name="T29" fmla="*/ 0 h 158"/>
              <a:gd name="T30" fmla="*/ 55 w 85"/>
              <a:gd name="T31" fmla="*/ 0 h 158"/>
              <a:gd name="T32" fmla="*/ 58 w 85"/>
              <a:gd name="T33" fmla="*/ 1 h 158"/>
              <a:gd name="T34" fmla="*/ 59 w 85"/>
              <a:gd name="T35" fmla="*/ 4 h 158"/>
              <a:gd name="T36" fmla="*/ 58 w 85"/>
              <a:gd name="T37" fmla="*/ 6 h 158"/>
              <a:gd name="T38" fmla="*/ 42 w 85"/>
              <a:gd name="T39" fmla="*/ 50 h 158"/>
              <a:gd name="T40" fmla="*/ 80 w 85"/>
              <a:gd name="T41" fmla="*/ 40 h 158"/>
              <a:gd name="T42" fmla="*/ 81 w 85"/>
              <a:gd name="T43" fmla="*/ 40 h 158"/>
              <a:gd name="T44" fmla="*/ 84 w 85"/>
              <a:gd name="T45" fmla="*/ 42 h 1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85" h="158">
                <a:moveTo>
                  <a:pt x="84" y="42"/>
                </a:moveTo>
                <a:cubicBezTo>
                  <a:pt x="85" y="43"/>
                  <a:pt x="85" y="44"/>
                  <a:pt x="85" y="46"/>
                </a:cubicBezTo>
                <a:cubicBezTo>
                  <a:pt x="34" y="155"/>
                  <a:pt x="34" y="155"/>
                  <a:pt x="34" y="155"/>
                </a:cubicBezTo>
                <a:cubicBezTo>
                  <a:pt x="33" y="157"/>
                  <a:pt x="31" y="158"/>
                  <a:pt x="30" y="158"/>
                </a:cubicBezTo>
                <a:cubicBezTo>
                  <a:pt x="29" y="158"/>
                  <a:pt x="29" y="158"/>
                  <a:pt x="28" y="157"/>
                </a:cubicBezTo>
                <a:cubicBezTo>
                  <a:pt x="27" y="157"/>
                  <a:pt x="26" y="157"/>
                  <a:pt x="26" y="156"/>
                </a:cubicBezTo>
                <a:cubicBezTo>
                  <a:pt x="25" y="155"/>
                  <a:pt x="25" y="154"/>
                  <a:pt x="25" y="153"/>
                </a:cubicBezTo>
                <a:cubicBezTo>
                  <a:pt x="44" y="76"/>
                  <a:pt x="44" y="76"/>
                  <a:pt x="44" y="76"/>
                </a:cubicBezTo>
                <a:cubicBezTo>
                  <a:pt x="6" y="86"/>
                  <a:pt x="6" y="86"/>
                  <a:pt x="6" y="86"/>
                </a:cubicBezTo>
                <a:cubicBezTo>
                  <a:pt x="5" y="86"/>
                  <a:pt x="5" y="86"/>
                  <a:pt x="5" y="86"/>
                </a:cubicBezTo>
                <a:cubicBezTo>
                  <a:pt x="3" y="86"/>
                  <a:pt x="2" y="86"/>
                  <a:pt x="2" y="85"/>
                </a:cubicBezTo>
                <a:cubicBezTo>
                  <a:pt x="1" y="84"/>
                  <a:pt x="0" y="83"/>
                  <a:pt x="0" y="81"/>
                </a:cubicBezTo>
                <a:cubicBezTo>
                  <a:pt x="19" y="3"/>
                  <a:pt x="19" y="3"/>
                  <a:pt x="19" y="3"/>
                </a:cubicBezTo>
                <a:cubicBezTo>
                  <a:pt x="20" y="2"/>
                  <a:pt x="20" y="2"/>
                  <a:pt x="21" y="1"/>
                </a:cubicBezTo>
                <a:cubicBezTo>
                  <a:pt x="22" y="1"/>
                  <a:pt x="23" y="0"/>
                  <a:pt x="24" y="0"/>
                </a:cubicBezTo>
                <a:cubicBezTo>
                  <a:pt x="55" y="0"/>
                  <a:pt x="55" y="0"/>
                  <a:pt x="55" y="0"/>
                </a:cubicBezTo>
                <a:cubicBezTo>
                  <a:pt x="56" y="0"/>
                  <a:pt x="57" y="1"/>
                  <a:pt x="58" y="1"/>
                </a:cubicBezTo>
                <a:cubicBezTo>
                  <a:pt x="58" y="2"/>
                  <a:pt x="59" y="3"/>
                  <a:pt x="59" y="4"/>
                </a:cubicBezTo>
                <a:cubicBezTo>
                  <a:pt x="59" y="5"/>
                  <a:pt x="59" y="5"/>
                  <a:pt x="58" y="6"/>
                </a:cubicBezTo>
                <a:cubicBezTo>
                  <a:pt x="42" y="50"/>
                  <a:pt x="42" y="50"/>
                  <a:pt x="42" y="50"/>
                </a:cubicBezTo>
                <a:cubicBezTo>
                  <a:pt x="80" y="40"/>
                  <a:pt x="80" y="40"/>
                  <a:pt x="80" y="40"/>
                </a:cubicBezTo>
                <a:cubicBezTo>
                  <a:pt x="80" y="40"/>
                  <a:pt x="81" y="40"/>
                  <a:pt x="81" y="40"/>
                </a:cubicBezTo>
                <a:cubicBezTo>
                  <a:pt x="82" y="40"/>
                  <a:pt x="83" y="41"/>
                  <a:pt x="84" y="4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74" name="Freeform 377"/>
          <p:cNvSpPr>
            <a:spLocks noEditPoints="1"/>
          </p:cNvSpPr>
          <p:nvPr/>
        </p:nvSpPr>
        <p:spPr bwMode="auto">
          <a:xfrm>
            <a:off x="7093347" y="5236758"/>
            <a:ext cx="242043" cy="244204"/>
          </a:xfrm>
          <a:custGeom>
            <a:avLst/>
            <a:gdLst>
              <a:gd name="T0" fmla="*/ 147 w 169"/>
              <a:gd name="T1" fmla="*/ 27 h 170"/>
              <a:gd name="T2" fmla="*/ 131 w 169"/>
              <a:gd name="T3" fmla="*/ 56 h 170"/>
              <a:gd name="T4" fmla="*/ 131 w 169"/>
              <a:gd name="T5" fmla="*/ 65 h 170"/>
              <a:gd name="T6" fmla="*/ 133 w 169"/>
              <a:gd name="T7" fmla="*/ 103 h 170"/>
              <a:gd name="T8" fmla="*/ 113 w 169"/>
              <a:gd name="T9" fmla="*/ 150 h 170"/>
              <a:gd name="T10" fmla="*/ 66 w 169"/>
              <a:gd name="T11" fmla="*/ 170 h 170"/>
              <a:gd name="T12" fmla="*/ 19 w 169"/>
              <a:gd name="T13" fmla="*/ 150 h 170"/>
              <a:gd name="T14" fmla="*/ 0 w 169"/>
              <a:gd name="T15" fmla="*/ 103 h 170"/>
              <a:gd name="T16" fmla="*/ 19 w 169"/>
              <a:gd name="T17" fmla="*/ 56 h 170"/>
              <a:gd name="T18" fmla="*/ 66 w 169"/>
              <a:gd name="T19" fmla="*/ 37 h 170"/>
              <a:gd name="T20" fmla="*/ 105 w 169"/>
              <a:gd name="T21" fmla="*/ 39 h 170"/>
              <a:gd name="T22" fmla="*/ 113 w 169"/>
              <a:gd name="T23" fmla="*/ 39 h 170"/>
              <a:gd name="T24" fmla="*/ 143 w 169"/>
              <a:gd name="T25" fmla="*/ 22 h 170"/>
              <a:gd name="T26" fmla="*/ 54 w 169"/>
              <a:gd name="T27" fmla="*/ 56 h 170"/>
              <a:gd name="T28" fmla="*/ 46 w 169"/>
              <a:gd name="T29" fmla="*/ 53 h 170"/>
              <a:gd name="T30" fmla="*/ 16 w 169"/>
              <a:gd name="T31" fmla="*/ 83 h 170"/>
              <a:gd name="T32" fmla="*/ 19 w 169"/>
              <a:gd name="T33" fmla="*/ 90 h 170"/>
              <a:gd name="T34" fmla="*/ 27 w 169"/>
              <a:gd name="T35" fmla="*/ 87 h 170"/>
              <a:gd name="T36" fmla="*/ 50 w 169"/>
              <a:gd name="T37" fmla="*/ 64 h 170"/>
              <a:gd name="T38" fmla="*/ 144 w 169"/>
              <a:gd name="T39" fmla="*/ 17 h 170"/>
              <a:gd name="T40" fmla="*/ 139 w 169"/>
              <a:gd name="T41" fmla="*/ 17 h 170"/>
              <a:gd name="T42" fmla="*/ 130 w 169"/>
              <a:gd name="T43" fmla="*/ 6 h 170"/>
              <a:gd name="T44" fmla="*/ 133 w 169"/>
              <a:gd name="T45" fmla="*/ 3 h 170"/>
              <a:gd name="T46" fmla="*/ 144 w 169"/>
              <a:gd name="T47" fmla="*/ 13 h 170"/>
              <a:gd name="T48" fmla="*/ 144 w 169"/>
              <a:gd name="T49" fmla="*/ 17 h 170"/>
              <a:gd name="T50" fmla="*/ 151 w 169"/>
              <a:gd name="T51" fmla="*/ 12 h 170"/>
              <a:gd name="T52" fmla="*/ 148 w 169"/>
              <a:gd name="T53" fmla="*/ 15 h 170"/>
              <a:gd name="T54" fmla="*/ 145 w 169"/>
              <a:gd name="T55" fmla="*/ 12 h 170"/>
              <a:gd name="T56" fmla="*/ 146 w 169"/>
              <a:gd name="T57" fmla="*/ 1 h 170"/>
              <a:gd name="T58" fmla="*/ 150 w 169"/>
              <a:gd name="T59" fmla="*/ 1 h 170"/>
              <a:gd name="T60" fmla="*/ 165 w 169"/>
              <a:gd name="T61" fmla="*/ 8 h 170"/>
              <a:gd name="T62" fmla="*/ 155 w 169"/>
              <a:gd name="T63" fmla="*/ 18 h 170"/>
              <a:gd name="T64" fmla="*/ 151 w 169"/>
              <a:gd name="T65" fmla="*/ 15 h 170"/>
              <a:gd name="T66" fmla="*/ 161 w 169"/>
              <a:gd name="T67" fmla="*/ 4 h 170"/>
              <a:gd name="T68" fmla="*/ 165 w 169"/>
              <a:gd name="T69" fmla="*/ 4 h 170"/>
              <a:gd name="T70" fmla="*/ 165 w 169"/>
              <a:gd name="T71" fmla="*/ 8 h 170"/>
              <a:gd name="T72" fmla="*/ 163 w 169"/>
              <a:gd name="T73" fmla="*/ 40 h 170"/>
              <a:gd name="T74" fmla="*/ 152 w 169"/>
              <a:gd name="T75" fmla="*/ 30 h 170"/>
              <a:gd name="T76" fmla="*/ 152 w 169"/>
              <a:gd name="T77" fmla="*/ 26 h 170"/>
              <a:gd name="T78" fmla="*/ 157 w 169"/>
              <a:gd name="T79" fmla="*/ 26 h 170"/>
              <a:gd name="T80" fmla="*/ 166 w 169"/>
              <a:gd name="T81" fmla="*/ 37 h 170"/>
              <a:gd name="T82" fmla="*/ 168 w 169"/>
              <a:gd name="T83" fmla="*/ 19 h 170"/>
              <a:gd name="T84" fmla="*/ 168 w 169"/>
              <a:gd name="T85" fmla="*/ 24 h 170"/>
              <a:gd name="T86" fmla="*/ 157 w 169"/>
              <a:gd name="T87" fmla="*/ 24 h 170"/>
              <a:gd name="T88" fmla="*/ 154 w 169"/>
              <a:gd name="T89" fmla="*/ 21 h 170"/>
              <a:gd name="T90" fmla="*/ 157 w 169"/>
              <a:gd name="T91" fmla="*/ 18 h 170"/>
              <a:gd name="T92" fmla="*/ 168 w 169"/>
              <a:gd name="T93" fmla="*/ 19 h 1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69" h="170">
                <a:moveTo>
                  <a:pt x="143" y="22"/>
                </a:moveTo>
                <a:cubicBezTo>
                  <a:pt x="147" y="27"/>
                  <a:pt x="147" y="27"/>
                  <a:pt x="147" y="27"/>
                </a:cubicBezTo>
                <a:cubicBezTo>
                  <a:pt x="124" y="50"/>
                  <a:pt x="124" y="50"/>
                  <a:pt x="124" y="50"/>
                </a:cubicBezTo>
                <a:cubicBezTo>
                  <a:pt x="131" y="56"/>
                  <a:pt x="131" y="56"/>
                  <a:pt x="131" y="56"/>
                </a:cubicBezTo>
                <a:cubicBezTo>
                  <a:pt x="132" y="57"/>
                  <a:pt x="132" y="59"/>
                  <a:pt x="132" y="60"/>
                </a:cubicBezTo>
                <a:cubicBezTo>
                  <a:pt x="132" y="62"/>
                  <a:pt x="132" y="63"/>
                  <a:pt x="131" y="65"/>
                </a:cubicBezTo>
                <a:cubicBezTo>
                  <a:pt x="124" y="71"/>
                  <a:pt x="124" y="71"/>
                  <a:pt x="124" y="71"/>
                </a:cubicBezTo>
                <a:cubicBezTo>
                  <a:pt x="130" y="81"/>
                  <a:pt x="133" y="92"/>
                  <a:pt x="133" y="103"/>
                </a:cubicBezTo>
                <a:cubicBezTo>
                  <a:pt x="133" y="112"/>
                  <a:pt x="131" y="121"/>
                  <a:pt x="128" y="129"/>
                </a:cubicBezTo>
                <a:cubicBezTo>
                  <a:pt x="124" y="137"/>
                  <a:pt x="119" y="144"/>
                  <a:pt x="113" y="150"/>
                </a:cubicBezTo>
                <a:cubicBezTo>
                  <a:pt x="107" y="156"/>
                  <a:pt x="100" y="161"/>
                  <a:pt x="92" y="164"/>
                </a:cubicBezTo>
                <a:cubicBezTo>
                  <a:pt x="84" y="168"/>
                  <a:pt x="75" y="170"/>
                  <a:pt x="66" y="170"/>
                </a:cubicBezTo>
                <a:cubicBezTo>
                  <a:pt x="57" y="170"/>
                  <a:pt x="49" y="168"/>
                  <a:pt x="40" y="164"/>
                </a:cubicBezTo>
                <a:cubicBezTo>
                  <a:pt x="32" y="161"/>
                  <a:pt x="25" y="156"/>
                  <a:pt x="19" y="150"/>
                </a:cubicBezTo>
                <a:cubicBezTo>
                  <a:pt x="13" y="144"/>
                  <a:pt x="9" y="137"/>
                  <a:pt x="5" y="129"/>
                </a:cubicBezTo>
                <a:cubicBezTo>
                  <a:pt x="2" y="121"/>
                  <a:pt x="0" y="112"/>
                  <a:pt x="0" y="103"/>
                </a:cubicBezTo>
                <a:cubicBezTo>
                  <a:pt x="0" y="94"/>
                  <a:pt x="2" y="85"/>
                  <a:pt x="5" y="77"/>
                </a:cubicBezTo>
                <a:cubicBezTo>
                  <a:pt x="9" y="69"/>
                  <a:pt x="13" y="62"/>
                  <a:pt x="19" y="56"/>
                </a:cubicBezTo>
                <a:cubicBezTo>
                  <a:pt x="25" y="50"/>
                  <a:pt x="32" y="45"/>
                  <a:pt x="40" y="42"/>
                </a:cubicBezTo>
                <a:cubicBezTo>
                  <a:pt x="49" y="38"/>
                  <a:pt x="57" y="37"/>
                  <a:pt x="66" y="37"/>
                </a:cubicBezTo>
                <a:cubicBezTo>
                  <a:pt x="78" y="37"/>
                  <a:pt x="89" y="39"/>
                  <a:pt x="99" y="45"/>
                </a:cubicBezTo>
                <a:cubicBezTo>
                  <a:pt x="105" y="39"/>
                  <a:pt x="105" y="39"/>
                  <a:pt x="105" y="39"/>
                </a:cubicBezTo>
                <a:cubicBezTo>
                  <a:pt x="106" y="38"/>
                  <a:pt x="107" y="37"/>
                  <a:pt x="109" y="37"/>
                </a:cubicBezTo>
                <a:cubicBezTo>
                  <a:pt x="111" y="37"/>
                  <a:pt x="112" y="38"/>
                  <a:pt x="113" y="39"/>
                </a:cubicBezTo>
                <a:cubicBezTo>
                  <a:pt x="120" y="45"/>
                  <a:pt x="120" y="45"/>
                  <a:pt x="120" y="45"/>
                </a:cubicBezTo>
                <a:lnTo>
                  <a:pt x="143" y="22"/>
                </a:lnTo>
                <a:close/>
                <a:moveTo>
                  <a:pt x="54" y="61"/>
                </a:moveTo>
                <a:cubicBezTo>
                  <a:pt x="54" y="59"/>
                  <a:pt x="54" y="57"/>
                  <a:pt x="54" y="56"/>
                </a:cubicBezTo>
                <a:cubicBezTo>
                  <a:pt x="53" y="54"/>
                  <a:pt x="52" y="53"/>
                  <a:pt x="51" y="53"/>
                </a:cubicBezTo>
                <a:cubicBezTo>
                  <a:pt x="49" y="52"/>
                  <a:pt x="47" y="52"/>
                  <a:pt x="46" y="53"/>
                </a:cubicBezTo>
                <a:cubicBezTo>
                  <a:pt x="39" y="55"/>
                  <a:pt x="33" y="59"/>
                  <a:pt x="28" y="65"/>
                </a:cubicBezTo>
                <a:cubicBezTo>
                  <a:pt x="23" y="70"/>
                  <a:pt x="19" y="76"/>
                  <a:pt x="16" y="83"/>
                </a:cubicBezTo>
                <a:cubicBezTo>
                  <a:pt x="15" y="84"/>
                  <a:pt x="15" y="86"/>
                  <a:pt x="16" y="87"/>
                </a:cubicBezTo>
                <a:cubicBezTo>
                  <a:pt x="16" y="89"/>
                  <a:pt x="18" y="90"/>
                  <a:pt x="19" y="90"/>
                </a:cubicBezTo>
                <a:cubicBezTo>
                  <a:pt x="20" y="91"/>
                  <a:pt x="21" y="91"/>
                  <a:pt x="21" y="91"/>
                </a:cubicBezTo>
                <a:cubicBezTo>
                  <a:pt x="24" y="91"/>
                  <a:pt x="26" y="90"/>
                  <a:pt x="27" y="87"/>
                </a:cubicBezTo>
                <a:cubicBezTo>
                  <a:pt x="29" y="82"/>
                  <a:pt x="32" y="77"/>
                  <a:pt x="36" y="73"/>
                </a:cubicBezTo>
                <a:cubicBezTo>
                  <a:pt x="40" y="69"/>
                  <a:pt x="45" y="66"/>
                  <a:pt x="50" y="64"/>
                </a:cubicBezTo>
                <a:cubicBezTo>
                  <a:pt x="52" y="63"/>
                  <a:pt x="53" y="62"/>
                  <a:pt x="54" y="61"/>
                </a:cubicBezTo>
                <a:close/>
                <a:moveTo>
                  <a:pt x="144" y="17"/>
                </a:moveTo>
                <a:cubicBezTo>
                  <a:pt x="143" y="18"/>
                  <a:pt x="142" y="18"/>
                  <a:pt x="141" y="18"/>
                </a:cubicBezTo>
                <a:cubicBezTo>
                  <a:pt x="141" y="18"/>
                  <a:pt x="140" y="18"/>
                  <a:pt x="139" y="17"/>
                </a:cubicBezTo>
                <a:cubicBezTo>
                  <a:pt x="131" y="8"/>
                  <a:pt x="131" y="8"/>
                  <a:pt x="131" y="8"/>
                </a:cubicBezTo>
                <a:cubicBezTo>
                  <a:pt x="130" y="8"/>
                  <a:pt x="130" y="7"/>
                  <a:pt x="130" y="6"/>
                </a:cubicBezTo>
                <a:cubicBezTo>
                  <a:pt x="130" y="5"/>
                  <a:pt x="130" y="5"/>
                  <a:pt x="131" y="4"/>
                </a:cubicBezTo>
                <a:cubicBezTo>
                  <a:pt x="131" y="4"/>
                  <a:pt x="132" y="3"/>
                  <a:pt x="133" y="3"/>
                </a:cubicBezTo>
                <a:cubicBezTo>
                  <a:pt x="134" y="3"/>
                  <a:pt x="134" y="4"/>
                  <a:pt x="135" y="4"/>
                </a:cubicBezTo>
                <a:cubicBezTo>
                  <a:pt x="144" y="13"/>
                  <a:pt x="144" y="13"/>
                  <a:pt x="144" y="13"/>
                </a:cubicBezTo>
                <a:cubicBezTo>
                  <a:pt x="144" y="13"/>
                  <a:pt x="145" y="14"/>
                  <a:pt x="145" y="15"/>
                </a:cubicBezTo>
                <a:cubicBezTo>
                  <a:pt x="145" y="16"/>
                  <a:pt x="144" y="16"/>
                  <a:pt x="144" y="17"/>
                </a:cubicBezTo>
                <a:close/>
                <a:moveTo>
                  <a:pt x="151" y="3"/>
                </a:moveTo>
                <a:cubicBezTo>
                  <a:pt x="151" y="12"/>
                  <a:pt x="151" y="12"/>
                  <a:pt x="151" y="12"/>
                </a:cubicBezTo>
                <a:cubicBezTo>
                  <a:pt x="151" y="13"/>
                  <a:pt x="151" y="14"/>
                  <a:pt x="150" y="14"/>
                </a:cubicBezTo>
                <a:cubicBezTo>
                  <a:pt x="150" y="15"/>
                  <a:pt x="149" y="15"/>
                  <a:pt x="148" y="15"/>
                </a:cubicBezTo>
                <a:cubicBezTo>
                  <a:pt x="147" y="15"/>
                  <a:pt x="146" y="15"/>
                  <a:pt x="146" y="14"/>
                </a:cubicBezTo>
                <a:cubicBezTo>
                  <a:pt x="145" y="14"/>
                  <a:pt x="145" y="13"/>
                  <a:pt x="145" y="12"/>
                </a:cubicBezTo>
                <a:cubicBezTo>
                  <a:pt x="145" y="3"/>
                  <a:pt x="145" y="3"/>
                  <a:pt x="145" y="3"/>
                </a:cubicBezTo>
                <a:cubicBezTo>
                  <a:pt x="145" y="2"/>
                  <a:pt x="145" y="2"/>
                  <a:pt x="146" y="1"/>
                </a:cubicBezTo>
                <a:cubicBezTo>
                  <a:pt x="146" y="0"/>
                  <a:pt x="147" y="0"/>
                  <a:pt x="148" y="0"/>
                </a:cubicBezTo>
                <a:cubicBezTo>
                  <a:pt x="149" y="0"/>
                  <a:pt x="150" y="0"/>
                  <a:pt x="150" y="1"/>
                </a:cubicBezTo>
                <a:cubicBezTo>
                  <a:pt x="151" y="2"/>
                  <a:pt x="151" y="2"/>
                  <a:pt x="151" y="3"/>
                </a:cubicBezTo>
                <a:close/>
                <a:moveTo>
                  <a:pt x="165" y="8"/>
                </a:moveTo>
                <a:cubicBezTo>
                  <a:pt x="157" y="17"/>
                  <a:pt x="157" y="17"/>
                  <a:pt x="157" y="17"/>
                </a:cubicBezTo>
                <a:cubicBezTo>
                  <a:pt x="156" y="18"/>
                  <a:pt x="155" y="18"/>
                  <a:pt x="155" y="18"/>
                </a:cubicBezTo>
                <a:cubicBezTo>
                  <a:pt x="154" y="18"/>
                  <a:pt x="153" y="18"/>
                  <a:pt x="152" y="17"/>
                </a:cubicBezTo>
                <a:cubicBezTo>
                  <a:pt x="152" y="16"/>
                  <a:pt x="151" y="16"/>
                  <a:pt x="151" y="15"/>
                </a:cubicBezTo>
                <a:cubicBezTo>
                  <a:pt x="151" y="14"/>
                  <a:pt x="152" y="13"/>
                  <a:pt x="152" y="13"/>
                </a:cubicBezTo>
                <a:cubicBezTo>
                  <a:pt x="161" y="4"/>
                  <a:pt x="161" y="4"/>
                  <a:pt x="161" y="4"/>
                </a:cubicBezTo>
                <a:cubicBezTo>
                  <a:pt x="162" y="4"/>
                  <a:pt x="162" y="3"/>
                  <a:pt x="163" y="3"/>
                </a:cubicBezTo>
                <a:cubicBezTo>
                  <a:pt x="164" y="3"/>
                  <a:pt x="165" y="4"/>
                  <a:pt x="165" y="4"/>
                </a:cubicBezTo>
                <a:cubicBezTo>
                  <a:pt x="166" y="5"/>
                  <a:pt x="166" y="5"/>
                  <a:pt x="166" y="6"/>
                </a:cubicBezTo>
                <a:cubicBezTo>
                  <a:pt x="166" y="7"/>
                  <a:pt x="166" y="8"/>
                  <a:pt x="165" y="8"/>
                </a:cubicBezTo>
                <a:close/>
                <a:moveTo>
                  <a:pt x="165" y="39"/>
                </a:moveTo>
                <a:cubicBezTo>
                  <a:pt x="165" y="39"/>
                  <a:pt x="164" y="40"/>
                  <a:pt x="163" y="40"/>
                </a:cubicBezTo>
                <a:cubicBezTo>
                  <a:pt x="162" y="40"/>
                  <a:pt x="162" y="39"/>
                  <a:pt x="161" y="39"/>
                </a:cubicBezTo>
                <a:cubicBezTo>
                  <a:pt x="152" y="30"/>
                  <a:pt x="152" y="30"/>
                  <a:pt x="152" y="30"/>
                </a:cubicBezTo>
                <a:cubicBezTo>
                  <a:pt x="152" y="30"/>
                  <a:pt x="151" y="29"/>
                  <a:pt x="151" y="28"/>
                </a:cubicBezTo>
                <a:cubicBezTo>
                  <a:pt x="151" y="27"/>
                  <a:pt x="152" y="26"/>
                  <a:pt x="152" y="26"/>
                </a:cubicBezTo>
                <a:cubicBezTo>
                  <a:pt x="153" y="25"/>
                  <a:pt x="154" y="25"/>
                  <a:pt x="155" y="25"/>
                </a:cubicBezTo>
                <a:cubicBezTo>
                  <a:pt x="155" y="25"/>
                  <a:pt x="156" y="25"/>
                  <a:pt x="157" y="26"/>
                </a:cubicBezTo>
                <a:cubicBezTo>
                  <a:pt x="165" y="34"/>
                  <a:pt x="165" y="34"/>
                  <a:pt x="165" y="34"/>
                </a:cubicBezTo>
                <a:cubicBezTo>
                  <a:pt x="166" y="35"/>
                  <a:pt x="166" y="36"/>
                  <a:pt x="166" y="37"/>
                </a:cubicBezTo>
                <a:cubicBezTo>
                  <a:pt x="166" y="37"/>
                  <a:pt x="166" y="38"/>
                  <a:pt x="165" y="39"/>
                </a:cubicBezTo>
                <a:close/>
                <a:moveTo>
                  <a:pt x="168" y="19"/>
                </a:moveTo>
                <a:cubicBezTo>
                  <a:pt x="169" y="20"/>
                  <a:pt x="169" y="20"/>
                  <a:pt x="169" y="21"/>
                </a:cubicBezTo>
                <a:cubicBezTo>
                  <a:pt x="169" y="22"/>
                  <a:pt x="169" y="23"/>
                  <a:pt x="168" y="24"/>
                </a:cubicBezTo>
                <a:cubicBezTo>
                  <a:pt x="168" y="24"/>
                  <a:pt x="167" y="24"/>
                  <a:pt x="166" y="24"/>
                </a:cubicBezTo>
                <a:cubicBezTo>
                  <a:pt x="157" y="24"/>
                  <a:pt x="157" y="24"/>
                  <a:pt x="157" y="24"/>
                </a:cubicBezTo>
                <a:cubicBezTo>
                  <a:pt x="156" y="24"/>
                  <a:pt x="155" y="24"/>
                  <a:pt x="155" y="24"/>
                </a:cubicBezTo>
                <a:cubicBezTo>
                  <a:pt x="154" y="23"/>
                  <a:pt x="154" y="22"/>
                  <a:pt x="154" y="21"/>
                </a:cubicBezTo>
                <a:cubicBezTo>
                  <a:pt x="154" y="20"/>
                  <a:pt x="154" y="20"/>
                  <a:pt x="155" y="19"/>
                </a:cubicBezTo>
                <a:cubicBezTo>
                  <a:pt x="155" y="19"/>
                  <a:pt x="156" y="18"/>
                  <a:pt x="157" y="18"/>
                </a:cubicBezTo>
                <a:cubicBezTo>
                  <a:pt x="166" y="18"/>
                  <a:pt x="166" y="18"/>
                  <a:pt x="166" y="18"/>
                </a:cubicBezTo>
                <a:cubicBezTo>
                  <a:pt x="167" y="18"/>
                  <a:pt x="168" y="19"/>
                  <a:pt x="168" y="1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75" name="Freeform 378"/>
          <p:cNvSpPr>
            <a:spLocks noEditPoints="1"/>
          </p:cNvSpPr>
          <p:nvPr/>
        </p:nvSpPr>
        <p:spPr bwMode="auto">
          <a:xfrm>
            <a:off x="7456413" y="5254045"/>
            <a:ext cx="226916" cy="209627"/>
          </a:xfrm>
          <a:custGeom>
            <a:avLst/>
            <a:gdLst>
              <a:gd name="T0" fmla="*/ 158 w 159"/>
              <a:gd name="T1" fmla="*/ 46 h 146"/>
              <a:gd name="T2" fmla="*/ 124 w 159"/>
              <a:gd name="T3" fmla="*/ 141 h 146"/>
              <a:gd name="T4" fmla="*/ 25 w 159"/>
              <a:gd name="T5" fmla="*/ 146 h 146"/>
              <a:gd name="T6" fmla="*/ 2 w 159"/>
              <a:gd name="T7" fmla="*/ 128 h 146"/>
              <a:gd name="T8" fmla="*/ 2 w 159"/>
              <a:gd name="T9" fmla="*/ 113 h 146"/>
              <a:gd name="T10" fmla="*/ 2 w 159"/>
              <a:gd name="T11" fmla="*/ 108 h 146"/>
              <a:gd name="T12" fmla="*/ 3 w 159"/>
              <a:gd name="T13" fmla="*/ 104 h 146"/>
              <a:gd name="T14" fmla="*/ 6 w 159"/>
              <a:gd name="T15" fmla="*/ 100 h 146"/>
              <a:gd name="T16" fmla="*/ 13 w 159"/>
              <a:gd name="T17" fmla="*/ 82 h 146"/>
              <a:gd name="T18" fmla="*/ 13 w 159"/>
              <a:gd name="T19" fmla="*/ 77 h 146"/>
              <a:gd name="T20" fmla="*/ 16 w 159"/>
              <a:gd name="T21" fmla="*/ 72 h 146"/>
              <a:gd name="T22" fmla="*/ 22 w 159"/>
              <a:gd name="T23" fmla="*/ 55 h 146"/>
              <a:gd name="T24" fmla="*/ 22 w 159"/>
              <a:gd name="T25" fmla="*/ 49 h 146"/>
              <a:gd name="T26" fmla="*/ 26 w 159"/>
              <a:gd name="T27" fmla="*/ 44 h 146"/>
              <a:gd name="T28" fmla="*/ 33 w 159"/>
              <a:gd name="T29" fmla="*/ 27 h 146"/>
              <a:gd name="T30" fmla="*/ 33 w 159"/>
              <a:gd name="T31" fmla="*/ 22 h 146"/>
              <a:gd name="T32" fmla="*/ 35 w 159"/>
              <a:gd name="T33" fmla="*/ 18 h 146"/>
              <a:gd name="T34" fmla="*/ 38 w 159"/>
              <a:gd name="T35" fmla="*/ 13 h 146"/>
              <a:gd name="T36" fmla="*/ 41 w 159"/>
              <a:gd name="T37" fmla="*/ 7 h 146"/>
              <a:gd name="T38" fmla="*/ 46 w 159"/>
              <a:gd name="T39" fmla="*/ 1 h 146"/>
              <a:gd name="T40" fmla="*/ 53 w 159"/>
              <a:gd name="T41" fmla="*/ 1 h 146"/>
              <a:gd name="T42" fmla="*/ 58 w 159"/>
              <a:gd name="T43" fmla="*/ 0 h 146"/>
              <a:gd name="T44" fmla="*/ 141 w 159"/>
              <a:gd name="T45" fmla="*/ 6 h 146"/>
              <a:gd name="T46" fmla="*/ 117 w 159"/>
              <a:gd name="T47" fmla="*/ 104 h 146"/>
              <a:gd name="T48" fmla="*/ 98 w 159"/>
              <a:gd name="T49" fmla="*/ 121 h 146"/>
              <a:gd name="T50" fmla="*/ 12 w 159"/>
              <a:gd name="T51" fmla="*/ 123 h 146"/>
              <a:gd name="T52" fmla="*/ 26 w 159"/>
              <a:gd name="T53" fmla="*/ 133 h 146"/>
              <a:gd name="T54" fmla="*/ 118 w 159"/>
              <a:gd name="T55" fmla="*/ 132 h 146"/>
              <a:gd name="T56" fmla="*/ 150 w 159"/>
              <a:gd name="T57" fmla="*/ 35 h 146"/>
              <a:gd name="T58" fmla="*/ 156 w 159"/>
              <a:gd name="T59" fmla="*/ 33 h 146"/>
              <a:gd name="T60" fmla="*/ 48 w 159"/>
              <a:gd name="T61" fmla="*/ 60 h 146"/>
              <a:gd name="T62" fmla="*/ 107 w 159"/>
              <a:gd name="T63" fmla="*/ 61 h 146"/>
              <a:gd name="T64" fmla="*/ 111 w 159"/>
              <a:gd name="T65" fmla="*/ 58 h 146"/>
              <a:gd name="T66" fmla="*/ 113 w 159"/>
              <a:gd name="T67" fmla="*/ 50 h 146"/>
              <a:gd name="T68" fmla="*/ 53 w 159"/>
              <a:gd name="T69" fmla="*/ 49 h 146"/>
              <a:gd name="T70" fmla="*/ 49 w 159"/>
              <a:gd name="T71" fmla="*/ 52 h 146"/>
              <a:gd name="T72" fmla="*/ 55 w 159"/>
              <a:gd name="T73" fmla="*/ 34 h 146"/>
              <a:gd name="T74" fmla="*/ 57 w 159"/>
              <a:gd name="T75" fmla="*/ 37 h 146"/>
              <a:gd name="T76" fmla="*/ 117 w 159"/>
              <a:gd name="T77" fmla="*/ 36 h 146"/>
              <a:gd name="T78" fmla="*/ 121 w 159"/>
              <a:gd name="T79" fmla="*/ 28 h 146"/>
              <a:gd name="T80" fmla="*/ 119 w 159"/>
              <a:gd name="T81" fmla="*/ 25 h 146"/>
              <a:gd name="T82" fmla="*/ 59 w 159"/>
              <a:gd name="T83" fmla="*/ 25 h 146"/>
              <a:gd name="T84" fmla="*/ 55 w 159"/>
              <a:gd name="T85" fmla="*/ 34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59" h="146">
                <a:moveTo>
                  <a:pt x="156" y="33"/>
                </a:moveTo>
                <a:cubicBezTo>
                  <a:pt x="158" y="37"/>
                  <a:pt x="159" y="41"/>
                  <a:pt x="158" y="46"/>
                </a:cubicBezTo>
                <a:cubicBezTo>
                  <a:pt x="132" y="131"/>
                  <a:pt x="132" y="131"/>
                  <a:pt x="132" y="131"/>
                </a:cubicBezTo>
                <a:cubicBezTo>
                  <a:pt x="130" y="135"/>
                  <a:pt x="128" y="139"/>
                  <a:pt x="124" y="141"/>
                </a:cubicBezTo>
                <a:cubicBezTo>
                  <a:pt x="121" y="144"/>
                  <a:pt x="117" y="146"/>
                  <a:pt x="113" y="146"/>
                </a:cubicBezTo>
                <a:cubicBezTo>
                  <a:pt x="25" y="146"/>
                  <a:pt x="25" y="146"/>
                  <a:pt x="25" y="146"/>
                </a:cubicBezTo>
                <a:cubicBezTo>
                  <a:pt x="21" y="146"/>
                  <a:pt x="16" y="144"/>
                  <a:pt x="11" y="140"/>
                </a:cubicBezTo>
                <a:cubicBezTo>
                  <a:pt x="7" y="137"/>
                  <a:pt x="4" y="133"/>
                  <a:pt x="2" y="128"/>
                </a:cubicBezTo>
                <a:cubicBezTo>
                  <a:pt x="1" y="124"/>
                  <a:pt x="0" y="120"/>
                  <a:pt x="2" y="116"/>
                </a:cubicBezTo>
                <a:cubicBezTo>
                  <a:pt x="2" y="116"/>
                  <a:pt x="2" y="115"/>
                  <a:pt x="2" y="113"/>
                </a:cubicBezTo>
                <a:cubicBezTo>
                  <a:pt x="2" y="112"/>
                  <a:pt x="2" y="111"/>
                  <a:pt x="3" y="110"/>
                </a:cubicBezTo>
                <a:cubicBezTo>
                  <a:pt x="3" y="109"/>
                  <a:pt x="2" y="109"/>
                  <a:pt x="2" y="108"/>
                </a:cubicBezTo>
                <a:cubicBezTo>
                  <a:pt x="2" y="107"/>
                  <a:pt x="2" y="106"/>
                  <a:pt x="2" y="106"/>
                </a:cubicBezTo>
                <a:cubicBezTo>
                  <a:pt x="2" y="105"/>
                  <a:pt x="2" y="105"/>
                  <a:pt x="3" y="104"/>
                </a:cubicBezTo>
                <a:cubicBezTo>
                  <a:pt x="3" y="103"/>
                  <a:pt x="4" y="103"/>
                  <a:pt x="4" y="102"/>
                </a:cubicBezTo>
                <a:cubicBezTo>
                  <a:pt x="5" y="101"/>
                  <a:pt x="5" y="100"/>
                  <a:pt x="6" y="100"/>
                </a:cubicBezTo>
                <a:cubicBezTo>
                  <a:pt x="7" y="97"/>
                  <a:pt x="9" y="94"/>
                  <a:pt x="10" y="91"/>
                </a:cubicBezTo>
                <a:cubicBezTo>
                  <a:pt x="11" y="88"/>
                  <a:pt x="12" y="85"/>
                  <a:pt x="13" y="82"/>
                </a:cubicBezTo>
                <a:cubicBezTo>
                  <a:pt x="13" y="82"/>
                  <a:pt x="13" y="81"/>
                  <a:pt x="13" y="80"/>
                </a:cubicBezTo>
                <a:cubicBezTo>
                  <a:pt x="13" y="78"/>
                  <a:pt x="13" y="77"/>
                  <a:pt x="13" y="77"/>
                </a:cubicBezTo>
                <a:cubicBezTo>
                  <a:pt x="13" y="76"/>
                  <a:pt x="14" y="75"/>
                  <a:pt x="15" y="74"/>
                </a:cubicBezTo>
                <a:cubicBezTo>
                  <a:pt x="15" y="73"/>
                  <a:pt x="16" y="72"/>
                  <a:pt x="16" y="72"/>
                </a:cubicBezTo>
                <a:cubicBezTo>
                  <a:pt x="17" y="70"/>
                  <a:pt x="19" y="67"/>
                  <a:pt x="20" y="63"/>
                </a:cubicBezTo>
                <a:cubicBezTo>
                  <a:pt x="21" y="60"/>
                  <a:pt x="22" y="57"/>
                  <a:pt x="22" y="55"/>
                </a:cubicBezTo>
                <a:cubicBezTo>
                  <a:pt x="23" y="54"/>
                  <a:pt x="22" y="53"/>
                  <a:pt x="22" y="52"/>
                </a:cubicBezTo>
                <a:cubicBezTo>
                  <a:pt x="22" y="50"/>
                  <a:pt x="22" y="49"/>
                  <a:pt x="22" y="49"/>
                </a:cubicBezTo>
                <a:cubicBezTo>
                  <a:pt x="23" y="48"/>
                  <a:pt x="23" y="47"/>
                  <a:pt x="24" y="46"/>
                </a:cubicBezTo>
                <a:cubicBezTo>
                  <a:pt x="25" y="45"/>
                  <a:pt x="26" y="44"/>
                  <a:pt x="26" y="44"/>
                </a:cubicBezTo>
                <a:cubicBezTo>
                  <a:pt x="28" y="43"/>
                  <a:pt x="29" y="40"/>
                  <a:pt x="30" y="36"/>
                </a:cubicBezTo>
                <a:cubicBezTo>
                  <a:pt x="32" y="32"/>
                  <a:pt x="33" y="29"/>
                  <a:pt x="33" y="27"/>
                </a:cubicBezTo>
                <a:cubicBezTo>
                  <a:pt x="33" y="27"/>
                  <a:pt x="33" y="26"/>
                  <a:pt x="33" y="25"/>
                </a:cubicBezTo>
                <a:cubicBezTo>
                  <a:pt x="33" y="24"/>
                  <a:pt x="32" y="23"/>
                  <a:pt x="33" y="22"/>
                </a:cubicBezTo>
                <a:cubicBezTo>
                  <a:pt x="33" y="22"/>
                  <a:pt x="33" y="21"/>
                  <a:pt x="33" y="20"/>
                </a:cubicBezTo>
                <a:cubicBezTo>
                  <a:pt x="34" y="20"/>
                  <a:pt x="34" y="19"/>
                  <a:pt x="35" y="18"/>
                </a:cubicBezTo>
                <a:cubicBezTo>
                  <a:pt x="36" y="17"/>
                  <a:pt x="36" y="17"/>
                  <a:pt x="37" y="16"/>
                </a:cubicBezTo>
                <a:cubicBezTo>
                  <a:pt x="37" y="16"/>
                  <a:pt x="38" y="15"/>
                  <a:pt x="38" y="13"/>
                </a:cubicBezTo>
                <a:cubicBezTo>
                  <a:pt x="39" y="12"/>
                  <a:pt x="39" y="11"/>
                  <a:pt x="40" y="10"/>
                </a:cubicBezTo>
                <a:cubicBezTo>
                  <a:pt x="40" y="9"/>
                  <a:pt x="41" y="8"/>
                  <a:pt x="41" y="7"/>
                </a:cubicBezTo>
                <a:cubicBezTo>
                  <a:pt x="42" y="5"/>
                  <a:pt x="42" y="4"/>
                  <a:pt x="43" y="4"/>
                </a:cubicBezTo>
                <a:cubicBezTo>
                  <a:pt x="44" y="3"/>
                  <a:pt x="45" y="2"/>
                  <a:pt x="46" y="1"/>
                </a:cubicBezTo>
                <a:cubicBezTo>
                  <a:pt x="47" y="1"/>
                  <a:pt x="48" y="0"/>
                  <a:pt x="49" y="0"/>
                </a:cubicBezTo>
                <a:cubicBezTo>
                  <a:pt x="50" y="0"/>
                  <a:pt x="52" y="0"/>
                  <a:pt x="53" y="1"/>
                </a:cubicBezTo>
                <a:cubicBezTo>
                  <a:pt x="53" y="1"/>
                  <a:pt x="53" y="1"/>
                  <a:pt x="53" y="1"/>
                </a:cubicBezTo>
                <a:cubicBezTo>
                  <a:pt x="56" y="1"/>
                  <a:pt x="57" y="0"/>
                  <a:pt x="58" y="0"/>
                </a:cubicBezTo>
                <a:cubicBezTo>
                  <a:pt x="130" y="0"/>
                  <a:pt x="130" y="0"/>
                  <a:pt x="130" y="0"/>
                </a:cubicBezTo>
                <a:cubicBezTo>
                  <a:pt x="135" y="0"/>
                  <a:pt x="138" y="2"/>
                  <a:pt x="141" y="6"/>
                </a:cubicBezTo>
                <a:cubicBezTo>
                  <a:pt x="143" y="9"/>
                  <a:pt x="144" y="13"/>
                  <a:pt x="143" y="18"/>
                </a:cubicBezTo>
                <a:cubicBezTo>
                  <a:pt x="117" y="104"/>
                  <a:pt x="117" y="104"/>
                  <a:pt x="117" y="104"/>
                </a:cubicBezTo>
                <a:cubicBezTo>
                  <a:pt x="114" y="111"/>
                  <a:pt x="112" y="116"/>
                  <a:pt x="110" y="118"/>
                </a:cubicBezTo>
                <a:cubicBezTo>
                  <a:pt x="108" y="120"/>
                  <a:pt x="104" y="121"/>
                  <a:pt x="98" y="121"/>
                </a:cubicBezTo>
                <a:cubicBezTo>
                  <a:pt x="16" y="121"/>
                  <a:pt x="16" y="121"/>
                  <a:pt x="16" y="121"/>
                </a:cubicBezTo>
                <a:cubicBezTo>
                  <a:pt x="14" y="121"/>
                  <a:pt x="13" y="122"/>
                  <a:pt x="12" y="123"/>
                </a:cubicBezTo>
                <a:cubicBezTo>
                  <a:pt x="11" y="124"/>
                  <a:pt x="11" y="125"/>
                  <a:pt x="12" y="127"/>
                </a:cubicBezTo>
                <a:cubicBezTo>
                  <a:pt x="13" y="131"/>
                  <a:pt x="18" y="133"/>
                  <a:pt x="26" y="133"/>
                </a:cubicBezTo>
                <a:cubicBezTo>
                  <a:pt x="113" y="133"/>
                  <a:pt x="113" y="133"/>
                  <a:pt x="113" y="133"/>
                </a:cubicBezTo>
                <a:cubicBezTo>
                  <a:pt x="115" y="133"/>
                  <a:pt x="116" y="133"/>
                  <a:pt x="118" y="132"/>
                </a:cubicBezTo>
                <a:cubicBezTo>
                  <a:pt x="120" y="131"/>
                  <a:pt x="121" y="130"/>
                  <a:pt x="121" y="128"/>
                </a:cubicBezTo>
                <a:cubicBezTo>
                  <a:pt x="150" y="35"/>
                  <a:pt x="150" y="35"/>
                  <a:pt x="150" y="35"/>
                </a:cubicBezTo>
                <a:cubicBezTo>
                  <a:pt x="150" y="33"/>
                  <a:pt x="150" y="32"/>
                  <a:pt x="150" y="29"/>
                </a:cubicBezTo>
                <a:cubicBezTo>
                  <a:pt x="153" y="30"/>
                  <a:pt x="155" y="32"/>
                  <a:pt x="156" y="33"/>
                </a:cubicBezTo>
                <a:close/>
                <a:moveTo>
                  <a:pt x="47" y="58"/>
                </a:moveTo>
                <a:cubicBezTo>
                  <a:pt x="47" y="59"/>
                  <a:pt x="47" y="59"/>
                  <a:pt x="48" y="60"/>
                </a:cubicBezTo>
                <a:cubicBezTo>
                  <a:pt x="48" y="61"/>
                  <a:pt x="49" y="61"/>
                  <a:pt x="49" y="61"/>
                </a:cubicBezTo>
                <a:cubicBezTo>
                  <a:pt x="107" y="61"/>
                  <a:pt x="107" y="61"/>
                  <a:pt x="107" y="61"/>
                </a:cubicBezTo>
                <a:cubicBezTo>
                  <a:pt x="108" y="61"/>
                  <a:pt x="109" y="61"/>
                  <a:pt x="109" y="60"/>
                </a:cubicBezTo>
                <a:cubicBezTo>
                  <a:pt x="110" y="59"/>
                  <a:pt x="111" y="59"/>
                  <a:pt x="111" y="58"/>
                </a:cubicBezTo>
                <a:cubicBezTo>
                  <a:pt x="113" y="52"/>
                  <a:pt x="113" y="52"/>
                  <a:pt x="113" y="52"/>
                </a:cubicBezTo>
                <a:cubicBezTo>
                  <a:pt x="113" y="51"/>
                  <a:pt x="113" y="50"/>
                  <a:pt x="113" y="50"/>
                </a:cubicBezTo>
                <a:cubicBezTo>
                  <a:pt x="112" y="49"/>
                  <a:pt x="112" y="49"/>
                  <a:pt x="111" y="49"/>
                </a:cubicBezTo>
                <a:cubicBezTo>
                  <a:pt x="53" y="49"/>
                  <a:pt x="53" y="49"/>
                  <a:pt x="53" y="49"/>
                </a:cubicBezTo>
                <a:cubicBezTo>
                  <a:pt x="53" y="49"/>
                  <a:pt x="52" y="49"/>
                  <a:pt x="51" y="50"/>
                </a:cubicBezTo>
                <a:cubicBezTo>
                  <a:pt x="50" y="50"/>
                  <a:pt x="50" y="51"/>
                  <a:pt x="49" y="52"/>
                </a:cubicBezTo>
                <a:lnTo>
                  <a:pt x="47" y="58"/>
                </a:lnTo>
                <a:close/>
                <a:moveTo>
                  <a:pt x="55" y="34"/>
                </a:moveTo>
                <a:cubicBezTo>
                  <a:pt x="55" y="34"/>
                  <a:pt x="55" y="35"/>
                  <a:pt x="55" y="36"/>
                </a:cubicBezTo>
                <a:cubicBezTo>
                  <a:pt x="56" y="36"/>
                  <a:pt x="56" y="37"/>
                  <a:pt x="57" y="37"/>
                </a:cubicBezTo>
                <a:cubicBezTo>
                  <a:pt x="115" y="37"/>
                  <a:pt x="115" y="37"/>
                  <a:pt x="115" y="37"/>
                </a:cubicBezTo>
                <a:cubicBezTo>
                  <a:pt x="116" y="37"/>
                  <a:pt x="116" y="36"/>
                  <a:pt x="117" y="36"/>
                </a:cubicBezTo>
                <a:cubicBezTo>
                  <a:pt x="118" y="35"/>
                  <a:pt x="119" y="34"/>
                  <a:pt x="119" y="34"/>
                </a:cubicBezTo>
                <a:cubicBezTo>
                  <a:pt x="121" y="28"/>
                  <a:pt x="121" y="28"/>
                  <a:pt x="121" y="28"/>
                </a:cubicBezTo>
                <a:cubicBezTo>
                  <a:pt x="121" y="27"/>
                  <a:pt x="121" y="26"/>
                  <a:pt x="121" y="25"/>
                </a:cubicBezTo>
                <a:cubicBezTo>
                  <a:pt x="120" y="25"/>
                  <a:pt x="120" y="25"/>
                  <a:pt x="119" y="25"/>
                </a:cubicBezTo>
                <a:cubicBezTo>
                  <a:pt x="61" y="25"/>
                  <a:pt x="61" y="25"/>
                  <a:pt x="61" y="25"/>
                </a:cubicBezTo>
                <a:cubicBezTo>
                  <a:pt x="60" y="25"/>
                  <a:pt x="60" y="25"/>
                  <a:pt x="59" y="25"/>
                </a:cubicBezTo>
                <a:cubicBezTo>
                  <a:pt x="58" y="26"/>
                  <a:pt x="58" y="27"/>
                  <a:pt x="57" y="28"/>
                </a:cubicBezTo>
                <a:lnTo>
                  <a:pt x="55" y="3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76" name="Freeform 379"/>
          <p:cNvSpPr>
            <a:spLocks/>
          </p:cNvSpPr>
          <p:nvPr/>
        </p:nvSpPr>
        <p:spPr bwMode="auto">
          <a:xfrm>
            <a:off x="7804348" y="5254046"/>
            <a:ext cx="172888" cy="205305"/>
          </a:xfrm>
          <a:custGeom>
            <a:avLst/>
            <a:gdLst>
              <a:gd name="T0" fmla="*/ 110 w 121"/>
              <a:gd name="T1" fmla="*/ 0 h 143"/>
              <a:gd name="T2" fmla="*/ 114 w 121"/>
              <a:gd name="T3" fmla="*/ 1 h 143"/>
              <a:gd name="T4" fmla="*/ 119 w 121"/>
              <a:gd name="T5" fmla="*/ 5 h 143"/>
              <a:gd name="T6" fmla="*/ 121 w 121"/>
              <a:gd name="T7" fmla="*/ 11 h 143"/>
              <a:gd name="T8" fmla="*/ 121 w 121"/>
              <a:gd name="T9" fmla="*/ 133 h 143"/>
              <a:gd name="T10" fmla="*/ 119 w 121"/>
              <a:gd name="T11" fmla="*/ 139 h 143"/>
              <a:gd name="T12" fmla="*/ 114 w 121"/>
              <a:gd name="T13" fmla="*/ 143 h 143"/>
              <a:gd name="T14" fmla="*/ 110 w 121"/>
              <a:gd name="T15" fmla="*/ 143 h 143"/>
              <a:gd name="T16" fmla="*/ 102 w 121"/>
              <a:gd name="T17" fmla="*/ 140 h 143"/>
              <a:gd name="T18" fmla="*/ 60 w 121"/>
              <a:gd name="T19" fmla="*/ 100 h 143"/>
              <a:gd name="T20" fmla="*/ 19 w 121"/>
              <a:gd name="T21" fmla="*/ 140 h 143"/>
              <a:gd name="T22" fmla="*/ 11 w 121"/>
              <a:gd name="T23" fmla="*/ 143 h 143"/>
              <a:gd name="T24" fmla="*/ 7 w 121"/>
              <a:gd name="T25" fmla="*/ 143 h 143"/>
              <a:gd name="T26" fmla="*/ 2 w 121"/>
              <a:gd name="T27" fmla="*/ 139 h 143"/>
              <a:gd name="T28" fmla="*/ 0 w 121"/>
              <a:gd name="T29" fmla="*/ 133 h 143"/>
              <a:gd name="T30" fmla="*/ 0 w 121"/>
              <a:gd name="T31" fmla="*/ 11 h 143"/>
              <a:gd name="T32" fmla="*/ 2 w 121"/>
              <a:gd name="T33" fmla="*/ 5 h 143"/>
              <a:gd name="T34" fmla="*/ 7 w 121"/>
              <a:gd name="T35" fmla="*/ 1 h 143"/>
              <a:gd name="T36" fmla="*/ 11 w 121"/>
              <a:gd name="T37" fmla="*/ 0 h 143"/>
              <a:gd name="T38" fmla="*/ 110 w 121"/>
              <a:gd name="T39" fmla="*/ 0 h 1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121" h="143">
                <a:moveTo>
                  <a:pt x="110" y="0"/>
                </a:moveTo>
                <a:cubicBezTo>
                  <a:pt x="111" y="0"/>
                  <a:pt x="113" y="1"/>
                  <a:pt x="114" y="1"/>
                </a:cubicBezTo>
                <a:cubicBezTo>
                  <a:pt x="116" y="2"/>
                  <a:pt x="118" y="3"/>
                  <a:pt x="119" y="5"/>
                </a:cubicBezTo>
                <a:cubicBezTo>
                  <a:pt x="120" y="7"/>
                  <a:pt x="121" y="9"/>
                  <a:pt x="121" y="11"/>
                </a:cubicBezTo>
                <a:cubicBezTo>
                  <a:pt x="121" y="133"/>
                  <a:pt x="121" y="133"/>
                  <a:pt x="121" y="133"/>
                </a:cubicBezTo>
                <a:cubicBezTo>
                  <a:pt x="121" y="135"/>
                  <a:pt x="120" y="137"/>
                  <a:pt x="119" y="139"/>
                </a:cubicBezTo>
                <a:cubicBezTo>
                  <a:pt x="118" y="140"/>
                  <a:pt x="116" y="142"/>
                  <a:pt x="114" y="143"/>
                </a:cubicBezTo>
                <a:cubicBezTo>
                  <a:pt x="113" y="143"/>
                  <a:pt x="112" y="143"/>
                  <a:pt x="110" y="143"/>
                </a:cubicBezTo>
                <a:cubicBezTo>
                  <a:pt x="107" y="143"/>
                  <a:pt x="104" y="142"/>
                  <a:pt x="102" y="140"/>
                </a:cubicBezTo>
                <a:cubicBezTo>
                  <a:pt x="60" y="100"/>
                  <a:pt x="60" y="100"/>
                  <a:pt x="60" y="100"/>
                </a:cubicBezTo>
                <a:cubicBezTo>
                  <a:pt x="19" y="140"/>
                  <a:pt x="19" y="140"/>
                  <a:pt x="19" y="140"/>
                </a:cubicBezTo>
                <a:cubicBezTo>
                  <a:pt x="16" y="142"/>
                  <a:pt x="14" y="143"/>
                  <a:pt x="11" y="143"/>
                </a:cubicBezTo>
                <a:cubicBezTo>
                  <a:pt x="9" y="143"/>
                  <a:pt x="8" y="143"/>
                  <a:pt x="7" y="143"/>
                </a:cubicBezTo>
                <a:cubicBezTo>
                  <a:pt x="5" y="142"/>
                  <a:pt x="3" y="140"/>
                  <a:pt x="2" y="139"/>
                </a:cubicBezTo>
                <a:cubicBezTo>
                  <a:pt x="1" y="137"/>
                  <a:pt x="0" y="135"/>
                  <a:pt x="0" y="133"/>
                </a:cubicBezTo>
                <a:cubicBezTo>
                  <a:pt x="0" y="11"/>
                  <a:pt x="0" y="11"/>
                  <a:pt x="0" y="11"/>
                </a:cubicBezTo>
                <a:cubicBezTo>
                  <a:pt x="0" y="9"/>
                  <a:pt x="1" y="7"/>
                  <a:pt x="2" y="5"/>
                </a:cubicBezTo>
                <a:cubicBezTo>
                  <a:pt x="3" y="3"/>
                  <a:pt x="5" y="2"/>
                  <a:pt x="7" y="1"/>
                </a:cubicBezTo>
                <a:cubicBezTo>
                  <a:pt x="8" y="1"/>
                  <a:pt x="9" y="0"/>
                  <a:pt x="11" y="0"/>
                </a:cubicBezTo>
                <a:lnTo>
                  <a:pt x="110" y="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77" name="Freeform 380"/>
          <p:cNvSpPr>
            <a:spLocks noEditPoints="1"/>
          </p:cNvSpPr>
          <p:nvPr/>
        </p:nvSpPr>
        <p:spPr bwMode="auto">
          <a:xfrm>
            <a:off x="8100417" y="5254046"/>
            <a:ext cx="172888" cy="205305"/>
          </a:xfrm>
          <a:custGeom>
            <a:avLst/>
            <a:gdLst>
              <a:gd name="T0" fmla="*/ 110 w 121"/>
              <a:gd name="T1" fmla="*/ 0 h 143"/>
              <a:gd name="T2" fmla="*/ 114 w 121"/>
              <a:gd name="T3" fmla="*/ 1 h 143"/>
              <a:gd name="T4" fmla="*/ 119 w 121"/>
              <a:gd name="T5" fmla="*/ 5 h 143"/>
              <a:gd name="T6" fmla="*/ 121 w 121"/>
              <a:gd name="T7" fmla="*/ 11 h 143"/>
              <a:gd name="T8" fmla="*/ 121 w 121"/>
              <a:gd name="T9" fmla="*/ 133 h 143"/>
              <a:gd name="T10" fmla="*/ 119 w 121"/>
              <a:gd name="T11" fmla="*/ 139 h 143"/>
              <a:gd name="T12" fmla="*/ 114 w 121"/>
              <a:gd name="T13" fmla="*/ 143 h 143"/>
              <a:gd name="T14" fmla="*/ 110 w 121"/>
              <a:gd name="T15" fmla="*/ 143 h 143"/>
              <a:gd name="T16" fmla="*/ 102 w 121"/>
              <a:gd name="T17" fmla="*/ 140 h 143"/>
              <a:gd name="T18" fmla="*/ 60 w 121"/>
              <a:gd name="T19" fmla="*/ 100 h 143"/>
              <a:gd name="T20" fmla="*/ 18 w 121"/>
              <a:gd name="T21" fmla="*/ 140 h 143"/>
              <a:gd name="T22" fmla="*/ 11 w 121"/>
              <a:gd name="T23" fmla="*/ 143 h 143"/>
              <a:gd name="T24" fmla="*/ 6 w 121"/>
              <a:gd name="T25" fmla="*/ 143 h 143"/>
              <a:gd name="T26" fmla="*/ 2 w 121"/>
              <a:gd name="T27" fmla="*/ 139 h 143"/>
              <a:gd name="T28" fmla="*/ 0 w 121"/>
              <a:gd name="T29" fmla="*/ 133 h 143"/>
              <a:gd name="T30" fmla="*/ 0 w 121"/>
              <a:gd name="T31" fmla="*/ 11 h 143"/>
              <a:gd name="T32" fmla="*/ 2 w 121"/>
              <a:gd name="T33" fmla="*/ 5 h 143"/>
              <a:gd name="T34" fmla="*/ 6 w 121"/>
              <a:gd name="T35" fmla="*/ 1 h 143"/>
              <a:gd name="T36" fmla="*/ 11 w 121"/>
              <a:gd name="T37" fmla="*/ 0 h 143"/>
              <a:gd name="T38" fmla="*/ 110 w 121"/>
              <a:gd name="T39" fmla="*/ 0 h 143"/>
              <a:gd name="T40" fmla="*/ 109 w 121"/>
              <a:gd name="T41" fmla="*/ 12 h 143"/>
              <a:gd name="T42" fmla="*/ 12 w 121"/>
              <a:gd name="T43" fmla="*/ 12 h 143"/>
              <a:gd name="T44" fmla="*/ 12 w 121"/>
              <a:gd name="T45" fmla="*/ 130 h 143"/>
              <a:gd name="T46" fmla="*/ 52 w 121"/>
              <a:gd name="T47" fmla="*/ 91 h 143"/>
              <a:gd name="T48" fmla="*/ 60 w 121"/>
              <a:gd name="T49" fmla="*/ 83 h 143"/>
              <a:gd name="T50" fmla="*/ 69 w 121"/>
              <a:gd name="T51" fmla="*/ 91 h 143"/>
              <a:gd name="T52" fmla="*/ 109 w 121"/>
              <a:gd name="T53" fmla="*/ 130 h 143"/>
              <a:gd name="T54" fmla="*/ 109 w 121"/>
              <a:gd name="T55" fmla="*/ 12 h 1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121" h="143">
                <a:moveTo>
                  <a:pt x="110" y="0"/>
                </a:moveTo>
                <a:cubicBezTo>
                  <a:pt x="111" y="0"/>
                  <a:pt x="113" y="1"/>
                  <a:pt x="114" y="1"/>
                </a:cubicBezTo>
                <a:cubicBezTo>
                  <a:pt x="116" y="2"/>
                  <a:pt x="118" y="3"/>
                  <a:pt x="119" y="5"/>
                </a:cubicBezTo>
                <a:cubicBezTo>
                  <a:pt x="120" y="7"/>
                  <a:pt x="121" y="9"/>
                  <a:pt x="121" y="11"/>
                </a:cubicBezTo>
                <a:cubicBezTo>
                  <a:pt x="121" y="133"/>
                  <a:pt x="121" y="133"/>
                  <a:pt x="121" y="133"/>
                </a:cubicBezTo>
                <a:cubicBezTo>
                  <a:pt x="121" y="135"/>
                  <a:pt x="120" y="137"/>
                  <a:pt x="119" y="139"/>
                </a:cubicBezTo>
                <a:cubicBezTo>
                  <a:pt x="118" y="140"/>
                  <a:pt x="116" y="142"/>
                  <a:pt x="114" y="143"/>
                </a:cubicBezTo>
                <a:cubicBezTo>
                  <a:pt x="113" y="143"/>
                  <a:pt x="111" y="143"/>
                  <a:pt x="110" y="143"/>
                </a:cubicBezTo>
                <a:cubicBezTo>
                  <a:pt x="107" y="143"/>
                  <a:pt x="104" y="142"/>
                  <a:pt x="102" y="140"/>
                </a:cubicBezTo>
                <a:cubicBezTo>
                  <a:pt x="60" y="100"/>
                  <a:pt x="60" y="100"/>
                  <a:pt x="60" y="100"/>
                </a:cubicBezTo>
                <a:cubicBezTo>
                  <a:pt x="18" y="140"/>
                  <a:pt x="18" y="140"/>
                  <a:pt x="18" y="140"/>
                </a:cubicBezTo>
                <a:cubicBezTo>
                  <a:pt x="16" y="142"/>
                  <a:pt x="14" y="143"/>
                  <a:pt x="11" y="143"/>
                </a:cubicBezTo>
                <a:cubicBezTo>
                  <a:pt x="9" y="143"/>
                  <a:pt x="8" y="143"/>
                  <a:pt x="6" y="143"/>
                </a:cubicBezTo>
                <a:cubicBezTo>
                  <a:pt x="4" y="142"/>
                  <a:pt x="3" y="140"/>
                  <a:pt x="2" y="139"/>
                </a:cubicBezTo>
                <a:cubicBezTo>
                  <a:pt x="0" y="137"/>
                  <a:pt x="0" y="135"/>
                  <a:pt x="0" y="133"/>
                </a:cubicBezTo>
                <a:cubicBezTo>
                  <a:pt x="0" y="11"/>
                  <a:pt x="0" y="11"/>
                  <a:pt x="0" y="11"/>
                </a:cubicBezTo>
                <a:cubicBezTo>
                  <a:pt x="0" y="9"/>
                  <a:pt x="0" y="7"/>
                  <a:pt x="2" y="5"/>
                </a:cubicBezTo>
                <a:cubicBezTo>
                  <a:pt x="3" y="3"/>
                  <a:pt x="4" y="2"/>
                  <a:pt x="6" y="1"/>
                </a:cubicBezTo>
                <a:cubicBezTo>
                  <a:pt x="8" y="1"/>
                  <a:pt x="9" y="0"/>
                  <a:pt x="11" y="0"/>
                </a:cubicBezTo>
                <a:lnTo>
                  <a:pt x="110" y="0"/>
                </a:lnTo>
                <a:close/>
                <a:moveTo>
                  <a:pt x="109" y="12"/>
                </a:moveTo>
                <a:cubicBezTo>
                  <a:pt x="12" y="12"/>
                  <a:pt x="12" y="12"/>
                  <a:pt x="12" y="12"/>
                </a:cubicBezTo>
                <a:cubicBezTo>
                  <a:pt x="12" y="130"/>
                  <a:pt x="12" y="130"/>
                  <a:pt x="12" y="130"/>
                </a:cubicBezTo>
                <a:cubicBezTo>
                  <a:pt x="52" y="91"/>
                  <a:pt x="52" y="91"/>
                  <a:pt x="52" y="91"/>
                </a:cubicBezTo>
                <a:cubicBezTo>
                  <a:pt x="60" y="83"/>
                  <a:pt x="60" y="83"/>
                  <a:pt x="60" y="83"/>
                </a:cubicBezTo>
                <a:cubicBezTo>
                  <a:pt x="69" y="91"/>
                  <a:pt x="69" y="91"/>
                  <a:pt x="69" y="91"/>
                </a:cubicBezTo>
                <a:cubicBezTo>
                  <a:pt x="109" y="130"/>
                  <a:pt x="109" y="130"/>
                  <a:pt x="109" y="130"/>
                </a:cubicBezTo>
                <a:lnTo>
                  <a:pt x="109" y="1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78" name="Freeform 381"/>
          <p:cNvSpPr>
            <a:spLocks noEditPoints="1"/>
          </p:cNvSpPr>
          <p:nvPr/>
        </p:nvSpPr>
        <p:spPr bwMode="auto">
          <a:xfrm>
            <a:off x="8394327" y="5236757"/>
            <a:ext cx="242043" cy="207464"/>
          </a:xfrm>
          <a:custGeom>
            <a:avLst/>
            <a:gdLst>
              <a:gd name="T0" fmla="*/ 170 w 170"/>
              <a:gd name="T1" fmla="*/ 40 h 145"/>
              <a:gd name="T2" fmla="*/ 170 w 170"/>
              <a:gd name="T3" fmla="*/ 76 h 145"/>
              <a:gd name="T4" fmla="*/ 0 w 170"/>
              <a:gd name="T5" fmla="*/ 76 h 145"/>
              <a:gd name="T6" fmla="*/ 0 w 170"/>
              <a:gd name="T7" fmla="*/ 40 h 145"/>
              <a:gd name="T8" fmla="*/ 5 w 170"/>
              <a:gd name="T9" fmla="*/ 29 h 145"/>
              <a:gd name="T10" fmla="*/ 16 w 170"/>
              <a:gd name="T11" fmla="*/ 24 h 145"/>
              <a:gd name="T12" fmla="*/ 49 w 170"/>
              <a:gd name="T13" fmla="*/ 24 h 145"/>
              <a:gd name="T14" fmla="*/ 49 w 170"/>
              <a:gd name="T15" fmla="*/ 9 h 145"/>
              <a:gd name="T16" fmla="*/ 51 w 170"/>
              <a:gd name="T17" fmla="*/ 3 h 145"/>
              <a:gd name="T18" fmla="*/ 58 w 170"/>
              <a:gd name="T19" fmla="*/ 0 h 145"/>
              <a:gd name="T20" fmla="*/ 112 w 170"/>
              <a:gd name="T21" fmla="*/ 0 h 145"/>
              <a:gd name="T22" fmla="*/ 119 w 170"/>
              <a:gd name="T23" fmla="*/ 3 h 145"/>
              <a:gd name="T24" fmla="*/ 121 w 170"/>
              <a:gd name="T25" fmla="*/ 9 h 145"/>
              <a:gd name="T26" fmla="*/ 121 w 170"/>
              <a:gd name="T27" fmla="*/ 24 h 145"/>
              <a:gd name="T28" fmla="*/ 155 w 170"/>
              <a:gd name="T29" fmla="*/ 24 h 145"/>
              <a:gd name="T30" fmla="*/ 165 w 170"/>
              <a:gd name="T31" fmla="*/ 29 h 145"/>
              <a:gd name="T32" fmla="*/ 170 w 170"/>
              <a:gd name="T33" fmla="*/ 40 h 145"/>
              <a:gd name="T34" fmla="*/ 170 w 170"/>
              <a:gd name="T35" fmla="*/ 85 h 145"/>
              <a:gd name="T36" fmla="*/ 170 w 170"/>
              <a:gd name="T37" fmla="*/ 130 h 145"/>
              <a:gd name="T38" fmla="*/ 165 w 170"/>
              <a:gd name="T39" fmla="*/ 141 h 145"/>
              <a:gd name="T40" fmla="*/ 155 w 170"/>
              <a:gd name="T41" fmla="*/ 145 h 145"/>
              <a:gd name="T42" fmla="*/ 16 w 170"/>
              <a:gd name="T43" fmla="*/ 145 h 145"/>
              <a:gd name="T44" fmla="*/ 5 w 170"/>
              <a:gd name="T45" fmla="*/ 141 h 145"/>
              <a:gd name="T46" fmla="*/ 0 w 170"/>
              <a:gd name="T47" fmla="*/ 130 h 145"/>
              <a:gd name="T48" fmla="*/ 0 w 170"/>
              <a:gd name="T49" fmla="*/ 85 h 145"/>
              <a:gd name="T50" fmla="*/ 64 w 170"/>
              <a:gd name="T51" fmla="*/ 85 h 145"/>
              <a:gd name="T52" fmla="*/ 64 w 170"/>
              <a:gd name="T53" fmla="*/ 100 h 145"/>
              <a:gd name="T54" fmla="*/ 66 w 170"/>
              <a:gd name="T55" fmla="*/ 104 h 145"/>
              <a:gd name="T56" fmla="*/ 70 w 170"/>
              <a:gd name="T57" fmla="*/ 106 h 145"/>
              <a:gd name="T58" fmla="*/ 100 w 170"/>
              <a:gd name="T59" fmla="*/ 106 h 145"/>
              <a:gd name="T60" fmla="*/ 104 w 170"/>
              <a:gd name="T61" fmla="*/ 104 h 145"/>
              <a:gd name="T62" fmla="*/ 106 w 170"/>
              <a:gd name="T63" fmla="*/ 100 h 145"/>
              <a:gd name="T64" fmla="*/ 106 w 170"/>
              <a:gd name="T65" fmla="*/ 85 h 145"/>
              <a:gd name="T66" fmla="*/ 170 w 170"/>
              <a:gd name="T67" fmla="*/ 85 h 145"/>
              <a:gd name="T68" fmla="*/ 61 w 170"/>
              <a:gd name="T69" fmla="*/ 24 h 145"/>
              <a:gd name="T70" fmla="*/ 109 w 170"/>
              <a:gd name="T71" fmla="*/ 24 h 145"/>
              <a:gd name="T72" fmla="*/ 109 w 170"/>
              <a:gd name="T73" fmla="*/ 12 h 145"/>
              <a:gd name="T74" fmla="*/ 61 w 170"/>
              <a:gd name="T75" fmla="*/ 12 h 145"/>
              <a:gd name="T76" fmla="*/ 61 w 170"/>
              <a:gd name="T77" fmla="*/ 24 h 145"/>
              <a:gd name="T78" fmla="*/ 97 w 170"/>
              <a:gd name="T79" fmla="*/ 85 h 145"/>
              <a:gd name="T80" fmla="*/ 97 w 170"/>
              <a:gd name="T81" fmla="*/ 97 h 145"/>
              <a:gd name="T82" fmla="*/ 73 w 170"/>
              <a:gd name="T83" fmla="*/ 97 h 145"/>
              <a:gd name="T84" fmla="*/ 73 w 170"/>
              <a:gd name="T85" fmla="*/ 85 h 145"/>
              <a:gd name="T86" fmla="*/ 97 w 170"/>
              <a:gd name="T87" fmla="*/ 85 h 1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70" h="145">
                <a:moveTo>
                  <a:pt x="170" y="40"/>
                </a:moveTo>
                <a:cubicBezTo>
                  <a:pt x="170" y="76"/>
                  <a:pt x="170" y="76"/>
                  <a:pt x="170" y="76"/>
                </a:cubicBezTo>
                <a:cubicBezTo>
                  <a:pt x="0" y="76"/>
                  <a:pt x="0" y="76"/>
                  <a:pt x="0" y="7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35"/>
                  <a:pt x="2" y="32"/>
                  <a:pt x="5" y="29"/>
                </a:cubicBezTo>
                <a:cubicBezTo>
                  <a:pt x="8" y="26"/>
                  <a:pt x="11" y="24"/>
                  <a:pt x="16" y="24"/>
                </a:cubicBezTo>
                <a:cubicBezTo>
                  <a:pt x="49" y="24"/>
                  <a:pt x="49" y="24"/>
                  <a:pt x="49" y="24"/>
                </a:cubicBezTo>
                <a:cubicBezTo>
                  <a:pt x="49" y="9"/>
                  <a:pt x="49" y="9"/>
                  <a:pt x="49" y="9"/>
                </a:cubicBezTo>
                <a:cubicBezTo>
                  <a:pt x="49" y="7"/>
                  <a:pt x="50" y="5"/>
                  <a:pt x="51" y="3"/>
                </a:cubicBezTo>
                <a:cubicBezTo>
                  <a:pt x="53" y="1"/>
                  <a:pt x="55" y="0"/>
                  <a:pt x="58" y="0"/>
                </a:cubicBezTo>
                <a:cubicBezTo>
                  <a:pt x="112" y="0"/>
                  <a:pt x="112" y="0"/>
                  <a:pt x="112" y="0"/>
                </a:cubicBezTo>
                <a:cubicBezTo>
                  <a:pt x="115" y="0"/>
                  <a:pt x="117" y="1"/>
                  <a:pt x="119" y="3"/>
                </a:cubicBezTo>
                <a:cubicBezTo>
                  <a:pt x="121" y="5"/>
                  <a:pt x="121" y="7"/>
                  <a:pt x="121" y="9"/>
                </a:cubicBezTo>
                <a:cubicBezTo>
                  <a:pt x="121" y="24"/>
                  <a:pt x="121" y="24"/>
                  <a:pt x="121" y="24"/>
                </a:cubicBezTo>
                <a:cubicBezTo>
                  <a:pt x="155" y="24"/>
                  <a:pt x="155" y="24"/>
                  <a:pt x="155" y="24"/>
                </a:cubicBezTo>
                <a:cubicBezTo>
                  <a:pt x="159" y="24"/>
                  <a:pt x="162" y="26"/>
                  <a:pt x="165" y="29"/>
                </a:cubicBezTo>
                <a:cubicBezTo>
                  <a:pt x="168" y="32"/>
                  <a:pt x="170" y="35"/>
                  <a:pt x="170" y="40"/>
                </a:cubicBezTo>
                <a:close/>
                <a:moveTo>
                  <a:pt x="170" y="85"/>
                </a:moveTo>
                <a:cubicBezTo>
                  <a:pt x="170" y="130"/>
                  <a:pt x="170" y="130"/>
                  <a:pt x="170" y="130"/>
                </a:cubicBezTo>
                <a:cubicBezTo>
                  <a:pt x="170" y="134"/>
                  <a:pt x="168" y="138"/>
                  <a:pt x="165" y="141"/>
                </a:cubicBezTo>
                <a:cubicBezTo>
                  <a:pt x="162" y="144"/>
                  <a:pt x="159" y="145"/>
                  <a:pt x="155" y="145"/>
                </a:cubicBezTo>
                <a:cubicBezTo>
                  <a:pt x="16" y="145"/>
                  <a:pt x="16" y="145"/>
                  <a:pt x="16" y="145"/>
                </a:cubicBezTo>
                <a:cubicBezTo>
                  <a:pt x="11" y="145"/>
                  <a:pt x="8" y="144"/>
                  <a:pt x="5" y="141"/>
                </a:cubicBezTo>
                <a:cubicBezTo>
                  <a:pt x="2" y="138"/>
                  <a:pt x="0" y="134"/>
                  <a:pt x="0" y="130"/>
                </a:cubicBezTo>
                <a:cubicBezTo>
                  <a:pt x="0" y="85"/>
                  <a:pt x="0" y="85"/>
                  <a:pt x="0" y="85"/>
                </a:cubicBezTo>
                <a:cubicBezTo>
                  <a:pt x="64" y="85"/>
                  <a:pt x="64" y="85"/>
                  <a:pt x="64" y="85"/>
                </a:cubicBezTo>
                <a:cubicBezTo>
                  <a:pt x="64" y="100"/>
                  <a:pt x="64" y="100"/>
                  <a:pt x="64" y="100"/>
                </a:cubicBezTo>
                <a:cubicBezTo>
                  <a:pt x="64" y="102"/>
                  <a:pt x="65" y="103"/>
                  <a:pt x="66" y="104"/>
                </a:cubicBezTo>
                <a:cubicBezTo>
                  <a:pt x="67" y="105"/>
                  <a:pt x="68" y="106"/>
                  <a:pt x="70" y="106"/>
                </a:cubicBezTo>
                <a:cubicBezTo>
                  <a:pt x="100" y="106"/>
                  <a:pt x="100" y="106"/>
                  <a:pt x="100" y="106"/>
                </a:cubicBezTo>
                <a:cubicBezTo>
                  <a:pt x="102" y="106"/>
                  <a:pt x="103" y="105"/>
                  <a:pt x="104" y="104"/>
                </a:cubicBezTo>
                <a:cubicBezTo>
                  <a:pt x="106" y="103"/>
                  <a:pt x="106" y="102"/>
                  <a:pt x="106" y="100"/>
                </a:cubicBezTo>
                <a:cubicBezTo>
                  <a:pt x="106" y="85"/>
                  <a:pt x="106" y="85"/>
                  <a:pt x="106" y="85"/>
                </a:cubicBezTo>
                <a:lnTo>
                  <a:pt x="170" y="85"/>
                </a:lnTo>
                <a:close/>
                <a:moveTo>
                  <a:pt x="61" y="24"/>
                </a:moveTo>
                <a:cubicBezTo>
                  <a:pt x="109" y="24"/>
                  <a:pt x="109" y="24"/>
                  <a:pt x="109" y="24"/>
                </a:cubicBezTo>
                <a:cubicBezTo>
                  <a:pt x="109" y="12"/>
                  <a:pt x="109" y="12"/>
                  <a:pt x="109" y="12"/>
                </a:cubicBezTo>
                <a:cubicBezTo>
                  <a:pt x="61" y="12"/>
                  <a:pt x="61" y="12"/>
                  <a:pt x="61" y="12"/>
                </a:cubicBezTo>
                <a:lnTo>
                  <a:pt x="61" y="24"/>
                </a:lnTo>
                <a:close/>
                <a:moveTo>
                  <a:pt x="97" y="85"/>
                </a:moveTo>
                <a:cubicBezTo>
                  <a:pt x="97" y="97"/>
                  <a:pt x="97" y="97"/>
                  <a:pt x="97" y="97"/>
                </a:cubicBezTo>
                <a:cubicBezTo>
                  <a:pt x="73" y="97"/>
                  <a:pt x="73" y="97"/>
                  <a:pt x="73" y="97"/>
                </a:cubicBezTo>
                <a:cubicBezTo>
                  <a:pt x="73" y="85"/>
                  <a:pt x="73" y="85"/>
                  <a:pt x="73" y="85"/>
                </a:cubicBezTo>
                <a:lnTo>
                  <a:pt x="97" y="8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79" name="Freeform 382"/>
          <p:cNvSpPr>
            <a:spLocks noEditPoints="1"/>
          </p:cNvSpPr>
          <p:nvPr/>
        </p:nvSpPr>
        <p:spPr bwMode="auto">
          <a:xfrm>
            <a:off x="8763874" y="5245402"/>
            <a:ext cx="216111" cy="213949"/>
          </a:xfrm>
          <a:custGeom>
            <a:avLst/>
            <a:gdLst>
              <a:gd name="T0" fmla="*/ 149 w 151"/>
              <a:gd name="T1" fmla="*/ 81 h 149"/>
              <a:gd name="T2" fmla="*/ 151 w 151"/>
              <a:gd name="T3" fmla="*/ 85 h 149"/>
              <a:gd name="T4" fmla="*/ 149 w 151"/>
              <a:gd name="T5" fmla="*/ 89 h 149"/>
              <a:gd name="T6" fmla="*/ 145 w 151"/>
              <a:gd name="T7" fmla="*/ 91 h 149"/>
              <a:gd name="T8" fmla="*/ 124 w 151"/>
              <a:gd name="T9" fmla="*/ 91 h 149"/>
              <a:gd name="T10" fmla="*/ 117 w 151"/>
              <a:gd name="T11" fmla="*/ 118 h 149"/>
              <a:gd name="T12" fmla="*/ 137 w 151"/>
              <a:gd name="T13" fmla="*/ 138 h 149"/>
              <a:gd name="T14" fmla="*/ 139 w 151"/>
              <a:gd name="T15" fmla="*/ 142 h 149"/>
              <a:gd name="T16" fmla="*/ 137 w 151"/>
              <a:gd name="T17" fmla="*/ 147 h 149"/>
              <a:gd name="T18" fmla="*/ 133 w 151"/>
              <a:gd name="T19" fmla="*/ 149 h 149"/>
              <a:gd name="T20" fmla="*/ 128 w 151"/>
              <a:gd name="T21" fmla="*/ 147 h 149"/>
              <a:gd name="T22" fmla="*/ 110 w 151"/>
              <a:gd name="T23" fmla="*/ 128 h 149"/>
              <a:gd name="T24" fmla="*/ 108 w 151"/>
              <a:gd name="T25" fmla="*/ 129 h 149"/>
              <a:gd name="T26" fmla="*/ 104 w 151"/>
              <a:gd name="T27" fmla="*/ 132 h 149"/>
              <a:gd name="T28" fmla="*/ 98 w 151"/>
              <a:gd name="T29" fmla="*/ 135 h 149"/>
              <a:gd name="T30" fmla="*/ 90 w 151"/>
              <a:gd name="T31" fmla="*/ 138 h 149"/>
              <a:gd name="T32" fmla="*/ 81 w 151"/>
              <a:gd name="T33" fmla="*/ 139 h 149"/>
              <a:gd name="T34" fmla="*/ 81 w 151"/>
              <a:gd name="T35" fmla="*/ 55 h 149"/>
              <a:gd name="T36" fmla="*/ 69 w 151"/>
              <a:gd name="T37" fmla="*/ 55 h 149"/>
              <a:gd name="T38" fmla="*/ 69 w 151"/>
              <a:gd name="T39" fmla="*/ 139 h 149"/>
              <a:gd name="T40" fmla="*/ 60 w 151"/>
              <a:gd name="T41" fmla="*/ 138 h 149"/>
              <a:gd name="T42" fmla="*/ 51 w 151"/>
              <a:gd name="T43" fmla="*/ 135 h 149"/>
              <a:gd name="T44" fmla="*/ 45 w 151"/>
              <a:gd name="T45" fmla="*/ 131 h 149"/>
              <a:gd name="T46" fmla="*/ 41 w 151"/>
              <a:gd name="T47" fmla="*/ 128 h 149"/>
              <a:gd name="T48" fmla="*/ 40 w 151"/>
              <a:gd name="T49" fmla="*/ 127 h 149"/>
              <a:gd name="T50" fmla="*/ 22 w 151"/>
              <a:gd name="T51" fmla="*/ 147 h 149"/>
              <a:gd name="T52" fmla="*/ 18 w 151"/>
              <a:gd name="T53" fmla="*/ 149 h 149"/>
              <a:gd name="T54" fmla="*/ 14 w 151"/>
              <a:gd name="T55" fmla="*/ 147 h 149"/>
              <a:gd name="T56" fmla="*/ 12 w 151"/>
              <a:gd name="T57" fmla="*/ 143 h 149"/>
              <a:gd name="T58" fmla="*/ 13 w 151"/>
              <a:gd name="T59" fmla="*/ 138 h 149"/>
              <a:gd name="T60" fmla="*/ 32 w 151"/>
              <a:gd name="T61" fmla="*/ 117 h 149"/>
              <a:gd name="T62" fmla="*/ 27 w 151"/>
              <a:gd name="T63" fmla="*/ 91 h 149"/>
              <a:gd name="T64" fmla="*/ 6 w 151"/>
              <a:gd name="T65" fmla="*/ 91 h 149"/>
              <a:gd name="T66" fmla="*/ 1 w 151"/>
              <a:gd name="T67" fmla="*/ 89 h 149"/>
              <a:gd name="T68" fmla="*/ 0 w 151"/>
              <a:gd name="T69" fmla="*/ 85 h 149"/>
              <a:gd name="T70" fmla="*/ 1 w 151"/>
              <a:gd name="T71" fmla="*/ 81 h 149"/>
              <a:gd name="T72" fmla="*/ 6 w 151"/>
              <a:gd name="T73" fmla="*/ 79 h 149"/>
              <a:gd name="T74" fmla="*/ 27 w 151"/>
              <a:gd name="T75" fmla="*/ 79 h 149"/>
              <a:gd name="T76" fmla="*/ 27 w 151"/>
              <a:gd name="T77" fmla="*/ 51 h 149"/>
              <a:gd name="T78" fmla="*/ 10 w 151"/>
              <a:gd name="T79" fmla="*/ 35 h 149"/>
              <a:gd name="T80" fmla="*/ 9 w 151"/>
              <a:gd name="T81" fmla="*/ 31 h 149"/>
              <a:gd name="T82" fmla="*/ 10 w 151"/>
              <a:gd name="T83" fmla="*/ 26 h 149"/>
              <a:gd name="T84" fmla="*/ 15 w 151"/>
              <a:gd name="T85" fmla="*/ 24 h 149"/>
              <a:gd name="T86" fmla="*/ 19 w 151"/>
              <a:gd name="T87" fmla="*/ 26 h 149"/>
              <a:gd name="T88" fmla="*/ 35 w 151"/>
              <a:gd name="T89" fmla="*/ 43 h 149"/>
              <a:gd name="T90" fmla="*/ 115 w 151"/>
              <a:gd name="T91" fmla="*/ 43 h 149"/>
              <a:gd name="T92" fmla="*/ 131 w 151"/>
              <a:gd name="T93" fmla="*/ 26 h 149"/>
              <a:gd name="T94" fmla="*/ 136 w 151"/>
              <a:gd name="T95" fmla="*/ 24 h 149"/>
              <a:gd name="T96" fmla="*/ 140 w 151"/>
              <a:gd name="T97" fmla="*/ 26 h 149"/>
              <a:gd name="T98" fmla="*/ 142 w 151"/>
              <a:gd name="T99" fmla="*/ 31 h 149"/>
              <a:gd name="T100" fmla="*/ 140 w 151"/>
              <a:gd name="T101" fmla="*/ 35 h 149"/>
              <a:gd name="T102" fmla="*/ 124 w 151"/>
              <a:gd name="T103" fmla="*/ 51 h 149"/>
              <a:gd name="T104" fmla="*/ 124 w 151"/>
              <a:gd name="T105" fmla="*/ 79 h 149"/>
              <a:gd name="T106" fmla="*/ 145 w 151"/>
              <a:gd name="T107" fmla="*/ 79 h 149"/>
              <a:gd name="T108" fmla="*/ 149 w 151"/>
              <a:gd name="T109" fmla="*/ 81 h 149"/>
              <a:gd name="T110" fmla="*/ 105 w 151"/>
              <a:gd name="T111" fmla="*/ 31 h 149"/>
              <a:gd name="T112" fmla="*/ 45 w 151"/>
              <a:gd name="T113" fmla="*/ 31 h 149"/>
              <a:gd name="T114" fmla="*/ 54 w 151"/>
              <a:gd name="T115" fmla="*/ 9 h 149"/>
              <a:gd name="T116" fmla="*/ 75 w 151"/>
              <a:gd name="T117" fmla="*/ 0 h 149"/>
              <a:gd name="T118" fmla="*/ 97 w 151"/>
              <a:gd name="T119" fmla="*/ 9 h 149"/>
              <a:gd name="T120" fmla="*/ 105 w 151"/>
              <a:gd name="T121" fmla="*/ 31 h 1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51" h="149">
                <a:moveTo>
                  <a:pt x="149" y="81"/>
                </a:moveTo>
                <a:cubicBezTo>
                  <a:pt x="150" y="82"/>
                  <a:pt x="151" y="83"/>
                  <a:pt x="151" y="85"/>
                </a:cubicBezTo>
                <a:cubicBezTo>
                  <a:pt x="151" y="87"/>
                  <a:pt x="150" y="88"/>
                  <a:pt x="149" y="89"/>
                </a:cubicBezTo>
                <a:cubicBezTo>
                  <a:pt x="148" y="90"/>
                  <a:pt x="146" y="91"/>
                  <a:pt x="145" y="91"/>
                </a:cubicBezTo>
                <a:cubicBezTo>
                  <a:pt x="124" y="91"/>
                  <a:pt x="124" y="91"/>
                  <a:pt x="124" y="91"/>
                </a:cubicBezTo>
                <a:cubicBezTo>
                  <a:pt x="124" y="102"/>
                  <a:pt x="122" y="111"/>
                  <a:pt x="117" y="118"/>
                </a:cubicBezTo>
                <a:cubicBezTo>
                  <a:pt x="137" y="138"/>
                  <a:pt x="137" y="138"/>
                  <a:pt x="137" y="138"/>
                </a:cubicBezTo>
                <a:cubicBezTo>
                  <a:pt x="138" y="139"/>
                  <a:pt x="139" y="141"/>
                  <a:pt x="139" y="142"/>
                </a:cubicBezTo>
                <a:cubicBezTo>
                  <a:pt x="139" y="144"/>
                  <a:pt x="138" y="146"/>
                  <a:pt x="137" y="147"/>
                </a:cubicBezTo>
                <a:cubicBezTo>
                  <a:pt x="136" y="148"/>
                  <a:pt x="134" y="149"/>
                  <a:pt x="133" y="149"/>
                </a:cubicBezTo>
                <a:cubicBezTo>
                  <a:pt x="131" y="149"/>
                  <a:pt x="130" y="148"/>
                  <a:pt x="128" y="147"/>
                </a:cubicBezTo>
                <a:cubicBezTo>
                  <a:pt x="110" y="128"/>
                  <a:pt x="110" y="128"/>
                  <a:pt x="110" y="128"/>
                </a:cubicBezTo>
                <a:cubicBezTo>
                  <a:pt x="109" y="128"/>
                  <a:pt x="109" y="129"/>
                  <a:pt x="108" y="129"/>
                </a:cubicBezTo>
                <a:cubicBezTo>
                  <a:pt x="108" y="130"/>
                  <a:pt x="106" y="131"/>
                  <a:pt x="104" y="132"/>
                </a:cubicBezTo>
                <a:cubicBezTo>
                  <a:pt x="102" y="133"/>
                  <a:pt x="100" y="134"/>
                  <a:pt x="98" y="135"/>
                </a:cubicBezTo>
                <a:cubicBezTo>
                  <a:pt x="96" y="136"/>
                  <a:pt x="94" y="137"/>
                  <a:pt x="90" y="138"/>
                </a:cubicBezTo>
                <a:cubicBezTo>
                  <a:pt x="87" y="139"/>
                  <a:pt x="84" y="139"/>
                  <a:pt x="81" y="139"/>
                </a:cubicBezTo>
                <a:cubicBezTo>
                  <a:pt x="81" y="55"/>
                  <a:pt x="81" y="55"/>
                  <a:pt x="81" y="55"/>
                </a:cubicBezTo>
                <a:cubicBezTo>
                  <a:pt x="69" y="55"/>
                  <a:pt x="69" y="55"/>
                  <a:pt x="69" y="55"/>
                </a:cubicBezTo>
                <a:cubicBezTo>
                  <a:pt x="69" y="139"/>
                  <a:pt x="69" y="139"/>
                  <a:pt x="69" y="139"/>
                </a:cubicBezTo>
                <a:cubicBezTo>
                  <a:pt x="66" y="139"/>
                  <a:pt x="63" y="139"/>
                  <a:pt x="60" y="138"/>
                </a:cubicBezTo>
                <a:cubicBezTo>
                  <a:pt x="56" y="137"/>
                  <a:pt x="54" y="136"/>
                  <a:pt x="51" y="135"/>
                </a:cubicBezTo>
                <a:cubicBezTo>
                  <a:pt x="49" y="134"/>
                  <a:pt x="47" y="133"/>
                  <a:pt x="45" y="131"/>
                </a:cubicBezTo>
                <a:cubicBezTo>
                  <a:pt x="43" y="130"/>
                  <a:pt x="42" y="129"/>
                  <a:pt x="41" y="128"/>
                </a:cubicBezTo>
                <a:cubicBezTo>
                  <a:pt x="40" y="127"/>
                  <a:pt x="40" y="127"/>
                  <a:pt x="40" y="127"/>
                </a:cubicBezTo>
                <a:cubicBezTo>
                  <a:pt x="22" y="147"/>
                  <a:pt x="22" y="147"/>
                  <a:pt x="22" y="147"/>
                </a:cubicBezTo>
                <a:cubicBezTo>
                  <a:pt x="21" y="148"/>
                  <a:pt x="19" y="149"/>
                  <a:pt x="18" y="149"/>
                </a:cubicBezTo>
                <a:cubicBezTo>
                  <a:pt x="16" y="149"/>
                  <a:pt x="15" y="148"/>
                  <a:pt x="14" y="147"/>
                </a:cubicBezTo>
                <a:cubicBezTo>
                  <a:pt x="12" y="146"/>
                  <a:pt x="12" y="144"/>
                  <a:pt x="12" y="143"/>
                </a:cubicBezTo>
                <a:cubicBezTo>
                  <a:pt x="12" y="141"/>
                  <a:pt x="12" y="140"/>
                  <a:pt x="13" y="138"/>
                </a:cubicBezTo>
                <a:cubicBezTo>
                  <a:pt x="32" y="117"/>
                  <a:pt x="32" y="117"/>
                  <a:pt x="32" y="117"/>
                </a:cubicBezTo>
                <a:cubicBezTo>
                  <a:pt x="29" y="110"/>
                  <a:pt x="27" y="101"/>
                  <a:pt x="27" y="91"/>
                </a:cubicBezTo>
                <a:cubicBezTo>
                  <a:pt x="6" y="91"/>
                  <a:pt x="6" y="91"/>
                  <a:pt x="6" y="91"/>
                </a:cubicBezTo>
                <a:cubicBezTo>
                  <a:pt x="4" y="91"/>
                  <a:pt x="3" y="90"/>
                  <a:pt x="1" y="89"/>
                </a:cubicBezTo>
                <a:cubicBezTo>
                  <a:pt x="0" y="88"/>
                  <a:pt x="0" y="87"/>
                  <a:pt x="0" y="85"/>
                </a:cubicBezTo>
                <a:cubicBezTo>
                  <a:pt x="0" y="83"/>
                  <a:pt x="0" y="82"/>
                  <a:pt x="1" y="81"/>
                </a:cubicBezTo>
                <a:cubicBezTo>
                  <a:pt x="3" y="80"/>
                  <a:pt x="4" y="79"/>
                  <a:pt x="6" y="79"/>
                </a:cubicBezTo>
                <a:cubicBezTo>
                  <a:pt x="27" y="79"/>
                  <a:pt x="27" y="79"/>
                  <a:pt x="27" y="79"/>
                </a:cubicBezTo>
                <a:cubicBezTo>
                  <a:pt x="27" y="51"/>
                  <a:pt x="27" y="51"/>
                  <a:pt x="27" y="51"/>
                </a:cubicBezTo>
                <a:cubicBezTo>
                  <a:pt x="10" y="35"/>
                  <a:pt x="10" y="35"/>
                  <a:pt x="10" y="35"/>
                </a:cubicBezTo>
                <a:cubicBezTo>
                  <a:pt x="9" y="34"/>
                  <a:pt x="9" y="32"/>
                  <a:pt x="9" y="31"/>
                </a:cubicBezTo>
                <a:cubicBezTo>
                  <a:pt x="9" y="29"/>
                  <a:pt x="9" y="27"/>
                  <a:pt x="10" y="26"/>
                </a:cubicBezTo>
                <a:cubicBezTo>
                  <a:pt x="12" y="25"/>
                  <a:pt x="13" y="24"/>
                  <a:pt x="15" y="24"/>
                </a:cubicBezTo>
                <a:cubicBezTo>
                  <a:pt x="16" y="24"/>
                  <a:pt x="18" y="25"/>
                  <a:pt x="19" y="26"/>
                </a:cubicBezTo>
                <a:cubicBezTo>
                  <a:pt x="35" y="43"/>
                  <a:pt x="35" y="43"/>
                  <a:pt x="35" y="43"/>
                </a:cubicBezTo>
                <a:cubicBezTo>
                  <a:pt x="115" y="43"/>
                  <a:pt x="115" y="43"/>
                  <a:pt x="115" y="43"/>
                </a:cubicBezTo>
                <a:cubicBezTo>
                  <a:pt x="131" y="26"/>
                  <a:pt x="131" y="26"/>
                  <a:pt x="131" y="26"/>
                </a:cubicBezTo>
                <a:cubicBezTo>
                  <a:pt x="133" y="25"/>
                  <a:pt x="134" y="24"/>
                  <a:pt x="136" y="24"/>
                </a:cubicBezTo>
                <a:cubicBezTo>
                  <a:pt x="137" y="24"/>
                  <a:pt x="139" y="25"/>
                  <a:pt x="140" y="26"/>
                </a:cubicBezTo>
                <a:cubicBezTo>
                  <a:pt x="141" y="27"/>
                  <a:pt x="142" y="29"/>
                  <a:pt x="142" y="31"/>
                </a:cubicBezTo>
                <a:cubicBezTo>
                  <a:pt x="142" y="32"/>
                  <a:pt x="141" y="34"/>
                  <a:pt x="140" y="35"/>
                </a:cubicBezTo>
                <a:cubicBezTo>
                  <a:pt x="124" y="51"/>
                  <a:pt x="124" y="51"/>
                  <a:pt x="124" y="51"/>
                </a:cubicBezTo>
                <a:cubicBezTo>
                  <a:pt x="124" y="79"/>
                  <a:pt x="124" y="79"/>
                  <a:pt x="124" y="79"/>
                </a:cubicBezTo>
                <a:cubicBezTo>
                  <a:pt x="145" y="79"/>
                  <a:pt x="145" y="79"/>
                  <a:pt x="145" y="79"/>
                </a:cubicBezTo>
                <a:cubicBezTo>
                  <a:pt x="146" y="79"/>
                  <a:pt x="148" y="80"/>
                  <a:pt x="149" y="81"/>
                </a:cubicBezTo>
                <a:close/>
                <a:moveTo>
                  <a:pt x="105" y="31"/>
                </a:moveTo>
                <a:cubicBezTo>
                  <a:pt x="45" y="31"/>
                  <a:pt x="45" y="31"/>
                  <a:pt x="45" y="31"/>
                </a:cubicBezTo>
                <a:cubicBezTo>
                  <a:pt x="45" y="22"/>
                  <a:pt x="48" y="15"/>
                  <a:pt x="54" y="9"/>
                </a:cubicBezTo>
                <a:cubicBezTo>
                  <a:pt x="60" y="3"/>
                  <a:pt x="67" y="0"/>
                  <a:pt x="75" y="0"/>
                </a:cubicBezTo>
                <a:cubicBezTo>
                  <a:pt x="84" y="0"/>
                  <a:pt x="91" y="3"/>
                  <a:pt x="97" y="9"/>
                </a:cubicBezTo>
                <a:cubicBezTo>
                  <a:pt x="103" y="15"/>
                  <a:pt x="105" y="22"/>
                  <a:pt x="105" y="3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80" name="Freeform 383"/>
          <p:cNvSpPr>
            <a:spLocks noEditPoints="1"/>
          </p:cNvSpPr>
          <p:nvPr/>
        </p:nvSpPr>
        <p:spPr bwMode="auto">
          <a:xfrm>
            <a:off x="9105327" y="5236758"/>
            <a:ext cx="192339" cy="244204"/>
          </a:xfrm>
          <a:custGeom>
            <a:avLst/>
            <a:gdLst>
              <a:gd name="T0" fmla="*/ 131 w 133"/>
              <a:gd name="T1" fmla="*/ 168 h 170"/>
              <a:gd name="T2" fmla="*/ 0 w 133"/>
              <a:gd name="T3" fmla="*/ 6 h 170"/>
              <a:gd name="T4" fmla="*/ 36 w 133"/>
              <a:gd name="T5" fmla="*/ 27 h 170"/>
              <a:gd name="T6" fmla="*/ 24 w 133"/>
              <a:gd name="T7" fmla="*/ 27 h 170"/>
              <a:gd name="T8" fmla="*/ 35 w 133"/>
              <a:gd name="T9" fmla="*/ 36 h 170"/>
              <a:gd name="T10" fmla="*/ 33 w 133"/>
              <a:gd name="T11" fmla="*/ 49 h 170"/>
              <a:gd name="T12" fmla="*/ 25 w 133"/>
              <a:gd name="T13" fmla="*/ 60 h 170"/>
              <a:gd name="T14" fmla="*/ 36 w 133"/>
              <a:gd name="T15" fmla="*/ 82 h 170"/>
              <a:gd name="T16" fmla="*/ 25 w 133"/>
              <a:gd name="T17" fmla="*/ 74 h 170"/>
              <a:gd name="T18" fmla="*/ 33 w 133"/>
              <a:gd name="T19" fmla="*/ 85 h 170"/>
              <a:gd name="T20" fmla="*/ 35 w 133"/>
              <a:gd name="T21" fmla="*/ 98 h 170"/>
              <a:gd name="T22" fmla="*/ 24 w 133"/>
              <a:gd name="T23" fmla="*/ 106 h 170"/>
              <a:gd name="T24" fmla="*/ 36 w 133"/>
              <a:gd name="T25" fmla="*/ 106 h 170"/>
              <a:gd name="T26" fmla="*/ 27 w 133"/>
              <a:gd name="T27" fmla="*/ 121 h 170"/>
              <a:gd name="T28" fmla="*/ 27 w 133"/>
              <a:gd name="T29" fmla="*/ 133 h 170"/>
              <a:gd name="T30" fmla="*/ 48 w 133"/>
              <a:gd name="T31" fmla="*/ 33 h 170"/>
              <a:gd name="T32" fmla="*/ 60 w 133"/>
              <a:gd name="T33" fmla="*/ 33 h 170"/>
              <a:gd name="T34" fmla="*/ 49 w 133"/>
              <a:gd name="T35" fmla="*/ 25 h 170"/>
              <a:gd name="T36" fmla="*/ 51 w 133"/>
              <a:gd name="T37" fmla="*/ 61 h 170"/>
              <a:gd name="T38" fmla="*/ 59 w 133"/>
              <a:gd name="T39" fmla="*/ 49 h 170"/>
              <a:gd name="T40" fmla="*/ 48 w 133"/>
              <a:gd name="T41" fmla="*/ 76 h 170"/>
              <a:gd name="T42" fmla="*/ 59 w 133"/>
              <a:gd name="T43" fmla="*/ 84 h 170"/>
              <a:gd name="T44" fmla="*/ 51 w 133"/>
              <a:gd name="T45" fmla="*/ 73 h 170"/>
              <a:gd name="T46" fmla="*/ 49 w 133"/>
              <a:gd name="T47" fmla="*/ 108 h 170"/>
              <a:gd name="T48" fmla="*/ 60 w 133"/>
              <a:gd name="T49" fmla="*/ 100 h 170"/>
              <a:gd name="T50" fmla="*/ 48 w 133"/>
              <a:gd name="T51" fmla="*/ 100 h 170"/>
              <a:gd name="T52" fmla="*/ 51 w 133"/>
              <a:gd name="T53" fmla="*/ 133 h 170"/>
              <a:gd name="T54" fmla="*/ 51 w 133"/>
              <a:gd name="T55" fmla="*/ 158 h 170"/>
              <a:gd name="T56" fmla="*/ 84 w 133"/>
              <a:gd name="T57" fmla="*/ 27 h 170"/>
              <a:gd name="T58" fmla="*/ 72 w 133"/>
              <a:gd name="T59" fmla="*/ 27 h 170"/>
              <a:gd name="T60" fmla="*/ 83 w 133"/>
              <a:gd name="T61" fmla="*/ 36 h 170"/>
              <a:gd name="T62" fmla="*/ 81 w 133"/>
              <a:gd name="T63" fmla="*/ 49 h 170"/>
              <a:gd name="T64" fmla="*/ 73 w 133"/>
              <a:gd name="T65" fmla="*/ 60 h 170"/>
              <a:gd name="T66" fmla="*/ 84 w 133"/>
              <a:gd name="T67" fmla="*/ 82 h 170"/>
              <a:gd name="T68" fmla="*/ 73 w 133"/>
              <a:gd name="T69" fmla="*/ 74 h 170"/>
              <a:gd name="T70" fmla="*/ 81 w 133"/>
              <a:gd name="T71" fmla="*/ 85 h 170"/>
              <a:gd name="T72" fmla="*/ 83 w 133"/>
              <a:gd name="T73" fmla="*/ 98 h 170"/>
              <a:gd name="T74" fmla="*/ 72 w 133"/>
              <a:gd name="T75" fmla="*/ 106 h 170"/>
              <a:gd name="T76" fmla="*/ 84 w 133"/>
              <a:gd name="T77" fmla="*/ 106 h 170"/>
              <a:gd name="T78" fmla="*/ 99 w 133"/>
              <a:gd name="T79" fmla="*/ 24 h 170"/>
              <a:gd name="T80" fmla="*/ 99 w 133"/>
              <a:gd name="T81" fmla="*/ 37 h 170"/>
              <a:gd name="T82" fmla="*/ 109 w 133"/>
              <a:gd name="T83" fmla="*/ 52 h 170"/>
              <a:gd name="T84" fmla="*/ 96 w 133"/>
              <a:gd name="T85" fmla="*/ 52 h 170"/>
              <a:gd name="T86" fmla="*/ 108 w 133"/>
              <a:gd name="T87" fmla="*/ 60 h 170"/>
              <a:gd name="T88" fmla="*/ 105 w 133"/>
              <a:gd name="T89" fmla="*/ 73 h 170"/>
              <a:gd name="T90" fmla="*/ 97 w 133"/>
              <a:gd name="T91" fmla="*/ 84 h 170"/>
              <a:gd name="T92" fmla="*/ 109 w 133"/>
              <a:gd name="T93" fmla="*/ 106 h 170"/>
              <a:gd name="T94" fmla="*/ 97 w 133"/>
              <a:gd name="T95" fmla="*/ 98 h 170"/>
              <a:gd name="T96" fmla="*/ 105 w 133"/>
              <a:gd name="T97" fmla="*/ 109 h 170"/>
              <a:gd name="T98" fmla="*/ 108 w 133"/>
              <a:gd name="T99" fmla="*/ 122 h 170"/>
              <a:gd name="T100" fmla="*/ 96 w 133"/>
              <a:gd name="T101" fmla="*/ 130 h 170"/>
              <a:gd name="T102" fmla="*/ 109 w 133"/>
              <a:gd name="T103" fmla="*/ 130 h 1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33" h="170">
                <a:moveTo>
                  <a:pt x="127" y="0"/>
                </a:moveTo>
                <a:cubicBezTo>
                  <a:pt x="128" y="0"/>
                  <a:pt x="130" y="1"/>
                  <a:pt x="131" y="2"/>
                </a:cubicBezTo>
                <a:cubicBezTo>
                  <a:pt x="132" y="3"/>
                  <a:pt x="133" y="5"/>
                  <a:pt x="133" y="6"/>
                </a:cubicBezTo>
                <a:cubicBezTo>
                  <a:pt x="133" y="164"/>
                  <a:pt x="133" y="164"/>
                  <a:pt x="133" y="164"/>
                </a:cubicBezTo>
                <a:cubicBezTo>
                  <a:pt x="133" y="165"/>
                  <a:pt x="132" y="167"/>
                  <a:pt x="131" y="168"/>
                </a:cubicBezTo>
                <a:cubicBezTo>
                  <a:pt x="130" y="169"/>
                  <a:pt x="128" y="170"/>
                  <a:pt x="127" y="170"/>
                </a:cubicBezTo>
                <a:cubicBezTo>
                  <a:pt x="6" y="170"/>
                  <a:pt x="6" y="170"/>
                  <a:pt x="6" y="170"/>
                </a:cubicBezTo>
                <a:cubicBezTo>
                  <a:pt x="4" y="170"/>
                  <a:pt x="3" y="169"/>
                  <a:pt x="1" y="168"/>
                </a:cubicBezTo>
                <a:cubicBezTo>
                  <a:pt x="0" y="167"/>
                  <a:pt x="0" y="165"/>
                  <a:pt x="0" y="164"/>
                </a:cubicBezTo>
                <a:cubicBezTo>
                  <a:pt x="0" y="6"/>
                  <a:pt x="0" y="6"/>
                  <a:pt x="0" y="6"/>
                </a:cubicBezTo>
                <a:cubicBezTo>
                  <a:pt x="0" y="5"/>
                  <a:pt x="0" y="3"/>
                  <a:pt x="1" y="2"/>
                </a:cubicBezTo>
                <a:cubicBezTo>
                  <a:pt x="3" y="1"/>
                  <a:pt x="4" y="0"/>
                  <a:pt x="6" y="0"/>
                </a:cubicBezTo>
                <a:lnTo>
                  <a:pt x="127" y="0"/>
                </a:lnTo>
                <a:close/>
                <a:moveTo>
                  <a:pt x="36" y="33"/>
                </a:moveTo>
                <a:cubicBezTo>
                  <a:pt x="36" y="27"/>
                  <a:pt x="36" y="27"/>
                  <a:pt x="36" y="27"/>
                </a:cubicBezTo>
                <a:cubicBezTo>
                  <a:pt x="36" y="27"/>
                  <a:pt x="36" y="26"/>
                  <a:pt x="35" y="25"/>
                </a:cubicBezTo>
                <a:cubicBezTo>
                  <a:pt x="34" y="25"/>
                  <a:pt x="34" y="24"/>
                  <a:pt x="33" y="24"/>
                </a:cubicBezTo>
                <a:cubicBezTo>
                  <a:pt x="27" y="24"/>
                  <a:pt x="27" y="24"/>
                  <a:pt x="27" y="24"/>
                </a:cubicBezTo>
                <a:cubicBezTo>
                  <a:pt x="26" y="24"/>
                  <a:pt x="25" y="25"/>
                  <a:pt x="25" y="25"/>
                </a:cubicBezTo>
                <a:cubicBezTo>
                  <a:pt x="24" y="26"/>
                  <a:pt x="24" y="27"/>
                  <a:pt x="24" y="27"/>
                </a:cubicBezTo>
                <a:cubicBezTo>
                  <a:pt x="24" y="33"/>
                  <a:pt x="24" y="33"/>
                  <a:pt x="24" y="33"/>
                </a:cubicBezTo>
                <a:cubicBezTo>
                  <a:pt x="24" y="34"/>
                  <a:pt x="24" y="35"/>
                  <a:pt x="25" y="36"/>
                </a:cubicBezTo>
                <a:cubicBezTo>
                  <a:pt x="25" y="36"/>
                  <a:pt x="26" y="37"/>
                  <a:pt x="27" y="37"/>
                </a:cubicBezTo>
                <a:cubicBezTo>
                  <a:pt x="33" y="37"/>
                  <a:pt x="33" y="37"/>
                  <a:pt x="33" y="37"/>
                </a:cubicBezTo>
                <a:cubicBezTo>
                  <a:pt x="34" y="37"/>
                  <a:pt x="34" y="36"/>
                  <a:pt x="35" y="36"/>
                </a:cubicBezTo>
                <a:cubicBezTo>
                  <a:pt x="36" y="35"/>
                  <a:pt x="36" y="34"/>
                  <a:pt x="36" y="33"/>
                </a:cubicBezTo>
                <a:close/>
                <a:moveTo>
                  <a:pt x="36" y="58"/>
                </a:moveTo>
                <a:cubicBezTo>
                  <a:pt x="36" y="52"/>
                  <a:pt x="36" y="52"/>
                  <a:pt x="36" y="52"/>
                </a:cubicBezTo>
                <a:cubicBezTo>
                  <a:pt x="36" y="51"/>
                  <a:pt x="36" y="50"/>
                  <a:pt x="35" y="49"/>
                </a:cubicBezTo>
                <a:cubicBezTo>
                  <a:pt x="34" y="49"/>
                  <a:pt x="34" y="49"/>
                  <a:pt x="33" y="49"/>
                </a:cubicBezTo>
                <a:cubicBezTo>
                  <a:pt x="27" y="49"/>
                  <a:pt x="27" y="49"/>
                  <a:pt x="27" y="49"/>
                </a:cubicBezTo>
                <a:cubicBezTo>
                  <a:pt x="26" y="49"/>
                  <a:pt x="25" y="49"/>
                  <a:pt x="25" y="49"/>
                </a:cubicBezTo>
                <a:cubicBezTo>
                  <a:pt x="24" y="50"/>
                  <a:pt x="24" y="51"/>
                  <a:pt x="24" y="52"/>
                </a:cubicBezTo>
                <a:cubicBezTo>
                  <a:pt x="24" y="58"/>
                  <a:pt x="24" y="58"/>
                  <a:pt x="24" y="58"/>
                </a:cubicBezTo>
                <a:cubicBezTo>
                  <a:pt x="24" y="59"/>
                  <a:pt x="24" y="59"/>
                  <a:pt x="25" y="60"/>
                </a:cubicBezTo>
                <a:cubicBezTo>
                  <a:pt x="25" y="60"/>
                  <a:pt x="26" y="61"/>
                  <a:pt x="27" y="61"/>
                </a:cubicBezTo>
                <a:cubicBezTo>
                  <a:pt x="33" y="61"/>
                  <a:pt x="33" y="61"/>
                  <a:pt x="33" y="61"/>
                </a:cubicBezTo>
                <a:cubicBezTo>
                  <a:pt x="34" y="61"/>
                  <a:pt x="34" y="60"/>
                  <a:pt x="35" y="60"/>
                </a:cubicBezTo>
                <a:cubicBezTo>
                  <a:pt x="36" y="59"/>
                  <a:pt x="36" y="59"/>
                  <a:pt x="36" y="58"/>
                </a:cubicBezTo>
                <a:close/>
                <a:moveTo>
                  <a:pt x="36" y="82"/>
                </a:moveTo>
                <a:cubicBezTo>
                  <a:pt x="36" y="76"/>
                  <a:pt x="36" y="76"/>
                  <a:pt x="36" y="76"/>
                </a:cubicBezTo>
                <a:cubicBezTo>
                  <a:pt x="36" y="75"/>
                  <a:pt x="36" y="74"/>
                  <a:pt x="35" y="74"/>
                </a:cubicBezTo>
                <a:cubicBezTo>
                  <a:pt x="34" y="73"/>
                  <a:pt x="34" y="73"/>
                  <a:pt x="33" y="73"/>
                </a:cubicBezTo>
                <a:cubicBezTo>
                  <a:pt x="27" y="73"/>
                  <a:pt x="27" y="73"/>
                  <a:pt x="27" y="73"/>
                </a:cubicBezTo>
                <a:cubicBezTo>
                  <a:pt x="26" y="73"/>
                  <a:pt x="25" y="73"/>
                  <a:pt x="25" y="74"/>
                </a:cubicBezTo>
                <a:cubicBezTo>
                  <a:pt x="24" y="74"/>
                  <a:pt x="24" y="75"/>
                  <a:pt x="24" y="76"/>
                </a:cubicBezTo>
                <a:cubicBezTo>
                  <a:pt x="24" y="82"/>
                  <a:pt x="24" y="82"/>
                  <a:pt x="24" y="82"/>
                </a:cubicBezTo>
                <a:cubicBezTo>
                  <a:pt x="24" y="83"/>
                  <a:pt x="24" y="83"/>
                  <a:pt x="25" y="84"/>
                </a:cubicBezTo>
                <a:cubicBezTo>
                  <a:pt x="25" y="85"/>
                  <a:pt x="26" y="85"/>
                  <a:pt x="27" y="85"/>
                </a:cubicBezTo>
                <a:cubicBezTo>
                  <a:pt x="33" y="85"/>
                  <a:pt x="33" y="85"/>
                  <a:pt x="33" y="85"/>
                </a:cubicBezTo>
                <a:cubicBezTo>
                  <a:pt x="34" y="85"/>
                  <a:pt x="34" y="85"/>
                  <a:pt x="35" y="84"/>
                </a:cubicBezTo>
                <a:cubicBezTo>
                  <a:pt x="36" y="83"/>
                  <a:pt x="36" y="83"/>
                  <a:pt x="36" y="82"/>
                </a:cubicBezTo>
                <a:close/>
                <a:moveTo>
                  <a:pt x="36" y="106"/>
                </a:moveTo>
                <a:cubicBezTo>
                  <a:pt x="36" y="100"/>
                  <a:pt x="36" y="100"/>
                  <a:pt x="36" y="100"/>
                </a:cubicBezTo>
                <a:cubicBezTo>
                  <a:pt x="36" y="99"/>
                  <a:pt x="36" y="98"/>
                  <a:pt x="35" y="98"/>
                </a:cubicBezTo>
                <a:cubicBezTo>
                  <a:pt x="34" y="97"/>
                  <a:pt x="34" y="97"/>
                  <a:pt x="33" y="97"/>
                </a:cubicBezTo>
                <a:cubicBezTo>
                  <a:pt x="27" y="97"/>
                  <a:pt x="27" y="97"/>
                  <a:pt x="27" y="97"/>
                </a:cubicBezTo>
                <a:cubicBezTo>
                  <a:pt x="26" y="97"/>
                  <a:pt x="25" y="97"/>
                  <a:pt x="25" y="98"/>
                </a:cubicBezTo>
                <a:cubicBezTo>
                  <a:pt x="24" y="98"/>
                  <a:pt x="24" y="99"/>
                  <a:pt x="24" y="100"/>
                </a:cubicBezTo>
                <a:cubicBezTo>
                  <a:pt x="24" y="106"/>
                  <a:pt x="24" y="106"/>
                  <a:pt x="24" y="106"/>
                </a:cubicBezTo>
                <a:cubicBezTo>
                  <a:pt x="24" y="107"/>
                  <a:pt x="24" y="108"/>
                  <a:pt x="25" y="108"/>
                </a:cubicBezTo>
                <a:cubicBezTo>
                  <a:pt x="25" y="109"/>
                  <a:pt x="26" y="109"/>
                  <a:pt x="27" y="109"/>
                </a:cubicBezTo>
                <a:cubicBezTo>
                  <a:pt x="33" y="109"/>
                  <a:pt x="33" y="109"/>
                  <a:pt x="33" y="109"/>
                </a:cubicBezTo>
                <a:cubicBezTo>
                  <a:pt x="34" y="109"/>
                  <a:pt x="34" y="109"/>
                  <a:pt x="35" y="108"/>
                </a:cubicBezTo>
                <a:cubicBezTo>
                  <a:pt x="36" y="108"/>
                  <a:pt x="36" y="107"/>
                  <a:pt x="36" y="106"/>
                </a:cubicBezTo>
                <a:close/>
                <a:moveTo>
                  <a:pt x="36" y="130"/>
                </a:moveTo>
                <a:cubicBezTo>
                  <a:pt x="36" y="124"/>
                  <a:pt x="36" y="124"/>
                  <a:pt x="36" y="124"/>
                </a:cubicBezTo>
                <a:cubicBezTo>
                  <a:pt x="36" y="123"/>
                  <a:pt x="36" y="123"/>
                  <a:pt x="35" y="122"/>
                </a:cubicBezTo>
                <a:cubicBezTo>
                  <a:pt x="34" y="122"/>
                  <a:pt x="34" y="121"/>
                  <a:pt x="33" y="121"/>
                </a:cubicBezTo>
                <a:cubicBezTo>
                  <a:pt x="27" y="121"/>
                  <a:pt x="27" y="121"/>
                  <a:pt x="27" y="121"/>
                </a:cubicBezTo>
                <a:cubicBezTo>
                  <a:pt x="26" y="121"/>
                  <a:pt x="25" y="122"/>
                  <a:pt x="25" y="122"/>
                </a:cubicBezTo>
                <a:cubicBezTo>
                  <a:pt x="24" y="123"/>
                  <a:pt x="24" y="123"/>
                  <a:pt x="24" y="124"/>
                </a:cubicBezTo>
                <a:cubicBezTo>
                  <a:pt x="24" y="130"/>
                  <a:pt x="24" y="130"/>
                  <a:pt x="24" y="130"/>
                </a:cubicBezTo>
                <a:cubicBezTo>
                  <a:pt x="24" y="131"/>
                  <a:pt x="24" y="132"/>
                  <a:pt x="25" y="132"/>
                </a:cubicBezTo>
                <a:cubicBezTo>
                  <a:pt x="25" y="133"/>
                  <a:pt x="26" y="133"/>
                  <a:pt x="27" y="133"/>
                </a:cubicBezTo>
                <a:cubicBezTo>
                  <a:pt x="33" y="133"/>
                  <a:pt x="33" y="133"/>
                  <a:pt x="33" y="133"/>
                </a:cubicBezTo>
                <a:cubicBezTo>
                  <a:pt x="34" y="133"/>
                  <a:pt x="34" y="133"/>
                  <a:pt x="35" y="132"/>
                </a:cubicBezTo>
                <a:cubicBezTo>
                  <a:pt x="36" y="132"/>
                  <a:pt x="36" y="131"/>
                  <a:pt x="36" y="130"/>
                </a:cubicBezTo>
                <a:close/>
                <a:moveTo>
                  <a:pt x="48" y="27"/>
                </a:moveTo>
                <a:cubicBezTo>
                  <a:pt x="48" y="33"/>
                  <a:pt x="48" y="33"/>
                  <a:pt x="48" y="33"/>
                </a:cubicBezTo>
                <a:cubicBezTo>
                  <a:pt x="48" y="34"/>
                  <a:pt x="48" y="35"/>
                  <a:pt x="49" y="36"/>
                </a:cubicBezTo>
                <a:cubicBezTo>
                  <a:pt x="49" y="36"/>
                  <a:pt x="50" y="37"/>
                  <a:pt x="51" y="37"/>
                </a:cubicBezTo>
                <a:cubicBezTo>
                  <a:pt x="57" y="37"/>
                  <a:pt x="57" y="37"/>
                  <a:pt x="57" y="37"/>
                </a:cubicBezTo>
                <a:cubicBezTo>
                  <a:pt x="58" y="37"/>
                  <a:pt x="59" y="36"/>
                  <a:pt x="59" y="36"/>
                </a:cubicBezTo>
                <a:cubicBezTo>
                  <a:pt x="60" y="35"/>
                  <a:pt x="60" y="34"/>
                  <a:pt x="60" y="33"/>
                </a:cubicBezTo>
                <a:cubicBezTo>
                  <a:pt x="60" y="27"/>
                  <a:pt x="60" y="27"/>
                  <a:pt x="60" y="27"/>
                </a:cubicBezTo>
                <a:cubicBezTo>
                  <a:pt x="60" y="27"/>
                  <a:pt x="60" y="26"/>
                  <a:pt x="59" y="25"/>
                </a:cubicBezTo>
                <a:cubicBezTo>
                  <a:pt x="59" y="25"/>
                  <a:pt x="58" y="24"/>
                  <a:pt x="57" y="24"/>
                </a:cubicBezTo>
                <a:cubicBezTo>
                  <a:pt x="51" y="24"/>
                  <a:pt x="51" y="24"/>
                  <a:pt x="51" y="24"/>
                </a:cubicBezTo>
                <a:cubicBezTo>
                  <a:pt x="50" y="24"/>
                  <a:pt x="49" y="25"/>
                  <a:pt x="49" y="25"/>
                </a:cubicBezTo>
                <a:cubicBezTo>
                  <a:pt x="48" y="26"/>
                  <a:pt x="48" y="27"/>
                  <a:pt x="48" y="27"/>
                </a:cubicBezTo>
                <a:close/>
                <a:moveTo>
                  <a:pt x="48" y="52"/>
                </a:moveTo>
                <a:cubicBezTo>
                  <a:pt x="48" y="58"/>
                  <a:pt x="48" y="58"/>
                  <a:pt x="48" y="58"/>
                </a:cubicBezTo>
                <a:cubicBezTo>
                  <a:pt x="48" y="59"/>
                  <a:pt x="48" y="59"/>
                  <a:pt x="49" y="60"/>
                </a:cubicBezTo>
                <a:cubicBezTo>
                  <a:pt x="49" y="60"/>
                  <a:pt x="50" y="61"/>
                  <a:pt x="51" y="61"/>
                </a:cubicBezTo>
                <a:cubicBezTo>
                  <a:pt x="57" y="61"/>
                  <a:pt x="57" y="61"/>
                  <a:pt x="57" y="61"/>
                </a:cubicBezTo>
                <a:cubicBezTo>
                  <a:pt x="58" y="61"/>
                  <a:pt x="59" y="60"/>
                  <a:pt x="59" y="60"/>
                </a:cubicBezTo>
                <a:cubicBezTo>
                  <a:pt x="60" y="59"/>
                  <a:pt x="60" y="59"/>
                  <a:pt x="60" y="58"/>
                </a:cubicBezTo>
                <a:cubicBezTo>
                  <a:pt x="60" y="52"/>
                  <a:pt x="60" y="52"/>
                  <a:pt x="60" y="52"/>
                </a:cubicBezTo>
                <a:cubicBezTo>
                  <a:pt x="60" y="51"/>
                  <a:pt x="60" y="50"/>
                  <a:pt x="59" y="49"/>
                </a:cubicBezTo>
                <a:cubicBezTo>
                  <a:pt x="59" y="49"/>
                  <a:pt x="58" y="49"/>
                  <a:pt x="57" y="49"/>
                </a:cubicBezTo>
                <a:cubicBezTo>
                  <a:pt x="51" y="49"/>
                  <a:pt x="51" y="49"/>
                  <a:pt x="51" y="49"/>
                </a:cubicBezTo>
                <a:cubicBezTo>
                  <a:pt x="50" y="49"/>
                  <a:pt x="49" y="49"/>
                  <a:pt x="49" y="49"/>
                </a:cubicBezTo>
                <a:cubicBezTo>
                  <a:pt x="48" y="50"/>
                  <a:pt x="48" y="51"/>
                  <a:pt x="48" y="52"/>
                </a:cubicBezTo>
                <a:close/>
                <a:moveTo>
                  <a:pt x="48" y="76"/>
                </a:moveTo>
                <a:cubicBezTo>
                  <a:pt x="48" y="82"/>
                  <a:pt x="48" y="82"/>
                  <a:pt x="48" y="82"/>
                </a:cubicBezTo>
                <a:cubicBezTo>
                  <a:pt x="48" y="83"/>
                  <a:pt x="48" y="83"/>
                  <a:pt x="49" y="84"/>
                </a:cubicBezTo>
                <a:cubicBezTo>
                  <a:pt x="49" y="85"/>
                  <a:pt x="50" y="85"/>
                  <a:pt x="51" y="85"/>
                </a:cubicBezTo>
                <a:cubicBezTo>
                  <a:pt x="57" y="85"/>
                  <a:pt x="57" y="85"/>
                  <a:pt x="57" y="85"/>
                </a:cubicBezTo>
                <a:cubicBezTo>
                  <a:pt x="58" y="85"/>
                  <a:pt x="59" y="85"/>
                  <a:pt x="59" y="84"/>
                </a:cubicBezTo>
                <a:cubicBezTo>
                  <a:pt x="60" y="83"/>
                  <a:pt x="60" y="83"/>
                  <a:pt x="60" y="82"/>
                </a:cubicBezTo>
                <a:cubicBezTo>
                  <a:pt x="60" y="76"/>
                  <a:pt x="60" y="76"/>
                  <a:pt x="60" y="76"/>
                </a:cubicBezTo>
                <a:cubicBezTo>
                  <a:pt x="60" y="75"/>
                  <a:pt x="60" y="74"/>
                  <a:pt x="59" y="74"/>
                </a:cubicBezTo>
                <a:cubicBezTo>
                  <a:pt x="59" y="73"/>
                  <a:pt x="58" y="73"/>
                  <a:pt x="57" y="73"/>
                </a:cubicBezTo>
                <a:cubicBezTo>
                  <a:pt x="51" y="73"/>
                  <a:pt x="51" y="73"/>
                  <a:pt x="51" y="73"/>
                </a:cubicBezTo>
                <a:cubicBezTo>
                  <a:pt x="50" y="73"/>
                  <a:pt x="49" y="73"/>
                  <a:pt x="49" y="74"/>
                </a:cubicBezTo>
                <a:cubicBezTo>
                  <a:pt x="48" y="74"/>
                  <a:pt x="48" y="75"/>
                  <a:pt x="48" y="76"/>
                </a:cubicBezTo>
                <a:close/>
                <a:moveTo>
                  <a:pt x="48" y="100"/>
                </a:moveTo>
                <a:cubicBezTo>
                  <a:pt x="48" y="106"/>
                  <a:pt x="48" y="106"/>
                  <a:pt x="48" y="106"/>
                </a:cubicBezTo>
                <a:cubicBezTo>
                  <a:pt x="48" y="107"/>
                  <a:pt x="48" y="108"/>
                  <a:pt x="49" y="108"/>
                </a:cubicBezTo>
                <a:cubicBezTo>
                  <a:pt x="49" y="109"/>
                  <a:pt x="50" y="109"/>
                  <a:pt x="51" y="109"/>
                </a:cubicBezTo>
                <a:cubicBezTo>
                  <a:pt x="57" y="109"/>
                  <a:pt x="57" y="109"/>
                  <a:pt x="57" y="109"/>
                </a:cubicBezTo>
                <a:cubicBezTo>
                  <a:pt x="58" y="109"/>
                  <a:pt x="59" y="109"/>
                  <a:pt x="59" y="108"/>
                </a:cubicBezTo>
                <a:cubicBezTo>
                  <a:pt x="60" y="108"/>
                  <a:pt x="60" y="107"/>
                  <a:pt x="60" y="106"/>
                </a:cubicBezTo>
                <a:cubicBezTo>
                  <a:pt x="60" y="100"/>
                  <a:pt x="60" y="100"/>
                  <a:pt x="60" y="100"/>
                </a:cubicBezTo>
                <a:cubicBezTo>
                  <a:pt x="60" y="99"/>
                  <a:pt x="60" y="98"/>
                  <a:pt x="59" y="98"/>
                </a:cubicBezTo>
                <a:cubicBezTo>
                  <a:pt x="59" y="97"/>
                  <a:pt x="58" y="97"/>
                  <a:pt x="57" y="97"/>
                </a:cubicBezTo>
                <a:cubicBezTo>
                  <a:pt x="51" y="97"/>
                  <a:pt x="51" y="97"/>
                  <a:pt x="51" y="97"/>
                </a:cubicBezTo>
                <a:cubicBezTo>
                  <a:pt x="50" y="97"/>
                  <a:pt x="49" y="97"/>
                  <a:pt x="49" y="98"/>
                </a:cubicBezTo>
                <a:cubicBezTo>
                  <a:pt x="48" y="98"/>
                  <a:pt x="48" y="99"/>
                  <a:pt x="48" y="100"/>
                </a:cubicBezTo>
                <a:close/>
                <a:moveTo>
                  <a:pt x="84" y="155"/>
                </a:moveTo>
                <a:cubicBezTo>
                  <a:pt x="84" y="136"/>
                  <a:pt x="84" y="136"/>
                  <a:pt x="84" y="136"/>
                </a:cubicBezTo>
                <a:cubicBezTo>
                  <a:pt x="84" y="135"/>
                  <a:pt x="84" y="135"/>
                  <a:pt x="83" y="134"/>
                </a:cubicBezTo>
                <a:cubicBezTo>
                  <a:pt x="83" y="134"/>
                  <a:pt x="82" y="133"/>
                  <a:pt x="81" y="133"/>
                </a:cubicBezTo>
                <a:cubicBezTo>
                  <a:pt x="51" y="133"/>
                  <a:pt x="51" y="133"/>
                  <a:pt x="51" y="133"/>
                </a:cubicBezTo>
                <a:cubicBezTo>
                  <a:pt x="50" y="133"/>
                  <a:pt x="49" y="134"/>
                  <a:pt x="49" y="134"/>
                </a:cubicBezTo>
                <a:cubicBezTo>
                  <a:pt x="48" y="135"/>
                  <a:pt x="48" y="135"/>
                  <a:pt x="48" y="136"/>
                </a:cubicBezTo>
                <a:cubicBezTo>
                  <a:pt x="48" y="155"/>
                  <a:pt x="48" y="155"/>
                  <a:pt x="48" y="155"/>
                </a:cubicBezTo>
                <a:cubicBezTo>
                  <a:pt x="48" y="155"/>
                  <a:pt x="48" y="156"/>
                  <a:pt x="49" y="157"/>
                </a:cubicBezTo>
                <a:cubicBezTo>
                  <a:pt x="49" y="157"/>
                  <a:pt x="50" y="158"/>
                  <a:pt x="51" y="158"/>
                </a:cubicBezTo>
                <a:cubicBezTo>
                  <a:pt x="81" y="158"/>
                  <a:pt x="81" y="158"/>
                  <a:pt x="81" y="158"/>
                </a:cubicBezTo>
                <a:cubicBezTo>
                  <a:pt x="82" y="158"/>
                  <a:pt x="83" y="157"/>
                  <a:pt x="83" y="157"/>
                </a:cubicBezTo>
                <a:cubicBezTo>
                  <a:pt x="84" y="156"/>
                  <a:pt x="84" y="155"/>
                  <a:pt x="84" y="155"/>
                </a:cubicBezTo>
                <a:close/>
                <a:moveTo>
                  <a:pt x="84" y="33"/>
                </a:moveTo>
                <a:cubicBezTo>
                  <a:pt x="84" y="27"/>
                  <a:pt x="84" y="27"/>
                  <a:pt x="84" y="27"/>
                </a:cubicBezTo>
                <a:cubicBezTo>
                  <a:pt x="84" y="27"/>
                  <a:pt x="84" y="26"/>
                  <a:pt x="83" y="25"/>
                </a:cubicBezTo>
                <a:cubicBezTo>
                  <a:pt x="83" y="25"/>
                  <a:pt x="82" y="24"/>
                  <a:pt x="81" y="24"/>
                </a:cubicBezTo>
                <a:cubicBezTo>
                  <a:pt x="75" y="24"/>
                  <a:pt x="75" y="24"/>
                  <a:pt x="75" y="24"/>
                </a:cubicBezTo>
                <a:cubicBezTo>
                  <a:pt x="74" y="24"/>
                  <a:pt x="74" y="25"/>
                  <a:pt x="73" y="25"/>
                </a:cubicBezTo>
                <a:cubicBezTo>
                  <a:pt x="72" y="26"/>
                  <a:pt x="72" y="27"/>
                  <a:pt x="72" y="27"/>
                </a:cubicBezTo>
                <a:cubicBezTo>
                  <a:pt x="72" y="33"/>
                  <a:pt x="72" y="33"/>
                  <a:pt x="72" y="33"/>
                </a:cubicBezTo>
                <a:cubicBezTo>
                  <a:pt x="72" y="34"/>
                  <a:pt x="72" y="35"/>
                  <a:pt x="73" y="36"/>
                </a:cubicBezTo>
                <a:cubicBezTo>
                  <a:pt x="74" y="36"/>
                  <a:pt x="74" y="37"/>
                  <a:pt x="75" y="37"/>
                </a:cubicBezTo>
                <a:cubicBezTo>
                  <a:pt x="81" y="37"/>
                  <a:pt x="81" y="37"/>
                  <a:pt x="81" y="37"/>
                </a:cubicBezTo>
                <a:cubicBezTo>
                  <a:pt x="82" y="37"/>
                  <a:pt x="83" y="36"/>
                  <a:pt x="83" y="36"/>
                </a:cubicBezTo>
                <a:cubicBezTo>
                  <a:pt x="84" y="35"/>
                  <a:pt x="84" y="34"/>
                  <a:pt x="84" y="33"/>
                </a:cubicBezTo>
                <a:close/>
                <a:moveTo>
                  <a:pt x="84" y="58"/>
                </a:moveTo>
                <a:cubicBezTo>
                  <a:pt x="84" y="52"/>
                  <a:pt x="84" y="52"/>
                  <a:pt x="84" y="52"/>
                </a:cubicBezTo>
                <a:cubicBezTo>
                  <a:pt x="84" y="51"/>
                  <a:pt x="84" y="50"/>
                  <a:pt x="83" y="49"/>
                </a:cubicBezTo>
                <a:cubicBezTo>
                  <a:pt x="83" y="49"/>
                  <a:pt x="82" y="49"/>
                  <a:pt x="81" y="49"/>
                </a:cubicBezTo>
                <a:cubicBezTo>
                  <a:pt x="75" y="49"/>
                  <a:pt x="75" y="49"/>
                  <a:pt x="75" y="49"/>
                </a:cubicBezTo>
                <a:cubicBezTo>
                  <a:pt x="74" y="49"/>
                  <a:pt x="74" y="49"/>
                  <a:pt x="73" y="49"/>
                </a:cubicBezTo>
                <a:cubicBezTo>
                  <a:pt x="72" y="50"/>
                  <a:pt x="72" y="51"/>
                  <a:pt x="72" y="52"/>
                </a:cubicBezTo>
                <a:cubicBezTo>
                  <a:pt x="72" y="58"/>
                  <a:pt x="72" y="58"/>
                  <a:pt x="72" y="58"/>
                </a:cubicBezTo>
                <a:cubicBezTo>
                  <a:pt x="72" y="59"/>
                  <a:pt x="72" y="59"/>
                  <a:pt x="73" y="60"/>
                </a:cubicBezTo>
                <a:cubicBezTo>
                  <a:pt x="74" y="60"/>
                  <a:pt x="74" y="61"/>
                  <a:pt x="75" y="61"/>
                </a:cubicBezTo>
                <a:cubicBezTo>
                  <a:pt x="81" y="61"/>
                  <a:pt x="81" y="61"/>
                  <a:pt x="81" y="61"/>
                </a:cubicBezTo>
                <a:cubicBezTo>
                  <a:pt x="82" y="61"/>
                  <a:pt x="83" y="60"/>
                  <a:pt x="83" y="60"/>
                </a:cubicBezTo>
                <a:cubicBezTo>
                  <a:pt x="84" y="59"/>
                  <a:pt x="84" y="59"/>
                  <a:pt x="84" y="58"/>
                </a:cubicBezTo>
                <a:close/>
                <a:moveTo>
                  <a:pt x="84" y="82"/>
                </a:moveTo>
                <a:cubicBezTo>
                  <a:pt x="84" y="76"/>
                  <a:pt x="84" y="76"/>
                  <a:pt x="84" y="76"/>
                </a:cubicBezTo>
                <a:cubicBezTo>
                  <a:pt x="84" y="75"/>
                  <a:pt x="84" y="74"/>
                  <a:pt x="83" y="74"/>
                </a:cubicBezTo>
                <a:cubicBezTo>
                  <a:pt x="83" y="73"/>
                  <a:pt x="82" y="73"/>
                  <a:pt x="81" y="73"/>
                </a:cubicBezTo>
                <a:cubicBezTo>
                  <a:pt x="75" y="73"/>
                  <a:pt x="75" y="73"/>
                  <a:pt x="75" y="73"/>
                </a:cubicBezTo>
                <a:cubicBezTo>
                  <a:pt x="74" y="73"/>
                  <a:pt x="74" y="73"/>
                  <a:pt x="73" y="74"/>
                </a:cubicBezTo>
                <a:cubicBezTo>
                  <a:pt x="72" y="74"/>
                  <a:pt x="72" y="75"/>
                  <a:pt x="72" y="76"/>
                </a:cubicBezTo>
                <a:cubicBezTo>
                  <a:pt x="72" y="82"/>
                  <a:pt x="72" y="82"/>
                  <a:pt x="72" y="82"/>
                </a:cubicBezTo>
                <a:cubicBezTo>
                  <a:pt x="72" y="83"/>
                  <a:pt x="72" y="83"/>
                  <a:pt x="73" y="84"/>
                </a:cubicBezTo>
                <a:cubicBezTo>
                  <a:pt x="74" y="85"/>
                  <a:pt x="74" y="85"/>
                  <a:pt x="75" y="85"/>
                </a:cubicBezTo>
                <a:cubicBezTo>
                  <a:pt x="81" y="85"/>
                  <a:pt x="81" y="85"/>
                  <a:pt x="81" y="85"/>
                </a:cubicBezTo>
                <a:cubicBezTo>
                  <a:pt x="82" y="85"/>
                  <a:pt x="83" y="85"/>
                  <a:pt x="83" y="84"/>
                </a:cubicBezTo>
                <a:cubicBezTo>
                  <a:pt x="84" y="83"/>
                  <a:pt x="84" y="83"/>
                  <a:pt x="84" y="82"/>
                </a:cubicBezTo>
                <a:close/>
                <a:moveTo>
                  <a:pt x="84" y="106"/>
                </a:moveTo>
                <a:cubicBezTo>
                  <a:pt x="84" y="100"/>
                  <a:pt x="84" y="100"/>
                  <a:pt x="84" y="100"/>
                </a:cubicBezTo>
                <a:cubicBezTo>
                  <a:pt x="84" y="99"/>
                  <a:pt x="84" y="98"/>
                  <a:pt x="83" y="98"/>
                </a:cubicBezTo>
                <a:cubicBezTo>
                  <a:pt x="83" y="97"/>
                  <a:pt x="82" y="97"/>
                  <a:pt x="81" y="97"/>
                </a:cubicBezTo>
                <a:cubicBezTo>
                  <a:pt x="75" y="97"/>
                  <a:pt x="75" y="97"/>
                  <a:pt x="75" y="97"/>
                </a:cubicBezTo>
                <a:cubicBezTo>
                  <a:pt x="74" y="97"/>
                  <a:pt x="74" y="97"/>
                  <a:pt x="73" y="98"/>
                </a:cubicBezTo>
                <a:cubicBezTo>
                  <a:pt x="72" y="98"/>
                  <a:pt x="72" y="99"/>
                  <a:pt x="72" y="100"/>
                </a:cubicBezTo>
                <a:cubicBezTo>
                  <a:pt x="72" y="106"/>
                  <a:pt x="72" y="106"/>
                  <a:pt x="72" y="106"/>
                </a:cubicBezTo>
                <a:cubicBezTo>
                  <a:pt x="72" y="107"/>
                  <a:pt x="72" y="108"/>
                  <a:pt x="73" y="108"/>
                </a:cubicBezTo>
                <a:cubicBezTo>
                  <a:pt x="74" y="109"/>
                  <a:pt x="74" y="109"/>
                  <a:pt x="75" y="109"/>
                </a:cubicBezTo>
                <a:cubicBezTo>
                  <a:pt x="81" y="109"/>
                  <a:pt x="81" y="109"/>
                  <a:pt x="81" y="109"/>
                </a:cubicBezTo>
                <a:cubicBezTo>
                  <a:pt x="82" y="109"/>
                  <a:pt x="83" y="109"/>
                  <a:pt x="83" y="108"/>
                </a:cubicBezTo>
                <a:cubicBezTo>
                  <a:pt x="84" y="108"/>
                  <a:pt x="84" y="107"/>
                  <a:pt x="84" y="106"/>
                </a:cubicBezTo>
                <a:close/>
                <a:moveTo>
                  <a:pt x="109" y="33"/>
                </a:moveTo>
                <a:cubicBezTo>
                  <a:pt x="109" y="27"/>
                  <a:pt x="109" y="27"/>
                  <a:pt x="109" y="27"/>
                </a:cubicBezTo>
                <a:cubicBezTo>
                  <a:pt x="109" y="27"/>
                  <a:pt x="108" y="26"/>
                  <a:pt x="108" y="25"/>
                </a:cubicBezTo>
                <a:cubicBezTo>
                  <a:pt x="107" y="25"/>
                  <a:pt x="106" y="24"/>
                  <a:pt x="105" y="24"/>
                </a:cubicBezTo>
                <a:cubicBezTo>
                  <a:pt x="99" y="24"/>
                  <a:pt x="99" y="24"/>
                  <a:pt x="99" y="24"/>
                </a:cubicBezTo>
                <a:cubicBezTo>
                  <a:pt x="99" y="24"/>
                  <a:pt x="98" y="25"/>
                  <a:pt x="97" y="25"/>
                </a:cubicBezTo>
                <a:cubicBezTo>
                  <a:pt x="97" y="26"/>
                  <a:pt x="96" y="27"/>
                  <a:pt x="96" y="27"/>
                </a:cubicBezTo>
                <a:cubicBezTo>
                  <a:pt x="96" y="33"/>
                  <a:pt x="96" y="33"/>
                  <a:pt x="96" y="33"/>
                </a:cubicBezTo>
                <a:cubicBezTo>
                  <a:pt x="96" y="34"/>
                  <a:pt x="97" y="35"/>
                  <a:pt x="97" y="36"/>
                </a:cubicBezTo>
                <a:cubicBezTo>
                  <a:pt x="98" y="36"/>
                  <a:pt x="99" y="37"/>
                  <a:pt x="99" y="37"/>
                </a:cubicBezTo>
                <a:cubicBezTo>
                  <a:pt x="105" y="37"/>
                  <a:pt x="105" y="37"/>
                  <a:pt x="105" y="37"/>
                </a:cubicBezTo>
                <a:cubicBezTo>
                  <a:pt x="106" y="37"/>
                  <a:pt x="107" y="36"/>
                  <a:pt x="108" y="36"/>
                </a:cubicBezTo>
                <a:cubicBezTo>
                  <a:pt x="108" y="35"/>
                  <a:pt x="109" y="34"/>
                  <a:pt x="109" y="33"/>
                </a:cubicBezTo>
                <a:close/>
                <a:moveTo>
                  <a:pt x="109" y="58"/>
                </a:moveTo>
                <a:cubicBezTo>
                  <a:pt x="109" y="52"/>
                  <a:pt x="109" y="52"/>
                  <a:pt x="109" y="52"/>
                </a:cubicBezTo>
                <a:cubicBezTo>
                  <a:pt x="109" y="51"/>
                  <a:pt x="108" y="50"/>
                  <a:pt x="108" y="49"/>
                </a:cubicBezTo>
                <a:cubicBezTo>
                  <a:pt x="107" y="49"/>
                  <a:pt x="106" y="49"/>
                  <a:pt x="105" y="49"/>
                </a:cubicBezTo>
                <a:cubicBezTo>
                  <a:pt x="99" y="49"/>
                  <a:pt x="99" y="49"/>
                  <a:pt x="99" y="49"/>
                </a:cubicBezTo>
                <a:cubicBezTo>
                  <a:pt x="99" y="49"/>
                  <a:pt x="98" y="49"/>
                  <a:pt x="97" y="49"/>
                </a:cubicBezTo>
                <a:cubicBezTo>
                  <a:pt x="97" y="50"/>
                  <a:pt x="96" y="51"/>
                  <a:pt x="96" y="52"/>
                </a:cubicBezTo>
                <a:cubicBezTo>
                  <a:pt x="96" y="58"/>
                  <a:pt x="96" y="58"/>
                  <a:pt x="96" y="58"/>
                </a:cubicBezTo>
                <a:cubicBezTo>
                  <a:pt x="96" y="59"/>
                  <a:pt x="97" y="59"/>
                  <a:pt x="97" y="60"/>
                </a:cubicBezTo>
                <a:cubicBezTo>
                  <a:pt x="98" y="60"/>
                  <a:pt x="99" y="61"/>
                  <a:pt x="99" y="61"/>
                </a:cubicBezTo>
                <a:cubicBezTo>
                  <a:pt x="105" y="61"/>
                  <a:pt x="105" y="61"/>
                  <a:pt x="105" y="61"/>
                </a:cubicBezTo>
                <a:cubicBezTo>
                  <a:pt x="106" y="61"/>
                  <a:pt x="107" y="60"/>
                  <a:pt x="108" y="60"/>
                </a:cubicBezTo>
                <a:cubicBezTo>
                  <a:pt x="108" y="59"/>
                  <a:pt x="109" y="59"/>
                  <a:pt x="109" y="58"/>
                </a:cubicBezTo>
                <a:close/>
                <a:moveTo>
                  <a:pt x="109" y="82"/>
                </a:moveTo>
                <a:cubicBezTo>
                  <a:pt x="109" y="76"/>
                  <a:pt x="109" y="76"/>
                  <a:pt x="109" y="76"/>
                </a:cubicBezTo>
                <a:cubicBezTo>
                  <a:pt x="109" y="75"/>
                  <a:pt x="108" y="74"/>
                  <a:pt x="108" y="74"/>
                </a:cubicBezTo>
                <a:cubicBezTo>
                  <a:pt x="107" y="73"/>
                  <a:pt x="106" y="73"/>
                  <a:pt x="105" y="73"/>
                </a:cubicBezTo>
                <a:cubicBezTo>
                  <a:pt x="99" y="73"/>
                  <a:pt x="99" y="73"/>
                  <a:pt x="99" y="73"/>
                </a:cubicBezTo>
                <a:cubicBezTo>
                  <a:pt x="99" y="73"/>
                  <a:pt x="98" y="73"/>
                  <a:pt x="97" y="74"/>
                </a:cubicBezTo>
                <a:cubicBezTo>
                  <a:pt x="97" y="74"/>
                  <a:pt x="96" y="75"/>
                  <a:pt x="96" y="76"/>
                </a:cubicBezTo>
                <a:cubicBezTo>
                  <a:pt x="96" y="82"/>
                  <a:pt x="96" y="82"/>
                  <a:pt x="96" y="82"/>
                </a:cubicBezTo>
                <a:cubicBezTo>
                  <a:pt x="96" y="83"/>
                  <a:pt x="97" y="83"/>
                  <a:pt x="97" y="84"/>
                </a:cubicBezTo>
                <a:cubicBezTo>
                  <a:pt x="98" y="85"/>
                  <a:pt x="99" y="85"/>
                  <a:pt x="99" y="85"/>
                </a:cubicBezTo>
                <a:cubicBezTo>
                  <a:pt x="105" y="85"/>
                  <a:pt x="105" y="85"/>
                  <a:pt x="105" y="85"/>
                </a:cubicBezTo>
                <a:cubicBezTo>
                  <a:pt x="106" y="85"/>
                  <a:pt x="107" y="85"/>
                  <a:pt x="108" y="84"/>
                </a:cubicBezTo>
                <a:cubicBezTo>
                  <a:pt x="108" y="83"/>
                  <a:pt x="109" y="83"/>
                  <a:pt x="109" y="82"/>
                </a:cubicBezTo>
                <a:close/>
                <a:moveTo>
                  <a:pt x="109" y="106"/>
                </a:moveTo>
                <a:cubicBezTo>
                  <a:pt x="109" y="100"/>
                  <a:pt x="109" y="100"/>
                  <a:pt x="109" y="100"/>
                </a:cubicBezTo>
                <a:cubicBezTo>
                  <a:pt x="109" y="99"/>
                  <a:pt x="108" y="98"/>
                  <a:pt x="108" y="98"/>
                </a:cubicBezTo>
                <a:cubicBezTo>
                  <a:pt x="107" y="97"/>
                  <a:pt x="106" y="97"/>
                  <a:pt x="105" y="97"/>
                </a:cubicBezTo>
                <a:cubicBezTo>
                  <a:pt x="99" y="97"/>
                  <a:pt x="99" y="97"/>
                  <a:pt x="99" y="97"/>
                </a:cubicBezTo>
                <a:cubicBezTo>
                  <a:pt x="99" y="97"/>
                  <a:pt x="98" y="97"/>
                  <a:pt x="97" y="98"/>
                </a:cubicBezTo>
                <a:cubicBezTo>
                  <a:pt x="97" y="98"/>
                  <a:pt x="96" y="99"/>
                  <a:pt x="96" y="100"/>
                </a:cubicBezTo>
                <a:cubicBezTo>
                  <a:pt x="96" y="106"/>
                  <a:pt x="96" y="106"/>
                  <a:pt x="96" y="106"/>
                </a:cubicBezTo>
                <a:cubicBezTo>
                  <a:pt x="96" y="107"/>
                  <a:pt x="97" y="108"/>
                  <a:pt x="97" y="108"/>
                </a:cubicBezTo>
                <a:cubicBezTo>
                  <a:pt x="98" y="109"/>
                  <a:pt x="99" y="109"/>
                  <a:pt x="99" y="109"/>
                </a:cubicBezTo>
                <a:cubicBezTo>
                  <a:pt x="105" y="109"/>
                  <a:pt x="105" y="109"/>
                  <a:pt x="105" y="109"/>
                </a:cubicBezTo>
                <a:cubicBezTo>
                  <a:pt x="106" y="109"/>
                  <a:pt x="107" y="109"/>
                  <a:pt x="108" y="108"/>
                </a:cubicBezTo>
                <a:cubicBezTo>
                  <a:pt x="108" y="108"/>
                  <a:pt x="109" y="107"/>
                  <a:pt x="109" y="106"/>
                </a:cubicBezTo>
                <a:close/>
                <a:moveTo>
                  <a:pt x="109" y="130"/>
                </a:moveTo>
                <a:cubicBezTo>
                  <a:pt x="109" y="124"/>
                  <a:pt x="109" y="124"/>
                  <a:pt x="109" y="124"/>
                </a:cubicBezTo>
                <a:cubicBezTo>
                  <a:pt x="109" y="123"/>
                  <a:pt x="108" y="123"/>
                  <a:pt x="108" y="122"/>
                </a:cubicBezTo>
                <a:cubicBezTo>
                  <a:pt x="107" y="122"/>
                  <a:pt x="106" y="121"/>
                  <a:pt x="105" y="121"/>
                </a:cubicBezTo>
                <a:cubicBezTo>
                  <a:pt x="99" y="121"/>
                  <a:pt x="99" y="121"/>
                  <a:pt x="99" y="121"/>
                </a:cubicBezTo>
                <a:cubicBezTo>
                  <a:pt x="99" y="121"/>
                  <a:pt x="98" y="122"/>
                  <a:pt x="97" y="122"/>
                </a:cubicBezTo>
                <a:cubicBezTo>
                  <a:pt x="97" y="123"/>
                  <a:pt x="96" y="123"/>
                  <a:pt x="96" y="124"/>
                </a:cubicBezTo>
                <a:cubicBezTo>
                  <a:pt x="96" y="130"/>
                  <a:pt x="96" y="130"/>
                  <a:pt x="96" y="130"/>
                </a:cubicBezTo>
                <a:cubicBezTo>
                  <a:pt x="96" y="131"/>
                  <a:pt x="97" y="132"/>
                  <a:pt x="97" y="132"/>
                </a:cubicBezTo>
                <a:cubicBezTo>
                  <a:pt x="98" y="133"/>
                  <a:pt x="99" y="133"/>
                  <a:pt x="99" y="133"/>
                </a:cubicBezTo>
                <a:cubicBezTo>
                  <a:pt x="105" y="133"/>
                  <a:pt x="105" y="133"/>
                  <a:pt x="105" y="133"/>
                </a:cubicBezTo>
                <a:cubicBezTo>
                  <a:pt x="106" y="133"/>
                  <a:pt x="107" y="133"/>
                  <a:pt x="108" y="132"/>
                </a:cubicBezTo>
                <a:cubicBezTo>
                  <a:pt x="108" y="132"/>
                  <a:pt x="109" y="131"/>
                  <a:pt x="109" y="13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81" name="Freeform 384"/>
          <p:cNvSpPr>
            <a:spLocks noEditPoints="1"/>
          </p:cNvSpPr>
          <p:nvPr/>
        </p:nvSpPr>
        <p:spPr bwMode="auto">
          <a:xfrm>
            <a:off x="9435976" y="5236758"/>
            <a:ext cx="190176" cy="244204"/>
          </a:xfrm>
          <a:custGeom>
            <a:avLst/>
            <a:gdLst>
              <a:gd name="T0" fmla="*/ 6 w 133"/>
              <a:gd name="T1" fmla="*/ 170 h 170"/>
              <a:gd name="T2" fmla="*/ 6 w 133"/>
              <a:gd name="T3" fmla="*/ 0 h 170"/>
              <a:gd name="T4" fmla="*/ 121 w 133"/>
              <a:gd name="T5" fmla="*/ 158 h 170"/>
              <a:gd name="T6" fmla="*/ 48 w 133"/>
              <a:gd name="T7" fmla="*/ 136 h 170"/>
              <a:gd name="T8" fmla="*/ 84 w 133"/>
              <a:gd name="T9" fmla="*/ 136 h 170"/>
              <a:gd name="T10" fmla="*/ 33 w 133"/>
              <a:gd name="T11" fmla="*/ 37 h 170"/>
              <a:gd name="T12" fmla="*/ 25 w 133"/>
              <a:gd name="T13" fmla="*/ 25 h 170"/>
              <a:gd name="T14" fmla="*/ 36 w 133"/>
              <a:gd name="T15" fmla="*/ 52 h 170"/>
              <a:gd name="T16" fmla="*/ 25 w 133"/>
              <a:gd name="T17" fmla="*/ 60 h 170"/>
              <a:gd name="T18" fmla="*/ 33 w 133"/>
              <a:gd name="T19" fmla="*/ 49 h 170"/>
              <a:gd name="T20" fmla="*/ 35 w 133"/>
              <a:gd name="T21" fmla="*/ 84 h 170"/>
              <a:gd name="T22" fmla="*/ 24 w 133"/>
              <a:gd name="T23" fmla="*/ 76 h 170"/>
              <a:gd name="T24" fmla="*/ 36 w 133"/>
              <a:gd name="T25" fmla="*/ 76 h 170"/>
              <a:gd name="T26" fmla="*/ 27 w 133"/>
              <a:gd name="T27" fmla="*/ 109 h 170"/>
              <a:gd name="T28" fmla="*/ 27 w 133"/>
              <a:gd name="T29" fmla="*/ 97 h 170"/>
              <a:gd name="T30" fmla="*/ 36 w 133"/>
              <a:gd name="T31" fmla="*/ 130 h 170"/>
              <a:gd name="T32" fmla="*/ 24 w 133"/>
              <a:gd name="T33" fmla="*/ 130 h 170"/>
              <a:gd name="T34" fmla="*/ 35 w 133"/>
              <a:gd name="T35" fmla="*/ 122 h 170"/>
              <a:gd name="T36" fmla="*/ 57 w 133"/>
              <a:gd name="T37" fmla="*/ 37 h 170"/>
              <a:gd name="T38" fmla="*/ 49 w 133"/>
              <a:gd name="T39" fmla="*/ 25 h 170"/>
              <a:gd name="T40" fmla="*/ 60 w 133"/>
              <a:gd name="T41" fmla="*/ 52 h 170"/>
              <a:gd name="T42" fmla="*/ 49 w 133"/>
              <a:gd name="T43" fmla="*/ 60 h 170"/>
              <a:gd name="T44" fmla="*/ 57 w 133"/>
              <a:gd name="T45" fmla="*/ 49 h 170"/>
              <a:gd name="T46" fmla="*/ 59 w 133"/>
              <a:gd name="T47" fmla="*/ 84 h 170"/>
              <a:gd name="T48" fmla="*/ 48 w 133"/>
              <a:gd name="T49" fmla="*/ 76 h 170"/>
              <a:gd name="T50" fmla="*/ 60 w 133"/>
              <a:gd name="T51" fmla="*/ 76 h 170"/>
              <a:gd name="T52" fmla="*/ 51 w 133"/>
              <a:gd name="T53" fmla="*/ 109 h 170"/>
              <a:gd name="T54" fmla="*/ 51 w 133"/>
              <a:gd name="T55" fmla="*/ 97 h 170"/>
              <a:gd name="T56" fmla="*/ 84 w 133"/>
              <a:gd name="T57" fmla="*/ 33 h 170"/>
              <a:gd name="T58" fmla="*/ 72 w 133"/>
              <a:gd name="T59" fmla="*/ 33 h 170"/>
              <a:gd name="T60" fmla="*/ 83 w 133"/>
              <a:gd name="T61" fmla="*/ 25 h 170"/>
              <a:gd name="T62" fmla="*/ 81 w 133"/>
              <a:gd name="T63" fmla="*/ 61 h 170"/>
              <a:gd name="T64" fmla="*/ 73 w 133"/>
              <a:gd name="T65" fmla="*/ 50 h 170"/>
              <a:gd name="T66" fmla="*/ 84 w 133"/>
              <a:gd name="T67" fmla="*/ 76 h 170"/>
              <a:gd name="T68" fmla="*/ 73 w 133"/>
              <a:gd name="T69" fmla="*/ 84 h 170"/>
              <a:gd name="T70" fmla="*/ 81 w 133"/>
              <a:gd name="T71" fmla="*/ 73 h 170"/>
              <a:gd name="T72" fmla="*/ 83 w 133"/>
              <a:gd name="T73" fmla="*/ 108 h 170"/>
              <a:gd name="T74" fmla="*/ 72 w 133"/>
              <a:gd name="T75" fmla="*/ 100 h 170"/>
              <a:gd name="T76" fmla="*/ 84 w 133"/>
              <a:gd name="T77" fmla="*/ 100 h 170"/>
              <a:gd name="T78" fmla="*/ 99 w 133"/>
              <a:gd name="T79" fmla="*/ 37 h 170"/>
              <a:gd name="T80" fmla="*/ 99 w 133"/>
              <a:gd name="T81" fmla="*/ 24 h 170"/>
              <a:gd name="T82" fmla="*/ 108 w 133"/>
              <a:gd name="T83" fmla="*/ 58 h 170"/>
              <a:gd name="T84" fmla="*/ 96 w 133"/>
              <a:gd name="T85" fmla="*/ 58 h 170"/>
              <a:gd name="T86" fmla="*/ 108 w 133"/>
              <a:gd name="T87" fmla="*/ 50 h 170"/>
              <a:gd name="T88" fmla="*/ 105 w 133"/>
              <a:gd name="T89" fmla="*/ 85 h 170"/>
              <a:gd name="T90" fmla="*/ 97 w 133"/>
              <a:gd name="T91" fmla="*/ 74 h 170"/>
              <a:gd name="T92" fmla="*/ 108 w 133"/>
              <a:gd name="T93" fmla="*/ 100 h 170"/>
              <a:gd name="T94" fmla="*/ 97 w 133"/>
              <a:gd name="T95" fmla="*/ 108 h 170"/>
              <a:gd name="T96" fmla="*/ 105 w 133"/>
              <a:gd name="T97" fmla="*/ 97 h 170"/>
              <a:gd name="T98" fmla="*/ 108 w 133"/>
              <a:gd name="T99" fmla="*/ 132 h 170"/>
              <a:gd name="T100" fmla="*/ 96 w 133"/>
              <a:gd name="T101" fmla="*/ 124 h 170"/>
              <a:gd name="T102" fmla="*/ 108 w 133"/>
              <a:gd name="T103" fmla="*/ 124 h 1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33" h="170">
                <a:moveTo>
                  <a:pt x="133" y="6"/>
                </a:moveTo>
                <a:cubicBezTo>
                  <a:pt x="133" y="164"/>
                  <a:pt x="133" y="164"/>
                  <a:pt x="133" y="164"/>
                </a:cubicBezTo>
                <a:cubicBezTo>
                  <a:pt x="133" y="165"/>
                  <a:pt x="132" y="167"/>
                  <a:pt x="131" y="168"/>
                </a:cubicBezTo>
                <a:cubicBezTo>
                  <a:pt x="130" y="169"/>
                  <a:pt x="128" y="170"/>
                  <a:pt x="127" y="170"/>
                </a:cubicBezTo>
                <a:cubicBezTo>
                  <a:pt x="6" y="170"/>
                  <a:pt x="6" y="170"/>
                  <a:pt x="6" y="170"/>
                </a:cubicBezTo>
                <a:cubicBezTo>
                  <a:pt x="4" y="170"/>
                  <a:pt x="3" y="169"/>
                  <a:pt x="1" y="168"/>
                </a:cubicBezTo>
                <a:cubicBezTo>
                  <a:pt x="0" y="167"/>
                  <a:pt x="0" y="165"/>
                  <a:pt x="0" y="164"/>
                </a:cubicBezTo>
                <a:cubicBezTo>
                  <a:pt x="0" y="6"/>
                  <a:pt x="0" y="6"/>
                  <a:pt x="0" y="6"/>
                </a:cubicBezTo>
                <a:cubicBezTo>
                  <a:pt x="0" y="5"/>
                  <a:pt x="0" y="3"/>
                  <a:pt x="1" y="2"/>
                </a:cubicBezTo>
                <a:cubicBezTo>
                  <a:pt x="3" y="1"/>
                  <a:pt x="4" y="0"/>
                  <a:pt x="6" y="0"/>
                </a:cubicBezTo>
                <a:cubicBezTo>
                  <a:pt x="127" y="0"/>
                  <a:pt x="127" y="0"/>
                  <a:pt x="127" y="0"/>
                </a:cubicBezTo>
                <a:cubicBezTo>
                  <a:pt x="128" y="0"/>
                  <a:pt x="130" y="1"/>
                  <a:pt x="131" y="2"/>
                </a:cubicBezTo>
                <a:cubicBezTo>
                  <a:pt x="132" y="3"/>
                  <a:pt x="133" y="5"/>
                  <a:pt x="133" y="6"/>
                </a:cubicBezTo>
                <a:close/>
                <a:moveTo>
                  <a:pt x="84" y="158"/>
                </a:moveTo>
                <a:cubicBezTo>
                  <a:pt x="121" y="158"/>
                  <a:pt x="121" y="158"/>
                  <a:pt x="121" y="158"/>
                </a:cubicBezTo>
                <a:cubicBezTo>
                  <a:pt x="121" y="12"/>
                  <a:pt x="121" y="12"/>
                  <a:pt x="121" y="12"/>
                </a:cubicBezTo>
                <a:cubicBezTo>
                  <a:pt x="12" y="12"/>
                  <a:pt x="12" y="12"/>
                  <a:pt x="12" y="12"/>
                </a:cubicBezTo>
                <a:cubicBezTo>
                  <a:pt x="12" y="158"/>
                  <a:pt x="12" y="158"/>
                  <a:pt x="12" y="158"/>
                </a:cubicBezTo>
                <a:cubicBezTo>
                  <a:pt x="48" y="158"/>
                  <a:pt x="48" y="158"/>
                  <a:pt x="48" y="158"/>
                </a:cubicBezTo>
                <a:cubicBezTo>
                  <a:pt x="48" y="136"/>
                  <a:pt x="48" y="136"/>
                  <a:pt x="48" y="136"/>
                </a:cubicBezTo>
                <a:cubicBezTo>
                  <a:pt x="48" y="136"/>
                  <a:pt x="48" y="135"/>
                  <a:pt x="49" y="134"/>
                </a:cubicBezTo>
                <a:cubicBezTo>
                  <a:pt x="49" y="134"/>
                  <a:pt x="50" y="133"/>
                  <a:pt x="51" y="133"/>
                </a:cubicBezTo>
                <a:cubicBezTo>
                  <a:pt x="81" y="133"/>
                  <a:pt x="81" y="133"/>
                  <a:pt x="81" y="133"/>
                </a:cubicBezTo>
                <a:cubicBezTo>
                  <a:pt x="82" y="133"/>
                  <a:pt x="83" y="134"/>
                  <a:pt x="83" y="134"/>
                </a:cubicBezTo>
                <a:cubicBezTo>
                  <a:pt x="84" y="135"/>
                  <a:pt x="84" y="136"/>
                  <a:pt x="84" y="136"/>
                </a:cubicBezTo>
                <a:lnTo>
                  <a:pt x="84" y="158"/>
                </a:lnTo>
                <a:close/>
                <a:moveTo>
                  <a:pt x="36" y="27"/>
                </a:moveTo>
                <a:cubicBezTo>
                  <a:pt x="36" y="33"/>
                  <a:pt x="36" y="33"/>
                  <a:pt x="36" y="33"/>
                </a:cubicBezTo>
                <a:cubicBezTo>
                  <a:pt x="36" y="34"/>
                  <a:pt x="36" y="35"/>
                  <a:pt x="35" y="36"/>
                </a:cubicBezTo>
                <a:cubicBezTo>
                  <a:pt x="34" y="36"/>
                  <a:pt x="34" y="37"/>
                  <a:pt x="33" y="37"/>
                </a:cubicBezTo>
                <a:cubicBezTo>
                  <a:pt x="27" y="37"/>
                  <a:pt x="27" y="37"/>
                  <a:pt x="27" y="37"/>
                </a:cubicBezTo>
                <a:cubicBezTo>
                  <a:pt x="26" y="37"/>
                  <a:pt x="25" y="36"/>
                  <a:pt x="25" y="36"/>
                </a:cubicBezTo>
                <a:cubicBezTo>
                  <a:pt x="24" y="35"/>
                  <a:pt x="24" y="34"/>
                  <a:pt x="24" y="33"/>
                </a:cubicBezTo>
                <a:cubicBezTo>
                  <a:pt x="24" y="27"/>
                  <a:pt x="24" y="27"/>
                  <a:pt x="24" y="27"/>
                </a:cubicBezTo>
                <a:cubicBezTo>
                  <a:pt x="24" y="27"/>
                  <a:pt x="24" y="26"/>
                  <a:pt x="25" y="25"/>
                </a:cubicBezTo>
                <a:cubicBezTo>
                  <a:pt x="25" y="25"/>
                  <a:pt x="26" y="24"/>
                  <a:pt x="27" y="24"/>
                </a:cubicBezTo>
                <a:cubicBezTo>
                  <a:pt x="33" y="24"/>
                  <a:pt x="33" y="24"/>
                  <a:pt x="33" y="24"/>
                </a:cubicBezTo>
                <a:cubicBezTo>
                  <a:pt x="34" y="24"/>
                  <a:pt x="34" y="25"/>
                  <a:pt x="35" y="25"/>
                </a:cubicBezTo>
                <a:cubicBezTo>
                  <a:pt x="36" y="26"/>
                  <a:pt x="36" y="27"/>
                  <a:pt x="36" y="27"/>
                </a:cubicBezTo>
                <a:close/>
                <a:moveTo>
                  <a:pt x="36" y="52"/>
                </a:moveTo>
                <a:cubicBezTo>
                  <a:pt x="36" y="58"/>
                  <a:pt x="36" y="58"/>
                  <a:pt x="36" y="58"/>
                </a:cubicBezTo>
                <a:cubicBezTo>
                  <a:pt x="36" y="58"/>
                  <a:pt x="36" y="59"/>
                  <a:pt x="35" y="60"/>
                </a:cubicBezTo>
                <a:cubicBezTo>
                  <a:pt x="34" y="60"/>
                  <a:pt x="34" y="61"/>
                  <a:pt x="33" y="61"/>
                </a:cubicBezTo>
                <a:cubicBezTo>
                  <a:pt x="27" y="61"/>
                  <a:pt x="27" y="61"/>
                  <a:pt x="27" y="61"/>
                </a:cubicBezTo>
                <a:cubicBezTo>
                  <a:pt x="26" y="61"/>
                  <a:pt x="25" y="60"/>
                  <a:pt x="25" y="60"/>
                </a:cubicBezTo>
                <a:cubicBezTo>
                  <a:pt x="24" y="59"/>
                  <a:pt x="24" y="58"/>
                  <a:pt x="24" y="58"/>
                </a:cubicBezTo>
                <a:cubicBezTo>
                  <a:pt x="24" y="52"/>
                  <a:pt x="24" y="52"/>
                  <a:pt x="24" y="52"/>
                </a:cubicBezTo>
                <a:cubicBezTo>
                  <a:pt x="24" y="51"/>
                  <a:pt x="24" y="50"/>
                  <a:pt x="25" y="50"/>
                </a:cubicBezTo>
                <a:cubicBezTo>
                  <a:pt x="25" y="49"/>
                  <a:pt x="26" y="49"/>
                  <a:pt x="27" y="49"/>
                </a:cubicBezTo>
                <a:cubicBezTo>
                  <a:pt x="33" y="49"/>
                  <a:pt x="33" y="49"/>
                  <a:pt x="33" y="49"/>
                </a:cubicBezTo>
                <a:cubicBezTo>
                  <a:pt x="34" y="49"/>
                  <a:pt x="34" y="49"/>
                  <a:pt x="35" y="50"/>
                </a:cubicBezTo>
                <a:cubicBezTo>
                  <a:pt x="36" y="50"/>
                  <a:pt x="36" y="51"/>
                  <a:pt x="36" y="52"/>
                </a:cubicBezTo>
                <a:close/>
                <a:moveTo>
                  <a:pt x="36" y="76"/>
                </a:moveTo>
                <a:cubicBezTo>
                  <a:pt x="36" y="82"/>
                  <a:pt x="36" y="82"/>
                  <a:pt x="36" y="82"/>
                </a:cubicBezTo>
                <a:cubicBezTo>
                  <a:pt x="36" y="83"/>
                  <a:pt x="36" y="83"/>
                  <a:pt x="35" y="84"/>
                </a:cubicBezTo>
                <a:cubicBezTo>
                  <a:pt x="34" y="85"/>
                  <a:pt x="34" y="85"/>
                  <a:pt x="33" y="85"/>
                </a:cubicBezTo>
                <a:cubicBezTo>
                  <a:pt x="27" y="85"/>
                  <a:pt x="27" y="85"/>
                  <a:pt x="27" y="85"/>
                </a:cubicBezTo>
                <a:cubicBezTo>
                  <a:pt x="26" y="85"/>
                  <a:pt x="25" y="85"/>
                  <a:pt x="25" y="84"/>
                </a:cubicBezTo>
                <a:cubicBezTo>
                  <a:pt x="24" y="83"/>
                  <a:pt x="24" y="83"/>
                  <a:pt x="24" y="82"/>
                </a:cubicBezTo>
                <a:cubicBezTo>
                  <a:pt x="24" y="76"/>
                  <a:pt x="24" y="76"/>
                  <a:pt x="24" y="76"/>
                </a:cubicBezTo>
                <a:cubicBezTo>
                  <a:pt x="24" y="75"/>
                  <a:pt x="24" y="74"/>
                  <a:pt x="25" y="74"/>
                </a:cubicBezTo>
                <a:cubicBezTo>
                  <a:pt x="25" y="73"/>
                  <a:pt x="26" y="73"/>
                  <a:pt x="27" y="73"/>
                </a:cubicBezTo>
                <a:cubicBezTo>
                  <a:pt x="33" y="73"/>
                  <a:pt x="33" y="73"/>
                  <a:pt x="33" y="73"/>
                </a:cubicBezTo>
                <a:cubicBezTo>
                  <a:pt x="34" y="73"/>
                  <a:pt x="34" y="73"/>
                  <a:pt x="35" y="74"/>
                </a:cubicBezTo>
                <a:cubicBezTo>
                  <a:pt x="36" y="74"/>
                  <a:pt x="36" y="75"/>
                  <a:pt x="36" y="76"/>
                </a:cubicBezTo>
                <a:close/>
                <a:moveTo>
                  <a:pt x="36" y="100"/>
                </a:moveTo>
                <a:cubicBezTo>
                  <a:pt x="36" y="106"/>
                  <a:pt x="36" y="106"/>
                  <a:pt x="36" y="106"/>
                </a:cubicBezTo>
                <a:cubicBezTo>
                  <a:pt x="36" y="107"/>
                  <a:pt x="36" y="108"/>
                  <a:pt x="35" y="108"/>
                </a:cubicBezTo>
                <a:cubicBezTo>
                  <a:pt x="34" y="109"/>
                  <a:pt x="34" y="109"/>
                  <a:pt x="33" y="109"/>
                </a:cubicBezTo>
                <a:cubicBezTo>
                  <a:pt x="27" y="109"/>
                  <a:pt x="27" y="109"/>
                  <a:pt x="27" y="109"/>
                </a:cubicBezTo>
                <a:cubicBezTo>
                  <a:pt x="26" y="109"/>
                  <a:pt x="25" y="109"/>
                  <a:pt x="25" y="108"/>
                </a:cubicBezTo>
                <a:cubicBezTo>
                  <a:pt x="24" y="108"/>
                  <a:pt x="24" y="107"/>
                  <a:pt x="24" y="106"/>
                </a:cubicBezTo>
                <a:cubicBezTo>
                  <a:pt x="24" y="100"/>
                  <a:pt x="24" y="100"/>
                  <a:pt x="24" y="100"/>
                </a:cubicBezTo>
                <a:cubicBezTo>
                  <a:pt x="24" y="99"/>
                  <a:pt x="24" y="99"/>
                  <a:pt x="25" y="98"/>
                </a:cubicBezTo>
                <a:cubicBezTo>
                  <a:pt x="25" y="97"/>
                  <a:pt x="26" y="97"/>
                  <a:pt x="27" y="97"/>
                </a:cubicBezTo>
                <a:cubicBezTo>
                  <a:pt x="33" y="97"/>
                  <a:pt x="33" y="97"/>
                  <a:pt x="33" y="97"/>
                </a:cubicBezTo>
                <a:cubicBezTo>
                  <a:pt x="34" y="97"/>
                  <a:pt x="34" y="97"/>
                  <a:pt x="35" y="98"/>
                </a:cubicBezTo>
                <a:cubicBezTo>
                  <a:pt x="36" y="99"/>
                  <a:pt x="36" y="99"/>
                  <a:pt x="36" y="100"/>
                </a:cubicBezTo>
                <a:close/>
                <a:moveTo>
                  <a:pt x="36" y="124"/>
                </a:moveTo>
                <a:cubicBezTo>
                  <a:pt x="36" y="130"/>
                  <a:pt x="36" y="130"/>
                  <a:pt x="36" y="130"/>
                </a:cubicBezTo>
                <a:cubicBezTo>
                  <a:pt x="36" y="131"/>
                  <a:pt x="36" y="132"/>
                  <a:pt x="35" y="132"/>
                </a:cubicBezTo>
                <a:cubicBezTo>
                  <a:pt x="34" y="133"/>
                  <a:pt x="34" y="133"/>
                  <a:pt x="33" y="133"/>
                </a:cubicBezTo>
                <a:cubicBezTo>
                  <a:pt x="27" y="133"/>
                  <a:pt x="27" y="133"/>
                  <a:pt x="27" y="133"/>
                </a:cubicBezTo>
                <a:cubicBezTo>
                  <a:pt x="26" y="133"/>
                  <a:pt x="25" y="133"/>
                  <a:pt x="25" y="132"/>
                </a:cubicBezTo>
                <a:cubicBezTo>
                  <a:pt x="24" y="132"/>
                  <a:pt x="24" y="131"/>
                  <a:pt x="24" y="130"/>
                </a:cubicBezTo>
                <a:cubicBezTo>
                  <a:pt x="24" y="124"/>
                  <a:pt x="24" y="124"/>
                  <a:pt x="24" y="124"/>
                </a:cubicBezTo>
                <a:cubicBezTo>
                  <a:pt x="24" y="123"/>
                  <a:pt x="24" y="123"/>
                  <a:pt x="25" y="122"/>
                </a:cubicBezTo>
                <a:cubicBezTo>
                  <a:pt x="25" y="122"/>
                  <a:pt x="26" y="121"/>
                  <a:pt x="27" y="121"/>
                </a:cubicBezTo>
                <a:cubicBezTo>
                  <a:pt x="33" y="121"/>
                  <a:pt x="33" y="121"/>
                  <a:pt x="33" y="121"/>
                </a:cubicBezTo>
                <a:cubicBezTo>
                  <a:pt x="34" y="121"/>
                  <a:pt x="34" y="122"/>
                  <a:pt x="35" y="122"/>
                </a:cubicBezTo>
                <a:cubicBezTo>
                  <a:pt x="36" y="123"/>
                  <a:pt x="36" y="123"/>
                  <a:pt x="36" y="124"/>
                </a:cubicBezTo>
                <a:close/>
                <a:moveTo>
                  <a:pt x="60" y="27"/>
                </a:moveTo>
                <a:cubicBezTo>
                  <a:pt x="60" y="33"/>
                  <a:pt x="60" y="33"/>
                  <a:pt x="60" y="33"/>
                </a:cubicBezTo>
                <a:cubicBezTo>
                  <a:pt x="60" y="34"/>
                  <a:pt x="60" y="35"/>
                  <a:pt x="59" y="36"/>
                </a:cubicBezTo>
                <a:cubicBezTo>
                  <a:pt x="59" y="36"/>
                  <a:pt x="58" y="37"/>
                  <a:pt x="57" y="37"/>
                </a:cubicBezTo>
                <a:cubicBezTo>
                  <a:pt x="51" y="37"/>
                  <a:pt x="51" y="37"/>
                  <a:pt x="51" y="37"/>
                </a:cubicBezTo>
                <a:cubicBezTo>
                  <a:pt x="50" y="37"/>
                  <a:pt x="49" y="36"/>
                  <a:pt x="49" y="36"/>
                </a:cubicBezTo>
                <a:cubicBezTo>
                  <a:pt x="48" y="35"/>
                  <a:pt x="48" y="34"/>
                  <a:pt x="48" y="33"/>
                </a:cubicBezTo>
                <a:cubicBezTo>
                  <a:pt x="48" y="27"/>
                  <a:pt x="48" y="27"/>
                  <a:pt x="48" y="27"/>
                </a:cubicBezTo>
                <a:cubicBezTo>
                  <a:pt x="48" y="27"/>
                  <a:pt x="48" y="26"/>
                  <a:pt x="49" y="25"/>
                </a:cubicBezTo>
                <a:cubicBezTo>
                  <a:pt x="49" y="25"/>
                  <a:pt x="50" y="24"/>
                  <a:pt x="51" y="24"/>
                </a:cubicBezTo>
                <a:cubicBezTo>
                  <a:pt x="57" y="24"/>
                  <a:pt x="57" y="24"/>
                  <a:pt x="57" y="24"/>
                </a:cubicBezTo>
                <a:cubicBezTo>
                  <a:pt x="58" y="24"/>
                  <a:pt x="59" y="25"/>
                  <a:pt x="59" y="25"/>
                </a:cubicBezTo>
                <a:cubicBezTo>
                  <a:pt x="60" y="26"/>
                  <a:pt x="60" y="27"/>
                  <a:pt x="60" y="27"/>
                </a:cubicBezTo>
                <a:close/>
                <a:moveTo>
                  <a:pt x="60" y="52"/>
                </a:moveTo>
                <a:cubicBezTo>
                  <a:pt x="60" y="58"/>
                  <a:pt x="60" y="58"/>
                  <a:pt x="60" y="58"/>
                </a:cubicBezTo>
                <a:cubicBezTo>
                  <a:pt x="60" y="58"/>
                  <a:pt x="60" y="59"/>
                  <a:pt x="59" y="60"/>
                </a:cubicBezTo>
                <a:cubicBezTo>
                  <a:pt x="59" y="60"/>
                  <a:pt x="58" y="61"/>
                  <a:pt x="57" y="61"/>
                </a:cubicBezTo>
                <a:cubicBezTo>
                  <a:pt x="51" y="61"/>
                  <a:pt x="51" y="61"/>
                  <a:pt x="51" y="61"/>
                </a:cubicBezTo>
                <a:cubicBezTo>
                  <a:pt x="50" y="61"/>
                  <a:pt x="49" y="60"/>
                  <a:pt x="49" y="60"/>
                </a:cubicBezTo>
                <a:cubicBezTo>
                  <a:pt x="48" y="59"/>
                  <a:pt x="48" y="58"/>
                  <a:pt x="48" y="58"/>
                </a:cubicBezTo>
                <a:cubicBezTo>
                  <a:pt x="48" y="52"/>
                  <a:pt x="48" y="52"/>
                  <a:pt x="48" y="52"/>
                </a:cubicBezTo>
                <a:cubicBezTo>
                  <a:pt x="48" y="51"/>
                  <a:pt x="48" y="50"/>
                  <a:pt x="49" y="50"/>
                </a:cubicBezTo>
                <a:cubicBezTo>
                  <a:pt x="49" y="49"/>
                  <a:pt x="50" y="49"/>
                  <a:pt x="51" y="49"/>
                </a:cubicBezTo>
                <a:cubicBezTo>
                  <a:pt x="57" y="49"/>
                  <a:pt x="57" y="49"/>
                  <a:pt x="57" y="49"/>
                </a:cubicBezTo>
                <a:cubicBezTo>
                  <a:pt x="58" y="49"/>
                  <a:pt x="59" y="49"/>
                  <a:pt x="59" y="50"/>
                </a:cubicBezTo>
                <a:cubicBezTo>
                  <a:pt x="60" y="50"/>
                  <a:pt x="60" y="51"/>
                  <a:pt x="60" y="52"/>
                </a:cubicBezTo>
                <a:close/>
                <a:moveTo>
                  <a:pt x="60" y="76"/>
                </a:moveTo>
                <a:cubicBezTo>
                  <a:pt x="60" y="82"/>
                  <a:pt x="60" y="82"/>
                  <a:pt x="60" y="82"/>
                </a:cubicBezTo>
                <a:cubicBezTo>
                  <a:pt x="60" y="83"/>
                  <a:pt x="60" y="83"/>
                  <a:pt x="59" y="84"/>
                </a:cubicBezTo>
                <a:cubicBezTo>
                  <a:pt x="59" y="85"/>
                  <a:pt x="58" y="85"/>
                  <a:pt x="57" y="85"/>
                </a:cubicBezTo>
                <a:cubicBezTo>
                  <a:pt x="51" y="85"/>
                  <a:pt x="51" y="85"/>
                  <a:pt x="51" y="85"/>
                </a:cubicBezTo>
                <a:cubicBezTo>
                  <a:pt x="50" y="85"/>
                  <a:pt x="49" y="85"/>
                  <a:pt x="49" y="84"/>
                </a:cubicBezTo>
                <a:cubicBezTo>
                  <a:pt x="48" y="83"/>
                  <a:pt x="48" y="83"/>
                  <a:pt x="48" y="82"/>
                </a:cubicBezTo>
                <a:cubicBezTo>
                  <a:pt x="48" y="76"/>
                  <a:pt x="48" y="76"/>
                  <a:pt x="48" y="76"/>
                </a:cubicBezTo>
                <a:cubicBezTo>
                  <a:pt x="48" y="75"/>
                  <a:pt x="48" y="74"/>
                  <a:pt x="49" y="74"/>
                </a:cubicBezTo>
                <a:cubicBezTo>
                  <a:pt x="49" y="73"/>
                  <a:pt x="50" y="73"/>
                  <a:pt x="51" y="73"/>
                </a:cubicBezTo>
                <a:cubicBezTo>
                  <a:pt x="57" y="73"/>
                  <a:pt x="57" y="73"/>
                  <a:pt x="57" y="73"/>
                </a:cubicBezTo>
                <a:cubicBezTo>
                  <a:pt x="58" y="73"/>
                  <a:pt x="59" y="73"/>
                  <a:pt x="59" y="74"/>
                </a:cubicBezTo>
                <a:cubicBezTo>
                  <a:pt x="60" y="74"/>
                  <a:pt x="60" y="75"/>
                  <a:pt x="60" y="76"/>
                </a:cubicBezTo>
                <a:close/>
                <a:moveTo>
                  <a:pt x="60" y="100"/>
                </a:moveTo>
                <a:cubicBezTo>
                  <a:pt x="60" y="106"/>
                  <a:pt x="60" y="106"/>
                  <a:pt x="60" y="106"/>
                </a:cubicBezTo>
                <a:cubicBezTo>
                  <a:pt x="60" y="107"/>
                  <a:pt x="60" y="108"/>
                  <a:pt x="59" y="108"/>
                </a:cubicBezTo>
                <a:cubicBezTo>
                  <a:pt x="59" y="109"/>
                  <a:pt x="58" y="109"/>
                  <a:pt x="57" y="109"/>
                </a:cubicBezTo>
                <a:cubicBezTo>
                  <a:pt x="51" y="109"/>
                  <a:pt x="51" y="109"/>
                  <a:pt x="51" y="109"/>
                </a:cubicBezTo>
                <a:cubicBezTo>
                  <a:pt x="50" y="109"/>
                  <a:pt x="49" y="109"/>
                  <a:pt x="49" y="108"/>
                </a:cubicBezTo>
                <a:cubicBezTo>
                  <a:pt x="48" y="108"/>
                  <a:pt x="48" y="107"/>
                  <a:pt x="48" y="106"/>
                </a:cubicBezTo>
                <a:cubicBezTo>
                  <a:pt x="48" y="100"/>
                  <a:pt x="48" y="100"/>
                  <a:pt x="48" y="100"/>
                </a:cubicBezTo>
                <a:cubicBezTo>
                  <a:pt x="48" y="99"/>
                  <a:pt x="48" y="99"/>
                  <a:pt x="49" y="98"/>
                </a:cubicBezTo>
                <a:cubicBezTo>
                  <a:pt x="49" y="97"/>
                  <a:pt x="50" y="97"/>
                  <a:pt x="51" y="97"/>
                </a:cubicBezTo>
                <a:cubicBezTo>
                  <a:pt x="57" y="97"/>
                  <a:pt x="57" y="97"/>
                  <a:pt x="57" y="97"/>
                </a:cubicBezTo>
                <a:cubicBezTo>
                  <a:pt x="58" y="97"/>
                  <a:pt x="59" y="97"/>
                  <a:pt x="59" y="98"/>
                </a:cubicBezTo>
                <a:cubicBezTo>
                  <a:pt x="60" y="99"/>
                  <a:pt x="60" y="99"/>
                  <a:pt x="60" y="100"/>
                </a:cubicBezTo>
                <a:close/>
                <a:moveTo>
                  <a:pt x="84" y="27"/>
                </a:moveTo>
                <a:cubicBezTo>
                  <a:pt x="84" y="33"/>
                  <a:pt x="84" y="33"/>
                  <a:pt x="84" y="33"/>
                </a:cubicBezTo>
                <a:cubicBezTo>
                  <a:pt x="84" y="34"/>
                  <a:pt x="84" y="35"/>
                  <a:pt x="83" y="36"/>
                </a:cubicBezTo>
                <a:cubicBezTo>
                  <a:pt x="83" y="36"/>
                  <a:pt x="82" y="37"/>
                  <a:pt x="81" y="37"/>
                </a:cubicBezTo>
                <a:cubicBezTo>
                  <a:pt x="75" y="37"/>
                  <a:pt x="75" y="37"/>
                  <a:pt x="75" y="37"/>
                </a:cubicBezTo>
                <a:cubicBezTo>
                  <a:pt x="74" y="37"/>
                  <a:pt x="74" y="36"/>
                  <a:pt x="73" y="36"/>
                </a:cubicBezTo>
                <a:cubicBezTo>
                  <a:pt x="72" y="35"/>
                  <a:pt x="72" y="34"/>
                  <a:pt x="72" y="33"/>
                </a:cubicBezTo>
                <a:cubicBezTo>
                  <a:pt x="72" y="27"/>
                  <a:pt x="72" y="27"/>
                  <a:pt x="72" y="27"/>
                </a:cubicBezTo>
                <a:cubicBezTo>
                  <a:pt x="72" y="27"/>
                  <a:pt x="72" y="26"/>
                  <a:pt x="73" y="25"/>
                </a:cubicBezTo>
                <a:cubicBezTo>
                  <a:pt x="74" y="25"/>
                  <a:pt x="74" y="24"/>
                  <a:pt x="75" y="24"/>
                </a:cubicBezTo>
                <a:cubicBezTo>
                  <a:pt x="81" y="24"/>
                  <a:pt x="81" y="24"/>
                  <a:pt x="81" y="24"/>
                </a:cubicBezTo>
                <a:cubicBezTo>
                  <a:pt x="82" y="24"/>
                  <a:pt x="83" y="25"/>
                  <a:pt x="83" y="25"/>
                </a:cubicBezTo>
                <a:cubicBezTo>
                  <a:pt x="84" y="26"/>
                  <a:pt x="84" y="27"/>
                  <a:pt x="84" y="27"/>
                </a:cubicBezTo>
                <a:close/>
                <a:moveTo>
                  <a:pt x="84" y="52"/>
                </a:moveTo>
                <a:cubicBezTo>
                  <a:pt x="84" y="58"/>
                  <a:pt x="84" y="58"/>
                  <a:pt x="84" y="58"/>
                </a:cubicBezTo>
                <a:cubicBezTo>
                  <a:pt x="84" y="58"/>
                  <a:pt x="84" y="59"/>
                  <a:pt x="83" y="60"/>
                </a:cubicBezTo>
                <a:cubicBezTo>
                  <a:pt x="83" y="60"/>
                  <a:pt x="82" y="61"/>
                  <a:pt x="81" y="61"/>
                </a:cubicBezTo>
                <a:cubicBezTo>
                  <a:pt x="75" y="61"/>
                  <a:pt x="75" y="61"/>
                  <a:pt x="75" y="61"/>
                </a:cubicBezTo>
                <a:cubicBezTo>
                  <a:pt x="74" y="61"/>
                  <a:pt x="74" y="60"/>
                  <a:pt x="73" y="60"/>
                </a:cubicBezTo>
                <a:cubicBezTo>
                  <a:pt x="72" y="59"/>
                  <a:pt x="72" y="58"/>
                  <a:pt x="72" y="58"/>
                </a:cubicBezTo>
                <a:cubicBezTo>
                  <a:pt x="72" y="52"/>
                  <a:pt x="72" y="52"/>
                  <a:pt x="72" y="52"/>
                </a:cubicBezTo>
                <a:cubicBezTo>
                  <a:pt x="72" y="51"/>
                  <a:pt x="72" y="50"/>
                  <a:pt x="73" y="50"/>
                </a:cubicBezTo>
                <a:cubicBezTo>
                  <a:pt x="74" y="49"/>
                  <a:pt x="74" y="49"/>
                  <a:pt x="75" y="49"/>
                </a:cubicBezTo>
                <a:cubicBezTo>
                  <a:pt x="81" y="49"/>
                  <a:pt x="81" y="49"/>
                  <a:pt x="81" y="49"/>
                </a:cubicBezTo>
                <a:cubicBezTo>
                  <a:pt x="82" y="49"/>
                  <a:pt x="83" y="49"/>
                  <a:pt x="83" y="50"/>
                </a:cubicBezTo>
                <a:cubicBezTo>
                  <a:pt x="84" y="50"/>
                  <a:pt x="84" y="51"/>
                  <a:pt x="84" y="52"/>
                </a:cubicBezTo>
                <a:close/>
                <a:moveTo>
                  <a:pt x="84" y="76"/>
                </a:moveTo>
                <a:cubicBezTo>
                  <a:pt x="84" y="82"/>
                  <a:pt x="84" y="82"/>
                  <a:pt x="84" y="82"/>
                </a:cubicBezTo>
                <a:cubicBezTo>
                  <a:pt x="84" y="83"/>
                  <a:pt x="84" y="83"/>
                  <a:pt x="83" y="84"/>
                </a:cubicBezTo>
                <a:cubicBezTo>
                  <a:pt x="83" y="85"/>
                  <a:pt x="82" y="85"/>
                  <a:pt x="81" y="85"/>
                </a:cubicBezTo>
                <a:cubicBezTo>
                  <a:pt x="75" y="85"/>
                  <a:pt x="75" y="85"/>
                  <a:pt x="75" y="85"/>
                </a:cubicBezTo>
                <a:cubicBezTo>
                  <a:pt x="74" y="85"/>
                  <a:pt x="74" y="85"/>
                  <a:pt x="73" y="84"/>
                </a:cubicBezTo>
                <a:cubicBezTo>
                  <a:pt x="72" y="83"/>
                  <a:pt x="72" y="83"/>
                  <a:pt x="72" y="82"/>
                </a:cubicBezTo>
                <a:cubicBezTo>
                  <a:pt x="72" y="76"/>
                  <a:pt x="72" y="76"/>
                  <a:pt x="72" y="76"/>
                </a:cubicBezTo>
                <a:cubicBezTo>
                  <a:pt x="72" y="75"/>
                  <a:pt x="72" y="74"/>
                  <a:pt x="73" y="74"/>
                </a:cubicBezTo>
                <a:cubicBezTo>
                  <a:pt x="74" y="73"/>
                  <a:pt x="74" y="73"/>
                  <a:pt x="75" y="73"/>
                </a:cubicBezTo>
                <a:cubicBezTo>
                  <a:pt x="81" y="73"/>
                  <a:pt x="81" y="73"/>
                  <a:pt x="81" y="73"/>
                </a:cubicBezTo>
                <a:cubicBezTo>
                  <a:pt x="82" y="73"/>
                  <a:pt x="83" y="73"/>
                  <a:pt x="83" y="74"/>
                </a:cubicBezTo>
                <a:cubicBezTo>
                  <a:pt x="84" y="74"/>
                  <a:pt x="84" y="75"/>
                  <a:pt x="84" y="76"/>
                </a:cubicBezTo>
                <a:close/>
                <a:moveTo>
                  <a:pt x="84" y="100"/>
                </a:moveTo>
                <a:cubicBezTo>
                  <a:pt x="84" y="106"/>
                  <a:pt x="84" y="106"/>
                  <a:pt x="84" y="106"/>
                </a:cubicBezTo>
                <a:cubicBezTo>
                  <a:pt x="84" y="107"/>
                  <a:pt x="84" y="108"/>
                  <a:pt x="83" y="108"/>
                </a:cubicBezTo>
                <a:cubicBezTo>
                  <a:pt x="83" y="109"/>
                  <a:pt x="82" y="109"/>
                  <a:pt x="81" y="109"/>
                </a:cubicBezTo>
                <a:cubicBezTo>
                  <a:pt x="75" y="109"/>
                  <a:pt x="75" y="109"/>
                  <a:pt x="75" y="109"/>
                </a:cubicBezTo>
                <a:cubicBezTo>
                  <a:pt x="74" y="109"/>
                  <a:pt x="74" y="109"/>
                  <a:pt x="73" y="108"/>
                </a:cubicBezTo>
                <a:cubicBezTo>
                  <a:pt x="72" y="108"/>
                  <a:pt x="72" y="107"/>
                  <a:pt x="72" y="106"/>
                </a:cubicBezTo>
                <a:cubicBezTo>
                  <a:pt x="72" y="100"/>
                  <a:pt x="72" y="100"/>
                  <a:pt x="72" y="100"/>
                </a:cubicBezTo>
                <a:cubicBezTo>
                  <a:pt x="72" y="99"/>
                  <a:pt x="72" y="99"/>
                  <a:pt x="73" y="98"/>
                </a:cubicBezTo>
                <a:cubicBezTo>
                  <a:pt x="74" y="97"/>
                  <a:pt x="74" y="97"/>
                  <a:pt x="75" y="97"/>
                </a:cubicBezTo>
                <a:cubicBezTo>
                  <a:pt x="81" y="97"/>
                  <a:pt x="81" y="97"/>
                  <a:pt x="81" y="97"/>
                </a:cubicBezTo>
                <a:cubicBezTo>
                  <a:pt x="82" y="97"/>
                  <a:pt x="83" y="97"/>
                  <a:pt x="83" y="98"/>
                </a:cubicBezTo>
                <a:cubicBezTo>
                  <a:pt x="84" y="99"/>
                  <a:pt x="84" y="99"/>
                  <a:pt x="84" y="100"/>
                </a:cubicBezTo>
                <a:close/>
                <a:moveTo>
                  <a:pt x="108" y="27"/>
                </a:moveTo>
                <a:cubicBezTo>
                  <a:pt x="108" y="33"/>
                  <a:pt x="108" y="33"/>
                  <a:pt x="108" y="33"/>
                </a:cubicBezTo>
                <a:cubicBezTo>
                  <a:pt x="108" y="34"/>
                  <a:pt x="108" y="35"/>
                  <a:pt x="108" y="36"/>
                </a:cubicBezTo>
                <a:cubicBezTo>
                  <a:pt x="107" y="36"/>
                  <a:pt x="106" y="37"/>
                  <a:pt x="105" y="37"/>
                </a:cubicBezTo>
                <a:cubicBezTo>
                  <a:pt x="99" y="37"/>
                  <a:pt x="99" y="37"/>
                  <a:pt x="99" y="37"/>
                </a:cubicBezTo>
                <a:cubicBezTo>
                  <a:pt x="99" y="37"/>
                  <a:pt x="98" y="36"/>
                  <a:pt x="97" y="36"/>
                </a:cubicBezTo>
                <a:cubicBezTo>
                  <a:pt x="97" y="35"/>
                  <a:pt x="96" y="34"/>
                  <a:pt x="96" y="33"/>
                </a:cubicBezTo>
                <a:cubicBezTo>
                  <a:pt x="96" y="27"/>
                  <a:pt x="96" y="27"/>
                  <a:pt x="96" y="27"/>
                </a:cubicBezTo>
                <a:cubicBezTo>
                  <a:pt x="96" y="27"/>
                  <a:pt x="97" y="26"/>
                  <a:pt x="97" y="25"/>
                </a:cubicBezTo>
                <a:cubicBezTo>
                  <a:pt x="98" y="25"/>
                  <a:pt x="99" y="24"/>
                  <a:pt x="99" y="24"/>
                </a:cubicBezTo>
                <a:cubicBezTo>
                  <a:pt x="105" y="24"/>
                  <a:pt x="105" y="24"/>
                  <a:pt x="105" y="24"/>
                </a:cubicBezTo>
                <a:cubicBezTo>
                  <a:pt x="106" y="24"/>
                  <a:pt x="107" y="25"/>
                  <a:pt x="108" y="25"/>
                </a:cubicBezTo>
                <a:cubicBezTo>
                  <a:pt x="108" y="26"/>
                  <a:pt x="108" y="27"/>
                  <a:pt x="108" y="27"/>
                </a:cubicBezTo>
                <a:close/>
                <a:moveTo>
                  <a:pt x="108" y="52"/>
                </a:moveTo>
                <a:cubicBezTo>
                  <a:pt x="108" y="58"/>
                  <a:pt x="108" y="58"/>
                  <a:pt x="108" y="58"/>
                </a:cubicBezTo>
                <a:cubicBezTo>
                  <a:pt x="108" y="58"/>
                  <a:pt x="108" y="59"/>
                  <a:pt x="108" y="60"/>
                </a:cubicBezTo>
                <a:cubicBezTo>
                  <a:pt x="107" y="60"/>
                  <a:pt x="106" y="61"/>
                  <a:pt x="105" y="61"/>
                </a:cubicBezTo>
                <a:cubicBezTo>
                  <a:pt x="99" y="61"/>
                  <a:pt x="99" y="61"/>
                  <a:pt x="99" y="61"/>
                </a:cubicBezTo>
                <a:cubicBezTo>
                  <a:pt x="99" y="61"/>
                  <a:pt x="98" y="60"/>
                  <a:pt x="97" y="60"/>
                </a:cubicBezTo>
                <a:cubicBezTo>
                  <a:pt x="97" y="59"/>
                  <a:pt x="96" y="58"/>
                  <a:pt x="96" y="58"/>
                </a:cubicBezTo>
                <a:cubicBezTo>
                  <a:pt x="96" y="52"/>
                  <a:pt x="96" y="52"/>
                  <a:pt x="96" y="52"/>
                </a:cubicBezTo>
                <a:cubicBezTo>
                  <a:pt x="96" y="51"/>
                  <a:pt x="97" y="50"/>
                  <a:pt x="97" y="50"/>
                </a:cubicBezTo>
                <a:cubicBezTo>
                  <a:pt x="98" y="49"/>
                  <a:pt x="99" y="49"/>
                  <a:pt x="99" y="49"/>
                </a:cubicBezTo>
                <a:cubicBezTo>
                  <a:pt x="105" y="49"/>
                  <a:pt x="105" y="49"/>
                  <a:pt x="105" y="49"/>
                </a:cubicBezTo>
                <a:cubicBezTo>
                  <a:pt x="106" y="49"/>
                  <a:pt x="107" y="49"/>
                  <a:pt x="108" y="50"/>
                </a:cubicBezTo>
                <a:cubicBezTo>
                  <a:pt x="108" y="50"/>
                  <a:pt x="108" y="51"/>
                  <a:pt x="108" y="52"/>
                </a:cubicBezTo>
                <a:close/>
                <a:moveTo>
                  <a:pt x="108" y="76"/>
                </a:moveTo>
                <a:cubicBezTo>
                  <a:pt x="108" y="82"/>
                  <a:pt x="108" y="82"/>
                  <a:pt x="108" y="82"/>
                </a:cubicBezTo>
                <a:cubicBezTo>
                  <a:pt x="108" y="83"/>
                  <a:pt x="108" y="83"/>
                  <a:pt x="108" y="84"/>
                </a:cubicBezTo>
                <a:cubicBezTo>
                  <a:pt x="107" y="85"/>
                  <a:pt x="106" y="85"/>
                  <a:pt x="105" y="85"/>
                </a:cubicBezTo>
                <a:cubicBezTo>
                  <a:pt x="99" y="85"/>
                  <a:pt x="99" y="85"/>
                  <a:pt x="99" y="85"/>
                </a:cubicBezTo>
                <a:cubicBezTo>
                  <a:pt x="99" y="85"/>
                  <a:pt x="98" y="85"/>
                  <a:pt x="97" y="84"/>
                </a:cubicBezTo>
                <a:cubicBezTo>
                  <a:pt x="97" y="83"/>
                  <a:pt x="96" y="83"/>
                  <a:pt x="96" y="82"/>
                </a:cubicBezTo>
                <a:cubicBezTo>
                  <a:pt x="96" y="76"/>
                  <a:pt x="96" y="76"/>
                  <a:pt x="96" y="76"/>
                </a:cubicBezTo>
                <a:cubicBezTo>
                  <a:pt x="96" y="75"/>
                  <a:pt x="97" y="74"/>
                  <a:pt x="97" y="74"/>
                </a:cubicBezTo>
                <a:cubicBezTo>
                  <a:pt x="98" y="73"/>
                  <a:pt x="99" y="73"/>
                  <a:pt x="99" y="73"/>
                </a:cubicBezTo>
                <a:cubicBezTo>
                  <a:pt x="105" y="73"/>
                  <a:pt x="105" y="73"/>
                  <a:pt x="105" y="73"/>
                </a:cubicBezTo>
                <a:cubicBezTo>
                  <a:pt x="106" y="73"/>
                  <a:pt x="107" y="73"/>
                  <a:pt x="108" y="74"/>
                </a:cubicBezTo>
                <a:cubicBezTo>
                  <a:pt x="108" y="74"/>
                  <a:pt x="108" y="75"/>
                  <a:pt x="108" y="76"/>
                </a:cubicBezTo>
                <a:close/>
                <a:moveTo>
                  <a:pt x="108" y="100"/>
                </a:moveTo>
                <a:cubicBezTo>
                  <a:pt x="108" y="106"/>
                  <a:pt x="108" y="106"/>
                  <a:pt x="108" y="106"/>
                </a:cubicBezTo>
                <a:cubicBezTo>
                  <a:pt x="108" y="107"/>
                  <a:pt x="108" y="108"/>
                  <a:pt x="108" y="108"/>
                </a:cubicBezTo>
                <a:cubicBezTo>
                  <a:pt x="107" y="109"/>
                  <a:pt x="106" y="109"/>
                  <a:pt x="105" y="109"/>
                </a:cubicBezTo>
                <a:cubicBezTo>
                  <a:pt x="99" y="109"/>
                  <a:pt x="99" y="109"/>
                  <a:pt x="99" y="109"/>
                </a:cubicBezTo>
                <a:cubicBezTo>
                  <a:pt x="99" y="109"/>
                  <a:pt x="98" y="109"/>
                  <a:pt x="97" y="108"/>
                </a:cubicBezTo>
                <a:cubicBezTo>
                  <a:pt x="97" y="108"/>
                  <a:pt x="96" y="107"/>
                  <a:pt x="96" y="106"/>
                </a:cubicBezTo>
                <a:cubicBezTo>
                  <a:pt x="96" y="100"/>
                  <a:pt x="96" y="100"/>
                  <a:pt x="96" y="100"/>
                </a:cubicBezTo>
                <a:cubicBezTo>
                  <a:pt x="96" y="99"/>
                  <a:pt x="97" y="99"/>
                  <a:pt x="97" y="98"/>
                </a:cubicBezTo>
                <a:cubicBezTo>
                  <a:pt x="98" y="97"/>
                  <a:pt x="99" y="97"/>
                  <a:pt x="99" y="97"/>
                </a:cubicBezTo>
                <a:cubicBezTo>
                  <a:pt x="105" y="97"/>
                  <a:pt x="105" y="97"/>
                  <a:pt x="105" y="97"/>
                </a:cubicBezTo>
                <a:cubicBezTo>
                  <a:pt x="106" y="97"/>
                  <a:pt x="107" y="97"/>
                  <a:pt x="108" y="98"/>
                </a:cubicBezTo>
                <a:cubicBezTo>
                  <a:pt x="108" y="99"/>
                  <a:pt x="108" y="99"/>
                  <a:pt x="108" y="100"/>
                </a:cubicBezTo>
                <a:close/>
                <a:moveTo>
                  <a:pt x="108" y="124"/>
                </a:moveTo>
                <a:cubicBezTo>
                  <a:pt x="108" y="130"/>
                  <a:pt x="108" y="130"/>
                  <a:pt x="108" y="130"/>
                </a:cubicBezTo>
                <a:cubicBezTo>
                  <a:pt x="108" y="131"/>
                  <a:pt x="108" y="132"/>
                  <a:pt x="108" y="132"/>
                </a:cubicBezTo>
                <a:cubicBezTo>
                  <a:pt x="107" y="133"/>
                  <a:pt x="106" y="133"/>
                  <a:pt x="105" y="133"/>
                </a:cubicBezTo>
                <a:cubicBezTo>
                  <a:pt x="99" y="133"/>
                  <a:pt x="99" y="133"/>
                  <a:pt x="99" y="133"/>
                </a:cubicBezTo>
                <a:cubicBezTo>
                  <a:pt x="99" y="133"/>
                  <a:pt x="98" y="133"/>
                  <a:pt x="97" y="132"/>
                </a:cubicBezTo>
                <a:cubicBezTo>
                  <a:pt x="97" y="132"/>
                  <a:pt x="96" y="131"/>
                  <a:pt x="96" y="130"/>
                </a:cubicBezTo>
                <a:cubicBezTo>
                  <a:pt x="96" y="124"/>
                  <a:pt x="96" y="124"/>
                  <a:pt x="96" y="124"/>
                </a:cubicBezTo>
                <a:cubicBezTo>
                  <a:pt x="96" y="123"/>
                  <a:pt x="97" y="123"/>
                  <a:pt x="97" y="122"/>
                </a:cubicBezTo>
                <a:cubicBezTo>
                  <a:pt x="98" y="122"/>
                  <a:pt x="99" y="121"/>
                  <a:pt x="99" y="121"/>
                </a:cubicBezTo>
                <a:cubicBezTo>
                  <a:pt x="105" y="121"/>
                  <a:pt x="105" y="121"/>
                  <a:pt x="105" y="121"/>
                </a:cubicBezTo>
                <a:cubicBezTo>
                  <a:pt x="106" y="121"/>
                  <a:pt x="107" y="122"/>
                  <a:pt x="108" y="122"/>
                </a:cubicBezTo>
                <a:cubicBezTo>
                  <a:pt x="108" y="123"/>
                  <a:pt x="108" y="123"/>
                  <a:pt x="108" y="12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82" name="Freeform 385"/>
          <p:cNvSpPr>
            <a:spLocks noEditPoints="1"/>
          </p:cNvSpPr>
          <p:nvPr/>
        </p:nvSpPr>
        <p:spPr bwMode="auto">
          <a:xfrm>
            <a:off x="9747173" y="5254045"/>
            <a:ext cx="242043" cy="209627"/>
          </a:xfrm>
          <a:custGeom>
            <a:avLst/>
            <a:gdLst>
              <a:gd name="T0" fmla="*/ 158 w 170"/>
              <a:gd name="T1" fmla="*/ 49 h 146"/>
              <a:gd name="T2" fmla="*/ 166 w 170"/>
              <a:gd name="T3" fmla="*/ 52 h 146"/>
              <a:gd name="T4" fmla="*/ 170 w 170"/>
              <a:gd name="T5" fmla="*/ 61 h 146"/>
              <a:gd name="T6" fmla="*/ 166 w 170"/>
              <a:gd name="T7" fmla="*/ 69 h 146"/>
              <a:gd name="T8" fmla="*/ 158 w 170"/>
              <a:gd name="T9" fmla="*/ 73 h 146"/>
              <a:gd name="T10" fmla="*/ 158 w 170"/>
              <a:gd name="T11" fmla="*/ 109 h 146"/>
              <a:gd name="T12" fmla="*/ 154 w 170"/>
              <a:gd name="T13" fmla="*/ 118 h 146"/>
              <a:gd name="T14" fmla="*/ 146 w 170"/>
              <a:gd name="T15" fmla="*/ 121 h 146"/>
              <a:gd name="T16" fmla="*/ 69 w 170"/>
              <a:gd name="T17" fmla="*/ 85 h 146"/>
              <a:gd name="T18" fmla="*/ 60 w 170"/>
              <a:gd name="T19" fmla="*/ 92 h 146"/>
              <a:gd name="T20" fmla="*/ 57 w 170"/>
              <a:gd name="T21" fmla="*/ 101 h 146"/>
              <a:gd name="T22" fmla="*/ 61 w 170"/>
              <a:gd name="T23" fmla="*/ 110 h 146"/>
              <a:gd name="T24" fmla="*/ 59 w 170"/>
              <a:gd name="T25" fmla="*/ 116 h 146"/>
              <a:gd name="T26" fmla="*/ 59 w 170"/>
              <a:gd name="T27" fmla="*/ 122 h 146"/>
              <a:gd name="T28" fmla="*/ 63 w 170"/>
              <a:gd name="T29" fmla="*/ 127 h 146"/>
              <a:gd name="T30" fmla="*/ 67 w 170"/>
              <a:gd name="T31" fmla="*/ 131 h 146"/>
              <a:gd name="T32" fmla="*/ 73 w 170"/>
              <a:gd name="T33" fmla="*/ 136 h 146"/>
              <a:gd name="T34" fmla="*/ 62 w 170"/>
              <a:gd name="T35" fmla="*/ 144 h 146"/>
              <a:gd name="T36" fmla="*/ 47 w 170"/>
              <a:gd name="T37" fmla="*/ 145 h 146"/>
              <a:gd name="T38" fmla="*/ 34 w 170"/>
              <a:gd name="T39" fmla="*/ 140 h 146"/>
              <a:gd name="T40" fmla="*/ 31 w 170"/>
              <a:gd name="T41" fmla="*/ 132 h 146"/>
              <a:gd name="T42" fmla="*/ 28 w 170"/>
              <a:gd name="T43" fmla="*/ 123 h 146"/>
              <a:gd name="T44" fmla="*/ 26 w 170"/>
              <a:gd name="T45" fmla="*/ 114 h 146"/>
              <a:gd name="T46" fmla="*/ 25 w 170"/>
              <a:gd name="T47" fmla="*/ 105 h 146"/>
              <a:gd name="T48" fmla="*/ 25 w 170"/>
              <a:gd name="T49" fmla="*/ 95 h 146"/>
              <a:gd name="T50" fmla="*/ 27 w 170"/>
              <a:gd name="T51" fmla="*/ 85 h 146"/>
              <a:gd name="T52" fmla="*/ 15 w 170"/>
              <a:gd name="T53" fmla="*/ 85 h 146"/>
              <a:gd name="T54" fmla="*/ 5 w 170"/>
              <a:gd name="T55" fmla="*/ 81 h 146"/>
              <a:gd name="T56" fmla="*/ 0 w 170"/>
              <a:gd name="T57" fmla="*/ 70 h 146"/>
              <a:gd name="T58" fmla="*/ 0 w 170"/>
              <a:gd name="T59" fmla="*/ 52 h 146"/>
              <a:gd name="T60" fmla="*/ 5 w 170"/>
              <a:gd name="T61" fmla="*/ 41 h 146"/>
              <a:gd name="T62" fmla="*/ 15 w 170"/>
              <a:gd name="T63" fmla="*/ 37 h 146"/>
              <a:gd name="T64" fmla="*/ 61 w 170"/>
              <a:gd name="T65" fmla="*/ 37 h 146"/>
              <a:gd name="T66" fmla="*/ 146 w 170"/>
              <a:gd name="T67" fmla="*/ 0 h 146"/>
              <a:gd name="T68" fmla="*/ 154 w 170"/>
              <a:gd name="T69" fmla="*/ 4 h 146"/>
              <a:gd name="T70" fmla="*/ 158 w 170"/>
              <a:gd name="T71" fmla="*/ 12 h 146"/>
              <a:gd name="T72" fmla="*/ 158 w 170"/>
              <a:gd name="T73" fmla="*/ 49 h 146"/>
              <a:gd name="T74" fmla="*/ 146 w 170"/>
              <a:gd name="T75" fmla="*/ 106 h 146"/>
              <a:gd name="T76" fmla="*/ 146 w 170"/>
              <a:gd name="T77" fmla="*/ 16 h 146"/>
              <a:gd name="T78" fmla="*/ 73 w 170"/>
              <a:gd name="T79" fmla="*/ 48 h 146"/>
              <a:gd name="T80" fmla="*/ 73 w 170"/>
              <a:gd name="T81" fmla="*/ 74 h 146"/>
              <a:gd name="T82" fmla="*/ 146 w 170"/>
              <a:gd name="T83" fmla="*/ 106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70" h="146">
                <a:moveTo>
                  <a:pt x="158" y="49"/>
                </a:moveTo>
                <a:cubicBezTo>
                  <a:pt x="161" y="49"/>
                  <a:pt x="164" y="50"/>
                  <a:pt x="166" y="52"/>
                </a:cubicBezTo>
                <a:cubicBezTo>
                  <a:pt x="169" y="55"/>
                  <a:pt x="170" y="57"/>
                  <a:pt x="170" y="61"/>
                </a:cubicBezTo>
                <a:cubicBezTo>
                  <a:pt x="170" y="64"/>
                  <a:pt x="169" y="67"/>
                  <a:pt x="166" y="69"/>
                </a:cubicBezTo>
                <a:cubicBezTo>
                  <a:pt x="164" y="72"/>
                  <a:pt x="161" y="73"/>
                  <a:pt x="158" y="73"/>
                </a:cubicBezTo>
                <a:cubicBezTo>
                  <a:pt x="158" y="109"/>
                  <a:pt x="158" y="109"/>
                  <a:pt x="158" y="109"/>
                </a:cubicBezTo>
                <a:cubicBezTo>
                  <a:pt x="158" y="112"/>
                  <a:pt x="156" y="115"/>
                  <a:pt x="154" y="118"/>
                </a:cubicBezTo>
                <a:cubicBezTo>
                  <a:pt x="152" y="120"/>
                  <a:pt x="149" y="121"/>
                  <a:pt x="146" y="121"/>
                </a:cubicBezTo>
                <a:cubicBezTo>
                  <a:pt x="119" y="99"/>
                  <a:pt x="94" y="87"/>
                  <a:pt x="69" y="85"/>
                </a:cubicBezTo>
                <a:cubicBezTo>
                  <a:pt x="65" y="87"/>
                  <a:pt x="62" y="89"/>
                  <a:pt x="60" y="92"/>
                </a:cubicBezTo>
                <a:cubicBezTo>
                  <a:pt x="58" y="95"/>
                  <a:pt x="57" y="98"/>
                  <a:pt x="57" y="101"/>
                </a:cubicBezTo>
                <a:cubicBezTo>
                  <a:pt x="57" y="105"/>
                  <a:pt x="59" y="107"/>
                  <a:pt x="61" y="110"/>
                </a:cubicBezTo>
                <a:cubicBezTo>
                  <a:pt x="60" y="112"/>
                  <a:pt x="59" y="114"/>
                  <a:pt x="59" y="116"/>
                </a:cubicBezTo>
                <a:cubicBezTo>
                  <a:pt x="59" y="118"/>
                  <a:pt x="59" y="120"/>
                  <a:pt x="59" y="122"/>
                </a:cubicBezTo>
                <a:cubicBezTo>
                  <a:pt x="60" y="123"/>
                  <a:pt x="61" y="125"/>
                  <a:pt x="63" y="127"/>
                </a:cubicBezTo>
                <a:cubicBezTo>
                  <a:pt x="64" y="129"/>
                  <a:pt x="66" y="130"/>
                  <a:pt x="67" y="131"/>
                </a:cubicBezTo>
                <a:cubicBezTo>
                  <a:pt x="69" y="133"/>
                  <a:pt x="71" y="134"/>
                  <a:pt x="73" y="136"/>
                </a:cubicBezTo>
                <a:cubicBezTo>
                  <a:pt x="71" y="140"/>
                  <a:pt x="68" y="143"/>
                  <a:pt x="62" y="144"/>
                </a:cubicBezTo>
                <a:cubicBezTo>
                  <a:pt x="57" y="146"/>
                  <a:pt x="52" y="146"/>
                  <a:pt x="47" y="145"/>
                </a:cubicBezTo>
                <a:cubicBezTo>
                  <a:pt x="41" y="144"/>
                  <a:pt x="37" y="143"/>
                  <a:pt x="34" y="140"/>
                </a:cubicBezTo>
                <a:cubicBezTo>
                  <a:pt x="34" y="138"/>
                  <a:pt x="33" y="136"/>
                  <a:pt x="31" y="132"/>
                </a:cubicBezTo>
                <a:cubicBezTo>
                  <a:pt x="30" y="128"/>
                  <a:pt x="29" y="125"/>
                  <a:pt x="28" y="123"/>
                </a:cubicBezTo>
                <a:cubicBezTo>
                  <a:pt x="28" y="121"/>
                  <a:pt x="27" y="118"/>
                  <a:pt x="26" y="114"/>
                </a:cubicBezTo>
                <a:cubicBezTo>
                  <a:pt x="25" y="111"/>
                  <a:pt x="25" y="107"/>
                  <a:pt x="25" y="105"/>
                </a:cubicBezTo>
                <a:cubicBezTo>
                  <a:pt x="25" y="102"/>
                  <a:pt x="25" y="99"/>
                  <a:pt x="25" y="95"/>
                </a:cubicBezTo>
                <a:cubicBezTo>
                  <a:pt x="25" y="92"/>
                  <a:pt x="26" y="88"/>
                  <a:pt x="27" y="85"/>
                </a:cubicBezTo>
                <a:cubicBezTo>
                  <a:pt x="15" y="85"/>
                  <a:pt x="15" y="85"/>
                  <a:pt x="15" y="85"/>
                </a:cubicBezTo>
                <a:cubicBezTo>
                  <a:pt x="11" y="85"/>
                  <a:pt x="8" y="84"/>
                  <a:pt x="5" y="81"/>
                </a:cubicBezTo>
                <a:cubicBezTo>
                  <a:pt x="2" y="78"/>
                  <a:pt x="0" y="74"/>
                  <a:pt x="0" y="70"/>
                </a:cubicBezTo>
                <a:cubicBezTo>
                  <a:pt x="0" y="52"/>
                  <a:pt x="0" y="52"/>
                  <a:pt x="0" y="52"/>
                </a:cubicBezTo>
                <a:cubicBezTo>
                  <a:pt x="0" y="48"/>
                  <a:pt x="2" y="44"/>
                  <a:pt x="5" y="41"/>
                </a:cubicBezTo>
                <a:cubicBezTo>
                  <a:pt x="8" y="38"/>
                  <a:pt x="11" y="37"/>
                  <a:pt x="15" y="37"/>
                </a:cubicBezTo>
                <a:cubicBezTo>
                  <a:pt x="61" y="37"/>
                  <a:pt x="61" y="37"/>
                  <a:pt x="61" y="37"/>
                </a:cubicBezTo>
                <a:cubicBezTo>
                  <a:pt x="88" y="37"/>
                  <a:pt x="117" y="25"/>
                  <a:pt x="146" y="0"/>
                </a:cubicBezTo>
                <a:cubicBezTo>
                  <a:pt x="149" y="0"/>
                  <a:pt x="152" y="1"/>
                  <a:pt x="154" y="4"/>
                </a:cubicBezTo>
                <a:cubicBezTo>
                  <a:pt x="156" y="6"/>
                  <a:pt x="158" y="9"/>
                  <a:pt x="158" y="12"/>
                </a:cubicBezTo>
                <a:lnTo>
                  <a:pt x="158" y="49"/>
                </a:lnTo>
                <a:close/>
                <a:moveTo>
                  <a:pt x="146" y="106"/>
                </a:moveTo>
                <a:cubicBezTo>
                  <a:pt x="146" y="16"/>
                  <a:pt x="146" y="16"/>
                  <a:pt x="146" y="16"/>
                </a:cubicBezTo>
                <a:cubicBezTo>
                  <a:pt x="121" y="35"/>
                  <a:pt x="97" y="45"/>
                  <a:pt x="73" y="48"/>
                </a:cubicBezTo>
                <a:cubicBezTo>
                  <a:pt x="73" y="74"/>
                  <a:pt x="73" y="74"/>
                  <a:pt x="73" y="74"/>
                </a:cubicBezTo>
                <a:cubicBezTo>
                  <a:pt x="97" y="76"/>
                  <a:pt x="121" y="87"/>
                  <a:pt x="146" y="10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83" name="Freeform 386"/>
          <p:cNvSpPr>
            <a:spLocks noEditPoints="1"/>
          </p:cNvSpPr>
          <p:nvPr/>
        </p:nvSpPr>
        <p:spPr bwMode="auto">
          <a:xfrm>
            <a:off x="10112397" y="5254045"/>
            <a:ext cx="207464" cy="209627"/>
          </a:xfrm>
          <a:custGeom>
            <a:avLst/>
            <a:gdLst>
              <a:gd name="T0" fmla="*/ 135 w 145"/>
              <a:gd name="T1" fmla="*/ 36 h 146"/>
              <a:gd name="T2" fmla="*/ 145 w 145"/>
              <a:gd name="T3" fmla="*/ 73 h 146"/>
              <a:gd name="T4" fmla="*/ 135 w 145"/>
              <a:gd name="T5" fmla="*/ 109 h 146"/>
              <a:gd name="T6" fmla="*/ 109 w 145"/>
              <a:gd name="T7" fmla="*/ 136 h 146"/>
              <a:gd name="T8" fmla="*/ 72 w 145"/>
              <a:gd name="T9" fmla="*/ 146 h 146"/>
              <a:gd name="T10" fmla="*/ 36 w 145"/>
              <a:gd name="T11" fmla="*/ 136 h 146"/>
              <a:gd name="T12" fmla="*/ 9 w 145"/>
              <a:gd name="T13" fmla="*/ 109 h 146"/>
              <a:gd name="T14" fmla="*/ 0 w 145"/>
              <a:gd name="T15" fmla="*/ 73 h 146"/>
              <a:gd name="T16" fmla="*/ 9 w 145"/>
              <a:gd name="T17" fmla="*/ 36 h 146"/>
              <a:gd name="T18" fmla="*/ 36 w 145"/>
              <a:gd name="T19" fmla="*/ 10 h 146"/>
              <a:gd name="T20" fmla="*/ 72 w 145"/>
              <a:gd name="T21" fmla="*/ 0 h 146"/>
              <a:gd name="T22" fmla="*/ 109 w 145"/>
              <a:gd name="T23" fmla="*/ 10 h 146"/>
              <a:gd name="T24" fmla="*/ 135 w 145"/>
              <a:gd name="T25" fmla="*/ 36 h 146"/>
              <a:gd name="T26" fmla="*/ 128 w 145"/>
              <a:gd name="T27" fmla="*/ 96 h 146"/>
              <a:gd name="T28" fmla="*/ 133 w 145"/>
              <a:gd name="T29" fmla="*/ 73 h 146"/>
              <a:gd name="T30" fmla="*/ 128 w 145"/>
              <a:gd name="T31" fmla="*/ 49 h 146"/>
              <a:gd name="T32" fmla="*/ 115 w 145"/>
              <a:gd name="T33" fmla="*/ 30 h 146"/>
              <a:gd name="T34" fmla="*/ 96 w 145"/>
              <a:gd name="T35" fmla="*/ 17 h 146"/>
              <a:gd name="T36" fmla="*/ 72 w 145"/>
              <a:gd name="T37" fmla="*/ 12 h 146"/>
              <a:gd name="T38" fmla="*/ 49 w 145"/>
              <a:gd name="T39" fmla="*/ 17 h 146"/>
              <a:gd name="T40" fmla="*/ 29 w 145"/>
              <a:gd name="T41" fmla="*/ 30 h 146"/>
              <a:gd name="T42" fmla="*/ 16 w 145"/>
              <a:gd name="T43" fmla="*/ 49 h 146"/>
              <a:gd name="T44" fmla="*/ 12 w 145"/>
              <a:gd name="T45" fmla="*/ 73 h 146"/>
              <a:gd name="T46" fmla="*/ 16 w 145"/>
              <a:gd name="T47" fmla="*/ 96 h 146"/>
              <a:gd name="T48" fmla="*/ 29 w 145"/>
              <a:gd name="T49" fmla="*/ 116 h 146"/>
              <a:gd name="T50" fmla="*/ 49 w 145"/>
              <a:gd name="T51" fmla="*/ 129 h 146"/>
              <a:gd name="T52" fmla="*/ 72 w 145"/>
              <a:gd name="T53" fmla="*/ 133 h 146"/>
              <a:gd name="T54" fmla="*/ 96 w 145"/>
              <a:gd name="T55" fmla="*/ 129 h 146"/>
              <a:gd name="T56" fmla="*/ 115 w 145"/>
              <a:gd name="T57" fmla="*/ 116 h 146"/>
              <a:gd name="T58" fmla="*/ 128 w 145"/>
              <a:gd name="T59" fmla="*/ 96 h 146"/>
              <a:gd name="T60" fmla="*/ 106 w 145"/>
              <a:gd name="T61" fmla="*/ 39 h 146"/>
              <a:gd name="T62" fmla="*/ 121 w 145"/>
              <a:gd name="T63" fmla="*/ 73 h 146"/>
              <a:gd name="T64" fmla="*/ 106 w 145"/>
              <a:gd name="T65" fmla="*/ 107 h 146"/>
              <a:gd name="T66" fmla="*/ 72 w 145"/>
              <a:gd name="T67" fmla="*/ 121 h 146"/>
              <a:gd name="T68" fmla="*/ 38 w 145"/>
              <a:gd name="T69" fmla="*/ 107 h 146"/>
              <a:gd name="T70" fmla="*/ 24 w 145"/>
              <a:gd name="T71" fmla="*/ 73 h 146"/>
              <a:gd name="T72" fmla="*/ 38 w 145"/>
              <a:gd name="T73" fmla="*/ 39 h 146"/>
              <a:gd name="T74" fmla="*/ 72 w 145"/>
              <a:gd name="T75" fmla="*/ 25 h 146"/>
              <a:gd name="T76" fmla="*/ 106 w 145"/>
              <a:gd name="T77" fmla="*/ 39 h 146"/>
              <a:gd name="T78" fmla="*/ 98 w 145"/>
              <a:gd name="T79" fmla="*/ 99 h 146"/>
              <a:gd name="T80" fmla="*/ 108 w 145"/>
              <a:gd name="T81" fmla="*/ 73 h 146"/>
              <a:gd name="T82" fmla="*/ 98 w 145"/>
              <a:gd name="T83" fmla="*/ 47 h 146"/>
              <a:gd name="T84" fmla="*/ 72 w 145"/>
              <a:gd name="T85" fmla="*/ 37 h 146"/>
              <a:gd name="T86" fmla="*/ 46 w 145"/>
              <a:gd name="T87" fmla="*/ 47 h 146"/>
              <a:gd name="T88" fmla="*/ 36 w 145"/>
              <a:gd name="T89" fmla="*/ 73 h 146"/>
              <a:gd name="T90" fmla="*/ 46 w 145"/>
              <a:gd name="T91" fmla="*/ 99 h 146"/>
              <a:gd name="T92" fmla="*/ 72 w 145"/>
              <a:gd name="T93" fmla="*/ 109 h 146"/>
              <a:gd name="T94" fmla="*/ 98 w 145"/>
              <a:gd name="T95" fmla="*/ 99 h 146"/>
              <a:gd name="T96" fmla="*/ 89 w 145"/>
              <a:gd name="T97" fmla="*/ 56 h 146"/>
              <a:gd name="T98" fmla="*/ 96 w 145"/>
              <a:gd name="T99" fmla="*/ 73 h 146"/>
              <a:gd name="T100" fmla="*/ 89 w 145"/>
              <a:gd name="T101" fmla="*/ 90 h 146"/>
              <a:gd name="T102" fmla="*/ 72 w 145"/>
              <a:gd name="T103" fmla="*/ 97 h 146"/>
              <a:gd name="T104" fmla="*/ 55 w 145"/>
              <a:gd name="T105" fmla="*/ 90 h 146"/>
              <a:gd name="T106" fmla="*/ 48 w 145"/>
              <a:gd name="T107" fmla="*/ 73 h 146"/>
              <a:gd name="T108" fmla="*/ 55 w 145"/>
              <a:gd name="T109" fmla="*/ 56 h 146"/>
              <a:gd name="T110" fmla="*/ 72 w 145"/>
              <a:gd name="T111" fmla="*/ 49 h 146"/>
              <a:gd name="T112" fmla="*/ 89 w 145"/>
              <a:gd name="T113" fmla="*/ 56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45" h="146">
                <a:moveTo>
                  <a:pt x="135" y="36"/>
                </a:moveTo>
                <a:cubicBezTo>
                  <a:pt x="141" y="48"/>
                  <a:pt x="145" y="60"/>
                  <a:pt x="145" y="73"/>
                </a:cubicBezTo>
                <a:cubicBezTo>
                  <a:pt x="145" y="86"/>
                  <a:pt x="141" y="98"/>
                  <a:pt x="135" y="109"/>
                </a:cubicBezTo>
                <a:cubicBezTo>
                  <a:pt x="128" y="120"/>
                  <a:pt x="120" y="129"/>
                  <a:pt x="109" y="136"/>
                </a:cubicBezTo>
                <a:cubicBezTo>
                  <a:pt x="97" y="142"/>
                  <a:pt x="85" y="146"/>
                  <a:pt x="72" y="146"/>
                </a:cubicBezTo>
                <a:cubicBezTo>
                  <a:pt x="59" y="146"/>
                  <a:pt x="47" y="142"/>
                  <a:pt x="36" y="136"/>
                </a:cubicBezTo>
                <a:cubicBezTo>
                  <a:pt x="25" y="129"/>
                  <a:pt x="16" y="120"/>
                  <a:pt x="9" y="109"/>
                </a:cubicBezTo>
                <a:cubicBezTo>
                  <a:pt x="3" y="98"/>
                  <a:pt x="0" y="86"/>
                  <a:pt x="0" y="73"/>
                </a:cubicBezTo>
                <a:cubicBezTo>
                  <a:pt x="0" y="60"/>
                  <a:pt x="3" y="48"/>
                  <a:pt x="9" y="36"/>
                </a:cubicBezTo>
                <a:cubicBezTo>
                  <a:pt x="16" y="25"/>
                  <a:pt x="25" y="17"/>
                  <a:pt x="36" y="10"/>
                </a:cubicBezTo>
                <a:cubicBezTo>
                  <a:pt x="47" y="4"/>
                  <a:pt x="59" y="0"/>
                  <a:pt x="72" y="0"/>
                </a:cubicBezTo>
                <a:cubicBezTo>
                  <a:pt x="85" y="0"/>
                  <a:pt x="97" y="4"/>
                  <a:pt x="109" y="10"/>
                </a:cubicBezTo>
                <a:cubicBezTo>
                  <a:pt x="120" y="17"/>
                  <a:pt x="128" y="25"/>
                  <a:pt x="135" y="36"/>
                </a:cubicBezTo>
                <a:close/>
                <a:moveTo>
                  <a:pt x="128" y="96"/>
                </a:moveTo>
                <a:cubicBezTo>
                  <a:pt x="131" y="89"/>
                  <a:pt x="133" y="81"/>
                  <a:pt x="133" y="73"/>
                </a:cubicBezTo>
                <a:cubicBezTo>
                  <a:pt x="133" y="65"/>
                  <a:pt x="131" y="57"/>
                  <a:pt x="128" y="49"/>
                </a:cubicBezTo>
                <a:cubicBezTo>
                  <a:pt x="125" y="42"/>
                  <a:pt x="120" y="36"/>
                  <a:pt x="115" y="30"/>
                </a:cubicBezTo>
                <a:cubicBezTo>
                  <a:pt x="110" y="25"/>
                  <a:pt x="103" y="20"/>
                  <a:pt x="96" y="17"/>
                </a:cubicBezTo>
                <a:cubicBezTo>
                  <a:pt x="88" y="14"/>
                  <a:pt x="80" y="12"/>
                  <a:pt x="72" y="12"/>
                </a:cubicBezTo>
                <a:cubicBezTo>
                  <a:pt x="64" y="12"/>
                  <a:pt x="56" y="14"/>
                  <a:pt x="49" y="17"/>
                </a:cubicBezTo>
                <a:cubicBezTo>
                  <a:pt x="41" y="20"/>
                  <a:pt x="35" y="25"/>
                  <a:pt x="29" y="30"/>
                </a:cubicBezTo>
                <a:cubicBezTo>
                  <a:pt x="24" y="36"/>
                  <a:pt x="20" y="42"/>
                  <a:pt x="16" y="49"/>
                </a:cubicBezTo>
                <a:cubicBezTo>
                  <a:pt x="13" y="57"/>
                  <a:pt x="12" y="65"/>
                  <a:pt x="12" y="73"/>
                </a:cubicBezTo>
                <a:cubicBezTo>
                  <a:pt x="12" y="81"/>
                  <a:pt x="13" y="89"/>
                  <a:pt x="16" y="96"/>
                </a:cubicBezTo>
                <a:cubicBezTo>
                  <a:pt x="20" y="104"/>
                  <a:pt x="24" y="110"/>
                  <a:pt x="29" y="116"/>
                </a:cubicBezTo>
                <a:cubicBezTo>
                  <a:pt x="35" y="121"/>
                  <a:pt x="41" y="125"/>
                  <a:pt x="49" y="129"/>
                </a:cubicBezTo>
                <a:cubicBezTo>
                  <a:pt x="56" y="132"/>
                  <a:pt x="64" y="133"/>
                  <a:pt x="72" y="133"/>
                </a:cubicBezTo>
                <a:cubicBezTo>
                  <a:pt x="80" y="133"/>
                  <a:pt x="88" y="132"/>
                  <a:pt x="96" y="129"/>
                </a:cubicBezTo>
                <a:cubicBezTo>
                  <a:pt x="103" y="125"/>
                  <a:pt x="110" y="121"/>
                  <a:pt x="115" y="116"/>
                </a:cubicBezTo>
                <a:cubicBezTo>
                  <a:pt x="120" y="110"/>
                  <a:pt x="125" y="104"/>
                  <a:pt x="128" y="96"/>
                </a:cubicBezTo>
                <a:close/>
                <a:moveTo>
                  <a:pt x="106" y="39"/>
                </a:moveTo>
                <a:cubicBezTo>
                  <a:pt x="116" y="48"/>
                  <a:pt x="121" y="60"/>
                  <a:pt x="121" y="73"/>
                </a:cubicBezTo>
                <a:cubicBezTo>
                  <a:pt x="121" y="86"/>
                  <a:pt x="116" y="98"/>
                  <a:pt x="106" y="107"/>
                </a:cubicBezTo>
                <a:cubicBezTo>
                  <a:pt x="97" y="117"/>
                  <a:pt x="85" y="121"/>
                  <a:pt x="72" y="121"/>
                </a:cubicBezTo>
                <a:cubicBezTo>
                  <a:pt x="59" y="121"/>
                  <a:pt x="47" y="117"/>
                  <a:pt x="38" y="107"/>
                </a:cubicBezTo>
                <a:cubicBezTo>
                  <a:pt x="28" y="98"/>
                  <a:pt x="24" y="86"/>
                  <a:pt x="24" y="73"/>
                </a:cubicBezTo>
                <a:cubicBezTo>
                  <a:pt x="24" y="60"/>
                  <a:pt x="28" y="48"/>
                  <a:pt x="38" y="39"/>
                </a:cubicBezTo>
                <a:cubicBezTo>
                  <a:pt x="47" y="29"/>
                  <a:pt x="59" y="25"/>
                  <a:pt x="72" y="25"/>
                </a:cubicBezTo>
                <a:cubicBezTo>
                  <a:pt x="85" y="25"/>
                  <a:pt x="97" y="29"/>
                  <a:pt x="106" y="39"/>
                </a:cubicBezTo>
                <a:close/>
                <a:moveTo>
                  <a:pt x="98" y="99"/>
                </a:moveTo>
                <a:cubicBezTo>
                  <a:pt x="105" y="91"/>
                  <a:pt x="108" y="83"/>
                  <a:pt x="108" y="73"/>
                </a:cubicBezTo>
                <a:cubicBezTo>
                  <a:pt x="108" y="63"/>
                  <a:pt x="105" y="54"/>
                  <a:pt x="98" y="47"/>
                </a:cubicBezTo>
                <a:cubicBezTo>
                  <a:pt x="91" y="40"/>
                  <a:pt x="82" y="37"/>
                  <a:pt x="72" y="37"/>
                </a:cubicBezTo>
                <a:cubicBezTo>
                  <a:pt x="62" y="37"/>
                  <a:pt x="54" y="40"/>
                  <a:pt x="46" y="47"/>
                </a:cubicBezTo>
                <a:cubicBezTo>
                  <a:pt x="39" y="54"/>
                  <a:pt x="36" y="63"/>
                  <a:pt x="36" y="73"/>
                </a:cubicBezTo>
                <a:cubicBezTo>
                  <a:pt x="36" y="83"/>
                  <a:pt x="39" y="91"/>
                  <a:pt x="46" y="99"/>
                </a:cubicBezTo>
                <a:cubicBezTo>
                  <a:pt x="54" y="106"/>
                  <a:pt x="62" y="109"/>
                  <a:pt x="72" y="109"/>
                </a:cubicBezTo>
                <a:cubicBezTo>
                  <a:pt x="82" y="109"/>
                  <a:pt x="91" y="106"/>
                  <a:pt x="98" y="99"/>
                </a:cubicBezTo>
                <a:close/>
                <a:moveTo>
                  <a:pt x="89" y="56"/>
                </a:moveTo>
                <a:cubicBezTo>
                  <a:pt x="94" y="61"/>
                  <a:pt x="96" y="66"/>
                  <a:pt x="96" y="73"/>
                </a:cubicBezTo>
                <a:cubicBezTo>
                  <a:pt x="96" y="80"/>
                  <a:pt x="94" y="85"/>
                  <a:pt x="89" y="90"/>
                </a:cubicBezTo>
                <a:cubicBezTo>
                  <a:pt x="85" y="95"/>
                  <a:pt x="79" y="97"/>
                  <a:pt x="72" y="97"/>
                </a:cubicBezTo>
                <a:cubicBezTo>
                  <a:pt x="65" y="97"/>
                  <a:pt x="60" y="95"/>
                  <a:pt x="55" y="90"/>
                </a:cubicBezTo>
                <a:cubicBezTo>
                  <a:pt x="50" y="85"/>
                  <a:pt x="48" y="80"/>
                  <a:pt x="48" y="73"/>
                </a:cubicBezTo>
                <a:cubicBezTo>
                  <a:pt x="48" y="66"/>
                  <a:pt x="50" y="61"/>
                  <a:pt x="55" y="56"/>
                </a:cubicBezTo>
                <a:cubicBezTo>
                  <a:pt x="60" y="51"/>
                  <a:pt x="65" y="49"/>
                  <a:pt x="72" y="49"/>
                </a:cubicBezTo>
                <a:cubicBezTo>
                  <a:pt x="79" y="49"/>
                  <a:pt x="85" y="51"/>
                  <a:pt x="89" y="5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84" name="Freeform 387"/>
          <p:cNvSpPr>
            <a:spLocks noEditPoints="1"/>
          </p:cNvSpPr>
          <p:nvPr/>
        </p:nvSpPr>
        <p:spPr bwMode="auto">
          <a:xfrm>
            <a:off x="10440886" y="5236758"/>
            <a:ext cx="276620" cy="244204"/>
          </a:xfrm>
          <a:custGeom>
            <a:avLst/>
            <a:gdLst>
              <a:gd name="T0" fmla="*/ 188 w 194"/>
              <a:gd name="T1" fmla="*/ 91 h 170"/>
              <a:gd name="T2" fmla="*/ 194 w 194"/>
              <a:gd name="T3" fmla="*/ 142 h 170"/>
              <a:gd name="T4" fmla="*/ 191 w 194"/>
              <a:gd name="T5" fmla="*/ 145 h 170"/>
              <a:gd name="T6" fmla="*/ 182 w 194"/>
              <a:gd name="T7" fmla="*/ 151 h 170"/>
              <a:gd name="T8" fmla="*/ 164 w 194"/>
              <a:gd name="T9" fmla="*/ 170 h 170"/>
              <a:gd name="T10" fmla="*/ 146 w 194"/>
              <a:gd name="T11" fmla="*/ 151 h 170"/>
              <a:gd name="T12" fmla="*/ 49 w 194"/>
              <a:gd name="T13" fmla="*/ 145 h 170"/>
              <a:gd name="T14" fmla="*/ 44 w 194"/>
              <a:gd name="T15" fmla="*/ 164 h 170"/>
              <a:gd name="T16" fmla="*/ 18 w 194"/>
              <a:gd name="T17" fmla="*/ 164 h 170"/>
              <a:gd name="T18" fmla="*/ 13 w 194"/>
              <a:gd name="T19" fmla="*/ 145 h 170"/>
              <a:gd name="T20" fmla="*/ 1 w 194"/>
              <a:gd name="T21" fmla="*/ 145 h 170"/>
              <a:gd name="T22" fmla="*/ 0 w 194"/>
              <a:gd name="T23" fmla="*/ 106 h 170"/>
              <a:gd name="T24" fmla="*/ 22 w 194"/>
              <a:gd name="T25" fmla="*/ 85 h 170"/>
              <a:gd name="T26" fmla="*/ 34 w 194"/>
              <a:gd name="T27" fmla="*/ 45 h 170"/>
              <a:gd name="T28" fmla="*/ 61 w 194"/>
              <a:gd name="T29" fmla="*/ 24 h 170"/>
              <a:gd name="T30" fmla="*/ 73 w 194"/>
              <a:gd name="T31" fmla="*/ 3 h 170"/>
              <a:gd name="T32" fmla="*/ 76 w 194"/>
              <a:gd name="T33" fmla="*/ 0 h 170"/>
              <a:gd name="T34" fmla="*/ 121 w 194"/>
              <a:gd name="T35" fmla="*/ 1 h 170"/>
              <a:gd name="T36" fmla="*/ 121 w 194"/>
              <a:gd name="T37" fmla="*/ 24 h 170"/>
              <a:gd name="T38" fmla="*/ 150 w 194"/>
              <a:gd name="T39" fmla="*/ 30 h 170"/>
              <a:gd name="T40" fmla="*/ 170 w 194"/>
              <a:gd name="T41" fmla="*/ 85 h 170"/>
              <a:gd name="T42" fmla="*/ 20 w 194"/>
              <a:gd name="T43" fmla="*/ 126 h 170"/>
              <a:gd name="T44" fmla="*/ 41 w 194"/>
              <a:gd name="T45" fmla="*/ 126 h 170"/>
              <a:gd name="T46" fmla="*/ 41 w 194"/>
              <a:gd name="T47" fmla="*/ 104 h 170"/>
              <a:gd name="T48" fmla="*/ 20 w 194"/>
              <a:gd name="T49" fmla="*/ 104 h 170"/>
              <a:gd name="T50" fmla="*/ 20 w 194"/>
              <a:gd name="T51" fmla="*/ 126 h 170"/>
              <a:gd name="T52" fmla="*/ 145 w 194"/>
              <a:gd name="T53" fmla="*/ 85 h 170"/>
              <a:gd name="T54" fmla="*/ 136 w 194"/>
              <a:gd name="T55" fmla="*/ 50 h 170"/>
              <a:gd name="T56" fmla="*/ 61 w 194"/>
              <a:gd name="T57" fmla="*/ 49 h 170"/>
              <a:gd name="T58" fmla="*/ 58 w 194"/>
              <a:gd name="T59" fmla="*/ 51 h 170"/>
              <a:gd name="T60" fmla="*/ 153 w 194"/>
              <a:gd name="T61" fmla="*/ 126 h 170"/>
              <a:gd name="T62" fmla="*/ 175 w 194"/>
              <a:gd name="T63" fmla="*/ 126 h 170"/>
              <a:gd name="T64" fmla="*/ 175 w 194"/>
              <a:gd name="T65" fmla="*/ 104 h 170"/>
              <a:gd name="T66" fmla="*/ 153 w 194"/>
              <a:gd name="T67" fmla="*/ 104 h 170"/>
              <a:gd name="T68" fmla="*/ 153 w 194"/>
              <a:gd name="T69" fmla="*/ 126 h 1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94" h="170">
                <a:moveTo>
                  <a:pt x="173" y="85"/>
                </a:moveTo>
                <a:cubicBezTo>
                  <a:pt x="179" y="85"/>
                  <a:pt x="184" y="87"/>
                  <a:pt x="188" y="91"/>
                </a:cubicBezTo>
                <a:cubicBezTo>
                  <a:pt x="192" y="95"/>
                  <a:pt x="194" y="100"/>
                  <a:pt x="194" y="106"/>
                </a:cubicBezTo>
                <a:cubicBezTo>
                  <a:pt x="194" y="142"/>
                  <a:pt x="194" y="142"/>
                  <a:pt x="194" y="142"/>
                </a:cubicBezTo>
                <a:cubicBezTo>
                  <a:pt x="194" y="143"/>
                  <a:pt x="194" y="144"/>
                  <a:pt x="193" y="145"/>
                </a:cubicBezTo>
                <a:cubicBezTo>
                  <a:pt x="193" y="145"/>
                  <a:pt x="192" y="145"/>
                  <a:pt x="191" y="145"/>
                </a:cubicBezTo>
                <a:cubicBezTo>
                  <a:pt x="182" y="145"/>
                  <a:pt x="182" y="145"/>
                  <a:pt x="182" y="145"/>
                </a:cubicBezTo>
                <a:cubicBezTo>
                  <a:pt x="182" y="151"/>
                  <a:pt x="182" y="151"/>
                  <a:pt x="182" y="151"/>
                </a:cubicBezTo>
                <a:cubicBezTo>
                  <a:pt x="182" y="157"/>
                  <a:pt x="180" y="161"/>
                  <a:pt x="177" y="164"/>
                </a:cubicBezTo>
                <a:cubicBezTo>
                  <a:pt x="173" y="168"/>
                  <a:pt x="169" y="170"/>
                  <a:pt x="164" y="170"/>
                </a:cubicBezTo>
                <a:cubicBezTo>
                  <a:pt x="159" y="170"/>
                  <a:pt x="154" y="168"/>
                  <a:pt x="151" y="164"/>
                </a:cubicBezTo>
                <a:cubicBezTo>
                  <a:pt x="147" y="161"/>
                  <a:pt x="146" y="157"/>
                  <a:pt x="146" y="151"/>
                </a:cubicBezTo>
                <a:cubicBezTo>
                  <a:pt x="146" y="145"/>
                  <a:pt x="146" y="145"/>
                  <a:pt x="146" y="145"/>
                </a:cubicBezTo>
                <a:cubicBezTo>
                  <a:pt x="49" y="145"/>
                  <a:pt x="49" y="145"/>
                  <a:pt x="49" y="145"/>
                </a:cubicBezTo>
                <a:cubicBezTo>
                  <a:pt x="49" y="151"/>
                  <a:pt x="49" y="151"/>
                  <a:pt x="49" y="151"/>
                </a:cubicBezTo>
                <a:cubicBezTo>
                  <a:pt x="49" y="157"/>
                  <a:pt x="47" y="161"/>
                  <a:pt x="44" y="164"/>
                </a:cubicBezTo>
                <a:cubicBezTo>
                  <a:pt x="40" y="168"/>
                  <a:pt x="36" y="170"/>
                  <a:pt x="31" y="170"/>
                </a:cubicBezTo>
                <a:cubicBezTo>
                  <a:pt x="26" y="170"/>
                  <a:pt x="21" y="168"/>
                  <a:pt x="18" y="164"/>
                </a:cubicBezTo>
                <a:cubicBezTo>
                  <a:pt x="14" y="161"/>
                  <a:pt x="13" y="157"/>
                  <a:pt x="13" y="151"/>
                </a:cubicBezTo>
                <a:cubicBezTo>
                  <a:pt x="13" y="145"/>
                  <a:pt x="13" y="145"/>
                  <a:pt x="13" y="145"/>
                </a:cubicBezTo>
                <a:cubicBezTo>
                  <a:pt x="3" y="145"/>
                  <a:pt x="3" y="145"/>
                  <a:pt x="3" y="145"/>
                </a:cubicBezTo>
                <a:cubicBezTo>
                  <a:pt x="3" y="145"/>
                  <a:pt x="2" y="145"/>
                  <a:pt x="1" y="145"/>
                </a:cubicBezTo>
                <a:cubicBezTo>
                  <a:pt x="1" y="144"/>
                  <a:pt x="0" y="143"/>
                  <a:pt x="0" y="142"/>
                </a:cubicBezTo>
                <a:cubicBezTo>
                  <a:pt x="0" y="106"/>
                  <a:pt x="0" y="106"/>
                  <a:pt x="0" y="106"/>
                </a:cubicBezTo>
                <a:cubicBezTo>
                  <a:pt x="0" y="100"/>
                  <a:pt x="3" y="95"/>
                  <a:pt x="7" y="91"/>
                </a:cubicBezTo>
                <a:cubicBezTo>
                  <a:pt x="11" y="87"/>
                  <a:pt x="16" y="85"/>
                  <a:pt x="22" y="85"/>
                </a:cubicBezTo>
                <a:cubicBezTo>
                  <a:pt x="24" y="85"/>
                  <a:pt x="24" y="85"/>
                  <a:pt x="24" y="85"/>
                </a:cubicBezTo>
                <a:cubicBezTo>
                  <a:pt x="34" y="45"/>
                  <a:pt x="34" y="45"/>
                  <a:pt x="34" y="45"/>
                </a:cubicBezTo>
                <a:cubicBezTo>
                  <a:pt x="36" y="39"/>
                  <a:pt x="39" y="34"/>
                  <a:pt x="44" y="30"/>
                </a:cubicBezTo>
                <a:cubicBezTo>
                  <a:pt x="49" y="26"/>
                  <a:pt x="55" y="24"/>
                  <a:pt x="61" y="24"/>
                </a:cubicBezTo>
                <a:cubicBezTo>
                  <a:pt x="73" y="24"/>
                  <a:pt x="73" y="24"/>
                  <a:pt x="73" y="24"/>
                </a:cubicBezTo>
                <a:cubicBezTo>
                  <a:pt x="73" y="3"/>
                  <a:pt x="73" y="3"/>
                  <a:pt x="73" y="3"/>
                </a:cubicBezTo>
                <a:cubicBezTo>
                  <a:pt x="73" y="2"/>
                  <a:pt x="73" y="2"/>
                  <a:pt x="74" y="1"/>
                </a:cubicBezTo>
                <a:cubicBezTo>
                  <a:pt x="74" y="0"/>
                  <a:pt x="75" y="0"/>
                  <a:pt x="76" y="0"/>
                </a:cubicBezTo>
                <a:cubicBezTo>
                  <a:pt x="118" y="0"/>
                  <a:pt x="118" y="0"/>
                  <a:pt x="118" y="0"/>
                </a:cubicBezTo>
                <a:cubicBezTo>
                  <a:pt x="119" y="0"/>
                  <a:pt x="120" y="0"/>
                  <a:pt x="121" y="1"/>
                </a:cubicBezTo>
                <a:cubicBezTo>
                  <a:pt x="121" y="2"/>
                  <a:pt x="121" y="2"/>
                  <a:pt x="121" y="3"/>
                </a:cubicBezTo>
                <a:cubicBezTo>
                  <a:pt x="121" y="24"/>
                  <a:pt x="121" y="24"/>
                  <a:pt x="121" y="24"/>
                </a:cubicBezTo>
                <a:cubicBezTo>
                  <a:pt x="134" y="24"/>
                  <a:pt x="134" y="24"/>
                  <a:pt x="134" y="24"/>
                </a:cubicBezTo>
                <a:cubicBezTo>
                  <a:pt x="140" y="24"/>
                  <a:pt x="145" y="26"/>
                  <a:pt x="150" y="30"/>
                </a:cubicBezTo>
                <a:cubicBezTo>
                  <a:pt x="156" y="34"/>
                  <a:pt x="159" y="39"/>
                  <a:pt x="160" y="45"/>
                </a:cubicBezTo>
                <a:cubicBezTo>
                  <a:pt x="170" y="85"/>
                  <a:pt x="170" y="85"/>
                  <a:pt x="170" y="85"/>
                </a:cubicBezTo>
                <a:lnTo>
                  <a:pt x="173" y="85"/>
                </a:lnTo>
                <a:close/>
                <a:moveTo>
                  <a:pt x="20" y="126"/>
                </a:moveTo>
                <a:cubicBezTo>
                  <a:pt x="23" y="129"/>
                  <a:pt x="27" y="130"/>
                  <a:pt x="31" y="130"/>
                </a:cubicBezTo>
                <a:cubicBezTo>
                  <a:pt x="35" y="130"/>
                  <a:pt x="38" y="129"/>
                  <a:pt x="41" y="126"/>
                </a:cubicBezTo>
                <a:cubicBezTo>
                  <a:pt x="44" y="123"/>
                  <a:pt x="46" y="119"/>
                  <a:pt x="46" y="115"/>
                </a:cubicBezTo>
                <a:cubicBezTo>
                  <a:pt x="46" y="111"/>
                  <a:pt x="44" y="107"/>
                  <a:pt x="41" y="104"/>
                </a:cubicBezTo>
                <a:cubicBezTo>
                  <a:pt x="38" y="102"/>
                  <a:pt x="35" y="100"/>
                  <a:pt x="31" y="100"/>
                </a:cubicBezTo>
                <a:cubicBezTo>
                  <a:pt x="27" y="100"/>
                  <a:pt x="23" y="102"/>
                  <a:pt x="20" y="104"/>
                </a:cubicBezTo>
                <a:cubicBezTo>
                  <a:pt x="17" y="107"/>
                  <a:pt x="16" y="111"/>
                  <a:pt x="16" y="115"/>
                </a:cubicBezTo>
                <a:cubicBezTo>
                  <a:pt x="16" y="119"/>
                  <a:pt x="17" y="123"/>
                  <a:pt x="20" y="126"/>
                </a:cubicBezTo>
                <a:close/>
                <a:moveTo>
                  <a:pt x="49" y="85"/>
                </a:moveTo>
                <a:cubicBezTo>
                  <a:pt x="145" y="85"/>
                  <a:pt x="145" y="85"/>
                  <a:pt x="145" y="85"/>
                </a:cubicBezTo>
                <a:cubicBezTo>
                  <a:pt x="137" y="51"/>
                  <a:pt x="137" y="51"/>
                  <a:pt x="137" y="51"/>
                </a:cubicBezTo>
                <a:cubicBezTo>
                  <a:pt x="137" y="51"/>
                  <a:pt x="136" y="50"/>
                  <a:pt x="136" y="50"/>
                </a:cubicBezTo>
                <a:cubicBezTo>
                  <a:pt x="135" y="49"/>
                  <a:pt x="134" y="49"/>
                  <a:pt x="134" y="49"/>
                </a:cubicBezTo>
                <a:cubicBezTo>
                  <a:pt x="61" y="49"/>
                  <a:pt x="61" y="49"/>
                  <a:pt x="61" y="49"/>
                </a:cubicBezTo>
                <a:cubicBezTo>
                  <a:pt x="60" y="49"/>
                  <a:pt x="60" y="49"/>
                  <a:pt x="59" y="50"/>
                </a:cubicBezTo>
                <a:cubicBezTo>
                  <a:pt x="58" y="50"/>
                  <a:pt x="58" y="51"/>
                  <a:pt x="58" y="51"/>
                </a:cubicBezTo>
                <a:lnTo>
                  <a:pt x="49" y="85"/>
                </a:lnTo>
                <a:close/>
                <a:moveTo>
                  <a:pt x="153" y="126"/>
                </a:moveTo>
                <a:cubicBezTo>
                  <a:pt x="156" y="129"/>
                  <a:pt x="160" y="130"/>
                  <a:pt x="164" y="130"/>
                </a:cubicBezTo>
                <a:cubicBezTo>
                  <a:pt x="168" y="130"/>
                  <a:pt x="172" y="129"/>
                  <a:pt x="175" y="126"/>
                </a:cubicBezTo>
                <a:cubicBezTo>
                  <a:pt x="177" y="123"/>
                  <a:pt x="179" y="119"/>
                  <a:pt x="179" y="115"/>
                </a:cubicBezTo>
                <a:cubicBezTo>
                  <a:pt x="179" y="111"/>
                  <a:pt x="177" y="107"/>
                  <a:pt x="175" y="104"/>
                </a:cubicBezTo>
                <a:cubicBezTo>
                  <a:pt x="172" y="102"/>
                  <a:pt x="168" y="100"/>
                  <a:pt x="164" y="100"/>
                </a:cubicBezTo>
                <a:cubicBezTo>
                  <a:pt x="160" y="100"/>
                  <a:pt x="156" y="102"/>
                  <a:pt x="153" y="104"/>
                </a:cubicBezTo>
                <a:cubicBezTo>
                  <a:pt x="150" y="107"/>
                  <a:pt x="149" y="111"/>
                  <a:pt x="149" y="115"/>
                </a:cubicBezTo>
                <a:cubicBezTo>
                  <a:pt x="149" y="119"/>
                  <a:pt x="150" y="123"/>
                  <a:pt x="153" y="12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</p:spTree>
    <p:extLst>
      <p:ext uri="{BB962C8B-B14F-4D97-AF65-F5344CB8AC3E}">
        <p14:creationId xmlns:p14="http://schemas.microsoft.com/office/powerpoint/2010/main" val="1438345928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 5"/>
          <p:cNvSpPr>
            <a:spLocks noEditPoints="1"/>
          </p:cNvSpPr>
          <p:nvPr/>
        </p:nvSpPr>
        <p:spPr bwMode="auto">
          <a:xfrm>
            <a:off x="800321" y="1757743"/>
            <a:ext cx="297527" cy="223688"/>
          </a:xfrm>
          <a:custGeom>
            <a:avLst/>
            <a:gdLst>
              <a:gd name="T0" fmla="*/ 0 w 208"/>
              <a:gd name="T1" fmla="*/ 52 h 156"/>
              <a:gd name="T2" fmla="*/ 6 w 208"/>
              <a:gd name="T3" fmla="*/ 37 h 156"/>
              <a:gd name="T4" fmla="*/ 21 w 208"/>
              <a:gd name="T5" fmla="*/ 31 h 156"/>
              <a:gd name="T6" fmla="*/ 62 w 208"/>
              <a:gd name="T7" fmla="*/ 31 h 156"/>
              <a:gd name="T8" fmla="*/ 73 w 208"/>
              <a:gd name="T9" fmla="*/ 10 h 156"/>
              <a:gd name="T10" fmla="*/ 76 w 208"/>
              <a:gd name="T11" fmla="*/ 5 h 156"/>
              <a:gd name="T12" fmla="*/ 79 w 208"/>
              <a:gd name="T13" fmla="*/ 1 h 156"/>
              <a:gd name="T14" fmla="*/ 83 w 208"/>
              <a:gd name="T15" fmla="*/ 0 h 156"/>
              <a:gd name="T16" fmla="*/ 125 w 208"/>
              <a:gd name="T17" fmla="*/ 0 h 156"/>
              <a:gd name="T18" fmla="*/ 128 w 208"/>
              <a:gd name="T19" fmla="*/ 0 h 156"/>
              <a:gd name="T20" fmla="*/ 131 w 208"/>
              <a:gd name="T21" fmla="*/ 3 h 156"/>
              <a:gd name="T22" fmla="*/ 133 w 208"/>
              <a:gd name="T23" fmla="*/ 6 h 156"/>
              <a:gd name="T24" fmla="*/ 135 w 208"/>
              <a:gd name="T25" fmla="*/ 10 h 156"/>
              <a:gd name="T26" fmla="*/ 146 w 208"/>
              <a:gd name="T27" fmla="*/ 31 h 156"/>
              <a:gd name="T28" fmla="*/ 187 w 208"/>
              <a:gd name="T29" fmla="*/ 31 h 156"/>
              <a:gd name="T30" fmla="*/ 202 w 208"/>
              <a:gd name="T31" fmla="*/ 37 h 156"/>
              <a:gd name="T32" fmla="*/ 208 w 208"/>
              <a:gd name="T33" fmla="*/ 52 h 156"/>
              <a:gd name="T34" fmla="*/ 208 w 208"/>
              <a:gd name="T35" fmla="*/ 135 h 156"/>
              <a:gd name="T36" fmla="*/ 202 w 208"/>
              <a:gd name="T37" fmla="*/ 150 h 156"/>
              <a:gd name="T38" fmla="*/ 187 w 208"/>
              <a:gd name="T39" fmla="*/ 156 h 156"/>
              <a:gd name="T40" fmla="*/ 21 w 208"/>
              <a:gd name="T41" fmla="*/ 156 h 156"/>
              <a:gd name="T42" fmla="*/ 6 w 208"/>
              <a:gd name="T43" fmla="*/ 150 h 156"/>
              <a:gd name="T44" fmla="*/ 0 w 208"/>
              <a:gd name="T45" fmla="*/ 135 h 156"/>
              <a:gd name="T46" fmla="*/ 0 w 208"/>
              <a:gd name="T47" fmla="*/ 52 h 156"/>
              <a:gd name="T48" fmla="*/ 57 w 208"/>
              <a:gd name="T49" fmla="*/ 88 h 156"/>
              <a:gd name="T50" fmla="*/ 71 w 208"/>
              <a:gd name="T51" fmla="*/ 121 h 156"/>
              <a:gd name="T52" fmla="*/ 104 w 208"/>
              <a:gd name="T53" fmla="*/ 135 h 156"/>
              <a:gd name="T54" fmla="*/ 137 w 208"/>
              <a:gd name="T55" fmla="*/ 121 h 156"/>
              <a:gd name="T56" fmla="*/ 151 w 208"/>
              <a:gd name="T57" fmla="*/ 88 h 156"/>
              <a:gd name="T58" fmla="*/ 137 w 208"/>
              <a:gd name="T59" fmla="*/ 55 h 156"/>
              <a:gd name="T60" fmla="*/ 104 w 208"/>
              <a:gd name="T61" fmla="*/ 41 h 156"/>
              <a:gd name="T62" fmla="*/ 71 w 208"/>
              <a:gd name="T63" fmla="*/ 55 h 156"/>
              <a:gd name="T64" fmla="*/ 57 w 208"/>
              <a:gd name="T65" fmla="*/ 88 h 156"/>
              <a:gd name="T66" fmla="*/ 78 w 208"/>
              <a:gd name="T67" fmla="*/ 88 h 156"/>
              <a:gd name="T68" fmla="*/ 86 w 208"/>
              <a:gd name="T69" fmla="*/ 70 h 156"/>
              <a:gd name="T70" fmla="*/ 104 w 208"/>
              <a:gd name="T71" fmla="*/ 62 h 156"/>
              <a:gd name="T72" fmla="*/ 122 w 208"/>
              <a:gd name="T73" fmla="*/ 70 h 156"/>
              <a:gd name="T74" fmla="*/ 130 w 208"/>
              <a:gd name="T75" fmla="*/ 88 h 156"/>
              <a:gd name="T76" fmla="*/ 122 w 208"/>
              <a:gd name="T77" fmla="*/ 107 h 156"/>
              <a:gd name="T78" fmla="*/ 104 w 208"/>
              <a:gd name="T79" fmla="*/ 114 h 156"/>
              <a:gd name="T80" fmla="*/ 86 w 208"/>
              <a:gd name="T81" fmla="*/ 107 h 156"/>
              <a:gd name="T82" fmla="*/ 78 w 208"/>
              <a:gd name="T83" fmla="*/ 88 h 156"/>
              <a:gd name="T84" fmla="*/ 170 w 208"/>
              <a:gd name="T85" fmla="*/ 55 h 156"/>
              <a:gd name="T86" fmla="*/ 167 w 208"/>
              <a:gd name="T87" fmla="*/ 58 h 156"/>
              <a:gd name="T88" fmla="*/ 166 w 208"/>
              <a:gd name="T89" fmla="*/ 62 h 156"/>
              <a:gd name="T90" fmla="*/ 167 w 208"/>
              <a:gd name="T91" fmla="*/ 66 h 156"/>
              <a:gd name="T92" fmla="*/ 170 w 208"/>
              <a:gd name="T93" fmla="*/ 70 h 156"/>
              <a:gd name="T94" fmla="*/ 173 w 208"/>
              <a:gd name="T95" fmla="*/ 72 h 156"/>
              <a:gd name="T96" fmla="*/ 177 w 208"/>
              <a:gd name="T97" fmla="*/ 73 h 156"/>
              <a:gd name="T98" fmla="*/ 181 w 208"/>
              <a:gd name="T99" fmla="*/ 72 h 156"/>
              <a:gd name="T100" fmla="*/ 184 w 208"/>
              <a:gd name="T101" fmla="*/ 70 h 156"/>
              <a:gd name="T102" fmla="*/ 187 w 208"/>
              <a:gd name="T103" fmla="*/ 62 h 156"/>
              <a:gd name="T104" fmla="*/ 184 w 208"/>
              <a:gd name="T105" fmla="*/ 55 h 156"/>
              <a:gd name="T106" fmla="*/ 177 w 208"/>
              <a:gd name="T107" fmla="*/ 52 h 156"/>
              <a:gd name="T108" fmla="*/ 170 w 208"/>
              <a:gd name="T109" fmla="*/ 55 h 1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208" h="156">
                <a:moveTo>
                  <a:pt x="0" y="52"/>
                </a:moveTo>
                <a:cubicBezTo>
                  <a:pt x="0" y="46"/>
                  <a:pt x="2" y="41"/>
                  <a:pt x="6" y="37"/>
                </a:cubicBezTo>
                <a:cubicBezTo>
                  <a:pt x="10" y="33"/>
                  <a:pt x="15" y="31"/>
                  <a:pt x="21" y="31"/>
                </a:cubicBezTo>
                <a:cubicBezTo>
                  <a:pt x="62" y="31"/>
                  <a:pt x="62" y="31"/>
                  <a:pt x="62" y="31"/>
                </a:cubicBezTo>
                <a:cubicBezTo>
                  <a:pt x="73" y="10"/>
                  <a:pt x="73" y="10"/>
                  <a:pt x="73" y="10"/>
                </a:cubicBezTo>
                <a:cubicBezTo>
                  <a:pt x="76" y="5"/>
                  <a:pt x="76" y="5"/>
                  <a:pt x="76" y="5"/>
                </a:cubicBezTo>
                <a:cubicBezTo>
                  <a:pt x="76" y="4"/>
                  <a:pt x="77" y="3"/>
                  <a:pt x="79" y="1"/>
                </a:cubicBezTo>
                <a:cubicBezTo>
                  <a:pt x="80" y="0"/>
                  <a:pt x="82" y="0"/>
                  <a:pt x="83" y="0"/>
                </a:cubicBezTo>
                <a:cubicBezTo>
                  <a:pt x="125" y="0"/>
                  <a:pt x="125" y="0"/>
                  <a:pt x="125" y="0"/>
                </a:cubicBezTo>
                <a:cubicBezTo>
                  <a:pt x="126" y="0"/>
                  <a:pt x="127" y="0"/>
                  <a:pt x="128" y="0"/>
                </a:cubicBezTo>
                <a:cubicBezTo>
                  <a:pt x="129" y="1"/>
                  <a:pt x="130" y="2"/>
                  <a:pt x="131" y="3"/>
                </a:cubicBezTo>
                <a:cubicBezTo>
                  <a:pt x="132" y="4"/>
                  <a:pt x="133" y="5"/>
                  <a:pt x="133" y="6"/>
                </a:cubicBezTo>
                <a:cubicBezTo>
                  <a:pt x="134" y="7"/>
                  <a:pt x="134" y="8"/>
                  <a:pt x="135" y="10"/>
                </a:cubicBezTo>
                <a:cubicBezTo>
                  <a:pt x="146" y="31"/>
                  <a:pt x="146" y="31"/>
                  <a:pt x="146" y="31"/>
                </a:cubicBezTo>
                <a:cubicBezTo>
                  <a:pt x="187" y="31"/>
                  <a:pt x="187" y="31"/>
                  <a:pt x="187" y="31"/>
                </a:cubicBezTo>
                <a:cubicBezTo>
                  <a:pt x="193" y="31"/>
                  <a:pt x="198" y="33"/>
                  <a:pt x="202" y="37"/>
                </a:cubicBezTo>
                <a:cubicBezTo>
                  <a:pt x="206" y="41"/>
                  <a:pt x="208" y="46"/>
                  <a:pt x="208" y="52"/>
                </a:cubicBezTo>
                <a:cubicBezTo>
                  <a:pt x="208" y="135"/>
                  <a:pt x="208" y="135"/>
                  <a:pt x="208" y="135"/>
                </a:cubicBezTo>
                <a:cubicBezTo>
                  <a:pt x="208" y="141"/>
                  <a:pt x="206" y="146"/>
                  <a:pt x="202" y="150"/>
                </a:cubicBezTo>
                <a:cubicBezTo>
                  <a:pt x="198" y="154"/>
                  <a:pt x="193" y="156"/>
                  <a:pt x="187" y="156"/>
                </a:cubicBezTo>
                <a:cubicBezTo>
                  <a:pt x="21" y="156"/>
                  <a:pt x="21" y="156"/>
                  <a:pt x="21" y="156"/>
                </a:cubicBezTo>
                <a:cubicBezTo>
                  <a:pt x="15" y="156"/>
                  <a:pt x="10" y="154"/>
                  <a:pt x="6" y="150"/>
                </a:cubicBezTo>
                <a:cubicBezTo>
                  <a:pt x="2" y="146"/>
                  <a:pt x="0" y="141"/>
                  <a:pt x="0" y="135"/>
                </a:cubicBezTo>
                <a:lnTo>
                  <a:pt x="0" y="52"/>
                </a:lnTo>
                <a:close/>
                <a:moveTo>
                  <a:pt x="57" y="88"/>
                </a:moveTo>
                <a:cubicBezTo>
                  <a:pt x="57" y="101"/>
                  <a:pt x="62" y="112"/>
                  <a:pt x="71" y="121"/>
                </a:cubicBezTo>
                <a:cubicBezTo>
                  <a:pt x="80" y="130"/>
                  <a:pt x="91" y="135"/>
                  <a:pt x="104" y="135"/>
                </a:cubicBezTo>
                <a:cubicBezTo>
                  <a:pt x="117" y="135"/>
                  <a:pt x="128" y="130"/>
                  <a:pt x="137" y="121"/>
                </a:cubicBezTo>
                <a:cubicBezTo>
                  <a:pt x="146" y="112"/>
                  <a:pt x="151" y="101"/>
                  <a:pt x="151" y="88"/>
                </a:cubicBezTo>
                <a:cubicBezTo>
                  <a:pt x="151" y="75"/>
                  <a:pt x="146" y="64"/>
                  <a:pt x="137" y="55"/>
                </a:cubicBezTo>
                <a:cubicBezTo>
                  <a:pt x="128" y="46"/>
                  <a:pt x="117" y="41"/>
                  <a:pt x="104" y="41"/>
                </a:cubicBezTo>
                <a:cubicBezTo>
                  <a:pt x="91" y="41"/>
                  <a:pt x="80" y="46"/>
                  <a:pt x="71" y="55"/>
                </a:cubicBezTo>
                <a:cubicBezTo>
                  <a:pt x="62" y="64"/>
                  <a:pt x="57" y="75"/>
                  <a:pt x="57" y="88"/>
                </a:cubicBezTo>
                <a:close/>
                <a:moveTo>
                  <a:pt x="78" y="88"/>
                </a:moveTo>
                <a:cubicBezTo>
                  <a:pt x="78" y="81"/>
                  <a:pt x="81" y="75"/>
                  <a:pt x="86" y="70"/>
                </a:cubicBezTo>
                <a:cubicBezTo>
                  <a:pt x="91" y="65"/>
                  <a:pt x="97" y="62"/>
                  <a:pt x="104" y="62"/>
                </a:cubicBezTo>
                <a:cubicBezTo>
                  <a:pt x="111" y="62"/>
                  <a:pt x="117" y="65"/>
                  <a:pt x="122" y="70"/>
                </a:cubicBezTo>
                <a:cubicBezTo>
                  <a:pt x="128" y="75"/>
                  <a:pt x="130" y="81"/>
                  <a:pt x="130" y="88"/>
                </a:cubicBezTo>
                <a:cubicBezTo>
                  <a:pt x="130" y="95"/>
                  <a:pt x="128" y="102"/>
                  <a:pt x="122" y="107"/>
                </a:cubicBezTo>
                <a:cubicBezTo>
                  <a:pt x="117" y="112"/>
                  <a:pt x="111" y="114"/>
                  <a:pt x="104" y="114"/>
                </a:cubicBezTo>
                <a:cubicBezTo>
                  <a:pt x="97" y="114"/>
                  <a:pt x="91" y="112"/>
                  <a:pt x="86" y="107"/>
                </a:cubicBezTo>
                <a:cubicBezTo>
                  <a:pt x="81" y="102"/>
                  <a:pt x="78" y="95"/>
                  <a:pt x="78" y="88"/>
                </a:cubicBezTo>
                <a:close/>
                <a:moveTo>
                  <a:pt x="170" y="55"/>
                </a:moveTo>
                <a:cubicBezTo>
                  <a:pt x="169" y="56"/>
                  <a:pt x="168" y="57"/>
                  <a:pt x="167" y="58"/>
                </a:cubicBezTo>
                <a:cubicBezTo>
                  <a:pt x="167" y="60"/>
                  <a:pt x="166" y="61"/>
                  <a:pt x="166" y="62"/>
                </a:cubicBezTo>
                <a:cubicBezTo>
                  <a:pt x="166" y="64"/>
                  <a:pt x="167" y="65"/>
                  <a:pt x="167" y="66"/>
                </a:cubicBezTo>
                <a:cubicBezTo>
                  <a:pt x="168" y="67"/>
                  <a:pt x="168" y="69"/>
                  <a:pt x="170" y="70"/>
                </a:cubicBezTo>
                <a:cubicBezTo>
                  <a:pt x="171" y="71"/>
                  <a:pt x="172" y="71"/>
                  <a:pt x="173" y="72"/>
                </a:cubicBezTo>
                <a:cubicBezTo>
                  <a:pt x="174" y="72"/>
                  <a:pt x="176" y="73"/>
                  <a:pt x="177" y="73"/>
                </a:cubicBezTo>
                <a:cubicBezTo>
                  <a:pt x="178" y="73"/>
                  <a:pt x="180" y="72"/>
                  <a:pt x="181" y="72"/>
                </a:cubicBezTo>
                <a:cubicBezTo>
                  <a:pt x="182" y="71"/>
                  <a:pt x="183" y="71"/>
                  <a:pt x="184" y="70"/>
                </a:cubicBezTo>
                <a:cubicBezTo>
                  <a:pt x="186" y="67"/>
                  <a:pt x="187" y="65"/>
                  <a:pt x="187" y="62"/>
                </a:cubicBezTo>
                <a:cubicBezTo>
                  <a:pt x="187" y="59"/>
                  <a:pt x="186" y="57"/>
                  <a:pt x="184" y="55"/>
                </a:cubicBezTo>
                <a:cubicBezTo>
                  <a:pt x="182" y="53"/>
                  <a:pt x="180" y="52"/>
                  <a:pt x="177" y="52"/>
                </a:cubicBezTo>
                <a:cubicBezTo>
                  <a:pt x="174" y="52"/>
                  <a:pt x="172" y="53"/>
                  <a:pt x="170" y="5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4" name="Freeform 6"/>
          <p:cNvSpPr>
            <a:spLocks noEditPoints="1"/>
          </p:cNvSpPr>
          <p:nvPr/>
        </p:nvSpPr>
        <p:spPr bwMode="auto">
          <a:xfrm>
            <a:off x="1219461" y="1803348"/>
            <a:ext cx="340960" cy="121616"/>
          </a:xfrm>
          <a:custGeom>
            <a:avLst/>
            <a:gdLst>
              <a:gd name="T0" fmla="*/ 1 w 238"/>
              <a:gd name="T1" fmla="*/ 40 h 86"/>
              <a:gd name="T2" fmla="*/ 3 w 238"/>
              <a:gd name="T3" fmla="*/ 30 h 86"/>
              <a:gd name="T4" fmla="*/ 5 w 238"/>
              <a:gd name="T5" fmla="*/ 26 h 86"/>
              <a:gd name="T6" fmla="*/ 35 w 238"/>
              <a:gd name="T7" fmla="*/ 21 h 86"/>
              <a:gd name="T8" fmla="*/ 59 w 238"/>
              <a:gd name="T9" fmla="*/ 6 h 86"/>
              <a:gd name="T10" fmla="*/ 77 w 238"/>
              <a:gd name="T11" fmla="*/ 0 h 86"/>
              <a:gd name="T12" fmla="*/ 130 w 238"/>
              <a:gd name="T13" fmla="*/ 0 h 86"/>
              <a:gd name="T14" fmla="*/ 141 w 238"/>
              <a:gd name="T15" fmla="*/ 5 h 86"/>
              <a:gd name="T16" fmla="*/ 166 w 238"/>
              <a:gd name="T17" fmla="*/ 25 h 86"/>
              <a:gd name="T18" fmla="*/ 191 w 238"/>
              <a:gd name="T19" fmla="*/ 29 h 86"/>
              <a:gd name="T20" fmla="*/ 222 w 238"/>
              <a:gd name="T21" fmla="*/ 38 h 86"/>
              <a:gd name="T22" fmla="*/ 233 w 238"/>
              <a:gd name="T23" fmla="*/ 44 h 86"/>
              <a:gd name="T24" fmla="*/ 237 w 238"/>
              <a:gd name="T25" fmla="*/ 48 h 86"/>
              <a:gd name="T26" fmla="*/ 238 w 238"/>
              <a:gd name="T27" fmla="*/ 57 h 86"/>
              <a:gd name="T28" fmla="*/ 231 w 238"/>
              <a:gd name="T29" fmla="*/ 71 h 86"/>
              <a:gd name="T30" fmla="*/ 222 w 238"/>
              <a:gd name="T31" fmla="*/ 73 h 86"/>
              <a:gd name="T32" fmla="*/ 219 w 238"/>
              <a:gd name="T33" fmla="*/ 70 h 86"/>
              <a:gd name="T34" fmla="*/ 214 w 238"/>
              <a:gd name="T35" fmla="*/ 53 h 86"/>
              <a:gd name="T36" fmla="*/ 184 w 238"/>
              <a:gd name="T37" fmla="*/ 53 h 86"/>
              <a:gd name="T38" fmla="*/ 179 w 238"/>
              <a:gd name="T39" fmla="*/ 73 h 86"/>
              <a:gd name="T40" fmla="*/ 79 w 238"/>
              <a:gd name="T41" fmla="*/ 70 h 86"/>
              <a:gd name="T42" fmla="*/ 73 w 238"/>
              <a:gd name="T43" fmla="*/ 53 h 86"/>
              <a:gd name="T44" fmla="*/ 43 w 238"/>
              <a:gd name="T45" fmla="*/ 53 h 86"/>
              <a:gd name="T46" fmla="*/ 38 w 238"/>
              <a:gd name="T47" fmla="*/ 70 h 86"/>
              <a:gd name="T48" fmla="*/ 35 w 238"/>
              <a:gd name="T49" fmla="*/ 73 h 86"/>
              <a:gd name="T50" fmla="*/ 4 w 238"/>
              <a:gd name="T51" fmla="*/ 62 h 86"/>
              <a:gd name="T52" fmla="*/ 43 w 238"/>
              <a:gd name="T53" fmla="*/ 70 h 86"/>
              <a:gd name="T54" fmla="*/ 58 w 238"/>
              <a:gd name="T55" fmla="*/ 55 h 86"/>
              <a:gd name="T56" fmla="*/ 74 w 238"/>
              <a:gd name="T57" fmla="*/ 70 h 86"/>
              <a:gd name="T58" fmla="*/ 58 w 238"/>
              <a:gd name="T59" fmla="*/ 86 h 86"/>
              <a:gd name="T60" fmla="*/ 43 w 238"/>
              <a:gd name="T61" fmla="*/ 70 h 86"/>
              <a:gd name="T62" fmla="*/ 188 w 238"/>
              <a:gd name="T63" fmla="*/ 59 h 86"/>
              <a:gd name="T64" fmla="*/ 210 w 238"/>
              <a:gd name="T65" fmla="*/ 59 h 86"/>
              <a:gd name="T66" fmla="*/ 210 w 238"/>
              <a:gd name="T67" fmla="*/ 81 h 86"/>
              <a:gd name="T68" fmla="*/ 188 w 238"/>
              <a:gd name="T69" fmla="*/ 81 h 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238" h="86">
                <a:moveTo>
                  <a:pt x="0" y="46"/>
                </a:moveTo>
                <a:cubicBezTo>
                  <a:pt x="0" y="44"/>
                  <a:pt x="1" y="42"/>
                  <a:pt x="1" y="40"/>
                </a:cubicBezTo>
                <a:cubicBezTo>
                  <a:pt x="1" y="38"/>
                  <a:pt x="1" y="36"/>
                  <a:pt x="1" y="34"/>
                </a:cubicBezTo>
                <a:cubicBezTo>
                  <a:pt x="2" y="33"/>
                  <a:pt x="2" y="31"/>
                  <a:pt x="3" y="30"/>
                </a:cubicBezTo>
                <a:cubicBezTo>
                  <a:pt x="3" y="29"/>
                  <a:pt x="4" y="28"/>
                  <a:pt x="4" y="27"/>
                </a:cubicBezTo>
                <a:cubicBezTo>
                  <a:pt x="4" y="27"/>
                  <a:pt x="4" y="26"/>
                  <a:pt x="5" y="26"/>
                </a:cubicBezTo>
                <a:cubicBezTo>
                  <a:pt x="5" y="25"/>
                  <a:pt x="8" y="24"/>
                  <a:pt x="13" y="23"/>
                </a:cubicBezTo>
                <a:cubicBezTo>
                  <a:pt x="19" y="22"/>
                  <a:pt x="26" y="21"/>
                  <a:pt x="35" y="21"/>
                </a:cubicBezTo>
                <a:cubicBezTo>
                  <a:pt x="40" y="18"/>
                  <a:pt x="44" y="15"/>
                  <a:pt x="48" y="13"/>
                </a:cubicBezTo>
                <a:cubicBezTo>
                  <a:pt x="52" y="10"/>
                  <a:pt x="56" y="8"/>
                  <a:pt x="59" y="6"/>
                </a:cubicBezTo>
                <a:cubicBezTo>
                  <a:pt x="66" y="3"/>
                  <a:pt x="71" y="1"/>
                  <a:pt x="73" y="1"/>
                </a:cubicBezTo>
                <a:cubicBezTo>
                  <a:pt x="77" y="0"/>
                  <a:pt x="77" y="0"/>
                  <a:pt x="77" y="0"/>
                </a:cubicBezTo>
                <a:cubicBezTo>
                  <a:pt x="129" y="0"/>
                  <a:pt x="129" y="0"/>
                  <a:pt x="129" y="0"/>
                </a:cubicBezTo>
                <a:cubicBezTo>
                  <a:pt x="129" y="0"/>
                  <a:pt x="129" y="0"/>
                  <a:pt x="130" y="0"/>
                </a:cubicBezTo>
                <a:cubicBezTo>
                  <a:pt x="131" y="0"/>
                  <a:pt x="132" y="1"/>
                  <a:pt x="134" y="2"/>
                </a:cubicBezTo>
                <a:cubicBezTo>
                  <a:pt x="136" y="3"/>
                  <a:pt x="139" y="4"/>
                  <a:pt x="141" y="5"/>
                </a:cubicBezTo>
                <a:cubicBezTo>
                  <a:pt x="144" y="7"/>
                  <a:pt x="147" y="9"/>
                  <a:pt x="152" y="13"/>
                </a:cubicBezTo>
                <a:cubicBezTo>
                  <a:pt x="156" y="16"/>
                  <a:pt x="161" y="20"/>
                  <a:pt x="166" y="25"/>
                </a:cubicBezTo>
                <a:cubicBezTo>
                  <a:pt x="171" y="26"/>
                  <a:pt x="175" y="26"/>
                  <a:pt x="179" y="27"/>
                </a:cubicBezTo>
                <a:cubicBezTo>
                  <a:pt x="183" y="28"/>
                  <a:pt x="187" y="28"/>
                  <a:pt x="191" y="29"/>
                </a:cubicBezTo>
                <a:cubicBezTo>
                  <a:pt x="198" y="31"/>
                  <a:pt x="205" y="32"/>
                  <a:pt x="209" y="34"/>
                </a:cubicBezTo>
                <a:cubicBezTo>
                  <a:pt x="214" y="35"/>
                  <a:pt x="218" y="37"/>
                  <a:pt x="222" y="38"/>
                </a:cubicBezTo>
                <a:cubicBezTo>
                  <a:pt x="224" y="39"/>
                  <a:pt x="227" y="40"/>
                  <a:pt x="228" y="41"/>
                </a:cubicBezTo>
                <a:cubicBezTo>
                  <a:pt x="230" y="42"/>
                  <a:pt x="231" y="43"/>
                  <a:pt x="233" y="44"/>
                </a:cubicBezTo>
                <a:cubicBezTo>
                  <a:pt x="234" y="45"/>
                  <a:pt x="235" y="46"/>
                  <a:pt x="235" y="46"/>
                </a:cubicBezTo>
                <a:cubicBezTo>
                  <a:pt x="236" y="47"/>
                  <a:pt x="236" y="48"/>
                  <a:pt x="237" y="48"/>
                </a:cubicBezTo>
                <a:cubicBezTo>
                  <a:pt x="237" y="49"/>
                  <a:pt x="237" y="49"/>
                  <a:pt x="237" y="49"/>
                </a:cubicBezTo>
                <a:cubicBezTo>
                  <a:pt x="237" y="51"/>
                  <a:pt x="238" y="53"/>
                  <a:pt x="238" y="57"/>
                </a:cubicBezTo>
                <a:cubicBezTo>
                  <a:pt x="238" y="60"/>
                  <a:pt x="237" y="63"/>
                  <a:pt x="237" y="67"/>
                </a:cubicBezTo>
                <a:cubicBezTo>
                  <a:pt x="235" y="68"/>
                  <a:pt x="233" y="70"/>
                  <a:pt x="231" y="71"/>
                </a:cubicBezTo>
                <a:cubicBezTo>
                  <a:pt x="228" y="72"/>
                  <a:pt x="226" y="73"/>
                  <a:pt x="225" y="73"/>
                </a:cubicBezTo>
                <a:cubicBezTo>
                  <a:pt x="222" y="73"/>
                  <a:pt x="222" y="73"/>
                  <a:pt x="222" y="73"/>
                </a:cubicBezTo>
                <a:cubicBezTo>
                  <a:pt x="219" y="73"/>
                  <a:pt x="219" y="73"/>
                  <a:pt x="219" y="73"/>
                </a:cubicBezTo>
                <a:cubicBezTo>
                  <a:pt x="219" y="72"/>
                  <a:pt x="219" y="71"/>
                  <a:pt x="219" y="70"/>
                </a:cubicBezTo>
                <a:cubicBezTo>
                  <a:pt x="220" y="69"/>
                  <a:pt x="220" y="69"/>
                  <a:pt x="220" y="68"/>
                </a:cubicBezTo>
                <a:cubicBezTo>
                  <a:pt x="220" y="62"/>
                  <a:pt x="218" y="58"/>
                  <a:pt x="214" y="53"/>
                </a:cubicBezTo>
                <a:cubicBezTo>
                  <a:pt x="209" y="49"/>
                  <a:pt x="205" y="47"/>
                  <a:pt x="199" y="47"/>
                </a:cubicBezTo>
                <a:cubicBezTo>
                  <a:pt x="193" y="47"/>
                  <a:pt x="188" y="49"/>
                  <a:pt x="184" y="53"/>
                </a:cubicBezTo>
                <a:cubicBezTo>
                  <a:pt x="180" y="58"/>
                  <a:pt x="178" y="62"/>
                  <a:pt x="178" y="68"/>
                </a:cubicBezTo>
                <a:cubicBezTo>
                  <a:pt x="178" y="70"/>
                  <a:pt x="178" y="72"/>
                  <a:pt x="179" y="73"/>
                </a:cubicBezTo>
                <a:cubicBezTo>
                  <a:pt x="79" y="73"/>
                  <a:pt x="79" y="73"/>
                  <a:pt x="79" y="73"/>
                </a:cubicBezTo>
                <a:cubicBezTo>
                  <a:pt x="79" y="72"/>
                  <a:pt x="79" y="71"/>
                  <a:pt x="79" y="70"/>
                </a:cubicBezTo>
                <a:cubicBezTo>
                  <a:pt x="79" y="69"/>
                  <a:pt x="79" y="69"/>
                  <a:pt x="79" y="68"/>
                </a:cubicBezTo>
                <a:cubicBezTo>
                  <a:pt x="79" y="62"/>
                  <a:pt x="77" y="58"/>
                  <a:pt x="73" y="53"/>
                </a:cubicBezTo>
                <a:cubicBezTo>
                  <a:pt x="69" y="49"/>
                  <a:pt x="64" y="47"/>
                  <a:pt x="58" y="47"/>
                </a:cubicBezTo>
                <a:cubicBezTo>
                  <a:pt x="53" y="47"/>
                  <a:pt x="48" y="49"/>
                  <a:pt x="43" y="53"/>
                </a:cubicBezTo>
                <a:cubicBezTo>
                  <a:pt x="39" y="58"/>
                  <a:pt x="37" y="62"/>
                  <a:pt x="37" y="68"/>
                </a:cubicBezTo>
                <a:cubicBezTo>
                  <a:pt x="37" y="68"/>
                  <a:pt x="37" y="69"/>
                  <a:pt x="38" y="70"/>
                </a:cubicBezTo>
                <a:cubicBezTo>
                  <a:pt x="38" y="71"/>
                  <a:pt x="38" y="72"/>
                  <a:pt x="38" y="73"/>
                </a:cubicBezTo>
                <a:cubicBezTo>
                  <a:pt x="35" y="73"/>
                  <a:pt x="35" y="73"/>
                  <a:pt x="35" y="73"/>
                </a:cubicBezTo>
                <a:cubicBezTo>
                  <a:pt x="31" y="73"/>
                  <a:pt x="25" y="71"/>
                  <a:pt x="17" y="69"/>
                </a:cubicBezTo>
                <a:cubicBezTo>
                  <a:pt x="9" y="66"/>
                  <a:pt x="5" y="64"/>
                  <a:pt x="4" y="62"/>
                </a:cubicBezTo>
                <a:cubicBezTo>
                  <a:pt x="2" y="60"/>
                  <a:pt x="0" y="55"/>
                  <a:pt x="0" y="46"/>
                </a:cubicBezTo>
                <a:close/>
                <a:moveTo>
                  <a:pt x="43" y="70"/>
                </a:moveTo>
                <a:cubicBezTo>
                  <a:pt x="43" y="66"/>
                  <a:pt x="44" y="62"/>
                  <a:pt x="47" y="59"/>
                </a:cubicBezTo>
                <a:cubicBezTo>
                  <a:pt x="50" y="56"/>
                  <a:pt x="54" y="55"/>
                  <a:pt x="58" y="55"/>
                </a:cubicBezTo>
                <a:cubicBezTo>
                  <a:pt x="63" y="55"/>
                  <a:pt x="66" y="56"/>
                  <a:pt x="69" y="59"/>
                </a:cubicBezTo>
                <a:cubicBezTo>
                  <a:pt x="72" y="62"/>
                  <a:pt x="74" y="66"/>
                  <a:pt x="74" y="70"/>
                </a:cubicBezTo>
                <a:cubicBezTo>
                  <a:pt x="74" y="75"/>
                  <a:pt x="72" y="78"/>
                  <a:pt x="69" y="81"/>
                </a:cubicBezTo>
                <a:cubicBezTo>
                  <a:pt x="66" y="84"/>
                  <a:pt x="63" y="86"/>
                  <a:pt x="58" y="86"/>
                </a:cubicBezTo>
                <a:cubicBezTo>
                  <a:pt x="54" y="86"/>
                  <a:pt x="50" y="84"/>
                  <a:pt x="47" y="81"/>
                </a:cubicBezTo>
                <a:cubicBezTo>
                  <a:pt x="44" y="78"/>
                  <a:pt x="43" y="75"/>
                  <a:pt x="43" y="70"/>
                </a:cubicBezTo>
                <a:close/>
                <a:moveTo>
                  <a:pt x="183" y="70"/>
                </a:moveTo>
                <a:cubicBezTo>
                  <a:pt x="183" y="66"/>
                  <a:pt x="185" y="62"/>
                  <a:pt x="188" y="59"/>
                </a:cubicBezTo>
                <a:cubicBezTo>
                  <a:pt x="191" y="56"/>
                  <a:pt x="195" y="55"/>
                  <a:pt x="199" y="55"/>
                </a:cubicBezTo>
                <a:cubicBezTo>
                  <a:pt x="203" y="55"/>
                  <a:pt x="207" y="56"/>
                  <a:pt x="210" y="59"/>
                </a:cubicBezTo>
                <a:cubicBezTo>
                  <a:pt x="213" y="62"/>
                  <a:pt x="214" y="66"/>
                  <a:pt x="214" y="70"/>
                </a:cubicBezTo>
                <a:cubicBezTo>
                  <a:pt x="214" y="75"/>
                  <a:pt x="213" y="78"/>
                  <a:pt x="210" y="81"/>
                </a:cubicBezTo>
                <a:cubicBezTo>
                  <a:pt x="207" y="84"/>
                  <a:pt x="203" y="86"/>
                  <a:pt x="199" y="86"/>
                </a:cubicBezTo>
                <a:cubicBezTo>
                  <a:pt x="195" y="86"/>
                  <a:pt x="191" y="84"/>
                  <a:pt x="188" y="81"/>
                </a:cubicBezTo>
                <a:cubicBezTo>
                  <a:pt x="185" y="78"/>
                  <a:pt x="183" y="75"/>
                  <a:pt x="183" y="7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5" name="Freeform 7"/>
          <p:cNvSpPr>
            <a:spLocks noEditPoints="1"/>
          </p:cNvSpPr>
          <p:nvPr/>
        </p:nvSpPr>
        <p:spPr bwMode="auto">
          <a:xfrm>
            <a:off x="1666835" y="1757743"/>
            <a:ext cx="327931" cy="162880"/>
          </a:xfrm>
          <a:custGeom>
            <a:avLst/>
            <a:gdLst>
              <a:gd name="T0" fmla="*/ 0 w 229"/>
              <a:gd name="T1" fmla="*/ 0 h 114"/>
              <a:gd name="T2" fmla="*/ 166 w 229"/>
              <a:gd name="T3" fmla="*/ 62 h 114"/>
              <a:gd name="T4" fmla="*/ 0 w 229"/>
              <a:gd name="T5" fmla="*/ 99 h 114"/>
              <a:gd name="T6" fmla="*/ 0 w 229"/>
              <a:gd name="T7" fmla="*/ 97 h 114"/>
              <a:gd name="T8" fmla="*/ 26 w 229"/>
              <a:gd name="T9" fmla="*/ 73 h 114"/>
              <a:gd name="T10" fmla="*/ 81 w 229"/>
              <a:gd name="T11" fmla="*/ 80 h 114"/>
              <a:gd name="T12" fmla="*/ 89 w 229"/>
              <a:gd name="T13" fmla="*/ 99 h 114"/>
              <a:gd name="T14" fmla="*/ 83 w 229"/>
              <a:gd name="T15" fmla="*/ 99 h 114"/>
              <a:gd name="T16" fmla="*/ 83 w 229"/>
              <a:gd name="T17" fmla="*/ 98 h 114"/>
              <a:gd name="T18" fmla="*/ 63 w 229"/>
              <a:gd name="T19" fmla="*/ 78 h 114"/>
              <a:gd name="T20" fmla="*/ 11 w 229"/>
              <a:gd name="T21" fmla="*/ 84 h 114"/>
              <a:gd name="T22" fmla="*/ 5 w 229"/>
              <a:gd name="T23" fmla="*/ 99 h 114"/>
              <a:gd name="T24" fmla="*/ 0 w 229"/>
              <a:gd name="T25" fmla="*/ 99 h 114"/>
              <a:gd name="T26" fmla="*/ 15 w 229"/>
              <a:gd name="T27" fmla="*/ 88 h 114"/>
              <a:gd name="T28" fmla="*/ 37 w 229"/>
              <a:gd name="T29" fmla="*/ 88 h 114"/>
              <a:gd name="T30" fmla="*/ 37 w 229"/>
              <a:gd name="T31" fmla="*/ 110 h 114"/>
              <a:gd name="T32" fmla="*/ 15 w 229"/>
              <a:gd name="T33" fmla="*/ 110 h 114"/>
              <a:gd name="T34" fmla="*/ 47 w 229"/>
              <a:gd name="T35" fmla="*/ 99 h 114"/>
              <a:gd name="T36" fmla="*/ 63 w 229"/>
              <a:gd name="T37" fmla="*/ 83 h 114"/>
              <a:gd name="T38" fmla="*/ 78 w 229"/>
              <a:gd name="T39" fmla="*/ 99 h 114"/>
              <a:gd name="T40" fmla="*/ 63 w 229"/>
              <a:gd name="T41" fmla="*/ 114 h 114"/>
              <a:gd name="T42" fmla="*/ 47 w 229"/>
              <a:gd name="T43" fmla="*/ 99 h 114"/>
              <a:gd name="T44" fmla="*/ 122 w 229"/>
              <a:gd name="T45" fmla="*/ 80 h 114"/>
              <a:gd name="T46" fmla="*/ 177 w 229"/>
              <a:gd name="T47" fmla="*/ 73 h 114"/>
              <a:gd name="T48" fmla="*/ 181 w 229"/>
              <a:gd name="T49" fmla="*/ 31 h 114"/>
              <a:gd name="T50" fmla="*/ 189 w 229"/>
              <a:gd name="T51" fmla="*/ 31 h 114"/>
              <a:gd name="T52" fmla="*/ 209 w 229"/>
              <a:gd name="T53" fmla="*/ 31 h 114"/>
              <a:gd name="T54" fmla="*/ 219 w 229"/>
              <a:gd name="T55" fmla="*/ 33 h 114"/>
              <a:gd name="T56" fmla="*/ 229 w 229"/>
              <a:gd name="T57" fmla="*/ 70 h 114"/>
              <a:gd name="T58" fmla="*/ 218 w 229"/>
              <a:gd name="T59" fmla="*/ 104 h 114"/>
              <a:gd name="T60" fmla="*/ 218 w 229"/>
              <a:gd name="T61" fmla="*/ 98 h 114"/>
              <a:gd name="T62" fmla="*/ 198 w 229"/>
              <a:gd name="T63" fmla="*/ 78 h 114"/>
              <a:gd name="T64" fmla="*/ 185 w 229"/>
              <a:gd name="T65" fmla="*/ 82 h 114"/>
              <a:gd name="T66" fmla="*/ 178 w 229"/>
              <a:gd name="T67" fmla="*/ 93 h 114"/>
              <a:gd name="T68" fmla="*/ 153 w 229"/>
              <a:gd name="T69" fmla="*/ 82 h 114"/>
              <a:gd name="T70" fmla="*/ 126 w 229"/>
              <a:gd name="T71" fmla="*/ 84 h 114"/>
              <a:gd name="T72" fmla="*/ 120 w 229"/>
              <a:gd name="T73" fmla="*/ 99 h 114"/>
              <a:gd name="T74" fmla="*/ 125 w 229"/>
              <a:gd name="T75" fmla="*/ 99 h 114"/>
              <a:gd name="T76" fmla="*/ 141 w 229"/>
              <a:gd name="T77" fmla="*/ 83 h 114"/>
              <a:gd name="T78" fmla="*/ 156 w 229"/>
              <a:gd name="T79" fmla="*/ 99 h 114"/>
              <a:gd name="T80" fmla="*/ 141 w 229"/>
              <a:gd name="T81" fmla="*/ 114 h 114"/>
              <a:gd name="T82" fmla="*/ 125 w 229"/>
              <a:gd name="T83" fmla="*/ 99 h 114"/>
              <a:gd name="T84" fmla="*/ 187 w 229"/>
              <a:gd name="T85" fmla="*/ 88 h 114"/>
              <a:gd name="T86" fmla="*/ 209 w 229"/>
              <a:gd name="T87" fmla="*/ 88 h 114"/>
              <a:gd name="T88" fmla="*/ 209 w 229"/>
              <a:gd name="T89" fmla="*/ 110 h 114"/>
              <a:gd name="T90" fmla="*/ 187 w 229"/>
              <a:gd name="T91" fmla="*/ 110 h 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229" h="114">
                <a:moveTo>
                  <a:pt x="0" y="62"/>
                </a:moveTo>
                <a:cubicBezTo>
                  <a:pt x="0" y="0"/>
                  <a:pt x="0" y="0"/>
                  <a:pt x="0" y="0"/>
                </a:cubicBezTo>
                <a:cubicBezTo>
                  <a:pt x="166" y="0"/>
                  <a:pt x="166" y="0"/>
                  <a:pt x="166" y="0"/>
                </a:cubicBezTo>
                <a:cubicBezTo>
                  <a:pt x="166" y="62"/>
                  <a:pt x="166" y="62"/>
                  <a:pt x="166" y="62"/>
                </a:cubicBezTo>
                <a:lnTo>
                  <a:pt x="0" y="62"/>
                </a:lnTo>
                <a:close/>
                <a:moveTo>
                  <a:pt x="0" y="99"/>
                </a:moveTo>
                <a:cubicBezTo>
                  <a:pt x="0" y="99"/>
                  <a:pt x="0" y="99"/>
                  <a:pt x="0" y="99"/>
                </a:cubicBezTo>
                <a:cubicBezTo>
                  <a:pt x="0" y="97"/>
                  <a:pt x="0" y="97"/>
                  <a:pt x="0" y="97"/>
                </a:cubicBezTo>
                <a:cubicBezTo>
                  <a:pt x="0" y="91"/>
                  <a:pt x="3" y="85"/>
                  <a:pt x="8" y="80"/>
                </a:cubicBezTo>
                <a:cubicBezTo>
                  <a:pt x="13" y="75"/>
                  <a:pt x="19" y="73"/>
                  <a:pt x="26" y="73"/>
                </a:cubicBezTo>
                <a:cubicBezTo>
                  <a:pt x="63" y="73"/>
                  <a:pt x="63" y="73"/>
                  <a:pt x="63" y="73"/>
                </a:cubicBezTo>
                <a:cubicBezTo>
                  <a:pt x="70" y="73"/>
                  <a:pt x="76" y="75"/>
                  <a:pt x="81" y="80"/>
                </a:cubicBezTo>
                <a:cubicBezTo>
                  <a:pt x="86" y="85"/>
                  <a:pt x="89" y="91"/>
                  <a:pt x="89" y="97"/>
                </a:cubicBezTo>
                <a:cubicBezTo>
                  <a:pt x="89" y="99"/>
                  <a:pt x="89" y="99"/>
                  <a:pt x="89" y="99"/>
                </a:cubicBezTo>
                <a:cubicBezTo>
                  <a:pt x="89" y="99"/>
                  <a:pt x="89" y="99"/>
                  <a:pt x="89" y="99"/>
                </a:cubicBezTo>
                <a:cubicBezTo>
                  <a:pt x="83" y="99"/>
                  <a:pt x="83" y="99"/>
                  <a:pt x="83" y="99"/>
                </a:cubicBezTo>
                <a:cubicBezTo>
                  <a:pt x="83" y="99"/>
                  <a:pt x="83" y="99"/>
                  <a:pt x="83" y="99"/>
                </a:cubicBezTo>
                <a:cubicBezTo>
                  <a:pt x="83" y="98"/>
                  <a:pt x="83" y="98"/>
                  <a:pt x="83" y="98"/>
                </a:cubicBezTo>
                <a:cubicBezTo>
                  <a:pt x="83" y="92"/>
                  <a:pt x="81" y="88"/>
                  <a:pt x="78" y="84"/>
                </a:cubicBezTo>
                <a:cubicBezTo>
                  <a:pt x="73" y="80"/>
                  <a:pt x="68" y="78"/>
                  <a:pt x="63" y="78"/>
                </a:cubicBezTo>
                <a:cubicBezTo>
                  <a:pt x="26" y="78"/>
                  <a:pt x="26" y="78"/>
                  <a:pt x="26" y="78"/>
                </a:cubicBezTo>
                <a:cubicBezTo>
                  <a:pt x="20" y="78"/>
                  <a:pt x="15" y="80"/>
                  <a:pt x="11" y="84"/>
                </a:cubicBezTo>
                <a:cubicBezTo>
                  <a:pt x="7" y="88"/>
                  <a:pt x="5" y="92"/>
                  <a:pt x="5" y="97"/>
                </a:cubicBezTo>
                <a:cubicBezTo>
                  <a:pt x="5" y="99"/>
                  <a:pt x="5" y="99"/>
                  <a:pt x="5" y="99"/>
                </a:cubicBezTo>
                <a:cubicBezTo>
                  <a:pt x="5" y="99"/>
                  <a:pt x="5" y="99"/>
                  <a:pt x="5" y="99"/>
                </a:cubicBezTo>
                <a:lnTo>
                  <a:pt x="0" y="99"/>
                </a:lnTo>
                <a:close/>
                <a:moveTo>
                  <a:pt x="10" y="99"/>
                </a:moveTo>
                <a:cubicBezTo>
                  <a:pt x="10" y="94"/>
                  <a:pt x="12" y="91"/>
                  <a:pt x="15" y="88"/>
                </a:cubicBezTo>
                <a:cubicBezTo>
                  <a:pt x="18" y="85"/>
                  <a:pt x="22" y="83"/>
                  <a:pt x="26" y="83"/>
                </a:cubicBezTo>
                <a:cubicBezTo>
                  <a:pt x="30" y="83"/>
                  <a:pt x="34" y="85"/>
                  <a:pt x="37" y="88"/>
                </a:cubicBezTo>
                <a:cubicBezTo>
                  <a:pt x="40" y="91"/>
                  <a:pt x="42" y="94"/>
                  <a:pt x="42" y="99"/>
                </a:cubicBezTo>
                <a:cubicBezTo>
                  <a:pt x="42" y="103"/>
                  <a:pt x="40" y="107"/>
                  <a:pt x="37" y="110"/>
                </a:cubicBezTo>
                <a:cubicBezTo>
                  <a:pt x="34" y="113"/>
                  <a:pt x="31" y="114"/>
                  <a:pt x="26" y="114"/>
                </a:cubicBezTo>
                <a:cubicBezTo>
                  <a:pt x="22" y="114"/>
                  <a:pt x="18" y="113"/>
                  <a:pt x="15" y="110"/>
                </a:cubicBezTo>
                <a:cubicBezTo>
                  <a:pt x="12" y="107"/>
                  <a:pt x="10" y="103"/>
                  <a:pt x="10" y="99"/>
                </a:cubicBezTo>
                <a:close/>
                <a:moveTo>
                  <a:pt x="47" y="99"/>
                </a:moveTo>
                <a:cubicBezTo>
                  <a:pt x="47" y="94"/>
                  <a:pt x="48" y="91"/>
                  <a:pt x="51" y="88"/>
                </a:cubicBezTo>
                <a:cubicBezTo>
                  <a:pt x="54" y="85"/>
                  <a:pt x="58" y="83"/>
                  <a:pt x="63" y="83"/>
                </a:cubicBezTo>
                <a:cubicBezTo>
                  <a:pt x="67" y="83"/>
                  <a:pt x="70" y="85"/>
                  <a:pt x="73" y="88"/>
                </a:cubicBezTo>
                <a:cubicBezTo>
                  <a:pt x="77" y="91"/>
                  <a:pt x="78" y="94"/>
                  <a:pt x="78" y="99"/>
                </a:cubicBezTo>
                <a:cubicBezTo>
                  <a:pt x="78" y="103"/>
                  <a:pt x="77" y="107"/>
                  <a:pt x="74" y="110"/>
                </a:cubicBezTo>
                <a:cubicBezTo>
                  <a:pt x="71" y="113"/>
                  <a:pt x="67" y="114"/>
                  <a:pt x="63" y="114"/>
                </a:cubicBezTo>
                <a:cubicBezTo>
                  <a:pt x="58" y="114"/>
                  <a:pt x="54" y="113"/>
                  <a:pt x="51" y="110"/>
                </a:cubicBezTo>
                <a:cubicBezTo>
                  <a:pt x="48" y="107"/>
                  <a:pt x="47" y="103"/>
                  <a:pt x="47" y="99"/>
                </a:cubicBezTo>
                <a:close/>
                <a:moveTo>
                  <a:pt x="115" y="99"/>
                </a:moveTo>
                <a:cubicBezTo>
                  <a:pt x="115" y="91"/>
                  <a:pt x="117" y="85"/>
                  <a:pt x="122" y="80"/>
                </a:cubicBezTo>
                <a:cubicBezTo>
                  <a:pt x="127" y="75"/>
                  <a:pt x="133" y="73"/>
                  <a:pt x="141" y="73"/>
                </a:cubicBezTo>
                <a:cubicBezTo>
                  <a:pt x="177" y="73"/>
                  <a:pt x="177" y="73"/>
                  <a:pt x="177" y="73"/>
                </a:cubicBezTo>
                <a:cubicBezTo>
                  <a:pt x="177" y="31"/>
                  <a:pt x="177" y="31"/>
                  <a:pt x="177" y="31"/>
                </a:cubicBezTo>
                <a:cubicBezTo>
                  <a:pt x="178" y="31"/>
                  <a:pt x="179" y="31"/>
                  <a:pt x="181" y="31"/>
                </a:cubicBezTo>
                <a:cubicBezTo>
                  <a:pt x="182" y="31"/>
                  <a:pt x="183" y="31"/>
                  <a:pt x="185" y="31"/>
                </a:cubicBezTo>
                <a:cubicBezTo>
                  <a:pt x="187" y="31"/>
                  <a:pt x="188" y="31"/>
                  <a:pt x="189" y="31"/>
                </a:cubicBezTo>
                <a:cubicBezTo>
                  <a:pt x="190" y="31"/>
                  <a:pt x="191" y="31"/>
                  <a:pt x="192" y="31"/>
                </a:cubicBezTo>
                <a:cubicBezTo>
                  <a:pt x="199" y="31"/>
                  <a:pt x="205" y="31"/>
                  <a:pt x="209" y="31"/>
                </a:cubicBezTo>
                <a:cubicBezTo>
                  <a:pt x="214" y="32"/>
                  <a:pt x="216" y="32"/>
                  <a:pt x="217" y="32"/>
                </a:cubicBezTo>
                <a:cubicBezTo>
                  <a:pt x="219" y="33"/>
                  <a:pt x="219" y="33"/>
                  <a:pt x="219" y="33"/>
                </a:cubicBezTo>
                <a:cubicBezTo>
                  <a:pt x="221" y="34"/>
                  <a:pt x="223" y="40"/>
                  <a:pt x="225" y="48"/>
                </a:cubicBezTo>
                <a:cubicBezTo>
                  <a:pt x="228" y="57"/>
                  <a:pt x="229" y="64"/>
                  <a:pt x="229" y="70"/>
                </a:cubicBezTo>
                <a:cubicBezTo>
                  <a:pt x="229" y="104"/>
                  <a:pt x="229" y="104"/>
                  <a:pt x="229" y="104"/>
                </a:cubicBezTo>
                <a:cubicBezTo>
                  <a:pt x="218" y="104"/>
                  <a:pt x="218" y="104"/>
                  <a:pt x="218" y="104"/>
                </a:cubicBezTo>
                <a:cubicBezTo>
                  <a:pt x="218" y="99"/>
                  <a:pt x="218" y="99"/>
                  <a:pt x="218" y="99"/>
                </a:cubicBezTo>
                <a:cubicBezTo>
                  <a:pt x="218" y="98"/>
                  <a:pt x="218" y="98"/>
                  <a:pt x="218" y="98"/>
                </a:cubicBezTo>
                <a:cubicBezTo>
                  <a:pt x="218" y="92"/>
                  <a:pt x="216" y="88"/>
                  <a:pt x="213" y="84"/>
                </a:cubicBezTo>
                <a:cubicBezTo>
                  <a:pt x="208" y="80"/>
                  <a:pt x="203" y="78"/>
                  <a:pt x="198" y="78"/>
                </a:cubicBezTo>
                <a:cubicBezTo>
                  <a:pt x="195" y="78"/>
                  <a:pt x="193" y="78"/>
                  <a:pt x="191" y="79"/>
                </a:cubicBezTo>
                <a:cubicBezTo>
                  <a:pt x="189" y="80"/>
                  <a:pt x="187" y="81"/>
                  <a:pt x="185" y="82"/>
                </a:cubicBezTo>
                <a:cubicBezTo>
                  <a:pt x="183" y="84"/>
                  <a:pt x="182" y="85"/>
                  <a:pt x="180" y="87"/>
                </a:cubicBezTo>
                <a:cubicBezTo>
                  <a:pt x="179" y="89"/>
                  <a:pt x="178" y="91"/>
                  <a:pt x="178" y="93"/>
                </a:cubicBezTo>
                <a:cubicBezTo>
                  <a:pt x="161" y="93"/>
                  <a:pt x="161" y="93"/>
                  <a:pt x="161" y="93"/>
                </a:cubicBezTo>
                <a:cubicBezTo>
                  <a:pt x="160" y="89"/>
                  <a:pt x="157" y="85"/>
                  <a:pt x="153" y="82"/>
                </a:cubicBezTo>
                <a:cubicBezTo>
                  <a:pt x="150" y="79"/>
                  <a:pt x="145" y="78"/>
                  <a:pt x="141" y="78"/>
                </a:cubicBezTo>
                <a:cubicBezTo>
                  <a:pt x="135" y="78"/>
                  <a:pt x="130" y="80"/>
                  <a:pt x="126" y="84"/>
                </a:cubicBezTo>
                <a:cubicBezTo>
                  <a:pt x="122" y="88"/>
                  <a:pt x="120" y="92"/>
                  <a:pt x="120" y="98"/>
                </a:cubicBezTo>
                <a:cubicBezTo>
                  <a:pt x="120" y="99"/>
                  <a:pt x="120" y="99"/>
                  <a:pt x="120" y="99"/>
                </a:cubicBezTo>
                <a:lnTo>
                  <a:pt x="115" y="99"/>
                </a:lnTo>
                <a:close/>
                <a:moveTo>
                  <a:pt x="125" y="99"/>
                </a:moveTo>
                <a:cubicBezTo>
                  <a:pt x="125" y="94"/>
                  <a:pt x="127" y="91"/>
                  <a:pt x="130" y="88"/>
                </a:cubicBezTo>
                <a:cubicBezTo>
                  <a:pt x="133" y="85"/>
                  <a:pt x="136" y="83"/>
                  <a:pt x="141" y="83"/>
                </a:cubicBezTo>
                <a:cubicBezTo>
                  <a:pt x="145" y="83"/>
                  <a:pt x="149" y="85"/>
                  <a:pt x="152" y="88"/>
                </a:cubicBezTo>
                <a:cubicBezTo>
                  <a:pt x="155" y="91"/>
                  <a:pt x="156" y="94"/>
                  <a:pt x="156" y="99"/>
                </a:cubicBezTo>
                <a:cubicBezTo>
                  <a:pt x="156" y="103"/>
                  <a:pt x="155" y="107"/>
                  <a:pt x="152" y="110"/>
                </a:cubicBezTo>
                <a:cubicBezTo>
                  <a:pt x="149" y="113"/>
                  <a:pt x="145" y="114"/>
                  <a:pt x="141" y="114"/>
                </a:cubicBezTo>
                <a:cubicBezTo>
                  <a:pt x="136" y="114"/>
                  <a:pt x="133" y="113"/>
                  <a:pt x="130" y="110"/>
                </a:cubicBezTo>
                <a:cubicBezTo>
                  <a:pt x="127" y="107"/>
                  <a:pt x="125" y="103"/>
                  <a:pt x="125" y="99"/>
                </a:cubicBezTo>
                <a:close/>
                <a:moveTo>
                  <a:pt x="182" y="99"/>
                </a:moveTo>
                <a:cubicBezTo>
                  <a:pt x="182" y="94"/>
                  <a:pt x="184" y="91"/>
                  <a:pt x="187" y="88"/>
                </a:cubicBezTo>
                <a:cubicBezTo>
                  <a:pt x="190" y="85"/>
                  <a:pt x="193" y="83"/>
                  <a:pt x="198" y="83"/>
                </a:cubicBezTo>
                <a:cubicBezTo>
                  <a:pt x="202" y="83"/>
                  <a:pt x="206" y="85"/>
                  <a:pt x="209" y="88"/>
                </a:cubicBezTo>
                <a:cubicBezTo>
                  <a:pt x="212" y="91"/>
                  <a:pt x="213" y="94"/>
                  <a:pt x="213" y="99"/>
                </a:cubicBezTo>
                <a:cubicBezTo>
                  <a:pt x="213" y="103"/>
                  <a:pt x="212" y="107"/>
                  <a:pt x="209" y="110"/>
                </a:cubicBezTo>
                <a:cubicBezTo>
                  <a:pt x="206" y="113"/>
                  <a:pt x="202" y="114"/>
                  <a:pt x="198" y="114"/>
                </a:cubicBezTo>
                <a:cubicBezTo>
                  <a:pt x="193" y="114"/>
                  <a:pt x="190" y="113"/>
                  <a:pt x="187" y="110"/>
                </a:cubicBezTo>
                <a:cubicBezTo>
                  <a:pt x="184" y="107"/>
                  <a:pt x="182" y="103"/>
                  <a:pt x="182" y="9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6" name="Freeform 8"/>
          <p:cNvSpPr>
            <a:spLocks noEditPoints="1"/>
          </p:cNvSpPr>
          <p:nvPr/>
        </p:nvSpPr>
        <p:spPr bwMode="auto">
          <a:xfrm>
            <a:off x="2105523" y="1720824"/>
            <a:ext cx="330101" cy="275809"/>
          </a:xfrm>
          <a:custGeom>
            <a:avLst/>
            <a:gdLst>
              <a:gd name="T0" fmla="*/ 14 w 229"/>
              <a:gd name="T1" fmla="*/ 112 h 192"/>
              <a:gd name="T2" fmla="*/ 80 w 229"/>
              <a:gd name="T3" fmla="*/ 112 h 192"/>
              <a:gd name="T4" fmla="*/ 80 w 229"/>
              <a:gd name="T5" fmla="*/ 178 h 192"/>
              <a:gd name="T6" fmla="*/ 14 w 229"/>
              <a:gd name="T7" fmla="*/ 178 h 192"/>
              <a:gd name="T8" fmla="*/ 11 w 229"/>
              <a:gd name="T9" fmla="*/ 146 h 192"/>
              <a:gd name="T10" fmla="*/ 47 w 229"/>
              <a:gd name="T11" fmla="*/ 182 h 192"/>
              <a:gd name="T12" fmla="*/ 84 w 229"/>
              <a:gd name="T13" fmla="*/ 146 h 192"/>
              <a:gd name="T14" fmla="*/ 47 w 229"/>
              <a:gd name="T15" fmla="*/ 109 h 192"/>
              <a:gd name="T16" fmla="*/ 11 w 229"/>
              <a:gd name="T17" fmla="*/ 146 h 192"/>
              <a:gd name="T18" fmla="*/ 69 w 229"/>
              <a:gd name="T19" fmla="*/ 61 h 192"/>
              <a:gd name="T20" fmla="*/ 112 w 229"/>
              <a:gd name="T21" fmla="*/ 21 h 192"/>
              <a:gd name="T22" fmla="*/ 120 w 229"/>
              <a:gd name="T23" fmla="*/ 28 h 192"/>
              <a:gd name="T24" fmla="*/ 140 w 229"/>
              <a:gd name="T25" fmla="*/ 59 h 192"/>
              <a:gd name="T26" fmla="*/ 172 w 229"/>
              <a:gd name="T27" fmla="*/ 62 h 192"/>
              <a:gd name="T28" fmla="*/ 172 w 229"/>
              <a:gd name="T29" fmla="*/ 73 h 192"/>
              <a:gd name="T30" fmla="*/ 136 w 229"/>
              <a:gd name="T31" fmla="*/ 75 h 192"/>
              <a:gd name="T32" fmla="*/ 115 w 229"/>
              <a:gd name="T33" fmla="*/ 58 h 192"/>
              <a:gd name="T34" fmla="*/ 124 w 229"/>
              <a:gd name="T35" fmla="*/ 88 h 192"/>
              <a:gd name="T36" fmla="*/ 131 w 229"/>
              <a:gd name="T37" fmla="*/ 100 h 192"/>
              <a:gd name="T38" fmla="*/ 125 w 229"/>
              <a:gd name="T39" fmla="*/ 151 h 192"/>
              <a:gd name="T40" fmla="*/ 122 w 229"/>
              <a:gd name="T41" fmla="*/ 158 h 192"/>
              <a:gd name="T42" fmla="*/ 115 w 229"/>
              <a:gd name="T43" fmla="*/ 161 h 192"/>
              <a:gd name="T44" fmla="*/ 107 w 229"/>
              <a:gd name="T45" fmla="*/ 158 h 192"/>
              <a:gd name="T46" fmla="*/ 104 w 229"/>
              <a:gd name="T47" fmla="*/ 151 h 192"/>
              <a:gd name="T48" fmla="*/ 72 w 229"/>
              <a:gd name="T49" fmla="*/ 90 h 192"/>
              <a:gd name="T50" fmla="*/ 62 w 229"/>
              <a:gd name="T51" fmla="*/ 76 h 192"/>
              <a:gd name="T52" fmla="*/ 158 w 229"/>
              <a:gd name="T53" fmla="*/ 5 h 192"/>
              <a:gd name="T54" fmla="*/ 158 w 229"/>
              <a:gd name="T55" fmla="*/ 30 h 192"/>
              <a:gd name="T56" fmla="*/ 132 w 229"/>
              <a:gd name="T57" fmla="*/ 30 h 192"/>
              <a:gd name="T58" fmla="*/ 132 w 229"/>
              <a:gd name="T59" fmla="*/ 5 h 192"/>
              <a:gd name="T60" fmla="*/ 136 w 229"/>
              <a:gd name="T61" fmla="*/ 146 h 192"/>
              <a:gd name="T62" fmla="*/ 182 w 229"/>
              <a:gd name="T63" fmla="*/ 99 h 192"/>
              <a:gd name="T64" fmla="*/ 229 w 229"/>
              <a:gd name="T65" fmla="*/ 146 h 192"/>
              <a:gd name="T66" fmla="*/ 182 w 229"/>
              <a:gd name="T67" fmla="*/ 192 h 192"/>
              <a:gd name="T68" fmla="*/ 136 w 229"/>
              <a:gd name="T69" fmla="*/ 146 h 192"/>
              <a:gd name="T70" fmla="*/ 157 w 229"/>
              <a:gd name="T71" fmla="*/ 171 h 192"/>
              <a:gd name="T72" fmla="*/ 208 w 229"/>
              <a:gd name="T73" fmla="*/ 171 h 192"/>
              <a:gd name="T74" fmla="*/ 208 w 229"/>
              <a:gd name="T75" fmla="*/ 120 h 192"/>
              <a:gd name="T76" fmla="*/ 157 w 229"/>
              <a:gd name="T77" fmla="*/ 12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229" h="192">
                <a:moveTo>
                  <a:pt x="0" y="146"/>
                </a:moveTo>
                <a:cubicBezTo>
                  <a:pt x="0" y="133"/>
                  <a:pt x="5" y="121"/>
                  <a:pt x="14" y="112"/>
                </a:cubicBezTo>
                <a:cubicBezTo>
                  <a:pt x="23" y="103"/>
                  <a:pt x="34" y="99"/>
                  <a:pt x="47" y="99"/>
                </a:cubicBezTo>
                <a:cubicBezTo>
                  <a:pt x="60" y="99"/>
                  <a:pt x="71" y="103"/>
                  <a:pt x="80" y="112"/>
                </a:cubicBezTo>
                <a:cubicBezTo>
                  <a:pt x="90" y="122"/>
                  <a:pt x="94" y="133"/>
                  <a:pt x="94" y="146"/>
                </a:cubicBezTo>
                <a:cubicBezTo>
                  <a:pt x="94" y="158"/>
                  <a:pt x="90" y="169"/>
                  <a:pt x="80" y="178"/>
                </a:cubicBezTo>
                <a:cubicBezTo>
                  <a:pt x="71" y="188"/>
                  <a:pt x="60" y="192"/>
                  <a:pt x="47" y="192"/>
                </a:cubicBezTo>
                <a:cubicBezTo>
                  <a:pt x="34" y="192"/>
                  <a:pt x="23" y="188"/>
                  <a:pt x="14" y="178"/>
                </a:cubicBezTo>
                <a:cubicBezTo>
                  <a:pt x="5" y="169"/>
                  <a:pt x="0" y="158"/>
                  <a:pt x="0" y="146"/>
                </a:cubicBezTo>
                <a:close/>
                <a:moveTo>
                  <a:pt x="11" y="146"/>
                </a:moveTo>
                <a:cubicBezTo>
                  <a:pt x="11" y="156"/>
                  <a:pt x="14" y="164"/>
                  <a:pt x="21" y="171"/>
                </a:cubicBezTo>
                <a:cubicBezTo>
                  <a:pt x="29" y="178"/>
                  <a:pt x="37" y="182"/>
                  <a:pt x="47" y="182"/>
                </a:cubicBezTo>
                <a:cubicBezTo>
                  <a:pt x="57" y="182"/>
                  <a:pt x="66" y="178"/>
                  <a:pt x="73" y="171"/>
                </a:cubicBezTo>
                <a:cubicBezTo>
                  <a:pt x="80" y="164"/>
                  <a:pt x="84" y="156"/>
                  <a:pt x="84" y="146"/>
                </a:cubicBezTo>
                <a:cubicBezTo>
                  <a:pt x="84" y="135"/>
                  <a:pt x="80" y="127"/>
                  <a:pt x="73" y="120"/>
                </a:cubicBezTo>
                <a:cubicBezTo>
                  <a:pt x="66" y="113"/>
                  <a:pt x="57" y="109"/>
                  <a:pt x="47" y="109"/>
                </a:cubicBezTo>
                <a:cubicBezTo>
                  <a:pt x="37" y="109"/>
                  <a:pt x="29" y="113"/>
                  <a:pt x="21" y="120"/>
                </a:cubicBezTo>
                <a:cubicBezTo>
                  <a:pt x="14" y="127"/>
                  <a:pt x="11" y="135"/>
                  <a:pt x="11" y="146"/>
                </a:cubicBezTo>
                <a:close/>
                <a:moveTo>
                  <a:pt x="62" y="76"/>
                </a:moveTo>
                <a:cubicBezTo>
                  <a:pt x="62" y="71"/>
                  <a:pt x="65" y="66"/>
                  <a:pt x="69" y="61"/>
                </a:cubicBezTo>
                <a:cubicBezTo>
                  <a:pt x="107" y="23"/>
                  <a:pt x="107" y="23"/>
                  <a:pt x="107" y="23"/>
                </a:cubicBezTo>
                <a:cubicBezTo>
                  <a:pt x="109" y="22"/>
                  <a:pt x="110" y="21"/>
                  <a:pt x="112" y="21"/>
                </a:cubicBezTo>
                <a:cubicBezTo>
                  <a:pt x="114" y="21"/>
                  <a:pt x="116" y="22"/>
                  <a:pt x="117" y="23"/>
                </a:cubicBezTo>
                <a:cubicBezTo>
                  <a:pt x="118" y="24"/>
                  <a:pt x="119" y="26"/>
                  <a:pt x="120" y="28"/>
                </a:cubicBezTo>
                <a:cubicBezTo>
                  <a:pt x="121" y="30"/>
                  <a:pt x="123" y="33"/>
                  <a:pt x="125" y="36"/>
                </a:cubicBezTo>
                <a:cubicBezTo>
                  <a:pt x="140" y="59"/>
                  <a:pt x="140" y="59"/>
                  <a:pt x="140" y="59"/>
                </a:cubicBezTo>
                <a:cubicBezTo>
                  <a:pt x="167" y="59"/>
                  <a:pt x="167" y="59"/>
                  <a:pt x="167" y="59"/>
                </a:cubicBezTo>
                <a:cubicBezTo>
                  <a:pt x="169" y="59"/>
                  <a:pt x="171" y="60"/>
                  <a:pt x="172" y="62"/>
                </a:cubicBezTo>
                <a:cubicBezTo>
                  <a:pt x="174" y="63"/>
                  <a:pt x="175" y="65"/>
                  <a:pt x="175" y="67"/>
                </a:cubicBezTo>
                <a:cubicBezTo>
                  <a:pt x="175" y="70"/>
                  <a:pt x="174" y="72"/>
                  <a:pt x="172" y="73"/>
                </a:cubicBezTo>
                <a:cubicBezTo>
                  <a:pt x="171" y="75"/>
                  <a:pt x="169" y="75"/>
                  <a:pt x="167" y="75"/>
                </a:cubicBezTo>
                <a:cubicBezTo>
                  <a:pt x="136" y="75"/>
                  <a:pt x="136" y="75"/>
                  <a:pt x="136" y="75"/>
                </a:cubicBezTo>
                <a:cubicBezTo>
                  <a:pt x="133" y="75"/>
                  <a:pt x="131" y="74"/>
                  <a:pt x="129" y="72"/>
                </a:cubicBezTo>
                <a:cubicBezTo>
                  <a:pt x="115" y="58"/>
                  <a:pt x="115" y="58"/>
                  <a:pt x="115" y="58"/>
                </a:cubicBezTo>
                <a:cubicBezTo>
                  <a:pt x="98" y="74"/>
                  <a:pt x="98" y="74"/>
                  <a:pt x="98" y="74"/>
                </a:cubicBezTo>
                <a:cubicBezTo>
                  <a:pt x="124" y="88"/>
                  <a:pt x="124" y="88"/>
                  <a:pt x="124" y="88"/>
                </a:cubicBezTo>
                <a:cubicBezTo>
                  <a:pt x="128" y="91"/>
                  <a:pt x="131" y="94"/>
                  <a:pt x="131" y="98"/>
                </a:cubicBezTo>
                <a:cubicBezTo>
                  <a:pt x="131" y="98"/>
                  <a:pt x="131" y="99"/>
                  <a:pt x="131" y="100"/>
                </a:cubicBezTo>
                <a:cubicBezTo>
                  <a:pt x="130" y="101"/>
                  <a:pt x="130" y="101"/>
                  <a:pt x="130" y="101"/>
                </a:cubicBezTo>
                <a:cubicBezTo>
                  <a:pt x="125" y="151"/>
                  <a:pt x="125" y="151"/>
                  <a:pt x="125" y="151"/>
                </a:cubicBezTo>
                <a:cubicBezTo>
                  <a:pt x="125" y="152"/>
                  <a:pt x="125" y="153"/>
                  <a:pt x="124" y="155"/>
                </a:cubicBezTo>
                <a:cubicBezTo>
                  <a:pt x="124" y="156"/>
                  <a:pt x="123" y="157"/>
                  <a:pt x="122" y="158"/>
                </a:cubicBezTo>
                <a:cubicBezTo>
                  <a:pt x="121" y="159"/>
                  <a:pt x="120" y="160"/>
                  <a:pt x="119" y="160"/>
                </a:cubicBezTo>
                <a:cubicBezTo>
                  <a:pt x="118" y="161"/>
                  <a:pt x="116" y="161"/>
                  <a:pt x="115" y="161"/>
                </a:cubicBezTo>
                <a:cubicBezTo>
                  <a:pt x="113" y="161"/>
                  <a:pt x="112" y="161"/>
                  <a:pt x="111" y="160"/>
                </a:cubicBezTo>
                <a:cubicBezTo>
                  <a:pt x="109" y="160"/>
                  <a:pt x="108" y="159"/>
                  <a:pt x="107" y="158"/>
                </a:cubicBezTo>
                <a:cubicBezTo>
                  <a:pt x="107" y="157"/>
                  <a:pt x="106" y="156"/>
                  <a:pt x="105" y="155"/>
                </a:cubicBezTo>
                <a:cubicBezTo>
                  <a:pt x="105" y="153"/>
                  <a:pt x="104" y="152"/>
                  <a:pt x="104" y="151"/>
                </a:cubicBezTo>
                <a:cubicBezTo>
                  <a:pt x="110" y="106"/>
                  <a:pt x="110" y="106"/>
                  <a:pt x="110" y="106"/>
                </a:cubicBezTo>
                <a:cubicBezTo>
                  <a:pt x="72" y="90"/>
                  <a:pt x="72" y="90"/>
                  <a:pt x="72" y="90"/>
                </a:cubicBezTo>
                <a:cubicBezTo>
                  <a:pt x="69" y="89"/>
                  <a:pt x="67" y="87"/>
                  <a:pt x="65" y="84"/>
                </a:cubicBezTo>
                <a:cubicBezTo>
                  <a:pt x="63" y="82"/>
                  <a:pt x="62" y="79"/>
                  <a:pt x="62" y="76"/>
                </a:cubicBezTo>
                <a:close/>
                <a:moveTo>
                  <a:pt x="145" y="0"/>
                </a:moveTo>
                <a:cubicBezTo>
                  <a:pt x="150" y="0"/>
                  <a:pt x="154" y="2"/>
                  <a:pt x="158" y="5"/>
                </a:cubicBezTo>
                <a:cubicBezTo>
                  <a:pt x="161" y="9"/>
                  <a:pt x="163" y="13"/>
                  <a:pt x="163" y="17"/>
                </a:cubicBezTo>
                <a:cubicBezTo>
                  <a:pt x="163" y="22"/>
                  <a:pt x="161" y="27"/>
                  <a:pt x="158" y="30"/>
                </a:cubicBezTo>
                <a:cubicBezTo>
                  <a:pt x="154" y="34"/>
                  <a:pt x="150" y="35"/>
                  <a:pt x="145" y="35"/>
                </a:cubicBezTo>
                <a:cubicBezTo>
                  <a:pt x="140" y="35"/>
                  <a:pt x="136" y="34"/>
                  <a:pt x="132" y="30"/>
                </a:cubicBezTo>
                <a:cubicBezTo>
                  <a:pt x="129" y="27"/>
                  <a:pt x="127" y="22"/>
                  <a:pt x="127" y="17"/>
                </a:cubicBezTo>
                <a:cubicBezTo>
                  <a:pt x="127" y="13"/>
                  <a:pt x="129" y="8"/>
                  <a:pt x="132" y="5"/>
                </a:cubicBezTo>
                <a:cubicBezTo>
                  <a:pt x="136" y="2"/>
                  <a:pt x="140" y="0"/>
                  <a:pt x="145" y="0"/>
                </a:cubicBezTo>
                <a:close/>
                <a:moveTo>
                  <a:pt x="136" y="146"/>
                </a:moveTo>
                <a:cubicBezTo>
                  <a:pt x="136" y="133"/>
                  <a:pt x="140" y="121"/>
                  <a:pt x="149" y="112"/>
                </a:cubicBezTo>
                <a:cubicBezTo>
                  <a:pt x="158" y="103"/>
                  <a:pt x="169" y="99"/>
                  <a:pt x="182" y="99"/>
                </a:cubicBezTo>
                <a:cubicBezTo>
                  <a:pt x="195" y="99"/>
                  <a:pt x="206" y="103"/>
                  <a:pt x="215" y="112"/>
                </a:cubicBezTo>
                <a:cubicBezTo>
                  <a:pt x="225" y="122"/>
                  <a:pt x="229" y="133"/>
                  <a:pt x="229" y="146"/>
                </a:cubicBezTo>
                <a:cubicBezTo>
                  <a:pt x="229" y="158"/>
                  <a:pt x="225" y="169"/>
                  <a:pt x="215" y="178"/>
                </a:cubicBezTo>
                <a:cubicBezTo>
                  <a:pt x="206" y="188"/>
                  <a:pt x="195" y="192"/>
                  <a:pt x="182" y="192"/>
                </a:cubicBezTo>
                <a:cubicBezTo>
                  <a:pt x="169" y="192"/>
                  <a:pt x="158" y="188"/>
                  <a:pt x="149" y="178"/>
                </a:cubicBezTo>
                <a:cubicBezTo>
                  <a:pt x="140" y="169"/>
                  <a:pt x="136" y="158"/>
                  <a:pt x="136" y="146"/>
                </a:cubicBezTo>
                <a:close/>
                <a:moveTo>
                  <a:pt x="146" y="146"/>
                </a:moveTo>
                <a:cubicBezTo>
                  <a:pt x="146" y="156"/>
                  <a:pt x="150" y="164"/>
                  <a:pt x="157" y="171"/>
                </a:cubicBezTo>
                <a:cubicBezTo>
                  <a:pt x="164" y="178"/>
                  <a:pt x="172" y="182"/>
                  <a:pt x="182" y="182"/>
                </a:cubicBezTo>
                <a:cubicBezTo>
                  <a:pt x="192" y="182"/>
                  <a:pt x="201" y="178"/>
                  <a:pt x="208" y="171"/>
                </a:cubicBezTo>
                <a:cubicBezTo>
                  <a:pt x="215" y="164"/>
                  <a:pt x="219" y="156"/>
                  <a:pt x="219" y="146"/>
                </a:cubicBezTo>
                <a:cubicBezTo>
                  <a:pt x="219" y="135"/>
                  <a:pt x="215" y="127"/>
                  <a:pt x="208" y="120"/>
                </a:cubicBezTo>
                <a:cubicBezTo>
                  <a:pt x="201" y="113"/>
                  <a:pt x="192" y="109"/>
                  <a:pt x="182" y="109"/>
                </a:cubicBezTo>
                <a:cubicBezTo>
                  <a:pt x="172" y="109"/>
                  <a:pt x="164" y="113"/>
                  <a:pt x="157" y="120"/>
                </a:cubicBezTo>
                <a:cubicBezTo>
                  <a:pt x="150" y="127"/>
                  <a:pt x="146" y="135"/>
                  <a:pt x="146" y="14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7" name="Freeform 9"/>
          <p:cNvSpPr>
            <a:spLocks noEditPoints="1"/>
          </p:cNvSpPr>
          <p:nvPr/>
        </p:nvSpPr>
        <p:spPr bwMode="auto">
          <a:xfrm>
            <a:off x="2548554" y="1709966"/>
            <a:ext cx="325757" cy="301869"/>
          </a:xfrm>
          <a:custGeom>
            <a:avLst/>
            <a:gdLst>
              <a:gd name="T0" fmla="*/ 36 w 228"/>
              <a:gd name="T1" fmla="*/ 138 h 211"/>
              <a:gd name="T2" fmla="*/ 62 w 228"/>
              <a:gd name="T3" fmla="*/ 200 h 211"/>
              <a:gd name="T4" fmla="*/ 0 w 228"/>
              <a:gd name="T5" fmla="*/ 174 h 211"/>
              <a:gd name="T6" fmla="*/ 24 w 228"/>
              <a:gd name="T7" fmla="*/ 103 h 211"/>
              <a:gd name="T8" fmla="*/ 52 w 228"/>
              <a:gd name="T9" fmla="*/ 113 h 211"/>
              <a:gd name="T10" fmla="*/ 34 w 228"/>
              <a:gd name="T11" fmla="*/ 118 h 211"/>
              <a:gd name="T12" fmla="*/ 9 w 228"/>
              <a:gd name="T13" fmla="*/ 119 h 211"/>
              <a:gd name="T14" fmla="*/ 10 w 228"/>
              <a:gd name="T15" fmla="*/ 174 h 211"/>
              <a:gd name="T16" fmla="*/ 54 w 228"/>
              <a:gd name="T17" fmla="*/ 193 h 211"/>
              <a:gd name="T18" fmla="*/ 36 w 228"/>
              <a:gd name="T19" fmla="*/ 148 h 211"/>
              <a:gd name="T20" fmla="*/ 44 w 228"/>
              <a:gd name="T21" fmla="*/ 95 h 211"/>
              <a:gd name="T22" fmla="*/ 67 w 228"/>
              <a:gd name="T23" fmla="*/ 58 h 211"/>
              <a:gd name="T24" fmla="*/ 86 w 228"/>
              <a:gd name="T25" fmla="*/ 39 h 211"/>
              <a:gd name="T26" fmla="*/ 116 w 228"/>
              <a:gd name="T27" fmla="*/ 74 h 211"/>
              <a:gd name="T28" fmla="*/ 144 w 228"/>
              <a:gd name="T29" fmla="*/ 70 h 211"/>
              <a:gd name="T30" fmla="*/ 150 w 228"/>
              <a:gd name="T31" fmla="*/ 84 h 211"/>
              <a:gd name="T32" fmla="*/ 114 w 228"/>
              <a:gd name="T33" fmla="*/ 90 h 211"/>
              <a:gd name="T34" fmla="*/ 77 w 228"/>
              <a:gd name="T35" fmla="*/ 93 h 211"/>
              <a:gd name="T36" fmla="*/ 112 w 228"/>
              <a:gd name="T37" fmla="*/ 114 h 211"/>
              <a:gd name="T38" fmla="*/ 112 w 228"/>
              <a:gd name="T39" fmla="*/ 116 h 211"/>
              <a:gd name="T40" fmla="*/ 102 w 228"/>
              <a:gd name="T41" fmla="*/ 178 h 211"/>
              <a:gd name="T42" fmla="*/ 92 w 228"/>
              <a:gd name="T43" fmla="*/ 124 h 211"/>
              <a:gd name="T44" fmla="*/ 85 w 228"/>
              <a:gd name="T45" fmla="*/ 23 h 211"/>
              <a:gd name="T46" fmla="*/ 93 w 228"/>
              <a:gd name="T47" fmla="*/ 6 h 211"/>
              <a:gd name="T48" fmla="*/ 111 w 228"/>
              <a:gd name="T49" fmla="*/ 1 h 211"/>
              <a:gd name="T50" fmla="*/ 126 w 228"/>
              <a:gd name="T51" fmla="*/ 20 h 211"/>
              <a:gd name="T52" fmla="*/ 111 w 228"/>
              <a:gd name="T53" fmla="*/ 19 h 211"/>
              <a:gd name="T54" fmla="*/ 108 w 228"/>
              <a:gd name="T55" fmla="*/ 24 h 211"/>
              <a:gd name="T56" fmla="*/ 119 w 228"/>
              <a:gd name="T57" fmla="*/ 35 h 211"/>
              <a:gd name="T58" fmla="*/ 87 w 228"/>
              <a:gd name="T59" fmla="*/ 31 h 211"/>
              <a:gd name="T60" fmla="*/ 119 w 228"/>
              <a:gd name="T61" fmla="*/ 114 h 211"/>
              <a:gd name="T62" fmla="*/ 119 w 228"/>
              <a:gd name="T63" fmla="*/ 172 h 211"/>
              <a:gd name="T64" fmla="*/ 167 w 228"/>
              <a:gd name="T65" fmla="*/ 92 h 211"/>
              <a:gd name="T66" fmla="*/ 159 w 228"/>
              <a:gd name="T67" fmla="*/ 99 h 211"/>
              <a:gd name="T68" fmla="*/ 139 w 228"/>
              <a:gd name="T69" fmla="*/ 93 h 211"/>
              <a:gd name="T70" fmla="*/ 162 w 228"/>
              <a:gd name="T71" fmla="*/ 88 h 211"/>
              <a:gd name="T72" fmla="*/ 192 w 228"/>
              <a:gd name="T73" fmla="*/ 138 h 211"/>
              <a:gd name="T74" fmla="*/ 218 w 228"/>
              <a:gd name="T75" fmla="*/ 200 h 211"/>
              <a:gd name="T76" fmla="*/ 156 w 228"/>
              <a:gd name="T77" fmla="*/ 174 h 211"/>
              <a:gd name="T78" fmla="*/ 192 w 228"/>
              <a:gd name="T79" fmla="*/ 200 h 211"/>
              <a:gd name="T80" fmla="*/ 210 w 228"/>
              <a:gd name="T81" fmla="*/ 156 h 211"/>
              <a:gd name="T82" fmla="*/ 166 w 228"/>
              <a:gd name="T83" fmla="*/ 174 h 211"/>
              <a:gd name="T84" fmla="*/ 202 w 228"/>
              <a:gd name="T85" fmla="*/ 97 h 211"/>
              <a:gd name="T86" fmla="*/ 208 w 228"/>
              <a:gd name="T87" fmla="*/ 101 h 211"/>
              <a:gd name="T88" fmla="*/ 206 w 228"/>
              <a:gd name="T89" fmla="*/ 109 h 211"/>
              <a:gd name="T90" fmla="*/ 183 w 228"/>
              <a:gd name="T91" fmla="*/ 111 h 2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228" h="211">
                <a:moveTo>
                  <a:pt x="0" y="174"/>
                </a:moveTo>
                <a:cubicBezTo>
                  <a:pt x="0" y="164"/>
                  <a:pt x="3" y="156"/>
                  <a:pt x="10" y="149"/>
                </a:cubicBezTo>
                <a:cubicBezTo>
                  <a:pt x="17" y="141"/>
                  <a:pt x="26" y="138"/>
                  <a:pt x="36" y="138"/>
                </a:cubicBezTo>
                <a:cubicBezTo>
                  <a:pt x="46" y="138"/>
                  <a:pt x="55" y="141"/>
                  <a:pt x="62" y="149"/>
                </a:cubicBezTo>
                <a:cubicBezTo>
                  <a:pt x="69" y="156"/>
                  <a:pt x="72" y="164"/>
                  <a:pt x="72" y="174"/>
                </a:cubicBezTo>
                <a:cubicBezTo>
                  <a:pt x="72" y="184"/>
                  <a:pt x="69" y="193"/>
                  <a:pt x="62" y="200"/>
                </a:cubicBezTo>
                <a:cubicBezTo>
                  <a:pt x="55" y="207"/>
                  <a:pt x="46" y="211"/>
                  <a:pt x="36" y="211"/>
                </a:cubicBezTo>
                <a:cubicBezTo>
                  <a:pt x="26" y="211"/>
                  <a:pt x="17" y="207"/>
                  <a:pt x="10" y="200"/>
                </a:cubicBezTo>
                <a:cubicBezTo>
                  <a:pt x="3" y="193"/>
                  <a:pt x="0" y="184"/>
                  <a:pt x="0" y="174"/>
                </a:cubicBezTo>
                <a:close/>
                <a:moveTo>
                  <a:pt x="4" y="115"/>
                </a:moveTo>
                <a:cubicBezTo>
                  <a:pt x="4" y="113"/>
                  <a:pt x="5" y="112"/>
                  <a:pt x="6" y="111"/>
                </a:cubicBezTo>
                <a:cubicBezTo>
                  <a:pt x="12" y="106"/>
                  <a:pt x="18" y="103"/>
                  <a:pt x="24" y="103"/>
                </a:cubicBezTo>
                <a:cubicBezTo>
                  <a:pt x="26" y="103"/>
                  <a:pt x="28" y="104"/>
                  <a:pt x="30" y="104"/>
                </a:cubicBezTo>
                <a:cubicBezTo>
                  <a:pt x="31" y="105"/>
                  <a:pt x="34" y="105"/>
                  <a:pt x="36" y="106"/>
                </a:cubicBezTo>
                <a:cubicBezTo>
                  <a:pt x="38" y="107"/>
                  <a:pt x="43" y="109"/>
                  <a:pt x="52" y="113"/>
                </a:cubicBezTo>
                <a:cubicBezTo>
                  <a:pt x="60" y="117"/>
                  <a:pt x="72" y="121"/>
                  <a:pt x="86" y="128"/>
                </a:cubicBezTo>
                <a:cubicBezTo>
                  <a:pt x="86" y="153"/>
                  <a:pt x="86" y="153"/>
                  <a:pt x="86" y="153"/>
                </a:cubicBezTo>
                <a:cubicBezTo>
                  <a:pt x="34" y="118"/>
                  <a:pt x="34" y="118"/>
                  <a:pt x="34" y="118"/>
                </a:cubicBezTo>
                <a:cubicBezTo>
                  <a:pt x="31" y="115"/>
                  <a:pt x="27" y="114"/>
                  <a:pt x="24" y="114"/>
                </a:cubicBezTo>
                <a:cubicBezTo>
                  <a:pt x="20" y="114"/>
                  <a:pt x="16" y="115"/>
                  <a:pt x="12" y="118"/>
                </a:cubicBezTo>
                <a:cubicBezTo>
                  <a:pt x="11" y="118"/>
                  <a:pt x="10" y="119"/>
                  <a:pt x="9" y="119"/>
                </a:cubicBezTo>
                <a:cubicBezTo>
                  <a:pt x="8" y="119"/>
                  <a:pt x="6" y="118"/>
                  <a:pt x="6" y="118"/>
                </a:cubicBezTo>
                <a:cubicBezTo>
                  <a:pt x="5" y="117"/>
                  <a:pt x="4" y="116"/>
                  <a:pt x="4" y="115"/>
                </a:cubicBezTo>
                <a:close/>
                <a:moveTo>
                  <a:pt x="10" y="174"/>
                </a:moveTo>
                <a:cubicBezTo>
                  <a:pt x="10" y="181"/>
                  <a:pt x="12" y="187"/>
                  <a:pt x="18" y="193"/>
                </a:cubicBezTo>
                <a:cubicBezTo>
                  <a:pt x="23" y="198"/>
                  <a:pt x="29" y="200"/>
                  <a:pt x="36" y="200"/>
                </a:cubicBezTo>
                <a:cubicBezTo>
                  <a:pt x="43" y="200"/>
                  <a:pt x="49" y="198"/>
                  <a:pt x="54" y="193"/>
                </a:cubicBezTo>
                <a:cubicBezTo>
                  <a:pt x="60" y="188"/>
                  <a:pt x="62" y="181"/>
                  <a:pt x="62" y="174"/>
                </a:cubicBezTo>
                <a:cubicBezTo>
                  <a:pt x="62" y="167"/>
                  <a:pt x="60" y="161"/>
                  <a:pt x="54" y="156"/>
                </a:cubicBezTo>
                <a:cubicBezTo>
                  <a:pt x="49" y="151"/>
                  <a:pt x="43" y="148"/>
                  <a:pt x="36" y="148"/>
                </a:cubicBezTo>
                <a:cubicBezTo>
                  <a:pt x="29" y="148"/>
                  <a:pt x="23" y="151"/>
                  <a:pt x="18" y="156"/>
                </a:cubicBezTo>
                <a:cubicBezTo>
                  <a:pt x="12" y="161"/>
                  <a:pt x="10" y="167"/>
                  <a:pt x="10" y="174"/>
                </a:cubicBezTo>
                <a:close/>
                <a:moveTo>
                  <a:pt x="44" y="95"/>
                </a:moveTo>
                <a:cubicBezTo>
                  <a:pt x="44" y="90"/>
                  <a:pt x="46" y="85"/>
                  <a:pt x="50" y="79"/>
                </a:cubicBezTo>
                <a:cubicBezTo>
                  <a:pt x="52" y="77"/>
                  <a:pt x="54" y="75"/>
                  <a:pt x="57" y="71"/>
                </a:cubicBezTo>
                <a:cubicBezTo>
                  <a:pt x="60" y="68"/>
                  <a:pt x="63" y="63"/>
                  <a:pt x="67" y="58"/>
                </a:cubicBezTo>
                <a:cubicBezTo>
                  <a:pt x="70" y="53"/>
                  <a:pt x="73" y="50"/>
                  <a:pt x="75" y="47"/>
                </a:cubicBezTo>
                <a:cubicBezTo>
                  <a:pt x="78" y="44"/>
                  <a:pt x="79" y="42"/>
                  <a:pt x="80" y="42"/>
                </a:cubicBezTo>
                <a:cubicBezTo>
                  <a:pt x="81" y="40"/>
                  <a:pt x="83" y="39"/>
                  <a:pt x="86" y="39"/>
                </a:cubicBezTo>
                <a:cubicBezTo>
                  <a:pt x="87" y="39"/>
                  <a:pt x="89" y="39"/>
                  <a:pt x="90" y="40"/>
                </a:cubicBezTo>
                <a:cubicBezTo>
                  <a:pt x="99" y="52"/>
                  <a:pt x="99" y="52"/>
                  <a:pt x="99" y="52"/>
                </a:cubicBezTo>
                <a:cubicBezTo>
                  <a:pt x="116" y="74"/>
                  <a:pt x="116" y="74"/>
                  <a:pt x="116" y="74"/>
                </a:cubicBezTo>
                <a:cubicBezTo>
                  <a:pt x="143" y="70"/>
                  <a:pt x="143" y="70"/>
                  <a:pt x="143" y="70"/>
                </a:cubicBezTo>
                <a:cubicBezTo>
                  <a:pt x="143" y="70"/>
                  <a:pt x="143" y="70"/>
                  <a:pt x="143" y="70"/>
                </a:cubicBezTo>
                <a:cubicBezTo>
                  <a:pt x="144" y="70"/>
                  <a:pt x="144" y="70"/>
                  <a:pt x="144" y="70"/>
                </a:cubicBezTo>
                <a:cubicBezTo>
                  <a:pt x="146" y="70"/>
                  <a:pt x="148" y="71"/>
                  <a:pt x="150" y="72"/>
                </a:cubicBezTo>
                <a:cubicBezTo>
                  <a:pt x="151" y="74"/>
                  <a:pt x="152" y="76"/>
                  <a:pt x="152" y="78"/>
                </a:cubicBezTo>
                <a:cubicBezTo>
                  <a:pt x="152" y="80"/>
                  <a:pt x="152" y="82"/>
                  <a:pt x="150" y="84"/>
                </a:cubicBezTo>
                <a:cubicBezTo>
                  <a:pt x="149" y="85"/>
                  <a:pt x="147" y="86"/>
                  <a:pt x="145" y="86"/>
                </a:cubicBezTo>
                <a:cubicBezTo>
                  <a:pt x="115" y="90"/>
                  <a:pt x="115" y="90"/>
                  <a:pt x="115" y="90"/>
                </a:cubicBezTo>
                <a:cubicBezTo>
                  <a:pt x="114" y="90"/>
                  <a:pt x="114" y="90"/>
                  <a:pt x="114" y="90"/>
                </a:cubicBezTo>
                <a:cubicBezTo>
                  <a:pt x="111" y="90"/>
                  <a:pt x="109" y="89"/>
                  <a:pt x="108" y="88"/>
                </a:cubicBezTo>
                <a:cubicBezTo>
                  <a:pt x="91" y="75"/>
                  <a:pt x="91" y="75"/>
                  <a:pt x="91" y="75"/>
                </a:cubicBezTo>
                <a:cubicBezTo>
                  <a:pt x="77" y="93"/>
                  <a:pt x="77" y="93"/>
                  <a:pt x="77" y="93"/>
                </a:cubicBezTo>
                <a:cubicBezTo>
                  <a:pt x="104" y="104"/>
                  <a:pt x="104" y="104"/>
                  <a:pt x="104" y="104"/>
                </a:cubicBezTo>
                <a:cubicBezTo>
                  <a:pt x="107" y="105"/>
                  <a:pt x="109" y="107"/>
                  <a:pt x="110" y="108"/>
                </a:cubicBezTo>
                <a:cubicBezTo>
                  <a:pt x="111" y="110"/>
                  <a:pt x="112" y="112"/>
                  <a:pt x="112" y="114"/>
                </a:cubicBezTo>
                <a:cubicBezTo>
                  <a:pt x="112" y="114"/>
                  <a:pt x="112" y="115"/>
                  <a:pt x="112" y="115"/>
                </a:cubicBezTo>
                <a:cubicBezTo>
                  <a:pt x="112" y="116"/>
                  <a:pt x="112" y="116"/>
                  <a:pt x="112" y="116"/>
                </a:cubicBezTo>
                <a:cubicBezTo>
                  <a:pt x="112" y="116"/>
                  <a:pt x="112" y="116"/>
                  <a:pt x="112" y="116"/>
                </a:cubicBezTo>
                <a:cubicBezTo>
                  <a:pt x="112" y="167"/>
                  <a:pt x="112" y="167"/>
                  <a:pt x="112" y="167"/>
                </a:cubicBezTo>
                <a:cubicBezTo>
                  <a:pt x="112" y="170"/>
                  <a:pt x="111" y="172"/>
                  <a:pt x="109" y="174"/>
                </a:cubicBezTo>
                <a:cubicBezTo>
                  <a:pt x="108" y="177"/>
                  <a:pt x="105" y="178"/>
                  <a:pt x="102" y="178"/>
                </a:cubicBezTo>
                <a:cubicBezTo>
                  <a:pt x="100" y="178"/>
                  <a:pt x="97" y="177"/>
                  <a:pt x="95" y="175"/>
                </a:cubicBezTo>
                <a:cubicBezTo>
                  <a:pt x="93" y="173"/>
                  <a:pt x="92" y="171"/>
                  <a:pt x="92" y="168"/>
                </a:cubicBezTo>
                <a:cubicBezTo>
                  <a:pt x="92" y="124"/>
                  <a:pt x="92" y="124"/>
                  <a:pt x="92" y="124"/>
                </a:cubicBezTo>
                <a:cubicBezTo>
                  <a:pt x="53" y="108"/>
                  <a:pt x="53" y="108"/>
                  <a:pt x="53" y="108"/>
                </a:cubicBezTo>
                <a:cubicBezTo>
                  <a:pt x="47" y="105"/>
                  <a:pt x="44" y="101"/>
                  <a:pt x="44" y="95"/>
                </a:cubicBezTo>
                <a:close/>
                <a:moveTo>
                  <a:pt x="85" y="23"/>
                </a:moveTo>
                <a:cubicBezTo>
                  <a:pt x="85" y="22"/>
                  <a:pt x="85" y="22"/>
                  <a:pt x="85" y="21"/>
                </a:cubicBezTo>
                <a:cubicBezTo>
                  <a:pt x="85" y="21"/>
                  <a:pt x="85" y="20"/>
                  <a:pt x="85" y="20"/>
                </a:cubicBezTo>
                <a:cubicBezTo>
                  <a:pt x="86" y="14"/>
                  <a:pt x="89" y="9"/>
                  <a:pt x="93" y="6"/>
                </a:cubicBezTo>
                <a:cubicBezTo>
                  <a:pt x="97" y="2"/>
                  <a:pt x="102" y="0"/>
                  <a:pt x="108" y="0"/>
                </a:cubicBezTo>
                <a:cubicBezTo>
                  <a:pt x="108" y="0"/>
                  <a:pt x="109" y="0"/>
                  <a:pt x="109" y="0"/>
                </a:cubicBezTo>
                <a:cubicBezTo>
                  <a:pt x="110" y="1"/>
                  <a:pt x="110" y="1"/>
                  <a:pt x="111" y="1"/>
                </a:cubicBezTo>
                <a:cubicBezTo>
                  <a:pt x="116" y="1"/>
                  <a:pt x="121" y="4"/>
                  <a:pt x="124" y="8"/>
                </a:cubicBezTo>
                <a:cubicBezTo>
                  <a:pt x="128" y="12"/>
                  <a:pt x="130" y="16"/>
                  <a:pt x="130" y="21"/>
                </a:cubicBezTo>
                <a:cubicBezTo>
                  <a:pt x="130" y="21"/>
                  <a:pt x="128" y="21"/>
                  <a:pt x="126" y="20"/>
                </a:cubicBezTo>
                <a:cubicBezTo>
                  <a:pt x="124" y="19"/>
                  <a:pt x="121" y="19"/>
                  <a:pt x="117" y="18"/>
                </a:cubicBezTo>
                <a:cubicBezTo>
                  <a:pt x="117" y="17"/>
                  <a:pt x="116" y="17"/>
                  <a:pt x="115" y="17"/>
                </a:cubicBezTo>
                <a:cubicBezTo>
                  <a:pt x="114" y="17"/>
                  <a:pt x="112" y="18"/>
                  <a:pt x="111" y="19"/>
                </a:cubicBezTo>
                <a:cubicBezTo>
                  <a:pt x="109" y="20"/>
                  <a:pt x="109" y="21"/>
                  <a:pt x="108" y="23"/>
                </a:cubicBezTo>
                <a:cubicBezTo>
                  <a:pt x="108" y="23"/>
                  <a:pt x="108" y="23"/>
                  <a:pt x="108" y="24"/>
                </a:cubicBezTo>
                <a:cubicBezTo>
                  <a:pt x="108" y="24"/>
                  <a:pt x="108" y="24"/>
                  <a:pt x="108" y="24"/>
                </a:cubicBezTo>
                <a:cubicBezTo>
                  <a:pt x="108" y="26"/>
                  <a:pt x="108" y="28"/>
                  <a:pt x="109" y="29"/>
                </a:cubicBezTo>
                <a:cubicBezTo>
                  <a:pt x="110" y="30"/>
                  <a:pt x="112" y="31"/>
                  <a:pt x="114" y="32"/>
                </a:cubicBezTo>
                <a:cubicBezTo>
                  <a:pt x="119" y="35"/>
                  <a:pt x="119" y="35"/>
                  <a:pt x="119" y="35"/>
                </a:cubicBezTo>
                <a:cubicBezTo>
                  <a:pt x="127" y="39"/>
                  <a:pt x="127" y="39"/>
                  <a:pt x="127" y="39"/>
                </a:cubicBezTo>
                <a:cubicBezTo>
                  <a:pt x="126" y="43"/>
                  <a:pt x="125" y="46"/>
                  <a:pt x="123" y="47"/>
                </a:cubicBezTo>
                <a:cubicBezTo>
                  <a:pt x="87" y="31"/>
                  <a:pt x="87" y="31"/>
                  <a:pt x="87" y="31"/>
                </a:cubicBezTo>
                <a:cubicBezTo>
                  <a:pt x="86" y="28"/>
                  <a:pt x="85" y="25"/>
                  <a:pt x="85" y="23"/>
                </a:cubicBezTo>
                <a:close/>
                <a:moveTo>
                  <a:pt x="119" y="172"/>
                </a:moveTo>
                <a:cubicBezTo>
                  <a:pt x="119" y="114"/>
                  <a:pt x="119" y="114"/>
                  <a:pt x="119" y="114"/>
                </a:cubicBezTo>
                <a:cubicBezTo>
                  <a:pt x="155" y="105"/>
                  <a:pt x="155" y="105"/>
                  <a:pt x="155" y="105"/>
                </a:cubicBezTo>
                <a:cubicBezTo>
                  <a:pt x="164" y="125"/>
                  <a:pt x="164" y="125"/>
                  <a:pt x="164" y="125"/>
                </a:cubicBezTo>
                <a:lnTo>
                  <a:pt x="119" y="172"/>
                </a:lnTo>
                <a:close/>
                <a:moveTo>
                  <a:pt x="162" y="88"/>
                </a:moveTo>
                <a:cubicBezTo>
                  <a:pt x="163" y="88"/>
                  <a:pt x="164" y="88"/>
                  <a:pt x="165" y="89"/>
                </a:cubicBezTo>
                <a:cubicBezTo>
                  <a:pt x="166" y="90"/>
                  <a:pt x="167" y="91"/>
                  <a:pt x="167" y="92"/>
                </a:cubicBezTo>
                <a:cubicBezTo>
                  <a:pt x="168" y="93"/>
                  <a:pt x="174" y="106"/>
                  <a:pt x="186" y="132"/>
                </a:cubicBezTo>
                <a:cubicBezTo>
                  <a:pt x="175" y="136"/>
                  <a:pt x="175" y="136"/>
                  <a:pt x="175" y="136"/>
                </a:cubicBezTo>
                <a:cubicBezTo>
                  <a:pt x="159" y="99"/>
                  <a:pt x="159" y="99"/>
                  <a:pt x="159" y="99"/>
                </a:cubicBezTo>
                <a:cubicBezTo>
                  <a:pt x="146" y="99"/>
                  <a:pt x="146" y="99"/>
                  <a:pt x="146" y="99"/>
                </a:cubicBezTo>
                <a:cubicBezTo>
                  <a:pt x="143" y="99"/>
                  <a:pt x="142" y="98"/>
                  <a:pt x="141" y="97"/>
                </a:cubicBezTo>
                <a:cubicBezTo>
                  <a:pt x="140" y="96"/>
                  <a:pt x="139" y="95"/>
                  <a:pt x="139" y="93"/>
                </a:cubicBezTo>
                <a:cubicBezTo>
                  <a:pt x="139" y="92"/>
                  <a:pt x="140" y="91"/>
                  <a:pt x="141" y="89"/>
                </a:cubicBezTo>
                <a:cubicBezTo>
                  <a:pt x="142" y="88"/>
                  <a:pt x="143" y="88"/>
                  <a:pt x="146" y="88"/>
                </a:cubicBezTo>
                <a:lnTo>
                  <a:pt x="162" y="88"/>
                </a:lnTo>
                <a:close/>
                <a:moveTo>
                  <a:pt x="156" y="174"/>
                </a:moveTo>
                <a:cubicBezTo>
                  <a:pt x="156" y="164"/>
                  <a:pt x="159" y="156"/>
                  <a:pt x="166" y="149"/>
                </a:cubicBezTo>
                <a:cubicBezTo>
                  <a:pt x="173" y="141"/>
                  <a:pt x="182" y="138"/>
                  <a:pt x="192" y="138"/>
                </a:cubicBezTo>
                <a:cubicBezTo>
                  <a:pt x="202" y="138"/>
                  <a:pt x="211" y="141"/>
                  <a:pt x="218" y="149"/>
                </a:cubicBezTo>
                <a:cubicBezTo>
                  <a:pt x="225" y="156"/>
                  <a:pt x="228" y="164"/>
                  <a:pt x="228" y="174"/>
                </a:cubicBezTo>
                <a:cubicBezTo>
                  <a:pt x="228" y="184"/>
                  <a:pt x="225" y="193"/>
                  <a:pt x="218" y="200"/>
                </a:cubicBezTo>
                <a:cubicBezTo>
                  <a:pt x="211" y="207"/>
                  <a:pt x="202" y="211"/>
                  <a:pt x="192" y="211"/>
                </a:cubicBezTo>
                <a:cubicBezTo>
                  <a:pt x="182" y="211"/>
                  <a:pt x="173" y="207"/>
                  <a:pt x="166" y="200"/>
                </a:cubicBezTo>
                <a:cubicBezTo>
                  <a:pt x="159" y="193"/>
                  <a:pt x="156" y="184"/>
                  <a:pt x="156" y="174"/>
                </a:cubicBezTo>
                <a:close/>
                <a:moveTo>
                  <a:pt x="166" y="174"/>
                </a:moveTo>
                <a:cubicBezTo>
                  <a:pt x="166" y="181"/>
                  <a:pt x="168" y="187"/>
                  <a:pt x="174" y="193"/>
                </a:cubicBezTo>
                <a:cubicBezTo>
                  <a:pt x="179" y="198"/>
                  <a:pt x="185" y="200"/>
                  <a:pt x="192" y="200"/>
                </a:cubicBezTo>
                <a:cubicBezTo>
                  <a:pt x="199" y="200"/>
                  <a:pt x="205" y="198"/>
                  <a:pt x="210" y="193"/>
                </a:cubicBezTo>
                <a:cubicBezTo>
                  <a:pt x="216" y="188"/>
                  <a:pt x="218" y="181"/>
                  <a:pt x="218" y="174"/>
                </a:cubicBezTo>
                <a:cubicBezTo>
                  <a:pt x="218" y="167"/>
                  <a:pt x="216" y="161"/>
                  <a:pt x="210" y="156"/>
                </a:cubicBezTo>
                <a:cubicBezTo>
                  <a:pt x="205" y="151"/>
                  <a:pt x="199" y="148"/>
                  <a:pt x="192" y="148"/>
                </a:cubicBezTo>
                <a:cubicBezTo>
                  <a:pt x="185" y="148"/>
                  <a:pt x="179" y="151"/>
                  <a:pt x="174" y="156"/>
                </a:cubicBezTo>
                <a:cubicBezTo>
                  <a:pt x="168" y="161"/>
                  <a:pt x="166" y="167"/>
                  <a:pt x="166" y="174"/>
                </a:cubicBezTo>
                <a:close/>
                <a:moveTo>
                  <a:pt x="176" y="98"/>
                </a:moveTo>
                <a:cubicBezTo>
                  <a:pt x="180" y="96"/>
                  <a:pt x="186" y="95"/>
                  <a:pt x="191" y="95"/>
                </a:cubicBezTo>
                <a:cubicBezTo>
                  <a:pt x="195" y="95"/>
                  <a:pt x="198" y="95"/>
                  <a:pt x="202" y="97"/>
                </a:cubicBezTo>
                <a:cubicBezTo>
                  <a:pt x="203" y="98"/>
                  <a:pt x="204" y="98"/>
                  <a:pt x="205" y="99"/>
                </a:cubicBezTo>
                <a:cubicBezTo>
                  <a:pt x="206" y="100"/>
                  <a:pt x="207" y="100"/>
                  <a:pt x="207" y="101"/>
                </a:cubicBezTo>
                <a:cubicBezTo>
                  <a:pt x="208" y="101"/>
                  <a:pt x="208" y="101"/>
                  <a:pt x="208" y="101"/>
                </a:cubicBezTo>
                <a:cubicBezTo>
                  <a:pt x="209" y="102"/>
                  <a:pt x="210" y="103"/>
                  <a:pt x="210" y="105"/>
                </a:cubicBezTo>
                <a:cubicBezTo>
                  <a:pt x="210" y="106"/>
                  <a:pt x="209" y="107"/>
                  <a:pt x="209" y="108"/>
                </a:cubicBezTo>
                <a:cubicBezTo>
                  <a:pt x="208" y="109"/>
                  <a:pt x="207" y="109"/>
                  <a:pt x="206" y="109"/>
                </a:cubicBezTo>
                <a:cubicBezTo>
                  <a:pt x="205" y="109"/>
                  <a:pt x="204" y="109"/>
                  <a:pt x="203" y="109"/>
                </a:cubicBezTo>
                <a:cubicBezTo>
                  <a:pt x="201" y="107"/>
                  <a:pt x="198" y="106"/>
                  <a:pt x="195" y="106"/>
                </a:cubicBezTo>
                <a:cubicBezTo>
                  <a:pt x="190" y="106"/>
                  <a:pt x="186" y="108"/>
                  <a:pt x="183" y="111"/>
                </a:cubicBezTo>
                <a:cubicBezTo>
                  <a:pt x="181" y="108"/>
                  <a:pt x="180" y="106"/>
                  <a:pt x="179" y="104"/>
                </a:cubicBezTo>
                <a:cubicBezTo>
                  <a:pt x="178" y="102"/>
                  <a:pt x="177" y="100"/>
                  <a:pt x="176" y="9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8" name="Freeform 10"/>
          <p:cNvSpPr>
            <a:spLocks noEditPoints="1"/>
          </p:cNvSpPr>
          <p:nvPr/>
        </p:nvSpPr>
        <p:spPr bwMode="auto">
          <a:xfrm>
            <a:off x="3017644" y="1714309"/>
            <a:ext cx="269293" cy="297527"/>
          </a:xfrm>
          <a:custGeom>
            <a:avLst/>
            <a:gdLst>
              <a:gd name="T0" fmla="*/ 0 w 187"/>
              <a:gd name="T1" fmla="*/ 208 h 208"/>
              <a:gd name="T2" fmla="*/ 7 w 187"/>
              <a:gd name="T3" fmla="*/ 154 h 208"/>
              <a:gd name="T4" fmla="*/ 15 w 187"/>
              <a:gd name="T5" fmla="*/ 140 h 208"/>
              <a:gd name="T6" fmla="*/ 28 w 187"/>
              <a:gd name="T7" fmla="*/ 135 h 208"/>
              <a:gd name="T8" fmla="*/ 158 w 187"/>
              <a:gd name="T9" fmla="*/ 135 h 208"/>
              <a:gd name="T10" fmla="*/ 172 w 187"/>
              <a:gd name="T11" fmla="*/ 140 h 208"/>
              <a:gd name="T12" fmla="*/ 179 w 187"/>
              <a:gd name="T13" fmla="*/ 154 h 208"/>
              <a:gd name="T14" fmla="*/ 187 w 187"/>
              <a:gd name="T15" fmla="*/ 208 h 208"/>
              <a:gd name="T16" fmla="*/ 0 w 187"/>
              <a:gd name="T17" fmla="*/ 208 h 208"/>
              <a:gd name="T18" fmla="*/ 52 w 187"/>
              <a:gd name="T19" fmla="*/ 41 h 208"/>
              <a:gd name="T20" fmla="*/ 64 w 187"/>
              <a:gd name="T21" fmla="*/ 12 h 208"/>
              <a:gd name="T22" fmla="*/ 93 w 187"/>
              <a:gd name="T23" fmla="*/ 0 h 208"/>
              <a:gd name="T24" fmla="*/ 123 w 187"/>
              <a:gd name="T25" fmla="*/ 12 h 208"/>
              <a:gd name="T26" fmla="*/ 135 w 187"/>
              <a:gd name="T27" fmla="*/ 41 h 208"/>
              <a:gd name="T28" fmla="*/ 135 w 187"/>
              <a:gd name="T29" fmla="*/ 47 h 208"/>
              <a:gd name="T30" fmla="*/ 134 w 187"/>
              <a:gd name="T31" fmla="*/ 52 h 208"/>
              <a:gd name="T32" fmla="*/ 124 w 187"/>
              <a:gd name="T33" fmla="*/ 90 h 208"/>
              <a:gd name="T34" fmla="*/ 124 w 187"/>
              <a:gd name="T35" fmla="*/ 90 h 208"/>
              <a:gd name="T36" fmla="*/ 113 w 187"/>
              <a:gd name="T37" fmla="*/ 107 h 208"/>
              <a:gd name="T38" fmla="*/ 93 w 187"/>
              <a:gd name="T39" fmla="*/ 114 h 208"/>
              <a:gd name="T40" fmla="*/ 74 w 187"/>
              <a:gd name="T41" fmla="*/ 107 h 208"/>
              <a:gd name="T42" fmla="*/ 63 w 187"/>
              <a:gd name="T43" fmla="*/ 90 h 208"/>
              <a:gd name="T44" fmla="*/ 63 w 187"/>
              <a:gd name="T45" fmla="*/ 90 h 208"/>
              <a:gd name="T46" fmla="*/ 53 w 187"/>
              <a:gd name="T47" fmla="*/ 52 h 208"/>
              <a:gd name="T48" fmla="*/ 52 w 187"/>
              <a:gd name="T49" fmla="*/ 47 h 208"/>
              <a:gd name="T50" fmla="*/ 52 w 187"/>
              <a:gd name="T51" fmla="*/ 41 h 2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187" h="208">
                <a:moveTo>
                  <a:pt x="0" y="208"/>
                </a:moveTo>
                <a:cubicBezTo>
                  <a:pt x="7" y="154"/>
                  <a:pt x="7" y="154"/>
                  <a:pt x="7" y="154"/>
                </a:cubicBezTo>
                <a:cubicBezTo>
                  <a:pt x="8" y="149"/>
                  <a:pt x="11" y="144"/>
                  <a:pt x="15" y="140"/>
                </a:cubicBezTo>
                <a:cubicBezTo>
                  <a:pt x="19" y="137"/>
                  <a:pt x="23" y="135"/>
                  <a:pt x="28" y="135"/>
                </a:cubicBezTo>
                <a:cubicBezTo>
                  <a:pt x="158" y="135"/>
                  <a:pt x="158" y="135"/>
                  <a:pt x="158" y="135"/>
                </a:cubicBezTo>
                <a:cubicBezTo>
                  <a:pt x="163" y="135"/>
                  <a:pt x="168" y="137"/>
                  <a:pt x="172" y="140"/>
                </a:cubicBezTo>
                <a:cubicBezTo>
                  <a:pt x="176" y="144"/>
                  <a:pt x="178" y="148"/>
                  <a:pt x="179" y="154"/>
                </a:cubicBezTo>
                <a:cubicBezTo>
                  <a:pt x="187" y="208"/>
                  <a:pt x="187" y="208"/>
                  <a:pt x="187" y="208"/>
                </a:cubicBezTo>
                <a:lnTo>
                  <a:pt x="0" y="208"/>
                </a:lnTo>
                <a:close/>
                <a:moveTo>
                  <a:pt x="52" y="41"/>
                </a:moveTo>
                <a:cubicBezTo>
                  <a:pt x="52" y="30"/>
                  <a:pt x="56" y="20"/>
                  <a:pt x="64" y="12"/>
                </a:cubicBezTo>
                <a:cubicBezTo>
                  <a:pt x="72" y="4"/>
                  <a:pt x="82" y="0"/>
                  <a:pt x="93" y="0"/>
                </a:cubicBezTo>
                <a:cubicBezTo>
                  <a:pt x="105" y="0"/>
                  <a:pt x="114" y="4"/>
                  <a:pt x="123" y="12"/>
                </a:cubicBezTo>
                <a:cubicBezTo>
                  <a:pt x="131" y="20"/>
                  <a:pt x="135" y="30"/>
                  <a:pt x="135" y="41"/>
                </a:cubicBezTo>
                <a:cubicBezTo>
                  <a:pt x="135" y="43"/>
                  <a:pt x="135" y="45"/>
                  <a:pt x="135" y="47"/>
                </a:cubicBezTo>
                <a:cubicBezTo>
                  <a:pt x="134" y="48"/>
                  <a:pt x="134" y="50"/>
                  <a:pt x="134" y="52"/>
                </a:cubicBezTo>
                <a:cubicBezTo>
                  <a:pt x="124" y="90"/>
                  <a:pt x="124" y="90"/>
                  <a:pt x="124" y="90"/>
                </a:cubicBezTo>
                <a:cubicBezTo>
                  <a:pt x="124" y="90"/>
                  <a:pt x="124" y="90"/>
                  <a:pt x="124" y="90"/>
                </a:cubicBezTo>
                <a:cubicBezTo>
                  <a:pt x="122" y="97"/>
                  <a:pt x="118" y="103"/>
                  <a:pt x="113" y="107"/>
                </a:cubicBezTo>
                <a:cubicBezTo>
                  <a:pt x="107" y="112"/>
                  <a:pt x="101" y="114"/>
                  <a:pt x="93" y="114"/>
                </a:cubicBezTo>
                <a:cubicBezTo>
                  <a:pt x="86" y="114"/>
                  <a:pt x="79" y="112"/>
                  <a:pt x="74" y="107"/>
                </a:cubicBezTo>
                <a:cubicBezTo>
                  <a:pt x="68" y="103"/>
                  <a:pt x="65" y="97"/>
                  <a:pt x="63" y="90"/>
                </a:cubicBezTo>
                <a:cubicBezTo>
                  <a:pt x="63" y="90"/>
                  <a:pt x="63" y="90"/>
                  <a:pt x="63" y="90"/>
                </a:cubicBezTo>
                <a:cubicBezTo>
                  <a:pt x="53" y="52"/>
                  <a:pt x="53" y="52"/>
                  <a:pt x="53" y="52"/>
                </a:cubicBezTo>
                <a:cubicBezTo>
                  <a:pt x="53" y="50"/>
                  <a:pt x="52" y="48"/>
                  <a:pt x="52" y="47"/>
                </a:cubicBezTo>
                <a:cubicBezTo>
                  <a:pt x="52" y="45"/>
                  <a:pt x="52" y="43"/>
                  <a:pt x="52" y="4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9" name="Freeform 11"/>
          <p:cNvSpPr>
            <a:spLocks noEditPoints="1"/>
          </p:cNvSpPr>
          <p:nvPr/>
        </p:nvSpPr>
        <p:spPr bwMode="auto">
          <a:xfrm>
            <a:off x="3428100" y="1727339"/>
            <a:ext cx="327931" cy="269293"/>
          </a:xfrm>
          <a:custGeom>
            <a:avLst/>
            <a:gdLst>
              <a:gd name="T0" fmla="*/ 0 w 229"/>
              <a:gd name="T1" fmla="*/ 187 h 187"/>
              <a:gd name="T2" fmla="*/ 7 w 229"/>
              <a:gd name="T3" fmla="*/ 141 h 187"/>
              <a:gd name="T4" fmla="*/ 13 w 229"/>
              <a:gd name="T5" fmla="*/ 130 h 187"/>
              <a:gd name="T6" fmla="*/ 24 w 229"/>
              <a:gd name="T7" fmla="*/ 125 h 187"/>
              <a:gd name="T8" fmla="*/ 65 w 229"/>
              <a:gd name="T9" fmla="*/ 125 h 187"/>
              <a:gd name="T10" fmla="*/ 57 w 229"/>
              <a:gd name="T11" fmla="*/ 139 h 187"/>
              <a:gd name="T12" fmla="*/ 50 w 229"/>
              <a:gd name="T13" fmla="*/ 187 h 187"/>
              <a:gd name="T14" fmla="*/ 0 w 229"/>
              <a:gd name="T15" fmla="*/ 187 h 187"/>
              <a:gd name="T16" fmla="*/ 44 w 229"/>
              <a:gd name="T17" fmla="*/ 46 h 187"/>
              <a:gd name="T18" fmla="*/ 55 w 229"/>
              <a:gd name="T19" fmla="*/ 21 h 187"/>
              <a:gd name="T20" fmla="*/ 80 w 229"/>
              <a:gd name="T21" fmla="*/ 11 h 187"/>
              <a:gd name="T22" fmla="*/ 100 w 229"/>
              <a:gd name="T23" fmla="*/ 17 h 187"/>
              <a:gd name="T24" fmla="*/ 96 w 229"/>
              <a:gd name="T25" fmla="*/ 35 h 187"/>
              <a:gd name="T26" fmla="*/ 98 w 229"/>
              <a:gd name="T27" fmla="*/ 46 h 187"/>
              <a:gd name="T28" fmla="*/ 107 w 229"/>
              <a:gd name="T29" fmla="*/ 80 h 187"/>
              <a:gd name="T30" fmla="*/ 106 w 229"/>
              <a:gd name="T31" fmla="*/ 87 h 187"/>
              <a:gd name="T32" fmla="*/ 105 w 229"/>
              <a:gd name="T33" fmla="*/ 87 h 187"/>
              <a:gd name="T34" fmla="*/ 96 w 229"/>
              <a:gd name="T35" fmla="*/ 102 h 187"/>
              <a:gd name="T36" fmla="*/ 80 w 229"/>
              <a:gd name="T37" fmla="*/ 108 h 187"/>
              <a:gd name="T38" fmla="*/ 63 w 229"/>
              <a:gd name="T39" fmla="*/ 102 h 187"/>
              <a:gd name="T40" fmla="*/ 54 w 229"/>
              <a:gd name="T41" fmla="*/ 87 h 187"/>
              <a:gd name="T42" fmla="*/ 45 w 229"/>
              <a:gd name="T43" fmla="*/ 55 h 187"/>
              <a:gd name="T44" fmla="*/ 45 w 229"/>
              <a:gd name="T45" fmla="*/ 51 h 187"/>
              <a:gd name="T46" fmla="*/ 44 w 229"/>
              <a:gd name="T47" fmla="*/ 46 h 187"/>
              <a:gd name="T48" fmla="*/ 60 w 229"/>
              <a:gd name="T49" fmla="*/ 187 h 187"/>
              <a:gd name="T50" fmla="*/ 67 w 229"/>
              <a:gd name="T51" fmla="*/ 139 h 187"/>
              <a:gd name="T52" fmla="*/ 74 w 229"/>
              <a:gd name="T53" fmla="*/ 127 h 187"/>
              <a:gd name="T54" fmla="*/ 86 w 229"/>
              <a:gd name="T55" fmla="*/ 122 h 187"/>
              <a:gd name="T56" fmla="*/ 203 w 229"/>
              <a:gd name="T57" fmla="*/ 122 h 187"/>
              <a:gd name="T58" fmla="*/ 215 w 229"/>
              <a:gd name="T59" fmla="*/ 127 h 187"/>
              <a:gd name="T60" fmla="*/ 222 w 229"/>
              <a:gd name="T61" fmla="*/ 139 h 187"/>
              <a:gd name="T62" fmla="*/ 229 w 229"/>
              <a:gd name="T63" fmla="*/ 187 h 187"/>
              <a:gd name="T64" fmla="*/ 60 w 229"/>
              <a:gd name="T65" fmla="*/ 187 h 187"/>
              <a:gd name="T66" fmla="*/ 107 w 229"/>
              <a:gd name="T67" fmla="*/ 37 h 187"/>
              <a:gd name="T68" fmla="*/ 118 w 229"/>
              <a:gd name="T69" fmla="*/ 11 h 187"/>
              <a:gd name="T70" fmla="*/ 145 w 229"/>
              <a:gd name="T71" fmla="*/ 0 h 187"/>
              <a:gd name="T72" fmla="*/ 171 w 229"/>
              <a:gd name="T73" fmla="*/ 11 h 187"/>
              <a:gd name="T74" fmla="*/ 182 w 229"/>
              <a:gd name="T75" fmla="*/ 37 h 187"/>
              <a:gd name="T76" fmla="*/ 181 w 229"/>
              <a:gd name="T77" fmla="*/ 47 h 187"/>
              <a:gd name="T78" fmla="*/ 172 w 229"/>
              <a:gd name="T79" fmla="*/ 82 h 187"/>
              <a:gd name="T80" fmla="*/ 162 w 229"/>
              <a:gd name="T81" fmla="*/ 97 h 187"/>
              <a:gd name="T82" fmla="*/ 145 w 229"/>
              <a:gd name="T83" fmla="*/ 103 h 187"/>
              <a:gd name="T84" fmla="*/ 127 w 229"/>
              <a:gd name="T85" fmla="*/ 97 h 187"/>
              <a:gd name="T86" fmla="*/ 118 w 229"/>
              <a:gd name="T87" fmla="*/ 82 h 187"/>
              <a:gd name="T88" fmla="*/ 117 w 229"/>
              <a:gd name="T89" fmla="*/ 82 h 187"/>
              <a:gd name="T90" fmla="*/ 109 w 229"/>
              <a:gd name="T91" fmla="*/ 47 h 187"/>
              <a:gd name="T92" fmla="*/ 107 w 229"/>
              <a:gd name="T93" fmla="*/ 37 h 1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229" h="187">
                <a:moveTo>
                  <a:pt x="0" y="187"/>
                </a:moveTo>
                <a:cubicBezTo>
                  <a:pt x="7" y="141"/>
                  <a:pt x="7" y="141"/>
                  <a:pt x="7" y="141"/>
                </a:cubicBezTo>
                <a:cubicBezTo>
                  <a:pt x="7" y="137"/>
                  <a:pt x="9" y="133"/>
                  <a:pt x="13" y="130"/>
                </a:cubicBezTo>
                <a:cubicBezTo>
                  <a:pt x="16" y="127"/>
                  <a:pt x="20" y="125"/>
                  <a:pt x="24" y="125"/>
                </a:cubicBezTo>
                <a:cubicBezTo>
                  <a:pt x="65" y="125"/>
                  <a:pt x="65" y="125"/>
                  <a:pt x="65" y="125"/>
                </a:cubicBezTo>
                <a:cubicBezTo>
                  <a:pt x="61" y="129"/>
                  <a:pt x="58" y="133"/>
                  <a:pt x="57" y="139"/>
                </a:cubicBezTo>
                <a:cubicBezTo>
                  <a:pt x="50" y="187"/>
                  <a:pt x="50" y="187"/>
                  <a:pt x="50" y="187"/>
                </a:cubicBezTo>
                <a:lnTo>
                  <a:pt x="0" y="187"/>
                </a:lnTo>
                <a:close/>
                <a:moveTo>
                  <a:pt x="44" y="46"/>
                </a:moveTo>
                <a:cubicBezTo>
                  <a:pt x="44" y="36"/>
                  <a:pt x="48" y="28"/>
                  <a:pt x="55" y="21"/>
                </a:cubicBezTo>
                <a:cubicBezTo>
                  <a:pt x="62" y="14"/>
                  <a:pt x="70" y="11"/>
                  <a:pt x="80" y="11"/>
                </a:cubicBezTo>
                <a:cubicBezTo>
                  <a:pt x="87" y="11"/>
                  <a:pt x="94" y="13"/>
                  <a:pt x="100" y="17"/>
                </a:cubicBezTo>
                <a:cubicBezTo>
                  <a:pt x="98" y="23"/>
                  <a:pt x="96" y="29"/>
                  <a:pt x="96" y="35"/>
                </a:cubicBezTo>
                <a:cubicBezTo>
                  <a:pt x="96" y="39"/>
                  <a:pt x="97" y="43"/>
                  <a:pt x="98" y="46"/>
                </a:cubicBezTo>
                <a:cubicBezTo>
                  <a:pt x="107" y="80"/>
                  <a:pt x="107" y="80"/>
                  <a:pt x="107" y="80"/>
                </a:cubicBezTo>
                <a:cubicBezTo>
                  <a:pt x="106" y="87"/>
                  <a:pt x="106" y="87"/>
                  <a:pt x="106" y="87"/>
                </a:cubicBezTo>
                <a:cubicBezTo>
                  <a:pt x="105" y="87"/>
                  <a:pt x="105" y="87"/>
                  <a:pt x="105" y="87"/>
                </a:cubicBezTo>
                <a:cubicBezTo>
                  <a:pt x="104" y="93"/>
                  <a:pt x="101" y="98"/>
                  <a:pt x="96" y="102"/>
                </a:cubicBezTo>
                <a:cubicBezTo>
                  <a:pt x="91" y="106"/>
                  <a:pt x="86" y="108"/>
                  <a:pt x="80" y="108"/>
                </a:cubicBezTo>
                <a:cubicBezTo>
                  <a:pt x="73" y="108"/>
                  <a:pt x="68" y="106"/>
                  <a:pt x="63" y="102"/>
                </a:cubicBezTo>
                <a:cubicBezTo>
                  <a:pt x="59" y="98"/>
                  <a:pt x="55" y="93"/>
                  <a:pt x="54" y="87"/>
                </a:cubicBezTo>
                <a:cubicBezTo>
                  <a:pt x="45" y="55"/>
                  <a:pt x="45" y="55"/>
                  <a:pt x="45" y="55"/>
                </a:cubicBezTo>
                <a:cubicBezTo>
                  <a:pt x="45" y="53"/>
                  <a:pt x="45" y="52"/>
                  <a:pt x="45" y="51"/>
                </a:cubicBezTo>
                <a:cubicBezTo>
                  <a:pt x="45" y="49"/>
                  <a:pt x="44" y="48"/>
                  <a:pt x="44" y="46"/>
                </a:cubicBezTo>
                <a:close/>
                <a:moveTo>
                  <a:pt x="60" y="187"/>
                </a:moveTo>
                <a:cubicBezTo>
                  <a:pt x="67" y="139"/>
                  <a:pt x="67" y="139"/>
                  <a:pt x="67" y="139"/>
                </a:cubicBezTo>
                <a:cubicBezTo>
                  <a:pt x="68" y="134"/>
                  <a:pt x="70" y="130"/>
                  <a:pt x="74" y="127"/>
                </a:cubicBezTo>
                <a:cubicBezTo>
                  <a:pt x="77" y="123"/>
                  <a:pt x="82" y="122"/>
                  <a:pt x="86" y="122"/>
                </a:cubicBezTo>
                <a:cubicBezTo>
                  <a:pt x="203" y="122"/>
                  <a:pt x="203" y="122"/>
                  <a:pt x="203" y="122"/>
                </a:cubicBezTo>
                <a:cubicBezTo>
                  <a:pt x="208" y="122"/>
                  <a:pt x="212" y="123"/>
                  <a:pt x="215" y="127"/>
                </a:cubicBezTo>
                <a:cubicBezTo>
                  <a:pt x="219" y="130"/>
                  <a:pt x="222" y="134"/>
                  <a:pt x="222" y="139"/>
                </a:cubicBezTo>
                <a:cubicBezTo>
                  <a:pt x="229" y="187"/>
                  <a:pt x="229" y="187"/>
                  <a:pt x="229" y="187"/>
                </a:cubicBezTo>
                <a:lnTo>
                  <a:pt x="60" y="187"/>
                </a:lnTo>
                <a:close/>
                <a:moveTo>
                  <a:pt x="107" y="37"/>
                </a:moveTo>
                <a:cubicBezTo>
                  <a:pt x="107" y="27"/>
                  <a:pt x="111" y="18"/>
                  <a:pt x="118" y="11"/>
                </a:cubicBezTo>
                <a:cubicBezTo>
                  <a:pt x="126" y="4"/>
                  <a:pt x="134" y="0"/>
                  <a:pt x="145" y="0"/>
                </a:cubicBezTo>
                <a:cubicBezTo>
                  <a:pt x="155" y="0"/>
                  <a:pt x="164" y="4"/>
                  <a:pt x="171" y="11"/>
                </a:cubicBezTo>
                <a:cubicBezTo>
                  <a:pt x="179" y="18"/>
                  <a:pt x="182" y="27"/>
                  <a:pt x="182" y="37"/>
                </a:cubicBezTo>
                <a:cubicBezTo>
                  <a:pt x="182" y="41"/>
                  <a:pt x="182" y="44"/>
                  <a:pt x="181" y="47"/>
                </a:cubicBezTo>
                <a:cubicBezTo>
                  <a:pt x="172" y="82"/>
                  <a:pt x="172" y="82"/>
                  <a:pt x="172" y="82"/>
                </a:cubicBezTo>
                <a:cubicBezTo>
                  <a:pt x="170" y="88"/>
                  <a:pt x="167" y="93"/>
                  <a:pt x="162" y="97"/>
                </a:cubicBezTo>
                <a:cubicBezTo>
                  <a:pt x="157" y="101"/>
                  <a:pt x="151" y="103"/>
                  <a:pt x="145" y="103"/>
                </a:cubicBezTo>
                <a:cubicBezTo>
                  <a:pt x="138" y="103"/>
                  <a:pt x="133" y="101"/>
                  <a:pt x="127" y="97"/>
                </a:cubicBezTo>
                <a:cubicBezTo>
                  <a:pt x="122" y="93"/>
                  <a:pt x="119" y="88"/>
                  <a:pt x="118" y="82"/>
                </a:cubicBezTo>
                <a:cubicBezTo>
                  <a:pt x="117" y="82"/>
                  <a:pt x="117" y="82"/>
                  <a:pt x="117" y="82"/>
                </a:cubicBezTo>
                <a:cubicBezTo>
                  <a:pt x="109" y="47"/>
                  <a:pt x="109" y="47"/>
                  <a:pt x="109" y="47"/>
                </a:cubicBezTo>
                <a:cubicBezTo>
                  <a:pt x="108" y="44"/>
                  <a:pt x="107" y="41"/>
                  <a:pt x="107" y="3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0" name="Freeform 12"/>
          <p:cNvSpPr>
            <a:spLocks noEditPoints="1"/>
          </p:cNvSpPr>
          <p:nvPr/>
        </p:nvSpPr>
        <p:spPr bwMode="auto">
          <a:xfrm>
            <a:off x="3868957" y="1746885"/>
            <a:ext cx="327931" cy="212828"/>
          </a:xfrm>
          <a:custGeom>
            <a:avLst/>
            <a:gdLst>
              <a:gd name="T0" fmla="*/ 14 w 229"/>
              <a:gd name="T1" fmla="*/ 148 h 148"/>
              <a:gd name="T2" fmla="*/ 6 w 229"/>
              <a:gd name="T3" fmla="*/ 111 h 148"/>
              <a:gd name="T4" fmla="*/ 10 w 229"/>
              <a:gd name="T5" fmla="*/ 102 h 148"/>
              <a:gd name="T6" fmla="*/ 20 w 229"/>
              <a:gd name="T7" fmla="*/ 99 h 148"/>
              <a:gd name="T8" fmla="*/ 48 w 229"/>
              <a:gd name="T9" fmla="*/ 103 h 148"/>
              <a:gd name="T10" fmla="*/ 40 w 229"/>
              <a:gd name="T11" fmla="*/ 148 h 148"/>
              <a:gd name="T12" fmla="*/ 85 w 229"/>
              <a:gd name="T13" fmla="*/ 63 h 148"/>
              <a:gd name="T14" fmla="*/ 81 w 229"/>
              <a:gd name="T15" fmla="*/ 75 h 148"/>
              <a:gd name="T16" fmla="*/ 70 w 229"/>
              <a:gd name="T17" fmla="*/ 84 h 148"/>
              <a:gd name="T18" fmla="*/ 56 w 229"/>
              <a:gd name="T19" fmla="*/ 84 h 148"/>
              <a:gd name="T20" fmla="*/ 46 w 229"/>
              <a:gd name="T21" fmla="*/ 75 h 148"/>
              <a:gd name="T22" fmla="*/ 43 w 229"/>
              <a:gd name="T23" fmla="*/ 69 h 148"/>
              <a:gd name="T24" fmla="*/ 35 w 229"/>
              <a:gd name="T25" fmla="*/ 36 h 148"/>
              <a:gd name="T26" fmla="*/ 44 w 229"/>
              <a:gd name="T27" fmla="*/ 16 h 148"/>
              <a:gd name="T28" fmla="*/ 63 w 229"/>
              <a:gd name="T29" fmla="*/ 8 h 148"/>
              <a:gd name="T30" fmla="*/ 80 w 229"/>
              <a:gd name="T31" fmla="*/ 13 h 148"/>
              <a:gd name="T32" fmla="*/ 78 w 229"/>
              <a:gd name="T33" fmla="*/ 36 h 148"/>
              <a:gd name="T34" fmla="*/ 166 w 229"/>
              <a:gd name="T35" fmla="*/ 97 h 148"/>
              <a:gd name="T36" fmla="*/ 174 w 229"/>
              <a:gd name="T37" fmla="*/ 104 h 148"/>
              <a:gd name="T38" fmla="*/ 182 w 229"/>
              <a:gd name="T39" fmla="*/ 148 h 148"/>
              <a:gd name="T40" fmla="*/ 63 w 229"/>
              <a:gd name="T41" fmla="*/ 148 h 148"/>
              <a:gd name="T42" fmla="*/ 54 w 229"/>
              <a:gd name="T43" fmla="*/ 109 h 148"/>
              <a:gd name="T44" fmla="*/ 59 w 229"/>
              <a:gd name="T45" fmla="*/ 100 h 148"/>
              <a:gd name="T46" fmla="*/ 68 w 229"/>
              <a:gd name="T47" fmla="*/ 96 h 148"/>
              <a:gd name="T48" fmla="*/ 136 w 229"/>
              <a:gd name="T49" fmla="*/ 64 h 148"/>
              <a:gd name="T50" fmla="*/ 134 w 229"/>
              <a:gd name="T51" fmla="*/ 71 h 148"/>
              <a:gd name="T52" fmla="*/ 122 w 229"/>
              <a:gd name="T53" fmla="*/ 80 h 148"/>
              <a:gd name="T54" fmla="*/ 107 w 229"/>
              <a:gd name="T55" fmla="*/ 80 h 148"/>
              <a:gd name="T56" fmla="*/ 96 w 229"/>
              <a:gd name="T57" fmla="*/ 71 h 148"/>
              <a:gd name="T58" fmla="*/ 86 w 229"/>
              <a:gd name="T59" fmla="*/ 37 h 148"/>
              <a:gd name="T60" fmla="*/ 85 w 229"/>
              <a:gd name="T61" fmla="*/ 29 h 148"/>
              <a:gd name="T62" fmla="*/ 94 w 229"/>
              <a:gd name="T63" fmla="*/ 8 h 148"/>
              <a:gd name="T64" fmla="*/ 115 w 229"/>
              <a:gd name="T65" fmla="*/ 0 h 148"/>
              <a:gd name="T66" fmla="*/ 136 w 229"/>
              <a:gd name="T67" fmla="*/ 8 h 148"/>
              <a:gd name="T68" fmla="*/ 145 w 229"/>
              <a:gd name="T69" fmla="*/ 29 h 148"/>
              <a:gd name="T70" fmla="*/ 144 w 229"/>
              <a:gd name="T71" fmla="*/ 37 h 148"/>
              <a:gd name="T72" fmla="*/ 186 w 229"/>
              <a:gd name="T73" fmla="*/ 69 h 148"/>
              <a:gd name="T74" fmla="*/ 179 w 229"/>
              <a:gd name="T75" fmla="*/ 80 h 148"/>
              <a:gd name="T76" fmla="*/ 166 w 229"/>
              <a:gd name="T77" fmla="*/ 85 h 148"/>
              <a:gd name="T78" fmla="*/ 153 w 229"/>
              <a:gd name="T79" fmla="*/ 80 h 148"/>
              <a:gd name="T80" fmla="*/ 146 w 229"/>
              <a:gd name="T81" fmla="*/ 69 h 148"/>
              <a:gd name="T82" fmla="*/ 151 w 229"/>
              <a:gd name="T83" fmla="*/ 36 h 148"/>
              <a:gd name="T84" fmla="*/ 150 w 229"/>
              <a:gd name="T85" fmla="*/ 13 h 148"/>
              <a:gd name="T86" fmla="*/ 166 w 229"/>
              <a:gd name="T87" fmla="*/ 8 h 148"/>
              <a:gd name="T88" fmla="*/ 186 w 229"/>
              <a:gd name="T89" fmla="*/ 16 h 148"/>
              <a:gd name="T90" fmla="*/ 194 w 229"/>
              <a:gd name="T91" fmla="*/ 36 h 148"/>
              <a:gd name="T92" fmla="*/ 186 w 229"/>
              <a:gd name="T93" fmla="*/ 69 h 148"/>
              <a:gd name="T94" fmla="*/ 184 w 229"/>
              <a:gd name="T95" fmla="*/ 109 h 148"/>
              <a:gd name="T96" fmla="*/ 177 w 229"/>
              <a:gd name="T97" fmla="*/ 99 h 148"/>
              <a:gd name="T98" fmla="*/ 215 w 229"/>
              <a:gd name="T99" fmla="*/ 100 h 148"/>
              <a:gd name="T100" fmla="*/ 222 w 229"/>
              <a:gd name="T101" fmla="*/ 106 h 148"/>
              <a:gd name="T102" fmla="*/ 229 w 229"/>
              <a:gd name="T103" fmla="*/ 148 h 148"/>
              <a:gd name="T104" fmla="*/ 189 w 229"/>
              <a:gd name="T105" fmla="*/ 148 h 1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229" h="148">
                <a:moveTo>
                  <a:pt x="40" y="148"/>
                </a:moveTo>
                <a:cubicBezTo>
                  <a:pt x="14" y="148"/>
                  <a:pt x="14" y="148"/>
                  <a:pt x="14" y="148"/>
                </a:cubicBezTo>
                <a:cubicBezTo>
                  <a:pt x="0" y="148"/>
                  <a:pt x="0" y="148"/>
                  <a:pt x="0" y="148"/>
                </a:cubicBezTo>
                <a:cubicBezTo>
                  <a:pt x="6" y="111"/>
                  <a:pt x="6" y="111"/>
                  <a:pt x="6" y="111"/>
                </a:cubicBezTo>
                <a:cubicBezTo>
                  <a:pt x="6" y="110"/>
                  <a:pt x="6" y="108"/>
                  <a:pt x="7" y="106"/>
                </a:cubicBezTo>
                <a:cubicBezTo>
                  <a:pt x="8" y="105"/>
                  <a:pt x="9" y="104"/>
                  <a:pt x="10" y="102"/>
                </a:cubicBezTo>
                <a:cubicBezTo>
                  <a:pt x="12" y="101"/>
                  <a:pt x="13" y="100"/>
                  <a:pt x="15" y="100"/>
                </a:cubicBezTo>
                <a:cubicBezTo>
                  <a:pt x="16" y="99"/>
                  <a:pt x="18" y="99"/>
                  <a:pt x="20" y="99"/>
                </a:cubicBezTo>
                <a:cubicBezTo>
                  <a:pt x="52" y="99"/>
                  <a:pt x="52" y="99"/>
                  <a:pt x="52" y="99"/>
                </a:cubicBezTo>
                <a:cubicBezTo>
                  <a:pt x="50" y="100"/>
                  <a:pt x="49" y="101"/>
                  <a:pt x="48" y="103"/>
                </a:cubicBezTo>
                <a:cubicBezTo>
                  <a:pt x="47" y="105"/>
                  <a:pt x="46" y="107"/>
                  <a:pt x="45" y="109"/>
                </a:cubicBezTo>
                <a:lnTo>
                  <a:pt x="40" y="148"/>
                </a:lnTo>
                <a:close/>
                <a:moveTo>
                  <a:pt x="78" y="36"/>
                </a:moveTo>
                <a:cubicBezTo>
                  <a:pt x="85" y="63"/>
                  <a:pt x="85" y="63"/>
                  <a:pt x="85" y="63"/>
                </a:cubicBezTo>
                <a:cubicBezTo>
                  <a:pt x="84" y="69"/>
                  <a:pt x="84" y="69"/>
                  <a:pt x="84" y="69"/>
                </a:cubicBezTo>
                <a:cubicBezTo>
                  <a:pt x="83" y="71"/>
                  <a:pt x="82" y="73"/>
                  <a:pt x="81" y="75"/>
                </a:cubicBezTo>
                <a:cubicBezTo>
                  <a:pt x="80" y="77"/>
                  <a:pt x="78" y="79"/>
                  <a:pt x="76" y="80"/>
                </a:cubicBezTo>
                <a:cubicBezTo>
                  <a:pt x="75" y="82"/>
                  <a:pt x="73" y="83"/>
                  <a:pt x="70" y="84"/>
                </a:cubicBezTo>
                <a:cubicBezTo>
                  <a:pt x="68" y="84"/>
                  <a:pt x="66" y="85"/>
                  <a:pt x="63" y="85"/>
                </a:cubicBezTo>
                <a:cubicBezTo>
                  <a:pt x="61" y="85"/>
                  <a:pt x="59" y="84"/>
                  <a:pt x="56" y="84"/>
                </a:cubicBezTo>
                <a:cubicBezTo>
                  <a:pt x="54" y="83"/>
                  <a:pt x="52" y="82"/>
                  <a:pt x="50" y="80"/>
                </a:cubicBezTo>
                <a:cubicBezTo>
                  <a:pt x="49" y="79"/>
                  <a:pt x="47" y="77"/>
                  <a:pt x="46" y="75"/>
                </a:cubicBezTo>
                <a:cubicBezTo>
                  <a:pt x="44" y="73"/>
                  <a:pt x="44" y="71"/>
                  <a:pt x="43" y="69"/>
                </a:cubicBezTo>
                <a:cubicBezTo>
                  <a:pt x="43" y="69"/>
                  <a:pt x="43" y="69"/>
                  <a:pt x="43" y="69"/>
                </a:cubicBezTo>
                <a:cubicBezTo>
                  <a:pt x="36" y="43"/>
                  <a:pt x="36" y="43"/>
                  <a:pt x="36" y="43"/>
                </a:cubicBezTo>
                <a:cubicBezTo>
                  <a:pt x="36" y="40"/>
                  <a:pt x="35" y="38"/>
                  <a:pt x="35" y="36"/>
                </a:cubicBezTo>
                <a:cubicBezTo>
                  <a:pt x="35" y="32"/>
                  <a:pt x="36" y="28"/>
                  <a:pt x="38" y="25"/>
                </a:cubicBezTo>
                <a:cubicBezTo>
                  <a:pt x="39" y="21"/>
                  <a:pt x="41" y="19"/>
                  <a:pt x="44" y="16"/>
                </a:cubicBezTo>
                <a:cubicBezTo>
                  <a:pt x="46" y="13"/>
                  <a:pt x="49" y="11"/>
                  <a:pt x="52" y="10"/>
                </a:cubicBezTo>
                <a:cubicBezTo>
                  <a:pt x="56" y="8"/>
                  <a:pt x="59" y="8"/>
                  <a:pt x="63" y="8"/>
                </a:cubicBezTo>
                <a:cubicBezTo>
                  <a:pt x="66" y="8"/>
                  <a:pt x="69" y="8"/>
                  <a:pt x="72" y="9"/>
                </a:cubicBezTo>
                <a:cubicBezTo>
                  <a:pt x="75" y="10"/>
                  <a:pt x="77" y="11"/>
                  <a:pt x="80" y="13"/>
                </a:cubicBezTo>
                <a:cubicBezTo>
                  <a:pt x="78" y="18"/>
                  <a:pt x="77" y="22"/>
                  <a:pt x="77" y="27"/>
                </a:cubicBezTo>
                <a:cubicBezTo>
                  <a:pt x="77" y="30"/>
                  <a:pt x="77" y="33"/>
                  <a:pt x="78" y="36"/>
                </a:cubicBezTo>
                <a:close/>
                <a:moveTo>
                  <a:pt x="161" y="96"/>
                </a:moveTo>
                <a:cubicBezTo>
                  <a:pt x="163" y="96"/>
                  <a:pt x="165" y="96"/>
                  <a:pt x="166" y="97"/>
                </a:cubicBezTo>
                <a:cubicBezTo>
                  <a:pt x="168" y="98"/>
                  <a:pt x="170" y="99"/>
                  <a:pt x="171" y="100"/>
                </a:cubicBezTo>
                <a:cubicBezTo>
                  <a:pt x="172" y="101"/>
                  <a:pt x="173" y="102"/>
                  <a:pt x="174" y="104"/>
                </a:cubicBezTo>
                <a:cubicBezTo>
                  <a:pt x="175" y="106"/>
                  <a:pt x="176" y="107"/>
                  <a:pt x="176" y="109"/>
                </a:cubicBezTo>
                <a:cubicBezTo>
                  <a:pt x="182" y="148"/>
                  <a:pt x="182" y="148"/>
                  <a:pt x="182" y="148"/>
                </a:cubicBezTo>
                <a:cubicBezTo>
                  <a:pt x="167" y="148"/>
                  <a:pt x="167" y="148"/>
                  <a:pt x="167" y="148"/>
                </a:cubicBezTo>
                <a:cubicBezTo>
                  <a:pt x="63" y="148"/>
                  <a:pt x="63" y="148"/>
                  <a:pt x="63" y="148"/>
                </a:cubicBezTo>
                <a:cubicBezTo>
                  <a:pt x="48" y="148"/>
                  <a:pt x="48" y="148"/>
                  <a:pt x="48" y="148"/>
                </a:cubicBezTo>
                <a:cubicBezTo>
                  <a:pt x="54" y="109"/>
                  <a:pt x="54" y="109"/>
                  <a:pt x="54" y="109"/>
                </a:cubicBezTo>
                <a:cubicBezTo>
                  <a:pt x="54" y="107"/>
                  <a:pt x="54" y="106"/>
                  <a:pt x="55" y="104"/>
                </a:cubicBezTo>
                <a:cubicBezTo>
                  <a:pt x="56" y="102"/>
                  <a:pt x="57" y="101"/>
                  <a:pt x="59" y="100"/>
                </a:cubicBezTo>
                <a:cubicBezTo>
                  <a:pt x="60" y="99"/>
                  <a:pt x="62" y="98"/>
                  <a:pt x="63" y="97"/>
                </a:cubicBezTo>
                <a:cubicBezTo>
                  <a:pt x="65" y="96"/>
                  <a:pt x="67" y="96"/>
                  <a:pt x="68" y="96"/>
                </a:cubicBezTo>
                <a:lnTo>
                  <a:pt x="161" y="96"/>
                </a:lnTo>
                <a:close/>
                <a:moveTo>
                  <a:pt x="136" y="64"/>
                </a:moveTo>
                <a:cubicBezTo>
                  <a:pt x="136" y="64"/>
                  <a:pt x="136" y="64"/>
                  <a:pt x="136" y="64"/>
                </a:cubicBezTo>
                <a:cubicBezTo>
                  <a:pt x="136" y="67"/>
                  <a:pt x="135" y="69"/>
                  <a:pt x="134" y="71"/>
                </a:cubicBezTo>
                <a:cubicBezTo>
                  <a:pt x="132" y="73"/>
                  <a:pt x="131" y="75"/>
                  <a:pt x="129" y="76"/>
                </a:cubicBezTo>
                <a:cubicBezTo>
                  <a:pt x="127" y="78"/>
                  <a:pt x="125" y="79"/>
                  <a:pt x="122" y="80"/>
                </a:cubicBezTo>
                <a:cubicBezTo>
                  <a:pt x="120" y="81"/>
                  <a:pt x="117" y="81"/>
                  <a:pt x="115" y="81"/>
                </a:cubicBezTo>
                <a:cubicBezTo>
                  <a:pt x="112" y="81"/>
                  <a:pt x="110" y="81"/>
                  <a:pt x="107" y="80"/>
                </a:cubicBezTo>
                <a:cubicBezTo>
                  <a:pt x="105" y="79"/>
                  <a:pt x="103" y="78"/>
                  <a:pt x="101" y="76"/>
                </a:cubicBezTo>
                <a:cubicBezTo>
                  <a:pt x="99" y="75"/>
                  <a:pt x="98" y="73"/>
                  <a:pt x="96" y="71"/>
                </a:cubicBezTo>
                <a:cubicBezTo>
                  <a:pt x="95" y="69"/>
                  <a:pt x="94" y="67"/>
                  <a:pt x="93" y="64"/>
                </a:cubicBezTo>
                <a:cubicBezTo>
                  <a:pt x="86" y="37"/>
                  <a:pt x="86" y="37"/>
                  <a:pt x="86" y="37"/>
                </a:cubicBezTo>
                <a:cubicBezTo>
                  <a:pt x="86" y="36"/>
                  <a:pt x="86" y="34"/>
                  <a:pt x="85" y="33"/>
                </a:cubicBezTo>
                <a:cubicBezTo>
                  <a:pt x="85" y="32"/>
                  <a:pt x="85" y="31"/>
                  <a:pt x="85" y="29"/>
                </a:cubicBezTo>
                <a:cubicBezTo>
                  <a:pt x="85" y="25"/>
                  <a:pt x="86" y="21"/>
                  <a:pt x="87" y="18"/>
                </a:cubicBezTo>
                <a:cubicBezTo>
                  <a:pt x="89" y="14"/>
                  <a:pt x="91" y="11"/>
                  <a:pt x="94" y="8"/>
                </a:cubicBezTo>
                <a:cubicBezTo>
                  <a:pt x="97" y="6"/>
                  <a:pt x="100" y="3"/>
                  <a:pt x="103" y="2"/>
                </a:cubicBezTo>
                <a:cubicBezTo>
                  <a:pt x="107" y="0"/>
                  <a:pt x="111" y="0"/>
                  <a:pt x="115" y="0"/>
                </a:cubicBezTo>
                <a:cubicBezTo>
                  <a:pt x="119" y="0"/>
                  <a:pt x="123" y="0"/>
                  <a:pt x="126" y="2"/>
                </a:cubicBezTo>
                <a:cubicBezTo>
                  <a:pt x="130" y="3"/>
                  <a:pt x="133" y="6"/>
                  <a:pt x="136" y="8"/>
                </a:cubicBezTo>
                <a:cubicBezTo>
                  <a:pt x="139" y="11"/>
                  <a:pt x="141" y="14"/>
                  <a:pt x="142" y="18"/>
                </a:cubicBezTo>
                <a:cubicBezTo>
                  <a:pt x="144" y="21"/>
                  <a:pt x="145" y="25"/>
                  <a:pt x="145" y="29"/>
                </a:cubicBezTo>
                <a:cubicBezTo>
                  <a:pt x="145" y="32"/>
                  <a:pt x="144" y="34"/>
                  <a:pt x="143" y="37"/>
                </a:cubicBezTo>
                <a:cubicBezTo>
                  <a:pt x="144" y="37"/>
                  <a:pt x="144" y="37"/>
                  <a:pt x="144" y="37"/>
                </a:cubicBezTo>
                <a:lnTo>
                  <a:pt x="136" y="64"/>
                </a:lnTo>
                <a:close/>
                <a:moveTo>
                  <a:pt x="186" y="69"/>
                </a:moveTo>
                <a:cubicBezTo>
                  <a:pt x="186" y="71"/>
                  <a:pt x="185" y="73"/>
                  <a:pt x="184" y="75"/>
                </a:cubicBezTo>
                <a:cubicBezTo>
                  <a:pt x="182" y="77"/>
                  <a:pt x="181" y="79"/>
                  <a:pt x="179" y="80"/>
                </a:cubicBezTo>
                <a:cubicBezTo>
                  <a:pt x="177" y="82"/>
                  <a:pt x="175" y="83"/>
                  <a:pt x="173" y="84"/>
                </a:cubicBezTo>
                <a:cubicBezTo>
                  <a:pt x="171" y="84"/>
                  <a:pt x="168" y="85"/>
                  <a:pt x="166" y="85"/>
                </a:cubicBezTo>
                <a:cubicBezTo>
                  <a:pt x="163" y="85"/>
                  <a:pt x="161" y="84"/>
                  <a:pt x="159" y="84"/>
                </a:cubicBezTo>
                <a:cubicBezTo>
                  <a:pt x="157" y="83"/>
                  <a:pt x="155" y="82"/>
                  <a:pt x="153" y="80"/>
                </a:cubicBezTo>
                <a:cubicBezTo>
                  <a:pt x="151" y="79"/>
                  <a:pt x="150" y="77"/>
                  <a:pt x="148" y="75"/>
                </a:cubicBezTo>
                <a:cubicBezTo>
                  <a:pt x="147" y="73"/>
                  <a:pt x="146" y="71"/>
                  <a:pt x="146" y="69"/>
                </a:cubicBezTo>
                <a:cubicBezTo>
                  <a:pt x="144" y="63"/>
                  <a:pt x="144" y="63"/>
                  <a:pt x="144" y="63"/>
                </a:cubicBezTo>
                <a:cubicBezTo>
                  <a:pt x="151" y="36"/>
                  <a:pt x="151" y="36"/>
                  <a:pt x="151" y="36"/>
                </a:cubicBezTo>
                <a:cubicBezTo>
                  <a:pt x="152" y="34"/>
                  <a:pt x="153" y="31"/>
                  <a:pt x="153" y="27"/>
                </a:cubicBezTo>
                <a:cubicBezTo>
                  <a:pt x="153" y="22"/>
                  <a:pt x="152" y="18"/>
                  <a:pt x="150" y="13"/>
                </a:cubicBezTo>
                <a:cubicBezTo>
                  <a:pt x="152" y="11"/>
                  <a:pt x="154" y="10"/>
                  <a:pt x="157" y="9"/>
                </a:cubicBezTo>
                <a:cubicBezTo>
                  <a:pt x="160" y="8"/>
                  <a:pt x="163" y="8"/>
                  <a:pt x="166" y="8"/>
                </a:cubicBezTo>
                <a:cubicBezTo>
                  <a:pt x="170" y="8"/>
                  <a:pt x="173" y="8"/>
                  <a:pt x="177" y="10"/>
                </a:cubicBezTo>
                <a:cubicBezTo>
                  <a:pt x="180" y="11"/>
                  <a:pt x="183" y="13"/>
                  <a:pt x="186" y="16"/>
                </a:cubicBezTo>
                <a:cubicBezTo>
                  <a:pt x="188" y="19"/>
                  <a:pt x="190" y="21"/>
                  <a:pt x="192" y="25"/>
                </a:cubicBezTo>
                <a:cubicBezTo>
                  <a:pt x="193" y="28"/>
                  <a:pt x="194" y="32"/>
                  <a:pt x="194" y="36"/>
                </a:cubicBezTo>
                <a:cubicBezTo>
                  <a:pt x="194" y="38"/>
                  <a:pt x="194" y="40"/>
                  <a:pt x="193" y="43"/>
                </a:cubicBezTo>
                <a:lnTo>
                  <a:pt x="186" y="69"/>
                </a:lnTo>
                <a:close/>
                <a:moveTo>
                  <a:pt x="189" y="148"/>
                </a:moveTo>
                <a:cubicBezTo>
                  <a:pt x="184" y="109"/>
                  <a:pt x="184" y="109"/>
                  <a:pt x="184" y="109"/>
                </a:cubicBezTo>
                <a:cubicBezTo>
                  <a:pt x="184" y="107"/>
                  <a:pt x="183" y="105"/>
                  <a:pt x="182" y="103"/>
                </a:cubicBezTo>
                <a:cubicBezTo>
                  <a:pt x="180" y="101"/>
                  <a:pt x="179" y="100"/>
                  <a:pt x="177" y="99"/>
                </a:cubicBezTo>
                <a:cubicBezTo>
                  <a:pt x="210" y="99"/>
                  <a:pt x="210" y="99"/>
                  <a:pt x="210" y="99"/>
                </a:cubicBezTo>
                <a:cubicBezTo>
                  <a:pt x="211" y="99"/>
                  <a:pt x="213" y="99"/>
                  <a:pt x="215" y="100"/>
                </a:cubicBezTo>
                <a:cubicBezTo>
                  <a:pt x="216" y="100"/>
                  <a:pt x="218" y="101"/>
                  <a:pt x="219" y="102"/>
                </a:cubicBezTo>
                <a:cubicBezTo>
                  <a:pt x="220" y="104"/>
                  <a:pt x="221" y="105"/>
                  <a:pt x="222" y="106"/>
                </a:cubicBezTo>
                <a:cubicBezTo>
                  <a:pt x="223" y="108"/>
                  <a:pt x="224" y="110"/>
                  <a:pt x="224" y="111"/>
                </a:cubicBezTo>
                <a:cubicBezTo>
                  <a:pt x="229" y="148"/>
                  <a:pt x="229" y="148"/>
                  <a:pt x="229" y="148"/>
                </a:cubicBezTo>
                <a:cubicBezTo>
                  <a:pt x="215" y="148"/>
                  <a:pt x="215" y="148"/>
                  <a:pt x="215" y="148"/>
                </a:cubicBezTo>
                <a:lnTo>
                  <a:pt x="189" y="14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1" name="Freeform 13"/>
          <p:cNvSpPr>
            <a:spLocks/>
          </p:cNvSpPr>
          <p:nvPr/>
        </p:nvSpPr>
        <p:spPr bwMode="auto">
          <a:xfrm>
            <a:off x="4325019" y="1727339"/>
            <a:ext cx="267123" cy="284496"/>
          </a:xfrm>
          <a:custGeom>
            <a:avLst/>
            <a:gdLst>
              <a:gd name="T0" fmla="*/ 0 w 187"/>
              <a:gd name="T1" fmla="*/ 176 h 198"/>
              <a:gd name="T2" fmla="*/ 13 w 187"/>
              <a:gd name="T3" fmla="*/ 155 h 198"/>
              <a:gd name="T4" fmla="*/ 42 w 187"/>
              <a:gd name="T5" fmla="*/ 145 h 198"/>
              <a:gd name="T6" fmla="*/ 62 w 187"/>
              <a:gd name="T7" fmla="*/ 151 h 198"/>
              <a:gd name="T8" fmla="*/ 62 w 187"/>
              <a:gd name="T9" fmla="*/ 21 h 198"/>
              <a:gd name="T10" fmla="*/ 187 w 187"/>
              <a:gd name="T11" fmla="*/ 0 h 198"/>
              <a:gd name="T12" fmla="*/ 187 w 187"/>
              <a:gd name="T13" fmla="*/ 151 h 198"/>
              <a:gd name="T14" fmla="*/ 174 w 187"/>
              <a:gd name="T15" fmla="*/ 168 h 198"/>
              <a:gd name="T16" fmla="*/ 145 w 187"/>
              <a:gd name="T17" fmla="*/ 177 h 198"/>
              <a:gd name="T18" fmla="*/ 123 w 187"/>
              <a:gd name="T19" fmla="*/ 171 h 198"/>
              <a:gd name="T20" fmla="*/ 115 w 187"/>
              <a:gd name="T21" fmla="*/ 155 h 198"/>
              <a:gd name="T22" fmla="*/ 125 w 187"/>
              <a:gd name="T23" fmla="*/ 135 h 198"/>
              <a:gd name="T24" fmla="*/ 151 w 187"/>
              <a:gd name="T25" fmla="*/ 125 h 198"/>
              <a:gd name="T26" fmla="*/ 154 w 187"/>
              <a:gd name="T27" fmla="*/ 124 h 198"/>
              <a:gd name="T28" fmla="*/ 156 w 187"/>
              <a:gd name="T29" fmla="*/ 124 h 198"/>
              <a:gd name="T30" fmla="*/ 177 w 187"/>
              <a:gd name="T31" fmla="*/ 130 h 198"/>
              <a:gd name="T32" fmla="*/ 177 w 187"/>
              <a:gd name="T33" fmla="*/ 33 h 198"/>
              <a:gd name="T34" fmla="*/ 73 w 187"/>
              <a:gd name="T35" fmla="*/ 50 h 198"/>
              <a:gd name="T36" fmla="*/ 73 w 187"/>
              <a:gd name="T37" fmla="*/ 171 h 198"/>
              <a:gd name="T38" fmla="*/ 60 w 187"/>
              <a:gd name="T39" fmla="*/ 189 h 198"/>
              <a:gd name="T40" fmla="*/ 30 w 187"/>
              <a:gd name="T41" fmla="*/ 198 h 198"/>
              <a:gd name="T42" fmla="*/ 9 w 187"/>
              <a:gd name="T43" fmla="*/ 191 h 198"/>
              <a:gd name="T44" fmla="*/ 0 w 187"/>
              <a:gd name="T45" fmla="*/ 176 h 1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187" h="198">
                <a:moveTo>
                  <a:pt x="0" y="176"/>
                </a:moveTo>
                <a:cubicBezTo>
                  <a:pt x="0" y="168"/>
                  <a:pt x="4" y="161"/>
                  <a:pt x="13" y="155"/>
                </a:cubicBezTo>
                <a:cubicBezTo>
                  <a:pt x="21" y="148"/>
                  <a:pt x="31" y="145"/>
                  <a:pt x="42" y="145"/>
                </a:cubicBezTo>
                <a:cubicBezTo>
                  <a:pt x="50" y="145"/>
                  <a:pt x="57" y="147"/>
                  <a:pt x="62" y="151"/>
                </a:cubicBezTo>
                <a:cubicBezTo>
                  <a:pt x="62" y="21"/>
                  <a:pt x="62" y="21"/>
                  <a:pt x="62" y="21"/>
                </a:cubicBezTo>
                <a:cubicBezTo>
                  <a:pt x="187" y="0"/>
                  <a:pt x="187" y="0"/>
                  <a:pt x="187" y="0"/>
                </a:cubicBezTo>
                <a:cubicBezTo>
                  <a:pt x="187" y="151"/>
                  <a:pt x="187" y="151"/>
                  <a:pt x="187" y="151"/>
                </a:cubicBezTo>
                <a:cubicBezTo>
                  <a:pt x="187" y="157"/>
                  <a:pt x="183" y="162"/>
                  <a:pt x="174" y="168"/>
                </a:cubicBezTo>
                <a:cubicBezTo>
                  <a:pt x="165" y="174"/>
                  <a:pt x="156" y="177"/>
                  <a:pt x="145" y="177"/>
                </a:cubicBezTo>
                <a:cubicBezTo>
                  <a:pt x="136" y="177"/>
                  <a:pt x="129" y="175"/>
                  <a:pt x="123" y="171"/>
                </a:cubicBezTo>
                <a:cubicBezTo>
                  <a:pt x="117" y="167"/>
                  <a:pt x="115" y="161"/>
                  <a:pt x="115" y="155"/>
                </a:cubicBezTo>
                <a:cubicBezTo>
                  <a:pt x="115" y="148"/>
                  <a:pt x="118" y="141"/>
                  <a:pt x="125" y="135"/>
                </a:cubicBezTo>
                <a:cubicBezTo>
                  <a:pt x="132" y="129"/>
                  <a:pt x="141" y="126"/>
                  <a:pt x="151" y="125"/>
                </a:cubicBezTo>
                <a:cubicBezTo>
                  <a:pt x="151" y="125"/>
                  <a:pt x="152" y="125"/>
                  <a:pt x="154" y="124"/>
                </a:cubicBezTo>
                <a:cubicBezTo>
                  <a:pt x="155" y="124"/>
                  <a:pt x="156" y="124"/>
                  <a:pt x="156" y="124"/>
                </a:cubicBezTo>
                <a:cubicBezTo>
                  <a:pt x="164" y="124"/>
                  <a:pt x="171" y="126"/>
                  <a:pt x="177" y="130"/>
                </a:cubicBezTo>
                <a:cubicBezTo>
                  <a:pt x="177" y="33"/>
                  <a:pt x="177" y="33"/>
                  <a:pt x="177" y="33"/>
                </a:cubicBezTo>
                <a:cubicBezTo>
                  <a:pt x="73" y="50"/>
                  <a:pt x="73" y="50"/>
                  <a:pt x="73" y="50"/>
                </a:cubicBezTo>
                <a:cubicBezTo>
                  <a:pt x="73" y="171"/>
                  <a:pt x="73" y="171"/>
                  <a:pt x="73" y="171"/>
                </a:cubicBezTo>
                <a:cubicBezTo>
                  <a:pt x="73" y="178"/>
                  <a:pt x="68" y="183"/>
                  <a:pt x="60" y="189"/>
                </a:cubicBezTo>
                <a:cubicBezTo>
                  <a:pt x="51" y="195"/>
                  <a:pt x="41" y="198"/>
                  <a:pt x="30" y="198"/>
                </a:cubicBezTo>
                <a:cubicBezTo>
                  <a:pt x="22" y="198"/>
                  <a:pt x="15" y="196"/>
                  <a:pt x="9" y="191"/>
                </a:cubicBezTo>
                <a:cubicBezTo>
                  <a:pt x="3" y="187"/>
                  <a:pt x="0" y="182"/>
                  <a:pt x="0" y="17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2" name="Freeform 14"/>
          <p:cNvSpPr>
            <a:spLocks noEditPoints="1"/>
          </p:cNvSpPr>
          <p:nvPr/>
        </p:nvSpPr>
        <p:spPr bwMode="auto">
          <a:xfrm>
            <a:off x="4802796" y="1746884"/>
            <a:ext cx="230203" cy="264949"/>
          </a:xfrm>
          <a:custGeom>
            <a:avLst/>
            <a:gdLst>
              <a:gd name="T0" fmla="*/ 24 w 106"/>
              <a:gd name="T1" fmla="*/ 98 h 122"/>
              <a:gd name="T2" fmla="*/ 0 w 106"/>
              <a:gd name="T3" fmla="*/ 122 h 122"/>
              <a:gd name="T4" fmla="*/ 0 w 106"/>
              <a:gd name="T5" fmla="*/ 122 h 122"/>
              <a:gd name="T6" fmla="*/ 20 w 106"/>
              <a:gd name="T7" fmla="*/ 118 h 122"/>
              <a:gd name="T8" fmla="*/ 24 w 106"/>
              <a:gd name="T9" fmla="*/ 98 h 122"/>
              <a:gd name="T10" fmla="*/ 17 w 106"/>
              <a:gd name="T11" fmla="*/ 115 h 122"/>
              <a:gd name="T12" fmla="*/ 0 w 106"/>
              <a:gd name="T13" fmla="*/ 122 h 122"/>
              <a:gd name="T14" fmla="*/ 28 w 106"/>
              <a:gd name="T15" fmla="*/ 71 h 122"/>
              <a:gd name="T16" fmla="*/ 51 w 106"/>
              <a:gd name="T17" fmla="*/ 94 h 122"/>
              <a:gd name="T18" fmla="*/ 28 w 106"/>
              <a:gd name="T19" fmla="*/ 94 h 122"/>
              <a:gd name="T20" fmla="*/ 48 w 106"/>
              <a:gd name="T21" fmla="*/ 91 h 122"/>
              <a:gd name="T22" fmla="*/ 51 w 106"/>
              <a:gd name="T23" fmla="*/ 71 h 122"/>
              <a:gd name="T24" fmla="*/ 45 w 106"/>
              <a:gd name="T25" fmla="*/ 88 h 122"/>
              <a:gd name="T26" fmla="*/ 28 w 106"/>
              <a:gd name="T27" fmla="*/ 94 h 122"/>
              <a:gd name="T28" fmla="*/ 51 w 106"/>
              <a:gd name="T29" fmla="*/ 98 h 122"/>
              <a:gd name="T30" fmla="*/ 28 w 106"/>
              <a:gd name="T31" fmla="*/ 122 h 122"/>
              <a:gd name="T32" fmla="*/ 28 w 106"/>
              <a:gd name="T33" fmla="*/ 122 h 122"/>
              <a:gd name="T34" fmla="*/ 48 w 106"/>
              <a:gd name="T35" fmla="*/ 118 h 122"/>
              <a:gd name="T36" fmla="*/ 51 w 106"/>
              <a:gd name="T37" fmla="*/ 98 h 122"/>
              <a:gd name="T38" fmla="*/ 45 w 106"/>
              <a:gd name="T39" fmla="*/ 115 h 122"/>
              <a:gd name="T40" fmla="*/ 28 w 106"/>
              <a:gd name="T41" fmla="*/ 122 h 122"/>
              <a:gd name="T42" fmla="*/ 55 w 106"/>
              <a:gd name="T43" fmla="*/ 0 h 122"/>
              <a:gd name="T44" fmla="*/ 79 w 106"/>
              <a:gd name="T45" fmla="*/ 24 h 122"/>
              <a:gd name="T46" fmla="*/ 55 w 106"/>
              <a:gd name="T47" fmla="*/ 24 h 122"/>
              <a:gd name="T48" fmla="*/ 76 w 106"/>
              <a:gd name="T49" fmla="*/ 20 h 122"/>
              <a:gd name="T50" fmla="*/ 79 w 106"/>
              <a:gd name="T51" fmla="*/ 0 h 122"/>
              <a:gd name="T52" fmla="*/ 72 w 106"/>
              <a:gd name="T53" fmla="*/ 17 h 122"/>
              <a:gd name="T54" fmla="*/ 55 w 106"/>
              <a:gd name="T55" fmla="*/ 24 h 122"/>
              <a:gd name="T56" fmla="*/ 55 w 106"/>
              <a:gd name="T57" fmla="*/ 28 h 122"/>
              <a:gd name="T58" fmla="*/ 79 w 106"/>
              <a:gd name="T59" fmla="*/ 51 h 122"/>
              <a:gd name="T60" fmla="*/ 55 w 106"/>
              <a:gd name="T61" fmla="*/ 51 h 122"/>
              <a:gd name="T62" fmla="*/ 76 w 106"/>
              <a:gd name="T63" fmla="*/ 48 h 122"/>
              <a:gd name="T64" fmla="*/ 79 w 106"/>
              <a:gd name="T65" fmla="*/ 28 h 122"/>
              <a:gd name="T66" fmla="*/ 72 w 106"/>
              <a:gd name="T67" fmla="*/ 45 h 122"/>
              <a:gd name="T68" fmla="*/ 55 w 106"/>
              <a:gd name="T69" fmla="*/ 51 h 122"/>
              <a:gd name="T70" fmla="*/ 79 w 106"/>
              <a:gd name="T71" fmla="*/ 98 h 122"/>
              <a:gd name="T72" fmla="*/ 55 w 106"/>
              <a:gd name="T73" fmla="*/ 122 h 122"/>
              <a:gd name="T74" fmla="*/ 55 w 106"/>
              <a:gd name="T75" fmla="*/ 122 h 122"/>
              <a:gd name="T76" fmla="*/ 76 w 106"/>
              <a:gd name="T77" fmla="*/ 118 h 122"/>
              <a:gd name="T78" fmla="*/ 79 w 106"/>
              <a:gd name="T79" fmla="*/ 98 h 122"/>
              <a:gd name="T80" fmla="*/ 72 w 106"/>
              <a:gd name="T81" fmla="*/ 115 h 122"/>
              <a:gd name="T82" fmla="*/ 55 w 106"/>
              <a:gd name="T83" fmla="*/ 122 h 122"/>
              <a:gd name="T84" fmla="*/ 82 w 106"/>
              <a:gd name="T85" fmla="*/ 28 h 122"/>
              <a:gd name="T86" fmla="*/ 106 w 106"/>
              <a:gd name="T87" fmla="*/ 51 h 122"/>
              <a:gd name="T88" fmla="*/ 82 w 106"/>
              <a:gd name="T89" fmla="*/ 51 h 122"/>
              <a:gd name="T90" fmla="*/ 103 w 106"/>
              <a:gd name="T91" fmla="*/ 48 h 122"/>
              <a:gd name="T92" fmla="*/ 106 w 106"/>
              <a:gd name="T93" fmla="*/ 28 h 122"/>
              <a:gd name="T94" fmla="*/ 100 w 106"/>
              <a:gd name="T95" fmla="*/ 45 h 122"/>
              <a:gd name="T96" fmla="*/ 82 w 106"/>
              <a:gd name="T97" fmla="*/ 51 h 122"/>
              <a:gd name="T98" fmla="*/ 82 w 106"/>
              <a:gd name="T99" fmla="*/ 55 h 122"/>
              <a:gd name="T100" fmla="*/ 106 w 106"/>
              <a:gd name="T101" fmla="*/ 79 h 122"/>
              <a:gd name="T102" fmla="*/ 82 w 106"/>
              <a:gd name="T103" fmla="*/ 79 h 122"/>
              <a:gd name="T104" fmla="*/ 103 w 106"/>
              <a:gd name="T105" fmla="*/ 75 h 122"/>
              <a:gd name="T106" fmla="*/ 106 w 106"/>
              <a:gd name="T107" fmla="*/ 55 h 122"/>
              <a:gd name="T108" fmla="*/ 100 w 106"/>
              <a:gd name="T109" fmla="*/ 72 h 122"/>
              <a:gd name="T110" fmla="*/ 82 w 106"/>
              <a:gd name="T111" fmla="*/ 79 h 1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06" h="122">
                <a:moveTo>
                  <a:pt x="0" y="98"/>
                </a:moveTo>
                <a:lnTo>
                  <a:pt x="24" y="98"/>
                </a:lnTo>
                <a:lnTo>
                  <a:pt x="24" y="122"/>
                </a:lnTo>
                <a:lnTo>
                  <a:pt x="0" y="122"/>
                </a:lnTo>
                <a:lnTo>
                  <a:pt x="0" y="98"/>
                </a:lnTo>
                <a:close/>
                <a:moveTo>
                  <a:pt x="0" y="122"/>
                </a:moveTo>
                <a:lnTo>
                  <a:pt x="7" y="118"/>
                </a:lnTo>
                <a:lnTo>
                  <a:pt x="20" y="118"/>
                </a:lnTo>
                <a:lnTo>
                  <a:pt x="20" y="105"/>
                </a:lnTo>
                <a:lnTo>
                  <a:pt x="24" y="98"/>
                </a:lnTo>
                <a:lnTo>
                  <a:pt x="17" y="105"/>
                </a:lnTo>
                <a:lnTo>
                  <a:pt x="17" y="115"/>
                </a:lnTo>
                <a:lnTo>
                  <a:pt x="7" y="115"/>
                </a:lnTo>
                <a:lnTo>
                  <a:pt x="0" y="122"/>
                </a:lnTo>
                <a:close/>
                <a:moveTo>
                  <a:pt x="28" y="94"/>
                </a:moveTo>
                <a:lnTo>
                  <a:pt x="28" y="71"/>
                </a:lnTo>
                <a:lnTo>
                  <a:pt x="51" y="71"/>
                </a:lnTo>
                <a:lnTo>
                  <a:pt x="51" y="94"/>
                </a:lnTo>
                <a:lnTo>
                  <a:pt x="28" y="94"/>
                </a:lnTo>
                <a:close/>
                <a:moveTo>
                  <a:pt x="28" y="94"/>
                </a:moveTo>
                <a:lnTo>
                  <a:pt x="34" y="91"/>
                </a:lnTo>
                <a:lnTo>
                  <a:pt x="48" y="91"/>
                </a:lnTo>
                <a:lnTo>
                  <a:pt x="48" y="77"/>
                </a:lnTo>
                <a:lnTo>
                  <a:pt x="51" y="71"/>
                </a:lnTo>
                <a:lnTo>
                  <a:pt x="45" y="77"/>
                </a:lnTo>
                <a:lnTo>
                  <a:pt x="45" y="88"/>
                </a:lnTo>
                <a:lnTo>
                  <a:pt x="34" y="88"/>
                </a:lnTo>
                <a:lnTo>
                  <a:pt x="28" y="94"/>
                </a:lnTo>
                <a:close/>
                <a:moveTo>
                  <a:pt x="28" y="98"/>
                </a:moveTo>
                <a:lnTo>
                  <a:pt x="51" y="98"/>
                </a:lnTo>
                <a:lnTo>
                  <a:pt x="51" y="122"/>
                </a:lnTo>
                <a:lnTo>
                  <a:pt x="28" y="122"/>
                </a:lnTo>
                <a:lnTo>
                  <a:pt x="28" y="98"/>
                </a:lnTo>
                <a:close/>
                <a:moveTo>
                  <a:pt x="28" y="122"/>
                </a:moveTo>
                <a:lnTo>
                  <a:pt x="34" y="118"/>
                </a:lnTo>
                <a:lnTo>
                  <a:pt x="48" y="118"/>
                </a:lnTo>
                <a:lnTo>
                  <a:pt x="48" y="105"/>
                </a:lnTo>
                <a:lnTo>
                  <a:pt x="51" y="98"/>
                </a:lnTo>
                <a:lnTo>
                  <a:pt x="45" y="105"/>
                </a:lnTo>
                <a:lnTo>
                  <a:pt x="45" y="115"/>
                </a:lnTo>
                <a:lnTo>
                  <a:pt x="34" y="115"/>
                </a:lnTo>
                <a:lnTo>
                  <a:pt x="28" y="122"/>
                </a:lnTo>
                <a:close/>
                <a:moveTo>
                  <a:pt x="55" y="24"/>
                </a:moveTo>
                <a:lnTo>
                  <a:pt x="55" y="0"/>
                </a:lnTo>
                <a:lnTo>
                  <a:pt x="79" y="0"/>
                </a:lnTo>
                <a:lnTo>
                  <a:pt x="79" y="24"/>
                </a:lnTo>
                <a:lnTo>
                  <a:pt x="55" y="24"/>
                </a:lnTo>
                <a:close/>
                <a:moveTo>
                  <a:pt x="55" y="24"/>
                </a:moveTo>
                <a:lnTo>
                  <a:pt x="62" y="20"/>
                </a:lnTo>
                <a:lnTo>
                  <a:pt x="76" y="20"/>
                </a:lnTo>
                <a:lnTo>
                  <a:pt x="76" y="7"/>
                </a:lnTo>
                <a:lnTo>
                  <a:pt x="79" y="0"/>
                </a:lnTo>
                <a:lnTo>
                  <a:pt x="72" y="7"/>
                </a:lnTo>
                <a:lnTo>
                  <a:pt x="72" y="17"/>
                </a:lnTo>
                <a:lnTo>
                  <a:pt x="62" y="17"/>
                </a:lnTo>
                <a:lnTo>
                  <a:pt x="55" y="24"/>
                </a:lnTo>
                <a:close/>
                <a:moveTo>
                  <a:pt x="55" y="51"/>
                </a:moveTo>
                <a:lnTo>
                  <a:pt x="55" y="28"/>
                </a:lnTo>
                <a:lnTo>
                  <a:pt x="79" y="28"/>
                </a:lnTo>
                <a:lnTo>
                  <a:pt x="79" y="51"/>
                </a:lnTo>
                <a:lnTo>
                  <a:pt x="55" y="51"/>
                </a:lnTo>
                <a:close/>
                <a:moveTo>
                  <a:pt x="55" y="51"/>
                </a:moveTo>
                <a:lnTo>
                  <a:pt x="62" y="48"/>
                </a:lnTo>
                <a:lnTo>
                  <a:pt x="76" y="48"/>
                </a:lnTo>
                <a:lnTo>
                  <a:pt x="76" y="34"/>
                </a:lnTo>
                <a:lnTo>
                  <a:pt x="79" y="28"/>
                </a:lnTo>
                <a:lnTo>
                  <a:pt x="72" y="34"/>
                </a:lnTo>
                <a:lnTo>
                  <a:pt x="72" y="45"/>
                </a:lnTo>
                <a:lnTo>
                  <a:pt x="62" y="45"/>
                </a:lnTo>
                <a:lnTo>
                  <a:pt x="55" y="51"/>
                </a:lnTo>
                <a:close/>
                <a:moveTo>
                  <a:pt x="55" y="98"/>
                </a:moveTo>
                <a:lnTo>
                  <a:pt x="79" y="98"/>
                </a:lnTo>
                <a:lnTo>
                  <a:pt x="79" y="122"/>
                </a:lnTo>
                <a:lnTo>
                  <a:pt x="55" y="122"/>
                </a:lnTo>
                <a:lnTo>
                  <a:pt x="55" y="98"/>
                </a:lnTo>
                <a:close/>
                <a:moveTo>
                  <a:pt x="55" y="122"/>
                </a:moveTo>
                <a:lnTo>
                  <a:pt x="62" y="118"/>
                </a:lnTo>
                <a:lnTo>
                  <a:pt x="76" y="118"/>
                </a:lnTo>
                <a:lnTo>
                  <a:pt x="76" y="105"/>
                </a:lnTo>
                <a:lnTo>
                  <a:pt x="79" y="98"/>
                </a:lnTo>
                <a:lnTo>
                  <a:pt x="72" y="105"/>
                </a:lnTo>
                <a:lnTo>
                  <a:pt x="72" y="115"/>
                </a:lnTo>
                <a:lnTo>
                  <a:pt x="62" y="115"/>
                </a:lnTo>
                <a:lnTo>
                  <a:pt x="55" y="122"/>
                </a:lnTo>
                <a:close/>
                <a:moveTo>
                  <a:pt x="82" y="51"/>
                </a:moveTo>
                <a:lnTo>
                  <a:pt x="82" y="28"/>
                </a:lnTo>
                <a:lnTo>
                  <a:pt x="106" y="28"/>
                </a:lnTo>
                <a:lnTo>
                  <a:pt x="106" y="51"/>
                </a:lnTo>
                <a:lnTo>
                  <a:pt x="82" y="51"/>
                </a:lnTo>
                <a:close/>
                <a:moveTo>
                  <a:pt x="82" y="51"/>
                </a:moveTo>
                <a:lnTo>
                  <a:pt x="89" y="48"/>
                </a:lnTo>
                <a:lnTo>
                  <a:pt x="103" y="48"/>
                </a:lnTo>
                <a:lnTo>
                  <a:pt x="103" y="34"/>
                </a:lnTo>
                <a:lnTo>
                  <a:pt x="106" y="28"/>
                </a:lnTo>
                <a:lnTo>
                  <a:pt x="100" y="34"/>
                </a:lnTo>
                <a:lnTo>
                  <a:pt x="100" y="45"/>
                </a:lnTo>
                <a:lnTo>
                  <a:pt x="89" y="45"/>
                </a:lnTo>
                <a:lnTo>
                  <a:pt x="82" y="51"/>
                </a:lnTo>
                <a:close/>
                <a:moveTo>
                  <a:pt x="82" y="79"/>
                </a:moveTo>
                <a:lnTo>
                  <a:pt x="82" y="55"/>
                </a:lnTo>
                <a:lnTo>
                  <a:pt x="106" y="55"/>
                </a:lnTo>
                <a:lnTo>
                  <a:pt x="106" y="79"/>
                </a:lnTo>
                <a:lnTo>
                  <a:pt x="82" y="79"/>
                </a:lnTo>
                <a:close/>
                <a:moveTo>
                  <a:pt x="82" y="79"/>
                </a:moveTo>
                <a:lnTo>
                  <a:pt x="89" y="75"/>
                </a:lnTo>
                <a:lnTo>
                  <a:pt x="103" y="75"/>
                </a:lnTo>
                <a:lnTo>
                  <a:pt x="103" y="62"/>
                </a:lnTo>
                <a:lnTo>
                  <a:pt x="106" y="55"/>
                </a:lnTo>
                <a:lnTo>
                  <a:pt x="100" y="62"/>
                </a:lnTo>
                <a:lnTo>
                  <a:pt x="100" y="72"/>
                </a:lnTo>
                <a:lnTo>
                  <a:pt x="89" y="72"/>
                </a:lnTo>
                <a:lnTo>
                  <a:pt x="82" y="7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3" name="Freeform 15"/>
          <p:cNvSpPr>
            <a:spLocks noEditPoints="1"/>
          </p:cNvSpPr>
          <p:nvPr/>
        </p:nvSpPr>
        <p:spPr bwMode="auto">
          <a:xfrm>
            <a:off x="5204566" y="1705621"/>
            <a:ext cx="301869" cy="312728"/>
          </a:xfrm>
          <a:custGeom>
            <a:avLst/>
            <a:gdLst>
              <a:gd name="T0" fmla="*/ 0 w 209"/>
              <a:gd name="T1" fmla="*/ 0 h 218"/>
              <a:gd name="T2" fmla="*/ 209 w 209"/>
              <a:gd name="T3" fmla="*/ 218 h 218"/>
              <a:gd name="T4" fmla="*/ 16 w 209"/>
              <a:gd name="T5" fmla="*/ 34 h 218"/>
              <a:gd name="T6" fmla="*/ 37 w 209"/>
              <a:gd name="T7" fmla="*/ 15 h 218"/>
              <a:gd name="T8" fmla="*/ 16 w 209"/>
              <a:gd name="T9" fmla="*/ 34 h 218"/>
              <a:gd name="T10" fmla="*/ 37 w 209"/>
              <a:gd name="T11" fmla="*/ 68 h 218"/>
              <a:gd name="T12" fmla="*/ 16 w 209"/>
              <a:gd name="T13" fmla="*/ 49 h 218"/>
              <a:gd name="T14" fmla="*/ 16 w 209"/>
              <a:gd name="T15" fmla="*/ 101 h 218"/>
              <a:gd name="T16" fmla="*/ 37 w 209"/>
              <a:gd name="T17" fmla="*/ 82 h 218"/>
              <a:gd name="T18" fmla="*/ 16 w 209"/>
              <a:gd name="T19" fmla="*/ 101 h 218"/>
              <a:gd name="T20" fmla="*/ 37 w 209"/>
              <a:gd name="T21" fmla="*/ 135 h 218"/>
              <a:gd name="T22" fmla="*/ 16 w 209"/>
              <a:gd name="T23" fmla="*/ 116 h 218"/>
              <a:gd name="T24" fmla="*/ 16 w 209"/>
              <a:gd name="T25" fmla="*/ 169 h 218"/>
              <a:gd name="T26" fmla="*/ 37 w 209"/>
              <a:gd name="T27" fmla="*/ 149 h 218"/>
              <a:gd name="T28" fmla="*/ 16 w 209"/>
              <a:gd name="T29" fmla="*/ 169 h 218"/>
              <a:gd name="T30" fmla="*/ 16 w 209"/>
              <a:gd name="T31" fmla="*/ 202 h 218"/>
              <a:gd name="T32" fmla="*/ 37 w 209"/>
              <a:gd name="T33" fmla="*/ 183 h 218"/>
              <a:gd name="T34" fmla="*/ 53 w 209"/>
              <a:gd name="T35" fmla="*/ 97 h 218"/>
              <a:gd name="T36" fmla="*/ 58 w 209"/>
              <a:gd name="T37" fmla="*/ 101 h 218"/>
              <a:gd name="T38" fmla="*/ 155 w 209"/>
              <a:gd name="T39" fmla="*/ 100 h 218"/>
              <a:gd name="T40" fmla="*/ 156 w 209"/>
              <a:gd name="T41" fmla="*/ 20 h 218"/>
              <a:gd name="T42" fmla="*/ 151 w 209"/>
              <a:gd name="T43" fmla="*/ 15 h 218"/>
              <a:gd name="T44" fmla="*/ 54 w 209"/>
              <a:gd name="T45" fmla="*/ 17 h 218"/>
              <a:gd name="T46" fmla="*/ 53 w 209"/>
              <a:gd name="T47" fmla="*/ 97 h 218"/>
              <a:gd name="T48" fmla="*/ 54 w 209"/>
              <a:gd name="T49" fmla="*/ 201 h 218"/>
              <a:gd name="T50" fmla="*/ 151 w 209"/>
              <a:gd name="T51" fmla="*/ 202 h 218"/>
              <a:gd name="T52" fmla="*/ 156 w 209"/>
              <a:gd name="T53" fmla="*/ 197 h 218"/>
              <a:gd name="T54" fmla="*/ 155 w 209"/>
              <a:gd name="T55" fmla="*/ 117 h 218"/>
              <a:gd name="T56" fmla="*/ 58 w 209"/>
              <a:gd name="T57" fmla="*/ 116 h 218"/>
              <a:gd name="T58" fmla="*/ 53 w 209"/>
              <a:gd name="T59" fmla="*/ 121 h 218"/>
              <a:gd name="T60" fmla="*/ 172 w 209"/>
              <a:gd name="T61" fmla="*/ 34 h 218"/>
              <a:gd name="T62" fmla="*/ 193 w 209"/>
              <a:gd name="T63" fmla="*/ 15 h 218"/>
              <a:gd name="T64" fmla="*/ 172 w 209"/>
              <a:gd name="T65" fmla="*/ 34 h 218"/>
              <a:gd name="T66" fmla="*/ 193 w 209"/>
              <a:gd name="T67" fmla="*/ 68 h 218"/>
              <a:gd name="T68" fmla="*/ 172 w 209"/>
              <a:gd name="T69" fmla="*/ 49 h 218"/>
              <a:gd name="T70" fmla="*/ 172 w 209"/>
              <a:gd name="T71" fmla="*/ 101 h 218"/>
              <a:gd name="T72" fmla="*/ 193 w 209"/>
              <a:gd name="T73" fmla="*/ 82 h 218"/>
              <a:gd name="T74" fmla="*/ 172 w 209"/>
              <a:gd name="T75" fmla="*/ 101 h 218"/>
              <a:gd name="T76" fmla="*/ 193 w 209"/>
              <a:gd name="T77" fmla="*/ 135 h 218"/>
              <a:gd name="T78" fmla="*/ 172 w 209"/>
              <a:gd name="T79" fmla="*/ 116 h 218"/>
              <a:gd name="T80" fmla="*/ 172 w 209"/>
              <a:gd name="T81" fmla="*/ 169 h 218"/>
              <a:gd name="T82" fmla="*/ 193 w 209"/>
              <a:gd name="T83" fmla="*/ 149 h 218"/>
              <a:gd name="T84" fmla="*/ 172 w 209"/>
              <a:gd name="T85" fmla="*/ 169 h 218"/>
              <a:gd name="T86" fmla="*/ 172 w 209"/>
              <a:gd name="T87" fmla="*/ 202 h 218"/>
              <a:gd name="T88" fmla="*/ 193 w 209"/>
              <a:gd name="T89" fmla="*/ 183 h 2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209" h="218">
                <a:moveTo>
                  <a:pt x="0" y="218"/>
                </a:moveTo>
                <a:cubicBezTo>
                  <a:pt x="0" y="0"/>
                  <a:pt x="0" y="0"/>
                  <a:pt x="0" y="0"/>
                </a:cubicBezTo>
                <a:cubicBezTo>
                  <a:pt x="209" y="0"/>
                  <a:pt x="209" y="0"/>
                  <a:pt x="209" y="0"/>
                </a:cubicBezTo>
                <a:cubicBezTo>
                  <a:pt x="209" y="218"/>
                  <a:pt x="209" y="218"/>
                  <a:pt x="209" y="218"/>
                </a:cubicBezTo>
                <a:lnTo>
                  <a:pt x="0" y="218"/>
                </a:lnTo>
                <a:close/>
                <a:moveTo>
                  <a:pt x="16" y="34"/>
                </a:moveTo>
                <a:cubicBezTo>
                  <a:pt x="37" y="34"/>
                  <a:pt x="37" y="34"/>
                  <a:pt x="37" y="34"/>
                </a:cubicBezTo>
                <a:cubicBezTo>
                  <a:pt x="37" y="15"/>
                  <a:pt x="37" y="15"/>
                  <a:pt x="37" y="15"/>
                </a:cubicBezTo>
                <a:cubicBezTo>
                  <a:pt x="16" y="15"/>
                  <a:pt x="16" y="15"/>
                  <a:pt x="16" y="15"/>
                </a:cubicBezTo>
                <a:lnTo>
                  <a:pt x="16" y="34"/>
                </a:lnTo>
                <a:close/>
                <a:moveTo>
                  <a:pt x="16" y="68"/>
                </a:moveTo>
                <a:cubicBezTo>
                  <a:pt x="37" y="68"/>
                  <a:pt x="37" y="68"/>
                  <a:pt x="37" y="68"/>
                </a:cubicBezTo>
                <a:cubicBezTo>
                  <a:pt x="37" y="49"/>
                  <a:pt x="37" y="49"/>
                  <a:pt x="37" y="49"/>
                </a:cubicBezTo>
                <a:cubicBezTo>
                  <a:pt x="16" y="49"/>
                  <a:pt x="16" y="49"/>
                  <a:pt x="16" y="49"/>
                </a:cubicBezTo>
                <a:lnTo>
                  <a:pt x="16" y="68"/>
                </a:lnTo>
                <a:close/>
                <a:moveTo>
                  <a:pt x="16" y="101"/>
                </a:moveTo>
                <a:cubicBezTo>
                  <a:pt x="37" y="101"/>
                  <a:pt x="37" y="101"/>
                  <a:pt x="37" y="101"/>
                </a:cubicBezTo>
                <a:cubicBezTo>
                  <a:pt x="37" y="82"/>
                  <a:pt x="37" y="82"/>
                  <a:pt x="37" y="82"/>
                </a:cubicBezTo>
                <a:cubicBezTo>
                  <a:pt x="16" y="82"/>
                  <a:pt x="16" y="82"/>
                  <a:pt x="16" y="82"/>
                </a:cubicBezTo>
                <a:lnTo>
                  <a:pt x="16" y="101"/>
                </a:lnTo>
                <a:close/>
                <a:moveTo>
                  <a:pt x="16" y="135"/>
                </a:moveTo>
                <a:cubicBezTo>
                  <a:pt x="37" y="135"/>
                  <a:pt x="37" y="135"/>
                  <a:pt x="37" y="135"/>
                </a:cubicBezTo>
                <a:cubicBezTo>
                  <a:pt x="37" y="116"/>
                  <a:pt x="37" y="116"/>
                  <a:pt x="37" y="116"/>
                </a:cubicBezTo>
                <a:cubicBezTo>
                  <a:pt x="16" y="116"/>
                  <a:pt x="16" y="116"/>
                  <a:pt x="16" y="116"/>
                </a:cubicBezTo>
                <a:lnTo>
                  <a:pt x="16" y="135"/>
                </a:lnTo>
                <a:close/>
                <a:moveTo>
                  <a:pt x="16" y="169"/>
                </a:moveTo>
                <a:cubicBezTo>
                  <a:pt x="37" y="169"/>
                  <a:pt x="37" y="169"/>
                  <a:pt x="37" y="169"/>
                </a:cubicBezTo>
                <a:cubicBezTo>
                  <a:pt x="37" y="149"/>
                  <a:pt x="37" y="149"/>
                  <a:pt x="37" y="149"/>
                </a:cubicBezTo>
                <a:cubicBezTo>
                  <a:pt x="16" y="149"/>
                  <a:pt x="16" y="149"/>
                  <a:pt x="16" y="149"/>
                </a:cubicBezTo>
                <a:lnTo>
                  <a:pt x="16" y="169"/>
                </a:lnTo>
                <a:close/>
                <a:moveTo>
                  <a:pt x="16" y="183"/>
                </a:moveTo>
                <a:cubicBezTo>
                  <a:pt x="16" y="202"/>
                  <a:pt x="16" y="202"/>
                  <a:pt x="16" y="202"/>
                </a:cubicBezTo>
                <a:cubicBezTo>
                  <a:pt x="37" y="202"/>
                  <a:pt x="37" y="202"/>
                  <a:pt x="37" y="202"/>
                </a:cubicBezTo>
                <a:cubicBezTo>
                  <a:pt x="37" y="183"/>
                  <a:pt x="37" y="183"/>
                  <a:pt x="37" y="183"/>
                </a:cubicBezTo>
                <a:lnTo>
                  <a:pt x="16" y="183"/>
                </a:lnTo>
                <a:close/>
                <a:moveTo>
                  <a:pt x="53" y="97"/>
                </a:moveTo>
                <a:cubicBezTo>
                  <a:pt x="53" y="98"/>
                  <a:pt x="53" y="99"/>
                  <a:pt x="54" y="100"/>
                </a:cubicBezTo>
                <a:cubicBezTo>
                  <a:pt x="55" y="101"/>
                  <a:pt x="56" y="101"/>
                  <a:pt x="58" y="101"/>
                </a:cubicBezTo>
                <a:cubicBezTo>
                  <a:pt x="151" y="101"/>
                  <a:pt x="151" y="101"/>
                  <a:pt x="151" y="101"/>
                </a:cubicBezTo>
                <a:cubicBezTo>
                  <a:pt x="153" y="101"/>
                  <a:pt x="154" y="101"/>
                  <a:pt x="155" y="100"/>
                </a:cubicBezTo>
                <a:cubicBezTo>
                  <a:pt x="156" y="99"/>
                  <a:pt x="156" y="98"/>
                  <a:pt x="156" y="97"/>
                </a:cubicBezTo>
                <a:cubicBezTo>
                  <a:pt x="156" y="20"/>
                  <a:pt x="156" y="20"/>
                  <a:pt x="156" y="20"/>
                </a:cubicBezTo>
                <a:cubicBezTo>
                  <a:pt x="156" y="19"/>
                  <a:pt x="156" y="18"/>
                  <a:pt x="155" y="17"/>
                </a:cubicBezTo>
                <a:cubicBezTo>
                  <a:pt x="154" y="16"/>
                  <a:pt x="153" y="15"/>
                  <a:pt x="151" y="15"/>
                </a:cubicBezTo>
                <a:cubicBezTo>
                  <a:pt x="58" y="15"/>
                  <a:pt x="58" y="15"/>
                  <a:pt x="58" y="15"/>
                </a:cubicBezTo>
                <a:cubicBezTo>
                  <a:pt x="56" y="15"/>
                  <a:pt x="55" y="16"/>
                  <a:pt x="54" y="17"/>
                </a:cubicBezTo>
                <a:cubicBezTo>
                  <a:pt x="53" y="18"/>
                  <a:pt x="53" y="19"/>
                  <a:pt x="53" y="20"/>
                </a:cubicBezTo>
                <a:lnTo>
                  <a:pt x="53" y="97"/>
                </a:lnTo>
                <a:close/>
                <a:moveTo>
                  <a:pt x="53" y="197"/>
                </a:moveTo>
                <a:cubicBezTo>
                  <a:pt x="53" y="198"/>
                  <a:pt x="53" y="200"/>
                  <a:pt x="54" y="201"/>
                </a:cubicBezTo>
                <a:cubicBezTo>
                  <a:pt x="55" y="202"/>
                  <a:pt x="56" y="202"/>
                  <a:pt x="58" y="202"/>
                </a:cubicBezTo>
                <a:cubicBezTo>
                  <a:pt x="151" y="202"/>
                  <a:pt x="151" y="202"/>
                  <a:pt x="151" y="202"/>
                </a:cubicBezTo>
                <a:cubicBezTo>
                  <a:pt x="153" y="202"/>
                  <a:pt x="154" y="202"/>
                  <a:pt x="155" y="201"/>
                </a:cubicBezTo>
                <a:cubicBezTo>
                  <a:pt x="156" y="200"/>
                  <a:pt x="156" y="198"/>
                  <a:pt x="156" y="197"/>
                </a:cubicBezTo>
                <a:cubicBezTo>
                  <a:pt x="156" y="121"/>
                  <a:pt x="156" y="121"/>
                  <a:pt x="156" y="121"/>
                </a:cubicBezTo>
                <a:cubicBezTo>
                  <a:pt x="156" y="119"/>
                  <a:pt x="156" y="118"/>
                  <a:pt x="155" y="117"/>
                </a:cubicBezTo>
                <a:cubicBezTo>
                  <a:pt x="154" y="116"/>
                  <a:pt x="153" y="116"/>
                  <a:pt x="151" y="116"/>
                </a:cubicBezTo>
                <a:cubicBezTo>
                  <a:pt x="58" y="116"/>
                  <a:pt x="58" y="116"/>
                  <a:pt x="58" y="116"/>
                </a:cubicBezTo>
                <a:cubicBezTo>
                  <a:pt x="56" y="116"/>
                  <a:pt x="55" y="116"/>
                  <a:pt x="54" y="117"/>
                </a:cubicBezTo>
                <a:cubicBezTo>
                  <a:pt x="53" y="118"/>
                  <a:pt x="53" y="119"/>
                  <a:pt x="53" y="121"/>
                </a:cubicBezTo>
                <a:lnTo>
                  <a:pt x="53" y="197"/>
                </a:lnTo>
                <a:close/>
                <a:moveTo>
                  <a:pt x="172" y="34"/>
                </a:moveTo>
                <a:cubicBezTo>
                  <a:pt x="193" y="34"/>
                  <a:pt x="193" y="34"/>
                  <a:pt x="193" y="34"/>
                </a:cubicBezTo>
                <a:cubicBezTo>
                  <a:pt x="193" y="15"/>
                  <a:pt x="193" y="15"/>
                  <a:pt x="193" y="15"/>
                </a:cubicBezTo>
                <a:cubicBezTo>
                  <a:pt x="172" y="15"/>
                  <a:pt x="172" y="15"/>
                  <a:pt x="172" y="15"/>
                </a:cubicBezTo>
                <a:lnTo>
                  <a:pt x="172" y="34"/>
                </a:lnTo>
                <a:close/>
                <a:moveTo>
                  <a:pt x="172" y="68"/>
                </a:moveTo>
                <a:cubicBezTo>
                  <a:pt x="193" y="68"/>
                  <a:pt x="193" y="68"/>
                  <a:pt x="193" y="68"/>
                </a:cubicBezTo>
                <a:cubicBezTo>
                  <a:pt x="193" y="49"/>
                  <a:pt x="193" y="49"/>
                  <a:pt x="193" y="49"/>
                </a:cubicBezTo>
                <a:cubicBezTo>
                  <a:pt x="172" y="49"/>
                  <a:pt x="172" y="49"/>
                  <a:pt x="172" y="49"/>
                </a:cubicBezTo>
                <a:lnTo>
                  <a:pt x="172" y="68"/>
                </a:lnTo>
                <a:close/>
                <a:moveTo>
                  <a:pt x="172" y="101"/>
                </a:moveTo>
                <a:cubicBezTo>
                  <a:pt x="193" y="101"/>
                  <a:pt x="193" y="101"/>
                  <a:pt x="193" y="101"/>
                </a:cubicBezTo>
                <a:cubicBezTo>
                  <a:pt x="193" y="82"/>
                  <a:pt x="193" y="82"/>
                  <a:pt x="193" y="82"/>
                </a:cubicBezTo>
                <a:cubicBezTo>
                  <a:pt x="172" y="82"/>
                  <a:pt x="172" y="82"/>
                  <a:pt x="172" y="82"/>
                </a:cubicBezTo>
                <a:lnTo>
                  <a:pt x="172" y="101"/>
                </a:lnTo>
                <a:close/>
                <a:moveTo>
                  <a:pt x="172" y="135"/>
                </a:moveTo>
                <a:cubicBezTo>
                  <a:pt x="193" y="135"/>
                  <a:pt x="193" y="135"/>
                  <a:pt x="193" y="135"/>
                </a:cubicBezTo>
                <a:cubicBezTo>
                  <a:pt x="193" y="116"/>
                  <a:pt x="193" y="116"/>
                  <a:pt x="193" y="116"/>
                </a:cubicBezTo>
                <a:cubicBezTo>
                  <a:pt x="172" y="116"/>
                  <a:pt x="172" y="116"/>
                  <a:pt x="172" y="116"/>
                </a:cubicBezTo>
                <a:lnTo>
                  <a:pt x="172" y="135"/>
                </a:lnTo>
                <a:close/>
                <a:moveTo>
                  <a:pt x="172" y="169"/>
                </a:moveTo>
                <a:cubicBezTo>
                  <a:pt x="193" y="169"/>
                  <a:pt x="193" y="169"/>
                  <a:pt x="193" y="169"/>
                </a:cubicBezTo>
                <a:cubicBezTo>
                  <a:pt x="193" y="149"/>
                  <a:pt x="193" y="149"/>
                  <a:pt x="193" y="149"/>
                </a:cubicBezTo>
                <a:cubicBezTo>
                  <a:pt x="172" y="149"/>
                  <a:pt x="172" y="149"/>
                  <a:pt x="172" y="149"/>
                </a:cubicBezTo>
                <a:lnTo>
                  <a:pt x="172" y="169"/>
                </a:lnTo>
                <a:close/>
                <a:moveTo>
                  <a:pt x="172" y="183"/>
                </a:moveTo>
                <a:cubicBezTo>
                  <a:pt x="172" y="202"/>
                  <a:pt x="172" y="202"/>
                  <a:pt x="172" y="202"/>
                </a:cubicBezTo>
                <a:cubicBezTo>
                  <a:pt x="193" y="202"/>
                  <a:pt x="193" y="202"/>
                  <a:pt x="193" y="202"/>
                </a:cubicBezTo>
                <a:cubicBezTo>
                  <a:pt x="193" y="183"/>
                  <a:pt x="193" y="183"/>
                  <a:pt x="193" y="183"/>
                </a:cubicBezTo>
                <a:lnTo>
                  <a:pt x="172" y="18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4" name="Freeform 16"/>
          <p:cNvSpPr>
            <a:spLocks noEditPoints="1"/>
          </p:cNvSpPr>
          <p:nvPr/>
        </p:nvSpPr>
        <p:spPr bwMode="auto">
          <a:xfrm>
            <a:off x="5714919" y="1727339"/>
            <a:ext cx="327931" cy="269293"/>
          </a:xfrm>
          <a:custGeom>
            <a:avLst/>
            <a:gdLst>
              <a:gd name="T0" fmla="*/ 0 w 229"/>
              <a:gd name="T1" fmla="*/ 187 h 187"/>
              <a:gd name="T2" fmla="*/ 0 w 229"/>
              <a:gd name="T3" fmla="*/ 0 h 187"/>
              <a:gd name="T4" fmla="*/ 229 w 229"/>
              <a:gd name="T5" fmla="*/ 0 h 187"/>
              <a:gd name="T6" fmla="*/ 229 w 229"/>
              <a:gd name="T7" fmla="*/ 187 h 187"/>
              <a:gd name="T8" fmla="*/ 0 w 229"/>
              <a:gd name="T9" fmla="*/ 187 h 187"/>
              <a:gd name="T10" fmla="*/ 10 w 229"/>
              <a:gd name="T11" fmla="*/ 177 h 187"/>
              <a:gd name="T12" fmla="*/ 218 w 229"/>
              <a:gd name="T13" fmla="*/ 177 h 187"/>
              <a:gd name="T14" fmla="*/ 218 w 229"/>
              <a:gd name="T15" fmla="*/ 11 h 187"/>
              <a:gd name="T16" fmla="*/ 10 w 229"/>
              <a:gd name="T17" fmla="*/ 11 h 187"/>
              <a:gd name="T18" fmla="*/ 10 w 229"/>
              <a:gd name="T19" fmla="*/ 177 h 187"/>
              <a:gd name="T20" fmla="*/ 63 w 229"/>
              <a:gd name="T21" fmla="*/ 36 h 187"/>
              <a:gd name="T22" fmla="*/ 77 w 229"/>
              <a:gd name="T23" fmla="*/ 43 h 187"/>
              <a:gd name="T24" fmla="*/ 83 w 229"/>
              <a:gd name="T25" fmla="*/ 57 h 187"/>
              <a:gd name="T26" fmla="*/ 77 w 229"/>
              <a:gd name="T27" fmla="*/ 72 h 187"/>
              <a:gd name="T28" fmla="*/ 63 w 229"/>
              <a:gd name="T29" fmla="*/ 78 h 187"/>
              <a:gd name="T30" fmla="*/ 48 w 229"/>
              <a:gd name="T31" fmla="*/ 72 h 187"/>
              <a:gd name="T32" fmla="*/ 42 w 229"/>
              <a:gd name="T33" fmla="*/ 57 h 187"/>
              <a:gd name="T34" fmla="*/ 48 w 229"/>
              <a:gd name="T35" fmla="*/ 43 h 187"/>
              <a:gd name="T36" fmla="*/ 63 w 229"/>
              <a:gd name="T37" fmla="*/ 36 h 187"/>
              <a:gd name="T38" fmla="*/ 42 w 229"/>
              <a:gd name="T39" fmla="*/ 156 h 187"/>
              <a:gd name="T40" fmla="*/ 99 w 229"/>
              <a:gd name="T41" fmla="*/ 99 h 187"/>
              <a:gd name="T42" fmla="*/ 135 w 229"/>
              <a:gd name="T43" fmla="*/ 135 h 187"/>
              <a:gd name="T44" fmla="*/ 172 w 229"/>
              <a:gd name="T45" fmla="*/ 62 h 187"/>
              <a:gd name="T46" fmla="*/ 198 w 229"/>
              <a:gd name="T47" fmla="*/ 114 h 187"/>
              <a:gd name="T48" fmla="*/ 198 w 229"/>
              <a:gd name="T49" fmla="*/ 156 h 187"/>
              <a:gd name="T50" fmla="*/ 42 w 229"/>
              <a:gd name="T51" fmla="*/ 156 h 1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229" h="187">
                <a:moveTo>
                  <a:pt x="0" y="187"/>
                </a:moveTo>
                <a:cubicBezTo>
                  <a:pt x="0" y="0"/>
                  <a:pt x="0" y="0"/>
                  <a:pt x="0" y="0"/>
                </a:cubicBezTo>
                <a:cubicBezTo>
                  <a:pt x="229" y="0"/>
                  <a:pt x="229" y="0"/>
                  <a:pt x="229" y="0"/>
                </a:cubicBezTo>
                <a:cubicBezTo>
                  <a:pt x="229" y="187"/>
                  <a:pt x="229" y="187"/>
                  <a:pt x="229" y="187"/>
                </a:cubicBezTo>
                <a:lnTo>
                  <a:pt x="0" y="187"/>
                </a:lnTo>
                <a:close/>
                <a:moveTo>
                  <a:pt x="10" y="177"/>
                </a:moveTo>
                <a:cubicBezTo>
                  <a:pt x="218" y="177"/>
                  <a:pt x="218" y="177"/>
                  <a:pt x="218" y="177"/>
                </a:cubicBezTo>
                <a:cubicBezTo>
                  <a:pt x="218" y="11"/>
                  <a:pt x="218" y="11"/>
                  <a:pt x="218" y="11"/>
                </a:cubicBezTo>
                <a:cubicBezTo>
                  <a:pt x="10" y="11"/>
                  <a:pt x="10" y="11"/>
                  <a:pt x="10" y="11"/>
                </a:cubicBezTo>
                <a:lnTo>
                  <a:pt x="10" y="177"/>
                </a:lnTo>
                <a:close/>
                <a:moveTo>
                  <a:pt x="63" y="36"/>
                </a:moveTo>
                <a:cubicBezTo>
                  <a:pt x="68" y="36"/>
                  <a:pt x="73" y="38"/>
                  <a:pt x="77" y="43"/>
                </a:cubicBezTo>
                <a:cubicBezTo>
                  <a:pt x="81" y="47"/>
                  <a:pt x="83" y="51"/>
                  <a:pt x="83" y="57"/>
                </a:cubicBezTo>
                <a:cubicBezTo>
                  <a:pt x="83" y="63"/>
                  <a:pt x="81" y="68"/>
                  <a:pt x="77" y="72"/>
                </a:cubicBezTo>
                <a:cubicBezTo>
                  <a:pt x="73" y="76"/>
                  <a:pt x="68" y="78"/>
                  <a:pt x="63" y="78"/>
                </a:cubicBezTo>
                <a:cubicBezTo>
                  <a:pt x="57" y="78"/>
                  <a:pt x="52" y="76"/>
                  <a:pt x="48" y="72"/>
                </a:cubicBezTo>
                <a:cubicBezTo>
                  <a:pt x="44" y="68"/>
                  <a:pt x="42" y="63"/>
                  <a:pt x="42" y="57"/>
                </a:cubicBezTo>
                <a:cubicBezTo>
                  <a:pt x="42" y="51"/>
                  <a:pt x="44" y="47"/>
                  <a:pt x="48" y="43"/>
                </a:cubicBezTo>
                <a:cubicBezTo>
                  <a:pt x="52" y="38"/>
                  <a:pt x="57" y="36"/>
                  <a:pt x="63" y="36"/>
                </a:cubicBezTo>
                <a:close/>
                <a:moveTo>
                  <a:pt x="42" y="156"/>
                </a:moveTo>
                <a:cubicBezTo>
                  <a:pt x="99" y="99"/>
                  <a:pt x="99" y="99"/>
                  <a:pt x="99" y="99"/>
                </a:cubicBezTo>
                <a:cubicBezTo>
                  <a:pt x="135" y="135"/>
                  <a:pt x="135" y="135"/>
                  <a:pt x="135" y="135"/>
                </a:cubicBezTo>
                <a:cubicBezTo>
                  <a:pt x="172" y="62"/>
                  <a:pt x="172" y="62"/>
                  <a:pt x="172" y="62"/>
                </a:cubicBezTo>
                <a:cubicBezTo>
                  <a:pt x="198" y="114"/>
                  <a:pt x="198" y="114"/>
                  <a:pt x="198" y="114"/>
                </a:cubicBezTo>
                <a:cubicBezTo>
                  <a:pt x="198" y="156"/>
                  <a:pt x="198" y="156"/>
                  <a:pt x="198" y="156"/>
                </a:cubicBezTo>
                <a:lnTo>
                  <a:pt x="42" y="15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5" name="Freeform 17"/>
          <p:cNvSpPr>
            <a:spLocks noEditPoints="1"/>
          </p:cNvSpPr>
          <p:nvPr/>
        </p:nvSpPr>
        <p:spPr bwMode="auto">
          <a:xfrm>
            <a:off x="6264365" y="1714309"/>
            <a:ext cx="275809" cy="297527"/>
          </a:xfrm>
          <a:custGeom>
            <a:avLst/>
            <a:gdLst>
              <a:gd name="T0" fmla="*/ 0 w 127"/>
              <a:gd name="T1" fmla="*/ 82 h 137"/>
              <a:gd name="T2" fmla="*/ 24 w 127"/>
              <a:gd name="T3" fmla="*/ 82 h 137"/>
              <a:gd name="T4" fmla="*/ 24 w 127"/>
              <a:gd name="T5" fmla="*/ 137 h 137"/>
              <a:gd name="T6" fmla="*/ 0 w 127"/>
              <a:gd name="T7" fmla="*/ 137 h 137"/>
              <a:gd name="T8" fmla="*/ 0 w 127"/>
              <a:gd name="T9" fmla="*/ 82 h 137"/>
              <a:gd name="T10" fmla="*/ 34 w 127"/>
              <a:gd name="T11" fmla="*/ 137 h 137"/>
              <a:gd name="T12" fmla="*/ 34 w 127"/>
              <a:gd name="T13" fmla="*/ 34 h 137"/>
              <a:gd name="T14" fmla="*/ 59 w 127"/>
              <a:gd name="T15" fmla="*/ 34 h 137"/>
              <a:gd name="T16" fmla="*/ 59 w 127"/>
              <a:gd name="T17" fmla="*/ 137 h 137"/>
              <a:gd name="T18" fmla="*/ 34 w 127"/>
              <a:gd name="T19" fmla="*/ 137 h 137"/>
              <a:gd name="T20" fmla="*/ 69 w 127"/>
              <a:gd name="T21" fmla="*/ 137 h 137"/>
              <a:gd name="T22" fmla="*/ 69 w 127"/>
              <a:gd name="T23" fmla="*/ 0 h 137"/>
              <a:gd name="T24" fmla="*/ 92 w 127"/>
              <a:gd name="T25" fmla="*/ 0 h 137"/>
              <a:gd name="T26" fmla="*/ 92 w 127"/>
              <a:gd name="T27" fmla="*/ 137 h 137"/>
              <a:gd name="T28" fmla="*/ 69 w 127"/>
              <a:gd name="T29" fmla="*/ 137 h 137"/>
              <a:gd name="T30" fmla="*/ 103 w 127"/>
              <a:gd name="T31" fmla="*/ 137 h 137"/>
              <a:gd name="T32" fmla="*/ 103 w 127"/>
              <a:gd name="T33" fmla="*/ 54 h 137"/>
              <a:gd name="T34" fmla="*/ 127 w 127"/>
              <a:gd name="T35" fmla="*/ 54 h 137"/>
              <a:gd name="T36" fmla="*/ 127 w 127"/>
              <a:gd name="T37" fmla="*/ 137 h 137"/>
              <a:gd name="T38" fmla="*/ 103 w 127"/>
              <a:gd name="T39" fmla="*/ 137 h 1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127" h="137">
                <a:moveTo>
                  <a:pt x="0" y="82"/>
                </a:moveTo>
                <a:lnTo>
                  <a:pt x="24" y="82"/>
                </a:lnTo>
                <a:lnTo>
                  <a:pt x="24" y="137"/>
                </a:lnTo>
                <a:lnTo>
                  <a:pt x="0" y="137"/>
                </a:lnTo>
                <a:lnTo>
                  <a:pt x="0" y="82"/>
                </a:lnTo>
                <a:close/>
                <a:moveTo>
                  <a:pt x="34" y="137"/>
                </a:moveTo>
                <a:lnTo>
                  <a:pt x="34" y="34"/>
                </a:lnTo>
                <a:lnTo>
                  <a:pt x="59" y="34"/>
                </a:lnTo>
                <a:lnTo>
                  <a:pt x="59" y="137"/>
                </a:lnTo>
                <a:lnTo>
                  <a:pt x="34" y="137"/>
                </a:lnTo>
                <a:close/>
                <a:moveTo>
                  <a:pt x="69" y="137"/>
                </a:moveTo>
                <a:lnTo>
                  <a:pt x="69" y="0"/>
                </a:lnTo>
                <a:lnTo>
                  <a:pt x="92" y="0"/>
                </a:lnTo>
                <a:lnTo>
                  <a:pt x="92" y="137"/>
                </a:lnTo>
                <a:lnTo>
                  <a:pt x="69" y="137"/>
                </a:lnTo>
                <a:close/>
                <a:moveTo>
                  <a:pt x="103" y="137"/>
                </a:moveTo>
                <a:lnTo>
                  <a:pt x="103" y="54"/>
                </a:lnTo>
                <a:lnTo>
                  <a:pt x="127" y="54"/>
                </a:lnTo>
                <a:lnTo>
                  <a:pt x="127" y="137"/>
                </a:lnTo>
                <a:lnTo>
                  <a:pt x="103" y="13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6" name="Freeform 18"/>
          <p:cNvSpPr>
            <a:spLocks noEditPoints="1"/>
          </p:cNvSpPr>
          <p:nvPr/>
        </p:nvSpPr>
        <p:spPr bwMode="auto">
          <a:xfrm>
            <a:off x="6690020" y="1705622"/>
            <a:ext cx="327931" cy="306213"/>
          </a:xfrm>
          <a:custGeom>
            <a:avLst/>
            <a:gdLst>
              <a:gd name="T0" fmla="*/ 104 w 229"/>
              <a:gd name="T1" fmla="*/ 109 h 213"/>
              <a:gd name="T2" fmla="*/ 178 w 229"/>
              <a:gd name="T3" fmla="*/ 182 h 213"/>
              <a:gd name="T4" fmla="*/ 162 w 229"/>
              <a:gd name="T5" fmla="*/ 195 h 213"/>
              <a:gd name="T6" fmla="*/ 144 w 229"/>
              <a:gd name="T7" fmla="*/ 205 h 213"/>
              <a:gd name="T8" fmla="*/ 125 w 229"/>
              <a:gd name="T9" fmla="*/ 211 h 213"/>
              <a:gd name="T10" fmla="*/ 104 w 229"/>
              <a:gd name="T11" fmla="*/ 213 h 213"/>
              <a:gd name="T12" fmla="*/ 71 w 229"/>
              <a:gd name="T13" fmla="*/ 207 h 213"/>
              <a:gd name="T14" fmla="*/ 43 w 229"/>
              <a:gd name="T15" fmla="*/ 193 h 213"/>
              <a:gd name="T16" fmla="*/ 25 w 229"/>
              <a:gd name="T17" fmla="*/ 176 h 213"/>
              <a:gd name="T18" fmla="*/ 12 w 229"/>
              <a:gd name="T19" fmla="*/ 156 h 213"/>
              <a:gd name="T20" fmla="*/ 3 w 229"/>
              <a:gd name="T21" fmla="*/ 133 h 213"/>
              <a:gd name="T22" fmla="*/ 0 w 229"/>
              <a:gd name="T23" fmla="*/ 109 h 213"/>
              <a:gd name="T24" fmla="*/ 5 w 229"/>
              <a:gd name="T25" fmla="*/ 76 h 213"/>
              <a:gd name="T26" fmla="*/ 20 w 229"/>
              <a:gd name="T27" fmla="*/ 47 h 213"/>
              <a:gd name="T28" fmla="*/ 36 w 229"/>
              <a:gd name="T29" fmla="*/ 30 h 213"/>
              <a:gd name="T30" fmla="*/ 56 w 229"/>
              <a:gd name="T31" fmla="*/ 16 h 213"/>
              <a:gd name="T32" fmla="*/ 79 w 229"/>
              <a:gd name="T33" fmla="*/ 7 h 213"/>
              <a:gd name="T34" fmla="*/ 104 w 229"/>
              <a:gd name="T35" fmla="*/ 5 h 213"/>
              <a:gd name="T36" fmla="*/ 104 w 229"/>
              <a:gd name="T37" fmla="*/ 109 h 213"/>
              <a:gd name="T38" fmla="*/ 109 w 229"/>
              <a:gd name="T39" fmla="*/ 103 h 213"/>
              <a:gd name="T40" fmla="*/ 109 w 229"/>
              <a:gd name="T41" fmla="*/ 0 h 213"/>
              <a:gd name="T42" fmla="*/ 149 w 229"/>
              <a:gd name="T43" fmla="*/ 8 h 213"/>
              <a:gd name="T44" fmla="*/ 183 w 229"/>
              <a:gd name="T45" fmla="*/ 30 h 213"/>
              <a:gd name="T46" fmla="*/ 205 w 229"/>
              <a:gd name="T47" fmla="*/ 63 h 213"/>
              <a:gd name="T48" fmla="*/ 213 w 229"/>
              <a:gd name="T49" fmla="*/ 103 h 213"/>
              <a:gd name="T50" fmla="*/ 109 w 229"/>
              <a:gd name="T51" fmla="*/ 103 h 213"/>
              <a:gd name="T52" fmla="*/ 125 w 229"/>
              <a:gd name="T53" fmla="*/ 114 h 213"/>
              <a:gd name="T54" fmla="*/ 229 w 229"/>
              <a:gd name="T55" fmla="*/ 114 h 213"/>
              <a:gd name="T56" fmla="*/ 227 w 229"/>
              <a:gd name="T57" fmla="*/ 135 h 213"/>
              <a:gd name="T58" fmla="*/ 221 w 229"/>
              <a:gd name="T59" fmla="*/ 154 h 213"/>
              <a:gd name="T60" fmla="*/ 211 w 229"/>
              <a:gd name="T61" fmla="*/ 172 h 213"/>
              <a:gd name="T62" fmla="*/ 198 w 229"/>
              <a:gd name="T63" fmla="*/ 187 h 213"/>
              <a:gd name="T64" fmla="*/ 125 w 229"/>
              <a:gd name="T65" fmla="*/ 114 h 2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229" h="213">
                <a:moveTo>
                  <a:pt x="104" y="109"/>
                </a:moveTo>
                <a:cubicBezTo>
                  <a:pt x="178" y="182"/>
                  <a:pt x="178" y="182"/>
                  <a:pt x="178" y="182"/>
                </a:cubicBezTo>
                <a:cubicBezTo>
                  <a:pt x="173" y="187"/>
                  <a:pt x="168" y="191"/>
                  <a:pt x="162" y="195"/>
                </a:cubicBezTo>
                <a:cubicBezTo>
                  <a:pt x="156" y="199"/>
                  <a:pt x="151" y="202"/>
                  <a:pt x="144" y="205"/>
                </a:cubicBezTo>
                <a:cubicBezTo>
                  <a:pt x="138" y="207"/>
                  <a:pt x="132" y="209"/>
                  <a:pt x="125" y="211"/>
                </a:cubicBezTo>
                <a:cubicBezTo>
                  <a:pt x="118" y="212"/>
                  <a:pt x="111" y="213"/>
                  <a:pt x="104" y="213"/>
                </a:cubicBezTo>
                <a:cubicBezTo>
                  <a:pt x="93" y="213"/>
                  <a:pt x="82" y="211"/>
                  <a:pt x="71" y="207"/>
                </a:cubicBezTo>
                <a:cubicBezTo>
                  <a:pt x="61" y="204"/>
                  <a:pt x="51" y="199"/>
                  <a:pt x="43" y="193"/>
                </a:cubicBezTo>
                <a:cubicBezTo>
                  <a:pt x="36" y="188"/>
                  <a:pt x="30" y="182"/>
                  <a:pt x="25" y="176"/>
                </a:cubicBezTo>
                <a:cubicBezTo>
                  <a:pt x="20" y="170"/>
                  <a:pt x="15" y="164"/>
                  <a:pt x="12" y="156"/>
                </a:cubicBezTo>
                <a:cubicBezTo>
                  <a:pt x="8" y="149"/>
                  <a:pt x="5" y="142"/>
                  <a:pt x="3" y="133"/>
                </a:cubicBezTo>
                <a:cubicBezTo>
                  <a:pt x="1" y="125"/>
                  <a:pt x="0" y="117"/>
                  <a:pt x="0" y="109"/>
                </a:cubicBezTo>
                <a:cubicBezTo>
                  <a:pt x="0" y="97"/>
                  <a:pt x="2" y="86"/>
                  <a:pt x="5" y="76"/>
                </a:cubicBezTo>
                <a:cubicBezTo>
                  <a:pt x="9" y="65"/>
                  <a:pt x="14" y="56"/>
                  <a:pt x="20" y="47"/>
                </a:cubicBezTo>
                <a:cubicBezTo>
                  <a:pt x="25" y="41"/>
                  <a:pt x="30" y="35"/>
                  <a:pt x="36" y="30"/>
                </a:cubicBezTo>
                <a:cubicBezTo>
                  <a:pt x="42" y="24"/>
                  <a:pt x="49" y="20"/>
                  <a:pt x="56" y="16"/>
                </a:cubicBezTo>
                <a:cubicBezTo>
                  <a:pt x="63" y="12"/>
                  <a:pt x="71" y="9"/>
                  <a:pt x="79" y="7"/>
                </a:cubicBezTo>
                <a:cubicBezTo>
                  <a:pt x="87" y="5"/>
                  <a:pt x="96" y="4"/>
                  <a:pt x="104" y="5"/>
                </a:cubicBezTo>
                <a:lnTo>
                  <a:pt x="104" y="109"/>
                </a:lnTo>
                <a:close/>
                <a:moveTo>
                  <a:pt x="109" y="103"/>
                </a:moveTo>
                <a:cubicBezTo>
                  <a:pt x="109" y="0"/>
                  <a:pt x="109" y="0"/>
                  <a:pt x="109" y="0"/>
                </a:cubicBezTo>
                <a:cubicBezTo>
                  <a:pt x="123" y="0"/>
                  <a:pt x="137" y="2"/>
                  <a:pt x="149" y="8"/>
                </a:cubicBezTo>
                <a:cubicBezTo>
                  <a:pt x="162" y="13"/>
                  <a:pt x="174" y="21"/>
                  <a:pt x="183" y="30"/>
                </a:cubicBezTo>
                <a:cubicBezTo>
                  <a:pt x="192" y="39"/>
                  <a:pt x="199" y="50"/>
                  <a:pt x="205" y="63"/>
                </a:cubicBezTo>
                <a:cubicBezTo>
                  <a:pt x="210" y="76"/>
                  <a:pt x="213" y="89"/>
                  <a:pt x="213" y="103"/>
                </a:cubicBezTo>
                <a:lnTo>
                  <a:pt x="109" y="103"/>
                </a:lnTo>
                <a:close/>
                <a:moveTo>
                  <a:pt x="125" y="114"/>
                </a:moveTo>
                <a:cubicBezTo>
                  <a:pt x="229" y="114"/>
                  <a:pt x="229" y="114"/>
                  <a:pt x="229" y="114"/>
                </a:cubicBezTo>
                <a:cubicBezTo>
                  <a:pt x="229" y="121"/>
                  <a:pt x="228" y="128"/>
                  <a:pt x="227" y="135"/>
                </a:cubicBezTo>
                <a:cubicBezTo>
                  <a:pt x="225" y="141"/>
                  <a:pt x="223" y="148"/>
                  <a:pt x="221" y="154"/>
                </a:cubicBezTo>
                <a:cubicBezTo>
                  <a:pt x="218" y="160"/>
                  <a:pt x="215" y="166"/>
                  <a:pt x="211" y="172"/>
                </a:cubicBezTo>
                <a:cubicBezTo>
                  <a:pt x="208" y="177"/>
                  <a:pt x="203" y="182"/>
                  <a:pt x="198" y="187"/>
                </a:cubicBezTo>
                <a:lnTo>
                  <a:pt x="125" y="11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7" name="Freeform 19"/>
          <p:cNvSpPr>
            <a:spLocks noEditPoints="1"/>
          </p:cNvSpPr>
          <p:nvPr/>
        </p:nvSpPr>
        <p:spPr bwMode="auto">
          <a:xfrm>
            <a:off x="7215577" y="1714309"/>
            <a:ext cx="299697" cy="297527"/>
          </a:xfrm>
          <a:custGeom>
            <a:avLst/>
            <a:gdLst>
              <a:gd name="T0" fmla="*/ 29 w 209"/>
              <a:gd name="T1" fmla="*/ 21 h 208"/>
              <a:gd name="T2" fmla="*/ 29 w 209"/>
              <a:gd name="T3" fmla="*/ 106 h 208"/>
              <a:gd name="T4" fmla="*/ 29 w 209"/>
              <a:gd name="T5" fmla="*/ 148 h 208"/>
              <a:gd name="T6" fmla="*/ 104 w 209"/>
              <a:gd name="T7" fmla="*/ 85 h 208"/>
              <a:gd name="T8" fmla="*/ 200 w 209"/>
              <a:gd name="T9" fmla="*/ 36 h 208"/>
              <a:gd name="T10" fmla="*/ 102 w 209"/>
              <a:gd name="T11" fmla="*/ 106 h 208"/>
              <a:gd name="T12" fmla="*/ 40 w 209"/>
              <a:gd name="T13" fmla="*/ 21 h 208"/>
              <a:gd name="T14" fmla="*/ 40 w 209"/>
              <a:gd name="T15" fmla="*/ 106 h 208"/>
              <a:gd name="T16" fmla="*/ 40 w 209"/>
              <a:gd name="T17" fmla="*/ 148 h 208"/>
              <a:gd name="T18" fmla="*/ 53 w 209"/>
              <a:gd name="T19" fmla="*/ 65 h 208"/>
              <a:gd name="T20" fmla="*/ 53 w 209"/>
              <a:gd name="T21" fmla="*/ 145 h 208"/>
              <a:gd name="T22" fmla="*/ 60 w 209"/>
              <a:gd name="T23" fmla="*/ 21 h 208"/>
              <a:gd name="T24" fmla="*/ 60 w 209"/>
              <a:gd name="T25" fmla="*/ 44 h 208"/>
              <a:gd name="T26" fmla="*/ 60 w 209"/>
              <a:gd name="T27" fmla="*/ 54 h 208"/>
              <a:gd name="T28" fmla="*/ 63 w 209"/>
              <a:gd name="T29" fmla="*/ 75 h 208"/>
              <a:gd name="T30" fmla="*/ 63 w 209"/>
              <a:gd name="T31" fmla="*/ 93 h 208"/>
              <a:gd name="T32" fmla="*/ 60 w 209"/>
              <a:gd name="T33" fmla="*/ 135 h 208"/>
              <a:gd name="T34" fmla="*/ 60 w 209"/>
              <a:gd name="T35" fmla="*/ 158 h 208"/>
              <a:gd name="T36" fmla="*/ 60 w 209"/>
              <a:gd name="T37" fmla="*/ 166 h 208"/>
              <a:gd name="T38" fmla="*/ 73 w 209"/>
              <a:gd name="T39" fmla="*/ 23 h 208"/>
              <a:gd name="T40" fmla="*/ 73 w 209"/>
              <a:gd name="T41" fmla="*/ 145 h 208"/>
              <a:gd name="T42" fmla="*/ 81 w 209"/>
              <a:gd name="T43" fmla="*/ 62 h 208"/>
              <a:gd name="T44" fmla="*/ 81 w 209"/>
              <a:gd name="T45" fmla="*/ 148 h 208"/>
              <a:gd name="T46" fmla="*/ 92 w 209"/>
              <a:gd name="T47" fmla="*/ 23 h 208"/>
              <a:gd name="T48" fmla="*/ 94 w 209"/>
              <a:gd name="T49" fmla="*/ 106 h 208"/>
              <a:gd name="T50" fmla="*/ 104 w 209"/>
              <a:gd name="T51" fmla="*/ 10 h 208"/>
              <a:gd name="T52" fmla="*/ 102 w 209"/>
              <a:gd name="T53" fmla="*/ 31 h 208"/>
              <a:gd name="T54" fmla="*/ 102 w 209"/>
              <a:gd name="T55" fmla="*/ 54 h 208"/>
              <a:gd name="T56" fmla="*/ 102 w 209"/>
              <a:gd name="T57" fmla="*/ 65 h 208"/>
              <a:gd name="T58" fmla="*/ 104 w 209"/>
              <a:gd name="T59" fmla="*/ 117 h 208"/>
              <a:gd name="T60" fmla="*/ 104 w 209"/>
              <a:gd name="T61" fmla="*/ 135 h 208"/>
              <a:gd name="T62" fmla="*/ 102 w 209"/>
              <a:gd name="T63" fmla="*/ 156 h 208"/>
              <a:gd name="T64" fmla="*/ 102 w 209"/>
              <a:gd name="T65" fmla="*/ 176 h 208"/>
              <a:gd name="T66" fmla="*/ 112 w 209"/>
              <a:gd name="T67" fmla="*/ 23 h 208"/>
              <a:gd name="T68" fmla="*/ 115 w 209"/>
              <a:gd name="T69" fmla="*/ 148 h 208"/>
              <a:gd name="T70" fmla="*/ 125 w 209"/>
              <a:gd name="T71" fmla="*/ 62 h 208"/>
              <a:gd name="T72" fmla="*/ 133 w 209"/>
              <a:gd name="T73" fmla="*/ 21 h 208"/>
              <a:gd name="T74" fmla="*/ 133 w 209"/>
              <a:gd name="T75" fmla="*/ 148 h 208"/>
              <a:gd name="T76" fmla="*/ 143 w 209"/>
              <a:gd name="T77" fmla="*/ 13 h 208"/>
              <a:gd name="T78" fmla="*/ 146 w 209"/>
              <a:gd name="T79" fmla="*/ 34 h 208"/>
              <a:gd name="T80" fmla="*/ 146 w 209"/>
              <a:gd name="T81" fmla="*/ 52 h 208"/>
              <a:gd name="T82" fmla="*/ 143 w 209"/>
              <a:gd name="T83" fmla="*/ 72 h 208"/>
              <a:gd name="T84" fmla="*/ 143 w 209"/>
              <a:gd name="T85" fmla="*/ 117 h 208"/>
              <a:gd name="T86" fmla="*/ 143 w 209"/>
              <a:gd name="T87" fmla="*/ 127 h 208"/>
              <a:gd name="T88" fmla="*/ 146 w 209"/>
              <a:gd name="T89" fmla="*/ 148 h 208"/>
              <a:gd name="T90" fmla="*/ 146 w 209"/>
              <a:gd name="T91" fmla="*/ 169 h 208"/>
              <a:gd name="T92" fmla="*/ 154 w 209"/>
              <a:gd name="T93" fmla="*/ 21 h 208"/>
              <a:gd name="T94" fmla="*/ 154 w 209"/>
              <a:gd name="T95" fmla="*/ 106 h 208"/>
              <a:gd name="T96" fmla="*/ 154 w 209"/>
              <a:gd name="T97" fmla="*/ 148 h 208"/>
              <a:gd name="T98" fmla="*/ 167 w 209"/>
              <a:gd name="T99" fmla="*/ 65 h 208"/>
              <a:gd name="T100" fmla="*/ 167 w 209"/>
              <a:gd name="T101" fmla="*/ 145 h 208"/>
              <a:gd name="T102" fmla="*/ 175 w 209"/>
              <a:gd name="T103" fmla="*/ 104 h 208"/>
              <a:gd name="T104" fmla="*/ 185 w 209"/>
              <a:gd name="T105" fmla="*/ 13 h 208"/>
              <a:gd name="T106" fmla="*/ 185 w 209"/>
              <a:gd name="T107" fmla="*/ 23 h 208"/>
              <a:gd name="T108" fmla="*/ 188 w 209"/>
              <a:gd name="T109" fmla="*/ 44 h 208"/>
              <a:gd name="T110" fmla="*/ 188 w 209"/>
              <a:gd name="T111" fmla="*/ 83 h 208"/>
              <a:gd name="T112" fmla="*/ 185 w 209"/>
              <a:gd name="T113" fmla="*/ 104 h 208"/>
              <a:gd name="T114" fmla="*/ 185 w 209"/>
              <a:gd name="T115" fmla="*/ 127 h 208"/>
              <a:gd name="T116" fmla="*/ 185 w 209"/>
              <a:gd name="T117" fmla="*/ 137 h 208"/>
              <a:gd name="T118" fmla="*/ 188 w 209"/>
              <a:gd name="T119" fmla="*/ 158 h 208"/>
              <a:gd name="T120" fmla="*/ 188 w 209"/>
              <a:gd name="T121" fmla="*/ 179 h 208"/>
              <a:gd name="T122" fmla="*/ 196 w 209"/>
              <a:gd name="T123" fmla="*/ 62 h 208"/>
              <a:gd name="T124" fmla="*/ 196 w 209"/>
              <a:gd name="T125" fmla="*/ 148 h 2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09" h="208">
                <a:moveTo>
                  <a:pt x="0" y="208"/>
                </a:moveTo>
                <a:cubicBezTo>
                  <a:pt x="0" y="0"/>
                  <a:pt x="0" y="0"/>
                  <a:pt x="0" y="0"/>
                </a:cubicBezTo>
                <a:cubicBezTo>
                  <a:pt x="21" y="0"/>
                  <a:pt x="21" y="0"/>
                  <a:pt x="21" y="0"/>
                </a:cubicBezTo>
                <a:cubicBezTo>
                  <a:pt x="21" y="187"/>
                  <a:pt x="21" y="187"/>
                  <a:pt x="21" y="187"/>
                </a:cubicBezTo>
                <a:cubicBezTo>
                  <a:pt x="209" y="187"/>
                  <a:pt x="209" y="187"/>
                  <a:pt x="209" y="187"/>
                </a:cubicBezTo>
                <a:cubicBezTo>
                  <a:pt x="209" y="208"/>
                  <a:pt x="209" y="208"/>
                  <a:pt x="209" y="208"/>
                </a:cubicBezTo>
                <a:lnTo>
                  <a:pt x="0" y="208"/>
                </a:lnTo>
                <a:close/>
                <a:moveTo>
                  <a:pt x="29" y="23"/>
                </a:moveTo>
                <a:cubicBezTo>
                  <a:pt x="29" y="21"/>
                  <a:pt x="29" y="21"/>
                  <a:pt x="29" y="21"/>
                </a:cubicBezTo>
                <a:cubicBezTo>
                  <a:pt x="32" y="21"/>
                  <a:pt x="32" y="21"/>
                  <a:pt x="32" y="21"/>
                </a:cubicBezTo>
                <a:cubicBezTo>
                  <a:pt x="32" y="23"/>
                  <a:pt x="32" y="23"/>
                  <a:pt x="32" y="23"/>
                </a:cubicBezTo>
                <a:lnTo>
                  <a:pt x="29" y="23"/>
                </a:lnTo>
                <a:close/>
                <a:moveTo>
                  <a:pt x="29" y="65"/>
                </a:moveTo>
                <a:cubicBezTo>
                  <a:pt x="29" y="62"/>
                  <a:pt x="29" y="62"/>
                  <a:pt x="29" y="62"/>
                </a:cubicBezTo>
                <a:cubicBezTo>
                  <a:pt x="32" y="62"/>
                  <a:pt x="32" y="62"/>
                  <a:pt x="32" y="62"/>
                </a:cubicBezTo>
                <a:cubicBezTo>
                  <a:pt x="32" y="65"/>
                  <a:pt x="32" y="65"/>
                  <a:pt x="32" y="65"/>
                </a:cubicBezTo>
                <a:lnTo>
                  <a:pt x="29" y="65"/>
                </a:lnTo>
                <a:close/>
                <a:moveTo>
                  <a:pt x="29" y="106"/>
                </a:moveTo>
                <a:cubicBezTo>
                  <a:pt x="29" y="104"/>
                  <a:pt x="29" y="104"/>
                  <a:pt x="29" y="104"/>
                </a:cubicBezTo>
                <a:cubicBezTo>
                  <a:pt x="32" y="104"/>
                  <a:pt x="32" y="104"/>
                  <a:pt x="32" y="104"/>
                </a:cubicBezTo>
                <a:cubicBezTo>
                  <a:pt x="32" y="106"/>
                  <a:pt x="32" y="106"/>
                  <a:pt x="32" y="106"/>
                </a:cubicBezTo>
                <a:lnTo>
                  <a:pt x="29" y="106"/>
                </a:lnTo>
                <a:close/>
                <a:moveTo>
                  <a:pt x="29" y="148"/>
                </a:moveTo>
                <a:cubicBezTo>
                  <a:pt x="29" y="145"/>
                  <a:pt x="29" y="145"/>
                  <a:pt x="29" y="145"/>
                </a:cubicBezTo>
                <a:cubicBezTo>
                  <a:pt x="32" y="145"/>
                  <a:pt x="32" y="145"/>
                  <a:pt x="32" y="145"/>
                </a:cubicBezTo>
                <a:cubicBezTo>
                  <a:pt x="32" y="148"/>
                  <a:pt x="32" y="148"/>
                  <a:pt x="32" y="148"/>
                </a:cubicBezTo>
                <a:lnTo>
                  <a:pt x="29" y="148"/>
                </a:lnTo>
                <a:close/>
                <a:moveTo>
                  <a:pt x="32" y="133"/>
                </a:moveTo>
                <a:cubicBezTo>
                  <a:pt x="32" y="130"/>
                  <a:pt x="33" y="128"/>
                  <a:pt x="35" y="127"/>
                </a:cubicBezTo>
                <a:cubicBezTo>
                  <a:pt x="83" y="79"/>
                  <a:pt x="83" y="79"/>
                  <a:pt x="83" y="79"/>
                </a:cubicBezTo>
                <a:cubicBezTo>
                  <a:pt x="84" y="77"/>
                  <a:pt x="86" y="75"/>
                  <a:pt x="89" y="75"/>
                </a:cubicBezTo>
                <a:cubicBezTo>
                  <a:pt x="92" y="75"/>
                  <a:pt x="93" y="76"/>
                  <a:pt x="95" y="78"/>
                </a:cubicBezTo>
                <a:cubicBezTo>
                  <a:pt x="102" y="85"/>
                  <a:pt x="102" y="85"/>
                  <a:pt x="102" y="85"/>
                </a:cubicBezTo>
                <a:cubicBezTo>
                  <a:pt x="102" y="83"/>
                  <a:pt x="102" y="83"/>
                  <a:pt x="102" y="83"/>
                </a:cubicBezTo>
                <a:cubicBezTo>
                  <a:pt x="104" y="83"/>
                  <a:pt x="104" y="83"/>
                  <a:pt x="104" y="83"/>
                </a:cubicBezTo>
                <a:cubicBezTo>
                  <a:pt x="104" y="85"/>
                  <a:pt x="104" y="85"/>
                  <a:pt x="104" y="85"/>
                </a:cubicBezTo>
                <a:cubicBezTo>
                  <a:pt x="102" y="85"/>
                  <a:pt x="102" y="85"/>
                  <a:pt x="102" y="85"/>
                </a:cubicBezTo>
                <a:cubicBezTo>
                  <a:pt x="123" y="106"/>
                  <a:pt x="123" y="106"/>
                  <a:pt x="123" y="106"/>
                </a:cubicBezTo>
                <a:cubicBezTo>
                  <a:pt x="123" y="104"/>
                  <a:pt x="123" y="104"/>
                  <a:pt x="123" y="104"/>
                </a:cubicBezTo>
                <a:cubicBezTo>
                  <a:pt x="125" y="104"/>
                  <a:pt x="125" y="104"/>
                  <a:pt x="125" y="104"/>
                </a:cubicBezTo>
                <a:cubicBezTo>
                  <a:pt x="125" y="106"/>
                  <a:pt x="125" y="106"/>
                  <a:pt x="125" y="106"/>
                </a:cubicBezTo>
                <a:cubicBezTo>
                  <a:pt x="123" y="106"/>
                  <a:pt x="123" y="106"/>
                  <a:pt x="123" y="106"/>
                </a:cubicBezTo>
                <a:cubicBezTo>
                  <a:pt x="125" y="109"/>
                  <a:pt x="125" y="109"/>
                  <a:pt x="125" y="109"/>
                </a:cubicBezTo>
                <a:cubicBezTo>
                  <a:pt x="196" y="38"/>
                  <a:pt x="196" y="38"/>
                  <a:pt x="196" y="38"/>
                </a:cubicBezTo>
                <a:cubicBezTo>
                  <a:pt x="197" y="37"/>
                  <a:pt x="199" y="36"/>
                  <a:pt x="200" y="36"/>
                </a:cubicBezTo>
                <a:cubicBezTo>
                  <a:pt x="201" y="36"/>
                  <a:pt x="203" y="36"/>
                  <a:pt x="204" y="36"/>
                </a:cubicBezTo>
                <a:cubicBezTo>
                  <a:pt x="205" y="37"/>
                  <a:pt x="206" y="38"/>
                  <a:pt x="207" y="39"/>
                </a:cubicBezTo>
                <a:cubicBezTo>
                  <a:pt x="208" y="40"/>
                  <a:pt x="209" y="41"/>
                  <a:pt x="209" y="43"/>
                </a:cubicBezTo>
                <a:cubicBezTo>
                  <a:pt x="209" y="45"/>
                  <a:pt x="208" y="47"/>
                  <a:pt x="206" y="48"/>
                </a:cubicBezTo>
                <a:cubicBezTo>
                  <a:pt x="130" y="124"/>
                  <a:pt x="130" y="124"/>
                  <a:pt x="130" y="124"/>
                </a:cubicBezTo>
                <a:cubicBezTo>
                  <a:pt x="129" y="126"/>
                  <a:pt x="127" y="126"/>
                  <a:pt x="125" y="126"/>
                </a:cubicBezTo>
                <a:cubicBezTo>
                  <a:pt x="123" y="126"/>
                  <a:pt x="121" y="125"/>
                  <a:pt x="120" y="124"/>
                </a:cubicBezTo>
                <a:cubicBezTo>
                  <a:pt x="102" y="106"/>
                  <a:pt x="102" y="106"/>
                  <a:pt x="102" y="106"/>
                </a:cubicBezTo>
                <a:cubicBezTo>
                  <a:pt x="102" y="106"/>
                  <a:pt x="102" y="106"/>
                  <a:pt x="102" y="106"/>
                </a:cubicBezTo>
                <a:cubicBezTo>
                  <a:pt x="102" y="106"/>
                  <a:pt x="102" y="106"/>
                  <a:pt x="102" y="106"/>
                </a:cubicBezTo>
                <a:cubicBezTo>
                  <a:pt x="89" y="93"/>
                  <a:pt x="89" y="93"/>
                  <a:pt x="89" y="93"/>
                </a:cubicBezTo>
                <a:cubicBezTo>
                  <a:pt x="44" y="138"/>
                  <a:pt x="44" y="138"/>
                  <a:pt x="44" y="138"/>
                </a:cubicBezTo>
                <a:cubicBezTo>
                  <a:pt x="43" y="139"/>
                  <a:pt x="42" y="139"/>
                  <a:pt x="42" y="140"/>
                </a:cubicBezTo>
                <a:cubicBezTo>
                  <a:pt x="41" y="140"/>
                  <a:pt x="40" y="140"/>
                  <a:pt x="39" y="140"/>
                </a:cubicBezTo>
                <a:cubicBezTo>
                  <a:pt x="37" y="140"/>
                  <a:pt x="35" y="139"/>
                  <a:pt x="34" y="138"/>
                </a:cubicBezTo>
                <a:cubicBezTo>
                  <a:pt x="32" y="137"/>
                  <a:pt x="32" y="135"/>
                  <a:pt x="32" y="133"/>
                </a:cubicBezTo>
                <a:close/>
                <a:moveTo>
                  <a:pt x="40" y="23"/>
                </a:moveTo>
                <a:cubicBezTo>
                  <a:pt x="40" y="21"/>
                  <a:pt x="40" y="21"/>
                  <a:pt x="40" y="21"/>
                </a:cubicBezTo>
                <a:cubicBezTo>
                  <a:pt x="42" y="21"/>
                  <a:pt x="42" y="21"/>
                  <a:pt x="42" y="21"/>
                </a:cubicBezTo>
                <a:cubicBezTo>
                  <a:pt x="42" y="23"/>
                  <a:pt x="42" y="23"/>
                  <a:pt x="42" y="23"/>
                </a:cubicBezTo>
                <a:lnTo>
                  <a:pt x="40" y="23"/>
                </a:lnTo>
                <a:close/>
                <a:moveTo>
                  <a:pt x="40" y="65"/>
                </a:moveTo>
                <a:cubicBezTo>
                  <a:pt x="40" y="62"/>
                  <a:pt x="40" y="62"/>
                  <a:pt x="40" y="62"/>
                </a:cubicBezTo>
                <a:cubicBezTo>
                  <a:pt x="42" y="62"/>
                  <a:pt x="42" y="62"/>
                  <a:pt x="42" y="62"/>
                </a:cubicBezTo>
                <a:cubicBezTo>
                  <a:pt x="42" y="65"/>
                  <a:pt x="42" y="65"/>
                  <a:pt x="42" y="65"/>
                </a:cubicBezTo>
                <a:lnTo>
                  <a:pt x="40" y="65"/>
                </a:lnTo>
                <a:close/>
                <a:moveTo>
                  <a:pt x="40" y="106"/>
                </a:moveTo>
                <a:cubicBezTo>
                  <a:pt x="40" y="104"/>
                  <a:pt x="40" y="104"/>
                  <a:pt x="40" y="104"/>
                </a:cubicBezTo>
                <a:cubicBezTo>
                  <a:pt x="42" y="104"/>
                  <a:pt x="42" y="104"/>
                  <a:pt x="42" y="104"/>
                </a:cubicBezTo>
                <a:cubicBezTo>
                  <a:pt x="42" y="106"/>
                  <a:pt x="42" y="106"/>
                  <a:pt x="42" y="106"/>
                </a:cubicBezTo>
                <a:lnTo>
                  <a:pt x="40" y="106"/>
                </a:lnTo>
                <a:close/>
                <a:moveTo>
                  <a:pt x="40" y="148"/>
                </a:moveTo>
                <a:cubicBezTo>
                  <a:pt x="40" y="145"/>
                  <a:pt x="40" y="145"/>
                  <a:pt x="40" y="145"/>
                </a:cubicBezTo>
                <a:cubicBezTo>
                  <a:pt x="42" y="145"/>
                  <a:pt x="42" y="145"/>
                  <a:pt x="42" y="145"/>
                </a:cubicBezTo>
                <a:cubicBezTo>
                  <a:pt x="42" y="148"/>
                  <a:pt x="42" y="148"/>
                  <a:pt x="42" y="148"/>
                </a:cubicBezTo>
                <a:lnTo>
                  <a:pt x="40" y="148"/>
                </a:lnTo>
                <a:close/>
                <a:moveTo>
                  <a:pt x="50" y="23"/>
                </a:moveTo>
                <a:cubicBezTo>
                  <a:pt x="50" y="21"/>
                  <a:pt x="50" y="21"/>
                  <a:pt x="50" y="21"/>
                </a:cubicBezTo>
                <a:cubicBezTo>
                  <a:pt x="53" y="21"/>
                  <a:pt x="53" y="21"/>
                  <a:pt x="53" y="21"/>
                </a:cubicBezTo>
                <a:cubicBezTo>
                  <a:pt x="53" y="23"/>
                  <a:pt x="53" y="23"/>
                  <a:pt x="53" y="23"/>
                </a:cubicBezTo>
                <a:lnTo>
                  <a:pt x="50" y="23"/>
                </a:lnTo>
                <a:close/>
                <a:moveTo>
                  <a:pt x="50" y="65"/>
                </a:moveTo>
                <a:cubicBezTo>
                  <a:pt x="50" y="62"/>
                  <a:pt x="50" y="62"/>
                  <a:pt x="50" y="62"/>
                </a:cubicBezTo>
                <a:cubicBezTo>
                  <a:pt x="53" y="62"/>
                  <a:pt x="53" y="62"/>
                  <a:pt x="53" y="62"/>
                </a:cubicBezTo>
                <a:cubicBezTo>
                  <a:pt x="53" y="65"/>
                  <a:pt x="53" y="65"/>
                  <a:pt x="53" y="65"/>
                </a:cubicBezTo>
                <a:lnTo>
                  <a:pt x="50" y="65"/>
                </a:lnTo>
                <a:close/>
                <a:moveTo>
                  <a:pt x="50" y="106"/>
                </a:moveTo>
                <a:cubicBezTo>
                  <a:pt x="50" y="104"/>
                  <a:pt x="50" y="104"/>
                  <a:pt x="50" y="104"/>
                </a:cubicBezTo>
                <a:cubicBezTo>
                  <a:pt x="53" y="104"/>
                  <a:pt x="53" y="104"/>
                  <a:pt x="53" y="104"/>
                </a:cubicBezTo>
                <a:cubicBezTo>
                  <a:pt x="53" y="106"/>
                  <a:pt x="53" y="106"/>
                  <a:pt x="53" y="106"/>
                </a:cubicBezTo>
                <a:lnTo>
                  <a:pt x="50" y="106"/>
                </a:lnTo>
                <a:close/>
                <a:moveTo>
                  <a:pt x="50" y="148"/>
                </a:moveTo>
                <a:cubicBezTo>
                  <a:pt x="50" y="145"/>
                  <a:pt x="50" y="145"/>
                  <a:pt x="50" y="145"/>
                </a:cubicBezTo>
                <a:cubicBezTo>
                  <a:pt x="53" y="145"/>
                  <a:pt x="53" y="145"/>
                  <a:pt x="53" y="145"/>
                </a:cubicBezTo>
                <a:cubicBezTo>
                  <a:pt x="53" y="148"/>
                  <a:pt x="53" y="148"/>
                  <a:pt x="53" y="148"/>
                </a:cubicBezTo>
                <a:lnTo>
                  <a:pt x="50" y="148"/>
                </a:lnTo>
                <a:close/>
                <a:moveTo>
                  <a:pt x="60" y="13"/>
                </a:moveTo>
                <a:cubicBezTo>
                  <a:pt x="60" y="10"/>
                  <a:pt x="60" y="10"/>
                  <a:pt x="60" y="10"/>
                </a:cubicBezTo>
                <a:cubicBezTo>
                  <a:pt x="63" y="10"/>
                  <a:pt x="63" y="10"/>
                  <a:pt x="63" y="10"/>
                </a:cubicBezTo>
                <a:cubicBezTo>
                  <a:pt x="63" y="13"/>
                  <a:pt x="63" y="13"/>
                  <a:pt x="63" y="13"/>
                </a:cubicBezTo>
                <a:lnTo>
                  <a:pt x="60" y="13"/>
                </a:lnTo>
                <a:close/>
                <a:moveTo>
                  <a:pt x="60" y="23"/>
                </a:moveTo>
                <a:cubicBezTo>
                  <a:pt x="60" y="21"/>
                  <a:pt x="60" y="21"/>
                  <a:pt x="60" y="21"/>
                </a:cubicBezTo>
                <a:cubicBezTo>
                  <a:pt x="63" y="21"/>
                  <a:pt x="63" y="21"/>
                  <a:pt x="63" y="21"/>
                </a:cubicBezTo>
                <a:cubicBezTo>
                  <a:pt x="63" y="23"/>
                  <a:pt x="63" y="23"/>
                  <a:pt x="63" y="23"/>
                </a:cubicBezTo>
                <a:lnTo>
                  <a:pt x="60" y="23"/>
                </a:lnTo>
                <a:close/>
                <a:moveTo>
                  <a:pt x="60" y="34"/>
                </a:moveTo>
                <a:cubicBezTo>
                  <a:pt x="60" y="31"/>
                  <a:pt x="60" y="31"/>
                  <a:pt x="60" y="31"/>
                </a:cubicBezTo>
                <a:cubicBezTo>
                  <a:pt x="63" y="31"/>
                  <a:pt x="63" y="31"/>
                  <a:pt x="63" y="31"/>
                </a:cubicBezTo>
                <a:cubicBezTo>
                  <a:pt x="63" y="34"/>
                  <a:pt x="63" y="34"/>
                  <a:pt x="63" y="34"/>
                </a:cubicBezTo>
                <a:lnTo>
                  <a:pt x="60" y="34"/>
                </a:lnTo>
                <a:close/>
                <a:moveTo>
                  <a:pt x="60" y="44"/>
                </a:moveTo>
                <a:cubicBezTo>
                  <a:pt x="60" y="41"/>
                  <a:pt x="60" y="41"/>
                  <a:pt x="60" y="41"/>
                </a:cubicBezTo>
                <a:cubicBezTo>
                  <a:pt x="63" y="41"/>
                  <a:pt x="63" y="41"/>
                  <a:pt x="63" y="41"/>
                </a:cubicBezTo>
                <a:cubicBezTo>
                  <a:pt x="63" y="44"/>
                  <a:pt x="63" y="44"/>
                  <a:pt x="63" y="44"/>
                </a:cubicBezTo>
                <a:lnTo>
                  <a:pt x="60" y="44"/>
                </a:lnTo>
                <a:close/>
                <a:moveTo>
                  <a:pt x="60" y="54"/>
                </a:moveTo>
                <a:cubicBezTo>
                  <a:pt x="60" y="52"/>
                  <a:pt x="60" y="52"/>
                  <a:pt x="60" y="52"/>
                </a:cubicBezTo>
                <a:cubicBezTo>
                  <a:pt x="63" y="52"/>
                  <a:pt x="63" y="52"/>
                  <a:pt x="63" y="52"/>
                </a:cubicBezTo>
                <a:cubicBezTo>
                  <a:pt x="63" y="54"/>
                  <a:pt x="63" y="54"/>
                  <a:pt x="63" y="54"/>
                </a:cubicBezTo>
                <a:lnTo>
                  <a:pt x="60" y="54"/>
                </a:lnTo>
                <a:close/>
                <a:moveTo>
                  <a:pt x="60" y="65"/>
                </a:moveTo>
                <a:cubicBezTo>
                  <a:pt x="60" y="62"/>
                  <a:pt x="60" y="62"/>
                  <a:pt x="60" y="62"/>
                </a:cubicBezTo>
                <a:cubicBezTo>
                  <a:pt x="63" y="62"/>
                  <a:pt x="63" y="62"/>
                  <a:pt x="63" y="62"/>
                </a:cubicBezTo>
                <a:cubicBezTo>
                  <a:pt x="63" y="65"/>
                  <a:pt x="63" y="65"/>
                  <a:pt x="63" y="65"/>
                </a:cubicBezTo>
                <a:lnTo>
                  <a:pt x="60" y="65"/>
                </a:lnTo>
                <a:close/>
                <a:moveTo>
                  <a:pt x="60" y="75"/>
                </a:moveTo>
                <a:cubicBezTo>
                  <a:pt x="60" y="72"/>
                  <a:pt x="60" y="72"/>
                  <a:pt x="60" y="72"/>
                </a:cubicBezTo>
                <a:cubicBezTo>
                  <a:pt x="63" y="72"/>
                  <a:pt x="63" y="72"/>
                  <a:pt x="63" y="72"/>
                </a:cubicBezTo>
                <a:cubicBezTo>
                  <a:pt x="63" y="75"/>
                  <a:pt x="63" y="75"/>
                  <a:pt x="63" y="75"/>
                </a:cubicBezTo>
                <a:lnTo>
                  <a:pt x="60" y="75"/>
                </a:lnTo>
                <a:close/>
                <a:moveTo>
                  <a:pt x="60" y="85"/>
                </a:moveTo>
                <a:cubicBezTo>
                  <a:pt x="60" y="83"/>
                  <a:pt x="60" y="83"/>
                  <a:pt x="60" y="83"/>
                </a:cubicBezTo>
                <a:cubicBezTo>
                  <a:pt x="63" y="83"/>
                  <a:pt x="63" y="83"/>
                  <a:pt x="63" y="83"/>
                </a:cubicBezTo>
                <a:cubicBezTo>
                  <a:pt x="63" y="85"/>
                  <a:pt x="63" y="85"/>
                  <a:pt x="63" y="85"/>
                </a:cubicBezTo>
                <a:lnTo>
                  <a:pt x="60" y="85"/>
                </a:lnTo>
                <a:close/>
                <a:moveTo>
                  <a:pt x="60" y="96"/>
                </a:moveTo>
                <a:cubicBezTo>
                  <a:pt x="60" y="93"/>
                  <a:pt x="60" y="93"/>
                  <a:pt x="60" y="93"/>
                </a:cubicBezTo>
                <a:cubicBezTo>
                  <a:pt x="63" y="93"/>
                  <a:pt x="63" y="93"/>
                  <a:pt x="63" y="93"/>
                </a:cubicBezTo>
                <a:cubicBezTo>
                  <a:pt x="63" y="96"/>
                  <a:pt x="63" y="96"/>
                  <a:pt x="63" y="96"/>
                </a:cubicBezTo>
                <a:lnTo>
                  <a:pt x="60" y="96"/>
                </a:lnTo>
                <a:close/>
                <a:moveTo>
                  <a:pt x="60" y="127"/>
                </a:moveTo>
                <a:cubicBezTo>
                  <a:pt x="60" y="124"/>
                  <a:pt x="60" y="124"/>
                  <a:pt x="60" y="124"/>
                </a:cubicBezTo>
                <a:cubicBezTo>
                  <a:pt x="63" y="124"/>
                  <a:pt x="63" y="124"/>
                  <a:pt x="63" y="124"/>
                </a:cubicBezTo>
                <a:cubicBezTo>
                  <a:pt x="63" y="127"/>
                  <a:pt x="63" y="127"/>
                  <a:pt x="63" y="127"/>
                </a:cubicBezTo>
                <a:lnTo>
                  <a:pt x="60" y="127"/>
                </a:lnTo>
                <a:close/>
                <a:moveTo>
                  <a:pt x="60" y="137"/>
                </a:moveTo>
                <a:cubicBezTo>
                  <a:pt x="60" y="135"/>
                  <a:pt x="60" y="135"/>
                  <a:pt x="60" y="135"/>
                </a:cubicBezTo>
                <a:cubicBezTo>
                  <a:pt x="63" y="135"/>
                  <a:pt x="63" y="135"/>
                  <a:pt x="63" y="135"/>
                </a:cubicBezTo>
                <a:cubicBezTo>
                  <a:pt x="63" y="137"/>
                  <a:pt x="63" y="137"/>
                  <a:pt x="63" y="137"/>
                </a:cubicBezTo>
                <a:lnTo>
                  <a:pt x="60" y="137"/>
                </a:lnTo>
                <a:close/>
                <a:moveTo>
                  <a:pt x="60" y="148"/>
                </a:moveTo>
                <a:cubicBezTo>
                  <a:pt x="60" y="145"/>
                  <a:pt x="60" y="145"/>
                  <a:pt x="60" y="145"/>
                </a:cubicBezTo>
                <a:cubicBezTo>
                  <a:pt x="63" y="145"/>
                  <a:pt x="63" y="145"/>
                  <a:pt x="63" y="145"/>
                </a:cubicBezTo>
                <a:cubicBezTo>
                  <a:pt x="63" y="148"/>
                  <a:pt x="63" y="148"/>
                  <a:pt x="63" y="148"/>
                </a:cubicBezTo>
                <a:lnTo>
                  <a:pt x="60" y="148"/>
                </a:lnTo>
                <a:close/>
                <a:moveTo>
                  <a:pt x="60" y="158"/>
                </a:moveTo>
                <a:cubicBezTo>
                  <a:pt x="60" y="156"/>
                  <a:pt x="60" y="156"/>
                  <a:pt x="60" y="156"/>
                </a:cubicBezTo>
                <a:cubicBezTo>
                  <a:pt x="63" y="156"/>
                  <a:pt x="63" y="156"/>
                  <a:pt x="63" y="156"/>
                </a:cubicBezTo>
                <a:cubicBezTo>
                  <a:pt x="63" y="158"/>
                  <a:pt x="63" y="158"/>
                  <a:pt x="63" y="158"/>
                </a:cubicBezTo>
                <a:lnTo>
                  <a:pt x="60" y="158"/>
                </a:lnTo>
                <a:close/>
                <a:moveTo>
                  <a:pt x="60" y="166"/>
                </a:moveTo>
                <a:cubicBezTo>
                  <a:pt x="63" y="166"/>
                  <a:pt x="63" y="166"/>
                  <a:pt x="63" y="166"/>
                </a:cubicBezTo>
                <a:cubicBezTo>
                  <a:pt x="63" y="169"/>
                  <a:pt x="63" y="169"/>
                  <a:pt x="63" y="169"/>
                </a:cubicBezTo>
                <a:cubicBezTo>
                  <a:pt x="60" y="169"/>
                  <a:pt x="60" y="169"/>
                  <a:pt x="60" y="169"/>
                </a:cubicBezTo>
                <a:lnTo>
                  <a:pt x="60" y="166"/>
                </a:lnTo>
                <a:close/>
                <a:moveTo>
                  <a:pt x="60" y="176"/>
                </a:moveTo>
                <a:cubicBezTo>
                  <a:pt x="63" y="176"/>
                  <a:pt x="63" y="176"/>
                  <a:pt x="63" y="176"/>
                </a:cubicBezTo>
                <a:cubicBezTo>
                  <a:pt x="63" y="179"/>
                  <a:pt x="63" y="179"/>
                  <a:pt x="63" y="179"/>
                </a:cubicBezTo>
                <a:cubicBezTo>
                  <a:pt x="60" y="179"/>
                  <a:pt x="60" y="179"/>
                  <a:pt x="60" y="179"/>
                </a:cubicBezTo>
                <a:lnTo>
                  <a:pt x="60" y="176"/>
                </a:lnTo>
                <a:close/>
                <a:moveTo>
                  <a:pt x="71" y="23"/>
                </a:moveTo>
                <a:cubicBezTo>
                  <a:pt x="71" y="21"/>
                  <a:pt x="71" y="21"/>
                  <a:pt x="71" y="21"/>
                </a:cubicBezTo>
                <a:cubicBezTo>
                  <a:pt x="73" y="21"/>
                  <a:pt x="73" y="21"/>
                  <a:pt x="73" y="21"/>
                </a:cubicBezTo>
                <a:cubicBezTo>
                  <a:pt x="73" y="23"/>
                  <a:pt x="73" y="23"/>
                  <a:pt x="73" y="23"/>
                </a:cubicBezTo>
                <a:lnTo>
                  <a:pt x="71" y="23"/>
                </a:lnTo>
                <a:close/>
                <a:moveTo>
                  <a:pt x="71" y="65"/>
                </a:moveTo>
                <a:cubicBezTo>
                  <a:pt x="71" y="62"/>
                  <a:pt x="71" y="62"/>
                  <a:pt x="71" y="62"/>
                </a:cubicBezTo>
                <a:cubicBezTo>
                  <a:pt x="73" y="62"/>
                  <a:pt x="73" y="62"/>
                  <a:pt x="73" y="62"/>
                </a:cubicBezTo>
                <a:cubicBezTo>
                  <a:pt x="73" y="65"/>
                  <a:pt x="73" y="65"/>
                  <a:pt x="73" y="65"/>
                </a:cubicBezTo>
                <a:lnTo>
                  <a:pt x="71" y="65"/>
                </a:lnTo>
                <a:close/>
                <a:moveTo>
                  <a:pt x="71" y="148"/>
                </a:moveTo>
                <a:cubicBezTo>
                  <a:pt x="71" y="145"/>
                  <a:pt x="71" y="145"/>
                  <a:pt x="71" y="145"/>
                </a:cubicBezTo>
                <a:cubicBezTo>
                  <a:pt x="73" y="145"/>
                  <a:pt x="73" y="145"/>
                  <a:pt x="73" y="145"/>
                </a:cubicBezTo>
                <a:cubicBezTo>
                  <a:pt x="73" y="148"/>
                  <a:pt x="73" y="148"/>
                  <a:pt x="73" y="148"/>
                </a:cubicBezTo>
                <a:lnTo>
                  <a:pt x="71" y="148"/>
                </a:lnTo>
                <a:close/>
                <a:moveTo>
                  <a:pt x="81" y="23"/>
                </a:moveTo>
                <a:cubicBezTo>
                  <a:pt x="81" y="21"/>
                  <a:pt x="81" y="21"/>
                  <a:pt x="81" y="21"/>
                </a:cubicBezTo>
                <a:cubicBezTo>
                  <a:pt x="84" y="21"/>
                  <a:pt x="84" y="21"/>
                  <a:pt x="84" y="21"/>
                </a:cubicBezTo>
                <a:cubicBezTo>
                  <a:pt x="84" y="23"/>
                  <a:pt x="84" y="23"/>
                  <a:pt x="84" y="23"/>
                </a:cubicBezTo>
                <a:lnTo>
                  <a:pt x="81" y="23"/>
                </a:lnTo>
                <a:close/>
                <a:moveTo>
                  <a:pt x="81" y="65"/>
                </a:moveTo>
                <a:cubicBezTo>
                  <a:pt x="81" y="62"/>
                  <a:pt x="81" y="62"/>
                  <a:pt x="81" y="62"/>
                </a:cubicBezTo>
                <a:cubicBezTo>
                  <a:pt x="84" y="62"/>
                  <a:pt x="84" y="62"/>
                  <a:pt x="84" y="62"/>
                </a:cubicBezTo>
                <a:cubicBezTo>
                  <a:pt x="84" y="65"/>
                  <a:pt x="84" y="65"/>
                  <a:pt x="84" y="65"/>
                </a:cubicBezTo>
                <a:lnTo>
                  <a:pt x="81" y="65"/>
                </a:lnTo>
                <a:close/>
                <a:moveTo>
                  <a:pt x="81" y="106"/>
                </a:moveTo>
                <a:cubicBezTo>
                  <a:pt x="81" y="104"/>
                  <a:pt x="81" y="104"/>
                  <a:pt x="81" y="104"/>
                </a:cubicBezTo>
                <a:cubicBezTo>
                  <a:pt x="84" y="104"/>
                  <a:pt x="84" y="104"/>
                  <a:pt x="84" y="104"/>
                </a:cubicBezTo>
                <a:cubicBezTo>
                  <a:pt x="84" y="106"/>
                  <a:pt x="84" y="106"/>
                  <a:pt x="84" y="106"/>
                </a:cubicBezTo>
                <a:lnTo>
                  <a:pt x="81" y="106"/>
                </a:lnTo>
                <a:close/>
                <a:moveTo>
                  <a:pt x="81" y="148"/>
                </a:moveTo>
                <a:cubicBezTo>
                  <a:pt x="81" y="145"/>
                  <a:pt x="81" y="145"/>
                  <a:pt x="81" y="145"/>
                </a:cubicBezTo>
                <a:cubicBezTo>
                  <a:pt x="84" y="145"/>
                  <a:pt x="84" y="145"/>
                  <a:pt x="84" y="145"/>
                </a:cubicBezTo>
                <a:cubicBezTo>
                  <a:pt x="84" y="148"/>
                  <a:pt x="84" y="148"/>
                  <a:pt x="84" y="148"/>
                </a:cubicBezTo>
                <a:lnTo>
                  <a:pt x="81" y="148"/>
                </a:lnTo>
                <a:close/>
                <a:moveTo>
                  <a:pt x="92" y="23"/>
                </a:moveTo>
                <a:cubicBezTo>
                  <a:pt x="92" y="21"/>
                  <a:pt x="92" y="21"/>
                  <a:pt x="92" y="21"/>
                </a:cubicBezTo>
                <a:cubicBezTo>
                  <a:pt x="94" y="21"/>
                  <a:pt x="94" y="21"/>
                  <a:pt x="94" y="21"/>
                </a:cubicBezTo>
                <a:cubicBezTo>
                  <a:pt x="94" y="23"/>
                  <a:pt x="94" y="23"/>
                  <a:pt x="94" y="23"/>
                </a:cubicBezTo>
                <a:lnTo>
                  <a:pt x="92" y="23"/>
                </a:lnTo>
                <a:close/>
                <a:moveTo>
                  <a:pt x="92" y="65"/>
                </a:moveTo>
                <a:cubicBezTo>
                  <a:pt x="92" y="62"/>
                  <a:pt x="92" y="62"/>
                  <a:pt x="92" y="62"/>
                </a:cubicBezTo>
                <a:cubicBezTo>
                  <a:pt x="94" y="62"/>
                  <a:pt x="94" y="62"/>
                  <a:pt x="94" y="62"/>
                </a:cubicBezTo>
                <a:cubicBezTo>
                  <a:pt x="94" y="65"/>
                  <a:pt x="94" y="65"/>
                  <a:pt x="94" y="65"/>
                </a:cubicBezTo>
                <a:lnTo>
                  <a:pt x="92" y="65"/>
                </a:lnTo>
                <a:close/>
                <a:moveTo>
                  <a:pt x="92" y="106"/>
                </a:moveTo>
                <a:cubicBezTo>
                  <a:pt x="92" y="104"/>
                  <a:pt x="92" y="104"/>
                  <a:pt x="92" y="104"/>
                </a:cubicBezTo>
                <a:cubicBezTo>
                  <a:pt x="94" y="104"/>
                  <a:pt x="94" y="104"/>
                  <a:pt x="94" y="104"/>
                </a:cubicBezTo>
                <a:cubicBezTo>
                  <a:pt x="94" y="106"/>
                  <a:pt x="94" y="106"/>
                  <a:pt x="94" y="106"/>
                </a:cubicBezTo>
                <a:lnTo>
                  <a:pt x="92" y="106"/>
                </a:lnTo>
                <a:close/>
                <a:moveTo>
                  <a:pt x="92" y="148"/>
                </a:moveTo>
                <a:cubicBezTo>
                  <a:pt x="92" y="145"/>
                  <a:pt x="92" y="145"/>
                  <a:pt x="92" y="145"/>
                </a:cubicBezTo>
                <a:cubicBezTo>
                  <a:pt x="94" y="145"/>
                  <a:pt x="94" y="145"/>
                  <a:pt x="94" y="145"/>
                </a:cubicBezTo>
                <a:cubicBezTo>
                  <a:pt x="94" y="148"/>
                  <a:pt x="94" y="148"/>
                  <a:pt x="94" y="148"/>
                </a:cubicBezTo>
                <a:lnTo>
                  <a:pt x="92" y="148"/>
                </a:lnTo>
                <a:close/>
                <a:moveTo>
                  <a:pt x="102" y="13"/>
                </a:moveTo>
                <a:cubicBezTo>
                  <a:pt x="102" y="10"/>
                  <a:pt x="102" y="10"/>
                  <a:pt x="102" y="10"/>
                </a:cubicBezTo>
                <a:cubicBezTo>
                  <a:pt x="104" y="10"/>
                  <a:pt x="104" y="10"/>
                  <a:pt x="104" y="10"/>
                </a:cubicBezTo>
                <a:cubicBezTo>
                  <a:pt x="104" y="13"/>
                  <a:pt x="104" y="13"/>
                  <a:pt x="104" y="13"/>
                </a:cubicBezTo>
                <a:lnTo>
                  <a:pt x="102" y="13"/>
                </a:lnTo>
                <a:close/>
                <a:moveTo>
                  <a:pt x="102" y="23"/>
                </a:moveTo>
                <a:cubicBezTo>
                  <a:pt x="102" y="21"/>
                  <a:pt x="102" y="21"/>
                  <a:pt x="102" y="21"/>
                </a:cubicBezTo>
                <a:cubicBezTo>
                  <a:pt x="104" y="21"/>
                  <a:pt x="104" y="21"/>
                  <a:pt x="104" y="21"/>
                </a:cubicBezTo>
                <a:cubicBezTo>
                  <a:pt x="104" y="23"/>
                  <a:pt x="104" y="23"/>
                  <a:pt x="104" y="23"/>
                </a:cubicBezTo>
                <a:lnTo>
                  <a:pt x="102" y="23"/>
                </a:lnTo>
                <a:close/>
                <a:moveTo>
                  <a:pt x="102" y="34"/>
                </a:moveTo>
                <a:cubicBezTo>
                  <a:pt x="102" y="31"/>
                  <a:pt x="102" y="31"/>
                  <a:pt x="102" y="31"/>
                </a:cubicBezTo>
                <a:cubicBezTo>
                  <a:pt x="104" y="31"/>
                  <a:pt x="104" y="31"/>
                  <a:pt x="104" y="31"/>
                </a:cubicBezTo>
                <a:cubicBezTo>
                  <a:pt x="104" y="34"/>
                  <a:pt x="104" y="34"/>
                  <a:pt x="104" y="34"/>
                </a:cubicBezTo>
                <a:lnTo>
                  <a:pt x="102" y="34"/>
                </a:lnTo>
                <a:close/>
                <a:moveTo>
                  <a:pt x="102" y="44"/>
                </a:moveTo>
                <a:cubicBezTo>
                  <a:pt x="102" y="41"/>
                  <a:pt x="102" y="41"/>
                  <a:pt x="102" y="41"/>
                </a:cubicBezTo>
                <a:cubicBezTo>
                  <a:pt x="104" y="41"/>
                  <a:pt x="104" y="41"/>
                  <a:pt x="104" y="41"/>
                </a:cubicBezTo>
                <a:cubicBezTo>
                  <a:pt x="104" y="44"/>
                  <a:pt x="104" y="44"/>
                  <a:pt x="104" y="44"/>
                </a:cubicBezTo>
                <a:lnTo>
                  <a:pt x="102" y="44"/>
                </a:lnTo>
                <a:close/>
                <a:moveTo>
                  <a:pt x="102" y="54"/>
                </a:moveTo>
                <a:cubicBezTo>
                  <a:pt x="102" y="52"/>
                  <a:pt x="102" y="52"/>
                  <a:pt x="102" y="52"/>
                </a:cubicBezTo>
                <a:cubicBezTo>
                  <a:pt x="104" y="52"/>
                  <a:pt x="104" y="52"/>
                  <a:pt x="104" y="52"/>
                </a:cubicBezTo>
                <a:cubicBezTo>
                  <a:pt x="104" y="54"/>
                  <a:pt x="104" y="54"/>
                  <a:pt x="104" y="54"/>
                </a:cubicBezTo>
                <a:lnTo>
                  <a:pt x="102" y="54"/>
                </a:lnTo>
                <a:close/>
                <a:moveTo>
                  <a:pt x="102" y="65"/>
                </a:moveTo>
                <a:cubicBezTo>
                  <a:pt x="102" y="62"/>
                  <a:pt x="102" y="62"/>
                  <a:pt x="102" y="62"/>
                </a:cubicBezTo>
                <a:cubicBezTo>
                  <a:pt x="104" y="62"/>
                  <a:pt x="104" y="62"/>
                  <a:pt x="104" y="62"/>
                </a:cubicBezTo>
                <a:cubicBezTo>
                  <a:pt x="104" y="65"/>
                  <a:pt x="104" y="65"/>
                  <a:pt x="104" y="65"/>
                </a:cubicBezTo>
                <a:lnTo>
                  <a:pt x="102" y="65"/>
                </a:lnTo>
                <a:close/>
                <a:moveTo>
                  <a:pt x="102" y="75"/>
                </a:moveTo>
                <a:cubicBezTo>
                  <a:pt x="102" y="72"/>
                  <a:pt x="102" y="72"/>
                  <a:pt x="102" y="72"/>
                </a:cubicBezTo>
                <a:cubicBezTo>
                  <a:pt x="104" y="72"/>
                  <a:pt x="104" y="72"/>
                  <a:pt x="104" y="72"/>
                </a:cubicBezTo>
                <a:cubicBezTo>
                  <a:pt x="104" y="75"/>
                  <a:pt x="104" y="75"/>
                  <a:pt x="104" y="75"/>
                </a:cubicBezTo>
                <a:lnTo>
                  <a:pt x="102" y="75"/>
                </a:lnTo>
                <a:close/>
                <a:moveTo>
                  <a:pt x="102" y="117"/>
                </a:moveTo>
                <a:cubicBezTo>
                  <a:pt x="102" y="114"/>
                  <a:pt x="102" y="114"/>
                  <a:pt x="102" y="114"/>
                </a:cubicBezTo>
                <a:cubicBezTo>
                  <a:pt x="104" y="114"/>
                  <a:pt x="104" y="114"/>
                  <a:pt x="104" y="114"/>
                </a:cubicBezTo>
                <a:cubicBezTo>
                  <a:pt x="104" y="117"/>
                  <a:pt x="104" y="117"/>
                  <a:pt x="104" y="117"/>
                </a:cubicBezTo>
                <a:lnTo>
                  <a:pt x="102" y="117"/>
                </a:lnTo>
                <a:close/>
                <a:moveTo>
                  <a:pt x="102" y="127"/>
                </a:moveTo>
                <a:cubicBezTo>
                  <a:pt x="102" y="124"/>
                  <a:pt x="102" y="124"/>
                  <a:pt x="102" y="124"/>
                </a:cubicBezTo>
                <a:cubicBezTo>
                  <a:pt x="104" y="124"/>
                  <a:pt x="104" y="124"/>
                  <a:pt x="104" y="124"/>
                </a:cubicBezTo>
                <a:cubicBezTo>
                  <a:pt x="104" y="127"/>
                  <a:pt x="104" y="127"/>
                  <a:pt x="104" y="127"/>
                </a:cubicBezTo>
                <a:lnTo>
                  <a:pt x="102" y="127"/>
                </a:lnTo>
                <a:close/>
                <a:moveTo>
                  <a:pt x="102" y="137"/>
                </a:moveTo>
                <a:cubicBezTo>
                  <a:pt x="102" y="135"/>
                  <a:pt x="102" y="135"/>
                  <a:pt x="102" y="135"/>
                </a:cubicBezTo>
                <a:cubicBezTo>
                  <a:pt x="104" y="135"/>
                  <a:pt x="104" y="135"/>
                  <a:pt x="104" y="135"/>
                </a:cubicBezTo>
                <a:cubicBezTo>
                  <a:pt x="104" y="137"/>
                  <a:pt x="104" y="137"/>
                  <a:pt x="104" y="137"/>
                </a:cubicBezTo>
                <a:lnTo>
                  <a:pt x="102" y="137"/>
                </a:lnTo>
                <a:close/>
                <a:moveTo>
                  <a:pt x="102" y="148"/>
                </a:moveTo>
                <a:cubicBezTo>
                  <a:pt x="102" y="145"/>
                  <a:pt x="102" y="145"/>
                  <a:pt x="102" y="145"/>
                </a:cubicBezTo>
                <a:cubicBezTo>
                  <a:pt x="104" y="145"/>
                  <a:pt x="104" y="145"/>
                  <a:pt x="104" y="145"/>
                </a:cubicBezTo>
                <a:cubicBezTo>
                  <a:pt x="104" y="148"/>
                  <a:pt x="104" y="148"/>
                  <a:pt x="104" y="148"/>
                </a:cubicBezTo>
                <a:lnTo>
                  <a:pt x="102" y="148"/>
                </a:lnTo>
                <a:close/>
                <a:moveTo>
                  <a:pt x="102" y="158"/>
                </a:moveTo>
                <a:cubicBezTo>
                  <a:pt x="102" y="156"/>
                  <a:pt x="102" y="156"/>
                  <a:pt x="102" y="156"/>
                </a:cubicBezTo>
                <a:cubicBezTo>
                  <a:pt x="104" y="156"/>
                  <a:pt x="104" y="156"/>
                  <a:pt x="104" y="156"/>
                </a:cubicBezTo>
                <a:cubicBezTo>
                  <a:pt x="104" y="158"/>
                  <a:pt x="104" y="158"/>
                  <a:pt x="104" y="158"/>
                </a:cubicBezTo>
                <a:lnTo>
                  <a:pt x="102" y="158"/>
                </a:lnTo>
                <a:close/>
                <a:moveTo>
                  <a:pt x="102" y="166"/>
                </a:moveTo>
                <a:cubicBezTo>
                  <a:pt x="104" y="166"/>
                  <a:pt x="104" y="166"/>
                  <a:pt x="104" y="166"/>
                </a:cubicBezTo>
                <a:cubicBezTo>
                  <a:pt x="104" y="169"/>
                  <a:pt x="104" y="169"/>
                  <a:pt x="104" y="169"/>
                </a:cubicBezTo>
                <a:cubicBezTo>
                  <a:pt x="102" y="169"/>
                  <a:pt x="102" y="169"/>
                  <a:pt x="102" y="169"/>
                </a:cubicBezTo>
                <a:lnTo>
                  <a:pt x="102" y="166"/>
                </a:lnTo>
                <a:close/>
                <a:moveTo>
                  <a:pt x="102" y="176"/>
                </a:moveTo>
                <a:cubicBezTo>
                  <a:pt x="104" y="176"/>
                  <a:pt x="104" y="176"/>
                  <a:pt x="104" y="176"/>
                </a:cubicBezTo>
                <a:cubicBezTo>
                  <a:pt x="104" y="179"/>
                  <a:pt x="104" y="179"/>
                  <a:pt x="104" y="179"/>
                </a:cubicBezTo>
                <a:cubicBezTo>
                  <a:pt x="102" y="179"/>
                  <a:pt x="102" y="179"/>
                  <a:pt x="102" y="179"/>
                </a:cubicBezTo>
                <a:lnTo>
                  <a:pt x="102" y="176"/>
                </a:lnTo>
                <a:close/>
                <a:moveTo>
                  <a:pt x="112" y="23"/>
                </a:moveTo>
                <a:cubicBezTo>
                  <a:pt x="112" y="21"/>
                  <a:pt x="112" y="21"/>
                  <a:pt x="112" y="21"/>
                </a:cubicBezTo>
                <a:cubicBezTo>
                  <a:pt x="115" y="21"/>
                  <a:pt x="115" y="21"/>
                  <a:pt x="115" y="21"/>
                </a:cubicBezTo>
                <a:cubicBezTo>
                  <a:pt x="115" y="23"/>
                  <a:pt x="115" y="23"/>
                  <a:pt x="115" y="23"/>
                </a:cubicBezTo>
                <a:lnTo>
                  <a:pt x="112" y="23"/>
                </a:lnTo>
                <a:close/>
                <a:moveTo>
                  <a:pt x="112" y="65"/>
                </a:moveTo>
                <a:cubicBezTo>
                  <a:pt x="112" y="62"/>
                  <a:pt x="112" y="62"/>
                  <a:pt x="112" y="62"/>
                </a:cubicBezTo>
                <a:cubicBezTo>
                  <a:pt x="115" y="62"/>
                  <a:pt x="115" y="62"/>
                  <a:pt x="115" y="62"/>
                </a:cubicBezTo>
                <a:cubicBezTo>
                  <a:pt x="115" y="65"/>
                  <a:pt x="115" y="65"/>
                  <a:pt x="115" y="65"/>
                </a:cubicBezTo>
                <a:lnTo>
                  <a:pt x="112" y="65"/>
                </a:lnTo>
                <a:close/>
                <a:moveTo>
                  <a:pt x="112" y="148"/>
                </a:moveTo>
                <a:cubicBezTo>
                  <a:pt x="112" y="145"/>
                  <a:pt x="112" y="145"/>
                  <a:pt x="112" y="145"/>
                </a:cubicBezTo>
                <a:cubicBezTo>
                  <a:pt x="115" y="145"/>
                  <a:pt x="115" y="145"/>
                  <a:pt x="115" y="145"/>
                </a:cubicBezTo>
                <a:cubicBezTo>
                  <a:pt x="115" y="148"/>
                  <a:pt x="115" y="148"/>
                  <a:pt x="115" y="148"/>
                </a:cubicBezTo>
                <a:lnTo>
                  <a:pt x="112" y="148"/>
                </a:lnTo>
                <a:close/>
                <a:moveTo>
                  <a:pt x="123" y="23"/>
                </a:moveTo>
                <a:cubicBezTo>
                  <a:pt x="123" y="21"/>
                  <a:pt x="123" y="21"/>
                  <a:pt x="123" y="21"/>
                </a:cubicBezTo>
                <a:cubicBezTo>
                  <a:pt x="125" y="21"/>
                  <a:pt x="125" y="21"/>
                  <a:pt x="125" y="21"/>
                </a:cubicBezTo>
                <a:cubicBezTo>
                  <a:pt x="125" y="23"/>
                  <a:pt x="125" y="23"/>
                  <a:pt x="125" y="23"/>
                </a:cubicBezTo>
                <a:lnTo>
                  <a:pt x="123" y="23"/>
                </a:lnTo>
                <a:close/>
                <a:moveTo>
                  <a:pt x="123" y="65"/>
                </a:moveTo>
                <a:cubicBezTo>
                  <a:pt x="123" y="62"/>
                  <a:pt x="123" y="62"/>
                  <a:pt x="123" y="62"/>
                </a:cubicBezTo>
                <a:cubicBezTo>
                  <a:pt x="125" y="62"/>
                  <a:pt x="125" y="62"/>
                  <a:pt x="125" y="62"/>
                </a:cubicBezTo>
                <a:cubicBezTo>
                  <a:pt x="125" y="65"/>
                  <a:pt x="125" y="65"/>
                  <a:pt x="125" y="65"/>
                </a:cubicBezTo>
                <a:lnTo>
                  <a:pt x="123" y="65"/>
                </a:lnTo>
                <a:close/>
                <a:moveTo>
                  <a:pt x="123" y="148"/>
                </a:moveTo>
                <a:cubicBezTo>
                  <a:pt x="123" y="145"/>
                  <a:pt x="123" y="145"/>
                  <a:pt x="123" y="145"/>
                </a:cubicBezTo>
                <a:cubicBezTo>
                  <a:pt x="125" y="145"/>
                  <a:pt x="125" y="145"/>
                  <a:pt x="125" y="145"/>
                </a:cubicBezTo>
                <a:cubicBezTo>
                  <a:pt x="125" y="148"/>
                  <a:pt x="125" y="148"/>
                  <a:pt x="125" y="148"/>
                </a:cubicBezTo>
                <a:lnTo>
                  <a:pt x="123" y="148"/>
                </a:lnTo>
                <a:close/>
                <a:moveTo>
                  <a:pt x="133" y="23"/>
                </a:moveTo>
                <a:cubicBezTo>
                  <a:pt x="133" y="21"/>
                  <a:pt x="133" y="21"/>
                  <a:pt x="133" y="21"/>
                </a:cubicBezTo>
                <a:cubicBezTo>
                  <a:pt x="136" y="21"/>
                  <a:pt x="136" y="21"/>
                  <a:pt x="136" y="21"/>
                </a:cubicBezTo>
                <a:cubicBezTo>
                  <a:pt x="136" y="23"/>
                  <a:pt x="136" y="23"/>
                  <a:pt x="136" y="23"/>
                </a:cubicBezTo>
                <a:lnTo>
                  <a:pt x="133" y="23"/>
                </a:lnTo>
                <a:close/>
                <a:moveTo>
                  <a:pt x="133" y="65"/>
                </a:moveTo>
                <a:cubicBezTo>
                  <a:pt x="133" y="62"/>
                  <a:pt x="133" y="62"/>
                  <a:pt x="133" y="62"/>
                </a:cubicBezTo>
                <a:cubicBezTo>
                  <a:pt x="136" y="62"/>
                  <a:pt x="136" y="62"/>
                  <a:pt x="136" y="62"/>
                </a:cubicBezTo>
                <a:cubicBezTo>
                  <a:pt x="136" y="65"/>
                  <a:pt x="136" y="65"/>
                  <a:pt x="136" y="65"/>
                </a:cubicBezTo>
                <a:lnTo>
                  <a:pt x="133" y="65"/>
                </a:lnTo>
                <a:close/>
                <a:moveTo>
                  <a:pt x="133" y="148"/>
                </a:moveTo>
                <a:cubicBezTo>
                  <a:pt x="133" y="145"/>
                  <a:pt x="133" y="145"/>
                  <a:pt x="133" y="145"/>
                </a:cubicBezTo>
                <a:cubicBezTo>
                  <a:pt x="136" y="145"/>
                  <a:pt x="136" y="145"/>
                  <a:pt x="136" y="145"/>
                </a:cubicBezTo>
                <a:cubicBezTo>
                  <a:pt x="136" y="148"/>
                  <a:pt x="136" y="148"/>
                  <a:pt x="136" y="148"/>
                </a:cubicBezTo>
                <a:lnTo>
                  <a:pt x="133" y="148"/>
                </a:lnTo>
                <a:close/>
                <a:moveTo>
                  <a:pt x="143" y="13"/>
                </a:moveTo>
                <a:cubicBezTo>
                  <a:pt x="143" y="10"/>
                  <a:pt x="143" y="10"/>
                  <a:pt x="143" y="10"/>
                </a:cubicBezTo>
                <a:cubicBezTo>
                  <a:pt x="146" y="10"/>
                  <a:pt x="146" y="10"/>
                  <a:pt x="146" y="10"/>
                </a:cubicBezTo>
                <a:cubicBezTo>
                  <a:pt x="146" y="13"/>
                  <a:pt x="146" y="13"/>
                  <a:pt x="146" y="13"/>
                </a:cubicBezTo>
                <a:lnTo>
                  <a:pt x="143" y="13"/>
                </a:lnTo>
                <a:close/>
                <a:moveTo>
                  <a:pt x="143" y="23"/>
                </a:moveTo>
                <a:cubicBezTo>
                  <a:pt x="143" y="21"/>
                  <a:pt x="143" y="21"/>
                  <a:pt x="143" y="21"/>
                </a:cubicBezTo>
                <a:cubicBezTo>
                  <a:pt x="146" y="21"/>
                  <a:pt x="146" y="21"/>
                  <a:pt x="146" y="21"/>
                </a:cubicBezTo>
                <a:cubicBezTo>
                  <a:pt x="146" y="23"/>
                  <a:pt x="146" y="23"/>
                  <a:pt x="146" y="23"/>
                </a:cubicBezTo>
                <a:lnTo>
                  <a:pt x="143" y="23"/>
                </a:lnTo>
                <a:close/>
                <a:moveTo>
                  <a:pt x="143" y="34"/>
                </a:moveTo>
                <a:cubicBezTo>
                  <a:pt x="143" y="31"/>
                  <a:pt x="143" y="31"/>
                  <a:pt x="143" y="31"/>
                </a:cubicBezTo>
                <a:cubicBezTo>
                  <a:pt x="146" y="31"/>
                  <a:pt x="146" y="31"/>
                  <a:pt x="146" y="31"/>
                </a:cubicBezTo>
                <a:cubicBezTo>
                  <a:pt x="146" y="34"/>
                  <a:pt x="146" y="34"/>
                  <a:pt x="146" y="34"/>
                </a:cubicBezTo>
                <a:lnTo>
                  <a:pt x="143" y="34"/>
                </a:lnTo>
                <a:close/>
                <a:moveTo>
                  <a:pt x="143" y="44"/>
                </a:moveTo>
                <a:cubicBezTo>
                  <a:pt x="143" y="41"/>
                  <a:pt x="143" y="41"/>
                  <a:pt x="143" y="41"/>
                </a:cubicBezTo>
                <a:cubicBezTo>
                  <a:pt x="146" y="41"/>
                  <a:pt x="146" y="41"/>
                  <a:pt x="146" y="41"/>
                </a:cubicBezTo>
                <a:cubicBezTo>
                  <a:pt x="146" y="44"/>
                  <a:pt x="146" y="44"/>
                  <a:pt x="146" y="44"/>
                </a:cubicBezTo>
                <a:lnTo>
                  <a:pt x="143" y="44"/>
                </a:lnTo>
                <a:close/>
                <a:moveTo>
                  <a:pt x="143" y="54"/>
                </a:moveTo>
                <a:cubicBezTo>
                  <a:pt x="143" y="52"/>
                  <a:pt x="143" y="52"/>
                  <a:pt x="143" y="52"/>
                </a:cubicBezTo>
                <a:cubicBezTo>
                  <a:pt x="146" y="52"/>
                  <a:pt x="146" y="52"/>
                  <a:pt x="146" y="52"/>
                </a:cubicBezTo>
                <a:cubicBezTo>
                  <a:pt x="146" y="54"/>
                  <a:pt x="146" y="54"/>
                  <a:pt x="146" y="54"/>
                </a:cubicBezTo>
                <a:lnTo>
                  <a:pt x="143" y="54"/>
                </a:lnTo>
                <a:close/>
                <a:moveTo>
                  <a:pt x="143" y="65"/>
                </a:moveTo>
                <a:cubicBezTo>
                  <a:pt x="143" y="62"/>
                  <a:pt x="143" y="62"/>
                  <a:pt x="143" y="62"/>
                </a:cubicBezTo>
                <a:cubicBezTo>
                  <a:pt x="146" y="62"/>
                  <a:pt x="146" y="62"/>
                  <a:pt x="146" y="62"/>
                </a:cubicBezTo>
                <a:cubicBezTo>
                  <a:pt x="146" y="65"/>
                  <a:pt x="146" y="65"/>
                  <a:pt x="146" y="65"/>
                </a:cubicBezTo>
                <a:lnTo>
                  <a:pt x="143" y="65"/>
                </a:lnTo>
                <a:close/>
                <a:moveTo>
                  <a:pt x="143" y="75"/>
                </a:moveTo>
                <a:cubicBezTo>
                  <a:pt x="143" y="72"/>
                  <a:pt x="143" y="72"/>
                  <a:pt x="143" y="72"/>
                </a:cubicBezTo>
                <a:cubicBezTo>
                  <a:pt x="146" y="72"/>
                  <a:pt x="146" y="72"/>
                  <a:pt x="146" y="72"/>
                </a:cubicBezTo>
                <a:cubicBezTo>
                  <a:pt x="146" y="75"/>
                  <a:pt x="146" y="75"/>
                  <a:pt x="146" y="75"/>
                </a:cubicBezTo>
                <a:lnTo>
                  <a:pt x="143" y="75"/>
                </a:lnTo>
                <a:close/>
                <a:moveTo>
                  <a:pt x="143" y="85"/>
                </a:moveTo>
                <a:cubicBezTo>
                  <a:pt x="143" y="83"/>
                  <a:pt x="143" y="83"/>
                  <a:pt x="143" y="83"/>
                </a:cubicBezTo>
                <a:cubicBezTo>
                  <a:pt x="146" y="83"/>
                  <a:pt x="146" y="83"/>
                  <a:pt x="146" y="83"/>
                </a:cubicBezTo>
                <a:cubicBezTo>
                  <a:pt x="146" y="85"/>
                  <a:pt x="146" y="85"/>
                  <a:pt x="146" y="85"/>
                </a:cubicBezTo>
                <a:lnTo>
                  <a:pt x="143" y="85"/>
                </a:lnTo>
                <a:close/>
                <a:moveTo>
                  <a:pt x="143" y="117"/>
                </a:moveTo>
                <a:cubicBezTo>
                  <a:pt x="143" y="114"/>
                  <a:pt x="143" y="114"/>
                  <a:pt x="143" y="114"/>
                </a:cubicBezTo>
                <a:cubicBezTo>
                  <a:pt x="146" y="114"/>
                  <a:pt x="146" y="114"/>
                  <a:pt x="146" y="114"/>
                </a:cubicBezTo>
                <a:cubicBezTo>
                  <a:pt x="146" y="117"/>
                  <a:pt x="146" y="117"/>
                  <a:pt x="146" y="117"/>
                </a:cubicBezTo>
                <a:lnTo>
                  <a:pt x="143" y="117"/>
                </a:lnTo>
                <a:close/>
                <a:moveTo>
                  <a:pt x="143" y="127"/>
                </a:moveTo>
                <a:cubicBezTo>
                  <a:pt x="143" y="124"/>
                  <a:pt x="143" y="124"/>
                  <a:pt x="143" y="124"/>
                </a:cubicBezTo>
                <a:cubicBezTo>
                  <a:pt x="146" y="124"/>
                  <a:pt x="146" y="124"/>
                  <a:pt x="146" y="124"/>
                </a:cubicBezTo>
                <a:cubicBezTo>
                  <a:pt x="146" y="127"/>
                  <a:pt x="146" y="127"/>
                  <a:pt x="146" y="127"/>
                </a:cubicBezTo>
                <a:lnTo>
                  <a:pt x="143" y="127"/>
                </a:lnTo>
                <a:close/>
                <a:moveTo>
                  <a:pt x="143" y="137"/>
                </a:moveTo>
                <a:cubicBezTo>
                  <a:pt x="143" y="135"/>
                  <a:pt x="143" y="135"/>
                  <a:pt x="143" y="135"/>
                </a:cubicBezTo>
                <a:cubicBezTo>
                  <a:pt x="146" y="135"/>
                  <a:pt x="146" y="135"/>
                  <a:pt x="146" y="135"/>
                </a:cubicBezTo>
                <a:cubicBezTo>
                  <a:pt x="146" y="137"/>
                  <a:pt x="146" y="137"/>
                  <a:pt x="146" y="137"/>
                </a:cubicBezTo>
                <a:lnTo>
                  <a:pt x="143" y="137"/>
                </a:lnTo>
                <a:close/>
                <a:moveTo>
                  <a:pt x="143" y="148"/>
                </a:moveTo>
                <a:cubicBezTo>
                  <a:pt x="143" y="145"/>
                  <a:pt x="143" y="145"/>
                  <a:pt x="143" y="145"/>
                </a:cubicBezTo>
                <a:cubicBezTo>
                  <a:pt x="146" y="145"/>
                  <a:pt x="146" y="145"/>
                  <a:pt x="146" y="145"/>
                </a:cubicBezTo>
                <a:cubicBezTo>
                  <a:pt x="146" y="148"/>
                  <a:pt x="146" y="148"/>
                  <a:pt x="146" y="148"/>
                </a:cubicBezTo>
                <a:lnTo>
                  <a:pt x="143" y="148"/>
                </a:lnTo>
                <a:close/>
                <a:moveTo>
                  <a:pt x="143" y="158"/>
                </a:moveTo>
                <a:cubicBezTo>
                  <a:pt x="143" y="156"/>
                  <a:pt x="143" y="156"/>
                  <a:pt x="143" y="156"/>
                </a:cubicBezTo>
                <a:cubicBezTo>
                  <a:pt x="146" y="156"/>
                  <a:pt x="146" y="156"/>
                  <a:pt x="146" y="156"/>
                </a:cubicBezTo>
                <a:cubicBezTo>
                  <a:pt x="146" y="158"/>
                  <a:pt x="146" y="158"/>
                  <a:pt x="146" y="158"/>
                </a:cubicBezTo>
                <a:lnTo>
                  <a:pt x="143" y="158"/>
                </a:lnTo>
                <a:close/>
                <a:moveTo>
                  <a:pt x="143" y="166"/>
                </a:moveTo>
                <a:cubicBezTo>
                  <a:pt x="146" y="166"/>
                  <a:pt x="146" y="166"/>
                  <a:pt x="146" y="166"/>
                </a:cubicBezTo>
                <a:cubicBezTo>
                  <a:pt x="146" y="169"/>
                  <a:pt x="146" y="169"/>
                  <a:pt x="146" y="169"/>
                </a:cubicBezTo>
                <a:cubicBezTo>
                  <a:pt x="143" y="169"/>
                  <a:pt x="143" y="169"/>
                  <a:pt x="143" y="169"/>
                </a:cubicBezTo>
                <a:lnTo>
                  <a:pt x="143" y="166"/>
                </a:lnTo>
                <a:close/>
                <a:moveTo>
                  <a:pt x="143" y="176"/>
                </a:moveTo>
                <a:cubicBezTo>
                  <a:pt x="146" y="176"/>
                  <a:pt x="146" y="176"/>
                  <a:pt x="146" y="176"/>
                </a:cubicBezTo>
                <a:cubicBezTo>
                  <a:pt x="146" y="179"/>
                  <a:pt x="146" y="179"/>
                  <a:pt x="146" y="179"/>
                </a:cubicBezTo>
                <a:cubicBezTo>
                  <a:pt x="143" y="179"/>
                  <a:pt x="143" y="179"/>
                  <a:pt x="143" y="179"/>
                </a:cubicBezTo>
                <a:lnTo>
                  <a:pt x="143" y="176"/>
                </a:lnTo>
                <a:close/>
                <a:moveTo>
                  <a:pt x="154" y="23"/>
                </a:moveTo>
                <a:cubicBezTo>
                  <a:pt x="154" y="21"/>
                  <a:pt x="154" y="21"/>
                  <a:pt x="154" y="21"/>
                </a:cubicBezTo>
                <a:cubicBezTo>
                  <a:pt x="156" y="21"/>
                  <a:pt x="156" y="21"/>
                  <a:pt x="156" y="21"/>
                </a:cubicBezTo>
                <a:cubicBezTo>
                  <a:pt x="156" y="23"/>
                  <a:pt x="156" y="23"/>
                  <a:pt x="156" y="23"/>
                </a:cubicBezTo>
                <a:lnTo>
                  <a:pt x="154" y="23"/>
                </a:lnTo>
                <a:close/>
                <a:moveTo>
                  <a:pt x="154" y="65"/>
                </a:moveTo>
                <a:cubicBezTo>
                  <a:pt x="154" y="62"/>
                  <a:pt x="154" y="62"/>
                  <a:pt x="154" y="62"/>
                </a:cubicBezTo>
                <a:cubicBezTo>
                  <a:pt x="156" y="62"/>
                  <a:pt x="156" y="62"/>
                  <a:pt x="156" y="62"/>
                </a:cubicBezTo>
                <a:cubicBezTo>
                  <a:pt x="156" y="65"/>
                  <a:pt x="156" y="65"/>
                  <a:pt x="156" y="65"/>
                </a:cubicBezTo>
                <a:lnTo>
                  <a:pt x="154" y="65"/>
                </a:lnTo>
                <a:close/>
                <a:moveTo>
                  <a:pt x="154" y="106"/>
                </a:moveTo>
                <a:cubicBezTo>
                  <a:pt x="154" y="104"/>
                  <a:pt x="154" y="104"/>
                  <a:pt x="154" y="104"/>
                </a:cubicBezTo>
                <a:cubicBezTo>
                  <a:pt x="156" y="104"/>
                  <a:pt x="156" y="104"/>
                  <a:pt x="156" y="104"/>
                </a:cubicBezTo>
                <a:cubicBezTo>
                  <a:pt x="156" y="106"/>
                  <a:pt x="156" y="106"/>
                  <a:pt x="156" y="106"/>
                </a:cubicBezTo>
                <a:lnTo>
                  <a:pt x="154" y="106"/>
                </a:lnTo>
                <a:close/>
                <a:moveTo>
                  <a:pt x="154" y="148"/>
                </a:moveTo>
                <a:cubicBezTo>
                  <a:pt x="154" y="145"/>
                  <a:pt x="154" y="145"/>
                  <a:pt x="154" y="145"/>
                </a:cubicBezTo>
                <a:cubicBezTo>
                  <a:pt x="156" y="145"/>
                  <a:pt x="156" y="145"/>
                  <a:pt x="156" y="145"/>
                </a:cubicBezTo>
                <a:cubicBezTo>
                  <a:pt x="156" y="148"/>
                  <a:pt x="156" y="148"/>
                  <a:pt x="156" y="148"/>
                </a:cubicBezTo>
                <a:lnTo>
                  <a:pt x="154" y="148"/>
                </a:lnTo>
                <a:close/>
                <a:moveTo>
                  <a:pt x="164" y="23"/>
                </a:moveTo>
                <a:cubicBezTo>
                  <a:pt x="164" y="21"/>
                  <a:pt x="164" y="21"/>
                  <a:pt x="164" y="21"/>
                </a:cubicBezTo>
                <a:cubicBezTo>
                  <a:pt x="167" y="21"/>
                  <a:pt x="167" y="21"/>
                  <a:pt x="167" y="21"/>
                </a:cubicBezTo>
                <a:cubicBezTo>
                  <a:pt x="167" y="23"/>
                  <a:pt x="167" y="23"/>
                  <a:pt x="167" y="23"/>
                </a:cubicBezTo>
                <a:lnTo>
                  <a:pt x="164" y="23"/>
                </a:lnTo>
                <a:close/>
                <a:moveTo>
                  <a:pt x="164" y="65"/>
                </a:moveTo>
                <a:cubicBezTo>
                  <a:pt x="164" y="62"/>
                  <a:pt x="164" y="62"/>
                  <a:pt x="164" y="62"/>
                </a:cubicBezTo>
                <a:cubicBezTo>
                  <a:pt x="167" y="62"/>
                  <a:pt x="167" y="62"/>
                  <a:pt x="167" y="62"/>
                </a:cubicBezTo>
                <a:cubicBezTo>
                  <a:pt x="167" y="65"/>
                  <a:pt x="167" y="65"/>
                  <a:pt x="167" y="65"/>
                </a:cubicBezTo>
                <a:lnTo>
                  <a:pt x="164" y="65"/>
                </a:lnTo>
                <a:close/>
                <a:moveTo>
                  <a:pt x="164" y="106"/>
                </a:moveTo>
                <a:cubicBezTo>
                  <a:pt x="164" y="104"/>
                  <a:pt x="164" y="104"/>
                  <a:pt x="164" y="104"/>
                </a:cubicBezTo>
                <a:cubicBezTo>
                  <a:pt x="167" y="104"/>
                  <a:pt x="167" y="104"/>
                  <a:pt x="167" y="104"/>
                </a:cubicBezTo>
                <a:cubicBezTo>
                  <a:pt x="167" y="106"/>
                  <a:pt x="167" y="106"/>
                  <a:pt x="167" y="106"/>
                </a:cubicBezTo>
                <a:lnTo>
                  <a:pt x="164" y="106"/>
                </a:lnTo>
                <a:close/>
                <a:moveTo>
                  <a:pt x="164" y="148"/>
                </a:moveTo>
                <a:cubicBezTo>
                  <a:pt x="164" y="145"/>
                  <a:pt x="164" y="145"/>
                  <a:pt x="164" y="145"/>
                </a:cubicBezTo>
                <a:cubicBezTo>
                  <a:pt x="167" y="145"/>
                  <a:pt x="167" y="145"/>
                  <a:pt x="167" y="145"/>
                </a:cubicBezTo>
                <a:cubicBezTo>
                  <a:pt x="167" y="148"/>
                  <a:pt x="167" y="148"/>
                  <a:pt x="167" y="148"/>
                </a:cubicBezTo>
                <a:lnTo>
                  <a:pt x="164" y="148"/>
                </a:lnTo>
                <a:close/>
                <a:moveTo>
                  <a:pt x="175" y="23"/>
                </a:moveTo>
                <a:cubicBezTo>
                  <a:pt x="175" y="21"/>
                  <a:pt x="175" y="21"/>
                  <a:pt x="175" y="21"/>
                </a:cubicBezTo>
                <a:cubicBezTo>
                  <a:pt x="177" y="21"/>
                  <a:pt x="177" y="21"/>
                  <a:pt x="177" y="21"/>
                </a:cubicBezTo>
                <a:cubicBezTo>
                  <a:pt x="177" y="23"/>
                  <a:pt x="177" y="23"/>
                  <a:pt x="177" y="23"/>
                </a:cubicBezTo>
                <a:lnTo>
                  <a:pt x="175" y="23"/>
                </a:lnTo>
                <a:close/>
                <a:moveTo>
                  <a:pt x="175" y="106"/>
                </a:moveTo>
                <a:cubicBezTo>
                  <a:pt x="175" y="104"/>
                  <a:pt x="175" y="104"/>
                  <a:pt x="175" y="104"/>
                </a:cubicBezTo>
                <a:cubicBezTo>
                  <a:pt x="177" y="104"/>
                  <a:pt x="177" y="104"/>
                  <a:pt x="177" y="104"/>
                </a:cubicBezTo>
                <a:cubicBezTo>
                  <a:pt x="177" y="106"/>
                  <a:pt x="177" y="106"/>
                  <a:pt x="177" y="106"/>
                </a:cubicBezTo>
                <a:lnTo>
                  <a:pt x="175" y="106"/>
                </a:lnTo>
                <a:close/>
                <a:moveTo>
                  <a:pt x="175" y="148"/>
                </a:moveTo>
                <a:cubicBezTo>
                  <a:pt x="175" y="145"/>
                  <a:pt x="175" y="145"/>
                  <a:pt x="175" y="145"/>
                </a:cubicBezTo>
                <a:cubicBezTo>
                  <a:pt x="177" y="145"/>
                  <a:pt x="177" y="145"/>
                  <a:pt x="177" y="145"/>
                </a:cubicBezTo>
                <a:cubicBezTo>
                  <a:pt x="177" y="148"/>
                  <a:pt x="177" y="148"/>
                  <a:pt x="177" y="148"/>
                </a:cubicBezTo>
                <a:lnTo>
                  <a:pt x="175" y="148"/>
                </a:lnTo>
                <a:close/>
                <a:moveTo>
                  <a:pt x="185" y="13"/>
                </a:moveTo>
                <a:cubicBezTo>
                  <a:pt x="185" y="10"/>
                  <a:pt x="185" y="10"/>
                  <a:pt x="185" y="10"/>
                </a:cubicBezTo>
                <a:cubicBezTo>
                  <a:pt x="188" y="10"/>
                  <a:pt x="188" y="10"/>
                  <a:pt x="188" y="10"/>
                </a:cubicBezTo>
                <a:cubicBezTo>
                  <a:pt x="188" y="13"/>
                  <a:pt x="188" y="13"/>
                  <a:pt x="188" y="13"/>
                </a:cubicBezTo>
                <a:lnTo>
                  <a:pt x="185" y="13"/>
                </a:lnTo>
                <a:close/>
                <a:moveTo>
                  <a:pt x="185" y="23"/>
                </a:moveTo>
                <a:cubicBezTo>
                  <a:pt x="185" y="21"/>
                  <a:pt x="185" y="21"/>
                  <a:pt x="185" y="21"/>
                </a:cubicBezTo>
                <a:cubicBezTo>
                  <a:pt x="188" y="21"/>
                  <a:pt x="188" y="21"/>
                  <a:pt x="188" y="21"/>
                </a:cubicBezTo>
                <a:cubicBezTo>
                  <a:pt x="188" y="23"/>
                  <a:pt x="188" y="23"/>
                  <a:pt x="188" y="23"/>
                </a:cubicBezTo>
                <a:lnTo>
                  <a:pt x="185" y="23"/>
                </a:lnTo>
                <a:close/>
                <a:moveTo>
                  <a:pt x="185" y="34"/>
                </a:moveTo>
                <a:cubicBezTo>
                  <a:pt x="185" y="31"/>
                  <a:pt x="185" y="31"/>
                  <a:pt x="185" y="31"/>
                </a:cubicBezTo>
                <a:cubicBezTo>
                  <a:pt x="188" y="31"/>
                  <a:pt x="188" y="31"/>
                  <a:pt x="188" y="31"/>
                </a:cubicBezTo>
                <a:cubicBezTo>
                  <a:pt x="188" y="34"/>
                  <a:pt x="188" y="34"/>
                  <a:pt x="188" y="34"/>
                </a:cubicBezTo>
                <a:lnTo>
                  <a:pt x="185" y="34"/>
                </a:lnTo>
                <a:close/>
                <a:moveTo>
                  <a:pt x="185" y="44"/>
                </a:moveTo>
                <a:cubicBezTo>
                  <a:pt x="185" y="41"/>
                  <a:pt x="185" y="41"/>
                  <a:pt x="185" y="41"/>
                </a:cubicBezTo>
                <a:cubicBezTo>
                  <a:pt x="188" y="41"/>
                  <a:pt x="188" y="41"/>
                  <a:pt x="188" y="41"/>
                </a:cubicBezTo>
                <a:cubicBezTo>
                  <a:pt x="188" y="44"/>
                  <a:pt x="188" y="44"/>
                  <a:pt x="188" y="44"/>
                </a:cubicBezTo>
                <a:lnTo>
                  <a:pt x="185" y="44"/>
                </a:lnTo>
                <a:close/>
                <a:moveTo>
                  <a:pt x="185" y="75"/>
                </a:moveTo>
                <a:cubicBezTo>
                  <a:pt x="185" y="72"/>
                  <a:pt x="185" y="72"/>
                  <a:pt x="185" y="72"/>
                </a:cubicBezTo>
                <a:cubicBezTo>
                  <a:pt x="188" y="72"/>
                  <a:pt x="188" y="72"/>
                  <a:pt x="188" y="72"/>
                </a:cubicBezTo>
                <a:cubicBezTo>
                  <a:pt x="188" y="75"/>
                  <a:pt x="188" y="75"/>
                  <a:pt x="188" y="75"/>
                </a:cubicBezTo>
                <a:lnTo>
                  <a:pt x="185" y="75"/>
                </a:lnTo>
                <a:close/>
                <a:moveTo>
                  <a:pt x="185" y="85"/>
                </a:moveTo>
                <a:cubicBezTo>
                  <a:pt x="185" y="83"/>
                  <a:pt x="185" y="83"/>
                  <a:pt x="185" y="83"/>
                </a:cubicBezTo>
                <a:cubicBezTo>
                  <a:pt x="188" y="83"/>
                  <a:pt x="188" y="83"/>
                  <a:pt x="188" y="83"/>
                </a:cubicBezTo>
                <a:cubicBezTo>
                  <a:pt x="188" y="85"/>
                  <a:pt x="188" y="85"/>
                  <a:pt x="188" y="85"/>
                </a:cubicBezTo>
                <a:lnTo>
                  <a:pt x="185" y="85"/>
                </a:lnTo>
                <a:close/>
                <a:moveTo>
                  <a:pt x="185" y="96"/>
                </a:moveTo>
                <a:cubicBezTo>
                  <a:pt x="185" y="93"/>
                  <a:pt x="185" y="93"/>
                  <a:pt x="185" y="93"/>
                </a:cubicBezTo>
                <a:cubicBezTo>
                  <a:pt x="188" y="93"/>
                  <a:pt x="188" y="93"/>
                  <a:pt x="188" y="93"/>
                </a:cubicBezTo>
                <a:cubicBezTo>
                  <a:pt x="188" y="96"/>
                  <a:pt x="188" y="96"/>
                  <a:pt x="188" y="96"/>
                </a:cubicBezTo>
                <a:lnTo>
                  <a:pt x="185" y="96"/>
                </a:lnTo>
                <a:close/>
                <a:moveTo>
                  <a:pt x="185" y="106"/>
                </a:moveTo>
                <a:cubicBezTo>
                  <a:pt x="185" y="104"/>
                  <a:pt x="185" y="104"/>
                  <a:pt x="185" y="104"/>
                </a:cubicBezTo>
                <a:cubicBezTo>
                  <a:pt x="188" y="104"/>
                  <a:pt x="188" y="104"/>
                  <a:pt x="188" y="104"/>
                </a:cubicBezTo>
                <a:cubicBezTo>
                  <a:pt x="188" y="106"/>
                  <a:pt x="188" y="106"/>
                  <a:pt x="188" y="106"/>
                </a:cubicBezTo>
                <a:lnTo>
                  <a:pt x="185" y="106"/>
                </a:lnTo>
                <a:close/>
                <a:moveTo>
                  <a:pt x="185" y="117"/>
                </a:moveTo>
                <a:cubicBezTo>
                  <a:pt x="185" y="114"/>
                  <a:pt x="185" y="114"/>
                  <a:pt x="185" y="114"/>
                </a:cubicBezTo>
                <a:cubicBezTo>
                  <a:pt x="188" y="114"/>
                  <a:pt x="188" y="114"/>
                  <a:pt x="188" y="114"/>
                </a:cubicBezTo>
                <a:cubicBezTo>
                  <a:pt x="188" y="117"/>
                  <a:pt x="188" y="117"/>
                  <a:pt x="188" y="117"/>
                </a:cubicBezTo>
                <a:lnTo>
                  <a:pt x="185" y="117"/>
                </a:lnTo>
                <a:close/>
                <a:moveTo>
                  <a:pt x="185" y="127"/>
                </a:moveTo>
                <a:cubicBezTo>
                  <a:pt x="185" y="124"/>
                  <a:pt x="185" y="124"/>
                  <a:pt x="185" y="124"/>
                </a:cubicBezTo>
                <a:cubicBezTo>
                  <a:pt x="188" y="124"/>
                  <a:pt x="188" y="124"/>
                  <a:pt x="188" y="124"/>
                </a:cubicBezTo>
                <a:cubicBezTo>
                  <a:pt x="188" y="127"/>
                  <a:pt x="188" y="127"/>
                  <a:pt x="188" y="127"/>
                </a:cubicBezTo>
                <a:lnTo>
                  <a:pt x="185" y="127"/>
                </a:lnTo>
                <a:close/>
                <a:moveTo>
                  <a:pt x="185" y="137"/>
                </a:moveTo>
                <a:cubicBezTo>
                  <a:pt x="185" y="135"/>
                  <a:pt x="185" y="135"/>
                  <a:pt x="185" y="135"/>
                </a:cubicBezTo>
                <a:cubicBezTo>
                  <a:pt x="188" y="135"/>
                  <a:pt x="188" y="135"/>
                  <a:pt x="188" y="135"/>
                </a:cubicBezTo>
                <a:cubicBezTo>
                  <a:pt x="188" y="137"/>
                  <a:pt x="188" y="137"/>
                  <a:pt x="188" y="137"/>
                </a:cubicBezTo>
                <a:lnTo>
                  <a:pt x="185" y="137"/>
                </a:lnTo>
                <a:close/>
                <a:moveTo>
                  <a:pt x="185" y="148"/>
                </a:moveTo>
                <a:cubicBezTo>
                  <a:pt x="185" y="145"/>
                  <a:pt x="185" y="145"/>
                  <a:pt x="185" y="145"/>
                </a:cubicBezTo>
                <a:cubicBezTo>
                  <a:pt x="188" y="145"/>
                  <a:pt x="188" y="145"/>
                  <a:pt x="188" y="145"/>
                </a:cubicBezTo>
                <a:cubicBezTo>
                  <a:pt x="188" y="148"/>
                  <a:pt x="188" y="148"/>
                  <a:pt x="188" y="148"/>
                </a:cubicBezTo>
                <a:lnTo>
                  <a:pt x="185" y="148"/>
                </a:lnTo>
                <a:close/>
                <a:moveTo>
                  <a:pt x="185" y="158"/>
                </a:moveTo>
                <a:cubicBezTo>
                  <a:pt x="185" y="156"/>
                  <a:pt x="185" y="156"/>
                  <a:pt x="185" y="156"/>
                </a:cubicBezTo>
                <a:cubicBezTo>
                  <a:pt x="188" y="156"/>
                  <a:pt x="188" y="156"/>
                  <a:pt x="188" y="156"/>
                </a:cubicBezTo>
                <a:cubicBezTo>
                  <a:pt x="188" y="158"/>
                  <a:pt x="188" y="158"/>
                  <a:pt x="188" y="158"/>
                </a:cubicBezTo>
                <a:lnTo>
                  <a:pt x="185" y="158"/>
                </a:lnTo>
                <a:close/>
                <a:moveTo>
                  <a:pt x="185" y="166"/>
                </a:moveTo>
                <a:cubicBezTo>
                  <a:pt x="188" y="166"/>
                  <a:pt x="188" y="166"/>
                  <a:pt x="188" y="166"/>
                </a:cubicBezTo>
                <a:cubicBezTo>
                  <a:pt x="188" y="169"/>
                  <a:pt x="188" y="169"/>
                  <a:pt x="188" y="169"/>
                </a:cubicBezTo>
                <a:cubicBezTo>
                  <a:pt x="185" y="169"/>
                  <a:pt x="185" y="169"/>
                  <a:pt x="185" y="169"/>
                </a:cubicBezTo>
                <a:lnTo>
                  <a:pt x="185" y="166"/>
                </a:lnTo>
                <a:close/>
                <a:moveTo>
                  <a:pt x="185" y="176"/>
                </a:moveTo>
                <a:cubicBezTo>
                  <a:pt x="188" y="176"/>
                  <a:pt x="188" y="176"/>
                  <a:pt x="188" y="176"/>
                </a:cubicBezTo>
                <a:cubicBezTo>
                  <a:pt x="188" y="179"/>
                  <a:pt x="188" y="179"/>
                  <a:pt x="188" y="179"/>
                </a:cubicBezTo>
                <a:cubicBezTo>
                  <a:pt x="185" y="179"/>
                  <a:pt x="185" y="179"/>
                  <a:pt x="185" y="179"/>
                </a:cubicBezTo>
                <a:lnTo>
                  <a:pt x="185" y="176"/>
                </a:lnTo>
                <a:close/>
                <a:moveTo>
                  <a:pt x="196" y="23"/>
                </a:moveTo>
                <a:cubicBezTo>
                  <a:pt x="196" y="21"/>
                  <a:pt x="196" y="21"/>
                  <a:pt x="196" y="21"/>
                </a:cubicBezTo>
                <a:cubicBezTo>
                  <a:pt x="198" y="21"/>
                  <a:pt x="198" y="21"/>
                  <a:pt x="198" y="21"/>
                </a:cubicBezTo>
                <a:cubicBezTo>
                  <a:pt x="198" y="23"/>
                  <a:pt x="198" y="23"/>
                  <a:pt x="198" y="23"/>
                </a:cubicBezTo>
                <a:lnTo>
                  <a:pt x="196" y="23"/>
                </a:lnTo>
                <a:close/>
                <a:moveTo>
                  <a:pt x="196" y="65"/>
                </a:moveTo>
                <a:cubicBezTo>
                  <a:pt x="196" y="62"/>
                  <a:pt x="196" y="62"/>
                  <a:pt x="196" y="62"/>
                </a:cubicBezTo>
                <a:cubicBezTo>
                  <a:pt x="198" y="62"/>
                  <a:pt x="198" y="62"/>
                  <a:pt x="198" y="62"/>
                </a:cubicBezTo>
                <a:cubicBezTo>
                  <a:pt x="198" y="65"/>
                  <a:pt x="198" y="65"/>
                  <a:pt x="198" y="65"/>
                </a:cubicBezTo>
                <a:lnTo>
                  <a:pt x="196" y="65"/>
                </a:lnTo>
                <a:close/>
                <a:moveTo>
                  <a:pt x="196" y="106"/>
                </a:moveTo>
                <a:cubicBezTo>
                  <a:pt x="196" y="104"/>
                  <a:pt x="196" y="104"/>
                  <a:pt x="196" y="104"/>
                </a:cubicBezTo>
                <a:cubicBezTo>
                  <a:pt x="198" y="104"/>
                  <a:pt x="198" y="104"/>
                  <a:pt x="198" y="104"/>
                </a:cubicBezTo>
                <a:cubicBezTo>
                  <a:pt x="198" y="106"/>
                  <a:pt x="198" y="106"/>
                  <a:pt x="198" y="106"/>
                </a:cubicBezTo>
                <a:lnTo>
                  <a:pt x="196" y="106"/>
                </a:lnTo>
                <a:close/>
                <a:moveTo>
                  <a:pt x="196" y="148"/>
                </a:moveTo>
                <a:cubicBezTo>
                  <a:pt x="196" y="145"/>
                  <a:pt x="196" y="145"/>
                  <a:pt x="196" y="145"/>
                </a:cubicBezTo>
                <a:cubicBezTo>
                  <a:pt x="198" y="145"/>
                  <a:pt x="198" y="145"/>
                  <a:pt x="198" y="145"/>
                </a:cubicBezTo>
                <a:cubicBezTo>
                  <a:pt x="198" y="148"/>
                  <a:pt x="198" y="148"/>
                  <a:pt x="198" y="148"/>
                </a:cubicBezTo>
                <a:lnTo>
                  <a:pt x="196" y="14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8" name="Freeform 20"/>
          <p:cNvSpPr>
            <a:spLocks noEditPoints="1"/>
          </p:cNvSpPr>
          <p:nvPr/>
        </p:nvSpPr>
        <p:spPr bwMode="auto">
          <a:xfrm>
            <a:off x="7741133" y="1714309"/>
            <a:ext cx="297527" cy="297527"/>
          </a:xfrm>
          <a:custGeom>
            <a:avLst/>
            <a:gdLst>
              <a:gd name="T0" fmla="*/ 208 w 208"/>
              <a:gd name="T1" fmla="*/ 187 h 208"/>
              <a:gd name="T2" fmla="*/ 32 w 208"/>
              <a:gd name="T3" fmla="*/ 21 h 208"/>
              <a:gd name="T4" fmla="*/ 32 w 208"/>
              <a:gd name="T5" fmla="*/ 62 h 208"/>
              <a:gd name="T6" fmla="*/ 32 w 208"/>
              <a:gd name="T7" fmla="*/ 104 h 208"/>
              <a:gd name="T8" fmla="*/ 35 w 208"/>
              <a:gd name="T9" fmla="*/ 127 h 208"/>
              <a:gd name="T10" fmla="*/ 102 w 208"/>
              <a:gd name="T11" fmla="*/ 83 h 208"/>
              <a:gd name="T12" fmla="*/ 123 w 208"/>
              <a:gd name="T13" fmla="*/ 104 h 208"/>
              <a:gd name="T14" fmla="*/ 196 w 208"/>
              <a:gd name="T15" fmla="*/ 38 h 208"/>
              <a:gd name="T16" fmla="*/ 208 w 208"/>
              <a:gd name="T17" fmla="*/ 43 h 208"/>
              <a:gd name="T18" fmla="*/ 42 w 208"/>
              <a:gd name="T19" fmla="*/ 21 h 208"/>
              <a:gd name="T20" fmla="*/ 42 w 208"/>
              <a:gd name="T21" fmla="*/ 62 h 208"/>
              <a:gd name="T22" fmla="*/ 42 w 208"/>
              <a:gd name="T23" fmla="*/ 104 h 208"/>
              <a:gd name="T24" fmla="*/ 52 w 208"/>
              <a:gd name="T25" fmla="*/ 21 h 208"/>
              <a:gd name="T26" fmla="*/ 52 w 208"/>
              <a:gd name="T27" fmla="*/ 62 h 208"/>
              <a:gd name="T28" fmla="*/ 52 w 208"/>
              <a:gd name="T29" fmla="*/ 104 h 208"/>
              <a:gd name="T30" fmla="*/ 63 w 208"/>
              <a:gd name="T31" fmla="*/ 10 h 208"/>
              <a:gd name="T32" fmla="*/ 63 w 208"/>
              <a:gd name="T33" fmla="*/ 21 h 208"/>
              <a:gd name="T34" fmla="*/ 63 w 208"/>
              <a:gd name="T35" fmla="*/ 31 h 208"/>
              <a:gd name="T36" fmla="*/ 63 w 208"/>
              <a:gd name="T37" fmla="*/ 41 h 208"/>
              <a:gd name="T38" fmla="*/ 63 w 208"/>
              <a:gd name="T39" fmla="*/ 52 h 208"/>
              <a:gd name="T40" fmla="*/ 63 w 208"/>
              <a:gd name="T41" fmla="*/ 62 h 208"/>
              <a:gd name="T42" fmla="*/ 63 w 208"/>
              <a:gd name="T43" fmla="*/ 72 h 208"/>
              <a:gd name="T44" fmla="*/ 63 w 208"/>
              <a:gd name="T45" fmla="*/ 83 h 208"/>
              <a:gd name="T46" fmla="*/ 63 w 208"/>
              <a:gd name="T47" fmla="*/ 93 h 208"/>
              <a:gd name="T48" fmla="*/ 73 w 208"/>
              <a:gd name="T49" fmla="*/ 21 h 208"/>
              <a:gd name="T50" fmla="*/ 73 w 208"/>
              <a:gd name="T51" fmla="*/ 62 h 208"/>
              <a:gd name="T52" fmla="*/ 84 w 208"/>
              <a:gd name="T53" fmla="*/ 21 h 208"/>
              <a:gd name="T54" fmla="*/ 84 w 208"/>
              <a:gd name="T55" fmla="*/ 62 h 208"/>
              <a:gd name="T56" fmla="*/ 94 w 208"/>
              <a:gd name="T57" fmla="*/ 21 h 208"/>
              <a:gd name="T58" fmla="*/ 94 w 208"/>
              <a:gd name="T59" fmla="*/ 62 h 208"/>
              <a:gd name="T60" fmla="*/ 104 w 208"/>
              <a:gd name="T61" fmla="*/ 10 h 208"/>
              <a:gd name="T62" fmla="*/ 104 w 208"/>
              <a:gd name="T63" fmla="*/ 21 h 208"/>
              <a:gd name="T64" fmla="*/ 104 w 208"/>
              <a:gd name="T65" fmla="*/ 31 h 208"/>
              <a:gd name="T66" fmla="*/ 104 w 208"/>
              <a:gd name="T67" fmla="*/ 41 h 208"/>
              <a:gd name="T68" fmla="*/ 104 w 208"/>
              <a:gd name="T69" fmla="*/ 52 h 208"/>
              <a:gd name="T70" fmla="*/ 104 w 208"/>
              <a:gd name="T71" fmla="*/ 62 h 208"/>
              <a:gd name="T72" fmla="*/ 104 w 208"/>
              <a:gd name="T73" fmla="*/ 72 h 208"/>
              <a:gd name="T74" fmla="*/ 115 w 208"/>
              <a:gd name="T75" fmla="*/ 21 h 208"/>
              <a:gd name="T76" fmla="*/ 115 w 208"/>
              <a:gd name="T77" fmla="*/ 62 h 208"/>
              <a:gd name="T78" fmla="*/ 125 w 208"/>
              <a:gd name="T79" fmla="*/ 21 h 208"/>
              <a:gd name="T80" fmla="*/ 125 w 208"/>
              <a:gd name="T81" fmla="*/ 62 h 208"/>
              <a:gd name="T82" fmla="*/ 136 w 208"/>
              <a:gd name="T83" fmla="*/ 21 h 208"/>
              <a:gd name="T84" fmla="*/ 136 w 208"/>
              <a:gd name="T85" fmla="*/ 62 h 208"/>
              <a:gd name="T86" fmla="*/ 146 w 208"/>
              <a:gd name="T87" fmla="*/ 10 h 208"/>
              <a:gd name="T88" fmla="*/ 146 w 208"/>
              <a:gd name="T89" fmla="*/ 21 h 208"/>
              <a:gd name="T90" fmla="*/ 146 w 208"/>
              <a:gd name="T91" fmla="*/ 31 h 208"/>
              <a:gd name="T92" fmla="*/ 146 w 208"/>
              <a:gd name="T93" fmla="*/ 41 h 208"/>
              <a:gd name="T94" fmla="*/ 146 w 208"/>
              <a:gd name="T95" fmla="*/ 52 h 208"/>
              <a:gd name="T96" fmla="*/ 146 w 208"/>
              <a:gd name="T97" fmla="*/ 62 h 208"/>
              <a:gd name="T98" fmla="*/ 146 w 208"/>
              <a:gd name="T99" fmla="*/ 72 h 208"/>
              <a:gd name="T100" fmla="*/ 146 w 208"/>
              <a:gd name="T101" fmla="*/ 83 h 208"/>
              <a:gd name="T102" fmla="*/ 156 w 208"/>
              <a:gd name="T103" fmla="*/ 21 h 208"/>
              <a:gd name="T104" fmla="*/ 156 w 208"/>
              <a:gd name="T105" fmla="*/ 62 h 208"/>
              <a:gd name="T106" fmla="*/ 167 w 208"/>
              <a:gd name="T107" fmla="*/ 21 h 208"/>
              <a:gd name="T108" fmla="*/ 167 w 208"/>
              <a:gd name="T109" fmla="*/ 62 h 208"/>
              <a:gd name="T110" fmla="*/ 177 w 208"/>
              <a:gd name="T111" fmla="*/ 21 h 208"/>
              <a:gd name="T112" fmla="*/ 187 w 208"/>
              <a:gd name="T113" fmla="*/ 10 h 208"/>
              <a:gd name="T114" fmla="*/ 187 w 208"/>
              <a:gd name="T115" fmla="*/ 21 h 208"/>
              <a:gd name="T116" fmla="*/ 187 w 208"/>
              <a:gd name="T117" fmla="*/ 31 h 208"/>
              <a:gd name="T118" fmla="*/ 187 w 208"/>
              <a:gd name="T119" fmla="*/ 41 h 208"/>
              <a:gd name="T120" fmla="*/ 198 w 208"/>
              <a:gd name="T121" fmla="*/ 21 h 2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208" h="208">
                <a:moveTo>
                  <a:pt x="0" y="208"/>
                </a:moveTo>
                <a:cubicBezTo>
                  <a:pt x="0" y="0"/>
                  <a:pt x="0" y="0"/>
                  <a:pt x="0" y="0"/>
                </a:cubicBezTo>
                <a:cubicBezTo>
                  <a:pt x="21" y="0"/>
                  <a:pt x="21" y="0"/>
                  <a:pt x="21" y="0"/>
                </a:cubicBezTo>
                <a:cubicBezTo>
                  <a:pt x="21" y="187"/>
                  <a:pt x="21" y="187"/>
                  <a:pt x="21" y="187"/>
                </a:cubicBezTo>
                <a:cubicBezTo>
                  <a:pt x="208" y="187"/>
                  <a:pt x="208" y="187"/>
                  <a:pt x="208" y="187"/>
                </a:cubicBezTo>
                <a:cubicBezTo>
                  <a:pt x="208" y="208"/>
                  <a:pt x="208" y="208"/>
                  <a:pt x="208" y="208"/>
                </a:cubicBezTo>
                <a:lnTo>
                  <a:pt x="0" y="208"/>
                </a:lnTo>
                <a:close/>
                <a:moveTo>
                  <a:pt x="29" y="23"/>
                </a:moveTo>
                <a:cubicBezTo>
                  <a:pt x="29" y="21"/>
                  <a:pt x="29" y="21"/>
                  <a:pt x="29" y="21"/>
                </a:cubicBezTo>
                <a:cubicBezTo>
                  <a:pt x="32" y="21"/>
                  <a:pt x="32" y="21"/>
                  <a:pt x="32" y="21"/>
                </a:cubicBezTo>
                <a:cubicBezTo>
                  <a:pt x="32" y="23"/>
                  <a:pt x="32" y="23"/>
                  <a:pt x="32" y="23"/>
                </a:cubicBezTo>
                <a:lnTo>
                  <a:pt x="29" y="23"/>
                </a:lnTo>
                <a:close/>
                <a:moveTo>
                  <a:pt x="29" y="65"/>
                </a:moveTo>
                <a:cubicBezTo>
                  <a:pt x="29" y="62"/>
                  <a:pt x="29" y="62"/>
                  <a:pt x="29" y="62"/>
                </a:cubicBezTo>
                <a:cubicBezTo>
                  <a:pt x="32" y="62"/>
                  <a:pt x="32" y="62"/>
                  <a:pt x="32" y="62"/>
                </a:cubicBezTo>
                <a:cubicBezTo>
                  <a:pt x="32" y="65"/>
                  <a:pt x="32" y="65"/>
                  <a:pt x="32" y="65"/>
                </a:cubicBezTo>
                <a:lnTo>
                  <a:pt x="29" y="65"/>
                </a:lnTo>
                <a:close/>
                <a:moveTo>
                  <a:pt x="29" y="106"/>
                </a:moveTo>
                <a:cubicBezTo>
                  <a:pt x="29" y="104"/>
                  <a:pt x="29" y="104"/>
                  <a:pt x="29" y="104"/>
                </a:cubicBezTo>
                <a:cubicBezTo>
                  <a:pt x="32" y="104"/>
                  <a:pt x="32" y="104"/>
                  <a:pt x="32" y="104"/>
                </a:cubicBezTo>
                <a:cubicBezTo>
                  <a:pt x="32" y="106"/>
                  <a:pt x="32" y="106"/>
                  <a:pt x="32" y="106"/>
                </a:cubicBezTo>
                <a:lnTo>
                  <a:pt x="29" y="106"/>
                </a:lnTo>
                <a:close/>
                <a:moveTo>
                  <a:pt x="32" y="176"/>
                </a:moveTo>
                <a:cubicBezTo>
                  <a:pt x="32" y="133"/>
                  <a:pt x="32" y="133"/>
                  <a:pt x="32" y="133"/>
                </a:cubicBezTo>
                <a:cubicBezTo>
                  <a:pt x="32" y="130"/>
                  <a:pt x="33" y="128"/>
                  <a:pt x="35" y="127"/>
                </a:cubicBezTo>
                <a:cubicBezTo>
                  <a:pt x="83" y="79"/>
                  <a:pt x="83" y="79"/>
                  <a:pt x="83" y="79"/>
                </a:cubicBezTo>
                <a:cubicBezTo>
                  <a:pt x="84" y="77"/>
                  <a:pt x="86" y="75"/>
                  <a:pt x="89" y="75"/>
                </a:cubicBezTo>
                <a:cubicBezTo>
                  <a:pt x="91" y="75"/>
                  <a:pt x="93" y="76"/>
                  <a:pt x="95" y="78"/>
                </a:cubicBezTo>
                <a:cubicBezTo>
                  <a:pt x="102" y="85"/>
                  <a:pt x="102" y="85"/>
                  <a:pt x="102" y="85"/>
                </a:cubicBezTo>
                <a:cubicBezTo>
                  <a:pt x="102" y="83"/>
                  <a:pt x="102" y="83"/>
                  <a:pt x="102" y="83"/>
                </a:cubicBezTo>
                <a:cubicBezTo>
                  <a:pt x="104" y="83"/>
                  <a:pt x="104" y="83"/>
                  <a:pt x="104" y="83"/>
                </a:cubicBezTo>
                <a:cubicBezTo>
                  <a:pt x="104" y="85"/>
                  <a:pt x="104" y="85"/>
                  <a:pt x="104" y="85"/>
                </a:cubicBezTo>
                <a:cubicBezTo>
                  <a:pt x="102" y="85"/>
                  <a:pt x="102" y="85"/>
                  <a:pt x="102" y="85"/>
                </a:cubicBezTo>
                <a:cubicBezTo>
                  <a:pt x="123" y="106"/>
                  <a:pt x="123" y="106"/>
                  <a:pt x="123" y="106"/>
                </a:cubicBezTo>
                <a:cubicBezTo>
                  <a:pt x="123" y="104"/>
                  <a:pt x="123" y="104"/>
                  <a:pt x="123" y="104"/>
                </a:cubicBezTo>
                <a:cubicBezTo>
                  <a:pt x="125" y="104"/>
                  <a:pt x="125" y="104"/>
                  <a:pt x="125" y="104"/>
                </a:cubicBezTo>
                <a:cubicBezTo>
                  <a:pt x="125" y="106"/>
                  <a:pt x="125" y="106"/>
                  <a:pt x="125" y="106"/>
                </a:cubicBezTo>
                <a:cubicBezTo>
                  <a:pt x="123" y="106"/>
                  <a:pt x="123" y="106"/>
                  <a:pt x="123" y="106"/>
                </a:cubicBezTo>
                <a:cubicBezTo>
                  <a:pt x="125" y="109"/>
                  <a:pt x="125" y="109"/>
                  <a:pt x="125" y="109"/>
                </a:cubicBezTo>
                <a:cubicBezTo>
                  <a:pt x="196" y="38"/>
                  <a:pt x="196" y="38"/>
                  <a:pt x="196" y="38"/>
                </a:cubicBezTo>
                <a:cubicBezTo>
                  <a:pt x="197" y="37"/>
                  <a:pt x="198" y="36"/>
                  <a:pt x="200" y="36"/>
                </a:cubicBezTo>
                <a:cubicBezTo>
                  <a:pt x="201" y="36"/>
                  <a:pt x="203" y="36"/>
                  <a:pt x="204" y="36"/>
                </a:cubicBezTo>
                <a:cubicBezTo>
                  <a:pt x="205" y="37"/>
                  <a:pt x="206" y="38"/>
                  <a:pt x="207" y="39"/>
                </a:cubicBezTo>
                <a:cubicBezTo>
                  <a:pt x="208" y="40"/>
                  <a:pt x="208" y="41"/>
                  <a:pt x="208" y="43"/>
                </a:cubicBezTo>
                <a:cubicBezTo>
                  <a:pt x="208" y="43"/>
                  <a:pt x="208" y="43"/>
                  <a:pt x="208" y="43"/>
                </a:cubicBezTo>
                <a:cubicBezTo>
                  <a:pt x="208" y="176"/>
                  <a:pt x="208" y="176"/>
                  <a:pt x="208" y="176"/>
                </a:cubicBezTo>
                <a:lnTo>
                  <a:pt x="32" y="176"/>
                </a:lnTo>
                <a:close/>
                <a:moveTo>
                  <a:pt x="40" y="23"/>
                </a:moveTo>
                <a:cubicBezTo>
                  <a:pt x="40" y="21"/>
                  <a:pt x="40" y="21"/>
                  <a:pt x="40" y="21"/>
                </a:cubicBezTo>
                <a:cubicBezTo>
                  <a:pt x="42" y="21"/>
                  <a:pt x="42" y="21"/>
                  <a:pt x="42" y="21"/>
                </a:cubicBezTo>
                <a:cubicBezTo>
                  <a:pt x="42" y="23"/>
                  <a:pt x="42" y="23"/>
                  <a:pt x="42" y="23"/>
                </a:cubicBezTo>
                <a:lnTo>
                  <a:pt x="40" y="23"/>
                </a:lnTo>
                <a:close/>
                <a:moveTo>
                  <a:pt x="40" y="65"/>
                </a:moveTo>
                <a:cubicBezTo>
                  <a:pt x="40" y="62"/>
                  <a:pt x="40" y="62"/>
                  <a:pt x="40" y="62"/>
                </a:cubicBezTo>
                <a:cubicBezTo>
                  <a:pt x="42" y="62"/>
                  <a:pt x="42" y="62"/>
                  <a:pt x="42" y="62"/>
                </a:cubicBezTo>
                <a:cubicBezTo>
                  <a:pt x="42" y="65"/>
                  <a:pt x="42" y="65"/>
                  <a:pt x="42" y="65"/>
                </a:cubicBezTo>
                <a:lnTo>
                  <a:pt x="40" y="65"/>
                </a:lnTo>
                <a:close/>
                <a:moveTo>
                  <a:pt x="40" y="106"/>
                </a:moveTo>
                <a:cubicBezTo>
                  <a:pt x="40" y="104"/>
                  <a:pt x="40" y="104"/>
                  <a:pt x="40" y="104"/>
                </a:cubicBezTo>
                <a:cubicBezTo>
                  <a:pt x="42" y="104"/>
                  <a:pt x="42" y="104"/>
                  <a:pt x="42" y="104"/>
                </a:cubicBezTo>
                <a:cubicBezTo>
                  <a:pt x="42" y="106"/>
                  <a:pt x="42" y="106"/>
                  <a:pt x="42" y="106"/>
                </a:cubicBezTo>
                <a:lnTo>
                  <a:pt x="40" y="106"/>
                </a:lnTo>
                <a:close/>
                <a:moveTo>
                  <a:pt x="50" y="23"/>
                </a:moveTo>
                <a:cubicBezTo>
                  <a:pt x="50" y="21"/>
                  <a:pt x="50" y="21"/>
                  <a:pt x="50" y="21"/>
                </a:cubicBezTo>
                <a:cubicBezTo>
                  <a:pt x="52" y="21"/>
                  <a:pt x="52" y="21"/>
                  <a:pt x="52" y="21"/>
                </a:cubicBezTo>
                <a:cubicBezTo>
                  <a:pt x="52" y="23"/>
                  <a:pt x="52" y="23"/>
                  <a:pt x="52" y="23"/>
                </a:cubicBezTo>
                <a:lnTo>
                  <a:pt x="50" y="23"/>
                </a:lnTo>
                <a:close/>
                <a:moveTo>
                  <a:pt x="50" y="65"/>
                </a:moveTo>
                <a:cubicBezTo>
                  <a:pt x="50" y="62"/>
                  <a:pt x="50" y="62"/>
                  <a:pt x="50" y="62"/>
                </a:cubicBezTo>
                <a:cubicBezTo>
                  <a:pt x="52" y="62"/>
                  <a:pt x="52" y="62"/>
                  <a:pt x="52" y="62"/>
                </a:cubicBezTo>
                <a:cubicBezTo>
                  <a:pt x="52" y="65"/>
                  <a:pt x="52" y="65"/>
                  <a:pt x="52" y="65"/>
                </a:cubicBezTo>
                <a:lnTo>
                  <a:pt x="50" y="65"/>
                </a:lnTo>
                <a:close/>
                <a:moveTo>
                  <a:pt x="50" y="106"/>
                </a:moveTo>
                <a:cubicBezTo>
                  <a:pt x="50" y="104"/>
                  <a:pt x="50" y="104"/>
                  <a:pt x="50" y="104"/>
                </a:cubicBezTo>
                <a:cubicBezTo>
                  <a:pt x="52" y="104"/>
                  <a:pt x="52" y="104"/>
                  <a:pt x="52" y="104"/>
                </a:cubicBezTo>
                <a:cubicBezTo>
                  <a:pt x="52" y="106"/>
                  <a:pt x="52" y="106"/>
                  <a:pt x="52" y="106"/>
                </a:cubicBezTo>
                <a:lnTo>
                  <a:pt x="50" y="106"/>
                </a:lnTo>
                <a:close/>
                <a:moveTo>
                  <a:pt x="60" y="13"/>
                </a:moveTo>
                <a:cubicBezTo>
                  <a:pt x="60" y="10"/>
                  <a:pt x="60" y="10"/>
                  <a:pt x="60" y="10"/>
                </a:cubicBezTo>
                <a:cubicBezTo>
                  <a:pt x="63" y="10"/>
                  <a:pt x="63" y="10"/>
                  <a:pt x="63" y="10"/>
                </a:cubicBezTo>
                <a:cubicBezTo>
                  <a:pt x="63" y="13"/>
                  <a:pt x="63" y="13"/>
                  <a:pt x="63" y="13"/>
                </a:cubicBezTo>
                <a:lnTo>
                  <a:pt x="60" y="13"/>
                </a:lnTo>
                <a:close/>
                <a:moveTo>
                  <a:pt x="60" y="23"/>
                </a:moveTo>
                <a:cubicBezTo>
                  <a:pt x="60" y="21"/>
                  <a:pt x="60" y="21"/>
                  <a:pt x="60" y="21"/>
                </a:cubicBezTo>
                <a:cubicBezTo>
                  <a:pt x="63" y="21"/>
                  <a:pt x="63" y="21"/>
                  <a:pt x="63" y="21"/>
                </a:cubicBezTo>
                <a:cubicBezTo>
                  <a:pt x="63" y="23"/>
                  <a:pt x="63" y="23"/>
                  <a:pt x="63" y="23"/>
                </a:cubicBezTo>
                <a:lnTo>
                  <a:pt x="60" y="23"/>
                </a:lnTo>
                <a:close/>
                <a:moveTo>
                  <a:pt x="60" y="34"/>
                </a:moveTo>
                <a:cubicBezTo>
                  <a:pt x="60" y="31"/>
                  <a:pt x="60" y="31"/>
                  <a:pt x="60" y="31"/>
                </a:cubicBezTo>
                <a:cubicBezTo>
                  <a:pt x="63" y="31"/>
                  <a:pt x="63" y="31"/>
                  <a:pt x="63" y="31"/>
                </a:cubicBezTo>
                <a:cubicBezTo>
                  <a:pt x="63" y="34"/>
                  <a:pt x="63" y="34"/>
                  <a:pt x="63" y="34"/>
                </a:cubicBezTo>
                <a:lnTo>
                  <a:pt x="60" y="34"/>
                </a:lnTo>
                <a:close/>
                <a:moveTo>
                  <a:pt x="60" y="44"/>
                </a:moveTo>
                <a:cubicBezTo>
                  <a:pt x="60" y="41"/>
                  <a:pt x="60" y="41"/>
                  <a:pt x="60" y="41"/>
                </a:cubicBezTo>
                <a:cubicBezTo>
                  <a:pt x="63" y="41"/>
                  <a:pt x="63" y="41"/>
                  <a:pt x="63" y="41"/>
                </a:cubicBezTo>
                <a:cubicBezTo>
                  <a:pt x="63" y="44"/>
                  <a:pt x="63" y="44"/>
                  <a:pt x="63" y="44"/>
                </a:cubicBezTo>
                <a:lnTo>
                  <a:pt x="60" y="44"/>
                </a:lnTo>
                <a:close/>
                <a:moveTo>
                  <a:pt x="60" y="54"/>
                </a:moveTo>
                <a:cubicBezTo>
                  <a:pt x="60" y="52"/>
                  <a:pt x="60" y="52"/>
                  <a:pt x="60" y="52"/>
                </a:cubicBezTo>
                <a:cubicBezTo>
                  <a:pt x="63" y="52"/>
                  <a:pt x="63" y="52"/>
                  <a:pt x="63" y="52"/>
                </a:cubicBezTo>
                <a:cubicBezTo>
                  <a:pt x="63" y="54"/>
                  <a:pt x="63" y="54"/>
                  <a:pt x="63" y="54"/>
                </a:cubicBezTo>
                <a:lnTo>
                  <a:pt x="60" y="54"/>
                </a:lnTo>
                <a:close/>
                <a:moveTo>
                  <a:pt x="60" y="65"/>
                </a:moveTo>
                <a:cubicBezTo>
                  <a:pt x="60" y="62"/>
                  <a:pt x="60" y="62"/>
                  <a:pt x="60" y="62"/>
                </a:cubicBezTo>
                <a:cubicBezTo>
                  <a:pt x="63" y="62"/>
                  <a:pt x="63" y="62"/>
                  <a:pt x="63" y="62"/>
                </a:cubicBezTo>
                <a:cubicBezTo>
                  <a:pt x="63" y="65"/>
                  <a:pt x="63" y="65"/>
                  <a:pt x="63" y="65"/>
                </a:cubicBezTo>
                <a:lnTo>
                  <a:pt x="60" y="65"/>
                </a:lnTo>
                <a:close/>
                <a:moveTo>
                  <a:pt x="60" y="75"/>
                </a:moveTo>
                <a:cubicBezTo>
                  <a:pt x="60" y="72"/>
                  <a:pt x="60" y="72"/>
                  <a:pt x="60" y="72"/>
                </a:cubicBezTo>
                <a:cubicBezTo>
                  <a:pt x="63" y="72"/>
                  <a:pt x="63" y="72"/>
                  <a:pt x="63" y="72"/>
                </a:cubicBezTo>
                <a:cubicBezTo>
                  <a:pt x="63" y="75"/>
                  <a:pt x="63" y="75"/>
                  <a:pt x="63" y="75"/>
                </a:cubicBezTo>
                <a:lnTo>
                  <a:pt x="60" y="75"/>
                </a:lnTo>
                <a:close/>
                <a:moveTo>
                  <a:pt x="60" y="85"/>
                </a:moveTo>
                <a:cubicBezTo>
                  <a:pt x="60" y="83"/>
                  <a:pt x="60" y="83"/>
                  <a:pt x="60" y="83"/>
                </a:cubicBezTo>
                <a:cubicBezTo>
                  <a:pt x="63" y="83"/>
                  <a:pt x="63" y="83"/>
                  <a:pt x="63" y="83"/>
                </a:cubicBezTo>
                <a:cubicBezTo>
                  <a:pt x="63" y="85"/>
                  <a:pt x="63" y="85"/>
                  <a:pt x="63" y="85"/>
                </a:cubicBezTo>
                <a:lnTo>
                  <a:pt x="60" y="85"/>
                </a:lnTo>
                <a:close/>
                <a:moveTo>
                  <a:pt x="60" y="96"/>
                </a:moveTo>
                <a:cubicBezTo>
                  <a:pt x="60" y="93"/>
                  <a:pt x="60" y="93"/>
                  <a:pt x="60" y="93"/>
                </a:cubicBezTo>
                <a:cubicBezTo>
                  <a:pt x="63" y="93"/>
                  <a:pt x="63" y="93"/>
                  <a:pt x="63" y="93"/>
                </a:cubicBezTo>
                <a:cubicBezTo>
                  <a:pt x="63" y="96"/>
                  <a:pt x="63" y="96"/>
                  <a:pt x="63" y="96"/>
                </a:cubicBezTo>
                <a:lnTo>
                  <a:pt x="60" y="96"/>
                </a:lnTo>
                <a:close/>
                <a:moveTo>
                  <a:pt x="71" y="23"/>
                </a:moveTo>
                <a:cubicBezTo>
                  <a:pt x="71" y="21"/>
                  <a:pt x="71" y="21"/>
                  <a:pt x="71" y="21"/>
                </a:cubicBezTo>
                <a:cubicBezTo>
                  <a:pt x="73" y="21"/>
                  <a:pt x="73" y="21"/>
                  <a:pt x="73" y="21"/>
                </a:cubicBezTo>
                <a:cubicBezTo>
                  <a:pt x="73" y="23"/>
                  <a:pt x="73" y="23"/>
                  <a:pt x="73" y="23"/>
                </a:cubicBezTo>
                <a:lnTo>
                  <a:pt x="71" y="23"/>
                </a:lnTo>
                <a:close/>
                <a:moveTo>
                  <a:pt x="71" y="65"/>
                </a:moveTo>
                <a:cubicBezTo>
                  <a:pt x="71" y="62"/>
                  <a:pt x="71" y="62"/>
                  <a:pt x="71" y="62"/>
                </a:cubicBezTo>
                <a:cubicBezTo>
                  <a:pt x="73" y="62"/>
                  <a:pt x="73" y="62"/>
                  <a:pt x="73" y="62"/>
                </a:cubicBezTo>
                <a:cubicBezTo>
                  <a:pt x="73" y="65"/>
                  <a:pt x="73" y="65"/>
                  <a:pt x="73" y="65"/>
                </a:cubicBezTo>
                <a:lnTo>
                  <a:pt x="71" y="65"/>
                </a:lnTo>
                <a:close/>
                <a:moveTo>
                  <a:pt x="81" y="23"/>
                </a:moveTo>
                <a:cubicBezTo>
                  <a:pt x="81" y="21"/>
                  <a:pt x="81" y="21"/>
                  <a:pt x="81" y="21"/>
                </a:cubicBezTo>
                <a:cubicBezTo>
                  <a:pt x="84" y="21"/>
                  <a:pt x="84" y="21"/>
                  <a:pt x="84" y="21"/>
                </a:cubicBezTo>
                <a:cubicBezTo>
                  <a:pt x="84" y="23"/>
                  <a:pt x="84" y="23"/>
                  <a:pt x="84" y="23"/>
                </a:cubicBezTo>
                <a:lnTo>
                  <a:pt x="81" y="23"/>
                </a:lnTo>
                <a:close/>
                <a:moveTo>
                  <a:pt x="81" y="65"/>
                </a:moveTo>
                <a:cubicBezTo>
                  <a:pt x="81" y="62"/>
                  <a:pt x="81" y="62"/>
                  <a:pt x="81" y="62"/>
                </a:cubicBezTo>
                <a:cubicBezTo>
                  <a:pt x="84" y="62"/>
                  <a:pt x="84" y="62"/>
                  <a:pt x="84" y="62"/>
                </a:cubicBezTo>
                <a:cubicBezTo>
                  <a:pt x="84" y="65"/>
                  <a:pt x="84" y="65"/>
                  <a:pt x="84" y="65"/>
                </a:cubicBezTo>
                <a:lnTo>
                  <a:pt x="81" y="65"/>
                </a:lnTo>
                <a:close/>
                <a:moveTo>
                  <a:pt x="91" y="23"/>
                </a:moveTo>
                <a:cubicBezTo>
                  <a:pt x="91" y="21"/>
                  <a:pt x="91" y="21"/>
                  <a:pt x="91" y="21"/>
                </a:cubicBezTo>
                <a:cubicBezTo>
                  <a:pt x="94" y="21"/>
                  <a:pt x="94" y="21"/>
                  <a:pt x="94" y="21"/>
                </a:cubicBezTo>
                <a:cubicBezTo>
                  <a:pt x="94" y="23"/>
                  <a:pt x="94" y="23"/>
                  <a:pt x="94" y="23"/>
                </a:cubicBezTo>
                <a:lnTo>
                  <a:pt x="91" y="23"/>
                </a:lnTo>
                <a:close/>
                <a:moveTo>
                  <a:pt x="91" y="65"/>
                </a:moveTo>
                <a:cubicBezTo>
                  <a:pt x="91" y="62"/>
                  <a:pt x="91" y="62"/>
                  <a:pt x="91" y="62"/>
                </a:cubicBezTo>
                <a:cubicBezTo>
                  <a:pt x="94" y="62"/>
                  <a:pt x="94" y="62"/>
                  <a:pt x="94" y="62"/>
                </a:cubicBezTo>
                <a:cubicBezTo>
                  <a:pt x="94" y="65"/>
                  <a:pt x="94" y="65"/>
                  <a:pt x="94" y="65"/>
                </a:cubicBezTo>
                <a:lnTo>
                  <a:pt x="91" y="65"/>
                </a:lnTo>
                <a:close/>
                <a:moveTo>
                  <a:pt x="102" y="13"/>
                </a:moveTo>
                <a:cubicBezTo>
                  <a:pt x="102" y="10"/>
                  <a:pt x="102" y="10"/>
                  <a:pt x="102" y="10"/>
                </a:cubicBezTo>
                <a:cubicBezTo>
                  <a:pt x="104" y="10"/>
                  <a:pt x="104" y="10"/>
                  <a:pt x="104" y="10"/>
                </a:cubicBezTo>
                <a:cubicBezTo>
                  <a:pt x="104" y="13"/>
                  <a:pt x="104" y="13"/>
                  <a:pt x="104" y="13"/>
                </a:cubicBezTo>
                <a:lnTo>
                  <a:pt x="102" y="13"/>
                </a:lnTo>
                <a:close/>
                <a:moveTo>
                  <a:pt x="102" y="23"/>
                </a:moveTo>
                <a:cubicBezTo>
                  <a:pt x="102" y="21"/>
                  <a:pt x="102" y="21"/>
                  <a:pt x="102" y="21"/>
                </a:cubicBezTo>
                <a:cubicBezTo>
                  <a:pt x="104" y="21"/>
                  <a:pt x="104" y="21"/>
                  <a:pt x="104" y="21"/>
                </a:cubicBezTo>
                <a:cubicBezTo>
                  <a:pt x="104" y="23"/>
                  <a:pt x="104" y="23"/>
                  <a:pt x="104" y="23"/>
                </a:cubicBezTo>
                <a:lnTo>
                  <a:pt x="102" y="23"/>
                </a:lnTo>
                <a:close/>
                <a:moveTo>
                  <a:pt x="102" y="34"/>
                </a:moveTo>
                <a:cubicBezTo>
                  <a:pt x="102" y="31"/>
                  <a:pt x="102" y="31"/>
                  <a:pt x="102" y="31"/>
                </a:cubicBezTo>
                <a:cubicBezTo>
                  <a:pt x="104" y="31"/>
                  <a:pt x="104" y="31"/>
                  <a:pt x="104" y="31"/>
                </a:cubicBezTo>
                <a:cubicBezTo>
                  <a:pt x="104" y="34"/>
                  <a:pt x="104" y="34"/>
                  <a:pt x="104" y="34"/>
                </a:cubicBezTo>
                <a:lnTo>
                  <a:pt x="102" y="34"/>
                </a:lnTo>
                <a:close/>
                <a:moveTo>
                  <a:pt x="102" y="44"/>
                </a:moveTo>
                <a:cubicBezTo>
                  <a:pt x="102" y="41"/>
                  <a:pt x="102" y="41"/>
                  <a:pt x="102" y="41"/>
                </a:cubicBezTo>
                <a:cubicBezTo>
                  <a:pt x="104" y="41"/>
                  <a:pt x="104" y="41"/>
                  <a:pt x="104" y="41"/>
                </a:cubicBezTo>
                <a:cubicBezTo>
                  <a:pt x="104" y="44"/>
                  <a:pt x="104" y="44"/>
                  <a:pt x="104" y="44"/>
                </a:cubicBezTo>
                <a:lnTo>
                  <a:pt x="102" y="44"/>
                </a:lnTo>
                <a:close/>
                <a:moveTo>
                  <a:pt x="102" y="54"/>
                </a:moveTo>
                <a:cubicBezTo>
                  <a:pt x="102" y="52"/>
                  <a:pt x="102" y="52"/>
                  <a:pt x="102" y="52"/>
                </a:cubicBezTo>
                <a:cubicBezTo>
                  <a:pt x="104" y="52"/>
                  <a:pt x="104" y="52"/>
                  <a:pt x="104" y="52"/>
                </a:cubicBezTo>
                <a:cubicBezTo>
                  <a:pt x="104" y="54"/>
                  <a:pt x="104" y="54"/>
                  <a:pt x="104" y="54"/>
                </a:cubicBezTo>
                <a:lnTo>
                  <a:pt x="102" y="54"/>
                </a:lnTo>
                <a:close/>
                <a:moveTo>
                  <a:pt x="102" y="65"/>
                </a:moveTo>
                <a:cubicBezTo>
                  <a:pt x="102" y="62"/>
                  <a:pt x="102" y="62"/>
                  <a:pt x="102" y="62"/>
                </a:cubicBezTo>
                <a:cubicBezTo>
                  <a:pt x="104" y="62"/>
                  <a:pt x="104" y="62"/>
                  <a:pt x="104" y="62"/>
                </a:cubicBezTo>
                <a:cubicBezTo>
                  <a:pt x="104" y="65"/>
                  <a:pt x="104" y="65"/>
                  <a:pt x="104" y="65"/>
                </a:cubicBezTo>
                <a:lnTo>
                  <a:pt x="102" y="65"/>
                </a:lnTo>
                <a:close/>
                <a:moveTo>
                  <a:pt x="102" y="75"/>
                </a:moveTo>
                <a:cubicBezTo>
                  <a:pt x="102" y="72"/>
                  <a:pt x="102" y="72"/>
                  <a:pt x="102" y="72"/>
                </a:cubicBezTo>
                <a:cubicBezTo>
                  <a:pt x="104" y="72"/>
                  <a:pt x="104" y="72"/>
                  <a:pt x="104" y="72"/>
                </a:cubicBezTo>
                <a:cubicBezTo>
                  <a:pt x="104" y="75"/>
                  <a:pt x="104" y="75"/>
                  <a:pt x="104" y="75"/>
                </a:cubicBezTo>
                <a:lnTo>
                  <a:pt x="102" y="75"/>
                </a:lnTo>
                <a:close/>
                <a:moveTo>
                  <a:pt x="112" y="23"/>
                </a:moveTo>
                <a:cubicBezTo>
                  <a:pt x="112" y="21"/>
                  <a:pt x="112" y="21"/>
                  <a:pt x="112" y="21"/>
                </a:cubicBezTo>
                <a:cubicBezTo>
                  <a:pt x="115" y="21"/>
                  <a:pt x="115" y="21"/>
                  <a:pt x="115" y="21"/>
                </a:cubicBezTo>
                <a:cubicBezTo>
                  <a:pt x="115" y="23"/>
                  <a:pt x="115" y="23"/>
                  <a:pt x="115" y="23"/>
                </a:cubicBezTo>
                <a:lnTo>
                  <a:pt x="112" y="23"/>
                </a:lnTo>
                <a:close/>
                <a:moveTo>
                  <a:pt x="112" y="65"/>
                </a:moveTo>
                <a:cubicBezTo>
                  <a:pt x="112" y="62"/>
                  <a:pt x="112" y="62"/>
                  <a:pt x="112" y="62"/>
                </a:cubicBezTo>
                <a:cubicBezTo>
                  <a:pt x="115" y="62"/>
                  <a:pt x="115" y="62"/>
                  <a:pt x="115" y="62"/>
                </a:cubicBezTo>
                <a:cubicBezTo>
                  <a:pt x="115" y="65"/>
                  <a:pt x="115" y="65"/>
                  <a:pt x="115" y="65"/>
                </a:cubicBezTo>
                <a:lnTo>
                  <a:pt x="112" y="65"/>
                </a:lnTo>
                <a:close/>
                <a:moveTo>
                  <a:pt x="123" y="23"/>
                </a:moveTo>
                <a:cubicBezTo>
                  <a:pt x="123" y="21"/>
                  <a:pt x="123" y="21"/>
                  <a:pt x="123" y="21"/>
                </a:cubicBezTo>
                <a:cubicBezTo>
                  <a:pt x="125" y="21"/>
                  <a:pt x="125" y="21"/>
                  <a:pt x="125" y="21"/>
                </a:cubicBezTo>
                <a:cubicBezTo>
                  <a:pt x="125" y="23"/>
                  <a:pt x="125" y="23"/>
                  <a:pt x="125" y="23"/>
                </a:cubicBezTo>
                <a:lnTo>
                  <a:pt x="123" y="23"/>
                </a:lnTo>
                <a:close/>
                <a:moveTo>
                  <a:pt x="123" y="65"/>
                </a:moveTo>
                <a:cubicBezTo>
                  <a:pt x="123" y="62"/>
                  <a:pt x="123" y="62"/>
                  <a:pt x="123" y="62"/>
                </a:cubicBezTo>
                <a:cubicBezTo>
                  <a:pt x="125" y="62"/>
                  <a:pt x="125" y="62"/>
                  <a:pt x="125" y="62"/>
                </a:cubicBezTo>
                <a:cubicBezTo>
                  <a:pt x="125" y="65"/>
                  <a:pt x="125" y="65"/>
                  <a:pt x="125" y="65"/>
                </a:cubicBezTo>
                <a:lnTo>
                  <a:pt x="123" y="65"/>
                </a:lnTo>
                <a:close/>
                <a:moveTo>
                  <a:pt x="133" y="23"/>
                </a:moveTo>
                <a:cubicBezTo>
                  <a:pt x="133" y="21"/>
                  <a:pt x="133" y="21"/>
                  <a:pt x="133" y="21"/>
                </a:cubicBezTo>
                <a:cubicBezTo>
                  <a:pt x="136" y="21"/>
                  <a:pt x="136" y="21"/>
                  <a:pt x="136" y="21"/>
                </a:cubicBezTo>
                <a:cubicBezTo>
                  <a:pt x="136" y="23"/>
                  <a:pt x="136" y="23"/>
                  <a:pt x="136" y="23"/>
                </a:cubicBezTo>
                <a:lnTo>
                  <a:pt x="133" y="23"/>
                </a:lnTo>
                <a:close/>
                <a:moveTo>
                  <a:pt x="133" y="65"/>
                </a:moveTo>
                <a:cubicBezTo>
                  <a:pt x="133" y="62"/>
                  <a:pt x="133" y="62"/>
                  <a:pt x="133" y="62"/>
                </a:cubicBezTo>
                <a:cubicBezTo>
                  <a:pt x="136" y="62"/>
                  <a:pt x="136" y="62"/>
                  <a:pt x="136" y="62"/>
                </a:cubicBezTo>
                <a:cubicBezTo>
                  <a:pt x="136" y="65"/>
                  <a:pt x="136" y="65"/>
                  <a:pt x="136" y="65"/>
                </a:cubicBezTo>
                <a:lnTo>
                  <a:pt x="133" y="65"/>
                </a:lnTo>
                <a:close/>
                <a:moveTo>
                  <a:pt x="143" y="13"/>
                </a:moveTo>
                <a:cubicBezTo>
                  <a:pt x="143" y="10"/>
                  <a:pt x="143" y="10"/>
                  <a:pt x="143" y="10"/>
                </a:cubicBezTo>
                <a:cubicBezTo>
                  <a:pt x="146" y="10"/>
                  <a:pt x="146" y="10"/>
                  <a:pt x="146" y="10"/>
                </a:cubicBezTo>
                <a:cubicBezTo>
                  <a:pt x="146" y="13"/>
                  <a:pt x="146" y="13"/>
                  <a:pt x="146" y="13"/>
                </a:cubicBezTo>
                <a:lnTo>
                  <a:pt x="143" y="13"/>
                </a:lnTo>
                <a:close/>
                <a:moveTo>
                  <a:pt x="143" y="23"/>
                </a:moveTo>
                <a:cubicBezTo>
                  <a:pt x="143" y="21"/>
                  <a:pt x="143" y="21"/>
                  <a:pt x="143" y="21"/>
                </a:cubicBezTo>
                <a:cubicBezTo>
                  <a:pt x="146" y="21"/>
                  <a:pt x="146" y="21"/>
                  <a:pt x="146" y="21"/>
                </a:cubicBezTo>
                <a:cubicBezTo>
                  <a:pt x="146" y="23"/>
                  <a:pt x="146" y="23"/>
                  <a:pt x="146" y="23"/>
                </a:cubicBezTo>
                <a:lnTo>
                  <a:pt x="143" y="23"/>
                </a:lnTo>
                <a:close/>
                <a:moveTo>
                  <a:pt x="143" y="34"/>
                </a:moveTo>
                <a:cubicBezTo>
                  <a:pt x="143" y="31"/>
                  <a:pt x="143" y="31"/>
                  <a:pt x="143" y="31"/>
                </a:cubicBezTo>
                <a:cubicBezTo>
                  <a:pt x="146" y="31"/>
                  <a:pt x="146" y="31"/>
                  <a:pt x="146" y="31"/>
                </a:cubicBezTo>
                <a:cubicBezTo>
                  <a:pt x="146" y="34"/>
                  <a:pt x="146" y="34"/>
                  <a:pt x="146" y="34"/>
                </a:cubicBezTo>
                <a:lnTo>
                  <a:pt x="143" y="34"/>
                </a:lnTo>
                <a:close/>
                <a:moveTo>
                  <a:pt x="143" y="44"/>
                </a:moveTo>
                <a:cubicBezTo>
                  <a:pt x="143" y="41"/>
                  <a:pt x="143" y="41"/>
                  <a:pt x="143" y="41"/>
                </a:cubicBezTo>
                <a:cubicBezTo>
                  <a:pt x="146" y="41"/>
                  <a:pt x="146" y="41"/>
                  <a:pt x="146" y="41"/>
                </a:cubicBezTo>
                <a:cubicBezTo>
                  <a:pt x="146" y="44"/>
                  <a:pt x="146" y="44"/>
                  <a:pt x="146" y="44"/>
                </a:cubicBezTo>
                <a:lnTo>
                  <a:pt x="143" y="44"/>
                </a:lnTo>
                <a:close/>
                <a:moveTo>
                  <a:pt x="143" y="54"/>
                </a:moveTo>
                <a:cubicBezTo>
                  <a:pt x="143" y="52"/>
                  <a:pt x="143" y="52"/>
                  <a:pt x="143" y="52"/>
                </a:cubicBezTo>
                <a:cubicBezTo>
                  <a:pt x="146" y="52"/>
                  <a:pt x="146" y="52"/>
                  <a:pt x="146" y="52"/>
                </a:cubicBezTo>
                <a:cubicBezTo>
                  <a:pt x="146" y="54"/>
                  <a:pt x="146" y="54"/>
                  <a:pt x="146" y="54"/>
                </a:cubicBezTo>
                <a:lnTo>
                  <a:pt x="143" y="54"/>
                </a:lnTo>
                <a:close/>
                <a:moveTo>
                  <a:pt x="143" y="65"/>
                </a:moveTo>
                <a:cubicBezTo>
                  <a:pt x="143" y="62"/>
                  <a:pt x="143" y="62"/>
                  <a:pt x="143" y="62"/>
                </a:cubicBezTo>
                <a:cubicBezTo>
                  <a:pt x="146" y="62"/>
                  <a:pt x="146" y="62"/>
                  <a:pt x="146" y="62"/>
                </a:cubicBezTo>
                <a:cubicBezTo>
                  <a:pt x="146" y="65"/>
                  <a:pt x="146" y="65"/>
                  <a:pt x="146" y="65"/>
                </a:cubicBezTo>
                <a:lnTo>
                  <a:pt x="143" y="65"/>
                </a:lnTo>
                <a:close/>
                <a:moveTo>
                  <a:pt x="143" y="75"/>
                </a:moveTo>
                <a:cubicBezTo>
                  <a:pt x="143" y="72"/>
                  <a:pt x="143" y="72"/>
                  <a:pt x="143" y="72"/>
                </a:cubicBezTo>
                <a:cubicBezTo>
                  <a:pt x="146" y="72"/>
                  <a:pt x="146" y="72"/>
                  <a:pt x="146" y="72"/>
                </a:cubicBezTo>
                <a:cubicBezTo>
                  <a:pt x="146" y="75"/>
                  <a:pt x="146" y="75"/>
                  <a:pt x="146" y="75"/>
                </a:cubicBezTo>
                <a:lnTo>
                  <a:pt x="143" y="75"/>
                </a:lnTo>
                <a:close/>
                <a:moveTo>
                  <a:pt x="143" y="85"/>
                </a:moveTo>
                <a:cubicBezTo>
                  <a:pt x="143" y="83"/>
                  <a:pt x="143" y="83"/>
                  <a:pt x="143" y="83"/>
                </a:cubicBezTo>
                <a:cubicBezTo>
                  <a:pt x="146" y="83"/>
                  <a:pt x="146" y="83"/>
                  <a:pt x="146" y="83"/>
                </a:cubicBezTo>
                <a:cubicBezTo>
                  <a:pt x="146" y="85"/>
                  <a:pt x="146" y="85"/>
                  <a:pt x="146" y="85"/>
                </a:cubicBezTo>
                <a:lnTo>
                  <a:pt x="143" y="85"/>
                </a:lnTo>
                <a:close/>
                <a:moveTo>
                  <a:pt x="154" y="23"/>
                </a:moveTo>
                <a:cubicBezTo>
                  <a:pt x="154" y="21"/>
                  <a:pt x="154" y="21"/>
                  <a:pt x="154" y="21"/>
                </a:cubicBezTo>
                <a:cubicBezTo>
                  <a:pt x="156" y="21"/>
                  <a:pt x="156" y="21"/>
                  <a:pt x="156" y="21"/>
                </a:cubicBezTo>
                <a:cubicBezTo>
                  <a:pt x="156" y="23"/>
                  <a:pt x="156" y="23"/>
                  <a:pt x="156" y="23"/>
                </a:cubicBezTo>
                <a:lnTo>
                  <a:pt x="154" y="23"/>
                </a:lnTo>
                <a:close/>
                <a:moveTo>
                  <a:pt x="154" y="65"/>
                </a:moveTo>
                <a:cubicBezTo>
                  <a:pt x="154" y="62"/>
                  <a:pt x="154" y="62"/>
                  <a:pt x="154" y="62"/>
                </a:cubicBezTo>
                <a:cubicBezTo>
                  <a:pt x="156" y="62"/>
                  <a:pt x="156" y="62"/>
                  <a:pt x="156" y="62"/>
                </a:cubicBezTo>
                <a:cubicBezTo>
                  <a:pt x="156" y="65"/>
                  <a:pt x="156" y="65"/>
                  <a:pt x="156" y="65"/>
                </a:cubicBezTo>
                <a:lnTo>
                  <a:pt x="154" y="65"/>
                </a:lnTo>
                <a:close/>
                <a:moveTo>
                  <a:pt x="164" y="23"/>
                </a:moveTo>
                <a:cubicBezTo>
                  <a:pt x="164" y="21"/>
                  <a:pt x="164" y="21"/>
                  <a:pt x="164" y="21"/>
                </a:cubicBezTo>
                <a:cubicBezTo>
                  <a:pt x="167" y="21"/>
                  <a:pt x="167" y="21"/>
                  <a:pt x="167" y="21"/>
                </a:cubicBezTo>
                <a:cubicBezTo>
                  <a:pt x="167" y="23"/>
                  <a:pt x="167" y="23"/>
                  <a:pt x="167" y="23"/>
                </a:cubicBezTo>
                <a:lnTo>
                  <a:pt x="164" y="23"/>
                </a:lnTo>
                <a:close/>
                <a:moveTo>
                  <a:pt x="164" y="65"/>
                </a:moveTo>
                <a:cubicBezTo>
                  <a:pt x="164" y="62"/>
                  <a:pt x="164" y="62"/>
                  <a:pt x="164" y="62"/>
                </a:cubicBezTo>
                <a:cubicBezTo>
                  <a:pt x="167" y="62"/>
                  <a:pt x="167" y="62"/>
                  <a:pt x="167" y="62"/>
                </a:cubicBezTo>
                <a:cubicBezTo>
                  <a:pt x="167" y="65"/>
                  <a:pt x="167" y="65"/>
                  <a:pt x="167" y="65"/>
                </a:cubicBezTo>
                <a:lnTo>
                  <a:pt x="164" y="65"/>
                </a:lnTo>
                <a:close/>
                <a:moveTo>
                  <a:pt x="174" y="23"/>
                </a:moveTo>
                <a:cubicBezTo>
                  <a:pt x="174" y="21"/>
                  <a:pt x="174" y="21"/>
                  <a:pt x="174" y="21"/>
                </a:cubicBezTo>
                <a:cubicBezTo>
                  <a:pt x="177" y="21"/>
                  <a:pt x="177" y="21"/>
                  <a:pt x="177" y="21"/>
                </a:cubicBezTo>
                <a:cubicBezTo>
                  <a:pt x="177" y="23"/>
                  <a:pt x="177" y="23"/>
                  <a:pt x="177" y="23"/>
                </a:cubicBezTo>
                <a:lnTo>
                  <a:pt x="174" y="23"/>
                </a:lnTo>
                <a:close/>
                <a:moveTo>
                  <a:pt x="185" y="13"/>
                </a:moveTo>
                <a:cubicBezTo>
                  <a:pt x="185" y="10"/>
                  <a:pt x="185" y="10"/>
                  <a:pt x="185" y="10"/>
                </a:cubicBezTo>
                <a:cubicBezTo>
                  <a:pt x="187" y="10"/>
                  <a:pt x="187" y="10"/>
                  <a:pt x="187" y="10"/>
                </a:cubicBezTo>
                <a:cubicBezTo>
                  <a:pt x="187" y="13"/>
                  <a:pt x="187" y="13"/>
                  <a:pt x="187" y="13"/>
                </a:cubicBezTo>
                <a:lnTo>
                  <a:pt x="185" y="13"/>
                </a:lnTo>
                <a:close/>
                <a:moveTo>
                  <a:pt x="185" y="23"/>
                </a:moveTo>
                <a:cubicBezTo>
                  <a:pt x="185" y="21"/>
                  <a:pt x="185" y="21"/>
                  <a:pt x="185" y="21"/>
                </a:cubicBezTo>
                <a:cubicBezTo>
                  <a:pt x="187" y="21"/>
                  <a:pt x="187" y="21"/>
                  <a:pt x="187" y="21"/>
                </a:cubicBezTo>
                <a:cubicBezTo>
                  <a:pt x="187" y="23"/>
                  <a:pt x="187" y="23"/>
                  <a:pt x="187" y="23"/>
                </a:cubicBezTo>
                <a:lnTo>
                  <a:pt x="185" y="23"/>
                </a:lnTo>
                <a:close/>
                <a:moveTo>
                  <a:pt x="185" y="34"/>
                </a:moveTo>
                <a:cubicBezTo>
                  <a:pt x="185" y="31"/>
                  <a:pt x="185" y="31"/>
                  <a:pt x="185" y="31"/>
                </a:cubicBezTo>
                <a:cubicBezTo>
                  <a:pt x="187" y="31"/>
                  <a:pt x="187" y="31"/>
                  <a:pt x="187" y="31"/>
                </a:cubicBezTo>
                <a:cubicBezTo>
                  <a:pt x="187" y="34"/>
                  <a:pt x="187" y="34"/>
                  <a:pt x="187" y="34"/>
                </a:cubicBezTo>
                <a:lnTo>
                  <a:pt x="185" y="34"/>
                </a:lnTo>
                <a:close/>
                <a:moveTo>
                  <a:pt x="185" y="44"/>
                </a:moveTo>
                <a:cubicBezTo>
                  <a:pt x="185" y="41"/>
                  <a:pt x="185" y="41"/>
                  <a:pt x="185" y="41"/>
                </a:cubicBezTo>
                <a:cubicBezTo>
                  <a:pt x="187" y="41"/>
                  <a:pt x="187" y="41"/>
                  <a:pt x="187" y="41"/>
                </a:cubicBezTo>
                <a:cubicBezTo>
                  <a:pt x="187" y="44"/>
                  <a:pt x="187" y="44"/>
                  <a:pt x="187" y="44"/>
                </a:cubicBezTo>
                <a:lnTo>
                  <a:pt x="185" y="44"/>
                </a:lnTo>
                <a:close/>
                <a:moveTo>
                  <a:pt x="196" y="23"/>
                </a:moveTo>
                <a:cubicBezTo>
                  <a:pt x="196" y="21"/>
                  <a:pt x="196" y="21"/>
                  <a:pt x="196" y="21"/>
                </a:cubicBezTo>
                <a:cubicBezTo>
                  <a:pt x="198" y="21"/>
                  <a:pt x="198" y="21"/>
                  <a:pt x="198" y="21"/>
                </a:cubicBezTo>
                <a:cubicBezTo>
                  <a:pt x="198" y="23"/>
                  <a:pt x="198" y="23"/>
                  <a:pt x="198" y="23"/>
                </a:cubicBezTo>
                <a:lnTo>
                  <a:pt x="196" y="2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9" name="Freeform 21"/>
          <p:cNvSpPr>
            <a:spLocks noEditPoints="1"/>
          </p:cNvSpPr>
          <p:nvPr/>
        </p:nvSpPr>
        <p:spPr bwMode="auto">
          <a:xfrm>
            <a:off x="8414365" y="1757743"/>
            <a:ext cx="327931" cy="193284"/>
          </a:xfrm>
          <a:custGeom>
            <a:avLst/>
            <a:gdLst>
              <a:gd name="T0" fmla="*/ 0 w 229"/>
              <a:gd name="T1" fmla="*/ 10 h 135"/>
              <a:gd name="T2" fmla="*/ 3 w 229"/>
              <a:gd name="T3" fmla="*/ 3 h 135"/>
              <a:gd name="T4" fmla="*/ 11 w 229"/>
              <a:gd name="T5" fmla="*/ 0 h 135"/>
              <a:gd name="T6" fmla="*/ 31 w 229"/>
              <a:gd name="T7" fmla="*/ 10 h 135"/>
              <a:gd name="T8" fmla="*/ 104 w 229"/>
              <a:gd name="T9" fmla="*/ 10 h 135"/>
              <a:gd name="T10" fmla="*/ 119 w 229"/>
              <a:gd name="T11" fmla="*/ 16 h 135"/>
              <a:gd name="T12" fmla="*/ 125 w 229"/>
              <a:gd name="T13" fmla="*/ 31 h 135"/>
              <a:gd name="T14" fmla="*/ 52 w 229"/>
              <a:gd name="T15" fmla="*/ 31 h 135"/>
              <a:gd name="T16" fmla="*/ 41 w 229"/>
              <a:gd name="T17" fmla="*/ 32 h 135"/>
              <a:gd name="T18" fmla="*/ 31 w 229"/>
              <a:gd name="T19" fmla="*/ 37 h 135"/>
              <a:gd name="T20" fmla="*/ 23 w 229"/>
              <a:gd name="T21" fmla="*/ 43 h 135"/>
              <a:gd name="T22" fmla="*/ 16 w 229"/>
              <a:gd name="T23" fmla="*/ 52 h 135"/>
              <a:gd name="T24" fmla="*/ 11 w 229"/>
              <a:gd name="T25" fmla="*/ 52 h 135"/>
              <a:gd name="T26" fmla="*/ 3 w 229"/>
              <a:gd name="T27" fmla="*/ 49 h 135"/>
              <a:gd name="T28" fmla="*/ 0 w 229"/>
              <a:gd name="T29" fmla="*/ 41 h 135"/>
              <a:gd name="T30" fmla="*/ 0 w 229"/>
              <a:gd name="T31" fmla="*/ 10 h 135"/>
              <a:gd name="T32" fmla="*/ 31 w 229"/>
              <a:gd name="T33" fmla="*/ 73 h 135"/>
              <a:gd name="T34" fmla="*/ 38 w 229"/>
              <a:gd name="T35" fmla="*/ 58 h 135"/>
              <a:gd name="T36" fmla="*/ 52 w 229"/>
              <a:gd name="T37" fmla="*/ 52 h 135"/>
              <a:gd name="T38" fmla="*/ 156 w 229"/>
              <a:gd name="T39" fmla="*/ 52 h 135"/>
              <a:gd name="T40" fmla="*/ 171 w 229"/>
              <a:gd name="T41" fmla="*/ 58 h 135"/>
              <a:gd name="T42" fmla="*/ 177 w 229"/>
              <a:gd name="T43" fmla="*/ 73 h 135"/>
              <a:gd name="T44" fmla="*/ 177 w 229"/>
              <a:gd name="T45" fmla="*/ 114 h 135"/>
              <a:gd name="T46" fmla="*/ 171 w 229"/>
              <a:gd name="T47" fmla="*/ 129 h 135"/>
              <a:gd name="T48" fmla="*/ 156 w 229"/>
              <a:gd name="T49" fmla="*/ 135 h 135"/>
              <a:gd name="T50" fmla="*/ 52 w 229"/>
              <a:gd name="T51" fmla="*/ 135 h 135"/>
              <a:gd name="T52" fmla="*/ 38 w 229"/>
              <a:gd name="T53" fmla="*/ 129 h 135"/>
              <a:gd name="T54" fmla="*/ 31 w 229"/>
              <a:gd name="T55" fmla="*/ 114 h 135"/>
              <a:gd name="T56" fmla="*/ 31 w 229"/>
              <a:gd name="T57" fmla="*/ 73 h 135"/>
              <a:gd name="T58" fmla="*/ 55 w 229"/>
              <a:gd name="T59" fmla="*/ 76 h 135"/>
              <a:gd name="T60" fmla="*/ 53 w 229"/>
              <a:gd name="T61" fmla="*/ 79 h 135"/>
              <a:gd name="T62" fmla="*/ 52 w 229"/>
              <a:gd name="T63" fmla="*/ 83 h 135"/>
              <a:gd name="T64" fmla="*/ 53 w 229"/>
              <a:gd name="T65" fmla="*/ 87 h 135"/>
              <a:gd name="T66" fmla="*/ 55 w 229"/>
              <a:gd name="T67" fmla="*/ 90 h 135"/>
              <a:gd name="T68" fmla="*/ 59 w 229"/>
              <a:gd name="T69" fmla="*/ 93 h 135"/>
              <a:gd name="T70" fmla="*/ 63 w 229"/>
              <a:gd name="T71" fmla="*/ 93 h 135"/>
              <a:gd name="T72" fmla="*/ 67 w 229"/>
              <a:gd name="T73" fmla="*/ 93 h 135"/>
              <a:gd name="T74" fmla="*/ 70 w 229"/>
              <a:gd name="T75" fmla="*/ 90 h 135"/>
              <a:gd name="T76" fmla="*/ 73 w 229"/>
              <a:gd name="T77" fmla="*/ 83 h 135"/>
              <a:gd name="T78" fmla="*/ 70 w 229"/>
              <a:gd name="T79" fmla="*/ 76 h 135"/>
              <a:gd name="T80" fmla="*/ 63 w 229"/>
              <a:gd name="T81" fmla="*/ 73 h 135"/>
              <a:gd name="T82" fmla="*/ 55 w 229"/>
              <a:gd name="T83" fmla="*/ 76 h 135"/>
              <a:gd name="T84" fmla="*/ 198 w 229"/>
              <a:gd name="T85" fmla="*/ 52 h 135"/>
              <a:gd name="T86" fmla="*/ 219 w 229"/>
              <a:gd name="T87" fmla="*/ 31 h 135"/>
              <a:gd name="T88" fmla="*/ 226 w 229"/>
              <a:gd name="T89" fmla="*/ 34 h 135"/>
              <a:gd name="T90" fmla="*/ 229 w 229"/>
              <a:gd name="T91" fmla="*/ 41 h 135"/>
              <a:gd name="T92" fmla="*/ 229 w 229"/>
              <a:gd name="T93" fmla="*/ 104 h 135"/>
              <a:gd name="T94" fmla="*/ 226 w 229"/>
              <a:gd name="T95" fmla="*/ 111 h 135"/>
              <a:gd name="T96" fmla="*/ 219 w 229"/>
              <a:gd name="T97" fmla="*/ 114 h 135"/>
              <a:gd name="T98" fmla="*/ 198 w 229"/>
              <a:gd name="T99" fmla="*/ 93 h 135"/>
              <a:gd name="T100" fmla="*/ 198 w 229"/>
              <a:gd name="T101" fmla="*/ 73 h 135"/>
              <a:gd name="T102" fmla="*/ 192 w 229"/>
              <a:gd name="T103" fmla="*/ 52 h 135"/>
              <a:gd name="T104" fmla="*/ 198 w 229"/>
              <a:gd name="T105" fmla="*/ 52 h 1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229" h="135">
                <a:moveTo>
                  <a:pt x="0" y="10"/>
                </a:moveTo>
                <a:cubicBezTo>
                  <a:pt x="0" y="7"/>
                  <a:pt x="1" y="5"/>
                  <a:pt x="3" y="3"/>
                </a:cubicBezTo>
                <a:cubicBezTo>
                  <a:pt x="5" y="1"/>
                  <a:pt x="8" y="0"/>
                  <a:pt x="11" y="0"/>
                </a:cubicBezTo>
                <a:cubicBezTo>
                  <a:pt x="31" y="10"/>
                  <a:pt x="31" y="10"/>
                  <a:pt x="31" y="10"/>
                </a:cubicBezTo>
                <a:cubicBezTo>
                  <a:pt x="104" y="10"/>
                  <a:pt x="104" y="10"/>
                  <a:pt x="104" y="10"/>
                </a:cubicBezTo>
                <a:cubicBezTo>
                  <a:pt x="110" y="10"/>
                  <a:pt x="115" y="12"/>
                  <a:pt x="119" y="16"/>
                </a:cubicBezTo>
                <a:cubicBezTo>
                  <a:pt x="123" y="20"/>
                  <a:pt x="125" y="25"/>
                  <a:pt x="125" y="31"/>
                </a:cubicBezTo>
                <a:cubicBezTo>
                  <a:pt x="52" y="31"/>
                  <a:pt x="52" y="31"/>
                  <a:pt x="52" y="31"/>
                </a:cubicBezTo>
                <a:cubicBezTo>
                  <a:pt x="48" y="31"/>
                  <a:pt x="45" y="31"/>
                  <a:pt x="41" y="32"/>
                </a:cubicBezTo>
                <a:cubicBezTo>
                  <a:pt x="38" y="33"/>
                  <a:pt x="34" y="35"/>
                  <a:pt x="31" y="37"/>
                </a:cubicBezTo>
                <a:cubicBezTo>
                  <a:pt x="28" y="39"/>
                  <a:pt x="25" y="41"/>
                  <a:pt x="23" y="43"/>
                </a:cubicBezTo>
                <a:cubicBezTo>
                  <a:pt x="20" y="46"/>
                  <a:pt x="18" y="49"/>
                  <a:pt x="16" y="52"/>
                </a:cubicBezTo>
                <a:cubicBezTo>
                  <a:pt x="11" y="52"/>
                  <a:pt x="11" y="52"/>
                  <a:pt x="11" y="52"/>
                </a:cubicBezTo>
                <a:cubicBezTo>
                  <a:pt x="8" y="52"/>
                  <a:pt x="5" y="51"/>
                  <a:pt x="3" y="49"/>
                </a:cubicBezTo>
                <a:cubicBezTo>
                  <a:pt x="1" y="47"/>
                  <a:pt x="0" y="44"/>
                  <a:pt x="0" y="41"/>
                </a:cubicBezTo>
                <a:lnTo>
                  <a:pt x="0" y="10"/>
                </a:lnTo>
                <a:close/>
                <a:moveTo>
                  <a:pt x="31" y="73"/>
                </a:moveTo>
                <a:cubicBezTo>
                  <a:pt x="31" y="67"/>
                  <a:pt x="33" y="62"/>
                  <a:pt x="38" y="58"/>
                </a:cubicBezTo>
                <a:cubicBezTo>
                  <a:pt x="42" y="54"/>
                  <a:pt x="47" y="52"/>
                  <a:pt x="52" y="52"/>
                </a:cubicBezTo>
                <a:cubicBezTo>
                  <a:pt x="156" y="52"/>
                  <a:pt x="156" y="52"/>
                  <a:pt x="156" y="52"/>
                </a:cubicBezTo>
                <a:cubicBezTo>
                  <a:pt x="162" y="52"/>
                  <a:pt x="167" y="54"/>
                  <a:pt x="171" y="58"/>
                </a:cubicBezTo>
                <a:cubicBezTo>
                  <a:pt x="175" y="62"/>
                  <a:pt x="177" y="67"/>
                  <a:pt x="177" y="73"/>
                </a:cubicBezTo>
                <a:cubicBezTo>
                  <a:pt x="177" y="114"/>
                  <a:pt x="177" y="114"/>
                  <a:pt x="177" y="114"/>
                </a:cubicBezTo>
                <a:cubicBezTo>
                  <a:pt x="177" y="120"/>
                  <a:pt x="175" y="125"/>
                  <a:pt x="171" y="129"/>
                </a:cubicBezTo>
                <a:cubicBezTo>
                  <a:pt x="167" y="133"/>
                  <a:pt x="162" y="135"/>
                  <a:pt x="156" y="135"/>
                </a:cubicBezTo>
                <a:cubicBezTo>
                  <a:pt x="52" y="135"/>
                  <a:pt x="52" y="135"/>
                  <a:pt x="52" y="135"/>
                </a:cubicBezTo>
                <a:cubicBezTo>
                  <a:pt x="46" y="135"/>
                  <a:pt x="42" y="133"/>
                  <a:pt x="38" y="129"/>
                </a:cubicBezTo>
                <a:cubicBezTo>
                  <a:pt x="33" y="125"/>
                  <a:pt x="31" y="120"/>
                  <a:pt x="31" y="114"/>
                </a:cubicBezTo>
                <a:lnTo>
                  <a:pt x="31" y="73"/>
                </a:lnTo>
                <a:close/>
                <a:moveTo>
                  <a:pt x="55" y="76"/>
                </a:moveTo>
                <a:cubicBezTo>
                  <a:pt x="54" y="77"/>
                  <a:pt x="54" y="78"/>
                  <a:pt x="53" y="79"/>
                </a:cubicBezTo>
                <a:cubicBezTo>
                  <a:pt x="52" y="81"/>
                  <a:pt x="52" y="82"/>
                  <a:pt x="52" y="83"/>
                </a:cubicBezTo>
                <a:cubicBezTo>
                  <a:pt x="52" y="84"/>
                  <a:pt x="52" y="86"/>
                  <a:pt x="53" y="87"/>
                </a:cubicBezTo>
                <a:cubicBezTo>
                  <a:pt x="53" y="88"/>
                  <a:pt x="54" y="89"/>
                  <a:pt x="55" y="90"/>
                </a:cubicBezTo>
                <a:cubicBezTo>
                  <a:pt x="56" y="91"/>
                  <a:pt x="57" y="92"/>
                  <a:pt x="59" y="93"/>
                </a:cubicBezTo>
                <a:cubicBezTo>
                  <a:pt x="60" y="93"/>
                  <a:pt x="61" y="93"/>
                  <a:pt x="63" y="93"/>
                </a:cubicBezTo>
                <a:cubicBezTo>
                  <a:pt x="64" y="93"/>
                  <a:pt x="65" y="93"/>
                  <a:pt x="67" y="93"/>
                </a:cubicBezTo>
                <a:cubicBezTo>
                  <a:pt x="68" y="92"/>
                  <a:pt x="69" y="91"/>
                  <a:pt x="70" y="90"/>
                </a:cubicBezTo>
                <a:cubicBezTo>
                  <a:pt x="72" y="88"/>
                  <a:pt x="73" y="86"/>
                  <a:pt x="73" y="83"/>
                </a:cubicBezTo>
                <a:cubicBezTo>
                  <a:pt x="73" y="80"/>
                  <a:pt x="72" y="78"/>
                  <a:pt x="70" y="76"/>
                </a:cubicBezTo>
                <a:cubicBezTo>
                  <a:pt x="68" y="74"/>
                  <a:pt x="65" y="73"/>
                  <a:pt x="63" y="73"/>
                </a:cubicBezTo>
                <a:cubicBezTo>
                  <a:pt x="60" y="73"/>
                  <a:pt x="57" y="74"/>
                  <a:pt x="55" y="76"/>
                </a:cubicBezTo>
                <a:close/>
                <a:moveTo>
                  <a:pt x="198" y="52"/>
                </a:moveTo>
                <a:cubicBezTo>
                  <a:pt x="219" y="31"/>
                  <a:pt x="219" y="31"/>
                  <a:pt x="219" y="31"/>
                </a:cubicBezTo>
                <a:cubicBezTo>
                  <a:pt x="222" y="31"/>
                  <a:pt x="224" y="32"/>
                  <a:pt x="226" y="34"/>
                </a:cubicBezTo>
                <a:cubicBezTo>
                  <a:pt x="228" y="36"/>
                  <a:pt x="229" y="39"/>
                  <a:pt x="229" y="41"/>
                </a:cubicBezTo>
                <a:cubicBezTo>
                  <a:pt x="229" y="104"/>
                  <a:pt x="229" y="104"/>
                  <a:pt x="229" y="104"/>
                </a:cubicBezTo>
                <a:cubicBezTo>
                  <a:pt x="229" y="107"/>
                  <a:pt x="228" y="109"/>
                  <a:pt x="226" y="111"/>
                </a:cubicBezTo>
                <a:cubicBezTo>
                  <a:pt x="224" y="113"/>
                  <a:pt x="222" y="114"/>
                  <a:pt x="219" y="114"/>
                </a:cubicBezTo>
                <a:cubicBezTo>
                  <a:pt x="198" y="93"/>
                  <a:pt x="198" y="93"/>
                  <a:pt x="198" y="93"/>
                </a:cubicBezTo>
                <a:cubicBezTo>
                  <a:pt x="198" y="73"/>
                  <a:pt x="198" y="73"/>
                  <a:pt x="198" y="73"/>
                </a:cubicBezTo>
                <a:cubicBezTo>
                  <a:pt x="198" y="65"/>
                  <a:pt x="196" y="58"/>
                  <a:pt x="192" y="52"/>
                </a:cubicBezTo>
                <a:lnTo>
                  <a:pt x="198" y="5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0" name="Freeform 22"/>
          <p:cNvSpPr>
            <a:spLocks noEditPoints="1"/>
          </p:cNvSpPr>
          <p:nvPr/>
        </p:nvSpPr>
        <p:spPr bwMode="auto">
          <a:xfrm>
            <a:off x="8870426" y="1742540"/>
            <a:ext cx="297527" cy="269293"/>
          </a:xfrm>
          <a:custGeom>
            <a:avLst/>
            <a:gdLst>
              <a:gd name="T0" fmla="*/ 0 w 208"/>
              <a:gd name="T1" fmla="*/ 145 h 187"/>
              <a:gd name="T2" fmla="*/ 0 w 208"/>
              <a:gd name="T3" fmla="*/ 62 h 187"/>
              <a:gd name="T4" fmla="*/ 6 w 208"/>
              <a:gd name="T5" fmla="*/ 47 h 187"/>
              <a:gd name="T6" fmla="*/ 21 w 208"/>
              <a:gd name="T7" fmla="*/ 41 h 187"/>
              <a:gd name="T8" fmla="*/ 187 w 208"/>
              <a:gd name="T9" fmla="*/ 41 h 187"/>
              <a:gd name="T10" fmla="*/ 202 w 208"/>
              <a:gd name="T11" fmla="*/ 47 h 187"/>
              <a:gd name="T12" fmla="*/ 208 w 208"/>
              <a:gd name="T13" fmla="*/ 62 h 187"/>
              <a:gd name="T14" fmla="*/ 208 w 208"/>
              <a:gd name="T15" fmla="*/ 145 h 187"/>
              <a:gd name="T16" fmla="*/ 187 w 208"/>
              <a:gd name="T17" fmla="*/ 145 h 187"/>
              <a:gd name="T18" fmla="*/ 187 w 208"/>
              <a:gd name="T19" fmla="*/ 103 h 187"/>
              <a:gd name="T20" fmla="*/ 21 w 208"/>
              <a:gd name="T21" fmla="*/ 103 h 187"/>
              <a:gd name="T22" fmla="*/ 21 w 208"/>
              <a:gd name="T23" fmla="*/ 145 h 187"/>
              <a:gd name="T24" fmla="*/ 0 w 208"/>
              <a:gd name="T25" fmla="*/ 145 h 187"/>
              <a:gd name="T26" fmla="*/ 41 w 208"/>
              <a:gd name="T27" fmla="*/ 20 h 187"/>
              <a:gd name="T28" fmla="*/ 41 w 208"/>
              <a:gd name="T29" fmla="*/ 0 h 187"/>
              <a:gd name="T30" fmla="*/ 166 w 208"/>
              <a:gd name="T31" fmla="*/ 0 h 187"/>
              <a:gd name="T32" fmla="*/ 166 w 208"/>
              <a:gd name="T33" fmla="*/ 20 h 187"/>
              <a:gd name="T34" fmla="*/ 41 w 208"/>
              <a:gd name="T35" fmla="*/ 20 h 187"/>
              <a:gd name="T36" fmla="*/ 41 w 208"/>
              <a:gd name="T37" fmla="*/ 124 h 187"/>
              <a:gd name="T38" fmla="*/ 166 w 208"/>
              <a:gd name="T39" fmla="*/ 124 h 187"/>
              <a:gd name="T40" fmla="*/ 166 w 208"/>
              <a:gd name="T41" fmla="*/ 187 h 187"/>
              <a:gd name="T42" fmla="*/ 41 w 208"/>
              <a:gd name="T43" fmla="*/ 187 h 187"/>
              <a:gd name="T44" fmla="*/ 41 w 208"/>
              <a:gd name="T45" fmla="*/ 124 h 187"/>
              <a:gd name="T46" fmla="*/ 169 w 208"/>
              <a:gd name="T47" fmla="*/ 65 h 187"/>
              <a:gd name="T48" fmla="*/ 167 w 208"/>
              <a:gd name="T49" fmla="*/ 68 h 187"/>
              <a:gd name="T50" fmla="*/ 166 w 208"/>
              <a:gd name="T51" fmla="*/ 72 h 187"/>
              <a:gd name="T52" fmla="*/ 167 w 208"/>
              <a:gd name="T53" fmla="*/ 76 h 187"/>
              <a:gd name="T54" fmla="*/ 169 w 208"/>
              <a:gd name="T55" fmla="*/ 80 h 187"/>
              <a:gd name="T56" fmla="*/ 173 w 208"/>
              <a:gd name="T57" fmla="*/ 82 h 187"/>
              <a:gd name="T58" fmla="*/ 177 w 208"/>
              <a:gd name="T59" fmla="*/ 83 h 187"/>
              <a:gd name="T60" fmla="*/ 181 w 208"/>
              <a:gd name="T61" fmla="*/ 82 h 187"/>
              <a:gd name="T62" fmla="*/ 184 w 208"/>
              <a:gd name="T63" fmla="*/ 80 h 187"/>
              <a:gd name="T64" fmla="*/ 187 w 208"/>
              <a:gd name="T65" fmla="*/ 72 h 187"/>
              <a:gd name="T66" fmla="*/ 184 w 208"/>
              <a:gd name="T67" fmla="*/ 65 h 187"/>
              <a:gd name="T68" fmla="*/ 177 w 208"/>
              <a:gd name="T69" fmla="*/ 62 h 187"/>
              <a:gd name="T70" fmla="*/ 169 w 208"/>
              <a:gd name="T71" fmla="*/ 65 h 1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208" h="187">
                <a:moveTo>
                  <a:pt x="0" y="145"/>
                </a:moveTo>
                <a:cubicBezTo>
                  <a:pt x="0" y="62"/>
                  <a:pt x="0" y="62"/>
                  <a:pt x="0" y="62"/>
                </a:cubicBezTo>
                <a:cubicBezTo>
                  <a:pt x="0" y="56"/>
                  <a:pt x="2" y="51"/>
                  <a:pt x="6" y="47"/>
                </a:cubicBezTo>
                <a:cubicBezTo>
                  <a:pt x="10" y="43"/>
                  <a:pt x="15" y="41"/>
                  <a:pt x="21" y="41"/>
                </a:cubicBezTo>
                <a:cubicBezTo>
                  <a:pt x="187" y="41"/>
                  <a:pt x="187" y="41"/>
                  <a:pt x="187" y="41"/>
                </a:cubicBezTo>
                <a:cubicBezTo>
                  <a:pt x="193" y="41"/>
                  <a:pt x="198" y="43"/>
                  <a:pt x="202" y="47"/>
                </a:cubicBezTo>
                <a:cubicBezTo>
                  <a:pt x="206" y="51"/>
                  <a:pt x="208" y="56"/>
                  <a:pt x="208" y="62"/>
                </a:cubicBezTo>
                <a:cubicBezTo>
                  <a:pt x="208" y="145"/>
                  <a:pt x="208" y="145"/>
                  <a:pt x="208" y="145"/>
                </a:cubicBezTo>
                <a:cubicBezTo>
                  <a:pt x="187" y="145"/>
                  <a:pt x="187" y="145"/>
                  <a:pt x="187" y="145"/>
                </a:cubicBezTo>
                <a:cubicBezTo>
                  <a:pt x="187" y="103"/>
                  <a:pt x="187" y="103"/>
                  <a:pt x="187" y="103"/>
                </a:cubicBezTo>
                <a:cubicBezTo>
                  <a:pt x="21" y="103"/>
                  <a:pt x="21" y="103"/>
                  <a:pt x="21" y="103"/>
                </a:cubicBezTo>
                <a:cubicBezTo>
                  <a:pt x="21" y="145"/>
                  <a:pt x="21" y="145"/>
                  <a:pt x="21" y="145"/>
                </a:cubicBezTo>
                <a:lnTo>
                  <a:pt x="0" y="145"/>
                </a:lnTo>
                <a:close/>
                <a:moveTo>
                  <a:pt x="41" y="20"/>
                </a:moveTo>
                <a:cubicBezTo>
                  <a:pt x="41" y="0"/>
                  <a:pt x="41" y="0"/>
                  <a:pt x="41" y="0"/>
                </a:cubicBezTo>
                <a:cubicBezTo>
                  <a:pt x="166" y="0"/>
                  <a:pt x="166" y="0"/>
                  <a:pt x="166" y="0"/>
                </a:cubicBezTo>
                <a:cubicBezTo>
                  <a:pt x="166" y="20"/>
                  <a:pt x="166" y="20"/>
                  <a:pt x="166" y="20"/>
                </a:cubicBezTo>
                <a:lnTo>
                  <a:pt x="41" y="20"/>
                </a:lnTo>
                <a:close/>
                <a:moveTo>
                  <a:pt x="41" y="124"/>
                </a:moveTo>
                <a:cubicBezTo>
                  <a:pt x="166" y="124"/>
                  <a:pt x="166" y="124"/>
                  <a:pt x="166" y="124"/>
                </a:cubicBezTo>
                <a:cubicBezTo>
                  <a:pt x="166" y="187"/>
                  <a:pt x="166" y="187"/>
                  <a:pt x="166" y="187"/>
                </a:cubicBezTo>
                <a:cubicBezTo>
                  <a:pt x="41" y="187"/>
                  <a:pt x="41" y="187"/>
                  <a:pt x="41" y="187"/>
                </a:cubicBezTo>
                <a:lnTo>
                  <a:pt x="41" y="124"/>
                </a:lnTo>
                <a:close/>
                <a:moveTo>
                  <a:pt x="169" y="65"/>
                </a:moveTo>
                <a:cubicBezTo>
                  <a:pt x="168" y="66"/>
                  <a:pt x="168" y="67"/>
                  <a:pt x="167" y="68"/>
                </a:cubicBezTo>
                <a:cubicBezTo>
                  <a:pt x="166" y="70"/>
                  <a:pt x="166" y="71"/>
                  <a:pt x="166" y="72"/>
                </a:cubicBezTo>
                <a:cubicBezTo>
                  <a:pt x="166" y="74"/>
                  <a:pt x="166" y="75"/>
                  <a:pt x="167" y="76"/>
                </a:cubicBezTo>
                <a:cubicBezTo>
                  <a:pt x="167" y="77"/>
                  <a:pt x="168" y="79"/>
                  <a:pt x="169" y="80"/>
                </a:cubicBezTo>
                <a:cubicBezTo>
                  <a:pt x="170" y="81"/>
                  <a:pt x="171" y="81"/>
                  <a:pt x="173" y="82"/>
                </a:cubicBezTo>
                <a:cubicBezTo>
                  <a:pt x="174" y="82"/>
                  <a:pt x="175" y="83"/>
                  <a:pt x="177" y="83"/>
                </a:cubicBezTo>
                <a:cubicBezTo>
                  <a:pt x="178" y="83"/>
                  <a:pt x="179" y="82"/>
                  <a:pt x="181" y="82"/>
                </a:cubicBezTo>
                <a:cubicBezTo>
                  <a:pt x="182" y="81"/>
                  <a:pt x="183" y="81"/>
                  <a:pt x="184" y="80"/>
                </a:cubicBezTo>
                <a:cubicBezTo>
                  <a:pt x="186" y="77"/>
                  <a:pt x="187" y="75"/>
                  <a:pt x="187" y="72"/>
                </a:cubicBezTo>
                <a:cubicBezTo>
                  <a:pt x="187" y="69"/>
                  <a:pt x="186" y="67"/>
                  <a:pt x="184" y="65"/>
                </a:cubicBezTo>
                <a:cubicBezTo>
                  <a:pt x="182" y="63"/>
                  <a:pt x="179" y="62"/>
                  <a:pt x="177" y="62"/>
                </a:cubicBezTo>
                <a:cubicBezTo>
                  <a:pt x="174" y="62"/>
                  <a:pt x="171" y="63"/>
                  <a:pt x="169" y="6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1" name="Freeform 23"/>
          <p:cNvSpPr>
            <a:spLocks noEditPoints="1"/>
          </p:cNvSpPr>
          <p:nvPr/>
        </p:nvSpPr>
        <p:spPr bwMode="auto">
          <a:xfrm>
            <a:off x="9311285" y="1714309"/>
            <a:ext cx="297527" cy="297527"/>
          </a:xfrm>
          <a:custGeom>
            <a:avLst/>
            <a:gdLst>
              <a:gd name="T0" fmla="*/ 0 w 207"/>
              <a:gd name="T1" fmla="*/ 80 h 208"/>
              <a:gd name="T2" fmla="*/ 3 w 207"/>
              <a:gd name="T3" fmla="*/ 49 h 208"/>
              <a:gd name="T4" fmla="*/ 10 w 207"/>
              <a:gd name="T5" fmla="*/ 15 h 208"/>
              <a:gd name="T6" fmla="*/ 30 w 207"/>
              <a:gd name="T7" fmla="*/ 0 h 208"/>
              <a:gd name="T8" fmla="*/ 30 w 207"/>
              <a:gd name="T9" fmla="*/ 62 h 208"/>
              <a:gd name="T10" fmla="*/ 51 w 207"/>
              <a:gd name="T11" fmla="*/ 208 h 208"/>
              <a:gd name="T12" fmla="*/ 13 w 207"/>
              <a:gd name="T13" fmla="*/ 198 h 208"/>
              <a:gd name="T14" fmla="*/ 0 w 207"/>
              <a:gd name="T15" fmla="*/ 101 h 208"/>
              <a:gd name="T16" fmla="*/ 72 w 207"/>
              <a:gd name="T17" fmla="*/ 0 h 208"/>
              <a:gd name="T18" fmla="*/ 207 w 207"/>
              <a:gd name="T19" fmla="*/ 21 h 208"/>
              <a:gd name="T20" fmla="*/ 186 w 207"/>
              <a:gd name="T21" fmla="*/ 208 h 208"/>
              <a:gd name="T22" fmla="*/ 102 w 207"/>
              <a:gd name="T23" fmla="*/ 117 h 208"/>
              <a:gd name="T24" fmla="*/ 118 w 207"/>
              <a:gd name="T25" fmla="*/ 119 h 208"/>
              <a:gd name="T26" fmla="*/ 117 w 207"/>
              <a:gd name="T27" fmla="*/ 103 h 208"/>
              <a:gd name="T28" fmla="*/ 101 w 207"/>
              <a:gd name="T29" fmla="*/ 111 h 208"/>
              <a:gd name="T30" fmla="*/ 107 w 207"/>
              <a:gd name="T31" fmla="*/ 152 h 208"/>
              <a:gd name="T32" fmla="*/ 121 w 207"/>
              <a:gd name="T33" fmla="*/ 145 h 208"/>
              <a:gd name="T34" fmla="*/ 111 w 207"/>
              <a:gd name="T35" fmla="*/ 132 h 208"/>
              <a:gd name="T36" fmla="*/ 101 w 207"/>
              <a:gd name="T37" fmla="*/ 174 h 208"/>
              <a:gd name="T38" fmla="*/ 113 w 207"/>
              <a:gd name="T39" fmla="*/ 184 h 208"/>
              <a:gd name="T40" fmla="*/ 120 w 207"/>
              <a:gd name="T41" fmla="*/ 170 h 208"/>
              <a:gd name="T42" fmla="*/ 104 w 207"/>
              <a:gd name="T43" fmla="*/ 167 h 208"/>
              <a:gd name="T44" fmla="*/ 134 w 207"/>
              <a:gd name="T45" fmla="*/ 117 h 208"/>
              <a:gd name="T46" fmla="*/ 149 w 207"/>
              <a:gd name="T47" fmla="*/ 119 h 208"/>
              <a:gd name="T48" fmla="*/ 148 w 207"/>
              <a:gd name="T49" fmla="*/ 103 h 208"/>
              <a:gd name="T50" fmla="*/ 132 w 207"/>
              <a:gd name="T51" fmla="*/ 111 h 208"/>
              <a:gd name="T52" fmla="*/ 138 w 207"/>
              <a:gd name="T53" fmla="*/ 152 h 208"/>
              <a:gd name="T54" fmla="*/ 152 w 207"/>
              <a:gd name="T55" fmla="*/ 145 h 208"/>
              <a:gd name="T56" fmla="*/ 142 w 207"/>
              <a:gd name="T57" fmla="*/ 132 h 208"/>
              <a:gd name="T58" fmla="*/ 132 w 207"/>
              <a:gd name="T59" fmla="*/ 174 h 208"/>
              <a:gd name="T60" fmla="*/ 144 w 207"/>
              <a:gd name="T61" fmla="*/ 184 h 208"/>
              <a:gd name="T62" fmla="*/ 152 w 207"/>
              <a:gd name="T63" fmla="*/ 170 h 208"/>
              <a:gd name="T64" fmla="*/ 135 w 207"/>
              <a:gd name="T65" fmla="*/ 167 h 208"/>
              <a:gd name="T66" fmla="*/ 165 w 207"/>
              <a:gd name="T67" fmla="*/ 117 h 208"/>
              <a:gd name="T68" fmla="*/ 181 w 207"/>
              <a:gd name="T69" fmla="*/ 119 h 208"/>
              <a:gd name="T70" fmla="*/ 179 w 207"/>
              <a:gd name="T71" fmla="*/ 103 h 208"/>
              <a:gd name="T72" fmla="*/ 163 w 207"/>
              <a:gd name="T73" fmla="*/ 111 h 208"/>
              <a:gd name="T74" fmla="*/ 169 w 207"/>
              <a:gd name="T75" fmla="*/ 152 h 208"/>
              <a:gd name="T76" fmla="*/ 184 w 207"/>
              <a:gd name="T77" fmla="*/ 145 h 208"/>
              <a:gd name="T78" fmla="*/ 173 w 207"/>
              <a:gd name="T79" fmla="*/ 132 h 208"/>
              <a:gd name="T80" fmla="*/ 163 w 207"/>
              <a:gd name="T81" fmla="*/ 174 h 208"/>
              <a:gd name="T82" fmla="*/ 175 w 207"/>
              <a:gd name="T83" fmla="*/ 184 h 208"/>
              <a:gd name="T84" fmla="*/ 183 w 207"/>
              <a:gd name="T85" fmla="*/ 170 h 208"/>
              <a:gd name="T86" fmla="*/ 166 w 207"/>
              <a:gd name="T87" fmla="*/ 167 h 2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207" h="208">
                <a:moveTo>
                  <a:pt x="0" y="95"/>
                </a:moveTo>
                <a:cubicBezTo>
                  <a:pt x="0" y="94"/>
                  <a:pt x="0" y="92"/>
                  <a:pt x="0" y="90"/>
                </a:cubicBezTo>
                <a:cubicBezTo>
                  <a:pt x="0" y="87"/>
                  <a:pt x="0" y="84"/>
                  <a:pt x="0" y="80"/>
                </a:cubicBezTo>
                <a:cubicBezTo>
                  <a:pt x="1" y="77"/>
                  <a:pt x="1" y="73"/>
                  <a:pt x="1" y="70"/>
                </a:cubicBezTo>
                <a:cubicBezTo>
                  <a:pt x="1" y="66"/>
                  <a:pt x="2" y="63"/>
                  <a:pt x="2" y="59"/>
                </a:cubicBezTo>
                <a:cubicBezTo>
                  <a:pt x="2" y="56"/>
                  <a:pt x="3" y="52"/>
                  <a:pt x="3" y="49"/>
                </a:cubicBezTo>
                <a:cubicBezTo>
                  <a:pt x="4" y="45"/>
                  <a:pt x="4" y="41"/>
                  <a:pt x="5" y="37"/>
                </a:cubicBezTo>
                <a:cubicBezTo>
                  <a:pt x="6" y="33"/>
                  <a:pt x="7" y="29"/>
                  <a:pt x="8" y="25"/>
                </a:cubicBezTo>
                <a:cubicBezTo>
                  <a:pt x="8" y="22"/>
                  <a:pt x="9" y="18"/>
                  <a:pt x="10" y="15"/>
                </a:cubicBezTo>
                <a:cubicBezTo>
                  <a:pt x="11" y="13"/>
                  <a:pt x="12" y="11"/>
                  <a:pt x="13" y="9"/>
                </a:cubicBezTo>
                <a:cubicBezTo>
                  <a:pt x="14" y="7"/>
                  <a:pt x="16" y="6"/>
                  <a:pt x="18" y="4"/>
                </a:cubicBezTo>
                <a:cubicBezTo>
                  <a:pt x="21" y="1"/>
                  <a:pt x="25" y="0"/>
                  <a:pt x="30" y="0"/>
                </a:cubicBezTo>
                <a:cubicBezTo>
                  <a:pt x="51" y="0"/>
                  <a:pt x="51" y="0"/>
                  <a:pt x="51" y="0"/>
                </a:cubicBezTo>
                <a:cubicBezTo>
                  <a:pt x="51" y="52"/>
                  <a:pt x="51" y="52"/>
                  <a:pt x="51" y="52"/>
                </a:cubicBezTo>
                <a:cubicBezTo>
                  <a:pt x="30" y="62"/>
                  <a:pt x="30" y="62"/>
                  <a:pt x="30" y="62"/>
                </a:cubicBezTo>
                <a:cubicBezTo>
                  <a:pt x="30" y="145"/>
                  <a:pt x="30" y="145"/>
                  <a:pt x="30" y="145"/>
                </a:cubicBezTo>
                <a:cubicBezTo>
                  <a:pt x="51" y="156"/>
                  <a:pt x="51" y="156"/>
                  <a:pt x="51" y="156"/>
                </a:cubicBezTo>
                <a:cubicBezTo>
                  <a:pt x="51" y="208"/>
                  <a:pt x="51" y="208"/>
                  <a:pt x="51" y="208"/>
                </a:cubicBezTo>
                <a:cubicBezTo>
                  <a:pt x="30" y="208"/>
                  <a:pt x="30" y="208"/>
                  <a:pt x="30" y="208"/>
                </a:cubicBezTo>
                <a:cubicBezTo>
                  <a:pt x="25" y="208"/>
                  <a:pt x="21" y="206"/>
                  <a:pt x="17" y="203"/>
                </a:cubicBezTo>
                <a:cubicBezTo>
                  <a:pt x="15" y="201"/>
                  <a:pt x="14" y="200"/>
                  <a:pt x="13" y="198"/>
                </a:cubicBezTo>
                <a:cubicBezTo>
                  <a:pt x="11" y="196"/>
                  <a:pt x="11" y="193"/>
                  <a:pt x="10" y="191"/>
                </a:cubicBezTo>
                <a:cubicBezTo>
                  <a:pt x="7" y="178"/>
                  <a:pt x="4" y="163"/>
                  <a:pt x="2" y="149"/>
                </a:cubicBezTo>
                <a:cubicBezTo>
                  <a:pt x="1" y="134"/>
                  <a:pt x="0" y="118"/>
                  <a:pt x="0" y="101"/>
                </a:cubicBezTo>
                <a:lnTo>
                  <a:pt x="0" y="95"/>
                </a:lnTo>
                <a:close/>
                <a:moveTo>
                  <a:pt x="72" y="208"/>
                </a:moveTo>
                <a:cubicBezTo>
                  <a:pt x="72" y="0"/>
                  <a:pt x="72" y="0"/>
                  <a:pt x="72" y="0"/>
                </a:cubicBezTo>
                <a:cubicBezTo>
                  <a:pt x="186" y="0"/>
                  <a:pt x="186" y="0"/>
                  <a:pt x="186" y="0"/>
                </a:cubicBezTo>
                <a:cubicBezTo>
                  <a:pt x="192" y="0"/>
                  <a:pt x="197" y="2"/>
                  <a:pt x="201" y="6"/>
                </a:cubicBezTo>
                <a:cubicBezTo>
                  <a:pt x="205" y="10"/>
                  <a:pt x="207" y="15"/>
                  <a:pt x="207" y="21"/>
                </a:cubicBezTo>
                <a:cubicBezTo>
                  <a:pt x="207" y="187"/>
                  <a:pt x="207" y="187"/>
                  <a:pt x="207" y="187"/>
                </a:cubicBezTo>
                <a:cubicBezTo>
                  <a:pt x="207" y="193"/>
                  <a:pt x="205" y="197"/>
                  <a:pt x="201" y="201"/>
                </a:cubicBezTo>
                <a:cubicBezTo>
                  <a:pt x="197" y="206"/>
                  <a:pt x="192" y="208"/>
                  <a:pt x="186" y="208"/>
                </a:cubicBezTo>
                <a:lnTo>
                  <a:pt x="72" y="208"/>
                </a:lnTo>
                <a:close/>
                <a:moveTo>
                  <a:pt x="101" y="111"/>
                </a:moveTo>
                <a:cubicBezTo>
                  <a:pt x="101" y="114"/>
                  <a:pt x="101" y="116"/>
                  <a:pt x="102" y="117"/>
                </a:cubicBezTo>
                <a:cubicBezTo>
                  <a:pt x="104" y="119"/>
                  <a:pt x="105" y="120"/>
                  <a:pt x="107" y="121"/>
                </a:cubicBezTo>
                <a:cubicBezTo>
                  <a:pt x="109" y="122"/>
                  <a:pt x="111" y="122"/>
                  <a:pt x="113" y="122"/>
                </a:cubicBezTo>
                <a:cubicBezTo>
                  <a:pt x="115" y="122"/>
                  <a:pt x="117" y="121"/>
                  <a:pt x="118" y="119"/>
                </a:cubicBezTo>
                <a:cubicBezTo>
                  <a:pt x="120" y="117"/>
                  <a:pt x="121" y="115"/>
                  <a:pt x="121" y="113"/>
                </a:cubicBezTo>
                <a:cubicBezTo>
                  <a:pt x="121" y="111"/>
                  <a:pt x="121" y="109"/>
                  <a:pt x="120" y="108"/>
                </a:cubicBezTo>
                <a:cubicBezTo>
                  <a:pt x="120" y="106"/>
                  <a:pt x="118" y="104"/>
                  <a:pt x="117" y="103"/>
                </a:cubicBezTo>
                <a:cubicBezTo>
                  <a:pt x="115" y="102"/>
                  <a:pt x="113" y="101"/>
                  <a:pt x="111" y="101"/>
                </a:cubicBezTo>
                <a:cubicBezTo>
                  <a:pt x="108" y="101"/>
                  <a:pt x="106" y="102"/>
                  <a:pt x="104" y="104"/>
                </a:cubicBezTo>
                <a:cubicBezTo>
                  <a:pt x="102" y="106"/>
                  <a:pt x="101" y="109"/>
                  <a:pt x="101" y="111"/>
                </a:cubicBezTo>
                <a:close/>
                <a:moveTo>
                  <a:pt x="101" y="143"/>
                </a:moveTo>
                <a:cubicBezTo>
                  <a:pt x="101" y="145"/>
                  <a:pt x="101" y="147"/>
                  <a:pt x="102" y="149"/>
                </a:cubicBezTo>
                <a:cubicBezTo>
                  <a:pt x="104" y="150"/>
                  <a:pt x="105" y="151"/>
                  <a:pt x="107" y="152"/>
                </a:cubicBezTo>
                <a:cubicBezTo>
                  <a:pt x="109" y="153"/>
                  <a:pt x="111" y="153"/>
                  <a:pt x="113" y="153"/>
                </a:cubicBezTo>
                <a:cubicBezTo>
                  <a:pt x="115" y="153"/>
                  <a:pt x="117" y="152"/>
                  <a:pt x="118" y="150"/>
                </a:cubicBezTo>
                <a:cubicBezTo>
                  <a:pt x="120" y="149"/>
                  <a:pt x="121" y="147"/>
                  <a:pt x="121" y="145"/>
                </a:cubicBezTo>
                <a:cubicBezTo>
                  <a:pt x="121" y="143"/>
                  <a:pt x="121" y="141"/>
                  <a:pt x="120" y="139"/>
                </a:cubicBezTo>
                <a:cubicBezTo>
                  <a:pt x="120" y="137"/>
                  <a:pt x="118" y="135"/>
                  <a:pt x="117" y="134"/>
                </a:cubicBezTo>
                <a:cubicBezTo>
                  <a:pt x="115" y="133"/>
                  <a:pt x="113" y="132"/>
                  <a:pt x="111" y="132"/>
                </a:cubicBezTo>
                <a:cubicBezTo>
                  <a:pt x="108" y="133"/>
                  <a:pt x="106" y="134"/>
                  <a:pt x="104" y="135"/>
                </a:cubicBezTo>
                <a:cubicBezTo>
                  <a:pt x="102" y="137"/>
                  <a:pt x="101" y="140"/>
                  <a:pt x="101" y="143"/>
                </a:cubicBezTo>
                <a:close/>
                <a:moveTo>
                  <a:pt x="101" y="174"/>
                </a:moveTo>
                <a:cubicBezTo>
                  <a:pt x="101" y="176"/>
                  <a:pt x="101" y="178"/>
                  <a:pt x="102" y="180"/>
                </a:cubicBezTo>
                <a:cubicBezTo>
                  <a:pt x="104" y="181"/>
                  <a:pt x="105" y="183"/>
                  <a:pt x="107" y="183"/>
                </a:cubicBezTo>
                <a:cubicBezTo>
                  <a:pt x="109" y="184"/>
                  <a:pt x="111" y="184"/>
                  <a:pt x="113" y="184"/>
                </a:cubicBezTo>
                <a:cubicBezTo>
                  <a:pt x="115" y="184"/>
                  <a:pt x="117" y="183"/>
                  <a:pt x="118" y="181"/>
                </a:cubicBezTo>
                <a:cubicBezTo>
                  <a:pt x="120" y="180"/>
                  <a:pt x="121" y="178"/>
                  <a:pt x="121" y="176"/>
                </a:cubicBezTo>
                <a:cubicBezTo>
                  <a:pt x="121" y="174"/>
                  <a:pt x="121" y="172"/>
                  <a:pt x="120" y="170"/>
                </a:cubicBezTo>
                <a:cubicBezTo>
                  <a:pt x="120" y="168"/>
                  <a:pt x="118" y="167"/>
                  <a:pt x="117" y="165"/>
                </a:cubicBezTo>
                <a:cubicBezTo>
                  <a:pt x="115" y="164"/>
                  <a:pt x="113" y="163"/>
                  <a:pt x="111" y="164"/>
                </a:cubicBezTo>
                <a:cubicBezTo>
                  <a:pt x="108" y="164"/>
                  <a:pt x="106" y="165"/>
                  <a:pt x="104" y="167"/>
                </a:cubicBezTo>
                <a:cubicBezTo>
                  <a:pt x="102" y="169"/>
                  <a:pt x="101" y="171"/>
                  <a:pt x="101" y="174"/>
                </a:cubicBezTo>
                <a:close/>
                <a:moveTo>
                  <a:pt x="132" y="111"/>
                </a:moveTo>
                <a:cubicBezTo>
                  <a:pt x="132" y="114"/>
                  <a:pt x="132" y="116"/>
                  <a:pt x="134" y="117"/>
                </a:cubicBezTo>
                <a:cubicBezTo>
                  <a:pt x="135" y="119"/>
                  <a:pt x="136" y="120"/>
                  <a:pt x="138" y="121"/>
                </a:cubicBezTo>
                <a:cubicBezTo>
                  <a:pt x="140" y="122"/>
                  <a:pt x="142" y="122"/>
                  <a:pt x="144" y="122"/>
                </a:cubicBezTo>
                <a:cubicBezTo>
                  <a:pt x="146" y="122"/>
                  <a:pt x="148" y="121"/>
                  <a:pt x="149" y="119"/>
                </a:cubicBezTo>
                <a:cubicBezTo>
                  <a:pt x="151" y="117"/>
                  <a:pt x="152" y="115"/>
                  <a:pt x="152" y="113"/>
                </a:cubicBezTo>
                <a:cubicBezTo>
                  <a:pt x="153" y="111"/>
                  <a:pt x="152" y="109"/>
                  <a:pt x="152" y="108"/>
                </a:cubicBezTo>
                <a:cubicBezTo>
                  <a:pt x="151" y="106"/>
                  <a:pt x="150" y="104"/>
                  <a:pt x="148" y="103"/>
                </a:cubicBezTo>
                <a:cubicBezTo>
                  <a:pt x="146" y="102"/>
                  <a:pt x="144" y="101"/>
                  <a:pt x="142" y="101"/>
                </a:cubicBezTo>
                <a:cubicBezTo>
                  <a:pt x="139" y="101"/>
                  <a:pt x="137" y="102"/>
                  <a:pt x="135" y="104"/>
                </a:cubicBezTo>
                <a:cubicBezTo>
                  <a:pt x="133" y="106"/>
                  <a:pt x="132" y="109"/>
                  <a:pt x="132" y="111"/>
                </a:cubicBezTo>
                <a:close/>
                <a:moveTo>
                  <a:pt x="132" y="143"/>
                </a:moveTo>
                <a:cubicBezTo>
                  <a:pt x="132" y="145"/>
                  <a:pt x="132" y="147"/>
                  <a:pt x="134" y="149"/>
                </a:cubicBezTo>
                <a:cubicBezTo>
                  <a:pt x="135" y="150"/>
                  <a:pt x="136" y="151"/>
                  <a:pt x="138" y="152"/>
                </a:cubicBezTo>
                <a:cubicBezTo>
                  <a:pt x="140" y="153"/>
                  <a:pt x="142" y="153"/>
                  <a:pt x="144" y="153"/>
                </a:cubicBezTo>
                <a:cubicBezTo>
                  <a:pt x="146" y="153"/>
                  <a:pt x="148" y="152"/>
                  <a:pt x="149" y="150"/>
                </a:cubicBezTo>
                <a:cubicBezTo>
                  <a:pt x="151" y="149"/>
                  <a:pt x="152" y="147"/>
                  <a:pt x="152" y="145"/>
                </a:cubicBezTo>
                <a:cubicBezTo>
                  <a:pt x="153" y="143"/>
                  <a:pt x="152" y="141"/>
                  <a:pt x="152" y="139"/>
                </a:cubicBezTo>
                <a:cubicBezTo>
                  <a:pt x="151" y="137"/>
                  <a:pt x="150" y="135"/>
                  <a:pt x="148" y="134"/>
                </a:cubicBezTo>
                <a:cubicBezTo>
                  <a:pt x="146" y="133"/>
                  <a:pt x="144" y="132"/>
                  <a:pt x="142" y="132"/>
                </a:cubicBezTo>
                <a:cubicBezTo>
                  <a:pt x="139" y="133"/>
                  <a:pt x="137" y="134"/>
                  <a:pt x="135" y="135"/>
                </a:cubicBezTo>
                <a:cubicBezTo>
                  <a:pt x="133" y="137"/>
                  <a:pt x="132" y="140"/>
                  <a:pt x="132" y="143"/>
                </a:cubicBezTo>
                <a:close/>
                <a:moveTo>
                  <a:pt x="132" y="174"/>
                </a:moveTo>
                <a:cubicBezTo>
                  <a:pt x="132" y="176"/>
                  <a:pt x="132" y="178"/>
                  <a:pt x="134" y="180"/>
                </a:cubicBezTo>
                <a:cubicBezTo>
                  <a:pt x="135" y="181"/>
                  <a:pt x="136" y="183"/>
                  <a:pt x="138" y="183"/>
                </a:cubicBezTo>
                <a:cubicBezTo>
                  <a:pt x="140" y="184"/>
                  <a:pt x="142" y="184"/>
                  <a:pt x="144" y="184"/>
                </a:cubicBezTo>
                <a:cubicBezTo>
                  <a:pt x="146" y="184"/>
                  <a:pt x="148" y="183"/>
                  <a:pt x="149" y="181"/>
                </a:cubicBezTo>
                <a:cubicBezTo>
                  <a:pt x="151" y="180"/>
                  <a:pt x="152" y="178"/>
                  <a:pt x="152" y="176"/>
                </a:cubicBezTo>
                <a:cubicBezTo>
                  <a:pt x="153" y="174"/>
                  <a:pt x="152" y="172"/>
                  <a:pt x="152" y="170"/>
                </a:cubicBezTo>
                <a:cubicBezTo>
                  <a:pt x="151" y="168"/>
                  <a:pt x="150" y="167"/>
                  <a:pt x="148" y="165"/>
                </a:cubicBezTo>
                <a:cubicBezTo>
                  <a:pt x="146" y="164"/>
                  <a:pt x="144" y="163"/>
                  <a:pt x="142" y="164"/>
                </a:cubicBezTo>
                <a:cubicBezTo>
                  <a:pt x="139" y="164"/>
                  <a:pt x="137" y="165"/>
                  <a:pt x="135" y="167"/>
                </a:cubicBezTo>
                <a:cubicBezTo>
                  <a:pt x="133" y="169"/>
                  <a:pt x="132" y="171"/>
                  <a:pt x="132" y="174"/>
                </a:cubicBezTo>
                <a:close/>
                <a:moveTo>
                  <a:pt x="163" y="111"/>
                </a:moveTo>
                <a:cubicBezTo>
                  <a:pt x="163" y="114"/>
                  <a:pt x="164" y="116"/>
                  <a:pt x="165" y="117"/>
                </a:cubicBezTo>
                <a:cubicBezTo>
                  <a:pt x="166" y="119"/>
                  <a:pt x="167" y="120"/>
                  <a:pt x="169" y="121"/>
                </a:cubicBezTo>
                <a:cubicBezTo>
                  <a:pt x="171" y="122"/>
                  <a:pt x="173" y="122"/>
                  <a:pt x="175" y="122"/>
                </a:cubicBezTo>
                <a:cubicBezTo>
                  <a:pt x="177" y="122"/>
                  <a:pt x="179" y="121"/>
                  <a:pt x="181" y="119"/>
                </a:cubicBezTo>
                <a:cubicBezTo>
                  <a:pt x="182" y="117"/>
                  <a:pt x="183" y="115"/>
                  <a:pt x="184" y="113"/>
                </a:cubicBezTo>
                <a:cubicBezTo>
                  <a:pt x="184" y="111"/>
                  <a:pt x="184" y="109"/>
                  <a:pt x="183" y="108"/>
                </a:cubicBezTo>
                <a:cubicBezTo>
                  <a:pt x="182" y="106"/>
                  <a:pt x="181" y="104"/>
                  <a:pt x="179" y="103"/>
                </a:cubicBezTo>
                <a:cubicBezTo>
                  <a:pt x="177" y="102"/>
                  <a:pt x="175" y="101"/>
                  <a:pt x="173" y="101"/>
                </a:cubicBezTo>
                <a:cubicBezTo>
                  <a:pt x="170" y="101"/>
                  <a:pt x="168" y="102"/>
                  <a:pt x="166" y="104"/>
                </a:cubicBezTo>
                <a:cubicBezTo>
                  <a:pt x="164" y="106"/>
                  <a:pt x="163" y="109"/>
                  <a:pt x="163" y="111"/>
                </a:cubicBezTo>
                <a:close/>
                <a:moveTo>
                  <a:pt x="163" y="143"/>
                </a:moveTo>
                <a:cubicBezTo>
                  <a:pt x="163" y="145"/>
                  <a:pt x="164" y="147"/>
                  <a:pt x="165" y="149"/>
                </a:cubicBezTo>
                <a:cubicBezTo>
                  <a:pt x="166" y="150"/>
                  <a:pt x="167" y="151"/>
                  <a:pt x="169" y="152"/>
                </a:cubicBezTo>
                <a:cubicBezTo>
                  <a:pt x="171" y="153"/>
                  <a:pt x="173" y="153"/>
                  <a:pt x="175" y="153"/>
                </a:cubicBezTo>
                <a:cubicBezTo>
                  <a:pt x="177" y="153"/>
                  <a:pt x="179" y="152"/>
                  <a:pt x="181" y="150"/>
                </a:cubicBezTo>
                <a:cubicBezTo>
                  <a:pt x="182" y="149"/>
                  <a:pt x="183" y="147"/>
                  <a:pt x="184" y="145"/>
                </a:cubicBezTo>
                <a:cubicBezTo>
                  <a:pt x="184" y="143"/>
                  <a:pt x="184" y="141"/>
                  <a:pt x="183" y="139"/>
                </a:cubicBezTo>
                <a:cubicBezTo>
                  <a:pt x="182" y="137"/>
                  <a:pt x="181" y="135"/>
                  <a:pt x="179" y="134"/>
                </a:cubicBezTo>
                <a:cubicBezTo>
                  <a:pt x="177" y="133"/>
                  <a:pt x="175" y="132"/>
                  <a:pt x="173" y="132"/>
                </a:cubicBezTo>
                <a:cubicBezTo>
                  <a:pt x="170" y="133"/>
                  <a:pt x="168" y="134"/>
                  <a:pt x="166" y="135"/>
                </a:cubicBezTo>
                <a:cubicBezTo>
                  <a:pt x="164" y="137"/>
                  <a:pt x="163" y="140"/>
                  <a:pt x="163" y="143"/>
                </a:cubicBezTo>
                <a:close/>
                <a:moveTo>
                  <a:pt x="163" y="174"/>
                </a:moveTo>
                <a:cubicBezTo>
                  <a:pt x="163" y="176"/>
                  <a:pt x="164" y="178"/>
                  <a:pt x="165" y="180"/>
                </a:cubicBezTo>
                <a:cubicBezTo>
                  <a:pt x="166" y="181"/>
                  <a:pt x="167" y="183"/>
                  <a:pt x="169" y="183"/>
                </a:cubicBezTo>
                <a:cubicBezTo>
                  <a:pt x="171" y="184"/>
                  <a:pt x="173" y="184"/>
                  <a:pt x="175" y="184"/>
                </a:cubicBezTo>
                <a:cubicBezTo>
                  <a:pt x="177" y="184"/>
                  <a:pt x="179" y="183"/>
                  <a:pt x="181" y="181"/>
                </a:cubicBezTo>
                <a:cubicBezTo>
                  <a:pt x="182" y="180"/>
                  <a:pt x="183" y="178"/>
                  <a:pt x="184" y="176"/>
                </a:cubicBezTo>
                <a:cubicBezTo>
                  <a:pt x="184" y="174"/>
                  <a:pt x="184" y="172"/>
                  <a:pt x="183" y="170"/>
                </a:cubicBezTo>
                <a:cubicBezTo>
                  <a:pt x="182" y="168"/>
                  <a:pt x="181" y="167"/>
                  <a:pt x="179" y="165"/>
                </a:cubicBezTo>
                <a:cubicBezTo>
                  <a:pt x="177" y="164"/>
                  <a:pt x="175" y="163"/>
                  <a:pt x="173" y="164"/>
                </a:cubicBezTo>
                <a:cubicBezTo>
                  <a:pt x="170" y="164"/>
                  <a:pt x="168" y="165"/>
                  <a:pt x="166" y="167"/>
                </a:cubicBezTo>
                <a:cubicBezTo>
                  <a:pt x="164" y="169"/>
                  <a:pt x="163" y="171"/>
                  <a:pt x="163" y="17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2" name="Freeform 24"/>
          <p:cNvSpPr>
            <a:spLocks noEditPoints="1"/>
          </p:cNvSpPr>
          <p:nvPr/>
        </p:nvSpPr>
        <p:spPr bwMode="auto">
          <a:xfrm>
            <a:off x="9810779" y="1688248"/>
            <a:ext cx="180253" cy="347475"/>
          </a:xfrm>
          <a:custGeom>
            <a:avLst/>
            <a:gdLst>
              <a:gd name="T0" fmla="*/ 0 w 125"/>
              <a:gd name="T1" fmla="*/ 21 h 243"/>
              <a:gd name="T2" fmla="*/ 2 w 125"/>
              <a:gd name="T3" fmla="*/ 13 h 243"/>
              <a:gd name="T4" fmla="*/ 6 w 125"/>
              <a:gd name="T5" fmla="*/ 6 h 243"/>
              <a:gd name="T6" fmla="*/ 21 w 125"/>
              <a:gd name="T7" fmla="*/ 0 h 243"/>
              <a:gd name="T8" fmla="*/ 22 w 125"/>
              <a:gd name="T9" fmla="*/ 0 h 243"/>
              <a:gd name="T10" fmla="*/ 22 w 125"/>
              <a:gd name="T11" fmla="*/ 0 h 243"/>
              <a:gd name="T12" fmla="*/ 103 w 125"/>
              <a:gd name="T13" fmla="*/ 0 h 243"/>
              <a:gd name="T14" fmla="*/ 104 w 125"/>
              <a:gd name="T15" fmla="*/ 0 h 243"/>
              <a:gd name="T16" fmla="*/ 104 w 125"/>
              <a:gd name="T17" fmla="*/ 0 h 243"/>
              <a:gd name="T18" fmla="*/ 119 w 125"/>
              <a:gd name="T19" fmla="*/ 6 h 243"/>
              <a:gd name="T20" fmla="*/ 124 w 125"/>
              <a:gd name="T21" fmla="*/ 13 h 243"/>
              <a:gd name="T22" fmla="*/ 125 w 125"/>
              <a:gd name="T23" fmla="*/ 21 h 243"/>
              <a:gd name="T24" fmla="*/ 125 w 125"/>
              <a:gd name="T25" fmla="*/ 222 h 243"/>
              <a:gd name="T26" fmla="*/ 119 w 125"/>
              <a:gd name="T27" fmla="*/ 237 h 243"/>
              <a:gd name="T28" fmla="*/ 113 w 125"/>
              <a:gd name="T29" fmla="*/ 241 h 243"/>
              <a:gd name="T30" fmla="*/ 106 w 125"/>
              <a:gd name="T31" fmla="*/ 243 h 243"/>
              <a:gd name="T32" fmla="*/ 20 w 125"/>
              <a:gd name="T33" fmla="*/ 243 h 243"/>
              <a:gd name="T34" fmla="*/ 12 w 125"/>
              <a:gd name="T35" fmla="*/ 241 h 243"/>
              <a:gd name="T36" fmla="*/ 6 w 125"/>
              <a:gd name="T37" fmla="*/ 237 h 243"/>
              <a:gd name="T38" fmla="*/ 0 w 125"/>
              <a:gd name="T39" fmla="*/ 222 h 243"/>
              <a:gd name="T40" fmla="*/ 0 w 125"/>
              <a:gd name="T41" fmla="*/ 21 h 243"/>
              <a:gd name="T42" fmla="*/ 11 w 125"/>
              <a:gd name="T43" fmla="*/ 201 h 243"/>
              <a:gd name="T44" fmla="*/ 115 w 125"/>
              <a:gd name="T45" fmla="*/ 201 h 243"/>
              <a:gd name="T46" fmla="*/ 115 w 125"/>
              <a:gd name="T47" fmla="*/ 42 h 243"/>
              <a:gd name="T48" fmla="*/ 11 w 125"/>
              <a:gd name="T49" fmla="*/ 42 h 243"/>
              <a:gd name="T50" fmla="*/ 11 w 125"/>
              <a:gd name="T51" fmla="*/ 201 h 243"/>
              <a:gd name="T52" fmla="*/ 54 w 125"/>
              <a:gd name="T53" fmla="*/ 214 h 243"/>
              <a:gd name="T54" fmla="*/ 51 w 125"/>
              <a:gd name="T55" fmla="*/ 218 h 243"/>
              <a:gd name="T56" fmla="*/ 50 w 125"/>
              <a:gd name="T57" fmla="*/ 222 h 243"/>
              <a:gd name="T58" fmla="*/ 51 w 125"/>
              <a:gd name="T59" fmla="*/ 227 h 243"/>
              <a:gd name="T60" fmla="*/ 54 w 125"/>
              <a:gd name="T61" fmla="*/ 231 h 243"/>
              <a:gd name="T62" fmla="*/ 58 w 125"/>
              <a:gd name="T63" fmla="*/ 234 h 243"/>
              <a:gd name="T64" fmla="*/ 63 w 125"/>
              <a:gd name="T65" fmla="*/ 234 h 243"/>
              <a:gd name="T66" fmla="*/ 67 w 125"/>
              <a:gd name="T67" fmla="*/ 234 h 243"/>
              <a:gd name="T68" fmla="*/ 71 w 125"/>
              <a:gd name="T69" fmla="*/ 231 h 243"/>
              <a:gd name="T70" fmla="*/ 74 w 125"/>
              <a:gd name="T71" fmla="*/ 227 h 243"/>
              <a:gd name="T72" fmla="*/ 75 w 125"/>
              <a:gd name="T73" fmla="*/ 222 h 243"/>
              <a:gd name="T74" fmla="*/ 74 w 125"/>
              <a:gd name="T75" fmla="*/ 218 h 243"/>
              <a:gd name="T76" fmla="*/ 71 w 125"/>
              <a:gd name="T77" fmla="*/ 214 h 243"/>
              <a:gd name="T78" fmla="*/ 67 w 125"/>
              <a:gd name="T79" fmla="*/ 211 h 243"/>
              <a:gd name="T80" fmla="*/ 63 w 125"/>
              <a:gd name="T81" fmla="*/ 210 h 243"/>
              <a:gd name="T82" fmla="*/ 58 w 125"/>
              <a:gd name="T83" fmla="*/ 211 h 243"/>
              <a:gd name="T84" fmla="*/ 54 w 125"/>
              <a:gd name="T85" fmla="*/ 214 h 243"/>
              <a:gd name="T86" fmla="*/ 51 w 125"/>
              <a:gd name="T87" fmla="*/ 21 h 243"/>
              <a:gd name="T88" fmla="*/ 53 w 125"/>
              <a:gd name="T89" fmla="*/ 23 h 243"/>
              <a:gd name="T90" fmla="*/ 72 w 125"/>
              <a:gd name="T91" fmla="*/ 23 h 243"/>
              <a:gd name="T92" fmla="*/ 74 w 125"/>
              <a:gd name="T93" fmla="*/ 21 h 243"/>
              <a:gd name="T94" fmla="*/ 72 w 125"/>
              <a:gd name="T95" fmla="*/ 19 h 243"/>
              <a:gd name="T96" fmla="*/ 53 w 125"/>
              <a:gd name="T97" fmla="*/ 19 h 243"/>
              <a:gd name="T98" fmla="*/ 51 w 125"/>
              <a:gd name="T99" fmla="*/ 21 h 2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25" h="243">
                <a:moveTo>
                  <a:pt x="0" y="21"/>
                </a:moveTo>
                <a:cubicBezTo>
                  <a:pt x="0" y="18"/>
                  <a:pt x="1" y="15"/>
                  <a:pt x="2" y="13"/>
                </a:cubicBezTo>
                <a:cubicBezTo>
                  <a:pt x="3" y="10"/>
                  <a:pt x="4" y="8"/>
                  <a:pt x="6" y="6"/>
                </a:cubicBezTo>
                <a:cubicBezTo>
                  <a:pt x="10" y="2"/>
                  <a:pt x="15" y="0"/>
                  <a:pt x="21" y="0"/>
                </a:cubicBezTo>
                <a:cubicBezTo>
                  <a:pt x="21" y="0"/>
                  <a:pt x="21" y="0"/>
                  <a:pt x="22" y="0"/>
                </a:cubicBezTo>
                <a:cubicBezTo>
                  <a:pt x="22" y="0"/>
                  <a:pt x="22" y="0"/>
                  <a:pt x="22" y="0"/>
                </a:cubicBezTo>
                <a:cubicBezTo>
                  <a:pt x="103" y="0"/>
                  <a:pt x="103" y="0"/>
                  <a:pt x="103" y="0"/>
                </a:cubicBezTo>
                <a:cubicBezTo>
                  <a:pt x="103" y="0"/>
                  <a:pt x="104" y="0"/>
                  <a:pt x="104" y="0"/>
                </a:cubicBezTo>
                <a:cubicBezTo>
                  <a:pt x="104" y="0"/>
                  <a:pt x="104" y="0"/>
                  <a:pt x="104" y="0"/>
                </a:cubicBezTo>
                <a:cubicBezTo>
                  <a:pt x="110" y="0"/>
                  <a:pt x="115" y="2"/>
                  <a:pt x="119" y="6"/>
                </a:cubicBezTo>
                <a:cubicBezTo>
                  <a:pt x="121" y="8"/>
                  <a:pt x="123" y="10"/>
                  <a:pt x="124" y="13"/>
                </a:cubicBezTo>
                <a:cubicBezTo>
                  <a:pt x="125" y="15"/>
                  <a:pt x="125" y="18"/>
                  <a:pt x="125" y="21"/>
                </a:cubicBezTo>
                <a:cubicBezTo>
                  <a:pt x="125" y="222"/>
                  <a:pt x="125" y="222"/>
                  <a:pt x="125" y="222"/>
                </a:cubicBezTo>
                <a:cubicBezTo>
                  <a:pt x="125" y="228"/>
                  <a:pt x="123" y="232"/>
                  <a:pt x="119" y="237"/>
                </a:cubicBezTo>
                <a:cubicBezTo>
                  <a:pt x="117" y="239"/>
                  <a:pt x="115" y="240"/>
                  <a:pt x="113" y="241"/>
                </a:cubicBezTo>
                <a:cubicBezTo>
                  <a:pt x="111" y="243"/>
                  <a:pt x="108" y="243"/>
                  <a:pt x="106" y="243"/>
                </a:cubicBezTo>
                <a:cubicBezTo>
                  <a:pt x="20" y="243"/>
                  <a:pt x="20" y="243"/>
                  <a:pt x="20" y="243"/>
                </a:cubicBezTo>
                <a:cubicBezTo>
                  <a:pt x="17" y="243"/>
                  <a:pt x="15" y="243"/>
                  <a:pt x="12" y="241"/>
                </a:cubicBezTo>
                <a:cubicBezTo>
                  <a:pt x="10" y="240"/>
                  <a:pt x="8" y="239"/>
                  <a:pt x="6" y="237"/>
                </a:cubicBezTo>
                <a:cubicBezTo>
                  <a:pt x="2" y="232"/>
                  <a:pt x="0" y="228"/>
                  <a:pt x="0" y="222"/>
                </a:cubicBezTo>
                <a:lnTo>
                  <a:pt x="0" y="21"/>
                </a:lnTo>
                <a:close/>
                <a:moveTo>
                  <a:pt x="11" y="201"/>
                </a:moveTo>
                <a:cubicBezTo>
                  <a:pt x="115" y="201"/>
                  <a:pt x="115" y="201"/>
                  <a:pt x="115" y="201"/>
                </a:cubicBezTo>
                <a:cubicBezTo>
                  <a:pt x="115" y="42"/>
                  <a:pt x="115" y="42"/>
                  <a:pt x="115" y="42"/>
                </a:cubicBezTo>
                <a:cubicBezTo>
                  <a:pt x="11" y="42"/>
                  <a:pt x="11" y="42"/>
                  <a:pt x="11" y="42"/>
                </a:cubicBezTo>
                <a:lnTo>
                  <a:pt x="11" y="201"/>
                </a:lnTo>
                <a:close/>
                <a:moveTo>
                  <a:pt x="54" y="214"/>
                </a:moveTo>
                <a:cubicBezTo>
                  <a:pt x="53" y="215"/>
                  <a:pt x="52" y="216"/>
                  <a:pt x="51" y="218"/>
                </a:cubicBezTo>
                <a:cubicBezTo>
                  <a:pt x="51" y="219"/>
                  <a:pt x="50" y="221"/>
                  <a:pt x="50" y="222"/>
                </a:cubicBezTo>
                <a:cubicBezTo>
                  <a:pt x="50" y="224"/>
                  <a:pt x="51" y="225"/>
                  <a:pt x="51" y="227"/>
                </a:cubicBezTo>
                <a:cubicBezTo>
                  <a:pt x="52" y="228"/>
                  <a:pt x="53" y="230"/>
                  <a:pt x="54" y="231"/>
                </a:cubicBezTo>
                <a:cubicBezTo>
                  <a:pt x="55" y="232"/>
                  <a:pt x="57" y="233"/>
                  <a:pt x="58" y="234"/>
                </a:cubicBezTo>
                <a:cubicBezTo>
                  <a:pt x="60" y="234"/>
                  <a:pt x="61" y="234"/>
                  <a:pt x="63" y="234"/>
                </a:cubicBezTo>
                <a:cubicBezTo>
                  <a:pt x="64" y="234"/>
                  <a:pt x="66" y="234"/>
                  <a:pt x="67" y="234"/>
                </a:cubicBezTo>
                <a:cubicBezTo>
                  <a:pt x="69" y="233"/>
                  <a:pt x="70" y="232"/>
                  <a:pt x="71" y="231"/>
                </a:cubicBezTo>
                <a:cubicBezTo>
                  <a:pt x="72" y="230"/>
                  <a:pt x="73" y="228"/>
                  <a:pt x="74" y="227"/>
                </a:cubicBezTo>
                <a:cubicBezTo>
                  <a:pt x="75" y="225"/>
                  <a:pt x="75" y="224"/>
                  <a:pt x="75" y="222"/>
                </a:cubicBezTo>
                <a:cubicBezTo>
                  <a:pt x="75" y="221"/>
                  <a:pt x="75" y="219"/>
                  <a:pt x="74" y="218"/>
                </a:cubicBezTo>
                <a:cubicBezTo>
                  <a:pt x="73" y="216"/>
                  <a:pt x="72" y="215"/>
                  <a:pt x="71" y="214"/>
                </a:cubicBezTo>
                <a:cubicBezTo>
                  <a:pt x="70" y="213"/>
                  <a:pt x="69" y="212"/>
                  <a:pt x="67" y="211"/>
                </a:cubicBezTo>
                <a:cubicBezTo>
                  <a:pt x="66" y="210"/>
                  <a:pt x="64" y="210"/>
                  <a:pt x="63" y="210"/>
                </a:cubicBezTo>
                <a:cubicBezTo>
                  <a:pt x="61" y="210"/>
                  <a:pt x="60" y="210"/>
                  <a:pt x="58" y="211"/>
                </a:cubicBezTo>
                <a:cubicBezTo>
                  <a:pt x="57" y="212"/>
                  <a:pt x="55" y="213"/>
                  <a:pt x="54" y="214"/>
                </a:cubicBezTo>
                <a:close/>
                <a:moveTo>
                  <a:pt x="51" y="21"/>
                </a:moveTo>
                <a:cubicBezTo>
                  <a:pt x="51" y="22"/>
                  <a:pt x="52" y="23"/>
                  <a:pt x="53" y="23"/>
                </a:cubicBezTo>
                <a:cubicBezTo>
                  <a:pt x="72" y="23"/>
                  <a:pt x="72" y="23"/>
                  <a:pt x="72" y="23"/>
                </a:cubicBezTo>
                <a:cubicBezTo>
                  <a:pt x="74" y="23"/>
                  <a:pt x="74" y="22"/>
                  <a:pt x="74" y="21"/>
                </a:cubicBezTo>
                <a:cubicBezTo>
                  <a:pt x="74" y="19"/>
                  <a:pt x="74" y="19"/>
                  <a:pt x="72" y="19"/>
                </a:cubicBezTo>
                <a:cubicBezTo>
                  <a:pt x="53" y="19"/>
                  <a:pt x="53" y="19"/>
                  <a:pt x="53" y="19"/>
                </a:cubicBezTo>
                <a:cubicBezTo>
                  <a:pt x="52" y="19"/>
                  <a:pt x="51" y="19"/>
                  <a:pt x="51" y="2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3" name="Freeform 25"/>
          <p:cNvSpPr>
            <a:spLocks noEditPoints="1"/>
          </p:cNvSpPr>
          <p:nvPr/>
        </p:nvSpPr>
        <p:spPr bwMode="auto">
          <a:xfrm>
            <a:off x="10227750" y="1712137"/>
            <a:ext cx="228031" cy="297527"/>
          </a:xfrm>
          <a:custGeom>
            <a:avLst/>
            <a:gdLst>
              <a:gd name="T0" fmla="*/ 0 w 160"/>
              <a:gd name="T1" fmla="*/ 11 h 208"/>
              <a:gd name="T2" fmla="*/ 2 w 160"/>
              <a:gd name="T3" fmla="*/ 3 h 208"/>
              <a:gd name="T4" fmla="*/ 9 w 160"/>
              <a:gd name="T5" fmla="*/ 0 h 208"/>
              <a:gd name="T6" fmla="*/ 150 w 160"/>
              <a:gd name="T7" fmla="*/ 0 h 208"/>
              <a:gd name="T8" fmla="*/ 157 w 160"/>
              <a:gd name="T9" fmla="*/ 3 h 208"/>
              <a:gd name="T10" fmla="*/ 160 w 160"/>
              <a:gd name="T11" fmla="*/ 11 h 208"/>
              <a:gd name="T12" fmla="*/ 160 w 160"/>
              <a:gd name="T13" fmla="*/ 198 h 208"/>
              <a:gd name="T14" fmla="*/ 157 w 160"/>
              <a:gd name="T15" fmla="*/ 206 h 208"/>
              <a:gd name="T16" fmla="*/ 150 w 160"/>
              <a:gd name="T17" fmla="*/ 208 h 208"/>
              <a:gd name="T18" fmla="*/ 9 w 160"/>
              <a:gd name="T19" fmla="*/ 208 h 208"/>
              <a:gd name="T20" fmla="*/ 2 w 160"/>
              <a:gd name="T21" fmla="*/ 206 h 208"/>
              <a:gd name="T22" fmla="*/ 0 w 160"/>
              <a:gd name="T23" fmla="*/ 198 h 208"/>
              <a:gd name="T24" fmla="*/ 0 w 160"/>
              <a:gd name="T25" fmla="*/ 11 h 208"/>
              <a:gd name="T26" fmla="*/ 17 w 160"/>
              <a:gd name="T27" fmla="*/ 188 h 208"/>
              <a:gd name="T28" fmla="*/ 142 w 160"/>
              <a:gd name="T29" fmla="*/ 188 h 208"/>
              <a:gd name="T30" fmla="*/ 142 w 160"/>
              <a:gd name="T31" fmla="*/ 22 h 208"/>
              <a:gd name="T32" fmla="*/ 17 w 160"/>
              <a:gd name="T33" fmla="*/ 22 h 208"/>
              <a:gd name="T34" fmla="*/ 17 w 160"/>
              <a:gd name="T35" fmla="*/ 188 h 208"/>
              <a:gd name="T36" fmla="*/ 75 w 160"/>
              <a:gd name="T37" fmla="*/ 200 h 208"/>
              <a:gd name="T38" fmla="*/ 76 w 160"/>
              <a:gd name="T39" fmla="*/ 203 h 208"/>
              <a:gd name="T40" fmla="*/ 80 w 160"/>
              <a:gd name="T41" fmla="*/ 205 h 208"/>
              <a:gd name="T42" fmla="*/ 83 w 160"/>
              <a:gd name="T43" fmla="*/ 203 h 208"/>
              <a:gd name="T44" fmla="*/ 85 w 160"/>
              <a:gd name="T45" fmla="*/ 200 h 208"/>
              <a:gd name="T46" fmla="*/ 83 w 160"/>
              <a:gd name="T47" fmla="*/ 196 h 208"/>
              <a:gd name="T48" fmla="*/ 80 w 160"/>
              <a:gd name="T49" fmla="*/ 195 h 208"/>
              <a:gd name="T50" fmla="*/ 76 w 160"/>
              <a:gd name="T51" fmla="*/ 196 h 208"/>
              <a:gd name="T52" fmla="*/ 75 w 160"/>
              <a:gd name="T53" fmla="*/ 200 h 2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160" h="208">
                <a:moveTo>
                  <a:pt x="0" y="11"/>
                </a:moveTo>
                <a:cubicBezTo>
                  <a:pt x="0" y="8"/>
                  <a:pt x="0" y="5"/>
                  <a:pt x="2" y="3"/>
                </a:cubicBezTo>
                <a:cubicBezTo>
                  <a:pt x="4" y="1"/>
                  <a:pt x="6" y="0"/>
                  <a:pt x="9" y="0"/>
                </a:cubicBezTo>
                <a:cubicBezTo>
                  <a:pt x="150" y="0"/>
                  <a:pt x="150" y="0"/>
                  <a:pt x="150" y="0"/>
                </a:cubicBezTo>
                <a:cubicBezTo>
                  <a:pt x="153" y="0"/>
                  <a:pt x="155" y="1"/>
                  <a:pt x="157" y="3"/>
                </a:cubicBezTo>
                <a:cubicBezTo>
                  <a:pt x="159" y="5"/>
                  <a:pt x="160" y="8"/>
                  <a:pt x="160" y="11"/>
                </a:cubicBezTo>
                <a:cubicBezTo>
                  <a:pt x="160" y="198"/>
                  <a:pt x="160" y="198"/>
                  <a:pt x="160" y="198"/>
                </a:cubicBezTo>
                <a:cubicBezTo>
                  <a:pt x="160" y="201"/>
                  <a:pt x="159" y="204"/>
                  <a:pt x="157" y="206"/>
                </a:cubicBezTo>
                <a:cubicBezTo>
                  <a:pt x="155" y="208"/>
                  <a:pt x="153" y="208"/>
                  <a:pt x="150" y="208"/>
                </a:cubicBezTo>
                <a:cubicBezTo>
                  <a:pt x="9" y="208"/>
                  <a:pt x="9" y="208"/>
                  <a:pt x="9" y="208"/>
                </a:cubicBezTo>
                <a:cubicBezTo>
                  <a:pt x="6" y="208"/>
                  <a:pt x="4" y="208"/>
                  <a:pt x="2" y="206"/>
                </a:cubicBezTo>
                <a:cubicBezTo>
                  <a:pt x="0" y="204"/>
                  <a:pt x="0" y="201"/>
                  <a:pt x="0" y="198"/>
                </a:cubicBezTo>
                <a:lnTo>
                  <a:pt x="0" y="11"/>
                </a:lnTo>
                <a:close/>
                <a:moveTo>
                  <a:pt x="17" y="188"/>
                </a:moveTo>
                <a:cubicBezTo>
                  <a:pt x="142" y="188"/>
                  <a:pt x="142" y="188"/>
                  <a:pt x="142" y="188"/>
                </a:cubicBezTo>
                <a:cubicBezTo>
                  <a:pt x="142" y="22"/>
                  <a:pt x="142" y="22"/>
                  <a:pt x="142" y="22"/>
                </a:cubicBezTo>
                <a:cubicBezTo>
                  <a:pt x="17" y="22"/>
                  <a:pt x="17" y="22"/>
                  <a:pt x="17" y="22"/>
                </a:cubicBezTo>
                <a:lnTo>
                  <a:pt x="17" y="188"/>
                </a:lnTo>
                <a:close/>
                <a:moveTo>
                  <a:pt x="75" y="200"/>
                </a:moveTo>
                <a:cubicBezTo>
                  <a:pt x="75" y="201"/>
                  <a:pt x="75" y="202"/>
                  <a:pt x="76" y="203"/>
                </a:cubicBezTo>
                <a:cubicBezTo>
                  <a:pt x="77" y="204"/>
                  <a:pt x="78" y="205"/>
                  <a:pt x="80" y="205"/>
                </a:cubicBezTo>
                <a:cubicBezTo>
                  <a:pt x="81" y="205"/>
                  <a:pt x="82" y="204"/>
                  <a:pt x="83" y="203"/>
                </a:cubicBezTo>
                <a:cubicBezTo>
                  <a:pt x="84" y="202"/>
                  <a:pt x="85" y="201"/>
                  <a:pt x="85" y="200"/>
                </a:cubicBezTo>
                <a:cubicBezTo>
                  <a:pt x="85" y="198"/>
                  <a:pt x="84" y="197"/>
                  <a:pt x="83" y="196"/>
                </a:cubicBezTo>
                <a:cubicBezTo>
                  <a:pt x="82" y="195"/>
                  <a:pt x="81" y="195"/>
                  <a:pt x="80" y="195"/>
                </a:cubicBezTo>
                <a:cubicBezTo>
                  <a:pt x="78" y="195"/>
                  <a:pt x="77" y="195"/>
                  <a:pt x="76" y="196"/>
                </a:cubicBezTo>
                <a:cubicBezTo>
                  <a:pt x="75" y="197"/>
                  <a:pt x="75" y="198"/>
                  <a:pt x="75" y="20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4" name="Freeform 26"/>
          <p:cNvSpPr>
            <a:spLocks noEditPoints="1"/>
          </p:cNvSpPr>
          <p:nvPr/>
        </p:nvSpPr>
        <p:spPr bwMode="auto">
          <a:xfrm>
            <a:off x="10618659" y="1751227"/>
            <a:ext cx="327931" cy="223688"/>
          </a:xfrm>
          <a:custGeom>
            <a:avLst/>
            <a:gdLst>
              <a:gd name="T0" fmla="*/ 20 w 228"/>
              <a:gd name="T1" fmla="*/ 125 h 156"/>
              <a:gd name="T2" fmla="*/ 20 w 228"/>
              <a:gd name="T3" fmla="*/ 10 h 156"/>
              <a:gd name="T4" fmla="*/ 24 w 228"/>
              <a:gd name="T5" fmla="*/ 3 h 156"/>
              <a:gd name="T6" fmla="*/ 31 w 228"/>
              <a:gd name="T7" fmla="*/ 0 h 156"/>
              <a:gd name="T8" fmla="*/ 197 w 228"/>
              <a:gd name="T9" fmla="*/ 0 h 156"/>
              <a:gd name="T10" fmla="*/ 204 w 228"/>
              <a:gd name="T11" fmla="*/ 3 h 156"/>
              <a:gd name="T12" fmla="*/ 207 w 228"/>
              <a:gd name="T13" fmla="*/ 10 h 156"/>
              <a:gd name="T14" fmla="*/ 207 w 228"/>
              <a:gd name="T15" fmla="*/ 125 h 156"/>
              <a:gd name="T16" fmla="*/ 228 w 228"/>
              <a:gd name="T17" fmla="*/ 145 h 156"/>
              <a:gd name="T18" fmla="*/ 225 w 228"/>
              <a:gd name="T19" fmla="*/ 153 h 156"/>
              <a:gd name="T20" fmla="*/ 218 w 228"/>
              <a:gd name="T21" fmla="*/ 156 h 156"/>
              <a:gd name="T22" fmla="*/ 10 w 228"/>
              <a:gd name="T23" fmla="*/ 156 h 156"/>
              <a:gd name="T24" fmla="*/ 2 w 228"/>
              <a:gd name="T25" fmla="*/ 153 h 156"/>
              <a:gd name="T26" fmla="*/ 0 w 228"/>
              <a:gd name="T27" fmla="*/ 145 h 156"/>
              <a:gd name="T28" fmla="*/ 20 w 228"/>
              <a:gd name="T29" fmla="*/ 125 h 156"/>
              <a:gd name="T30" fmla="*/ 31 w 228"/>
              <a:gd name="T31" fmla="*/ 125 h 156"/>
              <a:gd name="T32" fmla="*/ 197 w 228"/>
              <a:gd name="T33" fmla="*/ 125 h 156"/>
              <a:gd name="T34" fmla="*/ 197 w 228"/>
              <a:gd name="T35" fmla="*/ 10 h 156"/>
              <a:gd name="T36" fmla="*/ 31 w 228"/>
              <a:gd name="T37" fmla="*/ 10 h 156"/>
              <a:gd name="T38" fmla="*/ 31 w 228"/>
              <a:gd name="T39" fmla="*/ 125 h 156"/>
              <a:gd name="T40" fmla="*/ 85 w 228"/>
              <a:gd name="T41" fmla="*/ 144 h 156"/>
              <a:gd name="T42" fmla="*/ 88 w 228"/>
              <a:gd name="T43" fmla="*/ 145 h 156"/>
              <a:gd name="T44" fmla="*/ 140 w 228"/>
              <a:gd name="T45" fmla="*/ 145 h 156"/>
              <a:gd name="T46" fmla="*/ 143 w 228"/>
              <a:gd name="T47" fmla="*/ 144 h 156"/>
              <a:gd name="T48" fmla="*/ 143 w 228"/>
              <a:gd name="T49" fmla="*/ 144 h 156"/>
              <a:gd name="T50" fmla="*/ 136 w 228"/>
              <a:gd name="T51" fmla="*/ 137 h 156"/>
              <a:gd name="T52" fmla="*/ 132 w 228"/>
              <a:gd name="T53" fmla="*/ 136 h 156"/>
              <a:gd name="T54" fmla="*/ 95 w 228"/>
              <a:gd name="T55" fmla="*/ 136 h 156"/>
              <a:gd name="T56" fmla="*/ 92 w 228"/>
              <a:gd name="T57" fmla="*/ 137 h 156"/>
              <a:gd name="T58" fmla="*/ 85 w 228"/>
              <a:gd name="T59" fmla="*/ 144 h 1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228" h="156">
                <a:moveTo>
                  <a:pt x="20" y="125"/>
                </a:moveTo>
                <a:cubicBezTo>
                  <a:pt x="20" y="10"/>
                  <a:pt x="20" y="10"/>
                  <a:pt x="20" y="10"/>
                </a:cubicBezTo>
                <a:cubicBezTo>
                  <a:pt x="20" y="7"/>
                  <a:pt x="21" y="5"/>
                  <a:pt x="24" y="3"/>
                </a:cubicBezTo>
                <a:cubicBezTo>
                  <a:pt x="26" y="1"/>
                  <a:pt x="28" y="0"/>
                  <a:pt x="31" y="0"/>
                </a:cubicBezTo>
                <a:cubicBezTo>
                  <a:pt x="197" y="0"/>
                  <a:pt x="197" y="0"/>
                  <a:pt x="197" y="0"/>
                </a:cubicBezTo>
                <a:cubicBezTo>
                  <a:pt x="199" y="0"/>
                  <a:pt x="202" y="1"/>
                  <a:pt x="204" y="3"/>
                </a:cubicBezTo>
                <a:cubicBezTo>
                  <a:pt x="206" y="5"/>
                  <a:pt x="207" y="7"/>
                  <a:pt x="207" y="10"/>
                </a:cubicBezTo>
                <a:cubicBezTo>
                  <a:pt x="207" y="125"/>
                  <a:pt x="207" y="125"/>
                  <a:pt x="207" y="125"/>
                </a:cubicBezTo>
                <a:cubicBezTo>
                  <a:pt x="228" y="145"/>
                  <a:pt x="228" y="145"/>
                  <a:pt x="228" y="145"/>
                </a:cubicBezTo>
                <a:cubicBezTo>
                  <a:pt x="228" y="148"/>
                  <a:pt x="227" y="151"/>
                  <a:pt x="225" y="153"/>
                </a:cubicBezTo>
                <a:cubicBezTo>
                  <a:pt x="223" y="155"/>
                  <a:pt x="221" y="156"/>
                  <a:pt x="218" y="156"/>
                </a:cubicBezTo>
                <a:cubicBezTo>
                  <a:pt x="10" y="156"/>
                  <a:pt x="10" y="156"/>
                  <a:pt x="10" y="156"/>
                </a:cubicBezTo>
                <a:cubicBezTo>
                  <a:pt x="7" y="156"/>
                  <a:pt x="4" y="155"/>
                  <a:pt x="2" y="153"/>
                </a:cubicBezTo>
                <a:cubicBezTo>
                  <a:pt x="0" y="151"/>
                  <a:pt x="0" y="148"/>
                  <a:pt x="0" y="145"/>
                </a:cubicBezTo>
                <a:lnTo>
                  <a:pt x="20" y="125"/>
                </a:lnTo>
                <a:close/>
                <a:moveTo>
                  <a:pt x="31" y="125"/>
                </a:moveTo>
                <a:cubicBezTo>
                  <a:pt x="197" y="125"/>
                  <a:pt x="197" y="125"/>
                  <a:pt x="197" y="125"/>
                </a:cubicBezTo>
                <a:cubicBezTo>
                  <a:pt x="197" y="10"/>
                  <a:pt x="197" y="10"/>
                  <a:pt x="197" y="10"/>
                </a:cubicBezTo>
                <a:cubicBezTo>
                  <a:pt x="31" y="10"/>
                  <a:pt x="31" y="10"/>
                  <a:pt x="31" y="10"/>
                </a:cubicBezTo>
                <a:lnTo>
                  <a:pt x="31" y="125"/>
                </a:lnTo>
                <a:close/>
                <a:moveTo>
                  <a:pt x="85" y="144"/>
                </a:moveTo>
                <a:cubicBezTo>
                  <a:pt x="85" y="145"/>
                  <a:pt x="86" y="145"/>
                  <a:pt x="88" y="145"/>
                </a:cubicBezTo>
                <a:cubicBezTo>
                  <a:pt x="140" y="145"/>
                  <a:pt x="140" y="145"/>
                  <a:pt x="140" y="145"/>
                </a:cubicBezTo>
                <a:cubicBezTo>
                  <a:pt x="142" y="145"/>
                  <a:pt x="143" y="145"/>
                  <a:pt x="143" y="144"/>
                </a:cubicBezTo>
                <a:cubicBezTo>
                  <a:pt x="143" y="144"/>
                  <a:pt x="143" y="144"/>
                  <a:pt x="143" y="144"/>
                </a:cubicBezTo>
                <a:cubicBezTo>
                  <a:pt x="136" y="137"/>
                  <a:pt x="136" y="137"/>
                  <a:pt x="136" y="137"/>
                </a:cubicBezTo>
                <a:cubicBezTo>
                  <a:pt x="136" y="137"/>
                  <a:pt x="134" y="136"/>
                  <a:pt x="132" y="136"/>
                </a:cubicBezTo>
                <a:cubicBezTo>
                  <a:pt x="95" y="136"/>
                  <a:pt x="95" y="136"/>
                  <a:pt x="95" y="136"/>
                </a:cubicBezTo>
                <a:cubicBezTo>
                  <a:pt x="93" y="136"/>
                  <a:pt x="92" y="137"/>
                  <a:pt x="92" y="137"/>
                </a:cubicBezTo>
                <a:cubicBezTo>
                  <a:pt x="85" y="144"/>
                  <a:pt x="85" y="144"/>
                  <a:pt x="85" y="14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5" name="Freeform 27"/>
          <p:cNvSpPr>
            <a:spLocks noEditPoints="1"/>
          </p:cNvSpPr>
          <p:nvPr/>
        </p:nvSpPr>
        <p:spPr bwMode="auto">
          <a:xfrm>
            <a:off x="11087750" y="1727339"/>
            <a:ext cx="269293" cy="269293"/>
          </a:xfrm>
          <a:custGeom>
            <a:avLst/>
            <a:gdLst>
              <a:gd name="T0" fmla="*/ 0 w 188"/>
              <a:gd name="T1" fmla="*/ 8 h 187"/>
              <a:gd name="T2" fmla="*/ 3 w 188"/>
              <a:gd name="T3" fmla="*/ 3 h 187"/>
              <a:gd name="T4" fmla="*/ 9 w 188"/>
              <a:gd name="T5" fmla="*/ 0 h 187"/>
              <a:gd name="T6" fmla="*/ 180 w 188"/>
              <a:gd name="T7" fmla="*/ 0 h 187"/>
              <a:gd name="T8" fmla="*/ 185 w 188"/>
              <a:gd name="T9" fmla="*/ 3 h 187"/>
              <a:gd name="T10" fmla="*/ 188 w 188"/>
              <a:gd name="T11" fmla="*/ 8 h 187"/>
              <a:gd name="T12" fmla="*/ 188 w 188"/>
              <a:gd name="T13" fmla="*/ 147 h 187"/>
              <a:gd name="T14" fmla="*/ 185 w 188"/>
              <a:gd name="T15" fmla="*/ 153 h 187"/>
              <a:gd name="T16" fmla="*/ 180 w 188"/>
              <a:gd name="T17" fmla="*/ 156 h 187"/>
              <a:gd name="T18" fmla="*/ 113 w 188"/>
              <a:gd name="T19" fmla="*/ 156 h 187"/>
              <a:gd name="T20" fmla="*/ 116 w 188"/>
              <a:gd name="T21" fmla="*/ 180 h 187"/>
              <a:gd name="T22" fmla="*/ 121 w 188"/>
              <a:gd name="T23" fmla="*/ 186 h 187"/>
              <a:gd name="T24" fmla="*/ 121 w 188"/>
              <a:gd name="T25" fmla="*/ 186 h 187"/>
              <a:gd name="T26" fmla="*/ 120 w 188"/>
              <a:gd name="T27" fmla="*/ 187 h 187"/>
              <a:gd name="T28" fmla="*/ 117 w 188"/>
              <a:gd name="T29" fmla="*/ 187 h 187"/>
              <a:gd name="T30" fmla="*/ 116 w 188"/>
              <a:gd name="T31" fmla="*/ 187 h 187"/>
              <a:gd name="T32" fmla="*/ 73 w 188"/>
              <a:gd name="T33" fmla="*/ 187 h 187"/>
              <a:gd name="T34" fmla="*/ 67 w 188"/>
              <a:gd name="T35" fmla="*/ 186 h 187"/>
              <a:gd name="T36" fmla="*/ 67 w 188"/>
              <a:gd name="T37" fmla="*/ 186 h 187"/>
              <a:gd name="T38" fmla="*/ 72 w 188"/>
              <a:gd name="T39" fmla="*/ 180 h 187"/>
              <a:gd name="T40" fmla="*/ 75 w 188"/>
              <a:gd name="T41" fmla="*/ 156 h 187"/>
              <a:gd name="T42" fmla="*/ 9 w 188"/>
              <a:gd name="T43" fmla="*/ 156 h 187"/>
              <a:gd name="T44" fmla="*/ 3 w 188"/>
              <a:gd name="T45" fmla="*/ 153 h 187"/>
              <a:gd name="T46" fmla="*/ 0 w 188"/>
              <a:gd name="T47" fmla="*/ 147 h 187"/>
              <a:gd name="T48" fmla="*/ 0 w 188"/>
              <a:gd name="T49" fmla="*/ 8 h 187"/>
              <a:gd name="T50" fmla="*/ 11 w 188"/>
              <a:gd name="T51" fmla="*/ 117 h 187"/>
              <a:gd name="T52" fmla="*/ 177 w 188"/>
              <a:gd name="T53" fmla="*/ 117 h 187"/>
              <a:gd name="T54" fmla="*/ 177 w 188"/>
              <a:gd name="T55" fmla="*/ 11 h 187"/>
              <a:gd name="T56" fmla="*/ 11 w 188"/>
              <a:gd name="T57" fmla="*/ 11 h 187"/>
              <a:gd name="T58" fmla="*/ 11 w 188"/>
              <a:gd name="T59" fmla="*/ 117 h 187"/>
              <a:gd name="T60" fmla="*/ 90 w 188"/>
              <a:gd name="T61" fmla="*/ 130 h 187"/>
              <a:gd name="T62" fmla="*/ 89 w 188"/>
              <a:gd name="T63" fmla="*/ 134 h 187"/>
              <a:gd name="T64" fmla="*/ 90 w 188"/>
              <a:gd name="T65" fmla="*/ 138 h 187"/>
              <a:gd name="T66" fmla="*/ 94 w 188"/>
              <a:gd name="T67" fmla="*/ 139 h 187"/>
              <a:gd name="T68" fmla="*/ 98 w 188"/>
              <a:gd name="T69" fmla="*/ 138 h 187"/>
              <a:gd name="T70" fmla="*/ 99 w 188"/>
              <a:gd name="T71" fmla="*/ 134 h 187"/>
              <a:gd name="T72" fmla="*/ 98 w 188"/>
              <a:gd name="T73" fmla="*/ 130 h 187"/>
              <a:gd name="T74" fmla="*/ 94 w 188"/>
              <a:gd name="T75" fmla="*/ 129 h 187"/>
              <a:gd name="T76" fmla="*/ 90 w 188"/>
              <a:gd name="T77" fmla="*/ 130 h 1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88" h="187">
                <a:moveTo>
                  <a:pt x="0" y="8"/>
                </a:moveTo>
                <a:cubicBezTo>
                  <a:pt x="0" y="6"/>
                  <a:pt x="1" y="4"/>
                  <a:pt x="3" y="3"/>
                </a:cubicBezTo>
                <a:cubicBezTo>
                  <a:pt x="4" y="1"/>
                  <a:pt x="6" y="0"/>
                  <a:pt x="9" y="0"/>
                </a:cubicBezTo>
                <a:cubicBezTo>
                  <a:pt x="180" y="0"/>
                  <a:pt x="180" y="0"/>
                  <a:pt x="180" y="0"/>
                </a:cubicBezTo>
                <a:cubicBezTo>
                  <a:pt x="182" y="0"/>
                  <a:pt x="184" y="1"/>
                  <a:pt x="185" y="3"/>
                </a:cubicBezTo>
                <a:cubicBezTo>
                  <a:pt x="187" y="4"/>
                  <a:pt x="188" y="6"/>
                  <a:pt x="188" y="8"/>
                </a:cubicBezTo>
                <a:cubicBezTo>
                  <a:pt x="188" y="147"/>
                  <a:pt x="188" y="147"/>
                  <a:pt x="188" y="147"/>
                </a:cubicBezTo>
                <a:cubicBezTo>
                  <a:pt x="188" y="150"/>
                  <a:pt x="187" y="152"/>
                  <a:pt x="185" y="153"/>
                </a:cubicBezTo>
                <a:cubicBezTo>
                  <a:pt x="184" y="155"/>
                  <a:pt x="182" y="156"/>
                  <a:pt x="180" y="156"/>
                </a:cubicBezTo>
                <a:cubicBezTo>
                  <a:pt x="113" y="156"/>
                  <a:pt x="113" y="156"/>
                  <a:pt x="113" y="156"/>
                </a:cubicBezTo>
                <a:cubicBezTo>
                  <a:pt x="116" y="180"/>
                  <a:pt x="116" y="180"/>
                  <a:pt x="116" y="180"/>
                </a:cubicBezTo>
                <a:cubicBezTo>
                  <a:pt x="121" y="186"/>
                  <a:pt x="121" y="186"/>
                  <a:pt x="121" y="186"/>
                </a:cubicBezTo>
                <a:cubicBezTo>
                  <a:pt x="121" y="186"/>
                  <a:pt x="121" y="186"/>
                  <a:pt x="121" y="186"/>
                </a:cubicBezTo>
                <a:cubicBezTo>
                  <a:pt x="121" y="187"/>
                  <a:pt x="121" y="187"/>
                  <a:pt x="120" y="187"/>
                </a:cubicBezTo>
                <a:cubicBezTo>
                  <a:pt x="119" y="187"/>
                  <a:pt x="118" y="187"/>
                  <a:pt x="117" y="187"/>
                </a:cubicBezTo>
                <a:cubicBezTo>
                  <a:pt x="116" y="187"/>
                  <a:pt x="116" y="187"/>
                  <a:pt x="116" y="187"/>
                </a:cubicBezTo>
                <a:cubicBezTo>
                  <a:pt x="73" y="187"/>
                  <a:pt x="73" y="187"/>
                  <a:pt x="73" y="187"/>
                </a:cubicBezTo>
                <a:cubicBezTo>
                  <a:pt x="69" y="187"/>
                  <a:pt x="67" y="187"/>
                  <a:pt x="67" y="186"/>
                </a:cubicBezTo>
                <a:cubicBezTo>
                  <a:pt x="67" y="186"/>
                  <a:pt x="67" y="186"/>
                  <a:pt x="67" y="186"/>
                </a:cubicBezTo>
                <a:cubicBezTo>
                  <a:pt x="72" y="180"/>
                  <a:pt x="72" y="180"/>
                  <a:pt x="72" y="180"/>
                </a:cubicBezTo>
                <a:cubicBezTo>
                  <a:pt x="75" y="156"/>
                  <a:pt x="75" y="156"/>
                  <a:pt x="75" y="156"/>
                </a:cubicBezTo>
                <a:cubicBezTo>
                  <a:pt x="9" y="156"/>
                  <a:pt x="9" y="156"/>
                  <a:pt x="9" y="156"/>
                </a:cubicBezTo>
                <a:cubicBezTo>
                  <a:pt x="6" y="156"/>
                  <a:pt x="4" y="155"/>
                  <a:pt x="3" y="153"/>
                </a:cubicBezTo>
                <a:cubicBezTo>
                  <a:pt x="1" y="152"/>
                  <a:pt x="0" y="150"/>
                  <a:pt x="0" y="147"/>
                </a:cubicBezTo>
                <a:lnTo>
                  <a:pt x="0" y="8"/>
                </a:lnTo>
                <a:close/>
                <a:moveTo>
                  <a:pt x="11" y="117"/>
                </a:moveTo>
                <a:cubicBezTo>
                  <a:pt x="177" y="117"/>
                  <a:pt x="177" y="117"/>
                  <a:pt x="177" y="117"/>
                </a:cubicBezTo>
                <a:cubicBezTo>
                  <a:pt x="177" y="11"/>
                  <a:pt x="177" y="11"/>
                  <a:pt x="177" y="11"/>
                </a:cubicBezTo>
                <a:cubicBezTo>
                  <a:pt x="11" y="11"/>
                  <a:pt x="11" y="11"/>
                  <a:pt x="11" y="11"/>
                </a:cubicBezTo>
                <a:lnTo>
                  <a:pt x="11" y="117"/>
                </a:lnTo>
                <a:close/>
                <a:moveTo>
                  <a:pt x="90" y="130"/>
                </a:moveTo>
                <a:cubicBezTo>
                  <a:pt x="89" y="131"/>
                  <a:pt x="89" y="133"/>
                  <a:pt x="89" y="134"/>
                </a:cubicBezTo>
                <a:cubicBezTo>
                  <a:pt x="89" y="136"/>
                  <a:pt x="89" y="137"/>
                  <a:pt x="90" y="138"/>
                </a:cubicBezTo>
                <a:cubicBezTo>
                  <a:pt x="91" y="139"/>
                  <a:pt x="93" y="139"/>
                  <a:pt x="94" y="139"/>
                </a:cubicBezTo>
                <a:cubicBezTo>
                  <a:pt x="96" y="139"/>
                  <a:pt x="97" y="139"/>
                  <a:pt x="98" y="138"/>
                </a:cubicBezTo>
                <a:cubicBezTo>
                  <a:pt x="99" y="137"/>
                  <a:pt x="99" y="136"/>
                  <a:pt x="99" y="134"/>
                </a:cubicBezTo>
                <a:cubicBezTo>
                  <a:pt x="99" y="133"/>
                  <a:pt x="99" y="131"/>
                  <a:pt x="98" y="130"/>
                </a:cubicBezTo>
                <a:cubicBezTo>
                  <a:pt x="97" y="129"/>
                  <a:pt x="96" y="129"/>
                  <a:pt x="94" y="129"/>
                </a:cubicBezTo>
                <a:cubicBezTo>
                  <a:pt x="93" y="129"/>
                  <a:pt x="91" y="129"/>
                  <a:pt x="90" y="13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6" name="Freeform 28"/>
          <p:cNvSpPr>
            <a:spLocks noEditPoints="1"/>
          </p:cNvSpPr>
          <p:nvPr/>
        </p:nvSpPr>
        <p:spPr bwMode="auto">
          <a:xfrm>
            <a:off x="828553" y="2226835"/>
            <a:ext cx="238889" cy="358335"/>
          </a:xfrm>
          <a:custGeom>
            <a:avLst/>
            <a:gdLst>
              <a:gd name="T0" fmla="*/ 0 w 166"/>
              <a:gd name="T1" fmla="*/ 115 h 250"/>
              <a:gd name="T2" fmla="*/ 21 w 166"/>
              <a:gd name="T3" fmla="*/ 115 h 250"/>
              <a:gd name="T4" fmla="*/ 21 w 166"/>
              <a:gd name="T5" fmla="*/ 135 h 250"/>
              <a:gd name="T6" fmla="*/ 39 w 166"/>
              <a:gd name="T7" fmla="*/ 180 h 250"/>
              <a:gd name="T8" fmla="*/ 83 w 166"/>
              <a:gd name="T9" fmla="*/ 198 h 250"/>
              <a:gd name="T10" fmla="*/ 127 w 166"/>
              <a:gd name="T11" fmla="*/ 180 h 250"/>
              <a:gd name="T12" fmla="*/ 145 w 166"/>
              <a:gd name="T13" fmla="*/ 135 h 250"/>
              <a:gd name="T14" fmla="*/ 145 w 166"/>
              <a:gd name="T15" fmla="*/ 115 h 250"/>
              <a:gd name="T16" fmla="*/ 166 w 166"/>
              <a:gd name="T17" fmla="*/ 115 h 250"/>
              <a:gd name="T18" fmla="*/ 166 w 166"/>
              <a:gd name="T19" fmla="*/ 135 h 250"/>
              <a:gd name="T20" fmla="*/ 157 w 166"/>
              <a:gd name="T21" fmla="*/ 174 h 250"/>
              <a:gd name="T22" fmla="*/ 130 w 166"/>
              <a:gd name="T23" fmla="*/ 204 h 250"/>
              <a:gd name="T24" fmla="*/ 94 w 166"/>
              <a:gd name="T25" fmla="*/ 218 h 250"/>
              <a:gd name="T26" fmla="*/ 94 w 166"/>
              <a:gd name="T27" fmla="*/ 229 h 250"/>
              <a:gd name="T28" fmla="*/ 116 w 166"/>
              <a:gd name="T29" fmla="*/ 233 h 250"/>
              <a:gd name="T30" fmla="*/ 125 w 166"/>
              <a:gd name="T31" fmla="*/ 239 h 250"/>
              <a:gd name="T32" fmla="*/ 125 w 166"/>
              <a:gd name="T33" fmla="*/ 250 h 250"/>
              <a:gd name="T34" fmla="*/ 41 w 166"/>
              <a:gd name="T35" fmla="*/ 250 h 250"/>
              <a:gd name="T36" fmla="*/ 41 w 166"/>
              <a:gd name="T37" fmla="*/ 239 h 250"/>
              <a:gd name="T38" fmla="*/ 50 w 166"/>
              <a:gd name="T39" fmla="*/ 233 h 250"/>
              <a:gd name="T40" fmla="*/ 73 w 166"/>
              <a:gd name="T41" fmla="*/ 229 h 250"/>
              <a:gd name="T42" fmla="*/ 73 w 166"/>
              <a:gd name="T43" fmla="*/ 218 h 250"/>
              <a:gd name="T44" fmla="*/ 36 w 166"/>
              <a:gd name="T45" fmla="*/ 204 h 250"/>
              <a:gd name="T46" fmla="*/ 9 w 166"/>
              <a:gd name="T47" fmla="*/ 174 h 250"/>
              <a:gd name="T48" fmla="*/ 0 w 166"/>
              <a:gd name="T49" fmla="*/ 135 h 250"/>
              <a:gd name="T50" fmla="*/ 0 w 166"/>
              <a:gd name="T51" fmla="*/ 115 h 250"/>
              <a:gd name="T52" fmla="*/ 41 w 166"/>
              <a:gd name="T53" fmla="*/ 42 h 250"/>
              <a:gd name="T54" fmla="*/ 54 w 166"/>
              <a:gd name="T55" fmla="*/ 13 h 250"/>
              <a:gd name="T56" fmla="*/ 83 w 166"/>
              <a:gd name="T57" fmla="*/ 0 h 250"/>
              <a:gd name="T58" fmla="*/ 112 w 166"/>
              <a:gd name="T59" fmla="*/ 13 h 250"/>
              <a:gd name="T60" fmla="*/ 125 w 166"/>
              <a:gd name="T61" fmla="*/ 42 h 250"/>
              <a:gd name="T62" fmla="*/ 125 w 166"/>
              <a:gd name="T63" fmla="*/ 135 h 250"/>
              <a:gd name="T64" fmla="*/ 112 w 166"/>
              <a:gd name="T65" fmla="*/ 165 h 250"/>
              <a:gd name="T66" fmla="*/ 83 w 166"/>
              <a:gd name="T67" fmla="*/ 177 h 250"/>
              <a:gd name="T68" fmla="*/ 54 w 166"/>
              <a:gd name="T69" fmla="*/ 165 h 250"/>
              <a:gd name="T70" fmla="*/ 41 w 166"/>
              <a:gd name="T71" fmla="*/ 135 h 250"/>
              <a:gd name="T72" fmla="*/ 41 w 166"/>
              <a:gd name="T73" fmla="*/ 42 h 2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66" h="250">
                <a:moveTo>
                  <a:pt x="0" y="115"/>
                </a:moveTo>
                <a:cubicBezTo>
                  <a:pt x="21" y="115"/>
                  <a:pt x="21" y="115"/>
                  <a:pt x="21" y="115"/>
                </a:cubicBezTo>
                <a:cubicBezTo>
                  <a:pt x="21" y="135"/>
                  <a:pt x="21" y="135"/>
                  <a:pt x="21" y="135"/>
                </a:cubicBezTo>
                <a:cubicBezTo>
                  <a:pt x="21" y="153"/>
                  <a:pt x="27" y="167"/>
                  <a:pt x="39" y="180"/>
                </a:cubicBezTo>
                <a:cubicBezTo>
                  <a:pt x="51" y="192"/>
                  <a:pt x="66" y="198"/>
                  <a:pt x="83" y="198"/>
                </a:cubicBezTo>
                <a:cubicBezTo>
                  <a:pt x="100" y="198"/>
                  <a:pt x="115" y="192"/>
                  <a:pt x="127" y="180"/>
                </a:cubicBezTo>
                <a:cubicBezTo>
                  <a:pt x="139" y="167"/>
                  <a:pt x="145" y="153"/>
                  <a:pt x="145" y="135"/>
                </a:cubicBezTo>
                <a:cubicBezTo>
                  <a:pt x="145" y="115"/>
                  <a:pt x="145" y="115"/>
                  <a:pt x="145" y="115"/>
                </a:cubicBezTo>
                <a:cubicBezTo>
                  <a:pt x="166" y="115"/>
                  <a:pt x="166" y="115"/>
                  <a:pt x="166" y="115"/>
                </a:cubicBezTo>
                <a:cubicBezTo>
                  <a:pt x="166" y="135"/>
                  <a:pt x="166" y="135"/>
                  <a:pt x="166" y="135"/>
                </a:cubicBezTo>
                <a:cubicBezTo>
                  <a:pt x="166" y="149"/>
                  <a:pt x="163" y="162"/>
                  <a:pt x="157" y="174"/>
                </a:cubicBezTo>
                <a:cubicBezTo>
                  <a:pt x="150" y="186"/>
                  <a:pt x="142" y="196"/>
                  <a:pt x="130" y="204"/>
                </a:cubicBezTo>
                <a:cubicBezTo>
                  <a:pt x="119" y="212"/>
                  <a:pt x="107" y="216"/>
                  <a:pt x="94" y="218"/>
                </a:cubicBezTo>
                <a:cubicBezTo>
                  <a:pt x="94" y="229"/>
                  <a:pt x="94" y="229"/>
                  <a:pt x="94" y="229"/>
                </a:cubicBezTo>
                <a:cubicBezTo>
                  <a:pt x="103" y="230"/>
                  <a:pt x="110" y="231"/>
                  <a:pt x="116" y="233"/>
                </a:cubicBezTo>
                <a:cubicBezTo>
                  <a:pt x="122" y="235"/>
                  <a:pt x="125" y="237"/>
                  <a:pt x="125" y="239"/>
                </a:cubicBezTo>
                <a:cubicBezTo>
                  <a:pt x="125" y="250"/>
                  <a:pt x="125" y="250"/>
                  <a:pt x="125" y="250"/>
                </a:cubicBezTo>
                <a:cubicBezTo>
                  <a:pt x="41" y="250"/>
                  <a:pt x="41" y="250"/>
                  <a:pt x="41" y="250"/>
                </a:cubicBezTo>
                <a:cubicBezTo>
                  <a:pt x="41" y="239"/>
                  <a:pt x="41" y="239"/>
                  <a:pt x="41" y="239"/>
                </a:cubicBezTo>
                <a:cubicBezTo>
                  <a:pt x="41" y="237"/>
                  <a:pt x="44" y="235"/>
                  <a:pt x="50" y="233"/>
                </a:cubicBezTo>
                <a:cubicBezTo>
                  <a:pt x="56" y="231"/>
                  <a:pt x="63" y="230"/>
                  <a:pt x="73" y="229"/>
                </a:cubicBezTo>
                <a:cubicBezTo>
                  <a:pt x="73" y="218"/>
                  <a:pt x="73" y="218"/>
                  <a:pt x="73" y="218"/>
                </a:cubicBezTo>
                <a:cubicBezTo>
                  <a:pt x="59" y="216"/>
                  <a:pt x="47" y="212"/>
                  <a:pt x="36" y="204"/>
                </a:cubicBezTo>
                <a:cubicBezTo>
                  <a:pt x="25" y="196"/>
                  <a:pt x="16" y="186"/>
                  <a:pt x="9" y="174"/>
                </a:cubicBezTo>
                <a:cubicBezTo>
                  <a:pt x="3" y="162"/>
                  <a:pt x="0" y="149"/>
                  <a:pt x="0" y="135"/>
                </a:cubicBezTo>
                <a:lnTo>
                  <a:pt x="0" y="115"/>
                </a:lnTo>
                <a:close/>
                <a:moveTo>
                  <a:pt x="41" y="42"/>
                </a:moveTo>
                <a:cubicBezTo>
                  <a:pt x="41" y="30"/>
                  <a:pt x="45" y="21"/>
                  <a:pt x="54" y="13"/>
                </a:cubicBezTo>
                <a:cubicBezTo>
                  <a:pt x="62" y="4"/>
                  <a:pt x="72" y="0"/>
                  <a:pt x="83" y="0"/>
                </a:cubicBezTo>
                <a:cubicBezTo>
                  <a:pt x="94" y="0"/>
                  <a:pt x="104" y="4"/>
                  <a:pt x="112" y="13"/>
                </a:cubicBezTo>
                <a:cubicBezTo>
                  <a:pt x="121" y="21"/>
                  <a:pt x="125" y="31"/>
                  <a:pt x="125" y="42"/>
                </a:cubicBezTo>
                <a:cubicBezTo>
                  <a:pt x="125" y="135"/>
                  <a:pt x="125" y="135"/>
                  <a:pt x="125" y="135"/>
                </a:cubicBezTo>
                <a:cubicBezTo>
                  <a:pt x="125" y="147"/>
                  <a:pt x="121" y="157"/>
                  <a:pt x="112" y="165"/>
                </a:cubicBezTo>
                <a:cubicBezTo>
                  <a:pt x="104" y="173"/>
                  <a:pt x="94" y="177"/>
                  <a:pt x="83" y="177"/>
                </a:cubicBezTo>
                <a:cubicBezTo>
                  <a:pt x="72" y="177"/>
                  <a:pt x="62" y="173"/>
                  <a:pt x="54" y="165"/>
                </a:cubicBezTo>
                <a:cubicBezTo>
                  <a:pt x="45" y="157"/>
                  <a:pt x="41" y="147"/>
                  <a:pt x="41" y="135"/>
                </a:cubicBezTo>
                <a:lnTo>
                  <a:pt x="41" y="4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7" name="Freeform 29"/>
          <p:cNvSpPr>
            <a:spLocks noEditPoints="1"/>
          </p:cNvSpPr>
          <p:nvPr/>
        </p:nvSpPr>
        <p:spPr bwMode="auto">
          <a:xfrm>
            <a:off x="1236835" y="2272441"/>
            <a:ext cx="297527" cy="254092"/>
          </a:xfrm>
          <a:custGeom>
            <a:avLst/>
            <a:gdLst>
              <a:gd name="T0" fmla="*/ 0 w 208"/>
              <a:gd name="T1" fmla="*/ 156 h 177"/>
              <a:gd name="T2" fmla="*/ 0 w 208"/>
              <a:gd name="T3" fmla="*/ 104 h 177"/>
              <a:gd name="T4" fmla="*/ 6 w 208"/>
              <a:gd name="T5" fmla="*/ 72 h 177"/>
              <a:gd name="T6" fmla="*/ 20 w 208"/>
              <a:gd name="T7" fmla="*/ 43 h 177"/>
              <a:gd name="T8" fmla="*/ 37 w 208"/>
              <a:gd name="T9" fmla="*/ 26 h 177"/>
              <a:gd name="T10" fmla="*/ 57 w 208"/>
              <a:gd name="T11" fmla="*/ 12 h 177"/>
              <a:gd name="T12" fmla="*/ 79 w 208"/>
              <a:gd name="T13" fmla="*/ 3 h 177"/>
              <a:gd name="T14" fmla="*/ 104 w 208"/>
              <a:gd name="T15" fmla="*/ 0 h 177"/>
              <a:gd name="T16" fmla="*/ 137 w 208"/>
              <a:gd name="T17" fmla="*/ 6 h 177"/>
              <a:gd name="T18" fmla="*/ 166 w 208"/>
              <a:gd name="T19" fmla="*/ 21 h 177"/>
              <a:gd name="T20" fmla="*/ 183 w 208"/>
              <a:gd name="T21" fmla="*/ 37 h 177"/>
              <a:gd name="T22" fmla="*/ 197 w 208"/>
              <a:gd name="T23" fmla="*/ 57 h 177"/>
              <a:gd name="T24" fmla="*/ 205 w 208"/>
              <a:gd name="T25" fmla="*/ 80 h 177"/>
              <a:gd name="T26" fmla="*/ 208 w 208"/>
              <a:gd name="T27" fmla="*/ 104 h 177"/>
              <a:gd name="T28" fmla="*/ 208 w 208"/>
              <a:gd name="T29" fmla="*/ 156 h 177"/>
              <a:gd name="T30" fmla="*/ 198 w 208"/>
              <a:gd name="T31" fmla="*/ 156 h 177"/>
              <a:gd name="T32" fmla="*/ 198 w 208"/>
              <a:gd name="T33" fmla="*/ 104 h 177"/>
              <a:gd name="T34" fmla="*/ 185 w 208"/>
              <a:gd name="T35" fmla="*/ 58 h 177"/>
              <a:gd name="T36" fmla="*/ 151 w 208"/>
              <a:gd name="T37" fmla="*/ 23 h 177"/>
              <a:gd name="T38" fmla="*/ 104 w 208"/>
              <a:gd name="T39" fmla="*/ 11 h 177"/>
              <a:gd name="T40" fmla="*/ 57 w 208"/>
              <a:gd name="T41" fmla="*/ 23 h 177"/>
              <a:gd name="T42" fmla="*/ 23 w 208"/>
              <a:gd name="T43" fmla="*/ 58 h 177"/>
              <a:gd name="T44" fmla="*/ 11 w 208"/>
              <a:gd name="T45" fmla="*/ 104 h 177"/>
              <a:gd name="T46" fmla="*/ 11 w 208"/>
              <a:gd name="T47" fmla="*/ 156 h 177"/>
              <a:gd name="T48" fmla="*/ 0 w 208"/>
              <a:gd name="T49" fmla="*/ 156 h 177"/>
              <a:gd name="T50" fmla="*/ 21 w 208"/>
              <a:gd name="T51" fmla="*/ 177 h 177"/>
              <a:gd name="T52" fmla="*/ 21 w 208"/>
              <a:gd name="T53" fmla="*/ 94 h 177"/>
              <a:gd name="T54" fmla="*/ 37 w 208"/>
              <a:gd name="T55" fmla="*/ 94 h 177"/>
              <a:gd name="T56" fmla="*/ 48 w 208"/>
              <a:gd name="T57" fmla="*/ 99 h 177"/>
              <a:gd name="T58" fmla="*/ 52 w 208"/>
              <a:gd name="T59" fmla="*/ 110 h 177"/>
              <a:gd name="T60" fmla="*/ 52 w 208"/>
              <a:gd name="T61" fmla="*/ 162 h 177"/>
              <a:gd name="T62" fmla="*/ 48 w 208"/>
              <a:gd name="T63" fmla="*/ 173 h 177"/>
              <a:gd name="T64" fmla="*/ 37 w 208"/>
              <a:gd name="T65" fmla="*/ 177 h 177"/>
              <a:gd name="T66" fmla="*/ 21 w 208"/>
              <a:gd name="T67" fmla="*/ 177 h 177"/>
              <a:gd name="T68" fmla="*/ 156 w 208"/>
              <a:gd name="T69" fmla="*/ 110 h 177"/>
              <a:gd name="T70" fmla="*/ 161 w 208"/>
              <a:gd name="T71" fmla="*/ 99 h 177"/>
              <a:gd name="T72" fmla="*/ 172 w 208"/>
              <a:gd name="T73" fmla="*/ 94 h 177"/>
              <a:gd name="T74" fmla="*/ 188 w 208"/>
              <a:gd name="T75" fmla="*/ 94 h 177"/>
              <a:gd name="T76" fmla="*/ 188 w 208"/>
              <a:gd name="T77" fmla="*/ 177 h 177"/>
              <a:gd name="T78" fmla="*/ 172 w 208"/>
              <a:gd name="T79" fmla="*/ 177 h 177"/>
              <a:gd name="T80" fmla="*/ 161 w 208"/>
              <a:gd name="T81" fmla="*/ 173 h 177"/>
              <a:gd name="T82" fmla="*/ 156 w 208"/>
              <a:gd name="T83" fmla="*/ 162 h 177"/>
              <a:gd name="T84" fmla="*/ 156 w 208"/>
              <a:gd name="T85" fmla="*/ 110 h 1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208" h="177">
                <a:moveTo>
                  <a:pt x="0" y="156"/>
                </a:moveTo>
                <a:cubicBezTo>
                  <a:pt x="0" y="104"/>
                  <a:pt x="0" y="104"/>
                  <a:pt x="0" y="104"/>
                </a:cubicBezTo>
                <a:cubicBezTo>
                  <a:pt x="0" y="93"/>
                  <a:pt x="2" y="82"/>
                  <a:pt x="6" y="72"/>
                </a:cubicBezTo>
                <a:cubicBezTo>
                  <a:pt x="9" y="61"/>
                  <a:pt x="14" y="52"/>
                  <a:pt x="20" y="43"/>
                </a:cubicBezTo>
                <a:cubicBezTo>
                  <a:pt x="25" y="37"/>
                  <a:pt x="30" y="31"/>
                  <a:pt x="37" y="26"/>
                </a:cubicBezTo>
                <a:cubicBezTo>
                  <a:pt x="43" y="20"/>
                  <a:pt x="49" y="16"/>
                  <a:pt x="57" y="12"/>
                </a:cubicBezTo>
                <a:cubicBezTo>
                  <a:pt x="64" y="8"/>
                  <a:pt x="71" y="5"/>
                  <a:pt x="79" y="3"/>
                </a:cubicBezTo>
                <a:cubicBezTo>
                  <a:pt x="88" y="1"/>
                  <a:pt x="96" y="0"/>
                  <a:pt x="104" y="0"/>
                </a:cubicBezTo>
                <a:cubicBezTo>
                  <a:pt x="116" y="0"/>
                  <a:pt x="127" y="2"/>
                  <a:pt x="137" y="6"/>
                </a:cubicBezTo>
                <a:cubicBezTo>
                  <a:pt x="148" y="9"/>
                  <a:pt x="157" y="14"/>
                  <a:pt x="166" y="21"/>
                </a:cubicBezTo>
                <a:cubicBezTo>
                  <a:pt x="172" y="25"/>
                  <a:pt x="178" y="31"/>
                  <a:pt x="183" y="37"/>
                </a:cubicBezTo>
                <a:cubicBezTo>
                  <a:pt x="189" y="43"/>
                  <a:pt x="193" y="49"/>
                  <a:pt x="197" y="57"/>
                </a:cubicBezTo>
                <a:cubicBezTo>
                  <a:pt x="200" y="64"/>
                  <a:pt x="203" y="71"/>
                  <a:pt x="205" y="80"/>
                </a:cubicBezTo>
                <a:cubicBezTo>
                  <a:pt x="207" y="88"/>
                  <a:pt x="208" y="96"/>
                  <a:pt x="208" y="104"/>
                </a:cubicBezTo>
                <a:cubicBezTo>
                  <a:pt x="208" y="156"/>
                  <a:pt x="208" y="156"/>
                  <a:pt x="208" y="156"/>
                </a:cubicBezTo>
                <a:cubicBezTo>
                  <a:pt x="198" y="156"/>
                  <a:pt x="198" y="156"/>
                  <a:pt x="198" y="156"/>
                </a:cubicBezTo>
                <a:cubicBezTo>
                  <a:pt x="198" y="104"/>
                  <a:pt x="198" y="104"/>
                  <a:pt x="198" y="104"/>
                </a:cubicBezTo>
                <a:cubicBezTo>
                  <a:pt x="198" y="87"/>
                  <a:pt x="194" y="72"/>
                  <a:pt x="185" y="58"/>
                </a:cubicBezTo>
                <a:cubicBezTo>
                  <a:pt x="177" y="43"/>
                  <a:pt x="166" y="32"/>
                  <a:pt x="151" y="23"/>
                </a:cubicBezTo>
                <a:cubicBezTo>
                  <a:pt x="137" y="15"/>
                  <a:pt x="121" y="11"/>
                  <a:pt x="104" y="11"/>
                </a:cubicBezTo>
                <a:cubicBezTo>
                  <a:pt x="87" y="11"/>
                  <a:pt x="72" y="15"/>
                  <a:pt x="57" y="23"/>
                </a:cubicBezTo>
                <a:cubicBezTo>
                  <a:pt x="43" y="32"/>
                  <a:pt x="32" y="43"/>
                  <a:pt x="23" y="58"/>
                </a:cubicBezTo>
                <a:cubicBezTo>
                  <a:pt x="15" y="72"/>
                  <a:pt x="11" y="87"/>
                  <a:pt x="11" y="104"/>
                </a:cubicBezTo>
                <a:cubicBezTo>
                  <a:pt x="11" y="156"/>
                  <a:pt x="11" y="156"/>
                  <a:pt x="11" y="156"/>
                </a:cubicBezTo>
                <a:lnTo>
                  <a:pt x="0" y="156"/>
                </a:lnTo>
                <a:close/>
                <a:moveTo>
                  <a:pt x="21" y="177"/>
                </a:moveTo>
                <a:cubicBezTo>
                  <a:pt x="21" y="94"/>
                  <a:pt x="21" y="94"/>
                  <a:pt x="21" y="94"/>
                </a:cubicBezTo>
                <a:cubicBezTo>
                  <a:pt x="37" y="94"/>
                  <a:pt x="37" y="94"/>
                  <a:pt x="37" y="94"/>
                </a:cubicBezTo>
                <a:cubicBezTo>
                  <a:pt x="41" y="94"/>
                  <a:pt x="45" y="96"/>
                  <a:pt x="48" y="99"/>
                </a:cubicBezTo>
                <a:cubicBezTo>
                  <a:pt x="51" y="102"/>
                  <a:pt x="52" y="105"/>
                  <a:pt x="52" y="110"/>
                </a:cubicBezTo>
                <a:cubicBezTo>
                  <a:pt x="52" y="162"/>
                  <a:pt x="52" y="162"/>
                  <a:pt x="52" y="162"/>
                </a:cubicBezTo>
                <a:cubicBezTo>
                  <a:pt x="52" y="166"/>
                  <a:pt x="51" y="170"/>
                  <a:pt x="48" y="173"/>
                </a:cubicBezTo>
                <a:cubicBezTo>
                  <a:pt x="45" y="176"/>
                  <a:pt x="41" y="177"/>
                  <a:pt x="37" y="177"/>
                </a:cubicBezTo>
                <a:lnTo>
                  <a:pt x="21" y="177"/>
                </a:lnTo>
                <a:close/>
                <a:moveTo>
                  <a:pt x="156" y="110"/>
                </a:moveTo>
                <a:cubicBezTo>
                  <a:pt x="156" y="105"/>
                  <a:pt x="158" y="102"/>
                  <a:pt x="161" y="99"/>
                </a:cubicBezTo>
                <a:cubicBezTo>
                  <a:pt x="164" y="96"/>
                  <a:pt x="168" y="94"/>
                  <a:pt x="172" y="94"/>
                </a:cubicBezTo>
                <a:cubicBezTo>
                  <a:pt x="188" y="94"/>
                  <a:pt x="188" y="94"/>
                  <a:pt x="188" y="94"/>
                </a:cubicBezTo>
                <a:cubicBezTo>
                  <a:pt x="188" y="177"/>
                  <a:pt x="188" y="177"/>
                  <a:pt x="188" y="177"/>
                </a:cubicBezTo>
                <a:cubicBezTo>
                  <a:pt x="172" y="177"/>
                  <a:pt x="172" y="177"/>
                  <a:pt x="172" y="177"/>
                </a:cubicBezTo>
                <a:cubicBezTo>
                  <a:pt x="168" y="177"/>
                  <a:pt x="164" y="176"/>
                  <a:pt x="161" y="173"/>
                </a:cubicBezTo>
                <a:cubicBezTo>
                  <a:pt x="158" y="170"/>
                  <a:pt x="156" y="166"/>
                  <a:pt x="156" y="162"/>
                </a:cubicBezTo>
                <a:lnTo>
                  <a:pt x="156" y="11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8" name="Freeform 30"/>
          <p:cNvSpPr>
            <a:spLocks noEditPoints="1"/>
          </p:cNvSpPr>
          <p:nvPr/>
        </p:nvSpPr>
        <p:spPr bwMode="auto">
          <a:xfrm>
            <a:off x="1673351" y="2276783"/>
            <a:ext cx="301869" cy="241061"/>
          </a:xfrm>
          <a:custGeom>
            <a:avLst/>
            <a:gdLst>
              <a:gd name="T0" fmla="*/ 3 w 209"/>
              <a:gd name="T1" fmla="*/ 164 h 167"/>
              <a:gd name="T2" fmla="*/ 19 w 209"/>
              <a:gd name="T3" fmla="*/ 138 h 167"/>
              <a:gd name="T4" fmla="*/ 29 w 209"/>
              <a:gd name="T5" fmla="*/ 130 h 167"/>
              <a:gd name="T6" fmla="*/ 181 w 209"/>
              <a:gd name="T7" fmla="*/ 138 h 167"/>
              <a:gd name="T8" fmla="*/ 67 w 209"/>
              <a:gd name="T9" fmla="*/ 34 h 167"/>
              <a:gd name="T10" fmla="*/ 181 w 209"/>
              <a:gd name="T11" fmla="*/ 24 h 167"/>
              <a:gd name="T12" fmla="*/ 187 w 209"/>
              <a:gd name="T13" fmla="*/ 27 h 167"/>
              <a:gd name="T14" fmla="*/ 190 w 209"/>
              <a:gd name="T15" fmla="*/ 34 h 167"/>
              <a:gd name="T16" fmla="*/ 209 w 209"/>
              <a:gd name="T17" fmla="*/ 157 h 167"/>
              <a:gd name="T18" fmla="*/ 200 w 209"/>
              <a:gd name="T19" fmla="*/ 167 h 167"/>
              <a:gd name="T20" fmla="*/ 64 w 209"/>
              <a:gd name="T21" fmla="*/ 126 h 167"/>
              <a:gd name="T22" fmla="*/ 56 w 209"/>
              <a:gd name="T23" fmla="*/ 130 h 167"/>
              <a:gd name="T24" fmla="*/ 11 w 209"/>
              <a:gd name="T25" fmla="*/ 130 h 167"/>
              <a:gd name="T26" fmla="*/ 1 w 209"/>
              <a:gd name="T27" fmla="*/ 119 h 167"/>
              <a:gd name="T28" fmla="*/ 1 w 209"/>
              <a:gd name="T29" fmla="*/ 11 h 167"/>
              <a:gd name="T30" fmla="*/ 4 w 209"/>
              <a:gd name="T31" fmla="*/ 4 h 167"/>
              <a:gd name="T32" fmla="*/ 12 w 209"/>
              <a:gd name="T33" fmla="*/ 0 h 167"/>
              <a:gd name="T34" fmla="*/ 12 w 209"/>
              <a:gd name="T35" fmla="*/ 0 h 167"/>
              <a:gd name="T36" fmla="*/ 56 w 209"/>
              <a:gd name="T37" fmla="*/ 0 h 167"/>
              <a:gd name="T38" fmla="*/ 64 w 209"/>
              <a:gd name="T39" fmla="*/ 4 h 167"/>
              <a:gd name="T40" fmla="*/ 67 w 209"/>
              <a:gd name="T41" fmla="*/ 12 h 167"/>
              <a:gd name="T42" fmla="*/ 64 w 209"/>
              <a:gd name="T43" fmla="*/ 126 h 167"/>
              <a:gd name="T44" fmla="*/ 6 w 209"/>
              <a:gd name="T45" fmla="*/ 108 h 167"/>
              <a:gd name="T46" fmla="*/ 62 w 209"/>
              <a:gd name="T47" fmla="*/ 23 h 167"/>
              <a:gd name="T48" fmla="*/ 39 w 209"/>
              <a:gd name="T49" fmla="*/ 123 h 167"/>
              <a:gd name="T50" fmla="*/ 39 w 209"/>
              <a:gd name="T51" fmla="*/ 114 h 167"/>
              <a:gd name="T52" fmla="*/ 29 w 209"/>
              <a:gd name="T53" fmla="*/ 114 h 167"/>
              <a:gd name="T54" fmla="*/ 29 w 209"/>
              <a:gd name="T55" fmla="*/ 123 h 167"/>
              <a:gd name="T56" fmla="*/ 39 w 209"/>
              <a:gd name="T57" fmla="*/ 123 h 167"/>
              <a:gd name="T58" fmla="*/ 28 w 209"/>
              <a:gd name="T59" fmla="*/ 11 h 167"/>
              <a:gd name="T60" fmla="*/ 39 w 209"/>
              <a:gd name="T61" fmla="*/ 12 h 167"/>
              <a:gd name="T62" fmla="*/ 39 w 209"/>
              <a:gd name="T63" fmla="*/ 10 h 167"/>
              <a:gd name="T64" fmla="*/ 125 w 209"/>
              <a:gd name="T65" fmla="*/ 150 h 167"/>
              <a:gd name="T66" fmla="*/ 88 w 209"/>
              <a:gd name="T67" fmla="*/ 149 h 167"/>
              <a:gd name="T68" fmla="*/ 78 w 209"/>
              <a:gd name="T69" fmla="*/ 156 h 167"/>
              <a:gd name="T70" fmla="*/ 81 w 209"/>
              <a:gd name="T71" fmla="*/ 157 h 167"/>
              <a:gd name="T72" fmla="*/ 131 w 209"/>
              <a:gd name="T73" fmla="*/ 157 h 167"/>
              <a:gd name="T74" fmla="*/ 125 w 209"/>
              <a:gd name="T75" fmla="*/ 150 h 1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209" h="167">
                <a:moveTo>
                  <a:pt x="10" y="167"/>
                </a:moveTo>
                <a:cubicBezTo>
                  <a:pt x="7" y="167"/>
                  <a:pt x="5" y="166"/>
                  <a:pt x="3" y="164"/>
                </a:cubicBezTo>
                <a:cubicBezTo>
                  <a:pt x="1" y="162"/>
                  <a:pt x="0" y="160"/>
                  <a:pt x="0" y="157"/>
                </a:cubicBezTo>
                <a:cubicBezTo>
                  <a:pt x="19" y="138"/>
                  <a:pt x="19" y="138"/>
                  <a:pt x="19" y="138"/>
                </a:cubicBezTo>
                <a:cubicBezTo>
                  <a:pt x="19" y="130"/>
                  <a:pt x="19" y="130"/>
                  <a:pt x="19" y="130"/>
                </a:cubicBezTo>
                <a:cubicBezTo>
                  <a:pt x="29" y="130"/>
                  <a:pt x="29" y="130"/>
                  <a:pt x="29" y="130"/>
                </a:cubicBezTo>
                <a:cubicBezTo>
                  <a:pt x="29" y="138"/>
                  <a:pt x="29" y="138"/>
                  <a:pt x="29" y="138"/>
                </a:cubicBezTo>
                <a:cubicBezTo>
                  <a:pt x="181" y="138"/>
                  <a:pt x="181" y="138"/>
                  <a:pt x="181" y="138"/>
                </a:cubicBezTo>
                <a:cubicBezTo>
                  <a:pt x="181" y="34"/>
                  <a:pt x="181" y="34"/>
                  <a:pt x="181" y="34"/>
                </a:cubicBezTo>
                <a:cubicBezTo>
                  <a:pt x="67" y="34"/>
                  <a:pt x="67" y="34"/>
                  <a:pt x="67" y="34"/>
                </a:cubicBezTo>
                <a:cubicBezTo>
                  <a:pt x="67" y="24"/>
                  <a:pt x="67" y="24"/>
                  <a:pt x="67" y="24"/>
                </a:cubicBezTo>
                <a:cubicBezTo>
                  <a:pt x="181" y="24"/>
                  <a:pt x="181" y="24"/>
                  <a:pt x="181" y="24"/>
                </a:cubicBezTo>
                <a:cubicBezTo>
                  <a:pt x="182" y="24"/>
                  <a:pt x="183" y="25"/>
                  <a:pt x="184" y="25"/>
                </a:cubicBezTo>
                <a:cubicBezTo>
                  <a:pt x="185" y="26"/>
                  <a:pt x="186" y="26"/>
                  <a:pt x="187" y="27"/>
                </a:cubicBezTo>
                <a:cubicBezTo>
                  <a:pt x="188" y="28"/>
                  <a:pt x="189" y="29"/>
                  <a:pt x="189" y="30"/>
                </a:cubicBezTo>
                <a:cubicBezTo>
                  <a:pt x="190" y="31"/>
                  <a:pt x="190" y="33"/>
                  <a:pt x="190" y="34"/>
                </a:cubicBezTo>
                <a:cubicBezTo>
                  <a:pt x="190" y="138"/>
                  <a:pt x="190" y="138"/>
                  <a:pt x="190" y="138"/>
                </a:cubicBezTo>
                <a:cubicBezTo>
                  <a:pt x="209" y="157"/>
                  <a:pt x="209" y="157"/>
                  <a:pt x="209" y="157"/>
                </a:cubicBezTo>
                <a:cubicBezTo>
                  <a:pt x="209" y="160"/>
                  <a:pt x="208" y="162"/>
                  <a:pt x="207" y="164"/>
                </a:cubicBezTo>
                <a:cubicBezTo>
                  <a:pt x="205" y="166"/>
                  <a:pt x="203" y="167"/>
                  <a:pt x="200" y="167"/>
                </a:cubicBezTo>
                <a:lnTo>
                  <a:pt x="10" y="167"/>
                </a:lnTo>
                <a:close/>
                <a:moveTo>
                  <a:pt x="64" y="126"/>
                </a:moveTo>
                <a:cubicBezTo>
                  <a:pt x="62" y="129"/>
                  <a:pt x="60" y="130"/>
                  <a:pt x="57" y="130"/>
                </a:cubicBezTo>
                <a:cubicBezTo>
                  <a:pt x="56" y="130"/>
                  <a:pt x="56" y="130"/>
                  <a:pt x="56" y="130"/>
                </a:cubicBezTo>
                <a:cubicBezTo>
                  <a:pt x="12" y="130"/>
                  <a:pt x="12" y="130"/>
                  <a:pt x="12" y="130"/>
                </a:cubicBezTo>
                <a:cubicBezTo>
                  <a:pt x="11" y="130"/>
                  <a:pt x="11" y="130"/>
                  <a:pt x="11" y="130"/>
                </a:cubicBezTo>
                <a:cubicBezTo>
                  <a:pt x="8" y="130"/>
                  <a:pt x="6" y="129"/>
                  <a:pt x="4" y="126"/>
                </a:cubicBezTo>
                <a:cubicBezTo>
                  <a:pt x="2" y="124"/>
                  <a:pt x="1" y="122"/>
                  <a:pt x="1" y="119"/>
                </a:cubicBezTo>
                <a:cubicBezTo>
                  <a:pt x="1" y="12"/>
                  <a:pt x="1" y="12"/>
                  <a:pt x="1" y="12"/>
                </a:cubicBezTo>
                <a:cubicBezTo>
                  <a:pt x="1" y="11"/>
                  <a:pt x="1" y="11"/>
                  <a:pt x="1" y="11"/>
                </a:cubicBezTo>
                <a:cubicBezTo>
                  <a:pt x="1" y="10"/>
                  <a:pt x="1" y="8"/>
                  <a:pt x="2" y="7"/>
                </a:cubicBezTo>
                <a:cubicBezTo>
                  <a:pt x="2" y="6"/>
                  <a:pt x="3" y="5"/>
                  <a:pt x="4" y="4"/>
                </a:cubicBezTo>
                <a:cubicBezTo>
                  <a:pt x="5" y="3"/>
                  <a:pt x="6" y="2"/>
                  <a:pt x="8" y="1"/>
                </a:cubicBezTo>
                <a:cubicBezTo>
                  <a:pt x="9" y="1"/>
                  <a:pt x="10" y="0"/>
                  <a:pt x="12" y="0"/>
                </a:cubicBezTo>
                <a:cubicBezTo>
                  <a:pt x="12" y="0"/>
                  <a:pt x="12" y="0"/>
                  <a:pt x="12" y="0"/>
                </a:cubicBezTo>
                <a:cubicBezTo>
                  <a:pt x="12" y="0"/>
                  <a:pt x="12" y="0"/>
                  <a:pt x="12" y="0"/>
                </a:cubicBezTo>
                <a:cubicBezTo>
                  <a:pt x="56" y="0"/>
                  <a:pt x="56" y="0"/>
                  <a:pt x="56" y="0"/>
                </a:cubicBezTo>
                <a:cubicBezTo>
                  <a:pt x="56" y="0"/>
                  <a:pt x="56" y="0"/>
                  <a:pt x="56" y="0"/>
                </a:cubicBezTo>
                <a:cubicBezTo>
                  <a:pt x="56" y="0"/>
                  <a:pt x="56" y="0"/>
                  <a:pt x="56" y="0"/>
                </a:cubicBezTo>
                <a:cubicBezTo>
                  <a:pt x="59" y="0"/>
                  <a:pt x="62" y="1"/>
                  <a:pt x="64" y="4"/>
                </a:cubicBezTo>
                <a:cubicBezTo>
                  <a:pt x="66" y="6"/>
                  <a:pt x="67" y="8"/>
                  <a:pt x="67" y="11"/>
                </a:cubicBezTo>
                <a:cubicBezTo>
                  <a:pt x="67" y="12"/>
                  <a:pt x="67" y="12"/>
                  <a:pt x="67" y="12"/>
                </a:cubicBezTo>
                <a:cubicBezTo>
                  <a:pt x="67" y="119"/>
                  <a:pt x="67" y="119"/>
                  <a:pt x="67" y="119"/>
                </a:cubicBezTo>
                <a:cubicBezTo>
                  <a:pt x="67" y="122"/>
                  <a:pt x="66" y="124"/>
                  <a:pt x="64" y="126"/>
                </a:cubicBezTo>
                <a:close/>
                <a:moveTo>
                  <a:pt x="6" y="23"/>
                </a:moveTo>
                <a:cubicBezTo>
                  <a:pt x="6" y="108"/>
                  <a:pt x="6" y="108"/>
                  <a:pt x="6" y="108"/>
                </a:cubicBezTo>
                <a:cubicBezTo>
                  <a:pt x="62" y="108"/>
                  <a:pt x="62" y="108"/>
                  <a:pt x="62" y="108"/>
                </a:cubicBezTo>
                <a:cubicBezTo>
                  <a:pt x="62" y="23"/>
                  <a:pt x="62" y="23"/>
                  <a:pt x="62" y="23"/>
                </a:cubicBezTo>
                <a:lnTo>
                  <a:pt x="6" y="23"/>
                </a:lnTo>
                <a:close/>
                <a:moveTo>
                  <a:pt x="39" y="123"/>
                </a:moveTo>
                <a:cubicBezTo>
                  <a:pt x="40" y="122"/>
                  <a:pt x="40" y="121"/>
                  <a:pt x="40" y="119"/>
                </a:cubicBezTo>
                <a:cubicBezTo>
                  <a:pt x="40" y="117"/>
                  <a:pt x="40" y="115"/>
                  <a:pt x="39" y="114"/>
                </a:cubicBezTo>
                <a:cubicBezTo>
                  <a:pt x="37" y="113"/>
                  <a:pt x="36" y="112"/>
                  <a:pt x="34" y="112"/>
                </a:cubicBezTo>
                <a:cubicBezTo>
                  <a:pt x="32" y="112"/>
                  <a:pt x="31" y="113"/>
                  <a:pt x="29" y="114"/>
                </a:cubicBezTo>
                <a:cubicBezTo>
                  <a:pt x="28" y="115"/>
                  <a:pt x="27" y="117"/>
                  <a:pt x="27" y="119"/>
                </a:cubicBezTo>
                <a:cubicBezTo>
                  <a:pt x="27" y="121"/>
                  <a:pt x="28" y="122"/>
                  <a:pt x="29" y="123"/>
                </a:cubicBezTo>
                <a:cubicBezTo>
                  <a:pt x="31" y="125"/>
                  <a:pt x="32" y="125"/>
                  <a:pt x="34" y="125"/>
                </a:cubicBezTo>
                <a:cubicBezTo>
                  <a:pt x="36" y="125"/>
                  <a:pt x="37" y="125"/>
                  <a:pt x="39" y="123"/>
                </a:cubicBezTo>
                <a:close/>
                <a:moveTo>
                  <a:pt x="29" y="10"/>
                </a:moveTo>
                <a:cubicBezTo>
                  <a:pt x="28" y="10"/>
                  <a:pt x="28" y="11"/>
                  <a:pt x="28" y="11"/>
                </a:cubicBezTo>
                <a:cubicBezTo>
                  <a:pt x="28" y="12"/>
                  <a:pt x="28" y="12"/>
                  <a:pt x="29" y="12"/>
                </a:cubicBezTo>
                <a:cubicBezTo>
                  <a:pt x="39" y="12"/>
                  <a:pt x="39" y="12"/>
                  <a:pt x="39" y="12"/>
                </a:cubicBezTo>
                <a:cubicBezTo>
                  <a:pt x="40" y="12"/>
                  <a:pt x="40" y="12"/>
                  <a:pt x="40" y="11"/>
                </a:cubicBezTo>
                <a:cubicBezTo>
                  <a:pt x="40" y="11"/>
                  <a:pt x="40" y="10"/>
                  <a:pt x="39" y="10"/>
                </a:cubicBezTo>
                <a:lnTo>
                  <a:pt x="29" y="10"/>
                </a:lnTo>
                <a:close/>
                <a:moveTo>
                  <a:pt x="125" y="150"/>
                </a:moveTo>
                <a:cubicBezTo>
                  <a:pt x="125" y="149"/>
                  <a:pt x="123" y="149"/>
                  <a:pt x="122" y="149"/>
                </a:cubicBezTo>
                <a:cubicBezTo>
                  <a:pt x="88" y="149"/>
                  <a:pt x="88" y="149"/>
                  <a:pt x="88" y="149"/>
                </a:cubicBezTo>
                <a:cubicBezTo>
                  <a:pt x="86" y="149"/>
                  <a:pt x="85" y="149"/>
                  <a:pt x="84" y="150"/>
                </a:cubicBezTo>
                <a:cubicBezTo>
                  <a:pt x="78" y="156"/>
                  <a:pt x="78" y="156"/>
                  <a:pt x="78" y="156"/>
                </a:cubicBezTo>
                <a:cubicBezTo>
                  <a:pt x="78" y="156"/>
                  <a:pt x="78" y="157"/>
                  <a:pt x="79" y="157"/>
                </a:cubicBezTo>
                <a:cubicBezTo>
                  <a:pt x="79" y="157"/>
                  <a:pt x="80" y="157"/>
                  <a:pt x="81" y="157"/>
                </a:cubicBezTo>
                <a:cubicBezTo>
                  <a:pt x="128" y="157"/>
                  <a:pt x="128" y="157"/>
                  <a:pt x="128" y="157"/>
                </a:cubicBezTo>
                <a:cubicBezTo>
                  <a:pt x="130" y="157"/>
                  <a:pt x="130" y="157"/>
                  <a:pt x="131" y="157"/>
                </a:cubicBezTo>
                <a:cubicBezTo>
                  <a:pt x="131" y="157"/>
                  <a:pt x="132" y="156"/>
                  <a:pt x="131" y="156"/>
                </a:cubicBezTo>
                <a:lnTo>
                  <a:pt x="125" y="15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9" name="Freeform 31"/>
          <p:cNvSpPr>
            <a:spLocks noEditPoints="1"/>
          </p:cNvSpPr>
          <p:nvPr/>
        </p:nvSpPr>
        <p:spPr bwMode="auto">
          <a:xfrm>
            <a:off x="2114210" y="2237692"/>
            <a:ext cx="297527" cy="304040"/>
          </a:xfrm>
          <a:custGeom>
            <a:avLst/>
            <a:gdLst>
              <a:gd name="T0" fmla="*/ 0 w 208"/>
              <a:gd name="T1" fmla="*/ 66 h 212"/>
              <a:gd name="T2" fmla="*/ 6 w 208"/>
              <a:gd name="T3" fmla="*/ 51 h 212"/>
              <a:gd name="T4" fmla="*/ 21 w 208"/>
              <a:gd name="T5" fmla="*/ 45 h 212"/>
              <a:gd name="T6" fmla="*/ 97 w 208"/>
              <a:gd name="T7" fmla="*/ 45 h 212"/>
              <a:gd name="T8" fmla="*/ 55 w 208"/>
              <a:gd name="T9" fmla="*/ 4 h 212"/>
              <a:gd name="T10" fmla="*/ 59 w 208"/>
              <a:gd name="T11" fmla="*/ 0 h 212"/>
              <a:gd name="T12" fmla="*/ 104 w 208"/>
              <a:gd name="T13" fmla="*/ 45 h 212"/>
              <a:gd name="T14" fmla="*/ 104 w 208"/>
              <a:gd name="T15" fmla="*/ 45 h 212"/>
              <a:gd name="T16" fmla="*/ 149 w 208"/>
              <a:gd name="T17" fmla="*/ 0 h 212"/>
              <a:gd name="T18" fmla="*/ 153 w 208"/>
              <a:gd name="T19" fmla="*/ 4 h 212"/>
              <a:gd name="T20" fmla="*/ 111 w 208"/>
              <a:gd name="T21" fmla="*/ 45 h 212"/>
              <a:gd name="T22" fmla="*/ 187 w 208"/>
              <a:gd name="T23" fmla="*/ 45 h 212"/>
              <a:gd name="T24" fmla="*/ 202 w 208"/>
              <a:gd name="T25" fmla="*/ 51 h 212"/>
              <a:gd name="T26" fmla="*/ 208 w 208"/>
              <a:gd name="T27" fmla="*/ 66 h 212"/>
              <a:gd name="T28" fmla="*/ 208 w 208"/>
              <a:gd name="T29" fmla="*/ 170 h 212"/>
              <a:gd name="T30" fmla="*/ 202 w 208"/>
              <a:gd name="T31" fmla="*/ 185 h 212"/>
              <a:gd name="T32" fmla="*/ 187 w 208"/>
              <a:gd name="T33" fmla="*/ 191 h 212"/>
              <a:gd name="T34" fmla="*/ 21 w 208"/>
              <a:gd name="T35" fmla="*/ 191 h 212"/>
              <a:gd name="T36" fmla="*/ 6 w 208"/>
              <a:gd name="T37" fmla="*/ 185 h 212"/>
              <a:gd name="T38" fmla="*/ 0 w 208"/>
              <a:gd name="T39" fmla="*/ 170 h 212"/>
              <a:gd name="T40" fmla="*/ 0 w 208"/>
              <a:gd name="T41" fmla="*/ 66 h 212"/>
              <a:gd name="T42" fmla="*/ 21 w 208"/>
              <a:gd name="T43" fmla="*/ 165 h 212"/>
              <a:gd name="T44" fmla="*/ 22 w 208"/>
              <a:gd name="T45" fmla="*/ 168 h 212"/>
              <a:gd name="T46" fmla="*/ 26 w 208"/>
              <a:gd name="T47" fmla="*/ 170 h 212"/>
              <a:gd name="T48" fmla="*/ 140 w 208"/>
              <a:gd name="T49" fmla="*/ 170 h 212"/>
              <a:gd name="T50" fmla="*/ 144 w 208"/>
              <a:gd name="T51" fmla="*/ 168 h 212"/>
              <a:gd name="T52" fmla="*/ 146 w 208"/>
              <a:gd name="T53" fmla="*/ 165 h 212"/>
              <a:gd name="T54" fmla="*/ 146 w 208"/>
              <a:gd name="T55" fmla="*/ 71 h 212"/>
              <a:gd name="T56" fmla="*/ 144 w 208"/>
              <a:gd name="T57" fmla="*/ 68 h 212"/>
              <a:gd name="T58" fmla="*/ 140 w 208"/>
              <a:gd name="T59" fmla="*/ 66 h 212"/>
              <a:gd name="T60" fmla="*/ 26 w 208"/>
              <a:gd name="T61" fmla="*/ 66 h 212"/>
              <a:gd name="T62" fmla="*/ 22 w 208"/>
              <a:gd name="T63" fmla="*/ 68 h 212"/>
              <a:gd name="T64" fmla="*/ 21 w 208"/>
              <a:gd name="T65" fmla="*/ 71 h 212"/>
              <a:gd name="T66" fmla="*/ 21 w 208"/>
              <a:gd name="T67" fmla="*/ 165 h 212"/>
              <a:gd name="T68" fmla="*/ 21 w 208"/>
              <a:gd name="T69" fmla="*/ 201 h 212"/>
              <a:gd name="T70" fmla="*/ 187 w 208"/>
              <a:gd name="T71" fmla="*/ 201 h 212"/>
              <a:gd name="T72" fmla="*/ 187 w 208"/>
              <a:gd name="T73" fmla="*/ 212 h 212"/>
              <a:gd name="T74" fmla="*/ 21 w 208"/>
              <a:gd name="T75" fmla="*/ 212 h 212"/>
              <a:gd name="T76" fmla="*/ 21 w 208"/>
              <a:gd name="T77" fmla="*/ 201 h 212"/>
              <a:gd name="T78" fmla="*/ 161 w 208"/>
              <a:gd name="T79" fmla="*/ 76 h 212"/>
              <a:gd name="T80" fmla="*/ 166 w 208"/>
              <a:gd name="T81" fmla="*/ 88 h 212"/>
              <a:gd name="T82" fmla="*/ 177 w 208"/>
              <a:gd name="T83" fmla="*/ 92 h 212"/>
              <a:gd name="T84" fmla="*/ 188 w 208"/>
              <a:gd name="T85" fmla="*/ 88 h 212"/>
              <a:gd name="T86" fmla="*/ 192 w 208"/>
              <a:gd name="T87" fmla="*/ 76 h 212"/>
              <a:gd name="T88" fmla="*/ 188 w 208"/>
              <a:gd name="T89" fmla="*/ 65 h 212"/>
              <a:gd name="T90" fmla="*/ 177 w 208"/>
              <a:gd name="T91" fmla="*/ 61 h 212"/>
              <a:gd name="T92" fmla="*/ 166 w 208"/>
              <a:gd name="T93" fmla="*/ 65 h 212"/>
              <a:gd name="T94" fmla="*/ 161 w 208"/>
              <a:gd name="T95" fmla="*/ 76 h 212"/>
              <a:gd name="T96" fmla="*/ 177 w 208"/>
              <a:gd name="T97" fmla="*/ 134 h 212"/>
              <a:gd name="T98" fmla="*/ 188 w 208"/>
              <a:gd name="T99" fmla="*/ 129 h 212"/>
              <a:gd name="T100" fmla="*/ 192 w 208"/>
              <a:gd name="T101" fmla="*/ 118 h 212"/>
              <a:gd name="T102" fmla="*/ 188 w 208"/>
              <a:gd name="T103" fmla="*/ 107 h 212"/>
              <a:gd name="T104" fmla="*/ 177 w 208"/>
              <a:gd name="T105" fmla="*/ 103 h 212"/>
              <a:gd name="T106" fmla="*/ 166 w 208"/>
              <a:gd name="T107" fmla="*/ 107 h 212"/>
              <a:gd name="T108" fmla="*/ 161 w 208"/>
              <a:gd name="T109" fmla="*/ 118 h 212"/>
              <a:gd name="T110" fmla="*/ 166 w 208"/>
              <a:gd name="T111" fmla="*/ 129 h 212"/>
              <a:gd name="T112" fmla="*/ 177 w 208"/>
              <a:gd name="T113" fmla="*/ 134 h 2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208" h="212">
                <a:moveTo>
                  <a:pt x="0" y="66"/>
                </a:moveTo>
                <a:cubicBezTo>
                  <a:pt x="0" y="60"/>
                  <a:pt x="2" y="55"/>
                  <a:pt x="6" y="51"/>
                </a:cubicBezTo>
                <a:cubicBezTo>
                  <a:pt x="10" y="47"/>
                  <a:pt x="15" y="45"/>
                  <a:pt x="21" y="45"/>
                </a:cubicBezTo>
                <a:cubicBezTo>
                  <a:pt x="97" y="45"/>
                  <a:pt x="97" y="45"/>
                  <a:pt x="97" y="45"/>
                </a:cubicBezTo>
                <a:cubicBezTo>
                  <a:pt x="55" y="4"/>
                  <a:pt x="55" y="4"/>
                  <a:pt x="55" y="4"/>
                </a:cubicBezTo>
                <a:cubicBezTo>
                  <a:pt x="59" y="0"/>
                  <a:pt x="59" y="0"/>
                  <a:pt x="59" y="0"/>
                </a:cubicBezTo>
                <a:cubicBezTo>
                  <a:pt x="104" y="45"/>
                  <a:pt x="104" y="45"/>
                  <a:pt x="104" y="45"/>
                </a:cubicBezTo>
                <a:cubicBezTo>
                  <a:pt x="104" y="45"/>
                  <a:pt x="104" y="45"/>
                  <a:pt x="104" y="45"/>
                </a:cubicBezTo>
                <a:cubicBezTo>
                  <a:pt x="149" y="0"/>
                  <a:pt x="149" y="0"/>
                  <a:pt x="149" y="0"/>
                </a:cubicBezTo>
                <a:cubicBezTo>
                  <a:pt x="153" y="4"/>
                  <a:pt x="153" y="4"/>
                  <a:pt x="153" y="4"/>
                </a:cubicBezTo>
                <a:cubicBezTo>
                  <a:pt x="111" y="45"/>
                  <a:pt x="111" y="45"/>
                  <a:pt x="111" y="45"/>
                </a:cubicBezTo>
                <a:cubicBezTo>
                  <a:pt x="187" y="45"/>
                  <a:pt x="187" y="45"/>
                  <a:pt x="187" y="45"/>
                </a:cubicBezTo>
                <a:cubicBezTo>
                  <a:pt x="193" y="45"/>
                  <a:pt x="198" y="47"/>
                  <a:pt x="202" y="51"/>
                </a:cubicBezTo>
                <a:cubicBezTo>
                  <a:pt x="206" y="55"/>
                  <a:pt x="208" y="60"/>
                  <a:pt x="208" y="66"/>
                </a:cubicBezTo>
                <a:cubicBezTo>
                  <a:pt x="208" y="170"/>
                  <a:pt x="208" y="170"/>
                  <a:pt x="208" y="170"/>
                </a:cubicBezTo>
                <a:cubicBezTo>
                  <a:pt x="208" y="176"/>
                  <a:pt x="206" y="181"/>
                  <a:pt x="202" y="185"/>
                </a:cubicBezTo>
                <a:cubicBezTo>
                  <a:pt x="198" y="189"/>
                  <a:pt x="193" y="191"/>
                  <a:pt x="187" y="191"/>
                </a:cubicBezTo>
                <a:cubicBezTo>
                  <a:pt x="21" y="191"/>
                  <a:pt x="21" y="191"/>
                  <a:pt x="21" y="191"/>
                </a:cubicBezTo>
                <a:cubicBezTo>
                  <a:pt x="15" y="191"/>
                  <a:pt x="10" y="189"/>
                  <a:pt x="6" y="185"/>
                </a:cubicBezTo>
                <a:cubicBezTo>
                  <a:pt x="2" y="181"/>
                  <a:pt x="0" y="176"/>
                  <a:pt x="0" y="170"/>
                </a:cubicBezTo>
                <a:lnTo>
                  <a:pt x="0" y="66"/>
                </a:lnTo>
                <a:close/>
                <a:moveTo>
                  <a:pt x="21" y="165"/>
                </a:moveTo>
                <a:cubicBezTo>
                  <a:pt x="21" y="166"/>
                  <a:pt x="21" y="167"/>
                  <a:pt x="22" y="168"/>
                </a:cubicBezTo>
                <a:cubicBezTo>
                  <a:pt x="23" y="169"/>
                  <a:pt x="25" y="170"/>
                  <a:pt x="26" y="170"/>
                </a:cubicBezTo>
                <a:cubicBezTo>
                  <a:pt x="140" y="170"/>
                  <a:pt x="140" y="170"/>
                  <a:pt x="140" y="170"/>
                </a:cubicBezTo>
                <a:cubicBezTo>
                  <a:pt x="142" y="170"/>
                  <a:pt x="143" y="169"/>
                  <a:pt x="144" y="168"/>
                </a:cubicBezTo>
                <a:cubicBezTo>
                  <a:pt x="145" y="167"/>
                  <a:pt x="146" y="166"/>
                  <a:pt x="146" y="165"/>
                </a:cubicBezTo>
                <a:cubicBezTo>
                  <a:pt x="146" y="71"/>
                  <a:pt x="146" y="71"/>
                  <a:pt x="146" y="71"/>
                </a:cubicBezTo>
                <a:cubicBezTo>
                  <a:pt x="146" y="70"/>
                  <a:pt x="145" y="69"/>
                  <a:pt x="144" y="68"/>
                </a:cubicBezTo>
                <a:cubicBezTo>
                  <a:pt x="143" y="67"/>
                  <a:pt x="142" y="66"/>
                  <a:pt x="140" y="66"/>
                </a:cubicBezTo>
                <a:cubicBezTo>
                  <a:pt x="26" y="66"/>
                  <a:pt x="26" y="66"/>
                  <a:pt x="26" y="66"/>
                </a:cubicBezTo>
                <a:cubicBezTo>
                  <a:pt x="25" y="66"/>
                  <a:pt x="23" y="67"/>
                  <a:pt x="22" y="68"/>
                </a:cubicBezTo>
                <a:cubicBezTo>
                  <a:pt x="21" y="69"/>
                  <a:pt x="21" y="70"/>
                  <a:pt x="21" y="71"/>
                </a:cubicBezTo>
                <a:lnTo>
                  <a:pt x="21" y="165"/>
                </a:lnTo>
                <a:close/>
                <a:moveTo>
                  <a:pt x="21" y="201"/>
                </a:moveTo>
                <a:cubicBezTo>
                  <a:pt x="187" y="201"/>
                  <a:pt x="187" y="201"/>
                  <a:pt x="187" y="201"/>
                </a:cubicBezTo>
                <a:cubicBezTo>
                  <a:pt x="187" y="212"/>
                  <a:pt x="187" y="212"/>
                  <a:pt x="187" y="212"/>
                </a:cubicBezTo>
                <a:cubicBezTo>
                  <a:pt x="21" y="212"/>
                  <a:pt x="21" y="212"/>
                  <a:pt x="21" y="212"/>
                </a:cubicBezTo>
                <a:lnTo>
                  <a:pt x="21" y="201"/>
                </a:lnTo>
                <a:close/>
                <a:moveTo>
                  <a:pt x="161" y="76"/>
                </a:moveTo>
                <a:cubicBezTo>
                  <a:pt x="161" y="81"/>
                  <a:pt x="163" y="85"/>
                  <a:pt x="166" y="88"/>
                </a:cubicBezTo>
                <a:cubicBezTo>
                  <a:pt x="169" y="91"/>
                  <a:pt x="172" y="92"/>
                  <a:pt x="177" y="92"/>
                </a:cubicBezTo>
                <a:cubicBezTo>
                  <a:pt x="181" y="92"/>
                  <a:pt x="185" y="91"/>
                  <a:pt x="188" y="88"/>
                </a:cubicBezTo>
                <a:cubicBezTo>
                  <a:pt x="191" y="85"/>
                  <a:pt x="192" y="81"/>
                  <a:pt x="192" y="76"/>
                </a:cubicBezTo>
                <a:cubicBezTo>
                  <a:pt x="192" y="72"/>
                  <a:pt x="191" y="68"/>
                  <a:pt x="188" y="65"/>
                </a:cubicBezTo>
                <a:cubicBezTo>
                  <a:pt x="185" y="62"/>
                  <a:pt x="181" y="61"/>
                  <a:pt x="177" y="61"/>
                </a:cubicBezTo>
                <a:cubicBezTo>
                  <a:pt x="172" y="61"/>
                  <a:pt x="169" y="62"/>
                  <a:pt x="166" y="65"/>
                </a:cubicBezTo>
                <a:cubicBezTo>
                  <a:pt x="163" y="68"/>
                  <a:pt x="161" y="72"/>
                  <a:pt x="161" y="76"/>
                </a:cubicBezTo>
                <a:close/>
                <a:moveTo>
                  <a:pt x="177" y="134"/>
                </a:moveTo>
                <a:cubicBezTo>
                  <a:pt x="181" y="134"/>
                  <a:pt x="185" y="132"/>
                  <a:pt x="188" y="129"/>
                </a:cubicBezTo>
                <a:cubicBezTo>
                  <a:pt x="191" y="126"/>
                  <a:pt x="192" y="122"/>
                  <a:pt x="192" y="118"/>
                </a:cubicBezTo>
                <a:cubicBezTo>
                  <a:pt x="192" y="114"/>
                  <a:pt x="191" y="110"/>
                  <a:pt x="188" y="107"/>
                </a:cubicBezTo>
                <a:cubicBezTo>
                  <a:pt x="185" y="104"/>
                  <a:pt x="181" y="103"/>
                  <a:pt x="177" y="103"/>
                </a:cubicBezTo>
                <a:cubicBezTo>
                  <a:pt x="172" y="103"/>
                  <a:pt x="169" y="104"/>
                  <a:pt x="166" y="107"/>
                </a:cubicBezTo>
                <a:cubicBezTo>
                  <a:pt x="163" y="110"/>
                  <a:pt x="161" y="114"/>
                  <a:pt x="161" y="118"/>
                </a:cubicBezTo>
                <a:cubicBezTo>
                  <a:pt x="161" y="122"/>
                  <a:pt x="163" y="126"/>
                  <a:pt x="166" y="129"/>
                </a:cubicBezTo>
                <a:cubicBezTo>
                  <a:pt x="169" y="132"/>
                  <a:pt x="172" y="134"/>
                  <a:pt x="177" y="13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0" name="Freeform 32"/>
          <p:cNvSpPr>
            <a:spLocks noEditPoints="1"/>
          </p:cNvSpPr>
          <p:nvPr/>
        </p:nvSpPr>
        <p:spPr bwMode="auto">
          <a:xfrm>
            <a:off x="2550726" y="2252895"/>
            <a:ext cx="297527" cy="243232"/>
          </a:xfrm>
          <a:custGeom>
            <a:avLst/>
            <a:gdLst>
              <a:gd name="T0" fmla="*/ 108 w 208"/>
              <a:gd name="T1" fmla="*/ 3 h 169"/>
              <a:gd name="T2" fmla="*/ 21 w 208"/>
              <a:gd name="T3" fmla="*/ 107 h 169"/>
              <a:gd name="T4" fmla="*/ 56 w 208"/>
              <a:gd name="T5" fmla="*/ 106 h 169"/>
              <a:gd name="T6" fmla="*/ 57 w 208"/>
              <a:gd name="T7" fmla="*/ 102 h 169"/>
              <a:gd name="T8" fmla="*/ 56 w 208"/>
              <a:gd name="T9" fmla="*/ 103 h 169"/>
              <a:gd name="T10" fmla="*/ 57 w 208"/>
              <a:gd name="T11" fmla="*/ 112 h 169"/>
              <a:gd name="T12" fmla="*/ 56 w 208"/>
              <a:gd name="T13" fmla="*/ 98 h 169"/>
              <a:gd name="T14" fmla="*/ 23 w 208"/>
              <a:gd name="T15" fmla="*/ 98 h 169"/>
              <a:gd name="T16" fmla="*/ 56 w 208"/>
              <a:gd name="T17" fmla="*/ 119 h 169"/>
              <a:gd name="T18" fmla="*/ 56 w 208"/>
              <a:gd name="T19" fmla="*/ 92 h 169"/>
              <a:gd name="T20" fmla="*/ 26 w 208"/>
              <a:gd name="T21" fmla="*/ 92 h 169"/>
              <a:gd name="T22" fmla="*/ 26 w 208"/>
              <a:gd name="T23" fmla="*/ 121 h 169"/>
              <a:gd name="T24" fmla="*/ 28 w 208"/>
              <a:gd name="T25" fmla="*/ 87 h 169"/>
              <a:gd name="T26" fmla="*/ 28 w 208"/>
              <a:gd name="T27" fmla="*/ 85 h 169"/>
              <a:gd name="T28" fmla="*/ 28 w 208"/>
              <a:gd name="T29" fmla="*/ 126 h 169"/>
              <a:gd name="T30" fmla="*/ 31 w 208"/>
              <a:gd name="T31" fmla="*/ 82 h 169"/>
              <a:gd name="T32" fmla="*/ 32 w 208"/>
              <a:gd name="T33" fmla="*/ 80 h 169"/>
              <a:gd name="T34" fmla="*/ 56 w 208"/>
              <a:gd name="T35" fmla="*/ 132 h 169"/>
              <a:gd name="T36" fmla="*/ 37 w 208"/>
              <a:gd name="T37" fmla="*/ 76 h 169"/>
              <a:gd name="T38" fmla="*/ 56 w 208"/>
              <a:gd name="T39" fmla="*/ 75 h 169"/>
              <a:gd name="T40" fmla="*/ 56 w 208"/>
              <a:gd name="T41" fmla="*/ 139 h 169"/>
              <a:gd name="T42" fmla="*/ 37 w 208"/>
              <a:gd name="T43" fmla="*/ 138 h 169"/>
              <a:gd name="T44" fmla="*/ 48 w 208"/>
              <a:gd name="T45" fmla="*/ 71 h 169"/>
              <a:gd name="T46" fmla="*/ 56 w 208"/>
              <a:gd name="T47" fmla="*/ 145 h 169"/>
              <a:gd name="T48" fmla="*/ 71 w 208"/>
              <a:gd name="T49" fmla="*/ 72 h 169"/>
              <a:gd name="T50" fmla="*/ 64 w 208"/>
              <a:gd name="T51" fmla="*/ 72 h 169"/>
              <a:gd name="T52" fmla="*/ 83 w 208"/>
              <a:gd name="T53" fmla="*/ 76 h 169"/>
              <a:gd name="T54" fmla="*/ 63 w 208"/>
              <a:gd name="T55" fmla="*/ 76 h 169"/>
              <a:gd name="T56" fmla="*/ 89 w 208"/>
              <a:gd name="T57" fmla="*/ 81 h 169"/>
              <a:gd name="T58" fmla="*/ 63 w 208"/>
              <a:gd name="T59" fmla="*/ 86 h 169"/>
              <a:gd name="T60" fmla="*/ 93 w 208"/>
              <a:gd name="T61" fmla="*/ 86 h 169"/>
              <a:gd name="T62" fmla="*/ 96 w 208"/>
              <a:gd name="T63" fmla="*/ 91 h 169"/>
              <a:gd name="T64" fmla="*/ 95 w 208"/>
              <a:gd name="T65" fmla="*/ 92 h 169"/>
              <a:gd name="T66" fmla="*/ 63 w 208"/>
              <a:gd name="T67" fmla="*/ 97 h 169"/>
              <a:gd name="T68" fmla="*/ 98 w 208"/>
              <a:gd name="T69" fmla="*/ 101 h 169"/>
              <a:gd name="T70" fmla="*/ 63 w 208"/>
              <a:gd name="T71" fmla="*/ 107 h 169"/>
              <a:gd name="T72" fmla="*/ 98 w 208"/>
              <a:gd name="T73" fmla="*/ 106 h 169"/>
              <a:gd name="T74" fmla="*/ 63 w 208"/>
              <a:gd name="T75" fmla="*/ 112 h 169"/>
              <a:gd name="T76" fmla="*/ 98 w 208"/>
              <a:gd name="T77" fmla="*/ 111 h 169"/>
              <a:gd name="T78" fmla="*/ 63 w 208"/>
              <a:gd name="T79" fmla="*/ 118 h 169"/>
              <a:gd name="T80" fmla="*/ 98 w 208"/>
              <a:gd name="T81" fmla="*/ 117 h 169"/>
              <a:gd name="T82" fmla="*/ 96 w 208"/>
              <a:gd name="T83" fmla="*/ 122 h 169"/>
              <a:gd name="T84" fmla="*/ 95 w 208"/>
              <a:gd name="T85" fmla="*/ 124 h 169"/>
              <a:gd name="T86" fmla="*/ 63 w 208"/>
              <a:gd name="T87" fmla="*/ 128 h 169"/>
              <a:gd name="T88" fmla="*/ 88 w 208"/>
              <a:gd name="T89" fmla="*/ 132 h 169"/>
              <a:gd name="T90" fmla="*/ 63 w 208"/>
              <a:gd name="T91" fmla="*/ 138 h 169"/>
              <a:gd name="T92" fmla="*/ 82 w 208"/>
              <a:gd name="T93" fmla="*/ 137 h 169"/>
              <a:gd name="T94" fmla="*/ 63 w 208"/>
              <a:gd name="T95" fmla="*/ 144 h 169"/>
              <a:gd name="T96" fmla="*/ 64 w 208"/>
              <a:gd name="T97" fmla="*/ 142 h 169"/>
              <a:gd name="T98" fmla="*/ 120 w 208"/>
              <a:gd name="T99" fmla="*/ 76 h 169"/>
              <a:gd name="T100" fmla="*/ 116 w 208"/>
              <a:gd name="T101" fmla="*/ 67 h 169"/>
              <a:gd name="T102" fmla="*/ 124 w 208"/>
              <a:gd name="T103" fmla="*/ 90 h 169"/>
              <a:gd name="T104" fmla="*/ 115 w 208"/>
              <a:gd name="T105" fmla="*/ 86 h 169"/>
              <a:gd name="T106" fmla="*/ 125 w 208"/>
              <a:gd name="T107" fmla="*/ 102 h 169"/>
              <a:gd name="T108" fmla="*/ 132 w 208"/>
              <a:gd name="T109" fmla="*/ 134 h 169"/>
              <a:gd name="T110" fmla="*/ 141 w 208"/>
              <a:gd name="T111" fmla="*/ 138 h 169"/>
              <a:gd name="T112" fmla="*/ 155 w 208"/>
              <a:gd name="T113" fmla="*/ 142 h 169"/>
              <a:gd name="T114" fmla="*/ 146 w 208"/>
              <a:gd name="T115" fmla="*/ 138 h 169"/>
              <a:gd name="T116" fmla="*/ 170 w 208"/>
              <a:gd name="T117" fmla="*/ 146 h 169"/>
              <a:gd name="T118" fmla="*/ 187 w 208"/>
              <a:gd name="T119" fmla="*/ 142 h 169"/>
              <a:gd name="T120" fmla="*/ 170 w 208"/>
              <a:gd name="T121" fmla="*/ 131 h 169"/>
              <a:gd name="T122" fmla="*/ 167 w 208"/>
              <a:gd name="T123" fmla="*/ 117 h 1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08" h="169">
                <a:moveTo>
                  <a:pt x="0" y="169"/>
                </a:moveTo>
                <a:cubicBezTo>
                  <a:pt x="0" y="45"/>
                  <a:pt x="0" y="45"/>
                  <a:pt x="0" y="45"/>
                </a:cubicBezTo>
                <a:cubicBezTo>
                  <a:pt x="59" y="45"/>
                  <a:pt x="59" y="45"/>
                  <a:pt x="59" y="45"/>
                </a:cubicBezTo>
                <a:cubicBezTo>
                  <a:pt x="104" y="0"/>
                  <a:pt x="104" y="0"/>
                  <a:pt x="104" y="0"/>
                </a:cubicBezTo>
                <a:cubicBezTo>
                  <a:pt x="108" y="3"/>
                  <a:pt x="108" y="3"/>
                  <a:pt x="108" y="3"/>
                </a:cubicBezTo>
                <a:cubicBezTo>
                  <a:pt x="66" y="45"/>
                  <a:pt x="66" y="45"/>
                  <a:pt x="66" y="45"/>
                </a:cubicBezTo>
                <a:cubicBezTo>
                  <a:pt x="208" y="45"/>
                  <a:pt x="208" y="45"/>
                  <a:pt x="208" y="45"/>
                </a:cubicBezTo>
                <a:cubicBezTo>
                  <a:pt x="208" y="169"/>
                  <a:pt x="208" y="169"/>
                  <a:pt x="208" y="169"/>
                </a:cubicBezTo>
                <a:lnTo>
                  <a:pt x="0" y="169"/>
                </a:lnTo>
                <a:close/>
                <a:moveTo>
                  <a:pt x="21" y="107"/>
                </a:moveTo>
                <a:cubicBezTo>
                  <a:pt x="21" y="108"/>
                  <a:pt x="21" y="108"/>
                  <a:pt x="22" y="108"/>
                </a:cubicBezTo>
                <a:cubicBezTo>
                  <a:pt x="56" y="108"/>
                  <a:pt x="56" y="108"/>
                  <a:pt x="56" y="108"/>
                </a:cubicBezTo>
                <a:cubicBezTo>
                  <a:pt x="57" y="108"/>
                  <a:pt x="57" y="108"/>
                  <a:pt x="57" y="107"/>
                </a:cubicBezTo>
                <a:cubicBezTo>
                  <a:pt x="57" y="106"/>
                  <a:pt x="57" y="106"/>
                  <a:pt x="56" y="106"/>
                </a:cubicBezTo>
                <a:cubicBezTo>
                  <a:pt x="56" y="106"/>
                  <a:pt x="56" y="106"/>
                  <a:pt x="56" y="106"/>
                </a:cubicBezTo>
                <a:cubicBezTo>
                  <a:pt x="22" y="106"/>
                  <a:pt x="22" y="106"/>
                  <a:pt x="22" y="106"/>
                </a:cubicBezTo>
                <a:cubicBezTo>
                  <a:pt x="22" y="106"/>
                  <a:pt x="22" y="106"/>
                  <a:pt x="22" y="106"/>
                </a:cubicBezTo>
                <a:cubicBezTo>
                  <a:pt x="21" y="106"/>
                  <a:pt x="21" y="106"/>
                  <a:pt x="21" y="107"/>
                </a:cubicBezTo>
                <a:close/>
                <a:moveTo>
                  <a:pt x="56" y="103"/>
                </a:moveTo>
                <a:cubicBezTo>
                  <a:pt x="57" y="103"/>
                  <a:pt x="57" y="103"/>
                  <a:pt x="57" y="102"/>
                </a:cubicBezTo>
                <a:cubicBezTo>
                  <a:pt x="57" y="101"/>
                  <a:pt x="57" y="101"/>
                  <a:pt x="56" y="101"/>
                </a:cubicBezTo>
                <a:cubicBezTo>
                  <a:pt x="22" y="101"/>
                  <a:pt x="22" y="101"/>
                  <a:pt x="22" y="101"/>
                </a:cubicBezTo>
                <a:cubicBezTo>
                  <a:pt x="21" y="101"/>
                  <a:pt x="21" y="101"/>
                  <a:pt x="21" y="102"/>
                </a:cubicBezTo>
                <a:cubicBezTo>
                  <a:pt x="21" y="103"/>
                  <a:pt x="21" y="103"/>
                  <a:pt x="22" y="103"/>
                </a:cubicBezTo>
                <a:lnTo>
                  <a:pt x="56" y="103"/>
                </a:lnTo>
                <a:close/>
                <a:moveTo>
                  <a:pt x="21" y="112"/>
                </a:moveTo>
                <a:cubicBezTo>
                  <a:pt x="21" y="112"/>
                  <a:pt x="21" y="113"/>
                  <a:pt x="21" y="113"/>
                </a:cubicBezTo>
                <a:cubicBezTo>
                  <a:pt x="22" y="113"/>
                  <a:pt x="22" y="113"/>
                  <a:pt x="22" y="113"/>
                </a:cubicBezTo>
                <a:cubicBezTo>
                  <a:pt x="56" y="113"/>
                  <a:pt x="56" y="113"/>
                  <a:pt x="56" y="113"/>
                </a:cubicBezTo>
                <a:cubicBezTo>
                  <a:pt x="57" y="113"/>
                  <a:pt x="57" y="113"/>
                  <a:pt x="57" y="112"/>
                </a:cubicBezTo>
                <a:cubicBezTo>
                  <a:pt x="57" y="111"/>
                  <a:pt x="57" y="111"/>
                  <a:pt x="56" y="111"/>
                </a:cubicBezTo>
                <a:cubicBezTo>
                  <a:pt x="22" y="111"/>
                  <a:pt x="22" y="111"/>
                  <a:pt x="22" y="111"/>
                </a:cubicBezTo>
                <a:cubicBezTo>
                  <a:pt x="22" y="111"/>
                  <a:pt x="22" y="111"/>
                  <a:pt x="21" y="111"/>
                </a:cubicBezTo>
                <a:cubicBezTo>
                  <a:pt x="21" y="112"/>
                  <a:pt x="21" y="112"/>
                  <a:pt x="21" y="112"/>
                </a:cubicBezTo>
                <a:close/>
                <a:moveTo>
                  <a:pt x="56" y="98"/>
                </a:moveTo>
                <a:cubicBezTo>
                  <a:pt x="57" y="98"/>
                  <a:pt x="57" y="97"/>
                  <a:pt x="57" y="97"/>
                </a:cubicBezTo>
                <a:cubicBezTo>
                  <a:pt x="57" y="96"/>
                  <a:pt x="57" y="95"/>
                  <a:pt x="56" y="95"/>
                </a:cubicBezTo>
                <a:cubicBezTo>
                  <a:pt x="23" y="95"/>
                  <a:pt x="23" y="95"/>
                  <a:pt x="23" y="95"/>
                </a:cubicBezTo>
                <a:cubicBezTo>
                  <a:pt x="23" y="95"/>
                  <a:pt x="22" y="96"/>
                  <a:pt x="22" y="97"/>
                </a:cubicBezTo>
                <a:cubicBezTo>
                  <a:pt x="22" y="97"/>
                  <a:pt x="23" y="98"/>
                  <a:pt x="23" y="98"/>
                </a:cubicBezTo>
                <a:lnTo>
                  <a:pt x="56" y="98"/>
                </a:lnTo>
                <a:close/>
                <a:moveTo>
                  <a:pt x="22" y="117"/>
                </a:moveTo>
                <a:cubicBezTo>
                  <a:pt x="22" y="118"/>
                  <a:pt x="23" y="119"/>
                  <a:pt x="23" y="119"/>
                </a:cubicBezTo>
                <a:cubicBezTo>
                  <a:pt x="23" y="118"/>
                  <a:pt x="23" y="118"/>
                  <a:pt x="23" y="118"/>
                </a:cubicBezTo>
                <a:cubicBezTo>
                  <a:pt x="56" y="119"/>
                  <a:pt x="56" y="119"/>
                  <a:pt x="56" y="119"/>
                </a:cubicBezTo>
                <a:cubicBezTo>
                  <a:pt x="57" y="119"/>
                  <a:pt x="57" y="118"/>
                  <a:pt x="57" y="117"/>
                </a:cubicBezTo>
                <a:cubicBezTo>
                  <a:pt x="57" y="116"/>
                  <a:pt x="57" y="116"/>
                  <a:pt x="56" y="116"/>
                </a:cubicBezTo>
                <a:cubicBezTo>
                  <a:pt x="23" y="116"/>
                  <a:pt x="23" y="116"/>
                  <a:pt x="23" y="116"/>
                </a:cubicBezTo>
                <a:cubicBezTo>
                  <a:pt x="23" y="116"/>
                  <a:pt x="22" y="116"/>
                  <a:pt x="22" y="117"/>
                </a:cubicBezTo>
                <a:close/>
                <a:moveTo>
                  <a:pt x="56" y="92"/>
                </a:moveTo>
                <a:cubicBezTo>
                  <a:pt x="57" y="92"/>
                  <a:pt x="57" y="92"/>
                  <a:pt x="57" y="91"/>
                </a:cubicBezTo>
                <a:cubicBezTo>
                  <a:pt x="57" y="90"/>
                  <a:pt x="57" y="90"/>
                  <a:pt x="56" y="90"/>
                </a:cubicBezTo>
                <a:cubicBezTo>
                  <a:pt x="26" y="90"/>
                  <a:pt x="26" y="90"/>
                  <a:pt x="26" y="90"/>
                </a:cubicBezTo>
                <a:cubicBezTo>
                  <a:pt x="25" y="90"/>
                  <a:pt x="24" y="90"/>
                  <a:pt x="24" y="91"/>
                </a:cubicBezTo>
                <a:cubicBezTo>
                  <a:pt x="24" y="92"/>
                  <a:pt x="25" y="92"/>
                  <a:pt x="26" y="92"/>
                </a:cubicBezTo>
                <a:lnTo>
                  <a:pt x="56" y="92"/>
                </a:lnTo>
                <a:close/>
                <a:moveTo>
                  <a:pt x="56" y="124"/>
                </a:moveTo>
                <a:cubicBezTo>
                  <a:pt x="57" y="124"/>
                  <a:pt x="57" y="123"/>
                  <a:pt x="57" y="122"/>
                </a:cubicBezTo>
                <a:cubicBezTo>
                  <a:pt x="57" y="122"/>
                  <a:pt x="57" y="121"/>
                  <a:pt x="56" y="121"/>
                </a:cubicBezTo>
                <a:cubicBezTo>
                  <a:pt x="26" y="121"/>
                  <a:pt x="26" y="121"/>
                  <a:pt x="26" y="121"/>
                </a:cubicBezTo>
                <a:cubicBezTo>
                  <a:pt x="25" y="121"/>
                  <a:pt x="24" y="122"/>
                  <a:pt x="24" y="122"/>
                </a:cubicBezTo>
                <a:cubicBezTo>
                  <a:pt x="24" y="123"/>
                  <a:pt x="25" y="124"/>
                  <a:pt x="26" y="124"/>
                </a:cubicBezTo>
                <a:lnTo>
                  <a:pt x="56" y="124"/>
                </a:lnTo>
                <a:close/>
                <a:moveTo>
                  <a:pt x="27" y="86"/>
                </a:moveTo>
                <a:cubicBezTo>
                  <a:pt x="27" y="87"/>
                  <a:pt x="27" y="87"/>
                  <a:pt x="28" y="87"/>
                </a:cubicBezTo>
                <a:cubicBezTo>
                  <a:pt x="28" y="87"/>
                  <a:pt x="28" y="87"/>
                  <a:pt x="28" y="87"/>
                </a:cubicBezTo>
                <a:cubicBezTo>
                  <a:pt x="56" y="87"/>
                  <a:pt x="56" y="87"/>
                  <a:pt x="56" y="87"/>
                </a:cubicBezTo>
                <a:cubicBezTo>
                  <a:pt x="57" y="87"/>
                  <a:pt x="57" y="87"/>
                  <a:pt x="57" y="86"/>
                </a:cubicBezTo>
                <a:cubicBezTo>
                  <a:pt x="57" y="85"/>
                  <a:pt x="57" y="85"/>
                  <a:pt x="56" y="85"/>
                </a:cubicBezTo>
                <a:cubicBezTo>
                  <a:pt x="28" y="85"/>
                  <a:pt x="28" y="85"/>
                  <a:pt x="28" y="85"/>
                </a:cubicBezTo>
                <a:cubicBezTo>
                  <a:pt x="27" y="85"/>
                  <a:pt x="27" y="85"/>
                  <a:pt x="27" y="86"/>
                </a:cubicBezTo>
                <a:close/>
                <a:moveTo>
                  <a:pt x="56" y="129"/>
                </a:moveTo>
                <a:cubicBezTo>
                  <a:pt x="57" y="129"/>
                  <a:pt x="57" y="129"/>
                  <a:pt x="57" y="128"/>
                </a:cubicBezTo>
                <a:cubicBezTo>
                  <a:pt x="57" y="127"/>
                  <a:pt x="57" y="126"/>
                  <a:pt x="56" y="126"/>
                </a:cubicBezTo>
                <a:cubicBezTo>
                  <a:pt x="28" y="126"/>
                  <a:pt x="28" y="126"/>
                  <a:pt x="28" y="126"/>
                </a:cubicBezTo>
                <a:cubicBezTo>
                  <a:pt x="27" y="126"/>
                  <a:pt x="27" y="127"/>
                  <a:pt x="27" y="128"/>
                </a:cubicBezTo>
                <a:cubicBezTo>
                  <a:pt x="27" y="129"/>
                  <a:pt x="27" y="129"/>
                  <a:pt x="28" y="129"/>
                </a:cubicBezTo>
                <a:lnTo>
                  <a:pt x="56" y="129"/>
                </a:lnTo>
                <a:close/>
                <a:moveTo>
                  <a:pt x="31" y="81"/>
                </a:moveTo>
                <a:cubicBezTo>
                  <a:pt x="31" y="81"/>
                  <a:pt x="31" y="82"/>
                  <a:pt x="31" y="82"/>
                </a:cubicBezTo>
                <a:cubicBezTo>
                  <a:pt x="32" y="82"/>
                  <a:pt x="32" y="82"/>
                  <a:pt x="32" y="82"/>
                </a:cubicBezTo>
                <a:cubicBezTo>
                  <a:pt x="56" y="82"/>
                  <a:pt x="56" y="82"/>
                  <a:pt x="56" y="82"/>
                </a:cubicBezTo>
                <a:cubicBezTo>
                  <a:pt x="57" y="82"/>
                  <a:pt x="57" y="82"/>
                  <a:pt x="57" y="81"/>
                </a:cubicBezTo>
                <a:cubicBezTo>
                  <a:pt x="57" y="80"/>
                  <a:pt x="57" y="80"/>
                  <a:pt x="56" y="80"/>
                </a:cubicBezTo>
                <a:cubicBezTo>
                  <a:pt x="32" y="80"/>
                  <a:pt x="32" y="80"/>
                  <a:pt x="32" y="80"/>
                </a:cubicBezTo>
                <a:cubicBezTo>
                  <a:pt x="32" y="80"/>
                  <a:pt x="32" y="80"/>
                  <a:pt x="31" y="80"/>
                </a:cubicBezTo>
                <a:cubicBezTo>
                  <a:pt x="31" y="80"/>
                  <a:pt x="31" y="81"/>
                  <a:pt x="31" y="81"/>
                </a:cubicBezTo>
                <a:close/>
                <a:moveTo>
                  <a:pt x="56" y="134"/>
                </a:moveTo>
                <a:cubicBezTo>
                  <a:pt x="57" y="134"/>
                  <a:pt x="57" y="134"/>
                  <a:pt x="57" y="133"/>
                </a:cubicBezTo>
                <a:cubicBezTo>
                  <a:pt x="57" y="132"/>
                  <a:pt x="57" y="132"/>
                  <a:pt x="56" y="132"/>
                </a:cubicBezTo>
                <a:cubicBezTo>
                  <a:pt x="32" y="132"/>
                  <a:pt x="32" y="132"/>
                  <a:pt x="32" y="132"/>
                </a:cubicBezTo>
                <a:cubicBezTo>
                  <a:pt x="31" y="132"/>
                  <a:pt x="31" y="132"/>
                  <a:pt x="31" y="133"/>
                </a:cubicBezTo>
                <a:cubicBezTo>
                  <a:pt x="31" y="134"/>
                  <a:pt x="31" y="134"/>
                  <a:pt x="32" y="134"/>
                </a:cubicBezTo>
                <a:lnTo>
                  <a:pt x="56" y="134"/>
                </a:lnTo>
                <a:close/>
                <a:moveTo>
                  <a:pt x="37" y="76"/>
                </a:moveTo>
                <a:cubicBezTo>
                  <a:pt x="37" y="77"/>
                  <a:pt x="37" y="77"/>
                  <a:pt x="38" y="77"/>
                </a:cubicBezTo>
                <a:cubicBezTo>
                  <a:pt x="56" y="77"/>
                  <a:pt x="56" y="77"/>
                  <a:pt x="56" y="77"/>
                </a:cubicBezTo>
                <a:cubicBezTo>
                  <a:pt x="57" y="77"/>
                  <a:pt x="57" y="77"/>
                  <a:pt x="57" y="76"/>
                </a:cubicBezTo>
                <a:cubicBezTo>
                  <a:pt x="57" y="75"/>
                  <a:pt x="57" y="74"/>
                  <a:pt x="56" y="74"/>
                </a:cubicBezTo>
                <a:cubicBezTo>
                  <a:pt x="56" y="75"/>
                  <a:pt x="56" y="75"/>
                  <a:pt x="56" y="75"/>
                </a:cubicBezTo>
                <a:cubicBezTo>
                  <a:pt x="38" y="74"/>
                  <a:pt x="38" y="74"/>
                  <a:pt x="38" y="74"/>
                </a:cubicBezTo>
                <a:cubicBezTo>
                  <a:pt x="37" y="74"/>
                  <a:pt x="37" y="75"/>
                  <a:pt x="37" y="76"/>
                </a:cubicBezTo>
                <a:close/>
                <a:moveTo>
                  <a:pt x="37" y="138"/>
                </a:moveTo>
                <a:cubicBezTo>
                  <a:pt x="37" y="139"/>
                  <a:pt x="37" y="139"/>
                  <a:pt x="38" y="139"/>
                </a:cubicBezTo>
                <a:cubicBezTo>
                  <a:pt x="56" y="139"/>
                  <a:pt x="56" y="139"/>
                  <a:pt x="56" y="139"/>
                </a:cubicBezTo>
                <a:cubicBezTo>
                  <a:pt x="57" y="139"/>
                  <a:pt x="57" y="139"/>
                  <a:pt x="57" y="138"/>
                </a:cubicBezTo>
                <a:cubicBezTo>
                  <a:pt x="57" y="137"/>
                  <a:pt x="57" y="137"/>
                  <a:pt x="56" y="137"/>
                </a:cubicBezTo>
                <a:cubicBezTo>
                  <a:pt x="56" y="137"/>
                  <a:pt x="56" y="137"/>
                  <a:pt x="56" y="137"/>
                </a:cubicBezTo>
                <a:cubicBezTo>
                  <a:pt x="38" y="137"/>
                  <a:pt x="38" y="137"/>
                  <a:pt x="38" y="137"/>
                </a:cubicBezTo>
                <a:cubicBezTo>
                  <a:pt x="37" y="137"/>
                  <a:pt x="37" y="137"/>
                  <a:pt x="37" y="138"/>
                </a:cubicBezTo>
                <a:close/>
                <a:moveTo>
                  <a:pt x="56" y="72"/>
                </a:moveTo>
                <a:cubicBezTo>
                  <a:pt x="57" y="72"/>
                  <a:pt x="57" y="71"/>
                  <a:pt x="57" y="71"/>
                </a:cubicBezTo>
                <a:cubicBezTo>
                  <a:pt x="57" y="70"/>
                  <a:pt x="57" y="69"/>
                  <a:pt x="56" y="69"/>
                </a:cubicBezTo>
                <a:cubicBezTo>
                  <a:pt x="49" y="69"/>
                  <a:pt x="49" y="69"/>
                  <a:pt x="49" y="69"/>
                </a:cubicBezTo>
                <a:cubicBezTo>
                  <a:pt x="48" y="69"/>
                  <a:pt x="48" y="70"/>
                  <a:pt x="48" y="71"/>
                </a:cubicBezTo>
                <a:cubicBezTo>
                  <a:pt x="48" y="71"/>
                  <a:pt x="48" y="72"/>
                  <a:pt x="49" y="72"/>
                </a:cubicBezTo>
                <a:lnTo>
                  <a:pt x="56" y="72"/>
                </a:lnTo>
                <a:close/>
                <a:moveTo>
                  <a:pt x="48" y="143"/>
                </a:moveTo>
                <a:cubicBezTo>
                  <a:pt x="48" y="144"/>
                  <a:pt x="48" y="145"/>
                  <a:pt x="49" y="145"/>
                </a:cubicBezTo>
                <a:cubicBezTo>
                  <a:pt x="56" y="145"/>
                  <a:pt x="56" y="145"/>
                  <a:pt x="56" y="145"/>
                </a:cubicBezTo>
                <a:cubicBezTo>
                  <a:pt x="57" y="145"/>
                  <a:pt x="57" y="144"/>
                  <a:pt x="57" y="143"/>
                </a:cubicBezTo>
                <a:cubicBezTo>
                  <a:pt x="57" y="142"/>
                  <a:pt x="57" y="142"/>
                  <a:pt x="56" y="142"/>
                </a:cubicBezTo>
                <a:cubicBezTo>
                  <a:pt x="49" y="142"/>
                  <a:pt x="49" y="142"/>
                  <a:pt x="49" y="142"/>
                </a:cubicBezTo>
                <a:cubicBezTo>
                  <a:pt x="48" y="142"/>
                  <a:pt x="48" y="142"/>
                  <a:pt x="48" y="143"/>
                </a:cubicBezTo>
                <a:close/>
                <a:moveTo>
                  <a:pt x="71" y="72"/>
                </a:moveTo>
                <a:cubicBezTo>
                  <a:pt x="72" y="72"/>
                  <a:pt x="73" y="71"/>
                  <a:pt x="73" y="71"/>
                </a:cubicBezTo>
                <a:cubicBezTo>
                  <a:pt x="73" y="70"/>
                  <a:pt x="72" y="69"/>
                  <a:pt x="71" y="69"/>
                </a:cubicBezTo>
                <a:cubicBezTo>
                  <a:pt x="64" y="69"/>
                  <a:pt x="64" y="69"/>
                  <a:pt x="64" y="69"/>
                </a:cubicBezTo>
                <a:cubicBezTo>
                  <a:pt x="63" y="69"/>
                  <a:pt x="63" y="70"/>
                  <a:pt x="63" y="71"/>
                </a:cubicBezTo>
                <a:cubicBezTo>
                  <a:pt x="63" y="71"/>
                  <a:pt x="63" y="72"/>
                  <a:pt x="64" y="72"/>
                </a:cubicBezTo>
                <a:lnTo>
                  <a:pt x="71" y="72"/>
                </a:lnTo>
                <a:close/>
                <a:moveTo>
                  <a:pt x="63" y="76"/>
                </a:moveTo>
                <a:cubicBezTo>
                  <a:pt x="63" y="77"/>
                  <a:pt x="63" y="77"/>
                  <a:pt x="64" y="77"/>
                </a:cubicBezTo>
                <a:cubicBezTo>
                  <a:pt x="82" y="77"/>
                  <a:pt x="82" y="77"/>
                  <a:pt x="82" y="77"/>
                </a:cubicBezTo>
                <a:cubicBezTo>
                  <a:pt x="83" y="77"/>
                  <a:pt x="83" y="77"/>
                  <a:pt x="83" y="76"/>
                </a:cubicBezTo>
                <a:cubicBezTo>
                  <a:pt x="83" y="75"/>
                  <a:pt x="83" y="74"/>
                  <a:pt x="82" y="74"/>
                </a:cubicBezTo>
                <a:cubicBezTo>
                  <a:pt x="82" y="75"/>
                  <a:pt x="82" y="75"/>
                  <a:pt x="82" y="75"/>
                </a:cubicBezTo>
                <a:cubicBezTo>
                  <a:pt x="64" y="74"/>
                  <a:pt x="64" y="74"/>
                  <a:pt x="64" y="74"/>
                </a:cubicBezTo>
                <a:cubicBezTo>
                  <a:pt x="64" y="74"/>
                  <a:pt x="63" y="74"/>
                  <a:pt x="63" y="75"/>
                </a:cubicBezTo>
                <a:cubicBezTo>
                  <a:pt x="63" y="75"/>
                  <a:pt x="63" y="75"/>
                  <a:pt x="63" y="76"/>
                </a:cubicBezTo>
                <a:close/>
                <a:moveTo>
                  <a:pt x="63" y="81"/>
                </a:moveTo>
                <a:cubicBezTo>
                  <a:pt x="63" y="81"/>
                  <a:pt x="63" y="82"/>
                  <a:pt x="63" y="82"/>
                </a:cubicBezTo>
                <a:cubicBezTo>
                  <a:pt x="63" y="82"/>
                  <a:pt x="64" y="82"/>
                  <a:pt x="64" y="82"/>
                </a:cubicBezTo>
                <a:cubicBezTo>
                  <a:pt x="88" y="82"/>
                  <a:pt x="88" y="82"/>
                  <a:pt x="88" y="82"/>
                </a:cubicBezTo>
                <a:cubicBezTo>
                  <a:pt x="89" y="82"/>
                  <a:pt x="89" y="82"/>
                  <a:pt x="89" y="81"/>
                </a:cubicBezTo>
                <a:cubicBezTo>
                  <a:pt x="89" y="80"/>
                  <a:pt x="89" y="80"/>
                  <a:pt x="88" y="80"/>
                </a:cubicBezTo>
                <a:cubicBezTo>
                  <a:pt x="64" y="80"/>
                  <a:pt x="64" y="80"/>
                  <a:pt x="64" y="80"/>
                </a:cubicBezTo>
                <a:cubicBezTo>
                  <a:pt x="64" y="80"/>
                  <a:pt x="63" y="80"/>
                  <a:pt x="63" y="80"/>
                </a:cubicBezTo>
                <a:cubicBezTo>
                  <a:pt x="63" y="80"/>
                  <a:pt x="63" y="81"/>
                  <a:pt x="63" y="81"/>
                </a:cubicBezTo>
                <a:close/>
                <a:moveTo>
                  <a:pt x="63" y="86"/>
                </a:moveTo>
                <a:cubicBezTo>
                  <a:pt x="63" y="86"/>
                  <a:pt x="63" y="87"/>
                  <a:pt x="63" y="87"/>
                </a:cubicBezTo>
                <a:cubicBezTo>
                  <a:pt x="63" y="87"/>
                  <a:pt x="64" y="87"/>
                  <a:pt x="64" y="87"/>
                </a:cubicBezTo>
                <a:cubicBezTo>
                  <a:pt x="64" y="87"/>
                  <a:pt x="64" y="87"/>
                  <a:pt x="64" y="87"/>
                </a:cubicBezTo>
                <a:cubicBezTo>
                  <a:pt x="92" y="87"/>
                  <a:pt x="92" y="87"/>
                  <a:pt x="92" y="87"/>
                </a:cubicBezTo>
                <a:cubicBezTo>
                  <a:pt x="93" y="87"/>
                  <a:pt x="93" y="87"/>
                  <a:pt x="93" y="86"/>
                </a:cubicBezTo>
                <a:cubicBezTo>
                  <a:pt x="93" y="85"/>
                  <a:pt x="93" y="85"/>
                  <a:pt x="92" y="85"/>
                </a:cubicBezTo>
                <a:cubicBezTo>
                  <a:pt x="64" y="85"/>
                  <a:pt x="64" y="85"/>
                  <a:pt x="64" y="85"/>
                </a:cubicBezTo>
                <a:cubicBezTo>
                  <a:pt x="63" y="85"/>
                  <a:pt x="63" y="85"/>
                  <a:pt x="63" y="86"/>
                </a:cubicBezTo>
                <a:close/>
                <a:moveTo>
                  <a:pt x="95" y="92"/>
                </a:moveTo>
                <a:cubicBezTo>
                  <a:pt x="96" y="92"/>
                  <a:pt x="96" y="92"/>
                  <a:pt x="96" y="91"/>
                </a:cubicBezTo>
                <a:cubicBezTo>
                  <a:pt x="96" y="90"/>
                  <a:pt x="96" y="90"/>
                  <a:pt x="95" y="90"/>
                </a:cubicBezTo>
                <a:cubicBezTo>
                  <a:pt x="64" y="90"/>
                  <a:pt x="64" y="90"/>
                  <a:pt x="64" y="90"/>
                </a:cubicBezTo>
                <a:cubicBezTo>
                  <a:pt x="63" y="90"/>
                  <a:pt x="63" y="90"/>
                  <a:pt x="63" y="91"/>
                </a:cubicBezTo>
                <a:cubicBezTo>
                  <a:pt x="63" y="92"/>
                  <a:pt x="63" y="92"/>
                  <a:pt x="64" y="92"/>
                </a:cubicBezTo>
                <a:lnTo>
                  <a:pt x="95" y="92"/>
                </a:lnTo>
                <a:close/>
                <a:moveTo>
                  <a:pt x="97" y="98"/>
                </a:moveTo>
                <a:cubicBezTo>
                  <a:pt x="98" y="98"/>
                  <a:pt x="98" y="97"/>
                  <a:pt x="98" y="97"/>
                </a:cubicBezTo>
                <a:cubicBezTo>
                  <a:pt x="98" y="96"/>
                  <a:pt x="98" y="95"/>
                  <a:pt x="97" y="95"/>
                </a:cubicBezTo>
                <a:cubicBezTo>
                  <a:pt x="64" y="95"/>
                  <a:pt x="64" y="95"/>
                  <a:pt x="64" y="95"/>
                </a:cubicBezTo>
                <a:cubicBezTo>
                  <a:pt x="63" y="95"/>
                  <a:pt x="63" y="96"/>
                  <a:pt x="63" y="97"/>
                </a:cubicBezTo>
                <a:cubicBezTo>
                  <a:pt x="63" y="97"/>
                  <a:pt x="63" y="98"/>
                  <a:pt x="64" y="98"/>
                </a:cubicBezTo>
                <a:lnTo>
                  <a:pt x="97" y="98"/>
                </a:lnTo>
                <a:close/>
                <a:moveTo>
                  <a:pt x="98" y="103"/>
                </a:moveTo>
                <a:cubicBezTo>
                  <a:pt x="99" y="103"/>
                  <a:pt x="99" y="103"/>
                  <a:pt x="99" y="102"/>
                </a:cubicBezTo>
                <a:cubicBezTo>
                  <a:pt x="99" y="101"/>
                  <a:pt x="99" y="101"/>
                  <a:pt x="98" y="101"/>
                </a:cubicBezTo>
                <a:cubicBezTo>
                  <a:pt x="64" y="101"/>
                  <a:pt x="64" y="101"/>
                  <a:pt x="64" y="101"/>
                </a:cubicBezTo>
                <a:cubicBezTo>
                  <a:pt x="63" y="101"/>
                  <a:pt x="63" y="101"/>
                  <a:pt x="63" y="102"/>
                </a:cubicBezTo>
                <a:cubicBezTo>
                  <a:pt x="63" y="103"/>
                  <a:pt x="63" y="103"/>
                  <a:pt x="64" y="103"/>
                </a:cubicBezTo>
                <a:lnTo>
                  <a:pt x="98" y="103"/>
                </a:lnTo>
                <a:close/>
                <a:moveTo>
                  <a:pt x="63" y="107"/>
                </a:moveTo>
                <a:cubicBezTo>
                  <a:pt x="63" y="108"/>
                  <a:pt x="63" y="108"/>
                  <a:pt x="64" y="108"/>
                </a:cubicBezTo>
                <a:cubicBezTo>
                  <a:pt x="98" y="108"/>
                  <a:pt x="98" y="108"/>
                  <a:pt x="98" y="108"/>
                </a:cubicBezTo>
                <a:cubicBezTo>
                  <a:pt x="99" y="108"/>
                  <a:pt x="100" y="108"/>
                  <a:pt x="100" y="107"/>
                </a:cubicBezTo>
                <a:cubicBezTo>
                  <a:pt x="100" y="107"/>
                  <a:pt x="99" y="106"/>
                  <a:pt x="99" y="106"/>
                </a:cubicBezTo>
                <a:cubicBezTo>
                  <a:pt x="99" y="106"/>
                  <a:pt x="99" y="106"/>
                  <a:pt x="98" y="106"/>
                </a:cubicBezTo>
                <a:cubicBezTo>
                  <a:pt x="98" y="106"/>
                  <a:pt x="98" y="106"/>
                  <a:pt x="98" y="106"/>
                </a:cubicBezTo>
                <a:cubicBezTo>
                  <a:pt x="64" y="106"/>
                  <a:pt x="64" y="106"/>
                  <a:pt x="64" y="106"/>
                </a:cubicBezTo>
                <a:cubicBezTo>
                  <a:pt x="64" y="106"/>
                  <a:pt x="63" y="106"/>
                  <a:pt x="63" y="106"/>
                </a:cubicBezTo>
                <a:cubicBezTo>
                  <a:pt x="63" y="106"/>
                  <a:pt x="63" y="107"/>
                  <a:pt x="63" y="107"/>
                </a:cubicBezTo>
                <a:close/>
                <a:moveTo>
                  <a:pt x="63" y="112"/>
                </a:moveTo>
                <a:cubicBezTo>
                  <a:pt x="63" y="112"/>
                  <a:pt x="63" y="113"/>
                  <a:pt x="63" y="113"/>
                </a:cubicBezTo>
                <a:cubicBezTo>
                  <a:pt x="63" y="113"/>
                  <a:pt x="64" y="113"/>
                  <a:pt x="64" y="113"/>
                </a:cubicBezTo>
                <a:cubicBezTo>
                  <a:pt x="98" y="113"/>
                  <a:pt x="98" y="113"/>
                  <a:pt x="98" y="113"/>
                </a:cubicBezTo>
                <a:cubicBezTo>
                  <a:pt x="99" y="113"/>
                  <a:pt x="99" y="113"/>
                  <a:pt x="99" y="112"/>
                </a:cubicBezTo>
                <a:cubicBezTo>
                  <a:pt x="99" y="111"/>
                  <a:pt x="99" y="111"/>
                  <a:pt x="98" y="111"/>
                </a:cubicBezTo>
                <a:cubicBezTo>
                  <a:pt x="64" y="111"/>
                  <a:pt x="64" y="111"/>
                  <a:pt x="64" y="111"/>
                </a:cubicBezTo>
                <a:cubicBezTo>
                  <a:pt x="64" y="111"/>
                  <a:pt x="63" y="111"/>
                  <a:pt x="63" y="111"/>
                </a:cubicBezTo>
                <a:cubicBezTo>
                  <a:pt x="63" y="112"/>
                  <a:pt x="63" y="112"/>
                  <a:pt x="63" y="112"/>
                </a:cubicBezTo>
                <a:close/>
                <a:moveTo>
                  <a:pt x="63" y="117"/>
                </a:moveTo>
                <a:cubicBezTo>
                  <a:pt x="63" y="118"/>
                  <a:pt x="63" y="118"/>
                  <a:pt x="63" y="118"/>
                </a:cubicBezTo>
                <a:cubicBezTo>
                  <a:pt x="63" y="119"/>
                  <a:pt x="64" y="119"/>
                  <a:pt x="64" y="119"/>
                </a:cubicBezTo>
                <a:cubicBezTo>
                  <a:pt x="64" y="118"/>
                  <a:pt x="64" y="118"/>
                  <a:pt x="64" y="118"/>
                </a:cubicBezTo>
                <a:cubicBezTo>
                  <a:pt x="97" y="119"/>
                  <a:pt x="97" y="119"/>
                  <a:pt x="97" y="119"/>
                </a:cubicBezTo>
                <a:cubicBezTo>
                  <a:pt x="97" y="119"/>
                  <a:pt x="97" y="119"/>
                  <a:pt x="97" y="119"/>
                </a:cubicBezTo>
                <a:cubicBezTo>
                  <a:pt x="98" y="119"/>
                  <a:pt x="98" y="118"/>
                  <a:pt x="98" y="117"/>
                </a:cubicBezTo>
                <a:cubicBezTo>
                  <a:pt x="98" y="116"/>
                  <a:pt x="98" y="116"/>
                  <a:pt x="97" y="116"/>
                </a:cubicBezTo>
                <a:cubicBezTo>
                  <a:pt x="64" y="116"/>
                  <a:pt x="64" y="116"/>
                  <a:pt x="64" y="116"/>
                </a:cubicBezTo>
                <a:cubicBezTo>
                  <a:pt x="63" y="116"/>
                  <a:pt x="63" y="116"/>
                  <a:pt x="63" y="117"/>
                </a:cubicBezTo>
                <a:close/>
                <a:moveTo>
                  <a:pt x="95" y="124"/>
                </a:moveTo>
                <a:cubicBezTo>
                  <a:pt x="96" y="124"/>
                  <a:pt x="96" y="123"/>
                  <a:pt x="96" y="122"/>
                </a:cubicBezTo>
                <a:cubicBezTo>
                  <a:pt x="96" y="122"/>
                  <a:pt x="96" y="121"/>
                  <a:pt x="95" y="121"/>
                </a:cubicBezTo>
                <a:cubicBezTo>
                  <a:pt x="64" y="121"/>
                  <a:pt x="64" y="121"/>
                  <a:pt x="64" y="121"/>
                </a:cubicBezTo>
                <a:cubicBezTo>
                  <a:pt x="63" y="121"/>
                  <a:pt x="63" y="122"/>
                  <a:pt x="63" y="122"/>
                </a:cubicBezTo>
                <a:cubicBezTo>
                  <a:pt x="63" y="123"/>
                  <a:pt x="63" y="124"/>
                  <a:pt x="64" y="124"/>
                </a:cubicBezTo>
                <a:lnTo>
                  <a:pt x="95" y="124"/>
                </a:lnTo>
                <a:close/>
                <a:moveTo>
                  <a:pt x="92" y="129"/>
                </a:moveTo>
                <a:cubicBezTo>
                  <a:pt x="93" y="129"/>
                  <a:pt x="93" y="129"/>
                  <a:pt x="93" y="128"/>
                </a:cubicBezTo>
                <a:cubicBezTo>
                  <a:pt x="93" y="127"/>
                  <a:pt x="93" y="126"/>
                  <a:pt x="92" y="126"/>
                </a:cubicBezTo>
                <a:cubicBezTo>
                  <a:pt x="64" y="126"/>
                  <a:pt x="64" y="126"/>
                  <a:pt x="64" y="126"/>
                </a:cubicBezTo>
                <a:cubicBezTo>
                  <a:pt x="63" y="126"/>
                  <a:pt x="63" y="127"/>
                  <a:pt x="63" y="128"/>
                </a:cubicBezTo>
                <a:cubicBezTo>
                  <a:pt x="63" y="129"/>
                  <a:pt x="63" y="129"/>
                  <a:pt x="64" y="129"/>
                </a:cubicBezTo>
                <a:lnTo>
                  <a:pt x="92" y="129"/>
                </a:lnTo>
                <a:close/>
                <a:moveTo>
                  <a:pt x="88" y="134"/>
                </a:moveTo>
                <a:cubicBezTo>
                  <a:pt x="89" y="134"/>
                  <a:pt x="89" y="134"/>
                  <a:pt x="89" y="133"/>
                </a:cubicBezTo>
                <a:cubicBezTo>
                  <a:pt x="89" y="132"/>
                  <a:pt x="89" y="132"/>
                  <a:pt x="88" y="132"/>
                </a:cubicBezTo>
                <a:cubicBezTo>
                  <a:pt x="64" y="132"/>
                  <a:pt x="64" y="132"/>
                  <a:pt x="64" y="132"/>
                </a:cubicBezTo>
                <a:cubicBezTo>
                  <a:pt x="63" y="132"/>
                  <a:pt x="63" y="132"/>
                  <a:pt x="63" y="133"/>
                </a:cubicBezTo>
                <a:cubicBezTo>
                  <a:pt x="63" y="134"/>
                  <a:pt x="63" y="134"/>
                  <a:pt x="64" y="134"/>
                </a:cubicBezTo>
                <a:lnTo>
                  <a:pt x="88" y="134"/>
                </a:lnTo>
                <a:close/>
                <a:moveTo>
                  <a:pt x="63" y="138"/>
                </a:moveTo>
                <a:cubicBezTo>
                  <a:pt x="63" y="139"/>
                  <a:pt x="63" y="139"/>
                  <a:pt x="64" y="139"/>
                </a:cubicBezTo>
                <a:cubicBezTo>
                  <a:pt x="82" y="139"/>
                  <a:pt x="82" y="139"/>
                  <a:pt x="82" y="139"/>
                </a:cubicBezTo>
                <a:cubicBezTo>
                  <a:pt x="83" y="139"/>
                  <a:pt x="83" y="139"/>
                  <a:pt x="83" y="138"/>
                </a:cubicBezTo>
                <a:cubicBezTo>
                  <a:pt x="83" y="137"/>
                  <a:pt x="83" y="137"/>
                  <a:pt x="82" y="137"/>
                </a:cubicBezTo>
                <a:cubicBezTo>
                  <a:pt x="82" y="137"/>
                  <a:pt x="82" y="137"/>
                  <a:pt x="82" y="137"/>
                </a:cubicBezTo>
                <a:cubicBezTo>
                  <a:pt x="64" y="137"/>
                  <a:pt x="64" y="137"/>
                  <a:pt x="64" y="137"/>
                </a:cubicBezTo>
                <a:cubicBezTo>
                  <a:pt x="64" y="137"/>
                  <a:pt x="63" y="137"/>
                  <a:pt x="63" y="137"/>
                </a:cubicBezTo>
                <a:cubicBezTo>
                  <a:pt x="63" y="137"/>
                  <a:pt x="63" y="138"/>
                  <a:pt x="63" y="138"/>
                </a:cubicBezTo>
                <a:close/>
                <a:moveTo>
                  <a:pt x="63" y="143"/>
                </a:moveTo>
                <a:cubicBezTo>
                  <a:pt x="63" y="144"/>
                  <a:pt x="63" y="144"/>
                  <a:pt x="63" y="144"/>
                </a:cubicBezTo>
                <a:cubicBezTo>
                  <a:pt x="63" y="145"/>
                  <a:pt x="64" y="145"/>
                  <a:pt x="64" y="145"/>
                </a:cubicBezTo>
                <a:cubicBezTo>
                  <a:pt x="71" y="145"/>
                  <a:pt x="71" y="145"/>
                  <a:pt x="71" y="145"/>
                </a:cubicBezTo>
                <a:cubicBezTo>
                  <a:pt x="72" y="145"/>
                  <a:pt x="73" y="144"/>
                  <a:pt x="73" y="143"/>
                </a:cubicBezTo>
                <a:cubicBezTo>
                  <a:pt x="73" y="142"/>
                  <a:pt x="72" y="142"/>
                  <a:pt x="71" y="142"/>
                </a:cubicBezTo>
                <a:cubicBezTo>
                  <a:pt x="64" y="142"/>
                  <a:pt x="64" y="142"/>
                  <a:pt x="64" y="142"/>
                </a:cubicBezTo>
                <a:cubicBezTo>
                  <a:pt x="64" y="142"/>
                  <a:pt x="63" y="142"/>
                  <a:pt x="63" y="142"/>
                </a:cubicBezTo>
                <a:cubicBezTo>
                  <a:pt x="63" y="143"/>
                  <a:pt x="63" y="143"/>
                  <a:pt x="63" y="143"/>
                </a:cubicBezTo>
                <a:close/>
                <a:moveTo>
                  <a:pt x="115" y="71"/>
                </a:moveTo>
                <a:cubicBezTo>
                  <a:pt x="115" y="72"/>
                  <a:pt x="115" y="73"/>
                  <a:pt x="116" y="74"/>
                </a:cubicBezTo>
                <a:cubicBezTo>
                  <a:pt x="117" y="75"/>
                  <a:pt x="118" y="76"/>
                  <a:pt x="120" y="76"/>
                </a:cubicBezTo>
                <a:cubicBezTo>
                  <a:pt x="121" y="76"/>
                  <a:pt x="123" y="75"/>
                  <a:pt x="124" y="74"/>
                </a:cubicBezTo>
                <a:cubicBezTo>
                  <a:pt x="125" y="73"/>
                  <a:pt x="125" y="72"/>
                  <a:pt x="125" y="71"/>
                </a:cubicBezTo>
                <a:cubicBezTo>
                  <a:pt x="125" y="69"/>
                  <a:pt x="125" y="68"/>
                  <a:pt x="124" y="67"/>
                </a:cubicBezTo>
                <a:cubicBezTo>
                  <a:pt x="123" y="66"/>
                  <a:pt x="121" y="65"/>
                  <a:pt x="120" y="65"/>
                </a:cubicBezTo>
                <a:cubicBezTo>
                  <a:pt x="118" y="65"/>
                  <a:pt x="117" y="66"/>
                  <a:pt x="116" y="67"/>
                </a:cubicBezTo>
                <a:cubicBezTo>
                  <a:pt x="115" y="68"/>
                  <a:pt x="115" y="69"/>
                  <a:pt x="115" y="71"/>
                </a:cubicBezTo>
                <a:close/>
                <a:moveTo>
                  <a:pt x="115" y="86"/>
                </a:moveTo>
                <a:cubicBezTo>
                  <a:pt x="115" y="88"/>
                  <a:pt x="115" y="89"/>
                  <a:pt x="116" y="90"/>
                </a:cubicBezTo>
                <a:cubicBezTo>
                  <a:pt x="117" y="91"/>
                  <a:pt x="118" y="92"/>
                  <a:pt x="120" y="92"/>
                </a:cubicBezTo>
                <a:cubicBezTo>
                  <a:pt x="121" y="92"/>
                  <a:pt x="123" y="91"/>
                  <a:pt x="124" y="90"/>
                </a:cubicBezTo>
                <a:cubicBezTo>
                  <a:pt x="125" y="89"/>
                  <a:pt x="125" y="88"/>
                  <a:pt x="125" y="86"/>
                </a:cubicBezTo>
                <a:cubicBezTo>
                  <a:pt x="125" y="85"/>
                  <a:pt x="125" y="83"/>
                  <a:pt x="124" y="82"/>
                </a:cubicBezTo>
                <a:cubicBezTo>
                  <a:pt x="123" y="82"/>
                  <a:pt x="121" y="81"/>
                  <a:pt x="120" y="81"/>
                </a:cubicBezTo>
                <a:cubicBezTo>
                  <a:pt x="118" y="81"/>
                  <a:pt x="117" y="82"/>
                  <a:pt x="116" y="82"/>
                </a:cubicBezTo>
                <a:cubicBezTo>
                  <a:pt x="115" y="83"/>
                  <a:pt x="115" y="85"/>
                  <a:pt x="115" y="86"/>
                </a:cubicBezTo>
                <a:close/>
                <a:moveTo>
                  <a:pt x="115" y="102"/>
                </a:moveTo>
                <a:cubicBezTo>
                  <a:pt x="115" y="103"/>
                  <a:pt x="115" y="105"/>
                  <a:pt x="116" y="106"/>
                </a:cubicBezTo>
                <a:cubicBezTo>
                  <a:pt x="117" y="107"/>
                  <a:pt x="118" y="107"/>
                  <a:pt x="120" y="107"/>
                </a:cubicBezTo>
                <a:cubicBezTo>
                  <a:pt x="121" y="107"/>
                  <a:pt x="123" y="107"/>
                  <a:pt x="124" y="106"/>
                </a:cubicBezTo>
                <a:cubicBezTo>
                  <a:pt x="125" y="105"/>
                  <a:pt x="125" y="103"/>
                  <a:pt x="125" y="102"/>
                </a:cubicBezTo>
                <a:cubicBezTo>
                  <a:pt x="125" y="100"/>
                  <a:pt x="125" y="99"/>
                  <a:pt x="124" y="98"/>
                </a:cubicBezTo>
                <a:cubicBezTo>
                  <a:pt x="123" y="97"/>
                  <a:pt x="121" y="97"/>
                  <a:pt x="120" y="97"/>
                </a:cubicBezTo>
                <a:cubicBezTo>
                  <a:pt x="118" y="97"/>
                  <a:pt x="117" y="97"/>
                  <a:pt x="116" y="98"/>
                </a:cubicBezTo>
                <a:cubicBezTo>
                  <a:pt x="115" y="99"/>
                  <a:pt x="115" y="100"/>
                  <a:pt x="115" y="102"/>
                </a:cubicBezTo>
                <a:close/>
                <a:moveTo>
                  <a:pt x="132" y="134"/>
                </a:moveTo>
                <a:cubicBezTo>
                  <a:pt x="131" y="135"/>
                  <a:pt x="130" y="137"/>
                  <a:pt x="130" y="138"/>
                </a:cubicBezTo>
                <a:cubicBezTo>
                  <a:pt x="130" y="140"/>
                  <a:pt x="131" y="141"/>
                  <a:pt x="132" y="142"/>
                </a:cubicBezTo>
                <a:cubicBezTo>
                  <a:pt x="133" y="143"/>
                  <a:pt x="134" y="143"/>
                  <a:pt x="136" y="143"/>
                </a:cubicBezTo>
                <a:cubicBezTo>
                  <a:pt x="137" y="143"/>
                  <a:pt x="138" y="143"/>
                  <a:pt x="139" y="142"/>
                </a:cubicBezTo>
                <a:cubicBezTo>
                  <a:pt x="140" y="141"/>
                  <a:pt x="141" y="140"/>
                  <a:pt x="141" y="138"/>
                </a:cubicBezTo>
                <a:cubicBezTo>
                  <a:pt x="141" y="137"/>
                  <a:pt x="140" y="135"/>
                  <a:pt x="139" y="134"/>
                </a:cubicBezTo>
                <a:cubicBezTo>
                  <a:pt x="138" y="133"/>
                  <a:pt x="137" y="133"/>
                  <a:pt x="136" y="133"/>
                </a:cubicBezTo>
                <a:cubicBezTo>
                  <a:pt x="134" y="133"/>
                  <a:pt x="133" y="133"/>
                  <a:pt x="132" y="134"/>
                </a:cubicBezTo>
                <a:close/>
                <a:moveTo>
                  <a:pt x="151" y="143"/>
                </a:moveTo>
                <a:cubicBezTo>
                  <a:pt x="153" y="144"/>
                  <a:pt x="154" y="143"/>
                  <a:pt x="155" y="142"/>
                </a:cubicBezTo>
                <a:cubicBezTo>
                  <a:pt x="156" y="141"/>
                  <a:pt x="156" y="140"/>
                  <a:pt x="156" y="138"/>
                </a:cubicBezTo>
                <a:cubicBezTo>
                  <a:pt x="156" y="137"/>
                  <a:pt x="156" y="136"/>
                  <a:pt x="155" y="134"/>
                </a:cubicBezTo>
                <a:cubicBezTo>
                  <a:pt x="154" y="133"/>
                  <a:pt x="153" y="133"/>
                  <a:pt x="151" y="133"/>
                </a:cubicBezTo>
                <a:cubicBezTo>
                  <a:pt x="150" y="133"/>
                  <a:pt x="148" y="133"/>
                  <a:pt x="148" y="134"/>
                </a:cubicBezTo>
                <a:cubicBezTo>
                  <a:pt x="147" y="135"/>
                  <a:pt x="146" y="137"/>
                  <a:pt x="146" y="138"/>
                </a:cubicBezTo>
                <a:cubicBezTo>
                  <a:pt x="146" y="140"/>
                  <a:pt x="147" y="141"/>
                  <a:pt x="148" y="142"/>
                </a:cubicBezTo>
                <a:cubicBezTo>
                  <a:pt x="148" y="143"/>
                  <a:pt x="150" y="143"/>
                  <a:pt x="151" y="143"/>
                </a:cubicBezTo>
                <a:close/>
                <a:moveTo>
                  <a:pt x="170" y="131"/>
                </a:moveTo>
                <a:cubicBezTo>
                  <a:pt x="168" y="133"/>
                  <a:pt x="167" y="135"/>
                  <a:pt x="167" y="138"/>
                </a:cubicBezTo>
                <a:cubicBezTo>
                  <a:pt x="167" y="141"/>
                  <a:pt x="168" y="144"/>
                  <a:pt x="170" y="146"/>
                </a:cubicBezTo>
                <a:cubicBezTo>
                  <a:pt x="171" y="147"/>
                  <a:pt x="172" y="147"/>
                  <a:pt x="173" y="148"/>
                </a:cubicBezTo>
                <a:cubicBezTo>
                  <a:pt x="175" y="148"/>
                  <a:pt x="176" y="149"/>
                  <a:pt x="177" y="149"/>
                </a:cubicBezTo>
                <a:cubicBezTo>
                  <a:pt x="179" y="149"/>
                  <a:pt x="180" y="148"/>
                  <a:pt x="181" y="148"/>
                </a:cubicBezTo>
                <a:cubicBezTo>
                  <a:pt x="182" y="147"/>
                  <a:pt x="183" y="147"/>
                  <a:pt x="184" y="146"/>
                </a:cubicBezTo>
                <a:cubicBezTo>
                  <a:pt x="185" y="145"/>
                  <a:pt x="186" y="143"/>
                  <a:pt x="187" y="142"/>
                </a:cubicBezTo>
                <a:cubicBezTo>
                  <a:pt x="187" y="141"/>
                  <a:pt x="187" y="139"/>
                  <a:pt x="187" y="138"/>
                </a:cubicBezTo>
                <a:cubicBezTo>
                  <a:pt x="187" y="137"/>
                  <a:pt x="187" y="136"/>
                  <a:pt x="187" y="134"/>
                </a:cubicBezTo>
                <a:cubicBezTo>
                  <a:pt x="186" y="133"/>
                  <a:pt x="185" y="132"/>
                  <a:pt x="184" y="131"/>
                </a:cubicBezTo>
                <a:cubicBezTo>
                  <a:pt x="182" y="129"/>
                  <a:pt x="180" y="128"/>
                  <a:pt x="177" y="128"/>
                </a:cubicBezTo>
                <a:cubicBezTo>
                  <a:pt x="174" y="128"/>
                  <a:pt x="172" y="129"/>
                  <a:pt x="170" y="131"/>
                </a:cubicBezTo>
                <a:close/>
                <a:moveTo>
                  <a:pt x="167" y="117"/>
                </a:moveTo>
                <a:cubicBezTo>
                  <a:pt x="187" y="117"/>
                  <a:pt x="187" y="117"/>
                  <a:pt x="187" y="117"/>
                </a:cubicBezTo>
                <a:cubicBezTo>
                  <a:pt x="187" y="65"/>
                  <a:pt x="187" y="65"/>
                  <a:pt x="187" y="65"/>
                </a:cubicBezTo>
                <a:cubicBezTo>
                  <a:pt x="167" y="65"/>
                  <a:pt x="167" y="65"/>
                  <a:pt x="167" y="65"/>
                </a:cubicBezTo>
                <a:lnTo>
                  <a:pt x="167" y="11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1" name="Freeform 33"/>
          <p:cNvSpPr>
            <a:spLocks noEditPoints="1"/>
          </p:cNvSpPr>
          <p:nvPr/>
        </p:nvSpPr>
        <p:spPr bwMode="auto">
          <a:xfrm>
            <a:off x="2963352" y="2294158"/>
            <a:ext cx="349648" cy="236717"/>
          </a:xfrm>
          <a:custGeom>
            <a:avLst/>
            <a:gdLst>
              <a:gd name="T0" fmla="*/ 0 w 245"/>
              <a:gd name="T1" fmla="*/ 135 h 164"/>
              <a:gd name="T2" fmla="*/ 8 w 245"/>
              <a:gd name="T3" fmla="*/ 71 h 164"/>
              <a:gd name="T4" fmla="*/ 52 w 245"/>
              <a:gd name="T5" fmla="*/ 99 h 164"/>
              <a:gd name="T6" fmla="*/ 100 w 245"/>
              <a:gd name="T7" fmla="*/ 62 h 164"/>
              <a:gd name="T8" fmla="*/ 55 w 245"/>
              <a:gd name="T9" fmla="*/ 94 h 164"/>
              <a:gd name="T10" fmla="*/ 8 w 245"/>
              <a:gd name="T11" fmla="*/ 47 h 164"/>
              <a:gd name="T12" fmla="*/ 55 w 245"/>
              <a:gd name="T13" fmla="*/ 0 h 164"/>
              <a:gd name="T14" fmla="*/ 155 w 245"/>
              <a:gd name="T15" fmla="*/ 16 h 164"/>
              <a:gd name="T16" fmla="*/ 223 w 245"/>
              <a:gd name="T17" fmla="*/ 14 h 164"/>
              <a:gd name="T18" fmla="*/ 223 w 245"/>
              <a:gd name="T19" fmla="*/ 80 h 164"/>
              <a:gd name="T20" fmla="*/ 163 w 245"/>
              <a:gd name="T21" fmla="*/ 85 h 164"/>
              <a:gd name="T22" fmla="*/ 164 w 245"/>
              <a:gd name="T23" fmla="*/ 88 h 164"/>
              <a:gd name="T24" fmla="*/ 219 w 245"/>
              <a:gd name="T25" fmla="*/ 90 h 164"/>
              <a:gd name="T26" fmla="*/ 245 w 245"/>
              <a:gd name="T27" fmla="*/ 133 h 164"/>
              <a:gd name="T28" fmla="*/ 245 w 245"/>
              <a:gd name="T29" fmla="*/ 136 h 164"/>
              <a:gd name="T30" fmla="*/ 216 w 245"/>
              <a:gd name="T31" fmla="*/ 164 h 164"/>
              <a:gd name="T32" fmla="*/ 197 w 245"/>
              <a:gd name="T33" fmla="*/ 158 h 164"/>
              <a:gd name="T34" fmla="*/ 184 w 245"/>
              <a:gd name="T35" fmla="*/ 141 h 164"/>
              <a:gd name="T36" fmla="*/ 94 w 245"/>
              <a:gd name="T37" fmla="*/ 78 h 164"/>
              <a:gd name="T38" fmla="*/ 56 w 245"/>
              <a:gd name="T39" fmla="*/ 150 h 164"/>
              <a:gd name="T40" fmla="*/ 29 w 245"/>
              <a:gd name="T41" fmla="*/ 164 h 164"/>
              <a:gd name="T42" fmla="*/ 9 w 245"/>
              <a:gd name="T43" fmla="*/ 156 h 164"/>
              <a:gd name="T44" fmla="*/ 26 w 245"/>
              <a:gd name="T45" fmla="*/ 55 h 164"/>
              <a:gd name="T46" fmla="*/ 50 w 245"/>
              <a:gd name="T47" fmla="*/ 47 h 164"/>
              <a:gd name="T48" fmla="*/ 26 w 245"/>
              <a:gd name="T49" fmla="*/ 39 h 164"/>
              <a:gd name="T50" fmla="*/ 47 w 245"/>
              <a:gd name="T51" fmla="*/ 34 h 164"/>
              <a:gd name="T52" fmla="*/ 63 w 245"/>
              <a:gd name="T53" fmla="*/ 34 h 164"/>
              <a:gd name="T54" fmla="*/ 47 w 245"/>
              <a:gd name="T55" fmla="*/ 18 h 164"/>
              <a:gd name="T56" fmla="*/ 47 w 245"/>
              <a:gd name="T57" fmla="*/ 76 h 164"/>
              <a:gd name="T58" fmla="*/ 63 w 245"/>
              <a:gd name="T59" fmla="*/ 60 h 164"/>
              <a:gd name="T60" fmla="*/ 47 w 245"/>
              <a:gd name="T61" fmla="*/ 60 h 164"/>
              <a:gd name="T62" fmla="*/ 60 w 245"/>
              <a:gd name="T63" fmla="*/ 47 h 164"/>
              <a:gd name="T64" fmla="*/ 84 w 245"/>
              <a:gd name="T65" fmla="*/ 55 h 164"/>
              <a:gd name="T66" fmla="*/ 68 w 245"/>
              <a:gd name="T67" fmla="*/ 39 h 164"/>
              <a:gd name="T68" fmla="*/ 102 w 245"/>
              <a:gd name="T69" fmla="*/ 47 h 164"/>
              <a:gd name="T70" fmla="*/ 117 w 245"/>
              <a:gd name="T71" fmla="*/ 49 h 164"/>
              <a:gd name="T72" fmla="*/ 120 w 245"/>
              <a:gd name="T73" fmla="*/ 47 h 164"/>
              <a:gd name="T74" fmla="*/ 117 w 245"/>
              <a:gd name="T75" fmla="*/ 44 h 164"/>
              <a:gd name="T76" fmla="*/ 102 w 245"/>
              <a:gd name="T77" fmla="*/ 47 h 164"/>
              <a:gd name="T78" fmla="*/ 143 w 245"/>
              <a:gd name="T79" fmla="*/ 47 h 164"/>
              <a:gd name="T80" fmla="*/ 128 w 245"/>
              <a:gd name="T81" fmla="*/ 44 h 164"/>
              <a:gd name="T82" fmla="*/ 125 w 245"/>
              <a:gd name="T83" fmla="*/ 47 h 164"/>
              <a:gd name="T84" fmla="*/ 128 w 245"/>
              <a:gd name="T85" fmla="*/ 49 h 164"/>
              <a:gd name="T86" fmla="*/ 173 w 245"/>
              <a:gd name="T87" fmla="*/ 56 h 164"/>
              <a:gd name="T88" fmla="*/ 182 w 245"/>
              <a:gd name="T89" fmla="*/ 47 h 164"/>
              <a:gd name="T90" fmla="*/ 173 w 245"/>
              <a:gd name="T91" fmla="*/ 38 h 164"/>
              <a:gd name="T92" fmla="*/ 164 w 245"/>
              <a:gd name="T93" fmla="*/ 47 h 164"/>
              <a:gd name="T94" fmla="*/ 173 w 245"/>
              <a:gd name="T95" fmla="*/ 56 h 164"/>
              <a:gd name="T96" fmla="*/ 184 w 245"/>
              <a:gd name="T97" fmla="*/ 36 h 164"/>
              <a:gd name="T98" fmla="*/ 197 w 245"/>
              <a:gd name="T99" fmla="*/ 36 h 164"/>
              <a:gd name="T100" fmla="*/ 197 w 245"/>
              <a:gd name="T101" fmla="*/ 23 h 164"/>
              <a:gd name="T102" fmla="*/ 184 w 245"/>
              <a:gd name="T103" fmla="*/ 23 h 164"/>
              <a:gd name="T104" fmla="*/ 182 w 245"/>
              <a:gd name="T105" fmla="*/ 64 h 164"/>
              <a:gd name="T106" fmla="*/ 190 w 245"/>
              <a:gd name="T107" fmla="*/ 73 h 164"/>
              <a:gd name="T108" fmla="*/ 199 w 245"/>
              <a:gd name="T109" fmla="*/ 64 h 164"/>
              <a:gd name="T110" fmla="*/ 190 w 245"/>
              <a:gd name="T111" fmla="*/ 56 h 164"/>
              <a:gd name="T112" fmla="*/ 182 w 245"/>
              <a:gd name="T113" fmla="*/ 64 h 164"/>
              <a:gd name="T114" fmla="*/ 199 w 245"/>
              <a:gd name="T115" fmla="*/ 47 h 164"/>
              <a:gd name="T116" fmla="*/ 208 w 245"/>
              <a:gd name="T117" fmla="*/ 56 h 164"/>
              <a:gd name="T118" fmla="*/ 216 w 245"/>
              <a:gd name="T119" fmla="*/ 47 h 164"/>
              <a:gd name="T120" fmla="*/ 207 w 245"/>
              <a:gd name="T121" fmla="*/ 38 h 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245" h="164">
                <a:moveTo>
                  <a:pt x="0" y="136"/>
                </a:moveTo>
                <a:cubicBezTo>
                  <a:pt x="0" y="136"/>
                  <a:pt x="0" y="135"/>
                  <a:pt x="0" y="135"/>
                </a:cubicBezTo>
                <a:cubicBezTo>
                  <a:pt x="1" y="134"/>
                  <a:pt x="1" y="134"/>
                  <a:pt x="1" y="133"/>
                </a:cubicBezTo>
                <a:cubicBezTo>
                  <a:pt x="8" y="71"/>
                  <a:pt x="8" y="71"/>
                  <a:pt x="8" y="71"/>
                </a:cubicBezTo>
                <a:cubicBezTo>
                  <a:pt x="13" y="79"/>
                  <a:pt x="19" y="85"/>
                  <a:pt x="26" y="91"/>
                </a:cubicBezTo>
                <a:cubicBezTo>
                  <a:pt x="34" y="96"/>
                  <a:pt x="43" y="99"/>
                  <a:pt x="52" y="99"/>
                </a:cubicBezTo>
                <a:cubicBezTo>
                  <a:pt x="63" y="99"/>
                  <a:pt x="73" y="95"/>
                  <a:pt x="82" y="88"/>
                </a:cubicBezTo>
                <a:cubicBezTo>
                  <a:pt x="91" y="81"/>
                  <a:pt x="97" y="73"/>
                  <a:pt x="100" y="62"/>
                </a:cubicBezTo>
                <a:cubicBezTo>
                  <a:pt x="96" y="71"/>
                  <a:pt x="91" y="79"/>
                  <a:pt x="82" y="85"/>
                </a:cubicBezTo>
                <a:cubicBezTo>
                  <a:pt x="75" y="91"/>
                  <a:pt x="65" y="94"/>
                  <a:pt x="55" y="94"/>
                </a:cubicBezTo>
                <a:cubicBezTo>
                  <a:pt x="42" y="94"/>
                  <a:pt x="31" y="89"/>
                  <a:pt x="22" y="80"/>
                </a:cubicBezTo>
                <a:cubicBezTo>
                  <a:pt x="13" y="71"/>
                  <a:pt x="8" y="60"/>
                  <a:pt x="8" y="47"/>
                </a:cubicBezTo>
                <a:cubicBezTo>
                  <a:pt x="8" y="34"/>
                  <a:pt x="13" y="23"/>
                  <a:pt x="22" y="14"/>
                </a:cubicBezTo>
                <a:cubicBezTo>
                  <a:pt x="31" y="5"/>
                  <a:pt x="42" y="0"/>
                  <a:pt x="55" y="0"/>
                </a:cubicBezTo>
                <a:cubicBezTo>
                  <a:pt x="69" y="0"/>
                  <a:pt x="81" y="5"/>
                  <a:pt x="90" y="16"/>
                </a:cubicBezTo>
                <a:cubicBezTo>
                  <a:pt x="155" y="16"/>
                  <a:pt x="155" y="16"/>
                  <a:pt x="155" y="16"/>
                </a:cubicBezTo>
                <a:cubicBezTo>
                  <a:pt x="165" y="5"/>
                  <a:pt x="177" y="0"/>
                  <a:pt x="190" y="0"/>
                </a:cubicBezTo>
                <a:cubicBezTo>
                  <a:pt x="203" y="0"/>
                  <a:pt x="214" y="5"/>
                  <a:pt x="223" y="14"/>
                </a:cubicBezTo>
                <a:cubicBezTo>
                  <a:pt x="232" y="23"/>
                  <a:pt x="237" y="34"/>
                  <a:pt x="237" y="47"/>
                </a:cubicBezTo>
                <a:cubicBezTo>
                  <a:pt x="237" y="60"/>
                  <a:pt x="232" y="71"/>
                  <a:pt x="223" y="80"/>
                </a:cubicBezTo>
                <a:cubicBezTo>
                  <a:pt x="214" y="89"/>
                  <a:pt x="203" y="94"/>
                  <a:pt x="190" y="94"/>
                </a:cubicBezTo>
                <a:cubicBezTo>
                  <a:pt x="180" y="94"/>
                  <a:pt x="171" y="91"/>
                  <a:pt x="163" y="85"/>
                </a:cubicBezTo>
                <a:cubicBezTo>
                  <a:pt x="155" y="79"/>
                  <a:pt x="150" y="72"/>
                  <a:pt x="146" y="63"/>
                </a:cubicBezTo>
                <a:cubicBezTo>
                  <a:pt x="149" y="73"/>
                  <a:pt x="155" y="81"/>
                  <a:pt x="164" y="88"/>
                </a:cubicBezTo>
                <a:cubicBezTo>
                  <a:pt x="173" y="94"/>
                  <a:pt x="183" y="98"/>
                  <a:pt x="194" y="98"/>
                </a:cubicBezTo>
                <a:cubicBezTo>
                  <a:pt x="203" y="98"/>
                  <a:pt x="211" y="95"/>
                  <a:pt x="219" y="90"/>
                </a:cubicBezTo>
                <a:cubicBezTo>
                  <a:pt x="227" y="84"/>
                  <a:pt x="233" y="77"/>
                  <a:pt x="237" y="69"/>
                </a:cubicBezTo>
                <a:cubicBezTo>
                  <a:pt x="245" y="133"/>
                  <a:pt x="245" y="133"/>
                  <a:pt x="245" y="133"/>
                </a:cubicBezTo>
                <a:cubicBezTo>
                  <a:pt x="245" y="134"/>
                  <a:pt x="245" y="134"/>
                  <a:pt x="245" y="135"/>
                </a:cubicBezTo>
                <a:cubicBezTo>
                  <a:pt x="245" y="135"/>
                  <a:pt x="245" y="136"/>
                  <a:pt x="245" y="136"/>
                </a:cubicBezTo>
                <a:cubicBezTo>
                  <a:pt x="245" y="144"/>
                  <a:pt x="242" y="151"/>
                  <a:pt x="237" y="156"/>
                </a:cubicBezTo>
                <a:cubicBezTo>
                  <a:pt x="231" y="161"/>
                  <a:pt x="224" y="164"/>
                  <a:pt x="216" y="164"/>
                </a:cubicBezTo>
                <a:cubicBezTo>
                  <a:pt x="213" y="164"/>
                  <a:pt x="209" y="164"/>
                  <a:pt x="206" y="162"/>
                </a:cubicBezTo>
                <a:cubicBezTo>
                  <a:pt x="203" y="161"/>
                  <a:pt x="200" y="160"/>
                  <a:pt x="197" y="158"/>
                </a:cubicBezTo>
                <a:cubicBezTo>
                  <a:pt x="195" y="156"/>
                  <a:pt x="192" y="153"/>
                  <a:pt x="190" y="151"/>
                </a:cubicBezTo>
                <a:cubicBezTo>
                  <a:pt x="187" y="148"/>
                  <a:pt x="185" y="145"/>
                  <a:pt x="184" y="141"/>
                </a:cubicBezTo>
                <a:cubicBezTo>
                  <a:pt x="152" y="78"/>
                  <a:pt x="152" y="78"/>
                  <a:pt x="152" y="78"/>
                </a:cubicBezTo>
                <a:cubicBezTo>
                  <a:pt x="94" y="78"/>
                  <a:pt x="94" y="78"/>
                  <a:pt x="94" y="78"/>
                </a:cubicBezTo>
                <a:cubicBezTo>
                  <a:pt x="62" y="141"/>
                  <a:pt x="62" y="141"/>
                  <a:pt x="62" y="141"/>
                </a:cubicBezTo>
                <a:cubicBezTo>
                  <a:pt x="60" y="144"/>
                  <a:pt x="58" y="147"/>
                  <a:pt x="56" y="150"/>
                </a:cubicBezTo>
                <a:cubicBezTo>
                  <a:pt x="54" y="152"/>
                  <a:pt x="51" y="155"/>
                  <a:pt x="48" y="157"/>
                </a:cubicBezTo>
                <a:cubicBezTo>
                  <a:pt x="41" y="162"/>
                  <a:pt x="35" y="164"/>
                  <a:pt x="29" y="164"/>
                </a:cubicBezTo>
                <a:cubicBezTo>
                  <a:pt x="29" y="164"/>
                  <a:pt x="29" y="164"/>
                  <a:pt x="29" y="164"/>
                </a:cubicBezTo>
                <a:cubicBezTo>
                  <a:pt x="21" y="164"/>
                  <a:pt x="14" y="161"/>
                  <a:pt x="9" y="156"/>
                </a:cubicBezTo>
                <a:cubicBezTo>
                  <a:pt x="3" y="151"/>
                  <a:pt x="0" y="144"/>
                  <a:pt x="0" y="136"/>
                </a:cubicBezTo>
                <a:close/>
                <a:moveTo>
                  <a:pt x="26" y="55"/>
                </a:moveTo>
                <a:cubicBezTo>
                  <a:pt x="42" y="55"/>
                  <a:pt x="42" y="55"/>
                  <a:pt x="42" y="55"/>
                </a:cubicBezTo>
                <a:cubicBezTo>
                  <a:pt x="50" y="47"/>
                  <a:pt x="50" y="47"/>
                  <a:pt x="50" y="47"/>
                </a:cubicBezTo>
                <a:cubicBezTo>
                  <a:pt x="42" y="39"/>
                  <a:pt x="42" y="39"/>
                  <a:pt x="42" y="39"/>
                </a:cubicBezTo>
                <a:cubicBezTo>
                  <a:pt x="26" y="39"/>
                  <a:pt x="26" y="39"/>
                  <a:pt x="26" y="39"/>
                </a:cubicBezTo>
                <a:lnTo>
                  <a:pt x="26" y="55"/>
                </a:lnTo>
                <a:close/>
                <a:moveTo>
                  <a:pt x="47" y="34"/>
                </a:moveTo>
                <a:cubicBezTo>
                  <a:pt x="55" y="42"/>
                  <a:pt x="55" y="42"/>
                  <a:pt x="55" y="42"/>
                </a:cubicBezTo>
                <a:cubicBezTo>
                  <a:pt x="63" y="34"/>
                  <a:pt x="63" y="34"/>
                  <a:pt x="63" y="34"/>
                </a:cubicBezTo>
                <a:cubicBezTo>
                  <a:pt x="63" y="18"/>
                  <a:pt x="63" y="18"/>
                  <a:pt x="63" y="18"/>
                </a:cubicBezTo>
                <a:cubicBezTo>
                  <a:pt x="47" y="18"/>
                  <a:pt x="47" y="18"/>
                  <a:pt x="47" y="18"/>
                </a:cubicBezTo>
                <a:lnTo>
                  <a:pt x="47" y="34"/>
                </a:lnTo>
                <a:close/>
                <a:moveTo>
                  <a:pt x="47" y="76"/>
                </a:moveTo>
                <a:cubicBezTo>
                  <a:pt x="63" y="76"/>
                  <a:pt x="63" y="76"/>
                  <a:pt x="63" y="76"/>
                </a:cubicBezTo>
                <a:cubicBezTo>
                  <a:pt x="63" y="60"/>
                  <a:pt x="63" y="60"/>
                  <a:pt x="63" y="60"/>
                </a:cubicBezTo>
                <a:cubicBezTo>
                  <a:pt x="55" y="52"/>
                  <a:pt x="55" y="52"/>
                  <a:pt x="55" y="52"/>
                </a:cubicBezTo>
                <a:cubicBezTo>
                  <a:pt x="47" y="60"/>
                  <a:pt x="47" y="60"/>
                  <a:pt x="47" y="60"/>
                </a:cubicBezTo>
                <a:lnTo>
                  <a:pt x="47" y="76"/>
                </a:lnTo>
                <a:close/>
                <a:moveTo>
                  <a:pt x="60" y="47"/>
                </a:moveTo>
                <a:cubicBezTo>
                  <a:pt x="68" y="55"/>
                  <a:pt x="68" y="55"/>
                  <a:pt x="68" y="55"/>
                </a:cubicBezTo>
                <a:cubicBezTo>
                  <a:pt x="84" y="55"/>
                  <a:pt x="84" y="55"/>
                  <a:pt x="84" y="55"/>
                </a:cubicBezTo>
                <a:cubicBezTo>
                  <a:pt x="84" y="39"/>
                  <a:pt x="84" y="39"/>
                  <a:pt x="84" y="39"/>
                </a:cubicBezTo>
                <a:cubicBezTo>
                  <a:pt x="68" y="39"/>
                  <a:pt x="68" y="39"/>
                  <a:pt x="68" y="39"/>
                </a:cubicBezTo>
                <a:lnTo>
                  <a:pt x="60" y="47"/>
                </a:lnTo>
                <a:close/>
                <a:moveTo>
                  <a:pt x="102" y="47"/>
                </a:moveTo>
                <a:cubicBezTo>
                  <a:pt x="102" y="49"/>
                  <a:pt x="103" y="49"/>
                  <a:pt x="104" y="49"/>
                </a:cubicBezTo>
                <a:cubicBezTo>
                  <a:pt x="117" y="49"/>
                  <a:pt x="117" y="49"/>
                  <a:pt x="117" y="49"/>
                </a:cubicBezTo>
                <a:cubicBezTo>
                  <a:pt x="118" y="49"/>
                  <a:pt x="119" y="49"/>
                  <a:pt x="119" y="49"/>
                </a:cubicBezTo>
                <a:cubicBezTo>
                  <a:pt x="120" y="48"/>
                  <a:pt x="120" y="47"/>
                  <a:pt x="120" y="47"/>
                </a:cubicBezTo>
                <a:cubicBezTo>
                  <a:pt x="120" y="46"/>
                  <a:pt x="120" y="46"/>
                  <a:pt x="119" y="45"/>
                </a:cubicBezTo>
                <a:cubicBezTo>
                  <a:pt x="119" y="45"/>
                  <a:pt x="118" y="44"/>
                  <a:pt x="117" y="44"/>
                </a:cubicBezTo>
                <a:cubicBezTo>
                  <a:pt x="104" y="44"/>
                  <a:pt x="104" y="44"/>
                  <a:pt x="104" y="44"/>
                </a:cubicBezTo>
                <a:cubicBezTo>
                  <a:pt x="103" y="44"/>
                  <a:pt x="102" y="45"/>
                  <a:pt x="102" y="47"/>
                </a:cubicBezTo>
                <a:close/>
                <a:moveTo>
                  <a:pt x="141" y="49"/>
                </a:moveTo>
                <a:cubicBezTo>
                  <a:pt x="143" y="49"/>
                  <a:pt x="143" y="49"/>
                  <a:pt x="143" y="47"/>
                </a:cubicBezTo>
                <a:cubicBezTo>
                  <a:pt x="143" y="45"/>
                  <a:pt x="143" y="44"/>
                  <a:pt x="141" y="44"/>
                </a:cubicBezTo>
                <a:cubicBezTo>
                  <a:pt x="128" y="44"/>
                  <a:pt x="128" y="44"/>
                  <a:pt x="128" y="44"/>
                </a:cubicBezTo>
                <a:cubicBezTo>
                  <a:pt x="127" y="44"/>
                  <a:pt x="126" y="45"/>
                  <a:pt x="126" y="45"/>
                </a:cubicBezTo>
                <a:cubicBezTo>
                  <a:pt x="125" y="46"/>
                  <a:pt x="125" y="46"/>
                  <a:pt x="125" y="47"/>
                </a:cubicBezTo>
                <a:cubicBezTo>
                  <a:pt x="125" y="47"/>
                  <a:pt x="125" y="48"/>
                  <a:pt x="126" y="49"/>
                </a:cubicBezTo>
                <a:cubicBezTo>
                  <a:pt x="126" y="49"/>
                  <a:pt x="127" y="49"/>
                  <a:pt x="128" y="49"/>
                </a:cubicBezTo>
                <a:lnTo>
                  <a:pt x="141" y="49"/>
                </a:lnTo>
                <a:close/>
                <a:moveTo>
                  <a:pt x="173" y="56"/>
                </a:moveTo>
                <a:cubicBezTo>
                  <a:pt x="175" y="56"/>
                  <a:pt x="177" y="55"/>
                  <a:pt x="179" y="53"/>
                </a:cubicBezTo>
                <a:cubicBezTo>
                  <a:pt x="181" y="51"/>
                  <a:pt x="182" y="49"/>
                  <a:pt x="182" y="47"/>
                </a:cubicBezTo>
                <a:cubicBezTo>
                  <a:pt x="182" y="44"/>
                  <a:pt x="181" y="42"/>
                  <a:pt x="179" y="41"/>
                </a:cubicBezTo>
                <a:cubicBezTo>
                  <a:pt x="177" y="39"/>
                  <a:pt x="175" y="38"/>
                  <a:pt x="173" y="38"/>
                </a:cubicBezTo>
                <a:cubicBezTo>
                  <a:pt x="171" y="38"/>
                  <a:pt x="169" y="39"/>
                  <a:pt x="167" y="41"/>
                </a:cubicBezTo>
                <a:cubicBezTo>
                  <a:pt x="165" y="42"/>
                  <a:pt x="164" y="44"/>
                  <a:pt x="164" y="47"/>
                </a:cubicBezTo>
                <a:cubicBezTo>
                  <a:pt x="164" y="49"/>
                  <a:pt x="165" y="51"/>
                  <a:pt x="167" y="53"/>
                </a:cubicBezTo>
                <a:cubicBezTo>
                  <a:pt x="169" y="55"/>
                  <a:pt x="171" y="56"/>
                  <a:pt x="173" y="56"/>
                </a:cubicBezTo>
                <a:close/>
                <a:moveTo>
                  <a:pt x="182" y="30"/>
                </a:moveTo>
                <a:cubicBezTo>
                  <a:pt x="182" y="32"/>
                  <a:pt x="182" y="34"/>
                  <a:pt x="184" y="36"/>
                </a:cubicBezTo>
                <a:cubicBezTo>
                  <a:pt x="186" y="37"/>
                  <a:pt x="188" y="38"/>
                  <a:pt x="190" y="38"/>
                </a:cubicBezTo>
                <a:cubicBezTo>
                  <a:pt x="193" y="38"/>
                  <a:pt x="195" y="37"/>
                  <a:pt x="197" y="36"/>
                </a:cubicBezTo>
                <a:cubicBezTo>
                  <a:pt x="198" y="34"/>
                  <a:pt x="199" y="32"/>
                  <a:pt x="199" y="30"/>
                </a:cubicBezTo>
                <a:cubicBezTo>
                  <a:pt x="199" y="27"/>
                  <a:pt x="198" y="25"/>
                  <a:pt x="197" y="23"/>
                </a:cubicBezTo>
                <a:cubicBezTo>
                  <a:pt x="195" y="22"/>
                  <a:pt x="193" y="21"/>
                  <a:pt x="190" y="21"/>
                </a:cubicBezTo>
                <a:cubicBezTo>
                  <a:pt x="188" y="21"/>
                  <a:pt x="186" y="22"/>
                  <a:pt x="184" y="23"/>
                </a:cubicBezTo>
                <a:cubicBezTo>
                  <a:pt x="182" y="25"/>
                  <a:pt x="182" y="27"/>
                  <a:pt x="182" y="30"/>
                </a:cubicBezTo>
                <a:close/>
                <a:moveTo>
                  <a:pt x="182" y="64"/>
                </a:moveTo>
                <a:cubicBezTo>
                  <a:pt x="182" y="66"/>
                  <a:pt x="182" y="68"/>
                  <a:pt x="184" y="70"/>
                </a:cubicBezTo>
                <a:cubicBezTo>
                  <a:pt x="186" y="72"/>
                  <a:pt x="188" y="73"/>
                  <a:pt x="190" y="73"/>
                </a:cubicBezTo>
                <a:cubicBezTo>
                  <a:pt x="193" y="73"/>
                  <a:pt x="195" y="72"/>
                  <a:pt x="197" y="70"/>
                </a:cubicBezTo>
                <a:cubicBezTo>
                  <a:pt x="198" y="68"/>
                  <a:pt x="199" y="66"/>
                  <a:pt x="199" y="64"/>
                </a:cubicBezTo>
                <a:cubicBezTo>
                  <a:pt x="199" y="62"/>
                  <a:pt x="198" y="60"/>
                  <a:pt x="197" y="58"/>
                </a:cubicBezTo>
                <a:cubicBezTo>
                  <a:pt x="195" y="56"/>
                  <a:pt x="193" y="56"/>
                  <a:pt x="190" y="56"/>
                </a:cubicBezTo>
                <a:cubicBezTo>
                  <a:pt x="188" y="56"/>
                  <a:pt x="186" y="56"/>
                  <a:pt x="184" y="58"/>
                </a:cubicBezTo>
                <a:cubicBezTo>
                  <a:pt x="182" y="60"/>
                  <a:pt x="182" y="62"/>
                  <a:pt x="182" y="64"/>
                </a:cubicBezTo>
                <a:close/>
                <a:moveTo>
                  <a:pt x="202" y="41"/>
                </a:moveTo>
                <a:cubicBezTo>
                  <a:pt x="200" y="42"/>
                  <a:pt x="199" y="44"/>
                  <a:pt x="199" y="47"/>
                </a:cubicBezTo>
                <a:cubicBezTo>
                  <a:pt x="199" y="49"/>
                  <a:pt x="200" y="51"/>
                  <a:pt x="202" y="53"/>
                </a:cubicBezTo>
                <a:cubicBezTo>
                  <a:pt x="203" y="55"/>
                  <a:pt x="205" y="56"/>
                  <a:pt x="208" y="56"/>
                </a:cubicBezTo>
                <a:cubicBezTo>
                  <a:pt x="210" y="56"/>
                  <a:pt x="212" y="55"/>
                  <a:pt x="214" y="53"/>
                </a:cubicBezTo>
                <a:cubicBezTo>
                  <a:pt x="215" y="51"/>
                  <a:pt x="216" y="49"/>
                  <a:pt x="216" y="47"/>
                </a:cubicBezTo>
                <a:cubicBezTo>
                  <a:pt x="216" y="45"/>
                  <a:pt x="215" y="42"/>
                  <a:pt x="214" y="41"/>
                </a:cubicBezTo>
                <a:cubicBezTo>
                  <a:pt x="212" y="39"/>
                  <a:pt x="210" y="38"/>
                  <a:pt x="207" y="38"/>
                </a:cubicBezTo>
                <a:cubicBezTo>
                  <a:pt x="205" y="38"/>
                  <a:pt x="203" y="39"/>
                  <a:pt x="202" y="4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2" name="Freeform 34"/>
          <p:cNvSpPr>
            <a:spLocks noEditPoints="1"/>
          </p:cNvSpPr>
          <p:nvPr/>
        </p:nvSpPr>
        <p:spPr bwMode="auto">
          <a:xfrm>
            <a:off x="3417240" y="2294157"/>
            <a:ext cx="319243" cy="223688"/>
          </a:xfrm>
          <a:custGeom>
            <a:avLst/>
            <a:gdLst>
              <a:gd name="T0" fmla="*/ 0 w 222"/>
              <a:gd name="T1" fmla="*/ 89 h 156"/>
              <a:gd name="T2" fmla="*/ 7 w 222"/>
              <a:gd name="T3" fmla="*/ 53 h 156"/>
              <a:gd name="T4" fmla="*/ 28 w 222"/>
              <a:gd name="T5" fmla="*/ 24 h 156"/>
              <a:gd name="T6" fmla="*/ 59 w 222"/>
              <a:gd name="T7" fmla="*/ 7 h 156"/>
              <a:gd name="T8" fmla="*/ 98 w 222"/>
              <a:gd name="T9" fmla="*/ 0 h 156"/>
              <a:gd name="T10" fmla="*/ 98 w 222"/>
              <a:gd name="T11" fmla="*/ 9 h 156"/>
              <a:gd name="T12" fmla="*/ 55 w 222"/>
              <a:gd name="T13" fmla="*/ 27 h 156"/>
              <a:gd name="T14" fmla="*/ 40 w 222"/>
              <a:gd name="T15" fmla="*/ 67 h 156"/>
              <a:gd name="T16" fmla="*/ 45 w 222"/>
              <a:gd name="T17" fmla="*/ 90 h 156"/>
              <a:gd name="T18" fmla="*/ 57 w 222"/>
              <a:gd name="T19" fmla="*/ 83 h 156"/>
              <a:gd name="T20" fmla="*/ 73 w 222"/>
              <a:gd name="T21" fmla="*/ 81 h 156"/>
              <a:gd name="T22" fmla="*/ 97 w 222"/>
              <a:gd name="T23" fmla="*/ 92 h 156"/>
              <a:gd name="T24" fmla="*/ 106 w 222"/>
              <a:gd name="T25" fmla="*/ 114 h 156"/>
              <a:gd name="T26" fmla="*/ 92 w 222"/>
              <a:gd name="T27" fmla="*/ 145 h 156"/>
              <a:gd name="T28" fmla="*/ 59 w 222"/>
              <a:gd name="T29" fmla="*/ 156 h 156"/>
              <a:gd name="T30" fmla="*/ 15 w 222"/>
              <a:gd name="T31" fmla="*/ 136 h 156"/>
              <a:gd name="T32" fmla="*/ 0 w 222"/>
              <a:gd name="T33" fmla="*/ 89 h 156"/>
              <a:gd name="T34" fmla="*/ 114 w 222"/>
              <a:gd name="T35" fmla="*/ 89 h 156"/>
              <a:gd name="T36" fmla="*/ 122 w 222"/>
              <a:gd name="T37" fmla="*/ 53 h 156"/>
              <a:gd name="T38" fmla="*/ 144 w 222"/>
              <a:gd name="T39" fmla="*/ 24 h 156"/>
              <a:gd name="T40" fmla="*/ 176 w 222"/>
              <a:gd name="T41" fmla="*/ 6 h 156"/>
              <a:gd name="T42" fmla="*/ 195 w 222"/>
              <a:gd name="T43" fmla="*/ 2 h 156"/>
              <a:gd name="T44" fmla="*/ 214 w 222"/>
              <a:gd name="T45" fmla="*/ 0 h 156"/>
              <a:gd name="T46" fmla="*/ 214 w 222"/>
              <a:gd name="T47" fmla="*/ 9 h 156"/>
              <a:gd name="T48" fmla="*/ 171 w 222"/>
              <a:gd name="T49" fmla="*/ 27 h 156"/>
              <a:gd name="T50" fmla="*/ 160 w 222"/>
              <a:gd name="T51" fmla="*/ 43 h 156"/>
              <a:gd name="T52" fmla="*/ 156 w 222"/>
              <a:gd name="T53" fmla="*/ 67 h 156"/>
              <a:gd name="T54" fmla="*/ 161 w 222"/>
              <a:gd name="T55" fmla="*/ 90 h 156"/>
              <a:gd name="T56" fmla="*/ 189 w 222"/>
              <a:gd name="T57" fmla="*/ 81 h 156"/>
              <a:gd name="T58" fmla="*/ 214 w 222"/>
              <a:gd name="T59" fmla="*/ 92 h 156"/>
              <a:gd name="T60" fmla="*/ 222 w 222"/>
              <a:gd name="T61" fmla="*/ 114 h 156"/>
              <a:gd name="T62" fmla="*/ 208 w 222"/>
              <a:gd name="T63" fmla="*/ 145 h 156"/>
              <a:gd name="T64" fmla="*/ 175 w 222"/>
              <a:gd name="T65" fmla="*/ 156 h 156"/>
              <a:gd name="T66" fmla="*/ 131 w 222"/>
              <a:gd name="T67" fmla="*/ 136 h 156"/>
              <a:gd name="T68" fmla="*/ 114 w 222"/>
              <a:gd name="T69" fmla="*/ 89 h 1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222" h="156">
                <a:moveTo>
                  <a:pt x="0" y="89"/>
                </a:moveTo>
                <a:cubicBezTo>
                  <a:pt x="0" y="76"/>
                  <a:pt x="2" y="64"/>
                  <a:pt x="7" y="53"/>
                </a:cubicBezTo>
                <a:cubicBezTo>
                  <a:pt x="11" y="42"/>
                  <a:pt x="18" y="33"/>
                  <a:pt x="28" y="24"/>
                </a:cubicBezTo>
                <a:cubicBezTo>
                  <a:pt x="37" y="17"/>
                  <a:pt x="47" y="11"/>
                  <a:pt x="59" y="7"/>
                </a:cubicBezTo>
                <a:cubicBezTo>
                  <a:pt x="71" y="2"/>
                  <a:pt x="84" y="0"/>
                  <a:pt x="98" y="0"/>
                </a:cubicBezTo>
                <a:cubicBezTo>
                  <a:pt x="98" y="9"/>
                  <a:pt x="98" y="9"/>
                  <a:pt x="98" y="9"/>
                </a:cubicBezTo>
                <a:cubicBezTo>
                  <a:pt x="79" y="12"/>
                  <a:pt x="64" y="19"/>
                  <a:pt x="55" y="27"/>
                </a:cubicBezTo>
                <a:cubicBezTo>
                  <a:pt x="45" y="36"/>
                  <a:pt x="40" y="49"/>
                  <a:pt x="40" y="67"/>
                </a:cubicBezTo>
                <a:cubicBezTo>
                  <a:pt x="40" y="77"/>
                  <a:pt x="41" y="84"/>
                  <a:pt x="45" y="90"/>
                </a:cubicBezTo>
                <a:cubicBezTo>
                  <a:pt x="49" y="87"/>
                  <a:pt x="53" y="85"/>
                  <a:pt x="57" y="83"/>
                </a:cubicBezTo>
                <a:cubicBezTo>
                  <a:pt x="61" y="81"/>
                  <a:pt x="67" y="81"/>
                  <a:pt x="73" y="81"/>
                </a:cubicBezTo>
                <a:cubicBezTo>
                  <a:pt x="83" y="81"/>
                  <a:pt x="92" y="84"/>
                  <a:pt x="97" y="92"/>
                </a:cubicBezTo>
                <a:cubicBezTo>
                  <a:pt x="103" y="99"/>
                  <a:pt x="106" y="106"/>
                  <a:pt x="106" y="114"/>
                </a:cubicBezTo>
                <a:cubicBezTo>
                  <a:pt x="106" y="128"/>
                  <a:pt x="101" y="138"/>
                  <a:pt x="92" y="145"/>
                </a:cubicBezTo>
                <a:cubicBezTo>
                  <a:pt x="82" y="152"/>
                  <a:pt x="71" y="156"/>
                  <a:pt x="59" y="156"/>
                </a:cubicBezTo>
                <a:cubicBezTo>
                  <a:pt x="40" y="156"/>
                  <a:pt x="26" y="149"/>
                  <a:pt x="15" y="136"/>
                </a:cubicBezTo>
                <a:cubicBezTo>
                  <a:pt x="5" y="123"/>
                  <a:pt x="0" y="108"/>
                  <a:pt x="0" y="89"/>
                </a:cubicBezTo>
                <a:close/>
                <a:moveTo>
                  <a:pt x="114" y="89"/>
                </a:moveTo>
                <a:cubicBezTo>
                  <a:pt x="114" y="76"/>
                  <a:pt x="117" y="63"/>
                  <a:pt x="122" y="53"/>
                </a:cubicBezTo>
                <a:cubicBezTo>
                  <a:pt x="128" y="41"/>
                  <a:pt x="135" y="32"/>
                  <a:pt x="144" y="24"/>
                </a:cubicBezTo>
                <a:cubicBezTo>
                  <a:pt x="153" y="17"/>
                  <a:pt x="164" y="11"/>
                  <a:pt x="176" y="6"/>
                </a:cubicBezTo>
                <a:cubicBezTo>
                  <a:pt x="182" y="4"/>
                  <a:pt x="188" y="3"/>
                  <a:pt x="195" y="2"/>
                </a:cubicBezTo>
                <a:cubicBezTo>
                  <a:pt x="201" y="1"/>
                  <a:pt x="207" y="0"/>
                  <a:pt x="214" y="0"/>
                </a:cubicBezTo>
                <a:cubicBezTo>
                  <a:pt x="214" y="9"/>
                  <a:pt x="214" y="9"/>
                  <a:pt x="214" y="9"/>
                </a:cubicBezTo>
                <a:cubicBezTo>
                  <a:pt x="195" y="12"/>
                  <a:pt x="180" y="19"/>
                  <a:pt x="171" y="27"/>
                </a:cubicBezTo>
                <a:cubicBezTo>
                  <a:pt x="166" y="31"/>
                  <a:pt x="162" y="37"/>
                  <a:pt x="160" y="43"/>
                </a:cubicBezTo>
                <a:cubicBezTo>
                  <a:pt x="157" y="50"/>
                  <a:pt x="156" y="58"/>
                  <a:pt x="156" y="67"/>
                </a:cubicBezTo>
                <a:cubicBezTo>
                  <a:pt x="156" y="78"/>
                  <a:pt x="158" y="85"/>
                  <a:pt x="161" y="90"/>
                </a:cubicBezTo>
                <a:cubicBezTo>
                  <a:pt x="169" y="84"/>
                  <a:pt x="178" y="81"/>
                  <a:pt x="189" y="81"/>
                </a:cubicBezTo>
                <a:cubicBezTo>
                  <a:pt x="199" y="81"/>
                  <a:pt x="208" y="84"/>
                  <a:pt x="214" y="92"/>
                </a:cubicBezTo>
                <a:cubicBezTo>
                  <a:pt x="219" y="99"/>
                  <a:pt x="222" y="106"/>
                  <a:pt x="222" y="114"/>
                </a:cubicBezTo>
                <a:cubicBezTo>
                  <a:pt x="222" y="128"/>
                  <a:pt x="217" y="138"/>
                  <a:pt x="208" y="145"/>
                </a:cubicBezTo>
                <a:cubicBezTo>
                  <a:pt x="198" y="152"/>
                  <a:pt x="187" y="156"/>
                  <a:pt x="175" y="156"/>
                </a:cubicBezTo>
                <a:cubicBezTo>
                  <a:pt x="156" y="156"/>
                  <a:pt x="141" y="149"/>
                  <a:pt x="131" y="136"/>
                </a:cubicBezTo>
                <a:cubicBezTo>
                  <a:pt x="120" y="123"/>
                  <a:pt x="114" y="108"/>
                  <a:pt x="114" y="8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3" name="Freeform 35"/>
          <p:cNvSpPr>
            <a:spLocks noEditPoints="1"/>
          </p:cNvSpPr>
          <p:nvPr/>
        </p:nvSpPr>
        <p:spPr bwMode="auto">
          <a:xfrm>
            <a:off x="4014464" y="2294157"/>
            <a:ext cx="319243" cy="223688"/>
          </a:xfrm>
          <a:custGeom>
            <a:avLst/>
            <a:gdLst>
              <a:gd name="T0" fmla="*/ 0 w 222"/>
              <a:gd name="T1" fmla="*/ 42 h 156"/>
              <a:gd name="T2" fmla="*/ 14 w 222"/>
              <a:gd name="T3" fmla="*/ 11 h 156"/>
              <a:gd name="T4" fmla="*/ 47 w 222"/>
              <a:gd name="T5" fmla="*/ 0 h 156"/>
              <a:gd name="T6" fmla="*/ 72 w 222"/>
              <a:gd name="T7" fmla="*/ 5 h 156"/>
              <a:gd name="T8" fmla="*/ 91 w 222"/>
              <a:gd name="T9" fmla="*/ 20 h 156"/>
              <a:gd name="T10" fmla="*/ 103 w 222"/>
              <a:gd name="T11" fmla="*/ 41 h 156"/>
              <a:gd name="T12" fmla="*/ 108 w 222"/>
              <a:gd name="T13" fmla="*/ 67 h 156"/>
              <a:gd name="T14" fmla="*/ 78 w 222"/>
              <a:gd name="T15" fmla="*/ 132 h 156"/>
              <a:gd name="T16" fmla="*/ 47 w 222"/>
              <a:gd name="T17" fmla="*/ 149 h 156"/>
              <a:gd name="T18" fmla="*/ 8 w 222"/>
              <a:gd name="T19" fmla="*/ 156 h 156"/>
              <a:gd name="T20" fmla="*/ 8 w 222"/>
              <a:gd name="T21" fmla="*/ 147 h 156"/>
              <a:gd name="T22" fmla="*/ 51 w 222"/>
              <a:gd name="T23" fmla="*/ 129 h 156"/>
              <a:gd name="T24" fmla="*/ 66 w 222"/>
              <a:gd name="T25" fmla="*/ 90 h 156"/>
              <a:gd name="T26" fmla="*/ 61 w 222"/>
              <a:gd name="T27" fmla="*/ 66 h 156"/>
              <a:gd name="T28" fmla="*/ 48 w 222"/>
              <a:gd name="T29" fmla="*/ 73 h 156"/>
              <a:gd name="T30" fmla="*/ 33 w 222"/>
              <a:gd name="T31" fmla="*/ 76 h 156"/>
              <a:gd name="T32" fmla="*/ 8 w 222"/>
              <a:gd name="T33" fmla="*/ 64 h 156"/>
              <a:gd name="T34" fmla="*/ 0 w 222"/>
              <a:gd name="T35" fmla="*/ 42 h 156"/>
              <a:gd name="T36" fmla="*/ 116 w 222"/>
              <a:gd name="T37" fmla="*/ 42 h 156"/>
              <a:gd name="T38" fmla="*/ 130 w 222"/>
              <a:gd name="T39" fmla="*/ 11 h 156"/>
              <a:gd name="T40" fmla="*/ 163 w 222"/>
              <a:gd name="T41" fmla="*/ 0 h 156"/>
              <a:gd name="T42" fmla="*/ 206 w 222"/>
              <a:gd name="T43" fmla="*/ 20 h 156"/>
              <a:gd name="T44" fmla="*/ 222 w 222"/>
              <a:gd name="T45" fmla="*/ 67 h 156"/>
              <a:gd name="T46" fmla="*/ 194 w 222"/>
              <a:gd name="T47" fmla="*/ 132 h 156"/>
              <a:gd name="T48" fmla="*/ 180 w 222"/>
              <a:gd name="T49" fmla="*/ 142 h 156"/>
              <a:gd name="T50" fmla="*/ 163 w 222"/>
              <a:gd name="T51" fmla="*/ 149 h 156"/>
              <a:gd name="T52" fmla="*/ 144 w 222"/>
              <a:gd name="T53" fmla="*/ 154 h 156"/>
              <a:gd name="T54" fmla="*/ 124 w 222"/>
              <a:gd name="T55" fmla="*/ 156 h 156"/>
              <a:gd name="T56" fmla="*/ 124 w 222"/>
              <a:gd name="T57" fmla="*/ 147 h 156"/>
              <a:gd name="T58" fmla="*/ 167 w 222"/>
              <a:gd name="T59" fmla="*/ 129 h 156"/>
              <a:gd name="T60" fmla="*/ 182 w 222"/>
              <a:gd name="T61" fmla="*/ 90 h 156"/>
              <a:gd name="T62" fmla="*/ 177 w 222"/>
              <a:gd name="T63" fmla="*/ 66 h 156"/>
              <a:gd name="T64" fmla="*/ 149 w 222"/>
              <a:gd name="T65" fmla="*/ 76 h 156"/>
              <a:gd name="T66" fmla="*/ 124 w 222"/>
              <a:gd name="T67" fmla="*/ 64 h 156"/>
              <a:gd name="T68" fmla="*/ 116 w 222"/>
              <a:gd name="T69" fmla="*/ 42 h 1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222" h="156">
                <a:moveTo>
                  <a:pt x="0" y="42"/>
                </a:moveTo>
                <a:cubicBezTo>
                  <a:pt x="0" y="28"/>
                  <a:pt x="4" y="18"/>
                  <a:pt x="14" y="11"/>
                </a:cubicBezTo>
                <a:cubicBezTo>
                  <a:pt x="23" y="4"/>
                  <a:pt x="34" y="0"/>
                  <a:pt x="47" y="0"/>
                </a:cubicBezTo>
                <a:cubicBezTo>
                  <a:pt x="56" y="0"/>
                  <a:pt x="64" y="2"/>
                  <a:pt x="72" y="5"/>
                </a:cubicBezTo>
                <a:cubicBezTo>
                  <a:pt x="79" y="8"/>
                  <a:pt x="86" y="13"/>
                  <a:pt x="91" y="20"/>
                </a:cubicBezTo>
                <a:cubicBezTo>
                  <a:pt x="97" y="26"/>
                  <a:pt x="101" y="34"/>
                  <a:pt x="103" y="41"/>
                </a:cubicBezTo>
                <a:cubicBezTo>
                  <a:pt x="106" y="49"/>
                  <a:pt x="108" y="58"/>
                  <a:pt x="108" y="67"/>
                </a:cubicBezTo>
                <a:cubicBezTo>
                  <a:pt x="108" y="92"/>
                  <a:pt x="98" y="114"/>
                  <a:pt x="78" y="132"/>
                </a:cubicBezTo>
                <a:cubicBezTo>
                  <a:pt x="69" y="139"/>
                  <a:pt x="59" y="145"/>
                  <a:pt x="47" y="149"/>
                </a:cubicBezTo>
                <a:cubicBezTo>
                  <a:pt x="35" y="154"/>
                  <a:pt x="22" y="156"/>
                  <a:pt x="8" y="156"/>
                </a:cubicBezTo>
                <a:cubicBezTo>
                  <a:pt x="8" y="147"/>
                  <a:pt x="8" y="147"/>
                  <a:pt x="8" y="147"/>
                </a:cubicBezTo>
                <a:cubicBezTo>
                  <a:pt x="27" y="144"/>
                  <a:pt x="41" y="137"/>
                  <a:pt x="51" y="129"/>
                </a:cubicBezTo>
                <a:cubicBezTo>
                  <a:pt x="61" y="121"/>
                  <a:pt x="66" y="107"/>
                  <a:pt x="66" y="90"/>
                </a:cubicBezTo>
                <a:cubicBezTo>
                  <a:pt x="66" y="79"/>
                  <a:pt x="64" y="71"/>
                  <a:pt x="61" y="66"/>
                </a:cubicBezTo>
                <a:cubicBezTo>
                  <a:pt x="56" y="69"/>
                  <a:pt x="52" y="72"/>
                  <a:pt x="48" y="73"/>
                </a:cubicBezTo>
                <a:cubicBezTo>
                  <a:pt x="44" y="75"/>
                  <a:pt x="39" y="76"/>
                  <a:pt x="33" y="76"/>
                </a:cubicBezTo>
                <a:cubicBezTo>
                  <a:pt x="22" y="76"/>
                  <a:pt x="14" y="72"/>
                  <a:pt x="8" y="64"/>
                </a:cubicBezTo>
                <a:cubicBezTo>
                  <a:pt x="2" y="57"/>
                  <a:pt x="0" y="50"/>
                  <a:pt x="0" y="42"/>
                </a:cubicBezTo>
                <a:close/>
                <a:moveTo>
                  <a:pt x="116" y="42"/>
                </a:moveTo>
                <a:cubicBezTo>
                  <a:pt x="116" y="28"/>
                  <a:pt x="121" y="18"/>
                  <a:pt x="130" y="11"/>
                </a:cubicBezTo>
                <a:cubicBezTo>
                  <a:pt x="140" y="4"/>
                  <a:pt x="151" y="0"/>
                  <a:pt x="163" y="0"/>
                </a:cubicBezTo>
                <a:cubicBezTo>
                  <a:pt x="182" y="0"/>
                  <a:pt x="196" y="7"/>
                  <a:pt x="206" y="20"/>
                </a:cubicBezTo>
                <a:cubicBezTo>
                  <a:pt x="217" y="33"/>
                  <a:pt x="222" y="49"/>
                  <a:pt x="222" y="67"/>
                </a:cubicBezTo>
                <a:cubicBezTo>
                  <a:pt x="222" y="93"/>
                  <a:pt x="213" y="115"/>
                  <a:pt x="194" y="132"/>
                </a:cubicBezTo>
                <a:cubicBezTo>
                  <a:pt x="190" y="135"/>
                  <a:pt x="185" y="139"/>
                  <a:pt x="180" y="142"/>
                </a:cubicBezTo>
                <a:cubicBezTo>
                  <a:pt x="175" y="145"/>
                  <a:pt x="169" y="147"/>
                  <a:pt x="163" y="149"/>
                </a:cubicBezTo>
                <a:cubicBezTo>
                  <a:pt x="157" y="151"/>
                  <a:pt x="151" y="153"/>
                  <a:pt x="144" y="154"/>
                </a:cubicBezTo>
                <a:cubicBezTo>
                  <a:pt x="138" y="155"/>
                  <a:pt x="131" y="156"/>
                  <a:pt x="124" y="156"/>
                </a:cubicBezTo>
                <a:cubicBezTo>
                  <a:pt x="124" y="147"/>
                  <a:pt x="124" y="147"/>
                  <a:pt x="124" y="147"/>
                </a:cubicBezTo>
                <a:cubicBezTo>
                  <a:pt x="143" y="144"/>
                  <a:pt x="157" y="137"/>
                  <a:pt x="167" y="129"/>
                </a:cubicBezTo>
                <a:cubicBezTo>
                  <a:pt x="177" y="120"/>
                  <a:pt x="182" y="107"/>
                  <a:pt x="182" y="90"/>
                </a:cubicBezTo>
                <a:cubicBezTo>
                  <a:pt x="182" y="79"/>
                  <a:pt x="180" y="71"/>
                  <a:pt x="177" y="66"/>
                </a:cubicBezTo>
                <a:cubicBezTo>
                  <a:pt x="169" y="72"/>
                  <a:pt x="160" y="76"/>
                  <a:pt x="149" y="76"/>
                </a:cubicBezTo>
                <a:cubicBezTo>
                  <a:pt x="138" y="76"/>
                  <a:pt x="130" y="72"/>
                  <a:pt x="124" y="64"/>
                </a:cubicBezTo>
                <a:cubicBezTo>
                  <a:pt x="119" y="57"/>
                  <a:pt x="116" y="50"/>
                  <a:pt x="116" y="4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4" name="Freeform 36"/>
          <p:cNvSpPr>
            <a:spLocks noEditPoints="1"/>
          </p:cNvSpPr>
          <p:nvPr/>
        </p:nvSpPr>
        <p:spPr bwMode="auto">
          <a:xfrm>
            <a:off x="4529160" y="2302844"/>
            <a:ext cx="323587" cy="208485"/>
          </a:xfrm>
          <a:custGeom>
            <a:avLst/>
            <a:gdLst>
              <a:gd name="T0" fmla="*/ 0 w 149"/>
              <a:gd name="T1" fmla="*/ 49 h 96"/>
              <a:gd name="T2" fmla="*/ 0 w 149"/>
              <a:gd name="T3" fmla="*/ 46 h 96"/>
              <a:gd name="T4" fmla="*/ 51 w 149"/>
              <a:gd name="T5" fmla="*/ 19 h 96"/>
              <a:gd name="T6" fmla="*/ 51 w 149"/>
              <a:gd name="T7" fmla="*/ 31 h 96"/>
              <a:gd name="T8" fmla="*/ 20 w 149"/>
              <a:gd name="T9" fmla="*/ 48 h 96"/>
              <a:gd name="T10" fmla="*/ 51 w 149"/>
              <a:gd name="T11" fmla="*/ 64 h 96"/>
              <a:gd name="T12" fmla="*/ 51 w 149"/>
              <a:gd name="T13" fmla="*/ 77 h 96"/>
              <a:gd name="T14" fmla="*/ 0 w 149"/>
              <a:gd name="T15" fmla="*/ 49 h 96"/>
              <a:gd name="T16" fmla="*/ 47 w 149"/>
              <a:gd name="T17" fmla="*/ 96 h 96"/>
              <a:gd name="T18" fmla="*/ 90 w 149"/>
              <a:gd name="T19" fmla="*/ 0 h 96"/>
              <a:gd name="T20" fmla="*/ 103 w 149"/>
              <a:gd name="T21" fmla="*/ 0 h 96"/>
              <a:gd name="T22" fmla="*/ 61 w 149"/>
              <a:gd name="T23" fmla="*/ 96 h 96"/>
              <a:gd name="T24" fmla="*/ 47 w 149"/>
              <a:gd name="T25" fmla="*/ 96 h 96"/>
              <a:gd name="T26" fmla="*/ 99 w 149"/>
              <a:gd name="T27" fmla="*/ 77 h 96"/>
              <a:gd name="T28" fmla="*/ 99 w 149"/>
              <a:gd name="T29" fmla="*/ 64 h 96"/>
              <a:gd name="T30" fmla="*/ 129 w 149"/>
              <a:gd name="T31" fmla="*/ 48 h 96"/>
              <a:gd name="T32" fmla="*/ 99 w 149"/>
              <a:gd name="T33" fmla="*/ 31 h 96"/>
              <a:gd name="T34" fmla="*/ 99 w 149"/>
              <a:gd name="T35" fmla="*/ 19 h 96"/>
              <a:gd name="T36" fmla="*/ 149 w 149"/>
              <a:gd name="T37" fmla="*/ 46 h 96"/>
              <a:gd name="T38" fmla="*/ 149 w 149"/>
              <a:gd name="T39" fmla="*/ 49 h 96"/>
              <a:gd name="T40" fmla="*/ 99 w 149"/>
              <a:gd name="T41" fmla="*/ 77 h 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149" h="96">
                <a:moveTo>
                  <a:pt x="0" y="49"/>
                </a:moveTo>
                <a:lnTo>
                  <a:pt x="0" y="46"/>
                </a:lnTo>
                <a:lnTo>
                  <a:pt x="51" y="19"/>
                </a:lnTo>
                <a:lnTo>
                  <a:pt x="51" y="31"/>
                </a:lnTo>
                <a:lnTo>
                  <a:pt x="20" y="48"/>
                </a:lnTo>
                <a:lnTo>
                  <a:pt x="51" y="64"/>
                </a:lnTo>
                <a:lnTo>
                  <a:pt x="51" y="77"/>
                </a:lnTo>
                <a:lnTo>
                  <a:pt x="0" y="49"/>
                </a:lnTo>
                <a:close/>
                <a:moveTo>
                  <a:pt x="47" y="96"/>
                </a:moveTo>
                <a:lnTo>
                  <a:pt x="90" y="0"/>
                </a:lnTo>
                <a:lnTo>
                  <a:pt x="103" y="0"/>
                </a:lnTo>
                <a:lnTo>
                  <a:pt x="61" y="96"/>
                </a:lnTo>
                <a:lnTo>
                  <a:pt x="47" y="96"/>
                </a:lnTo>
                <a:close/>
                <a:moveTo>
                  <a:pt x="99" y="77"/>
                </a:moveTo>
                <a:lnTo>
                  <a:pt x="99" y="64"/>
                </a:lnTo>
                <a:lnTo>
                  <a:pt x="129" y="48"/>
                </a:lnTo>
                <a:lnTo>
                  <a:pt x="99" y="31"/>
                </a:lnTo>
                <a:lnTo>
                  <a:pt x="99" y="19"/>
                </a:lnTo>
                <a:lnTo>
                  <a:pt x="149" y="46"/>
                </a:lnTo>
                <a:lnTo>
                  <a:pt x="149" y="49"/>
                </a:lnTo>
                <a:lnTo>
                  <a:pt x="99" y="7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5" name="Freeform 37"/>
          <p:cNvSpPr>
            <a:spLocks noEditPoints="1"/>
          </p:cNvSpPr>
          <p:nvPr/>
        </p:nvSpPr>
        <p:spPr bwMode="auto">
          <a:xfrm>
            <a:off x="5091636" y="2287644"/>
            <a:ext cx="236717" cy="238889"/>
          </a:xfrm>
          <a:custGeom>
            <a:avLst/>
            <a:gdLst>
              <a:gd name="T0" fmla="*/ 0 w 109"/>
              <a:gd name="T1" fmla="*/ 110 h 110"/>
              <a:gd name="T2" fmla="*/ 0 w 109"/>
              <a:gd name="T3" fmla="*/ 0 h 110"/>
              <a:gd name="T4" fmla="*/ 41 w 109"/>
              <a:gd name="T5" fmla="*/ 0 h 110"/>
              <a:gd name="T6" fmla="*/ 41 w 109"/>
              <a:gd name="T7" fmla="*/ 110 h 110"/>
              <a:gd name="T8" fmla="*/ 0 w 109"/>
              <a:gd name="T9" fmla="*/ 110 h 110"/>
              <a:gd name="T10" fmla="*/ 68 w 109"/>
              <a:gd name="T11" fmla="*/ 110 h 110"/>
              <a:gd name="T12" fmla="*/ 68 w 109"/>
              <a:gd name="T13" fmla="*/ 0 h 110"/>
              <a:gd name="T14" fmla="*/ 109 w 109"/>
              <a:gd name="T15" fmla="*/ 0 h 110"/>
              <a:gd name="T16" fmla="*/ 109 w 109"/>
              <a:gd name="T17" fmla="*/ 110 h 110"/>
              <a:gd name="T18" fmla="*/ 68 w 109"/>
              <a:gd name="T19" fmla="*/ 110 h 1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09" h="110">
                <a:moveTo>
                  <a:pt x="0" y="110"/>
                </a:moveTo>
                <a:lnTo>
                  <a:pt x="0" y="0"/>
                </a:lnTo>
                <a:lnTo>
                  <a:pt x="41" y="0"/>
                </a:lnTo>
                <a:lnTo>
                  <a:pt x="41" y="110"/>
                </a:lnTo>
                <a:lnTo>
                  <a:pt x="0" y="110"/>
                </a:lnTo>
                <a:close/>
                <a:moveTo>
                  <a:pt x="68" y="110"/>
                </a:moveTo>
                <a:lnTo>
                  <a:pt x="68" y="0"/>
                </a:lnTo>
                <a:lnTo>
                  <a:pt x="109" y="0"/>
                </a:lnTo>
                <a:lnTo>
                  <a:pt x="109" y="110"/>
                </a:lnTo>
                <a:lnTo>
                  <a:pt x="68" y="11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6" name="Rectangle 38"/>
          <p:cNvSpPr>
            <a:spLocks noChangeArrowheads="1"/>
          </p:cNvSpPr>
          <p:nvPr/>
        </p:nvSpPr>
        <p:spPr bwMode="auto">
          <a:xfrm>
            <a:off x="5608505" y="2287644"/>
            <a:ext cx="238889" cy="238889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7" name="Freeform 39"/>
          <p:cNvSpPr>
            <a:spLocks noEditPoints="1"/>
          </p:cNvSpPr>
          <p:nvPr/>
        </p:nvSpPr>
        <p:spPr bwMode="auto">
          <a:xfrm>
            <a:off x="6097141" y="2287644"/>
            <a:ext cx="297527" cy="238889"/>
          </a:xfrm>
          <a:custGeom>
            <a:avLst/>
            <a:gdLst>
              <a:gd name="T0" fmla="*/ 0 w 137"/>
              <a:gd name="T1" fmla="*/ 110 h 110"/>
              <a:gd name="T2" fmla="*/ 0 w 137"/>
              <a:gd name="T3" fmla="*/ 0 h 110"/>
              <a:gd name="T4" fmla="*/ 95 w 137"/>
              <a:gd name="T5" fmla="*/ 55 h 110"/>
              <a:gd name="T6" fmla="*/ 0 w 137"/>
              <a:gd name="T7" fmla="*/ 110 h 110"/>
              <a:gd name="T8" fmla="*/ 109 w 137"/>
              <a:gd name="T9" fmla="*/ 110 h 110"/>
              <a:gd name="T10" fmla="*/ 109 w 137"/>
              <a:gd name="T11" fmla="*/ 0 h 110"/>
              <a:gd name="T12" fmla="*/ 137 w 137"/>
              <a:gd name="T13" fmla="*/ 0 h 110"/>
              <a:gd name="T14" fmla="*/ 137 w 137"/>
              <a:gd name="T15" fmla="*/ 110 h 110"/>
              <a:gd name="T16" fmla="*/ 109 w 137"/>
              <a:gd name="T17" fmla="*/ 110 h 1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37" h="110">
                <a:moveTo>
                  <a:pt x="0" y="110"/>
                </a:moveTo>
                <a:lnTo>
                  <a:pt x="0" y="0"/>
                </a:lnTo>
                <a:lnTo>
                  <a:pt x="95" y="55"/>
                </a:lnTo>
                <a:lnTo>
                  <a:pt x="0" y="110"/>
                </a:lnTo>
                <a:close/>
                <a:moveTo>
                  <a:pt x="109" y="110"/>
                </a:moveTo>
                <a:lnTo>
                  <a:pt x="109" y="0"/>
                </a:lnTo>
                <a:lnTo>
                  <a:pt x="137" y="0"/>
                </a:lnTo>
                <a:lnTo>
                  <a:pt x="137" y="110"/>
                </a:lnTo>
                <a:lnTo>
                  <a:pt x="109" y="11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8" name="Freeform 40"/>
          <p:cNvSpPr>
            <a:spLocks noEditPoints="1"/>
          </p:cNvSpPr>
          <p:nvPr/>
        </p:nvSpPr>
        <p:spPr bwMode="auto">
          <a:xfrm>
            <a:off x="6533657" y="2287644"/>
            <a:ext cx="297527" cy="238889"/>
          </a:xfrm>
          <a:custGeom>
            <a:avLst/>
            <a:gdLst>
              <a:gd name="T0" fmla="*/ 0 w 137"/>
              <a:gd name="T1" fmla="*/ 110 h 110"/>
              <a:gd name="T2" fmla="*/ 0 w 137"/>
              <a:gd name="T3" fmla="*/ 0 h 110"/>
              <a:gd name="T4" fmla="*/ 28 w 137"/>
              <a:gd name="T5" fmla="*/ 0 h 110"/>
              <a:gd name="T6" fmla="*/ 28 w 137"/>
              <a:gd name="T7" fmla="*/ 110 h 110"/>
              <a:gd name="T8" fmla="*/ 0 w 137"/>
              <a:gd name="T9" fmla="*/ 110 h 110"/>
              <a:gd name="T10" fmla="*/ 43 w 137"/>
              <a:gd name="T11" fmla="*/ 55 h 110"/>
              <a:gd name="T12" fmla="*/ 137 w 137"/>
              <a:gd name="T13" fmla="*/ 0 h 110"/>
              <a:gd name="T14" fmla="*/ 137 w 137"/>
              <a:gd name="T15" fmla="*/ 110 h 110"/>
              <a:gd name="T16" fmla="*/ 43 w 137"/>
              <a:gd name="T17" fmla="*/ 55 h 1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37" h="110">
                <a:moveTo>
                  <a:pt x="0" y="110"/>
                </a:moveTo>
                <a:lnTo>
                  <a:pt x="0" y="0"/>
                </a:lnTo>
                <a:lnTo>
                  <a:pt x="28" y="0"/>
                </a:lnTo>
                <a:lnTo>
                  <a:pt x="28" y="110"/>
                </a:lnTo>
                <a:lnTo>
                  <a:pt x="0" y="110"/>
                </a:lnTo>
                <a:close/>
                <a:moveTo>
                  <a:pt x="43" y="55"/>
                </a:moveTo>
                <a:lnTo>
                  <a:pt x="137" y="0"/>
                </a:lnTo>
                <a:lnTo>
                  <a:pt x="137" y="110"/>
                </a:lnTo>
                <a:lnTo>
                  <a:pt x="43" y="5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9" name="Freeform 41"/>
          <p:cNvSpPr>
            <a:spLocks noEditPoints="1"/>
          </p:cNvSpPr>
          <p:nvPr/>
        </p:nvSpPr>
        <p:spPr bwMode="auto">
          <a:xfrm>
            <a:off x="6972345" y="2315874"/>
            <a:ext cx="310556" cy="180253"/>
          </a:xfrm>
          <a:custGeom>
            <a:avLst/>
            <a:gdLst>
              <a:gd name="T0" fmla="*/ 0 w 143"/>
              <a:gd name="T1" fmla="*/ 83 h 83"/>
              <a:gd name="T2" fmla="*/ 0 w 143"/>
              <a:gd name="T3" fmla="*/ 0 h 83"/>
              <a:gd name="T4" fmla="*/ 71 w 143"/>
              <a:gd name="T5" fmla="*/ 42 h 83"/>
              <a:gd name="T6" fmla="*/ 0 w 143"/>
              <a:gd name="T7" fmla="*/ 83 h 83"/>
              <a:gd name="T8" fmla="*/ 71 w 143"/>
              <a:gd name="T9" fmla="*/ 83 h 83"/>
              <a:gd name="T10" fmla="*/ 71 w 143"/>
              <a:gd name="T11" fmla="*/ 0 h 83"/>
              <a:gd name="T12" fmla="*/ 143 w 143"/>
              <a:gd name="T13" fmla="*/ 42 h 83"/>
              <a:gd name="T14" fmla="*/ 71 w 143"/>
              <a:gd name="T15" fmla="*/ 83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43" h="83">
                <a:moveTo>
                  <a:pt x="0" y="83"/>
                </a:moveTo>
                <a:lnTo>
                  <a:pt x="0" y="0"/>
                </a:lnTo>
                <a:lnTo>
                  <a:pt x="71" y="42"/>
                </a:lnTo>
                <a:lnTo>
                  <a:pt x="0" y="83"/>
                </a:lnTo>
                <a:close/>
                <a:moveTo>
                  <a:pt x="71" y="83"/>
                </a:moveTo>
                <a:lnTo>
                  <a:pt x="71" y="0"/>
                </a:lnTo>
                <a:lnTo>
                  <a:pt x="143" y="42"/>
                </a:lnTo>
                <a:lnTo>
                  <a:pt x="71" y="8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40" name="Freeform 42"/>
          <p:cNvSpPr>
            <a:spLocks noEditPoints="1"/>
          </p:cNvSpPr>
          <p:nvPr/>
        </p:nvSpPr>
        <p:spPr bwMode="auto">
          <a:xfrm>
            <a:off x="7398001" y="2315874"/>
            <a:ext cx="310556" cy="180253"/>
          </a:xfrm>
          <a:custGeom>
            <a:avLst/>
            <a:gdLst>
              <a:gd name="T0" fmla="*/ 0 w 143"/>
              <a:gd name="T1" fmla="*/ 42 h 83"/>
              <a:gd name="T2" fmla="*/ 72 w 143"/>
              <a:gd name="T3" fmla="*/ 0 h 83"/>
              <a:gd name="T4" fmla="*/ 72 w 143"/>
              <a:gd name="T5" fmla="*/ 83 h 83"/>
              <a:gd name="T6" fmla="*/ 0 w 143"/>
              <a:gd name="T7" fmla="*/ 42 h 83"/>
              <a:gd name="T8" fmla="*/ 72 w 143"/>
              <a:gd name="T9" fmla="*/ 42 h 83"/>
              <a:gd name="T10" fmla="*/ 143 w 143"/>
              <a:gd name="T11" fmla="*/ 0 h 83"/>
              <a:gd name="T12" fmla="*/ 143 w 143"/>
              <a:gd name="T13" fmla="*/ 83 h 83"/>
              <a:gd name="T14" fmla="*/ 72 w 143"/>
              <a:gd name="T15" fmla="*/ 42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43" h="83">
                <a:moveTo>
                  <a:pt x="0" y="42"/>
                </a:moveTo>
                <a:lnTo>
                  <a:pt x="72" y="0"/>
                </a:lnTo>
                <a:lnTo>
                  <a:pt x="72" y="83"/>
                </a:lnTo>
                <a:lnTo>
                  <a:pt x="0" y="42"/>
                </a:lnTo>
                <a:close/>
                <a:moveTo>
                  <a:pt x="72" y="42"/>
                </a:moveTo>
                <a:lnTo>
                  <a:pt x="143" y="0"/>
                </a:lnTo>
                <a:lnTo>
                  <a:pt x="143" y="83"/>
                </a:lnTo>
                <a:lnTo>
                  <a:pt x="72" y="4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41" name="Freeform 43"/>
          <p:cNvSpPr>
            <a:spLocks noEditPoints="1"/>
          </p:cNvSpPr>
          <p:nvPr/>
        </p:nvSpPr>
        <p:spPr bwMode="auto">
          <a:xfrm>
            <a:off x="7847546" y="2278957"/>
            <a:ext cx="297527" cy="256263"/>
          </a:xfrm>
          <a:custGeom>
            <a:avLst/>
            <a:gdLst>
              <a:gd name="T0" fmla="*/ 0 w 208"/>
              <a:gd name="T1" fmla="*/ 110 h 178"/>
              <a:gd name="T2" fmla="*/ 0 w 208"/>
              <a:gd name="T3" fmla="*/ 74 h 178"/>
              <a:gd name="T4" fmla="*/ 14 w 208"/>
              <a:gd name="T5" fmla="*/ 40 h 178"/>
              <a:gd name="T6" fmla="*/ 47 w 208"/>
              <a:gd name="T7" fmla="*/ 27 h 178"/>
              <a:gd name="T8" fmla="*/ 115 w 208"/>
              <a:gd name="T9" fmla="*/ 27 h 178"/>
              <a:gd name="T10" fmla="*/ 115 w 208"/>
              <a:gd name="T11" fmla="*/ 0 h 178"/>
              <a:gd name="T12" fmla="*/ 186 w 208"/>
              <a:gd name="T13" fmla="*/ 42 h 178"/>
              <a:gd name="T14" fmla="*/ 115 w 208"/>
              <a:gd name="T15" fmla="*/ 84 h 178"/>
              <a:gd name="T16" fmla="*/ 115 w 208"/>
              <a:gd name="T17" fmla="*/ 58 h 178"/>
              <a:gd name="T18" fmla="*/ 47 w 208"/>
              <a:gd name="T19" fmla="*/ 58 h 178"/>
              <a:gd name="T20" fmla="*/ 36 w 208"/>
              <a:gd name="T21" fmla="*/ 62 h 178"/>
              <a:gd name="T22" fmla="*/ 31 w 208"/>
              <a:gd name="T23" fmla="*/ 74 h 178"/>
              <a:gd name="T24" fmla="*/ 31 w 208"/>
              <a:gd name="T25" fmla="*/ 92 h 178"/>
              <a:gd name="T26" fmla="*/ 0 w 208"/>
              <a:gd name="T27" fmla="*/ 110 h 178"/>
              <a:gd name="T28" fmla="*/ 22 w 208"/>
              <a:gd name="T29" fmla="*/ 136 h 178"/>
              <a:gd name="T30" fmla="*/ 94 w 208"/>
              <a:gd name="T31" fmla="*/ 94 h 178"/>
              <a:gd name="T32" fmla="*/ 94 w 208"/>
              <a:gd name="T33" fmla="*/ 120 h 178"/>
              <a:gd name="T34" fmla="*/ 161 w 208"/>
              <a:gd name="T35" fmla="*/ 120 h 178"/>
              <a:gd name="T36" fmla="*/ 173 w 208"/>
              <a:gd name="T37" fmla="*/ 116 h 178"/>
              <a:gd name="T38" fmla="*/ 177 w 208"/>
              <a:gd name="T39" fmla="*/ 105 h 178"/>
              <a:gd name="T40" fmla="*/ 177 w 208"/>
              <a:gd name="T41" fmla="*/ 87 h 178"/>
              <a:gd name="T42" fmla="*/ 208 w 208"/>
              <a:gd name="T43" fmla="*/ 68 h 178"/>
              <a:gd name="T44" fmla="*/ 208 w 208"/>
              <a:gd name="T45" fmla="*/ 105 h 178"/>
              <a:gd name="T46" fmla="*/ 195 w 208"/>
              <a:gd name="T47" fmla="*/ 138 h 178"/>
              <a:gd name="T48" fmla="*/ 161 w 208"/>
              <a:gd name="T49" fmla="*/ 151 h 178"/>
              <a:gd name="T50" fmla="*/ 94 w 208"/>
              <a:gd name="T51" fmla="*/ 151 h 178"/>
              <a:gd name="T52" fmla="*/ 94 w 208"/>
              <a:gd name="T53" fmla="*/ 178 h 178"/>
              <a:gd name="T54" fmla="*/ 22 w 208"/>
              <a:gd name="T55" fmla="*/ 136 h 1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208" h="178">
                <a:moveTo>
                  <a:pt x="0" y="110"/>
                </a:moveTo>
                <a:cubicBezTo>
                  <a:pt x="0" y="74"/>
                  <a:pt x="0" y="74"/>
                  <a:pt x="0" y="74"/>
                </a:cubicBezTo>
                <a:cubicBezTo>
                  <a:pt x="0" y="61"/>
                  <a:pt x="5" y="49"/>
                  <a:pt x="14" y="40"/>
                </a:cubicBezTo>
                <a:cubicBezTo>
                  <a:pt x="23" y="31"/>
                  <a:pt x="34" y="27"/>
                  <a:pt x="47" y="27"/>
                </a:cubicBezTo>
                <a:cubicBezTo>
                  <a:pt x="115" y="27"/>
                  <a:pt x="115" y="27"/>
                  <a:pt x="115" y="27"/>
                </a:cubicBezTo>
                <a:cubicBezTo>
                  <a:pt x="115" y="0"/>
                  <a:pt x="115" y="0"/>
                  <a:pt x="115" y="0"/>
                </a:cubicBezTo>
                <a:cubicBezTo>
                  <a:pt x="186" y="42"/>
                  <a:pt x="186" y="42"/>
                  <a:pt x="186" y="42"/>
                </a:cubicBezTo>
                <a:cubicBezTo>
                  <a:pt x="115" y="84"/>
                  <a:pt x="115" y="84"/>
                  <a:pt x="115" y="84"/>
                </a:cubicBezTo>
                <a:cubicBezTo>
                  <a:pt x="115" y="58"/>
                  <a:pt x="115" y="58"/>
                  <a:pt x="115" y="58"/>
                </a:cubicBezTo>
                <a:cubicBezTo>
                  <a:pt x="47" y="58"/>
                  <a:pt x="47" y="58"/>
                  <a:pt x="47" y="58"/>
                </a:cubicBezTo>
                <a:cubicBezTo>
                  <a:pt x="43" y="58"/>
                  <a:pt x="39" y="59"/>
                  <a:pt x="36" y="62"/>
                </a:cubicBezTo>
                <a:cubicBezTo>
                  <a:pt x="33" y="65"/>
                  <a:pt x="31" y="69"/>
                  <a:pt x="31" y="74"/>
                </a:cubicBezTo>
                <a:cubicBezTo>
                  <a:pt x="31" y="92"/>
                  <a:pt x="31" y="92"/>
                  <a:pt x="31" y="92"/>
                </a:cubicBezTo>
                <a:lnTo>
                  <a:pt x="0" y="110"/>
                </a:lnTo>
                <a:close/>
                <a:moveTo>
                  <a:pt x="22" y="136"/>
                </a:moveTo>
                <a:cubicBezTo>
                  <a:pt x="94" y="94"/>
                  <a:pt x="94" y="94"/>
                  <a:pt x="94" y="94"/>
                </a:cubicBezTo>
                <a:cubicBezTo>
                  <a:pt x="94" y="120"/>
                  <a:pt x="94" y="120"/>
                  <a:pt x="94" y="120"/>
                </a:cubicBezTo>
                <a:cubicBezTo>
                  <a:pt x="161" y="120"/>
                  <a:pt x="161" y="120"/>
                  <a:pt x="161" y="120"/>
                </a:cubicBezTo>
                <a:cubicBezTo>
                  <a:pt x="166" y="120"/>
                  <a:pt x="170" y="119"/>
                  <a:pt x="173" y="116"/>
                </a:cubicBezTo>
                <a:cubicBezTo>
                  <a:pt x="176" y="113"/>
                  <a:pt x="177" y="109"/>
                  <a:pt x="177" y="105"/>
                </a:cubicBezTo>
                <a:cubicBezTo>
                  <a:pt x="177" y="87"/>
                  <a:pt x="177" y="87"/>
                  <a:pt x="177" y="87"/>
                </a:cubicBezTo>
                <a:cubicBezTo>
                  <a:pt x="208" y="68"/>
                  <a:pt x="208" y="68"/>
                  <a:pt x="208" y="68"/>
                </a:cubicBezTo>
                <a:cubicBezTo>
                  <a:pt x="208" y="105"/>
                  <a:pt x="208" y="105"/>
                  <a:pt x="208" y="105"/>
                </a:cubicBezTo>
                <a:cubicBezTo>
                  <a:pt x="208" y="118"/>
                  <a:pt x="204" y="129"/>
                  <a:pt x="195" y="138"/>
                </a:cubicBezTo>
                <a:cubicBezTo>
                  <a:pt x="186" y="147"/>
                  <a:pt x="174" y="151"/>
                  <a:pt x="161" y="151"/>
                </a:cubicBezTo>
                <a:cubicBezTo>
                  <a:pt x="94" y="151"/>
                  <a:pt x="94" y="151"/>
                  <a:pt x="94" y="151"/>
                </a:cubicBezTo>
                <a:cubicBezTo>
                  <a:pt x="94" y="178"/>
                  <a:pt x="94" y="178"/>
                  <a:pt x="94" y="178"/>
                </a:cubicBezTo>
                <a:lnTo>
                  <a:pt x="22" y="13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42" name="Freeform 44"/>
          <p:cNvSpPr>
            <a:spLocks/>
          </p:cNvSpPr>
          <p:nvPr/>
        </p:nvSpPr>
        <p:spPr bwMode="auto">
          <a:xfrm>
            <a:off x="8286233" y="2257240"/>
            <a:ext cx="297527" cy="299697"/>
          </a:xfrm>
          <a:custGeom>
            <a:avLst/>
            <a:gdLst>
              <a:gd name="T0" fmla="*/ 0 w 207"/>
              <a:gd name="T1" fmla="*/ 192 h 208"/>
              <a:gd name="T2" fmla="*/ 4 w 207"/>
              <a:gd name="T3" fmla="*/ 181 h 208"/>
              <a:gd name="T4" fmla="*/ 119 w 207"/>
              <a:gd name="T5" fmla="*/ 67 h 208"/>
              <a:gd name="T6" fmla="*/ 114 w 207"/>
              <a:gd name="T7" fmla="*/ 47 h 208"/>
              <a:gd name="T8" fmla="*/ 118 w 207"/>
              <a:gd name="T9" fmla="*/ 28 h 208"/>
              <a:gd name="T10" fmla="*/ 129 w 207"/>
              <a:gd name="T11" fmla="*/ 13 h 208"/>
              <a:gd name="T12" fmla="*/ 143 w 207"/>
              <a:gd name="T13" fmla="*/ 3 h 208"/>
              <a:gd name="T14" fmla="*/ 161 w 207"/>
              <a:gd name="T15" fmla="*/ 0 h 208"/>
              <a:gd name="T16" fmla="*/ 181 w 207"/>
              <a:gd name="T17" fmla="*/ 5 h 208"/>
              <a:gd name="T18" fmla="*/ 196 w 207"/>
              <a:gd name="T19" fmla="*/ 16 h 208"/>
              <a:gd name="T20" fmla="*/ 144 w 207"/>
              <a:gd name="T21" fmla="*/ 30 h 208"/>
              <a:gd name="T22" fmla="*/ 138 w 207"/>
              <a:gd name="T23" fmla="*/ 53 h 208"/>
              <a:gd name="T24" fmla="*/ 155 w 207"/>
              <a:gd name="T25" fmla="*/ 70 h 208"/>
              <a:gd name="T26" fmla="*/ 207 w 207"/>
              <a:gd name="T27" fmla="*/ 56 h 208"/>
              <a:gd name="T28" fmla="*/ 206 w 207"/>
              <a:gd name="T29" fmla="*/ 59 h 208"/>
              <a:gd name="T30" fmla="*/ 200 w 207"/>
              <a:gd name="T31" fmla="*/ 73 h 208"/>
              <a:gd name="T32" fmla="*/ 189 w 207"/>
              <a:gd name="T33" fmla="*/ 84 h 208"/>
              <a:gd name="T34" fmla="*/ 176 w 207"/>
              <a:gd name="T35" fmla="*/ 91 h 208"/>
              <a:gd name="T36" fmla="*/ 161 w 207"/>
              <a:gd name="T37" fmla="*/ 94 h 208"/>
              <a:gd name="T38" fmla="*/ 141 w 207"/>
              <a:gd name="T39" fmla="*/ 89 h 208"/>
              <a:gd name="T40" fmla="*/ 27 w 207"/>
              <a:gd name="T41" fmla="*/ 203 h 208"/>
              <a:gd name="T42" fmla="*/ 15 w 207"/>
              <a:gd name="T43" fmla="*/ 208 h 208"/>
              <a:gd name="T44" fmla="*/ 4 w 207"/>
              <a:gd name="T45" fmla="*/ 203 h 208"/>
              <a:gd name="T46" fmla="*/ 0 w 207"/>
              <a:gd name="T47" fmla="*/ 192 h 2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207" h="208">
                <a:moveTo>
                  <a:pt x="0" y="192"/>
                </a:moveTo>
                <a:cubicBezTo>
                  <a:pt x="0" y="188"/>
                  <a:pt x="1" y="184"/>
                  <a:pt x="4" y="181"/>
                </a:cubicBezTo>
                <a:cubicBezTo>
                  <a:pt x="119" y="67"/>
                  <a:pt x="119" y="67"/>
                  <a:pt x="119" y="67"/>
                </a:cubicBezTo>
                <a:cubicBezTo>
                  <a:pt x="116" y="61"/>
                  <a:pt x="114" y="54"/>
                  <a:pt x="114" y="47"/>
                </a:cubicBezTo>
                <a:cubicBezTo>
                  <a:pt x="114" y="40"/>
                  <a:pt x="115" y="33"/>
                  <a:pt x="118" y="28"/>
                </a:cubicBezTo>
                <a:cubicBezTo>
                  <a:pt x="121" y="22"/>
                  <a:pt x="124" y="17"/>
                  <a:pt x="129" y="13"/>
                </a:cubicBezTo>
                <a:cubicBezTo>
                  <a:pt x="133" y="9"/>
                  <a:pt x="138" y="6"/>
                  <a:pt x="143" y="3"/>
                </a:cubicBezTo>
                <a:cubicBezTo>
                  <a:pt x="149" y="1"/>
                  <a:pt x="155" y="0"/>
                  <a:pt x="161" y="0"/>
                </a:cubicBezTo>
                <a:cubicBezTo>
                  <a:pt x="169" y="0"/>
                  <a:pt x="175" y="1"/>
                  <a:pt x="181" y="5"/>
                </a:cubicBezTo>
                <a:cubicBezTo>
                  <a:pt x="187" y="8"/>
                  <a:pt x="192" y="11"/>
                  <a:pt x="196" y="16"/>
                </a:cubicBezTo>
                <a:cubicBezTo>
                  <a:pt x="144" y="30"/>
                  <a:pt x="144" y="30"/>
                  <a:pt x="144" y="30"/>
                </a:cubicBezTo>
                <a:cubicBezTo>
                  <a:pt x="138" y="53"/>
                  <a:pt x="138" y="53"/>
                  <a:pt x="138" y="53"/>
                </a:cubicBezTo>
                <a:cubicBezTo>
                  <a:pt x="155" y="70"/>
                  <a:pt x="155" y="70"/>
                  <a:pt x="155" y="70"/>
                </a:cubicBezTo>
                <a:cubicBezTo>
                  <a:pt x="207" y="56"/>
                  <a:pt x="207" y="56"/>
                  <a:pt x="207" y="56"/>
                </a:cubicBezTo>
                <a:cubicBezTo>
                  <a:pt x="206" y="59"/>
                  <a:pt x="206" y="59"/>
                  <a:pt x="206" y="59"/>
                </a:cubicBezTo>
                <a:cubicBezTo>
                  <a:pt x="205" y="64"/>
                  <a:pt x="203" y="69"/>
                  <a:pt x="200" y="73"/>
                </a:cubicBezTo>
                <a:cubicBezTo>
                  <a:pt x="197" y="77"/>
                  <a:pt x="193" y="81"/>
                  <a:pt x="189" y="84"/>
                </a:cubicBezTo>
                <a:cubicBezTo>
                  <a:pt x="185" y="87"/>
                  <a:pt x="181" y="89"/>
                  <a:pt x="176" y="91"/>
                </a:cubicBezTo>
                <a:cubicBezTo>
                  <a:pt x="171" y="93"/>
                  <a:pt x="166" y="94"/>
                  <a:pt x="161" y="94"/>
                </a:cubicBezTo>
                <a:cubicBezTo>
                  <a:pt x="153" y="94"/>
                  <a:pt x="147" y="92"/>
                  <a:pt x="141" y="89"/>
                </a:cubicBezTo>
                <a:cubicBezTo>
                  <a:pt x="27" y="203"/>
                  <a:pt x="27" y="203"/>
                  <a:pt x="27" y="203"/>
                </a:cubicBezTo>
                <a:cubicBezTo>
                  <a:pt x="23" y="206"/>
                  <a:pt x="20" y="208"/>
                  <a:pt x="15" y="208"/>
                </a:cubicBezTo>
                <a:cubicBezTo>
                  <a:pt x="11" y="208"/>
                  <a:pt x="7" y="206"/>
                  <a:pt x="4" y="203"/>
                </a:cubicBezTo>
                <a:cubicBezTo>
                  <a:pt x="1" y="200"/>
                  <a:pt x="0" y="196"/>
                  <a:pt x="0" y="19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43" name="Freeform 45"/>
          <p:cNvSpPr>
            <a:spLocks noEditPoints="1"/>
          </p:cNvSpPr>
          <p:nvPr/>
        </p:nvSpPr>
        <p:spPr bwMode="auto">
          <a:xfrm>
            <a:off x="8720576" y="2244208"/>
            <a:ext cx="306213" cy="325757"/>
          </a:xfrm>
          <a:custGeom>
            <a:avLst/>
            <a:gdLst>
              <a:gd name="T0" fmla="*/ 26 w 214"/>
              <a:gd name="T1" fmla="*/ 133 h 228"/>
              <a:gd name="T2" fmla="*/ 26 w 214"/>
              <a:gd name="T3" fmla="*/ 95 h 228"/>
              <a:gd name="T4" fmla="*/ 0 w 214"/>
              <a:gd name="T5" fmla="*/ 74 h 228"/>
              <a:gd name="T6" fmla="*/ 19 w 214"/>
              <a:gd name="T7" fmla="*/ 41 h 228"/>
              <a:gd name="T8" fmla="*/ 50 w 214"/>
              <a:gd name="T9" fmla="*/ 53 h 228"/>
              <a:gd name="T10" fmla="*/ 83 w 214"/>
              <a:gd name="T11" fmla="*/ 34 h 228"/>
              <a:gd name="T12" fmla="*/ 88 w 214"/>
              <a:gd name="T13" fmla="*/ 1 h 228"/>
              <a:gd name="T14" fmla="*/ 107 w 214"/>
              <a:gd name="T15" fmla="*/ 0 h 228"/>
              <a:gd name="T16" fmla="*/ 126 w 214"/>
              <a:gd name="T17" fmla="*/ 1 h 228"/>
              <a:gd name="T18" fmla="*/ 131 w 214"/>
              <a:gd name="T19" fmla="*/ 34 h 228"/>
              <a:gd name="T20" fmla="*/ 164 w 214"/>
              <a:gd name="T21" fmla="*/ 53 h 228"/>
              <a:gd name="T22" fmla="*/ 195 w 214"/>
              <a:gd name="T23" fmla="*/ 41 h 228"/>
              <a:gd name="T24" fmla="*/ 214 w 214"/>
              <a:gd name="T25" fmla="*/ 74 h 228"/>
              <a:gd name="T26" fmla="*/ 188 w 214"/>
              <a:gd name="T27" fmla="*/ 95 h 228"/>
              <a:gd name="T28" fmla="*/ 188 w 214"/>
              <a:gd name="T29" fmla="*/ 133 h 228"/>
              <a:gd name="T30" fmla="*/ 214 w 214"/>
              <a:gd name="T31" fmla="*/ 154 h 228"/>
              <a:gd name="T32" fmla="*/ 195 w 214"/>
              <a:gd name="T33" fmla="*/ 187 h 228"/>
              <a:gd name="T34" fmla="*/ 164 w 214"/>
              <a:gd name="T35" fmla="*/ 175 h 228"/>
              <a:gd name="T36" fmla="*/ 131 w 214"/>
              <a:gd name="T37" fmla="*/ 194 h 228"/>
              <a:gd name="T38" fmla="*/ 126 w 214"/>
              <a:gd name="T39" fmla="*/ 227 h 228"/>
              <a:gd name="T40" fmla="*/ 107 w 214"/>
              <a:gd name="T41" fmla="*/ 228 h 228"/>
              <a:gd name="T42" fmla="*/ 88 w 214"/>
              <a:gd name="T43" fmla="*/ 227 h 228"/>
              <a:gd name="T44" fmla="*/ 83 w 214"/>
              <a:gd name="T45" fmla="*/ 194 h 228"/>
              <a:gd name="T46" fmla="*/ 50 w 214"/>
              <a:gd name="T47" fmla="*/ 175 h 228"/>
              <a:gd name="T48" fmla="*/ 19 w 214"/>
              <a:gd name="T49" fmla="*/ 187 h 228"/>
              <a:gd name="T50" fmla="*/ 0 w 214"/>
              <a:gd name="T51" fmla="*/ 154 h 228"/>
              <a:gd name="T52" fmla="*/ 26 w 214"/>
              <a:gd name="T53" fmla="*/ 133 h 228"/>
              <a:gd name="T54" fmla="*/ 77 w 214"/>
              <a:gd name="T55" fmla="*/ 85 h 228"/>
              <a:gd name="T56" fmla="*/ 65 w 214"/>
              <a:gd name="T57" fmla="*/ 114 h 228"/>
              <a:gd name="T58" fmla="*/ 77 w 214"/>
              <a:gd name="T59" fmla="*/ 143 h 228"/>
              <a:gd name="T60" fmla="*/ 107 w 214"/>
              <a:gd name="T61" fmla="*/ 156 h 228"/>
              <a:gd name="T62" fmla="*/ 136 w 214"/>
              <a:gd name="T63" fmla="*/ 143 h 228"/>
              <a:gd name="T64" fmla="*/ 149 w 214"/>
              <a:gd name="T65" fmla="*/ 114 h 228"/>
              <a:gd name="T66" fmla="*/ 136 w 214"/>
              <a:gd name="T67" fmla="*/ 85 h 228"/>
              <a:gd name="T68" fmla="*/ 107 w 214"/>
              <a:gd name="T69" fmla="*/ 72 h 228"/>
              <a:gd name="T70" fmla="*/ 77 w 214"/>
              <a:gd name="T71" fmla="*/ 85 h 2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214" h="228">
                <a:moveTo>
                  <a:pt x="26" y="133"/>
                </a:moveTo>
                <a:cubicBezTo>
                  <a:pt x="23" y="120"/>
                  <a:pt x="23" y="108"/>
                  <a:pt x="26" y="95"/>
                </a:cubicBezTo>
                <a:cubicBezTo>
                  <a:pt x="0" y="74"/>
                  <a:pt x="0" y="74"/>
                  <a:pt x="0" y="74"/>
                </a:cubicBezTo>
                <a:cubicBezTo>
                  <a:pt x="4" y="62"/>
                  <a:pt x="11" y="51"/>
                  <a:pt x="19" y="41"/>
                </a:cubicBezTo>
                <a:cubicBezTo>
                  <a:pt x="50" y="53"/>
                  <a:pt x="50" y="53"/>
                  <a:pt x="50" y="53"/>
                </a:cubicBezTo>
                <a:cubicBezTo>
                  <a:pt x="59" y="45"/>
                  <a:pt x="70" y="38"/>
                  <a:pt x="83" y="34"/>
                </a:cubicBezTo>
                <a:cubicBezTo>
                  <a:pt x="88" y="1"/>
                  <a:pt x="88" y="1"/>
                  <a:pt x="88" y="1"/>
                </a:cubicBezTo>
                <a:cubicBezTo>
                  <a:pt x="94" y="0"/>
                  <a:pt x="101" y="0"/>
                  <a:pt x="107" y="0"/>
                </a:cubicBezTo>
                <a:cubicBezTo>
                  <a:pt x="113" y="0"/>
                  <a:pt x="119" y="0"/>
                  <a:pt x="126" y="1"/>
                </a:cubicBezTo>
                <a:cubicBezTo>
                  <a:pt x="131" y="34"/>
                  <a:pt x="131" y="34"/>
                  <a:pt x="131" y="34"/>
                </a:cubicBezTo>
                <a:cubicBezTo>
                  <a:pt x="144" y="38"/>
                  <a:pt x="155" y="45"/>
                  <a:pt x="164" y="53"/>
                </a:cubicBezTo>
                <a:cubicBezTo>
                  <a:pt x="195" y="41"/>
                  <a:pt x="195" y="41"/>
                  <a:pt x="195" y="41"/>
                </a:cubicBezTo>
                <a:cubicBezTo>
                  <a:pt x="203" y="51"/>
                  <a:pt x="210" y="62"/>
                  <a:pt x="214" y="74"/>
                </a:cubicBezTo>
                <a:cubicBezTo>
                  <a:pt x="188" y="95"/>
                  <a:pt x="188" y="95"/>
                  <a:pt x="188" y="95"/>
                </a:cubicBezTo>
                <a:cubicBezTo>
                  <a:pt x="191" y="108"/>
                  <a:pt x="191" y="120"/>
                  <a:pt x="188" y="133"/>
                </a:cubicBezTo>
                <a:cubicBezTo>
                  <a:pt x="214" y="154"/>
                  <a:pt x="214" y="154"/>
                  <a:pt x="214" y="154"/>
                </a:cubicBezTo>
                <a:cubicBezTo>
                  <a:pt x="210" y="166"/>
                  <a:pt x="203" y="177"/>
                  <a:pt x="195" y="187"/>
                </a:cubicBezTo>
                <a:cubicBezTo>
                  <a:pt x="164" y="175"/>
                  <a:pt x="164" y="175"/>
                  <a:pt x="164" y="175"/>
                </a:cubicBezTo>
                <a:cubicBezTo>
                  <a:pt x="155" y="183"/>
                  <a:pt x="144" y="190"/>
                  <a:pt x="131" y="194"/>
                </a:cubicBezTo>
                <a:cubicBezTo>
                  <a:pt x="126" y="227"/>
                  <a:pt x="126" y="227"/>
                  <a:pt x="126" y="227"/>
                </a:cubicBezTo>
                <a:cubicBezTo>
                  <a:pt x="119" y="228"/>
                  <a:pt x="113" y="228"/>
                  <a:pt x="107" y="228"/>
                </a:cubicBezTo>
                <a:cubicBezTo>
                  <a:pt x="101" y="228"/>
                  <a:pt x="94" y="228"/>
                  <a:pt x="88" y="227"/>
                </a:cubicBezTo>
                <a:cubicBezTo>
                  <a:pt x="83" y="194"/>
                  <a:pt x="83" y="194"/>
                  <a:pt x="83" y="194"/>
                </a:cubicBezTo>
                <a:cubicBezTo>
                  <a:pt x="70" y="190"/>
                  <a:pt x="59" y="183"/>
                  <a:pt x="50" y="175"/>
                </a:cubicBezTo>
                <a:cubicBezTo>
                  <a:pt x="19" y="187"/>
                  <a:pt x="19" y="187"/>
                  <a:pt x="19" y="187"/>
                </a:cubicBezTo>
                <a:cubicBezTo>
                  <a:pt x="11" y="177"/>
                  <a:pt x="4" y="166"/>
                  <a:pt x="0" y="154"/>
                </a:cubicBezTo>
                <a:lnTo>
                  <a:pt x="26" y="133"/>
                </a:lnTo>
                <a:close/>
                <a:moveTo>
                  <a:pt x="77" y="85"/>
                </a:moveTo>
                <a:cubicBezTo>
                  <a:pt x="69" y="93"/>
                  <a:pt x="65" y="103"/>
                  <a:pt x="65" y="114"/>
                </a:cubicBezTo>
                <a:cubicBezTo>
                  <a:pt x="65" y="126"/>
                  <a:pt x="69" y="135"/>
                  <a:pt x="77" y="143"/>
                </a:cubicBezTo>
                <a:cubicBezTo>
                  <a:pt x="86" y="152"/>
                  <a:pt x="95" y="156"/>
                  <a:pt x="107" y="156"/>
                </a:cubicBezTo>
                <a:cubicBezTo>
                  <a:pt x="118" y="156"/>
                  <a:pt x="128" y="152"/>
                  <a:pt x="136" y="143"/>
                </a:cubicBezTo>
                <a:cubicBezTo>
                  <a:pt x="145" y="135"/>
                  <a:pt x="149" y="125"/>
                  <a:pt x="149" y="114"/>
                </a:cubicBezTo>
                <a:cubicBezTo>
                  <a:pt x="149" y="103"/>
                  <a:pt x="145" y="93"/>
                  <a:pt x="136" y="85"/>
                </a:cubicBezTo>
                <a:cubicBezTo>
                  <a:pt x="128" y="76"/>
                  <a:pt x="118" y="72"/>
                  <a:pt x="107" y="72"/>
                </a:cubicBezTo>
                <a:cubicBezTo>
                  <a:pt x="96" y="72"/>
                  <a:pt x="86" y="76"/>
                  <a:pt x="77" y="8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44" name="Freeform 46"/>
          <p:cNvSpPr>
            <a:spLocks noEditPoints="1"/>
          </p:cNvSpPr>
          <p:nvPr/>
        </p:nvSpPr>
        <p:spPr bwMode="auto">
          <a:xfrm>
            <a:off x="9152750" y="2246379"/>
            <a:ext cx="317071" cy="319243"/>
          </a:xfrm>
          <a:custGeom>
            <a:avLst/>
            <a:gdLst>
              <a:gd name="T0" fmla="*/ 0 w 221"/>
              <a:gd name="T1" fmla="*/ 83 h 222"/>
              <a:gd name="T2" fmla="*/ 11 w 221"/>
              <a:gd name="T3" fmla="*/ 54 h 222"/>
              <a:gd name="T4" fmla="*/ 43 w 221"/>
              <a:gd name="T5" fmla="*/ 62 h 222"/>
              <a:gd name="T6" fmla="*/ 51 w 221"/>
              <a:gd name="T7" fmla="*/ 52 h 222"/>
              <a:gd name="T8" fmla="*/ 60 w 221"/>
              <a:gd name="T9" fmla="*/ 44 h 222"/>
              <a:gd name="T10" fmla="*/ 52 w 221"/>
              <a:gd name="T11" fmla="*/ 13 h 222"/>
              <a:gd name="T12" fmla="*/ 80 w 221"/>
              <a:gd name="T13" fmla="*/ 1 h 222"/>
              <a:gd name="T14" fmla="*/ 97 w 221"/>
              <a:gd name="T15" fmla="*/ 29 h 222"/>
              <a:gd name="T16" fmla="*/ 103 w 221"/>
              <a:gd name="T17" fmla="*/ 28 h 222"/>
              <a:gd name="T18" fmla="*/ 110 w 221"/>
              <a:gd name="T19" fmla="*/ 28 h 222"/>
              <a:gd name="T20" fmla="*/ 122 w 221"/>
              <a:gd name="T21" fmla="*/ 29 h 222"/>
              <a:gd name="T22" fmla="*/ 138 w 221"/>
              <a:gd name="T23" fmla="*/ 0 h 222"/>
              <a:gd name="T24" fmla="*/ 167 w 221"/>
              <a:gd name="T25" fmla="*/ 12 h 222"/>
              <a:gd name="T26" fmla="*/ 159 w 221"/>
              <a:gd name="T27" fmla="*/ 44 h 222"/>
              <a:gd name="T28" fmla="*/ 169 w 221"/>
              <a:gd name="T29" fmla="*/ 52 h 222"/>
              <a:gd name="T30" fmla="*/ 177 w 221"/>
              <a:gd name="T31" fmla="*/ 61 h 222"/>
              <a:gd name="T32" fmla="*/ 209 w 221"/>
              <a:gd name="T33" fmla="*/ 53 h 222"/>
              <a:gd name="T34" fmla="*/ 221 w 221"/>
              <a:gd name="T35" fmla="*/ 81 h 222"/>
              <a:gd name="T36" fmla="*/ 192 w 221"/>
              <a:gd name="T37" fmla="*/ 98 h 222"/>
              <a:gd name="T38" fmla="*/ 193 w 221"/>
              <a:gd name="T39" fmla="*/ 104 h 222"/>
              <a:gd name="T40" fmla="*/ 193 w 221"/>
              <a:gd name="T41" fmla="*/ 111 h 222"/>
              <a:gd name="T42" fmla="*/ 193 w 221"/>
              <a:gd name="T43" fmla="*/ 123 h 222"/>
              <a:gd name="T44" fmla="*/ 221 w 221"/>
              <a:gd name="T45" fmla="*/ 139 h 222"/>
              <a:gd name="T46" fmla="*/ 210 w 221"/>
              <a:gd name="T47" fmla="*/ 168 h 222"/>
              <a:gd name="T48" fmla="*/ 178 w 221"/>
              <a:gd name="T49" fmla="*/ 160 h 222"/>
              <a:gd name="T50" fmla="*/ 169 w 221"/>
              <a:gd name="T51" fmla="*/ 170 h 222"/>
              <a:gd name="T52" fmla="*/ 160 w 221"/>
              <a:gd name="T53" fmla="*/ 178 h 222"/>
              <a:gd name="T54" fmla="*/ 169 w 221"/>
              <a:gd name="T55" fmla="*/ 209 h 222"/>
              <a:gd name="T56" fmla="*/ 141 w 221"/>
              <a:gd name="T57" fmla="*/ 221 h 222"/>
              <a:gd name="T58" fmla="*/ 124 w 221"/>
              <a:gd name="T59" fmla="*/ 193 h 222"/>
              <a:gd name="T60" fmla="*/ 117 w 221"/>
              <a:gd name="T61" fmla="*/ 194 h 222"/>
              <a:gd name="T62" fmla="*/ 110 w 221"/>
              <a:gd name="T63" fmla="*/ 194 h 222"/>
              <a:gd name="T64" fmla="*/ 99 w 221"/>
              <a:gd name="T65" fmla="*/ 193 h 222"/>
              <a:gd name="T66" fmla="*/ 82 w 221"/>
              <a:gd name="T67" fmla="*/ 222 h 222"/>
              <a:gd name="T68" fmla="*/ 54 w 221"/>
              <a:gd name="T69" fmla="*/ 210 h 222"/>
              <a:gd name="T70" fmla="*/ 62 w 221"/>
              <a:gd name="T71" fmla="*/ 178 h 222"/>
              <a:gd name="T72" fmla="*/ 52 w 221"/>
              <a:gd name="T73" fmla="*/ 170 h 222"/>
              <a:gd name="T74" fmla="*/ 44 w 221"/>
              <a:gd name="T75" fmla="*/ 161 h 222"/>
              <a:gd name="T76" fmla="*/ 12 w 221"/>
              <a:gd name="T77" fmla="*/ 169 h 222"/>
              <a:gd name="T78" fmla="*/ 0 w 221"/>
              <a:gd name="T79" fmla="*/ 141 h 222"/>
              <a:gd name="T80" fmla="*/ 28 w 221"/>
              <a:gd name="T81" fmla="*/ 124 h 222"/>
              <a:gd name="T82" fmla="*/ 27 w 221"/>
              <a:gd name="T83" fmla="*/ 118 h 222"/>
              <a:gd name="T84" fmla="*/ 27 w 221"/>
              <a:gd name="T85" fmla="*/ 111 h 222"/>
              <a:gd name="T86" fmla="*/ 28 w 221"/>
              <a:gd name="T87" fmla="*/ 99 h 222"/>
              <a:gd name="T88" fmla="*/ 0 w 221"/>
              <a:gd name="T89" fmla="*/ 83 h 222"/>
              <a:gd name="T90" fmla="*/ 69 w 221"/>
              <a:gd name="T91" fmla="*/ 111 h 222"/>
              <a:gd name="T92" fmla="*/ 72 w 221"/>
              <a:gd name="T93" fmla="*/ 126 h 222"/>
              <a:gd name="T94" fmla="*/ 80 w 221"/>
              <a:gd name="T95" fmla="*/ 140 h 222"/>
              <a:gd name="T96" fmla="*/ 93 w 221"/>
              <a:gd name="T97" fmla="*/ 149 h 222"/>
              <a:gd name="T98" fmla="*/ 110 w 221"/>
              <a:gd name="T99" fmla="*/ 153 h 222"/>
              <a:gd name="T100" fmla="*/ 125 w 221"/>
              <a:gd name="T101" fmla="*/ 150 h 222"/>
              <a:gd name="T102" fmla="*/ 139 w 221"/>
              <a:gd name="T103" fmla="*/ 141 h 222"/>
              <a:gd name="T104" fmla="*/ 148 w 221"/>
              <a:gd name="T105" fmla="*/ 128 h 222"/>
              <a:gd name="T106" fmla="*/ 152 w 221"/>
              <a:gd name="T107" fmla="*/ 111 h 222"/>
              <a:gd name="T108" fmla="*/ 149 w 221"/>
              <a:gd name="T109" fmla="*/ 96 h 222"/>
              <a:gd name="T110" fmla="*/ 141 w 221"/>
              <a:gd name="T111" fmla="*/ 82 h 222"/>
              <a:gd name="T112" fmla="*/ 127 w 221"/>
              <a:gd name="T113" fmla="*/ 73 h 222"/>
              <a:gd name="T114" fmla="*/ 110 w 221"/>
              <a:gd name="T115" fmla="*/ 69 h 222"/>
              <a:gd name="T116" fmla="*/ 95 w 221"/>
              <a:gd name="T117" fmla="*/ 72 h 222"/>
              <a:gd name="T118" fmla="*/ 82 w 221"/>
              <a:gd name="T119" fmla="*/ 81 h 222"/>
              <a:gd name="T120" fmla="*/ 72 w 221"/>
              <a:gd name="T121" fmla="*/ 94 h 222"/>
              <a:gd name="T122" fmla="*/ 69 w 221"/>
              <a:gd name="T123" fmla="*/ 111 h 2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21" h="222">
                <a:moveTo>
                  <a:pt x="0" y="83"/>
                </a:moveTo>
                <a:cubicBezTo>
                  <a:pt x="2" y="74"/>
                  <a:pt x="6" y="64"/>
                  <a:pt x="11" y="54"/>
                </a:cubicBezTo>
                <a:cubicBezTo>
                  <a:pt x="43" y="62"/>
                  <a:pt x="43" y="62"/>
                  <a:pt x="43" y="62"/>
                </a:cubicBezTo>
                <a:cubicBezTo>
                  <a:pt x="45" y="59"/>
                  <a:pt x="48" y="55"/>
                  <a:pt x="51" y="52"/>
                </a:cubicBezTo>
                <a:cubicBezTo>
                  <a:pt x="54" y="49"/>
                  <a:pt x="57" y="47"/>
                  <a:pt x="60" y="44"/>
                </a:cubicBezTo>
                <a:cubicBezTo>
                  <a:pt x="52" y="13"/>
                  <a:pt x="52" y="13"/>
                  <a:pt x="52" y="13"/>
                </a:cubicBezTo>
                <a:cubicBezTo>
                  <a:pt x="61" y="7"/>
                  <a:pt x="70" y="3"/>
                  <a:pt x="80" y="1"/>
                </a:cubicBezTo>
                <a:cubicBezTo>
                  <a:pt x="97" y="29"/>
                  <a:pt x="97" y="29"/>
                  <a:pt x="97" y="29"/>
                </a:cubicBezTo>
                <a:cubicBezTo>
                  <a:pt x="99" y="29"/>
                  <a:pt x="101" y="28"/>
                  <a:pt x="103" y="28"/>
                </a:cubicBezTo>
                <a:cubicBezTo>
                  <a:pt x="105" y="28"/>
                  <a:pt x="108" y="28"/>
                  <a:pt x="110" y="28"/>
                </a:cubicBezTo>
                <a:cubicBezTo>
                  <a:pt x="114" y="28"/>
                  <a:pt x="118" y="28"/>
                  <a:pt x="122" y="29"/>
                </a:cubicBezTo>
                <a:cubicBezTo>
                  <a:pt x="138" y="0"/>
                  <a:pt x="138" y="0"/>
                  <a:pt x="138" y="0"/>
                </a:cubicBezTo>
                <a:cubicBezTo>
                  <a:pt x="147" y="2"/>
                  <a:pt x="157" y="6"/>
                  <a:pt x="167" y="12"/>
                </a:cubicBezTo>
                <a:cubicBezTo>
                  <a:pt x="159" y="44"/>
                  <a:pt x="159" y="44"/>
                  <a:pt x="159" y="44"/>
                </a:cubicBezTo>
                <a:cubicBezTo>
                  <a:pt x="163" y="46"/>
                  <a:pt x="166" y="49"/>
                  <a:pt x="169" y="52"/>
                </a:cubicBezTo>
                <a:cubicBezTo>
                  <a:pt x="172" y="55"/>
                  <a:pt x="175" y="58"/>
                  <a:pt x="177" y="61"/>
                </a:cubicBezTo>
                <a:cubicBezTo>
                  <a:pt x="209" y="53"/>
                  <a:pt x="209" y="53"/>
                  <a:pt x="209" y="53"/>
                </a:cubicBezTo>
                <a:cubicBezTo>
                  <a:pt x="214" y="61"/>
                  <a:pt x="218" y="71"/>
                  <a:pt x="221" y="81"/>
                </a:cubicBezTo>
                <a:cubicBezTo>
                  <a:pt x="192" y="98"/>
                  <a:pt x="192" y="98"/>
                  <a:pt x="192" y="98"/>
                </a:cubicBezTo>
                <a:cubicBezTo>
                  <a:pt x="193" y="100"/>
                  <a:pt x="193" y="102"/>
                  <a:pt x="193" y="104"/>
                </a:cubicBezTo>
                <a:cubicBezTo>
                  <a:pt x="193" y="106"/>
                  <a:pt x="193" y="108"/>
                  <a:pt x="193" y="111"/>
                </a:cubicBezTo>
                <a:cubicBezTo>
                  <a:pt x="193" y="115"/>
                  <a:pt x="193" y="119"/>
                  <a:pt x="193" y="123"/>
                </a:cubicBezTo>
                <a:cubicBezTo>
                  <a:pt x="221" y="139"/>
                  <a:pt x="221" y="139"/>
                  <a:pt x="221" y="139"/>
                </a:cubicBezTo>
                <a:cubicBezTo>
                  <a:pt x="219" y="148"/>
                  <a:pt x="215" y="158"/>
                  <a:pt x="210" y="168"/>
                </a:cubicBezTo>
                <a:cubicBezTo>
                  <a:pt x="178" y="160"/>
                  <a:pt x="178" y="160"/>
                  <a:pt x="178" y="160"/>
                </a:cubicBezTo>
                <a:cubicBezTo>
                  <a:pt x="175" y="163"/>
                  <a:pt x="172" y="167"/>
                  <a:pt x="169" y="170"/>
                </a:cubicBezTo>
                <a:cubicBezTo>
                  <a:pt x="167" y="173"/>
                  <a:pt x="164" y="175"/>
                  <a:pt x="160" y="178"/>
                </a:cubicBezTo>
                <a:cubicBezTo>
                  <a:pt x="169" y="209"/>
                  <a:pt x="169" y="209"/>
                  <a:pt x="169" y="209"/>
                </a:cubicBezTo>
                <a:cubicBezTo>
                  <a:pt x="160" y="215"/>
                  <a:pt x="151" y="219"/>
                  <a:pt x="141" y="221"/>
                </a:cubicBezTo>
                <a:cubicBezTo>
                  <a:pt x="124" y="193"/>
                  <a:pt x="124" y="193"/>
                  <a:pt x="124" y="193"/>
                </a:cubicBezTo>
                <a:cubicBezTo>
                  <a:pt x="122" y="193"/>
                  <a:pt x="120" y="194"/>
                  <a:pt x="117" y="194"/>
                </a:cubicBezTo>
                <a:cubicBezTo>
                  <a:pt x="115" y="194"/>
                  <a:pt x="113" y="194"/>
                  <a:pt x="110" y="194"/>
                </a:cubicBezTo>
                <a:cubicBezTo>
                  <a:pt x="106" y="194"/>
                  <a:pt x="103" y="194"/>
                  <a:pt x="99" y="193"/>
                </a:cubicBezTo>
                <a:cubicBezTo>
                  <a:pt x="82" y="222"/>
                  <a:pt x="82" y="222"/>
                  <a:pt x="82" y="222"/>
                </a:cubicBezTo>
                <a:cubicBezTo>
                  <a:pt x="73" y="220"/>
                  <a:pt x="64" y="216"/>
                  <a:pt x="54" y="210"/>
                </a:cubicBezTo>
                <a:cubicBezTo>
                  <a:pt x="62" y="178"/>
                  <a:pt x="62" y="178"/>
                  <a:pt x="62" y="178"/>
                </a:cubicBezTo>
                <a:cubicBezTo>
                  <a:pt x="58" y="176"/>
                  <a:pt x="55" y="173"/>
                  <a:pt x="52" y="170"/>
                </a:cubicBezTo>
                <a:cubicBezTo>
                  <a:pt x="49" y="167"/>
                  <a:pt x="46" y="164"/>
                  <a:pt x="44" y="161"/>
                </a:cubicBezTo>
                <a:cubicBezTo>
                  <a:pt x="12" y="169"/>
                  <a:pt x="12" y="169"/>
                  <a:pt x="12" y="169"/>
                </a:cubicBezTo>
                <a:cubicBezTo>
                  <a:pt x="7" y="161"/>
                  <a:pt x="3" y="151"/>
                  <a:pt x="0" y="141"/>
                </a:cubicBezTo>
                <a:cubicBezTo>
                  <a:pt x="28" y="124"/>
                  <a:pt x="28" y="124"/>
                  <a:pt x="28" y="124"/>
                </a:cubicBezTo>
                <a:cubicBezTo>
                  <a:pt x="28" y="122"/>
                  <a:pt x="28" y="120"/>
                  <a:pt x="27" y="118"/>
                </a:cubicBezTo>
                <a:cubicBezTo>
                  <a:pt x="27" y="116"/>
                  <a:pt x="27" y="114"/>
                  <a:pt x="27" y="111"/>
                </a:cubicBezTo>
                <a:cubicBezTo>
                  <a:pt x="27" y="107"/>
                  <a:pt x="27" y="103"/>
                  <a:pt x="28" y="99"/>
                </a:cubicBezTo>
                <a:lnTo>
                  <a:pt x="0" y="83"/>
                </a:lnTo>
                <a:close/>
                <a:moveTo>
                  <a:pt x="69" y="111"/>
                </a:moveTo>
                <a:cubicBezTo>
                  <a:pt x="69" y="116"/>
                  <a:pt x="70" y="121"/>
                  <a:pt x="72" y="126"/>
                </a:cubicBezTo>
                <a:cubicBezTo>
                  <a:pt x="74" y="131"/>
                  <a:pt x="76" y="136"/>
                  <a:pt x="80" y="140"/>
                </a:cubicBezTo>
                <a:cubicBezTo>
                  <a:pt x="84" y="144"/>
                  <a:pt x="88" y="147"/>
                  <a:pt x="93" y="149"/>
                </a:cubicBezTo>
                <a:cubicBezTo>
                  <a:pt x="98" y="151"/>
                  <a:pt x="104" y="153"/>
                  <a:pt x="110" y="153"/>
                </a:cubicBezTo>
                <a:cubicBezTo>
                  <a:pt x="115" y="153"/>
                  <a:pt x="120" y="152"/>
                  <a:pt x="125" y="150"/>
                </a:cubicBezTo>
                <a:cubicBezTo>
                  <a:pt x="130" y="148"/>
                  <a:pt x="135" y="145"/>
                  <a:pt x="139" y="141"/>
                </a:cubicBezTo>
                <a:cubicBezTo>
                  <a:pt x="143" y="138"/>
                  <a:pt x="146" y="133"/>
                  <a:pt x="148" y="128"/>
                </a:cubicBezTo>
                <a:cubicBezTo>
                  <a:pt x="151" y="123"/>
                  <a:pt x="152" y="117"/>
                  <a:pt x="152" y="111"/>
                </a:cubicBezTo>
                <a:cubicBezTo>
                  <a:pt x="152" y="106"/>
                  <a:pt x="151" y="101"/>
                  <a:pt x="149" y="96"/>
                </a:cubicBezTo>
                <a:cubicBezTo>
                  <a:pt x="147" y="91"/>
                  <a:pt x="144" y="86"/>
                  <a:pt x="141" y="82"/>
                </a:cubicBezTo>
                <a:cubicBezTo>
                  <a:pt x="137" y="78"/>
                  <a:pt x="132" y="75"/>
                  <a:pt x="127" y="73"/>
                </a:cubicBezTo>
                <a:cubicBezTo>
                  <a:pt x="122" y="71"/>
                  <a:pt x="117" y="69"/>
                  <a:pt x="110" y="69"/>
                </a:cubicBezTo>
                <a:cubicBezTo>
                  <a:pt x="105" y="69"/>
                  <a:pt x="100" y="70"/>
                  <a:pt x="95" y="72"/>
                </a:cubicBezTo>
                <a:cubicBezTo>
                  <a:pt x="90" y="74"/>
                  <a:pt x="86" y="77"/>
                  <a:pt x="82" y="81"/>
                </a:cubicBezTo>
                <a:cubicBezTo>
                  <a:pt x="78" y="84"/>
                  <a:pt x="75" y="89"/>
                  <a:pt x="72" y="94"/>
                </a:cubicBezTo>
                <a:cubicBezTo>
                  <a:pt x="70" y="99"/>
                  <a:pt x="69" y="105"/>
                  <a:pt x="69" y="11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45" name="Freeform 47"/>
          <p:cNvSpPr>
            <a:spLocks noEditPoints="1"/>
          </p:cNvSpPr>
          <p:nvPr/>
        </p:nvSpPr>
        <p:spPr bwMode="auto">
          <a:xfrm>
            <a:off x="9595780" y="2255065"/>
            <a:ext cx="304040" cy="304040"/>
          </a:xfrm>
          <a:custGeom>
            <a:avLst/>
            <a:gdLst>
              <a:gd name="T0" fmla="*/ 19 w 212"/>
              <a:gd name="T1" fmla="*/ 72 h 212"/>
              <a:gd name="T2" fmla="*/ 4 w 212"/>
              <a:gd name="T3" fmla="*/ 45 h 212"/>
              <a:gd name="T4" fmla="*/ 33 w 212"/>
              <a:gd name="T5" fmla="*/ 36 h 212"/>
              <a:gd name="T6" fmla="*/ 43 w 212"/>
              <a:gd name="T7" fmla="*/ 5 h 212"/>
              <a:gd name="T8" fmla="*/ 62 w 212"/>
              <a:gd name="T9" fmla="*/ 0 h 212"/>
              <a:gd name="T10" fmla="*/ 72 w 212"/>
              <a:gd name="T11" fmla="*/ 19 h 212"/>
              <a:gd name="T12" fmla="*/ 99 w 212"/>
              <a:gd name="T13" fmla="*/ 4 h 212"/>
              <a:gd name="T14" fmla="*/ 108 w 212"/>
              <a:gd name="T15" fmla="*/ 33 h 212"/>
              <a:gd name="T16" fmla="*/ 139 w 212"/>
              <a:gd name="T17" fmla="*/ 43 h 212"/>
              <a:gd name="T18" fmla="*/ 145 w 212"/>
              <a:gd name="T19" fmla="*/ 62 h 212"/>
              <a:gd name="T20" fmla="*/ 125 w 212"/>
              <a:gd name="T21" fmla="*/ 72 h 212"/>
              <a:gd name="T22" fmla="*/ 140 w 212"/>
              <a:gd name="T23" fmla="*/ 99 h 212"/>
              <a:gd name="T24" fmla="*/ 111 w 212"/>
              <a:gd name="T25" fmla="*/ 108 h 212"/>
              <a:gd name="T26" fmla="*/ 101 w 212"/>
              <a:gd name="T27" fmla="*/ 139 h 212"/>
              <a:gd name="T28" fmla="*/ 83 w 212"/>
              <a:gd name="T29" fmla="*/ 144 h 212"/>
              <a:gd name="T30" fmla="*/ 72 w 212"/>
              <a:gd name="T31" fmla="*/ 125 h 212"/>
              <a:gd name="T32" fmla="*/ 45 w 212"/>
              <a:gd name="T33" fmla="*/ 140 h 212"/>
              <a:gd name="T34" fmla="*/ 36 w 212"/>
              <a:gd name="T35" fmla="*/ 111 h 212"/>
              <a:gd name="T36" fmla="*/ 5 w 212"/>
              <a:gd name="T37" fmla="*/ 101 h 212"/>
              <a:gd name="T38" fmla="*/ 0 w 212"/>
              <a:gd name="T39" fmla="*/ 83 h 212"/>
              <a:gd name="T40" fmla="*/ 45 w 212"/>
              <a:gd name="T41" fmla="*/ 72 h 212"/>
              <a:gd name="T42" fmla="*/ 72 w 212"/>
              <a:gd name="T43" fmla="*/ 99 h 212"/>
              <a:gd name="T44" fmla="*/ 99 w 212"/>
              <a:gd name="T45" fmla="*/ 72 h 212"/>
              <a:gd name="T46" fmla="*/ 88 w 212"/>
              <a:gd name="T47" fmla="*/ 51 h 212"/>
              <a:gd name="T48" fmla="*/ 65 w 212"/>
              <a:gd name="T49" fmla="*/ 47 h 212"/>
              <a:gd name="T50" fmla="*/ 45 w 212"/>
              <a:gd name="T51" fmla="*/ 72 h 212"/>
              <a:gd name="T52" fmla="*/ 117 w 212"/>
              <a:gd name="T53" fmla="*/ 158 h 212"/>
              <a:gd name="T54" fmla="*/ 117 w 212"/>
              <a:gd name="T55" fmla="*/ 150 h 212"/>
              <a:gd name="T56" fmla="*/ 105 w 212"/>
              <a:gd name="T57" fmla="*/ 134 h 212"/>
              <a:gd name="T58" fmla="*/ 130 w 212"/>
              <a:gd name="T59" fmla="*/ 124 h 212"/>
              <a:gd name="T60" fmla="*/ 149 w 212"/>
              <a:gd name="T61" fmla="*/ 98 h 212"/>
              <a:gd name="T62" fmla="*/ 168 w 212"/>
              <a:gd name="T63" fmla="*/ 98 h 212"/>
              <a:gd name="T64" fmla="*/ 187 w 212"/>
              <a:gd name="T65" fmla="*/ 124 h 212"/>
              <a:gd name="T66" fmla="*/ 212 w 212"/>
              <a:gd name="T67" fmla="*/ 134 h 212"/>
              <a:gd name="T68" fmla="*/ 200 w 212"/>
              <a:gd name="T69" fmla="*/ 154 h 212"/>
              <a:gd name="T70" fmla="*/ 212 w 212"/>
              <a:gd name="T71" fmla="*/ 175 h 212"/>
              <a:gd name="T72" fmla="*/ 187 w 212"/>
              <a:gd name="T73" fmla="*/ 185 h 212"/>
              <a:gd name="T74" fmla="*/ 168 w 212"/>
              <a:gd name="T75" fmla="*/ 211 h 212"/>
              <a:gd name="T76" fmla="*/ 149 w 212"/>
              <a:gd name="T77" fmla="*/ 211 h 212"/>
              <a:gd name="T78" fmla="*/ 130 w 212"/>
              <a:gd name="T79" fmla="*/ 185 h 212"/>
              <a:gd name="T80" fmla="*/ 105 w 212"/>
              <a:gd name="T81" fmla="*/ 175 h 212"/>
              <a:gd name="T82" fmla="*/ 159 w 212"/>
              <a:gd name="T83" fmla="*/ 175 h 212"/>
              <a:gd name="T84" fmla="*/ 179 w 212"/>
              <a:gd name="T85" fmla="*/ 154 h 212"/>
              <a:gd name="T86" fmla="*/ 159 w 212"/>
              <a:gd name="T87" fmla="*/ 133 h 212"/>
              <a:gd name="T88" fmla="*/ 138 w 212"/>
              <a:gd name="T89" fmla="*/ 154 h 212"/>
              <a:gd name="T90" fmla="*/ 159 w 212"/>
              <a:gd name="T91" fmla="*/ 175 h 2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212" h="212">
                <a:moveTo>
                  <a:pt x="19" y="74"/>
                </a:moveTo>
                <a:cubicBezTo>
                  <a:pt x="19" y="72"/>
                  <a:pt x="19" y="72"/>
                  <a:pt x="19" y="72"/>
                </a:cubicBezTo>
                <a:cubicBezTo>
                  <a:pt x="19" y="67"/>
                  <a:pt x="20" y="62"/>
                  <a:pt x="21" y="58"/>
                </a:cubicBezTo>
                <a:cubicBezTo>
                  <a:pt x="4" y="45"/>
                  <a:pt x="4" y="45"/>
                  <a:pt x="4" y="45"/>
                </a:cubicBezTo>
                <a:cubicBezTo>
                  <a:pt x="6" y="39"/>
                  <a:pt x="9" y="34"/>
                  <a:pt x="14" y="28"/>
                </a:cubicBezTo>
                <a:cubicBezTo>
                  <a:pt x="33" y="36"/>
                  <a:pt x="33" y="36"/>
                  <a:pt x="33" y="36"/>
                </a:cubicBezTo>
                <a:cubicBezTo>
                  <a:pt x="36" y="32"/>
                  <a:pt x="41" y="29"/>
                  <a:pt x="46" y="26"/>
                </a:cubicBezTo>
                <a:cubicBezTo>
                  <a:pt x="43" y="5"/>
                  <a:pt x="43" y="5"/>
                  <a:pt x="43" y="5"/>
                </a:cubicBezTo>
                <a:cubicBezTo>
                  <a:pt x="46" y="4"/>
                  <a:pt x="50" y="3"/>
                  <a:pt x="53" y="2"/>
                </a:cubicBezTo>
                <a:cubicBezTo>
                  <a:pt x="56" y="1"/>
                  <a:pt x="59" y="0"/>
                  <a:pt x="62" y="0"/>
                </a:cubicBezTo>
                <a:cubicBezTo>
                  <a:pt x="70" y="19"/>
                  <a:pt x="70" y="19"/>
                  <a:pt x="70" y="19"/>
                </a:cubicBezTo>
                <a:cubicBezTo>
                  <a:pt x="72" y="19"/>
                  <a:pt x="72" y="19"/>
                  <a:pt x="72" y="19"/>
                </a:cubicBezTo>
                <a:cubicBezTo>
                  <a:pt x="77" y="19"/>
                  <a:pt x="82" y="19"/>
                  <a:pt x="86" y="21"/>
                </a:cubicBezTo>
                <a:cubicBezTo>
                  <a:pt x="99" y="4"/>
                  <a:pt x="99" y="4"/>
                  <a:pt x="99" y="4"/>
                </a:cubicBezTo>
                <a:cubicBezTo>
                  <a:pt x="105" y="6"/>
                  <a:pt x="111" y="9"/>
                  <a:pt x="116" y="13"/>
                </a:cubicBezTo>
                <a:cubicBezTo>
                  <a:pt x="108" y="33"/>
                  <a:pt x="108" y="33"/>
                  <a:pt x="108" y="33"/>
                </a:cubicBezTo>
                <a:cubicBezTo>
                  <a:pt x="112" y="37"/>
                  <a:pt x="116" y="41"/>
                  <a:pt x="118" y="46"/>
                </a:cubicBezTo>
                <a:cubicBezTo>
                  <a:pt x="139" y="43"/>
                  <a:pt x="139" y="43"/>
                  <a:pt x="139" y="43"/>
                </a:cubicBezTo>
                <a:cubicBezTo>
                  <a:pt x="141" y="46"/>
                  <a:pt x="142" y="49"/>
                  <a:pt x="143" y="52"/>
                </a:cubicBezTo>
                <a:cubicBezTo>
                  <a:pt x="143" y="55"/>
                  <a:pt x="144" y="59"/>
                  <a:pt x="145" y="62"/>
                </a:cubicBezTo>
                <a:cubicBezTo>
                  <a:pt x="125" y="70"/>
                  <a:pt x="125" y="70"/>
                  <a:pt x="125" y="70"/>
                </a:cubicBezTo>
                <a:cubicBezTo>
                  <a:pt x="125" y="72"/>
                  <a:pt x="125" y="72"/>
                  <a:pt x="125" y="72"/>
                </a:cubicBezTo>
                <a:cubicBezTo>
                  <a:pt x="125" y="77"/>
                  <a:pt x="125" y="82"/>
                  <a:pt x="124" y="86"/>
                </a:cubicBezTo>
                <a:cubicBezTo>
                  <a:pt x="140" y="99"/>
                  <a:pt x="140" y="99"/>
                  <a:pt x="140" y="99"/>
                </a:cubicBezTo>
                <a:cubicBezTo>
                  <a:pt x="138" y="105"/>
                  <a:pt x="135" y="111"/>
                  <a:pt x="131" y="116"/>
                </a:cubicBezTo>
                <a:cubicBezTo>
                  <a:pt x="111" y="108"/>
                  <a:pt x="111" y="108"/>
                  <a:pt x="111" y="108"/>
                </a:cubicBezTo>
                <a:cubicBezTo>
                  <a:pt x="107" y="112"/>
                  <a:pt x="103" y="115"/>
                  <a:pt x="99" y="118"/>
                </a:cubicBezTo>
                <a:cubicBezTo>
                  <a:pt x="101" y="139"/>
                  <a:pt x="101" y="139"/>
                  <a:pt x="101" y="139"/>
                </a:cubicBezTo>
                <a:cubicBezTo>
                  <a:pt x="98" y="140"/>
                  <a:pt x="95" y="142"/>
                  <a:pt x="92" y="142"/>
                </a:cubicBezTo>
                <a:cubicBezTo>
                  <a:pt x="89" y="143"/>
                  <a:pt x="86" y="144"/>
                  <a:pt x="83" y="144"/>
                </a:cubicBezTo>
                <a:cubicBezTo>
                  <a:pt x="74" y="125"/>
                  <a:pt x="74" y="125"/>
                  <a:pt x="74" y="125"/>
                </a:cubicBezTo>
                <a:cubicBezTo>
                  <a:pt x="72" y="125"/>
                  <a:pt x="72" y="125"/>
                  <a:pt x="72" y="125"/>
                </a:cubicBezTo>
                <a:cubicBezTo>
                  <a:pt x="67" y="125"/>
                  <a:pt x="63" y="125"/>
                  <a:pt x="58" y="123"/>
                </a:cubicBezTo>
                <a:cubicBezTo>
                  <a:pt x="45" y="140"/>
                  <a:pt x="45" y="140"/>
                  <a:pt x="45" y="140"/>
                </a:cubicBezTo>
                <a:cubicBezTo>
                  <a:pt x="40" y="138"/>
                  <a:pt x="34" y="135"/>
                  <a:pt x="28" y="131"/>
                </a:cubicBezTo>
                <a:cubicBezTo>
                  <a:pt x="36" y="111"/>
                  <a:pt x="36" y="111"/>
                  <a:pt x="36" y="111"/>
                </a:cubicBezTo>
                <a:cubicBezTo>
                  <a:pt x="32" y="108"/>
                  <a:pt x="29" y="104"/>
                  <a:pt x="26" y="99"/>
                </a:cubicBezTo>
                <a:cubicBezTo>
                  <a:pt x="5" y="101"/>
                  <a:pt x="5" y="101"/>
                  <a:pt x="5" y="101"/>
                </a:cubicBezTo>
                <a:cubicBezTo>
                  <a:pt x="4" y="98"/>
                  <a:pt x="3" y="95"/>
                  <a:pt x="2" y="92"/>
                </a:cubicBezTo>
                <a:cubicBezTo>
                  <a:pt x="1" y="89"/>
                  <a:pt x="0" y="86"/>
                  <a:pt x="0" y="83"/>
                </a:cubicBezTo>
                <a:lnTo>
                  <a:pt x="19" y="74"/>
                </a:lnTo>
                <a:close/>
                <a:moveTo>
                  <a:pt x="45" y="72"/>
                </a:moveTo>
                <a:cubicBezTo>
                  <a:pt x="45" y="80"/>
                  <a:pt x="48" y="86"/>
                  <a:pt x="53" y="91"/>
                </a:cubicBezTo>
                <a:cubicBezTo>
                  <a:pt x="59" y="96"/>
                  <a:pt x="65" y="99"/>
                  <a:pt x="72" y="99"/>
                </a:cubicBezTo>
                <a:cubicBezTo>
                  <a:pt x="80" y="99"/>
                  <a:pt x="86" y="96"/>
                  <a:pt x="91" y="91"/>
                </a:cubicBezTo>
                <a:cubicBezTo>
                  <a:pt x="96" y="85"/>
                  <a:pt x="99" y="79"/>
                  <a:pt x="99" y="72"/>
                </a:cubicBezTo>
                <a:cubicBezTo>
                  <a:pt x="99" y="70"/>
                  <a:pt x="98" y="68"/>
                  <a:pt x="98" y="65"/>
                </a:cubicBezTo>
                <a:cubicBezTo>
                  <a:pt x="96" y="59"/>
                  <a:pt x="93" y="54"/>
                  <a:pt x="88" y="51"/>
                </a:cubicBezTo>
                <a:cubicBezTo>
                  <a:pt x="83" y="47"/>
                  <a:pt x="78" y="45"/>
                  <a:pt x="72" y="45"/>
                </a:cubicBezTo>
                <a:cubicBezTo>
                  <a:pt x="71" y="45"/>
                  <a:pt x="68" y="46"/>
                  <a:pt x="65" y="47"/>
                </a:cubicBezTo>
                <a:cubicBezTo>
                  <a:pt x="59" y="48"/>
                  <a:pt x="55" y="51"/>
                  <a:pt x="51" y="56"/>
                </a:cubicBezTo>
                <a:cubicBezTo>
                  <a:pt x="47" y="61"/>
                  <a:pt x="45" y="66"/>
                  <a:pt x="45" y="72"/>
                </a:cubicBezTo>
                <a:close/>
                <a:moveTo>
                  <a:pt x="118" y="164"/>
                </a:moveTo>
                <a:cubicBezTo>
                  <a:pt x="118" y="162"/>
                  <a:pt x="117" y="160"/>
                  <a:pt x="117" y="158"/>
                </a:cubicBezTo>
                <a:cubicBezTo>
                  <a:pt x="117" y="157"/>
                  <a:pt x="117" y="155"/>
                  <a:pt x="117" y="154"/>
                </a:cubicBezTo>
                <a:cubicBezTo>
                  <a:pt x="117" y="153"/>
                  <a:pt x="117" y="152"/>
                  <a:pt x="117" y="150"/>
                </a:cubicBezTo>
                <a:cubicBezTo>
                  <a:pt x="117" y="149"/>
                  <a:pt x="118" y="147"/>
                  <a:pt x="118" y="145"/>
                </a:cubicBezTo>
                <a:cubicBezTo>
                  <a:pt x="105" y="134"/>
                  <a:pt x="105" y="134"/>
                  <a:pt x="105" y="134"/>
                </a:cubicBezTo>
                <a:cubicBezTo>
                  <a:pt x="107" y="128"/>
                  <a:pt x="110" y="123"/>
                  <a:pt x="114" y="118"/>
                </a:cubicBezTo>
                <a:cubicBezTo>
                  <a:pt x="130" y="124"/>
                  <a:pt x="130" y="124"/>
                  <a:pt x="130" y="124"/>
                </a:cubicBezTo>
                <a:cubicBezTo>
                  <a:pt x="135" y="119"/>
                  <a:pt x="141" y="116"/>
                  <a:pt x="147" y="115"/>
                </a:cubicBezTo>
                <a:cubicBezTo>
                  <a:pt x="149" y="98"/>
                  <a:pt x="149" y="98"/>
                  <a:pt x="149" y="98"/>
                </a:cubicBezTo>
                <a:cubicBezTo>
                  <a:pt x="152" y="97"/>
                  <a:pt x="155" y="97"/>
                  <a:pt x="159" y="97"/>
                </a:cubicBezTo>
                <a:cubicBezTo>
                  <a:pt x="162" y="97"/>
                  <a:pt x="165" y="97"/>
                  <a:pt x="168" y="98"/>
                </a:cubicBezTo>
                <a:cubicBezTo>
                  <a:pt x="171" y="115"/>
                  <a:pt x="171" y="115"/>
                  <a:pt x="171" y="115"/>
                </a:cubicBezTo>
                <a:cubicBezTo>
                  <a:pt x="177" y="116"/>
                  <a:pt x="182" y="119"/>
                  <a:pt x="187" y="124"/>
                </a:cubicBezTo>
                <a:cubicBezTo>
                  <a:pt x="203" y="118"/>
                  <a:pt x="203" y="118"/>
                  <a:pt x="203" y="118"/>
                </a:cubicBezTo>
                <a:cubicBezTo>
                  <a:pt x="207" y="123"/>
                  <a:pt x="210" y="128"/>
                  <a:pt x="212" y="134"/>
                </a:cubicBezTo>
                <a:cubicBezTo>
                  <a:pt x="199" y="145"/>
                  <a:pt x="199" y="145"/>
                  <a:pt x="199" y="145"/>
                </a:cubicBezTo>
                <a:cubicBezTo>
                  <a:pt x="200" y="148"/>
                  <a:pt x="200" y="151"/>
                  <a:pt x="200" y="154"/>
                </a:cubicBezTo>
                <a:cubicBezTo>
                  <a:pt x="200" y="157"/>
                  <a:pt x="200" y="160"/>
                  <a:pt x="199" y="164"/>
                </a:cubicBezTo>
                <a:cubicBezTo>
                  <a:pt x="212" y="175"/>
                  <a:pt x="212" y="175"/>
                  <a:pt x="212" y="175"/>
                </a:cubicBezTo>
                <a:cubicBezTo>
                  <a:pt x="210" y="180"/>
                  <a:pt x="207" y="186"/>
                  <a:pt x="203" y="191"/>
                </a:cubicBezTo>
                <a:cubicBezTo>
                  <a:pt x="187" y="185"/>
                  <a:pt x="187" y="185"/>
                  <a:pt x="187" y="185"/>
                </a:cubicBezTo>
                <a:cubicBezTo>
                  <a:pt x="182" y="189"/>
                  <a:pt x="177" y="192"/>
                  <a:pt x="171" y="194"/>
                </a:cubicBezTo>
                <a:cubicBezTo>
                  <a:pt x="168" y="211"/>
                  <a:pt x="168" y="211"/>
                  <a:pt x="168" y="211"/>
                </a:cubicBezTo>
                <a:cubicBezTo>
                  <a:pt x="165" y="212"/>
                  <a:pt x="162" y="212"/>
                  <a:pt x="159" y="212"/>
                </a:cubicBezTo>
                <a:cubicBezTo>
                  <a:pt x="155" y="212"/>
                  <a:pt x="152" y="212"/>
                  <a:pt x="149" y="211"/>
                </a:cubicBezTo>
                <a:cubicBezTo>
                  <a:pt x="147" y="194"/>
                  <a:pt x="147" y="194"/>
                  <a:pt x="147" y="194"/>
                </a:cubicBezTo>
                <a:cubicBezTo>
                  <a:pt x="141" y="193"/>
                  <a:pt x="135" y="189"/>
                  <a:pt x="130" y="185"/>
                </a:cubicBezTo>
                <a:cubicBezTo>
                  <a:pt x="114" y="191"/>
                  <a:pt x="114" y="191"/>
                  <a:pt x="114" y="191"/>
                </a:cubicBezTo>
                <a:cubicBezTo>
                  <a:pt x="110" y="186"/>
                  <a:pt x="107" y="180"/>
                  <a:pt x="105" y="175"/>
                </a:cubicBezTo>
                <a:lnTo>
                  <a:pt x="118" y="164"/>
                </a:lnTo>
                <a:close/>
                <a:moveTo>
                  <a:pt x="159" y="175"/>
                </a:moveTo>
                <a:cubicBezTo>
                  <a:pt x="164" y="175"/>
                  <a:pt x="169" y="173"/>
                  <a:pt x="173" y="169"/>
                </a:cubicBezTo>
                <a:cubicBezTo>
                  <a:pt x="177" y="165"/>
                  <a:pt x="179" y="160"/>
                  <a:pt x="179" y="154"/>
                </a:cubicBezTo>
                <a:cubicBezTo>
                  <a:pt x="179" y="149"/>
                  <a:pt x="177" y="144"/>
                  <a:pt x="173" y="140"/>
                </a:cubicBezTo>
                <a:cubicBezTo>
                  <a:pt x="169" y="135"/>
                  <a:pt x="164" y="133"/>
                  <a:pt x="159" y="133"/>
                </a:cubicBezTo>
                <a:cubicBezTo>
                  <a:pt x="153" y="133"/>
                  <a:pt x="148" y="135"/>
                  <a:pt x="144" y="140"/>
                </a:cubicBezTo>
                <a:cubicBezTo>
                  <a:pt x="140" y="144"/>
                  <a:pt x="138" y="149"/>
                  <a:pt x="138" y="154"/>
                </a:cubicBezTo>
                <a:cubicBezTo>
                  <a:pt x="138" y="160"/>
                  <a:pt x="140" y="165"/>
                  <a:pt x="144" y="169"/>
                </a:cubicBezTo>
                <a:cubicBezTo>
                  <a:pt x="148" y="173"/>
                  <a:pt x="153" y="175"/>
                  <a:pt x="159" y="17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46" name="Freeform 48"/>
          <p:cNvSpPr>
            <a:spLocks/>
          </p:cNvSpPr>
          <p:nvPr/>
        </p:nvSpPr>
        <p:spPr bwMode="auto">
          <a:xfrm>
            <a:off x="10058355" y="2235522"/>
            <a:ext cx="225859" cy="349647"/>
          </a:xfrm>
          <a:custGeom>
            <a:avLst/>
            <a:gdLst>
              <a:gd name="T0" fmla="*/ 1 w 157"/>
              <a:gd name="T1" fmla="*/ 99 h 245"/>
              <a:gd name="T2" fmla="*/ 30 w 157"/>
              <a:gd name="T3" fmla="*/ 53 h 245"/>
              <a:gd name="T4" fmla="*/ 31 w 157"/>
              <a:gd name="T5" fmla="*/ 48 h 245"/>
              <a:gd name="T6" fmla="*/ 45 w 157"/>
              <a:gd name="T7" fmla="*/ 33 h 245"/>
              <a:gd name="T8" fmla="*/ 52 w 157"/>
              <a:gd name="T9" fmla="*/ 0 h 245"/>
              <a:gd name="T10" fmla="*/ 65 w 157"/>
              <a:gd name="T11" fmla="*/ 12 h 245"/>
              <a:gd name="T12" fmla="*/ 68 w 157"/>
              <a:gd name="T13" fmla="*/ 20 h 245"/>
              <a:gd name="T14" fmla="*/ 91 w 157"/>
              <a:gd name="T15" fmla="*/ 25 h 245"/>
              <a:gd name="T16" fmla="*/ 124 w 157"/>
              <a:gd name="T17" fmla="*/ 50 h 245"/>
              <a:gd name="T18" fmla="*/ 141 w 157"/>
              <a:gd name="T19" fmla="*/ 87 h 245"/>
              <a:gd name="T20" fmla="*/ 146 w 157"/>
              <a:gd name="T21" fmla="*/ 120 h 245"/>
              <a:gd name="T22" fmla="*/ 120 w 157"/>
              <a:gd name="T23" fmla="*/ 177 h 245"/>
              <a:gd name="T24" fmla="*/ 112 w 157"/>
              <a:gd name="T25" fmla="*/ 179 h 245"/>
              <a:gd name="T26" fmla="*/ 110 w 157"/>
              <a:gd name="T27" fmla="*/ 182 h 245"/>
              <a:gd name="T28" fmla="*/ 111 w 157"/>
              <a:gd name="T29" fmla="*/ 185 h 245"/>
              <a:gd name="T30" fmla="*/ 120 w 157"/>
              <a:gd name="T31" fmla="*/ 188 h 245"/>
              <a:gd name="T32" fmla="*/ 124 w 157"/>
              <a:gd name="T33" fmla="*/ 193 h 245"/>
              <a:gd name="T34" fmla="*/ 120 w 157"/>
              <a:gd name="T35" fmla="*/ 198 h 245"/>
              <a:gd name="T36" fmla="*/ 112 w 157"/>
              <a:gd name="T37" fmla="*/ 200 h 245"/>
              <a:gd name="T38" fmla="*/ 110 w 157"/>
              <a:gd name="T39" fmla="*/ 203 h 245"/>
              <a:gd name="T40" fmla="*/ 111 w 157"/>
              <a:gd name="T41" fmla="*/ 206 h 245"/>
              <a:gd name="T42" fmla="*/ 120 w 157"/>
              <a:gd name="T43" fmla="*/ 208 h 245"/>
              <a:gd name="T44" fmla="*/ 143 w 157"/>
              <a:gd name="T45" fmla="*/ 208 h 245"/>
              <a:gd name="T46" fmla="*/ 150 w 157"/>
              <a:gd name="T47" fmla="*/ 211 h 245"/>
              <a:gd name="T48" fmla="*/ 156 w 157"/>
              <a:gd name="T49" fmla="*/ 218 h 245"/>
              <a:gd name="T50" fmla="*/ 157 w 157"/>
              <a:gd name="T51" fmla="*/ 245 h 245"/>
              <a:gd name="T52" fmla="*/ 21 w 157"/>
              <a:gd name="T53" fmla="*/ 224 h 245"/>
              <a:gd name="T54" fmla="*/ 27 w 157"/>
              <a:gd name="T55" fmla="*/ 212 h 245"/>
              <a:gd name="T56" fmla="*/ 35 w 157"/>
              <a:gd name="T57" fmla="*/ 208 h 245"/>
              <a:gd name="T58" fmla="*/ 58 w 157"/>
              <a:gd name="T59" fmla="*/ 208 h 245"/>
              <a:gd name="T60" fmla="*/ 66 w 157"/>
              <a:gd name="T61" fmla="*/ 207 h 245"/>
              <a:gd name="T62" fmla="*/ 68 w 157"/>
              <a:gd name="T63" fmla="*/ 204 h 245"/>
              <a:gd name="T64" fmla="*/ 67 w 157"/>
              <a:gd name="T65" fmla="*/ 201 h 245"/>
              <a:gd name="T66" fmla="*/ 58 w 157"/>
              <a:gd name="T67" fmla="*/ 198 h 245"/>
              <a:gd name="T68" fmla="*/ 54 w 157"/>
              <a:gd name="T69" fmla="*/ 193 h 245"/>
              <a:gd name="T70" fmla="*/ 58 w 157"/>
              <a:gd name="T71" fmla="*/ 188 h 245"/>
              <a:gd name="T72" fmla="*/ 66 w 157"/>
              <a:gd name="T73" fmla="*/ 186 h 245"/>
              <a:gd name="T74" fmla="*/ 68 w 157"/>
              <a:gd name="T75" fmla="*/ 183 h 245"/>
              <a:gd name="T76" fmla="*/ 67 w 157"/>
              <a:gd name="T77" fmla="*/ 180 h 245"/>
              <a:gd name="T78" fmla="*/ 58 w 157"/>
              <a:gd name="T79" fmla="*/ 177 h 245"/>
              <a:gd name="T80" fmla="*/ 30 w 157"/>
              <a:gd name="T81" fmla="*/ 173 h 245"/>
              <a:gd name="T82" fmla="*/ 27 w 157"/>
              <a:gd name="T83" fmla="*/ 165 h 245"/>
              <a:gd name="T84" fmla="*/ 27 w 157"/>
              <a:gd name="T85" fmla="*/ 161 h 245"/>
              <a:gd name="T86" fmla="*/ 28 w 157"/>
              <a:gd name="T87" fmla="*/ 158 h 245"/>
              <a:gd name="T88" fmla="*/ 33 w 157"/>
              <a:gd name="T89" fmla="*/ 151 h 245"/>
              <a:gd name="T90" fmla="*/ 73 w 157"/>
              <a:gd name="T91" fmla="*/ 110 h 245"/>
              <a:gd name="T92" fmla="*/ 76 w 157"/>
              <a:gd name="T93" fmla="*/ 98 h 245"/>
              <a:gd name="T94" fmla="*/ 73 w 157"/>
              <a:gd name="T95" fmla="*/ 94 h 245"/>
              <a:gd name="T96" fmla="*/ 63 w 157"/>
              <a:gd name="T97" fmla="*/ 94 h 245"/>
              <a:gd name="T98" fmla="*/ 30 w 157"/>
              <a:gd name="T99" fmla="*/ 121 h 245"/>
              <a:gd name="T100" fmla="*/ 28 w 157"/>
              <a:gd name="T101" fmla="*/ 122 h 245"/>
              <a:gd name="T102" fmla="*/ 23 w 157"/>
              <a:gd name="T103" fmla="*/ 120 h 245"/>
              <a:gd name="T104" fmla="*/ 16 w 157"/>
              <a:gd name="T105" fmla="*/ 120 h 245"/>
              <a:gd name="T106" fmla="*/ 7 w 157"/>
              <a:gd name="T107" fmla="*/ 116 h 245"/>
              <a:gd name="T108" fmla="*/ 0 w 157"/>
              <a:gd name="T109" fmla="*/ 103 h 2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57" h="245">
                <a:moveTo>
                  <a:pt x="0" y="103"/>
                </a:moveTo>
                <a:cubicBezTo>
                  <a:pt x="0" y="101"/>
                  <a:pt x="0" y="100"/>
                  <a:pt x="1" y="99"/>
                </a:cubicBezTo>
                <a:cubicBezTo>
                  <a:pt x="32" y="58"/>
                  <a:pt x="32" y="58"/>
                  <a:pt x="32" y="58"/>
                </a:cubicBezTo>
                <a:cubicBezTo>
                  <a:pt x="30" y="56"/>
                  <a:pt x="30" y="54"/>
                  <a:pt x="30" y="53"/>
                </a:cubicBezTo>
                <a:cubicBezTo>
                  <a:pt x="30" y="52"/>
                  <a:pt x="30" y="51"/>
                  <a:pt x="30" y="50"/>
                </a:cubicBezTo>
                <a:cubicBezTo>
                  <a:pt x="30" y="49"/>
                  <a:pt x="31" y="48"/>
                  <a:pt x="31" y="48"/>
                </a:cubicBezTo>
                <a:cubicBezTo>
                  <a:pt x="32" y="47"/>
                  <a:pt x="32" y="47"/>
                  <a:pt x="32" y="47"/>
                </a:cubicBezTo>
                <a:cubicBezTo>
                  <a:pt x="37" y="42"/>
                  <a:pt x="42" y="37"/>
                  <a:pt x="45" y="33"/>
                </a:cubicBezTo>
                <a:cubicBezTo>
                  <a:pt x="48" y="29"/>
                  <a:pt x="51" y="26"/>
                  <a:pt x="52" y="24"/>
                </a:cubicBezTo>
                <a:cubicBezTo>
                  <a:pt x="52" y="0"/>
                  <a:pt x="52" y="0"/>
                  <a:pt x="52" y="0"/>
                </a:cubicBezTo>
                <a:cubicBezTo>
                  <a:pt x="56" y="3"/>
                  <a:pt x="58" y="5"/>
                  <a:pt x="60" y="7"/>
                </a:cubicBezTo>
                <a:cubicBezTo>
                  <a:pt x="62" y="9"/>
                  <a:pt x="64" y="10"/>
                  <a:pt x="65" y="12"/>
                </a:cubicBezTo>
                <a:cubicBezTo>
                  <a:pt x="66" y="14"/>
                  <a:pt x="67" y="16"/>
                  <a:pt x="67" y="17"/>
                </a:cubicBezTo>
                <a:cubicBezTo>
                  <a:pt x="68" y="18"/>
                  <a:pt x="68" y="19"/>
                  <a:pt x="68" y="20"/>
                </a:cubicBezTo>
                <a:cubicBezTo>
                  <a:pt x="68" y="21"/>
                  <a:pt x="68" y="21"/>
                  <a:pt x="68" y="21"/>
                </a:cubicBezTo>
                <a:cubicBezTo>
                  <a:pt x="76" y="21"/>
                  <a:pt x="84" y="22"/>
                  <a:pt x="91" y="25"/>
                </a:cubicBezTo>
                <a:cubicBezTo>
                  <a:pt x="98" y="28"/>
                  <a:pt x="104" y="31"/>
                  <a:pt x="109" y="35"/>
                </a:cubicBezTo>
                <a:cubicBezTo>
                  <a:pt x="115" y="39"/>
                  <a:pt x="119" y="44"/>
                  <a:pt x="124" y="50"/>
                </a:cubicBezTo>
                <a:cubicBezTo>
                  <a:pt x="128" y="56"/>
                  <a:pt x="131" y="62"/>
                  <a:pt x="134" y="68"/>
                </a:cubicBezTo>
                <a:cubicBezTo>
                  <a:pt x="137" y="74"/>
                  <a:pt x="139" y="80"/>
                  <a:pt x="141" y="87"/>
                </a:cubicBezTo>
                <a:cubicBezTo>
                  <a:pt x="143" y="93"/>
                  <a:pt x="144" y="99"/>
                  <a:pt x="145" y="104"/>
                </a:cubicBezTo>
                <a:cubicBezTo>
                  <a:pt x="146" y="110"/>
                  <a:pt x="146" y="115"/>
                  <a:pt x="146" y="120"/>
                </a:cubicBezTo>
                <a:cubicBezTo>
                  <a:pt x="146" y="177"/>
                  <a:pt x="146" y="177"/>
                  <a:pt x="146" y="177"/>
                </a:cubicBezTo>
                <a:cubicBezTo>
                  <a:pt x="120" y="177"/>
                  <a:pt x="120" y="177"/>
                  <a:pt x="120" y="177"/>
                </a:cubicBezTo>
                <a:cubicBezTo>
                  <a:pt x="118" y="177"/>
                  <a:pt x="116" y="177"/>
                  <a:pt x="115" y="178"/>
                </a:cubicBezTo>
                <a:cubicBezTo>
                  <a:pt x="114" y="178"/>
                  <a:pt x="113" y="178"/>
                  <a:pt x="112" y="179"/>
                </a:cubicBezTo>
                <a:cubicBezTo>
                  <a:pt x="111" y="179"/>
                  <a:pt x="111" y="180"/>
                  <a:pt x="110" y="181"/>
                </a:cubicBezTo>
                <a:cubicBezTo>
                  <a:pt x="110" y="181"/>
                  <a:pt x="110" y="181"/>
                  <a:pt x="110" y="182"/>
                </a:cubicBezTo>
                <a:cubicBezTo>
                  <a:pt x="110" y="182"/>
                  <a:pt x="110" y="182"/>
                  <a:pt x="110" y="182"/>
                </a:cubicBezTo>
                <a:cubicBezTo>
                  <a:pt x="110" y="183"/>
                  <a:pt x="110" y="184"/>
                  <a:pt x="111" y="185"/>
                </a:cubicBezTo>
                <a:cubicBezTo>
                  <a:pt x="112" y="186"/>
                  <a:pt x="113" y="186"/>
                  <a:pt x="114" y="187"/>
                </a:cubicBezTo>
                <a:cubicBezTo>
                  <a:pt x="115" y="187"/>
                  <a:pt x="117" y="188"/>
                  <a:pt x="120" y="188"/>
                </a:cubicBezTo>
                <a:cubicBezTo>
                  <a:pt x="121" y="188"/>
                  <a:pt x="122" y="188"/>
                  <a:pt x="123" y="189"/>
                </a:cubicBezTo>
                <a:cubicBezTo>
                  <a:pt x="124" y="190"/>
                  <a:pt x="124" y="191"/>
                  <a:pt x="124" y="193"/>
                </a:cubicBezTo>
                <a:cubicBezTo>
                  <a:pt x="124" y="194"/>
                  <a:pt x="124" y="195"/>
                  <a:pt x="123" y="196"/>
                </a:cubicBezTo>
                <a:cubicBezTo>
                  <a:pt x="122" y="198"/>
                  <a:pt x="121" y="198"/>
                  <a:pt x="120" y="198"/>
                </a:cubicBezTo>
                <a:cubicBezTo>
                  <a:pt x="118" y="198"/>
                  <a:pt x="116" y="198"/>
                  <a:pt x="115" y="199"/>
                </a:cubicBezTo>
                <a:cubicBezTo>
                  <a:pt x="114" y="199"/>
                  <a:pt x="113" y="199"/>
                  <a:pt x="112" y="200"/>
                </a:cubicBezTo>
                <a:cubicBezTo>
                  <a:pt x="111" y="200"/>
                  <a:pt x="111" y="201"/>
                  <a:pt x="110" y="201"/>
                </a:cubicBezTo>
                <a:cubicBezTo>
                  <a:pt x="110" y="202"/>
                  <a:pt x="110" y="202"/>
                  <a:pt x="110" y="203"/>
                </a:cubicBezTo>
                <a:cubicBezTo>
                  <a:pt x="110" y="203"/>
                  <a:pt x="110" y="203"/>
                  <a:pt x="110" y="203"/>
                </a:cubicBezTo>
                <a:cubicBezTo>
                  <a:pt x="110" y="204"/>
                  <a:pt x="110" y="205"/>
                  <a:pt x="111" y="206"/>
                </a:cubicBezTo>
                <a:cubicBezTo>
                  <a:pt x="112" y="206"/>
                  <a:pt x="113" y="207"/>
                  <a:pt x="114" y="208"/>
                </a:cubicBezTo>
                <a:cubicBezTo>
                  <a:pt x="115" y="208"/>
                  <a:pt x="117" y="208"/>
                  <a:pt x="120" y="208"/>
                </a:cubicBezTo>
                <a:cubicBezTo>
                  <a:pt x="141" y="208"/>
                  <a:pt x="141" y="208"/>
                  <a:pt x="141" y="208"/>
                </a:cubicBezTo>
                <a:cubicBezTo>
                  <a:pt x="141" y="208"/>
                  <a:pt x="142" y="208"/>
                  <a:pt x="143" y="208"/>
                </a:cubicBezTo>
                <a:cubicBezTo>
                  <a:pt x="143" y="208"/>
                  <a:pt x="145" y="209"/>
                  <a:pt x="146" y="209"/>
                </a:cubicBezTo>
                <a:cubicBezTo>
                  <a:pt x="147" y="210"/>
                  <a:pt x="149" y="210"/>
                  <a:pt x="150" y="211"/>
                </a:cubicBezTo>
                <a:cubicBezTo>
                  <a:pt x="151" y="212"/>
                  <a:pt x="152" y="213"/>
                  <a:pt x="153" y="214"/>
                </a:cubicBezTo>
                <a:cubicBezTo>
                  <a:pt x="154" y="215"/>
                  <a:pt x="155" y="216"/>
                  <a:pt x="156" y="218"/>
                </a:cubicBezTo>
                <a:cubicBezTo>
                  <a:pt x="156" y="220"/>
                  <a:pt x="157" y="222"/>
                  <a:pt x="157" y="224"/>
                </a:cubicBezTo>
                <a:cubicBezTo>
                  <a:pt x="157" y="245"/>
                  <a:pt x="157" y="245"/>
                  <a:pt x="157" y="245"/>
                </a:cubicBezTo>
                <a:cubicBezTo>
                  <a:pt x="21" y="245"/>
                  <a:pt x="21" y="245"/>
                  <a:pt x="21" y="245"/>
                </a:cubicBezTo>
                <a:cubicBezTo>
                  <a:pt x="21" y="224"/>
                  <a:pt x="21" y="224"/>
                  <a:pt x="21" y="224"/>
                </a:cubicBezTo>
                <a:cubicBezTo>
                  <a:pt x="21" y="221"/>
                  <a:pt x="22" y="218"/>
                  <a:pt x="23" y="216"/>
                </a:cubicBezTo>
                <a:cubicBezTo>
                  <a:pt x="24" y="214"/>
                  <a:pt x="25" y="213"/>
                  <a:pt x="27" y="212"/>
                </a:cubicBezTo>
                <a:cubicBezTo>
                  <a:pt x="28" y="211"/>
                  <a:pt x="30" y="210"/>
                  <a:pt x="31" y="209"/>
                </a:cubicBezTo>
                <a:cubicBezTo>
                  <a:pt x="33" y="209"/>
                  <a:pt x="34" y="209"/>
                  <a:pt x="35" y="208"/>
                </a:cubicBezTo>
                <a:cubicBezTo>
                  <a:pt x="37" y="208"/>
                  <a:pt x="37" y="208"/>
                  <a:pt x="37" y="208"/>
                </a:cubicBezTo>
                <a:cubicBezTo>
                  <a:pt x="58" y="208"/>
                  <a:pt x="58" y="208"/>
                  <a:pt x="58" y="208"/>
                </a:cubicBezTo>
                <a:cubicBezTo>
                  <a:pt x="60" y="208"/>
                  <a:pt x="62" y="208"/>
                  <a:pt x="63" y="208"/>
                </a:cubicBezTo>
                <a:cubicBezTo>
                  <a:pt x="64" y="207"/>
                  <a:pt x="65" y="207"/>
                  <a:pt x="66" y="207"/>
                </a:cubicBezTo>
                <a:cubicBezTo>
                  <a:pt x="67" y="206"/>
                  <a:pt x="67" y="206"/>
                  <a:pt x="68" y="205"/>
                </a:cubicBezTo>
                <a:cubicBezTo>
                  <a:pt x="68" y="204"/>
                  <a:pt x="68" y="204"/>
                  <a:pt x="68" y="204"/>
                </a:cubicBezTo>
                <a:cubicBezTo>
                  <a:pt x="68" y="203"/>
                  <a:pt x="68" y="203"/>
                  <a:pt x="68" y="203"/>
                </a:cubicBezTo>
                <a:cubicBezTo>
                  <a:pt x="68" y="202"/>
                  <a:pt x="68" y="201"/>
                  <a:pt x="67" y="201"/>
                </a:cubicBezTo>
                <a:cubicBezTo>
                  <a:pt x="66" y="200"/>
                  <a:pt x="65" y="199"/>
                  <a:pt x="64" y="199"/>
                </a:cubicBezTo>
                <a:cubicBezTo>
                  <a:pt x="62" y="198"/>
                  <a:pt x="60" y="198"/>
                  <a:pt x="58" y="198"/>
                </a:cubicBezTo>
                <a:cubicBezTo>
                  <a:pt x="57" y="198"/>
                  <a:pt x="56" y="198"/>
                  <a:pt x="55" y="196"/>
                </a:cubicBezTo>
                <a:cubicBezTo>
                  <a:pt x="54" y="195"/>
                  <a:pt x="54" y="194"/>
                  <a:pt x="54" y="193"/>
                </a:cubicBezTo>
                <a:cubicBezTo>
                  <a:pt x="54" y="191"/>
                  <a:pt x="54" y="190"/>
                  <a:pt x="55" y="189"/>
                </a:cubicBezTo>
                <a:cubicBezTo>
                  <a:pt x="56" y="188"/>
                  <a:pt x="57" y="188"/>
                  <a:pt x="58" y="188"/>
                </a:cubicBezTo>
                <a:cubicBezTo>
                  <a:pt x="60" y="188"/>
                  <a:pt x="61" y="187"/>
                  <a:pt x="63" y="187"/>
                </a:cubicBezTo>
                <a:cubicBezTo>
                  <a:pt x="64" y="187"/>
                  <a:pt x="65" y="186"/>
                  <a:pt x="66" y="186"/>
                </a:cubicBezTo>
                <a:cubicBezTo>
                  <a:pt x="67" y="185"/>
                  <a:pt x="67" y="185"/>
                  <a:pt x="68" y="184"/>
                </a:cubicBezTo>
                <a:cubicBezTo>
                  <a:pt x="68" y="184"/>
                  <a:pt x="68" y="183"/>
                  <a:pt x="68" y="183"/>
                </a:cubicBezTo>
                <a:cubicBezTo>
                  <a:pt x="68" y="182"/>
                  <a:pt x="68" y="182"/>
                  <a:pt x="68" y="182"/>
                </a:cubicBezTo>
                <a:cubicBezTo>
                  <a:pt x="68" y="181"/>
                  <a:pt x="68" y="181"/>
                  <a:pt x="67" y="180"/>
                </a:cubicBezTo>
                <a:cubicBezTo>
                  <a:pt x="66" y="179"/>
                  <a:pt x="65" y="179"/>
                  <a:pt x="64" y="178"/>
                </a:cubicBezTo>
                <a:cubicBezTo>
                  <a:pt x="62" y="177"/>
                  <a:pt x="60" y="177"/>
                  <a:pt x="58" y="177"/>
                </a:cubicBezTo>
                <a:cubicBezTo>
                  <a:pt x="37" y="177"/>
                  <a:pt x="37" y="177"/>
                  <a:pt x="37" y="177"/>
                </a:cubicBezTo>
                <a:cubicBezTo>
                  <a:pt x="34" y="177"/>
                  <a:pt x="32" y="176"/>
                  <a:pt x="30" y="173"/>
                </a:cubicBezTo>
                <a:cubicBezTo>
                  <a:pt x="29" y="172"/>
                  <a:pt x="28" y="171"/>
                  <a:pt x="28" y="169"/>
                </a:cubicBezTo>
                <a:cubicBezTo>
                  <a:pt x="27" y="168"/>
                  <a:pt x="27" y="167"/>
                  <a:pt x="27" y="165"/>
                </a:cubicBezTo>
                <a:cubicBezTo>
                  <a:pt x="27" y="162"/>
                  <a:pt x="27" y="162"/>
                  <a:pt x="27" y="162"/>
                </a:cubicBezTo>
                <a:cubicBezTo>
                  <a:pt x="27" y="162"/>
                  <a:pt x="27" y="161"/>
                  <a:pt x="27" y="161"/>
                </a:cubicBezTo>
                <a:cubicBezTo>
                  <a:pt x="27" y="161"/>
                  <a:pt x="27" y="160"/>
                  <a:pt x="27" y="160"/>
                </a:cubicBezTo>
                <a:cubicBezTo>
                  <a:pt x="27" y="160"/>
                  <a:pt x="27" y="159"/>
                  <a:pt x="28" y="158"/>
                </a:cubicBezTo>
                <a:cubicBezTo>
                  <a:pt x="28" y="157"/>
                  <a:pt x="29" y="156"/>
                  <a:pt x="30" y="155"/>
                </a:cubicBezTo>
                <a:cubicBezTo>
                  <a:pt x="31" y="153"/>
                  <a:pt x="32" y="152"/>
                  <a:pt x="33" y="151"/>
                </a:cubicBezTo>
                <a:cubicBezTo>
                  <a:pt x="34" y="149"/>
                  <a:pt x="35" y="147"/>
                  <a:pt x="37" y="146"/>
                </a:cubicBezTo>
                <a:cubicBezTo>
                  <a:pt x="73" y="110"/>
                  <a:pt x="73" y="110"/>
                  <a:pt x="73" y="110"/>
                </a:cubicBezTo>
                <a:cubicBezTo>
                  <a:pt x="76" y="107"/>
                  <a:pt x="77" y="105"/>
                  <a:pt x="77" y="102"/>
                </a:cubicBezTo>
                <a:cubicBezTo>
                  <a:pt x="77" y="101"/>
                  <a:pt x="76" y="100"/>
                  <a:pt x="76" y="98"/>
                </a:cubicBezTo>
                <a:cubicBezTo>
                  <a:pt x="75" y="97"/>
                  <a:pt x="75" y="96"/>
                  <a:pt x="74" y="95"/>
                </a:cubicBezTo>
                <a:cubicBezTo>
                  <a:pt x="73" y="94"/>
                  <a:pt x="73" y="94"/>
                  <a:pt x="73" y="94"/>
                </a:cubicBezTo>
                <a:cubicBezTo>
                  <a:pt x="72" y="93"/>
                  <a:pt x="70" y="92"/>
                  <a:pt x="68" y="92"/>
                </a:cubicBezTo>
                <a:cubicBezTo>
                  <a:pt x="66" y="92"/>
                  <a:pt x="64" y="93"/>
                  <a:pt x="63" y="94"/>
                </a:cubicBezTo>
                <a:cubicBezTo>
                  <a:pt x="32" y="120"/>
                  <a:pt x="32" y="120"/>
                  <a:pt x="32" y="120"/>
                </a:cubicBezTo>
                <a:cubicBezTo>
                  <a:pt x="31" y="121"/>
                  <a:pt x="31" y="121"/>
                  <a:pt x="30" y="121"/>
                </a:cubicBezTo>
                <a:cubicBezTo>
                  <a:pt x="29" y="122"/>
                  <a:pt x="29" y="122"/>
                  <a:pt x="28" y="122"/>
                </a:cubicBezTo>
                <a:cubicBezTo>
                  <a:pt x="28" y="122"/>
                  <a:pt x="28" y="122"/>
                  <a:pt x="28" y="122"/>
                </a:cubicBezTo>
                <a:cubicBezTo>
                  <a:pt x="27" y="122"/>
                  <a:pt x="26" y="122"/>
                  <a:pt x="25" y="121"/>
                </a:cubicBezTo>
                <a:cubicBezTo>
                  <a:pt x="24" y="121"/>
                  <a:pt x="23" y="121"/>
                  <a:pt x="23" y="120"/>
                </a:cubicBezTo>
                <a:cubicBezTo>
                  <a:pt x="22" y="120"/>
                  <a:pt x="21" y="119"/>
                  <a:pt x="21" y="118"/>
                </a:cubicBezTo>
                <a:cubicBezTo>
                  <a:pt x="20" y="119"/>
                  <a:pt x="18" y="120"/>
                  <a:pt x="16" y="120"/>
                </a:cubicBezTo>
                <a:cubicBezTo>
                  <a:pt x="15" y="120"/>
                  <a:pt x="13" y="120"/>
                  <a:pt x="11" y="119"/>
                </a:cubicBezTo>
                <a:cubicBezTo>
                  <a:pt x="10" y="118"/>
                  <a:pt x="8" y="117"/>
                  <a:pt x="7" y="116"/>
                </a:cubicBezTo>
                <a:cubicBezTo>
                  <a:pt x="6" y="115"/>
                  <a:pt x="6" y="115"/>
                  <a:pt x="6" y="115"/>
                </a:cubicBezTo>
                <a:cubicBezTo>
                  <a:pt x="2" y="111"/>
                  <a:pt x="0" y="107"/>
                  <a:pt x="0" y="10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47" name="Rectangle 49"/>
          <p:cNvSpPr>
            <a:spLocks noChangeArrowheads="1"/>
          </p:cNvSpPr>
          <p:nvPr/>
        </p:nvSpPr>
        <p:spPr bwMode="auto">
          <a:xfrm>
            <a:off x="10475326" y="2361481"/>
            <a:ext cx="297527" cy="89041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48" name="Freeform 50"/>
          <p:cNvSpPr>
            <a:spLocks noEditPoints="1"/>
          </p:cNvSpPr>
          <p:nvPr/>
        </p:nvSpPr>
        <p:spPr bwMode="auto">
          <a:xfrm>
            <a:off x="11072549" y="2244208"/>
            <a:ext cx="299697" cy="325757"/>
          </a:xfrm>
          <a:custGeom>
            <a:avLst/>
            <a:gdLst>
              <a:gd name="T0" fmla="*/ 0 w 208"/>
              <a:gd name="T1" fmla="*/ 145 h 228"/>
              <a:gd name="T2" fmla="*/ 0 w 208"/>
              <a:gd name="T3" fmla="*/ 83 h 228"/>
              <a:gd name="T4" fmla="*/ 208 w 208"/>
              <a:gd name="T5" fmla="*/ 83 h 228"/>
              <a:gd name="T6" fmla="*/ 208 w 208"/>
              <a:gd name="T7" fmla="*/ 145 h 228"/>
              <a:gd name="T8" fmla="*/ 0 w 208"/>
              <a:gd name="T9" fmla="*/ 145 h 228"/>
              <a:gd name="T10" fmla="*/ 68 w 208"/>
              <a:gd name="T11" fmla="*/ 36 h 228"/>
              <a:gd name="T12" fmla="*/ 78 w 208"/>
              <a:gd name="T13" fmla="*/ 10 h 228"/>
              <a:gd name="T14" fmla="*/ 104 w 208"/>
              <a:gd name="T15" fmla="*/ 0 h 228"/>
              <a:gd name="T16" fmla="*/ 130 w 208"/>
              <a:gd name="T17" fmla="*/ 10 h 228"/>
              <a:gd name="T18" fmla="*/ 140 w 208"/>
              <a:gd name="T19" fmla="*/ 36 h 228"/>
              <a:gd name="T20" fmla="*/ 130 w 208"/>
              <a:gd name="T21" fmla="*/ 62 h 228"/>
              <a:gd name="T22" fmla="*/ 104 w 208"/>
              <a:gd name="T23" fmla="*/ 72 h 228"/>
              <a:gd name="T24" fmla="*/ 78 w 208"/>
              <a:gd name="T25" fmla="*/ 62 h 228"/>
              <a:gd name="T26" fmla="*/ 68 w 208"/>
              <a:gd name="T27" fmla="*/ 36 h 228"/>
              <a:gd name="T28" fmla="*/ 68 w 208"/>
              <a:gd name="T29" fmla="*/ 192 h 228"/>
              <a:gd name="T30" fmla="*/ 78 w 208"/>
              <a:gd name="T31" fmla="*/ 166 h 228"/>
              <a:gd name="T32" fmla="*/ 104 w 208"/>
              <a:gd name="T33" fmla="*/ 156 h 228"/>
              <a:gd name="T34" fmla="*/ 130 w 208"/>
              <a:gd name="T35" fmla="*/ 166 h 228"/>
              <a:gd name="T36" fmla="*/ 140 w 208"/>
              <a:gd name="T37" fmla="*/ 192 h 228"/>
              <a:gd name="T38" fmla="*/ 130 w 208"/>
              <a:gd name="T39" fmla="*/ 218 h 228"/>
              <a:gd name="T40" fmla="*/ 104 w 208"/>
              <a:gd name="T41" fmla="*/ 228 h 228"/>
              <a:gd name="T42" fmla="*/ 78 w 208"/>
              <a:gd name="T43" fmla="*/ 218 h 228"/>
              <a:gd name="T44" fmla="*/ 68 w 208"/>
              <a:gd name="T45" fmla="*/ 192 h 2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208" h="228">
                <a:moveTo>
                  <a:pt x="0" y="145"/>
                </a:moveTo>
                <a:cubicBezTo>
                  <a:pt x="0" y="83"/>
                  <a:pt x="0" y="83"/>
                  <a:pt x="0" y="83"/>
                </a:cubicBezTo>
                <a:cubicBezTo>
                  <a:pt x="208" y="83"/>
                  <a:pt x="208" y="83"/>
                  <a:pt x="208" y="83"/>
                </a:cubicBezTo>
                <a:cubicBezTo>
                  <a:pt x="208" y="145"/>
                  <a:pt x="208" y="145"/>
                  <a:pt x="208" y="145"/>
                </a:cubicBezTo>
                <a:lnTo>
                  <a:pt x="0" y="145"/>
                </a:lnTo>
                <a:close/>
                <a:moveTo>
                  <a:pt x="68" y="36"/>
                </a:moveTo>
                <a:cubicBezTo>
                  <a:pt x="68" y="26"/>
                  <a:pt x="71" y="17"/>
                  <a:pt x="78" y="10"/>
                </a:cubicBezTo>
                <a:cubicBezTo>
                  <a:pt x="85" y="3"/>
                  <a:pt x="94" y="0"/>
                  <a:pt x="104" y="0"/>
                </a:cubicBezTo>
                <a:cubicBezTo>
                  <a:pt x="114" y="0"/>
                  <a:pt x="123" y="3"/>
                  <a:pt x="130" y="10"/>
                </a:cubicBezTo>
                <a:cubicBezTo>
                  <a:pt x="137" y="18"/>
                  <a:pt x="140" y="26"/>
                  <a:pt x="140" y="36"/>
                </a:cubicBezTo>
                <a:cubicBezTo>
                  <a:pt x="140" y="46"/>
                  <a:pt x="137" y="55"/>
                  <a:pt x="130" y="62"/>
                </a:cubicBezTo>
                <a:cubicBezTo>
                  <a:pt x="123" y="69"/>
                  <a:pt x="114" y="72"/>
                  <a:pt x="104" y="72"/>
                </a:cubicBezTo>
                <a:cubicBezTo>
                  <a:pt x="94" y="72"/>
                  <a:pt x="85" y="69"/>
                  <a:pt x="78" y="62"/>
                </a:cubicBezTo>
                <a:cubicBezTo>
                  <a:pt x="71" y="55"/>
                  <a:pt x="68" y="46"/>
                  <a:pt x="68" y="36"/>
                </a:cubicBezTo>
                <a:close/>
                <a:moveTo>
                  <a:pt x="68" y="192"/>
                </a:moveTo>
                <a:cubicBezTo>
                  <a:pt x="68" y="182"/>
                  <a:pt x="71" y="173"/>
                  <a:pt x="78" y="166"/>
                </a:cubicBezTo>
                <a:cubicBezTo>
                  <a:pt x="85" y="159"/>
                  <a:pt x="94" y="156"/>
                  <a:pt x="104" y="156"/>
                </a:cubicBezTo>
                <a:cubicBezTo>
                  <a:pt x="114" y="156"/>
                  <a:pt x="123" y="159"/>
                  <a:pt x="130" y="166"/>
                </a:cubicBezTo>
                <a:cubicBezTo>
                  <a:pt x="137" y="174"/>
                  <a:pt x="140" y="182"/>
                  <a:pt x="140" y="192"/>
                </a:cubicBezTo>
                <a:cubicBezTo>
                  <a:pt x="140" y="202"/>
                  <a:pt x="137" y="211"/>
                  <a:pt x="130" y="218"/>
                </a:cubicBezTo>
                <a:cubicBezTo>
                  <a:pt x="123" y="225"/>
                  <a:pt x="114" y="228"/>
                  <a:pt x="104" y="228"/>
                </a:cubicBezTo>
                <a:cubicBezTo>
                  <a:pt x="94" y="228"/>
                  <a:pt x="85" y="225"/>
                  <a:pt x="78" y="218"/>
                </a:cubicBezTo>
                <a:cubicBezTo>
                  <a:pt x="71" y="211"/>
                  <a:pt x="68" y="202"/>
                  <a:pt x="68" y="19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49" name="Freeform 51"/>
          <p:cNvSpPr>
            <a:spLocks/>
          </p:cNvSpPr>
          <p:nvPr/>
        </p:nvSpPr>
        <p:spPr bwMode="auto">
          <a:xfrm>
            <a:off x="813351" y="2815370"/>
            <a:ext cx="273636" cy="273636"/>
          </a:xfrm>
          <a:custGeom>
            <a:avLst/>
            <a:gdLst>
              <a:gd name="T0" fmla="*/ 0 w 126"/>
              <a:gd name="T1" fmla="*/ 97 h 126"/>
              <a:gd name="T2" fmla="*/ 33 w 126"/>
              <a:gd name="T3" fmla="*/ 62 h 126"/>
              <a:gd name="T4" fmla="*/ 0 w 126"/>
              <a:gd name="T5" fmla="*/ 29 h 126"/>
              <a:gd name="T6" fmla="*/ 29 w 126"/>
              <a:gd name="T7" fmla="*/ 0 h 126"/>
              <a:gd name="T8" fmla="*/ 62 w 126"/>
              <a:gd name="T9" fmla="*/ 33 h 126"/>
              <a:gd name="T10" fmla="*/ 97 w 126"/>
              <a:gd name="T11" fmla="*/ 0 h 126"/>
              <a:gd name="T12" fmla="*/ 126 w 126"/>
              <a:gd name="T13" fmla="*/ 29 h 126"/>
              <a:gd name="T14" fmla="*/ 91 w 126"/>
              <a:gd name="T15" fmla="*/ 62 h 126"/>
              <a:gd name="T16" fmla="*/ 126 w 126"/>
              <a:gd name="T17" fmla="*/ 97 h 126"/>
              <a:gd name="T18" fmla="*/ 97 w 126"/>
              <a:gd name="T19" fmla="*/ 126 h 126"/>
              <a:gd name="T20" fmla="*/ 62 w 126"/>
              <a:gd name="T21" fmla="*/ 92 h 126"/>
              <a:gd name="T22" fmla="*/ 29 w 126"/>
              <a:gd name="T23" fmla="*/ 126 h 126"/>
              <a:gd name="T24" fmla="*/ 0 w 126"/>
              <a:gd name="T25" fmla="*/ 97 h 1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26" h="126">
                <a:moveTo>
                  <a:pt x="0" y="97"/>
                </a:moveTo>
                <a:lnTo>
                  <a:pt x="33" y="62"/>
                </a:lnTo>
                <a:lnTo>
                  <a:pt x="0" y="29"/>
                </a:lnTo>
                <a:lnTo>
                  <a:pt x="29" y="0"/>
                </a:lnTo>
                <a:lnTo>
                  <a:pt x="62" y="33"/>
                </a:lnTo>
                <a:lnTo>
                  <a:pt x="97" y="0"/>
                </a:lnTo>
                <a:lnTo>
                  <a:pt x="126" y="29"/>
                </a:lnTo>
                <a:lnTo>
                  <a:pt x="91" y="62"/>
                </a:lnTo>
                <a:lnTo>
                  <a:pt x="126" y="97"/>
                </a:lnTo>
                <a:lnTo>
                  <a:pt x="97" y="126"/>
                </a:lnTo>
                <a:lnTo>
                  <a:pt x="62" y="92"/>
                </a:lnTo>
                <a:lnTo>
                  <a:pt x="29" y="126"/>
                </a:lnTo>
                <a:lnTo>
                  <a:pt x="0" y="9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50" name="Freeform 52"/>
          <p:cNvSpPr>
            <a:spLocks/>
          </p:cNvSpPr>
          <p:nvPr/>
        </p:nvSpPr>
        <p:spPr bwMode="auto">
          <a:xfrm>
            <a:off x="1323704" y="2802339"/>
            <a:ext cx="267123" cy="297527"/>
          </a:xfrm>
          <a:custGeom>
            <a:avLst/>
            <a:gdLst>
              <a:gd name="T0" fmla="*/ 0 w 187"/>
              <a:gd name="T1" fmla="*/ 136 h 208"/>
              <a:gd name="T2" fmla="*/ 0 w 187"/>
              <a:gd name="T3" fmla="*/ 115 h 208"/>
              <a:gd name="T4" fmla="*/ 10 w 187"/>
              <a:gd name="T5" fmla="*/ 115 h 208"/>
              <a:gd name="T6" fmla="*/ 10 w 187"/>
              <a:gd name="T7" fmla="*/ 111 h 208"/>
              <a:gd name="T8" fmla="*/ 10 w 187"/>
              <a:gd name="T9" fmla="*/ 104 h 208"/>
              <a:gd name="T10" fmla="*/ 10 w 187"/>
              <a:gd name="T11" fmla="*/ 98 h 208"/>
              <a:gd name="T12" fmla="*/ 10 w 187"/>
              <a:gd name="T13" fmla="*/ 94 h 208"/>
              <a:gd name="T14" fmla="*/ 0 w 187"/>
              <a:gd name="T15" fmla="*/ 94 h 208"/>
              <a:gd name="T16" fmla="*/ 0 w 187"/>
              <a:gd name="T17" fmla="*/ 73 h 208"/>
              <a:gd name="T18" fmla="*/ 15 w 187"/>
              <a:gd name="T19" fmla="*/ 73 h 208"/>
              <a:gd name="T20" fmla="*/ 52 w 187"/>
              <a:gd name="T21" fmla="*/ 21 h 208"/>
              <a:gd name="T22" fmla="*/ 114 w 187"/>
              <a:gd name="T23" fmla="*/ 0 h 208"/>
              <a:gd name="T24" fmla="*/ 135 w 187"/>
              <a:gd name="T25" fmla="*/ 2 h 208"/>
              <a:gd name="T26" fmla="*/ 154 w 187"/>
              <a:gd name="T27" fmla="*/ 8 h 208"/>
              <a:gd name="T28" fmla="*/ 172 w 187"/>
              <a:gd name="T29" fmla="*/ 18 h 208"/>
              <a:gd name="T30" fmla="*/ 187 w 187"/>
              <a:gd name="T31" fmla="*/ 31 h 208"/>
              <a:gd name="T32" fmla="*/ 158 w 187"/>
              <a:gd name="T33" fmla="*/ 60 h 208"/>
              <a:gd name="T34" fmla="*/ 138 w 187"/>
              <a:gd name="T35" fmla="*/ 47 h 208"/>
              <a:gd name="T36" fmla="*/ 114 w 187"/>
              <a:gd name="T37" fmla="*/ 42 h 208"/>
              <a:gd name="T38" fmla="*/ 83 w 187"/>
              <a:gd name="T39" fmla="*/ 51 h 208"/>
              <a:gd name="T40" fmla="*/ 60 w 187"/>
              <a:gd name="T41" fmla="*/ 73 h 208"/>
              <a:gd name="T42" fmla="*/ 114 w 187"/>
              <a:gd name="T43" fmla="*/ 73 h 208"/>
              <a:gd name="T44" fmla="*/ 114 w 187"/>
              <a:gd name="T45" fmla="*/ 94 h 208"/>
              <a:gd name="T46" fmla="*/ 52 w 187"/>
              <a:gd name="T47" fmla="*/ 94 h 208"/>
              <a:gd name="T48" fmla="*/ 52 w 187"/>
              <a:gd name="T49" fmla="*/ 100 h 208"/>
              <a:gd name="T50" fmla="*/ 51 w 187"/>
              <a:gd name="T51" fmla="*/ 104 h 208"/>
              <a:gd name="T52" fmla="*/ 52 w 187"/>
              <a:gd name="T53" fmla="*/ 109 h 208"/>
              <a:gd name="T54" fmla="*/ 52 w 187"/>
              <a:gd name="T55" fmla="*/ 115 h 208"/>
              <a:gd name="T56" fmla="*/ 114 w 187"/>
              <a:gd name="T57" fmla="*/ 115 h 208"/>
              <a:gd name="T58" fmla="*/ 114 w 187"/>
              <a:gd name="T59" fmla="*/ 136 h 208"/>
              <a:gd name="T60" fmla="*/ 60 w 187"/>
              <a:gd name="T61" fmla="*/ 136 h 208"/>
              <a:gd name="T62" fmla="*/ 83 w 187"/>
              <a:gd name="T63" fmla="*/ 158 h 208"/>
              <a:gd name="T64" fmla="*/ 114 w 187"/>
              <a:gd name="T65" fmla="*/ 167 h 208"/>
              <a:gd name="T66" fmla="*/ 138 w 187"/>
              <a:gd name="T67" fmla="*/ 162 h 208"/>
              <a:gd name="T68" fmla="*/ 158 w 187"/>
              <a:gd name="T69" fmla="*/ 149 h 208"/>
              <a:gd name="T70" fmla="*/ 187 w 187"/>
              <a:gd name="T71" fmla="*/ 178 h 208"/>
              <a:gd name="T72" fmla="*/ 172 w 187"/>
              <a:gd name="T73" fmla="*/ 191 h 208"/>
              <a:gd name="T74" fmla="*/ 154 w 187"/>
              <a:gd name="T75" fmla="*/ 200 h 208"/>
              <a:gd name="T76" fmla="*/ 135 w 187"/>
              <a:gd name="T77" fmla="*/ 206 h 208"/>
              <a:gd name="T78" fmla="*/ 114 w 187"/>
              <a:gd name="T79" fmla="*/ 208 h 208"/>
              <a:gd name="T80" fmla="*/ 52 w 187"/>
              <a:gd name="T81" fmla="*/ 188 h 208"/>
              <a:gd name="T82" fmla="*/ 15 w 187"/>
              <a:gd name="T83" fmla="*/ 136 h 208"/>
              <a:gd name="T84" fmla="*/ 0 w 187"/>
              <a:gd name="T85" fmla="*/ 136 h 2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87" h="208">
                <a:moveTo>
                  <a:pt x="0" y="136"/>
                </a:moveTo>
                <a:cubicBezTo>
                  <a:pt x="0" y="115"/>
                  <a:pt x="0" y="115"/>
                  <a:pt x="0" y="115"/>
                </a:cubicBezTo>
                <a:cubicBezTo>
                  <a:pt x="10" y="115"/>
                  <a:pt x="10" y="115"/>
                  <a:pt x="10" y="115"/>
                </a:cubicBezTo>
                <a:cubicBezTo>
                  <a:pt x="10" y="114"/>
                  <a:pt x="10" y="112"/>
                  <a:pt x="10" y="111"/>
                </a:cubicBezTo>
                <a:cubicBezTo>
                  <a:pt x="10" y="109"/>
                  <a:pt x="10" y="107"/>
                  <a:pt x="10" y="104"/>
                </a:cubicBezTo>
                <a:cubicBezTo>
                  <a:pt x="10" y="102"/>
                  <a:pt x="10" y="100"/>
                  <a:pt x="10" y="98"/>
                </a:cubicBezTo>
                <a:cubicBezTo>
                  <a:pt x="10" y="96"/>
                  <a:pt x="10" y="95"/>
                  <a:pt x="10" y="94"/>
                </a:cubicBezTo>
                <a:cubicBezTo>
                  <a:pt x="0" y="94"/>
                  <a:pt x="0" y="94"/>
                  <a:pt x="0" y="94"/>
                </a:cubicBezTo>
                <a:cubicBezTo>
                  <a:pt x="0" y="73"/>
                  <a:pt x="0" y="73"/>
                  <a:pt x="0" y="73"/>
                </a:cubicBezTo>
                <a:cubicBezTo>
                  <a:pt x="15" y="73"/>
                  <a:pt x="15" y="73"/>
                  <a:pt x="15" y="73"/>
                </a:cubicBezTo>
                <a:cubicBezTo>
                  <a:pt x="22" y="52"/>
                  <a:pt x="34" y="34"/>
                  <a:pt x="52" y="21"/>
                </a:cubicBezTo>
                <a:cubicBezTo>
                  <a:pt x="70" y="7"/>
                  <a:pt x="91" y="0"/>
                  <a:pt x="114" y="0"/>
                </a:cubicBezTo>
                <a:cubicBezTo>
                  <a:pt x="121" y="0"/>
                  <a:pt x="128" y="1"/>
                  <a:pt x="135" y="2"/>
                </a:cubicBezTo>
                <a:cubicBezTo>
                  <a:pt x="141" y="4"/>
                  <a:pt x="148" y="6"/>
                  <a:pt x="154" y="8"/>
                </a:cubicBezTo>
                <a:cubicBezTo>
                  <a:pt x="160" y="11"/>
                  <a:pt x="166" y="14"/>
                  <a:pt x="172" y="18"/>
                </a:cubicBezTo>
                <a:cubicBezTo>
                  <a:pt x="177" y="22"/>
                  <a:pt x="183" y="26"/>
                  <a:pt x="187" y="31"/>
                </a:cubicBezTo>
                <a:cubicBezTo>
                  <a:pt x="158" y="60"/>
                  <a:pt x="158" y="60"/>
                  <a:pt x="158" y="60"/>
                </a:cubicBezTo>
                <a:cubicBezTo>
                  <a:pt x="152" y="55"/>
                  <a:pt x="146" y="50"/>
                  <a:pt x="138" y="47"/>
                </a:cubicBezTo>
                <a:cubicBezTo>
                  <a:pt x="130" y="44"/>
                  <a:pt x="122" y="42"/>
                  <a:pt x="114" y="42"/>
                </a:cubicBezTo>
                <a:cubicBezTo>
                  <a:pt x="103" y="42"/>
                  <a:pt x="92" y="45"/>
                  <a:pt x="83" y="51"/>
                </a:cubicBezTo>
                <a:cubicBezTo>
                  <a:pt x="73" y="56"/>
                  <a:pt x="66" y="64"/>
                  <a:pt x="60" y="73"/>
                </a:cubicBezTo>
                <a:cubicBezTo>
                  <a:pt x="114" y="73"/>
                  <a:pt x="114" y="73"/>
                  <a:pt x="114" y="73"/>
                </a:cubicBezTo>
                <a:cubicBezTo>
                  <a:pt x="114" y="94"/>
                  <a:pt x="114" y="94"/>
                  <a:pt x="114" y="94"/>
                </a:cubicBezTo>
                <a:cubicBezTo>
                  <a:pt x="52" y="94"/>
                  <a:pt x="52" y="94"/>
                  <a:pt x="52" y="94"/>
                </a:cubicBezTo>
                <a:cubicBezTo>
                  <a:pt x="52" y="96"/>
                  <a:pt x="52" y="98"/>
                  <a:pt x="52" y="100"/>
                </a:cubicBezTo>
                <a:cubicBezTo>
                  <a:pt x="52" y="102"/>
                  <a:pt x="51" y="103"/>
                  <a:pt x="51" y="104"/>
                </a:cubicBezTo>
                <a:cubicBezTo>
                  <a:pt x="51" y="106"/>
                  <a:pt x="52" y="107"/>
                  <a:pt x="52" y="109"/>
                </a:cubicBezTo>
                <a:cubicBezTo>
                  <a:pt x="52" y="110"/>
                  <a:pt x="52" y="112"/>
                  <a:pt x="52" y="115"/>
                </a:cubicBezTo>
                <a:cubicBezTo>
                  <a:pt x="114" y="115"/>
                  <a:pt x="114" y="115"/>
                  <a:pt x="114" y="115"/>
                </a:cubicBezTo>
                <a:cubicBezTo>
                  <a:pt x="114" y="136"/>
                  <a:pt x="114" y="136"/>
                  <a:pt x="114" y="136"/>
                </a:cubicBezTo>
                <a:cubicBezTo>
                  <a:pt x="60" y="136"/>
                  <a:pt x="60" y="136"/>
                  <a:pt x="60" y="136"/>
                </a:cubicBezTo>
                <a:cubicBezTo>
                  <a:pt x="66" y="145"/>
                  <a:pt x="73" y="153"/>
                  <a:pt x="83" y="158"/>
                </a:cubicBezTo>
                <a:cubicBezTo>
                  <a:pt x="92" y="164"/>
                  <a:pt x="103" y="167"/>
                  <a:pt x="114" y="167"/>
                </a:cubicBezTo>
                <a:cubicBezTo>
                  <a:pt x="122" y="167"/>
                  <a:pt x="130" y="165"/>
                  <a:pt x="138" y="162"/>
                </a:cubicBezTo>
                <a:cubicBezTo>
                  <a:pt x="146" y="159"/>
                  <a:pt x="152" y="154"/>
                  <a:pt x="158" y="149"/>
                </a:cubicBezTo>
                <a:cubicBezTo>
                  <a:pt x="187" y="178"/>
                  <a:pt x="187" y="178"/>
                  <a:pt x="187" y="178"/>
                </a:cubicBezTo>
                <a:cubicBezTo>
                  <a:pt x="183" y="183"/>
                  <a:pt x="177" y="187"/>
                  <a:pt x="172" y="191"/>
                </a:cubicBezTo>
                <a:cubicBezTo>
                  <a:pt x="166" y="195"/>
                  <a:pt x="160" y="198"/>
                  <a:pt x="154" y="200"/>
                </a:cubicBezTo>
                <a:cubicBezTo>
                  <a:pt x="148" y="203"/>
                  <a:pt x="141" y="205"/>
                  <a:pt x="135" y="206"/>
                </a:cubicBezTo>
                <a:cubicBezTo>
                  <a:pt x="128" y="208"/>
                  <a:pt x="121" y="208"/>
                  <a:pt x="114" y="208"/>
                </a:cubicBezTo>
                <a:cubicBezTo>
                  <a:pt x="91" y="208"/>
                  <a:pt x="70" y="202"/>
                  <a:pt x="52" y="188"/>
                </a:cubicBezTo>
                <a:cubicBezTo>
                  <a:pt x="34" y="174"/>
                  <a:pt x="22" y="157"/>
                  <a:pt x="15" y="136"/>
                </a:cubicBezTo>
                <a:lnTo>
                  <a:pt x="0" y="13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51" name="Freeform 53"/>
          <p:cNvSpPr>
            <a:spLocks noEditPoints="1"/>
          </p:cNvSpPr>
          <p:nvPr/>
        </p:nvSpPr>
        <p:spPr bwMode="auto">
          <a:xfrm>
            <a:off x="1734159" y="2830572"/>
            <a:ext cx="310556" cy="223688"/>
          </a:xfrm>
          <a:custGeom>
            <a:avLst/>
            <a:gdLst>
              <a:gd name="T0" fmla="*/ 5 w 217"/>
              <a:gd name="T1" fmla="*/ 147 h 156"/>
              <a:gd name="T2" fmla="*/ 0 w 217"/>
              <a:gd name="T3" fmla="*/ 131 h 156"/>
              <a:gd name="T4" fmla="*/ 34 w 217"/>
              <a:gd name="T5" fmla="*/ 31 h 156"/>
              <a:gd name="T6" fmla="*/ 33 w 217"/>
              <a:gd name="T7" fmla="*/ 116 h 156"/>
              <a:gd name="T8" fmla="*/ 29 w 217"/>
              <a:gd name="T9" fmla="*/ 140 h 156"/>
              <a:gd name="T10" fmla="*/ 11 w 217"/>
              <a:gd name="T11" fmla="*/ 152 h 156"/>
              <a:gd name="T12" fmla="*/ 37 w 217"/>
              <a:gd name="T13" fmla="*/ 140 h 156"/>
              <a:gd name="T14" fmla="*/ 42 w 217"/>
              <a:gd name="T15" fmla="*/ 116 h 156"/>
              <a:gd name="T16" fmla="*/ 42 w 217"/>
              <a:gd name="T17" fmla="*/ 0 h 156"/>
              <a:gd name="T18" fmla="*/ 217 w 217"/>
              <a:gd name="T19" fmla="*/ 114 h 156"/>
              <a:gd name="T20" fmla="*/ 207 w 217"/>
              <a:gd name="T21" fmla="*/ 144 h 156"/>
              <a:gd name="T22" fmla="*/ 184 w 217"/>
              <a:gd name="T23" fmla="*/ 156 h 156"/>
              <a:gd name="T24" fmla="*/ 58 w 217"/>
              <a:gd name="T25" fmla="*/ 16 h 156"/>
              <a:gd name="T26" fmla="*/ 202 w 217"/>
              <a:gd name="T27" fmla="*/ 47 h 156"/>
              <a:gd name="T28" fmla="*/ 58 w 217"/>
              <a:gd name="T29" fmla="*/ 16 h 156"/>
              <a:gd name="T30" fmla="*/ 109 w 217"/>
              <a:gd name="T31" fmla="*/ 63 h 156"/>
              <a:gd name="T32" fmla="*/ 58 w 217"/>
              <a:gd name="T33" fmla="*/ 125 h 156"/>
              <a:gd name="T34" fmla="*/ 156 w 217"/>
              <a:gd name="T35" fmla="*/ 75 h 156"/>
              <a:gd name="T36" fmla="*/ 124 w 217"/>
              <a:gd name="T37" fmla="*/ 63 h 156"/>
              <a:gd name="T38" fmla="*/ 156 w 217"/>
              <a:gd name="T39" fmla="*/ 75 h 156"/>
              <a:gd name="T40" fmla="*/ 156 w 217"/>
              <a:gd name="T41" fmla="*/ 88 h 156"/>
              <a:gd name="T42" fmla="*/ 124 w 217"/>
              <a:gd name="T43" fmla="*/ 100 h 156"/>
              <a:gd name="T44" fmla="*/ 156 w 217"/>
              <a:gd name="T45" fmla="*/ 125 h 156"/>
              <a:gd name="T46" fmla="*/ 124 w 217"/>
              <a:gd name="T47" fmla="*/ 112 h 156"/>
              <a:gd name="T48" fmla="*/ 156 w 217"/>
              <a:gd name="T49" fmla="*/ 125 h 156"/>
              <a:gd name="T50" fmla="*/ 171 w 217"/>
              <a:gd name="T51" fmla="*/ 75 h 156"/>
              <a:gd name="T52" fmla="*/ 203 w 217"/>
              <a:gd name="T53" fmla="*/ 63 h 156"/>
              <a:gd name="T54" fmla="*/ 203 w 217"/>
              <a:gd name="T55" fmla="*/ 100 h 156"/>
              <a:gd name="T56" fmla="*/ 171 w 217"/>
              <a:gd name="T57" fmla="*/ 88 h 156"/>
              <a:gd name="T58" fmla="*/ 203 w 217"/>
              <a:gd name="T59" fmla="*/ 100 h 156"/>
              <a:gd name="T60" fmla="*/ 203 w 217"/>
              <a:gd name="T61" fmla="*/ 112 h 156"/>
              <a:gd name="T62" fmla="*/ 171 w 217"/>
              <a:gd name="T63" fmla="*/ 125 h 1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217" h="156">
                <a:moveTo>
                  <a:pt x="11" y="152"/>
                </a:moveTo>
                <a:cubicBezTo>
                  <a:pt x="9" y="151"/>
                  <a:pt x="7" y="149"/>
                  <a:pt x="5" y="147"/>
                </a:cubicBezTo>
                <a:cubicBezTo>
                  <a:pt x="4" y="145"/>
                  <a:pt x="2" y="142"/>
                  <a:pt x="1" y="139"/>
                </a:cubicBezTo>
                <a:cubicBezTo>
                  <a:pt x="0" y="137"/>
                  <a:pt x="0" y="134"/>
                  <a:pt x="0" y="131"/>
                </a:cubicBezTo>
                <a:cubicBezTo>
                  <a:pt x="0" y="31"/>
                  <a:pt x="0" y="31"/>
                  <a:pt x="0" y="31"/>
                </a:cubicBezTo>
                <a:cubicBezTo>
                  <a:pt x="34" y="31"/>
                  <a:pt x="34" y="31"/>
                  <a:pt x="34" y="31"/>
                </a:cubicBezTo>
                <a:cubicBezTo>
                  <a:pt x="34" y="114"/>
                  <a:pt x="34" y="114"/>
                  <a:pt x="34" y="114"/>
                </a:cubicBezTo>
                <a:cubicBezTo>
                  <a:pt x="34" y="115"/>
                  <a:pt x="33" y="116"/>
                  <a:pt x="33" y="116"/>
                </a:cubicBezTo>
                <a:cubicBezTo>
                  <a:pt x="33" y="117"/>
                  <a:pt x="33" y="118"/>
                  <a:pt x="33" y="119"/>
                </a:cubicBezTo>
                <a:cubicBezTo>
                  <a:pt x="33" y="126"/>
                  <a:pt x="31" y="133"/>
                  <a:pt x="29" y="140"/>
                </a:cubicBezTo>
                <a:cubicBezTo>
                  <a:pt x="26" y="146"/>
                  <a:pt x="23" y="151"/>
                  <a:pt x="19" y="156"/>
                </a:cubicBezTo>
                <a:cubicBezTo>
                  <a:pt x="16" y="155"/>
                  <a:pt x="14" y="154"/>
                  <a:pt x="11" y="152"/>
                </a:cubicBezTo>
                <a:close/>
                <a:moveTo>
                  <a:pt x="27" y="156"/>
                </a:moveTo>
                <a:cubicBezTo>
                  <a:pt x="31" y="152"/>
                  <a:pt x="34" y="147"/>
                  <a:pt x="37" y="140"/>
                </a:cubicBezTo>
                <a:cubicBezTo>
                  <a:pt x="40" y="134"/>
                  <a:pt x="41" y="127"/>
                  <a:pt x="42" y="119"/>
                </a:cubicBezTo>
                <a:cubicBezTo>
                  <a:pt x="42" y="118"/>
                  <a:pt x="42" y="117"/>
                  <a:pt x="42" y="116"/>
                </a:cubicBezTo>
                <a:cubicBezTo>
                  <a:pt x="42" y="116"/>
                  <a:pt x="42" y="115"/>
                  <a:pt x="42" y="114"/>
                </a:cubicBezTo>
                <a:cubicBezTo>
                  <a:pt x="42" y="0"/>
                  <a:pt x="42" y="0"/>
                  <a:pt x="42" y="0"/>
                </a:cubicBezTo>
                <a:cubicBezTo>
                  <a:pt x="217" y="0"/>
                  <a:pt x="217" y="0"/>
                  <a:pt x="217" y="0"/>
                </a:cubicBezTo>
                <a:cubicBezTo>
                  <a:pt x="217" y="114"/>
                  <a:pt x="217" y="114"/>
                  <a:pt x="217" y="114"/>
                </a:cubicBezTo>
                <a:cubicBezTo>
                  <a:pt x="217" y="120"/>
                  <a:pt x="216" y="126"/>
                  <a:pt x="215" y="131"/>
                </a:cubicBezTo>
                <a:cubicBezTo>
                  <a:pt x="213" y="136"/>
                  <a:pt x="210" y="140"/>
                  <a:pt x="207" y="144"/>
                </a:cubicBezTo>
                <a:cubicBezTo>
                  <a:pt x="204" y="148"/>
                  <a:pt x="201" y="151"/>
                  <a:pt x="197" y="153"/>
                </a:cubicBezTo>
                <a:cubicBezTo>
                  <a:pt x="193" y="155"/>
                  <a:pt x="188" y="156"/>
                  <a:pt x="184" y="156"/>
                </a:cubicBezTo>
                <a:lnTo>
                  <a:pt x="27" y="156"/>
                </a:lnTo>
                <a:close/>
                <a:moveTo>
                  <a:pt x="58" y="16"/>
                </a:moveTo>
                <a:cubicBezTo>
                  <a:pt x="58" y="47"/>
                  <a:pt x="58" y="47"/>
                  <a:pt x="58" y="47"/>
                </a:cubicBezTo>
                <a:cubicBezTo>
                  <a:pt x="202" y="47"/>
                  <a:pt x="202" y="47"/>
                  <a:pt x="202" y="47"/>
                </a:cubicBezTo>
                <a:cubicBezTo>
                  <a:pt x="202" y="16"/>
                  <a:pt x="202" y="16"/>
                  <a:pt x="202" y="16"/>
                </a:cubicBezTo>
                <a:lnTo>
                  <a:pt x="58" y="16"/>
                </a:lnTo>
                <a:close/>
                <a:moveTo>
                  <a:pt x="109" y="125"/>
                </a:moveTo>
                <a:cubicBezTo>
                  <a:pt x="109" y="63"/>
                  <a:pt x="109" y="63"/>
                  <a:pt x="109" y="63"/>
                </a:cubicBezTo>
                <a:cubicBezTo>
                  <a:pt x="58" y="63"/>
                  <a:pt x="58" y="63"/>
                  <a:pt x="58" y="63"/>
                </a:cubicBezTo>
                <a:cubicBezTo>
                  <a:pt x="58" y="125"/>
                  <a:pt x="58" y="125"/>
                  <a:pt x="58" y="125"/>
                </a:cubicBezTo>
                <a:lnTo>
                  <a:pt x="109" y="125"/>
                </a:lnTo>
                <a:close/>
                <a:moveTo>
                  <a:pt x="156" y="75"/>
                </a:moveTo>
                <a:cubicBezTo>
                  <a:pt x="156" y="63"/>
                  <a:pt x="156" y="63"/>
                  <a:pt x="156" y="63"/>
                </a:cubicBezTo>
                <a:cubicBezTo>
                  <a:pt x="124" y="63"/>
                  <a:pt x="124" y="63"/>
                  <a:pt x="124" y="63"/>
                </a:cubicBezTo>
                <a:cubicBezTo>
                  <a:pt x="124" y="75"/>
                  <a:pt x="124" y="75"/>
                  <a:pt x="124" y="75"/>
                </a:cubicBezTo>
                <a:lnTo>
                  <a:pt x="156" y="75"/>
                </a:lnTo>
                <a:close/>
                <a:moveTo>
                  <a:pt x="156" y="100"/>
                </a:moveTo>
                <a:cubicBezTo>
                  <a:pt x="156" y="88"/>
                  <a:pt x="156" y="88"/>
                  <a:pt x="156" y="88"/>
                </a:cubicBezTo>
                <a:cubicBezTo>
                  <a:pt x="124" y="88"/>
                  <a:pt x="124" y="88"/>
                  <a:pt x="124" y="88"/>
                </a:cubicBezTo>
                <a:cubicBezTo>
                  <a:pt x="124" y="100"/>
                  <a:pt x="124" y="100"/>
                  <a:pt x="124" y="100"/>
                </a:cubicBezTo>
                <a:lnTo>
                  <a:pt x="156" y="100"/>
                </a:lnTo>
                <a:close/>
                <a:moveTo>
                  <a:pt x="156" y="125"/>
                </a:moveTo>
                <a:cubicBezTo>
                  <a:pt x="156" y="112"/>
                  <a:pt x="156" y="112"/>
                  <a:pt x="156" y="112"/>
                </a:cubicBezTo>
                <a:cubicBezTo>
                  <a:pt x="124" y="112"/>
                  <a:pt x="124" y="112"/>
                  <a:pt x="124" y="112"/>
                </a:cubicBezTo>
                <a:cubicBezTo>
                  <a:pt x="124" y="125"/>
                  <a:pt x="124" y="125"/>
                  <a:pt x="124" y="125"/>
                </a:cubicBezTo>
                <a:lnTo>
                  <a:pt x="156" y="125"/>
                </a:lnTo>
                <a:close/>
                <a:moveTo>
                  <a:pt x="171" y="63"/>
                </a:moveTo>
                <a:cubicBezTo>
                  <a:pt x="171" y="75"/>
                  <a:pt x="171" y="75"/>
                  <a:pt x="171" y="75"/>
                </a:cubicBezTo>
                <a:cubicBezTo>
                  <a:pt x="203" y="75"/>
                  <a:pt x="203" y="75"/>
                  <a:pt x="203" y="75"/>
                </a:cubicBezTo>
                <a:cubicBezTo>
                  <a:pt x="203" y="63"/>
                  <a:pt x="203" y="63"/>
                  <a:pt x="203" y="63"/>
                </a:cubicBezTo>
                <a:lnTo>
                  <a:pt x="171" y="63"/>
                </a:lnTo>
                <a:close/>
                <a:moveTo>
                  <a:pt x="203" y="100"/>
                </a:moveTo>
                <a:cubicBezTo>
                  <a:pt x="203" y="88"/>
                  <a:pt x="203" y="88"/>
                  <a:pt x="203" y="88"/>
                </a:cubicBezTo>
                <a:cubicBezTo>
                  <a:pt x="171" y="88"/>
                  <a:pt x="171" y="88"/>
                  <a:pt x="171" y="88"/>
                </a:cubicBezTo>
                <a:cubicBezTo>
                  <a:pt x="171" y="100"/>
                  <a:pt x="171" y="100"/>
                  <a:pt x="171" y="100"/>
                </a:cubicBezTo>
                <a:lnTo>
                  <a:pt x="203" y="100"/>
                </a:lnTo>
                <a:close/>
                <a:moveTo>
                  <a:pt x="203" y="125"/>
                </a:moveTo>
                <a:cubicBezTo>
                  <a:pt x="203" y="112"/>
                  <a:pt x="203" y="112"/>
                  <a:pt x="203" y="112"/>
                </a:cubicBezTo>
                <a:cubicBezTo>
                  <a:pt x="171" y="112"/>
                  <a:pt x="171" y="112"/>
                  <a:pt x="171" y="112"/>
                </a:cubicBezTo>
                <a:cubicBezTo>
                  <a:pt x="171" y="125"/>
                  <a:pt x="171" y="125"/>
                  <a:pt x="171" y="125"/>
                </a:cubicBezTo>
                <a:lnTo>
                  <a:pt x="203" y="12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52" name="Freeform 54"/>
          <p:cNvSpPr>
            <a:spLocks noEditPoints="1"/>
          </p:cNvSpPr>
          <p:nvPr/>
        </p:nvSpPr>
        <p:spPr bwMode="auto">
          <a:xfrm>
            <a:off x="2218453" y="2843603"/>
            <a:ext cx="358335" cy="199799"/>
          </a:xfrm>
          <a:custGeom>
            <a:avLst/>
            <a:gdLst>
              <a:gd name="T0" fmla="*/ 83 w 250"/>
              <a:gd name="T1" fmla="*/ 130 h 139"/>
              <a:gd name="T2" fmla="*/ 64 w 250"/>
              <a:gd name="T3" fmla="*/ 122 h 139"/>
              <a:gd name="T4" fmla="*/ 43 w 250"/>
              <a:gd name="T5" fmla="*/ 109 h 139"/>
              <a:gd name="T6" fmla="*/ 21 w 250"/>
              <a:gd name="T7" fmla="*/ 92 h 139"/>
              <a:gd name="T8" fmla="*/ 0 w 250"/>
              <a:gd name="T9" fmla="*/ 69 h 139"/>
              <a:gd name="T10" fmla="*/ 21 w 250"/>
              <a:gd name="T11" fmla="*/ 47 h 139"/>
              <a:gd name="T12" fmla="*/ 43 w 250"/>
              <a:gd name="T13" fmla="*/ 29 h 139"/>
              <a:gd name="T14" fmla="*/ 64 w 250"/>
              <a:gd name="T15" fmla="*/ 17 h 139"/>
              <a:gd name="T16" fmla="*/ 83 w 250"/>
              <a:gd name="T17" fmla="*/ 9 h 139"/>
              <a:gd name="T18" fmla="*/ 125 w 250"/>
              <a:gd name="T19" fmla="*/ 0 h 139"/>
              <a:gd name="T20" fmla="*/ 167 w 250"/>
              <a:gd name="T21" fmla="*/ 9 h 139"/>
              <a:gd name="T22" fmla="*/ 186 w 250"/>
              <a:gd name="T23" fmla="*/ 17 h 139"/>
              <a:gd name="T24" fmla="*/ 207 w 250"/>
              <a:gd name="T25" fmla="*/ 29 h 139"/>
              <a:gd name="T26" fmla="*/ 229 w 250"/>
              <a:gd name="T27" fmla="*/ 47 h 139"/>
              <a:gd name="T28" fmla="*/ 250 w 250"/>
              <a:gd name="T29" fmla="*/ 69 h 139"/>
              <a:gd name="T30" fmla="*/ 229 w 250"/>
              <a:gd name="T31" fmla="*/ 92 h 139"/>
              <a:gd name="T32" fmla="*/ 207 w 250"/>
              <a:gd name="T33" fmla="*/ 109 h 139"/>
              <a:gd name="T34" fmla="*/ 186 w 250"/>
              <a:gd name="T35" fmla="*/ 122 h 139"/>
              <a:gd name="T36" fmla="*/ 167 w 250"/>
              <a:gd name="T37" fmla="*/ 130 h 139"/>
              <a:gd name="T38" fmla="*/ 125 w 250"/>
              <a:gd name="T39" fmla="*/ 139 h 139"/>
              <a:gd name="T40" fmla="*/ 83 w 250"/>
              <a:gd name="T41" fmla="*/ 130 h 139"/>
              <a:gd name="T42" fmla="*/ 107 w 250"/>
              <a:gd name="T43" fmla="*/ 26 h 139"/>
              <a:gd name="T44" fmla="*/ 92 w 250"/>
              <a:gd name="T45" fmla="*/ 36 h 139"/>
              <a:gd name="T46" fmla="*/ 82 w 250"/>
              <a:gd name="T47" fmla="*/ 51 h 139"/>
              <a:gd name="T48" fmla="*/ 79 w 250"/>
              <a:gd name="T49" fmla="*/ 69 h 139"/>
              <a:gd name="T50" fmla="*/ 82 w 250"/>
              <a:gd name="T51" fmla="*/ 87 h 139"/>
              <a:gd name="T52" fmla="*/ 92 w 250"/>
              <a:gd name="T53" fmla="*/ 102 h 139"/>
              <a:gd name="T54" fmla="*/ 107 w 250"/>
              <a:gd name="T55" fmla="*/ 112 h 139"/>
              <a:gd name="T56" fmla="*/ 125 w 250"/>
              <a:gd name="T57" fmla="*/ 116 h 139"/>
              <a:gd name="T58" fmla="*/ 143 w 250"/>
              <a:gd name="T59" fmla="*/ 112 h 139"/>
              <a:gd name="T60" fmla="*/ 158 w 250"/>
              <a:gd name="T61" fmla="*/ 102 h 139"/>
              <a:gd name="T62" fmla="*/ 168 w 250"/>
              <a:gd name="T63" fmla="*/ 87 h 139"/>
              <a:gd name="T64" fmla="*/ 172 w 250"/>
              <a:gd name="T65" fmla="*/ 69 h 139"/>
              <a:gd name="T66" fmla="*/ 168 w 250"/>
              <a:gd name="T67" fmla="*/ 51 h 139"/>
              <a:gd name="T68" fmla="*/ 158 w 250"/>
              <a:gd name="T69" fmla="*/ 36 h 139"/>
              <a:gd name="T70" fmla="*/ 143 w 250"/>
              <a:gd name="T71" fmla="*/ 26 h 139"/>
              <a:gd name="T72" fmla="*/ 125 w 250"/>
              <a:gd name="T73" fmla="*/ 23 h 139"/>
              <a:gd name="T74" fmla="*/ 107 w 250"/>
              <a:gd name="T75" fmla="*/ 26 h 139"/>
              <a:gd name="T76" fmla="*/ 134 w 250"/>
              <a:gd name="T77" fmla="*/ 48 h 139"/>
              <a:gd name="T78" fmla="*/ 142 w 250"/>
              <a:gd name="T79" fmla="*/ 53 h 139"/>
              <a:gd name="T80" fmla="*/ 147 w 250"/>
              <a:gd name="T81" fmla="*/ 60 h 139"/>
              <a:gd name="T82" fmla="*/ 149 w 250"/>
              <a:gd name="T83" fmla="*/ 69 h 139"/>
              <a:gd name="T84" fmla="*/ 147 w 250"/>
              <a:gd name="T85" fmla="*/ 79 h 139"/>
              <a:gd name="T86" fmla="*/ 142 w 250"/>
              <a:gd name="T87" fmla="*/ 86 h 139"/>
              <a:gd name="T88" fmla="*/ 134 w 250"/>
              <a:gd name="T89" fmla="*/ 91 h 139"/>
              <a:gd name="T90" fmla="*/ 125 w 250"/>
              <a:gd name="T91" fmla="*/ 93 h 139"/>
              <a:gd name="T92" fmla="*/ 116 w 250"/>
              <a:gd name="T93" fmla="*/ 91 h 139"/>
              <a:gd name="T94" fmla="*/ 109 w 250"/>
              <a:gd name="T95" fmla="*/ 86 h 139"/>
              <a:gd name="T96" fmla="*/ 104 w 250"/>
              <a:gd name="T97" fmla="*/ 79 h 139"/>
              <a:gd name="T98" fmla="*/ 102 w 250"/>
              <a:gd name="T99" fmla="*/ 69 h 139"/>
              <a:gd name="T100" fmla="*/ 104 w 250"/>
              <a:gd name="T101" fmla="*/ 60 h 139"/>
              <a:gd name="T102" fmla="*/ 109 w 250"/>
              <a:gd name="T103" fmla="*/ 53 h 139"/>
              <a:gd name="T104" fmla="*/ 116 w 250"/>
              <a:gd name="T105" fmla="*/ 48 h 139"/>
              <a:gd name="T106" fmla="*/ 125 w 250"/>
              <a:gd name="T107" fmla="*/ 46 h 139"/>
              <a:gd name="T108" fmla="*/ 134 w 250"/>
              <a:gd name="T109" fmla="*/ 48 h 1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250" h="139">
                <a:moveTo>
                  <a:pt x="83" y="130"/>
                </a:moveTo>
                <a:cubicBezTo>
                  <a:pt x="77" y="128"/>
                  <a:pt x="71" y="125"/>
                  <a:pt x="64" y="122"/>
                </a:cubicBezTo>
                <a:cubicBezTo>
                  <a:pt x="57" y="118"/>
                  <a:pt x="50" y="114"/>
                  <a:pt x="43" y="109"/>
                </a:cubicBezTo>
                <a:cubicBezTo>
                  <a:pt x="36" y="105"/>
                  <a:pt x="29" y="99"/>
                  <a:pt x="21" y="92"/>
                </a:cubicBezTo>
                <a:cubicBezTo>
                  <a:pt x="14" y="86"/>
                  <a:pt x="7" y="78"/>
                  <a:pt x="0" y="69"/>
                </a:cubicBezTo>
                <a:cubicBezTo>
                  <a:pt x="7" y="61"/>
                  <a:pt x="14" y="53"/>
                  <a:pt x="21" y="47"/>
                </a:cubicBezTo>
                <a:cubicBezTo>
                  <a:pt x="29" y="40"/>
                  <a:pt x="36" y="34"/>
                  <a:pt x="43" y="29"/>
                </a:cubicBezTo>
                <a:cubicBezTo>
                  <a:pt x="50" y="24"/>
                  <a:pt x="57" y="20"/>
                  <a:pt x="64" y="17"/>
                </a:cubicBezTo>
                <a:cubicBezTo>
                  <a:pt x="71" y="14"/>
                  <a:pt x="77" y="11"/>
                  <a:pt x="83" y="9"/>
                </a:cubicBezTo>
                <a:cubicBezTo>
                  <a:pt x="98" y="4"/>
                  <a:pt x="112" y="1"/>
                  <a:pt x="125" y="0"/>
                </a:cubicBezTo>
                <a:cubicBezTo>
                  <a:pt x="139" y="1"/>
                  <a:pt x="153" y="4"/>
                  <a:pt x="167" y="9"/>
                </a:cubicBezTo>
                <a:cubicBezTo>
                  <a:pt x="173" y="11"/>
                  <a:pt x="180" y="14"/>
                  <a:pt x="186" y="17"/>
                </a:cubicBezTo>
                <a:cubicBezTo>
                  <a:pt x="193" y="20"/>
                  <a:pt x="200" y="24"/>
                  <a:pt x="207" y="29"/>
                </a:cubicBezTo>
                <a:cubicBezTo>
                  <a:pt x="214" y="34"/>
                  <a:pt x="221" y="40"/>
                  <a:pt x="229" y="47"/>
                </a:cubicBezTo>
                <a:cubicBezTo>
                  <a:pt x="236" y="53"/>
                  <a:pt x="243" y="61"/>
                  <a:pt x="250" y="69"/>
                </a:cubicBezTo>
                <a:cubicBezTo>
                  <a:pt x="243" y="78"/>
                  <a:pt x="236" y="86"/>
                  <a:pt x="229" y="92"/>
                </a:cubicBezTo>
                <a:cubicBezTo>
                  <a:pt x="221" y="99"/>
                  <a:pt x="214" y="105"/>
                  <a:pt x="207" y="109"/>
                </a:cubicBezTo>
                <a:cubicBezTo>
                  <a:pt x="200" y="114"/>
                  <a:pt x="193" y="118"/>
                  <a:pt x="186" y="122"/>
                </a:cubicBezTo>
                <a:cubicBezTo>
                  <a:pt x="180" y="125"/>
                  <a:pt x="173" y="128"/>
                  <a:pt x="167" y="130"/>
                </a:cubicBezTo>
                <a:cubicBezTo>
                  <a:pt x="153" y="135"/>
                  <a:pt x="139" y="138"/>
                  <a:pt x="125" y="139"/>
                </a:cubicBezTo>
                <a:cubicBezTo>
                  <a:pt x="112" y="138"/>
                  <a:pt x="98" y="135"/>
                  <a:pt x="83" y="130"/>
                </a:cubicBezTo>
                <a:close/>
                <a:moveTo>
                  <a:pt x="107" y="26"/>
                </a:moveTo>
                <a:cubicBezTo>
                  <a:pt x="101" y="29"/>
                  <a:pt x="97" y="32"/>
                  <a:pt x="92" y="36"/>
                </a:cubicBezTo>
                <a:cubicBezTo>
                  <a:pt x="88" y="41"/>
                  <a:pt x="85" y="46"/>
                  <a:pt x="82" y="51"/>
                </a:cubicBezTo>
                <a:cubicBezTo>
                  <a:pt x="80" y="57"/>
                  <a:pt x="79" y="63"/>
                  <a:pt x="79" y="69"/>
                </a:cubicBezTo>
                <a:cubicBezTo>
                  <a:pt x="79" y="76"/>
                  <a:pt x="80" y="82"/>
                  <a:pt x="82" y="87"/>
                </a:cubicBezTo>
                <a:cubicBezTo>
                  <a:pt x="85" y="93"/>
                  <a:pt x="88" y="98"/>
                  <a:pt x="92" y="102"/>
                </a:cubicBezTo>
                <a:cubicBezTo>
                  <a:pt x="97" y="107"/>
                  <a:pt x="101" y="110"/>
                  <a:pt x="107" y="112"/>
                </a:cubicBezTo>
                <a:cubicBezTo>
                  <a:pt x="113" y="115"/>
                  <a:pt x="119" y="116"/>
                  <a:pt x="125" y="116"/>
                </a:cubicBezTo>
                <a:cubicBezTo>
                  <a:pt x="132" y="116"/>
                  <a:pt x="138" y="115"/>
                  <a:pt x="143" y="112"/>
                </a:cubicBezTo>
                <a:cubicBezTo>
                  <a:pt x="149" y="110"/>
                  <a:pt x="154" y="107"/>
                  <a:pt x="158" y="102"/>
                </a:cubicBezTo>
                <a:cubicBezTo>
                  <a:pt x="162" y="98"/>
                  <a:pt x="166" y="93"/>
                  <a:pt x="168" y="87"/>
                </a:cubicBezTo>
                <a:cubicBezTo>
                  <a:pt x="171" y="82"/>
                  <a:pt x="172" y="76"/>
                  <a:pt x="172" y="69"/>
                </a:cubicBezTo>
                <a:cubicBezTo>
                  <a:pt x="172" y="63"/>
                  <a:pt x="171" y="57"/>
                  <a:pt x="168" y="51"/>
                </a:cubicBezTo>
                <a:cubicBezTo>
                  <a:pt x="166" y="46"/>
                  <a:pt x="162" y="41"/>
                  <a:pt x="158" y="36"/>
                </a:cubicBezTo>
                <a:cubicBezTo>
                  <a:pt x="154" y="32"/>
                  <a:pt x="149" y="29"/>
                  <a:pt x="143" y="26"/>
                </a:cubicBezTo>
                <a:cubicBezTo>
                  <a:pt x="138" y="24"/>
                  <a:pt x="132" y="23"/>
                  <a:pt x="125" y="23"/>
                </a:cubicBezTo>
                <a:cubicBezTo>
                  <a:pt x="119" y="23"/>
                  <a:pt x="113" y="24"/>
                  <a:pt x="107" y="26"/>
                </a:cubicBezTo>
                <a:close/>
                <a:moveTo>
                  <a:pt x="134" y="48"/>
                </a:moveTo>
                <a:cubicBezTo>
                  <a:pt x="137" y="49"/>
                  <a:pt x="140" y="51"/>
                  <a:pt x="142" y="53"/>
                </a:cubicBezTo>
                <a:cubicBezTo>
                  <a:pt x="144" y="55"/>
                  <a:pt x="146" y="57"/>
                  <a:pt x="147" y="60"/>
                </a:cubicBezTo>
                <a:cubicBezTo>
                  <a:pt x="148" y="63"/>
                  <a:pt x="149" y="66"/>
                  <a:pt x="149" y="69"/>
                </a:cubicBezTo>
                <a:cubicBezTo>
                  <a:pt x="149" y="73"/>
                  <a:pt x="148" y="76"/>
                  <a:pt x="147" y="79"/>
                </a:cubicBezTo>
                <a:cubicBezTo>
                  <a:pt x="146" y="81"/>
                  <a:pt x="144" y="84"/>
                  <a:pt x="142" y="86"/>
                </a:cubicBezTo>
                <a:cubicBezTo>
                  <a:pt x="140" y="88"/>
                  <a:pt x="137" y="90"/>
                  <a:pt x="134" y="91"/>
                </a:cubicBezTo>
                <a:cubicBezTo>
                  <a:pt x="132" y="92"/>
                  <a:pt x="128" y="93"/>
                  <a:pt x="125" y="93"/>
                </a:cubicBezTo>
                <a:cubicBezTo>
                  <a:pt x="122" y="93"/>
                  <a:pt x="119" y="92"/>
                  <a:pt x="116" y="91"/>
                </a:cubicBezTo>
                <a:cubicBezTo>
                  <a:pt x="113" y="90"/>
                  <a:pt x="111" y="88"/>
                  <a:pt x="109" y="86"/>
                </a:cubicBezTo>
                <a:cubicBezTo>
                  <a:pt x="106" y="84"/>
                  <a:pt x="105" y="81"/>
                  <a:pt x="104" y="79"/>
                </a:cubicBezTo>
                <a:cubicBezTo>
                  <a:pt x="102" y="76"/>
                  <a:pt x="102" y="73"/>
                  <a:pt x="102" y="69"/>
                </a:cubicBezTo>
                <a:cubicBezTo>
                  <a:pt x="102" y="66"/>
                  <a:pt x="102" y="63"/>
                  <a:pt x="104" y="60"/>
                </a:cubicBezTo>
                <a:cubicBezTo>
                  <a:pt x="105" y="57"/>
                  <a:pt x="106" y="55"/>
                  <a:pt x="109" y="53"/>
                </a:cubicBezTo>
                <a:cubicBezTo>
                  <a:pt x="111" y="51"/>
                  <a:pt x="113" y="49"/>
                  <a:pt x="116" y="48"/>
                </a:cubicBezTo>
                <a:cubicBezTo>
                  <a:pt x="119" y="46"/>
                  <a:pt x="122" y="46"/>
                  <a:pt x="125" y="46"/>
                </a:cubicBezTo>
                <a:cubicBezTo>
                  <a:pt x="128" y="46"/>
                  <a:pt x="132" y="46"/>
                  <a:pt x="134" y="4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53" name="Freeform 55"/>
          <p:cNvSpPr>
            <a:spLocks/>
          </p:cNvSpPr>
          <p:nvPr/>
        </p:nvSpPr>
        <p:spPr bwMode="auto">
          <a:xfrm>
            <a:off x="2800472" y="2802339"/>
            <a:ext cx="208485" cy="297527"/>
          </a:xfrm>
          <a:custGeom>
            <a:avLst/>
            <a:gdLst>
              <a:gd name="T0" fmla="*/ 128 w 146"/>
              <a:gd name="T1" fmla="*/ 3 h 208"/>
              <a:gd name="T2" fmla="*/ 128 w 146"/>
              <a:gd name="T3" fmla="*/ 4 h 208"/>
              <a:gd name="T4" fmla="*/ 136 w 146"/>
              <a:gd name="T5" fmla="*/ 0 h 208"/>
              <a:gd name="T6" fmla="*/ 143 w 146"/>
              <a:gd name="T7" fmla="*/ 3 h 208"/>
              <a:gd name="T8" fmla="*/ 146 w 146"/>
              <a:gd name="T9" fmla="*/ 11 h 208"/>
              <a:gd name="T10" fmla="*/ 143 w 146"/>
              <a:gd name="T11" fmla="*/ 18 h 208"/>
              <a:gd name="T12" fmla="*/ 143 w 146"/>
              <a:gd name="T13" fmla="*/ 18 h 208"/>
              <a:gd name="T14" fmla="*/ 92 w 146"/>
              <a:gd name="T15" fmla="*/ 93 h 208"/>
              <a:gd name="T16" fmla="*/ 89 w 146"/>
              <a:gd name="T17" fmla="*/ 98 h 208"/>
              <a:gd name="T18" fmla="*/ 88 w 146"/>
              <a:gd name="T19" fmla="*/ 104 h 208"/>
              <a:gd name="T20" fmla="*/ 91 w 146"/>
              <a:gd name="T21" fmla="*/ 115 h 208"/>
              <a:gd name="T22" fmla="*/ 91 w 146"/>
              <a:gd name="T23" fmla="*/ 116 h 208"/>
              <a:gd name="T24" fmla="*/ 143 w 146"/>
              <a:gd name="T25" fmla="*/ 191 h 208"/>
              <a:gd name="T26" fmla="*/ 143 w 146"/>
              <a:gd name="T27" fmla="*/ 191 h 208"/>
              <a:gd name="T28" fmla="*/ 146 w 146"/>
              <a:gd name="T29" fmla="*/ 198 h 208"/>
              <a:gd name="T30" fmla="*/ 143 w 146"/>
              <a:gd name="T31" fmla="*/ 205 h 208"/>
              <a:gd name="T32" fmla="*/ 136 w 146"/>
              <a:gd name="T33" fmla="*/ 208 h 208"/>
              <a:gd name="T34" fmla="*/ 128 w 146"/>
              <a:gd name="T35" fmla="*/ 205 h 208"/>
              <a:gd name="T36" fmla="*/ 128 w 146"/>
              <a:gd name="T37" fmla="*/ 205 h 208"/>
              <a:gd name="T38" fmla="*/ 6 w 146"/>
              <a:gd name="T39" fmla="*/ 113 h 208"/>
              <a:gd name="T40" fmla="*/ 0 w 146"/>
              <a:gd name="T41" fmla="*/ 104 h 208"/>
              <a:gd name="T42" fmla="*/ 6 w 146"/>
              <a:gd name="T43" fmla="*/ 95 h 208"/>
              <a:gd name="T44" fmla="*/ 128 w 146"/>
              <a:gd name="T45" fmla="*/ 3 h 2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146" h="208">
                <a:moveTo>
                  <a:pt x="128" y="3"/>
                </a:moveTo>
                <a:cubicBezTo>
                  <a:pt x="128" y="4"/>
                  <a:pt x="128" y="4"/>
                  <a:pt x="128" y="4"/>
                </a:cubicBezTo>
                <a:cubicBezTo>
                  <a:pt x="130" y="1"/>
                  <a:pt x="133" y="0"/>
                  <a:pt x="136" y="0"/>
                </a:cubicBezTo>
                <a:cubicBezTo>
                  <a:pt x="138" y="0"/>
                  <a:pt x="141" y="1"/>
                  <a:pt x="143" y="3"/>
                </a:cubicBezTo>
                <a:cubicBezTo>
                  <a:pt x="145" y="6"/>
                  <a:pt x="146" y="8"/>
                  <a:pt x="146" y="11"/>
                </a:cubicBezTo>
                <a:cubicBezTo>
                  <a:pt x="146" y="14"/>
                  <a:pt x="145" y="16"/>
                  <a:pt x="143" y="18"/>
                </a:cubicBezTo>
                <a:cubicBezTo>
                  <a:pt x="143" y="18"/>
                  <a:pt x="143" y="18"/>
                  <a:pt x="143" y="18"/>
                </a:cubicBezTo>
                <a:cubicBezTo>
                  <a:pt x="92" y="93"/>
                  <a:pt x="92" y="93"/>
                  <a:pt x="92" y="93"/>
                </a:cubicBezTo>
                <a:cubicBezTo>
                  <a:pt x="91" y="95"/>
                  <a:pt x="90" y="96"/>
                  <a:pt x="89" y="98"/>
                </a:cubicBezTo>
                <a:cubicBezTo>
                  <a:pt x="89" y="100"/>
                  <a:pt x="88" y="102"/>
                  <a:pt x="88" y="104"/>
                </a:cubicBezTo>
                <a:cubicBezTo>
                  <a:pt x="88" y="109"/>
                  <a:pt x="89" y="112"/>
                  <a:pt x="91" y="115"/>
                </a:cubicBezTo>
                <a:cubicBezTo>
                  <a:pt x="91" y="116"/>
                  <a:pt x="91" y="116"/>
                  <a:pt x="91" y="116"/>
                </a:cubicBezTo>
                <a:cubicBezTo>
                  <a:pt x="143" y="191"/>
                  <a:pt x="143" y="191"/>
                  <a:pt x="143" y="191"/>
                </a:cubicBezTo>
                <a:cubicBezTo>
                  <a:pt x="143" y="191"/>
                  <a:pt x="143" y="191"/>
                  <a:pt x="143" y="191"/>
                </a:cubicBezTo>
                <a:cubicBezTo>
                  <a:pt x="145" y="193"/>
                  <a:pt x="146" y="195"/>
                  <a:pt x="146" y="198"/>
                </a:cubicBezTo>
                <a:cubicBezTo>
                  <a:pt x="146" y="201"/>
                  <a:pt x="145" y="203"/>
                  <a:pt x="143" y="205"/>
                </a:cubicBezTo>
                <a:cubicBezTo>
                  <a:pt x="141" y="207"/>
                  <a:pt x="138" y="208"/>
                  <a:pt x="136" y="208"/>
                </a:cubicBezTo>
                <a:cubicBezTo>
                  <a:pt x="133" y="208"/>
                  <a:pt x="130" y="207"/>
                  <a:pt x="128" y="205"/>
                </a:cubicBezTo>
                <a:cubicBezTo>
                  <a:pt x="128" y="205"/>
                  <a:pt x="128" y="205"/>
                  <a:pt x="128" y="205"/>
                </a:cubicBezTo>
                <a:cubicBezTo>
                  <a:pt x="6" y="113"/>
                  <a:pt x="6" y="113"/>
                  <a:pt x="6" y="113"/>
                </a:cubicBezTo>
                <a:cubicBezTo>
                  <a:pt x="2" y="111"/>
                  <a:pt x="0" y="108"/>
                  <a:pt x="0" y="104"/>
                </a:cubicBezTo>
                <a:cubicBezTo>
                  <a:pt x="0" y="100"/>
                  <a:pt x="2" y="97"/>
                  <a:pt x="6" y="95"/>
                </a:cubicBezTo>
                <a:lnTo>
                  <a:pt x="128" y="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54" name="Freeform 56"/>
          <p:cNvSpPr>
            <a:spLocks/>
          </p:cNvSpPr>
          <p:nvPr/>
        </p:nvSpPr>
        <p:spPr bwMode="auto">
          <a:xfrm>
            <a:off x="3174008" y="2802340"/>
            <a:ext cx="208485" cy="299697"/>
          </a:xfrm>
          <a:custGeom>
            <a:avLst/>
            <a:gdLst>
              <a:gd name="T0" fmla="*/ 0 w 146"/>
              <a:gd name="T1" fmla="*/ 198 h 209"/>
              <a:gd name="T2" fmla="*/ 1 w 146"/>
              <a:gd name="T3" fmla="*/ 194 h 209"/>
              <a:gd name="T4" fmla="*/ 4 w 146"/>
              <a:gd name="T5" fmla="*/ 191 h 209"/>
              <a:gd name="T6" fmla="*/ 4 w 146"/>
              <a:gd name="T7" fmla="*/ 191 h 209"/>
              <a:gd name="T8" fmla="*/ 55 w 146"/>
              <a:gd name="T9" fmla="*/ 116 h 209"/>
              <a:gd name="T10" fmla="*/ 55 w 146"/>
              <a:gd name="T11" fmla="*/ 115 h 209"/>
              <a:gd name="T12" fmla="*/ 59 w 146"/>
              <a:gd name="T13" fmla="*/ 104 h 209"/>
              <a:gd name="T14" fmla="*/ 55 w 146"/>
              <a:gd name="T15" fmla="*/ 93 h 209"/>
              <a:gd name="T16" fmla="*/ 4 w 146"/>
              <a:gd name="T17" fmla="*/ 18 h 209"/>
              <a:gd name="T18" fmla="*/ 4 w 146"/>
              <a:gd name="T19" fmla="*/ 18 h 209"/>
              <a:gd name="T20" fmla="*/ 1 w 146"/>
              <a:gd name="T21" fmla="*/ 15 h 209"/>
              <a:gd name="T22" fmla="*/ 0 w 146"/>
              <a:gd name="T23" fmla="*/ 11 h 209"/>
              <a:gd name="T24" fmla="*/ 2 w 146"/>
              <a:gd name="T25" fmla="*/ 5 h 209"/>
              <a:gd name="T26" fmla="*/ 7 w 146"/>
              <a:gd name="T27" fmla="*/ 1 h 209"/>
              <a:gd name="T28" fmla="*/ 13 w 146"/>
              <a:gd name="T29" fmla="*/ 0 h 209"/>
              <a:gd name="T30" fmla="*/ 18 w 146"/>
              <a:gd name="T31" fmla="*/ 4 h 209"/>
              <a:gd name="T32" fmla="*/ 18 w 146"/>
              <a:gd name="T33" fmla="*/ 3 h 209"/>
              <a:gd name="T34" fmla="*/ 141 w 146"/>
              <a:gd name="T35" fmla="*/ 95 h 209"/>
              <a:gd name="T36" fmla="*/ 146 w 146"/>
              <a:gd name="T37" fmla="*/ 104 h 209"/>
              <a:gd name="T38" fmla="*/ 141 w 146"/>
              <a:gd name="T39" fmla="*/ 113 h 209"/>
              <a:gd name="T40" fmla="*/ 18 w 146"/>
              <a:gd name="T41" fmla="*/ 205 h 209"/>
              <a:gd name="T42" fmla="*/ 18 w 146"/>
              <a:gd name="T43" fmla="*/ 205 h 209"/>
              <a:gd name="T44" fmla="*/ 13 w 146"/>
              <a:gd name="T45" fmla="*/ 208 h 209"/>
              <a:gd name="T46" fmla="*/ 7 w 146"/>
              <a:gd name="T47" fmla="*/ 208 h 209"/>
              <a:gd name="T48" fmla="*/ 2 w 146"/>
              <a:gd name="T49" fmla="*/ 204 h 209"/>
              <a:gd name="T50" fmla="*/ 0 w 146"/>
              <a:gd name="T51" fmla="*/ 198 h 2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146" h="209">
                <a:moveTo>
                  <a:pt x="0" y="198"/>
                </a:moveTo>
                <a:cubicBezTo>
                  <a:pt x="1" y="197"/>
                  <a:pt x="1" y="195"/>
                  <a:pt x="1" y="194"/>
                </a:cubicBezTo>
                <a:cubicBezTo>
                  <a:pt x="2" y="193"/>
                  <a:pt x="2" y="192"/>
                  <a:pt x="4" y="191"/>
                </a:cubicBezTo>
                <a:cubicBezTo>
                  <a:pt x="4" y="191"/>
                  <a:pt x="4" y="191"/>
                  <a:pt x="4" y="191"/>
                </a:cubicBezTo>
                <a:cubicBezTo>
                  <a:pt x="55" y="116"/>
                  <a:pt x="55" y="116"/>
                  <a:pt x="55" y="116"/>
                </a:cubicBezTo>
                <a:cubicBezTo>
                  <a:pt x="55" y="115"/>
                  <a:pt x="55" y="115"/>
                  <a:pt x="55" y="115"/>
                </a:cubicBezTo>
                <a:cubicBezTo>
                  <a:pt x="57" y="112"/>
                  <a:pt x="58" y="108"/>
                  <a:pt x="59" y="104"/>
                </a:cubicBezTo>
                <a:cubicBezTo>
                  <a:pt x="59" y="100"/>
                  <a:pt x="57" y="96"/>
                  <a:pt x="55" y="93"/>
                </a:cubicBezTo>
                <a:cubicBezTo>
                  <a:pt x="4" y="18"/>
                  <a:pt x="4" y="18"/>
                  <a:pt x="4" y="18"/>
                </a:cubicBezTo>
                <a:cubicBezTo>
                  <a:pt x="4" y="18"/>
                  <a:pt x="4" y="18"/>
                  <a:pt x="4" y="18"/>
                </a:cubicBezTo>
                <a:cubicBezTo>
                  <a:pt x="2" y="17"/>
                  <a:pt x="2" y="16"/>
                  <a:pt x="1" y="15"/>
                </a:cubicBezTo>
                <a:cubicBezTo>
                  <a:pt x="1" y="13"/>
                  <a:pt x="1" y="12"/>
                  <a:pt x="0" y="11"/>
                </a:cubicBezTo>
                <a:cubicBezTo>
                  <a:pt x="0" y="9"/>
                  <a:pt x="1" y="7"/>
                  <a:pt x="2" y="5"/>
                </a:cubicBezTo>
                <a:cubicBezTo>
                  <a:pt x="4" y="3"/>
                  <a:pt x="5" y="2"/>
                  <a:pt x="7" y="1"/>
                </a:cubicBezTo>
                <a:cubicBezTo>
                  <a:pt x="9" y="0"/>
                  <a:pt x="11" y="0"/>
                  <a:pt x="13" y="0"/>
                </a:cubicBezTo>
                <a:cubicBezTo>
                  <a:pt x="15" y="1"/>
                  <a:pt x="17" y="2"/>
                  <a:pt x="18" y="4"/>
                </a:cubicBezTo>
                <a:cubicBezTo>
                  <a:pt x="18" y="3"/>
                  <a:pt x="18" y="3"/>
                  <a:pt x="18" y="3"/>
                </a:cubicBezTo>
                <a:cubicBezTo>
                  <a:pt x="141" y="95"/>
                  <a:pt x="141" y="95"/>
                  <a:pt x="141" y="95"/>
                </a:cubicBezTo>
                <a:cubicBezTo>
                  <a:pt x="144" y="97"/>
                  <a:pt x="146" y="100"/>
                  <a:pt x="146" y="104"/>
                </a:cubicBezTo>
                <a:cubicBezTo>
                  <a:pt x="146" y="109"/>
                  <a:pt x="144" y="112"/>
                  <a:pt x="141" y="113"/>
                </a:cubicBezTo>
                <a:cubicBezTo>
                  <a:pt x="18" y="205"/>
                  <a:pt x="18" y="205"/>
                  <a:pt x="18" y="205"/>
                </a:cubicBezTo>
                <a:cubicBezTo>
                  <a:pt x="18" y="205"/>
                  <a:pt x="18" y="205"/>
                  <a:pt x="18" y="205"/>
                </a:cubicBezTo>
                <a:cubicBezTo>
                  <a:pt x="17" y="207"/>
                  <a:pt x="15" y="208"/>
                  <a:pt x="13" y="208"/>
                </a:cubicBezTo>
                <a:cubicBezTo>
                  <a:pt x="11" y="209"/>
                  <a:pt x="9" y="208"/>
                  <a:pt x="7" y="208"/>
                </a:cubicBezTo>
                <a:cubicBezTo>
                  <a:pt x="5" y="207"/>
                  <a:pt x="4" y="206"/>
                  <a:pt x="2" y="204"/>
                </a:cubicBezTo>
                <a:cubicBezTo>
                  <a:pt x="1" y="202"/>
                  <a:pt x="0" y="200"/>
                  <a:pt x="0" y="19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55" name="Freeform 57"/>
          <p:cNvSpPr>
            <a:spLocks noEditPoints="1"/>
          </p:cNvSpPr>
          <p:nvPr/>
        </p:nvSpPr>
        <p:spPr bwMode="auto">
          <a:xfrm>
            <a:off x="3608352" y="2802339"/>
            <a:ext cx="325757" cy="297527"/>
          </a:xfrm>
          <a:custGeom>
            <a:avLst/>
            <a:gdLst>
              <a:gd name="T0" fmla="*/ 0 w 150"/>
              <a:gd name="T1" fmla="*/ 76 h 137"/>
              <a:gd name="T2" fmla="*/ 75 w 150"/>
              <a:gd name="T3" fmla="*/ 0 h 137"/>
              <a:gd name="T4" fmla="*/ 150 w 150"/>
              <a:gd name="T5" fmla="*/ 76 h 137"/>
              <a:gd name="T6" fmla="*/ 137 w 150"/>
              <a:gd name="T7" fmla="*/ 76 h 137"/>
              <a:gd name="T8" fmla="*/ 75 w 150"/>
              <a:gd name="T9" fmla="*/ 14 h 137"/>
              <a:gd name="T10" fmla="*/ 13 w 150"/>
              <a:gd name="T11" fmla="*/ 76 h 137"/>
              <a:gd name="T12" fmla="*/ 0 w 150"/>
              <a:gd name="T13" fmla="*/ 76 h 137"/>
              <a:gd name="T14" fmla="*/ 27 w 150"/>
              <a:gd name="T15" fmla="*/ 76 h 137"/>
              <a:gd name="T16" fmla="*/ 75 w 150"/>
              <a:gd name="T17" fmla="*/ 27 h 137"/>
              <a:gd name="T18" fmla="*/ 123 w 150"/>
              <a:gd name="T19" fmla="*/ 76 h 137"/>
              <a:gd name="T20" fmla="*/ 123 w 150"/>
              <a:gd name="T21" fmla="*/ 137 h 137"/>
              <a:gd name="T22" fmla="*/ 92 w 150"/>
              <a:gd name="T23" fmla="*/ 137 h 137"/>
              <a:gd name="T24" fmla="*/ 92 w 150"/>
              <a:gd name="T25" fmla="*/ 76 h 137"/>
              <a:gd name="T26" fmla="*/ 58 w 150"/>
              <a:gd name="T27" fmla="*/ 76 h 137"/>
              <a:gd name="T28" fmla="*/ 58 w 150"/>
              <a:gd name="T29" fmla="*/ 137 h 137"/>
              <a:gd name="T30" fmla="*/ 27 w 150"/>
              <a:gd name="T31" fmla="*/ 137 h 137"/>
              <a:gd name="T32" fmla="*/ 27 w 150"/>
              <a:gd name="T33" fmla="*/ 76 h 137"/>
              <a:gd name="T34" fmla="*/ 103 w 150"/>
              <a:gd name="T35" fmla="*/ 14 h 137"/>
              <a:gd name="T36" fmla="*/ 103 w 150"/>
              <a:gd name="T37" fmla="*/ 0 h 137"/>
              <a:gd name="T38" fmla="*/ 123 w 150"/>
              <a:gd name="T39" fmla="*/ 0 h 137"/>
              <a:gd name="T40" fmla="*/ 123 w 150"/>
              <a:gd name="T41" fmla="*/ 34 h 137"/>
              <a:gd name="T42" fmla="*/ 103 w 150"/>
              <a:gd name="T43" fmla="*/ 14 h 1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150" h="137">
                <a:moveTo>
                  <a:pt x="0" y="76"/>
                </a:moveTo>
                <a:lnTo>
                  <a:pt x="75" y="0"/>
                </a:lnTo>
                <a:lnTo>
                  <a:pt x="150" y="76"/>
                </a:lnTo>
                <a:lnTo>
                  <a:pt x="137" y="76"/>
                </a:lnTo>
                <a:lnTo>
                  <a:pt x="75" y="14"/>
                </a:lnTo>
                <a:lnTo>
                  <a:pt x="13" y="76"/>
                </a:lnTo>
                <a:lnTo>
                  <a:pt x="0" y="76"/>
                </a:lnTo>
                <a:close/>
                <a:moveTo>
                  <a:pt x="27" y="76"/>
                </a:moveTo>
                <a:lnTo>
                  <a:pt x="75" y="27"/>
                </a:lnTo>
                <a:lnTo>
                  <a:pt x="123" y="76"/>
                </a:lnTo>
                <a:lnTo>
                  <a:pt x="123" y="137"/>
                </a:lnTo>
                <a:lnTo>
                  <a:pt x="92" y="137"/>
                </a:lnTo>
                <a:lnTo>
                  <a:pt x="92" y="76"/>
                </a:lnTo>
                <a:lnTo>
                  <a:pt x="58" y="76"/>
                </a:lnTo>
                <a:lnTo>
                  <a:pt x="58" y="137"/>
                </a:lnTo>
                <a:lnTo>
                  <a:pt x="27" y="137"/>
                </a:lnTo>
                <a:lnTo>
                  <a:pt x="27" y="76"/>
                </a:lnTo>
                <a:close/>
                <a:moveTo>
                  <a:pt x="103" y="14"/>
                </a:moveTo>
                <a:lnTo>
                  <a:pt x="103" y="0"/>
                </a:lnTo>
                <a:lnTo>
                  <a:pt x="123" y="0"/>
                </a:lnTo>
                <a:lnTo>
                  <a:pt x="123" y="34"/>
                </a:lnTo>
                <a:lnTo>
                  <a:pt x="103" y="1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56" name="Freeform 58"/>
          <p:cNvSpPr>
            <a:spLocks noEditPoints="1"/>
          </p:cNvSpPr>
          <p:nvPr/>
        </p:nvSpPr>
        <p:spPr bwMode="auto">
          <a:xfrm>
            <a:off x="4129565" y="2860977"/>
            <a:ext cx="299697" cy="195455"/>
          </a:xfrm>
          <a:custGeom>
            <a:avLst/>
            <a:gdLst>
              <a:gd name="T0" fmla="*/ 0 w 208"/>
              <a:gd name="T1" fmla="*/ 10 h 135"/>
              <a:gd name="T2" fmla="*/ 1 w 208"/>
              <a:gd name="T3" fmla="*/ 6 h 135"/>
              <a:gd name="T4" fmla="*/ 3 w 208"/>
              <a:gd name="T5" fmla="*/ 3 h 135"/>
              <a:gd name="T6" fmla="*/ 6 w 208"/>
              <a:gd name="T7" fmla="*/ 1 h 135"/>
              <a:gd name="T8" fmla="*/ 10 w 208"/>
              <a:gd name="T9" fmla="*/ 0 h 135"/>
              <a:gd name="T10" fmla="*/ 198 w 208"/>
              <a:gd name="T11" fmla="*/ 0 h 135"/>
              <a:gd name="T12" fmla="*/ 202 w 208"/>
              <a:gd name="T13" fmla="*/ 1 h 135"/>
              <a:gd name="T14" fmla="*/ 205 w 208"/>
              <a:gd name="T15" fmla="*/ 3 h 135"/>
              <a:gd name="T16" fmla="*/ 207 w 208"/>
              <a:gd name="T17" fmla="*/ 6 h 135"/>
              <a:gd name="T18" fmla="*/ 208 w 208"/>
              <a:gd name="T19" fmla="*/ 10 h 135"/>
              <a:gd name="T20" fmla="*/ 167 w 208"/>
              <a:gd name="T21" fmla="*/ 41 h 135"/>
              <a:gd name="T22" fmla="*/ 115 w 208"/>
              <a:gd name="T23" fmla="*/ 80 h 135"/>
              <a:gd name="T24" fmla="*/ 104 w 208"/>
              <a:gd name="T25" fmla="*/ 83 h 135"/>
              <a:gd name="T26" fmla="*/ 93 w 208"/>
              <a:gd name="T27" fmla="*/ 80 h 135"/>
              <a:gd name="T28" fmla="*/ 41 w 208"/>
              <a:gd name="T29" fmla="*/ 41 h 135"/>
              <a:gd name="T30" fmla="*/ 0 w 208"/>
              <a:gd name="T31" fmla="*/ 10 h 135"/>
              <a:gd name="T32" fmla="*/ 0 w 208"/>
              <a:gd name="T33" fmla="*/ 125 h 135"/>
              <a:gd name="T34" fmla="*/ 0 w 208"/>
              <a:gd name="T35" fmla="*/ 21 h 135"/>
              <a:gd name="T36" fmla="*/ 41 w 208"/>
              <a:gd name="T37" fmla="*/ 51 h 135"/>
              <a:gd name="T38" fmla="*/ 93 w 208"/>
              <a:gd name="T39" fmla="*/ 90 h 135"/>
              <a:gd name="T40" fmla="*/ 104 w 208"/>
              <a:gd name="T41" fmla="*/ 94 h 135"/>
              <a:gd name="T42" fmla="*/ 115 w 208"/>
              <a:gd name="T43" fmla="*/ 90 h 135"/>
              <a:gd name="T44" fmla="*/ 167 w 208"/>
              <a:gd name="T45" fmla="*/ 52 h 135"/>
              <a:gd name="T46" fmla="*/ 208 w 208"/>
              <a:gd name="T47" fmla="*/ 21 h 135"/>
              <a:gd name="T48" fmla="*/ 208 w 208"/>
              <a:gd name="T49" fmla="*/ 125 h 135"/>
              <a:gd name="T50" fmla="*/ 156 w 208"/>
              <a:gd name="T51" fmla="*/ 83 h 135"/>
              <a:gd name="T52" fmla="*/ 205 w 208"/>
              <a:gd name="T53" fmla="*/ 132 h 135"/>
              <a:gd name="T54" fmla="*/ 198 w 208"/>
              <a:gd name="T55" fmla="*/ 135 h 135"/>
              <a:gd name="T56" fmla="*/ 10 w 208"/>
              <a:gd name="T57" fmla="*/ 135 h 135"/>
              <a:gd name="T58" fmla="*/ 3 w 208"/>
              <a:gd name="T59" fmla="*/ 132 h 135"/>
              <a:gd name="T60" fmla="*/ 52 w 208"/>
              <a:gd name="T61" fmla="*/ 83 h 135"/>
              <a:gd name="T62" fmla="*/ 0 w 208"/>
              <a:gd name="T63" fmla="*/ 125 h 1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208" h="135">
                <a:moveTo>
                  <a:pt x="0" y="10"/>
                </a:moveTo>
                <a:cubicBezTo>
                  <a:pt x="0" y="9"/>
                  <a:pt x="0" y="8"/>
                  <a:pt x="1" y="6"/>
                </a:cubicBezTo>
                <a:cubicBezTo>
                  <a:pt x="1" y="5"/>
                  <a:pt x="2" y="4"/>
                  <a:pt x="3" y="3"/>
                </a:cubicBezTo>
                <a:cubicBezTo>
                  <a:pt x="4" y="2"/>
                  <a:pt x="5" y="1"/>
                  <a:pt x="6" y="1"/>
                </a:cubicBezTo>
                <a:cubicBezTo>
                  <a:pt x="8" y="0"/>
                  <a:pt x="9" y="0"/>
                  <a:pt x="10" y="0"/>
                </a:cubicBezTo>
                <a:cubicBezTo>
                  <a:pt x="198" y="0"/>
                  <a:pt x="198" y="0"/>
                  <a:pt x="198" y="0"/>
                </a:cubicBezTo>
                <a:cubicBezTo>
                  <a:pt x="199" y="0"/>
                  <a:pt x="200" y="0"/>
                  <a:pt x="202" y="1"/>
                </a:cubicBezTo>
                <a:cubicBezTo>
                  <a:pt x="203" y="1"/>
                  <a:pt x="204" y="2"/>
                  <a:pt x="205" y="3"/>
                </a:cubicBezTo>
                <a:cubicBezTo>
                  <a:pt x="206" y="4"/>
                  <a:pt x="207" y="5"/>
                  <a:pt x="207" y="6"/>
                </a:cubicBezTo>
                <a:cubicBezTo>
                  <a:pt x="208" y="8"/>
                  <a:pt x="208" y="9"/>
                  <a:pt x="208" y="10"/>
                </a:cubicBezTo>
                <a:cubicBezTo>
                  <a:pt x="167" y="41"/>
                  <a:pt x="167" y="41"/>
                  <a:pt x="167" y="41"/>
                </a:cubicBezTo>
                <a:cubicBezTo>
                  <a:pt x="115" y="80"/>
                  <a:pt x="115" y="80"/>
                  <a:pt x="115" y="80"/>
                </a:cubicBezTo>
                <a:cubicBezTo>
                  <a:pt x="113" y="82"/>
                  <a:pt x="109" y="83"/>
                  <a:pt x="104" y="83"/>
                </a:cubicBezTo>
                <a:cubicBezTo>
                  <a:pt x="99" y="83"/>
                  <a:pt x="95" y="82"/>
                  <a:pt x="93" y="80"/>
                </a:cubicBezTo>
                <a:cubicBezTo>
                  <a:pt x="41" y="41"/>
                  <a:pt x="41" y="41"/>
                  <a:pt x="41" y="41"/>
                </a:cubicBezTo>
                <a:lnTo>
                  <a:pt x="0" y="10"/>
                </a:lnTo>
                <a:close/>
                <a:moveTo>
                  <a:pt x="0" y="125"/>
                </a:moveTo>
                <a:cubicBezTo>
                  <a:pt x="0" y="21"/>
                  <a:pt x="0" y="21"/>
                  <a:pt x="0" y="21"/>
                </a:cubicBezTo>
                <a:cubicBezTo>
                  <a:pt x="41" y="51"/>
                  <a:pt x="41" y="51"/>
                  <a:pt x="41" y="51"/>
                </a:cubicBezTo>
                <a:cubicBezTo>
                  <a:pt x="93" y="90"/>
                  <a:pt x="93" y="90"/>
                  <a:pt x="93" y="90"/>
                </a:cubicBezTo>
                <a:cubicBezTo>
                  <a:pt x="96" y="92"/>
                  <a:pt x="99" y="94"/>
                  <a:pt x="104" y="94"/>
                </a:cubicBezTo>
                <a:cubicBezTo>
                  <a:pt x="109" y="94"/>
                  <a:pt x="112" y="92"/>
                  <a:pt x="115" y="90"/>
                </a:cubicBezTo>
                <a:cubicBezTo>
                  <a:pt x="167" y="52"/>
                  <a:pt x="167" y="52"/>
                  <a:pt x="167" y="52"/>
                </a:cubicBezTo>
                <a:cubicBezTo>
                  <a:pt x="208" y="21"/>
                  <a:pt x="208" y="21"/>
                  <a:pt x="208" y="21"/>
                </a:cubicBezTo>
                <a:cubicBezTo>
                  <a:pt x="208" y="125"/>
                  <a:pt x="208" y="125"/>
                  <a:pt x="208" y="125"/>
                </a:cubicBezTo>
                <a:cubicBezTo>
                  <a:pt x="156" y="83"/>
                  <a:pt x="156" y="83"/>
                  <a:pt x="156" y="83"/>
                </a:cubicBezTo>
                <a:cubicBezTo>
                  <a:pt x="205" y="132"/>
                  <a:pt x="205" y="132"/>
                  <a:pt x="205" y="132"/>
                </a:cubicBezTo>
                <a:cubicBezTo>
                  <a:pt x="203" y="134"/>
                  <a:pt x="200" y="135"/>
                  <a:pt x="198" y="135"/>
                </a:cubicBezTo>
                <a:cubicBezTo>
                  <a:pt x="10" y="135"/>
                  <a:pt x="10" y="135"/>
                  <a:pt x="10" y="135"/>
                </a:cubicBezTo>
                <a:cubicBezTo>
                  <a:pt x="8" y="135"/>
                  <a:pt x="5" y="134"/>
                  <a:pt x="3" y="132"/>
                </a:cubicBezTo>
                <a:cubicBezTo>
                  <a:pt x="52" y="83"/>
                  <a:pt x="52" y="83"/>
                  <a:pt x="52" y="83"/>
                </a:cubicBezTo>
                <a:lnTo>
                  <a:pt x="0" y="12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57" name="Freeform 59"/>
          <p:cNvSpPr>
            <a:spLocks noEditPoints="1"/>
          </p:cNvSpPr>
          <p:nvPr/>
        </p:nvSpPr>
        <p:spPr bwMode="auto">
          <a:xfrm>
            <a:off x="4637746" y="2802339"/>
            <a:ext cx="297527" cy="284496"/>
          </a:xfrm>
          <a:custGeom>
            <a:avLst/>
            <a:gdLst>
              <a:gd name="T0" fmla="*/ 0 w 208"/>
              <a:gd name="T1" fmla="*/ 73 h 198"/>
              <a:gd name="T2" fmla="*/ 41 w 208"/>
              <a:gd name="T3" fmla="*/ 43 h 198"/>
              <a:gd name="T4" fmla="*/ 93 w 208"/>
              <a:gd name="T5" fmla="*/ 4 h 198"/>
              <a:gd name="T6" fmla="*/ 104 w 208"/>
              <a:gd name="T7" fmla="*/ 0 h 198"/>
              <a:gd name="T8" fmla="*/ 115 w 208"/>
              <a:gd name="T9" fmla="*/ 4 h 198"/>
              <a:gd name="T10" fmla="*/ 145 w 208"/>
              <a:gd name="T11" fmla="*/ 26 h 198"/>
              <a:gd name="T12" fmla="*/ 179 w 208"/>
              <a:gd name="T13" fmla="*/ 51 h 198"/>
              <a:gd name="T14" fmla="*/ 195 w 208"/>
              <a:gd name="T15" fmla="*/ 63 h 198"/>
              <a:gd name="T16" fmla="*/ 208 w 208"/>
              <a:gd name="T17" fmla="*/ 73 h 198"/>
              <a:gd name="T18" fmla="*/ 181 w 208"/>
              <a:gd name="T19" fmla="*/ 93 h 198"/>
              <a:gd name="T20" fmla="*/ 125 w 208"/>
              <a:gd name="T21" fmla="*/ 136 h 198"/>
              <a:gd name="T22" fmla="*/ 115 w 208"/>
              <a:gd name="T23" fmla="*/ 143 h 198"/>
              <a:gd name="T24" fmla="*/ 104 w 208"/>
              <a:gd name="T25" fmla="*/ 146 h 198"/>
              <a:gd name="T26" fmla="*/ 93 w 208"/>
              <a:gd name="T27" fmla="*/ 143 h 198"/>
              <a:gd name="T28" fmla="*/ 55 w 208"/>
              <a:gd name="T29" fmla="*/ 115 h 198"/>
              <a:gd name="T30" fmla="*/ 26 w 208"/>
              <a:gd name="T31" fmla="*/ 93 h 198"/>
              <a:gd name="T32" fmla="*/ 0 w 208"/>
              <a:gd name="T33" fmla="*/ 73 h 198"/>
              <a:gd name="T34" fmla="*/ 0 w 208"/>
              <a:gd name="T35" fmla="*/ 187 h 198"/>
              <a:gd name="T36" fmla="*/ 0 w 208"/>
              <a:gd name="T37" fmla="*/ 84 h 198"/>
              <a:gd name="T38" fmla="*/ 41 w 208"/>
              <a:gd name="T39" fmla="*/ 114 h 198"/>
              <a:gd name="T40" fmla="*/ 93 w 208"/>
              <a:gd name="T41" fmla="*/ 153 h 198"/>
              <a:gd name="T42" fmla="*/ 104 w 208"/>
              <a:gd name="T43" fmla="*/ 156 h 198"/>
              <a:gd name="T44" fmla="*/ 115 w 208"/>
              <a:gd name="T45" fmla="*/ 153 h 198"/>
              <a:gd name="T46" fmla="*/ 167 w 208"/>
              <a:gd name="T47" fmla="*/ 114 h 198"/>
              <a:gd name="T48" fmla="*/ 208 w 208"/>
              <a:gd name="T49" fmla="*/ 84 h 198"/>
              <a:gd name="T50" fmla="*/ 208 w 208"/>
              <a:gd name="T51" fmla="*/ 187 h 198"/>
              <a:gd name="T52" fmla="*/ 156 w 208"/>
              <a:gd name="T53" fmla="*/ 146 h 198"/>
              <a:gd name="T54" fmla="*/ 205 w 208"/>
              <a:gd name="T55" fmla="*/ 195 h 198"/>
              <a:gd name="T56" fmla="*/ 198 w 208"/>
              <a:gd name="T57" fmla="*/ 198 h 198"/>
              <a:gd name="T58" fmla="*/ 10 w 208"/>
              <a:gd name="T59" fmla="*/ 198 h 198"/>
              <a:gd name="T60" fmla="*/ 3 w 208"/>
              <a:gd name="T61" fmla="*/ 195 h 198"/>
              <a:gd name="T62" fmla="*/ 52 w 208"/>
              <a:gd name="T63" fmla="*/ 146 h 198"/>
              <a:gd name="T64" fmla="*/ 0 w 208"/>
              <a:gd name="T65" fmla="*/ 187 h 1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208" h="198">
                <a:moveTo>
                  <a:pt x="0" y="73"/>
                </a:moveTo>
                <a:cubicBezTo>
                  <a:pt x="41" y="43"/>
                  <a:pt x="41" y="43"/>
                  <a:pt x="41" y="43"/>
                </a:cubicBezTo>
                <a:cubicBezTo>
                  <a:pt x="93" y="4"/>
                  <a:pt x="93" y="4"/>
                  <a:pt x="93" y="4"/>
                </a:cubicBezTo>
                <a:cubicBezTo>
                  <a:pt x="96" y="1"/>
                  <a:pt x="100" y="0"/>
                  <a:pt x="104" y="0"/>
                </a:cubicBezTo>
                <a:cubicBezTo>
                  <a:pt x="108" y="0"/>
                  <a:pt x="112" y="1"/>
                  <a:pt x="115" y="4"/>
                </a:cubicBezTo>
                <a:cubicBezTo>
                  <a:pt x="145" y="26"/>
                  <a:pt x="145" y="26"/>
                  <a:pt x="145" y="26"/>
                </a:cubicBezTo>
                <a:cubicBezTo>
                  <a:pt x="179" y="51"/>
                  <a:pt x="179" y="51"/>
                  <a:pt x="179" y="51"/>
                </a:cubicBezTo>
                <a:cubicBezTo>
                  <a:pt x="185" y="56"/>
                  <a:pt x="190" y="60"/>
                  <a:pt x="195" y="63"/>
                </a:cubicBezTo>
                <a:cubicBezTo>
                  <a:pt x="200" y="67"/>
                  <a:pt x="204" y="70"/>
                  <a:pt x="208" y="73"/>
                </a:cubicBezTo>
                <a:cubicBezTo>
                  <a:pt x="204" y="76"/>
                  <a:pt x="195" y="83"/>
                  <a:pt x="181" y="93"/>
                </a:cubicBezTo>
                <a:cubicBezTo>
                  <a:pt x="167" y="104"/>
                  <a:pt x="149" y="118"/>
                  <a:pt x="125" y="136"/>
                </a:cubicBezTo>
                <a:cubicBezTo>
                  <a:pt x="115" y="143"/>
                  <a:pt x="115" y="143"/>
                  <a:pt x="115" y="143"/>
                </a:cubicBezTo>
                <a:cubicBezTo>
                  <a:pt x="112" y="145"/>
                  <a:pt x="108" y="146"/>
                  <a:pt x="104" y="146"/>
                </a:cubicBezTo>
                <a:cubicBezTo>
                  <a:pt x="100" y="146"/>
                  <a:pt x="96" y="145"/>
                  <a:pt x="93" y="143"/>
                </a:cubicBezTo>
                <a:cubicBezTo>
                  <a:pt x="55" y="115"/>
                  <a:pt x="55" y="115"/>
                  <a:pt x="55" y="115"/>
                </a:cubicBezTo>
                <a:cubicBezTo>
                  <a:pt x="26" y="93"/>
                  <a:pt x="26" y="93"/>
                  <a:pt x="26" y="93"/>
                </a:cubicBezTo>
                <a:lnTo>
                  <a:pt x="0" y="73"/>
                </a:lnTo>
                <a:close/>
                <a:moveTo>
                  <a:pt x="0" y="187"/>
                </a:moveTo>
                <a:cubicBezTo>
                  <a:pt x="0" y="84"/>
                  <a:pt x="0" y="84"/>
                  <a:pt x="0" y="84"/>
                </a:cubicBezTo>
                <a:cubicBezTo>
                  <a:pt x="41" y="114"/>
                  <a:pt x="41" y="114"/>
                  <a:pt x="41" y="114"/>
                </a:cubicBezTo>
                <a:cubicBezTo>
                  <a:pt x="93" y="153"/>
                  <a:pt x="93" y="153"/>
                  <a:pt x="93" y="153"/>
                </a:cubicBezTo>
                <a:cubicBezTo>
                  <a:pt x="95" y="155"/>
                  <a:pt x="99" y="156"/>
                  <a:pt x="104" y="156"/>
                </a:cubicBezTo>
                <a:cubicBezTo>
                  <a:pt x="109" y="156"/>
                  <a:pt x="113" y="155"/>
                  <a:pt x="115" y="153"/>
                </a:cubicBezTo>
                <a:cubicBezTo>
                  <a:pt x="167" y="114"/>
                  <a:pt x="167" y="114"/>
                  <a:pt x="167" y="114"/>
                </a:cubicBezTo>
                <a:cubicBezTo>
                  <a:pt x="208" y="84"/>
                  <a:pt x="208" y="84"/>
                  <a:pt x="208" y="84"/>
                </a:cubicBezTo>
                <a:cubicBezTo>
                  <a:pt x="208" y="187"/>
                  <a:pt x="208" y="187"/>
                  <a:pt x="208" y="187"/>
                </a:cubicBezTo>
                <a:cubicBezTo>
                  <a:pt x="156" y="146"/>
                  <a:pt x="156" y="146"/>
                  <a:pt x="156" y="146"/>
                </a:cubicBezTo>
                <a:cubicBezTo>
                  <a:pt x="205" y="195"/>
                  <a:pt x="205" y="195"/>
                  <a:pt x="205" y="195"/>
                </a:cubicBezTo>
                <a:cubicBezTo>
                  <a:pt x="203" y="197"/>
                  <a:pt x="200" y="198"/>
                  <a:pt x="198" y="198"/>
                </a:cubicBezTo>
                <a:cubicBezTo>
                  <a:pt x="10" y="198"/>
                  <a:pt x="10" y="198"/>
                  <a:pt x="10" y="198"/>
                </a:cubicBezTo>
                <a:cubicBezTo>
                  <a:pt x="8" y="198"/>
                  <a:pt x="5" y="197"/>
                  <a:pt x="3" y="195"/>
                </a:cubicBezTo>
                <a:cubicBezTo>
                  <a:pt x="52" y="146"/>
                  <a:pt x="52" y="146"/>
                  <a:pt x="52" y="146"/>
                </a:cubicBezTo>
                <a:lnTo>
                  <a:pt x="0" y="18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58" name="Freeform 60"/>
          <p:cNvSpPr>
            <a:spLocks noEditPoints="1"/>
          </p:cNvSpPr>
          <p:nvPr/>
        </p:nvSpPr>
        <p:spPr bwMode="auto">
          <a:xfrm>
            <a:off x="5145929" y="2802339"/>
            <a:ext cx="297527" cy="297527"/>
          </a:xfrm>
          <a:custGeom>
            <a:avLst/>
            <a:gdLst>
              <a:gd name="T0" fmla="*/ 0 w 137"/>
              <a:gd name="T1" fmla="*/ 110 h 137"/>
              <a:gd name="T2" fmla="*/ 14 w 137"/>
              <a:gd name="T3" fmla="*/ 110 h 137"/>
              <a:gd name="T4" fmla="*/ 14 w 137"/>
              <a:gd name="T5" fmla="*/ 123 h 137"/>
              <a:gd name="T6" fmla="*/ 123 w 137"/>
              <a:gd name="T7" fmla="*/ 123 h 137"/>
              <a:gd name="T8" fmla="*/ 123 w 137"/>
              <a:gd name="T9" fmla="*/ 110 h 137"/>
              <a:gd name="T10" fmla="*/ 137 w 137"/>
              <a:gd name="T11" fmla="*/ 110 h 137"/>
              <a:gd name="T12" fmla="*/ 137 w 137"/>
              <a:gd name="T13" fmla="*/ 137 h 137"/>
              <a:gd name="T14" fmla="*/ 0 w 137"/>
              <a:gd name="T15" fmla="*/ 137 h 137"/>
              <a:gd name="T16" fmla="*/ 0 w 137"/>
              <a:gd name="T17" fmla="*/ 110 h 137"/>
              <a:gd name="T18" fmla="*/ 20 w 137"/>
              <a:gd name="T19" fmla="*/ 55 h 137"/>
              <a:gd name="T20" fmla="*/ 51 w 137"/>
              <a:gd name="T21" fmla="*/ 55 h 137"/>
              <a:gd name="T22" fmla="*/ 51 w 137"/>
              <a:gd name="T23" fmla="*/ 0 h 137"/>
              <a:gd name="T24" fmla="*/ 86 w 137"/>
              <a:gd name="T25" fmla="*/ 0 h 137"/>
              <a:gd name="T26" fmla="*/ 86 w 137"/>
              <a:gd name="T27" fmla="*/ 55 h 137"/>
              <a:gd name="T28" fmla="*/ 117 w 137"/>
              <a:gd name="T29" fmla="*/ 55 h 137"/>
              <a:gd name="T30" fmla="*/ 68 w 137"/>
              <a:gd name="T31" fmla="*/ 103 h 137"/>
              <a:gd name="T32" fmla="*/ 20 w 137"/>
              <a:gd name="T33" fmla="*/ 55 h 1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37" h="137">
                <a:moveTo>
                  <a:pt x="0" y="110"/>
                </a:moveTo>
                <a:lnTo>
                  <a:pt x="14" y="110"/>
                </a:lnTo>
                <a:lnTo>
                  <a:pt x="14" y="123"/>
                </a:lnTo>
                <a:lnTo>
                  <a:pt x="123" y="123"/>
                </a:lnTo>
                <a:lnTo>
                  <a:pt x="123" y="110"/>
                </a:lnTo>
                <a:lnTo>
                  <a:pt x="137" y="110"/>
                </a:lnTo>
                <a:lnTo>
                  <a:pt x="137" y="137"/>
                </a:lnTo>
                <a:lnTo>
                  <a:pt x="0" y="137"/>
                </a:lnTo>
                <a:lnTo>
                  <a:pt x="0" y="110"/>
                </a:lnTo>
                <a:close/>
                <a:moveTo>
                  <a:pt x="20" y="55"/>
                </a:moveTo>
                <a:lnTo>
                  <a:pt x="51" y="55"/>
                </a:lnTo>
                <a:lnTo>
                  <a:pt x="51" y="0"/>
                </a:lnTo>
                <a:lnTo>
                  <a:pt x="86" y="0"/>
                </a:lnTo>
                <a:lnTo>
                  <a:pt x="86" y="55"/>
                </a:lnTo>
                <a:lnTo>
                  <a:pt x="117" y="55"/>
                </a:lnTo>
                <a:lnTo>
                  <a:pt x="68" y="103"/>
                </a:lnTo>
                <a:lnTo>
                  <a:pt x="20" y="5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59" name="Freeform 61"/>
          <p:cNvSpPr>
            <a:spLocks noEditPoints="1"/>
          </p:cNvSpPr>
          <p:nvPr/>
        </p:nvSpPr>
        <p:spPr bwMode="auto">
          <a:xfrm>
            <a:off x="5727949" y="2802339"/>
            <a:ext cx="297527" cy="297527"/>
          </a:xfrm>
          <a:custGeom>
            <a:avLst/>
            <a:gdLst>
              <a:gd name="T0" fmla="*/ 0 w 137"/>
              <a:gd name="T1" fmla="*/ 110 h 137"/>
              <a:gd name="T2" fmla="*/ 14 w 137"/>
              <a:gd name="T3" fmla="*/ 110 h 137"/>
              <a:gd name="T4" fmla="*/ 14 w 137"/>
              <a:gd name="T5" fmla="*/ 123 h 137"/>
              <a:gd name="T6" fmla="*/ 123 w 137"/>
              <a:gd name="T7" fmla="*/ 123 h 137"/>
              <a:gd name="T8" fmla="*/ 123 w 137"/>
              <a:gd name="T9" fmla="*/ 110 h 137"/>
              <a:gd name="T10" fmla="*/ 137 w 137"/>
              <a:gd name="T11" fmla="*/ 110 h 137"/>
              <a:gd name="T12" fmla="*/ 137 w 137"/>
              <a:gd name="T13" fmla="*/ 137 h 137"/>
              <a:gd name="T14" fmla="*/ 0 w 137"/>
              <a:gd name="T15" fmla="*/ 137 h 137"/>
              <a:gd name="T16" fmla="*/ 0 w 137"/>
              <a:gd name="T17" fmla="*/ 110 h 137"/>
              <a:gd name="T18" fmla="*/ 20 w 137"/>
              <a:gd name="T19" fmla="*/ 48 h 137"/>
              <a:gd name="T20" fmla="*/ 69 w 137"/>
              <a:gd name="T21" fmla="*/ 0 h 137"/>
              <a:gd name="T22" fmla="*/ 117 w 137"/>
              <a:gd name="T23" fmla="*/ 48 h 137"/>
              <a:gd name="T24" fmla="*/ 86 w 137"/>
              <a:gd name="T25" fmla="*/ 48 h 137"/>
              <a:gd name="T26" fmla="*/ 86 w 137"/>
              <a:gd name="T27" fmla="*/ 103 h 137"/>
              <a:gd name="T28" fmla="*/ 51 w 137"/>
              <a:gd name="T29" fmla="*/ 103 h 137"/>
              <a:gd name="T30" fmla="*/ 51 w 137"/>
              <a:gd name="T31" fmla="*/ 48 h 137"/>
              <a:gd name="T32" fmla="*/ 20 w 137"/>
              <a:gd name="T33" fmla="*/ 48 h 1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37" h="137">
                <a:moveTo>
                  <a:pt x="0" y="110"/>
                </a:moveTo>
                <a:lnTo>
                  <a:pt x="14" y="110"/>
                </a:lnTo>
                <a:lnTo>
                  <a:pt x="14" y="123"/>
                </a:lnTo>
                <a:lnTo>
                  <a:pt x="123" y="123"/>
                </a:lnTo>
                <a:lnTo>
                  <a:pt x="123" y="110"/>
                </a:lnTo>
                <a:lnTo>
                  <a:pt x="137" y="110"/>
                </a:lnTo>
                <a:lnTo>
                  <a:pt x="137" y="137"/>
                </a:lnTo>
                <a:lnTo>
                  <a:pt x="0" y="137"/>
                </a:lnTo>
                <a:lnTo>
                  <a:pt x="0" y="110"/>
                </a:lnTo>
                <a:close/>
                <a:moveTo>
                  <a:pt x="20" y="48"/>
                </a:moveTo>
                <a:lnTo>
                  <a:pt x="69" y="0"/>
                </a:lnTo>
                <a:lnTo>
                  <a:pt x="117" y="48"/>
                </a:lnTo>
                <a:lnTo>
                  <a:pt x="86" y="48"/>
                </a:lnTo>
                <a:lnTo>
                  <a:pt x="86" y="103"/>
                </a:lnTo>
                <a:lnTo>
                  <a:pt x="51" y="103"/>
                </a:lnTo>
                <a:lnTo>
                  <a:pt x="51" y="48"/>
                </a:lnTo>
                <a:lnTo>
                  <a:pt x="20" y="4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60" name="Freeform 62"/>
          <p:cNvSpPr>
            <a:spLocks/>
          </p:cNvSpPr>
          <p:nvPr/>
        </p:nvSpPr>
        <p:spPr bwMode="auto">
          <a:xfrm>
            <a:off x="6177495" y="2817542"/>
            <a:ext cx="267123" cy="269293"/>
          </a:xfrm>
          <a:custGeom>
            <a:avLst/>
            <a:gdLst>
              <a:gd name="T0" fmla="*/ 0 w 123"/>
              <a:gd name="T1" fmla="*/ 103 h 124"/>
              <a:gd name="T2" fmla="*/ 41 w 123"/>
              <a:gd name="T3" fmla="*/ 61 h 124"/>
              <a:gd name="T4" fmla="*/ 0 w 123"/>
              <a:gd name="T5" fmla="*/ 20 h 124"/>
              <a:gd name="T6" fmla="*/ 20 w 123"/>
              <a:gd name="T7" fmla="*/ 0 h 124"/>
              <a:gd name="T8" fmla="*/ 61 w 123"/>
              <a:gd name="T9" fmla="*/ 41 h 124"/>
              <a:gd name="T10" fmla="*/ 103 w 123"/>
              <a:gd name="T11" fmla="*/ 0 h 124"/>
              <a:gd name="T12" fmla="*/ 123 w 123"/>
              <a:gd name="T13" fmla="*/ 20 h 124"/>
              <a:gd name="T14" fmla="*/ 82 w 123"/>
              <a:gd name="T15" fmla="*/ 61 h 124"/>
              <a:gd name="T16" fmla="*/ 123 w 123"/>
              <a:gd name="T17" fmla="*/ 103 h 124"/>
              <a:gd name="T18" fmla="*/ 103 w 123"/>
              <a:gd name="T19" fmla="*/ 124 h 124"/>
              <a:gd name="T20" fmla="*/ 61 w 123"/>
              <a:gd name="T21" fmla="*/ 83 h 124"/>
              <a:gd name="T22" fmla="*/ 20 w 123"/>
              <a:gd name="T23" fmla="*/ 124 h 124"/>
              <a:gd name="T24" fmla="*/ 0 w 123"/>
              <a:gd name="T25" fmla="*/ 103 h 1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23" h="124">
                <a:moveTo>
                  <a:pt x="0" y="103"/>
                </a:moveTo>
                <a:lnTo>
                  <a:pt x="41" y="61"/>
                </a:lnTo>
                <a:lnTo>
                  <a:pt x="0" y="20"/>
                </a:lnTo>
                <a:lnTo>
                  <a:pt x="20" y="0"/>
                </a:lnTo>
                <a:lnTo>
                  <a:pt x="61" y="41"/>
                </a:lnTo>
                <a:lnTo>
                  <a:pt x="103" y="0"/>
                </a:lnTo>
                <a:lnTo>
                  <a:pt x="123" y="20"/>
                </a:lnTo>
                <a:lnTo>
                  <a:pt x="82" y="61"/>
                </a:lnTo>
                <a:lnTo>
                  <a:pt x="123" y="103"/>
                </a:lnTo>
                <a:lnTo>
                  <a:pt x="103" y="124"/>
                </a:lnTo>
                <a:lnTo>
                  <a:pt x="61" y="83"/>
                </a:lnTo>
                <a:lnTo>
                  <a:pt x="20" y="124"/>
                </a:lnTo>
                <a:lnTo>
                  <a:pt x="0" y="10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61" name="Freeform 63"/>
          <p:cNvSpPr>
            <a:spLocks noEditPoints="1"/>
          </p:cNvSpPr>
          <p:nvPr/>
        </p:nvSpPr>
        <p:spPr bwMode="auto">
          <a:xfrm>
            <a:off x="6742142" y="2802339"/>
            <a:ext cx="301869" cy="297527"/>
          </a:xfrm>
          <a:custGeom>
            <a:avLst/>
            <a:gdLst>
              <a:gd name="T0" fmla="*/ 0 w 209"/>
              <a:gd name="T1" fmla="*/ 51 h 208"/>
              <a:gd name="T2" fmla="*/ 4 w 209"/>
              <a:gd name="T3" fmla="*/ 32 h 208"/>
              <a:gd name="T4" fmla="*/ 15 w 209"/>
              <a:gd name="T5" fmla="*/ 15 h 208"/>
              <a:gd name="T6" fmla="*/ 32 w 209"/>
              <a:gd name="T7" fmla="*/ 4 h 208"/>
              <a:gd name="T8" fmla="*/ 51 w 209"/>
              <a:gd name="T9" fmla="*/ 0 h 208"/>
              <a:gd name="T10" fmla="*/ 70 w 209"/>
              <a:gd name="T11" fmla="*/ 4 h 208"/>
              <a:gd name="T12" fmla="*/ 87 w 209"/>
              <a:gd name="T13" fmla="*/ 15 h 208"/>
              <a:gd name="T14" fmla="*/ 104 w 209"/>
              <a:gd name="T15" fmla="*/ 33 h 208"/>
              <a:gd name="T16" fmla="*/ 115 w 209"/>
              <a:gd name="T17" fmla="*/ 50 h 208"/>
              <a:gd name="T18" fmla="*/ 119 w 209"/>
              <a:gd name="T19" fmla="*/ 69 h 208"/>
              <a:gd name="T20" fmla="*/ 117 w 209"/>
              <a:gd name="T21" fmla="*/ 82 h 208"/>
              <a:gd name="T22" fmla="*/ 69 w 209"/>
              <a:gd name="T23" fmla="*/ 33 h 208"/>
              <a:gd name="T24" fmla="*/ 51 w 209"/>
              <a:gd name="T25" fmla="*/ 26 h 208"/>
              <a:gd name="T26" fmla="*/ 33 w 209"/>
              <a:gd name="T27" fmla="*/ 33 h 208"/>
              <a:gd name="T28" fmla="*/ 26 w 209"/>
              <a:gd name="T29" fmla="*/ 51 h 208"/>
              <a:gd name="T30" fmla="*/ 33 w 209"/>
              <a:gd name="T31" fmla="*/ 69 h 208"/>
              <a:gd name="T32" fmla="*/ 82 w 209"/>
              <a:gd name="T33" fmla="*/ 117 h 208"/>
              <a:gd name="T34" fmla="*/ 69 w 209"/>
              <a:gd name="T35" fmla="*/ 119 h 208"/>
              <a:gd name="T36" fmla="*/ 50 w 209"/>
              <a:gd name="T37" fmla="*/ 115 h 208"/>
              <a:gd name="T38" fmla="*/ 33 w 209"/>
              <a:gd name="T39" fmla="*/ 104 h 208"/>
              <a:gd name="T40" fmla="*/ 15 w 209"/>
              <a:gd name="T41" fmla="*/ 87 h 208"/>
              <a:gd name="T42" fmla="*/ 4 w 209"/>
              <a:gd name="T43" fmla="*/ 70 h 208"/>
              <a:gd name="T44" fmla="*/ 0 w 209"/>
              <a:gd name="T45" fmla="*/ 51 h 208"/>
              <a:gd name="T46" fmla="*/ 56 w 209"/>
              <a:gd name="T47" fmla="*/ 69 h 208"/>
              <a:gd name="T48" fmla="*/ 57 w 209"/>
              <a:gd name="T49" fmla="*/ 64 h 208"/>
              <a:gd name="T50" fmla="*/ 60 w 209"/>
              <a:gd name="T51" fmla="*/ 60 h 208"/>
              <a:gd name="T52" fmla="*/ 64 w 209"/>
              <a:gd name="T53" fmla="*/ 57 h 208"/>
              <a:gd name="T54" fmla="*/ 69 w 209"/>
              <a:gd name="T55" fmla="*/ 56 h 208"/>
              <a:gd name="T56" fmla="*/ 78 w 209"/>
              <a:gd name="T57" fmla="*/ 60 h 208"/>
              <a:gd name="T58" fmla="*/ 149 w 209"/>
              <a:gd name="T59" fmla="*/ 131 h 208"/>
              <a:gd name="T60" fmla="*/ 153 w 209"/>
              <a:gd name="T61" fmla="*/ 140 h 208"/>
              <a:gd name="T62" fmla="*/ 152 w 209"/>
              <a:gd name="T63" fmla="*/ 145 h 208"/>
              <a:gd name="T64" fmla="*/ 149 w 209"/>
              <a:gd name="T65" fmla="*/ 149 h 208"/>
              <a:gd name="T66" fmla="*/ 145 w 209"/>
              <a:gd name="T67" fmla="*/ 152 h 208"/>
              <a:gd name="T68" fmla="*/ 140 w 209"/>
              <a:gd name="T69" fmla="*/ 153 h 208"/>
              <a:gd name="T70" fmla="*/ 131 w 209"/>
              <a:gd name="T71" fmla="*/ 149 h 208"/>
              <a:gd name="T72" fmla="*/ 60 w 209"/>
              <a:gd name="T73" fmla="*/ 78 h 208"/>
              <a:gd name="T74" fmla="*/ 56 w 209"/>
              <a:gd name="T75" fmla="*/ 69 h 208"/>
              <a:gd name="T76" fmla="*/ 90 w 209"/>
              <a:gd name="T77" fmla="*/ 140 h 208"/>
              <a:gd name="T78" fmla="*/ 92 w 209"/>
              <a:gd name="T79" fmla="*/ 127 h 208"/>
              <a:gd name="T80" fmla="*/ 122 w 209"/>
              <a:gd name="T81" fmla="*/ 158 h 208"/>
              <a:gd name="T82" fmla="*/ 140 w 209"/>
              <a:gd name="T83" fmla="*/ 176 h 208"/>
              <a:gd name="T84" fmla="*/ 158 w 209"/>
              <a:gd name="T85" fmla="*/ 183 h 208"/>
              <a:gd name="T86" fmla="*/ 176 w 209"/>
              <a:gd name="T87" fmla="*/ 176 h 208"/>
              <a:gd name="T88" fmla="*/ 183 w 209"/>
              <a:gd name="T89" fmla="*/ 158 h 208"/>
              <a:gd name="T90" fmla="*/ 176 w 209"/>
              <a:gd name="T91" fmla="*/ 140 h 208"/>
              <a:gd name="T92" fmla="*/ 127 w 209"/>
              <a:gd name="T93" fmla="*/ 91 h 208"/>
              <a:gd name="T94" fmla="*/ 140 w 209"/>
              <a:gd name="T95" fmla="*/ 90 h 208"/>
              <a:gd name="T96" fmla="*/ 176 w 209"/>
              <a:gd name="T97" fmla="*/ 104 h 208"/>
              <a:gd name="T98" fmla="*/ 194 w 209"/>
              <a:gd name="T99" fmla="*/ 122 h 208"/>
              <a:gd name="T100" fmla="*/ 209 w 209"/>
              <a:gd name="T101" fmla="*/ 158 h 208"/>
              <a:gd name="T102" fmla="*/ 194 w 209"/>
              <a:gd name="T103" fmla="*/ 193 h 208"/>
              <a:gd name="T104" fmla="*/ 177 w 209"/>
              <a:gd name="T105" fmla="*/ 205 h 208"/>
              <a:gd name="T106" fmla="*/ 158 w 209"/>
              <a:gd name="T107" fmla="*/ 208 h 208"/>
              <a:gd name="T108" fmla="*/ 139 w 209"/>
              <a:gd name="T109" fmla="*/ 205 h 208"/>
              <a:gd name="T110" fmla="*/ 122 w 209"/>
              <a:gd name="T111" fmla="*/ 193 h 208"/>
              <a:gd name="T112" fmla="*/ 104 w 209"/>
              <a:gd name="T113" fmla="*/ 176 h 208"/>
              <a:gd name="T114" fmla="*/ 93 w 209"/>
              <a:gd name="T115" fmla="*/ 159 h 208"/>
              <a:gd name="T116" fmla="*/ 90 w 209"/>
              <a:gd name="T117" fmla="*/ 140 h 2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209" h="208">
                <a:moveTo>
                  <a:pt x="0" y="51"/>
                </a:moveTo>
                <a:cubicBezTo>
                  <a:pt x="0" y="44"/>
                  <a:pt x="2" y="38"/>
                  <a:pt x="4" y="32"/>
                </a:cubicBezTo>
                <a:cubicBezTo>
                  <a:pt x="7" y="26"/>
                  <a:pt x="10" y="20"/>
                  <a:pt x="15" y="15"/>
                </a:cubicBezTo>
                <a:cubicBezTo>
                  <a:pt x="20" y="10"/>
                  <a:pt x="26" y="7"/>
                  <a:pt x="32" y="4"/>
                </a:cubicBezTo>
                <a:cubicBezTo>
                  <a:pt x="38" y="2"/>
                  <a:pt x="45" y="0"/>
                  <a:pt x="51" y="0"/>
                </a:cubicBezTo>
                <a:cubicBezTo>
                  <a:pt x="57" y="0"/>
                  <a:pt x="64" y="2"/>
                  <a:pt x="70" y="4"/>
                </a:cubicBezTo>
                <a:cubicBezTo>
                  <a:pt x="76" y="7"/>
                  <a:pt x="82" y="10"/>
                  <a:pt x="87" y="15"/>
                </a:cubicBezTo>
                <a:cubicBezTo>
                  <a:pt x="104" y="33"/>
                  <a:pt x="104" y="33"/>
                  <a:pt x="104" y="33"/>
                </a:cubicBezTo>
                <a:cubicBezTo>
                  <a:pt x="109" y="38"/>
                  <a:pt x="113" y="43"/>
                  <a:pt x="115" y="50"/>
                </a:cubicBezTo>
                <a:cubicBezTo>
                  <a:pt x="118" y="56"/>
                  <a:pt x="119" y="62"/>
                  <a:pt x="119" y="69"/>
                </a:cubicBezTo>
                <a:cubicBezTo>
                  <a:pt x="119" y="73"/>
                  <a:pt x="119" y="77"/>
                  <a:pt x="117" y="82"/>
                </a:cubicBezTo>
                <a:cubicBezTo>
                  <a:pt x="69" y="33"/>
                  <a:pt x="69" y="33"/>
                  <a:pt x="69" y="33"/>
                </a:cubicBezTo>
                <a:cubicBezTo>
                  <a:pt x="64" y="28"/>
                  <a:pt x="58" y="26"/>
                  <a:pt x="51" y="26"/>
                </a:cubicBezTo>
                <a:cubicBezTo>
                  <a:pt x="44" y="26"/>
                  <a:pt x="38" y="28"/>
                  <a:pt x="33" y="33"/>
                </a:cubicBezTo>
                <a:cubicBezTo>
                  <a:pt x="28" y="38"/>
                  <a:pt x="26" y="44"/>
                  <a:pt x="26" y="51"/>
                </a:cubicBezTo>
                <a:cubicBezTo>
                  <a:pt x="26" y="58"/>
                  <a:pt x="28" y="64"/>
                  <a:pt x="33" y="69"/>
                </a:cubicBezTo>
                <a:cubicBezTo>
                  <a:pt x="82" y="117"/>
                  <a:pt x="82" y="117"/>
                  <a:pt x="82" y="117"/>
                </a:cubicBezTo>
                <a:cubicBezTo>
                  <a:pt x="78" y="119"/>
                  <a:pt x="73" y="119"/>
                  <a:pt x="69" y="119"/>
                </a:cubicBezTo>
                <a:cubicBezTo>
                  <a:pt x="62" y="119"/>
                  <a:pt x="56" y="118"/>
                  <a:pt x="50" y="115"/>
                </a:cubicBezTo>
                <a:cubicBezTo>
                  <a:pt x="43" y="113"/>
                  <a:pt x="38" y="109"/>
                  <a:pt x="33" y="104"/>
                </a:cubicBezTo>
                <a:cubicBezTo>
                  <a:pt x="15" y="87"/>
                  <a:pt x="15" y="87"/>
                  <a:pt x="15" y="87"/>
                </a:cubicBezTo>
                <a:cubicBezTo>
                  <a:pt x="10" y="82"/>
                  <a:pt x="7" y="76"/>
                  <a:pt x="4" y="70"/>
                </a:cubicBezTo>
                <a:cubicBezTo>
                  <a:pt x="2" y="64"/>
                  <a:pt x="0" y="58"/>
                  <a:pt x="0" y="51"/>
                </a:cubicBezTo>
                <a:close/>
                <a:moveTo>
                  <a:pt x="56" y="69"/>
                </a:moveTo>
                <a:cubicBezTo>
                  <a:pt x="56" y="67"/>
                  <a:pt x="56" y="65"/>
                  <a:pt x="57" y="64"/>
                </a:cubicBezTo>
                <a:cubicBezTo>
                  <a:pt x="58" y="62"/>
                  <a:pt x="59" y="61"/>
                  <a:pt x="60" y="60"/>
                </a:cubicBezTo>
                <a:cubicBezTo>
                  <a:pt x="61" y="59"/>
                  <a:pt x="62" y="58"/>
                  <a:pt x="64" y="57"/>
                </a:cubicBezTo>
                <a:cubicBezTo>
                  <a:pt x="65" y="56"/>
                  <a:pt x="67" y="56"/>
                  <a:pt x="69" y="56"/>
                </a:cubicBezTo>
                <a:cubicBezTo>
                  <a:pt x="72" y="56"/>
                  <a:pt x="75" y="57"/>
                  <a:pt x="78" y="60"/>
                </a:cubicBezTo>
                <a:cubicBezTo>
                  <a:pt x="149" y="131"/>
                  <a:pt x="149" y="131"/>
                  <a:pt x="149" y="131"/>
                </a:cubicBezTo>
                <a:cubicBezTo>
                  <a:pt x="152" y="133"/>
                  <a:pt x="153" y="137"/>
                  <a:pt x="153" y="140"/>
                </a:cubicBezTo>
                <a:cubicBezTo>
                  <a:pt x="153" y="142"/>
                  <a:pt x="153" y="143"/>
                  <a:pt x="152" y="145"/>
                </a:cubicBezTo>
                <a:cubicBezTo>
                  <a:pt x="151" y="146"/>
                  <a:pt x="150" y="148"/>
                  <a:pt x="149" y="149"/>
                </a:cubicBezTo>
                <a:cubicBezTo>
                  <a:pt x="148" y="150"/>
                  <a:pt x="147" y="151"/>
                  <a:pt x="145" y="152"/>
                </a:cubicBezTo>
                <a:cubicBezTo>
                  <a:pt x="143" y="152"/>
                  <a:pt x="142" y="153"/>
                  <a:pt x="140" y="153"/>
                </a:cubicBezTo>
                <a:cubicBezTo>
                  <a:pt x="137" y="153"/>
                  <a:pt x="134" y="152"/>
                  <a:pt x="131" y="149"/>
                </a:cubicBezTo>
                <a:cubicBezTo>
                  <a:pt x="60" y="78"/>
                  <a:pt x="60" y="78"/>
                  <a:pt x="60" y="78"/>
                </a:cubicBezTo>
                <a:cubicBezTo>
                  <a:pt x="57" y="75"/>
                  <a:pt x="56" y="72"/>
                  <a:pt x="56" y="69"/>
                </a:cubicBezTo>
                <a:close/>
                <a:moveTo>
                  <a:pt x="90" y="140"/>
                </a:moveTo>
                <a:cubicBezTo>
                  <a:pt x="90" y="136"/>
                  <a:pt x="90" y="131"/>
                  <a:pt x="92" y="127"/>
                </a:cubicBezTo>
                <a:cubicBezTo>
                  <a:pt x="104" y="139"/>
                  <a:pt x="114" y="150"/>
                  <a:pt x="122" y="158"/>
                </a:cubicBezTo>
                <a:cubicBezTo>
                  <a:pt x="130" y="166"/>
                  <a:pt x="136" y="172"/>
                  <a:pt x="140" y="176"/>
                </a:cubicBezTo>
                <a:cubicBezTo>
                  <a:pt x="145" y="181"/>
                  <a:pt x="151" y="183"/>
                  <a:pt x="158" y="183"/>
                </a:cubicBezTo>
                <a:cubicBezTo>
                  <a:pt x="165" y="183"/>
                  <a:pt x="171" y="181"/>
                  <a:pt x="176" y="176"/>
                </a:cubicBezTo>
                <a:cubicBezTo>
                  <a:pt x="181" y="171"/>
                  <a:pt x="183" y="165"/>
                  <a:pt x="183" y="158"/>
                </a:cubicBezTo>
                <a:cubicBezTo>
                  <a:pt x="183" y="151"/>
                  <a:pt x="181" y="145"/>
                  <a:pt x="176" y="140"/>
                </a:cubicBezTo>
                <a:cubicBezTo>
                  <a:pt x="127" y="91"/>
                  <a:pt x="127" y="91"/>
                  <a:pt x="127" y="91"/>
                </a:cubicBezTo>
                <a:cubicBezTo>
                  <a:pt x="131" y="90"/>
                  <a:pt x="136" y="90"/>
                  <a:pt x="140" y="90"/>
                </a:cubicBezTo>
                <a:cubicBezTo>
                  <a:pt x="154" y="90"/>
                  <a:pt x="166" y="95"/>
                  <a:pt x="176" y="104"/>
                </a:cubicBezTo>
                <a:cubicBezTo>
                  <a:pt x="194" y="122"/>
                  <a:pt x="194" y="122"/>
                  <a:pt x="194" y="122"/>
                </a:cubicBezTo>
                <a:cubicBezTo>
                  <a:pt x="204" y="132"/>
                  <a:pt x="209" y="144"/>
                  <a:pt x="209" y="158"/>
                </a:cubicBezTo>
                <a:cubicBezTo>
                  <a:pt x="209" y="172"/>
                  <a:pt x="204" y="183"/>
                  <a:pt x="194" y="193"/>
                </a:cubicBezTo>
                <a:cubicBezTo>
                  <a:pt x="189" y="198"/>
                  <a:pt x="183" y="202"/>
                  <a:pt x="177" y="205"/>
                </a:cubicBezTo>
                <a:cubicBezTo>
                  <a:pt x="171" y="207"/>
                  <a:pt x="164" y="208"/>
                  <a:pt x="158" y="208"/>
                </a:cubicBezTo>
                <a:cubicBezTo>
                  <a:pt x="152" y="208"/>
                  <a:pt x="145" y="207"/>
                  <a:pt x="139" y="205"/>
                </a:cubicBezTo>
                <a:cubicBezTo>
                  <a:pt x="133" y="202"/>
                  <a:pt x="127" y="198"/>
                  <a:pt x="122" y="193"/>
                </a:cubicBezTo>
                <a:cubicBezTo>
                  <a:pt x="104" y="176"/>
                  <a:pt x="104" y="176"/>
                  <a:pt x="104" y="176"/>
                </a:cubicBezTo>
                <a:cubicBezTo>
                  <a:pt x="100" y="171"/>
                  <a:pt x="96" y="165"/>
                  <a:pt x="93" y="159"/>
                </a:cubicBezTo>
                <a:cubicBezTo>
                  <a:pt x="91" y="153"/>
                  <a:pt x="90" y="147"/>
                  <a:pt x="90" y="14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62" name="Freeform 64"/>
          <p:cNvSpPr>
            <a:spLocks/>
          </p:cNvSpPr>
          <p:nvPr/>
        </p:nvSpPr>
        <p:spPr bwMode="auto">
          <a:xfrm>
            <a:off x="7237293" y="2817542"/>
            <a:ext cx="327931" cy="269293"/>
          </a:xfrm>
          <a:custGeom>
            <a:avLst/>
            <a:gdLst>
              <a:gd name="T0" fmla="*/ 31 w 229"/>
              <a:gd name="T1" fmla="*/ 83 h 187"/>
              <a:gd name="T2" fmla="*/ 73 w 229"/>
              <a:gd name="T3" fmla="*/ 125 h 187"/>
              <a:gd name="T4" fmla="*/ 198 w 229"/>
              <a:gd name="T5" fmla="*/ 0 h 187"/>
              <a:gd name="T6" fmla="*/ 229 w 229"/>
              <a:gd name="T7" fmla="*/ 31 h 187"/>
              <a:gd name="T8" fmla="*/ 73 w 229"/>
              <a:gd name="T9" fmla="*/ 187 h 187"/>
              <a:gd name="T10" fmla="*/ 41 w 229"/>
              <a:gd name="T11" fmla="*/ 155 h 187"/>
              <a:gd name="T12" fmla="*/ 0 w 229"/>
              <a:gd name="T13" fmla="*/ 114 h 187"/>
              <a:gd name="T14" fmla="*/ 31 w 229"/>
              <a:gd name="T15" fmla="*/ 83 h 1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229" h="187">
                <a:moveTo>
                  <a:pt x="31" y="83"/>
                </a:moveTo>
                <a:cubicBezTo>
                  <a:pt x="73" y="125"/>
                  <a:pt x="73" y="125"/>
                  <a:pt x="73" y="125"/>
                </a:cubicBezTo>
                <a:cubicBezTo>
                  <a:pt x="198" y="0"/>
                  <a:pt x="198" y="0"/>
                  <a:pt x="198" y="0"/>
                </a:cubicBezTo>
                <a:cubicBezTo>
                  <a:pt x="229" y="31"/>
                  <a:pt x="229" y="31"/>
                  <a:pt x="229" y="31"/>
                </a:cubicBezTo>
                <a:cubicBezTo>
                  <a:pt x="73" y="187"/>
                  <a:pt x="73" y="187"/>
                  <a:pt x="73" y="187"/>
                </a:cubicBezTo>
                <a:cubicBezTo>
                  <a:pt x="64" y="178"/>
                  <a:pt x="53" y="168"/>
                  <a:pt x="41" y="155"/>
                </a:cubicBezTo>
                <a:cubicBezTo>
                  <a:pt x="29" y="143"/>
                  <a:pt x="16" y="130"/>
                  <a:pt x="0" y="114"/>
                </a:cubicBezTo>
                <a:lnTo>
                  <a:pt x="31" y="8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63" name="Freeform 65"/>
          <p:cNvSpPr>
            <a:spLocks noEditPoints="1"/>
          </p:cNvSpPr>
          <p:nvPr/>
        </p:nvSpPr>
        <p:spPr bwMode="auto">
          <a:xfrm>
            <a:off x="7699870" y="2787137"/>
            <a:ext cx="269293" cy="327931"/>
          </a:xfrm>
          <a:custGeom>
            <a:avLst/>
            <a:gdLst>
              <a:gd name="T0" fmla="*/ 68 w 187"/>
              <a:gd name="T1" fmla="*/ 6 h 229"/>
              <a:gd name="T2" fmla="*/ 104 w 187"/>
              <a:gd name="T3" fmla="*/ 0 h 229"/>
              <a:gd name="T4" fmla="*/ 125 w 187"/>
              <a:gd name="T5" fmla="*/ 21 h 229"/>
              <a:gd name="T6" fmla="*/ 181 w 187"/>
              <a:gd name="T7" fmla="*/ 22 h 229"/>
              <a:gd name="T8" fmla="*/ 186 w 187"/>
              <a:gd name="T9" fmla="*/ 27 h 229"/>
              <a:gd name="T10" fmla="*/ 184 w 187"/>
              <a:gd name="T11" fmla="*/ 39 h 229"/>
              <a:gd name="T12" fmla="*/ 10 w 187"/>
              <a:gd name="T13" fmla="*/ 41 h 229"/>
              <a:gd name="T14" fmla="*/ 0 w 187"/>
              <a:gd name="T15" fmla="*/ 31 h 229"/>
              <a:gd name="T16" fmla="*/ 3 w 187"/>
              <a:gd name="T17" fmla="*/ 24 h 229"/>
              <a:gd name="T18" fmla="*/ 10 w 187"/>
              <a:gd name="T19" fmla="*/ 21 h 229"/>
              <a:gd name="T20" fmla="*/ 20 w 187"/>
              <a:gd name="T21" fmla="*/ 52 h 229"/>
              <a:gd name="T22" fmla="*/ 166 w 187"/>
              <a:gd name="T23" fmla="*/ 208 h 229"/>
              <a:gd name="T24" fmla="*/ 145 w 187"/>
              <a:gd name="T25" fmla="*/ 229 h 229"/>
              <a:gd name="T26" fmla="*/ 27 w 187"/>
              <a:gd name="T27" fmla="*/ 223 h 229"/>
              <a:gd name="T28" fmla="*/ 20 w 187"/>
              <a:gd name="T29" fmla="*/ 52 h 229"/>
              <a:gd name="T30" fmla="*/ 43 w 187"/>
              <a:gd name="T31" fmla="*/ 207 h 229"/>
              <a:gd name="T32" fmla="*/ 50 w 187"/>
              <a:gd name="T33" fmla="*/ 207 h 229"/>
              <a:gd name="T34" fmla="*/ 52 w 187"/>
              <a:gd name="T35" fmla="*/ 78 h 229"/>
              <a:gd name="T36" fmla="*/ 46 w 187"/>
              <a:gd name="T37" fmla="*/ 73 h 229"/>
              <a:gd name="T38" fmla="*/ 41 w 187"/>
              <a:gd name="T39" fmla="*/ 78 h 229"/>
              <a:gd name="T40" fmla="*/ 114 w 187"/>
              <a:gd name="T41" fmla="*/ 21 h 229"/>
              <a:gd name="T42" fmla="*/ 104 w 187"/>
              <a:gd name="T43" fmla="*/ 10 h 229"/>
              <a:gd name="T44" fmla="*/ 76 w 187"/>
              <a:gd name="T45" fmla="*/ 13 h 229"/>
              <a:gd name="T46" fmla="*/ 114 w 187"/>
              <a:gd name="T47" fmla="*/ 21 h 229"/>
              <a:gd name="T48" fmla="*/ 74 w 187"/>
              <a:gd name="T49" fmla="*/ 207 h 229"/>
              <a:gd name="T50" fmla="*/ 81 w 187"/>
              <a:gd name="T51" fmla="*/ 207 h 229"/>
              <a:gd name="T52" fmla="*/ 83 w 187"/>
              <a:gd name="T53" fmla="*/ 78 h 229"/>
              <a:gd name="T54" fmla="*/ 78 w 187"/>
              <a:gd name="T55" fmla="*/ 73 h 229"/>
              <a:gd name="T56" fmla="*/ 73 w 187"/>
              <a:gd name="T57" fmla="*/ 78 h 229"/>
              <a:gd name="T58" fmla="*/ 104 w 187"/>
              <a:gd name="T59" fmla="*/ 203 h 229"/>
              <a:gd name="T60" fmla="*/ 109 w 187"/>
              <a:gd name="T61" fmla="*/ 208 h 229"/>
              <a:gd name="T62" fmla="*/ 114 w 187"/>
              <a:gd name="T63" fmla="*/ 203 h 229"/>
              <a:gd name="T64" fmla="*/ 113 w 187"/>
              <a:gd name="T65" fmla="*/ 74 h 229"/>
              <a:gd name="T66" fmla="*/ 105 w 187"/>
              <a:gd name="T67" fmla="*/ 74 h 229"/>
              <a:gd name="T68" fmla="*/ 104 w 187"/>
              <a:gd name="T69" fmla="*/ 203 h 229"/>
              <a:gd name="T70" fmla="*/ 136 w 187"/>
              <a:gd name="T71" fmla="*/ 207 h 229"/>
              <a:gd name="T72" fmla="*/ 144 w 187"/>
              <a:gd name="T73" fmla="*/ 207 h 229"/>
              <a:gd name="T74" fmla="*/ 145 w 187"/>
              <a:gd name="T75" fmla="*/ 78 h 229"/>
              <a:gd name="T76" fmla="*/ 140 w 187"/>
              <a:gd name="T77" fmla="*/ 73 h 229"/>
              <a:gd name="T78" fmla="*/ 135 w 187"/>
              <a:gd name="T79" fmla="*/ 78 h 2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87" h="229">
                <a:moveTo>
                  <a:pt x="62" y="21"/>
                </a:moveTo>
                <a:cubicBezTo>
                  <a:pt x="62" y="15"/>
                  <a:pt x="64" y="10"/>
                  <a:pt x="68" y="6"/>
                </a:cubicBezTo>
                <a:cubicBezTo>
                  <a:pt x="72" y="2"/>
                  <a:pt x="77" y="0"/>
                  <a:pt x="83" y="0"/>
                </a:cubicBezTo>
                <a:cubicBezTo>
                  <a:pt x="104" y="0"/>
                  <a:pt x="104" y="0"/>
                  <a:pt x="104" y="0"/>
                </a:cubicBezTo>
                <a:cubicBezTo>
                  <a:pt x="109" y="0"/>
                  <a:pt x="114" y="2"/>
                  <a:pt x="118" y="6"/>
                </a:cubicBezTo>
                <a:cubicBezTo>
                  <a:pt x="123" y="10"/>
                  <a:pt x="125" y="15"/>
                  <a:pt x="125" y="21"/>
                </a:cubicBezTo>
                <a:cubicBezTo>
                  <a:pt x="176" y="21"/>
                  <a:pt x="176" y="21"/>
                  <a:pt x="176" y="21"/>
                </a:cubicBezTo>
                <a:cubicBezTo>
                  <a:pt x="178" y="21"/>
                  <a:pt x="179" y="21"/>
                  <a:pt x="181" y="22"/>
                </a:cubicBezTo>
                <a:cubicBezTo>
                  <a:pt x="182" y="22"/>
                  <a:pt x="183" y="23"/>
                  <a:pt x="184" y="24"/>
                </a:cubicBezTo>
                <a:cubicBezTo>
                  <a:pt x="185" y="25"/>
                  <a:pt x="186" y="26"/>
                  <a:pt x="186" y="27"/>
                </a:cubicBezTo>
                <a:cubicBezTo>
                  <a:pt x="187" y="28"/>
                  <a:pt x="187" y="30"/>
                  <a:pt x="187" y="31"/>
                </a:cubicBezTo>
                <a:cubicBezTo>
                  <a:pt x="187" y="34"/>
                  <a:pt x="186" y="37"/>
                  <a:pt x="184" y="39"/>
                </a:cubicBezTo>
                <a:cubicBezTo>
                  <a:pt x="182" y="40"/>
                  <a:pt x="179" y="41"/>
                  <a:pt x="176" y="41"/>
                </a:cubicBezTo>
                <a:cubicBezTo>
                  <a:pt x="10" y="41"/>
                  <a:pt x="10" y="41"/>
                  <a:pt x="10" y="41"/>
                </a:cubicBezTo>
                <a:cubicBezTo>
                  <a:pt x="7" y="41"/>
                  <a:pt x="5" y="40"/>
                  <a:pt x="3" y="39"/>
                </a:cubicBezTo>
                <a:cubicBezTo>
                  <a:pt x="1" y="37"/>
                  <a:pt x="0" y="34"/>
                  <a:pt x="0" y="31"/>
                </a:cubicBezTo>
                <a:cubicBezTo>
                  <a:pt x="0" y="30"/>
                  <a:pt x="0" y="28"/>
                  <a:pt x="1" y="27"/>
                </a:cubicBezTo>
                <a:cubicBezTo>
                  <a:pt x="1" y="26"/>
                  <a:pt x="2" y="25"/>
                  <a:pt x="3" y="24"/>
                </a:cubicBezTo>
                <a:cubicBezTo>
                  <a:pt x="4" y="23"/>
                  <a:pt x="5" y="22"/>
                  <a:pt x="6" y="22"/>
                </a:cubicBezTo>
                <a:cubicBezTo>
                  <a:pt x="7" y="21"/>
                  <a:pt x="9" y="21"/>
                  <a:pt x="10" y="21"/>
                </a:cubicBezTo>
                <a:lnTo>
                  <a:pt x="62" y="21"/>
                </a:lnTo>
                <a:close/>
                <a:moveTo>
                  <a:pt x="20" y="52"/>
                </a:moveTo>
                <a:cubicBezTo>
                  <a:pt x="166" y="52"/>
                  <a:pt x="166" y="52"/>
                  <a:pt x="166" y="52"/>
                </a:cubicBezTo>
                <a:cubicBezTo>
                  <a:pt x="166" y="208"/>
                  <a:pt x="166" y="208"/>
                  <a:pt x="166" y="208"/>
                </a:cubicBezTo>
                <a:cubicBezTo>
                  <a:pt x="166" y="214"/>
                  <a:pt x="164" y="219"/>
                  <a:pt x="160" y="223"/>
                </a:cubicBezTo>
                <a:cubicBezTo>
                  <a:pt x="156" y="227"/>
                  <a:pt x="151" y="229"/>
                  <a:pt x="145" y="229"/>
                </a:cubicBezTo>
                <a:cubicBezTo>
                  <a:pt x="41" y="229"/>
                  <a:pt x="41" y="229"/>
                  <a:pt x="41" y="229"/>
                </a:cubicBezTo>
                <a:cubicBezTo>
                  <a:pt x="36" y="229"/>
                  <a:pt x="31" y="227"/>
                  <a:pt x="27" y="223"/>
                </a:cubicBezTo>
                <a:cubicBezTo>
                  <a:pt x="22" y="219"/>
                  <a:pt x="20" y="214"/>
                  <a:pt x="20" y="208"/>
                </a:cubicBezTo>
                <a:lnTo>
                  <a:pt x="20" y="52"/>
                </a:lnTo>
                <a:close/>
                <a:moveTo>
                  <a:pt x="41" y="203"/>
                </a:moveTo>
                <a:cubicBezTo>
                  <a:pt x="41" y="204"/>
                  <a:pt x="42" y="206"/>
                  <a:pt x="43" y="207"/>
                </a:cubicBezTo>
                <a:cubicBezTo>
                  <a:pt x="44" y="207"/>
                  <a:pt x="45" y="208"/>
                  <a:pt x="46" y="208"/>
                </a:cubicBezTo>
                <a:cubicBezTo>
                  <a:pt x="48" y="208"/>
                  <a:pt x="49" y="207"/>
                  <a:pt x="50" y="207"/>
                </a:cubicBezTo>
                <a:cubicBezTo>
                  <a:pt x="51" y="206"/>
                  <a:pt x="52" y="204"/>
                  <a:pt x="52" y="203"/>
                </a:cubicBezTo>
                <a:cubicBezTo>
                  <a:pt x="52" y="78"/>
                  <a:pt x="52" y="78"/>
                  <a:pt x="52" y="78"/>
                </a:cubicBezTo>
                <a:cubicBezTo>
                  <a:pt x="52" y="76"/>
                  <a:pt x="51" y="75"/>
                  <a:pt x="50" y="74"/>
                </a:cubicBezTo>
                <a:cubicBezTo>
                  <a:pt x="49" y="73"/>
                  <a:pt x="48" y="73"/>
                  <a:pt x="46" y="73"/>
                </a:cubicBezTo>
                <a:cubicBezTo>
                  <a:pt x="45" y="73"/>
                  <a:pt x="44" y="73"/>
                  <a:pt x="43" y="74"/>
                </a:cubicBezTo>
                <a:cubicBezTo>
                  <a:pt x="42" y="75"/>
                  <a:pt x="41" y="77"/>
                  <a:pt x="41" y="78"/>
                </a:cubicBezTo>
                <a:lnTo>
                  <a:pt x="41" y="203"/>
                </a:lnTo>
                <a:close/>
                <a:moveTo>
                  <a:pt x="114" y="21"/>
                </a:moveTo>
                <a:cubicBezTo>
                  <a:pt x="114" y="18"/>
                  <a:pt x="113" y="15"/>
                  <a:pt x="111" y="13"/>
                </a:cubicBezTo>
                <a:cubicBezTo>
                  <a:pt x="109" y="11"/>
                  <a:pt x="107" y="10"/>
                  <a:pt x="104" y="10"/>
                </a:cubicBezTo>
                <a:cubicBezTo>
                  <a:pt x="83" y="10"/>
                  <a:pt x="83" y="10"/>
                  <a:pt x="83" y="10"/>
                </a:cubicBezTo>
                <a:cubicBezTo>
                  <a:pt x="80" y="10"/>
                  <a:pt x="78" y="11"/>
                  <a:pt x="76" y="13"/>
                </a:cubicBezTo>
                <a:cubicBezTo>
                  <a:pt x="74" y="15"/>
                  <a:pt x="73" y="18"/>
                  <a:pt x="73" y="21"/>
                </a:cubicBezTo>
                <a:lnTo>
                  <a:pt x="114" y="21"/>
                </a:lnTo>
                <a:close/>
                <a:moveTo>
                  <a:pt x="73" y="203"/>
                </a:moveTo>
                <a:cubicBezTo>
                  <a:pt x="73" y="204"/>
                  <a:pt x="73" y="206"/>
                  <a:pt x="74" y="207"/>
                </a:cubicBezTo>
                <a:cubicBezTo>
                  <a:pt x="75" y="207"/>
                  <a:pt x="76" y="208"/>
                  <a:pt x="78" y="208"/>
                </a:cubicBezTo>
                <a:cubicBezTo>
                  <a:pt x="79" y="208"/>
                  <a:pt x="80" y="207"/>
                  <a:pt x="81" y="207"/>
                </a:cubicBezTo>
                <a:cubicBezTo>
                  <a:pt x="82" y="206"/>
                  <a:pt x="83" y="204"/>
                  <a:pt x="83" y="203"/>
                </a:cubicBezTo>
                <a:cubicBezTo>
                  <a:pt x="83" y="78"/>
                  <a:pt x="83" y="78"/>
                  <a:pt x="83" y="78"/>
                </a:cubicBezTo>
                <a:cubicBezTo>
                  <a:pt x="83" y="76"/>
                  <a:pt x="82" y="75"/>
                  <a:pt x="81" y="74"/>
                </a:cubicBezTo>
                <a:cubicBezTo>
                  <a:pt x="80" y="73"/>
                  <a:pt x="79" y="73"/>
                  <a:pt x="78" y="73"/>
                </a:cubicBezTo>
                <a:cubicBezTo>
                  <a:pt x="76" y="73"/>
                  <a:pt x="75" y="73"/>
                  <a:pt x="74" y="74"/>
                </a:cubicBezTo>
                <a:cubicBezTo>
                  <a:pt x="73" y="75"/>
                  <a:pt x="73" y="77"/>
                  <a:pt x="73" y="78"/>
                </a:cubicBezTo>
                <a:lnTo>
                  <a:pt x="73" y="203"/>
                </a:lnTo>
                <a:close/>
                <a:moveTo>
                  <a:pt x="104" y="203"/>
                </a:moveTo>
                <a:cubicBezTo>
                  <a:pt x="104" y="204"/>
                  <a:pt x="104" y="206"/>
                  <a:pt x="105" y="207"/>
                </a:cubicBezTo>
                <a:cubicBezTo>
                  <a:pt x="106" y="207"/>
                  <a:pt x="107" y="208"/>
                  <a:pt x="109" y="208"/>
                </a:cubicBezTo>
                <a:cubicBezTo>
                  <a:pt x="110" y="208"/>
                  <a:pt x="112" y="207"/>
                  <a:pt x="113" y="207"/>
                </a:cubicBezTo>
                <a:cubicBezTo>
                  <a:pt x="114" y="206"/>
                  <a:pt x="114" y="204"/>
                  <a:pt x="114" y="203"/>
                </a:cubicBezTo>
                <a:cubicBezTo>
                  <a:pt x="114" y="78"/>
                  <a:pt x="114" y="78"/>
                  <a:pt x="114" y="78"/>
                </a:cubicBezTo>
                <a:cubicBezTo>
                  <a:pt x="114" y="76"/>
                  <a:pt x="114" y="75"/>
                  <a:pt x="113" y="74"/>
                </a:cubicBezTo>
                <a:cubicBezTo>
                  <a:pt x="112" y="73"/>
                  <a:pt x="110" y="73"/>
                  <a:pt x="109" y="73"/>
                </a:cubicBezTo>
                <a:cubicBezTo>
                  <a:pt x="107" y="73"/>
                  <a:pt x="106" y="73"/>
                  <a:pt x="105" y="74"/>
                </a:cubicBezTo>
                <a:cubicBezTo>
                  <a:pt x="104" y="75"/>
                  <a:pt x="104" y="77"/>
                  <a:pt x="104" y="78"/>
                </a:cubicBezTo>
                <a:lnTo>
                  <a:pt x="104" y="203"/>
                </a:lnTo>
                <a:close/>
                <a:moveTo>
                  <a:pt x="135" y="203"/>
                </a:moveTo>
                <a:cubicBezTo>
                  <a:pt x="135" y="204"/>
                  <a:pt x="136" y="206"/>
                  <a:pt x="136" y="207"/>
                </a:cubicBezTo>
                <a:cubicBezTo>
                  <a:pt x="137" y="207"/>
                  <a:pt x="139" y="208"/>
                  <a:pt x="140" y="208"/>
                </a:cubicBezTo>
                <a:cubicBezTo>
                  <a:pt x="142" y="208"/>
                  <a:pt x="143" y="207"/>
                  <a:pt x="144" y="207"/>
                </a:cubicBezTo>
                <a:cubicBezTo>
                  <a:pt x="145" y="206"/>
                  <a:pt x="145" y="204"/>
                  <a:pt x="145" y="203"/>
                </a:cubicBezTo>
                <a:cubicBezTo>
                  <a:pt x="145" y="78"/>
                  <a:pt x="145" y="78"/>
                  <a:pt x="145" y="78"/>
                </a:cubicBezTo>
                <a:cubicBezTo>
                  <a:pt x="145" y="76"/>
                  <a:pt x="145" y="75"/>
                  <a:pt x="144" y="74"/>
                </a:cubicBezTo>
                <a:cubicBezTo>
                  <a:pt x="143" y="73"/>
                  <a:pt x="141" y="73"/>
                  <a:pt x="140" y="73"/>
                </a:cubicBezTo>
                <a:cubicBezTo>
                  <a:pt x="139" y="73"/>
                  <a:pt x="137" y="73"/>
                  <a:pt x="136" y="74"/>
                </a:cubicBezTo>
                <a:cubicBezTo>
                  <a:pt x="136" y="75"/>
                  <a:pt x="135" y="77"/>
                  <a:pt x="135" y="78"/>
                </a:cubicBezTo>
                <a:lnTo>
                  <a:pt x="135" y="20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64" name="Freeform 66"/>
          <p:cNvSpPr>
            <a:spLocks noEditPoints="1"/>
          </p:cNvSpPr>
          <p:nvPr/>
        </p:nvSpPr>
        <p:spPr bwMode="auto">
          <a:xfrm>
            <a:off x="8192850" y="2802340"/>
            <a:ext cx="299697" cy="299697"/>
          </a:xfrm>
          <a:custGeom>
            <a:avLst/>
            <a:gdLst>
              <a:gd name="T0" fmla="*/ 0 w 209"/>
              <a:gd name="T1" fmla="*/ 104 h 209"/>
              <a:gd name="T2" fmla="*/ 16 w 209"/>
              <a:gd name="T3" fmla="*/ 49 h 209"/>
              <a:gd name="T4" fmla="*/ 49 w 209"/>
              <a:gd name="T5" fmla="*/ 16 h 209"/>
              <a:gd name="T6" fmla="*/ 104 w 209"/>
              <a:gd name="T7" fmla="*/ 0 h 209"/>
              <a:gd name="T8" fmla="*/ 159 w 209"/>
              <a:gd name="T9" fmla="*/ 16 h 209"/>
              <a:gd name="T10" fmla="*/ 193 w 209"/>
              <a:gd name="T11" fmla="*/ 50 h 209"/>
              <a:gd name="T12" fmla="*/ 209 w 209"/>
              <a:gd name="T13" fmla="*/ 104 h 209"/>
              <a:gd name="T14" fmla="*/ 193 w 209"/>
              <a:gd name="T15" fmla="*/ 159 h 209"/>
              <a:gd name="T16" fmla="*/ 159 w 209"/>
              <a:gd name="T17" fmla="*/ 193 h 209"/>
              <a:gd name="T18" fmla="*/ 104 w 209"/>
              <a:gd name="T19" fmla="*/ 209 h 209"/>
              <a:gd name="T20" fmla="*/ 49 w 209"/>
              <a:gd name="T21" fmla="*/ 193 h 209"/>
              <a:gd name="T22" fmla="*/ 16 w 209"/>
              <a:gd name="T23" fmla="*/ 159 h 209"/>
              <a:gd name="T24" fmla="*/ 28 w 209"/>
              <a:gd name="T25" fmla="*/ 72 h 209"/>
              <a:gd name="T26" fmla="*/ 28 w 209"/>
              <a:gd name="T27" fmla="*/ 137 h 209"/>
              <a:gd name="T28" fmla="*/ 104 w 209"/>
              <a:gd name="T29" fmla="*/ 187 h 209"/>
              <a:gd name="T30" fmla="*/ 181 w 209"/>
              <a:gd name="T31" fmla="*/ 137 h 209"/>
              <a:gd name="T32" fmla="*/ 181 w 209"/>
              <a:gd name="T33" fmla="*/ 72 h 209"/>
              <a:gd name="T34" fmla="*/ 104 w 209"/>
              <a:gd name="T35" fmla="*/ 21 h 209"/>
              <a:gd name="T36" fmla="*/ 28 w 209"/>
              <a:gd name="T37" fmla="*/ 72 h 209"/>
              <a:gd name="T38" fmla="*/ 32 w 209"/>
              <a:gd name="T39" fmla="*/ 102 h 209"/>
              <a:gd name="T40" fmla="*/ 52 w 209"/>
              <a:gd name="T41" fmla="*/ 107 h 209"/>
              <a:gd name="T42" fmla="*/ 90 w 209"/>
              <a:gd name="T43" fmla="*/ 108 h 209"/>
              <a:gd name="T44" fmla="*/ 145 w 209"/>
              <a:gd name="T45" fmla="*/ 55 h 209"/>
              <a:gd name="T46" fmla="*/ 146 w 209"/>
              <a:gd name="T47" fmla="*/ 116 h 209"/>
              <a:gd name="T48" fmla="*/ 90 w 209"/>
              <a:gd name="T49" fmla="*/ 108 h 209"/>
              <a:gd name="T50" fmla="*/ 102 w 209"/>
              <a:gd name="T51" fmla="*/ 31 h 209"/>
              <a:gd name="T52" fmla="*/ 107 w 209"/>
              <a:gd name="T53" fmla="*/ 52 h 209"/>
              <a:gd name="T54" fmla="*/ 102 w 209"/>
              <a:gd name="T55" fmla="*/ 156 h 209"/>
              <a:gd name="T56" fmla="*/ 107 w 209"/>
              <a:gd name="T57" fmla="*/ 177 h 209"/>
              <a:gd name="T58" fmla="*/ 102 w 209"/>
              <a:gd name="T59" fmla="*/ 156 h 209"/>
              <a:gd name="T60" fmla="*/ 162 w 209"/>
              <a:gd name="T61" fmla="*/ 102 h 209"/>
              <a:gd name="T62" fmla="*/ 182 w 209"/>
              <a:gd name="T63" fmla="*/ 107 h 2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209" h="209">
                <a:moveTo>
                  <a:pt x="6" y="137"/>
                </a:moveTo>
                <a:cubicBezTo>
                  <a:pt x="2" y="127"/>
                  <a:pt x="0" y="116"/>
                  <a:pt x="0" y="104"/>
                </a:cubicBezTo>
                <a:cubicBezTo>
                  <a:pt x="0" y="93"/>
                  <a:pt x="2" y="82"/>
                  <a:pt x="6" y="72"/>
                </a:cubicBezTo>
                <a:cubicBezTo>
                  <a:pt x="8" y="64"/>
                  <a:pt x="12" y="56"/>
                  <a:pt x="16" y="49"/>
                </a:cubicBezTo>
                <a:cubicBezTo>
                  <a:pt x="20" y="43"/>
                  <a:pt x="25" y="36"/>
                  <a:pt x="31" y="31"/>
                </a:cubicBezTo>
                <a:cubicBezTo>
                  <a:pt x="36" y="25"/>
                  <a:pt x="42" y="20"/>
                  <a:pt x="49" y="16"/>
                </a:cubicBezTo>
                <a:cubicBezTo>
                  <a:pt x="56" y="12"/>
                  <a:pt x="64" y="8"/>
                  <a:pt x="71" y="6"/>
                </a:cubicBezTo>
                <a:cubicBezTo>
                  <a:pt x="82" y="2"/>
                  <a:pt x="93" y="0"/>
                  <a:pt x="104" y="0"/>
                </a:cubicBezTo>
                <a:cubicBezTo>
                  <a:pt x="116" y="0"/>
                  <a:pt x="127" y="2"/>
                  <a:pt x="137" y="6"/>
                </a:cubicBezTo>
                <a:cubicBezTo>
                  <a:pt x="145" y="8"/>
                  <a:pt x="152" y="12"/>
                  <a:pt x="159" y="16"/>
                </a:cubicBezTo>
                <a:cubicBezTo>
                  <a:pt x="166" y="20"/>
                  <a:pt x="172" y="25"/>
                  <a:pt x="178" y="31"/>
                </a:cubicBezTo>
                <a:cubicBezTo>
                  <a:pt x="184" y="36"/>
                  <a:pt x="189" y="43"/>
                  <a:pt x="193" y="50"/>
                </a:cubicBezTo>
                <a:cubicBezTo>
                  <a:pt x="197" y="56"/>
                  <a:pt x="201" y="64"/>
                  <a:pt x="203" y="72"/>
                </a:cubicBezTo>
                <a:cubicBezTo>
                  <a:pt x="207" y="82"/>
                  <a:pt x="208" y="93"/>
                  <a:pt x="209" y="104"/>
                </a:cubicBezTo>
                <a:cubicBezTo>
                  <a:pt x="209" y="116"/>
                  <a:pt x="207" y="127"/>
                  <a:pt x="203" y="137"/>
                </a:cubicBezTo>
                <a:cubicBezTo>
                  <a:pt x="201" y="145"/>
                  <a:pt x="197" y="153"/>
                  <a:pt x="193" y="159"/>
                </a:cubicBezTo>
                <a:cubicBezTo>
                  <a:pt x="189" y="166"/>
                  <a:pt x="184" y="172"/>
                  <a:pt x="178" y="178"/>
                </a:cubicBezTo>
                <a:cubicBezTo>
                  <a:pt x="173" y="184"/>
                  <a:pt x="166" y="189"/>
                  <a:pt x="159" y="193"/>
                </a:cubicBezTo>
                <a:cubicBezTo>
                  <a:pt x="152" y="197"/>
                  <a:pt x="145" y="201"/>
                  <a:pt x="137" y="203"/>
                </a:cubicBezTo>
                <a:cubicBezTo>
                  <a:pt x="127" y="207"/>
                  <a:pt x="116" y="209"/>
                  <a:pt x="104" y="209"/>
                </a:cubicBezTo>
                <a:cubicBezTo>
                  <a:pt x="93" y="209"/>
                  <a:pt x="82" y="207"/>
                  <a:pt x="71" y="203"/>
                </a:cubicBezTo>
                <a:cubicBezTo>
                  <a:pt x="64" y="201"/>
                  <a:pt x="56" y="197"/>
                  <a:pt x="49" y="193"/>
                </a:cubicBezTo>
                <a:cubicBezTo>
                  <a:pt x="43" y="189"/>
                  <a:pt x="36" y="184"/>
                  <a:pt x="31" y="178"/>
                </a:cubicBezTo>
                <a:cubicBezTo>
                  <a:pt x="25" y="172"/>
                  <a:pt x="20" y="166"/>
                  <a:pt x="16" y="159"/>
                </a:cubicBezTo>
                <a:cubicBezTo>
                  <a:pt x="12" y="152"/>
                  <a:pt x="8" y="145"/>
                  <a:pt x="6" y="137"/>
                </a:cubicBezTo>
                <a:close/>
                <a:moveTo>
                  <a:pt x="28" y="72"/>
                </a:moveTo>
                <a:cubicBezTo>
                  <a:pt x="23" y="82"/>
                  <a:pt x="21" y="93"/>
                  <a:pt x="21" y="104"/>
                </a:cubicBezTo>
                <a:cubicBezTo>
                  <a:pt x="21" y="116"/>
                  <a:pt x="23" y="126"/>
                  <a:pt x="28" y="137"/>
                </a:cubicBezTo>
                <a:cubicBezTo>
                  <a:pt x="37" y="157"/>
                  <a:pt x="51" y="172"/>
                  <a:pt x="72" y="181"/>
                </a:cubicBezTo>
                <a:cubicBezTo>
                  <a:pt x="82" y="185"/>
                  <a:pt x="93" y="187"/>
                  <a:pt x="104" y="187"/>
                </a:cubicBezTo>
                <a:cubicBezTo>
                  <a:pt x="116" y="187"/>
                  <a:pt x="126" y="185"/>
                  <a:pt x="137" y="181"/>
                </a:cubicBezTo>
                <a:cubicBezTo>
                  <a:pt x="157" y="172"/>
                  <a:pt x="172" y="157"/>
                  <a:pt x="181" y="137"/>
                </a:cubicBezTo>
                <a:cubicBezTo>
                  <a:pt x="185" y="126"/>
                  <a:pt x="187" y="116"/>
                  <a:pt x="187" y="104"/>
                </a:cubicBezTo>
                <a:cubicBezTo>
                  <a:pt x="187" y="93"/>
                  <a:pt x="185" y="82"/>
                  <a:pt x="181" y="72"/>
                </a:cubicBezTo>
                <a:cubicBezTo>
                  <a:pt x="172" y="51"/>
                  <a:pt x="157" y="37"/>
                  <a:pt x="137" y="28"/>
                </a:cubicBezTo>
                <a:cubicBezTo>
                  <a:pt x="126" y="23"/>
                  <a:pt x="116" y="21"/>
                  <a:pt x="104" y="21"/>
                </a:cubicBezTo>
                <a:cubicBezTo>
                  <a:pt x="93" y="21"/>
                  <a:pt x="82" y="23"/>
                  <a:pt x="72" y="28"/>
                </a:cubicBezTo>
                <a:cubicBezTo>
                  <a:pt x="51" y="37"/>
                  <a:pt x="37" y="51"/>
                  <a:pt x="28" y="72"/>
                </a:cubicBezTo>
                <a:close/>
                <a:moveTo>
                  <a:pt x="32" y="107"/>
                </a:moveTo>
                <a:cubicBezTo>
                  <a:pt x="32" y="102"/>
                  <a:pt x="32" y="102"/>
                  <a:pt x="32" y="102"/>
                </a:cubicBezTo>
                <a:cubicBezTo>
                  <a:pt x="52" y="102"/>
                  <a:pt x="52" y="102"/>
                  <a:pt x="52" y="102"/>
                </a:cubicBezTo>
                <a:cubicBezTo>
                  <a:pt x="52" y="107"/>
                  <a:pt x="52" y="107"/>
                  <a:pt x="52" y="107"/>
                </a:cubicBezTo>
                <a:lnTo>
                  <a:pt x="32" y="107"/>
                </a:lnTo>
                <a:close/>
                <a:moveTo>
                  <a:pt x="90" y="108"/>
                </a:moveTo>
                <a:cubicBezTo>
                  <a:pt x="127" y="45"/>
                  <a:pt x="127" y="45"/>
                  <a:pt x="127" y="45"/>
                </a:cubicBezTo>
                <a:cubicBezTo>
                  <a:pt x="145" y="55"/>
                  <a:pt x="145" y="55"/>
                  <a:pt x="145" y="55"/>
                </a:cubicBezTo>
                <a:cubicBezTo>
                  <a:pt x="119" y="101"/>
                  <a:pt x="119" y="101"/>
                  <a:pt x="119" y="101"/>
                </a:cubicBezTo>
                <a:cubicBezTo>
                  <a:pt x="146" y="116"/>
                  <a:pt x="146" y="116"/>
                  <a:pt x="146" y="116"/>
                </a:cubicBezTo>
                <a:cubicBezTo>
                  <a:pt x="135" y="134"/>
                  <a:pt x="135" y="134"/>
                  <a:pt x="135" y="134"/>
                </a:cubicBezTo>
                <a:lnTo>
                  <a:pt x="90" y="108"/>
                </a:lnTo>
                <a:close/>
                <a:moveTo>
                  <a:pt x="102" y="52"/>
                </a:moveTo>
                <a:cubicBezTo>
                  <a:pt x="102" y="31"/>
                  <a:pt x="102" y="31"/>
                  <a:pt x="102" y="31"/>
                </a:cubicBezTo>
                <a:cubicBezTo>
                  <a:pt x="107" y="31"/>
                  <a:pt x="107" y="31"/>
                  <a:pt x="107" y="31"/>
                </a:cubicBezTo>
                <a:cubicBezTo>
                  <a:pt x="107" y="52"/>
                  <a:pt x="107" y="52"/>
                  <a:pt x="107" y="52"/>
                </a:cubicBezTo>
                <a:lnTo>
                  <a:pt x="102" y="52"/>
                </a:lnTo>
                <a:close/>
                <a:moveTo>
                  <a:pt x="102" y="156"/>
                </a:moveTo>
                <a:cubicBezTo>
                  <a:pt x="107" y="156"/>
                  <a:pt x="107" y="156"/>
                  <a:pt x="107" y="156"/>
                </a:cubicBezTo>
                <a:cubicBezTo>
                  <a:pt x="107" y="177"/>
                  <a:pt x="107" y="177"/>
                  <a:pt x="107" y="177"/>
                </a:cubicBezTo>
                <a:cubicBezTo>
                  <a:pt x="102" y="177"/>
                  <a:pt x="102" y="177"/>
                  <a:pt x="102" y="177"/>
                </a:cubicBezTo>
                <a:lnTo>
                  <a:pt x="102" y="156"/>
                </a:lnTo>
                <a:close/>
                <a:moveTo>
                  <a:pt x="162" y="107"/>
                </a:moveTo>
                <a:cubicBezTo>
                  <a:pt x="162" y="102"/>
                  <a:pt x="162" y="102"/>
                  <a:pt x="162" y="102"/>
                </a:cubicBezTo>
                <a:cubicBezTo>
                  <a:pt x="182" y="102"/>
                  <a:pt x="182" y="102"/>
                  <a:pt x="182" y="102"/>
                </a:cubicBezTo>
                <a:cubicBezTo>
                  <a:pt x="182" y="107"/>
                  <a:pt x="182" y="107"/>
                  <a:pt x="182" y="107"/>
                </a:cubicBezTo>
                <a:lnTo>
                  <a:pt x="162" y="10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65" name="Freeform 67"/>
          <p:cNvSpPr>
            <a:spLocks noEditPoints="1"/>
          </p:cNvSpPr>
          <p:nvPr/>
        </p:nvSpPr>
        <p:spPr bwMode="auto">
          <a:xfrm>
            <a:off x="8774870" y="2802339"/>
            <a:ext cx="299697" cy="297527"/>
          </a:xfrm>
          <a:custGeom>
            <a:avLst/>
            <a:gdLst>
              <a:gd name="T0" fmla="*/ 0 w 208"/>
              <a:gd name="T1" fmla="*/ 78 h 208"/>
              <a:gd name="T2" fmla="*/ 10 w 208"/>
              <a:gd name="T3" fmla="*/ 39 h 208"/>
              <a:gd name="T4" fmla="*/ 38 w 208"/>
              <a:gd name="T5" fmla="*/ 11 h 208"/>
              <a:gd name="T6" fmla="*/ 78 w 208"/>
              <a:gd name="T7" fmla="*/ 0 h 208"/>
              <a:gd name="T8" fmla="*/ 117 w 208"/>
              <a:gd name="T9" fmla="*/ 11 h 208"/>
              <a:gd name="T10" fmla="*/ 145 w 208"/>
              <a:gd name="T11" fmla="*/ 39 h 208"/>
              <a:gd name="T12" fmla="*/ 156 w 208"/>
              <a:gd name="T13" fmla="*/ 78 h 208"/>
              <a:gd name="T14" fmla="*/ 146 w 208"/>
              <a:gd name="T15" fmla="*/ 117 h 208"/>
              <a:gd name="T16" fmla="*/ 202 w 208"/>
              <a:gd name="T17" fmla="*/ 173 h 208"/>
              <a:gd name="T18" fmla="*/ 208 w 208"/>
              <a:gd name="T19" fmla="*/ 187 h 208"/>
              <a:gd name="T20" fmla="*/ 206 w 208"/>
              <a:gd name="T21" fmla="*/ 195 h 208"/>
              <a:gd name="T22" fmla="*/ 202 w 208"/>
              <a:gd name="T23" fmla="*/ 202 h 208"/>
              <a:gd name="T24" fmla="*/ 195 w 208"/>
              <a:gd name="T25" fmla="*/ 207 h 208"/>
              <a:gd name="T26" fmla="*/ 187 w 208"/>
              <a:gd name="T27" fmla="*/ 208 h 208"/>
              <a:gd name="T28" fmla="*/ 172 w 208"/>
              <a:gd name="T29" fmla="*/ 202 h 208"/>
              <a:gd name="T30" fmla="*/ 116 w 208"/>
              <a:gd name="T31" fmla="*/ 146 h 208"/>
              <a:gd name="T32" fmla="*/ 78 w 208"/>
              <a:gd name="T33" fmla="*/ 156 h 208"/>
              <a:gd name="T34" fmla="*/ 38 w 208"/>
              <a:gd name="T35" fmla="*/ 146 h 208"/>
              <a:gd name="T36" fmla="*/ 10 w 208"/>
              <a:gd name="T37" fmla="*/ 118 h 208"/>
              <a:gd name="T38" fmla="*/ 0 w 208"/>
              <a:gd name="T39" fmla="*/ 78 h 208"/>
              <a:gd name="T40" fmla="*/ 21 w 208"/>
              <a:gd name="T41" fmla="*/ 78 h 208"/>
              <a:gd name="T42" fmla="*/ 25 w 208"/>
              <a:gd name="T43" fmla="*/ 100 h 208"/>
              <a:gd name="T44" fmla="*/ 37 w 208"/>
              <a:gd name="T45" fmla="*/ 119 h 208"/>
              <a:gd name="T46" fmla="*/ 56 w 208"/>
              <a:gd name="T47" fmla="*/ 131 h 208"/>
              <a:gd name="T48" fmla="*/ 78 w 208"/>
              <a:gd name="T49" fmla="*/ 136 h 208"/>
              <a:gd name="T50" fmla="*/ 93 w 208"/>
              <a:gd name="T51" fmla="*/ 133 h 208"/>
              <a:gd name="T52" fmla="*/ 106 w 208"/>
              <a:gd name="T53" fmla="*/ 128 h 208"/>
              <a:gd name="T54" fmla="*/ 118 w 208"/>
              <a:gd name="T55" fmla="*/ 119 h 208"/>
              <a:gd name="T56" fmla="*/ 127 w 208"/>
              <a:gd name="T57" fmla="*/ 107 h 208"/>
              <a:gd name="T58" fmla="*/ 133 w 208"/>
              <a:gd name="T59" fmla="*/ 93 h 208"/>
              <a:gd name="T60" fmla="*/ 135 w 208"/>
              <a:gd name="T61" fmla="*/ 78 h 208"/>
              <a:gd name="T62" fmla="*/ 130 w 208"/>
              <a:gd name="T63" fmla="*/ 56 h 208"/>
              <a:gd name="T64" fmla="*/ 118 w 208"/>
              <a:gd name="T65" fmla="*/ 38 h 208"/>
              <a:gd name="T66" fmla="*/ 100 w 208"/>
              <a:gd name="T67" fmla="*/ 26 h 208"/>
              <a:gd name="T68" fmla="*/ 78 w 208"/>
              <a:gd name="T69" fmla="*/ 21 h 208"/>
              <a:gd name="T70" fmla="*/ 56 w 208"/>
              <a:gd name="T71" fmla="*/ 26 h 208"/>
              <a:gd name="T72" fmla="*/ 37 w 208"/>
              <a:gd name="T73" fmla="*/ 38 h 208"/>
              <a:gd name="T74" fmla="*/ 25 w 208"/>
              <a:gd name="T75" fmla="*/ 56 h 208"/>
              <a:gd name="T76" fmla="*/ 21 w 208"/>
              <a:gd name="T77" fmla="*/ 78 h 2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208" h="208">
                <a:moveTo>
                  <a:pt x="0" y="78"/>
                </a:moveTo>
                <a:cubicBezTo>
                  <a:pt x="0" y="64"/>
                  <a:pt x="3" y="51"/>
                  <a:pt x="10" y="39"/>
                </a:cubicBezTo>
                <a:cubicBezTo>
                  <a:pt x="17" y="27"/>
                  <a:pt x="26" y="18"/>
                  <a:pt x="38" y="11"/>
                </a:cubicBezTo>
                <a:cubicBezTo>
                  <a:pt x="51" y="4"/>
                  <a:pt x="64" y="0"/>
                  <a:pt x="78" y="0"/>
                </a:cubicBezTo>
                <a:cubicBezTo>
                  <a:pt x="92" y="0"/>
                  <a:pt x="105" y="4"/>
                  <a:pt x="117" y="11"/>
                </a:cubicBezTo>
                <a:cubicBezTo>
                  <a:pt x="129" y="18"/>
                  <a:pt x="138" y="27"/>
                  <a:pt x="145" y="39"/>
                </a:cubicBezTo>
                <a:cubicBezTo>
                  <a:pt x="152" y="51"/>
                  <a:pt x="156" y="64"/>
                  <a:pt x="156" y="78"/>
                </a:cubicBezTo>
                <a:cubicBezTo>
                  <a:pt x="156" y="92"/>
                  <a:pt x="152" y="105"/>
                  <a:pt x="146" y="117"/>
                </a:cubicBezTo>
                <a:cubicBezTo>
                  <a:pt x="202" y="173"/>
                  <a:pt x="202" y="173"/>
                  <a:pt x="202" y="173"/>
                </a:cubicBezTo>
                <a:cubicBezTo>
                  <a:pt x="206" y="177"/>
                  <a:pt x="208" y="182"/>
                  <a:pt x="208" y="187"/>
                </a:cubicBezTo>
                <a:cubicBezTo>
                  <a:pt x="208" y="190"/>
                  <a:pt x="207" y="193"/>
                  <a:pt x="206" y="195"/>
                </a:cubicBezTo>
                <a:cubicBezTo>
                  <a:pt x="205" y="198"/>
                  <a:pt x="204" y="200"/>
                  <a:pt x="202" y="202"/>
                </a:cubicBezTo>
                <a:cubicBezTo>
                  <a:pt x="200" y="204"/>
                  <a:pt x="197" y="206"/>
                  <a:pt x="195" y="207"/>
                </a:cubicBezTo>
                <a:cubicBezTo>
                  <a:pt x="193" y="208"/>
                  <a:pt x="190" y="208"/>
                  <a:pt x="187" y="208"/>
                </a:cubicBezTo>
                <a:cubicBezTo>
                  <a:pt x="181" y="208"/>
                  <a:pt x="176" y="206"/>
                  <a:pt x="172" y="202"/>
                </a:cubicBezTo>
                <a:cubicBezTo>
                  <a:pt x="116" y="146"/>
                  <a:pt x="116" y="146"/>
                  <a:pt x="116" y="146"/>
                </a:cubicBezTo>
                <a:cubicBezTo>
                  <a:pt x="104" y="153"/>
                  <a:pt x="91" y="156"/>
                  <a:pt x="78" y="156"/>
                </a:cubicBezTo>
                <a:cubicBezTo>
                  <a:pt x="64" y="156"/>
                  <a:pt x="50" y="153"/>
                  <a:pt x="38" y="146"/>
                </a:cubicBezTo>
                <a:cubicBezTo>
                  <a:pt x="27" y="139"/>
                  <a:pt x="17" y="129"/>
                  <a:pt x="10" y="118"/>
                </a:cubicBezTo>
                <a:cubicBezTo>
                  <a:pt x="3" y="105"/>
                  <a:pt x="0" y="92"/>
                  <a:pt x="0" y="78"/>
                </a:cubicBezTo>
                <a:close/>
                <a:moveTo>
                  <a:pt x="21" y="78"/>
                </a:moveTo>
                <a:cubicBezTo>
                  <a:pt x="20" y="86"/>
                  <a:pt x="22" y="93"/>
                  <a:pt x="25" y="100"/>
                </a:cubicBezTo>
                <a:cubicBezTo>
                  <a:pt x="28" y="107"/>
                  <a:pt x="32" y="113"/>
                  <a:pt x="37" y="119"/>
                </a:cubicBezTo>
                <a:cubicBezTo>
                  <a:pt x="43" y="124"/>
                  <a:pt x="49" y="128"/>
                  <a:pt x="56" y="131"/>
                </a:cubicBezTo>
                <a:cubicBezTo>
                  <a:pt x="63" y="134"/>
                  <a:pt x="70" y="136"/>
                  <a:pt x="78" y="136"/>
                </a:cubicBezTo>
                <a:cubicBezTo>
                  <a:pt x="83" y="136"/>
                  <a:pt x="88" y="135"/>
                  <a:pt x="93" y="133"/>
                </a:cubicBezTo>
                <a:cubicBezTo>
                  <a:pt x="97" y="132"/>
                  <a:pt x="102" y="130"/>
                  <a:pt x="106" y="128"/>
                </a:cubicBezTo>
                <a:cubicBezTo>
                  <a:pt x="110" y="125"/>
                  <a:pt x="114" y="122"/>
                  <a:pt x="118" y="119"/>
                </a:cubicBezTo>
                <a:cubicBezTo>
                  <a:pt x="121" y="115"/>
                  <a:pt x="124" y="111"/>
                  <a:pt x="127" y="107"/>
                </a:cubicBezTo>
                <a:cubicBezTo>
                  <a:pt x="129" y="103"/>
                  <a:pt x="131" y="98"/>
                  <a:pt x="133" y="93"/>
                </a:cubicBezTo>
                <a:cubicBezTo>
                  <a:pt x="134" y="88"/>
                  <a:pt x="135" y="84"/>
                  <a:pt x="135" y="78"/>
                </a:cubicBezTo>
                <a:cubicBezTo>
                  <a:pt x="135" y="71"/>
                  <a:pt x="133" y="63"/>
                  <a:pt x="130" y="56"/>
                </a:cubicBezTo>
                <a:cubicBezTo>
                  <a:pt x="127" y="49"/>
                  <a:pt x="123" y="43"/>
                  <a:pt x="118" y="38"/>
                </a:cubicBezTo>
                <a:cubicBezTo>
                  <a:pt x="113" y="33"/>
                  <a:pt x="107" y="29"/>
                  <a:pt x="100" y="26"/>
                </a:cubicBezTo>
                <a:cubicBezTo>
                  <a:pt x="93" y="23"/>
                  <a:pt x="85" y="21"/>
                  <a:pt x="78" y="21"/>
                </a:cubicBezTo>
                <a:cubicBezTo>
                  <a:pt x="70" y="21"/>
                  <a:pt x="62" y="23"/>
                  <a:pt x="56" y="26"/>
                </a:cubicBezTo>
                <a:cubicBezTo>
                  <a:pt x="49" y="28"/>
                  <a:pt x="43" y="32"/>
                  <a:pt x="37" y="38"/>
                </a:cubicBezTo>
                <a:cubicBezTo>
                  <a:pt x="32" y="44"/>
                  <a:pt x="27" y="50"/>
                  <a:pt x="25" y="56"/>
                </a:cubicBezTo>
                <a:cubicBezTo>
                  <a:pt x="22" y="63"/>
                  <a:pt x="21" y="70"/>
                  <a:pt x="21" y="7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66" name="Freeform 68"/>
          <p:cNvSpPr>
            <a:spLocks noEditPoints="1"/>
          </p:cNvSpPr>
          <p:nvPr/>
        </p:nvSpPr>
        <p:spPr bwMode="auto">
          <a:xfrm>
            <a:off x="9207042" y="2802339"/>
            <a:ext cx="299697" cy="297527"/>
          </a:xfrm>
          <a:custGeom>
            <a:avLst/>
            <a:gdLst>
              <a:gd name="T0" fmla="*/ 0 w 209"/>
              <a:gd name="T1" fmla="*/ 78 h 208"/>
              <a:gd name="T2" fmla="*/ 11 w 209"/>
              <a:gd name="T3" fmla="*/ 39 h 208"/>
              <a:gd name="T4" fmla="*/ 39 w 209"/>
              <a:gd name="T5" fmla="*/ 11 h 208"/>
              <a:gd name="T6" fmla="*/ 79 w 209"/>
              <a:gd name="T7" fmla="*/ 0 h 208"/>
              <a:gd name="T8" fmla="*/ 118 w 209"/>
              <a:gd name="T9" fmla="*/ 11 h 208"/>
              <a:gd name="T10" fmla="*/ 146 w 209"/>
              <a:gd name="T11" fmla="*/ 39 h 208"/>
              <a:gd name="T12" fmla="*/ 156 w 209"/>
              <a:gd name="T13" fmla="*/ 78 h 208"/>
              <a:gd name="T14" fmla="*/ 146 w 209"/>
              <a:gd name="T15" fmla="*/ 117 h 208"/>
              <a:gd name="T16" fmla="*/ 203 w 209"/>
              <a:gd name="T17" fmla="*/ 173 h 208"/>
              <a:gd name="T18" fmla="*/ 209 w 209"/>
              <a:gd name="T19" fmla="*/ 187 h 208"/>
              <a:gd name="T20" fmla="*/ 207 w 209"/>
              <a:gd name="T21" fmla="*/ 195 h 208"/>
              <a:gd name="T22" fmla="*/ 203 w 209"/>
              <a:gd name="T23" fmla="*/ 202 h 208"/>
              <a:gd name="T24" fmla="*/ 196 w 209"/>
              <a:gd name="T25" fmla="*/ 207 h 208"/>
              <a:gd name="T26" fmla="*/ 188 w 209"/>
              <a:gd name="T27" fmla="*/ 208 h 208"/>
              <a:gd name="T28" fmla="*/ 173 w 209"/>
              <a:gd name="T29" fmla="*/ 202 h 208"/>
              <a:gd name="T30" fmla="*/ 117 w 209"/>
              <a:gd name="T31" fmla="*/ 146 h 208"/>
              <a:gd name="T32" fmla="*/ 79 w 209"/>
              <a:gd name="T33" fmla="*/ 156 h 208"/>
              <a:gd name="T34" fmla="*/ 39 w 209"/>
              <a:gd name="T35" fmla="*/ 146 h 208"/>
              <a:gd name="T36" fmla="*/ 11 w 209"/>
              <a:gd name="T37" fmla="*/ 118 h 208"/>
              <a:gd name="T38" fmla="*/ 0 w 209"/>
              <a:gd name="T39" fmla="*/ 78 h 208"/>
              <a:gd name="T40" fmla="*/ 21 w 209"/>
              <a:gd name="T41" fmla="*/ 78 h 208"/>
              <a:gd name="T42" fmla="*/ 26 w 209"/>
              <a:gd name="T43" fmla="*/ 100 h 208"/>
              <a:gd name="T44" fmla="*/ 38 w 209"/>
              <a:gd name="T45" fmla="*/ 119 h 208"/>
              <a:gd name="T46" fmla="*/ 56 w 209"/>
              <a:gd name="T47" fmla="*/ 131 h 208"/>
              <a:gd name="T48" fmla="*/ 79 w 209"/>
              <a:gd name="T49" fmla="*/ 136 h 208"/>
              <a:gd name="T50" fmla="*/ 93 w 209"/>
              <a:gd name="T51" fmla="*/ 133 h 208"/>
              <a:gd name="T52" fmla="*/ 107 w 209"/>
              <a:gd name="T53" fmla="*/ 128 h 208"/>
              <a:gd name="T54" fmla="*/ 119 w 209"/>
              <a:gd name="T55" fmla="*/ 119 h 208"/>
              <a:gd name="T56" fmla="*/ 128 w 209"/>
              <a:gd name="T57" fmla="*/ 107 h 208"/>
              <a:gd name="T58" fmla="*/ 134 w 209"/>
              <a:gd name="T59" fmla="*/ 93 h 208"/>
              <a:gd name="T60" fmla="*/ 136 w 209"/>
              <a:gd name="T61" fmla="*/ 78 h 208"/>
              <a:gd name="T62" fmla="*/ 131 w 209"/>
              <a:gd name="T63" fmla="*/ 56 h 208"/>
              <a:gd name="T64" fmla="*/ 119 w 209"/>
              <a:gd name="T65" fmla="*/ 38 h 208"/>
              <a:gd name="T66" fmla="*/ 100 w 209"/>
              <a:gd name="T67" fmla="*/ 26 h 208"/>
              <a:gd name="T68" fmla="*/ 79 w 209"/>
              <a:gd name="T69" fmla="*/ 21 h 208"/>
              <a:gd name="T70" fmla="*/ 57 w 209"/>
              <a:gd name="T71" fmla="*/ 26 h 208"/>
              <a:gd name="T72" fmla="*/ 38 w 209"/>
              <a:gd name="T73" fmla="*/ 38 h 208"/>
              <a:gd name="T74" fmla="*/ 26 w 209"/>
              <a:gd name="T75" fmla="*/ 56 h 208"/>
              <a:gd name="T76" fmla="*/ 21 w 209"/>
              <a:gd name="T77" fmla="*/ 78 h 208"/>
              <a:gd name="T78" fmla="*/ 42 w 209"/>
              <a:gd name="T79" fmla="*/ 89 h 208"/>
              <a:gd name="T80" fmla="*/ 42 w 209"/>
              <a:gd name="T81" fmla="*/ 68 h 208"/>
              <a:gd name="T82" fmla="*/ 115 w 209"/>
              <a:gd name="T83" fmla="*/ 68 h 208"/>
              <a:gd name="T84" fmla="*/ 115 w 209"/>
              <a:gd name="T85" fmla="*/ 89 h 208"/>
              <a:gd name="T86" fmla="*/ 42 w 209"/>
              <a:gd name="T87" fmla="*/ 89 h 2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209" h="208">
                <a:moveTo>
                  <a:pt x="0" y="78"/>
                </a:moveTo>
                <a:cubicBezTo>
                  <a:pt x="0" y="64"/>
                  <a:pt x="4" y="51"/>
                  <a:pt x="11" y="39"/>
                </a:cubicBezTo>
                <a:cubicBezTo>
                  <a:pt x="18" y="27"/>
                  <a:pt x="27" y="18"/>
                  <a:pt x="39" y="11"/>
                </a:cubicBezTo>
                <a:cubicBezTo>
                  <a:pt x="51" y="4"/>
                  <a:pt x="64" y="0"/>
                  <a:pt x="79" y="0"/>
                </a:cubicBezTo>
                <a:cubicBezTo>
                  <a:pt x="92" y="0"/>
                  <a:pt x="105" y="4"/>
                  <a:pt x="118" y="11"/>
                </a:cubicBezTo>
                <a:cubicBezTo>
                  <a:pt x="129" y="18"/>
                  <a:pt x="139" y="27"/>
                  <a:pt x="146" y="39"/>
                </a:cubicBezTo>
                <a:cubicBezTo>
                  <a:pt x="153" y="51"/>
                  <a:pt x="156" y="64"/>
                  <a:pt x="156" y="78"/>
                </a:cubicBezTo>
                <a:cubicBezTo>
                  <a:pt x="156" y="92"/>
                  <a:pt x="153" y="105"/>
                  <a:pt x="146" y="117"/>
                </a:cubicBezTo>
                <a:cubicBezTo>
                  <a:pt x="203" y="173"/>
                  <a:pt x="203" y="173"/>
                  <a:pt x="203" y="173"/>
                </a:cubicBezTo>
                <a:cubicBezTo>
                  <a:pt x="207" y="177"/>
                  <a:pt x="209" y="182"/>
                  <a:pt x="209" y="187"/>
                </a:cubicBezTo>
                <a:cubicBezTo>
                  <a:pt x="209" y="190"/>
                  <a:pt x="208" y="193"/>
                  <a:pt x="207" y="195"/>
                </a:cubicBezTo>
                <a:cubicBezTo>
                  <a:pt x="206" y="198"/>
                  <a:pt x="205" y="200"/>
                  <a:pt x="203" y="202"/>
                </a:cubicBezTo>
                <a:cubicBezTo>
                  <a:pt x="200" y="204"/>
                  <a:pt x="198" y="206"/>
                  <a:pt x="196" y="207"/>
                </a:cubicBezTo>
                <a:cubicBezTo>
                  <a:pt x="193" y="208"/>
                  <a:pt x="191" y="208"/>
                  <a:pt x="188" y="208"/>
                </a:cubicBezTo>
                <a:cubicBezTo>
                  <a:pt x="182" y="208"/>
                  <a:pt x="177" y="206"/>
                  <a:pt x="173" y="202"/>
                </a:cubicBezTo>
                <a:cubicBezTo>
                  <a:pt x="117" y="146"/>
                  <a:pt x="117" y="146"/>
                  <a:pt x="117" y="146"/>
                </a:cubicBezTo>
                <a:cubicBezTo>
                  <a:pt x="105" y="153"/>
                  <a:pt x="92" y="156"/>
                  <a:pt x="79" y="156"/>
                </a:cubicBezTo>
                <a:cubicBezTo>
                  <a:pt x="64" y="156"/>
                  <a:pt x="51" y="153"/>
                  <a:pt x="39" y="146"/>
                </a:cubicBezTo>
                <a:cubicBezTo>
                  <a:pt x="27" y="139"/>
                  <a:pt x="18" y="129"/>
                  <a:pt x="11" y="118"/>
                </a:cubicBezTo>
                <a:cubicBezTo>
                  <a:pt x="4" y="105"/>
                  <a:pt x="0" y="92"/>
                  <a:pt x="0" y="78"/>
                </a:cubicBezTo>
                <a:close/>
                <a:moveTo>
                  <a:pt x="21" y="78"/>
                </a:moveTo>
                <a:cubicBezTo>
                  <a:pt x="21" y="86"/>
                  <a:pt x="23" y="93"/>
                  <a:pt x="26" y="100"/>
                </a:cubicBezTo>
                <a:cubicBezTo>
                  <a:pt x="29" y="107"/>
                  <a:pt x="33" y="113"/>
                  <a:pt x="38" y="119"/>
                </a:cubicBezTo>
                <a:cubicBezTo>
                  <a:pt x="43" y="124"/>
                  <a:pt x="49" y="128"/>
                  <a:pt x="56" y="131"/>
                </a:cubicBezTo>
                <a:cubicBezTo>
                  <a:pt x="63" y="134"/>
                  <a:pt x="71" y="136"/>
                  <a:pt x="79" y="136"/>
                </a:cubicBezTo>
                <a:cubicBezTo>
                  <a:pt x="84" y="136"/>
                  <a:pt x="89" y="135"/>
                  <a:pt x="93" y="133"/>
                </a:cubicBezTo>
                <a:cubicBezTo>
                  <a:pt x="98" y="132"/>
                  <a:pt x="103" y="130"/>
                  <a:pt x="107" y="128"/>
                </a:cubicBezTo>
                <a:cubicBezTo>
                  <a:pt x="111" y="125"/>
                  <a:pt x="115" y="122"/>
                  <a:pt x="119" y="119"/>
                </a:cubicBezTo>
                <a:cubicBezTo>
                  <a:pt x="122" y="115"/>
                  <a:pt x="125" y="111"/>
                  <a:pt x="128" y="107"/>
                </a:cubicBezTo>
                <a:cubicBezTo>
                  <a:pt x="130" y="103"/>
                  <a:pt x="132" y="98"/>
                  <a:pt x="134" y="93"/>
                </a:cubicBezTo>
                <a:cubicBezTo>
                  <a:pt x="135" y="88"/>
                  <a:pt x="136" y="84"/>
                  <a:pt x="136" y="78"/>
                </a:cubicBezTo>
                <a:cubicBezTo>
                  <a:pt x="136" y="71"/>
                  <a:pt x="134" y="63"/>
                  <a:pt x="131" y="56"/>
                </a:cubicBezTo>
                <a:cubicBezTo>
                  <a:pt x="128" y="49"/>
                  <a:pt x="124" y="43"/>
                  <a:pt x="119" y="38"/>
                </a:cubicBezTo>
                <a:cubicBezTo>
                  <a:pt x="113" y="33"/>
                  <a:pt x="107" y="29"/>
                  <a:pt x="100" y="26"/>
                </a:cubicBezTo>
                <a:cubicBezTo>
                  <a:pt x="93" y="23"/>
                  <a:pt x="86" y="21"/>
                  <a:pt x="79" y="21"/>
                </a:cubicBezTo>
                <a:cubicBezTo>
                  <a:pt x="71" y="21"/>
                  <a:pt x="63" y="23"/>
                  <a:pt x="57" y="26"/>
                </a:cubicBezTo>
                <a:cubicBezTo>
                  <a:pt x="50" y="28"/>
                  <a:pt x="44" y="32"/>
                  <a:pt x="38" y="38"/>
                </a:cubicBezTo>
                <a:cubicBezTo>
                  <a:pt x="32" y="44"/>
                  <a:pt x="28" y="50"/>
                  <a:pt x="26" y="56"/>
                </a:cubicBezTo>
                <a:cubicBezTo>
                  <a:pt x="23" y="63"/>
                  <a:pt x="22" y="70"/>
                  <a:pt x="21" y="78"/>
                </a:cubicBezTo>
                <a:close/>
                <a:moveTo>
                  <a:pt x="42" y="89"/>
                </a:moveTo>
                <a:cubicBezTo>
                  <a:pt x="42" y="68"/>
                  <a:pt x="42" y="68"/>
                  <a:pt x="42" y="68"/>
                </a:cubicBezTo>
                <a:cubicBezTo>
                  <a:pt x="115" y="68"/>
                  <a:pt x="115" y="68"/>
                  <a:pt x="115" y="68"/>
                </a:cubicBezTo>
                <a:cubicBezTo>
                  <a:pt x="115" y="89"/>
                  <a:pt x="115" y="89"/>
                  <a:pt x="115" y="89"/>
                </a:cubicBezTo>
                <a:lnTo>
                  <a:pt x="42" y="8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67" name="Freeform 69"/>
          <p:cNvSpPr>
            <a:spLocks noEditPoints="1"/>
          </p:cNvSpPr>
          <p:nvPr/>
        </p:nvSpPr>
        <p:spPr bwMode="auto">
          <a:xfrm>
            <a:off x="9776033" y="2802339"/>
            <a:ext cx="297527" cy="297527"/>
          </a:xfrm>
          <a:custGeom>
            <a:avLst/>
            <a:gdLst>
              <a:gd name="T0" fmla="*/ 0 w 208"/>
              <a:gd name="T1" fmla="*/ 208 h 208"/>
              <a:gd name="T2" fmla="*/ 29 w 208"/>
              <a:gd name="T3" fmla="*/ 120 h 208"/>
              <a:gd name="T4" fmla="*/ 111 w 208"/>
              <a:gd name="T5" fmla="*/ 38 h 208"/>
              <a:gd name="T6" fmla="*/ 118 w 208"/>
              <a:gd name="T7" fmla="*/ 46 h 208"/>
              <a:gd name="T8" fmla="*/ 38 w 208"/>
              <a:gd name="T9" fmla="*/ 126 h 208"/>
              <a:gd name="T10" fmla="*/ 34 w 208"/>
              <a:gd name="T11" fmla="*/ 121 h 208"/>
              <a:gd name="T12" fmla="*/ 34 w 208"/>
              <a:gd name="T13" fmla="*/ 121 h 208"/>
              <a:gd name="T14" fmla="*/ 30 w 208"/>
              <a:gd name="T15" fmla="*/ 133 h 208"/>
              <a:gd name="T16" fmla="*/ 25 w 208"/>
              <a:gd name="T17" fmla="*/ 146 h 208"/>
              <a:gd name="T18" fmla="*/ 21 w 208"/>
              <a:gd name="T19" fmla="*/ 158 h 208"/>
              <a:gd name="T20" fmla="*/ 19 w 208"/>
              <a:gd name="T21" fmla="*/ 166 h 208"/>
              <a:gd name="T22" fmla="*/ 16 w 208"/>
              <a:gd name="T23" fmla="*/ 173 h 208"/>
              <a:gd name="T24" fmla="*/ 28 w 208"/>
              <a:gd name="T25" fmla="*/ 180 h 208"/>
              <a:gd name="T26" fmla="*/ 35 w 208"/>
              <a:gd name="T27" fmla="*/ 192 h 208"/>
              <a:gd name="T28" fmla="*/ 87 w 208"/>
              <a:gd name="T29" fmla="*/ 174 h 208"/>
              <a:gd name="T30" fmla="*/ 87 w 208"/>
              <a:gd name="T31" fmla="*/ 174 h 208"/>
              <a:gd name="T32" fmla="*/ 82 w 208"/>
              <a:gd name="T33" fmla="*/ 170 h 208"/>
              <a:gd name="T34" fmla="*/ 162 w 208"/>
              <a:gd name="T35" fmla="*/ 90 h 208"/>
              <a:gd name="T36" fmla="*/ 170 w 208"/>
              <a:gd name="T37" fmla="*/ 97 h 208"/>
              <a:gd name="T38" fmla="*/ 88 w 208"/>
              <a:gd name="T39" fmla="*/ 179 h 208"/>
              <a:gd name="T40" fmla="*/ 0 w 208"/>
              <a:gd name="T41" fmla="*/ 208 h 208"/>
              <a:gd name="T42" fmla="*/ 48 w 208"/>
              <a:gd name="T43" fmla="*/ 135 h 208"/>
              <a:gd name="T44" fmla="*/ 128 w 208"/>
              <a:gd name="T45" fmla="*/ 55 h 208"/>
              <a:gd name="T46" fmla="*/ 136 w 208"/>
              <a:gd name="T47" fmla="*/ 63 h 208"/>
              <a:gd name="T48" fmla="*/ 55 w 208"/>
              <a:gd name="T49" fmla="*/ 143 h 208"/>
              <a:gd name="T50" fmla="*/ 48 w 208"/>
              <a:gd name="T51" fmla="*/ 135 h 208"/>
              <a:gd name="T52" fmla="*/ 65 w 208"/>
              <a:gd name="T53" fmla="*/ 153 h 208"/>
              <a:gd name="T54" fmla="*/ 145 w 208"/>
              <a:gd name="T55" fmla="*/ 72 h 208"/>
              <a:gd name="T56" fmla="*/ 153 w 208"/>
              <a:gd name="T57" fmla="*/ 80 h 208"/>
              <a:gd name="T58" fmla="*/ 73 w 208"/>
              <a:gd name="T59" fmla="*/ 160 h 208"/>
              <a:gd name="T60" fmla="*/ 65 w 208"/>
              <a:gd name="T61" fmla="*/ 153 h 208"/>
              <a:gd name="T62" fmla="*/ 118 w 208"/>
              <a:gd name="T63" fmla="*/ 31 h 208"/>
              <a:gd name="T64" fmla="*/ 126 w 208"/>
              <a:gd name="T65" fmla="*/ 24 h 208"/>
              <a:gd name="T66" fmla="*/ 185 w 208"/>
              <a:gd name="T67" fmla="*/ 82 h 208"/>
              <a:gd name="T68" fmla="*/ 177 w 208"/>
              <a:gd name="T69" fmla="*/ 90 h 208"/>
              <a:gd name="T70" fmla="*/ 118 w 208"/>
              <a:gd name="T71" fmla="*/ 31 h 208"/>
              <a:gd name="T72" fmla="*/ 133 w 208"/>
              <a:gd name="T73" fmla="*/ 16 h 208"/>
              <a:gd name="T74" fmla="*/ 140 w 208"/>
              <a:gd name="T75" fmla="*/ 9 h 208"/>
              <a:gd name="T76" fmla="*/ 151 w 208"/>
              <a:gd name="T77" fmla="*/ 2 h 208"/>
              <a:gd name="T78" fmla="*/ 162 w 208"/>
              <a:gd name="T79" fmla="*/ 0 h 208"/>
              <a:gd name="T80" fmla="*/ 185 w 208"/>
              <a:gd name="T81" fmla="*/ 9 h 208"/>
              <a:gd name="T82" fmla="*/ 199 w 208"/>
              <a:gd name="T83" fmla="*/ 24 h 208"/>
              <a:gd name="T84" fmla="*/ 208 w 208"/>
              <a:gd name="T85" fmla="*/ 46 h 208"/>
              <a:gd name="T86" fmla="*/ 206 w 208"/>
              <a:gd name="T87" fmla="*/ 57 h 208"/>
              <a:gd name="T88" fmla="*/ 199 w 208"/>
              <a:gd name="T89" fmla="*/ 68 h 208"/>
              <a:gd name="T90" fmla="*/ 192 w 208"/>
              <a:gd name="T91" fmla="*/ 75 h 208"/>
              <a:gd name="T92" fmla="*/ 133 w 208"/>
              <a:gd name="T93" fmla="*/ 16 h 2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208" h="208">
                <a:moveTo>
                  <a:pt x="0" y="208"/>
                </a:moveTo>
                <a:cubicBezTo>
                  <a:pt x="29" y="120"/>
                  <a:pt x="29" y="120"/>
                  <a:pt x="29" y="120"/>
                </a:cubicBezTo>
                <a:cubicBezTo>
                  <a:pt x="111" y="38"/>
                  <a:pt x="111" y="38"/>
                  <a:pt x="111" y="38"/>
                </a:cubicBezTo>
                <a:cubicBezTo>
                  <a:pt x="118" y="46"/>
                  <a:pt x="118" y="46"/>
                  <a:pt x="118" y="46"/>
                </a:cubicBezTo>
                <a:cubicBezTo>
                  <a:pt x="38" y="126"/>
                  <a:pt x="38" y="126"/>
                  <a:pt x="38" y="126"/>
                </a:cubicBezTo>
                <a:cubicBezTo>
                  <a:pt x="34" y="121"/>
                  <a:pt x="34" y="121"/>
                  <a:pt x="34" y="121"/>
                </a:cubicBezTo>
                <a:cubicBezTo>
                  <a:pt x="34" y="121"/>
                  <a:pt x="34" y="121"/>
                  <a:pt x="34" y="121"/>
                </a:cubicBezTo>
                <a:cubicBezTo>
                  <a:pt x="32" y="125"/>
                  <a:pt x="31" y="129"/>
                  <a:pt x="30" y="133"/>
                </a:cubicBezTo>
                <a:cubicBezTo>
                  <a:pt x="28" y="137"/>
                  <a:pt x="27" y="142"/>
                  <a:pt x="25" y="146"/>
                </a:cubicBezTo>
                <a:cubicBezTo>
                  <a:pt x="24" y="150"/>
                  <a:pt x="22" y="154"/>
                  <a:pt x="21" y="158"/>
                </a:cubicBezTo>
                <a:cubicBezTo>
                  <a:pt x="20" y="161"/>
                  <a:pt x="19" y="164"/>
                  <a:pt x="19" y="166"/>
                </a:cubicBezTo>
                <a:cubicBezTo>
                  <a:pt x="16" y="173"/>
                  <a:pt x="16" y="173"/>
                  <a:pt x="16" y="173"/>
                </a:cubicBezTo>
                <a:cubicBezTo>
                  <a:pt x="19" y="173"/>
                  <a:pt x="23" y="175"/>
                  <a:pt x="28" y="180"/>
                </a:cubicBezTo>
                <a:cubicBezTo>
                  <a:pt x="32" y="185"/>
                  <a:pt x="35" y="188"/>
                  <a:pt x="35" y="192"/>
                </a:cubicBezTo>
                <a:cubicBezTo>
                  <a:pt x="87" y="174"/>
                  <a:pt x="87" y="174"/>
                  <a:pt x="87" y="174"/>
                </a:cubicBezTo>
                <a:cubicBezTo>
                  <a:pt x="87" y="174"/>
                  <a:pt x="87" y="174"/>
                  <a:pt x="87" y="174"/>
                </a:cubicBezTo>
                <a:cubicBezTo>
                  <a:pt x="82" y="170"/>
                  <a:pt x="82" y="170"/>
                  <a:pt x="82" y="170"/>
                </a:cubicBezTo>
                <a:cubicBezTo>
                  <a:pt x="162" y="90"/>
                  <a:pt x="162" y="90"/>
                  <a:pt x="162" y="90"/>
                </a:cubicBezTo>
                <a:cubicBezTo>
                  <a:pt x="170" y="97"/>
                  <a:pt x="170" y="97"/>
                  <a:pt x="170" y="97"/>
                </a:cubicBezTo>
                <a:cubicBezTo>
                  <a:pt x="88" y="179"/>
                  <a:pt x="88" y="179"/>
                  <a:pt x="88" y="179"/>
                </a:cubicBezTo>
                <a:lnTo>
                  <a:pt x="0" y="208"/>
                </a:lnTo>
                <a:close/>
                <a:moveTo>
                  <a:pt x="48" y="135"/>
                </a:moveTo>
                <a:cubicBezTo>
                  <a:pt x="128" y="55"/>
                  <a:pt x="128" y="55"/>
                  <a:pt x="128" y="55"/>
                </a:cubicBezTo>
                <a:cubicBezTo>
                  <a:pt x="136" y="63"/>
                  <a:pt x="136" y="63"/>
                  <a:pt x="136" y="63"/>
                </a:cubicBezTo>
                <a:cubicBezTo>
                  <a:pt x="55" y="143"/>
                  <a:pt x="55" y="143"/>
                  <a:pt x="55" y="143"/>
                </a:cubicBezTo>
                <a:lnTo>
                  <a:pt x="48" y="135"/>
                </a:lnTo>
                <a:close/>
                <a:moveTo>
                  <a:pt x="65" y="153"/>
                </a:moveTo>
                <a:cubicBezTo>
                  <a:pt x="145" y="72"/>
                  <a:pt x="145" y="72"/>
                  <a:pt x="145" y="72"/>
                </a:cubicBezTo>
                <a:cubicBezTo>
                  <a:pt x="153" y="80"/>
                  <a:pt x="153" y="80"/>
                  <a:pt x="153" y="80"/>
                </a:cubicBezTo>
                <a:cubicBezTo>
                  <a:pt x="73" y="160"/>
                  <a:pt x="73" y="160"/>
                  <a:pt x="73" y="160"/>
                </a:cubicBezTo>
                <a:lnTo>
                  <a:pt x="65" y="153"/>
                </a:lnTo>
                <a:close/>
                <a:moveTo>
                  <a:pt x="118" y="31"/>
                </a:moveTo>
                <a:cubicBezTo>
                  <a:pt x="126" y="24"/>
                  <a:pt x="126" y="24"/>
                  <a:pt x="126" y="24"/>
                </a:cubicBezTo>
                <a:cubicBezTo>
                  <a:pt x="185" y="82"/>
                  <a:pt x="185" y="82"/>
                  <a:pt x="185" y="82"/>
                </a:cubicBezTo>
                <a:cubicBezTo>
                  <a:pt x="177" y="90"/>
                  <a:pt x="177" y="90"/>
                  <a:pt x="177" y="90"/>
                </a:cubicBezTo>
                <a:lnTo>
                  <a:pt x="118" y="31"/>
                </a:lnTo>
                <a:close/>
                <a:moveTo>
                  <a:pt x="133" y="16"/>
                </a:moveTo>
                <a:cubicBezTo>
                  <a:pt x="140" y="9"/>
                  <a:pt x="140" y="9"/>
                  <a:pt x="140" y="9"/>
                </a:cubicBezTo>
                <a:cubicBezTo>
                  <a:pt x="143" y="6"/>
                  <a:pt x="147" y="3"/>
                  <a:pt x="151" y="2"/>
                </a:cubicBezTo>
                <a:cubicBezTo>
                  <a:pt x="154" y="0"/>
                  <a:pt x="158" y="0"/>
                  <a:pt x="162" y="0"/>
                </a:cubicBezTo>
                <a:cubicBezTo>
                  <a:pt x="171" y="0"/>
                  <a:pt x="178" y="3"/>
                  <a:pt x="185" y="9"/>
                </a:cubicBezTo>
                <a:cubicBezTo>
                  <a:pt x="199" y="24"/>
                  <a:pt x="199" y="24"/>
                  <a:pt x="199" y="24"/>
                </a:cubicBezTo>
                <a:cubicBezTo>
                  <a:pt x="205" y="30"/>
                  <a:pt x="208" y="37"/>
                  <a:pt x="208" y="46"/>
                </a:cubicBezTo>
                <a:cubicBezTo>
                  <a:pt x="208" y="50"/>
                  <a:pt x="208" y="54"/>
                  <a:pt x="206" y="57"/>
                </a:cubicBezTo>
                <a:cubicBezTo>
                  <a:pt x="205" y="61"/>
                  <a:pt x="202" y="65"/>
                  <a:pt x="199" y="68"/>
                </a:cubicBezTo>
                <a:cubicBezTo>
                  <a:pt x="192" y="75"/>
                  <a:pt x="192" y="75"/>
                  <a:pt x="192" y="75"/>
                </a:cubicBezTo>
                <a:lnTo>
                  <a:pt x="133" y="1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68" name="Freeform 70"/>
          <p:cNvSpPr>
            <a:spLocks/>
          </p:cNvSpPr>
          <p:nvPr/>
        </p:nvSpPr>
        <p:spPr bwMode="auto">
          <a:xfrm>
            <a:off x="10206033" y="2804511"/>
            <a:ext cx="299697" cy="277980"/>
          </a:xfrm>
          <a:custGeom>
            <a:avLst/>
            <a:gdLst>
              <a:gd name="T0" fmla="*/ 0 w 208"/>
              <a:gd name="T1" fmla="*/ 147 h 194"/>
              <a:gd name="T2" fmla="*/ 3 w 208"/>
              <a:gd name="T3" fmla="*/ 129 h 194"/>
              <a:gd name="T4" fmla="*/ 14 w 208"/>
              <a:gd name="T5" fmla="*/ 114 h 194"/>
              <a:gd name="T6" fmla="*/ 102 w 208"/>
              <a:gd name="T7" fmla="*/ 26 h 194"/>
              <a:gd name="T8" fmla="*/ 109 w 208"/>
              <a:gd name="T9" fmla="*/ 33 h 194"/>
              <a:gd name="T10" fmla="*/ 21 w 208"/>
              <a:gd name="T11" fmla="*/ 121 h 194"/>
              <a:gd name="T12" fmla="*/ 13 w 208"/>
              <a:gd name="T13" fmla="*/ 133 h 194"/>
              <a:gd name="T14" fmla="*/ 10 w 208"/>
              <a:gd name="T15" fmla="*/ 147 h 194"/>
              <a:gd name="T16" fmla="*/ 21 w 208"/>
              <a:gd name="T17" fmla="*/ 173 h 194"/>
              <a:gd name="T18" fmla="*/ 47 w 208"/>
              <a:gd name="T19" fmla="*/ 184 h 194"/>
              <a:gd name="T20" fmla="*/ 72 w 208"/>
              <a:gd name="T21" fmla="*/ 173 h 194"/>
              <a:gd name="T22" fmla="*/ 190 w 208"/>
              <a:gd name="T23" fmla="*/ 55 h 194"/>
              <a:gd name="T24" fmla="*/ 198 w 208"/>
              <a:gd name="T25" fmla="*/ 37 h 194"/>
              <a:gd name="T26" fmla="*/ 190 w 208"/>
              <a:gd name="T27" fmla="*/ 19 h 194"/>
              <a:gd name="T28" fmla="*/ 172 w 208"/>
              <a:gd name="T29" fmla="*/ 11 h 194"/>
              <a:gd name="T30" fmla="*/ 153 w 208"/>
              <a:gd name="T31" fmla="*/ 19 h 194"/>
              <a:gd name="T32" fmla="*/ 72 w 208"/>
              <a:gd name="T33" fmla="*/ 99 h 194"/>
              <a:gd name="T34" fmla="*/ 68 w 208"/>
              <a:gd name="T35" fmla="*/ 110 h 194"/>
              <a:gd name="T36" fmla="*/ 72 w 208"/>
              <a:gd name="T37" fmla="*/ 121 h 194"/>
              <a:gd name="T38" fmla="*/ 83 w 208"/>
              <a:gd name="T39" fmla="*/ 126 h 194"/>
              <a:gd name="T40" fmla="*/ 94 w 208"/>
              <a:gd name="T41" fmla="*/ 121 h 194"/>
              <a:gd name="T42" fmla="*/ 164 w 208"/>
              <a:gd name="T43" fmla="*/ 51 h 194"/>
              <a:gd name="T44" fmla="*/ 172 w 208"/>
              <a:gd name="T45" fmla="*/ 59 h 194"/>
              <a:gd name="T46" fmla="*/ 102 w 208"/>
              <a:gd name="T47" fmla="*/ 129 h 194"/>
              <a:gd name="T48" fmla="*/ 93 w 208"/>
              <a:gd name="T49" fmla="*/ 135 h 194"/>
              <a:gd name="T50" fmla="*/ 83 w 208"/>
              <a:gd name="T51" fmla="*/ 136 h 194"/>
              <a:gd name="T52" fmla="*/ 73 w 208"/>
              <a:gd name="T53" fmla="*/ 135 h 194"/>
              <a:gd name="T54" fmla="*/ 65 w 208"/>
              <a:gd name="T55" fmla="*/ 129 h 194"/>
              <a:gd name="T56" fmla="*/ 59 w 208"/>
              <a:gd name="T57" fmla="*/ 120 h 194"/>
              <a:gd name="T58" fmla="*/ 58 w 208"/>
              <a:gd name="T59" fmla="*/ 110 h 194"/>
              <a:gd name="T60" fmla="*/ 65 w 208"/>
              <a:gd name="T61" fmla="*/ 92 h 194"/>
              <a:gd name="T62" fmla="*/ 146 w 208"/>
              <a:gd name="T63" fmla="*/ 11 h 194"/>
              <a:gd name="T64" fmla="*/ 158 w 208"/>
              <a:gd name="T65" fmla="*/ 3 h 194"/>
              <a:gd name="T66" fmla="*/ 172 w 208"/>
              <a:gd name="T67" fmla="*/ 0 h 194"/>
              <a:gd name="T68" fmla="*/ 198 w 208"/>
              <a:gd name="T69" fmla="*/ 11 h 194"/>
              <a:gd name="T70" fmla="*/ 205 w 208"/>
              <a:gd name="T71" fmla="*/ 23 h 194"/>
              <a:gd name="T72" fmla="*/ 208 w 208"/>
              <a:gd name="T73" fmla="*/ 37 h 194"/>
              <a:gd name="T74" fmla="*/ 198 w 208"/>
              <a:gd name="T75" fmla="*/ 62 h 194"/>
              <a:gd name="T76" fmla="*/ 80 w 208"/>
              <a:gd name="T77" fmla="*/ 180 h 194"/>
              <a:gd name="T78" fmla="*/ 47 w 208"/>
              <a:gd name="T79" fmla="*/ 194 h 194"/>
              <a:gd name="T80" fmla="*/ 14 w 208"/>
              <a:gd name="T81" fmla="*/ 180 h 194"/>
              <a:gd name="T82" fmla="*/ 0 w 208"/>
              <a:gd name="T83" fmla="*/ 147 h 1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208" h="194">
                <a:moveTo>
                  <a:pt x="0" y="147"/>
                </a:moveTo>
                <a:cubicBezTo>
                  <a:pt x="0" y="141"/>
                  <a:pt x="1" y="135"/>
                  <a:pt x="3" y="129"/>
                </a:cubicBezTo>
                <a:cubicBezTo>
                  <a:pt x="6" y="124"/>
                  <a:pt x="9" y="119"/>
                  <a:pt x="14" y="114"/>
                </a:cubicBezTo>
                <a:cubicBezTo>
                  <a:pt x="102" y="26"/>
                  <a:pt x="102" y="26"/>
                  <a:pt x="102" y="26"/>
                </a:cubicBezTo>
                <a:cubicBezTo>
                  <a:pt x="109" y="33"/>
                  <a:pt x="109" y="33"/>
                  <a:pt x="109" y="33"/>
                </a:cubicBezTo>
                <a:cubicBezTo>
                  <a:pt x="21" y="121"/>
                  <a:pt x="21" y="121"/>
                  <a:pt x="21" y="121"/>
                </a:cubicBezTo>
                <a:cubicBezTo>
                  <a:pt x="17" y="125"/>
                  <a:pt x="15" y="129"/>
                  <a:pt x="13" y="133"/>
                </a:cubicBezTo>
                <a:cubicBezTo>
                  <a:pt x="11" y="138"/>
                  <a:pt x="10" y="142"/>
                  <a:pt x="10" y="147"/>
                </a:cubicBezTo>
                <a:cubicBezTo>
                  <a:pt x="10" y="157"/>
                  <a:pt x="14" y="166"/>
                  <a:pt x="21" y="173"/>
                </a:cubicBezTo>
                <a:cubicBezTo>
                  <a:pt x="28" y="180"/>
                  <a:pt x="37" y="184"/>
                  <a:pt x="47" y="184"/>
                </a:cubicBezTo>
                <a:cubicBezTo>
                  <a:pt x="57" y="184"/>
                  <a:pt x="65" y="180"/>
                  <a:pt x="72" y="173"/>
                </a:cubicBezTo>
                <a:cubicBezTo>
                  <a:pt x="190" y="55"/>
                  <a:pt x="190" y="55"/>
                  <a:pt x="190" y="55"/>
                </a:cubicBezTo>
                <a:cubicBezTo>
                  <a:pt x="195" y="50"/>
                  <a:pt x="198" y="44"/>
                  <a:pt x="198" y="37"/>
                </a:cubicBezTo>
                <a:cubicBezTo>
                  <a:pt x="198" y="30"/>
                  <a:pt x="195" y="24"/>
                  <a:pt x="190" y="19"/>
                </a:cubicBezTo>
                <a:cubicBezTo>
                  <a:pt x="185" y="13"/>
                  <a:pt x="178" y="11"/>
                  <a:pt x="172" y="11"/>
                </a:cubicBezTo>
                <a:cubicBezTo>
                  <a:pt x="165" y="11"/>
                  <a:pt x="158" y="13"/>
                  <a:pt x="153" y="19"/>
                </a:cubicBezTo>
                <a:cubicBezTo>
                  <a:pt x="72" y="99"/>
                  <a:pt x="72" y="99"/>
                  <a:pt x="72" y="99"/>
                </a:cubicBezTo>
                <a:cubicBezTo>
                  <a:pt x="69" y="102"/>
                  <a:pt x="68" y="106"/>
                  <a:pt x="68" y="110"/>
                </a:cubicBezTo>
                <a:cubicBezTo>
                  <a:pt x="68" y="115"/>
                  <a:pt x="69" y="118"/>
                  <a:pt x="72" y="121"/>
                </a:cubicBezTo>
                <a:cubicBezTo>
                  <a:pt x="76" y="124"/>
                  <a:pt x="79" y="126"/>
                  <a:pt x="83" y="126"/>
                </a:cubicBezTo>
                <a:cubicBezTo>
                  <a:pt x="88" y="126"/>
                  <a:pt x="91" y="124"/>
                  <a:pt x="94" y="121"/>
                </a:cubicBezTo>
                <a:cubicBezTo>
                  <a:pt x="164" y="51"/>
                  <a:pt x="164" y="51"/>
                  <a:pt x="164" y="51"/>
                </a:cubicBezTo>
                <a:cubicBezTo>
                  <a:pt x="172" y="59"/>
                  <a:pt x="172" y="59"/>
                  <a:pt x="172" y="59"/>
                </a:cubicBezTo>
                <a:cubicBezTo>
                  <a:pt x="102" y="129"/>
                  <a:pt x="102" y="129"/>
                  <a:pt x="102" y="129"/>
                </a:cubicBezTo>
                <a:cubicBezTo>
                  <a:pt x="99" y="131"/>
                  <a:pt x="97" y="133"/>
                  <a:pt x="93" y="135"/>
                </a:cubicBezTo>
                <a:cubicBezTo>
                  <a:pt x="90" y="136"/>
                  <a:pt x="87" y="136"/>
                  <a:pt x="83" y="136"/>
                </a:cubicBezTo>
                <a:cubicBezTo>
                  <a:pt x="80" y="136"/>
                  <a:pt x="77" y="136"/>
                  <a:pt x="73" y="135"/>
                </a:cubicBezTo>
                <a:cubicBezTo>
                  <a:pt x="70" y="133"/>
                  <a:pt x="68" y="131"/>
                  <a:pt x="65" y="129"/>
                </a:cubicBezTo>
                <a:cubicBezTo>
                  <a:pt x="62" y="126"/>
                  <a:pt x="60" y="123"/>
                  <a:pt x="59" y="120"/>
                </a:cubicBezTo>
                <a:cubicBezTo>
                  <a:pt x="58" y="117"/>
                  <a:pt x="58" y="114"/>
                  <a:pt x="58" y="110"/>
                </a:cubicBezTo>
                <a:cubicBezTo>
                  <a:pt x="58" y="103"/>
                  <a:pt x="60" y="97"/>
                  <a:pt x="65" y="92"/>
                </a:cubicBezTo>
                <a:cubicBezTo>
                  <a:pt x="146" y="11"/>
                  <a:pt x="146" y="11"/>
                  <a:pt x="146" y="11"/>
                </a:cubicBezTo>
                <a:cubicBezTo>
                  <a:pt x="149" y="7"/>
                  <a:pt x="153" y="5"/>
                  <a:pt x="158" y="3"/>
                </a:cubicBezTo>
                <a:cubicBezTo>
                  <a:pt x="162" y="1"/>
                  <a:pt x="167" y="0"/>
                  <a:pt x="172" y="0"/>
                </a:cubicBezTo>
                <a:cubicBezTo>
                  <a:pt x="182" y="0"/>
                  <a:pt x="191" y="4"/>
                  <a:pt x="198" y="11"/>
                </a:cubicBezTo>
                <a:cubicBezTo>
                  <a:pt x="201" y="15"/>
                  <a:pt x="204" y="18"/>
                  <a:pt x="205" y="23"/>
                </a:cubicBezTo>
                <a:cubicBezTo>
                  <a:pt x="207" y="27"/>
                  <a:pt x="208" y="32"/>
                  <a:pt x="208" y="37"/>
                </a:cubicBezTo>
                <a:cubicBezTo>
                  <a:pt x="208" y="47"/>
                  <a:pt x="205" y="55"/>
                  <a:pt x="198" y="62"/>
                </a:cubicBezTo>
                <a:cubicBezTo>
                  <a:pt x="80" y="180"/>
                  <a:pt x="80" y="180"/>
                  <a:pt x="80" y="180"/>
                </a:cubicBezTo>
                <a:cubicBezTo>
                  <a:pt x="71" y="189"/>
                  <a:pt x="60" y="194"/>
                  <a:pt x="47" y="194"/>
                </a:cubicBezTo>
                <a:cubicBezTo>
                  <a:pt x="34" y="194"/>
                  <a:pt x="23" y="189"/>
                  <a:pt x="14" y="180"/>
                </a:cubicBezTo>
                <a:cubicBezTo>
                  <a:pt x="4" y="171"/>
                  <a:pt x="0" y="160"/>
                  <a:pt x="0" y="14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69" name="Freeform 71"/>
          <p:cNvSpPr>
            <a:spLocks/>
          </p:cNvSpPr>
          <p:nvPr/>
        </p:nvSpPr>
        <p:spPr bwMode="auto">
          <a:xfrm>
            <a:off x="10616487" y="2802340"/>
            <a:ext cx="347475" cy="299697"/>
          </a:xfrm>
          <a:custGeom>
            <a:avLst/>
            <a:gdLst>
              <a:gd name="T0" fmla="*/ 18 w 242"/>
              <a:gd name="T1" fmla="*/ 18 h 209"/>
              <a:gd name="T2" fmla="*/ 39 w 242"/>
              <a:gd name="T3" fmla="*/ 5 h 209"/>
              <a:gd name="T4" fmla="*/ 62 w 242"/>
              <a:gd name="T5" fmla="*/ 0 h 209"/>
              <a:gd name="T6" fmla="*/ 86 w 242"/>
              <a:gd name="T7" fmla="*/ 5 h 209"/>
              <a:gd name="T8" fmla="*/ 107 w 242"/>
              <a:gd name="T9" fmla="*/ 18 h 209"/>
              <a:gd name="T10" fmla="*/ 121 w 242"/>
              <a:gd name="T11" fmla="*/ 42 h 209"/>
              <a:gd name="T12" fmla="*/ 136 w 242"/>
              <a:gd name="T13" fmla="*/ 18 h 209"/>
              <a:gd name="T14" fmla="*/ 156 w 242"/>
              <a:gd name="T15" fmla="*/ 5 h 209"/>
              <a:gd name="T16" fmla="*/ 180 w 242"/>
              <a:gd name="T17" fmla="*/ 0 h 209"/>
              <a:gd name="T18" fmla="*/ 204 w 242"/>
              <a:gd name="T19" fmla="*/ 5 h 209"/>
              <a:gd name="T20" fmla="*/ 224 w 242"/>
              <a:gd name="T21" fmla="*/ 18 h 209"/>
              <a:gd name="T22" fmla="*/ 234 w 242"/>
              <a:gd name="T23" fmla="*/ 31 h 209"/>
              <a:gd name="T24" fmla="*/ 240 w 242"/>
              <a:gd name="T25" fmla="*/ 46 h 209"/>
              <a:gd name="T26" fmla="*/ 242 w 242"/>
              <a:gd name="T27" fmla="*/ 62 h 209"/>
              <a:gd name="T28" fmla="*/ 240 w 242"/>
              <a:gd name="T29" fmla="*/ 78 h 209"/>
              <a:gd name="T30" fmla="*/ 234 w 242"/>
              <a:gd name="T31" fmla="*/ 93 h 209"/>
              <a:gd name="T32" fmla="*/ 224 w 242"/>
              <a:gd name="T33" fmla="*/ 107 h 209"/>
              <a:gd name="T34" fmla="*/ 195 w 242"/>
              <a:gd name="T35" fmla="*/ 136 h 209"/>
              <a:gd name="T36" fmla="*/ 151 w 242"/>
              <a:gd name="T37" fmla="*/ 180 h 209"/>
              <a:gd name="T38" fmla="*/ 121 w 242"/>
              <a:gd name="T39" fmla="*/ 209 h 209"/>
              <a:gd name="T40" fmla="*/ 18 w 242"/>
              <a:gd name="T41" fmla="*/ 107 h 209"/>
              <a:gd name="T42" fmla="*/ 5 w 242"/>
              <a:gd name="T43" fmla="*/ 86 h 209"/>
              <a:gd name="T44" fmla="*/ 0 w 242"/>
              <a:gd name="T45" fmla="*/ 62 h 209"/>
              <a:gd name="T46" fmla="*/ 5 w 242"/>
              <a:gd name="T47" fmla="*/ 39 h 209"/>
              <a:gd name="T48" fmla="*/ 18 w 242"/>
              <a:gd name="T49" fmla="*/ 18 h 2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242" h="209">
                <a:moveTo>
                  <a:pt x="18" y="18"/>
                </a:moveTo>
                <a:cubicBezTo>
                  <a:pt x="24" y="12"/>
                  <a:pt x="31" y="8"/>
                  <a:pt x="39" y="5"/>
                </a:cubicBezTo>
                <a:cubicBezTo>
                  <a:pt x="46" y="2"/>
                  <a:pt x="54" y="0"/>
                  <a:pt x="62" y="0"/>
                </a:cubicBezTo>
                <a:cubicBezTo>
                  <a:pt x="71" y="0"/>
                  <a:pt x="78" y="2"/>
                  <a:pt x="86" y="5"/>
                </a:cubicBezTo>
                <a:cubicBezTo>
                  <a:pt x="94" y="8"/>
                  <a:pt x="101" y="12"/>
                  <a:pt x="107" y="18"/>
                </a:cubicBezTo>
                <a:cubicBezTo>
                  <a:pt x="113" y="25"/>
                  <a:pt x="118" y="33"/>
                  <a:pt x="121" y="42"/>
                </a:cubicBezTo>
                <a:cubicBezTo>
                  <a:pt x="124" y="33"/>
                  <a:pt x="129" y="25"/>
                  <a:pt x="136" y="18"/>
                </a:cubicBezTo>
                <a:cubicBezTo>
                  <a:pt x="142" y="12"/>
                  <a:pt x="149" y="8"/>
                  <a:pt x="156" y="5"/>
                </a:cubicBezTo>
                <a:cubicBezTo>
                  <a:pt x="164" y="2"/>
                  <a:pt x="172" y="0"/>
                  <a:pt x="180" y="0"/>
                </a:cubicBezTo>
                <a:cubicBezTo>
                  <a:pt x="188" y="0"/>
                  <a:pt x="196" y="2"/>
                  <a:pt x="204" y="5"/>
                </a:cubicBezTo>
                <a:cubicBezTo>
                  <a:pt x="211" y="8"/>
                  <a:pt x="218" y="12"/>
                  <a:pt x="224" y="18"/>
                </a:cubicBezTo>
                <a:cubicBezTo>
                  <a:pt x="228" y="22"/>
                  <a:pt x="232" y="27"/>
                  <a:pt x="234" y="31"/>
                </a:cubicBezTo>
                <a:cubicBezTo>
                  <a:pt x="237" y="36"/>
                  <a:pt x="239" y="41"/>
                  <a:pt x="240" y="46"/>
                </a:cubicBezTo>
                <a:cubicBezTo>
                  <a:pt x="242" y="52"/>
                  <a:pt x="242" y="57"/>
                  <a:pt x="242" y="62"/>
                </a:cubicBezTo>
                <a:cubicBezTo>
                  <a:pt x="242" y="68"/>
                  <a:pt x="242" y="73"/>
                  <a:pt x="240" y="78"/>
                </a:cubicBezTo>
                <a:cubicBezTo>
                  <a:pt x="239" y="84"/>
                  <a:pt x="237" y="89"/>
                  <a:pt x="234" y="93"/>
                </a:cubicBezTo>
                <a:cubicBezTo>
                  <a:pt x="232" y="98"/>
                  <a:pt x="228" y="103"/>
                  <a:pt x="224" y="107"/>
                </a:cubicBezTo>
                <a:cubicBezTo>
                  <a:pt x="217" y="114"/>
                  <a:pt x="207" y="124"/>
                  <a:pt x="195" y="136"/>
                </a:cubicBezTo>
                <a:cubicBezTo>
                  <a:pt x="183" y="148"/>
                  <a:pt x="168" y="163"/>
                  <a:pt x="151" y="180"/>
                </a:cubicBezTo>
                <a:cubicBezTo>
                  <a:pt x="121" y="209"/>
                  <a:pt x="121" y="209"/>
                  <a:pt x="121" y="209"/>
                </a:cubicBezTo>
                <a:cubicBezTo>
                  <a:pt x="18" y="107"/>
                  <a:pt x="18" y="107"/>
                  <a:pt x="18" y="107"/>
                </a:cubicBezTo>
                <a:cubicBezTo>
                  <a:pt x="12" y="101"/>
                  <a:pt x="8" y="94"/>
                  <a:pt x="5" y="86"/>
                </a:cubicBezTo>
                <a:cubicBezTo>
                  <a:pt x="2" y="78"/>
                  <a:pt x="0" y="70"/>
                  <a:pt x="0" y="62"/>
                </a:cubicBezTo>
                <a:cubicBezTo>
                  <a:pt x="0" y="54"/>
                  <a:pt x="2" y="46"/>
                  <a:pt x="5" y="39"/>
                </a:cubicBezTo>
                <a:cubicBezTo>
                  <a:pt x="8" y="31"/>
                  <a:pt x="12" y="24"/>
                  <a:pt x="18" y="1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70" name="Freeform 72"/>
          <p:cNvSpPr>
            <a:spLocks noEditPoints="1"/>
          </p:cNvSpPr>
          <p:nvPr/>
        </p:nvSpPr>
        <p:spPr bwMode="auto">
          <a:xfrm>
            <a:off x="11048659" y="2802340"/>
            <a:ext cx="347475" cy="299697"/>
          </a:xfrm>
          <a:custGeom>
            <a:avLst/>
            <a:gdLst>
              <a:gd name="T0" fmla="*/ 18 w 242"/>
              <a:gd name="T1" fmla="*/ 18 h 209"/>
              <a:gd name="T2" fmla="*/ 39 w 242"/>
              <a:gd name="T3" fmla="*/ 4 h 209"/>
              <a:gd name="T4" fmla="*/ 62 w 242"/>
              <a:gd name="T5" fmla="*/ 0 h 209"/>
              <a:gd name="T6" fmla="*/ 86 w 242"/>
              <a:gd name="T7" fmla="*/ 4 h 209"/>
              <a:gd name="T8" fmla="*/ 106 w 242"/>
              <a:gd name="T9" fmla="*/ 18 h 209"/>
              <a:gd name="T10" fmla="*/ 115 w 242"/>
              <a:gd name="T11" fmla="*/ 29 h 209"/>
              <a:gd name="T12" fmla="*/ 121 w 242"/>
              <a:gd name="T13" fmla="*/ 41 h 209"/>
              <a:gd name="T14" fmla="*/ 127 w 242"/>
              <a:gd name="T15" fmla="*/ 29 h 209"/>
              <a:gd name="T16" fmla="*/ 136 w 242"/>
              <a:gd name="T17" fmla="*/ 18 h 209"/>
              <a:gd name="T18" fmla="*/ 149 w 242"/>
              <a:gd name="T19" fmla="*/ 8 h 209"/>
              <a:gd name="T20" fmla="*/ 164 w 242"/>
              <a:gd name="T21" fmla="*/ 2 h 209"/>
              <a:gd name="T22" fmla="*/ 180 w 242"/>
              <a:gd name="T23" fmla="*/ 0 h 209"/>
              <a:gd name="T24" fmla="*/ 196 w 242"/>
              <a:gd name="T25" fmla="*/ 2 h 209"/>
              <a:gd name="T26" fmla="*/ 211 w 242"/>
              <a:gd name="T27" fmla="*/ 8 h 209"/>
              <a:gd name="T28" fmla="*/ 224 w 242"/>
              <a:gd name="T29" fmla="*/ 18 h 209"/>
              <a:gd name="T30" fmla="*/ 238 w 242"/>
              <a:gd name="T31" fmla="*/ 38 h 209"/>
              <a:gd name="T32" fmla="*/ 242 w 242"/>
              <a:gd name="T33" fmla="*/ 62 h 209"/>
              <a:gd name="T34" fmla="*/ 238 w 242"/>
              <a:gd name="T35" fmla="*/ 86 h 209"/>
              <a:gd name="T36" fmla="*/ 224 w 242"/>
              <a:gd name="T37" fmla="*/ 106 h 209"/>
              <a:gd name="T38" fmla="*/ 151 w 242"/>
              <a:gd name="T39" fmla="*/ 180 h 209"/>
              <a:gd name="T40" fmla="*/ 121 w 242"/>
              <a:gd name="T41" fmla="*/ 209 h 209"/>
              <a:gd name="T42" fmla="*/ 18 w 242"/>
              <a:gd name="T43" fmla="*/ 106 h 209"/>
              <a:gd name="T44" fmla="*/ 5 w 242"/>
              <a:gd name="T45" fmla="*/ 86 h 209"/>
              <a:gd name="T46" fmla="*/ 0 w 242"/>
              <a:gd name="T47" fmla="*/ 62 h 209"/>
              <a:gd name="T48" fmla="*/ 5 w 242"/>
              <a:gd name="T49" fmla="*/ 38 h 209"/>
              <a:gd name="T50" fmla="*/ 18 w 242"/>
              <a:gd name="T51" fmla="*/ 18 h 209"/>
              <a:gd name="T52" fmla="*/ 10 w 242"/>
              <a:gd name="T53" fmla="*/ 62 h 209"/>
              <a:gd name="T54" fmla="*/ 26 w 242"/>
              <a:gd name="T55" fmla="*/ 99 h 209"/>
              <a:gd name="T56" fmla="*/ 121 w 242"/>
              <a:gd name="T57" fmla="*/ 194 h 209"/>
              <a:gd name="T58" fmla="*/ 138 w 242"/>
              <a:gd name="T59" fmla="*/ 178 h 209"/>
              <a:gd name="T60" fmla="*/ 160 w 242"/>
              <a:gd name="T61" fmla="*/ 155 h 209"/>
              <a:gd name="T62" fmla="*/ 191 w 242"/>
              <a:gd name="T63" fmla="*/ 124 h 209"/>
              <a:gd name="T64" fmla="*/ 217 w 242"/>
              <a:gd name="T65" fmla="*/ 99 h 209"/>
              <a:gd name="T66" fmla="*/ 232 w 242"/>
              <a:gd name="T67" fmla="*/ 62 h 209"/>
              <a:gd name="T68" fmla="*/ 217 w 242"/>
              <a:gd name="T69" fmla="*/ 25 h 209"/>
              <a:gd name="T70" fmla="*/ 180 w 242"/>
              <a:gd name="T71" fmla="*/ 10 h 209"/>
              <a:gd name="T72" fmla="*/ 143 w 242"/>
              <a:gd name="T73" fmla="*/ 25 h 209"/>
              <a:gd name="T74" fmla="*/ 137 w 242"/>
              <a:gd name="T75" fmla="*/ 34 h 209"/>
              <a:gd name="T76" fmla="*/ 131 w 242"/>
              <a:gd name="T77" fmla="*/ 44 h 209"/>
              <a:gd name="T78" fmla="*/ 121 w 242"/>
              <a:gd name="T79" fmla="*/ 68 h 209"/>
              <a:gd name="T80" fmla="*/ 111 w 242"/>
              <a:gd name="T81" fmla="*/ 45 h 209"/>
              <a:gd name="T82" fmla="*/ 106 w 242"/>
              <a:gd name="T83" fmla="*/ 34 h 209"/>
              <a:gd name="T84" fmla="*/ 99 w 242"/>
              <a:gd name="T85" fmla="*/ 25 h 209"/>
              <a:gd name="T86" fmla="*/ 62 w 242"/>
              <a:gd name="T87" fmla="*/ 10 h 209"/>
              <a:gd name="T88" fmla="*/ 26 w 242"/>
              <a:gd name="T89" fmla="*/ 25 h 209"/>
              <a:gd name="T90" fmla="*/ 10 w 242"/>
              <a:gd name="T91" fmla="*/ 62 h 2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242" h="209">
                <a:moveTo>
                  <a:pt x="18" y="18"/>
                </a:moveTo>
                <a:cubicBezTo>
                  <a:pt x="24" y="12"/>
                  <a:pt x="31" y="7"/>
                  <a:pt x="39" y="4"/>
                </a:cubicBezTo>
                <a:cubicBezTo>
                  <a:pt x="46" y="1"/>
                  <a:pt x="54" y="0"/>
                  <a:pt x="62" y="0"/>
                </a:cubicBezTo>
                <a:cubicBezTo>
                  <a:pt x="70" y="0"/>
                  <a:pt x="78" y="1"/>
                  <a:pt x="86" y="4"/>
                </a:cubicBezTo>
                <a:cubicBezTo>
                  <a:pt x="93" y="7"/>
                  <a:pt x="100" y="12"/>
                  <a:pt x="106" y="18"/>
                </a:cubicBezTo>
                <a:cubicBezTo>
                  <a:pt x="109" y="21"/>
                  <a:pt x="112" y="25"/>
                  <a:pt x="115" y="29"/>
                </a:cubicBezTo>
                <a:cubicBezTo>
                  <a:pt x="117" y="33"/>
                  <a:pt x="119" y="37"/>
                  <a:pt x="121" y="41"/>
                </a:cubicBezTo>
                <a:cubicBezTo>
                  <a:pt x="123" y="37"/>
                  <a:pt x="125" y="33"/>
                  <a:pt x="127" y="29"/>
                </a:cubicBezTo>
                <a:cubicBezTo>
                  <a:pt x="130" y="25"/>
                  <a:pt x="132" y="21"/>
                  <a:pt x="136" y="18"/>
                </a:cubicBezTo>
                <a:cubicBezTo>
                  <a:pt x="140" y="14"/>
                  <a:pt x="144" y="11"/>
                  <a:pt x="149" y="8"/>
                </a:cubicBezTo>
                <a:cubicBezTo>
                  <a:pt x="154" y="5"/>
                  <a:pt x="159" y="3"/>
                  <a:pt x="164" y="2"/>
                </a:cubicBezTo>
                <a:cubicBezTo>
                  <a:pt x="169" y="0"/>
                  <a:pt x="174" y="0"/>
                  <a:pt x="180" y="0"/>
                </a:cubicBezTo>
                <a:cubicBezTo>
                  <a:pt x="185" y="0"/>
                  <a:pt x="191" y="0"/>
                  <a:pt x="196" y="2"/>
                </a:cubicBezTo>
                <a:cubicBezTo>
                  <a:pt x="201" y="3"/>
                  <a:pt x="206" y="5"/>
                  <a:pt x="211" y="8"/>
                </a:cubicBezTo>
                <a:cubicBezTo>
                  <a:pt x="216" y="11"/>
                  <a:pt x="220" y="14"/>
                  <a:pt x="224" y="18"/>
                </a:cubicBezTo>
                <a:cubicBezTo>
                  <a:pt x="230" y="24"/>
                  <a:pt x="234" y="31"/>
                  <a:pt x="238" y="38"/>
                </a:cubicBezTo>
                <a:cubicBezTo>
                  <a:pt x="241" y="46"/>
                  <a:pt x="242" y="54"/>
                  <a:pt x="242" y="62"/>
                </a:cubicBezTo>
                <a:cubicBezTo>
                  <a:pt x="242" y="70"/>
                  <a:pt x="241" y="78"/>
                  <a:pt x="238" y="86"/>
                </a:cubicBezTo>
                <a:cubicBezTo>
                  <a:pt x="235" y="93"/>
                  <a:pt x="230" y="100"/>
                  <a:pt x="224" y="106"/>
                </a:cubicBezTo>
                <a:cubicBezTo>
                  <a:pt x="151" y="180"/>
                  <a:pt x="151" y="180"/>
                  <a:pt x="151" y="180"/>
                </a:cubicBezTo>
                <a:cubicBezTo>
                  <a:pt x="121" y="209"/>
                  <a:pt x="121" y="209"/>
                  <a:pt x="121" y="209"/>
                </a:cubicBezTo>
                <a:cubicBezTo>
                  <a:pt x="18" y="106"/>
                  <a:pt x="18" y="106"/>
                  <a:pt x="18" y="106"/>
                </a:cubicBezTo>
                <a:cubicBezTo>
                  <a:pt x="12" y="100"/>
                  <a:pt x="8" y="93"/>
                  <a:pt x="5" y="86"/>
                </a:cubicBezTo>
                <a:cubicBezTo>
                  <a:pt x="2" y="78"/>
                  <a:pt x="0" y="70"/>
                  <a:pt x="0" y="62"/>
                </a:cubicBezTo>
                <a:cubicBezTo>
                  <a:pt x="0" y="54"/>
                  <a:pt x="2" y="46"/>
                  <a:pt x="5" y="38"/>
                </a:cubicBezTo>
                <a:cubicBezTo>
                  <a:pt x="8" y="31"/>
                  <a:pt x="12" y="24"/>
                  <a:pt x="18" y="18"/>
                </a:cubicBezTo>
                <a:close/>
                <a:moveTo>
                  <a:pt x="10" y="62"/>
                </a:moveTo>
                <a:cubicBezTo>
                  <a:pt x="10" y="76"/>
                  <a:pt x="15" y="89"/>
                  <a:pt x="26" y="99"/>
                </a:cubicBezTo>
                <a:cubicBezTo>
                  <a:pt x="121" y="194"/>
                  <a:pt x="121" y="194"/>
                  <a:pt x="121" y="194"/>
                </a:cubicBezTo>
                <a:cubicBezTo>
                  <a:pt x="126" y="190"/>
                  <a:pt x="131" y="184"/>
                  <a:pt x="138" y="178"/>
                </a:cubicBezTo>
                <a:cubicBezTo>
                  <a:pt x="144" y="171"/>
                  <a:pt x="151" y="164"/>
                  <a:pt x="160" y="155"/>
                </a:cubicBezTo>
                <a:cubicBezTo>
                  <a:pt x="191" y="124"/>
                  <a:pt x="191" y="124"/>
                  <a:pt x="191" y="124"/>
                </a:cubicBezTo>
                <a:cubicBezTo>
                  <a:pt x="217" y="99"/>
                  <a:pt x="217" y="99"/>
                  <a:pt x="217" y="99"/>
                </a:cubicBezTo>
                <a:cubicBezTo>
                  <a:pt x="227" y="89"/>
                  <a:pt x="232" y="76"/>
                  <a:pt x="232" y="62"/>
                </a:cubicBezTo>
                <a:cubicBezTo>
                  <a:pt x="232" y="48"/>
                  <a:pt x="227" y="35"/>
                  <a:pt x="217" y="25"/>
                </a:cubicBezTo>
                <a:cubicBezTo>
                  <a:pt x="206" y="15"/>
                  <a:pt x="194" y="10"/>
                  <a:pt x="180" y="10"/>
                </a:cubicBezTo>
                <a:cubicBezTo>
                  <a:pt x="165" y="10"/>
                  <a:pt x="153" y="15"/>
                  <a:pt x="143" y="25"/>
                </a:cubicBezTo>
                <a:cubicBezTo>
                  <a:pt x="141" y="28"/>
                  <a:pt x="139" y="30"/>
                  <a:pt x="137" y="34"/>
                </a:cubicBezTo>
                <a:cubicBezTo>
                  <a:pt x="135" y="37"/>
                  <a:pt x="133" y="40"/>
                  <a:pt x="131" y="44"/>
                </a:cubicBezTo>
                <a:cubicBezTo>
                  <a:pt x="121" y="68"/>
                  <a:pt x="121" y="68"/>
                  <a:pt x="121" y="68"/>
                </a:cubicBezTo>
                <a:cubicBezTo>
                  <a:pt x="111" y="45"/>
                  <a:pt x="111" y="45"/>
                  <a:pt x="111" y="45"/>
                </a:cubicBezTo>
                <a:cubicBezTo>
                  <a:pt x="109" y="41"/>
                  <a:pt x="108" y="37"/>
                  <a:pt x="106" y="34"/>
                </a:cubicBezTo>
                <a:cubicBezTo>
                  <a:pt x="104" y="31"/>
                  <a:pt x="102" y="28"/>
                  <a:pt x="99" y="25"/>
                </a:cubicBezTo>
                <a:cubicBezTo>
                  <a:pt x="89" y="15"/>
                  <a:pt x="77" y="10"/>
                  <a:pt x="62" y="10"/>
                </a:cubicBezTo>
                <a:cubicBezTo>
                  <a:pt x="48" y="10"/>
                  <a:pt x="36" y="15"/>
                  <a:pt x="26" y="25"/>
                </a:cubicBezTo>
                <a:cubicBezTo>
                  <a:pt x="15" y="35"/>
                  <a:pt x="10" y="48"/>
                  <a:pt x="10" y="6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71" name="Freeform 73"/>
          <p:cNvSpPr>
            <a:spLocks/>
          </p:cNvSpPr>
          <p:nvPr/>
        </p:nvSpPr>
        <p:spPr bwMode="auto">
          <a:xfrm>
            <a:off x="791634" y="3345269"/>
            <a:ext cx="317071" cy="299697"/>
          </a:xfrm>
          <a:custGeom>
            <a:avLst/>
            <a:gdLst>
              <a:gd name="T0" fmla="*/ 0 w 146"/>
              <a:gd name="T1" fmla="*/ 52 h 138"/>
              <a:gd name="T2" fmla="*/ 52 w 146"/>
              <a:gd name="T3" fmla="*/ 48 h 138"/>
              <a:gd name="T4" fmla="*/ 72 w 146"/>
              <a:gd name="T5" fmla="*/ 0 h 138"/>
              <a:gd name="T6" fmla="*/ 93 w 146"/>
              <a:gd name="T7" fmla="*/ 48 h 138"/>
              <a:gd name="T8" fmla="*/ 146 w 146"/>
              <a:gd name="T9" fmla="*/ 52 h 138"/>
              <a:gd name="T10" fmla="*/ 105 w 146"/>
              <a:gd name="T11" fmla="*/ 87 h 138"/>
              <a:gd name="T12" fmla="*/ 117 w 146"/>
              <a:gd name="T13" fmla="*/ 138 h 138"/>
              <a:gd name="T14" fmla="*/ 72 w 146"/>
              <a:gd name="T15" fmla="*/ 111 h 138"/>
              <a:gd name="T16" fmla="*/ 27 w 146"/>
              <a:gd name="T17" fmla="*/ 138 h 138"/>
              <a:gd name="T18" fmla="*/ 40 w 146"/>
              <a:gd name="T19" fmla="*/ 87 h 138"/>
              <a:gd name="T20" fmla="*/ 0 w 146"/>
              <a:gd name="T21" fmla="*/ 52 h 1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46" h="138">
                <a:moveTo>
                  <a:pt x="0" y="52"/>
                </a:moveTo>
                <a:lnTo>
                  <a:pt x="52" y="48"/>
                </a:lnTo>
                <a:lnTo>
                  <a:pt x="72" y="0"/>
                </a:lnTo>
                <a:lnTo>
                  <a:pt x="93" y="48"/>
                </a:lnTo>
                <a:lnTo>
                  <a:pt x="146" y="52"/>
                </a:lnTo>
                <a:lnTo>
                  <a:pt x="105" y="87"/>
                </a:lnTo>
                <a:lnTo>
                  <a:pt x="117" y="138"/>
                </a:lnTo>
                <a:lnTo>
                  <a:pt x="72" y="111"/>
                </a:lnTo>
                <a:lnTo>
                  <a:pt x="27" y="138"/>
                </a:lnTo>
                <a:lnTo>
                  <a:pt x="40" y="87"/>
                </a:lnTo>
                <a:lnTo>
                  <a:pt x="0" y="5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72" name="Freeform 74"/>
          <p:cNvSpPr>
            <a:spLocks noEditPoints="1"/>
          </p:cNvSpPr>
          <p:nvPr/>
        </p:nvSpPr>
        <p:spPr bwMode="auto">
          <a:xfrm>
            <a:off x="1230321" y="3345269"/>
            <a:ext cx="317071" cy="299697"/>
          </a:xfrm>
          <a:custGeom>
            <a:avLst/>
            <a:gdLst>
              <a:gd name="T0" fmla="*/ 0 w 146"/>
              <a:gd name="T1" fmla="*/ 52 h 138"/>
              <a:gd name="T2" fmla="*/ 53 w 146"/>
              <a:gd name="T3" fmla="*/ 48 h 138"/>
              <a:gd name="T4" fmla="*/ 73 w 146"/>
              <a:gd name="T5" fmla="*/ 0 h 138"/>
              <a:gd name="T6" fmla="*/ 94 w 146"/>
              <a:gd name="T7" fmla="*/ 48 h 138"/>
              <a:gd name="T8" fmla="*/ 146 w 146"/>
              <a:gd name="T9" fmla="*/ 52 h 138"/>
              <a:gd name="T10" fmla="*/ 105 w 146"/>
              <a:gd name="T11" fmla="*/ 87 h 138"/>
              <a:gd name="T12" fmla="*/ 118 w 146"/>
              <a:gd name="T13" fmla="*/ 138 h 138"/>
              <a:gd name="T14" fmla="*/ 73 w 146"/>
              <a:gd name="T15" fmla="*/ 111 h 138"/>
              <a:gd name="T16" fmla="*/ 28 w 146"/>
              <a:gd name="T17" fmla="*/ 138 h 138"/>
              <a:gd name="T18" fmla="*/ 41 w 146"/>
              <a:gd name="T19" fmla="*/ 87 h 138"/>
              <a:gd name="T20" fmla="*/ 0 w 146"/>
              <a:gd name="T21" fmla="*/ 52 h 138"/>
              <a:gd name="T22" fmla="*/ 16 w 146"/>
              <a:gd name="T23" fmla="*/ 58 h 138"/>
              <a:gd name="T24" fmla="*/ 48 w 146"/>
              <a:gd name="T25" fmla="*/ 85 h 138"/>
              <a:gd name="T26" fmla="*/ 38 w 146"/>
              <a:gd name="T27" fmla="*/ 124 h 138"/>
              <a:gd name="T28" fmla="*/ 73 w 146"/>
              <a:gd name="T29" fmla="*/ 103 h 138"/>
              <a:gd name="T30" fmla="*/ 108 w 146"/>
              <a:gd name="T31" fmla="*/ 124 h 138"/>
              <a:gd name="T32" fmla="*/ 99 w 146"/>
              <a:gd name="T33" fmla="*/ 85 h 138"/>
              <a:gd name="T34" fmla="*/ 130 w 146"/>
              <a:gd name="T35" fmla="*/ 58 h 138"/>
              <a:gd name="T36" fmla="*/ 89 w 146"/>
              <a:gd name="T37" fmla="*/ 55 h 138"/>
              <a:gd name="T38" fmla="*/ 73 w 146"/>
              <a:gd name="T39" fmla="*/ 17 h 138"/>
              <a:gd name="T40" fmla="*/ 58 w 146"/>
              <a:gd name="T41" fmla="*/ 55 h 138"/>
              <a:gd name="T42" fmla="*/ 16 w 146"/>
              <a:gd name="T43" fmla="*/ 58 h 1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146" h="138">
                <a:moveTo>
                  <a:pt x="0" y="52"/>
                </a:moveTo>
                <a:lnTo>
                  <a:pt x="53" y="48"/>
                </a:lnTo>
                <a:lnTo>
                  <a:pt x="73" y="0"/>
                </a:lnTo>
                <a:lnTo>
                  <a:pt x="94" y="48"/>
                </a:lnTo>
                <a:lnTo>
                  <a:pt x="146" y="52"/>
                </a:lnTo>
                <a:lnTo>
                  <a:pt x="105" y="87"/>
                </a:lnTo>
                <a:lnTo>
                  <a:pt x="118" y="138"/>
                </a:lnTo>
                <a:lnTo>
                  <a:pt x="73" y="111"/>
                </a:lnTo>
                <a:lnTo>
                  <a:pt x="28" y="138"/>
                </a:lnTo>
                <a:lnTo>
                  <a:pt x="41" y="87"/>
                </a:lnTo>
                <a:lnTo>
                  <a:pt x="0" y="52"/>
                </a:lnTo>
                <a:close/>
                <a:moveTo>
                  <a:pt x="16" y="58"/>
                </a:moveTo>
                <a:lnTo>
                  <a:pt x="48" y="85"/>
                </a:lnTo>
                <a:lnTo>
                  <a:pt x="38" y="124"/>
                </a:lnTo>
                <a:lnTo>
                  <a:pt x="73" y="103"/>
                </a:lnTo>
                <a:lnTo>
                  <a:pt x="108" y="124"/>
                </a:lnTo>
                <a:lnTo>
                  <a:pt x="99" y="85"/>
                </a:lnTo>
                <a:lnTo>
                  <a:pt x="130" y="58"/>
                </a:lnTo>
                <a:lnTo>
                  <a:pt x="89" y="55"/>
                </a:lnTo>
                <a:lnTo>
                  <a:pt x="73" y="17"/>
                </a:lnTo>
                <a:lnTo>
                  <a:pt x="58" y="55"/>
                </a:lnTo>
                <a:lnTo>
                  <a:pt x="16" y="5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73" name="Freeform 75"/>
          <p:cNvSpPr>
            <a:spLocks/>
          </p:cNvSpPr>
          <p:nvPr/>
        </p:nvSpPr>
        <p:spPr bwMode="auto">
          <a:xfrm>
            <a:off x="1679866" y="3377846"/>
            <a:ext cx="299697" cy="264949"/>
          </a:xfrm>
          <a:custGeom>
            <a:avLst/>
            <a:gdLst>
              <a:gd name="T0" fmla="*/ 0 w 209"/>
              <a:gd name="T1" fmla="*/ 6 h 185"/>
              <a:gd name="T2" fmla="*/ 2 w 209"/>
              <a:gd name="T3" fmla="*/ 1 h 185"/>
              <a:gd name="T4" fmla="*/ 7 w 209"/>
              <a:gd name="T5" fmla="*/ 0 h 185"/>
              <a:gd name="T6" fmla="*/ 202 w 209"/>
              <a:gd name="T7" fmla="*/ 0 h 185"/>
              <a:gd name="T8" fmla="*/ 207 w 209"/>
              <a:gd name="T9" fmla="*/ 1 h 185"/>
              <a:gd name="T10" fmla="*/ 209 w 209"/>
              <a:gd name="T11" fmla="*/ 6 h 185"/>
              <a:gd name="T12" fmla="*/ 209 w 209"/>
              <a:gd name="T13" fmla="*/ 139 h 185"/>
              <a:gd name="T14" fmla="*/ 207 w 209"/>
              <a:gd name="T15" fmla="*/ 144 h 185"/>
              <a:gd name="T16" fmla="*/ 202 w 209"/>
              <a:gd name="T17" fmla="*/ 145 h 185"/>
              <a:gd name="T18" fmla="*/ 169 w 209"/>
              <a:gd name="T19" fmla="*/ 145 h 185"/>
              <a:gd name="T20" fmla="*/ 169 w 209"/>
              <a:gd name="T21" fmla="*/ 185 h 185"/>
              <a:gd name="T22" fmla="*/ 131 w 209"/>
              <a:gd name="T23" fmla="*/ 145 h 185"/>
              <a:gd name="T24" fmla="*/ 7 w 209"/>
              <a:gd name="T25" fmla="*/ 145 h 185"/>
              <a:gd name="T26" fmla="*/ 2 w 209"/>
              <a:gd name="T27" fmla="*/ 144 h 185"/>
              <a:gd name="T28" fmla="*/ 0 w 209"/>
              <a:gd name="T29" fmla="*/ 139 h 185"/>
              <a:gd name="T30" fmla="*/ 0 w 209"/>
              <a:gd name="T31" fmla="*/ 6 h 1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209" h="185">
                <a:moveTo>
                  <a:pt x="0" y="6"/>
                </a:moveTo>
                <a:cubicBezTo>
                  <a:pt x="0" y="4"/>
                  <a:pt x="1" y="3"/>
                  <a:pt x="2" y="1"/>
                </a:cubicBezTo>
                <a:cubicBezTo>
                  <a:pt x="3" y="0"/>
                  <a:pt x="5" y="0"/>
                  <a:pt x="7" y="0"/>
                </a:cubicBezTo>
                <a:cubicBezTo>
                  <a:pt x="202" y="0"/>
                  <a:pt x="202" y="0"/>
                  <a:pt x="202" y="0"/>
                </a:cubicBezTo>
                <a:cubicBezTo>
                  <a:pt x="204" y="0"/>
                  <a:pt x="205" y="0"/>
                  <a:pt x="207" y="1"/>
                </a:cubicBezTo>
                <a:cubicBezTo>
                  <a:pt x="208" y="3"/>
                  <a:pt x="209" y="4"/>
                  <a:pt x="209" y="6"/>
                </a:cubicBezTo>
                <a:cubicBezTo>
                  <a:pt x="209" y="139"/>
                  <a:pt x="209" y="139"/>
                  <a:pt x="209" y="139"/>
                </a:cubicBezTo>
                <a:cubicBezTo>
                  <a:pt x="209" y="141"/>
                  <a:pt x="208" y="142"/>
                  <a:pt x="207" y="144"/>
                </a:cubicBezTo>
                <a:cubicBezTo>
                  <a:pt x="205" y="145"/>
                  <a:pt x="204" y="145"/>
                  <a:pt x="202" y="145"/>
                </a:cubicBezTo>
                <a:cubicBezTo>
                  <a:pt x="169" y="145"/>
                  <a:pt x="169" y="145"/>
                  <a:pt x="169" y="145"/>
                </a:cubicBezTo>
                <a:cubicBezTo>
                  <a:pt x="169" y="185"/>
                  <a:pt x="169" y="185"/>
                  <a:pt x="169" y="185"/>
                </a:cubicBezTo>
                <a:cubicBezTo>
                  <a:pt x="131" y="145"/>
                  <a:pt x="131" y="145"/>
                  <a:pt x="131" y="145"/>
                </a:cubicBezTo>
                <a:cubicBezTo>
                  <a:pt x="7" y="145"/>
                  <a:pt x="7" y="145"/>
                  <a:pt x="7" y="145"/>
                </a:cubicBezTo>
                <a:cubicBezTo>
                  <a:pt x="5" y="145"/>
                  <a:pt x="3" y="145"/>
                  <a:pt x="2" y="144"/>
                </a:cubicBezTo>
                <a:cubicBezTo>
                  <a:pt x="1" y="142"/>
                  <a:pt x="0" y="141"/>
                  <a:pt x="0" y="139"/>
                </a:cubicBezTo>
                <a:lnTo>
                  <a:pt x="0" y="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74" name="Freeform 76"/>
          <p:cNvSpPr>
            <a:spLocks noEditPoints="1"/>
          </p:cNvSpPr>
          <p:nvPr/>
        </p:nvSpPr>
        <p:spPr bwMode="auto">
          <a:xfrm>
            <a:off x="2122897" y="3377845"/>
            <a:ext cx="297527" cy="267123"/>
          </a:xfrm>
          <a:custGeom>
            <a:avLst/>
            <a:gdLst>
              <a:gd name="T0" fmla="*/ 0 w 208"/>
              <a:gd name="T1" fmla="*/ 86 h 187"/>
              <a:gd name="T2" fmla="*/ 1 w 208"/>
              <a:gd name="T3" fmla="*/ 84 h 187"/>
              <a:gd name="T4" fmla="*/ 3 w 208"/>
              <a:gd name="T5" fmla="*/ 83 h 187"/>
              <a:gd name="T6" fmla="*/ 31 w 208"/>
              <a:gd name="T7" fmla="*/ 83 h 187"/>
              <a:gd name="T8" fmla="*/ 31 w 208"/>
              <a:gd name="T9" fmla="*/ 119 h 187"/>
              <a:gd name="T10" fmla="*/ 35 w 208"/>
              <a:gd name="T11" fmla="*/ 131 h 187"/>
              <a:gd name="T12" fmla="*/ 45 w 208"/>
              <a:gd name="T13" fmla="*/ 135 h 187"/>
              <a:gd name="T14" fmla="*/ 46 w 208"/>
              <a:gd name="T15" fmla="*/ 135 h 187"/>
              <a:gd name="T16" fmla="*/ 67 w 208"/>
              <a:gd name="T17" fmla="*/ 135 h 187"/>
              <a:gd name="T18" fmla="*/ 111 w 208"/>
              <a:gd name="T19" fmla="*/ 134 h 187"/>
              <a:gd name="T20" fmla="*/ 111 w 208"/>
              <a:gd name="T21" fmla="*/ 162 h 187"/>
              <a:gd name="T22" fmla="*/ 110 w 208"/>
              <a:gd name="T23" fmla="*/ 165 h 187"/>
              <a:gd name="T24" fmla="*/ 107 w 208"/>
              <a:gd name="T25" fmla="*/ 166 h 187"/>
              <a:gd name="T26" fmla="*/ 41 w 208"/>
              <a:gd name="T27" fmla="*/ 166 h 187"/>
              <a:gd name="T28" fmla="*/ 21 w 208"/>
              <a:gd name="T29" fmla="*/ 187 h 187"/>
              <a:gd name="T30" fmla="*/ 21 w 208"/>
              <a:gd name="T31" fmla="*/ 166 h 187"/>
              <a:gd name="T32" fmla="*/ 3 w 208"/>
              <a:gd name="T33" fmla="*/ 166 h 187"/>
              <a:gd name="T34" fmla="*/ 1 w 208"/>
              <a:gd name="T35" fmla="*/ 165 h 187"/>
              <a:gd name="T36" fmla="*/ 0 w 208"/>
              <a:gd name="T37" fmla="*/ 162 h 187"/>
              <a:gd name="T38" fmla="*/ 0 w 208"/>
              <a:gd name="T39" fmla="*/ 86 h 187"/>
              <a:gd name="T40" fmla="*/ 41 w 208"/>
              <a:gd name="T41" fmla="*/ 5 h 187"/>
              <a:gd name="T42" fmla="*/ 43 w 208"/>
              <a:gd name="T43" fmla="*/ 1 h 187"/>
              <a:gd name="T44" fmla="*/ 47 w 208"/>
              <a:gd name="T45" fmla="*/ 0 h 187"/>
              <a:gd name="T46" fmla="*/ 203 w 208"/>
              <a:gd name="T47" fmla="*/ 0 h 187"/>
              <a:gd name="T48" fmla="*/ 206 w 208"/>
              <a:gd name="T49" fmla="*/ 1 h 187"/>
              <a:gd name="T50" fmla="*/ 208 w 208"/>
              <a:gd name="T51" fmla="*/ 5 h 187"/>
              <a:gd name="T52" fmla="*/ 208 w 208"/>
              <a:gd name="T53" fmla="*/ 119 h 187"/>
              <a:gd name="T54" fmla="*/ 206 w 208"/>
              <a:gd name="T55" fmla="*/ 123 h 187"/>
              <a:gd name="T56" fmla="*/ 203 w 208"/>
              <a:gd name="T57" fmla="*/ 124 h 187"/>
              <a:gd name="T58" fmla="*/ 177 w 208"/>
              <a:gd name="T59" fmla="*/ 124 h 187"/>
              <a:gd name="T60" fmla="*/ 177 w 208"/>
              <a:gd name="T61" fmla="*/ 156 h 187"/>
              <a:gd name="T62" fmla="*/ 145 w 208"/>
              <a:gd name="T63" fmla="*/ 124 h 187"/>
              <a:gd name="T64" fmla="*/ 47 w 208"/>
              <a:gd name="T65" fmla="*/ 124 h 187"/>
              <a:gd name="T66" fmla="*/ 43 w 208"/>
              <a:gd name="T67" fmla="*/ 123 h 187"/>
              <a:gd name="T68" fmla="*/ 41 w 208"/>
              <a:gd name="T69" fmla="*/ 119 h 187"/>
              <a:gd name="T70" fmla="*/ 41 w 208"/>
              <a:gd name="T71" fmla="*/ 5 h 1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208" h="187">
                <a:moveTo>
                  <a:pt x="0" y="86"/>
                </a:moveTo>
                <a:cubicBezTo>
                  <a:pt x="0" y="85"/>
                  <a:pt x="0" y="84"/>
                  <a:pt x="1" y="84"/>
                </a:cubicBezTo>
                <a:cubicBezTo>
                  <a:pt x="2" y="83"/>
                  <a:pt x="2" y="83"/>
                  <a:pt x="3" y="83"/>
                </a:cubicBezTo>
                <a:cubicBezTo>
                  <a:pt x="31" y="83"/>
                  <a:pt x="31" y="83"/>
                  <a:pt x="31" y="83"/>
                </a:cubicBezTo>
                <a:cubicBezTo>
                  <a:pt x="31" y="119"/>
                  <a:pt x="31" y="119"/>
                  <a:pt x="31" y="119"/>
                </a:cubicBezTo>
                <a:cubicBezTo>
                  <a:pt x="31" y="124"/>
                  <a:pt x="32" y="128"/>
                  <a:pt x="35" y="131"/>
                </a:cubicBezTo>
                <a:cubicBezTo>
                  <a:pt x="37" y="133"/>
                  <a:pt x="41" y="135"/>
                  <a:pt x="45" y="135"/>
                </a:cubicBezTo>
                <a:cubicBezTo>
                  <a:pt x="46" y="135"/>
                  <a:pt x="46" y="135"/>
                  <a:pt x="46" y="135"/>
                </a:cubicBezTo>
                <a:cubicBezTo>
                  <a:pt x="49" y="135"/>
                  <a:pt x="56" y="135"/>
                  <a:pt x="67" y="135"/>
                </a:cubicBezTo>
                <a:cubicBezTo>
                  <a:pt x="78" y="135"/>
                  <a:pt x="92" y="134"/>
                  <a:pt x="111" y="134"/>
                </a:cubicBezTo>
                <a:cubicBezTo>
                  <a:pt x="111" y="162"/>
                  <a:pt x="111" y="162"/>
                  <a:pt x="111" y="162"/>
                </a:cubicBezTo>
                <a:cubicBezTo>
                  <a:pt x="111" y="163"/>
                  <a:pt x="110" y="164"/>
                  <a:pt x="110" y="165"/>
                </a:cubicBezTo>
                <a:cubicBezTo>
                  <a:pt x="109" y="166"/>
                  <a:pt x="108" y="166"/>
                  <a:pt x="107" y="166"/>
                </a:cubicBezTo>
                <a:cubicBezTo>
                  <a:pt x="41" y="166"/>
                  <a:pt x="41" y="166"/>
                  <a:pt x="41" y="166"/>
                </a:cubicBezTo>
                <a:cubicBezTo>
                  <a:pt x="21" y="187"/>
                  <a:pt x="21" y="187"/>
                  <a:pt x="21" y="187"/>
                </a:cubicBezTo>
                <a:cubicBezTo>
                  <a:pt x="21" y="166"/>
                  <a:pt x="21" y="166"/>
                  <a:pt x="21" y="166"/>
                </a:cubicBezTo>
                <a:cubicBezTo>
                  <a:pt x="3" y="166"/>
                  <a:pt x="3" y="166"/>
                  <a:pt x="3" y="166"/>
                </a:cubicBezTo>
                <a:cubicBezTo>
                  <a:pt x="2" y="166"/>
                  <a:pt x="2" y="166"/>
                  <a:pt x="1" y="165"/>
                </a:cubicBezTo>
                <a:cubicBezTo>
                  <a:pt x="0" y="164"/>
                  <a:pt x="0" y="163"/>
                  <a:pt x="0" y="162"/>
                </a:cubicBezTo>
                <a:lnTo>
                  <a:pt x="0" y="86"/>
                </a:lnTo>
                <a:close/>
                <a:moveTo>
                  <a:pt x="41" y="5"/>
                </a:moveTo>
                <a:cubicBezTo>
                  <a:pt x="41" y="3"/>
                  <a:pt x="42" y="2"/>
                  <a:pt x="43" y="1"/>
                </a:cubicBezTo>
                <a:cubicBezTo>
                  <a:pt x="44" y="0"/>
                  <a:pt x="45" y="0"/>
                  <a:pt x="47" y="0"/>
                </a:cubicBezTo>
                <a:cubicBezTo>
                  <a:pt x="203" y="0"/>
                  <a:pt x="203" y="0"/>
                  <a:pt x="203" y="0"/>
                </a:cubicBezTo>
                <a:cubicBezTo>
                  <a:pt x="204" y="0"/>
                  <a:pt x="205" y="0"/>
                  <a:pt x="206" y="1"/>
                </a:cubicBezTo>
                <a:cubicBezTo>
                  <a:pt x="207" y="2"/>
                  <a:pt x="208" y="3"/>
                  <a:pt x="208" y="5"/>
                </a:cubicBezTo>
                <a:cubicBezTo>
                  <a:pt x="208" y="119"/>
                  <a:pt x="208" y="119"/>
                  <a:pt x="208" y="119"/>
                </a:cubicBezTo>
                <a:cubicBezTo>
                  <a:pt x="208" y="121"/>
                  <a:pt x="207" y="122"/>
                  <a:pt x="206" y="123"/>
                </a:cubicBezTo>
                <a:cubicBezTo>
                  <a:pt x="205" y="124"/>
                  <a:pt x="204" y="124"/>
                  <a:pt x="203" y="124"/>
                </a:cubicBezTo>
                <a:cubicBezTo>
                  <a:pt x="177" y="124"/>
                  <a:pt x="177" y="124"/>
                  <a:pt x="177" y="124"/>
                </a:cubicBezTo>
                <a:cubicBezTo>
                  <a:pt x="177" y="156"/>
                  <a:pt x="177" y="156"/>
                  <a:pt x="177" y="156"/>
                </a:cubicBezTo>
                <a:cubicBezTo>
                  <a:pt x="145" y="124"/>
                  <a:pt x="145" y="124"/>
                  <a:pt x="145" y="124"/>
                </a:cubicBezTo>
                <a:cubicBezTo>
                  <a:pt x="47" y="124"/>
                  <a:pt x="47" y="124"/>
                  <a:pt x="47" y="124"/>
                </a:cubicBezTo>
                <a:cubicBezTo>
                  <a:pt x="45" y="124"/>
                  <a:pt x="44" y="124"/>
                  <a:pt x="43" y="123"/>
                </a:cubicBezTo>
                <a:cubicBezTo>
                  <a:pt x="42" y="122"/>
                  <a:pt x="41" y="121"/>
                  <a:pt x="41" y="119"/>
                </a:cubicBezTo>
                <a:lnTo>
                  <a:pt x="41" y="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75" name="Freeform 77"/>
          <p:cNvSpPr>
            <a:spLocks noEditPoints="1"/>
          </p:cNvSpPr>
          <p:nvPr/>
        </p:nvSpPr>
        <p:spPr bwMode="auto">
          <a:xfrm>
            <a:off x="2650624" y="3347441"/>
            <a:ext cx="121616" cy="267123"/>
          </a:xfrm>
          <a:custGeom>
            <a:avLst/>
            <a:gdLst>
              <a:gd name="T0" fmla="*/ 0 w 84"/>
              <a:gd name="T1" fmla="*/ 166 h 187"/>
              <a:gd name="T2" fmla="*/ 21 w 84"/>
              <a:gd name="T3" fmla="*/ 166 h 187"/>
              <a:gd name="T4" fmla="*/ 21 w 84"/>
              <a:gd name="T5" fmla="*/ 104 h 187"/>
              <a:gd name="T6" fmla="*/ 0 w 84"/>
              <a:gd name="T7" fmla="*/ 104 h 187"/>
              <a:gd name="T8" fmla="*/ 0 w 84"/>
              <a:gd name="T9" fmla="*/ 83 h 187"/>
              <a:gd name="T10" fmla="*/ 63 w 84"/>
              <a:gd name="T11" fmla="*/ 83 h 187"/>
              <a:gd name="T12" fmla="*/ 63 w 84"/>
              <a:gd name="T13" fmla="*/ 166 h 187"/>
              <a:gd name="T14" fmla="*/ 84 w 84"/>
              <a:gd name="T15" fmla="*/ 166 h 187"/>
              <a:gd name="T16" fmla="*/ 84 w 84"/>
              <a:gd name="T17" fmla="*/ 187 h 187"/>
              <a:gd name="T18" fmla="*/ 0 w 84"/>
              <a:gd name="T19" fmla="*/ 187 h 187"/>
              <a:gd name="T20" fmla="*/ 0 w 84"/>
              <a:gd name="T21" fmla="*/ 166 h 187"/>
              <a:gd name="T22" fmla="*/ 20 w 84"/>
              <a:gd name="T23" fmla="*/ 53 h 187"/>
              <a:gd name="T24" fmla="*/ 11 w 84"/>
              <a:gd name="T25" fmla="*/ 31 h 187"/>
              <a:gd name="T26" fmla="*/ 20 w 84"/>
              <a:gd name="T27" fmla="*/ 9 h 187"/>
              <a:gd name="T28" fmla="*/ 42 w 84"/>
              <a:gd name="T29" fmla="*/ 0 h 187"/>
              <a:gd name="T30" fmla="*/ 64 w 84"/>
              <a:gd name="T31" fmla="*/ 9 h 187"/>
              <a:gd name="T32" fmla="*/ 73 w 84"/>
              <a:gd name="T33" fmla="*/ 31 h 187"/>
              <a:gd name="T34" fmla="*/ 64 w 84"/>
              <a:gd name="T35" fmla="*/ 53 h 187"/>
              <a:gd name="T36" fmla="*/ 42 w 84"/>
              <a:gd name="T37" fmla="*/ 62 h 187"/>
              <a:gd name="T38" fmla="*/ 20 w 84"/>
              <a:gd name="T39" fmla="*/ 53 h 1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84" h="187">
                <a:moveTo>
                  <a:pt x="0" y="166"/>
                </a:moveTo>
                <a:cubicBezTo>
                  <a:pt x="21" y="166"/>
                  <a:pt x="21" y="166"/>
                  <a:pt x="21" y="166"/>
                </a:cubicBezTo>
                <a:cubicBezTo>
                  <a:pt x="21" y="104"/>
                  <a:pt x="21" y="104"/>
                  <a:pt x="21" y="104"/>
                </a:cubicBezTo>
                <a:cubicBezTo>
                  <a:pt x="0" y="104"/>
                  <a:pt x="0" y="104"/>
                  <a:pt x="0" y="104"/>
                </a:cubicBezTo>
                <a:cubicBezTo>
                  <a:pt x="0" y="83"/>
                  <a:pt x="0" y="83"/>
                  <a:pt x="0" y="83"/>
                </a:cubicBezTo>
                <a:cubicBezTo>
                  <a:pt x="63" y="83"/>
                  <a:pt x="63" y="83"/>
                  <a:pt x="63" y="83"/>
                </a:cubicBezTo>
                <a:cubicBezTo>
                  <a:pt x="63" y="166"/>
                  <a:pt x="63" y="166"/>
                  <a:pt x="63" y="166"/>
                </a:cubicBezTo>
                <a:cubicBezTo>
                  <a:pt x="84" y="166"/>
                  <a:pt x="84" y="166"/>
                  <a:pt x="84" y="166"/>
                </a:cubicBezTo>
                <a:cubicBezTo>
                  <a:pt x="84" y="187"/>
                  <a:pt x="84" y="187"/>
                  <a:pt x="84" y="187"/>
                </a:cubicBezTo>
                <a:cubicBezTo>
                  <a:pt x="0" y="187"/>
                  <a:pt x="0" y="187"/>
                  <a:pt x="0" y="187"/>
                </a:cubicBezTo>
                <a:lnTo>
                  <a:pt x="0" y="166"/>
                </a:lnTo>
                <a:close/>
                <a:moveTo>
                  <a:pt x="20" y="53"/>
                </a:moveTo>
                <a:cubicBezTo>
                  <a:pt x="14" y="47"/>
                  <a:pt x="11" y="39"/>
                  <a:pt x="11" y="31"/>
                </a:cubicBezTo>
                <a:cubicBezTo>
                  <a:pt x="11" y="22"/>
                  <a:pt x="14" y="15"/>
                  <a:pt x="20" y="9"/>
                </a:cubicBezTo>
                <a:cubicBezTo>
                  <a:pt x="26" y="3"/>
                  <a:pt x="33" y="0"/>
                  <a:pt x="42" y="0"/>
                </a:cubicBezTo>
                <a:cubicBezTo>
                  <a:pt x="51" y="0"/>
                  <a:pt x="58" y="3"/>
                  <a:pt x="64" y="9"/>
                </a:cubicBezTo>
                <a:cubicBezTo>
                  <a:pt x="70" y="15"/>
                  <a:pt x="73" y="22"/>
                  <a:pt x="73" y="31"/>
                </a:cubicBezTo>
                <a:cubicBezTo>
                  <a:pt x="73" y="39"/>
                  <a:pt x="70" y="47"/>
                  <a:pt x="64" y="53"/>
                </a:cubicBezTo>
                <a:cubicBezTo>
                  <a:pt x="58" y="59"/>
                  <a:pt x="51" y="62"/>
                  <a:pt x="42" y="62"/>
                </a:cubicBezTo>
                <a:cubicBezTo>
                  <a:pt x="33" y="62"/>
                  <a:pt x="26" y="59"/>
                  <a:pt x="20" y="5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76" name="Freeform 78"/>
          <p:cNvSpPr>
            <a:spLocks noEditPoints="1"/>
          </p:cNvSpPr>
          <p:nvPr/>
        </p:nvSpPr>
        <p:spPr bwMode="auto">
          <a:xfrm>
            <a:off x="3026331" y="3334411"/>
            <a:ext cx="264949" cy="321415"/>
          </a:xfrm>
          <a:custGeom>
            <a:avLst/>
            <a:gdLst>
              <a:gd name="T0" fmla="*/ 0 w 185"/>
              <a:gd name="T1" fmla="*/ 32 h 224"/>
              <a:gd name="T2" fmla="*/ 1 w 185"/>
              <a:gd name="T3" fmla="*/ 29 h 224"/>
              <a:gd name="T4" fmla="*/ 3 w 185"/>
              <a:gd name="T5" fmla="*/ 25 h 224"/>
              <a:gd name="T6" fmla="*/ 6 w 185"/>
              <a:gd name="T7" fmla="*/ 23 h 224"/>
              <a:gd name="T8" fmla="*/ 10 w 185"/>
              <a:gd name="T9" fmla="*/ 22 h 224"/>
              <a:gd name="T10" fmla="*/ 17 w 185"/>
              <a:gd name="T11" fmla="*/ 24 h 224"/>
              <a:gd name="T12" fmla="*/ 20 w 185"/>
              <a:gd name="T13" fmla="*/ 30 h 224"/>
              <a:gd name="T14" fmla="*/ 69 w 185"/>
              <a:gd name="T15" fmla="*/ 211 h 224"/>
              <a:gd name="T16" fmla="*/ 69 w 185"/>
              <a:gd name="T17" fmla="*/ 213 h 224"/>
              <a:gd name="T18" fmla="*/ 66 w 185"/>
              <a:gd name="T19" fmla="*/ 220 h 224"/>
              <a:gd name="T20" fmla="*/ 59 w 185"/>
              <a:gd name="T21" fmla="*/ 224 h 224"/>
              <a:gd name="T22" fmla="*/ 52 w 185"/>
              <a:gd name="T23" fmla="*/ 221 h 224"/>
              <a:gd name="T24" fmla="*/ 49 w 185"/>
              <a:gd name="T25" fmla="*/ 216 h 224"/>
              <a:gd name="T26" fmla="*/ 0 w 185"/>
              <a:gd name="T27" fmla="*/ 35 h 224"/>
              <a:gd name="T28" fmla="*/ 0 w 185"/>
              <a:gd name="T29" fmla="*/ 32 h 224"/>
              <a:gd name="T30" fmla="*/ 43 w 185"/>
              <a:gd name="T31" fmla="*/ 34 h 224"/>
              <a:gd name="T32" fmla="*/ 53 w 185"/>
              <a:gd name="T33" fmla="*/ 37 h 224"/>
              <a:gd name="T34" fmla="*/ 76 w 185"/>
              <a:gd name="T35" fmla="*/ 31 h 224"/>
              <a:gd name="T36" fmla="*/ 103 w 185"/>
              <a:gd name="T37" fmla="*/ 18 h 224"/>
              <a:gd name="T38" fmla="*/ 117 w 185"/>
              <a:gd name="T39" fmla="*/ 11 h 224"/>
              <a:gd name="T40" fmla="*/ 131 w 185"/>
              <a:gd name="T41" fmla="*/ 5 h 224"/>
              <a:gd name="T42" fmla="*/ 154 w 185"/>
              <a:gd name="T43" fmla="*/ 0 h 224"/>
              <a:gd name="T44" fmla="*/ 164 w 185"/>
              <a:gd name="T45" fmla="*/ 2 h 224"/>
              <a:gd name="T46" fmla="*/ 159 w 185"/>
              <a:gd name="T47" fmla="*/ 23 h 224"/>
              <a:gd name="T48" fmla="*/ 153 w 185"/>
              <a:gd name="T49" fmla="*/ 42 h 224"/>
              <a:gd name="T50" fmla="*/ 161 w 185"/>
              <a:gd name="T51" fmla="*/ 52 h 224"/>
              <a:gd name="T52" fmla="*/ 168 w 185"/>
              <a:gd name="T53" fmla="*/ 62 h 224"/>
              <a:gd name="T54" fmla="*/ 176 w 185"/>
              <a:gd name="T55" fmla="*/ 71 h 224"/>
              <a:gd name="T56" fmla="*/ 181 w 185"/>
              <a:gd name="T57" fmla="*/ 77 h 224"/>
              <a:gd name="T58" fmla="*/ 185 w 185"/>
              <a:gd name="T59" fmla="*/ 82 h 224"/>
              <a:gd name="T60" fmla="*/ 175 w 185"/>
              <a:gd name="T61" fmla="*/ 80 h 224"/>
              <a:gd name="T62" fmla="*/ 152 w 185"/>
              <a:gd name="T63" fmla="*/ 86 h 224"/>
              <a:gd name="T64" fmla="*/ 138 w 185"/>
              <a:gd name="T65" fmla="*/ 92 h 224"/>
              <a:gd name="T66" fmla="*/ 125 w 185"/>
              <a:gd name="T67" fmla="*/ 99 h 224"/>
              <a:gd name="T68" fmla="*/ 98 w 185"/>
              <a:gd name="T69" fmla="*/ 111 h 224"/>
              <a:gd name="T70" fmla="*/ 74 w 185"/>
              <a:gd name="T71" fmla="*/ 117 h 224"/>
              <a:gd name="T72" fmla="*/ 65 w 185"/>
              <a:gd name="T73" fmla="*/ 115 h 224"/>
              <a:gd name="T74" fmla="*/ 43 w 185"/>
              <a:gd name="T75" fmla="*/ 34 h 2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85" h="224">
                <a:moveTo>
                  <a:pt x="0" y="32"/>
                </a:moveTo>
                <a:cubicBezTo>
                  <a:pt x="0" y="31"/>
                  <a:pt x="0" y="30"/>
                  <a:pt x="1" y="29"/>
                </a:cubicBezTo>
                <a:cubicBezTo>
                  <a:pt x="1" y="27"/>
                  <a:pt x="2" y="26"/>
                  <a:pt x="3" y="25"/>
                </a:cubicBezTo>
                <a:cubicBezTo>
                  <a:pt x="4" y="24"/>
                  <a:pt x="5" y="23"/>
                  <a:pt x="6" y="23"/>
                </a:cubicBezTo>
                <a:cubicBezTo>
                  <a:pt x="7" y="22"/>
                  <a:pt x="9" y="22"/>
                  <a:pt x="10" y="22"/>
                </a:cubicBezTo>
                <a:cubicBezTo>
                  <a:pt x="13" y="22"/>
                  <a:pt x="15" y="23"/>
                  <a:pt x="17" y="24"/>
                </a:cubicBezTo>
                <a:cubicBezTo>
                  <a:pt x="18" y="25"/>
                  <a:pt x="20" y="27"/>
                  <a:pt x="20" y="30"/>
                </a:cubicBezTo>
                <a:cubicBezTo>
                  <a:pt x="69" y="211"/>
                  <a:pt x="69" y="211"/>
                  <a:pt x="69" y="211"/>
                </a:cubicBezTo>
                <a:cubicBezTo>
                  <a:pt x="69" y="211"/>
                  <a:pt x="69" y="212"/>
                  <a:pt x="69" y="213"/>
                </a:cubicBezTo>
                <a:cubicBezTo>
                  <a:pt x="69" y="216"/>
                  <a:pt x="68" y="218"/>
                  <a:pt x="66" y="220"/>
                </a:cubicBezTo>
                <a:cubicBezTo>
                  <a:pt x="64" y="223"/>
                  <a:pt x="62" y="224"/>
                  <a:pt x="59" y="224"/>
                </a:cubicBezTo>
                <a:cubicBezTo>
                  <a:pt x="56" y="224"/>
                  <a:pt x="54" y="223"/>
                  <a:pt x="52" y="221"/>
                </a:cubicBezTo>
                <a:cubicBezTo>
                  <a:pt x="51" y="220"/>
                  <a:pt x="49" y="218"/>
                  <a:pt x="49" y="216"/>
                </a:cubicBezTo>
                <a:cubicBezTo>
                  <a:pt x="0" y="35"/>
                  <a:pt x="0" y="35"/>
                  <a:pt x="0" y="35"/>
                </a:cubicBezTo>
                <a:cubicBezTo>
                  <a:pt x="0" y="34"/>
                  <a:pt x="0" y="33"/>
                  <a:pt x="0" y="32"/>
                </a:cubicBezTo>
                <a:close/>
                <a:moveTo>
                  <a:pt x="43" y="34"/>
                </a:moveTo>
                <a:cubicBezTo>
                  <a:pt x="46" y="36"/>
                  <a:pt x="49" y="37"/>
                  <a:pt x="53" y="37"/>
                </a:cubicBezTo>
                <a:cubicBezTo>
                  <a:pt x="58" y="37"/>
                  <a:pt x="66" y="35"/>
                  <a:pt x="76" y="31"/>
                </a:cubicBezTo>
                <a:cubicBezTo>
                  <a:pt x="85" y="27"/>
                  <a:pt x="95" y="23"/>
                  <a:pt x="103" y="18"/>
                </a:cubicBezTo>
                <a:cubicBezTo>
                  <a:pt x="108" y="16"/>
                  <a:pt x="112" y="14"/>
                  <a:pt x="117" y="11"/>
                </a:cubicBezTo>
                <a:cubicBezTo>
                  <a:pt x="121" y="9"/>
                  <a:pt x="126" y="7"/>
                  <a:pt x="131" y="5"/>
                </a:cubicBezTo>
                <a:cubicBezTo>
                  <a:pt x="140" y="2"/>
                  <a:pt x="148" y="0"/>
                  <a:pt x="154" y="0"/>
                </a:cubicBezTo>
                <a:cubicBezTo>
                  <a:pt x="158" y="0"/>
                  <a:pt x="161" y="0"/>
                  <a:pt x="164" y="2"/>
                </a:cubicBezTo>
                <a:cubicBezTo>
                  <a:pt x="162" y="10"/>
                  <a:pt x="160" y="17"/>
                  <a:pt x="159" y="23"/>
                </a:cubicBezTo>
                <a:cubicBezTo>
                  <a:pt x="157" y="30"/>
                  <a:pt x="155" y="36"/>
                  <a:pt x="153" y="42"/>
                </a:cubicBezTo>
                <a:cubicBezTo>
                  <a:pt x="156" y="45"/>
                  <a:pt x="158" y="49"/>
                  <a:pt x="161" y="52"/>
                </a:cubicBezTo>
                <a:cubicBezTo>
                  <a:pt x="163" y="56"/>
                  <a:pt x="166" y="59"/>
                  <a:pt x="168" y="62"/>
                </a:cubicBezTo>
                <a:cubicBezTo>
                  <a:pt x="171" y="66"/>
                  <a:pt x="174" y="69"/>
                  <a:pt x="176" y="71"/>
                </a:cubicBezTo>
                <a:cubicBezTo>
                  <a:pt x="178" y="74"/>
                  <a:pt x="180" y="76"/>
                  <a:pt x="181" y="77"/>
                </a:cubicBezTo>
                <a:cubicBezTo>
                  <a:pt x="185" y="82"/>
                  <a:pt x="185" y="82"/>
                  <a:pt x="185" y="82"/>
                </a:cubicBezTo>
                <a:cubicBezTo>
                  <a:pt x="182" y="81"/>
                  <a:pt x="179" y="80"/>
                  <a:pt x="175" y="80"/>
                </a:cubicBezTo>
                <a:cubicBezTo>
                  <a:pt x="170" y="80"/>
                  <a:pt x="162" y="82"/>
                  <a:pt x="152" y="86"/>
                </a:cubicBezTo>
                <a:cubicBezTo>
                  <a:pt x="147" y="88"/>
                  <a:pt x="143" y="90"/>
                  <a:pt x="138" y="92"/>
                </a:cubicBezTo>
                <a:cubicBezTo>
                  <a:pt x="134" y="94"/>
                  <a:pt x="129" y="96"/>
                  <a:pt x="125" y="99"/>
                </a:cubicBezTo>
                <a:cubicBezTo>
                  <a:pt x="116" y="103"/>
                  <a:pt x="107" y="107"/>
                  <a:pt x="98" y="111"/>
                </a:cubicBezTo>
                <a:cubicBezTo>
                  <a:pt x="88" y="115"/>
                  <a:pt x="80" y="117"/>
                  <a:pt x="74" y="117"/>
                </a:cubicBezTo>
                <a:cubicBezTo>
                  <a:pt x="71" y="117"/>
                  <a:pt x="67" y="116"/>
                  <a:pt x="65" y="115"/>
                </a:cubicBezTo>
                <a:lnTo>
                  <a:pt x="43" y="3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77" name="Freeform 79"/>
          <p:cNvSpPr>
            <a:spLocks noEditPoints="1"/>
          </p:cNvSpPr>
          <p:nvPr/>
        </p:nvSpPr>
        <p:spPr bwMode="auto">
          <a:xfrm>
            <a:off x="3443302" y="3347441"/>
            <a:ext cx="282324" cy="280152"/>
          </a:xfrm>
          <a:custGeom>
            <a:avLst/>
            <a:gdLst>
              <a:gd name="T0" fmla="*/ 0 w 197"/>
              <a:gd name="T1" fmla="*/ 71 h 196"/>
              <a:gd name="T2" fmla="*/ 0 w 197"/>
              <a:gd name="T3" fmla="*/ 10 h 196"/>
              <a:gd name="T4" fmla="*/ 1 w 197"/>
              <a:gd name="T5" fmla="*/ 6 h 196"/>
              <a:gd name="T6" fmla="*/ 4 w 197"/>
              <a:gd name="T7" fmla="*/ 3 h 196"/>
              <a:gd name="T8" fmla="*/ 7 w 197"/>
              <a:gd name="T9" fmla="*/ 1 h 196"/>
              <a:gd name="T10" fmla="*/ 11 w 197"/>
              <a:gd name="T11" fmla="*/ 0 h 196"/>
              <a:gd name="T12" fmla="*/ 72 w 197"/>
              <a:gd name="T13" fmla="*/ 0 h 196"/>
              <a:gd name="T14" fmla="*/ 75 w 197"/>
              <a:gd name="T15" fmla="*/ 1 h 196"/>
              <a:gd name="T16" fmla="*/ 195 w 197"/>
              <a:gd name="T17" fmla="*/ 121 h 196"/>
              <a:gd name="T18" fmla="*/ 195 w 197"/>
              <a:gd name="T19" fmla="*/ 121 h 196"/>
              <a:gd name="T20" fmla="*/ 197 w 197"/>
              <a:gd name="T21" fmla="*/ 125 h 196"/>
              <a:gd name="T22" fmla="*/ 195 w 197"/>
              <a:gd name="T23" fmla="*/ 128 h 196"/>
              <a:gd name="T24" fmla="*/ 195 w 197"/>
              <a:gd name="T25" fmla="*/ 128 h 196"/>
              <a:gd name="T26" fmla="*/ 129 w 197"/>
              <a:gd name="T27" fmla="*/ 195 h 196"/>
              <a:gd name="T28" fmla="*/ 126 w 197"/>
              <a:gd name="T29" fmla="*/ 196 h 196"/>
              <a:gd name="T30" fmla="*/ 122 w 197"/>
              <a:gd name="T31" fmla="*/ 195 h 196"/>
              <a:gd name="T32" fmla="*/ 121 w 197"/>
              <a:gd name="T33" fmla="*/ 194 h 196"/>
              <a:gd name="T34" fmla="*/ 2 w 197"/>
              <a:gd name="T35" fmla="*/ 74 h 196"/>
              <a:gd name="T36" fmla="*/ 0 w 197"/>
              <a:gd name="T37" fmla="*/ 71 h 196"/>
              <a:gd name="T38" fmla="*/ 24 w 197"/>
              <a:gd name="T39" fmla="*/ 24 h 196"/>
              <a:gd name="T40" fmla="*/ 22 w 197"/>
              <a:gd name="T41" fmla="*/ 27 h 196"/>
              <a:gd name="T42" fmla="*/ 21 w 197"/>
              <a:gd name="T43" fmla="*/ 31 h 196"/>
              <a:gd name="T44" fmla="*/ 22 w 197"/>
              <a:gd name="T45" fmla="*/ 35 h 196"/>
              <a:gd name="T46" fmla="*/ 24 w 197"/>
              <a:gd name="T47" fmla="*/ 38 h 196"/>
              <a:gd name="T48" fmla="*/ 28 w 197"/>
              <a:gd name="T49" fmla="*/ 41 h 196"/>
              <a:gd name="T50" fmla="*/ 32 w 197"/>
              <a:gd name="T51" fmla="*/ 41 h 196"/>
              <a:gd name="T52" fmla="*/ 36 w 197"/>
              <a:gd name="T53" fmla="*/ 41 h 196"/>
              <a:gd name="T54" fmla="*/ 39 w 197"/>
              <a:gd name="T55" fmla="*/ 38 h 196"/>
              <a:gd name="T56" fmla="*/ 42 w 197"/>
              <a:gd name="T57" fmla="*/ 31 h 196"/>
              <a:gd name="T58" fmla="*/ 39 w 197"/>
              <a:gd name="T59" fmla="*/ 24 h 196"/>
              <a:gd name="T60" fmla="*/ 32 w 197"/>
              <a:gd name="T61" fmla="*/ 21 h 196"/>
              <a:gd name="T62" fmla="*/ 24 w 197"/>
              <a:gd name="T63" fmla="*/ 24 h 1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97" h="196">
                <a:moveTo>
                  <a:pt x="0" y="71"/>
                </a:moveTo>
                <a:cubicBezTo>
                  <a:pt x="0" y="10"/>
                  <a:pt x="0" y="10"/>
                  <a:pt x="0" y="10"/>
                </a:cubicBezTo>
                <a:cubicBezTo>
                  <a:pt x="0" y="9"/>
                  <a:pt x="1" y="7"/>
                  <a:pt x="1" y="6"/>
                </a:cubicBezTo>
                <a:cubicBezTo>
                  <a:pt x="2" y="5"/>
                  <a:pt x="3" y="4"/>
                  <a:pt x="4" y="3"/>
                </a:cubicBezTo>
                <a:cubicBezTo>
                  <a:pt x="5" y="2"/>
                  <a:pt x="6" y="1"/>
                  <a:pt x="7" y="1"/>
                </a:cubicBezTo>
                <a:cubicBezTo>
                  <a:pt x="8" y="0"/>
                  <a:pt x="9" y="0"/>
                  <a:pt x="11" y="0"/>
                </a:cubicBezTo>
                <a:cubicBezTo>
                  <a:pt x="72" y="0"/>
                  <a:pt x="72" y="0"/>
                  <a:pt x="72" y="0"/>
                </a:cubicBezTo>
                <a:cubicBezTo>
                  <a:pt x="73" y="0"/>
                  <a:pt x="74" y="0"/>
                  <a:pt x="75" y="1"/>
                </a:cubicBezTo>
                <a:cubicBezTo>
                  <a:pt x="195" y="121"/>
                  <a:pt x="195" y="121"/>
                  <a:pt x="195" y="121"/>
                </a:cubicBezTo>
                <a:cubicBezTo>
                  <a:pt x="195" y="121"/>
                  <a:pt x="195" y="121"/>
                  <a:pt x="195" y="121"/>
                </a:cubicBezTo>
                <a:cubicBezTo>
                  <a:pt x="196" y="122"/>
                  <a:pt x="197" y="123"/>
                  <a:pt x="197" y="125"/>
                </a:cubicBezTo>
                <a:cubicBezTo>
                  <a:pt x="197" y="126"/>
                  <a:pt x="196" y="127"/>
                  <a:pt x="195" y="128"/>
                </a:cubicBezTo>
                <a:cubicBezTo>
                  <a:pt x="195" y="128"/>
                  <a:pt x="195" y="128"/>
                  <a:pt x="195" y="128"/>
                </a:cubicBezTo>
                <a:cubicBezTo>
                  <a:pt x="129" y="195"/>
                  <a:pt x="129" y="195"/>
                  <a:pt x="129" y="195"/>
                </a:cubicBezTo>
                <a:cubicBezTo>
                  <a:pt x="128" y="196"/>
                  <a:pt x="127" y="196"/>
                  <a:pt x="126" y="196"/>
                </a:cubicBezTo>
                <a:cubicBezTo>
                  <a:pt x="124" y="196"/>
                  <a:pt x="123" y="196"/>
                  <a:pt x="122" y="195"/>
                </a:cubicBezTo>
                <a:cubicBezTo>
                  <a:pt x="122" y="194"/>
                  <a:pt x="122" y="194"/>
                  <a:pt x="121" y="194"/>
                </a:cubicBezTo>
                <a:cubicBezTo>
                  <a:pt x="2" y="74"/>
                  <a:pt x="2" y="74"/>
                  <a:pt x="2" y="74"/>
                </a:cubicBezTo>
                <a:cubicBezTo>
                  <a:pt x="1" y="73"/>
                  <a:pt x="0" y="72"/>
                  <a:pt x="0" y="71"/>
                </a:cubicBezTo>
                <a:close/>
                <a:moveTo>
                  <a:pt x="24" y="24"/>
                </a:moveTo>
                <a:cubicBezTo>
                  <a:pt x="23" y="25"/>
                  <a:pt x="23" y="26"/>
                  <a:pt x="22" y="27"/>
                </a:cubicBezTo>
                <a:cubicBezTo>
                  <a:pt x="22" y="28"/>
                  <a:pt x="21" y="30"/>
                  <a:pt x="21" y="31"/>
                </a:cubicBezTo>
                <a:cubicBezTo>
                  <a:pt x="21" y="32"/>
                  <a:pt x="22" y="34"/>
                  <a:pt x="22" y="35"/>
                </a:cubicBezTo>
                <a:cubicBezTo>
                  <a:pt x="23" y="36"/>
                  <a:pt x="23" y="37"/>
                  <a:pt x="24" y="38"/>
                </a:cubicBezTo>
                <a:cubicBezTo>
                  <a:pt x="25" y="39"/>
                  <a:pt x="26" y="40"/>
                  <a:pt x="28" y="41"/>
                </a:cubicBezTo>
                <a:cubicBezTo>
                  <a:pt x="29" y="41"/>
                  <a:pt x="30" y="41"/>
                  <a:pt x="32" y="41"/>
                </a:cubicBezTo>
                <a:cubicBezTo>
                  <a:pt x="33" y="41"/>
                  <a:pt x="34" y="41"/>
                  <a:pt x="36" y="41"/>
                </a:cubicBezTo>
                <a:cubicBezTo>
                  <a:pt x="37" y="40"/>
                  <a:pt x="38" y="39"/>
                  <a:pt x="39" y="38"/>
                </a:cubicBezTo>
                <a:cubicBezTo>
                  <a:pt x="41" y="36"/>
                  <a:pt x="42" y="34"/>
                  <a:pt x="42" y="31"/>
                </a:cubicBezTo>
                <a:cubicBezTo>
                  <a:pt x="42" y="28"/>
                  <a:pt x="41" y="26"/>
                  <a:pt x="39" y="24"/>
                </a:cubicBezTo>
                <a:cubicBezTo>
                  <a:pt x="37" y="22"/>
                  <a:pt x="34" y="21"/>
                  <a:pt x="32" y="21"/>
                </a:cubicBezTo>
                <a:cubicBezTo>
                  <a:pt x="29" y="21"/>
                  <a:pt x="26" y="22"/>
                  <a:pt x="24" y="2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78" name="Freeform 80"/>
          <p:cNvSpPr>
            <a:spLocks noEditPoints="1"/>
          </p:cNvSpPr>
          <p:nvPr/>
        </p:nvSpPr>
        <p:spPr bwMode="auto">
          <a:xfrm>
            <a:off x="3892847" y="3347441"/>
            <a:ext cx="282324" cy="308384"/>
          </a:xfrm>
          <a:custGeom>
            <a:avLst/>
            <a:gdLst>
              <a:gd name="T0" fmla="*/ 0 w 196"/>
              <a:gd name="T1" fmla="*/ 71 h 215"/>
              <a:gd name="T2" fmla="*/ 0 w 196"/>
              <a:gd name="T3" fmla="*/ 10 h 215"/>
              <a:gd name="T4" fmla="*/ 3 w 196"/>
              <a:gd name="T5" fmla="*/ 3 h 215"/>
              <a:gd name="T6" fmla="*/ 10 w 196"/>
              <a:gd name="T7" fmla="*/ 0 h 215"/>
              <a:gd name="T8" fmla="*/ 71 w 196"/>
              <a:gd name="T9" fmla="*/ 0 h 215"/>
              <a:gd name="T10" fmla="*/ 71 w 196"/>
              <a:gd name="T11" fmla="*/ 0 h 215"/>
              <a:gd name="T12" fmla="*/ 75 w 196"/>
              <a:gd name="T13" fmla="*/ 1 h 215"/>
              <a:gd name="T14" fmla="*/ 194 w 196"/>
              <a:gd name="T15" fmla="*/ 121 h 215"/>
              <a:gd name="T16" fmla="*/ 196 w 196"/>
              <a:gd name="T17" fmla="*/ 125 h 215"/>
              <a:gd name="T18" fmla="*/ 194 w 196"/>
              <a:gd name="T19" fmla="*/ 128 h 215"/>
              <a:gd name="T20" fmla="*/ 128 w 196"/>
              <a:gd name="T21" fmla="*/ 195 h 215"/>
              <a:gd name="T22" fmla="*/ 124 w 196"/>
              <a:gd name="T23" fmla="*/ 196 h 215"/>
              <a:gd name="T24" fmla="*/ 121 w 196"/>
              <a:gd name="T25" fmla="*/ 194 h 215"/>
              <a:gd name="T26" fmla="*/ 120 w 196"/>
              <a:gd name="T27" fmla="*/ 194 h 215"/>
              <a:gd name="T28" fmla="*/ 1 w 196"/>
              <a:gd name="T29" fmla="*/ 74 h 215"/>
              <a:gd name="T30" fmla="*/ 0 w 196"/>
              <a:gd name="T31" fmla="*/ 71 h 215"/>
              <a:gd name="T32" fmla="*/ 6 w 196"/>
              <a:gd name="T33" fmla="*/ 91 h 215"/>
              <a:gd name="T34" fmla="*/ 101 w 196"/>
              <a:gd name="T35" fmla="*/ 202 h 215"/>
              <a:gd name="T36" fmla="*/ 71 w 196"/>
              <a:gd name="T37" fmla="*/ 215 h 215"/>
              <a:gd name="T38" fmla="*/ 69 w 196"/>
              <a:gd name="T39" fmla="*/ 215 h 215"/>
              <a:gd name="T40" fmla="*/ 64 w 196"/>
              <a:gd name="T41" fmla="*/ 212 h 215"/>
              <a:gd name="T42" fmla="*/ 64 w 196"/>
              <a:gd name="T43" fmla="*/ 211 h 215"/>
              <a:gd name="T44" fmla="*/ 6 w 196"/>
              <a:gd name="T45" fmla="*/ 91 h 215"/>
              <a:gd name="T46" fmla="*/ 6 w 196"/>
              <a:gd name="T47" fmla="*/ 107 h 215"/>
              <a:gd name="T48" fmla="*/ 43 w 196"/>
              <a:gd name="T49" fmla="*/ 208 h 215"/>
              <a:gd name="T50" fmla="*/ 11 w 196"/>
              <a:gd name="T51" fmla="*/ 208 h 215"/>
              <a:gd name="T52" fmla="*/ 8 w 196"/>
              <a:gd name="T53" fmla="*/ 206 h 215"/>
              <a:gd name="T54" fmla="*/ 6 w 196"/>
              <a:gd name="T55" fmla="*/ 202 h 215"/>
              <a:gd name="T56" fmla="*/ 6 w 196"/>
              <a:gd name="T57" fmla="*/ 107 h 215"/>
              <a:gd name="T58" fmla="*/ 23 w 196"/>
              <a:gd name="T59" fmla="*/ 24 h 215"/>
              <a:gd name="T60" fmla="*/ 21 w 196"/>
              <a:gd name="T61" fmla="*/ 27 h 215"/>
              <a:gd name="T62" fmla="*/ 20 w 196"/>
              <a:gd name="T63" fmla="*/ 31 h 215"/>
              <a:gd name="T64" fmla="*/ 21 w 196"/>
              <a:gd name="T65" fmla="*/ 35 h 215"/>
              <a:gd name="T66" fmla="*/ 23 w 196"/>
              <a:gd name="T67" fmla="*/ 38 h 215"/>
              <a:gd name="T68" fmla="*/ 27 w 196"/>
              <a:gd name="T69" fmla="*/ 41 h 215"/>
              <a:gd name="T70" fmla="*/ 31 w 196"/>
              <a:gd name="T71" fmla="*/ 41 h 215"/>
              <a:gd name="T72" fmla="*/ 35 w 196"/>
              <a:gd name="T73" fmla="*/ 41 h 215"/>
              <a:gd name="T74" fmla="*/ 38 w 196"/>
              <a:gd name="T75" fmla="*/ 38 h 215"/>
              <a:gd name="T76" fmla="*/ 41 w 196"/>
              <a:gd name="T77" fmla="*/ 31 h 215"/>
              <a:gd name="T78" fmla="*/ 38 w 196"/>
              <a:gd name="T79" fmla="*/ 24 h 215"/>
              <a:gd name="T80" fmla="*/ 31 w 196"/>
              <a:gd name="T81" fmla="*/ 21 h 215"/>
              <a:gd name="T82" fmla="*/ 23 w 196"/>
              <a:gd name="T83" fmla="*/ 24 h 2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96" h="215">
                <a:moveTo>
                  <a:pt x="0" y="71"/>
                </a:moveTo>
                <a:cubicBezTo>
                  <a:pt x="0" y="10"/>
                  <a:pt x="0" y="10"/>
                  <a:pt x="0" y="10"/>
                </a:cubicBezTo>
                <a:cubicBezTo>
                  <a:pt x="0" y="7"/>
                  <a:pt x="1" y="5"/>
                  <a:pt x="3" y="3"/>
                </a:cubicBezTo>
                <a:cubicBezTo>
                  <a:pt x="5" y="1"/>
                  <a:pt x="7" y="0"/>
                  <a:pt x="10" y="0"/>
                </a:cubicBezTo>
                <a:cubicBezTo>
                  <a:pt x="71" y="0"/>
                  <a:pt x="71" y="0"/>
                  <a:pt x="71" y="0"/>
                </a:cubicBezTo>
                <a:cubicBezTo>
                  <a:pt x="71" y="0"/>
                  <a:pt x="71" y="0"/>
                  <a:pt x="71" y="0"/>
                </a:cubicBezTo>
                <a:cubicBezTo>
                  <a:pt x="72" y="0"/>
                  <a:pt x="74" y="0"/>
                  <a:pt x="75" y="1"/>
                </a:cubicBezTo>
                <a:cubicBezTo>
                  <a:pt x="194" y="121"/>
                  <a:pt x="194" y="121"/>
                  <a:pt x="194" y="121"/>
                </a:cubicBezTo>
                <a:cubicBezTo>
                  <a:pt x="195" y="122"/>
                  <a:pt x="196" y="123"/>
                  <a:pt x="196" y="125"/>
                </a:cubicBezTo>
                <a:cubicBezTo>
                  <a:pt x="196" y="126"/>
                  <a:pt x="195" y="128"/>
                  <a:pt x="194" y="128"/>
                </a:cubicBezTo>
                <a:cubicBezTo>
                  <a:pt x="128" y="195"/>
                  <a:pt x="128" y="195"/>
                  <a:pt x="128" y="195"/>
                </a:cubicBezTo>
                <a:cubicBezTo>
                  <a:pt x="127" y="196"/>
                  <a:pt x="126" y="196"/>
                  <a:pt x="124" y="196"/>
                </a:cubicBezTo>
                <a:cubicBezTo>
                  <a:pt x="123" y="196"/>
                  <a:pt x="122" y="196"/>
                  <a:pt x="121" y="194"/>
                </a:cubicBezTo>
                <a:cubicBezTo>
                  <a:pt x="120" y="194"/>
                  <a:pt x="120" y="194"/>
                  <a:pt x="120" y="194"/>
                </a:cubicBezTo>
                <a:cubicBezTo>
                  <a:pt x="1" y="74"/>
                  <a:pt x="1" y="74"/>
                  <a:pt x="1" y="74"/>
                </a:cubicBezTo>
                <a:cubicBezTo>
                  <a:pt x="0" y="74"/>
                  <a:pt x="0" y="73"/>
                  <a:pt x="0" y="71"/>
                </a:cubicBezTo>
                <a:close/>
                <a:moveTo>
                  <a:pt x="6" y="91"/>
                </a:moveTo>
                <a:cubicBezTo>
                  <a:pt x="101" y="202"/>
                  <a:pt x="101" y="202"/>
                  <a:pt x="101" y="202"/>
                </a:cubicBezTo>
                <a:cubicBezTo>
                  <a:pt x="71" y="215"/>
                  <a:pt x="71" y="215"/>
                  <a:pt x="71" y="215"/>
                </a:cubicBezTo>
                <a:cubicBezTo>
                  <a:pt x="70" y="215"/>
                  <a:pt x="69" y="215"/>
                  <a:pt x="69" y="215"/>
                </a:cubicBezTo>
                <a:cubicBezTo>
                  <a:pt x="67" y="215"/>
                  <a:pt x="65" y="214"/>
                  <a:pt x="64" y="212"/>
                </a:cubicBezTo>
                <a:cubicBezTo>
                  <a:pt x="64" y="211"/>
                  <a:pt x="64" y="211"/>
                  <a:pt x="64" y="211"/>
                </a:cubicBezTo>
                <a:lnTo>
                  <a:pt x="6" y="91"/>
                </a:lnTo>
                <a:close/>
                <a:moveTo>
                  <a:pt x="6" y="107"/>
                </a:moveTo>
                <a:cubicBezTo>
                  <a:pt x="43" y="208"/>
                  <a:pt x="43" y="208"/>
                  <a:pt x="43" y="208"/>
                </a:cubicBezTo>
                <a:cubicBezTo>
                  <a:pt x="11" y="208"/>
                  <a:pt x="11" y="208"/>
                  <a:pt x="11" y="208"/>
                </a:cubicBezTo>
                <a:cubicBezTo>
                  <a:pt x="10" y="208"/>
                  <a:pt x="9" y="207"/>
                  <a:pt x="8" y="206"/>
                </a:cubicBezTo>
                <a:cubicBezTo>
                  <a:pt x="7" y="205"/>
                  <a:pt x="6" y="204"/>
                  <a:pt x="6" y="202"/>
                </a:cubicBezTo>
                <a:lnTo>
                  <a:pt x="6" y="107"/>
                </a:lnTo>
                <a:close/>
                <a:moveTo>
                  <a:pt x="23" y="24"/>
                </a:moveTo>
                <a:cubicBezTo>
                  <a:pt x="22" y="25"/>
                  <a:pt x="22" y="26"/>
                  <a:pt x="21" y="27"/>
                </a:cubicBezTo>
                <a:cubicBezTo>
                  <a:pt x="21" y="28"/>
                  <a:pt x="20" y="30"/>
                  <a:pt x="20" y="31"/>
                </a:cubicBezTo>
                <a:cubicBezTo>
                  <a:pt x="20" y="32"/>
                  <a:pt x="21" y="34"/>
                  <a:pt x="21" y="35"/>
                </a:cubicBezTo>
                <a:cubicBezTo>
                  <a:pt x="22" y="36"/>
                  <a:pt x="22" y="37"/>
                  <a:pt x="23" y="38"/>
                </a:cubicBezTo>
                <a:cubicBezTo>
                  <a:pt x="25" y="39"/>
                  <a:pt x="26" y="40"/>
                  <a:pt x="27" y="41"/>
                </a:cubicBezTo>
                <a:cubicBezTo>
                  <a:pt x="28" y="41"/>
                  <a:pt x="29" y="41"/>
                  <a:pt x="31" y="41"/>
                </a:cubicBezTo>
                <a:cubicBezTo>
                  <a:pt x="32" y="41"/>
                  <a:pt x="33" y="41"/>
                  <a:pt x="35" y="41"/>
                </a:cubicBezTo>
                <a:cubicBezTo>
                  <a:pt x="36" y="40"/>
                  <a:pt x="37" y="39"/>
                  <a:pt x="38" y="38"/>
                </a:cubicBezTo>
                <a:cubicBezTo>
                  <a:pt x="40" y="36"/>
                  <a:pt x="41" y="34"/>
                  <a:pt x="41" y="31"/>
                </a:cubicBezTo>
                <a:cubicBezTo>
                  <a:pt x="41" y="28"/>
                  <a:pt x="40" y="26"/>
                  <a:pt x="38" y="24"/>
                </a:cubicBezTo>
                <a:cubicBezTo>
                  <a:pt x="36" y="22"/>
                  <a:pt x="34" y="21"/>
                  <a:pt x="31" y="21"/>
                </a:cubicBezTo>
                <a:cubicBezTo>
                  <a:pt x="28" y="21"/>
                  <a:pt x="26" y="22"/>
                  <a:pt x="23" y="2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79" name="Freeform 81"/>
          <p:cNvSpPr>
            <a:spLocks noEditPoints="1"/>
          </p:cNvSpPr>
          <p:nvPr/>
        </p:nvSpPr>
        <p:spPr bwMode="auto">
          <a:xfrm>
            <a:off x="4355423" y="3332237"/>
            <a:ext cx="208485" cy="327931"/>
          </a:xfrm>
          <a:custGeom>
            <a:avLst/>
            <a:gdLst>
              <a:gd name="T0" fmla="*/ 0 w 145"/>
              <a:gd name="T1" fmla="*/ 167 h 229"/>
              <a:gd name="T2" fmla="*/ 22 w 145"/>
              <a:gd name="T3" fmla="*/ 158 h 229"/>
              <a:gd name="T4" fmla="*/ 31 w 145"/>
              <a:gd name="T5" fmla="*/ 135 h 229"/>
              <a:gd name="T6" fmla="*/ 31 w 145"/>
              <a:gd name="T7" fmla="*/ 32 h 229"/>
              <a:gd name="T8" fmla="*/ 38 w 145"/>
              <a:gd name="T9" fmla="*/ 12 h 229"/>
              <a:gd name="T10" fmla="*/ 55 w 145"/>
              <a:gd name="T11" fmla="*/ 1 h 229"/>
              <a:gd name="T12" fmla="*/ 62 w 145"/>
              <a:gd name="T13" fmla="*/ 10 h 229"/>
              <a:gd name="T14" fmla="*/ 67 w 145"/>
              <a:gd name="T15" fmla="*/ 21 h 229"/>
              <a:gd name="T16" fmla="*/ 71 w 145"/>
              <a:gd name="T17" fmla="*/ 33 h 229"/>
              <a:gd name="T18" fmla="*/ 73 w 145"/>
              <a:gd name="T19" fmla="*/ 47 h 229"/>
              <a:gd name="T20" fmla="*/ 73 w 145"/>
              <a:gd name="T21" fmla="*/ 165 h 229"/>
              <a:gd name="T22" fmla="*/ 62 w 145"/>
              <a:gd name="T23" fmla="*/ 167 h 229"/>
              <a:gd name="T24" fmla="*/ 0 w 145"/>
              <a:gd name="T25" fmla="*/ 167 h 229"/>
              <a:gd name="T26" fmla="*/ 104 w 145"/>
              <a:gd name="T27" fmla="*/ 0 h 229"/>
              <a:gd name="T28" fmla="*/ 133 w 145"/>
              <a:gd name="T29" fmla="*/ 16 h 229"/>
              <a:gd name="T30" fmla="*/ 145 w 145"/>
              <a:gd name="T31" fmla="*/ 52 h 229"/>
              <a:gd name="T32" fmla="*/ 145 w 145"/>
              <a:gd name="T33" fmla="*/ 229 h 229"/>
              <a:gd name="T34" fmla="*/ 114 w 145"/>
              <a:gd name="T35" fmla="*/ 198 h 229"/>
              <a:gd name="T36" fmla="*/ 83 w 145"/>
              <a:gd name="T37" fmla="*/ 229 h 229"/>
              <a:gd name="T38" fmla="*/ 83 w 145"/>
              <a:gd name="T39" fmla="*/ 52 h 229"/>
              <a:gd name="T40" fmla="*/ 78 w 145"/>
              <a:gd name="T41" fmla="*/ 23 h 229"/>
              <a:gd name="T42" fmla="*/ 64 w 145"/>
              <a:gd name="T43" fmla="*/ 0 h 229"/>
              <a:gd name="T44" fmla="*/ 104 w 145"/>
              <a:gd name="T45" fmla="*/ 0 h 2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145" h="229">
                <a:moveTo>
                  <a:pt x="0" y="167"/>
                </a:moveTo>
                <a:cubicBezTo>
                  <a:pt x="9" y="167"/>
                  <a:pt x="16" y="164"/>
                  <a:pt x="22" y="158"/>
                </a:cubicBezTo>
                <a:cubicBezTo>
                  <a:pt x="28" y="151"/>
                  <a:pt x="31" y="144"/>
                  <a:pt x="31" y="135"/>
                </a:cubicBezTo>
                <a:cubicBezTo>
                  <a:pt x="31" y="32"/>
                  <a:pt x="31" y="32"/>
                  <a:pt x="31" y="32"/>
                </a:cubicBezTo>
                <a:cubicBezTo>
                  <a:pt x="31" y="24"/>
                  <a:pt x="33" y="18"/>
                  <a:pt x="38" y="12"/>
                </a:cubicBezTo>
                <a:cubicBezTo>
                  <a:pt x="42" y="7"/>
                  <a:pt x="48" y="3"/>
                  <a:pt x="55" y="1"/>
                </a:cubicBezTo>
                <a:cubicBezTo>
                  <a:pt x="57" y="4"/>
                  <a:pt x="60" y="7"/>
                  <a:pt x="62" y="10"/>
                </a:cubicBezTo>
                <a:cubicBezTo>
                  <a:pt x="64" y="14"/>
                  <a:pt x="66" y="17"/>
                  <a:pt x="67" y="21"/>
                </a:cubicBezTo>
                <a:cubicBezTo>
                  <a:pt x="69" y="25"/>
                  <a:pt x="70" y="29"/>
                  <a:pt x="71" y="33"/>
                </a:cubicBezTo>
                <a:cubicBezTo>
                  <a:pt x="72" y="38"/>
                  <a:pt x="73" y="42"/>
                  <a:pt x="73" y="47"/>
                </a:cubicBezTo>
                <a:cubicBezTo>
                  <a:pt x="73" y="165"/>
                  <a:pt x="73" y="165"/>
                  <a:pt x="73" y="165"/>
                </a:cubicBezTo>
                <a:cubicBezTo>
                  <a:pt x="69" y="166"/>
                  <a:pt x="66" y="167"/>
                  <a:pt x="62" y="167"/>
                </a:cubicBezTo>
                <a:lnTo>
                  <a:pt x="0" y="167"/>
                </a:lnTo>
                <a:close/>
                <a:moveTo>
                  <a:pt x="104" y="0"/>
                </a:moveTo>
                <a:cubicBezTo>
                  <a:pt x="115" y="0"/>
                  <a:pt x="125" y="6"/>
                  <a:pt x="133" y="16"/>
                </a:cubicBezTo>
                <a:cubicBezTo>
                  <a:pt x="141" y="26"/>
                  <a:pt x="145" y="38"/>
                  <a:pt x="145" y="52"/>
                </a:cubicBezTo>
                <a:cubicBezTo>
                  <a:pt x="145" y="229"/>
                  <a:pt x="145" y="229"/>
                  <a:pt x="145" y="229"/>
                </a:cubicBezTo>
                <a:cubicBezTo>
                  <a:pt x="114" y="198"/>
                  <a:pt x="114" y="198"/>
                  <a:pt x="114" y="198"/>
                </a:cubicBezTo>
                <a:cubicBezTo>
                  <a:pt x="83" y="229"/>
                  <a:pt x="83" y="229"/>
                  <a:pt x="83" y="229"/>
                </a:cubicBezTo>
                <a:cubicBezTo>
                  <a:pt x="83" y="52"/>
                  <a:pt x="83" y="52"/>
                  <a:pt x="83" y="52"/>
                </a:cubicBezTo>
                <a:cubicBezTo>
                  <a:pt x="83" y="41"/>
                  <a:pt x="81" y="32"/>
                  <a:pt x="78" y="23"/>
                </a:cubicBezTo>
                <a:cubicBezTo>
                  <a:pt x="75" y="14"/>
                  <a:pt x="70" y="6"/>
                  <a:pt x="64" y="0"/>
                </a:cubicBezTo>
                <a:lnTo>
                  <a:pt x="104" y="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80" name="Freeform 82"/>
          <p:cNvSpPr>
            <a:spLocks noEditPoints="1"/>
          </p:cNvSpPr>
          <p:nvPr/>
        </p:nvSpPr>
        <p:spPr bwMode="auto">
          <a:xfrm>
            <a:off x="4735474" y="3351785"/>
            <a:ext cx="358335" cy="293183"/>
          </a:xfrm>
          <a:custGeom>
            <a:avLst/>
            <a:gdLst>
              <a:gd name="T0" fmla="*/ 30 w 250"/>
              <a:gd name="T1" fmla="*/ 135 h 204"/>
              <a:gd name="T2" fmla="*/ 125 w 250"/>
              <a:gd name="T3" fmla="*/ 135 h 204"/>
              <a:gd name="T4" fmla="*/ 103 w 250"/>
              <a:gd name="T5" fmla="*/ 66 h 204"/>
              <a:gd name="T6" fmla="*/ 99 w 250"/>
              <a:gd name="T7" fmla="*/ 47 h 204"/>
              <a:gd name="T8" fmla="*/ 146 w 250"/>
              <a:gd name="T9" fmla="*/ 0 h 204"/>
              <a:gd name="T10" fmla="*/ 193 w 250"/>
              <a:gd name="T11" fmla="*/ 47 h 204"/>
              <a:gd name="T12" fmla="*/ 189 w 250"/>
              <a:gd name="T13" fmla="*/ 65 h 204"/>
              <a:gd name="T14" fmla="*/ 172 w 250"/>
              <a:gd name="T15" fmla="*/ 126 h 204"/>
              <a:gd name="T16" fmla="*/ 250 w 250"/>
              <a:gd name="T17" fmla="*/ 204 h 204"/>
              <a:gd name="T18" fmla="*/ 125 w 250"/>
              <a:gd name="T19" fmla="*/ 204 h 204"/>
              <a:gd name="T20" fmla="*/ 0 w 250"/>
              <a:gd name="T21" fmla="*/ 204 h 204"/>
              <a:gd name="T22" fmla="*/ 66 w 250"/>
              <a:gd name="T23" fmla="*/ 185 h 204"/>
              <a:gd name="T24" fmla="*/ 77 w 250"/>
              <a:gd name="T25" fmla="*/ 187 h 204"/>
              <a:gd name="T26" fmla="*/ 69 w 250"/>
              <a:gd name="T27" fmla="*/ 169 h 204"/>
              <a:gd name="T28" fmla="*/ 103 w 250"/>
              <a:gd name="T29" fmla="*/ 192 h 204"/>
              <a:gd name="T30" fmla="*/ 73 w 250"/>
              <a:gd name="T31" fmla="*/ 151 h 204"/>
              <a:gd name="T32" fmla="*/ 125 w 250"/>
              <a:gd name="T33" fmla="*/ 193 h 204"/>
              <a:gd name="T34" fmla="*/ 185 w 250"/>
              <a:gd name="T35" fmla="*/ 185 h 204"/>
              <a:gd name="T36" fmla="*/ 183 w 250"/>
              <a:gd name="T37" fmla="*/ 179 h 204"/>
              <a:gd name="T38" fmla="*/ 204 w 250"/>
              <a:gd name="T39" fmla="*/ 189 h 204"/>
              <a:gd name="T40" fmla="*/ 178 w 250"/>
              <a:gd name="T41" fmla="*/ 152 h 204"/>
              <a:gd name="T42" fmla="*/ 230 w 250"/>
              <a:gd name="T43" fmla="*/ 194 h 204"/>
              <a:gd name="T44" fmla="*/ 230 w 250"/>
              <a:gd name="T45" fmla="*/ 183 h 204"/>
              <a:gd name="T46" fmla="*/ 173 w 250"/>
              <a:gd name="T47" fmla="*/ 130 h 204"/>
              <a:gd name="T48" fmla="*/ 146 w 250"/>
              <a:gd name="T49" fmla="*/ 166 h 204"/>
              <a:gd name="T50" fmla="*/ 125 w 250"/>
              <a:gd name="T51" fmla="*/ 139 h 204"/>
              <a:gd name="T52" fmla="*/ 123 w 250"/>
              <a:gd name="T53" fmla="*/ 139 h 204"/>
              <a:gd name="T54" fmla="*/ 125 w 250"/>
              <a:gd name="T55" fmla="*/ 152 h 204"/>
              <a:gd name="T56" fmla="*/ 97 w 250"/>
              <a:gd name="T57" fmla="*/ 134 h 204"/>
              <a:gd name="T58" fmla="*/ 125 w 250"/>
              <a:gd name="T59" fmla="*/ 173 h 204"/>
              <a:gd name="T60" fmla="*/ 77 w 250"/>
              <a:gd name="T61" fmla="*/ 134 h 204"/>
              <a:gd name="T62" fmla="*/ 38 w 250"/>
              <a:gd name="T63" fmla="*/ 139 h 204"/>
              <a:gd name="T64" fmla="*/ 123 w 250"/>
              <a:gd name="T65" fmla="*/ 47 h 204"/>
              <a:gd name="T66" fmla="*/ 146 w 250"/>
              <a:gd name="T67" fmla="*/ 70 h 204"/>
              <a:gd name="T68" fmla="*/ 169 w 250"/>
              <a:gd name="T69" fmla="*/ 47 h 204"/>
              <a:gd name="T70" fmla="*/ 146 w 250"/>
              <a:gd name="T71" fmla="*/ 23 h 204"/>
              <a:gd name="T72" fmla="*/ 123 w 250"/>
              <a:gd name="T73" fmla="*/ 47 h 204"/>
              <a:gd name="T74" fmla="*/ 223 w 250"/>
              <a:gd name="T75" fmla="*/ 166 h 204"/>
              <a:gd name="T76" fmla="*/ 204 w 250"/>
              <a:gd name="T77" fmla="*/ 137 h 2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250" h="204">
                <a:moveTo>
                  <a:pt x="0" y="204"/>
                </a:moveTo>
                <a:cubicBezTo>
                  <a:pt x="30" y="135"/>
                  <a:pt x="30" y="135"/>
                  <a:pt x="30" y="135"/>
                </a:cubicBezTo>
                <a:cubicBezTo>
                  <a:pt x="78" y="126"/>
                  <a:pt x="78" y="126"/>
                  <a:pt x="78" y="126"/>
                </a:cubicBezTo>
                <a:cubicBezTo>
                  <a:pt x="125" y="135"/>
                  <a:pt x="125" y="135"/>
                  <a:pt x="125" y="135"/>
                </a:cubicBezTo>
                <a:cubicBezTo>
                  <a:pt x="132" y="134"/>
                  <a:pt x="132" y="134"/>
                  <a:pt x="132" y="134"/>
                </a:cubicBezTo>
                <a:cubicBezTo>
                  <a:pt x="103" y="66"/>
                  <a:pt x="103" y="66"/>
                  <a:pt x="103" y="66"/>
                </a:cubicBezTo>
                <a:cubicBezTo>
                  <a:pt x="102" y="63"/>
                  <a:pt x="101" y="59"/>
                  <a:pt x="100" y="56"/>
                </a:cubicBezTo>
                <a:cubicBezTo>
                  <a:pt x="100" y="53"/>
                  <a:pt x="99" y="50"/>
                  <a:pt x="99" y="47"/>
                </a:cubicBezTo>
                <a:cubicBezTo>
                  <a:pt x="99" y="34"/>
                  <a:pt x="104" y="23"/>
                  <a:pt x="113" y="14"/>
                </a:cubicBezTo>
                <a:cubicBezTo>
                  <a:pt x="122" y="5"/>
                  <a:pt x="133" y="0"/>
                  <a:pt x="146" y="0"/>
                </a:cubicBezTo>
                <a:cubicBezTo>
                  <a:pt x="159" y="0"/>
                  <a:pt x="170" y="5"/>
                  <a:pt x="179" y="14"/>
                </a:cubicBezTo>
                <a:cubicBezTo>
                  <a:pt x="188" y="23"/>
                  <a:pt x="193" y="34"/>
                  <a:pt x="193" y="47"/>
                </a:cubicBezTo>
                <a:cubicBezTo>
                  <a:pt x="193" y="50"/>
                  <a:pt x="193" y="53"/>
                  <a:pt x="192" y="56"/>
                </a:cubicBezTo>
                <a:cubicBezTo>
                  <a:pt x="191" y="59"/>
                  <a:pt x="191" y="62"/>
                  <a:pt x="189" y="65"/>
                </a:cubicBezTo>
                <a:cubicBezTo>
                  <a:pt x="162" y="128"/>
                  <a:pt x="162" y="128"/>
                  <a:pt x="162" y="128"/>
                </a:cubicBezTo>
                <a:cubicBezTo>
                  <a:pt x="172" y="126"/>
                  <a:pt x="172" y="126"/>
                  <a:pt x="172" y="126"/>
                </a:cubicBezTo>
                <a:cubicBezTo>
                  <a:pt x="221" y="135"/>
                  <a:pt x="221" y="135"/>
                  <a:pt x="221" y="135"/>
                </a:cubicBezTo>
                <a:cubicBezTo>
                  <a:pt x="250" y="204"/>
                  <a:pt x="250" y="204"/>
                  <a:pt x="250" y="204"/>
                </a:cubicBezTo>
                <a:cubicBezTo>
                  <a:pt x="186" y="191"/>
                  <a:pt x="186" y="191"/>
                  <a:pt x="186" y="191"/>
                </a:cubicBezTo>
                <a:cubicBezTo>
                  <a:pt x="125" y="204"/>
                  <a:pt x="125" y="204"/>
                  <a:pt x="125" y="204"/>
                </a:cubicBezTo>
                <a:cubicBezTo>
                  <a:pt x="64" y="191"/>
                  <a:pt x="64" y="191"/>
                  <a:pt x="64" y="191"/>
                </a:cubicBezTo>
                <a:lnTo>
                  <a:pt x="0" y="204"/>
                </a:lnTo>
                <a:close/>
                <a:moveTo>
                  <a:pt x="16" y="195"/>
                </a:moveTo>
                <a:cubicBezTo>
                  <a:pt x="66" y="185"/>
                  <a:pt x="66" y="185"/>
                  <a:pt x="66" y="185"/>
                </a:cubicBezTo>
                <a:cubicBezTo>
                  <a:pt x="67" y="177"/>
                  <a:pt x="67" y="177"/>
                  <a:pt x="67" y="177"/>
                </a:cubicBezTo>
                <a:cubicBezTo>
                  <a:pt x="77" y="187"/>
                  <a:pt x="77" y="187"/>
                  <a:pt x="77" y="187"/>
                </a:cubicBezTo>
                <a:cubicBezTo>
                  <a:pt x="90" y="190"/>
                  <a:pt x="90" y="190"/>
                  <a:pt x="90" y="190"/>
                </a:cubicBezTo>
                <a:cubicBezTo>
                  <a:pt x="69" y="169"/>
                  <a:pt x="69" y="169"/>
                  <a:pt x="69" y="169"/>
                </a:cubicBezTo>
                <a:cubicBezTo>
                  <a:pt x="71" y="160"/>
                  <a:pt x="71" y="160"/>
                  <a:pt x="71" y="160"/>
                </a:cubicBezTo>
                <a:cubicBezTo>
                  <a:pt x="103" y="192"/>
                  <a:pt x="103" y="192"/>
                  <a:pt x="103" y="192"/>
                </a:cubicBezTo>
                <a:cubicBezTo>
                  <a:pt x="116" y="195"/>
                  <a:pt x="116" y="195"/>
                  <a:pt x="116" y="195"/>
                </a:cubicBezTo>
                <a:cubicBezTo>
                  <a:pt x="73" y="151"/>
                  <a:pt x="73" y="151"/>
                  <a:pt x="73" y="151"/>
                </a:cubicBezTo>
                <a:cubicBezTo>
                  <a:pt x="75" y="143"/>
                  <a:pt x="75" y="143"/>
                  <a:pt x="75" y="143"/>
                </a:cubicBezTo>
                <a:cubicBezTo>
                  <a:pt x="125" y="193"/>
                  <a:pt x="125" y="193"/>
                  <a:pt x="125" y="193"/>
                </a:cubicBezTo>
                <a:cubicBezTo>
                  <a:pt x="125" y="197"/>
                  <a:pt x="125" y="197"/>
                  <a:pt x="125" y="197"/>
                </a:cubicBezTo>
                <a:cubicBezTo>
                  <a:pt x="185" y="185"/>
                  <a:pt x="185" y="185"/>
                  <a:pt x="185" y="185"/>
                </a:cubicBezTo>
                <a:cubicBezTo>
                  <a:pt x="191" y="186"/>
                  <a:pt x="191" y="186"/>
                  <a:pt x="191" y="186"/>
                </a:cubicBezTo>
                <a:cubicBezTo>
                  <a:pt x="183" y="179"/>
                  <a:pt x="183" y="179"/>
                  <a:pt x="183" y="179"/>
                </a:cubicBezTo>
                <a:cubicBezTo>
                  <a:pt x="181" y="165"/>
                  <a:pt x="181" y="165"/>
                  <a:pt x="181" y="165"/>
                </a:cubicBezTo>
                <a:cubicBezTo>
                  <a:pt x="204" y="189"/>
                  <a:pt x="204" y="189"/>
                  <a:pt x="204" y="189"/>
                </a:cubicBezTo>
                <a:cubicBezTo>
                  <a:pt x="217" y="192"/>
                  <a:pt x="217" y="192"/>
                  <a:pt x="217" y="192"/>
                </a:cubicBezTo>
                <a:cubicBezTo>
                  <a:pt x="178" y="152"/>
                  <a:pt x="178" y="152"/>
                  <a:pt x="178" y="152"/>
                </a:cubicBezTo>
                <a:cubicBezTo>
                  <a:pt x="175" y="139"/>
                  <a:pt x="175" y="139"/>
                  <a:pt x="175" y="139"/>
                </a:cubicBezTo>
                <a:cubicBezTo>
                  <a:pt x="230" y="194"/>
                  <a:pt x="230" y="194"/>
                  <a:pt x="230" y="194"/>
                </a:cubicBezTo>
                <a:cubicBezTo>
                  <a:pt x="234" y="195"/>
                  <a:pt x="234" y="195"/>
                  <a:pt x="234" y="195"/>
                </a:cubicBezTo>
                <a:cubicBezTo>
                  <a:pt x="230" y="183"/>
                  <a:pt x="230" y="183"/>
                  <a:pt x="230" y="183"/>
                </a:cubicBezTo>
                <a:cubicBezTo>
                  <a:pt x="177" y="131"/>
                  <a:pt x="177" y="131"/>
                  <a:pt x="177" y="131"/>
                </a:cubicBezTo>
                <a:cubicBezTo>
                  <a:pt x="173" y="130"/>
                  <a:pt x="173" y="130"/>
                  <a:pt x="173" y="130"/>
                </a:cubicBezTo>
                <a:cubicBezTo>
                  <a:pt x="160" y="132"/>
                  <a:pt x="160" y="132"/>
                  <a:pt x="160" y="132"/>
                </a:cubicBezTo>
                <a:cubicBezTo>
                  <a:pt x="146" y="166"/>
                  <a:pt x="146" y="166"/>
                  <a:pt x="146" y="166"/>
                </a:cubicBezTo>
                <a:cubicBezTo>
                  <a:pt x="134" y="138"/>
                  <a:pt x="134" y="138"/>
                  <a:pt x="134" y="138"/>
                </a:cubicBezTo>
                <a:cubicBezTo>
                  <a:pt x="125" y="139"/>
                  <a:pt x="125" y="139"/>
                  <a:pt x="125" y="139"/>
                </a:cubicBezTo>
                <a:cubicBezTo>
                  <a:pt x="125" y="141"/>
                  <a:pt x="125" y="141"/>
                  <a:pt x="125" y="141"/>
                </a:cubicBezTo>
                <a:cubicBezTo>
                  <a:pt x="123" y="139"/>
                  <a:pt x="123" y="139"/>
                  <a:pt x="123" y="139"/>
                </a:cubicBezTo>
                <a:cubicBezTo>
                  <a:pt x="110" y="136"/>
                  <a:pt x="110" y="136"/>
                  <a:pt x="110" y="136"/>
                </a:cubicBezTo>
                <a:cubicBezTo>
                  <a:pt x="125" y="152"/>
                  <a:pt x="125" y="152"/>
                  <a:pt x="125" y="152"/>
                </a:cubicBezTo>
                <a:cubicBezTo>
                  <a:pt x="125" y="162"/>
                  <a:pt x="125" y="162"/>
                  <a:pt x="125" y="162"/>
                </a:cubicBezTo>
                <a:cubicBezTo>
                  <a:pt x="97" y="134"/>
                  <a:pt x="97" y="134"/>
                  <a:pt x="97" y="134"/>
                </a:cubicBezTo>
                <a:cubicBezTo>
                  <a:pt x="84" y="131"/>
                  <a:pt x="84" y="131"/>
                  <a:pt x="84" y="131"/>
                </a:cubicBezTo>
                <a:cubicBezTo>
                  <a:pt x="125" y="173"/>
                  <a:pt x="125" y="173"/>
                  <a:pt x="125" y="173"/>
                </a:cubicBezTo>
                <a:cubicBezTo>
                  <a:pt x="125" y="183"/>
                  <a:pt x="125" y="183"/>
                  <a:pt x="125" y="183"/>
                </a:cubicBezTo>
                <a:cubicBezTo>
                  <a:pt x="77" y="134"/>
                  <a:pt x="77" y="134"/>
                  <a:pt x="77" y="134"/>
                </a:cubicBezTo>
                <a:cubicBezTo>
                  <a:pt x="78" y="130"/>
                  <a:pt x="78" y="130"/>
                  <a:pt x="78" y="130"/>
                </a:cubicBezTo>
                <a:cubicBezTo>
                  <a:pt x="38" y="139"/>
                  <a:pt x="38" y="139"/>
                  <a:pt x="38" y="139"/>
                </a:cubicBezTo>
                <a:lnTo>
                  <a:pt x="16" y="195"/>
                </a:lnTo>
                <a:close/>
                <a:moveTo>
                  <a:pt x="123" y="47"/>
                </a:moveTo>
                <a:cubicBezTo>
                  <a:pt x="123" y="53"/>
                  <a:pt x="125" y="59"/>
                  <a:pt x="130" y="63"/>
                </a:cubicBezTo>
                <a:cubicBezTo>
                  <a:pt x="134" y="68"/>
                  <a:pt x="140" y="70"/>
                  <a:pt x="146" y="70"/>
                </a:cubicBezTo>
                <a:cubicBezTo>
                  <a:pt x="152" y="70"/>
                  <a:pt x="158" y="68"/>
                  <a:pt x="162" y="63"/>
                </a:cubicBezTo>
                <a:cubicBezTo>
                  <a:pt x="167" y="59"/>
                  <a:pt x="169" y="53"/>
                  <a:pt x="169" y="47"/>
                </a:cubicBezTo>
                <a:cubicBezTo>
                  <a:pt x="169" y="40"/>
                  <a:pt x="167" y="35"/>
                  <a:pt x="162" y="30"/>
                </a:cubicBezTo>
                <a:cubicBezTo>
                  <a:pt x="158" y="26"/>
                  <a:pt x="152" y="23"/>
                  <a:pt x="146" y="23"/>
                </a:cubicBezTo>
                <a:cubicBezTo>
                  <a:pt x="140" y="23"/>
                  <a:pt x="134" y="26"/>
                  <a:pt x="130" y="30"/>
                </a:cubicBezTo>
                <a:cubicBezTo>
                  <a:pt x="125" y="35"/>
                  <a:pt x="123" y="41"/>
                  <a:pt x="123" y="47"/>
                </a:cubicBezTo>
                <a:close/>
                <a:moveTo>
                  <a:pt x="190" y="134"/>
                </a:moveTo>
                <a:cubicBezTo>
                  <a:pt x="223" y="166"/>
                  <a:pt x="223" y="166"/>
                  <a:pt x="223" y="166"/>
                </a:cubicBezTo>
                <a:cubicBezTo>
                  <a:pt x="217" y="150"/>
                  <a:pt x="217" y="150"/>
                  <a:pt x="217" y="150"/>
                </a:cubicBezTo>
                <a:cubicBezTo>
                  <a:pt x="204" y="137"/>
                  <a:pt x="204" y="137"/>
                  <a:pt x="204" y="137"/>
                </a:cubicBezTo>
                <a:lnTo>
                  <a:pt x="190" y="13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81" name="Freeform 83"/>
          <p:cNvSpPr>
            <a:spLocks noEditPoints="1"/>
          </p:cNvSpPr>
          <p:nvPr/>
        </p:nvSpPr>
        <p:spPr bwMode="auto">
          <a:xfrm>
            <a:off x="5265374" y="3347442"/>
            <a:ext cx="180253" cy="317071"/>
          </a:xfrm>
          <a:custGeom>
            <a:avLst/>
            <a:gdLst>
              <a:gd name="T0" fmla="*/ 0 w 125"/>
              <a:gd name="T1" fmla="*/ 62 h 221"/>
              <a:gd name="T2" fmla="*/ 18 w 125"/>
              <a:gd name="T3" fmla="*/ 18 h 221"/>
              <a:gd name="T4" fmla="*/ 63 w 125"/>
              <a:gd name="T5" fmla="*/ 0 h 221"/>
              <a:gd name="T6" fmla="*/ 107 w 125"/>
              <a:gd name="T7" fmla="*/ 18 h 221"/>
              <a:gd name="T8" fmla="*/ 125 w 125"/>
              <a:gd name="T9" fmla="*/ 62 h 221"/>
              <a:gd name="T10" fmla="*/ 120 w 125"/>
              <a:gd name="T11" fmla="*/ 87 h 221"/>
              <a:gd name="T12" fmla="*/ 63 w 125"/>
              <a:gd name="T13" fmla="*/ 221 h 221"/>
              <a:gd name="T14" fmla="*/ 6 w 125"/>
              <a:gd name="T15" fmla="*/ 88 h 221"/>
              <a:gd name="T16" fmla="*/ 2 w 125"/>
              <a:gd name="T17" fmla="*/ 75 h 221"/>
              <a:gd name="T18" fmla="*/ 0 w 125"/>
              <a:gd name="T19" fmla="*/ 62 h 221"/>
              <a:gd name="T20" fmla="*/ 40 w 125"/>
              <a:gd name="T21" fmla="*/ 40 h 221"/>
              <a:gd name="T22" fmla="*/ 31 w 125"/>
              <a:gd name="T23" fmla="*/ 62 h 221"/>
              <a:gd name="T24" fmla="*/ 40 w 125"/>
              <a:gd name="T25" fmla="*/ 84 h 221"/>
              <a:gd name="T26" fmla="*/ 63 w 125"/>
              <a:gd name="T27" fmla="*/ 93 h 221"/>
              <a:gd name="T28" fmla="*/ 85 w 125"/>
              <a:gd name="T29" fmla="*/ 84 h 221"/>
              <a:gd name="T30" fmla="*/ 94 w 125"/>
              <a:gd name="T31" fmla="*/ 62 h 221"/>
              <a:gd name="T32" fmla="*/ 85 w 125"/>
              <a:gd name="T33" fmla="*/ 40 h 221"/>
              <a:gd name="T34" fmla="*/ 63 w 125"/>
              <a:gd name="T35" fmla="*/ 31 h 221"/>
              <a:gd name="T36" fmla="*/ 40 w 125"/>
              <a:gd name="T37" fmla="*/ 40 h 2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25" h="221">
                <a:moveTo>
                  <a:pt x="0" y="62"/>
                </a:moveTo>
                <a:cubicBezTo>
                  <a:pt x="0" y="45"/>
                  <a:pt x="6" y="30"/>
                  <a:pt x="18" y="18"/>
                </a:cubicBezTo>
                <a:cubicBezTo>
                  <a:pt x="31" y="6"/>
                  <a:pt x="45" y="0"/>
                  <a:pt x="63" y="0"/>
                </a:cubicBezTo>
                <a:cubicBezTo>
                  <a:pt x="80" y="0"/>
                  <a:pt x="94" y="6"/>
                  <a:pt x="107" y="18"/>
                </a:cubicBezTo>
                <a:cubicBezTo>
                  <a:pt x="119" y="30"/>
                  <a:pt x="125" y="45"/>
                  <a:pt x="125" y="62"/>
                </a:cubicBezTo>
                <a:cubicBezTo>
                  <a:pt x="125" y="71"/>
                  <a:pt x="123" y="79"/>
                  <a:pt x="120" y="87"/>
                </a:cubicBezTo>
                <a:cubicBezTo>
                  <a:pt x="63" y="221"/>
                  <a:pt x="63" y="221"/>
                  <a:pt x="63" y="221"/>
                </a:cubicBezTo>
                <a:cubicBezTo>
                  <a:pt x="6" y="88"/>
                  <a:pt x="6" y="88"/>
                  <a:pt x="6" y="88"/>
                </a:cubicBezTo>
                <a:cubicBezTo>
                  <a:pt x="4" y="83"/>
                  <a:pt x="3" y="79"/>
                  <a:pt x="2" y="75"/>
                </a:cubicBezTo>
                <a:cubicBezTo>
                  <a:pt x="1" y="71"/>
                  <a:pt x="0" y="67"/>
                  <a:pt x="0" y="62"/>
                </a:cubicBezTo>
                <a:close/>
                <a:moveTo>
                  <a:pt x="40" y="40"/>
                </a:moveTo>
                <a:cubicBezTo>
                  <a:pt x="34" y="46"/>
                  <a:pt x="31" y="53"/>
                  <a:pt x="31" y="62"/>
                </a:cubicBezTo>
                <a:cubicBezTo>
                  <a:pt x="31" y="71"/>
                  <a:pt x="34" y="78"/>
                  <a:pt x="40" y="84"/>
                </a:cubicBezTo>
                <a:cubicBezTo>
                  <a:pt x="47" y="90"/>
                  <a:pt x="54" y="93"/>
                  <a:pt x="63" y="93"/>
                </a:cubicBezTo>
                <a:cubicBezTo>
                  <a:pt x="71" y="93"/>
                  <a:pt x="78" y="90"/>
                  <a:pt x="85" y="84"/>
                </a:cubicBezTo>
                <a:cubicBezTo>
                  <a:pt x="91" y="78"/>
                  <a:pt x="94" y="71"/>
                  <a:pt x="94" y="62"/>
                </a:cubicBezTo>
                <a:cubicBezTo>
                  <a:pt x="94" y="53"/>
                  <a:pt x="91" y="46"/>
                  <a:pt x="85" y="40"/>
                </a:cubicBezTo>
                <a:cubicBezTo>
                  <a:pt x="78" y="34"/>
                  <a:pt x="71" y="31"/>
                  <a:pt x="63" y="31"/>
                </a:cubicBezTo>
                <a:cubicBezTo>
                  <a:pt x="54" y="31"/>
                  <a:pt x="47" y="34"/>
                  <a:pt x="40" y="4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82" name="Freeform 84"/>
          <p:cNvSpPr>
            <a:spLocks noEditPoints="1"/>
          </p:cNvSpPr>
          <p:nvPr/>
        </p:nvSpPr>
        <p:spPr bwMode="auto">
          <a:xfrm>
            <a:off x="5647596" y="3360471"/>
            <a:ext cx="306213" cy="284496"/>
          </a:xfrm>
          <a:custGeom>
            <a:avLst/>
            <a:gdLst>
              <a:gd name="T0" fmla="*/ 0 w 214"/>
              <a:gd name="T1" fmla="*/ 94 h 198"/>
              <a:gd name="T2" fmla="*/ 6 w 214"/>
              <a:gd name="T3" fmla="*/ 79 h 198"/>
              <a:gd name="T4" fmla="*/ 21 w 214"/>
              <a:gd name="T5" fmla="*/ 73 h 198"/>
              <a:gd name="T6" fmla="*/ 40 w 214"/>
              <a:gd name="T7" fmla="*/ 73 h 198"/>
              <a:gd name="T8" fmla="*/ 32 w 214"/>
              <a:gd name="T9" fmla="*/ 83 h 198"/>
              <a:gd name="T10" fmla="*/ 21 w 214"/>
              <a:gd name="T11" fmla="*/ 83 h 198"/>
              <a:gd name="T12" fmla="*/ 17 w 214"/>
              <a:gd name="T13" fmla="*/ 84 h 198"/>
              <a:gd name="T14" fmla="*/ 13 w 214"/>
              <a:gd name="T15" fmla="*/ 86 h 198"/>
              <a:gd name="T16" fmla="*/ 11 w 214"/>
              <a:gd name="T17" fmla="*/ 90 h 198"/>
              <a:gd name="T18" fmla="*/ 10 w 214"/>
              <a:gd name="T19" fmla="*/ 94 h 198"/>
              <a:gd name="T20" fmla="*/ 10 w 214"/>
              <a:gd name="T21" fmla="*/ 177 h 198"/>
              <a:gd name="T22" fmla="*/ 11 w 214"/>
              <a:gd name="T23" fmla="*/ 181 h 198"/>
              <a:gd name="T24" fmla="*/ 13 w 214"/>
              <a:gd name="T25" fmla="*/ 184 h 198"/>
              <a:gd name="T26" fmla="*/ 17 w 214"/>
              <a:gd name="T27" fmla="*/ 186 h 198"/>
              <a:gd name="T28" fmla="*/ 21 w 214"/>
              <a:gd name="T29" fmla="*/ 187 h 198"/>
              <a:gd name="T30" fmla="*/ 145 w 214"/>
              <a:gd name="T31" fmla="*/ 187 h 198"/>
              <a:gd name="T32" fmla="*/ 153 w 214"/>
              <a:gd name="T33" fmla="*/ 184 h 198"/>
              <a:gd name="T34" fmla="*/ 156 w 214"/>
              <a:gd name="T35" fmla="*/ 177 h 198"/>
              <a:gd name="T36" fmla="*/ 156 w 214"/>
              <a:gd name="T37" fmla="*/ 163 h 198"/>
              <a:gd name="T38" fmla="*/ 166 w 214"/>
              <a:gd name="T39" fmla="*/ 152 h 198"/>
              <a:gd name="T40" fmla="*/ 166 w 214"/>
              <a:gd name="T41" fmla="*/ 177 h 198"/>
              <a:gd name="T42" fmla="*/ 160 w 214"/>
              <a:gd name="T43" fmla="*/ 192 h 198"/>
              <a:gd name="T44" fmla="*/ 145 w 214"/>
              <a:gd name="T45" fmla="*/ 198 h 198"/>
              <a:gd name="T46" fmla="*/ 21 w 214"/>
              <a:gd name="T47" fmla="*/ 198 h 198"/>
              <a:gd name="T48" fmla="*/ 6 w 214"/>
              <a:gd name="T49" fmla="*/ 192 h 198"/>
              <a:gd name="T50" fmla="*/ 0 w 214"/>
              <a:gd name="T51" fmla="*/ 177 h 198"/>
              <a:gd name="T52" fmla="*/ 0 w 214"/>
              <a:gd name="T53" fmla="*/ 94 h 198"/>
              <a:gd name="T54" fmla="*/ 37 w 214"/>
              <a:gd name="T55" fmla="*/ 146 h 198"/>
              <a:gd name="T56" fmla="*/ 45 w 214"/>
              <a:gd name="T57" fmla="*/ 105 h 198"/>
              <a:gd name="T58" fmla="*/ 67 w 214"/>
              <a:gd name="T59" fmla="*/ 72 h 198"/>
              <a:gd name="T60" fmla="*/ 100 w 214"/>
              <a:gd name="T61" fmla="*/ 50 h 198"/>
              <a:gd name="T62" fmla="*/ 141 w 214"/>
              <a:gd name="T63" fmla="*/ 42 h 198"/>
              <a:gd name="T64" fmla="*/ 141 w 214"/>
              <a:gd name="T65" fmla="*/ 0 h 198"/>
              <a:gd name="T66" fmla="*/ 214 w 214"/>
              <a:gd name="T67" fmla="*/ 73 h 198"/>
              <a:gd name="T68" fmla="*/ 141 w 214"/>
              <a:gd name="T69" fmla="*/ 146 h 198"/>
              <a:gd name="T70" fmla="*/ 141 w 214"/>
              <a:gd name="T71" fmla="*/ 104 h 198"/>
              <a:gd name="T72" fmla="*/ 89 w 214"/>
              <a:gd name="T73" fmla="*/ 110 h 198"/>
              <a:gd name="T74" fmla="*/ 51 w 214"/>
              <a:gd name="T75" fmla="*/ 125 h 198"/>
              <a:gd name="T76" fmla="*/ 37 w 214"/>
              <a:gd name="T77" fmla="*/ 146 h 1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214" h="198">
                <a:moveTo>
                  <a:pt x="0" y="94"/>
                </a:moveTo>
                <a:cubicBezTo>
                  <a:pt x="0" y="88"/>
                  <a:pt x="2" y="83"/>
                  <a:pt x="6" y="79"/>
                </a:cubicBezTo>
                <a:cubicBezTo>
                  <a:pt x="10" y="75"/>
                  <a:pt x="15" y="73"/>
                  <a:pt x="21" y="73"/>
                </a:cubicBezTo>
                <a:cubicBezTo>
                  <a:pt x="40" y="73"/>
                  <a:pt x="40" y="73"/>
                  <a:pt x="40" y="73"/>
                </a:cubicBezTo>
                <a:cubicBezTo>
                  <a:pt x="38" y="75"/>
                  <a:pt x="36" y="78"/>
                  <a:pt x="32" y="83"/>
                </a:cubicBezTo>
                <a:cubicBezTo>
                  <a:pt x="21" y="83"/>
                  <a:pt x="21" y="83"/>
                  <a:pt x="21" y="83"/>
                </a:cubicBezTo>
                <a:cubicBezTo>
                  <a:pt x="19" y="83"/>
                  <a:pt x="18" y="84"/>
                  <a:pt x="17" y="84"/>
                </a:cubicBezTo>
                <a:cubicBezTo>
                  <a:pt x="15" y="85"/>
                  <a:pt x="14" y="85"/>
                  <a:pt x="13" y="86"/>
                </a:cubicBezTo>
                <a:cubicBezTo>
                  <a:pt x="12" y="87"/>
                  <a:pt x="12" y="88"/>
                  <a:pt x="11" y="90"/>
                </a:cubicBezTo>
                <a:cubicBezTo>
                  <a:pt x="10" y="91"/>
                  <a:pt x="10" y="92"/>
                  <a:pt x="10" y="94"/>
                </a:cubicBezTo>
                <a:cubicBezTo>
                  <a:pt x="10" y="177"/>
                  <a:pt x="10" y="177"/>
                  <a:pt x="10" y="177"/>
                </a:cubicBezTo>
                <a:cubicBezTo>
                  <a:pt x="10" y="178"/>
                  <a:pt x="10" y="180"/>
                  <a:pt x="11" y="181"/>
                </a:cubicBezTo>
                <a:cubicBezTo>
                  <a:pt x="12" y="182"/>
                  <a:pt x="12" y="183"/>
                  <a:pt x="13" y="184"/>
                </a:cubicBezTo>
                <a:cubicBezTo>
                  <a:pt x="14" y="185"/>
                  <a:pt x="15" y="186"/>
                  <a:pt x="17" y="186"/>
                </a:cubicBezTo>
                <a:cubicBezTo>
                  <a:pt x="18" y="187"/>
                  <a:pt x="19" y="187"/>
                  <a:pt x="21" y="187"/>
                </a:cubicBezTo>
                <a:cubicBezTo>
                  <a:pt x="145" y="187"/>
                  <a:pt x="145" y="187"/>
                  <a:pt x="145" y="187"/>
                </a:cubicBezTo>
                <a:cubicBezTo>
                  <a:pt x="148" y="187"/>
                  <a:pt x="151" y="186"/>
                  <a:pt x="153" y="184"/>
                </a:cubicBezTo>
                <a:cubicBezTo>
                  <a:pt x="155" y="182"/>
                  <a:pt x="156" y="180"/>
                  <a:pt x="156" y="177"/>
                </a:cubicBezTo>
                <a:cubicBezTo>
                  <a:pt x="156" y="163"/>
                  <a:pt x="156" y="163"/>
                  <a:pt x="156" y="163"/>
                </a:cubicBezTo>
                <a:cubicBezTo>
                  <a:pt x="166" y="152"/>
                  <a:pt x="166" y="152"/>
                  <a:pt x="166" y="152"/>
                </a:cubicBezTo>
                <a:cubicBezTo>
                  <a:pt x="166" y="177"/>
                  <a:pt x="166" y="177"/>
                  <a:pt x="166" y="177"/>
                </a:cubicBezTo>
                <a:cubicBezTo>
                  <a:pt x="166" y="183"/>
                  <a:pt x="164" y="188"/>
                  <a:pt x="160" y="192"/>
                </a:cubicBezTo>
                <a:cubicBezTo>
                  <a:pt x="156" y="196"/>
                  <a:pt x="151" y="198"/>
                  <a:pt x="145" y="198"/>
                </a:cubicBezTo>
                <a:cubicBezTo>
                  <a:pt x="21" y="198"/>
                  <a:pt x="21" y="198"/>
                  <a:pt x="21" y="198"/>
                </a:cubicBezTo>
                <a:cubicBezTo>
                  <a:pt x="15" y="198"/>
                  <a:pt x="10" y="196"/>
                  <a:pt x="6" y="192"/>
                </a:cubicBezTo>
                <a:cubicBezTo>
                  <a:pt x="2" y="188"/>
                  <a:pt x="0" y="183"/>
                  <a:pt x="0" y="177"/>
                </a:cubicBezTo>
                <a:lnTo>
                  <a:pt x="0" y="94"/>
                </a:lnTo>
                <a:close/>
                <a:moveTo>
                  <a:pt x="37" y="146"/>
                </a:moveTo>
                <a:cubicBezTo>
                  <a:pt x="37" y="131"/>
                  <a:pt x="40" y="118"/>
                  <a:pt x="45" y="105"/>
                </a:cubicBezTo>
                <a:cubicBezTo>
                  <a:pt x="51" y="93"/>
                  <a:pt x="58" y="82"/>
                  <a:pt x="67" y="72"/>
                </a:cubicBezTo>
                <a:cubicBezTo>
                  <a:pt x="77" y="63"/>
                  <a:pt x="88" y="56"/>
                  <a:pt x="100" y="50"/>
                </a:cubicBezTo>
                <a:cubicBezTo>
                  <a:pt x="113" y="45"/>
                  <a:pt x="127" y="42"/>
                  <a:pt x="141" y="42"/>
                </a:cubicBezTo>
                <a:cubicBezTo>
                  <a:pt x="141" y="0"/>
                  <a:pt x="141" y="0"/>
                  <a:pt x="141" y="0"/>
                </a:cubicBezTo>
                <a:cubicBezTo>
                  <a:pt x="214" y="73"/>
                  <a:pt x="214" y="73"/>
                  <a:pt x="214" y="73"/>
                </a:cubicBezTo>
                <a:cubicBezTo>
                  <a:pt x="141" y="146"/>
                  <a:pt x="141" y="146"/>
                  <a:pt x="141" y="146"/>
                </a:cubicBezTo>
                <a:cubicBezTo>
                  <a:pt x="141" y="104"/>
                  <a:pt x="141" y="104"/>
                  <a:pt x="141" y="104"/>
                </a:cubicBezTo>
                <a:cubicBezTo>
                  <a:pt x="122" y="104"/>
                  <a:pt x="105" y="106"/>
                  <a:pt x="89" y="110"/>
                </a:cubicBezTo>
                <a:cubicBezTo>
                  <a:pt x="73" y="113"/>
                  <a:pt x="60" y="119"/>
                  <a:pt x="51" y="125"/>
                </a:cubicBezTo>
                <a:cubicBezTo>
                  <a:pt x="42" y="131"/>
                  <a:pt x="37" y="138"/>
                  <a:pt x="37" y="14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83" name="Freeform 85"/>
          <p:cNvSpPr>
            <a:spLocks noEditPoints="1"/>
          </p:cNvSpPr>
          <p:nvPr/>
        </p:nvSpPr>
        <p:spPr bwMode="auto">
          <a:xfrm>
            <a:off x="6118858" y="3338754"/>
            <a:ext cx="236717" cy="314900"/>
          </a:xfrm>
          <a:custGeom>
            <a:avLst/>
            <a:gdLst>
              <a:gd name="T0" fmla="*/ 0 w 166"/>
              <a:gd name="T1" fmla="*/ 110 h 219"/>
              <a:gd name="T2" fmla="*/ 2 w 166"/>
              <a:gd name="T3" fmla="*/ 93 h 219"/>
              <a:gd name="T4" fmla="*/ 6 w 166"/>
              <a:gd name="T5" fmla="*/ 77 h 219"/>
              <a:gd name="T6" fmla="*/ 14 w 166"/>
              <a:gd name="T7" fmla="*/ 63 h 219"/>
              <a:gd name="T8" fmla="*/ 24 w 166"/>
              <a:gd name="T9" fmla="*/ 51 h 219"/>
              <a:gd name="T10" fmla="*/ 50 w 166"/>
              <a:gd name="T11" fmla="*/ 33 h 219"/>
              <a:gd name="T12" fmla="*/ 83 w 166"/>
              <a:gd name="T13" fmla="*/ 27 h 219"/>
              <a:gd name="T14" fmla="*/ 83 w 166"/>
              <a:gd name="T15" fmla="*/ 0 h 219"/>
              <a:gd name="T16" fmla="*/ 154 w 166"/>
              <a:gd name="T17" fmla="*/ 42 h 219"/>
              <a:gd name="T18" fmla="*/ 83 w 166"/>
              <a:gd name="T19" fmla="*/ 84 h 219"/>
              <a:gd name="T20" fmla="*/ 83 w 166"/>
              <a:gd name="T21" fmla="*/ 58 h 219"/>
              <a:gd name="T22" fmla="*/ 46 w 166"/>
              <a:gd name="T23" fmla="*/ 73 h 219"/>
              <a:gd name="T24" fmla="*/ 31 w 166"/>
              <a:gd name="T25" fmla="*/ 110 h 219"/>
              <a:gd name="T26" fmla="*/ 34 w 166"/>
              <a:gd name="T27" fmla="*/ 128 h 219"/>
              <a:gd name="T28" fmla="*/ 7 w 166"/>
              <a:gd name="T29" fmla="*/ 144 h 219"/>
              <a:gd name="T30" fmla="*/ 0 w 166"/>
              <a:gd name="T31" fmla="*/ 110 h 219"/>
              <a:gd name="T32" fmla="*/ 12 w 166"/>
              <a:gd name="T33" fmla="*/ 177 h 219"/>
              <a:gd name="T34" fmla="*/ 83 w 166"/>
              <a:gd name="T35" fmla="*/ 136 h 219"/>
              <a:gd name="T36" fmla="*/ 83 w 166"/>
              <a:gd name="T37" fmla="*/ 162 h 219"/>
              <a:gd name="T38" fmla="*/ 120 w 166"/>
              <a:gd name="T39" fmla="*/ 147 h 219"/>
              <a:gd name="T40" fmla="*/ 135 w 166"/>
              <a:gd name="T41" fmla="*/ 110 h 219"/>
              <a:gd name="T42" fmla="*/ 132 w 166"/>
              <a:gd name="T43" fmla="*/ 92 h 219"/>
              <a:gd name="T44" fmla="*/ 159 w 166"/>
              <a:gd name="T45" fmla="*/ 76 h 219"/>
              <a:gd name="T46" fmla="*/ 166 w 166"/>
              <a:gd name="T47" fmla="*/ 110 h 219"/>
              <a:gd name="T48" fmla="*/ 164 w 166"/>
              <a:gd name="T49" fmla="*/ 126 h 219"/>
              <a:gd name="T50" fmla="*/ 160 w 166"/>
              <a:gd name="T51" fmla="*/ 142 h 219"/>
              <a:gd name="T52" fmla="*/ 152 w 166"/>
              <a:gd name="T53" fmla="*/ 156 h 219"/>
              <a:gd name="T54" fmla="*/ 142 w 166"/>
              <a:gd name="T55" fmla="*/ 168 h 219"/>
              <a:gd name="T56" fmla="*/ 116 w 166"/>
              <a:gd name="T57" fmla="*/ 186 h 219"/>
              <a:gd name="T58" fmla="*/ 83 w 166"/>
              <a:gd name="T59" fmla="*/ 193 h 219"/>
              <a:gd name="T60" fmla="*/ 83 w 166"/>
              <a:gd name="T61" fmla="*/ 219 h 219"/>
              <a:gd name="T62" fmla="*/ 12 w 166"/>
              <a:gd name="T63" fmla="*/ 177 h 2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66" h="219">
                <a:moveTo>
                  <a:pt x="0" y="110"/>
                </a:moveTo>
                <a:cubicBezTo>
                  <a:pt x="0" y="104"/>
                  <a:pt x="0" y="99"/>
                  <a:pt x="2" y="93"/>
                </a:cubicBezTo>
                <a:cubicBezTo>
                  <a:pt x="3" y="88"/>
                  <a:pt x="4" y="82"/>
                  <a:pt x="6" y="77"/>
                </a:cubicBezTo>
                <a:cubicBezTo>
                  <a:pt x="8" y="72"/>
                  <a:pt x="11" y="68"/>
                  <a:pt x="14" y="63"/>
                </a:cubicBezTo>
                <a:cubicBezTo>
                  <a:pt x="17" y="59"/>
                  <a:pt x="20" y="55"/>
                  <a:pt x="24" y="51"/>
                </a:cubicBezTo>
                <a:cubicBezTo>
                  <a:pt x="32" y="43"/>
                  <a:pt x="40" y="38"/>
                  <a:pt x="50" y="33"/>
                </a:cubicBezTo>
                <a:cubicBezTo>
                  <a:pt x="61" y="29"/>
                  <a:pt x="71" y="27"/>
                  <a:pt x="83" y="27"/>
                </a:cubicBezTo>
                <a:cubicBezTo>
                  <a:pt x="83" y="0"/>
                  <a:pt x="83" y="0"/>
                  <a:pt x="83" y="0"/>
                </a:cubicBezTo>
                <a:cubicBezTo>
                  <a:pt x="154" y="42"/>
                  <a:pt x="154" y="42"/>
                  <a:pt x="154" y="42"/>
                </a:cubicBezTo>
                <a:cubicBezTo>
                  <a:pt x="83" y="84"/>
                  <a:pt x="83" y="84"/>
                  <a:pt x="83" y="84"/>
                </a:cubicBezTo>
                <a:cubicBezTo>
                  <a:pt x="83" y="58"/>
                  <a:pt x="83" y="58"/>
                  <a:pt x="83" y="58"/>
                </a:cubicBezTo>
                <a:cubicBezTo>
                  <a:pt x="69" y="58"/>
                  <a:pt x="56" y="63"/>
                  <a:pt x="46" y="73"/>
                </a:cubicBezTo>
                <a:cubicBezTo>
                  <a:pt x="36" y="83"/>
                  <a:pt x="31" y="95"/>
                  <a:pt x="31" y="110"/>
                </a:cubicBezTo>
                <a:cubicBezTo>
                  <a:pt x="31" y="116"/>
                  <a:pt x="32" y="122"/>
                  <a:pt x="34" y="128"/>
                </a:cubicBezTo>
                <a:cubicBezTo>
                  <a:pt x="7" y="144"/>
                  <a:pt x="7" y="144"/>
                  <a:pt x="7" y="144"/>
                </a:cubicBezTo>
                <a:cubicBezTo>
                  <a:pt x="2" y="133"/>
                  <a:pt x="0" y="122"/>
                  <a:pt x="0" y="110"/>
                </a:cubicBezTo>
                <a:close/>
                <a:moveTo>
                  <a:pt x="12" y="177"/>
                </a:moveTo>
                <a:cubicBezTo>
                  <a:pt x="83" y="136"/>
                  <a:pt x="83" y="136"/>
                  <a:pt x="83" y="136"/>
                </a:cubicBezTo>
                <a:cubicBezTo>
                  <a:pt x="83" y="162"/>
                  <a:pt x="83" y="162"/>
                  <a:pt x="83" y="162"/>
                </a:cubicBezTo>
                <a:cubicBezTo>
                  <a:pt x="97" y="162"/>
                  <a:pt x="110" y="157"/>
                  <a:pt x="120" y="147"/>
                </a:cubicBezTo>
                <a:cubicBezTo>
                  <a:pt x="130" y="136"/>
                  <a:pt x="135" y="124"/>
                  <a:pt x="135" y="110"/>
                </a:cubicBezTo>
                <a:cubicBezTo>
                  <a:pt x="135" y="104"/>
                  <a:pt x="134" y="98"/>
                  <a:pt x="132" y="92"/>
                </a:cubicBezTo>
                <a:cubicBezTo>
                  <a:pt x="159" y="76"/>
                  <a:pt x="159" y="76"/>
                  <a:pt x="159" y="76"/>
                </a:cubicBezTo>
                <a:cubicBezTo>
                  <a:pt x="164" y="86"/>
                  <a:pt x="166" y="98"/>
                  <a:pt x="166" y="110"/>
                </a:cubicBezTo>
                <a:cubicBezTo>
                  <a:pt x="166" y="115"/>
                  <a:pt x="166" y="121"/>
                  <a:pt x="164" y="126"/>
                </a:cubicBezTo>
                <a:cubicBezTo>
                  <a:pt x="163" y="132"/>
                  <a:pt x="162" y="137"/>
                  <a:pt x="160" y="142"/>
                </a:cubicBezTo>
                <a:cubicBezTo>
                  <a:pt x="158" y="147"/>
                  <a:pt x="155" y="152"/>
                  <a:pt x="152" y="156"/>
                </a:cubicBezTo>
                <a:cubicBezTo>
                  <a:pt x="149" y="161"/>
                  <a:pt x="146" y="165"/>
                  <a:pt x="142" y="168"/>
                </a:cubicBezTo>
                <a:cubicBezTo>
                  <a:pt x="134" y="176"/>
                  <a:pt x="126" y="182"/>
                  <a:pt x="116" y="186"/>
                </a:cubicBezTo>
                <a:cubicBezTo>
                  <a:pt x="105" y="191"/>
                  <a:pt x="95" y="193"/>
                  <a:pt x="83" y="193"/>
                </a:cubicBezTo>
                <a:cubicBezTo>
                  <a:pt x="83" y="219"/>
                  <a:pt x="83" y="219"/>
                  <a:pt x="83" y="219"/>
                </a:cubicBezTo>
                <a:lnTo>
                  <a:pt x="12" y="17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84" name="Freeform 86"/>
          <p:cNvSpPr>
            <a:spLocks/>
          </p:cNvSpPr>
          <p:nvPr/>
        </p:nvSpPr>
        <p:spPr bwMode="auto">
          <a:xfrm>
            <a:off x="6557546" y="3338754"/>
            <a:ext cx="238889" cy="275809"/>
          </a:xfrm>
          <a:custGeom>
            <a:avLst/>
            <a:gdLst>
              <a:gd name="T0" fmla="*/ 0 w 166"/>
              <a:gd name="T1" fmla="*/ 110 h 193"/>
              <a:gd name="T2" fmla="*/ 0 w 166"/>
              <a:gd name="T3" fmla="*/ 110 h 193"/>
              <a:gd name="T4" fmla="*/ 0 w 166"/>
              <a:gd name="T5" fmla="*/ 107 h 193"/>
              <a:gd name="T6" fmla="*/ 6 w 166"/>
              <a:gd name="T7" fmla="*/ 77 h 193"/>
              <a:gd name="T8" fmla="*/ 24 w 166"/>
              <a:gd name="T9" fmla="*/ 51 h 193"/>
              <a:gd name="T10" fmla="*/ 50 w 166"/>
              <a:gd name="T11" fmla="*/ 33 h 193"/>
              <a:gd name="T12" fmla="*/ 83 w 166"/>
              <a:gd name="T13" fmla="*/ 27 h 193"/>
              <a:gd name="T14" fmla="*/ 83 w 166"/>
              <a:gd name="T15" fmla="*/ 0 h 193"/>
              <a:gd name="T16" fmla="*/ 155 w 166"/>
              <a:gd name="T17" fmla="*/ 42 h 193"/>
              <a:gd name="T18" fmla="*/ 83 w 166"/>
              <a:gd name="T19" fmla="*/ 84 h 193"/>
              <a:gd name="T20" fmla="*/ 83 w 166"/>
              <a:gd name="T21" fmla="*/ 58 h 193"/>
              <a:gd name="T22" fmla="*/ 46 w 166"/>
              <a:gd name="T23" fmla="*/ 73 h 193"/>
              <a:gd name="T24" fmla="*/ 31 w 166"/>
              <a:gd name="T25" fmla="*/ 110 h 193"/>
              <a:gd name="T26" fmla="*/ 35 w 166"/>
              <a:gd name="T27" fmla="*/ 128 h 193"/>
              <a:gd name="T28" fmla="*/ 34 w 166"/>
              <a:gd name="T29" fmla="*/ 128 h 193"/>
              <a:gd name="T30" fmla="*/ 54 w 166"/>
              <a:gd name="T31" fmla="*/ 153 h 193"/>
              <a:gd name="T32" fmla="*/ 80 w 166"/>
              <a:gd name="T33" fmla="*/ 162 h 193"/>
              <a:gd name="T34" fmla="*/ 82 w 166"/>
              <a:gd name="T35" fmla="*/ 162 h 193"/>
              <a:gd name="T36" fmla="*/ 83 w 166"/>
              <a:gd name="T37" fmla="*/ 162 h 193"/>
              <a:gd name="T38" fmla="*/ 84 w 166"/>
              <a:gd name="T39" fmla="*/ 162 h 193"/>
              <a:gd name="T40" fmla="*/ 86 w 166"/>
              <a:gd name="T41" fmla="*/ 161 h 193"/>
              <a:gd name="T42" fmla="*/ 89 w 166"/>
              <a:gd name="T43" fmla="*/ 161 h 193"/>
              <a:gd name="T44" fmla="*/ 91 w 166"/>
              <a:gd name="T45" fmla="*/ 161 h 193"/>
              <a:gd name="T46" fmla="*/ 93 w 166"/>
              <a:gd name="T47" fmla="*/ 161 h 193"/>
              <a:gd name="T48" fmla="*/ 101 w 166"/>
              <a:gd name="T49" fmla="*/ 158 h 193"/>
              <a:gd name="T50" fmla="*/ 126 w 166"/>
              <a:gd name="T51" fmla="*/ 139 h 193"/>
              <a:gd name="T52" fmla="*/ 135 w 166"/>
              <a:gd name="T53" fmla="*/ 110 h 193"/>
              <a:gd name="T54" fmla="*/ 132 w 166"/>
              <a:gd name="T55" fmla="*/ 91 h 193"/>
              <a:gd name="T56" fmla="*/ 159 w 166"/>
              <a:gd name="T57" fmla="*/ 76 h 193"/>
              <a:gd name="T58" fmla="*/ 166 w 166"/>
              <a:gd name="T59" fmla="*/ 110 h 193"/>
              <a:gd name="T60" fmla="*/ 157 w 166"/>
              <a:gd name="T61" fmla="*/ 148 h 193"/>
              <a:gd name="T62" fmla="*/ 131 w 166"/>
              <a:gd name="T63" fmla="*/ 178 h 193"/>
              <a:gd name="T64" fmla="*/ 94 w 166"/>
              <a:gd name="T65" fmla="*/ 192 h 193"/>
              <a:gd name="T66" fmla="*/ 83 w 166"/>
              <a:gd name="T67" fmla="*/ 193 h 193"/>
              <a:gd name="T68" fmla="*/ 51 w 166"/>
              <a:gd name="T69" fmla="*/ 186 h 193"/>
              <a:gd name="T70" fmla="*/ 24 w 166"/>
              <a:gd name="T71" fmla="*/ 169 h 193"/>
              <a:gd name="T72" fmla="*/ 6 w 166"/>
              <a:gd name="T73" fmla="*/ 142 h 193"/>
              <a:gd name="T74" fmla="*/ 0 w 166"/>
              <a:gd name="T75" fmla="*/ 110 h 1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66" h="193">
                <a:moveTo>
                  <a:pt x="0" y="110"/>
                </a:moveTo>
                <a:cubicBezTo>
                  <a:pt x="0" y="110"/>
                  <a:pt x="0" y="110"/>
                  <a:pt x="0" y="110"/>
                </a:cubicBezTo>
                <a:cubicBezTo>
                  <a:pt x="0" y="107"/>
                  <a:pt x="0" y="107"/>
                  <a:pt x="0" y="107"/>
                </a:cubicBezTo>
                <a:cubicBezTo>
                  <a:pt x="0" y="97"/>
                  <a:pt x="2" y="87"/>
                  <a:pt x="6" y="77"/>
                </a:cubicBezTo>
                <a:cubicBezTo>
                  <a:pt x="11" y="67"/>
                  <a:pt x="17" y="58"/>
                  <a:pt x="24" y="51"/>
                </a:cubicBezTo>
                <a:cubicBezTo>
                  <a:pt x="31" y="43"/>
                  <a:pt x="40" y="38"/>
                  <a:pt x="50" y="33"/>
                </a:cubicBezTo>
                <a:cubicBezTo>
                  <a:pt x="61" y="29"/>
                  <a:pt x="72" y="27"/>
                  <a:pt x="83" y="27"/>
                </a:cubicBezTo>
                <a:cubicBezTo>
                  <a:pt x="83" y="0"/>
                  <a:pt x="83" y="0"/>
                  <a:pt x="83" y="0"/>
                </a:cubicBezTo>
                <a:cubicBezTo>
                  <a:pt x="155" y="42"/>
                  <a:pt x="155" y="42"/>
                  <a:pt x="155" y="42"/>
                </a:cubicBezTo>
                <a:cubicBezTo>
                  <a:pt x="83" y="84"/>
                  <a:pt x="83" y="84"/>
                  <a:pt x="83" y="84"/>
                </a:cubicBezTo>
                <a:cubicBezTo>
                  <a:pt x="83" y="58"/>
                  <a:pt x="83" y="58"/>
                  <a:pt x="83" y="58"/>
                </a:cubicBezTo>
                <a:cubicBezTo>
                  <a:pt x="69" y="58"/>
                  <a:pt x="57" y="63"/>
                  <a:pt x="46" y="73"/>
                </a:cubicBezTo>
                <a:cubicBezTo>
                  <a:pt x="36" y="83"/>
                  <a:pt x="31" y="95"/>
                  <a:pt x="31" y="110"/>
                </a:cubicBezTo>
                <a:cubicBezTo>
                  <a:pt x="31" y="115"/>
                  <a:pt x="32" y="122"/>
                  <a:pt x="35" y="128"/>
                </a:cubicBezTo>
                <a:cubicBezTo>
                  <a:pt x="34" y="128"/>
                  <a:pt x="34" y="128"/>
                  <a:pt x="34" y="128"/>
                </a:cubicBezTo>
                <a:cubicBezTo>
                  <a:pt x="38" y="138"/>
                  <a:pt x="45" y="146"/>
                  <a:pt x="54" y="153"/>
                </a:cubicBezTo>
                <a:cubicBezTo>
                  <a:pt x="62" y="159"/>
                  <a:pt x="71" y="162"/>
                  <a:pt x="80" y="162"/>
                </a:cubicBezTo>
                <a:cubicBezTo>
                  <a:pt x="81" y="162"/>
                  <a:pt x="81" y="162"/>
                  <a:pt x="82" y="162"/>
                </a:cubicBezTo>
                <a:cubicBezTo>
                  <a:pt x="82" y="162"/>
                  <a:pt x="83" y="162"/>
                  <a:pt x="83" y="162"/>
                </a:cubicBezTo>
                <a:cubicBezTo>
                  <a:pt x="84" y="162"/>
                  <a:pt x="84" y="162"/>
                  <a:pt x="84" y="162"/>
                </a:cubicBezTo>
                <a:cubicBezTo>
                  <a:pt x="85" y="162"/>
                  <a:pt x="86" y="162"/>
                  <a:pt x="86" y="161"/>
                </a:cubicBezTo>
                <a:cubicBezTo>
                  <a:pt x="87" y="161"/>
                  <a:pt x="88" y="161"/>
                  <a:pt x="89" y="161"/>
                </a:cubicBezTo>
                <a:cubicBezTo>
                  <a:pt x="89" y="161"/>
                  <a:pt x="90" y="161"/>
                  <a:pt x="91" y="161"/>
                </a:cubicBezTo>
                <a:cubicBezTo>
                  <a:pt x="91" y="161"/>
                  <a:pt x="92" y="161"/>
                  <a:pt x="93" y="161"/>
                </a:cubicBezTo>
                <a:cubicBezTo>
                  <a:pt x="96" y="160"/>
                  <a:pt x="98" y="159"/>
                  <a:pt x="101" y="158"/>
                </a:cubicBezTo>
                <a:cubicBezTo>
                  <a:pt x="111" y="155"/>
                  <a:pt x="119" y="148"/>
                  <a:pt x="126" y="139"/>
                </a:cubicBezTo>
                <a:cubicBezTo>
                  <a:pt x="132" y="131"/>
                  <a:pt x="135" y="121"/>
                  <a:pt x="135" y="110"/>
                </a:cubicBezTo>
                <a:cubicBezTo>
                  <a:pt x="135" y="104"/>
                  <a:pt x="134" y="98"/>
                  <a:pt x="132" y="91"/>
                </a:cubicBezTo>
                <a:cubicBezTo>
                  <a:pt x="159" y="76"/>
                  <a:pt x="159" y="76"/>
                  <a:pt x="159" y="76"/>
                </a:cubicBezTo>
                <a:cubicBezTo>
                  <a:pt x="164" y="86"/>
                  <a:pt x="166" y="98"/>
                  <a:pt x="166" y="110"/>
                </a:cubicBezTo>
                <a:cubicBezTo>
                  <a:pt x="166" y="124"/>
                  <a:pt x="163" y="136"/>
                  <a:pt x="157" y="148"/>
                </a:cubicBezTo>
                <a:cubicBezTo>
                  <a:pt x="151" y="160"/>
                  <a:pt x="142" y="170"/>
                  <a:pt x="131" y="178"/>
                </a:cubicBezTo>
                <a:cubicBezTo>
                  <a:pt x="120" y="186"/>
                  <a:pt x="107" y="190"/>
                  <a:pt x="94" y="192"/>
                </a:cubicBezTo>
                <a:cubicBezTo>
                  <a:pt x="90" y="193"/>
                  <a:pt x="87" y="193"/>
                  <a:pt x="83" y="193"/>
                </a:cubicBezTo>
                <a:cubicBezTo>
                  <a:pt x="72" y="193"/>
                  <a:pt x="61" y="191"/>
                  <a:pt x="51" y="186"/>
                </a:cubicBezTo>
                <a:cubicBezTo>
                  <a:pt x="40" y="182"/>
                  <a:pt x="32" y="176"/>
                  <a:pt x="24" y="169"/>
                </a:cubicBezTo>
                <a:cubicBezTo>
                  <a:pt x="17" y="161"/>
                  <a:pt x="11" y="153"/>
                  <a:pt x="6" y="142"/>
                </a:cubicBezTo>
                <a:cubicBezTo>
                  <a:pt x="2" y="132"/>
                  <a:pt x="0" y="121"/>
                  <a:pt x="0" y="11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85" name="Freeform 87"/>
          <p:cNvSpPr>
            <a:spLocks/>
          </p:cNvSpPr>
          <p:nvPr/>
        </p:nvSpPr>
        <p:spPr bwMode="auto">
          <a:xfrm>
            <a:off x="6968001" y="3347442"/>
            <a:ext cx="299697" cy="297527"/>
          </a:xfrm>
          <a:custGeom>
            <a:avLst/>
            <a:gdLst>
              <a:gd name="T0" fmla="*/ 0 w 138"/>
              <a:gd name="T1" fmla="*/ 89 h 137"/>
              <a:gd name="T2" fmla="*/ 0 w 138"/>
              <a:gd name="T3" fmla="*/ 48 h 137"/>
              <a:gd name="T4" fmla="*/ 48 w 138"/>
              <a:gd name="T5" fmla="*/ 48 h 137"/>
              <a:gd name="T6" fmla="*/ 48 w 138"/>
              <a:gd name="T7" fmla="*/ 0 h 137"/>
              <a:gd name="T8" fmla="*/ 90 w 138"/>
              <a:gd name="T9" fmla="*/ 0 h 137"/>
              <a:gd name="T10" fmla="*/ 90 w 138"/>
              <a:gd name="T11" fmla="*/ 48 h 137"/>
              <a:gd name="T12" fmla="*/ 138 w 138"/>
              <a:gd name="T13" fmla="*/ 48 h 137"/>
              <a:gd name="T14" fmla="*/ 138 w 138"/>
              <a:gd name="T15" fmla="*/ 89 h 137"/>
              <a:gd name="T16" fmla="*/ 90 w 138"/>
              <a:gd name="T17" fmla="*/ 89 h 137"/>
              <a:gd name="T18" fmla="*/ 90 w 138"/>
              <a:gd name="T19" fmla="*/ 137 h 137"/>
              <a:gd name="T20" fmla="*/ 48 w 138"/>
              <a:gd name="T21" fmla="*/ 137 h 137"/>
              <a:gd name="T22" fmla="*/ 48 w 138"/>
              <a:gd name="T23" fmla="*/ 89 h 137"/>
              <a:gd name="T24" fmla="*/ 0 w 138"/>
              <a:gd name="T25" fmla="*/ 89 h 1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38" h="137">
                <a:moveTo>
                  <a:pt x="0" y="89"/>
                </a:moveTo>
                <a:lnTo>
                  <a:pt x="0" y="48"/>
                </a:lnTo>
                <a:lnTo>
                  <a:pt x="48" y="48"/>
                </a:lnTo>
                <a:lnTo>
                  <a:pt x="48" y="0"/>
                </a:lnTo>
                <a:lnTo>
                  <a:pt x="90" y="0"/>
                </a:lnTo>
                <a:lnTo>
                  <a:pt x="90" y="48"/>
                </a:lnTo>
                <a:lnTo>
                  <a:pt x="138" y="48"/>
                </a:lnTo>
                <a:lnTo>
                  <a:pt x="138" y="89"/>
                </a:lnTo>
                <a:lnTo>
                  <a:pt x="90" y="89"/>
                </a:lnTo>
                <a:lnTo>
                  <a:pt x="90" y="137"/>
                </a:lnTo>
                <a:lnTo>
                  <a:pt x="48" y="137"/>
                </a:lnTo>
                <a:lnTo>
                  <a:pt x="48" y="89"/>
                </a:lnTo>
                <a:lnTo>
                  <a:pt x="0" y="8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86" name="Freeform 88"/>
          <p:cNvSpPr>
            <a:spLocks noEditPoints="1"/>
          </p:cNvSpPr>
          <p:nvPr/>
        </p:nvSpPr>
        <p:spPr bwMode="auto">
          <a:xfrm>
            <a:off x="7460981" y="3384359"/>
            <a:ext cx="195455" cy="260607"/>
          </a:xfrm>
          <a:custGeom>
            <a:avLst/>
            <a:gdLst>
              <a:gd name="T0" fmla="*/ 0 w 135"/>
              <a:gd name="T1" fmla="*/ 182 h 182"/>
              <a:gd name="T2" fmla="*/ 0 w 135"/>
              <a:gd name="T3" fmla="*/ 78 h 182"/>
              <a:gd name="T4" fmla="*/ 21 w 135"/>
              <a:gd name="T5" fmla="*/ 78 h 182"/>
              <a:gd name="T6" fmla="*/ 21 w 135"/>
              <a:gd name="T7" fmla="*/ 47 h 182"/>
              <a:gd name="T8" fmla="*/ 34 w 135"/>
              <a:gd name="T9" fmla="*/ 14 h 182"/>
              <a:gd name="T10" fmla="*/ 68 w 135"/>
              <a:gd name="T11" fmla="*/ 0 h 182"/>
              <a:gd name="T12" fmla="*/ 101 w 135"/>
              <a:gd name="T13" fmla="*/ 14 h 182"/>
              <a:gd name="T14" fmla="*/ 114 w 135"/>
              <a:gd name="T15" fmla="*/ 47 h 182"/>
              <a:gd name="T16" fmla="*/ 114 w 135"/>
              <a:gd name="T17" fmla="*/ 78 h 182"/>
              <a:gd name="T18" fmla="*/ 135 w 135"/>
              <a:gd name="T19" fmla="*/ 78 h 182"/>
              <a:gd name="T20" fmla="*/ 135 w 135"/>
              <a:gd name="T21" fmla="*/ 182 h 182"/>
              <a:gd name="T22" fmla="*/ 0 w 135"/>
              <a:gd name="T23" fmla="*/ 182 h 182"/>
              <a:gd name="T24" fmla="*/ 42 w 135"/>
              <a:gd name="T25" fmla="*/ 78 h 182"/>
              <a:gd name="T26" fmla="*/ 94 w 135"/>
              <a:gd name="T27" fmla="*/ 78 h 182"/>
              <a:gd name="T28" fmla="*/ 94 w 135"/>
              <a:gd name="T29" fmla="*/ 47 h 182"/>
              <a:gd name="T30" fmla="*/ 86 w 135"/>
              <a:gd name="T31" fmla="*/ 28 h 182"/>
              <a:gd name="T32" fmla="*/ 68 w 135"/>
              <a:gd name="T33" fmla="*/ 21 h 182"/>
              <a:gd name="T34" fmla="*/ 49 w 135"/>
              <a:gd name="T35" fmla="*/ 28 h 182"/>
              <a:gd name="T36" fmla="*/ 42 w 135"/>
              <a:gd name="T37" fmla="*/ 47 h 182"/>
              <a:gd name="T38" fmla="*/ 42 w 135"/>
              <a:gd name="T39" fmla="*/ 78 h 182"/>
              <a:gd name="T40" fmla="*/ 57 w 135"/>
              <a:gd name="T41" fmla="*/ 119 h 182"/>
              <a:gd name="T42" fmla="*/ 63 w 135"/>
              <a:gd name="T43" fmla="*/ 128 h 182"/>
              <a:gd name="T44" fmla="*/ 63 w 135"/>
              <a:gd name="T45" fmla="*/ 151 h 182"/>
              <a:gd name="T46" fmla="*/ 73 w 135"/>
              <a:gd name="T47" fmla="*/ 151 h 182"/>
              <a:gd name="T48" fmla="*/ 73 w 135"/>
              <a:gd name="T49" fmla="*/ 128 h 182"/>
              <a:gd name="T50" fmla="*/ 78 w 135"/>
              <a:gd name="T51" fmla="*/ 119 h 182"/>
              <a:gd name="T52" fmla="*/ 77 w 135"/>
              <a:gd name="T53" fmla="*/ 115 h 182"/>
              <a:gd name="T54" fmla="*/ 75 w 135"/>
              <a:gd name="T55" fmla="*/ 112 h 182"/>
              <a:gd name="T56" fmla="*/ 72 w 135"/>
              <a:gd name="T57" fmla="*/ 110 h 182"/>
              <a:gd name="T58" fmla="*/ 68 w 135"/>
              <a:gd name="T59" fmla="*/ 109 h 182"/>
              <a:gd name="T60" fmla="*/ 64 w 135"/>
              <a:gd name="T61" fmla="*/ 110 h 182"/>
              <a:gd name="T62" fmla="*/ 60 w 135"/>
              <a:gd name="T63" fmla="*/ 112 h 182"/>
              <a:gd name="T64" fmla="*/ 58 w 135"/>
              <a:gd name="T65" fmla="*/ 115 h 182"/>
              <a:gd name="T66" fmla="*/ 57 w 135"/>
              <a:gd name="T67" fmla="*/ 119 h 1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35" h="182">
                <a:moveTo>
                  <a:pt x="0" y="182"/>
                </a:moveTo>
                <a:cubicBezTo>
                  <a:pt x="0" y="78"/>
                  <a:pt x="0" y="78"/>
                  <a:pt x="0" y="78"/>
                </a:cubicBezTo>
                <a:cubicBezTo>
                  <a:pt x="21" y="78"/>
                  <a:pt x="21" y="78"/>
                  <a:pt x="21" y="78"/>
                </a:cubicBezTo>
                <a:cubicBezTo>
                  <a:pt x="21" y="47"/>
                  <a:pt x="21" y="47"/>
                  <a:pt x="21" y="47"/>
                </a:cubicBezTo>
                <a:cubicBezTo>
                  <a:pt x="21" y="34"/>
                  <a:pt x="25" y="23"/>
                  <a:pt x="34" y="14"/>
                </a:cubicBezTo>
                <a:cubicBezTo>
                  <a:pt x="44" y="4"/>
                  <a:pt x="55" y="0"/>
                  <a:pt x="68" y="0"/>
                </a:cubicBezTo>
                <a:cubicBezTo>
                  <a:pt x="81" y="0"/>
                  <a:pt x="92" y="4"/>
                  <a:pt x="101" y="14"/>
                </a:cubicBezTo>
                <a:cubicBezTo>
                  <a:pt x="110" y="23"/>
                  <a:pt x="114" y="34"/>
                  <a:pt x="114" y="47"/>
                </a:cubicBezTo>
                <a:cubicBezTo>
                  <a:pt x="114" y="78"/>
                  <a:pt x="114" y="78"/>
                  <a:pt x="114" y="78"/>
                </a:cubicBezTo>
                <a:cubicBezTo>
                  <a:pt x="135" y="78"/>
                  <a:pt x="135" y="78"/>
                  <a:pt x="135" y="78"/>
                </a:cubicBezTo>
                <a:cubicBezTo>
                  <a:pt x="135" y="182"/>
                  <a:pt x="135" y="182"/>
                  <a:pt x="135" y="182"/>
                </a:cubicBezTo>
                <a:lnTo>
                  <a:pt x="0" y="182"/>
                </a:lnTo>
                <a:close/>
                <a:moveTo>
                  <a:pt x="42" y="78"/>
                </a:moveTo>
                <a:cubicBezTo>
                  <a:pt x="94" y="78"/>
                  <a:pt x="94" y="78"/>
                  <a:pt x="94" y="78"/>
                </a:cubicBezTo>
                <a:cubicBezTo>
                  <a:pt x="94" y="47"/>
                  <a:pt x="94" y="47"/>
                  <a:pt x="94" y="47"/>
                </a:cubicBezTo>
                <a:cubicBezTo>
                  <a:pt x="94" y="39"/>
                  <a:pt x="91" y="33"/>
                  <a:pt x="86" y="28"/>
                </a:cubicBezTo>
                <a:cubicBezTo>
                  <a:pt x="81" y="23"/>
                  <a:pt x="75" y="21"/>
                  <a:pt x="68" y="21"/>
                </a:cubicBezTo>
                <a:cubicBezTo>
                  <a:pt x="61" y="21"/>
                  <a:pt x="54" y="23"/>
                  <a:pt x="49" y="28"/>
                </a:cubicBezTo>
                <a:cubicBezTo>
                  <a:pt x="44" y="33"/>
                  <a:pt x="42" y="39"/>
                  <a:pt x="42" y="47"/>
                </a:cubicBezTo>
                <a:lnTo>
                  <a:pt x="42" y="78"/>
                </a:lnTo>
                <a:close/>
                <a:moveTo>
                  <a:pt x="57" y="119"/>
                </a:moveTo>
                <a:cubicBezTo>
                  <a:pt x="57" y="123"/>
                  <a:pt x="59" y="126"/>
                  <a:pt x="63" y="128"/>
                </a:cubicBezTo>
                <a:cubicBezTo>
                  <a:pt x="63" y="151"/>
                  <a:pt x="63" y="151"/>
                  <a:pt x="63" y="151"/>
                </a:cubicBezTo>
                <a:cubicBezTo>
                  <a:pt x="73" y="151"/>
                  <a:pt x="73" y="151"/>
                  <a:pt x="73" y="151"/>
                </a:cubicBezTo>
                <a:cubicBezTo>
                  <a:pt x="73" y="128"/>
                  <a:pt x="73" y="128"/>
                  <a:pt x="73" y="128"/>
                </a:cubicBezTo>
                <a:cubicBezTo>
                  <a:pt x="76" y="126"/>
                  <a:pt x="78" y="123"/>
                  <a:pt x="78" y="119"/>
                </a:cubicBezTo>
                <a:cubicBezTo>
                  <a:pt x="78" y="118"/>
                  <a:pt x="78" y="117"/>
                  <a:pt x="77" y="115"/>
                </a:cubicBezTo>
                <a:cubicBezTo>
                  <a:pt x="77" y="114"/>
                  <a:pt x="76" y="113"/>
                  <a:pt x="75" y="112"/>
                </a:cubicBezTo>
                <a:cubicBezTo>
                  <a:pt x="74" y="111"/>
                  <a:pt x="73" y="110"/>
                  <a:pt x="72" y="110"/>
                </a:cubicBezTo>
                <a:cubicBezTo>
                  <a:pt x="71" y="109"/>
                  <a:pt x="69" y="109"/>
                  <a:pt x="68" y="109"/>
                </a:cubicBezTo>
                <a:cubicBezTo>
                  <a:pt x="66" y="109"/>
                  <a:pt x="65" y="109"/>
                  <a:pt x="64" y="110"/>
                </a:cubicBezTo>
                <a:cubicBezTo>
                  <a:pt x="62" y="110"/>
                  <a:pt x="61" y="111"/>
                  <a:pt x="60" y="112"/>
                </a:cubicBezTo>
                <a:cubicBezTo>
                  <a:pt x="59" y="113"/>
                  <a:pt x="59" y="114"/>
                  <a:pt x="58" y="115"/>
                </a:cubicBezTo>
                <a:cubicBezTo>
                  <a:pt x="58" y="117"/>
                  <a:pt x="57" y="118"/>
                  <a:pt x="57" y="11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87" name="Freeform 89"/>
          <p:cNvSpPr>
            <a:spLocks noEditPoints="1"/>
          </p:cNvSpPr>
          <p:nvPr/>
        </p:nvSpPr>
        <p:spPr bwMode="auto">
          <a:xfrm>
            <a:off x="8060374" y="3338754"/>
            <a:ext cx="208485" cy="297527"/>
          </a:xfrm>
          <a:custGeom>
            <a:avLst/>
            <a:gdLst>
              <a:gd name="T0" fmla="*/ 7 w 146"/>
              <a:gd name="T1" fmla="*/ 6 h 208"/>
              <a:gd name="T2" fmla="*/ 84 w 146"/>
              <a:gd name="T3" fmla="*/ 0 h 208"/>
              <a:gd name="T4" fmla="*/ 93 w 146"/>
              <a:gd name="T5" fmla="*/ 53 h 208"/>
              <a:gd name="T6" fmla="*/ 146 w 146"/>
              <a:gd name="T7" fmla="*/ 63 h 208"/>
              <a:gd name="T8" fmla="*/ 140 w 146"/>
              <a:gd name="T9" fmla="*/ 202 h 208"/>
              <a:gd name="T10" fmla="*/ 21 w 146"/>
              <a:gd name="T11" fmla="*/ 208 h 208"/>
              <a:gd name="T12" fmla="*/ 0 w 146"/>
              <a:gd name="T13" fmla="*/ 187 h 208"/>
              <a:gd name="T14" fmla="*/ 26 w 146"/>
              <a:gd name="T15" fmla="*/ 58 h 208"/>
              <a:gd name="T16" fmla="*/ 32 w 146"/>
              <a:gd name="T17" fmla="*/ 63 h 208"/>
              <a:gd name="T18" fmla="*/ 72 w 146"/>
              <a:gd name="T19" fmla="*/ 61 h 208"/>
              <a:gd name="T20" fmla="*/ 72 w 146"/>
              <a:gd name="T21" fmla="*/ 54 h 208"/>
              <a:gd name="T22" fmla="*/ 32 w 146"/>
              <a:gd name="T23" fmla="*/ 52 h 208"/>
              <a:gd name="T24" fmla="*/ 26 w 146"/>
              <a:gd name="T25" fmla="*/ 58 h 208"/>
              <a:gd name="T26" fmla="*/ 28 w 146"/>
              <a:gd name="T27" fmla="*/ 92 h 208"/>
              <a:gd name="T28" fmla="*/ 115 w 146"/>
              <a:gd name="T29" fmla="*/ 94 h 208"/>
              <a:gd name="T30" fmla="*/ 120 w 146"/>
              <a:gd name="T31" fmla="*/ 89 h 208"/>
              <a:gd name="T32" fmla="*/ 115 w 146"/>
              <a:gd name="T33" fmla="*/ 84 h 208"/>
              <a:gd name="T34" fmla="*/ 28 w 146"/>
              <a:gd name="T35" fmla="*/ 85 h 208"/>
              <a:gd name="T36" fmla="*/ 26 w 146"/>
              <a:gd name="T37" fmla="*/ 120 h 208"/>
              <a:gd name="T38" fmla="*/ 32 w 146"/>
              <a:gd name="T39" fmla="*/ 125 h 208"/>
              <a:gd name="T40" fmla="*/ 119 w 146"/>
              <a:gd name="T41" fmla="*/ 124 h 208"/>
              <a:gd name="T42" fmla="*/ 119 w 146"/>
              <a:gd name="T43" fmla="*/ 116 h 208"/>
              <a:gd name="T44" fmla="*/ 32 w 146"/>
              <a:gd name="T45" fmla="*/ 115 h 208"/>
              <a:gd name="T46" fmla="*/ 26 w 146"/>
              <a:gd name="T47" fmla="*/ 120 h 208"/>
              <a:gd name="T48" fmla="*/ 28 w 146"/>
              <a:gd name="T49" fmla="*/ 154 h 208"/>
              <a:gd name="T50" fmla="*/ 115 w 146"/>
              <a:gd name="T51" fmla="*/ 156 h 208"/>
              <a:gd name="T52" fmla="*/ 120 w 146"/>
              <a:gd name="T53" fmla="*/ 151 h 208"/>
              <a:gd name="T54" fmla="*/ 115 w 146"/>
              <a:gd name="T55" fmla="*/ 145 h 208"/>
              <a:gd name="T56" fmla="*/ 28 w 146"/>
              <a:gd name="T57" fmla="*/ 147 h 208"/>
              <a:gd name="T58" fmla="*/ 94 w 146"/>
              <a:gd name="T59" fmla="*/ 0 h 208"/>
              <a:gd name="T60" fmla="*/ 115 w 146"/>
              <a:gd name="T61" fmla="*/ 52 h 208"/>
              <a:gd name="T62" fmla="*/ 94 w 146"/>
              <a:gd name="T63" fmla="*/ 31 h 2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46" h="208">
                <a:moveTo>
                  <a:pt x="0" y="21"/>
                </a:moveTo>
                <a:cubicBezTo>
                  <a:pt x="0" y="15"/>
                  <a:pt x="3" y="11"/>
                  <a:pt x="7" y="6"/>
                </a:cubicBezTo>
                <a:cubicBezTo>
                  <a:pt x="11" y="2"/>
                  <a:pt x="16" y="0"/>
                  <a:pt x="21" y="0"/>
                </a:cubicBezTo>
                <a:cubicBezTo>
                  <a:pt x="84" y="0"/>
                  <a:pt x="84" y="0"/>
                  <a:pt x="84" y="0"/>
                </a:cubicBezTo>
                <a:cubicBezTo>
                  <a:pt x="84" y="31"/>
                  <a:pt x="84" y="31"/>
                  <a:pt x="84" y="31"/>
                </a:cubicBezTo>
                <a:cubicBezTo>
                  <a:pt x="84" y="40"/>
                  <a:pt x="87" y="47"/>
                  <a:pt x="93" y="53"/>
                </a:cubicBezTo>
                <a:cubicBezTo>
                  <a:pt x="99" y="60"/>
                  <a:pt x="106" y="63"/>
                  <a:pt x="115" y="63"/>
                </a:cubicBezTo>
                <a:cubicBezTo>
                  <a:pt x="146" y="63"/>
                  <a:pt x="146" y="63"/>
                  <a:pt x="146" y="63"/>
                </a:cubicBezTo>
                <a:cubicBezTo>
                  <a:pt x="146" y="187"/>
                  <a:pt x="146" y="187"/>
                  <a:pt x="146" y="187"/>
                </a:cubicBezTo>
                <a:cubicBezTo>
                  <a:pt x="146" y="193"/>
                  <a:pt x="144" y="198"/>
                  <a:pt x="140" y="202"/>
                </a:cubicBezTo>
                <a:cubicBezTo>
                  <a:pt x="136" y="206"/>
                  <a:pt x="131" y="208"/>
                  <a:pt x="125" y="208"/>
                </a:cubicBezTo>
                <a:cubicBezTo>
                  <a:pt x="21" y="208"/>
                  <a:pt x="21" y="208"/>
                  <a:pt x="21" y="208"/>
                </a:cubicBezTo>
                <a:cubicBezTo>
                  <a:pt x="16" y="208"/>
                  <a:pt x="11" y="206"/>
                  <a:pt x="7" y="202"/>
                </a:cubicBezTo>
                <a:cubicBezTo>
                  <a:pt x="3" y="198"/>
                  <a:pt x="0" y="193"/>
                  <a:pt x="0" y="187"/>
                </a:cubicBezTo>
                <a:lnTo>
                  <a:pt x="0" y="21"/>
                </a:lnTo>
                <a:close/>
                <a:moveTo>
                  <a:pt x="26" y="58"/>
                </a:moveTo>
                <a:cubicBezTo>
                  <a:pt x="26" y="59"/>
                  <a:pt x="27" y="60"/>
                  <a:pt x="28" y="61"/>
                </a:cubicBezTo>
                <a:cubicBezTo>
                  <a:pt x="29" y="62"/>
                  <a:pt x="30" y="63"/>
                  <a:pt x="32" y="63"/>
                </a:cubicBezTo>
                <a:cubicBezTo>
                  <a:pt x="68" y="63"/>
                  <a:pt x="68" y="63"/>
                  <a:pt x="68" y="63"/>
                </a:cubicBezTo>
                <a:cubicBezTo>
                  <a:pt x="70" y="63"/>
                  <a:pt x="71" y="62"/>
                  <a:pt x="72" y="61"/>
                </a:cubicBezTo>
                <a:cubicBezTo>
                  <a:pt x="73" y="60"/>
                  <a:pt x="73" y="59"/>
                  <a:pt x="73" y="58"/>
                </a:cubicBezTo>
                <a:cubicBezTo>
                  <a:pt x="73" y="56"/>
                  <a:pt x="73" y="55"/>
                  <a:pt x="72" y="54"/>
                </a:cubicBezTo>
                <a:cubicBezTo>
                  <a:pt x="71" y="53"/>
                  <a:pt x="70" y="52"/>
                  <a:pt x="68" y="52"/>
                </a:cubicBezTo>
                <a:cubicBezTo>
                  <a:pt x="32" y="52"/>
                  <a:pt x="32" y="52"/>
                  <a:pt x="32" y="52"/>
                </a:cubicBezTo>
                <a:cubicBezTo>
                  <a:pt x="30" y="52"/>
                  <a:pt x="29" y="53"/>
                  <a:pt x="28" y="54"/>
                </a:cubicBezTo>
                <a:cubicBezTo>
                  <a:pt x="27" y="55"/>
                  <a:pt x="26" y="56"/>
                  <a:pt x="26" y="58"/>
                </a:cubicBezTo>
                <a:close/>
                <a:moveTo>
                  <a:pt x="26" y="89"/>
                </a:moveTo>
                <a:cubicBezTo>
                  <a:pt x="26" y="90"/>
                  <a:pt x="27" y="91"/>
                  <a:pt x="28" y="92"/>
                </a:cubicBezTo>
                <a:cubicBezTo>
                  <a:pt x="29" y="93"/>
                  <a:pt x="30" y="94"/>
                  <a:pt x="32" y="94"/>
                </a:cubicBezTo>
                <a:cubicBezTo>
                  <a:pt x="115" y="94"/>
                  <a:pt x="115" y="94"/>
                  <a:pt x="115" y="94"/>
                </a:cubicBezTo>
                <a:cubicBezTo>
                  <a:pt x="116" y="94"/>
                  <a:pt x="118" y="93"/>
                  <a:pt x="119" y="92"/>
                </a:cubicBezTo>
                <a:cubicBezTo>
                  <a:pt x="120" y="91"/>
                  <a:pt x="120" y="90"/>
                  <a:pt x="120" y="89"/>
                </a:cubicBezTo>
                <a:cubicBezTo>
                  <a:pt x="120" y="87"/>
                  <a:pt x="120" y="86"/>
                  <a:pt x="119" y="85"/>
                </a:cubicBezTo>
                <a:cubicBezTo>
                  <a:pt x="118" y="84"/>
                  <a:pt x="116" y="84"/>
                  <a:pt x="115" y="84"/>
                </a:cubicBezTo>
                <a:cubicBezTo>
                  <a:pt x="32" y="84"/>
                  <a:pt x="32" y="84"/>
                  <a:pt x="32" y="84"/>
                </a:cubicBezTo>
                <a:cubicBezTo>
                  <a:pt x="30" y="84"/>
                  <a:pt x="29" y="84"/>
                  <a:pt x="28" y="85"/>
                </a:cubicBezTo>
                <a:cubicBezTo>
                  <a:pt x="27" y="86"/>
                  <a:pt x="26" y="87"/>
                  <a:pt x="26" y="89"/>
                </a:cubicBezTo>
                <a:close/>
                <a:moveTo>
                  <a:pt x="26" y="120"/>
                </a:moveTo>
                <a:cubicBezTo>
                  <a:pt x="26" y="121"/>
                  <a:pt x="27" y="123"/>
                  <a:pt x="28" y="124"/>
                </a:cubicBezTo>
                <a:cubicBezTo>
                  <a:pt x="29" y="124"/>
                  <a:pt x="30" y="125"/>
                  <a:pt x="32" y="125"/>
                </a:cubicBezTo>
                <a:cubicBezTo>
                  <a:pt x="115" y="125"/>
                  <a:pt x="115" y="125"/>
                  <a:pt x="115" y="125"/>
                </a:cubicBezTo>
                <a:cubicBezTo>
                  <a:pt x="116" y="125"/>
                  <a:pt x="118" y="124"/>
                  <a:pt x="119" y="124"/>
                </a:cubicBezTo>
                <a:cubicBezTo>
                  <a:pt x="120" y="123"/>
                  <a:pt x="120" y="121"/>
                  <a:pt x="120" y="120"/>
                </a:cubicBezTo>
                <a:cubicBezTo>
                  <a:pt x="120" y="118"/>
                  <a:pt x="120" y="117"/>
                  <a:pt x="119" y="116"/>
                </a:cubicBezTo>
                <a:cubicBezTo>
                  <a:pt x="118" y="115"/>
                  <a:pt x="116" y="115"/>
                  <a:pt x="115" y="115"/>
                </a:cubicBezTo>
                <a:cubicBezTo>
                  <a:pt x="32" y="115"/>
                  <a:pt x="32" y="115"/>
                  <a:pt x="32" y="115"/>
                </a:cubicBezTo>
                <a:cubicBezTo>
                  <a:pt x="30" y="115"/>
                  <a:pt x="29" y="115"/>
                  <a:pt x="28" y="116"/>
                </a:cubicBezTo>
                <a:cubicBezTo>
                  <a:pt x="27" y="117"/>
                  <a:pt x="26" y="119"/>
                  <a:pt x="26" y="120"/>
                </a:cubicBezTo>
                <a:close/>
                <a:moveTo>
                  <a:pt x="26" y="151"/>
                </a:moveTo>
                <a:cubicBezTo>
                  <a:pt x="26" y="152"/>
                  <a:pt x="27" y="153"/>
                  <a:pt x="28" y="154"/>
                </a:cubicBezTo>
                <a:cubicBezTo>
                  <a:pt x="29" y="155"/>
                  <a:pt x="30" y="156"/>
                  <a:pt x="32" y="156"/>
                </a:cubicBezTo>
                <a:cubicBezTo>
                  <a:pt x="115" y="156"/>
                  <a:pt x="115" y="156"/>
                  <a:pt x="115" y="156"/>
                </a:cubicBezTo>
                <a:cubicBezTo>
                  <a:pt x="116" y="156"/>
                  <a:pt x="118" y="155"/>
                  <a:pt x="119" y="154"/>
                </a:cubicBezTo>
                <a:cubicBezTo>
                  <a:pt x="120" y="153"/>
                  <a:pt x="120" y="152"/>
                  <a:pt x="120" y="151"/>
                </a:cubicBezTo>
                <a:cubicBezTo>
                  <a:pt x="120" y="149"/>
                  <a:pt x="120" y="148"/>
                  <a:pt x="119" y="147"/>
                </a:cubicBezTo>
                <a:cubicBezTo>
                  <a:pt x="118" y="146"/>
                  <a:pt x="116" y="145"/>
                  <a:pt x="115" y="145"/>
                </a:cubicBezTo>
                <a:cubicBezTo>
                  <a:pt x="32" y="145"/>
                  <a:pt x="32" y="145"/>
                  <a:pt x="32" y="145"/>
                </a:cubicBezTo>
                <a:cubicBezTo>
                  <a:pt x="30" y="145"/>
                  <a:pt x="29" y="146"/>
                  <a:pt x="28" y="147"/>
                </a:cubicBezTo>
                <a:cubicBezTo>
                  <a:pt x="27" y="148"/>
                  <a:pt x="26" y="149"/>
                  <a:pt x="26" y="151"/>
                </a:cubicBezTo>
                <a:close/>
                <a:moveTo>
                  <a:pt x="94" y="0"/>
                </a:moveTo>
                <a:cubicBezTo>
                  <a:pt x="146" y="52"/>
                  <a:pt x="146" y="52"/>
                  <a:pt x="146" y="52"/>
                </a:cubicBezTo>
                <a:cubicBezTo>
                  <a:pt x="115" y="52"/>
                  <a:pt x="115" y="52"/>
                  <a:pt x="115" y="52"/>
                </a:cubicBezTo>
                <a:cubicBezTo>
                  <a:pt x="109" y="52"/>
                  <a:pt x="104" y="50"/>
                  <a:pt x="100" y="46"/>
                </a:cubicBezTo>
                <a:cubicBezTo>
                  <a:pt x="96" y="42"/>
                  <a:pt x="94" y="37"/>
                  <a:pt x="94" y="31"/>
                </a:cubicBezTo>
                <a:lnTo>
                  <a:pt x="94" y="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88" name="Freeform 90"/>
          <p:cNvSpPr>
            <a:spLocks noEditPoints="1"/>
          </p:cNvSpPr>
          <p:nvPr/>
        </p:nvSpPr>
        <p:spPr bwMode="auto">
          <a:xfrm>
            <a:off x="8568556" y="3369158"/>
            <a:ext cx="269293" cy="275809"/>
          </a:xfrm>
          <a:custGeom>
            <a:avLst/>
            <a:gdLst>
              <a:gd name="T0" fmla="*/ 0 w 187"/>
              <a:gd name="T1" fmla="*/ 193 h 193"/>
              <a:gd name="T2" fmla="*/ 0 w 187"/>
              <a:gd name="T3" fmla="*/ 89 h 193"/>
              <a:gd name="T4" fmla="*/ 94 w 187"/>
              <a:gd name="T5" fmla="*/ 89 h 193"/>
              <a:gd name="T6" fmla="*/ 94 w 187"/>
              <a:gd name="T7" fmla="*/ 47 h 193"/>
              <a:gd name="T8" fmla="*/ 107 w 187"/>
              <a:gd name="T9" fmla="*/ 14 h 193"/>
              <a:gd name="T10" fmla="*/ 140 w 187"/>
              <a:gd name="T11" fmla="*/ 0 h 193"/>
              <a:gd name="T12" fmla="*/ 174 w 187"/>
              <a:gd name="T13" fmla="*/ 14 h 193"/>
              <a:gd name="T14" fmla="*/ 187 w 187"/>
              <a:gd name="T15" fmla="*/ 47 h 193"/>
              <a:gd name="T16" fmla="*/ 187 w 187"/>
              <a:gd name="T17" fmla="*/ 78 h 193"/>
              <a:gd name="T18" fmla="*/ 166 w 187"/>
              <a:gd name="T19" fmla="*/ 89 h 193"/>
              <a:gd name="T20" fmla="*/ 166 w 187"/>
              <a:gd name="T21" fmla="*/ 47 h 193"/>
              <a:gd name="T22" fmla="*/ 159 w 187"/>
              <a:gd name="T23" fmla="*/ 29 h 193"/>
              <a:gd name="T24" fmla="*/ 140 w 187"/>
              <a:gd name="T25" fmla="*/ 21 h 193"/>
              <a:gd name="T26" fmla="*/ 122 w 187"/>
              <a:gd name="T27" fmla="*/ 29 h 193"/>
              <a:gd name="T28" fmla="*/ 114 w 187"/>
              <a:gd name="T29" fmla="*/ 47 h 193"/>
              <a:gd name="T30" fmla="*/ 114 w 187"/>
              <a:gd name="T31" fmla="*/ 89 h 193"/>
              <a:gd name="T32" fmla="*/ 135 w 187"/>
              <a:gd name="T33" fmla="*/ 89 h 193"/>
              <a:gd name="T34" fmla="*/ 135 w 187"/>
              <a:gd name="T35" fmla="*/ 193 h 193"/>
              <a:gd name="T36" fmla="*/ 0 w 187"/>
              <a:gd name="T37" fmla="*/ 193 h 193"/>
              <a:gd name="T38" fmla="*/ 57 w 187"/>
              <a:gd name="T39" fmla="*/ 130 h 193"/>
              <a:gd name="T40" fmla="*/ 62 w 187"/>
              <a:gd name="T41" fmla="*/ 139 h 193"/>
              <a:gd name="T42" fmla="*/ 62 w 187"/>
              <a:gd name="T43" fmla="*/ 162 h 193"/>
              <a:gd name="T44" fmla="*/ 73 w 187"/>
              <a:gd name="T45" fmla="*/ 162 h 193"/>
              <a:gd name="T46" fmla="*/ 73 w 187"/>
              <a:gd name="T47" fmla="*/ 139 h 193"/>
              <a:gd name="T48" fmla="*/ 78 w 187"/>
              <a:gd name="T49" fmla="*/ 130 h 193"/>
              <a:gd name="T50" fmla="*/ 75 w 187"/>
              <a:gd name="T51" fmla="*/ 123 h 193"/>
              <a:gd name="T52" fmla="*/ 67 w 187"/>
              <a:gd name="T53" fmla="*/ 120 h 193"/>
              <a:gd name="T54" fmla="*/ 60 w 187"/>
              <a:gd name="T55" fmla="*/ 123 h 193"/>
              <a:gd name="T56" fmla="*/ 57 w 187"/>
              <a:gd name="T57" fmla="*/ 130 h 1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187" h="193">
                <a:moveTo>
                  <a:pt x="0" y="193"/>
                </a:moveTo>
                <a:cubicBezTo>
                  <a:pt x="0" y="89"/>
                  <a:pt x="0" y="89"/>
                  <a:pt x="0" y="89"/>
                </a:cubicBezTo>
                <a:cubicBezTo>
                  <a:pt x="94" y="89"/>
                  <a:pt x="94" y="89"/>
                  <a:pt x="94" y="89"/>
                </a:cubicBezTo>
                <a:cubicBezTo>
                  <a:pt x="94" y="47"/>
                  <a:pt x="94" y="47"/>
                  <a:pt x="94" y="47"/>
                </a:cubicBezTo>
                <a:cubicBezTo>
                  <a:pt x="94" y="34"/>
                  <a:pt x="98" y="23"/>
                  <a:pt x="107" y="14"/>
                </a:cubicBezTo>
                <a:cubicBezTo>
                  <a:pt x="117" y="5"/>
                  <a:pt x="128" y="0"/>
                  <a:pt x="140" y="0"/>
                </a:cubicBezTo>
                <a:cubicBezTo>
                  <a:pt x="153" y="0"/>
                  <a:pt x="164" y="5"/>
                  <a:pt x="174" y="14"/>
                </a:cubicBezTo>
                <a:cubicBezTo>
                  <a:pt x="183" y="23"/>
                  <a:pt x="187" y="34"/>
                  <a:pt x="187" y="47"/>
                </a:cubicBezTo>
                <a:cubicBezTo>
                  <a:pt x="187" y="78"/>
                  <a:pt x="187" y="78"/>
                  <a:pt x="187" y="78"/>
                </a:cubicBezTo>
                <a:cubicBezTo>
                  <a:pt x="166" y="89"/>
                  <a:pt x="166" y="89"/>
                  <a:pt x="166" y="89"/>
                </a:cubicBezTo>
                <a:cubicBezTo>
                  <a:pt x="166" y="47"/>
                  <a:pt x="166" y="47"/>
                  <a:pt x="166" y="47"/>
                </a:cubicBezTo>
                <a:cubicBezTo>
                  <a:pt x="166" y="40"/>
                  <a:pt x="164" y="34"/>
                  <a:pt x="159" y="29"/>
                </a:cubicBezTo>
                <a:cubicBezTo>
                  <a:pt x="154" y="24"/>
                  <a:pt x="148" y="21"/>
                  <a:pt x="140" y="21"/>
                </a:cubicBezTo>
                <a:cubicBezTo>
                  <a:pt x="133" y="21"/>
                  <a:pt x="127" y="24"/>
                  <a:pt x="122" y="29"/>
                </a:cubicBezTo>
                <a:cubicBezTo>
                  <a:pt x="117" y="34"/>
                  <a:pt x="114" y="40"/>
                  <a:pt x="114" y="47"/>
                </a:cubicBezTo>
                <a:cubicBezTo>
                  <a:pt x="114" y="89"/>
                  <a:pt x="114" y="89"/>
                  <a:pt x="114" y="89"/>
                </a:cubicBezTo>
                <a:cubicBezTo>
                  <a:pt x="135" y="89"/>
                  <a:pt x="135" y="89"/>
                  <a:pt x="135" y="89"/>
                </a:cubicBezTo>
                <a:cubicBezTo>
                  <a:pt x="135" y="193"/>
                  <a:pt x="135" y="193"/>
                  <a:pt x="135" y="193"/>
                </a:cubicBezTo>
                <a:lnTo>
                  <a:pt x="0" y="193"/>
                </a:lnTo>
                <a:close/>
                <a:moveTo>
                  <a:pt x="57" y="130"/>
                </a:moveTo>
                <a:cubicBezTo>
                  <a:pt x="57" y="134"/>
                  <a:pt x="59" y="137"/>
                  <a:pt x="62" y="139"/>
                </a:cubicBezTo>
                <a:cubicBezTo>
                  <a:pt x="62" y="162"/>
                  <a:pt x="62" y="162"/>
                  <a:pt x="62" y="162"/>
                </a:cubicBezTo>
                <a:cubicBezTo>
                  <a:pt x="73" y="162"/>
                  <a:pt x="73" y="162"/>
                  <a:pt x="73" y="162"/>
                </a:cubicBezTo>
                <a:cubicBezTo>
                  <a:pt x="73" y="139"/>
                  <a:pt x="73" y="139"/>
                  <a:pt x="73" y="139"/>
                </a:cubicBezTo>
                <a:cubicBezTo>
                  <a:pt x="76" y="137"/>
                  <a:pt x="78" y="134"/>
                  <a:pt x="78" y="130"/>
                </a:cubicBezTo>
                <a:cubicBezTo>
                  <a:pt x="78" y="127"/>
                  <a:pt x="77" y="125"/>
                  <a:pt x="75" y="123"/>
                </a:cubicBezTo>
                <a:cubicBezTo>
                  <a:pt x="73" y="121"/>
                  <a:pt x="70" y="120"/>
                  <a:pt x="67" y="120"/>
                </a:cubicBezTo>
                <a:cubicBezTo>
                  <a:pt x="65" y="120"/>
                  <a:pt x="62" y="121"/>
                  <a:pt x="60" y="123"/>
                </a:cubicBezTo>
                <a:cubicBezTo>
                  <a:pt x="58" y="125"/>
                  <a:pt x="57" y="128"/>
                  <a:pt x="57" y="13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89" name="Freeform 91"/>
          <p:cNvSpPr>
            <a:spLocks noEditPoints="1"/>
          </p:cNvSpPr>
          <p:nvPr/>
        </p:nvSpPr>
        <p:spPr bwMode="auto">
          <a:xfrm>
            <a:off x="9061538" y="3406076"/>
            <a:ext cx="299697" cy="223688"/>
          </a:xfrm>
          <a:custGeom>
            <a:avLst/>
            <a:gdLst>
              <a:gd name="T0" fmla="*/ 0 w 208"/>
              <a:gd name="T1" fmla="*/ 42 h 156"/>
              <a:gd name="T2" fmla="*/ 0 w 208"/>
              <a:gd name="T3" fmla="*/ 21 h 156"/>
              <a:gd name="T4" fmla="*/ 1 w 208"/>
              <a:gd name="T5" fmla="*/ 20 h 156"/>
              <a:gd name="T6" fmla="*/ 2 w 208"/>
              <a:gd name="T7" fmla="*/ 18 h 156"/>
              <a:gd name="T8" fmla="*/ 19 w 208"/>
              <a:gd name="T9" fmla="*/ 3 h 156"/>
              <a:gd name="T10" fmla="*/ 26 w 208"/>
              <a:gd name="T11" fmla="*/ 0 h 156"/>
              <a:gd name="T12" fmla="*/ 62 w 208"/>
              <a:gd name="T13" fmla="*/ 0 h 156"/>
              <a:gd name="T14" fmla="*/ 70 w 208"/>
              <a:gd name="T15" fmla="*/ 3 h 156"/>
              <a:gd name="T16" fmla="*/ 86 w 208"/>
              <a:gd name="T17" fmla="*/ 18 h 156"/>
              <a:gd name="T18" fmla="*/ 94 w 208"/>
              <a:gd name="T19" fmla="*/ 21 h 156"/>
              <a:gd name="T20" fmla="*/ 198 w 208"/>
              <a:gd name="T21" fmla="*/ 21 h 156"/>
              <a:gd name="T22" fmla="*/ 205 w 208"/>
              <a:gd name="T23" fmla="*/ 24 h 156"/>
              <a:gd name="T24" fmla="*/ 208 w 208"/>
              <a:gd name="T25" fmla="*/ 31 h 156"/>
              <a:gd name="T26" fmla="*/ 208 w 208"/>
              <a:gd name="T27" fmla="*/ 42 h 156"/>
              <a:gd name="T28" fmla="*/ 0 w 208"/>
              <a:gd name="T29" fmla="*/ 42 h 156"/>
              <a:gd name="T30" fmla="*/ 0 w 208"/>
              <a:gd name="T31" fmla="*/ 52 h 156"/>
              <a:gd name="T32" fmla="*/ 208 w 208"/>
              <a:gd name="T33" fmla="*/ 52 h 156"/>
              <a:gd name="T34" fmla="*/ 208 w 208"/>
              <a:gd name="T35" fmla="*/ 146 h 156"/>
              <a:gd name="T36" fmla="*/ 207 w 208"/>
              <a:gd name="T37" fmla="*/ 150 h 156"/>
              <a:gd name="T38" fmla="*/ 205 w 208"/>
              <a:gd name="T39" fmla="*/ 153 h 156"/>
              <a:gd name="T40" fmla="*/ 202 w 208"/>
              <a:gd name="T41" fmla="*/ 155 h 156"/>
              <a:gd name="T42" fmla="*/ 198 w 208"/>
              <a:gd name="T43" fmla="*/ 156 h 156"/>
              <a:gd name="T44" fmla="*/ 11 w 208"/>
              <a:gd name="T45" fmla="*/ 156 h 156"/>
              <a:gd name="T46" fmla="*/ 6 w 208"/>
              <a:gd name="T47" fmla="*/ 155 h 156"/>
              <a:gd name="T48" fmla="*/ 3 w 208"/>
              <a:gd name="T49" fmla="*/ 153 h 156"/>
              <a:gd name="T50" fmla="*/ 1 w 208"/>
              <a:gd name="T51" fmla="*/ 150 h 156"/>
              <a:gd name="T52" fmla="*/ 0 w 208"/>
              <a:gd name="T53" fmla="*/ 146 h 156"/>
              <a:gd name="T54" fmla="*/ 0 w 208"/>
              <a:gd name="T55" fmla="*/ 52 h 1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208" h="156">
                <a:moveTo>
                  <a:pt x="0" y="42"/>
                </a:moveTo>
                <a:cubicBezTo>
                  <a:pt x="0" y="21"/>
                  <a:pt x="0" y="21"/>
                  <a:pt x="0" y="21"/>
                </a:cubicBezTo>
                <a:cubicBezTo>
                  <a:pt x="0" y="21"/>
                  <a:pt x="0" y="20"/>
                  <a:pt x="1" y="20"/>
                </a:cubicBezTo>
                <a:cubicBezTo>
                  <a:pt x="1" y="19"/>
                  <a:pt x="1" y="19"/>
                  <a:pt x="2" y="18"/>
                </a:cubicBezTo>
                <a:cubicBezTo>
                  <a:pt x="19" y="3"/>
                  <a:pt x="19" y="3"/>
                  <a:pt x="19" y="3"/>
                </a:cubicBezTo>
                <a:cubicBezTo>
                  <a:pt x="21" y="1"/>
                  <a:pt x="23" y="0"/>
                  <a:pt x="26" y="0"/>
                </a:cubicBezTo>
                <a:cubicBezTo>
                  <a:pt x="62" y="0"/>
                  <a:pt x="62" y="0"/>
                  <a:pt x="62" y="0"/>
                </a:cubicBezTo>
                <a:cubicBezTo>
                  <a:pt x="65" y="0"/>
                  <a:pt x="68" y="1"/>
                  <a:pt x="70" y="3"/>
                </a:cubicBezTo>
                <a:cubicBezTo>
                  <a:pt x="86" y="18"/>
                  <a:pt x="86" y="18"/>
                  <a:pt x="86" y="18"/>
                </a:cubicBezTo>
                <a:cubicBezTo>
                  <a:pt x="88" y="20"/>
                  <a:pt x="91" y="21"/>
                  <a:pt x="94" y="21"/>
                </a:cubicBezTo>
                <a:cubicBezTo>
                  <a:pt x="198" y="21"/>
                  <a:pt x="198" y="21"/>
                  <a:pt x="198" y="21"/>
                </a:cubicBezTo>
                <a:cubicBezTo>
                  <a:pt x="201" y="21"/>
                  <a:pt x="203" y="22"/>
                  <a:pt x="205" y="24"/>
                </a:cubicBezTo>
                <a:cubicBezTo>
                  <a:pt x="207" y="26"/>
                  <a:pt x="208" y="28"/>
                  <a:pt x="208" y="31"/>
                </a:cubicBezTo>
                <a:cubicBezTo>
                  <a:pt x="208" y="42"/>
                  <a:pt x="208" y="42"/>
                  <a:pt x="208" y="42"/>
                </a:cubicBezTo>
                <a:lnTo>
                  <a:pt x="0" y="42"/>
                </a:lnTo>
                <a:close/>
                <a:moveTo>
                  <a:pt x="0" y="52"/>
                </a:moveTo>
                <a:cubicBezTo>
                  <a:pt x="208" y="52"/>
                  <a:pt x="208" y="52"/>
                  <a:pt x="208" y="52"/>
                </a:cubicBezTo>
                <a:cubicBezTo>
                  <a:pt x="208" y="146"/>
                  <a:pt x="208" y="146"/>
                  <a:pt x="208" y="146"/>
                </a:cubicBezTo>
                <a:cubicBezTo>
                  <a:pt x="208" y="147"/>
                  <a:pt x="208" y="149"/>
                  <a:pt x="207" y="150"/>
                </a:cubicBezTo>
                <a:cubicBezTo>
                  <a:pt x="207" y="151"/>
                  <a:pt x="206" y="152"/>
                  <a:pt x="205" y="153"/>
                </a:cubicBezTo>
                <a:cubicBezTo>
                  <a:pt x="204" y="154"/>
                  <a:pt x="203" y="155"/>
                  <a:pt x="202" y="155"/>
                </a:cubicBezTo>
                <a:cubicBezTo>
                  <a:pt x="201" y="156"/>
                  <a:pt x="199" y="156"/>
                  <a:pt x="198" y="156"/>
                </a:cubicBezTo>
                <a:cubicBezTo>
                  <a:pt x="11" y="156"/>
                  <a:pt x="11" y="156"/>
                  <a:pt x="11" y="156"/>
                </a:cubicBezTo>
                <a:cubicBezTo>
                  <a:pt x="9" y="156"/>
                  <a:pt x="8" y="156"/>
                  <a:pt x="6" y="155"/>
                </a:cubicBezTo>
                <a:cubicBezTo>
                  <a:pt x="5" y="155"/>
                  <a:pt x="4" y="154"/>
                  <a:pt x="3" y="153"/>
                </a:cubicBezTo>
                <a:cubicBezTo>
                  <a:pt x="2" y="152"/>
                  <a:pt x="1" y="151"/>
                  <a:pt x="1" y="150"/>
                </a:cubicBezTo>
                <a:cubicBezTo>
                  <a:pt x="0" y="149"/>
                  <a:pt x="0" y="147"/>
                  <a:pt x="0" y="146"/>
                </a:cubicBezTo>
                <a:lnTo>
                  <a:pt x="0" y="5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90" name="Freeform 92"/>
          <p:cNvSpPr>
            <a:spLocks/>
          </p:cNvSpPr>
          <p:nvPr/>
        </p:nvSpPr>
        <p:spPr bwMode="auto">
          <a:xfrm>
            <a:off x="9669618" y="3390876"/>
            <a:ext cx="297527" cy="210657"/>
          </a:xfrm>
          <a:custGeom>
            <a:avLst/>
            <a:gdLst>
              <a:gd name="T0" fmla="*/ 18 w 208"/>
              <a:gd name="T1" fmla="*/ 3 h 146"/>
              <a:gd name="T2" fmla="*/ 92 w 208"/>
              <a:gd name="T3" fmla="*/ 55 h 146"/>
              <a:gd name="T4" fmla="*/ 93 w 208"/>
              <a:gd name="T5" fmla="*/ 55 h 146"/>
              <a:gd name="T6" fmla="*/ 104 w 208"/>
              <a:gd name="T7" fmla="*/ 58 h 146"/>
              <a:gd name="T8" fmla="*/ 110 w 208"/>
              <a:gd name="T9" fmla="*/ 57 h 146"/>
              <a:gd name="T10" fmla="*/ 115 w 208"/>
              <a:gd name="T11" fmla="*/ 54 h 146"/>
              <a:gd name="T12" fmla="*/ 190 w 208"/>
              <a:gd name="T13" fmla="*/ 3 h 146"/>
              <a:gd name="T14" fmla="*/ 190 w 208"/>
              <a:gd name="T15" fmla="*/ 3 h 146"/>
              <a:gd name="T16" fmla="*/ 197 w 208"/>
              <a:gd name="T17" fmla="*/ 0 h 146"/>
              <a:gd name="T18" fmla="*/ 205 w 208"/>
              <a:gd name="T19" fmla="*/ 3 h 146"/>
              <a:gd name="T20" fmla="*/ 208 w 208"/>
              <a:gd name="T21" fmla="*/ 10 h 146"/>
              <a:gd name="T22" fmla="*/ 204 w 208"/>
              <a:gd name="T23" fmla="*/ 18 h 146"/>
              <a:gd name="T24" fmla="*/ 205 w 208"/>
              <a:gd name="T25" fmla="*/ 18 h 146"/>
              <a:gd name="T26" fmla="*/ 113 w 208"/>
              <a:gd name="T27" fmla="*/ 140 h 146"/>
              <a:gd name="T28" fmla="*/ 104 w 208"/>
              <a:gd name="T29" fmla="*/ 146 h 146"/>
              <a:gd name="T30" fmla="*/ 95 w 208"/>
              <a:gd name="T31" fmla="*/ 140 h 146"/>
              <a:gd name="T32" fmla="*/ 3 w 208"/>
              <a:gd name="T33" fmla="*/ 18 h 146"/>
              <a:gd name="T34" fmla="*/ 3 w 208"/>
              <a:gd name="T35" fmla="*/ 18 h 146"/>
              <a:gd name="T36" fmla="*/ 0 w 208"/>
              <a:gd name="T37" fmla="*/ 14 h 146"/>
              <a:gd name="T38" fmla="*/ 0 w 208"/>
              <a:gd name="T39" fmla="*/ 10 h 146"/>
              <a:gd name="T40" fmla="*/ 0 w 208"/>
              <a:gd name="T41" fmla="*/ 6 h 146"/>
              <a:gd name="T42" fmla="*/ 3 w 208"/>
              <a:gd name="T43" fmla="*/ 3 h 146"/>
              <a:gd name="T44" fmla="*/ 6 w 208"/>
              <a:gd name="T45" fmla="*/ 1 h 146"/>
              <a:gd name="T46" fmla="*/ 10 w 208"/>
              <a:gd name="T47" fmla="*/ 0 h 146"/>
              <a:gd name="T48" fmla="*/ 14 w 208"/>
              <a:gd name="T49" fmla="*/ 1 h 146"/>
              <a:gd name="T50" fmla="*/ 17 w 208"/>
              <a:gd name="T51" fmla="*/ 3 h 146"/>
              <a:gd name="T52" fmla="*/ 18 w 208"/>
              <a:gd name="T53" fmla="*/ 3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208" h="146">
                <a:moveTo>
                  <a:pt x="18" y="3"/>
                </a:moveTo>
                <a:cubicBezTo>
                  <a:pt x="92" y="55"/>
                  <a:pt x="92" y="55"/>
                  <a:pt x="92" y="55"/>
                </a:cubicBezTo>
                <a:cubicBezTo>
                  <a:pt x="93" y="55"/>
                  <a:pt x="93" y="55"/>
                  <a:pt x="93" y="55"/>
                </a:cubicBezTo>
                <a:cubicBezTo>
                  <a:pt x="96" y="57"/>
                  <a:pt x="99" y="58"/>
                  <a:pt x="104" y="58"/>
                </a:cubicBezTo>
                <a:cubicBezTo>
                  <a:pt x="106" y="58"/>
                  <a:pt x="108" y="57"/>
                  <a:pt x="110" y="57"/>
                </a:cubicBezTo>
                <a:cubicBezTo>
                  <a:pt x="112" y="56"/>
                  <a:pt x="114" y="56"/>
                  <a:pt x="115" y="54"/>
                </a:cubicBezTo>
                <a:cubicBezTo>
                  <a:pt x="190" y="3"/>
                  <a:pt x="190" y="3"/>
                  <a:pt x="190" y="3"/>
                </a:cubicBezTo>
                <a:cubicBezTo>
                  <a:pt x="190" y="3"/>
                  <a:pt x="190" y="3"/>
                  <a:pt x="190" y="3"/>
                </a:cubicBezTo>
                <a:cubicBezTo>
                  <a:pt x="192" y="1"/>
                  <a:pt x="194" y="0"/>
                  <a:pt x="197" y="0"/>
                </a:cubicBezTo>
                <a:cubicBezTo>
                  <a:pt x="200" y="0"/>
                  <a:pt x="202" y="1"/>
                  <a:pt x="205" y="3"/>
                </a:cubicBezTo>
                <a:cubicBezTo>
                  <a:pt x="207" y="5"/>
                  <a:pt x="208" y="8"/>
                  <a:pt x="208" y="10"/>
                </a:cubicBezTo>
                <a:cubicBezTo>
                  <a:pt x="208" y="13"/>
                  <a:pt x="207" y="16"/>
                  <a:pt x="204" y="18"/>
                </a:cubicBezTo>
                <a:cubicBezTo>
                  <a:pt x="205" y="18"/>
                  <a:pt x="205" y="18"/>
                  <a:pt x="205" y="18"/>
                </a:cubicBezTo>
                <a:cubicBezTo>
                  <a:pt x="113" y="140"/>
                  <a:pt x="113" y="140"/>
                  <a:pt x="113" y="140"/>
                </a:cubicBezTo>
                <a:cubicBezTo>
                  <a:pt x="111" y="144"/>
                  <a:pt x="108" y="146"/>
                  <a:pt x="104" y="146"/>
                </a:cubicBezTo>
                <a:cubicBezTo>
                  <a:pt x="100" y="146"/>
                  <a:pt x="97" y="144"/>
                  <a:pt x="95" y="140"/>
                </a:cubicBezTo>
                <a:cubicBezTo>
                  <a:pt x="3" y="18"/>
                  <a:pt x="3" y="18"/>
                  <a:pt x="3" y="18"/>
                </a:cubicBezTo>
                <a:cubicBezTo>
                  <a:pt x="3" y="18"/>
                  <a:pt x="3" y="18"/>
                  <a:pt x="3" y="18"/>
                </a:cubicBezTo>
                <a:cubicBezTo>
                  <a:pt x="2" y="17"/>
                  <a:pt x="1" y="15"/>
                  <a:pt x="0" y="14"/>
                </a:cubicBezTo>
                <a:cubicBezTo>
                  <a:pt x="0" y="13"/>
                  <a:pt x="0" y="12"/>
                  <a:pt x="0" y="10"/>
                </a:cubicBezTo>
                <a:cubicBezTo>
                  <a:pt x="0" y="9"/>
                  <a:pt x="0" y="8"/>
                  <a:pt x="0" y="6"/>
                </a:cubicBezTo>
                <a:cubicBezTo>
                  <a:pt x="1" y="5"/>
                  <a:pt x="2" y="4"/>
                  <a:pt x="3" y="3"/>
                </a:cubicBezTo>
                <a:cubicBezTo>
                  <a:pt x="4" y="2"/>
                  <a:pt x="5" y="1"/>
                  <a:pt x="6" y="1"/>
                </a:cubicBezTo>
                <a:cubicBezTo>
                  <a:pt x="7" y="0"/>
                  <a:pt x="9" y="0"/>
                  <a:pt x="10" y="0"/>
                </a:cubicBezTo>
                <a:cubicBezTo>
                  <a:pt x="11" y="0"/>
                  <a:pt x="13" y="0"/>
                  <a:pt x="14" y="1"/>
                </a:cubicBezTo>
                <a:cubicBezTo>
                  <a:pt x="15" y="1"/>
                  <a:pt x="16" y="2"/>
                  <a:pt x="17" y="3"/>
                </a:cubicBezTo>
                <a:lnTo>
                  <a:pt x="18" y="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91" name="Freeform 93"/>
          <p:cNvSpPr>
            <a:spLocks/>
          </p:cNvSpPr>
          <p:nvPr/>
        </p:nvSpPr>
        <p:spPr bwMode="auto">
          <a:xfrm>
            <a:off x="10110477" y="3390876"/>
            <a:ext cx="297527" cy="210657"/>
          </a:xfrm>
          <a:custGeom>
            <a:avLst/>
            <a:gdLst>
              <a:gd name="T0" fmla="*/ 3 w 208"/>
              <a:gd name="T1" fmla="*/ 128 h 146"/>
              <a:gd name="T2" fmla="*/ 95 w 208"/>
              <a:gd name="T3" fmla="*/ 5 h 146"/>
              <a:gd name="T4" fmla="*/ 104 w 208"/>
              <a:gd name="T5" fmla="*/ 0 h 146"/>
              <a:gd name="T6" fmla="*/ 113 w 208"/>
              <a:gd name="T7" fmla="*/ 5 h 146"/>
              <a:gd name="T8" fmla="*/ 205 w 208"/>
              <a:gd name="T9" fmla="*/ 128 h 146"/>
              <a:gd name="T10" fmla="*/ 205 w 208"/>
              <a:gd name="T11" fmla="*/ 128 h 146"/>
              <a:gd name="T12" fmla="*/ 208 w 208"/>
              <a:gd name="T13" fmla="*/ 135 h 146"/>
              <a:gd name="T14" fmla="*/ 205 w 208"/>
              <a:gd name="T15" fmla="*/ 142 h 146"/>
              <a:gd name="T16" fmla="*/ 197 w 208"/>
              <a:gd name="T17" fmla="*/ 146 h 146"/>
              <a:gd name="T18" fmla="*/ 190 w 208"/>
              <a:gd name="T19" fmla="*/ 142 h 146"/>
              <a:gd name="T20" fmla="*/ 190 w 208"/>
              <a:gd name="T21" fmla="*/ 143 h 146"/>
              <a:gd name="T22" fmla="*/ 116 w 208"/>
              <a:gd name="T23" fmla="*/ 91 h 146"/>
              <a:gd name="T24" fmla="*/ 110 w 208"/>
              <a:gd name="T25" fmla="*/ 89 h 146"/>
              <a:gd name="T26" fmla="*/ 104 w 208"/>
              <a:gd name="T27" fmla="*/ 88 h 146"/>
              <a:gd name="T28" fmla="*/ 93 w 208"/>
              <a:gd name="T29" fmla="*/ 91 h 146"/>
              <a:gd name="T30" fmla="*/ 93 w 208"/>
              <a:gd name="T31" fmla="*/ 91 h 146"/>
              <a:gd name="T32" fmla="*/ 18 w 208"/>
              <a:gd name="T33" fmla="*/ 143 h 146"/>
              <a:gd name="T34" fmla="*/ 18 w 208"/>
              <a:gd name="T35" fmla="*/ 142 h 146"/>
              <a:gd name="T36" fmla="*/ 14 w 208"/>
              <a:gd name="T37" fmla="*/ 145 h 146"/>
              <a:gd name="T38" fmla="*/ 10 w 208"/>
              <a:gd name="T39" fmla="*/ 146 h 146"/>
              <a:gd name="T40" fmla="*/ 6 w 208"/>
              <a:gd name="T41" fmla="*/ 145 h 146"/>
              <a:gd name="T42" fmla="*/ 3 w 208"/>
              <a:gd name="T43" fmla="*/ 142 h 146"/>
              <a:gd name="T44" fmla="*/ 1 w 208"/>
              <a:gd name="T45" fmla="*/ 139 h 146"/>
              <a:gd name="T46" fmla="*/ 0 w 208"/>
              <a:gd name="T47" fmla="*/ 135 h 146"/>
              <a:gd name="T48" fmla="*/ 1 w 208"/>
              <a:gd name="T49" fmla="*/ 131 h 146"/>
              <a:gd name="T50" fmla="*/ 3 w 208"/>
              <a:gd name="T51" fmla="*/ 128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208" h="146">
                <a:moveTo>
                  <a:pt x="3" y="128"/>
                </a:moveTo>
                <a:cubicBezTo>
                  <a:pt x="95" y="5"/>
                  <a:pt x="95" y="5"/>
                  <a:pt x="95" y="5"/>
                </a:cubicBezTo>
                <a:cubicBezTo>
                  <a:pt x="97" y="2"/>
                  <a:pt x="100" y="0"/>
                  <a:pt x="104" y="0"/>
                </a:cubicBezTo>
                <a:cubicBezTo>
                  <a:pt x="108" y="0"/>
                  <a:pt x="111" y="2"/>
                  <a:pt x="113" y="5"/>
                </a:cubicBezTo>
                <a:cubicBezTo>
                  <a:pt x="205" y="128"/>
                  <a:pt x="205" y="128"/>
                  <a:pt x="205" y="128"/>
                </a:cubicBezTo>
                <a:cubicBezTo>
                  <a:pt x="205" y="128"/>
                  <a:pt x="205" y="128"/>
                  <a:pt x="205" y="128"/>
                </a:cubicBezTo>
                <a:cubicBezTo>
                  <a:pt x="207" y="130"/>
                  <a:pt x="208" y="132"/>
                  <a:pt x="208" y="135"/>
                </a:cubicBezTo>
                <a:cubicBezTo>
                  <a:pt x="208" y="138"/>
                  <a:pt x="207" y="140"/>
                  <a:pt x="205" y="142"/>
                </a:cubicBezTo>
                <a:cubicBezTo>
                  <a:pt x="203" y="145"/>
                  <a:pt x="200" y="146"/>
                  <a:pt x="197" y="146"/>
                </a:cubicBezTo>
                <a:cubicBezTo>
                  <a:pt x="195" y="146"/>
                  <a:pt x="192" y="145"/>
                  <a:pt x="190" y="142"/>
                </a:cubicBezTo>
                <a:cubicBezTo>
                  <a:pt x="190" y="143"/>
                  <a:pt x="190" y="143"/>
                  <a:pt x="190" y="143"/>
                </a:cubicBezTo>
                <a:cubicBezTo>
                  <a:pt x="116" y="91"/>
                  <a:pt x="116" y="91"/>
                  <a:pt x="116" y="91"/>
                </a:cubicBezTo>
                <a:cubicBezTo>
                  <a:pt x="114" y="90"/>
                  <a:pt x="112" y="89"/>
                  <a:pt x="110" y="89"/>
                </a:cubicBezTo>
                <a:cubicBezTo>
                  <a:pt x="108" y="88"/>
                  <a:pt x="106" y="88"/>
                  <a:pt x="104" y="88"/>
                </a:cubicBezTo>
                <a:cubicBezTo>
                  <a:pt x="100" y="88"/>
                  <a:pt x="96" y="89"/>
                  <a:pt x="93" y="91"/>
                </a:cubicBezTo>
                <a:cubicBezTo>
                  <a:pt x="93" y="91"/>
                  <a:pt x="93" y="91"/>
                  <a:pt x="93" y="91"/>
                </a:cubicBezTo>
                <a:cubicBezTo>
                  <a:pt x="18" y="143"/>
                  <a:pt x="18" y="143"/>
                  <a:pt x="18" y="143"/>
                </a:cubicBezTo>
                <a:cubicBezTo>
                  <a:pt x="18" y="142"/>
                  <a:pt x="18" y="142"/>
                  <a:pt x="18" y="142"/>
                </a:cubicBezTo>
                <a:cubicBezTo>
                  <a:pt x="17" y="143"/>
                  <a:pt x="15" y="144"/>
                  <a:pt x="14" y="145"/>
                </a:cubicBezTo>
                <a:cubicBezTo>
                  <a:pt x="13" y="145"/>
                  <a:pt x="12" y="146"/>
                  <a:pt x="10" y="146"/>
                </a:cubicBezTo>
                <a:cubicBezTo>
                  <a:pt x="9" y="146"/>
                  <a:pt x="8" y="145"/>
                  <a:pt x="6" y="145"/>
                </a:cubicBezTo>
                <a:cubicBezTo>
                  <a:pt x="5" y="144"/>
                  <a:pt x="4" y="144"/>
                  <a:pt x="3" y="142"/>
                </a:cubicBezTo>
                <a:cubicBezTo>
                  <a:pt x="2" y="141"/>
                  <a:pt x="1" y="140"/>
                  <a:pt x="1" y="139"/>
                </a:cubicBezTo>
                <a:cubicBezTo>
                  <a:pt x="0" y="138"/>
                  <a:pt x="0" y="136"/>
                  <a:pt x="0" y="135"/>
                </a:cubicBezTo>
                <a:cubicBezTo>
                  <a:pt x="0" y="134"/>
                  <a:pt x="0" y="133"/>
                  <a:pt x="1" y="131"/>
                </a:cubicBezTo>
                <a:cubicBezTo>
                  <a:pt x="1" y="130"/>
                  <a:pt x="2" y="129"/>
                  <a:pt x="3" y="12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92" name="Freeform 94"/>
          <p:cNvSpPr>
            <a:spLocks/>
          </p:cNvSpPr>
          <p:nvPr/>
        </p:nvSpPr>
        <p:spPr bwMode="auto">
          <a:xfrm>
            <a:off x="10594770" y="3347442"/>
            <a:ext cx="208485" cy="297527"/>
          </a:xfrm>
          <a:custGeom>
            <a:avLst/>
            <a:gdLst>
              <a:gd name="T0" fmla="*/ 0 w 96"/>
              <a:gd name="T1" fmla="*/ 48 h 137"/>
              <a:gd name="T2" fmla="*/ 48 w 96"/>
              <a:gd name="T3" fmla="*/ 0 h 137"/>
              <a:gd name="T4" fmla="*/ 96 w 96"/>
              <a:gd name="T5" fmla="*/ 48 h 137"/>
              <a:gd name="T6" fmla="*/ 65 w 96"/>
              <a:gd name="T7" fmla="*/ 48 h 137"/>
              <a:gd name="T8" fmla="*/ 65 w 96"/>
              <a:gd name="T9" fmla="*/ 137 h 137"/>
              <a:gd name="T10" fmla="*/ 31 w 96"/>
              <a:gd name="T11" fmla="*/ 137 h 137"/>
              <a:gd name="T12" fmla="*/ 31 w 96"/>
              <a:gd name="T13" fmla="*/ 48 h 137"/>
              <a:gd name="T14" fmla="*/ 0 w 96"/>
              <a:gd name="T15" fmla="*/ 48 h 1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96" h="137">
                <a:moveTo>
                  <a:pt x="0" y="48"/>
                </a:moveTo>
                <a:lnTo>
                  <a:pt x="48" y="0"/>
                </a:lnTo>
                <a:lnTo>
                  <a:pt x="96" y="48"/>
                </a:lnTo>
                <a:lnTo>
                  <a:pt x="65" y="48"/>
                </a:lnTo>
                <a:lnTo>
                  <a:pt x="65" y="137"/>
                </a:lnTo>
                <a:lnTo>
                  <a:pt x="31" y="137"/>
                </a:lnTo>
                <a:lnTo>
                  <a:pt x="31" y="48"/>
                </a:lnTo>
                <a:lnTo>
                  <a:pt x="0" y="4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93" name="Freeform 95"/>
          <p:cNvSpPr>
            <a:spLocks/>
          </p:cNvSpPr>
          <p:nvPr/>
        </p:nvSpPr>
        <p:spPr bwMode="auto">
          <a:xfrm>
            <a:off x="11118154" y="3347442"/>
            <a:ext cx="208485" cy="297527"/>
          </a:xfrm>
          <a:custGeom>
            <a:avLst/>
            <a:gdLst>
              <a:gd name="T0" fmla="*/ 0 w 96"/>
              <a:gd name="T1" fmla="*/ 89 h 137"/>
              <a:gd name="T2" fmla="*/ 31 w 96"/>
              <a:gd name="T3" fmla="*/ 89 h 137"/>
              <a:gd name="T4" fmla="*/ 31 w 96"/>
              <a:gd name="T5" fmla="*/ 0 h 137"/>
              <a:gd name="T6" fmla="*/ 65 w 96"/>
              <a:gd name="T7" fmla="*/ 0 h 137"/>
              <a:gd name="T8" fmla="*/ 65 w 96"/>
              <a:gd name="T9" fmla="*/ 89 h 137"/>
              <a:gd name="T10" fmla="*/ 96 w 96"/>
              <a:gd name="T11" fmla="*/ 89 h 137"/>
              <a:gd name="T12" fmla="*/ 48 w 96"/>
              <a:gd name="T13" fmla="*/ 137 h 137"/>
              <a:gd name="T14" fmla="*/ 0 w 96"/>
              <a:gd name="T15" fmla="*/ 89 h 1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96" h="137">
                <a:moveTo>
                  <a:pt x="0" y="89"/>
                </a:moveTo>
                <a:lnTo>
                  <a:pt x="31" y="89"/>
                </a:lnTo>
                <a:lnTo>
                  <a:pt x="31" y="0"/>
                </a:lnTo>
                <a:lnTo>
                  <a:pt x="65" y="0"/>
                </a:lnTo>
                <a:lnTo>
                  <a:pt x="65" y="89"/>
                </a:lnTo>
                <a:lnTo>
                  <a:pt x="96" y="89"/>
                </a:lnTo>
                <a:lnTo>
                  <a:pt x="48" y="137"/>
                </a:lnTo>
                <a:lnTo>
                  <a:pt x="0" y="8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94" name="Freeform 96"/>
          <p:cNvSpPr>
            <a:spLocks/>
          </p:cNvSpPr>
          <p:nvPr/>
        </p:nvSpPr>
        <p:spPr bwMode="auto">
          <a:xfrm>
            <a:off x="800321" y="3935976"/>
            <a:ext cx="297527" cy="208485"/>
          </a:xfrm>
          <a:custGeom>
            <a:avLst/>
            <a:gdLst>
              <a:gd name="T0" fmla="*/ 0 w 137"/>
              <a:gd name="T1" fmla="*/ 65 h 96"/>
              <a:gd name="T2" fmla="*/ 0 w 137"/>
              <a:gd name="T3" fmla="*/ 31 h 96"/>
              <a:gd name="T4" fmla="*/ 89 w 137"/>
              <a:gd name="T5" fmla="*/ 31 h 96"/>
              <a:gd name="T6" fmla="*/ 89 w 137"/>
              <a:gd name="T7" fmla="*/ 0 h 96"/>
              <a:gd name="T8" fmla="*/ 137 w 137"/>
              <a:gd name="T9" fmla="*/ 48 h 96"/>
              <a:gd name="T10" fmla="*/ 89 w 137"/>
              <a:gd name="T11" fmla="*/ 96 h 96"/>
              <a:gd name="T12" fmla="*/ 89 w 137"/>
              <a:gd name="T13" fmla="*/ 65 h 96"/>
              <a:gd name="T14" fmla="*/ 0 w 137"/>
              <a:gd name="T15" fmla="*/ 65 h 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37" h="96">
                <a:moveTo>
                  <a:pt x="0" y="65"/>
                </a:moveTo>
                <a:lnTo>
                  <a:pt x="0" y="31"/>
                </a:lnTo>
                <a:lnTo>
                  <a:pt x="89" y="31"/>
                </a:lnTo>
                <a:lnTo>
                  <a:pt x="89" y="0"/>
                </a:lnTo>
                <a:lnTo>
                  <a:pt x="137" y="48"/>
                </a:lnTo>
                <a:lnTo>
                  <a:pt x="89" y="96"/>
                </a:lnTo>
                <a:lnTo>
                  <a:pt x="89" y="65"/>
                </a:lnTo>
                <a:lnTo>
                  <a:pt x="0" y="6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95" name="Freeform 97"/>
          <p:cNvSpPr>
            <a:spLocks/>
          </p:cNvSpPr>
          <p:nvPr/>
        </p:nvSpPr>
        <p:spPr bwMode="auto">
          <a:xfrm>
            <a:off x="1232493" y="3935976"/>
            <a:ext cx="297527" cy="208485"/>
          </a:xfrm>
          <a:custGeom>
            <a:avLst/>
            <a:gdLst>
              <a:gd name="T0" fmla="*/ 0 w 137"/>
              <a:gd name="T1" fmla="*/ 48 h 96"/>
              <a:gd name="T2" fmla="*/ 48 w 137"/>
              <a:gd name="T3" fmla="*/ 0 h 96"/>
              <a:gd name="T4" fmla="*/ 48 w 137"/>
              <a:gd name="T5" fmla="*/ 31 h 96"/>
              <a:gd name="T6" fmla="*/ 137 w 137"/>
              <a:gd name="T7" fmla="*/ 31 h 96"/>
              <a:gd name="T8" fmla="*/ 137 w 137"/>
              <a:gd name="T9" fmla="*/ 65 h 96"/>
              <a:gd name="T10" fmla="*/ 48 w 137"/>
              <a:gd name="T11" fmla="*/ 65 h 96"/>
              <a:gd name="T12" fmla="*/ 48 w 137"/>
              <a:gd name="T13" fmla="*/ 96 h 96"/>
              <a:gd name="T14" fmla="*/ 0 w 137"/>
              <a:gd name="T15" fmla="*/ 48 h 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37" h="96">
                <a:moveTo>
                  <a:pt x="0" y="48"/>
                </a:moveTo>
                <a:lnTo>
                  <a:pt x="48" y="0"/>
                </a:lnTo>
                <a:lnTo>
                  <a:pt x="48" y="31"/>
                </a:lnTo>
                <a:lnTo>
                  <a:pt x="137" y="31"/>
                </a:lnTo>
                <a:lnTo>
                  <a:pt x="137" y="65"/>
                </a:lnTo>
                <a:lnTo>
                  <a:pt x="48" y="65"/>
                </a:lnTo>
                <a:lnTo>
                  <a:pt x="48" y="96"/>
                </a:lnTo>
                <a:lnTo>
                  <a:pt x="0" y="4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96" name="Freeform 98"/>
          <p:cNvSpPr>
            <a:spLocks noEditPoints="1"/>
          </p:cNvSpPr>
          <p:nvPr/>
        </p:nvSpPr>
        <p:spPr bwMode="auto">
          <a:xfrm>
            <a:off x="1742846" y="3918602"/>
            <a:ext cx="297527" cy="256263"/>
          </a:xfrm>
          <a:custGeom>
            <a:avLst/>
            <a:gdLst>
              <a:gd name="T0" fmla="*/ 37 w 208"/>
              <a:gd name="T1" fmla="*/ 79 h 179"/>
              <a:gd name="T2" fmla="*/ 63 w 208"/>
              <a:gd name="T3" fmla="*/ 82 h 179"/>
              <a:gd name="T4" fmla="*/ 76 w 208"/>
              <a:gd name="T5" fmla="*/ 64 h 179"/>
              <a:gd name="T6" fmla="*/ 138 w 208"/>
              <a:gd name="T7" fmla="*/ 75 h 179"/>
              <a:gd name="T8" fmla="*/ 156 w 208"/>
              <a:gd name="T9" fmla="*/ 85 h 179"/>
              <a:gd name="T10" fmla="*/ 177 w 208"/>
              <a:gd name="T11" fmla="*/ 64 h 179"/>
              <a:gd name="T12" fmla="*/ 205 w 208"/>
              <a:gd name="T13" fmla="*/ 67 h 179"/>
              <a:gd name="T14" fmla="*/ 207 w 208"/>
              <a:gd name="T15" fmla="*/ 79 h 179"/>
              <a:gd name="T16" fmla="*/ 202 w 208"/>
              <a:gd name="T17" fmla="*/ 84 h 179"/>
              <a:gd name="T18" fmla="*/ 177 w 208"/>
              <a:gd name="T19" fmla="*/ 168 h 179"/>
              <a:gd name="T20" fmla="*/ 171 w 208"/>
              <a:gd name="T21" fmla="*/ 177 h 179"/>
              <a:gd name="T22" fmla="*/ 42 w 208"/>
              <a:gd name="T23" fmla="*/ 179 h 179"/>
              <a:gd name="T24" fmla="*/ 34 w 208"/>
              <a:gd name="T25" fmla="*/ 174 h 179"/>
              <a:gd name="T26" fmla="*/ 11 w 208"/>
              <a:gd name="T27" fmla="*/ 85 h 179"/>
              <a:gd name="T28" fmla="*/ 3 w 208"/>
              <a:gd name="T29" fmla="*/ 82 h 179"/>
              <a:gd name="T30" fmla="*/ 0 w 208"/>
              <a:gd name="T31" fmla="*/ 75 h 179"/>
              <a:gd name="T32" fmla="*/ 11 w 208"/>
              <a:gd name="T33" fmla="*/ 64 h 179"/>
              <a:gd name="T34" fmla="*/ 42 w 208"/>
              <a:gd name="T35" fmla="*/ 64 h 179"/>
              <a:gd name="T36" fmla="*/ 43 w 208"/>
              <a:gd name="T37" fmla="*/ 59 h 179"/>
              <a:gd name="T38" fmla="*/ 78 w 208"/>
              <a:gd name="T39" fmla="*/ 1 h 179"/>
              <a:gd name="T40" fmla="*/ 87 w 208"/>
              <a:gd name="T41" fmla="*/ 1 h 179"/>
              <a:gd name="T42" fmla="*/ 93 w 208"/>
              <a:gd name="T43" fmla="*/ 6 h 179"/>
              <a:gd name="T44" fmla="*/ 92 w 208"/>
              <a:gd name="T45" fmla="*/ 16 h 179"/>
              <a:gd name="T46" fmla="*/ 52 w 208"/>
              <a:gd name="T47" fmla="*/ 75 h 179"/>
              <a:gd name="T48" fmla="*/ 42 w 208"/>
              <a:gd name="T49" fmla="*/ 64 h 179"/>
              <a:gd name="T50" fmla="*/ 54 w 208"/>
              <a:gd name="T51" fmla="*/ 156 h 179"/>
              <a:gd name="T52" fmla="*/ 61 w 208"/>
              <a:gd name="T53" fmla="*/ 156 h 179"/>
              <a:gd name="T54" fmla="*/ 62 w 208"/>
              <a:gd name="T55" fmla="*/ 111 h 179"/>
              <a:gd name="T56" fmla="*/ 57 w 208"/>
              <a:gd name="T57" fmla="*/ 106 h 179"/>
              <a:gd name="T58" fmla="*/ 52 w 208"/>
              <a:gd name="T59" fmla="*/ 111 h 179"/>
              <a:gd name="T60" fmla="*/ 83 w 208"/>
              <a:gd name="T61" fmla="*/ 153 h 179"/>
              <a:gd name="T62" fmla="*/ 88 w 208"/>
              <a:gd name="T63" fmla="*/ 158 h 179"/>
              <a:gd name="T64" fmla="*/ 94 w 208"/>
              <a:gd name="T65" fmla="*/ 153 h 179"/>
              <a:gd name="T66" fmla="*/ 92 w 208"/>
              <a:gd name="T67" fmla="*/ 107 h 179"/>
              <a:gd name="T68" fmla="*/ 85 w 208"/>
              <a:gd name="T69" fmla="*/ 107 h 179"/>
              <a:gd name="T70" fmla="*/ 83 w 208"/>
              <a:gd name="T71" fmla="*/ 153 h 179"/>
              <a:gd name="T72" fmla="*/ 115 w 208"/>
              <a:gd name="T73" fmla="*/ 6 h 179"/>
              <a:gd name="T74" fmla="*/ 121 w 208"/>
              <a:gd name="T75" fmla="*/ 1 h 179"/>
              <a:gd name="T76" fmla="*/ 130 w 208"/>
              <a:gd name="T77" fmla="*/ 1 h 179"/>
              <a:gd name="T78" fmla="*/ 165 w 208"/>
              <a:gd name="T79" fmla="*/ 59 h 179"/>
              <a:gd name="T80" fmla="*/ 167 w 208"/>
              <a:gd name="T81" fmla="*/ 64 h 179"/>
              <a:gd name="T82" fmla="*/ 156 w 208"/>
              <a:gd name="T83" fmla="*/ 75 h 179"/>
              <a:gd name="T84" fmla="*/ 116 w 208"/>
              <a:gd name="T85" fmla="*/ 16 h 179"/>
              <a:gd name="T86" fmla="*/ 115 w 208"/>
              <a:gd name="T87" fmla="*/ 153 h 179"/>
              <a:gd name="T88" fmla="*/ 120 w 208"/>
              <a:gd name="T89" fmla="*/ 158 h 179"/>
              <a:gd name="T90" fmla="*/ 125 w 208"/>
              <a:gd name="T91" fmla="*/ 153 h 179"/>
              <a:gd name="T92" fmla="*/ 123 w 208"/>
              <a:gd name="T93" fmla="*/ 107 h 179"/>
              <a:gd name="T94" fmla="*/ 116 w 208"/>
              <a:gd name="T95" fmla="*/ 107 h 179"/>
              <a:gd name="T96" fmla="*/ 115 w 208"/>
              <a:gd name="T97" fmla="*/ 153 h 179"/>
              <a:gd name="T98" fmla="*/ 147 w 208"/>
              <a:gd name="T99" fmla="*/ 156 h 179"/>
              <a:gd name="T100" fmla="*/ 155 w 208"/>
              <a:gd name="T101" fmla="*/ 156 h 179"/>
              <a:gd name="T102" fmla="*/ 156 w 208"/>
              <a:gd name="T103" fmla="*/ 111 h 179"/>
              <a:gd name="T104" fmla="*/ 151 w 208"/>
              <a:gd name="T105" fmla="*/ 106 h 179"/>
              <a:gd name="T106" fmla="*/ 146 w 208"/>
              <a:gd name="T107" fmla="*/ 111 h 1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08" h="179">
                <a:moveTo>
                  <a:pt x="31" y="64"/>
                </a:moveTo>
                <a:cubicBezTo>
                  <a:pt x="31" y="70"/>
                  <a:pt x="33" y="75"/>
                  <a:pt x="37" y="79"/>
                </a:cubicBezTo>
                <a:cubicBezTo>
                  <a:pt x="41" y="83"/>
                  <a:pt x="46" y="85"/>
                  <a:pt x="52" y="85"/>
                </a:cubicBezTo>
                <a:cubicBezTo>
                  <a:pt x="56" y="85"/>
                  <a:pt x="59" y="84"/>
                  <a:pt x="63" y="82"/>
                </a:cubicBezTo>
                <a:cubicBezTo>
                  <a:pt x="66" y="81"/>
                  <a:pt x="68" y="78"/>
                  <a:pt x="70" y="75"/>
                </a:cubicBezTo>
                <a:cubicBezTo>
                  <a:pt x="76" y="64"/>
                  <a:pt x="76" y="64"/>
                  <a:pt x="76" y="64"/>
                </a:cubicBezTo>
                <a:cubicBezTo>
                  <a:pt x="132" y="64"/>
                  <a:pt x="132" y="64"/>
                  <a:pt x="132" y="64"/>
                </a:cubicBezTo>
                <a:cubicBezTo>
                  <a:pt x="138" y="75"/>
                  <a:pt x="138" y="75"/>
                  <a:pt x="138" y="75"/>
                </a:cubicBezTo>
                <a:cubicBezTo>
                  <a:pt x="140" y="78"/>
                  <a:pt x="143" y="81"/>
                  <a:pt x="146" y="82"/>
                </a:cubicBezTo>
                <a:cubicBezTo>
                  <a:pt x="149" y="84"/>
                  <a:pt x="152" y="85"/>
                  <a:pt x="156" y="85"/>
                </a:cubicBezTo>
                <a:cubicBezTo>
                  <a:pt x="162" y="85"/>
                  <a:pt x="167" y="83"/>
                  <a:pt x="171" y="79"/>
                </a:cubicBezTo>
                <a:cubicBezTo>
                  <a:pt x="175" y="75"/>
                  <a:pt x="177" y="70"/>
                  <a:pt x="177" y="64"/>
                </a:cubicBezTo>
                <a:cubicBezTo>
                  <a:pt x="198" y="64"/>
                  <a:pt x="198" y="64"/>
                  <a:pt x="198" y="64"/>
                </a:cubicBezTo>
                <a:cubicBezTo>
                  <a:pt x="201" y="64"/>
                  <a:pt x="203" y="65"/>
                  <a:pt x="205" y="67"/>
                </a:cubicBezTo>
                <a:cubicBezTo>
                  <a:pt x="207" y="69"/>
                  <a:pt x="208" y="72"/>
                  <a:pt x="208" y="75"/>
                </a:cubicBezTo>
                <a:cubicBezTo>
                  <a:pt x="208" y="76"/>
                  <a:pt x="208" y="77"/>
                  <a:pt x="207" y="79"/>
                </a:cubicBezTo>
                <a:cubicBezTo>
                  <a:pt x="207" y="80"/>
                  <a:pt x="206" y="81"/>
                  <a:pt x="205" y="82"/>
                </a:cubicBezTo>
                <a:cubicBezTo>
                  <a:pt x="204" y="83"/>
                  <a:pt x="203" y="84"/>
                  <a:pt x="202" y="84"/>
                </a:cubicBezTo>
                <a:cubicBezTo>
                  <a:pt x="201" y="85"/>
                  <a:pt x="199" y="85"/>
                  <a:pt x="198" y="85"/>
                </a:cubicBezTo>
                <a:cubicBezTo>
                  <a:pt x="177" y="168"/>
                  <a:pt x="177" y="168"/>
                  <a:pt x="177" y="168"/>
                </a:cubicBezTo>
                <a:cubicBezTo>
                  <a:pt x="176" y="171"/>
                  <a:pt x="175" y="173"/>
                  <a:pt x="174" y="174"/>
                </a:cubicBezTo>
                <a:cubicBezTo>
                  <a:pt x="173" y="176"/>
                  <a:pt x="172" y="177"/>
                  <a:pt x="171" y="177"/>
                </a:cubicBezTo>
                <a:cubicBezTo>
                  <a:pt x="169" y="178"/>
                  <a:pt x="168" y="179"/>
                  <a:pt x="167" y="179"/>
                </a:cubicBezTo>
                <a:cubicBezTo>
                  <a:pt x="42" y="179"/>
                  <a:pt x="42" y="179"/>
                  <a:pt x="42" y="179"/>
                </a:cubicBezTo>
                <a:cubicBezTo>
                  <a:pt x="40" y="179"/>
                  <a:pt x="39" y="178"/>
                  <a:pt x="37" y="177"/>
                </a:cubicBezTo>
                <a:cubicBezTo>
                  <a:pt x="36" y="177"/>
                  <a:pt x="35" y="176"/>
                  <a:pt x="34" y="174"/>
                </a:cubicBezTo>
                <a:cubicBezTo>
                  <a:pt x="33" y="173"/>
                  <a:pt x="32" y="171"/>
                  <a:pt x="31" y="168"/>
                </a:cubicBezTo>
                <a:cubicBezTo>
                  <a:pt x="11" y="85"/>
                  <a:pt x="11" y="85"/>
                  <a:pt x="11" y="85"/>
                </a:cubicBezTo>
                <a:cubicBezTo>
                  <a:pt x="9" y="85"/>
                  <a:pt x="8" y="85"/>
                  <a:pt x="6" y="84"/>
                </a:cubicBezTo>
                <a:cubicBezTo>
                  <a:pt x="5" y="84"/>
                  <a:pt x="4" y="83"/>
                  <a:pt x="3" y="82"/>
                </a:cubicBezTo>
                <a:cubicBezTo>
                  <a:pt x="2" y="81"/>
                  <a:pt x="1" y="80"/>
                  <a:pt x="1" y="79"/>
                </a:cubicBezTo>
                <a:cubicBezTo>
                  <a:pt x="0" y="77"/>
                  <a:pt x="0" y="76"/>
                  <a:pt x="0" y="75"/>
                </a:cubicBezTo>
                <a:cubicBezTo>
                  <a:pt x="0" y="72"/>
                  <a:pt x="1" y="69"/>
                  <a:pt x="3" y="67"/>
                </a:cubicBezTo>
                <a:cubicBezTo>
                  <a:pt x="5" y="65"/>
                  <a:pt x="8" y="64"/>
                  <a:pt x="11" y="64"/>
                </a:cubicBezTo>
                <a:lnTo>
                  <a:pt x="31" y="64"/>
                </a:lnTo>
                <a:close/>
                <a:moveTo>
                  <a:pt x="42" y="64"/>
                </a:moveTo>
                <a:cubicBezTo>
                  <a:pt x="42" y="63"/>
                  <a:pt x="42" y="62"/>
                  <a:pt x="42" y="62"/>
                </a:cubicBezTo>
                <a:cubicBezTo>
                  <a:pt x="42" y="61"/>
                  <a:pt x="43" y="60"/>
                  <a:pt x="43" y="59"/>
                </a:cubicBezTo>
                <a:cubicBezTo>
                  <a:pt x="74" y="5"/>
                  <a:pt x="74" y="5"/>
                  <a:pt x="74" y="5"/>
                </a:cubicBezTo>
                <a:cubicBezTo>
                  <a:pt x="75" y="3"/>
                  <a:pt x="77" y="2"/>
                  <a:pt x="78" y="1"/>
                </a:cubicBezTo>
                <a:cubicBezTo>
                  <a:pt x="80" y="0"/>
                  <a:pt x="81" y="0"/>
                  <a:pt x="83" y="0"/>
                </a:cubicBezTo>
                <a:cubicBezTo>
                  <a:pt x="85" y="0"/>
                  <a:pt x="86" y="0"/>
                  <a:pt x="87" y="1"/>
                </a:cubicBezTo>
                <a:cubicBezTo>
                  <a:pt x="89" y="1"/>
                  <a:pt x="90" y="2"/>
                  <a:pt x="91" y="3"/>
                </a:cubicBezTo>
                <a:cubicBezTo>
                  <a:pt x="92" y="4"/>
                  <a:pt x="92" y="5"/>
                  <a:pt x="93" y="6"/>
                </a:cubicBezTo>
                <a:cubicBezTo>
                  <a:pt x="93" y="8"/>
                  <a:pt x="94" y="9"/>
                  <a:pt x="94" y="10"/>
                </a:cubicBezTo>
                <a:cubicBezTo>
                  <a:pt x="94" y="12"/>
                  <a:pt x="93" y="14"/>
                  <a:pt x="92" y="16"/>
                </a:cubicBezTo>
                <a:cubicBezTo>
                  <a:pt x="61" y="70"/>
                  <a:pt x="61" y="70"/>
                  <a:pt x="61" y="70"/>
                </a:cubicBezTo>
                <a:cubicBezTo>
                  <a:pt x="59" y="73"/>
                  <a:pt x="56" y="75"/>
                  <a:pt x="52" y="75"/>
                </a:cubicBezTo>
                <a:cubicBezTo>
                  <a:pt x="49" y="75"/>
                  <a:pt x="47" y="74"/>
                  <a:pt x="45" y="72"/>
                </a:cubicBezTo>
                <a:cubicBezTo>
                  <a:pt x="43" y="70"/>
                  <a:pt x="42" y="67"/>
                  <a:pt x="42" y="64"/>
                </a:cubicBezTo>
                <a:close/>
                <a:moveTo>
                  <a:pt x="52" y="153"/>
                </a:moveTo>
                <a:cubicBezTo>
                  <a:pt x="52" y="154"/>
                  <a:pt x="53" y="155"/>
                  <a:pt x="54" y="156"/>
                </a:cubicBezTo>
                <a:cubicBezTo>
                  <a:pt x="55" y="157"/>
                  <a:pt x="56" y="158"/>
                  <a:pt x="57" y="158"/>
                </a:cubicBezTo>
                <a:cubicBezTo>
                  <a:pt x="59" y="158"/>
                  <a:pt x="60" y="157"/>
                  <a:pt x="61" y="156"/>
                </a:cubicBezTo>
                <a:cubicBezTo>
                  <a:pt x="62" y="155"/>
                  <a:pt x="62" y="154"/>
                  <a:pt x="62" y="153"/>
                </a:cubicBezTo>
                <a:cubicBezTo>
                  <a:pt x="62" y="111"/>
                  <a:pt x="62" y="111"/>
                  <a:pt x="62" y="111"/>
                </a:cubicBezTo>
                <a:cubicBezTo>
                  <a:pt x="62" y="110"/>
                  <a:pt x="62" y="108"/>
                  <a:pt x="61" y="107"/>
                </a:cubicBezTo>
                <a:cubicBezTo>
                  <a:pt x="60" y="106"/>
                  <a:pt x="59" y="106"/>
                  <a:pt x="57" y="106"/>
                </a:cubicBezTo>
                <a:cubicBezTo>
                  <a:pt x="56" y="106"/>
                  <a:pt x="55" y="106"/>
                  <a:pt x="54" y="107"/>
                </a:cubicBezTo>
                <a:cubicBezTo>
                  <a:pt x="53" y="108"/>
                  <a:pt x="52" y="110"/>
                  <a:pt x="52" y="111"/>
                </a:cubicBezTo>
                <a:lnTo>
                  <a:pt x="52" y="153"/>
                </a:lnTo>
                <a:close/>
                <a:moveTo>
                  <a:pt x="83" y="153"/>
                </a:moveTo>
                <a:cubicBezTo>
                  <a:pt x="83" y="154"/>
                  <a:pt x="84" y="155"/>
                  <a:pt x="85" y="156"/>
                </a:cubicBezTo>
                <a:cubicBezTo>
                  <a:pt x="86" y="157"/>
                  <a:pt x="87" y="158"/>
                  <a:pt x="88" y="158"/>
                </a:cubicBezTo>
                <a:cubicBezTo>
                  <a:pt x="90" y="158"/>
                  <a:pt x="91" y="157"/>
                  <a:pt x="92" y="156"/>
                </a:cubicBezTo>
                <a:cubicBezTo>
                  <a:pt x="93" y="155"/>
                  <a:pt x="94" y="154"/>
                  <a:pt x="94" y="153"/>
                </a:cubicBezTo>
                <a:cubicBezTo>
                  <a:pt x="94" y="111"/>
                  <a:pt x="94" y="111"/>
                  <a:pt x="94" y="111"/>
                </a:cubicBezTo>
                <a:cubicBezTo>
                  <a:pt x="94" y="110"/>
                  <a:pt x="93" y="108"/>
                  <a:pt x="92" y="107"/>
                </a:cubicBezTo>
                <a:cubicBezTo>
                  <a:pt x="91" y="106"/>
                  <a:pt x="90" y="106"/>
                  <a:pt x="88" y="106"/>
                </a:cubicBezTo>
                <a:cubicBezTo>
                  <a:pt x="87" y="106"/>
                  <a:pt x="86" y="106"/>
                  <a:pt x="85" y="107"/>
                </a:cubicBezTo>
                <a:cubicBezTo>
                  <a:pt x="84" y="108"/>
                  <a:pt x="83" y="110"/>
                  <a:pt x="83" y="111"/>
                </a:cubicBezTo>
                <a:lnTo>
                  <a:pt x="83" y="153"/>
                </a:lnTo>
                <a:close/>
                <a:moveTo>
                  <a:pt x="115" y="10"/>
                </a:moveTo>
                <a:cubicBezTo>
                  <a:pt x="115" y="9"/>
                  <a:pt x="115" y="8"/>
                  <a:pt x="115" y="6"/>
                </a:cubicBezTo>
                <a:cubicBezTo>
                  <a:pt x="116" y="5"/>
                  <a:pt x="117" y="4"/>
                  <a:pt x="118" y="3"/>
                </a:cubicBezTo>
                <a:cubicBezTo>
                  <a:pt x="118" y="2"/>
                  <a:pt x="120" y="1"/>
                  <a:pt x="121" y="1"/>
                </a:cubicBezTo>
                <a:cubicBezTo>
                  <a:pt x="122" y="0"/>
                  <a:pt x="123" y="0"/>
                  <a:pt x="125" y="0"/>
                </a:cubicBezTo>
                <a:cubicBezTo>
                  <a:pt x="127" y="0"/>
                  <a:pt x="129" y="0"/>
                  <a:pt x="130" y="1"/>
                </a:cubicBezTo>
                <a:cubicBezTo>
                  <a:pt x="132" y="2"/>
                  <a:pt x="133" y="3"/>
                  <a:pt x="134" y="5"/>
                </a:cubicBezTo>
                <a:cubicBezTo>
                  <a:pt x="165" y="59"/>
                  <a:pt x="165" y="59"/>
                  <a:pt x="165" y="59"/>
                </a:cubicBezTo>
                <a:cubicBezTo>
                  <a:pt x="165" y="60"/>
                  <a:pt x="166" y="61"/>
                  <a:pt x="166" y="62"/>
                </a:cubicBezTo>
                <a:cubicBezTo>
                  <a:pt x="166" y="62"/>
                  <a:pt x="167" y="63"/>
                  <a:pt x="167" y="64"/>
                </a:cubicBezTo>
                <a:cubicBezTo>
                  <a:pt x="167" y="67"/>
                  <a:pt x="166" y="70"/>
                  <a:pt x="164" y="72"/>
                </a:cubicBezTo>
                <a:cubicBezTo>
                  <a:pt x="162" y="74"/>
                  <a:pt x="159" y="75"/>
                  <a:pt x="156" y="75"/>
                </a:cubicBezTo>
                <a:cubicBezTo>
                  <a:pt x="152" y="75"/>
                  <a:pt x="149" y="73"/>
                  <a:pt x="147" y="70"/>
                </a:cubicBezTo>
                <a:cubicBezTo>
                  <a:pt x="116" y="16"/>
                  <a:pt x="116" y="16"/>
                  <a:pt x="116" y="16"/>
                </a:cubicBezTo>
                <a:cubicBezTo>
                  <a:pt x="115" y="14"/>
                  <a:pt x="115" y="12"/>
                  <a:pt x="115" y="10"/>
                </a:cubicBezTo>
                <a:close/>
                <a:moveTo>
                  <a:pt x="115" y="153"/>
                </a:moveTo>
                <a:cubicBezTo>
                  <a:pt x="115" y="154"/>
                  <a:pt x="115" y="155"/>
                  <a:pt x="116" y="156"/>
                </a:cubicBezTo>
                <a:cubicBezTo>
                  <a:pt x="117" y="157"/>
                  <a:pt x="118" y="158"/>
                  <a:pt x="120" y="158"/>
                </a:cubicBezTo>
                <a:cubicBezTo>
                  <a:pt x="121" y="158"/>
                  <a:pt x="122" y="157"/>
                  <a:pt x="123" y="156"/>
                </a:cubicBezTo>
                <a:cubicBezTo>
                  <a:pt x="124" y="155"/>
                  <a:pt x="125" y="154"/>
                  <a:pt x="125" y="153"/>
                </a:cubicBezTo>
                <a:cubicBezTo>
                  <a:pt x="125" y="111"/>
                  <a:pt x="125" y="111"/>
                  <a:pt x="125" y="111"/>
                </a:cubicBezTo>
                <a:cubicBezTo>
                  <a:pt x="125" y="110"/>
                  <a:pt x="124" y="108"/>
                  <a:pt x="123" y="107"/>
                </a:cubicBezTo>
                <a:cubicBezTo>
                  <a:pt x="122" y="106"/>
                  <a:pt x="121" y="106"/>
                  <a:pt x="120" y="106"/>
                </a:cubicBezTo>
                <a:cubicBezTo>
                  <a:pt x="118" y="106"/>
                  <a:pt x="117" y="106"/>
                  <a:pt x="116" y="107"/>
                </a:cubicBezTo>
                <a:cubicBezTo>
                  <a:pt x="115" y="108"/>
                  <a:pt x="115" y="110"/>
                  <a:pt x="115" y="111"/>
                </a:cubicBezTo>
                <a:lnTo>
                  <a:pt x="115" y="153"/>
                </a:lnTo>
                <a:close/>
                <a:moveTo>
                  <a:pt x="146" y="153"/>
                </a:moveTo>
                <a:cubicBezTo>
                  <a:pt x="146" y="154"/>
                  <a:pt x="146" y="155"/>
                  <a:pt x="147" y="156"/>
                </a:cubicBezTo>
                <a:cubicBezTo>
                  <a:pt x="148" y="157"/>
                  <a:pt x="149" y="158"/>
                  <a:pt x="151" y="158"/>
                </a:cubicBezTo>
                <a:cubicBezTo>
                  <a:pt x="152" y="158"/>
                  <a:pt x="154" y="157"/>
                  <a:pt x="155" y="156"/>
                </a:cubicBezTo>
                <a:cubicBezTo>
                  <a:pt x="156" y="155"/>
                  <a:pt x="156" y="154"/>
                  <a:pt x="156" y="153"/>
                </a:cubicBezTo>
                <a:cubicBezTo>
                  <a:pt x="156" y="111"/>
                  <a:pt x="156" y="111"/>
                  <a:pt x="156" y="111"/>
                </a:cubicBezTo>
                <a:cubicBezTo>
                  <a:pt x="156" y="110"/>
                  <a:pt x="156" y="108"/>
                  <a:pt x="155" y="107"/>
                </a:cubicBezTo>
                <a:cubicBezTo>
                  <a:pt x="154" y="106"/>
                  <a:pt x="152" y="106"/>
                  <a:pt x="151" y="106"/>
                </a:cubicBezTo>
                <a:cubicBezTo>
                  <a:pt x="149" y="106"/>
                  <a:pt x="148" y="106"/>
                  <a:pt x="147" y="107"/>
                </a:cubicBezTo>
                <a:cubicBezTo>
                  <a:pt x="146" y="108"/>
                  <a:pt x="146" y="110"/>
                  <a:pt x="146" y="111"/>
                </a:cubicBezTo>
                <a:lnTo>
                  <a:pt x="146" y="15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97" name="Freeform 99"/>
          <p:cNvSpPr>
            <a:spLocks noEditPoints="1"/>
          </p:cNvSpPr>
          <p:nvPr/>
        </p:nvSpPr>
        <p:spPr bwMode="auto">
          <a:xfrm>
            <a:off x="2251029" y="3890371"/>
            <a:ext cx="297527" cy="312728"/>
          </a:xfrm>
          <a:custGeom>
            <a:avLst/>
            <a:gdLst>
              <a:gd name="T0" fmla="*/ 29 w 208"/>
              <a:gd name="T1" fmla="*/ 0 h 218"/>
              <a:gd name="T2" fmla="*/ 39 w 208"/>
              <a:gd name="T3" fmla="*/ 11 h 218"/>
              <a:gd name="T4" fmla="*/ 63 w 208"/>
              <a:gd name="T5" fmla="*/ 156 h 218"/>
              <a:gd name="T6" fmla="*/ 187 w 208"/>
              <a:gd name="T7" fmla="*/ 156 h 218"/>
              <a:gd name="T8" fmla="*/ 191 w 208"/>
              <a:gd name="T9" fmla="*/ 157 h 218"/>
              <a:gd name="T10" fmla="*/ 194 w 208"/>
              <a:gd name="T11" fmla="*/ 159 h 218"/>
              <a:gd name="T12" fmla="*/ 197 w 208"/>
              <a:gd name="T13" fmla="*/ 162 h 218"/>
              <a:gd name="T14" fmla="*/ 198 w 208"/>
              <a:gd name="T15" fmla="*/ 167 h 218"/>
              <a:gd name="T16" fmla="*/ 197 w 208"/>
              <a:gd name="T17" fmla="*/ 171 h 218"/>
              <a:gd name="T18" fmla="*/ 194 w 208"/>
              <a:gd name="T19" fmla="*/ 174 h 218"/>
              <a:gd name="T20" fmla="*/ 191 w 208"/>
              <a:gd name="T21" fmla="*/ 176 h 218"/>
              <a:gd name="T22" fmla="*/ 187 w 208"/>
              <a:gd name="T23" fmla="*/ 177 h 218"/>
              <a:gd name="T24" fmla="*/ 54 w 208"/>
              <a:gd name="T25" fmla="*/ 177 h 218"/>
              <a:gd name="T26" fmla="*/ 53 w 208"/>
              <a:gd name="T27" fmla="*/ 177 h 218"/>
              <a:gd name="T28" fmla="*/ 50 w 208"/>
              <a:gd name="T29" fmla="*/ 176 h 218"/>
              <a:gd name="T30" fmla="*/ 46 w 208"/>
              <a:gd name="T31" fmla="*/ 173 h 218"/>
              <a:gd name="T32" fmla="*/ 44 w 208"/>
              <a:gd name="T33" fmla="*/ 167 h 218"/>
              <a:gd name="T34" fmla="*/ 21 w 208"/>
              <a:gd name="T35" fmla="*/ 21 h 218"/>
              <a:gd name="T36" fmla="*/ 10 w 208"/>
              <a:gd name="T37" fmla="*/ 21 h 218"/>
              <a:gd name="T38" fmla="*/ 6 w 208"/>
              <a:gd name="T39" fmla="*/ 20 h 218"/>
              <a:gd name="T40" fmla="*/ 3 w 208"/>
              <a:gd name="T41" fmla="*/ 18 h 218"/>
              <a:gd name="T42" fmla="*/ 1 w 208"/>
              <a:gd name="T43" fmla="*/ 15 h 218"/>
              <a:gd name="T44" fmla="*/ 0 w 208"/>
              <a:gd name="T45" fmla="*/ 11 h 218"/>
              <a:gd name="T46" fmla="*/ 1 w 208"/>
              <a:gd name="T47" fmla="*/ 6 h 218"/>
              <a:gd name="T48" fmla="*/ 3 w 208"/>
              <a:gd name="T49" fmla="*/ 3 h 218"/>
              <a:gd name="T50" fmla="*/ 6 w 208"/>
              <a:gd name="T51" fmla="*/ 1 h 218"/>
              <a:gd name="T52" fmla="*/ 10 w 208"/>
              <a:gd name="T53" fmla="*/ 0 h 218"/>
              <a:gd name="T54" fmla="*/ 29 w 208"/>
              <a:gd name="T55" fmla="*/ 0 h 218"/>
              <a:gd name="T56" fmla="*/ 52 w 208"/>
              <a:gd name="T57" fmla="*/ 31 h 218"/>
              <a:gd name="T58" fmla="*/ 208 w 208"/>
              <a:gd name="T59" fmla="*/ 42 h 218"/>
              <a:gd name="T60" fmla="*/ 208 w 208"/>
              <a:gd name="T61" fmla="*/ 104 h 218"/>
              <a:gd name="T62" fmla="*/ 67 w 208"/>
              <a:gd name="T63" fmla="*/ 125 h 218"/>
              <a:gd name="T64" fmla="*/ 52 w 208"/>
              <a:gd name="T65" fmla="*/ 31 h 218"/>
              <a:gd name="T66" fmla="*/ 60 w 208"/>
              <a:gd name="T67" fmla="*/ 203 h 218"/>
              <a:gd name="T68" fmla="*/ 64 w 208"/>
              <a:gd name="T69" fmla="*/ 192 h 218"/>
              <a:gd name="T70" fmla="*/ 75 w 208"/>
              <a:gd name="T71" fmla="*/ 187 h 218"/>
              <a:gd name="T72" fmla="*/ 86 w 208"/>
              <a:gd name="T73" fmla="*/ 192 h 218"/>
              <a:gd name="T74" fmla="*/ 91 w 208"/>
              <a:gd name="T75" fmla="*/ 203 h 218"/>
              <a:gd name="T76" fmla="*/ 86 w 208"/>
              <a:gd name="T77" fmla="*/ 214 h 218"/>
              <a:gd name="T78" fmla="*/ 75 w 208"/>
              <a:gd name="T79" fmla="*/ 218 h 218"/>
              <a:gd name="T80" fmla="*/ 64 w 208"/>
              <a:gd name="T81" fmla="*/ 214 h 218"/>
              <a:gd name="T82" fmla="*/ 60 w 208"/>
              <a:gd name="T83" fmla="*/ 203 h 218"/>
              <a:gd name="T84" fmla="*/ 156 w 208"/>
              <a:gd name="T85" fmla="*/ 203 h 218"/>
              <a:gd name="T86" fmla="*/ 160 w 208"/>
              <a:gd name="T87" fmla="*/ 192 h 218"/>
              <a:gd name="T88" fmla="*/ 172 w 208"/>
              <a:gd name="T89" fmla="*/ 187 h 218"/>
              <a:gd name="T90" fmla="*/ 183 w 208"/>
              <a:gd name="T91" fmla="*/ 192 h 218"/>
              <a:gd name="T92" fmla="*/ 187 w 208"/>
              <a:gd name="T93" fmla="*/ 203 h 218"/>
              <a:gd name="T94" fmla="*/ 183 w 208"/>
              <a:gd name="T95" fmla="*/ 214 h 218"/>
              <a:gd name="T96" fmla="*/ 172 w 208"/>
              <a:gd name="T97" fmla="*/ 218 h 218"/>
              <a:gd name="T98" fmla="*/ 160 w 208"/>
              <a:gd name="T99" fmla="*/ 214 h 218"/>
              <a:gd name="T100" fmla="*/ 156 w 208"/>
              <a:gd name="T101" fmla="*/ 203 h 2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208" h="218">
                <a:moveTo>
                  <a:pt x="29" y="0"/>
                </a:moveTo>
                <a:cubicBezTo>
                  <a:pt x="34" y="0"/>
                  <a:pt x="37" y="4"/>
                  <a:pt x="39" y="11"/>
                </a:cubicBezTo>
                <a:cubicBezTo>
                  <a:pt x="63" y="156"/>
                  <a:pt x="63" y="156"/>
                  <a:pt x="63" y="156"/>
                </a:cubicBezTo>
                <a:cubicBezTo>
                  <a:pt x="187" y="156"/>
                  <a:pt x="187" y="156"/>
                  <a:pt x="187" y="156"/>
                </a:cubicBezTo>
                <a:cubicBezTo>
                  <a:pt x="189" y="156"/>
                  <a:pt x="190" y="156"/>
                  <a:pt x="191" y="157"/>
                </a:cubicBezTo>
                <a:cubicBezTo>
                  <a:pt x="192" y="157"/>
                  <a:pt x="194" y="158"/>
                  <a:pt x="194" y="159"/>
                </a:cubicBezTo>
                <a:cubicBezTo>
                  <a:pt x="195" y="160"/>
                  <a:pt x="196" y="161"/>
                  <a:pt x="197" y="162"/>
                </a:cubicBezTo>
                <a:cubicBezTo>
                  <a:pt x="197" y="164"/>
                  <a:pt x="198" y="165"/>
                  <a:pt x="198" y="167"/>
                </a:cubicBezTo>
                <a:cubicBezTo>
                  <a:pt x="198" y="168"/>
                  <a:pt x="197" y="169"/>
                  <a:pt x="197" y="171"/>
                </a:cubicBezTo>
                <a:cubicBezTo>
                  <a:pt x="196" y="172"/>
                  <a:pt x="195" y="173"/>
                  <a:pt x="194" y="174"/>
                </a:cubicBezTo>
                <a:cubicBezTo>
                  <a:pt x="194" y="175"/>
                  <a:pt x="192" y="176"/>
                  <a:pt x="191" y="176"/>
                </a:cubicBezTo>
                <a:cubicBezTo>
                  <a:pt x="190" y="177"/>
                  <a:pt x="189" y="177"/>
                  <a:pt x="187" y="177"/>
                </a:cubicBezTo>
                <a:cubicBezTo>
                  <a:pt x="54" y="177"/>
                  <a:pt x="54" y="177"/>
                  <a:pt x="54" y="177"/>
                </a:cubicBezTo>
                <a:cubicBezTo>
                  <a:pt x="54" y="177"/>
                  <a:pt x="54" y="177"/>
                  <a:pt x="53" y="177"/>
                </a:cubicBezTo>
                <a:cubicBezTo>
                  <a:pt x="52" y="177"/>
                  <a:pt x="51" y="176"/>
                  <a:pt x="50" y="176"/>
                </a:cubicBezTo>
                <a:cubicBezTo>
                  <a:pt x="49" y="175"/>
                  <a:pt x="47" y="174"/>
                  <a:pt x="46" y="173"/>
                </a:cubicBezTo>
                <a:cubicBezTo>
                  <a:pt x="45" y="171"/>
                  <a:pt x="44" y="169"/>
                  <a:pt x="44" y="167"/>
                </a:cubicBezTo>
                <a:cubicBezTo>
                  <a:pt x="21" y="21"/>
                  <a:pt x="21" y="21"/>
                  <a:pt x="21" y="21"/>
                </a:cubicBezTo>
                <a:cubicBezTo>
                  <a:pt x="10" y="21"/>
                  <a:pt x="10" y="21"/>
                  <a:pt x="10" y="21"/>
                </a:cubicBezTo>
                <a:cubicBezTo>
                  <a:pt x="9" y="21"/>
                  <a:pt x="8" y="21"/>
                  <a:pt x="6" y="20"/>
                </a:cubicBezTo>
                <a:cubicBezTo>
                  <a:pt x="5" y="20"/>
                  <a:pt x="4" y="19"/>
                  <a:pt x="3" y="18"/>
                </a:cubicBezTo>
                <a:cubicBezTo>
                  <a:pt x="2" y="17"/>
                  <a:pt x="1" y="16"/>
                  <a:pt x="1" y="15"/>
                </a:cubicBezTo>
                <a:cubicBezTo>
                  <a:pt x="0" y="13"/>
                  <a:pt x="0" y="12"/>
                  <a:pt x="0" y="11"/>
                </a:cubicBezTo>
                <a:cubicBezTo>
                  <a:pt x="0" y="9"/>
                  <a:pt x="0" y="8"/>
                  <a:pt x="1" y="6"/>
                </a:cubicBezTo>
                <a:cubicBezTo>
                  <a:pt x="1" y="5"/>
                  <a:pt x="2" y="4"/>
                  <a:pt x="3" y="3"/>
                </a:cubicBezTo>
                <a:cubicBezTo>
                  <a:pt x="4" y="2"/>
                  <a:pt x="5" y="1"/>
                  <a:pt x="6" y="1"/>
                </a:cubicBezTo>
                <a:cubicBezTo>
                  <a:pt x="8" y="0"/>
                  <a:pt x="9" y="0"/>
                  <a:pt x="10" y="0"/>
                </a:cubicBezTo>
                <a:lnTo>
                  <a:pt x="29" y="0"/>
                </a:lnTo>
                <a:close/>
                <a:moveTo>
                  <a:pt x="52" y="31"/>
                </a:moveTo>
                <a:cubicBezTo>
                  <a:pt x="208" y="42"/>
                  <a:pt x="208" y="42"/>
                  <a:pt x="208" y="42"/>
                </a:cubicBezTo>
                <a:cubicBezTo>
                  <a:pt x="208" y="104"/>
                  <a:pt x="208" y="104"/>
                  <a:pt x="208" y="104"/>
                </a:cubicBezTo>
                <a:cubicBezTo>
                  <a:pt x="67" y="125"/>
                  <a:pt x="67" y="125"/>
                  <a:pt x="67" y="125"/>
                </a:cubicBezTo>
                <a:lnTo>
                  <a:pt x="52" y="31"/>
                </a:lnTo>
                <a:close/>
                <a:moveTo>
                  <a:pt x="60" y="203"/>
                </a:moveTo>
                <a:cubicBezTo>
                  <a:pt x="60" y="199"/>
                  <a:pt x="61" y="195"/>
                  <a:pt x="64" y="192"/>
                </a:cubicBezTo>
                <a:cubicBezTo>
                  <a:pt x="67" y="189"/>
                  <a:pt x="71" y="187"/>
                  <a:pt x="75" y="187"/>
                </a:cubicBezTo>
                <a:cubicBezTo>
                  <a:pt x="80" y="187"/>
                  <a:pt x="83" y="189"/>
                  <a:pt x="86" y="192"/>
                </a:cubicBezTo>
                <a:cubicBezTo>
                  <a:pt x="90" y="195"/>
                  <a:pt x="91" y="199"/>
                  <a:pt x="91" y="203"/>
                </a:cubicBezTo>
                <a:cubicBezTo>
                  <a:pt x="91" y="207"/>
                  <a:pt x="90" y="211"/>
                  <a:pt x="86" y="214"/>
                </a:cubicBezTo>
                <a:cubicBezTo>
                  <a:pt x="83" y="217"/>
                  <a:pt x="80" y="218"/>
                  <a:pt x="75" y="218"/>
                </a:cubicBezTo>
                <a:cubicBezTo>
                  <a:pt x="71" y="218"/>
                  <a:pt x="67" y="217"/>
                  <a:pt x="64" y="214"/>
                </a:cubicBezTo>
                <a:cubicBezTo>
                  <a:pt x="61" y="211"/>
                  <a:pt x="60" y="207"/>
                  <a:pt x="60" y="203"/>
                </a:cubicBezTo>
                <a:close/>
                <a:moveTo>
                  <a:pt x="156" y="203"/>
                </a:moveTo>
                <a:cubicBezTo>
                  <a:pt x="156" y="198"/>
                  <a:pt x="157" y="195"/>
                  <a:pt x="160" y="192"/>
                </a:cubicBezTo>
                <a:cubicBezTo>
                  <a:pt x="163" y="189"/>
                  <a:pt x="167" y="187"/>
                  <a:pt x="172" y="187"/>
                </a:cubicBezTo>
                <a:cubicBezTo>
                  <a:pt x="176" y="187"/>
                  <a:pt x="180" y="189"/>
                  <a:pt x="183" y="192"/>
                </a:cubicBezTo>
                <a:cubicBezTo>
                  <a:pt x="186" y="195"/>
                  <a:pt x="187" y="198"/>
                  <a:pt x="187" y="203"/>
                </a:cubicBezTo>
                <a:cubicBezTo>
                  <a:pt x="187" y="207"/>
                  <a:pt x="186" y="211"/>
                  <a:pt x="183" y="214"/>
                </a:cubicBezTo>
                <a:cubicBezTo>
                  <a:pt x="179" y="217"/>
                  <a:pt x="176" y="218"/>
                  <a:pt x="172" y="218"/>
                </a:cubicBezTo>
                <a:cubicBezTo>
                  <a:pt x="167" y="218"/>
                  <a:pt x="163" y="217"/>
                  <a:pt x="160" y="214"/>
                </a:cubicBezTo>
                <a:cubicBezTo>
                  <a:pt x="157" y="211"/>
                  <a:pt x="156" y="207"/>
                  <a:pt x="156" y="20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98" name="Freeform 100"/>
          <p:cNvSpPr>
            <a:spLocks noEditPoints="1"/>
          </p:cNvSpPr>
          <p:nvPr/>
        </p:nvSpPr>
        <p:spPr bwMode="auto">
          <a:xfrm>
            <a:off x="2804816" y="3935976"/>
            <a:ext cx="208485" cy="208485"/>
          </a:xfrm>
          <a:custGeom>
            <a:avLst/>
            <a:gdLst>
              <a:gd name="T0" fmla="*/ 0 w 146"/>
              <a:gd name="T1" fmla="*/ 73 h 146"/>
              <a:gd name="T2" fmla="*/ 21 w 146"/>
              <a:gd name="T3" fmla="*/ 67 h 146"/>
              <a:gd name="T4" fmla="*/ 21 w 146"/>
              <a:gd name="T5" fmla="*/ 79 h 146"/>
              <a:gd name="T6" fmla="*/ 0 w 146"/>
              <a:gd name="T7" fmla="*/ 73 h 146"/>
              <a:gd name="T8" fmla="*/ 21 w 146"/>
              <a:gd name="T9" fmla="*/ 22 h 146"/>
              <a:gd name="T10" fmla="*/ 41 w 146"/>
              <a:gd name="T11" fmla="*/ 31 h 146"/>
              <a:gd name="T12" fmla="*/ 36 w 146"/>
              <a:gd name="T13" fmla="*/ 36 h 146"/>
              <a:gd name="T14" fmla="*/ 31 w 146"/>
              <a:gd name="T15" fmla="*/ 42 h 146"/>
              <a:gd name="T16" fmla="*/ 21 w 146"/>
              <a:gd name="T17" fmla="*/ 22 h 146"/>
              <a:gd name="T18" fmla="*/ 21 w 146"/>
              <a:gd name="T19" fmla="*/ 125 h 146"/>
              <a:gd name="T20" fmla="*/ 31 w 146"/>
              <a:gd name="T21" fmla="*/ 105 h 146"/>
              <a:gd name="T22" fmla="*/ 33 w 146"/>
              <a:gd name="T23" fmla="*/ 107 h 146"/>
              <a:gd name="T24" fmla="*/ 36 w 146"/>
              <a:gd name="T25" fmla="*/ 110 h 146"/>
              <a:gd name="T26" fmla="*/ 39 w 146"/>
              <a:gd name="T27" fmla="*/ 113 h 146"/>
              <a:gd name="T28" fmla="*/ 41 w 146"/>
              <a:gd name="T29" fmla="*/ 115 h 146"/>
              <a:gd name="T30" fmla="*/ 21 w 146"/>
              <a:gd name="T31" fmla="*/ 125 h 146"/>
              <a:gd name="T32" fmla="*/ 43 w 146"/>
              <a:gd name="T33" fmla="*/ 103 h 146"/>
              <a:gd name="T34" fmla="*/ 31 w 146"/>
              <a:gd name="T35" fmla="*/ 73 h 146"/>
              <a:gd name="T36" fmla="*/ 43 w 146"/>
              <a:gd name="T37" fmla="*/ 44 h 146"/>
              <a:gd name="T38" fmla="*/ 73 w 146"/>
              <a:gd name="T39" fmla="*/ 31 h 146"/>
              <a:gd name="T40" fmla="*/ 102 w 146"/>
              <a:gd name="T41" fmla="*/ 44 h 146"/>
              <a:gd name="T42" fmla="*/ 114 w 146"/>
              <a:gd name="T43" fmla="*/ 73 h 146"/>
              <a:gd name="T44" fmla="*/ 102 w 146"/>
              <a:gd name="T45" fmla="*/ 103 h 146"/>
              <a:gd name="T46" fmla="*/ 73 w 146"/>
              <a:gd name="T47" fmla="*/ 115 h 146"/>
              <a:gd name="T48" fmla="*/ 43 w 146"/>
              <a:gd name="T49" fmla="*/ 103 h 146"/>
              <a:gd name="T50" fmla="*/ 67 w 146"/>
              <a:gd name="T51" fmla="*/ 21 h 146"/>
              <a:gd name="T52" fmla="*/ 73 w 146"/>
              <a:gd name="T53" fmla="*/ 0 h 146"/>
              <a:gd name="T54" fmla="*/ 79 w 146"/>
              <a:gd name="T55" fmla="*/ 21 h 146"/>
              <a:gd name="T56" fmla="*/ 67 w 146"/>
              <a:gd name="T57" fmla="*/ 21 h 146"/>
              <a:gd name="T58" fmla="*/ 67 w 146"/>
              <a:gd name="T59" fmla="*/ 125 h 146"/>
              <a:gd name="T60" fmla="*/ 79 w 146"/>
              <a:gd name="T61" fmla="*/ 125 h 146"/>
              <a:gd name="T62" fmla="*/ 73 w 146"/>
              <a:gd name="T63" fmla="*/ 146 h 146"/>
              <a:gd name="T64" fmla="*/ 67 w 146"/>
              <a:gd name="T65" fmla="*/ 125 h 146"/>
              <a:gd name="T66" fmla="*/ 124 w 146"/>
              <a:gd name="T67" fmla="*/ 22 h 146"/>
              <a:gd name="T68" fmla="*/ 114 w 146"/>
              <a:gd name="T69" fmla="*/ 42 h 146"/>
              <a:gd name="T70" fmla="*/ 113 w 146"/>
              <a:gd name="T71" fmla="*/ 40 h 146"/>
              <a:gd name="T72" fmla="*/ 109 w 146"/>
              <a:gd name="T73" fmla="*/ 36 h 146"/>
              <a:gd name="T74" fmla="*/ 106 w 146"/>
              <a:gd name="T75" fmla="*/ 33 h 146"/>
              <a:gd name="T76" fmla="*/ 104 w 146"/>
              <a:gd name="T77" fmla="*/ 31 h 146"/>
              <a:gd name="T78" fmla="*/ 124 w 146"/>
              <a:gd name="T79" fmla="*/ 22 h 146"/>
              <a:gd name="T80" fmla="*/ 104 w 146"/>
              <a:gd name="T81" fmla="*/ 115 h 146"/>
              <a:gd name="T82" fmla="*/ 109 w 146"/>
              <a:gd name="T83" fmla="*/ 110 h 146"/>
              <a:gd name="T84" fmla="*/ 114 w 146"/>
              <a:gd name="T85" fmla="*/ 105 h 146"/>
              <a:gd name="T86" fmla="*/ 124 w 146"/>
              <a:gd name="T87" fmla="*/ 125 h 146"/>
              <a:gd name="T88" fmla="*/ 104 w 146"/>
              <a:gd name="T89" fmla="*/ 115 h 146"/>
              <a:gd name="T90" fmla="*/ 125 w 146"/>
              <a:gd name="T91" fmla="*/ 79 h 146"/>
              <a:gd name="T92" fmla="*/ 125 w 146"/>
              <a:gd name="T93" fmla="*/ 67 h 146"/>
              <a:gd name="T94" fmla="*/ 146 w 146"/>
              <a:gd name="T95" fmla="*/ 73 h 146"/>
              <a:gd name="T96" fmla="*/ 125 w 146"/>
              <a:gd name="T97" fmla="*/ 79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46" h="146">
                <a:moveTo>
                  <a:pt x="0" y="73"/>
                </a:moveTo>
                <a:cubicBezTo>
                  <a:pt x="21" y="67"/>
                  <a:pt x="21" y="67"/>
                  <a:pt x="21" y="67"/>
                </a:cubicBezTo>
                <a:cubicBezTo>
                  <a:pt x="21" y="79"/>
                  <a:pt x="21" y="79"/>
                  <a:pt x="21" y="79"/>
                </a:cubicBezTo>
                <a:lnTo>
                  <a:pt x="0" y="73"/>
                </a:lnTo>
                <a:close/>
                <a:moveTo>
                  <a:pt x="21" y="22"/>
                </a:moveTo>
                <a:cubicBezTo>
                  <a:pt x="41" y="31"/>
                  <a:pt x="41" y="31"/>
                  <a:pt x="41" y="31"/>
                </a:cubicBezTo>
                <a:cubicBezTo>
                  <a:pt x="40" y="32"/>
                  <a:pt x="39" y="34"/>
                  <a:pt x="36" y="36"/>
                </a:cubicBezTo>
                <a:cubicBezTo>
                  <a:pt x="33" y="39"/>
                  <a:pt x="32" y="41"/>
                  <a:pt x="31" y="42"/>
                </a:cubicBezTo>
                <a:lnTo>
                  <a:pt x="21" y="22"/>
                </a:lnTo>
                <a:close/>
                <a:moveTo>
                  <a:pt x="21" y="125"/>
                </a:moveTo>
                <a:cubicBezTo>
                  <a:pt x="31" y="105"/>
                  <a:pt x="31" y="105"/>
                  <a:pt x="31" y="105"/>
                </a:cubicBezTo>
                <a:cubicBezTo>
                  <a:pt x="32" y="105"/>
                  <a:pt x="32" y="106"/>
                  <a:pt x="33" y="107"/>
                </a:cubicBezTo>
                <a:cubicBezTo>
                  <a:pt x="34" y="108"/>
                  <a:pt x="35" y="109"/>
                  <a:pt x="36" y="110"/>
                </a:cubicBezTo>
                <a:cubicBezTo>
                  <a:pt x="37" y="111"/>
                  <a:pt x="38" y="112"/>
                  <a:pt x="39" y="113"/>
                </a:cubicBezTo>
                <a:cubicBezTo>
                  <a:pt x="40" y="114"/>
                  <a:pt x="41" y="114"/>
                  <a:pt x="41" y="115"/>
                </a:cubicBezTo>
                <a:lnTo>
                  <a:pt x="21" y="125"/>
                </a:lnTo>
                <a:close/>
                <a:moveTo>
                  <a:pt x="43" y="103"/>
                </a:moveTo>
                <a:cubicBezTo>
                  <a:pt x="35" y="94"/>
                  <a:pt x="31" y="85"/>
                  <a:pt x="31" y="73"/>
                </a:cubicBezTo>
                <a:cubicBezTo>
                  <a:pt x="31" y="62"/>
                  <a:pt x="35" y="52"/>
                  <a:pt x="43" y="44"/>
                </a:cubicBezTo>
                <a:cubicBezTo>
                  <a:pt x="52" y="36"/>
                  <a:pt x="61" y="31"/>
                  <a:pt x="73" y="31"/>
                </a:cubicBezTo>
                <a:cubicBezTo>
                  <a:pt x="84" y="31"/>
                  <a:pt x="94" y="36"/>
                  <a:pt x="102" y="44"/>
                </a:cubicBezTo>
                <a:cubicBezTo>
                  <a:pt x="110" y="52"/>
                  <a:pt x="114" y="62"/>
                  <a:pt x="114" y="73"/>
                </a:cubicBezTo>
                <a:cubicBezTo>
                  <a:pt x="114" y="85"/>
                  <a:pt x="110" y="94"/>
                  <a:pt x="102" y="103"/>
                </a:cubicBezTo>
                <a:cubicBezTo>
                  <a:pt x="94" y="111"/>
                  <a:pt x="84" y="115"/>
                  <a:pt x="73" y="115"/>
                </a:cubicBezTo>
                <a:cubicBezTo>
                  <a:pt x="61" y="115"/>
                  <a:pt x="51" y="111"/>
                  <a:pt x="43" y="103"/>
                </a:cubicBezTo>
                <a:close/>
                <a:moveTo>
                  <a:pt x="67" y="21"/>
                </a:moveTo>
                <a:cubicBezTo>
                  <a:pt x="73" y="0"/>
                  <a:pt x="73" y="0"/>
                  <a:pt x="73" y="0"/>
                </a:cubicBezTo>
                <a:cubicBezTo>
                  <a:pt x="79" y="21"/>
                  <a:pt x="79" y="21"/>
                  <a:pt x="79" y="21"/>
                </a:cubicBezTo>
                <a:lnTo>
                  <a:pt x="67" y="21"/>
                </a:lnTo>
                <a:close/>
                <a:moveTo>
                  <a:pt x="67" y="125"/>
                </a:moveTo>
                <a:cubicBezTo>
                  <a:pt x="79" y="125"/>
                  <a:pt x="79" y="125"/>
                  <a:pt x="79" y="125"/>
                </a:cubicBezTo>
                <a:cubicBezTo>
                  <a:pt x="73" y="146"/>
                  <a:pt x="73" y="146"/>
                  <a:pt x="73" y="146"/>
                </a:cubicBezTo>
                <a:lnTo>
                  <a:pt x="67" y="125"/>
                </a:lnTo>
                <a:close/>
                <a:moveTo>
                  <a:pt x="124" y="22"/>
                </a:moveTo>
                <a:cubicBezTo>
                  <a:pt x="114" y="42"/>
                  <a:pt x="114" y="42"/>
                  <a:pt x="114" y="42"/>
                </a:cubicBezTo>
                <a:cubicBezTo>
                  <a:pt x="114" y="41"/>
                  <a:pt x="113" y="41"/>
                  <a:pt x="113" y="40"/>
                </a:cubicBezTo>
                <a:cubicBezTo>
                  <a:pt x="112" y="39"/>
                  <a:pt x="111" y="38"/>
                  <a:pt x="109" y="36"/>
                </a:cubicBezTo>
                <a:cubicBezTo>
                  <a:pt x="108" y="35"/>
                  <a:pt x="107" y="34"/>
                  <a:pt x="106" y="33"/>
                </a:cubicBezTo>
                <a:cubicBezTo>
                  <a:pt x="105" y="32"/>
                  <a:pt x="105" y="32"/>
                  <a:pt x="104" y="31"/>
                </a:cubicBezTo>
                <a:lnTo>
                  <a:pt x="124" y="22"/>
                </a:lnTo>
                <a:close/>
                <a:moveTo>
                  <a:pt x="104" y="115"/>
                </a:moveTo>
                <a:cubicBezTo>
                  <a:pt x="105" y="114"/>
                  <a:pt x="107" y="112"/>
                  <a:pt x="109" y="110"/>
                </a:cubicBezTo>
                <a:cubicBezTo>
                  <a:pt x="112" y="107"/>
                  <a:pt x="114" y="106"/>
                  <a:pt x="114" y="105"/>
                </a:cubicBezTo>
                <a:cubicBezTo>
                  <a:pt x="124" y="125"/>
                  <a:pt x="124" y="125"/>
                  <a:pt x="124" y="125"/>
                </a:cubicBezTo>
                <a:lnTo>
                  <a:pt x="104" y="115"/>
                </a:lnTo>
                <a:close/>
                <a:moveTo>
                  <a:pt x="125" y="79"/>
                </a:moveTo>
                <a:cubicBezTo>
                  <a:pt x="125" y="67"/>
                  <a:pt x="125" y="67"/>
                  <a:pt x="125" y="67"/>
                </a:cubicBezTo>
                <a:cubicBezTo>
                  <a:pt x="146" y="73"/>
                  <a:pt x="146" y="73"/>
                  <a:pt x="146" y="73"/>
                </a:cubicBezTo>
                <a:lnTo>
                  <a:pt x="125" y="7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99" name="Freeform 101"/>
          <p:cNvSpPr>
            <a:spLocks noEditPoints="1"/>
          </p:cNvSpPr>
          <p:nvPr/>
        </p:nvSpPr>
        <p:spPr bwMode="auto">
          <a:xfrm>
            <a:off x="3267392" y="3942492"/>
            <a:ext cx="286667" cy="180253"/>
          </a:xfrm>
          <a:custGeom>
            <a:avLst/>
            <a:gdLst>
              <a:gd name="T0" fmla="*/ 1 w 199"/>
              <a:gd name="T1" fmla="*/ 78 h 125"/>
              <a:gd name="T2" fmla="*/ 3 w 199"/>
              <a:gd name="T3" fmla="*/ 64 h 125"/>
              <a:gd name="T4" fmla="*/ 9 w 199"/>
              <a:gd name="T5" fmla="*/ 51 h 125"/>
              <a:gd name="T6" fmla="*/ 33 w 199"/>
              <a:gd name="T7" fmla="*/ 34 h 125"/>
              <a:gd name="T8" fmla="*/ 47 w 199"/>
              <a:gd name="T9" fmla="*/ 10 h 125"/>
              <a:gd name="T10" fmla="*/ 74 w 199"/>
              <a:gd name="T11" fmla="*/ 0 h 125"/>
              <a:gd name="T12" fmla="*/ 93 w 199"/>
              <a:gd name="T13" fmla="*/ 5 h 125"/>
              <a:gd name="T14" fmla="*/ 108 w 199"/>
              <a:gd name="T15" fmla="*/ 18 h 125"/>
              <a:gd name="T16" fmla="*/ 131 w 199"/>
              <a:gd name="T17" fmla="*/ 10 h 125"/>
              <a:gd name="T18" fmla="*/ 157 w 199"/>
              <a:gd name="T19" fmla="*/ 21 h 125"/>
              <a:gd name="T20" fmla="*/ 167 w 199"/>
              <a:gd name="T21" fmla="*/ 47 h 125"/>
              <a:gd name="T22" fmla="*/ 167 w 199"/>
              <a:gd name="T23" fmla="*/ 49 h 125"/>
              <a:gd name="T24" fmla="*/ 167 w 199"/>
              <a:gd name="T25" fmla="*/ 52 h 125"/>
              <a:gd name="T26" fmla="*/ 179 w 199"/>
              <a:gd name="T27" fmla="*/ 56 h 125"/>
              <a:gd name="T28" fmla="*/ 189 w 199"/>
              <a:gd name="T29" fmla="*/ 64 h 125"/>
              <a:gd name="T30" fmla="*/ 196 w 199"/>
              <a:gd name="T31" fmla="*/ 75 h 125"/>
              <a:gd name="T32" fmla="*/ 198 w 199"/>
              <a:gd name="T33" fmla="*/ 88 h 125"/>
              <a:gd name="T34" fmla="*/ 196 w 199"/>
              <a:gd name="T35" fmla="*/ 102 h 125"/>
              <a:gd name="T36" fmla="*/ 188 w 199"/>
              <a:gd name="T37" fmla="*/ 114 h 125"/>
              <a:gd name="T38" fmla="*/ 162 w 199"/>
              <a:gd name="T39" fmla="*/ 125 h 125"/>
              <a:gd name="T40" fmla="*/ 47 w 199"/>
              <a:gd name="T41" fmla="*/ 125 h 125"/>
              <a:gd name="T42" fmla="*/ 29 w 199"/>
              <a:gd name="T43" fmla="*/ 121 h 125"/>
              <a:gd name="T44" fmla="*/ 14 w 199"/>
              <a:gd name="T45" fmla="*/ 111 h 125"/>
              <a:gd name="T46" fmla="*/ 4 w 199"/>
              <a:gd name="T47" fmla="*/ 96 h 125"/>
              <a:gd name="T48" fmla="*/ 1 w 199"/>
              <a:gd name="T49" fmla="*/ 78 h 125"/>
              <a:gd name="T50" fmla="*/ 62 w 199"/>
              <a:gd name="T51" fmla="*/ 105 h 125"/>
              <a:gd name="T52" fmla="*/ 65 w 199"/>
              <a:gd name="T53" fmla="*/ 111 h 125"/>
              <a:gd name="T54" fmla="*/ 74 w 199"/>
              <a:gd name="T55" fmla="*/ 113 h 125"/>
              <a:gd name="T56" fmla="*/ 83 w 199"/>
              <a:gd name="T57" fmla="*/ 109 h 125"/>
              <a:gd name="T58" fmla="*/ 87 w 199"/>
              <a:gd name="T59" fmla="*/ 104 h 125"/>
              <a:gd name="T60" fmla="*/ 87 w 199"/>
              <a:gd name="T61" fmla="*/ 61 h 125"/>
              <a:gd name="T62" fmla="*/ 124 w 199"/>
              <a:gd name="T63" fmla="*/ 55 h 125"/>
              <a:gd name="T64" fmla="*/ 124 w 199"/>
              <a:gd name="T65" fmla="*/ 89 h 125"/>
              <a:gd name="T66" fmla="*/ 117 w 199"/>
              <a:gd name="T67" fmla="*/ 87 h 125"/>
              <a:gd name="T68" fmla="*/ 110 w 199"/>
              <a:gd name="T69" fmla="*/ 88 h 125"/>
              <a:gd name="T70" fmla="*/ 104 w 199"/>
              <a:gd name="T71" fmla="*/ 92 h 125"/>
              <a:gd name="T72" fmla="*/ 102 w 199"/>
              <a:gd name="T73" fmla="*/ 98 h 125"/>
              <a:gd name="T74" fmla="*/ 103 w 199"/>
              <a:gd name="T75" fmla="*/ 101 h 125"/>
              <a:gd name="T76" fmla="*/ 105 w 199"/>
              <a:gd name="T77" fmla="*/ 104 h 125"/>
              <a:gd name="T78" fmla="*/ 109 w 199"/>
              <a:gd name="T79" fmla="*/ 105 h 125"/>
              <a:gd name="T80" fmla="*/ 114 w 199"/>
              <a:gd name="T81" fmla="*/ 105 h 125"/>
              <a:gd name="T82" fmla="*/ 119 w 199"/>
              <a:gd name="T83" fmla="*/ 104 h 125"/>
              <a:gd name="T84" fmla="*/ 123 w 199"/>
              <a:gd name="T85" fmla="*/ 102 h 125"/>
              <a:gd name="T86" fmla="*/ 126 w 199"/>
              <a:gd name="T87" fmla="*/ 99 h 125"/>
              <a:gd name="T88" fmla="*/ 127 w 199"/>
              <a:gd name="T89" fmla="*/ 96 h 125"/>
              <a:gd name="T90" fmla="*/ 127 w 199"/>
              <a:gd name="T91" fmla="*/ 96 h 125"/>
              <a:gd name="T92" fmla="*/ 127 w 199"/>
              <a:gd name="T93" fmla="*/ 43 h 125"/>
              <a:gd name="T94" fmla="*/ 83 w 199"/>
              <a:gd name="T95" fmla="*/ 51 h 125"/>
              <a:gd name="T96" fmla="*/ 83 w 199"/>
              <a:gd name="T97" fmla="*/ 96 h 125"/>
              <a:gd name="T98" fmla="*/ 76 w 199"/>
              <a:gd name="T99" fmla="*/ 94 h 125"/>
              <a:gd name="T100" fmla="*/ 69 w 199"/>
              <a:gd name="T101" fmla="*/ 96 h 125"/>
              <a:gd name="T102" fmla="*/ 64 w 199"/>
              <a:gd name="T103" fmla="*/ 100 h 125"/>
              <a:gd name="T104" fmla="*/ 62 w 199"/>
              <a:gd name="T105" fmla="*/ 105 h 1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99" h="125">
                <a:moveTo>
                  <a:pt x="1" y="78"/>
                </a:moveTo>
                <a:cubicBezTo>
                  <a:pt x="1" y="73"/>
                  <a:pt x="1" y="68"/>
                  <a:pt x="3" y="64"/>
                </a:cubicBezTo>
                <a:cubicBezTo>
                  <a:pt x="4" y="59"/>
                  <a:pt x="6" y="55"/>
                  <a:pt x="9" y="51"/>
                </a:cubicBezTo>
                <a:cubicBezTo>
                  <a:pt x="15" y="42"/>
                  <a:pt x="23" y="37"/>
                  <a:pt x="33" y="34"/>
                </a:cubicBezTo>
                <a:cubicBezTo>
                  <a:pt x="35" y="24"/>
                  <a:pt x="39" y="16"/>
                  <a:pt x="47" y="10"/>
                </a:cubicBezTo>
                <a:cubicBezTo>
                  <a:pt x="55" y="3"/>
                  <a:pt x="64" y="0"/>
                  <a:pt x="74" y="0"/>
                </a:cubicBezTo>
                <a:cubicBezTo>
                  <a:pt x="81" y="0"/>
                  <a:pt x="87" y="2"/>
                  <a:pt x="93" y="5"/>
                </a:cubicBezTo>
                <a:cubicBezTo>
                  <a:pt x="100" y="8"/>
                  <a:pt x="104" y="13"/>
                  <a:pt x="108" y="18"/>
                </a:cubicBezTo>
                <a:cubicBezTo>
                  <a:pt x="115" y="13"/>
                  <a:pt x="122" y="10"/>
                  <a:pt x="131" y="10"/>
                </a:cubicBezTo>
                <a:cubicBezTo>
                  <a:pt x="141" y="10"/>
                  <a:pt x="149" y="14"/>
                  <a:pt x="157" y="21"/>
                </a:cubicBezTo>
                <a:cubicBezTo>
                  <a:pt x="164" y="28"/>
                  <a:pt x="167" y="37"/>
                  <a:pt x="167" y="47"/>
                </a:cubicBezTo>
                <a:cubicBezTo>
                  <a:pt x="167" y="47"/>
                  <a:pt x="167" y="48"/>
                  <a:pt x="167" y="49"/>
                </a:cubicBezTo>
                <a:cubicBezTo>
                  <a:pt x="167" y="50"/>
                  <a:pt x="167" y="51"/>
                  <a:pt x="167" y="52"/>
                </a:cubicBezTo>
                <a:cubicBezTo>
                  <a:pt x="171" y="53"/>
                  <a:pt x="175" y="54"/>
                  <a:pt x="179" y="56"/>
                </a:cubicBezTo>
                <a:cubicBezTo>
                  <a:pt x="183" y="58"/>
                  <a:pt x="187" y="61"/>
                  <a:pt x="189" y="64"/>
                </a:cubicBezTo>
                <a:cubicBezTo>
                  <a:pt x="192" y="67"/>
                  <a:pt x="194" y="71"/>
                  <a:pt x="196" y="75"/>
                </a:cubicBezTo>
                <a:cubicBezTo>
                  <a:pt x="198" y="79"/>
                  <a:pt x="199" y="84"/>
                  <a:pt x="198" y="88"/>
                </a:cubicBezTo>
                <a:cubicBezTo>
                  <a:pt x="198" y="93"/>
                  <a:pt x="198" y="98"/>
                  <a:pt x="196" y="102"/>
                </a:cubicBezTo>
                <a:cubicBezTo>
                  <a:pt x="194" y="107"/>
                  <a:pt x="191" y="111"/>
                  <a:pt x="188" y="114"/>
                </a:cubicBezTo>
                <a:cubicBezTo>
                  <a:pt x="181" y="121"/>
                  <a:pt x="172" y="125"/>
                  <a:pt x="162" y="125"/>
                </a:cubicBezTo>
                <a:cubicBezTo>
                  <a:pt x="47" y="125"/>
                  <a:pt x="47" y="125"/>
                  <a:pt x="47" y="125"/>
                </a:cubicBezTo>
                <a:cubicBezTo>
                  <a:pt x="41" y="125"/>
                  <a:pt x="35" y="124"/>
                  <a:pt x="29" y="121"/>
                </a:cubicBezTo>
                <a:cubicBezTo>
                  <a:pt x="24" y="119"/>
                  <a:pt x="19" y="115"/>
                  <a:pt x="14" y="111"/>
                </a:cubicBezTo>
                <a:cubicBezTo>
                  <a:pt x="10" y="107"/>
                  <a:pt x="7" y="102"/>
                  <a:pt x="4" y="96"/>
                </a:cubicBezTo>
                <a:cubicBezTo>
                  <a:pt x="2" y="90"/>
                  <a:pt x="0" y="84"/>
                  <a:pt x="1" y="78"/>
                </a:cubicBezTo>
                <a:close/>
                <a:moveTo>
                  <a:pt x="62" y="105"/>
                </a:moveTo>
                <a:cubicBezTo>
                  <a:pt x="62" y="108"/>
                  <a:pt x="63" y="110"/>
                  <a:pt x="65" y="111"/>
                </a:cubicBezTo>
                <a:cubicBezTo>
                  <a:pt x="68" y="112"/>
                  <a:pt x="71" y="113"/>
                  <a:pt x="74" y="113"/>
                </a:cubicBezTo>
                <a:cubicBezTo>
                  <a:pt x="78" y="112"/>
                  <a:pt x="81" y="111"/>
                  <a:pt x="83" y="109"/>
                </a:cubicBezTo>
                <a:cubicBezTo>
                  <a:pt x="86" y="107"/>
                  <a:pt x="87" y="106"/>
                  <a:pt x="87" y="104"/>
                </a:cubicBezTo>
                <a:cubicBezTo>
                  <a:pt x="87" y="61"/>
                  <a:pt x="87" y="61"/>
                  <a:pt x="87" y="61"/>
                </a:cubicBezTo>
                <a:cubicBezTo>
                  <a:pt x="124" y="55"/>
                  <a:pt x="124" y="55"/>
                  <a:pt x="124" y="55"/>
                </a:cubicBezTo>
                <a:cubicBezTo>
                  <a:pt x="124" y="89"/>
                  <a:pt x="124" y="89"/>
                  <a:pt x="124" y="89"/>
                </a:cubicBezTo>
                <a:cubicBezTo>
                  <a:pt x="122" y="88"/>
                  <a:pt x="119" y="87"/>
                  <a:pt x="117" y="87"/>
                </a:cubicBezTo>
                <a:cubicBezTo>
                  <a:pt x="114" y="87"/>
                  <a:pt x="112" y="87"/>
                  <a:pt x="110" y="88"/>
                </a:cubicBezTo>
                <a:cubicBezTo>
                  <a:pt x="107" y="89"/>
                  <a:pt x="106" y="91"/>
                  <a:pt x="104" y="92"/>
                </a:cubicBezTo>
                <a:cubicBezTo>
                  <a:pt x="102" y="94"/>
                  <a:pt x="102" y="96"/>
                  <a:pt x="102" y="98"/>
                </a:cubicBezTo>
                <a:cubicBezTo>
                  <a:pt x="102" y="99"/>
                  <a:pt x="102" y="100"/>
                  <a:pt x="103" y="101"/>
                </a:cubicBezTo>
                <a:cubicBezTo>
                  <a:pt x="103" y="102"/>
                  <a:pt x="104" y="103"/>
                  <a:pt x="105" y="104"/>
                </a:cubicBezTo>
                <a:cubicBezTo>
                  <a:pt x="107" y="104"/>
                  <a:pt x="108" y="105"/>
                  <a:pt x="109" y="105"/>
                </a:cubicBezTo>
                <a:cubicBezTo>
                  <a:pt x="111" y="105"/>
                  <a:pt x="113" y="106"/>
                  <a:pt x="114" y="105"/>
                </a:cubicBezTo>
                <a:cubicBezTo>
                  <a:pt x="116" y="105"/>
                  <a:pt x="118" y="105"/>
                  <a:pt x="119" y="104"/>
                </a:cubicBezTo>
                <a:cubicBezTo>
                  <a:pt x="121" y="103"/>
                  <a:pt x="122" y="103"/>
                  <a:pt x="123" y="102"/>
                </a:cubicBezTo>
                <a:cubicBezTo>
                  <a:pt x="125" y="101"/>
                  <a:pt x="125" y="100"/>
                  <a:pt x="126" y="99"/>
                </a:cubicBezTo>
                <a:cubicBezTo>
                  <a:pt x="127" y="98"/>
                  <a:pt x="127" y="97"/>
                  <a:pt x="127" y="96"/>
                </a:cubicBezTo>
                <a:cubicBezTo>
                  <a:pt x="127" y="96"/>
                  <a:pt x="127" y="96"/>
                  <a:pt x="127" y="96"/>
                </a:cubicBezTo>
                <a:cubicBezTo>
                  <a:pt x="127" y="43"/>
                  <a:pt x="127" y="43"/>
                  <a:pt x="127" y="43"/>
                </a:cubicBezTo>
                <a:cubicBezTo>
                  <a:pt x="83" y="51"/>
                  <a:pt x="83" y="51"/>
                  <a:pt x="83" y="51"/>
                </a:cubicBezTo>
                <a:cubicBezTo>
                  <a:pt x="83" y="96"/>
                  <a:pt x="83" y="96"/>
                  <a:pt x="83" y="96"/>
                </a:cubicBezTo>
                <a:cubicBezTo>
                  <a:pt x="81" y="95"/>
                  <a:pt x="79" y="94"/>
                  <a:pt x="76" y="94"/>
                </a:cubicBezTo>
                <a:cubicBezTo>
                  <a:pt x="74" y="94"/>
                  <a:pt x="72" y="95"/>
                  <a:pt x="69" y="96"/>
                </a:cubicBezTo>
                <a:cubicBezTo>
                  <a:pt x="67" y="97"/>
                  <a:pt x="65" y="98"/>
                  <a:pt x="64" y="100"/>
                </a:cubicBezTo>
                <a:cubicBezTo>
                  <a:pt x="62" y="101"/>
                  <a:pt x="62" y="103"/>
                  <a:pt x="62" y="10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00" name="Freeform 102"/>
          <p:cNvSpPr>
            <a:spLocks/>
          </p:cNvSpPr>
          <p:nvPr/>
        </p:nvSpPr>
        <p:spPr bwMode="auto">
          <a:xfrm>
            <a:off x="3777746" y="3951179"/>
            <a:ext cx="282324" cy="180253"/>
          </a:xfrm>
          <a:custGeom>
            <a:avLst/>
            <a:gdLst>
              <a:gd name="T0" fmla="*/ 0 w 198"/>
              <a:gd name="T1" fmla="*/ 78 h 125"/>
              <a:gd name="T2" fmla="*/ 9 w 198"/>
              <a:gd name="T3" fmla="*/ 50 h 125"/>
              <a:gd name="T4" fmla="*/ 32 w 198"/>
              <a:gd name="T5" fmla="*/ 33 h 125"/>
              <a:gd name="T6" fmla="*/ 47 w 198"/>
              <a:gd name="T7" fmla="*/ 9 h 125"/>
              <a:gd name="T8" fmla="*/ 73 w 198"/>
              <a:gd name="T9" fmla="*/ 0 h 125"/>
              <a:gd name="T10" fmla="*/ 93 w 198"/>
              <a:gd name="T11" fmla="*/ 5 h 125"/>
              <a:gd name="T12" fmla="*/ 108 w 198"/>
              <a:gd name="T13" fmla="*/ 18 h 125"/>
              <a:gd name="T14" fmla="*/ 130 w 198"/>
              <a:gd name="T15" fmla="*/ 10 h 125"/>
              <a:gd name="T16" fmla="*/ 156 w 198"/>
              <a:gd name="T17" fmla="*/ 21 h 125"/>
              <a:gd name="T18" fmla="*/ 167 w 198"/>
              <a:gd name="T19" fmla="*/ 47 h 125"/>
              <a:gd name="T20" fmla="*/ 167 w 198"/>
              <a:gd name="T21" fmla="*/ 49 h 125"/>
              <a:gd name="T22" fmla="*/ 166 w 198"/>
              <a:gd name="T23" fmla="*/ 52 h 125"/>
              <a:gd name="T24" fmla="*/ 189 w 198"/>
              <a:gd name="T25" fmla="*/ 64 h 125"/>
              <a:gd name="T26" fmla="*/ 198 w 198"/>
              <a:gd name="T27" fmla="*/ 88 h 125"/>
              <a:gd name="T28" fmla="*/ 187 w 198"/>
              <a:gd name="T29" fmla="*/ 114 h 125"/>
              <a:gd name="T30" fmla="*/ 162 w 198"/>
              <a:gd name="T31" fmla="*/ 125 h 125"/>
              <a:gd name="T32" fmla="*/ 47 w 198"/>
              <a:gd name="T33" fmla="*/ 125 h 125"/>
              <a:gd name="T34" fmla="*/ 14 w 198"/>
              <a:gd name="T35" fmla="*/ 111 h 125"/>
              <a:gd name="T36" fmla="*/ 0 w 198"/>
              <a:gd name="T37" fmla="*/ 78 h 1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98" h="125">
                <a:moveTo>
                  <a:pt x="0" y="78"/>
                </a:moveTo>
                <a:cubicBezTo>
                  <a:pt x="0" y="68"/>
                  <a:pt x="3" y="58"/>
                  <a:pt x="9" y="50"/>
                </a:cubicBezTo>
                <a:cubicBezTo>
                  <a:pt x="15" y="42"/>
                  <a:pt x="23" y="37"/>
                  <a:pt x="32" y="33"/>
                </a:cubicBezTo>
                <a:cubicBezTo>
                  <a:pt x="34" y="24"/>
                  <a:pt x="39" y="16"/>
                  <a:pt x="47" y="9"/>
                </a:cubicBezTo>
                <a:cubicBezTo>
                  <a:pt x="54" y="3"/>
                  <a:pt x="63" y="0"/>
                  <a:pt x="73" y="0"/>
                </a:cubicBezTo>
                <a:cubicBezTo>
                  <a:pt x="80" y="0"/>
                  <a:pt x="87" y="1"/>
                  <a:pt x="93" y="5"/>
                </a:cubicBezTo>
                <a:cubicBezTo>
                  <a:pt x="99" y="8"/>
                  <a:pt x="104" y="13"/>
                  <a:pt x="108" y="18"/>
                </a:cubicBezTo>
                <a:cubicBezTo>
                  <a:pt x="114" y="13"/>
                  <a:pt x="122" y="10"/>
                  <a:pt x="130" y="10"/>
                </a:cubicBezTo>
                <a:cubicBezTo>
                  <a:pt x="141" y="10"/>
                  <a:pt x="149" y="14"/>
                  <a:pt x="156" y="21"/>
                </a:cubicBezTo>
                <a:cubicBezTo>
                  <a:pt x="163" y="28"/>
                  <a:pt x="167" y="37"/>
                  <a:pt x="167" y="47"/>
                </a:cubicBezTo>
                <a:cubicBezTo>
                  <a:pt x="167" y="47"/>
                  <a:pt x="167" y="48"/>
                  <a:pt x="167" y="49"/>
                </a:cubicBezTo>
                <a:cubicBezTo>
                  <a:pt x="167" y="50"/>
                  <a:pt x="167" y="51"/>
                  <a:pt x="166" y="52"/>
                </a:cubicBezTo>
                <a:cubicBezTo>
                  <a:pt x="175" y="53"/>
                  <a:pt x="183" y="57"/>
                  <a:pt x="189" y="64"/>
                </a:cubicBezTo>
                <a:cubicBezTo>
                  <a:pt x="195" y="71"/>
                  <a:pt x="198" y="79"/>
                  <a:pt x="198" y="88"/>
                </a:cubicBezTo>
                <a:cubicBezTo>
                  <a:pt x="198" y="98"/>
                  <a:pt x="195" y="107"/>
                  <a:pt x="187" y="114"/>
                </a:cubicBezTo>
                <a:cubicBezTo>
                  <a:pt x="180" y="121"/>
                  <a:pt x="172" y="125"/>
                  <a:pt x="162" y="125"/>
                </a:cubicBezTo>
                <a:cubicBezTo>
                  <a:pt x="47" y="125"/>
                  <a:pt x="47" y="125"/>
                  <a:pt x="47" y="125"/>
                </a:cubicBezTo>
                <a:cubicBezTo>
                  <a:pt x="34" y="125"/>
                  <a:pt x="23" y="120"/>
                  <a:pt x="14" y="111"/>
                </a:cubicBezTo>
                <a:cubicBezTo>
                  <a:pt x="5" y="102"/>
                  <a:pt x="0" y="91"/>
                  <a:pt x="0" y="7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01" name="Freeform 103"/>
          <p:cNvSpPr>
            <a:spLocks noEditPoints="1"/>
          </p:cNvSpPr>
          <p:nvPr/>
        </p:nvSpPr>
        <p:spPr bwMode="auto">
          <a:xfrm>
            <a:off x="4212090" y="3890371"/>
            <a:ext cx="282324" cy="284496"/>
          </a:xfrm>
          <a:custGeom>
            <a:avLst/>
            <a:gdLst>
              <a:gd name="T0" fmla="*/ 9 w 197"/>
              <a:gd name="T1" fmla="*/ 51 h 197"/>
              <a:gd name="T2" fmla="*/ 46 w 197"/>
              <a:gd name="T3" fmla="*/ 10 h 197"/>
              <a:gd name="T4" fmla="*/ 92 w 197"/>
              <a:gd name="T5" fmla="*/ 5 h 197"/>
              <a:gd name="T6" fmla="*/ 130 w 197"/>
              <a:gd name="T7" fmla="*/ 11 h 197"/>
              <a:gd name="T8" fmla="*/ 166 w 197"/>
              <a:gd name="T9" fmla="*/ 47 h 197"/>
              <a:gd name="T10" fmla="*/ 166 w 197"/>
              <a:gd name="T11" fmla="*/ 52 h 197"/>
              <a:gd name="T12" fmla="*/ 197 w 197"/>
              <a:gd name="T13" fmla="*/ 89 h 197"/>
              <a:gd name="T14" fmla="*/ 161 w 197"/>
              <a:gd name="T15" fmla="*/ 125 h 197"/>
              <a:gd name="T16" fmla="*/ 13 w 197"/>
              <a:gd name="T17" fmla="*/ 111 h 197"/>
              <a:gd name="T18" fmla="*/ 43 w 197"/>
              <a:gd name="T19" fmla="*/ 172 h 197"/>
              <a:gd name="T20" fmla="*/ 51 w 197"/>
              <a:gd name="T21" fmla="*/ 142 h 197"/>
              <a:gd name="T22" fmla="*/ 51 w 197"/>
              <a:gd name="T23" fmla="*/ 142 h 197"/>
              <a:gd name="T24" fmla="*/ 71 w 197"/>
              <a:gd name="T25" fmla="*/ 162 h 197"/>
              <a:gd name="T26" fmla="*/ 72 w 197"/>
              <a:gd name="T27" fmla="*/ 180 h 197"/>
              <a:gd name="T28" fmla="*/ 63 w 197"/>
              <a:gd name="T29" fmla="*/ 187 h 197"/>
              <a:gd name="T30" fmla="*/ 61 w 197"/>
              <a:gd name="T31" fmla="*/ 187 h 197"/>
              <a:gd name="T32" fmla="*/ 48 w 197"/>
              <a:gd name="T33" fmla="*/ 183 h 197"/>
              <a:gd name="T34" fmla="*/ 90 w 197"/>
              <a:gd name="T35" fmla="*/ 179 h 197"/>
              <a:gd name="T36" fmla="*/ 97 w 197"/>
              <a:gd name="T37" fmla="*/ 152 h 197"/>
              <a:gd name="T38" fmla="*/ 101 w 197"/>
              <a:gd name="T39" fmla="*/ 155 h 197"/>
              <a:gd name="T40" fmla="*/ 118 w 197"/>
              <a:gd name="T41" fmla="*/ 172 h 197"/>
              <a:gd name="T42" fmla="*/ 118 w 197"/>
              <a:gd name="T43" fmla="*/ 191 h 197"/>
              <a:gd name="T44" fmla="*/ 110 w 197"/>
              <a:gd name="T45" fmla="*/ 197 h 197"/>
              <a:gd name="T46" fmla="*/ 108 w 197"/>
              <a:gd name="T47" fmla="*/ 197 h 197"/>
              <a:gd name="T48" fmla="*/ 106 w 197"/>
              <a:gd name="T49" fmla="*/ 197 h 197"/>
              <a:gd name="T50" fmla="*/ 90 w 197"/>
              <a:gd name="T51" fmla="*/ 182 h 197"/>
              <a:gd name="T52" fmla="*/ 137 w 197"/>
              <a:gd name="T53" fmla="*/ 161 h 197"/>
              <a:gd name="T54" fmla="*/ 137 w 197"/>
              <a:gd name="T55" fmla="*/ 159 h 197"/>
              <a:gd name="T56" fmla="*/ 144 w 197"/>
              <a:gd name="T57" fmla="*/ 131 h 197"/>
              <a:gd name="T58" fmla="*/ 144 w 197"/>
              <a:gd name="T59" fmla="*/ 131 h 197"/>
              <a:gd name="T60" fmla="*/ 165 w 197"/>
              <a:gd name="T61" fmla="*/ 151 h 197"/>
              <a:gd name="T62" fmla="*/ 168 w 197"/>
              <a:gd name="T63" fmla="*/ 161 h 197"/>
              <a:gd name="T64" fmla="*/ 158 w 197"/>
              <a:gd name="T65" fmla="*/ 176 h 197"/>
              <a:gd name="T66" fmla="*/ 156 w 197"/>
              <a:gd name="T67" fmla="*/ 176 h 197"/>
              <a:gd name="T68" fmla="*/ 152 w 197"/>
              <a:gd name="T69" fmla="*/ 177 h 197"/>
              <a:gd name="T70" fmla="*/ 137 w 197"/>
              <a:gd name="T71" fmla="*/ 161 h 1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97" h="197">
                <a:moveTo>
                  <a:pt x="0" y="78"/>
                </a:moveTo>
                <a:cubicBezTo>
                  <a:pt x="0" y="68"/>
                  <a:pt x="3" y="59"/>
                  <a:pt x="9" y="51"/>
                </a:cubicBezTo>
                <a:cubicBezTo>
                  <a:pt x="14" y="43"/>
                  <a:pt x="22" y="37"/>
                  <a:pt x="32" y="34"/>
                </a:cubicBezTo>
                <a:cubicBezTo>
                  <a:pt x="33" y="24"/>
                  <a:pt x="38" y="16"/>
                  <a:pt x="46" y="10"/>
                </a:cubicBezTo>
                <a:cubicBezTo>
                  <a:pt x="53" y="3"/>
                  <a:pt x="62" y="0"/>
                  <a:pt x="73" y="0"/>
                </a:cubicBezTo>
                <a:cubicBezTo>
                  <a:pt x="80" y="0"/>
                  <a:pt x="86" y="2"/>
                  <a:pt x="92" y="5"/>
                </a:cubicBezTo>
                <a:cubicBezTo>
                  <a:pt x="98" y="8"/>
                  <a:pt x="103" y="13"/>
                  <a:pt x="107" y="19"/>
                </a:cubicBezTo>
                <a:cubicBezTo>
                  <a:pt x="114" y="13"/>
                  <a:pt x="121" y="11"/>
                  <a:pt x="130" y="11"/>
                </a:cubicBezTo>
                <a:cubicBezTo>
                  <a:pt x="140" y="11"/>
                  <a:pt x="148" y="14"/>
                  <a:pt x="155" y="21"/>
                </a:cubicBezTo>
                <a:cubicBezTo>
                  <a:pt x="163" y="28"/>
                  <a:pt x="166" y="37"/>
                  <a:pt x="166" y="47"/>
                </a:cubicBezTo>
                <a:cubicBezTo>
                  <a:pt x="166" y="48"/>
                  <a:pt x="166" y="48"/>
                  <a:pt x="166" y="49"/>
                </a:cubicBezTo>
                <a:cubicBezTo>
                  <a:pt x="166" y="50"/>
                  <a:pt x="166" y="51"/>
                  <a:pt x="166" y="52"/>
                </a:cubicBezTo>
                <a:cubicBezTo>
                  <a:pt x="175" y="54"/>
                  <a:pt x="182" y="58"/>
                  <a:pt x="188" y="64"/>
                </a:cubicBezTo>
                <a:cubicBezTo>
                  <a:pt x="194" y="71"/>
                  <a:pt x="197" y="79"/>
                  <a:pt x="197" y="89"/>
                </a:cubicBezTo>
                <a:cubicBezTo>
                  <a:pt x="197" y="99"/>
                  <a:pt x="194" y="107"/>
                  <a:pt x="187" y="114"/>
                </a:cubicBezTo>
                <a:cubicBezTo>
                  <a:pt x="180" y="121"/>
                  <a:pt x="171" y="125"/>
                  <a:pt x="161" y="125"/>
                </a:cubicBezTo>
                <a:cubicBezTo>
                  <a:pt x="47" y="125"/>
                  <a:pt x="47" y="125"/>
                  <a:pt x="47" y="125"/>
                </a:cubicBezTo>
                <a:cubicBezTo>
                  <a:pt x="33" y="125"/>
                  <a:pt x="22" y="120"/>
                  <a:pt x="13" y="111"/>
                </a:cubicBezTo>
                <a:cubicBezTo>
                  <a:pt x="4" y="102"/>
                  <a:pt x="0" y="91"/>
                  <a:pt x="0" y="78"/>
                </a:cubicBezTo>
                <a:close/>
                <a:moveTo>
                  <a:pt x="43" y="172"/>
                </a:moveTo>
                <a:cubicBezTo>
                  <a:pt x="43" y="171"/>
                  <a:pt x="43" y="170"/>
                  <a:pt x="44" y="169"/>
                </a:cubicBezTo>
                <a:cubicBezTo>
                  <a:pt x="51" y="142"/>
                  <a:pt x="51" y="142"/>
                  <a:pt x="51" y="142"/>
                </a:cubicBezTo>
                <a:cubicBezTo>
                  <a:pt x="51" y="141"/>
                  <a:pt x="51" y="141"/>
                  <a:pt x="51" y="141"/>
                </a:cubicBezTo>
                <a:cubicBezTo>
                  <a:pt x="51" y="142"/>
                  <a:pt x="51" y="142"/>
                  <a:pt x="51" y="142"/>
                </a:cubicBezTo>
                <a:cubicBezTo>
                  <a:pt x="71" y="162"/>
                  <a:pt x="71" y="162"/>
                  <a:pt x="71" y="162"/>
                </a:cubicBezTo>
                <a:cubicBezTo>
                  <a:pt x="71" y="162"/>
                  <a:pt x="71" y="162"/>
                  <a:pt x="71" y="162"/>
                </a:cubicBezTo>
                <a:cubicBezTo>
                  <a:pt x="73" y="165"/>
                  <a:pt x="74" y="168"/>
                  <a:pt x="74" y="172"/>
                </a:cubicBezTo>
                <a:cubicBezTo>
                  <a:pt x="74" y="175"/>
                  <a:pt x="74" y="178"/>
                  <a:pt x="72" y="180"/>
                </a:cubicBezTo>
                <a:cubicBezTo>
                  <a:pt x="70" y="183"/>
                  <a:pt x="67" y="185"/>
                  <a:pt x="64" y="186"/>
                </a:cubicBezTo>
                <a:cubicBezTo>
                  <a:pt x="64" y="186"/>
                  <a:pt x="63" y="187"/>
                  <a:pt x="63" y="187"/>
                </a:cubicBezTo>
                <a:cubicBezTo>
                  <a:pt x="63" y="187"/>
                  <a:pt x="63" y="187"/>
                  <a:pt x="63" y="187"/>
                </a:cubicBezTo>
                <a:cubicBezTo>
                  <a:pt x="62" y="187"/>
                  <a:pt x="62" y="187"/>
                  <a:pt x="61" y="187"/>
                </a:cubicBezTo>
                <a:cubicBezTo>
                  <a:pt x="61" y="187"/>
                  <a:pt x="60" y="187"/>
                  <a:pt x="59" y="187"/>
                </a:cubicBezTo>
                <a:cubicBezTo>
                  <a:pt x="55" y="187"/>
                  <a:pt x="51" y="186"/>
                  <a:pt x="48" y="183"/>
                </a:cubicBezTo>
                <a:cubicBezTo>
                  <a:pt x="45" y="180"/>
                  <a:pt x="43" y="176"/>
                  <a:pt x="43" y="172"/>
                </a:cubicBezTo>
                <a:close/>
                <a:moveTo>
                  <a:pt x="90" y="179"/>
                </a:moveTo>
                <a:cubicBezTo>
                  <a:pt x="98" y="152"/>
                  <a:pt x="98" y="152"/>
                  <a:pt x="98" y="152"/>
                </a:cubicBezTo>
                <a:cubicBezTo>
                  <a:pt x="97" y="152"/>
                  <a:pt x="97" y="152"/>
                  <a:pt x="97" y="152"/>
                </a:cubicBezTo>
                <a:cubicBezTo>
                  <a:pt x="98" y="152"/>
                  <a:pt x="98" y="152"/>
                  <a:pt x="98" y="152"/>
                </a:cubicBezTo>
                <a:cubicBezTo>
                  <a:pt x="98" y="152"/>
                  <a:pt x="99" y="154"/>
                  <a:pt x="101" y="155"/>
                </a:cubicBezTo>
                <a:cubicBezTo>
                  <a:pt x="102" y="157"/>
                  <a:pt x="104" y="159"/>
                  <a:pt x="107" y="161"/>
                </a:cubicBezTo>
                <a:cubicBezTo>
                  <a:pt x="118" y="172"/>
                  <a:pt x="118" y="172"/>
                  <a:pt x="118" y="172"/>
                </a:cubicBezTo>
                <a:cubicBezTo>
                  <a:pt x="120" y="175"/>
                  <a:pt x="121" y="178"/>
                  <a:pt x="121" y="182"/>
                </a:cubicBezTo>
                <a:cubicBezTo>
                  <a:pt x="121" y="185"/>
                  <a:pt x="120" y="188"/>
                  <a:pt x="118" y="191"/>
                </a:cubicBezTo>
                <a:cubicBezTo>
                  <a:pt x="117" y="193"/>
                  <a:pt x="114" y="195"/>
                  <a:pt x="111" y="196"/>
                </a:cubicBezTo>
                <a:cubicBezTo>
                  <a:pt x="111" y="196"/>
                  <a:pt x="110" y="197"/>
                  <a:pt x="110" y="197"/>
                </a:cubicBezTo>
                <a:cubicBezTo>
                  <a:pt x="110" y="197"/>
                  <a:pt x="109" y="197"/>
                  <a:pt x="109" y="197"/>
                </a:cubicBezTo>
                <a:cubicBezTo>
                  <a:pt x="109" y="197"/>
                  <a:pt x="108" y="197"/>
                  <a:pt x="108" y="197"/>
                </a:cubicBezTo>
                <a:cubicBezTo>
                  <a:pt x="108" y="197"/>
                  <a:pt x="108" y="197"/>
                  <a:pt x="107" y="197"/>
                </a:cubicBezTo>
                <a:cubicBezTo>
                  <a:pt x="106" y="197"/>
                  <a:pt x="106" y="197"/>
                  <a:pt x="106" y="197"/>
                </a:cubicBezTo>
                <a:cubicBezTo>
                  <a:pt x="101" y="197"/>
                  <a:pt x="98" y="196"/>
                  <a:pt x="95" y="193"/>
                </a:cubicBezTo>
                <a:cubicBezTo>
                  <a:pt x="92" y="190"/>
                  <a:pt x="90" y="186"/>
                  <a:pt x="90" y="182"/>
                </a:cubicBezTo>
                <a:lnTo>
                  <a:pt x="90" y="179"/>
                </a:lnTo>
                <a:close/>
                <a:moveTo>
                  <a:pt x="137" y="161"/>
                </a:moveTo>
                <a:cubicBezTo>
                  <a:pt x="137" y="160"/>
                  <a:pt x="137" y="159"/>
                  <a:pt x="137" y="159"/>
                </a:cubicBezTo>
                <a:cubicBezTo>
                  <a:pt x="137" y="159"/>
                  <a:pt x="137" y="159"/>
                  <a:pt x="137" y="159"/>
                </a:cubicBezTo>
                <a:cubicBezTo>
                  <a:pt x="144" y="131"/>
                  <a:pt x="144" y="131"/>
                  <a:pt x="144" y="131"/>
                </a:cubicBezTo>
                <a:cubicBezTo>
                  <a:pt x="144" y="131"/>
                  <a:pt x="144" y="131"/>
                  <a:pt x="144" y="131"/>
                </a:cubicBezTo>
                <a:cubicBezTo>
                  <a:pt x="144" y="131"/>
                  <a:pt x="144" y="131"/>
                  <a:pt x="144" y="131"/>
                </a:cubicBezTo>
                <a:cubicBezTo>
                  <a:pt x="144" y="131"/>
                  <a:pt x="144" y="131"/>
                  <a:pt x="144" y="131"/>
                </a:cubicBezTo>
                <a:cubicBezTo>
                  <a:pt x="144" y="131"/>
                  <a:pt x="144" y="131"/>
                  <a:pt x="144" y="131"/>
                </a:cubicBezTo>
                <a:cubicBezTo>
                  <a:pt x="165" y="151"/>
                  <a:pt x="165" y="151"/>
                  <a:pt x="165" y="151"/>
                </a:cubicBezTo>
                <a:cubicBezTo>
                  <a:pt x="165" y="151"/>
                  <a:pt x="165" y="151"/>
                  <a:pt x="165" y="151"/>
                </a:cubicBezTo>
                <a:cubicBezTo>
                  <a:pt x="167" y="154"/>
                  <a:pt x="168" y="158"/>
                  <a:pt x="168" y="161"/>
                </a:cubicBezTo>
                <a:cubicBezTo>
                  <a:pt x="168" y="164"/>
                  <a:pt x="167" y="167"/>
                  <a:pt x="165" y="170"/>
                </a:cubicBezTo>
                <a:cubicBezTo>
                  <a:pt x="163" y="173"/>
                  <a:pt x="161" y="174"/>
                  <a:pt x="158" y="176"/>
                </a:cubicBezTo>
                <a:cubicBezTo>
                  <a:pt x="157" y="176"/>
                  <a:pt x="157" y="176"/>
                  <a:pt x="157" y="176"/>
                </a:cubicBezTo>
                <a:cubicBezTo>
                  <a:pt x="156" y="176"/>
                  <a:pt x="156" y="176"/>
                  <a:pt x="156" y="176"/>
                </a:cubicBezTo>
                <a:cubicBezTo>
                  <a:pt x="155" y="176"/>
                  <a:pt x="155" y="176"/>
                  <a:pt x="155" y="176"/>
                </a:cubicBezTo>
                <a:cubicBezTo>
                  <a:pt x="154" y="176"/>
                  <a:pt x="153" y="177"/>
                  <a:pt x="152" y="177"/>
                </a:cubicBezTo>
                <a:cubicBezTo>
                  <a:pt x="148" y="177"/>
                  <a:pt x="145" y="175"/>
                  <a:pt x="141" y="172"/>
                </a:cubicBezTo>
                <a:cubicBezTo>
                  <a:pt x="138" y="169"/>
                  <a:pt x="137" y="166"/>
                  <a:pt x="137" y="16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02" name="Freeform 104"/>
          <p:cNvSpPr>
            <a:spLocks noEditPoints="1"/>
          </p:cNvSpPr>
          <p:nvPr/>
        </p:nvSpPr>
        <p:spPr bwMode="auto">
          <a:xfrm>
            <a:off x="4796282" y="3877340"/>
            <a:ext cx="330101" cy="267123"/>
          </a:xfrm>
          <a:custGeom>
            <a:avLst/>
            <a:gdLst>
              <a:gd name="T0" fmla="*/ 9 w 230"/>
              <a:gd name="T1" fmla="*/ 113 h 187"/>
              <a:gd name="T2" fmla="*/ 46 w 230"/>
              <a:gd name="T3" fmla="*/ 72 h 187"/>
              <a:gd name="T4" fmla="*/ 93 w 230"/>
              <a:gd name="T5" fmla="*/ 67 h 187"/>
              <a:gd name="T6" fmla="*/ 130 w 230"/>
              <a:gd name="T7" fmla="*/ 72 h 187"/>
              <a:gd name="T8" fmla="*/ 167 w 230"/>
              <a:gd name="T9" fmla="*/ 109 h 187"/>
              <a:gd name="T10" fmla="*/ 166 w 230"/>
              <a:gd name="T11" fmla="*/ 114 h 187"/>
              <a:gd name="T12" fmla="*/ 198 w 230"/>
              <a:gd name="T13" fmla="*/ 151 h 187"/>
              <a:gd name="T14" fmla="*/ 161 w 230"/>
              <a:gd name="T15" fmla="*/ 187 h 187"/>
              <a:gd name="T16" fmla="*/ 14 w 230"/>
              <a:gd name="T17" fmla="*/ 173 h 187"/>
              <a:gd name="T18" fmla="*/ 106 w 230"/>
              <a:gd name="T19" fmla="*/ 21 h 187"/>
              <a:gd name="T20" fmla="*/ 115 w 230"/>
              <a:gd name="T21" fmla="*/ 41 h 187"/>
              <a:gd name="T22" fmla="*/ 115 w 230"/>
              <a:gd name="T23" fmla="*/ 65 h 187"/>
              <a:gd name="T24" fmla="*/ 156 w 230"/>
              <a:gd name="T25" fmla="*/ 31 h 187"/>
              <a:gd name="T26" fmla="*/ 198 w 230"/>
              <a:gd name="T27" fmla="*/ 72 h 187"/>
              <a:gd name="T28" fmla="*/ 177 w 230"/>
              <a:gd name="T29" fmla="*/ 109 h 187"/>
              <a:gd name="T30" fmla="*/ 130 w 230"/>
              <a:gd name="T31" fmla="*/ 62 h 187"/>
              <a:gd name="T32" fmla="*/ 157 w 230"/>
              <a:gd name="T33" fmla="*/ 0 h 187"/>
              <a:gd name="T34" fmla="*/ 162 w 230"/>
              <a:gd name="T35" fmla="*/ 21 h 187"/>
              <a:gd name="T36" fmla="*/ 158 w 230"/>
              <a:gd name="T37" fmla="*/ 20 h 187"/>
              <a:gd name="T38" fmla="*/ 156 w 230"/>
              <a:gd name="T39" fmla="*/ 20 h 187"/>
              <a:gd name="T40" fmla="*/ 152 w 230"/>
              <a:gd name="T41" fmla="*/ 21 h 187"/>
              <a:gd name="T42" fmla="*/ 157 w 230"/>
              <a:gd name="T43" fmla="*/ 0 h 187"/>
              <a:gd name="T44" fmla="*/ 199 w 230"/>
              <a:gd name="T45" fmla="*/ 41 h 187"/>
              <a:gd name="T46" fmla="*/ 194 w 230"/>
              <a:gd name="T47" fmla="*/ 36 h 187"/>
              <a:gd name="T48" fmla="*/ 189 w 230"/>
              <a:gd name="T49" fmla="*/ 31 h 187"/>
              <a:gd name="T50" fmla="*/ 189 w 230"/>
              <a:gd name="T51" fmla="*/ 114 h 187"/>
              <a:gd name="T52" fmla="*/ 194 w 230"/>
              <a:gd name="T53" fmla="*/ 109 h 187"/>
              <a:gd name="T54" fmla="*/ 199 w 230"/>
              <a:gd name="T55" fmla="*/ 104 h 187"/>
              <a:gd name="T56" fmla="*/ 189 w 230"/>
              <a:gd name="T57" fmla="*/ 114 h 187"/>
              <a:gd name="T58" fmla="*/ 209 w 230"/>
              <a:gd name="T59" fmla="*/ 76 h 187"/>
              <a:gd name="T60" fmla="*/ 209 w 230"/>
              <a:gd name="T61" fmla="*/ 68 h 187"/>
              <a:gd name="T62" fmla="*/ 230 w 230"/>
              <a:gd name="T63" fmla="*/ 72 h 1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230" h="187">
                <a:moveTo>
                  <a:pt x="0" y="140"/>
                </a:moveTo>
                <a:cubicBezTo>
                  <a:pt x="0" y="130"/>
                  <a:pt x="3" y="121"/>
                  <a:pt x="9" y="113"/>
                </a:cubicBezTo>
                <a:cubicBezTo>
                  <a:pt x="15" y="105"/>
                  <a:pt x="23" y="99"/>
                  <a:pt x="32" y="96"/>
                </a:cubicBezTo>
                <a:cubicBezTo>
                  <a:pt x="34" y="86"/>
                  <a:pt x="39" y="78"/>
                  <a:pt x="46" y="72"/>
                </a:cubicBezTo>
                <a:cubicBezTo>
                  <a:pt x="54" y="65"/>
                  <a:pt x="63" y="62"/>
                  <a:pt x="73" y="62"/>
                </a:cubicBezTo>
                <a:cubicBezTo>
                  <a:pt x="80" y="62"/>
                  <a:pt x="87" y="64"/>
                  <a:pt x="93" y="67"/>
                </a:cubicBezTo>
                <a:cubicBezTo>
                  <a:pt x="99" y="70"/>
                  <a:pt x="104" y="75"/>
                  <a:pt x="107" y="80"/>
                </a:cubicBezTo>
                <a:cubicBezTo>
                  <a:pt x="114" y="75"/>
                  <a:pt x="122" y="72"/>
                  <a:pt x="130" y="72"/>
                </a:cubicBezTo>
                <a:cubicBezTo>
                  <a:pt x="140" y="72"/>
                  <a:pt x="149" y="76"/>
                  <a:pt x="156" y="83"/>
                </a:cubicBezTo>
                <a:cubicBezTo>
                  <a:pt x="163" y="90"/>
                  <a:pt x="167" y="99"/>
                  <a:pt x="167" y="109"/>
                </a:cubicBezTo>
                <a:cubicBezTo>
                  <a:pt x="167" y="110"/>
                  <a:pt x="167" y="110"/>
                  <a:pt x="166" y="111"/>
                </a:cubicBezTo>
                <a:cubicBezTo>
                  <a:pt x="166" y="112"/>
                  <a:pt x="166" y="113"/>
                  <a:pt x="166" y="114"/>
                </a:cubicBezTo>
                <a:cubicBezTo>
                  <a:pt x="175" y="116"/>
                  <a:pt x="183" y="120"/>
                  <a:pt x="189" y="127"/>
                </a:cubicBezTo>
                <a:cubicBezTo>
                  <a:pt x="195" y="134"/>
                  <a:pt x="198" y="142"/>
                  <a:pt x="198" y="151"/>
                </a:cubicBezTo>
                <a:cubicBezTo>
                  <a:pt x="198" y="161"/>
                  <a:pt x="194" y="169"/>
                  <a:pt x="187" y="176"/>
                </a:cubicBezTo>
                <a:cubicBezTo>
                  <a:pt x="180" y="183"/>
                  <a:pt x="171" y="187"/>
                  <a:pt x="161" y="187"/>
                </a:cubicBezTo>
                <a:cubicBezTo>
                  <a:pt x="47" y="187"/>
                  <a:pt x="47" y="187"/>
                  <a:pt x="47" y="187"/>
                </a:cubicBezTo>
                <a:cubicBezTo>
                  <a:pt x="34" y="187"/>
                  <a:pt x="23" y="182"/>
                  <a:pt x="14" y="173"/>
                </a:cubicBezTo>
                <a:cubicBezTo>
                  <a:pt x="5" y="164"/>
                  <a:pt x="0" y="153"/>
                  <a:pt x="0" y="140"/>
                </a:cubicBezTo>
                <a:close/>
                <a:moveTo>
                  <a:pt x="106" y="21"/>
                </a:moveTo>
                <a:cubicBezTo>
                  <a:pt x="126" y="31"/>
                  <a:pt x="126" y="31"/>
                  <a:pt x="126" y="31"/>
                </a:cubicBezTo>
                <a:cubicBezTo>
                  <a:pt x="115" y="41"/>
                  <a:pt x="115" y="41"/>
                  <a:pt x="115" y="41"/>
                </a:cubicBezTo>
                <a:lnTo>
                  <a:pt x="106" y="21"/>
                </a:lnTo>
                <a:close/>
                <a:moveTo>
                  <a:pt x="115" y="65"/>
                </a:moveTo>
                <a:cubicBezTo>
                  <a:pt x="117" y="55"/>
                  <a:pt x="122" y="47"/>
                  <a:pt x="130" y="41"/>
                </a:cubicBezTo>
                <a:cubicBezTo>
                  <a:pt x="137" y="34"/>
                  <a:pt x="146" y="31"/>
                  <a:pt x="156" y="31"/>
                </a:cubicBezTo>
                <a:cubicBezTo>
                  <a:pt x="168" y="31"/>
                  <a:pt x="177" y="35"/>
                  <a:pt x="185" y="43"/>
                </a:cubicBezTo>
                <a:cubicBezTo>
                  <a:pt x="194" y="51"/>
                  <a:pt x="198" y="61"/>
                  <a:pt x="198" y="72"/>
                </a:cubicBezTo>
                <a:cubicBezTo>
                  <a:pt x="198" y="80"/>
                  <a:pt x="196" y="87"/>
                  <a:pt x="192" y="94"/>
                </a:cubicBezTo>
                <a:cubicBezTo>
                  <a:pt x="188" y="100"/>
                  <a:pt x="183" y="105"/>
                  <a:pt x="177" y="109"/>
                </a:cubicBezTo>
                <a:cubicBezTo>
                  <a:pt x="177" y="96"/>
                  <a:pt x="172" y="85"/>
                  <a:pt x="163" y="76"/>
                </a:cubicBezTo>
                <a:cubicBezTo>
                  <a:pt x="154" y="67"/>
                  <a:pt x="143" y="62"/>
                  <a:pt x="130" y="62"/>
                </a:cubicBezTo>
                <a:cubicBezTo>
                  <a:pt x="125" y="62"/>
                  <a:pt x="120" y="63"/>
                  <a:pt x="115" y="65"/>
                </a:cubicBezTo>
                <a:close/>
                <a:moveTo>
                  <a:pt x="157" y="0"/>
                </a:moveTo>
                <a:cubicBezTo>
                  <a:pt x="164" y="21"/>
                  <a:pt x="164" y="21"/>
                  <a:pt x="164" y="21"/>
                </a:cubicBezTo>
                <a:cubicBezTo>
                  <a:pt x="163" y="21"/>
                  <a:pt x="163" y="21"/>
                  <a:pt x="162" y="21"/>
                </a:cubicBezTo>
                <a:cubicBezTo>
                  <a:pt x="162" y="21"/>
                  <a:pt x="161" y="20"/>
                  <a:pt x="160" y="20"/>
                </a:cubicBezTo>
                <a:cubicBezTo>
                  <a:pt x="160" y="20"/>
                  <a:pt x="159" y="20"/>
                  <a:pt x="158" y="20"/>
                </a:cubicBezTo>
                <a:cubicBezTo>
                  <a:pt x="158" y="20"/>
                  <a:pt x="157" y="20"/>
                  <a:pt x="157" y="20"/>
                </a:cubicBezTo>
                <a:cubicBezTo>
                  <a:pt x="157" y="20"/>
                  <a:pt x="157" y="20"/>
                  <a:pt x="156" y="20"/>
                </a:cubicBezTo>
                <a:cubicBezTo>
                  <a:pt x="156" y="20"/>
                  <a:pt x="155" y="20"/>
                  <a:pt x="154" y="20"/>
                </a:cubicBezTo>
                <a:cubicBezTo>
                  <a:pt x="153" y="20"/>
                  <a:pt x="153" y="21"/>
                  <a:pt x="152" y="21"/>
                </a:cubicBezTo>
                <a:cubicBezTo>
                  <a:pt x="152" y="21"/>
                  <a:pt x="151" y="21"/>
                  <a:pt x="151" y="21"/>
                </a:cubicBezTo>
                <a:lnTo>
                  <a:pt x="157" y="0"/>
                </a:lnTo>
                <a:close/>
                <a:moveTo>
                  <a:pt x="209" y="21"/>
                </a:moveTo>
                <a:cubicBezTo>
                  <a:pt x="199" y="41"/>
                  <a:pt x="199" y="41"/>
                  <a:pt x="199" y="41"/>
                </a:cubicBezTo>
                <a:cubicBezTo>
                  <a:pt x="199" y="40"/>
                  <a:pt x="198" y="40"/>
                  <a:pt x="197" y="39"/>
                </a:cubicBezTo>
                <a:cubicBezTo>
                  <a:pt x="196" y="38"/>
                  <a:pt x="195" y="37"/>
                  <a:pt x="194" y="36"/>
                </a:cubicBezTo>
                <a:cubicBezTo>
                  <a:pt x="193" y="34"/>
                  <a:pt x="192" y="33"/>
                  <a:pt x="191" y="32"/>
                </a:cubicBezTo>
                <a:cubicBezTo>
                  <a:pt x="190" y="32"/>
                  <a:pt x="189" y="31"/>
                  <a:pt x="189" y="31"/>
                </a:cubicBezTo>
                <a:lnTo>
                  <a:pt x="209" y="21"/>
                </a:lnTo>
                <a:close/>
                <a:moveTo>
                  <a:pt x="189" y="114"/>
                </a:moveTo>
                <a:cubicBezTo>
                  <a:pt x="189" y="114"/>
                  <a:pt x="190" y="113"/>
                  <a:pt x="191" y="112"/>
                </a:cubicBezTo>
                <a:cubicBezTo>
                  <a:pt x="192" y="111"/>
                  <a:pt x="193" y="110"/>
                  <a:pt x="194" y="109"/>
                </a:cubicBezTo>
                <a:cubicBezTo>
                  <a:pt x="195" y="108"/>
                  <a:pt x="196" y="107"/>
                  <a:pt x="197" y="106"/>
                </a:cubicBezTo>
                <a:cubicBezTo>
                  <a:pt x="198" y="105"/>
                  <a:pt x="199" y="104"/>
                  <a:pt x="199" y="104"/>
                </a:cubicBezTo>
                <a:cubicBezTo>
                  <a:pt x="209" y="124"/>
                  <a:pt x="209" y="124"/>
                  <a:pt x="209" y="124"/>
                </a:cubicBezTo>
                <a:lnTo>
                  <a:pt x="189" y="114"/>
                </a:lnTo>
                <a:close/>
                <a:moveTo>
                  <a:pt x="209" y="78"/>
                </a:moveTo>
                <a:cubicBezTo>
                  <a:pt x="209" y="78"/>
                  <a:pt x="209" y="77"/>
                  <a:pt x="209" y="76"/>
                </a:cubicBezTo>
                <a:cubicBezTo>
                  <a:pt x="209" y="75"/>
                  <a:pt x="209" y="74"/>
                  <a:pt x="209" y="72"/>
                </a:cubicBezTo>
                <a:cubicBezTo>
                  <a:pt x="209" y="71"/>
                  <a:pt x="209" y="69"/>
                  <a:pt x="209" y="68"/>
                </a:cubicBezTo>
                <a:cubicBezTo>
                  <a:pt x="209" y="67"/>
                  <a:pt x="209" y="67"/>
                  <a:pt x="209" y="66"/>
                </a:cubicBezTo>
                <a:cubicBezTo>
                  <a:pt x="230" y="72"/>
                  <a:pt x="230" y="72"/>
                  <a:pt x="230" y="72"/>
                </a:cubicBezTo>
                <a:lnTo>
                  <a:pt x="209" y="7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03" name="Freeform 105"/>
          <p:cNvSpPr>
            <a:spLocks noEditPoints="1"/>
          </p:cNvSpPr>
          <p:nvPr/>
        </p:nvSpPr>
        <p:spPr bwMode="auto">
          <a:xfrm>
            <a:off x="5228453" y="3890371"/>
            <a:ext cx="284496" cy="312728"/>
          </a:xfrm>
          <a:custGeom>
            <a:avLst/>
            <a:gdLst>
              <a:gd name="T0" fmla="*/ 0 w 198"/>
              <a:gd name="T1" fmla="*/ 78 h 218"/>
              <a:gd name="T2" fmla="*/ 9 w 198"/>
              <a:gd name="T3" fmla="*/ 51 h 218"/>
              <a:gd name="T4" fmla="*/ 32 w 198"/>
              <a:gd name="T5" fmla="*/ 34 h 218"/>
              <a:gd name="T6" fmla="*/ 46 w 198"/>
              <a:gd name="T7" fmla="*/ 10 h 218"/>
              <a:gd name="T8" fmla="*/ 73 w 198"/>
              <a:gd name="T9" fmla="*/ 0 h 218"/>
              <a:gd name="T10" fmla="*/ 93 w 198"/>
              <a:gd name="T11" fmla="*/ 5 h 218"/>
              <a:gd name="T12" fmla="*/ 108 w 198"/>
              <a:gd name="T13" fmla="*/ 19 h 218"/>
              <a:gd name="T14" fmla="*/ 130 w 198"/>
              <a:gd name="T15" fmla="*/ 11 h 218"/>
              <a:gd name="T16" fmla="*/ 156 w 198"/>
              <a:gd name="T17" fmla="*/ 21 h 218"/>
              <a:gd name="T18" fmla="*/ 167 w 198"/>
              <a:gd name="T19" fmla="*/ 47 h 218"/>
              <a:gd name="T20" fmla="*/ 167 w 198"/>
              <a:gd name="T21" fmla="*/ 49 h 218"/>
              <a:gd name="T22" fmla="*/ 166 w 198"/>
              <a:gd name="T23" fmla="*/ 52 h 218"/>
              <a:gd name="T24" fmla="*/ 189 w 198"/>
              <a:gd name="T25" fmla="*/ 64 h 218"/>
              <a:gd name="T26" fmla="*/ 198 w 198"/>
              <a:gd name="T27" fmla="*/ 89 h 218"/>
              <a:gd name="T28" fmla="*/ 187 w 198"/>
              <a:gd name="T29" fmla="*/ 114 h 218"/>
              <a:gd name="T30" fmla="*/ 162 w 198"/>
              <a:gd name="T31" fmla="*/ 125 h 218"/>
              <a:gd name="T32" fmla="*/ 47 w 198"/>
              <a:gd name="T33" fmla="*/ 125 h 218"/>
              <a:gd name="T34" fmla="*/ 14 w 198"/>
              <a:gd name="T35" fmla="*/ 111 h 218"/>
              <a:gd name="T36" fmla="*/ 0 w 198"/>
              <a:gd name="T37" fmla="*/ 78 h 218"/>
              <a:gd name="T38" fmla="*/ 84 w 198"/>
              <a:gd name="T39" fmla="*/ 135 h 218"/>
              <a:gd name="T40" fmla="*/ 104 w 198"/>
              <a:gd name="T41" fmla="*/ 135 h 218"/>
              <a:gd name="T42" fmla="*/ 115 w 198"/>
              <a:gd name="T43" fmla="*/ 167 h 218"/>
              <a:gd name="T44" fmla="*/ 136 w 198"/>
              <a:gd name="T45" fmla="*/ 158 h 218"/>
              <a:gd name="T46" fmla="*/ 146 w 198"/>
              <a:gd name="T47" fmla="*/ 218 h 218"/>
              <a:gd name="T48" fmla="*/ 125 w 198"/>
              <a:gd name="T49" fmla="*/ 177 h 218"/>
              <a:gd name="T50" fmla="*/ 104 w 198"/>
              <a:gd name="T51" fmla="*/ 187 h 218"/>
              <a:gd name="T52" fmla="*/ 84 w 198"/>
              <a:gd name="T53" fmla="*/ 135 h 2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198" h="218">
                <a:moveTo>
                  <a:pt x="0" y="78"/>
                </a:moveTo>
                <a:cubicBezTo>
                  <a:pt x="0" y="68"/>
                  <a:pt x="3" y="59"/>
                  <a:pt x="9" y="51"/>
                </a:cubicBezTo>
                <a:cubicBezTo>
                  <a:pt x="15" y="43"/>
                  <a:pt x="23" y="37"/>
                  <a:pt x="32" y="34"/>
                </a:cubicBezTo>
                <a:cubicBezTo>
                  <a:pt x="34" y="24"/>
                  <a:pt x="39" y="16"/>
                  <a:pt x="46" y="10"/>
                </a:cubicBezTo>
                <a:cubicBezTo>
                  <a:pt x="54" y="3"/>
                  <a:pt x="63" y="0"/>
                  <a:pt x="73" y="0"/>
                </a:cubicBezTo>
                <a:cubicBezTo>
                  <a:pt x="80" y="0"/>
                  <a:pt x="87" y="2"/>
                  <a:pt x="93" y="5"/>
                </a:cubicBezTo>
                <a:cubicBezTo>
                  <a:pt x="99" y="8"/>
                  <a:pt x="104" y="13"/>
                  <a:pt x="108" y="19"/>
                </a:cubicBezTo>
                <a:cubicBezTo>
                  <a:pt x="114" y="13"/>
                  <a:pt x="122" y="11"/>
                  <a:pt x="130" y="11"/>
                </a:cubicBezTo>
                <a:cubicBezTo>
                  <a:pt x="141" y="11"/>
                  <a:pt x="149" y="14"/>
                  <a:pt x="156" y="21"/>
                </a:cubicBezTo>
                <a:cubicBezTo>
                  <a:pt x="163" y="28"/>
                  <a:pt x="167" y="37"/>
                  <a:pt x="167" y="47"/>
                </a:cubicBezTo>
                <a:cubicBezTo>
                  <a:pt x="167" y="48"/>
                  <a:pt x="167" y="48"/>
                  <a:pt x="167" y="49"/>
                </a:cubicBezTo>
                <a:cubicBezTo>
                  <a:pt x="167" y="50"/>
                  <a:pt x="166" y="51"/>
                  <a:pt x="166" y="52"/>
                </a:cubicBezTo>
                <a:cubicBezTo>
                  <a:pt x="175" y="54"/>
                  <a:pt x="183" y="58"/>
                  <a:pt x="189" y="64"/>
                </a:cubicBezTo>
                <a:cubicBezTo>
                  <a:pt x="195" y="71"/>
                  <a:pt x="198" y="79"/>
                  <a:pt x="198" y="89"/>
                </a:cubicBezTo>
                <a:cubicBezTo>
                  <a:pt x="198" y="99"/>
                  <a:pt x="194" y="107"/>
                  <a:pt x="187" y="114"/>
                </a:cubicBezTo>
                <a:cubicBezTo>
                  <a:pt x="180" y="121"/>
                  <a:pt x="172" y="125"/>
                  <a:pt x="162" y="125"/>
                </a:cubicBezTo>
                <a:cubicBezTo>
                  <a:pt x="47" y="125"/>
                  <a:pt x="47" y="125"/>
                  <a:pt x="47" y="125"/>
                </a:cubicBezTo>
                <a:cubicBezTo>
                  <a:pt x="34" y="125"/>
                  <a:pt x="23" y="120"/>
                  <a:pt x="14" y="111"/>
                </a:cubicBezTo>
                <a:cubicBezTo>
                  <a:pt x="5" y="102"/>
                  <a:pt x="0" y="91"/>
                  <a:pt x="0" y="78"/>
                </a:cubicBezTo>
                <a:close/>
                <a:moveTo>
                  <a:pt x="84" y="135"/>
                </a:moveTo>
                <a:cubicBezTo>
                  <a:pt x="104" y="135"/>
                  <a:pt x="104" y="135"/>
                  <a:pt x="104" y="135"/>
                </a:cubicBezTo>
                <a:cubicBezTo>
                  <a:pt x="115" y="167"/>
                  <a:pt x="115" y="167"/>
                  <a:pt x="115" y="167"/>
                </a:cubicBezTo>
                <a:cubicBezTo>
                  <a:pt x="136" y="158"/>
                  <a:pt x="136" y="158"/>
                  <a:pt x="136" y="158"/>
                </a:cubicBezTo>
                <a:cubicBezTo>
                  <a:pt x="146" y="218"/>
                  <a:pt x="146" y="218"/>
                  <a:pt x="146" y="218"/>
                </a:cubicBezTo>
                <a:cubicBezTo>
                  <a:pt x="125" y="177"/>
                  <a:pt x="125" y="177"/>
                  <a:pt x="125" y="177"/>
                </a:cubicBezTo>
                <a:cubicBezTo>
                  <a:pt x="104" y="187"/>
                  <a:pt x="104" y="187"/>
                  <a:pt x="104" y="187"/>
                </a:cubicBezTo>
                <a:lnTo>
                  <a:pt x="84" y="13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04" name="Freeform 106"/>
          <p:cNvSpPr>
            <a:spLocks noEditPoints="1"/>
          </p:cNvSpPr>
          <p:nvPr/>
        </p:nvSpPr>
        <p:spPr bwMode="auto">
          <a:xfrm>
            <a:off x="5814818" y="3890372"/>
            <a:ext cx="282324" cy="299697"/>
          </a:xfrm>
          <a:custGeom>
            <a:avLst/>
            <a:gdLst>
              <a:gd name="T0" fmla="*/ 32 w 197"/>
              <a:gd name="T1" fmla="*/ 34 h 208"/>
              <a:gd name="T2" fmla="*/ 92 w 197"/>
              <a:gd name="T3" fmla="*/ 5 h 208"/>
              <a:gd name="T4" fmla="*/ 156 w 197"/>
              <a:gd name="T5" fmla="*/ 21 h 208"/>
              <a:gd name="T6" fmla="*/ 166 w 197"/>
              <a:gd name="T7" fmla="*/ 52 h 208"/>
              <a:gd name="T8" fmla="*/ 187 w 197"/>
              <a:gd name="T9" fmla="*/ 114 h 208"/>
              <a:gd name="T10" fmla="*/ 13 w 197"/>
              <a:gd name="T11" fmla="*/ 111 h 208"/>
              <a:gd name="T12" fmla="*/ 53 w 197"/>
              <a:gd name="T13" fmla="*/ 168 h 208"/>
              <a:gd name="T14" fmla="*/ 63 w 197"/>
              <a:gd name="T15" fmla="*/ 164 h 208"/>
              <a:gd name="T16" fmla="*/ 74 w 197"/>
              <a:gd name="T17" fmla="*/ 168 h 208"/>
              <a:gd name="T18" fmla="*/ 74 w 197"/>
              <a:gd name="T19" fmla="*/ 165 h 208"/>
              <a:gd name="T20" fmla="*/ 76 w 197"/>
              <a:gd name="T21" fmla="*/ 165 h 208"/>
              <a:gd name="T22" fmla="*/ 77 w 197"/>
              <a:gd name="T23" fmla="*/ 168 h 208"/>
              <a:gd name="T24" fmla="*/ 88 w 197"/>
              <a:gd name="T25" fmla="*/ 164 h 208"/>
              <a:gd name="T26" fmla="*/ 97 w 197"/>
              <a:gd name="T27" fmla="*/ 168 h 208"/>
              <a:gd name="T28" fmla="*/ 98 w 197"/>
              <a:gd name="T29" fmla="*/ 178 h 208"/>
              <a:gd name="T30" fmla="*/ 77 w 197"/>
              <a:gd name="T31" fmla="*/ 182 h 208"/>
              <a:gd name="T32" fmla="*/ 98 w 197"/>
              <a:gd name="T33" fmla="*/ 186 h 208"/>
              <a:gd name="T34" fmla="*/ 97 w 197"/>
              <a:gd name="T35" fmla="*/ 196 h 208"/>
              <a:gd name="T36" fmla="*/ 88 w 197"/>
              <a:gd name="T37" fmla="*/ 200 h 208"/>
              <a:gd name="T38" fmla="*/ 77 w 197"/>
              <a:gd name="T39" fmla="*/ 196 h 208"/>
              <a:gd name="T40" fmla="*/ 77 w 197"/>
              <a:gd name="T41" fmla="*/ 199 h 208"/>
              <a:gd name="T42" fmla="*/ 74 w 197"/>
              <a:gd name="T43" fmla="*/ 199 h 208"/>
              <a:gd name="T44" fmla="*/ 74 w 197"/>
              <a:gd name="T45" fmla="*/ 196 h 208"/>
              <a:gd name="T46" fmla="*/ 63 w 197"/>
              <a:gd name="T47" fmla="*/ 200 h 208"/>
              <a:gd name="T48" fmla="*/ 53 w 197"/>
              <a:gd name="T49" fmla="*/ 196 h 208"/>
              <a:gd name="T50" fmla="*/ 53 w 197"/>
              <a:gd name="T51" fmla="*/ 186 h 208"/>
              <a:gd name="T52" fmla="*/ 73 w 197"/>
              <a:gd name="T53" fmla="*/ 182 h 208"/>
              <a:gd name="T54" fmla="*/ 53 w 197"/>
              <a:gd name="T55" fmla="*/ 178 h 208"/>
              <a:gd name="T56" fmla="*/ 109 w 197"/>
              <a:gd name="T57" fmla="*/ 149 h 208"/>
              <a:gd name="T58" fmla="*/ 118 w 197"/>
              <a:gd name="T59" fmla="*/ 144 h 208"/>
              <a:gd name="T60" fmla="*/ 131 w 197"/>
              <a:gd name="T61" fmla="*/ 159 h 208"/>
              <a:gd name="T62" fmla="*/ 125 w 197"/>
              <a:gd name="T63" fmla="*/ 140 h 208"/>
              <a:gd name="T64" fmla="*/ 134 w 197"/>
              <a:gd name="T65" fmla="*/ 135 h 208"/>
              <a:gd name="T66" fmla="*/ 142 w 197"/>
              <a:gd name="T67" fmla="*/ 141 h 208"/>
              <a:gd name="T68" fmla="*/ 144 w 197"/>
              <a:gd name="T69" fmla="*/ 153 h 208"/>
              <a:gd name="T70" fmla="*/ 147 w 197"/>
              <a:gd name="T71" fmla="*/ 152 h 208"/>
              <a:gd name="T72" fmla="*/ 148 w 197"/>
              <a:gd name="T73" fmla="*/ 154 h 208"/>
              <a:gd name="T74" fmla="*/ 145 w 197"/>
              <a:gd name="T75" fmla="*/ 155 h 208"/>
              <a:gd name="T76" fmla="*/ 154 w 197"/>
              <a:gd name="T77" fmla="*/ 163 h 208"/>
              <a:gd name="T78" fmla="*/ 156 w 197"/>
              <a:gd name="T79" fmla="*/ 173 h 208"/>
              <a:gd name="T80" fmla="*/ 147 w 197"/>
              <a:gd name="T81" fmla="*/ 179 h 208"/>
              <a:gd name="T82" fmla="*/ 134 w 197"/>
              <a:gd name="T83" fmla="*/ 163 h 208"/>
              <a:gd name="T84" fmla="*/ 140 w 197"/>
              <a:gd name="T85" fmla="*/ 183 h 208"/>
              <a:gd name="T86" fmla="*/ 131 w 197"/>
              <a:gd name="T87" fmla="*/ 187 h 208"/>
              <a:gd name="T88" fmla="*/ 123 w 197"/>
              <a:gd name="T89" fmla="*/ 181 h 208"/>
              <a:gd name="T90" fmla="*/ 121 w 197"/>
              <a:gd name="T91" fmla="*/ 169 h 208"/>
              <a:gd name="T92" fmla="*/ 118 w 197"/>
              <a:gd name="T93" fmla="*/ 171 h 208"/>
              <a:gd name="T94" fmla="*/ 117 w 197"/>
              <a:gd name="T95" fmla="*/ 169 h 208"/>
              <a:gd name="T96" fmla="*/ 120 w 197"/>
              <a:gd name="T97" fmla="*/ 167 h 208"/>
              <a:gd name="T98" fmla="*/ 111 w 197"/>
              <a:gd name="T99" fmla="*/ 159 h 208"/>
              <a:gd name="T100" fmla="*/ 109 w 197"/>
              <a:gd name="T101" fmla="*/ 149 h 2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97" h="208">
                <a:moveTo>
                  <a:pt x="0" y="78"/>
                </a:moveTo>
                <a:cubicBezTo>
                  <a:pt x="0" y="68"/>
                  <a:pt x="3" y="59"/>
                  <a:pt x="9" y="51"/>
                </a:cubicBezTo>
                <a:cubicBezTo>
                  <a:pt x="15" y="43"/>
                  <a:pt x="22" y="37"/>
                  <a:pt x="32" y="34"/>
                </a:cubicBezTo>
                <a:cubicBezTo>
                  <a:pt x="33" y="24"/>
                  <a:pt x="38" y="16"/>
                  <a:pt x="46" y="10"/>
                </a:cubicBezTo>
                <a:cubicBezTo>
                  <a:pt x="54" y="3"/>
                  <a:pt x="62" y="0"/>
                  <a:pt x="73" y="0"/>
                </a:cubicBezTo>
                <a:cubicBezTo>
                  <a:pt x="80" y="0"/>
                  <a:pt x="86" y="2"/>
                  <a:pt x="92" y="5"/>
                </a:cubicBezTo>
                <a:cubicBezTo>
                  <a:pt x="98" y="8"/>
                  <a:pt x="103" y="13"/>
                  <a:pt x="107" y="19"/>
                </a:cubicBezTo>
                <a:cubicBezTo>
                  <a:pt x="114" y="13"/>
                  <a:pt x="121" y="11"/>
                  <a:pt x="130" y="11"/>
                </a:cubicBezTo>
                <a:cubicBezTo>
                  <a:pt x="140" y="11"/>
                  <a:pt x="149" y="14"/>
                  <a:pt x="156" y="21"/>
                </a:cubicBezTo>
                <a:cubicBezTo>
                  <a:pt x="163" y="28"/>
                  <a:pt x="166" y="37"/>
                  <a:pt x="166" y="47"/>
                </a:cubicBezTo>
                <a:cubicBezTo>
                  <a:pt x="166" y="48"/>
                  <a:pt x="166" y="48"/>
                  <a:pt x="166" y="49"/>
                </a:cubicBezTo>
                <a:cubicBezTo>
                  <a:pt x="166" y="50"/>
                  <a:pt x="166" y="51"/>
                  <a:pt x="166" y="52"/>
                </a:cubicBezTo>
                <a:cubicBezTo>
                  <a:pt x="175" y="54"/>
                  <a:pt x="182" y="58"/>
                  <a:pt x="188" y="64"/>
                </a:cubicBezTo>
                <a:cubicBezTo>
                  <a:pt x="194" y="71"/>
                  <a:pt x="197" y="79"/>
                  <a:pt x="197" y="89"/>
                </a:cubicBezTo>
                <a:cubicBezTo>
                  <a:pt x="197" y="99"/>
                  <a:pt x="194" y="107"/>
                  <a:pt x="187" y="114"/>
                </a:cubicBezTo>
                <a:cubicBezTo>
                  <a:pt x="180" y="121"/>
                  <a:pt x="171" y="125"/>
                  <a:pt x="161" y="125"/>
                </a:cubicBezTo>
                <a:cubicBezTo>
                  <a:pt x="47" y="125"/>
                  <a:pt x="47" y="125"/>
                  <a:pt x="47" y="125"/>
                </a:cubicBezTo>
                <a:cubicBezTo>
                  <a:pt x="34" y="125"/>
                  <a:pt x="23" y="120"/>
                  <a:pt x="13" y="111"/>
                </a:cubicBezTo>
                <a:cubicBezTo>
                  <a:pt x="4" y="102"/>
                  <a:pt x="0" y="91"/>
                  <a:pt x="0" y="78"/>
                </a:cubicBezTo>
                <a:close/>
                <a:moveTo>
                  <a:pt x="52" y="170"/>
                </a:moveTo>
                <a:cubicBezTo>
                  <a:pt x="53" y="168"/>
                  <a:pt x="53" y="168"/>
                  <a:pt x="53" y="168"/>
                </a:cubicBezTo>
                <a:cubicBezTo>
                  <a:pt x="61" y="173"/>
                  <a:pt x="61" y="173"/>
                  <a:pt x="61" y="173"/>
                </a:cubicBezTo>
                <a:cubicBezTo>
                  <a:pt x="60" y="165"/>
                  <a:pt x="60" y="165"/>
                  <a:pt x="60" y="165"/>
                </a:cubicBezTo>
                <a:cubicBezTo>
                  <a:pt x="63" y="164"/>
                  <a:pt x="63" y="164"/>
                  <a:pt x="63" y="164"/>
                </a:cubicBezTo>
                <a:cubicBezTo>
                  <a:pt x="63" y="174"/>
                  <a:pt x="63" y="174"/>
                  <a:pt x="63" y="174"/>
                </a:cubicBezTo>
                <a:cubicBezTo>
                  <a:pt x="74" y="180"/>
                  <a:pt x="74" y="180"/>
                  <a:pt x="74" y="180"/>
                </a:cubicBezTo>
                <a:cubicBezTo>
                  <a:pt x="74" y="168"/>
                  <a:pt x="74" y="168"/>
                  <a:pt x="74" y="168"/>
                </a:cubicBezTo>
                <a:cubicBezTo>
                  <a:pt x="66" y="162"/>
                  <a:pt x="66" y="162"/>
                  <a:pt x="66" y="162"/>
                </a:cubicBezTo>
                <a:cubicBezTo>
                  <a:pt x="67" y="161"/>
                  <a:pt x="67" y="161"/>
                  <a:pt x="67" y="161"/>
                </a:cubicBezTo>
                <a:cubicBezTo>
                  <a:pt x="74" y="165"/>
                  <a:pt x="74" y="165"/>
                  <a:pt x="74" y="165"/>
                </a:cubicBezTo>
                <a:cubicBezTo>
                  <a:pt x="74" y="156"/>
                  <a:pt x="74" y="156"/>
                  <a:pt x="74" y="156"/>
                </a:cubicBezTo>
                <a:cubicBezTo>
                  <a:pt x="77" y="156"/>
                  <a:pt x="77" y="156"/>
                  <a:pt x="77" y="156"/>
                </a:cubicBezTo>
                <a:cubicBezTo>
                  <a:pt x="76" y="165"/>
                  <a:pt x="76" y="165"/>
                  <a:pt x="76" y="165"/>
                </a:cubicBezTo>
                <a:cubicBezTo>
                  <a:pt x="83" y="161"/>
                  <a:pt x="83" y="161"/>
                  <a:pt x="83" y="161"/>
                </a:cubicBezTo>
                <a:cubicBezTo>
                  <a:pt x="84" y="162"/>
                  <a:pt x="84" y="162"/>
                  <a:pt x="84" y="162"/>
                </a:cubicBezTo>
                <a:cubicBezTo>
                  <a:pt x="77" y="168"/>
                  <a:pt x="77" y="168"/>
                  <a:pt x="77" y="168"/>
                </a:cubicBezTo>
                <a:cubicBezTo>
                  <a:pt x="77" y="180"/>
                  <a:pt x="77" y="180"/>
                  <a:pt x="77" y="180"/>
                </a:cubicBezTo>
                <a:cubicBezTo>
                  <a:pt x="87" y="174"/>
                  <a:pt x="87" y="174"/>
                  <a:pt x="87" y="174"/>
                </a:cubicBezTo>
                <a:cubicBezTo>
                  <a:pt x="88" y="164"/>
                  <a:pt x="88" y="164"/>
                  <a:pt x="88" y="164"/>
                </a:cubicBezTo>
                <a:cubicBezTo>
                  <a:pt x="90" y="165"/>
                  <a:pt x="90" y="165"/>
                  <a:pt x="90" y="165"/>
                </a:cubicBezTo>
                <a:cubicBezTo>
                  <a:pt x="89" y="173"/>
                  <a:pt x="89" y="173"/>
                  <a:pt x="89" y="173"/>
                </a:cubicBezTo>
                <a:cubicBezTo>
                  <a:pt x="97" y="168"/>
                  <a:pt x="97" y="168"/>
                  <a:pt x="97" y="168"/>
                </a:cubicBezTo>
                <a:cubicBezTo>
                  <a:pt x="98" y="170"/>
                  <a:pt x="98" y="170"/>
                  <a:pt x="98" y="170"/>
                </a:cubicBezTo>
                <a:cubicBezTo>
                  <a:pt x="90" y="175"/>
                  <a:pt x="90" y="175"/>
                  <a:pt x="90" y="175"/>
                </a:cubicBezTo>
                <a:cubicBezTo>
                  <a:pt x="98" y="178"/>
                  <a:pt x="98" y="178"/>
                  <a:pt x="98" y="178"/>
                </a:cubicBezTo>
                <a:cubicBezTo>
                  <a:pt x="97" y="180"/>
                  <a:pt x="97" y="180"/>
                  <a:pt x="97" y="180"/>
                </a:cubicBezTo>
                <a:cubicBezTo>
                  <a:pt x="88" y="176"/>
                  <a:pt x="88" y="176"/>
                  <a:pt x="88" y="176"/>
                </a:cubicBezTo>
                <a:cubicBezTo>
                  <a:pt x="77" y="182"/>
                  <a:pt x="77" y="182"/>
                  <a:pt x="77" y="182"/>
                </a:cubicBezTo>
                <a:cubicBezTo>
                  <a:pt x="88" y="188"/>
                  <a:pt x="88" y="188"/>
                  <a:pt x="88" y="188"/>
                </a:cubicBezTo>
                <a:cubicBezTo>
                  <a:pt x="97" y="184"/>
                  <a:pt x="97" y="184"/>
                  <a:pt x="97" y="184"/>
                </a:cubicBezTo>
                <a:cubicBezTo>
                  <a:pt x="98" y="186"/>
                  <a:pt x="98" y="186"/>
                  <a:pt x="98" y="186"/>
                </a:cubicBezTo>
                <a:cubicBezTo>
                  <a:pt x="90" y="190"/>
                  <a:pt x="90" y="190"/>
                  <a:pt x="90" y="190"/>
                </a:cubicBezTo>
                <a:cubicBezTo>
                  <a:pt x="98" y="194"/>
                  <a:pt x="98" y="194"/>
                  <a:pt x="98" y="194"/>
                </a:cubicBezTo>
                <a:cubicBezTo>
                  <a:pt x="97" y="196"/>
                  <a:pt x="97" y="196"/>
                  <a:pt x="97" y="196"/>
                </a:cubicBezTo>
                <a:cubicBezTo>
                  <a:pt x="89" y="192"/>
                  <a:pt x="89" y="192"/>
                  <a:pt x="89" y="192"/>
                </a:cubicBezTo>
                <a:cubicBezTo>
                  <a:pt x="90" y="200"/>
                  <a:pt x="90" y="200"/>
                  <a:pt x="90" y="200"/>
                </a:cubicBezTo>
                <a:cubicBezTo>
                  <a:pt x="88" y="200"/>
                  <a:pt x="88" y="200"/>
                  <a:pt x="88" y="200"/>
                </a:cubicBezTo>
                <a:cubicBezTo>
                  <a:pt x="87" y="190"/>
                  <a:pt x="87" y="190"/>
                  <a:pt x="87" y="190"/>
                </a:cubicBezTo>
                <a:cubicBezTo>
                  <a:pt x="77" y="184"/>
                  <a:pt x="77" y="184"/>
                  <a:pt x="77" y="184"/>
                </a:cubicBezTo>
                <a:cubicBezTo>
                  <a:pt x="77" y="196"/>
                  <a:pt x="77" y="196"/>
                  <a:pt x="77" y="196"/>
                </a:cubicBezTo>
                <a:cubicBezTo>
                  <a:pt x="84" y="202"/>
                  <a:pt x="84" y="202"/>
                  <a:pt x="84" y="202"/>
                </a:cubicBezTo>
                <a:cubicBezTo>
                  <a:pt x="83" y="204"/>
                  <a:pt x="83" y="204"/>
                  <a:pt x="83" y="204"/>
                </a:cubicBezTo>
                <a:cubicBezTo>
                  <a:pt x="77" y="199"/>
                  <a:pt x="77" y="199"/>
                  <a:pt x="77" y="199"/>
                </a:cubicBezTo>
                <a:cubicBezTo>
                  <a:pt x="77" y="208"/>
                  <a:pt x="77" y="208"/>
                  <a:pt x="77" y="208"/>
                </a:cubicBezTo>
                <a:cubicBezTo>
                  <a:pt x="74" y="208"/>
                  <a:pt x="74" y="208"/>
                  <a:pt x="74" y="208"/>
                </a:cubicBezTo>
                <a:cubicBezTo>
                  <a:pt x="74" y="199"/>
                  <a:pt x="74" y="199"/>
                  <a:pt x="74" y="199"/>
                </a:cubicBezTo>
                <a:cubicBezTo>
                  <a:pt x="67" y="204"/>
                  <a:pt x="67" y="204"/>
                  <a:pt x="67" y="204"/>
                </a:cubicBezTo>
                <a:cubicBezTo>
                  <a:pt x="66" y="202"/>
                  <a:pt x="66" y="202"/>
                  <a:pt x="66" y="202"/>
                </a:cubicBezTo>
                <a:cubicBezTo>
                  <a:pt x="74" y="196"/>
                  <a:pt x="74" y="196"/>
                  <a:pt x="74" y="196"/>
                </a:cubicBezTo>
                <a:cubicBezTo>
                  <a:pt x="74" y="184"/>
                  <a:pt x="74" y="184"/>
                  <a:pt x="74" y="184"/>
                </a:cubicBezTo>
                <a:cubicBezTo>
                  <a:pt x="63" y="190"/>
                  <a:pt x="63" y="190"/>
                  <a:pt x="63" y="190"/>
                </a:cubicBezTo>
                <a:cubicBezTo>
                  <a:pt x="63" y="200"/>
                  <a:pt x="63" y="200"/>
                  <a:pt x="63" y="200"/>
                </a:cubicBezTo>
                <a:cubicBezTo>
                  <a:pt x="60" y="200"/>
                  <a:pt x="60" y="200"/>
                  <a:pt x="60" y="200"/>
                </a:cubicBezTo>
                <a:cubicBezTo>
                  <a:pt x="61" y="192"/>
                  <a:pt x="61" y="192"/>
                  <a:pt x="61" y="192"/>
                </a:cubicBezTo>
                <a:cubicBezTo>
                  <a:pt x="53" y="196"/>
                  <a:pt x="53" y="196"/>
                  <a:pt x="53" y="196"/>
                </a:cubicBezTo>
                <a:cubicBezTo>
                  <a:pt x="52" y="194"/>
                  <a:pt x="52" y="194"/>
                  <a:pt x="52" y="194"/>
                </a:cubicBezTo>
                <a:cubicBezTo>
                  <a:pt x="60" y="190"/>
                  <a:pt x="60" y="190"/>
                  <a:pt x="60" y="190"/>
                </a:cubicBezTo>
                <a:cubicBezTo>
                  <a:pt x="53" y="186"/>
                  <a:pt x="53" y="186"/>
                  <a:pt x="53" y="186"/>
                </a:cubicBezTo>
                <a:cubicBezTo>
                  <a:pt x="53" y="184"/>
                  <a:pt x="53" y="184"/>
                  <a:pt x="53" y="184"/>
                </a:cubicBezTo>
                <a:cubicBezTo>
                  <a:pt x="62" y="188"/>
                  <a:pt x="62" y="188"/>
                  <a:pt x="62" y="188"/>
                </a:cubicBezTo>
                <a:cubicBezTo>
                  <a:pt x="73" y="182"/>
                  <a:pt x="73" y="182"/>
                  <a:pt x="73" y="182"/>
                </a:cubicBezTo>
                <a:cubicBezTo>
                  <a:pt x="62" y="176"/>
                  <a:pt x="62" y="176"/>
                  <a:pt x="62" y="176"/>
                </a:cubicBezTo>
                <a:cubicBezTo>
                  <a:pt x="53" y="180"/>
                  <a:pt x="53" y="180"/>
                  <a:pt x="53" y="180"/>
                </a:cubicBezTo>
                <a:cubicBezTo>
                  <a:pt x="53" y="178"/>
                  <a:pt x="53" y="178"/>
                  <a:pt x="53" y="178"/>
                </a:cubicBezTo>
                <a:cubicBezTo>
                  <a:pt x="60" y="175"/>
                  <a:pt x="60" y="175"/>
                  <a:pt x="60" y="175"/>
                </a:cubicBezTo>
                <a:lnTo>
                  <a:pt x="52" y="170"/>
                </a:lnTo>
                <a:close/>
                <a:moveTo>
                  <a:pt x="109" y="149"/>
                </a:moveTo>
                <a:cubicBezTo>
                  <a:pt x="111" y="147"/>
                  <a:pt x="111" y="147"/>
                  <a:pt x="111" y="147"/>
                </a:cubicBezTo>
                <a:cubicBezTo>
                  <a:pt x="118" y="152"/>
                  <a:pt x="118" y="152"/>
                  <a:pt x="118" y="152"/>
                </a:cubicBezTo>
                <a:cubicBezTo>
                  <a:pt x="118" y="144"/>
                  <a:pt x="118" y="144"/>
                  <a:pt x="118" y="144"/>
                </a:cubicBezTo>
                <a:cubicBezTo>
                  <a:pt x="120" y="144"/>
                  <a:pt x="120" y="144"/>
                  <a:pt x="120" y="144"/>
                </a:cubicBezTo>
                <a:cubicBezTo>
                  <a:pt x="121" y="153"/>
                  <a:pt x="121" y="153"/>
                  <a:pt x="121" y="153"/>
                </a:cubicBezTo>
                <a:cubicBezTo>
                  <a:pt x="131" y="159"/>
                  <a:pt x="131" y="159"/>
                  <a:pt x="131" y="159"/>
                </a:cubicBezTo>
                <a:cubicBezTo>
                  <a:pt x="131" y="147"/>
                  <a:pt x="131" y="147"/>
                  <a:pt x="131" y="147"/>
                </a:cubicBezTo>
                <a:cubicBezTo>
                  <a:pt x="123" y="141"/>
                  <a:pt x="123" y="141"/>
                  <a:pt x="123" y="141"/>
                </a:cubicBezTo>
                <a:cubicBezTo>
                  <a:pt x="125" y="140"/>
                  <a:pt x="125" y="140"/>
                  <a:pt x="125" y="140"/>
                </a:cubicBezTo>
                <a:cubicBezTo>
                  <a:pt x="131" y="144"/>
                  <a:pt x="131" y="144"/>
                  <a:pt x="131" y="144"/>
                </a:cubicBezTo>
                <a:cubicBezTo>
                  <a:pt x="131" y="135"/>
                  <a:pt x="131" y="135"/>
                  <a:pt x="131" y="135"/>
                </a:cubicBezTo>
                <a:cubicBezTo>
                  <a:pt x="134" y="135"/>
                  <a:pt x="134" y="135"/>
                  <a:pt x="134" y="135"/>
                </a:cubicBezTo>
                <a:cubicBezTo>
                  <a:pt x="134" y="144"/>
                  <a:pt x="134" y="144"/>
                  <a:pt x="134" y="144"/>
                </a:cubicBezTo>
                <a:cubicBezTo>
                  <a:pt x="140" y="140"/>
                  <a:pt x="140" y="140"/>
                  <a:pt x="140" y="140"/>
                </a:cubicBezTo>
                <a:cubicBezTo>
                  <a:pt x="142" y="141"/>
                  <a:pt x="142" y="141"/>
                  <a:pt x="142" y="141"/>
                </a:cubicBezTo>
                <a:cubicBezTo>
                  <a:pt x="134" y="147"/>
                  <a:pt x="134" y="147"/>
                  <a:pt x="134" y="147"/>
                </a:cubicBezTo>
                <a:cubicBezTo>
                  <a:pt x="134" y="159"/>
                  <a:pt x="134" y="159"/>
                  <a:pt x="134" y="159"/>
                </a:cubicBezTo>
                <a:cubicBezTo>
                  <a:pt x="144" y="153"/>
                  <a:pt x="144" y="153"/>
                  <a:pt x="144" y="153"/>
                </a:cubicBezTo>
                <a:cubicBezTo>
                  <a:pt x="145" y="144"/>
                  <a:pt x="145" y="144"/>
                  <a:pt x="145" y="144"/>
                </a:cubicBezTo>
                <a:cubicBezTo>
                  <a:pt x="147" y="144"/>
                  <a:pt x="147" y="144"/>
                  <a:pt x="147" y="144"/>
                </a:cubicBezTo>
                <a:cubicBezTo>
                  <a:pt x="147" y="152"/>
                  <a:pt x="147" y="152"/>
                  <a:pt x="147" y="152"/>
                </a:cubicBezTo>
                <a:cubicBezTo>
                  <a:pt x="154" y="147"/>
                  <a:pt x="154" y="147"/>
                  <a:pt x="154" y="147"/>
                </a:cubicBezTo>
                <a:cubicBezTo>
                  <a:pt x="156" y="149"/>
                  <a:pt x="156" y="149"/>
                  <a:pt x="156" y="149"/>
                </a:cubicBezTo>
                <a:cubicBezTo>
                  <a:pt x="148" y="154"/>
                  <a:pt x="148" y="154"/>
                  <a:pt x="148" y="154"/>
                </a:cubicBezTo>
                <a:cubicBezTo>
                  <a:pt x="155" y="157"/>
                  <a:pt x="155" y="157"/>
                  <a:pt x="155" y="157"/>
                </a:cubicBezTo>
                <a:cubicBezTo>
                  <a:pt x="154" y="159"/>
                  <a:pt x="154" y="159"/>
                  <a:pt x="154" y="159"/>
                </a:cubicBezTo>
                <a:cubicBezTo>
                  <a:pt x="145" y="155"/>
                  <a:pt x="145" y="155"/>
                  <a:pt x="145" y="155"/>
                </a:cubicBezTo>
                <a:cubicBezTo>
                  <a:pt x="135" y="161"/>
                  <a:pt x="135" y="161"/>
                  <a:pt x="135" y="161"/>
                </a:cubicBezTo>
                <a:cubicBezTo>
                  <a:pt x="145" y="167"/>
                  <a:pt x="145" y="167"/>
                  <a:pt x="145" y="167"/>
                </a:cubicBezTo>
                <a:cubicBezTo>
                  <a:pt x="154" y="163"/>
                  <a:pt x="154" y="163"/>
                  <a:pt x="154" y="163"/>
                </a:cubicBezTo>
                <a:cubicBezTo>
                  <a:pt x="155" y="165"/>
                  <a:pt x="155" y="165"/>
                  <a:pt x="155" y="165"/>
                </a:cubicBezTo>
                <a:cubicBezTo>
                  <a:pt x="148" y="169"/>
                  <a:pt x="148" y="169"/>
                  <a:pt x="148" y="169"/>
                </a:cubicBezTo>
                <a:cubicBezTo>
                  <a:pt x="156" y="173"/>
                  <a:pt x="156" y="173"/>
                  <a:pt x="156" y="173"/>
                </a:cubicBezTo>
                <a:cubicBezTo>
                  <a:pt x="154" y="175"/>
                  <a:pt x="154" y="175"/>
                  <a:pt x="154" y="175"/>
                </a:cubicBezTo>
                <a:cubicBezTo>
                  <a:pt x="147" y="171"/>
                  <a:pt x="147" y="171"/>
                  <a:pt x="147" y="171"/>
                </a:cubicBezTo>
                <a:cubicBezTo>
                  <a:pt x="147" y="179"/>
                  <a:pt x="147" y="179"/>
                  <a:pt x="147" y="179"/>
                </a:cubicBezTo>
                <a:cubicBezTo>
                  <a:pt x="145" y="179"/>
                  <a:pt x="145" y="179"/>
                  <a:pt x="145" y="179"/>
                </a:cubicBezTo>
                <a:cubicBezTo>
                  <a:pt x="144" y="169"/>
                  <a:pt x="144" y="169"/>
                  <a:pt x="144" y="169"/>
                </a:cubicBezTo>
                <a:cubicBezTo>
                  <a:pt x="134" y="163"/>
                  <a:pt x="134" y="163"/>
                  <a:pt x="134" y="163"/>
                </a:cubicBezTo>
                <a:cubicBezTo>
                  <a:pt x="134" y="176"/>
                  <a:pt x="134" y="176"/>
                  <a:pt x="134" y="176"/>
                </a:cubicBezTo>
                <a:cubicBezTo>
                  <a:pt x="142" y="181"/>
                  <a:pt x="142" y="181"/>
                  <a:pt x="142" y="181"/>
                </a:cubicBezTo>
                <a:cubicBezTo>
                  <a:pt x="140" y="183"/>
                  <a:pt x="140" y="183"/>
                  <a:pt x="140" y="183"/>
                </a:cubicBezTo>
                <a:cubicBezTo>
                  <a:pt x="134" y="178"/>
                  <a:pt x="134" y="178"/>
                  <a:pt x="134" y="178"/>
                </a:cubicBezTo>
                <a:cubicBezTo>
                  <a:pt x="134" y="187"/>
                  <a:pt x="134" y="187"/>
                  <a:pt x="134" y="187"/>
                </a:cubicBezTo>
                <a:cubicBezTo>
                  <a:pt x="131" y="187"/>
                  <a:pt x="131" y="187"/>
                  <a:pt x="131" y="187"/>
                </a:cubicBezTo>
                <a:cubicBezTo>
                  <a:pt x="131" y="178"/>
                  <a:pt x="131" y="178"/>
                  <a:pt x="131" y="178"/>
                </a:cubicBezTo>
                <a:cubicBezTo>
                  <a:pt x="125" y="183"/>
                  <a:pt x="125" y="183"/>
                  <a:pt x="125" y="183"/>
                </a:cubicBezTo>
                <a:cubicBezTo>
                  <a:pt x="123" y="181"/>
                  <a:pt x="123" y="181"/>
                  <a:pt x="123" y="181"/>
                </a:cubicBezTo>
                <a:cubicBezTo>
                  <a:pt x="131" y="176"/>
                  <a:pt x="131" y="176"/>
                  <a:pt x="131" y="176"/>
                </a:cubicBezTo>
                <a:cubicBezTo>
                  <a:pt x="131" y="163"/>
                  <a:pt x="131" y="163"/>
                  <a:pt x="131" y="163"/>
                </a:cubicBezTo>
                <a:cubicBezTo>
                  <a:pt x="121" y="169"/>
                  <a:pt x="121" y="169"/>
                  <a:pt x="121" y="169"/>
                </a:cubicBezTo>
                <a:cubicBezTo>
                  <a:pt x="120" y="179"/>
                  <a:pt x="120" y="179"/>
                  <a:pt x="120" y="179"/>
                </a:cubicBezTo>
                <a:cubicBezTo>
                  <a:pt x="118" y="179"/>
                  <a:pt x="118" y="179"/>
                  <a:pt x="118" y="179"/>
                </a:cubicBezTo>
                <a:cubicBezTo>
                  <a:pt x="118" y="171"/>
                  <a:pt x="118" y="171"/>
                  <a:pt x="118" y="171"/>
                </a:cubicBezTo>
                <a:cubicBezTo>
                  <a:pt x="111" y="175"/>
                  <a:pt x="111" y="175"/>
                  <a:pt x="111" y="175"/>
                </a:cubicBezTo>
                <a:cubicBezTo>
                  <a:pt x="109" y="173"/>
                  <a:pt x="109" y="173"/>
                  <a:pt x="109" y="173"/>
                </a:cubicBezTo>
                <a:cubicBezTo>
                  <a:pt x="117" y="169"/>
                  <a:pt x="117" y="169"/>
                  <a:pt x="117" y="169"/>
                </a:cubicBezTo>
                <a:cubicBezTo>
                  <a:pt x="110" y="165"/>
                  <a:pt x="110" y="165"/>
                  <a:pt x="110" y="165"/>
                </a:cubicBezTo>
                <a:cubicBezTo>
                  <a:pt x="111" y="163"/>
                  <a:pt x="111" y="163"/>
                  <a:pt x="111" y="163"/>
                </a:cubicBezTo>
                <a:cubicBezTo>
                  <a:pt x="120" y="167"/>
                  <a:pt x="120" y="167"/>
                  <a:pt x="120" y="167"/>
                </a:cubicBezTo>
                <a:cubicBezTo>
                  <a:pt x="130" y="161"/>
                  <a:pt x="130" y="161"/>
                  <a:pt x="130" y="161"/>
                </a:cubicBezTo>
                <a:cubicBezTo>
                  <a:pt x="120" y="155"/>
                  <a:pt x="120" y="155"/>
                  <a:pt x="120" y="155"/>
                </a:cubicBezTo>
                <a:cubicBezTo>
                  <a:pt x="111" y="159"/>
                  <a:pt x="111" y="159"/>
                  <a:pt x="111" y="159"/>
                </a:cubicBezTo>
                <a:cubicBezTo>
                  <a:pt x="110" y="157"/>
                  <a:pt x="110" y="157"/>
                  <a:pt x="110" y="157"/>
                </a:cubicBezTo>
                <a:cubicBezTo>
                  <a:pt x="117" y="154"/>
                  <a:pt x="117" y="154"/>
                  <a:pt x="117" y="154"/>
                </a:cubicBezTo>
                <a:lnTo>
                  <a:pt x="109" y="14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05" name="Freeform 107"/>
          <p:cNvSpPr>
            <a:spLocks noEditPoints="1"/>
          </p:cNvSpPr>
          <p:nvPr/>
        </p:nvSpPr>
        <p:spPr bwMode="auto">
          <a:xfrm>
            <a:off x="6396837" y="3942492"/>
            <a:ext cx="284496" cy="180253"/>
          </a:xfrm>
          <a:custGeom>
            <a:avLst/>
            <a:gdLst>
              <a:gd name="T0" fmla="*/ 0 w 198"/>
              <a:gd name="T1" fmla="*/ 78 h 125"/>
              <a:gd name="T2" fmla="*/ 9 w 198"/>
              <a:gd name="T3" fmla="*/ 51 h 125"/>
              <a:gd name="T4" fmla="*/ 32 w 198"/>
              <a:gd name="T5" fmla="*/ 34 h 125"/>
              <a:gd name="T6" fmla="*/ 46 w 198"/>
              <a:gd name="T7" fmla="*/ 10 h 125"/>
              <a:gd name="T8" fmla="*/ 73 w 198"/>
              <a:gd name="T9" fmla="*/ 0 h 125"/>
              <a:gd name="T10" fmla="*/ 93 w 198"/>
              <a:gd name="T11" fmla="*/ 5 h 125"/>
              <a:gd name="T12" fmla="*/ 108 w 198"/>
              <a:gd name="T13" fmla="*/ 19 h 125"/>
              <a:gd name="T14" fmla="*/ 130 w 198"/>
              <a:gd name="T15" fmla="*/ 11 h 125"/>
              <a:gd name="T16" fmla="*/ 156 w 198"/>
              <a:gd name="T17" fmla="*/ 21 h 125"/>
              <a:gd name="T18" fmla="*/ 167 w 198"/>
              <a:gd name="T19" fmla="*/ 47 h 125"/>
              <a:gd name="T20" fmla="*/ 167 w 198"/>
              <a:gd name="T21" fmla="*/ 49 h 125"/>
              <a:gd name="T22" fmla="*/ 166 w 198"/>
              <a:gd name="T23" fmla="*/ 53 h 125"/>
              <a:gd name="T24" fmla="*/ 189 w 198"/>
              <a:gd name="T25" fmla="*/ 65 h 125"/>
              <a:gd name="T26" fmla="*/ 198 w 198"/>
              <a:gd name="T27" fmla="*/ 89 h 125"/>
              <a:gd name="T28" fmla="*/ 187 w 198"/>
              <a:gd name="T29" fmla="*/ 114 h 125"/>
              <a:gd name="T30" fmla="*/ 161 w 198"/>
              <a:gd name="T31" fmla="*/ 125 h 125"/>
              <a:gd name="T32" fmla="*/ 47 w 198"/>
              <a:gd name="T33" fmla="*/ 125 h 125"/>
              <a:gd name="T34" fmla="*/ 14 w 198"/>
              <a:gd name="T35" fmla="*/ 111 h 125"/>
              <a:gd name="T36" fmla="*/ 0 w 198"/>
              <a:gd name="T37" fmla="*/ 78 h 125"/>
              <a:gd name="T38" fmla="*/ 63 w 198"/>
              <a:gd name="T39" fmla="*/ 89 h 125"/>
              <a:gd name="T40" fmla="*/ 99 w 198"/>
              <a:gd name="T41" fmla="*/ 125 h 125"/>
              <a:gd name="T42" fmla="*/ 136 w 198"/>
              <a:gd name="T43" fmla="*/ 89 h 125"/>
              <a:gd name="T44" fmla="*/ 112 w 198"/>
              <a:gd name="T45" fmla="*/ 89 h 125"/>
              <a:gd name="T46" fmla="*/ 112 w 198"/>
              <a:gd name="T47" fmla="*/ 47 h 125"/>
              <a:gd name="T48" fmla="*/ 86 w 198"/>
              <a:gd name="T49" fmla="*/ 47 h 125"/>
              <a:gd name="T50" fmla="*/ 86 w 198"/>
              <a:gd name="T51" fmla="*/ 89 h 125"/>
              <a:gd name="T52" fmla="*/ 63 w 198"/>
              <a:gd name="T53" fmla="*/ 89 h 1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198" h="125">
                <a:moveTo>
                  <a:pt x="0" y="78"/>
                </a:moveTo>
                <a:cubicBezTo>
                  <a:pt x="0" y="68"/>
                  <a:pt x="3" y="59"/>
                  <a:pt x="9" y="51"/>
                </a:cubicBezTo>
                <a:cubicBezTo>
                  <a:pt x="15" y="43"/>
                  <a:pt x="23" y="37"/>
                  <a:pt x="32" y="34"/>
                </a:cubicBezTo>
                <a:cubicBezTo>
                  <a:pt x="34" y="24"/>
                  <a:pt x="39" y="16"/>
                  <a:pt x="46" y="10"/>
                </a:cubicBezTo>
                <a:cubicBezTo>
                  <a:pt x="54" y="3"/>
                  <a:pt x="63" y="0"/>
                  <a:pt x="73" y="0"/>
                </a:cubicBezTo>
                <a:cubicBezTo>
                  <a:pt x="80" y="0"/>
                  <a:pt x="87" y="2"/>
                  <a:pt x="93" y="5"/>
                </a:cubicBezTo>
                <a:cubicBezTo>
                  <a:pt x="99" y="9"/>
                  <a:pt x="104" y="13"/>
                  <a:pt x="108" y="19"/>
                </a:cubicBezTo>
                <a:cubicBezTo>
                  <a:pt x="114" y="13"/>
                  <a:pt x="122" y="11"/>
                  <a:pt x="130" y="11"/>
                </a:cubicBezTo>
                <a:cubicBezTo>
                  <a:pt x="140" y="11"/>
                  <a:pt x="149" y="14"/>
                  <a:pt x="156" y="21"/>
                </a:cubicBezTo>
                <a:cubicBezTo>
                  <a:pt x="163" y="28"/>
                  <a:pt x="167" y="37"/>
                  <a:pt x="167" y="47"/>
                </a:cubicBezTo>
                <a:cubicBezTo>
                  <a:pt x="167" y="48"/>
                  <a:pt x="167" y="48"/>
                  <a:pt x="167" y="49"/>
                </a:cubicBezTo>
                <a:cubicBezTo>
                  <a:pt x="167" y="50"/>
                  <a:pt x="166" y="51"/>
                  <a:pt x="166" y="53"/>
                </a:cubicBezTo>
                <a:cubicBezTo>
                  <a:pt x="175" y="54"/>
                  <a:pt x="183" y="58"/>
                  <a:pt x="189" y="65"/>
                </a:cubicBezTo>
                <a:cubicBezTo>
                  <a:pt x="195" y="71"/>
                  <a:pt x="198" y="79"/>
                  <a:pt x="198" y="89"/>
                </a:cubicBezTo>
                <a:cubicBezTo>
                  <a:pt x="198" y="99"/>
                  <a:pt x="194" y="107"/>
                  <a:pt x="187" y="114"/>
                </a:cubicBezTo>
                <a:cubicBezTo>
                  <a:pt x="180" y="121"/>
                  <a:pt x="172" y="125"/>
                  <a:pt x="161" y="125"/>
                </a:cubicBezTo>
                <a:cubicBezTo>
                  <a:pt x="47" y="125"/>
                  <a:pt x="47" y="125"/>
                  <a:pt x="47" y="125"/>
                </a:cubicBezTo>
                <a:cubicBezTo>
                  <a:pt x="34" y="125"/>
                  <a:pt x="23" y="120"/>
                  <a:pt x="14" y="111"/>
                </a:cubicBezTo>
                <a:cubicBezTo>
                  <a:pt x="5" y="102"/>
                  <a:pt x="0" y="91"/>
                  <a:pt x="0" y="78"/>
                </a:cubicBezTo>
                <a:close/>
                <a:moveTo>
                  <a:pt x="63" y="89"/>
                </a:moveTo>
                <a:cubicBezTo>
                  <a:pt x="99" y="125"/>
                  <a:pt x="99" y="125"/>
                  <a:pt x="99" y="125"/>
                </a:cubicBezTo>
                <a:cubicBezTo>
                  <a:pt x="136" y="89"/>
                  <a:pt x="136" y="89"/>
                  <a:pt x="136" y="89"/>
                </a:cubicBezTo>
                <a:cubicBezTo>
                  <a:pt x="112" y="89"/>
                  <a:pt x="112" y="89"/>
                  <a:pt x="112" y="89"/>
                </a:cubicBezTo>
                <a:cubicBezTo>
                  <a:pt x="112" y="47"/>
                  <a:pt x="112" y="47"/>
                  <a:pt x="112" y="47"/>
                </a:cubicBezTo>
                <a:cubicBezTo>
                  <a:pt x="86" y="47"/>
                  <a:pt x="86" y="47"/>
                  <a:pt x="86" y="47"/>
                </a:cubicBezTo>
                <a:cubicBezTo>
                  <a:pt x="86" y="89"/>
                  <a:pt x="86" y="89"/>
                  <a:pt x="86" y="89"/>
                </a:cubicBezTo>
                <a:lnTo>
                  <a:pt x="63" y="8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06" name="Freeform 108"/>
          <p:cNvSpPr>
            <a:spLocks/>
          </p:cNvSpPr>
          <p:nvPr/>
        </p:nvSpPr>
        <p:spPr bwMode="auto">
          <a:xfrm>
            <a:off x="6972345" y="3836077"/>
            <a:ext cx="317071" cy="358335"/>
          </a:xfrm>
          <a:custGeom>
            <a:avLst/>
            <a:gdLst>
              <a:gd name="T0" fmla="*/ 25 w 146"/>
              <a:gd name="T1" fmla="*/ 106 h 165"/>
              <a:gd name="T2" fmla="*/ 4 w 146"/>
              <a:gd name="T3" fmla="*/ 89 h 165"/>
              <a:gd name="T4" fmla="*/ 66 w 146"/>
              <a:gd name="T5" fmla="*/ 82 h 165"/>
              <a:gd name="T6" fmla="*/ 4 w 146"/>
              <a:gd name="T7" fmla="*/ 75 h 165"/>
              <a:gd name="T8" fmla="*/ 25 w 146"/>
              <a:gd name="T9" fmla="*/ 58 h 165"/>
              <a:gd name="T10" fmla="*/ 3 w 146"/>
              <a:gd name="T11" fmla="*/ 38 h 165"/>
              <a:gd name="T12" fmla="*/ 26 w 146"/>
              <a:gd name="T13" fmla="*/ 26 h 165"/>
              <a:gd name="T14" fmla="*/ 36 w 146"/>
              <a:gd name="T15" fmla="*/ 56 h 165"/>
              <a:gd name="T16" fmla="*/ 70 w 146"/>
              <a:gd name="T17" fmla="*/ 37 h 165"/>
              <a:gd name="T18" fmla="*/ 48 w 146"/>
              <a:gd name="T19" fmla="*/ 13 h 165"/>
              <a:gd name="T20" fmla="*/ 70 w 146"/>
              <a:gd name="T21" fmla="*/ 0 h 165"/>
              <a:gd name="T22" fmla="*/ 77 w 146"/>
              <a:gd name="T23" fmla="*/ 28 h 165"/>
              <a:gd name="T24" fmla="*/ 102 w 146"/>
              <a:gd name="T25" fmla="*/ 19 h 165"/>
              <a:gd name="T26" fmla="*/ 77 w 146"/>
              <a:gd name="T27" fmla="*/ 76 h 165"/>
              <a:gd name="T28" fmla="*/ 114 w 146"/>
              <a:gd name="T29" fmla="*/ 25 h 165"/>
              <a:gd name="T30" fmla="*/ 118 w 146"/>
              <a:gd name="T31" fmla="*/ 52 h 165"/>
              <a:gd name="T32" fmla="*/ 146 w 146"/>
              <a:gd name="T33" fmla="*/ 44 h 165"/>
              <a:gd name="T34" fmla="*/ 145 w 146"/>
              <a:gd name="T35" fmla="*/ 69 h 165"/>
              <a:gd name="T36" fmla="*/ 114 w 146"/>
              <a:gd name="T37" fmla="*/ 62 h 165"/>
              <a:gd name="T38" fmla="*/ 114 w 146"/>
              <a:gd name="T39" fmla="*/ 102 h 165"/>
              <a:gd name="T40" fmla="*/ 145 w 146"/>
              <a:gd name="T41" fmla="*/ 95 h 165"/>
              <a:gd name="T42" fmla="*/ 146 w 146"/>
              <a:gd name="T43" fmla="*/ 121 h 165"/>
              <a:gd name="T44" fmla="*/ 118 w 146"/>
              <a:gd name="T45" fmla="*/ 112 h 165"/>
              <a:gd name="T46" fmla="*/ 114 w 146"/>
              <a:gd name="T47" fmla="*/ 138 h 165"/>
              <a:gd name="T48" fmla="*/ 77 w 146"/>
              <a:gd name="T49" fmla="*/ 88 h 165"/>
              <a:gd name="T50" fmla="*/ 102 w 146"/>
              <a:gd name="T51" fmla="*/ 145 h 165"/>
              <a:gd name="T52" fmla="*/ 77 w 146"/>
              <a:gd name="T53" fmla="*/ 136 h 165"/>
              <a:gd name="T54" fmla="*/ 70 w 146"/>
              <a:gd name="T55" fmla="*/ 165 h 165"/>
              <a:gd name="T56" fmla="*/ 48 w 146"/>
              <a:gd name="T57" fmla="*/ 151 h 165"/>
              <a:gd name="T58" fmla="*/ 70 w 146"/>
              <a:gd name="T59" fmla="*/ 127 h 165"/>
              <a:gd name="T60" fmla="*/ 36 w 146"/>
              <a:gd name="T61" fmla="*/ 108 h 165"/>
              <a:gd name="T62" fmla="*/ 26 w 146"/>
              <a:gd name="T63" fmla="*/ 138 h 165"/>
              <a:gd name="T64" fmla="*/ 3 w 146"/>
              <a:gd name="T65" fmla="*/ 127 h 1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46" h="165">
                <a:moveTo>
                  <a:pt x="0" y="121"/>
                </a:moveTo>
                <a:lnTo>
                  <a:pt x="25" y="106"/>
                </a:lnTo>
                <a:lnTo>
                  <a:pt x="1" y="95"/>
                </a:lnTo>
                <a:lnTo>
                  <a:pt x="4" y="89"/>
                </a:lnTo>
                <a:lnTo>
                  <a:pt x="33" y="102"/>
                </a:lnTo>
                <a:lnTo>
                  <a:pt x="66" y="82"/>
                </a:lnTo>
                <a:lnTo>
                  <a:pt x="33" y="62"/>
                </a:lnTo>
                <a:lnTo>
                  <a:pt x="4" y="75"/>
                </a:lnTo>
                <a:lnTo>
                  <a:pt x="1" y="69"/>
                </a:lnTo>
                <a:lnTo>
                  <a:pt x="25" y="58"/>
                </a:lnTo>
                <a:lnTo>
                  <a:pt x="0" y="44"/>
                </a:lnTo>
                <a:lnTo>
                  <a:pt x="3" y="38"/>
                </a:lnTo>
                <a:lnTo>
                  <a:pt x="29" y="52"/>
                </a:lnTo>
                <a:lnTo>
                  <a:pt x="26" y="26"/>
                </a:lnTo>
                <a:lnTo>
                  <a:pt x="33" y="25"/>
                </a:lnTo>
                <a:lnTo>
                  <a:pt x="36" y="56"/>
                </a:lnTo>
                <a:lnTo>
                  <a:pt x="70" y="76"/>
                </a:lnTo>
                <a:lnTo>
                  <a:pt x="70" y="37"/>
                </a:lnTo>
                <a:lnTo>
                  <a:pt x="44" y="19"/>
                </a:lnTo>
                <a:lnTo>
                  <a:pt x="48" y="13"/>
                </a:lnTo>
                <a:lnTo>
                  <a:pt x="70" y="28"/>
                </a:lnTo>
                <a:lnTo>
                  <a:pt x="70" y="0"/>
                </a:lnTo>
                <a:lnTo>
                  <a:pt x="77" y="0"/>
                </a:lnTo>
                <a:lnTo>
                  <a:pt x="77" y="28"/>
                </a:lnTo>
                <a:lnTo>
                  <a:pt x="98" y="13"/>
                </a:lnTo>
                <a:lnTo>
                  <a:pt x="102" y="19"/>
                </a:lnTo>
                <a:lnTo>
                  <a:pt x="77" y="37"/>
                </a:lnTo>
                <a:lnTo>
                  <a:pt x="77" y="76"/>
                </a:lnTo>
                <a:lnTo>
                  <a:pt x="111" y="56"/>
                </a:lnTo>
                <a:lnTo>
                  <a:pt x="114" y="25"/>
                </a:lnTo>
                <a:lnTo>
                  <a:pt x="120" y="26"/>
                </a:lnTo>
                <a:lnTo>
                  <a:pt x="118" y="52"/>
                </a:lnTo>
                <a:lnTo>
                  <a:pt x="143" y="38"/>
                </a:lnTo>
                <a:lnTo>
                  <a:pt x="146" y="44"/>
                </a:lnTo>
                <a:lnTo>
                  <a:pt x="122" y="58"/>
                </a:lnTo>
                <a:lnTo>
                  <a:pt x="145" y="69"/>
                </a:lnTo>
                <a:lnTo>
                  <a:pt x="142" y="75"/>
                </a:lnTo>
                <a:lnTo>
                  <a:pt x="114" y="62"/>
                </a:lnTo>
                <a:lnTo>
                  <a:pt x="80" y="82"/>
                </a:lnTo>
                <a:lnTo>
                  <a:pt x="114" y="102"/>
                </a:lnTo>
                <a:lnTo>
                  <a:pt x="142" y="89"/>
                </a:lnTo>
                <a:lnTo>
                  <a:pt x="145" y="95"/>
                </a:lnTo>
                <a:lnTo>
                  <a:pt x="122" y="106"/>
                </a:lnTo>
                <a:lnTo>
                  <a:pt x="146" y="121"/>
                </a:lnTo>
                <a:lnTo>
                  <a:pt x="143" y="127"/>
                </a:lnTo>
                <a:lnTo>
                  <a:pt x="118" y="112"/>
                </a:lnTo>
                <a:lnTo>
                  <a:pt x="120" y="138"/>
                </a:lnTo>
                <a:lnTo>
                  <a:pt x="114" y="138"/>
                </a:lnTo>
                <a:lnTo>
                  <a:pt x="111" y="108"/>
                </a:lnTo>
                <a:lnTo>
                  <a:pt x="77" y="88"/>
                </a:lnTo>
                <a:lnTo>
                  <a:pt x="77" y="127"/>
                </a:lnTo>
                <a:lnTo>
                  <a:pt x="102" y="145"/>
                </a:lnTo>
                <a:lnTo>
                  <a:pt x="98" y="151"/>
                </a:lnTo>
                <a:lnTo>
                  <a:pt x="77" y="136"/>
                </a:lnTo>
                <a:lnTo>
                  <a:pt x="77" y="165"/>
                </a:lnTo>
                <a:lnTo>
                  <a:pt x="70" y="165"/>
                </a:lnTo>
                <a:lnTo>
                  <a:pt x="70" y="136"/>
                </a:lnTo>
                <a:lnTo>
                  <a:pt x="48" y="151"/>
                </a:lnTo>
                <a:lnTo>
                  <a:pt x="44" y="145"/>
                </a:lnTo>
                <a:lnTo>
                  <a:pt x="70" y="127"/>
                </a:lnTo>
                <a:lnTo>
                  <a:pt x="70" y="88"/>
                </a:lnTo>
                <a:lnTo>
                  <a:pt x="36" y="108"/>
                </a:lnTo>
                <a:lnTo>
                  <a:pt x="33" y="138"/>
                </a:lnTo>
                <a:lnTo>
                  <a:pt x="26" y="138"/>
                </a:lnTo>
                <a:lnTo>
                  <a:pt x="29" y="112"/>
                </a:lnTo>
                <a:lnTo>
                  <a:pt x="3" y="127"/>
                </a:lnTo>
                <a:lnTo>
                  <a:pt x="0" y="12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07" name="Freeform 109"/>
          <p:cNvSpPr>
            <a:spLocks noEditPoints="1"/>
          </p:cNvSpPr>
          <p:nvPr/>
        </p:nvSpPr>
        <p:spPr bwMode="auto">
          <a:xfrm>
            <a:off x="7567395" y="3935977"/>
            <a:ext cx="297527" cy="193284"/>
          </a:xfrm>
          <a:custGeom>
            <a:avLst/>
            <a:gdLst>
              <a:gd name="T0" fmla="*/ 26 w 208"/>
              <a:gd name="T1" fmla="*/ 135 h 135"/>
              <a:gd name="T2" fmla="*/ 16 w 208"/>
              <a:gd name="T3" fmla="*/ 133 h 135"/>
              <a:gd name="T4" fmla="*/ 8 w 208"/>
              <a:gd name="T5" fmla="*/ 127 h 135"/>
              <a:gd name="T6" fmla="*/ 2 w 208"/>
              <a:gd name="T7" fmla="*/ 119 h 135"/>
              <a:gd name="T8" fmla="*/ 0 w 208"/>
              <a:gd name="T9" fmla="*/ 109 h 135"/>
              <a:gd name="T10" fmla="*/ 0 w 208"/>
              <a:gd name="T11" fmla="*/ 26 h 135"/>
              <a:gd name="T12" fmla="*/ 2 w 208"/>
              <a:gd name="T13" fmla="*/ 16 h 135"/>
              <a:gd name="T14" fmla="*/ 8 w 208"/>
              <a:gd name="T15" fmla="*/ 7 h 135"/>
              <a:gd name="T16" fmla="*/ 16 w 208"/>
              <a:gd name="T17" fmla="*/ 2 h 135"/>
              <a:gd name="T18" fmla="*/ 26 w 208"/>
              <a:gd name="T19" fmla="*/ 0 h 135"/>
              <a:gd name="T20" fmla="*/ 182 w 208"/>
              <a:gd name="T21" fmla="*/ 0 h 135"/>
              <a:gd name="T22" fmla="*/ 192 w 208"/>
              <a:gd name="T23" fmla="*/ 2 h 135"/>
              <a:gd name="T24" fmla="*/ 201 w 208"/>
              <a:gd name="T25" fmla="*/ 7 h 135"/>
              <a:gd name="T26" fmla="*/ 206 w 208"/>
              <a:gd name="T27" fmla="*/ 16 h 135"/>
              <a:gd name="T28" fmla="*/ 208 w 208"/>
              <a:gd name="T29" fmla="*/ 26 h 135"/>
              <a:gd name="T30" fmla="*/ 208 w 208"/>
              <a:gd name="T31" fmla="*/ 109 h 135"/>
              <a:gd name="T32" fmla="*/ 206 w 208"/>
              <a:gd name="T33" fmla="*/ 119 h 135"/>
              <a:gd name="T34" fmla="*/ 201 w 208"/>
              <a:gd name="T35" fmla="*/ 127 h 135"/>
              <a:gd name="T36" fmla="*/ 192 w 208"/>
              <a:gd name="T37" fmla="*/ 133 h 135"/>
              <a:gd name="T38" fmla="*/ 182 w 208"/>
              <a:gd name="T39" fmla="*/ 135 h 135"/>
              <a:gd name="T40" fmla="*/ 26 w 208"/>
              <a:gd name="T41" fmla="*/ 135 h 135"/>
              <a:gd name="T42" fmla="*/ 197 w 208"/>
              <a:gd name="T43" fmla="*/ 20 h 135"/>
              <a:gd name="T44" fmla="*/ 193 w 208"/>
              <a:gd name="T45" fmla="*/ 15 h 135"/>
              <a:gd name="T46" fmla="*/ 188 w 208"/>
              <a:gd name="T47" fmla="*/ 12 h 135"/>
              <a:gd name="T48" fmla="*/ 182 w 208"/>
              <a:gd name="T49" fmla="*/ 10 h 135"/>
              <a:gd name="T50" fmla="*/ 26 w 208"/>
              <a:gd name="T51" fmla="*/ 10 h 135"/>
              <a:gd name="T52" fmla="*/ 20 w 208"/>
              <a:gd name="T53" fmla="*/ 12 h 135"/>
              <a:gd name="T54" fmla="*/ 15 w 208"/>
              <a:gd name="T55" fmla="*/ 15 h 135"/>
              <a:gd name="T56" fmla="*/ 12 w 208"/>
              <a:gd name="T57" fmla="*/ 20 h 135"/>
              <a:gd name="T58" fmla="*/ 11 w 208"/>
              <a:gd name="T59" fmla="*/ 26 h 135"/>
              <a:gd name="T60" fmla="*/ 11 w 208"/>
              <a:gd name="T61" fmla="*/ 36 h 135"/>
              <a:gd name="T62" fmla="*/ 198 w 208"/>
              <a:gd name="T63" fmla="*/ 36 h 135"/>
              <a:gd name="T64" fmla="*/ 198 w 208"/>
              <a:gd name="T65" fmla="*/ 26 h 135"/>
              <a:gd name="T66" fmla="*/ 197 w 208"/>
              <a:gd name="T67" fmla="*/ 20 h 135"/>
              <a:gd name="T68" fmla="*/ 11 w 208"/>
              <a:gd name="T69" fmla="*/ 67 h 135"/>
              <a:gd name="T70" fmla="*/ 11 w 208"/>
              <a:gd name="T71" fmla="*/ 108 h 135"/>
              <a:gd name="T72" fmla="*/ 12 w 208"/>
              <a:gd name="T73" fmla="*/ 114 h 135"/>
              <a:gd name="T74" fmla="*/ 15 w 208"/>
              <a:gd name="T75" fmla="*/ 119 h 135"/>
              <a:gd name="T76" fmla="*/ 20 w 208"/>
              <a:gd name="T77" fmla="*/ 123 h 135"/>
              <a:gd name="T78" fmla="*/ 26 w 208"/>
              <a:gd name="T79" fmla="*/ 124 h 135"/>
              <a:gd name="T80" fmla="*/ 182 w 208"/>
              <a:gd name="T81" fmla="*/ 124 h 135"/>
              <a:gd name="T82" fmla="*/ 188 w 208"/>
              <a:gd name="T83" fmla="*/ 123 h 135"/>
              <a:gd name="T84" fmla="*/ 193 w 208"/>
              <a:gd name="T85" fmla="*/ 119 h 135"/>
              <a:gd name="T86" fmla="*/ 197 w 208"/>
              <a:gd name="T87" fmla="*/ 114 h 135"/>
              <a:gd name="T88" fmla="*/ 198 w 208"/>
              <a:gd name="T89" fmla="*/ 108 h 135"/>
              <a:gd name="T90" fmla="*/ 198 w 208"/>
              <a:gd name="T91" fmla="*/ 67 h 135"/>
              <a:gd name="T92" fmla="*/ 11 w 208"/>
              <a:gd name="T93" fmla="*/ 67 h 135"/>
              <a:gd name="T94" fmla="*/ 42 w 208"/>
              <a:gd name="T95" fmla="*/ 98 h 135"/>
              <a:gd name="T96" fmla="*/ 42 w 208"/>
              <a:gd name="T97" fmla="*/ 109 h 135"/>
              <a:gd name="T98" fmla="*/ 21 w 208"/>
              <a:gd name="T99" fmla="*/ 109 h 135"/>
              <a:gd name="T100" fmla="*/ 21 w 208"/>
              <a:gd name="T101" fmla="*/ 98 h 135"/>
              <a:gd name="T102" fmla="*/ 42 w 208"/>
              <a:gd name="T103" fmla="*/ 98 h 135"/>
              <a:gd name="T104" fmla="*/ 104 w 208"/>
              <a:gd name="T105" fmla="*/ 98 h 135"/>
              <a:gd name="T106" fmla="*/ 104 w 208"/>
              <a:gd name="T107" fmla="*/ 109 h 135"/>
              <a:gd name="T108" fmla="*/ 52 w 208"/>
              <a:gd name="T109" fmla="*/ 109 h 135"/>
              <a:gd name="T110" fmla="*/ 52 w 208"/>
              <a:gd name="T111" fmla="*/ 98 h 135"/>
              <a:gd name="T112" fmla="*/ 104 w 208"/>
              <a:gd name="T113" fmla="*/ 98 h 1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208" h="135">
                <a:moveTo>
                  <a:pt x="26" y="135"/>
                </a:moveTo>
                <a:cubicBezTo>
                  <a:pt x="23" y="135"/>
                  <a:pt x="19" y="134"/>
                  <a:pt x="16" y="133"/>
                </a:cubicBezTo>
                <a:cubicBezTo>
                  <a:pt x="13" y="131"/>
                  <a:pt x="10" y="129"/>
                  <a:pt x="8" y="127"/>
                </a:cubicBezTo>
                <a:cubicBezTo>
                  <a:pt x="5" y="125"/>
                  <a:pt x="4" y="122"/>
                  <a:pt x="2" y="119"/>
                </a:cubicBezTo>
                <a:cubicBezTo>
                  <a:pt x="1" y="116"/>
                  <a:pt x="0" y="112"/>
                  <a:pt x="0" y="109"/>
                </a:cubicBezTo>
                <a:cubicBezTo>
                  <a:pt x="0" y="26"/>
                  <a:pt x="0" y="26"/>
                  <a:pt x="0" y="26"/>
                </a:cubicBezTo>
                <a:cubicBezTo>
                  <a:pt x="0" y="22"/>
                  <a:pt x="1" y="19"/>
                  <a:pt x="2" y="16"/>
                </a:cubicBezTo>
                <a:cubicBezTo>
                  <a:pt x="4" y="13"/>
                  <a:pt x="5" y="10"/>
                  <a:pt x="8" y="7"/>
                </a:cubicBezTo>
                <a:cubicBezTo>
                  <a:pt x="10" y="5"/>
                  <a:pt x="13" y="3"/>
                  <a:pt x="16" y="2"/>
                </a:cubicBezTo>
                <a:cubicBezTo>
                  <a:pt x="19" y="0"/>
                  <a:pt x="23" y="0"/>
                  <a:pt x="26" y="0"/>
                </a:cubicBezTo>
                <a:cubicBezTo>
                  <a:pt x="182" y="0"/>
                  <a:pt x="182" y="0"/>
                  <a:pt x="182" y="0"/>
                </a:cubicBezTo>
                <a:cubicBezTo>
                  <a:pt x="186" y="0"/>
                  <a:pt x="189" y="0"/>
                  <a:pt x="192" y="2"/>
                </a:cubicBezTo>
                <a:cubicBezTo>
                  <a:pt x="196" y="3"/>
                  <a:pt x="198" y="5"/>
                  <a:pt x="201" y="7"/>
                </a:cubicBezTo>
                <a:cubicBezTo>
                  <a:pt x="203" y="10"/>
                  <a:pt x="205" y="13"/>
                  <a:pt x="206" y="16"/>
                </a:cubicBezTo>
                <a:cubicBezTo>
                  <a:pt x="208" y="19"/>
                  <a:pt x="208" y="22"/>
                  <a:pt x="208" y="26"/>
                </a:cubicBezTo>
                <a:cubicBezTo>
                  <a:pt x="208" y="109"/>
                  <a:pt x="208" y="109"/>
                  <a:pt x="208" y="109"/>
                </a:cubicBezTo>
                <a:cubicBezTo>
                  <a:pt x="208" y="112"/>
                  <a:pt x="208" y="116"/>
                  <a:pt x="206" y="119"/>
                </a:cubicBezTo>
                <a:cubicBezTo>
                  <a:pt x="205" y="122"/>
                  <a:pt x="203" y="125"/>
                  <a:pt x="201" y="127"/>
                </a:cubicBezTo>
                <a:cubicBezTo>
                  <a:pt x="198" y="129"/>
                  <a:pt x="196" y="131"/>
                  <a:pt x="192" y="133"/>
                </a:cubicBezTo>
                <a:cubicBezTo>
                  <a:pt x="189" y="134"/>
                  <a:pt x="186" y="135"/>
                  <a:pt x="182" y="135"/>
                </a:cubicBezTo>
                <a:lnTo>
                  <a:pt x="26" y="135"/>
                </a:lnTo>
                <a:close/>
                <a:moveTo>
                  <a:pt x="197" y="20"/>
                </a:moveTo>
                <a:cubicBezTo>
                  <a:pt x="196" y="18"/>
                  <a:pt x="195" y="16"/>
                  <a:pt x="193" y="15"/>
                </a:cubicBezTo>
                <a:cubicBezTo>
                  <a:pt x="192" y="14"/>
                  <a:pt x="190" y="12"/>
                  <a:pt x="188" y="12"/>
                </a:cubicBezTo>
                <a:cubicBezTo>
                  <a:pt x="186" y="11"/>
                  <a:pt x="184" y="10"/>
                  <a:pt x="182" y="10"/>
                </a:cubicBezTo>
                <a:cubicBezTo>
                  <a:pt x="26" y="10"/>
                  <a:pt x="26" y="10"/>
                  <a:pt x="26" y="10"/>
                </a:cubicBezTo>
                <a:cubicBezTo>
                  <a:pt x="24" y="10"/>
                  <a:pt x="22" y="11"/>
                  <a:pt x="20" y="12"/>
                </a:cubicBezTo>
                <a:cubicBezTo>
                  <a:pt x="18" y="12"/>
                  <a:pt x="17" y="14"/>
                  <a:pt x="15" y="15"/>
                </a:cubicBezTo>
                <a:cubicBezTo>
                  <a:pt x="14" y="16"/>
                  <a:pt x="13" y="18"/>
                  <a:pt x="12" y="20"/>
                </a:cubicBezTo>
                <a:cubicBezTo>
                  <a:pt x="11" y="22"/>
                  <a:pt x="11" y="24"/>
                  <a:pt x="11" y="26"/>
                </a:cubicBezTo>
                <a:cubicBezTo>
                  <a:pt x="11" y="36"/>
                  <a:pt x="11" y="36"/>
                  <a:pt x="11" y="36"/>
                </a:cubicBezTo>
                <a:cubicBezTo>
                  <a:pt x="198" y="36"/>
                  <a:pt x="198" y="36"/>
                  <a:pt x="198" y="36"/>
                </a:cubicBezTo>
                <a:cubicBezTo>
                  <a:pt x="198" y="26"/>
                  <a:pt x="198" y="26"/>
                  <a:pt x="198" y="26"/>
                </a:cubicBezTo>
                <a:cubicBezTo>
                  <a:pt x="198" y="24"/>
                  <a:pt x="197" y="22"/>
                  <a:pt x="197" y="20"/>
                </a:cubicBezTo>
                <a:close/>
                <a:moveTo>
                  <a:pt x="11" y="67"/>
                </a:moveTo>
                <a:cubicBezTo>
                  <a:pt x="11" y="108"/>
                  <a:pt x="11" y="108"/>
                  <a:pt x="11" y="108"/>
                </a:cubicBezTo>
                <a:cubicBezTo>
                  <a:pt x="11" y="111"/>
                  <a:pt x="11" y="113"/>
                  <a:pt x="12" y="114"/>
                </a:cubicBezTo>
                <a:cubicBezTo>
                  <a:pt x="13" y="116"/>
                  <a:pt x="14" y="118"/>
                  <a:pt x="15" y="119"/>
                </a:cubicBezTo>
                <a:cubicBezTo>
                  <a:pt x="17" y="121"/>
                  <a:pt x="18" y="122"/>
                  <a:pt x="20" y="123"/>
                </a:cubicBezTo>
                <a:cubicBezTo>
                  <a:pt x="22" y="124"/>
                  <a:pt x="24" y="124"/>
                  <a:pt x="26" y="124"/>
                </a:cubicBezTo>
                <a:cubicBezTo>
                  <a:pt x="182" y="124"/>
                  <a:pt x="182" y="124"/>
                  <a:pt x="182" y="124"/>
                </a:cubicBezTo>
                <a:cubicBezTo>
                  <a:pt x="184" y="124"/>
                  <a:pt x="186" y="124"/>
                  <a:pt x="188" y="123"/>
                </a:cubicBezTo>
                <a:cubicBezTo>
                  <a:pt x="190" y="122"/>
                  <a:pt x="192" y="121"/>
                  <a:pt x="193" y="119"/>
                </a:cubicBezTo>
                <a:cubicBezTo>
                  <a:pt x="195" y="118"/>
                  <a:pt x="196" y="116"/>
                  <a:pt x="197" y="114"/>
                </a:cubicBezTo>
                <a:cubicBezTo>
                  <a:pt x="197" y="113"/>
                  <a:pt x="198" y="111"/>
                  <a:pt x="198" y="108"/>
                </a:cubicBezTo>
                <a:cubicBezTo>
                  <a:pt x="198" y="67"/>
                  <a:pt x="198" y="67"/>
                  <a:pt x="198" y="67"/>
                </a:cubicBezTo>
                <a:lnTo>
                  <a:pt x="11" y="67"/>
                </a:lnTo>
                <a:close/>
                <a:moveTo>
                  <a:pt x="42" y="98"/>
                </a:moveTo>
                <a:cubicBezTo>
                  <a:pt x="42" y="109"/>
                  <a:pt x="42" y="109"/>
                  <a:pt x="42" y="109"/>
                </a:cubicBezTo>
                <a:cubicBezTo>
                  <a:pt x="21" y="109"/>
                  <a:pt x="21" y="109"/>
                  <a:pt x="21" y="109"/>
                </a:cubicBezTo>
                <a:cubicBezTo>
                  <a:pt x="21" y="98"/>
                  <a:pt x="21" y="98"/>
                  <a:pt x="21" y="98"/>
                </a:cubicBezTo>
                <a:lnTo>
                  <a:pt x="42" y="98"/>
                </a:lnTo>
                <a:close/>
                <a:moveTo>
                  <a:pt x="104" y="98"/>
                </a:moveTo>
                <a:cubicBezTo>
                  <a:pt x="104" y="109"/>
                  <a:pt x="104" y="109"/>
                  <a:pt x="104" y="109"/>
                </a:cubicBezTo>
                <a:cubicBezTo>
                  <a:pt x="52" y="109"/>
                  <a:pt x="52" y="109"/>
                  <a:pt x="52" y="109"/>
                </a:cubicBezTo>
                <a:cubicBezTo>
                  <a:pt x="52" y="98"/>
                  <a:pt x="52" y="98"/>
                  <a:pt x="52" y="98"/>
                </a:cubicBezTo>
                <a:lnTo>
                  <a:pt x="104" y="9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08" name="Freeform 110"/>
          <p:cNvSpPr>
            <a:spLocks noEditPoints="1"/>
          </p:cNvSpPr>
          <p:nvPr/>
        </p:nvSpPr>
        <p:spPr bwMode="auto">
          <a:xfrm>
            <a:off x="8166789" y="3881685"/>
            <a:ext cx="267123" cy="299697"/>
          </a:xfrm>
          <a:custGeom>
            <a:avLst/>
            <a:gdLst>
              <a:gd name="T0" fmla="*/ 2 w 187"/>
              <a:gd name="T1" fmla="*/ 16 h 208"/>
              <a:gd name="T2" fmla="*/ 16 w 187"/>
              <a:gd name="T3" fmla="*/ 2 h 208"/>
              <a:gd name="T4" fmla="*/ 31 w 187"/>
              <a:gd name="T5" fmla="*/ 0 h 208"/>
              <a:gd name="T6" fmla="*/ 26 w 187"/>
              <a:gd name="T7" fmla="*/ 208 h 208"/>
              <a:gd name="T8" fmla="*/ 8 w 187"/>
              <a:gd name="T9" fmla="*/ 201 h 208"/>
              <a:gd name="T10" fmla="*/ 0 w 187"/>
              <a:gd name="T11" fmla="*/ 182 h 208"/>
              <a:gd name="T12" fmla="*/ 156 w 187"/>
              <a:gd name="T13" fmla="*/ 0 h 208"/>
              <a:gd name="T14" fmla="*/ 42 w 187"/>
              <a:gd name="T15" fmla="*/ 208 h 208"/>
              <a:gd name="T16" fmla="*/ 156 w 187"/>
              <a:gd name="T17" fmla="*/ 0 h 208"/>
              <a:gd name="T18" fmla="*/ 141 w 187"/>
              <a:gd name="T19" fmla="*/ 151 h 208"/>
              <a:gd name="T20" fmla="*/ 134 w 187"/>
              <a:gd name="T21" fmla="*/ 121 h 208"/>
              <a:gd name="T22" fmla="*/ 70 w 187"/>
              <a:gd name="T23" fmla="*/ 118 h 208"/>
              <a:gd name="T24" fmla="*/ 60 w 187"/>
              <a:gd name="T25" fmla="*/ 127 h 208"/>
              <a:gd name="T26" fmla="*/ 66 w 187"/>
              <a:gd name="T27" fmla="*/ 151 h 208"/>
              <a:gd name="T28" fmla="*/ 91 w 187"/>
              <a:gd name="T29" fmla="*/ 59 h 208"/>
              <a:gd name="T30" fmla="*/ 82 w 187"/>
              <a:gd name="T31" fmla="*/ 69 h 208"/>
              <a:gd name="T32" fmla="*/ 81 w 187"/>
              <a:gd name="T33" fmla="*/ 81 h 208"/>
              <a:gd name="T34" fmla="*/ 90 w 187"/>
              <a:gd name="T35" fmla="*/ 106 h 208"/>
              <a:gd name="T36" fmla="*/ 107 w 187"/>
              <a:gd name="T37" fmla="*/ 106 h 208"/>
              <a:gd name="T38" fmla="*/ 117 w 187"/>
              <a:gd name="T39" fmla="*/ 81 h 208"/>
              <a:gd name="T40" fmla="*/ 117 w 187"/>
              <a:gd name="T41" fmla="*/ 76 h 208"/>
              <a:gd name="T42" fmla="*/ 112 w 187"/>
              <a:gd name="T43" fmla="*/ 63 h 208"/>
              <a:gd name="T44" fmla="*/ 99 w 187"/>
              <a:gd name="T45" fmla="*/ 57 h 208"/>
              <a:gd name="T46" fmla="*/ 166 w 187"/>
              <a:gd name="T47" fmla="*/ 73 h 208"/>
              <a:gd name="T48" fmla="*/ 177 w 187"/>
              <a:gd name="T49" fmla="*/ 31 h 208"/>
              <a:gd name="T50" fmla="*/ 187 w 187"/>
              <a:gd name="T51" fmla="*/ 42 h 208"/>
              <a:gd name="T52" fmla="*/ 184 w 187"/>
              <a:gd name="T53" fmla="*/ 70 h 208"/>
              <a:gd name="T54" fmla="*/ 166 w 187"/>
              <a:gd name="T55" fmla="*/ 73 h 208"/>
              <a:gd name="T56" fmla="*/ 166 w 187"/>
              <a:gd name="T57" fmla="*/ 83 h 208"/>
              <a:gd name="T58" fmla="*/ 181 w 187"/>
              <a:gd name="T59" fmla="*/ 84 h 208"/>
              <a:gd name="T60" fmla="*/ 187 w 187"/>
              <a:gd name="T61" fmla="*/ 90 h 208"/>
              <a:gd name="T62" fmla="*/ 187 w 187"/>
              <a:gd name="T63" fmla="*/ 115 h 208"/>
              <a:gd name="T64" fmla="*/ 184 w 187"/>
              <a:gd name="T65" fmla="*/ 122 h 208"/>
              <a:gd name="T66" fmla="*/ 177 w 187"/>
              <a:gd name="T67" fmla="*/ 125 h 208"/>
              <a:gd name="T68" fmla="*/ 166 w 187"/>
              <a:gd name="T69" fmla="*/ 177 h 208"/>
              <a:gd name="T70" fmla="*/ 177 w 187"/>
              <a:gd name="T71" fmla="*/ 135 h 208"/>
              <a:gd name="T72" fmla="*/ 187 w 187"/>
              <a:gd name="T73" fmla="*/ 146 h 208"/>
              <a:gd name="T74" fmla="*/ 184 w 187"/>
              <a:gd name="T75" fmla="*/ 174 h 208"/>
              <a:gd name="T76" fmla="*/ 166 w 187"/>
              <a:gd name="T77" fmla="*/ 177 h 2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87" h="208">
                <a:moveTo>
                  <a:pt x="0" y="26"/>
                </a:moveTo>
                <a:cubicBezTo>
                  <a:pt x="0" y="23"/>
                  <a:pt x="1" y="19"/>
                  <a:pt x="2" y="16"/>
                </a:cubicBezTo>
                <a:cubicBezTo>
                  <a:pt x="4" y="13"/>
                  <a:pt x="5" y="10"/>
                  <a:pt x="8" y="8"/>
                </a:cubicBezTo>
                <a:cubicBezTo>
                  <a:pt x="10" y="5"/>
                  <a:pt x="13" y="4"/>
                  <a:pt x="16" y="2"/>
                </a:cubicBezTo>
                <a:cubicBezTo>
                  <a:pt x="19" y="1"/>
                  <a:pt x="23" y="0"/>
                  <a:pt x="26" y="0"/>
                </a:cubicBezTo>
                <a:cubicBezTo>
                  <a:pt x="31" y="0"/>
                  <a:pt x="31" y="0"/>
                  <a:pt x="31" y="0"/>
                </a:cubicBezTo>
                <a:cubicBezTo>
                  <a:pt x="31" y="208"/>
                  <a:pt x="31" y="208"/>
                  <a:pt x="31" y="208"/>
                </a:cubicBezTo>
                <a:cubicBezTo>
                  <a:pt x="26" y="208"/>
                  <a:pt x="26" y="208"/>
                  <a:pt x="26" y="208"/>
                </a:cubicBezTo>
                <a:cubicBezTo>
                  <a:pt x="23" y="208"/>
                  <a:pt x="19" y="207"/>
                  <a:pt x="16" y="206"/>
                </a:cubicBezTo>
                <a:cubicBezTo>
                  <a:pt x="13" y="205"/>
                  <a:pt x="10" y="203"/>
                  <a:pt x="8" y="201"/>
                </a:cubicBezTo>
                <a:cubicBezTo>
                  <a:pt x="5" y="198"/>
                  <a:pt x="4" y="195"/>
                  <a:pt x="2" y="192"/>
                </a:cubicBezTo>
                <a:cubicBezTo>
                  <a:pt x="1" y="189"/>
                  <a:pt x="0" y="186"/>
                  <a:pt x="0" y="182"/>
                </a:cubicBezTo>
                <a:lnTo>
                  <a:pt x="0" y="26"/>
                </a:lnTo>
                <a:close/>
                <a:moveTo>
                  <a:pt x="156" y="0"/>
                </a:moveTo>
                <a:cubicBezTo>
                  <a:pt x="156" y="208"/>
                  <a:pt x="156" y="208"/>
                  <a:pt x="156" y="208"/>
                </a:cubicBezTo>
                <a:cubicBezTo>
                  <a:pt x="42" y="208"/>
                  <a:pt x="42" y="208"/>
                  <a:pt x="42" y="208"/>
                </a:cubicBezTo>
                <a:cubicBezTo>
                  <a:pt x="42" y="0"/>
                  <a:pt x="42" y="0"/>
                  <a:pt x="42" y="0"/>
                </a:cubicBezTo>
                <a:lnTo>
                  <a:pt x="156" y="0"/>
                </a:lnTo>
                <a:close/>
                <a:moveTo>
                  <a:pt x="131" y="151"/>
                </a:moveTo>
                <a:cubicBezTo>
                  <a:pt x="141" y="151"/>
                  <a:pt x="141" y="151"/>
                  <a:pt x="141" y="151"/>
                </a:cubicBezTo>
                <a:cubicBezTo>
                  <a:pt x="137" y="127"/>
                  <a:pt x="137" y="127"/>
                  <a:pt x="137" y="127"/>
                </a:cubicBezTo>
                <a:cubicBezTo>
                  <a:pt x="137" y="124"/>
                  <a:pt x="136" y="122"/>
                  <a:pt x="134" y="121"/>
                </a:cubicBezTo>
                <a:cubicBezTo>
                  <a:pt x="132" y="119"/>
                  <a:pt x="130" y="118"/>
                  <a:pt x="128" y="118"/>
                </a:cubicBezTo>
                <a:cubicBezTo>
                  <a:pt x="70" y="118"/>
                  <a:pt x="70" y="118"/>
                  <a:pt x="70" y="118"/>
                </a:cubicBezTo>
                <a:cubicBezTo>
                  <a:pt x="67" y="118"/>
                  <a:pt x="65" y="119"/>
                  <a:pt x="63" y="121"/>
                </a:cubicBezTo>
                <a:cubicBezTo>
                  <a:pt x="62" y="122"/>
                  <a:pt x="61" y="124"/>
                  <a:pt x="60" y="127"/>
                </a:cubicBezTo>
                <a:cubicBezTo>
                  <a:pt x="57" y="151"/>
                  <a:pt x="57" y="151"/>
                  <a:pt x="57" y="151"/>
                </a:cubicBezTo>
                <a:cubicBezTo>
                  <a:pt x="66" y="151"/>
                  <a:pt x="66" y="151"/>
                  <a:pt x="66" y="151"/>
                </a:cubicBezTo>
                <a:lnTo>
                  <a:pt x="131" y="151"/>
                </a:lnTo>
                <a:close/>
                <a:moveTo>
                  <a:pt x="91" y="59"/>
                </a:moveTo>
                <a:cubicBezTo>
                  <a:pt x="89" y="60"/>
                  <a:pt x="87" y="61"/>
                  <a:pt x="86" y="63"/>
                </a:cubicBezTo>
                <a:cubicBezTo>
                  <a:pt x="84" y="65"/>
                  <a:pt x="83" y="67"/>
                  <a:pt x="82" y="69"/>
                </a:cubicBezTo>
                <a:cubicBezTo>
                  <a:pt x="81" y="71"/>
                  <a:pt x="80" y="74"/>
                  <a:pt x="80" y="76"/>
                </a:cubicBezTo>
                <a:cubicBezTo>
                  <a:pt x="80" y="78"/>
                  <a:pt x="80" y="79"/>
                  <a:pt x="81" y="81"/>
                </a:cubicBezTo>
                <a:cubicBezTo>
                  <a:pt x="85" y="98"/>
                  <a:pt x="85" y="98"/>
                  <a:pt x="85" y="98"/>
                </a:cubicBezTo>
                <a:cubicBezTo>
                  <a:pt x="86" y="101"/>
                  <a:pt x="88" y="104"/>
                  <a:pt x="90" y="106"/>
                </a:cubicBezTo>
                <a:cubicBezTo>
                  <a:pt x="92" y="108"/>
                  <a:pt x="95" y="109"/>
                  <a:pt x="99" y="109"/>
                </a:cubicBezTo>
                <a:cubicBezTo>
                  <a:pt x="102" y="109"/>
                  <a:pt x="105" y="108"/>
                  <a:pt x="107" y="106"/>
                </a:cubicBezTo>
                <a:cubicBezTo>
                  <a:pt x="110" y="104"/>
                  <a:pt x="112" y="101"/>
                  <a:pt x="112" y="98"/>
                </a:cubicBezTo>
                <a:cubicBezTo>
                  <a:pt x="117" y="81"/>
                  <a:pt x="117" y="81"/>
                  <a:pt x="117" y="81"/>
                </a:cubicBezTo>
                <a:cubicBezTo>
                  <a:pt x="117" y="80"/>
                  <a:pt x="117" y="79"/>
                  <a:pt x="117" y="79"/>
                </a:cubicBezTo>
                <a:cubicBezTo>
                  <a:pt x="117" y="78"/>
                  <a:pt x="117" y="77"/>
                  <a:pt x="117" y="76"/>
                </a:cubicBezTo>
                <a:cubicBezTo>
                  <a:pt x="117" y="74"/>
                  <a:pt x="117" y="71"/>
                  <a:pt x="116" y="69"/>
                </a:cubicBezTo>
                <a:cubicBezTo>
                  <a:pt x="115" y="67"/>
                  <a:pt x="114" y="65"/>
                  <a:pt x="112" y="63"/>
                </a:cubicBezTo>
                <a:cubicBezTo>
                  <a:pt x="110" y="61"/>
                  <a:pt x="108" y="60"/>
                  <a:pt x="106" y="59"/>
                </a:cubicBezTo>
                <a:cubicBezTo>
                  <a:pt x="104" y="58"/>
                  <a:pt x="101" y="57"/>
                  <a:pt x="99" y="57"/>
                </a:cubicBezTo>
                <a:cubicBezTo>
                  <a:pt x="96" y="57"/>
                  <a:pt x="94" y="58"/>
                  <a:pt x="91" y="59"/>
                </a:cubicBezTo>
                <a:close/>
                <a:moveTo>
                  <a:pt x="166" y="73"/>
                </a:moveTo>
                <a:cubicBezTo>
                  <a:pt x="166" y="31"/>
                  <a:pt x="166" y="31"/>
                  <a:pt x="166" y="31"/>
                </a:cubicBezTo>
                <a:cubicBezTo>
                  <a:pt x="177" y="31"/>
                  <a:pt x="177" y="31"/>
                  <a:pt x="177" y="31"/>
                </a:cubicBezTo>
                <a:cubicBezTo>
                  <a:pt x="180" y="31"/>
                  <a:pt x="182" y="32"/>
                  <a:pt x="184" y="34"/>
                </a:cubicBezTo>
                <a:cubicBezTo>
                  <a:pt x="186" y="36"/>
                  <a:pt x="187" y="39"/>
                  <a:pt x="187" y="42"/>
                </a:cubicBezTo>
                <a:cubicBezTo>
                  <a:pt x="187" y="63"/>
                  <a:pt x="187" y="63"/>
                  <a:pt x="187" y="63"/>
                </a:cubicBezTo>
                <a:cubicBezTo>
                  <a:pt x="187" y="65"/>
                  <a:pt x="186" y="68"/>
                  <a:pt x="184" y="70"/>
                </a:cubicBezTo>
                <a:cubicBezTo>
                  <a:pt x="182" y="72"/>
                  <a:pt x="180" y="73"/>
                  <a:pt x="177" y="73"/>
                </a:cubicBezTo>
                <a:lnTo>
                  <a:pt x="166" y="73"/>
                </a:lnTo>
                <a:close/>
                <a:moveTo>
                  <a:pt x="166" y="125"/>
                </a:moveTo>
                <a:cubicBezTo>
                  <a:pt x="166" y="83"/>
                  <a:pt x="166" y="83"/>
                  <a:pt x="166" y="83"/>
                </a:cubicBezTo>
                <a:cubicBezTo>
                  <a:pt x="177" y="83"/>
                  <a:pt x="177" y="83"/>
                  <a:pt x="177" y="83"/>
                </a:cubicBezTo>
                <a:cubicBezTo>
                  <a:pt x="178" y="83"/>
                  <a:pt x="180" y="84"/>
                  <a:pt x="181" y="84"/>
                </a:cubicBezTo>
                <a:cubicBezTo>
                  <a:pt x="182" y="85"/>
                  <a:pt x="183" y="85"/>
                  <a:pt x="184" y="86"/>
                </a:cubicBezTo>
                <a:cubicBezTo>
                  <a:pt x="185" y="87"/>
                  <a:pt x="186" y="88"/>
                  <a:pt x="187" y="90"/>
                </a:cubicBezTo>
                <a:cubicBezTo>
                  <a:pt x="187" y="91"/>
                  <a:pt x="187" y="92"/>
                  <a:pt x="187" y="94"/>
                </a:cubicBezTo>
                <a:cubicBezTo>
                  <a:pt x="187" y="115"/>
                  <a:pt x="187" y="115"/>
                  <a:pt x="187" y="115"/>
                </a:cubicBezTo>
                <a:cubicBezTo>
                  <a:pt x="187" y="116"/>
                  <a:pt x="187" y="117"/>
                  <a:pt x="187" y="119"/>
                </a:cubicBezTo>
                <a:cubicBezTo>
                  <a:pt x="186" y="120"/>
                  <a:pt x="185" y="121"/>
                  <a:pt x="184" y="122"/>
                </a:cubicBezTo>
                <a:cubicBezTo>
                  <a:pt x="183" y="123"/>
                  <a:pt x="182" y="124"/>
                  <a:pt x="181" y="124"/>
                </a:cubicBezTo>
                <a:cubicBezTo>
                  <a:pt x="180" y="125"/>
                  <a:pt x="178" y="125"/>
                  <a:pt x="177" y="125"/>
                </a:cubicBezTo>
                <a:lnTo>
                  <a:pt x="166" y="125"/>
                </a:lnTo>
                <a:close/>
                <a:moveTo>
                  <a:pt x="166" y="177"/>
                </a:moveTo>
                <a:cubicBezTo>
                  <a:pt x="166" y="135"/>
                  <a:pt x="166" y="135"/>
                  <a:pt x="166" y="135"/>
                </a:cubicBezTo>
                <a:cubicBezTo>
                  <a:pt x="177" y="135"/>
                  <a:pt x="177" y="135"/>
                  <a:pt x="177" y="135"/>
                </a:cubicBezTo>
                <a:cubicBezTo>
                  <a:pt x="180" y="135"/>
                  <a:pt x="182" y="136"/>
                  <a:pt x="184" y="138"/>
                </a:cubicBezTo>
                <a:cubicBezTo>
                  <a:pt x="186" y="140"/>
                  <a:pt x="187" y="143"/>
                  <a:pt x="187" y="146"/>
                </a:cubicBezTo>
                <a:cubicBezTo>
                  <a:pt x="187" y="167"/>
                  <a:pt x="187" y="167"/>
                  <a:pt x="187" y="167"/>
                </a:cubicBezTo>
                <a:cubicBezTo>
                  <a:pt x="187" y="169"/>
                  <a:pt x="186" y="172"/>
                  <a:pt x="184" y="174"/>
                </a:cubicBezTo>
                <a:cubicBezTo>
                  <a:pt x="182" y="176"/>
                  <a:pt x="180" y="177"/>
                  <a:pt x="177" y="177"/>
                </a:cubicBezTo>
                <a:lnTo>
                  <a:pt x="166" y="17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09" name="Freeform 111"/>
          <p:cNvSpPr>
            <a:spLocks noEditPoints="1"/>
          </p:cNvSpPr>
          <p:nvPr/>
        </p:nvSpPr>
        <p:spPr bwMode="auto">
          <a:xfrm>
            <a:off x="8720576" y="3868653"/>
            <a:ext cx="327931" cy="327931"/>
          </a:xfrm>
          <a:custGeom>
            <a:avLst/>
            <a:gdLst>
              <a:gd name="T0" fmla="*/ 56 w 229"/>
              <a:gd name="T1" fmla="*/ 213 h 229"/>
              <a:gd name="T2" fmla="*/ 15 w 229"/>
              <a:gd name="T3" fmla="*/ 172 h 229"/>
              <a:gd name="T4" fmla="*/ 0 w 229"/>
              <a:gd name="T5" fmla="*/ 114 h 229"/>
              <a:gd name="T6" fmla="*/ 15 w 229"/>
              <a:gd name="T7" fmla="*/ 56 h 229"/>
              <a:gd name="T8" fmla="*/ 56 w 229"/>
              <a:gd name="T9" fmla="*/ 15 h 229"/>
              <a:gd name="T10" fmla="*/ 114 w 229"/>
              <a:gd name="T11" fmla="*/ 0 h 229"/>
              <a:gd name="T12" fmla="*/ 172 w 229"/>
              <a:gd name="T13" fmla="*/ 15 h 229"/>
              <a:gd name="T14" fmla="*/ 213 w 229"/>
              <a:gd name="T15" fmla="*/ 56 h 229"/>
              <a:gd name="T16" fmla="*/ 229 w 229"/>
              <a:gd name="T17" fmla="*/ 114 h 229"/>
              <a:gd name="T18" fmla="*/ 213 w 229"/>
              <a:gd name="T19" fmla="*/ 172 h 229"/>
              <a:gd name="T20" fmla="*/ 172 w 229"/>
              <a:gd name="T21" fmla="*/ 213 h 229"/>
              <a:gd name="T22" fmla="*/ 114 w 229"/>
              <a:gd name="T23" fmla="*/ 229 h 229"/>
              <a:gd name="T24" fmla="*/ 92 w 229"/>
              <a:gd name="T25" fmla="*/ 34 h 229"/>
              <a:gd name="T26" fmla="*/ 56 w 229"/>
              <a:gd name="T27" fmla="*/ 56 h 229"/>
              <a:gd name="T28" fmla="*/ 34 w 229"/>
              <a:gd name="T29" fmla="*/ 92 h 229"/>
              <a:gd name="T30" fmla="*/ 34 w 229"/>
              <a:gd name="T31" fmla="*/ 136 h 229"/>
              <a:gd name="T32" fmla="*/ 56 w 229"/>
              <a:gd name="T33" fmla="*/ 173 h 229"/>
              <a:gd name="T34" fmla="*/ 92 w 229"/>
              <a:gd name="T35" fmla="*/ 194 h 229"/>
              <a:gd name="T36" fmla="*/ 136 w 229"/>
              <a:gd name="T37" fmla="*/ 194 h 229"/>
              <a:gd name="T38" fmla="*/ 173 w 229"/>
              <a:gd name="T39" fmla="*/ 173 h 229"/>
              <a:gd name="T40" fmla="*/ 194 w 229"/>
              <a:gd name="T41" fmla="*/ 136 h 229"/>
              <a:gd name="T42" fmla="*/ 194 w 229"/>
              <a:gd name="T43" fmla="*/ 92 h 229"/>
              <a:gd name="T44" fmla="*/ 173 w 229"/>
              <a:gd name="T45" fmla="*/ 56 h 229"/>
              <a:gd name="T46" fmla="*/ 136 w 229"/>
              <a:gd name="T47" fmla="*/ 34 h 229"/>
              <a:gd name="T48" fmla="*/ 92 w 229"/>
              <a:gd name="T49" fmla="*/ 34 h 229"/>
              <a:gd name="T50" fmla="*/ 77 w 229"/>
              <a:gd name="T51" fmla="*/ 151 h 229"/>
              <a:gd name="T52" fmla="*/ 62 w 229"/>
              <a:gd name="T53" fmla="*/ 114 h 229"/>
              <a:gd name="T54" fmla="*/ 77 w 229"/>
              <a:gd name="T55" fmla="*/ 77 h 229"/>
              <a:gd name="T56" fmla="*/ 114 w 229"/>
              <a:gd name="T57" fmla="*/ 62 h 229"/>
              <a:gd name="T58" fmla="*/ 151 w 229"/>
              <a:gd name="T59" fmla="*/ 77 h 229"/>
              <a:gd name="T60" fmla="*/ 166 w 229"/>
              <a:gd name="T61" fmla="*/ 114 h 229"/>
              <a:gd name="T62" fmla="*/ 151 w 229"/>
              <a:gd name="T63" fmla="*/ 151 h 229"/>
              <a:gd name="T64" fmla="*/ 114 w 229"/>
              <a:gd name="T65" fmla="*/ 166 h 229"/>
              <a:gd name="T66" fmla="*/ 106 w 229"/>
              <a:gd name="T67" fmla="*/ 95 h 229"/>
              <a:gd name="T68" fmla="*/ 95 w 229"/>
              <a:gd name="T69" fmla="*/ 106 h 229"/>
              <a:gd name="T70" fmla="*/ 95 w 229"/>
              <a:gd name="T71" fmla="*/ 122 h 229"/>
              <a:gd name="T72" fmla="*/ 106 w 229"/>
              <a:gd name="T73" fmla="*/ 133 h 229"/>
              <a:gd name="T74" fmla="*/ 122 w 229"/>
              <a:gd name="T75" fmla="*/ 133 h 229"/>
              <a:gd name="T76" fmla="*/ 133 w 229"/>
              <a:gd name="T77" fmla="*/ 122 h 229"/>
              <a:gd name="T78" fmla="*/ 133 w 229"/>
              <a:gd name="T79" fmla="*/ 106 h 229"/>
              <a:gd name="T80" fmla="*/ 122 w 229"/>
              <a:gd name="T81" fmla="*/ 95 h 229"/>
              <a:gd name="T82" fmla="*/ 106 w 229"/>
              <a:gd name="T83" fmla="*/ 95 h 2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229" h="229">
                <a:moveTo>
                  <a:pt x="84" y="225"/>
                </a:moveTo>
                <a:cubicBezTo>
                  <a:pt x="74" y="222"/>
                  <a:pt x="65" y="218"/>
                  <a:pt x="56" y="213"/>
                </a:cubicBezTo>
                <a:cubicBezTo>
                  <a:pt x="48" y="208"/>
                  <a:pt x="40" y="202"/>
                  <a:pt x="33" y="195"/>
                </a:cubicBezTo>
                <a:cubicBezTo>
                  <a:pt x="26" y="188"/>
                  <a:pt x="20" y="180"/>
                  <a:pt x="15" y="172"/>
                </a:cubicBezTo>
                <a:cubicBezTo>
                  <a:pt x="10" y="163"/>
                  <a:pt x="7" y="154"/>
                  <a:pt x="4" y="144"/>
                </a:cubicBezTo>
                <a:cubicBezTo>
                  <a:pt x="1" y="135"/>
                  <a:pt x="0" y="125"/>
                  <a:pt x="0" y="114"/>
                </a:cubicBezTo>
                <a:cubicBezTo>
                  <a:pt x="0" y="104"/>
                  <a:pt x="1" y="94"/>
                  <a:pt x="4" y="84"/>
                </a:cubicBezTo>
                <a:cubicBezTo>
                  <a:pt x="7" y="74"/>
                  <a:pt x="10" y="65"/>
                  <a:pt x="15" y="56"/>
                </a:cubicBezTo>
                <a:cubicBezTo>
                  <a:pt x="20" y="48"/>
                  <a:pt x="26" y="40"/>
                  <a:pt x="33" y="33"/>
                </a:cubicBezTo>
                <a:cubicBezTo>
                  <a:pt x="40" y="26"/>
                  <a:pt x="48" y="20"/>
                  <a:pt x="56" y="15"/>
                </a:cubicBezTo>
                <a:cubicBezTo>
                  <a:pt x="65" y="10"/>
                  <a:pt x="74" y="7"/>
                  <a:pt x="84" y="4"/>
                </a:cubicBezTo>
                <a:cubicBezTo>
                  <a:pt x="94" y="1"/>
                  <a:pt x="104" y="0"/>
                  <a:pt x="114" y="0"/>
                </a:cubicBezTo>
                <a:cubicBezTo>
                  <a:pt x="125" y="0"/>
                  <a:pt x="135" y="1"/>
                  <a:pt x="145" y="4"/>
                </a:cubicBezTo>
                <a:cubicBezTo>
                  <a:pt x="154" y="7"/>
                  <a:pt x="163" y="10"/>
                  <a:pt x="172" y="15"/>
                </a:cubicBezTo>
                <a:cubicBezTo>
                  <a:pt x="180" y="20"/>
                  <a:pt x="188" y="26"/>
                  <a:pt x="195" y="33"/>
                </a:cubicBezTo>
                <a:cubicBezTo>
                  <a:pt x="202" y="40"/>
                  <a:pt x="208" y="48"/>
                  <a:pt x="213" y="56"/>
                </a:cubicBezTo>
                <a:cubicBezTo>
                  <a:pt x="218" y="65"/>
                  <a:pt x="222" y="74"/>
                  <a:pt x="225" y="84"/>
                </a:cubicBezTo>
                <a:cubicBezTo>
                  <a:pt x="227" y="94"/>
                  <a:pt x="229" y="104"/>
                  <a:pt x="229" y="114"/>
                </a:cubicBezTo>
                <a:cubicBezTo>
                  <a:pt x="229" y="125"/>
                  <a:pt x="227" y="135"/>
                  <a:pt x="225" y="145"/>
                </a:cubicBezTo>
                <a:cubicBezTo>
                  <a:pt x="222" y="154"/>
                  <a:pt x="218" y="163"/>
                  <a:pt x="213" y="172"/>
                </a:cubicBezTo>
                <a:cubicBezTo>
                  <a:pt x="208" y="180"/>
                  <a:pt x="202" y="188"/>
                  <a:pt x="195" y="195"/>
                </a:cubicBezTo>
                <a:cubicBezTo>
                  <a:pt x="188" y="202"/>
                  <a:pt x="180" y="208"/>
                  <a:pt x="172" y="213"/>
                </a:cubicBezTo>
                <a:cubicBezTo>
                  <a:pt x="163" y="218"/>
                  <a:pt x="154" y="222"/>
                  <a:pt x="145" y="225"/>
                </a:cubicBezTo>
                <a:cubicBezTo>
                  <a:pt x="135" y="227"/>
                  <a:pt x="125" y="229"/>
                  <a:pt x="114" y="229"/>
                </a:cubicBezTo>
                <a:cubicBezTo>
                  <a:pt x="104" y="229"/>
                  <a:pt x="93" y="227"/>
                  <a:pt x="84" y="225"/>
                </a:cubicBezTo>
                <a:close/>
                <a:moveTo>
                  <a:pt x="92" y="34"/>
                </a:moveTo>
                <a:cubicBezTo>
                  <a:pt x="85" y="36"/>
                  <a:pt x="79" y="39"/>
                  <a:pt x="72" y="43"/>
                </a:cubicBezTo>
                <a:cubicBezTo>
                  <a:pt x="66" y="46"/>
                  <a:pt x="61" y="51"/>
                  <a:pt x="56" y="56"/>
                </a:cubicBezTo>
                <a:cubicBezTo>
                  <a:pt x="51" y="61"/>
                  <a:pt x="46" y="66"/>
                  <a:pt x="43" y="72"/>
                </a:cubicBezTo>
                <a:cubicBezTo>
                  <a:pt x="39" y="79"/>
                  <a:pt x="36" y="85"/>
                  <a:pt x="34" y="92"/>
                </a:cubicBezTo>
                <a:cubicBezTo>
                  <a:pt x="32" y="99"/>
                  <a:pt x="31" y="107"/>
                  <a:pt x="31" y="114"/>
                </a:cubicBezTo>
                <a:cubicBezTo>
                  <a:pt x="31" y="122"/>
                  <a:pt x="32" y="129"/>
                  <a:pt x="34" y="136"/>
                </a:cubicBezTo>
                <a:cubicBezTo>
                  <a:pt x="36" y="143"/>
                  <a:pt x="39" y="150"/>
                  <a:pt x="43" y="156"/>
                </a:cubicBezTo>
                <a:cubicBezTo>
                  <a:pt x="46" y="162"/>
                  <a:pt x="51" y="168"/>
                  <a:pt x="56" y="173"/>
                </a:cubicBezTo>
                <a:cubicBezTo>
                  <a:pt x="61" y="178"/>
                  <a:pt x="66" y="182"/>
                  <a:pt x="72" y="186"/>
                </a:cubicBezTo>
                <a:cubicBezTo>
                  <a:pt x="79" y="189"/>
                  <a:pt x="85" y="192"/>
                  <a:pt x="92" y="194"/>
                </a:cubicBezTo>
                <a:cubicBezTo>
                  <a:pt x="99" y="196"/>
                  <a:pt x="107" y="197"/>
                  <a:pt x="114" y="197"/>
                </a:cubicBezTo>
                <a:cubicBezTo>
                  <a:pt x="122" y="197"/>
                  <a:pt x="129" y="196"/>
                  <a:pt x="136" y="194"/>
                </a:cubicBezTo>
                <a:cubicBezTo>
                  <a:pt x="143" y="192"/>
                  <a:pt x="150" y="189"/>
                  <a:pt x="156" y="186"/>
                </a:cubicBezTo>
                <a:cubicBezTo>
                  <a:pt x="162" y="182"/>
                  <a:pt x="168" y="178"/>
                  <a:pt x="173" y="173"/>
                </a:cubicBezTo>
                <a:cubicBezTo>
                  <a:pt x="178" y="168"/>
                  <a:pt x="182" y="162"/>
                  <a:pt x="186" y="156"/>
                </a:cubicBezTo>
                <a:cubicBezTo>
                  <a:pt x="189" y="150"/>
                  <a:pt x="192" y="143"/>
                  <a:pt x="194" y="136"/>
                </a:cubicBezTo>
                <a:cubicBezTo>
                  <a:pt x="196" y="129"/>
                  <a:pt x="197" y="122"/>
                  <a:pt x="197" y="114"/>
                </a:cubicBezTo>
                <a:cubicBezTo>
                  <a:pt x="197" y="107"/>
                  <a:pt x="196" y="99"/>
                  <a:pt x="194" y="92"/>
                </a:cubicBezTo>
                <a:cubicBezTo>
                  <a:pt x="192" y="85"/>
                  <a:pt x="189" y="79"/>
                  <a:pt x="186" y="72"/>
                </a:cubicBezTo>
                <a:cubicBezTo>
                  <a:pt x="182" y="66"/>
                  <a:pt x="178" y="61"/>
                  <a:pt x="173" y="56"/>
                </a:cubicBezTo>
                <a:cubicBezTo>
                  <a:pt x="168" y="51"/>
                  <a:pt x="162" y="46"/>
                  <a:pt x="156" y="43"/>
                </a:cubicBezTo>
                <a:cubicBezTo>
                  <a:pt x="150" y="39"/>
                  <a:pt x="143" y="36"/>
                  <a:pt x="136" y="34"/>
                </a:cubicBezTo>
                <a:cubicBezTo>
                  <a:pt x="129" y="32"/>
                  <a:pt x="122" y="31"/>
                  <a:pt x="114" y="31"/>
                </a:cubicBezTo>
                <a:cubicBezTo>
                  <a:pt x="107" y="31"/>
                  <a:pt x="99" y="32"/>
                  <a:pt x="92" y="34"/>
                </a:cubicBezTo>
                <a:close/>
                <a:moveTo>
                  <a:pt x="94" y="162"/>
                </a:moveTo>
                <a:cubicBezTo>
                  <a:pt x="88" y="159"/>
                  <a:pt x="82" y="156"/>
                  <a:pt x="77" y="151"/>
                </a:cubicBezTo>
                <a:cubicBezTo>
                  <a:pt x="73" y="146"/>
                  <a:pt x="69" y="141"/>
                  <a:pt x="66" y="134"/>
                </a:cubicBezTo>
                <a:cubicBezTo>
                  <a:pt x="64" y="128"/>
                  <a:pt x="62" y="121"/>
                  <a:pt x="62" y="114"/>
                </a:cubicBezTo>
                <a:cubicBezTo>
                  <a:pt x="62" y="107"/>
                  <a:pt x="64" y="100"/>
                  <a:pt x="66" y="94"/>
                </a:cubicBezTo>
                <a:cubicBezTo>
                  <a:pt x="69" y="88"/>
                  <a:pt x="73" y="82"/>
                  <a:pt x="77" y="77"/>
                </a:cubicBezTo>
                <a:cubicBezTo>
                  <a:pt x="82" y="73"/>
                  <a:pt x="88" y="69"/>
                  <a:pt x="94" y="66"/>
                </a:cubicBezTo>
                <a:cubicBezTo>
                  <a:pt x="100" y="63"/>
                  <a:pt x="107" y="62"/>
                  <a:pt x="114" y="62"/>
                </a:cubicBezTo>
                <a:cubicBezTo>
                  <a:pt x="121" y="62"/>
                  <a:pt x="128" y="63"/>
                  <a:pt x="134" y="66"/>
                </a:cubicBezTo>
                <a:cubicBezTo>
                  <a:pt x="141" y="69"/>
                  <a:pt x="146" y="73"/>
                  <a:pt x="151" y="77"/>
                </a:cubicBezTo>
                <a:cubicBezTo>
                  <a:pt x="156" y="82"/>
                  <a:pt x="159" y="88"/>
                  <a:pt x="162" y="94"/>
                </a:cubicBezTo>
                <a:cubicBezTo>
                  <a:pt x="165" y="100"/>
                  <a:pt x="166" y="107"/>
                  <a:pt x="166" y="114"/>
                </a:cubicBezTo>
                <a:cubicBezTo>
                  <a:pt x="166" y="121"/>
                  <a:pt x="165" y="128"/>
                  <a:pt x="162" y="134"/>
                </a:cubicBezTo>
                <a:cubicBezTo>
                  <a:pt x="159" y="141"/>
                  <a:pt x="156" y="146"/>
                  <a:pt x="151" y="151"/>
                </a:cubicBezTo>
                <a:cubicBezTo>
                  <a:pt x="146" y="156"/>
                  <a:pt x="141" y="159"/>
                  <a:pt x="134" y="162"/>
                </a:cubicBezTo>
                <a:cubicBezTo>
                  <a:pt x="128" y="165"/>
                  <a:pt x="121" y="166"/>
                  <a:pt x="114" y="166"/>
                </a:cubicBezTo>
                <a:cubicBezTo>
                  <a:pt x="107" y="166"/>
                  <a:pt x="100" y="165"/>
                  <a:pt x="94" y="162"/>
                </a:cubicBezTo>
                <a:close/>
                <a:moveTo>
                  <a:pt x="106" y="95"/>
                </a:moveTo>
                <a:cubicBezTo>
                  <a:pt x="104" y="96"/>
                  <a:pt x="101" y="98"/>
                  <a:pt x="99" y="99"/>
                </a:cubicBezTo>
                <a:cubicBezTo>
                  <a:pt x="98" y="101"/>
                  <a:pt x="96" y="104"/>
                  <a:pt x="95" y="106"/>
                </a:cubicBezTo>
                <a:cubicBezTo>
                  <a:pt x="94" y="109"/>
                  <a:pt x="93" y="111"/>
                  <a:pt x="93" y="114"/>
                </a:cubicBezTo>
                <a:cubicBezTo>
                  <a:pt x="93" y="117"/>
                  <a:pt x="94" y="120"/>
                  <a:pt x="95" y="122"/>
                </a:cubicBezTo>
                <a:cubicBezTo>
                  <a:pt x="96" y="125"/>
                  <a:pt x="98" y="127"/>
                  <a:pt x="99" y="129"/>
                </a:cubicBezTo>
                <a:cubicBezTo>
                  <a:pt x="101" y="131"/>
                  <a:pt x="104" y="132"/>
                  <a:pt x="106" y="133"/>
                </a:cubicBezTo>
                <a:cubicBezTo>
                  <a:pt x="109" y="134"/>
                  <a:pt x="111" y="135"/>
                  <a:pt x="114" y="135"/>
                </a:cubicBezTo>
                <a:cubicBezTo>
                  <a:pt x="117" y="135"/>
                  <a:pt x="120" y="134"/>
                  <a:pt x="122" y="133"/>
                </a:cubicBezTo>
                <a:cubicBezTo>
                  <a:pt x="125" y="132"/>
                  <a:pt x="127" y="131"/>
                  <a:pt x="129" y="129"/>
                </a:cubicBezTo>
                <a:cubicBezTo>
                  <a:pt x="131" y="127"/>
                  <a:pt x="132" y="125"/>
                  <a:pt x="133" y="122"/>
                </a:cubicBezTo>
                <a:cubicBezTo>
                  <a:pt x="134" y="120"/>
                  <a:pt x="135" y="117"/>
                  <a:pt x="135" y="114"/>
                </a:cubicBezTo>
                <a:cubicBezTo>
                  <a:pt x="135" y="111"/>
                  <a:pt x="134" y="109"/>
                  <a:pt x="133" y="106"/>
                </a:cubicBezTo>
                <a:cubicBezTo>
                  <a:pt x="132" y="104"/>
                  <a:pt x="131" y="101"/>
                  <a:pt x="129" y="99"/>
                </a:cubicBezTo>
                <a:cubicBezTo>
                  <a:pt x="127" y="98"/>
                  <a:pt x="125" y="96"/>
                  <a:pt x="122" y="95"/>
                </a:cubicBezTo>
                <a:cubicBezTo>
                  <a:pt x="120" y="94"/>
                  <a:pt x="117" y="93"/>
                  <a:pt x="114" y="93"/>
                </a:cubicBezTo>
                <a:cubicBezTo>
                  <a:pt x="111" y="93"/>
                  <a:pt x="109" y="94"/>
                  <a:pt x="106" y="9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10" name="Freeform 112"/>
          <p:cNvSpPr>
            <a:spLocks noEditPoints="1"/>
          </p:cNvSpPr>
          <p:nvPr/>
        </p:nvSpPr>
        <p:spPr bwMode="auto">
          <a:xfrm>
            <a:off x="9319972" y="3881685"/>
            <a:ext cx="299697" cy="299697"/>
          </a:xfrm>
          <a:custGeom>
            <a:avLst/>
            <a:gdLst>
              <a:gd name="T0" fmla="*/ 7 w 208"/>
              <a:gd name="T1" fmla="*/ 29 h 208"/>
              <a:gd name="T2" fmla="*/ 26 w 208"/>
              <a:gd name="T3" fmla="*/ 21 h 208"/>
              <a:gd name="T4" fmla="*/ 52 w 208"/>
              <a:gd name="T5" fmla="*/ 5 h 208"/>
              <a:gd name="T6" fmla="*/ 57 w 208"/>
              <a:gd name="T7" fmla="*/ 0 h 208"/>
              <a:gd name="T8" fmla="*/ 62 w 208"/>
              <a:gd name="T9" fmla="*/ 5 h 208"/>
              <a:gd name="T10" fmla="*/ 145 w 208"/>
              <a:gd name="T11" fmla="*/ 21 h 208"/>
              <a:gd name="T12" fmla="*/ 147 w 208"/>
              <a:gd name="T13" fmla="*/ 2 h 208"/>
              <a:gd name="T14" fmla="*/ 154 w 208"/>
              <a:gd name="T15" fmla="*/ 2 h 208"/>
              <a:gd name="T16" fmla="*/ 156 w 208"/>
              <a:gd name="T17" fmla="*/ 21 h 208"/>
              <a:gd name="T18" fmla="*/ 192 w 208"/>
              <a:gd name="T19" fmla="*/ 23 h 208"/>
              <a:gd name="T20" fmla="*/ 206 w 208"/>
              <a:gd name="T21" fmla="*/ 37 h 208"/>
              <a:gd name="T22" fmla="*/ 208 w 208"/>
              <a:gd name="T23" fmla="*/ 73 h 208"/>
              <a:gd name="T24" fmla="*/ 0 w 208"/>
              <a:gd name="T25" fmla="*/ 47 h 208"/>
              <a:gd name="T26" fmla="*/ 26 w 208"/>
              <a:gd name="T27" fmla="*/ 208 h 208"/>
              <a:gd name="T28" fmla="*/ 7 w 208"/>
              <a:gd name="T29" fmla="*/ 201 h 208"/>
              <a:gd name="T30" fmla="*/ 0 w 208"/>
              <a:gd name="T31" fmla="*/ 182 h 208"/>
              <a:gd name="T32" fmla="*/ 208 w 208"/>
              <a:gd name="T33" fmla="*/ 83 h 208"/>
              <a:gd name="T34" fmla="*/ 206 w 208"/>
              <a:gd name="T35" fmla="*/ 192 h 208"/>
              <a:gd name="T36" fmla="*/ 192 w 208"/>
              <a:gd name="T37" fmla="*/ 206 h 208"/>
              <a:gd name="T38" fmla="*/ 26 w 208"/>
              <a:gd name="T39" fmla="*/ 208 h 208"/>
              <a:gd name="T40" fmla="*/ 31 w 208"/>
              <a:gd name="T41" fmla="*/ 135 h 208"/>
              <a:gd name="T42" fmla="*/ 72 w 208"/>
              <a:gd name="T43" fmla="*/ 104 h 208"/>
              <a:gd name="T44" fmla="*/ 31 w 208"/>
              <a:gd name="T45" fmla="*/ 146 h 208"/>
              <a:gd name="T46" fmla="*/ 72 w 208"/>
              <a:gd name="T47" fmla="*/ 177 h 208"/>
              <a:gd name="T48" fmla="*/ 31 w 208"/>
              <a:gd name="T49" fmla="*/ 146 h 208"/>
              <a:gd name="T50" fmla="*/ 68 w 208"/>
              <a:gd name="T51" fmla="*/ 58 h 208"/>
              <a:gd name="T52" fmla="*/ 72 w 208"/>
              <a:gd name="T53" fmla="*/ 47 h 208"/>
              <a:gd name="T54" fmla="*/ 62 w 208"/>
              <a:gd name="T55" fmla="*/ 32 h 208"/>
              <a:gd name="T56" fmla="*/ 61 w 208"/>
              <a:gd name="T57" fmla="*/ 51 h 208"/>
              <a:gd name="T58" fmla="*/ 53 w 208"/>
              <a:gd name="T59" fmla="*/ 51 h 208"/>
              <a:gd name="T60" fmla="*/ 52 w 208"/>
              <a:gd name="T61" fmla="*/ 32 h 208"/>
              <a:gd name="T62" fmla="*/ 41 w 208"/>
              <a:gd name="T63" fmla="*/ 47 h 208"/>
              <a:gd name="T64" fmla="*/ 46 w 208"/>
              <a:gd name="T65" fmla="*/ 58 h 208"/>
              <a:gd name="T66" fmla="*/ 57 w 208"/>
              <a:gd name="T67" fmla="*/ 63 h 208"/>
              <a:gd name="T68" fmla="*/ 83 w 208"/>
              <a:gd name="T69" fmla="*/ 104 h 208"/>
              <a:gd name="T70" fmla="*/ 124 w 208"/>
              <a:gd name="T71" fmla="*/ 135 h 208"/>
              <a:gd name="T72" fmla="*/ 83 w 208"/>
              <a:gd name="T73" fmla="*/ 104 h 208"/>
              <a:gd name="T74" fmla="*/ 83 w 208"/>
              <a:gd name="T75" fmla="*/ 177 h 208"/>
              <a:gd name="T76" fmla="*/ 124 w 208"/>
              <a:gd name="T77" fmla="*/ 146 h 208"/>
              <a:gd name="T78" fmla="*/ 157 w 208"/>
              <a:gd name="T79" fmla="*/ 61 h 208"/>
              <a:gd name="T80" fmla="*/ 165 w 208"/>
              <a:gd name="T81" fmla="*/ 53 h 208"/>
              <a:gd name="T82" fmla="*/ 163 w 208"/>
              <a:gd name="T83" fmla="*/ 38 h 208"/>
              <a:gd name="T84" fmla="*/ 156 w 208"/>
              <a:gd name="T85" fmla="*/ 47 h 208"/>
              <a:gd name="T86" fmla="*/ 150 w 208"/>
              <a:gd name="T87" fmla="*/ 52 h 208"/>
              <a:gd name="T88" fmla="*/ 145 w 208"/>
              <a:gd name="T89" fmla="*/ 47 h 208"/>
              <a:gd name="T90" fmla="*/ 138 w 208"/>
              <a:gd name="T91" fmla="*/ 38 h 208"/>
              <a:gd name="T92" fmla="*/ 136 w 208"/>
              <a:gd name="T93" fmla="*/ 53 h 208"/>
              <a:gd name="T94" fmla="*/ 144 w 208"/>
              <a:gd name="T95" fmla="*/ 61 h 208"/>
              <a:gd name="T96" fmla="*/ 157 w 208"/>
              <a:gd name="T97" fmla="*/ 61 h 208"/>
              <a:gd name="T98" fmla="*/ 135 w 208"/>
              <a:gd name="T99" fmla="*/ 135 h 208"/>
              <a:gd name="T100" fmla="*/ 176 w 208"/>
              <a:gd name="T101" fmla="*/ 104 h 208"/>
              <a:gd name="T102" fmla="*/ 135 w 208"/>
              <a:gd name="T103" fmla="*/ 146 h 208"/>
              <a:gd name="T104" fmla="*/ 176 w 208"/>
              <a:gd name="T105" fmla="*/ 177 h 208"/>
              <a:gd name="T106" fmla="*/ 135 w 208"/>
              <a:gd name="T107" fmla="*/ 146 h 2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08" h="208">
                <a:moveTo>
                  <a:pt x="2" y="37"/>
                </a:moveTo>
                <a:cubicBezTo>
                  <a:pt x="3" y="34"/>
                  <a:pt x="5" y="31"/>
                  <a:pt x="7" y="29"/>
                </a:cubicBezTo>
                <a:cubicBezTo>
                  <a:pt x="10" y="26"/>
                  <a:pt x="12" y="24"/>
                  <a:pt x="16" y="23"/>
                </a:cubicBezTo>
                <a:cubicBezTo>
                  <a:pt x="19" y="22"/>
                  <a:pt x="22" y="21"/>
                  <a:pt x="26" y="21"/>
                </a:cubicBezTo>
                <a:cubicBezTo>
                  <a:pt x="52" y="21"/>
                  <a:pt x="52" y="21"/>
                  <a:pt x="52" y="21"/>
                </a:cubicBezTo>
                <a:cubicBezTo>
                  <a:pt x="52" y="5"/>
                  <a:pt x="52" y="5"/>
                  <a:pt x="52" y="5"/>
                </a:cubicBezTo>
                <a:cubicBezTo>
                  <a:pt x="52" y="4"/>
                  <a:pt x="52" y="3"/>
                  <a:pt x="53" y="2"/>
                </a:cubicBezTo>
                <a:cubicBezTo>
                  <a:pt x="54" y="1"/>
                  <a:pt x="55" y="0"/>
                  <a:pt x="57" y="0"/>
                </a:cubicBezTo>
                <a:cubicBezTo>
                  <a:pt x="58" y="0"/>
                  <a:pt x="60" y="1"/>
                  <a:pt x="61" y="2"/>
                </a:cubicBezTo>
                <a:cubicBezTo>
                  <a:pt x="62" y="3"/>
                  <a:pt x="62" y="4"/>
                  <a:pt x="62" y="5"/>
                </a:cubicBezTo>
                <a:cubicBezTo>
                  <a:pt x="62" y="21"/>
                  <a:pt x="62" y="21"/>
                  <a:pt x="62" y="21"/>
                </a:cubicBezTo>
                <a:cubicBezTo>
                  <a:pt x="145" y="21"/>
                  <a:pt x="145" y="21"/>
                  <a:pt x="145" y="21"/>
                </a:cubicBezTo>
                <a:cubicBezTo>
                  <a:pt x="145" y="5"/>
                  <a:pt x="145" y="5"/>
                  <a:pt x="145" y="5"/>
                </a:cubicBezTo>
                <a:cubicBezTo>
                  <a:pt x="145" y="4"/>
                  <a:pt x="146" y="3"/>
                  <a:pt x="147" y="2"/>
                </a:cubicBezTo>
                <a:cubicBezTo>
                  <a:pt x="148" y="1"/>
                  <a:pt x="149" y="0"/>
                  <a:pt x="150" y="0"/>
                </a:cubicBezTo>
                <a:cubicBezTo>
                  <a:pt x="152" y="0"/>
                  <a:pt x="153" y="1"/>
                  <a:pt x="154" y="2"/>
                </a:cubicBezTo>
                <a:cubicBezTo>
                  <a:pt x="155" y="3"/>
                  <a:pt x="156" y="4"/>
                  <a:pt x="156" y="5"/>
                </a:cubicBezTo>
                <a:cubicBezTo>
                  <a:pt x="156" y="21"/>
                  <a:pt x="156" y="21"/>
                  <a:pt x="156" y="21"/>
                </a:cubicBezTo>
                <a:cubicBezTo>
                  <a:pt x="182" y="21"/>
                  <a:pt x="182" y="21"/>
                  <a:pt x="182" y="21"/>
                </a:cubicBezTo>
                <a:cubicBezTo>
                  <a:pt x="185" y="21"/>
                  <a:pt x="189" y="22"/>
                  <a:pt x="192" y="23"/>
                </a:cubicBezTo>
                <a:cubicBezTo>
                  <a:pt x="195" y="24"/>
                  <a:pt x="198" y="26"/>
                  <a:pt x="200" y="29"/>
                </a:cubicBezTo>
                <a:cubicBezTo>
                  <a:pt x="202" y="31"/>
                  <a:pt x="204" y="34"/>
                  <a:pt x="206" y="37"/>
                </a:cubicBezTo>
                <a:cubicBezTo>
                  <a:pt x="207" y="40"/>
                  <a:pt x="208" y="43"/>
                  <a:pt x="208" y="47"/>
                </a:cubicBezTo>
                <a:cubicBezTo>
                  <a:pt x="208" y="73"/>
                  <a:pt x="208" y="73"/>
                  <a:pt x="208" y="73"/>
                </a:cubicBezTo>
                <a:cubicBezTo>
                  <a:pt x="0" y="73"/>
                  <a:pt x="0" y="73"/>
                  <a:pt x="0" y="73"/>
                </a:cubicBezTo>
                <a:cubicBezTo>
                  <a:pt x="0" y="47"/>
                  <a:pt x="0" y="47"/>
                  <a:pt x="0" y="47"/>
                </a:cubicBezTo>
                <a:cubicBezTo>
                  <a:pt x="0" y="43"/>
                  <a:pt x="0" y="40"/>
                  <a:pt x="2" y="37"/>
                </a:cubicBezTo>
                <a:close/>
                <a:moveTo>
                  <a:pt x="26" y="208"/>
                </a:moveTo>
                <a:cubicBezTo>
                  <a:pt x="22" y="208"/>
                  <a:pt x="19" y="207"/>
                  <a:pt x="16" y="206"/>
                </a:cubicBezTo>
                <a:cubicBezTo>
                  <a:pt x="12" y="205"/>
                  <a:pt x="10" y="203"/>
                  <a:pt x="7" y="201"/>
                </a:cubicBezTo>
                <a:cubicBezTo>
                  <a:pt x="5" y="198"/>
                  <a:pt x="3" y="195"/>
                  <a:pt x="2" y="192"/>
                </a:cubicBezTo>
                <a:cubicBezTo>
                  <a:pt x="0" y="189"/>
                  <a:pt x="0" y="186"/>
                  <a:pt x="0" y="182"/>
                </a:cubicBezTo>
                <a:cubicBezTo>
                  <a:pt x="0" y="83"/>
                  <a:pt x="0" y="83"/>
                  <a:pt x="0" y="83"/>
                </a:cubicBezTo>
                <a:cubicBezTo>
                  <a:pt x="208" y="83"/>
                  <a:pt x="208" y="83"/>
                  <a:pt x="208" y="83"/>
                </a:cubicBezTo>
                <a:cubicBezTo>
                  <a:pt x="208" y="182"/>
                  <a:pt x="208" y="182"/>
                  <a:pt x="208" y="182"/>
                </a:cubicBezTo>
                <a:cubicBezTo>
                  <a:pt x="208" y="186"/>
                  <a:pt x="207" y="189"/>
                  <a:pt x="206" y="192"/>
                </a:cubicBezTo>
                <a:cubicBezTo>
                  <a:pt x="204" y="195"/>
                  <a:pt x="202" y="198"/>
                  <a:pt x="200" y="201"/>
                </a:cubicBezTo>
                <a:cubicBezTo>
                  <a:pt x="198" y="203"/>
                  <a:pt x="195" y="205"/>
                  <a:pt x="192" y="206"/>
                </a:cubicBezTo>
                <a:cubicBezTo>
                  <a:pt x="189" y="207"/>
                  <a:pt x="185" y="208"/>
                  <a:pt x="182" y="208"/>
                </a:cubicBezTo>
                <a:lnTo>
                  <a:pt x="26" y="208"/>
                </a:lnTo>
                <a:close/>
                <a:moveTo>
                  <a:pt x="31" y="104"/>
                </a:moveTo>
                <a:cubicBezTo>
                  <a:pt x="31" y="135"/>
                  <a:pt x="31" y="135"/>
                  <a:pt x="31" y="135"/>
                </a:cubicBezTo>
                <a:cubicBezTo>
                  <a:pt x="72" y="135"/>
                  <a:pt x="72" y="135"/>
                  <a:pt x="72" y="135"/>
                </a:cubicBezTo>
                <a:cubicBezTo>
                  <a:pt x="72" y="104"/>
                  <a:pt x="72" y="104"/>
                  <a:pt x="72" y="104"/>
                </a:cubicBezTo>
                <a:lnTo>
                  <a:pt x="31" y="104"/>
                </a:lnTo>
                <a:close/>
                <a:moveTo>
                  <a:pt x="31" y="146"/>
                </a:moveTo>
                <a:cubicBezTo>
                  <a:pt x="31" y="177"/>
                  <a:pt x="31" y="177"/>
                  <a:pt x="31" y="177"/>
                </a:cubicBezTo>
                <a:cubicBezTo>
                  <a:pt x="72" y="177"/>
                  <a:pt x="72" y="177"/>
                  <a:pt x="72" y="177"/>
                </a:cubicBezTo>
                <a:cubicBezTo>
                  <a:pt x="72" y="146"/>
                  <a:pt x="72" y="146"/>
                  <a:pt x="72" y="146"/>
                </a:cubicBezTo>
                <a:lnTo>
                  <a:pt x="31" y="146"/>
                </a:lnTo>
                <a:close/>
                <a:moveTo>
                  <a:pt x="63" y="61"/>
                </a:moveTo>
                <a:cubicBezTo>
                  <a:pt x="65" y="61"/>
                  <a:pt x="66" y="59"/>
                  <a:pt x="68" y="58"/>
                </a:cubicBezTo>
                <a:cubicBezTo>
                  <a:pt x="69" y="57"/>
                  <a:pt x="70" y="55"/>
                  <a:pt x="71" y="53"/>
                </a:cubicBezTo>
                <a:cubicBezTo>
                  <a:pt x="72" y="51"/>
                  <a:pt x="72" y="49"/>
                  <a:pt x="72" y="47"/>
                </a:cubicBezTo>
                <a:cubicBezTo>
                  <a:pt x="72" y="44"/>
                  <a:pt x="71" y="41"/>
                  <a:pt x="70" y="38"/>
                </a:cubicBezTo>
                <a:cubicBezTo>
                  <a:pt x="68" y="35"/>
                  <a:pt x="65" y="33"/>
                  <a:pt x="62" y="32"/>
                </a:cubicBezTo>
                <a:cubicBezTo>
                  <a:pt x="62" y="47"/>
                  <a:pt x="62" y="47"/>
                  <a:pt x="62" y="47"/>
                </a:cubicBezTo>
                <a:cubicBezTo>
                  <a:pt x="62" y="48"/>
                  <a:pt x="62" y="50"/>
                  <a:pt x="61" y="51"/>
                </a:cubicBezTo>
                <a:cubicBezTo>
                  <a:pt x="60" y="52"/>
                  <a:pt x="58" y="52"/>
                  <a:pt x="57" y="52"/>
                </a:cubicBezTo>
                <a:cubicBezTo>
                  <a:pt x="55" y="52"/>
                  <a:pt x="54" y="52"/>
                  <a:pt x="53" y="51"/>
                </a:cubicBezTo>
                <a:cubicBezTo>
                  <a:pt x="52" y="50"/>
                  <a:pt x="52" y="48"/>
                  <a:pt x="52" y="47"/>
                </a:cubicBezTo>
                <a:cubicBezTo>
                  <a:pt x="52" y="32"/>
                  <a:pt x="52" y="32"/>
                  <a:pt x="52" y="32"/>
                </a:cubicBezTo>
                <a:cubicBezTo>
                  <a:pt x="49" y="33"/>
                  <a:pt x="46" y="35"/>
                  <a:pt x="44" y="38"/>
                </a:cubicBezTo>
                <a:cubicBezTo>
                  <a:pt x="42" y="41"/>
                  <a:pt x="41" y="44"/>
                  <a:pt x="41" y="47"/>
                </a:cubicBezTo>
                <a:cubicBezTo>
                  <a:pt x="41" y="49"/>
                  <a:pt x="42" y="51"/>
                  <a:pt x="42" y="53"/>
                </a:cubicBezTo>
                <a:cubicBezTo>
                  <a:pt x="43" y="55"/>
                  <a:pt x="44" y="57"/>
                  <a:pt x="46" y="58"/>
                </a:cubicBezTo>
                <a:cubicBezTo>
                  <a:pt x="47" y="59"/>
                  <a:pt x="49" y="61"/>
                  <a:pt x="51" y="61"/>
                </a:cubicBezTo>
                <a:cubicBezTo>
                  <a:pt x="53" y="62"/>
                  <a:pt x="55" y="63"/>
                  <a:pt x="57" y="63"/>
                </a:cubicBezTo>
                <a:cubicBezTo>
                  <a:pt x="59" y="63"/>
                  <a:pt x="61" y="62"/>
                  <a:pt x="63" y="61"/>
                </a:cubicBezTo>
                <a:close/>
                <a:moveTo>
                  <a:pt x="83" y="104"/>
                </a:moveTo>
                <a:cubicBezTo>
                  <a:pt x="83" y="135"/>
                  <a:pt x="83" y="135"/>
                  <a:pt x="83" y="135"/>
                </a:cubicBezTo>
                <a:cubicBezTo>
                  <a:pt x="124" y="135"/>
                  <a:pt x="124" y="135"/>
                  <a:pt x="124" y="135"/>
                </a:cubicBezTo>
                <a:cubicBezTo>
                  <a:pt x="124" y="104"/>
                  <a:pt x="124" y="104"/>
                  <a:pt x="124" y="104"/>
                </a:cubicBezTo>
                <a:lnTo>
                  <a:pt x="83" y="104"/>
                </a:lnTo>
                <a:close/>
                <a:moveTo>
                  <a:pt x="83" y="146"/>
                </a:moveTo>
                <a:cubicBezTo>
                  <a:pt x="83" y="177"/>
                  <a:pt x="83" y="177"/>
                  <a:pt x="83" y="177"/>
                </a:cubicBezTo>
                <a:cubicBezTo>
                  <a:pt x="124" y="177"/>
                  <a:pt x="124" y="177"/>
                  <a:pt x="124" y="177"/>
                </a:cubicBezTo>
                <a:cubicBezTo>
                  <a:pt x="124" y="146"/>
                  <a:pt x="124" y="146"/>
                  <a:pt x="124" y="146"/>
                </a:cubicBezTo>
                <a:lnTo>
                  <a:pt x="83" y="146"/>
                </a:lnTo>
                <a:close/>
                <a:moveTo>
                  <a:pt x="157" y="61"/>
                </a:moveTo>
                <a:cubicBezTo>
                  <a:pt x="158" y="61"/>
                  <a:pt x="160" y="59"/>
                  <a:pt x="161" y="58"/>
                </a:cubicBezTo>
                <a:cubicBezTo>
                  <a:pt x="163" y="57"/>
                  <a:pt x="164" y="55"/>
                  <a:pt x="165" y="53"/>
                </a:cubicBezTo>
                <a:cubicBezTo>
                  <a:pt x="166" y="51"/>
                  <a:pt x="166" y="49"/>
                  <a:pt x="166" y="47"/>
                </a:cubicBezTo>
                <a:cubicBezTo>
                  <a:pt x="166" y="44"/>
                  <a:pt x="165" y="41"/>
                  <a:pt x="163" y="38"/>
                </a:cubicBezTo>
                <a:cubicBezTo>
                  <a:pt x="161" y="35"/>
                  <a:pt x="159" y="33"/>
                  <a:pt x="156" y="32"/>
                </a:cubicBezTo>
                <a:cubicBezTo>
                  <a:pt x="156" y="47"/>
                  <a:pt x="156" y="47"/>
                  <a:pt x="156" y="47"/>
                </a:cubicBezTo>
                <a:cubicBezTo>
                  <a:pt x="156" y="48"/>
                  <a:pt x="155" y="50"/>
                  <a:pt x="154" y="51"/>
                </a:cubicBezTo>
                <a:cubicBezTo>
                  <a:pt x="153" y="52"/>
                  <a:pt x="152" y="52"/>
                  <a:pt x="150" y="52"/>
                </a:cubicBezTo>
                <a:cubicBezTo>
                  <a:pt x="149" y="52"/>
                  <a:pt x="148" y="52"/>
                  <a:pt x="147" y="51"/>
                </a:cubicBezTo>
                <a:cubicBezTo>
                  <a:pt x="146" y="50"/>
                  <a:pt x="145" y="48"/>
                  <a:pt x="145" y="47"/>
                </a:cubicBezTo>
                <a:cubicBezTo>
                  <a:pt x="145" y="32"/>
                  <a:pt x="145" y="32"/>
                  <a:pt x="145" y="32"/>
                </a:cubicBezTo>
                <a:cubicBezTo>
                  <a:pt x="142" y="33"/>
                  <a:pt x="140" y="35"/>
                  <a:pt x="138" y="38"/>
                </a:cubicBezTo>
                <a:cubicBezTo>
                  <a:pt x="136" y="41"/>
                  <a:pt x="135" y="44"/>
                  <a:pt x="135" y="47"/>
                </a:cubicBezTo>
                <a:cubicBezTo>
                  <a:pt x="135" y="49"/>
                  <a:pt x="135" y="51"/>
                  <a:pt x="136" y="53"/>
                </a:cubicBezTo>
                <a:cubicBezTo>
                  <a:pt x="137" y="55"/>
                  <a:pt x="138" y="57"/>
                  <a:pt x="139" y="58"/>
                </a:cubicBezTo>
                <a:cubicBezTo>
                  <a:pt x="141" y="59"/>
                  <a:pt x="142" y="61"/>
                  <a:pt x="144" y="61"/>
                </a:cubicBezTo>
                <a:cubicBezTo>
                  <a:pt x="146" y="62"/>
                  <a:pt x="148" y="63"/>
                  <a:pt x="150" y="63"/>
                </a:cubicBezTo>
                <a:cubicBezTo>
                  <a:pt x="153" y="63"/>
                  <a:pt x="155" y="62"/>
                  <a:pt x="157" y="61"/>
                </a:cubicBezTo>
                <a:close/>
                <a:moveTo>
                  <a:pt x="135" y="104"/>
                </a:moveTo>
                <a:cubicBezTo>
                  <a:pt x="135" y="135"/>
                  <a:pt x="135" y="135"/>
                  <a:pt x="135" y="135"/>
                </a:cubicBezTo>
                <a:cubicBezTo>
                  <a:pt x="176" y="135"/>
                  <a:pt x="176" y="135"/>
                  <a:pt x="176" y="135"/>
                </a:cubicBezTo>
                <a:cubicBezTo>
                  <a:pt x="176" y="104"/>
                  <a:pt x="176" y="104"/>
                  <a:pt x="176" y="104"/>
                </a:cubicBezTo>
                <a:lnTo>
                  <a:pt x="135" y="104"/>
                </a:lnTo>
                <a:close/>
                <a:moveTo>
                  <a:pt x="135" y="146"/>
                </a:moveTo>
                <a:cubicBezTo>
                  <a:pt x="135" y="177"/>
                  <a:pt x="135" y="177"/>
                  <a:pt x="135" y="177"/>
                </a:cubicBezTo>
                <a:cubicBezTo>
                  <a:pt x="176" y="177"/>
                  <a:pt x="176" y="177"/>
                  <a:pt x="176" y="177"/>
                </a:cubicBezTo>
                <a:cubicBezTo>
                  <a:pt x="176" y="146"/>
                  <a:pt x="176" y="146"/>
                  <a:pt x="176" y="146"/>
                </a:cubicBezTo>
                <a:lnTo>
                  <a:pt x="135" y="14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11" name="Freeform 113"/>
          <p:cNvSpPr>
            <a:spLocks noEditPoints="1"/>
          </p:cNvSpPr>
          <p:nvPr/>
        </p:nvSpPr>
        <p:spPr bwMode="auto">
          <a:xfrm>
            <a:off x="9910677" y="3881685"/>
            <a:ext cx="286667" cy="299697"/>
          </a:xfrm>
          <a:custGeom>
            <a:avLst/>
            <a:gdLst>
              <a:gd name="T0" fmla="*/ 182 w 199"/>
              <a:gd name="T1" fmla="*/ 85 h 208"/>
              <a:gd name="T2" fmla="*/ 47 w 199"/>
              <a:gd name="T3" fmla="*/ 208 h 208"/>
              <a:gd name="T4" fmla="*/ 16 w 199"/>
              <a:gd name="T5" fmla="*/ 85 h 208"/>
              <a:gd name="T6" fmla="*/ 6 w 199"/>
              <a:gd name="T7" fmla="*/ 208 h 208"/>
              <a:gd name="T8" fmla="*/ 0 w 199"/>
              <a:gd name="T9" fmla="*/ 100 h 208"/>
              <a:gd name="T10" fmla="*/ 1 w 199"/>
              <a:gd name="T11" fmla="*/ 43 h 208"/>
              <a:gd name="T12" fmla="*/ 16 w 199"/>
              <a:gd name="T13" fmla="*/ 12 h 208"/>
              <a:gd name="T14" fmla="*/ 39 w 199"/>
              <a:gd name="T15" fmla="*/ 6 h 208"/>
              <a:gd name="T16" fmla="*/ 37 w 199"/>
              <a:gd name="T17" fmla="*/ 21 h 208"/>
              <a:gd name="T18" fmla="*/ 26 w 199"/>
              <a:gd name="T19" fmla="*/ 42 h 208"/>
              <a:gd name="T20" fmla="*/ 99 w 199"/>
              <a:gd name="T21" fmla="*/ 167 h 208"/>
              <a:gd name="T22" fmla="*/ 58 w 199"/>
              <a:gd name="T23" fmla="*/ 31 h 208"/>
              <a:gd name="T24" fmla="*/ 57 w 199"/>
              <a:gd name="T25" fmla="*/ 2 h 208"/>
              <a:gd name="T26" fmla="*/ 64 w 199"/>
              <a:gd name="T27" fmla="*/ 1 h 208"/>
              <a:gd name="T28" fmla="*/ 70 w 199"/>
              <a:gd name="T29" fmla="*/ 0 h 208"/>
              <a:gd name="T30" fmla="*/ 67 w 199"/>
              <a:gd name="T31" fmla="*/ 7 h 208"/>
              <a:gd name="T32" fmla="*/ 67 w 199"/>
              <a:gd name="T33" fmla="*/ 34 h 208"/>
              <a:gd name="T34" fmla="*/ 77 w 199"/>
              <a:gd name="T35" fmla="*/ 85 h 208"/>
              <a:gd name="T36" fmla="*/ 97 w 199"/>
              <a:gd name="T37" fmla="*/ 55 h 208"/>
              <a:gd name="T38" fmla="*/ 94 w 199"/>
              <a:gd name="T39" fmla="*/ 26 h 208"/>
              <a:gd name="T40" fmla="*/ 109 w 199"/>
              <a:gd name="T41" fmla="*/ 31 h 208"/>
              <a:gd name="T42" fmla="*/ 114 w 199"/>
              <a:gd name="T43" fmla="*/ 112 h 208"/>
              <a:gd name="T44" fmla="*/ 127 w 199"/>
              <a:gd name="T45" fmla="*/ 58 h 208"/>
              <a:gd name="T46" fmla="*/ 133 w 199"/>
              <a:gd name="T47" fmla="*/ 16 h 208"/>
              <a:gd name="T48" fmla="*/ 126 w 199"/>
              <a:gd name="T49" fmla="*/ 0 h 208"/>
              <a:gd name="T50" fmla="*/ 130 w 199"/>
              <a:gd name="T51" fmla="*/ 0 h 208"/>
              <a:gd name="T52" fmla="*/ 138 w 199"/>
              <a:gd name="T53" fmla="*/ 1 h 208"/>
              <a:gd name="T54" fmla="*/ 151 w 199"/>
              <a:gd name="T55" fmla="*/ 21 h 208"/>
              <a:gd name="T56" fmla="*/ 162 w 199"/>
              <a:gd name="T57" fmla="*/ 42 h 208"/>
              <a:gd name="T58" fmla="*/ 172 w 199"/>
              <a:gd name="T59" fmla="*/ 42 h 208"/>
              <a:gd name="T60" fmla="*/ 162 w 199"/>
              <a:gd name="T61" fmla="*/ 21 h 208"/>
              <a:gd name="T62" fmla="*/ 159 w 199"/>
              <a:gd name="T63" fmla="*/ 6 h 208"/>
              <a:gd name="T64" fmla="*/ 183 w 199"/>
              <a:gd name="T65" fmla="*/ 12 h 208"/>
              <a:gd name="T66" fmla="*/ 198 w 199"/>
              <a:gd name="T67" fmla="*/ 43 h 208"/>
              <a:gd name="T68" fmla="*/ 198 w 199"/>
              <a:gd name="T69" fmla="*/ 100 h 208"/>
              <a:gd name="T70" fmla="*/ 193 w 199"/>
              <a:gd name="T71" fmla="*/ 208 h 208"/>
              <a:gd name="T72" fmla="*/ 95 w 199"/>
              <a:gd name="T73" fmla="*/ 194 h 208"/>
              <a:gd name="T74" fmla="*/ 95 w 199"/>
              <a:gd name="T75" fmla="*/ 201 h 208"/>
              <a:gd name="T76" fmla="*/ 103 w 199"/>
              <a:gd name="T77" fmla="*/ 201 h 208"/>
              <a:gd name="T78" fmla="*/ 103 w 199"/>
              <a:gd name="T79" fmla="*/ 194 h 208"/>
              <a:gd name="T80" fmla="*/ 95 w 199"/>
              <a:gd name="T81" fmla="*/ 194 h 2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99" h="208">
                <a:moveTo>
                  <a:pt x="162" y="208"/>
                </a:moveTo>
                <a:cubicBezTo>
                  <a:pt x="182" y="85"/>
                  <a:pt x="182" y="85"/>
                  <a:pt x="182" y="85"/>
                </a:cubicBezTo>
                <a:cubicBezTo>
                  <a:pt x="152" y="208"/>
                  <a:pt x="152" y="208"/>
                  <a:pt x="152" y="208"/>
                </a:cubicBezTo>
                <a:cubicBezTo>
                  <a:pt x="47" y="208"/>
                  <a:pt x="47" y="208"/>
                  <a:pt x="47" y="208"/>
                </a:cubicBezTo>
                <a:cubicBezTo>
                  <a:pt x="47" y="208"/>
                  <a:pt x="47" y="208"/>
                  <a:pt x="47" y="208"/>
                </a:cubicBezTo>
                <a:cubicBezTo>
                  <a:pt x="16" y="85"/>
                  <a:pt x="16" y="85"/>
                  <a:pt x="16" y="85"/>
                </a:cubicBezTo>
                <a:cubicBezTo>
                  <a:pt x="36" y="208"/>
                  <a:pt x="36" y="208"/>
                  <a:pt x="36" y="208"/>
                </a:cubicBezTo>
                <a:cubicBezTo>
                  <a:pt x="6" y="208"/>
                  <a:pt x="6" y="208"/>
                  <a:pt x="6" y="208"/>
                </a:cubicBezTo>
                <a:cubicBezTo>
                  <a:pt x="4" y="185"/>
                  <a:pt x="3" y="165"/>
                  <a:pt x="2" y="147"/>
                </a:cubicBezTo>
                <a:cubicBezTo>
                  <a:pt x="1" y="129"/>
                  <a:pt x="0" y="114"/>
                  <a:pt x="0" y="100"/>
                </a:cubicBezTo>
                <a:cubicBezTo>
                  <a:pt x="0" y="87"/>
                  <a:pt x="0" y="76"/>
                  <a:pt x="0" y="66"/>
                </a:cubicBezTo>
                <a:cubicBezTo>
                  <a:pt x="0" y="57"/>
                  <a:pt x="0" y="49"/>
                  <a:pt x="1" y="43"/>
                </a:cubicBezTo>
                <a:cubicBezTo>
                  <a:pt x="1" y="29"/>
                  <a:pt x="3" y="20"/>
                  <a:pt x="6" y="17"/>
                </a:cubicBezTo>
                <a:cubicBezTo>
                  <a:pt x="9" y="15"/>
                  <a:pt x="12" y="14"/>
                  <a:pt x="16" y="12"/>
                </a:cubicBezTo>
                <a:cubicBezTo>
                  <a:pt x="19" y="11"/>
                  <a:pt x="23" y="10"/>
                  <a:pt x="27" y="9"/>
                </a:cubicBezTo>
                <a:cubicBezTo>
                  <a:pt x="31" y="8"/>
                  <a:pt x="35" y="7"/>
                  <a:pt x="39" y="6"/>
                </a:cubicBezTo>
                <a:cubicBezTo>
                  <a:pt x="43" y="5"/>
                  <a:pt x="46" y="4"/>
                  <a:pt x="50" y="3"/>
                </a:cubicBezTo>
                <a:cubicBezTo>
                  <a:pt x="37" y="21"/>
                  <a:pt x="37" y="21"/>
                  <a:pt x="37" y="21"/>
                </a:cubicBezTo>
                <a:cubicBezTo>
                  <a:pt x="47" y="31"/>
                  <a:pt x="47" y="31"/>
                  <a:pt x="47" y="31"/>
                </a:cubicBezTo>
                <a:cubicBezTo>
                  <a:pt x="26" y="42"/>
                  <a:pt x="26" y="42"/>
                  <a:pt x="26" y="42"/>
                </a:cubicBezTo>
                <a:cubicBezTo>
                  <a:pt x="109" y="187"/>
                  <a:pt x="109" y="187"/>
                  <a:pt x="109" y="187"/>
                </a:cubicBezTo>
                <a:cubicBezTo>
                  <a:pt x="99" y="167"/>
                  <a:pt x="99" y="167"/>
                  <a:pt x="99" y="167"/>
                </a:cubicBezTo>
                <a:cubicBezTo>
                  <a:pt x="37" y="42"/>
                  <a:pt x="37" y="42"/>
                  <a:pt x="37" y="42"/>
                </a:cubicBezTo>
                <a:cubicBezTo>
                  <a:pt x="58" y="31"/>
                  <a:pt x="58" y="31"/>
                  <a:pt x="58" y="31"/>
                </a:cubicBezTo>
                <a:cubicBezTo>
                  <a:pt x="47" y="21"/>
                  <a:pt x="47" y="21"/>
                  <a:pt x="47" y="21"/>
                </a:cubicBezTo>
                <a:cubicBezTo>
                  <a:pt x="57" y="2"/>
                  <a:pt x="57" y="2"/>
                  <a:pt x="57" y="2"/>
                </a:cubicBezTo>
                <a:cubicBezTo>
                  <a:pt x="58" y="2"/>
                  <a:pt x="59" y="2"/>
                  <a:pt x="61" y="1"/>
                </a:cubicBezTo>
                <a:cubicBezTo>
                  <a:pt x="62" y="1"/>
                  <a:pt x="63" y="1"/>
                  <a:pt x="64" y="1"/>
                </a:cubicBezTo>
                <a:cubicBezTo>
                  <a:pt x="66" y="1"/>
                  <a:pt x="67" y="0"/>
                  <a:pt x="68" y="0"/>
                </a:cubicBezTo>
                <a:cubicBezTo>
                  <a:pt x="69" y="0"/>
                  <a:pt x="69" y="0"/>
                  <a:pt x="70" y="0"/>
                </a:cubicBezTo>
                <a:cubicBezTo>
                  <a:pt x="71" y="0"/>
                  <a:pt x="72" y="0"/>
                  <a:pt x="72" y="0"/>
                </a:cubicBezTo>
                <a:cubicBezTo>
                  <a:pt x="70" y="2"/>
                  <a:pt x="69" y="4"/>
                  <a:pt x="67" y="7"/>
                </a:cubicBezTo>
                <a:cubicBezTo>
                  <a:pt x="66" y="10"/>
                  <a:pt x="66" y="13"/>
                  <a:pt x="66" y="16"/>
                </a:cubicBezTo>
                <a:cubicBezTo>
                  <a:pt x="66" y="21"/>
                  <a:pt x="66" y="27"/>
                  <a:pt x="67" y="34"/>
                </a:cubicBezTo>
                <a:cubicBezTo>
                  <a:pt x="68" y="42"/>
                  <a:pt x="70" y="49"/>
                  <a:pt x="72" y="58"/>
                </a:cubicBezTo>
                <a:cubicBezTo>
                  <a:pt x="73" y="67"/>
                  <a:pt x="75" y="76"/>
                  <a:pt x="77" y="85"/>
                </a:cubicBezTo>
                <a:cubicBezTo>
                  <a:pt x="80" y="94"/>
                  <a:pt x="82" y="103"/>
                  <a:pt x="84" y="112"/>
                </a:cubicBezTo>
                <a:cubicBezTo>
                  <a:pt x="97" y="55"/>
                  <a:pt x="97" y="55"/>
                  <a:pt x="97" y="55"/>
                </a:cubicBezTo>
                <a:cubicBezTo>
                  <a:pt x="89" y="31"/>
                  <a:pt x="89" y="31"/>
                  <a:pt x="89" y="31"/>
                </a:cubicBezTo>
                <a:cubicBezTo>
                  <a:pt x="94" y="26"/>
                  <a:pt x="94" y="26"/>
                  <a:pt x="94" y="26"/>
                </a:cubicBezTo>
                <a:cubicBezTo>
                  <a:pt x="104" y="26"/>
                  <a:pt x="104" y="26"/>
                  <a:pt x="104" y="26"/>
                </a:cubicBezTo>
                <a:cubicBezTo>
                  <a:pt x="109" y="31"/>
                  <a:pt x="109" y="31"/>
                  <a:pt x="109" y="31"/>
                </a:cubicBezTo>
                <a:cubicBezTo>
                  <a:pt x="102" y="55"/>
                  <a:pt x="102" y="55"/>
                  <a:pt x="102" y="55"/>
                </a:cubicBezTo>
                <a:cubicBezTo>
                  <a:pt x="114" y="112"/>
                  <a:pt x="114" y="112"/>
                  <a:pt x="114" y="112"/>
                </a:cubicBezTo>
                <a:cubicBezTo>
                  <a:pt x="116" y="103"/>
                  <a:pt x="119" y="94"/>
                  <a:pt x="121" y="85"/>
                </a:cubicBezTo>
                <a:cubicBezTo>
                  <a:pt x="123" y="76"/>
                  <a:pt x="125" y="67"/>
                  <a:pt x="127" y="58"/>
                </a:cubicBezTo>
                <a:cubicBezTo>
                  <a:pt x="129" y="50"/>
                  <a:pt x="130" y="42"/>
                  <a:pt x="131" y="34"/>
                </a:cubicBezTo>
                <a:cubicBezTo>
                  <a:pt x="132" y="27"/>
                  <a:pt x="133" y="21"/>
                  <a:pt x="133" y="16"/>
                </a:cubicBezTo>
                <a:cubicBezTo>
                  <a:pt x="133" y="13"/>
                  <a:pt x="132" y="10"/>
                  <a:pt x="131" y="7"/>
                </a:cubicBezTo>
                <a:cubicBezTo>
                  <a:pt x="130" y="4"/>
                  <a:pt x="128" y="2"/>
                  <a:pt x="126" y="0"/>
                </a:cubicBezTo>
                <a:cubicBezTo>
                  <a:pt x="127" y="0"/>
                  <a:pt x="128" y="0"/>
                  <a:pt x="128" y="0"/>
                </a:cubicBezTo>
                <a:cubicBezTo>
                  <a:pt x="129" y="0"/>
                  <a:pt x="130" y="0"/>
                  <a:pt x="130" y="0"/>
                </a:cubicBezTo>
                <a:cubicBezTo>
                  <a:pt x="131" y="0"/>
                  <a:pt x="133" y="1"/>
                  <a:pt x="134" y="1"/>
                </a:cubicBezTo>
                <a:cubicBezTo>
                  <a:pt x="135" y="1"/>
                  <a:pt x="136" y="1"/>
                  <a:pt x="138" y="1"/>
                </a:cubicBezTo>
                <a:cubicBezTo>
                  <a:pt x="139" y="2"/>
                  <a:pt x="140" y="2"/>
                  <a:pt x="142" y="2"/>
                </a:cubicBezTo>
                <a:cubicBezTo>
                  <a:pt x="151" y="21"/>
                  <a:pt x="151" y="21"/>
                  <a:pt x="151" y="21"/>
                </a:cubicBezTo>
                <a:cubicBezTo>
                  <a:pt x="141" y="31"/>
                  <a:pt x="141" y="31"/>
                  <a:pt x="141" y="31"/>
                </a:cubicBezTo>
                <a:cubicBezTo>
                  <a:pt x="162" y="42"/>
                  <a:pt x="162" y="42"/>
                  <a:pt x="162" y="42"/>
                </a:cubicBezTo>
                <a:cubicBezTo>
                  <a:pt x="99" y="163"/>
                  <a:pt x="99" y="163"/>
                  <a:pt x="99" y="163"/>
                </a:cubicBezTo>
                <a:cubicBezTo>
                  <a:pt x="172" y="42"/>
                  <a:pt x="172" y="42"/>
                  <a:pt x="172" y="42"/>
                </a:cubicBezTo>
                <a:cubicBezTo>
                  <a:pt x="151" y="31"/>
                  <a:pt x="151" y="31"/>
                  <a:pt x="151" y="31"/>
                </a:cubicBezTo>
                <a:cubicBezTo>
                  <a:pt x="162" y="21"/>
                  <a:pt x="162" y="21"/>
                  <a:pt x="162" y="21"/>
                </a:cubicBezTo>
                <a:cubicBezTo>
                  <a:pt x="148" y="3"/>
                  <a:pt x="148" y="3"/>
                  <a:pt x="148" y="3"/>
                </a:cubicBezTo>
                <a:cubicBezTo>
                  <a:pt x="152" y="4"/>
                  <a:pt x="155" y="5"/>
                  <a:pt x="159" y="6"/>
                </a:cubicBezTo>
                <a:cubicBezTo>
                  <a:pt x="163" y="7"/>
                  <a:pt x="167" y="8"/>
                  <a:pt x="171" y="9"/>
                </a:cubicBezTo>
                <a:cubicBezTo>
                  <a:pt x="175" y="10"/>
                  <a:pt x="179" y="11"/>
                  <a:pt x="183" y="12"/>
                </a:cubicBezTo>
                <a:cubicBezTo>
                  <a:pt x="186" y="14"/>
                  <a:pt x="190" y="15"/>
                  <a:pt x="193" y="17"/>
                </a:cubicBezTo>
                <a:cubicBezTo>
                  <a:pt x="195" y="20"/>
                  <a:pt x="197" y="29"/>
                  <a:pt x="198" y="43"/>
                </a:cubicBezTo>
                <a:cubicBezTo>
                  <a:pt x="198" y="49"/>
                  <a:pt x="198" y="57"/>
                  <a:pt x="198" y="66"/>
                </a:cubicBezTo>
                <a:cubicBezTo>
                  <a:pt x="199" y="76"/>
                  <a:pt x="199" y="87"/>
                  <a:pt x="198" y="100"/>
                </a:cubicBezTo>
                <a:cubicBezTo>
                  <a:pt x="198" y="114"/>
                  <a:pt x="197" y="129"/>
                  <a:pt x="196" y="147"/>
                </a:cubicBezTo>
                <a:cubicBezTo>
                  <a:pt x="196" y="165"/>
                  <a:pt x="194" y="185"/>
                  <a:pt x="193" y="208"/>
                </a:cubicBezTo>
                <a:lnTo>
                  <a:pt x="162" y="208"/>
                </a:lnTo>
                <a:close/>
                <a:moveTo>
                  <a:pt x="95" y="194"/>
                </a:moveTo>
                <a:cubicBezTo>
                  <a:pt x="94" y="195"/>
                  <a:pt x="94" y="196"/>
                  <a:pt x="94" y="198"/>
                </a:cubicBezTo>
                <a:cubicBezTo>
                  <a:pt x="94" y="199"/>
                  <a:pt x="94" y="200"/>
                  <a:pt x="95" y="201"/>
                </a:cubicBezTo>
                <a:cubicBezTo>
                  <a:pt x="96" y="202"/>
                  <a:pt x="98" y="203"/>
                  <a:pt x="99" y="203"/>
                </a:cubicBezTo>
                <a:cubicBezTo>
                  <a:pt x="101" y="203"/>
                  <a:pt x="102" y="202"/>
                  <a:pt x="103" y="201"/>
                </a:cubicBezTo>
                <a:cubicBezTo>
                  <a:pt x="104" y="200"/>
                  <a:pt x="104" y="199"/>
                  <a:pt x="104" y="198"/>
                </a:cubicBezTo>
                <a:cubicBezTo>
                  <a:pt x="104" y="196"/>
                  <a:pt x="104" y="195"/>
                  <a:pt x="103" y="194"/>
                </a:cubicBezTo>
                <a:cubicBezTo>
                  <a:pt x="102" y="193"/>
                  <a:pt x="101" y="193"/>
                  <a:pt x="99" y="193"/>
                </a:cubicBezTo>
                <a:cubicBezTo>
                  <a:pt x="98" y="193"/>
                  <a:pt x="96" y="193"/>
                  <a:pt x="95" y="19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12" name="Freeform 114"/>
          <p:cNvSpPr>
            <a:spLocks noEditPoints="1"/>
          </p:cNvSpPr>
          <p:nvPr/>
        </p:nvSpPr>
        <p:spPr bwMode="auto">
          <a:xfrm>
            <a:off x="10473154" y="3966381"/>
            <a:ext cx="330101" cy="130303"/>
          </a:xfrm>
          <a:custGeom>
            <a:avLst/>
            <a:gdLst>
              <a:gd name="T0" fmla="*/ 62 w 229"/>
              <a:gd name="T1" fmla="*/ 75 h 91"/>
              <a:gd name="T2" fmla="*/ 53 w 229"/>
              <a:gd name="T3" fmla="*/ 70 h 91"/>
              <a:gd name="T4" fmla="*/ 47 w 229"/>
              <a:gd name="T5" fmla="*/ 62 h 91"/>
              <a:gd name="T6" fmla="*/ 43 w 229"/>
              <a:gd name="T7" fmla="*/ 53 h 91"/>
              <a:gd name="T8" fmla="*/ 0 w 229"/>
              <a:gd name="T9" fmla="*/ 53 h 91"/>
              <a:gd name="T10" fmla="*/ 0 w 229"/>
              <a:gd name="T11" fmla="*/ 39 h 91"/>
              <a:gd name="T12" fmla="*/ 42 w 229"/>
              <a:gd name="T13" fmla="*/ 39 h 91"/>
              <a:gd name="T14" fmla="*/ 46 w 229"/>
              <a:gd name="T15" fmla="*/ 30 h 91"/>
              <a:gd name="T16" fmla="*/ 53 w 229"/>
              <a:gd name="T17" fmla="*/ 22 h 91"/>
              <a:gd name="T18" fmla="*/ 62 w 229"/>
              <a:gd name="T19" fmla="*/ 17 h 91"/>
              <a:gd name="T20" fmla="*/ 72 w 229"/>
              <a:gd name="T21" fmla="*/ 15 h 91"/>
              <a:gd name="T22" fmla="*/ 84 w 229"/>
              <a:gd name="T23" fmla="*/ 18 h 91"/>
              <a:gd name="T24" fmla="*/ 94 w 229"/>
              <a:gd name="T25" fmla="*/ 24 h 91"/>
              <a:gd name="T26" fmla="*/ 101 w 229"/>
              <a:gd name="T27" fmla="*/ 34 h 91"/>
              <a:gd name="T28" fmla="*/ 103 w 229"/>
              <a:gd name="T29" fmla="*/ 46 h 91"/>
              <a:gd name="T30" fmla="*/ 101 w 229"/>
              <a:gd name="T31" fmla="*/ 58 h 91"/>
              <a:gd name="T32" fmla="*/ 94 w 229"/>
              <a:gd name="T33" fmla="*/ 67 h 91"/>
              <a:gd name="T34" fmla="*/ 84 w 229"/>
              <a:gd name="T35" fmla="*/ 74 h 91"/>
              <a:gd name="T36" fmla="*/ 72 w 229"/>
              <a:gd name="T37" fmla="*/ 76 h 91"/>
              <a:gd name="T38" fmla="*/ 62 w 229"/>
              <a:gd name="T39" fmla="*/ 75 h 91"/>
              <a:gd name="T40" fmla="*/ 185 w 229"/>
              <a:gd name="T41" fmla="*/ 68 h 91"/>
              <a:gd name="T42" fmla="*/ 175 w 229"/>
              <a:gd name="T43" fmla="*/ 80 h 91"/>
              <a:gd name="T44" fmla="*/ 161 w 229"/>
              <a:gd name="T45" fmla="*/ 88 h 91"/>
              <a:gd name="T46" fmla="*/ 145 w 229"/>
              <a:gd name="T47" fmla="*/ 91 h 91"/>
              <a:gd name="T48" fmla="*/ 128 w 229"/>
              <a:gd name="T49" fmla="*/ 88 h 91"/>
              <a:gd name="T50" fmla="*/ 113 w 229"/>
              <a:gd name="T51" fmla="*/ 78 h 91"/>
              <a:gd name="T52" fmla="*/ 124 w 229"/>
              <a:gd name="T53" fmla="*/ 68 h 91"/>
              <a:gd name="T54" fmla="*/ 134 w 229"/>
              <a:gd name="T55" fmla="*/ 74 h 91"/>
              <a:gd name="T56" fmla="*/ 145 w 229"/>
              <a:gd name="T57" fmla="*/ 76 h 91"/>
              <a:gd name="T58" fmla="*/ 157 w 229"/>
              <a:gd name="T59" fmla="*/ 74 h 91"/>
              <a:gd name="T60" fmla="*/ 167 w 229"/>
              <a:gd name="T61" fmla="*/ 67 h 91"/>
              <a:gd name="T62" fmla="*/ 174 w 229"/>
              <a:gd name="T63" fmla="*/ 58 h 91"/>
              <a:gd name="T64" fmla="*/ 176 w 229"/>
              <a:gd name="T65" fmla="*/ 46 h 91"/>
              <a:gd name="T66" fmla="*/ 174 w 229"/>
              <a:gd name="T67" fmla="*/ 34 h 91"/>
              <a:gd name="T68" fmla="*/ 167 w 229"/>
              <a:gd name="T69" fmla="*/ 24 h 91"/>
              <a:gd name="T70" fmla="*/ 157 w 229"/>
              <a:gd name="T71" fmla="*/ 18 h 91"/>
              <a:gd name="T72" fmla="*/ 145 w 229"/>
              <a:gd name="T73" fmla="*/ 15 h 91"/>
              <a:gd name="T74" fmla="*/ 133 w 229"/>
              <a:gd name="T75" fmla="*/ 18 h 91"/>
              <a:gd name="T76" fmla="*/ 124 w 229"/>
              <a:gd name="T77" fmla="*/ 24 h 91"/>
              <a:gd name="T78" fmla="*/ 113 w 229"/>
              <a:gd name="T79" fmla="*/ 14 h 91"/>
              <a:gd name="T80" fmla="*/ 128 w 229"/>
              <a:gd name="T81" fmla="*/ 4 h 91"/>
              <a:gd name="T82" fmla="*/ 145 w 229"/>
              <a:gd name="T83" fmla="*/ 0 h 91"/>
              <a:gd name="T84" fmla="*/ 162 w 229"/>
              <a:gd name="T85" fmla="*/ 3 h 91"/>
              <a:gd name="T86" fmla="*/ 175 w 229"/>
              <a:gd name="T87" fmla="*/ 11 h 91"/>
              <a:gd name="T88" fmla="*/ 185 w 229"/>
              <a:gd name="T89" fmla="*/ 24 h 91"/>
              <a:gd name="T90" fmla="*/ 191 w 229"/>
              <a:gd name="T91" fmla="*/ 39 h 91"/>
              <a:gd name="T92" fmla="*/ 229 w 229"/>
              <a:gd name="T93" fmla="*/ 39 h 91"/>
              <a:gd name="T94" fmla="*/ 229 w 229"/>
              <a:gd name="T95" fmla="*/ 53 h 91"/>
              <a:gd name="T96" fmla="*/ 190 w 229"/>
              <a:gd name="T97" fmla="*/ 53 h 91"/>
              <a:gd name="T98" fmla="*/ 185 w 229"/>
              <a:gd name="T99" fmla="*/ 68 h 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229" h="91">
                <a:moveTo>
                  <a:pt x="62" y="75"/>
                </a:moveTo>
                <a:cubicBezTo>
                  <a:pt x="59" y="73"/>
                  <a:pt x="56" y="72"/>
                  <a:pt x="53" y="70"/>
                </a:cubicBezTo>
                <a:cubicBezTo>
                  <a:pt x="51" y="68"/>
                  <a:pt x="49" y="65"/>
                  <a:pt x="47" y="62"/>
                </a:cubicBezTo>
                <a:cubicBezTo>
                  <a:pt x="45" y="60"/>
                  <a:pt x="44" y="56"/>
                  <a:pt x="43" y="53"/>
                </a:cubicBezTo>
                <a:cubicBezTo>
                  <a:pt x="0" y="53"/>
                  <a:pt x="0" y="53"/>
                  <a:pt x="0" y="53"/>
                </a:cubicBezTo>
                <a:cubicBezTo>
                  <a:pt x="0" y="39"/>
                  <a:pt x="0" y="39"/>
                  <a:pt x="0" y="39"/>
                </a:cubicBezTo>
                <a:cubicBezTo>
                  <a:pt x="42" y="39"/>
                  <a:pt x="42" y="39"/>
                  <a:pt x="42" y="39"/>
                </a:cubicBezTo>
                <a:cubicBezTo>
                  <a:pt x="43" y="36"/>
                  <a:pt x="44" y="33"/>
                  <a:pt x="46" y="30"/>
                </a:cubicBezTo>
                <a:cubicBezTo>
                  <a:pt x="48" y="27"/>
                  <a:pt x="50" y="24"/>
                  <a:pt x="53" y="22"/>
                </a:cubicBezTo>
                <a:cubicBezTo>
                  <a:pt x="56" y="20"/>
                  <a:pt x="59" y="18"/>
                  <a:pt x="62" y="17"/>
                </a:cubicBezTo>
                <a:cubicBezTo>
                  <a:pt x="65" y="16"/>
                  <a:pt x="69" y="15"/>
                  <a:pt x="72" y="15"/>
                </a:cubicBezTo>
                <a:cubicBezTo>
                  <a:pt x="77" y="15"/>
                  <a:pt x="81" y="16"/>
                  <a:pt x="84" y="18"/>
                </a:cubicBezTo>
                <a:cubicBezTo>
                  <a:pt x="88" y="19"/>
                  <a:pt x="91" y="21"/>
                  <a:pt x="94" y="24"/>
                </a:cubicBezTo>
                <a:cubicBezTo>
                  <a:pt x="97" y="27"/>
                  <a:pt x="99" y="30"/>
                  <a:pt x="101" y="34"/>
                </a:cubicBezTo>
                <a:cubicBezTo>
                  <a:pt x="102" y="38"/>
                  <a:pt x="103" y="42"/>
                  <a:pt x="103" y="46"/>
                </a:cubicBezTo>
                <a:cubicBezTo>
                  <a:pt x="103" y="50"/>
                  <a:pt x="102" y="54"/>
                  <a:pt x="101" y="58"/>
                </a:cubicBezTo>
                <a:cubicBezTo>
                  <a:pt x="99" y="61"/>
                  <a:pt x="97" y="65"/>
                  <a:pt x="94" y="67"/>
                </a:cubicBezTo>
                <a:cubicBezTo>
                  <a:pt x="91" y="70"/>
                  <a:pt x="88" y="72"/>
                  <a:pt x="84" y="74"/>
                </a:cubicBezTo>
                <a:cubicBezTo>
                  <a:pt x="81" y="76"/>
                  <a:pt x="77" y="76"/>
                  <a:pt x="72" y="76"/>
                </a:cubicBezTo>
                <a:cubicBezTo>
                  <a:pt x="69" y="76"/>
                  <a:pt x="65" y="76"/>
                  <a:pt x="62" y="75"/>
                </a:cubicBezTo>
                <a:close/>
                <a:moveTo>
                  <a:pt x="185" y="68"/>
                </a:moveTo>
                <a:cubicBezTo>
                  <a:pt x="182" y="73"/>
                  <a:pt x="179" y="77"/>
                  <a:pt x="175" y="80"/>
                </a:cubicBezTo>
                <a:cubicBezTo>
                  <a:pt x="171" y="84"/>
                  <a:pt x="167" y="86"/>
                  <a:pt x="161" y="88"/>
                </a:cubicBezTo>
                <a:cubicBezTo>
                  <a:pt x="156" y="90"/>
                  <a:pt x="151" y="91"/>
                  <a:pt x="145" y="91"/>
                </a:cubicBezTo>
                <a:cubicBezTo>
                  <a:pt x="139" y="91"/>
                  <a:pt x="133" y="90"/>
                  <a:pt x="128" y="88"/>
                </a:cubicBezTo>
                <a:cubicBezTo>
                  <a:pt x="122" y="86"/>
                  <a:pt x="118" y="82"/>
                  <a:pt x="113" y="78"/>
                </a:cubicBezTo>
                <a:cubicBezTo>
                  <a:pt x="124" y="68"/>
                  <a:pt x="124" y="68"/>
                  <a:pt x="124" y="68"/>
                </a:cubicBezTo>
                <a:cubicBezTo>
                  <a:pt x="127" y="70"/>
                  <a:pt x="130" y="73"/>
                  <a:pt x="134" y="74"/>
                </a:cubicBezTo>
                <a:cubicBezTo>
                  <a:pt x="137" y="76"/>
                  <a:pt x="141" y="76"/>
                  <a:pt x="145" y="76"/>
                </a:cubicBezTo>
                <a:cubicBezTo>
                  <a:pt x="150" y="76"/>
                  <a:pt x="154" y="76"/>
                  <a:pt x="157" y="74"/>
                </a:cubicBezTo>
                <a:cubicBezTo>
                  <a:pt x="161" y="72"/>
                  <a:pt x="164" y="70"/>
                  <a:pt x="167" y="67"/>
                </a:cubicBezTo>
                <a:cubicBezTo>
                  <a:pt x="170" y="65"/>
                  <a:pt x="172" y="61"/>
                  <a:pt x="174" y="58"/>
                </a:cubicBezTo>
                <a:cubicBezTo>
                  <a:pt x="175" y="54"/>
                  <a:pt x="176" y="50"/>
                  <a:pt x="176" y="46"/>
                </a:cubicBezTo>
                <a:cubicBezTo>
                  <a:pt x="176" y="42"/>
                  <a:pt x="175" y="38"/>
                  <a:pt x="174" y="34"/>
                </a:cubicBezTo>
                <a:cubicBezTo>
                  <a:pt x="172" y="30"/>
                  <a:pt x="170" y="27"/>
                  <a:pt x="167" y="24"/>
                </a:cubicBezTo>
                <a:cubicBezTo>
                  <a:pt x="164" y="21"/>
                  <a:pt x="161" y="19"/>
                  <a:pt x="157" y="18"/>
                </a:cubicBezTo>
                <a:cubicBezTo>
                  <a:pt x="154" y="16"/>
                  <a:pt x="150" y="15"/>
                  <a:pt x="145" y="15"/>
                </a:cubicBezTo>
                <a:cubicBezTo>
                  <a:pt x="141" y="15"/>
                  <a:pt x="137" y="16"/>
                  <a:pt x="133" y="18"/>
                </a:cubicBezTo>
                <a:cubicBezTo>
                  <a:pt x="130" y="19"/>
                  <a:pt x="126" y="21"/>
                  <a:pt x="124" y="24"/>
                </a:cubicBezTo>
                <a:cubicBezTo>
                  <a:pt x="113" y="14"/>
                  <a:pt x="113" y="14"/>
                  <a:pt x="113" y="14"/>
                </a:cubicBezTo>
                <a:cubicBezTo>
                  <a:pt x="117" y="10"/>
                  <a:pt x="122" y="6"/>
                  <a:pt x="128" y="4"/>
                </a:cubicBezTo>
                <a:cubicBezTo>
                  <a:pt x="133" y="1"/>
                  <a:pt x="139" y="0"/>
                  <a:pt x="145" y="0"/>
                </a:cubicBezTo>
                <a:cubicBezTo>
                  <a:pt x="151" y="0"/>
                  <a:pt x="157" y="1"/>
                  <a:pt x="162" y="3"/>
                </a:cubicBezTo>
                <a:cubicBezTo>
                  <a:pt x="167" y="5"/>
                  <a:pt x="171" y="8"/>
                  <a:pt x="175" y="11"/>
                </a:cubicBezTo>
                <a:cubicBezTo>
                  <a:pt x="179" y="15"/>
                  <a:pt x="183" y="19"/>
                  <a:pt x="185" y="24"/>
                </a:cubicBezTo>
                <a:cubicBezTo>
                  <a:pt x="188" y="29"/>
                  <a:pt x="190" y="34"/>
                  <a:pt x="191" y="39"/>
                </a:cubicBezTo>
                <a:cubicBezTo>
                  <a:pt x="229" y="39"/>
                  <a:pt x="229" y="39"/>
                  <a:pt x="229" y="39"/>
                </a:cubicBezTo>
                <a:cubicBezTo>
                  <a:pt x="229" y="53"/>
                  <a:pt x="229" y="53"/>
                  <a:pt x="229" y="53"/>
                </a:cubicBezTo>
                <a:cubicBezTo>
                  <a:pt x="190" y="53"/>
                  <a:pt x="190" y="53"/>
                  <a:pt x="190" y="53"/>
                </a:cubicBezTo>
                <a:cubicBezTo>
                  <a:pt x="189" y="59"/>
                  <a:pt x="188" y="64"/>
                  <a:pt x="185" y="6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13" name="Freeform 115"/>
          <p:cNvSpPr>
            <a:spLocks noEditPoints="1"/>
          </p:cNvSpPr>
          <p:nvPr/>
        </p:nvSpPr>
        <p:spPr bwMode="auto">
          <a:xfrm>
            <a:off x="11055175" y="3931633"/>
            <a:ext cx="334444" cy="199799"/>
          </a:xfrm>
          <a:custGeom>
            <a:avLst/>
            <a:gdLst>
              <a:gd name="T0" fmla="*/ 188 w 233"/>
              <a:gd name="T1" fmla="*/ 74 h 139"/>
              <a:gd name="T2" fmla="*/ 125 w 233"/>
              <a:gd name="T3" fmla="*/ 91 h 139"/>
              <a:gd name="T4" fmla="*/ 97 w 233"/>
              <a:gd name="T5" fmla="*/ 81 h 139"/>
              <a:gd name="T6" fmla="*/ 81 w 233"/>
              <a:gd name="T7" fmla="*/ 97 h 139"/>
              <a:gd name="T8" fmla="*/ 91 w 233"/>
              <a:gd name="T9" fmla="*/ 126 h 139"/>
              <a:gd name="T10" fmla="*/ 61 w 233"/>
              <a:gd name="T11" fmla="*/ 138 h 139"/>
              <a:gd name="T12" fmla="*/ 48 w 233"/>
              <a:gd name="T13" fmla="*/ 108 h 139"/>
              <a:gd name="T14" fmla="*/ 67 w 233"/>
              <a:gd name="T15" fmla="*/ 74 h 139"/>
              <a:gd name="T16" fmla="*/ 31 w 233"/>
              <a:gd name="T17" fmla="*/ 91 h 139"/>
              <a:gd name="T18" fmla="*/ 2 w 233"/>
              <a:gd name="T19" fmla="*/ 79 h 139"/>
              <a:gd name="T20" fmla="*/ 14 w 233"/>
              <a:gd name="T21" fmla="*/ 49 h 139"/>
              <a:gd name="T22" fmla="*/ 43 w 233"/>
              <a:gd name="T23" fmla="*/ 59 h 139"/>
              <a:gd name="T24" fmla="*/ 102 w 233"/>
              <a:gd name="T25" fmla="*/ 53 h 139"/>
              <a:gd name="T26" fmla="*/ 132 w 233"/>
              <a:gd name="T27" fmla="*/ 53 h 139"/>
              <a:gd name="T28" fmla="*/ 160 w 233"/>
              <a:gd name="T29" fmla="*/ 46 h 139"/>
              <a:gd name="T30" fmla="*/ 141 w 233"/>
              <a:gd name="T31" fmla="*/ 23 h 139"/>
              <a:gd name="T32" fmla="*/ 164 w 233"/>
              <a:gd name="T33" fmla="*/ 0 h 139"/>
              <a:gd name="T34" fmla="*/ 187 w 233"/>
              <a:gd name="T35" fmla="*/ 23 h 139"/>
              <a:gd name="T36" fmla="*/ 167 w 233"/>
              <a:gd name="T37" fmla="*/ 46 h 139"/>
              <a:gd name="T38" fmla="*/ 196 w 233"/>
              <a:gd name="T39" fmla="*/ 53 h 139"/>
              <a:gd name="T40" fmla="*/ 227 w 233"/>
              <a:gd name="T41" fmla="*/ 54 h 139"/>
              <a:gd name="T42" fmla="*/ 227 w 233"/>
              <a:gd name="T43" fmla="*/ 86 h 139"/>
              <a:gd name="T44" fmla="*/ 17 w 233"/>
              <a:gd name="T45" fmla="*/ 56 h 139"/>
              <a:gd name="T46" fmla="*/ 9 w 233"/>
              <a:gd name="T47" fmla="*/ 76 h 139"/>
              <a:gd name="T48" fmla="*/ 29 w 233"/>
              <a:gd name="T49" fmla="*/ 84 h 139"/>
              <a:gd name="T50" fmla="*/ 37 w 233"/>
              <a:gd name="T51" fmla="*/ 64 h 139"/>
              <a:gd name="T52" fmla="*/ 17 w 233"/>
              <a:gd name="T53" fmla="*/ 56 h 139"/>
              <a:gd name="T54" fmla="*/ 70 w 233"/>
              <a:gd name="T55" fmla="*/ 132 h 139"/>
              <a:gd name="T56" fmla="*/ 85 w 233"/>
              <a:gd name="T57" fmla="*/ 117 h 139"/>
              <a:gd name="T58" fmla="*/ 70 w 233"/>
              <a:gd name="T59" fmla="*/ 101 h 139"/>
              <a:gd name="T60" fmla="*/ 54 w 233"/>
              <a:gd name="T61" fmla="*/ 117 h 139"/>
              <a:gd name="T62" fmla="*/ 56 w 233"/>
              <a:gd name="T63" fmla="*/ 29 h 139"/>
              <a:gd name="T64" fmla="*/ 64 w 233"/>
              <a:gd name="T65" fmla="*/ 9 h 139"/>
              <a:gd name="T66" fmla="*/ 84 w 233"/>
              <a:gd name="T67" fmla="*/ 17 h 139"/>
              <a:gd name="T68" fmla="*/ 76 w 233"/>
              <a:gd name="T69" fmla="*/ 37 h 139"/>
              <a:gd name="T70" fmla="*/ 106 w 233"/>
              <a:gd name="T71" fmla="*/ 59 h 139"/>
              <a:gd name="T72" fmla="*/ 106 w 233"/>
              <a:gd name="T73" fmla="*/ 81 h 139"/>
              <a:gd name="T74" fmla="*/ 128 w 233"/>
              <a:gd name="T75" fmla="*/ 81 h 139"/>
              <a:gd name="T76" fmla="*/ 128 w 233"/>
              <a:gd name="T77" fmla="*/ 59 h 139"/>
              <a:gd name="T78" fmla="*/ 178 w 233"/>
              <a:gd name="T79" fmla="*/ 17 h 139"/>
              <a:gd name="T80" fmla="*/ 158 w 233"/>
              <a:gd name="T81" fmla="*/ 9 h 139"/>
              <a:gd name="T82" fmla="*/ 150 w 233"/>
              <a:gd name="T83" fmla="*/ 29 h 139"/>
              <a:gd name="T84" fmla="*/ 170 w 233"/>
              <a:gd name="T85" fmla="*/ 37 h 139"/>
              <a:gd name="T86" fmla="*/ 178 w 233"/>
              <a:gd name="T87" fmla="*/ 17 h 139"/>
              <a:gd name="T88" fmla="*/ 179 w 233"/>
              <a:gd name="T89" fmla="*/ 117 h 139"/>
              <a:gd name="T90" fmla="*/ 164 w 233"/>
              <a:gd name="T91" fmla="*/ 132 h 139"/>
              <a:gd name="T92" fmla="*/ 148 w 233"/>
              <a:gd name="T93" fmla="*/ 117 h 139"/>
              <a:gd name="T94" fmla="*/ 164 w 233"/>
              <a:gd name="T95" fmla="*/ 101 h 139"/>
              <a:gd name="T96" fmla="*/ 197 w 233"/>
              <a:gd name="T97" fmla="*/ 64 h 139"/>
              <a:gd name="T98" fmla="*/ 205 w 233"/>
              <a:gd name="T99" fmla="*/ 84 h 139"/>
              <a:gd name="T100" fmla="*/ 225 w 233"/>
              <a:gd name="T101" fmla="*/ 76 h 139"/>
              <a:gd name="T102" fmla="*/ 217 w 233"/>
              <a:gd name="T103" fmla="*/ 56 h 1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233" h="139">
                <a:moveTo>
                  <a:pt x="203" y="91"/>
                </a:moveTo>
                <a:cubicBezTo>
                  <a:pt x="200" y="90"/>
                  <a:pt x="198" y="89"/>
                  <a:pt x="196" y="87"/>
                </a:cubicBezTo>
                <a:cubicBezTo>
                  <a:pt x="194" y="86"/>
                  <a:pt x="192" y="83"/>
                  <a:pt x="191" y="81"/>
                </a:cubicBezTo>
                <a:cubicBezTo>
                  <a:pt x="189" y="79"/>
                  <a:pt x="189" y="76"/>
                  <a:pt x="188" y="74"/>
                </a:cubicBezTo>
                <a:cubicBezTo>
                  <a:pt x="139" y="74"/>
                  <a:pt x="139" y="74"/>
                  <a:pt x="139" y="74"/>
                </a:cubicBezTo>
                <a:cubicBezTo>
                  <a:pt x="139" y="76"/>
                  <a:pt x="138" y="79"/>
                  <a:pt x="137" y="81"/>
                </a:cubicBezTo>
                <a:cubicBezTo>
                  <a:pt x="135" y="83"/>
                  <a:pt x="134" y="86"/>
                  <a:pt x="132" y="87"/>
                </a:cubicBezTo>
                <a:cubicBezTo>
                  <a:pt x="130" y="89"/>
                  <a:pt x="127" y="90"/>
                  <a:pt x="125" y="91"/>
                </a:cubicBezTo>
                <a:cubicBezTo>
                  <a:pt x="122" y="92"/>
                  <a:pt x="120" y="93"/>
                  <a:pt x="117" y="93"/>
                </a:cubicBezTo>
                <a:cubicBezTo>
                  <a:pt x="114" y="93"/>
                  <a:pt x="112" y="92"/>
                  <a:pt x="109" y="91"/>
                </a:cubicBezTo>
                <a:cubicBezTo>
                  <a:pt x="106" y="90"/>
                  <a:pt x="104" y="89"/>
                  <a:pt x="102" y="87"/>
                </a:cubicBezTo>
                <a:cubicBezTo>
                  <a:pt x="100" y="86"/>
                  <a:pt x="99" y="83"/>
                  <a:pt x="97" y="81"/>
                </a:cubicBezTo>
                <a:cubicBezTo>
                  <a:pt x="96" y="79"/>
                  <a:pt x="95" y="76"/>
                  <a:pt x="95" y="74"/>
                </a:cubicBezTo>
                <a:cubicBezTo>
                  <a:pt x="74" y="74"/>
                  <a:pt x="74" y="74"/>
                  <a:pt x="74" y="74"/>
                </a:cubicBezTo>
                <a:cubicBezTo>
                  <a:pt x="74" y="94"/>
                  <a:pt x="74" y="94"/>
                  <a:pt x="74" y="94"/>
                </a:cubicBezTo>
                <a:cubicBezTo>
                  <a:pt x="76" y="95"/>
                  <a:pt x="79" y="96"/>
                  <a:pt x="81" y="97"/>
                </a:cubicBezTo>
                <a:cubicBezTo>
                  <a:pt x="83" y="98"/>
                  <a:pt x="85" y="100"/>
                  <a:pt x="87" y="102"/>
                </a:cubicBezTo>
                <a:cubicBezTo>
                  <a:pt x="89" y="104"/>
                  <a:pt x="90" y="106"/>
                  <a:pt x="91" y="109"/>
                </a:cubicBezTo>
                <a:cubicBezTo>
                  <a:pt x="92" y="111"/>
                  <a:pt x="92" y="114"/>
                  <a:pt x="92" y="117"/>
                </a:cubicBezTo>
                <a:cubicBezTo>
                  <a:pt x="92" y="120"/>
                  <a:pt x="92" y="123"/>
                  <a:pt x="91" y="126"/>
                </a:cubicBezTo>
                <a:cubicBezTo>
                  <a:pt x="89" y="128"/>
                  <a:pt x="88" y="131"/>
                  <a:pt x="86" y="133"/>
                </a:cubicBezTo>
                <a:cubicBezTo>
                  <a:pt x="84" y="135"/>
                  <a:pt x="81" y="137"/>
                  <a:pt x="78" y="138"/>
                </a:cubicBezTo>
                <a:cubicBezTo>
                  <a:pt x="76" y="139"/>
                  <a:pt x="73" y="139"/>
                  <a:pt x="70" y="139"/>
                </a:cubicBezTo>
                <a:cubicBezTo>
                  <a:pt x="66" y="139"/>
                  <a:pt x="63" y="139"/>
                  <a:pt x="61" y="138"/>
                </a:cubicBezTo>
                <a:cubicBezTo>
                  <a:pt x="58" y="137"/>
                  <a:pt x="56" y="135"/>
                  <a:pt x="53" y="133"/>
                </a:cubicBezTo>
                <a:cubicBezTo>
                  <a:pt x="51" y="131"/>
                  <a:pt x="50" y="128"/>
                  <a:pt x="49" y="126"/>
                </a:cubicBezTo>
                <a:cubicBezTo>
                  <a:pt x="47" y="123"/>
                  <a:pt x="47" y="120"/>
                  <a:pt x="47" y="117"/>
                </a:cubicBezTo>
                <a:cubicBezTo>
                  <a:pt x="47" y="114"/>
                  <a:pt x="47" y="111"/>
                  <a:pt x="48" y="108"/>
                </a:cubicBezTo>
                <a:cubicBezTo>
                  <a:pt x="49" y="106"/>
                  <a:pt x="51" y="104"/>
                  <a:pt x="53" y="102"/>
                </a:cubicBezTo>
                <a:cubicBezTo>
                  <a:pt x="54" y="100"/>
                  <a:pt x="57" y="98"/>
                  <a:pt x="59" y="97"/>
                </a:cubicBezTo>
                <a:cubicBezTo>
                  <a:pt x="61" y="95"/>
                  <a:pt x="64" y="94"/>
                  <a:pt x="67" y="94"/>
                </a:cubicBezTo>
                <a:cubicBezTo>
                  <a:pt x="67" y="74"/>
                  <a:pt x="67" y="74"/>
                  <a:pt x="67" y="74"/>
                </a:cubicBezTo>
                <a:cubicBezTo>
                  <a:pt x="45" y="74"/>
                  <a:pt x="45" y="74"/>
                  <a:pt x="45" y="74"/>
                </a:cubicBezTo>
                <a:cubicBezTo>
                  <a:pt x="45" y="76"/>
                  <a:pt x="44" y="79"/>
                  <a:pt x="43" y="81"/>
                </a:cubicBezTo>
                <a:cubicBezTo>
                  <a:pt x="41" y="83"/>
                  <a:pt x="40" y="86"/>
                  <a:pt x="38" y="87"/>
                </a:cubicBezTo>
                <a:cubicBezTo>
                  <a:pt x="36" y="89"/>
                  <a:pt x="33" y="90"/>
                  <a:pt x="31" y="91"/>
                </a:cubicBezTo>
                <a:cubicBezTo>
                  <a:pt x="28" y="92"/>
                  <a:pt x="26" y="93"/>
                  <a:pt x="23" y="93"/>
                </a:cubicBezTo>
                <a:cubicBezTo>
                  <a:pt x="20" y="93"/>
                  <a:pt x="17" y="92"/>
                  <a:pt x="14" y="91"/>
                </a:cubicBezTo>
                <a:cubicBezTo>
                  <a:pt x="11" y="90"/>
                  <a:pt x="9" y="88"/>
                  <a:pt x="7" y="86"/>
                </a:cubicBezTo>
                <a:cubicBezTo>
                  <a:pt x="5" y="84"/>
                  <a:pt x="3" y="82"/>
                  <a:pt x="2" y="79"/>
                </a:cubicBezTo>
                <a:cubicBezTo>
                  <a:pt x="1" y="76"/>
                  <a:pt x="0" y="73"/>
                  <a:pt x="0" y="70"/>
                </a:cubicBezTo>
                <a:cubicBezTo>
                  <a:pt x="0" y="67"/>
                  <a:pt x="1" y="64"/>
                  <a:pt x="2" y="61"/>
                </a:cubicBezTo>
                <a:cubicBezTo>
                  <a:pt x="3" y="58"/>
                  <a:pt x="5" y="56"/>
                  <a:pt x="7" y="54"/>
                </a:cubicBezTo>
                <a:cubicBezTo>
                  <a:pt x="9" y="52"/>
                  <a:pt x="11" y="50"/>
                  <a:pt x="14" y="49"/>
                </a:cubicBezTo>
                <a:cubicBezTo>
                  <a:pt x="17" y="48"/>
                  <a:pt x="20" y="47"/>
                  <a:pt x="23" y="47"/>
                </a:cubicBezTo>
                <a:cubicBezTo>
                  <a:pt x="26" y="47"/>
                  <a:pt x="28" y="48"/>
                  <a:pt x="31" y="49"/>
                </a:cubicBezTo>
                <a:cubicBezTo>
                  <a:pt x="33" y="50"/>
                  <a:pt x="36" y="51"/>
                  <a:pt x="38" y="53"/>
                </a:cubicBezTo>
                <a:cubicBezTo>
                  <a:pt x="40" y="55"/>
                  <a:pt x="41" y="57"/>
                  <a:pt x="43" y="59"/>
                </a:cubicBezTo>
                <a:cubicBezTo>
                  <a:pt x="44" y="61"/>
                  <a:pt x="45" y="64"/>
                  <a:pt x="45" y="67"/>
                </a:cubicBezTo>
                <a:cubicBezTo>
                  <a:pt x="95" y="67"/>
                  <a:pt x="95" y="67"/>
                  <a:pt x="95" y="67"/>
                </a:cubicBezTo>
                <a:cubicBezTo>
                  <a:pt x="95" y="64"/>
                  <a:pt x="96" y="61"/>
                  <a:pt x="97" y="59"/>
                </a:cubicBezTo>
                <a:cubicBezTo>
                  <a:pt x="98" y="57"/>
                  <a:pt x="100" y="55"/>
                  <a:pt x="102" y="53"/>
                </a:cubicBezTo>
                <a:cubicBezTo>
                  <a:pt x="104" y="51"/>
                  <a:pt x="106" y="50"/>
                  <a:pt x="109" y="49"/>
                </a:cubicBezTo>
                <a:cubicBezTo>
                  <a:pt x="111" y="48"/>
                  <a:pt x="114" y="47"/>
                  <a:pt x="117" y="47"/>
                </a:cubicBezTo>
                <a:cubicBezTo>
                  <a:pt x="120" y="47"/>
                  <a:pt x="123" y="48"/>
                  <a:pt x="125" y="49"/>
                </a:cubicBezTo>
                <a:cubicBezTo>
                  <a:pt x="128" y="50"/>
                  <a:pt x="130" y="51"/>
                  <a:pt x="132" y="53"/>
                </a:cubicBezTo>
                <a:cubicBezTo>
                  <a:pt x="134" y="55"/>
                  <a:pt x="136" y="57"/>
                  <a:pt x="137" y="59"/>
                </a:cubicBezTo>
                <a:cubicBezTo>
                  <a:pt x="138" y="61"/>
                  <a:pt x="139" y="64"/>
                  <a:pt x="139" y="67"/>
                </a:cubicBezTo>
                <a:cubicBezTo>
                  <a:pt x="160" y="67"/>
                  <a:pt x="160" y="67"/>
                  <a:pt x="160" y="67"/>
                </a:cubicBezTo>
                <a:cubicBezTo>
                  <a:pt x="160" y="46"/>
                  <a:pt x="160" y="46"/>
                  <a:pt x="160" y="46"/>
                </a:cubicBezTo>
                <a:cubicBezTo>
                  <a:pt x="158" y="45"/>
                  <a:pt x="155" y="44"/>
                  <a:pt x="153" y="43"/>
                </a:cubicBezTo>
                <a:cubicBezTo>
                  <a:pt x="150" y="42"/>
                  <a:pt x="148" y="40"/>
                  <a:pt x="147" y="38"/>
                </a:cubicBezTo>
                <a:cubicBezTo>
                  <a:pt x="145" y="36"/>
                  <a:pt x="143" y="34"/>
                  <a:pt x="143" y="31"/>
                </a:cubicBezTo>
                <a:cubicBezTo>
                  <a:pt x="142" y="29"/>
                  <a:pt x="141" y="26"/>
                  <a:pt x="141" y="23"/>
                </a:cubicBezTo>
                <a:cubicBezTo>
                  <a:pt x="141" y="20"/>
                  <a:pt x="142" y="17"/>
                  <a:pt x="143" y="14"/>
                </a:cubicBezTo>
                <a:cubicBezTo>
                  <a:pt x="144" y="12"/>
                  <a:pt x="146" y="9"/>
                  <a:pt x="148" y="7"/>
                </a:cubicBezTo>
                <a:cubicBezTo>
                  <a:pt x="150" y="5"/>
                  <a:pt x="152" y="3"/>
                  <a:pt x="155" y="2"/>
                </a:cubicBezTo>
                <a:cubicBezTo>
                  <a:pt x="158" y="1"/>
                  <a:pt x="161" y="0"/>
                  <a:pt x="164" y="0"/>
                </a:cubicBezTo>
                <a:cubicBezTo>
                  <a:pt x="167" y="0"/>
                  <a:pt x="170" y="1"/>
                  <a:pt x="173" y="2"/>
                </a:cubicBezTo>
                <a:cubicBezTo>
                  <a:pt x="175" y="3"/>
                  <a:pt x="178" y="5"/>
                  <a:pt x="180" y="7"/>
                </a:cubicBezTo>
                <a:cubicBezTo>
                  <a:pt x="182" y="9"/>
                  <a:pt x="184" y="12"/>
                  <a:pt x="185" y="14"/>
                </a:cubicBezTo>
                <a:cubicBezTo>
                  <a:pt x="186" y="17"/>
                  <a:pt x="187" y="20"/>
                  <a:pt x="187" y="23"/>
                </a:cubicBezTo>
                <a:cubicBezTo>
                  <a:pt x="187" y="26"/>
                  <a:pt x="186" y="29"/>
                  <a:pt x="185" y="31"/>
                </a:cubicBezTo>
                <a:cubicBezTo>
                  <a:pt x="184" y="34"/>
                  <a:pt x="183" y="36"/>
                  <a:pt x="181" y="38"/>
                </a:cubicBezTo>
                <a:cubicBezTo>
                  <a:pt x="179" y="40"/>
                  <a:pt x="177" y="42"/>
                  <a:pt x="175" y="43"/>
                </a:cubicBezTo>
                <a:cubicBezTo>
                  <a:pt x="173" y="44"/>
                  <a:pt x="170" y="45"/>
                  <a:pt x="167" y="46"/>
                </a:cubicBezTo>
                <a:cubicBezTo>
                  <a:pt x="167" y="67"/>
                  <a:pt x="167" y="67"/>
                  <a:pt x="167" y="67"/>
                </a:cubicBezTo>
                <a:cubicBezTo>
                  <a:pt x="188" y="67"/>
                  <a:pt x="188" y="67"/>
                  <a:pt x="188" y="67"/>
                </a:cubicBezTo>
                <a:cubicBezTo>
                  <a:pt x="188" y="64"/>
                  <a:pt x="189" y="61"/>
                  <a:pt x="191" y="59"/>
                </a:cubicBezTo>
                <a:cubicBezTo>
                  <a:pt x="192" y="57"/>
                  <a:pt x="194" y="55"/>
                  <a:pt x="196" y="53"/>
                </a:cubicBezTo>
                <a:cubicBezTo>
                  <a:pt x="198" y="51"/>
                  <a:pt x="200" y="50"/>
                  <a:pt x="202" y="49"/>
                </a:cubicBezTo>
                <a:cubicBezTo>
                  <a:pt x="205" y="48"/>
                  <a:pt x="208" y="47"/>
                  <a:pt x="211" y="47"/>
                </a:cubicBezTo>
                <a:cubicBezTo>
                  <a:pt x="214" y="47"/>
                  <a:pt x="217" y="48"/>
                  <a:pt x="219" y="49"/>
                </a:cubicBezTo>
                <a:cubicBezTo>
                  <a:pt x="222" y="50"/>
                  <a:pt x="225" y="52"/>
                  <a:pt x="227" y="54"/>
                </a:cubicBezTo>
                <a:cubicBezTo>
                  <a:pt x="229" y="56"/>
                  <a:pt x="230" y="58"/>
                  <a:pt x="232" y="61"/>
                </a:cubicBezTo>
                <a:cubicBezTo>
                  <a:pt x="233" y="64"/>
                  <a:pt x="233" y="67"/>
                  <a:pt x="233" y="70"/>
                </a:cubicBezTo>
                <a:cubicBezTo>
                  <a:pt x="233" y="73"/>
                  <a:pt x="233" y="76"/>
                  <a:pt x="232" y="79"/>
                </a:cubicBezTo>
                <a:cubicBezTo>
                  <a:pt x="230" y="82"/>
                  <a:pt x="229" y="84"/>
                  <a:pt x="227" y="86"/>
                </a:cubicBezTo>
                <a:cubicBezTo>
                  <a:pt x="225" y="88"/>
                  <a:pt x="222" y="90"/>
                  <a:pt x="219" y="91"/>
                </a:cubicBezTo>
                <a:cubicBezTo>
                  <a:pt x="217" y="92"/>
                  <a:pt x="214" y="93"/>
                  <a:pt x="211" y="93"/>
                </a:cubicBezTo>
                <a:cubicBezTo>
                  <a:pt x="208" y="93"/>
                  <a:pt x="205" y="92"/>
                  <a:pt x="203" y="91"/>
                </a:cubicBezTo>
                <a:close/>
                <a:moveTo>
                  <a:pt x="17" y="56"/>
                </a:moveTo>
                <a:cubicBezTo>
                  <a:pt x="15" y="57"/>
                  <a:pt x="13" y="58"/>
                  <a:pt x="12" y="59"/>
                </a:cubicBezTo>
                <a:cubicBezTo>
                  <a:pt x="11" y="61"/>
                  <a:pt x="10" y="62"/>
                  <a:pt x="9" y="64"/>
                </a:cubicBezTo>
                <a:cubicBezTo>
                  <a:pt x="8" y="66"/>
                  <a:pt x="7" y="68"/>
                  <a:pt x="7" y="70"/>
                </a:cubicBezTo>
                <a:cubicBezTo>
                  <a:pt x="7" y="72"/>
                  <a:pt x="8" y="74"/>
                  <a:pt x="9" y="76"/>
                </a:cubicBezTo>
                <a:cubicBezTo>
                  <a:pt x="10" y="78"/>
                  <a:pt x="11" y="79"/>
                  <a:pt x="12" y="81"/>
                </a:cubicBezTo>
                <a:cubicBezTo>
                  <a:pt x="13" y="82"/>
                  <a:pt x="15" y="83"/>
                  <a:pt x="17" y="84"/>
                </a:cubicBezTo>
                <a:cubicBezTo>
                  <a:pt x="19" y="85"/>
                  <a:pt x="21" y="85"/>
                  <a:pt x="23" y="85"/>
                </a:cubicBezTo>
                <a:cubicBezTo>
                  <a:pt x="25" y="85"/>
                  <a:pt x="27" y="85"/>
                  <a:pt x="29" y="84"/>
                </a:cubicBezTo>
                <a:cubicBezTo>
                  <a:pt x="31" y="83"/>
                  <a:pt x="32" y="82"/>
                  <a:pt x="34" y="81"/>
                </a:cubicBezTo>
                <a:cubicBezTo>
                  <a:pt x="35" y="79"/>
                  <a:pt x="36" y="78"/>
                  <a:pt x="37" y="76"/>
                </a:cubicBezTo>
                <a:cubicBezTo>
                  <a:pt x="38" y="74"/>
                  <a:pt x="38" y="72"/>
                  <a:pt x="38" y="70"/>
                </a:cubicBezTo>
                <a:cubicBezTo>
                  <a:pt x="38" y="68"/>
                  <a:pt x="38" y="66"/>
                  <a:pt x="37" y="64"/>
                </a:cubicBezTo>
                <a:cubicBezTo>
                  <a:pt x="36" y="62"/>
                  <a:pt x="35" y="61"/>
                  <a:pt x="34" y="59"/>
                </a:cubicBezTo>
                <a:cubicBezTo>
                  <a:pt x="32" y="58"/>
                  <a:pt x="31" y="57"/>
                  <a:pt x="29" y="56"/>
                </a:cubicBezTo>
                <a:cubicBezTo>
                  <a:pt x="27" y="55"/>
                  <a:pt x="25" y="55"/>
                  <a:pt x="23" y="55"/>
                </a:cubicBezTo>
                <a:cubicBezTo>
                  <a:pt x="21" y="55"/>
                  <a:pt x="19" y="55"/>
                  <a:pt x="17" y="56"/>
                </a:cubicBezTo>
                <a:close/>
                <a:moveTo>
                  <a:pt x="56" y="123"/>
                </a:moveTo>
                <a:cubicBezTo>
                  <a:pt x="56" y="124"/>
                  <a:pt x="57" y="126"/>
                  <a:pt x="59" y="127"/>
                </a:cubicBezTo>
                <a:cubicBezTo>
                  <a:pt x="60" y="129"/>
                  <a:pt x="62" y="130"/>
                  <a:pt x="64" y="131"/>
                </a:cubicBezTo>
                <a:cubicBezTo>
                  <a:pt x="65" y="132"/>
                  <a:pt x="67" y="132"/>
                  <a:pt x="70" y="132"/>
                </a:cubicBezTo>
                <a:cubicBezTo>
                  <a:pt x="72" y="132"/>
                  <a:pt x="74" y="132"/>
                  <a:pt x="75" y="131"/>
                </a:cubicBezTo>
                <a:cubicBezTo>
                  <a:pt x="77" y="130"/>
                  <a:pt x="79" y="129"/>
                  <a:pt x="80" y="127"/>
                </a:cubicBezTo>
                <a:cubicBezTo>
                  <a:pt x="82" y="126"/>
                  <a:pt x="83" y="124"/>
                  <a:pt x="84" y="123"/>
                </a:cubicBezTo>
                <a:cubicBezTo>
                  <a:pt x="84" y="121"/>
                  <a:pt x="85" y="119"/>
                  <a:pt x="85" y="117"/>
                </a:cubicBezTo>
                <a:cubicBezTo>
                  <a:pt x="85" y="115"/>
                  <a:pt x="84" y="113"/>
                  <a:pt x="84" y="111"/>
                </a:cubicBezTo>
                <a:cubicBezTo>
                  <a:pt x="83" y="109"/>
                  <a:pt x="82" y="107"/>
                  <a:pt x="80" y="106"/>
                </a:cubicBezTo>
                <a:cubicBezTo>
                  <a:pt x="79" y="105"/>
                  <a:pt x="77" y="104"/>
                  <a:pt x="75" y="103"/>
                </a:cubicBezTo>
                <a:cubicBezTo>
                  <a:pt x="74" y="102"/>
                  <a:pt x="72" y="101"/>
                  <a:pt x="70" y="101"/>
                </a:cubicBezTo>
                <a:cubicBezTo>
                  <a:pt x="67" y="101"/>
                  <a:pt x="65" y="102"/>
                  <a:pt x="64" y="103"/>
                </a:cubicBezTo>
                <a:cubicBezTo>
                  <a:pt x="62" y="104"/>
                  <a:pt x="60" y="105"/>
                  <a:pt x="59" y="106"/>
                </a:cubicBezTo>
                <a:cubicBezTo>
                  <a:pt x="57" y="107"/>
                  <a:pt x="56" y="109"/>
                  <a:pt x="56" y="111"/>
                </a:cubicBezTo>
                <a:cubicBezTo>
                  <a:pt x="55" y="113"/>
                  <a:pt x="54" y="115"/>
                  <a:pt x="54" y="117"/>
                </a:cubicBezTo>
                <a:cubicBezTo>
                  <a:pt x="54" y="119"/>
                  <a:pt x="55" y="121"/>
                  <a:pt x="56" y="123"/>
                </a:cubicBezTo>
                <a:close/>
                <a:moveTo>
                  <a:pt x="64" y="37"/>
                </a:moveTo>
                <a:cubicBezTo>
                  <a:pt x="62" y="36"/>
                  <a:pt x="61" y="35"/>
                  <a:pt x="59" y="34"/>
                </a:cubicBezTo>
                <a:cubicBezTo>
                  <a:pt x="58" y="32"/>
                  <a:pt x="57" y="31"/>
                  <a:pt x="56" y="29"/>
                </a:cubicBezTo>
                <a:cubicBezTo>
                  <a:pt x="55" y="27"/>
                  <a:pt x="55" y="25"/>
                  <a:pt x="55" y="23"/>
                </a:cubicBezTo>
                <a:cubicBezTo>
                  <a:pt x="55" y="21"/>
                  <a:pt x="55" y="19"/>
                  <a:pt x="56" y="17"/>
                </a:cubicBezTo>
                <a:cubicBezTo>
                  <a:pt x="57" y="15"/>
                  <a:pt x="58" y="14"/>
                  <a:pt x="59" y="12"/>
                </a:cubicBezTo>
                <a:cubicBezTo>
                  <a:pt x="61" y="11"/>
                  <a:pt x="62" y="10"/>
                  <a:pt x="64" y="9"/>
                </a:cubicBezTo>
                <a:cubicBezTo>
                  <a:pt x="66" y="8"/>
                  <a:pt x="68" y="8"/>
                  <a:pt x="70" y="8"/>
                </a:cubicBezTo>
                <a:cubicBezTo>
                  <a:pt x="72" y="8"/>
                  <a:pt x="74" y="8"/>
                  <a:pt x="76" y="9"/>
                </a:cubicBezTo>
                <a:cubicBezTo>
                  <a:pt x="78" y="10"/>
                  <a:pt x="80" y="11"/>
                  <a:pt x="81" y="12"/>
                </a:cubicBezTo>
                <a:cubicBezTo>
                  <a:pt x="82" y="14"/>
                  <a:pt x="83" y="15"/>
                  <a:pt x="84" y="17"/>
                </a:cubicBezTo>
                <a:cubicBezTo>
                  <a:pt x="85" y="19"/>
                  <a:pt x="85" y="21"/>
                  <a:pt x="85" y="23"/>
                </a:cubicBezTo>
                <a:cubicBezTo>
                  <a:pt x="85" y="25"/>
                  <a:pt x="85" y="27"/>
                  <a:pt x="84" y="29"/>
                </a:cubicBezTo>
                <a:cubicBezTo>
                  <a:pt x="83" y="31"/>
                  <a:pt x="82" y="32"/>
                  <a:pt x="81" y="34"/>
                </a:cubicBezTo>
                <a:cubicBezTo>
                  <a:pt x="80" y="35"/>
                  <a:pt x="78" y="36"/>
                  <a:pt x="76" y="37"/>
                </a:cubicBezTo>
                <a:cubicBezTo>
                  <a:pt x="74" y="38"/>
                  <a:pt x="72" y="38"/>
                  <a:pt x="70" y="38"/>
                </a:cubicBezTo>
                <a:cubicBezTo>
                  <a:pt x="68" y="38"/>
                  <a:pt x="66" y="38"/>
                  <a:pt x="64" y="37"/>
                </a:cubicBezTo>
                <a:close/>
                <a:moveTo>
                  <a:pt x="111" y="56"/>
                </a:moveTo>
                <a:cubicBezTo>
                  <a:pt x="109" y="57"/>
                  <a:pt x="108" y="58"/>
                  <a:pt x="106" y="59"/>
                </a:cubicBezTo>
                <a:cubicBezTo>
                  <a:pt x="105" y="61"/>
                  <a:pt x="104" y="62"/>
                  <a:pt x="103" y="64"/>
                </a:cubicBezTo>
                <a:cubicBezTo>
                  <a:pt x="102" y="66"/>
                  <a:pt x="102" y="68"/>
                  <a:pt x="102" y="70"/>
                </a:cubicBezTo>
                <a:cubicBezTo>
                  <a:pt x="102" y="72"/>
                  <a:pt x="102" y="74"/>
                  <a:pt x="103" y="76"/>
                </a:cubicBezTo>
                <a:cubicBezTo>
                  <a:pt x="104" y="78"/>
                  <a:pt x="105" y="79"/>
                  <a:pt x="106" y="81"/>
                </a:cubicBezTo>
                <a:cubicBezTo>
                  <a:pt x="108" y="82"/>
                  <a:pt x="109" y="83"/>
                  <a:pt x="111" y="84"/>
                </a:cubicBezTo>
                <a:cubicBezTo>
                  <a:pt x="113" y="85"/>
                  <a:pt x="115" y="85"/>
                  <a:pt x="117" y="85"/>
                </a:cubicBezTo>
                <a:cubicBezTo>
                  <a:pt x="119" y="85"/>
                  <a:pt x="121" y="85"/>
                  <a:pt x="123" y="84"/>
                </a:cubicBezTo>
                <a:cubicBezTo>
                  <a:pt x="125" y="83"/>
                  <a:pt x="126" y="82"/>
                  <a:pt x="128" y="81"/>
                </a:cubicBezTo>
                <a:cubicBezTo>
                  <a:pt x="129" y="79"/>
                  <a:pt x="130" y="78"/>
                  <a:pt x="131" y="76"/>
                </a:cubicBezTo>
                <a:cubicBezTo>
                  <a:pt x="132" y="74"/>
                  <a:pt x="132" y="72"/>
                  <a:pt x="132" y="70"/>
                </a:cubicBezTo>
                <a:cubicBezTo>
                  <a:pt x="132" y="68"/>
                  <a:pt x="132" y="66"/>
                  <a:pt x="131" y="64"/>
                </a:cubicBezTo>
                <a:cubicBezTo>
                  <a:pt x="130" y="62"/>
                  <a:pt x="129" y="61"/>
                  <a:pt x="128" y="59"/>
                </a:cubicBezTo>
                <a:cubicBezTo>
                  <a:pt x="126" y="58"/>
                  <a:pt x="125" y="57"/>
                  <a:pt x="123" y="56"/>
                </a:cubicBezTo>
                <a:cubicBezTo>
                  <a:pt x="121" y="55"/>
                  <a:pt x="119" y="55"/>
                  <a:pt x="117" y="55"/>
                </a:cubicBezTo>
                <a:cubicBezTo>
                  <a:pt x="115" y="55"/>
                  <a:pt x="113" y="55"/>
                  <a:pt x="111" y="56"/>
                </a:cubicBezTo>
                <a:close/>
                <a:moveTo>
                  <a:pt x="178" y="17"/>
                </a:moveTo>
                <a:cubicBezTo>
                  <a:pt x="177" y="15"/>
                  <a:pt x="176" y="14"/>
                  <a:pt x="175" y="12"/>
                </a:cubicBezTo>
                <a:cubicBezTo>
                  <a:pt x="173" y="11"/>
                  <a:pt x="172" y="10"/>
                  <a:pt x="170" y="9"/>
                </a:cubicBezTo>
                <a:cubicBezTo>
                  <a:pt x="168" y="8"/>
                  <a:pt x="166" y="8"/>
                  <a:pt x="164" y="8"/>
                </a:cubicBezTo>
                <a:cubicBezTo>
                  <a:pt x="162" y="8"/>
                  <a:pt x="160" y="8"/>
                  <a:pt x="158" y="9"/>
                </a:cubicBezTo>
                <a:cubicBezTo>
                  <a:pt x="156" y="10"/>
                  <a:pt x="154" y="11"/>
                  <a:pt x="153" y="12"/>
                </a:cubicBezTo>
                <a:cubicBezTo>
                  <a:pt x="152" y="14"/>
                  <a:pt x="151" y="15"/>
                  <a:pt x="150" y="17"/>
                </a:cubicBezTo>
                <a:cubicBezTo>
                  <a:pt x="149" y="19"/>
                  <a:pt x="148" y="21"/>
                  <a:pt x="148" y="23"/>
                </a:cubicBezTo>
                <a:cubicBezTo>
                  <a:pt x="148" y="25"/>
                  <a:pt x="149" y="27"/>
                  <a:pt x="150" y="29"/>
                </a:cubicBezTo>
                <a:cubicBezTo>
                  <a:pt x="151" y="31"/>
                  <a:pt x="152" y="32"/>
                  <a:pt x="153" y="34"/>
                </a:cubicBezTo>
                <a:cubicBezTo>
                  <a:pt x="154" y="35"/>
                  <a:pt x="156" y="36"/>
                  <a:pt x="158" y="37"/>
                </a:cubicBezTo>
                <a:cubicBezTo>
                  <a:pt x="160" y="38"/>
                  <a:pt x="162" y="38"/>
                  <a:pt x="164" y="38"/>
                </a:cubicBezTo>
                <a:cubicBezTo>
                  <a:pt x="166" y="38"/>
                  <a:pt x="168" y="38"/>
                  <a:pt x="170" y="37"/>
                </a:cubicBezTo>
                <a:cubicBezTo>
                  <a:pt x="172" y="36"/>
                  <a:pt x="173" y="35"/>
                  <a:pt x="175" y="34"/>
                </a:cubicBezTo>
                <a:cubicBezTo>
                  <a:pt x="176" y="32"/>
                  <a:pt x="177" y="31"/>
                  <a:pt x="178" y="29"/>
                </a:cubicBezTo>
                <a:cubicBezTo>
                  <a:pt x="179" y="27"/>
                  <a:pt x="179" y="25"/>
                  <a:pt x="179" y="23"/>
                </a:cubicBezTo>
                <a:cubicBezTo>
                  <a:pt x="179" y="21"/>
                  <a:pt x="179" y="19"/>
                  <a:pt x="178" y="17"/>
                </a:cubicBezTo>
                <a:close/>
                <a:moveTo>
                  <a:pt x="170" y="103"/>
                </a:moveTo>
                <a:cubicBezTo>
                  <a:pt x="172" y="104"/>
                  <a:pt x="173" y="105"/>
                  <a:pt x="175" y="106"/>
                </a:cubicBezTo>
                <a:cubicBezTo>
                  <a:pt x="176" y="107"/>
                  <a:pt x="177" y="109"/>
                  <a:pt x="178" y="111"/>
                </a:cubicBezTo>
                <a:cubicBezTo>
                  <a:pt x="179" y="113"/>
                  <a:pt x="179" y="115"/>
                  <a:pt x="179" y="117"/>
                </a:cubicBezTo>
                <a:cubicBezTo>
                  <a:pt x="179" y="119"/>
                  <a:pt x="179" y="121"/>
                  <a:pt x="178" y="123"/>
                </a:cubicBezTo>
                <a:cubicBezTo>
                  <a:pt x="177" y="124"/>
                  <a:pt x="176" y="126"/>
                  <a:pt x="175" y="127"/>
                </a:cubicBezTo>
                <a:cubicBezTo>
                  <a:pt x="173" y="129"/>
                  <a:pt x="172" y="130"/>
                  <a:pt x="170" y="131"/>
                </a:cubicBezTo>
                <a:cubicBezTo>
                  <a:pt x="168" y="132"/>
                  <a:pt x="166" y="132"/>
                  <a:pt x="164" y="132"/>
                </a:cubicBezTo>
                <a:cubicBezTo>
                  <a:pt x="162" y="132"/>
                  <a:pt x="160" y="132"/>
                  <a:pt x="158" y="131"/>
                </a:cubicBezTo>
                <a:cubicBezTo>
                  <a:pt x="156" y="130"/>
                  <a:pt x="154" y="129"/>
                  <a:pt x="153" y="127"/>
                </a:cubicBezTo>
                <a:cubicBezTo>
                  <a:pt x="152" y="126"/>
                  <a:pt x="151" y="124"/>
                  <a:pt x="150" y="123"/>
                </a:cubicBezTo>
                <a:cubicBezTo>
                  <a:pt x="149" y="121"/>
                  <a:pt x="148" y="119"/>
                  <a:pt x="148" y="117"/>
                </a:cubicBezTo>
                <a:cubicBezTo>
                  <a:pt x="148" y="115"/>
                  <a:pt x="149" y="113"/>
                  <a:pt x="150" y="111"/>
                </a:cubicBezTo>
                <a:cubicBezTo>
                  <a:pt x="151" y="109"/>
                  <a:pt x="152" y="107"/>
                  <a:pt x="153" y="106"/>
                </a:cubicBezTo>
                <a:cubicBezTo>
                  <a:pt x="154" y="105"/>
                  <a:pt x="156" y="104"/>
                  <a:pt x="158" y="103"/>
                </a:cubicBezTo>
                <a:cubicBezTo>
                  <a:pt x="160" y="102"/>
                  <a:pt x="162" y="101"/>
                  <a:pt x="164" y="101"/>
                </a:cubicBezTo>
                <a:cubicBezTo>
                  <a:pt x="166" y="101"/>
                  <a:pt x="168" y="102"/>
                  <a:pt x="170" y="103"/>
                </a:cubicBezTo>
                <a:close/>
                <a:moveTo>
                  <a:pt x="205" y="56"/>
                </a:moveTo>
                <a:cubicBezTo>
                  <a:pt x="203" y="57"/>
                  <a:pt x="201" y="58"/>
                  <a:pt x="200" y="59"/>
                </a:cubicBezTo>
                <a:cubicBezTo>
                  <a:pt x="198" y="61"/>
                  <a:pt x="197" y="62"/>
                  <a:pt x="197" y="64"/>
                </a:cubicBezTo>
                <a:cubicBezTo>
                  <a:pt x="196" y="66"/>
                  <a:pt x="195" y="68"/>
                  <a:pt x="195" y="70"/>
                </a:cubicBezTo>
                <a:cubicBezTo>
                  <a:pt x="195" y="72"/>
                  <a:pt x="196" y="74"/>
                  <a:pt x="197" y="76"/>
                </a:cubicBezTo>
                <a:cubicBezTo>
                  <a:pt x="197" y="78"/>
                  <a:pt x="198" y="79"/>
                  <a:pt x="200" y="81"/>
                </a:cubicBezTo>
                <a:cubicBezTo>
                  <a:pt x="201" y="82"/>
                  <a:pt x="203" y="83"/>
                  <a:pt x="205" y="84"/>
                </a:cubicBezTo>
                <a:cubicBezTo>
                  <a:pt x="207" y="85"/>
                  <a:pt x="209" y="85"/>
                  <a:pt x="211" y="85"/>
                </a:cubicBezTo>
                <a:cubicBezTo>
                  <a:pt x="213" y="85"/>
                  <a:pt x="215" y="85"/>
                  <a:pt x="217" y="84"/>
                </a:cubicBezTo>
                <a:cubicBezTo>
                  <a:pt x="218" y="83"/>
                  <a:pt x="220" y="82"/>
                  <a:pt x="221" y="81"/>
                </a:cubicBezTo>
                <a:cubicBezTo>
                  <a:pt x="223" y="79"/>
                  <a:pt x="224" y="78"/>
                  <a:pt x="225" y="76"/>
                </a:cubicBezTo>
                <a:cubicBezTo>
                  <a:pt x="225" y="74"/>
                  <a:pt x="226" y="72"/>
                  <a:pt x="226" y="70"/>
                </a:cubicBezTo>
                <a:cubicBezTo>
                  <a:pt x="226" y="68"/>
                  <a:pt x="225" y="66"/>
                  <a:pt x="225" y="64"/>
                </a:cubicBezTo>
                <a:cubicBezTo>
                  <a:pt x="224" y="62"/>
                  <a:pt x="223" y="61"/>
                  <a:pt x="221" y="59"/>
                </a:cubicBezTo>
                <a:cubicBezTo>
                  <a:pt x="220" y="58"/>
                  <a:pt x="218" y="57"/>
                  <a:pt x="217" y="56"/>
                </a:cubicBezTo>
                <a:cubicBezTo>
                  <a:pt x="215" y="55"/>
                  <a:pt x="213" y="55"/>
                  <a:pt x="211" y="55"/>
                </a:cubicBezTo>
                <a:cubicBezTo>
                  <a:pt x="209" y="55"/>
                  <a:pt x="207" y="55"/>
                  <a:pt x="205" y="5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14" name="Freeform 116"/>
          <p:cNvSpPr>
            <a:spLocks noEditPoints="1"/>
          </p:cNvSpPr>
          <p:nvPr/>
        </p:nvSpPr>
        <p:spPr bwMode="auto">
          <a:xfrm>
            <a:off x="1176028" y="4409411"/>
            <a:ext cx="336617" cy="334444"/>
          </a:xfrm>
          <a:custGeom>
            <a:avLst/>
            <a:gdLst>
              <a:gd name="T0" fmla="*/ 140 w 234"/>
              <a:gd name="T1" fmla="*/ 120 h 233"/>
              <a:gd name="T2" fmla="*/ 135 w 234"/>
              <a:gd name="T3" fmla="*/ 196 h 233"/>
              <a:gd name="T4" fmla="*/ 126 w 234"/>
              <a:gd name="T5" fmla="*/ 232 h 233"/>
              <a:gd name="T6" fmla="*/ 95 w 234"/>
              <a:gd name="T7" fmla="*/ 211 h 233"/>
              <a:gd name="T8" fmla="*/ 114 w 234"/>
              <a:gd name="T9" fmla="*/ 139 h 233"/>
              <a:gd name="T10" fmla="*/ 38 w 234"/>
              <a:gd name="T11" fmla="*/ 134 h 233"/>
              <a:gd name="T12" fmla="*/ 2 w 234"/>
              <a:gd name="T13" fmla="*/ 125 h 233"/>
              <a:gd name="T14" fmla="*/ 23 w 234"/>
              <a:gd name="T15" fmla="*/ 94 h 233"/>
              <a:gd name="T16" fmla="*/ 95 w 234"/>
              <a:gd name="T17" fmla="*/ 113 h 233"/>
              <a:gd name="T18" fmla="*/ 100 w 234"/>
              <a:gd name="T19" fmla="*/ 37 h 233"/>
              <a:gd name="T20" fmla="*/ 108 w 234"/>
              <a:gd name="T21" fmla="*/ 1 h 233"/>
              <a:gd name="T22" fmla="*/ 140 w 234"/>
              <a:gd name="T23" fmla="*/ 22 h 233"/>
              <a:gd name="T24" fmla="*/ 121 w 234"/>
              <a:gd name="T25" fmla="*/ 94 h 233"/>
              <a:gd name="T26" fmla="*/ 189 w 234"/>
              <a:gd name="T27" fmla="*/ 113 h 233"/>
              <a:gd name="T28" fmla="*/ 221 w 234"/>
              <a:gd name="T29" fmla="*/ 96 h 233"/>
              <a:gd name="T30" fmla="*/ 228 w 234"/>
              <a:gd name="T31" fmla="*/ 133 h 233"/>
              <a:gd name="T32" fmla="*/ 12 w 234"/>
              <a:gd name="T33" fmla="*/ 106 h 233"/>
              <a:gd name="T34" fmla="*/ 17 w 234"/>
              <a:gd name="T35" fmla="*/ 130 h 233"/>
              <a:gd name="T36" fmla="*/ 38 w 234"/>
              <a:gd name="T37" fmla="*/ 116 h 233"/>
              <a:gd name="T38" fmla="*/ 17 w 234"/>
              <a:gd name="T39" fmla="*/ 102 h 233"/>
              <a:gd name="T40" fmla="*/ 91 w 234"/>
              <a:gd name="T41" fmla="*/ 173 h 233"/>
              <a:gd name="T42" fmla="*/ 54 w 234"/>
              <a:gd name="T43" fmla="*/ 180 h 233"/>
              <a:gd name="T44" fmla="*/ 61 w 234"/>
              <a:gd name="T45" fmla="*/ 143 h 233"/>
              <a:gd name="T46" fmla="*/ 49 w 234"/>
              <a:gd name="T47" fmla="*/ 78 h 233"/>
              <a:gd name="T48" fmla="*/ 70 w 234"/>
              <a:gd name="T49" fmla="*/ 46 h 233"/>
              <a:gd name="T50" fmla="*/ 91 w 234"/>
              <a:gd name="T51" fmla="*/ 78 h 233"/>
              <a:gd name="T52" fmla="*/ 76 w 234"/>
              <a:gd name="T53" fmla="*/ 178 h 233"/>
              <a:gd name="T54" fmla="*/ 81 w 234"/>
              <a:gd name="T55" fmla="*/ 153 h 233"/>
              <a:gd name="T56" fmla="*/ 56 w 234"/>
              <a:gd name="T57" fmla="*/ 158 h 233"/>
              <a:gd name="T58" fmla="*/ 70 w 234"/>
              <a:gd name="T59" fmla="*/ 179 h 233"/>
              <a:gd name="T60" fmla="*/ 55 w 234"/>
              <a:gd name="T61" fmla="*/ 69 h 233"/>
              <a:gd name="T62" fmla="*/ 76 w 234"/>
              <a:gd name="T63" fmla="*/ 83 h 233"/>
              <a:gd name="T64" fmla="*/ 81 w 234"/>
              <a:gd name="T65" fmla="*/ 58 h 233"/>
              <a:gd name="T66" fmla="*/ 128 w 234"/>
              <a:gd name="T67" fmla="*/ 12 h 233"/>
              <a:gd name="T68" fmla="*/ 103 w 234"/>
              <a:gd name="T69" fmla="*/ 16 h 233"/>
              <a:gd name="T70" fmla="*/ 117 w 234"/>
              <a:gd name="T71" fmla="*/ 38 h 233"/>
              <a:gd name="T72" fmla="*/ 131 w 234"/>
              <a:gd name="T73" fmla="*/ 16 h 233"/>
              <a:gd name="T74" fmla="*/ 103 w 234"/>
              <a:gd name="T75" fmla="*/ 123 h 233"/>
              <a:gd name="T76" fmla="*/ 128 w 234"/>
              <a:gd name="T77" fmla="*/ 127 h 233"/>
              <a:gd name="T78" fmla="*/ 123 w 234"/>
              <a:gd name="T79" fmla="*/ 103 h 233"/>
              <a:gd name="T80" fmla="*/ 111 w 234"/>
              <a:gd name="T81" fmla="*/ 225 h 233"/>
              <a:gd name="T82" fmla="*/ 133 w 234"/>
              <a:gd name="T83" fmla="*/ 211 h 233"/>
              <a:gd name="T84" fmla="*/ 111 w 234"/>
              <a:gd name="T85" fmla="*/ 197 h 233"/>
              <a:gd name="T86" fmla="*/ 173 w 234"/>
              <a:gd name="T87" fmla="*/ 143 h 233"/>
              <a:gd name="T88" fmla="*/ 180 w 234"/>
              <a:gd name="T89" fmla="*/ 180 h 233"/>
              <a:gd name="T90" fmla="*/ 143 w 234"/>
              <a:gd name="T91" fmla="*/ 173 h 233"/>
              <a:gd name="T92" fmla="*/ 164 w 234"/>
              <a:gd name="T93" fmla="*/ 141 h 233"/>
              <a:gd name="T94" fmla="*/ 142 w 234"/>
              <a:gd name="T95" fmla="*/ 69 h 233"/>
              <a:gd name="T96" fmla="*/ 173 w 234"/>
              <a:gd name="T97" fmla="*/ 48 h 233"/>
              <a:gd name="T98" fmla="*/ 181 w 234"/>
              <a:gd name="T99" fmla="*/ 85 h 233"/>
              <a:gd name="T100" fmla="*/ 175 w 234"/>
              <a:gd name="T101" fmla="*/ 175 h 233"/>
              <a:gd name="T102" fmla="*/ 170 w 234"/>
              <a:gd name="T103" fmla="*/ 150 h 233"/>
              <a:gd name="T104" fmla="*/ 149 w 234"/>
              <a:gd name="T105" fmla="*/ 164 h 233"/>
              <a:gd name="T106" fmla="*/ 170 w 234"/>
              <a:gd name="T107" fmla="*/ 178 h 233"/>
              <a:gd name="T108" fmla="*/ 150 w 234"/>
              <a:gd name="T109" fmla="*/ 75 h 233"/>
              <a:gd name="T110" fmla="*/ 175 w 234"/>
              <a:gd name="T111" fmla="*/ 80 h 233"/>
              <a:gd name="T112" fmla="*/ 170 w 234"/>
              <a:gd name="T113" fmla="*/ 55 h 233"/>
              <a:gd name="T114" fmla="*/ 198 w 234"/>
              <a:gd name="T115" fmla="*/ 111 h 233"/>
              <a:gd name="T116" fmla="*/ 212 w 234"/>
              <a:gd name="T117" fmla="*/ 132 h 233"/>
              <a:gd name="T118" fmla="*/ 226 w 234"/>
              <a:gd name="T119" fmla="*/ 111 h 2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234" h="233">
                <a:moveTo>
                  <a:pt x="203" y="138"/>
                </a:moveTo>
                <a:cubicBezTo>
                  <a:pt x="201" y="137"/>
                  <a:pt x="199" y="136"/>
                  <a:pt x="197" y="134"/>
                </a:cubicBezTo>
                <a:cubicBezTo>
                  <a:pt x="195" y="132"/>
                  <a:pt x="193" y="130"/>
                  <a:pt x="192" y="128"/>
                </a:cubicBezTo>
                <a:cubicBezTo>
                  <a:pt x="190" y="126"/>
                  <a:pt x="189" y="123"/>
                  <a:pt x="189" y="120"/>
                </a:cubicBezTo>
                <a:cubicBezTo>
                  <a:pt x="140" y="120"/>
                  <a:pt x="140" y="120"/>
                  <a:pt x="140" y="120"/>
                </a:cubicBezTo>
                <a:cubicBezTo>
                  <a:pt x="139" y="125"/>
                  <a:pt x="137" y="129"/>
                  <a:pt x="133" y="133"/>
                </a:cubicBezTo>
                <a:cubicBezTo>
                  <a:pt x="130" y="136"/>
                  <a:pt x="126" y="138"/>
                  <a:pt x="121" y="139"/>
                </a:cubicBezTo>
                <a:cubicBezTo>
                  <a:pt x="121" y="188"/>
                  <a:pt x="121" y="188"/>
                  <a:pt x="121" y="188"/>
                </a:cubicBezTo>
                <a:cubicBezTo>
                  <a:pt x="124" y="189"/>
                  <a:pt x="126" y="189"/>
                  <a:pt x="128" y="191"/>
                </a:cubicBezTo>
                <a:cubicBezTo>
                  <a:pt x="131" y="192"/>
                  <a:pt x="133" y="194"/>
                  <a:pt x="135" y="196"/>
                </a:cubicBezTo>
                <a:cubicBezTo>
                  <a:pt x="136" y="198"/>
                  <a:pt x="138" y="200"/>
                  <a:pt x="139" y="203"/>
                </a:cubicBezTo>
                <a:cubicBezTo>
                  <a:pt x="140" y="205"/>
                  <a:pt x="140" y="208"/>
                  <a:pt x="140" y="211"/>
                </a:cubicBezTo>
                <a:cubicBezTo>
                  <a:pt x="140" y="214"/>
                  <a:pt x="140" y="217"/>
                  <a:pt x="138" y="220"/>
                </a:cubicBezTo>
                <a:cubicBezTo>
                  <a:pt x="137" y="222"/>
                  <a:pt x="136" y="225"/>
                  <a:pt x="133" y="227"/>
                </a:cubicBezTo>
                <a:cubicBezTo>
                  <a:pt x="131" y="229"/>
                  <a:pt x="129" y="230"/>
                  <a:pt x="126" y="232"/>
                </a:cubicBezTo>
                <a:cubicBezTo>
                  <a:pt x="123" y="233"/>
                  <a:pt x="121" y="233"/>
                  <a:pt x="117" y="233"/>
                </a:cubicBezTo>
                <a:cubicBezTo>
                  <a:pt x="114" y="233"/>
                  <a:pt x="111" y="233"/>
                  <a:pt x="108" y="232"/>
                </a:cubicBezTo>
                <a:cubicBezTo>
                  <a:pt x="106" y="230"/>
                  <a:pt x="103" y="229"/>
                  <a:pt x="101" y="227"/>
                </a:cubicBezTo>
                <a:cubicBezTo>
                  <a:pt x="99" y="225"/>
                  <a:pt x="97" y="222"/>
                  <a:pt x="96" y="220"/>
                </a:cubicBezTo>
                <a:cubicBezTo>
                  <a:pt x="95" y="217"/>
                  <a:pt x="95" y="214"/>
                  <a:pt x="95" y="211"/>
                </a:cubicBezTo>
                <a:cubicBezTo>
                  <a:pt x="95" y="208"/>
                  <a:pt x="95" y="205"/>
                  <a:pt x="96" y="203"/>
                </a:cubicBezTo>
                <a:cubicBezTo>
                  <a:pt x="97" y="200"/>
                  <a:pt x="98" y="198"/>
                  <a:pt x="100" y="196"/>
                </a:cubicBezTo>
                <a:cubicBezTo>
                  <a:pt x="102" y="194"/>
                  <a:pt x="104" y="192"/>
                  <a:pt x="106" y="191"/>
                </a:cubicBezTo>
                <a:cubicBezTo>
                  <a:pt x="109" y="189"/>
                  <a:pt x="111" y="189"/>
                  <a:pt x="114" y="188"/>
                </a:cubicBezTo>
                <a:cubicBezTo>
                  <a:pt x="114" y="139"/>
                  <a:pt x="114" y="139"/>
                  <a:pt x="114" y="139"/>
                </a:cubicBezTo>
                <a:cubicBezTo>
                  <a:pt x="109" y="138"/>
                  <a:pt x="105" y="136"/>
                  <a:pt x="101" y="133"/>
                </a:cubicBezTo>
                <a:cubicBezTo>
                  <a:pt x="98" y="129"/>
                  <a:pt x="96" y="125"/>
                  <a:pt x="95" y="120"/>
                </a:cubicBezTo>
                <a:cubicBezTo>
                  <a:pt x="45" y="120"/>
                  <a:pt x="45" y="120"/>
                  <a:pt x="45" y="120"/>
                </a:cubicBezTo>
                <a:cubicBezTo>
                  <a:pt x="45" y="123"/>
                  <a:pt x="44" y="125"/>
                  <a:pt x="43" y="128"/>
                </a:cubicBezTo>
                <a:cubicBezTo>
                  <a:pt x="41" y="130"/>
                  <a:pt x="40" y="132"/>
                  <a:pt x="38" y="134"/>
                </a:cubicBezTo>
                <a:cubicBezTo>
                  <a:pt x="36" y="135"/>
                  <a:pt x="33" y="137"/>
                  <a:pt x="31" y="138"/>
                </a:cubicBezTo>
                <a:cubicBezTo>
                  <a:pt x="28" y="139"/>
                  <a:pt x="26" y="139"/>
                  <a:pt x="23" y="139"/>
                </a:cubicBezTo>
                <a:cubicBezTo>
                  <a:pt x="20" y="139"/>
                  <a:pt x="17" y="138"/>
                  <a:pt x="14" y="137"/>
                </a:cubicBezTo>
                <a:cubicBezTo>
                  <a:pt x="11" y="136"/>
                  <a:pt x="9" y="135"/>
                  <a:pt x="7" y="132"/>
                </a:cubicBezTo>
                <a:cubicBezTo>
                  <a:pt x="5" y="130"/>
                  <a:pt x="3" y="128"/>
                  <a:pt x="2" y="125"/>
                </a:cubicBezTo>
                <a:cubicBezTo>
                  <a:pt x="1" y="122"/>
                  <a:pt x="0" y="119"/>
                  <a:pt x="0" y="116"/>
                </a:cubicBezTo>
                <a:cubicBezTo>
                  <a:pt x="0" y="113"/>
                  <a:pt x="1" y="110"/>
                  <a:pt x="2" y="107"/>
                </a:cubicBezTo>
                <a:cubicBezTo>
                  <a:pt x="3" y="105"/>
                  <a:pt x="5" y="102"/>
                  <a:pt x="7" y="100"/>
                </a:cubicBezTo>
                <a:cubicBezTo>
                  <a:pt x="9" y="98"/>
                  <a:pt x="11" y="97"/>
                  <a:pt x="14" y="95"/>
                </a:cubicBezTo>
                <a:cubicBezTo>
                  <a:pt x="17" y="94"/>
                  <a:pt x="20" y="94"/>
                  <a:pt x="23" y="94"/>
                </a:cubicBezTo>
                <a:cubicBezTo>
                  <a:pt x="26" y="94"/>
                  <a:pt x="29" y="94"/>
                  <a:pt x="31" y="95"/>
                </a:cubicBezTo>
                <a:cubicBezTo>
                  <a:pt x="34" y="96"/>
                  <a:pt x="36" y="98"/>
                  <a:pt x="38" y="99"/>
                </a:cubicBezTo>
                <a:cubicBezTo>
                  <a:pt x="40" y="101"/>
                  <a:pt x="42" y="103"/>
                  <a:pt x="43" y="105"/>
                </a:cubicBezTo>
                <a:cubicBezTo>
                  <a:pt x="44" y="108"/>
                  <a:pt x="45" y="110"/>
                  <a:pt x="46" y="113"/>
                </a:cubicBezTo>
                <a:cubicBezTo>
                  <a:pt x="95" y="113"/>
                  <a:pt x="95" y="113"/>
                  <a:pt x="95" y="113"/>
                </a:cubicBezTo>
                <a:cubicBezTo>
                  <a:pt x="96" y="108"/>
                  <a:pt x="98" y="104"/>
                  <a:pt x="101" y="101"/>
                </a:cubicBezTo>
                <a:cubicBezTo>
                  <a:pt x="105" y="97"/>
                  <a:pt x="109" y="95"/>
                  <a:pt x="114" y="94"/>
                </a:cubicBezTo>
                <a:cubicBezTo>
                  <a:pt x="114" y="45"/>
                  <a:pt x="114" y="45"/>
                  <a:pt x="114" y="45"/>
                </a:cubicBezTo>
                <a:cubicBezTo>
                  <a:pt x="111" y="44"/>
                  <a:pt x="109" y="44"/>
                  <a:pt x="106" y="42"/>
                </a:cubicBezTo>
                <a:cubicBezTo>
                  <a:pt x="104" y="41"/>
                  <a:pt x="102" y="39"/>
                  <a:pt x="100" y="37"/>
                </a:cubicBezTo>
                <a:cubicBezTo>
                  <a:pt x="98" y="35"/>
                  <a:pt x="97" y="33"/>
                  <a:pt x="96" y="30"/>
                </a:cubicBezTo>
                <a:cubicBezTo>
                  <a:pt x="95" y="28"/>
                  <a:pt x="95" y="25"/>
                  <a:pt x="95" y="22"/>
                </a:cubicBezTo>
                <a:cubicBezTo>
                  <a:pt x="95" y="19"/>
                  <a:pt x="95" y="16"/>
                  <a:pt x="96" y="14"/>
                </a:cubicBezTo>
                <a:cubicBezTo>
                  <a:pt x="97" y="11"/>
                  <a:pt x="99" y="8"/>
                  <a:pt x="101" y="6"/>
                </a:cubicBezTo>
                <a:cubicBezTo>
                  <a:pt x="103" y="4"/>
                  <a:pt x="106" y="3"/>
                  <a:pt x="108" y="1"/>
                </a:cubicBezTo>
                <a:cubicBezTo>
                  <a:pt x="111" y="0"/>
                  <a:pt x="114" y="0"/>
                  <a:pt x="117" y="0"/>
                </a:cubicBezTo>
                <a:cubicBezTo>
                  <a:pt x="121" y="0"/>
                  <a:pt x="123" y="0"/>
                  <a:pt x="126" y="1"/>
                </a:cubicBezTo>
                <a:cubicBezTo>
                  <a:pt x="129" y="3"/>
                  <a:pt x="131" y="4"/>
                  <a:pt x="133" y="6"/>
                </a:cubicBezTo>
                <a:cubicBezTo>
                  <a:pt x="136" y="8"/>
                  <a:pt x="137" y="11"/>
                  <a:pt x="138" y="14"/>
                </a:cubicBezTo>
                <a:cubicBezTo>
                  <a:pt x="140" y="16"/>
                  <a:pt x="140" y="19"/>
                  <a:pt x="140" y="22"/>
                </a:cubicBezTo>
                <a:cubicBezTo>
                  <a:pt x="140" y="25"/>
                  <a:pt x="140" y="28"/>
                  <a:pt x="139" y="30"/>
                </a:cubicBezTo>
                <a:cubicBezTo>
                  <a:pt x="138" y="33"/>
                  <a:pt x="136" y="35"/>
                  <a:pt x="135" y="37"/>
                </a:cubicBezTo>
                <a:cubicBezTo>
                  <a:pt x="133" y="39"/>
                  <a:pt x="131" y="41"/>
                  <a:pt x="128" y="42"/>
                </a:cubicBezTo>
                <a:cubicBezTo>
                  <a:pt x="126" y="44"/>
                  <a:pt x="124" y="44"/>
                  <a:pt x="121" y="45"/>
                </a:cubicBezTo>
                <a:cubicBezTo>
                  <a:pt x="121" y="94"/>
                  <a:pt x="121" y="94"/>
                  <a:pt x="121" y="94"/>
                </a:cubicBezTo>
                <a:cubicBezTo>
                  <a:pt x="123" y="95"/>
                  <a:pt x="125" y="95"/>
                  <a:pt x="128" y="96"/>
                </a:cubicBezTo>
                <a:cubicBezTo>
                  <a:pt x="130" y="98"/>
                  <a:pt x="132" y="99"/>
                  <a:pt x="133" y="101"/>
                </a:cubicBezTo>
                <a:cubicBezTo>
                  <a:pt x="135" y="102"/>
                  <a:pt x="136" y="104"/>
                  <a:pt x="138" y="106"/>
                </a:cubicBezTo>
                <a:cubicBezTo>
                  <a:pt x="139" y="108"/>
                  <a:pt x="139" y="111"/>
                  <a:pt x="140" y="113"/>
                </a:cubicBezTo>
                <a:cubicBezTo>
                  <a:pt x="189" y="113"/>
                  <a:pt x="189" y="113"/>
                  <a:pt x="189" y="113"/>
                </a:cubicBezTo>
                <a:cubicBezTo>
                  <a:pt x="190" y="110"/>
                  <a:pt x="191" y="108"/>
                  <a:pt x="192" y="106"/>
                </a:cubicBezTo>
                <a:cubicBezTo>
                  <a:pt x="193" y="103"/>
                  <a:pt x="195" y="101"/>
                  <a:pt x="197" y="100"/>
                </a:cubicBezTo>
                <a:cubicBezTo>
                  <a:pt x="199" y="98"/>
                  <a:pt x="201" y="97"/>
                  <a:pt x="204" y="96"/>
                </a:cubicBezTo>
                <a:cubicBezTo>
                  <a:pt x="206" y="95"/>
                  <a:pt x="209" y="94"/>
                  <a:pt x="212" y="94"/>
                </a:cubicBezTo>
                <a:cubicBezTo>
                  <a:pt x="215" y="94"/>
                  <a:pt x="218" y="95"/>
                  <a:pt x="221" y="96"/>
                </a:cubicBezTo>
                <a:cubicBezTo>
                  <a:pt x="223" y="97"/>
                  <a:pt x="226" y="99"/>
                  <a:pt x="228" y="101"/>
                </a:cubicBezTo>
                <a:cubicBezTo>
                  <a:pt x="230" y="103"/>
                  <a:pt x="232" y="105"/>
                  <a:pt x="233" y="108"/>
                </a:cubicBezTo>
                <a:cubicBezTo>
                  <a:pt x="234" y="111"/>
                  <a:pt x="234" y="114"/>
                  <a:pt x="234" y="117"/>
                </a:cubicBezTo>
                <a:cubicBezTo>
                  <a:pt x="234" y="120"/>
                  <a:pt x="234" y="123"/>
                  <a:pt x="233" y="126"/>
                </a:cubicBezTo>
                <a:cubicBezTo>
                  <a:pt x="232" y="129"/>
                  <a:pt x="230" y="131"/>
                  <a:pt x="228" y="133"/>
                </a:cubicBezTo>
                <a:cubicBezTo>
                  <a:pt x="226" y="135"/>
                  <a:pt x="223" y="137"/>
                  <a:pt x="221" y="138"/>
                </a:cubicBezTo>
                <a:cubicBezTo>
                  <a:pt x="218" y="139"/>
                  <a:pt x="215" y="140"/>
                  <a:pt x="212" y="140"/>
                </a:cubicBezTo>
                <a:cubicBezTo>
                  <a:pt x="209" y="140"/>
                  <a:pt x="206" y="139"/>
                  <a:pt x="203" y="138"/>
                </a:cubicBezTo>
                <a:close/>
                <a:moveTo>
                  <a:pt x="17" y="102"/>
                </a:moveTo>
                <a:cubicBezTo>
                  <a:pt x="15" y="103"/>
                  <a:pt x="14" y="104"/>
                  <a:pt x="12" y="106"/>
                </a:cubicBezTo>
                <a:cubicBezTo>
                  <a:pt x="11" y="107"/>
                  <a:pt x="10" y="109"/>
                  <a:pt x="9" y="110"/>
                </a:cubicBezTo>
                <a:cubicBezTo>
                  <a:pt x="8" y="112"/>
                  <a:pt x="8" y="114"/>
                  <a:pt x="8" y="116"/>
                </a:cubicBezTo>
                <a:cubicBezTo>
                  <a:pt x="8" y="118"/>
                  <a:pt x="8" y="120"/>
                  <a:pt x="9" y="122"/>
                </a:cubicBezTo>
                <a:cubicBezTo>
                  <a:pt x="10" y="124"/>
                  <a:pt x="11" y="126"/>
                  <a:pt x="12" y="127"/>
                </a:cubicBezTo>
                <a:cubicBezTo>
                  <a:pt x="14" y="129"/>
                  <a:pt x="15" y="130"/>
                  <a:pt x="17" y="130"/>
                </a:cubicBezTo>
                <a:cubicBezTo>
                  <a:pt x="19" y="131"/>
                  <a:pt x="21" y="132"/>
                  <a:pt x="23" y="132"/>
                </a:cubicBezTo>
                <a:cubicBezTo>
                  <a:pt x="25" y="132"/>
                  <a:pt x="27" y="131"/>
                  <a:pt x="29" y="130"/>
                </a:cubicBezTo>
                <a:cubicBezTo>
                  <a:pt x="31" y="130"/>
                  <a:pt x="32" y="129"/>
                  <a:pt x="34" y="127"/>
                </a:cubicBezTo>
                <a:cubicBezTo>
                  <a:pt x="35" y="126"/>
                  <a:pt x="36" y="124"/>
                  <a:pt x="37" y="122"/>
                </a:cubicBezTo>
                <a:cubicBezTo>
                  <a:pt x="38" y="120"/>
                  <a:pt x="38" y="118"/>
                  <a:pt x="38" y="116"/>
                </a:cubicBezTo>
                <a:cubicBezTo>
                  <a:pt x="38" y="114"/>
                  <a:pt x="38" y="112"/>
                  <a:pt x="37" y="110"/>
                </a:cubicBezTo>
                <a:cubicBezTo>
                  <a:pt x="36" y="109"/>
                  <a:pt x="35" y="107"/>
                  <a:pt x="34" y="106"/>
                </a:cubicBezTo>
                <a:cubicBezTo>
                  <a:pt x="32" y="104"/>
                  <a:pt x="31" y="103"/>
                  <a:pt x="29" y="102"/>
                </a:cubicBezTo>
                <a:cubicBezTo>
                  <a:pt x="27" y="101"/>
                  <a:pt x="25" y="101"/>
                  <a:pt x="23" y="101"/>
                </a:cubicBezTo>
                <a:cubicBezTo>
                  <a:pt x="21" y="101"/>
                  <a:pt x="19" y="101"/>
                  <a:pt x="17" y="102"/>
                </a:cubicBezTo>
                <a:close/>
                <a:moveTo>
                  <a:pt x="79" y="143"/>
                </a:moveTo>
                <a:cubicBezTo>
                  <a:pt x="81" y="144"/>
                  <a:pt x="84" y="146"/>
                  <a:pt x="86" y="148"/>
                </a:cubicBezTo>
                <a:cubicBezTo>
                  <a:pt x="88" y="150"/>
                  <a:pt x="90" y="152"/>
                  <a:pt x="91" y="155"/>
                </a:cubicBezTo>
                <a:cubicBezTo>
                  <a:pt x="92" y="158"/>
                  <a:pt x="92" y="161"/>
                  <a:pt x="92" y="164"/>
                </a:cubicBezTo>
                <a:cubicBezTo>
                  <a:pt x="92" y="167"/>
                  <a:pt x="92" y="170"/>
                  <a:pt x="91" y="173"/>
                </a:cubicBezTo>
                <a:cubicBezTo>
                  <a:pt x="90" y="175"/>
                  <a:pt x="88" y="178"/>
                  <a:pt x="86" y="180"/>
                </a:cubicBezTo>
                <a:cubicBezTo>
                  <a:pt x="84" y="182"/>
                  <a:pt x="81" y="184"/>
                  <a:pt x="79" y="185"/>
                </a:cubicBezTo>
                <a:cubicBezTo>
                  <a:pt x="76" y="186"/>
                  <a:pt x="73" y="187"/>
                  <a:pt x="70" y="187"/>
                </a:cubicBezTo>
                <a:cubicBezTo>
                  <a:pt x="67" y="187"/>
                  <a:pt x="64" y="186"/>
                  <a:pt x="61" y="185"/>
                </a:cubicBezTo>
                <a:cubicBezTo>
                  <a:pt x="58" y="184"/>
                  <a:pt x="56" y="182"/>
                  <a:pt x="54" y="180"/>
                </a:cubicBezTo>
                <a:cubicBezTo>
                  <a:pt x="52" y="178"/>
                  <a:pt x="50" y="175"/>
                  <a:pt x="49" y="173"/>
                </a:cubicBezTo>
                <a:cubicBezTo>
                  <a:pt x="48" y="170"/>
                  <a:pt x="47" y="167"/>
                  <a:pt x="47" y="164"/>
                </a:cubicBezTo>
                <a:cubicBezTo>
                  <a:pt x="47" y="161"/>
                  <a:pt x="48" y="158"/>
                  <a:pt x="49" y="155"/>
                </a:cubicBezTo>
                <a:cubicBezTo>
                  <a:pt x="50" y="152"/>
                  <a:pt x="52" y="150"/>
                  <a:pt x="54" y="148"/>
                </a:cubicBezTo>
                <a:cubicBezTo>
                  <a:pt x="56" y="146"/>
                  <a:pt x="58" y="144"/>
                  <a:pt x="61" y="143"/>
                </a:cubicBezTo>
                <a:cubicBezTo>
                  <a:pt x="64" y="142"/>
                  <a:pt x="67" y="141"/>
                  <a:pt x="70" y="141"/>
                </a:cubicBezTo>
                <a:cubicBezTo>
                  <a:pt x="73" y="141"/>
                  <a:pt x="76" y="142"/>
                  <a:pt x="79" y="143"/>
                </a:cubicBezTo>
                <a:close/>
                <a:moveTo>
                  <a:pt x="61" y="90"/>
                </a:moveTo>
                <a:cubicBezTo>
                  <a:pt x="59" y="89"/>
                  <a:pt x="56" y="87"/>
                  <a:pt x="54" y="85"/>
                </a:cubicBezTo>
                <a:cubicBezTo>
                  <a:pt x="52" y="83"/>
                  <a:pt x="50" y="81"/>
                  <a:pt x="49" y="78"/>
                </a:cubicBezTo>
                <a:cubicBezTo>
                  <a:pt x="48" y="75"/>
                  <a:pt x="47" y="72"/>
                  <a:pt x="47" y="69"/>
                </a:cubicBezTo>
                <a:cubicBezTo>
                  <a:pt x="47" y="66"/>
                  <a:pt x="48" y="63"/>
                  <a:pt x="49" y="60"/>
                </a:cubicBezTo>
                <a:cubicBezTo>
                  <a:pt x="50" y="58"/>
                  <a:pt x="52" y="55"/>
                  <a:pt x="54" y="53"/>
                </a:cubicBezTo>
                <a:cubicBezTo>
                  <a:pt x="56" y="51"/>
                  <a:pt x="59" y="49"/>
                  <a:pt x="61" y="48"/>
                </a:cubicBezTo>
                <a:cubicBezTo>
                  <a:pt x="64" y="47"/>
                  <a:pt x="67" y="46"/>
                  <a:pt x="70" y="46"/>
                </a:cubicBezTo>
                <a:cubicBezTo>
                  <a:pt x="73" y="46"/>
                  <a:pt x="76" y="47"/>
                  <a:pt x="79" y="48"/>
                </a:cubicBezTo>
                <a:cubicBezTo>
                  <a:pt x="82" y="49"/>
                  <a:pt x="84" y="51"/>
                  <a:pt x="86" y="53"/>
                </a:cubicBezTo>
                <a:cubicBezTo>
                  <a:pt x="88" y="55"/>
                  <a:pt x="90" y="58"/>
                  <a:pt x="91" y="60"/>
                </a:cubicBezTo>
                <a:cubicBezTo>
                  <a:pt x="92" y="63"/>
                  <a:pt x="93" y="66"/>
                  <a:pt x="93" y="69"/>
                </a:cubicBezTo>
                <a:cubicBezTo>
                  <a:pt x="93" y="72"/>
                  <a:pt x="92" y="75"/>
                  <a:pt x="91" y="78"/>
                </a:cubicBezTo>
                <a:cubicBezTo>
                  <a:pt x="90" y="81"/>
                  <a:pt x="88" y="83"/>
                  <a:pt x="86" y="85"/>
                </a:cubicBezTo>
                <a:cubicBezTo>
                  <a:pt x="84" y="87"/>
                  <a:pt x="82" y="89"/>
                  <a:pt x="79" y="90"/>
                </a:cubicBezTo>
                <a:cubicBezTo>
                  <a:pt x="76" y="91"/>
                  <a:pt x="73" y="92"/>
                  <a:pt x="70" y="92"/>
                </a:cubicBezTo>
                <a:cubicBezTo>
                  <a:pt x="67" y="92"/>
                  <a:pt x="64" y="91"/>
                  <a:pt x="61" y="90"/>
                </a:cubicBezTo>
                <a:close/>
                <a:moveTo>
                  <a:pt x="76" y="178"/>
                </a:moveTo>
                <a:cubicBezTo>
                  <a:pt x="78" y="177"/>
                  <a:pt x="79" y="176"/>
                  <a:pt x="81" y="175"/>
                </a:cubicBezTo>
                <a:cubicBezTo>
                  <a:pt x="82" y="173"/>
                  <a:pt x="83" y="172"/>
                  <a:pt x="84" y="170"/>
                </a:cubicBezTo>
                <a:cubicBezTo>
                  <a:pt x="85" y="168"/>
                  <a:pt x="85" y="166"/>
                  <a:pt x="85" y="164"/>
                </a:cubicBezTo>
                <a:cubicBezTo>
                  <a:pt x="85" y="162"/>
                  <a:pt x="85" y="160"/>
                  <a:pt x="84" y="158"/>
                </a:cubicBezTo>
                <a:cubicBezTo>
                  <a:pt x="83" y="156"/>
                  <a:pt x="82" y="154"/>
                  <a:pt x="81" y="153"/>
                </a:cubicBezTo>
                <a:cubicBezTo>
                  <a:pt x="79" y="152"/>
                  <a:pt x="78" y="151"/>
                  <a:pt x="76" y="150"/>
                </a:cubicBezTo>
                <a:cubicBezTo>
                  <a:pt x="74" y="149"/>
                  <a:pt x="72" y="149"/>
                  <a:pt x="70" y="149"/>
                </a:cubicBezTo>
                <a:cubicBezTo>
                  <a:pt x="68" y="149"/>
                  <a:pt x="66" y="149"/>
                  <a:pt x="64" y="150"/>
                </a:cubicBezTo>
                <a:cubicBezTo>
                  <a:pt x="62" y="151"/>
                  <a:pt x="60" y="152"/>
                  <a:pt x="59" y="153"/>
                </a:cubicBezTo>
                <a:cubicBezTo>
                  <a:pt x="58" y="154"/>
                  <a:pt x="56" y="156"/>
                  <a:pt x="56" y="158"/>
                </a:cubicBezTo>
                <a:cubicBezTo>
                  <a:pt x="55" y="160"/>
                  <a:pt x="54" y="162"/>
                  <a:pt x="54" y="164"/>
                </a:cubicBezTo>
                <a:cubicBezTo>
                  <a:pt x="54" y="166"/>
                  <a:pt x="55" y="168"/>
                  <a:pt x="56" y="170"/>
                </a:cubicBezTo>
                <a:cubicBezTo>
                  <a:pt x="56" y="172"/>
                  <a:pt x="58" y="173"/>
                  <a:pt x="59" y="175"/>
                </a:cubicBezTo>
                <a:cubicBezTo>
                  <a:pt x="60" y="176"/>
                  <a:pt x="62" y="177"/>
                  <a:pt x="64" y="178"/>
                </a:cubicBezTo>
                <a:cubicBezTo>
                  <a:pt x="66" y="179"/>
                  <a:pt x="68" y="179"/>
                  <a:pt x="70" y="179"/>
                </a:cubicBezTo>
                <a:cubicBezTo>
                  <a:pt x="72" y="179"/>
                  <a:pt x="74" y="179"/>
                  <a:pt x="76" y="178"/>
                </a:cubicBezTo>
                <a:close/>
                <a:moveTo>
                  <a:pt x="64" y="55"/>
                </a:moveTo>
                <a:cubicBezTo>
                  <a:pt x="62" y="56"/>
                  <a:pt x="61" y="57"/>
                  <a:pt x="59" y="58"/>
                </a:cubicBezTo>
                <a:cubicBezTo>
                  <a:pt x="58" y="60"/>
                  <a:pt x="57" y="61"/>
                  <a:pt x="56" y="63"/>
                </a:cubicBezTo>
                <a:cubicBezTo>
                  <a:pt x="55" y="65"/>
                  <a:pt x="55" y="67"/>
                  <a:pt x="55" y="69"/>
                </a:cubicBezTo>
                <a:cubicBezTo>
                  <a:pt x="55" y="71"/>
                  <a:pt x="55" y="73"/>
                  <a:pt x="56" y="75"/>
                </a:cubicBezTo>
                <a:cubicBezTo>
                  <a:pt x="57" y="77"/>
                  <a:pt x="58" y="79"/>
                  <a:pt x="59" y="80"/>
                </a:cubicBezTo>
                <a:cubicBezTo>
                  <a:pt x="61" y="81"/>
                  <a:pt x="62" y="82"/>
                  <a:pt x="64" y="83"/>
                </a:cubicBezTo>
                <a:cubicBezTo>
                  <a:pt x="66" y="84"/>
                  <a:pt x="68" y="84"/>
                  <a:pt x="70" y="84"/>
                </a:cubicBezTo>
                <a:cubicBezTo>
                  <a:pt x="72" y="84"/>
                  <a:pt x="74" y="84"/>
                  <a:pt x="76" y="83"/>
                </a:cubicBezTo>
                <a:cubicBezTo>
                  <a:pt x="78" y="82"/>
                  <a:pt x="80" y="81"/>
                  <a:pt x="81" y="80"/>
                </a:cubicBezTo>
                <a:cubicBezTo>
                  <a:pt x="82" y="79"/>
                  <a:pt x="83" y="77"/>
                  <a:pt x="84" y="75"/>
                </a:cubicBezTo>
                <a:cubicBezTo>
                  <a:pt x="85" y="73"/>
                  <a:pt x="85" y="71"/>
                  <a:pt x="85" y="69"/>
                </a:cubicBezTo>
                <a:cubicBezTo>
                  <a:pt x="85" y="67"/>
                  <a:pt x="85" y="65"/>
                  <a:pt x="84" y="63"/>
                </a:cubicBezTo>
                <a:cubicBezTo>
                  <a:pt x="83" y="61"/>
                  <a:pt x="82" y="60"/>
                  <a:pt x="81" y="58"/>
                </a:cubicBezTo>
                <a:cubicBezTo>
                  <a:pt x="80" y="57"/>
                  <a:pt x="78" y="56"/>
                  <a:pt x="76" y="55"/>
                </a:cubicBezTo>
                <a:cubicBezTo>
                  <a:pt x="74" y="54"/>
                  <a:pt x="72" y="54"/>
                  <a:pt x="70" y="54"/>
                </a:cubicBezTo>
                <a:cubicBezTo>
                  <a:pt x="68" y="54"/>
                  <a:pt x="66" y="54"/>
                  <a:pt x="64" y="55"/>
                </a:cubicBezTo>
                <a:close/>
                <a:moveTo>
                  <a:pt x="131" y="16"/>
                </a:moveTo>
                <a:cubicBezTo>
                  <a:pt x="131" y="15"/>
                  <a:pt x="129" y="13"/>
                  <a:pt x="128" y="12"/>
                </a:cubicBezTo>
                <a:cubicBezTo>
                  <a:pt x="127" y="10"/>
                  <a:pt x="125" y="9"/>
                  <a:pt x="123" y="8"/>
                </a:cubicBezTo>
                <a:cubicBezTo>
                  <a:pt x="121" y="7"/>
                  <a:pt x="119" y="7"/>
                  <a:pt x="117" y="7"/>
                </a:cubicBezTo>
                <a:cubicBezTo>
                  <a:pt x="115" y="7"/>
                  <a:pt x="113" y="7"/>
                  <a:pt x="111" y="8"/>
                </a:cubicBezTo>
                <a:cubicBezTo>
                  <a:pt x="110" y="9"/>
                  <a:pt x="108" y="10"/>
                  <a:pt x="107" y="12"/>
                </a:cubicBezTo>
                <a:cubicBezTo>
                  <a:pt x="105" y="13"/>
                  <a:pt x="104" y="15"/>
                  <a:pt x="103" y="16"/>
                </a:cubicBezTo>
                <a:cubicBezTo>
                  <a:pt x="103" y="18"/>
                  <a:pt x="102" y="20"/>
                  <a:pt x="102" y="22"/>
                </a:cubicBezTo>
                <a:cubicBezTo>
                  <a:pt x="102" y="25"/>
                  <a:pt x="103" y="27"/>
                  <a:pt x="103" y="28"/>
                </a:cubicBezTo>
                <a:cubicBezTo>
                  <a:pt x="104" y="30"/>
                  <a:pt x="105" y="32"/>
                  <a:pt x="107" y="33"/>
                </a:cubicBezTo>
                <a:cubicBezTo>
                  <a:pt x="108" y="35"/>
                  <a:pt x="110" y="36"/>
                  <a:pt x="111" y="36"/>
                </a:cubicBezTo>
                <a:cubicBezTo>
                  <a:pt x="113" y="37"/>
                  <a:pt x="115" y="38"/>
                  <a:pt x="117" y="38"/>
                </a:cubicBezTo>
                <a:cubicBezTo>
                  <a:pt x="119" y="38"/>
                  <a:pt x="121" y="37"/>
                  <a:pt x="123" y="36"/>
                </a:cubicBezTo>
                <a:cubicBezTo>
                  <a:pt x="125" y="36"/>
                  <a:pt x="127" y="35"/>
                  <a:pt x="128" y="33"/>
                </a:cubicBezTo>
                <a:cubicBezTo>
                  <a:pt x="129" y="32"/>
                  <a:pt x="131" y="30"/>
                  <a:pt x="131" y="28"/>
                </a:cubicBezTo>
                <a:cubicBezTo>
                  <a:pt x="132" y="27"/>
                  <a:pt x="133" y="25"/>
                  <a:pt x="133" y="22"/>
                </a:cubicBezTo>
                <a:cubicBezTo>
                  <a:pt x="133" y="20"/>
                  <a:pt x="132" y="18"/>
                  <a:pt x="131" y="16"/>
                </a:cubicBezTo>
                <a:close/>
                <a:moveTo>
                  <a:pt x="111" y="103"/>
                </a:moveTo>
                <a:cubicBezTo>
                  <a:pt x="110" y="103"/>
                  <a:pt x="108" y="105"/>
                  <a:pt x="107" y="106"/>
                </a:cubicBezTo>
                <a:cubicBezTo>
                  <a:pt x="105" y="107"/>
                  <a:pt x="104" y="109"/>
                  <a:pt x="103" y="111"/>
                </a:cubicBezTo>
                <a:cubicBezTo>
                  <a:pt x="103" y="113"/>
                  <a:pt x="102" y="115"/>
                  <a:pt x="102" y="117"/>
                </a:cubicBezTo>
                <a:cubicBezTo>
                  <a:pt x="102" y="119"/>
                  <a:pt x="103" y="121"/>
                  <a:pt x="103" y="123"/>
                </a:cubicBezTo>
                <a:cubicBezTo>
                  <a:pt x="104" y="125"/>
                  <a:pt x="105" y="126"/>
                  <a:pt x="107" y="127"/>
                </a:cubicBezTo>
                <a:cubicBezTo>
                  <a:pt x="108" y="129"/>
                  <a:pt x="110" y="130"/>
                  <a:pt x="111" y="131"/>
                </a:cubicBezTo>
                <a:cubicBezTo>
                  <a:pt x="113" y="132"/>
                  <a:pt x="115" y="132"/>
                  <a:pt x="117" y="132"/>
                </a:cubicBezTo>
                <a:cubicBezTo>
                  <a:pt x="119" y="132"/>
                  <a:pt x="121" y="132"/>
                  <a:pt x="123" y="131"/>
                </a:cubicBezTo>
                <a:cubicBezTo>
                  <a:pt x="125" y="130"/>
                  <a:pt x="127" y="129"/>
                  <a:pt x="128" y="127"/>
                </a:cubicBezTo>
                <a:cubicBezTo>
                  <a:pt x="129" y="126"/>
                  <a:pt x="131" y="125"/>
                  <a:pt x="131" y="123"/>
                </a:cubicBezTo>
                <a:cubicBezTo>
                  <a:pt x="132" y="121"/>
                  <a:pt x="133" y="119"/>
                  <a:pt x="133" y="117"/>
                </a:cubicBezTo>
                <a:cubicBezTo>
                  <a:pt x="133" y="115"/>
                  <a:pt x="132" y="113"/>
                  <a:pt x="131" y="111"/>
                </a:cubicBezTo>
                <a:cubicBezTo>
                  <a:pt x="131" y="109"/>
                  <a:pt x="129" y="107"/>
                  <a:pt x="128" y="106"/>
                </a:cubicBezTo>
                <a:cubicBezTo>
                  <a:pt x="127" y="105"/>
                  <a:pt x="125" y="103"/>
                  <a:pt x="123" y="103"/>
                </a:cubicBezTo>
                <a:cubicBezTo>
                  <a:pt x="121" y="102"/>
                  <a:pt x="119" y="101"/>
                  <a:pt x="117" y="101"/>
                </a:cubicBezTo>
                <a:cubicBezTo>
                  <a:pt x="115" y="101"/>
                  <a:pt x="113" y="102"/>
                  <a:pt x="111" y="103"/>
                </a:cubicBezTo>
                <a:close/>
                <a:moveTo>
                  <a:pt x="103" y="217"/>
                </a:moveTo>
                <a:cubicBezTo>
                  <a:pt x="104" y="218"/>
                  <a:pt x="105" y="220"/>
                  <a:pt x="107" y="221"/>
                </a:cubicBezTo>
                <a:cubicBezTo>
                  <a:pt x="108" y="223"/>
                  <a:pt x="110" y="224"/>
                  <a:pt x="111" y="225"/>
                </a:cubicBezTo>
                <a:cubicBezTo>
                  <a:pt x="113" y="226"/>
                  <a:pt x="115" y="226"/>
                  <a:pt x="117" y="226"/>
                </a:cubicBezTo>
                <a:cubicBezTo>
                  <a:pt x="119" y="226"/>
                  <a:pt x="121" y="226"/>
                  <a:pt x="123" y="225"/>
                </a:cubicBezTo>
                <a:cubicBezTo>
                  <a:pt x="125" y="224"/>
                  <a:pt x="127" y="223"/>
                  <a:pt x="128" y="221"/>
                </a:cubicBezTo>
                <a:cubicBezTo>
                  <a:pt x="129" y="220"/>
                  <a:pt x="131" y="218"/>
                  <a:pt x="131" y="217"/>
                </a:cubicBezTo>
                <a:cubicBezTo>
                  <a:pt x="132" y="215"/>
                  <a:pt x="133" y="213"/>
                  <a:pt x="133" y="211"/>
                </a:cubicBezTo>
                <a:cubicBezTo>
                  <a:pt x="133" y="208"/>
                  <a:pt x="132" y="207"/>
                  <a:pt x="131" y="205"/>
                </a:cubicBezTo>
                <a:cubicBezTo>
                  <a:pt x="131" y="203"/>
                  <a:pt x="129" y="201"/>
                  <a:pt x="128" y="200"/>
                </a:cubicBezTo>
                <a:cubicBezTo>
                  <a:pt x="127" y="198"/>
                  <a:pt x="125" y="197"/>
                  <a:pt x="123" y="197"/>
                </a:cubicBezTo>
                <a:cubicBezTo>
                  <a:pt x="121" y="196"/>
                  <a:pt x="119" y="195"/>
                  <a:pt x="117" y="195"/>
                </a:cubicBezTo>
                <a:cubicBezTo>
                  <a:pt x="115" y="195"/>
                  <a:pt x="113" y="196"/>
                  <a:pt x="111" y="197"/>
                </a:cubicBezTo>
                <a:cubicBezTo>
                  <a:pt x="110" y="197"/>
                  <a:pt x="108" y="198"/>
                  <a:pt x="107" y="200"/>
                </a:cubicBezTo>
                <a:cubicBezTo>
                  <a:pt x="105" y="201"/>
                  <a:pt x="104" y="203"/>
                  <a:pt x="103" y="205"/>
                </a:cubicBezTo>
                <a:cubicBezTo>
                  <a:pt x="103" y="207"/>
                  <a:pt x="102" y="208"/>
                  <a:pt x="102" y="211"/>
                </a:cubicBezTo>
                <a:cubicBezTo>
                  <a:pt x="102" y="213"/>
                  <a:pt x="103" y="215"/>
                  <a:pt x="103" y="217"/>
                </a:cubicBezTo>
                <a:close/>
                <a:moveTo>
                  <a:pt x="173" y="143"/>
                </a:moveTo>
                <a:cubicBezTo>
                  <a:pt x="176" y="144"/>
                  <a:pt x="178" y="146"/>
                  <a:pt x="180" y="148"/>
                </a:cubicBezTo>
                <a:cubicBezTo>
                  <a:pt x="182" y="150"/>
                  <a:pt x="184" y="152"/>
                  <a:pt x="185" y="155"/>
                </a:cubicBezTo>
                <a:cubicBezTo>
                  <a:pt x="186" y="158"/>
                  <a:pt x="187" y="161"/>
                  <a:pt x="187" y="164"/>
                </a:cubicBezTo>
                <a:cubicBezTo>
                  <a:pt x="187" y="167"/>
                  <a:pt x="186" y="170"/>
                  <a:pt x="185" y="173"/>
                </a:cubicBezTo>
                <a:cubicBezTo>
                  <a:pt x="184" y="175"/>
                  <a:pt x="182" y="178"/>
                  <a:pt x="180" y="180"/>
                </a:cubicBezTo>
                <a:cubicBezTo>
                  <a:pt x="178" y="182"/>
                  <a:pt x="176" y="184"/>
                  <a:pt x="173" y="185"/>
                </a:cubicBezTo>
                <a:cubicBezTo>
                  <a:pt x="170" y="186"/>
                  <a:pt x="167" y="187"/>
                  <a:pt x="164" y="187"/>
                </a:cubicBezTo>
                <a:cubicBezTo>
                  <a:pt x="161" y="187"/>
                  <a:pt x="158" y="186"/>
                  <a:pt x="155" y="185"/>
                </a:cubicBezTo>
                <a:cubicBezTo>
                  <a:pt x="152" y="184"/>
                  <a:pt x="150" y="182"/>
                  <a:pt x="148" y="180"/>
                </a:cubicBezTo>
                <a:cubicBezTo>
                  <a:pt x="146" y="178"/>
                  <a:pt x="144" y="175"/>
                  <a:pt x="143" y="173"/>
                </a:cubicBezTo>
                <a:cubicBezTo>
                  <a:pt x="142" y="170"/>
                  <a:pt x="141" y="167"/>
                  <a:pt x="141" y="164"/>
                </a:cubicBezTo>
                <a:cubicBezTo>
                  <a:pt x="141" y="161"/>
                  <a:pt x="142" y="158"/>
                  <a:pt x="143" y="155"/>
                </a:cubicBezTo>
                <a:cubicBezTo>
                  <a:pt x="144" y="152"/>
                  <a:pt x="146" y="150"/>
                  <a:pt x="148" y="148"/>
                </a:cubicBezTo>
                <a:cubicBezTo>
                  <a:pt x="150" y="146"/>
                  <a:pt x="152" y="144"/>
                  <a:pt x="155" y="143"/>
                </a:cubicBezTo>
                <a:cubicBezTo>
                  <a:pt x="158" y="142"/>
                  <a:pt x="161" y="141"/>
                  <a:pt x="164" y="141"/>
                </a:cubicBezTo>
                <a:cubicBezTo>
                  <a:pt x="167" y="141"/>
                  <a:pt x="170" y="142"/>
                  <a:pt x="173" y="143"/>
                </a:cubicBezTo>
                <a:close/>
                <a:moveTo>
                  <a:pt x="156" y="90"/>
                </a:moveTo>
                <a:cubicBezTo>
                  <a:pt x="153" y="89"/>
                  <a:pt x="150" y="87"/>
                  <a:pt x="148" y="85"/>
                </a:cubicBezTo>
                <a:cubicBezTo>
                  <a:pt x="146" y="83"/>
                  <a:pt x="145" y="81"/>
                  <a:pt x="143" y="78"/>
                </a:cubicBezTo>
                <a:cubicBezTo>
                  <a:pt x="142" y="75"/>
                  <a:pt x="142" y="72"/>
                  <a:pt x="142" y="69"/>
                </a:cubicBezTo>
                <a:cubicBezTo>
                  <a:pt x="142" y="66"/>
                  <a:pt x="142" y="63"/>
                  <a:pt x="143" y="60"/>
                </a:cubicBezTo>
                <a:cubicBezTo>
                  <a:pt x="145" y="58"/>
                  <a:pt x="146" y="55"/>
                  <a:pt x="148" y="53"/>
                </a:cubicBezTo>
                <a:cubicBezTo>
                  <a:pt x="150" y="51"/>
                  <a:pt x="153" y="49"/>
                  <a:pt x="156" y="48"/>
                </a:cubicBezTo>
                <a:cubicBezTo>
                  <a:pt x="158" y="47"/>
                  <a:pt x="161" y="46"/>
                  <a:pt x="165" y="46"/>
                </a:cubicBezTo>
                <a:cubicBezTo>
                  <a:pt x="168" y="46"/>
                  <a:pt x="171" y="47"/>
                  <a:pt x="173" y="48"/>
                </a:cubicBezTo>
                <a:cubicBezTo>
                  <a:pt x="176" y="49"/>
                  <a:pt x="179" y="51"/>
                  <a:pt x="181" y="53"/>
                </a:cubicBezTo>
                <a:cubicBezTo>
                  <a:pt x="183" y="55"/>
                  <a:pt x="184" y="58"/>
                  <a:pt x="186" y="60"/>
                </a:cubicBezTo>
                <a:cubicBezTo>
                  <a:pt x="187" y="63"/>
                  <a:pt x="187" y="66"/>
                  <a:pt x="187" y="69"/>
                </a:cubicBezTo>
                <a:cubicBezTo>
                  <a:pt x="187" y="72"/>
                  <a:pt x="187" y="75"/>
                  <a:pt x="186" y="78"/>
                </a:cubicBezTo>
                <a:cubicBezTo>
                  <a:pt x="184" y="81"/>
                  <a:pt x="183" y="83"/>
                  <a:pt x="181" y="85"/>
                </a:cubicBezTo>
                <a:cubicBezTo>
                  <a:pt x="179" y="87"/>
                  <a:pt x="176" y="89"/>
                  <a:pt x="173" y="90"/>
                </a:cubicBezTo>
                <a:cubicBezTo>
                  <a:pt x="171" y="91"/>
                  <a:pt x="168" y="92"/>
                  <a:pt x="165" y="92"/>
                </a:cubicBezTo>
                <a:cubicBezTo>
                  <a:pt x="161" y="92"/>
                  <a:pt x="158" y="91"/>
                  <a:pt x="156" y="90"/>
                </a:cubicBezTo>
                <a:close/>
                <a:moveTo>
                  <a:pt x="170" y="178"/>
                </a:moveTo>
                <a:cubicBezTo>
                  <a:pt x="172" y="177"/>
                  <a:pt x="173" y="176"/>
                  <a:pt x="175" y="175"/>
                </a:cubicBezTo>
                <a:cubicBezTo>
                  <a:pt x="176" y="173"/>
                  <a:pt x="177" y="172"/>
                  <a:pt x="178" y="170"/>
                </a:cubicBezTo>
                <a:cubicBezTo>
                  <a:pt x="179" y="168"/>
                  <a:pt x="179" y="166"/>
                  <a:pt x="179" y="164"/>
                </a:cubicBezTo>
                <a:cubicBezTo>
                  <a:pt x="179" y="162"/>
                  <a:pt x="179" y="160"/>
                  <a:pt x="178" y="158"/>
                </a:cubicBezTo>
                <a:cubicBezTo>
                  <a:pt x="177" y="156"/>
                  <a:pt x="176" y="154"/>
                  <a:pt x="175" y="153"/>
                </a:cubicBezTo>
                <a:cubicBezTo>
                  <a:pt x="173" y="152"/>
                  <a:pt x="172" y="151"/>
                  <a:pt x="170" y="150"/>
                </a:cubicBezTo>
                <a:cubicBezTo>
                  <a:pt x="168" y="149"/>
                  <a:pt x="166" y="149"/>
                  <a:pt x="164" y="149"/>
                </a:cubicBezTo>
                <a:cubicBezTo>
                  <a:pt x="162" y="149"/>
                  <a:pt x="160" y="149"/>
                  <a:pt x="158" y="150"/>
                </a:cubicBezTo>
                <a:cubicBezTo>
                  <a:pt x="156" y="151"/>
                  <a:pt x="155" y="152"/>
                  <a:pt x="153" y="153"/>
                </a:cubicBezTo>
                <a:cubicBezTo>
                  <a:pt x="152" y="154"/>
                  <a:pt x="151" y="156"/>
                  <a:pt x="150" y="158"/>
                </a:cubicBezTo>
                <a:cubicBezTo>
                  <a:pt x="149" y="160"/>
                  <a:pt x="149" y="162"/>
                  <a:pt x="149" y="164"/>
                </a:cubicBezTo>
                <a:cubicBezTo>
                  <a:pt x="149" y="166"/>
                  <a:pt x="149" y="168"/>
                  <a:pt x="150" y="170"/>
                </a:cubicBezTo>
                <a:cubicBezTo>
                  <a:pt x="151" y="172"/>
                  <a:pt x="152" y="173"/>
                  <a:pt x="153" y="175"/>
                </a:cubicBezTo>
                <a:cubicBezTo>
                  <a:pt x="155" y="176"/>
                  <a:pt x="156" y="177"/>
                  <a:pt x="158" y="178"/>
                </a:cubicBezTo>
                <a:cubicBezTo>
                  <a:pt x="160" y="179"/>
                  <a:pt x="162" y="179"/>
                  <a:pt x="164" y="179"/>
                </a:cubicBezTo>
                <a:cubicBezTo>
                  <a:pt x="166" y="179"/>
                  <a:pt x="168" y="179"/>
                  <a:pt x="170" y="178"/>
                </a:cubicBezTo>
                <a:close/>
                <a:moveTo>
                  <a:pt x="159" y="55"/>
                </a:moveTo>
                <a:cubicBezTo>
                  <a:pt x="157" y="56"/>
                  <a:pt x="155" y="57"/>
                  <a:pt x="154" y="58"/>
                </a:cubicBezTo>
                <a:cubicBezTo>
                  <a:pt x="152" y="60"/>
                  <a:pt x="151" y="61"/>
                  <a:pt x="150" y="63"/>
                </a:cubicBezTo>
                <a:cubicBezTo>
                  <a:pt x="150" y="65"/>
                  <a:pt x="149" y="67"/>
                  <a:pt x="149" y="69"/>
                </a:cubicBezTo>
                <a:cubicBezTo>
                  <a:pt x="149" y="71"/>
                  <a:pt x="150" y="73"/>
                  <a:pt x="150" y="75"/>
                </a:cubicBezTo>
                <a:cubicBezTo>
                  <a:pt x="151" y="77"/>
                  <a:pt x="152" y="79"/>
                  <a:pt x="154" y="80"/>
                </a:cubicBezTo>
                <a:cubicBezTo>
                  <a:pt x="155" y="81"/>
                  <a:pt x="157" y="82"/>
                  <a:pt x="159" y="83"/>
                </a:cubicBezTo>
                <a:cubicBezTo>
                  <a:pt x="160" y="84"/>
                  <a:pt x="162" y="84"/>
                  <a:pt x="165" y="84"/>
                </a:cubicBezTo>
                <a:cubicBezTo>
                  <a:pt x="167" y="84"/>
                  <a:pt x="169" y="84"/>
                  <a:pt x="170" y="83"/>
                </a:cubicBezTo>
                <a:cubicBezTo>
                  <a:pt x="172" y="82"/>
                  <a:pt x="174" y="81"/>
                  <a:pt x="175" y="80"/>
                </a:cubicBezTo>
                <a:cubicBezTo>
                  <a:pt x="177" y="79"/>
                  <a:pt x="178" y="77"/>
                  <a:pt x="179" y="75"/>
                </a:cubicBezTo>
                <a:cubicBezTo>
                  <a:pt x="179" y="73"/>
                  <a:pt x="180" y="71"/>
                  <a:pt x="180" y="69"/>
                </a:cubicBezTo>
                <a:cubicBezTo>
                  <a:pt x="180" y="67"/>
                  <a:pt x="179" y="65"/>
                  <a:pt x="179" y="63"/>
                </a:cubicBezTo>
                <a:cubicBezTo>
                  <a:pt x="178" y="61"/>
                  <a:pt x="177" y="60"/>
                  <a:pt x="175" y="58"/>
                </a:cubicBezTo>
                <a:cubicBezTo>
                  <a:pt x="174" y="57"/>
                  <a:pt x="172" y="56"/>
                  <a:pt x="170" y="55"/>
                </a:cubicBezTo>
                <a:cubicBezTo>
                  <a:pt x="169" y="54"/>
                  <a:pt x="167" y="54"/>
                  <a:pt x="165" y="54"/>
                </a:cubicBezTo>
                <a:cubicBezTo>
                  <a:pt x="162" y="54"/>
                  <a:pt x="160" y="54"/>
                  <a:pt x="159" y="55"/>
                </a:cubicBezTo>
                <a:close/>
                <a:moveTo>
                  <a:pt x="206" y="103"/>
                </a:moveTo>
                <a:cubicBezTo>
                  <a:pt x="204" y="104"/>
                  <a:pt x="202" y="105"/>
                  <a:pt x="201" y="106"/>
                </a:cubicBezTo>
                <a:cubicBezTo>
                  <a:pt x="200" y="108"/>
                  <a:pt x="198" y="109"/>
                  <a:pt x="198" y="111"/>
                </a:cubicBezTo>
                <a:cubicBezTo>
                  <a:pt x="197" y="113"/>
                  <a:pt x="196" y="115"/>
                  <a:pt x="196" y="117"/>
                </a:cubicBezTo>
                <a:cubicBezTo>
                  <a:pt x="196" y="119"/>
                  <a:pt x="197" y="121"/>
                  <a:pt x="198" y="123"/>
                </a:cubicBezTo>
                <a:cubicBezTo>
                  <a:pt x="198" y="125"/>
                  <a:pt x="200" y="126"/>
                  <a:pt x="201" y="128"/>
                </a:cubicBezTo>
                <a:cubicBezTo>
                  <a:pt x="202" y="129"/>
                  <a:pt x="204" y="130"/>
                  <a:pt x="206" y="131"/>
                </a:cubicBezTo>
                <a:cubicBezTo>
                  <a:pt x="208" y="132"/>
                  <a:pt x="210" y="132"/>
                  <a:pt x="212" y="132"/>
                </a:cubicBezTo>
                <a:cubicBezTo>
                  <a:pt x="214" y="132"/>
                  <a:pt x="216" y="132"/>
                  <a:pt x="218" y="131"/>
                </a:cubicBezTo>
                <a:cubicBezTo>
                  <a:pt x="219" y="130"/>
                  <a:pt x="221" y="129"/>
                  <a:pt x="222" y="128"/>
                </a:cubicBezTo>
                <a:cubicBezTo>
                  <a:pt x="224" y="126"/>
                  <a:pt x="225" y="125"/>
                  <a:pt x="226" y="123"/>
                </a:cubicBezTo>
                <a:cubicBezTo>
                  <a:pt x="226" y="121"/>
                  <a:pt x="227" y="119"/>
                  <a:pt x="227" y="117"/>
                </a:cubicBezTo>
                <a:cubicBezTo>
                  <a:pt x="227" y="115"/>
                  <a:pt x="226" y="113"/>
                  <a:pt x="226" y="111"/>
                </a:cubicBezTo>
                <a:cubicBezTo>
                  <a:pt x="225" y="109"/>
                  <a:pt x="224" y="108"/>
                  <a:pt x="222" y="106"/>
                </a:cubicBezTo>
                <a:cubicBezTo>
                  <a:pt x="221" y="105"/>
                  <a:pt x="219" y="104"/>
                  <a:pt x="218" y="103"/>
                </a:cubicBezTo>
                <a:cubicBezTo>
                  <a:pt x="216" y="102"/>
                  <a:pt x="214" y="102"/>
                  <a:pt x="212" y="102"/>
                </a:cubicBezTo>
                <a:cubicBezTo>
                  <a:pt x="210" y="102"/>
                  <a:pt x="208" y="102"/>
                  <a:pt x="206" y="10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15" name="Freeform 117"/>
          <p:cNvSpPr>
            <a:spLocks noEditPoints="1"/>
          </p:cNvSpPr>
          <p:nvPr/>
        </p:nvSpPr>
        <p:spPr bwMode="auto">
          <a:xfrm>
            <a:off x="1721130" y="4418097"/>
            <a:ext cx="269293" cy="323587"/>
          </a:xfrm>
          <a:custGeom>
            <a:avLst/>
            <a:gdLst>
              <a:gd name="T0" fmla="*/ 126 w 187"/>
              <a:gd name="T1" fmla="*/ 172 h 225"/>
              <a:gd name="T2" fmla="*/ 62 w 187"/>
              <a:gd name="T3" fmla="*/ 180 h 225"/>
              <a:gd name="T4" fmla="*/ 11 w 187"/>
              <a:gd name="T5" fmla="*/ 141 h 225"/>
              <a:gd name="T6" fmla="*/ 3 w 187"/>
              <a:gd name="T7" fmla="*/ 77 h 225"/>
              <a:gd name="T8" fmla="*/ 42 w 187"/>
              <a:gd name="T9" fmla="*/ 26 h 225"/>
              <a:gd name="T10" fmla="*/ 106 w 187"/>
              <a:gd name="T11" fmla="*/ 18 h 225"/>
              <a:gd name="T12" fmla="*/ 157 w 187"/>
              <a:gd name="T13" fmla="*/ 57 h 225"/>
              <a:gd name="T14" fmla="*/ 165 w 187"/>
              <a:gd name="T15" fmla="*/ 121 h 225"/>
              <a:gd name="T16" fmla="*/ 35 w 187"/>
              <a:gd name="T17" fmla="*/ 107 h 225"/>
              <a:gd name="T18" fmla="*/ 9 w 187"/>
              <a:gd name="T19" fmla="*/ 100 h 225"/>
              <a:gd name="T20" fmla="*/ 40 w 187"/>
              <a:gd name="T21" fmla="*/ 83 h 225"/>
              <a:gd name="T22" fmla="*/ 29 w 187"/>
              <a:gd name="T23" fmla="*/ 49 h 225"/>
              <a:gd name="T24" fmla="*/ 40 w 187"/>
              <a:gd name="T25" fmla="*/ 83 h 225"/>
              <a:gd name="T26" fmla="*/ 25 w 187"/>
              <a:gd name="T27" fmla="*/ 145 h 225"/>
              <a:gd name="T28" fmla="*/ 57 w 187"/>
              <a:gd name="T29" fmla="*/ 47 h 225"/>
              <a:gd name="T30" fmla="*/ 56 w 187"/>
              <a:gd name="T31" fmla="*/ 30 h 225"/>
              <a:gd name="T32" fmla="*/ 78 w 187"/>
              <a:gd name="T33" fmla="*/ 103 h 225"/>
              <a:gd name="T34" fmla="*/ 44 w 187"/>
              <a:gd name="T35" fmla="*/ 124 h 225"/>
              <a:gd name="T36" fmla="*/ 68 w 187"/>
              <a:gd name="T37" fmla="*/ 141 h 225"/>
              <a:gd name="T38" fmla="*/ 50 w 187"/>
              <a:gd name="T39" fmla="*/ 156 h 225"/>
              <a:gd name="T40" fmla="*/ 68 w 187"/>
              <a:gd name="T41" fmla="*/ 141 h 225"/>
              <a:gd name="T42" fmla="*/ 49 w 187"/>
              <a:gd name="T43" fmla="*/ 85 h 225"/>
              <a:gd name="T44" fmla="*/ 62 w 187"/>
              <a:gd name="T45" fmla="*/ 58 h 225"/>
              <a:gd name="T46" fmla="*/ 127 w 187"/>
              <a:gd name="T47" fmla="*/ 193 h 225"/>
              <a:gd name="T48" fmla="*/ 125 w 187"/>
              <a:gd name="T49" fmla="*/ 214 h 225"/>
              <a:gd name="T50" fmla="*/ 62 w 187"/>
              <a:gd name="T51" fmla="*/ 214 h 225"/>
              <a:gd name="T52" fmla="*/ 73 w 187"/>
              <a:gd name="T53" fmla="*/ 201 h 225"/>
              <a:gd name="T54" fmla="*/ 85 w 187"/>
              <a:gd name="T55" fmla="*/ 193 h 225"/>
              <a:gd name="T56" fmla="*/ 150 w 187"/>
              <a:gd name="T57" fmla="*/ 166 h 225"/>
              <a:gd name="T58" fmla="*/ 178 w 187"/>
              <a:gd name="T59" fmla="*/ 99 h 225"/>
              <a:gd name="T60" fmla="*/ 151 w 187"/>
              <a:gd name="T61" fmla="*/ 34 h 225"/>
              <a:gd name="T62" fmla="*/ 111 w 187"/>
              <a:gd name="T63" fmla="*/ 0 h 225"/>
              <a:gd name="T64" fmla="*/ 173 w 187"/>
              <a:gd name="T65" fmla="*/ 48 h 225"/>
              <a:gd name="T66" fmla="*/ 183 w 187"/>
              <a:gd name="T67" fmla="*/ 126 h 225"/>
              <a:gd name="T68" fmla="*/ 99 w 187"/>
              <a:gd name="T69" fmla="*/ 27 h 225"/>
              <a:gd name="T70" fmla="*/ 75 w 187"/>
              <a:gd name="T71" fmla="*/ 40 h 225"/>
              <a:gd name="T72" fmla="*/ 77 w 187"/>
              <a:gd name="T73" fmla="*/ 143 h 225"/>
              <a:gd name="T74" fmla="*/ 101 w 187"/>
              <a:gd name="T75" fmla="*/ 149 h 225"/>
              <a:gd name="T76" fmla="*/ 106 w 187"/>
              <a:gd name="T77" fmla="*/ 141 h 225"/>
              <a:gd name="T78" fmla="*/ 87 w 187"/>
              <a:gd name="T79" fmla="*/ 105 h 225"/>
              <a:gd name="T80" fmla="*/ 121 w 187"/>
              <a:gd name="T81" fmla="*/ 104 h 225"/>
              <a:gd name="T82" fmla="*/ 90 w 187"/>
              <a:gd name="T83" fmla="*/ 96 h 225"/>
              <a:gd name="T84" fmla="*/ 91 w 187"/>
              <a:gd name="T85" fmla="*/ 174 h 225"/>
              <a:gd name="T86" fmla="*/ 111 w 187"/>
              <a:gd name="T87" fmla="*/ 152 h 225"/>
              <a:gd name="T88" fmla="*/ 121 w 187"/>
              <a:gd name="T89" fmla="*/ 53 h 225"/>
              <a:gd name="T90" fmla="*/ 108 w 187"/>
              <a:gd name="T91" fmla="*/ 29 h 225"/>
              <a:gd name="T92" fmla="*/ 123 w 187"/>
              <a:gd name="T93" fmla="*/ 131 h 225"/>
              <a:gd name="T94" fmla="*/ 148 w 187"/>
              <a:gd name="T95" fmla="*/ 137 h 225"/>
              <a:gd name="T96" fmla="*/ 134 w 187"/>
              <a:gd name="T97" fmla="*/ 67 h 225"/>
              <a:gd name="T98" fmla="*/ 127 w 187"/>
              <a:gd name="T99" fmla="*/ 38 h 225"/>
              <a:gd name="T100" fmla="*/ 133 w 187"/>
              <a:gd name="T101" fmla="*/ 92 h 225"/>
              <a:gd name="T102" fmla="*/ 159 w 187"/>
              <a:gd name="T103" fmla="*/ 98 h 2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87" h="225">
                <a:moveTo>
                  <a:pt x="157" y="142"/>
                </a:moveTo>
                <a:cubicBezTo>
                  <a:pt x="153" y="148"/>
                  <a:pt x="148" y="154"/>
                  <a:pt x="143" y="159"/>
                </a:cubicBezTo>
                <a:cubicBezTo>
                  <a:pt x="138" y="164"/>
                  <a:pt x="132" y="168"/>
                  <a:pt x="126" y="172"/>
                </a:cubicBezTo>
                <a:cubicBezTo>
                  <a:pt x="120" y="176"/>
                  <a:pt x="113" y="178"/>
                  <a:pt x="106" y="180"/>
                </a:cubicBezTo>
                <a:cubicBezTo>
                  <a:pt x="99" y="182"/>
                  <a:pt x="92" y="183"/>
                  <a:pt x="85" y="183"/>
                </a:cubicBezTo>
                <a:cubicBezTo>
                  <a:pt x="77" y="183"/>
                  <a:pt x="70" y="182"/>
                  <a:pt x="62" y="180"/>
                </a:cubicBezTo>
                <a:cubicBezTo>
                  <a:pt x="55" y="178"/>
                  <a:pt x="48" y="176"/>
                  <a:pt x="42" y="172"/>
                </a:cubicBezTo>
                <a:cubicBezTo>
                  <a:pt x="35" y="168"/>
                  <a:pt x="29" y="164"/>
                  <a:pt x="24" y="158"/>
                </a:cubicBezTo>
                <a:cubicBezTo>
                  <a:pt x="19" y="153"/>
                  <a:pt x="15" y="147"/>
                  <a:pt x="11" y="141"/>
                </a:cubicBezTo>
                <a:cubicBezTo>
                  <a:pt x="8" y="135"/>
                  <a:pt x="5" y="128"/>
                  <a:pt x="3" y="121"/>
                </a:cubicBezTo>
                <a:cubicBezTo>
                  <a:pt x="1" y="114"/>
                  <a:pt x="0" y="107"/>
                  <a:pt x="0" y="100"/>
                </a:cubicBezTo>
                <a:cubicBezTo>
                  <a:pt x="0" y="92"/>
                  <a:pt x="1" y="85"/>
                  <a:pt x="3" y="77"/>
                </a:cubicBezTo>
                <a:cubicBezTo>
                  <a:pt x="5" y="70"/>
                  <a:pt x="8" y="63"/>
                  <a:pt x="12" y="57"/>
                </a:cubicBezTo>
                <a:cubicBezTo>
                  <a:pt x="15" y="50"/>
                  <a:pt x="20" y="45"/>
                  <a:pt x="25" y="40"/>
                </a:cubicBezTo>
                <a:cubicBezTo>
                  <a:pt x="30" y="34"/>
                  <a:pt x="36" y="30"/>
                  <a:pt x="42" y="26"/>
                </a:cubicBezTo>
                <a:cubicBezTo>
                  <a:pt x="48" y="23"/>
                  <a:pt x="55" y="20"/>
                  <a:pt x="62" y="18"/>
                </a:cubicBezTo>
                <a:cubicBezTo>
                  <a:pt x="69" y="16"/>
                  <a:pt x="76" y="15"/>
                  <a:pt x="84" y="15"/>
                </a:cubicBezTo>
                <a:cubicBezTo>
                  <a:pt x="91" y="15"/>
                  <a:pt x="98" y="16"/>
                  <a:pt x="106" y="18"/>
                </a:cubicBezTo>
                <a:cubicBezTo>
                  <a:pt x="113" y="20"/>
                  <a:pt x="120" y="23"/>
                  <a:pt x="127" y="27"/>
                </a:cubicBezTo>
                <a:cubicBezTo>
                  <a:pt x="133" y="31"/>
                  <a:pt x="139" y="35"/>
                  <a:pt x="144" y="40"/>
                </a:cubicBezTo>
                <a:cubicBezTo>
                  <a:pt x="149" y="45"/>
                  <a:pt x="153" y="51"/>
                  <a:pt x="157" y="57"/>
                </a:cubicBezTo>
                <a:cubicBezTo>
                  <a:pt x="160" y="64"/>
                  <a:pt x="163" y="70"/>
                  <a:pt x="165" y="77"/>
                </a:cubicBezTo>
                <a:cubicBezTo>
                  <a:pt x="167" y="84"/>
                  <a:pt x="168" y="91"/>
                  <a:pt x="168" y="99"/>
                </a:cubicBezTo>
                <a:cubicBezTo>
                  <a:pt x="168" y="106"/>
                  <a:pt x="167" y="114"/>
                  <a:pt x="165" y="121"/>
                </a:cubicBezTo>
                <a:cubicBezTo>
                  <a:pt x="163" y="128"/>
                  <a:pt x="160" y="135"/>
                  <a:pt x="157" y="142"/>
                </a:cubicBezTo>
                <a:close/>
                <a:moveTo>
                  <a:pt x="34" y="122"/>
                </a:moveTo>
                <a:cubicBezTo>
                  <a:pt x="34" y="117"/>
                  <a:pt x="35" y="112"/>
                  <a:pt x="35" y="107"/>
                </a:cubicBezTo>
                <a:cubicBezTo>
                  <a:pt x="36" y="102"/>
                  <a:pt x="37" y="97"/>
                  <a:pt x="38" y="92"/>
                </a:cubicBezTo>
                <a:cubicBezTo>
                  <a:pt x="11" y="84"/>
                  <a:pt x="11" y="84"/>
                  <a:pt x="11" y="84"/>
                </a:cubicBezTo>
                <a:cubicBezTo>
                  <a:pt x="10" y="90"/>
                  <a:pt x="9" y="95"/>
                  <a:pt x="9" y="100"/>
                </a:cubicBezTo>
                <a:cubicBezTo>
                  <a:pt x="10" y="105"/>
                  <a:pt x="10" y="111"/>
                  <a:pt x="11" y="116"/>
                </a:cubicBezTo>
                <a:lnTo>
                  <a:pt x="34" y="122"/>
                </a:lnTo>
                <a:close/>
                <a:moveTo>
                  <a:pt x="40" y="83"/>
                </a:moveTo>
                <a:cubicBezTo>
                  <a:pt x="42" y="78"/>
                  <a:pt x="44" y="73"/>
                  <a:pt x="46" y="68"/>
                </a:cubicBezTo>
                <a:cubicBezTo>
                  <a:pt x="47" y="63"/>
                  <a:pt x="50" y="59"/>
                  <a:pt x="52" y="55"/>
                </a:cubicBezTo>
                <a:cubicBezTo>
                  <a:pt x="29" y="49"/>
                  <a:pt x="29" y="49"/>
                  <a:pt x="29" y="49"/>
                </a:cubicBezTo>
                <a:cubicBezTo>
                  <a:pt x="26" y="52"/>
                  <a:pt x="23" y="57"/>
                  <a:pt x="20" y="61"/>
                </a:cubicBezTo>
                <a:cubicBezTo>
                  <a:pt x="17" y="66"/>
                  <a:pt x="15" y="70"/>
                  <a:pt x="13" y="75"/>
                </a:cubicBezTo>
                <a:lnTo>
                  <a:pt x="40" y="83"/>
                </a:lnTo>
                <a:close/>
                <a:moveTo>
                  <a:pt x="34" y="131"/>
                </a:moveTo>
                <a:cubicBezTo>
                  <a:pt x="14" y="126"/>
                  <a:pt x="14" y="126"/>
                  <a:pt x="14" y="126"/>
                </a:cubicBezTo>
                <a:cubicBezTo>
                  <a:pt x="17" y="133"/>
                  <a:pt x="21" y="139"/>
                  <a:pt x="25" y="145"/>
                </a:cubicBezTo>
                <a:cubicBezTo>
                  <a:pt x="30" y="151"/>
                  <a:pt x="35" y="156"/>
                  <a:pt x="41" y="160"/>
                </a:cubicBezTo>
                <a:cubicBezTo>
                  <a:pt x="37" y="152"/>
                  <a:pt x="35" y="143"/>
                  <a:pt x="34" y="131"/>
                </a:cubicBezTo>
                <a:close/>
                <a:moveTo>
                  <a:pt x="57" y="47"/>
                </a:moveTo>
                <a:cubicBezTo>
                  <a:pt x="60" y="42"/>
                  <a:pt x="63" y="38"/>
                  <a:pt x="67" y="34"/>
                </a:cubicBezTo>
                <a:cubicBezTo>
                  <a:pt x="70" y="30"/>
                  <a:pt x="74" y="27"/>
                  <a:pt x="77" y="25"/>
                </a:cubicBezTo>
                <a:cubicBezTo>
                  <a:pt x="70" y="26"/>
                  <a:pt x="63" y="27"/>
                  <a:pt x="56" y="30"/>
                </a:cubicBezTo>
                <a:cubicBezTo>
                  <a:pt x="49" y="33"/>
                  <a:pt x="43" y="37"/>
                  <a:pt x="37" y="41"/>
                </a:cubicBezTo>
                <a:lnTo>
                  <a:pt x="57" y="47"/>
                </a:lnTo>
                <a:close/>
                <a:moveTo>
                  <a:pt x="78" y="103"/>
                </a:moveTo>
                <a:cubicBezTo>
                  <a:pt x="47" y="94"/>
                  <a:pt x="47" y="94"/>
                  <a:pt x="47" y="94"/>
                </a:cubicBezTo>
                <a:cubicBezTo>
                  <a:pt x="46" y="99"/>
                  <a:pt x="45" y="104"/>
                  <a:pt x="45" y="109"/>
                </a:cubicBezTo>
                <a:cubicBezTo>
                  <a:pt x="44" y="115"/>
                  <a:pt x="44" y="120"/>
                  <a:pt x="44" y="124"/>
                </a:cubicBezTo>
                <a:cubicBezTo>
                  <a:pt x="71" y="131"/>
                  <a:pt x="71" y="131"/>
                  <a:pt x="71" y="131"/>
                </a:cubicBezTo>
                <a:lnTo>
                  <a:pt x="78" y="103"/>
                </a:lnTo>
                <a:close/>
                <a:moveTo>
                  <a:pt x="68" y="141"/>
                </a:moveTo>
                <a:cubicBezTo>
                  <a:pt x="45" y="134"/>
                  <a:pt x="45" y="134"/>
                  <a:pt x="45" y="134"/>
                </a:cubicBezTo>
                <a:cubicBezTo>
                  <a:pt x="45" y="138"/>
                  <a:pt x="46" y="142"/>
                  <a:pt x="47" y="146"/>
                </a:cubicBezTo>
                <a:cubicBezTo>
                  <a:pt x="48" y="150"/>
                  <a:pt x="49" y="153"/>
                  <a:pt x="50" y="156"/>
                </a:cubicBezTo>
                <a:cubicBezTo>
                  <a:pt x="52" y="159"/>
                  <a:pt x="53" y="162"/>
                  <a:pt x="55" y="164"/>
                </a:cubicBezTo>
                <a:cubicBezTo>
                  <a:pt x="57" y="166"/>
                  <a:pt x="59" y="168"/>
                  <a:pt x="61" y="170"/>
                </a:cubicBezTo>
                <a:lnTo>
                  <a:pt x="68" y="141"/>
                </a:lnTo>
                <a:close/>
                <a:moveTo>
                  <a:pt x="62" y="58"/>
                </a:moveTo>
                <a:cubicBezTo>
                  <a:pt x="59" y="62"/>
                  <a:pt x="57" y="66"/>
                  <a:pt x="55" y="71"/>
                </a:cubicBezTo>
                <a:cubicBezTo>
                  <a:pt x="53" y="75"/>
                  <a:pt x="51" y="80"/>
                  <a:pt x="49" y="85"/>
                </a:cubicBezTo>
                <a:cubicBezTo>
                  <a:pt x="81" y="94"/>
                  <a:pt x="81" y="94"/>
                  <a:pt x="81" y="94"/>
                </a:cubicBezTo>
                <a:cubicBezTo>
                  <a:pt x="89" y="65"/>
                  <a:pt x="89" y="65"/>
                  <a:pt x="89" y="65"/>
                </a:cubicBezTo>
                <a:lnTo>
                  <a:pt x="62" y="58"/>
                </a:lnTo>
                <a:close/>
                <a:moveTo>
                  <a:pt x="171" y="154"/>
                </a:moveTo>
                <a:cubicBezTo>
                  <a:pt x="166" y="163"/>
                  <a:pt x="159" y="170"/>
                  <a:pt x="152" y="177"/>
                </a:cubicBezTo>
                <a:cubicBezTo>
                  <a:pt x="144" y="183"/>
                  <a:pt x="136" y="188"/>
                  <a:pt x="127" y="193"/>
                </a:cubicBezTo>
                <a:cubicBezTo>
                  <a:pt x="118" y="197"/>
                  <a:pt x="109" y="199"/>
                  <a:pt x="99" y="201"/>
                </a:cubicBezTo>
                <a:cubicBezTo>
                  <a:pt x="99" y="214"/>
                  <a:pt x="99" y="214"/>
                  <a:pt x="99" y="214"/>
                </a:cubicBezTo>
                <a:cubicBezTo>
                  <a:pt x="125" y="214"/>
                  <a:pt x="125" y="214"/>
                  <a:pt x="125" y="214"/>
                </a:cubicBezTo>
                <a:cubicBezTo>
                  <a:pt x="125" y="225"/>
                  <a:pt x="125" y="225"/>
                  <a:pt x="125" y="225"/>
                </a:cubicBezTo>
                <a:cubicBezTo>
                  <a:pt x="62" y="225"/>
                  <a:pt x="62" y="225"/>
                  <a:pt x="62" y="225"/>
                </a:cubicBezTo>
                <a:cubicBezTo>
                  <a:pt x="62" y="214"/>
                  <a:pt x="62" y="214"/>
                  <a:pt x="62" y="214"/>
                </a:cubicBezTo>
                <a:cubicBezTo>
                  <a:pt x="88" y="214"/>
                  <a:pt x="88" y="214"/>
                  <a:pt x="88" y="214"/>
                </a:cubicBezTo>
                <a:cubicBezTo>
                  <a:pt x="88" y="202"/>
                  <a:pt x="88" y="202"/>
                  <a:pt x="88" y="202"/>
                </a:cubicBezTo>
                <a:cubicBezTo>
                  <a:pt x="83" y="202"/>
                  <a:pt x="78" y="202"/>
                  <a:pt x="73" y="201"/>
                </a:cubicBezTo>
                <a:cubicBezTo>
                  <a:pt x="68" y="201"/>
                  <a:pt x="63" y="200"/>
                  <a:pt x="57" y="199"/>
                </a:cubicBezTo>
                <a:cubicBezTo>
                  <a:pt x="60" y="189"/>
                  <a:pt x="60" y="189"/>
                  <a:pt x="60" y="189"/>
                </a:cubicBezTo>
                <a:cubicBezTo>
                  <a:pt x="68" y="192"/>
                  <a:pt x="76" y="193"/>
                  <a:pt x="85" y="193"/>
                </a:cubicBezTo>
                <a:cubicBezTo>
                  <a:pt x="93" y="193"/>
                  <a:pt x="101" y="191"/>
                  <a:pt x="109" y="189"/>
                </a:cubicBezTo>
                <a:cubicBezTo>
                  <a:pt x="117" y="187"/>
                  <a:pt x="124" y="184"/>
                  <a:pt x="131" y="180"/>
                </a:cubicBezTo>
                <a:cubicBezTo>
                  <a:pt x="138" y="176"/>
                  <a:pt x="144" y="171"/>
                  <a:pt x="150" y="166"/>
                </a:cubicBezTo>
                <a:cubicBezTo>
                  <a:pt x="156" y="160"/>
                  <a:pt x="160" y="154"/>
                  <a:pt x="165" y="147"/>
                </a:cubicBezTo>
                <a:cubicBezTo>
                  <a:pt x="169" y="139"/>
                  <a:pt x="172" y="132"/>
                  <a:pt x="174" y="123"/>
                </a:cubicBezTo>
                <a:cubicBezTo>
                  <a:pt x="177" y="115"/>
                  <a:pt x="178" y="107"/>
                  <a:pt x="178" y="99"/>
                </a:cubicBezTo>
                <a:cubicBezTo>
                  <a:pt x="177" y="90"/>
                  <a:pt x="176" y="82"/>
                  <a:pt x="174" y="75"/>
                </a:cubicBezTo>
                <a:cubicBezTo>
                  <a:pt x="172" y="67"/>
                  <a:pt x="169" y="60"/>
                  <a:pt x="165" y="53"/>
                </a:cubicBezTo>
                <a:cubicBezTo>
                  <a:pt x="161" y="46"/>
                  <a:pt x="156" y="39"/>
                  <a:pt x="151" y="34"/>
                </a:cubicBezTo>
                <a:cubicBezTo>
                  <a:pt x="145" y="28"/>
                  <a:pt x="139" y="23"/>
                  <a:pt x="131" y="19"/>
                </a:cubicBezTo>
                <a:cubicBezTo>
                  <a:pt x="124" y="15"/>
                  <a:pt x="117" y="11"/>
                  <a:pt x="108" y="9"/>
                </a:cubicBezTo>
                <a:cubicBezTo>
                  <a:pt x="111" y="0"/>
                  <a:pt x="111" y="0"/>
                  <a:pt x="111" y="0"/>
                </a:cubicBezTo>
                <a:cubicBezTo>
                  <a:pt x="120" y="3"/>
                  <a:pt x="128" y="6"/>
                  <a:pt x="136" y="11"/>
                </a:cubicBezTo>
                <a:cubicBezTo>
                  <a:pt x="144" y="15"/>
                  <a:pt x="151" y="21"/>
                  <a:pt x="157" y="27"/>
                </a:cubicBezTo>
                <a:cubicBezTo>
                  <a:pt x="163" y="33"/>
                  <a:pt x="169" y="40"/>
                  <a:pt x="173" y="48"/>
                </a:cubicBezTo>
                <a:cubicBezTo>
                  <a:pt x="178" y="56"/>
                  <a:pt x="181" y="64"/>
                  <a:pt x="183" y="72"/>
                </a:cubicBezTo>
                <a:cubicBezTo>
                  <a:pt x="186" y="81"/>
                  <a:pt x="187" y="89"/>
                  <a:pt x="187" y="99"/>
                </a:cubicBezTo>
                <a:cubicBezTo>
                  <a:pt x="187" y="108"/>
                  <a:pt x="186" y="117"/>
                  <a:pt x="183" y="126"/>
                </a:cubicBezTo>
                <a:cubicBezTo>
                  <a:pt x="181" y="136"/>
                  <a:pt x="177" y="146"/>
                  <a:pt x="171" y="154"/>
                </a:cubicBezTo>
                <a:close/>
                <a:moveTo>
                  <a:pt x="91" y="56"/>
                </a:moveTo>
                <a:cubicBezTo>
                  <a:pt x="99" y="27"/>
                  <a:pt x="99" y="27"/>
                  <a:pt x="99" y="27"/>
                </a:cubicBezTo>
                <a:cubicBezTo>
                  <a:pt x="96" y="27"/>
                  <a:pt x="94" y="27"/>
                  <a:pt x="91" y="29"/>
                </a:cubicBezTo>
                <a:cubicBezTo>
                  <a:pt x="89" y="30"/>
                  <a:pt x="86" y="31"/>
                  <a:pt x="83" y="33"/>
                </a:cubicBezTo>
                <a:cubicBezTo>
                  <a:pt x="81" y="35"/>
                  <a:pt x="78" y="38"/>
                  <a:pt x="75" y="40"/>
                </a:cubicBezTo>
                <a:cubicBezTo>
                  <a:pt x="73" y="43"/>
                  <a:pt x="70" y="46"/>
                  <a:pt x="68" y="49"/>
                </a:cubicBezTo>
                <a:lnTo>
                  <a:pt x="91" y="56"/>
                </a:lnTo>
                <a:close/>
                <a:moveTo>
                  <a:pt x="77" y="143"/>
                </a:moveTo>
                <a:cubicBezTo>
                  <a:pt x="70" y="172"/>
                  <a:pt x="70" y="172"/>
                  <a:pt x="70" y="172"/>
                </a:cubicBezTo>
                <a:cubicBezTo>
                  <a:pt x="74" y="172"/>
                  <a:pt x="80" y="169"/>
                  <a:pt x="85" y="165"/>
                </a:cubicBezTo>
                <a:cubicBezTo>
                  <a:pt x="90" y="161"/>
                  <a:pt x="96" y="156"/>
                  <a:pt x="101" y="149"/>
                </a:cubicBezTo>
                <a:lnTo>
                  <a:pt x="77" y="143"/>
                </a:lnTo>
                <a:close/>
                <a:moveTo>
                  <a:pt x="80" y="134"/>
                </a:moveTo>
                <a:cubicBezTo>
                  <a:pt x="106" y="141"/>
                  <a:pt x="106" y="141"/>
                  <a:pt x="106" y="141"/>
                </a:cubicBezTo>
                <a:cubicBezTo>
                  <a:pt x="109" y="137"/>
                  <a:pt x="111" y="132"/>
                  <a:pt x="113" y="128"/>
                </a:cubicBezTo>
                <a:cubicBezTo>
                  <a:pt x="115" y="123"/>
                  <a:pt x="117" y="118"/>
                  <a:pt x="119" y="113"/>
                </a:cubicBezTo>
                <a:cubicBezTo>
                  <a:pt x="87" y="105"/>
                  <a:pt x="87" y="105"/>
                  <a:pt x="87" y="105"/>
                </a:cubicBezTo>
                <a:lnTo>
                  <a:pt x="80" y="134"/>
                </a:lnTo>
                <a:close/>
                <a:moveTo>
                  <a:pt x="90" y="96"/>
                </a:moveTo>
                <a:cubicBezTo>
                  <a:pt x="121" y="104"/>
                  <a:pt x="121" y="104"/>
                  <a:pt x="121" y="104"/>
                </a:cubicBezTo>
                <a:cubicBezTo>
                  <a:pt x="124" y="94"/>
                  <a:pt x="125" y="84"/>
                  <a:pt x="124" y="74"/>
                </a:cubicBezTo>
                <a:cubicBezTo>
                  <a:pt x="98" y="67"/>
                  <a:pt x="98" y="67"/>
                  <a:pt x="98" y="67"/>
                </a:cubicBezTo>
                <a:lnTo>
                  <a:pt x="90" y="96"/>
                </a:lnTo>
                <a:close/>
                <a:moveTo>
                  <a:pt x="111" y="152"/>
                </a:moveTo>
                <a:cubicBezTo>
                  <a:pt x="108" y="157"/>
                  <a:pt x="105" y="161"/>
                  <a:pt x="101" y="164"/>
                </a:cubicBezTo>
                <a:cubicBezTo>
                  <a:pt x="98" y="168"/>
                  <a:pt x="94" y="171"/>
                  <a:pt x="91" y="174"/>
                </a:cubicBezTo>
                <a:cubicBezTo>
                  <a:pt x="98" y="173"/>
                  <a:pt x="105" y="171"/>
                  <a:pt x="112" y="168"/>
                </a:cubicBezTo>
                <a:cubicBezTo>
                  <a:pt x="119" y="166"/>
                  <a:pt x="125" y="162"/>
                  <a:pt x="131" y="157"/>
                </a:cubicBezTo>
                <a:lnTo>
                  <a:pt x="111" y="152"/>
                </a:lnTo>
                <a:close/>
                <a:moveTo>
                  <a:pt x="100" y="58"/>
                </a:moveTo>
                <a:cubicBezTo>
                  <a:pt x="123" y="64"/>
                  <a:pt x="123" y="64"/>
                  <a:pt x="123" y="64"/>
                </a:cubicBezTo>
                <a:cubicBezTo>
                  <a:pt x="123" y="60"/>
                  <a:pt x="122" y="56"/>
                  <a:pt x="121" y="53"/>
                </a:cubicBezTo>
                <a:cubicBezTo>
                  <a:pt x="120" y="49"/>
                  <a:pt x="119" y="46"/>
                  <a:pt x="118" y="42"/>
                </a:cubicBezTo>
                <a:cubicBezTo>
                  <a:pt x="117" y="39"/>
                  <a:pt x="115" y="37"/>
                  <a:pt x="113" y="34"/>
                </a:cubicBezTo>
                <a:cubicBezTo>
                  <a:pt x="112" y="32"/>
                  <a:pt x="110" y="30"/>
                  <a:pt x="108" y="29"/>
                </a:cubicBezTo>
                <a:lnTo>
                  <a:pt x="100" y="58"/>
                </a:lnTo>
                <a:close/>
                <a:moveTo>
                  <a:pt x="128" y="116"/>
                </a:moveTo>
                <a:cubicBezTo>
                  <a:pt x="126" y="121"/>
                  <a:pt x="125" y="126"/>
                  <a:pt x="123" y="131"/>
                </a:cubicBezTo>
                <a:cubicBezTo>
                  <a:pt x="121" y="135"/>
                  <a:pt x="119" y="140"/>
                  <a:pt x="116" y="144"/>
                </a:cubicBezTo>
                <a:cubicBezTo>
                  <a:pt x="139" y="150"/>
                  <a:pt x="139" y="150"/>
                  <a:pt x="139" y="150"/>
                </a:cubicBezTo>
                <a:cubicBezTo>
                  <a:pt x="143" y="146"/>
                  <a:pt x="146" y="142"/>
                  <a:pt x="148" y="137"/>
                </a:cubicBezTo>
                <a:cubicBezTo>
                  <a:pt x="151" y="133"/>
                  <a:pt x="153" y="128"/>
                  <a:pt x="155" y="123"/>
                </a:cubicBezTo>
                <a:lnTo>
                  <a:pt x="128" y="116"/>
                </a:lnTo>
                <a:close/>
                <a:moveTo>
                  <a:pt x="134" y="67"/>
                </a:moveTo>
                <a:cubicBezTo>
                  <a:pt x="154" y="72"/>
                  <a:pt x="154" y="72"/>
                  <a:pt x="154" y="72"/>
                </a:cubicBezTo>
                <a:cubicBezTo>
                  <a:pt x="151" y="65"/>
                  <a:pt x="148" y="59"/>
                  <a:pt x="143" y="53"/>
                </a:cubicBezTo>
                <a:cubicBezTo>
                  <a:pt x="138" y="47"/>
                  <a:pt x="133" y="42"/>
                  <a:pt x="127" y="38"/>
                </a:cubicBezTo>
                <a:cubicBezTo>
                  <a:pt x="131" y="46"/>
                  <a:pt x="133" y="56"/>
                  <a:pt x="134" y="67"/>
                </a:cubicBezTo>
                <a:close/>
                <a:moveTo>
                  <a:pt x="134" y="77"/>
                </a:moveTo>
                <a:cubicBezTo>
                  <a:pt x="134" y="82"/>
                  <a:pt x="134" y="86"/>
                  <a:pt x="133" y="92"/>
                </a:cubicBezTo>
                <a:cubicBezTo>
                  <a:pt x="133" y="97"/>
                  <a:pt x="132" y="102"/>
                  <a:pt x="130" y="107"/>
                </a:cubicBezTo>
                <a:cubicBezTo>
                  <a:pt x="157" y="114"/>
                  <a:pt x="157" y="114"/>
                  <a:pt x="157" y="114"/>
                </a:cubicBezTo>
                <a:cubicBezTo>
                  <a:pt x="158" y="109"/>
                  <a:pt x="159" y="103"/>
                  <a:pt x="159" y="98"/>
                </a:cubicBezTo>
                <a:cubicBezTo>
                  <a:pt x="159" y="93"/>
                  <a:pt x="158" y="88"/>
                  <a:pt x="157" y="83"/>
                </a:cubicBezTo>
                <a:lnTo>
                  <a:pt x="134" y="7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16" name="Freeform 118"/>
          <p:cNvSpPr>
            <a:spLocks noEditPoints="1"/>
          </p:cNvSpPr>
          <p:nvPr/>
        </p:nvSpPr>
        <p:spPr bwMode="auto">
          <a:xfrm>
            <a:off x="2218453" y="4426785"/>
            <a:ext cx="297527" cy="299697"/>
          </a:xfrm>
          <a:custGeom>
            <a:avLst/>
            <a:gdLst>
              <a:gd name="T0" fmla="*/ 52 w 208"/>
              <a:gd name="T1" fmla="*/ 194 h 209"/>
              <a:gd name="T2" fmla="*/ 14 w 208"/>
              <a:gd name="T3" fmla="*/ 157 h 209"/>
              <a:gd name="T4" fmla="*/ 0 w 208"/>
              <a:gd name="T5" fmla="*/ 105 h 209"/>
              <a:gd name="T6" fmla="*/ 14 w 208"/>
              <a:gd name="T7" fmla="*/ 52 h 209"/>
              <a:gd name="T8" fmla="*/ 52 w 208"/>
              <a:gd name="T9" fmla="*/ 15 h 209"/>
              <a:gd name="T10" fmla="*/ 104 w 208"/>
              <a:gd name="T11" fmla="*/ 0 h 209"/>
              <a:gd name="T12" fmla="*/ 157 w 208"/>
              <a:gd name="T13" fmla="*/ 15 h 209"/>
              <a:gd name="T14" fmla="*/ 194 w 208"/>
              <a:gd name="T15" fmla="*/ 52 h 209"/>
              <a:gd name="T16" fmla="*/ 208 w 208"/>
              <a:gd name="T17" fmla="*/ 105 h 209"/>
              <a:gd name="T18" fmla="*/ 194 w 208"/>
              <a:gd name="T19" fmla="*/ 157 h 209"/>
              <a:gd name="T20" fmla="*/ 157 w 208"/>
              <a:gd name="T21" fmla="*/ 194 h 209"/>
              <a:gd name="T22" fmla="*/ 104 w 208"/>
              <a:gd name="T23" fmla="*/ 209 h 209"/>
              <a:gd name="T24" fmla="*/ 47 w 208"/>
              <a:gd name="T25" fmla="*/ 100 h 209"/>
              <a:gd name="T26" fmla="*/ 53 w 208"/>
              <a:gd name="T27" fmla="*/ 59 h 209"/>
              <a:gd name="T28" fmla="*/ 13 w 208"/>
              <a:gd name="T29" fmla="*/ 78 h 209"/>
              <a:gd name="T30" fmla="*/ 47 w 208"/>
              <a:gd name="T31" fmla="*/ 100 h 209"/>
              <a:gd name="T32" fmla="*/ 49 w 208"/>
              <a:gd name="T33" fmla="*/ 130 h 209"/>
              <a:gd name="T34" fmla="*/ 10 w 208"/>
              <a:gd name="T35" fmla="*/ 109 h 209"/>
              <a:gd name="T36" fmla="*/ 21 w 208"/>
              <a:gd name="T37" fmla="*/ 150 h 209"/>
              <a:gd name="T38" fmla="*/ 56 w 208"/>
              <a:gd name="T39" fmla="*/ 50 h 209"/>
              <a:gd name="T40" fmla="*/ 72 w 208"/>
              <a:gd name="T41" fmla="*/ 15 h 209"/>
              <a:gd name="T42" fmla="*/ 27 w 208"/>
              <a:gd name="T43" fmla="*/ 50 h 209"/>
              <a:gd name="T44" fmla="*/ 63 w 208"/>
              <a:gd name="T45" fmla="*/ 177 h 209"/>
              <a:gd name="T46" fmla="*/ 27 w 208"/>
              <a:gd name="T47" fmla="*/ 159 h 209"/>
              <a:gd name="T48" fmla="*/ 72 w 208"/>
              <a:gd name="T49" fmla="*/ 194 h 209"/>
              <a:gd name="T50" fmla="*/ 62 w 208"/>
              <a:gd name="T51" fmla="*/ 59 h 209"/>
              <a:gd name="T52" fmla="*/ 99 w 208"/>
              <a:gd name="T53" fmla="*/ 100 h 209"/>
              <a:gd name="T54" fmla="*/ 62 w 208"/>
              <a:gd name="T55" fmla="*/ 59 h 209"/>
              <a:gd name="T56" fmla="*/ 99 w 208"/>
              <a:gd name="T57" fmla="*/ 150 h 209"/>
              <a:gd name="T58" fmla="*/ 56 w 208"/>
              <a:gd name="T59" fmla="*/ 109 h 209"/>
              <a:gd name="T60" fmla="*/ 93 w 208"/>
              <a:gd name="T61" fmla="*/ 11 h 209"/>
              <a:gd name="T62" fmla="*/ 75 w 208"/>
              <a:gd name="T63" fmla="*/ 30 h 209"/>
              <a:gd name="T64" fmla="*/ 99 w 208"/>
              <a:gd name="T65" fmla="*/ 50 h 209"/>
              <a:gd name="T66" fmla="*/ 93 w 208"/>
              <a:gd name="T67" fmla="*/ 11 h 209"/>
              <a:gd name="T68" fmla="*/ 66 w 208"/>
              <a:gd name="T69" fmla="*/ 159 h 209"/>
              <a:gd name="T70" fmla="*/ 86 w 208"/>
              <a:gd name="T71" fmla="*/ 197 h 209"/>
              <a:gd name="T72" fmla="*/ 99 w 208"/>
              <a:gd name="T73" fmla="*/ 199 h 209"/>
              <a:gd name="T74" fmla="*/ 109 w 208"/>
              <a:gd name="T75" fmla="*/ 50 h 209"/>
              <a:gd name="T76" fmla="*/ 131 w 208"/>
              <a:gd name="T77" fmla="*/ 29 h 209"/>
              <a:gd name="T78" fmla="*/ 109 w 208"/>
              <a:gd name="T79" fmla="*/ 10 h 209"/>
              <a:gd name="T80" fmla="*/ 150 w 208"/>
              <a:gd name="T81" fmla="*/ 100 h 209"/>
              <a:gd name="T82" fmla="*/ 109 w 208"/>
              <a:gd name="T83" fmla="*/ 59 h 209"/>
              <a:gd name="T84" fmla="*/ 150 w 208"/>
              <a:gd name="T85" fmla="*/ 100 h 209"/>
              <a:gd name="T86" fmla="*/ 109 w 208"/>
              <a:gd name="T87" fmla="*/ 150 h 209"/>
              <a:gd name="T88" fmla="*/ 150 w 208"/>
              <a:gd name="T89" fmla="*/ 109 h 209"/>
              <a:gd name="T90" fmla="*/ 131 w 208"/>
              <a:gd name="T91" fmla="*/ 180 h 209"/>
              <a:gd name="T92" fmla="*/ 109 w 208"/>
              <a:gd name="T93" fmla="*/ 159 h 209"/>
              <a:gd name="T94" fmla="*/ 119 w 208"/>
              <a:gd name="T95" fmla="*/ 198 h 209"/>
              <a:gd name="T96" fmla="*/ 143 w 208"/>
              <a:gd name="T97" fmla="*/ 31 h 209"/>
              <a:gd name="T98" fmla="*/ 181 w 208"/>
              <a:gd name="T99" fmla="*/ 50 h 209"/>
              <a:gd name="T100" fmla="*/ 133 w 208"/>
              <a:gd name="T101" fmla="*/ 14 h 209"/>
              <a:gd name="T102" fmla="*/ 150 w 208"/>
              <a:gd name="T103" fmla="*/ 159 h 209"/>
              <a:gd name="T104" fmla="*/ 160 w 208"/>
              <a:gd name="T105" fmla="*/ 181 h 209"/>
              <a:gd name="T106" fmla="*/ 150 w 208"/>
              <a:gd name="T107" fmla="*/ 159 h 209"/>
              <a:gd name="T108" fmla="*/ 159 w 208"/>
              <a:gd name="T109" fmla="*/ 100 h 209"/>
              <a:gd name="T110" fmla="*/ 195 w 208"/>
              <a:gd name="T111" fmla="*/ 78 h 209"/>
              <a:gd name="T112" fmla="*/ 153 w 208"/>
              <a:gd name="T113" fmla="*/ 59 h 209"/>
              <a:gd name="T114" fmla="*/ 153 w 208"/>
              <a:gd name="T115" fmla="*/ 150 h 209"/>
              <a:gd name="T116" fmla="*/ 195 w 208"/>
              <a:gd name="T117" fmla="*/ 131 h 209"/>
              <a:gd name="T118" fmla="*/ 159 w 208"/>
              <a:gd name="T119" fmla="*/ 109 h 2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208" h="209">
                <a:moveTo>
                  <a:pt x="76" y="205"/>
                </a:moveTo>
                <a:cubicBezTo>
                  <a:pt x="68" y="202"/>
                  <a:pt x="59" y="199"/>
                  <a:pt x="52" y="194"/>
                </a:cubicBezTo>
                <a:cubicBezTo>
                  <a:pt x="44" y="190"/>
                  <a:pt x="37" y="184"/>
                  <a:pt x="30" y="178"/>
                </a:cubicBezTo>
                <a:cubicBezTo>
                  <a:pt x="24" y="172"/>
                  <a:pt x="19" y="165"/>
                  <a:pt x="14" y="157"/>
                </a:cubicBezTo>
                <a:cubicBezTo>
                  <a:pt x="10" y="149"/>
                  <a:pt x="6" y="141"/>
                  <a:pt x="4" y="132"/>
                </a:cubicBezTo>
                <a:cubicBezTo>
                  <a:pt x="1" y="123"/>
                  <a:pt x="0" y="114"/>
                  <a:pt x="0" y="105"/>
                </a:cubicBezTo>
                <a:cubicBezTo>
                  <a:pt x="0" y="95"/>
                  <a:pt x="1" y="86"/>
                  <a:pt x="4" y="77"/>
                </a:cubicBezTo>
                <a:cubicBezTo>
                  <a:pt x="6" y="68"/>
                  <a:pt x="10" y="60"/>
                  <a:pt x="14" y="52"/>
                </a:cubicBezTo>
                <a:cubicBezTo>
                  <a:pt x="19" y="44"/>
                  <a:pt x="24" y="37"/>
                  <a:pt x="30" y="31"/>
                </a:cubicBezTo>
                <a:cubicBezTo>
                  <a:pt x="37" y="25"/>
                  <a:pt x="44" y="19"/>
                  <a:pt x="52" y="15"/>
                </a:cubicBezTo>
                <a:cubicBezTo>
                  <a:pt x="59" y="10"/>
                  <a:pt x="68" y="7"/>
                  <a:pt x="76" y="4"/>
                </a:cubicBezTo>
                <a:cubicBezTo>
                  <a:pt x="85" y="2"/>
                  <a:pt x="94" y="0"/>
                  <a:pt x="104" y="0"/>
                </a:cubicBezTo>
                <a:cubicBezTo>
                  <a:pt x="114" y="0"/>
                  <a:pt x="123" y="2"/>
                  <a:pt x="132" y="4"/>
                </a:cubicBezTo>
                <a:cubicBezTo>
                  <a:pt x="141" y="7"/>
                  <a:pt x="149" y="10"/>
                  <a:pt x="157" y="15"/>
                </a:cubicBezTo>
                <a:cubicBezTo>
                  <a:pt x="164" y="19"/>
                  <a:pt x="171" y="25"/>
                  <a:pt x="178" y="31"/>
                </a:cubicBezTo>
                <a:cubicBezTo>
                  <a:pt x="184" y="37"/>
                  <a:pt x="189" y="44"/>
                  <a:pt x="194" y="52"/>
                </a:cubicBezTo>
                <a:cubicBezTo>
                  <a:pt x="198" y="60"/>
                  <a:pt x="202" y="68"/>
                  <a:pt x="204" y="77"/>
                </a:cubicBezTo>
                <a:cubicBezTo>
                  <a:pt x="207" y="86"/>
                  <a:pt x="208" y="95"/>
                  <a:pt x="208" y="105"/>
                </a:cubicBezTo>
                <a:cubicBezTo>
                  <a:pt x="208" y="114"/>
                  <a:pt x="207" y="123"/>
                  <a:pt x="204" y="132"/>
                </a:cubicBezTo>
                <a:cubicBezTo>
                  <a:pt x="202" y="141"/>
                  <a:pt x="198" y="149"/>
                  <a:pt x="194" y="157"/>
                </a:cubicBezTo>
                <a:cubicBezTo>
                  <a:pt x="189" y="165"/>
                  <a:pt x="184" y="172"/>
                  <a:pt x="178" y="178"/>
                </a:cubicBezTo>
                <a:cubicBezTo>
                  <a:pt x="171" y="184"/>
                  <a:pt x="164" y="190"/>
                  <a:pt x="157" y="194"/>
                </a:cubicBezTo>
                <a:cubicBezTo>
                  <a:pt x="149" y="199"/>
                  <a:pt x="141" y="202"/>
                  <a:pt x="132" y="205"/>
                </a:cubicBezTo>
                <a:cubicBezTo>
                  <a:pt x="123" y="207"/>
                  <a:pt x="114" y="209"/>
                  <a:pt x="104" y="209"/>
                </a:cubicBezTo>
                <a:cubicBezTo>
                  <a:pt x="94" y="209"/>
                  <a:pt x="85" y="207"/>
                  <a:pt x="76" y="205"/>
                </a:cubicBezTo>
                <a:close/>
                <a:moveTo>
                  <a:pt x="47" y="100"/>
                </a:moveTo>
                <a:cubicBezTo>
                  <a:pt x="47" y="93"/>
                  <a:pt x="48" y="86"/>
                  <a:pt x="49" y="79"/>
                </a:cubicBezTo>
                <a:cubicBezTo>
                  <a:pt x="50" y="72"/>
                  <a:pt x="51" y="65"/>
                  <a:pt x="53" y="59"/>
                </a:cubicBezTo>
                <a:cubicBezTo>
                  <a:pt x="21" y="59"/>
                  <a:pt x="21" y="59"/>
                  <a:pt x="21" y="59"/>
                </a:cubicBezTo>
                <a:cubicBezTo>
                  <a:pt x="18" y="65"/>
                  <a:pt x="15" y="71"/>
                  <a:pt x="13" y="78"/>
                </a:cubicBezTo>
                <a:cubicBezTo>
                  <a:pt x="11" y="85"/>
                  <a:pt x="10" y="92"/>
                  <a:pt x="10" y="100"/>
                </a:cubicBezTo>
                <a:lnTo>
                  <a:pt x="47" y="100"/>
                </a:lnTo>
                <a:close/>
                <a:moveTo>
                  <a:pt x="53" y="150"/>
                </a:moveTo>
                <a:cubicBezTo>
                  <a:pt x="51" y="144"/>
                  <a:pt x="50" y="137"/>
                  <a:pt x="49" y="130"/>
                </a:cubicBezTo>
                <a:cubicBezTo>
                  <a:pt x="48" y="123"/>
                  <a:pt x="47" y="116"/>
                  <a:pt x="47" y="109"/>
                </a:cubicBezTo>
                <a:cubicBezTo>
                  <a:pt x="10" y="109"/>
                  <a:pt x="10" y="109"/>
                  <a:pt x="10" y="109"/>
                </a:cubicBezTo>
                <a:cubicBezTo>
                  <a:pt x="10" y="117"/>
                  <a:pt x="11" y="124"/>
                  <a:pt x="13" y="131"/>
                </a:cubicBezTo>
                <a:cubicBezTo>
                  <a:pt x="15" y="138"/>
                  <a:pt x="18" y="144"/>
                  <a:pt x="21" y="150"/>
                </a:cubicBezTo>
                <a:lnTo>
                  <a:pt x="53" y="150"/>
                </a:lnTo>
                <a:close/>
                <a:moveTo>
                  <a:pt x="56" y="50"/>
                </a:moveTo>
                <a:cubicBezTo>
                  <a:pt x="58" y="43"/>
                  <a:pt x="60" y="38"/>
                  <a:pt x="63" y="32"/>
                </a:cubicBezTo>
                <a:cubicBezTo>
                  <a:pt x="66" y="26"/>
                  <a:pt x="69" y="21"/>
                  <a:pt x="72" y="15"/>
                </a:cubicBezTo>
                <a:cubicBezTo>
                  <a:pt x="63" y="19"/>
                  <a:pt x="55" y="23"/>
                  <a:pt x="47" y="29"/>
                </a:cubicBezTo>
                <a:cubicBezTo>
                  <a:pt x="39" y="35"/>
                  <a:pt x="33" y="42"/>
                  <a:pt x="27" y="50"/>
                </a:cubicBezTo>
                <a:lnTo>
                  <a:pt x="56" y="50"/>
                </a:lnTo>
                <a:close/>
                <a:moveTo>
                  <a:pt x="63" y="177"/>
                </a:moveTo>
                <a:cubicBezTo>
                  <a:pt x="60" y="171"/>
                  <a:pt x="58" y="165"/>
                  <a:pt x="56" y="159"/>
                </a:cubicBezTo>
                <a:cubicBezTo>
                  <a:pt x="27" y="159"/>
                  <a:pt x="27" y="159"/>
                  <a:pt x="27" y="159"/>
                </a:cubicBezTo>
                <a:cubicBezTo>
                  <a:pt x="33" y="167"/>
                  <a:pt x="39" y="174"/>
                  <a:pt x="47" y="180"/>
                </a:cubicBezTo>
                <a:cubicBezTo>
                  <a:pt x="55" y="186"/>
                  <a:pt x="63" y="190"/>
                  <a:pt x="72" y="194"/>
                </a:cubicBezTo>
                <a:cubicBezTo>
                  <a:pt x="69" y="188"/>
                  <a:pt x="66" y="183"/>
                  <a:pt x="63" y="177"/>
                </a:cubicBezTo>
                <a:close/>
                <a:moveTo>
                  <a:pt x="62" y="59"/>
                </a:moveTo>
                <a:cubicBezTo>
                  <a:pt x="59" y="72"/>
                  <a:pt x="57" y="86"/>
                  <a:pt x="56" y="100"/>
                </a:cubicBezTo>
                <a:cubicBezTo>
                  <a:pt x="99" y="100"/>
                  <a:pt x="99" y="100"/>
                  <a:pt x="99" y="100"/>
                </a:cubicBezTo>
                <a:cubicBezTo>
                  <a:pt x="99" y="59"/>
                  <a:pt x="99" y="59"/>
                  <a:pt x="99" y="59"/>
                </a:cubicBezTo>
                <a:lnTo>
                  <a:pt x="62" y="59"/>
                </a:lnTo>
                <a:close/>
                <a:moveTo>
                  <a:pt x="62" y="150"/>
                </a:moveTo>
                <a:cubicBezTo>
                  <a:pt x="99" y="150"/>
                  <a:pt x="99" y="150"/>
                  <a:pt x="99" y="150"/>
                </a:cubicBezTo>
                <a:cubicBezTo>
                  <a:pt x="99" y="109"/>
                  <a:pt x="99" y="109"/>
                  <a:pt x="99" y="109"/>
                </a:cubicBezTo>
                <a:cubicBezTo>
                  <a:pt x="56" y="109"/>
                  <a:pt x="56" y="109"/>
                  <a:pt x="56" y="109"/>
                </a:cubicBezTo>
                <a:cubicBezTo>
                  <a:pt x="57" y="123"/>
                  <a:pt x="59" y="137"/>
                  <a:pt x="62" y="150"/>
                </a:cubicBezTo>
                <a:close/>
                <a:moveTo>
                  <a:pt x="93" y="11"/>
                </a:moveTo>
                <a:cubicBezTo>
                  <a:pt x="91" y="11"/>
                  <a:pt x="89" y="11"/>
                  <a:pt x="86" y="12"/>
                </a:cubicBezTo>
                <a:cubicBezTo>
                  <a:pt x="82" y="17"/>
                  <a:pt x="78" y="23"/>
                  <a:pt x="75" y="30"/>
                </a:cubicBezTo>
                <a:cubicBezTo>
                  <a:pt x="71" y="36"/>
                  <a:pt x="68" y="43"/>
                  <a:pt x="66" y="50"/>
                </a:cubicBezTo>
                <a:cubicBezTo>
                  <a:pt x="99" y="50"/>
                  <a:pt x="99" y="50"/>
                  <a:pt x="99" y="50"/>
                </a:cubicBezTo>
                <a:cubicBezTo>
                  <a:pt x="99" y="10"/>
                  <a:pt x="99" y="10"/>
                  <a:pt x="99" y="10"/>
                </a:cubicBezTo>
                <a:cubicBezTo>
                  <a:pt x="97" y="10"/>
                  <a:pt x="95" y="10"/>
                  <a:pt x="93" y="11"/>
                </a:cubicBezTo>
                <a:close/>
                <a:moveTo>
                  <a:pt x="99" y="159"/>
                </a:moveTo>
                <a:cubicBezTo>
                  <a:pt x="66" y="159"/>
                  <a:pt x="66" y="159"/>
                  <a:pt x="66" y="159"/>
                </a:cubicBezTo>
                <a:cubicBezTo>
                  <a:pt x="68" y="166"/>
                  <a:pt x="71" y="173"/>
                  <a:pt x="75" y="179"/>
                </a:cubicBezTo>
                <a:cubicBezTo>
                  <a:pt x="78" y="186"/>
                  <a:pt x="82" y="192"/>
                  <a:pt x="86" y="197"/>
                </a:cubicBezTo>
                <a:cubicBezTo>
                  <a:pt x="89" y="198"/>
                  <a:pt x="91" y="198"/>
                  <a:pt x="93" y="198"/>
                </a:cubicBezTo>
                <a:cubicBezTo>
                  <a:pt x="95" y="199"/>
                  <a:pt x="97" y="199"/>
                  <a:pt x="99" y="199"/>
                </a:cubicBezTo>
                <a:lnTo>
                  <a:pt x="99" y="159"/>
                </a:lnTo>
                <a:close/>
                <a:moveTo>
                  <a:pt x="109" y="50"/>
                </a:moveTo>
                <a:cubicBezTo>
                  <a:pt x="140" y="50"/>
                  <a:pt x="140" y="50"/>
                  <a:pt x="140" y="50"/>
                </a:cubicBezTo>
                <a:cubicBezTo>
                  <a:pt x="138" y="42"/>
                  <a:pt x="135" y="36"/>
                  <a:pt x="131" y="29"/>
                </a:cubicBezTo>
                <a:cubicBezTo>
                  <a:pt x="127" y="23"/>
                  <a:pt x="123" y="17"/>
                  <a:pt x="119" y="11"/>
                </a:cubicBezTo>
                <a:cubicBezTo>
                  <a:pt x="116" y="11"/>
                  <a:pt x="112" y="10"/>
                  <a:pt x="109" y="10"/>
                </a:cubicBezTo>
                <a:lnTo>
                  <a:pt x="109" y="50"/>
                </a:lnTo>
                <a:close/>
                <a:moveTo>
                  <a:pt x="150" y="100"/>
                </a:moveTo>
                <a:cubicBezTo>
                  <a:pt x="149" y="86"/>
                  <a:pt x="147" y="72"/>
                  <a:pt x="143" y="59"/>
                </a:cubicBezTo>
                <a:cubicBezTo>
                  <a:pt x="109" y="59"/>
                  <a:pt x="109" y="59"/>
                  <a:pt x="109" y="59"/>
                </a:cubicBezTo>
                <a:cubicBezTo>
                  <a:pt x="109" y="100"/>
                  <a:pt x="109" y="100"/>
                  <a:pt x="109" y="100"/>
                </a:cubicBezTo>
                <a:lnTo>
                  <a:pt x="150" y="100"/>
                </a:lnTo>
                <a:close/>
                <a:moveTo>
                  <a:pt x="109" y="109"/>
                </a:moveTo>
                <a:cubicBezTo>
                  <a:pt x="109" y="150"/>
                  <a:pt x="109" y="150"/>
                  <a:pt x="109" y="150"/>
                </a:cubicBezTo>
                <a:cubicBezTo>
                  <a:pt x="143" y="150"/>
                  <a:pt x="143" y="150"/>
                  <a:pt x="143" y="150"/>
                </a:cubicBezTo>
                <a:cubicBezTo>
                  <a:pt x="147" y="137"/>
                  <a:pt x="149" y="123"/>
                  <a:pt x="150" y="109"/>
                </a:cubicBezTo>
                <a:lnTo>
                  <a:pt x="109" y="109"/>
                </a:lnTo>
                <a:close/>
                <a:moveTo>
                  <a:pt x="131" y="180"/>
                </a:moveTo>
                <a:cubicBezTo>
                  <a:pt x="135" y="173"/>
                  <a:pt x="138" y="167"/>
                  <a:pt x="140" y="159"/>
                </a:cubicBezTo>
                <a:cubicBezTo>
                  <a:pt x="109" y="159"/>
                  <a:pt x="109" y="159"/>
                  <a:pt x="109" y="159"/>
                </a:cubicBezTo>
                <a:cubicBezTo>
                  <a:pt x="109" y="199"/>
                  <a:pt x="109" y="199"/>
                  <a:pt x="109" y="199"/>
                </a:cubicBezTo>
                <a:cubicBezTo>
                  <a:pt x="112" y="199"/>
                  <a:pt x="116" y="198"/>
                  <a:pt x="119" y="198"/>
                </a:cubicBezTo>
                <a:cubicBezTo>
                  <a:pt x="123" y="192"/>
                  <a:pt x="128" y="186"/>
                  <a:pt x="131" y="180"/>
                </a:cubicBezTo>
                <a:close/>
                <a:moveTo>
                  <a:pt x="143" y="31"/>
                </a:moveTo>
                <a:cubicBezTo>
                  <a:pt x="145" y="37"/>
                  <a:pt x="148" y="43"/>
                  <a:pt x="150" y="50"/>
                </a:cubicBezTo>
                <a:cubicBezTo>
                  <a:pt x="181" y="50"/>
                  <a:pt x="181" y="50"/>
                  <a:pt x="181" y="50"/>
                </a:cubicBezTo>
                <a:cubicBezTo>
                  <a:pt x="175" y="41"/>
                  <a:pt x="168" y="34"/>
                  <a:pt x="160" y="28"/>
                </a:cubicBezTo>
                <a:cubicBezTo>
                  <a:pt x="152" y="22"/>
                  <a:pt x="143" y="18"/>
                  <a:pt x="133" y="14"/>
                </a:cubicBezTo>
                <a:cubicBezTo>
                  <a:pt x="136" y="20"/>
                  <a:pt x="140" y="25"/>
                  <a:pt x="143" y="31"/>
                </a:cubicBezTo>
                <a:close/>
                <a:moveTo>
                  <a:pt x="150" y="159"/>
                </a:moveTo>
                <a:cubicBezTo>
                  <a:pt x="146" y="172"/>
                  <a:pt x="140" y="184"/>
                  <a:pt x="133" y="195"/>
                </a:cubicBezTo>
                <a:cubicBezTo>
                  <a:pt x="143" y="191"/>
                  <a:pt x="152" y="187"/>
                  <a:pt x="160" y="181"/>
                </a:cubicBezTo>
                <a:cubicBezTo>
                  <a:pt x="168" y="175"/>
                  <a:pt x="175" y="168"/>
                  <a:pt x="181" y="159"/>
                </a:cubicBezTo>
                <a:lnTo>
                  <a:pt x="150" y="159"/>
                </a:lnTo>
                <a:close/>
                <a:moveTo>
                  <a:pt x="153" y="59"/>
                </a:moveTo>
                <a:cubicBezTo>
                  <a:pt x="157" y="72"/>
                  <a:pt x="159" y="86"/>
                  <a:pt x="159" y="100"/>
                </a:cubicBezTo>
                <a:cubicBezTo>
                  <a:pt x="198" y="100"/>
                  <a:pt x="198" y="100"/>
                  <a:pt x="198" y="100"/>
                </a:cubicBezTo>
                <a:cubicBezTo>
                  <a:pt x="198" y="92"/>
                  <a:pt x="197" y="85"/>
                  <a:pt x="195" y="78"/>
                </a:cubicBezTo>
                <a:cubicBezTo>
                  <a:pt x="193" y="71"/>
                  <a:pt x="190" y="65"/>
                  <a:pt x="187" y="59"/>
                </a:cubicBezTo>
                <a:lnTo>
                  <a:pt x="153" y="59"/>
                </a:lnTo>
                <a:close/>
                <a:moveTo>
                  <a:pt x="159" y="109"/>
                </a:moveTo>
                <a:cubicBezTo>
                  <a:pt x="159" y="123"/>
                  <a:pt x="157" y="137"/>
                  <a:pt x="153" y="150"/>
                </a:cubicBezTo>
                <a:cubicBezTo>
                  <a:pt x="187" y="150"/>
                  <a:pt x="187" y="150"/>
                  <a:pt x="187" y="150"/>
                </a:cubicBezTo>
                <a:cubicBezTo>
                  <a:pt x="190" y="144"/>
                  <a:pt x="193" y="138"/>
                  <a:pt x="195" y="131"/>
                </a:cubicBezTo>
                <a:cubicBezTo>
                  <a:pt x="197" y="124"/>
                  <a:pt x="198" y="117"/>
                  <a:pt x="198" y="109"/>
                </a:cubicBezTo>
                <a:lnTo>
                  <a:pt x="159" y="10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17" name="Freeform 119"/>
          <p:cNvSpPr>
            <a:spLocks/>
          </p:cNvSpPr>
          <p:nvPr/>
        </p:nvSpPr>
        <p:spPr bwMode="auto">
          <a:xfrm>
            <a:off x="2806989" y="4450674"/>
            <a:ext cx="297527" cy="269293"/>
          </a:xfrm>
          <a:custGeom>
            <a:avLst/>
            <a:gdLst>
              <a:gd name="T0" fmla="*/ 31 w 208"/>
              <a:gd name="T1" fmla="*/ 62 h 187"/>
              <a:gd name="T2" fmla="*/ 45 w 208"/>
              <a:gd name="T3" fmla="*/ 66 h 187"/>
              <a:gd name="T4" fmla="*/ 56 w 208"/>
              <a:gd name="T5" fmla="*/ 75 h 187"/>
              <a:gd name="T6" fmla="*/ 146 w 208"/>
              <a:gd name="T7" fmla="*/ 36 h 187"/>
              <a:gd name="T8" fmla="*/ 145 w 208"/>
              <a:gd name="T9" fmla="*/ 34 h 187"/>
              <a:gd name="T10" fmla="*/ 145 w 208"/>
              <a:gd name="T11" fmla="*/ 31 h 187"/>
              <a:gd name="T12" fmla="*/ 155 w 208"/>
              <a:gd name="T13" fmla="*/ 9 h 187"/>
              <a:gd name="T14" fmla="*/ 177 w 208"/>
              <a:gd name="T15" fmla="*/ 0 h 187"/>
              <a:gd name="T16" fmla="*/ 199 w 208"/>
              <a:gd name="T17" fmla="*/ 9 h 187"/>
              <a:gd name="T18" fmla="*/ 208 w 208"/>
              <a:gd name="T19" fmla="*/ 31 h 187"/>
              <a:gd name="T20" fmla="*/ 199 w 208"/>
              <a:gd name="T21" fmla="*/ 53 h 187"/>
              <a:gd name="T22" fmla="*/ 177 w 208"/>
              <a:gd name="T23" fmla="*/ 62 h 187"/>
              <a:gd name="T24" fmla="*/ 163 w 208"/>
              <a:gd name="T25" fmla="*/ 59 h 187"/>
              <a:gd name="T26" fmla="*/ 152 w 208"/>
              <a:gd name="T27" fmla="*/ 50 h 187"/>
              <a:gd name="T28" fmla="*/ 62 w 208"/>
              <a:gd name="T29" fmla="*/ 89 h 187"/>
              <a:gd name="T30" fmla="*/ 62 w 208"/>
              <a:gd name="T31" fmla="*/ 91 h 187"/>
              <a:gd name="T32" fmla="*/ 62 w 208"/>
              <a:gd name="T33" fmla="*/ 93 h 187"/>
              <a:gd name="T34" fmla="*/ 62 w 208"/>
              <a:gd name="T35" fmla="*/ 96 h 187"/>
              <a:gd name="T36" fmla="*/ 62 w 208"/>
              <a:gd name="T37" fmla="*/ 98 h 187"/>
              <a:gd name="T38" fmla="*/ 152 w 208"/>
              <a:gd name="T39" fmla="*/ 137 h 187"/>
              <a:gd name="T40" fmla="*/ 163 w 208"/>
              <a:gd name="T41" fmla="*/ 128 h 187"/>
              <a:gd name="T42" fmla="*/ 177 w 208"/>
              <a:gd name="T43" fmla="*/ 125 h 187"/>
              <a:gd name="T44" fmla="*/ 199 w 208"/>
              <a:gd name="T45" fmla="*/ 134 h 187"/>
              <a:gd name="T46" fmla="*/ 208 w 208"/>
              <a:gd name="T47" fmla="*/ 156 h 187"/>
              <a:gd name="T48" fmla="*/ 199 w 208"/>
              <a:gd name="T49" fmla="*/ 178 h 187"/>
              <a:gd name="T50" fmla="*/ 177 w 208"/>
              <a:gd name="T51" fmla="*/ 187 h 187"/>
              <a:gd name="T52" fmla="*/ 155 w 208"/>
              <a:gd name="T53" fmla="*/ 178 h 187"/>
              <a:gd name="T54" fmla="*/ 145 w 208"/>
              <a:gd name="T55" fmla="*/ 156 h 187"/>
              <a:gd name="T56" fmla="*/ 145 w 208"/>
              <a:gd name="T57" fmla="*/ 153 h 187"/>
              <a:gd name="T58" fmla="*/ 146 w 208"/>
              <a:gd name="T59" fmla="*/ 151 h 187"/>
              <a:gd name="T60" fmla="*/ 56 w 208"/>
              <a:gd name="T61" fmla="*/ 113 h 187"/>
              <a:gd name="T62" fmla="*/ 45 w 208"/>
              <a:gd name="T63" fmla="*/ 121 h 187"/>
              <a:gd name="T64" fmla="*/ 31 w 208"/>
              <a:gd name="T65" fmla="*/ 125 h 187"/>
              <a:gd name="T66" fmla="*/ 9 w 208"/>
              <a:gd name="T67" fmla="*/ 116 h 187"/>
              <a:gd name="T68" fmla="*/ 0 w 208"/>
              <a:gd name="T69" fmla="*/ 93 h 187"/>
              <a:gd name="T70" fmla="*/ 9 w 208"/>
              <a:gd name="T71" fmla="*/ 71 h 187"/>
              <a:gd name="T72" fmla="*/ 31 w 208"/>
              <a:gd name="T73" fmla="*/ 62 h 1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208" h="187">
                <a:moveTo>
                  <a:pt x="31" y="62"/>
                </a:moveTo>
                <a:cubicBezTo>
                  <a:pt x="36" y="62"/>
                  <a:pt x="41" y="63"/>
                  <a:pt x="45" y="66"/>
                </a:cubicBezTo>
                <a:cubicBezTo>
                  <a:pt x="49" y="68"/>
                  <a:pt x="53" y="71"/>
                  <a:pt x="56" y="75"/>
                </a:cubicBezTo>
                <a:cubicBezTo>
                  <a:pt x="146" y="36"/>
                  <a:pt x="146" y="36"/>
                  <a:pt x="146" y="36"/>
                </a:cubicBezTo>
                <a:cubicBezTo>
                  <a:pt x="146" y="36"/>
                  <a:pt x="146" y="35"/>
                  <a:pt x="145" y="34"/>
                </a:cubicBezTo>
                <a:cubicBezTo>
                  <a:pt x="145" y="33"/>
                  <a:pt x="145" y="32"/>
                  <a:pt x="145" y="31"/>
                </a:cubicBezTo>
                <a:cubicBezTo>
                  <a:pt x="145" y="22"/>
                  <a:pt x="148" y="15"/>
                  <a:pt x="155" y="9"/>
                </a:cubicBezTo>
                <a:cubicBezTo>
                  <a:pt x="161" y="3"/>
                  <a:pt x="168" y="0"/>
                  <a:pt x="177" y="0"/>
                </a:cubicBezTo>
                <a:cubicBezTo>
                  <a:pt x="185" y="0"/>
                  <a:pt x="193" y="3"/>
                  <a:pt x="199" y="9"/>
                </a:cubicBezTo>
                <a:cubicBezTo>
                  <a:pt x="205" y="15"/>
                  <a:pt x="208" y="22"/>
                  <a:pt x="208" y="31"/>
                </a:cubicBezTo>
                <a:cubicBezTo>
                  <a:pt x="208" y="40"/>
                  <a:pt x="205" y="47"/>
                  <a:pt x="199" y="53"/>
                </a:cubicBezTo>
                <a:cubicBezTo>
                  <a:pt x="193" y="59"/>
                  <a:pt x="185" y="62"/>
                  <a:pt x="177" y="62"/>
                </a:cubicBezTo>
                <a:cubicBezTo>
                  <a:pt x="172" y="62"/>
                  <a:pt x="167" y="61"/>
                  <a:pt x="163" y="59"/>
                </a:cubicBezTo>
                <a:cubicBezTo>
                  <a:pt x="158" y="57"/>
                  <a:pt x="155" y="54"/>
                  <a:pt x="152" y="50"/>
                </a:cubicBezTo>
                <a:cubicBezTo>
                  <a:pt x="62" y="89"/>
                  <a:pt x="62" y="89"/>
                  <a:pt x="62" y="89"/>
                </a:cubicBezTo>
                <a:cubicBezTo>
                  <a:pt x="62" y="89"/>
                  <a:pt x="62" y="90"/>
                  <a:pt x="62" y="91"/>
                </a:cubicBezTo>
                <a:cubicBezTo>
                  <a:pt x="62" y="92"/>
                  <a:pt x="62" y="92"/>
                  <a:pt x="62" y="93"/>
                </a:cubicBezTo>
                <a:cubicBezTo>
                  <a:pt x="62" y="95"/>
                  <a:pt x="62" y="96"/>
                  <a:pt x="62" y="96"/>
                </a:cubicBezTo>
                <a:cubicBezTo>
                  <a:pt x="62" y="97"/>
                  <a:pt x="62" y="98"/>
                  <a:pt x="62" y="98"/>
                </a:cubicBezTo>
                <a:cubicBezTo>
                  <a:pt x="152" y="137"/>
                  <a:pt x="152" y="137"/>
                  <a:pt x="152" y="137"/>
                </a:cubicBezTo>
                <a:cubicBezTo>
                  <a:pt x="155" y="133"/>
                  <a:pt x="158" y="130"/>
                  <a:pt x="163" y="128"/>
                </a:cubicBezTo>
                <a:cubicBezTo>
                  <a:pt x="167" y="126"/>
                  <a:pt x="172" y="125"/>
                  <a:pt x="177" y="125"/>
                </a:cubicBezTo>
                <a:cubicBezTo>
                  <a:pt x="185" y="125"/>
                  <a:pt x="193" y="128"/>
                  <a:pt x="199" y="134"/>
                </a:cubicBezTo>
                <a:cubicBezTo>
                  <a:pt x="205" y="140"/>
                  <a:pt x="208" y="147"/>
                  <a:pt x="208" y="156"/>
                </a:cubicBezTo>
                <a:cubicBezTo>
                  <a:pt x="208" y="165"/>
                  <a:pt x="205" y="172"/>
                  <a:pt x="199" y="178"/>
                </a:cubicBezTo>
                <a:cubicBezTo>
                  <a:pt x="193" y="184"/>
                  <a:pt x="185" y="187"/>
                  <a:pt x="177" y="187"/>
                </a:cubicBezTo>
                <a:cubicBezTo>
                  <a:pt x="168" y="187"/>
                  <a:pt x="161" y="184"/>
                  <a:pt x="155" y="178"/>
                </a:cubicBezTo>
                <a:cubicBezTo>
                  <a:pt x="148" y="172"/>
                  <a:pt x="145" y="165"/>
                  <a:pt x="145" y="156"/>
                </a:cubicBezTo>
                <a:cubicBezTo>
                  <a:pt x="145" y="155"/>
                  <a:pt x="145" y="154"/>
                  <a:pt x="145" y="153"/>
                </a:cubicBezTo>
                <a:cubicBezTo>
                  <a:pt x="146" y="152"/>
                  <a:pt x="146" y="152"/>
                  <a:pt x="146" y="151"/>
                </a:cubicBezTo>
                <a:cubicBezTo>
                  <a:pt x="56" y="113"/>
                  <a:pt x="56" y="113"/>
                  <a:pt x="56" y="113"/>
                </a:cubicBezTo>
                <a:cubicBezTo>
                  <a:pt x="53" y="116"/>
                  <a:pt x="49" y="119"/>
                  <a:pt x="45" y="121"/>
                </a:cubicBezTo>
                <a:cubicBezTo>
                  <a:pt x="40" y="124"/>
                  <a:pt x="36" y="125"/>
                  <a:pt x="31" y="125"/>
                </a:cubicBezTo>
                <a:cubicBezTo>
                  <a:pt x="22" y="125"/>
                  <a:pt x="15" y="122"/>
                  <a:pt x="9" y="116"/>
                </a:cubicBezTo>
                <a:cubicBezTo>
                  <a:pt x="3" y="109"/>
                  <a:pt x="0" y="102"/>
                  <a:pt x="0" y="93"/>
                </a:cubicBezTo>
                <a:cubicBezTo>
                  <a:pt x="0" y="85"/>
                  <a:pt x="3" y="78"/>
                  <a:pt x="9" y="71"/>
                </a:cubicBezTo>
                <a:cubicBezTo>
                  <a:pt x="15" y="65"/>
                  <a:pt x="22" y="62"/>
                  <a:pt x="31" y="6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18" name="Freeform 120"/>
          <p:cNvSpPr>
            <a:spLocks noEditPoints="1"/>
          </p:cNvSpPr>
          <p:nvPr/>
        </p:nvSpPr>
        <p:spPr bwMode="auto">
          <a:xfrm>
            <a:off x="3223958" y="4420270"/>
            <a:ext cx="330101" cy="330101"/>
          </a:xfrm>
          <a:custGeom>
            <a:avLst/>
            <a:gdLst>
              <a:gd name="T0" fmla="*/ 10 w 229"/>
              <a:gd name="T1" fmla="*/ 220 h 229"/>
              <a:gd name="T2" fmla="*/ 0 w 229"/>
              <a:gd name="T3" fmla="*/ 198 h 229"/>
              <a:gd name="T4" fmla="*/ 10 w 229"/>
              <a:gd name="T5" fmla="*/ 176 h 229"/>
              <a:gd name="T6" fmla="*/ 32 w 229"/>
              <a:gd name="T7" fmla="*/ 166 h 229"/>
              <a:gd name="T8" fmla="*/ 54 w 229"/>
              <a:gd name="T9" fmla="*/ 176 h 229"/>
              <a:gd name="T10" fmla="*/ 63 w 229"/>
              <a:gd name="T11" fmla="*/ 198 h 229"/>
              <a:gd name="T12" fmla="*/ 54 w 229"/>
              <a:gd name="T13" fmla="*/ 220 h 229"/>
              <a:gd name="T14" fmla="*/ 32 w 229"/>
              <a:gd name="T15" fmla="*/ 229 h 229"/>
              <a:gd name="T16" fmla="*/ 10 w 229"/>
              <a:gd name="T17" fmla="*/ 220 h 229"/>
              <a:gd name="T18" fmla="*/ 21 w 229"/>
              <a:gd name="T19" fmla="*/ 0 h 229"/>
              <a:gd name="T20" fmla="*/ 63 w 229"/>
              <a:gd name="T21" fmla="*/ 4 h 229"/>
              <a:gd name="T22" fmla="*/ 102 w 229"/>
              <a:gd name="T23" fmla="*/ 17 h 229"/>
              <a:gd name="T24" fmla="*/ 137 w 229"/>
              <a:gd name="T25" fmla="*/ 36 h 229"/>
              <a:gd name="T26" fmla="*/ 168 w 229"/>
              <a:gd name="T27" fmla="*/ 61 h 229"/>
              <a:gd name="T28" fmla="*/ 194 w 229"/>
              <a:gd name="T29" fmla="*/ 92 h 229"/>
              <a:gd name="T30" fmla="*/ 213 w 229"/>
              <a:gd name="T31" fmla="*/ 127 h 229"/>
              <a:gd name="T32" fmla="*/ 225 w 229"/>
              <a:gd name="T33" fmla="*/ 166 h 229"/>
              <a:gd name="T34" fmla="*/ 229 w 229"/>
              <a:gd name="T35" fmla="*/ 208 h 229"/>
              <a:gd name="T36" fmla="*/ 188 w 229"/>
              <a:gd name="T37" fmla="*/ 208 h 229"/>
              <a:gd name="T38" fmla="*/ 182 w 229"/>
              <a:gd name="T39" fmla="*/ 164 h 229"/>
              <a:gd name="T40" fmla="*/ 165 w 229"/>
              <a:gd name="T41" fmla="*/ 124 h 229"/>
              <a:gd name="T42" fmla="*/ 139 w 229"/>
              <a:gd name="T43" fmla="*/ 90 h 229"/>
              <a:gd name="T44" fmla="*/ 105 w 229"/>
              <a:gd name="T45" fmla="*/ 64 h 229"/>
              <a:gd name="T46" fmla="*/ 65 w 229"/>
              <a:gd name="T47" fmla="*/ 48 h 229"/>
              <a:gd name="T48" fmla="*/ 21 w 229"/>
              <a:gd name="T49" fmla="*/ 42 h 229"/>
              <a:gd name="T50" fmla="*/ 21 w 229"/>
              <a:gd name="T51" fmla="*/ 0 h 229"/>
              <a:gd name="T52" fmla="*/ 21 w 229"/>
              <a:gd name="T53" fmla="*/ 83 h 229"/>
              <a:gd name="T54" fmla="*/ 70 w 229"/>
              <a:gd name="T55" fmla="*/ 93 h 229"/>
              <a:gd name="T56" fmla="*/ 109 w 229"/>
              <a:gd name="T57" fmla="*/ 120 h 229"/>
              <a:gd name="T58" fmla="*/ 136 w 229"/>
              <a:gd name="T59" fmla="*/ 160 h 229"/>
              <a:gd name="T60" fmla="*/ 146 w 229"/>
              <a:gd name="T61" fmla="*/ 208 h 229"/>
              <a:gd name="T62" fmla="*/ 104 w 229"/>
              <a:gd name="T63" fmla="*/ 208 h 229"/>
              <a:gd name="T64" fmla="*/ 98 w 229"/>
              <a:gd name="T65" fmla="*/ 176 h 229"/>
              <a:gd name="T66" fmla="*/ 80 w 229"/>
              <a:gd name="T67" fmla="*/ 149 h 229"/>
              <a:gd name="T68" fmla="*/ 53 w 229"/>
              <a:gd name="T69" fmla="*/ 132 h 229"/>
              <a:gd name="T70" fmla="*/ 21 w 229"/>
              <a:gd name="T71" fmla="*/ 125 h 229"/>
              <a:gd name="T72" fmla="*/ 21 w 229"/>
              <a:gd name="T73" fmla="*/ 83 h 2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229" h="229">
                <a:moveTo>
                  <a:pt x="10" y="220"/>
                </a:moveTo>
                <a:cubicBezTo>
                  <a:pt x="3" y="214"/>
                  <a:pt x="0" y="206"/>
                  <a:pt x="0" y="198"/>
                </a:cubicBezTo>
                <a:cubicBezTo>
                  <a:pt x="0" y="189"/>
                  <a:pt x="3" y="182"/>
                  <a:pt x="10" y="176"/>
                </a:cubicBezTo>
                <a:cubicBezTo>
                  <a:pt x="16" y="169"/>
                  <a:pt x="23" y="166"/>
                  <a:pt x="32" y="166"/>
                </a:cubicBezTo>
                <a:cubicBezTo>
                  <a:pt x="40" y="166"/>
                  <a:pt x="48" y="169"/>
                  <a:pt x="54" y="176"/>
                </a:cubicBezTo>
                <a:cubicBezTo>
                  <a:pt x="60" y="182"/>
                  <a:pt x="63" y="189"/>
                  <a:pt x="63" y="198"/>
                </a:cubicBezTo>
                <a:cubicBezTo>
                  <a:pt x="63" y="206"/>
                  <a:pt x="60" y="214"/>
                  <a:pt x="54" y="220"/>
                </a:cubicBezTo>
                <a:cubicBezTo>
                  <a:pt x="48" y="226"/>
                  <a:pt x="40" y="229"/>
                  <a:pt x="32" y="229"/>
                </a:cubicBezTo>
                <a:cubicBezTo>
                  <a:pt x="23" y="229"/>
                  <a:pt x="16" y="226"/>
                  <a:pt x="10" y="220"/>
                </a:cubicBezTo>
                <a:close/>
                <a:moveTo>
                  <a:pt x="21" y="0"/>
                </a:moveTo>
                <a:cubicBezTo>
                  <a:pt x="35" y="0"/>
                  <a:pt x="49" y="2"/>
                  <a:pt x="63" y="4"/>
                </a:cubicBezTo>
                <a:cubicBezTo>
                  <a:pt x="77" y="7"/>
                  <a:pt x="90" y="11"/>
                  <a:pt x="102" y="17"/>
                </a:cubicBezTo>
                <a:cubicBezTo>
                  <a:pt x="114" y="22"/>
                  <a:pt x="126" y="28"/>
                  <a:pt x="137" y="36"/>
                </a:cubicBezTo>
                <a:cubicBezTo>
                  <a:pt x="149" y="43"/>
                  <a:pt x="159" y="52"/>
                  <a:pt x="168" y="61"/>
                </a:cubicBezTo>
                <a:cubicBezTo>
                  <a:pt x="177" y="70"/>
                  <a:pt x="186" y="81"/>
                  <a:pt x="194" y="92"/>
                </a:cubicBezTo>
                <a:cubicBezTo>
                  <a:pt x="201" y="103"/>
                  <a:pt x="208" y="115"/>
                  <a:pt x="213" y="127"/>
                </a:cubicBezTo>
                <a:cubicBezTo>
                  <a:pt x="218" y="140"/>
                  <a:pt x="222" y="153"/>
                  <a:pt x="225" y="166"/>
                </a:cubicBezTo>
                <a:cubicBezTo>
                  <a:pt x="228" y="180"/>
                  <a:pt x="229" y="194"/>
                  <a:pt x="229" y="208"/>
                </a:cubicBezTo>
                <a:cubicBezTo>
                  <a:pt x="188" y="208"/>
                  <a:pt x="188" y="208"/>
                  <a:pt x="188" y="208"/>
                </a:cubicBezTo>
                <a:cubicBezTo>
                  <a:pt x="188" y="193"/>
                  <a:pt x="186" y="178"/>
                  <a:pt x="182" y="164"/>
                </a:cubicBezTo>
                <a:cubicBezTo>
                  <a:pt x="178" y="149"/>
                  <a:pt x="172" y="136"/>
                  <a:pt x="165" y="124"/>
                </a:cubicBezTo>
                <a:cubicBezTo>
                  <a:pt x="158" y="112"/>
                  <a:pt x="149" y="101"/>
                  <a:pt x="139" y="90"/>
                </a:cubicBezTo>
                <a:cubicBezTo>
                  <a:pt x="128" y="80"/>
                  <a:pt x="117" y="71"/>
                  <a:pt x="105" y="64"/>
                </a:cubicBezTo>
                <a:cubicBezTo>
                  <a:pt x="93" y="57"/>
                  <a:pt x="80" y="52"/>
                  <a:pt x="65" y="48"/>
                </a:cubicBezTo>
                <a:cubicBezTo>
                  <a:pt x="51" y="44"/>
                  <a:pt x="36" y="42"/>
                  <a:pt x="21" y="42"/>
                </a:cubicBezTo>
                <a:lnTo>
                  <a:pt x="21" y="0"/>
                </a:lnTo>
                <a:close/>
                <a:moveTo>
                  <a:pt x="21" y="83"/>
                </a:moveTo>
                <a:cubicBezTo>
                  <a:pt x="38" y="83"/>
                  <a:pt x="54" y="87"/>
                  <a:pt x="70" y="93"/>
                </a:cubicBezTo>
                <a:cubicBezTo>
                  <a:pt x="85" y="100"/>
                  <a:pt x="98" y="109"/>
                  <a:pt x="109" y="120"/>
                </a:cubicBezTo>
                <a:cubicBezTo>
                  <a:pt x="121" y="131"/>
                  <a:pt x="129" y="144"/>
                  <a:pt x="136" y="160"/>
                </a:cubicBezTo>
                <a:cubicBezTo>
                  <a:pt x="143" y="175"/>
                  <a:pt x="146" y="191"/>
                  <a:pt x="146" y="208"/>
                </a:cubicBezTo>
                <a:cubicBezTo>
                  <a:pt x="104" y="208"/>
                  <a:pt x="104" y="208"/>
                  <a:pt x="104" y="208"/>
                </a:cubicBezTo>
                <a:cubicBezTo>
                  <a:pt x="104" y="197"/>
                  <a:pt x="102" y="186"/>
                  <a:pt x="98" y="176"/>
                </a:cubicBezTo>
                <a:cubicBezTo>
                  <a:pt x="93" y="165"/>
                  <a:pt x="87" y="157"/>
                  <a:pt x="80" y="149"/>
                </a:cubicBezTo>
                <a:cubicBezTo>
                  <a:pt x="73" y="142"/>
                  <a:pt x="64" y="136"/>
                  <a:pt x="53" y="132"/>
                </a:cubicBezTo>
                <a:cubicBezTo>
                  <a:pt x="43" y="127"/>
                  <a:pt x="32" y="125"/>
                  <a:pt x="21" y="125"/>
                </a:cubicBezTo>
                <a:lnTo>
                  <a:pt x="21" y="8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19" name="Freeform 121"/>
          <p:cNvSpPr>
            <a:spLocks noEditPoints="1"/>
          </p:cNvSpPr>
          <p:nvPr/>
        </p:nvSpPr>
        <p:spPr bwMode="auto">
          <a:xfrm>
            <a:off x="3675675" y="4407239"/>
            <a:ext cx="297527" cy="343132"/>
          </a:xfrm>
          <a:custGeom>
            <a:avLst/>
            <a:gdLst>
              <a:gd name="T0" fmla="*/ 5 w 208"/>
              <a:gd name="T1" fmla="*/ 71 h 239"/>
              <a:gd name="T2" fmla="*/ 36 w 208"/>
              <a:gd name="T3" fmla="*/ 25 h 239"/>
              <a:gd name="T4" fmla="*/ 79 w 208"/>
              <a:gd name="T5" fmla="*/ 3 h 239"/>
              <a:gd name="T6" fmla="*/ 137 w 208"/>
              <a:gd name="T7" fmla="*/ 5 h 239"/>
              <a:gd name="T8" fmla="*/ 183 w 208"/>
              <a:gd name="T9" fmla="*/ 36 h 239"/>
              <a:gd name="T10" fmla="*/ 205 w 208"/>
              <a:gd name="T11" fmla="*/ 79 h 239"/>
              <a:gd name="T12" fmla="*/ 204 w 208"/>
              <a:gd name="T13" fmla="*/ 133 h 239"/>
              <a:gd name="T14" fmla="*/ 149 w 208"/>
              <a:gd name="T15" fmla="*/ 197 h 239"/>
              <a:gd name="T16" fmla="*/ 151 w 208"/>
              <a:gd name="T17" fmla="*/ 172 h 239"/>
              <a:gd name="T18" fmla="*/ 187 w 208"/>
              <a:gd name="T19" fmla="*/ 104 h 239"/>
              <a:gd name="T20" fmla="*/ 163 w 208"/>
              <a:gd name="T21" fmla="*/ 45 h 239"/>
              <a:gd name="T22" fmla="*/ 104 w 208"/>
              <a:gd name="T23" fmla="*/ 20 h 239"/>
              <a:gd name="T24" fmla="*/ 45 w 208"/>
              <a:gd name="T25" fmla="*/ 45 h 239"/>
              <a:gd name="T26" fmla="*/ 21 w 208"/>
              <a:gd name="T27" fmla="*/ 104 h 239"/>
              <a:gd name="T28" fmla="*/ 57 w 208"/>
              <a:gd name="T29" fmla="*/ 172 h 239"/>
              <a:gd name="T30" fmla="*/ 58 w 208"/>
              <a:gd name="T31" fmla="*/ 197 h 239"/>
              <a:gd name="T32" fmla="*/ 0 w 208"/>
              <a:gd name="T33" fmla="*/ 104 h 239"/>
              <a:gd name="T34" fmla="*/ 60 w 208"/>
              <a:gd name="T35" fmla="*/ 60 h 239"/>
              <a:gd name="T36" fmla="*/ 148 w 208"/>
              <a:gd name="T37" fmla="*/ 60 h 239"/>
              <a:gd name="T38" fmla="*/ 161 w 208"/>
              <a:gd name="T39" fmla="*/ 128 h 239"/>
              <a:gd name="T40" fmla="*/ 137 w 208"/>
              <a:gd name="T41" fmla="*/ 129 h 239"/>
              <a:gd name="T42" fmla="*/ 133 w 208"/>
              <a:gd name="T43" fmla="*/ 74 h 239"/>
              <a:gd name="T44" fmla="*/ 74 w 208"/>
              <a:gd name="T45" fmla="*/ 74 h 239"/>
              <a:gd name="T46" fmla="*/ 71 w 208"/>
              <a:gd name="T47" fmla="*/ 129 h 239"/>
              <a:gd name="T48" fmla="*/ 46 w 208"/>
              <a:gd name="T49" fmla="*/ 128 h 239"/>
              <a:gd name="T50" fmla="*/ 75 w 208"/>
              <a:gd name="T51" fmla="*/ 163 h 239"/>
              <a:gd name="T52" fmla="*/ 83 w 208"/>
              <a:gd name="T53" fmla="*/ 143 h 239"/>
              <a:gd name="T54" fmla="*/ 124 w 208"/>
              <a:gd name="T55" fmla="*/ 143 h 239"/>
              <a:gd name="T56" fmla="*/ 132 w 208"/>
              <a:gd name="T57" fmla="*/ 163 h 239"/>
              <a:gd name="T58" fmla="*/ 83 w 208"/>
              <a:gd name="T59" fmla="*/ 239 h 239"/>
              <a:gd name="T60" fmla="*/ 89 w 208"/>
              <a:gd name="T61" fmla="*/ 119 h 239"/>
              <a:gd name="T62" fmla="*/ 89 w 208"/>
              <a:gd name="T63" fmla="*/ 89 h 239"/>
              <a:gd name="T64" fmla="*/ 118 w 208"/>
              <a:gd name="T65" fmla="*/ 89 h 239"/>
              <a:gd name="T66" fmla="*/ 118 w 208"/>
              <a:gd name="T67" fmla="*/ 119 h 239"/>
              <a:gd name="T68" fmla="*/ 89 w 208"/>
              <a:gd name="T69" fmla="*/ 119 h 2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208" h="239">
                <a:moveTo>
                  <a:pt x="0" y="104"/>
                </a:moveTo>
                <a:cubicBezTo>
                  <a:pt x="0" y="92"/>
                  <a:pt x="1" y="81"/>
                  <a:pt x="5" y="71"/>
                </a:cubicBezTo>
                <a:cubicBezTo>
                  <a:pt x="8" y="60"/>
                  <a:pt x="13" y="51"/>
                  <a:pt x="20" y="42"/>
                </a:cubicBezTo>
                <a:cubicBezTo>
                  <a:pt x="24" y="36"/>
                  <a:pt x="30" y="30"/>
                  <a:pt x="36" y="25"/>
                </a:cubicBezTo>
                <a:cubicBezTo>
                  <a:pt x="42" y="20"/>
                  <a:pt x="49" y="15"/>
                  <a:pt x="56" y="11"/>
                </a:cubicBezTo>
                <a:cubicBezTo>
                  <a:pt x="63" y="8"/>
                  <a:pt x="71" y="5"/>
                  <a:pt x="79" y="3"/>
                </a:cubicBezTo>
                <a:cubicBezTo>
                  <a:pt x="87" y="1"/>
                  <a:pt x="95" y="0"/>
                  <a:pt x="104" y="0"/>
                </a:cubicBezTo>
                <a:cubicBezTo>
                  <a:pt x="115" y="0"/>
                  <a:pt x="126" y="2"/>
                  <a:pt x="137" y="5"/>
                </a:cubicBezTo>
                <a:cubicBezTo>
                  <a:pt x="147" y="9"/>
                  <a:pt x="157" y="13"/>
                  <a:pt x="165" y="20"/>
                </a:cubicBezTo>
                <a:cubicBezTo>
                  <a:pt x="172" y="24"/>
                  <a:pt x="177" y="30"/>
                  <a:pt x="183" y="36"/>
                </a:cubicBezTo>
                <a:cubicBezTo>
                  <a:pt x="188" y="42"/>
                  <a:pt x="192" y="49"/>
                  <a:pt x="196" y="56"/>
                </a:cubicBezTo>
                <a:cubicBezTo>
                  <a:pt x="200" y="63"/>
                  <a:pt x="203" y="71"/>
                  <a:pt x="205" y="79"/>
                </a:cubicBezTo>
                <a:cubicBezTo>
                  <a:pt x="207" y="87"/>
                  <a:pt x="208" y="95"/>
                  <a:pt x="208" y="104"/>
                </a:cubicBezTo>
                <a:cubicBezTo>
                  <a:pt x="208" y="114"/>
                  <a:pt x="206" y="124"/>
                  <a:pt x="204" y="133"/>
                </a:cubicBezTo>
                <a:cubicBezTo>
                  <a:pt x="201" y="142"/>
                  <a:pt x="197" y="151"/>
                  <a:pt x="192" y="159"/>
                </a:cubicBezTo>
                <a:cubicBezTo>
                  <a:pt x="181" y="176"/>
                  <a:pt x="166" y="189"/>
                  <a:pt x="149" y="197"/>
                </a:cubicBezTo>
                <a:cubicBezTo>
                  <a:pt x="151" y="173"/>
                  <a:pt x="151" y="173"/>
                  <a:pt x="151" y="173"/>
                </a:cubicBezTo>
                <a:cubicBezTo>
                  <a:pt x="151" y="172"/>
                  <a:pt x="151" y="172"/>
                  <a:pt x="151" y="172"/>
                </a:cubicBezTo>
                <a:cubicBezTo>
                  <a:pt x="162" y="165"/>
                  <a:pt x="171" y="155"/>
                  <a:pt x="177" y="143"/>
                </a:cubicBezTo>
                <a:cubicBezTo>
                  <a:pt x="184" y="131"/>
                  <a:pt x="187" y="118"/>
                  <a:pt x="187" y="104"/>
                </a:cubicBezTo>
                <a:cubicBezTo>
                  <a:pt x="187" y="92"/>
                  <a:pt x="185" y="82"/>
                  <a:pt x="180" y="71"/>
                </a:cubicBezTo>
                <a:cubicBezTo>
                  <a:pt x="176" y="61"/>
                  <a:pt x="170" y="52"/>
                  <a:pt x="163" y="45"/>
                </a:cubicBezTo>
                <a:cubicBezTo>
                  <a:pt x="155" y="38"/>
                  <a:pt x="146" y="32"/>
                  <a:pt x="136" y="27"/>
                </a:cubicBezTo>
                <a:cubicBezTo>
                  <a:pt x="126" y="23"/>
                  <a:pt x="115" y="20"/>
                  <a:pt x="104" y="20"/>
                </a:cubicBezTo>
                <a:cubicBezTo>
                  <a:pt x="92" y="20"/>
                  <a:pt x="82" y="23"/>
                  <a:pt x="71" y="27"/>
                </a:cubicBezTo>
                <a:cubicBezTo>
                  <a:pt x="61" y="31"/>
                  <a:pt x="52" y="37"/>
                  <a:pt x="45" y="45"/>
                </a:cubicBezTo>
                <a:cubicBezTo>
                  <a:pt x="37" y="52"/>
                  <a:pt x="32" y="61"/>
                  <a:pt x="27" y="71"/>
                </a:cubicBezTo>
                <a:cubicBezTo>
                  <a:pt x="23" y="82"/>
                  <a:pt x="21" y="92"/>
                  <a:pt x="21" y="104"/>
                </a:cubicBezTo>
                <a:cubicBezTo>
                  <a:pt x="21" y="118"/>
                  <a:pt x="24" y="131"/>
                  <a:pt x="30" y="143"/>
                </a:cubicBezTo>
                <a:cubicBezTo>
                  <a:pt x="37" y="155"/>
                  <a:pt x="45" y="164"/>
                  <a:pt x="57" y="172"/>
                </a:cubicBezTo>
                <a:cubicBezTo>
                  <a:pt x="57" y="173"/>
                  <a:pt x="57" y="173"/>
                  <a:pt x="57" y="173"/>
                </a:cubicBezTo>
                <a:cubicBezTo>
                  <a:pt x="58" y="197"/>
                  <a:pt x="58" y="197"/>
                  <a:pt x="58" y="197"/>
                </a:cubicBezTo>
                <a:cubicBezTo>
                  <a:pt x="41" y="189"/>
                  <a:pt x="27" y="176"/>
                  <a:pt x="16" y="159"/>
                </a:cubicBezTo>
                <a:cubicBezTo>
                  <a:pt x="5" y="143"/>
                  <a:pt x="0" y="124"/>
                  <a:pt x="0" y="104"/>
                </a:cubicBezTo>
                <a:close/>
                <a:moveTo>
                  <a:pt x="41" y="104"/>
                </a:moveTo>
                <a:cubicBezTo>
                  <a:pt x="41" y="87"/>
                  <a:pt x="47" y="72"/>
                  <a:pt x="60" y="60"/>
                </a:cubicBezTo>
                <a:cubicBezTo>
                  <a:pt x="72" y="47"/>
                  <a:pt x="86" y="41"/>
                  <a:pt x="104" y="41"/>
                </a:cubicBezTo>
                <a:cubicBezTo>
                  <a:pt x="121" y="41"/>
                  <a:pt x="136" y="47"/>
                  <a:pt x="148" y="60"/>
                </a:cubicBezTo>
                <a:cubicBezTo>
                  <a:pt x="160" y="72"/>
                  <a:pt x="166" y="87"/>
                  <a:pt x="166" y="104"/>
                </a:cubicBezTo>
                <a:cubicBezTo>
                  <a:pt x="166" y="112"/>
                  <a:pt x="164" y="120"/>
                  <a:pt x="161" y="128"/>
                </a:cubicBezTo>
                <a:cubicBezTo>
                  <a:pt x="158" y="136"/>
                  <a:pt x="153" y="142"/>
                  <a:pt x="148" y="148"/>
                </a:cubicBezTo>
                <a:cubicBezTo>
                  <a:pt x="145" y="141"/>
                  <a:pt x="141" y="135"/>
                  <a:pt x="137" y="129"/>
                </a:cubicBezTo>
                <a:cubicBezTo>
                  <a:pt x="142" y="122"/>
                  <a:pt x="145" y="113"/>
                  <a:pt x="145" y="104"/>
                </a:cubicBezTo>
                <a:cubicBezTo>
                  <a:pt x="145" y="92"/>
                  <a:pt x="141" y="83"/>
                  <a:pt x="133" y="74"/>
                </a:cubicBezTo>
                <a:cubicBezTo>
                  <a:pt x="125" y="66"/>
                  <a:pt x="115" y="62"/>
                  <a:pt x="104" y="62"/>
                </a:cubicBezTo>
                <a:cubicBezTo>
                  <a:pt x="92" y="62"/>
                  <a:pt x="82" y="66"/>
                  <a:pt x="74" y="74"/>
                </a:cubicBezTo>
                <a:cubicBezTo>
                  <a:pt x="66" y="83"/>
                  <a:pt x="62" y="92"/>
                  <a:pt x="62" y="104"/>
                </a:cubicBezTo>
                <a:cubicBezTo>
                  <a:pt x="62" y="113"/>
                  <a:pt x="65" y="122"/>
                  <a:pt x="71" y="129"/>
                </a:cubicBezTo>
                <a:cubicBezTo>
                  <a:pt x="66" y="135"/>
                  <a:pt x="62" y="141"/>
                  <a:pt x="60" y="148"/>
                </a:cubicBezTo>
                <a:cubicBezTo>
                  <a:pt x="54" y="142"/>
                  <a:pt x="49" y="136"/>
                  <a:pt x="46" y="128"/>
                </a:cubicBezTo>
                <a:cubicBezTo>
                  <a:pt x="43" y="120"/>
                  <a:pt x="41" y="112"/>
                  <a:pt x="41" y="104"/>
                </a:cubicBezTo>
                <a:close/>
                <a:moveTo>
                  <a:pt x="75" y="163"/>
                </a:moveTo>
                <a:cubicBezTo>
                  <a:pt x="75" y="161"/>
                  <a:pt x="75" y="161"/>
                  <a:pt x="75" y="161"/>
                </a:cubicBezTo>
                <a:cubicBezTo>
                  <a:pt x="75" y="154"/>
                  <a:pt x="78" y="148"/>
                  <a:pt x="83" y="143"/>
                </a:cubicBezTo>
                <a:cubicBezTo>
                  <a:pt x="89" y="138"/>
                  <a:pt x="96" y="135"/>
                  <a:pt x="104" y="135"/>
                </a:cubicBezTo>
                <a:cubicBezTo>
                  <a:pt x="112" y="135"/>
                  <a:pt x="118" y="138"/>
                  <a:pt x="124" y="143"/>
                </a:cubicBezTo>
                <a:cubicBezTo>
                  <a:pt x="129" y="148"/>
                  <a:pt x="132" y="154"/>
                  <a:pt x="132" y="161"/>
                </a:cubicBezTo>
                <a:cubicBezTo>
                  <a:pt x="132" y="163"/>
                  <a:pt x="132" y="163"/>
                  <a:pt x="132" y="163"/>
                </a:cubicBezTo>
                <a:cubicBezTo>
                  <a:pt x="124" y="239"/>
                  <a:pt x="124" y="239"/>
                  <a:pt x="124" y="239"/>
                </a:cubicBezTo>
                <a:cubicBezTo>
                  <a:pt x="83" y="239"/>
                  <a:pt x="83" y="239"/>
                  <a:pt x="83" y="239"/>
                </a:cubicBezTo>
                <a:lnTo>
                  <a:pt x="75" y="163"/>
                </a:lnTo>
                <a:close/>
                <a:moveTo>
                  <a:pt x="89" y="119"/>
                </a:moveTo>
                <a:cubicBezTo>
                  <a:pt x="85" y="114"/>
                  <a:pt x="83" y="110"/>
                  <a:pt x="83" y="104"/>
                </a:cubicBezTo>
                <a:cubicBezTo>
                  <a:pt x="83" y="98"/>
                  <a:pt x="85" y="93"/>
                  <a:pt x="89" y="89"/>
                </a:cubicBezTo>
                <a:cubicBezTo>
                  <a:pt x="93" y="85"/>
                  <a:pt x="98" y="83"/>
                  <a:pt x="104" y="83"/>
                </a:cubicBezTo>
                <a:cubicBezTo>
                  <a:pt x="109" y="83"/>
                  <a:pt x="114" y="85"/>
                  <a:pt x="118" y="89"/>
                </a:cubicBezTo>
                <a:cubicBezTo>
                  <a:pt x="122" y="93"/>
                  <a:pt x="124" y="98"/>
                  <a:pt x="124" y="104"/>
                </a:cubicBezTo>
                <a:cubicBezTo>
                  <a:pt x="124" y="110"/>
                  <a:pt x="122" y="114"/>
                  <a:pt x="118" y="119"/>
                </a:cubicBezTo>
                <a:cubicBezTo>
                  <a:pt x="114" y="123"/>
                  <a:pt x="109" y="124"/>
                  <a:pt x="104" y="124"/>
                </a:cubicBezTo>
                <a:cubicBezTo>
                  <a:pt x="98" y="124"/>
                  <a:pt x="93" y="123"/>
                  <a:pt x="89" y="11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20" name="Freeform 122"/>
          <p:cNvSpPr>
            <a:spLocks/>
          </p:cNvSpPr>
          <p:nvPr/>
        </p:nvSpPr>
        <p:spPr bwMode="auto">
          <a:xfrm>
            <a:off x="4081786" y="4441987"/>
            <a:ext cx="353991" cy="293183"/>
          </a:xfrm>
          <a:custGeom>
            <a:avLst/>
            <a:gdLst>
              <a:gd name="T0" fmla="*/ 0 w 248"/>
              <a:gd name="T1" fmla="*/ 181 h 205"/>
              <a:gd name="T2" fmla="*/ 73 w 248"/>
              <a:gd name="T3" fmla="*/ 159 h 205"/>
              <a:gd name="T4" fmla="*/ 43 w 248"/>
              <a:gd name="T5" fmla="*/ 148 h 205"/>
              <a:gd name="T6" fmla="*/ 28 w 248"/>
              <a:gd name="T7" fmla="*/ 122 h 205"/>
              <a:gd name="T8" fmla="*/ 41 w 248"/>
              <a:gd name="T9" fmla="*/ 124 h 205"/>
              <a:gd name="T10" fmla="*/ 49 w 248"/>
              <a:gd name="T11" fmla="*/ 123 h 205"/>
              <a:gd name="T12" fmla="*/ 21 w 248"/>
              <a:gd name="T13" fmla="*/ 108 h 205"/>
              <a:gd name="T14" fmla="*/ 10 w 248"/>
              <a:gd name="T15" fmla="*/ 80 h 205"/>
              <a:gd name="T16" fmla="*/ 10 w 248"/>
              <a:gd name="T17" fmla="*/ 76 h 205"/>
              <a:gd name="T18" fmla="*/ 11 w 248"/>
              <a:gd name="T19" fmla="*/ 71 h 205"/>
              <a:gd name="T20" fmla="*/ 15 w 248"/>
              <a:gd name="T21" fmla="*/ 73 h 205"/>
              <a:gd name="T22" fmla="*/ 20 w 248"/>
              <a:gd name="T23" fmla="*/ 75 h 205"/>
              <a:gd name="T24" fmla="*/ 25 w 248"/>
              <a:gd name="T25" fmla="*/ 77 h 205"/>
              <a:gd name="T26" fmla="*/ 30 w 248"/>
              <a:gd name="T27" fmla="*/ 78 h 205"/>
              <a:gd name="T28" fmla="*/ 10 w 248"/>
              <a:gd name="T29" fmla="*/ 39 h 205"/>
              <a:gd name="T30" fmla="*/ 10 w 248"/>
              <a:gd name="T31" fmla="*/ 38 h 205"/>
              <a:gd name="T32" fmla="*/ 11 w 248"/>
              <a:gd name="T33" fmla="*/ 22 h 205"/>
              <a:gd name="T34" fmla="*/ 16 w 248"/>
              <a:gd name="T35" fmla="*/ 10 h 205"/>
              <a:gd name="T36" fmla="*/ 67 w 248"/>
              <a:gd name="T37" fmla="*/ 51 h 205"/>
              <a:gd name="T38" fmla="*/ 71 w 248"/>
              <a:gd name="T39" fmla="*/ 53 h 205"/>
              <a:gd name="T40" fmla="*/ 75 w 248"/>
              <a:gd name="T41" fmla="*/ 54 h 205"/>
              <a:gd name="T42" fmla="*/ 81 w 248"/>
              <a:gd name="T43" fmla="*/ 56 h 205"/>
              <a:gd name="T44" fmla="*/ 88 w 248"/>
              <a:gd name="T45" fmla="*/ 58 h 205"/>
              <a:gd name="T46" fmla="*/ 90 w 248"/>
              <a:gd name="T47" fmla="*/ 59 h 205"/>
              <a:gd name="T48" fmla="*/ 91 w 248"/>
              <a:gd name="T49" fmla="*/ 59 h 205"/>
              <a:gd name="T50" fmla="*/ 91 w 248"/>
              <a:gd name="T51" fmla="*/ 59 h 205"/>
              <a:gd name="T52" fmla="*/ 99 w 248"/>
              <a:gd name="T53" fmla="*/ 60 h 205"/>
              <a:gd name="T54" fmla="*/ 103 w 248"/>
              <a:gd name="T55" fmla="*/ 61 h 205"/>
              <a:gd name="T56" fmla="*/ 109 w 248"/>
              <a:gd name="T57" fmla="*/ 62 h 205"/>
              <a:gd name="T58" fmla="*/ 116 w 248"/>
              <a:gd name="T59" fmla="*/ 64 h 205"/>
              <a:gd name="T60" fmla="*/ 120 w 248"/>
              <a:gd name="T61" fmla="*/ 64 h 205"/>
              <a:gd name="T62" fmla="*/ 122 w 248"/>
              <a:gd name="T63" fmla="*/ 64 h 205"/>
              <a:gd name="T64" fmla="*/ 121 w 248"/>
              <a:gd name="T65" fmla="*/ 54 h 205"/>
              <a:gd name="T66" fmla="*/ 127 w 248"/>
              <a:gd name="T67" fmla="*/ 27 h 205"/>
              <a:gd name="T68" fmla="*/ 145 w 248"/>
              <a:gd name="T69" fmla="*/ 8 h 205"/>
              <a:gd name="T70" fmla="*/ 171 w 248"/>
              <a:gd name="T71" fmla="*/ 0 h 205"/>
              <a:gd name="T72" fmla="*/ 207 w 248"/>
              <a:gd name="T73" fmla="*/ 16 h 205"/>
              <a:gd name="T74" fmla="*/ 242 w 248"/>
              <a:gd name="T75" fmla="*/ 2 h 205"/>
              <a:gd name="T76" fmla="*/ 220 w 248"/>
              <a:gd name="T77" fmla="*/ 33 h 205"/>
              <a:gd name="T78" fmla="*/ 234 w 248"/>
              <a:gd name="T79" fmla="*/ 30 h 205"/>
              <a:gd name="T80" fmla="*/ 248 w 248"/>
              <a:gd name="T81" fmla="*/ 25 h 205"/>
              <a:gd name="T82" fmla="*/ 238 w 248"/>
              <a:gd name="T83" fmla="*/ 39 h 205"/>
              <a:gd name="T84" fmla="*/ 223 w 248"/>
              <a:gd name="T85" fmla="*/ 51 h 205"/>
              <a:gd name="T86" fmla="*/ 223 w 248"/>
              <a:gd name="T87" fmla="*/ 54 h 205"/>
              <a:gd name="T88" fmla="*/ 223 w 248"/>
              <a:gd name="T89" fmla="*/ 56 h 205"/>
              <a:gd name="T90" fmla="*/ 223 w 248"/>
              <a:gd name="T91" fmla="*/ 59 h 205"/>
              <a:gd name="T92" fmla="*/ 223 w 248"/>
              <a:gd name="T93" fmla="*/ 59 h 205"/>
              <a:gd name="T94" fmla="*/ 220 w 248"/>
              <a:gd name="T95" fmla="*/ 88 h 205"/>
              <a:gd name="T96" fmla="*/ 211 w 248"/>
              <a:gd name="T97" fmla="*/ 116 h 205"/>
              <a:gd name="T98" fmla="*/ 198 w 248"/>
              <a:gd name="T99" fmla="*/ 140 h 205"/>
              <a:gd name="T100" fmla="*/ 180 w 248"/>
              <a:gd name="T101" fmla="*/ 162 h 205"/>
              <a:gd name="T102" fmla="*/ 159 w 248"/>
              <a:gd name="T103" fmla="*/ 180 h 205"/>
              <a:gd name="T104" fmla="*/ 134 w 248"/>
              <a:gd name="T105" fmla="*/ 193 h 205"/>
              <a:gd name="T106" fmla="*/ 106 w 248"/>
              <a:gd name="T107" fmla="*/ 202 h 205"/>
              <a:gd name="T108" fmla="*/ 77 w 248"/>
              <a:gd name="T109" fmla="*/ 205 h 205"/>
              <a:gd name="T110" fmla="*/ 37 w 248"/>
              <a:gd name="T111" fmla="*/ 198 h 205"/>
              <a:gd name="T112" fmla="*/ 0 w 248"/>
              <a:gd name="T113" fmla="*/ 181 h 2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248" h="205">
                <a:moveTo>
                  <a:pt x="0" y="181"/>
                </a:moveTo>
                <a:cubicBezTo>
                  <a:pt x="36" y="180"/>
                  <a:pt x="61" y="172"/>
                  <a:pt x="73" y="159"/>
                </a:cubicBezTo>
                <a:cubicBezTo>
                  <a:pt x="61" y="158"/>
                  <a:pt x="51" y="155"/>
                  <a:pt x="43" y="148"/>
                </a:cubicBezTo>
                <a:cubicBezTo>
                  <a:pt x="36" y="141"/>
                  <a:pt x="31" y="133"/>
                  <a:pt x="28" y="122"/>
                </a:cubicBezTo>
                <a:cubicBezTo>
                  <a:pt x="33" y="123"/>
                  <a:pt x="37" y="124"/>
                  <a:pt x="41" y="124"/>
                </a:cubicBezTo>
                <a:cubicBezTo>
                  <a:pt x="43" y="124"/>
                  <a:pt x="46" y="124"/>
                  <a:pt x="49" y="123"/>
                </a:cubicBezTo>
                <a:cubicBezTo>
                  <a:pt x="38" y="121"/>
                  <a:pt x="29" y="116"/>
                  <a:pt x="21" y="108"/>
                </a:cubicBezTo>
                <a:cubicBezTo>
                  <a:pt x="13" y="99"/>
                  <a:pt x="10" y="90"/>
                  <a:pt x="10" y="80"/>
                </a:cubicBezTo>
                <a:cubicBezTo>
                  <a:pt x="10" y="79"/>
                  <a:pt x="10" y="78"/>
                  <a:pt x="10" y="76"/>
                </a:cubicBezTo>
                <a:cubicBezTo>
                  <a:pt x="10" y="75"/>
                  <a:pt x="10" y="73"/>
                  <a:pt x="11" y="71"/>
                </a:cubicBezTo>
                <a:cubicBezTo>
                  <a:pt x="15" y="73"/>
                  <a:pt x="15" y="73"/>
                  <a:pt x="15" y="73"/>
                </a:cubicBezTo>
                <a:cubicBezTo>
                  <a:pt x="20" y="75"/>
                  <a:pt x="20" y="75"/>
                  <a:pt x="20" y="75"/>
                </a:cubicBezTo>
                <a:cubicBezTo>
                  <a:pt x="21" y="76"/>
                  <a:pt x="23" y="76"/>
                  <a:pt x="25" y="77"/>
                </a:cubicBezTo>
                <a:cubicBezTo>
                  <a:pt x="27" y="77"/>
                  <a:pt x="29" y="78"/>
                  <a:pt x="30" y="78"/>
                </a:cubicBezTo>
                <a:cubicBezTo>
                  <a:pt x="16" y="66"/>
                  <a:pt x="10" y="53"/>
                  <a:pt x="10" y="39"/>
                </a:cubicBezTo>
                <a:cubicBezTo>
                  <a:pt x="10" y="38"/>
                  <a:pt x="10" y="38"/>
                  <a:pt x="10" y="38"/>
                </a:cubicBezTo>
                <a:cubicBezTo>
                  <a:pt x="10" y="32"/>
                  <a:pt x="10" y="27"/>
                  <a:pt x="11" y="22"/>
                </a:cubicBezTo>
                <a:cubicBezTo>
                  <a:pt x="13" y="17"/>
                  <a:pt x="14" y="13"/>
                  <a:pt x="16" y="10"/>
                </a:cubicBezTo>
                <a:cubicBezTo>
                  <a:pt x="30" y="28"/>
                  <a:pt x="47" y="42"/>
                  <a:pt x="67" y="51"/>
                </a:cubicBezTo>
                <a:cubicBezTo>
                  <a:pt x="68" y="51"/>
                  <a:pt x="70" y="52"/>
                  <a:pt x="71" y="53"/>
                </a:cubicBezTo>
                <a:cubicBezTo>
                  <a:pt x="73" y="53"/>
                  <a:pt x="74" y="54"/>
                  <a:pt x="75" y="54"/>
                </a:cubicBezTo>
                <a:cubicBezTo>
                  <a:pt x="77" y="55"/>
                  <a:pt x="78" y="55"/>
                  <a:pt x="81" y="56"/>
                </a:cubicBezTo>
                <a:cubicBezTo>
                  <a:pt x="83" y="56"/>
                  <a:pt x="86" y="57"/>
                  <a:pt x="88" y="58"/>
                </a:cubicBezTo>
                <a:cubicBezTo>
                  <a:pt x="90" y="59"/>
                  <a:pt x="90" y="59"/>
                  <a:pt x="90" y="59"/>
                </a:cubicBezTo>
                <a:cubicBezTo>
                  <a:pt x="90" y="59"/>
                  <a:pt x="90" y="59"/>
                  <a:pt x="91" y="59"/>
                </a:cubicBezTo>
                <a:cubicBezTo>
                  <a:pt x="91" y="59"/>
                  <a:pt x="91" y="59"/>
                  <a:pt x="91" y="59"/>
                </a:cubicBezTo>
                <a:cubicBezTo>
                  <a:pt x="99" y="60"/>
                  <a:pt x="99" y="60"/>
                  <a:pt x="99" y="60"/>
                </a:cubicBezTo>
                <a:cubicBezTo>
                  <a:pt x="100" y="60"/>
                  <a:pt x="101" y="61"/>
                  <a:pt x="103" y="61"/>
                </a:cubicBezTo>
                <a:cubicBezTo>
                  <a:pt x="104" y="61"/>
                  <a:pt x="106" y="62"/>
                  <a:pt x="109" y="62"/>
                </a:cubicBezTo>
                <a:cubicBezTo>
                  <a:pt x="112" y="63"/>
                  <a:pt x="114" y="64"/>
                  <a:pt x="116" y="64"/>
                </a:cubicBezTo>
                <a:cubicBezTo>
                  <a:pt x="117" y="64"/>
                  <a:pt x="119" y="64"/>
                  <a:pt x="120" y="64"/>
                </a:cubicBezTo>
                <a:cubicBezTo>
                  <a:pt x="121" y="64"/>
                  <a:pt x="121" y="64"/>
                  <a:pt x="122" y="64"/>
                </a:cubicBezTo>
                <a:cubicBezTo>
                  <a:pt x="121" y="61"/>
                  <a:pt x="121" y="57"/>
                  <a:pt x="121" y="54"/>
                </a:cubicBezTo>
                <a:cubicBezTo>
                  <a:pt x="121" y="44"/>
                  <a:pt x="123" y="35"/>
                  <a:pt x="127" y="27"/>
                </a:cubicBezTo>
                <a:cubicBezTo>
                  <a:pt x="131" y="19"/>
                  <a:pt x="137" y="13"/>
                  <a:pt x="145" y="8"/>
                </a:cubicBezTo>
                <a:cubicBezTo>
                  <a:pt x="153" y="3"/>
                  <a:pt x="161" y="0"/>
                  <a:pt x="171" y="0"/>
                </a:cubicBezTo>
                <a:cubicBezTo>
                  <a:pt x="184" y="0"/>
                  <a:pt x="196" y="6"/>
                  <a:pt x="207" y="16"/>
                </a:cubicBezTo>
                <a:cubicBezTo>
                  <a:pt x="220" y="15"/>
                  <a:pt x="231" y="10"/>
                  <a:pt x="242" y="2"/>
                </a:cubicBezTo>
                <a:cubicBezTo>
                  <a:pt x="238" y="14"/>
                  <a:pt x="231" y="25"/>
                  <a:pt x="220" y="33"/>
                </a:cubicBezTo>
                <a:cubicBezTo>
                  <a:pt x="225" y="32"/>
                  <a:pt x="230" y="31"/>
                  <a:pt x="234" y="30"/>
                </a:cubicBezTo>
                <a:cubicBezTo>
                  <a:pt x="239" y="28"/>
                  <a:pt x="243" y="27"/>
                  <a:pt x="248" y="25"/>
                </a:cubicBezTo>
                <a:cubicBezTo>
                  <a:pt x="245" y="31"/>
                  <a:pt x="242" y="35"/>
                  <a:pt x="238" y="39"/>
                </a:cubicBezTo>
                <a:cubicBezTo>
                  <a:pt x="234" y="43"/>
                  <a:pt x="229" y="47"/>
                  <a:pt x="223" y="51"/>
                </a:cubicBezTo>
                <a:cubicBezTo>
                  <a:pt x="223" y="54"/>
                  <a:pt x="223" y="54"/>
                  <a:pt x="223" y="54"/>
                </a:cubicBezTo>
                <a:cubicBezTo>
                  <a:pt x="223" y="54"/>
                  <a:pt x="223" y="55"/>
                  <a:pt x="223" y="56"/>
                </a:cubicBezTo>
                <a:cubicBezTo>
                  <a:pt x="223" y="57"/>
                  <a:pt x="223" y="58"/>
                  <a:pt x="223" y="59"/>
                </a:cubicBezTo>
                <a:cubicBezTo>
                  <a:pt x="223" y="59"/>
                  <a:pt x="223" y="59"/>
                  <a:pt x="223" y="59"/>
                </a:cubicBezTo>
                <a:cubicBezTo>
                  <a:pt x="223" y="69"/>
                  <a:pt x="222" y="79"/>
                  <a:pt x="220" y="88"/>
                </a:cubicBezTo>
                <a:cubicBezTo>
                  <a:pt x="218" y="98"/>
                  <a:pt x="215" y="107"/>
                  <a:pt x="211" y="116"/>
                </a:cubicBezTo>
                <a:cubicBezTo>
                  <a:pt x="208" y="124"/>
                  <a:pt x="203" y="133"/>
                  <a:pt x="198" y="140"/>
                </a:cubicBezTo>
                <a:cubicBezTo>
                  <a:pt x="193" y="148"/>
                  <a:pt x="187" y="155"/>
                  <a:pt x="180" y="162"/>
                </a:cubicBezTo>
                <a:cubicBezTo>
                  <a:pt x="174" y="168"/>
                  <a:pt x="166" y="174"/>
                  <a:pt x="159" y="180"/>
                </a:cubicBezTo>
                <a:cubicBezTo>
                  <a:pt x="151" y="185"/>
                  <a:pt x="143" y="189"/>
                  <a:pt x="134" y="193"/>
                </a:cubicBezTo>
                <a:cubicBezTo>
                  <a:pt x="125" y="197"/>
                  <a:pt x="116" y="200"/>
                  <a:pt x="106" y="202"/>
                </a:cubicBezTo>
                <a:cubicBezTo>
                  <a:pt x="97" y="204"/>
                  <a:pt x="87" y="205"/>
                  <a:pt x="77" y="205"/>
                </a:cubicBezTo>
                <a:cubicBezTo>
                  <a:pt x="64" y="205"/>
                  <a:pt x="51" y="202"/>
                  <a:pt x="37" y="198"/>
                </a:cubicBezTo>
                <a:cubicBezTo>
                  <a:pt x="24" y="194"/>
                  <a:pt x="12" y="188"/>
                  <a:pt x="0" y="18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21" name="Freeform 123"/>
          <p:cNvSpPr>
            <a:spLocks/>
          </p:cNvSpPr>
          <p:nvPr/>
        </p:nvSpPr>
        <p:spPr bwMode="auto">
          <a:xfrm>
            <a:off x="4589968" y="4420270"/>
            <a:ext cx="223688" cy="314900"/>
          </a:xfrm>
          <a:custGeom>
            <a:avLst/>
            <a:gdLst>
              <a:gd name="T0" fmla="*/ 0 w 156"/>
              <a:gd name="T1" fmla="*/ 26 h 219"/>
              <a:gd name="T2" fmla="*/ 7 w 156"/>
              <a:gd name="T3" fmla="*/ 8 h 219"/>
              <a:gd name="T4" fmla="*/ 26 w 156"/>
              <a:gd name="T5" fmla="*/ 0 h 219"/>
              <a:gd name="T6" fmla="*/ 44 w 156"/>
              <a:gd name="T7" fmla="*/ 8 h 219"/>
              <a:gd name="T8" fmla="*/ 52 w 156"/>
              <a:gd name="T9" fmla="*/ 26 h 219"/>
              <a:gd name="T10" fmla="*/ 52 w 156"/>
              <a:gd name="T11" fmla="*/ 63 h 219"/>
              <a:gd name="T12" fmla="*/ 130 w 156"/>
              <a:gd name="T13" fmla="*/ 63 h 219"/>
              <a:gd name="T14" fmla="*/ 148 w 156"/>
              <a:gd name="T15" fmla="*/ 70 h 219"/>
              <a:gd name="T16" fmla="*/ 156 w 156"/>
              <a:gd name="T17" fmla="*/ 89 h 219"/>
              <a:gd name="T18" fmla="*/ 148 w 156"/>
              <a:gd name="T19" fmla="*/ 107 h 219"/>
              <a:gd name="T20" fmla="*/ 130 w 156"/>
              <a:gd name="T21" fmla="*/ 114 h 219"/>
              <a:gd name="T22" fmla="*/ 52 w 156"/>
              <a:gd name="T23" fmla="*/ 114 h 219"/>
              <a:gd name="T24" fmla="*/ 52 w 156"/>
              <a:gd name="T25" fmla="*/ 140 h 219"/>
              <a:gd name="T26" fmla="*/ 59 w 156"/>
              <a:gd name="T27" fmla="*/ 159 h 219"/>
              <a:gd name="T28" fmla="*/ 77 w 156"/>
              <a:gd name="T29" fmla="*/ 166 h 219"/>
              <a:gd name="T30" fmla="*/ 130 w 156"/>
              <a:gd name="T31" fmla="*/ 166 h 219"/>
              <a:gd name="T32" fmla="*/ 148 w 156"/>
              <a:gd name="T33" fmla="*/ 174 h 219"/>
              <a:gd name="T34" fmla="*/ 156 w 156"/>
              <a:gd name="T35" fmla="*/ 193 h 219"/>
              <a:gd name="T36" fmla="*/ 148 w 156"/>
              <a:gd name="T37" fmla="*/ 211 h 219"/>
              <a:gd name="T38" fmla="*/ 130 w 156"/>
              <a:gd name="T39" fmla="*/ 219 h 219"/>
              <a:gd name="T40" fmla="*/ 78 w 156"/>
              <a:gd name="T41" fmla="*/ 219 h 219"/>
              <a:gd name="T42" fmla="*/ 47 w 156"/>
              <a:gd name="T43" fmla="*/ 212 h 219"/>
              <a:gd name="T44" fmla="*/ 23 w 156"/>
              <a:gd name="T45" fmla="*/ 196 h 219"/>
              <a:gd name="T46" fmla="*/ 6 w 156"/>
              <a:gd name="T47" fmla="*/ 171 h 219"/>
              <a:gd name="T48" fmla="*/ 0 w 156"/>
              <a:gd name="T49" fmla="*/ 140 h 219"/>
              <a:gd name="T50" fmla="*/ 0 w 156"/>
              <a:gd name="T51" fmla="*/ 26 h 2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156" h="219">
                <a:moveTo>
                  <a:pt x="0" y="26"/>
                </a:moveTo>
                <a:cubicBezTo>
                  <a:pt x="0" y="19"/>
                  <a:pt x="2" y="13"/>
                  <a:pt x="7" y="8"/>
                </a:cubicBezTo>
                <a:cubicBezTo>
                  <a:pt x="13" y="3"/>
                  <a:pt x="19" y="0"/>
                  <a:pt x="26" y="0"/>
                </a:cubicBezTo>
                <a:cubicBezTo>
                  <a:pt x="33" y="0"/>
                  <a:pt x="39" y="3"/>
                  <a:pt x="44" y="8"/>
                </a:cubicBezTo>
                <a:cubicBezTo>
                  <a:pt x="49" y="13"/>
                  <a:pt x="52" y="19"/>
                  <a:pt x="52" y="26"/>
                </a:cubicBezTo>
                <a:cubicBezTo>
                  <a:pt x="52" y="63"/>
                  <a:pt x="52" y="63"/>
                  <a:pt x="52" y="63"/>
                </a:cubicBezTo>
                <a:cubicBezTo>
                  <a:pt x="130" y="63"/>
                  <a:pt x="130" y="63"/>
                  <a:pt x="130" y="63"/>
                </a:cubicBezTo>
                <a:cubicBezTo>
                  <a:pt x="137" y="63"/>
                  <a:pt x="143" y="65"/>
                  <a:pt x="148" y="70"/>
                </a:cubicBezTo>
                <a:cubicBezTo>
                  <a:pt x="153" y="75"/>
                  <a:pt x="156" y="81"/>
                  <a:pt x="156" y="89"/>
                </a:cubicBezTo>
                <a:cubicBezTo>
                  <a:pt x="156" y="96"/>
                  <a:pt x="153" y="102"/>
                  <a:pt x="148" y="107"/>
                </a:cubicBezTo>
                <a:cubicBezTo>
                  <a:pt x="143" y="112"/>
                  <a:pt x="137" y="114"/>
                  <a:pt x="130" y="114"/>
                </a:cubicBezTo>
                <a:cubicBezTo>
                  <a:pt x="52" y="114"/>
                  <a:pt x="52" y="114"/>
                  <a:pt x="52" y="114"/>
                </a:cubicBezTo>
                <a:cubicBezTo>
                  <a:pt x="52" y="140"/>
                  <a:pt x="52" y="140"/>
                  <a:pt x="52" y="140"/>
                </a:cubicBezTo>
                <a:cubicBezTo>
                  <a:pt x="52" y="148"/>
                  <a:pt x="54" y="154"/>
                  <a:pt x="59" y="159"/>
                </a:cubicBezTo>
                <a:cubicBezTo>
                  <a:pt x="64" y="164"/>
                  <a:pt x="70" y="166"/>
                  <a:pt x="77" y="166"/>
                </a:cubicBezTo>
                <a:cubicBezTo>
                  <a:pt x="130" y="166"/>
                  <a:pt x="130" y="166"/>
                  <a:pt x="130" y="166"/>
                </a:cubicBezTo>
                <a:cubicBezTo>
                  <a:pt x="137" y="166"/>
                  <a:pt x="143" y="169"/>
                  <a:pt x="148" y="174"/>
                </a:cubicBezTo>
                <a:cubicBezTo>
                  <a:pt x="153" y="179"/>
                  <a:pt x="156" y="185"/>
                  <a:pt x="156" y="193"/>
                </a:cubicBezTo>
                <a:cubicBezTo>
                  <a:pt x="156" y="200"/>
                  <a:pt x="153" y="206"/>
                  <a:pt x="148" y="211"/>
                </a:cubicBezTo>
                <a:cubicBezTo>
                  <a:pt x="143" y="216"/>
                  <a:pt x="137" y="219"/>
                  <a:pt x="130" y="219"/>
                </a:cubicBezTo>
                <a:cubicBezTo>
                  <a:pt x="78" y="219"/>
                  <a:pt x="78" y="219"/>
                  <a:pt x="78" y="219"/>
                </a:cubicBezTo>
                <a:cubicBezTo>
                  <a:pt x="67" y="219"/>
                  <a:pt x="57" y="216"/>
                  <a:pt x="47" y="212"/>
                </a:cubicBezTo>
                <a:cubicBezTo>
                  <a:pt x="38" y="208"/>
                  <a:pt x="30" y="203"/>
                  <a:pt x="23" y="196"/>
                </a:cubicBezTo>
                <a:cubicBezTo>
                  <a:pt x="16" y="189"/>
                  <a:pt x="10" y="180"/>
                  <a:pt x="6" y="171"/>
                </a:cubicBezTo>
                <a:cubicBezTo>
                  <a:pt x="2" y="161"/>
                  <a:pt x="0" y="151"/>
                  <a:pt x="0" y="140"/>
                </a:cubicBezTo>
                <a:lnTo>
                  <a:pt x="0" y="2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22" name="Freeform 124"/>
          <p:cNvSpPr>
            <a:spLocks/>
          </p:cNvSpPr>
          <p:nvPr/>
        </p:nvSpPr>
        <p:spPr bwMode="auto">
          <a:xfrm>
            <a:off x="5052546" y="4420270"/>
            <a:ext cx="149849" cy="314900"/>
          </a:xfrm>
          <a:custGeom>
            <a:avLst/>
            <a:gdLst>
              <a:gd name="T0" fmla="*/ 0 w 104"/>
              <a:gd name="T1" fmla="*/ 104 h 219"/>
              <a:gd name="T2" fmla="*/ 0 w 104"/>
              <a:gd name="T3" fmla="*/ 73 h 219"/>
              <a:gd name="T4" fmla="*/ 20 w 104"/>
              <a:gd name="T5" fmla="*/ 73 h 219"/>
              <a:gd name="T6" fmla="*/ 20 w 104"/>
              <a:gd name="T7" fmla="*/ 41 h 219"/>
              <a:gd name="T8" fmla="*/ 25 w 104"/>
              <a:gd name="T9" fmla="*/ 20 h 219"/>
              <a:gd name="T10" fmla="*/ 37 w 104"/>
              <a:gd name="T11" fmla="*/ 8 h 219"/>
              <a:gd name="T12" fmla="*/ 46 w 104"/>
              <a:gd name="T13" fmla="*/ 4 h 219"/>
              <a:gd name="T14" fmla="*/ 56 w 104"/>
              <a:gd name="T15" fmla="*/ 1 h 219"/>
              <a:gd name="T16" fmla="*/ 61 w 104"/>
              <a:gd name="T17" fmla="*/ 1 h 219"/>
              <a:gd name="T18" fmla="*/ 65 w 104"/>
              <a:gd name="T19" fmla="*/ 0 h 219"/>
              <a:gd name="T20" fmla="*/ 68 w 104"/>
              <a:gd name="T21" fmla="*/ 0 h 219"/>
              <a:gd name="T22" fmla="*/ 72 w 104"/>
              <a:gd name="T23" fmla="*/ 0 h 219"/>
              <a:gd name="T24" fmla="*/ 104 w 104"/>
              <a:gd name="T25" fmla="*/ 4 h 219"/>
              <a:gd name="T26" fmla="*/ 98 w 104"/>
              <a:gd name="T27" fmla="*/ 37 h 219"/>
              <a:gd name="T28" fmla="*/ 96 w 104"/>
              <a:gd name="T29" fmla="*/ 37 h 219"/>
              <a:gd name="T30" fmla="*/ 93 w 104"/>
              <a:gd name="T31" fmla="*/ 36 h 219"/>
              <a:gd name="T32" fmla="*/ 87 w 104"/>
              <a:gd name="T33" fmla="*/ 36 h 219"/>
              <a:gd name="T34" fmla="*/ 82 w 104"/>
              <a:gd name="T35" fmla="*/ 35 h 219"/>
              <a:gd name="T36" fmla="*/ 62 w 104"/>
              <a:gd name="T37" fmla="*/ 52 h 219"/>
              <a:gd name="T38" fmla="*/ 62 w 104"/>
              <a:gd name="T39" fmla="*/ 73 h 219"/>
              <a:gd name="T40" fmla="*/ 98 w 104"/>
              <a:gd name="T41" fmla="*/ 73 h 219"/>
              <a:gd name="T42" fmla="*/ 95 w 104"/>
              <a:gd name="T43" fmla="*/ 104 h 219"/>
              <a:gd name="T44" fmla="*/ 62 w 104"/>
              <a:gd name="T45" fmla="*/ 104 h 219"/>
              <a:gd name="T46" fmla="*/ 62 w 104"/>
              <a:gd name="T47" fmla="*/ 219 h 219"/>
              <a:gd name="T48" fmla="*/ 20 w 104"/>
              <a:gd name="T49" fmla="*/ 219 h 219"/>
              <a:gd name="T50" fmla="*/ 20 w 104"/>
              <a:gd name="T51" fmla="*/ 104 h 219"/>
              <a:gd name="T52" fmla="*/ 0 w 104"/>
              <a:gd name="T53" fmla="*/ 104 h 2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104" h="219">
                <a:moveTo>
                  <a:pt x="0" y="104"/>
                </a:moveTo>
                <a:cubicBezTo>
                  <a:pt x="0" y="73"/>
                  <a:pt x="0" y="73"/>
                  <a:pt x="0" y="73"/>
                </a:cubicBezTo>
                <a:cubicBezTo>
                  <a:pt x="20" y="73"/>
                  <a:pt x="20" y="73"/>
                  <a:pt x="20" y="73"/>
                </a:cubicBezTo>
                <a:cubicBezTo>
                  <a:pt x="20" y="41"/>
                  <a:pt x="20" y="41"/>
                  <a:pt x="20" y="41"/>
                </a:cubicBezTo>
                <a:cubicBezTo>
                  <a:pt x="20" y="33"/>
                  <a:pt x="22" y="26"/>
                  <a:pt x="25" y="20"/>
                </a:cubicBezTo>
                <a:cubicBezTo>
                  <a:pt x="28" y="15"/>
                  <a:pt x="32" y="11"/>
                  <a:pt x="37" y="8"/>
                </a:cubicBezTo>
                <a:cubicBezTo>
                  <a:pt x="40" y="6"/>
                  <a:pt x="43" y="4"/>
                  <a:pt x="46" y="4"/>
                </a:cubicBezTo>
                <a:cubicBezTo>
                  <a:pt x="49" y="3"/>
                  <a:pt x="52" y="2"/>
                  <a:pt x="56" y="1"/>
                </a:cubicBezTo>
                <a:cubicBezTo>
                  <a:pt x="58" y="1"/>
                  <a:pt x="60" y="1"/>
                  <a:pt x="61" y="1"/>
                </a:cubicBezTo>
                <a:cubicBezTo>
                  <a:pt x="63" y="1"/>
                  <a:pt x="64" y="0"/>
                  <a:pt x="65" y="0"/>
                </a:cubicBezTo>
                <a:cubicBezTo>
                  <a:pt x="66" y="0"/>
                  <a:pt x="67" y="0"/>
                  <a:pt x="68" y="0"/>
                </a:cubicBezTo>
                <a:cubicBezTo>
                  <a:pt x="70" y="0"/>
                  <a:pt x="71" y="0"/>
                  <a:pt x="72" y="0"/>
                </a:cubicBezTo>
                <a:cubicBezTo>
                  <a:pt x="81" y="0"/>
                  <a:pt x="91" y="1"/>
                  <a:pt x="104" y="4"/>
                </a:cubicBezTo>
                <a:cubicBezTo>
                  <a:pt x="98" y="37"/>
                  <a:pt x="98" y="37"/>
                  <a:pt x="98" y="37"/>
                </a:cubicBezTo>
                <a:cubicBezTo>
                  <a:pt x="97" y="37"/>
                  <a:pt x="97" y="37"/>
                  <a:pt x="96" y="37"/>
                </a:cubicBezTo>
                <a:cubicBezTo>
                  <a:pt x="95" y="37"/>
                  <a:pt x="94" y="37"/>
                  <a:pt x="93" y="36"/>
                </a:cubicBezTo>
                <a:cubicBezTo>
                  <a:pt x="91" y="36"/>
                  <a:pt x="89" y="36"/>
                  <a:pt x="87" y="36"/>
                </a:cubicBezTo>
                <a:cubicBezTo>
                  <a:pt x="85" y="36"/>
                  <a:pt x="84" y="35"/>
                  <a:pt x="82" y="35"/>
                </a:cubicBezTo>
                <a:cubicBezTo>
                  <a:pt x="69" y="35"/>
                  <a:pt x="62" y="41"/>
                  <a:pt x="62" y="52"/>
                </a:cubicBezTo>
                <a:cubicBezTo>
                  <a:pt x="62" y="73"/>
                  <a:pt x="62" y="73"/>
                  <a:pt x="62" y="73"/>
                </a:cubicBezTo>
                <a:cubicBezTo>
                  <a:pt x="98" y="73"/>
                  <a:pt x="98" y="73"/>
                  <a:pt x="98" y="73"/>
                </a:cubicBezTo>
                <a:cubicBezTo>
                  <a:pt x="95" y="104"/>
                  <a:pt x="95" y="104"/>
                  <a:pt x="95" y="104"/>
                </a:cubicBezTo>
                <a:cubicBezTo>
                  <a:pt x="62" y="104"/>
                  <a:pt x="62" y="104"/>
                  <a:pt x="62" y="104"/>
                </a:cubicBezTo>
                <a:cubicBezTo>
                  <a:pt x="62" y="219"/>
                  <a:pt x="62" y="219"/>
                  <a:pt x="62" y="219"/>
                </a:cubicBezTo>
                <a:cubicBezTo>
                  <a:pt x="20" y="219"/>
                  <a:pt x="20" y="219"/>
                  <a:pt x="20" y="219"/>
                </a:cubicBezTo>
                <a:cubicBezTo>
                  <a:pt x="20" y="104"/>
                  <a:pt x="20" y="104"/>
                  <a:pt x="20" y="104"/>
                </a:cubicBezTo>
                <a:lnTo>
                  <a:pt x="0" y="10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23" name="Freeform 125"/>
          <p:cNvSpPr>
            <a:spLocks noEditPoints="1"/>
          </p:cNvSpPr>
          <p:nvPr/>
        </p:nvSpPr>
        <p:spPr bwMode="auto">
          <a:xfrm>
            <a:off x="5404363" y="4511482"/>
            <a:ext cx="314900" cy="147677"/>
          </a:xfrm>
          <a:custGeom>
            <a:avLst/>
            <a:gdLst>
              <a:gd name="T0" fmla="*/ 15 w 219"/>
              <a:gd name="T1" fmla="*/ 88 h 103"/>
              <a:gd name="T2" fmla="*/ 0 w 219"/>
              <a:gd name="T3" fmla="*/ 51 h 103"/>
              <a:gd name="T4" fmla="*/ 15 w 219"/>
              <a:gd name="T5" fmla="*/ 15 h 103"/>
              <a:gd name="T6" fmla="*/ 52 w 219"/>
              <a:gd name="T7" fmla="*/ 0 h 103"/>
              <a:gd name="T8" fmla="*/ 89 w 219"/>
              <a:gd name="T9" fmla="*/ 15 h 103"/>
              <a:gd name="T10" fmla="*/ 104 w 219"/>
              <a:gd name="T11" fmla="*/ 51 h 103"/>
              <a:gd name="T12" fmla="*/ 89 w 219"/>
              <a:gd name="T13" fmla="*/ 88 h 103"/>
              <a:gd name="T14" fmla="*/ 52 w 219"/>
              <a:gd name="T15" fmla="*/ 103 h 103"/>
              <a:gd name="T16" fmla="*/ 15 w 219"/>
              <a:gd name="T17" fmla="*/ 88 h 103"/>
              <a:gd name="T18" fmla="*/ 130 w 219"/>
              <a:gd name="T19" fmla="*/ 88 h 103"/>
              <a:gd name="T20" fmla="*/ 115 w 219"/>
              <a:gd name="T21" fmla="*/ 51 h 103"/>
              <a:gd name="T22" fmla="*/ 130 w 219"/>
              <a:gd name="T23" fmla="*/ 15 h 103"/>
              <a:gd name="T24" fmla="*/ 167 w 219"/>
              <a:gd name="T25" fmla="*/ 0 h 103"/>
              <a:gd name="T26" fmla="*/ 203 w 219"/>
              <a:gd name="T27" fmla="*/ 15 h 103"/>
              <a:gd name="T28" fmla="*/ 219 w 219"/>
              <a:gd name="T29" fmla="*/ 51 h 103"/>
              <a:gd name="T30" fmla="*/ 203 w 219"/>
              <a:gd name="T31" fmla="*/ 88 h 103"/>
              <a:gd name="T32" fmla="*/ 167 w 219"/>
              <a:gd name="T33" fmla="*/ 103 h 103"/>
              <a:gd name="T34" fmla="*/ 130 w 219"/>
              <a:gd name="T35" fmla="*/ 88 h 1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19" h="103">
                <a:moveTo>
                  <a:pt x="15" y="88"/>
                </a:moveTo>
                <a:cubicBezTo>
                  <a:pt x="5" y="78"/>
                  <a:pt x="0" y="66"/>
                  <a:pt x="0" y="51"/>
                </a:cubicBezTo>
                <a:cubicBezTo>
                  <a:pt x="0" y="37"/>
                  <a:pt x="5" y="25"/>
                  <a:pt x="15" y="15"/>
                </a:cubicBezTo>
                <a:cubicBezTo>
                  <a:pt x="26" y="5"/>
                  <a:pt x="38" y="0"/>
                  <a:pt x="52" y="0"/>
                </a:cubicBezTo>
                <a:cubicBezTo>
                  <a:pt x="67" y="0"/>
                  <a:pt x="79" y="5"/>
                  <a:pt x="89" y="15"/>
                </a:cubicBezTo>
                <a:cubicBezTo>
                  <a:pt x="99" y="25"/>
                  <a:pt x="104" y="37"/>
                  <a:pt x="104" y="51"/>
                </a:cubicBezTo>
                <a:cubicBezTo>
                  <a:pt x="104" y="66"/>
                  <a:pt x="99" y="78"/>
                  <a:pt x="89" y="88"/>
                </a:cubicBezTo>
                <a:cubicBezTo>
                  <a:pt x="79" y="98"/>
                  <a:pt x="67" y="103"/>
                  <a:pt x="52" y="103"/>
                </a:cubicBezTo>
                <a:cubicBezTo>
                  <a:pt x="38" y="103"/>
                  <a:pt x="26" y="98"/>
                  <a:pt x="15" y="88"/>
                </a:cubicBezTo>
                <a:close/>
                <a:moveTo>
                  <a:pt x="130" y="88"/>
                </a:moveTo>
                <a:cubicBezTo>
                  <a:pt x="120" y="78"/>
                  <a:pt x="115" y="66"/>
                  <a:pt x="115" y="51"/>
                </a:cubicBezTo>
                <a:cubicBezTo>
                  <a:pt x="115" y="37"/>
                  <a:pt x="120" y="25"/>
                  <a:pt x="130" y="15"/>
                </a:cubicBezTo>
                <a:cubicBezTo>
                  <a:pt x="140" y="5"/>
                  <a:pt x="152" y="0"/>
                  <a:pt x="167" y="0"/>
                </a:cubicBezTo>
                <a:cubicBezTo>
                  <a:pt x="181" y="0"/>
                  <a:pt x="193" y="5"/>
                  <a:pt x="203" y="15"/>
                </a:cubicBezTo>
                <a:cubicBezTo>
                  <a:pt x="214" y="25"/>
                  <a:pt x="219" y="37"/>
                  <a:pt x="219" y="51"/>
                </a:cubicBezTo>
                <a:cubicBezTo>
                  <a:pt x="219" y="66"/>
                  <a:pt x="214" y="78"/>
                  <a:pt x="203" y="88"/>
                </a:cubicBezTo>
                <a:cubicBezTo>
                  <a:pt x="193" y="98"/>
                  <a:pt x="181" y="103"/>
                  <a:pt x="167" y="103"/>
                </a:cubicBezTo>
                <a:cubicBezTo>
                  <a:pt x="152" y="103"/>
                  <a:pt x="140" y="98"/>
                  <a:pt x="130" y="8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24" name="Freeform 126"/>
          <p:cNvSpPr>
            <a:spLocks/>
          </p:cNvSpPr>
          <p:nvPr/>
        </p:nvSpPr>
        <p:spPr bwMode="auto">
          <a:xfrm>
            <a:off x="5827849" y="4444157"/>
            <a:ext cx="332273" cy="284496"/>
          </a:xfrm>
          <a:custGeom>
            <a:avLst/>
            <a:gdLst>
              <a:gd name="T0" fmla="*/ 1 w 231"/>
              <a:gd name="T1" fmla="*/ 51 h 199"/>
              <a:gd name="T2" fmla="*/ 2 w 231"/>
              <a:gd name="T3" fmla="*/ 49 h 199"/>
              <a:gd name="T4" fmla="*/ 49 w 231"/>
              <a:gd name="T5" fmla="*/ 11 h 199"/>
              <a:gd name="T6" fmla="*/ 89 w 231"/>
              <a:gd name="T7" fmla="*/ 10 h 199"/>
              <a:gd name="T8" fmla="*/ 106 w 231"/>
              <a:gd name="T9" fmla="*/ 73 h 199"/>
              <a:gd name="T10" fmla="*/ 118 w 231"/>
              <a:gd name="T11" fmla="*/ 117 h 199"/>
              <a:gd name="T12" fmla="*/ 128 w 231"/>
              <a:gd name="T13" fmla="*/ 124 h 199"/>
              <a:gd name="T14" fmla="*/ 132 w 231"/>
              <a:gd name="T15" fmla="*/ 122 h 199"/>
              <a:gd name="T16" fmla="*/ 135 w 231"/>
              <a:gd name="T17" fmla="*/ 119 h 199"/>
              <a:gd name="T18" fmla="*/ 141 w 231"/>
              <a:gd name="T19" fmla="*/ 111 h 199"/>
              <a:gd name="T20" fmla="*/ 151 w 231"/>
              <a:gd name="T21" fmla="*/ 96 h 199"/>
              <a:gd name="T22" fmla="*/ 161 w 231"/>
              <a:gd name="T23" fmla="*/ 66 h 199"/>
              <a:gd name="T24" fmla="*/ 144 w 231"/>
              <a:gd name="T25" fmla="*/ 49 h 199"/>
              <a:gd name="T26" fmla="*/ 142 w 231"/>
              <a:gd name="T27" fmla="*/ 26 h 199"/>
              <a:gd name="T28" fmla="*/ 165 w 231"/>
              <a:gd name="T29" fmla="*/ 5 h 199"/>
              <a:gd name="T30" fmla="*/ 183 w 231"/>
              <a:gd name="T31" fmla="*/ 0 h 199"/>
              <a:gd name="T32" fmla="*/ 193 w 231"/>
              <a:gd name="T33" fmla="*/ 0 h 199"/>
              <a:gd name="T34" fmla="*/ 221 w 231"/>
              <a:gd name="T35" fmla="*/ 10 h 199"/>
              <a:gd name="T36" fmla="*/ 231 w 231"/>
              <a:gd name="T37" fmla="*/ 37 h 199"/>
              <a:gd name="T38" fmla="*/ 223 w 231"/>
              <a:gd name="T39" fmla="*/ 74 h 199"/>
              <a:gd name="T40" fmla="*/ 203 w 231"/>
              <a:gd name="T41" fmla="*/ 110 h 199"/>
              <a:gd name="T42" fmla="*/ 181 w 231"/>
              <a:gd name="T43" fmla="*/ 140 h 199"/>
              <a:gd name="T44" fmla="*/ 167 w 231"/>
              <a:gd name="T45" fmla="*/ 156 h 199"/>
              <a:gd name="T46" fmla="*/ 156 w 231"/>
              <a:gd name="T47" fmla="*/ 167 h 199"/>
              <a:gd name="T48" fmla="*/ 149 w 231"/>
              <a:gd name="T49" fmla="*/ 174 h 199"/>
              <a:gd name="T50" fmla="*/ 69 w 231"/>
              <a:gd name="T51" fmla="*/ 162 h 199"/>
              <a:gd name="T52" fmla="*/ 58 w 231"/>
              <a:gd name="T53" fmla="*/ 127 h 199"/>
              <a:gd name="T54" fmla="*/ 52 w 231"/>
              <a:gd name="T55" fmla="*/ 103 h 199"/>
              <a:gd name="T56" fmla="*/ 49 w 231"/>
              <a:gd name="T57" fmla="*/ 90 h 199"/>
              <a:gd name="T58" fmla="*/ 39 w 231"/>
              <a:gd name="T59" fmla="*/ 64 h 199"/>
              <a:gd name="T60" fmla="*/ 29 w 231"/>
              <a:gd name="T61" fmla="*/ 55 h 199"/>
              <a:gd name="T62" fmla="*/ 27 w 231"/>
              <a:gd name="T63" fmla="*/ 56 h 199"/>
              <a:gd name="T64" fmla="*/ 13 w 231"/>
              <a:gd name="T65" fmla="*/ 66 h 199"/>
              <a:gd name="T66" fmla="*/ 7 w 231"/>
              <a:gd name="T67" fmla="*/ 65 h 199"/>
              <a:gd name="T68" fmla="*/ 4 w 231"/>
              <a:gd name="T69" fmla="*/ 61 h 199"/>
              <a:gd name="T70" fmla="*/ 0 w 231"/>
              <a:gd name="T71" fmla="*/ 53 h 1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231" h="199">
                <a:moveTo>
                  <a:pt x="0" y="53"/>
                </a:moveTo>
                <a:cubicBezTo>
                  <a:pt x="0" y="52"/>
                  <a:pt x="1" y="52"/>
                  <a:pt x="1" y="51"/>
                </a:cubicBezTo>
                <a:cubicBezTo>
                  <a:pt x="1" y="50"/>
                  <a:pt x="1" y="50"/>
                  <a:pt x="2" y="50"/>
                </a:cubicBezTo>
                <a:cubicBezTo>
                  <a:pt x="2" y="49"/>
                  <a:pt x="2" y="49"/>
                  <a:pt x="2" y="49"/>
                </a:cubicBezTo>
                <a:cubicBezTo>
                  <a:pt x="4" y="47"/>
                  <a:pt x="9" y="43"/>
                  <a:pt x="17" y="37"/>
                </a:cubicBezTo>
                <a:cubicBezTo>
                  <a:pt x="25" y="30"/>
                  <a:pt x="35" y="22"/>
                  <a:pt x="49" y="11"/>
                </a:cubicBezTo>
                <a:cubicBezTo>
                  <a:pt x="55" y="5"/>
                  <a:pt x="62" y="3"/>
                  <a:pt x="70" y="3"/>
                </a:cubicBezTo>
                <a:cubicBezTo>
                  <a:pt x="77" y="3"/>
                  <a:pt x="83" y="5"/>
                  <a:pt x="89" y="10"/>
                </a:cubicBezTo>
                <a:cubicBezTo>
                  <a:pt x="94" y="15"/>
                  <a:pt x="98" y="22"/>
                  <a:pt x="99" y="31"/>
                </a:cubicBezTo>
                <a:cubicBezTo>
                  <a:pt x="102" y="48"/>
                  <a:pt x="104" y="62"/>
                  <a:pt x="106" y="73"/>
                </a:cubicBezTo>
                <a:cubicBezTo>
                  <a:pt x="108" y="84"/>
                  <a:pt x="110" y="93"/>
                  <a:pt x="111" y="98"/>
                </a:cubicBezTo>
                <a:cubicBezTo>
                  <a:pt x="114" y="108"/>
                  <a:pt x="116" y="114"/>
                  <a:pt x="118" y="117"/>
                </a:cubicBezTo>
                <a:cubicBezTo>
                  <a:pt x="121" y="122"/>
                  <a:pt x="124" y="125"/>
                  <a:pt x="127" y="125"/>
                </a:cubicBezTo>
                <a:cubicBezTo>
                  <a:pt x="127" y="125"/>
                  <a:pt x="128" y="125"/>
                  <a:pt x="128" y="124"/>
                </a:cubicBezTo>
                <a:cubicBezTo>
                  <a:pt x="129" y="124"/>
                  <a:pt x="130" y="124"/>
                  <a:pt x="130" y="123"/>
                </a:cubicBezTo>
                <a:cubicBezTo>
                  <a:pt x="131" y="123"/>
                  <a:pt x="131" y="123"/>
                  <a:pt x="132" y="122"/>
                </a:cubicBezTo>
                <a:cubicBezTo>
                  <a:pt x="132" y="121"/>
                  <a:pt x="133" y="121"/>
                  <a:pt x="133" y="121"/>
                </a:cubicBezTo>
                <a:cubicBezTo>
                  <a:pt x="133" y="120"/>
                  <a:pt x="134" y="120"/>
                  <a:pt x="135" y="119"/>
                </a:cubicBezTo>
                <a:cubicBezTo>
                  <a:pt x="135" y="118"/>
                  <a:pt x="136" y="118"/>
                  <a:pt x="136" y="117"/>
                </a:cubicBezTo>
                <a:cubicBezTo>
                  <a:pt x="138" y="115"/>
                  <a:pt x="140" y="113"/>
                  <a:pt x="141" y="111"/>
                </a:cubicBezTo>
                <a:cubicBezTo>
                  <a:pt x="143" y="109"/>
                  <a:pt x="144" y="107"/>
                  <a:pt x="146" y="104"/>
                </a:cubicBezTo>
                <a:cubicBezTo>
                  <a:pt x="147" y="102"/>
                  <a:pt x="149" y="99"/>
                  <a:pt x="151" y="96"/>
                </a:cubicBezTo>
                <a:cubicBezTo>
                  <a:pt x="152" y="92"/>
                  <a:pt x="154" y="89"/>
                  <a:pt x="156" y="84"/>
                </a:cubicBezTo>
                <a:cubicBezTo>
                  <a:pt x="160" y="78"/>
                  <a:pt x="161" y="72"/>
                  <a:pt x="161" y="66"/>
                </a:cubicBezTo>
                <a:cubicBezTo>
                  <a:pt x="161" y="61"/>
                  <a:pt x="160" y="57"/>
                  <a:pt x="157" y="54"/>
                </a:cubicBezTo>
                <a:cubicBezTo>
                  <a:pt x="154" y="50"/>
                  <a:pt x="150" y="49"/>
                  <a:pt x="144" y="49"/>
                </a:cubicBezTo>
                <a:cubicBezTo>
                  <a:pt x="140" y="49"/>
                  <a:pt x="136" y="49"/>
                  <a:pt x="132" y="51"/>
                </a:cubicBezTo>
                <a:cubicBezTo>
                  <a:pt x="134" y="41"/>
                  <a:pt x="138" y="32"/>
                  <a:pt x="142" y="26"/>
                </a:cubicBezTo>
                <a:cubicBezTo>
                  <a:pt x="146" y="19"/>
                  <a:pt x="151" y="14"/>
                  <a:pt x="156" y="11"/>
                </a:cubicBezTo>
                <a:cubicBezTo>
                  <a:pt x="159" y="8"/>
                  <a:pt x="162" y="6"/>
                  <a:pt x="165" y="5"/>
                </a:cubicBezTo>
                <a:cubicBezTo>
                  <a:pt x="168" y="3"/>
                  <a:pt x="171" y="2"/>
                  <a:pt x="175" y="1"/>
                </a:cubicBezTo>
                <a:cubicBezTo>
                  <a:pt x="178" y="1"/>
                  <a:pt x="181" y="0"/>
                  <a:pt x="183" y="0"/>
                </a:cubicBezTo>
                <a:cubicBezTo>
                  <a:pt x="185" y="0"/>
                  <a:pt x="187" y="0"/>
                  <a:pt x="189" y="0"/>
                </a:cubicBezTo>
                <a:cubicBezTo>
                  <a:pt x="193" y="0"/>
                  <a:pt x="193" y="0"/>
                  <a:pt x="193" y="0"/>
                </a:cubicBezTo>
                <a:cubicBezTo>
                  <a:pt x="199" y="0"/>
                  <a:pt x="204" y="1"/>
                  <a:pt x="209" y="2"/>
                </a:cubicBezTo>
                <a:cubicBezTo>
                  <a:pt x="214" y="4"/>
                  <a:pt x="218" y="6"/>
                  <a:pt x="221" y="10"/>
                </a:cubicBezTo>
                <a:cubicBezTo>
                  <a:pt x="224" y="13"/>
                  <a:pt x="227" y="17"/>
                  <a:pt x="228" y="21"/>
                </a:cubicBezTo>
                <a:cubicBezTo>
                  <a:pt x="230" y="26"/>
                  <a:pt x="231" y="31"/>
                  <a:pt x="231" y="37"/>
                </a:cubicBezTo>
                <a:cubicBezTo>
                  <a:pt x="231" y="42"/>
                  <a:pt x="230" y="48"/>
                  <a:pt x="229" y="54"/>
                </a:cubicBezTo>
                <a:cubicBezTo>
                  <a:pt x="227" y="60"/>
                  <a:pt x="225" y="67"/>
                  <a:pt x="223" y="74"/>
                </a:cubicBezTo>
                <a:cubicBezTo>
                  <a:pt x="220" y="80"/>
                  <a:pt x="217" y="86"/>
                  <a:pt x="214" y="92"/>
                </a:cubicBezTo>
                <a:cubicBezTo>
                  <a:pt x="210" y="99"/>
                  <a:pt x="207" y="105"/>
                  <a:pt x="203" y="110"/>
                </a:cubicBezTo>
                <a:cubicBezTo>
                  <a:pt x="199" y="116"/>
                  <a:pt x="196" y="122"/>
                  <a:pt x="192" y="127"/>
                </a:cubicBezTo>
                <a:cubicBezTo>
                  <a:pt x="188" y="132"/>
                  <a:pt x="185" y="136"/>
                  <a:pt x="181" y="140"/>
                </a:cubicBezTo>
                <a:cubicBezTo>
                  <a:pt x="179" y="143"/>
                  <a:pt x="177" y="146"/>
                  <a:pt x="175" y="148"/>
                </a:cubicBezTo>
                <a:cubicBezTo>
                  <a:pt x="172" y="151"/>
                  <a:pt x="170" y="154"/>
                  <a:pt x="167" y="156"/>
                </a:cubicBezTo>
                <a:cubicBezTo>
                  <a:pt x="165" y="159"/>
                  <a:pt x="162" y="161"/>
                  <a:pt x="161" y="163"/>
                </a:cubicBezTo>
                <a:cubicBezTo>
                  <a:pt x="159" y="165"/>
                  <a:pt x="157" y="166"/>
                  <a:pt x="156" y="167"/>
                </a:cubicBezTo>
                <a:cubicBezTo>
                  <a:pt x="155" y="168"/>
                  <a:pt x="154" y="169"/>
                  <a:pt x="153" y="170"/>
                </a:cubicBezTo>
                <a:cubicBezTo>
                  <a:pt x="152" y="171"/>
                  <a:pt x="151" y="173"/>
                  <a:pt x="149" y="174"/>
                </a:cubicBezTo>
                <a:cubicBezTo>
                  <a:pt x="131" y="191"/>
                  <a:pt x="116" y="199"/>
                  <a:pt x="103" y="199"/>
                </a:cubicBezTo>
                <a:cubicBezTo>
                  <a:pt x="88" y="199"/>
                  <a:pt x="76" y="187"/>
                  <a:pt x="69" y="162"/>
                </a:cubicBezTo>
                <a:cubicBezTo>
                  <a:pt x="66" y="155"/>
                  <a:pt x="64" y="149"/>
                  <a:pt x="63" y="143"/>
                </a:cubicBezTo>
                <a:cubicBezTo>
                  <a:pt x="61" y="137"/>
                  <a:pt x="59" y="132"/>
                  <a:pt x="58" y="127"/>
                </a:cubicBezTo>
                <a:cubicBezTo>
                  <a:pt x="57" y="122"/>
                  <a:pt x="55" y="118"/>
                  <a:pt x="54" y="113"/>
                </a:cubicBezTo>
                <a:cubicBezTo>
                  <a:pt x="53" y="109"/>
                  <a:pt x="53" y="106"/>
                  <a:pt x="52" y="103"/>
                </a:cubicBezTo>
                <a:cubicBezTo>
                  <a:pt x="51" y="99"/>
                  <a:pt x="51" y="97"/>
                  <a:pt x="50" y="95"/>
                </a:cubicBezTo>
                <a:cubicBezTo>
                  <a:pt x="50" y="92"/>
                  <a:pt x="49" y="91"/>
                  <a:pt x="49" y="90"/>
                </a:cubicBezTo>
                <a:cubicBezTo>
                  <a:pt x="47" y="84"/>
                  <a:pt x="45" y="78"/>
                  <a:pt x="44" y="74"/>
                </a:cubicBezTo>
                <a:cubicBezTo>
                  <a:pt x="42" y="69"/>
                  <a:pt x="40" y="66"/>
                  <a:pt x="39" y="64"/>
                </a:cubicBezTo>
                <a:cubicBezTo>
                  <a:pt x="36" y="60"/>
                  <a:pt x="34" y="58"/>
                  <a:pt x="32" y="57"/>
                </a:cubicBezTo>
                <a:cubicBezTo>
                  <a:pt x="31" y="56"/>
                  <a:pt x="30" y="55"/>
                  <a:pt x="29" y="55"/>
                </a:cubicBezTo>
                <a:cubicBezTo>
                  <a:pt x="29" y="55"/>
                  <a:pt x="29" y="55"/>
                  <a:pt x="29" y="55"/>
                </a:cubicBezTo>
                <a:cubicBezTo>
                  <a:pt x="28" y="55"/>
                  <a:pt x="28" y="55"/>
                  <a:pt x="27" y="56"/>
                </a:cubicBezTo>
                <a:cubicBezTo>
                  <a:pt x="26" y="56"/>
                  <a:pt x="25" y="57"/>
                  <a:pt x="22" y="59"/>
                </a:cubicBezTo>
                <a:cubicBezTo>
                  <a:pt x="19" y="60"/>
                  <a:pt x="16" y="63"/>
                  <a:pt x="13" y="66"/>
                </a:cubicBezTo>
                <a:cubicBezTo>
                  <a:pt x="12" y="66"/>
                  <a:pt x="10" y="67"/>
                  <a:pt x="9" y="66"/>
                </a:cubicBezTo>
                <a:cubicBezTo>
                  <a:pt x="8" y="66"/>
                  <a:pt x="8" y="66"/>
                  <a:pt x="7" y="65"/>
                </a:cubicBezTo>
                <a:cubicBezTo>
                  <a:pt x="7" y="65"/>
                  <a:pt x="7" y="65"/>
                  <a:pt x="7" y="65"/>
                </a:cubicBezTo>
                <a:cubicBezTo>
                  <a:pt x="6" y="64"/>
                  <a:pt x="5" y="62"/>
                  <a:pt x="4" y="61"/>
                </a:cubicBezTo>
                <a:cubicBezTo>
                  <a:pt x="3" y="59"/>
                  <a:pt x="2" y="57"/>
                  <a:pt x="1" y="55"/>
                </a:cubicBezTo>
                <a:cubicBezTo>
                  <a:pt x="1" y="55"/>
                  <a:pt x="0" y="54"/>
                  <a:pt x="0" y="5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25" name="Freeform 127"/>
          <p:cNvSpPr>
            <a:spLocks noEditPoints="1"/>
          </p:cNvSpPr>
          <p:nvPr/>
        </p:nvSpPr>
        <p:spPr bwMode="auto">
          <a:xfrm>
            <a:off x="6275221" y="4437643"/>
            <a:ext cx="312728" cy="277980"/>
          </a:xfrm>
          <a:custGeom>
            <a:avLst/>
            <a:gdLst>
              <a:gd name="T0" fmla="*/ 66 w 217"/>
              <a:gd name="T1" fmla="*/ 86 h 195"/>
              <a:gd name="T2" fmla="*/ 102 w 217"/>
              <a:gd name="T3" fmla="*/ 100 h 195"/>
              <a:gd name="T4" fmla="*/ 97 w 217"/>
              <a:gd name="T5" fmla="*/ 119 h 195"/>
              <a:gd name="T6" fmla="*/ 89 w 217"/>
              <a:gd name="T7" fmla="*/ 148 h 195"/>
              <a:gd name="T8" fmla="*/ 81 w 217"/>
              <a:gd name="T9" fmla="*/ 173 h 195"/>
              <a:gd name="T10" fmla="*/ 45 w 217"/>
              <a:gd name="T11" fmla="*/ 159 h 195"/>
              <a:gd name="T12" fmla="*/ 0 w 217"/>
              <a:gd name="T13" fmla="*/ 168 h 195"/>
              <a:gd name="T14" fmla="*/ 6 w 217"/>
              <a:gd name="T15" fmla="*/ 148 h 195"/>
              <a:gd name="T16" fmla="*/ 15 w 217"/>
              <a:gd name="T17" fmla="*/ 117 h 195"/>
              <a:gd name="T18" fmla="*/ 21 w 217"/>
              <a:gd name="T19" fmla="*/ 95 h 195"/>
              <a:gd name="T20" fmla="*/ 70 w 217"/>
              <a:gd name="T21" fmla="*/ 2 h 195"/>
              <a:gd name="T22" fmla="*/ 108 w 217"/>
              <a:gd name="T23" fmla="*/ 5 h 195"/>
              <a:gd name="T24" fmla="*/ 125 w 217"/>
              <a:gd name="T25" fmla="*/ 22 h 195"/>
              <a:gd name="T26" fmla="*/ 117 w 217"/>
              <a:gd name="T27" fmla="*/ 47 h 195"/>
              <a:gd name="T28" fmla="*/ 109 w 217"/>
              <a:gd name="T29" fmla="*/ 77 h 195"/>
              <a:gd name="T30" fmla="*/ 87 w 217"/>
              <a:gd name="T31" fmla="*/ 77 h 195"/>
              <a:gd name="T32" fmla="*/ 48 w 217"/>
              <a:gd name="T33" fmla="*/ 75 h 195"/>
              <a:gd name="T34" fmla="*/ 26 w 217"/>
              <a:gd name="T35" fmla="*/ 75 h 195"/>
              <a:gd name="T36" fmla="*/ 34 w 217"/>
              <a:gd name="T37" fmla="*/ 47 h 195"/>
              <a:gd name="T38" fmla="*/ 43 w 217"/>
              <a:gd name="T39" fmla="*/ 18 h 195"/>
              <a:gd name="T40" fmla="*/ 70 w 217"/>
              <a:gd name="T41" fmla="*/ 2 h 195"/>
              <a:gd name="T42" fmla="*/ 127 w 217"/>
              <a:gd name="T43" fmla="*/ 194 h 195"/>
              <a:gd name="T44" fmla="*/ 90 w 217"/>
              <a:gd name="T45" fmla="*/ 180 h 195"/>
              <a:gd name="T46" fmla="*/ 96 w 217"/>
              <a:gd name="T47" fmla="*/ 162 h 195"/>
              <a:gd name="T48" fmla="*/ 104 w 217"/>
              <a:gd name="T49" fmla="*/ 133 h 195"/>
              <a:gd name="T50" fmla="*/ 111 w 217"/>
              <a:gd name="T51" fmla="*/ 108 h 195"/>
              <a:gd name="T52" fmla="*/ 148 w 217"/>
              <a:gd name="T53" fmla="*/ 122 h 195"/>
              <a:gd name="T54" fmla="*/ 193 w 217"/>
              <a:gd name="T55" fmla="*/ 113 h 195"/>
              <a:gd name="T56" fmla="*/ 187 w 217"/>
              <a:gd name="T57" fmla="*/ 132 h 195"/>
              <a:gd name="T58" fmla="*/ 178 w 217"/>
              <a:gd name="T59" fmla="*/ 163 h 195"/>
              <a:gd name="T60" fmla="*/ 172 w 217"/>
              <a:gd name="T61" fmla="*/ 185 h 195"/>
              <a:gd name="T62" fmla="*/ 171 w 217"/>
              <a:gd name="T63" fmla="*/ 107 h 195"/>
              <a:gd name="T64" fmla="*/ 133 w 217"/>
              <a:gd name="T65" fmla="*/ 105 h 195"/>
              <a:gd name="T66" fmla="*/ 116 w 217"/>
              <a:gd name="T67" fmla="*/ 88 h 195"/>
              <a:gd name="T68" fmla="*/ 124 w 217"/>
              <a:gd name="T69" fmla="*/ 62 h 195"/>
              <a:gd name="T70" fmla="*/ 132 w 217"/>
              <a:gd name="T71" fmla="*/ 33 h 195"/>
              <a:gd name="T72" fmla="*/ 154 w 217"/>
              <a:gd name="T73" fmla="*/ 32 h 195"/>
              <a:gd name="T74" fmla="*/ 193 w 217"/>
              <a:gd name="T75" fmla="*/ 35 h 195"/>
              <a:gd name="T76" fmla="*/ 215 w 217"/>
              <a:gd name="T77" fmla="*/ 34 h 195"/>
              <a:gd name="T78" fmla="*/ 207 w 217"/>
              <a:gd name="T79" fmla="*/ 62 h 195"/>
              <a:gd name="T80" fmla="*/ 198 w 217"/>
              <a:gd name="T81" fmla="*/ 91 h 195"/>
              <a:gd name="T82" fmla="*/ 171 w 217"/>
              <a:gd name="T83" fmla="*/ 107 h 1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217" h="195">
                <a:moveTo>
                  <a:pt x="46" y="88"/>
                </a:moveTo>
                <a:cubicBezTo>
                  <a:pt x="53" y="86"/>
                  <a:pt x="60" y="86"/>
                  <a:pt x="66" y="86"/>
                </a:cubicBezTo>
                <a:cubicBezTo>
                  <a:pt x="72" y="87"/>
                  <a:pt x="78" y="88"/>
                  <a:pt x="84" y="91"/>
                </a:cubicBezTo>
                <a:cubicBezTo>
                  <a:pt x="90" y="93"/>
                  <a:pt x="96" y="96"/>
                  <a:pt x="102" y="100"/>
                </a:cubicBezTo>
                <a:cubicBezTo>
                  <a:pt x="102" y="102"/>
                  <a:pt x="101" y="104"/>
                  <a:pt x="101" y="107"/>
                </a:cubicBezTo>
                <a:cubicBezTo>
                  <a:pt x="100" y="110"/>
                  <a:pt x="98" y="114"/>
                  <a:pt x="97" y="119"/>
                </a:cubicBezTo>
                <a:cubicBezTo>
                  <a:pt x="96" y="123"/>
                  <a:pt x="95" y="128"/>
                  <a:pt x="93" y="133"/>
                </a:cubicBezTo>
                <a:cubicBezTo>
                  <a:pt x="92" y="138"/>
                  <a:pt x="90" y="143"/>
                  <a:pt x="89" y="148"/>
                </a:cubicBezTo>
                <a:cubicBezTo>
                  <a:pt x="87" y="153"/>
                  <a:pt x="86" y="158"/>
                  <a:pt x="85" y="162"/>
                </a:cubicBezTo>
                <a:cubicBezTo>
                  <a:pt x="83" y="166"/>
                  <a:pt x="82" y="170"/>
                  <a:pt x="81" y="173"/>
                </a:cubicBezTo>
                <a:cubicBezTo>
                  <a:pt x="75" y="169"/>
                  <a:pt x="69" y="165"/>
                  <a:pt x="63" y="163"/>
                </a:cubicBezTo>
                <a:cubicBezTo>
                  <a:pt x="57" y="160"/>
                  <a:pt x="51" y="159"/>
                  <a:pt x="45" y="159"/>
                </a:cubicBezTo>
                <a:cubicBezTo>
                  <a:pt x="38" y="158"/>
                  <a:pt x="31" y="159"/>
                  <a:pt x="24" y="160"/>
                </a:cubicBezTo>
                <a:cubicBezTo>
                  <a:pt x="17" y="162"/>
                  <a:pt x="9" y="164"/>
                  <a:pt x="0" y="168"/>
                </a:cubicBezTo>
                <a:cubicBezTo>
                  <a:pt x="0" y="167"/>
                  <a:pt x="1" y="164"/>
                  <a:pt x="2" y="161"/>
                </a:cubicBezTo>
                <a:cubicBezTo>
                  <a:pt x="3" y="157"/>
                  <a:pt x="4" y="153"/>
                  <a:pt x="6" y="148"/>
                </a:cubicBezTo>
                <a:cubicBezTo>
                  <a:pt x="7" y="143"/>
                  <a:pt x="9" y="138"/>
                  <a:pt x="10" y="133"/>
                </a:cubicBezTo>
                <a:cubicBezTo>
                  <a:pt x="12" y="127"/>
                  <a:pt x="13" y="122"/>
                  <a:pt x="15" y="117"/>
                </a:cubicBezTo>
                <a:cubicBezTo>
                  <a:pt x="16" y="112"/>
                  <a:pt x="17" y="108"/>
                  <a:pt x="18" y="104"/>
                </a:cubicBezTo>
                <a:cubicBezTo>
                  <a:pt x="20" y="100"/>
                  <a:pt x="20" y="97"/>
                  <a:pt x="21" y="95"/>
                </a:cubicBezTo>
                <a:cubicBezTo>
                  <a:pt x="30" y="92"/>
                  <a:pt x="38" y="89"/>
                  <a:pt x="46" y="88"/>
                </a:cubicBezTo>
                <a:close/>
                <a:moveTo>
                  <a:pt x="70" y="2"/>
                </a:moveTo>
                <a:cubicBezTo>
                  <a:pt x="77" y="1"/>
                  <a:pt x="84" y="0"/>
                  <a:pt x="90" y="1"/>
                </a:cubicBezTo>
                <a:cubicBezTo>
                  <a:pt x="96" y="1"/>
                  <a:pt x="102" y="3"/>
                  <a:pt x="108" y="5"/>
                </a:cubicBezTo>
                <a:cubicBezTo>
                  <a:pt x="114" y="7"/>
                  <a:pt x="120" y="11"/>
                  <a:pt x="127" y="15"/>
                </a:cubicBezTo>
                <a:cubicBezTo>
                  <a:pt x="126" y="16"/>
                  <a:pt x="126" y="18"/>
                  <a:pt x="125" y="22"/>
                </a:cubicBezTo>
                <a:cubicBezTo>
                  <a:pt x="124" y="25"/>
                  <a:pt x="123" y="29"/>
                  <a:pt x="121" y="33"/>
                </a:cubicBezTo>
                <a:cubicBezTo>
                  <a:pt x="120" y="38"/>
                  <a:pt x="119" y="42"/>
                  <a:pt x="117" y="47"/>
                </a:cubicBezTo>
                <a:cubicBezTo>
                  <a:pt x="116" y="53"/>
                  <a:pt x="114" y="58"/>
                  <a:pt x="113" y="63"/>
                </a:cubicBezTo>
                <a:cubicBezTo>
                  <a:pt x="111" y="68"/>
                  <a:pt x="110" y="72"/>
                  <a:pt x="109" y="77"/>
                </a:cubicBezTo>
                <a:cubicBezTo>
                  <a:pt x="107" y="81"/>
                  <a:pt x="106" y="84"/>
                  <a:pt x="106" y="87"/>
                </a:cubicBezTo>
                <a:cubicBezTo>
                  <a:pt x="99" y="83"/>
                  <a:pt x="93" y="80"/>
                  <a:pt x="87" y="77"/>
                </a:cubicBezTo>
                <a:cubicBezTo>
                  <a:pt x="81" y="75"/>
                  <a:pt x="75" y="74"/>
                  <a:pt x="69" y="73"/>
                </a:cubicBezTo>
                <a:cubicBezTo>
                  <a:pt x="62" y="73"/>
                  <a:pt x="56" y="73"/>
                  <a:pt x="48" y="75"/>
                </a:cubicBezTo>
                <a:cubicBezTo>
                  <a:pt x="41" y="76"/>
                  <a:pt x="33" y="79"/>
                  <a:pt x="24" y="82"/>
                </a:cubicBezTo>
                <a:cubicBezTo>
                  <a:pt x="24" y="81"/>
                  <a:pt x="25" y="79"/>
                  <a:pt x="26" y="75"/>
                </a:cubicBezTo>
                <a:cubicBezTo>
                  <a:pt x="27" y="72"/>
                  <a:pt x="28" y="67"/>
                  <a:pt x="30" y="63"/>
                </a:cubicBezTo>
                <a:cubicBezTo>
                  <a:pt x="31" y="58"/>
                  <a:pt x="33" y="53"/>
                  <a:pt x="34" y="47"/>
                </a:cubicBezTo>
                <a:cubicBezTo>
                  <a:pt x="36" y="42"/>
                  <a:pt x="37" y="37"/>
                  <a:pt x="39" y="32"/>
                </a:cubicBezTo>
                <a:cubicBezTo>
                  <a:pt x="40" y="27"/>
                  <a:pt x="41" y="22"/>
                  <a:pt x="43" y="18"/>
                </a:cubicBezTo>
                <a:cubicBezTo>
                  <a:pt x="44" y="14"/>
                  <a:pt x="45" y="11"/>
                  <a:pt x="45" y="10"/>
                </a:cubicBezTo>
                <a:cubicBezTo>
                  <a:pt x="54" y="6"/>
                  <a:pt x="63" y="4"/>
                  <a:pt x="70" y="2"/>
                </a:cubicBezTo>
                <a:close/>
                <a:moveTo>
                  <a:pt x="147" y="193"/>
                </a:moveTo>
                <a:cubicBezTo>
                  <a:pt x="140" y="194"/>
                  <a:pt x="133" y="195"/>
                  <a:pt x="127" y="194"/>
                </a:cubicBezTo>
                <a:cubicBezTo>
                  <a:pt x="121" y="194"/>
                  <a:pt x="115" y="192"/>
                  <a:pt x="109" y="190"/>
                </a:cubicBezTo>
                <a:cubicBezTo>
                  <a:pt x="103" y="188"/>
                  <a:pt x="97" y="184"/>
                  <a:pt x="90" y="180"/>
                </a:cubicBezTo>
                <a:cubicBezTo>
                  <a:pt x="91" y="179"/>
                  <a:pt x="91" y="177"/>
                  <a:pt x="92" y="173"/>
                </a:cubicBezTo>
                <a:cubicBezTo>
                  <a:pt x="93" y="170"/>
                  <a:pt x="94" y="166"/>
                  <a:pt x="96" y="162"/>
                </a:cubicBezTo>
                <a:cubicBezTo>
                  <a:pt x="97" y="158"/>
                  <a:pt x="98" y="153"/>
                  <a:pt x="100" y="148"/>
                </a:cubicBezTo>
                <a:cubicBezTo>
                  <a:pt x="101" y="142"/>
                  <a:pt x="103" y="137"/>
                  <a:pt x="104" y="133"/>
                </a:cubicBezTo>
                <a:cubicBezTo>
                  <a:pt x="106" y="128"/>
                  <a:pt x="107" y="123"/>
                  <a:pt x="108" y="119"/>
                </a:cubicBezTo>
                <a:cubicBezTo>
                  <a:pt x="109" y="114"/>
                  <a:pt x="111" y="111"/>
                  <a:pt x="111" y="108"/>
                </a:cubicBezTo>
                <a:cubicBezTo>
                  <a:pt x="118" y="112"/>
                  <a:pt x="124" y="115"/>
                  <a:pt x="130" y="118"/>
                </a:cubicBezTo>
                <a:cubicBezTo>
                  <a:pt x="136" y="120"/>
                  <a:pt x="142" y="122"/>
                  <a:pt x="148" y="122"/>
                </a:cubicBezTo>
                <a:cubicBezTo>
                  <a:pt x="155" y="122"/>
                  <a:pt x="161" y="122"/>
                  <a:pt x="169" y="120"/>
                </a:cubicBezTo>
                <a:cubicBezTo>
                  <a:pt x="176" y="119"/>
                  <a:pt x="184" y="116"/>
                  <a:pt x="193" y="113"/>
                </a:cubicBezTo>
                <a:cubicBezTo>
                  <a:pt x="193" y="114"/>
                  <a:pt x="192" y="116"/>
                  <a:pt x="191" y="120"/>
                </a:cubicBezTo>
                <a:cubicBezTo>
                  <a:pt x="190" y="123"/>
                  <a:pt x="189" y="128"/>
                  <a:pt x="187" y="132"/>
                </a:cubicBezTo>
                <a:cubicBezTo>
                  <a:pt x="186" y="137"/>
                  <a:pt x="184" y="142"/>
                  <a:pt x="183" y="148"/>
                </a:cubicBezTo>
                <a:cubicBezTo>
                  <a:pt x="181" y="153"/>
                  <a:pt x="180" y="159"/>
                  <a:pt x="178" y="163"/>
                </a:cubicBezTo>
                <a:cubicBezTo>
                  <a:pt x="177" y="168"/>
                  <a:pt x="176" y="173"/>
                  <a:pt x="174" y="177"/>
                </a:cubicBezTo>
                <a:cubicBezTo>
                  <a:pt x="173" y="181"/>
                  <a:pt x="172" y="184"/>
                  <a:pt x="172" y="185"/>
                </a:cubicBezTo>
                <a:cubicBezTo>
                  <a:pt x="163" y="189"/>
                  <a:pt x="154" y="191"/>
                  <a:pt x="147" y="193"/>
                </a:cubicBezTo>
                <a:close/>
                <a:moveTo>
                  <a:pt x="171" y="107"/>
                </a:moveTo>
                <a:cubicBezTo>
                  <a:pt x="164" y="109"/>
                  <a:pt x="157" y="109"/>
                  <a:pt x="151" y="109"/>
                </a:cubicBezTo>
                <a:cubicBezTo>
                  <a:pt x="145" y="108"/>
                  <a:pt x="139" y="107"/>
                  <a:pt x="133" y="105"/>
                </a:cubicBezTo>
                <a:cubicBezTo>
                  <a:pt x="127" y="102"/>
                  <a:pt x="121" y="99"/>
                  <a:pt x="115" y="95"/>
                </a:cubicBezTo>
                <a:cubicBezTo>
                  <a:pt x="115" y="93"/>
                  <a:pt x="116" y="91"/>
                  <a:pt x="116" y="88"/>
                </a:cubicBezTo>
                <a:cubicBezTo>
                  <a:pt x="117" y="85"/>
                  <a:pt x="119" y="81"/>
                  <a:pt x="120" y="76"/>
                </a:cubicBezTo>
                <a:cubicBezTo>
                  <a:pt x="121" y="72"/>
                  <a:pt x="122" y="67"/>
                  <a:pt x="124" y="62"/>
                </a:cubicBezTo>
                <a:cubicBezTo>
                  <a:pt x="125" y="57"/>
                  <a:pt x="127" y="52"/>
                  <a:pt x="128" y="47"/>
                </a:cubicBezTo>
                <a:cubicBezTo>
                  <a:pt x="130" y="42"/>
                  <a:pt x="131" y="37"/>
                  <a:pt x="132" y="33"/>
                </a:cubicBezTo>
                <a:cubicBezTo>
                  <a:pt x="134" y="29"/>
                  <a:pt x="135" y="25"/>
                  <a:pt x="136" y="22"/>
                </a:cubicBezTo>
                <a:cubicBezTo>
                  <a:pt x="142" y="27"/>
                  <a:pt x="148" y="30"/>
                  <a:pt x="154" y="32"/>
                </a:cubicBezTo>
                <a:cubicBezTo>
                  <a:pt x="160" y="35"/>
                  <a:pt x="166" y="36"/>
                  <a:pt x="172" y="36"/>
                </a:cubicBezTo>
                <a:cubicBezTo>
                  <a:pt x="179" y="37"/>
                  <a:pt x="186" y="36"/>
                  <a:pt x="193" y="35"/>
                </a:cubicBezTo>
                <a:cubicBezTo>
                  <a:pt x="200" y="33"/>
                  <a:pt x="208" y="31"/>
                  <a:pt x="217" y="27"/>
                </a:cubicBezTo>
                <a:cubicBezTo>
                  <a:pt x="217" y="28"/>
                  <a:pt x="216" y="31"/>
                  <a:pt x="215" y="34"/>
                </a:cubicBezTo>
                <a:cubicBezTo>
                  <a:pt x="214" y="38"/>
                  <a:pt x="213" y="42"/>
                  <a:pt x="211" y="47"/>
                </a:cubicBezTo>
                <a:cubicBezTo>
                  <a:pt x="210" y="52"/>
                  <a:pt x="208" y="57"/>
                  <a:pt x="207" y="62"/>
                </a:cubicBezTo>
                <a:cubicBezTo>
                  <a:pt x="205" y="68"/>
                  <a:pt x="204" y="73"/>
                  <a:pt x="202" y="78"/>
                </a:cubicBezTo>
                <a:cubicBezTo>
                  <a:pt x="201" y="83"/>
                  <a:pt x="200" y="87"/>
                  <a:pt x="198" y="91"/>
                </a:cubicBezTo>
                <a:cubicBezTo>
                  <a:pt x="197" y="95"/>
                  <a:pt x="196" y="98"/>
                  <a:pt x="196" y="100"/>
                </a:cubicBezTo>
                <a:cubicBezTo>
                  <a:pt x="187" y="103"/>
                  <a:pt x="179" y="106"/>
                  <a:pt x="171" y="10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26" name="Freeform 128"/>
          <p:cNvSpPr>
            <a:spLocks noEditPoints="1"/>
          </p:cNvSpPr>
          <p:nvPr/>
        </p:nvSpPr>
        <p:spPr bwMode="auto">
          <a:xfrm>
            <a:off x="6885475" y="4428957"/>
            <a:ext cx="267123" cy="295353"/>
          </a:xfrm>
          <a:custGeom>
            <a:avLst/>
            <a:gdLst>
              <a:gd name="T0" fmla="*/ 67 w 187"/>
              <a:gd name="T1" fmla="*/ 24 h 205"/>
              <a:gd name="T2" fmla="*/ 68 w 187"/>
              <a:gd name="T3" fmla="*/ 24 h 205"/>
              <a:gd name="T4" fmla="*/ 68 w 187"/>
              <a:gd name="T5" fmla="*/ 61 h 205"/>
              <a:gd name="T6" fmla="*/ 68 w 187"/>
              <a:gd name="T7" fmla="*/ 98 h 205"/>
              <a:gd name="T8" fmla="*/ 42 w 187"/>
              <a:gd name="T9" fmla="*/ 98 h 205"/>
              <a:gd name="T10" fmla="*/ 16 w 187"/>
              <a:gd name="T11" fmla="*/ 99 h 205"/>
              <a:gd name="T12" fmla="*/ 13 w 187"/>
              <a:gd name="T13" fmla="*/ 99 h 205"/>
              <a:gd name="T14" fmla="*/ 7 w 187"/>
              <a:gd name="T15" fmla="*/ 99 h 205"/>
              <a:gd name="T16" fmla="*/ 2 w 187"/>
              <a:gd name="T17" fmla="*/ 99 h 205"/>
              <a:gd name="T18" fmla="*/ 0 w 187"/>
              <a:gd name="T19" fmla="*/ 98 h 205"/>
              <a:gd name="T20" fmla="*/ 0 w 187"/>
              <a:gd name="T21" fmla="*/ 37 h 205"/>
              <a:gd name="T22" fmla="*/ 33 w 187"/>
              <a:gd name="T23" fmla="*/ 30 h 205"/>
              <a:gd name="T24" fmla="*/ 66 w 187"/>
              <a:gd name="T25" fmla="*/ 24 h 205"/>
              <a:gd name="T26" fmla="*/ 67 w 187"/>
              <a:gd name="T27" fmla="*/ 24 h 205"/>
              <a:gd name="T28" fmla="*/ 34 w 187"/>
              <a:gd name="T29" fmla="*/ 107 h 205"/>
              <a:gd name="T30" fmla="*/ 68 w 187"/>
              <a:gd name="T31" fmla="*/ 107 h 205"/>
              <a:gd name="T32" fmla="*/ 68 w 187"/>
              <a:gd name="T33" fmla="*/ 144 h 205"/>
              <a:gd name="T34" fmla="*/ 68 w 187"/>
              <a:gd name="T35" fmla="*/ 181 h 205"/>
              <a:gd name="T36" fmla="*/ 67 w 187"/>
              <a:gd name="T37" fmla="*/ 181 h 205"/>
              <a:gd name="T38" fmla="*/ 67 w 187"/>
              <a:gd name="T39" fmla="*/ 181 h 205"/>
              <a:gd name="T40" fmla="*/ 33 w 187"/>
              <a:gd name="T41" fmla="*/ 175 h 205"/>
              <a:gd name="T42" fmla="*/ 0 w 187"/>
              <a:gd name="T43" fmla="*/ 168 h 205"/>
              <a:gd name="T44" fmla="*/ 0 w 187"/>
              <a:gd name="T45" fmla="*/ 137 h 205"/>
              <a:gd name="T46" fmla="*/ 0 w 187"/>
              <a:gd name="T47" fmla="*/ 106 h 205"/>
              <a:gd name="T48" fmla="*/ 34 w 187"/>
              <a:gd name="T49" fmla="*/ 107 h 205"/>
              <a:gd name="T50" fmla="*/ 77 w 187"/>
              <a:gd name="T51" fmla="*/ 22 h 205"/>
              <a:gd name="T52" fmla="*/ 131 w 187"/>
              <a:gd name="T53" fmla="*/ 11 h 205"/>
              <a:gd name="T54" fmla="*/ 186 w 187"/>
              <a:gd name="T55" fmla="*/ 0 h 205"/>
              <a:gd name="T56" fmla="*/ 186 w 187"/>
              <a:gd name="T57" fmla="*/ 1 h 205"/>
              <a:gd name="T58" fmla="*/ 186 w 187"/>
              <a:gd name="T59" fmla="*/ 12 h 205"/>
              <a:gd name="T60" fmla="*/ 186 w 187"/>
              <a:gd name="T61" fmla="*/ 24 h 205"/>
              <a:gd name="T62" fmla="*/ 186 w 187"/>
              <a:gd name="T63" fmla="*/ 75 h 205"/>
              <a:gd name="T64" fmla="*/ 186 w 187"/>
              <a:gd name="T65" fmla="*/ 80 h 205"/>
              <a:gd name="T66" fmla="*/ 187 w 187"/>
              <a:gd name="T67" fmla="*/ 87 h 205"/>
              <a:gd name="T68" fmla="*/ 187 w 187"/>
              <a:gd name="T69" fmla="*/ 93 h 205"/>
              <a:gd name="T70" fmla="*/ 186 w 187"/>
              <a:gd name="T71" fmla="*/ 97 h 205"/>
              <a:gd name="T72" fmla="*/ 131 w 187"/>
              <a:gd name="T73" fmla="*/ 97 h 205"/>
              <a:gd name="T74" fmla="*/ 77 w 187"/>
              <a:gd name="T75" fmla="*/ 98 h 205"/>
              <a:gd name="T76" fmla="*/ 77 w 187"/>
              <a:gd name="T77" fmla="*/ 22 h 205"/>
              <a:gd name="T78" fmla="*/ 131 w 187"/>
              <a:gd name="T79" fmla="*/ 194 h 205"/>
              <a:gd name="T80" fmla="*/ 77 w 187"/>
              <a:gd name="T81" fmla="*/ 183 h 205"/>
              <a:gd name="T82" fmla="*/ 77 w 187"/>
              <a:gd name="T83" fmla="*/ 107 h 205"/>
              <a:gd name="T84" fmla="*/ 77 w 187"/>
              <a:gd name="T85" fmla="*/ 107 h 205"/>
              <a:gd name="T86" fmla="*/ 186 w 187"/>
              <a:gd name="T87" fmla="*/ 108 h 205"/>
              <a:gd name="T88" fmla="*/ 186 w 187"/>
              <a:gd name="T89" fmla="*/ 205 h 205"/>
              <a:gd name="T90" fmla="*/ 131 w 187"/>
              <a:gd name="T91" fmla="*/ 194 h 2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87" h="205">
                <a:moveTo>
                  <a:pt x="67" y="24"/>
                </a:moveTo>
                <a:cubicBezTo>
                  <a:pt x="67" y="24"/>
                  <a:pt x="68" y="24"/>
                  <a:pt x="68" y="24"/>
                </a:cubicBezTo>
                <a:cubicBezTo>
                  <a:pt x="68" y="36"/>
                  <a:pt x="68" y="49"/>
                  <a:pt x="68" y="61"/>
                </a:cubicBezTo>
                <a:cubicBezTo>
                  <a:pt x="68" y="73"/>
                  <a:pt x="68" y="86"/>
                  <a:pt x="68" y="98"/>
                </a:cubicBezTo>
                <a:cubicBezTo>
                  <a:pt x="59" y="98"/>
                  <a:pt x="50" y="98"/>
                  <a:pt x="42" y="98"/>
                </a:cubicBezTo>
                <a:cubicBezTo>
                  <a:pt x="33" y="98"/>
                  <a:pt x="25" y="99"/>
                  <a:pt x="16" y="99"/>
                </a:cubicBezTo>
                <a:cubicBezTo>
                  <a:pt x="16" y="99"/>
                  <a:pt x="14" y="99"/>
                  <a:pt x="13" y="99"/>
                </a:cubicBezTo>
                <a:cubicBezTo>
                  <a:pt x="11" y="99"/>
                  <a:pt x="9" y="99"/>
                  <a:pt x="7" y="99"/>
                </a:cubicBezTo>
                <a:cubicBezTo>
                  <a:pt x="5" y="99"/>
                  <a:pt x="4" y="99"/>
                  <a:pt x="2" y="99"/>
                </a:cubicBezTo>
                <a:cubicBezTo>
                  <a:pt x="1" y="99"/>
                  <a:pt x="0" y="99"/>
                  <a:pt x="0" y="98"/>
                </a:cubicBezTo>
                <a:cubicBezTo>
                  <a:pt x="0" y="37"/>
                  <a:pt x="0" y="37"/>
                  <a:pt x="0" y="37"/>
                </a:cubicBezTo>
                <a:cubicBezTo>
                  <a:pt x="11" y="35"/>
                  <a:pt x="22" y="33"/>
                  <a:pt x="33" y="30"/>
                </a:cubicBezTo>
                <a:cubicBezTo>
                  <a:pt x="44" y="28"/>
                  <a:pt x="55" y="26"/>
                  <a:pt x="66" y="24"/>
                </a:cubicBezTo>
                <a:cubicBezTo>
                  <a:pt x="67" y="24"/>
                  <a:pt x="67" y="24"/>
                  <a:pt x="67" y="24"/>
                </a:cubicBezTo>
                <a:close/>
                <a:moveTo>
                  <a:pt x="34" y="107"/>
                </a:moveTo>
                <a:cubicBezTo>
                  <a:pt x="45" y="107"/>
                  <a:pt x="56" y="107"/>
                  <a:pt x="68" y="107"/>
                </a:cubicBezTo>
                <a:cubicBezTo>
                  <a:pt x="68" y="119"/>
                  <a:pt x="68" y="132"/>
                  <a:pt x="68" y="144"/>
                </a:cubicBezTo>
                <a:cubicBezTo>
                  <a:pt x="68" y="156"/>
                  <a:pt x="68" y="169"/>
                  <a:pt x="68" y="181"/>
                </a:cubicBezTo>
                <a:cubicBezTo>
                  <a:pt x="68" y="181"/>
                  <a:pt x="67" y="181"/>
                  <a:pt x="67" y="181"/>
                </a:cubicBezTo>
                <a:cubicBezTo>
                  <a:pt x="67" y="181"/>
                  <a:pt x="67" y="181"/>
                  <a:pt x="67" y="181"/>
                </a:cubicBezTo>
                <a:cubicBezTo>
                  <a:pt x="56" y="179"/>
                  <a:pt x="45" y="177"/>
                  <a:pt x="33" y="175"/>
                </a:cubicBezTo>
                <a:cubicBezTo>
                  <a:pt x="22" y="172"/>
                  <a:pt x="11" y="170"/>
                  <a:pt x="0" y="168"/>
                </a:cubicBezTo>
                <a:cubicBezTo>
                  <a:pt x="0" y="157"/>
                  <a:pt x="0" y="147"/>
                  <a:pt x="0" y="137"/>
                </a:cubicBezTo>
                <a:cubicBezTo>
                  <a:pt x="0" y="127"/>
                  <a:pt x="0" y="116"/>
                  <a:pt x="0" y="106"/>
                </a:cubicBezTo>
                <a:cubicBezTo>
                  <a:pt x="11" y="106"/>
                  <a:pt x="22" y="106"/>
                  <a:pt x="34" y="107"/>
                </a:cubicBezTo>
                <a:close/>
                <a:moveTo>
                  <a:pt x="77" y="22"/>
                </a:moveTo>
                <a:cubicBezTo>
                  <a:pt x="95" y="18"/>
                  <a:pt x="113" y="14"/>
                  <a:pt x="131" y="11"/>
                </a:cubicBezTo>
                <a:cubicBezTo>
                  <a:pt x="149" y="7"/>
                  <a:pt x="168" y="4"/>
                  <a:pt x="186" y="0"/>
                </a:cubicBezTo>
                <a:cubicBezTo>
                  <a:pt x="186" y="1"/>
                  <a:pt x="186" y="1"/>
                  <a:pt x="186" y="1"/>
                </a:cubicBezTo>
                <a:cubicBezTo>
                  <a:pt x="186" y="4"/>
                  <a:pt x="186" y="8"/>
                  <a:pt x="186" y="12"/>
                </a:cubicBezTo>
                <a:cubicBezTo>
                  <a:pt x="186" y="16"/>
                  <a:pt x="186" y="20"/>
                  <a:pt x="186" y="24"/>
                </a:cubicBezTo>
                <a:cubicBezTo>
                  <a:pt x="186" y="75"/>
                  <a:pt x="186" y="75"/>
                  <a:pt x="186" y="75"/>
                </a:cubicBezTo>
                <a:cubicBezTo>
                  <a:pt x="186" y="77"/>
                  <a:pt x="186" y="78"/>
                  <a:pt x="186" y="80"/>
                </a:cubicBezTo>
                <a:cubicBezTo>
                  <a:pt x="187" y="82"/>
                  <a:pt x="187" y="85"/>
                  <a:pt x="187" y="87"/>
                </a:cubicBezTo>
                <a:cubicBezTo>
                  <a:pt x="187" y="89"/>
                  <a:pt x="187" y="91"/>
                  <a:pt x="187" y="93"/>
                </a:cubicBezTo>
                <a:cubicBezTo>
                  <a:pt x="186" y="94"/>
                  <a:pt x="186" y="96"/>
                  <a:pt x="186" y="97"/>
                </a:cubicBezTo>
                <a:cubicBezTo>
                  <a:pt x="167" y="97"/>
                  <a:pt x="149" y="97"/>
                  <a:pt x="131" y="97"/>
                </a:cubicBezTo>
                <a:cubicBezTo>
                  <a:pt x="113" y="98"/>
                  <a:pt x="95" y="98"/>
                  <a:pt x="77" y="98"/>
                </a:cubicBezTo>
                <a:lnTo>
                  <a:pt x="77" y="22"/>
                </a:lnTo>
                <a:close/>
                <a:moveTo>
                  <a:pt x="131" y="194"/>
                </a:moveTo>
                <a:cubicBezTo>
                  <a:pt x="113" y="190"/>
                  <a:pt x="95" y="187"/>
                  <a:pt x="77" y="183"/>
                </a:cubicBezTo>
                <a:cubicBezTo>
                  <a:pt x="77" y="107"/>
                  <a:pt x="77" y="107"/>
                  <a:pt x="77" y="107"/>
                </a:cubicBezTo>
                <a:cubicBezTo>
                  <a:pt x="77" y="107"/>
                  <a:pt x="77" y="107"/>
                  <a:pt x="77" y="107"/>
                </a:cubicBezTo>
                <a:cubicBezTo>
                  <a:pt x="186" y="108"/>
                  <a:pt x="186" y="108"/>
                  <a:pt x="186" y="108"/>
                </a:cubicBezTo>
                <a:cubicBezTo>
                  <a:pt x="186" y="205"/>
                  <a:pt x="186" y="205"/>
                  <a:pt x="186" y="205"/>
                </a:cubicBezTo>
                <a:cubicBezTo>
                  <a:pt x="168" y="201"/>
                  <a:pt x="150" y="198"/>
                  <a:pt x="131" y="19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27" name="Freeform 129"/>
          <p:cNvSpPr>
            <a:spLocks noEditPoints="1"/>
          </p:cNvSpPr>
          <p:nvPr/>
        </p:nvSpPr>
        <p:spPr bwMode="auto">
          <a:xfrm>
            <a:off x="7411031" y="4431129"/>
            <a:ext cx="236717" cy="288839"/>
          </a:xfrm>
          <a:custGeom>
            <a:avLst/>
            <a:gdLst>
              <a:gd name="T0" fmla="*/ 153 w 165"/>
              <a:gd name="T1" fmla="*/ 60 h 202"/>
              <a:gd name="T2" fmla="*/ 158 w 165"/>
              <a:gd name="T3" fmla="*/ 66 h 202"/>
              <a:gd name="T4" fmla="*/ 160 w 165"/>
              <a:gd name="T5" fmla="*/ 69 h 202"/>
              <a:gd name="T6" fmla="*/ 156 w 165"/>
              <a:gd name="T7" fmla="*/ 71 h 202"/>
              <a:gd name="T8" fmla="*/ 151 w 165"/>
              <a:gd name="T9" fmla="*/ 75 h 202"/>
              <a:gd name="T10" fmla="*/ 149 w 165"/>
              <a:gd name="T11" fmla="*/ 78 h 202"/>
              <a:gd name="T12" fmla="*/ 146 w 165"/>
              <a:gd name="T13" fmla="*/ 82 h 202"/>
              <a:gd name="T14" fmla="*/ 139 w 165"/>
              <a:gd name="T15" fmla="*/ 98 h 202"/>
              <a:gd name="T16" fmla="*/ 138 w 165"/>
              <a:gd name="T17" fmla="*/ 104 h 202"/>
              <a:gd name="T18" fmla="*/ 138 w 165"/>
              <a:gd name="T19" fmla="*/ 111 h 202"/>
              <a:gd name="T20" fmla="*/ 140 w 165"/>
              <a:gd name="T21" fmla="*/ 120 h 202"/>
              <a:gd name="T22" fmla="*/ 146 w 165"/>
              <a:gd name="T23" fmla="*/ 133 h 202"/>
              <a:gd name="T24" fmla="*/ 159 w 165"/>
              <a:gd name="T25" fmla="*/ 145 h 202"/>
              <a:gd name="T26" fmla="*/ 162 w 165"/>
              <a:gd name="T27" fmla="*/ 147 h 202"/>
              <a:gd name="T28" fmla="*/ 165 w 165"/>
              <a:gd name="T29" fmla="*/ 149 h 202"/>
              <a:gd name="T30" fmla="*/ 163 w 165"/>
              <a:gd name="T31" fmla="*/ 154 h 202"/>
              <a:gd name="T32" fmla="*/ 159 w 165"/>
              <a:gd name="T33" fmla="*/ 164 h 202"/>
              <a:gd name="T34" fmla="*/ 146 w 165"/>
              <a:gd name="T35" fmla="*/ 185 h 202"/>
              <a:gd name="T36" fmla="*/ 128 w 165"/>
              <a:gd name="T37" fmla="*/ 201 h 202"/>
              <a:gd name="T38" fmla="*/ 112 w 165"/>
              <a:gd name="T39" fmla="*/ 201 h 202"/>
              <a:gd name="T40" fmla="*/ 99 w 165"/>
              <a:gd name="T41" fmla="*/ 196 h 202"/>
              <a:gd name="T42" fmla="*/ 88 w 165"/>
              <a:gd name="T43" fmla="*/ 194 h 202"/>
              <a:gd name="T44" fmla="*/ 80 w 165"/>
              <a:gd name="T45" fmla="*/ 195 h 202"/>
              <a:gd name="T46" fmla="*/ 71 w 165"/>
              <a:gd name="T47" fmla="*/ 197 h 202"/>
              <a:gd name="T48" fmla="*/ 61 w 165"/>
              <a:gd name="T49" fmla="*/ 201 h 202"/>
              <a:gd name="T50" fmla="*/ 48 w 165"/>
              <a:gd name="T51" fmla="*/ 202 h 202"/>
              <a:gd name="T52" fmla="*/ 27 w 165"/>
              <a:gd name="T53" fmla="*/ 185 h 202"/>
              <a:gd name="T54" fmla="*/ 16 w 165"/>
              <a:gd name="T55" fmla="*/ 168 h 202"/>
              <a:gd name="T56" fmla="*/ 7 w 165"/>
              <a:gd name="T57" fmla="*/ 148 h 202"/>
              <a:gd name="T58" fmla="*/ 3 w 165"/>
              <a:gd name="T59" fmla="*/ 132 h 202"/>
              <a:gd name="T60" fmla="*/ 2 w 165"/>
              <a:gd name="T61" fmla="*/ 126 h 202"/>
              <a:gd name="T62" fmla="*/ 0 w 165"/>
              <a:gd name="T63" fmla="*/ 109 h 202"/>
              <a:gd name="T64" fmla="*/ 2 w 165"/>
              <a:gd name="T65" fmla="*/ 92 h 202"/>
              <a:gd name="T66" fmla="*/ 33 w 165"/>
              <a:gd name="T67" fmla="*/ 52 h 202"/>
              <a:gd name="T68" fmla="*/ 48 w 165"/>
              <a:gd name="T69" fmla="*/ 49 h 202"/>
              <a:gd name="T70" fmla="*/ 54 w 165"/>
              <a:gd name="T71" fmla="*/ 49 h 202"/>
              <a:gd name="T72" fmla="*/ 59 w 165"/>
              <a:gd name="T73" fmla="*/ 50 h 202"/>
              <a:gd name="T74" fmla="*/ 67 w 165"/>
              <a:gd name="T75" fmla="*/ 52 h 202"/>
              <a:gd name="T76" fmla="*/ 81 w 165"/>
              <a:gd name="T77" fmla="*/ 58 h 202"/>
              <a:gd name="T78" fmla="*/ 92 w 165"/>
              <a:gd name="T79" fmla="*/ 55 h 202"/>
              <a:gd name="T80" fmla="*/ 108 w 165"/>
              <a:gd name="T81" fmla="*/ 50 h 202"/>
              <a:gd name="T82" fmla="*/ 117 w 165"/>
              <a:gd name="T83" fmla="*/ 48 h 202"/>
              <a:gd name="T84" fmla="*/ 138 w 165"/>
              <a:gd name="T85" fmla="*/ 51 h 202"/>
              <a:gd name="T86" fmla="*/ 115 w 165"/>
              <a:gd name="T87" fmla="*/ 29 h 202"/>
              <a:gd name="T88" fmla="*/ 110 w 165"/>
              <a:gd name="T89" fmla="*/ 34 h 202"/>
              <a:gd name="T90" fmla="*/ 90 w 165"/>
              <a:gd name="T91" fmla="*/ 46 h 202"/>
              <a:gd name="T92" fmla="*/ 82 w 165"/>
              <a:gd name="T93" fmla="*/ 46 h 202"/>
              <a:gd name="T94" fmla="*/ 83 w 165"/>
              <a:gd name="T95" fmla="*/ 37 h 202"/>
              <a:gd name="T96" fmla="*/ 91 w 165"/>
              <a:gd name="T97" fmla="*/ 18 h 202"/>
              <a:gd name="T98" fmla="*/ 105 w 165"/>
              <a:gd name="T99" fmla="*/ 5 h 202"/>
              <a:gd name="T100" fmla="*/ 123 w 165"/>
              <a:gd name="T101" fmla="*/ 0 h 2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65" h="202">
                <a:moveTo>
                  <a:pt x="138" y="51"/>
                </a:moveTo>
                <a:cubicBezTo>
                  <a:pt x="144" y="54"/>
                  <a:pt x="149" y="57"/>
                  <a:pt x="153" y="60"/>
                </a:cubicBezTo>
                <a:cubicBezTo>
                  <a:pt x="154" y="61"/>
                  <a:pt x="155" y="62"/>
                  <a:pt x="156" y="63"/>
                </a:cubicBezTo>
                <a:cubicBezTo>
                  <a:pt x="157" y="64"/>
                  <a:pt x="157" y="65"/>
                  <a:pt x="158" y="66"/>
                </a:cubicBezTo>
                <a:cubicBezTo>
                  <a:pt x="159" y="67"/>
                  <a:pt x="159" y="67"/>
                  <a:pt x="159" y="68"/>
                </a:cubicBezTo>
                <a:cubicBezTo>
                  <a:pt x="160" y="68"/>
                  <a:pt x="160" y="68"/>
                  <a:pt x="160" y="69"/>
                </a:cubicBezTo>
                <a:cubicBezTo>
                  <a:pt x="159" y="69"/>
                  <a:pt x="159" y="70"/>
                  <a:pt x="158" y="70"/>
                </a:cubicBezTo>
                <a:cubicBezTo>
                  <a:pt x="157" y="70"/>
                  <a:pt x="157" y="71"/>
                  <a:pt x="156" y="71"/>
                </a:cubicBezTo>
                <a:cubicBezTo>
                  <a:pt x="155" y="72"/>
                  <a:pt x="154" y="72"/>
                  <a:pt x="154" y="73"/>
                </a:cubicBezTo>
                <a:cubicBezTo>
                  <a:pt x="153" y="74"/>
                  <a:pt x="152" y="74"/>
                  <a:pt x="151" y="75"/>
                </a:cubicBezTo>
                <a:cubicBezTo>
                  <a:pt x="151" y="75"/>
                  <a:pt x="151" y="76"/>
                  <a:pt x="150" y="76"/>
                </a:cubicBezTo>
                <a:cubicBezTo>
                  <a:pt x="150" y="77"/>
                  <a:pt x="150" y="77"/>
                  <a:pt x="149" y="78"/>
                </a:cubicBezTo>
                <a:cubicBezTo>
                  <a:pt x="149" y="78"/>
                  <a:pt x="148" y="79"/>
                  <a:pt x="147" y="80"/>
                </a:cubicBezTo>
                <a:cubicBezTo>
                  <a:pt x="147" y="80"/>
                  <a:pt x="146" y="81"/>
                  <a:pt x="146" y="82"/>
                </a:cubicBezTo>
                <a:cubicBezTo>
                  <a:pt x="144" y="84"/>
                  <a:pt x="143" y="86"/>
                  <a:pt x="142" y="89"/>
                </a:cubicBezTo>
                <a:cubicBezTo>
                  <a:pt x="141" y="92"/>
                  <a:pt x="140" y="95"/>
                  <a:pt x="139" y="98"/>
                </a:cubicBezTo>
                <a:cubicBezTo>
                  <a:pt x="139" y="99"/>
                  <a:pt x="139" y="99"/>
                  <a:pt x="139" y="100"/>
                </a:cubicBezTo>
                <a:cubicBezTo>
                  <a:pt x="138" y="102"/>
                  <a:pt x="138" y="103"/>
                  <a:pt x="138" y="104"/>
                </a:cubicBezTo>
                <a:cubicBezTo>
                  <a:pt x="138" y="105"/>
                  <a:pt x="138" y="107"/>
                  <a:pt x="138" y="108"/>
                </a:cubicBezTo>
                <a:cubicBezTo>
                  <a:pt x="138" y="109"/>
                  <a:pt x="138" y="110"/>
                  <a:pt x="138" y="111"/>
                </a:cubicBezTo>
                <a:cubicBezTo>
                  <a:pt x="139" y="112"/>
                  <a:pt x="139" y="114"/>
                  <a:pt x="139" y="116"/>
                </a:cubicBezTo>
                <a:cubicBezTo>
                  <a:pt x="139" y="117"/>
                  <a:pt x="139" y="119"/>
                  <a:pt x="140" y="120"/>
                </a:cubicBezTo>
                <a:cubicBezTo>
                  <a:pt x="141" y="122"/>
                  <a:pt x="141" y="125"/>
                  <a:pt x="143" y="127"/>
                </a:cubicBezTo>
                <a:cubicBezTo>
                  <a:pt x="144" y="129"/>
                  <a:pt x="145" y="131"/>
                  <a:pt x="146" y="133"/>
                </a:cubicBezTo>
                <a:cubicBezTo>
                  <a:pt x="148" y="135"/>
                  <a:pt x="150" y="137"/>
                  <a:pt x="152" y="139"/>
                </a:cubicBezTo>
                <a:cubicBezTo>
                  <a:pt x="154" y="142"/>
                  <a:pt x="156" y="143"/>
                  <a:pt x="159" y="145"/>
                </a:cubicBezTo>
                <a:cubicBezTo>
                  <a:pt x="159" y="145"/>
                  <a:pt x="160" y="145"/>
                  <a:pt x="160" y="146"/>
                </a:cubicBezTo>
                <a:cubicBezTo>
                  <a:pt x="161" y="146"/>
                  <a:pt x="162" y="146"/>
                  <a:pt x="162" y="147"/>
                </a:cubicBezTo>
                <a:cubicBezTo>
                  <a:pt x="163" y="147"/>
                  <a:pt x="164" y="148"/>
                  <a:pt x="164" y="148"/>
                </a:cubicBezTo>
                <a:cubicBezTo>
                  <a:pt x="165" y="148"/>
                  <a:pt x="165" y="149"/>
                  <a:pt x="165" y="149"/>
                </a:cubicBezTo>
                <a:cubicBezTo>
                  <a:pt x="165" y="150"/>
                  <a:pt x="164" y="150"/>
                  <a:pt x="164" y="151"/>
                </a:cubicBezTo>
                <a:cubicBezTo>
                  <a:pt x="164" y="153"/>
                  <a:pt x="164" y="154"/>
                  <a:pt x="163" y="154"/>
                </a:cubicBezTo>
                <a:cubicBezTo>
                  <a:pt x="163" y="156"/>
                  <a:pt x="162" y="158"/>
                  <a:pt x="161" y="159"/>
                </a:cubicBezTo>
                <a:cubicBezTo>
                  <a:pt x="161" y="161"/>
                  <a:pt x="160" y="162"/>
                  <a:pt x="159" y="164"/>
                </a:cubicBezTo>
                <a:cubicBezTo>
                  <a:pt x="158" y="167"/>
                  <a:pt x="156" y="171"/>
                  <a:pt x="153" y="174"/>
                </a:cubicBezTo>
                <a:cubicBezTo>
                  <a:pt x="151" y="178"/>
                  <a:pt x="149" y="182"/>
                  <a:pt x="146" y="185"/>
                </a:cubicBezTo>
                <a:cubicBezTo>
                  <a:pt x="143" y="189"/>
                  <a:pt x="140" y="192"/>
                  <a:pt x="137" y="194"/>
                </a:cubicBezTo>
                <a:cubicBezTo>
                  <a:pt x="134" y="197"/>
                  <a:pt x="131" y="199"/>
                  <a:pt x="128" y="201"/>
                </a:cubicBezTo>
                <a:cubicBezTo>
                  <a:pt x="125" y="202"/>
                  <a:pt x="122" y="202"/>
                  <a:pt x="120" y="202"/>
                </a:cubicBezTo>
                <a:cubicBezTo>
                  <a:pt x="117" y="202"/>
                  <a:pt x="115" y="201"/>
                  <a:pt x="112" y="201"/>
                </a:cubicBezTo>
                <a:cubicBezTo>
                  <a:pt x="110" y="200"/>
                  <a:pt x="107" y="199"/>
                  <a:pt x="105" y="198"/>
                </a:cubicBezTo>
                <a:cubicBezTo>
                  <a:pt x="103" y="197"/>
                  <a:pt x="100" y="196"/>
                  <a:pt x="99" y="196"/>
                </a:cubicBezTo>
                <a:cubicBezTo>
                  <a:pt x="97" y="195"/>
                  <a:pt x="95" y="195"/>
                  <a:pt x="94" y="195"/>
                </a:cubicBezTo>
                <a:cubicBezTo>
                  <a:pt x="92" y="195"/>
                  <a:pt x="90" y="194"/>
                  <a:pt x="88" y="194"/>
                </a:cubicBezTo>
                <a:cubicBezTo>
                  <a:pt x="87" y="194"/>
                  <a:pt x="86" y="194"/>
                  <a:pt x="84" y="194"/>
                </a:cubicBezTo>
                <a:cubicBezTo>
                  <a:pt x="82" y="194"/>
                  <a:pt x="81" y="195"/>
                  <a:pt x="80" y="195"/>
                </a:cubicBezTo>
                <a:cubicBezTo>
                  <a:pt x="78" y="195"/>
                  <a:pt x="77" y="195"/>
                  <a:pt x="76" y="196"/>
                </a:cubicBezTo>
                <a:cubicBezTo>
                  <a:pt x="74" y="196"/>
                  <a:pt x="73" y="196"/>
                  <a:pt x="71" y="197"/>
                </a:cubicBezTo>
                <a:cubicBezTo>
                  <a:pt x="70" y="197"/>
                  <a:pt x="68" y="198"/>
                  <a:pt x="67" y="199"/>
                </a:cubicBezTo>
                <a:cubicBezTo>
                  <a:pt x="65" y="200"/>
                  <a:pt x="63" y="200"/>
                  <a:pt x="61" y="201"/>
                </a:cubicBezTo>
                <a:cubicBezTo>
                  <a:pt x="59" y="202"/>
                  <a:pt x="56" y="202"/>
                  <a:pt x="54" y="202"/>
                </a:cubicBezTo>
                <a:cubicBezTo>
                  <a:pt x="52" y="202"/>
                  <a:pt x="50" y="202"/>
                  <a:pt x="48" y="202"/>
                </a:cubicBezTo>
                <a:cubicBezTo>
                  <a:pt x="43" y="200"/>
                  <a:pt x="39" y="198"/>
                  <a:pt x="36" y="195"/>
                </a:cubicBezTo>
                <a:cubicBezTo>
                  <a:pt x="33" y="192"/>
                  <a:pt x="30" y="188"/>
                  <a:pt x="27" y="185"/>
                </a:cubicBezTo>
                <a:cubicBezTo>
                  <a:pt x="26" y="182"/>
                  <a:pt x="24" y="179"/>
                  <a:pt x="22" y="177"/>
                </a:cubicBezTo>
                <a:cubicBezTo>
                  <a:pt x="20" y="174"/>
                  <a:pt x="18" y="171"/>
                  <a:pt x="16" y="168"/>
                </a:cubicBezTo>
                <a:cubicBezTo>
                  <a:pt x="14" y="165"/>
                  <a:pt x="13" y="162"/>
                  <a:pt x="11" y="159"/>
                </a:cubicBezTo>
                <a:cubicBezTo>
                  <a:pt x="10" y="155"/>
                  <a:pt x="9" y="152"/>
                  <a:pt x="7" y="148"/>
                </a:cubicBezTo>
                <a:cubicBezTo>
                  <a:pt x="6" y="146"/>
                  <a:pt x="5" y="143"/>
                  <a:pt x="5" y="140"/>
                </a:cubicBezTo>
                <a:cubicBezTo>
                  <a:pt x="4" y="138"/>
                  <a:pt x="3" y="135"/>
                  <a:pt x="3" y="132"/>
                </a:cubicBezTo>
                <a:cubicBezTo>
                  <a:pt x="2" y="131"/>
                  <a:pt x="2" y="130"/>
                  <a:pt x="2" y="129"/>
                </a:cubicBezTo>
                <a:cubicBezTo>
                  <a:pt x="2" y="128"/>
                  <a:pt x="2" y="127"/>
                  <a:pt x="2" y="126"/>
                </a:cubicBezTo>
                <a:cubicBezTo>
                  <a:pt x="1" y="124"/>
                  <a:pt x="1" y="121"/>
                  <a:pt x="0" y="118"/>
                </a:cubicBezTo>
                <a:cubicBezTo>
                  <a:pt x="0" y="115"/>
                  <a:pt x="0" y="112"/>
                  <a:pt x="0" y="109"/>
                </a:cubicBezTo>
                <a:cubicBezTo>
                  <a:pt x="0" y="106"/>
                  <a:pt x="0" y="103"/>
                  <a:pt x="0" y="100"/>
                </a:cubicBezTo>
                <a:cubicBezTo>
                  <a:pt x="1" y="97"/>
                  <a:pt x="1" y="94"/>
                  <a:pt x="2" y="92"/>
                </a:cubicBezTo>
                <a:cubicBezTo>
                  <a:pt x="4" y="83"/>
                  <a:pt x="8" y="75"/>
                  <a:pt x="13" y="68"/>
                </a:cubicBezTo>
                <a:cubicBezTo>
                  <a:pt x="18" y="61"/>
                  <a:pt x="25" y="56"/>
                  <a:pt x="33" y="52"/>
                </a:cubicBezTo>
                <a:cubicBezTo>
                  <a:pt x="35" y="51"/>
                  <a:pt x="38" y="51"/>
                  <a:pt x="40" y="50"/>
                </a:cubicBezTo>
                <a:cubicBezTo>
                  <a:pt x="43" y="50"/>
                  <a:pt x="45" y="50"/>
                  <a:pt x="48" y="49"/>
                </a:cubicBezTo>
                <a:cubicBezTo>
                  <a:pt x="49" y="49"/>
                  <a:pt x="50" y="49"/>
                  <a:pt x="51" y="49"/>
                </a:cubicBezTo>
                <a:cubicBezTo>
                  <a:pt x="52" y="49"/>
                  <a:pt x="53" y="49"/>
                  <a:pt x="54" y="49"/>
                </a:cubicBezTo>
                <a:cubicBezTo>
                  <a:pt x="55" y="49"/>
                  <a:pt x="56" y="49"/>
                  <a:pt x="57" y="49"/>
                </a:cubicBezTo>
                <a:cubicBezTo>
                  <a:pt x="58" y="50"/>
                  <a:pt x="58" y="50"/>
                  <a:pt x="59" y="50"/>
                </a:cubicBezTo>
                <a:cubicBezTo>
                  <a:pt x="60" y="51"/>
                  <a:pt x="62" y="51"/>
                  <a:pt x="63" y="51"/>
                </a:cubicBezTo>
                <a:cubicBezTo>
                  <a:pt x="64" y="51"/>
                  <a:pt x="65" y="52"/>
                  <a:pt x="67" y="52"/>
                </a:cubicBezTo>
                <a:cubicBezTo>
                  <a:pt x="69" y="53"/>
                  <a:pt x="71" y="54"/>
                  <a:pt x="74" y="55"/>
                </a:cubicBezTo>
                <a:cubicBezTo>
                  <a:pt x="76" y="56"/>
                  <a:pt x="79" y="57"/>
                  <a:pt x="81" y="58"/>
                </a:cubicBezTo>
                <a:cubicBezTo>
                  <a:pt x="83" y="58"/>
                  <a:pt x="85" y="58"/>
                  <a:pt x="87" y="57"/>
                </a:cubicBezTo>
                <a:cubicBezTo>
                  <a:pt x="89" y="57"/>
                  <a:pt x="91" y="56"/>
                  <a:pt x="92" y="55"/>
                </a:cubicBezTo>
                <a:cubicBezTo>
                  <a:pt x="95" y="54"/>
                  <a:pt x="97" y="53"/>
                  <a:pt x="100" y="53"/>
                </a:cubicBezTo>
                <a:cubicBezTo>
                  <a:pt x="103" y="52"/>
                  <a:pt x="106" y="51"/>
                  <a:pt x="108" y="50"/>
                </a:cubicBezTo>
                <a:cubicBezTo>
                  <a:pt x="116" y="49"/>
                  <a:pt x="116" y="49"/>
                  <a:pt x="116" y="49"/>
                </a:cubicBezTo>
                <a:cubicBezTo>
                  <a:pt x="116" y="48"/>
                  <a:pt x="117" y="48"/>
                  <a:pt x="117" y="48"/>
                </a:cubicBezTo>
                <a:cubicBezTo>
                  <a:pt x="117" y="48"/>
                  <a:pt x="118" y="48"/>
                  <a:pt x="118" y="48"/>
                </a:cubicBezTo>
                <a:cubicBezTo>
                  <a:pt x="126" y="48"/>
                  <a:pt x="133" y="49"/>
                  <a:pt x="138" y="51"/>
                </a:cubicBezTo>
                <a:close/>
                <a:moveTo>
                  <a:pt x="121" y="16"/>
                </a:moveTo>
                <a:cubicBezTo>
                  <a:pt x="120" y="21"/>
                  <a:pt x="118" y="25"/>
                  <a:pt x="115" y="29"/>
                </a:cubicBezTo>
                <a:cubicBezTo>
                  <a:pt x="114" y="30"/>
                  <a:pt x="114" y="31"/>
                  <a:pt x="113" y="32"/>
                </a:cubicBezTo>
                <a:cubicBezTo>
                  <a:pt x="112" y="33"/>
                  <a:pt x="111" y="34"/>
                  <a:pt x="110" y="34"/>
                </a:cubicBezTo>
                <a:cubicBezTo>
                  <a:pt x="108" y="37"/>
                  <a:pt x="105" y="40"/>
                  <a:pt x="102" y="42"/>
                </a:cubicBezTo>
                <a:cubicBezTo>
                  <a:pt x="98" y="44"/>
                  <a:pt x="95" y="45"/>
                  <a:pt x="90" y="46"/>
                </a:cubicBezTo>
                <a:cubicBezTo>
                  <a:pt x="89" y="46"/>
                  <a:pt x="88" y="46"/>
                  <a:pt x="86" y="46"/>
                </a:cubicBezTo>
                <a:cubicBezTo>
                  <a:pt x="85" y="46"/>
                  <a:pt x="84" y="46"/>
                  <a:pt x="82" y="46"/>
                </a:cubicBezTo>
                <a:cubicBezTo>
                  <a:pt x="82" y="45"/>
                  <a:pt x="82" y="43"/>
                  <a:pt x="82" y="41"/>
                </a:cubicBezTo>
                <a:cubicBezTo>
                  <a:pt x="82" y="40"/>
                  <a:pt x="82" y="38"/>
                  <a:pt x="83" y="37"/>
                </a:cubicBezTo>
                <a:cubicBezTo>
                  <a:pt x="84" y="33"/>
                  <a:pt x="85" y="29"/>
                  <a:pt x="86" y="26"/>
                </a:cubicBezTo>
                <a:cubicBezTo>
                  <a:pt x="87" y="23"/>
                  <a:pt x="89" y="20"/>
                  <a:pt x="91" y="18"/>
                </a:cubicBezTo>
                <a:cubicBezTo>
                  <a:pt x="93" y="15"/>
                  <a:pt x="95" y="13"/>
                  <a:pt x="97" y="11"/>
                </a:cubicBezTo>
                <a:cubicBezTo>
                  <a:pt x="100" y="9"/>
                  <a:pt x="102" y="7"/>
                  <a:pt x="105" y="5"/>
                </a:cubicBezTo>
                <a:cubicBezTo>
                  <a:pt x="108" y="4"/>
                  <a:pt x="110" y="3"/>
                  <a:pt x="113" y="1"/>
                </a:cubicBezTo>
                <a:cubicBezTo>
                  <a:pt x="116" y="0"/>
                  <a:pt x="120" y="0"/>
                  <a:pt x="123" y="0"/>
                </a:cubicBezTo>
                <a:cubicBezTo>
                  <a:pt x="123" y="6"/>
                  <a:pt x="123" y="12"/>
                  <a:pt x="121" y="1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28" name="Freeform 130"/>
          <p:cNvSpPr>
            <a:spLocks noEditPoints="1"/>
          </p:cNvSpPr>
          <p:nvPr/>
        </p:nvSpPr>
        <p:spPr bwMode="auto">
          <a:xfrm>
            <a:off x="7836689" y="4426785"/>
            <a:ext cx="254092" cy="299697"/>
          </a:xfrm>
          <a:custGeom>
            <a:avLst/>
            <a:gdLst>
              <a:gd name="T0" fmla="*/ 0 w 177"/>
              <a:gd name="T1" fmla="*/ 127 h 209"/>
              <a:gd name="T2" fmla="*/ 2 w 177"/>
              <a:gd name="T3" fmla="*/ 75 h 209"/>
              <a:gd name="T4" fmla="*/ 7 w 177"/>
              <a:gd name="T5" fmla="*/ 70 h 209"/>
              <a:gd name="T6" fmla="*/ 19 w 177"/>
              <a:gd name="T7" fmla="*/ 69 h 209"/>
              <a:gd name="T8" fmla="*/ 22 w 177"/>
              <a:gd name="T9" fmla="*/ 71 h 209"/>
              <a:gd name="T10" fmla="*/ 26 w 177"/>
              <a:gd name="T11" fmla="*/ 137 h 209"/>
              <a:gd name="T12" fmla="*/ 23 w 177"/>
              <a:gd name="T13" fmla="*/ 142 h 209"/>
              <a:gd name="T14" fmla="*/ 8 w 177"/>
              <a:gd name="T15" fmla="*/ 146 h 209"/>
              <a:gd name="T16" fmla="*/ 72 w 177"/>
              <a:gd name="T17" fmla="*/ 15 h 209"/>
              <a:gd name="T18" fmla="*/ 84 w 177"/>
              <a:gd name="T19" fmla="*/ 13 h 209"/>
              <a:gd name="T20" fmla="*/ 101 w 177"/>
              <a:gd name="T21" fmla="*/ 13 h 209"/>
              <a:gd name="T22" fmla="*/ 116 w 177"/>
              <a:gd name="T23" fmla="*/ 15 h 209"/>
              <a:gd name="T24" fmla="*/ 118 w 177"/>
              <a:gd name="T25" fmla="*/ 10 h 209"/>
              <a:gd name="T26" fmla="*/ 121 w 177"/>
              <a:gd name="T27" fmla="*/ 5 h 209"/>
              <a:gd name="T28" fmla="*/ 125 w 177"/>
              <a:gd name="T29" fmla="*/ 5 h 209"/>
              <a:gd name="T30" fmla="*/ 121 w 177"/>
              <a:gd name="T31" fmla="*/ 11 h 209"/>
              <a:gd name="T32" fmla="*/ 120 w 177"/>
              <a:gd name="T33" fmla="*/ 21 h 209"/>
              <a:gd name="T34" fmla="*/ 126 w 177"/>
              <a:gd name="T35" fmla="*/ 24 h 209"/>
              <a:gd name="T36" fmla="*/ 132 w 177"/>
              <a:gd name="T37" fmla="*/ 31 h 209"/>
              <a:gd name="T38" fmla="*/ 138 w 177"/>
              <a:gd name="T39" fmla="*/ 38 h 209"/>
              <a:gd name="T40" fmla="*/ 142 w 177"/>
              <a:gd name="T41" fmla="*/ 45 h 209"/>
              <a:gd name="T42" fmla="*/ 144 w 177"/>
              <a:gd name="T43" fmla="*/ 51 h 209"/>
              <a:gd name="T44" fmla="*/ 147 w 177"/>
              <a:gd name="T45" fmla="*/ 63 h 209"/>
              <a:gd name="T46" fmla="*/ 31 w 177"/>
              <a:gd name="T47" fmla="*/ 59 h 209"/>
              <a:gd name="T48" fmla="*/ 33 w 177"/>
              <a:gd name="T49" fmla="*/ 52 h 209"/>
              <a:gd name="T50" fmla="*/ 35 w 177"/>
              <a:gd name="T51" fmla="*/ 46 h 209"/>
              <a:gd name="T52" fmla="*/ 38 w 177"/>
              <a:gd name="T53" fmla="*/ 41 h 209"/>
              <a:gd name="T54" fmla="*/ 41 w 177"/>
              <a:gd name="T55" fmla="*/ 36 h 209"/>
              <a:gd name="T56" fmla="*/ 51 w 177"/>
              <a:gd name="T57" fmla="*/ 25 h 209"/>
              <a:gd name="T58" fmla="*/ 57 w 177"/>
              <a:gd name="T59" fmla="*/ 21 h 209"/>
              <a:gd name="T60" fmla="*/ 57 w 177"/>
              <a:gd name="T61" fmla="*/ 13 h 209"/>
              <a:gd name="T62" fmla="*/ 55 w 177"/>
              <a:gd name="T63" fmla="*/ 9 h 209"/>
              <a:gd name="T64" fmla="*/ 53 w 177"/>
              <a:gd name="T65" fmla="*/ 0 h 209"/>
              <a:gd name="T66" fmla="*/ 57 w 177"/>
              <a:gd name="T67" fmla="*/ 6 h 209"/>
              <a:gd name="T68" fmla="*/ 61 w 177"/>
              <a:gd name="T69" fmla="*/ 13 h 209"/>
              <a:gd name="T70" fmla="*/ 147 w 177"/>
              <a:gd name="T71" fmla="*/ 70 h 209"/>
              <a:gd name="T72" fmla="*/ 144 w 177"/>
              <a:gd name="T73" fmla="*/ 162 h 209"/>
              <a:gd name="T74" fmla="*/ 138 w 177"/>
              <a:gd name="T75" fmla="*/ 166 h 209"/>
              <a:gd name="T76" fmla="*/ 123 w 177"/>
              <a:gd name="T77" fmla="*/ 194 h 209"/>
              <a:gd name="T78" fmla="*/ 106 w 177"/>
              <a:gd name="T79" fmla="*/ 208 h 209"/>
              <a:gd name="T80" fmla="*/ 100 w 177"/>
              <a:gd name="T81" fmla="*/ 204 h 209"/>
              <a:gd name="T82" fmla="*/ 97 w 177"/>
              <a:gd name="T83" fmla="*/ 167 h 209"/>
              <a:gd name="T84" fmla="*/ 78 w 177"/>
              <a:gd name="T85" fmla="*/ 203 h 209"/>
              <a:gd name="T86" fmla="*/ 70 w 177"/>
              <a:gd name="T87" fmla="*/ 208 h 209"/>
              <a:gd name="T88" fmla="*/ 62 w 177"/>
              <a:gd name="T89" fmla="*/ 208 h 209"/>
              <a:gd name="T90" fmla="*/ 57 w 177"/>
              <a:gd name="T91" fmla="*/ 203 h 209"/>
              <a:gd name="T92" fmla="*/ 54 w 177"/>
              <a:gd name="T93" fmla="*/ 194 h 209"/>
              <a:gd name="T94" fmla="*/ 39 w 177"/>
              <a:gd name="T95" fmla="*/ 166 h 209"/>
              <a:gd name="T96" fmla="*/ 31 w 177"/>
              <a:gd name="T97" fmla="*/ 142 h 209"/>
              <a:gd name="T98" fmla="*/ 59 w 177"/>
              <a:gd name="T99" fmla="*/ 43 h 209"/>
              <a:gd name="T100" fmla="*/ 67 w 177"/>
              <a:gd name="T101" fmla="*/ 37 h 209"/>
              <a:gd name="T102" fmla="*/ 119 w 177"/>
              <a:gd name="T103" fmla="*/ 37 h 209"/>
              <a:gd name="T104" fmla="*/ 111 w 177"/>
              <a:gd name="T105" fmla="*/ 42 h 209"/>
              <a:gd name="T106" fmla="*/ 174 w 177"/>
              <a:gd name="T107" fmla="*/ 73 h 209"/>
              <a:gd name="T108" fmla="*/ 177 w 177"/>
              <a:gd name="T109" fmla="*/ 137 h 209"/>
              <a:gd name="T110" fmla="*/ 174 w 177"/>
              <a:gd name="T111" fmla="*/ 142 h 209"/>
              <a:gd name="T112" fmla="*/ 158 w 177"/>
              <a:gd name="T113" fmla="*/ 146 h 209"/>
              <a:gd name="T114" fmla="*/ 152 w 177"/>
              <a:gd name="T115" fmla="*/ 140 h 209"/>
              <a:gd name="T116" fmla="*/ 151 w 177"/>
              <a:gd name="T117" fmla="*/ 82 h 209"/>
              <a:gd name="T118" fmla="*/ 154 w 177"/>
              <a:gd name="T119" fmla="*/ 72 h 209"/>
              <a:gd name="T120" fmla="*/ 164 w 177"/>
              <a:gd name="T121" fmla="*/ 68 h 209"/>
              <a:gd name="T122" fmla="*/ 172 w 177"/>
              <a:gd name="T123" fmla="*/ 71 h 2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77" h="209">
                <a:moveTo>
                  <a:pt x="5" y="144"/>
                </a:moveTo>
                <a:cubicBezTo>
                  <a:pt x="4" y="144"/>
                  <a:pt x="4" y="143"/>
                  <a:pt x="3" y="143"/>
                </a:cubicBezTo>
                <a:cubicBezTo>
                  <a:pt x="3" y="142"/>
                  <a:pt x="3" y="142"/>
                  <a:pt x="3" y="141"/>
                </a:cubicBezTo>
                <a:cubicBezTo>
                  <a:pt x="2" y="141"/>
                  <a:pt x="2" y="141"/>
                  <a:pt x="2" y="141"/>
                </a:cubicBezTo>
                <a:cubicBezTo>
                  <a:pt x="2" y="140"/>
                  <a:pt x="2" y="140"/>
                  <a:pt x="2" y="140"/>
                </a:cubicBezTo>
                <a:cubicBezTo>
                  <a:pt x="2" y="140"/>
                  <a:pt x="2" y="140"/>
                  <a:pt x="2" y="140"/>
                </a:cubicBezTo>
                <a:cubicBezTo>
                  <a:pt x="2" y="140"/>
                  <a:pt x="2" y="140"/>
                  <a:pt x="2" y="140"/>
                </a:cubicBezTo>
                <a:cubicBezTo>
                  <a:pt x="1" y="139"/>
                  <a:pt x="1" y="138"/>
                  <a:pt x="1" y="137"/>
                </a:cubicBezTo>
                <a:cubicBezTo>
                  <a:pt x="0" y="135"/>
                  <a:pt x="0" y="134"/>
                  <a:pt x="0" y="132"/>
                </a:cubicBezTo>
                <a:cubicBezTo>
                  <a:pt x="0" y="130"/>
                  <a:pt x="0" y="129"/>
                  <a:pt x="0" y="127"/>
                </a:cubicBezTo>
                <a:cubicBezTo>
                  <a:pt x="0" y="125"/>
                  <a:pt x="0" y="124"/>
                  <a:pt x="0" y="122"/>
                </a:cubicBezTo>
                <a:cubicBezTo>
                  <a:pt x="0" y="90"/>
                  <a:pt x="0" y="90"/>
                  <a:pt x="0" y="90"/>
                </a:cubicBezTo>
                <a:cubicBezTo>
                  <a:pt x="0" y="89"/>
                  <a:pt x="0" y="88"/>
                  <a:pt x="0" y="87"/>
                </a:cubicBezTo>
                <a:cubicBezTo>
                  <a:pt x="0" y="86"/>
                  <a:pt x="0" y="84"/>
                  <a:pt x="0" y="83"/>
                </a:cubicBezTo>
                <a:cubicBezTo>
                  <a:pt x="0" y="82"/>
                  <a:pt x="0" y="81"/>
                  <a:pt x="0" y="79"/>
                </a:cubicBezTo>
                <a:cubicBezTo>
                  <a:pt x="0" y="78"/>
                  <a:pt x="1" y="78"/>
                  <a:pt x="1" y="77"/>
                </a:cubicBezTo>
                <a:cubicBezTo>
                  <a:pt x="1" y="77"/>
                  <a:pt x="1" y="77"/>
                  <a:pt x="1" y="77"/>
                </a:cubicBezTo>
                <a:cubicBezTo>
                  <a:pt x="1" y="77"/>
                  <a:pt x="1" y="76"/>
                  <a:pt x="2" y="75"/>
                </a:cubicBezTo>
                <a:cubicBezTo>
                  <a:pt x="2" y="75"/>
                  <a:pt x="2" y="75"/>
                  <a:pt x="2" y="75"/>
                </a:cubicBezTo>
                <a:cubicBezTo>
                  <a:pt x="2" y="75"/>
                  <a:pt x="2" y="75"/>
                  <a:pt x="2" y="75"/>
                </a:cubicBezTo>
                <a:cubicBezTo>
                  <a:pt x="2" y="74"/>
                  <a:pt x="2" y="74"/>
                  <a:pt x="2" y="74"/>
                </a:cubicBezTo>
                <a:cubicBezTo>
                  <a:pt x="3" y="74"/>
                  <a:pt x="3" y="74"/>
                  <a:pt x="3" y="74"/>
                </a:cubicBezTo>
                <a:cubicBezTo>
                  <a:pt x="3" y="73"/>
                  <a:pt x="3" y="73"/>
                  <a:pt x="3" y="73"/>
                </a:cubicBezTo>
                <a:cubicBezTo>
                  <a:pt x="3" y="73"/>
                  <a:pt x="3" y="72"/>
                  <a:pt x="4" y="72"/>
                </a:cubicBezTo>
                <a:cubicBezTo>
                  <a:pt x="4" y="72"/>
                  <a:pt x="4" y="72"/>
                  <a:pt x="4" y="72"/>
                </a:cubicBezTo>
                <a:cubicBezTo>
                  <a:pt x="4" y="71"/>
                  <a:pt x="5" y="71"/>
                  <a:pt x="5" y="71"/>
                </a:cubicBezTo>
                <a:cubicBezTo>
                  <a:pt x="5" y="71"/>
                  <a:pt x="5" y="70"/>
                  <a:pt x="6" y="70"/>
                </a:cubicBezTo>
                <a:cubicBezTo>
                  <a:pt x="6" y="70"/>
                  <a:pt x="6" y="70"/>
                  <a:pt x="6" y="70"/>
                </a:cubicBezTo>
                <a:cubicBezTo>
                  <a:pt x="6" y="70"/>
                  <a:pt x="6" y="70"/>
                  <a:pt x="6" y="70"/>
                </a:cubicBezTo>
                <a:cubicBezTo>
                  <a:pt x="7" y="70"/>
                  <a:pt x="7" y="70"/>
                  <a:pt x="7" y="70"/>
                </a:cubicBezTo>
                <a:cubicBezTo>
                  <a:pt x="7" y="69"/>
                  <a:pt x="7" y="69"/>
                  <a:pt x="7" y="69"/>
                </a:cubicBezTo>
                <a:cubicBezTo>
                  <a:pt x="8" y="69"/>
                  <a:pt x="8" y="69"/>
                  <a:pt x="9" y="69"/>
                </a:cubicBezTo>
                <a:cubicBezTo>
                  <a:pt x="9" y="68"/>
                  <a:pt x="9" y="68"/>
                  <a:pt x="9" y="68"/>
                </a:cubicBezTo>
                <a:cubicBezTo>
                  <a:pt x="9" y="68"/>
                  <a:pt x="10" y="68"/>
                  <a:pt x="10" y="68"/>
                </a:cubicBezTo>
                <a:cubicBezTo>
                  <a:pt x="11" y="68"/>
                  <a:pt x="11" y="68"/>
                  <a:pt x="12" y="68"/>
                </a:cubicBezTo>
                <a:cubicBezTo>
                  <a:pt x="12" y="68"/>
                  <a:pt x="12" y="68"/>
                  <a:pt x="13" y="68"/>
                </a:cubicBezTo>
                <a:cubicBezTo>
                  <a:pt x="14" y="67"/>
                  <a:pt x="14" y="67"/>
                  <a:pt x="15" y="68"/>
                </a:cubicBezTo>
                <a:cubicBezTo>
                  <a:pt x="15" y="68"/>
                  <a:pt x="15" y="68"/>
                  <a:pt x="15" y="68"/>
                </a:cubicBezTo>
                <a:cubicBezTo>
                  <a:pt x="16" y="68"/>
                  <a:pt x="16" y="68"/>
                  <a:pt x="17" y="68"/>
                </a:cubicBezTo>
                <a:cubicBezTo>
                  <a:pt x="18" y="68"/>
                  <a:pt x="18" y="68"/>
                  <a:pt x="19" y="69"/>
                </a:cubicBezTo>
                <a:cubicBezTo>
                  <a:pt x="19" y="69"/>
                  <a:pt x="19" y="69"/>
                  <a:pt x="19" y="69"/>
                </a:cubicBezTo>
                <a:cubicBezTo>
                  <a:pt x="19" y="69"/>
                  <a:pt x="19" y="69"/>
                  <a:pt x="19" y="69"/>
                </a:cubicBezTo>
                <a:cubicBezTo>
                  <a:pt x="20" y="69"/>
                  <a:pt x="20" y="69"/>
                  <a:pt x="20" y="69"/>
                </a:cubicBezTo>
                <a:cubicBezTo>
                  <a:pt x="20" y="70"/>
                  <a:pt x="20" y="70"/>
                  <a:pt x="20" y="70"/>
                </a:cubicBezTo>
                <a:cubicBezTo>
                  <a:pt x="20" y="70"/>
                  <a:pt x="20" y="70"/>
                  <a:pt x="20" y="70"/>
                </a:cubicBezTo>
                <a:cubicBezTo>
                  <a:pt x="20" y="70"/>
                  <a:pt x="20" y="70"/>
                  <a:pt x="20" y="70"/>
                </a:cubicBezTo>
                <a:cubicBezTo>
                  <a:pt x="21" y="70"/>
                  <a:pt x="21" y="70"/>
                  <a:pt x="21" y="70"/>
                </a:cubicBezTo>
                <a:cubicBezTo>
                  <a:pt x="21" y="70"/>
                  <a:pt x="21" y="70"/>
                  <a:pt x="21" y="70"/>
                </a:cubicBezTo>
                <a:cubicBezTo>
                  <a:pt x="21" y="71"/>
                  <a:pt x="22" y="71"/>
                  <a:pt x="22" y="71"/>
                </a:cubicBezTo>
                <a:cubicBezTo>
                  <a:pt x="22" y="71"/>
                  <a:pt x="22" y="71"/>
                  <a:pt x="22" y="71"/>
                </a:cubicBezTo>
                <a:cubicBezTo>
                  <a:pt x="22" y="71"/>
                  <a:pt x="22" y="71"/>
                  <a:pt x="23" y="71"/>
                </a:cubicBezTo>
                <a:cubicBezTo>
                  <a:pt x="23" y="72"/>
                  <a:pt x="23" y="72"/>
                  <a:pt x="23" y="72"/>
                </a:cubicBezTo>
                <a:cubicBezTo>
                  <a:pt x="23" y="72"/>
                  <a:pt x="24" y="73"/>
                  <a:pt x="24" y="73"/>
                </a:cubicBezTo>
                <a:cubicBezTo>
                  <a:pt x="24" y="73"/>
                  <a:pt x="24" y="73"/>
                  <a:pt x="24" y="73"/>
                </a:cubicBezTo>
                <a:cubicBezTo>
                  <a:pt x="24" y="74"/>
                  <a:pt x="24" y="74"/>
                  <a:pt x="24" y="74"/>
                </a:cubicBezTo>
                <a:cubicBezTo>
                  <a:pt x="26" y="76"/>
                  <a:pt x="26" y="79"/>
                  <a:pt x="26" y="82"/>
                </a:cubicBezTo>
                <a:cubicBezTo>
                  <a:pt x="26" y="85"/>
                  <a:pt x="26" y="88"/>
                  <a:pt x="26" y="91"/>
                </a:cubicBezTo>
                <a:cubicBezTo>
                  <a:pt x="26" y="125"/>
                  <a:pt x="26" y="125"/>
                  <a:pt x="26" y="125"/>
                </a:cubicBezTo>
                <a:cubicBezTo>
                  <a:pt x="26" y="137"/>
                  <a:pt x="26" y="137"/>
                  <a:pt x="26" y="137"/>
                </a:cubicBezTo>
                <a:cubicBezTo>
                  <a:pt x="26" y="137"/>
                  <a:pt x="26" y="137"/>
                  <a:pt x="26" y="137"/>
                </a:cubicBezTo>
                <a:cubicBezTo>
                  <a:pt x="26" y="138"/>
                  <a:pt x="26" y="138"/>
                  <a:pt x="26" y="138"/>
                </a:cubicBezTo>
                <a:cubicBezTo>
                  <a:pt x="26" y="138"/>
                  <a:pt x="26" y="138"/>
                  <a:pt x="26" y="138"/>
                </a:cubicBezTo>
                <a:cubicBezTo>
                  <a:pt x="26" y="139"/>
                  <a:pt x="26" y="139"/>
                  <a:pt x="26" y="139"/>
                </a:cubicBezTo>
                <a:cubicBezTo>
                  <a:pt x="25" y="139"/>
                  <a:pt x="25" y="139"/>
                  <a:pt x="25" y="139"/>
                </a:cubicBezTo>
                <a:cubicBezTo>
                  <a:pt x="25" y="139"/>
                  <a:pt x="25" y="140"/>
                  <a:pt x="25" y="140"/>
                </a:cubicBezTo>
                <a:cubicBezTo>
                  <a:pt x="25" y="140"/>
                  <a:pt x="25" y="141"/>
                  <a:pt x="24" y="141"/>
                </a:cubicBezTo>
                <a:cubicBezTo>
                  <a:pt x="24" y="141"/>
                  <a:pt x="24" y="141"/>
                  <a:pt x="24" y="141"/>
                </a:cubicBezTo>
                <a:cubicBezTo>
                  <a:pt x="24" y="142"/>
                  <a:pt x="24" y="142"/>
                  <a:pt x="24" y="142"/>
                </a:cubicBezTo>
                <a:cubicBezTo>
                  <a:pt x="24" y="142"/>
                  <a:pt x="24" y="142"/>
                  <a:pt x="24" y="142"/>
                </a:cubicBezTo>
                <a:cubicBezTo>
                  <a:pt x="24" y="142"/>
                  <a:pt x="24" y="142"/>
                  <a:pt x="23" y="142"/>
                </a:cubicBezTo>
                <a:cubicBezTo>
                  <a:pt x="23" y="143"/>
                  <a:pt x="23" y="143"/>
                  <a:pt x="23" y="143"/>
                </a:cubicBezTo>
                <a:cubicBezTo>
                  <a:pt x="22" y="144"/>
                  <a:pt x="22" y="144"/>
                  <a:pt x="22" y="144"/>
                </a:cubicBezTo>
                <a:cubicBezTo>
                  <a:pt x="22" y="144"/>
                  <a:pt x="22" y="144"/>
                  <a:pt x="22" y="144"/>
                </a:cubicBezTo>
                <a:cubicBezTo>
                  <a:pt x="21" y="144"/>
                  <a:pt x="21" y="144"/>
                  <a:pt x="21" y="144"/>
                </a:cubicBezTo>
                <a:cubicBezTo>
                  <a:pt x="20" y="145"/>
                  <a:pt x="20" y="145"/>
                  <a:pt x="20" y="145"/>
                </a:cubicBezTo>
                <a:cubicBezTo>
                  <a:pt x="19" y="146"/>
                  <a:pt x="18" y="147"/>
                  <a:pt x="16" y="147"/>
                </a:cubicBezTo>
                <a:cubicBezTo>
                  <a:pt x="14" y="147"/>
                  <a:pt x="12" y="147"/>
                  <a:pt x="11" y="147"/>
                </a:cubicBezTo>
                <a:cubicBezTo>
                  <a:pt x="9" y="147"/>
                  <a:pt x="9" y="147"/>
                  <a:pt x="9" y="147"/>
                </a:cubicBezTo>
                <a:cubicBezTo>
                  <a:pt x="9" y="146"/>
                  <a:pt x="9" y="146"/>
                  <a:pt x="9" y="146"/>
                </a:cubicBezTo>
                <a:cubicBezTo>
                  <a:pt x="8" y="146"/>
                  <a:pt x="8" y="146"/>
                  <a:pt x="8" y="146"/>
                </a:cubicBezTo>
                <a:cubicBezTo>
                  <a:pt x="8" y="146"/>
                  <a:pt x="8" y="146"/>
                  <a:pt x="8" y="146"/>
                </a:cubicBezTo>
                <a:cubicBezTo>
                  <a:pt x="7" y="146"/>
                  <a:pt x="7" y="146"/>
                  <a:pt x="6" y="145"/>
                </a:cubicBezTo>
                <a:cubicBezTo>
                  <a:pt x="6" y="145"/>
                  <a:pt x="6" y="145"/>
                  <a:pt x="6" y="145"/>
                </a:cubicBezTo>
                <a:cubicBezTo>
                  <a:pt x="6" y="145"/>
                  <a:pt x="6" y="145"/>
                  <a:pt x="6" y="145"/>
                </a:cubicBezTo>
                <a:cubicBezTo>
                  <a:pt x="6" y="145"/>
                  <a:pt x="5" y="145"/>
                  <a:pt x="5" y="144"/>
                </a:cubicBezTo>
                <a:close/>
                <a:moveTo>
                  <a:pt x="66" y="17"/>
                </a:moveTo>
                <a:cubicBezTo>
                  <a:pt x="67" y="16"/>
                  <a:pt x="68" y="16"/>
                  <a:pt x="69" y="15"/>
                </a:cubicBezTo>
                <a:cubicBezTo>
                  <a:pt x="71" y="15"/>
                  <a:pt x="71" y="15"/>
                  <a:pt x="71" y="15"/>
                </a:cubicBezTo>
                <a:cubicBezTo>
                  <a:pt x="71" y="15"/>
                  <a:pt x="71" y="15"/>
                  <a:pt x="71" y="15"/>
                </a:cubicBezTo>
                <a:cubicBezTo>
                  <a:pt x="72" y="15"/>
                  <a:pt x="72" y="15"/>
                  <a:pt x="72" y="15"/>
                </a:cubicBezTo>
                <a:cubicBezTo>
                  <a:pt x="72" y="14"/>
                  <a:pt x="72" y="14"/>
                  <a:pt x="72" y="14"/>
                </a:cubicBezTo>
                <a:cubicBezTo>
                  <a:pt x="73" y="14"/>
                  <a:pt x="73" y="14"/>
                  <a:pt x="73" y="14"/>
                </a:cubicBezTo>
                <a:cubicBezTo>
                  <a:pt x="73" y="14"/>
                  <a:pt x="73" y="14"/>
                  <a:pt x="73" y="14"/>
                </a:cubicBezTo>
                <a:cubicBezTo>
                  <a:pt x="75" y="14"/>
                  <a:pt x="75" y="14"/>
                  <a:pt x="75" y="14"/>
                </a:cubicBezTo>
                <a:cubicBezTo>
                  <a:pt x="75" y="14"/>
                  <a:pt x="75" y="14"/>
                  <a:pt x="75" y="14"/>
                </a:cubicBezTo>
                <a:cubicBezTo>
                  <a:pt x="77" y="14"/>
                  <a:pt x="77" y="14"/>
                  <a:pt x="77" y="14"/>
                </a:cubicBezTo>
                <a:cubicBezTo>
                  <a:pt x="77" y="13"/>
                  <a:pt x="77" y="13"/>
                  <a:pt x="77" y="13"/>
                </a:cubicBezTo>
                <a:cubicBezTo>
                  <a:pt x="78" y="13"/>
                  <a:pt x="78" y="13"/>
                  <a:pt x="78" y="13"/>
                </a:cubicBezTo>
                <a:cubicBezTo>
                  <a:pt x="78" y="13"/>
                  <a:pt x="78" y="13"/>
                  <a:pt x="78" y="13"/>
                </a:cubicBezTo>
                <a:cubicBezTo>
                  <a:pt x="84" y="13"/>
                  <a:pt x="84" y="13"/>
                  <a:pt x="84" y="13"/>
                </a:cubicBezTo>
                <a:cubicBezTo>
                  <a:pt x="84" y="12"/>
                  <a:pt x="84" y="12"/>
                  <a:pt x="84" y="12"/>
                </a:cubicBezTo>
                <a:cubicBezTo>
                  <a:pt x="84" y="12"/>
                  <a:pt x="85" y="12"/>
                  <a:pt x="86" y="12"/>
                </a:cubicBezTo>
                <a:cubicBezTo>
                  <a:pt x="87" y="12"/>
                  <a:pt x="88" y="12"/>
                  <a:pt x="89" y="12"/>
                </a:cubicBezTo>
                <a:cubicBezTo>
                  <a:pt x="90" y="12"/>
                  <a:pt x="91" y="12"/>
                  <a:pt x="92" y="13"/>
                </a:cubicBezTo>
                <a:cubicBezTo>
                  <a:pt x="93" y="13"/>
                  <a:pt x="93" y="13"/>
                  <a:pt x="94" y="13"/>
                </a:cubicBezTo>
                <a:cubicBezTo>
                  <a:pt x="97" y="13"/>
                  <a:pt x="97" y="13"/>
                  <a:pt x="97" y="13"/>
                </a:cubicBezTo>
                <a:cubicBezTo>
                  <a:pt x="97" y="13"/>
                  <a:pt x="97" y="13"/>
                  <a:pt x="97" y="13"/>
                </a:cubicBezTo>
                <a:cubicBezTo>
                  <a:pt x="99" y="13"/>
                  <a:pt x="99" y="13"/>
                  <a:pt x="99" y="13"/>
                </a:cubicBezTo>
                <a:cubicBezTo>
                  <a:pt x="99" y="13"/>
                  <a:pt x="99" y="13"/>
                  <a:pt x="99" y="13"/>
                </a:cubicBezTo>
                <a:cubicBezTo>
                  <a:pt x="101" y="13"/>
                  <a:pt x="101" y="13"/>
                  <a:pt x="101" y="13"/>
                </a:cubicBezTo>
                <a:cubicBezTo>
                  <a:pt x="101" y="14"/>
                  <a:pt x="101" y="14"/>
                  <a:pt x="101" y="14"/>
                </a:cubicBezTo>
                <a:cubicBezTo>
                  <a:pt x="103" y="14"/>
                  <a:pt x="103" y="14"/>
                  <a:pt x="103" y="14"/>
                </a:cubicBezTo>
                <a:cubicBezTo>
                  <a:pt x="105" y="15"/>
                  <a:pt x="106" y="15"/>
                  <a:pt x="108" y="16"/>
                </a:cubicBezTo>
                <a:cubicBezTo>
                  <a:pt x="110" y="16"/>
                  <a:pt x="112" y="17"/>
                  <a:pt x="114" y="18"/>
                </a:cubicBezTo>
                <a:cubicBezTo>
                  <a:pt x="114" y="17"/>
                  <a:pt x="114" y="17"/>
                  <a:pt x="114" y="17"/>
                </a:cubicBezTo>
                <a:cubicBezTo>
                  <a:pt x="114" y="17"/>
                  <a:pt x="115" y="17"/>
                  <a:pt x="115" y="17"/>
                </a:cubicBezTo>
                <a:cubicBezTo>
                  <a:pt x="115" y="16"/>
                  <a:pt x="115" y="16"/>
                  <a:pt x="115" y="16"/>
                </a:cubicBezTo>
                <a:cubicBezTo>
                  <a:pt x="115" y="16"/>
                  <a:pt x="115" y="16"/>
                  <a:pt x="115" y="16"/>
                </a:cubicBezTo>
                <a:cubicBezTo>
                  <a:pt x="115" y="16"/>
                  <a:pt x="115" y="16"/>
                  <a:pt x="115" y="16"/>
                </a:cubicBezTo>
                <a:cubicBezTo>
                  <a:pt x="115" y="15"/>
                  <a:pt x="116" y="15"/>
                  <a:pt x="116" y="15"/>
                </a:cubicBezTo>
                <a:cubicBezTo>
                  <a:pt x="116" y="14"/>
                  <a:pt x="116" y="14"/>
                  <a:pt x="116" y="14"/>
                </a:cubicBezTo>
                <a:cubicBezTo>
                  <a:pt x="116" y="14"/>
                  <a:pt x="116" y="14"/>
                  <a:pt x="116" y="14"/>
                </a:cubicBezTo>
                <a:cubicBezTo>
                  <a:pt x="116" y="13"/>
                  <a:pt x="116" y="13"/>
                  <a:pt x="116" y="13"/>
                </a:cubicBezTo>
                <a:cubicBezTo>
                  <a:pt x="117" y="13"/>
                  <a:pt x="117" y="13"/>
                  <a:pt x="117" y="13"/>
                </a:cubicBezTo>
                <a:cubicBezTo>
                  <a:pt x="117" y="12"/>
                  <a:pt x="117" y="12"/>
                  <a:pt x="117" y="12"/>
                </a:cubicBezTo>
                <a:cubicBezTo>
                  <a:pt x="117" y="12"/>
                  <a:pt x="117" y="12"/>
                  <a:pt x="117" y="12"/>
                </a:cubicBezTo>
                <a:cubicBezTo>
                  <a:pt x="117" y="12"/>
                  <a:pt x="117" y="11"/>
                  <a:pt x="117" y="11"/>
                </a:cubicBezTo>
                <a:cubicBezTo>
                  <a:pt x="118" y="11"/>
                  <a:pt x="118" y="11"/>
                  <a:pt x="118" y="11"/>
                </a:cubicBezTo>
                <a:cubicBezTo>
                  <a:pt x="118" y="10"/>
                  <a:pt x="118" y="10"/>
                  <a:pt x="118" y="10"/>
                </a:cubicBezTo>
                <a:cubicBezTo>
                  <a:pt x="118" y="10"/>
                  <a:pt x="118" y="10"/>
                  <a:pt x="118" y="10"/>
                </a:cubicBezTo>
                <a:cubicBezTo>
                  <a:pt x="118" y="9"/>
                  <a:pt x="118" y="9"/>
                  <a:pt x="118" y="9"/>
                </a:cubicBezTo>
                <a:cubicBezTo>
                  <a:pt x="119" y="9"/>
                  <a:pt x="119" y="9"/>
                  <a:pt x="119" y="9"/>
                </a:cubicBezTo>
                <a:cubicBezTo>
                  <a:pt x="119" y="8"/>
                  <a:pt x="119" y="8"/>
                  <a:pt x="119" y="8"/>
                </a:cubicBezTo>
                <a:cubicBezTo>
                  <a:pt x="119" y="8"/>
                  <a:pt x="119" y="8"/>
                  <a:pt x="119" y="8"/>
                </a:cubicBezTo>
                <a:cubicBezTo>
                  <a:pt x="119" y="8"/>
                  <a:pt x="120" y="8"/>
                  <a:pt x="120" y="8"/>
                </a:cubicBezTo>
                <a:cubicBezTo>
                  <a:pt x="120" y="7"/>
                  <a:pt x="120" y="7"/>
                  <a:pt x="120" y="7"/>
                </a:cubicBezTo>
                <a:cubicBezTo>
                  <a:pt x="120" y="6"/>
                  <a:pt x="120" y="6"/>
                  <a:pt x="120" y="6"/>
                </a:cubicBezTo>
                <a:cubicBezTo>
                  <a:pt x="120" y="6"/>
                  <a:pt x="120" y="6"/>
                  <a:pt x="120" y="6"/>
                </a:cubicBezTo>
                <a:cubicBezTo>
                  <a:pt x="121" y="6"/>
                  <a:pt x="121" y="6"/>
                  <a:pt x="121" y="6"/>
                </a:cubicBezTo>
                <a:cubicBezTo>
                  <a:pt x="121" y="5"/>
                  <a:pt x="121" y="5"/>
                  <a:pt x="121" y="5"/>
                </a:cubicBezTo>
                <a:cubicBezTo>
                  <a:pt x="121" y="5"/>
                  <a:pt x="121" y="5"/>
                  <a:pt x="121" y="5"/>
                </a:cubicBezTo>
                <a:cubicBezTo>
                  <a:pt x="121" y="4"/>
                  <a:pt x="121" y="4"/>
                  <a:pt x="121" y="4"/>
                </a:cubicBezTo>
                <a:cubicBezTo>
                  <a:pt x="122" y="3"/>
                  <a:pt x="122" y="3"/>
                  <a:pt x="122" y="2"/>
                </a:cubicBezTo>
                <a:cubicBezTo>
                  <a:pt x="123" y="2"/>
                  <a:pt x="123" y="1"/>
                  <a:pt x="124" y="0"/>
                </a:cubicBezTo>
                <a:cubicBezTo>
                  <a:pt x="124" y="0"/>
                  <a:pt x="124" y="0"/>
                  <a:pt x="124" y="0"/>
                </a:cubicBezTo>
                <a:cubicBezTo>
                  <a:pt x="124" y="0"/>
                  <a:pt x="124" y="0"/>
                  <a:pt x="124" y="0"/>
                </a:cubicBezTo>
                <a:cubicBezTo>
                  <a:pt x="125" y="0"/>
                  <a:pt x="125" y="0"/>
                  <a:pt x="125" y="0"/>
                </a:cubicBezTo>
                <a:cubicBezTo>
                  <a:pt x="126" y="1"/>
                  <a:pt x="126" y="1"/>
                  <a:pt x="126" y="1"/>
                </a:cubicBezTo>
                <a:cubicBezTo>
                  <a:pt x="126" y="1"/>
                  <a:pt x="126" y="2"/>
                  <a:pt x="126" y="3"/>
                </a:cubicBezTo>
                <a:cubicBezTo>
                  <a:pt x="126" y="3"/>
                  <a:pt x="125" y="4"/>
                  <a:pt x="125" y="5"/>
                </a:cubicBezTo>
                <a:cubicBezTo>
                  <a:pt x="125" y="6"/>
                  <a:pt x="124" y="7"/>
                  <a:pt x="124" y="7"/>
                </a:cubicBezTo>
                <a:cubicBezTo>
                  <a:pt x="123" y="8"/>
                  <a:pt x="123" y="8"/>
                  <a:pt x="123" y="8"/>
                </a:cubicBezTo>
                <a:cubicBezTo>
                  <a:pt x="123" y="8"/>
                  <a:pt x="123" y="8"/>
                  <a:pt x="123" y="8"/>
                </a:cubicBezTo>
                <a:cubicBezTo>
                  <a:pt x="123" y="8"/>
                  <a:pt x="123" y="8"/>
                  <a:pt x="123" y="8"/>
                </a:cubicBezTo>
                <a:cubicBezTo>
                  <a:pt x="123" y="9"/>
                  <a:pt x="123" y="9"/>
                  <a:pt x="123" y="9"/>
                </a:cubicBezTo>
                <a:cubicBezTo>
                  <a:pt x="123" y="9"/>
                  <a:pt x="123" y="9"/>
                  <a:pt x="123" y="9"/>
                </a:cubicBezTo>
                <a:cubicBezTo>
                  <a:pt x="123" y="10"/>
                  <a:pt x="123" y="10"/>
                  <a:pt x="123" y="10"/>
                </a:cubicBezTo>
                <a:cubicBezTo>
                  <a:pt x="122" y="10"/>
                  <a:pt x="122" y="10"/>
                  <a:pt x="122" y="10"/>
                </a:cubicBezTo>
                <a:cubicBezTo>
                  <a:pt x="122" y="11"/>
                  <a:pt x="122" y="11"/>
                  <a:pt x="122" y="11"/>
                </a:cubicBezTo>
                <a:cubicBezTo>
                  <a:pt x="121" y="11"/>
                  <a:pt x="121" y="11"/>
                  <a:pt x="121" y="11"/>
                </a:cubicBezTo>
                <a:cubicBezTo>
                  <a:pt x="121" y="12"/>
                  <a:pt x="121" y="12"/>
                  <a:pt x="121" y="12"/>
                </a:cubicBezTo>
                <a:cubicBezTo>
                  <a:pt x="121" y="12"/>
                  <a:pt x="121" y="13"/>
                  <a:pt x="121" y="13"/>
                </a:cubicBezTo>
                <a:cubicBezTo>
                  <a:pt x="120" y="13"/>
                  <a:pt x="120" y="13"/>
                  <a:pt x="120" y="13"/>
                </a:cubicBezTo>
                <a:cubicBezTo>
                  <a:pt x="120" y="14"/>
                  <a:pt x="120" y="14"/>
                  <a:pt x="120" y="14"/>
                </a:cubicBezTo>
                <a:cubicBezTo>
                  <a:pt x="119" y="14"/>
                  <a:pt x="119" y="14"/>
                  <a:pt x="119" y="14"/>
                </a:cubicBezTo>
                <a:cubicBezTo>
                  <a:pt x="119" y="15"/>
                  <a:pt x="119" y="16"/>
                  <a:pt x="119" y="16"/>
                </a:cubicBezTo>
                <a:cubicBezTo>
                  <a:pt x="119" y="17"/>
                  <a:pt x="118" y="17"/>
                  <a:pt x="118" y="17"/>
                </a:cubicBezTo>
                <a:cubicBezTo>
                  <a:pt x="118" y="18"/>
                  <a:pt x="117" y="19"/>
                  <a:pt x="117" y="20"/>
                </a:cubicBezTo>
                <a:cubicBezTo>
                  <a:pt x="118" y="20"/>
                  <a:pt x="119" y="20"/>
                  <a:pt x="119" y="20"/>
                </a:cubicBezTo>
                <a:cubicBezTo>
                  <a:pt x="119" y="20"/>
                  <a:pt x="120" y="21"/>
                  <a:pt x="120" y="21"/>
                </a:cubicBezTo>
                <a:cubicBezTo>
                  <a:pt x="121" y="21"/>
                  <a:pt x="121" y="21"/>
                  <a:pt x="121" y="21"/>
                </a:cubicBezTo>
                <a:cubicBezTo>
                  <a:pt x="121" y="21"/>
                  <a:pt x="121" y="21"/>
                  <a:pt x="121" y="22"/>
                </a:cubicBezTo>
                <a:cubicBezTo>
                  <a:pt x="122" y="22"/>
                  <a:pt x="122" y="22"/>
                  <a:pt x="122" y="22"/>
                </a:cubicBezTo>
                <a:cubicBezTo>
                  <a:pt x="122" y="22"/>
                  <a:pt x="122" y="22"/>
                  <a:pt x="122" y="22"/>
                </a:cubicBezTo>
                <a:cubicBezTo>
                  <a:pt x="123" y="22"/>
                  <a:pt x="123" y="22"/>
                  <a:pt x="123" y="22"/>
                </a:cubicBezTo>
                <a:cubicBezTo>
                  <a:pt x="123" y="23"/>
                  <a:pt x="123" y="23"/>
                  <a:pt x="124" y="23"/>
                </a:cubicBezTo>
                <a:cubicBezTo>
                  <a:pt x="124" y="23"/>
                  <a:pt x="124" y="23"/>
                  <a:pt x="124" y="23"/>
                </a:cubicBezTo>
                <a:cubicBezTo>
                  <a:pt x="124" y="24"/>
                  <a:pt x="125" y="24"/>
                  <a:pt x="125" y="24"/>
                </a:cubicBezTo>
                <a:cubicBezTo>
                  <a:pt x="125" y="24"/>
                  <a:pt x="125" y="24"/>
                  <a:pt x="125" y="24"/>
                </a:cubicBezTo>
                <a:cubicBezTo>
                  <a:pt x="126" y="24"/>
                  <a:pt x="126" y="24"/>
                  <a:pt x="126" y="24"/>
                </a:cubicBezTo>
                <a:cubicBezTo>
                  <a:pt x="126" y="25"/>
                  <a:pt x="126" y="25"/>
                  <a:pt x="126" y="25"/>
                </a:cubicBezTo>
                <a:cubicBezTo>
                  <a:pt x="126" y="25"/>
                  <a:pt x="126" y="25"/>
                  <a:pt x="126" y="25"/>
                </a:cubicBezTo>
                <a:cubicBezTo>
                  <a:pt x="127" y="25"/>
                  <a:pt x="127" y="25"/>
                  <a:pt x="127" y="25"/>
                </a:cubicBezTo>
                <a:cubicBezTo>
                  <a:pt x="127" y="26"/>
                  <a:pt x="127" y="26"/>
                  <a:pt x="128" y="26"/>
                </a:cubicBezTo>
                <a:cubicBezTo>
                  <a:pt x="128" y="27"/>
                  <a:pt x="128" y="27"/>
                  <a:pt x="128" y="27"/>
                </a:cubicBezTo>
                <a:cubicBezTo>
                  <a:pt x="129" y="27"/>
                  <a:pt x="129" y="27"/>
                  <a:pt x="129" y="27"/>
                </a:cubicBezTo>
                <a:cubicBezTo>
                  <a:pt x="129" y="28"/>
                  <a:pt x="129" y="28"/>
                  <a:pt x="129" y="28"/>
                </a:cubicBezTo>
                <a:cubicBezTo>
                  <a:pt x="130" y="28"/>
                  <a:pt x="130" y="29"/>
                  <a:pt x="131" y="29"/>
                </a:cubicBezTo>
                <a:cubicBezTo>
                  <a:pt x="131" y="30"/>
                  <a:pt x="132" y="30"/>
                  <a:pt x="132" y="30"/>
                </a:cubicBezTo>
                <a:cubicBezTo>
                  <a:pt x="132" y="31"/>
                  <a:pt x="132" y="31"/>
                  <a:pt x="132" y="31"/>
                </a:cubicBezTo>
                <a:cubicBezTo>
                  <a:pt x="134" y="32"/>
                  <a:pt x="134" y="32"/>
                  <a:pt x="134" y="32"/>
                </a:cubicBezTo>
                <a:cubicBezTo>
                  <a:pt x="134" y="33"/>
                  <a:pt x="134" y="33"/>
                  <a:pt x="134" y="33"/>
                </a:cubicBezTo>
                <a:cubicBezTo>
                  <a:pt x="134" y="33"/>
                  <a:pt x="135" y="33"/>
                  <a:pt x="135" y="34"/>
                </a:cubicBezTo>
                <a:cubicBezTo>
                  <a:pt x="135" y="34"/>
                  <a:pt x="136" y="34"/>
                  <a:pt x="136" y="34"/>
                </a:cubicBezTo>
                <a:cubicBezTo>
                  <a:pt x="136" y="35"/>
                  <a:pt x="136" y="35"/>
                  <a:pt x="136" y="35"/>
                </a:cubicBezTo>
                <a:cubicBezTo>
                  <a:pt x="137" y="36"/>
                  <a:pt x="137" y="36"/>
                  <a:pt x="137" y="36"/>
                </a:cubicBezTo>
                <a:cubicBezTo>
                  <a:pt x="137" y="36"/>
                  <a:pt x="137" y="36"/>
                  <a:pt x="137" y="36"/>
                </a:cubicBezTo>
                <a:cubicBezTo>
                  <a:pt x="137" y="37"/>
                  <a:pt x="137" y="37"/>
                  <a:pt x="138" y="37"/>
                </a:cubicBezTo>
                <a:cubicBezTo>
                  <a:pt x="138" y="37"/>
                  <a:pt x="138" y="37"/>
                  <a:pt x="138" y="37"/>
                </a:cubicBezTo>
                <a:cubicBezTo>
                  <a:pt x="138" y="38"/>
                  <a:pt x="138" y="38"/>
                  <a:pt x="138" y="38"/>
                </a:cubicBezTo>
                <a:cubicBezTo>
                  <a:pt x="138" y="38"/>
                  <a:pt x="138" y="38"/>
                  <a:pt x="139" y="38"/>
                </a:cubicBezTo>
                <a:cubicBezTo>
                  <a:pt x="139" y="40"/>
                  <a:pt x="139" y="40"/>
                  <a:pt x="139" y="40"/>
                </a:cubicBezTo>
                <a:cubicBezTo>
                  <a:pt x="139" y="40"/>
                  <a:pt x="139" y="40"/>
                  <a:pt x="139" y="40"/>
                </a:cubicBezTo>
                <a:cubicBezTo>
                  <a:pt x="139" y="40"/>
                  <a:pt x="139" y="40"/>
                  <a:pt x="140" y="40"/>
                </a:cubicBezTo>
                <a:cubicBezTo>
                  <a:pt x="140" y="41"/>
                  <a:pt x="140" y="41"/>
                  <a:pt x="140" y="41"/>
                </a:cubicBezTo>
                <a:cubicBezTo>
                  <a:pt x="140" y="41"/>
                  <a:pt x="141" y="42"/>
                  <a:pt x="141" y="42"/>
                </a:cubicBezTo>
                <a:cubicBezTo>
                  <a:pt x="141" y="43"/>
                  <a:pt x="141" y="43"/>
                  <a:pt x="141" y="43"/>
                </a:cubicBezTo>
                <a:cubicBezTo>
                  <a:pt x="141" y="43"/>
                  <a:pt x="141" y="43"/>
                  <a:pt x="142" y="44"/>
                </a:cubicBezTo>
                <a:cubicBezTo>
                  <a:pt x="142" y="45"/>
                  <a:pt x="142" y="45"/>
                  <a:pt x="142" y="45"/>
                </a:cubicBezTo>
                <a:cubicBezTo>
                  <a:pt x="142" y="45"/>
                  <a:pt x="142" y="45"/>
                  <a:pt x="142" y="45"/>
                </a:cubicBezTo>
                <a:cubicBezTo>
                  <a:pt x="142" y="45"/>
                  <a:pt x="142" y="45"/>
                  <a:pt x="142" y="45"/>
                </a:cubicBezTo>
                <a:cubicBezTo>
                  <a:pt x="142" y="46"/>
                  <a:pt x="142" y="46"/>
                  <a:pt x="142" y="46"/>
                </a:cubicBezTo>
                <a:cubicBezTo>
                  <a:pt x="143" y="46"/>
                  <a:pt x="143" y="46"/>
                  <a:pt x="143" y="46"/>
                </a:cubicBezTo>
                <a:cubicBezTo>
                  <a:pt x="143" y="47"/>
                  <a:pt x="143" y="47"/>
                  <a:pt x="143" y="47"/>
                </a:cubicBezTo>
                <a:cubicBezTo>
                  <a:pt x="143" y="47"/>
                  <a:pt x="143" y="47"/>
                  <a:pt x="143" y="47"/>
                </a:cubicBezTo>
                <a:cubicBezTo>
                  <a:pt x="143" y="47"/>
                  <a:pt x="143" y="47"/>
                  <a:pt x="143" y="47"/>
                </a:cubicBezTo>
                <a:cubicBezTo>
                  <a:pt x="143" y="48"/>
                  <a:pt x="144" y="48"/>
                  <a:pt x="144" y="48"/>
                </a:cubicBezTo>
                <a:cubicBezTo>
                  <a:pt x="144" y="49"/>
                  <a:pt x="144" y="49"/>
                  <a:pt x="144" y="49"/>
                </a:cubicBezTo>
                <a:cubicBezTo>
                  <a:pt x="144" y="49"/>
                  <a:pt x="144" y="49"/>
                  <a:pt x="144" y="49"/>
                </a:cubicBezTo>
                <a:cubicBezTo>
                  <a:pt x="144" y="51"/>
                  <a:pt x="144" y="51"/>
                  <a:pt x="144" y="51"/>
                </a:cubicBezTo>
                <a:cubicBezTo>
                  <a:pt x="144" y="51"/>
                  <a:pt x="144" y="51"/>
                  <a:pt x="144" y="51"/>
                </a:cubicBezTo>
                <a:cubicBezTo>
                  <a:pt x="144" y="52"/>
                  <a:pt x="144" y="52"/>
                  <a:pt x="144" y="52"/>
                </a:cubicBezTo>
                <a:cubicBezTo>
                  <a:pt x="145" y="52"/>
                  <a:pt x="145" y="52"/>
                  <a:pt x="145" y="52"/>
                </a:cubicBezTo>
                <a:cubicBezTo>
                  <a:pt x="145" y="52"/>
                  <a:pt x="145" y="52"/>
                  <a:pt x="145" y="53"/>
                </a:cubicBezTo>
                <a:cubicBezTo>
                  <a:pt x="145" y="53"/>
                  <a:pt x="145" y="54"/>
                  <a:pt x="145" y="54"/>
                </a:cubicBezTo>
                <a:cubicBezTo>
                  <a:pt x="145" y="54"/>
                  <a:pt x="145" y="54"/>
                  <a:pt x="145" y="54"/>
                </a:cubicBezTo>
                <a:cubicBezTo>
                  <a:pt x="145" y="56"/>
                  <a:pt x="145" y="56"/>
                  <a:pt x="145" y="56"/>
                </a:cubicBezTo>
                <a:cubicBezTo>
                  <a:pt x="146" y="56"/>
                  <a:pt x="146" y="57"/>
                  <a:pt x="146" y="58"/>
                </a:cubicBezTo>
                <a:cubicBezTo>
                  <a:pt x="146" y="59"/>
                  <a:pt x="146" y="59"/>
                  <a:pt x="146" y="60"/>
                </a:cubicBezTo>
                <a:cubicBezTo>
                  <a:pt x="146" y="61"/>
                  <a:pt x="147" y="62"/>
                  <a:pt x="147" y="63"/>
                </a:cubicBezTo>
                <a:cubicBezTo>
                  <a:pt x="147" y="64"/>
                  <a:pt x="147" y="64"/>
                  <a:pt x="147" y="65"/>
                </a:cubicBezTo>
                <a:cubicBezTo>
                  <a:pt x="146" y="65"/>
                  <a:pt x="146" y="65"/>
                  <a:pt x="145" y="65"/>
                </a:cubicBezTo>
                <a:cubicBezTo>
                  <a:pt x="144" y="65"/>
                  <a:pt x="144" y="65"/>
                  <a:pt x="143" y="65"/>
                </a:cubicBezTo>
                <a:cubicBezTo>
                  <a:pt x="142" y="65"/>
                  <a:pt x="141" y="65"/>
                  <a:pt x="140" y="65"/>
                </a:cubicBezTo>
                <a:cubicBezTo>
                  <a:pt x="140" y="65"/>
                  <a:pt x="139" y="65"/>
                  <a:pt x="139" y="65"/>
                </a:cubicBezTo>
                <a:cubicBezTo>
                  <a:pt x="117" y="65"/>
                  <a:pt x="117" y="65"/>
                  <a:pt x="117" y="65"/>
                </a:cubicBezTo>
                <a:cubicBezTo>
                  <a:pt x="31" y="65"/>
                  <a:pt x="31" y="65"/>
                  <a:pt x="31" y="65"/>
                </a:cubicBezTo>
                <a:cubicBezTo>
                  <a:pt x="31" y="64"/>
                  <a:pt x="31" y="64"/>
                  <a:pt x="31" y="64"/>
                </a:cubicBezTo>
                <a:cubicBezTo>
                  <a:pt x="31" y="63"/>
                  <a:pt x="31" y="63"/>
                  <a:pt x="31" y="62"/>
                </a:cubicBezTo>
                <a:cubicBezTo>
                  <a:pt x="31" y="61"/>
                  <a:pt x="31" y="60"/>
                  <a:pt x="31" y="59"/>
                </a:cubicBezTo>
                <a:cubicBezTo>
                  <a:pt x="31" y="59"/>
                  <a:pt x="31" y="59"/>
                  <a:pt x="31" y="59"/>
                </a:cubicBezTo>
                <a:cubicBezTo>
                  <a:pt x="31" y="57"/>
                  <a:pt x="31" y="57"/>
                  <a:pt x="31" y="57"/>
                </a:cubicBezTo>
                <a:cubicBezTo>
                  <a:pt x="32" y="57"/>
                  <a:pt x="32" y="57"/>
                  <a:pt x="32" y="57"/>
                </a:cubicBezTo>
                <a:cubicBezTo>
                  <a:pt x="32" y="57"/>
                  <a:pt x="32" y="56"/>
                  <a:pt x="32" y="55"/>
                </a:cubicBezTo>
                <a:cubicBezTo>
                  <a:pt x="32" y="55"/>
                  <a:pt x="32" y="54"/>
                  <a:pt x="32" y="54"/>
                </a:cubicBezTo>
                <a:cubicBezTo>
                  <a:pt x="32" y="54"/>
                  <a:pt x="32" y="54"/>
                  <a:pt x="32" y="54"/>
                </a:cubicBezTo>
                <a:cubicBezTo>
                  <a:pt x="32" y="52"/>
                  <a:pt x="32" y="52"/>
                  <a:pt x="32" y="52"/>
                </a:cubicBezTo>
                <a:cubicBezTo>
                  <a:pt x="33" y="52"/>
                  <a:pt x="33" y="52"/>
                  <a:pt x="33" y="52"/>
                </a:cubicBezTo>
                <a:cubicBezTo>
                  <a:pt x="33" y="52"/>
                  <a:pt x="33" y="52"/>
                  <a:pt x="33" y="52"/>
                </a:cubicBezTo>
                <a:cubicBezTo>
                  <a:pt x="33" y="52"/>
                  <a:pt x="33" y="52"/>
                  <a:pt x="33" y="52"/>
                </a:cubicBezTo>
                <a:cubicBezTo>
                  <a:pt x="33" y="51"/>
                  <a:pt x="33" y="51"/>
                  <a:pt x="33" y="51"/>
                </a:cubicBezTo>
                <a:cubicBezTo>
                  <a:pt x="33" y="51"/>
                  <a:pt x="33" y="51"/>
                  <a:pt x="33" y="51"/>
                </a:cubicBezTo>
                <a:cubicBezTo>
                  <a:pt x="33" y="49"/>
                  <a:pt x="33" y="49"/>
                  <a:pt x="33" y="49"/>
                </a:cubicBezTo>
                <a:cubicBezTo>
                  <a:pt x="34" y="49"/>
                  <a:pt x="34" y="49"/>
                  <a:pt x="34" y="49"/>
                </a:cubicBezTo>
                <a:cubicBezTo>
                  <a:pt x="34" y="49"/>
                  <a:pt x="34" y="48"/>
                  <a:pt x="34" y="48"/>
                </a:cubicBezTo>
                <a:cubicBezTo>
                  <a:pt x="34" y="48"/>
                  <a:pt x="34" y="48"/>
                  <a:pt x="34" y="48"/>
                </a:cubicBezTo>
                <a:cubicBezTo>
                  <a:pt x="34" y="47"/>
                  <a:pt x="34" y="47"/>
                  <a:pt x="34" y="47"/>
                </a:cubicBezTo>
                <a:cubicBezTo>
                  <a:pt x="35" y="47"/>
                  <a:pt x="35" y="47"/>
                  <a:pt x="35" y="47"/>
                </a:cubicBezTo>
                <a:cubicBezTo>
                  <a:pt x="35" y="46"/>
                  <a:pt x="35" y="46"/>
                  <a:pt x="35" y="46"/>
                </a:cubicBezTo>
                <a:cubicBezTo>
                  <a:pt x="35" y="46"/>
                  <a:pt x="35" y="46"/>
                  <a:pt x="35" y="46"/>
                </a:cubicBezTo>
                <a:cubicBezTo>
                  <a:pt x="35" y="45"/>
                  <a:pt x="35" y="45"/>
                  <a:pt x="35" y="45"/>
                </a:cubicBezTo>
                <a:cubicBezTo>
                  <a:pt x="35" y="45"/>
                  <a:pt x="35" y="45"/>
                  <a:pt x="35" y="45"/>
                </a:cubicBezTo>
                <a:cubicBezTo>
                  <a:pt x="36" y="45"/>
                  <a:pt x="36" y="44"/>
                  <a:pt x="36" y="44"/>
                </a:cubicBezTo>
                <a:cubicBezTo>
                  <a:pt x="36" y="44"/>
                  <a:pt x="36" y="43"/>
                  <a:pt x="36" y="43"/>
                </a:cubicBezTo>
                <a:cubicBezTo>
                  <a:pt x="36" y="43"/>
                  <a:pt x="36" y="43"/>
                  <a:pt x="36" y="43"/>
                </a:cubicBezTo>
                <a:cubicBezTo>
                  <a:pt x="36" y="42"/>
                  <a:pt x="36" y="42"/>
                  <a:pt x="36" y="42"/>
                </a:cubicBezTo>
                <a:cubicBezTo>
                  <a:pt x="37" y="42"/>
                  <a:pt x="37" y="42"/>
                  <a:pt x="37" y="42"/>
                </a:cubicBezTo>
                <a:cubicBezTo>
                  <a:pt x="37" y="42"/>
                  <a:pt x="37" y="42"/>
                  <a:pt x="37" y="42"/>
                </a:cubicBezTo>
                <a:cubicBezTo>
                  <a:pt x="37" y="41"/>
                  <a:pt x="37" y="41"/>
                  <a:pt x="37" y="41"/>
                </a:cubicBezTo>
                <a:cubicBezTo>
                  <a:pt x="38" y="41"/>
                  <a:pt x="38" y="41"/>
                  <a:pt x="38" y="41"/>
                </a:cubicBezTo>
                <a:cubicBezTo>
                  <a:pt x="38" y="40"/>
                  <a:pt x="38" y="40"/>
                  <a:pt x="38" y="40"/>
                </a:cubicBezTo>
                <a:cubicBezTo>
                  <a:pt x="38" y="40"/>
                  <a:pt x="38" y="39"/>
                  <a:pt x="38" y="39"/>
                </a:cubicBezTo>
                <a:cubicBezTo>
                  <a:pt x="38" y="39"/>
                  <a:pt x="38" y="39"/>
                  <a:pt x="39" y="39"/>
                </a:cubicBezTo>
                <a:cubicBezTo>
                  <a:pt x="39" y="39"/>
                  <a:pt x="39" y="39"/>
                  <a:pt x="39" y="39"/>
                </a:cubicBezTo>
                <a:cubicBezTo>
                  <a:pt x="39" y="38"/>
                  <a:pt x="39" y="38"/>
                  <a:pt x="39" y="38"/>
                </a:cubicBezTo>
                <a:cubicBezTo>
                  <a:pt x="39" y="38"/>
                  <a:pt x="39" y="38"/>
                  <a:pt x="39" y="38"/>
                </a:cubicBezTo>
                <a:cubicBezTo>
                  <a:pt x="40" y="38"/>
                  <a:pt x="40" y="38"/>
                  <a:pt x="40" y="37"/>
                </a:cubicBezTo>
                <a:cubicBezTo>
                  <a:pt x="40" y="37"/>
                  <a:pt x="40" y="37"/>
                  <a:pt x="40" y="37"/>
                </a:cubicBezTo>
                <a:cubicBezTo>
                  <a:pt x="40" y="37"/>
                  <a:pt x="40" y="36"/>
                  <a:pt x="41" y="36"/>
                </a:cubicBezTo>
                <a:cubicBezTo>
                  <a:pt x="41" y="36"/>
                  <a:pt x="41" y="36"/>
                  <a:pt x="41" y="36"/>
                </a:cubicBezTo>
                <a:cubicBezTo>
                  <a:pt x="42" y="35"/>
                  <a:pt x="42" y="35"/>
                  <a:pt x="42" y="35"/>
                </a:cubicBezTo>
                <a:cubicBezTo>
                  <a:pt x="42" y="34"/>
                  <a:pt x="42" y="34"/>
                  <a:pt x="42" y="34"/>
                </a:cubicBezTo>
                <a:cubicBezTo>
                  <a:pt x="42" y="34"/>
                  <a:pt x="42" y="34"/>
                  <a:pt x="42" y="34"/>
                </a:cubicBezTo>
                <a:cubicBezTo>
                  <a:pt x="42" y="34"/>
                  <a:pt x="43" y="34"/>
                  <a:pt x="43" y="33"/>
                </a:cubicBezTo>
                <a:cubicBezTo>
                  <a:pt x="43" y="33"/>
                  <a:pt x="43" y="33"/>
                  <a:pt x="43" y="33"/>
                </a:cubicBezTo>
                <a:cubicBezTo>
                  <a:pt x="43" y="32"/>
                  <a:pt x="44" y="32"/>
                  <a:pt x="44" y="31"/>
                </a:cubicBezTo>
                <a:cubicBezTo>
                  <a:pt x="45" y="31"/>
                  <a:pt x="45" y="31"/>
                  <a:pt x="46" y="30"/>
                </a:cubicBezTo>
                <a:cubicBezTo>
                  <a:pt x="47" y="29"/>
                  <a:pt x="48" y="28"/>
                  <a:pt x="49" y="27"/>
                </a:cubicBezTo>
                <a:cubicBezTo>
                  <a:pt x="50" y="27"/>
                  <a:pt x="50" y="27"/>
                  <a:pt x="50" y="27"/>
                </a:cubicBezTo>
                <a:cubicBezTo>
                  <a:pt x="50" y="27"/>
                  <a:pt x="50" y="26"/>
                  <a:pt x="51" y="25"/>
                </a:cubicBezTo>
                <a:cubicBezTo>
                  <a:pt x="51" y="25"/>
                  <a:pt x="51" y="25"/>
                  <a:pt x="51" y="25"/>
                </a:cubicBezTo>
                <a:cubicBezTo>
                  <a:pt x="51" y="25"/>
                  <a:pt x="52" y="25"/>
                  <a:pt x="52" y="24"/>
                </a:cubicBezTo>
                <a:cubicBezTo>
                  <a:pt x="53" y="24"/>
                  <a:pt x="53" y="24"/>
                  <a:pt x="53" y="24"/>
                </a:cubicBezTo>
                <a:cubicBezTo>
                  <a:pt x="53" y="24"/>
                  <a:pt x="53" y="24"/>
                  <a:pt x="53" y="23"/>
                </a:cubicBezTo>
                <a:cubicBezTo>
                  <a:pt x="54" y="23"/>
                  <a:pt x="54" y="23"/>
                  <a:pt x="54" y="23"/>
                </a:cubicBezTo>
                <a:cubicBezTo>
                  <a:pt x="54" y="23"/>
                  <a:pt x="54" y="23"/>
                  <a:pt x="54" y="23"/>
                </a:cubicBezTo>
                <a:cubicBezTo>
                  <a:pt x="54" y="23"/>
                  <a:pt x="54" y="23"/>
                  <a:pt x="54" y="23"/>
                </a:cubicBezTo>
                <a:cubicBezTo>
                  <a:pt x="55" y="23"/>
                  <a:pt x="55" y="23"/>
                  <a:pt x="55" y="23"/>
                </a:cubicBezTo>
                <a:cubicBezTo>
                  <a:pt x="55" y="23"/>
                  <a:pt x="55" y="22"/>
                  <a:pt x="56" y="22"/>
                </a:cubicBezTo>
                <a:cubicBezTo>
                  <a:pt x="56" y="21"/>
                  <a:pt x="57" y="21"/>
                  <a:pt x="57" y="21"/>
                </a:cubicBezTo>
                <a:cubicBezTo>
                  <a:pt x="57" y="21"/>
                  <a:pt x="57" y="21"/>
                  <a:pt x="57" y="21"/>
                </a:cubicBezTo>
                <a:cubicBezTo>
                  <a:pt x="58" y="21"/>
                  <a:pt x="58" y="20"/>
                  <a:pt x="59" y="20"/>
                </a:cubicBezTo>
                <a:cubicBezTo>
                  <a:pt x="59" y="20"/>
                  <a:pt x="59" y="20"/>
                  <a:pt x="60" y="20"/>
                </a:cubicBezTo>
                <a:cubicBezTo>
                  <a:pt x="60" y="19"/>
                  <a:pt x="60" y="18"/>
                  <a:pt x="60" y="18"/>
                </a:cubicBezTo>
                <a:cubicBezTo>
                  <a:pt x="59" y="18"/>
                  <a:pt x="59" y="17"/>
                  <a:pt x="59" y="17"/>
                </a:cubicBezTo>
                <a:cubicBezTo>
                  <a:pt x="59" y="16"/>
                  <a:pt x="59" y="16"/>
                  <a:pt x="59" y="16"/>
                </a:cubicBezTo>
                <a:cubicBezTo>
                  <a:pt x="58" y="16"/>
                  <a:pt x="58" y="16"/>
                  <a:pt x="58" y="16"/>
                </a:cubicBezTo>
                <a:cubicBezTo>
                  <a:pt x="58" y="16"/>
                  <a:pt x="58" y="15"/>
                  <a:pt x="58" y="14"/>
                </a:cubicBezTo>
                <a:cubicBezTo>
                  <a:pt x="57" y="14"/>
                  <a:pt x="57" y="14"/>
                  <a:pt x="57" y="14"/>
                </a:cubicBezTo>
                <a:cubicBezTo>
                  <a:pt x="57" y="13"/>
                  <a:pt x="57" y="13"/>
                  <a:pt x="57" y="13"/>
                </a:cubicBezTo>
                <a:cubicBezTo>
                  <a:pt x="57" y="13"/>
                  <a:pt x="57" y="13"/>
                  <a:pt x="57" y="13"/>
                </a:cubicBezTo>
                <a:cubicBezTo>
                  <a:pt x="57" y="13"/>
                  <a:pt x="57" y="13"/>
                  <a:pt x="57" y="13"/>
                </a:cubicBezTo>
                <a:cubicBezTo>
                  <a:pt x="57" y="12"/>
                  <a:pt x="57" y="12"/>
                  <a:pt x="57" y="12"/>
                </a:cubicBezTo>
                <a:cubicBezTo>
                  <a:pt x="56" y="12"/>
                  <a:pt x="56" y="12"/>
                  <a:pt x="56" y="12"/>
                </a:cubicBezTo>
                <a:cubicBezTo>
                  <a:pt x="56" y="11"/>
                  <a:pt x="56" y="11"/>
                  <a:pt x="56" y="11"/>
                </a:cubicBezTo>
                <a:cubicBezTo>
                  <a:pt x="55" y="10"/>
                  <a:pt x="55" y="10"/>
                  <a:pt x="55" y="10"/>
                </a:cubicBezTo>
                <a:cubicBezTo>
                  <a:pt x="55" y="10"/>
                  <a:pt x="55" y="10"/>
                  <a:pt x="55" y="10"/>
                </a:cubicBezTo>
                <a:cubicBezTo>
                  <a:pt x="55" y="10"/>
                  <a:pt x="55" y="10"/>
                  <a:pt x="55" y="10"/>
                </a:cubicBezTo>
                <a:cubicBezTo>
                  <a:pt x="55" y="9"/>
                  <a:pt x="55" y="9"/>
                  <a:pt x="55" y="9"/>
                </a:cubicBezTo>
                <a:cubicBezTo>
                  <a:pt x="55" y="9"/>
                  <a:pt x="55" y="9"/>
                  <a:pt x="55" y="9"/>
                </a:cubicBezTo>
                <a:cubicBezTo>
                  <a:pt x="55" y="8"/>
                  <a:pt x="55" y="8"/>
                  <a:pt x="55" y="8"/>
                </a:cubicBezTo>
                <a:cubicBezTo>
                  <a:pt x="54" y="8"/>
                  <a:pt x="54" y="8"/>
                  <a:pt x="54" y="8"/>
                </a:cubicBezTo>
                <a:cubicBezTo>
                  <a:pt x="54" y="7"/>
                  <a:pt x="54" y="7"/>
                  <a:pt x="54" y="7"/>
                </a:cubicBezTo>
                <a:cubicBezTo>
                  <a:pt x="54" y="7"/>
                  <a:pt x="53" y="7"/>
                  <a:pt x="53" y="7"/>
                </a:cubicBezTo>
                <a:cubicBezTo>
                  <a:pt x="53" y="6"/>
                  <a:pt x="53" y="6"/>
                  <a:pt x="53" y="5"/>
                </a:cubicBezTo>
                <a:cubicBezTo>
                  <a:pt x="53" y="5"/>
                  <a:pt x="52" y="4"/>
                  <a:pt x="52" y="4"/>
                </a:cubicBezTo>
                <a:cubicBezTo>
                  <a:pt x="52" y="3"/>
                  <a:pt x="51" y="3"/>
                  <a:pt x="51" y="1"/>
                </a:cubicBezTo>
                <a:cubicBezTo>
                  <a:pt x="51" y="1"/>
                  <a:pt x="51" y="1"/>
                  <a:pt x="51" y="1"/>
                </a:cubicBezTo>
                <a:cubicBezTo>
                  <a:pt x="51" y="1"/>
                  <a:pt x="51" y="1"/>
                  <a:pt x="51" y="1"/>
                </a:cubicBezTo>
                <a:cubicBezTo>
                  <a:pt x="52" y="1"/>
                  <a:pt x="52" y="0"/>
                  <a:pt x="53" y="0"/>
                </a:cubicBezTo>
                <a:cubicBezTo>
                  <a:pt x="53" y="0"/>
                  <a:pt x="53" y="0"/>
                  <a:pt x="53" y="0"/>
                </a:cubicBezTo>
                <a:cubicBezTo>
                  <a:pt x="53" y="0"/>
                  <a:pt x="53" y="0"/>
                  <a:pt x="53" y="0"/>
                </a:cubicBezTo>
                <a:cubicBezTo>
                  <a:pt x="54" y="1"/>
                  <a:pt x="54" y="1"/>
                  <a:pt x="54" y="1"/>
                </a:cubicBezTo>
                <a:cubicBezTo>
                  <a:pt x="54" y="2"/>
                  <a:pt x="55" y="2"/>
                  <a:pt x="55" y="3"/>
                </a:cubicBezTo>
                <a:cubicBezTo>
                  <a:pt x="55" y="3"/>
                  <a:pt x="55" y="3"/>
                  <a:pt x="56" y="3"/>
                </a:cubicBezTo>
                <a:cubicBezTo>
                  <a:pt x="56" y="4"/>
                  <a:pt x="56" y="4"/>
                  <a:pt x="56" y="4"/>
                </a:cubicBezTo>
                <a:cubicBezTo>
                  <a:pt x="56" y="4"/>
                  <a:pt x="56" y="4"/>
                  <a:pt x="56" y="4"/>
                </a:cubicBezTo>
                <a:cubicBezTo>
                  <a:pt x="56" y="5"/>
                  <a:pt x="56" y="5"/>
                  <a:pt x="56" y="5"/>
                </a:cubicBezTo>
                <a:cubicBezTo>
                  <a:pt x="57" y="5"/>
                  <a:pt x="57" y="5"/>
                  <a:pt x="57" y="5"/>
                </a:cubicBezTo>
                <a:cubicBezTo>
                  <a:pt x="57" y="6"/>
                  <a:pt x="57" y="6"/>
                  <a:pt x="57" y="6"/>
                </a:cubicBezTo>
                <a:cubicBezTo>
                  <a:pt x="57" y="6"/>
                  <a:pt x="57" y="6"/>
                  <a:pt x="57" y="6"/>
                </a:cubicBezTo>
                <a:cubicBezTo>
                  <a:pt x="57" y="7"/>
                  <a:pt x="57" y="7"/>
                  <a:pt x="57" y="7"/>
                </a:cubicBezTo>
                <a:cubicBezTo>
                  <a:pt x="58" y="7"/>
                  <a:pt x="58" y="7"/>
                  <a:pt x="58" y="7"/>
                </a:cubicBezTo>
                <a:cubicBezTo>
                  <a:pt x="58" y="8"/>
                  <a:pt x="58" y="9"/>
                  <a:pt x="58" y="9"/>
                </a:cubicBezTo>
                <a:cubicBezTo>
                  <a:pt x="59" y="9"/>
                  <a:pt x="59" y="9"/>
                  <a:pt x="59" y="9"/>
                </a:cubicBezTo>
                <a:cubicBezTo>
                  <a:pt x="59" y="9"/>
                  <a:pt x="59" y="9"/>
                  <a:pt x="59" y="9"/>
                </a:cubicBezTo>
                <a:cubicBezTo>
                  <a:pt x="59" y="10"/>
                  <a:pt x="59" y="10"/>
                  <a:pt x="59" y="11"/>
                </a:cubicBezTo>
                <a:cubicBezTo>
                  <a:pt x="60" y="11"/>
                  <a:pt x="60" y="11"/>
                  <a:pt x="60" y="11"/>
                </a:cubicBezTo>
                <a:cubicBezTo>
                  <a:pt x="60" y="11"/>
                  <a:pt x="60" y="12"/>
                  <a:pt x="60" y="12"/>
                </a:cubicBezTo>
                <a:cubicBezTo>
                  <a:pt x="60" y="12"/>
                  <a:pt x="61" y="13"/>
                  <a:pt x="61" y="13"/>
                </a:cubicBezTo>
                <a:cubicBezTo>
                  <a:pt x="61" y="13"/>
                  <a:pt x="61" y="13"/>
                  <a:pt x="61" y="13"/>
                </a:cubicBezTo>
                <a:cubicBezTo>
                  <a:pt x="61" y="14"/>
                  <a:pt x="61" y="14"/>
                  <a:pt x="61" y="14"/>
                </a:cubicBezTo>
                <a:cubicBezTo>
                  <a:pt x="62" y="14"/>
                  <a:pt x="62" y="14"/>
                  <a:pt x="62" y="14"/>
                </a:cubicBezTo>
                <a:cubicBezTo>
                  <a:pt x="62" y="15"/>
                  <a:pt x="62" y="16"/>
                  <a:pt x="63" y="16"/>
                </a:cubicBezTo>
                <a:cubicBezTo>
                  <a:pt x="63" y="16"/>
                  <a:pt x="63" y="17"/>
                  <a:pt x="63" y="18"/>
                </a:cubicBezTo>
                <a:cubicBezTo>
                  <a:pt x="64" y="17"/>
                  <a:pt x="66" y="17"/>
                  <a:pt x="66" y="17"/>
                </a:cubicBezTo>
                <a:close/>
                <a:moveTo>
                  <a:pt x="112" y="70"/>
                </a:moveTo>
                <a:cubicBezTo>
                  <a:pt x="136" y="70"/>
                  <a:pt x="136" y="70"/>
                  <a:pt x="136" y="70"/>
                </a:cubicBezTo>
                <a:cubicBezTo>
                  <a:pt x="137" y="70"/>
                  <a:pt x="139" y="70"/>
                  <a:pt x="141" y="70"/>
                </a:cubicBezTo>
                <a:cubicBezTo>
                  <a:pt x="143" y="70"/>
                  <a:pt x="145" y="70"/>
                  <a:pt x="147" y="70"/>
                </a:cubicBezTo>
                <a:cubicBezTo>
                  <a:pt x="146" y="72"/>
                  <a:pt x="146" y="73"/>
                  <a:pt x="146" y="75"/>
                </a:cubicBezTo>
                <a:cubicBezTo>
                  <a:pt x="146" y="77"/>
                  <a:pt x="146" y="78"/>
                  <a:pt x="146" y="80"/>
                </a:cubicBezTo>
                <a:cubicBezTo>
                  <a:pt x="146" y="96"/>
                  <a:pt x="146" y="96"/>
                  <a:pt x="146" y="96"/>
                </a:cubicBezTo>
                <a:cubicBezTo>
                  <a:pt x="146" y="142"/>
                  <a:pt x="146" y="142"/>
                  <a:pt x="146" y="142"/>
                </a:cubicBezTo>
                <a:cubicBezTo>
                  <a:pt x="146" y="153"/>
                  <a:pt x="146" y="153"/>
                  <a:pt x="146" y="153"/>
                </a:cubicBezTo>
                <a:cubicBezTo>
                  <a:pt x="147" y="154"/>
                  <a:pt x="147" y="154"/>
                  <a:pt x="147" y="154"/>
                </a:cubicBezTo>
                <a:cubicBezTo>
                  <a:pt x="146" y="155"/>
                  <a:pt x="146" y="156"/>
                  <a:pt x="146" y="157"/>
                </a:cubicBezTo>
                <a:cubicBezTo>
                  <a:pt x="145" y="158"/>
                  <a:pt x="145" y="159"/>
                  <a:pt x="145" y="160"/>
                </a:cubicBezTo>
                <a:cubicBezTo>
                  <a:pt x="144" y="161"/>
                  <a:pt x="144" y="161"/>
                  <a:pt x="144" y="161"/>
                </a:cubicBezTo>
                <a:cubicBezTo>
                  <a:pt x="144" y="161"/>
                  <a:pt x="144" y="161"/>
                  <a:pt x="144" y="162"/>
                </a:cubicBezTo>
                <a:cubicBezTo>
                  <a:pt x="143" y="162"/>
                  <a:pt x="143" y="162"/>
                  <a:pt x="143" y="162"/>
                </a:cubicBezTo>
                <a:cubicBezTo>
                  <a:pt x="143" y="162"/>
                  <a:pt x="143" y="163"/>
                  <a:pt x="143" y="163"/>
                </a:cubicBezTo>
                <a:cubicBezTo>
                  <a:pt x="143" y="163"/>
                  <a:pt x="143" y="163"/>
                  <a:pt x="142" y="164"/>
                </a:cubicBezTo>
                <a:cubicBezTo>
                  <a:pt x="142" y="164"/>
                  <a:pt x="142" y="164"/>
                  <a:pt x="141" y="164"/>
                </a:cubicBezTo>
                <a:cubicBezTo>
                  <a:pt x="141" y="164"/>
                  <a:pt x="141" y="164"/>
                  <a:pt x="141" y="165"/>
                </a:cubicBezTo>
                <a:cubicBezTo>
                  <a:pt x="141" y="165"/>
                  <a:pt x="141" y="165"/>
                  <a:pt x="141" y="165"/>
                </a:cubicBezTo>
                <a:cubicBezTo>
                  <a:pt x="140" y="165"/>
                  <a:pt x="140" y="165"/>
                  <a:pt x="140" y="165"/>
                </a:cubicBezTo>
                <a:cubicBezTo>
                  <a:pt x="140" y="165"/>
                  <a:pt x="140" y="165"/>
                  <a:pt x="140" y="165"/>
                </a:cubicBezTo>
                <a:cubicBezTo>
                  <a:pt x="140" y="166"/>
                  <a:pt x="139" y="166"/>
                  <a:pt x="139" y="166"/>
                </a:cubicBezTo>
                <a:cubicBezTo>
                  <a:pt x="139" y="166"/>
                  <a:pt x="138" y="166"/>
                  <a:pt x="138" y="166"/>
                </a:cubicBezTo>
                <a:cubicBezTo>
                  <a:pt x="138" y="166"/>
                  <a:pt x="138" y="166"/>
                  <a:pt x="138" y="166"/>
                </a:cubicBezTo>
                <a:cubicBezTo>
                  <a:pt x="138" y="166"/>
                  <a:pt x="137" y="166"/>
                  <a:pt x="137" y="166"/>
                </a:cubicBezTo>
                <a:cubicBezTo>
                  <a:pt x="137" y="167"/>
                  <a:pt x="136" y="167"/>
                  <a:pt x="136" y="167"/>
                </a:cubicBezTo>
                <a:cubicBezTo>
                  <a:pt x="136" y="167"/>
                  <a:pt x="136" y="167"/>
                  <a:pt x="136" y="167"/>
                </a:cubicBezTo>
                <a:cubicBezTo>
                  <a:pt x="135" y="167"/>
                  <a:pt x="134" y="167"/>
                  <a:pt x="133" y="168"/>
                </a:cubicBezTo>
                <a:cubicBezTo>
                  <a:pt x="132" y="168"/>
                  <a:pt x="131" y="168"/>
                  <a:pt x="130" y="168"/>
                </a:cubicBezTo>
                <a:cubicBezTo>
                  <a:pt x="129" y="168"/>
                  <a:pt x="127" y="168"/>
                  <a:pt x="126" y="167"/>
                </a:cubicBezTo>
                <a:cubicBezTo>
                  <a:pt x="125" y="167"/>
                  <a:pt x="124" y="167"/>
                  <a:pt x="123" y="167"/>
                </a:cubicBezTo>
                <a:cubicBezTo>
                  <a:pt x="123" y="189"/>
                  <a:pt x="123" y="189"/>
                  <a:pt x="123" y="189"/>
                </a:cubicBezTo>
                <a:cubicBezTo>
                  <a:pt x="123" y="191"/>
                  <a:pt x="123" y="192"/>
                  <a:pt x="123" y="194"/>
                </a:cubicBezTo>
                <a:cubicBezTo>
                  <a:pt x="123" y="196"/>
                  <a:pt x="123" y="198"/>
                  <a:pt x="123" y="199"/>
                </a:cubicBezTo>
                <a:cubicBezTo>
                  <a:pt x="122" y="202"/>
                  <a:pt x="121" y="204"/>
                  <a:pt x="119" y="205"/>
                </a:cubicBezTo>
                <a:cubicBezTo>
                  <a:pt x="117" y="207"/>
                  <a:pt x="114" y="208"/>
                  <a:pt x="112" y="209"/>
                </a:cubicBezTo>
                <a:cubicBezTo>
                  <a:pt x="111" y="209"/>
                  <a:pt x="111" y="209"/>
                  <a:pt x="111" y="209"/>
                </a:cubicBezTo>
                <a:cubicBezTo>
                  <a:pt x="111" y="209"/>
                  <a:pt x="111" y="209"/>
                  <a:pt x="111" y="208"/>
                </a:cubicBezTo>
                <a:cubicBezTo>
                  <a:pt x="110" y="209"/>
                  <a:pt x="110" y="209"/>
                  <a:pt x="110" y="209"/>
                </a:cubicBezTo>
                <a:cubicBezTo>
                  <a:pt x="110" y="208"/>
                  <a:pt x="110" y="208"/>
                  <a:pt x="110" y="208"/>
                </a:cubicBezTo>
                <a:cubicBezTo>
                  <a:pt x="107" y="208"/>
                  <a:pt x="107" y="208"/>
                  <a:pt x="107" y="208"/>
                </a:cubicBezTo>
                <a:cubicBezTo>
                  <a:pt x="107" y="208"/>
                  <a:pt x="107" y="208"/>
                  <a:pt x="107" y="208"/>
                </a:cubicBezTo>
                <a:cubicBezTo>
                  <a:pt x="106" y="208"/>
                  <a:pt x="106" y="208"/>
                  <a:pt x="106" y="208"/>
                </a:cubicBezTo>
                <a:cubicBezTo>
                  <a:pt x="106" y="208"/>
                  <a:pt x="106" y="208"/>
                  <a:pt x="106" y="208"/>
                </a:cubicBezTo>
                <a:cubicBezTo>
                  <a:pt x="105" y="208"/>
                  <a:pt x="105" y="208"/>
                  <a:pt x="105" y="208"/>
                </a:cubicBezTo>
                <a:cubicBezTo>
                  <a:pt x="105" y="207"/>
                  <a:pt x="105" y="207"/>
                  <a:pt x="105" y="207"/>
                </a:cubicBezTo>
                <a:cubicBezTo>
                  <a:pt x="104" y="207"/>
                  <a:pt x="104" y="207"/>
                  <a:pt x="103" y="207"/>
                </a:cubicBezTo>
                <a:cubicBezTo>
                  <a:pt x="103" y="207"/>
                  <a:pt x="103" y="207"/>
                  <a:pt x="103" y="206"/>
                </a:cubicBezTo>
                <a:cubicBezTo>
                  <a:pt x="103" y="206"/>
                  <a:pt x="103" y="206"/>
                  <a:pt x="103" y="206"/>
                </a:cubicBezTo>
                <a:cubicBezTo>
                  <a:pt x="102" y="206"/>
                  <a:pt x="102" y="206"/>
                  <a:pt x="102" y="206"/>
                </a:cubicBezTo>
                <a:cubicBezTo>
                  <a:pt x="102" y="205"/>
                  <a:pt x="102" y="205"/>
                  <a:pt x="102" y="205"/>
                </a:cubicBezTo>
                <a:cubicBezTo>
                  <a:pt x="102" y="205"/>
                  <a:pt x="101" y="205"/>
                  <a:pt x="101" y="205"/>
                </a:cubicBezTo>
                <a:cubicBezTo>
                  <a:pt x="101" y="205"/>
                  <a:pt x="101" y="204"/>
                  <a:pt x="100" y="204"/>
                </a:cubicBezTo>
                <a:cubicBezTo>
                  <a:pt x="100" y="203"/>
                  <a:pt x="100" y="203"/>
                  <a:pt x="100" y="203"/>
                </a:cubicBezTo>
                <a:cubicBezTo>
                  <a:pt x="100" y="203"/>
                  <a:pt x="100" y="203"/>
                  <a:pt x="100" y="203"/>
                </a:cubicBezTo>
                <a:cubicBezTo>
                  <a:pt x="100" y="202"/>
                  <a:pt x="100" y="202"/>
                  <a:pt x="100" y="202"/>
                </a:cubicBezTo>
                <a:cubicBezTo>
                  <a:pt x="99" y="202"/>
                  <a:pt x="99" y="202"/>
                  <a:pt x="99" y="202"/>
                </a:cubicBezTo>
                <a:cubicBezTo>
                  <a:pt x="99" y="201"/>
                  <a:pt x="99" y="201"/>
                  <a:pt x="99" y="201"/>
                </a:cubicBezTo>
                <a:cubicBezTo>
                  <a:pt x="99" y="201"/>
                  <a:pt x="99" y="201"/>
                  <a:pt x="99" y="201"/>
                </a:cubicBezTo>
                <a:cubicBezTo>
                  <a:pt x="98" y="201"/>
                  <a:pt x="98" y="200"/>
                  <a:pt x="98" y="200"/>
                </a:cubicBezTo>
                <a:cubicBezTo>
                  <a:pt x="98" y="199"/>
                  <a:pt x="98" y="199"/>
                  <a:pt x="98" y="198"/>
                </a:cubicBezTo>
                <a:cubicBezTo>
                  <a:pt x="97" y="198"/>
                  <a:pt x="97" y="198"/>
                  <a:pt x="97" y="198"/>
                </a:cubicBezTo>
                <a:cubicBezTo>
                  <a:pt x="97" y="167"/>
                  <a:pt x="97" y="167"/>
                  <a:pt x="97" y="167"/>
                </a:cubicBezTo>
                <a:cubicBezTo>
                  <a:pt x="80" y="167"/>
                  <a:pt x="80" y="167"/>
                  <a:pt x="80" y="167"/>
                </a:cubicBezTo>
                <a:cubicBezTo>
                  <a:pt x="80" y="189"/>
                  <a:pt x="80" y="189"/>
                  <a:pt x="80" y="189"/>
                </a:cubicBezTo>
                <a:cubicBezTo>
                  <a:pt x="80" y="191"/>
                  <a:pt x="80" y="193"/>
                  <a:pt x="80" y="195"/>
                </a:cubicBezTo>
                <a:cubicBezTo>
                  <a:pt x="80" y="198"/>
                  <a:pt x="80" y="199"/>
                  <a:pt x="79" y="201"/>
                </a:cubicBezTo>
                <a:cubicBezTo>
                  <a:pt x="79" y="201"/>
                  <a:pt x="79" y="201"/>
                  <a:pt x="79" y="201"/>
                </a:cubicBezTo>
                <a:cubicBezTo>
                  <a:pt x="79" y="201"/>
                  <a:pt x="79" y="201"/>
                  <a:pt x="79" y="201"/>
                </a:cubicBezTo>
                <a:cubicBezTo>
                  <a:pt x="79" y="201"/>
                  <a:pt x="79" y="201"/>
                  <a:pt x="79" y="201"/>
                </a:cubicBezTo>
                <a:cubicBezTo>
                  <a:pt x="79" y="202"/>
                  <a:pt x="79" y="202"/>
                  <a:pt x="79" y="202"/>
                </a:cubicBezTo>
                <a:cubicBezTo>
                  <a:pt x="78" y="202"/>
                  <a:pt x="78" y="202"/>
                  <a:pt x="78" y="202"/>
                </a:cubicBezTo>
                <a:cubicBezTo>
                  <a:pt x="78" y="203"/>
                  <a:pt x="78" y="203"/>
                  <a:pt x="78" y="203"/>
                </a:cubicBezTo>
                <a:cubicBezTo>
                  <a:pt x="77" y="204"/>
                  <a:pt x="77" y="204"/>
                  <a:pt x="77" y="204"/>
                </a:cubicBezTo>
                <a:cubicBezTo>
                  <a:pt x="76" y="205"/>
                  <a:pt x="75" y="206"/>
                  <a:pt x="75" y="207"/>
                </a:cubicBezTo>
                <a:cubicBezTo>
                  <a:pt x="75" y="207"/>
                  <a:pt x="74" y="207"/>
                  <a:pt x="73" y="207"/>
                </a:cubicBezTo>
                <a:cubicBezTo>
                  <a:pt x="73" y="207"/>
                  <a:pt x="73" y="207"/>
                  <a:pt x="73" y="207"/>
                </a:cubicBezTo>
                <a:cubicBezTo>
                  <a:pt x="73" y="207"/>
                  <a:pt x="73" y="207"/>
                  <a:pt x="73" y="208"/>
                </a:cubicBezTo>
                <a:cubicBezTo>
                  <a:pt x="73" y="208"/>
                  <a:pt x="72" y="208"/>
                  <a:pt x="72" y="208"/>
                </a:cubicBezTo>
                <a:cubicBezTo>
                  <a:pt x="72" y="208"/>
                  <a:pt x="71" y="208"/>
                  <a:pt x="71" y="208"/>
                </a:cubicBezTo>
                <a:cubicBezTo>
                  <a:pt x="71" y="208"/>
                  <a:pt x="71" y="208"/>
                  <a:pt x="71" y="208"/>
                </a:cubicBezTo>
                <a:cubicBezTo>
                  <a:pt x="70" y="208"/>
                  <a:pt x="70" y="208"/>
                  <a:pt x="70" y="208"/>
                </a:cubicBezTo>
                <a:cubicBezTo>
                  <a:pt x="70" y="208"/>
                  <a:pt x="70" y="208"/>
                  <a:pt x="70" y="208"/>
                </a:cubicBezTo>
                <a:cubicBezTo>
                  <a:pt x="68" y="208"/>
                  <a:pt x="68" y="208"/>
                  <a:pt x="68" y="208"/>
                </a:cubicBezTo>
                <a:cubicBezTo>
                  <a:pt x="68" y="209"/>
                  <a:pt x="68" y="209"/>
                  <a:pt x="68" y="209"/>
                </a:cubicBezTo>
                <a:cubicBezTo>
                  <a:pt x="67" y="209"/>
                  <a:pt x="67" y="209"/>
                  <a:pt x="67" y="209"/>
                </a:cubicBezTo>
                <a:cubicBezTo>
                  <a:pt x="67" y="208"/>
                  <a:pt x="67" y="208"/>
                  <a:pt x="67" y="208"/>
                </a:cubicBezTo>
                <a:cubicBezTo>
                  <a:pt x="64" y="208"/>
                  <a:pt x="64" y="208"/>
                  <a:pt x="64" y="208"/>
                </a:cubicBezTo>
                <a:cubicBezTo>
                  <a:pt x="64" y="208"/>
                  <a:pt x="64" y="208"/>
                  <a:pt x="64" y="208"/>
                </a:cubicBezTo>
                <a:cubicBezTo>
                  <a:pt x="63" y="208"/>
                  <a:pt x="63" y="208"/>
                  <a:pt x="63" y="208"/>
                </a:cubicBezTo>
                <a:cubicBezTo>
                  <a:pt x="63" y="208"/>
                  <a:pt x="63" y="208"/>
                  <a:pt x="63" y="208"/>
                </a:cubicBezTo>
                <a:cubicBezTo>
                  <a:pt x="62" y="208"/>
                  <a:pt x="62" y="208"/>
                  <a:pt x="62" y="208"/>
                </a:cubicBezTo>
                <a:cubicBezTo>
                  <a:pt x="62" y="208"/>
                  <a:pt x="62" y="208"/>
                  <a:pt x="62" y="208"/>
                </a:cubicBezTo>
                <a:cubicBezTo>
                  <a:pt x="61" y="208"/>
                  <a:pt x="61" y="208"/>
                  <a:pt x="61" y="208"/>
                </a:cubicBezTo>
                <a:cubicBezTo>
                  <a:pt x="61" y="207"/>
                  <a:pt x="61" y="207"/>
                  <a:pt x="61" y="207"/>
                </a:cubicBezTo>
                <a:cubicBezTo>
                  <a:pt x="60" y="207"/>
                  <a:pt x="60" y="207"/>
                  <a:pt x="60" y="207"/>
                </a:cubicBezTo>
                <a:cubicBezTo>
                  <a:pt x="60" y="207"/>
                  <a:pt x="60" y="207"/>
                  <a:pt x="60" y="206"/>
                </a:cubicBezTo>
                <a:cubicBezTo>
                  <a:pt x="60" y="206"/>
                  <a:pt x="60" y="206"/>
                  <a:pt x="60" y="206"/>
                </a:cubicBezTo>
                <a:cubicBezTo>
                  <a:pt x="59" y="206"/>
                  <a:pt x="59" y="206"/>
                  <a:pt x="59" y="206"/>
                </a:cubicBezTo>
                <a:cubicBezTo>
                  <a:pt x="59" y="205"/>
                  <a:pt x="59" y="205"/>
                  <a:pt x="59" y="205"/>
                </a:cubicBezTo>
                <a:cubicBezTo>
                  <a:pt x="58" y="205"/>
                  <a:pt x="58" y="205"/>
                  <a:pt x="58" y="205"/>
                </a:cubicBezTo>
                <a:cubicBezTo>
                  <a:pt x="58" y="205"/>
                  <a:pt x="57" y="204"/>
                  <a:pt x="57" y="204"/>
                </a:cubicBezTo>
                <a:cubicBezTo>
                  <a:pt x="57" y="203"/>
                  <a:pt x="57" y="203"/>
                  <a:pt x="57" y="203"/>
                </a:cubicBezTo>
                <a:cubicBezTo>
                  <a:pt x="57" y="203"/>
                  <a:pt x="57" y="203"/>
                  <a:pt x="56" y="203"/>
                </a:cubicBezTo>
                <a:cubicBezTo>
                  <a:pt x="56" y="202"/>
                  <a:pt x="56" y="202"/>
                  <a:pt x="56" y="202"/>
                </a:cubicBezTo>
                <a:cubicBezTo>
                  <a:pt x="56" y="202"/>
                  <a:pt x="56" y="202"/>
                  <a:pt x="56" y="202"/>
                </a:cubicBezTo>
                <a:cubicBezTo>
                  <a:pt x="56" y="201"/>
                  <a:pt x="56" y="201"/>
                  <a:pt x="56" y="201"/>
                </a:cubicBezTo>
                <a:cubicBezTo>
                  <a:pt x="55" y="201"/>
                  <a:pt x="55" y="201"/>
                  <a:pt x="55" y="201"/>
                </a:cubicBezTo>
                <a:cubicBezTo>
                  <a:pt x="55" y="200"/>
                  <a:pt x="55" y="200"/>
                  <a:pt x="55" y="200"/>
                </a:cubicBezTo>
                <a:cubicBezTo>
                  <a:pt x="55" y="200"/>
                  <a:pt x="55" y="200"/>
                  <a:pt x="55" y="200"/>
                </a:cubicBezTo>
                <a:cubicBezTo>
                  <a:pt x="55" y="199"/>
                  <a:pt x="55" y="199"/>
                  <a:pt x="55" y="199"/>
                </a:cubicBezTo>
                <a:cubicBezTo>
                  <a:pt x="55" y="199"/>
                  <a:pt x="55" y="199"/>
                  <a:pt x="55" y="199"/>
                </a:cubicBezTo>
                <a:cubicBezTo>
                  <a:pt x="54" y="198"/>
                  <a:pt x="54" y="196"/>
                  <a:pt x="54" y="194"/>
                </a:cubicBezTo>
                <a:cubicBezTo>
                  <a:pt x="54" y="192"/>
                  <a:pt x="54" y="191"/>
                  <a:pt x="54" y="189"/>
                </a:cubicBezTo>
                <a:cubicBezTo>
                  <a:pt x="54" y="167"/>
                  <a:pt x="54" y="167"/>
                  <a:pt x="54" y="167"/>
                </a:cubicBezTo>
                <a:cubicBezTo>
                  <a:pt x="53" y="167"/>
                  <a:pt x="51" y="167"/>
                  <a:pt x="49" y="168"/>
                </a:cubicBezTo>
                <a:cubicBezTo>
                  <a:pt x="46" y="168"/>
                  <a:pt x="45" y="167"/>
                  <a:pt x="43" y="167"/>
                </a:cubicBezTo>
                <a:cubicBezTo>
                  <a:pt x="41" y="167"/>
                  <a:pt x="41" y="167"/>
                  <a:pt x="41" y="167"/>
                </a:cubicBezTo>
                <a:cubicBezTo>
                  <a:pt x="41" y="167"/>
                  <a:pt x="41" y="167"/>
                  <a:pt x="41" y="167"/>
                </a:cubicBezTo>
                <a:cubicBezTo>
                  <a:pt x="41" y="167"/>
                  <a:pt x="41" y="167"/>
                  <a:pt x="41" y="167"/>
                </a:cubicBezTo>
                <a:cubicBezTo>
                  <a:pt x="41" y="166"/>
                  <a:pt x="41" y="166"/>
                  <a:pt x="41" y="166"/>
                </a:cubicBezTo>
                <a:cubicBezTo>
                  <a:pt x="39" y="166"/>
                  <a:pt x="39" y="166"/>
                  <a:pt x="39" y="166"/>
                </a:cubicBezTo>
                <a:cubicBezTo>
                  <a:pt x="39" y="166"/>
                  <a:pt x="39" y="166"/>
                  <a:pt x="39" y="166"/>
                </a:cubicBezTo>
                <a:cubicBezTo>
                  <a:pt x="39" y="166"/>
                  <a:pt x="39" y="166"/>
                  <a:pt x="39" y="166"/>
                </a:cubicBezTo>
                <a:cubicBezTo>
                  <a:pt x="39" y="166"/>
                  <a:pt x="38" y="166"/>
                  <a:pt x="37" y="165"/>
                </a:cubicBezTo>
                <a:cubicBezTo>
                  <a:pt x="37" y="165"/>
                  <a:pt x="37" y="165"/>
                  <a:pt x="37" y="165"/>
                </a:cubicBezTo>
                <a:cubicBezTo>
                  <a:pt x="36" y="165"/>
                  <a:pt x="36" y="165"/>
                  <a:pt x="36" y="165"/>
                </a:cubicBezTo>
                <a:cubicBezTo>
                  <a:pt x="36" y="164"/>
                  <a:pt x="36" y="164"/>
                  <a:pt x="35" y="163"/>
                </a:cubicBezTo>
                <a:cubicBezTo>
                  <a:pt x="35" y="163"/>
                  <a:pt x="35" y="163"/>
                  <a:pt x="35" y="163"/>
                </a:cubicBezTo>
                <a:cubicBezTo>
                  <a:pt x="34" y="162"/>
                  <a:pt x="34" y="162"/>
                  <a:pt x="34" y="162"/>
                </a:cubicBezTo>
                <a:cubicBezTo>
                  <a:pt x="33" y="161"/>
                  <a:pt x="32" y="159"/>
                  <a:pt x="32" y="157"/>
                </a:cubicBezTo>
                <a:cubicBezTo>
                  <a:pt x="31" y="154"/>
                  <a:pt x="31" y="152"/>
                  <a:pt x="31" y="150"/>
                </a:cubicBezTo>
                <a:cubicBezTo>
                  <a:pt x="31" y="147"/>
                  <a:pt x="31" y="145"/>
                  <a:pt x="31" y="142"/>
                </a:cubicBezTo>
                <a:cubicBezTo>
                  <a:pt x="31" y="140"/>
                  <a:pt x="31" y="137"/>
                  <a:pt x="31" y="135"/>
                </a:cubicBezTo>
                <a:cubicBezTo>
                  <a:pt x="31" y="70"/>
                  <a:pt x="31" y="70"/>
                  <a:pt x="31" y="70"/>
                </a:cubicBezTo>
                <a:lnTo>
                  <a:pt x="112" y="70"/>
                </a:lnTo>
                <a:close/>
                <a:moveTo>
                  <a:pt x="60" y="35"/>
                </a:moveTo>
                <a:cubicBezTo>
                  <a:pt x="60" y="35"/>
                  <a:pt x="60" y="36"/>
                  <a:pt x="59" y="36"/>
                </a:cubicBezTo>
                <a:cubicBezTo>
                  <a:pt x="59" y="36"/>
                  <a:pt x="58" y="37"/>
                  <a:pt x="58" y="38"/>
                </a:cubicBezTo>
                <a:cubicBezTo>
                  <a:pt x="58" y="39"/>
                  <a:pt x="58" y="40"/>
                  <a:pt x="58" y="41"/>
                </a:cubicBezTo>
                <a:cubicBezTo>
                  <a:pt x="58" y="42"/>
                  <a:pt x="58" y="42"/>
                  <a:pt x="58" y="42"/>
                </a:cubicBezTo>
                <a:cubicBezTo>
                  <a:pt x="58" y="42"/>
                  <a:pt x="58" y="42"/>
                  <a:pt x="58" y="43"/>
                </a:cubicBezTo>
                <a:cubicBezTo>
                  <a:pt x="59" y="43"/>
                  <a:pt x="59" y="43"/>
                  <a:pt x="59" y="43"/>
                </a:cubicBezTo>
                <a:cubicBezTo>
                  <a:pt x="60" y="44"/>
                  <a:pt x="60" y="44"/>
                  <a:pt x="61" y="44"/>
                </a:cubicBezTo>
                <a:cubicBezTo>
                  <a:pt x="61" y="44"/>
                  <a:pt x="61" y="44"/>
                  <a:pt x="62" y="45"/>
                </a:cubicBezTo>
                <a:cubicBezTo>
                  <a:pt x="62" y="45"/>
                  <a:pt x="62" y="45"/>
                  <a:pt x="63" y="45"/>
                </a:cubicBezTo>
                <a:cubicBezTo>
                  <a:pt x="63" y="44"/>
                  <a:pt x="63" y="44"/>
                  <a:pt x="63" y="44"/>
                </a:cubicBezTo>
                <a:cubicBezTo>
                  <a:pt x="64" y="44"/>
                  <a:pt x="64" y="44"/>
                  <a:pt x="64" y="44"/>
                </a:cubicBezTo>
                <a:cubicBezTo>
                  <a:pt x="65" y="44"/>
                  <a:pt x="66" y="43"/>
                  <a:pt x="66" y="42"/>
                </a:cubicBezTo>
                <a:cubicBezTo>
                  <a:pt x="66" y="42"/>
                  <a:pt x="67" y="41"/>
                  <a:pt x="67" y="40"/>
                </a:cubicBezTo>
                <a:cubicBezTo>
                  <a:pt x="67" y="40"/>
                  <a:pt x="67" y="39"/>
                  <a:pt x="67" y="38"/>
                </a:cubicBezTo>
                <a:cubicBezTo>
                  <a:pt x="67" y="38"/>
                  <a:pt x="67" y="38"/>
                  <a:pt x="67" y="38"/>
                </a:cubicBezTo>
                <a:cubicBezTo>
                  <a:pt x="67" y="37"/>
                  <a:pt x="67" y="37"/>
                  <a:pt x="67" y="37"/>
                </a:cubicBezTo>
                <a:cubicBezTo>
                  <a:pt x="66" y="37"/>
                  <a:pt x="66" y="37"/>
                  <a:pt x="66" y="37"/>
                </a:cubicBezTo>
                <a:cubicBezTo>
                  <a:pt x="65" y="36"/>
                  <a:pt x="65" y="36"/>
                  <a:pt x="64" y="35"/>
                </a:cubicBezTo>
                <a:cubicBezTo>
                  <a:pt x="63" y="35"/>
                  <a:pt x="62" y="35"/>
                  <a:pt x="61" y="35"/>
                </a:cubicBezTo>
                <a:cubicBezTo>
                  <a:pt x="60" y="35"/>
                  <a:pt x="60" y="36"/>
                  <a:pt x="60" y="35"/>
                </a:cubicBezTo>
                <a:close/>
                <a:moveTo>
                  <a:pt x="119" y="42"/>
                </a:moveTo>
                <a:cubicBezTo>
                  <a:pt x="119" y="42"/>
                  <a:pt x="119" y="42"/>
                  <a:pt x="119" y="42"/>
                </a:cubicBezTo>
                <a:cubicBezTo>
                  <a:pt x="119" y="42"/>
                  <a:pt x="119" y="42"/>
                  <a:pt x="119" y="42"/>
                </a:cubicBezTo>
                <a:cubicBezTo>
                  <a:pt x="120" y="42"/>
                  <a:pt x="120" y="42"/>
                  <a:pt x="120" y="42"/>
                </a:cubicBezTo>
                <a:cubicBezTo>
                  <a:pt x="120" y="41"/>
                  <a:pt x="120" y="40"/>
                  <a:pt x="120" y="39"/>
                </a:cubicBezTo>
                <a:cubicBezTo>
                  <a:pt x="120" y="38"/>
                  <a:pt x="120" y="38"/>
                  <a:pt x="119" y="37"/>
                </a:cubicBezTo>
                <a:cubicBezTo>
                  <a:pt x="119" y="37"/>
                  <a:pt x="119" y="37"/>
                  <a:pt x="118" y="36"/>
                </a:cubicBezTo>
                <a:cubicBezTo>
                  <a:pt x="118" y="36"/>
                  <a:pt x="118" y="36"/>
                  <a:pt x="118" y="36"/>
                </a:cubicBezTo>
                <a:cubicBezTo>
                  <a:pt x="117" y="36"/>
                  <a:pt x="117" y="36"/>
                  <a:pt x="117" y="36"/>
                </a:cubicBezTo>
                <a:cubicBezTo>
                  <a:pt x="117" y="36"/>
                  <a:pt x="117" y="35"/>
                  <a:pt x="117" y="35"/>
                </a:cubicBezTo>
                <a:cubicBezTo>
                  <a:pt x="113" y="35"/>
                  <a:pt x="113" y="35"/>
                  <a:pt x="113" y="35"/>
                </a:cubicBezTo>
                <a:cubicBezTo>
                  <a:pt x="113" y="35"/>
                  <a:pt x="113" y="36"/>
                  <a:pt x="113" y="36"/>
                </a:cubicBezTo>
                <a:cubicBezTo>
                  <a:pt x="112" y="36"/>
                  <a:pt x="112" y="36"/>
                  <a:pt x="112" y="36"/>
                </a:cubicBezTo>
                <a:cubicBezTo>
                  <a:pt x="111" y="37"/>
                  <a:pt x="111" y="37"/>
                  <a:pt x="111" y="38"/>
                </a:cubicBezTo>
                <a:cubicBezTo>
                  <a:pt x="111" y="39"/>
                  <a:pt x="110" y="40"/>
                  <a:pt x="110" y="42"/>
                </a:cubicBezTo>
                <a:cubicBezTo>
                  <a:pt x="111" y="42"/>
                  <a:pt x="111" y="42"/>
                  <a:pt x="111" y="42"/>
                </a:cubicBezTo>
                <a:cubicBezTo>
                  <a:pt x="111" y="42"/>
                  <a:pt x="111" y="42"/>
                  <a:pt x="111" y="42"/>
                </a:cubicBezTo>
                <a:cubicBezTo>
                  <a:pt x="111" y="43"/>
                  <a:pt x="112" y="43"/>
                  <a:pt x="112" y="43"/>
                </a:cubicBezTo>
                <a:cubicBezTo>
                  <a:pt x="112" y="44"/>
                  <a:pt x="113" y="44"/>
                  <a:pt x="113" y="44"/>
                </a:cubicBezTo>
                <a:cubicBezTo>
                  <a:pt x="114" y="44"/>
                  <a:pt x="114" y="44"/>
                  <a:pt x="115" y="45"/>
                </a:cubicBezTo>
                <a:cubicBezTo>
                  <a:pt x="115" y="45"/>
                  <a:pt x="116" y="45"/>
                  <a:pt x="116" y="45"/>
                </a:cubicBezTo>
                <a:cubicBezTo>
                  <a:pt x="116" y="45"/>
                  <a:pt x="117" y="44"/>
                  <a:pt x="117" y="44"/>
                </a:cubicBezTo>
                <a:cubicBezTo>
                  <a:pt x="118" y="44"/>
                  <a:pt x="118" y="44"/>
                  <a:pt x="119" y="43"/>
                </a:cubicBezTo>
                <a:lnTo>
                  <a:pt x="119" y="42"/>
                </a:lnTo>
                <a:close/>
                <a:moveTo>
                  <a:pt x="174" y="72"/>
                </a:moveTo>
                <a:cubicBezTo>
                  <a:pt x="174" y="72"/>
                  <a:pt x="174" y="72"/>
                  <a:pt x="174" y="73"/>
                </a:cubicBezTo>
                <a:cubicBezTo>
                  <a:pt x="175" y="73"/>
                  <a:pt x="175" y="73"/>
                  <a:pt x="175" y="73"/>
                </a:cubicBezTo>
                <a:cubicBezTo>
                  <a:pt x="175" y="73"/>
                  <a:pt x="175" y="73"/>
                  <a:pt x="175" y="73"/>
                </a:cubicBezTo>
                <a:cubicBezTo>
                  <a:pt x="175" y="74"/>
                  <a:pt x="175" y="74"/>
                  <a:pt x="175" y="74"/>
                </a:cubicBezTo>
                <a:cubicBezTo>
                  <a:pt x="175" y="75"/>
                  <a:pt x="175" y="75"/>
                  <a:pt x="175" y="75"/>
                </a:cubicBezTo>
                <a:cubicBezTo>
                  <a:pt x="176" y="75"/>
                  <a:pt x="176" y="75"/>
                  <a:pt x="176" y="75"/>
                </a:cubicBezTo>
                <a:cubicBezTo>
                  <a:pt x="176" y="76"/>
                  <a:pt x="176" y="76"/>
                  <a:pt x="176" y="77"/>
                </a:cubicBezTo>
                <a:cubicBezTo>
                  <a:pt x="177" y="77"/>
                  <a:pt x="177" y="78"/>
                  <a:pt x="177" y="79"/>
                </a:cubicBezTo>
                <a:cubicBezTo>
                  <a:pt x="177" y="121"/>
                  <a:pt x="177" y="121"/>
                  <a:pt x="177" y="121"/>
                </a:cubicBezTo>
                <a:cubicBezTo>
                  <a:pt x="177" y="137"/>
                  <a:pt x="177" y="137"/>
                  <a:pt x="177" y="137"/>
                </a:cubicBezTo>
                <a:cubicBezTo>
                  <a:pt x="177" y="137"/>
                  <a:pt x="177" y="137"/>
                  <a:pt x="177" y="137"/>
                </a:cubicBezTo>
                <a:cubicBezTo>
                  <a:pt x="177" y="138"/>
                  <a:pt x="177" y="138"/>
                  <a:pt x="177" y="138"/>
                </a:cubicBezTo>
                <a:cubicBezTo>
                  <a:pt x="176" y="138"/>
                  <a:pt x="176" y="138"/>
                  <a:pt x="176" y="138"/>
                </a:cubicBezTo>
                <a:cubicBezTo>
                  <a:pt x="176" y="139"/>
                  <a:pt x="176" y="139"/>
                  <a:pt x="176" y="139"/>
                </a:cubicBezTo>
                <a:cubicBezTo>
                  <a:pt x="176" y="139"/>
                  <a:pt x="176" y="139"/>
                  <a:pt x="176" y="139"/>
                </a:cubicBezTo>
                <a:cubicBezTo>
                  <a:pt x="176" y="140"/>
                  <a:pt x="176" y="140"/>
                  <a:pt x="176" y="140"/>
                </a:cubicBezTo>
                <a:cubicBezTo>
                  <a:pt x="176" y="140"/>
                  <a:pt x="176" y="140"/>
                  <a:pt x="176" y="140"/>
                </a:cubicBezTo>
                <a:cubicBezTo>
                  <a:pt x="176" y="141"/>
                  <a:pt x="176" y="141"/>
                  <a:pt x="176" y="141"/>
                </a:cubicBezTo>
                <a:cubicBezTo>
                  <a:pt x="175" y="141"/>
                  <a:pt x="175" y="141"/>
                  <a:pt x="175" y="141"/>
                </a:cubicBezTo>
                <a:cubicBezTo>
                  <a:pt x="175" y="142"/>
                  <a:pt x="175" y="142"/>
                  <a:pt x="175" y="142"/>
                </a:cubicBezTo>
                <a:cubicBezTo>
                  <a:pt x="174" y="142"/>
                  <a:pt x="174" y="142"/>
                  <a:pt x="174" y="142"/>
                </a:cubicBezTo>
                <a:cubicBezTo>
                  <a:pt x="174" y="143"/>
                  <a:pt x="173" y="144"/>
                  <a:pt x="173" y="144"/>
                </a:cubicBezTo>
                <a:cubicBezTo>
                  <a:pt x="172" y="144"/>
                  <a:pt x="172" y="144"/>
                  <a:pt x="172" y="144"/>
                </a:cubicBezTo>
                <a:cubicBezTo>
                  <a:pt x="171" y="145"/>
                  <a:pt x="171" y="145"/>
                  <a:pt x="171" y="145"/>
                </a:cubicBezTo>
                <a:cubicBezTo>
                  <a:pt x="170" y="146"/>
                  <a:pt x="169" y="147"/>
                  <a:pt x="167" y="147"/>
                </a:cubicBezTo>
                <a:cubicBezTo>
                  <a:pt x="165" y="147"/>
                  <a:pt x="163" y="147"/>
                  <a:pt x="162" y="147"/>
                </a:cubicBezTo>
                <a:cubicBezTo>
                  <a:pt x="160" y="147"/>
                  <a:pt x="160" y="147"/>
                  <a:pt x="160" y="147"/>
                </a:cubicBezTo>
                <a:cubicBezTo>
                  <a:pt x="159" y="146"/>
                  <a:pt x="159" y="146"/>
                  <a:pt x="159" y="146"/>
                </a:cubicBezTo>
                <a:cubicBezTo>
                  <a:pt x="158" y="146"/>
                  <a:pt x="158" y="146"/>
                  <a:pt x="158" y="146"/>
                </a:cubicBezTo>
                <a:cubicBezTo>
                  <a:pt x="158" y="146"/>
                  <a:pt x="158" y="146"/>
                  <a:pt x="158" y="146"/>
                </a:cubicBezTo>
                <a:cubicBezTo>
                  <a:pt x="158" y="146"/>
                  <a:pt x="158" y="146"/>
                  <a:pt x="158" y="146"/>
                </a:cubicBezTo>
                <a:cubicBezTo>
                  <a:pt x="158" y="146"/>
                  <a:pt x="157" y="146"/>
                  <a:pt x="157" y="145"/>
                </a:cubicBezTo>
                <a:cubicBezTo>
                  <a:pt x="157" y="145"/>
                  <a:pt x="157" y="145"/>
                  <a:pt x="157" y="145"/>
                </a:cubicBezTo>
                <a:cubicBezTo>
                  <a:pt x="157" y="145"/>
                  <a:pt x="157" y="145"/>
                  <a:pt x="157" y="145"/>
                </a:cubicBezTo>
                <a:cubicBezTo>
                  <a:pt x="156" y="145"/>
                  <a:pt x="156" y="145"/>
                  <a:pt x="156" y="144"/>
                </a:cubicBezTo>
                <a:cubicBezTo>
                  <a:pt x="156" y="144"/>
                  <a:pt x="156" y="144"/>
                  <a:pt x="156" y="144"/>
                </a:cubicBezTo>
                <a:cubicBezTo>
                  <a:pt x="155" y="144"/>
                  <a:pt x="154" y="143"/>
                  <a:pt x="154" y="143"/>
                </a:cubicBezTo>
                <a:cubicBezTo>
                  <a:pt x="154" y="142"/>
                  <a:pt x="154" y="142"/>
                  <a:pt x="153" y="141"/>
                </a:cubicBezTo>
                <a:cubicBezTo>
                  <a:pt x="153" y="141"/>
                  <a:pt x="153" y="141"/>
                  <a:pt x="153" y="141"/>
                </a:cubicBezTo>
                <a:cubicBezTo>
                  <a:pt x="153" y="140"/>
                  <a:pt x="153" y="140"/>
                  <a:pt x="153" y="140"/>
                </a:cubicBezTo>
                <a:cubicBezTo>
                  <a:pt x="152" y="140"/>
                  <a:pt x="152" y="140"/>
                  <a:pt x="152" y="140"/>
                </a:cubicBezTo>
                <a:cubicBezTo>
                  <a:pt x="152" y="139"/>
                  <a:pt x="152" y="139"/>
                  <a:pt x="152" y="139"/>
                </a:cubicBezTo>
                <a:cubicBezTo>
                  <a:pt x="152" y="139"/>
                  <a:pt x="152" y="139"/>
                  <a:pt x="152" y="139"/>
                </a:cubicBezTo>
                <a:cubicBezTo>
                  <a:pt x="152" y="138"/>
                  <a:pt x="152" y="138"/>
                  <a:pt x="152" y="138"/>
                </a:cubicBezTo>
                <a:cubicBezTo>
                  <a:pt x="152" y="138"/>
                  <a:pt x="152" y="138"/>
                  <a:pt x="152" y="138"/>
                </a:cubicBezTo>
                <a:cubicBezTo>
                  <a:pt x="152" y="137"/>
                  <a:pt x="152" y="137"/>
                  <a:pt x="152" y="137"/>
                </a:cubicBezTo>
                <a:cubicBezTo>
                  <a:pt x="151" y="137"/>
                  <a:pt x="151" y="137"/>
                  <a:pt x="151" y="137"/>
                </a:cubicBezTo>
                <a:cubicBezTo>
                  <a:pt x="151" y="128"/>
                  <a:pt x="151" y="128"/>
                  <a:pt x="151" y="128"/>
                </a:cubicBezTo>
                <a:cubicBezTo>
                  <a:pt x="151" y="109"/>
                  <a:pt x="151" y="109"/>
                  <a:pt x="151" y="109"/>
                </a:cubicBezTo>
                <a:cubicBezTo>
                  <a:pt x="151" y="87"/>
                  <a:pt x="151" y="87"/>
                  <a:pt x="151" y="87"/>
                </a:cubicBezTo>
                <a:cubicBezTo>
                  <a:pt x="151" y="86"/>
                  <a:pt x="151" y="84"/>
                  <a:pt x="151" y="82"/>
                </a:cubicBezTo>
                <a:cubicBezTo>
                  <a:pt x="151" y="80"/>
                  <a:pt x="151" y="78"/>
                  <a:pt x="152" y="77"/>
                </a:cubicBezTo>
                <a:cubicBezTo>
                  <a:pt x="152" y="77"/>
                  <a:pt x="152" y="77"/>
                  <a:pt x="152" y="77"/>
                </a:cubicBezTo>
                <a:cubicBezTo>
                  <a:pt x="152" y="76"/>
                  <a:pt x="152" y="76"/>
                  <a:pt x="152" y="76"/>
                </a:cubicBezTo>
                <a:cubicBezTo>
                  <a:pt x="152" y="76"/>
                  <a:pt x="152" y="76"/>
                  <a:pt x="152" y="76"/>
                </a:cubicBezTo>
                <a:cubicBezTo>
                  <a:pt x="152" y="75"/>
                  <a:pt x="152" y="75"/>
                  <a:pt x="152" y="75"/>
                </a:cubicBezTo>
                <a:cubicBezTo>
                  <a:pt x="153" y="75"/>
                  <a:pt x="153" y="75"/>
                  <a:pt x="153" y="75"/>
                </a:cubicBezTo>
                <a:cubicBezTo>
                  <a:pt x="153" y="74"/>
                  <a:pt x="153" y="74"/>
                  <a:pt x="153" y="74"/>
                </a:cubicBezTo>
                <a:cubicBezTo>
                  <a:pt x="154" y="73"/>
                  <a:pt x="154" y="73"/>
                  <a:pt x="154" y="73"/>
                </a:cubicBezTo>
                <a:cubicBezTo>
                  <a:pt x="154" y="73"/>
                  <a:pt x="154" y="73"/>
                  <a:pt x="154" y="73"/>
                </a:cubicBezTo>
                <a:cubicBezTo>
                  <a:pt x="154" y="73"/>
                  <a:pt x="154" y="73"/>
                  <a:pt x="154" y="72"/>
                </a:cubicBezTo>
                <a:cubicBezTo>
                  <a:pt x="155" y="72"/>
                  <a:pt x="155" y="72"/>
                  <a:pt x="155" y="71"/>
                </a:cubicBezTo>
                <a:cubicBezTo>
                  <a:pt x="156" y="71"/>
                  <a:pt x="156" y="71"/>
                  <a:pt x="156" y="70"/>
                </a:cubicBezTo>
                <a:cubicBezTo>
                  <a:pt x="157" y="70"/>
                  <a:pt x="157" y="70"/>
                  <a:pt x="157" y="70"/>
                </a:cubicBezTo>
                <a:cubicBezTo>
                  <a:pt x="157" y="70"/>
                  <a:pt x="157" y="70"/>
                  <a:pt x="157" y="70"/>
                </a:cubicBezTo>
                <a:cubicBezTo>
                  <a:pt x="157" y="70"/>
                  <a:pt x="157" y="70"/>
                  <a:pt x="158" y="69"/>
                </a:cubicBezTo>
                <a:cubicBezTo>
                  <a:pt x="158" y="69"/>
                  <a:pt x="158" y="69"/>
                  <a:pt x="158" y="69"/>
                </a:cubicBezTo>
                <a:cubicBezTo>
                  <a:pt x="158" y="69"/>
                  <a:pt x="158" y="69"/>
                  <a:pt x="158" y="69"/>
                </a:cubicBezTo>
                <a:cubicBezTo>
                  <a:pt x="158" y="69"/>
                  <a:pt x="159" y="69"/>
                  <a:pt x="159" y="69"/>
                </a:cubicBezTo>
                <a:cubicBezTo>
                  <a:pt x="160" y="68"/>
                  <a:pt x="161" y="68"/>
                  <a:pt x="162" y="68"/>
                </a:cubicBezTo>
                <a:cubicBezTo>
                  <a:pt x="162" y="68"/>
                  <a:pt x="163" y="68"/>
                  <a:pt x="164" y="68"/>
                </a:cubicBezTo>
                <a:cubicBezTo>
                  <a:pt x="165" y="67"/>
                  <a:pt x="165" y="68"/>
                  <a:pt x="166" y="68"/>
                </a:cubicBezTo>
                <a:cubicBezTo>
                  <a:pt x="166" y="68"/>
                  <a:pt x="166" y="68"/>
                  <a:pt x="166" y="68"/>
                </a:cubicBezTo>
                <a:cubicBezTo>
                  <a:pt x="166" y="68"/>
                  <a:pt x="167" y="68"/>
                  <a:pt x="168" y="68"/>
                </a:cubicBezTo>
                <a:cubicBezTo>
                  <a:pt x="168" y="68"/>
                  <a:pt x="169" y="68"/>
                  <a:pt x="169" y="69"/>
                </a:cubicBezTo>
                <a:cubicBezTo>
                  <a:pt x="170" y="69"/>
                  <a:pt x="170" y="69"/>
                  <a:pt x="170" y="69"/>
                </a:cubicBezTo>
                <a:cubicBezTo>
                  <a:pt x="170" y="69"/>
                  <a:pt x="170" y="69"/>
                  <a:pt x="170" y="69"/>
                </a:cubicBezTo>
                <a:cubicBezTo>
                  <a:pt x="171" y="69"/>
                  <a:pt x="171" y="69"/>
                  <a:pt x="171" y="69"/>
                </a:cubicBezTo>
                <a:cubicBezTo>
                  <a:pt x="171" y="70"/>
                  <a:pt x="171" y="70"/>
                  <a:pt x="171" y="70"/>
                </a:cubicBezTo>
                <a:cubicBezTo>
                  <a:pt x="172" y="70"/>
                  <a:pt x="172" y="70"/>
                  <a:pt x="172" y="70"/>
                </a:cubicBezTo>
                <a:cubicBezTo>
                  <a:pt x="172" y="71"/>
                  <a:pt x="172" y="71"/>
                  <a:pt x="172" y="71"/>
                </a:cubicBezTo>
                <a:cubicBezTo>
                  <a:pt x="173" y="71"/>
                  <a:pt x="173" y="71"/>
                  <a:pt x="173" y="71"/>
                </a:cubicBezTo>
                <a:cubicBezTo>
                  <a:pt x="173" y="71"/>
                  <a:pt x="173" y="71"/>
                  <a:pt x="174" y="71"/>
                </a:cubicBezTo>
                <a:cubicBezTo>
                  <a:pt x="174" y="72"/>
                  <a:pt x="174" y="72"/>
                  <a:pt x="174" y="7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29" name="Freeform 131"/>
          <p:cNvSpPr>
            <a:spLocks noEditPoints="1"/>
          </p:cNvSpPr>
          <p:nvPr/>
        </p:nvSpPr>
        <p:spPr bwMode="auto">
          <a:xfrm>
            <a:off x="8390475" y="4431128"/>
            <a:ext cx="323587" cy="291011"/>
          </a:xfrm>
          <a:custGeom>
            <a:avLst/>
            <a:gdLst>
              <a:gd name="T0" fmla="*/ 43 w 226"/>
              <a:gd name="T1" fmla="*/ 103 h 203"/>
              <a:gd name="T2" fmla="*/ 35 w 226"/>
              <a:gd name="T3" fmla="*/ 115 h 203"/>
              <a:gd name="T4" fmla="*/ 27 w 226"/>
              <a:gd name="T5" fmla="*/ 129 h 203"/>
              <a:gd name="T6" fmla="*/ 14 w 226"/>
              <a:gd name="T7" fmla="*/ 164 h 203"/>
              <a:gd name="T8" fmla="*/ 27 w 226"/>
              <a:gd name="T9" fmla="*/ 173 h 203"/>
              <a:gd name="T10" fmla="*/ 23 w 226"/>
              <a:gd name="T11" fmla="*/ 185 h 203"/>
              <a:gd name="T12" fmla="*/ 10 w 226"/>
              <a:gd name="T13" fmla="*/ 195 h 203"/>
              <a:gd name="T14" fmla="*/ 65 w 226"/>
              <a:gd name="T15" fmla="*/ 79 h 203"/>
              <a:gd name="T16" fmla="*/ 79 w 226"/>
              <a:gd name="T17" fmla="*/ 88 h 203"/>
              <a:gd name="T18" fmla="*/ 81 w 226"/>
              <a:gd name="T19" fmla="*/ 98 h 203"/>
              <a:gd name="T20" fmla="*/ 73 w 226"/>
              <a:gd name="T21" fmla="*/ 113 h 203"/>
              <a:gd name="T22" fmla="*/ 64 w 226"/>
              <a:gd name="T23" fmla="*/ 126 h 203"/>
              <a:gd name="T24" fmla="*/ 54 w 226"/>
              <a:gd name="T25" fmla="*/ 144 h 203"/>
              <a:gd name="T26" fmla="*/ 45 w 226"/>
              <a:gd name="T27" fmla="*/ 158 h 203"/>
              <a:gd name="T28" fmla="*/ 36 w 226"/>
              <a:gd name="T29" fmla="*/ 176 h 203"/>
              <a:gd name="T30" fmla="*/ 23 w 226"/>
              <a:gd name="T31" fmla="*/ 167 h 203"/>
              <a:gd name="T32" fmla="*/ 14 w 226"/>
              <a:gd name="T33" fmla="*/ 156 h 203"/>
              <a:gd name="T34" fmla="*/ 22 w 226"/>
              <a:gd name="T35" fmla="*/ 143 h 203"/>
              <a:gd name="T36" fmla="*/ 31 w 226"/>
              <a:gd name="T37" fmla="*/ 128 h 203"/>
              <a:gd name="T38" fmla="*/ 39 w 226"/>
              <a:gd name="T39" fmla="*/ 114 h 203"/>
              <a:gd name="T40" fmla="*/ 47 w 226"/>
              <a:gd name="T41" fmla="*/ 100 h 203"/>
              <a:gd name="T42" fmla="*/ 56 w 226"/>
              <a:gd name="T43" fmla="*/ 85 h 203"/>
              <a:gd name="T44" fmla="*/ 66 w 226"/>
              <a:gd name="T45" fmla="*/ 129 h 203"/>
              <a:gd name="T46" fmla="*/ 73 w 226"/>
              <a:gd name="T47" fmla="*/ 117 h 203"/>
              <a:gd name="T48" fmla="*/ 82 w 226"/>
              <a:gd name="T49" fmla="*/ 103 h 203"/>
              <a:gd name="T50" fmla="*/ 89 w 226"/>
              <a:gd name="T51" fmla="*/ 91 h 203"/>
              <a:gd name="T52" fmla="*/ 148 w 226"/>
              <a:gd name="T53" fmla="*/ 112 h 203"/>
              <a:gd name="T54" fmla="*/ 158 w 226"/>
              <a:gd name="T55" fmla="*/ 131 h 203"/>
              <a:gd name="T56" fmla="*/ 84 w 226"/>
              <a:gd name="T57" fmla="*/ 60 h 203"/>
              <a:gd name="T58" fmla="*/ 97 w 226"/>
              <a:gd name="T59" fmla="*/ 68 h 203"/>
              <a:gd name="T60" fmla="*/ 74 w 226"/>
              <a:gd name="T61" fmla="*/ 81 h 203"/>
              <a:gd name="T62" fmla="*/ 65 w 226"/>
              <a:gd name="T63" fmla="*/ 69 h 203"/>
              <a:gd name="T64" fmla="*/ 103 w 226"/>
              <a:gd name="T65" fmla="*/ 55 h 203"/>
              <a:gd name="T66" fmla="*/ 90 w 226"/>
              <a:gd name="T67" fmla="*/ 60 h 203"/>
              <a:gd name="T68" fmla="*/ 77 w 226"/>
              <a:gd name="T69" fmla="*/ 52 h 203"/>
              <a:gd name="T70" fmla="*/ 175 w 226"/>
              <a:gd name="T71" fmla="*/ 118 h 203"/>
              <a:gd name="T72" fmla="*/ 113 w 226"/>
              <a:gd name="T73" fmla="*/ 33 h 203"/>
              <a:gd name="T74" fmla="*/ 107 w 226"/>
              <a:gd name="T75" fmla="*/ 21 h 203"/>
              <a:gd name="T76" fmla="*/ 102 w 226"/>
              <a:gd name="T77" fmla="*/ 3 h 203"/>
              <a:gd name="T78" fmla="*/ 119 w 226"/>
              <a:gd name="T79" fmla="*/ 11 h 203"/>
              <a:gd name="T80" fmla="*/ 127 w 226"/>
              <a:gd name="T81" fmla="*/ 26 h 203"/>
              <a:gd name="T82" fmla="*/ 136 w 226"/>
              <a:gd name="T83" fmla="*/ 39 h 203"/>
              <a:gd name="T84" fmla="*/ 143 w 226"/>
              <a:gd name="T85" fmla="*/ 53 h 203"/>
              <a:gd name="T86" fmla="*/ 151 w 226"/>
              <a:gd name="T87" fmla="*/ 65 h 203"/>
              <a:gd name="T88" fmla="*/ 159 w 226"/>
              <a:gd name="T89" fmla="*/ 79 h 203"/>
              <a:gd name="T90" fmla="*/ 167 w 226"/>
              <a:gd name="T91" fmla="*/ 92 h 203"/>
              <a:gd name="T92" fmla="*/ 175 w 226"/>
              <a:gd name="T93" fmla="*/ 105 h 203"/>
              <a:gd name="T94" fmla="*/ 186 w 226"/>
              <a:gd name="T95" fmla="*/ 125 h 203"/>
              <a:gd name="T96" fmla="*/ 190 w 226"/>
              <a:gd name="T97" fmla="*/ 150 h 203"/>
              <a:gd name="T98" fmla="*/ 173 w 226"/>
              <a:gd name="T99" fmla="*/ 148 h 203"/>
              <a:gd name="T100" fmla="*/ 166 w 226"/>
              <a:gd name="T101" fmla="*/ 138 h 203"/>
              <a:gd name="T102" fmla="*/ 177 w 226"/>
              <a:gd name="T103" fmla="*/ 121 h 203"/>
              <a:gd name="T104" fmla="*/ 180 w 226"/>
              <a:gd name="T105" fmla="*/ 108 h 203"/>
              <a:gd name="T106" fmla="*/ 172 w 226"/>
              <a:gd name="T107" fmla="*/ 95 h 203"/>
              <a:gd name="T108" fmla="*/ 194 w 226"/>
              <a:gd name="T109" fmla="*/ 151 h 203"/>
              <a:gd name="T110" fmla="*/ 205 w 226"/>
              <a:gd name="T111" fmla="*/ 164 h 203"/>
              <a:gd name="T112" fmla="*/ 213 w 226"/>
              <a:gd name="T113" fmla="*/ 174 h 203"/>
              <a:gd name="T114" fmla="*/ 221 w 226"/>
              <a:gd name="T115" fmla="*/ 191 h 203"/>
              <a:gd name="T116" fmla="*/ 199 w 226"/>
              <a:gd name="T117" fmla="*/ 200 h 203"/>
              <a:gd name="T118" fmla="*/ 191 w 226"/>
              <a:gd name="T119" fmla="*/ 184 h 203"/>
              <a:gd name="T120" fmla="*/ 185 w 226"/>
              <a:gd name="T121" fmla="*/ 169 h 2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226" h="203">
                <a:moveTo>
                  <a:pt x="50" y="90"/>
                </a:moveTo>
                <a:cubicBezTo>
                  <a:pt x="50" y="91"/>
                  <a:pt x="50" y="91"/>
                  <a:pt x="50" y="91"/>
                </a:cubicBezTo>
                <a:cubicBezTo>
                  <a:pt x="50" y="91"/>
                  <a:pt x="50" y="92"/>
                  <a:pt x="50" y="92"/>
                </a:cubicBezTo>
                <a:cubicBezTo>
                  <a:pt x="49" y="92"/>
                  <a:pt x="49" y="92"/>
                  <a:pt x="49" y="92"/>
                </a:cubicBezTo>
                <a:cubicBezTo>
                  <a:pt x="49" y="93"/>
                  <a:pt x="49" y="93"/>
                  <a:pt x="49" y="93"/>
                </a:cubicBezTo>
                <a:cubicBezTo>
                  <a:pt x="49" y="93"/>
                  <a:pt x="49" y="93"/>
                  <a:pt x="49" y="93"/>
                </a:cubicBezTo>
                <a:cubicBezTo>
                  <a:pt x="49" y="94"/>
                  <a:pt x="49" y="94"/>
                  <a:pt x="49" y="94"/>
                </a:cubicBezTo>
                <a:cubicBezTo>
                  <a:pt x="48" y="94"/>
                  <a:pt x="48" y="94"/>
                  <a:pt x="48" y="94"/>
                </a:cubicBezTo>
                <a:cubicBezTo>
                  <a:pt x="48" y="94"/>
                  <a:pt x="48" y="94"/>
                  <a:pt x="47" y="95"/>
                </a:cubicBezTo>
                <a:cubicBezTo>
                  <a:pt x="47" y="95"/>
                  <a:pt x="47" y="95"/>
                  <a:pt x="47" y="96"/>
                </a:cubicBezTo>
                <a:cubicBezTo>
                  <a:pt x="47" y="96"/>
                  <a:pt x="47" y="96"/>
                  <a:pt x="47" y="97"/>
                </a:cubicBezTo>
                <a:cubicBezTo>
                  <a:pt x="47" y="97"/>
                  <a:pt x="47" y="97"/>
                  <a:pt x="46" y="97"/>
                </a:cubicBezTo>
                <a:cubicBezTo>
                  <a:pt x="46" y="97"/>
                  <a:pt x="46" y="97"/>
                  <a:pt x="46" y="97"/>
                </a:cubicBezTo>
                <a:cubicBezTo>
                  <a:pt x="46" y="98"/>
                  <a:pt x="46" y="98"/>
                  <a:pt x="46" y="98"/>
                </a:cubicBezTo>
                <a:cubicBezTo>
                  <a:pt x="46" y="99"/>
                  <a:pt x="45" y="99"/>
                  <a:pt x="45" y="100"/>
                </a:cubicBezTo>
                <a:cubicBezTo>
                  <a:pt x="45" y="100"/>
                  <a:pt x="45" y="100"/>
                  <a:pt x="45" y="100"/>
                </a:cubicBezTo>
                <a:cubicBezTo>
                  <a:pt x="45" y="100"/>
                  <a:pt x="44" y="100"/>
                  <a:pt x="44" y="100"/>
                </a:cubicBezTo>
                <a:cubicBezTo>
                  <a:pt x="44" y="100"/>
                  <a:pt x="44" y="101"/>
                  <a:pt x="44" y="101"/>
                </a:cubicBezTo>
                <a:cubicBezTo>
                  <a:pt x="44" y="101"/>
                  <a:pt x="44" y="102"/>
                  <a:pt x="44" y="102"/>
                </a:cubicBezTo>
                <a:cubicBezTo>
                  <a:pt x="44" y="102"/>
                  <a:pt x="43" y="103"/>
                  <a:pt x="43" y="103"/>
                </a:cubicBezTo>
                <a:cubicBezTo>
                  <a:pt x="43" y="103"/>
                  <a:pt x="43" y="103"/>
                  <a:pt x="43" y="103"/>
                </a:cubicBezTo>
                <a:cubicBezTo>
                  <a:pt x="42" y="103"/>
                  <a:pt x="42" y="104"/>
                  <a:pt x="42" y="104"/>
                </a:cubicBezTo>
                <a:cubicBezTo>
                  <a:pt x="42" y="104"/>
                  <a:pt x="42" y="105"/>
                  <a:pt x="42" y="105"/>
                </a:cubicBezTo>
                <a:cubicBezTo>
                  <a:pt x="42" y="105"/>
                  <a:pt x="42" y="105"/>
                  <a:pt x="41" y="105"/>
                </a:cubicBezTo>
                <a:cubicBezTo>
                  <a:pt x="41" y="105"/>
                  <a:pt x="41" y="105"/>
                  <a:pt x="41" y="106"/>
                </a:cubicBezTo>
                <a:cubicBezTo>
                  <a:pt x="41" y="106"/>
                  <a:pt x="41" y="106"/>
                  <a:pt x="41" y="107"/>
                </a:cubicBezTo>
                <a:cubicBezTo>
                  <a:pt x="41" y="107"/>
                  <a:pt x="41" y="107"/>
                  <a:pt x="40" y="108"/>
                </a:cubicBezTo>
                <a:cubicBezTo>
                  <a:pt x="40" y="108"/>
                  <a:pt x="40" y="108"/>
                  <a:pt x="40" y="108"/>
                </a:cubicBezTo>
                <a:cubicBezTo>
                  <a:pt x="40" y="108"/>
                  <a:pt x="40" y="108"/>
                  <a:pt x="40" y="109"/>
                </a:cubicBezTo>
                <a:cubicBezTo>
                  <a:pt x="40" y="109"/>
                  <a:pt x="39" y="109"/>
                  <a:pt x="39" y="109"/>
                </a:cubicBezTo>
                <a:cubicBezTo>
                  <a:pt x="39" y="110"/>
                  <a:pt x="39" y="110"/>
                  <a:pt x="39" y="110"/>
                </a:cubicBezTo>
                <a:cubicBezTo>
                  <a:pt x="39" y="110"/>
                  <a:pt x="38" y="110"/>
                  <a:pt x="38" y="110"/>
                </a:cubicBezTo>
                <a:cubicBezTo>
                  <a:pt x="38" y="110"/>
                  <a:pt x="38" y="111"/>
                  <a:pt x="38" y="111"/>
                </a:cubicBezTo>
                <a:cubicBezTo>
                  <a:pt x="38" y="111"/>
                  <a:pt x="38" y="112"/>
                  <a:pt x="38" y="112"/>
                </a:cubicBezTo>
                <a:cubicBezTo>
                  <a:pt x="38" y="112"/>
                  <a:pt x="37" y="112"/>
                  <a:pt x="37" y="112"/>
                </a:cubicBezTo>
                <a:cubicBezTo>
                  <a:pt x="37" y="112"/>
                  <a:pt x="37" y="113"/>
                  <a:pt x="37" y="113"/>
                </a:cubicBezTo>
                <a:cubicBezTo>
                  <a:pt x="36" y="113"/>
                  <a:pt x="36" y="113"/>
                  <a:pt x="36" y="114"/>
                </a:cubicBezTo>
                <a:cubicBezTo>
                  <a:pt x="36" y="114"/>
                  <a:pt x="36" y="114"/>
                  <a:pt x="36" y="115"/>
                </a:cubicBezTo>
                <a:cubicBezTo>
                  <a:pt x="36" y="115"/>
                  <a:pt x="36" y="115"/>
                  <a:pt x="35" y="115"/>
                </a:cubicBezTo>
                <a:cubicBezTo>
                  <a:pt x="35" y="115"/>
                  <a:pt x="35" y="115"/>
                  <a:pt x="35" y="115"/>
                </a:cubicBezTo>
                <a:cubicBezTo>
                  <a:pt x="35" y="116"/>
                  <a:pt x="35" y="116"/>
                  <a:pt x="35" y="117"/>
                </a:cubicBezTo>
                <a:cubicBezTo>
                  <a:pt x="35" y="117"/>
                  <a:pt x="34" y="117"/>
                  <a:pt x="34" y="118"/>
                </a:cubicBezTo>
                <a:cubicBezTo>
                  <a:pt x="34" y="118"/>
                  <a:pt x="34" y="118"/>
                  <a:pt x="34" y="118"/>
                </a:cubicBezTo>
                <a:cubicBezTo>
                  <a:pt x="34" y="118"/>
                  <a:pt x="33" y="118"/>
                  <a:pt x="33" y="118"/>
                </a:cubicBezTo>
                <a:cubicBezTo>
                  <a:pt x="33" y="119"/>
                  <a:pt x="33" y="119"/>
                  <a:pt x="33" y="119"/>
                </a:cubicBezTo>
                <a:cubicBezTo>
                  <a:pt x="33" y="120"/>
                  <a:pt x="33" y="120"/>
                  <a:pt x="33" y="120"/>
                </a:cubicBezTo>
                <a:cubicBezTo>
                  <a:pt x="33" y="120"/>
                  <a:pt x="32" y="121"/>
                  <a:pt x="32" y="121"/>
                </a:cubicBezTo>
                <a:cubicBezTo>
                  <a:pt x="32" y="121"/>
                  <a:pt x="32" y="121"/>
                  <a:pt x="32" y="121"/>
                </a:cubicBezTo>
                <a:cubicBezTo>
                  <a:pt x="32" y="121"/>
                  <a:pt x="31" y="122"/>
                  <a:pt x="31" y="122"/>
                </a:cubicBezTo>
                <a:cubicBezTo>
                  <a:pt x="31" y="122"/>
                  <a:pt x="31" y="123"/>
                  <a:pt x="31" y="123"/>
                </a:cubicBezTo>
                <a:cubicBezTo>
                  <a:pt x="31" y="123"/>
                  <a:pt x="31" y="123"/>
                  <a:pt x="31" y="123"/>
                </a:cubicBezTo>
                <a:cubicBezTo>
                  <a:pt x="30" y="123"/>
                  <a:pt x="30" y="124"/>
                  <a:pt x="30" y="124"/>
                </a:cubicBezTo>
                <a:cubicBezTo>
                  <a:pt x="30" y="124"/>
                  <a:pt x="30" y="124"/>
                  <a:pt x="30" y="125"/>
                </a:cubicBezTo>
                <a:cubicBezTo>
                  <a:pt x="30" y="125"/>
                  <a:pt x="30" y="125"/>
                  <a:pt x="29" y="126"/>
                </a:cubicBezTo>
                <a:cubicBezTo>
                  <a:pt x="29" y="126"/>
                  <a:pt x="29" y="126"/>
                  <a:pt x="29" y="126"/>
                </a:cubicBezTo>
                <a:cubicBezTo>
                  <a:pt x="29" y="126"/>
                  <a:pt x="28" y="126"/>
                  <a:pt x="28" y="126"/>
                </a:cubicBezTo>
                <a:cubicBezTo>
                  <a:pt x="28" y="127"/>
                  <a:pt x="28" y="127"/>
                  <a:pt x="28" y="127"/>
                </a:cubicBezTo>
                <a:cubicBezTo>
                  <a:pt x="28" y="128"/>
                  <a:pt x="28" y="128"/>
                  <a:pt x="28" y="129"/>
                </a:cubicBezTo>
                <a:cubicBezTo>
                  <a:pt x="28" y="129"/>
                  <a:pt x="27" y="129"/>
                  <a:pt x="27" y="129"/>
                </a:cubicBezTo>
                <a:cubicBezTo>
                  <a:pt x="27" y="129"/>
                  <a:pt x="27" y="129"/>
                  <a:pt x="27" y="129"/>
                </a:cubicBezTo>
                <a:cubicBezTo>
                  <a:pt x="27" y="129"/>
                  <a:pt x="26" y="130"/>
                  <a:pt x="26" y="130"/>
                </a:cubicBezTo>
                <a:cubicBezTo>
                  <a:pt x="26" y="130"/>
                  <a:pt x="26" y="131"/>
                  <a:pt x="26" y="131"/>
                </a:cubicBezTo>
                <a:cubicBezTo>
                  <a:pt x="26" y="131"/>
                  <a:pt x="26" y="132"/>
                  <a:pt x="26" y="132"/>
                </a:cubicBezTo>
                <a:cubicBezTo>
                  <a:pt x="25" y="132"/>
                  <a:pt x="25" y="132"/>
                  <a:pt x="25" y="132"/>
                </a:cubicBezTo>
                <a:cubicBezTo>
                  <a:pt x="25" y="133"/>
                  <a:pt x="25" y="133"/>
                  <a:pt x="25" y="133"/>
                </a:cubicBezTo>
                <a:cubicBezTo>
                  <a:pt x="25" y="133"/>
                  <a:pt x="25" y="133"/>
                  <a:pt x="25" y="133"/>
                </a:cubicBezTo>
                <a:cubicBezTo>
                  <a:pt x="25" y="134"/>
                  <a:pt x="25" y="134"/>
                  <a:pt x="25" y="134"/>
                </a:cubicBezTo>
                <a:cubicBezTo>
                  <a:pt x="24" y="134"/>
                  <a:pt x="24" y="134"/>
                  <a:pt x="24" y="135"/>
                </a:cubicBezTo>
                <a:cubicBezTo>
                  <a:pt x="23" y="135"/>
                  <a:pt x="23" y="135"/>
                  <a:pt x="23" y="135"/>
                </a:cubicBezTo>
                <a:cubicBezTo>
                  <a:pt x="23" y="136"/>
                  <a:pt x="23" y="136"/>
                  <a:pt x="23" y="136"/>
                </a:cubicBezTo>
                <a:cubicBezTo>
                  <a:pt x="1" y="136"/>
                  <a:pt x="1" y="136"/>
                  <a:pt x="1" y="136"/>
                </a:cubicBezTo>
                <a:cubicBezTo>
                  <a:pt x="1" y="135"/>
                  <a:pt x="0" y="134"/>
                  <a:pt x="0" y="132"/>
                </a:cubicBezTo>
                <a:cubicBezTo>
                  <a:pt x="0" y="131"/>
                  <a:pt x="0" y="130"/>
                  <a:pt x="0" y="129"/>
                </a:cubicBezTo>
                <a:cubicBezTo>
                  <a:pt x="0" y="127"/>
                  <a:pt x="0" y="126"/>
                  <a:pt x="0" y="125"/>
                </a:cubicBezTo>
                <a:cubicBezTo>
                  <a:pt x="0" y="123"/>
                  <a:pt x="0" y="122"/>
                  <a:pt x="0" y="121"/>
                </a:cubicBezTo>
                <a:cubicBezTo>
                  <a:pt x="0" y="90"/>
                  <a:pt x="0" y="90"/>
                  <a:pt x="0" y="90"/>
                </a:cubicBezTo>
                <a:lnTo>
                  <a:pt x="50" y="90"/>
                </a:lnTo>
                <a:close/>
                <a:moveTo>
                  <a:pt x="12" y="163"/>
                </a:moveTo>
                <a:cubicBezTo>
                  <a:pt x="13" y="163"/>
                  <a:pt x="13" y="163"/>
                  <a:pt x="14" y="164"/>
                </a:cubicBezTo>
                <a:cubicBezTo>
                  <a:pt x="14" y="164"/>
                  <a:pt x="14" y="164"/>
                  <a:pt x="14" y="164"/>
                </a:cubicBezTo>
                <a:cubicBezTo>
                  <a:pt x="15" y="164"/>
                  <a:pt x="15" y="164"/>
                  <a:pt x="15" y="164"/>
                </a:cubicBezTo>
                <a:cubicBezTo>
                  <a:pt x="15" y="164"/>
                  <a:pt x="15" y="165"/>
                  <a:pt x="15" y="165"/>
                </a:cubicBezTo>
                <a:cubicBezTo>
                  <a:pt x="15" y="165"/>
                  <a:pt x="15" y="165"/>
                  <a:pt x="15" y="165"/>
                </a:cubicBezTo>
                <a:cubicBezTo>
                  <a:pt x="16" y="165"/>
                  <a:pt x="16" y="165"/>
                  <a:pt x="16" y="165"/>
                </a:cubicBezTo>
                <a:cubicBezTo>
                  <a:pt x="16" y="166"/>
                  <a:pt x="17" y="166"/>
                  <a:pt x="17" y="166"/>
                </a:cubicBezTo>
                <a:cubicBezTo>
                  <a:pt x="17" y="166"/>
                  <a:pt x="17" y="167"/>
                  <a:pt x="17" y="167"/>
                </a:cubicBezTo>
                <a:cubicBezTo>
                  <a:pt x="18" y="167"/>
                  <a:pt x="18" y="167"/>
                  <a:pt x="18" y="167"/>
                </a:cubicBezTo>
                <a:cubicBezTo>
                  <a:pt x="19" y="167"/>
                  <a:pt x="19" y="167"/>
                  <a:pt x="19" y="168"/>
                </a:cubicBezTo>
                <a:cubicBezTo>
                  <a:pt x="19" y="168"/>
                  <a:pt x="19" y="168"/>
                  <a:pt x="20" y="169"/>
                </a:cubicBezTo>
                <a:cubicBezTo>
                  <a:pt x="21" y="169"/>
                  <a:pt x="21" y="169"/>
                  <a:pt x="21" y="169"/>
                </a:cubicBezTo>
                <a:cubicBezTo>
                  <a:pt x="21" y="169"/>
                  <a:pt x="21" y="169"/>
                  <a:pt x="21" y="169"/>
                </a:cubicBezTo>
                <a:cubicBezTo>
                  <a:pt x="21" y="169"/>
                  <a:pt x="21" y="169"/>
                  <a:pt x="21" y="170"/>
                </a:cubicBezTo>
                <a:cubicBezTo>
                  <a:pt x="22" y="170"/>
                  <a:pt x="22" y="170"/>
                  <a:pt x="22" y="170"/>
                </a:cubicBezTo>
                <a:cubicBezTo>
                  <a:pt x="23" y="170"/>
                  <a:pt x="23" y="170"/>
                  <a:pt x="23" y="170"/>
                </a:cubicBezTo>
                <a:cubicBezTo>
                  <a:pt x="23" y="171"/>
                  <a:pt x="23" y="171"/>
                  <a:pt x="23" y="171"/>
                </a:cubicBezTo>
                <a:cubicBezTo>
                  <a:pt x="25" y="171"/>
                  <a:pt x="25" y="171"/>
                  <a:pt x="25" y="171"/>
                </a:cubicBezTo>
                <a:cubicBezTo>
                  <a:pt x="25" y="172"/>
                  <a:pt x="25" y="172"/>
                  <a:pt x="25" y="172"/>
                </a:cubicBezTo>
                <a:cubicBezTo>
                  <a:pt x="25" y="172"/>
                  <a:pt x="25" y="173"/>
                  <a:pt x="26" y="173"/>
                </a:cubicBezTo>
                <a:cubicBezTo>
                  <a:pt x="27" y="173"/>
                  <a:pt x="27" y="173"/>
                  <a:pt x="27" y="173"/>
                </a:cubicBezTo>
                <a:cubicBezTo>
                  <a:pt x="27" y="173"/>
                  <a:pt x="27" y="173"/>
                  <a:pt x="27" y="173"/>
                </a:cubicBezTo>
                <a:cubicBezTo>
                  <a:pt x="27" y="174"/>
                  <a:pt x="27" y="174"/>
                  <a:pt x="27" y="174"/>
                </a:cubicBezTo>
                <a:cubicBezTo>
                  <a:pt x="28" y="174"/>
                  <a:pt x="28" y="174"/>
                  <a:pt x="28" y="174"/>
                </a:cubicBezTo>
                <a:cubicBezTo>
                  <a:pt x="28" y="174"/>
                  <a:pt x="29" y="175"/>
                  <a:pt x="29" y="175"/>
                </a:cubicBezTo>
                <a:cubicBezTo>
                  <a:pt x="29" y="175"/>
                  <a:pt x="29" y="175"/>
                  <a:pt x="29" y="176"/>
                </a:cubicBezTo>
                <a:cubicBezTo>
                  <a:pt x="31" y="176"/>
                  <a:pt x="31" y="176"/>
                  <a:pt x="31" y="176"/>
                </a:cubicBezTo>
                <a:cubicBezTo>
                  <a:pt x="31" y="176"/>
                  <a:pt x="31" y="176"/>
                  <a:pt x="31" y="176"/>
                </a:cubicBezTo>
                <a:cubicBezTo>
                  <a:pt x="31" y="176"/>
                  <a:pt x="31" y="177"/>
                  <a:pt x="31" y="177"/>
                </a:cubicBezTo>
                <a:cubicBezTo>
                  <a:pt x="33" y="178"/>
                  <a:pt x="33" y="178"/>
                  <a:pt x="33" y="178"/>
                </a:cubicBezTo>
                <a:cubicBezTo>
                  <a:pt x="33" y="179"/>
                  <a:pt x="32" y="179"/>
                  <a:pt x="32" y="179"/>
                </a:cubicBezTo>
                <a:cubicBezTo>
                  <a:pt x="31" y="180"/>
                  <a:pt x="30" y="180"/>
                  <a:pt x="29" y="181"/>
                </a:cubicBezTo>
                <a:cubicBezTo>
                  <a:pt x="29" y="181"/>
                  <a:pt x="29" y="181"/>
                  <a:pt x="29" y="181"/>
                </a:cubicBezTo>
                <a:cubicBezTo>
                  <a:pt x="29" y="182"/>
                  <a:pt x="28" y="182"/>
                  <a:pt x="28" y="182"/>
                </a:cubicBezTo>
                <a:cubicBezTo>
                  <a:pt x="27" y="182"/>
                  <a:pt x="27" y="182"/>
                  <a:pt x="27" y="182"/>
                </a:cubicBezTo>
                <a:cubicBezTo>
                  <a:pt x="27" y="182"/>
                  <a:pt x="27" y="183"/>
                  <a:pt x="27" y="183"/>
                </a:cubicBezTo>
                <a:cubicBezTo>
                  <a:pt x="26" y="183"/>
                  <a:pt x="26" y="184"/>
                  <a:pt x="26" y="184"/>
                </a:cubicBezTo>
                <a:cubicBezTo>
                  <a:pt x="25" y="184"/>
                  <a:pt x="25" y="184"/>
                  <a:pt x="25" y="184"/>
                </a:cubicBezTo>
                <a:cubicBezTo>
                  <a:pt x="25" y="184"/>
                  <a:pt x="25" y="184"/>
                  <a:pt x="25" y="184"/>
                </a:cubicBezTo>
                <a:cubicBezTo>
                  <a:pt x="25" y="185"/>
                  <a:pt x="25" y="185"/>
                  <a:pt x="25" y="185"/>
                </a:cubicBezTo>
                <a:cubicBezTo>
                  <a:pt x="23" y="185"/>
                  <a:pt x="23" y="185"/>
                  <a:pt x="23" y="185"/>
                </a:cubicBezTo>
                <a:cubicBezTo>
                  <a:pt x="23" y="185"/>
                  <a:pt x="23" y="185"/>
                  <a:pt x="23" y="185"/>
                </a:cubicBezTo>
                <a:cubicBezTo>
                  <a:pt x="23" y="186"/>
                  <a:pt x="23" y="186"/>
                  <a:pt x="23" y="186"/>
                </a:cubicBezTo>
                <a:cubicBezTo>
                  <a:pt x="23" y="186"/>
                  <a:pt x="22" y="186"/>
                  <a:pt x="22" y="186"/>
                </a:cubicBezTo>
                <a:cubicBezTo>
                  <a:pt x="22" y="186"/>
                  <a:pt x="22" y="186"/>
                  <a:pt x="21" y="187"/>
                </a:cubicBezTo>
                <a:cubicBezTo>
                  <a:pt x="21" y="187"/>
                  <a:pt x="21" y="187"/>
                  <a:pt x="21" y="187"/>
                </a:cubicBezTo>
                <a:cubicBezTo>
                  <a:pt x="20" y="188"/>
                  <a:pt x="20" y="188"/>
                  <a:pt x="20" y="188"/>
                </a:cubicBezTo>
                <a:cubicBezTo>
                  <a:pt x="19" y="188"/>
                  <a:pt x="19" y="188"/>
                  <a:pt x="19" y="188"/>
                </a:cubicBezTo>
                <a:cubicBezTo>
                  <a:pt x="19" y="188"/>
                  <a:pt x="19" y="189"/>
                  <a:pt x="19" y="189"/>
                </a:cubicBezTo>
                <a:cubicBezTo>
                  <a:pt x="19" y="189"/>
                  <a:pt x="19" y="189"/>
                  <a:pt x="18" y="189"/>
                </a:cubicBezTo>
                <a:cubicBezTo>
                  <a:pt x="17" y="189"/>
                  <a:pt x="17" y="189"/>
                  <a:pt x="17" y="189"/>
                </a:cubicBezTo>
                <a:cubicBezTo>
                  <a:pt x="17" y="190"/>
                  <a:pt x="17" y="190"/>
                  <a:pt x="17" y="190"/>
                </a:cubicBezTo>
                <a:cubicBezTo>
                  <a:pt x="17" y="190"/>
                  <a:pt x="16" y="191"/>
                  <a:pt x="16" y="191"/>
                </a:cubicBezTo>
                <a:cubicBezTo>
                  <a:pt x="15" y="191"/>
                  <a:pt x="15" y="191"/>
                  <a:pt x="15" y="191"/>
                </a:cubicBezTo>
                <a:cubicBezTo>
                  <a:pt x="15" y="191"/>
                  <a:pt x="15" y="191"/>
                  <a:pt x="15" y="192"/>
                </a:cubicBezTo>
                <a:cubicBezTo>
                  <a:pt x="14" y="192"/>
                  <a:pt x="14" y="192"/>
                  <a:pt x="14" y="193"/>
                </a:cubicBezTo>
                <a:cubicBezTo>
                  <a:pt x="13" y="193"/>
                  <a:pt x="13" y="193"/>
                  <a:pt x="13" y="193"/>
                </a:cubicBezTo>
                <a:cubicBezTo>
                  <a:pt x="13" y="193"/>
                  <a:pt x="13" y="193"/>
                  <a:pt x="13" y="193"/>
                </a:cubicBezTo>
                <a:cubicBezTo>
                  <a:pt x="13" y="193"/>
                  <a:pt x="13" y="193"/>
                  <a:pt x="12" y="194"/>
                </a:cubicBezTo>
                <a:cubicBezTo>
                  <a:pt x="11" y="194"/>
                  <a:pt x="11" y="194"/>
                  <a:pt x="11" y="194"/>
                </a:cubicBezTo>
                <a:cubicBezTo>
                  <a:pt x="11" y="194"/>
                  <a:pt x="11" y="194"/>
                  <a:pt x="11" y="195"/>
                </a:cubicBezTo>
                <a:cubicBezTo>
                  <a:pt x="11" y="195"/>
                  <a:pt x="10" y="195"/>
                  <a:pt x="10" y="195"/>
                </a:cubicBezTo>
                <a:cubicBezTo>
                  <a:pt x="9" y="195"/>
                  <a:pt x="9" y="195"/>
                  <a:pt x="9" y="195"/>
                </a:cubicBezTo>
                <a:cubicBezTo>
                  <a:pt x="9" y="196"/>
                  <a:pt x="9" y="196"/>
                  <a:pt x="9" y="196"/>
                </a:cubicBezTo>
                <a:cubicBezTo>
                  <a:pt x="8" y="196"/>
                  <a:pt x="8" y="197"/>
                  <a:pt x="8" y="197"/>
                </a:cubicBezTo>
                <a:cubicBezTo>
                  <a:pt x="7" y="197"/>
                  <a:pt x="7" y="197"/>
                  <a:pt x="7" y="197"/>
                </a:cubicBezTo>
                <a:cubicBezTo>
                  <a:pt x="7" y="197"/>
                  <a:pt x="7" y="197"/>
                  <a:pt x="7" y="197"/>
                </a:cubicBezTo>
                <a:cubicBezTo>
                  <a:pt x="7" y="198"/>
                  <a:pt x="7" y="198"/>
                  <a:pt x="7" y="198"/>
                </a:cubicBezTo>
                <a:cubicBezTo>
                  <a:pt x="5" y="198"/>
                  <a:pt x="5" y="198"/>
                  <a:pt x="5" y="198"/>
                </a:cubicBezTo>
                <a:cubicBezTo>
                  <a:pt x="5" y="199"/>
                  <a:pt x="5" y="199"/>
                  <a:pt x="5" y="199"/>
                </a:cubicBezTo>
                <a:cubicBezTo>
                  <a:pt x="5" y="199"/>
                  <a:pt x="5" y="199"/>
                  <a:pt x="5" y="199"/>
                </a:cubicBezTo>
                <a:cubicBezTo>
                  <a:pt x="4" y="199"/>
                  <a:pt x="4" y="200"/>
                  <a:pt x="3" y="200"/>
                </a:cubicBezTo>
                <a:cubicBezTo>
                  <a:pt x="4" y="193"/>
                  <a:pt x="6" y="187"/>
                  <a:pt x="7" y="181"/>
                </a:cubicBezTo>
                <a:cubicBezTo>
                  <a:pt x="8" y="175"/>
                  <a:pt x="9" y="168"/>
                  <a:pt x="10" y="162"/>
                </a:cubicBezTo>
                <a:cubicBezTo>
                  <a:pt x="11" y="162"/>
                  <a:pt x="12" y="162"/>
                  <a:pt x="12" y="163"/>
                </a:cubicBezTo>
                <a:close/>
                <a:moveTo>
                  <a:pt x="62" y="77"/>
                </a:moveTo>
                <a:cubicBezTo>
                  <a:pt x="62" y="77"/>
                  <a:pt x="62" y="77"/>
                  <a:pt x="63" y="78"/>
                </a:cubicBezTo>
                <a:cubicBezTo>
                  <a:pt x="63" y="78"/>
                  <a:pt x="63" y="78"/>
                  <a:pt x="63" y="78"/>
                </a:cubicBezTo>
                <a:cubicBezTo>
                  <a:pt x="64" y="78"/>
                  <a:pt x="64" y="78"/>
                  <a:pt x="64" y="78"/>
                </a:cubicBezTo>
                <a:cubicBezTo>
                  <a:pt x="64" y="79"/>
                  <a:pt x="64" y="79"/>
                  <a:pt x="64" y="79"/>
                </a:cubicBezTo>
                <a:cubicBezTo>
                  <a:pt x="65" y="79"/>
                  <a:pt x="65" y="79"/>
                  <a:pt x="65" y="79"/>
                </a:cubicBezTo>
                <a:cubicBezTo>
                  <a:pt x="65" y="79"/>
                  <a:pt x="65" y="79"/>
                  <a:pt x="65" y="79"/>
                </a:cubicBezTo>
                <a:cubicBezTo>
                  <a:pt x="65" y="79"/>
                  <a:pt x="65" y="80"/>
                  <a:pt x="66" y="80"/>
                </a:cubicBezTo>
                <a:cubicBezTo>
                  <a:pt x="66" y="80"/>
                  <a:pt x="66" y="80"/>
                  <a:pt x="67" y="80"/>
                </a:cubicBezTo>
                <a:cubicBezTo>
                  <a:pt x="67" y="80"/>
                  <a:pt x="67" y="80"/>
                  <a:pt x="68" y="80"/>
                </a:cubicBezTo>
                <a:cubicBezTo>
                  <a:pt x="68" y="81"/>
                  <a:pt x="68" y="81"/>
                  <a:pt x="68" y="81"/>
                </a:cubicBezTo>
                <a:cubicBezTo>
                  <a:pt x="68" y="81"/>
                  <a:pt x="68" y="81"/>
                  <a:pt x="68" y="81"/>
                </a:cubicBezTo>
                <a:cubicBezTo>
                  <a:pt x="69" y="81"/>
                  <a:pt x="69" y="81"/>
                  <a:pt x="69" y="81"/>
                </a:cubicBezTo>
                <a:cubicBezTo>
                  <a:pt x="70" y="82"/>
                  <a:pt x="70" y="82"/>
                  <a:pt x="70" y="82"/>
                </a:cubicBezTo>
                <a:cubicBezTo>
                  <a:pt x="70" y="82"/>
                  <a:pt x="70" y="82"/>
                  <a:pt x="70" y="83"/>
                </a:cubicBezTo>
                <a:cubicBezTo>
                  <a:pt x="70" y="83"/>
                  <a:pt x="71" y="83"/>
                  <a:pt x="71" y="83"/>
                </a:cubicBezTo>
                <a:cubicBezTo>
                  <a:pt x="71" y="83"/>
                  <a:pt x="72" y="83"/>
                  <a:pt x="72" y="83"/>
                </a:cubicBezTo>
                <a:cubicBezTo>
                  <a:pt x="72" y="83"/>
                  <a:pt x="72" y="83"/>
                  <a:pt x="72" y="84"/>
                </a:cubicBezTo>
                <a:cubicBezTo>
                  <a:pt x="73" y="84"/>
                  <a:pt x="73" y="84"/>
                  <a:pt x="73" y="84"/>
                </a:cubicBezTo>
                <a:cubicBezTo>
                  <a:pt x="74" y="84"/>
                  <a:pt x="74" y="84"/>
                  <a:pt x="74" y="84"/>
                </a:cubicBezTo>
                <a:cubicBezTo>
                  <a:pt x="74" y="84"/>
                  <a:pt x="74" y="85"/>
                  <a:pt x="74" y="85"/>
                </a:cubicBezTo>
                <a:cubicBezTo>
                  <a:pt x="75" y="85"/>
                  <a:pt x="75" y="85"/>
                  <a:pt x="75" y="86"/>
                </a:cubicBezTo>
                <a:cubicBezTo>
                  <a:pt x="76" y="86"/>
                  <a:pt x="76" y="86"/>
                  <a:pt x="76" y="86"/>
                </a:cubicBezTo>
                <a:cubicBezTo>
                  <a:pt x="77" y="86"/>
                  <a:pt x="77" y="86"/>
                  <a:pt x="77" y="86"/>
                </a:cubicBezTo>
                <a:cubicBezTo>
                  <a:pt x="77" y="87"/>
                  <a:pt x="77" y="87"/>
                  <a:pt x="77" y="87"/>
                </a:cubicBezTo>
                <a:cubicBezTo>
                  <a:pt x="77" y="87"/>
                  <a:pt x="78" y="87"/>
                  <a:pt x="78" y="87"/>
                </a:cubicBezTo>
                <a:cubicBezTo>
                  <a:pt x="78" y="87"/>
                  <a:pt x="79" y="87"/>
                  <a:pt x="79" y="88"/>
                </a:cubicBezTo>
                <a:cubicBezTo>
                  <a:pt x="79" y="88"/>
                  <a:pt x="79" y="88"/>
                  <a:pt x="80" y="88"/>
                </a:cubicBezTo>
                <a:cubicBezTo>
                  <a:pt x="80" y="88"/>
                  <a:pt x="80" y="88"/>
                  <a:pt x="80" y="89"/>
                </a:cubicBezTo>
                <a:cubicBezTo>
                  <a:pt x="81" y="89"/>
                  <a:pt x="81" y="89"/>
                  <a:pt x="81" y="89"/>
                </a:cubicBezTo>
                <a:cubicBezTo>
                  <a:pt x="81" y="89"/>
                  <a:pt x="81" y="89"/>
                  <a:pt x="81" y="89"/>
                </a:cubicBezTo>
                <a:cubicBezTo>
                  <a:pt x="81" y="89"/>
                  <a:pt x="81" y="90"/>
                  <a:pt x="81" y="90"/>
                </a:cubicBezTo>
                <a:cubicBezTo>
                  <a:pt x="83" y="90"/>
                  <a:pt x="83" y="90"/>
                  <a:pt x="83" y="90"/>
                </a:cubicBezTo>
                <a:cubicBezTo>
                  <a:pt x="83" y="90"/>
                  <a:pt x="83" y="90"/>
                  <a:pt x="83" y="90"/>
                </a:cubicBezTo>
                <a:cubicBezTo>
                  <a:pt x="84" y="90"/>
                  <a:pt x="84" y="90"/>
                  <a:pt x="84" y="90"/>
                </a:cubicBezTo>
                <a:cubicBezTo>
                  <a:pt x="84" y="90"/>
                  <a:pt x="84" y="91"/>
                  <a:pt x="84" y="91"/>
                </a:cubicBezTo>
                <a:cubicBezTo>
                  <a:pt x="84" y="91"/>
                  <a:pt x="84" y="91"/>
                  <a:pt x="85" y="91"/>
                </a:cubicBezTo>
                <a:cubicBezTo>
                  <a:pt x="85" y="92"/>
                  <a:pt x="85" y="92"/>
                  <a:pt x="85" y="92"/>
                </a:cubicBezTo>
                <a:cubicBezTo>
                  <a:pt x="84" y="93"/>
                  <a:pt x="84" y="93"/>
                  <a:pt x="84" y="93"/>
                </a:cubicBezTo>
                <a:cubicBezTo>
                  <a:pt x="84" y="93"/>
                  <a:pt x="84" y="94"/>
                  <a:pt x="84" y="94"/>
                </a:cubicBezTo>
                <a:cubicBezTo>
                  <a:pt x="83" y="94"/>
                  <a:pt x="83" y="94"/>
                  <a:pt x="83" y="94"/>
                </a:cubicBezTo>
                <a:cubicBezTo>
                  <a:pt x="83" y="95"/>
                  <a:pt x="83" y="95"/>
                  <a:pt x="83" y="95"/>
                </a:cubicBezTo>
                <a:cubicBezTo>
                  <a:pt x="83" y="95"/>
                  <a:pt x="83" y="95"/>
                  <a:pt x="82" y="95"/>
                </a:cubicBezTo>
                <a:cubicBezTo>
                  <a:pt x="82" y="96"/>
                  <a:pt x="82" y="96"/>
                  <a:pt x="82" y="96"/>
                </a:cubicBezTo>
                <a:cubicBezTo>
                  <a:pt x="82" y="97"/>
                  <a:pt x="82" y="97"/>
                  <a:pt x="82" y="97"/>
                </a:cubicBezTo>
                <a:cubicBezTo>
                  <a:pt x="81" y="97"/>
                  <a:pt x="81" y="97"/>
                  <a:pt x="81" y="97"/>
                </a:cubicBezTo>
                <a:cubicBezTo>
                  <a:pt x="81" y="98"/>
                  <a:pt x="81" y="98"/>
                  <a:pt x="81" y="98"/>
                </a:cubicBezTo>
                <a:cubicBezTo>
                  <a:pt x="81" y="98"/>
                  <a:pt x="81" y="98"/>
                  <a:pt x="81" y="98"/>
                </a:cubicBezTo>
                <a:cubicBezTo>
                  <a:pt x="81" y="98"/>
                  <a:pt x="81" y="98"/>
                  <a:pt x="80" y="98"/>
                </a:cubicBezTo>
                <a:cubicBezTo>
                  <a:pt x="80" y="100"/>
                  <a:pt x="80" y="100"/>
                  <a:pt x="80" y="100"/>
                </a:cubicBezTo>
                <a:cubicBezTo>
                  <a:pt x="80" y="100"/>
                  <a:pt x="80" y="100"/>
                  <a:pt x="80" y="100"/>
                </a:cubicBezTo>
                <a:cubicBezTo>
                  <a:pt x="80" y="101"/>
                  <a:pt x="80" y="101"/>
                  <a:pt x="80" y="101"/>
                </a:cubicBezTo>
                <a:cubicBezTo>
                  <a:pt x="80" y="101"/>
                  <a:pt x="79" y="101"/>
                  <a:pt x="79" y="101"/>
                </a:cubicBezTo>
                <a:cubicBezTo>
                  <a:pt x="79" y="101"/>
                  <a:pt x="79" y="101"/>
                  <a:pt x="79" y="101"/>
                </a:cubicBezTo>
                <a:cubicBezTo>
                  <a:pt x="78" y="104"/>
                  <a:pt x="78" y="104"/>
                  <a:pt x="78" y="104"/>
                </a:cubicBezTo>
                <a:cubicBezTo>
                  <a:pt x="77" y="105"/>
                  <a:pt x="77" y="105"/>
                  <a:pt x="77" y="105"/>
                </a:cubicBezTo>
                <a:cubicBezTo>
                  <a:pt x="77" y="105"/>
                  <a:pt x="77" y="105"/>
                  <a:pt x="76" y="105"/>
                </a:cubicBezTo>
                <a:cubicBezTo>
                  <a:pt x="76" y="105"/>
                  <a:pt x="76" y="106"/>
                  <a:pt x="76" y="106"/>
                </a:cubicBezTo>
                <a:cubicBezTo>
                  <a:pt x="76" y="106"/>
                  <a:pt x="76" y="107"/>
                  <a:pt x="76" y="107"/>
                </a:cubicBezTo>
                <a:cubicBezTo>
                  <a:pt x="76" y="107"/>
                  <a:pt x="76" y="107"/>
                  <a:pt x="75" y="107"/>
                </a:cubicBezTo>
                <a:cubicBezTo>
                  <a:pt x="75" y="108"/>
                  <a:pt x="75" y="108"/>
                  <a:pt x="75" y="108"/>
                </a:cubicBezTo>
                <a:cubicBezTo>
                  <a:pt x="75" y="108"/>
                  <a:pt x="75" y="109"/>
                  <a:pt x="75" y="109"/>
                </a:cubicBezTo>
                <a:cubicBezTo>
                  <a:pt x="75" y="109"/>
                  <a:pt x="74" y="110"/>
                  <a:pt x="74" y="110"/>
                </a:cubicBezTo>
                <a:cubicBezTo>
                  <a:pt x="74" y="110"/>
                  <a:pt x="74" y="110"/>
                  <a:pt x="74" y="110"/>
                </a:cubicBezTo>
                <a:cubicBezTo>
                  <a:pt x="74" y="110"/>
                  <a:pt x="73" y="110"/>
                  <a:pt x="73" y="111"/>
                </a:cubicBezTo>
                <a:cubicBezTo>
                  <a:pt x="73" y="111"/>
                  <a:pt x="73" y="111"/>
                  <a:pt x="73" y="112"/>
                </a:cubicBezTo>
                <a:cubicBezTo>
                  <a:pt x="73" y="112"/>
                  <a:pt x="73" y="112"/>
                  <a:pt x="73" y="113"/>
                </a:cubicBezTo>
                <a:cubicBezTo>
                  <a:pt x="73" y="113"/>
                  <a:pt x="72" y="113"/>
                  <a:pt x="72" y="113"/>
                </a:cubicBezTo>
                <a:cubicBezTo>
                  <a:pt x="72" y="113"/>
                  <a:pt x="72" y="113"/>
                  <a:pt x="72" y="113"/>
                </a:cubicBezTo>
                <a:cubicBezTo>
                  <a:pt x="70" y="117"/>
                  <a:pt x="70" y="117"/>
                  <a:pt x="70" y="117"/>
                </a:cubicBezTo>
                <a:cubicBezTo>
                  <a:pt x="70" y="117"/>
                  <a:pt x="70" y="117"/>
                  <a:pt x="70" y="117"/>
                </a:cubicBezTo>
                <a:cubicBezTo>
                  <a:pt x="70" y="117"/>
                  <a:pt x="70" y="117"/>
                  <a:pt x="69" y="117"/>
                </a:cubicBezTo>
                <a:cubicBezTo>
                  <a:pt x="69" y="118"/>
                  <a:pt x="69" y="118"/>
                  <a:pt x="69" y="118"/>
                </a:cubicBezTo>
                <a:cubicBezTo>
                  <a:pt x="69" y="118"/>
                  <a:pt x="69" y="118"/>
                  <a:pt x="69" y="118"/>
                </a:cubicBezTo>
                <a:cubicBezTo>
                  <a:pt x="69" y="119"/>
                  <a:pt x="69" y="119"/>
                  <a:pt x="69" y="119"/>
                </a:cubicBezTo>
                <a:cubicBezTo>
                  <a:pt x="69" y="119"/>
                  <a:pt x="69" y="119"/>
                  <a:pt x="68" y="120"/>
                </a:cubicBezTo>
                <a:cubicBezTo>
                  <a:pt x="68" y="120"/>
                  <a:pt x="68" y="120"/>
                  <a:pt x="68" y="120"/>
                </a:cubicBezTo>
                <a:cubicBezTo>
                  <a:pt x="68" y="120"/>
                  <a:pt x="68" y="121"/>
                  <a:pt x="68" y="121"/>
                </a:cubicBezTo>
                <a:cubicBezTo>
                  <a:pt x="67" y="121"/>
                  <a:pt x="67" y="122"/>
                  <a:pt x="67" y="122"/>
                </a:cubicBezTo>
                <a:cubicBezTo>
                  <a:pt x="67" y="122"/>
                  <a:pt x="67" y="122"/>
                  <a:pt x="67" y="122"/>
                </a:cubicBezTo>
                <a:cubicBezTo>
                  <a:pt x="66" y="122"/>
                  <a:pt x="66" y="122"/>
                  <a:pt x="66" y="122"/>
                </a:cubicBezTo>
                <a:cubicBezTo>
                  <a:pt x="66" y="123"/>
                  <a:pt x="66" y="123"/>
                  <a:pt x="66" y="124"/>
                </a:cubicBezTo>
                <a:cubicBezTo>
                  <a:pt x="66" y="124"/>
                  <a:pt x="66" y="124"/>
                  <a:pt x="66" y="125"/>
                </a:cubicBezTo>
                <a:cubicBezTo>
                  <a:pt x="65" y="125"/>
                  <a:pt x="65" y="125"/>
                  <a:pt x="65" y="125"/>
                </a:cubicBezTo>
                <a:cubicBezTo>
                  <a:pt x="65" y="125"/>
                  <a:pt x="65" y="125"/>
                  <a:pt x="65" y="125"/>
                </a:cubicBezTo>
                <a:cubicBezTo>
                  <a:pt x="65" y="126"/>
                  <a:pt x="65" y="126"/>
                  <a:pt x="65" y="126"/>
                </a:cubicBezTo>
                <a:cubicBezTo>
                  <a:pt x="64" y="126"/>
                  <a:pt x="64" y="126"/>
                  <a:pt x="64" y="126"/>
                </a:cubicBezTo>
                <a:cubicBezTo>
                  <a:pt x="64" y="127"/>
                  <a:pt x="64" y="127"/>
                  <a:pt x="64" y="127"/>
                </a:cubicBezTo>
                <a:cubicBezTo>
                  <a:pt x="64" y="128"/>
                  <a:pt x="64" y="128"/>
                  <a:pt x="63" y="128"/>
                </a:cubicBezTo>
                <a:cubicBezTo>
                  <a:pt x="63" y="128"/>
                  <a:pt x="63" y="128"/>
                  <a:pt x="63" y="128"/>
                </a:cubicBezTo>
                <a:cubicBezTo>
                  <a:pt x="62" y="131"/>
                  <a:pt x="62" y="131"/>
                  <a:pt x="62" y="131"/>
                </a:cubicBezTo>
                <a:cubicBezTo>
                  <a:pt x="62" y="131"/>
                  <a:pt x="61" y="132"/>
                  <a:pt x="61" y="132"/>
                </a:cubicBezTo>
                <a:cubicBezTo>
                  <a:pt x="61" y="132"/>
                  <a:pt x="61" y="132"/>
                  <a:pt x="61" y="132"/>
                </a:cubicBezTo>
                <a:cubicBezTo>
                  <a:pt x="61" y="132"/>
                  <a:pt x="60" y="133"/>
                  <a:pt x="60" y="133"/>
                </a:cubicBezTo>
                <a:cubicBezTo>
                  <a:pt x="60" y="133"/>
                  <a:pt x="60" y="134"/>
                  <a:pt x="60" y="134"/>
                </a:cubicBezTo>
                <a:cubicBezTo>
                  <a:pt x="60" y="134"/>
                  <a:pt x="60" y="134"/>
                  <a:pt x="60" y="134"/>
                </a:cubicBezTo>
                <a:cubicBezTo>
                  <a:pt x="59" y="134"/>
                  <a:pt x="59" y="134"/>
                  <a:pt x="59" y="135"/>
                </a:cubicBezTo>
                <a:cubicBezTo>
                  <a:pt x="59" y="135"/>
                  <a:pt x="59" y="135"/>
                  <a:pt x="59" y="136"/>
                </a:cubicBezTo>
                <a:cubicBezTo>
                  <a:pt x="59" y="136"/>
                  <a:pt x="59" y="136"/>
                  <a:pt x="58" y="137"/>
                </a:cubicBezTo>
                <a:cubicBezTo>
                  <a:pt x="58" y="137"/>
                  <a:pt x="58" y="137"/>
                  <a:pt x="58" y="137"/>
                </a:cubicBezTo>
                <a:cubicBezTo>
                  <a:pt x="58" y="137"/>
                  <a:pt x="57" y="137"/>
                  <a:pt x="57" y="137"/>
                </a:cubicBezTo>
                <a:cubicBezTo>
                  <a:pt x="57" y="138"/>
                  <a:pt x="57" y="138"/>
                  <a:pt x="57" y="138"/>
                </a:cubicBezTo>
                <a:cubicBezTo>
                  <a:pt x="57" y="139"/>
                  <a:pt x="57" y="139"/>
                  <a:pt x="57" y="140"/>
                </a:cubicBezTo>
                <a:cubicBezTo>
                  <a:pt x="57" y="140"/>
                  <a:pt x="56" y="140"/>
                  <a:pt x="56" y="140"/>
                </a:cubicBezTo>
                <a:cubicBezTo>
                  <a:pt x="56" y="140"/>
                  <a:pt x="56" y="140"/>
                  <a:pt x="56" y="140"/>
                </a:cubicBezTo>
                <a:cubicBezTo>
                  <a:pt x="55" y="143"/>
                  <a:pt x="55" y="143"/>
                  <a:pt x="55" y="143"/>
                </a:cubicBezTo>
                <a:cubicBezTo>
                  <a:pt x="54" y="143"/>
                  <a:pt x="54" y="144"/>
                  <a:pt x="54" y="144"/>
                </a:cubicBezTo>
                <a:cubicBezTo>
                  <a:pt x="54" y="144"/>
                  <a:pt x="54" y="144"/>
                  <a:pt x="54" y="144"/>
                </a:cubicBezTo>
                <a:cubicBezTo>
                  <a:pt x="53" y="144"/>
                  <a:pt x="53" y="145"/>
                  <a:pt x="53" y="145"/>
                </a:cubicBezTo>
                <a:cubicBezTo>
                  <a:pt x="53" y="145"/>
                  <a:pt x="53" y="146"/>
                  <a:pt x="53" y="146"/>
                </a:cubicBezTo>
                <a:cubicBezTo>
                  <a:pt x="53" y="146"/>
                  <a:pt x="53" y="146"/>
                  <a:pt x="52" y="146"/>
                </a:cubicBezTo>
                <a:cubicBezTo>
                  <a:pt x="52" y="146"/>
                  <a:pt x="52" y="147"/>
                  <a:pt x="52" y="147"/>
                </a:cubicBezTo>
                <a:cubicBezTo>
                  <a:pt x="52" y="147"/>
                  <a:pt x="52" y="147"/>
                  <a:pt x="52" y="148"/>
                </a:cubicBezTo>
                <a:cubicBezTo>
                  <a:pt x="52" y="148"/>
                  <a:pt x="51" y="148"/>
                  <a:pt x="51" y="149"/>
                </a:cubicBezTo>
                <a:cubicBezTo>
                  <a:pt x="51" y="149"/>
                  <a:pt x="51" y="149"/>
                  <a:pt x="51" y="149"/>
                </a:cubicBezTo>
                <a:cubicBezTo>
                  <a:pt x="51" y="149"/>
                  <a:pt x="50" y="149"/>
                  <a:pt x="50" y="149"/>
                </a:cubicBezTo>
                <a:cubicBezTo>
                  <a:pt x="49" y="153"/>
                  <a:pt x="49" y="153"/>
                  <a:pt x="49" y="153"/>
                </a:cubicBezTo>
                <a:cubicBezTo>
                  <a:pt x="49" y="153"/>
                  <a:pt x="49" y="153"/>
                  <a:pt x="49" y="153"/>
                </a:cubicBezTo>
                <a:cubicBezTo>
                  <a:pt x="48" y="153"/>
                  <a:pt x="48" y="153"/>
                  <a:pt x="48" y="153"/>
                </a:cubicBezTo>
                <a:cubicBezTo>
                  <a:pt x="48" y="154"/>
                  <a:pt x="48" y="154"/>
                  <a:pt x="48" y="154"/>
                </a:cubicBezTo>
                <a:cubicBezTo>
                  <a:pt x="47" y="154"/>
                  <a:pt x="47" y="154"/>
                  <a:pt x="47" y="154"/>
                </a:cubicBezTo>
                <a:cubicBezTo>
                  <a:pt x="47" y="155"/>
                  <a:pt x="47" y="155"/>
                  <a:pt x="47" y="155"/>
                </a:cubicBezTo>
                <a:cubicBezTo>
                  <a:pt x="47" y="155"/>
                  <a:pt x="47" y="156"/>
                  <a:pt x="47" y="156"/>
                </a:cubicBezTo>
                <a:cubicBezTo>
                  <a:pt x="47" y="156"/>
                  <a:pt x="47" y="156"/>
                  <a:pt x="46" y="156"/>
                </a:cubicBezTo>
                <a:cubicBezTo>
                  <a:pt x="46" y="156"/>
                  <a:pt x="46" y="157"/>
                  <a:pt x="46" y="157"/>
                </a:cubicBezTo>
                <a:cubicBezTo>
                  <a:pt x="46" y="157"/>
                  <a:pt x="46" y="158"/>
                  <a:pt x="46" y="158"/>
                </a:cubicBezTo>
                <a:cubicBezTo>
                  <a:pt x="46" y="158"/>
                  <a:pt x="46" y="158"/>
                  <a:pt x="45" y="158"/>
                </a:cubicBezTo>
                <a:cubicBezTo>
                  <a:pt x="45" y="158"/>
                  <a:pt x="45" y="159"/>
                  <a:pt x="45" y="159"/>
                </a:cubicBezTo>
                <a:cubicBezTo>
                  <a:pt x="45" y="159"/>
                  <a:pt x="45" y="159"/>
                  <a:pt x="44" y="160"/>
                </a:cubicBezTo>
                <a:cubicBezTo>
                  <a:pt x="44" y="160"/>
                  <a:pt x="44" y="160"/>
                  <a:pt x="44" y="161"/>
                </a:cubicBezTo>
                <a:cubicBezTo>
                  <a:pt x="44" y="161"/>
                  <a:pt x="44" y="161"/>
                  <a:pt x="44" y="161"/>
                </a:cubicBezTo>
                <a:cubicBezTo>
                  <a:pt x="43" y="161"/>
                  <a:pt x="43" y="161"/>
                  <a:pt x="43" y="161"/>
                </a:cubicBezTo>
                <a:cubicBezTo>
                  <a:pt x="42" y="165"/>
                  <a:pt x="42" y="165"/>
                  <a:pt x="42" y="165"/>
                </a:cubicBezTo>
                <a:cubicBezTo>
                  <a:pt x="42" y="165"/>
                  <a:pt x="42" y="165"/>
                  <a:pt x="41" y="165"/>
                </a:cubicBezTo>
                <a:cubicBezTo>
                  <a:pt x="41" y="165"/>
                  <a:pt x="41" y="165"/>
                  <a:pt x="41" y="165"/>
                </a:cubicBezTo>
                <a:cubicBezTo>
                  <a:pt x="41" y="166"/>
                  <a:pt x="41" y="166"/>
                  <a:pt x="41" y="166"/>
                </a:cubicBezTo>
                <a:cubicBezTo>
                  <a:pt x="40" y="166"/>
                  <a:pt x="40" y="166"/>
                  <a:pt x="40" y="166"/>
                </a:cubicBezTo>
                <a:cubicBezTo>
                  <a:pt x="40" y="167"/>
                  <a:pt x="40" y="167"/>
                  <a:pt x="40" y="167"/>
                </a:cubicBezTo>
                <a:cubicBezTo>
                  <a:pt x="40" y="168"/>
                  <a:pt x="40" y="168"/>
                  <a:pt x="40" y="168"/>
                </a:cubicBezTo>
                <a:cubicBezTo>
                  <a:pt x="40" y="168"/>
                  <a:pt x="39" y="168"/>
                  <a:pt x="39" y="168"/>
                </a:cubicBezTo>
                <a:cubicBezTo>
                  <a:pt x="39" y="168"/>
                  <a:pt x="39" y="169"/>
                  <a:pt x="39" y="169"/>
                </a:cubicBezTo>
                <a:cubicBezTo>
                  <a:pt x="39" y="169"/>
                  <a:pt x="39" y="170"/>
                  <a:pt x="39" y="170"/>
                </a:cubicBezTo>
                <a:cubicBezTo>
                  <a:pt x="39" y="170"/>
                  <a:pt x="38" y="170"/>
                  <a:pt x="38" y="170"/>
                </a:cubicBezTo>
                <a:cubicBezTo>
                  <a:pt x="38" y="170"/>
                  <a:pt x="38" y="171"/>
                  <a:pt x="38" y="171"/>
                </a:cubicBezTo>
                <a:cubicBezTo>
                  <a:pt x="38" y="172"/>
                  <a:pt x="38" y="172"/>
                  <a:pt x="38" y="172"/>
                </a:cubicBezTo>
                <a:cubicBezTo>
                  <a:pt x="37" y="172"/>
                  <a:pt x="37" y="173"/>
                  <a:pt x="36" y="174"/>
                </a:cubicBezTo>
                <a:cubicBezTo>
                  <a:pt x="36" y="174"/>
                  <a:pt x="36" y="175"/>
                  <a:pt x="36" y="176"/>
                </a:cubicBezTo>
                <a:cubicBezTo>
                  <a:pt x="35" y="176"/>
                  <a:pt x="35" y="175"/>
                  <a:pt x="35" y="175"/>
                </a:cubicBezTo>
                <a:cubicBezTo>
                  <a:pt x="34" y="175"/>
                  <a:pt x="34" y="175"/>
                  <a:pt x="34" y="175"/>
                </a:cubicBezTo>
                <a:cubicBezTo>
                  <a:pt x="34" y="175"/>
                  <a:pt x="34" y="175"/>
                  <a:pt x="34" y="175"/>
                </a:cubicBezTo>
                <a:cubicBezTo>
                  <a:pt x="34" y="174"/>
                  <a:pt x="33" y="174"/>
                  <a:pt x="33" y="174"/>
                </a:cubicBezTo>
                <a:cubicBezTo>
                  <a:pt x="33" y="174"/>
                  <a:pt x="32" y="174"/>
                  <a:pt x="32" y="174"/>
                </a:cubicBezTo>
                <a:cubicBezTo>
                  <a:pt x="32" y="174"/>
                  <a:pt x="32" y="174"/>
                  <a:pt x="32" y="173"/>
                </a:cubicBezTo>
                <a:cubicBezTo>
                  <a:pt x="32" y="173"/>
                  <a:pt x="32" y="173"/>
                  <a:pt x="32" y="173"/>
                </a:cubicBezTo>
                <a:cubicBezTo>
                  <a:pt x="31" y="173"/>
                  <a:pt x="31" y="173"/>
                  <a:pt x="31" y="173"/>
                </a:cubicBezTo>
                <a:cubicBezTo>
                  <a:pt x="30" y="173"/>
                  <a:pt x="30" y="173"/>
                  <a:pt x="30" y="172"/>
                </a:cubicBezTo>
                <a:cubicBezTo>
                  <a:pt x="30" y="172"/>
                  <a:pt x="30" y="172"/>
                  <a:pt x="30" y="172"/>
                </a:cubicBezTo>
                <a:cubicBezTo>
                  <a:pt x="29" y="172"/>
                  <a:pt x="29" y="172"/>
                  <a:pt x="29" y="172"/>
                </a:cubicBezTo>
                <a:cubicBezTo>
                  <a:pt x="29" y="172"/>
                  <a:pt x="29" y="171"/>
                  <a:pt x="28" y="171"/>
                </a:cubicBezTo>
                <a:cubicBezTo>
                  <a:pt x="28" y="171"/>
                  <a:pt x="28" y="170"/>
                  <a:pt x="28" y="170"/>
                </a:cubicBezTo>
                <a:cubicBezTo>
                  <a:pt x="27" y="170"/>
                  <a:pt x="27" y="170"/>
                  <a:pt x="27" y="170"/>
                </a:cubicBezTo>
                <a:cubicBezTo>
                  <a:pt x="27" y="170"/>
                  <a:pt x="26" y="170"/>
                  <a:pt x="26" y="169"/>
                </a:cubicBezTo>
                <a:cubicBezTo>
                  <a:pt x="26" y="169"/>
                  <a:pt x="26" y="169"/>
                  <a:pt x="26" y="169"/>
                </a:cubicBezTo>
                <a:cubicBezTo>
                  <a:pt x="25" y="169"/>
                  <a:pt x="25" y="169"/>
                  <a:pt x="25" y="169"/>
                </a:cubicBezTo>
                <a:cubicBezTo>
                  <a:pt x="24" y="168"/>
                  <a:pt x="24" y="168"/>
                  <a:pt x="24" y="168"/>
                </a:cubicBezTo>
                <a:cubicBezTo>
                  <a:pt x="24" y="168"/>
                  <a:pt x="24" y="168"/>
                  <a:pt x="24" y="167"/>
                </a:cubicBezTo>
                <a:cubicBezTo>
                  <a:pt x="23" y="167"/>
                  <a:pt x="23" y="167"/>
                  <a:pt x="23" y="167"/>
                </a:cubicBezTo>
                <a:cubicBezTo>
                  <a:pt x="23" y="167"/>
                  <a:pt x="22" y="167"/>
                  <a:pt x="22" y="167"/>
                </a:cubicBezTo>
                <a:cubicBezTo>
                  <a:pt x="22" y="166"/>
                  <a:pt x="22" y="166"/>
                  <a:pt x="22" y="166"/>
                </a:cubicBezTo>
                <a:cubicBezTo>
                  <a:pt x="21" y="166"/>
                  <a:pt x="21" y="166"/>
                  <a:pt x="21" y="166"/>
                </a:cubicBezTo>
                <a:cubicBezTo>
                  <a:pt x="20" y="166"/>
                  <a:pt x="20" y="165"/>
                  <a:pt x="20" y="165"/>
                </a:cubicBezTo>
                <a:cubicBezTo>
                  <a:pt x="20" y="165"/>
                  <a:pt x="20" y="164"/>
                  <a:pt x="20" y="164"/>
                </a:cubicBezTo>
                <a:cubicBezTo>
                  <a:pt x="18" y="164"/>
                  <a:pt x="18" y="164"/>
                  <a:pt x="18" y="164"/>
                </a:cubicBezTo>
                <a:cubicBezTo>
                  <a:pt x="18" y="164"/>
                  <a:pt x="18" y="164"/>
                  <a:pt x="18" y="164"/>
                </a:cubicBezTo>
                <a:cubicBezTo>
                  <a:pt x="18" y="163"/>
                  <a:pt x="18" y="163"/>
                  <a:pt x="18" y="163"/>
                </a:cubicBezTo>
                <a:cubicBezTo>
                  <a:pt x="17" y="163"/>
                  <a:pt x="17" y="163"/>
                  <a:pt x="17" y="163"/>
                </a:cubicBezTo>
                <a:cubicBezTo>
                  <a:pt x="17" y="163"/>
                  <a:pt x="17" y="163"/>
                  <a:pt x="17" y="163"/>
                </a:cubicBezTo>
                <a:cubicBezTo>
                  <a:pt x="17" y="162"/>
                  <a:pt x="16" y="162"/>
                  <a:pt x="16" y="162"/>
                </a:cubicBezTo>
                <a:cubicBezTo>
                  <a:pt x="16" y="162"/>
                  <a:pt x="16" y="162"/>
                  <a:pt x="15" y="162"/>
                </a:cubicBezTo>
                <a:cubicBezTo>
                  <a:pt x="15" y="162"/>
                  <a:pt x="15" y="162"/>
                  <a:pt x="15" y="161"/>
                </a:cubicBezTo>
                <a:cubicBezTo>
                  <a:pt x="15" y="161"/>
                  <a:pt x="15" y="161"/>
                  <a:pt x="15" y="161"/>
                </a:cubicBezTo>
                <a:cubicBezTo>
                  <a:pt x="14" y="161"/>
                  <a:pt x="14" y="160"/>
                  <a:pt x="14" y="160"/>
                </a:cubicBezTo>
                <a:cubicBezTo>
                  <a:pt x="14" y="160"/>
                  <a:pt x="13" y="160"/>
                  <a:pt x="12" y="160"/>
                </a:cubicBezTo>
                <a:cubicBezTo>
                  <a:pt x="13" y="159"/>
                  <a:pt x="13" y="159"/>
                  <a:pt x="13" y="158"/>
                </a:cubicBezTo>
                <a:cubicBezTo>
                  <a:pt x="13" y="158"/>
                  <a:pt x="13" y="157"/>
                  <a:pt x="13" y="157"/>
                </a:cubicBezTo>
                <a:cubicBezTo>
                  <a:pt x="13" y="157"/>
                  <a:pt x="13" y="157"/>
                  <a:pt x="14" y="157"/>
                </a:cubicBezTo>
                <a:cubicBezTo>
                  <a:pt x="14" y="157"/>
                  <a:pt x="14" y="157"/>
                  <a:pt x="14" y="156"/>
                </a:cubicBezTo>
                <a:cubicBezTo>
                  <a:pt x="14" y="156"/>
                  <a:pt x="14" y="156"/>
                  <a:pt x="14" y="155"/>
                </a:cubicBezTo>
                <a:cubicBezTo>
                  <a:pt x="14" y="155"/>
                  <a:pt x="15" y="155"/>
                  <a:pt x="15" y="154"/>
                </a:cubicBezTo>
                <a:cubicBezTo>
                  <a:pt x="15" y="154"/>
                  <a:pt x="15" y="154"/>
                  <a:pt x="15" y="154"/>
                </a:cubicBezTo>
                <a:cubicBezTo>
                  <a:pt x="15" y="154"/>
                  <a:pt x="16" y="154"/>
                  <a:pt x="16" y="154"/>
                </a:cubicBezTo>
                <a:cubicBezTo>
                  <a:pt x="16" y="153"/>
                  <a:pt x="16" y="153"/>
                  <a:pt x="16" y="153"/>
                </a:cubicBezTo>
                <a:cubicBezTo>
                  <a:pt x="16" y="152"/>
                  <a:pt x="16" y="152"/>
                  <a:pt x="16" y="151"/>
                </a:cubicBezTo>
                <a:cubicBezTo>
                  <a:pt x="16" y="151"/>
                  <a:pt x="17" y="151"/>
                  <a:pt x="17" y="151"/>
                </a:cubicBezTo>
                <a:cubicBezTo>
                  <a:pt x="17" y="151"/>
                  <a:pt x="17" y="151"/>
                  <a:pt x="17" y="151"/>
                </a:cubicBezTo>
                <a:cubicBezTo>
                  <a:pt x="18" y="151"/>
                  <a:pt x="18" y="150"/>
                  <a:pt x="18" y="150"/>
                </a:cubicBezTo>
                <a:cubicBezTo>
                  <a:pt x="18" y="150"/>
                  <a:pt x="18" y="149"/>
                  <a:pt x="18" y="149"/>
                </a:cubicBezTo>
                <a:cubicBezTo>
                  <a:pt x="18" y="149"/>
                  <a:pt x="18" y="149"/>
                  <a:pt x="19" y="149"/>
                </a:cubicBezTo>
                <a:cubicBezTo>
                  <a:pt x="19" y="148"/>
                  <a:pt x="19" y="148"/>
                  <a:pt x="19" y="148"/>
                </a:cubicBezTo>
                <a:cubicBezTo>
                  <a:pt x="19" y="148"/>
                  <a:pt x="19" y="147"/>
                  <a:pt x="19" y="147"/>
                </a:cubicBezTo>
                <a:cubicBezTo>
                  <a:pt x="19" y="147"/>
                  <a:pt x="19" y="147"/>
                  <a:pt x="20" y="146"/>
                </a:cubicBezTo>
                <a:cubicBezTo>
                  <a:pt x="20" y="146"/>
                  <a:pt x="20" y="146"/>
                  <a:pt x="20" y="146"/>
                </a:cubicBezTo>
                <a:cubicBezTo>
                  <a:pt x="20" y="146"/>
                  <a:pt x="20" y="146"/>
                  <a:pt x="21" y="146"/>
                </a:cubicBezTo>
                <a:cubicBezTo>
                  <a:pt x="21" y="145"/>
                  <a:pt x="21" y="145"/>
                  <a:pt x="21" y="144"/>
                </a:cubicBezTo>
                <a:cubicBezTo>
                  <a:pt x="21" y="144"/>
                  <a:pt x="21" y="144"/>
                  <a:pt x="21" y="143"/>
                </a:cubicBezTo>
                <a:cubicBezTo>
                  <a:pt x="21" y="143"/>
                  <a:pt x="22" y="143"/>
                  <a:pt x="22" y="143"/>
                </a:cubicBezTo>
                <a:cubicBezTo>
                  <a:pt x="22" y="143"/>
                  <a:pt x="22" y="143"/>
                  <a:pt x="22" y="143"/>
                </a:cubicBezTo>
                <a:cubicBezTo>
                  <a:pt x="22" y="142"/>
                  <a:pt x="23" y="142"/>
                  <a:pt x="23" y="142"/>
                </a:cubicBezTo>
                <a:cubicBezTo>
                  <a:pt x="23" y="141"/>
                  <a:pt x="23" y="141"/>
                  <a:pt x="23" y="141"/>
                </a:cubicBezTo>
                <a:cubicBezTo>
                  <a:pt x="23" y="140"/>
                  <a:pt x="23" y="140"/>
                  <a:pt x="23" y="140"/>
                </a:cubicBezTo>
                <a:cubicBezTo>
                  <a:pt x="24" y="140"/>
                  <a:pt x="24" y="140"/>
                  <a:pt x="24" y="140"/>
                </a:cubicBezTo>
                <a:cubicBezTo>
                  <a:pt x="25" y="137"/>
                  <a:pt x="25" y="137"/>
                  <a:pt x="25" y="137"/>
                </a:cubicBezTo>
                <a:cubicBezTo>
                  <a:pt x="25" y="137"/>
                  <a:pt x="25" y="137"/>
                  <a:pt x="26" y="137"/>
                </a:cubicBezTo>
                <a:cubicBezTo>
                  <a:pt x="26" y="136"/>
                  <a:pt x="26" y="136"/>
                  <a:pt x="26" y="136"/>
                </a:cubicBezTo>
                <a:cubicBezTo>
                  <a:pt x="26" y="135"/>
                  <a:pt x="26" y="135"/>
                  <a:pt x="26" y="135"/>
                </a:cubicBezTo>
                <a:cubicBezTo>
                  <a:pt x="27" y="135"/>
                  <a:pt x="27" y="135"/>
                  <a:pt x="27" y="135"/>
                </a:cubicBezTo>
                <a:cubicBezTo>
                  <a:pt x="27" y="134"/>
                  <a:pt x="27" y="134"/>
                  <a:pt x="27" y="134"/>
                </a:cubicBezTo>
                <a:cubicBezTo>
                  <a:pt x="27" y="134"/>
                  <a:pt x="27" y="134"/>
                  <a:pt x="27" y="134"/>
                </a:cubicBezTo>
                <a:cubicBezTo>
                  <a:pt x="27" y="134"/>
                  <a:pt x="28" y="134"/>
                  <a:pt x="28" y="133"/>
                </a:cubicBezTo>
                <a:cubicBezTo>
                  <a:pt x="28" y="132"/>
                  <a:pt x="28" y="132"/>
                  <a:pt x="28" y="132"/>
                </a:cubicBezTo>
                <a:cubicBezTo>
                  <a:pt x="28" y="132"/>
                  <a:pt x="28" y="132"/>
                  <a:pt x="28" y="132"/>
                </a:cubicBezTo>
                <a:cubicBezTo>
                  <a:pt x="28" y="131"/>
                  <a:pt x="28" y="131"/>
                  <a:pt x="28" y="131"/>
                </a:cubicBezTo>
                <a:cubicBezTo>
                  <a:pt x="28" y="131"/>
                  <a:pt x="29" y="131"/>
                  <a:pt x="29" y="131"/>
                </a:cubicBezTo>
                <a:cubicBezTo>
                  <a:pt x="29" y="131"/>
                  <a:pt x="29" y="131"/>
                  <a:pt x="29" y="131"/>
                </a:cubicBezTo>
                <a:cubicBezTo>
                  <a:pt x="30" y="130"/>
                  <a:pt x="30" y="130"/>
                  <a:pt x="30" y="130"/>
                </a:cubicBezTo>
                <a:cubicBezTo>
                  <a:pt x="30" y="129"/>
                  <a:pt x="30" y="129"/>
                  <a:pt x="30" y="129"/>
                </a:cubicBezTo>
                <a:cubicBezTo>
                  <a:pt x="30" y="128"/>
                  <a:pt x="30" y="128"/>
                  <a:pt x="31" y="128"/>
                </a:cubicBezTo>
                <a:cubicBezTo>
                  <a:pt x="31" y="128"/>
                  <a:pt x="31" y="128"/>
                  <a:pt x="31" y="128"/>
                </a:cubicBezTo>
                <a:cubicBezTo>
                  <a:pt x="31" y="127"/>
                  <a:pt x="31" y="127"/>
                  <a:pt x="31" y="127"/>
                </a:cubicBezTo>
                <a:cubicBezTo>
                  <a:pt x="32" y="127"/>
                  <a:pt x="32" y="127"/>
                  <a:pt x="32" y="127"/>
                </a:cubicBezTo>
                <a:cubicBezTo>
                  <a:pt x="32" y="126"/>
                  <a:pt x="32" y="126"/>
                  <a:pt x="32" y="126"/>
                </a:cubicBezTo>
                <a:cubicBezTo>
                  <a:pt x="32" y="126"/>
                  <a:pt x="32" y="126"/>
                  <a:pt x="32" y="126"/>
                </a:cubicBezTo>
                <a:cubicBezTo>
                  <a:pt x="32" y="125"/>
                  <a:pt x="33" y="125"/>
                  <a:pt x="33" y="125"/>
                </a:cubicBezTo>
                <a:cubicBezTo>
                  <a:pt x="33" y="125"/>
                  <a:pt x="33" y="125"/>
                  <a:pt x="33" y="124"/>
                </a:cubicBezTo>
                <a:cubicBezTo>
                  <a:pt x="33" y="124"/>
                  <a:pt x="33" y="124"/>
                  <a:pt x="33" y="123"/>
                </a:cubicBezTo>
                <a:cubicBezTo>
                  <a:pt x="33" y="123"/>
                  <a:pt x="34" y="123"/>
                  <a:pt x="34" y="123"/>
                </a:cubicBezTo>
                <a:cubicBezTo>
                  <a:pt x="34" y="123"/>
                  <a:pt x="34" y="123"/>
                  <a:pt x="34" y="122"/>
                </a:cubicBezTo>
                <a:cubicBezTo>
                  <a:pt x="34" y="122"/>
                  <a:pt x="35" y="122"/>
                  <a:pt x="35" y="121"/>
                </a:cubicBezTo>
                <a:cubicBezTo>
                  <a:pt x="35" y="121"/>
                  <a:pt x="35" y="121"/>
                  <a:pt x="35" y="120"/>
                </a:cubicBezTo>
                <a:cubicBezTo>
                  <a:pt x="35" y="120"/>
                  <a:pt x="35" y="120"/>
                  <a:pt x="35" y="120"/>
                </a:cubicBezTo>
                <a:cubicBezTo>
                  <a:pt x="36" y="120"/>
                  <a:pt x="36" y="120"/>
                  <a:pt x="36" y="120"/>
                </a:cubicBezTo>
                <a:cubicBezTo>
                  <a:pt x="36" y="119"/>
                  <a:pt x="36" y="119"/>
                  <a:pt x="36" y="119"/>
                </a:cubicBezTo>
                <a:cubicBezTo>
                  <a:pt x="36" y="118"/>
                  <a:pt x="36" y="118"/>
                  <a:pt x="37" y="118"/>
                </a:cubicBezTo>
                <a:cubicBezTo>
                  <a:pt x="37" y="117"/>
                  <a:pt x="37" y="117"/>
                  <a:pt x="37" y="117"/>
                </a:cubicBezTo>
                <a:cubicBezTo>
                  <a:pt x="37" y="117"/>
                  <a:pt x="38" y="117"/>
                  <a:pt x="38" y="117"/>
                </a:cubicBezTo>
                <a:cubicBezTo>
                  <a:pt x="38" y="116"/>
                  <a:pt x="38" y="116"/>
                  <a:pt x="38" y="115"/>
                </a:cubicBezTo>
                <a:cubicBezTo>
                  <a:pt x="38" y="115"/>
                  <a:pt x="39" y="114"/>
                  <a:pt x="39" y="114"/>
                </a:cubicBezTo>
                <a:cubicBezTo>
                  <a:pt x="39" y="114"/>
                  <a:pt x="39" y="114"/>
                  <a:pt x="39" y="114"/>
                </a:cubicBezTo>
                <a:cubicBezTo>
                  <a:pt x="40" y="113"/>
                  <a:pt x="40" y="113"/>
                  <a:pt x="40" y="113"/>
                </a:cubicBezTo>
                <a:cubicBezTo>
                  <a:pt x="40" y="113"/>
                  <a:pt x="40" y="112"/>
                  <a:pt x="40" y="112"/>
                </a:cubicBezTo>
                <a:cubicBezTo>
                  <a:pt x="40" y="112"/>
                  <a:pt x="40" y="111"/>
                  <a:pt x="40" y="111"/>
                </a:cubicBezTo>
                <a:cubicBezTo>
                  <a:pt x="41" y="111"/>
                  <a:pt x="41" y="111"/>
                  <a:pt x="41" y="111"/>
                </a:cubicBezTo>
                <a:cubicBezTo>
                  <a:pt x="41" y="111"/>
                  <a:pt x="41" y="111"/>
                  <a:pt x="41" y="111"/>
                </a:cubicBezTo>
                <a:cubicBezTo>
                  <a:pt x="42" y="110"/>
                  <a:pt x="42" y="110"/>
                  <a:pt x="42" y="109"/>
                </a:cubicBezTo>
                <a:cubicBezTo>
                  <a:pt x="42" y="109"/>
                  <a:pt x="42" y="109"/>
                  <a:pt x="42" y="108"/>
                </a:cubicBezTo>
                <a:cubicBezTo>
                  <a:pt x="42" y="108"/>
                  <a:pt x="42" y="108"/>
                  <a:pt x="43" y="108"/>
                </a:cubicBezTo>
                <a:cubicBezTo>
                  <a:pt x="43" y="108"/>
                  <a:pt x="43" y="108"/>
                  <a:pt x="43" y="108"/>
                </a:cubicBezTo>
                <a:cubicBezTo>
                  <a:pt x="43" y="107"/>
                  <a:pt x="43" y="107"/>
                  <a:pt x="43" y="107"/>
                </a:cubicBezTo>
                <a:cubicBezTo>
                  <a:pt x="43" y="106"/>
                  <a:pt x="44" y="106"/>
                  <a:pt x="44" y="106"/>
                </a:cubicBezTo>
                <a:cubicBezTo>
                  <a:pt x="44" y="105"/>
                  <a:pt x="44" y="105"/>
                  <a:pt x="44" y="105"/>
                </a:cubicBezTo>
                <a:cubicBezTo>
                  <a:pt x="44" y="105"/>
                  <a:pt x="45" y="105"/>
                  <a:pt x="45" y="105"/>
                </a:cubicBezTo>
                <a:cubicBezTo>
                  <a:pt x="45" y="105"/>
                  <a:pt x="45" y="104"/>
                  <a:pt x="45" y="104"/>
                </a:cubicBezTo>
                <a:cubicBezTo>
                  <a:pt x="45" y="104"/>
                  <a:pt x="45" y="103"/>
                  <a:pt x="45" y="103"/>
                </a:cubicBezTo>
                <a:cubicBezTo>
                  <a:pt x="45" y="103"/>
                  <a:pt x="46" y="103"/>
                  <a:pt x="46" y="103"/>
                </a:cubicBezTo>
                <a:cubicBezTo>
                  <a:pt x="46" y="103"/>
                  <a:pt x="46" y="102"/>
                  <a:pt x="46" y="102"/>
                </a:cubicBezTo>
                <a:cubicBezTo>
                  <a:pt x="47" y="102"/>
                  <a:pt x="47" y="101"/>
                  <a:pt x="47" y="101"/>
                </a:cubicBezTo>
                <a:cubicBezTo>
                  <a:pt x="47" y="101"/>
                  <a:pt x="47" y="100"/>
                  <a:pt x="47" y="100"/>
                </a:cubicBezTo>
                <a:cubicBezTo>
                  <a:pt x="47" y="100"/>
                  <a:pt x="47" y="100"/>
                  <a:pt x="48" y="100"/>
                </a:cubicBezTo>
                <a:cubicBezTo>
                  <a:pt x="48" y="100"/>
                  <a:pt x="48" y="100"/>
                  <a:pt x="48" y="100"/>
                </a:cubicBezTo>
                <a:cubicBezTo>
                  <a:pt x="48" y="99"/>
                  <a:pt x="48" y="99"/>
                  <a:pt x="48" y="98"/>
                </a:cubicBezTo>
                <a:cubicBezTo>
                  <a:pt x="48" y="98"/>
                  <a:pt x="48" y="98"/>
                  <a:pt x="49" y="97"/>
                </a:cubicBezTo>
                <a:cubicBezTo>
                  <a:pt x="49" y="97"/>
                  <a:pt x="49" y="97"/>
                  <a:pt x="49" y="97"/>
                </a:cubicBezTo>
                <a:cubicBezTo>
                  <a:pt x="49" y="97"/>
                  <a:pt x="49" y="97"/>
                  <a:pt x="50" y="97"/>
                </a:cubicBezTo>
                <a:cubicBezTo>
                  <a:pt x="50" y="96"/>
                  <a:pt x="50" y="96"/>
                  <a:pt x="50" y="96"/>
                </a:cubicBezTo>
                <a:cubicBezTo>
                  <a:pt x="50" y="95"/>
                  <a:pt x="50" y="95"/>
                  <a:pt x="50" y="95"/>
                </a:cubicBezTo>
                <a:cubicBezTo>
                  <a:pt x="50" y="94"/>
                  <a:pt x="51" y="94"/>
                  <a:pt x="51" y="94"/>
                </a:cubicBezTo>
                <a:cubicBezTo>
                  <a:pt x="51" y="94"/>
                  <a:pt x="51" y="94"/>
                  <a:pt x="51" y="94"/>
                </a:cubicBezTo>
                <a:cubicBezTo>
                  <a:pt x="51" y="94"/>
                  <a:pt x="52" y="93"/>
                  <a:pt x="52" y="93"/>
                </a:cubicBezTo>
                <a:cubicBezTo>
                  <a:pt x="52" y="93"/>
                  <a:pt x="52" y="92"/>
                  <a:pt x="52" y="92"/>
                </a:cubicBezTo>
                <a:cubicBezTo>
                  <a:pt x="52" y="92"/>
                  <a:pt x="52" y="92"/>
                  <a:pt x="52" y="92"/>
                </a:cubicBezTo>
                <a:cubicBezTo>
                  <a:pt x="53" y="92"/>
                  <a:pt x="53" y="91"/>
                  <a:pt x="53" y="91"/>
                </a:cubicBezTo>
                <a:cubicBezTo>
                  <a:pt x="54" y="88"/>
                  <a:pt x="54" y="88"/>
                  <a:pt x="54" y="88"/>
                </a:cubicBezTo>
                <a:cubicBezTo>
                  <a:pt x="54" y="88"/>
                  <a:pt x="54" y="88"/>
                  <a:pt x="55" y="88"/>
                </a:cubicBezTo>
                <a:cubicBezTo>
                  <a:pt x="55" y="88"/>
                  <a:pt x="55" y="88"/>
                  <a:pt x="55" y="88"/>
                </a:cubicBezTo>
                <a:cubicBezTo>
                  <a:pt x="55" y="86"/>
                  <a:pt x="55" y="86"/>
                  <a:pt x="55" y="86"/>
                </a:cubicBezTo>
                <a:cubicBezTo>
                  <a:pt x="56" y="86"/>
                  <a:pt x="56" y="86"/>
                  <a:pt x="56" y="86"/>
                </a:cubicBezTo>
                <a:cubicBezTo>
                  <a:pt x="56" y="85"/>
                  <a:pt x="56" y="85"/>
                  <a:pt x="56" y="85"/>
                </a:cubicBezTo>
                <a:cubicBezTo>
                  <a:pt x="56" y="85"/>
                  <a:pt x="56" y="85"/>
                  <a:pt x="56" y="85"/>
                </a:cubicBezTo>
                <a:cubicBezTo>
                  <a:pt x="56" y="85"/>
                  <a:pt x="57" y="85"/>
                  <a:pt x="57" y="85"/>
                </a:cubicBezTo>
                <a:cubicBezTo>
                  <a:pt x="57" y="84"/>
                  <a:pt x="57" y="84"/>
                  <a:pt x="57" y="84"/>
                </a:cubicBezTo>
                <a:cubicBezTo>
                  <a:pt x="57" y="83"/>
                  <a:pt x="57" y="83"/>
                  <a:pt x="57" y="83"/>
                </a:cubicBezTo>
                <a:cubicBezTo>
                  <a:pt x="57" y="82"/>
                  <a:pt x="58" y="82"/>
                  <a:pt x="58" y="82"/>
                </a:cubicBezTo>
                <a:cubicBezTo>
                  <a:pt x="58" y="82"/>
                  <a:pt x="58" y="82"/>
                  <a:pt x="58" y="82"/>
                </a:cubicBezTo>
                <a:cubicBezTo>
                  <a:pt x="58" y="81"/>
                  <a:pt x="58" y="81"/>
                  <a:pt x="58" y="81"/>
                </a:cubicBezTo>
                <a:cubicBezTo>
                  <a:pt x="59" y="80"/>
                  <a:pt x="59" y="80"/>
                  <a:pt x="60" y="79"/>
                </a:cubicBezTo>
                <a:cubicBezTo>
                  <a:pt x="60" y="79"/>
                  <a:pt x="60" y="78"/>
                  <a:pt x="61" y="77"/>
                </a:cubicBezTo>
                <a:cubicBezTo>
                  <a:pt x="61" y="77"/>
                  <a:pt x="62" y="77"/>
                  <a:pt x="62" y="77"/>
                </a:cubicBezTo>
                <a:close/>
                <a:moveTo>
                  <a:pt x="62" y="136"/>
                </a:moveTo>
                <a:cubicBezTo>
                  <a:pt x="62" y="135"/>
                  <a:pt x="62" y="135"/>
                  <a:pt x="63" y="135"/>
                </a:cubicBezTo>
                <a:cubicBezTo>
                  <a:pt x="63" y="134"/>
                  <a:pt x="63" y="134"/>
                  <a:pt x="63" y="133"/>
                </a:cubicBezTo>
                <a:cubicBezTo>
                  <a:pt x="63" y="133"/>
                  <a:pt x="63" y="133"/>
                  <a:pt x="63" y="133"/>
                </a:cubicBezTo>
                <a:cubicBezTo>
                  <a:pt x="64" y="133"/>
                  <a:pt x="64" y="133"/>
                  <a:pt x="64" y="133"/>
                </a:cubicBezTo>
                <a:cubicBezTo>
                  <a:pt x="64" y="133"/>
                  <a:pt x="64" y="132"/>
                  <a:pt x="64" y="132"/>
                </a:cubicBezTo>
                <a:cubicBezTo>
                  <a:pt x="64" y="132"/>
                  <a:pt x="64" y="131"/>
                  <a:pt x="65" y="131"/>
                </a:cubicBezTo>
                <a:cubicBezTo>
                  <a:pt x="65" y="131"/>
                  <a:pt x="65" y="131"/>
                  <a:pt x="65" y="130"/>
                </a:cubicBezTo>
                <a:cubicBezTo>
                  <a:pt x="65" y="130"/>
                  <a:pt x="65" y="130"/>
                  <a:pt x="66" y="130"/>
                </a:cubicBezTo>
                <a:cubicBezTo>
                  <a:pt x="66" y="130"/>
                  <a:pt x="66" y="129"/>
                  <a:pt x="66" y="129"/>
                </a:cubicBezTo>
                <a:cubicBezTo>
                  <a:pt x="66" y="129"/>
                  <a:pt x="66" y="128"/>
                  <a:pt x="66" y="128"/>
                </a:cubicBezTo>
                <a:cubicBezTo>
                  <a:pt x="66" y="128"/>
                  <a:pt x="66" y="128"/>
                  <a:pt x="67" y="128"/>
                </a:cubicBezTo>
                <a:cubicBezTo>
                  <a:pt x="67" y="128"/>
                  <a:pt x="67" y="128"/>
                  <a:pt x="67" y="127"/>
                </a:cubicBezTo>
                <a:cubicBezTo>
                  <a:pt x="67" y="127"/>
                  <a:pt x="67" y="127"/>
                  <a:pt x="68" y="126"/>
                </a:cubicBezTo>
                <a:cubicBezTo>
                  <a:pt x="68" y="126"/>
                  <a:pt x="68" y="126"/>
                  <a:pt x="68" y="125"/>
                </a:cubicBezTo>
                <a:cubicBezTo>
                  <a:pt x="68" y="125"/>
                  <a:pt x="68" y="125"/>
                  <a:pt x="68" y="125"/>
                </a:cubicBezTo>
                <a:cubicBezTo>
                  <a:pt x="69" y="125"/>
                  <a:pt x="69" y="125"/>
                  <a:pt x="69" y="125"/>
                </a:cubicBezTo>
                <a:cubicBezTo>
                  <a:pt x="69" y="124"/>
                  <a:pt x="69" y="124"/>
                  <a:pt x="69" y="124"/>
                </a:cubicBezTo>
                <a:cubicBezTo>
                  <a:pt x="69" y="124"/>
                  <a:pt x="69" y="124"/>
                  <a:pt x="69" y="124"/>
                </a:cubicBezTo>
                <a:cubicBezTo>
                  <a:pt x="69" y="122"/>
                  <a:pt x="69" y="122"/>
                  <a:pt x="69" y="122"/>
                </a:cubicBezTo>
                <a:cubicBezTo>
                  <a:pt x="70" y="122"/>
                  <a:pt x="70" y="122"/>
                  <a:pt x="70" y="122"/>
                </a:cubicBezTo>
                <a:cubicBezTo>
                  <a:pt x="70" y="122"/>
                  <a:pt x="70" y="122"/>
                  <a:pt x="70" y="122"/>
                </a:cubicBezTo>
                <a:cubicBezTo>
                  <a:pt x="71" y="122"/>
                  <a:pt x="71" y="121"/>
                  <a:pt x="71" y="121"/>
                </a:cubicBezTo>
                <a:cubicBezTo>
                  <a:pt x="71" y="121"/>
                  <a:pt x="71" y="120"/>
                  <a:pt x="71" y="120"/>
                </a:cubicBezTo>
                <a:cubicBezTo>
                  <a:pt x="71" y="120"/>
                  <a:pt x="71" y="120"/>
                  <a:pt x="72" y="120"/>
                </a:cubicBezTo>
                <a:cubicBezTo>
                  <a:pt x="72" y="119"/>
                  <a:pt x="72" y="119"/>
                  <a:pt x="72" y="119"/>
                </a:cubicBezTo>
                <a:cubicBezTo>
                  <a:pt x="72" y="118"/>
                  <a:pt x="72" y="118"/>
                  <a:pt x="72" y="118"/>
                </a:cubicBezTo>
                <a:cubicBezTo>
                  <a:pt x="73" y="118"/>
                  <a:pt x="73" y="118"/>
                  <a:pt x="73" y="118"/>
                </a:cubicBezTo>
                <a:cubicBezTo>
                  <a:pt x="73" y="117"/>
                  <a:pt x="73" y="117"/>
                  <a:pt x="73" y="117"/>
                </a:cubicBezTo>
                <a:cubicBezTo>
                  <a:pt x="73" y="117"/>
                  <a:pt x="73" y="117"/>
                  <a:pt x="73" y="117"/>
                </a:cubicBezTo>
                <a:cubicBezTo>
                  <a:pt x="73" y="117"/>
                  <a:pt x="74" y="117"/>
                  <a:pt x="74" y="117"/>
                </a:cubicBezTo>
                <a:cubicBezTo>
                  <a:pt x="74" y="116"/>
                  <a:pt x="74" y="116"/>
                  <a:pt x="74" y="115"/>
                </a:cubicBezTo>
                <a:cubicBezTo>
                  <a:pt x="74" y="115"/>
                  <a:pt x="74" y="115"/>
                  <a:pt x="74" y="114"/>
                </a:cubicBezTo>
                <a:cubicBezTo>
                  <a:pt x="75" y="114"/>
                  <a:pt x="75" y="114"/>
                  <a:pt x="75" y="114"/>
                </a:cubicBezTo>
                <a:cubicBezTo>
                  <a:pt x="76" y="113"/>
                  <a:pt x="76" y="113"/>
                  <a:pt x="76" y="113"/>
                </a:cubicBezTo>
                <a:cubicBezTo>
                  <a:pt x="76" y="112"/>
                  <a:pt x="76" y="112"/>
                  <a:pt x="76" y="112"/>
                </a:cubicBezTo>
                <a:cubicBezTo>
                  <a:pt x="76" y="111"/>
                  <a:pt x="76" y="111"/>
                  <a:pt x="77" y="111"/>
                </a:cubicBezTo>
                <a:cubicBezTo>
                  <a:pt x="77" y="111"/>
                  <a:pt x="77" y="111"/>
                  <a:pt x="77" y="111"/>
                </a:cubicBezTo>
                <a:cubicBezTo>
                  <a:pt x="77" y="111"/>
                  <a:pt x="77" y="110"/>
                  <a:pt x="77" y="110"/>
                </a:cubicBezTo>
                <a:cubicBezTo>
                  <a:pt x="77" y="110"/>
                  <a:pt x="77" y="109"/>
                  <a:pt x="78" y="109"/>
                </a:cubicBezTo>
                <a:cubicBezTo>
                  <a:pt x="78" y="109"/>
                  <a:pt x="78" y="109"/>
                  <a:pt x="78" y="109"/>
                </a:cubicBezTo>
                <a:cubicBezTo>
                  <a:pt x="78" y="109"/>
                  <a:pt x="78" y="108"/>
                  <a:pt x="79" y="108"/>
                </a:cubicBezTo>
                <a:cubicBezTo>
                  <a:pt x="79" y="108"/>
                  <a:pt x="79" y="108"/>
                  <a:pt x="79" y="107"/>
                </a:cubicBezTo>
                <a:cubicBezTo>
                  <a:pt x="79" y="107"/>
                  <a:pt x="79" y="107"/>
                  <a:pt x="79" y="106"/>
                </a:cubicBezTo>
                <a:cubicBezTo>
                  <a:pt x="79" y="106"/>
                  <a:pt x="80" y="106"/>
                  <a:pt x="80" y="106"/>
                </a:cubicBezTo>
                <a:cubicBezTo>
                  <a:pt x="80" y="106"/>
                  <a:pt x="80" y="106"/>
                  <a:pt x="80" y="106"/>
                </a:cubicBezTo>
                <a:cubicBezTo>
                  <a:pt x="80" y="105"/>
                  <a:pt x="81" y="105"/>
                  <a:pt x="81" y="104"/>
                </a:cubicBezTo>
                <a:cubicBezTo>
                  <a:pt x="81" y="104"/>
                  <a:pt x="81" y="104"/>
                  <a:pt x="81" y="103"/>
                </a:cubicBezTo>
                <a:cubicBezTo>
                  <a:pt x="81" y="103"/>
                  <a:pt x="81" y="103"/>
                  <a:pt x="81" y="103"/>
                </a:cubicBezTo>
                <a:cubicBezTo>
                  <a:pt x="82" y="103"/>
                  <a:pt x="82" y="103"/>
                  <a:pt x="82" y="103"/>
                </a:cubicBezTo>
                <a:cubicBezTo>
                  <a:pt x="82" y="102"/>
                  <a:pt x="82" y="102"/>
                  <a:pt x="82" y="102"/>
                </a:cubicBezTo>
                <a:cubicBezTo>
                  <a:pt x="82" y="101"/>
                  <a:pt x="82" y="101"/>
                  <a:pt x="83" y="101"/>
                </a:cubicBezTo>
                <a:cubicBezTo>
                  <a:pt x="83" y="101"/>
                  <a:pt x="83" y="100"/>
                  <a:pt x="83" y="100"/>
                </a:cubicBezTo>
                <a:cubicBezTo>
                  <a:pt x="83" y="100"/>
                  <a:pt x="83" y="100"/>
                  <a:pt x="84" y="100"/>
                </a:cubicBezTo>
                <a:cubicBezTo>
                  <a:pt x="84" y="99"/>
                  <a:pt x="84" y="99"/>
                  <a:pt x="84" y="99"/>
                </a:cubicBezTo>
                <a:cubicBezTo>
                  <a:pt x="84" y="99"/>
                  <a:pt x="84" y="99"/>
                  <a:pt x="84" y="99"/>
                </a:cubicBezTo>
                <a:cubicBezTo>
                  <a:pt x="84" y="99"/>
                  <a:pt x="85" y="99"/>
                  <a:pt x="85" y="98"/>
                </a:cubicBezTo>
                <a:cubicBezTo>
                  <a:pt x="85" y="98"/>
                  <a:pt x="85" y="98"/>
                  <a:pt x="85" y="97"/>
                </a:cubicBezTo>
                <a:cubicBezTo>
                  <a:pt x="85" y="97"/>
                  <a:pt x="85" y="97"/>
                  <a:pt x="85" y="96"/>
                </a:cubicBezTo>
                <a:cubicBezTo>
                  <a:pt x="85" y="96"/>
                  <a:pt x="86" y="96"/>
                  <a:pt x="86" y="96"/>
                </a:cubicBezTo>
                <a:cubicBezTo>
                  <a:pt x="86" y="96"/>
                  <a:pt x="86" y="96"/>
                  <a:pt x="86" y="96"/>
                </a:cubicBezTo>
                <a:cubicBezTo>
                  <a:pt x="86" y="95"/>
                  <a:pt x="86" y="95"/>
                  <a:pt x="86" y="95"/>
                </a:cubicBezTo>
                <a:cubicBezTo>
                  <a:pt x="87" y="95"/>
                  <a:pt x="87" y="95"/>
                  <a:pt x="87" y="95"/>
                </a:cubicBezTo>
                <a:cubicBezTo>
                  <a:pt x="87" y="93"/>
                  <a:pt x="87" y="93"/>
                  <a:pt x="87" y="93"/>
                </a:cubicBezTo>
                <a:cubicBezTo>
                  <a:pt x="87" y="93"/>
                  <a:pt x="87" y="93"/>
                  <a:pt x="87" y="93"/>
                </a:cubicBezTo>
                <a:cubicBezTo>
                  <a:pt x="88" y="93"/>
                  <a:pt x="88" y="93"/>
                  <a:pt x="88" y="93"/>
                </a:cubicBezTo>
                <a:cubicBezTo>
                  <a:pt x="88" y="92"/>
                  <a:pt x="88" y="92"/>
                  <a:pt x="88" y="92"/>
                </a:cubicBezTo>
                <a:cubicBezTo>
                  <a:pt x="89" y="92"/>
                  <a:pt x="89" y="92"/>
                  <a:pt x="89" y="92"/>
                </a:cubicBezTo>
                <a:cubicBezTo>
                  <a:pt x="89" y="92"/>
                  <a:pt x="89" y="92"/>
                  <a:pt x="89" y="91"/>
                </a:cubicBezTo>
                <a:cubicBezTo>
                  <a:pt x="89" y="91"/>
                  <a:pt x="89" y="91"/>
                  <a:pt x="89" y="91"/>
                </a:cubicBezTo>
                <a:cubicBezTo>
                  <a:pt x="137" y="91"/>
                  <a:pt x="137" y="91"/>
                  <a:pt x="137" y="91"/>
                </a:cubicBezTo>
                <a:cubicBezTo>
                  <a:pt x="141" y="96"/>
                  <a:pt x="141" y="96"/>
                  <a:pt x="141" y="96"/>
                </a:cubicBezTo>
                <a:cubicBezTo>
                  <a:pt x="142" y="100"/>
                  <a:pt x="142" y="100"/>
                  <a:pt x="142" y="100"/>
                </a:cubicBezTo>
                <a:cubicBezTo>
                  <a:pt x="142" y="100"/>
                  <a:pt x="142" y="100"/>
                  <a:pt x="142" y="100"/>
                </a:cubicBezTo>
                <a:cubicBezTo>
                  <a:pt x="142" y="101"/>
                  <a:pt x="142" y="101"/>
                  <a:pt x="142" y="101"/>
                </a:cubicBezTo>
                <a:cubicBezTo>
                  <a:pt x="143" y="101"/>
                  <a:pt x="143" y="101"/>
                  <a:pt x="143" y="101"/>
                </a:cubicBezTo>
                <a:cubicBezTo>
                  <a:pt x="143" y="102"/>
                  <a:pt x="143" y="102"/>
                  <a:pt x="143" y="102"/>
                </a:cubicBezTo>
                <a:cubicBezTo>
                  <a:pt x="143" y="102"/>
                  <a:pt x="143" y="102"/>
                  <a:pt x="143" y="102"/>
                </a:cubicBezTo>
                <a:cubicBezTo>
                  <a:pt x="143" y="103"/>
                  <a:pt x="143" y="103"/>
                  <a:pt x="143" y="103"/>
                </a:cubicBezTo>
                <a:cubicBezTo>
                  <a:pt x="144" y="103"/>
                  <a:pt x="144" y="103"/>
                  <a:pt x="144" y="103"/>
                </a:cubicBezTo>
                <a:cubicBezTo>
                  <a:pt x="144" y="104"/>
                  <a:pt x="144" y="104"/>
                  <a:pt x="144" y="104"/>
                </a:cubicBezTo>
                <a:cubicBezTo>
                  <a:pt x="144" y="104"/>
                  <a:pt x="144" y="104"/>
                  <a:pt x="144" y="104"/>
                </a:cubicBezTo>
                <a:cubicBezTo>
                  <a:pt x="145" y="104"/>
                  <a:pt x="145" y="105"/>
                  <a:pt x="145" y="105"/>
                </a:cubicBezTo>
                <a:cubicBezTo>
                  <a:pt x="145" y="105"/>
                  <a:pt x="145" y="106"/>
                  <a:pt x="145" y="106"/>
                </a:cubicBezTo>
                <a:cubicBezTo>
                  <a:pt x="145" y="106"/>
                  <a:pt x="145" y="106"/>
                  <a:pt x="145" y="106"/>
                </a:cubicBezTo>
                <a:cubicBezTo>
                  <a:pt x="145" y="108"/>
                  <a:pt x="145" y="108"/>
                  <a:pt x="145" y="108"/>
                </a:cubicBezTo>
                <a:cubicBezTo>
                  <a:pt x="146" y="108"/>
                  <a:pt x="146" y="108"/>
                  <a:pt x="146" y="108"/>
                </a:cubicBezTo>
                <a:cubicBezTo>
                  <a:pt x="147" y="111"/>
                  <a:pt x="147" y="111"/>
                  <a:pt x="147" y="111"/>
                </a:cubicBezTo>
                <a:cubicBezTo>
                  <a:pt x="148" y="111"/>
                  <a:pt x="148" y="111"/>
                  <a:pt x="148" y="111"/>
                </a:cubicBezTo>
                <a:cubicBezTo>
                  <a:pt x="148" y="112"/>
                  <a:pt x="148" y="112"/>
                  <a:pt x="148" y="112"/>
                </a:cubicBezTo>
                <a:cubicBezTo>
                  <a:pt x="148" y="112"/>
                  <a:pt x="148" y="112"/>
                  <a:pt x="148" y="112"/>
                </a:cubicBezTo>
                <a:cubicBezTo>
                  <a:pt x="148" y="113"/>
                  <a:pt x="148" y="113"/>
                  <a:pt x="148" y="113"/>
                </a:cubicBezTo>
                <a:cubicBezTo>
                  <a:pt x="149" y="113"/>
                  <a:pt x="149" y="113"/>
                  <a:pt x="149" y="113"/>
                </a:cubicBezTo>
                <a:cubicBezTo>
                  <a:pt x="149" y="114"/>
                  <a:pt x="149" y="114"/>
                  <a:pt x="149" y="114"/>
                </a:cubicBezTo>
                <a:cubicBezTo>
                  <a:pt x="149" y="114"/>
                  <a:pt x="149" y="114"/>
                  <a:pt x="149" y="114"/>
                </a:cubicBezTo>
                <a:cubicBezTo>
                  <a:pt x="149" y="115"/>
                  <a:pt x="149" y="115"/>
                  <a:pt x="149" y="115"/>
                </a:cubicBezTo>
                <a:cubicBezTo>
                  <a:pt x="150" y="115"/>
                  <a:pt x="150" y="115"/>
                  <a:pt x="150" y="115"/>
                </a:cubicBezTo>
                <a:cubicBezTo>
                  <a:pt x="150" y="117"/>
                  <a:pt x="151" y="118"/>
                  <a:pt x="152" y="120"/>
                </a:cubicBezTo>
                <a:cubicBezTo>
                  <a:pt x="152" y="121"/>
                  <a:pt x="153" y="123"/>
                  <a:pt x="154" y="124"/>
                </a:cubicBezTo>
                <a:cubicBezTo>
                  <a:pt x="154" y="124"/>
                  <a:pt x="154" y="124"/>
                  <a:pt x="154" y="124"/>
                </a:cubicBezTo>
                <a:cubicBezTo>
                  <a:pt x="154" y="125"/>
                  <a:pt x="154" y="125"/>
                  <a:pt x="154" y="125"/>
                </a:cubicBezTo>
                <a:cubicBezTo>
                  <a:pt x="155" y="126"/>
                  <a:pt x="155" y="126"/>
                  <a:pt x="155" y="126"/>
                </a:cubicBezTo>
                <a:cubicBezTo>
                  <a:pt x="155" y="127"/>
                  <a:pt x="155" y="127"/>
                  <a:pt x="155" y="127"/>
                </a:cubicBezTo>
                <a:cubicBezTo>
                  <a:pt x="155" y="128"/>
                  <a:pt x="156" y="128"/>
                  <a:pt x="156" y="128"/>
                </a:cubicBezTo>
                <a:cubicBezTo>
                  <a:pt x="156" y="128"/>
                  <a:pt x="156" y="128"/>
                  <a:pt x="156" y="128"/>
                </a:cubicBezTo>
                <a:cubicBezTo>
                  <a:pt x="156" y="129"/>
                  <a:pt x="156" y="129"/>
                  <a:pt x="156" y="129"/>
                </a:cubicBezTo>
                <a:cubicBezTo>
                  <a:pt x="157" y="129"/>
                  <a:pt x="157" y="129"/>
                  <a:pt x="157" y="129"/>
                </a:cubicBezTo>
                <a:cubicBezTo>
                  <a:pt x="157" y="129"/>
                  <a:pt x="157" y="130"/>
                  <a:pt x="158" y="130"/>
                </a:cubicBezTo>
                <a:cubicBezTo>
                  <a:pt x="158" y="131"/>
                  <a:pt x="158" y="131"/>
                  <a:pt x="158" y="131"/>
                </a:cubicBezTo>
                <a:cubicBezTo>
                  <a:pt x="158" y="131"/>
                  <a:pt x="158" y="131"/>
                  <a:pt x="158" y="131"/>
                </a:cubicBezTo>
                <a:cubicBezTo>
                  <a:pt x="158" y="131"/>
                  <a:pt x="158" y="131"/>
                  <a:pt x="159" y="131"/>
                </a:cubicBezTo>
                <a:cubicBezTo>
                  <a:pt x="159" y="132"/>
                  <a:pt x="159" y="132"/>
                  <a:pt x="159" y="132"/>
                </a:cubicBezTo>
                <a:cubicBezTo>
                  <a:pt x="159" y="133"/>
                  <a:pt x="159" y="133"/>
                  <a:pt x="159" y="133"/>
                </a:cubicBezTo>
                <a:cubicBezTo>
                  <a:pt x="159" y="133"/>
                  <a:pt x="160" y="133"/>
                  <a:pt x="160" y="133"/>
                </a:cubicBezTo>
                <a:cubicBezTo>
                  <a:pt x="160" y="134"/>
                  <a:pt x="160" y="134"/>
                  <a:pt x="160" y="134"/>
                </a:cubicBezTo>
                <a:cubicBezTo>
                  <a:pt x="160" y="134"/>
                  <a:pt x="160" y="134"/>
                  <a:pt x="160" y="134"/>
                </a:cubicBezTo>
                <a:cubicBezTo>
                  <a:pt x="160" y="134"/>
                  <a:pt x="160" y="135"/>
                  <a:pt x="161" y="135"/>
                </a:cubicBezTo>
                <a:cubicBezTo>
                  <a:pt x="161" y="135"/>
                  <a:pt x="161" y="135"/>
                  <a:pt x="161" y="136"/>
                </a:cubicBezTo>
                <a:lnTo>
                  <a:pt x="62" y="136"/>
                </a:lnTo>
                <a:close/>
                <a:moveTo>
                  <a:pt x="76" y="55"/>
                </a:moveTo>
                <a:cubicBezTo>
                  <a:pt x="77" y="55"/>
                  <a:pt x="78" y="56"/>
                  <a:pt x="79" y="56"/>
                </a:cubicBezTo>
                <a:cubicBezTo>
                  <a:pt x="79" y="56"/>
                  <a:pt x="79" y="57"/>
                  <a:pt x="79" y="57"/>
                </a:cubicBezTo>
                <a:cubicBezTo>
                  <a:pt x="79" y="57"/>
                  <a:pt x="79" y="57"/>
                  <a:pt x="79" y="57"/>
                </a:cubicBezTo>
                <a:cubicBezTo>
                  <a:pt x="80" y="57"/>
                  <a:pt x="80" y="58"/>
                  <a:pt x="80" y="58"/>
                </a:cubicBezTo>
                <a:cubicBezTo>
                  <a:pt x="81" y="58"/>
                  <a:pt x="81" y="58"/>
                  <a:pt x="81" y="58"/>
                </a:cubicBezTo>
                <a:cubicBezTo>
                  <a:pt x="82" y="58"/>
                  <a:pt x="82" y="58"/>
                  <a:pt x="82" y="58"/>
                </a:cubicBezTo>
                <a:cubicBezTo>
                  <a:pt x="82" y="59"/>
                  <a:pt x="82" y="59"/>
                  <a:pt x="82" y="59"/>
                </a:cubicBezTo>
                <a:cubicBezTo>
                  <a:pt x="82" y="59"/>
                  <a:pt x="83" y="59"/>
                  <a:pt x="83" y="59"/>
                </a:cubicBezTo>
                <a:cubicBezTo>
                  <a:pt x="83" y="59"/>
                  <a:pt x="84" y="59"/>
                  <a:pt x="84" y="60"/>
                </a:cubicBezTo>
                <a:cubicBezTo>
                  <a:pt x="84" y="60"/>
                  <a:pt x="84" y="60"/>
                  <a:pt x="84" y="60"/>
                </a:cubicBezTo>
                <a:cubicBezTo>
                  <a:pt x="84" y="60"/>
                  <a:pt x="85" y="60"/>
                  <a:pt x="85" y="60"/>
                </a:cubicBezTo>
                <a:cubicBezTo>
                  <a:pt x="85" y="60"/>
                  <a:pt x="86" y="61"/>
                  <a:pt x="86" y="61"/>
                </a:cubicBezTo>
                <a:cubicBezTo>
                  <a:pt x="86" y="61"/>
                  <a:pt x="86" y="61"/>
                  <a:pt x="86" y="61"/>
                </a:cubicBezTo>
                <a:cubicBezTo>
                  <a:pt x="86" y="61"/>
                  <a:pt x="86" y="62"/>
                  <a:pt x="86" y="62"/>
                </a:cubicBezTo>
                <a:cubicBezTo>
                  <a:pt x="87" y="62"/>
                  <a:pt x="87" y="62"/>
                  <a:pt x="87" y="62"/>
                </a:cubicBezTo>
                <a:cubicBezTo>
                  <a:pt x="88" y="62"/>
                  <a:pt x="88" y="62"/>
                  <a:pt x="89" y="62"/>
                </a:cubicBezTo>
                <a:cubicBezTo>
                  <a:pt x="89" y="62"/>
                  <a:pt x="89" y="63"/>
                  <a:pt x="89" y="63"/>
                </a:cubicBezTo>
                <a:cubicBezTo>
                  <a:pt x="89" y="63"/>
                  <a:pt x="89" y="63"/>
                  <a:pt x="89" y="63"/>
                </a:cubicBezTo>
                <a:cubicBezTo>
                  <a:pt x="90" y="63"/>
                  <a:pt x="90" y="63"/>
                  <a:pt x="90" y="63"/>
                </a:cubicBezTo>
                <a:cubicBezTo>
                  <a:pt x="90" y="64"/>
                  <a:pt x="90" y="64"/>
                  <a:pt x="90" y="64"/>
                </a:cubicBezTo>
                <a:cubicBezTo>
                  <a:pt x="91" y="64"/>
                  <a:pt x="91" y="64"/>
                  <a:pt x="91" y="64"/>
                </a:cubicBezTo>
                <a:cubicBezTo>
                  <a:pt x="91" y="65"/>
                  <a:pt x="91" y="65"/>
                  <a:pt x="92" y="65"/>
                </a:cubicBezTo>
                <a:cubicBezTo>
                  <a:pt x="92" y="65"/>
                  <a:pt x="93" y="65"/>
                  <a:pt x="93" y="65"/>
                </a:cubicBezTo>
                <a:cubicBezTo>
                  <a:pt x="93" y="65"/>
                  <a:pt x="93" y="65"/>
                  <a:pt x="93" y="66"/>
                </a:cubicBezTo>
                <a:cubicBezTo>
                  <a:pt x="93" y="66"/>
                  <a:pt x="93" y="66"/>
                  <a:pt x="94" y="66"/>
                </a:cubicBezTo>
                <a:cubicBezTo>
                  <a:pt x="94" y="66"/>
                  <a:pt x="94" y="66"/>
                  <a:pt x="95" y="66"/>
                </a:cubicBezTo>
                <a:cubicBezTo>
                  <a:pt x="95" y="67"/>
                  <a:pt x="95" y="67"/>
                  <a:pt x="96" y="67"/>
                </a:cubicBezTo>
                <a:cubicBezTo>
                  <a:pt x="96" y="67"/>
                  <a:pt x="96" y="67"/>
                  <a:pt x="96" y="67"/>
                </a:cubicBezTo>
                <a:cubicBezTo>
                  <a:pt x="96" y="67"/>
                  <a:pt x="96" y="68"/>
                  <a:pt x="96" y="68"/>
                </a:cubicBezTo>
                <a:cubicBezTo>
                  <a:pt x="97" y="68"/>
                  <a:pt x="97" y="68"/>
                  <a:pt x="97" y="68"/>
                </a:cubicBezTo>
                <a:cubicBezTo>
                  <a:pt x="97" y="68"/>
                  <a:pt x="98" y="68"/>
                  <a:pt x="98" y="68"/>
                </a:cubicBezTo>
                <a:cubicBezTo>
                  <a:pt x="98" y="69"/>
                  <a:pt x="98" y="69"/>
                  <a:pt x="98" y="69"/>
                </a:cubicBezTo>
                <a:cubicBezTo>
                  <a:pt x="97" y="72"/>
                  <a:pt x="95" y="75"/>
                  <a:pt x="93" y="79"/>
                </a:cubicBezTo>
                <a:cubicBezTo>
                  <a:pt x="91" y="82"/>
                  <a:pt x="89" y="85"/>
                  <a:pt x="87" y="89"/>
                </a:cubicBezTo>
                <a:cubicBezTo>
                  <a:pt x="86" y="88"/>
                  <a:pt x="86" y="88"/>
                  <a:pt x="86" y="88"/>
                </a:cubicBezTo>
                <a:cubicBezTo>
                  <a:pt x="86" y="88"/>
                  <a:pt x="86" y="88"/>
                  <a:pt x="86" y="88"/>
                </a:cubicBezTo>
                <a:cubicBezTo>
                  <a:pt x="85" y="88"/>
                  <a:pt x="84" y="88"/>
                  <a:pt x="84" y="87"/>
                </a:cubicBezTo>
                <a:cubicBezTo>
                  <a:pt x="83" y="87"/>
                  <a:pt x="83" y="86"/>
                  <a:pt x="82" y="86"/>
                </a:cubicBezTo>
                <a:cubicBezTo>
                  <a:pt x="81" y="86"/>
                  <a:pt x="81" y="86"/>
                  <a:pt x="81" y="86"/>
                </a:cubicBezTo>
                <a:cubicBezTo>
                  <a:pt x="81" y="86"/>
                  <a:pt x="81" y="85"/>
                  <a:pt x="81" y="85"/>
                </a:cubicBezTo>
                <a:cubicBezTo>
                  <a:pt x="81" y="85"/>
                  <a:pt x="80" y="85"/>
                  <a:pt x="80" y="85"/>
                </a:cubicBezTo>
                <a:cubicBezTo>
                  <a:pt x="79" y="85"/>
                  <a:pt x="79" y="85"/>
                  <a:pt x="79" y="85"/>
                </a:cubicBezTo>
                <a:cubicBezTo>
                  <a:pt x="79" y="85"/>
                  <a:pt x="79" y="84"/>
                  <a:pt x="79" y="84"/>
                </a:cubicBezTo>
                <a:cubicBezTo>
                  <a:pt x="79" y="84"/>
                  <a:pt x="79" y="84"/>
                  <a:pt x="79" y="84"/>
                </a:cubicBezTo>
                <a:cubicBezTo>
                  <a:pt x="78" y="84"/>
                  <a:pt x="78" y="83"/>
                  <a:pt x="78" y="83"/>
                </a:cubicBezTo>
                <a:cubicBezTo>
                  <a:pt x="77" y="83"/>
                  <a:pt x="77" y="83"/>
                  <a:pt x="76" y="83"/>
                </a:cubicBezTo>
                <a:cubicBezTo>
                  <a:pt x="76" y="83"/>
                  <a:pt x="76" y="83"/>
                  <a:pt x="76" y="83"/>
                </a:cubicBezTo>
                <a:cubicBezTo>
                  <a:pt x="76" y="82"/>
                  <a:pt x="76" y="82"/>
                  <a:pt x="76" y="82"/>
                </a:cubicBezTo>
                <a:cubicBezTo>
                  <a:pt x="76" y="82"/>
                  <a:pt x="75" y="82"/>
                  <a:pt x="75" y="82"/>
                </a:cubicBezTo>
                <a:cubicBezTo>
                  <a:pt x="75" y="82"/>
                  <a:pt x="74" y="82"/>
                  <a:pt x="74" y="81"/>
                </a:cubicBezTo>
                <a:cubicBezTo>
                  <a:pt x="74" y="81"/>
                  <a:pt x="74" y="81"/>
                  <a:pt x="74" y="81"/>
                </a:cubicBezTo>
                <a:cubicBezTo>
                  <a:pt x="73" y="81"/>
                  <a:pt x="73" y="81"/>
                  <a:pt x="73" y="80"/>
                </a:cubicBezTo>
                <a:cubicBezTo>
                  <a:pt x="73" y="80"/>
                  <a:pt x="73" y="80"/>
                  <a:pt x="72" y="80"/>
                </a:cubicBezTo>
                <a:cubicBezTo>
                  <a:pt x="72" y="80"/>
                  <a:pt x="72" y="80"/>
                  <a:pt x="71" y="80"/>
                </a:cubicBezTo>
                <a:cubicBezTo>
                  <a:pt x="71" y="80"/>
                  <a:pt x="71" y="79"/>
                  <a:pt x="71" y="79"/>
                </a:cubicBezTo>
                <a:cubicBezTo>
                  <a:pt x="71" y="79"/>
                  <a:pt x="71" y="79"/>
                  <a:pt x="70" y="79"/>
                </a:cubicBezTo>
                <a:cubicBezTo>
                  <a:pt x="70" y="79"/>
                  <a:pt x="70" y="79"/>
                  <a:pt x="69" y="78"/>
                </a:cubicBezTo>
                <a:cubicBezTo>
                  <a:pt x="69" y="78"/>
                  <a:pt x="69" y="78"/>
                  <a:pt x="68" y="78"/>
                </a:cubicBezTo>
                <a:cubicBezTo>
                  <a:pt x="68" y="78"/>
                  <a:pt x="68" y="78"/>
                  <a:pt x="68" y="78"/>
                </a:cubicBezTo>
                <a:cubicBezTo>
                  <a:pt x="68" y="77"/>
                  <a:pt x="68" y="77"/>
                  <a:pt x="68" y="77"/>
                </a:cubicBezTo>
                <a:cubicBezTo>
                  <a:pt x="67" y="77"/>
                  <a:pt x="67" y="77"/>
                  <a:pt x="67" y="77"/>
                </a:cubicBezTo>
                <a:cubicBezTo>
                  <a:pt x="66" y="77"/>
                  <a:pt x="65" y="76"/>
                  <a:pt x="65" y="76"/>
                </a:cubicBezTo>
                <a:cubicBezTo>
                  <a:pt x="64" y="75"/>
                  <a:pt x="64" y="75"/>
                  <a:pt x="63" y="75"/>
                </a:cubicBezTo>
                <a:cubicBezTo>
                  <a:pt x="63" y="74"/>
                  <a:pt x="63" y="74"/>
                  <a:pt x="63" y="74"/>
                </a:cubicBezTo>
                <a:cubicBezTo>
                  <a:pt x="63" y="73"/>
                  <a:pt x="63" y="73"/>
                  <a:pt x="63" y="72"/>
                </a:cubicBezTo>
                <a:cubicBezTo>
                  <a:pt x="64" y="72"/>
                  <a:pt x="64" y="72"/>
                  <a:pt x="64" y="72"/>
                </a:cubicBezTo>
                <a:cubicBezTo>
                  <a:pt x="64" y="71"/>
                  <a:pt x="64" y="71"/>
                  <a:pt x="64" y="71"/>
                </a:cubicBezTo>
                <a:cubicBezTo>
                  <a:pt x="64" y="71"/>
                  <a:pt x="64" y="71"/>
                  <a:pt x="64" y="71"/>
                </a:cubicBezTo>
                <a:cubicBezTo>
                  <a:pt x="65" y="71"/>
                  <a:pt x="65" y="71"/>
                  <a:pt x="65" y="71"/>
                </a:cubicBezTo>
                <a:cubicBezTo>
                  <a:pt x="65" y="70"/>
                  <a:pt x="65" y="70"/>
                  <a:pt x="65" y="69"/>
                </a:cubicBezTo>
                <a:cubicBezTo>
                  <a:pt x="65" y="69"/>
                  <a:pt x="65" y="69"/>
                  <a:pt x="66" y="68"/>
                </a:cubicBezTo>
                <a:cubicBezTo>
                  <a:pt x="66" y="68"/>
                  <a:pt x="66" y="68"/>
                  <a:pt x="66" y="68"/>
                </a:cubicBezTo>
                <a:cubicBezTo>
                  <a:pt x="66" y="67"/>
                  <a:pt x="66" y="67"/>
                  <a:pt x="66" y="67"/>
                </a:cubicBezTo>
                <a:cubicBezTo>
                  <a:pt x="66" y="67"/>
                  <a:pt x="66" y="67"/>
                  <a:pt x="67" y="67"/>
                </a:cubicBezTo>
                <a:cubicBezTo>
                  <a:pt x="67" y="67"/>
                  <a:pt x="67" y="67"/>
                  <a:pt x="67" y="67"/>
                </a:cubicBezTo>
                <a:cubicBezTo>
                  <a:pt x="67" y="66"/>
                  <a:pt x="67" y="66"/>
                  <a:pt x="68" y="66"/>
                </a:cubicBezTo>
                <a:cubicBezTo>
                  <a:pt x="68" y="65"/>
                  <a:pt x="68" y="65"/>
                  <a:pt x="68" y="64"/>
                </a:cubicBezTo>
                <a:cubicBezTo>
                  <a:pt x="68" y="64"/>
                  <a:pt x="68" y="64"/>
                  <a:pt x="68" y="64"/>
                </a:cubicBezTo>
                <a:cubicBezTo>
                  <a:pt x="69" y="64"/>
                  <a:pt x="69" y="64"/>
                  <a:pt x="69" y="64"/>
                </a:cubicBezTo>
                <a:cubicBezTo>
                  <a:pt x="70" y="61"/>
                  <a:pt x="70" y="61"/>
                  <a:pt x="70" y="61"/>
                </a:cubicBezTo>
                <a:cubicBezTo>
                  <a:pt x="70" y="61"/>
                  <a:pt x="70" y="60"/>
                  <a:pt x="71" y="60"/>
                </a:cubicBezTo>
                <a:cubicBezTo>
                  <a:pt x="71" y="60"/>
                  <a:pt x="71" y="60"/>
                  <a:pt x="71" y="60"/>
                </a:cubicBezTo>
                <a:cubicBezTo>
                  <a:pt x="71" y="60"/>
                  <a:pt x="71" y="59"/>
                  <a:pt x="71" y="59"/>
                </a:cubicBezTo>
                <a:cubicBezTo>
                  <a:pt x="71" y="59"/>
                  <a:pt x="72" y="58"/>
                  <a:pt x="72" y="58"/>
                </a:cubicBezTo>
                <a:cubicBezTo>
                  <a:pt x="72" y="58"/>
                  <a:pt x="72" y="58"/>
                  <a:pt x="72" y="58"/>
                </a:cubicBezTo>
                <a:cubicBezTo>
                  <a:pt x="72" y="58"/>
                  <a:pt x="73" y="57"/>
                  <a:pt x="73" y="57"/>
                </a:cubicBezTo>
                <a:cubicBezTo>
                  <a:pt x="74" y="54"/>
                  <a:pt x="74" y="54"/>
                  <a:pt x="74" y="54"/>
                </a:cubicBezTo>
                <a:cubicBezTo>
                  <a:pt x="75" y="54"/>
                  <a:pt x="76" y="55"/>
                  <a:pt x="76" y="55"/>
                </a:cubicBezTo>
                <a:close/>
                <a:moveTo>
                  <a:pt x="97" y="47"/>
                </a:moveTo>
                <a:cubicBezTo>
                  <a:pt x="100" y="49"/>
                  <a:pt x="102" y="51"/>
                  <a:pt x="103" y="55"/>
                </a:cubicBezTo>
                <a:cubicBezTo>
                  <a:pt x="103" y="56"/>
                  <a:pt x="103" y="57"/>
                  <a:pt x="103" y="58"/>
                </a:cubicBezTo>
                <a:cubicBezTo>
                  <a:pt x="103" y="59"/>
                  <a:pt x="103" y="60"/>
                  <a:pt x="102" y="61"/>
                </a:cubicBezTo>
                <a:cubicBezTo>
                  <a:pt x="102" y="62"/>
                  <a:pt x="102" y="63"/>
                  <a:pt x="102" y="64"/>
                </a:cubicBezTo>
                <a:cubicBezTo>
                  <a:pt x="101" y="65"/>
                  <a:pt x="101" y="66"/>
                  <a:pt x="101" y="66"/>
                </a:cubicBezTo>
                <a:cubicBezTo>
                  <a:pt x="100" y="66"/>
                  <a:pt x="100" y="66"/>
                  <a:pt x="100" y="66"/>
                </a:cubicBezTo>
                <a:cubicBezTo>
                  <a:pt x="100" y="66"/>
                  <a:pt x="99" y="66"/>
                  <a:pt x="99" y="66"/>
                </a:cubicBezTo>
                <a:cubicBezTo>
                  <a:pt x="99" y="65"/>
                  <a:pt x="99" y="65"/>
                  <a:pt x="99" y="65"/>
                </a:cubicBezTo>
                <a:cubicBezTo>
                  <a:pt x="99" y="65"/>
                  <a:pt x="99" y="65"/>
                  <a:pt x="98" y="64"/>
                </a:cubicBezTo>
                <a:cubicBezTo>
                  <a:pt x="98" y="64"/>
                  <a:pt x="98" y="64"/>
                  <a:pt x="97" y="64"/>
                </a:cubicBezTo>
                <a:cubicBezTo>
                  <a:pt x="97" y="64"/>
                  <a:pt x="97" y="64"/>
                  <a:pt x="96" y="64"/>
                </a:cubicBezTo>
                <a:cubicBezTo>
                  <a:pt x="96" y="64"/>
                  <a:pt x="96" y="64"/>
                  <a:pt x="96" y="63"/>
                </a:cubicBezTo>
                <a:cubicBezTo>
                  <a:pt x="96" y="63"/>
                  <a:pt x="96" y="63"/>
                  <a:pt x="96" y="63"/>
                </a:cubicBezTo>
                <a:cubicBezTo>
                  <a:pt x="95" y="63"/>
                  <a:pt x="95" y="63"/>
                  <a:pt x="95" y="63"/>
                </a:cubicBezTo>
                <a:cubicBezTo>
                  <a:pt x="94" y="63"/>
                  <a:pt x="94" y="62"/>
                  <a:pt x="94" y="62"/>
                </a:cubicBezTo>
                <a:cubicBezTo>
                  <a:pt x="93" y="62"/>
                  <a:pt x="93" y="62"/>
                  <a:pt x="93" y="62"/>
                </a:cubicBezTo>
                <a:cubicBezTo>
                  <a:pt x="93" y="62"/>
                  <a:pt x="93" y="61"/>
                  <a:pt x="93" y="61"/>
                </a:cubicBezTo>
                <a:cubicBezTo>
                  <a:pt x="93" y="61"/>
                  <a:pt x="92" y="61"/>
                  <a:pt x="92" y="61"/>
                </a:cubicBezTo>
                <a:cubicBezTo>
                  <a:pt x="91" y="61"/>
                  <a:pt x="91" y="61"/>
                  <a:pt x="91" y="61"/>
                </a:cubicBezTo>
                <a:cubicBezTo>
                  <a:pt x="91" y="61"/>
                  <a:pt x="91" y="60"/>
                  <a:pt x="90" y="60"/>
                </a:cubicBezTo>
                <a:cubicBezTo>
                  <a:pt x="90" y="60"/>
                  <a:pt x="90" y="60"/>
                  <a:pt x="90" y="60"/>
                </a:cubicBezTo>
                <a:cubicBezTo>
                  <a:pt x="90" y="59"/>
                  <a:pt x="89" y="59"/>
                  <a:pt x="89" y="59"/>
                </a:cubicBezTo>
                <a:cubicBezTo>
                  <a:pt x="89" y="59"/>
                  <a:pt x="88" y="59"/>
                  <a:pt x="88" y="59"/>
                </a:cubicBezTo>
                <a:cubicBezTo>
                  <a:pt x="88" y="59"/>
                  <a:pt x="88" y="59"/>
                  <a:pt x="88" y="58"/>
                </a:cubicBezTo>
                <a:cubicBezTo>
                  <a:pt x="88" y="58"/>
                  <a:pt x="88" y="58"/>
                  <a:pt x="87" y="58"/>
                </a:cubicBezTo>
                <a:cubicBezTo>
                  <a:pt x="87" y="58"/>
                  <a:pt x="87" y="58"/>
                  <a:pt x="86" y="58"/>
                </a:cubicBezTo>
                <a:cubicBezTo>
                  <a:pt x="86" y="58"/>
                  <a:pt x="86" y="57"/>
                  <a:pt x="85" y="57"/>
                </a:cubicBezTo>
                <a:cubicBezTo>
                  <a:pt x="85" y="57"/>
                  <a:pt x="85" y="57"/>
                  <a:pt x="85" y="57"/>
                </a:cubicBezTo>
                <a:cubicBezTo>
                  <a:pt x="85" y="57"/>
                  <a:pt x="85" y="56"/>
                  <a:pt x="85" y="56"/>
                </a:cubicBezTo>
                <a:cubicBezTo>
                  <a:pt x="84" y="56"/>
                  <a:pt x="84" y="56"/>
                  <a:pt x="84" y="56"/>
                </a:cubicBezTo>
                <a:cubicBezTo>
                  <a:pt x="83" y="56"/>
                  <a:pt x="83" y="56"/>
                  <a:pt x="83" y="56"/>
                </a:cubicBezTo>
                <a:cubicBezTo>
                  <a:pt x="82" y="56"/>
                  <a:pt x="82" y="55"/>
                  <a:pt x="82" y="55"/>
                </a:cubicBezTo>
                <a:cubicBezTo>
                  <a:pt x="82" y="55"/>
                  <a:pt x="82" y="55"/>
                  <a:pt x="82" y="55"/>
                </a:cubicBezTo>
                <a:cubicBezTo>
                  <a:pt x="81" y="55"/>
                  <a:pt x="81" y="55"/>
                  <a:pt x="81" y="55"/>
                </a:cubicBezTo>
                <a:cubicBezTo>
                  <a:pt x="81" y="54"/>
                  <a:pt x="81" y="54"/>
                  <a:pt x="81" y="54"/>
                </a:cubicBezTo>
                <a:cubicBezTo>
                  <a:pt x="80" y="54"/>
                  <a:pt x="80" y="54"/>
                  <a:pt x="80" y="54"/>
                </a:cubicBezTo>
                <a:cubicBezTo>
                  <a:pt x="80" y="54"/>
                  <a:pt x="80" y="54"/>
                  <a:pt x="80" y="54"/>
                </a:cubicBezTo>
                <a:cubicBezTo>
                  <a:pt x="79" y="53"/>
                  <a:pt x="79" y="53"/>
                  <a:pt x="79" y="53"/>
                </a:cubicBezTo>
                <a:cubicBezTo>
                  <a:pt x="79" y="53"/>
                  <a:pt x="79" y="53"/>
                  <a:pt x="78" y="52"/>
                </a:cubicBezTo>
                <a:cubicBezTo>
                  <a:pt x="78" y="52"/>
                  <a:pt x="78" y="52"/>
                  <a:pt x="77" y="52"/>
                </a:cubicBezTo>
                <a:cubicBezTo>
                  <a:pt x="77" y="52"/>
                  <a:pt x="77" y="52"/>
                  <a:pt x="77" y="52"/>
                </a:cubicBezTo>
                <a:cubicBezTo>
                  <a:pt x="76" y="52"/>
                  <a:pt x="76" y="51"/>
                  <a:pt x="76" y="51"/>
                </a:cubicBezTo>
                <a:cubicBezTo>
                  <a:pt x="76" y="51"/>
                  <a:pt x="77" y="50"/>
                  <a:pt x="77" y="50"/>
                </a:cubicBezTo>
                <a:cubicBezTo>
                  <a:pt x="77" y="50"/>
                  <a:pt x="77" y="50"/>
                  <a:pt x="77" y="50"/>
                </a:cubicBezTo>
                <a:cubicBezTo>
                  <a:pt x="77" y="50"/>
                  <a:pt x="77" y="50"/>
                  <a:pt x="77" y="50"/>
                </a:cubicBezTo>
                <a:cubicBezTo>
                  <a:pt x="77" y="50"/>
                  <a:pt x="77" y="49"/>
                  <a:pt x="77" y="49"/>
                </a:cubicBezTo>
                <a:cubicBezTo>
                  <a:pt x="78" y="49"/>
                  <a:pt x="78" y="48"/>
                  <a:pt x="79" y="48"/>
                </a:cubicBezTo>
                <a:cubicBezTo>
                  <a:pt x="79" y="47"/>
                  <a:pt x="80" y="47"/>
                  <a:pt x="80" y="46"/>
                </a:cubicBezTo>
                <a:cubicBezTo>
                  <a:pt x="80" y="46"/>
                  <a:pt x="81" y="46"/>
                  <a:pt x="81" y="46"/>
                </a:cubicBezTo>
                <a:cubicBezTo>
                  <a:pt x="81" y="46"/>
                  <a:pt x="81" y="46"/>
                  <a:pt x="81" y="45"/>
                </a:cubicBezTo>
                <a:cubicBezTo>
                  <a:pt x="82" y="45"/>
                  <a:pt x="82" y="45"/>
                  <a:pt x="82" y="45"/>
                </a:cubicBezTo>
                <a:cubicBezTo>
                  <a:pt x="82" y="45"/>
                  <a:pt x="82" y="45"/>
                  <a:pt x="82" y="45"/>
                </a:cubicBezTo>
                <a:cubicBezTo>
                  <a:pt x="82" y="45"/>
                  <a:pt x="83" y="45"/>
                  <a:pt x="83" y="45"/>
                </a:cubicBezTo>
                <a:cubicBezTo>
                  <a:pt x="83" y="45"/>
                  <a:pt x="84" y="44"/>
                  <a:pt x="84" y="44"/>
                </a:cubicBezTo>
                <a:cubicBezTo>
                  <a:pt x="84" y="44"/>
                  <a:pt x="84" y="44"/>
                  <a:pt x="84" y="44"/>
                </a:cubicBezTo>
                <a:cubicBezTo>
                  <a:pt x="87" y="44"/>
                  <a:pt x="87" y="44"/>
                  <a:pt x="87" y="44"/>
                </a:cubicBezTo>
                <a:cubicBezTo>
                  <a:pt x="87" y="43"/>
                  <a:pt x="87" y="43"/>
                  <a:pt x="87" y="43"/>
                </a:cubicBezTo>
                <a:cubicBezTo>
                  <a:pt x="91" y="43"/>
                  <a:pt x="95" y="44"/>
                  <a:pt x="97" y="47"/>
                </a:cubicBezTo>
                <a:close/>
                <a:moveTo>
                  <a:pt x="178" y="116"/>
                </a:moveTo>
                <a:cubicBezTo>
                  <a:pt x="178" y="116"/>
                  <a:pt x="177" y="117"/>
                  <a:pt x="177" y="117"/>
                </a:cubicBezTo>
                <a:cubicBezTo>
                  <a:pt x="176" y="117"/>
                  <a:pt x="176" y="117"/>
                  <a:pt x="175" y="118"/>
                </a:cubicBezTo>
                <a:cubicBezTo>
                  <a:pt x="174" y="118"/>
                  <a:pt x="174" y="118"/>
                  <a:pt x="173" y="118"/>
                </a:cubicBezTo>
                <a:cubicBezTo>
                  <a:pt x="173" y="118"/>
                  <a:pt x="173" y="118"/>
                  <a:pt x="173" y="119"/>
                </a:cubicBezTo>
                <a:cubicBezTo>
                  <a:pt x="173" y="119"/>
                  <a:pt x="173" y="119"/>
                  <a:pt x="173" y="119"/>
                </a:cubicBezTo>
                <a:cubicBezTo>
                  <a:pt x="172" y="119"/>
                  <a:pt x="172" y="119"/>
                  <a:pt x="172" y="119"/>
                </a:cubicBezTo>
                <a:cubicBezTo>
                  <a:pt x="171" y="120"/>
                  <a:pt x="171" y="120"/>
                  <a:pt x="171" y="120"/>
                </a:cubicBezTo>
                <a:cubicBezTo>
                  <a:pt x="170" y="120"/>
                  <a:pt x="170" y="120"/>
                  <a:pt x="170" y="120"/>
                </a:cubicBezTo>
                <a:cubicBezTo>
                  <a:pt x="170" y="121"/>
                  <a:pt x="170" y="121"/>
                  <a:pt x="170" y="121"/>
                </a:cubicBezTo>
                <a:cubicBezTo>
                  <a:pt x="169" y="121"/>
                  <a:pt x="169" y="121"/>
                  <a:pt x="168" y="121"/>
                </a:cubicBezTo>
                <a:cubicBezTo>
                  <a:pt x="168" y="121"/>
                  <a:pt x="168" y="121"/>
                  <a:pt x="167" y="121"/>
                </a:cubicBezTo>
                <a:cubicBezTo>
                  <a:pt x="167" y="122"/>
                  <a:pt x="167" y="122"/>
                  <a:pt x="167" y="122"/>
                </a:cubicBezTo>
                <a:cubicBezTo>
                  <a:pt x="167" y="122"/>
                  <a:pt x="167" y="122"/>
                  <a:pt x="167" y="122"/>
                </a:cubicBezTo>
                <a:cubicBezTo>
                  <a:pt x="164" y="124"/>
                  <a:pt x="164" y="124"/>
                  <a:pt x="164" y="124"/>
                </a:cubicBezTo>
                <a:cubicBezTo>
                  <a:pt x="164" y="124"/>
                  <a:pt x="164" y="124"/>
                  <a:pt x="164" y="124"/>
                </a:cubicBezTo>
                <a:cubicBezTo>
                  <a:pt x="163" y="125"/>
                  <a:pt x="162" y="125"/>
                  <a:pt x="161" y="125"/>
                </a:cubicBezTo>
                <a:cubicBezTo>
                  <a:pt x="160" y="126"/>
                  <a:pt x="160" y="126"/>
                  <a:pt x="159" y="126"/>
                </a:cubicBezTo>
                <a:cubicBezTo>
                  <a:pt x="151" y="112"/>
                  <a:pt x="144" y="97"/>
                  <a:pt x="137" y="82"/>
                </a:cubicBezTo>
                <a:cubicBezTo>
                  <a:pt x="130" y="68"/>
                  <a:pt x="123" y="53"/>
                  <a:pt x="115" y="38"/>
                </a:cubicBezTo>
                <a:cubicBezTo>
                  <a:pt x="115" y="38"/>
                  <a:pt x="115" y="38"/>
                  <a:pt x="115" y="38"/>
                </a:cubicBezTo>
                <a:cubicBezTo>
                  <a:pt x="115" y="37"/>
                  <a:pt x="114" y="37"/>
                  <a:pt x="114" y="36"/>
                </a:cubicBezTo>
                <a:cubicBezTo>
                  <a:pt x="114" y="35"/>
                  <a:pt x="113" y="34"/>
                  <a:pt x="113" y="33"/>
                </a:cubicBezTo>
                <a:cubicBezTo>
                  <a:pt x="113" y="33"/>
                  <a:pt x="113" y="33"/>
                  <a:pt x="113" y="33"/>
                </a:cubicBezTo>
                <a:cubicBezTo>
                  <a:pt x="113" y="32"/>
                  <a:pt x="113" y="32"/>
                  <a:pt x="113" y="32"/>
                </a:cubicBezTo>
                <a:cubicBezTo>
                  <a:pt x="112" y="32"/>
                  <a:pt x="112" y="32"/>
                  <a:pt x="112" y="32"/>
                </a:cubicBezTo>
                <a:cubicBezTo>
                  <a:pt x="112" y="32"/>
                  <a:pt x="112" y="31"/>
                  <a:pt x="112" y="31"/>
                </a:cubicBezTo>
                <a:cubicBezTo>
                  <a:pt x="112" y="31"/>
                  <a:pt x="112" y="30"/>
                  <a:pt x="112" y="30"/>
                </a:cubicBezTo>
                <a:cubicBezTo>
                  <a:pt x="111" y="30"/>
                  <a:pt x="111" y="30"/>
                  <a:pt x="111" y="30"/>
                </a:cubicBezTo>
                <a:cubicBezTo>
                  <a:pt x="111" y="29"/>
                  <a:pt x="111" y="29"/>
                  <a:pt x="111" y="29"/>
                </a:cubicBezTo>
                <a:cubicBezTo>
                  <a:pt x="110" y="29"/>
                  <a:pt x="110" y="29"/>
                  <a:pt x="110" y="29"/>
                </a:cubicBezTo>
                <a:cubicBezTo>
                  <a:pt x="110" y="28"/>
                  <a:pt x="110" y="28"/>
                  <a:pt x="110" y="28"/>
                </a:cubicBezTo>
                <a:cubicBezTo>
                  <a:pt x="110" y="28"/>
                  <a:pt x="110" y="28"/>
                  <a:pt x="110" y="28"/>
                </a:cubicBezTo>
                <a:cubicBezTo>
                  <a:pt x="110" y="27"/>
                  <a:pt x="110" y="27"/>
                  <a:pt x="110" y="27"/>
                </a:cubicBezTo>
                <a:cubicBezTo>
                  <a:pt x="109" y="27"/>
                  <a:pt x="109" y="27"/>
                  <a:pt x="109" y="27"/>
                </a:cubicBezTo>
                <a:cubicBezTo>
                  <a:pt x="109" y="26"/>
                  <a:pt x="109" y="26"/>
                  <a:pt x="109" y="26"/>
                </a:cubicBezTo>
                <a:cubicBezTo>
                  <a:pt x="109" y="26"/>
                  <a:pt x="109" y="26"/>
                  <a:pt x="109" y="26"/>
                </a:cubicBezTo>
                <a:cubicBezTo>
                  <a:pt x="109" y="25"/>
                  <a:pt x="109" y="25"/>
                  <a:pt x="109" y="25"/>
                </a:cubicBezTo>
                <a:cubicBezTo>
                  <a:pt x="108" y="25"/>
                  <a:pt x="108" y="25"/>
                  <a:pt x="108" y="25"/>
                </a:cubicBezTo>
                <a:cubicBezTo>
                  <a:pt x="108" y="24"/>
                  <a:pt x="108" y="24"/>
                  <a:pt x="108" y="23"/>
                </a:cubicBezTo>
                <a:cubicBezTo>
                  <a:pt x="108" y="23"/>
                  <a:pt x="108" y="23"/>
                  <a:pt x="108" y="22"/>
                </a:cubicBezTo>
                <a:cubicBezTo>
                  <a:pt x="107" y="22"/>
                  <a:pt x="107" y="22"/>
                  <a:pt x="107" y="22"/>
                </a:cubicBezTo>
                <a:cubicBezTo>
                  <a:pt x="107" y="21"/>
                  <a:pt x="107" y="21"/>
                  <a:pt x="107" y="21"/>
                </a:cubicBezTo>
                <a:cubicBezTo>
                  <a:pt x="107" y="21"/>
                  <a:pt x="107" y="21"/>
                  <a:pt x="107" y="21"/>
                </a:cubicBezTo>
                <a:cubicBezTo>
                  <a:pt x="107" y="20"/>
                  <a:pt x="107" y="20"/>
                  <a:pt x="107" y="20"/>
                </a:cubicBezTo>
                <a:cubicBezTo>
                  <a:pt x="106" y="20"/>
                  <a:pt x="106" y="20"/>
                  <a:pt x="106" y="20"/>
                </a:cubicBezTo>
                <a:cubicBezTo>
                  <a:pt x="106" y="19"/>
                  <a:pt x="106" y="19"/>
                  <a:pt x="106" y="19"/>
                </a:cubicBezTo>
                <a:cubicBezTo>
                  <a:pt x="106" y="19"/>
                  <a:pt x="106" y="19"/>
                  <a:pt x="106" y="19"/>
                </a:cubicBezTo>
                <a:cubicBezTo>
                  <a:pt x="105" y="19"/>
                  <a:pt x="105" y="18"/>
                  <a:pt x="105" y="18"/>
                </a:cubicBezTo>
                <a:cubicBezTo>
                  <a:pt x="105" y="18"/>
                  <a:pt x="105" y="17"/>
                  <a:pt x="105" y="17"/>
                </a:cubicBezTo>
                <a:cubicBezTo>
                  <a:pt x="105" y="17"/>
                  <a:pt x="105" y="17"/>
                  <a:pt x="104" y="17"/>
                </a:cubicBezTo>
                <a:cubicBezTo>
                  <a:pt x="104" y="17"/>
                  <a:pt x="104" y="16"/>
                  <a:pt x="104" y="16"/>
                </a:cubicBezTo>
                <a:cubicBezTo>
                  <a:pt x="104" y="15"/>
                  <a:pt x="104" y="15"/>
                  <a:pt x="104" y="15"/>
                </a:cubicBezTo>
                <a:cubicBezTo>
                  <a:pt x="103" y="15"/>
                  <a:pt x="103" y="15"/>
                  <a:pt x="103" y="15"/>
                </a:cubicBezTo>
                <a:cubicBezTo>
                  <a:pt x="103" y="15"/>
                  <a:pt x="103" y="14"/>
                  <a:pt x="103" y="14"/>
                </a:cubicBezTo>
                <a:cubicBezTo>
                  <a:pt x="103" y="14"/>
                  <a:pt x="103" y="13"/>
                  <a:pt x="103" y="13"/>
                </a:cubicBezTo>
                <a:cubicBezTo>
                  <a:pt x="102" y="13"/>
                  <a:pt x="102" y="13"/>
                  <a:pt x="102" y="13"/>
                </a:cubicBezTo>
                <a:cubicBezTo>
                  <a:pt x="102" y="12"/>
                  <a:pt x="102" y="12"/>
                  <a:pt x="102" y="11"/>
                </a:cubicBezTo>
                <a:cubicBezTo>
                  <a:pt x="102" y="10"/>
                  <a:pt x="102" y="9"/>
                  <a:pt x="102" y="9"/>
                </a:cubicBezTo>
                <a:cubicBezTo>
                  <a:pt x="101" y="9"/>
                  <a:pt x="101" y="9"/>
                  <a:pt x="101" y="9"/>
                </a:cubicBezTo>
                <a:cubicBezTo>
                  <a:pt x="101" y="4"/>
                  <a:pt x="101" y="4"/>
                  <a:pt x="101" y="4"/>
                </a:cubicBezTo>
                <a:cubicBezTo>
                  <a:pt x="102" y="4"/>
                  <a:pt x="102" y="4"/>
                  <a:pt x="102" y="4"/>
                </a:cubicBezTo>
                <a:cubicBezTo>
                  <a:pt x="102" y="4"/>
                  <a:pt x="102" y="3"/>
                  <a:pt x="102" y="3"/>
                </a:cubicBezTo>
                <a:cubicBezTo>
                  <a:pt x="102" y="2"/>
                  <a:pt x="102" y="2"/>
                  <a:pt x="102" y="2"/>
                </a:cubicBezTo>
                <a:cubicBezTo>
                  <a:pt x="103" y="1"/>
                  <a:pt x="103" y="1"/>
                  <a:pt x="103" y="1"/>
                </a:cubicBezTo>
                <a:cubicBezTo>
                  <a:pt x="103" y="1"/>
                  <a:pt x="103" y="1"/>
                  <a:pt x="103" y="0"/>
                </a:cubicBezTo>
                <a:cubicBezTo>
                  <a:pt x="104" y="0"/>
                  <a:pt x="104" y="0"/>
                  <a:pt x="104" y="0"/>
                </a:cubicBezTo>
                <a:cubicBezTo>
                  <a:pt x="104" y="0"/>
                  <a:pt x="104" y="0"/>
                  <a:pt x="104" y="0"/>
                </a:cubicBezTo>
                <a:cubicBezTo>
                  <a:pt x="109" y="0"/>
                  <a:pt x="109" y="0"/>
                  <a:pt x="109" y="0"/>
                </a:cubicBezTo>
                <a:cubicBezTo>
                  <a:pt x="109" y="1"/>
                  <a:pt x="110" y="1"/>
                  <a:pt x="111" y="1"/>
                </a:cubicBezTo>
                <a:cubicBezTo>
                  <a:pt x="111" y="1"/>
                  <a:pt x="112" y="2"/>
                  <a:pt x="113" y="2"/>
                </a:cubicBezTo>
                <a:cubicBezTo>
                  <a:pt x="113" y="2"/>
                  <a:pt x="113" y="3"/>
                  <a:pt x="113" y="3"/>
                </a:cubicBezTo>
                <a:cubicBezTo>
                  <a:pt x="113" y="3"/>
                  <a:pt x="113" y="3"/>
                  <a:pt x="113" y="4"/>
                </a:cubicBezTo>
                <a:cubicBezTo>
                  <a:pt x="114" y="4"/>
                  <a:pt x="114" y="4"/>
                  <a:pt x="114" y="5"/>
                </a:cubicBezTo>
                <a:cubicBezTo>
                  <a:pt x="115" y="5"/>
                  <a:pt x="115" y="5"/>
                  <a:pt x="115" y="5"/>
                </a:cubicBezTo>
                <a:cubicBezTo>
                  <a:pt x="115" y="6"/>
                  <a:pt x="116" y="6"/>
                  <a:pt x="116" y="6"/>
                </a:cubicBezTo>
                <a:cubicBezTo>
                  <a:pt x="116" y="7"/>
                  <a:pt x="116" y="7"/>
                  <a:pt x="116" y="8"/>
                </a:cubicBezTo>
                <a:cubicBezTo>
                  <a:pt x="116" y="8"/>
                  <a:pt x="116" y="8"/>
                  <a:pt x="116" y="8"/>
                </a:cubicBezTo>
                <a:cubicBezTo>
                  <a:pt x="117" y="8"/>
                  <a:pt x="117" y="8"/>
                  <a:pt x="117" y="8"/>
                </a:cubicBezTo>
                <a:cubicBezTo>
                  <a:pt x="117" y="9"/>
                  <a:pt x="117" y="9"/>
                  <a:pt x="117" y="9"/>
                </a:cubicBezTo>
                <a:cubicBezTo>
                  <a:pt x="117" y="10"/>
                  <a:pt x="117" y="10"/>
                  <a:pt x="118" y="10"/>
                </a:cubicBezTo>
                <a:cubicBezTo>
                  <a:pt x="118" y="10"/>
                  <a:pt x="118" y="11"/>
                  <a:pt x="118" y="11"/>
                </a:cubicBezTo>
                <a:cubicBezTo>
                  <a:pt x="118" y="11"/>
                  <a:pt x="118" y="11"/>
                  <a:pt x="119" y="11"/>
                </a:cubicBezTo>
                <a:cubicBezTo>
                  <a:pt x="119" y="11"/>
                  <a:pt x="119" y="11"/>
                  <a:pt x="119" y="12"/>
                </a:cubicBezTo>
                <a:cubicBezTo>
                  <a:pt x="119" y="12"/>
                  <a:pt x="119" y="12"/>
                  <a:pt x="119" y="13"/>
                </a:cubicBezTo>
                <a:cubicBezTo>
                  <a:pt x="120" y="13"/>
                  <a:pt x="120" y="13"/>
                  <a:pt x="120" y="13"/>
                </a:cubicBezTo>
                <a:cubicBezTo>
                  <a:pt x="120" y="13"/>
                  <a:pt x="120" y="13"/>
                  <a:pt x="120" y="14"/>
                </a:cubicBezTo>
                <a:cubicBezTo>
                  <a:pt x="120" y="14"/>
                  <a:pt x="120" y="14"/>
                  <a:pt x="120" y="15"/>
                </a:cubicBezTo>
                <a:cubicBezTo>
                  <a:pt x="121" y="15"/>
                  <a:pt x="121" y="15"/>
                  <a:pt x="121" y="15"/>
                </a:cubicBezTo>
                <a:cubicBezTo>
                  <a:pt x="121" y="16"/>
                  <a:pt x="121" y="16"/>
                  <a:pt x="121" y="16"/>
                </a:cubicBezTo>
                <a:cubicBezTo>
                  <a:pt x="121" y="16"/>
                  <a:pt x="121" y="16"/>
                  <a:pt x="121" y="16"/>
                </a:cubicBezTo>
                <a:cubicBezTo>
                  <a:pt x="122" y="16"/>
                  <a:pt x="122" y="16"/>
                  <a:pt x="122" y="16"/>
                </a:cubicBezTo>
                <a:cubicBezTo>
                  <a:pt x="123" y="20"/>
                  <a:pt x="123" y="20"/>
                  <a:pt x="123" y="20"/>
                </a:cubicBezTo>
                <a:cubicBezTo>
                  <a:pt x="123" y="20"/>
                  <a:pt x="123" y="20"/>
                  <a:pt x="124" y="20"/>
                </a:cubicBezTo>
                <a:cubicBezTo>
                  <a:pt x="124" y="20"/>
                  <a:pt x="124" y="20"/>
                  <a:pt x="124" y="20"/>
                </a:cubicBezTo>
                <a:cubicBezTo>
                  <a:pt x="124" y="21"/>
                  <a:pt x="124" y="21"/>
                  <a:pt x="124" y="21"/>
                </a:cubicBezTo>
                <a:cubicBezTo>
                  <a:pt x="124" y="22"/>
                  <a:pt x="125" y="22"/>
                  <a:pt x="125" y="22"/>
                </a:cubicBezTo>
                <a:cubicBezTo>
                  <a:pt x="125" y="22"/>
                  <a:pt x="125" y="23"/>
                  <a:pt x="125" y="23"/>
                </a:cubicBezTo>
                <a:cubicBezTo>
                  <a:pt x="125" y="23"/>
                  <a:pt x="126" y="23"/>
                  <a:pt x="126" y="23"/>
                </a:cubicBezTo>
                <a:cubicBezTo>
                  <a:pt x="126" y="23"/>
                  <a:pt x="126" y="24"/>
                  <a:pt x="126" y="24"/>
                </a:cubicBezTo>
                <a:cubicBezTo>
                  <a:pt x="126" y="24"/>
                  <a:pt x="126" y="25"/>
                  <a:pt x="126" y="25"/>
                </a:cubicBezTo>
                <a:cubicBezTo>
                  <a:pt x="126" y="25"/>
                  <a:pt x="127" y="25"/>
                  <a:pt x="127" y="25"/>
                </a:cubicBezTo>
                <a:cubicBezTo>
                  <a:pt x="127" y="25"/>
                  <a:pt x="127" y="26"/>
                  <a:pt x="127" y="26"/>
                </a:cubicBezTo>
                <a:cubicBezTo>
                  <a:pt x="128" y="26"/>
                  <a:pt x="128" y="26"/>
                  <a:pt x="128" y="27"/>
                </a:cubicBezTo>
                <a:cubicBezTo>
                  <a:pt x="128" y="27"/>
                  <a:pt x="128" y="27"/>
                  <a:pt x="128" y="28"/>
                </a:cubicBezTo>
                <a:cubicBezTo>
                  <a:pt x="128" y="28"/>
                  <a:pt x="128" y="28"/>
                  <a:pt x="129" y="28"/>
                </a:cubicBezTo>
                <a:cubicBezTo>
                  <a:pt x="129" y="28"/>
                  <a:pt x="129" y="28"/>
                  <a:pt x="129" y="28"/>
                </a:cubicBezTo>
                <a:cubicBezTo>
                  <a:pt x="129" y="29"/>
                  <a:pt x="129" y="29"/>
                  <a:pt x="129" y="29"/>
                </a:cubicBezTo>
                <a:cubicBezTo>
                  <a:pt x="129" y="30"/>
                  <a:pt x="130" y="30"/>
                  <a:pt x="130" y="31"/>
                </a:cubicBezTo>
                <a:cubicBezTo>
                  <a:pt x="130" y="31"/>
                  <a:pt x="130" y="31"/>
                  <a:pt x="130" y="31"/>
                </a:cubicBezTo>
                <a:cubicBezTo>
                  <a:pt x="130" y="31"/>
                  <a:pt x="131" y="31"/>
                  <a:pt x="131" y="31"/>
                </a:cubicBezTo>
                <a:cubicBezTo>
                  <a:pt x="131" y="31"/>
                  <a:pt x="131" y="32"/>
                  <a:pt x="131" y="32"/>
                </a:cubicBezTo>
                <a:cubicBezTo>
                  <a:pt x="131" y="33"/>
                  <a:pt x="131" y="33"/>
                  <a:pt x="131" y="33"/>
                </a:cubicBezTo>
                <a:cubicBezTo>
                  <a:pt x="131" y="33"/>
                  <a:pt x="132" y="34"/>
                  <a:pt x="132" y="34"/>
                </a:cubicBezTo>
                <a:cubicBezTo>
                  <a:pt x="132" y="34"/>
                  <a:pt x="132" y="34"/>
                  <a:pt x="132" y="34"/>
                </a:cubicBezTo>
                <a:cubicBezTo>
                  <a:pt x="132" y="34"/>
                  <a:pt x="133" y="35"/>
                  <a:pt x="133" y="35"/>
                </a:cubicBezTo>
                <a:cubicBezTo>
                  <a:pt x="133" y="35"/>
                  <a:pt x="133" y="36"/>
                  <a:pt x="133" y="36"/>
                </a:cubicBezTo>
                <a:cubicBezTo>
                  <a:pt x="133" y="36"/>
                  <a:pt x="133" y="36"/>
                  <a:pt x="133" y="36"/>
                </a:cubicBezTo>
                <a:cubicBezTo>
                  <a:pt x="134" y="36"/>
                  <a:pt x="134" y="36"/>
                  <a:pt x="134" y="37"/>
                </a:cubicBezTo>
                <a:cubicBezTo>
                  <a:pt x="134" y="37"/>
                  <a:pt x="134" y="37"/>
                  <a:pt x="134" y="38"/>
                </a:cubicBezTo>
                <a:cubicBezTo>
                  <a:pt x="134" y="38"/>
                  <a:pt x="134" y="38"/>
                  <a:pt x="135" y="39"/>
                </a:cubicBezTo>
                <a:cubicBezTo>
                  <a:pt x="135" y="39"/>
                  <a:pt x="135" y="39"/>
                  <a:pt x="135" y="39"/>
                </a:cubicBezTo>
                <a:cubicBezTo>
                  <a:pt x="135" y="39"/>
                  <a:pt x="136" y="39"/>
                  <a:pt x="136" y="39"/>
                </a:cubicBezTo>
                <a:cubicBezTo>
                  <a:pt x="136" y="40"/>
                  <a:pt x="136" y="40"/>
                  <a:pt x="136" y="40"/>
                </a:cubicBezTo>
                <a:cubicBezTo>
                  <a:pt x="136" y="41"/>
                  <a:pt x="136" y="41"/>
                  <a:pt x="136" y="42"/>
                </a:cubicBezTo>
                <a:cubicBezTo>
                  <a:pt x="136" y="42"/>
                  <a:pt x="137" y="42"/>
                  <a:pt x="137" y="42"/>
                </a:cubicBezTo>
                <a:cubicBezTo>
                  <a:pt x="137" y="42"/>
                  <a:pt x="137" y="42"/>
                  <a:pt x="137" y="42"/>
                </a:cubicBezTo>
                <a:cubicBezTo>
                  <a:pt x="137" y="42"/>
                  <a:pt x="138" y="43"/>
                  <a:pt x="138" y="43"/>
                </a:cubicBezTo>
                <a:cubicBezTo>
                  <a:pt x="138" y="43"/>
                  <a:pt x="138" y="44"/>
                  <a:pt x="138" y="44"/>
                </a:cubicBezTo>
                <a:cubicBezTo>
                  <a:pt x="138" y="44"/>
                  <a:pt x="138" y="45"/>
                  <a:pt x="138" y="45"/>
                </a:cubicBezTo>
                <a:cubicBezTo>
                  <a:pt x="139" y="45"/>
                  <a:pt x="139" y="45"/>
                  <a:pt x="139" y="45"/>
                </a:cubicBezTo>
                <a:cubicBezTo>
                  <a:pt x="139" y="45"/>
                  <a:pt x="139" y="46"/>
                  <a:pt x="139" y="46"/>
                </a:cubicBezTo>
                <a:cubicBezTo>
                  <a:pt x="139" y="46"/>
                  <a:pt x="139" y="47"/>
                  <a:pt x="139" y="47"/>
                </a:cubicBezTo>
                <a:cubicBezTo>
                  <a:pt x="140" y="47"/>
                  <a:pt x="140" y="47"/>
                  <a:pt x="140" y="47"/>
                </a:cubicBezTo>
                <a:cubicBezTo>
                  <a:pt x="140" y="47"/>
                  <a:pt x="140" y="47"/>
                  <a:pt x="141" y="48"/>
                </a:cubicBezTo>
                <a:cubicBezTo>
                  <a:pt x="141" y="48"/>
                  <a:pt x="141" y="48"/>
                  <a:pt x="141" y="49"/>
                </a:cubicBezTo>
                <a:cubicBezTo>
                  <a:pt x="141" y="49"/>
                  <a:pt x="141" y="49"/>
                  <a:pt x="141" y="50"/>
                </a:cubicBezTo>
                <a:cubicBezTo>
                  <a:pt x="141" y="50"/>
                  <a:pt x="141" y="50"/>
                  <a:pt x="142" y="50"/>
                </a:cubicBezTo>
                <a:cubicBezTo>
                  <a:pt x="142" y="50"/>
                  <a:pt x="142" y="50"/>
                  <a:pt x="142" y="50"/>
                </a:cubicBezTo>
                <a:cubicBezTo>
                  <a:pt x="142" y="51"/>
                  <a:pt x="142" y="51"/>
                  <a:pt x="142" y="51"/>
                </a:cubicBezTo>
                <a:cubicBezTo>
                  <a:pt x="143" y="51"/>
                  <a:pt x="143" y="51"/>
                  <a:pt x="143" y="51"/>
                </a:cubicBezTo>
                <a:cubicBezTo>
                  <a:pt x="143" y="52"/>
                  <a:pt x="143" y="52"/>
                  <a:pt x="143" y="52"/>
                </a:cubicBezTo>
                <a:cubicBezTo>
                  <a:pt x="143" y="53"/>
                  <a:pt x="143" y="53"/>
                  <a:pt x="143" y="53"/>
                </a:cubicBezTo>
                <a:cubicBezTo>
                  <a:pt x="144" y="53"/>
                  <a:pt x="144" y="53"/>
                  <a:pt x="144" y="53"/>
                </a:cubicBezTo>
                <a:cubicBezTo>
                  <a:pt x="144" y="53"/>
                  <a:pt x="144" y="54"/>
                  <a:pt x="144" y="54"/>
                </a:cubicBezTo>
                <a:cubicBezTo>
                  <a:pt x="144" y="54"/>
                  <a:pt x="144" y="55"/>
                  <a:pt x="144" y="55"/>
                </a:cubicBezTo>
                <a:cubicBezTo>
                  <a:pt x="145" y="55"/>
                  <a:pt x="145" y="55"/>
                  <a:pt x="145" y="55"/>
                </a:cubicBezTo>
                <a:cubicBezTo>
                  <a:pt x="145" y="56"/>
                  <a:pt x="145" y="56"/>
                  <a:pt x="145" y="56"/>
                </a:cubicBezTo>
                <a:cubicBezTo>
                  <a:pt x="146" y="56"/>
                  <a:pt x="146" y="56"/>
                  <a:pt x="146" y="57"/>
                </a:cubicBezTo>
                <a:cubicBezTo>
                  <a:pt x="146" y="57"/>
                  <a:pt x="146" y="57"/>
                  <a:pt x="146" y="58"/>
                </a:cubicBezTo>
                <a:cubicBezTo>
                  <a:pt x="146" y="58"/>
                  <a:pt x="146" y="58"/>
                  <a:pt x="147" y="58"/>
                </a:cubicBezTo>
                <a:cubicBezTo>
                  <a:pt x="147" y="58"/>
                  <a:pt x="147" y="58"/>
                  <a:pt x="147" y="59"/>
                </a:cubicBezTo>
                <a:cubicBezTo>
                  <a:pt x="147" y="60"/>
                  <a:pt x="147" y="60"/>
                  <a:pt x="147" y="60"/>
                </a:cubicBezTo>
                <a:cubicBezTo>
                  <a:pt x="148" y="60"/>
                  <a:pt x="148" y="60"/>
                  <a:pt x="148" y="60"/>
                </a:cubicBezTo>
                <a:cubicBezTo>
                  <a:pt x="148" y="61"/>
                  <a:pt x="148" y="61"/>
                  <a:pt x="148" y="61"/>
                </a:cubicBezTo>
                <a:cubicBezTo>
                  <a:pt x="148" y="61"/>
                  <a:pt x="148" y="61"/>
                  <a:pt x="148" y="61"/>
                </a:cubicBezTo>
                <a:cubicBezTo>
                  <a:pt x="148" y="61"/>
                  <a:pt x="148" y="61"/>
                  <a:pt x="148" y="61"/>
                </a:cubicBezTo>
                <a:cubicBezTo>
                  <a:pt x="149" y="62"/>
                  <a:pt x="149" y="62"/>
                  <a:pt x="149" y="62"/>
                </a:cubicBezTo>
                <a:cubicBezTo>
                  <a:pt x="149" y="62"/>
                  <a:pt x="149" y="63"/>
                  <a:pt x="149" y="63"/>
                </a:cubicBezTo>
                <a:cubicBezTo>
                  <a:pt x="149" y="63"/>
                  <a:pt x="150" y="63"/>
                  <a:pt x="150" y="63"/>
                </a:cubicBezTo>
                <a:cubicBezTo>
                  <a:pt x="150" y="63"/>
                  <a:pt x="150" y="64"/>
                  <a:pt x="150" y="64"/>
                </a:cubicBezTo>
                <a:cubicBezTo>
                  <a:pt x="150" y="64"/>
                  <a:pt x="150" y="65"/>
                  <a:pt x="150" y="65"/>
                </a:cubicBezTo>
                <a:cubicBezTo>
                  <a:pt x="151" y="65"/>
                  <a:pt x="151" y="65"/>
                  <a:pt x="151" y="65"/>
                </a:cubicBezTo>
                <a:cubicBezTo>
                  <a:pt x="151" y="65"/>
                  <a:pt x="151" y="65"/>
                  <a:pt x="152" y="66"/>
                </a:cubicBezTo>
                <a:cubicBezTo>
                  <a:pt x="152" y="66"/>
                  <a:pt x="152" y="66"/>
                  <a:pt x="152" y="67"/>
                </a:cubicBezTo>
                <a:cubicBezTo>
                  <a:pt x="152" y="67"/>
                  <a:pt x="152" y="67"/>
                  <a:pt x="152" y="68"/>
                </a:cubicBezTo>
                <a:cubicBezTo>
                  <a:pt x="152" y="68"/>
                  <a:pt x="152" y="68"/>
                  <a:pt x="153" y="68"/>
                </a:cubicBezTo>
                <a:cubicBezTo>
                  <a:pt x="153" y="68"/>
                  <a:pt x="153" y="68"/>
                  <a:pt x="153" y="68"/>
                </a:cubicBezTo>
                <a:cubicBezTo>
                  <a:pt x="153" y="69"/>
                  <a:pt x="153" y="69"/>
                  <a:pt x="153" y="69"/>
                </a:cubicBezTo>
                <a:cubicBezTo>
                  <a:pt x="153" y="70"/>
                  <a:pt x="154" y="70"/>
                  <a:pt x="154" y="71"/>
                </a:cubicBezTo>
                <a:cubicBezTo>
                  <a:pt x="154" y="71"/>
                  <a:pt x="154" y="71"/>
                  <a:pt x="154" y="71"/>
                </a:cubicBezTo>
                <a:cubicBezTo>
                  <a:pt x="154" y="71"/>
                  <a:pt x="155" y="71"/>
                  <a:pt x="155" y="71"/>
                </a:cubicBezTo>
                <a:cubicBezTo>
                  <a:pt x="155" y="71"/>
                  <a:pt x="155" y="72"/>
                  <a:pt x="155" y="72"/>
                </a:cubicBezTo>
                <a:cubicBezTo>
                  <a:pt x="155" y="72"/>
                  <a:pt x="155" y="73"/>
                  <a:pt x="155" y="73"/>
                </a:cubicBezTo>
                <a:cubicBezTo>
                  <a:pt x="155" y="73"/>
                  <a:pt x="156" y="74"/>
                  <a:pt x="156" y="74"/>
                </a:cubicBezTo>
                <a:cubicBezTo>
                  <a:pt x="156" y="74"/>
                  <a:pt x="156" y="74"/>
                  <a:pt x="156" y="74"/>
                </a:cubicBezTo>
                <a:cubicBezTo>
                  <a:pt x="157" y="74"/>
                  <a:pt x="157" y="75"/>
                  <a:pt x="157" y="75"/>
                </a:cubicBezTo>
                <a:cubicBezTo>
                  <a:pt x="157" y="75"/>
                  <a:pt x="157" y="76"/>
                  <a:pt x="157" y="76"/>
                </a:cubicBezTo>
                <a:cubicBezTo>
                  <a:pt x="157" y="76"/>
                  <a:pt x="157" y="76"/>
                  <a:pt x="158" y="76"/>
                </a:cubicBezTo>
                <a:cubicBezTo>
                  <a:pt x="158" y="76"/>
                  <a:pt x="158" y="76"/>
                  <a:pt x="158" y="77"/>
                </a:cubicBezTo>
                <a:cubicBezTo>
                  <a:pt x="158" y="77"/>
                  <a:pt x="158" y="77"/>
                  <a:pt x="158" y="78"/>
                </a:cubicBezTo>
                <a:cubicBezTo>
                  <a:pt x="158" y="78"/>
                  <a:pt x="159" y="78"/>
                  <a:pt x="159" y="79"/>
                </a:cubicBezTo>
                <a:cubicBezTo>
                  <a:pt x="159" y="79"/>
                  <a:pt x="159" y="79"/>
                  <a:pt x="159" y="79"/>
                </a:cubicBezTo>
                <a:cubicBezTo>
                  <a:pt x="159" y="79"/>
                  <a:pt x="160" y="79"/>
                  <a:pt x="160" y="79"/>
                </a:cubicBezTo>
                <a:cubicBezTo>
                  <a:pt x="160" y="80"/>
                  <a:pt x="160" y="80"/>
                  <a:pt x="160" y="80"/>
                </a:cubicBezTo>
                <a:cubicBezTo>
                  <a:pt x="160" y="81"/>
                  <a:pt x="160" y="81"/>
                  <a:pt x="160" y="81"/>
                </a:cubicBezTo>
                <a:cubicBezTo>
                  <a:pt x="160" y="82"/>
                  <a:pt x="161" y="82"/>
                  <a:pt x="161" y="82"/>
                </a:cubicBezTo>
                <a:cubicBezTo>
                  <a:pt x="161" y="82"/>
                  <a:pt x="161" y="82"/>
                  <a:pt x="161" y="82"/>
                </a:cubicBezTo>
                <a:cubicBezTo>
                  <a:pt x="161" y="83"/>
                  <a:pt x="161" y="83"/>
                  <a:pt x="161" y="83"/>
                </a:cubicBezTo>
                <a:cubicBezTo>
                  <a:pt x="162" y="83"/>
                  <a:pt x="162" y="83"/>
                  <a:pt x="162" y="83"/>
                </a:cubicBezTo>
                <a:cubicBezTo>
                  <a:pt x="162" y="84"/>
                  <a:pt x="162" y="84"/>
                  <a:pt x="162" y="84"/>
                </a:cubicBezTo>
                <a:cubicBezTo>
                  <a:pt x="163" y="84"/>
                  <a:pt x="163" y="84"/>
                  <a:pt x="163" y="84"/>
                </a:cubicBezTo>
                <a:cubicBezTo>
                  <a:pt x="163" y="84"/>
                  <a:pt x="163" y="85"/>
                  <a:pt x="163" y="85"/>
                </a:cubicBezTo>
                <a:cubicBezTo>
                  <a:pt x="163" y="85"/>
                  <a:pt x="163" y="86"/>
                  <a:pt x="163" y="86"/>
                </a:cubicBezTo>
                <a:cubicBezTo>
                  <a:pt x="163" y="86"/>
                  <a:pt x="163" y="86"/>
                  <a:pt x="164" y="86"/>
                </a:cubicBezTo>
                <a:cubicBezTo>
                  <a:pt x="164" y="86"/>
                  <a:pt x="164" y="86"/>
                  <a:pt x="164" y="86"/>
                </a:cubicBezTo>
                <a:cubicBezTo>
                  <a:pt x="164" y="87"/>
                  <a:pt x="164" y="87"/>
                  <a:pt x="164" y="88"/>
                </a:cubicBezTo>
                <a:cubicBezTo>
                  <a:pt x="164" y="88"/>
                  <a:pt x="165" y="88"/>
                  <a:pt x="165" y="89"/>
                </a:cubicBezTo>
                <a:cubicBezTo>
                  <a:pt x="165" y="89"/>
                  <a:pt x="165" y="89"/>
                  <a:pt x="165" y="89"/>
                </a:cubicBezTo>
                <a:cubicBezTo>
                  <a:pt x="165" y="89"/>
                  <a:pt x="166" y="89"/>
                  <a:pt x="166" y="89"/>
                </a:cubicBezTo>
                <a:cubicBezTo>
                  <a:pt x="166" y="90"/>
                  <a:pt x="166" y="90"/>
                  <a:pt x="166" y="90"/>
                </a:cubicBezTo>
                <a:cubicBezTo>
                  <a:pt x="166" y="91"/>
                  <a:pt x="166" y="91"/>
                  <a:pt x="166" y="91"/>
                </a:cubicBezTo>
                <a:cubicBezTo>
                  <a:pt x="166" y="91"/>
                  <a:pt x="167" y="92"/>
                  <a:pt x="167" y="92"/>
                </a:cubicBezTo>
                <a:cubicBezTo>
                  <a:pt x="167" y="92"/>
                  <a:pt x="167" y="92"/>
                  <a:pt x="167" y="92"/>
                </a:cubicBezTo>
                <a:cubicBezTo>
                  <a:pt x="168" y="92"/>
                  <a:pt x="168" y="93"/>
                  <a:pt x="168" y="93"/>
                </a:cubicBezTo>
                <a:cubicBezTo>
                  <a:pt x="168" y="93"/>
                  <a:pt x="168" y="94"/>
                  <a:pt x="168" y="94"/>
                </a:cubicBezTo>
                <a:cubicBezTo>
                  <a:pt x="168" y="94"/>
                  <a:pt x="168" y="94"/>
                  <a:pt x="169" y="94"/>
                </a:cubicBezTo>
                <a:cubicBezTo>
                  <a:pt x="169" y="94"/>
                  <a:pt x="169" y="94"/>
                  <a:pt x="169" y="95"/>
                </a:cubicBezTo>
                <a:cubicBezTo>
                  <a:pt x="169" y="95"/>
                  <a:pt x="169" y="95"/>
                  <a:pt x="169" y="96"/>
                </a:cubicBezTo>
                <a:cubicBezTo>
                  <a:pt x="169" y="96"/>
                  <a:pt x="169" y="96"/>
                  <a:pt x="170" y="97"/>
                </a:cubicBezTo>
                <a:cubicBezTo>
                  <a:pt x="170" y="97"/>
                  <a:pt x="170" y="97"/>
                  <a:pt x="170" y="97"/>
                </a:cubicBezTo>
                <a:cubicBezTo>
                  <a:pt x="170" y="97"/>
                  <a:pt x="171" y="97"/>
                  <a:pt x="171" y="97"/>
                </a:cubicBezTo>
                <a:cubicBezTo>
                  <a:pt x="171" y="98"/>
                  <a:pt x="171" y="98"/>
                  <a:pt x="171" y="98"/>
                </a:cubicBezTo>
                <a:cubicBezTo>
                  <a:pt x="171" y="99"/>
                  <a:pt x="171" y="99"/>
                  <a:pt x="171" y="100"/>
                </a:cubicBezTo>
                <a:cubicBezTo>
                  <a:pt x="171" y="100"/>
                  <a:pt x="172" y="100"/>
                  <a:pt x="172" y="100"/>
                </a:cubicBezTo>
                <a:cubicBezTo>
                  <a:pt x="172" y="100"/>
                  <a:pt x="172" y="100"/>
                  <a:pt x="172" y="100"/>
                </a:cubicBezTo>
                <a:cubicBezTo>
                  <a:pt x="172" y="100"/>
                  <a:pt x="173" y="101"/>
                  <a:pt x="173" y="101"/>
                </a:cubicBezTo>
                <a:cubicBezTo>
                  <a:pt x="173" y="101"/>
                  <a:pt x="173" y="102"/>
                  <a:pt x="173" y="102"/>
                </a:cubicBezTo>
                <a:cubicBezTo>
                  <a:pt x="173" y="102"/>
                  <a:pt x="173" y="103"/>
                  <a:pt x="173" y="103"/>
                </a:cubicBezTo>
                <a:cubicBezTo>
                  <a:pt x="174" y="103"/>
                  <a:pt x="174" y="103"/>
                  <a:pt x="174" y="103"/>
                </a:cubicBezTo>
                <a:cubicBezTo>
                  <a:pt x="174" y="103"/>
                  <a:pt x="174" y="104"/>
                  <a:pt x="174" y="104"/>
                </a:cubicBezTo>
                <a:cubicBezTo>
                  <a:pt x="174" y="104"/>
                  <a:pt x="174" y="105"/>
                  <a:pt x="174" y="105"/>
                </a:cubicBezTo>
                <a:cubicBezTo>
                  <a:pt x="175" y="105"/>
                  <a:pt x="175" y="105"/>
                  <a:pt x="175" y="105"/>
                </a:cubicBezTo>
                <a:cubicBezTo>
                  <a:pt x="175" y="105"/>
                  <a:pt x="175" y="105"/>
                  <a:pt x="176" y="106"/>
                </a:cubicBezTo>
                <a:cubicBezTo>
                  <a:pt x="176" y="107"/>
                  <a:pt x="176" y="107"/>
                  <a:pt x="176" y="107"/>
                </a:cubicBezTo>
                <a:cubicBezTo>
                  <a:pt x="176" y="107"/>
                  <a:pt x="176" y="107"/>
                  <a:pt x="176" y="107"/>
                </a:cubicBezTo>
                <a:cubicBezTo>
                  <a:pt x="176" y="108"/>
                  <a:pt x="176" y="108"/>
                  <a:pt x="176" y="108"/>
                </a:cubicBezTo>
                <a:cubicBezTo>
                  <a:pt x="176" y="108"/>
                  <a:pt x="176" y="108"/>
                  <a:pt x="177" y="108"/>
                </a:cubicBezTo>
                <a:cubicBezTo>
                  <a:pt x="177" y="108"/>
                  <a:pt x="177" y="108"/>
                  <a:pt x="177" y="108"/>
                </a:cubicBezTo>
                <a:cubicBezTo>
                  <a:pt x="177" y="109"/>
                  <a:pt x="177" y="109"/>
                  <a:pt x="177" y="109"/>
                </a:cubicBezTo>
                <a:cubicBezTo>
                  <a:pt x="177" y="110"/>
                  <a:pt x="178" y="110"/>
                  <a:pt x="178" y="110"/>
                </a:cubicBezTo>
                <a:cubicBezTo>
                  <a:pt x="178" y="110"/>
                  <a:pt x="178" y="110"/>
                  <a:pt x="178" y="110"/>
                </a:cubicBezTo>
                <a:cubicBezTo>
                  <a:pt x="178" y="111"/>
                  <a:pt x="178" y="111"/>
                  <a:pt x="178" y="111"/>
                </a:cubicBezTo>
                <a:cubicBezTo>
                  <a:pt x="179" y="112"/>
                  <a:pt x="179" y="112"/>
                  <a:pt x="180" y="113"/>
                </a:cubicBezTo>
                <a:cubicBezTo>
                  <a:pt x="180" y="113"/>
                  <a:pt x="180" y="114"/>
                  <a:pt x="181" y="115"/>
                </a:cubicBezTo>
                <a:cubicBezTo>
                  <a:pt x="180" y="115"/>
                  <a:pt x="179" y="115"/>
                  <a:pt x="178" y="116"/>
                </a:cubicBezTo>
                <a:close/>
                <a:moveTo>
                  <a:pt x="184" y="120"/>
                </a:moveTo>
                <a:cubicBezTo>
                  <a:pt x="184" y="121"/>
                  <a:pt x="184" y="122"/>
                  <a:pt x="184" y="122"/>
                </a:cubicBezTo>
                <a:cubicBezTo>
                  <a:pt x="185" y="122"/>
                  <a:pt x="185" y="122"/>
                  <a:pt x="185" y="122"/>
                </a:cubicBezTo>
                <a:cubicBezTo>
                  <a:pt x="185" y="124"/>
                  <a:pt x="185" y="124"/>
                  <a:pt x="185" y="124"/>
                </a:cubicBezTo>
                <a:cubicBezTo>
                  <a:pt x="185" y="124"/>
                  <a:pt x="185" y="124"/>
                  <a:pt x="185" y="124"/>
                </a:cubicBezTo>
                <a:cubicBezTo>
                  <a:pt x="185" y="125"/>
                  <a:pt x="185" y="125"/>
                  <a:pt x="185" y="125"/>
                </a:cubicBezTo>
                <a:cubicBezTo>
                  <a:pt x="186" y="125"/>
                  <a:pt x="186" y="125"/>
                  <a:pt x="186" y="125"/>
                </a:cubicBezTo>
                <a:cubicBezTo>
                  <a:pt x="186" y="126"/>
                  <a:pt x="186" y="126"/>
                  <a:pt x="186" y="126"/>
                </a:cubicBezTo>
                <a:cubicBezTo>
                  <a:pt x="186" y="127"/>
                  <a:pt x="186" y="127"/>
                  <a:pt x="187" y="127"/>
                </a:cubicBezTo>
                <a:cubicBezTo>
                  <a:pt x="187" y="127"/>
                  <a:pt x="187" y="127"/>
                  <a:pt x="187" y="127"/>
                </a:cubicBezTo>
                <a:cubicBezTo>
                  <a:pt x="189" y="134"/>
                  <a:pt x="189" y="134"/>
                  <a:pt x="189" y="134"/>
                </a:cubicBezTo>
                <a:cubicBezTo>
                  <a:pt x="190" y="134"/>
                  <a:pt x="190" y="134"/>
                  <a:pt x="190" y="134"/>
                </a:cubicBezTo>
                <a:cubicBezTo>
                  <a:pt x="190" y="134"/>
                  <a:pt x="190" y="135"/>
                  <a:pt x="190" y="135"/>
                </a:cubicBezTo>
                <a:cubicBezTo>
                  <a:pt x="190" y="135"/>
                  <a:pt x="190" y="136"/>
                  <a:pt x="190" y="136"/>
                </a:cubicBezTo>
                <a:cubicBezTo>
                  <a:pt x="191" y="136"/>
                  <a:pt x="191" y="136"/>
                  <a:pt x="191" y="136"/>
                </a:cubicBezTo>
                <a:cubicBezTo>
                  <a:pt x="191" y="138"/>
                  <a:pt x="191" y="138"/>
                  <a:pt x="191" y="138"/>
                </a:cubicBezTo>
                <a:cubicBezTo>
                  <a:pt x="192" y="138"/>
                  <a:pt x="192" y="138"/>
                  <a:pt x="192" y="138"/>
                </a:cubicBezTo>
                <a:cubicBezTo>
                  <a:pt x="192" y="139"/>
                  <a:pt x="192" y="140"/>
                  <a:pt x="192" y="140"/>
                </a:cubicBezTo>
                <a:cubicBezTo>
                  <a:pt x="193" y="141"/>
                  <a:pt x="193" y="142"/>
                  <a:pt x="193" y="143"/>
                </a:cubicBezTo>
                <a:cubicBezTo>
                  <a:pt x="194" y="143"/>
                  <a:pt x="194" y="143"/>
                  <a:pt x="194" y="143"/>
                </a:cubicBezTo>
                <a:cubicBezTo>
                  <a:pt x="194" y="144"/>
                  <a:pt x="194" y="144"/>
                  <a:pt x="194" y="145"/>
                </a:cubicBezTo>
                <a:cubicBezTo>
                  <a:pt x="195" y="145"/>
                  <a:pt x="195" y="146"/>
                  <a:pt x="195" y="147"/>
                </a:cubicBezTo>
                <a:cubicBezTo>
                  <a:pt x="194" y="147"/>
                  <a:pt x="194" y="148"/>
                  <a:pt x="193" y="148"/>
                </a:cubicBezTo>
                <a:cubicBezTo>
                  <a:pt x="193" y="148"/>
                  <a:pt x="192" y="148"/>
                  <a:pt x="192" y="148"/>
                </a:cubicBezTo>
                <a:cubicBezTo>
                  <a:pt x="191" y="148"/>
                  <a:pt x="191" y="149"/>
                  <a:pt x="191" y="149"/>
                </a:cubicBezTo>
                <a:cubicBezTo>
                  <a:pt x="191" y="149"/>
                  <a:pt x="191" y="149"/>
                  <a:pt x="191" y="149"/>
                </a:cubicBezTo>
                <a:cubicBezTo>
                  <a:pt x="190" y="149"/>
                  <a:pt x="190" y="150"/>
                  <a:pt x="190" y="150"/>
                </a:cubicBezTo>
                <a:cubicBezTo>
                  <a:pt x="189" y="150"/>
                  <a:pt x="189" y="150"/>
                  <a:pt x="189" y="150"/>
                </a:cubicBezTo>
                <a:cubicBezTo>
                  <a:pt x="189" y="150"/>
                  <a:pt x="189" y="150"/>
                  <a:pt x="188" y="150"/>
                </a:cubicBezTo>
                <a:cubicBezTo>
                  <a:pt x="188" y="151"/>
                  <a:pt x="188" y="151"/>
                  <a:pt x="188" y="151"/>
                </a:cubicBezTo>
                <a:cubicBezTo>
                  <a:pt x="188" y="151"/>
                  <a:pt x="187" y="151"/>
                  <a:pt x="187" y="151"/>
                </a:cubicBezTo>
                <a:cubicBezTo>
                  <a:pt x="187" y="151"/>
                  <a:pt x="186" y="151"/>
                  <a:pt x="186" y="151"/>
                </a:cubicBezTo>
                <a:cubicBezTo>
                  <a:pt x="186" y="152"/>
                  <a:pt x="186" y="152"/>
                  <a:pt x="186" y="152"/>
                </a:cubicBezTo>
                <a:cubicBezTo>
                  <a:pt x="186" y="152"/>
                  <a:pt x="186" y="152"/>
                  <a:pt x="185" y="153"/>
                </a:cubicBezTo>
                <a:cubicBezTo>
                  <a:pt x="182" y="154"/>
                  <a:pt x="182" y="154"/>
                  <a:pt x="182" y="154"/>
                </a:cubicBezTo>
                <a:cubicBezTo>
                  <a:pt x="182" y="154"/>
                  <a:pt x="182" y="154"/>
                  <a:pt x="182" y="154"/>
                </a:cubicBezTo>
                <a:cubicBezTo>
                  <a:pt x="182" y="154"/>
                  <a:pt x="182" y="155"/>
                  <a:pt x="182" y="155"/>
                </a:cubicBezTo>
                <a:cubicBezTo>
                  <a:pt x="181" y="155"/>
                  <a:pt x="181" y="155"/>
                  <a:pt x="181" y="155"/>
                </a:cubicBezTo>
                <a:cubicBezTo>
                  <a:pt x="180" y="155"/>
                  <a:pt x="180" y="155"/>
                  <a:pt x="179" y="155"/>
                </a:cubicBezTo>
                <a:cubicBezTo>
                  <a:pt x="179" y="156"/>
                  <a:pt x="179" y="156"/>
                  <a:pt x="179" y="156"/>
                </a:cubicBezTo>
                <a:cubicBezTo>
                  <a:pt x="179" y="156"/>
                  <a:pt x="179" y="156"/>
                  <a:pt x="179" y="156"/>
                </a:cubicBezTo>
                <a:cubicBezTo>
                  <a:pt x="178" y="156"/>
                  <a:pt x="178" y="156"/>
                  <a:pt x="178" y="156"/>
                </a:cubicBezTo>
                <a:cubicBezTo>
                  <a:pt x="177" y="155"/>
                  <a:pt x="177" y="154"/>
                  <a:pt x="176" y="153"/>
                </a:cubicBezTo>
                <a:cubicBezTo>
                  <a:pt x="176" y="152"/>
                  <a:pt x="175" y="151"/>
                  <a:pt x="174" y="150"/>
                </a:cubicBezTo>
                <a:cubicBezTo>
                  <a:pt x="174" y="150"/>
                  <a:pt x="174" y="150"/>
                  <a:pt x="174" y="150"/>
                </a:cubicBezTo>
                <a:cubicBezTo>
                  <a:pt x="174" y="150"/>
                  <a:pt x="174" y="149"/>
                  <a:pt x="173" y="149"/>
                </a:cubicBezTo>
                <a:cubicBezTo>
                  <a:pt x="173" y="148"/>
                  <a:pt x="173" y="148"/>
                  <a:pt x="173" y="148"/>
                </a:cubicBezTo>
                <a:cubicBezTo>
                  <a:pt x="173" y="148"/>
                  <a:pt x="173" y="148"/>
                  <a:pt x="173" y="148"/>
                </a:cubicBezTo>
                <a:cubicBezTo>
                  <a:pt x="173" y="148"/>
                  <a:pt x="173" y="148"/>
                  <a:pt x="172" y="148"/>
                </a:cubicBezTo>
                <a:cubicBezTo>
                  <a:pt x="172" y="147"/>
                  <a:pt x="172" y="147"/>
                  <a:pt x="172" y="147"/>
                </a:cubicBezTo>
                <a:cubicBezTo>
                  <a:pt x="172" y="147"/>
                  <a:pt x="172" y="146"/>
                  <a:pt x="172" y="146"/>
                </a:cubicBezTo>
                <a:cubicBezTo>
                  <a:pt x="172" y="146"/>
                  <a:pt x="171" y="146"/>
                  <a:pt x="171" y="146"/>
                </a:cubicBezTo>
                <a:cubicBezTo>
                  <a:pt x="171" y="145"/>
                  <a:pt x="171" y="145"/>
                  <a:pt x="171" y="145"/>
                </a:cubicBezTo>
                <a:cubicBezTo>
                  <a:pt x="171" y="145"/>
                  <a:pt x="171" y="145"/>
                  <a:pt x="171" y="145"/>
                </a:cubicBezTo>
                <a:cubicBezTo>
                  <a:pt x="171" y="145"/>
                  <a:pt x="170" y="145"/>
                  <a:pt x="170" y="144"/>
                </a:cubicBezTo>
                <a:cubicBezTo>
                  <a:pt x="170" y="143"/>
                  <a:pt x="170" y="143"/>
                  <a:pt x="170" y="143"/>
                </a:cubicBezTo>
                <a:cubicBezTo>
                  <a:pt x="170" y="143"/>
                  <a:pt x="170" y="143"/>
                  <a:pt x="170" y="143"/>
                </a:cubicBezTo>
                <a:cubicBezTo>
                  <a:pt x="169" y="143"/>
                  <a:pt x="169" y="143"/>
                  <a:pt x="169" y="143"/>
                </a:cubicBezTo>
                <a:cubicBezTo>
                  <a:pt x="169" y="142"/>
                  <a:pt x="169" y="142"/>
                  <a:pt x="169" y="142"/>
                </a:cubicBezTo>
                <a:cubicBezTo>
                  <a:pt x="169" y="142"/>
                  <a:pt x="169" y="141"/>
                  <a:pt x="169" y="141"/>
                </a:cubicBezTo>
                <a:cubicBezTo>
                  <a:pt x="168" y="141"/>
                  <a:pt x="168" y="141"/>
                  <a:pt x="168" y="141"/>
                </a:cubicBezTo>
                <a:cubicBezTo>
                  <a:pt x="168" y="140"/>
                  <a:pt x="168" y="140"/>
                  <a:pt x="168" y="140"/>
                </a:cubicBezTo>
                <a:cubicBezTo>
                  <a:pt x="168" y="140"/>
                  <a:pt x="168" y="140"/>
                  <a:pt x="167" y="140"/>
                </a:cubicBezTo>
                <a:cubicBezTo>
                  <a:pt x="167" y="140"/>
                  <a:pt x="167" y="140"/>
                  <a:pt x="167" y="140"/>
                </a:cubicBezTo>
                <a:cubicBezTo>
                  <a:pt x="167" y="138"/>
                  <a:pt x="167" y="138"/>
                  <a:pt x="167" y="138"/>
                </a:cubicBezTo>
                <a:cubicBezTo>
                  <a:pt x="166" y="138"/>
                  <a:pt x="166" y="138"/>
                  <a:pt x="166" y="138"/>
                </a:cubicBezTo>
                <a:cubicBezTo>
                  <a:pt x="166" y="138"/>
                  <a:pt x="166" y="138"/>
                  <a:pt x="166" y="138"/>
                </a:cubicBezTo>
                <a:cubicBezTo>
                  <a:pt x="166" y="137"/>
                  <a:pt x="166" y="137"/>
                  <a:pt x="166" y="137"/>
                </a:cubicBezTo>
                <a:cubicBezTo>
                  <a:pt x="166" y="137"/>
                  <a:pt x="165" y="137"/>
                  <a:pt x="165" y="137"/>
                </a:cubicBezTo>
                <a:cubicBezTo>
                  <a:pt x="165" y="136"/>
                  <a:pt x="165" y="136"/>
                  <a:pt x="165" y="136"/>
                </a:cubicBezTo>
                <a:cubicBezTo>
                  <a:pt x="164" y="135"/>
                  <a:pt x="163" y="134"/>
                  <a:pt x="163" y="133"/>
                </a:cubicBezTo>
                <a:cubicBezTo>
                  <a:pt x="162" y="132"/>
                  <a:pt x="162" y="131"/>
                  <a:pt x="161" y="130"/>
                </a:cubicBezTo>
                <a:cubicBezTo>
                  <a:pt x="161" y="130"/>
                  <a:pt x="161" y="130"/>
                  <a:pt x="161" y="130"/>
                </a:cubicBezTo>
                <a:cubicBezTo>
                  <a:pt x="162" y="130"/>
                  <a:pt x="162" y="129"/>
                  <a:pt x="163" y="129"/>
                </a:cubicBezTo>
                <a:cubicBezTo>
                  <a:pt x="163" y="128"/>
                  <a:pt x="164" y="128"/>
                  <a:pt x="165" y="127"/>
                </a:cubicBezTo>
                <a:cubicBezTo>
                  <a:pt x="166" y="127"/>
                  <a:pt x="166" y="127"/>
                  <a:pt x="166" y="127"/>
                </a:cubicBezTo>
                <a:cubicBezTo>
                  <a:pt x="166" y="127"/>
                  <a:pt x="166" y="127"/>
                  <a:pt x="166" y="127"/>
                </a:cubicBezTo>
                <a:cubicBezTo>
                  <a:pt x="166" y="127"/>
                  <a:pt x="166" y="127"/>
                  <a:pt x="166" y="126"/>
                </a:cubicBezTo>
                <a:cubicBezTo>
                  <a:pt x="167" y="126"/>
                  <a:pt x="167" y="126"/>
                  <a:pt x="167" y="126"/>
                </a:cubicBezTo>
                <a:cubicBezTo>
                  <a:pt x="168" y="125"/>
                  <a:pt x="168" y="125"/>
                  <a:pt x="168" y="125"/>
                </a:cubicBezTo>
                <a:cubicBezTo>
                  <a:pt x="170" y="125"/>
                  <a:pt x="170" y="125"/>
                  <a:pt x="170" y="125"/>
                </a:cubicBezTo>
                <a:cubicBezTo>
                  <a:pt x="170" y="125"/>
                  <a:pt x="170" y="125"/>
                  <a:pt x="170" y="125"/>
                </a:cubicBezTo>
                <a:cubicBezTo>
                  <a:pt x="170" y="125"/>
                  <a:pt x="170" y="124"/>
                  <a:pt x="170" y="124"/>
                </a:cubicBezTo>
                <a:cubicBezTo>
                  <a:pt x="173" y="123"/>
                  <a:pt x="173" y="123"/>
                  <a:pt x="173" y="123"/>
                </a:cubicBezTo>
                <a:cubicBezTo>
                  <a:pt x="174" y="123"/>
                  <a:pt x="174" y="123"/>
                  <a:pt x="174" y="123"/>
                </a:cubicBezTo>
                <a:cubicBezTo>
                  <a:pt x="174" y="122"/>
                  <a:pt x="174" y="122"/>
                  <a:pt x="174" y="122"/>
                </a:cubicBezTo>
                <a:cubicBezTo>
                  <a:pt x="177" y="121"/>
                  <a:pt x="177" y="121"/>
                  <a:pt x="177" y="121"/>
                </a:cubicBezTo>
                <a:cubicBezTo>
                  <a:pt x="177" y="121"/>
                  <a:pt x="177" y="121"/>
                  <a:pt x="177" y="120"/>
                </a:cubicBezTo>
                <a:cubicBezTo>
                  <a:pt x="178" y="120"/>
                  <a:pt x="178" y="120"/>
                  <a:pt x="178" y="120"/>
                </a:cubicBezTo>
                <a:cubicBezTo>
                  <a:pt x="179" y="120"/>
                  <a:pt x="179" y="120"/>
                  <a:pt x="179" y="120"/>
                </a:cubicBezTo>
                <a:cubicBezTo>
                  <a:pt x="179" y="119"/>
                  <a:pt x="180" y="119"/>
                  <a:pt x="181" y="119"/>
                </a:cubicBezTo>
                <a:cubicBezTo>
                  <a:pt x="181" y="118"/>
                  <a:pt x="182" y="118"/>
                  <a:pt x="183" y="118"/>
                </a:cubicBezTo>
                <a:cubicBezTo>
                  <a:pt x="183" y="118"/>
                  <a:pt x="183" y="119"/>
                  <a:pt x="184" y="120"/>
                </a:cubicBezTo>
                <a:close/>
                <a:moveTo>
                  <a:pt x="226" y="136"/>
                </a:moveTo>
                <a:cubicBezTo>
                  <a:pt x="194" y="136"/>
                  <a:pt x="194" y="136"/>
                  <a:pt x="194" y="136"/>
                </a:cubicBezTo>
                <a:cubicBezTo>
                  <a:pt x="192" y="132"/>
                  <a:pt x="190" y="128"/>
                  <a:pt x="189" y="124"/>
                </a:cubicBezTo>
                <a:cubicBezTo>
                  <a:pt x="187" y="120"/>
                  <a:pt x="185" y="117"/>
                  <a:pt x="184" y="113"/>
                </a:cubicBezTo>
                <a:cubicBezTo>
                  <a:pt x="183" y="113"/>
                  <a:pt x="183" y="113"/>
                  <a:pt x="183" y="113"/>
                </a:cubicBezTo>
                <a:cubicBezTo>
                  <a:pt x="183" y="112"/>
                  <a:pt x="183" y="112"/>
                  <a:pt x="183" y="112"/>
                </a:cubicBezTo>
                <a:cubicBezTo>
                  <a:pt x="183" y="112"/>
                  <a:pt x="183" y="111"/>
                  <a:pt x="183" y="111"/>
                </a:cubicBezTo>
                <a:cubicBezTo>
                  <a:pt x="183" y="111"/>
                  <a:pt x="182" y="111"/>
                  <a:pt x="182" y="111"/>
                </a:cubicBezTo>
                <a:cubicBezTo>
                  <a:pt x="182" y="111"/>
                  <a:pt x="182" y="111"/>
                  <a:pt x="182" y="111"/>
                </a:cubicBezTo>
                <a:cubicBezTo>
                  <a:pt x="182" y="109"/>
                  <a:pt x="182" y="109"/>
                  <a:pt x="182" y="109"/>
                </a:cubicBezTo>
                <a:cubicBezTo>
                  <a:pt x="181" y="109"/>
                  <a:pt x="181" y="109"/>
                  <a:pt x="181" y="109"/>
                </a:cubicBezTo>
                <a:cubicBezTo>
                  <a:pt x="181" y="108"/>
                  <a:pt x="181" y="108"/>
                  <a:pt x="181" y="108"/>
                </a:cubicBezTo>
                <a:cubicBezTo>
                  <a:pt x="181" y="108"/>
                  <a:pt x="181" y="108"/>
                  <a:pt x="180" y="108"/>
                </a:cubicBezTo>
                <a:cubicBezTo>
                  <a:pt x="180" y="108"/>
                  <a:pt x="180" y="108"/>
                  <a:pt x="180" y="108"/>
                </a:cubicBezTo>
                <a:cubicBezTo>
                  <a:pt x="180" y="107"/>
                  <a:pt x="180" y="107"/>
                  <a:pt x="180" y="107"/>
                </a:cubicBezTo>
                <a:cubicBezTo>
                  <a:pt x="180" y="107"/>
                  <a:pt x="180" y="106"/>
                  <a:pt x="179" y="106"/>
                </a:cubicBezTo>
                <a:cubicBezTo>
                  <a:pt x="179" y="106"/>
                  <a:pt x="179" y="106"/>
                  <a:pt x="179" y="106"/>
                </a:cubicBezTo>
                <a:cubicBezTo>
                  <a:pt x="179" y="106"/>
                  <a:pt x="179" y="105"/>
                  <a:pt x="179" y="105"/>
                </a:cubicBezTo>
                <a:cubicBezTo>
                  <a:pt x="179" y="105"/>
                  <a:pt x="178" y="104"/>
                  <a:pt x="178" y="104"/>
                </a:cubicBezTo>
                <a:cubicBezTo>
                  <a:pt x="178" y="104"/>
                  <a:pt x="178" y="104"/>
                  <a:pt x="178" y="104"/>
                </a:cubicBezTo>
                <a:cubicBezTo>
                  <a:pt x="178" y="104"/>
                  <a:pt x="177" y="104"/>
                  <a:pt x="177" y="103"/>
                </a:cubicBezTo>
                <a:cubicBezTo>
                  <a:pt x="177" y="102"/>
                  <a:pt x="177" y="102"/>
                  <a:pt x="177" y="102"/>
                </a:cubicBezTo>
                <a:cubicBezTo>
                  <a:pt x="177" y="102"/>
                  <a:pt x="177" y="102"/>
                  <a:pt x="177" y="102"/>
                </a:cubicBezTo>
                <a:cubicBezTo>
                  <a:pt x="176" y="102"/>
                  <a:pt x="176" y="102"/>
                  <a:pt x="176" y="102"/>
                </a:cubicBezTo>
                <a:cubicBezTo>
                  <a:pt x="176" y="101"/>
                  <a:pt x="176" y="101"/>
                  <a:pt x="176" y="101"/>
                </a:cubicBezTo>
                <a:cubicBezTo>
                  <a:pt x="176" y="100"/>
                  <a:pt x="176" y="100"/>
                  <a:pt x="176" y="100"/>
                </a:cubicBezTo>
                <a:cubicBezTo>
                  <a:pt x="175" y="99"/>
                  <a:pt x="175" y="99"/>
                  <a:pt x="175" y="99"/>
                </a:cubicBezTo>
                <a:cubicBezTo>
                  <a:pt x="175" y="99"/>
                  <a:pt x="175" y="99"/>
                  <a:pt x="174" y="99"/>
                </a:cubicBezTo>
                <a:cubicBezTo>
                  <a:pt x="174" y="98"/>
                  <a:pt x="174" y="98"/>
                  <a:pt x="174" y="98"/>
                </a:cubicBezTo>
                <a:cubicBezTo>
                  <a:pt x="174" y="98"/>
                  <a:pt x="174" y="98"/>
                  <a:pt x="174" y="98"/>
                </a:cubicBezTo>
                <a:cubicBezTo>
                  <a:pt x="174" y="98"/>
                  <a:pt x="174" y="97"/>
                  <a:pt x="173" y="97"/>
                </a:cubicBezTo>
                <a:cubicBezTo>
                  <a:pt x="173" y="97"/>
                  <a:pt x="173" y="97"/>
                  <a:pt x="173" y="96"/>
                </a:cubicBezTo>
                <a:cubicBezTo>
                  <a:pt x="173" y="96"/>
                  <a:pt x="173" y="96"/>
                  <a:pt x="173" y="95"/>
                </a:cubicBezTo>
                <a:cubicBezTo>
                  <a:pt x="173" y="95"/>
                  <a:pt x="173" y="95"/>
                  <a:pt x="172" y="95"/>
                </a:cubicBezTo>
                <a:cubicBezTo>
                  <a:pt x="172" y="95"/>
                  <a:pt x="172" y="95"/>
                  <a:pt x="172" y="95"/>
                </a:cubicBezTo>
                <a:cubicBezTo>
                  <a:pt x="170" y="90"/>
                  <a:pt x="170" y="90"/>
                  <a:pt x="170" y="90"/>
                </a:cubicBezTo>
                <a:cubicBezTo>
                  <a:pt x="226" y="90"/>
                  <a:pt x="226" y="90"/>
                  <a:pt x="226" y="90"/>
                </a:cubicBezTo>
                <a:lnTo>
                  <a:pt x="226" y="136"/>
                </a:lnTo>
                <a:close/>
                <a:moveTo>
                  <a:pt x="183" y="158"/>
                </a:moveTo>
                <a:cubicBezTo>
                  <a:pt x="183" y="157"/>
                  <a:pt x="184" y="157"/>
                  <a:pt x="184" y="156"/>
                </a:cubicBezTo>
                <a:cubicBezTo>
                  <a:pt x="185" y="156"/>
                  <a:pt x="185" y="156"/>
                  <a:pt x="185" y="156"/>
                </a:cubicBezTo>
                <a:cubicBezTo>
                  <a:pt x="186" y="156"/>
                  <a:pt x="186" y="156"/>
                  <a:pt x="186" y="156"/>
                </a:cubicBezTo>
                <a:cubicBezTo>
                  <a:pt x="186" y="156"/>
                  <a:pt x="186" y="156"/>
                  <a:pt x="186" y="155"/>
                </a:cubicBezTo>
                <a:cubicBezTo>
                  <a:pt x="186" y="155"/>
                  <a:pt x="187" y="155"/>
                  <a:pt x="187" y="155"/>
                </a:cubicBezTo>
                <a:cubicBezTo>
                  <a:pt x="187" y="155"/>
                  <a:pt x="188" y="155"/>
                  <a:pt x="188" y="155"/>
                </a:cubicBezTo>
                <a:cubicBezTo>
                  <a:pt x="188" y="155"/>
                  <a:pt x="188" y="154"/>
                  <a:pt x="188" y="154"/>
                </a:cubicBezTo>
                <a:cubicBezTo>
                  <a:pt x="189" y="154"/>
                  <a:pt x="189" y="154"/>
                  <a:pt x="189" y="154"/>
                </a:cubicBezTo>
                <a:cubicBezTo>
                  <a:pt x="189" y="154"/>
                  <a:pt x="189" y="154"/>
                  <a:pt x="190" y="153"/>
                </a:cubicBezTo>
                <a:cubicBezTo>
                  <a:pt x="190" y="153"/>
                  <a:pt x="190" y="153"/>
                  <a:pt x="191" y="153"/>
                </a:cubicBezTo>
                <a:cubicBezTo>
                  <a:pt x="191" y="153"/>
                  <a:pt x="191" y="153"/>
                  <a:pt x="191" y="153"/>
                </a:cubicBezTo>
                <a:cubicBezTo>
                  <a:pt x="191" y="152"/>
                  <a:pt x="191" y="152"/>
                  <a:pt x="192" y="152"/>
                </a:cubicBezTo>
                <a:cubicBezTo>
                  <a:pt x="193" y="152"/>
                  <a:pt x="193" y="152"/>
                  <a:pt x="193" y="152"/>
                </a:cubicBezTo>
                <a:cubicBezTo>
                  <a:pt x="193" y="151"/>
                  <a:pt x="193" y="151"/>
                  <a:pt x="193" y="151"/>
                </a:cubicBezTo>
                <a:cubicBezTo>
                  <a:pt x="194" y="151"/>
                  <a:pt x="194" y="151"/>
                  <a:pt x="194" y="151"/>
                </a:cubicBezTo>
                <a:cubicBezTo>
                  <a:pt x="194" y="151"/>
                  <a:pt x="194" y="151"/>
                  <a:pt x="194" y="151"/>
                </a:cubicBezTo>
                <a:cubicBezTo>
                  <a:pt x="194" y="151"/>
                  <a:pt x="194" y="151"/>
                  <a:pt x="194" y="150"/>
                </a:cubicBezTo>
                <a:cubicBezTo>
                  <a:pt x="195" y="150"/>
                  <a:pt x="195" y="150"/>
                  <a:pt x="195" y="150"/>
                </a:cubicBezTo>
                <a:cubicBezTo>
                  <a:pt x="195" y="150"/>
                  <a:pt x="195" y="150"/>
                  <a:pt x="195" y="150"/>
                </a:cubicBezTo>
                <a:cubicBezTo>
                  <a:pt x="196" y="150"/>
                  <a:pt x="196" y="150"/>
                  <a:pt x="196" y="150"/>
                </a:cubicBezTo>
                <a:cubicBezTo>
                  <a:pt x="196" y="150"/>
                  <a:pt x="196" y="150"/>
                  <a:pt x="196" y="150"/>
                </a:cubicBezTo>
                <a:cubicBezTo>
                  <a:pt x="198" y="151"/>
                  <a:pt x="198" y="152"/>
                  <a:pt x="199" y="153"/>
                </a:cubicBezTo>
                <a:cubicBezTo>
                  <a:pt x="199" y="155"/>
                  <a:pt x="200" y="156"/>
                  <a:pt x="201" y="157"/>
                </a:cubicBezTo>
                <a:cubicBezTo>
                  <a:pt x="201" y="157"/>
                  <a:pt x="201" y="157"/>
                  <a:pt x="201" y="157"/>
                </a:cubicBezTo>
                <a:cubicBezTo>
                  <a:pt x="202" y="157"/>
                  <a:pt x="202" y="157"/>
                  <a:pt x="202" y="158"/>
                </a:cubicBezTo>
                <a:cubicBezTo>
                  <a:pt x="202" y="159"/>
                  <a:pt x="202" y="159"/>
                  <a:pt x="202" y="159"/>
                </a:cubicBezTo>
                <a:cubicBezTo>
                  <a:pt x="202" y="159"/>
                  <a:pt x="202" y="159"/>
                  <a:pt x="202" y="159"/>
                </a:cubicBezTo>
                <a:cubicBezTo>
                  <a:pt x="203" y="159"/>
                  <a:pt x="203" y="159"/>
                  <a:pt x="203" y="159"/>
                </a:cubicBezTo>
                <a:cubicBezTo>
                  <a:pt x="203" y="160"/>
                  <a:pt x="203" y="160"/>
                  <a:pt x="203" y="160"/>
                </a:cubicBezTo>
                <a:cubicBezTo>
                  <a:pt x="203" y="160"/>
                  <a:pt x="203" y="161"/>
                  <a:pt x="204" y="161"/>
                </a:cubicBezTo>
                <a:cubicBezTo>
                  <a:pt x="204" y="161"/>
                  <a:pt x="204" y="161"/>
                  <a:pt x="204" y="161"/>
                </a:cubicBezTo>
                <a:cubicBezTo>
                  <a:pt x="204" y="162"/>
                  <a:pt x="204" y="162"/>
                  <a:pt x="204" y="162"/>
                </a:cubicBezTo>
                <a:cubicBezTo>
                  <a:pt x="205" y="162"/>
                  <a:pt x="205" y="162"/>
                  <a:pt x="205" y="162"/>
                </a:cubicBezTo>
                <a:cubicBezTo>
                  <a:pt x="205" y="162"/>
                  <a:pt x="205" y="162"/>
                  <a:pt x="205" y="163"/>
                </a:cubicBezTo>
                <a:cubicBezTo>
                  <a:pt x="205" y="163"/>
                  <a:pt x="205" y="163"/>
                  <a:pt x="205" y="164"/>
                </a:cubicBezTo>
                <a:cubicBezTo>
                  <a:pt x="205" y="164"/>
                  <a:pt x="205" y="164"/>
                  <a:pt x="206" y="164"/>
                </a:cubicBezTo>
                <a:cubicBezTo>
                  <a:pt x="206" y="164"/>
                  <a:pt x="206" y="164"/>
                  <a:pt x="206" y="164"/>
                </a:cubicBezTo>
                <a:cubicBezTo>
                  <a:pt x="206" y="165"/>
                  <a:pt x="206" y="165"/>
                  <a:pt x="206" y="165"/>
                </a:cubicBezTo>
                <a:cubicBezTo>
                  <a:pt x="207" y="165"/>
                  <a:pt x="207" y="165"/>
                  <a:pt x="207" y="165"/>
                </a:cubicBezTo>
                <a:cubicBezTo>
                  <a:pt x="207" y="166"/>
                  <a:pt x="207" y="166"/>
                  <a:pt x="207" y="166"/>
                </a:cubicBezTo>
                <a:cubicBezTo>
                  <a:pt x="207" y="166"/>
                  <a:pt x="207" y="167"/>
                  <a:pt x="207" y="167"/>
                </a:cubicBezTo>
                <a:cubicBezTo>
                  <a:pt x="208" y="167"/>
                  <a:pt x="208" y="167"/>
                  <a:pt x="208" y="167"/>
                </a:cubicBezTo>
                <a:cubicBezTo>
                  <a:pt x="208" y="167"/>
                  <a:pt x="208" y="167"/>
                  <a:pt x="208" y="167"/>
                </a:cubicBezTo>
                <a:cubicBezTo>
                  <a:pt x="208" y="169"/>
                  <a:pt x="208" y="169"/>
                  <a:pt x="208" y="169"/>
                </a:cubicBezTo>
                <a:cubicBezTo>
                  <a:pt x="209" y="169"/>
                  <a:pt x="209" y="169"/>
                  <a:pt x="209" y="169"/>
                </a:cubicBezTo>
                <a:cubicBezTo>
                  <a:pt x="209" y="169"/>
                  <a:pt x="209" y="169"/>
                  <a:pt x="209" y="169"/>
                </a:cubicBezTo>
                <a:cubicBezTo>
                  <a:pt x="209" y="170"/>
                  <a:pt x="209" y="170"/>
                  <a:pt x="210" y="170"/>
                </a:cubicBezTo>
                <a:cubicBezTo>
                  <a:pt x="210" y="170"/>
                  <a:pt x="210" y="170"/>
                  <a:pt x="210" y="170"/>
                </a:cubicBezTo>
                <a:cubicBezTo>
                  <a:pt x="210" y="170"/>
                  <a:pt x="210" y="171"/>
                  <a:pt x="211" y="171"/>
                </a:cubicBezTo>
                <a:cubicBezTo>
                  <a:pt x="211" y="172"/>
                  <a:pt x="211" y="172"/>
                  <a:pt x="211" y="172"/>
                </a:cubicBezTo>
                <a:cubicBezTo>
                  <a:pt x="211" y="172"/>
                  <a:pt x="211" y="172"/>
                  <a:pt x="211" y="172"/>
                </a:cubicBezTo>
                <a:cubicBezTo>
                  <a:pt x="211" y="172"/>
                  <a:pt x="212" y="172"/>
                  <a:pt x="212" y="172"/>
                </a:cubicBezTo>
                <a:cubicBezTo>
                  <a:pt x="212" y="173"/>
                  <a:pt x="212" y="173"/>
                  <a:pt x="212" y="173"/>
                </a:cubicBezTo>
                <a:cubicBezTo>
                  <a:pt x="212" y="174"/>
                  <a:pt x="212" y="174"/>
                  <a:pt x="212" y="174"/>
                </a:cubicBezTo>
                <a:cubicBezTo>
                  <a:pt x="212" y="174"/>
                  <a:pt x="213" y="174"/>
                  <a:pt x="213" y="174"/>
                </a:cubicBezTo>
                <a:cubicBezTo>
                  <a:pt x="213" y="175"/>
                  <a:pt x="213" y="175"/>
                  <a:pt x="213" y="175"/>
                </a:cubicBezTo>
                <a:cubicBezTo>
                  <a:pt x="213" y="175"/>
                  <a:pt x="213" y="175"/>
                  <a:pt x="213" y="175"/>
                </a:cubicBezTo>
                <a:cubicBezTo>
                  <a:pt x="214" y="175"/>
                  <a:pt x="214" y="176"/>
                  <a:pt x="214" y="176"/>
                </a:cubicBezTo>
                <a:cubicBezTo>
                  <a:pt x="214" y="177"/>
                  <a:pt x="214" y="177"/>
                  <a:pt x="214" y="177"/>
                </a:cubicBezTo>
                <a:cubicBezTo>
                  <a:pt x="214" y="177"/>
                  <a:pt x="214" y="177"/>
                  <a:pt x="214" y="177"/>
                </a:cubicBezTo>
                <a:cubicBezTo>
                  <a:pt x="215" y="177"/>
                  <a:pt x="215" y="177"/>
                  <a:pt x="215" y="177"/>
                </a:cubicBezTo>
                <a:cubicBezTo>
                  <a:pt x="215" y="178"/>
                  <a:pt x="215" y="178"/>
                  <a:pt x="215" y="178"/>
                </a:cubicBezTo>
                <a:cubicBezTo>
                  <a:pt x="215" y="179"/>
                  <a:pt x="215" y="179"/>
                  <a:pt x="216" y="179"/>
                </a:cubicBezTo>
                <a:cubicBezTo>
                  <a:pt x="216" y="179"/>
                  <a:pt x="216" y="179"/>
                  <a:pt x="216" y="179"/>
                </a:cubicBezTo>
                <a:cubicBezTo>
                  <a:pt x="216" y="180"/>
                  <a:pt x="216" y="180"/>
                  <a:pt x="216" y="180"/>
                </a:cubicBezTo>
                <a:cubicBezTo>
                  <a:pt x="216" y="180"/>
                  <a:pt x="216" y="180"/>
                  <a:pt x="217" y="180"/>
                </a:cubicBezTo>
                <a:cubicBezTo>
                  <a:pt x="217" y="180"/>
                  <a:pt x="217" y="180"/>
                  <a:pt x="217" y="181"/>
                </a:cubicBezTo>
                <a:cubicBezTo>
                  <a:pt x="217" y="182"/>
                  <a:pt x="217" y="182"/>
                  <a:pt x="217" y="182"/>
                </a:cubicBezTo>
                <a:cubicBezTo>
                  <a:pt x="217" y="182"/>
                  <a:pt x="218" y="182"/>
                  <a:pt x="218" y="182"/>
                </a:cubicBezTo>
                <a:cubicBezTo>
                  <a:pt x="218" y="182"/>
                  <a:pt x="218" y="182"/>
                  <a:pt x="218" y="182"/>
                </a:cubicBezTo>
                <a:cubicBezTo>
                  <a:pt x="218" y="183"/>
                  <a:pt x="218" y="183"/>
                  <a:pt x="218" y="183"/>
                </a:cubicBezTo>
                <a:cubicBezTo>
                  <a:pt x="218" y="183"/>
                  <a:pt x="219" y="183"/>
                  <a:pt x="219" y="184"/>
                </a:cubicBezTo>
                <a:cubicBezTo>
                  <a:pt x="219" y="184"/>
                  <a:pt x="219" y="184"/>
                  <a:pt x="219" y="184"/>
                </a:cubicBezTo>
                <a:cubicBezTo>
                  <a:pt x="220" y="185"/>
                  <a:pt x="220" y="186"/>
                  <a:pt x="221" y="187"/>
                </a:cubicBezTo>
                <a:cubicBezTo>
                  <a:pt x="221" y="188"/>
                  <a:pt x="221" y="190"/>
                  <a:pt x="221" y="191"/>
                </a:cubicBezTo>
                <a:cubicBezTo>
                  <a:pt x="221" y="191"/>
                  <a:pt x="221" y="191"/>
                  <a:pt x="221" y="191"/>
                </a:cubicBezTo>
                <a:cubicBezTo>
                  <a:pt x="220" y="192"/>
                  <a:pt x="220" y="192"/>
                  <a:pt x="220" y="193"/>
                </a:cubicBezTo>
                <a:cubicBezTo>
                  <a:pt x="220" y="193"/>
                  <a:pt x="220" y="194"/>
                  <a:pt x="220" y="194"/>
                </a:cubicBezTo>
                <a:cubicBezTo>
                  <a:pt x="219" y="194"/>
                  <a:pt x="219" y="194"/>
                  <a:pt x="219" y="194"/>
                </a:cubicBezTo>
                <a:cubicBezTo>
                  <a:pt x="219" y="195"/>
                  <a:pt x="219" y="195"/>
                  <a:pt x="219" y="195"/>
                </a:cubicBezTo>
                <a:cubicBezTo>
                  <a:pt x="219" y="196"/>
                  <a:pt x="219" y="196"/>
                  <a:pt x="219" y="196"/>
                </a:cubicBezTo>
                <a:cubicBezTo>
                  <a:pt x="218" y="196"/>
                  <a:pt x="218" y="196"/>
                  <a:pt x="218" y="196"/>
                </a:cubicBezTo>
                <a:cubicBezTo>
                  <a:pt x="218" y="198"/>
                  <a:pt x="218" y="198"/>
                  <a:pt x="218" y="198"/>
                </a:cubicBezTo>
                <a:cubicBezTo>
                  <a:pt x="217" y="198"/>
                  <a:pt x="217" y="198"/>
                  <a:pt x="217" y="198"/>
                </a:cubicBezTo>
                <a:cubicBezTo>
                  <a:pt x="217" y="198"/>
                  <a:pt x="216" y="198"/>
                  <a:pt x="216" y="198"/>
                </a:cubicBezTo>
                <a:cubicBezTo>
                  <a:pt x="216" y="198"/>
                  <a:pt x="216" y="199"/>
                  <a:pt x="215" y="199"/>
                </a:cubicBezTo>
                <a:cubicBezTo>
                  <a:pt x="215" y="199"/>
                  <a:pt x="215" y="200"/>
                  <a:pt x="214" y="200"/>
                </a:cubicBezTo>
                <a:cubicBezTo>
                  <a:pt x="214" y="200"/>
                  <a:pt x="213" y="201"/>
                  <a:pt x="212" y="201"/>
                </a:cubicBezTo>
                <a:cubicBezTo>
                  <a:pt x="212" y="202"/>
                  <a:pt x="211" y="202"/>
                  <a:pt x="209" y="202"/>
                </a:cubicBezTo>
                <a:cubicBezTo>
                  <a:pt x="208" y="203"/>
                  <a:pt x="207" y="203"/>
                  <a:pt x="206" y="203"/>
                </a:cubicBezTo>
                <a:cubicBezTo>
                  <a:pt x="205" y="203"/>
                  <a:pt x="204" y="203"/>
                  <a:pt x="203" y="202"/>
                </a:cubicBezTo>
                <a:cubicBezTo>
                  <a:pt x="203" y="202"/>
                  <a:pt x="203" y="202"/>
                  <a:pt x="203" y="202"/>
                </a:cubicBezTo>
                <a:cubicBezTo>
                  <a:pt x="203" y="202"/>
                  <a:pt x="202" y="202"/>
                  <a:pt x="202" y="202"/>
                </a:cubicBezTo>
                <a:cubicBezTo>
                  <a:pt x="201" y="202"/>
                  <a:pt x="201" y="201"/>
                  <a:pt x="200" y="201"/>
                </a:cubicBezTo>
                <a:cubicBezTo>
                  <a:pt x="200" y="201"/>
                  <a:pt x="199" y="200"/>
                  <a:pt x="199" y="200"/>
                </a:cubicBezTo>
                <a:cubicBezTo>
                  <a:pt x="198" y="199"/>
                  <a:pt x="198" y="199"/>
                  <a:pt x="197" y="198"/>
                </a:cubicBezTo>
                <a:cubicBezTo>
                  <a:pt x="197" y="198"/>
                  <a:pt x="197" y="198"/>
                  <a:pt x="197" y="198"/>
                </a:cubicBezTo>
                <a:cubicBezTo>
                  <a:pt x="197" y="198"/>
                  <a:pt x="197" y="198"/>
                  <a:pt x="196" y="198"/>
                </a:cubicBezTo>
                <a:cubicBezTo>
                  <a:pt x="196" y="196"/>
                  <a:pt x="196" y="196"/>
                  <a:pt x="196" y="196"/>
                </a:cubicBezTo>
                <a:cubicBezTo>
                  <a:pt x="196" y="196"/>
                  <a:pt x="196" y="196"/>
                  <a:pt x="196" y="196"/>
                </a:cubicBezTo>
                <a:cubicBezTo>
                  <a:pt x="196" y="195"/>
                  <a:pt x="196" y="195"/>
                  <a:pt x="196" y="195"/>
                </a:cubicBezTo>
                <a:cubicBezTo>
                  <a:pt x="196" y="194"/>
                  <a:pt x="195" y="194"/>
                  <a:pt x="195" y="194"/>
                </a:cubicBezTo>
                <a:cubicBezTo>
                  <a:pt x="195" y="194"/>
                  <a:pt x="195" y="194"/>
                  <a:pt x="195" y="194"/>
                </a:cubicBezTo>
                <a:cubicBezTo>
                  <a:pt x="195" y="192"/>
                  <a:pt x="195" y="192"/>
                  <a:pt x="195" y="192"/>
                </a:cubicBezTo>
                <a:cubicBezTo>
                  <a:pt x="194" y="192"/>
                  <a:pt x="194" y="192"/>
                  <a:pt x="194" y="192"/>
                </a:cubicBezTo>
                <a:cubicBezTo>
                  <a:pt x="194" y="192"/>
                  <a:pt x="194" y="191"/>
                  <a:pt x="194" y="191"/>
                </a:cubicBezTo>
                <a:cubicBezTo>
                  <a:pt x="194" y="191"/>
                  <a:pt x="194" y="190"/>
                  <a:pt x="194" y="190"/>
                </a:cubicBezTo>
                <a:cubicBezTo>
                  <a:pt x="193" y="190"/>
                  <a:pt x="193" y="190"/>
                  <a:pt x="193" y="190"/>
                </a:cubicBezTo>
                <a:cubicBezTo>
                  <a:pt x="193" y="188"/>
                  <a:pt x="193" y="188"/>
                  <a:pt x="193" y="188"/>
                </a:cubicBezTo>
                <a:cubicBezTo>
                  <a:pt x="193" y="188"/>
                  <a:pt x="193" y="188"/>
                  <a:pt x="193" y="188"/>
                </a:cubicBezTo>
                <a:cubicBezTo>
                  <a:pt x="192" y="188"/>
                  <a:pt x="192" y="187"/>
                  <a:pt x="192" y="187"/>
                </a:cubicBezTo>
                <a:cubicBezTo>
                  <a:pt x="192" y="187"/>
                  <a:pt x="192" y="186"/>
                  <a:pt x="192" y="186"/>
                </a:cubicBezTo>
                <a:cubicBezTo>
                  <a:pt x="192" y="186"/>
                  <a:pt x="192" y="186"/>
                  <a:pt x="192" y="186"/>
                </a:cubicBezTo>
                <a:cubicBezTo>
                  <a:pt x="192" y="184"/>
                  <a:pt x="192" y="184"/>
                  <a:pt x="192" y="184"/>
                </a:cubicBezTo>
                <a:cubicBezTo>
                  <a:pt x="191" y="184"/>
                  <a:pt x="191" y="184"/>
                  <a:pt x="191" y="184"/>
                </a:cubicBezTo>
                <a:cubicBezTo>
                  <a:pt x="191" y="183"/>
                  <a:pt x="191" y="183"/>
                  <a:pt x="191" y="183"/>
                </a:cubicBezTo>
                <a:cubicBezTo>
                  <a:pt x="190" y="183"/>
                  <a:pt x="190" y="183"/>
                  <a:pt x="190" y="183"/>
                </a:cubicBezTo>
                <a:cubicBezTo>
                  <a:pt x="190" y="183"/>
                  <a:pt x="190" y="183"/>
                  <a:pt x="190" y="182"/>
                </a:cubicBezTo>
                <a:cubicBezTo>
                  <a:pt x="190" y="182"/>
                  <a:pt x="190" y="182"/>
                  <a:pt x="190" y="181"/>
                </a:cubicBezTo>
                <a:cubicBezTo>
                  <a:pt x="189" y="181"/>
                  <a:pt x="189" y="181"/>
                  <a:pt x="189" y="181"/>
                </a:cubicBezTo>
                <a:cubicBezTo>
                  <a:pt x="189" y="180"/>
                  <a:pt x="189" y="180"/>
                  <a:pt x="189" y="180"/>
                </a:cubicBezTo>
                <a:cubicBezTo>
                  <a:pt x="189" y="180"/>
                  <a:pt x="189" y="180"/>
                  <a:pt x="189" y="180"/>
                </a:cubicBezTo>
                <a:cubicBezTo>
                  <a:pt x="189" y="179"/>
                  <a:pt x="189" y="179"/>
                  <a:pt x="188" y="178"/>
                </a:cubicBezTo>
                <a:cubicBezTo>
                  <a:pt x="188" y="178"/>
                  <a:pt x="188" y="178"/>
                  <a:pt x="188" y="177"/>
                </a:cubicBezTo>
                <a:cubicBezTo>
                  <a:pt x="188" y="177"/>
                  <a:pt x="188" y="177"/>
                  <a:pt x="188" y="177"/>
                </a:cubicBezTo>
                <a:cubicBezTo>
                  <a:pt x="188" y="176"/>
                  <a:pt x="188" y="176"/>
                  <a:pt x="188" y="176"/>
                </a:cubicBezTo>
                <a:cubicBezTo>
                  <a:pt x="187" y="176"/>
                  <a:pt x="187" y="176"/>
                  <a:pt x="187" y="176"/>
                </a:cubicBezTo>
                <a:cubicBezTo>
                  <a:pt x="187" y="175"/>
                  <a:pt x="187" y="175"/>
                  <a:pt x="187" y="175"/>
                </a:cubicBezTo>
                <a:cubicBezTo>
                  <a:pt x="187" y="174"/>
                  <a:pt x="187" y="174"/>
                  <a:pt x="187" y="173"/>
                </a:cubicBezTo>
                <a:cubicBezTo>
                  <a:pt x="186" y="173"/>
                  <a:pt x="186" y="173"/>
                  <a:pt x="186" y="173"/>
                </a:cubicBezTo>
                <a:cubicBezTo>
                  <a:pt x="186" y="172"/>
                  <a:pt x="186" y="172"/>
                  <a:pt x="186" y="172"/>
                </a:cubicBezTo>
                <a:cubicBezTo>
                  <a:pt x="185" y="172"/>
                  <a:pt x="185" y="172"/>
                  <a:pt x="185" y="172"/>
                </a:cubicBezTo>
                <a:cubicBezTo>
                  <a:pt x="185" y="171"/>
                  <a:pt x="185" y="171"/>
                  <a:pt x="185" y="171"/>
                </a:cubicBezTo>
                <a:cubicBezTo>
                  <a:pt x="185" y="171"/>
                  <a:pt x="185" y="171"/>
                  <a:pt x="185" y="171"/>
                </a:cubicBezTo>
                <a:cubicBezTo>
                  <a:pt x="185" y="170"/>
                  <a:pt x="185" y="170"/>
                  <a:pt x="185" y="169"/>
                </a:cubicBezTo>
                <a:cubicBezTo>
                  <a:pt x="185" y="169"/>
                  <a:pt x="184" y="168"/>
                  <a:pt x="184" y="168"/>
                </a:cubicBezTo>
                <a:cubicBezTo>
                  <a:pt x="184" y="168"/>
                  <a:pt x="184" y="168"/>
                  <a:pt x="184" y="168"/>
                </a:cubicBezTo>
                <a:cubicBezTo>
                  <a:pt x="184" y="167"/>
                  <a:pt x="184" y="167"/>
                  <a:pt x="184" y="167"/>
                </a:cubicBezTo>
                <a:cubicBezTo>
                  <a:pt x="183" y="167"/>
                  <a:pt x="183" y="167"/>
                  <a:pt x="183" y="167"/>
                </a:cubicBezTo>
                <a:cubicBezTo>
                  <a:pt x="183" y="166"/>
                  <a:pt x="183" y="166"/>
                  <a:pt x="183" y="166"/>
                </a:cubicBezTo>
                <a:cubicBezTo>
                  <a:pt x="183" y="165"/>
                  <a:pt x="183" y="165"/>
                  <a:pt x="183" y="164"/>
                </a:cubicBezTo>
                <a:cubicBezTo>
                  <a:pt x="182" y="164"/>
                  <a:pt x="182" y="164"/>
                  <a:pt x="182" y="164"/>
                </a:cubicBezTo>
                <a:cubicBezTo>
                  <a:pt x="182" y="163"/>
                  <a:pt x="181" y="162"/>
                  <a:pt x="181" y="162"/>
                </a:cubicBezTo>
                <a:cubicBezTo>
                  <a:pt x="181" y="161"/>
                  <a:pt x="181" y="160"/>
                  <a:pt x="181" y="159"/>
                </a:cubicBezTo>
                <a:cubicBezTo>
                  <a:pt x="181" y="159"/>
                  <a:pt x="182" y="158"/>
                  <a:pt x="183" y="15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30" name="Freeform 132"/>
          <p:cNvSpPr>
            <a:spLocks noEditPoints="1"/>
          </p:cNvSpPr>
          <p:nvPr/>
        </p:nvSpPr>
        <p:spPr bwMode="auto">
          <a:xfrm>
            <a:off x="8998556" y="4441987"/>
            <a:ext cx="284496" cy="269293"/>
          </a:xfrm>
          <a:custGeom>
            <a:avLst/>
            <a:gdLst>
              <a:gd name="T0" fmla="*/ 37 w 199"/>
              <a:gd name="T1" fmla="*/ 3 h 187"/>
              <a:gd name="T2" fmla="*/ 47 w 199"/>
              <a:gd name="T3" fmla="*/ 12 h 187"/>
              <a:gd name="T4" fmla="*/ 48 w 199"/>
              <a:gd name="T5" fmla="*/ 15 h 187"/>
              <a:gd name="T6" fmla="*/ 49 w 199"/>
              <a:gd name="T7" fmla="*/ 18 h 187"/>
              <a:gd name="T8" fmla="*/ 48 w 199"/>
              <a:gd name="T9" fmla="*/ 28 h 187"/>
              <a:gd name="T10" fmla="*/ 45 w 199"/>
              <a:gd name="T11" fmla="*/ 35 h 187"/>
              <a:gd name="T12" fmla="*/ 41 w 199"/>
              <a:gd name="T13" fmla="*/ 38 h 187"/>
              <a:gd name="T14" fmla="*/ 39 w 199"/>
              <a:gd name="T15" fmla="*/ 40 h 187"/>
              <a:gd name="T16" fmla="*/ 38 w 199"/>
              <a:gd name="T17" fmla="*/ 42 h 187"/>
              <a:gd name="T18" fmla="*/ 23 w 199"/>
              <a:gd name="T19" fmla="*/ 44 h 187"/>
              <a:gd name="T20" fmla="*/ 5 w 199"/>
              <a:gd name="T21" fmla="*/ 36 h 187"/>
              <a:gd name="T22" fmla="*/ 0 w 199"/>
              <a:gd name="T23" fmla="*/ 22 h 187"/>
              <a:gd name="T24" fmla="*/ 2 w 199"/>
              <a:gd name="T25" fmla="*/ 13 h 187"/>
              <a:gd name="T26" fmla="*/ 6 w 199"/>
              <a:gd name="T27" fmla="*/ 8 h 187"/>
              <a:gd name="T28" fmla="*/ 8 w 199"/>
              <a:gd name="T29" fmla="*/ 5 h 187"/>
              <a:gd name="T30" fmla="*/ 10 w 199"/>
              <a:gd name="T31" fmla="*/ 4 h 187"/>
              <a:gd name="T32" fmla="*/ 13 w 199"/>
              <a:gd name="T33" fmla="*/ 3 h 187"/>
              <a:gd name="T34" fmla="*/ 15 w 199"/>
              <a:gd name="T35" fmla="*/ 2 h 187"/>
              <a:gd name="T36" fmla="*/ 19 w 199"/>
              <a:gd name="T37" fmla="*/ 1 h 187"/>
              <a:gd name="T38" fmla="*/ 30 w 199"/>
              <a:gd name="T39" fmla="*/ 1 h 187"/>
              <a:gd name="T40" fmla="*/ 46 w 199"/>
              <a:gd name="T41" fmla="*/ 187 h 187"/>
              <a:gd name="T42" fmla="*/ 2 w 199"/>
              <a:gd name="T43" fmla="*/ 179 h 187"/>
              <a:gd name="T44" fmla="*/ 2 w 199"/>
              <a:gd name="T45" fmla="*/ 157 h 187"/>
              <a:gd name="T46" fmla="*/ 2 w 199"/>
              <a:gd name="T47" fmla="*/ 61 h 187"/>
              <a:gd name="T48" fmla="*/ 155 w 199"/>
              <a:gd name="T49" fmla="*/ 187 h 187"/>
              <a:gd name="T50" fmla="*/ 155 w 199"/>
              <a:gd name="T51" fmla="*/ 124 h 187"/>
              <a:gd name="T52" fmla="*/ 154 w 199"/>
              <a:gd name="T53" fmla="*/ 107 h 187"/>
              <a:gd name="T54" fmla="*/ 151 w 199"/>
              <a:gd name="T55" fmla="*/ 100 h 187"/>
              <a:gd name="T56" fmla="*/ 150 w 199"/>
              <a:gd name="T57" fmla="*/ 98 h 187"/>
              <a:gd name="T58" fmla="*/ 146 w 199"/>
              <a:gd name="T59" fmla="*/ 96 h 187"/>
              <a:gd name="T60" fmla="*/ 145 w 199"/>
              <a:gd name="T61" fmla="*/ 94 h 187"/>
              <a:gd name="T62" fmla="*/ 134 w 199"/>
              <a:gd name="T63" fmla="*/ 91 h 187"/>
              <a:gd name="T64" fmla="*/ 124 w 199"/>
              <a:gd name="T65" fmla="*/ 94 h 187"/>
              <a:gd name="T66" fmla="*/ 117 w 199"/>
              <a:gd name="T67" fmla="*/ 99 h 187"/>
              <a:gd name="T68" fmla="*/ 113 w 199"/>
              <a:gd name="T69" fmla="*/ 101 h 187"/>
              <a:gd name="T70" fmla="*/ 110 w 199"/>
              <a:gd name="T71" fmla="*/ 115 h 187"/>
              <a:gd name="T72" fmla="*/ 109 w 199"/>
              <a:gd name="T73" fmla="*/ 132 h 187"/>
              <a:gd name="T74" fmla="*/ 67 w 199"/>
              <a:gd name="T75" fmla="*/ 187 h 187"/>
              <a:gd name="T76" fmla="*/ 109 w 199"/>
              <a:gd name="T77" fmla="*/ 61 h 187"/>
              <a:gd name="T78" fmla="*/ 110 w 199"/>
              <a:gd name="T79" fmla="*/ 78 h 187"/>
              <a:gd name="T80" fmla="*/ 135 w 199"/>
              <a:gd name="T81" fmla="*/ 59 h 187"/>
              <a:gd name="T82" fmla="*/ 151 w 199"/>
              <a:gd name="T83" fmla="*/ 58 h 187"/>
              <a:gd name="T84" fmla="*/ 172 w 199"/>
              <a:gd name="T85" fmla="*/ 63 h 187"/>
              <a:gd name="T86" fmla="*/ 184 w 199"/>
              <a:gd name="T87" fmla="*/ 73 h 187"/>
              <a:gd name="T88" fmla="*/ 188 w 199"/>
              <a:gd name="T89" fmla="*/ 76 h 187"/>
              <a:gd name="T90" fmla="*/ 189 w 199"/>
              <a:gd name="T91" fmla="*/ 78 h 187"/>
              <a:gd name="T92" fmla="*/ 190 w 199"/>
              <a:gd name="T93" fmla="*/ 81 h 187"/>
              <a:gd name="T94" fmla="*/ 192 w 199"/>
              <a:gd name="T95" fmla="*/ 84 h 187"/>
              <a:gd name="T96" fmla="*/ 194 w 199"/>
              <a:gd name="T97" fmla="*/ 87 h 187"/>
              <a:gd name="T98" fmla="*/ 196 w 199"/>
              <a:gd name="T99" fmla="*/ 94 h 187"/>
              <a:gd name="T100" fmla="*/ 198 w 199"/>
              <a:gd name="T101" fmla="*/ 112 h 187"/>
              <a:gd name="T102" fmla="*/ 199 w 199"/>
              <a:gd name="T103" fmla="*/ 187 h 1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99" h="187">
                <a:moveTo>
                  <a:pt x="30" y="1"/>
                </a:moveTo>
                <a:cubicBezTo>
                  <a:pt x="32" y="1"/>
                  <a:pt x="35" y="2"/>
                  <a:pt x="37" y="3"/>
                </a:cubicBezTo>
                <a:cubicBezTo>
                  <a:pt x="39" y="4"/>
                  <a:pt x="41" y="5"/>
                  <a:pt x="43" y="7"/>
                </a:cubicBezTo>
                <a:cubicBezTo>
                  <a:pt x="45" y="8"/>
                  <a:pt x="46" y="10"/>
                  <a:pt x="47" y="12"/>
                </a:cubicBezTo>
                <a:cubicBezTo>
                  <a:pt x="47" y="15"/>
                  <a:pt x="47" y="15"/>
                  <a:pt x="47" y="15"/>
                </a:cubicBezTo>
                <a:cubicBezTo>
                  <a:pt x="48" y="15"/>
                  <a:pt x="48" y="15"/>
                  <a:pt x="48" y="15"/>
                </a:cubicBezTo>
                <a:cubicBezTo>
                  <a:pt x="48" y="18"/>
                  <a:pt x="48" y="18"/>
                  <a:pt x="48" y="18"/>
                </a:cubicBezTo>
                <a:cubicBezTo>
                  <a:pt x="49" y="18"/>
                  <a:pt x="49" y="18"/>
                  <a:pt x="49" y="18"/>
                </a:cubicBezTo>
                <a:cubicBezTo>
                  <a:pt x="50" y="19"/>
                  <a:pt x="50" y="21"/>
                  <a:pt x="49" y="22"/>
                </a:cubicBezTo>
                <a:cubicBezTo>
                  <a:pt x="49" y="24"/>
                  <a:pt x="49" y="26"/>
                  <a:pt x="48" y="28"/>
                </a:cubicBezTo>
                <a:cubicBezTo>
                  <a:pt x="48" y="29"/>
                  <a:pt x="47" y="31"/>
                  <a:pt x="47" y="32"/>
                </a:cubicBezTo>
                <a:cubicBezTo>
                  <a:pt x="46" y="34"/>
                  <a:pt x="45" y="35"/>
                  <a:pt x="45" y="35"/>
                </a:cubicBezTo>
                <a:cubicBezTo>
                  <a:pt x="44" y="36"/>
                  <a:pt x="44" y="36"/>
                  <a:pt x="43" y="37"/>
                </a:cubicBezTo>
                <a:cubicBezTo>
                  <a:pt x="42" y="37"/>
                  <a:pt x="42" y="38"/>
                  <a:pt x="41" y="38"/>
                </a:cubicBezTo>
                <a:cubicBezTo>
                  <a:pt x="41" y="40"/>
                  <a:pt x="41" y="40"/>
                  <a:pt x="41" y="40"/>
                </a:cubicBezTo>
                <a:cubicBezTo>
                  <a:pt x="39" y="40"/>
                  <a:pt x="39" y="40"/>
                  <a:pt x="39" y="40"/>
                </a:cubicBezTo>
                <a:cubicBezTo>
                  <a:pt x="39" y="40"/>
                  <a:pt x="38" y="40"/>
                  <a:pt x="38" y="41"/>
                </a:cubicBezTo>
                <a:cubicBezTo>
                  <a:pt x="38" y="41"/>
                  <a:pt x="38" y="41"/>
                  <a:pt x="38" y="42"/>
                </a:cubicBezTo>
                <a:cubicBezTo>
                  <a:pt x="35" y="42"/>
                  <a:pt x="35" y="42"/>
                  <a:pt x="35" y="42"/>
                </a:cubicBezTo>
                <a:cubicBezTo>
                  <a:pt x="31" y="43"/>
                  <a:pt x="27" y="44"/>
                  <a:pt x="23" y="44"/>
                </a:cubicBezTo>
                <a:cubicBezTo>
                  <a:pt x="19" y="44"/>
                  <a:pt x="16" y="43"/>
                  <a:pt x="13" y="42"/>
                </a:cubicBezTo>
                <a:cubicBezTo>
                  <a:pt x="10" y="40"/>
                  <a:pt x="7" y="38"/>
                  <a:pt x="5" y="36"/>
                </a:cubicBezTo>
                <a:cubicBezTo>
                  <a:pt x="3" y="33"/>
                  <a:pt x="1" y="30"/>
                  <a:pt x="0" y="27"/>
                </a:cubicBezTo>
                <a:cubicBezTo>
                  <a:pt x="0" y="25"/>
                  <a:pt x="0" y="24"/>
                  <a:pt x="0" y="22"/>
                </a:cubicBezTo>
                <a:cubicBezTo>
                  <a:pt x="0" y="20"/>
                  <a:pt x="0" y="19"/>
                  <a:pt x="1" y="17"/>
                </a:cubicBezTo>
                <a:cubicBezTo>
                  <a:pt x="1" y="16"/>
                  <a:pt x="2" y="14"/>
                  <a:pt x="2" y="13"/>
                </a:cubicBezTo>
                <a:cubicBezTo>
                  <a:pt x="3" y="12"/>
                  <a:pt x="3" y="11"/>
                  <a:pt x="3" y="9"/>
                </a:cubicBezTo>
                <a:cubicBezTo>
                  <a:pt x="4" y="9"/>
                  <a:pt x="5" y="8"/>
                  <a:pt x="6" y="8"/>
                </a:cubicBezTo>
                <a:cubicBezTo>
                  <a:pt x="6" y="7"/>
                  <a:pt x="7" y="7"/>
                  <a:pt x="8" y="6"/>
                </a:cubicBezTo>
                <a:cubicBezTo>
                  <a:pt x="8" y="5"/>
                  <a:pt x="8" y="5"/>
                  <a:pt x="8" y="5"/>
                </a:cubicBezTo>
                <a:cubicBezTo>
                  <a:pt x="10" y="5"/>
                  <a:pt x="10" y="5"/>
                  <a:pt x="10" y="5"/>
                </a:cubicBezTo>
                <a:cubicBezTo>
                  <a:pt x="10" y="5"/>
                  <a:pt x="10" y="5"/>
                  <a:pt x="10" y="4"/>
                </a:cubicBezTo>
                <a:cubicBezTo>
                  <a:pt x="10" y="4"/>
                  <a:pt x="11" y="4"/>
                  <a:pt x="11" y="3"/>
                </a:cubicBezTo>
                <a:cubicBezTo>
                  <a:pt x="13" y="3"/>
                  <a:pt x="13" y="3"/>
                  <a:pt x="13" y="3"/>
                </a:cubicBezTo>
                <a:cubicBezTo>
                  <a:pt x="13" y="2"/>
                  <a:pt x="13" y="2"/>
                  <a:pt x="13" y="2"/>
                </a:cubicBezTo>
                <a:cubicBezTo>
                  <a:pt x="13" y="2"/>
                  <a:pt x="14" y="2"/>
                  <a:pt x="15" y="2"/>
                </a:cubicBezTo>
                <a:cubicBezTo>
                  <a:pt x="16" y="1"/>
                  <a:pt x="16" y="1"/>
                  <a:pt x="17" y="1"/>
                </a:cubicBezTo>
                <a:cubicBezTo>
                  <a:pt x="18" y="1"/>
                  <a:pt x="19" y="1"/>
                  <a:pt x="19" y="1"/>
                </a:cubicBezTo>
                <a:cubicBezTo>
                  <a:pt x="20" y="1"/>
                  <a:pt x="21" y="1"/>
                  <a:pt x="21" y="0"/>
                </a:cubicBezTo>
                <a:cubicBezTo>
                  <a:pt x="24" y="0"/>
                  <a:pt x="27" y="0"/>
                  <a:pt x="30" y="1"/>
                </a:cubicBezTo>
                <a:close/>
                <a:moveTo>
                  <a:pt x="46" y="61"/>
                </a:moveTo>
                <a:cubicBezTo>
                  <a:pt x="46" y="187"/>
                  <a:pt x="46" y="187"/>
                  <a:pt x="46" y="187"/>
                </a:cubicBezTo>
                <a:cubicBezTo>
                  <a:pt x="3" y="187"/>
                  <a:pt x="3" y="187"/>
                  <a:pt x="3" y="187"/>
                </a:cubicBezTo>
                <a:cubicBezTo>
                  <a:pt x="3" y="185"/>
                  <a:pt x="2" y="182"/>
                  <a:pt x="2" y="179"/>
                </a:cubicBezTo>
                <a:cubicBezTo>
                  <a:pt x="2" y="175"/>
                  <a:pt x="2" y="172"/>
                  <a:pt x="2" y="168"/>
                </a:cubicBezTo>
                <a:cubicBezTo>
                  <a:pt x="2" y="164"/>
                  <a:pt x="2" y="161"/>
                  <a:pt x="2" y="157"/>
                </a:cubicBezTo>
                <a:cubicBezTo>
                  <a:pt x="2" y="153"/>
                  <a:pt x="2" y="150"/>
                  <a:pt x="2" y="148"/>
                </a:cubicBezTo>
                <a:cubicBezTo>
                  <a:pt x="2" y="61"/>
                  <a:pt x="2" y="61"/>
                  <a:pt x="2" y="61"/>
                </a:cubicBezTo>
                <a:lnTo>
                  <a:pt x="46" y="61"/>
                </a:lnTo>
                <a:close/>
                <a:moveTo>
                  <a:pt x="155" y="187"/>
                </a:moveTo>
                <a:cubicBezTo>
                  <a:pt x="155" y="133"/>
                  <a:pt x="155" y="133"/>
                  <a:pt x="155" y="133"/>
                </a:cubicBezTo>
                <a:cubicBezTo>
                  <a:pt x="155" y="130"/>
                  <a:pt x="155" y="127"/>
                  <a:pt x="155" y="124"/>
                </a:cubicBezTo>
                <a:cubicBezTo>
                  <a:pt x="155" y="121"/>
                  <a:pt x="155" y="118"/>
                  <a:pt x="155" y="115"/>
                </a:cubicBezTo>
                <a:cubicBezTo>
                  <a:pt x="155" y="112"/>
                  <a:pt x="155" y="110"/>
                  <a:pt x="154" y="107"/>
                </a:cubicBezTo>
                <a:cubicBezTo>
                  <a:pt x="154" y="105"/>
                  <a:pt x="153" y="102"/>
                  <a:pt x="152" y="101"/>
                </a:cubicBezTo>
                <a:cubicBezTo>
                  <a:pt x="151" y="101"/>
                  <a:pt x="151" y="100"/>
                  <a:pt x="151" y="100"/>
                </a:cubicBezTo>
                <a:cubicBezTo>
                  <a:pt x="151" y="100"/>
                  <a:pt x="150" y="100"/>
                  <a:pt x="150" y="100"/>
                </a:cubicBezTo>
                <a:cubicBezTo>
                  <a:pt x="150" y="98"/>
                  <a:pt x="150" y="98"/>
                  <a:pt x="150" y="98"/>
                </a:cubicBezTo>
                <a:cubicBezTo>
                  <a:pt x="148" y="96"/>
                  <a:pt x="148" y="96"/>
                  <a:pt x="148" y="96"/>
                </a:cubicBezTo>
                <a:cubicBezTo>
                  <a:pt x="146" y="96"/>
                  <a:pt x="146" y="96"/>
                  <a:pt x="146" y="96"/>
                </a:cubicBezTo>
                <a:cubicBezTo>
                  <a:pt x="146" y="95"/>
                  <a:pt x="145" y="95"/>
                  <a:pt x="145" y="94"/>
                </a:cubicBezTo>
                <a:cubicBezTo>
                  <a:pt x="145" y="94"/>
                  <a:pt x="145" y="94"/>
                  <a:pt x="145" y="94"/>
                </a:cubicBezTo>
                <a:cubicBezTo>
                  <a:pt x="144" y="93"/>
                  <a:pt x="142" y="92"/>
                  <a:pt x="140" y="92"/>
                </a:cubicBezTo>
                <a:cubicBezTo>
                  <a:pt x="138" y="92"/>
                  <a:pt x="136" y="91"/>
                  <a:pt x="134" y="91"/>
                </a:cubicBezTo>
                <a:cubicBezTo>
                  <a:pt x="132" y="91"/>
                  <a:pt x="130" y="91"/>
                  <a:pt x="128" y="92"/>
                </a:cubicBezTo>
                <a:cubicBezTo>
                  <a:pt x="126" y="92"/>
                  <a:pt x="125" y="93"/>
                  <a:pt x="124" y="94"/>
                </a:cubicBezTo>
                <a:cubicBezTo>
                  <a:pt x="122" y="94"/>
                  <a:pt x="121" y="95"/>
                  <a:pt x="120" y="96"/>
                </a:cubicBezTo>
                <a:cubicBezTo>
                  <a:pt x="119" y="96"/>
                  <a:pt x="118" y="98"/>
                  <a:pt x="117" y="99"/>
                </a:cubicBezTo>
                <a:cubicBezTo>
                  <a:pt x="116" y="99"/>
                  <a:pt x="116" y="99"/>
                  <a:pt x="115" y="100"/>
                </a:cubicBezTo>
                <a:cubicBezTo>
                  <a:pt x="114" y="100"/>
                  <a:pt x="114" y="100"/>
                  <a:pt x="113" y="101"/>
                </a:cubicBezTo>
                <a:cubicBezTo>
                  <a:pt x="112" y="103"/>
                  <a:pt x="111" y="105"/>
                  <a:pt x="111" y="107"/>
                </a:cubicBezTo>
                <a:cubicBezTo>
                  <a:pt x="110" y="109"/>
                  <a:pt x="110" y="112"/>
                  <a:pt x="110" y="115"/>
                </a:cubicBezTo>
                <a:cubicBezTo>
                  <a:pt x="109" y="117"/>
                  <a:pt x="109" y="120"/>
                  <a:pt x="109" y="123"/>
                </a:cubicBezTo>
                <a:cubicBezTo>
                  <a:pt x="109" y="126"/>
                  <a:pt x="109" y="129"/>
                  <a:pt x="109" y="132"/>
                </a:cubicBezTo>
                <a:cubicBezTo>
                  <a:pt x="109" y="187"/>
                  <a:pt x="109" y="187"/>
                  <a:pt x="109" y="187"/>
                </a:cubicBezTo>
                <a:cubicBezTo>
                  <a:pt x="67" y="187"/>
                  <a:pt x="67" y="187"/>
                  <a:pt x="67" y="187"/>
                </a:cubicBezTo>
                <a:cubicBezTo>
                  <a:pt x="67" y="61"/>
                  <a:pt x="67" y="61"/>
                  <a:pt x="67" y="61"/>
                </a:cubicBezTo>
                <a:cubicBezTo>
                  <a:pt x="109" y="61"/>
                  <a:pt x="109" y="61"/>
                  <a:pt x="109" y="61"/>
                </a:cubicBezTo>
                <a:cubicBezTo>
                  <a:pt x="109" y="78"/>
                  <a:pt x="109" y="78"/>
                  <a:pt x="109" y="78"/>
                </a:cubicBezTo>
                <a:cubicBezTo>
                  <a:pt x="110" y="78"/>
                  <a:pt x="110" y="78"/>
                  <a:pt x="110" y="78"/>
                </a:cubicBezTo>
                <a:cubicBezTo>
                  <a:pt x="113" y="73"/>
                  <a:pt x="116" y="70"/>
                  <a:pt x="121" y="67"/>
                </a:cubicBezTo>
                <a:cubicBezTo>
                  <a:pt x="125" y="63"/>
                  <a:pt x="130" y="61"/>
                  <a:pt x="135" y="59"/>
                </a:cubicBezTo>
                <a:cubicBezTo>
                  <a:pt x="140" y="59"/>
                  <a:pt x="140" y="59"/>
                  <a:pt x="140" y="59"/>
                </a:cubicBezTo>
                <a:cubicBezTo>
                  <a:pt x="144" y="58"/>
                  <a:pt x="147" y="58"/>
                  <a:pt x="151" y="58"/>
                </a:cubicBezTo>
                <a:cubicBezTo>
                  <a:pt x="155" y="58"/>
                  <a:pt x="158" y="59"/>
                  <a:pt x="162" y="59"/>
                </a:cubicBezTo>
                <a:cubicBezTo>
                  <a:pt x="165" y="60"/>
                  <a:pt x="169" y="61"/>
                  <a:pt x="172" y="63"/>
                </a:cubicBezTo>
                <a:cubicBezTo>
                  <a:pt x="175" y="64"/>
                  <a:pt x="177" y="65"/>
                  <a:pt x="179" y="66"/>
                </a:cubicBezTo>
                <a:cubicBezTo>
                  <a:pt x="184" y="73"/>
                  <a:pt x="184" y="73"/>
                  <a:pt x="184" y="73"/>
                </a:cubicBezTo>
                <a:cubicBezTo>
                  <a:pt x="185" y="73"/>
                  <a:pt x="185" y="74"/>
                  <a:pt x="186" y="74"/>
                </a:cubicBezTo>
                <a:cubicBezTo>
                  <a:pt x="187" y="75"/>
                  <a:pt x="188" y="75"/>
                  <a:pt x="188" y="76"/>
                </a:cubicBezTo>
                <a:cubicBezTo>
                  <a:pt x="188" y="78"/>
                  <a:pt x="188" y="78"/>
                  <a:pt x="188" y="78"/>
                </a:cubicBezTo>
                <a:cubicBezTo>
                  <a:pt x="189" y="78"/>
                  <a:pt x="189" y="78"/>
                  <a:pt x="189" y="78"/>
                </a:cubicBezTo>
                <a:cubicBezTo>
                  <a:pt x="190" y="79"/>
                  <a:pt x="190" y="79"/>
                  <a:pt x="190" y="79"/>
                </a:cubicBezTo>
                <a:cubicBezTo>
                  <a:pt x="190" y="81"/>
                  <a:pt x="190" y="81"/>
                  <a:pt x="190" y="81"/>
                </a:cubicBezTo>
                <a:cubicBezTo>
                  <a:pt x="191" y="81"/>
                  <a:pt x="191" y="81"/>
                  <a:pt x="191" y="81"/>
                </a:cubicBezTo>
                <a:cubicBezTo>
                  <a:pt x="192" y="82"/>
                  <a:pt x="192" y="83"/>
                  <a:pt x="192" y="84"/>
                </a:cubicBezTo>
                <a:cubicBezTo>
                  <a:pt x="193" y="85"/>
                  <a:pt x="193" y="86"/>
                  <a:pt x="193" y="87"/>
                </a:cubicBezTo>
                <a:cubicBezTo>
                  <a:pt x="194" y="87"/>
                  <a:pt x="194" y="87"/>
                  <a:pt x="194" y="87"/>
                </a:cubicBezTo>
                <a:cubicBezTo>
                  <a:pt x="196" y="94"/>
                  <a:pt x="196" y="94"/>
                  <a:pt x="196" y="94"/>
                </a:cubicBezTo>
                <a:cubicBezTo>
                  <a:pt x="196" y="94"/>
                  <a:pt x="196" y="94"/>
                  <a:pt x="196" y="94"/>
                </a:cubicBezTo>
                <a:cubicBezTo>
                  <a:pt x="196" y="99"/>
                  <a:pt x="196" y="99"/>
                  <a:pt x="196" y="99"/>
                </a:cubicBezTo>
                <a:cubicBezTo>
                  <a:pt x="198" y="103"/>
                  <a:pt x="198" y="107"/>
                  <a:pt x="198" y="112"/>
                </a:cubicBezTo>
                <a:cubicBezTo>
                  <a:pt x="198" y="117"/>
                  <a:pt x="199" y="122"/>
                  <a:pt x="199" y="128"/>
                </a:cubicBezTo>
                <a:cubicBezTo>
                  <a:pt x="199" y="187"/>
                  <a:pt x="199" y="187"/>
                  <a:pt x="199" y="187"/>
                </a:cubicBezTo>
                <a:lnTo>
                  <a:pt x="155" y="18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31" name="Freeform 133"/>
          <p:cNvSpPr>
            <a:spLocks noEditPoints="1"/>
          </p:cNvSpPr>
          <p:nvPr/>
        </p:nvSpPr>
        <p:spPr bwMode="auto">
          <a:xfrm>
            <a:off x="9565376" y="4433300"/>
            <a:ext cx="325757" cy="286667"/>
          </a:xfrm>
          <a:custGeom>
            <a:avLst/>
            <a:gdLst>
              <a:gd name="T0" fmla="*/ 116 w 228"/>
              <a:gd name="T1" fmla="*/ 6 h 199"/>
              <a:gd name="T2" fmla="*/ 101 w 228"/>
              <a:gd name="T3" fmla="*/ 8 h 199"/>
              <a:gd name="T4" fmla="*/ 109 w 228"/>
              <a:gd name="T5" fmla="*/ 18 h 199"/>
              <a:gd name="T6" fmla="*/ 112 w 228"/>
              <a:gd name="T7" fmla="*/ 27 h 199"/>
              <a:gd name="T8" fmla="*/ 112 w 228"/>
              <a:gd name="T9" fmla="*/ 57 h 199"/>
              <a:gd name="T10" fmla="*/ 109 w 228"/>
              <a:gd name="T11" fmla="*/ 65 h 199"/>
              <a:gd name="T12" fmla="*/ 101 w 228"/>
              <a:gd name="T13" fmla="*/ 76 h 199"/>
              <a:gd name="T14" fmla="*/ 86 w 228"/>
              <a:gd name="T15" fmla="*/ 89 h 199"/>
              <a:gd name="T16" fmla="*/ 91 w 228"/>
              <a:gd name="T17" fmla="*/ 102 h 199"/>
              <a:gd name="T18" fmla="*/ 101 w 228"/>
              <a:gd name="T19" fmla="*/ 111 h 199"/>
              <a:gd name="T20" fmla="*/ 111 w 228"/>
              <a:gd name="T21" fmla="*/ 120 h 199"/>
              <a:gd name="T22" fmla="*/ 117 w 228"/>
              <a:gd name="T23" fmla="*/ 127 h 199"/>
              <a:gd name="T24" fmla="*/ 122 w 228"/>
              <a:gd name="T25" fmla="*/ 137 h 199"/>
              <a:gd name="T26" fmla="*/ 122 w 228"/>
              <a:gd name="T27" fmla="*/ 157 h 199"/>
              <a:gd name="T28" fmla="*/ 120 w 228"/>
              <a:gd name="T29" fmla="*/ 168 h 199"/>
              <a:gd name="T30" fmla="*/ 111 w 228"/>
              <a:gd name="T31" fmla="*/ 181 h 199"/>
              <a:gd name="T32" fmla="*/ 101 w 228"/>
              <a:gd name="T33" fmla="*/ 189 h 199"/>
              <a:gd name="T34" fmla="*/ 93 w 228"/>
              <a:gd name="T35" fmla="*/ 192 h 199"/>
              <a:gd name="T36" fmla="*/ 59 w 228"/>
              <a:gd name="T37" fmla="*/ 199 h 199"/>
              <a:gd name="T38" fmla="*/ 25 w 228"/>
              <a:gd name="T39" fmla="*/ 193 h 199"/>
              <a:gd name="T40" fmla="*/ 15 w 228"/>
              <a:gd name="T41" fmla="*/ 188 h 199"/>
              <a:gd name="T42" fmla="*/ 0 w 228"/>
              <a:gd name="T43" fmla="*/ 154 h 199"/>
              <a:gd name="T44" fmla="*/ 3 w 228"/>
              <a:gd name="T45" fmla="*/ 143 h 199"/>
              <a:gd name="T46" fmla="*/ 11 w 228"/>
              <a:gd name="T47" fmla="*/ 132 h 199"/>
              <a:gd name="T48" fmla="*/ 68 w 228"/>
              <a:gd name="T49" fmla="*/ 113 h 199"/>
              <a:gd name="T50" fmla="*/ 61 w 228"/>
              <a:gd name="T51" fmla="*/ 104 h 199"/>
              <a:gd name="T52" fmla="*/ 35 w 228"/>
              <a:gd name="T53" fmla="*/ 87 h 199"/>
              <a:gd name="T54" fmla="*/ 23 w 228"/>
              <a:gd name="T55" fmla="*/ 80 h 199"/>
              <a:gd name="T56" fmla="*/ 15 w 228"/>
              <a:gd name="T57" fmla="*/ 69 h 199"/>
              <a:gd name="T58" fmla="*/ 14 w 228"/>
              <a:gd name="T59" fmla="*/ 34 h 199"/>
              <a:gd name="T60" fmla="*/ 18 w 228"/>
              <a:gd name="T61" fmla="*/ 25 h 199"/>
              <a:gd name="T62" fmla="*/ 29 w 228"/>
              <a:gd name="T63" fmla="*/ 13 h 199"/>
              <a:gd name="T64" fmla="*/ 36 w 228"/>
              <a:gd name="T65" fmla="*/ 9 h 199"/>
              <a:gd name="T66" fmla="*/ 43 w 228"/>
              <a:gd name="T67" fmla="*/ 6 h 199"/>
              <a:gd name="T68" fmla="*/ 58 w 228"/>
              <a:gd name="T69" fmla="*/ 1 h 199"/>
              <a:gd name="T70" fmla="*/ 41 w 228"/>
              <a:gd name="T71" fmla="*/ 130 h 199"/>
              <a:gd name="T72" fmla="*/ 30 w 228"/>
              <a:gd name="T73" fmla="*/ 139 h 199"/>
              <a:gd name="T74" fmla="*/ 24 w 228"/>
              <a:gd name="T75" fmla="*/ 147 h 199"/>
              <a:gd name="T76" fmla="*/ 24 w 228"/>
              <a:gd name="T77" fmla="*/ 164 h 199"/>
              <a:gd name="T78" fmla="*/ 31 w 228"/>
              <a:gd name="T79" fmla="*/ 175 h 199"/>
              <a:gd name="T80" fmla="*/ 41 w 228"/>
              <a:gd name="T81" fmla="*/ 181 h 199"/>
              <a:gd name="T82" fmla="*/ 49 w 228"/>
              <a:gd name="T83" fmla="*/ 184 h 199"/>
              <a:gd name="T84" fmla="*/ 72 w 228"/>
              <a:gd name="T85" fmla="*/ 184 h 199"/>
              <a:gd name="T86" fmla="*/ 82 w 228"/>
              <a:gd name="T87" fmla="*/ 181 h 199"/>
              <a:gd name="T88" fmla="*/ 89 w 228"/>
              <a:gd name="T89" fmla="*/ 178 h 199"/>
              <a:gd name="T90" fmla="*/ 98 w 228"/>
              <a:gd name="T91" fmla="*/ 171 h 199"/>
              <a:gd name="T92" fmla="*/ 103 w 228"/>
              <a:gd name="T93" fmla="*/ 164 h 199"/>
              <a:gd name="T94" fmla="*/ 103 w 228"/>
              <a:gd name="T95" fmla="*/ 144 h 199"/>
              <a:gd name="T96" fmla="*/ 97 w 228"/>
              <a:gd name="T97" fmla="*/ 135 h 199"/>
              <a:gd name="T98" fmla="*/ 89 w 228"/>
              <a:gd name="T99" fmla="*/ 130 h 199"/>
              <a:gd name="T100" fmla="*/ 81 w 228"/>
              <a:gd name="T101" fmla="*/ 126 h 199"/>
              <a:gd name="T102" fmla="*/ 53 w 228"/>
              <a:gd name="T103" fmla="*/ 126 h 199"/>
              <a:gd name="T104" fmla="*/ 42 w 228"/>
              <a:gd name="T105" fmla="*/ 18 h 199"/>
              <a:gd name="T106" fmla="*/ 38 w 228"/>
              <a:gd name="T107" fmla="*/ 54 h 199"/>
              <a:gd name="T108" fmla="*/ 42 w 228"/>
              <a:gd name="T109" fmla="*/ 63 h 199"/>
              <a:gd name="T110" fmla="*/ 50 w 228"/>
              <a:gd name="T111" fmla="*/ 73 h 199"/>
              <a:gd name="T112" fmla="*/ 60 w 228"/>
              <a:gd name="T113" fmla="*/ 79 h 199"/>
              <a:gd name="T114" fmla="*/ 87 w 228"/>
              <a:gd name="T115" fmla="*/ 63 h 199"/>
              <a:gd name="T116" fmla="*/ 87 w 228"/>
              <a:gd name="T117" fmla="*/ 40 h 199"/>
              <a:gd name="T118" fmla="*/ 84 w 228"/>
              <a:gd name="T119" fmla="*/ 31 h 199"/>
              <a:gd name="T120" fmla="*/ 79 w 228"/>
              <a:gd name="T121" fmla="*/ 23 h 199"/>
              <a:gd name="T122" fmla="*/ 49 w 228"/>
              <a:gd name="T123" fmla="*/ 12 h 199"/>
              <a:gd name="T124" fmla="*/ 214 w 228"/>
              <a:gd name="T125" fmla="*/ 39 h 1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28" h="199">
                <a:moveTo>
                  <a:pt x="123" y="1"/>
                </a:moveTo>
                <a:cubicBezTo>
                  <a:pt x="123" y="2"/>
                  <a:pt x="123" y="2"/>
                  <a:pt x="123" y="3"/>
                </a:cubicBezTo>
                <a:cubicBezTo>
                  <a:pt x="123" y="3"/>
                  <a:pt x="122" y="3"/>
                  <a:pt x="122" y="3"/>
                </a:cubicBezTo>
                <a:cubicBezTo>
                  <a:pt x="122" y="3"/>
                  <a:pt x="122" y="3"/>
                  <a:pt x="122" y="3"/>
                </a:cubicBezTo>
                <a:cubicBezTo>
                  <a:pt x="122" y="3"/>
                  <a:pt x="122" y="3"/>
                  <a:pt x="122" y="3"/>
                </a:cubicBezTo>
                <a:cubicBezTo>
                  <a:pt x="121" y="3"/>
                  <a:pt x="121" y="3"/>
                  <a:pt x="121" y="3"/>
                </a:cubicBezTo>
                <a:cubicBezTo>
                  <a:pt x="121" y="4"/>
                  <a:pt x="121" y="4"/>
                  <a:pt x="121" y="4"/>
                </a:cubicBezTo>
                <a:cubicBezTo>
                  <a:pt x="120" y="4"/>
                  <a:pt x="120" y="4"/>
                  <a:pt x="119" y="5"/>
                </a:cubicBezTo>
                <a:cubicBezTo>
                  <a:pt x="119" y="5"/>
                  <a:pt x="119" y="5"/>
                  <a:pt x="119" y="5"/>
                </a:cubicBezTo>
                <a:cubicBezTo>
                  <a:pt x="118" y="5"/>
                  <a:pt x="118" y="5"/>
                  <a:pt x="118" y="5"/>
                </a:cubicBezTo>
                <a:cubicBezTo>
                  <a:pt x="118" y="5"/>
                  <a:pt x="118" y="5"/>
                  <a:pt x="118" y="5"/>
                </a:cubicBezTo>
                <a:cubicBezTo>
                  <a:pt x="117" y="5"/>
                  <a:pt x="117" y="5"/>
                  <a:pt x="117" y="5"/>
                </a:cubicBezTo>
                <a:cubicBezTo>
                  <a:pt x="117" y="6"/>
                  <a:pt x="117" y="6"/>
                  <a:pt x="117" y="6"/>
                </a:cubicBezTo>
                <a:cubicBezTo>
                  <a:pt x="116" y="6"/>
                  <a:pt x="116" y="6"/>
                  <a:pt x="116" y="6"/>
                </a:cubicBezTo>
                <a:cubicBezTo>
                  <a:pt x="116" y="6"/>
                  <a:pt x="116" y="6"/>
                  <a:pt x="116" y="6"/>
                </a:cubicBezTo>
                <a:cubicBezTo>
                  <a:pt x="115" y="6"/>
                  <a:pt x="115" y="6"/>
                  <a:pt x="115" y="6"/>
                </a:cubicBezTo>
                <a:cubicBezTo>
                  <a:pt x="115" y="6"/>
                  <a:pt x="115" y="6"/>
                  <a:pt x="115" y="6"/>
                </a:cubicBezTo>
                <a:cubicBezTo>
                  <a:pt x="112" y="6"/>
                  <a:pt x="112" y="6"/>
                  <a:pt x="112" y="6"/>
                </a:cubicBezTo>
                <a:cubicBezTo>
                  <a:pt x="112" y="7"/>
                  <a:pt x="112" y="7"/>
                  <a:pt x="112" y="7"/>
                </a:cubicBezTo>
                <a:cubicBezTo>
                  <a:pt x="110" y="7"/>
                  <a:pt x="110" y="7"/>
                  <a:pt x="110" y="7"/>
                </a:cubicBezTo>
                <a:cubicBezTo>
                  <a:pt x="110" y="7"/>
                  <a:pt x="110" y="7"/>
                  <a:pt x="110" y="7"/>
                </a:cubicBezTo>
                <a:cubicBezTo>
                  <a:pt x="110" y="7"/>
                  <a:pt x="110" y="7"/>
                  <a:pt x="109" y="7"/>
                </a:cubicBezTo>
                <a:cubicBezTo>
                  <a:pt x="109" y="7"/>
                  <a:pt x="109" y="7"/>
                  <a:pt x="109" y="7"/>
                </a:cubicBezTo>
                <a:cubicBezTo>
                  <a:pt x="108" y="7"/>
                  <a:pt x="108" y="7"/>
                  <a:pt x="108" y="7"/>
                </a:cubicBezTo>
                <a:cubicBezTo>
                  <a:pt x="108" y="7"/>
                  <a:pt x="108" y="7"/>
                  <a:pt x="108" y="7"/>
                </a:cubicBezTo>
                <a:cubicBezTo>
                  <a:pt x="105" y="7"/>
                  <a:pt x="105" y="7"/>
                  <a:pt x="105" y="7"/>
                </a:cubicBezTo>
                <a:cubicBezTo>
                  <a:pt x="105" y="8"/>
                  <a:pt x="105" y="8"/>
                  <a:pt x="105" y="8"/>
                </a:cubicBezTo>
                <a:cubicBezTo>
                  <a:pt x="103" y="8"/>
                  <a:pt x="103" y="8"/>
                  <a:pt x="103" y="8"/>
                </a:cubicBezTo>
                <a:cubicBezTo>
                  <a:pt x="103" y="8"/>
                  <a:pt x="103" y="8"/>
                  <a:pt x="103" y="8"/>
                </a:cubicBezTo>
                <a:cubicBezTo>
                  <a:pt x="101" y="8"/>
                  <a:pt x="101" y="8"/>
                  <a:pt x="101" y="8"/>
                </a:cubicBezTo>
                <a:cubicBezTo>
                  <a:pt x="101" y="8"/>
                  <a:pt x="100" y="8"/>
                  <a:pt x="100" y="8"/>
                </a:cubicBezTo>
                <a:cubicBezTo>
                  <a:pt x="99" y="9"/>
                  <a:pt x="99" y="9"/>
                  <a:pt x="98" y="9"/>
                </a:cubicBezTo>
                <a:cubicBezTo>
                  <a:pt x="98" y="9"/>
                  <a:pt x="98" y="9"/>
                  <a:pt x="98" y="10"/>
                </a:cubicBezTo>
                <a:cubicBezTo>
                  <a:pt x="98" y="10"/>
                  <a:pt x="98" y="10"/>
                  <a:pt x="98" y="10"/>
                </a:cubicBezTo>
                <a:cubicBezTo>
                  <a:pt x="99" y="11"/>
                  <a:pt x="100" y="11"/>
                  <a:pt x="100" y="11"/>
                </a:cubicBezTo>
                <a:cubicBezTo>
                  <a:pt x="101" y="12"/>
                  <a:pt x="102" y="12"/>
                  <a:pt x="102" y="12"/>
                </a:cubicBezTo>
                <a:cubicBezTo>
                  <a:pt x="102" y="13"/>
                  <a:pt x="102" y="13"/>
                  <a:pt x="102" y="13"/>
                </a:cubicBezTo>
                <a:cubicBezTo>
                  <a:pt x="103" y="13"/>
                  <a:pt x="104" y="14"/>
                  <a:pt x="105" y="14"/>
                </a:cubicBezTo>
                <a:cubicBezTo>
                  <a:pt x="105" y="15"/>
                  <a:pt x="106" y="15"/>
                  <a:pt x="106" y="15"/>
                </a:cubicBezTo>
                <a:cubicBezTo>
                  <a:pt x="107" y="16"/>
                  <a:pt x="107" y="16"/>
                  <a:pt x="107" y="16"/>
                </a:cubicBezTo>
                <a:cubicBezTo>
                  <a:pt x="107" y="16"/>
                  <a:pt x="107" y="16"/>
                  <a:pt x="107" y="17"/>
                </a:cubicBezTo>
                <a:cubicBezTo>
                  <a:pt x="108" y="17"/>
                  <a:pt x="108" y="17"/>
                  <a:pt x="108" y="17"/>
                </a:cubicBezTo>
                <a:cubicBezTo>
                  <a:pt x="108" y="17"/>
                  <a:pt x="108" y="18"/>
                  <a:pt x="108" y="18"/>
                </a:cubicBezTo>
                <a:cubicBezTo>
                  <a:pt x="108" y="18"/>
                  <a:pt x="108" y="18"/>
                  <a:pt x="108" y="18"/>
                </a:cubicBezTo>
                <a:cubicBezTo>
                  <a:pt x="109" y="18"/>
                  <a:pt x="109" y="18"/>
                  <a:pt x="109" y="18"/>
                </a:cubicBezTo>
                <a:cubicBezTo>
                  <a:pt x="109" y="19"/>
                  <a:pt x="109" y="19"/>
                  <a:pt x="109" y="19"/>
                </a:cubicBezTo>
                <a:cubicBezTo>
                  <a:pt x="109" y="19"/>
                  <a:pt x="109" y="19"/>
                  <a:pt x="109" y="19"/>
                </a:cubicBezTo>
                <a:cubicBezTo>
                  <a:pt x="110" y="19"/>
                  <a:pt x="110" y="20"/>
                  <a:pt x="110" y="20"/>
                </a:cubicBezTo>
                <a:cubicBezTo>
                  <a:pt x="110" y="20"/>
                  <a:pt x="110" y="20"/>
                  <a:pt x="110" y="21"/>
                </a:cubicBezTo>
                <a:cubicBezTo>
                  <a:pt x="110" y="21"/>
                  <a:pt x="110" y="21"/>
                  <a:pt x="110" y="21"/>
                </a:cubicBezTo>
                <a:cubicBezTo>
                  <a:pt x="110" y="21"/>
                  <a:pt x="110" y="21"/>
                  <a:pt x="110" y="22"/>
                </a:cubicBezTo>
                <a:cubicBezTo>
                  <a:pt x="111" y="22"/>
                  <a:pt x="111" y="22"/>
                  <a:pt x="111" y="23"/>
                </a:cubicBezTo>
                <a:cubicBezTo>
                  <a:pt x="111" y="23"/>
                  <a:pt x="111" y="23"/>
                  <a:pt x="111" y="23"/>
                </a:cubicBezTo>
                <a:cubicBezTo>
                  <a:pt x="111" y="24"/>
                  <a:pt x="111" y="24"/>
                  <a:pt x="111" y="24"/>
                </a:cubicBezTo>
                <a:cubicBezTo>
                  <a:pt x="112" y="24"/>
                  <a:pt x="112" y="24"/>
                  <a:pt x="112" y="24"/>
                </a:cubicBezTo>
                <a:cubicBezTo>
                  <a:pt x="112" y="24"/>
                  <a:pt x="112" y="24"/>
                  <a:pt x="112" y="24"/>
                </a:cubicBezTo>
                <a:cubicBezTo>
                  <a:pt x="112" y="24"/>
                  <a:pt x="112" y="24"/>
                  <a:pt x="112" y="24"/>
                </a:cubicBezTo>
                <a:cubicBezTo>
                  <a:pt x="112" y="25"/>
                  <a:pt x="112" y="25"/>
                  <a:pt x="112" y="25"/>
                </a:cubicBezTo>
                <a:cubicBezTo>
                  <a:pt x="112" y="25"/>
                  <a:pt x="112" y="25"/>
                  <a:pt x="112" y="25"/>
                </a:cubicBezTo>
                <a:cubicBezTo>
                  <a:pt x="112" y="27"/>
                  <a:pt x="112" y="27"/>
                  <a:pt x="112" y="27"/>
                </a:cubicBezTo>
                <a:cubicBezTo>
                  <a:pt x="112" y="27"/>
                  <a:pt x="112" y="27"/>
                  <a:pt x="112" y="27"/>
                </a:cubicBezTo>
                <a:cubicBezTo>
                  <a:pt x="112" y="28"/>
                  <a:pt x="112" y="28"/>
                  <a:pt x="112" y="28"/>
                </a:cubicBezTo>
                <a:cubicBezTo>
                  <a:pt x="113" y="28"/>
                  <a:pt x="113" y="28"/>
                  <a:pt x="113" y="28"/>
                </a:cubicBezTo>
                <a:cubicBezTo>
                  <a:pt x="113" y="30"/>
                  <a:pt x="113" y="30"/>
                  <a:pt x="113" y="30"/>
                </a:cubicBezTo>
                <a:cubicBezTo>
                  <a:pt x="114" y="32"/>
                  <a:pt x="114" y="35"/>
                  <a:pt x="114" y="37"/>
                </a:cubicBezTo>
                <a:cubicBezTo>
                  <a:pt x="114" y="40"/>
                  <a:pt x="114" y="43"/>
                  <a:pt x="114" y="46"/>
                </a:cubicBezTo>
                <a:cubicBezTo>
                  <a:pt x="114" y="47"/>
                  <a:pt x="114" y="48"/>
                  <a:pt x="114" y="49"/>
                </a:cubicBezTo>
                <a:cubicBezTo>
                  <a:pt x="114" y="51"/>
                  <a:pt x="114" y="52"/>
                  <a:pt x="114" y="53"/>
                </a:cubicBezTo>
                <a:cubicBezTo>
                  <a:pt x="113" y="53"/>
                  <a:pt x="113" y="53"/>
                  <a:pt x="113" y="53"/>
                </a:cubicBezTo>
                <a:cubicBezTo>
                  <a:pt x="113" y="55"/>
                  <a:pt x="113" y="55"/>
                  <a:pt x="113" y="55"/>
                </a:cubicBezTo>
                <a:cubicBezTo>
                  <a:pt x="113" y="55"/>
                  <a:pt x="113" y="55"/>
                  <a:pt x="113" y="55"/>
                </a:cubicBezTo>
                <a:cubicBezTo>
                  <a:pt x="113" y="56"/>
                  <a:pt x="113" y="56"/>
                  <a:pt x="113" y="56"/>
                </a:cubicBezTo>
                <a:cubicBezTo>
                  <a:pt x="112" y="56"/>
                  <a:pt x="112" y="56"/>
                  <a:pt x="112" y="56"/>
                </a:cubicBezTo>
                <a:cubicBezTo>
                  <a:pt x="112" y="57"/>
                  <a:pt x="112" y="57"/>
                  <a:pt x="112" y="57"/>
                </a:cubicBezTo>
                <a:cubicBezTo>
                  <a:pt x="112" y="57"/>
                  <a:pt x="112" y="57"/>
                  <a:pt x="112" y="57"/>
                </a:cubicBezTo>
                <a:cubicBezTo>
                  <a:pt x="112" y="59"/>
                  <a:pt x="112" y="59"/>
                  <a:pt x="112" y="59"/>
                </a:cubicBezTo>
                <a:cubicBezTo>
                  <a:pt x="112" y="59"/>
                  <a:pt x="112" y="59"/>
                  <a:pt x="112" y="59"/>
                </a:cubicBezTo>
                <a:cubicBezTo>
                  <a:pt x="112" y="59"/>
                  <a:pt x="112" y="59"/>
                  <a:pt x="112" y="60"/>
                </a:cubicBezTo>
                <a:cubicBezTo>
                  <a:pt x="112" y="60"/>
                  <a:pt x="112" y="60"/>
                  <a:pt x="112" y="61"/>
                </a:cubicBezTo>
                <a:cubicBezTo>
                  <a:pt x="111" y="61"/>
                  <a:pt x="111" y="61"/>
                  <a:pt x="111" y="61"/>
                </a:cubicBezTo>
                <a:cubicBezTo>
                  <a:pt x="111" y="61"/>
                  <a:pt x="111" y="61"/>
                  <a:pt x="111" y="61"/>
                </a:cubicBezTo>
                <a:cubicBezTo>
                  <a:pt x="111" y="61"/>
                  <a:pt x="111" y="61"/>
                  <a:pt x="111" y="61"/>
                </a:cubicBezTo>
                <a:cubicBezTo>
                  <a:pt x="111" y="62"/>
                  <a:pt x="111" y="62"/>
                  <a:pt x="111" y="62"/>
                </a:cubicBezTo>
                <a:cubicBezTo>
                  <a:pt x="110" y="62"/>
                  <a:pt x="110" y="62"/>
                  <a:pt x="110" y="62"/>
                </a:cubicBezTo>
                <a:cubicBezTo>
                  <a:pt x="110" y="63"/>
                  <a:pt x="110" y="63"/>
                  <a:pt x="110" y="63"/>
                </a:cubicBezTo>
                <a:cubicBezTo>
                  <a:pt x="110" y="63"/>
                  <a:pt x="110" y="63"/>
                  <a:pt x="110" y="63"/>
                </a:cubicBezTo>
                <a:cubicBezTo>
                  <a:pt x="110" y="64"/>
                  <a:pt x="110" y="64"/>
                  <a:pt x="110" y="64"/>
                </a:cubicBezTo>
                <a:cubicBezTo>
                  <a:pt x="109" y="64"/>
                  <a:pt x="109" y="64"/>
                  <a:pt x="109" y="64"/>
                </a:cubicBezTo>
                <a:cubicBezTo>
                  <a:pt x="109" y="65"/>
                  <a:pt x="109" y="65"/>
                  <a:pt x="109" y="65"/>
                </a:cubicBezTo>
                <a:cubicBezTo>
                  <a:pt x="109" y="65"/>
                  <a:pt x="109" y="65"/>
                  <a:pt x="109" y="65"/>
                </a:cubicBezTo>
                <a:cubicBezTo>
                  <a:pt x="109" y="65"/>
                  <a:pt x="109" y="65"/>
                  <a:pt x="109" y="65"/>
                </a:cubicBezTo>
                <a:cubicBezTo>
                  <a:pt x="109" y="65"/>
                  <a:pt x="109" y="65"/>
                  <a:pt x="109" y="66"/>
                </a:cubicBezTo>
                <a:cubicBezTo>
                  <a:pt x="109" y="66"/>
                  <a:pt x="109" y="66"/>
                  <a:pt x="109" y="66"/>
                </a:cubicBezTo>
                <a:cubicBezTo>
                  <a:pt x="109" y="66"/>
                  <a:pt x="109" y="66"/>
                  <a:pt x="108" y="66"/>
                </a:cubicBezTo>
                <a:cubicBezTo>
                  <a:pt x="108" y="67"/>
                  <a:pt x="108" y="68"/>
                  <a:pt x="107" y="68"/>
                </a:cubicBezTo>
                <a:cubicBezTo>
                  <a:pt x="107" y="68"/>
                  <a:pt x="107" y="69"/>
                  <a:pt x="106" y="69"/>
                </a:cubicBezTo>
                <a:cubicBezTo>
                  <a:pt x="106" y="69"/>
                  <a:pt x="106" y="69"/>
                  <a:pt x="106" y="69"/>
                </a:cubicBezTo>
                <a:cubicBezTo>
                  <a:pt x="106" y="69"/>
                  <a:pt x="106" y="69"/>
                  <a:pt x="106" y="69"/>
                </a:cubicBezTo>
                <a:cubicBezTo>
                  <a:pt x="106" y="70"/>
                  <a:pt x="106" y="70"/>
                  <a:pt x="105" y="70"/>
                </a:cubicBezTo>
                <a:cubicBezTo>
                  <a:pt x="105" y="70"/>
                  <a:pt x="105" y="71"/>
                  <a:pt x="105" y="71"/>
                </a:cubicBezTo>
                <a:cubicBezTo>
                  <a:pt x="104" y="71"/>
                  <a:pt x="104" y="71"/>
                  <a:pt x="104" y="71"/>
                </a:cubicBezTo>
                <a:cubicBezTo>
                  <a:pt x="104" y="72"/>
                  <a:pt x="104" y="72"/>
                  <a:pt x="104" y="72"/>
                </a:cubicBezTo>
                <a:cubicBezTo>
                  <a:pt x="104" y="72"/>
                  <a:pt x="103" y="73"/>
                  <a:pt x="103" y="73"/>
                </a:cubicBezTo>
                <a:cubicBezTo>
                  <a:pt x="102" y="74"/>
                  <a:pt x="101" y="74"/>
                  <a:pt x="101" y="75"/>
                </a:cubicBezTo>
                <a:cubicBezTo>
                  <a:pt x="101" y="76"/>
                  <a:pt x="101" y="76"/>
                  <a:pt x="101" y="76"/>
                </a:cubicBezTo>
                <a:cubicBezTo>
                  <a:pt x="100" y="76"/>
                  <a:pt x="100" y="76"/>
                  <a:pt x="100" y="76"/>
                </a:cubicBezTo>
                <a:cubicBezTo>
                  <a:pt x="100" y="76"/>
                  <a:pt x="99" y="76"/>
                  <a:pt x="99" y="77"/>
                </a:cubicBezTo>
                <a:cubicBezTo>
                  <a:pt x="99" y="77"/>
                  <a:pt x="98" y="78"/>
                  <a:pt x="98" y="78"/>
                </a:cubicBezTo>
                <a:cubicBezTo>
                  <a:pt x="97" y="78"/>
                  <a:pt x="97" y="78"/>
                  <a:pt x="97" y="78"/>
                </a:cubicBezTo>
                <a:cubicBezTo>
                  <a:pt x="97" y="78"/>
                  <a:pt x="97" y="78"/>
                  <a:pt x="97" y="79"/>
                </a:cubicBezTo>
                <a:cubicBezTo>
                  <a:pt x="96" y="79"/>
                  <a:pt x="96" y="79"/>
                  <a:pt x="96" y="79"/>
                </a:cubicBezTo>
                <a:cubicBezTo>
                  <a:pt x="95" y="79"/>
                  <a:pt x="95" y="79"/>
                  <a:pt x="95" y="79"/>
                </a:cubicBezTo>
                <a:cubicBezTo>
                  <a:pt x="95" y="80"/>
                  <a:pt x="95" y="80"/>
                  <a:pt x="94" y="81"/>
                </a:cubicBezTo>
                <a:cubicBezTo>
                  <a:pt x="94" y="81"/>
                  <a:pt x="94" y="81"/>
                  <a:pt x="93" y="82"/>
                </a:cubicBezTo>
                <a:cubicBezTo>
                  <a:pt x="93" y="82"/>
                  <a:pt x="93" y="82"/>
                  <a:pt x="93" y="82"/>
                </a:cubicBezTo>
                <a:cubicBezTo>
                  <a:pt x="92" y="83"/>
                  <a:pt x="91" y="84"/>
                  <a:pt x="90" y="85"/>
                </a:cubicBezTo>
                <a:cubicBezTo>
                  <a:pt x="89" y="86"/>
                  <a:pt x="88" y="86"/>
                  <a:pt x="88" y="86"/>
                </a:cubicBezTo>
                <a:cubicBezTo>
                  <a:pt x="88" y="87"/>
                  <a:pt x="88" y="87"/>
                  <a:pt x="88" y="87"/>
                </a:cubicBezTo>
                <a:cubicBezTo>
                  <a:pt x="87" y="88"/>
                  <a:pt x="87" y="88"/>
                  <a:pt x="87" y="88"/>
                </a:cubicBezTo>
                <a:cubicBezTo>
                  <a:pt x="87" y="88"/>
                  <a:pt x="87" y="88"/>
                  <a:pt x="86" y="89"/>
                </a:cubicBezTo>
                <a:cubicBezTo>
                  <a:pt x="86" y="90"/>
                  <a:pt x="86" y="90"/>
                  <a:pt x="86" y="91"/>
                </a:cubicBezTo>
                <a:cubicBezTo>
                  <a:pt x="86" y="91"/>
                  <a:pt x="86" y="92"/>
                  <a:pt x="85" y="93"/>
                </a:cubicBezTo>
                <a:cubicBezTo>
                  <a:pt x="85" y="93"/>
                  <a:pt x="85" y="94"/>
                  <a:pt x="86" y="94"/>
                </a:cubicBezTo>
                <a:cubicBezTo>
                  <a:pt x="86" y="94"/>
                  <a:pt x="86" y="94"/>
                  <a:pt x="86" y="94"/>
                </a:cubicBezTo>
                <a:cubicBezTo>
                  <a:pt x="86" y="96"/>
                  <a:pt x="86" y="96"/>
                  <a:pt x="86" y="96"/>
                </a:cubicBezTo>
                <a:cubicBezTo>
                  <a:pt x="86" y="96"/>
                  <a:pt x="86" y="96"/>
                  <a:pt x="86" y="96"/>
                </a:cubicBezTo>
                <a:cubicBezTo>
                  <a:pt x="86" y="96"/>
                  <a:pt x="86" y="96"/>
                  <a:pt x="87" y="97"/>
                </a:cubicBezTo>
                <a:cubicBezTo>
                  <a:pt x="87" y="97"/>
                  <a:pt x="87" y="97"/>
                  <a:pt x="87" y="97"/>
                </a:cubicBezTo>
                <a:cubicBezTo>
                  <a:pt x="87" y="98"/>
                  <a:pt x="87" y="98"/>
                  <a:pt x="87" y="98"/>
                </a:cubicBezTo>
                <a:cubicBezTo>
                  <a:pt x="88" y="98"/>
                  <a:pt x="88" y="98"/>
                  <a:pt x="88" y="98"/>
                </a:cubicBezTo>
                <a:cubicBezTo>
                  <a:pt x="88" y="99"/>
                  <a:pt x="88" y="99"/>
                  <a:pt x="88" y="99"/>
                </a:cubicBezTo>
                <a:cubicBezTo>
                  <a:pt x="88" y="99"/>
                  <a:pt x="88" y="99"/>
                  <a:pt x="88" y="99"/>
                </a:cubicBezTo>
                <a:cubicBezTo>
                  <a:pt x="89" y="99"/>
                  <a:pt x="89" y="100"/>
                  <a:pt x="89" y="100"/>
                </a:cubicBezTo>
                <a:cubicBezTo>
                  <a:pt x="90" y="101"/>
                  <a:pt x="90" y="101"/>
                  <a:pt x="90" y="102"/>
                </a:cubicBezTo>
                <a:cubicBezTo>
                  <a:pt x="91" y="102"/>
                  <a:pt x="91" y="102"/>
                  <a:pt x="91" y="102"/>
                </a:cubicBezTo>
                <a:cubicBezTo>
                  <a:pt x="91" y="102"/>
                  <a:pt x="91" y="102"/>
                  <a:pt x="91" y="102"/>
                </a:cubicBezTo>
                <a:cubicBezTo>
                  <a:pt x="92" y="103"/>
                  <a:pt x="92" y="103"/>
                  <a:pt x="93" y="103"/>
                </a:cubicBezTo>
                <a:cubicBezTo>
                  <a:pt x="93" y="104"/>
                  <a:pt x="93" y="104"/>
                  <a:pt x="94" y="105"/>
                </a:cubicBezTo>
                <a:cubicBezTo>
                  <a:pt x="94" y="105"/>
                  <a:pt x="94" y="105"/>
                  <a:pt x="94" y="105"/>
                </a:cubicBezTo>
                <a:cubicBezTo>
                  <a:pt x="94" y="105"/>
                  <a:pt x="94" y="105"/>
                  <a:pt x="94" y="105"/>
                </a:cubicBezTo>
                <a:cubicBezTo>
                  <a:pt x="95" y="106"/>
                  <a:pt x="95" y="106"/>
                  <a:pt x="95" y="106"/>
                </a:cubicBezTo>
                <a:cubicBezTo>
                  <a:pt x="95" y="106"/>
                  <a:pt x="95" y="106"/>
                  <a:pt x="95" y="106"/>
                </a:cubicBezTo>
                <a:cubicBezTo>
                  <a:pt x="95" y="106"/>
                  <a:pt x="95" y="106"/>
                  <a:pt x="96" y="107"/>
                </a:cubicBezTo>
                <a:cubicBezTo>
                  <a:pt x="97" y="107"/>
                  <a:pt x="97" y="107"/>
                  <a:pt x="97" y="107"/>
                </a:cubicBezTo>
                <a:cubicBezTo>
                  <a:pt x="97" y="107"/>
                  <a:pt x="97" y="107"/>
                  <a:pt x="97" y="107"/>
                </a:cubicBezTo>
                <a:cubicBezTo>
                  <a:pt x="97" y="107"/>
                  <a:pt x="97" y="108"/>
                  <a:pt x="98" y="108"/>
                </a:cubicBezTo>
                <a:cubicBezTo>
                  <a:pt x="98" y="108"/>
                  <a:pt x="98" y="108"/>
                  <a:pt x="98" y="108"/>
                </a:cubicBezTo>
                <a:cubicBezTo>
                  <a:pt x="99" y="109"/>
                  <a:pt x="99" y="109"/>
                  <a:pt x="100" y="110"/>
                </a:cubicBezTo>
                <a:cubicBezTo>
                  <a:pt x="100" y="110"/>
                  <a:pt x="100" y="110"/>
                  <a:pt x="100" y="110"/>
                </a:cubicBezTo>
                <a:cubicBezTo>
                  <a:pt x="101" y="110"/>
                  <a:pt x="101" y="111"/>
                  <a:pt x="101" y="111"/>
                </a:cubicBezTo>
                <a:cubicBezTo>
                  <a:pt x="102" y="111"/>
                  <a:pt x="102" y="111"/>
                  <a:pt x="102" y="111"/>
                </a:cubicBezTo>
                <a:cubicBezTo>
                  <a:pt x="102" y="111"/>
                  <a:pt x="103" y="112"/>
                  <a:pt x="103" y="112"/>
                </a:cubicBezTo>
                <a:cubicBezTo>
                  <a:pt x="103" y="112"/>
                  <a:pt x="103" y="113"/>
                  <a:pt x="104" y="113"/>
                </a:cubicBezTo>
                <a:cubicBezTo>
                  <a:pt x="104" y="113"/>
                  <a:pt x="104" y="113"/>
                  <a:pt x="104" y="113"/>
                </a:cubicBezTo>
                <a:cubicBezTo>
                  <a:pt x="105" y="114"/>
                  <a:pt x="105" y="114"/>
                  <a:pt x="105" y="114"/>
                </a:cubicBezTo>
                <a:cubicBezTo>
                  <a:pt x="105" y="114"/>
                  <a:pt x="105" y="114"/>
                  <a:pt x="105" y="114"/>
                </a:cubicBezTo>
                <a:cubicBezTo>
                  <a:pt x="105" y="114"/>
                  <a:pt x="105" y="114"/>
                  <a:pt x="105" y="114"/>
                </a:cubicBezTo>
                <a:cubicBezTo>
                  <a:pt x="105" y="114"/>
                  <a:pt x="106" y="115"/>
                  <a:pt x="106" y="115"/>
                </a:cubicBezTo>
                <a:cubicBezTo>
                  <a:pt x="106" y="115"/>
                  <a:pt x="106" y="115"/>
                  <a:pt x="106" y="115"/>
                </a:cubicBezTo>
                <a:cubicBezTo>
                  <a:pt x="107" y="115"/>
                  <a:pt x="107" y="116"/>
                  <a:pt x="108" y="116"/>
                </a:cubicBezTo>
                <a:cubicBezTo>
                  <a:pt x="108" y="117"/>
                  <a:pt x="109" y="117"/>
                  <a:pt x="109" y="118"/>
                </a:cubicBezTo>
                <a:cubicBezTo>
                  <a:pt x="110" y="119"/>
                  <a:pt x="110" y="119"/>
                  <a:pt x="110" y="119"/>
                </a:cubicBezTo>
                <a:cubicBezTo>
                  <a:pt x="110" y="120"/>
                  <a:pt x="110" y="120"/>
                  <a:pt x="110" y="120"/>
                </a:cubicBezTo>
                <a:cubicBezTo>
                  <a:pt x="110" y="120"/>
                  <a:pt x="110" y="120"/>
                  <a:pt x="110" y="120"/>
                </a:cubicBezTo>
                <a:cubicBezTo>
                  <a:pt x="111" y="120"/>
                  <a:pt x="111" y="120"/>
                  <a:pt x="111" y="120"/>
                </a:cubicBezTo>
                <a:cubicBezTo>
                  <a:pt x="111" y="119"/>
                  <a:pt x="111" y="119"/>
                  <a:pt x="111" y="120"/>
                </a:cubicBezTo>
                <a:cubicBezTo>
                  <a:pt x="111" y="120"/>
                  <a:pt x="111" y="120"/>
                  <a:pt x="111" y="120"/>
                </a:cubicBezTo>
                <a:cubicBezTo>
                  <a:pt x="111" y="120"/>
                  <a:pt x="112" y="120"/>
                  <a:pt x="112" y="121"/>
                </a:cubicBezTo>
                <a:cubicBezTo>
                  <a:pt x="112" y="121"/>
                  <a:pt x="112" y="121"/>
                  <a:pt x="112" y="122"/>
                </a:cubicBezTo>
                <a:cubicBezTo>
                  <a:pt x="114" y="122"/>
                  <a:pt x="114" y="122"/>
                  <a:pt x="114" y="122"/>
                </a:cubicBezTo>
                <a:cubicBezTo>
                  <a:pt x="114" y="123"/>
                  <a:pt x="114" y="123"/>
                  <a:pt x="114" y="123"/>
                </a:cubicBezTo>
                <a:cubicBezTo>
                  <a:pt x="114" y="123"/>
                  <a:pt x="114" y="124"/>
                  <a:pt x="115" y="124"/>
                </a:cubicBezTo>
                <a:cubicBezTo>
                  <a:pt x="115" y="125"/>
                  <a:pt x="115" y="125"/>
                  <a:pt x="115" y="125"/>
                </a:cubicBezTo>
                <a:cubicBezTo>
                  <a:pt x="115" y="125"/>
                  <a:pt x="115" y="125"/>
                  <a:pt x="115" y="125"/>
                </a:cubicBezTo>
                <a:cubicBezTo>
                  <a:pt x="116" y="125"/>
                  <a:pt x="116" y="125"/>
                  <a:pt x="116" y="125"/>
                </a:cubicBezTo>
                <a:cubicBezTo>
                  <a:pt x="116" y="126"/>
                  <a:pt x="116" y="126"/>
                  <a:pt x="116" y="126"/>
                </a:cubicBezTo>
                <a:cubicBezTo>
                  <a:pt x="116" y="126"/>
                  <a:pt x="116" y="126"/>
                  <a:pt x="116" y="126"/>
                </a:cubicBezTo>
                <a:cubicBezTo>
                  <a:pt x="116" y="126"/>
                  <a:pt x="116" y="126"/>
                  <a:pt x="117" y="126"/>
                </a:cubicBezTo>
                <a:cubicBezTo>
                  <a:pt x="117" y="127"/>
                  <a:pt x="117" y="127"/>
                  <a:pt x="117" y="127"/>
                </a:cubicBezTo>
                <a:cubicBezTo>
                  <a:pt x="117" y="127"/>
                  <a:pt x="117" y="127"/>
                  <a:pt x="117" y="127"/>
                </a:cubicBezTo>
                <a:cubicBezTo>
                  <a:pt x="117" y="128"/>
                  <a:pt x="117" y="128"/>
                  <a:pt x="117" y="128"/>
                </a:cubicBezTo>
                <a:cubicBezTo>
                  <a:pt x="118" y="128"/>
                  <a:pt x="118" y="128"/>
                  <a:pt x="118" y="128"/>
                </a:cubicBezTo>
                <a:cubicBezTo>
                  <a:pt x="118" y="129"/>
                  <a:pt x="118" y="129"/>
                  <a:pt x="118" y="129"/>
                </a:cubicBezTo>
                <a:cubicBezTo>
                  <a:pt x="118" y="129"/>
                  <a:pt x="118" y="129"/>
                  <a:pt x="118" y="129"/>
                </a:cubicBezTo>
                <a:cubicBezTo>
                  <a:pt x="119" y="130"/>
                  <a:pt x="119" y="130"/>
                  <a:pt x="118" y="130"/>
                </a:cubicBezTo>
                <a:cubicBezTo>
                  <a:pt x="119" y="130"/>
                  <a:pt x="119" y="130"/>
                  <a:pt x="119" y="130"/>
                </a:cubicBezTo>
                <a:cubicBezTo>
                  <a:pt x="119" y="131"/>
                  <a:pt x="119" y="132"/>
                  <a:pt x="120" y="132"/>
                </a:cubicBezTo>
                <a:cubicBezTo>
                  <a:pt x="120" y="132"/>
                  <a:pt x="120" y="133"/>
                  <a:pt x="120" y="133"/>
                </a:cubicBezTo>
                <a:cubicBezTo>
                  <a:pt x="120" y="134"/>
                  <a:pt x="120" y="134"/>
                  <a:pt x="120" y="134"/>
                </a:cubicBezTo>
                <a:cubicBezTo>
                  <a:pt x="121" y="134"/>
                  <a:pt x="121" y="134"/>
                  <a:pt x="121" y="134"/>
                </a:cubicBezTo>
                <a:cubicBezTo>
                  <a:pt x="121" y="134"/>
                  <a:pt x="121" y="135"/>
                  <a:pt x="121" y="135"/>
                </a:cubicBezTo>
                <a:cubicBezTo>
                  <a:pt x="121" y="135"/>
                  <a:pt x="121" y="136"/>
                  <a:pt x="121" y="136"/>
                </a:cubicBezTo>
                <a:cubicBezTo>
                  <a:pt x="121" y="136"/>
                  <a:pt x="121" y="136"/>
                  <a:pt x="121" y="136"/>
                </a:cubicBezTo>
                <a:cubicBezTo>
                  <a:pt x="121" y="137"/>
                  <a:pt x="121" y="137"/>
                  <a:pt x="121" y="137"/>
                </a:cubicBezTo>
                <a:cubicBezTo>
                  <a:pt x="122" y="137"/>
                  <a:pt x="122" y="137"/>
                  <a:pt x="122" y="137"/>
                </a:cubicBezTo>
                <a:cubicBezTo>
                  <a:pt x="122" y="138"/>
                  <a:pt x="122" y="138"/>
                  <a:pt x="122" y="138"/>
                </a:cubicBezTo>
                <a:cubicBezTo>
                  <a:pt x="122" y="138"/>
                  <a:pt x="122" y="138"/>
                  <a:pt x="122" y="138"/>
                </a:cubicBezTo>
                <a:cubicBezTo>
                  <a:pt x="122" y="139"/>
                  <a:pt x="122" y="139"/>
                  <a:pt x="122" y="139"/>
                </a:cubicBezTo>
                <a:cubicBezTo>
                  <a:pt x="122" y="139"/>
                  <a:pt x="122" y="139"/>
                  <a:pt x="122" y="139"/>
                </a:cubicBezTo>
                <a:cubicBezTo>
                  <a:pt x="122" y="141"/>
                  <a:pt x="122" y="141"/>
                  <a:pt x="122" y="141"/>
                </a:cubicBezTo>
                <a:cubicBezTo>
                  <a:pt x="123" y="141"/>
                  <a:pt x="123" y="141"/>
                  <a:pt x="123" y="141"/>
                </a:cubicBezTo>
                <a:cubicBezTo>
                  <a:pt x="123" y="143"/>
                  <a:pt x="123" y="143"/>
                  <a:pt x="123" y="143"/>
                </a:cubicBezTo>
                <a:cubicBezTo>
                  <a:pt x="123" y="143"/>
                  <a:pt x="123" y="143"/>
                  <a:pt x="123" y="143"/>
                </a:cubicBezTo>
                <a:cubicBezTo>
                  <a:pt x="123" y="144"/>
                  <a:pt x="123" y="145"/>
                  <a:pt x="123" y="147"/>
                </a:cubicBezTo>
                <a:cubicBezTo>
                  <a:pt x="123" y="148"/>
                  <a:pt x="123" y="149"/>
                  <a:pt x="123" y="150"/>
                </a:cubicBezTo>
                <a:cubicBezTo>
                  <a:pt x="123" y="150"/>
                  <a:pt x="123" y="150"/>
                  <a:pt x="123" y="150"/>
                </a:cubicBezTo>
                <a:cubicBezTo>
                  <a:pt x="123" y="155"/>
                  <a:pt x="123" y="155"/>
                  <a:pt x="123" y="155"/>
                </a:cubicBezTo>
                <a:cubicBezTo>
                  <a:pt x="123" y="155"/>
                  <a:pt x="123" y="155"/>
                  <a:pt x="123" y="155"/>
                </a:cubicBezTo>
                <a:cubicBezTo>
                  <a:pt x="123" y="157"/>
                  <a:pt x="123" y="157"/>
                  <a:pt x="123" y="157"/>
                </a:cubicBezTo>
                <a:cubicBezTo>
                  <a:pt x="122" y="157"/>
                  <a:pt x="122" y="157"/>
                  <a:pt x="122" y="157"/>
                </a:cubicBezTo>
                <a:cubicBezTo>
                  <a:pt x="122" y="159"/>
                  <a:pt x="122" y="159"/>
                  <a:pt x="122" y="159"/>
                </a:cubicBezTo>
                <a:cubicBezTo>
                  <a:pt x="122" y="159"/>
                  <a:pt x="122" y="159"/>
                  <a:pt x="122" y="159"/>
                </a:cubicBezTo>
                <a:cubicBezTo>
                  <a:pt x="122" y="161"/>
                  <a:pt x="122" y="161"/>
                  <a:pt x="122" y="161"/>
                </a:cubicBezTo>
                <a:cubicBezTo>
                  <a:pt x="122" y="161"/>
                  <a:pt x="122" y="161"/>
                  <a:pt x="122" y="161"/>
                </a:cubicBezTo>
                <a:cubicBezTo>
                  <a:pt x="122" y="162"/>
                  <a:pt x="122" y="162"/>
                  <a:pt x="122" y="162"/>
                </a:cubicBezTo>
                <a:cubicBezTo>
                  <a:pt x="121" y="162"/>
                  <a:pt x="121" y="162"/>
                  <a:pt x="121" y="162"/>
                </a:cubicBezTo>
                <a:cubicBezTo>
                  <a:pt x="121" y="163"/>
                  <a:pt x="121" y="163"/>
                  <a:pt x="121" y="163"/>
                </a:cubicBezTo>
                <a:cubicBezTo>
                  <a:pt x="121" y="164"/>
                  <a:pt x="121" y="164"/>
                  <a:pt x="121" y="165"/>
                </a:cubicBezTo>
                <a:cubicBezTo>
                  <a:pt x="121" y="165"/>
                  <a:pt x="121" y="165"/>
                  <a:pt x="121" y="165"/>
                </a:cubicBezTo>
                <a:cubicBezTo>
                  <a:pt x="121" y="166"/>
                  <a:pt x="121" y="166"/>
                  <a:pt x="121" y="166"/>
                </a:cubicBezTo>
                <a:cubicBezTo>
                  <a:pt x="120" y="166"/>
                  <a:pt x="120" y="166"/>
                  <a:pt x="120" y="166"/>
                </a:cubicBezTo>
                <a:cubicBezTo>
                  <a:pt x="120" y="167"/>
                  <a:pt x="120" y="167"/>
                  <a:pt x="120" y="167"/>
                </a:cubicBezTo>
                <a:cubicBezTo>
                  <a:pt x="120" y="167"/>
                  <a:pt x="120" y="167"/>
                  <a:pt x="120" y="167"/>
                </a:cubicBezTo>
                <a:cubicBezTo>
                  <a:pt x="120" y="167"/>
                  <a:pt x="120" y="167"/>
                  <a:pt x="120" y="167"/>
                </a:cubicBezTo>
                <a:cubicBezTo>
                  <a:pt x="120" y="168"/>
                  <a:pt x="120" y="168"/>
                  <a:pt x="120" y="168"/>
                </a:cubicBezTo>
                <a:cubicBezTo>
                  <a:pt x="119" y="168"/>
                  <a:pt x="119" y="168"/>
                  <a:pt x="119" y="168"/>
                </a:cubicBezTo>
                <a:cubicBezTo>
                  <a:pt x="119" y="169"/>
                  <a:pt x="119" y="169"/>
                  <a:pt x="119" y="169"/>
                </a:cubicBezTo>
                <a:cubicBezTo>
                  <a:pt x="119" y="169"/>
                  <a:pt x="119" y="169"/>
                  <a:pt x="119" y="169"/>
                </a:cubicBezTo>
                <a:cubicBezTo>
                  <a:pt x="119" y="170"/>
                  <a:pt x="118" y="171"/>
                  <a:pt x="118" y="172"/>
                </a:cubicBezTo>
                <a:cubicBezTo>
                  <a:pt x="117" y="172"/>
                  <a:pt x="117" y="172"/>
                  <a:pt x="117" y="172"/>
                </a:cubicBezTo>
                <a:cubicBezTo>
                  <a:pt x="117" y="172"/>
                  <a:pt x="117" y="173"/>
                  <a:pt x="117" y="173"/>
                </a:cubicBezTo>
                <a:cubicBezTo>
                  <a:pt x="117" y="173"/>
                  <a:pt x="117" y="173"/>
                  <a:pt x="117" y="173"/>
                </a:cubicBezTo>
                <a:cubicBezTo>
                  <a:pt x="116" y="174"/>
                  <a:pt x="116" y="174"/>
                  <a:pt x="116" y="174"/>
                </a:cubicBezTo>
                <a:cubicBezTo>
                  <a:pt x="116" y="174"/>
                  <a:pt x="116" y="175"/>
                  <a:pt x="116" y="175"/>
                </a:cubicBezTo>
                <a:cubicBezTo>
                  <a:pt x="116" y="175"/>
                  <a:pt x="116" y="175"/>
                  <a:pt x="115" y="176"/>
                </a:cubicBezTo>
                <a:cubicBezTo>
                  <a:pt x="115" y="176"/>
                  <a:pt x="115" y="176"/>
                  <a:pt x="115" y="176"/>
                </a:cubicBezTo>
                <a:cubicBezTo>
                  <a:pt x="115" y="177"/>
                  <a:pt x="115" y="177"/>
                  <a:pt x="115" y="177"/>
                </a:cubicBezTo>
                <a:cubicBezTo>
                  <a:pt x="114" y="177"/>
                  <a:pt x="114" y="177"/>
                  <a:pt x="114" y="177"/>
                </a:cubicBezTo>
                <a:cubicBezTo>
                  <a:pt x="114" y="178"/>
                  <a:pt x="113" y="178"/>
                  <a:pt x="113" y="179"/>
                </a:cubicBezTo>
                <a:cubicBezTo>
                  <a:pt x="112" y="180"/>
                  <a:pt x="112" y="180"/>
                  <a:pt x="111" y="181"/>
                </a:cubicBezTo>
                <a:cubicBezTo>
                  <a:pt x="110" y="182"/>
                  <a:pt x="110" y="182"/>
                  <a:pt x="109" y="183"/>
                </a:cubicBezTo>
                <a:cubicBezTo>
                  <a:pt x="109" y="183"/>
                  <a:pt x="108" y="184"/>
                  <a:pt x="107" y="184"/>
                </a:cubicBezTo>
                <a:cubicBezTo>
                  <a:pt x="107" y="184"/>
                  <a:pt x="107" y="184"/>
                  <a:pt x="107" y="184"/>
                </a:cubicBezTo>
                <a:cubicBezTo>
                  <a:pt x="107" y="184"/>
                  <a:pt x="107" y="184"/>
                  <a:pt x="107" y="184"/>
                </a:cubicBezTo>
                <a:cubicBezTo>
                  <a:pt x="107" y="185"/>
                  <a:pt x="107" y="185"/>
                  <a:pt x="107" y="185"/>
                </a:cubicBezTo>
                <a:cubicBezTo>
                  <a:pt x="106" y="185"/>
                  <a:pt x="106" y="185"/>
                  <a:pt x="106" y="185"/>
                </a:cubicBezTo>
                <a:cubicBezTo>
                  <a:pt x="106" y="185"/>
                  <a:pt x="105" y="186"/>
                  <a:pt x="105" y="186"/>
                </a:cubicBezTo>
                <a:cubicBezTo>
                  <a:pt x="105" y="186"/>
                  <a:pt x="105" y="186"/>
                  <a:pt x="105" y="186"/>
                </a:cubicBezTo>
                <a:cubicBezTo>
                  <a:pt x="104" y="186"/>
                  <a:pt x="104" y="186"/>
                  <a:pt x="104" y="186"/>
                </a:cubicBezTo>
                <a:cubicBezTo>
                  <a:pt x="104" y="187"/>
                  <a:pt x="104" y="187"/>
                  <a:pt x="104" y="187"/>
                </a:cubicBezTo>
                <a:cubicBezTo>
                  <a:pt x="103" y="187"/>
                  <a:pt x="103" y="187"/>
                  <a:pt x="103" y="187"/>
                </a:cubicBezTo>
                <a:cubicBezTo>
                  <a:pt x="103" y="188"/>
                  <a:pt x="103" y="188"/>
                  <a:pt x="103" y="188"/>
                </a:cubicBezTo>
                <a:cubicBezTo>
                  <a:pt x="102" y="188"/>
                  <a:pt x="102" y="188"/>
                  <a:pt x="102" y="188"/>
                </a:cubicBezTo>
                <a:cubicBezTo>
                  <a:pt x="102" y="188"/>
                  <a:pt x="102" y="188"/>
                  <a:pt x="101" y="188"/>
                </a:cubicBezTo>
                <a:cubicBezTo>
                  <a:pt x="101" y="189"/>
                  <a:pt x="101" y="189"/>
                  <a:pt x="101" y="189"/>
                </a:cubicBezTo>
                <a:cubicBezTo>
                  <a:pt x="100" y="189"/>
                  <a:pt x="100" y="189"/>
                  <a:pt x="100" y="189"/>
                </a:cubicBezTo>
                <a:cubicBezTo>
                  <a:pt x="100" y="189"/>
                  <a:pt x="100" y="189"/>
                  <a:pt x="100" y="189"/>
                </a:cubicBezTo>
                <a:cubicBezTo>
                  <a:pt x="100" y="189"/>
                  <a:pt x="100" y="189"/>
                  <a:pt x="100" y="189"/>
                </a:cubicBezTo>
                <a:cubicBezTo>
                  <a:pt x="100" y="190"/>
                  <a:pt x="100" y="190"/>
                  <a:pt x="100" y="190"/>
                </a:cubicBezTo>
                <a:cubicBezTo>
                  <a:pt x="99" y="189"/>
                  <a:pt x="99" y="189"/>
                  <a:pt x="99" y="189"/>
                </a:cubicBezTo>
                <a:cubicBezTo>
                  <a:pt x="99" y="189"/>
                  <a:pt x="99" y="190"/>
                  <a:pt x="99" y="190"/>
                </a:cubicBezTo>
                <a:cubicBezTo>
                  <a:pt x="99" y="190"/>
                  <a:pt x="99" y="190"/>
                  <a:pt x="98" y="190"/>
                </a:cubicBezTo>
                <a:cubicBezTo>
                  <a:pt x="98" y="190"/>
                  <a:pt x="98" y="190"/>
                  <a:pt x="98" y="190"/>
                </a:cubicBezTo>
                <a:cubicBezTo>
                  <a:pt x="97" y="191"/>
                  <a:pt x="97" y="191"/>
                  <a:pt x="97" y="191"/>
                </a:cubicBezTo>
                <a:cubicBezTo>
                  <a:pt x="97" y="191"/>
                  <a:pt x="97" y="191"/>
                  <a:pt x="96" y="191"/>
                </a:cubicBezTo>
                <a:cubicBezTo>
                  <a:pt x="96" y="191"/>
                  <a:pt x="96" y="191"/>
                  <a:pt x="95" y="191"/>
                </a:cubicBezTo>
                <a:cubicBezTo>
                  <a:pt x="95" y="192"/>
                  <a:pt x="95" y="192"/>
                  <a:pt x="95" y="192"/>
                </a:cubicBezTo>
                <a:cubicBezTo>
                  <a:pt x="95" y="192"/>
                  <a:pt x="95" y="192"/>
                  <a:pt x="95" y="192"/>
                </a:cubicBezTo>
                <a:cubicBezTo>
                  <a:pt x="95" y="192"/>
                  <a:pt x="95" y="192"/>
                  <a:pt x="95" y="192"/>
                </a:cubicBezTo>
                <a:cubicBezTo>
                  <a:pt x="93" y="192"/>
                  <a:pt x="93" y="192"/>
                  <a:pt x="93" y="192"/>
                </a:cubicBezTo>
                <a:cubicBezTo>
                  <a:pt x="93" y="193"/>
                  <a:pt x="93" y="193"/>
                  <a:pt x="93" y="193"/>
                </a:cubicBezTo>
                <a:cubicBezTo>
                  <a:pt x="93" y="193"/>
                  <a:pt x="93" y="193"/>
                  <a:pt x="92" y="193"/>
                </a:cubicBezTo>
                <a:cubicBezTo>
                  <a:pt x="92" y="193"/>
                  <a:pt x="92" y="193"/>
                  <a:pt x="91" y="193"/>
                </a:cubicBezTo>
                <a:cubicBezTo>
                  <a:pt x="91" y="193"/>
                  <a:pt x="91" y="193"/>
                  <a:pt x="91" y="193"/>
                </a:cubicBezTo>
                <a:cubicBezTo>
                  <a:pt x="90" y="194"/>
                  <a:pt x="90" y="194"/>
                  <a:pt x="90" y="194"/>
                </a:cubicBezTo>
                <a:cubicBezTo>
                  <a:pt x="90" y="194"/>
                  <a:pt x="90" y="194"/>
                  <a:pt x="90" y="194"/>
                </a:cubicBezTo>
                <a:cubicBezTo>
                  <a:pt x="89" y="194"/>
                  <a:pt x="89" y="194"/>
                  <a:pt x="89" y="194"/>
                </a:cubicBezTo>
                <a:cubicBezTo>
                  <a:pt x="89" y="194"/>
                  <a:pt x="89" y="194"/>
                  <a:pt x="89" y="194"/>
                </a:cubicBezTo>
                <a:cubicBezTo>
                  <a:pt x="88" y="194"/>
                  <a:pt x="88" y="194"/>
                  <a:pt x="88" y="194"/>
                </a:cubicBezTo>
                <a:cubicBezTo>
                  <a:pt x="88" y="195"/>
                  <a:pt x="88" y="195"/>
                  <a:pt x="88" y="195"/>
                </a:cubicBezTo>
                <a:cubicBezTo>
                  <a:pt x="87" y="195"/>
                  <a:pt x="87" y="195"/>
                  <a:pt x="87" y="195"/>
                </a:cubicBezTo>
                <a:cubicBezTo>
                  <a:pt x="87" y="195"/>
                  <a:pt x="87" y="195"/>
                  <a:pt x="87" y="195"/>
                </a:cubicBezTo>
                <a:cubicBezTo>
                  <a:pt x="85" y="195"/>
                  <a:pt x="85" y="195"/>
                  <a:pt x="85" y="195"/>
                </a:cubicBezTo>
                <a:cubicBezTo>
                  <a:pt x="82" y="196"/>
                  <a:pt x="78" y="197"/>
                  <a:pt x="74" y="198"/>
                </a:cubicBezTo>
                <a:cubicBezTo>
                  <a:pt x="69" y="198"/>
                  <a:pt x="64" y="199"/>
                  <a:pt x="59" y="199"/>
                </a:cubicBezTo>
                <a:cubicBezTo>
                  <a:pt x="55" y="199"/>
                  <a:pt x="50" y="199"/>
                  <a:pt x="45" y="198"/>
                </a:cubicBezTo>
                <a:cubicBezTo>
                  <a:pt x="41" y="198"/>
                  <a:pt x="37" y="197"/>
                  <a:pt x="33" y="196"/>
                </a:cubicBezTo>
                <a:cubicBezTo>
                  <a:pt x="33" y="196"/>
                  <a:pt x="32" y="196"/>
                  <a:pt x="32" y="195"/>
                </a:cubicBezTo>
                <a:cubicBezTo>
                  <a:pt x="31" y="195"/>
                  <a:pt x="31" y="195"/>
                  <a:pt x="31" y="195"/>
                </a:cubicBezTo>
                <a:cubicBezTo>
                  <a:pt x="31" y="195"/>
                  <a:pt x="31" y="195"/>
                  <a:pt x="31" y="195"/>
                </a:cubicBezTo>
                <a:cubicBezTo>
                  <a:pt x="30" y="195"/>
                  <a:pt x="30" y="195"/>
                  <a:pt x="30" y="195"/>
                </a:cubicBezTo>
                <a:cubicBezTo>
                  <a:pt x="30" y="195"/>
                  <a:pt x="30" y="195"/>
                  <a:pt x="30" y="195"/>
                </a:cubicBezTo>
                <a:cubicBezTo>
                  <a:pt x="29" y="195"/>
                  <a:pt x="29" y="195"/>
                  <a:pt x="29" y="195"/>
                </a:cubicBezTo>
                <a:cubicBezTo>
                  <a:pt x="29" y="194"/>
                  <a:pt x="29" y="194"/>
                  <a:pt x="29" y="194"/>
                </a:cubicBezTo>
                <a:cubicBezTo>
                  <a:pt x="28" y="194"/>
                  <a:pt x="28" y="194"/>
                  <a:pt x="28" y="194"/>
                </a:cubicBezTo>
                <a:cubicBezTo>
                  <a:pt x="28" y="194"/>
                  <a:pt x="28" y="194"/>
                  <a:pt x="28" y="194"/>
                </a:cubicBezTo>
                <a:cubicBezTo>
                  <a:pt x="26" y="194"/>
                  <a:pt x="26" y="194"/>
                  <a:pt x="26" y="194"/>
                </a:cubicBezTo>
                <a:cubicBezTo>
                  <a:pt x="26" y="194"/>
                  <a:pt x="26" y="194"/>
                  <a:pt x="26" y="194"/>
                </a:cubicBezTo>
                <a:cubicBezTo>
                  <a:pt x="26" y="194"/>
                  <a:pt x="26" y="193"/>
                  <a:pt x="25" y="193"/>
                </a:cubicBezTo>
                <a:cubicBezTo>
                  <a:pt x="25" y="193"/>
                  <a:pt x="25" y="193"/>
                  <a:pt x="25" y="193"/>
                </a:cubicBezTo>
                <a:cubicBezTo>
                  <a:pt x="25" y="193"/>
                  <a:pt x="24" y="193"/>
                  <a:pt x="23" y="192"/>
                </a:cubicBezTo>
                <a:cubicBezTo>
                  <a:pt x="23" y="192"/>
                  <a:pt x="22" y="192"/>
                  <a:pt x="22" y="192"/>
                </a:cubicBezTo>
                <a:cubicBezTo>
                  <a:pt x="22" y="192"/>
                  <a:pt x="21" y="191"/>
                  <a:pt x="21" y="191"/>
                </a:cubicBezTo>
                <a:cubicBezTo>
                  <a:pt x="21" y="191"/>
                  <a:pt x="20" y="191"/>
                  <a:pt x="20" y="191"/>
                </a:cubicBezTo>
                <a:cubicBezTo>
                  <a:pt x="20" y="191"/>
                  <a:pt x="20" y="191"/>
                  <a:pt x="20" y="191"/>
                </a:cubicBezTo>
                <a:cubicBezTo>
                  <a:pt x="20" y="190"/>
                  <a:pt x="19" y="190"/>
                  <a:pt x="19" y="190"/>
                </a:cubicBezTo>
                <a:cubicBezTo>
                  <a:pt x="18" y="190"/>
                  <a:pt x="18" y="190"/>
                  <a:pt x="18" y="190"/>
                </a:cubicBezTo>
                <a:cubicBezTo>
                  <a:pt x="18" y="190"/>
                  <a:pt x="18" y="190"/>
                  <a:pt x="18" y="190"/>
                </a:cubicBezTo>
                <a:cubicBezTo>
                  <a:pt x="18" y="190"/>
                  <a:pt x="18" y="189"/>
                  <a:pt x="18" y="189"/>
                </a:cubicBezTo>
                <a:cubicBezTo>
                  <a:pt x="17" y="189"/>
                  <a:pt x="17" y="189"/>
                  <a:pt x="17" y="189"/>
                </a:cubicBezTo>
                <a:cubicBezTo>
                  <a:pt x="17" y="189"/>
                  <a:pt x="17" y="189"/>
                  <a:pt x="17" y="189"/>
                </a:cubicBezTo>
                <a:cubicBezTo>
                  <a:pt x="16" y="189"/>
                  <a:pt x="16" y="189"/>
                  <a:pt x="16" y="189"/>
                </a:cubicBezTo>
                <a:cubicBezTo>
                  <a:pt x="16" y="189"/>
                  <a:pt x="16" y="188"/>
                  <a:pt x="16" y="188"/>
                </a:cubicBezTo>
                <a:cubicBezTo>
                  <a:pt x="15" y="188"/>
                  <a:pt x="15" y="188"/>
                  <a:pt x="15" y="188"/>
                </a:cubicBezTo>
                <a:cubicBezTo>
                  <a:pt x="15" y="188"/>
                  <a:pt x="15" y="188"/>
                  <a:pt x="15" y="188"/>
                </a:cubicBezTo>
                <a:cubicBezTo>
                  <a:pt x="14" y="188"/>
                  <a:pt x="14" y="188"/>
                  <a:pt x="14" y="188"/>
                </a:cubicBezTo>
                <a:cubicBezTo>
                  <a:pt x="14" y="187"/>
                  <a:pt x="13" y="186"/>
                  <a:pt x="13" y="186"/>
                </a:cubicBezTo>
                <a:cubicBezTo>
                  <a:pt x="13" y="186"/>
                  <a:pt x="13" y="186"/>
                  <a:pt x="13" y="186"/>
                </a:cubicBezTo>
                <a:cubicBezTo>
                  <a:pt x="12" y="186"/>
                  <a:pt x="12" y="185"/>
                  <a:pt x="12" y="185"/>
                </a:cubicBezTo>
                <a:cubicBezTo>
                  <a:pt x="11" y="185"/>
                  <a:pt x="11" y="184"/>
                  <a:pt x="10" y="184"/>
                </a:cubicBezTo>
                <a:cubicBezTo>
                  <a:pt x="10" y="183"/>
                  <a:pt x="9" y="183"/>
                  <a:pt x="9" y="182"/>
                </a:cubicBezTo>
                <a:cubicBezTo>
                  <a:pt x="8" y="182"/>
                  <a:pt x="8" y="181"/>
                  <a:pt x="7" y="180"/>
                </a:cubicBezTo>
                <a:cubicBezTo>
                  <a:pt x="7" y="180"/>
                  <a:pt x="7" y="180"/>
                  <a:pt x="7" y="180"/>
                </a:cubicBezTo>
                <a:cubicBezTo>
                  <a:pt x="6" y="179"/>
                  <a:pt x="5" y="178"/>
                  <a:pt x="5" y="177"/>
                </a:cubicBezTo>
                <a:cubicBezTo>
                  <a:pt x="4" y="175"/>
                  <a:pt x="3" y="174"/>
                  <a:pt x="3" y="173"/>
                </a:cubicBezTo>
                <a:cubicBezTo>
                  <a:pt x="3" y="172"/>
                  <a:pt x="3" y="172"/>
                  <a:pt x="3" y="172"/>
                </a:cubicBezTo>
                <a:cubicBezTo>
                  <a:pt x="2" y="170"/>
                  <a:pt x="1" y="168"/>
                  <a:pt x="1" y="166"/>
                </a:cubicBezTo>
                <a:cubicBezTo>
                  <a:pt x="0" y="164"/>
                  <a:pt x="0" y="162"/>
                  <a:pt x="0" y="159"/>
                </a:cubicBezTo>
                <a:cubicBezTo>
                  <a:pt x="0" y="154"/>
                  <a:pt x="0" y="154"/>
                  <a:pt x="0" y="154"/>
                </a:cubicBezTo>
                <a:cubicBezTo>
                  <a:pt x="0" y="154"/>
                  <a:pt x="0" y="154"/>
                  <a:pt x="0" y="154"/>
                </a:cubicBezTo>
                <a:cubicBezTo>
                  <a:pt x="0" y="151"/>
                  <a:pt x="0" y="151"/>
                  <a:pt x="0" y="151"/>
                </a:cubicBezTo>
                <a:cubicBezTo>
                  <a:pt x="1" y="151"/>
                  <a:pt x="1" y="151"/>
                  <a:pt x="1" y="151"/>
                </a:cubicBezTo>
                <a:cubicBezTo>
                  <a:pt x="1" y="150"/>
                  <a:pt x="1" y="150"/>
                  <a:pt x="1" y="150"/>
                </a:cubicBezTo>
                <a:cubicBezTo>
                  <a:pt x="1" y="150"/>
                  <a:pt x="1" y="150"/>
                  <a:pt x="1" y="150"/>
                </a:cubicBezTo>
                <a:cubicBezTo>
                  <a:pt x="1" y="148"/>
                  <a:pt x="1" y="148"/>
                  <a:pt x="1" y="148"/>
                </a:cubicBezTo>
                <a:cubicBezTo>
                  <a:pt x="1" y="148"/>
                  <a:pt x="1" y="148"/>
                  <a:pt x="1" y="148"/>
                </a:cubicBezTo>
                <a:cubicBezTo>
                  <a:pt x="1" y="147"/>
                  <a:pt x="1" y="147"/>
                  <a:pt x="1" y="147"/>
                </a:cubicBezTo>
                <a:cubicBezTo>
                  <a:pt x="2" y="147"/>
                  <a:pt x="2" y="147"/>
                  <a:pt x="2" y="147"/>
                </a:cubicBezTo>
                <a:cubicBezTo>
                  <a:pt x="2" y="146"/>
                  <a:pt x="2" y="146"/>
                  <a:pt x="2" y="146"/>
                </a:cubicBezTo>
                <a:cubicBezTo>
                  <a:pt x="2" y="146"/>
                  <a:pt x="2" y="145"/>
                  <a:pt x="2" y="145"/>
                </a:cubicBezTo>
                <a:cubicBezTo>
                  <a:pt x="2" y="145"/>
                  <a:pt x="2" y="145"/>
                  <a:pt x="2" y="145"/>
                </a:cubicBezTo>
                <a:cubicBezTo>
                  <a:pt x="2" y="145"/>
                  <a:pt x="2" y="144"/>
                  <a:pt x="3" y="143"/>
                </a:cubicBezTo>
                <a:cubicBezTo>
                  <a:pt x="3" y="143"/>
                  <a:pt x="3" y="143"/>
                  <a:pt x="3" y="143"/>
                </a:cubicBezTo>
                <a:cubicBezTo>
                  <a:pt x="3" y="143"/>
                  <a:pt x="3" y="143"/>
                  <a:pt x="3" y="143"/>
                </a:cubicBezTo>
                <a:cubicBezTo>
                  <a:pt x="3" y="143"/>
                  <a:pt x="3" y="143"/>
                  <a:pt x="3" y="143"/>
                </a:cubicBezTo>
                <a:cubicBezTo>
                  <a:pt x="3" y="142"/>
                  <a:pt x="3" y="142"/>
                  <a:pt x="3" y="142"/>
                </a:cubicBezTo>
                <a:cubicBezTo>
                  <a:pt x="3" y="142"/>
                  <a:pt x="4" y="142"/>
                  <a:pt x="4" y="141"/>
                </a:cubicBezTo>
                <a:cubicBezTo>
                  <a:pt x="4" y="141"/>
                  <a:pt x="4" y="140"/>
                  <a:pt x="5" y="139"/>
                </a:cubicBezTo>
                <a:cubicBezTo>
                  <a:pt x="5" y="139"/>
                  <a:pt x="5" y="139"/>
                  <a:pt x="5" y="139"/>
                </a:cubicBezTo>
                <a:cubicBezTo>
                  <a:pt x="5" y="138"/>
                  <a:pt x="5" y="138"/>
                  <a:pt x="5" y="138"/>
                </a:cubicBezTo>
                <a:cubicBezTo>
                  <a:pt x="6" y="138"/>
                  <a:pt x="6" y="138"/>
                  <a:pt x="6" y="138"/>
                </a:cubicBezTo>
                <a:cubicBezTo>
                  <a:pt x="6" y="138"/>
                  <a:pt x="6" y="138"/>
                  <a:pt x="6" y="138"/>
                </a:cubicBezTo>
                <a:cubicBezTo>
                  <a:pt x="6" y="137"/>
                  <a:pt x="6" y="137"/>
                  <a:pt x="6" y="137"/>
                </a:cubicBezTo>
                <a:cubicBezTo>
                  <a:pt x="7" y="137"/>
                  <a:pt x="7" y="137"/>
                  <a:pt x="7" y="136"/>
                </a:cubicBezTo>
                <a:cubicBezTo>
                  <a:pt x="7" y="136"/>
                  <a:pt x="8" y="136"/>
                  <a:pt x="8" y="136"/>
                </a:cubicBezTo>
                <a:cubicBezTo>
                  <a:pt x="8" y="135"/>
                  <a:pt x="8" y="135"/>
                  <a:pt x="8" y="135"/>
                </a:cubicBezTo>
                <a:cubicBezTo>
                  <a:pt x="8" y="135"/>
                  <a:pt x="8" y="135"/>
                  <a:pt x="8" y="135"/>
                </a:cubicBezTo>
                <a:cubicBezTo>
                  <a:pt x="8" y="135"/>
                  <a:pt x="9" y="135"/>
                  <a:pt x="9" y="135"/>
                </a:cubicBezTo>
                <a:cubicBezTo>
                  <a:pt x="9" y="134"/>
                  <a:pt x="9" y="134"/>
                  <a:pt x="10" y="133"/>
                </a:cubicBezTo>
                <a:cubicBezTo>
                  <a:pt x="10" y="133"/>
                  <a:pt x="10" y="133"/>
                  <a:pt x="11" y="132"/>
                </a:cubicBezTo>
                <a:cubicBezTo>
                  <a:pt x="11" y="132"/>
                  <a:pt x="11" y="132"/>
                  <a:pt x="11" y="132"/>
                </a:cubicBezTo>
                <a:cubicBezTo>
                  <a:pt x="12" y="132"/>
                  <a:pt x="12" y="131"/>
                  <a:pt x="12" y="131"/>
                </a:cubicBezTo>
                <a:cubicBezTo>
                  <a:pt x="13" y="131"/>
                  <a:pt x="13" y="131"/>
                  <a:pt x="13" y="130"/>
                </a:cubicBezTo>
                <a:cubicBezTo>
                  <a:pt x="14" y="130"/>
                  <a:pt x="14" y="130"/>
                  <a:pt x="14" y="130"/>
                </a:cubicBezTo>
                <a:cubicBezTo>
                  <a:pt x="14" y="130"/>
                  <a:pt x="14" y="130"/>
                  <a:pt x="14" y="130"/>
                </a:cubicBezTo>
                <a:cubicBezTo>
                  <a:pt x="14" y="129"/>
                  <a:pt x="14" y="129"/>
                  <a:pt x="15" y="129"/>
                </a:cubicBezTo>
                <a:cubicBezTo>
                  <a:pt x="16" y="129"/>
                  <a:pt x="16" y="129"/>
                  <a:pt x="16" y="129"/>
                </a:cubicBezTo>
                <a:cubicBezTo>
                  <a:pt x="16" y="128"/>
                  <a:pt x="16" y="128"/>
                  <a:pt x="16" y="128"/>
                </a:cubicBezTo>
                <a:cubicBezTo>
                  <a:pt x="16" y="128"/>
                  <a:pt x="16" y="128"/>
                  <a:pt x="17" y="128"/>
                </a:cubicBezTo>
                <a:cubicBezTo>
                  <a:pt x="17" y="128"/>
                  <a:pt x="17" y="128"/>
                  <a:pt x="17" y="127"/>
                </a:cubicBezTo>
                <a:cubicBezTo>
                  <a:pt x="18" y="127"/>
                  <a:pt x="18" y="127"/>
                  <a:pt x="18" y="127"/>
                </a:cubicBezTo>
                <a:cubicBezTo>
                  <a:pt x="18" y="127"/>
                  <a:pt x="18" y="127"/>
                  <a:pt x="19" y="127"/>
                </a:cubicBezTo>
                <a:cubicBezTo>
                  <a:pt x="25" y="123"/>
                  <a:pt x="32" y="120"/>
                  <a:pt x="40" y="119"/>
                </a:cubicBezTo>
                <a:cubicBezTo>
                  <a:pt x="49" y="117"/>
                  <a:pt x="58" y="117"/>
                  <a:pt x="68" y="116"/>
                </a:cubicBezTo>
                <a:cubicBezTo>
                  <a:pt x="68" y="115"/>
                  <a:pt x="68" y="114"/>
                  <a:pt x="68" y="113"/>
                </a:cubicBezTo>
                <a:cubicBezTo>
                  <a:pt x="67" y="111"/>
                  <a:pt x="67" y="110"/>
                  <a:pt x="66" y="110"/>
                </a:cubicBezTo>
                <a:cubicBezTo>
                  <a:pt x="66" y="109"/>
                  <a:pt x="66" y="109"/>
                  <a:pt x="65" y="109"/>
                </a:cubicBezTo>
                <a:cubicBezTo>
                  <a:pt x="65" y="109"/>
                  <a:pt x="65" y="109"/>
                  <a:pt x="65" y="109"/>
                </a:cubicBezTo>
                <a:cubicBezTo>
                  <a:pt x="64" y="108"/>
                  <a:pt x="64" y="108"/>
                  <a:pt x="64" y="108"/>
                </a:cubicBezTo>
                <a:cubicBezTo>
                  <a:pt x="63" y="108"/>
                  <a:pt x="63" y="108"/>
                  <a:pt x="63" y="108"/>
                </a:cubicBezTo>
                <a:cubicBezTo>
                  <a:pt x="63" y="107"/>
                  <a:pt x="63" y="107"/>
                  <a:pt x="63" y="107"/>
                </a:cubicBezTo>
                <a:cubicBezTo>
                  <a:pt x="63" y="107"/>
                  <a:pt x="63" y="107"/>
                  <a:pt x="63" y="107"/>
                </a:cubicBezTo>
                <a:cubicBezTo>
                  <a:pt x="63" y="107"/>
                  <a:pt x="62" y="107"/>
                  <a:pt x="62" y="107"/>
                </a:cubicBezTo>
                <a:cubicBezTo>
                  <a:pt x="62" y="106"/>
                  <a:pt x="62" y="106"/>
                  <a:pt x="62" y="106"/>
                </a:cubicBezTo>
                <a:cubicBezTo>
                  <a:pt x="62" y="106"/>
                  <a:pt x="62" y="106"/>
                  <a:pt x="62" y="106"/>
                </a:cubicBezTo>
                <a:cubicBezTo>
                  <a:pt x="62" y="106"/>
                  <a:pt x="61" y="105"/>
                  <a:pt x="61" y="105"/>
                </a:cubicBezTo>
                <a:cubicBezTo>
                  <a:pt x="61" y="105"/>
                  <a:pt x="61" y="105"/>
                  <a:pt x="61" y="105"/>
                </a:cubicBezTo>
                <a:cubicBezTo>
                  <a:pt x="61" y="105"/>
                  <a:pt x="61" y="105"/>
                  <a:pt x="61" y="105"/>
                </a:cubicBezTo>
                <a:cubicBezTo>
                  <a:pt x="61" y="104"/>
                  <a:pt x="61" y="104"/>
                  <a:pt x="61" y="104"/>
                </a:cubicBezTo>
                <a:cubicBezTo>
                  <a:pt x="61" y="104"/>
                  <a:pt x="61" y="104"/>
                  <a:pt x="61" y="104"/>
                </a:cubicBezTo>
                <a:cubicBezTo>
                  <a:pt x="61" y="91"/>
                  <a:pt x="61" y="91"/>
                  <a:pt x="61" y="91"/>
                </a:cubicBezTo>
                <a:cubicBezTo>
                  <a:pt x="58" y="91"/>
                  <a:pt x="56" y="91"/>
                  <a:pt x="53" y="91"/>
                </a:cubicBezTo>
                <a:cubicBezTo>
                  <a:pt x="51" y="91"/>
                  <a:pt x="49" y="91"/>
                  <a:pt x="47" y="91"/>
                </a:cubicBezTo>
                <a:cubicBezTo>
                  <a:pt x="46" y="90"/>
                  <a:pt x="45" y="90"/>
                  <a:pt x="45" y="90"/>
                </a:cubicBezTo>
                <a:cubicBezTo>
                  <a:pt x="44" y="90"/>
                  <a:pt x="44" y="90"/>
                  <a:pt x="43" y="90"/>
                </a:cubicBezTo>
                <a:cubicBezTo>
                  <a:pt x="43" y="90"/>
                  <a:pt x="43" y="90"/>
                  <a:pt x="43" y="90"/>
                </a:cubicBezTo>
                <a:cubicBezTo>
                  <a:pt x="42" y="90"/>
                  <a:pt x="42" y="90"/>
                  <a:pt x="42" y="90"/>
                </a:cubicBezTo>
                <a:cubicBezTo>
                  <a:pt x="42" y="90"/>
                  <a:pt x="42" y="90"/>
                  <a:pt x="42" y="90"/>
                </a:cubicBezTo>
                <a:cubicBezTo>
                  <a:pt x="38" y="89"/>
                  <a:pt x="38" y="89"/>
                  <a:pt x="38" y="89"/>
                </a:cubicBezTo>
                <a:cubicBezTo>
                  <a:pt x="38" y="89"/>
                  <a:pt x="38" y="89"/>
                  <a:pt x="38" y="89"/>
                </a:cubicBezTo>
                <a:cubicBezTo>
                  <a:pt x="37" y="89"/>
                  <a:pt x="37" y="89"/>
                  <a:pt x="37" y="89"/>
                </a:cubicBezTo>
                <a:cubicBezTo>
                  <a:pt x="37" y="88"/>
                  <a:pt x="37" y="88"/>
                  <a:pt x="37" y="88"/>
                </a:cubicBezTo>
                <a:cubicBezTo>
                  <a:pt x="37" y="88"/>
                  <a:pt x="36" y="88"/>
                  <a:pt x="36" y="88"/>
                </a:cubicBezTo>
                <a:cubicBezTo>
                  <a:pt x="36" y="88"/>
                  <a:pt x="35" y="88"/>
                  <a:pt x="35" y="88"/>
                </a:cubicBezTo>
                <a:cubicBezTo>
                  <a:pt x="35" y="87"/>
                  <a:pt x="35" y="87"/>
                  <a:pt x="35" y="87"/>
                </a:cubicBezTo>
                <a:cubicBezTo>
                  <a:pt x="35" y="87"/>
                  <a:pt x="34" y="87"/>
                  <a:pt x="34" y="87"/>
                </a:cubicBezTo>
                <a:cubicBezTo>
                  <a:pt x="34" y="87"/>
                  <a:pt x="34" y="87"/>
                  <a:pt x="34" y="87"/>
                </a:cubicBezTo>
                <a:cubicBezTo>
                  <a:pt x="33" y="87"/>
                  <a:pt x="33" y="87"/>
                  <a:pt x="33" y="87"/>
                </a:cubicBezTo>
                <a:cubicBezTo>
                  <a:pt x="33" y="86"/>
                  <a:pt x="33" y="86"/>
                  <a:pt x="33" y="86"/>
                </a:cubicBezTo>
                <a:cubicBezTo>
                  <a:pt x="32" y="86"/>
                  <a:pt x="32" y="86"/>
                  <a:pt x="31" y="86"/>
                </a:cubicBezTo>
                <a:cubicBezTo>
                  <a:pt x="31" y="86"/>
                  <a:pt x="31" y="86"/>
                  <a:pt x="31" y="86"/>
                </a:cubicBezTo>
                <a:cubicBezTo>
                  <a:pt x="30" y="85"/>
                  <a:pt x="30" y="85"/>
                  <a:pt x="30" y="85"/>
                </a:cubicBezTo>
                <a:cubicBezTo>
                  <a:pt x="30" y="85"/>
                  <a:pt x="30" y="85"/>
                  <a:pt x="30" y="85"/>
                </a:cubicBezTo>
                <a:cubicBezTo>
                  <a:pt x="30" y="85"/>
                  <a:pt x="29" y="85"/>
                  <a:pt x="29" y="85"/>
                </a:cubicBezTo>
                <a:cubicBezTo>
                  <a:pt x="29" y="84"/>
                  <a:pt x="29" y="84"/>
                  <a:pt x="29" y="84"/>
                </a:cubicBezTo>
                <a:cubicBezTo>
                  <a:pt x="28" y="84"/>
                  <a:pt x="28" y="84"/>
                  <a:pt x="28" y="84"/>
                </a:cubicBezTo>
                <a:cubicBezTo>
                  <a:pt x="28" y="84"/>
                  <a:pt x="27" y="84"/>
                  <a:pt x="27" y="84"/>
                </a:cubicBezTo>
                <a:cubicBezTo>
                  <a:pt x="27" y="84"/>
                  <a:pt x="27" y="83"/>
                  <a:pt x="26" y="83"/>
                </a:cubicBezTo>
                <a:cubicBezTo>
                  <a:pt x="26" y="82"/>
                  <a:pt x="25" y="82"/>
                  <a:pt x="25" y="81"/>
                </a:cubicBezTo>
                <a:cubicBezTo>
                  <a:pt x="24" y="81"/>
                  <a:pt x="23" y="80"/>
                  <a:pt x="23" y="80"/>
                </a:cubicBezTo>
                <a:cubicBezTo>
                  <a:pt x="22" y="79"/>
                  <a:pt x="21" y="78"/>
                  <a:pt x="21" y="78"/>
                </a:cubicBezTo>
                <a:cubicBezTo>
                  <a:pt x="20" y="77"/>
                  <a:pt x="20" y="77"/>
                  <a:pt x="20" y="76"/>
                </a:cubicBezTo>
                <a:cubicBezTo>
                  <a:pt x="19" y="76"/>
                  <a:pt x="19" y="76"/>
                  <a:pt x="19" y="76"/>
                </a:cubicBezTo>
                <a:cubicBezTo>
                  <a:pt x="19" y="75"/>
                  <a:pt x="19" y="75"/>
                  <a:pt x="19" y="75"/>
                </a:cubicBezTo>
                <a:cubicBezTo>
                  <a:pt x="18" y="75"/>
                  <a:pt x="18" y="75"/>
                  <a:pt x="18" y="75"/>
                </a:cubicBezTo>
                <a:cubicBezTo>
                  <a:pt x="18" y="74"/>
                  <a:pt x="18" y="74"/>
                  <a:pt x="18" y="74"/>
                </a:cubicBezTo>
                <a:cubicBezTo>
                  <a:pt x="18" y="74"/>
                  <a:pt x="18" y="74"/>
                  <a:pt x="18" y="74"/>
                </a:cubicBezTo>
                <a:cubicBezTo>
                  <a:pt x="18" y="74"/>
                  <a:pt x="18" y="73"/>
                  <a:pt x="17" y="73"/>
                </a:cubicBezTo>
                <a:cubicBezTo>
                  <a:pt x="17" y="73"/>
                  <a:pt x="17" y="73"/>
                  <a:pt x="17" y="72"/>
                </a:cubicBezTo>
                <a:cubicBezTo>
                  <a:pt x="17" y="72"/>
                  <a:pt x="17" y="72"/>
                  <a:pt x="17" y="72"/>
                </a:cubicBezTo>
                <a:cubicBezTo>
                  <a:pt x="17" y="72"/>
                  <a:pt x="16" y="72"/>
                  <a:pt x="16" y="71"/>
                </a:cubicBezTo>
                <a:cubicBezTo>
                  <a:pt x="16" y="71"/>
                  <a:pt x="16" y="71"/>
                  <a:pt x="16" y="71"/>
                </a:cubicBezTo>
                <a:cubicBezTo>
                  <a:pt x="16" y="71"/>
                  <a:pt x="16" y="71"/>
                  <a:pt x="16" y="71"/>
                </a:cubicBezTo>
                <a:cubicBezTo>
                  <a:pt x="16" y="70"/>
                  <a:pt x="16" y="70"/>
                  <a:pt x="16" y="69"/>
                </a:cubicBezTo>
                <a:cubicBezTo>
                  <a:pt x="15" y="69"/>
                  <a:pt x="15" y="69"/>
                  <a:pt x="15" y="69"/>
                </a:cubicBezTo>
                <a:cubicBezTo>
                  <a:pt x="15" y="68"/>
                  <a:pt x="15" y="68"/>
                  <a:pt x="15" y="68"/>
                </a:cubicBezTo>
                <a:cubicBezTo>
                  <a:pt x="15" y="68"/>
                  <a:pt x="15" y="68"/>
                  <a:pt x="15" y="68"/>
                </a:cubicBezTo>
                <a:cubicBezTo>
                  <a:pt x="15" y="68"/>
                  <a:pt x="15" y="68"/>
                  <a:pt x="15" y="68"/>
                </a:cubicBezTo>
                <a:cubicBezTo>
                  <a:pt x="15" y="68"/>
                  <a:pt x="15" y="68"/>
                  <a:pt x="15" y="68"/>
                </a:cubicBezTo>
                <a:cubicBezTo>
                  <a:pt x="15" y="67"/>
                  <a:pt x="15" y="67"/>
                  <a:pt x="15" y="67"/>
                </a:cubicBezTo>
                <a:cubicBezTo>
                  <a:pt x="14" y="67"/>
                  <a:pt x="14" y="67"/>
                  <a:pt x="14" y="67"/>
                </a:cubicBezTo>
                <a:cubicBezTo>
                  <a:pt x="14" y="66"/>
                  <a:pt x="14" y="66"/>
                  <a:pt x="14" y="66"/>
                </a:cubicBezTo>
                <a:cubicBezTo>
                  <a:pt x="14" y="66"/>
                  <a:pt x="14" y="66"/>
                  <a:pt x="14" y="66"/>
                </a:cubicBezTo>
                <a:cubicBezTo>
                  <a:pt x="14" y="65"/>
                  <a:pt x="14" y="65"/>
                  <a:pt x="14" y="65"/>
                </a:cubicBezTo>
                <a:cubicBezTo>
                  <a:pt x="13" y="63"/>
                  <a:pt x="13" y="60"/>
                  <a:pt x="12" y="58"/>
                </a:cubicBezTo>
                <a:cubicBezTo>
                  <a:pt x="12" y="55"/>
                  <a:pt x="12" y="53"/>
                  <a:pt x="12" y="50"/>
                </a:cubicBezTo>
                <a:cubicBezTo>
                  <a:pt x="12" y="48"/>
                  <a:pt x="12" y="45"/>
                  <a:pt x="12" y="42"/>
                </a:cubicBezTo>
                <a:cubicBezTo>
                  <a:pt x="12" y="40"/>
                  <a:pt x="13" y="38"/>
                  <a:pt x="14" y="36"/>
                </a:cubicBezTo>
                <a:cubicBezTo>
                  <a:pt x="14" y="34"/>
                  <a:pt x="14" y="34"/>
                  <a:pt x="14" y="34"/>
                </a:cubicBezTo>
                <a:cubicBezTo>
                  <a:pt x="14" y="34"/>
                  <a:pt x="14" y="34"/>
                  <a:pt x="14" y="34"/>
                </a:cubicBezTo>
                <a:cubicBezTo>
                  <a:pt x="14" y="34"/>
                  <a:pt x="14" y="34"/>
                  <a:pt x="14" y="33"/>
                </a:cubicBezTo>
                <a:cubicBezTo>
                  <a:pt x="14" y="33"/>
                  <a:pt x="14" y="33"/>
                  <a:pt x="14" y="32"/>
                </a:cubicBezTo>
                <a:cubicBezTo>
                  <a:pt x="15" y="32"/>
                  <a:pt x="15" y="32"/>
                  <a:pt x="15" y="32"/>
                </a:cubicBezTo>
                <a:cubicBezTo>
                  <a:pt x="15" y="32"/>
                  <a:pt x="15" y="31"/>
                  <a:pt x="15" y="30"/>
                </a:cubicBezTo>
                <a:cubicBezTo>
                  <a:pt x="15" y="30"/>
                  <a:pt x="15" y="30"/>
                  <a:pt x="15" y="30"/>
                </a:cubicBezTo>
                <a:cubicBezTo>
                  <a:pt x="15" y="30"/>
                  <a:pt x="15" y="30"/>
                  <a:pt x="16" y="29"/>
                </a:cubicBezTo>
                <a:cubicBezTo>
                  <a:pt x="16" y="29"/>
                  <a:pt x="16" y="29"/>
                  <a:pt x="16" y="29"/>
                </a:cubicBezTo>
                <a:cubicBezTo>
                  <a:pt x="16" y="29"/>
                  <a:pt x="16" y="28"/>
                  <a:pt x="16" y="27"/>
                </a:cubicBezTo>
                <a:cubicBezTo>
                  <a:pt x="16" y="27"/>
                  <a:pt x="17" y="27"/>
                  <a:pt x="17" y="27"/>
                </a:cubicBezTo>
                <a:cubicBezTo>
                  <a:pt x="17" y="27"/>
                  <a:pt x="18" y="27"/>
                  <a:pt x="18" y="27"/>
                </a:cubicBezTo>
                <a:cubicBezTo>
                  <a:pt x="18" y="26"/>
                  <a:pt x="18" y="26"/>
                  <a:pt x="18" y="26"/>
                </a:cubicBezTo>
                <a:cubicBezTo>
                  <a:pt x="17" y="26"/>
                  <a:pt x="17" y="26"/>
                  <a:pt x="17" y="26"/>
                </a:cubicBezTo>
                <a:cubicBezTo>
                  <a:pt x="18" y="25"/>
                  <a:pt x="18" y="25"/>
                  <a:pt x="18" y="25"/>
                </a:cubicBezTo>
                <a:cubicBezTo>
                  <a:pt x="18" y="25"/>
                  <a:pt x="18" y="25"/>
                  <a:pt x="18" y="25"/>
                </a:cubicBezTo>
                <a:cubicBezTo>
                  <a:pt x="18" y="25"/>
                  <a:pt x="18" y="25"/>
                  <a:pt x="18" y="25"/>
                </a:cubicBezTo>
                <a:cubicBezTo>
                  <a:pt x="18" y="25"/>
                  <a:pt x="18" y="25"/>
                  <a:pt x="18" y="25"/>
                </a:cubicBezTo>
                <a:cubicBezTo>
                  <a:pt x="18" y="24"/>
                  <a:pt x="18" y="24"/>
                  <a:pt x="18" y="24"/>
                </a:cubicBezTo>
                <a:cubicBezTo>
                  <a:pt x="19" y="24"/>
                  <a:pt x="19" y="24"/>
                  <a:pt x="19" y="24"/>
                </a:cubicBezTo>
                <a:cubicBezTo>
                  <a:pt x="19" y="23"/>
                  <a:pt x="19" y="23"/>
                  <a:pt x="19" y="23"/>
                </a:cubicBezTo>
                <a:cubicBezTo>
                  <a:pt x="19" y="23"/>
                  <a:pt x="20" y="23"/>
                  <a:pt x="20" y="23"/>
                </a:cubicBezTo>
                <a:cubicBezTo>
                  <a:pt x="20" y="22"/>
                  <a:pt x="20" y="22"/>
                  <a:pt x="20" y="22"/>
                </a:cubicBezTo>
                <a:cubicBezTo>
                  <a:pt x="20" y="22"/>
                  <a:pt x="20" y="21"/>
                  <a:pt x="21" y="21"/>
                </a:cubicBezTo>
                <a:cubicBezTo>
                  <a:pt x="21" y="21"/>
                  <a:pt x="21" y="21"/>
                  <a:pt x="21" y="20"/>
                </a:cubicBezTo>
                <a:cubicBezTo>
                  <a:pt x="21" y="20"/>
                  <a:pt x="21" y="20"/>
                  <a:pt x="21" y="20"/>
                </a:cubicBezTo>
                <a:cubicBezTo>
                  <a:pt x="22" y="20"/>
                  <a:pt x="22" y="19"/>
                  <a:pt x="23" y="19"/>
                </a:cubicBezTo>
                <a:cubicBezTo>
                  <a:pt x="23" y="18"/>
                  <a:pt x="24" y="18"/>
                  <a:pt x="24" y="18"/>
                </a:cubicBezTo>
                <a:cubicBezTo>
                  <a:pt x="24" y="17"/>
                  <a:pt x="24" y="17"/>
                  <a:pt x="24" y="17"/>
                </a:cubicBezTo>
                <a:cubicBezTo>
                  <a:pt x="25" y="17"/>
                  <a:pt x="25" y="17"/>
                  <a:pt x="25" y="17"/>
                </a:cubicBezTo>
                <a:cubicBezTo>
                  <a:pt x="25" y="16"/>
                  <a:pt x="26" y="15"/>
                  <a:pt x="27" y="15"/>
                </a:cubicBezTo>
                <a:cubicBezTo>
                  <a:pt x="27" y="14"/>
                  <a:pt x="28" y="14"/>
                  <a:pt x="29" y="13"/>
                </a:cubicBezTo>
                <a:cubicBezTo>
                  <a:pt x="29" y="13"/>
                  <a:pt x="29" y="13"/>
                  <a:pt x="30" y="12"/>
                </a:cubicBezTo>
                <a:cubicBezTo>
                  <a:pt x="30" y="12"/>
                  <a:pt x="30" y="12"/>
                  <a:pt x="30" y="12"/>
                </a:cubicBezTo>
                <a:cubicBezTo>
                  <a:pt x="31" y="12"/>
                  <a:pt x="31" y="12"/>
                  <a:pt x="31" y="12"/>
                </a:cubicBezTo>
                <a:cubicBezTo>
                  <a:pt x="31" y="11"/>
                  <a:pt x="31" y="11"/>
                  <a:pt x="32" y="11"/>
                </a:cubicBezTo>
                <a:cubicBezTo>
                  <a:pt x="32" y="11"/>
                  <a:pt x="32" y="11"/>
                  <a:pt x="32" y="11"/>
                </a:cubicBezTo>
                <a:cubicBezTo>
                  <a:pt x="32" y="11"/>
                  <a:pt x="32" y="11"/>
                  <a:pt x="32" y="11"/>
                </a:cubicBezTo>
                <a:cubicBezTo>
                  <a:pt x="33" y="10"/>
                  <a:pt x="33" y="10"/>
                  <a:pt x="33" y="10"/>
                </a:cubicBezTo>
                <a:cubicBezTo>
                  <a:pt x="33" y="10"/>
                  <a:pt x="33" y="10"/>
                  <a:pt x="33" y="10"/>
                </a:cubicBezTo>
                <a:cubicBezTo>
                  <a:pt x="33" y="10"/>
                  <a:pt x="33" y="10"/>
                  <a:pt x="34" y="10"/>
                </a:cubicBezTo>
                <a:cubicBezTo>
                  <a:pt x="34" y="10"/>
                  <a:pt x="34" y="10"/>
                  <a:pt x="34" y="10"/>
                </a:cubicBezTo>
                <a:cubicBezTo>
                  <a:pt x="34" y="10"/>
                  <a:pt x="34" y="10"/>
                  <a:pt x="34" y="10"/>
                </a:cubicBezTo>
                <a:cubicBezTo>
                  <a:pt x="35" y="9"/>
                  <a:pt x="35" y="9"/>
                  <a:pt x="35" y="9"/>
                </a:cubicBezTo>
                <a:cubicBezTo>
                  <a:pt x="36" y="9"/>
                  <a:pt x="36" y="9"/>
                  <a:pt x="36" y="9"/>
                </a:cubicBezTo>
                <a:cubicBezTo>
                  <a:pt x="36" y="9"/>
                  <a:pt x="36" y="9"/>
                  <a:pt x="36" y="9"/>
                </a:cubicBezTo>
                <a:cubicBezTo>
                  <a:pt x="36" y="9"/>
                  <a:pt x="36" y="9"/>
                  <a:pt x="36" y="9"/>
                </a:cubicBezTo>
                <a:cubicBezTo>
                  <a:pt x="36" y="8"/>
                  <a:pt x="36" y="8"/>
                  <a:pt x="36" y="8"/>
                </a:cubicBezTo>
                <a:cubicBezTo>
                  <a:pt x="37" y="8"/>
                  <a:pt x="37" y="8"/>
                  <a:pt x="37" y="8"/>
                </a:cubicBezTo>
                <a:cubicBezTo>
                  <a:pt x="37" y="8"/>
                  <a:pt x="37" y="8"/>
                  <a:pt x="37" y="8"/>
                </a:cubicBezTo>
                <a:cubicBezTo>
                  <a:pt x="38" y="8"/>
                  <a:pt x="38" y="8"/>
                  <a:pt x="38" y="8"/>
                </a:cubicBezTo>
                <a:cubicBezTo>
                  <a:pt x="38" y="8"/>
                  <a:pt x="38" y="8"/>
                  <a:pt x="38" y="8"/>
                </a:cubicBezTo>
                <a:cubicBezTo>
                  <a:pt x="38" y="8"/>
                  <a:pt x="38" y="8"/>
                  <a:pt x="38" y="8"/>
                </a:cubicBezTo>
                <a:cubicBezTo>
                  <a:pt x="38" y="7"/>
                  <a:pt x="38" y="7"/>
                  <a:pt x="38" y="7"/>
                </a:cubicBezTo>
                <a:cubicBezTo>
                  <a:pt x="39" y="7"/>
                  <a:pt x="39" y="7"/>
                  <a:pt x="40" y="7"/>
                </a:cubicBezTo>
                <a:cubicBezTo>
                  <a:pt x="40" y="7"/>
                  <a:pt x="40" y="7"/>
                  <a:pt x="40" y="7"/>
                </a:cubicBezTo>
                <a:cubicBezTo>
                  <a:pt x="40" y="6"/>
                  <a:pt x="40" y="6"/>
                  <a:pt x="40" y="6"/>
                </a:cubicBezTo>
                <a:cubicBezTo>
                  <a:pt x="42" y="6"/>
                  <a:pt x="42" y="6"/>
                  <a:pt x="42" y="6"/>
                </a:cubicBezTo>
                <a:cubicBezTo>
                  <a:pt x="42" y="6"/>
                  <a:pt x="42" y="6"/>
                  <a:pt x="42" y="6"/>
                </a:cubicBezTo>
                <a:cubicBezTo>
                  <a:pt x="42" y="6"/>
                  <a:pt x="42" y="6"/>
                  <a:pt x="42" y="6"/>
                </a:cubicBezTo>
                <a:cubicBezTo>
                  <a:pt x="42" y="6"/>
                  <a:pt x="42" y="6"/>
                  <a:pt x="42" y="6"/>
                </a:cubicBezTo>
                <a:cubicBezTo>
                  <a:pt x="43" y="6"/>
                  <a:pt x="43" y="6"/>
                  <a:pt x="43" y="6"/>
                </a:cubicBezTo>
                <a:cubicBezTo>
                  <a:pt x="43" y="5"/>
                  <a:pt x="43" y="5"/>
                  <a:pt x="43" y="5"/>
                </a:cubicBezTo>
                <a:cubicBezTo>
                  <a:pt x="44" y="5"/>
                  <a:pt x="44" y="5"/>
                  <a:pt x="44" y="5"/>
                </a:cubicBezTo>
                <a:cubicBezTo>
                  <a:pt x="44" y="5"/>
                  <a:pt x="44" y="5"/>
                  <a:pt x="44" y="5"/>
                </a:cubicBezTo>
                <a:cubicBezTo>
                  <a:pt x="45" y="5"/>
                  <a:pt x="45" y="5"/>
                  <a:pt x="45" y="5"/>
                </a:cubicBezTo>
                <a:cubicBezTo>
                  <a:pt x="45" y="5"/>
                  <a:pt x="45" y="5"/>
                  <a:pt x="45" y="5"/>
                </a:cubicBezTo>
                <a:cubicBezTo>
                  <a:pt x="46" y="5"/>
                  <a:pt x="46" y="5"/>
                  <a:pt x="46" y="5"/>
                </a:cubicBezTo>
                <a:cubicBezTo>
                  <a:pt x="46" y="4"/>
                  <a:pt x="46" y="4"/>
                  <a:pt x="46" y="4"/>
                </a:cubicBezTo>
                <a:cubicBezTo>
                  <a:pt x="46" y="4"/>
                  <a:pt x="47" y="4"/>
                  <a:pt x="47" y="4"/>
                </a:cubicBezTo>
                <a:cubicBezTo>
                  <a:pt x="47" y="4"/>
                  <a:pt x="48" y="4"/>
                  <a:pt x="48" y="4"/>
                </a:cubicBezTo>
                <a:cubicBezTo>
                  <a:pt x="48" y="3"/>
                  <a:pt x="48" y="3"/>
                  <a:pt x="48" y="3"/>
                </a:cubicBezTo>
                <a:cubicBezTo>
                  <a:pt x="49" y="3"/>
                  <a:pt x="50" y="3"/>
                  <a:pt x="51" y="3"/>
                </a:cubicBezTo>
                <a:cubicBezTo>
                  <a:pt x="52" y="2"/>
                  <a:pt x="54" y="2"/>
                  <a:pt x="54" y="2"/>
                </a:cubicBezTo>
                <a:cubicBezTo>
                  <a:pt x="56" y="2"/>
                  <a:pt x="56" y="2"/>
                  <a:pt x="56" y="2"/>
                </a:cubicBezTo>
                <a:cubicBezTo>
                  <a:pt x="56" y="1"/>
                  <a:pt x="56" y="1"/>
                  <a:pt x="56" y="1"/>
                </a:cubicBezTo>
                <a:cubicBezTo>
                  <a:pt x="58" y="1"/>
                  <a:pt x="58" y="1"/>
                  <a:pt x="58" y="1"/>
                </a:cubicBezTo>
                <a:cubicBezTo>
                  <a:pt x="58" y="1"/>
                  <a:pt x="58" y="1"/>
                  <a:pt x="58" y="1"/>
                </a:cubicBezTo>
                <a:cubicBezTo>
                  <a:pt x="60" y="1"/>
                  <a:pt x="60" y="1"/>
                  <a:pt x="60" y="1"/>
                </a:cubicBezTo>
                <a:cubicBezTo>
                  <a:pt x="60" y="1"/>
                  <a:pt x="60" y="1"/>
                  <a:pt x="60" y="1"/>
                </a:cubicBezTo>
                <a:cubicBezTo>
                  <a:pt x="63" y="1"/>
                  <a:pt x="63" y="1"/>
                  <a:pt x="63" y="1"/>
                </a:cubicBezTo>
                <a:cubicBezTo>
                  <a:pt x="63" y="0"/>
                  <a:pt x="63" y="0"/>
                  <a:pt x="63" y="0"/>
                </a:cubicBezTo>
                <a:cubicBezTo>
                  <a:pt x="66" y="0"/>
                  <a:pt x="66" y="0"/>
                  <a:pt x="66" y="0"/>
                </a:cubicBezTo>
                <a:cubicBezTo>
                  <a:pt x="66" y="0"/>
                  <a:pt x="66" y="0"/>
                  <a:pt x="66" y="0"/>
                </a:cubicBezTo>
                <a:cubicBezTo>
                  <a:pt x="123" y="0"/>
                  <a:pt x="123" y="0"/>
                  <a:pt x="123" y="0"/>
                </a:cubicBezTo>
                <a:cubicBezTo>
                  <a:pt x="123" y="1"/>
                  <a:pt x="123" y="1"/>
                  <a:pt x="123" y="1"/>
                </a:cubicBezTo>
                <a:close/>
                <a:moveTo>
                  <a:pt x="45" y="128"/>
                </a:moveTo>
                <a:cubicBezTo>
                  <a:pt x="45" y="128"/>
                  <a:pt x="45" y="128"/>
                  <a:pt x="45" y="128"/>
                </a:cubicBezTo>
                <a:cubicBezTo>
                  <a:pt x="45" y="129"/>
                  <a:pt x="44" y="129"/>
                  <a:pt x="44" y="129"/>
                </a:cubicBezTo>
                <a:cubicBezTo>
                  <a:pt x="43" y="129"/>
                  <a:pt x="43" y="129"/>
                  <a:pt x="42" y="129"/>
                </a:cubicBezTo>
                <a:cubicBezTo>
                  <a:pt x="42" y="130"/>
                  <a:pt x="42" y="130"/>
                  <a:pt x="42" y="130"/>
                </a:cubicBezTo>
                <a:cubicBezTo>
                  <a:pt x="42" y="130"/>
                  <a:pt x="41" y="130"/>
                  <a:pt x="41" y="130"/>
                </a:cubicBezTo>
                <a:cubicBezTo>
                  <a:pt x="40" y="131"/>
                  <a:pt x="40" y="131"/>
                  <a:pt x="40" y="131"/>
                </a:cubicBezTo>
                <a:cubicBezTo>
                  <a:pt x="39" y="131"/>
                  <a:pt x="39" y="131"/>
                  <a:pt x="39" y="131"/>
                </a:cubicBezTo>
                <a:cubicBezTo>
                  <a:pt x="39" y="131"/>
                  <a:pt x="39" y="131"/>
                  <a:pt x="39" y="131"/>
                </a:cubicBezTo>
                <a:cubicBezTo>
                  <a:pt x="38" y="131"/>
                  <a:pt x="38" y="131"/>
                  <a:pt x="38" y="131"/>
                </a:cubicBezTo>
                <a:cubicBezTo>
                  <a:pt x="38" y="132"/>
                  <a:pt x="38" y="132"/>
                  <a:pt x="38" y="132"/>
                </a:cubicBezTo>
                <a:cubicBezTo>
                  <a:pt x="38" y="132"/>
                  <a:pt x="38" y="132"/>
                  <a:pt x="37" y="132"/>
                </a:cubicBezTo>
                <a:cubicBezTo>
                  <a:pt x="37" y="132"/>
                  <a:pt x="37" y="132"/>
                  <a:pt x="36" y="132"/>
                </a:cubicBezTo>
                <a:cubicBezTo>
                  <a:pt x="36" y="133"/>
                  <a:pt x="36" y="133"/>
                  <a:pt x="36" y="133"/>
                </a:cubicBezTo>
                <a:cubicBezTo>
                  <a:pt x="36" y="133"/>
                  <a:pt x="36" y="133"/>
                  <a:pt x="36" y="133"/>
                </a:cubicBezTo>
                <a:cubicBezTo>
                  <a:pt x="35" y="134"/>
                  <a:pt x="35" y="134"/>
                  <a:pt x="35" y="134"/>
                </a:cubicBezTo>
                <a:cubicBezTo>
                  <a:pt x="35" y="134"/>
                  <a:pt x="35" y="134"/>
                  <a:pt x="35" y="134"/>
                </a:cubicBezTo>
                <a:cubicBezTo>
                  <a:pt x="34" y="135"/>
                  <a:pt x="34" y="135"/>
                  <a:pt x="34" y="135"/>
                </a:cubicBezTo>
                <a:cubicBezTo>
                  <a:pt x="33" y="135"/>
                  <a:pt x="33" y="135"/>
                  <a:pt x="33" y="135"/>
                </a:cubicBezTo>
                <a:cubicBezTo>
                  <a:pt x="32" y="136"/>
                  <a:pt x="32" y="137"/>
                  <a:pt x="31" y="137"/>
                </a:cubicBezTo>
                <a:cubicBezTo>
                  <a:pt x="31" y="138"/>
                  <a:pt x="30" y="138"/>
                  <a:pt x="30" y="139"/>
                </a:cubicBezTo>
                <a:cubicBezTo>
                  <a:pt x="29" y="140"/>
                  <a:pt x="29" y="140"/>
                  <a:pt x="29" y="140"/>
                </a:cubicBezTo>
                <a:cubicBezTo>
                  <a:pt x="29" y="140"/>
                  <a:pt x="29" y="140"/>
                  <a:pt x="29" y="140"/>
                </a:cubicBezTo>
                <a:cubicBezTo>
                  <a:pt x="28" y="140"/>
                  <a:pt x="28" y="140"/>
                  <a:pt x="28" y="140"/>
                </a:cubicBezTo>
                <a:cubicBezTo>
                  <a:pt x="28" y="141"/>
                  <a:pt x="28" y="141"/>
                  <a:pt x="28" y="141"/>
                </a:cubicBezTo>
                <a:cubicBezTo>
                  <a:pt x="27" y="141"/>
                  <a:pt x="27" y="141"/>
                  <a:pt x="27" y="141"/>
                </a:cubicBezTo>
                <a:cubicBezTo>
                  <a:pt x="27" y="142"/>
                  <a:pt x="27" y="142"/>
                  <a:pt x="27" y="142"/>
                </a:cubicBezTo>
                <a:cubicBezTo>
                  <a:pt x="26" y="142"/>
                  <a:pt x="26" y="142"/>
                  <a:pt x="26" y="142"/>
                </a:cubicBezTo>
                <a:cubicBezTo>
                  <a:pt x="26" y="143"/>
                  <a:pt x="26" y="143"/>
                  <a:pt x="26" y="143"/>
                </a:cubicBezTo>
                <a:cubicBezTo>
                  <a:pt x="26" y="143"/>
                  <a:pt x="26" y="144"/>
                  <a:pt x="26" y="144"/>
                </a:cubicBezTo>
                <a:cubicBezTo>
                  <a:pt x="25" y="144"/>
                  <a:pt x="25" y="144"/>
                  <a:pt x="25" y="144"/>
                </a:cubicBezTo>
                <a:cubicBezTo>
                  <a:pt x="25" y="145"/>
                  <a:pt x="25" y="145"/>
                  <a:pt x="25" y="145"/>
                </a:cubicBezTo>
                <a:cubicBezTo>
                  <a:pt x="25" y="145"/>
                  <a:pt x="25" y="145"/>
                  <a:pt x="25" y="145"/>
                </a:cubicBezTo>
                <a:cubicBezTo>
                  <a:pt x="25" y="146"/>
                  <a:pt x="25" y="146"/>
                  <a:pt x="25" y="146"/>
                </a:cubicBezTo>
                <a:cubicBezTo>
                  <a:pt x="25" y="146"/>
                  <a:pt x="25" y="147"/>
                  <a:pt x="25" y="147"/>
                </a:cubicBezTo>
                <a:cubicBezTo>
                  <a:pt x="24" y="147"/>
                  <a:pt x="24" y="147"/>
                  <a:pt x="24" y="147"/>
                </a:cubicBezTo>
                <a:cubicBezTo>
                  <a:pt x="24" y="148"/>
                  <a:pt x="24" y="148"/>
                  <a:pt x="24" y="148"/>
                </a:cubicBezTo>
                <a:cubicBezTo>
                  <a:pt x="24" y="148"/>
                  <a:pt x="24" y="148"/>
                  <a:pt x="24" y="148"/>
                </a:cubicBezTo>
                <a:cubicBezTo>
                  <a:pt x="24" y="149"/>
                  <a:pt x="24" y="149"/>
                  <a:pt x="24" y="149"/>
                </a:cubicBezTo>
                <a:cubicBezTo>
                  <a:pt x="23" y="149"/>
                  <a:pt x="23" y="149"/>
                  <a:pt x="23" y="149"/>
                </a:cubicBezTo>
                <a:cubicBezTo>
                  <a:pt x="23" y="150"/>
                  <a:pt x="23" y="150"/>
                  <a:pt x="23" y="150"/>
                </a:cubicBezTo>
                <a:cubicBezTo>
                  <a:pt x="23" y="150"/>
                  <a:pt x="23" y="150"/>
                  <a:pt x="23" y="150"/>
                </a:cubicBezTo>
                <a:cubicBezTo>
                  <a:pt x="23" y="152"/>
                  <a:pt x="23" y="152"/>
                  <a:pt x="23" y="152"/>
                </a:cubicBezTo>
                <a:cubicBezTo>
                  <a:pt x="23" y="152"/>
                  <a:pt x="23" y="152"/>
                  <a:pt x="23" y="152"/>
                </a:cubicBezTo>
                <a:cubicBezTo>
                  <a:pt x="23" y="154"/>
                  <a:pt x="23" y="154"/>
                  <a:pt x="23" y="154"/>
                </a:cubicBezTo>
                <a:cubicBezTo>
                  <a:pt x="22" y="154"/>
                  <a:pt x="22" y="154"/>
                  <a:pt x="22" y="154"/>
                </a:cubicBezTo>
                <a:cubicBezTo>
                  <a:pt x="22" y="154"/>
                  <a:pt x="22" y="155"/>
                  <a:pt x="22" y="156"/>
                </a:cubicBezTo>
                <a:cubicBezTo>
                  <a:pt x="22" y="157"/>
                  <a:pt x="22" y="158"/>
                  <a:pt x="23" y="159"/>
                </a:cubicBezTo>
                <a:cubicBezTo>
                  <a:pt x="23" y="160"/>
                  <a:pt x="23" y="161"/>
                  <a:pt x="23" y="161"/>
                </a:cubicBezTo>
                <a:cubicBezTo>
                  <a:pt x="23" y="162"/>
                  <a:pt x="24" y="163"/>
                  <a:pt x="24" y="163"/>
                </a:cubicBezTo>
                <a:cubicBezTo>
                  <a:pt x="24" y="164"/>
                  <a:pt x="24" y="164"/>
                  <a:pt x="24" y="164"/>
                </a:cubicBezTo>
                <a:cubicBezTo>
                  <a:pt x="24" y="164"/>
                  <a:pt x="24" y="164"/>
                  <a:pt x="24" y="164"/>
                </a:cubicBezTo>
                <a:cubicBezTo>
                  <a:pt x="24" y="165"/>
                  <a:pt x="24" y="166"/>
                  <a:pt x="25" y="166"/>
                </a:cubicBezTo>
                <a:cubicBezTo>
                  <a:pt x="25" y="166"/>
                  <a:pt x="25" y="166"/>
                  <a:pt x="25" y="166"/>
                </a:cubicBezTo>
                <a:cubicBezTo>
                  <a:pt x="25" y="166"/>
                  <a:pt x="25" y="167"/>
                  <a:pt x="25" y="167"/>
                </a:cubicBezTo>
                <a:cubicBezTo>
                  <a:pt x="25" y="167"/>
                  <a:pt x="25" y="168"/>
                  <a:pt x="25" y="169"/>
                </a:cubicBezTo>
                <a:cubicBezTo>
                  <a:pt x="26" y="169"/>
                  <a:pt x="26" y="169"/>
                  <a:pt x="27" y="169"/>
                </a:cubicBezTo>
                <a:cubicBezTo>
                  <a:pt x="27" y="170"/>
                  <a:pt x="27" y="170"/>
                  <a:pt x="27" y="170"/>
                </a:cubicBezTo>
                <a:cubicBezTo>
                  <a:pt x="28" y="170"/>
                  <a:pt x="28" y="170"/>
                  <a:pt x="28" y="170"/>
                </a:cubicBezTo>
                <a:cubicBezTo>
                  <a:pt x="28" y="171"/>
                  <a:pt x="28" y="171"/>
                  <a:pt x="28" y="171"/>
                </a:cubicBezTo>
                <a:cubicBezTo>
                  <a:pt x="28" y="171"/>
                  <a:pt x="28" y="171"/>
                  <a:pt x="28" y="171"/>
                </a:cubicBezTo>
                <a:cubicBezTo>
                  <a:pt x="29" y="171"/>
                  <a:pt x="29" y="171"/>
                  <a:pt x="29" y="171"/>
                </a:cubicBezTo>
                <a:cubicBezTo>
                  <a:pt x="29" y="172"/>
                  <a:pt x="29" y="172"/>
                  <a:pt x="29" y="172"/>
                </a:cubicBezTo>
                <a:cubicBezTo>
                  <a:pt x="29" y="172"/>
                  <a:pt x="30" y="173"/>
                  <a:pt x="30" y="173"/>
                </a:cubicBezTo>
                <a:cubicBezTo>
                  <a:pt x="30" y="174"/>
                  <a:pt x="31" y="174"/>
                  <a:pt x="31" y="174"/>
                </a:cubicBezTo>
                <a:cubicBezTo>
                  <a:pt x="31" y="175"/>
                  <a:pt x="31" y="175"/>
                  <a:pt x="31" y="175"/>
                </a:cubicBezTo>
                <a:cubicBezTo>
                  <a:pt x="32" y="175"/>
                  <a:pt x="32" y="175"/>
                  <a:pt x="32" y="175"/>
                </a:cubicBezTo>
                <a:cubicBezTo>
                  <a:pt x="32" y="176"/>
                  <a:pt x="32" y="176"/>
                  <a:pt x="32" y="176"/>
                </a:cubicBezTo>
                <a:cubicBezTo>
                  <a:pt x="32" y="176"/>
                  <a:pt x="33" y="176"/>
                  <a:pt x="33" y="176"/>
                </a:cubicBezTo>
                <a:cubicBezTo>
                  <a:pt x="33" y="176"/>
                  <a:pt x="33" y="176"/>
                  <a:pt x="34" y="176"/>
                </a:cubicBezTo>
                <a:cubicBezTo>
                  <a:pt x="34" y="177"/>
                  <a:pt x="34" y="177"/>
                  <a:pt x="34" y="177"/>
                </a:cubicBezTo>
                <a:cubicBezTo>
                  <a:pt x="35" y="177"/>
                  <a:pt x="36" y="177"/>
                  <a:pt x="36" y="178"/>
                </a:cubicBezTo>
                <a:cubicBezTo>
                  <a:pt x="36" y="179"/>
                  <a:pt x="36" y="179"/>
                  <a:pt x="36" y="179"/>
                </a:cubicBezTo>
                <a:cubicBezTo>
                  <a:pt x="37" y="179"/>
                  <a:pt x="37" y="179"/>
                  <a:pt x="37" y="179"/>
                </a:cubicBezTo>
                <a:cubicBezTo>
                  <a:pt x="38" y="179"/>
                  <a:pt x="38" y="179"/>
                  <a:pt x="38" y="179"/>
                </a:cubicBezTo>
                <a:cubicBezTo>
                  <a:pt x="38" y="179"/>
                  <a:pt x="39" y="180"/>
                  <a:pt x="39" y="180"/>
                </a:cubicBezTo>
                <a:cubicBezTo>
                  <a:pt x="40" y="180"/>
                  <a:pt x="40" y="180"/>
                  <a:pt x="40" y="180"/>
                </a:cubicBezTo>
                <a:cubicBezTo>
                  <a:pt x="40" y="180"/>
                  <a:pt x="40" y="180"/>
                  <a:pt x="40" y="180"/>
                </a:cubicBezTo>
                <a:cubicBezTo>
                  <a:pt x="40" y="180"/>
                  <a:pt x="40" y="180"/>
                  <a:pt x="40" y="180"/>
                </a:cubicBezTo>
                <a:cubicBezTo>
                  <a:pt x="40" y="181"/>
                  <a:pt x="40" y="181"/>
                  <a:pt x="40" y="181"/>
                </a:cubicBezTo>
                <a:cubicBezTo>
                  <a:pt x="41" y="181"/>
                  <a:pt x="41" y="181"/>
                  <a:pt x="41" y="181"/>
                </a:cubicBezTo>
                <a:cubicBezTo>
                  <a:pt x="41" y="181"/>
                  <a:pt x="41" y="181"/>
                  <a:pt x="41" y="181"/>
                </a:cubicBezTo>
                <a:cubicBezTo>
                  <a:pt x="41" y="181"/>
                  <a:pt x="42" y="181"/>
                  <a:pt x="42" y="181"/>
                </a:cubicBezTo>
                <a:cubicBezTo>
                  <a:pt x="42" y="181"/>
                  <a:pt x="42" y="181"/>
                  <a:pt x="43" y="181"/>
                </a:cubicBezTo>
                <a:cubicBezTo>
                  <a:pt x="43" y="182"/>
                  <a:pt x="43" y="182"/>
                  <a:pt x="43" y="182"/>
                </a:cubicBezTo>
                <a:cubicBezTo>
                  <a:pt x="43" y="182"/>
                  <a:pt x="43" y="182"/>
                  <a:pt x="43" y="182"/>
                </a:cubicBezTo>
                <a:cubicBezTo>
                  <a:pt x="44" y="182"/>
                  <a:pt x="44" y="182"/>
                  <a:pt x="44" y="182"/>
                </a:cubicBezTo>
                <a:cubicBezTo>
                  <a:pt x="44" y="182"/>
                  <a:pt x="44" y="182"/>
                  <a:pt x="44" y="182"/>
                </a:cubicBezTo>
                <a:cubicBezTo>
                  <a:pt x="45" y="182"/>
                  <a:pt x="45" y="182"/>
                  <a:pt x="45" y="182"/>
                </a:cubicBezTo>
                <a:cubicBezTo>
                  <a:pt x="45" y="183"/>
                  <a:pt x="45" y="183"/>
                  <a:pt x="45" y="183"/>
                </a:cubicBezTo>
                <a:cubicBezTo>
                  <a:pt x="46" y="183"/>
                  <a:pt x="46" y="183"/>
                  <a:pt x="46" y="183"/>
                </a:cubicBezTo>
                <a:cubicBezTo>
                  <a:pt x="46" y="183"/>
                  <a:pt x="46" y="183"/>
                  <a:pt x="46" y="183"/>
                </a:cubicBezTo>
                <a:cubicBezTo>
                  <a:pt x="48" y="183"/>
                  <a:pt x="48" y="183"/>
                  <a:pt x="48" y="183"/>
                </a:cubicBezTo>
                <a:cubicBezTo>
                  <a:pt x="48" y="183"/>
                  <a:pt x="48" y="183"/>
                  <a:pt x="48" y="183"/>
                </a:cubicBezTo>
                <a:cubicBezTo>
                  <a:pt x="49" y="183"/>
                  <a:pt x="49" y="183"/>
                  <a:pt x="49" y="183"/>
                </a:cubicBezTo>
                <a:cubicBezTo>
                  <a:pt x="49" y="184"/>
                  <a:pt x="49" y="184"/>
                  <a:pt x="49" y="184"/>
                </a:cubicBezTo>
                <a:cubicBezTo>
                  <a:pt x="50" y="184"/>
                  <a:pt x="50" y="184"/>
                  <a:pt x="50" y="184"/>
                </a:cubicBezTo>
                <a:cubicBezTo>
                  <a:pt x="50" y="184"/>
                  <a:pt x="50" y="184"/>
                  <a:pt x="50" y="184"/>
                </a:cubicBezTo>
                <a:cubicBezTo>
                  <a:pt x="52" y="184"/>
                  <a:pt x="52" y="184"/>
                  <a:pt x="52" y="184"/>
                </a:cubicBezTo>
                <a:cubicBezTo>
                  <a:pt x="52" y="184"/>
                  <a:pt x="52" y="184"/>
                  <a:pt x="52" y="184"/>
                </a:cubicBezTo>
                <a:cubicBezTo>
                  <a:pt x="53" y="184"/>
                  <a:pt x="54" y="184"/>
                  <a:pt x="55" y="185"/>
                </a:cubicBezTo>
                <a:cubicBezTo>
                  <a:pt x="55" y="185"/>
                  <a:pt x="56" y="185"/>
                  <a:pt x="57" y="185"/>
                </a:cubicBezTo>
                <a:cubicBezTo>
                  <a:pt x="57" y="185"/>
                  <a:pt x="58" y="185"/>
                  <a:pt x="59" y="185"/>
                </a:cubicBezTo>
                <a:cubicBezTo>
                  <a:pt x="60" y="185"/>
                  <a:pt x="61" y="185"/>
                  <a:pt x="62" y="185"/>
                </a:cubicBezTo>
                <a:cubicBezTo>
                  <a:pt x="63" y="185"/>
                  <a:pt x="64" y="185"/>
                  <a:pt x="65" y="185"/>
                </a:cubicBezTo>
                <a:cubicBezTo>
                  <a:pt x="66" y="185"/>
                  <a:pt x="67" y="185"/>
                  <a:pt x="67" y="185"/>
                </a:cubicBezTo>
                <a:cubicBezTo>
                  <a:pt x="67" y="185"/>
                  <a:pt x="67" y="185"/>
                  <a:pt x="67" y="185"/>
                </a:cubicBezTo>
                <a:cubicBezTo>
                  <a:pt x="70" y="185"/>
                  <a:pt x="70" y="185"/>
                  <a:pt x="70" y="185"/>
                </a:cubicBezTo>
                <a:cubicBezTo>
                  <a:pt x="70" y="184"/>
                  <a:pt x="70" y="184"/>
                  <a:pt x="70" y="184"/>
                </a:cubicBezTo>
                <a:cubicBezTo>
                  <a:pt x="72" y="184"/>
                  <a:pt x="72" y="184"/>
                  <a:pt x="72" y="184"/>
                </a:cubicBezTo>
                <a:cubicBezTo>
                  <a:pt x="72" y="184"/>
                  <a:pt x="72" y="184"/>
                  <a:pt x="72" y="184"/>
                </a:cubicBezTo>
                <a:cubicBezTo>
                  <a:pt x="74" y="184"/>
                  <a:pt x="74" y="184"/>
                  <a:pt x="74" y="184"/>
                </a:cubicBezTo>
                <a:cubicBezTo>
                  <a:pt x="74" y="184"/>
                  <a:pt x="74" y="184"/>
                  <a:pt x="74" y="184"/>
                </a:cubicBezTo>
                <a:cubicBezTo>
                  <a:pt x="75" y="184"/>
                  <a:pt x="75" y="184"/>
                  <a:pt x="76" y="184"/>
                </a:cubicBezTo>
                <a:cubicBezTo>
                  <a:pt x="76" y="184"/>
                  <a:pt x="77" y="183"/>
                  <a:pt x="77" y="183"/>
                </a:cubicBezTo>
                <a:cubicBezTo>
                  <a:pt x="77" y="183"/>
                  <a:pt x="77" y="183"/>
                  <a:pt x="77" y="183"/>
                </a:cubicBezTo>
                <a:cubicBezTo>
                  <a:pt x="78" y="183"/>
                  <a:pt x="78" y="183"/>
                  <a:pt x="78" y="183"/>
                </a:cubicBezTo>
                <a:cubicBezTo>
                  <a:pt x="78" y="183"/>
                  <a:pt x="78" y="183"/>
                  <a:pt x="78" y="183"/>
                </a:cubicBezTo>
                <a:cubicBezTo>
                  <a:pt x="79" y="183"/>
                  <a:pt x="79" y="183"/>
                  <a:pt x="79" y="183"/>
                </a:cubicBezTo>
                <a:cubicBezTo>
                  <a:pt x="79" y="182"/>
                  <a:pt x="79" y="182"/>
                  <a:pt x="79" y="182"/>
                </a:cubicBezTo>
                <a:cubicBezTo>
                  <a:pt x="80" y="182"/>
                  <a:pt x="80" y="182"/>
                  <a:pt x="80" y="182"/>
                </a:cubicBezTo>
                <a:cubicBezTo>
                  <a:pt x="80" y="182"/>
                  <a:pt x="80" y="182"/>
                  <a:pt x="80" y="182"/>
                </a:cubicBezTo>
                <a:cubicBezTo>
                  <a:pt x="81" y="182"/>
                  <a:pt x="81" y="182"/>
                  <a:pt x="81" y="182"/>
                </a:cubicBezTo>
                <a:cubicBezTo>
                  <a:pt x="81" y="182"/>
                  <a:pt x="81" y="182"/>
                  <a:pt x="81" y="182"/>
                </a:cubicBezTo>
                <a:cubicBezTo>
                  <a:pt x="82" y="182"/>
                  <a:pt x="82" y="182"/>
                  <a:pt x="82" y="182"/>
                </a:cubicBezTo>
                <a:cubicBezTo>
                  <a:pt x="82" y="181"/>
                  <a:pt x="82" y="181"/>
                  <a:pt x="82" y="181"/>
                </a:cubicBezTo>
                <a:cubicBezTo>
                  <a:pt x="83" y="181"/>
                  <a:pt x="83" y="181"/>
                  <a:pt x="83" y="181"/>
                </a:cubicBezTo>
                <a:cubicBezTo>
                  <a:pt x="83" y="181"/>
                  <a:pt x="83" y="181"/>
                  <a:pt x="83" y="181"/>
                </a:cubicBezTo>
                <a:cubicBezTo>
                  <a:pt x="84" y="181"/>
                  <a:pt x="84" y="181"/>
                  <a:pt x="84" y="181"/>
                </a:cubicBezTo>
                <a:cubicBezTo>
                  <a:pt x="84" y="181"/>
                  <a:pt x="84" y="181"/>
                  <a:pt x="84" y="181"/>
                </a:cubicBezTo>
                <a:cubicBezTo>
                  <a:pt x="84" y="181"/>
                  <a:pt x="85" y="180"/>
                  <a:pt x="85" y="180"/>
                </a:cubicBezTo>
                <a:cubicBezTo>
                  <a:pt x="85" y="180"/>
                  <a:pt x="86" y="180"/>
                  <a:pt x="86" y="180"/>
                </a:cubicBezTo>
                <a:cubicBezTo>
                  <a:pt x="86" y="180"/>
                  <a:pt x="86" y="180"/>
                  <a:pt x="86" y="180"/>
                </a:cubicBezTo>
                <a:cubicBezTo>
                  <a:pt x="87" y="180"/>
                  <a:pt x="87" y="180"/>
                  <a:pt x="87" y="180"/>
                </a:cubicBezTo>
                <a:cubicBezTo>
                  <a:pt x="87" y="179"/>
                  <a:pt x="87" y="179"/>
                  <a:pt x="87" y="179"/>
                </a:cubicBezTo>
                <a:cubicBezTo>
                  <a:pt x="87" y="179"/>
                  <a:pt x="87" y="179"/>
                  <a:pt x="87" y="179"/>
                </a:cubicBezTo>
                <a:cubicBezTo>
                  <a:pt x="87" y="179"/>
                  <a:pt x="87" y="179"/>
                  <a:pt x="87" y="179"/>
                </a:cubicBezTo>
                <a:cubicBezTo>
                  <a:pt x="88" y="179"/>
                  <a:pt x="88" y="179"/>
                  <a:pt x="88" y="179"/>
                </a:cubicBezTo>
                <a:cubicBezTo>
                  <a:pt x="88" y="179"/>
                  <a:pt x="88" y="179"/>
                  <a:pt x="88" y="179"/>
                </a:cubicBezTo>
                <a:cubicBezTo>
                  <a:pt x="89" y="179"/>
                  <a:pt x="89" y="179"/>
                  <a:pt x="89" y="179"/>
                </a:cubicBezTo>
                <a:cubicBezTo>
                  <a:pt x="89" y="178"/>
                  <a:pt x="89" y="178"/>
                  <a:pt x="89" y="178"/>
                </a:cubicBezTo>
                <a:cubicBezTo>
                  <a:pt x="89" y="178"/>
                  <a:pt x="89" y="178"/>
                  <a:pt x="89" y="178"/>
                </a:cubicBezTo>
                <a:cubicBezTo>
                  <a:pt x="90" y="178"/>
                  <a:pt x="90" y="178"/>
                  <a:pt x="90" y="178"/>
                </a:cubicBezTo>
                <a:cubicBezTo>
                  <a:pt x="90" y="178"/>
                  <a:pt x="90" y="178"/>
                  <a:pt x="90" y="178"/>
                </a:cubicBezTo>
                <a:cubicBezTo>
                  <a:pt x="90" y="177"/>
                  <a:pt x="90" y="177"/>
                  <a:pt x="90" y="177"/>
                </a:cubicBezTo>
                <a:cubicBezTo>
                  <a:pt x="91" y="177"/>
                  <a:pt x="91" y="177"/>
                  <a:pt x="92" y="177"/>
                </a:cubicBezTo>
                <a:cubicBezTo>
                  <a:pt x="92" y="176"/>
                  <a:pt x="92" y="176"/>
                  <a:pt x="92" y="176"/>
                </a:cubicBezTo>
                <a:cubicBezTo>
                  <a:pt x="92" y="176"/>
                  <a:pt x="92" y="176"/>
                  <a:pt x="92" y="176"/>
                </a:cubicBezTo>
                <a:cubicBezTo>
                  <a:pt x="92" y="176"/>
                  <a:pt x="93" y="176"/>
                  <a:pt x="93" y="176"/>
                </a:cubicBezTo>
                <a:cubicBezTo>
                  <a:pt x="93" y="176"/>
                  <a:pt x="93" y="176"/>
                  <a:pt x="93" y="176"/>
                </a:cubicBezTo>
                <a:cubicBezTo>
                  <a:pt x="93" y="176"/>
                  <a:pt x="93" y="176"/>
                  <a:pt x="93" y="176"/>
                </a:cubicBezTo>
                <a:cubicBezTo>
                  <a:pt x="94" y="175"/>
                  <a:pt x="94" y="174"/>
                  <a:pt x="94" y="174"/>
                </a:cubicBezTo>
                <a:cubicBezTo>
                  <a:pt x="95" y="174"/>
                  <a:pt x="95" y="174"/>
                  <a:pt x="95" y="174"/>
                </a:cubicBezTo>
                <a:cubicBezTo>
                  <a:pt x="95" y="173"/>
                  <a:pt x="95" y="173"/>
                  <a:pt x="95" y="173"/>
                </a:cubicBezTo>
                <a:cubicBezTo>
                  <a:pt x="96" y="173"/>
                  <a:pt x="97" y="173"/>
                  <a:pt x="97" y="173"/>
                </a:cubicBezTo>
                <a:cubicBezTo>
                  <a:pt x="97" y="172"/>
                  <a:pt x="97" y="172"/>
                  <a:pt x="98" y="171"/>
                </a:cubicBezTo>
                <a:cubicBezTo>
                  <a:pt x="98" y="171"/>
                  <a:pt x="98" y="171"/>
                  <a:pt x="98" y="170"/>
                </a:cubicBezTo>
                <a:cubicBezTo>
                  <a:pt x="99" y="170"/>
                  <a:pt x="99" y="170"/>
                  <a:pt x="99" y="170"/>
                </a:cubicBezTo>
                <a:cubicBezTo>
                  <a:pt x="99" y="169"/>
                  <a:pt x="99" y="169"/>
                  <a:pt x="99" y="169"/>
                </a:cubicBezTo>
                <a:cubicBezTo>
                  <a:pt x="99" y="169"/>
                  <a:pt x="100" y="169"/>
                  <a:pt x="100" y="169"/>
                </a:cubicBezTo>
                <a:cubicBezTo>
                  <a:pt x="100" y="169"/>
                  <a:pt x="100" y="169"/>
                  <a:pt x="101" y="168"/>
                </a:cubicBezTo>
                <a:cubicBezTo>
                  <a:pt x="101" y="168"/>
                  <a:pt x="101" y="168"/>
                  <a:pt x="101" y="168"/>
                </a:cubicBezTo>
                <a:cubicBezTo>
                  <a:pt x="101" y="167"/>
                  <a:pt x="101" y="167"/>
                  <a:pt x="101" y="167"/>
                </a:cubicBezTo>
                <a:cubicBezTo>
                  <a:pt x="101" y="167"/>
                  <a:pt x="101" y="167"/>
                  <a:pt x="101" y="167"/>
                </a:cubicBezTo>
                <a:cubicBezTo>
                  <a:pt x="102" y="167"/>
                  <a:pt x="102" y="166"/>
                  <a:pt x="102" y="166"/>
                </a:cubicBezTo>
                <a:cubicBezTo>
                  <a:pt x="102" y="166"/>
                  <a:pt x="102" y="166"/>
                  <a:pt x="102" y="166"/>
                </a:cubicBezTo>
                <a:cubicBezTo>
                  <a:pt x="103" y="165"/>
                  <a:pt x="103" y="165"/>
                  <a:pt x="103" y="165"/>
                </a:cubicBezTo>
                <a:cubicBezTo>
                  <a:pt x="103" y="164"/>
                  <a:pt x="103" y="164"/>
                  <a:pt x="103" y="164"/>
                </a:cubicBezTo>
                <a:cubicBezTo>
                  <a:pt x="103" y="164"/>
                  <a:pt x="103" y="164"/>
                  <a:pt x="103" y="164"/>
                </a:cubicBezTo>
                <a:cubicBezTo>
                  <a:pt x="103" y="164"/>
                  <a:pt x="103" y="164"/>
                  <a:pt x="103" y="164"/>
                </a:cubicBezTo>
                <a:cubicBezTo>
                  <a:pt x="103" y="164"/>
                  <a:pt x="103" y="164"/>
                  <a:pt x="103" y="164"/>
                </a:cubicBezTo>
                <a:cubicBezTo>
                  <a:pt x="103" y="163"/>
                  <a:pt x="103" y="163"/>
                  <a:pt x="103" y="163"/>
                </a:cubicBezTo>
                <a:cubicBezTo>
                  <a:pt x="104" y="163"/>
                  <a:pt x="104" y="163"/>
                  <a:pt x="104" y="163"/>
                </a:cubicBezTo>
                <a:cubicBezTo>
                  <a:pt x="104" y="162"/>
                  <a:pt x="104" y="162"/>
                  <a:pt x="104" y="162"/>
                </a:cubicBezTo>
                <a:cubicBezTo>
                  <a:pt x="104" y="162"/>
                  <a:pt x="104" y="162"/>
                  <a:pt x="104" y="162"/>
                </a:cubicBezTo>
                <a:cubicBezTo>
                  <a:pt x="104" y="161"/>
                  <a:pt x="104" y="161"/>
                  <a:pt x="104" y="161"/>
                </a:cubicBezTo>
                <a:cubicBezTo>
                  <a:pt x="104" y="161"/>
                  <a:pt x="104" y="161"/>
                  <a:pt x="104" y="161"/>
                </a:cubicBezTo>
                <a:cubicBezTo>
                  <a:pt x="104" y="160"/>
                  <a:pt x="104" y="160"/>
                  <a:pt x="104" y="160"/>
                </a:cubicBezTo>
                <a:cubicBezTo>
                  <a:pt x="105" y="160"/>
                  <a:pt x="105" y="160"/>
                  <a:pt x="105" y="160"/>
                </a:cubicBezTo>
                <a:cubicBezTo>
                  <a:pt x="105" y="159"/>
                  <a:pt x="105" y="159"/>
                  <a:pt x="105" y="159"/>
                </a:cubicBezTo>
                <a:cubicBezTo>
                  <a:pt x="105" y="159"/>
                  <a:pt x="105" y="159"/>
                  <a:pt x="105" y="159"/>
                </a:cubicBezTo>
                <a:cubicBezTo>
                  <a:pt x="105" y="157"/>
                  <a:pt x="105" y="157"/>
                  <a:pt x="105" y="157"/>
                </a:cubicBezTo>
                <a:cubicBezTo>
                  <a:pt x="105" y="156"/>
                  <a:pt x="106" y="155"/>
                  <a:pt x="106" y="154"/>
                </a:cubicBezTo>
                <a:cubicBezTo>
                  <a:pt x="106" y="152"/>
                  <a:pt x="105" y="151"/>
                  <a:pt x="105" y="150"/>
                </a:cubicBezTo>
                <a:cubicBezTo>
                  <a:pt x="105" y="149"/>
                  <a:pt x="105" y="148"/>
                  <a:pt x="104" y="147"/>
                </a:cubicBezTo>
                <a:cubicBezTo>
                  <a:pt x="104" y="146"/>
                  <a:pt x="104" y="145"/>
                  <a:pt x="103" y="144"/>
                </a:cubicBezTo>
                <a:cubicBezTo>
                  <a:pt x="103" y="143"/>
                  <a:pt x="103" y="143"/>
                  <a:pt x="103" y="143"/>
                </a:cubicBezTo>
                <a:cubicBezTo>
                  <a:pt x="103" y="143"/>
                  <a:pt x="103" y="143"/>
                  <a:pt x="103" y="143"/>
                </a:cubicBezTo>
                <a:cubicBezTo>
                  <a:pt x="103" y="143"/>
                  <a:pt x="103" y="143"/>
                  <a:pt x="103" y="143"/>
                </a:cubicBezTo>
                <a:cubicBezTo>
                  <a:pt x="102" y="142"/>
                  <a:pt x="102" y="142"/>
                  <a:pt x="102" y="142"/>
                </a:cubicBezTo>
                <a:cubicBezTo>
                  <a:pt x="102" y="141"/>
                  <a:pt x="102" y="141"/>
                  <a:pt x="102" y="141"/>
                </a:cubicBezTo>
                <a:cubicBezTo>
                  <a:pt x="102" y="141"/>
                  <a:pt x="102" y="141"/>
                  <a:pt x="102" y="141"/>
                </a:cubicBezTo>
                <a:cubicBezTo>
                  <a:pt x="102" y="141"/>
                  <a:pt x="102" y="141"/>
                  <a:pt x="102" y="141"/>
                </a:cubicBezTo>
                <a:cubicBezTo>
                  <a:pt x="102" y="141"/>
                  <a:pt x="102" y="141"/>
                  <a:pt x="102" y="140"/>
                </a:cubicBezTo>
                <a:cubicBezTo>
                  <a:pt x="101" y="140"/>
                  <a:pt x="101" y="140"/>
                  <a:pt x="101" y="140"/>
                </a:cubicBezTo>
                <a:cubicBezTo>
                  <a:pt x="101" y="139"/>
                  <a:pt x="101" y="139"/>
                  <a:pt x="101" y="139"/>
                </a:cubicBezTo>
                <a:cubicBezTo>
                  <a:pt x="100" y="139"/>
                  <a:pt x="100" y="139"/>
                  <a:pt x="100" y="138"/>
                </a:cubicBezTo>
                <a:cubicBezTo>
                  <a:pt x="100" y="138"/>
                  <a:pt x="100" y="138"/>
                  <a:pt x="100" y="138"/>
                </a:cubicBezTo>
                <a:cubicBezTo>
                  <a:pt x="99" y="137"/>
                  <a:pt x="99" y="137"/>
                  <a:pt x="98" y="137"/>
                </a:cubicBezTo>
                <a:cubicBezTo>
                  <a:pt x="98" y="136"/>
                  <a:pt x="98" y="136"/>
                  <a:pt x="97" y="136"/>
                </a:cubicBezTo>
                <a:cubicBezTo>
                  <a:pt x="97" y="135"/>
                  <a:pt x="97" y="135"/>
                  <a:pt x="97" y="135"/>
                </a:cubicBezTo>
                <a:cubicBezTo>
                  <a:pt x="97" y="135"/>
                  <a:pt x="97" y="135"/>
                  <a:pt x="97" y="135"/>
                </a:cubicBezTo>
                <a:cubicBezTo>
                  <a:pt x="97" y="135"/>
                  <a:pt x="97" y="135"/>
                  <a:pt x="97" y="135"/>
                </a:cubicBezTo>
                <a:cubicBezTo>
                  <a:pt x="97" y="135"/>
                  <a:pt x="96" y="135"/>
                  <a:pt x="96" y="135"/>
                </a:cubicBezTo>
                <a:cubicBezTo>
                  <a:pt x="95" y="134"/>
                  <a:pt x="95" y="133"/>
                  <a:pt x="95" y="133"/>
                </a:cubicBezTo>
                <a:cubicBezTo>
                  <a:pt x="94" y="133"/>
                  <a:pt x="94" y="133"/>
                  <a:pt x="94" y="133"/>
                </a:cubicBezTo>
                <a:cubicBezTo>
                  <a:pt x="94" y="133"/>
                  <a:pt x="94" y="133"/>
                  <a:pt x="93" y="132"/>
                </a:cubicBezTo>
                <a:cubicBezTo>
                  <a:pt x="93" y="132"/>
                  <a:pt x="93" y="132"/>
                  <a:pt x="93" y="132"/>
                </a:cubicBezTo>
                <a:cubicBezTo>
                  <a:pt x="92" y="131"/>
                  <a:pt x="92" y="131"/>
                  <a:pt x="92" y="131"/>
                </a:cubicBezTo>
                <a:cubicBezTo>
                  <a:pt x="92" y="131"/>
                  <a:pt x="92" y="131"/>
                  <a:pt x="92" y="131"/>
                </a:cubicBezTo>
                <a:cubicBezTo>
                  <a:pt x="91" y="131"/>
                  <a:pt x="91" y="131"/>
                  <a:pt x="91" y="131"/>
                </a:cubicBezTo>
                <a:cubicBezTo>
                  <a:pt x="91" y="131"/>
                  <a:pt x="91" y="131"/>
                  <a:pt x="90" y="130"/>
                </a:cubicBezTo>
                <a:cubicBezTo>
                  <a:pt x="90" y="130"/>
                  <a:pt x="90" y="130"/>
                  <a:pt x="89" y="130"/>
                </a:cubicBezTo>
                <a:cubicBezTo>
                  <a:pt x="89" y="130"/>
                  <a:pt x="89" y="130"/>
                  <a:pt x="89" y="130"/>
                </a:cubicBezTo>
                <a:cubicBezTo>
                  <a:pt x="89" y="130"/>
                  <a:pt x="89" y="130"/>
                  <a:pt x="89" y="130"/>
                </a:cubicBezTo>
                <a:cubicBezTo>
                  <a:pt x="89" y="130"/>
                  <a:pt x="89" y="130"/>
                  <a:pt x="89" y="130"/>
                </a:cubicBezTo>
                <a:cubicBezTo>
                  <a:pt x="88" y="130"/>
                  <a:pt x="88" y="130"/>
                  <a:pt x="88" y="130"/>
                </a:cubicBezTo>
                <a:cubicBezTo>
                  <a:pt x="88" y="129"/>
                  <a:pt x="88" y="129"/>
                  <a:pt x="88" y="129"/>
                </a:cubicBezTo>
                <a:cubicBezTo>
                  <a:pt x="87" y="129"/>
                  <a:pt x="87" y="129"/>
                  <a:pt x="87" y="129"/>
                </a:cubicBezTo>
                <a:cubicBezTo>
                  <a:pt x="87" y="129"/>
                  <a:pt x="87" y="129"/>
                  <a:pt x="87" y="129"/>
                </a:cubicBezTo>
                <a:cubicBezTo>
                  <a:pt x="87" y="129"/>
                  <a:pt x="87" y="128"/>
                  <a:pt x="86" y="128"/>
                </a:cubicBezTo>
                <a:cubicBezTo>
                  <a:pt x="86" y="128"/>
                  <a:pt x="86" y="128"/>
                  <a:pt x="85" y="128"/>
                </a:cubicBezTo>
                <a:cubicBezTo>
                  <a:pt x="85" y="128"/>
                  <a:pt x="85" y="128"/>
                  <a:pt x="85" y="128"/>
                </a:cubicBezTo>
                <a:cubicBezTo>
                  <a:pt x="84" y="128"/>
                  <a:pt x="84" y="128"/>
                  <a:pt x="84" y="128"/>
                </a:cubicBezTo>
                <a:cubicBezTo>
                  <a:pt x="84" y="127"/>
                  <a:pt x="84" y="127"/>
                  <a:pt x="84" y="127"/>
                </a:cubicBezTo>
                <a:cubicBezTo>
                  <a:pt x="83" y="127"/>
                  <a:pt x="83" y="127"/>
                  <a:pt x="83" y="127"/>
                </a:cubicBezTo>
                <a:cubicBezTo>
                  <a:pt x="83" y="127"/>
                  <a:pt x="83" y="127"/>
                  <a:pt x="83" y="127"/>
                </a:cubicBezTo>
                <a:cubicBezTo>
                  <a:pt x="82" y="127"/>
                  <a:pt x="82" y="127"/>
                  <a:pt x="82" y="127"/>
                </a:cubicBezTo>
                <a:cubicBezTo>
                  <a:pt x="82" y="127"/>
                  <a:pt x="82" y="127"/>
                  <a:pt x="82" y="127"/>
                </a:cubicBezTo>
                <a:cubicBezTo>
                  <a:pt x="81" y="127"/>
                  <a:pt x="81" y="127"/>
                  <a:pt x="81" y="127"/>
                </a:cubicBezTo>
                <a:cubicBezTo>
                  <a:pt x="81" y="126"/>
                  <a:pt x="81" y="126"/>
                  <a:pt x="81" y="126"/>
                </a:cubicBezTo>
                <a:cubicBezTo>
                  <a:pt x="80" y="126"/>
                  <a:pt x="80" y="126"/>
                  <a:pt x="80" y="126"/>
                </a:cubicBezTo>
                <a:cubicBezTo>
                  <a:pt x="80" y="126"/>
                  <a:pt x="80" y="126"/>
                  <a:pt x="80" y="126"/>
                </a:cubicBezTo>
                <a:cubicBezTo>
                  <a:pt x="76" y="125"/>
                  <a:pt x="76" y="125"/>
                  <a:pt x="76" y="125"/>
                </a:cubicBezTo>
                <a:cubicBezTo>
                  <a:pt x="76" y="125"/>
                  <a:pt x="76" y="125"/>
                  <a:pt x="76" y="125"/>
                </a:cubicBezTo>
                <a:cubicBezTo>
                  <a:pt x="73" y="125"/>
                  <a:pt x="73" y="125"/>
                  <a:pt x="73" y="125"/>
                </a:cubicBezTo>
                <a:cubicBezTo>
                  <a:pt x="73" y="125"/>
                  <a:pt x="73" y="125"/>
                  <a:pt x="73" y="125"/>
                </a:cubicBezTo>
                <a:cubicBezTo>
                  <a:pt x="69" y="125"/>
                  <a:pt x="69" y="125"/>
                  <a:pt x="69" y="125"/>
                </a:cubicBezTo>
                <a:cubicBezTo>
                  <a:pt x="69" y="124"/>
                  <a:pt x="69" y="124"/>
                  <a:pt x="69" y="124"/>
                </a:cubicBezTo>
                <a:cubicBezTo>
                  <a:pt x="69" y="124"/>
                  <a:pt x="68" y="124"/>
                  <a:pt x="68" y="124"/>
                </a:cubicBezTo>
                <a:cubicBezTo>
                  <a:pt x="67" y="124"/>
                  <a:pt x="66" y="124"/>
                  <a:pt x="66" y="124"/>
                </a:cubicBezTo>
                <a:cubicBezTo>
                  <a:pt x="65" y="124"/>
                  <a:pt x="64" y="124"/>
                  <a:pt x="63" y="124"/>
                </a:cubicBezTo>
                <a:cubicBezTo>
                  <a:pt x="63" y="124"/>
                  <a:pt x="62" y="125"/>
                  <a:pt x="62" y="125"/>
                </a:cubicBezTo>
                <a:cubicBezTo>
                  <a:pt x="59" y="125"/>
                  <a:pt x="59" y="125"/>
                  <a:pt x="59" y="125"/>
                </a:cubicBezTo>
                <a:cubicBezTo>
                  <a:pt x="58" y="125"/>
                  <a:pt x="57" y="125"/>
                  <a:pt x="56" y="125"/>
                </a:cubicBezTo>
                <a:cubicBezTo>
                  <a:pt x="55" y="126"/>
                  <a:pt x="54" y="126"/>
                  <a:pt x="53" y="126"/>
                </a:cubicBezTo>
                <a:cubicBezTo>
                  <a:pt x="51" y="126"/>
                  <a:pt x="51" y="126"/>
                  <a:pt x="51" y="126"/>
                </a:cubicBezTo>
                <a:cubicBezTo>
                  <a:pt x="51" y="126"/>
                  <a:pt x="51" y="126"/>
                  <a:pt x="51" y="126"/>
                </a:cubicBezTo>
                <a:cubicBezTo>
                  <a:pt x="51" y="126"/>
                  <a:pt x="51" y="126"/>
                  <a:pt x="50" y="127"/>
                </a:cubicBezTo>
                <a:cubicBezTo>
                  <a:pt x="50" y="127"/>
                  <a:pt x="49" y="127"/>
                  <a:pt x="49" y="127"/>
                </a:cubicBezTo>
                <a:cubicBezTo>
                  <a:pt x="49" y="127"/>
                  <a:pt x="49" y="127"/>
                  <a:pt x="49" y="127"/>
                </a:cubicBezTo>
                <a:cubicBezTo>
                  <a:pt x="49" y="127"/>
                  <a:pt x="48" y="127"/>
                  <a:pt x="48" y="127"/>
                </a:cubicBezTo>
                <a:cubicBezTo>
                  <a:pt x="48" y="127"/>
                  <a:pt x="47" y="127"/>
                  <a:pt x="47" y="127"/>
                </a:cubicBezTo>
                <a:cubicBezTo>
                  <a:pt x="47" y="128"/>
                  <a:pt x="47" y="128"/>
                  <a:pt x="47" y="128"/>
                </a:cubicBezTo>
                <a:cubicBezTo>
                  <a:pt x="47" y="128"/>
                  <a:pt x="46" y="128"/>
                  <a:pt x="47" y="128"/>
                </a:cubicBezTo>
                <a:cubicBezTo>
                  <a:pt x="47" y="128"/>
                  <a:pt x="46" y="128"/>
                  <a:pt x="46" y="127"/>
                </a:cubicBezTo>
                <a:cubicBezTo>
                  <a:pt x="46" y="127"/>
                  <a:pt x="46" y="127"/>
                  <a:pt x="46" y="127"/>
                </a:cubicBezTo>
                <a:cubicBezTo>
                  <a:pt x="46" y="128"/>
                  <a:pt x="45" y="128"/>
                  <a:pt x="45" y="128"/>
                </a:cubicBezTo>
                <a:close/>
                <a:moveTo>
                  <a:pt x="42" y="18"/>
                </a:moveTo>
                <a:cubicBezTo>
                  <a:pt x="42" y="18"/>
                  <a:pt x="42" y="18"/>
                  <a:pt x="42" y="18"/>
                </a:cubicBezTo>
                <a:cubicBezTo>
                  <a:pt x="42" y="18"/>
                  <a:pt x="42" y="18"/>
                  <a:pt x="42" y="18"/>
                </a:cubicBezTo>
                <a:cubicBezTo>
                  <a:pt x="42" y="19"/>
                  <a:pt x="42" y="19"/>
                  <a:pt x="42" y="19"/>
                </a:cubicBezTo>
                <a:cubicBezTo>
                  <a:pt x="41" y="20"/>
                  <a:pt x="41" y="20"/>
                  <a:pt x="41" y="20"/>
                </a:cubicBezTo>
                <a:cubicBezTo>
                  <a:pt x="41" y="20"/>
                  <a:pt x="41" y="20"/>
                  <a:pt x="40" y="21"/>
                </a:cubicBezTo>
                <a:cubicBezTo>
                  <a:pt x="40" y="21"/>
                  <a:pt x="40" y="21"/>
                  <a:pt x="40" y="21"/>
                </a:cubicBezTo>
                <a:cubicBezTo>
                  <a:pt x="40" y="22"/>
                  <a:pt x="40" y="22"/>
                  <a:pt x="40" y="22"/>
                </a:cubicBezTo>
                <a:cubicBezTo>
                  <a:pt x="39" y="23"/>
                  <a:pt x="39" y="23"/>
                  <a:pt x="39" y="23"/>
                </a:cubicBezTo>
                <a:cubicBezTo>
                  <a:pt x="39" y="23"/>
                  <a:pt x="39" y="23"/>
                  <a:pt x="39" y="24"/>
                </a:cubicBezTo>
                <a:cubicBezTo>
                  <a:pt x="39" y="24"/>
                  <a:pt x="39" y="24"/>
                  <a:pt x="39" y="24"/>
                </a:cubicBezTo>
                <a:cubicBezTo>
                  <a:pt x="39" y="24"/>
                  <a:pt x="38" y="25"/>
                  <a:pt x="38" y="25"/>
                </a:cubicBezTo>
                <a:cubicBezTo>
                  <a:pt x="38" y="25"/>
                  <a:pt x="38" y="25"/>
                  <a:pt x="38" y="25"/>
                </a:cubicBezTo>
                <a:cubicBezTo>
                  <a:pt x="38" y="26"/>
                  <a:pt x="38" y="26"/>
                  <a:pt x="38" y="26"/>
                </a:cubicBezTo>
                <a:cubicBezTo>
                  <a:pt x="38" y="26"/>
                  <a:pt x="38" y="26"/>
                  <a:pt x="38" y="26"/>
                </a:cubicBezTo>
                <a:cubicBezTo>
                  <a:pt x="38" y="27"/>
                  <a:pt x="38" y="27"/>
                  <a:pt x="38" y="27"/>
                </a:cubicBezTo>
                <a:cubicBezTo>
                  <a:pt x="36" y="32"/>
                  <a:pt x="36" y="36"/>
                  <a:pt x="36" y="41"/>
                </a:cubicBezTo>
                <a:cubicBezTo>
                  <a:pt x="36" y="46"/>
                  <a:pt x="37" y="50"/>
                  <a:pt x="38" y="54"/>
                </a:cubicBezTo>
                <a:cubicBezTo>
                  <a:pt x="38" y="55"/>
                  <a:pt x="38" y="55"/>
                  <a:pt x="38" y="55"/>
                </a:cubicBezTo>
                <a:cubicBezTo>
                  <a:pt x="39" y="55"/>
                  <a:pt x="39" y="55"/>
                  <a:pt x="39" y="55"/>
                </a:cubicBezTo>
                <a:cubicBezTo>
                  <a:pt x="39" y="56"/>
                  <a:pt x="39" y="56"/>
                  <a:pt x="39" y="56"/>
                </a:cubicBezTo>
                <a:cubicBezTo>
                  <a:pt x="39" y="56"/>
                  <a:pt x="39" y="56"/>
                  <a:pt x="39" y="56"/>
                </a:cubicBezTo>
                <a:cubicBezTo>
                  <a:pt x="39" y="56"/>
                  <a:pt x="39" y="57"/>
                  <a:pt x="39" y="57"/>
                </a:cubicBezTo>
                <a:cubicBezTo>
                  <a:pt x="39" y="57"/>
                  <a:pt x="39" y="58"/>
                  <a:pt x="40" y="58"/>
                </a:cubicBezTo>
                <a:cubicBezTo>
                  <a:pt x="40" y="58"/>
                  <a:pt x="40" y="58"/>
                  <a:pt x="40" y="58"/>
                </a:cubicBezTo>
                <a:cubicBezTo>
                  <a:pt x="40" y="58"/>
                  <a:pt x="40" y="59"/>
                  <a:pt x="40" y="59"/>
                </a:cubicBezTo>
                <a:cubicBezTo>
                  <a:pt x="40" y="59"/>
                  <a:pt x="40" y="60"/>
                  <a:pt x="40" y="60"/>
                </a:cubicBezTo>
                <a:cubicBezTo>
                  <a:pt x="41" y="60"/>
                  <a:pt x="41" y="60"/>
                  <a:pt x="41" y="60"/>
                </a:cubicBezTo>
                <a:cubicBezTo>
                  <a:pt x="41" y="61"/>
                  <a:pt x="41" y="61"/>
                  <a:pt x="41" y="61"/>
                </a:cubicBezTo>
                <a:cubicBezTo>
                  <a:pt x="41" y="61"/>
                  <a:pt x="41" y="61"/>
                  <a:pt x="41" y="61"/>
                </a:cubicBezTo>
                <a:cubicBezTo>
                  <a:pt x="41" y="62"/>
                  <a:pt x="41" y="62"/>
                  <a:pt x="41" y="62"/>
                </a:cubicBezTo>
                <a:cubicBezTo>
                  <a:pt x="42" y="62"/>
                  <a:pt x="42" y="62"/>
                  <a:pt x="42" y="62"/>
                </a:cubicBezTo>
                <a:cubicBezTo>
                  <a:pt x="42" y="62"/>
                  <a:pt x="42" y="62"/>
                  <a:pt x="42" y="63"/>
                </a:cubicBezTo>
                <a:cubicBezTo>
                  <a:pt x="42" y="63"/>
                  <a:pt x="42" y="63"/>
                  <a:pt x="42" y="64"/>
                </a:cubicBezTo>
                <a:cubicBezTo>
                  <a:pt x="43" y="64"/>
                  <a:pt x="43" y="64"/>
                  <a:pt x="43" y="64"/>
                </a:cubicBezTo>
                <a:cubicBezTo>
                  <a:pt x="43" y="65"/>
                  <a:pt x="43" y="65"/>
                  <a:pt x="43" y="65"/>
                </a:cubicBezTo>
                <a:cubicBezTo>
                  <a:pt x="43" y="65"/>
                  <a:pt x="43" y="65"/>
                  <a:pt x="43" y="65"/>
                </a:cubicBezTo>
                <a:cubicBezTo>
                  <a:pt x="44" y="65"/>
                  <a:pt x="44" y="65"/>
                  <a:pt x="44" y="66"/>
                </a:cubicBezTo>
                <a:cubicBezTo>
                  <a:pt x="44" y="66"/>
                  <a:pt x="44" y="66"/>
                  <a:pt x="44" y="67"/>
                </a:cubicBezTo>
                <a:cubicBezTo>
                  <a:pt x="44" y="67"/>
                  <a:pt x="44" y="67"/>
                  <a:pt x="45" y="68"/>
                </a:cubicBezTo>
                <a:cubicBezTo>
                  <a:pt x="45" y="68"/>
                  <a:pt x="45" y="68"/>
                  <a:pt x="45" y="68"/>
                </a:cubicBezTo>
                <a:cubicBezTo>
                  <a:pt x="45" y="68"/>
                  <a:pt x="45" y="68"/>
                  <a:pt x="46" y="69"/>
                </a:cubicBezTo>
                <a:cubicBezTo>
                  <a:pt x="46" y="69"/>
                  <a:pt x="46" y="69"/>
                  <a:pt x="47" y="69"/>
                </a:cubicBezTo>
                <a:cubicBezTo>
                  <a:pt x="47" y="70"/>
                  <a:pt x="47" y="70"/>
                  <a:pt x="47" y="70"/>
                </a:cubicBezTo>
                <a:cubicBezTo>
                  <a:pt x="47" y="71"/>
                  <a:pt x="47" y="71"/>
                  <a:pt x="47" y="71"/>
                </a:cubicBezTo>
                <a:cubicBezTo>
                  <a:pt x="48" y="71"/>
                  <a:pt x="48" y="71"/>
                  <a:pt x="48" y="71"/>
                </a:cubicBezTo>
                <a:cubicBezTo>
                  <a:pt x="48" y="72"/>
                  <a:pt x="49" y="72"/>
                  <a:pt x="49" y="72"/>
                </a:cubicBezTo>
                <a:cubicBezTo>
                  <a:pt x="49" y="73"/>
                  <a:pt x="50" y="73"/>
                  <a:pt x="50" y="73"/>
                </a:cubicBezTo>
                <a:cubicBezTo>
                  <a:pt x="51" y="74"/>
                  <a:pt x="51" y="74"/>
                  <a:pt x="51" y="74"/>
                </a:cubicBezTo>
                <a:cubicBezTo>
                  <a:pt x="52" y="74"/>
                  <a:pt x="52" y="75"/>
                  <a:pt x="52" y="76"/>
                </a:cubicBezTo>
                <a:cubicBezTo>
                  <a:pt x="52" y="76"/>
                  <a:pt x="53" y="76"/>
                  <a:pt x="53" y="76"/>
                </a:cubicBezTo>
                <a:cubicBezTo>
                  <a:pt x="53" y="76"/>
                  <a:pt x="53" y="76"/>
                  <a:pt x="54" y="76"/>
                </a:cubicBezTo>
                <a:cubicBezTo>
                  <a:pt x="54" y="76"/>
                  <a:pt x="54" y="76"/>
                  <a:pt x="54" y="76"/>
                </a:cubicBezTo>
                <a:cubicBezTo>
                  <a:pt x="54" y="76"/>
                  <a:pt x="54" y="76"/>
                  <a:pt x="54" y="76"/>
                </a:cubicBezTo>
                <a:cubicBezTo>
                  <a:pt x="54" y="77"/>
                  <a:pt x="54" y="77"/>
                  <a:pt x="54" y="77"/>
                </a:cubicBezTo>
                <a:cubicBezTo>
                  <a:pt x="55" y="77"/>
                  <a:pt x="55" y="77"/>
                  <a:pt x="55" y="77"/>
                </a:cubicBezTo>
                <a:cubicBezTo>
                  <a:pt x="55" y="77"/>
                  <a:pt x="55" y="77"/>
                  <a:pt x="55" y="77"/>
                </a:cubicBezTo>
                <a:cubicBezTo>
                  <a:pt x="55" y="77"/>
                  <a:pt x="56" y="77"/>
                  <a:pt x="57" y="78"/>
                </a:cubicBezTo>
                <a:cubicBezTo>
                  <a:pt x="57" y="78"/>
                  <a:pt x="57" y="78"/>
                  <a:pt x="57" y="78"/>
                </a:cubicBezTo>
                <a:cubicBezTo>
                  <a:pt x="57" y="78"/>
                  <a:pt x="57" y="78"/>
                  <a:pt x="58" y="78"/>
                </a:cubicBezTo>
                <a:cubicBezTo>
                  <a:pt x="58" y="78"/>
                  <a:pt x="58" y="78"/>
                  <a:pt x="59" y="79"/>
                </a:cubicBezTo>
                <a:cubicBezTo>
                  <a:pt x="59" y="79"/>
                  <a:pt x="59" y="79"/>
                  <a:pt x="59" y="79"/>
                </a:cubicBezTo>
                <a:cubicBezTo>
                  <a:pt x="60" y="79"/>
                  <a:pt x="60" y="79"/>
                  <a:pt x="60" y="79"/>
                </a:cubicBezTo>
                <a:cubicBezTo>
                  <a:pt x="60" y="79"/>
                  <a:pt x="60" y="79"/>
                  <a:pt x="60" y="79"/>
                </a:cubicBezTo>
                <a:cubicBezTo>
                  <a:pt x="61" y="79"/>
                  <a:pt x="61" y="79"/>
                  <a:pt x="61" y="79"/>
                </a:cubicBezTo>
                <a:cubicBezTo>
                  <a:pt x="61" y="80"/>
                  <a:pt x="61" y="80"/>
                  <a:pt x="61" y="80"/>
                </a:cubicBezTo>
                <a:cubicBezTo>
                  <a:pt x="62" y="80"/>
                  <a:pt x="62" y="80"/>
                  <a:pt x="62" y="80"/>
                </a:cubicBezTo>
                <a:cubicBezTo>
                  <a:pt x="62" y="80"/>
                  <a:pt x="62" y="80"/>
                  <a:pt x="62" y="80"/>
                </a:cubicBezTo>
                <a:cubicBezTo>
                  <a:pt x="62" y="80"/>
                  <a:pt x="62" y="80"/>
                  <a:pt x="63" y="80"/>
                </a:cubicBezTo>
                <a:cubicBezTo>
                  <a:pt x="64" y="80"/>
                  <a:pt x="65" y="80"/>
                  <a:pt x="66" y="80"/>
                </a:cubicBezTo>
                <a:cubicBezTo>
                  <a:pt x="67" y="80"/>
                  <a:pt x="68" y="81"/>
                  <a:pt x="69" y="81"/>
                </a:cubicBezTo>
                <a:cubicBezTo>
                  <a:pt x="70" y="81"/>
                  <a:pt x="70" y="80"/>
                  <a:pt x="71" y="80"/>
                </a:cubicBezTo>
                <a:cubicBezTo>
                  <a:pt x="71" y="80"/>
                  <a:pt x="71" y="80"/>
                  <a:pt x="71" y="80"/>
                </a:cubicBezTo>
                <a:cubicBezTo>
                  <a:pt x="72" y="80"/>
                  <a:pt x="72" y="80"/>
                  <a:pt x="72" y="80"/>
                </a:cubicBezTo>
                <a:cubicBezTo>
                  <a:pt x="72" y="80"/>
                  <a:pt x="72" y="80"/>
                  <a:pt x="72" y="80"/>
                </a:cubicBezTo>
                <a:cubicBezTo>
                  <a:pt x="73" y="80"/>
                  <a:pt x="73" y="80"/>
                  <a:pt x="73" y="80"/>
                </a:cubicBezTo>
                <a:cubicBezTo>
                  <a:pt x="77" y="78"/>
                  <a:pt x="80" y="76"/>
                  <a:pt x="82" y="73"/>
                </a:cubicBezTo>
                <a:cubicBezTo>
                  <a:pt x="84" y="70"/>
                  <a:pt x="86" y="67"/>
                  <a:pt x="87" y="63"/>
                </a:cubicBezTo>
                <a:cubicBezTo>
                  <a:pt x="87" y="62"/>
                  <a:pt x="87" y="62"/>
                  <a:pt x="87" y="62"/>
                </a:cubicBezTo>
                <a:cubicBezTo>
                  <a:pt x="88" y="62"/>
                  <a:pt x="88" y="62"/>
                  <a:pt x="88" y="62"/>
                </a:cubicBezTo>
                <a:cubicBezTo>
                  <a:pt x="88" y="60"/>
                  <a:pt x="88" y="60"/>
                  <a:pt x="88" y="60"/>
                </a:cubicBezTo>
                <a:cubicBezTo>
                  <a:pt x="88" y="60"/>
                  <a:pt x="88" y="60"/>
                  <a:pt x="88" y="60"/>
                </a:cubicBezTo>
                <a:cubicBezTo>
                  <a:pt x="88" y="58"/>
                  <a:pt x="88" y="58"/>
                  <a:pt x="88" y="58"/>
                </a:cubicBezTo>
                <a:cubicBezTo>
                  <a:pt x="88" y="58"/>
                  <a:pt x="88" y="58"/>
                  <a:pt x="88" y="58"/>
                </a:cubicBezTo>
                <a:cubicBezTo>
                  <a:pt x="88" y="56"/>
                  <a:pt x="88" y="56"/>
                  <a:pt x="88" y="56"/>
                </a:cubicBezTo>
                <a:cubicBezTo>
                  <a:pt x="89" y="56"/>
                  <a:pt x="89" y="56"/>
                  <a:pt x="89" y="56"/>
                </a:cubicBezTo>
                <a:cubicBezTo>
                  <a:pt x="89" y="54"/>
                  <a:pt x="88" y="52"/>
                  <a:pt x="88" y="50"/>
                </a:cubicBezTo>
                <a:cubicBezTo>
                  <a:pt x="88" y="48"/>
                  <a:pt x="88" y="46"/>
                  <a:pt x="88" y="44"/>
                </a:cubicBezTo>
                <a:cubicBezTo>
                  <a:pt x="88" y="44"/>
                  <a:pt x="88" y="44"/>
                  <a:pt x="88" y="44"/>
                </a:cubicBezTo>
                <a:cubicBezTo>
                  <a:pt x="88" y="42"/>
                  <a:pt x="88" y="42"/>
                  <a:pt x="88" y="42"/>
                </a:cubicBezTo>
                <a:cubicBezTo>
                  <a:pt x="88" y="42"/>
                  <a:pt x="88" y="42"/>
                  <a:pt x="88" y="42"/>
                </a:cubicBezTo>
                <a:cubicBezTo>
                  <a:pt x="88" y="40"/>
                  <a:pt x="88" y="40"/>
                  <a:pt x="88" y="40"/>
                </a:cubicBezTo>
                <a:cubicBezTo>
                  <a:pt x="87" y="40"/>
                  <a:pt x="87" y="40"/>
                  <a:pt x="87" y="40"/>
                </a:cubicBezTo>
                <a:cubicBezTo>
                  <a:pt x="87" y="39"/>
                  <a:pt x="87" y="39"/>
                  <a:pt x="87" y="39"/>
                </a:cubicBezTo>
                <a:cubicBezTo>
                  <a:pt x="87" y="39"/>
                  <a:pt x="87" y="39"/>
                  <a:pt x="87" y="39"/>
                </a:cubicBezTo>
                <a:cubicBezTo>
                  <a:pt x="87" y="38"/>
                  <a:pt x="87" y="38"/>
                  <a:pt x="87" y="38"/>
                </a:cubicBezTo>
                <a:cubicBezTo>
                  <a:pt x="87" y="38"/>
                  <a:pt x="87" y="38"/>
                  <a:pt x="87" y="38"/>
                </a:cubicBezTo>
                <a:cubicBezTo>
                  <a:pt x="87" y="36"/>
                  <a:pt x="87" y="36"/>
                  <a:pt x="87" y="36"/>
                </a:cubicBezTo>
                <a:cubicBezTo>
                  <a:pt x="86" y="36"/>
                  <a:pt x="86" y="36"/>
                  <a:pt x="86" y="36"/>
                </a:cubicBezTo>
                <a:cubicBezTo>
                  <a:pt x="86" y="36"/>
                  <a:pt x="86" y="36"/>
                  <a:pt x="86" y="36"/>
                </a:cubicBezTo>
                <a:cubicBezTo>
                  <a:pt x="86" y="36"/>
                  <a:pt x="86" y="36"/>
                  <a:pt x="86" y="36"/>
                </a:cubicBezTo>
                <a:cubicBezTo>
                  <a:pt x="86" y="35"/>
                  <a:pt x="86" y="35"/>
                  <a:pt x="86" y="35"/>
                </a:cubicBezTo>
                <a:cubicBezTo>
                  <a:pt x="86" y="34"/>
                  <a:pt x="86" y="34"/>
                  <a:pt x="86" y="34"/>
                </a:cubicBezTo>
                <a:cubicBezTo>
                  <a:pt x="85" y="34"/>
                  <a:pt x="85" y="34"/>
                  <a:pt x="85" y="34"/>
                </a:cubicBezTo>
                <a:cubicBezTo>
                  <a:pt x="85" y="33"/>
                  <a:pt x="85" y="32"/>
                  <a:pt x="85" y="32"/>
                </a:cubicBezTo>
                <a:cubicBezTo>
                  <a:pt x="85" y="32"/>
                  <a:pt x="85" y="32"/>
                  <a:pt x="85" y="32"/>
                </a:cubicBezTo>
                <a:cubicBezTo>
                  <a:pt x="85" y="31"/>
                  <a:pt x="85" y="31"/>
                  <a:pt x="85" y="31"/>
                </a:cubicBezTo>
                <a:cubicBezTo>
                  <a:pt x="84" y="31"/>
                  <a:pt x="84" y="31"/>
                  <a:pt x="84" y="31"/>
                </a:cubicBezTo>
                <a:cubicBezTo>
                  <a:pt x="84" y="30"/>
                  <a:pt x="84" y="30"/>
                  <a:pt x="84" y="30"/>
                </a:cubicBezTo>
                <a:cubicBezTo>
                  <a:pt x="84" y="30"/>
                  <a:pt x="84" y="30"/>
                  <a:pt x="84" y="30"/>
                </a:cubicBezTo>
                <a:cubicBezTo>
                  <a:pt x="84" y="29"/>
                  <a:pt x="84" y="29"/>
                  <a:pt x="84" y="29"/>
                </a:cubicBezTo>
                <a:cubicBezTo>
                  <a:pt x="83" y="29"/>
                  <a:pt x="83" y="29"/>
                  <a:pt x="83" y="29"/>
                </a:cubicBezTo>
                <a:cubicBezTo>
                  <a:pt x="83" y="28"/>
                  <a:pt x="83" y="28"/>
                  <a:pt x="83" y="28"/>
                </a:cubicBezTo>
                <a:cubicBezTo>
                  <a:pt x="83" y="28"/>
                  <a:pt x="83" y="28"/>
                  <a:pt x="83" y="28"/>
                </a:cubicBezTo>
                <a:cubicBezTo>
                  <a:pt x="83" y="28"/>
                  <a:pt x="83" y="28"/>
                  <a:pt x="83" y="28"/>
                </a:cubicBezTo>
                <a:cubicBezTo>
                  <a:pt x="82" y="27"/>
                  <a:pt x="82" y="27"/>
                  <a:pt x="82" y="27"/>
                </a:cubicBezTo>
                <a:cubicBezTo>
                  <a:pt x="82" y="26"/>
                  <a:pt x="82" y="26"/>
                  <a:pt x="82" y="26"/>
                </a:cubicBezTo>
                <a:cubicBezTo>
                  <a:pt x="81" y="26"/>
                  <a:pt x="81" y="26"/>
                  <a:pt x="81" y="26"/>
                </a:cubicBezTo>
                <a:cubicBezTo>
                  <a:pt x="81" y="26"/>
                  <a:pt x="81" y="26"/>
                  <a:pt x="81" y="25"/>
                </a:cubicBezTo>
                <a:cubicBezTo>
                  <a:pt x="81" y="25"/>
                  <a:pt x="81" y="25"/>
                  <a:pt x="81" y="25"/>
                </a:cubicBezTo>
                <a:cubicBezTo>
                  <a:pt x="80" y="24"/>
                  <a:pt x="80" y="24"/>
                  <a:pt x="80" y="24"/>
                </a:cubicBezTo>
                <a:cubicBezTo>
                  <a:pt x="80" y="23"/>
                  <a:pt x="80" y="23"/>
                  <a:pt x="80" y="23"/>
                </a:cubicBezTo>
                <a:cubicBezTo>
                  <a:pt x="80" y="23"/>
                  <a:pt x="80" y="23"/>
                  <a:pt x="79" y="23"/>
                </a:cubicBezTo>
                <a:cubicBezTo>
                  <a:pt x="79" y="22"/>
                  <a:pt x="79" y="22"/>
                  <a:pt x="79" y="22"/>
                </a:cubicBezTo>
                <a:cubicBezTo>
                  <a:pt x="79" y="22"/>
                  <a:pt x="79" y="22"/>
                  <a:pt x="79" y="22"/>
                </a:cubicBezTo>
                <a:cubicBezTo>
                  <a:pt x="78" y="21"/>
                  <a:pt x="78" y="21"/>
                  <a:pt x="78" y="21"/>
                </a:cubicBezTo>
                <a:cubicBezTo>
                  <a:pt x="74" y="16"/>
                  <a:pt x="69" y="12"/>
                  <a:pt x="62" y="10"/>
                </a:cubicBezTo>
                <a:cubicBezTo>
                  <a:pt x="60" y="10"/>
                  <a:pt x="60" y="10"/>
                  <a:pt x="60" y="10"/>
                </a:cubicBezTo>
                <a:cubicBezTo>
                  <a:pt x="60" y="10"/>
                  <a:pt x="60" y="10"/>
                  <a:pt x="60" y="10"/>
                </a:cubicBezTo>
                <a:cubicBezTo>
                  <a:pt x="59" y="10"/>
                  <a:pt x="58" y="10"/>
                  <a:pt x="56" y="10"/>
                </a:cubicBezTo>
                <a:cubicBezTo>
                  <a:pt x="54" y="10"/>
                  <a:pt x="53" y="11"/>
                  <a:pt x="52" y="11"/>
                </a:cubicBezTo>
                <a:cubicBezTo>
                  <a:pt x="51" y="11"/>
                  <a:pt x="51" y="11"/>
                  <a:pt x="51" y="11"/>
                </a:cubicBezTo>
                <a:cubicBezTo>
                  <a:pt x="51" y="11"/>
                  <a:pt x="51" y="11"/>
                  <a:pt x="51" y="11"/>
                </a:cubicBezTo>
                <a:cubicBezTo>
                  <a:pt x="51" y="11"/>
                  <a:pt x="51" y="11"/>
                  <a:pt x="50" y="11"/>
                </a:cubicBezTo>
                <a:cubicBezTo>
                  <a:pt x="50" y="12"/>
                  <a:pt x="50" y="12"/>
                  <a:pt x="50" y="12"/>
                </a:cubicBezTo>
                <a:cubicBezTo>
                  <a:pt x="50" y="12"/>
                  <a:pt x="50" y="12"/>
                  <a:pt x="50" y="12"/>
                </a:cubicBezTo>
                <a:cubicBezTo>
                  <a:pt x="49" y="12"/>
                  <a:pt x="49" y="12"/>
                  <a:pt x="49" y="12"/>
                </a:cubicBezTo>
                <a:cubicBezTo>
                  <a:pt x="49" y="12"/>
                  <a:pt x="49" y="12"/>
                  <a:pt x="49" y="12"/>
                </a:cubicBezTo>
                <a:cubicBezTo>
                  <a:pt x="48" y="12"/>
                  <a:pt x="48" y="13"/>
                  <a:pt x="48" y="13"/>
                </a:cubicBezTo>
                <a:cubicBezTo>
                  <a:pt x="48" y="13"/>
                  <a:pt x="48" y="13"/>
                  <a:pt x="47" y="13"/>
                </a:cubicBezTo>
                <a:cubicBezTo>
                  <a:pt x="47" y="13"/>
                  <a:pt x="47" y="13"/>
                  <a:pt x="47" y="13"/>
                </a:cubicBezTo>
                <a:cubicBezTo>
                  <a:pt x="47" y="13"/>
                  <a:pt x="47" y="13"/>
                  <a:pt x="47" y="13"/>
                </a:cubicBezTo>
                <a:cubicBezTo>
                  <a:pt x="46" y="15"/>
                  <a:pt x="46" y="15"/>
                  <a:pt x="46" y="15"/>
                </a:cubicBezTo>
                <a:cubicBezTo>
                  <a:pt x="45" y="15"/>
                  <a:pt x="44" y="16"/>
                  <a:pt x="44" y="16"/>
                </a:cubicBezTo>
                <a:cubicBezTo>
                  <a:pt x="43" y="16"/>
                  <a:pt x="43" y="17"/>
                  <a:pt x="43" y="18"/>
                </a:cubicBezTo>
                <a:lnTo>
                  <a:pt x="42" y="18"/>
                </a:lnTo>
                <a:close/>
                <a:moveTo>
                  <a:pt x="189" y="0"/>
                </a:moveTo>
                <a:cubicBezTo>
                  <a:pt x="189" y="1"/>
                  <a:pt x="189" y="2"/>
                  <a:pt x="189" y="3"/>
                </a:cubicBezTo>
                <a:cubicBezTo>
                  <a:pt x="189" y="4"/>
                  <a:pt x="189" y="5"/>
                  <a:pt x="189" y="6"/>
                </a:cubicBezTo>
                <a:cubicBezTo>
                  <a:pt x="189" y="7"/>
                  <a:pt x="189" y="8"/>
                  <a:pt x="189" y="9"/>
                </a:cubicBezTo>
                <a:cubicBezTo>
                  <a:pt x="189" y="10"/>
                  <a:pt x="189" y="11"/>
                  <a:pt x="189" y="12"/>
                </a:cubicBezTo>
                <a:cubicBezTo>
                  <a:pt x="189" y="39"/>
                  <a:pt x="189" y="39"/>
                  <a:pt x="189" y="39"/>
                </a:cubicBezTo>
                <a:cubicBezTo>
                  <a:pt x="214" y="39"/>
                  <a:pt x="214" y="39"/>
                  <a:pt x="214" y="39"/>
                </a:cubicBezTo>
                <a:cubicBezTo>
                  <a:pt x="216" y="39"/>
                  <a:pt x="218" y="39"/>
                  <a:pt x="221" y="39"/>
                </a:cubicBezTo>
                <a:cubicBezTo>
                  <a:pt x="223" y="39"/>
                  <a:pt x="226" y="39"/>
                  <a:pt x="228" y="39"/>
                </a:cubicBezTo>
                <a:cubicBezTo>
                  <a:pt x="228" y="50"/>
                  <a:pt x="228" y="50"/>
                  <a:pt x="228" y="50"/>
                </a:cubicBezTo>
                <a:cubicBezTo>
                  <a:pt x="221" y="50"/>
                  <a:pt x="215" y="50"/>
                  <a:pt x="208" y="50"/>
                </a:cubicBezTo>
                <a:cubicBezTo>
                  <a:pt x="201" y="50"/>
                  <a:pt x="195" y="50"/>
                  <a:pt x="189" y="50"/>
                </a:cubicBezTo>
                <a:cubicBezTo>
                  <a:pt x="189" y="89"/>
                  <a:pt x="189" y="89"/>
                  <a:pt x="189" y="89"/>
                </a:cubicBezTo>
                <a:cubicBezTo>
                  <a:pt x="177" y="89"/>
                  <a:pt x="177" y="89"/>
                  <a:pt x="177" y="89"/>
                </a:cubicBezTo>
                <a:cubicBezTo>
                  <a:pt x="177" y="50"/>
                  <a:pt x="177" y="50"/>
                  <a:pt x="177" y="50"/>
                </a:cubicBezTo>
                <a:cubicBezTo>
                  <a:pt x="139" y="50"/>
                  <a:pt x="139" y="50"/>
                  <a:pt x="139" y="50"/>
                </a:cubicBezTo>
                <a:cubicBezTo>
                  <a:pt x="139" y="39"/>
                  <a:pt x="139" y="39"/>
                  <a:pt x="139" y="39"/>
                </a:cubicBezTo>
                <a:cubicBezTo>
                  <a:pt x="177" y="39"/>
                  <a:pt x="177" y="39"/>
                  <a:pt x="177" y="39"/>
                </a:cubicBezTo>
                <a:cubicBezTo>
                  <a:pt x="177" y="0"/>
                  <a:pt x="177" y="0"/>
                  <a:pt x="177" y="0"/>
                </a:cubicBezTo>
                <a:lnTo>
                  <a:pt x="189" y="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32" name="Freeform 134"/>
          <p:cNvSpPr>
            <a:spLocks noEditPoints="1"/>
          </p:cNvSpPr>
          <p:nvPr/>
        </p:nvSpPr>
        <p:spPr bwMode="auto">
          <a:xfrm>
            <a:off x="10164770" y="4428957"/>
            <a:ext cx="299697" cy="295353"/>
          </a:xfrm>
          <a:custGeom>
            <a:avLst/>
            <a:gdLst>
              <a:gd name="T0" fmla="*/ 74 w 208"/>
              <a:gd name="T1" fmla="*/ 68 h 207"/>
              <a:gd name="T2" fmla="*/ 0 w 208"/>
              <a:gd name="T3" fmla="*/ 20 h 207"/>
              <a:gd name="T4" fmla="*/ 7 w 208"/>
              <a:gd name="T5" fmla="*/ 6 h 207"/>
              <a:gd name="T6" fmla="*/ 21 w 208"/>
              <a:gd name="T7" fmla="*/ 0 h 207"/>
              <a:gd name="T8" fmla="*/ 196 w 208"/>
              <a:gd name="T9" fmla="*/ 1 h 207"/>
              <a:gd name="T10" fmla="*/ 207 w 208"/>
              <a:gd name="T11" fmla="*/ 12 h 207"/>
              <a:gd name="T12" fmla="*/ 208 w 208"/>
              <a:gd name="T13" fmla="*/ 68 h 207"/>
              <a:gd name="T14" fmla="*/ 121 w 208"/>
              <a:gd name="T15" fmla="*/ 60 h 207"/>
              <a:gd name="T16" fmla="*/ 88 w 208"/>
              <a:gd name="T17" fmla="*/ 60 h 207"/>
              <a:gd name="T18" fmla="*/ 13 w 208"/>
              <a:gd name="T19" fmla="*/ 206 h 207"/>
              <a:gd name="T20" fmla="*/ 2 w 208"/>
              <a:gd name="T21" fmla="*/ 195 h 207"/>
              <a:gd name="T22" fmla="*/ 0 w 208"/>
              <a:gd name="T23" fmla="*/ 85 h 207"/>
              <a:gd name="T24" fmla="*/ 58 w 208"/>
              <a:gd name="T25" fmla="*/ 104 h 207"/>
              <a:gd name="T26" fmla="*/ 71 w 208"/>
              <a:gd name="T27" fmla="*/ 137 h 207"/>
              <a:gd name="T28" fmla="*/ 104 w 208"/>
              <a:gd name="T29" fmla="*/ 150 h 207"/>
              <a:gd name="T30" fmla="*/ 138 w 208"/>
              <a:gd name="T31" fmla="*/ 137 h 207"/>
              <a:gd name="T32" fmla="*/ 151 w 208"/>
              <a:gd name="T33" fmla="*/ 104 h 207"/>
              <a:gd name="T34" fmla="*/ 208 w 208"/>
              <a:gd name="T35" fmla="*/ 85 h 207"/>
              <a:gd name="T36" fmla="*/ 207 w 208"/>
              <a:gd name="T37" fmla="*/ 195 h 207"/>
              <a:gd name="T38" fmla="*/ 196 w 208"/>
              <a:gd name="T39" fmla="*/ 206 h 207"/>
              <a:gd name="T40" fmla="*/ 21 w 208"/>
              <a:gd name="T41" fmla="*/ 207 h 207"/>
              <a:gd name="T42" fmla="*/ 123 w 208"/>
              <a:gd name="T43" fmla="*/ 122 h 207"/>
              <a:gd name="T44" fmla="*/ 104 w 208"/>
              <a:gd name="T45" fmla="*/ 129 h 207"/>
              <a:gd name="T46" fmla="*/ 86 w 208"/>
              <a:gd name="T47" fmla="*/ 122 h 207"/>
              <a:gd name="T48" fmla="*/ 78 w 208"/>
              <a:gd name="T49" fmla="*/ 104 h 207"/>
              <a:gd name="T50" fmla="*/ 86 w 208"/>
              <a:gd name="T51" fmla="*/ 85 h 207"/>
              <a:gd name="T52" fmla="*/ 104 w 208"/>
              <a:gd name="T53" fmla="*/ 78 h 207"/>
              <a:gd name="T54" fmla="*/ 123 w 208"/>
              <a:gd name="T55" fmla="*/ 85 h 207"/>
              <a:gd name="T56" fmla="*/ 130 w 208"/>
              <a:gd name="T57" fmla="*/ 104 h 207"/>
              <a:gd name="T58" fmla="*/ 158 w 208"/>
              <a:gd name="T59" fmla="*/ 50 h 207"/>
              <a:gd name="T60" fmla="*/ 188 w 208"/>
              <a:gd name="T61" fmla="*/ 51 h 207"/>
              <a:gd name="T62" fmla="*/ 191 w 208"/>
              <a:gd name="T63" fmla="*/ 48 h 207"/>
              <a:gd name="T64" fmla="*/ 190 w 208"/>
              <a:gd name="T65" fmla="*/ 18 h 207"/>
              <a:gd name="T66" fmla="*/ 160 w 208"/>
              <a:gd name="T67" fmla="*/ 17 h 207"/>
              <a:gd name="T68" fmla="*/ 157 w 208"/>
              <a:gd name="T69" fmla="*/ 20 h 207"/>
              <a:gd name="T70" fmla="*/ 158 w 208"/>
              <a:gd name="T71" fmla="*/ 50 h 2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208" h="207">
                <a:moveTo>
                  <a:pt x="88" y="60"/>
                </a:moveTo>
                <a:cubicBezTo>
                  <a:pt x="83" y="62"/>
                  <a:pt x="79" y="64"/>
                  <a:pt x="74" y="68"/>
                </a:cubicBezTo>
                <a:cubicBezTo>
                  <a:pt x="0" y="68"/>
                  <a:pt x="0" y="68"/>
                  <a:pt x="0" y="68"/>
                </a:cubicBezTo>
                <a:cubicBezTo>
                  <a:pt x="0" y="20"/>
                  <a:pt x="0" y="20"/>
                  <a:pt x="0" y="20"/>
                </a:cubicBezTo>
                <a:cubicBezTo>
                  <a:pt x="0" y="17"/>
                  <a:pt x="1" y="15"/>
                  <a:pt x="2" y="12"/>
                </a:cubicBezTo>
                <a:cubicBezTo>
                  <a:pt x="3" y="10"/>
                  <a:pt x="5" y="8"/>
                  <a:pt x="7" y="6"/>
                </a:cubicBezTo>
                <a:cubicBezTo>
                  <a:pt x="8" y="4"/>
                  <a:pt x="11" y="2"/>
                  <a:pt x="13" y="1"/>
                </a:cubicBezTo>
                <a:cubicBezTo>
                  <a:pt x="16" y="0"/>
                  <a:pt x="18" y="0"/>
                  <a:pt x="21" y="0"/>
                </a:cubicBezTo>
                <a:cubicBezTo>
                  <a:pt x="188" y="0"/>
                  <a:pt x="188" y="0"/>
                  <a:pt x="188" y="0"/>
                </a:cubicBezTo>
                <a:cubicBezTo>
                  <a:pt x="191" y="0"/>
                  <a:pt x="193" y="0"/>
                  <a:pt x="196" y="1"/>
                </a:cubicBezTo>
                <a:cubicBezTo>
                  <a:pt x="198" y="2"/>
                  <a:pt x="200" y="4"/>
                  <a:pt x="202" y="6"/>
                </a:cubicBezTo>
                <a:cubicBezTo>
                  <a:pt x="204" y="8"/>
                  <a:pt x="206" y="10"/>
                  <a:pt x="207" y="12"/>
                </a:cubicBezTo>
                <a:cubicBezTo>
                  <a:pt x="208" y="15"/>
                  <a:pt x="208" y="17"/>
                  <a:pt x="208" y="20"/>
                </a:cubicBezTo>
                <a:cubicBezTo>
                  <a:pt x="208" y="68"/>
                  <a:pt x="208" y="68"/>
                  <a:pt x="208" y="68"/>
                </a:cubicBezTo>
                <a:cubicBezTo>
                  <a:pt x="134" y="68"/>
                  <a:pt x="134" y="68"/>
                  <a:pt x="134" y="68"/>
                </a:cubicBezTo>
                <a:cubicBezTo>
                  <a:pt x="130" y="64"/>
                  <a:pt x="126" y="62"/>
                  <a:pt x="121" y="60"/>
                </a:cubicBezTo>
                <a:cubicBezTo>
                  <a:pt x="116" y="58"/>
                  <a:pt x="110" y="57"/>
                  <a:pt x="104" y="57"/>
                </a:cubicBezTo>
                <a:cubicBezTo>
                  <a:pt x="99" y="57"/>
                  <a:pt x="93" y="58"/>
                  <a:pt x="88" y="60"/>
                </a:cubicBezTo>
                <a:close/>
                <a:moveTo>
                  <a:pt x="21" y="207"/>
                </a:moveTo>
                <a:cubicBezTo>
                  <a:pt x="18" y="207"/>
                  <a:pt x="16" y="207"/>
                  <a:pt x="13" y="206"/>
                </a:cubicBezTo>
                <a:cubicBezTo>
                  <a:pt x="11" y="205"/>
                  <a:pt x="8" y="203"/>
                  <a:pt x="7" y="201"/>
                </a:cubicBezTo>
                <a:cubicBezTo>
                  <a:pt x="5" y="200"/>
                  <a:pt x="3" y="197"/>
                  <a:pt x="2" y="195"/>
                </a:cubicBezTo>
                <a:cubicBezTo>
                  <a:pt x="1" y="192"/>
                  <a:pt x="0" y="190"/>
                  <a:pt x="0" y="187"/>
                </a:cubicBezTo>
                <a:cubicBezTo>
                  <a:pt x="0" y="85"/>
                  <a:pt x="0" y="85"/>
                  <a:pt x="0" y="85"/>
                </a:cubicBezTo>
                <a:cubicBezTo>
                  <a:pt x="62" y="85"/>
                  <a:pt x="62" y="85"/>
                  <a:pt x="62" y="85"/>
                </a:cubicBezTo>
                <a:cubicBezTo>
                  <a:pt x="59" y="91"/>
                  <a:pt x="58" y="97"/>
                  <a:pt x="58" y="104"/>
                </a:cubicBezTo>
                <a:cubicBezTo>
                  <a:pt x="58" y="110"/>
                  <a:pt x="59" y="116"/>
                  <a:pt x="61" y="122"/>
                </a:cubicBezTo>
                <a:cubicBezTo>
                  <a:pt x="64" y="127"/>
                  <a:pt x="67" y="132"/>
                  <a:pt x="71" y="137"/>
                </a:cubicBezTo>
                <a:cubicBezTo>
                  <a:pt x="76" y="141"/>
                  <a:pt x="81" y="144"/>
                  <a:pt x="86" y="147"/>
                </a:cubicBezTo>
                <a:cubicBezTo>
                  <a:pt x="92" y="149"/>
                  <a:pt x="98" y="150"/>
                  <a:pt x="104" y="150"/>
                </a:cubicBezTo>
                <a:cubicBezTo>
                  <a:pt x="111" y="150"/>
                  <a:pt x="117" y="149"/>
                  <a:pt x="123" y="147"/>
                </a:cubicBezTo>
                <a:cubicBezTo>
                  <a:pt x="128" y="144"/>
                  <a:pt x="133" y="141"/>
                  <a:pt x="138" y="137"/>
                </a:cubicBezTo>
                <a:cubicBezTo>
                  <a:pt x="142" y="132"/>
                  <a:pt x="145" y="127"/>
                  <a:pt x="148" y="122"/>
                </a:cubicBezTo>
                <a:cubicBezTo>
                  <a:pt x="150" y="116"/>
                  <a:pt x="151" y="110"/>
                  <a:pt x="151" y="104"/>
                </a:cubicBezTo>
                <a:cubicBezTo>
                  <a:pt x="151" y="97"/>
                  <a:pt x="150" y="91"/>
                  <a:pt x="147" y="85"/>
                </a:cubicBezTo>
                <a:cubicBezTo>
                  <a:pt x="208" y="85"/>
                  <a:pt x="208" y="85"/>
                  <a:pt x="208" y="85"/>
                </a:cubicBezTo>
                <a:cubicBezTo>
                  <a:pt x="208" y="187"/>
                  <a:pt x="208" y="187"/>
                  <a:pt x="208" y="187"/>
                </a:cubicBezTo>
                <a:cubicBezTo>
                  <a:pt x="208" y="190"/>
                  <a:pt x="208" y="192"/>
                  <a:pt x="207" y="195"/>
                </a:cubicBezTo>
                <a:cubicBezTo>
                  <a:pt x="206" y="197"/>
                  <a:pt x="204" y="200"/>
                  <a:pt x="202" y="201"/>
                </a:cubicBezTo>
                <a:cubicBezTo>
                  <a:pt x="200" y="203"/>
                  <a:pt x="198" y="205"/>
                  <a:pt x="196" y="206"/>
                </a:cubicBezTo>
                <a:cubicBezTo>
                  <a:pt x="193" y="207"/>
                  <a:pt x="191" y="207"/>
                  <a:pt x="188" y="207"/>
                </a:cubicBezTo>
                <a:lnTo>
                  <a:pt x="21" y="207"/>
                </a:lnTo>
                <a:close/>
                <a:moveTo>
                  <a:pt x="128" y="114"/>
                </a:moveTo>
                <a:cubicBezTo>
                  <a:pt x="127" y="117"/>
                  <a:pt x="125" y="120"/>
                  <a:pt x="123" y="122"/>
                </a:cubicBezTo>
                <a:cubicBezTo>
                  <a:pt x="120" y="124"/>
                  <a:pt x="118" y="126"/>
                  <a:pt x="115" y="127"/>
                </a:cubicBezTo>
                <a:cubicBezTo>
                  <a:pt x="111" y="129"/>
                  <a:pt x="108" y="129"/>
                  <a:pt x="104" y="129"/>
                </a:cubicBezTo>
                <a:cubicBezTo>
                  <a:pt x="101" y="129"/>
                  <a:pt x="98" y="129"/>
                  <a:pt x="94" y="127"/>
                </a:cubicBezTo>
                <a:cubicBezTo>
                  <a:pt x="91" y="126"/>
                  <a:pt x="88" y="124"/>
                  <a:pt x="86" y="122"/>
                </a:cubicBezTo>
                <a:cubicBezTo>
                  <a:pt x="84" y="120"/>
                  <a:pt x="82" y="117"/>
                  <a:pt x="80" y="114"/>
                </a:cubicBezTo>
                <a:cubicBezTo>
                  <a:pt x="79" y="110"/>
                  <a:pt x="78" y="107"/>
                  <a:pt x="78" y="104"/>
                </a:cubicBezTo>
                <a:cubicBezTo>
                  <a:pt x="78" y="100"/>
                  <a:pt x="79" y="97"/>
                  <a:pt x="80" y="93"/>
                </a:cubicBezTo>
                <a:cubicBezTo>
                  <a:pt x="82" y="90"/>
                  <a:pt x="84" y="87"/>
                  <a:pt x="86" y="85"/>
                </a:cubicBezTo>
                <a:cubicBezTo>
                  <a:pt x="88" y="83"/>
                  <a:pt x="91" y="81"/>
                  <a:pt x="94" y="80"/>
                </a:cubicBezTo>
                <a:cubicBezTo>
                  <a:pt x="98" y="78"/>
                  <a:pt x="101" y="78"/>
                  <a:pt x="104" y="78"/>
                </a:cubicBezTo>
                <a:cubicBezTo>
                  <a:pt x="108" y="78"/>
                  <a:pt x="111" y="78"/>
                  <a:pt x="115" y="80"/>
                </a:cubicBezTo>
                <a:cubicBezTo>
                  <a:pt x="118" y="81"/>
                  <a:pt x="120" y="83"/>
                  <a:pt x="123" y="85"/>
                </a:cubicBezTo>
                <a:cubicBezTo>
                  <a:pt x="125" y="87"/>
                  <a:pt x="127" y="90"/>
                  <a:pt x="128" y="93"/>
                </a:cubicBezTo>
                <a:cubicBezTo>
                  <a:pt x="130" y="97"/>
                  <a:pt x="130" y="100"/>
                  <a:pt x="130" y="104"/>
                </a:cubicBezTo>
                <a:cubicBezTo>
                  <a:pt x="130" y="107"/>
                  <a:pt x="130" y="110"/>
                  <a:pt x="128" y="114"/>
                </a:cubicBezTo>
                <a:close/>
                <a:moveTo>
                  <a:pt x="158" y="50"/>
                </a:moveTo>
                <a:cubicBezTo>
                  <a:pt x="158" y="51"/>
                  <a:pt x="159" y="51"/>
                  <a:pt x="160" y="51"/>
                </a:cubicBezTo>
                <a:cubicBezTo>
                  <a:pt x="188" y="51"/>
                  <a:pt x="188" y="51"/>
                  <a:pt x="188" y="51"/>
                </a:cubicBezTo>
                <a:cubicBezTo>
                  <a:pt x="189" y="51"/>
                  <a:pt x="189" y="51"/>
                  <a:pt x="190" y="50"/>
                </a:cubicBezTo>
                <a:cubicBezTo>
                  <a:pt x="191" y="50"/>
                  <a:pt x="191" y="49"/>
                  <a:pt x="191" y="48"/>
                </a:cubicBezTo>
                <a:cubicBezTo>
                  <a:pt x="191" y="20"/>
                  <a:pt x="191" y="20"/>
                  <a:pt x="191" y="20"/>
                </a:cubicBezTo>
                <a:cubicBezTo>
                  <a:pt x="191" y="19"/>
                  <a:pt x="191" y="19"/>
                  <a:pt x="190" y="18"/>
                </a:cubicBezTo>
                <a:cubicBezTo>
                  <a:pt x="189" y="17"/>
                  <a:pt x="189" y="17"/>
                  <a:pt x="188" y="17"/>
                </a:cubicBezTo>
                <a:cubicBezTo>
                  <a:pt x="160" y="17"/>
                  <a:pt x="160" y="17"/>
                  <a:pt x="160" y="17"/>
                </a:cubicBezTo>
                <a:cubicBezTo>
                  <a:pt x="159" y="17"/>
                  <a:pt x="158" y="17"/>
                  <a:pt x="158" y="18"/>
                </a:cubicBezTo>
                <a:cubicBezTo>
                  <a:pt x="157" y="19"/>
                  <a:pt x="157" y="19"/>
                  <a:pt x="157" y="20"/>
                </a:cubicBezTo>
                <a:cubicBezTo>
                  <a:pt x="157" y="48"/>
                  <a:pt x="157" y="48"/>
                  <a:pt x="157" y="48"/>
                </a:cubicBezTo>
                <a:cubicBezTo>
                  <a:pt x="157" y="49"/>
                  <a:pt x="157" y="50"/>
                  <a:pt x="158" y="5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33" name="Freeform 135"/>
          <p:cNvSpPr>
            <a:spLocks noEditPoints="1"/>
          </p:cNvSpPr>
          <p:nvPr/>
        </p:nvSpPr>
        <p:spPr bwMode="auto">
          <a:xfrm>
            <a:off x="10677295" y="4528857"/>
            <a:ext cx="297527" cy="95556"/>
          </a:xfrm>
          <a:custGeom>
            <a:avLst/>
            <a:gdLst>
              <a:gd name="T0" fmla="*/ 27 w 208"/>
              <a:gd name="T1" fmla="*/ 1 h 67"/>
              <a:gd name="T2" fmla="*/ 34 w 208"/>
              <a:gd name="T3" fmla="*/ 4 h 67"/>
              <a:gd name="T4" fmla="*/ 36 w 208"/>
              <a:gd name="T5" fmla="*/ 10 h 67"/>
              <a:gd name="T6" fmla="*/ 39 w 208"/>
              <a:gd name="T7" fmla="*/ 29 h 67"/>
              <a:gd name="T8" fmla="*/ 42 w 208"/>
              <a:gd name="T9" fmla="*/ 45 h 67"/>
              <a:gd name="T10" fmla="*/ 59 w 208"/>
              <a:gd name="T11" fmla="*/ 1 h 67"/>
              <a:gd name="T12" fmla="*/ 77 w 208"/>
              <a:gd name="T13" fmla="*/ 1 h 67"/>
              <a:gd name="T14" fmla="*/ 50 w 208"/>
              <a:gd name="T15" fmla="*/ 66 h 67"/>
              <a:gd name="T16" fmla="*/ 32 w 208"/>
              <a:gd name="T17" fmla="*/ 66 h 67"/>
              <a:gd name="T18" fmla="*/ 17 w 208"/>
              <a:gd name="T19" fmla="*/ 9 h 67"/>
              <a:gd name="T20" fmla="*/ 13 w 208"/>
              <a:gd name="T21" fmla="*/ 7 h 67"/>
              <a:gd name="T22" fmla="*/ 5 w 208"/>
              <a:gd name="T23" fmla="*/ 4 h 67"/>
              <a:gd name="T24" fmla="*/ 2 w 208"/>
              <a:gd name="T25" fmla="*/ 3 h 67"/>
              <a:gd name="T26" fmla="*/ 0 w 208"/>
              <a:gd name="T27" fmla="*/ 2 h 67"/>
              <a:gd name="T28" fmla="*/ 21 w 208"/>
              <a:gd name="T29" fmla="*/ 1 h 67"/>
              <a:gd name="T30" fmla="*/ 90 w 208"/>
              <a:gd name="T31" fmla="*/ 66 h 67"/>
              <a:gd name="T32" fmla="*/ 78 w 208"/>
              <a:gd name="T33" fmla="*/ 33 h 67"/>
              <a:gd name="T34" fmla="*/ 100 w 208"/>
              <a:gd name="T35" fmla="*/ 1 h 67"/>
              <a:gd name="T36" fmla="*/ 143 w 208"/>
              <a:gd name="T37" fmla="*/ 0 h 67"/>
              <a:gd name="T38" fmla="*/ 150 w 208"/>
              <a:gd name="T39" fmla="*/ 10 h 67"/>
              <a:gd name="T40" fmla="*/ 147 w 208"/>
              <a:gd name="T41" fmla="*/ 16 h 67"/>
              <a:gd name="T42" fmla="*/ 140 w 208"/>
              <a:gd name="T43" fmla="*/ 14 h 67"/>
              <a:gd name="T44" fmla="*/ 130 w 208"/>
              <a:gd name="T45" fmla="*/ 14 h 67"/>
              <a:gd name="T46" fmla="*/ 125 w 208"/>
              <a:gd name="T47" fmla="*/ 18 h 67"/>
              <a:gd name="T48" fmla="*/ 127 w 208"/>
              <a:gd name="T49" fmla="*/ 22 h 67"/>
              <a:gd name="T50" fmla="*/ 132 w 208"/>
              <a:gd name="T51" fmla="*/ 26 h 67"/>
              <a:gd name="T52" fmla="*/ 140 w 208"/>
              <a:gd name="T53" fmla="*/ 31 h 67"/>
              <a:gd name="T54" fmla="*/ 148 w 208"/>
              <a:gd name="T55" fmla="*/ 42 h 67"/>
              <a:gd name="T56" fmla="*/ 145 w 208"/>
              <a:gd name="T57" fmla="*/ 56 h 67"/>
              <a:gd name="T58" fmla="*/ 131 w 208"/>
              <a:gd name="T59" fmla="*/ 66 h 67"/>
              <a:gd name="T60" fmla="*/ 111 w 208"/>
              <a:gd name="T61" fmla="*/ 66 h 67"/>
              <a:gd name="T62" fmla="*/ 105 w 208"/>
              <a:gd name="T63" fmla="*/ 65 h 67"/>
              <a:gd name="T64" fmla="*/ 100 w 208"/>
              <a:gd name="T65" fmla="*/ 63 h 67"/>
              <a:gd name="T66" fmla="*/ 103 w 208"/>
              <a:gd name="T67" fmla="*/ 49 h 67"/>
              <a:gd name="T68" fmla="*/ 107 w 208"/>
              <a:gd name="T69" fmla="*/ 51 h 67"/>
              <a:gd name="T70" fmla="*/ 118 w 208"/>
              <a:gd name="T71" fmla="*/ 53 h 67"/>
              <a:gd name="T72" fmla="*/ 128 w 208"/>
              <a:gd name="T73" fmla="*/ 52 h 67"/>
              <a:gd name="T74" fmla="*/ 131 w 208"/>
              <a:gd name="T75" fmla="*/ 47 h 67"/>
              <a:gd name="T76" fmla="*/ 124 w 208"/>
              <a:gd name="T77" fmla="*/ 40 h 67"/>
              <a:gd name="T78" fmla="*/ 111 w 208"/>
              <a:gd name="T79" fmla="*/ 31 h 67"/>
              <a:gd name="T80" fmla="*/ 108 w 208"/>
              <a:gd name="T81" fmla="*/ 26 h 67"/>
              <a:gd name="T82" fmla="*/ 110 w 208"/>
              <a:gd name="T83" fmla="*/ 11 h 67"/>
              <a:gd name="T84" fmla="*/ 121 w 208"/>
              <a:gd name="T85" fmla="*/ 2 h 67"/>
              <a:gd name="T86" fmla="*/ 130 w 208"/>
              <a:gd name="T87" fmla="*/ 0 h 67"/>
              <a:gd name="T88" fmla="*/ 133 w 208"/>
              <a:gd name="T89" fmla="*/ 0 h 67"/>
              <a:gd name="T90" fmla="*/ 203 w 208"/>
              <a:gd name="T91" fmla="*/ 66 h 67"/>
              <a:gd name="T92" fmla="*/ 195 w 208"/>
              <a:gd name="T93" fmla="*/ 66 h 67"/>
              <a:gd name="T94" fmla="*/ 191 w 208"/>
              <a:gd name="T95" fmla="*/ 61 h 67"/>
              <a:gd name="T96" fmla="*/ 169 w 208"/>
              <a:gd name="T97" fmla="*/ 56 h 67"/>
              <a:gd name="T98" fmla="*/ 165 w 208"/>
              <a:gd name="T99" fmla="*/ 66 h 67"/>
              <a:gd name="T100" fmla="*/ 157 w 208"/>
              <a:gd name="T101" fmla="*/ 43 h 67"/>
              <a:gd name="T102" fmla="*/ 169 w 208"/>
              <a:gd name="T103" fmla="*/ 15 h 67"/>
              <a:gd name="T104" fmla="*/ 173 w 208"/>
              <a:gd name="T105" fmla="*/ 5 h 67"/>
              <a:gd name="T106" fmla="*/ 179 w 208"/>
              <a:gd name="T107" fmla="*/ 1 h 67"/>
              <a:gd name="T108" fmla="*/ 189 w 208"/>
              <a:gd name="T109" fmla="*/ 1 h 67"/>
              <a:gd name="T110" fmla="*/ 208 w 208"/>
              <a:gd name="T111" fmla="*/ 66 h 67"/>
              <a:gd name="T112" fmla="*/ 185 w 208"/>
              <a:gd name="T113" fmla="*/ 31 h 67"/>
              <a:gd name="T114" fmla="*/ 173 w 208"/>
              <a:gd name="T115" fmla="*/ 43 h 67"/>
              <a:gd name="T116" fmla="*/ 185 w 208"/>
              <a:gd name="T117" fmla="*/ 31 h 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208" h="67">
                <a:moveTo>
                  <a:pt x="21" y="1"/>
                </a:moveTo>
                <a:cubicBezTo>
                  <a:pt x="23" y="1"/>
                  <a:pt x="25" y="1"/>
                  <a:pt x="27" y="1"/>
                </a:cubicBezTo>
                <a:cubicBezTo>
                  <a:pt x="29" y="1"/>
                  <a:pt x="31" y="1"/>
                  <a:pt x="32" y="2"/>
                </a:cubicBezTo>
                <a:cubicBezTo>
                  <a:pt x="33" y="3"/>
                  <a:pt x="33" y="3"/>
                  <a:pt x="34" y="4"/>
                </a:cubicBezTo>
                <a:cubicBezTo>
                  <a:pt x="34" y="5"/>
                  <a:pt x="35" y="6"/>
                  <a:pt x="35" y="7"/>
                </a:cubicBezTo>
                <a:cubicBezTo>
                  <a:pt x="35" y="8"/>
                  <a:pt x="35" y="9"/>
                  <a:pt x="36" y="10"/>
                </a:cubicBezTo>
                <a:cubicBezTo>
                  <a:pt x="36" y="11"/>
                  <a:pt x="36" y="12"/>
                  <a:pt x="36" y="13"/>
                </a:cubicBezTo>
                <a:cubicBezTo>
                  <a:pt x="37" y="19"/>
                  <a:pt x="38" y="24"/>
                  <a:pt x="39" y="29"/>
                </a:cubicBezTo>
                <a:cubicBezTo>
                  <a:pt x="40" y="34"/>
                  <a:pt x="41" y="40"/>
                  <a:pt x="42" y="45"/>
                </a:cubicBezTo>
                <a:cubicBezTo>
                  <a:pt x="42" y="45"/>
                  <a:pt x="42" y="45"/>
                  <a:pt x="42" y="45"/>
                </a:cubicBezTo>
                <a:cubicBezTo>
                  <a:pt x="45" y="38"/>
                  <a:pt x="48" y="30"/>
                  <a:pt x="51" y="23"/>
                </a:cubicBezTo>
                <a:cubicBezTo>
                  <a:pt x="53" y="16"/>
                  <a:pt x="56" y="8"/>
                  <a:pt x="59" y="1"/>
                </a:cubicBezTo>
                <a:cubicBezTo>
                  <a:pt x="77" y="1"/>
                  <a:pt x="77" y="1"/>
                  <a:pt x="77" y="1"/>
                </a:cubicBezTo>
                <a:cubicBezTo>
                  <a:pt x="77" y="1"/>
                  <a:pt x="77" y="1"/>
                  <a:pt x="77" y="1"/>
                </a:cubicBezTo>
                <a:cubicBezTo>
                  <a:pt x="72" y="12"/>
                  <a:pt x="68" y="23"/>
                  <a:pt x="64" y="34"/>
                </a:cubicBezTo>
                <a:cubicBezTo>
                  <a:pt x="59" y="44"/>
                  <a:pt x="55" y="55"/>
                  <a:pt x="50" y="66"/>
                </a:cubicBezTo>
                <a:cubicBezTo>
                  <a:pt x="47" y="66"/>
                  <a:pt x="44" y="66"/>
                  <a:pt x="41" y="66"/>
                </a:cubicBezTo>
                <a:cubicBezTo>
                  <a:pt x="38" y="66"/>
                  <a:pt x="35" y="66"/>
                  <a:pt x="32" y="66"/>
                </a:cubicBezTo>
                <a:cubicBezTo>
                  <a:pt x="30" y="57"/>
                  <a:pt x="27" y="47"/>
                  <a:pt x="25" y="38"/>
                </a:cubicBezTo>
                <a:cubicBezTo>
                  <a:pt x="22" y="28"/>
                  <a:pt x="20" y="19"/>
                  <a:pt x="17" y="9"/>
                </a:cubicBezTo>
                <a:cubicBezTo>
                  <a:pt x="17" y="9"/>
                  <a:pt x="16" y="9"/>
                  <a:pt x="15" y="8"/>
                </a:cubicBezTo>
                <a:cubicBezTo>
                  <a:pt x="15" y="8"/>
                  <a:pt x="14" y="8"/>
                  <a:pt x="13" y="7"/>
                </a:cubicBezTo>
                <a:cubicBezTo>
                  <a:pt x="12" y="7"/>
                  <a:pt x="10" y="6"/>
                  <a:pt x="9" y="5"/>
                </a:cubicBezTo>
                <a:cubicBezTo>
                  <a:pt x="7" y="5"/>
                  <a:pt x="6" y="4"/>
                  <a:pt x="5" y="4"/>
                </a:cubicBezTo>
                <a:cubicBezTo>
                  <a:pt x="4" y="4"/>
                  <a:pt x="4" y="3"/>
                  <a:pt x="3" y="3"/>
                </a:cubicBezTo>
                <a:cubicBezTo>
                  <a:pt x="3" y="3"/>
                  <a:pt x="2" y="3"/>
                  <a:pt x="2" y="3"/>
                </a:cubicBezTo>
                <a:cubicBezTo>
                  <a:pt x="1" y="3"/>
                  <a:pt x="1" y="3"/>
                  <a:pt x="0" y="3"/>
                </a:cubicBezTo>
                <a:cubicBezTo>
                  <a:pt x="0" y="2"/>
                  <a:pt x="0" y="2"/>
                  <a:pt x="0" y="2"/>
                </a:cubicBezTo>
                <a:cubicBezTo>
                  <a:pt x="0" y="1"/>
                  <a:pt x="0" y="1"/>
                  <a:pt x="0" y="1"/>
                </a:cubicBezTo>
                <a:lnTo>
                  <a:pt x="21" y="1"/>
                </a:lnTo>
                <a:close/>
                <a:moveTo>
                  <a:pt x="95" y="33"/>
                </a:moveTo>
                <a:cubicBezTo>
                  <a:pt x="93" y="44"/>
                  <a:pt x="92" y="55"/>
                  <a:pt x="90" y="66"/>
                </a:cubicBezTo>
                <a:cubicBezTo>
                  <a:pt x="73" y="66"/>
                  <a:pt x="73" y="66"/>
                  <a:pt x="73" y="66"/>
                </a:cubicBezTo>
                <a:cubicBezTo>
                  <a:pt x="75" y="55"/>
                  <a:pt x="77" y="44"/>
                  <a:pt x="78" y="33"/>
                </a:cubicBezTo>
                <a:cubicBezTo>
                  <a:pt x="80" y="23"/>
                  <a:pt x="82" y="12"/>
                  <a:pt x="84" y="1"/>
                </a:cubicBezTo>
                <a:cubicBezTo>
                  <a:pt x="100" y="1"/>
                  <a:pt x="100" y="1"/>
                  <a:pt x="100" y="1"/>
                </a:cubicBezTo>
                <a:cubicBezTo>
                  <a:pt x="99" y="12"/>
                  <a:pt x="97" y="23"/>
                  <a:pt x="95" y="33"/>
                </a:cubicBezTo>
                <a:close/>
                <a:moveTo>
                  <a:pt x="143" y="0"/>
                </a:moveTo>
                <a:cubicBezTo>
                  <a:pt x="146" y="1"/>
                  <a:pt x="149" y="1"/>
                  <a:pt x="151" y="3"/>
                </a:cubicBezTo>
                <a:cubicBezTo>
                  <a:pt x="151" y="5"/>
                  <a:pt x="150" y="7"/>
                  <a:pt x="150" y="10"/>
                </a:cubicBezTo>
                <a:cubicBezTo>
                  <a:pt x="150" y="12"/>
                  <a:pt x="149" y="14"/>
                  <a:pt x="149" y="17"/>
                </a:cubicBezTo>
                <a:cubicBezTo>
                  <a:pt x="148" y="16"/>
                  <a:pt x="147" y="16"/>
                  <a:pt x="147" y="16"/>
                </a:cubicBezTo>
                <a:cubicBezTo>
                  <a:pt x="146" y="16"/>
                  <a:pt x="145" y="15"/>
                  <a:pt x="144" y="15"/>
                </a:cubicBezTo>
                <a:cubicBezTo>
                  <a:pt x="143" y="15"/>
                  <a:pt x="142" y="14"/>
                  <a:pt x="140" y="14"/>
                </a:cubicBezTo>
                <a:cubicBezTo>
                  <a:pt x="138" y="14"/>
                  <a:pt x="136" y="13"/>
                  <a:pt x="134" y="13"/>
                </a:cubicBezTo>
                <a:cubicBezTo>
                  <a:pt x="133" y="14"/>
                  <a:pt x="131" y="14"/>
                  <a:pt x="130" y="14"/>
                </a:cubicBezTo>
                <a:cubicBezTo>
                  <a:pt x="128" y="15"/>
                  <a:pt x="127" y="15"/>
                  <a:pt x="126" y="16"/>
                </a:cubicBezTo>
                <a:cubicBezTo>
                  <a:pt x="126" y="17"/>
                  <a:pt x="125" y="17"/>
                  <a:pt x="125" y="18"/>
                </a:cubicBezTo>
                <a:cubicBezTo>
                  <a:pt x="125" y="18"/>
                  <a:pt x="125" y="19"/>
                  <a:pt x="125" y="20"/>
                </a:cubicBezTo>
                <a:cubicBezTo>
                  <a:pt x="125" y="21"/>
                  <a:pt x="126" y="22"/>
                  <a:pt x="127" y="22"/>
                </a:cubicBezTo>
                <a:cubicBezTo>
                  <a:pt x="127" y="23"/>
                  <a:pt x="128" y="24"/>
                  <a:pt x="129" y="24"/>
                </a:cubicBezTo>
                <a:cubicBezTo>
                  <a:pt x="130" y="25"/>
                  <a:pt x="131" y="25"/>
                  <a:pt x="132" y="26"/>
                </a:cubicBezTo>
                <a:cubicBezTo>
                  <a:pt x="133" y="26"/>
                  <a:pt x="134" y="27"/>
                  <a:pt x="135" y="27"/>
                </a:cubicBezTo>
                <a:cubicBezTo>
                  <a:pt x="137" y="28"/>
                  <a:pt x="138" y="29"/>
                  <a:pt x="140" y="31"/>
                </a:cubicBezTo>
                <a:cubicBezTo>
                  <a:pt x="142" y="32"/>
                  <a:pt x="144" y="33"/>
                  <a:pt x="145" y="35"/>
                </a:cubicBezTo>
                <a:cubicBezTo>
                  <a:pt x="147" y="37"/>
                  <a:pt x="148" y="39"/>
                  <a:pt x="148" y="42"/>
                </a:cubicBezTo>
                <a:cubicBezTo>
                  <a:pt x="149" y="44"/>
                  <a:pt x="149" y="47"/>
                  <a:pt x="148" y="50"/>
                </a:cubicBezTo>
                <a:cubicBezTo>
                  <a:pt x="147" y="52"/>
                  <a:pt x="146" y="54"/>
                  <a:pt x="145" y="56"/>
                </a:cubicBezTo>
                <a:cubicBezTo>
                  <a:pt x="144" y="58"/>
                  <a:pt x="142" y="60"/>
                  <a:pt x="139" y="62"/>
                </a:cubicBezTo>
                <a:cubicBezTo>
                  <a:pt x="137" y="63"/>
                  <a:pt x="134" y="65"/>
                  <a:pt x="131" y="66"/>
                </a:cubicBezTo>
                <a:cubicBezTo>
                  <a:pt x="128" y="66"/>
                  <a:pt x="125" y="67"/>
                  <a:pt x="121" y="67"/>
                </a:cubicBezTo>
                <a:cubicBezTo>
                  <a:pt x="118" y="67"/>
                  <a:pt x="114" y="67"/>
                  <a:pt x="111" y="66"/>
                </a:cubicBezTo>
                <a:cubicBezTo>
                  <a:pt x="110" y="66"/>
                  <a:pt x="109" y="66"/>
                  <a:pt x="108" y="66"/>
                </a:cubicBezTo>
                <a:cubicBezTo>
                  <a:pt x="107" y="66"/>
                  <a:pt x="106" y="66"/>
                  <a:pt x="105" y="65"/>
                </a:cubicBezTo>
                <a:cubicBezTo>
                  <a:pt x="104" y="65"/>
                  <a:pt x="103" y="65"/>
                  <a:pt x="102" y="64"/>
                </a:cubicBezTo>
                <a:cubicBezTo>
                  <a:pt x="101" y="64"/>
                  <a:pt x="100" y="64"/>
                  <a:pt x="100" y="63"/>
                </a:cubicBezTo>
                <a:cubicBezTo>
                  <a:pt x="101" y="61"/>
                  <a:pt x="101" y="59"/>
                  <a:pt x="102" y="56"/>
                </a:cubicBezTo>
                <a:cubicBezTo>
                  <a:pt x="102" y="54"/>
                  <a:pt x="102" y="51"/>
                  <a:pt x="103" y="49"/>
                </a:cubicBezTo>
                <a:cubicBezTo>
                  <a:pt x="104" y="49"/>
                  <a:pt x="104" y="50"/>
                  <a:pt x="105" y="50"/>
                </a:cubicBezTo>
                <a:cubicBezTo>
                  <a:pt x="106" y="50"/>
                  <a:pt x="107" y="51"/>
                  <a:pt x="107" y="51"/>
                </a:cubicBezTo>
                <a:cubicBezTo>
                  <a:pt x="109" y="52"/>
                  <a:pt x="110" y="52"/>
                  <a:pt x="112" y="52"/>
                </a:cubicBezTo>
                <a:cubicBezTo>
                  <a:pt x="114" y="53"/>
                  <a:pt x="116" y="53"/>
                  <a:pt x="118" y="53"/>
                </a:cubicBezTo>
                <a:cubicBezTo>
                  <a:pt x="120" y="53"/>
                  <a:pt x="121" y="53"/>
                  <a:pt x="123" y="53"/>
                </a:cubicBezTo>
                <a:cubicBezTo>
                  <a:pt x="125" y="53"/>
                  <a:pt x="127" y="52"/>
                  <a:pt x="128" y="52"/>
                </a:cubicBezTo>
                <a:cubicBezTo>
                  <a:pt x="129" y="51"/>
                  <a:pt x="129" y="51"/>
                  <a:pt x="130" y="50"/>
                </a:cubicBezTo>
                <a:cubicBezTo>
                  <a:pt x="131" y="49"/>
                  <a:pt x="131" y="48"/>
                  <a:pt x="131" y="47"/>
                </a:cubicBezTo>
                <a:cubicBezTo>
                  <a:pt x="131" y="45"/>
                  <a:pt x="130" y="43"/>
                  <a:pt x="128" y="43"/>
                </a:cubicBezTo>
                <a:cubicBezTo>
                  <a:pt x="127" y="42"/>
                  <a:pt x="126" y="41"/>
                  <a:pt x="124" y="40"/>
                </a:cubicBezTo>
                <a:cubicBezTo>
                  <a:pt x="122" y="39"/>
                  <a:pt x="120" y="38"/>
                  <a:pt x="117" y="36"/>
                </a:cubicBezTo>
                <a:cubicBezTo>
                  <a:pt x="115" y="35"/>
                  <a:pt x="113" y="33"/>
                  <a:pt x="111" y="31"/>
                </a:cubicBezTo>
                <a:cubicBezTo>
                  <a:pt x="110" y="31"/>
                  <a:pt x="110" y="30"/>
                  <a:pt x="109" y="29"/>
                </a:cubicBezTo>
                <a:cubicBezTo>
                  <a:pt x="109" y="28"/>
                  <a:pt x="108" y="27"/>
                  <a:pt x="108" y="26"/>
                </a:cubicBezTo>
                <a:cubicBezTo>
                  <a:pt x="107" y="23"/>
                  <a:pt x="107" y="20"/>
                  <a:pt x="107" y="18"/>
                </a:cubicBezTo>
                <a:cubicBezTo>
                  <a:pt x="108" y="15"/>
                  <a:pt x="109" y="13"/>
                  <a:pt x="110" y="11"/>
                </a:cubicBezTo>
                <a:cubicBezTo>
                  <a:pt x="112" y="9"/>
                  <a:pt x="114" y="7"/>
                  <a:pt x="116" y="6"/>
                </a:cubicBezTo>
                <a:cubicBezTo>
                  <a:pt x="118" y="4"/>
                  <a:pt x="119" y="3"/>
                  <a:pt x="121" y="2"/>
                </a:cubicBezTo>
                <a:cubicBezTo>
                  <a:pt x="123" y="2"/>
                  <a:pt x="124" y="1"/>
                  <a:pt x="125" y="1"/>
                </a:cubicBezTo>
                <a:cubicBezTo>
                  <a:pt x="127" y="1"/>
                  <a:pt x="128" y="0"/>
                  <a:pt x="130" y="0"/>
                </a:cubicBezTo>
                <a:cubicBezTo>
                  <a:pt x="130" y="0"/>
                  <a:pt x="131" y="0"/>
                  <a:pt x="132" y="0"/>
                </a:cubicBezTo>
                <a:cubicBezTo>
                  <a:pt x="132" y="0"/>
                  <a:pt x="133" y="0"/>
                  <a:pt x="133" y="0"/>
                </a:cubicBezTo>
                <a:cubicBezTo>
                  <a:pt x="137" y="0"/>
                  <a:pt x="140" y="0"/>
                  <a:pt x="143" y="0"/>
                </a:cubicBezTo>
                <a:close/>
                <a:moveTo>
                  <a:pt x="203" y="66"/>
                </a:moveTo>
                <a:cubicBezTo>
                  <a:pt x="201" y="66"/>
                  <a:pt x="200" y="66"/>
                  <a:pt x="198" y="66"/>
                </a:cubicBezTo>
                <a:cubicBezTo>
                  <a:pt x="197" y="66"/>
                  <a:pt x="196" y="66"/>
                  <a:pt x="195" y="66"/>
                </a:cubicBezTo>
                <a:cubicBezTo>
                  <a:pt x="194" y="66"/>
                  <a:pt x="193" y="66"/>
                  <a:pt x="192" y="66"/>
                </a:cubicBezTo>
                <a:cubicBezTo>
                  <a:pt x="192" y="64"/>
                  <a:pt x="191" y="63"/>
                  <a:pt x="191" y="61"/>
                </a:cubicBezTo>
                <a:cubicBezTo>
                  <a:pt x="191" y="60"/>
                  <a:pt x="190" y="58"/>
                  <a:pt x="190" y="56"/>
                </a:cubicBezTo>
                <a:cubicBezTo>
                  <a:pt x="169" y="56"/>
                  <a:pt x="169" y="56"/>
                  <a:pt x="169" y="56"/>
                </a:cubicBezTo>
                <a:cubicBezTo>
                  <a:pt x="168" y="58"/>
                  <a:pt x="167" y="60"/>
                  <a:pt x="167" y="61"/>
                </a:cubicBezTo>
                <a:cubicBezTo>
                  <a:pt x="166" y="63"/>
                  <a:pt x="166" y="65"/>
                  <a:pt x="165" y="66"/>
                </a:cubicBezTo>
                <a:cubicBezTo>
                  <a:pt x="147" y="66"/>
                  <a:pt x="147" y="66"/>
                  <a:pt x="147" y="66"/>
                </a:cubicBezTo>
                <a:cubicBezTo>
                  <a:pt x="151" y="58"/>
                  <a:pt x="154" y="50"/>
                  <a:pt x="157" y="43"/>
                </a:cubicBezTo>
                <a:cubicBezTo>
                  <a:pt x="160" y="35"/>
                  <a:pt x="164" y="27"/>
                  <a:pt x="167" y="19"/>
                </a:cubicBezTo>
                <a:cubicBezTo>
                  <a:pt x="168" y="18"/>
                  <a:pt x="168" y="16"/>
                  <a:pt x="169" y="15"/>
                </a:cubicBezTo>
                <a:cubicBezTo>
                  <a:pt x="169" y="13"/>
                  <a:pt x="170" y="11"/>
                  <a:pt x="171" y="10"/>
                </a:cubicBezTo>
                <a:cubicBezTo>
                  <a:pt x="171" y="8"/>
                  <a:pt x="172" y="6"/>
                  <a:pt x="173" y="5"/>
                </a:cubicBezTo>
                <a:cubicBezTo>
                  <a:pt x="174" y="4"/>
                  <a:pt x="175" y="3"/>
                  <a:pt x="176" y="2"/>
                </a:cubicBezTo>
                <a:cubicBezTo>
                  <a:pt x="176" y="2"/>
                  <a:pt x="178" y="1"/>
                  <a:pt x="179" y="1"/>
                </a:cubicBezTo>
                <a:cubicBezTo>
                  <a:pt x="181" y="1"/>
                  <a:pt x="182" y="1"/>
                  <a:pt x="184" y="1"/>
                </a:cubicBezTo>
                <a:cubicBezTo>
                  <a:pt x="186" y="1"/>
                  <a:pt x="188" y="1"/>
                  <a:pt x="189" y="1"/>
                </a:cubicBezTo>
                <a:cubicBezTo>
                  <a:pt x="191" y="1"/>
                  <a:pt x="193" y="1"/>
                  <a:pt x="194" y="1"/>
                </a:cubicBezTo>
                <a:cubicBezTo>
                  <a:pt x="208" y="66"/>
                  <a:pt x="208" y="66"/>
                  <a:pt x="208" y="66"/>
                </a:cubicBezTo>
                <a:cubicBezTo>
                  <a:pt x="206" y="66"/>
                  <a:pt x="205" y="66"/>
                  <a:pt x="203" y="66"/>
                </a:cubicBezTo>
                <a:close/>
                <a:moveTo>
                  <a:pt x="185" y="31"/>
                </a:moveTo>
                <a:cubicBezTo>
                  <a:pt x="184" y="27"/>
                  <a:pt x="183" y="23"/>
                  <a:pt x="182" y="19"/>
                </a:cubicBezTo>
                <a:cubicBezTo>
                  <a:pt x="173" y="43"/>
                  <a:pt x="173" y="43"/>
                  <a:pt x="173" y="43"/>
                </a:cubicBezTo>
                <a:cubicBezTo>
                  <a:pt x="187" y="43"/>
                  <a:pt x="187" y="43"/>
                  <a:pt x="187" y="43"/>
                </a:cubicBezTo>
                <a:cubicBezTo>
                  <a:pt x="186" y="39"/>
                  <a:pt x="186" y="35"/>
                  <a:pt x="185" y="3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</p:spTree>
    <p:extLst>
      <p:ext uri="{BB962C8B-B14F-4D97-AF65-F5344CB8AC3E}">
        <p14:creationId xmlns:p14="http://schemas.microsoft.com/office/powerpoint/2010/main" val="4232423007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/>
          <p:cNvGrpSpPr/>
          <p:nvPr/>
        </p:nvGrpSpPr>
        <p:grpSpPr>
          <a:xfrm>
            <a:off x="9070639" y="4450508"/>
            <a:ext cx="465099" cy="465099"/>
            <a:chOff x="4775200" y="3587750"/>
            <a:chExt cx="406400" cy="406400"/>
          </a:xfrm>
          <a:solidFill>
            <a:schemeClr val="tx2"/>
          </a:solidFill>
        </p:grpSpPr>
        <p:sp>
          <p:nvSpPr>
            <p:cNvPr id="197" name="Freeform 30"/>
            <p:cNvSpPr>
              <a:spLocks noEditPoints="1"/>
            </p:cNvSpPr>
            <p:nvPr/>
          </p:nvSpPr>
          <p:spPr bwMode="auto">
            <a:xfrm>
              <a:off x="4775200" y="3587750"/>
              <a:ext cx="406400" cy="406400"/>
            </a:xfrm>
            <a:custGeom>
              <a:avLst/>
              <a:gdLst/>
              <a:ahLst/>
              <a:cxnLst>
                <a:cxn ang="0">
                  <a:pos x="176" y="10"/>
                </a:cxn>
                <a:cxn ang="0">
                  <a:pos x="150" y="2"/>
                </a:cxn>
                <a:cxn ang="0">
                  <a:pos x="126" y="0"/>
                </a:cxn>
                <a:cxn ang="0">
                  <a:pos x="102" y="2"/>
                </a:cxn>
                <a:cxn ang="0">
                  <a:pos x="56" y="22"/>
                </a:cxn>
                <a:cxn ang="0">
                  <a:pos x="38" y="38"/>
                </a:cxn>
                <a:cxn ang="0">
                  <a:pos x="22" y="58"/>
                </a:cxn>
                <a:cxn ang="0">
                  <a:pos x="10" y="80"/>
                </a:cxn>
                <a:cxn ang="0">
                  <a:pos x="4" y="92"/>
                </a:cxn>
                <a:cxn ang="0">
                  <a:pos x="0" y="118"/>
                </a:cxn>
                <a:cxn ang="0">
                  <a:pos x="0" y="142"/>
                </a:cxn>
                <a:cxn ang="0">
                  <a:pos x="10" y="178"/>
                </a:cxn>
                <a:cxn ang="0">
                  <a:pos x="30" y="210"/>
                </a:cxn>
                <a:cxn ang="0">
                  <a:pos x="48" y="228"/>
                </a:cxn>
                <a:cxn ang="0">
                  <a:pos x="68" y="242"/>
                </a:cxn>
                <a:cxn ang="0">
                  <a:pos x="80" y="246"/>
                </a:cxn>
                <a:cxn ang="0">
                  <a:pos x="106" y="254"/>
                </a:cxn>
                <a:cxn ang="0">
                  <a:pos x="130" y="256"/>
                </a:cxn>
                <a:cxn ang="0">
                  <a:pos x="156" y="254"/>
                </a:cxn>
                <a:cxn ang="0">
                  <a:pos x="200" y="234"/>
                </a:cxn>
                <a:cxn ang="0">
                  <a:pos x="220" y="218"/>
                </a:cxn>
                <a:cxn ang="0">
                  <a:pos x="234" y="198"/>
                </a:cxn>
                <a:cxn ang="0">
                  <a:pos x="246" y="176"/>
                </a:cxn>
                <a:cxn ang="0">
                  <a:pos x="252" y="164"/>
                </a:cxn>
                <a:cxn ang="0">
                  <a:pos x="256" y="138"/>
                </a:cxn>
                <a:cxn ang="0">
                  <a:pos x="256" y="114"/>
                </a:cxn>
                <a:cxn ang="0">
                  <a:pos x="246" y="78"/>
                </a:cxn>
                <a:cxn ang="0">
                  <a:pos x="226" y="46"/>
                </a:cxn>
                <a:cxn ang="0">
                  <a:pos x="208" y="28"/>
                </a:cxn>
                <a:cxn ang="0">
                  <a:pos x="188" y="14"/>
                </a:cxn>
                <a:cxn ang="0">
                  <a:pos x="86" y="232"/>
                </a:cxn>
                <a:cxn ang="0">
                  <a:pos x="66" y="222"/>
                </a:cxn>
                <a:cxn ang="0">
                  <a:pos x="36" y="190"/>
                </a:cxn>
                <a:cxn ang="0">
                  <a:pos x="18" y="152"/>
                </a:cxn>
                <a:cxn ang="0">
                  <a:pos x="18" y="108"/>
                </a:cxn>
                <a:cxn ang="0">
                  <a:pos x="24" y="86"/>
                </a:cxn>
                <a:cxn ang="0">
                  <a:pos x="48" y="50"/>
                </a:cxn>
                <a:cxn ang="0">
                  <a:pos x="84" y="26"/>
                </a:cxn>
                <a:cxn ang="0">
                  <a:pos x="126" y="16"/>
                </a:cxn>
                <a:cxn ang="0">
                  <a:pos x="170" y="24"/>
                </a:cxn>
                <a:cxn ang="0">
                  <a:pos x="190" y="34"/>
                </a:cxn>
                <a:cxn ang="0">
                  <a:pos x="220" y="66"/>
                </a:cxn>
                <a:cxn ang="0">
                  <a:pos x="238" y="104"/>
                </a:cxn>
                <a:cxn ang="0">
                  <a:pos x="238" y="148"/>
                </a:cxn>
                <a:cxn ang="0">
                  <a:pos x="232" y="170"/>
                </a:cxn>
                <a:cxn ang="0">
                  <a:pos x="208" y="206"/>
                </a:cxn>
                <a:cxn ang="0">
                  <a:pos x="172" y="230"/>
                </a:cxn>
                <a:cxn ang="0">
                  <a:pos x="130" y="240"/>
                </a:cxn>
                <a:cxn ang="0">
                  <a:pos x="86" y="232"/>
                </a:cxn>
              </a:cxnLst>
              <a:rect l="0" t="0" r="r" b="b"/>
              <a:pathLst>
                <a:path w="256" h="256">
                  <a:moveTo>
                    <a:pt x="176" y="10"/>
                  </a:moveTo>
                  <a:lnTo>
                    <a:pt x="176" y="10"/>
                  </a:lnTo>
                  <a:lnTo>
                    <a:pt x="164" y="4"/>
                  </a:lnTo>
                  <a:lnTo>
                    <a:pt x="150" y="2"/>
                  </a:lnTo>
                  <a:lnTo>
                    <a:pt x="138" y="0"/>
                  </a:lnTo>
                  <a:lnTo>
                    <a:pt x="126" y="0"/>
                  </a:lnTo>
                  <a:lnTo>
                    <a:pt x="114" y="0"/>
                  </a:lnTo>
                  <a:lnTo>
                    <a:pt x="102" y="2"/>
                  </a:lnTo>
                  <a:lnTo>
                    <a:pt x="78" y="10"/>
                  </a:lnTo>
                  <a:lnTo>
                    <a:pt x="56" y="22"/>
                  </a:lnTo>
                  <a:lnTo>
                    <a:pt x="46" y="30"/>
                  </a:lnTo>
                  <a:lnTo>
                    <a:pt x="38" y="38"/>
                  </a:lnTo>
                  <a:lnTo>
                    <a:pt x="28" y="48"/>
                  </a:lnTo>
                  <a:lnTo>
                    <a:pt x="22" y="58"/>
                  </a:lnTo>
                  <a:lnTo>
                    <a:pt x="14" y="68"/>
                  </a:lnTo>
                  <a:lnTo>
                    <a:pt x="10" y="80"/>
                  </a:lnTo>
                  <a:lnTo>
                    <a:pt x="10" y="80"/>
                  </a:lnTo>
                  <a:lnTo>
                    <a:pt x="4" y="92"/>
                  </a:lnTo>
                  <a:lnTo>
                    <a:pt x="2" y="106"/>
                  </a:lnTo>
                  <a:lnTo>
                    <a:pt x="0" y="118"/>
                  </a:lnTo>
                  <a:lnTo>
                    <a:pt x="0" y="130"/>
                  </a:lnTo>
                  <a:lnTo>
                    <a:pt x="0" y="142"/>
                  </a:lnTo>
                  <a:lnTo>
                    <a:pt x="2" y="156"/>
                  </a:lnTo>
                  <a:lnTo>
                    <a:pt x="10" y="178"/>
                  </a:lnTo>
                  <a:lnTo>
                    <a:pt x="22" y="200"/>
                  </a:lnTo>
                  <a:lnTo>
                    <a:pt x="30" y="210"/>
                  </a:lnTo>
                  <a:lnTo>
                    <a:pt x="38" y="220"/>
                  </a:lnTo>
                  <a:lnTo>
                    <a:pt x="48" y="228"/>
                  </a:lnTo>
                  <a:lnTo>
                    <a:pt x="58" y="234"/>
                  </a:lnTo>
                  <a:lnTo>
                    <a:pt x="68" y="242"/>
                  </a:lnTo>
                  <a:lnTo>
                    <a:pt x="80" y="246"/>
                  </a:lnTo>
                  <a:lnTo>
                    <a:pt x="80" y="246"/>
                  </a:lnTo>
                  <a:lnTo>
                    <a:pt x="92" y="252"/>
                  </a:lnTo>
                  <a:lnTo>
                    <a:pt x="106" y="254"/>
                  </a:lnTo>
                  <a:lnTo>
                    <a:pt x="118" y="256"/>
                  </a:lnTo>
                  <a:lnTo>
                    <a:pt x="130" y="256"/>
                  </a:lnTo>
                  <a:lnTo>
                    <a:pt x="142" y="256"/>
                  </a:lnTo>
                  <a:lnTo>
                    <a:pt x="156" y="254"/>
                  </a:lnTo>
                  <a:lnTo>
                    <a:pt x="178" y="246"/>
                  </a:lnTo>
                  <a:lnTo>
                    <a:pt x="200" y="234"/>
                  </a:lnTo>
                  <a:lnTo>
                    <a:pt x="210" y="226"/>
                  </a:lnTo>
                  <a:lnTo>
                    <a:pt x="220" y="218"/>
                  </a:lnTo>
                  <a:lnTo>
                    <a:pt x="228" y="208"/>
                  </a:lnTo>
                  <a:lnTo>
                    <a:pt x="234" y="198"/>
                  </a:lnTo>
                  <a:lnTo>
                    <a:pt x="242" y="188"/>
                  </a:lnTo>
                  <a:lnTo>
                    <a:pt x="246" y="176"/>
                  </a:lnTo>
                  <a:lnTo>
                    <a:pt x="246" y="176"/>
                  </a:lnTo>
                  <a:lnTo>
                    <a:pt x="252" y="164"/>
                  </a:lnTo>
                  <a:lnTo>
                    <a:pt x="254" y="150"/>
                  </a:lnTo>
                  <a:lnTo>
                    <a:pt x="256" y="138"/>
                  </a:lnTo>
                  <a:lnTo>
                    <a:pt x="256" y="126"/>
                  </a:lnTo>
                  <a:lnTo>
                    <a:pt x="256" y="114"/>
                  </a:lnTo>
                  <a:lnTo>
                    <a:pt x="254" y="102"/>
                  </a:lnTo>
                  <a:lnTo>
                    <a:pt x="246" y="78"/>
                  </a:lnTo>
                  <a:lnTo>
                    <a:pt x="234" y="56"/>
                  </a:lnTo>
                  <a:lnTo>
                    <a:pt x="226" y="46"/>
                  </a:lnTo>
                  <a:lnTo>
                    <a:pt x="218" y="38"/>
                  </a:lnTo>
                  <a:lnTo>
                    <a:pt x="208" y="28"/>
                  </a:lnTo>
                  <a:lnTo>
                    <a:pt x="198" y="22"/>
                  </a:lnTo>
                  <a:lnTo>
                    <a:pt x="188" y="14"/>
                  </a:lnTo>
                  <a:lnTo>
                    <a:pt x="176" y="10"/>
                  </a:lnTo>
                  <a:close/>
                  <a:moveTo>
                    <a:pt x="86" y="232"/>
                  </a:moveTo>
                  <a:lnTo>
                    <a:pt x="86" y="232"/>
                  </a:lnTo>
                  <a:lnTo>
                    <a:pt x="66" y="222"/>
                  </a:lnTo>
                  <a:lnTo>
                    <a:pt x="50" y="208"/>
                  </a:lnTo>
                  <a:lnTo>
                    <a:pt x="36" y="190"/>
                  </a:lnTo>
                  <a:lnTo>
                    <a:pt x="26" y="172"/>
                  </a:lnTo>
                  <a:lnTo>
                    <a:pt x="18" y="152"/>
                  </a:lnTo>
                  <a:lnTo>
                    <a:pt x="16" y="130"/>
                  </a:lnTo>
                  <a:lnTo>
                    <a:pt x="18" y="108"/>
                  </a:lnTo>
                  <a:lnTo>
                    <a:pt x="24" y="86"/>
                  </a:lnTo>
                  <a:lnTo>
                    <a:pt x="24" y="86"/>
                  </a:lnTo>
                  <a:lnTo>
                    <a:pt x="34" y="66"/>
                  </a:lnTo>
                  <a:lnTo>
                    <a:pt x="48" y="50"/>
                  </a:lnTo>
                  <a:lnTo>
                    <a:pt x="66" y="36"/>
                  </a:lnTo>
                  <a:lnTo>
                    <a:pt x="84" y="26"/>
                  </a:lnTo>
                  <a:lnTo>
                    <a:pt x="104" y="18"/>
                  </a:lnTo>
                  <a:lnTo>
                    <a:pt x="126" y="16"/>
                  </a:lnTo>
                  <a:lnTo>
                    <a:pt x="148" y="18"/>
                  </a:lnTo>
                  <a:lnTo>
                    <a:pt x="170" y="24"/>
                  </a:lnTo>
                  <a:lnTo>
                    <a:pt x="170" y="24"/>
                  </a:lnTo>
                  <a:lnTo>
                    <a:pt x="190" y="34"/>
                  </a:lnTo>
                  <a:lnTo>
                    <a:pt x="206" y="48"/>
                  </a:lnTo>
                  <a:lnTo>
                    <a:pt x="220" y="66"/>
                  </a:lnTo>
                  <a:lnTo>
                    <a:pt x="230" y="84"/>
                  </a:lnTo>
                  <a:lnTo>
                    <a:pt x="238" y="104"/>
                  </a:lnTo>
                  <a:lnTo>
                    <a:pt x="240" y="126"/>
                  </a:lnTo>
                  <a:lnTo>
                    <a:pt x="238" y="148"/>
                  </a:lnTo>
                  <a:lnTo>
                    <a:pt x="232" y="170"/>
                  </a:lnTo>
                  <a:lnTo>
                    <a:pt x="232" y="170"/>
                  </a:lnTo>
                  <a:lnTo>
                    <a:pt x="222" y="190"/>
                  </a:lnTo>
                  <a:lnTo>
                    <a:pt x="208" y="206"/>
                  </a:lnTo>
                  <a:lnTo>
                    <a:pt x="190" y="220"/>
                  </a:lnTo>
                  <a:lnTo>
                    <a:pt x="172" y="230"/>
                  </a:lnTo>
                  <a:lnTo>
                    <a:pt x="152" y="238"/>
                  </a:lnTo>
                  <a:lnTo>
                    <a:pt x="130" y="240"/>
                  </a:lnTo>
                  <a:lnTo>
                    <a:pt x="108" y="238"/>
                  </a:lnTo>
                  <a:lnTo>
                    <a:pt x="86" y="23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98" name="Freeform 33"/>
            <p:cNvSpPr>
              <a:spLocks noEditPoints="1"/>
            </p:cNvSpPr>
            <p:nvPr/>
          </p:nvSpPr>
          <p:spPr bwMode="auto">
            <a:xfrm>
              <a:off x="4953000" y="3765550"/>
              <a:ext cx="50800" cy="50800"/>
            </a:xfrm>
            <a:custGeom>
              <a:avLst/>
              <a:gdLst/>
              <a:ahLst/>
              <a:cxnLst>
                <a:cxn ang="0">
                  <a:pos x="22" y="2"/>
                </a:cxn>
                <a:cxn ang="0">
                  <a:pos x="22" y="2"/>
                </a:cxn>
                <a:cxn ang="0">
                  <a:pos x="16" y="0"/>
                </a:cxn>
                <a:cxn ang="0">
                  <a:pos x="10" y="2"/>
                </a:cxn>
                <a:cxn ang="0">
                  <a:pos x="4" y="4"/>
                </a:cxn>
                <a:cxn ang="0">
                  <a:pos x="2" y="10"/>
                </a:cxn>
                <a:cxn ang="0">
                  <a:pos x="2" y="10"/>
                </a:cxn>
                <a:cxn ang="0">
                  <a:pos x="0" y="16"/>
                </a:cxn>
                <a:cxn ang="0">
                  <a:pos x="2" y="22"/>
                </a:cxn>
                <a:cxn ang="0">
                  <a:pos x="4" y="28"/>
                </a:cxn>
                <a:cxn ang="0">
                  <a:pos x="10" y="30"/>
                </a:cxn>
                <a:cxn ang="0">
                  <a:pos x="10" y="30"/>
                </a:cxn>
                <a:cxn ang="0">
                  <a:pos x="16" y="32"/>
                </a:cxn>
                <a:cxn ang="0">
                  <a:pos x="22" y="30"/>
                </a:cxn>
                <a:cxn ang="0">
                  <a:pos x="28" y="28"/>
                </a:cxn>
                <a:cxn ang="0">
                  <a:pos x="30" y="22"/>
                </a:cxn>
                <a:cxn ang="0">
                  <a:pos x="30" y="22"/>
                </a:cxn>
                <a:cxn ang="0">
                  <a:pos x="32" y="16"/>
                </a:cxn>
                <a:cxn ang="0">
                  <a:pos x="30" y="10"/>
                </a:cxn>
                <a:cxn ang="0">
                  <a:pos x="28" y="4"/>
                </a:cxn>
                <a:cxn ang="0">
                  <a:pos x="22" y="2"/>
                </a:cxn>
                <a:cxn ang="0">
                  <a:pos x="14" y="24"/>
                </a:cxn>
                <a:cxn ang="0">
                  <a:pos x="14" y="24"/>
                </a:cxn>
                <a:cxn ang="0">
                  <a:pos x="10" y="22"/>
                </a:cxn>
                <a:cxn ang="0">
                  <a:pos x="8" y="20"/>
                </a:cxn>
                <a:cxn ang="0">
                  <a:pos x="8" y="16"/>
                </a:cxn>
                <a:cxn ang="0">
                  <a:pos x="8" y="14"/>
                </a:cxn>
                <a:cxn ang="0">
                  <a:pos x="8" y="14"/>
                </a:cxn>
                <a:cxn ang="0">
                  <a:pos x="10" y="10"/>
                </a:cxn>
                <a:cxn ang="0">
                  <a:pos x="12" y="8"/>
                </a:cxn>
                <a:cxn ang="0">
                  <a:pos x="16" y="8"/>
                </a:cxn>
                <a:cxn ang="0">
                  <a:pos x="20" y="8"/>
                </a:cxn>
                <a:cxn ang="0">
                  <a:pos x="20" y="8"/>
                </a:cxn>
                <a:cxn ang="0">
                  <a:pos x="22" y="10"/>
                </a:cxn>
                <a:cxn ang="0">
                  <a:pos x="24" y="12"/>
                </a:cxn>
                <a:cxn ang="0">
                  <a:pos x="24" y="16"/>
                </a:cxn>
                <a:cxn ang="0">
                  <a:pos x="24" y="20"/>
                </a:cxn>
                <a:cxn ang="0">
                  <a:pos x="24" y="20"/>
                </a:cxn>
                <a:cxn ang="0">
                  <a:pos x="22" y="22"/>
                </a:cxn>
                <a:cxn ang="0">
                  <a:pos x="20" y="24"/>
                </a:cxn>
                <a:cxn ang="0">
                  <a:pos x="16" y="24"/>
                </a:cxn>
                <a:cxn ang="0">
                  <a:pos x="14" y="24"/>
                </a:cxn>
              </a:cxnLst>
              <a:rect l="0" t="0" r="r" b="b"/>
              <a:pathLst>
                <a:path w="32" h="32">
                  <a:moveTo>
                    <a:pt x="22" y="2"/>
                  </a:moveTo>
                  <a:lnTo>
                    <a:pt x="22" y="2"/>
                  </a:lnTo>
                  <a:lnTo>
                    <a:pt x="16" y="0"/>
                  </a:lnTo>
                  <a:lnTo>
                    <a:pt x="10" y="2"/>
                  </a:lnTo>
                  <a:lnTo>
                    <a:pt x="4" y="4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0" y="16"/>
                  </a:lnTo>
                  <a:lnTo>
                    <a:pt x="2" y="22"/>
                  </a:lnTo>
                  <a:lnTo>
                    <a:pt x="4" y="28"/>
                  </a:lnTo>
                  <a:lnTo>
                    <a:pt x="10" y="30"/>
                  </a:lnTo>
                  <a:lnTo>
                    <a:pt x="10" y="30"/>
                  </a:lnTo>
                  <a:lnTo>
                    <a:pt x="16" y="32"/>
                  </a:lnTo>
                  <a:lnTo>
                    <a:pt x="22" y="30"/>
                  </a:lnTo>
                  <a:lnTo>
                    <a:pt x="28" y="28"/>
                  </a:lnTo>
                  <a:lnTo>
                    <a:pt x="30" y="22"/>
                  </a:lnTo>
                  <a:lnTo>
                    <a:pt x="30" y="22"/>
                  </a:lnTo>
                  <a:lnTo>
                    <a:pt x="32" y="16"/>
                  </a:lnTo>
                  <a:lnTo>
                    <a:pt x="30" y="10"/>
                  </a:lnTo>
                  <a:lnTo>
                    <a:pt x="28" y="4"/>
                  </a:lnTo>
                  <a:lnTo>
                    <a:pt x="22" y="2"/>
                  </a:lnTo>
                  <a:close/>
                  <a:moveTo>
                    <a:pt x="14" y="24"/>
                  </a:moveTo>
                  <a:lnTo>
                    <a:pt x="14" y="24"/>
                  </a:lnTo>
                  <a:lnTo>
                    <a:pt x="10" y="22"/>
                  </a:lnTo>
                  <a:lnTo>
                    <a:pt x="8" y="20"/>
                  </a:lnTo>
                  <a:lnTo>
                    <a:pt x="8" y="16"/>
                  </a:lnTo>
                  <a:lnTo>
                    <a:pt x="8" y="14"/>
                  </a:lnTo>
                  <a:lnTo>
                    <a:pt x="8" y="14"/>
                  </a:lnTo>
                  <a:lnTo>
                    <a:pt x="10" y="10"/>
                  </a:lnTo>
                  <a:lnTo>
                    <a:pt x="12" y="8"/>
                  </a:lnTo>
                  <a:lnTo>
                    <a:pt x="16" y="8"/>
                  </a:lnTo>
                  <a:lnTo>
                    <a:pt x="20" y="8"/>
                  </a:lnTo>
                  <a:lnTo>
                    <a:pt x="20" y="8"/>
                  </a:lnTo>
                  <a:lnTo>
                    <a:pt x="22" y="10"/>
                  </a:lnTo>
                  <a:lnTo>
                    <a:pt x="24" y="12"/>
                  </a:lnTo>
                  <a:lnTo>
                    <a:pt x="24" y="16"/>
                  </a:lnTo>
                  <a:lnTo>
                    <a:pt x="24" y="20"/>
                  </a:lnTo>
                  <a:lnTo>
                    <a:pt x="24" y="20"/>
                  </a:lnTo>
                  <a:lnTo>
                    <a:pt x="22" y="22"/>
                  </a:lnTo>
                  <a:lnTo>
                    <a:pt x="20" y="24"/>
                  </a:lnTo>
                  <a:lnTo>
                    <a:pt x="16" y="24"/>
                  </a:lnTo>
                  <a:lnTo>
                    <a:pt x="14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99" name="Freeform 34"/>
            <p:cNvSpPr>
              <a:spLocks/>
            </p:cNvSpPr>
            <p:nvPr/>
          </p:nvSpPr>
          <p:spPr bwMode="auto">
            <a:xfrm>
              <a:off x="4953000" y="3765550"/>
              <a:ext cx="50800" cy="50800"/>
            </a:xfrm>
            <a:custGeom>
              <a:avLst/>
              <a:gdLst/>
              <a:ahLst/>
              <a:cxnLst>
                <a:cxn ang="0">
                  <a:pos x="22" y="2"/>
                </a:cxn>
                <a:cxn ang="0">
                  <a:pos x="22" y="2"/>
                </a:cxn>
                <a:cxn ang="0">
                  <a:pos x="16" y="0"/>
                </a:cxn>
                <a:cxn ang="0">
                  <a:pos x="10" y="2"/>
                </a:cxn>
                <a:cxn ang="0">
                  <a:pos x="4" y="4"/>
                </a:cxn>
                <a:cxn ang="0">
                  <a:pos x="2" y="10"/>
                </a:cxn>
                <a:cxn ang="0">
                  <a:pos x="2" y="10"/>
                </a:cxn>
                <a:cxn ang="0">
                  <a:pos x="0" y="16"/>
                </a:cxn>
                <a:cxn ang="0">
                  <a:pos x="2" y="22"/>
                </a:cxn>
                <a:cxn ang="0">
                  <a:pos x="4" y="28"/>
                </a:cxn>
                <a:cxn ang="0">
                  <a:pos x="10" y="30"/>
                </a:cxn>
                <a:cxn ang="0">
                  <a:pos x="10" y="30"/>
                </a:cxn>
                <a:cxn ang="0">
                  <a:pos x="16" y="32"/>
                </a:cxn>
                <a:cxn ang="0">
                  <a:pos x="22" y="30"/>
                </a:cxn>
                <a:cxn ang="0">
                  <a:pos x="28" y="28"/>
                </a:cxn>
                <a:cxn ang="0">
                  <a:pos x="30" y="22"/>
                </a:cxn>
                <a:cxn ang="0">
                  <a:pos x="30" y="22"/>
                </a:cxn>
                <a:cxn ang="0">
                  <a:pos x="32" y="16"/>
                </a:cxn>
                <a:cxn ang="0">
                  <a:pos x="30" y="10"/>
                </a:cxn>
                <a:cxn ang="0">
                  <a:pos x="28" y="4"/>
                </a:cxn>
                <a:cxn ang="0">
                  <a:pos x="22" y="2"/>
                </a:cxn>
              </a:cxnLst>
              <a:rect l="0" t="0" r="r" b="b"/>
              <a:pathLst>
                <a:path w="32" h="32">
                  <a:moveTo>
                    <a:pt x="22" y="2"/>
                  </a:moveTo>
                  <a:lnTo>
                    <a:pt x="22" y="2"/>
                  </a:lnTo>
                  <a:lnTo>
                    <a:pt x="16" y="0"/>
                  </a:lnTo>
                  <a:lnTo>
                    <a:pt x="10" y="2"/>
                  </a:lnTo>
                  <a:lnTo>
                    <a:pt x="4" y="4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0" y="16"/>
                  </a:lnTo>
                  <a:lnTo>
                    <a:pt x="2" y="22"/>
                  </a:lnTo>
                  <a:lnTo>
                    <a:pt x="4" y="28"/>
                  </a:lnTo>
                  <a:lnTo>
                    <a:pt x="10" y="30"/>
                  </a:lnTo>
                  <a:lnTo>
                    <a:pt x="10" y="30"/>
                  </a:lnTo>
                  <a:lnTo>
                    <a:pt x="16" y="32"/>
                  </a:lnTo>
                  <a:lnTo>
                    <a:pt x="22" y="30"/>
                  </a:lnTo>
                  <a:lnTo>
                    <a:pt x="28" y="28"/>
                  </a:lnTo>
                  <a:lnTo>
                    <a:pt x="30" y="22"/>
                  </a:lnTo>
                  <a:lnTo>
                    <a:pt x="30" y="22"/>
                  </a:lnTo>
                  <a:lnTo>
                    <a:pt x="32" y="16"/>
                  </a:lnTo>
                  <a:lnTo>
                    <a:pt x="30" y="10"/>
                  </a:lnTo>
                  <a:lnTo>
                    <a:pt x="28" y="4"/>
                  </a:lnTo>
                  <a:lnTo>
                    <a:pt x="22" y="2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200" name="Freeform 36"/>
            <p:cNvSpPr>
              <a:spLocks noEditPoints="1"/>
            </p:cNvSpPr>
            <p:nvPr/>
          </p:nvSpPr>
          <p:spPr bwMode="auto">
            <a:xfrm>
              <a:off x="4902200" y="3714750"/>
              <a:ext cx="152400" cy="152400"/>
            </a:xfrm>
            <a:custGeom>
              <a:avLst/>
              <a:gdLst/>
              <a:ahLst/>
              <a:cxnLst>
                <a:cxn ang="0">
                  <a:pos x="66" y="4"/>
                </a:cxn>
                <a:cxn ang="0">
                  <a:pos x="48" y="0"/>
                </a:cxn>
                <a:cxn ang="0">
                  <a:pos x="30" y="4"/>
                </a:cxn>
                <a:cxn ang="0">
                  <a:pos x="14" y="14"/>
                </a:cxn>
                <a:cxn ang="0">
                  <a:pos x="4" y="30"/>
                </a:cxn>
                <a:cxn ang="0">
                  <a:pos x="0" y="40"/>
                </a:cxn>
                <a:cxn ang="0">
                  <a:pos x="2" y="58"/>
                </a:cxn>
                <a:cxn ang="0">
                  <a:pos x="8" y="76"/>
                </a:cxn>
                <a:cxn ang="0">
                  <a:pos x="22" y="88"/>
                </a:cxn>
                <a:cxn ang="0">
                  <a:pos x="30" y="92"/>
                </a:cxn>
                <a:cxn ang="0">
                  <a:pos x="48" y="96"/>
                </a:cxn>
                <a:cxn ang="0">
                  <a:pos x="66" y="92"/>
                </a:cxn>
                <a:cxn ang="0">
                  <a:pos x="82" y="82"/>
                </a:cxn>
                <a:cxn ang="0">
                  <a:pos x="92" y="66"/>
                </a:cxn>
                <a:cxn ang="0">
                  <a:pos x="96" y="56"/>
                </a:cxn>
                <a:cxn ang="0">
                  <a:pos x="94" y="38"/>
                </a:cxn>
                <a:cxn ang="0">
                  <a:pos x="88" y="22"/>
                </a:cxn>
                <a:cxn ang="0">
                  <a:pos x="74" y="8"/>
                </a:cxn>
                <a:cxn ang="0">
                  <a:pos x="36" y="78"/>
                </a:cxn>
                <a:cxn ang="0">
                  <a:pos x="30" y="74"/>
                </a:cxn>
                <a:cxn ang="0">
                  <a:pos x="18" y="60"/>
                </a:cxn>
                <a:cxn ang="0">
                  <a:pos x="16" y="42"/>
                </a:cxn>
                <a:cxn ang="0">
                  <a:pos x="18" y="36"/>
                </a:cxn>
                <a:cxn ang="0">
                  <a:pos x="26" y="26"/>
                </a:cxn>
                <a:cxn ang="0">
                  <a:pos x="48" y="16"/>
                </a:cxn>
                <a:cxn ang="0">
                  <a:pos x="60" y="18"/>
                </a:cxn>
                <a:cxn ang="0">
                  <a:pos x="66" y="22"/>
                </a:cxn>
                <a:cxn ang="0">
                  <a:pos x="78" y="36"/>
                </a:cxn>
                <a:cxn ang="0">
                  <a:pos x="80" y="54"/>
                </a:cxn>
                <a:cxn ang="0">
                  <a:pos x="78" y="60"/>
                </a:cxn>
                <a:cxn ang="0">
                  <a:pos x="70" y="70"/>
                </a:cxn>
                <a:cxn ang="0">
                  <a:pos x="48" y="80"/>
                </a:cxn>
                <a:cxn ang="0">
                  <a:pos x="36" y="78"/>
                </a:cxn>
              </a:cxnLst>
              <a:rect l="0" t="0" r="r" b="b"/>
              <a:pathLst>
                <a:path w="96" h="96">
                  <a:moveTo>
                    <a:pt x="66" y="4"/>
                  </a:moveTo>
                  <a:lnTo>
                    <a:pt x="66" y="4"/>
                  </a:lnTo>
                  <a:lnTo>
                    <a:pt x="56" y="0"/>
                  </a:lnTo>
                  <a:lnTo>
                    <a:pt x="48" y="0"/>
                  </a:lnTo>
                  <a:lnTo>
                    <a:pt x="38" y="2"/>
                  </a:lnTo>
                  <a:lnTo>
                    <a:pt x="30" y="4"/>
                  </a:lnTo>
                  <a:lnTo>
                    <a:pt x="22" y="8"/>
                  </a:lnTo>
                  <a:lnTo>
                    <a:pt x="14" y="14"/>
                  </a:lnTo>
                  <a:lnTo>
                    <a:pt x="8" y="22"/>
                  </a:lnTo>
                  <a:lnTo>
                    <a:pt x="4" y="30"/>
                  </a:lnTo>
                  <a:lnTo>
                    <a:pt x="4" y="30"/>
                  </a:lnTo>
                  <a:lnTo>
                    <a:pt x="0" y="40"/>
                  </a:lnTo>
                  <a:lnTo>
                    <a:pt x="0" y="48"/>
                  </a:lnTo>
                  <a:lnTo>
                    <a:pt x="2" y="58"/>
                  </a:lnTo>
                  <a:lnTo>
                    <a:pt x="4" y="66"/>
                  </a:lnTo>
                  <a:lnTo>
                    <a:pt x="8" y="76"/>
                  </a:lnTo>
                  <a:lnTo>
                    <a:pt x="14" y="82"/>
                  </a:lnTo>
                  <a:lnTo>
                    <a:pt x="22" y="88"/>
                  </a:lnTo>
                  <a:lnTo>
                    <a:pt x="30" y="92"/>
                  </a:lnTo>
                  <a:lnTo>
                    <a:pt x="30" y="92"/>
                  </a:lnTo>
                  <a:lnTo>
                    <a:pt x="40" y="96"/>
                  </a:lnTo>
                  <a:lnTo>
                    <a:pt x="48" y="96"/>
                  </a:lnTo>
                  <a:lnTo>
                    <a:pt x="58" y="94"/>
                  </a:lnTo>
                  <a:lnTo>
                    <a:pt x="66" y="92"/>
                  </a:lnTo>
                  <a:lnTo>
                    <a:pt x="76" y="88"/>
                  </a:lnTo>
                  <a:lnTo>
                    <a:pt x="82" y="82"/>
                  </a:lnTo>
                  <a:lnTo>
                    <a:pt x="88" y="74"/>
                  </a:lnTo>
                  <a:lnTo>
                    <a:pt x="92" y="66"/>
                  </a:lnTo>
                  <a:lnTo>
                    <a:pt x="92" y="66"/>
                  </a:lnTo>
                  <a:lnTo>
                    <a:pt x="96" y="56"/>
                  </a:lnTo>
                  <a:lnTo>
                    <a:pt x="96" y="48"/>
                  </a:lnTo>
                  <a:lnTo>
                    <a:pt x="94" y="38"/>
                  </a:lnTo>
                  <a:lnTo>
                    <a:pt x="92" y="30"/>
                  </a:lnTo>
                  <a:lnTo>
                    <a:pt x="88" y="22"/>
                  </a:lnTo>
                  <a:lnTo>
                    <a:pt x="82" y="14"/>
                  </a:lnTo>
                  <a:lnTo>
                    <a:pt x="74" y="8"/>
                  </a:lnTo>
                  <a:lnTo>
                    <a:pt x="66" y="4"/>
                  </a:lnTo>
                  <a:close/>
                  <a:moveTo>
                    <a:pt x="36" y="78"/>
                  </a:moveTo>
                  <a:lnTo>
                    <a:pt x="36" y="78"/>
                  </a:lnTo>
                  <a:lnTo>
                    <a:pt x="30" y="74"/>
                  </a:lnTo>
                  <a:lnTo>
                    <a:pt x="26" y="70"/>
                  </a:lnTo>
                  <a:lnTo>
                    <a:pt x="18" y="60"/>
                  </a:lnTo>
                  <a:lnTo>
                    <a:pt x="16" y="48"/>
                  </a:lnTo>
                  <a:lnTo>
                    <a:pt x="16" y="42"/>
                  </a:lnTo>
                  <a:lnTo>
                    <a:pt x="18" y="36"/>
                  </a:lnTo>
                  <a:lnTo>
                    <a:pt x="18" y="36"/>
                  </a:lnTo>
                  <a:lnTo>
                    <a:pt x="22" y="30"/>
                  </a:lnTo>
                  <a:lnTo>
                    <a:pt x="26" y="26"/>
                  </a:lnTo>
                  <a:lnTo>
                    <a:pt x="36" y="18"/>
                  </a:lnTo>
                  <a:lnTo>
                    <a:pt x="48" y="16"/>
                  </a:lnTo>
                  <a:lnTo>
                    <a:pt x="54" y="16"/>
                  </a:lnTo>
                  <a:lnTo>
                    <a:pt x="60" y="18"/>
                  </a:lnTo>
                  <a:lnTo>
                    <a:pt x="60" y="18"/>
                  </a:lnTo>
                  <a:lnTo>
                    <a:pt x="66" y="22"/>
                  </a:lnTo>
                  <a:lnTo>
                    <a:pt x="70" y="26"/>
                  </a:lnTo>
                  <a:lnTo>
                    <a:pt x="78" y="36"/>
                  </a:lnTo>
                  <a:lnTo>
                    <a:pt x="80" y="48"/>
                  </a:lnTo>
                  <a:lnTo>
                    <a:pt x="80" y="54"/>
                  </a:lnTo>
                  <a:lnTo>
                    <a:pt x="78" y="60"/>
                  </a:lnTo>
                  <a:lnTo>
                    <a:pt x="78" y="60"/>
                  </a:lnTo>
                  <a:lnTo>
                    <a:pt x="74" y="66"/>
                  </a:lnTo>
                  <a:lnTo>
                    <a:pt x="70" y="70"/>
                  </a:lnTo>
                  <a:lnTo>
                    <a:pt x="60" y="78"/>
                  </a:lnTo>
                  <a:lnTo>
                    <a:pt x="48" y="80"/>
                  </a:lnTo>
                  <a:lnTo>
                    <a:pt x="42" y="80"/>
                  </a:lnTo>
                  <a:lnTo>
                    <a:pt x="36" y="7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201" name="Freeform 39"/>
            <p:cNvSpPr>
              <a:spLocks/>
            </p:cNvSpPr>
            <p:nvPr/>
          </p:nvSpPr>
          <p:spPr bwMode="auto">
            <a:xfrm>
              <a:off x="5010150" y="3819525"/>
              <a:ext cx="63500" cy="63500"/>
            </a:xfrm>
            <a:custGeom>
              <a:avLst/>
              <a:gdLst/>
              <a:ahLst/>
              <a:cxnLst>
                <a:cxn ang="0">
                  <a:pos x="40" y="6"/>
                </a:cxn>
                <a:cxn ang="0">
                  <a:pos x="40" y="6"/>
                </a:cxn>
                <a:cxn ang="0">
                  <a:pos x="40" y="2"/>
                </a:cxn>
                <a:cxn ang="0">
                  <a:pos x="38" y="0"/>
                </a:cxn>
                <a:cxn ang="0">
                  <a:pos x="38" y="0"/>
                </a:cxn>
                <a:cxn ang="0">
                  <a:pos x="34" y="0"/>
                </a:cxn>
                <a:cxn ang="0">
                  <a:pos x="32" y="2"/>
                </a:cxn>
                <a:cxn ang="0">
                  <a:pos x="32" y="2"/>
                </a:cxn>
                <a:cxn ang="0">
                  <a:pos x="32" y="2"/>
                </a:cxn>
                <a:cxn ang="0">
                  <a:pos x="26" y="12"/>
                </a:cxn>
                <a:cxn ang="0">
                  <a:pos x="20" y="22"/>
                </a:cxn>
                <a:cxn ang="0">
                  <a:pos x="12" y="28"/>
                </a:cxn>
                <a:cxn ang="0">
                  <a:pos x="2" y="34"/>
                </a:cxn>
                <a:cxn ang="0">
                  <a:pos x="2" y="34"/>
                </a:cxn>
                <a:cxn ang="0">
                  <a:pos x="0" y="36"/>
                </a:cxn>
                <a:cxn ang="0">
                  <a:pos x="0" y="38"/>
                </a:cxn>
                <a:cxn ang="0">
                  <a:pos x="0" y="38"/>
                </a:cxn>
                <a:cxn ang="0">
                  <a:pos x="2" y="40"/>
                </a:cxn>
                <a:cxn ang="0">
                  <a:pos x="6" y="40"/>
                </a:cxn>
                <a:cxn ang="0">
                  <a:pos x="6" y="40"/>
                </a:cxn>
                <a:cxn ang="0">
                  <a:pos x="6" y="40"/>
                </a:cxn>
                <a:cxn ang="0">
                  <a:pos x="6" y="40"/>
                </a:cxn>
                <a:cxn ang="0">
                  <a:pos x="16" y="34"/>
                </a:cxn>
                <a:cxn ang="0">
                  <a:pos x="26" y="26"/>
                </a:cxn>
                <a:cxn ang="0">
                  <a:pos x="34" y="18"/>
                </a:cxn>
                <a:cxn ang="0">
                  <a:pos x="40" y="6"/>
                </a:cxn>
                <a:cxn ang="0">
                  <a:pos x="40" y="6"/>
                </a:cxn>
              </a:cxnLst>
              <a:rect l="0" t="0" r="r" b="b"/>
              <a:pathLst>
                <a:path w="40" h="40">
                  <a:moveTo>
                    <a:pt x="40" y="6"/>
                  </a:moveTo>
                  <a:lnTo>
                    <a:pt x="40" y="6"/>
                  </a:lnTo>
                  <a:lnTo>
                    <a:pt x="40" y="2"/>
                  </a:lnTo>
                  <a:lnTo>
                    <a:pt x="38" y="0"/>
                  </a:lnTo>
                  <a:lnTo>
                    <a:pt x="38" y="0"/>
                  </a:lnTo>
                  <a:lnTo>
                    <a:pt x="34" y="0"/>
                  </a:lnTo>
                  <a:lnTo>
                    <a:pt x="32" y="2"/>
                  </a:lnTo>
                  <a:lnTo>
                    <a:pt x="32" y="2"/>
                  </a:lnTo>
                  <a:lnTo>
                    <a:pt x="32" y="2"/>
                  </a:lnTo>
                  <a:lnTo>
                    <a:pt x="26" y="12"/>
                  </a:lnTo>
                  <a:lnTo>
                    <a:pt x="20" y="22"/>
                  </a:lnTo>
                  <a:lnTo>
                    <a:pt x="12" y="28"/>
                  </a:lnTo>
                  <a:lnTo>
                    <a:pt x="2" y="34"/>
                  </a:lnTo>
                  <a:lnTo>
                    <a:pt x="2" y="34"/>
                  </a:lnTo>
                  <a:lnTo>
                    <a:pt x="0" y="36"/>
                  </a:lnTo>
                  <a:lnTo>
                    <a:pt x="0" y="38"/>
                  </a:lnTo>
                  <a:lnTo>
                    <a:pt x="0" y="38"/>
                  </a:lnTo>
                  <a:lnTo>
                    <a:pt x="2" y="40"/>
                  </a:lnTo>
                  <a:lnTo>
                    <a:pt x="6" y="40"/>
                  </a:lnTo>
                  <a:lnTo>
                    <a:pt x="6" y="40"/>
                  </a:lnTo>
                  <a:lnTo>
                    <a:pt x="6" y="40"/>
                  </a:lnTo>
                  <a:lnTo>
                    <a:pt x="6" y="40"/>
                  </a:lnTo>
                  <a:lnTo>
                    <a:pt x="16" y="34"/>
                  </a:lnTo>
                  <a:lnTo>
                    <a:pt x="26" y="26"/>
                  </a:lnTo>
                  <a:lnTo>
                    <a:pt x="34" y="18"/>
                  </a:lnTo>
                  <a:lnTo>
                    <a:pt x="40" y="6"/>
                  </a:lnTo>
                  <a:lnTo>
                    <a:pt x="40" y="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202" name="Freeform 40"/>
            <p:cNvSpPr>
              <a:spLocks/>
            </p:cNvSpPr>
            <p:nvPr/>
          </p:nvSpPr>
          <p:spPr bwMode="auto">
            <a:xfrm>
              <a:off x="5029200" y="3838575"/>
              <a:ext cx="92075" cy="92075"/>
            </a:xfrm>
            <a:custGeom>
              <a:avLst/>
              <a:gdLst/>
              <a:ahLst/>
              <a:cxnLst>
                <a:cxn ang="0">
                  <a:pos x="54" y="0"/>
                </a:cxn>
                <a:cxn ang="0">
                  <a:pos x="54" y="0"/>
                </a:cxn>
                <a:cxn ang="0">
                  <a:pos x="52" y="0"/>
                </a:cxn>
                <a:cxn ang="0">
                  <a:pos x="50" y="2"/>
                </a:cxn>
                <a:cxn ang="0">
                  <a:pos x="50" y="2"/>
                </a:cxn>
                <a:cxn ang="0">
                  <a:pos x="42" y="18"/>
                </a:cxn>
                <a:cxn ang="0">
                  <a:pos x="30" y="32"/>
                </a:cxn>
                <a:cxn ang="0">
                  <a:pos x="18" y="42"/>
                </a:cxn>
                <a:cxn ang="0">
                  <a:pos x="2" y="50"/>
                </a:cxn>
                <a:cxn ang="0">
                  <a:pos x="2" y="50"/>
                </a:cxn>
                <a:cxn ang="0">
                  <a:pos x="0" y="54"/>
                </a:cxn>
                <a:cxn ang="0">
                  <a:pos x="0" y="56"/>
                </a:cxn>
                <a:cxn ang="0">
                  <a:pos x="0" y="56"/>
                </a:cxn>
                <a:cxn ang="0">
                  <a:pos x="2" y="58"/>
                </a:cxn>
                <a:cxn ang="0">
                  <a:pos x="6" y="58"/>
                </a:cxn>
                <a:cxn ang="0">
                  <a:pos x="6" y="58"/>
                </a:cxn>
                <a:cxn ang="0">
                  <a:pos x="6" y="58"/>
                </a:cxn>
                <a:cxn ang="0">
                  <a:pos x="6" y="58"/>
                </a:cxn>
                <a:cxn ang="0">
                  <a:pos x="22" y="50"/>
                </a:cxn>
                <a:cxn ang="0">
                  <a:pos x="36" y="38"/>
                </a:cxn>
                <a:cxn ang="0">
                  <a:pos x="48" y="22"/>
                </a:cxn>
                <a:cxn ang="0">
                  <a:pos x="58" y="6"/>
                </a:cxn>
                <a:cxn ang="0">
                  <a:pos x="58" y="6"/>
                </a:cxn>
                <a:cxn ang="0">
                  <a:pos x="58" y="2"/>
                </a:cxn>
                <a:cxn ang="0">
                  <a:pos x="54" y="0"/>
                </a:cxn>
              </a:cxnLst>
              <a:rect l="0" t="0" r="r" b="b"/>
              <a:pathLst>
                <a:path w="58" h="58">
                  <a:moveTo>
                    <a:pt x="54" y="0"/>
                  </a:moveTo>
                  <a:lnTo>
                    <a:pt x="54" y="0"/>
                  </a:lnTo>
                  <a:lnTo>
                    <a:pt x="52" y="0"/>
                  </a:lnTo>
                  <a:lnTo>
                    <a:pt x="50" y="2"/>
                  </a:lnTo>
                  <a:lnTo>
                    <a:pt x="50" y="2"/>
                  </a:lnTo>
                  <a:lnTo>
                    <a:pt x="42" y="18"/>
                  </a:lnTo>
                  <a:lnTo>
                    <a:pt x="30" y="32"/>
                  </a:lnTo>
                  <a:lnTo>
                    <a:pt x="18" y="42"/>
                  </a:lnTo>
                  <a:lnTo>
                    <a:pt x="2" y="50"/>
                  </a:lnTo>
                  <a:lnTo>
                    <a:pt x="2" y="50"/>
                  </a:lnTo>
                  <a:lnTo>
                    <a:pt x="0" y="54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2" y="58"/>
                  </a:lnTo>
                  <a:lnTo>
                    <a:pt x="6" y="58"/>
                  </a:lnTo>
                  <a:lnTo>
                    <a:pt x="6" y="58"/>
                  </a:lnTo>
                  <a:lnTo>
                    <a:pt x="6" y="58"/>
                  </a:lnTo>
                  <a:lnTo>
                    <a:pt x="6" y="58"/>
                  </a:lnTo>
                  <a:lnTo>
                    <a:pt x="22" y="50"/>
                  </a:lnTo>
                  <a:lnTo>
                    <a:pt x="36" y="38"/>
                  </a:lnTo>
                  <a:lnTo>
                    <a:pt x="48" y="22"/>
                  </a:lnTo>
                  <a:lnTo>
                    <a:pt x="58" y="6"/>
                  </a:lnTo>
                  <a:lnTo>
                    <a:pt x="58" y="6"/>
                  </a:lnTo>
                  <a:lnTo>
                    <a:pt x="58" y="2"/>
                  </a:lnTo>
                  <a:lnTo>
                    <a:pt x="54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203" name="Freeform 41"/>
            <p:cNvSpPr>
              <a:spLocks/>
            </p:cNvSpPr>
            <p:nvPr/>
          </p:nvSpPr>
          <p:spPr bwMode="auto">
            <a:xfrm>
              <a:off x="5029200" y="3838575"/>
              <a:ext cx="92075" cy="92075"/>
            </a:xfrm>
            <a:custGeom>
              <a:avLst/>
              <a:gdLst/>
              <a:ahLst/>
              <a:cxnLst>
                <a:cxn ang="0">
                  <a:pos x="54" y="0"/>
                </a:cxn>
                <a:cxn ang="0">
                  <a:pos x="54" y="0"/>
                </a:cxn>
                <a:cxn ang="0">
                  <a:pos x="52" y="0"/>
                </a:cxn>
                <a:cxn ang="0">
                  <a:pos x="50" y="2"/>
                </a:cxn>
                <a:cxn ang="0">
                  <a:pos x="50" y="2"/>
                </a:cxn>
                <a:cxn ang="0">
                  <a:pos x="42" y="18"/>
                </a:cxn>
                <a:cxn ang="0">
                  <a:pos x="30" y="32"/>
                </a:cxn>
                <a:cxn ang="0">
                  <a:pos x="18" y="42"/>
                </a:cxn>
                <a:cxn ang="0">
                  <a:pos x="2" y="50"/>
                </a:cxn>
                <a:cxn ang="0">
                  <a:pos x="2" y="50"/>
                </a:cxn>
                <a:cxn ang="0">
                  <a:pos x="0" y="54"/>
                </a:cxn>
                <a:cxn ang="0">
                  <a:pos x="0" y="56"/>
                </a:cxn>
                <a:cxn ang="0">
                  <a:pos x="0" y="56"/>
                </a:cxn>
                <a:cxn ang="0">
                  <a:pos x="2" y="58"/>
                </a:cxn>
                <a:cxn ang="0">
                  <a:pos x="6" y="58"/>
                </a:cxn>
                <a:cxn ang="0">
                  <a:pos x="6" y="58"/>
                </a:cxn>
                <a:cxn ang="0">
                  <a:pos x="6" y="58"/>
                </a:cxn>
                <a:cxn ang="0">
                  <a:pos x="6" y="58"/>
                </a:cxn>
                <a:cxn ang="0">
                  <a:pos x="22" y="50"/>
                </a:cxn>
                <a:cxn ang="0">
                  <a:pos x="36" y="38"/>
                </a:cxn>
                <a:cxn ang="0">
                  <a:pos x="48" y="22"/>
                </a:cxn>
                <a:cxn ang="0">
                  <a:pos x="58" y="6"/>
                </a:cxn>
                <a:cxn ang="0">
                  <a:pos x="58" y="6"/>
                </a:cxn>
                <a:cxn ang="0">
                  <a:pos x="58" y="2"/>
                </a:cxn>
                <a:cxn ang="0">
                  <a:pos x="54" y="0"/>
                </a:cxn>
              </a:cxnLst>
              <a:rect l="0" t="0" r="r" b="b"/>
              <a:pathLst>
                <a:path w="58" h="58">
                  <a:moveTo>
                    <a:pt x="54" y="0"/>
                  </a:moveTo>
                  <a:lnTo>
                    <a:pt x="54" y="0"/>
                  </a:lnTo>
                  <a:lnTo>
                    <a:pt x="52" y="0"/>
                  </a:lnTo>
                  <a:lnTo>
                    <a:pt x="50" y="2"/>
                  </a:lnTo>
                  <a:lnTo>
                    <a:pt x="50" y="2"/>
                  </a:lnTo>
                  <a:lnTo>
                    <a:pt x="42" y="18"/>
                  </a:lnTo>
                  <a:lnTo>
                    <a:pt x="30" y="32"/>
                  </a:lnTo>
                  <a:lnTo>
                    <a:pt x="18" y="42"/>
                  </a:lnTo>
                  <a:lnTo>
                    <a:pt x="2" y="50"/>
                  </a:lnTo>
                  <a:lnTo>
                    <a:pt x="2" y="50"/>
                  </a:lnTo>
                  <a:lnTo>
                    <a:pt x="0" y="54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2" y="58"/>
                  </a:lnTo>
                  <a:lnTo>
                    <a:pt x="6" y="58"/>
                  </a:lnTo>
                  <a:lnTo>
                    <a:pt x="6" y="58"/>
                  </a:lnTo>
                  <a:lnTo>
                    <a:pt x="6" y="58"/>
                  </a:lnTo>
                  <a:lnTo>
                    <a:pt x="6" y="58"/>
                  </a:lnTo>
                  <a:lnTo>
                    <a:pt x="22" y="50"/>
                  </a:lnTo>
                  <a:lnTo>
                    <a:pt x="36" y="38"/>
                  </a:lnTo>
                  <a:lnTo>
                    <a:pt x="48" y="22"/>
                  </a:lnTo>
                  <a:lnTo>
                    <a:pt x="58" y="6"/>
                  </a:lnTo>
                  <a:lnTo>
                    <a:pt x="58" y="6"/>
                  </a:lnTo>
                  <a:lnTo>
                    <a:pt x="58" y="2"/>
                  </a:lnTo>
                  <a:lnTo>
                    <a:pt x="54" y="0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204" name="Freeform 42"/>
            <p:cNvSpPr>
              <a:spLocks/>
            </p:cNvSpPr>
            <p:nvPr/>
          </p:nvSpPr>
          <p:spPr bwMode="auto">
            <a:xfrm>
              <a:off x="5019675" y="3829050"/>
              <a:ext cx="76200" cy="79375"/>
            </a:xfrm>
            <a:custGeom>
              <a:avLst/>
              <a:gdLst/>
              <a:ahLst/>
              <a:cxnLst>
                <a:cxn ang="0">
                  <a:pos x="46" y="0"/>
                </a:cxn>
                <a:cxn ang="0">
                  <a:pos x="46" y="0"/>
                </a:cxn>
                <a:cxn ang="0">
                  <a:pos x="44" y="0"/>
                </a:cxn>
                <a:cxn ang="0">
                  <a:pos x="40" y="2"/>
                </a:cxn>
                <a:cxn ang="0">
                  <a:pos x="40" y="2"/>
                </a:cxn>
                <a:cxn ang="0">
                  <a:pos x="34" y="16"/>
                </a:cxn>
                <a:cxn ang="0">
                  <a:pos x="26" y="26"/>
                </a:cxn>
                <a:cxn ang="0">
                  <a:pos x="14" y="36"/>
                </a:cxn>
                <a:cxn ang="0">
                  <a:pos x="2" y="42"/>
                </a:cxn>
                <a:cxn ang="0">
                  <a:pos x="2" y="42"/>
                </a:cxn>
                <a:cxn ang="0">
                  <a:pos x="2" y="42"/>
                </a:cxn>
                <a:cxn ang="0">
                  <a:pos x="0" y="44"/>
                </a:cxn>
                <a:cxn ang="0">
                  <a:pos x="0" y="48"/>
                </a:cxn>
                <a:cxn ang="0">
                  <a:pos x="0" y="48"/>
                </a:cxn>
                <a:cxn ang="0">
                  <a:pos x="2" y="50"/>
                </a:cxn>
                <a:cxn ang="0">
                  <a:pos x="6" y="50"/>
                </a:cxn>
                <a:cxn ang="0">
                  <a:pos x="6" y="50"/>
                </a:cxn>
                <a:cxn ang="0">
                  <a:pos x="6" y="50"/>
                </a:cxn>
                <a:cxn ang="0">
                  <a:pos x="6" y="50"/>
                </a:cxn>
                <a:cxn ang="0">
                  <a:pos x="20" y="42"/>
                </a:cxn>
                <a:cxn ang="0">
                  <a:pos x="30" y="32"/>
                </a:cxn>
                <a:cxn ang="0">
                  <a:pos x="40" y="20"/>
                </a:cxn>
                <a:cxn ang="0">
                  <a:pos x="48" y="6"/>
                </a:cxn>
                <a:cxn ang="0">
                  <a:pos x="48" y="6"/>
                </a:cxn>
                <a:cxn ang="0">
                  <a:pos x="48" y="2"/>
                </a:cxn>
                <a:cxn ang="0">
                  <a:pos x="46" y="0"/>
                </a:cxn>
              </a:cxnLst>
              <a:rect l="0" t="0" r="r" b="b"/>
              <a:pathLst>
                <a:path w="48" h="50">
                  <a:moveTo>
                    <a:pt x="46" y="0"/>
                  </a:moveTo>
                  <a:lnTo>
                    <a:pt x="46" y="0"/>
                  </a:lnTo>
                  <a:lnTo>
                    <a:pt x="44" y="0"/>
                  </a:lnTo>
                  <a:lnTo>
                    <a:pt x="40" y="2"/>
                  </a:lnTo>
                  <a:lnTo>
                    <a:pt x="40" y="2"/>
                  </a:lnTo>
                  <a:lnTo>
                    <a:pt x="34" y="16"/>
                  </a:lnTo>
                  <a:lnTo>
                    <a:pt x="26" y="26"/>
                  </a:lnTo>
                  <a:lnTo>
                    <a:pt x="14" y="36"/>
                  </a:lnTo>
                  <a:lnTo>
                    <a:pt x="2" y="42"/>
                  </a:lnTo>
                  <a:lnTo>
                    <a:pt x="2" y="42"/>
                  </a:lnTo>
                  <a:lnTo>
                    <a:pt x="2" y="42"/>
                  </a:lnTo>
                  <a:lnTo>
                    <a:pt x="0" y="44"/>
                  </a:lnTo>
                  <a:lnTo>
                    <a:pt x="0" y="48"/>
                  </a:lnTo>
                  <a:lnTo>
                    <a:pt x="0" y="48"/>
                  </a:lnTo>
                  <a:lnTo>
                    <a:pt x="2" y="50"/>
                  </a:lnTo>
                  <a:lnTo>
                    <a:pt x="6" y="50"/>
                  </a:lnTo>
                  <a:lnTo>
                    <a:pt x="6" y="50"/>
                  </a:lnTo>
                  <a:lnTo>
                    <a:pt x="6" y="50"/>
                  </a:lnTo>
                  <a:lnTo>
                    <a:pt x="6" y="50"/>
                  </a:lnTo>
                  <a:lnTo>
                    <a:pt x="20" y="42"/>
                  </a:lnTo>
                  <a:lnTo>
                    <a:pt x="30" y="32"/>
                  </a:lnTo>
                  <a:lnTo>
                    <a:pt x="40" y="20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8" y="2"/>
                  </a:lnTo>
                  <a:lnTo>
                    <a:pt x="46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205" name="Freeform 43"/>
            <p:cNvSpPr>
              <a:spLocks/>
            </p:cNvSpPr>
            <p:nvPr/>
          </p:nvSpPr>
          <p:spPr bwMode="auto">
            <a:xfrm>
              <a:off x="5019675" y="3829050"/>
              <a:ext cx="76200" cy="79375"/>
            </a:xfrm>
            <a:custGeom>
              <a:avLst/>
              <a:gdLst/>
              <a:ahLst/>
              <a:cxnLst>
                <a:cxn ang="0">
                  <a:pos x="46" y="0"/>
                </a:cxn>
                <a:cxn ang="0">
                  <a:pos x="46" y="0"/>
                </a:cxn>
                <a:cxn ang="0">
                  <a:pos x="44" y="0"/>
                </a:cxn>
                <a:cxn ang="0">
                  <a:pos x="40" y="2"/>
                </a:cxn>
                <a:cxn ang="0">
                  <a:pos x="40" y="2"/>
                </a:cxn>
                <a:cxn ang="0">
                  <a:pos x="34" y="16"/>
                </a:cxn>
                <a:cxn ang="0">
                  <a:pos x="26" y="26"/>
                </a:cxn>
                <a:cxn ang="0">
                  <a:pos x="14" y="36"/>
                </a:cxn>
                <a:cxn ang="0">
                  <a:pos x="2" y="42"/>
                </a:cxn>
                <a:cxn ang="0">
                  <a:pos x="2" y="42"/>
                </a:cxn>
                <a:cxn ang="0">
                  <a:pos x="2" y="42"/>
                </a:cxn>
                <a:cxn ang="0">
                  <a:pos x="0" y="44"/>
                </a:cxn>
                <a:cxn ang="0">
                  <a:pos x="0" y="48"/>
                </a:cxn>
                <a:cxn ang="0">
                  <a:pos x="0" y="48"/>
                </a:cxn>
                <a:cxn ang="0">
                  <a:pos x="2" y="50"/>
                </a:cxn>
                <a:cxn ang="0">
                  <a:pos x="6" y="50"/>
                </a:cxn>
                <a:cxn ang="0">
                  <a:pos x="6" y="50"/>
                </a:cxn>
                <a:cxn ang="0">
                  <a:pos x="6" y="50"/>
                </a:cxn>
                <a:cxn ang="0">
                  <a:pos x="6" y="50"/>
                </a:cxn>
                <a:cxn ang="0">
                  <a:pos x="20" y="42"/>
                </a:cxn>
                <a:cxn ang="0">
                  <a:pos x="30" y="32"/>
                </a:cxn>
                <a:cxn ang="0">
                  <a:pos x="40" y="20"/>
                </a:cxn>
                <a:cxn ang="0">
                  <a:pos x="48" y="6"/>
                </a:cxn>
                <a:cxn ang="0">
                  <a:pos x="48" y="6"/>
                </a:cxn>
                <a:cxn ang="0">
                  <a:pos x="48" y="2"/>
                </a:cxn>
                <a:cxn ang="0">
                  <a:pos x="46" y="0"/>
                </a:cxn>
              </a:cxnLst>
              <a:rect l="0" t="0" r="r" b="b"/>
              <a:pathLst>
                <a:path w="48" h="50">
                  <a:moveTo>
                    <a:pt x="46" y="0"/>
                  </a:moveTo>
                  <a:lnTo>
                    <a:pt x="46" y="0"/>
                  </a:lnTo>
                  <a:lnTo>
                    <a:pt x="44" y="0"/>
                  </a:lnTo>
                  <a:lnTo>
                    <a:pt x="40" y="2"/>
                  </a:lnTo>
                  <a:lnTo>
                    <a:pt x="40" y="2"/>
                  </a:lnTo>
                  <a:lnTo>
                    <a:pt x="34" y="16"/>
                  </a:lnTo>
                  <a:lnTo>
                    <a:pt x="26" y="26"/>
                  </a:lnTo>
                  <a:lnTo>
                    <a:pt x="14" y="36"/>
                  </a:lnTo>
                  <a:lnTo>
                    <a:pt x="2" y="42"/>
                  </a:lnTo>
                  <a:lnTo>
                    <a:pt x="2" y="42"/>
                  </a:lnTo>
                  <a:lnTo>
                    <a:pt x="2" y="42"/>
                  </a:lnTo>
                  <a:lnTo>
                    <a:pt x="0" y="44"/>
                  </a:lnTo>
                  <a:lnTo>
                    <a:pt x="0" y="48"/>
                  </a:lnTo>
                  <a:lnTo>
                    <a:pt x="0" y="48"/>
                  </a:lnTo>
                  <a:lnTo>
                    <a:pt x="2" y="50"/>
                  </a:lnTo>
                  <a:lnTo>
                    <a:pt x="6" y="50"/>
                  </a:lnTo>
                  <a:lnTo>
                    <a:pt x="6" y="50"/>
                  </a:lnTo>
                  <a:lnTo>
                    <a:pt x="6" y="50"/>
                  </a:lnTo>
                  <a:lnTo>
                    <a:pt x="6" y="50"/>
                  </a:lnTo>
                  <a:lnTo>
                    <a:pt x="20" y="42"/>
                  </a:lnTo>
                  <a:lnTo>
                    <a:pt x="30" y="32"/>
                  </a:lnTo>
                  <a:lnTo>
                    <a:pt x="40" y="20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8" y="2"/>
                  </a:lnTo>
                  <a:lnTo>
                    <a:pt x="46" y="0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206" name="Freeform 44"/>
            <p:cNvSpPr>
              <a:spLocks/>
            </p:cNvSpPr>
            <p:nvPr/>
          </p:nvSpPr>
          <p:spPr bwMode="auto">
            <a:xfrm>
              <a:off x="4883150" y="3698875"/>
              <a:ext cx="63500" cy="63500"/>
            </a:xfrm>
            <a:custGeom>
              <a:avLst/>
              <a:gdLst/>
              <a:ahLst/>
              <a:cxnLst>
                <a:cxn ang="0">
                  <a:pos x="40" y="2"/>
                </a:cxn>
                <a:cxn ang="0">
                  <a:pos x="40" y="2"/>
                </a:cxn>
                <a:cxn ang="0">
                  <a:pos x="38" y="0"/>
                </a:cxn>
                <a:cxn ang="0">
                  <a:pos x="34" y="0"/>
                </a:cxn>
                <a:cxn ang="0">
                  <a:pos x="34" y="0"/>
                </a:cxn>
                <a:cxn ang="0">
                  <a:pos x="34" y="0"/>
                </a:cxn>
                <a:cxn ang="0">
                  <a:pos x="34" y="0"/>
                </a:cxn>
                <a:cxn ang="0">
                  <a:pos x="24" y="6"/>
                </a:cxn>
                <a:cxn ang="0">
                  <a:pos x="14" y="14"/>
                </a:cxn>
                <a:cxn ang="0">
                  <a:pos x="6" y="22"/>
                </a:cxn>
                <a:cxn ang="0">
                  <a:pos x="0" y="34"/>
                </a:cxn>
                <a:cxn ang="0">
                  <a:pos x="0" y="34"/>
                </a:cxn>
                <a:cxn ang="0">
                  <a:pos x="0" y="34"/>
                </a:cxn>
                <a:cxn ang="0">
                  <a:pos x="0" y="38"/>
                </a:cxn>
                <a:cxn ang="0">
                  <a:pos x="2" y="40"/>
                </a:cxn>
                <a:cxn ang="0">
                  <a:pos x="2" y="40"/>
                </a:cxn>
                <a:cxn ang="0">
                  <a:pos x="6" y="40"/>
                </a:cxn>
                <a:cxn ang="0">
                  <a:pos x="8" y="38"/>
                </a:cxn>
                <a:cxn ang="0">
                  <a:pos x="8" y="38"/>
                </a:cxn>
                <a:cxn ang="0">
                  <a:pos x="8" y="38"/>
                </a:cxn>
                <a:cxn ang="0">
                  <a:pos x="14" y="28"/>
                </a:cxn>
                <a:cxn ang="0">
                  <a:pos x="20" y="18"/>
                </a:cxn>
                <a:cxn ang="0">
                  <a:pos x="28" y="12"/>
                </a:cxn>
                <a:cxn ang="0">
                  <a:pos x="38" y="6"/>
                </a:cxn>
                <a:cxn ang="0">
                  <a:pos x="38" y="6"/>
                </a:cxn>
                <a:cxn ang="0">
                  <a:pos x="40" y="4"/>
                </a:cxn>
                <a:cxn ang="0">
                  <a:pos x="40" y="2"/>
                </a:cxn>
              </a:cxnLst>
              <a:rect l="0" t="0" r="r" b="b"/>
              <a:pathLst>
                <a:path w="40" h="40">
                  <a:moveTo>
                    <a:pt x="40" y="2"/>
                  </a:moveTo>
                  <a:lnTo>
                    <a:pt x="40" y="2"/>
                  </a:lnTo>
                  <a:lnTo>
                    <a:pt x="38" y="0"/>
                  </a:lnTo>
                  <a:lnTo>
                    <a:pt x="34" y="0"/>
                  </a:lnTo>
                  <a:lnTo>
                    <a:pt x="34" y="0"/>
                  </a:lnTo>
                  <a:lnTo>
                    <a:pt x="34" y="0"/>
                  </a:lnTo>
                  <a:lnTo>
                    <a:pt x="34" y="0"/>
                  </a:lnTo>
                  <a:lnTo>
                    <a:pt x="24" y="6"/>
                  </a:lnTo>
                  <a:lnTo>
                    <a:pt x="14" y="14"/>
                  </a:lnTo>
                  <a:lnTo>
                    <a:pt x="6" y="22"/>
                  </a:lnTo>
                  <a:lnTo>
                    <a:pt x="0" y="34"/>
                  </a:lnTo>
                  <a:lnTo>
                    <a:pt x="0" y="34"/>
                  </a:lnTo>
                  <a:lnTo>
                    <a:pt x="0" y="34"/>
                  </a:lnTo>
                  <a:lnTo>
                    <a:pt x="0" y="38"/>
                  </a:lnTo>
                  <a:lnTo>
                    <a:pt x="2" y="40"/>
                  </a:lnTo>
                  <a:lnTo>
                    <a:pt x="2" y="40"/>
                  </a:lnTo>
                  <a:lnTo>
                    <a:pt x="6" y="40"/>
                  </a:lnTo>
                  <a:lnTo>
                    <a:pt x="8" y="38"/>
                  </a:lnTo>
                  <a:lnTo>
                    <a:pt x="8" y="38"/>
                  </a:lnTo>
                  <a:lnTo>
                    <a:pt x="8" y="38"/>
                  </a:lnTo>
                  <a:lnTo>
                    <a:pt x="14" y="28"/>
                  </a:lnTo>
                  <a:lnTo>
                    <a:pt x="20" y="18"/>
                  </a:lnTo>
                  <a:lnTo>
                    <a:pt x="28" y="12"/>
                  </a:lnTo>
                  <a:lnTo>
                    <a:pt x="38" y="6"/>
                  </a:lnTo>
                  <a:lnTo>
                    <a:pt x="38" y="6"/>
                  </a:lnTo>
                  <a:lnTo>
                    <a:pt x="40" y="4"/>
                  </a:lnTo>
                  <a:lnTo>
                    <a:pt x="40" y="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207" name="Freeform 45"/>
            <p:cNvSpPr>
              <a:spLocks/>
            </p:cNvSpPr>
            <p:nvPr/>
          </p:nvSpPr>
          <p:spPr bwMode="auto">
            <a:xfrm>
              <a:off x="4883150" y="3698875"/>
              <a:ext cx="63500" cy="63500"/>
            </a:xfrm>
            <a:custGeom>
              <a:avLst/>
              <a:gdLst/>
              <a:ahLst/>
              <a:cxnLst>
                <a:cxn ang="0">
                  <a:pos x="40" y="2"/>
                </a:cxn>
                <a:cxn ang="0">
                  <a:pos x="40" y="2"/>
                </a:cxn>
                <a:cxn ang="0">
                  <a:pos x="38" y="0"/>
                </a:cxn>
                <a:cxn ang="0">
                  <a:pos x="34" y="0"/>
                </a:cxn>
                <a:cxn ang="0">
                  <a:pos x="34" y="0"/>
                </a:cxn>
                <a:cxn ang="0">
                  <a:pos x="34" y="0"/>
                </a:cxn>
                <a:cxn ang="0">
                  <a:pos x="34" y="0"/>
                </a:cxn>
                <a:cxn ang="0">
                  <a:pos x="24" y="6"/>
                </a:cxn>
                <a:cxn ang="0">
                  <a:pos x="14" y="14"/>
                </a:cxn>
                <a:cxn ang="0">
                  <a:pos x="6" y="22"/>
                </a:cxn>
                <a:cxn ang="0">
                  <a:pos x="0" y="34"/>
                </a:cxn>
                <a:cxn ang="0">
                  <a:pos x="0" y="34"/>
                </a:cxn>
                <a:cxn ang="0">
                  <a:pos x="0" y="34"/>
                </a:cxn>
                <a:cxn ang="0">
                  <a:pos x="0" y="38"/>
                </a:cxn>
                <a:cxn ang="0">
                  <a:pos x="2" y="40"/>
                </a:cxn>
                <a:cxn ang="0">
                  <a:pos x="2" y="40"/>
                </a:cxn>
                <a:cxn ang="0">
                  <a:pos x="6" y="40"/>
                </a:cxn>
                <a:cxn ang="0">
                  <a:pos x="8" y="38"/>
                </a:cxn>
                <a:cxn ang="0">
                  <a:pos x="8" y="38"/>
                </a:cxn>
                <a:cxn ang="0">
                  <a:pos x="8" y="38"/>
                </a:cxn>
                <a:cxn ang="0">
                  <a:pos x="14" y="28"/>
                </a:cxn>
                <a:cxn ang="0">
                  <a:pos x="20" y="18"/>
                </a:cxn>
                <a:cxn ang="0">
                  <a:pos x="28" y="12"/>
                </a:cxn>
                <a:cxn ang="0">
                  <a:pos x="38" y="6"/>
                </a:cxn>
                <a:cxn ang="0">
                  <a:pos x="38" y="6"/>
                </a:cxn>
                <a:cxn ang="0">
                  <a:pos x="40" y="4"/>
                </a:cxn>
                <a:cxn ang="0">
                  <a:pos x="40" y="2"/>
                </a:cxn>
              </a:cxnLst>
              <a:rect l="0" t="0" r="r" b="b"/>
              <a:pathLst>
                <a:path w="40" h="40">
                  <a:moveTo>
                    <a:pt x="40" y="2"/>
                  </a:moveTo>
                  <a:lnTo>
                    <a:pt x="40" y="2"/>
                  </a:lnTo>
                  <a:lnTo>
                    <a:pt x="38" y="0"/>
                  </a:lnTo>
                  <a:lnTo>
                    <a:pt x="34" y="0"/>
                  </a:lnTo>
                  <a:lnTo>
                    <a:pt x="34" y="0"/>
                  </a:lnTo>
                  <a:lnTo>
                    <a:pt x="34" y="0"/>
                  </a:lnTo>
                  <a:lnTo>
                    <a:pt x="34" y="0"/>
                  </a:lnTo>
                  <a:lnTo>
                    <a:pt x="24" y="6"/>
                  </a:lnTo>
                  <a:lnTo>
                    <a:pt x="14" y="14"/>
                  </a:lnTo>
                  <a:lnTo>
                    <a:pt x="6" y="22"/>
                  </a:lnTo>
                  <a:lnTo>
                    <a:pt x="0" y="34"/>
                  </a:lnTo>
                  <a:lnTo>
                    <a:pt x="0" y="34"/>
                  </a:lnTo>
                  <a:lnTo>
                    <a:pt x="0" y="34"/>
                  </a:lnTo>
                  <a:lnTo>
                    <a:pt x="0" y="38"/>
                  </a:lnTo>
                  <a:lnTo>
                    <a:pt x="2" y="40"/>
                  </a:lnTo>
                  <a:lnTo>
                    <a:pt x="2" y="40"/>
                  </a:lnTo>
                  <a:lnTo>
                    <a:pt x="6" y="40"/>
                  </a:lnTo>
                  <a:lnTo>
                    <a:pt x="8" y="38"/>
                  </a:lnTo>
                  <a:lnTo>
                    <a:pt x="8" y="38"/>
                  </a:lnTo>
                  <a:lnTo>
                    <a:pt x="8" y="38"/>
                  </a:lnTo>
                  <a:lnTo>
                    <a:pt x="14" y="28"/>
                  </a:lnTo>
                  <a:lnTo>
                    <a:pt x="20" y="18"/>
                  </a:lnTo>
                  <a:lnTo>
                    <a:pt x="28" y="12"/>
                  </a:lnTo>
                  <a:lnTo>
                    <a:pt x="38" y="6"/>
                  </a:lnTo>
                  <a:lnTo>
                    <a:pt x="38" y="6"/>
                  </a:lnTo>
                  <a:lnTo>
                    <a:pt x="40" y="4"/>
                  </a:lnTo>
                  <a:lnTo>
                    <a:pt x="40" y="2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208" name="Freeform 46"/>
            <p:cNvSpPr>
              <a:spLocks/>
            </p:cNvSpPr>
            <p:nvPr/>
          </p:nvSpPr>
          <p:spPr bwMode="auto">
            <a:xfrm>
              <a:off x="4835525" y="3651250"/>
              <a:ext cx="92075" cy="92075"/>
            </a:xfrm>
            <a:custGeom>
              <a:avLst/>
              <a:gdLst/>
              <a:ahLst/>
              <a:cxnLst>
                <a:cxn ang="0">
                  <a:pos x="58" y="2"/>
                </a:cxn>
                <a:cxn ang="0">
                  <a:pos x="58" y="2"/>
                </a:cxn>
                <a:cxn ang="0">
                  <a:pos x="56" y="0"/>
                </a:cxn>
                <a:cxn ang="0">
                  <a:pos x="52" y="0"/>
                </a:cxn>
                <a:cxn ang="0">
                  <a:pos x="52" y="0"/>
                </a:cxn>
                <a:cxn ang="0">
                  <a:pos x="52" y="0"/>
                </a:cxn>
                <a:cxn ang="0">
                  <a:pos x="52" y="0"/>
                </a:cxn>
                <a:cxn ang="0">
                  <a:pos x="36" y="8"/>
                </a:cxn>
                <a:cxn ang="0">
                  <a:pos x="22" y="20"/>
                </a:cxn>
                <a:cxn ang="0">
                  <a:pos x="10" y="36"/>
                </a:cxn>
                <a:cxn ang="0">
                  <a:pos x="0" y="52"/>
                </a:cxn>
                <a:cxn ang="0">
                  <a:pos x="0" y="52"/>
                </a:cxn>
                <a:cxn ang="0">
                  <a:pos x="0" y="56"/>
                </a:cxn>
                <a:cxn ang="0">
                  <a:pos x="4" y="58"/>
                </a:cxn>
                <a:cxn ang="0">
                  <a:pos x="4" y="58"/>
                </a:cxn>
                <a:cxn ang="0">
                  <a:pos x="6" y="58"/>
                </a:cxn>
                <a:cxn ang="0">
                  <a:pos x="8" y="56"/>
                </a:cxn>
                <a:cxn ang="0">
                  <a:pos x="8" y="56"/>
                </a:cxn>
                <a:cxn ang="0">
                  <a:pos x="16" y="40"/>
                </a:cxn>
                <a:cxn ang="0">
                  <a:pos x="28" y="26"/>
                </a:cxn>
                <a:cxn ang="0">
                  <a:pos x="40" y="16"/>
                </a:cxn>
                <a:cxn ang="0">
                  <a:pos x="56" y="8"/>
                </a:cxn>
                <a:cxn ang="0">
                  <a:pos x="56" y="8"/>
                </a:cxn>
                <a:cxn ang="0">
                  <a:pos x="58" y="4"/>
                </a:cxn>
                <a:cxn ang="0">
                  <a:pos x="58" y="2"/>
                </a:cxn>
              </a:cxnLst>
              <a:rect l="0" t="0" r="r" b="b"/>
              <a:pathLst>
                <a:path w="58" h="58">
                  <a:moveTo>
                    <a:pt x="58" y="2"/>
                  </a:moveTo>
                  <a:lnTo>
                    <a:pt x="58" y="2"/>
                  </a:lnTo>
                  <a:lnTo>
                    <a:pt x="56" y="0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36" y="8"/>
                  </a:lnTo>
                  <a:lnTo>
                    <a:pt x="22" y="20"/>
                  </a:lnTo>
                  <a:lnTo>
                    <a:pt x="10" y="36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0" y="56"/>
                  </a:lnTo>
                  <a:lnTo>
                    <a:pt x="4" y="58"/>
                  </a:lnTo>
                  <a:lnTo>
                    <a:pt x="4" y="58"/>
                  </a:lnTo>
                  <a:lnTo>
                    <a:pt x="6" y="58"/>
                  </a:lnTo>
                  <a:lnTo>
                    <a:pt x="8" y="56"/>
                  </a:lnTo>
                  <a:lnTo>
                    <a:pt x="8" y="56"/>
                  </a:lnTo>
                  <a:lnTo>
                    <a:pt x="16" y="40"/>
                  </a:lnTo>
                  <a:lnTo>
                    <a:pt x="28" y="26"/>
                  </a:lnTo>
                  <a:lnTo>
                    <a:pt x="40" y="16"/>
                  </a:lnTo>
                  <a:lnTo>
                    <a:pt x="56" y="8"/>
                  </a:lnTo>
                  <a:lnTo>
                    <a:pt x="56" y="8"/>
                  </a:lnTo>
                  <a:lnTo>
                    <a:pt x="58" y="4"/>
                  </a:lnTo>
                  <a:lnTo>
                    <a:pt x="58" y="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209" name="Freeform 47"/>
            <p:cNvSpPr>
              <a:spLocks/>
            </p:cNvSpPr>
            <p:nvPr/>
          </p:nvSpPr>
          <p:spPr bwMode="auto">
            <a:xfrm>
              <a:off x="4835525" y="3651250"/>
              <a:ext cx="92075" cy="92075"/>
            </a:xfrm>
            <a:custGeom>
              <a:avLst/>
              <a:gdLst/>
              <a:ahLst/>
              <a:cxnLst>
                <a:cxn ang="0">
                  <a:pos x="58" y="2"/>
                </a:cxn>
                <a:cxn ang="0">
                  <a:pos x="58" y="2"/>
                </a:cxn>
                <a:cxn ang="0">
                  <a:pos x="56" y="0"/>
                </a:cxn>
                <a:cxn ang="0">
                  <a:pos x="52" y="0"/>
                </a:cxn>
                <a:cxn ang="0">
                  <a:pos x="52" y="0"/>
                </a:cxn>
                <a:cxn ang="0">
                  <a:pos x="52" y="0"/>
                </a:cxn>
                <a:cxn ang="0">
                  <a:pos x="52" y="0"/>
                </a:cxn>
                <a:cxn ang="0">
                  <a:pos x="36" y="8"/>
                </a:cxn>
                <a:cxn ang="0">
                  <a:pos x="22" y="20"/>
                </a:cxn>
                <a:cxn ang="0">
                  <a:pos x="10" y="36"/>
                </a:cxn>
                <a:cxn ang="0">
                  <a:pos x="0" y="52"/>
                </a:cxn>
                <a:cxn ang="0">
                  <a:pos x="0" y="52"/>
                </a:cxn>
                <a:cxn ang="0">
                  <a:pos x="0" y="56"/>
                </a:cxn>
                <a:cxn ang="0">
                  <a:pos x="4" y="58"/>
                </a:cxn>
                <a:cxn ang="0">
                  <a:pos x="4" y="58"/>
                </a:cxn>
                <a:cxn ang="0">
                  <a:pos x="6" y="58"/>
                </a:cxn>
                <a:cxn ang="0">
                  <a:pos x="8" y="56"/>
                </a:cxn>
                <a:cxn ang="0">
                  <a:pos x="8" y="56"/>
                </a:cxn>
                <a:cxn ang="0">
                  <a:pos x="16" y="40"/>
                </a:cxn>
                <a:cxn ang="0">
                  <a:pos x="28" y="26"/>
                </a:cxn>
                <a:cxn ang="0">
                  <a:pos x="40" y="16"/>
                </a:cxn>
                <a:cxn ang="0">
                  <a:pos x="56" y="8"/>
                </a:cxn>
                <a:cxn ang="0">
                  <a:pos x="56" y="8"/>
                </a:cxn>
                <a:cxn ang="0">
                  <a:pos x="58" y="4"/>
                </a:cxn>
                <a:cxn ang="0">
                  <a:pos x="58" y="2"/>
                </a:cxn>
              </a:cxnLst>
              <a:rect l="0" t="0" r="r" b="b"/>
              <a:pathLst>
                <a:path w="58" h="58">
                  <a:moveTo>
                    <a:pt x="58" y="2"/>
                  </a:moveTo>
                  <a:lnTo>
                    <a:pt x="58" y="2"/>
                  </a:lnTo>
                  <a:lnTo>
                    <a:pt x="56" y="0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36" y="8"/>
                  </a:lnTo>
                  <a:lnTo>
                    <a:pt x="22" y="20"/>
                  </a:lnTo>
                  <a:lnTo>
                    <a:pt x="10" y="36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0" y="56"/>
                  </a:lnTo>
                  <a:lnTo>
                    <a:pt x="4" y="58"/>
                  </a:lnTo>
                  <a:lnTo>
                    <a:pt x="4" y="58"/>
                  </a:lnTo>
                  <a:lnTo>
                    <a:pt x="6" y="58"/>
                  </a:lnTo>
                  <a:lnTo>
                    <a:pt x="8" y="56"/>
                  </a:lnTo>
                  <a:lnTo>
                    <a:pt x="8" y="56"/>
                  </a:lnTo>
                  <a:lnTo>
                    <a:pt x="16" y="40"/>
                  </a:lnTo>
                  <a:lnTo>
                    <a:pt x="28" y="26"/>
                  </a:lnTo>
                  <a:lnTo>
                    <a:pt x="40" y="16"/>
                  </a:lnTo>
                  <a:lnTo>
                    <a:pt x="56" y="8"/>
                  </a:lnTo>
                  <a:lnTo>
                    <a:pt x="56" y="8"/>
                  </a:lnTo>
                  <a:lnTo>
                    <a:pt x="58" y="4"/>
                  </a:lnTo>
                  <a:lnTo>
                    <a:pt x="58" y="2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210" name="Freeform 48"/>
            <p:cNvSpPr>
              <a:spLocks/>
            </p:cNvSpPr>
            <p:nvPr/>
          </p:nvSpPr>
          <p:spPr bwMode="auto">
            <a:xfrm>
              <a:off x="4860925" y="3673475"/>
              <a:ext cx="76200" cy="79375"/>
            </a:xfrm>
            <a:custGeom>
              <a:avLst/>
              <a:gdLst/>
              <a:ahLst/>
              <a:cxnLst>
                <a:cxn ang="0">
                  <a:pos x="46" y="8"/>
                </a:cxn>
                <a:cxn ang="0">
                  <a:pos x="46" y="8"/>
                </a:cxn>
                <a:cxn ang="0">
                  <a:pos x="48" y="6"/>
                </a:cxn>
                <a:cxn ang="0">
                  <a:pos x="48" y="2"/>
                </a:cxn>
                <a:cxn ang="0">
                  <a:pos x="48" y="2"/>
                </a:cxn>
                <a:cxn ang="0">
                  <a:pos x="46" y="0"/>
                </a:cxn>
                <a:cxn ang="0">
                  <a:pos x="42" y="0"/>
                </a:cxn>
                <a:cxn ang="0">
                  <a:pos x="42" y="0"/>
                </a:cxn>
                <a:cxn ang="0">
                  <a:pos x="42" y="0"/>
                </a:cxn>
                <a:cxn ang="0">
                  <a:pos x="42" y="0"/>
                </a:cxn>
                <a:cxn ang="0">
                  <a:pos x="28" y="8"/>
                </a:cxn>
                <a:cxn ang="0">
                  <a:pos x="18" y="18"/>
                </a:cxn>
                <a:cxn ang="0">
                  <a:pos x="8" y="30"/>
                </a:cxn>
                <a:cxn ang="0">
                  <a:pos x="0" y="44"/>
                </a:cxn>
                <a:cxn ang="0">
                  <a:pos x="0" y="44"/>
                </a:cxn>
                <a:cxn ang="0">
                  <a:pos x="0" y="48"/>
                </a:cxn>
                <a:cxn ang="0">
                  <a:pos x="2" y="50"/>
                </a:cxn>
                <a:cxn ang="0">
                  <a:pos x="2" y="50"/>
                </a:cxn>
                <a:cxn ang="0">
                  <a:pos x="6" y="50"/>
                </a:cxn>
                <a:cxn ang="0">
                  <a:pos x="8" y="48"/>
                </a:cxn>
                <a:cxn ang="0">
                  <a:pos x="8" y="48"/>
                </a:cxn>
                <a:cxn ang="0">
                  <a:pos x="14" y="34"/>
                </a:cxn>
                <a:cxn ang="0">
                  <a:pos x="22" y="24"/>
                </a:cxn>
                <a:cxn ang="0">
                  <a:pos x="34" y="14"/>
                </a:cxn>
                <a:cxn ang="0">
                  <a:pos x="46" y="8"/>
                </a:cxn>
                <a:cxn ang="0">
                  <a:pos x="46" y="8"/>
                </a:cxn>
              </a:cxnLst>
              <a:rect l="0" t="0" r="r" b="b"/>
              <a:pathLst>
                <a:path w="48" h="50">
                  <a:moveTo>
                    <a:pt x="46" y="8"/>
                  </a:moveTo>
                  <a:lnTo>
                    <a:pt x="46" y="8"/>
                  </a:lnTo>
                  <a:lnTo>
                    <a:pt x="48" y="6"/>
                  </a:lnTo>
                  <a:lnTo>
                    <a:pt x="48" y="2"/>
                  </a:lnTo>
                  <a:lnTo>
                    <a:pt x="48" y="2"/>
                  </a:lnTo>
                  <a:lnTo>
                    <a:pt x="46" y="0"/>
                  </a:lnTo>
                  <a:lnTo>
                    <a:pt x="42" y="0"/>
                  </a:lnTo>
                  <a:lnTo>
                    <a:pt x="42" y="0"/>
                  </a:lnTo>
                  <a:lnTo>
                    <a:pt x="42" y="0"/>
                  </a:lnTo>
                  <a:lnTo>
                    <a:pt x="42" y="0"/>
                  </a:lnTo>
                  <a:lnTo>
                    <a:pt x="28" y="8"/>
                  </a:lnTo>
                  <a:lnTo>
                    <a:pt x="18" y="18"/>
                  </a:lnTo>
                  <a:lnTo>
                    <a:pt x="8" y="30"/>
                  </a:lnTo>
                  <a:lnTo>
                    <a:pt x="0" y="44"/>
                  </a:lnTo>
                  <a:lnTo>
                    <a:pt x="0" y="44"/>
                  </a:lnTo>
                  <a:lnTo>
                    <a:pt x="0" y="48"/>
                  </a:lnTo>
                  <a:lnTo>
                    <a:pt x="2" y="50"/>
                  </a:lnTo>
                  <a:lnTo>
                    <a:pt x="2" y="50"/>
                  </a:lnTo>
                  <a:lnTo>
                    <a:pt x="6" y="50"/>
                  </a:lnTo>
                  <a:lnTo>
                    <a:pt x="8" y="48"/>
                  </a:lnTo>
                  <a:lnTo>
                    <a:pt x="8" y="48"/>
                  </a:lnTo>
                  <a:lnTo>
                    <a:pt x="14" y="34"/>
                  </a:lnTo>
                  <a:lnTo>
                    <a:pt x="22" y="24"/>
                  </a:lnTo>
                  <a:lnTo>
                    <a:pt x="34" y="14"/>
                  </a:lnTo>
                  <a:lnTo>
                    <a:pt x="46" y="8"/>
                  </a:lnTo>
                  <a:lnTo>
                    <a:pt x="46" y="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7210243" y="4450508"/>
            <a:ext cx="465099" cy="465099"/>
            <a:chOff x="3149600" y="3587750"/>
            <a:chExt cx="406400" cy="406400"/>
          </a:xfrm>
          <a:solidFill>
            <a:schemeClr val="tx2"/>
          </a:solidFill>
        </p:grpSpPr>
        <p:sp>
          <p:nvSpPr>
            <p:cNvPr id="187" name="Freeform 59"/>
            <p:cNvSpPr>
              <a:spLocks noEditPoints="1"/>
            </p:cNvSpPr>
            <p:nvPr/>
          </p:nvSpPr>
          <p:spPr bwMode="auto">
            <a:xfrm>
              <a:off x="3149600" y="3587750"/>
              <a:ext cx="406400" cy="406400"/>
            </a:xfrm>
            <a:custGeom>
              <a:avLst/>
              <a:gdLst/>
              <a:ahLst/>
              <a:cxnLst>
                <a:cxn ang="0">
                  <a:pos x="200" y="24"/>
                </a:cxn>
                <a:cxn ang="0">
                  <a:pos x="200" y="8"/>
                </a:cxn>
                <a:cxn ang="0">
                  <a:pos x="198" y="2"/>
                </a:cxn>
                <a:cxn ang="0">
                  <a:pos x="192" y="0"/>
                </a:cxn>
                <a:cxn ang="0">
                  <a:pos x="188" y="0"/>
                </a:cxn>
                <a:cxn ang="0">
                  <a:pos x="184" y="4"/>
                </a:cxn>
                <a:cxn ang="0">
                  <a:pos x="184" y="24"/>
                </a:cxn>
                <a:cxn ang="0">
                  <a:pos x="136" y="8"/>
                </a:cxn>
                <a:cxn ang="0">
                  <a:pos x="136" y="4"/>
                </a:cxn>
                <a:cxn ang="0">
                  <a:pos x="132" y="0"/>
                </a:cxn>
                <a:cxn ang="0">
                  <a:pos x="128" y="0"/>
                </a:cxn>
                <a:cxn ang="0">
                  <a:pos x="122" y="2"/>
                </a:cxn>
                <a:cxn ang="0">
                  <a:pos x="120" y="8"/>
                </a:cxn>
                <a:cxn ang="0">
                  <a:pos x="72" y="24"/>
                </a:cxn>
                <a:cxn ang="0">
                  <a:pos x="72" y="8"/>
                </a:cxn>
                <a:cxn ang="0">
                  <a:pos x="70" y="2"/>
                </a:cxn>
                <a:cxn ang="0">
                  <a:pos x="64" y="0"/>
                </a:cxn>
                <a:cxn ang="0">
                  <a:pos x="60" y="0"/>
                </a:cxn>
                <a:cxn ang="0">
                  <a:pos x="56" y="4"/>
                </a:cxn>
                <a:cxn ang="0">
                  <a:pos x="56" y="24"/>
                </a:cxn>
                <a:cxn ang="0">
                  <a:pos x="22" y="24"/>
                </a:cxn>
                <a:cxn ang="0">
                  <a:pos x="6" y="30"/>
                </a:cxn>
                <a:cxn ang="0">
                  <a:pos x="0" y="46"/>
                </a:cxn>
                <a:cxn ang="0">
                  <a:pos x="0" y="234"/>
                </a:cxn>
                <a:cxn ang="0">
                  <a:pos x="6" y="250"/>
                </a:cxn>
                <a:cxn ang="0">
                  <a:pos x="22" y="256"/>
                </a:cxn>
                <a:cxn ang="0">
                  <a:pos x="234" y="256"/>
                </a:cxn>
                <a:cxn ang="0">
                  <a:pos x="250" y="250"/>
                </a:cxn>
                <a:cxn ang="0">
                  <a:pos x="256" y="234"/>
                </a:cxn>
                <a:cxn ang="0">
                  <a:pos x="256" y="46"/>
                </a:cxn>
                <a:cxn ang="0">
                  <a:pos x="250" y="30"/>
                </a:cxn>
                <a:cxn ang="0">
                  <a:pos x="234" y="24"/>
                </a:cxn>
                <a:cxn ang="0">
                  <a:pos x="240" y="234"/>
                </a:cxn>
                <a:cxn ang="0">
                  <a:pos x="234" y="240"/>
                </a:cxn>
                <a:cxn ang="0">
                  <a:pos x="22" y="240"/>
                </a:cxn>
                <a:cxn ang="0">
                  <a:pos x="16" y="234"/>
                </a:cxn>
                <a:cxn ang="0">
                  <a:pos x="16" y="46"/>
                </a:cxn>
                <a:cxn ang="0">
                  <a:pos x="22" y="40"/>
                </a:cxn>
                <a:cxn ang="0">
                  <a:pos x="56" y="56"/>
                </a:cxn>
                <a:cxn ang="0">
                  <a:pos x="56" y="60"/>
                </a:cxn>
                <a:cxn ang="0">
                  <a:pos x="60" y="64"/>
                </a:cxn>
                <a:cxn ang="0">
                  <a:pos x="64" y="64"/>
                </a:cxn>
                <a:cxn ang="0">
                  <a:pos x="70" y="62"/>
                </a:cxn>
                <a:cxn ang="0">
                  <a:pos x="72" y="56"/>
                </a:cxn>
                <a:cxn ang="0">
                  <a:pos x="120" y="40"/>
                </a:cxn>
                <a:cxn ang="0">
                  <a:pos x="120" y="56"/>
                </a:cxn>
                <a:cxn ang="0">
                  <a:pos x="122" y="62"/>
                </a:cxn>
                <a:cxn ang="0">
                  <a:pos x="128" y="64"/>
                </a:cxn>
                <a:cxn ang="0">
                  <a:pos x="132" y="64"/>
                </a:cxn>
                <a:cxn ang="0">
                  <a:pos x="136" y="60"/>
                </a:cxn>
                <a:cxn ang="0">
                  <a:pos x="136" y="40"/>
                </a:cxn>
                <a:cxn ang="0">
                  <a:pos x="184" y="56"/>
                </a:cxn>
                <a:cxn ang="0">
                  <a:pos x="184" y="60"/>
                </a:cxn>
                <a:cxn ang="0">
                  <a:pos x="188" y="64"/>
                </a:cxn>
                <a:cxn ang="0">
                  <a:pos x="192" y="64"/>
                </a:cxn>
                <a:cxn ang="0">
                  <a:pos x="198" y="62"/>
                </a:cxn>
                <a:cxn ang="0">
                  <a:pos x="200" y="56"/>
                </a:cxn>
                <a:cxn ang="0">
                  <a:pos x="234" y="40"/>
                </a:cxn>
                <a:cxn ang="0">
                  <a:pos x="238" y="42"/>
                </a:cxn>
                <a:cxn ang="0">
                  <a:pos x="240" y="234"/>
                </a:cxn>
              </a:cxnLst>
              <a:rect l="0" t="0" r="r" b="b"/>
              <a:pathLst>
                <a:path w="256" h="256">
                  <a:moveTo>
                    <a:pt x="234" y="24"/>
                  </a:moveTo>
                  <a:lnTo>
                    <a:pt x="200" y="24"/>
                  </a:lnTo>
                  <a:lnTo>
                    <a:pt x="200" y="8"/>
                  </a:lnTo>
                  <a:lnTo>
                    <a:pt x="200" y="8"/>
                  </a:lnTo>
                  <a:lnTo>
                    <a:pt x="200" y="4"/>
                  </a:lnTo>
                  <a:lnTo>
                    <a:pt x="198" y="2"/>
                  </a:lnTo>
                  <a:lnTo>
                    <a:pt x="196" y="0"/>
                  </a:lnTo>
                  <a:lnTo>
                    <a:pt x="192" y="0"/>
                  </a:lnTo>
                  <a:lnTo>
                    <a:pt x="192" y="0"/>
                  </a:lnTo>
                  <a:lnTo>
                    <a:pt x="188" y="0"/>
                  </a:lnTo>
                  <a:lnTo>
                    <a:pt x="186" y="2"/>
                  </a:lnTo>
                  <a:lnTo>
                    <a:pt x="184" y="4"/>
                  </a:lnTo>
                  <a:lnTo>
                    <a:pt x="184" y="8"/>
                  </a:lnTo>
                  <a:lnTo>
                    <a:pt x="184" y="24"/>
                  </a:lnTo>
                  <a:lnTo>
                    <a:pt x="136" y="24"/>
                  </a:lnTo>
                  <a:lnTo>
                    <a:pt x="136" y="8"/>
                  </a:lnTo>
                  <a:lnTo>
                    <a:pt x="136" y="8"/>
                  </a:lnTo>
                  <a:lnTo>
                    <a:pt x="136" y="4"/>
                  </a:lnTo>
                  <a:lnTo>
                    <a:pt x="134" y="2"/>
                  </a:lnTo>
                  <a:lnTo>
                    <a:pt x="132" y="0"/>
                  </a:lnTo>
                  <a:lnTo>
                    <a:pt x="128" y="0"/>
                  </a:lnTo>
                  <a:lnTo>
                    <a:pt x="128" y="0"/>
                  </a:lnTo>
                  <a:lnTo>
                    <a:pt x="124" y="0"/>
                  </a:lnTo>
                  <a:lnTo>
                    <a:pt x="122" y="2"/>
                  </a:lnTo>
                  <a:lnTo>
                    <a:pt x="120" y="4"/>
                  </a:lnTo>
                  <a:lnTo>
                    <a:pt x="120" y="8"/>
                  </a:lnTo>
                  <a:lnTo>
                    <a:pt x="120" y="24"/>
                  </a:lnTo>
                  <a:lnTo>
                    <a:pt x="72" y="24"/>
                  </a:lnTo>
                  <a:lnTo>
                    <a:pt x="72" y="8"/>
                  </a:lnTo>
                  <a:lnTo>
                    <a:pt x="72" y="8"/>
                  </a:lnTo>
                  <a:lnTo>
                    <a:pt x="72" y="4"/>
                  </a:lnTo>
                  <a:lnTo>
                    <a:pt x="70" y="2"/>
                  </a:lnTo>
                  <a:lnTo>
                    <a:pt x="68" y="0"/>
                  </a:lnTo>
                  <a:lnTo>
                    <a:pt x="64" y="0"/>
                  </a:lnTo>
                  <a:lnTo>
                    <a:pt x="64" y="0"/>
                  </a:lnTo>
                  <a:lnTo>
                    <a:pt x="60" y="0"/>
                  </a:lnTo>
                  <a:lnTo>
                    <a:pt x="58" y="2"/>
                  </a:lnTo>
                  <a:lnTo>
                    <a:pt x="56" y="4"/>
                  </a:lnTo>
                  <a:lnTo>
                    <a:pt x="56" y="8"/>
                  </a:lnTo>
                  <a:lnTo>
                    <a:pt x="56" y="24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14" y="26"/>
                  </a:lnTo>
                  <a:lnTo>
                    <a:pt x="6" y="30"/>
                  </a:lnTo>
                  <a:lnTo>
                    <a:pt x="2" y="38"/>
                  </a:lnTo>
                  <a:lnTo>
                    <a:pt x="0" y="46"/>
                  </a:lnTo>
                  <a:lnTo>
                    <a:pt x="0" y="234"/>
                  </a:lnTo>
                  <a:lnTo>
                    <a:pt x="0" y="234"/>
                  </a:lnTo>
                  <a:lnTo>
                    <a:pt x="2" y="242"/>
                  </a:lnTo>
                  <a:lnTo>
                    <a:pt x="6" y="250"/>
                  </a:lnTo>
                  <a:lnTo>
                    <a:pt x="14" y="254"/>
                  </a:lnTo>
                  <a:lnTo>
                    <a:pt x="22" y="256"/>
                  </a:lnTo>
                  <a:lnTo>
                    <a:pt x="234" y="256"/>
                  </a:lnTo>
                  <a:lnTo>
                    <a:pt x="234" y="256"/>
                  </a:lnTo>
                  <a:lnTo>
                    <a:pt x="242" y="254"/>
                  </a:lnTo>
                  <a:lnTo>
                    <a:pt x="250" y="250"/>
                  </a:lnTo>
                  <a:lnTo>
                    <a:pt x="254" y="242"/>
                  </a:lnTo>
                  <a:lnTo>
                    <a:pt x="256" y="234"/>
                  </a:lnTo>
                  <a:lnTo>
                    <a:pt x="256" y="46"/>
                  </a:lnTo>
                  <a:lnTo>
                    <a:pt x="256" y="46"/>
                  </a:lnTo>
                  <a:lnTo>
                    <a:pt x="254" y="38"/>
                  </a:lnTo>
                  <a:lnTo>
                    <a:pt x="250" y="30"/>
                  </a:lnTo>
                  <a:lnTo>
                    <a:pt x="242" y="26"/>
                  </a:lnTo>
                  <a:lnTo>
                    <a:pt x="234" y="24"/>
                  </a:lnTo>
                  <a:close/>
                  <a:moveTo>
                    <a:pt x="240" y="234"/>
                  </a:moveTo>
                  <a:lnTo>
                    <a:pt x="240" y="234"/>
                  </a:lnTo>
                  <a:lnTo>
                    <a:pt x="238" y="238"/>
                  </a:lnTo>
                  <a:lnTo>
                    <a:pt x="234" y="240"/>
                  </a:lnTo>
                  <a:lnTo>
                    <a:pt x="22" y="240"/>
                  </a:lnTo>
                  <a:lnTo>
                    <a:pt x="22" y="240"/>
                  </a:lnTo>
                  <a:lnTo>
                    <a:pt x="18" y="238"/>
                  </a:lnTo>
                  <a:lnTo>
                    <a:pt x="16" y="234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8" y="42"/>
                  </a:lnTo>
                  <a:lnTo>
                    <a:pt x="22" y="40"/>
                  </a:lnTo>
                  <a:lnTo>
                    <a:pt x="56" y="40"/>
                  </a:lnTo>
                  <a:lnTo>
                    <a:pt x="56" y="56"/>
                  </a:lnTo>
                  <a:lnTo>
                    <a:pt x="56" y="56"/>
                  </a:lnTo>
                  <a:lnTo>
                    <a:pt x="56" y="60"/>
                  </a:lnTo>
                  <a:lnTo>
                    <a:pt x="58" y="62"/>
                  </a:lnTo>
                  <a:lnTo>
                    <a:pt x="60" y="64"/>
                  </a:lnTo>
                  <a:lnTo>
                    <a:pt x="64" y="64"/>
                  </a:lnTo>
                  <a:lnTo>
                    <a:pt x="64" y="64"/>
                  </a:lnTo>
                  <a:lnTo>
                    <a:pt x="68" y="64"/>
                  </a:lnTo>
                  <a:lnTo>
                    <a:pt x="70" y="62"/>
                  </a:lnTo>
                  <a:lnTo>
                    <a:pt x="72" y="60"/>
                  </a:lnTo>
                  <a:lnTo>
                    <a:pt x="72" y="56"/>
                  </a:lnTo>
                  <a:lnTo>
                    <a:pt x="72" y="40"/>
                  </a:lnTo>
                  <a:lnTo>
                    <a:pt x="120" y="40"/>
                  </a:lnTo>
                  <a:lnTo>
                    <a:pt x="120" y="56"/>
                  </a:lnTo>
                  <a:lnTo>
                    <a:pt x="120" y="56"/>
                  </a:lnTo>
                  <a:lnTo>
                    <a:pt x="120" y="60"/>
                  </a:lnTo>
                  <a:lnTo>
                    <a:pt x="122" y="62"/>
                  </a:lnTo>
                  <a:lnTo>
                    <a:pt x="124" y="64"/>
                  </a:lnTo>
                  <a:lnTo>
                    <a:pt x="128" y="64"/>
                  </a:lnTo>
                  <a:lnTo>
                    <a:pt x="128" y="64"/>
                  </a:lnTo>
                  <a:lnTo>
                    <a:pt x="132" y="64"/>
                  </a:lnTo>
                  <a:lnTo>
                    <a:pt x="134" y="62"/>
                  </a:lnTo>
                  <a:lnTo>
                    <a:pt x="136" y="60"/>
                  </a:lnTo>
                  <a:lnTo>
                    <a:pt x="136" y="56"/>
                  </a:lnTo>
                  <a:lnTo>
                    <a:pt x="136" y="40"/>
                  </a:lnTo>
                  <a:lnTo>
                    <a:pt x="184" y="40"/>
                  </a:lnTo>
                  <a:lnTo>
                    <a:pt x="184" y="56"/>
                  </a:lnTo>
                  <a:lnTo>
                    <a:pt x="184" y="56"/>
                  </a:lnTo>
                  <a:lnTo>
                    <a:pt x="184" y="60"/>
                  </a:lnTo>
                  <a:lnTo>
                    <a:pt x="186" y="62"/>
                  </a:lnTo>
                  <a:lnTo>
                    <a:pt x="188" y="64"/>
                  </a:lnTo>
                  <a:lnTo>
                    <a:pt x="192" y="64"/>
                  </a:lnTo>
                  <a:lnTo>
                    <a:pt x="192" y="64"/>
                  </a:lnTo>
                  <a:lnTo>
                    <a:pt x="196" y="64"/>
                  </a:lnTo>
                  <a:lnTo>
                    <a:pt x="198" y="62"/>
                  </a:lnTo>
                  <a:lnTo>
                    <a:pt x="200" y="60"/>
                  </a:lnTo>
                  <a:lnTo>
                    <a:pt x="200" y="56"/>
                  </a:lnTo>
                  <a:lnTo>
                    <a:pt x="200" y="40"/>
                  </a:lnTo>
                  <a:lnTo>
                    <a:pt x="234" y="40"/>
                  </a:lnTo>
                  <a:lnTo>
                    <a:pt x="234" y="40"/>
                  </a:lnTo>
                  <a:lnTo>
                    <a:pt x="238" y="42"/>
                  </a:lnTo>
                  <a:lnTo>
                    <a:pt x="240" y="46"/>
                  </a:lnTo>
                  <a:lnTo>
                    <a:pt x="240" y="23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88" name="Rectangle 62"/>
            <p:cNvSpPr>
              <a:spLocks noChangeArrowheads="1"/>
            </p:cNvSpPr>
            <p:nvPr/>
          </p:nvSpPr>
          <p:spPr bwMode="auto">
            <a:xfrm>
              <a:off x="3238500" y="3740150"/>
              <a:ext cx="50800" cy="381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89" name="Rectangle 63"/>
            <p:cNvSpPr>
              <a:spLocks noChangeArrowheads="1"/>
            </p:cNvSpPr>
            <p:nvPr/>
          </p:nvSpPr>
          <p:spPr bwMode="auto">
            <a:xfrm>
              <a:off x="3238500" y="3803650"/>
              <a:ext cx="50800" cy="381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90" name="Rectangle 64"/>
            <p:cNvSpPr>
              <a:spLocks noChangeArrowheads="1"/>
            </p:cNvSpPr>
            <p:nvPr/>
          </p:nvSpPr>
          <p:spPr bwMode="auto">
            <a:xfrm>
              <a:off x="3238500" y="3867150"/>
              <a:ext cx="50800" cy="381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91" name="Rectangle 65"/>
            <p:cNvSpPr>
              <a:spLocks noChangeArrowheads="1"/>
            </p:cNvSpPr>
            <p:nvPr/>
          </p:nvSpPr>
          <p:spPr bwMode="auto">
            <a:xfrm>
              <a:off x="3327400" y="3867150"/>
              <a:ext cx="50800" cy="381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92" name="Rectangle 66"/>
            <p:cNvSpPr>
              <a:spLocks noChangeArrowheads="1"/>
            </p:cNvSpPr>
            <p:nvPr/>
          </p:nvSpPr>
          <p:spPr bwMode="auto">
            <a:xfrm>
              <a:off x="3327400" y="3803650"/>
              <a:ext cx="50800" cy="381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93" name="Rectangle 67"/>
            <p:cNvSpPr>
              <a:spLocks noChangeArrowheads="1"/>
            </p:cNvSpPr>
            <p:nvPr/>
          </p:nvSpPr>
          <p:spPr bwMode="auto">
            <a:xfrm>
              <a:off x="3327400" y="3740150"/>
              <a:ext cx="50800" cy="381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94" name="Rectangle 68"/>
            <p:cNvSpPr>
              <a:spLocks noChangeArrowheads="1"/>
            </p:cNvSpPr>
            <p:nvPr/>
          </p:nvSpPr>
          <p:spPr bwMode="auto">
            <a:xfrm>
              <a:off x="3416300" y="3867150"/>
              <a:ext cx="50800" cy="381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95" name="Rectangle 69"/>
            <p:cNvSpPr>
              <a:spLocks noChangeArrowheads="1"/>
            </p:cNvSpPr>
            <p:nvPr/>
          </p:nvSpPr>
          <p:spPr bwMode="auto">
            <a:xfrm>
              <a:off x="3416300" y="3803650"/>
              <a:ext cx="50800" cy="381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96" name="Rectangle 70"/>
            <p:cNvSpPr>
              <a:spLocks noChangeArrowheads="1"/>
            </p:cNvSpPr>
            <p:nvPr/>
          </p:nvSpPr>
          <p:spPr bwMode="auto">
            <a:xfrm>
              <a:off x="3416300" y="3740150"/>
              <a:ext cx="50800" cy="381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</p:grpSp>
      <p:sp>
        <p:nvSpPr>
          <p:cNvPr id="5" name="Freeform 71"/>
          <p:cNvSpPr>
            <a:spLocks noEditPoints="1"/>
          </p:cNvSpPr>
          <p:nvPr/>
        </p:nvSpPr>
        <p:spPr bwMode="auto">
          <a:xfrm>
            <a:off x="6280045" y="4450508"/>
            <a:ext cx="465099" cy="465099"/>
          </a:xfrm>
          <a:custGeom>
            <a:avLst/>
            <a:gdLst/>
            <a:ahLst/>
            <a:cxnLst>
              <a:cxn ang="0">
                <a:pos x="228" y="58"/>
              </a:cxn>
              <a:cxn ang="0">
                <a:pos x="224" y="16"/>
              </a:cxn>
              <a:cxn ang="0">
                <a:pos x="214" y="2"/>
              </a:cxn>
              <a:cxn ang="0">
                <a:pos x="48" y="0"/>
              </a:cxn>
              <a:cxn ang="0">
                <a:pos x="34" y="10"/>
              </a:cxn>
              <a:cxn ang="0">
                <a:pos x="32" y="54"/>
              </a:cxn>
              <a:cxn ang="0">
                <a:pos x="4" y="90"/>
              </a:cxn>
              <a:cxn ang="0">
                <a:pos x="0" y="112"/>
              </a:cxn>
              <a:cxn ang="0">
                <a:pos x="8" y="128"/>
              </a:cxn>
              <a:cxn ang="0">
                <a:pos x="24" y="240"/>
              </a:cxn>
              <a:cxn ang="0">
                <a:pos x="28" y="252"/>
              </a:cxn>
              <a:cxn ang="0">
                <a:pos x="216" y="256"/>
              </a:cxn>
              <a:cxn ang="0">
                <a:pos x="228" y="252"/>
              </a:cxn>
              <a:cxn ang="0">
                <a:pos x="232" y="136"/>
              </a:cxn>
              <a:cxn ang="0">
                <a:pos x="248" y="128"/>
              </a:cxn>
              <a:cxn ang="0">
                <a:pos x="256" y="104"/>
              </a:cxn>
              <a:cxn ang="0">
                <a:pos x="252" y="90"/>
              </a:cxn>
              <a:cxn ang="0">
                <a:pos x="48" y="48"/>
              </a:cxn>
              <a:cxn ang="0">
                <a:pos x="82" y="120"/>
              </a:cxn>
              <a:cxn ang="0">
                <a:pos x="98" y="64"/>
              </a:cxn>
              <a:cxn ang="0">
                <a:pos x="124" y="64"/>
              </a:cxn>
              <a:cxn ang="0">
                <a:pos x="106" y="64"/>
              </a:cxn>
              <a:cxn ang="0">
                <a:pos x="166" y="120"/>
              </a:cxn>
              <a:cxn ang="0">
                <a:pos x="158" y="64"/>
              </a:cxn>
              <a:cxn ang="0">
                <a:pos x="174" y="120"/>
              </a:cxn>
              <a:cxn ang="0">
                <a:pos x="16" y="104"/>
              </a:cxn>
              <a:cxn ang="0">
                <a:pos x="42" y="68"/>
              </a:cxn>
              <a:cxn ang="0">
                <a:pos x="48" y="64"/>
              </a:cxn>
              <a:cxn ang="0">
                <a:pos x="24" y="120"/>
              </a:cxn>
              <a:cxn ang="0">
                <a:pos x="18" y="118"/>
              </a:cxn>
              <a:cxn ang="0">
                <a:pos x="160" y="240"/>
              </a:cxn>
              <a:cxn ang="0">
                <a:pos x="160" y="160"/>
              </a:cxn>
              <a:cxn ang="0">
                <a:pos x="168" y="240"/>
              </a:cxn>
              <a:cxn ang="0">
                <a:pos x="168" y="156"/>
              </a:cxn>
              <a:cxn ang="0">
                <a:pos x="160" y="152"/>
              </a:cxn>
              <a:cxn ang="0">
                <a:pos x="96" y="152"/>
              </a:cxn>
              <a:cxn ang="0">
                <a:pos x="92" y="160"/>
              </a:cxn>
              <a:cxn ang="0">
                <a:pos x="40" y="136"/>
              </a:cxn>
              <a:cxn ang="0">
                <a:pos x="240" y="112"/>
              </a:cxn>
              <a:cxn ang="0">
                <a:pos x="238" y="118"/>
              </a:cxn>
              <a:cxn ang="0">
                <a:pos x="218" y="120"/>
              </a:cxn>
              <a:cxn ang="0">
                <a:pos x="208" y="64"/>
              </a:cxn>
              <a:cxn ang="0">
                <a:pos x="238" y="100"/>
              </a:cxn>
              <a:cxn ang="0">
                <a:pos x="240" y="112"/>
              </a:cxn>
            </a:cxnLst>
            <a:rect l="0" t="0" r="r" b="b"/>
            <a:pathLst>
              <a:path w="256" h="256">
                <a:moveTo>
                  <a:pt x="252" y="90"/>
                </a:moveTo>
                <a:lnTo>
                  <a:pt x="228" y="58"/>
                </a:lnTo>
                <a:lnTo>
                  <a:pt x="228" y="58"/>
                </a:lnTo>
                <a:lnTo>
                  <a:pt x="224" y="54"/>
                </a:lnTo>
                <a:lnTo>
                  <a:pt x="224" y="16"/>
                </a:lnTo>
                <a:lnTo>
                  <a:pt x="224" y="16"/>
                </a:lnTo>
                <a:lnTo>
                  <a:pt x="222" y="10"/>
                </a:lnTo>
                <a:lnTo>
                  <a:pt x="220" y="4"/>
                </a:lnTo>
                <a:lnTo>
                  <a:pt x="214" y="2"/>
                </a:lnTo>
                <a:lnTo>
                  <a:pt x="208" y="0"/>
                </a:lnTo>
                <a:lnTo>
                  <a:pt x="48" y="0"/>
                </a:lnTo>
                <a:lnTo>
                  <a:pt x="48" y="0"/>
                </a:lnTo>
                <a:lnTo>
                  <a:pt x="42" y="2"/>
                </a:lnTo>
                <a:lnTo>
                  <a:pt x="36" y="4"/>
                </a:lnTo>
                <a:lnTo>
                  <a:pt x="34" y="10"/>
                </a:lnTo>
                <a:lnTo>
                  <a:pt x="32" y="16"/>
                </a:lnTo>
                <a:lnTo>
                  <a:pt x="32" y="54"/>
                </a:lnTo>
                <a:lnTo>
                  <a:pt x="32" y="54"/>
                </a:lnTo>
                <a:lnTo>
                  <a:pt x="28" y="58"/>
                </a:lnTo>
                <a:lnTo>
                  <a:pt x="4" y="90"/>
                </a:lnTo>
                <a:lnTo>
                  <a:pt x="4" y="90"/>
                </a:lnTo>
                <a:lnTo>
                  <a:pt x="2" y="96"/>
                </a:lnTo>
                <a:lnTo>
                  <a:pt x="0" y="104"/>
                </a:lnTo>
                <a:lnTo>
                  <a:pt x="0" y="112"/>
                </a:lnTo>
                <a:lnTo>
                  <a:pt x="0" y="112"/>
                </a:lnTo>
                <a:lnTo>
                  <a:pt x="2" y="122"/>
                </a:lnTo>
                <a:lnTo>
                  <a:pt x="8" y="128"/>
                </a:lnTo>
                <a:lnTo>
                  <a:pt x="14" y="134"/>
                </a:lnTo>
                <a:lnTo>
                  <a:pt x="24" y="136"/>
                </a:lnTo>
                <a:lnTo>
                  <a:pt x="24" y="240"/>
                </a:lnTo>
                <a:lnTo>
                  <a:pt x="24" y="240"/>
                </a:lnTo>
                <a:lnTo>
                  <a:pt x="26" y="246"/>
                </a:lnTo>
                <a:lnTo>
                  <a:pt x="28" y="252"/>
                </a:lnTo>
                <a:lnTo>
                  <a:pt x="34" y="254"/>
                </a:lnTo>
                <a:lnTo>
                  <a:pt x="40" y="256"/>
                </a:lnTo>
                <a:lnTo>
                  <a:pt x="216" y="256"/>
                </a:lnTo>
                <a:lnTo>
                  <a:pt x="216" y="256"/>
                </a:lnTo>
                <a:lnTo>
                  <a:pt x="222" y="254"/>
                </a:lnTo>
                <a:lnTo>
                  <a:pt x="228" y="252"/>
                </a:lnTo>
                <a:lnTo>
                  <a:pt x="230" y="246"/>
                </a:lnTo>
                <a:lnTo>
                  <a:pt x="232" y="240"/>
                </a:lnTo>
                <a:lnTo>
                  <a:pt x="232" y="136"/>
                </a:lnTo>
                <a:lnTo>
                  <a:pt x="232" y="136"/>
                </a:lnTo>
                <a:lnTo>
                  <a:pt x="242" y="134"/>
                </a:lnTo>
                <a:lnTo>
                  <a:pt x="248" y="128"/>
                </a:lnTo>
                <a:lnTo>
                  <a:pt x="254" y="122"/>
                </a:lnTo>
                <a:lnTo>
                  <a:pt x="256" y="112"/>
                </a:lnTo>
                <a:lnTo>
                  <a:pt x="256" y="104"/>
                </a:lnTo>
                <a:lnTo>
                  <a:pt x="256" y="104"/>
                </a:lnTo>
                <a:lnTo>
                  <a:pt x="254" y="96"/>
                </a:lnTo>
                <a:lnTo>
                  <a:pt x="252" y="90"/>
                </a:lnTo>
                <a:close/>
                <a:moveTo>
                  <a:pt x="208" y="16"/>
                </a:moveTo>
                <a:lnTo>
                  <a:pt x="208" y="48"/>
                </a:lnTo>
                <a:lnTo>
                  <a:pt x="48" y="48"/>
                </a:lnTo>
                <a:lnTo>
                  <a:pt x="48" y="16"/>
                </a:lnTo>
                <a:lnTo>
                  <a:pt x="208" y="16"/>
                </a:lnTo>
                <a:close/>
                <a:moveTo>
                  <a:pt x="82" y="120"/>
                </a:moveTo>
                <a:lnTo>
                  <a:pt x="48" y="120"/>
                </a:lnTo>
                <a:lnTo>
                  <a:pt x="80" y="64"/>
                </a:lnTo>
                <a:lnTo>
                  <a:pt x="98" y="64"/>
                </a:lnTo>
                <a:lnTo>
                  <a:pt x="82" y="120"/>
                </a:lnTo>
                <a:close/>
                <a:moveTo>
                  <a:pt x="106" y="64"/>
                </a:moveTo>
                <a:lnTo>
                  <a:pt x="124" y="64"/>
                </a:lnTo>
                <a:lnTo>
                  <a:pt x="124" y="120"/>
                </a:lnTo>
                <a:lnTo>
                  <a:pt x="90" y="120"/>
                </a:lnTo>
                <a:lnTo>
                  <a:pt x="106" y="64"/>
                </a:lnTo>
                <a:close/>
                <a:moveTo>
                  <a:pt x="132" y="64"/>
                </a:moveTo>
                <a:lnTo>
                  <a:pt x="150" y="64"/>
                </a:lnTo>
                <a:lnTo>
                  <a:pt x="166" y="120"/>
                </a:lnTo>
                <a:lnTo>
                  <a:pt x="132" y="120"/>
                </a:lnTo>
                <a:lnTo>
                  <a:pt x="132" y="64"/>
                </a:lnTo>
                <a:close/>
                <a:moveTo>
                  <a:pt x="158" y="64"/>
                </a:moveTo>
                <a:lnTo>
                  <a:pt x="176" y="64"/>
                </a:lnTo>
                <a:lnTo>
                  <a:pt x="208" y="120"/>
                </a:lnTo>
                <a:lnTo>
                  <a:pt x="174" y="120"/>
                </a:lnTo>
                <a:lnTo>
                  <a:pt x="158" y="64"/>
                </a:lnTo>
                <a:close/>
                <a:moveTo>
                  <a:pt x="16" y="112"/>
                </a:moveTo>
                <a:lnTo>
                  <a:pt x="16" y="104"/>
                </a:lnTo>
                <a:lnTo>
                  <a:pt x="16" y="104"/>
                </a:lnTo>
                <a:lnTo>
                  <a:pt x="18" y="100"/>
                </a:lnTo>
                <a:lnTo>
                  <a:pt x="42" y="68"/>
                </a:lnTo>
                <a:lnTo>
                  <a:pt x="42" y="68"/>
                </a:lnTo>
                <a:lnTo>
                  <a:pt x="44" y="64"/>
                </a:lnTo>
                <a:lnTo>
                  <a:pt x="48" y="64"/>
                </a:lnTo>
                <a:lnTo>
                  <a:pt x="70" y="64"/>
                </a:lnTo>
                <a:lnTo>
                  <a:pt x="38" y="120"/>
                </a:lnTo>
                <a:lnTo>
                  <a:pt x="24" y="120"/>
                </a:lnTo>
                <a:lnTo>
                  <a:pt x="24" y="120"/>
                </a:lnTo>
                <a:lnTo>
                  <a:pt x="20" y="120"/>
                </a:lnTo>
                <a:lnTo>
                  <a:pt x="18" y="118"/>
                </a:lnTo>
                <a:lnTo>
                  <a:pt x="16" y="116"/>
                </a:lnTo>
                <a:lnTo>
                  <a:pt x="16" y="112"/>
                </a:lnTo>
                <a:close/>
                <a:moveTo>
                  <a:pt x="160" y="240"/>
                </a:moveTo>
                <a:lnTo>
                  <a:pt x="100" y="240"/>
                </a:lnTo>
                <a:lnTo>
                  <a:pt x="100" y="160"/>
                </a:lnTo>
                <a:lnTo>
                  <a:pt x="160" y="160"/>
                </a:lnTo>
                <a:lnTo>
                  <a:pt x="160" y="240"/>
                </a:lnTo>
                <a:close/>
                <a:moveTo>
                  <a:pt x="216" y="240"/>
                </a:moveTo>
                <a:lnTo>
                  <a:pt x="168" y="240"/>
                </a:lnTo>
                <a:lnTo>
                  <a:pt x="168" y="160"/>
                </a:lnTo>
                <a:lnTo>
                  <a:pt x="168" y="160"/>
                </a:lnTo>
                <a:lnTo>
                  <a:pt x="168" y="156"/>
                </a:lnTo>
                <a:lnTo>
                  <a:pt x="166" y="154"/>
                </a:lnTo>
                <a:lnTo>
                  <a:pt x="164" y="152"/>
                </a:lnTo>
                <a:lnTo>
                  <a:pt x="160" y="152"/>
                </a:lnTo>
                <a:lnTo>
                  <a:pt x="100" y="152"/>
                </a:lnTo>
                <a:lnTo>
                  <a:pt x="100" y="152"/>
                </a:lnTo>
                <a:lnTo>
                  <a:pt x="96" y="152"/>
                </a:lnTo>
                <a:lnTo>
                  <a:pt x="94" y="154"/>
                </a:lnTo>
                <a:lnTo>
                  <a:pt x="92" y="156"/>
                </a:lnTo>
                <a:lnTo>
                  <a:pt x="92" y="160"/>
                </a:lnTo>
                <a:lnTo>
                  <a:pt x="92" y="240"/>
                </a:lnTo>
                <a:lnTo>
                  <a:pt x="40" y="240"/>
                </a:lnTo>
                <a:lnTo>
                  <a:pt x="40" y="136"/>
                </a:lnTo>
                <a:lnTo>
                  <a:pt x="216" y="136"/>
                </a:lnTo>
                <a:lnTo>
                  <a:pt x="216" y="240"/>
                </a:lnTo>
                <a:close/>
                <a:moveTo>
                  <a:pt x="240" y="112"/>
                </a:moveTo>
                <a:lnTo>
                  <a:pt x="240" y="112"/>
                </a:lnTo>
                <a:lnTo>
                  <a:pt x="240" y="116"/>
                </a:lnTo>
                <a:lnTo>
                  <a:pt x="238" y="118"/>
                </a:lnTo>
                <a:lnTo>
                  <a:pt x="236" y="120"/>
                </a:lnTo>
                <a:lnTo>
                  <a:pt x="232" y="120"/>
                </a:lnTo>
                <a:lnTo>
                  <a:pt x="218" y="120"/>
                </a:lnTo>
                <a:lnTo>
                  <a:pt x="186" y="64"/>
                </a:lnTo>
                <a:lnTo>
                  <a:pt x="208" y="64"/>
                </a:lnTo>
                <a:lnTo>
                  <a:pt x="208" y="64"/>
                </a:lnTo>
                <a:lnTo>
                  <a:pt x="212" y="64"/>
                </a:lnTo>
                <a:lnTo>
                  <a:pt x="214" y="68"/>
                </a:lnTo>
                <a:lnTo>
                  <a:pt x="238" y="100"/>
                </a:lnTo>
                <a:lnTo>
                  <a:pt x="238" y="100"/>
                </a:lnTo>
                <a:lnTo>
                  <a:pt x="240" y="104"/>
                </a:lnTo>
                <a:lnTo>
                  <a:pt x="240" y="112"/>
                </a:lnTo>
                <a:close/>
              </a:path>
            </a:pathLst>
          </a:custGeom>
          <a:solidFill>
            <a:schemeClr val="tx2"/>
          </a:solidFill>
          <a:ln w="9525">
            <a:noFill/>
            <a:round/>
            <a:headEnd/>
            <a:tailEnd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ar-SA" sz="2288"/>
          </a:p>
        </p:txBody>
      </p:sp>
      <p:sp>
        <p:nvSpPr>
          <p:cNvPr id="6" name="Freeform 82"/>
          <p:cNvSpPr>
            <a:spLocks/>
          </p:cNvSpPr>
          <p:nvPr/>
        </p:nvSpPr>
        <p:spPr bwMode="auto">
          <a:xfrm>
            <a:off x="10931035" y="3534845"/>
            <a:ext cx="465099" cy="421496"/>
          </a:xfrm>
          <a:custGeom>
            <a:avLst/>
            <a:gdLst/>
            <a:ahLst/>
            <a:cxnLst>
              <a:cxn ang="0">
                <a:pos x="224" y="12"/>
              </a:cxn>
              <a:cxn ang="0">
                <a:pos x="184" y="0"/>
              </a:cxn>
              <a:cxn ang="0">
                <a:pos x="144" y="12"/>
              </a:cxn>
              <a:cxn ang="0">
                <a:pos x="16" y="136"/>
              </a:cxn>
              <a:cxn ang="0">
                <a:pos x="2" y="166"/>
              </a:cxn>
              <a:cxn ang="0">
                <a:pos x="4" y="198"/>
              </a:cxn>
              <a:cxn ang="0">
                <a:pos x="16" y="216"/>
              </a:cxn>
              <a:cxn ang="0">
                <a:pos x="46" y="230"/>
              </a:cxn>
              <a:cxn ang="0">
                <a:pos x="78" y="228"/>
              </a:cxn>
              <a:cxn ang="0">
                <a:pos x="212" y="100"/>
              </a:cxn>
              <a:cxn ang="0">
                <a:pos x="222" y="88"/>
              </a:cxn>
              <a:cxn ang="0">
                <a:pos x="224" y="64"/>
              </a:cxn>
              <a:cxn ang="0">
                <a:pos x="212" y="44"/>
              </a:cxn>
              <a:cxn ang="0">
                <a:pos x="200" y="34"/>
              </a:cxn>
              <a:cxn ang="0">
                <a:pos x="176" y="32"/>
              </a:cxn>
              <a:cxn ang="0">
                <a:pos x="156" y="44"/>
              </a:cxn>
              <a:cxn ang="0">
                <a:pos x="66" y="134"/>
              </a:cxn>
              <a:cxn ang="0">
                <a:pos x="68" y="142"/>
              </a:cxn>
              <a:cxn ang="0">
                <a:pos x="74" y="146"/>
              </a:cxn>
              <a:cxn ang="0">
                <a:pos x="168" y="56"/>
              </a:cxn>
              <a:cxn ang="0">
                <a:pos x="184" y="48"/>
              </a:cxn>
              <a:cxn ang="0">
                <a:pos x="200" y="56"/>
              </a:cxn>
              <a:cxn ang="0">
                <a:pos x="206" y="82"/>
              </a:cxn>
              <a:cxn ang="0">
                <a:pos x="84" y="204"/>
              </a:cxn>
              <a:cxn ang="0">
                <a:pos x="64" y="216"/>
              </a:cxn>
              <a:cxn ang="0">
                <a:pos x="40" y="214"/>
              </a:cxn>
              <a:cxn ang="0">
                <a:pos x="28" y="204"/>
              </a:cxn>
              <a:cxn ang="0">
                <a:pos x="16" y="184"/>
              </a:cxn>
              <a:cxn ang="0">
                <a:pos x="18" y="160"/>
              </a:cxn>
              <a:cxn ang="0">
                <a:pos x="144" y="34"/>
              </a:cxn>
              <a:cxn ang="0">
                <a:pos x="162" y="22"/>
              </a:cxn>
              <a:cxn ang="0">
                <a:pos x="194" y="18"/>
              </a:cxn>
              <a:cxn ang="0">
                <a:pos x="222" y="34"/>
              </a:cxn>
              <a:cxn ang="0">
                <a:pos x="234" y="52"/>
              </a:cxn>
              <a:cxn ang="0">
                <a:pos x="238" y="84"/>
              </a:cxn>
              <a:cxn ang="0">
                <a:pos x="222" y="112"/>
              </a:cxn>
              <a:cxn ang="0">
                <a:pos x="134" y="202"/>
              </a:cxn>
              <a:cxn ang="0">
                <a:pos x="136" y="210"/>
              </a:cxn>
              <a:cxn ang="0">
                <a:pos x="142" y="214"/>
              </a:cxn>
              <a:cxn ang="0">
                <a:pos x="234" y="122"/>
              </a:cxn>
              <a:cxn ang="0">
                <a:pos x="250" y="100"/>
              </a:cxn>
              <a:cxn ang="0">
                <a:pos x="254" y="58"/>
              </a:cxn>
              <a:cxn ang="0">
                <a:pos x="234" y="22"/>
              </a:cxn>
            </a:cxnLst>
            <a:rect l="0" t="0" r="r" b="b"/>
            <a:pathLst>
              <a:path w="256" h="232">
                <a:moveTo>
                  <a:pt x="234" y="22"/>
                </a:moveTo>
                <a:lnTo>
                  <a:pt x="234" y="22"/>
                </a:lnTo>
                <a:lnTo>
                  <a:pt x="224" y="12"/>
                </a:lnTo>
                <a:lnTo>
                  <a:pt x="212" y="6"/>
                </a:lnTo>
                <a:lnTo>
                  <a:pt x="198" y="2"/>
                </a:lnTo>
                <a:lnTo>
                  <a:pt x="184" y="0"/>
                </a:lnTo>
                <a:lnTo>
                  <a:pt x="170" y="2"/>
                </a:lnTo>
                <a:lnTo>
                  <a:pt x="156" y="6"/>
                </a:lnTo>
                <a:lnTo>
                  <a:pt x="144" y="12"/>
                </a:lnTo>
                <a:lnTo>
                  <a:pt x="134" y="22"/>
                </a:lnTo>
                <a:lnTo>
                  <a:pt x="16" y="136"/>
                </a:lnTo>
                <a:lnTo>
                  <a:pt x="16" y="136"/>
                </a:lnTo>
                <a:lnTo>
                  <a:pt x="10" y="146"/>
                </a:lnTo>
                <a:lnTo>
                  <a:pt x="4" y="154"/>
                </a:lnTo>
                <a:lnTo>
                  <a:pt x="2" y="166"/>
                </a:lnTo>
                <a:lnTo>
                  <a:pt x="0" y="176"/>
                </a:lnTo>
                <a:lnTo>
                  <a:pt x="2" y="186"/>
                </a:lnTo>
                <a:lnTo>
                  <a:pt x="4" y="198"/>
                </a:lnTo>
                <a:lnTo>
                  <a:pt x="10" y="206"/>
                </a:lnTo>
                <a:lnTo>
                  <a:pt x="16" y="216"/>
                </a:lnTo>
                <a:lnTo>
                  <a:pt x="16" y="216"/>
                </a:lnTo>
                <a:lnTo>
                  <a:pt x="26" y="222"/>
                </a:lnTo>
                <a:lnTo>
                  <a:pt x="34" y="228"/>
                </a:lnTo>
                <a:lnTo>
                  <a:pt x="46" y="230"/>
                </a:lnTo>
                <a:lnTo>
                  <a:pt x="56" y="232"/>
                </a:lnTo>
                <a:lnTo>
                  <a:pt x="66" y="230"/>
                </a:lnTo>
                <a:lnTo>
                  <a:pt x="78" y="228"/>
                </a:lnTo>
                <a:lnTo>
                  <a:pt x="86" y="222"/>
                </a:lnTo>
                <a:lnTo>
                  <a:pt x="96" y="216"/>
                </a:lnTo>
                <a:lnTo>
                  <a:pt x="212" y="100"/>
                </a:lnTo>
                <a:lnTo>
                  <a:pt x="212" y="100"/>
                </a:lnTo>
                <a:lnTo>
                  <a:pt x="218" y="94"/>
                </a:lnTo>
                <a:lnTo>
                  <a:pt x="222" y="88"/>
                </a:lnTo>
                <a:lnTo>
                  <a:pt x="224" y="80"/>
                </a:lnTo>
                <a:lnTo>
                  <a:pt x="224" y="72"/>
                </a:lnTo>
                <a:lnTo>
                  <a:pt x="224" y="64"/>
                </a:lnTo>
                <a:lnTo>
                  <a:pt x="222" y="56"/>
                </a:lnTo>
                <a:lnTo>
                  <a:pt x="218" y="50"/>
                </a:lnTo>
                <a:lnTo>
                  <a:pt x="212" y="44"/>
                </a:lnTo>
                <a:lnTo>
                  <a:pt x="212" y="44"/>
                </a:lnTo>
                <a:lnTo>
                  <a:pt x="206" y="38"/>
                </a:lnTo>
                <a:lnTo>
                  <a:pt x="200" y="34"/>
                </a:lnTo>
                <a:lnTo>
                  <a:pt x="192" y="32"/>
                </a:lnTo>
                <a:lnTo>
                  <a:pt x="184" y="32"/>
                </a:lnTo>
                <a:lnTo>
                  <a:pt x="176" y="32"/>
                </a:lnTo>
                <a:lnTo>
                  <a:pt x="168" y="34"/>
                </a:lnTo>
                <a:lnTo>
                  <a:pt x="162" y="38"/>
                </a:lnTo>
                <a:lnTo>
                  <a:pt x="156" y="44"/>
                </a:lnTo>
                <a:lnTo>
                  <a:pt x="68" y="132"/>
                </a:lnTo>
                <a:lnTo>
                  <a:pt x="68" y="132"/>
                </a:lnTo>
                <a:lnTo>
                  <a:pt x="66" y="134"/>
                </a:lnTo>
                <a:lnTo>
                  <a:pt x="66" y="138"/>
                </a:lnTo>
                <a:lnTo>
                  <a:pt x="66" y="140"/>
                </a:lnTo>
                <a:lnTo>
                  <a:pt x="68" y="142"/>
                </a:lnTo>
                <a:lnTo>
                  <a:pt x="68" y="142"/>
                </a:lnTo>
                <a:lnTo>
                  <a:pt x="70" y="144"/>
                </a:lnTo>
                <a:lnTo>
                  <a:pt x="74" y="146"/>
                </a:lnTo>
                <a:lnTo>
                  <a:pt x="76" y="144"/>
                </a:lnTo>
                <a:lnTo>
                  <a:pt x="80" y="142"/>
                </a:lnTo>
                <a:lnTo>
                  <a:pt x="168" y="56"/>
                </a:lnTo>
                <a:lnTo>
                  <a:pt x="168" y="56"/>
                </a:lnTo>
                <a:lnTo>
                  <a:pt x="174" y="50"/>
                </a:lnTo>
                <a:lnTo>
                  <a:pt x="184" y="48"/>
                </a:lnTo>
                <a:lnTo>
                  <a:pt x="194" y="50"/>
                </a:lnTo>
                <a:lnTo>
                  <a:pt x="200" y="56"/>
                </a:lnTo>
                <a:lnTo>
                  <a:pt x="200" y="56"/>
                </a:lnTo>
                <a:lnTo>
                  <a:pt x="206" y="62"/>
                </a:lnTo>
                <a:lnTo>
                  <a:pt x="208" y="72"/>
                </a:lnTo>
                <a:lnTo>
                  <a:pt x="206" y="82"/>
                </a:lnTo>
                <a:lnTo>
                  <a:pt x="200" y="88"/>
                </a:lnTo>
                <a:lnTo>
                  <a:pt x="84" y="204"/>
                </a:lnTo>
                <a:lnTo>
                  <a:pt x="84" y="204"/>
                </a:lnTo>
                <a:lnTo>
                  <a:pt x="78" y="210"/>
                </a:lnTo>
                <a:lnTo>
                  <a:pt x="72" y="214"/>
                </a:lnTo>
                <a:lnTo>
                  <a:pt x="64" y="216"/>
                </a:lnTo>
                <a:lnTo>
                  <a:pt x="56" y="216"/>
                </a:lnTo>
                <a:lnTo>
                  <a:pt x="48" y="216"/>
                </a:lnTo>
                <a:lnTo>
                  <a:pt x="40" y="214"/>
                </a:lnTo>
                <a:lnTo>
                  <a:pt x="34" y="210"/>
                </a:lnTo>
                <a:lnTo>
                  <a:pt x="28" y="204"/>
                </a:lnTo>
                <a:lnTo>
                  <a:pt x="28" y="204"/>
                </a:lnTo>
                <a:lnTo>
                  <a:pt x="22" y="198"/>
                </a:lnTo>
                <a:lnTo>
                  <a:pt x="18" y="192"/>
                </a:lnTo>
                <a:lnTo>
                  <a:pt x="16" y="184"/>
                </a:lnTo>
                <a:lnTo>
                  <a:pt x="16" y="176"/>
                </a:lnTo>
                <a:lnTo>
                  <a:pt x="16" y="168"/>
                </a:lnTo>
                <a:lnTo>
                  <a:pt x="18" y="160"/>
                </a:lnTo>
                <a:lnTo>
                  <a:pt x="22" y="154"/>
                </a:lnTo>
                <a:lnTo>
                  <a:pt x="28" y="148"/>
                </a:lnTo>
                <a:lnTo>
                  <a:pt x="144" y="34"/>
                </a:lnTo>
                <a:lnTo>
                  <a:pt x="144" y="34"/>
                </a:lnTo>
                <a:lnTo>
                  <a:pt x="152" y="26"/>
                </a:lnTo>
                <a:lnTo>
                  <a:pt x="162" y="22"/>
                </a:lnTo>
                <a:lnTo>
                  <a:pt x="172" y="18"/>
                </a:lnTo>
                <a:lnTo>
                  <a:pt x="182" y="18"/>
                </a:lnTo>
                <a:lnTo>
                  <a:pt x="194" y="18"/>
                </a:lnTo>
                <a:lnTo>
                  <a:pt x="204" y="22"/>
                </a:lnTo>
                <a:lnTo>
                  <a:pt x="214" y="26"/>
                </a:lnTo>
                <a:lnTo>
                  <a:pt x="222" y="34"/>
                </a:lnTo>
                <a:lnTo>
                  <a:pt x="222" y="34"/>
                </a:lnTo>
                <a:lnTo>
                  <a:pt x="230" y="42"/>
                </a:lnTo>
                <a:lnTo>
                  <a:pt x="234" y="52"/>
                </a:lnTo>
                <a:lnTo>
                  <a:pt x="238" y="62"/>
                </a:lnTo>
                <a:lnTo>
                  <a:pt x="238" y="74"/>
                </a:lnTo>
                <a:lnTo>
                  <a:pt x="238" y="84"/>
                </a:lnTo>
                <a:lnTo>
                  <a:pt x="234" y="94"/>
                </a:lnTo>
                <a:lnTo>
                  <a:pt x="230" y="104"/>
                </a:lnTo>
                <a:lnTo>
                  <a:pt x="222" y="112"/>
                </a:lnTo>
                <a:lnTo>
                  <a:pt x="136" y="200"/>
                </a:lnTo>
                <a:lnTo>
                  <a:pt x="136" y="200"/>
                </a:lnTo>
                <a:lnTo>
                  <a:pt x="134" y="202"/>
                </a:lnTo>
                <a:lnTo>
                  <a:pt x="134" y="206"/>
                </a:lnTo>
                <a:lnTo>
                  <a:pt x="134" y="208"/>
                </a:lnTo>
                <a:lnTo>
                  <a:pt x="136" y="210"/>
                </a:lnTo>
                <a:lnTo>
                  <a:pt x="136" y="210"/>
                </a:lnTo>
                <a:lnTo>
                  <a:pt x="138" y="212"/>
                </a:lnTo>
                <a:lnTo>
                  <a:pt x="142" y="214"/>
                </a:lnTo>
                <a:lnTo>
                  <a:pt x="144" y="212"/>
                </a:lnTo>
                <a:lnTo>
                  <a:pt x="148" y="210"/>
                </a:lnTo>
                <a:lnTo>
                  <a:pt x="234" y="122"/>
                </a:lnTo>
                <a:lnTo>
                  <a:pt x="234" y="122"/>
                </a:lnTo>
                <a:lnTo>
                  <a:pt x="244" y="112"/>
                </a:lnTo>
                <a:lnTo>
                  <a:pt x="250" y="100"/>
                </a:lnTo>
                <a:lnTo>
                  <a:pt x="254" y="86"/>
                </a:lnTo>
                <a:lnTo>
                  <a:pt x="256" y="72"/>
                </a:lnTo>
                <a:lnTo>
                  <a:pt x="254" y="58"/>
                </a:lnTo>
                <a:lnTo>
                  <a:pt x="250" y="44"/>
                </a:lnTo>
                <a:lnTo>
                  <a:pt x="244" y="32"/>
                </a:lnTo>
                <a:lnTo>
                  <a:pt x="234" y="22"/>
                </a:lnTo>
                <a:close/>
              </a:path>
            </a:pathLst>
          </a:custGeom>
          <a:solidFill>
            <a:schemeClr val="tx2"/>
          </a:solidFill>
          <a:ln w="9525">
            <a:noFill/>
            <a:round/>
            <a:headEnd/>
            <a:tailEnd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ar-SA" sz="2288"/>
          </a:p>
        </p:txBody>
      </p:sp>
      <p:sp>
        <p:nvSpPr>
          <p:cNvPr id="7" name="Freeform 83"/>
          <p:cNvSpPr>
            <a:spLocks/>
          </p:cNvSpPr>
          <p:nvPr/>
        </p:nvSpPr>
        <p:spPr bwMode="auto">
          <a:xfrm>
            <a:off x="10931035" y="3534845"/>
            <a:ext cx="465099" cy="421496"/>
          </a:xfrm>
          <a:custGeom>
            <a:avLst/>
            <a:gdLst/>
            <a:ahLst/>
            <a:cxnLst>
              <a:cxn ang="0">
                <a:pos x="224" y="12"/>
              </a:cxn>
              <a:cxn ang="0">
                <a:pos x="184" y="0"/>
              </a:cxn>
              <a:cxn ang="0">
                <a:pos x="144" y="12"/>
              </a:cxn>
              <a:cxn ang="0">
                <a:pos x="16" y="136"/>
              </a:cxn>
              <a:cxn ang="0">
                <a:pos x="2" y="166"/>
              </a:cxn>
              <a:cxn ang="0">
                <a:pos x="4" y="198"/>
              </a:cxn>
              <a:cxn ang="0">
                <a:pos x="16" y="216"/>
              </a:cxn>
              <a:cxn ang="0">
                <a:pos x="46" y="230"/>
              </a:cxn>
              <a:cxn ang="0">
                <a:pos x="78" y="228"/>
              </a:cxn>
              <a:cxn ang="0">
                <a:pos x="212" y="100"/>
              </a:cxn>
              <a:cxn ang="0">
                <a:pos x="222" y="88"/>
              </a:cxn>
              <a:cxn ang="0">
                <a:pos x="224" y="64"/>
              </a:cxn>
              <a:cxn ang="0">
                <a:pos x="212" y="44"/>
              </a:cxn>
              <a:cxn ang="0">
                <a:pos x="200" y="34"/>
              </a:cxn>
              <a:cxn ang="0">
                <a:pos x="176" y="32"/>
              </a:cxn>
              <a:cxn ang="0">
                <a:pos x="156" y="44"/>
              </a:cxn>
              <a:cxn ang="0">
                <a:pos x="66" y="134"/>
              </a:cxn>
              <a:cxn ang="0">
                <a:pos x="68" y="142"/>
              </a:cxn>
              <a:cxn ang="0">
                <a:pos x="74" y="146"/>
              </a:cxn>
              <a:cxn ang="0">
                <a:pos x="168" y="56"/>
              </a:cxn>
              <a:cxn ang="0">
                <a:pos x="184" y="48"/>
              </a:cxn>
              <a:cxn ang="0">
                <a:pos x="200" y="56"/>
              </a:cxn>
              <a:cxn ang="0">
                <a:pos x="206" y="82"/>
              </a:cxn>
              <a:cxn ang="0">
                <a:pos x="84" y="204"/>
              </a:cxn>
              <a:cxn ang="0">
                <a:pos x="64" y="216"/>
              </a:cxn>
              <a:cxn ang="0">
                <a:pos x="40" y="214"/>
              </a:cxn>
              <a:cxn ang="0">
                <a:pos x="28" y="204"/>
              </a:cxn>
              <a:cxn ang="0">
                <a:pos x="16" y="184"/>
              </a:cxn>
              <a:cxn ang="0">
                <a:pos x="18" y="160"/>
              </a:cxn>
              <a:cxn ang="0">
                <a:pos x="144" y="34"/>
              </a:cxn>
              <a:cxn ang="0">
                <a:pos x="162" y="22"/>
              </a:cxn>
              <a:cxn ang="0">
                <a:pos x="194" y="18"/>
              </a:cxn>
              <a:cxn ang="0">
                <a:pos x="222" y="34"/>
              </a:cxn>
              <a:cxn ang="0">
                <a:pos x="234" y="52"/>
              </a:cxn>
              <a:cxn ang="0">
                <a:pos x="238" y="84"/>
              </a:cxn>
              <a:cxn ang="0">
                <a:pos x="222" y="112"/>
              </a:cxn>
              <a:cxn ang="0">
                <a:pos x="134" y="202"/>
              </a:cxn>
              <a:cxn ang="0">
                <a:pos x="136" y="210"/>
              </a:cxn>
              <a:cxn ang="0">
                <a:pos x="142" y="214"/>
              </a:cxn>
              <a:cxn ang="0">
                <a:pos x="234" y="122"/>
              </a:cxn>
              <a:cxn ang="0">
                <a:pos x="250" y="100"/>
              </a:cxn>
              <a:cxn ang="0">
                <a:pos x="254" y="58"/>
              </a:cxn>
              <a:cxn ang="0">
                <a:pos x="234" y="22"/>
              </a:cxn>
            </a:cxnLst>
            <a:rect l="0" t="0" r="r" b="b"/>
            <a:pathLst>
              <a:path w="256" h="232">
                <a:moveTo>
                  <a:pt x="234" y="22"/>
                </a:moveTo>
                <a:lnTo>
                  <a:pt x="234" y="22"/>
                </a:lnTo>
                <a:lnTo>
                  <a:pt x="224" y="12"/>
                </a:lnTo>
                <a:lnTo>
                  <a:pt x="212" y="6"/>
                </a:lnTo>
                <a:lnTo>
                  <a:pt x="198" y="2"/>
                </a:lnTo>
                <a:lnTo>
                  <a:pt x="184" y="0"/>
                </a:lnTo>
                <a:lnTo>
                  <a:pt x="170" y="2"/>
                </a:lnTo>
                <a:lnTo>
                  <a:pt x="156" y="6"/>
                </a:lnTo>
                <a:lnTo>
                  <a:pt x="144" y="12"/>
                </a:lnTo>
                <a:lnTo>
                  <a:pt x="134" y="22"/>
                </a:lnTo>
                <a:lnTo>
                  <a:pt x="16" y="136"/>
                </a:lnTo>
                <a:lnTo>
                  <a:pt x="16" y="136"/>
                </a:lnTo>
                <a:lnTo>
                  <a:pt x="10" y="146"/>
                </a:lnTo>
                <a:lnTo>
                  <a:pt x="4" y="154"/>
                </a:lnTo>
                <a:lnTo>
                  <a:pt x="2" y="166"/>
                </a:lnTo>
                <a:lnTo>
                  <a:pt x="0" y="176"/>
                </a:lnTo>
                <a:lnTo>
                  <a:pt x="2" y="186"/>
                </a:lnTo>
                <a:lnTo>
                  <a:pt x="4" y="198"/>
                </a:lnTo>
                <a:lnTo>
                  <a:pt x="10" y="206"/>
                </a:lnTo>
                <a:lnTo>
                  <a:pt x="16" y="216"/>
                </a:lnTo>
                <a:lnTo>
                  <a:pt x="16" y="216"/>
                </a:lnTo>
                <a:lnTo>
                  <a:pt x="26" y="222"/>
                </a:lnTo>
                <a:lnTo>
                  <a:pt x="34" y="228"/>
                </a:lnTo>
                <a:lnTo>
                  <a:pt x="46" y="230"/>
                </a:lnTo>
                <a:lnTo>
                  <a:pt x="56" y="232"/>
                </a:lnTo>
                <a:lnTo>
                  <a:pt x="66" y="230"/>
                </a:lnTo>
                <a:lnTo>
                  <a:pt x="78" y="228"/>
                </a:lnTo>
                <a:lnTo>
                  <a:pt x="86" y="222"/>
                </a:lnTo>
                <a:lnTo>
                  <a:pt x="96" y="216"/>
                </a:lnTo>
                <a:lnTo>
                  <a:pt x="212" y="100"/>
                </a:lnTo>
                <a:lnTo>
                  <a:pt x="212" y="100"/>
                </a:lnTo>
                <a:lnTo>
                  <a:pt x="218" y="94"/>
                </a:lnTo>
                <a:lnTo>
                  <a:pt x="222" y="88"/>
                </a:lnTo>
                <a:lnTo>
                  <a:pt x="224" y="80"/>
                </a:lnTo>
                <a:lnTo>
                  <a:pt x="224" y="72"/>
                </a:lnTo>
                <a:lnTo>
                  <a:pt x="224" y="64"/>
                </a:lnTo>
                <a:lnTo>
                  <a:pt x="222" y="56"/>
                </a:lnTo>
                <a:lnTo>
                  <a:pt x="218" y="50"/>
                </a:lnTo>
                <a:lnTo>
                  <a:pt x="212" y="44"/>
                </a:lnTo>
                <a:lnTo>
                  <a:pt x="212" y="44"/>
                </a:lnTo>
                <a:lnTo>
                  <a:pt x="206" y="38"/>
                </a:lnTo>
                <a:lnTo>
                  <a:pt x="200" y="34"/>
                </a:lnTo>
                <a:lnTo>
                  <a:pt x="192" y="32"/>
                </a:lnTo>
                <a:lnTo>
                  <a:pt x="184" y="32"/>
                </a:lnTo>
                <a:lnTo>
                  <a:pt x="176" y="32"/>
                </a:lnTo>
                <a:lnTo>
                  <a:pt x="168" y="34"/>
                </a:lnTo>
                <a:lnTo>
                  <a:pt x="162" y="38"/>
                </a:lnTo>
                <a:lnTo>
                  <a:pt x="156" y="44"/>
                </a:lnTo>
                <a:lnTo>
                  <a:pt x="68" y="132"/>
                </a:lnTo>
                <a:lnTo>
                  <a:pt x="68" y="132"/>
                </a:lnTo>
                <a:lnTo>
                  <a:pt x="66" y="134"/>
                </a:lnTo>
                <a:lnTo>
                  <a:pt x="66" y="138"/>
                </a:lnTo>
                <a:lnTo>
                  <a:pt x="66" y="140"/>
                </a:lnTo>
                <a:lnTo>
                  <a:pt x="68" y="142"/>
                </a:lnTo>
                <a:lnTo>
                  <a:pt x="68" y="142"/>
                </a:lnTo>
                <a:lnTo>
                  <a:pt x="70" y="144"/>
                </a:lnTo>
                <a:lnTo>
                  <a:pt x="74" y="146"/>
                </a:lnTo>
                <a:lnTo>
                  <a:pt x="76" y="144"/>
                </a:lnTo>
                <a:lnTo>
                  <a:pt x="80" y="142"/>
                </a:lnTo>
                <a:lnTo>
                  <a:pt x="168" y="56"/>
                </a:lnTo>
                <a:lnTo>
                  <a:pt x="168" y="56"/>
                </a:lnTo>
                <a:lnTo>
                  <a:pt x="174" y="50"/>
                </a:lnTo>
                <a:lnTo>
                  <a:pt x="184" y="48"/>
                </a:lnTo>
                <a:lnTo>
                  <a:pt x="194" y="50"/>
                </a:lnTo>
                <a:lnTo>
                  <a:pt x="200" y="56"/>
                </a:lnTo>
                <a:lnTo>
                  <a:pt x="200" y="56"/>
                </a:lnTo>
                <a:lnTo>
                  <a:pt x="206" y="62"/>
                </a:lnTo>
                <a:lnTo>
                  <a:pt x="208" y="72"/>
                </a:lnTo>
                <a:lnTo>
                  <a:pt x="206" y="82"/>
                </a:lnTo>
                <a:lnTo>
                  <a:pt x="200" y="88"/>
                </a:lnTo>
                <a:lnTo>
                  <a:pt x="84" y="204"/>
                </a:lnTo>
                <a:lnTo>
                  <a:pt x="84" y="204"/>
                </a:lnTo>
                <a:lnTo>
                  <a:pt x="78" y="210"/>
                </a:lnTo>
                <a:lnTo>
                  <a:pt x="72" y="214"/>
                </a:lnTo>
                <a:lnTo>
                  <a:pt x="64" y="216"/>
                </a:lnTo>
                <a:lnTo>
                  <a:pt x="56" y="216"/>
                </a:lnTo>
                <a:lnTo>
                  <a:pt x="48" y="216"/>
                </a:lnTo>
                <a:lnTo>
                  <a:pt x="40" y="214"/>
                </a:lnTo>
                <a:lnTo>
                  <a:pt x="34" y="210"/>
                </a:lnTo>
                <a:lnTo>
                  <a:pt x="28" y="204"/>
                </a:lnTo>
                <a:lnTo>
                  <a:pt x="28" y="204"/>
                </a:lnTo>
                <a:lnTo>
                  <a:pt x="22" y="198"/>
                </a:lnTo>
                <a:lnTo>
                  <a:pt x="18" y="192"/>
                </a:lnTo>
                <a:lnTo>
                  <a:pt x="16" y="184"/>
                </a:lnTo>
                <a:lnTo>
                  <a:pt x="16" y="176"/>
                </a:lnTo>
                <a:lnTo>
                  <a:pt x="16" y="168"/>
                </a:lnTo>
                <a:lnTo>
                  <a:pt x="18" y="160"/>
                </a:lnTo>
                <a:lnTo>
                  <a:pt x="22" y="154"/>
                </a:lnTo>
                <a:lnTo>
                  <a:pt x="28" y="148"/>
                </a:lnTo>
                <a:lnTo>
                  <a:pt x="144" y="34"/>
                </a:lnTo>
                <a:lnTo>
                  <a:pt x="144" y="34"/>
                </a:lnTo>
                <a:lnTo>
                  <a:pt x="152" y="26"/>
                </a:lnTo>
                <a:lnTo>
                  <a:pt x="162" y="22"/>
                </a:lnTo>
                <a:lnTo>
                  <a:pt x="172" y="18"/>
                </a:lnTo>
                <a:lnTo>
                  <a:pt x="182" y="18"/>
                </a:lnTo>
                <a:lnTo>
                  <a:pt x="194" y="18"/>
                </a:lnTo>
                <a:lnTo>
                  <a:pt x="204" y="22"/>
                </a:lnTo>
                <a:lnTo>
                  <a:pt x="214" y="26"/>
                </a:lnTo>
                <a:lnTo>
                  <a:pt x="222" y="34"/>
                </a:lnTo>
                <a:lnTo>
                  <a:pt x="222" y="34"/>
                </a:lnTo>
                <a:lnTo>
                  <a:pt x="230" y="42"/>
                </a:lnTo>
                <a:lnTo>
                  <a:pt x="234" y="52"/>
                </a:lnTo>
                <a:lnTo>
                  <a:pt x="238" y="62"/>
                </a:lnTo>
                <a:lnTo>
                  <a:pt x="238" y="74"/>
                </a:lnTo>
                <a:lnTo>
                  <a:pt x="238" y="84"/>
                </a:lnTo>
                <a:lnTo>
                  <a:pt x="234" y="94"/>
                </a:lnTo>
                <a:lnTo>
                  <a:pt x="230" y="104"/>
                </a:lnTo>
                <a:lnTo>
                  <a:pt x="222" y="112"/>
                </a:lnTo>
                <a:lnTo>
                  <a:pt x="136" y="200"/>
                </a:lnTo>
                <a:lnTo>
                  <a:pt x="136" y="200"/>
                </a:lnTo>
                <a:lnTo>
                  <a:pt x="134" y="202"/>
                </a:lnTo>
                <a:lnTo>
                  <a:pt x="134" y="206"/>
                </a:lnTo>
                <a:lnTo>
                  <a:pt x="134" y="208"/>
                </a:lnTo>
                <a:lnTo>
                  <a:pt x="136" y="210"/>
                </a:lnTo>
                <a:lnTo>
                  <a:pt x="136" y="210"/>
                </a:lnTo>
                <a:lnTo>
                  <a:pt x="138" y="212"/>
                </a:lnTo>
                <a:lnTo>
                  <a:pt x="142" y="214"/>
                </a:lnTo>
                <a:lnTo>
                  <a:pt x="144" y="212"/>
                </a:lnTo>
                <a:lnTo>
                  <a:pt x="148" y="210"/>
                </a:lnTo>
                <a:lnTo>
                  <a:pt x="234" y="122"/>
                </a:lnTo>
                <a:lnTo>
                  <a:pt x="234" y="122"/>
                </a:lnTo>
                <a:lnTo>
                  <a:pt x="244" y="112"/>
                </a:lnTo>
                <a:lnTo>
                  <a:pt x="250" y="100"/>
                </a:lnTo>
                <a:lnTo>
                  <a:pt x="254" y="86"/>
                </a:lnTo>
                <a:lnTo>
                  <a:pt x="256" y="72"/>
                </a:lnTo>
                <a:lnTo>
                  <a:pt x="254" y="58"/>
                </a:lnTo>
                <a:lnTo>
                  <a:pt x="250" y="44"/>
                </a:lnTo>
                <a:lnTo>
                  <a:pt x="244" y="32"/>
                </a:lnTo>
                <a:lnTo>
                  <a:pt x="234" y="22"/>
                </a:lnTo>
              </a:path>
            </a:pathLst>
          </a:custGeom>
          <a:solidFill>
            <a:schemeClr val="tx2"/>
          </a:solidFill>
          <a:ln w="9525">
            <a:noFill/>
            <a:round/>
            <a:headEnd/>
            <a:tailEnd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ar-SA" sz="2288"/>
          </a:p>
        </p:txBody>
      </p:sp>
      <p:grpSp>
        <p:nvGrpSpPr>
          <p:cNvPr id="8" name="Group 7"/>
          <p:cNvGrpSpPr/>
          <p:nvPr/>
        </p:nvGrpSpPr>
        <p:grpSpPr>
          <a:xfrm>
            <a:off x="10073509" y="3520311"/>
            <a:ext cx="319756" cy="465099"/>
            <a:chOff x="5651500" y="2774950"/>
            <a:chExt cx="279400" cy="406400"/>
          </a:xfrm>
          <a:solidFill>
            <a:schemeClr val="tx2"/>
          </a:solidFill>
        </p:grpSpPr>
        <p:sp>
          <p:nvSpPr>
            <p:cNvPr id="185" name="Freeform 84"/>
            <p:cNvSpPr>
              <a:spLocks noEditPoints="1"/>
            </p:cNvSpPr>
            <p:nvPr/>
          </p:nvSpPr>
          <p:spPr bwMode="auto">
            <a:xfrm>
              <a:off x="5651500" y="2774950"/>
              <a:ext cx="279400" cy="406400"/>
            </a:xfrm>
            <a:custGeom>
              <a:avLst/>
              <a:gdLst/>
              <a:ahLst/>
              <a:cxnLst>
                <a:cxn ang="0">
                  <a:pos x="136" y="72"/>
                </a:cxn>
                <a:cxn ang="0">
                  <a:pos x="134" y="88"/>
                </a:cxn>
                <a:cxn ang="0">
                  <a:pos x="120" y="112"/>
                </a:cxn>
                <a:cxn ang="0">
                  <a:pos x="118" y="96"/>
                </a:cxn>
                <a:cxn ang="0">
                  <a:pos x="110" y="72"/>
                </a:cxn>
                <a:cxn ang="0">
                  <a:pos x="92" y="46"/>
                </a:cxn>
                <a:cxn ang="0">
                  <a:pos x="88" y="40"/>
                </a:cxn>
                <a:cxn ang="0">
                  <a:pos x="80" y="70"/>
                </a:cxn>
                <a:cxn ang="0">
                  <a:pos x="72" y="88"/>
                </a:cxn>
                <a:cxn ang="0">
                  <a:pos x="54" y="50"/>
                </a:cxn>
                <a:cxn ang="0">
                  <a:pos x="34" y="22"/>
                </a:cxn>
                <a:cxn ang="0">
                  <a:pos x="8" y="0"/>
                </a:cxn>
                <a:cxn ang="0">
                  <a:pos x="14" y="30"/>
                </a:cxn>
                <a:cxn ang="0">
                  <a:pos x="16" y="80"/>
                </a:cxn>
                <a:cxn ang="0">
                  <a:pos x="4" y="140"/>
                </a:cxn>
                <a:cxn ang="0">
                  <a:pos x="0" y="184"/>
                </a:cxn>
                <a:cxn ang="0">
                  <a:pos x="2" y="196"/>
                </a:cxn>
                <a:cxn ang="0">
                  <a:pos x="12" y="222"/>
                </a:cxn>
                <a:cxn ang="0">
                  <a:pos x="34" y="242"/>
                </a:cxn>
                <a:cxn ang="0">
                  <a:pos x="62" y="254"/>
                </a:cxn>
                <a:cxn ang="0">
                  <a:pos x="80" y="256"/>
                </a:cxn>
                <a:cxn ang="0">
                  <a:pos x="124" y="252"/>
                </a:cxn>
                <a:cxn ang="0">
                  <a:pos x="150" y="240"/>
                </a:cxn>
                <a:cxn ang="0">
                  <a:pos x="166" y="222"/>
                </a:cxn>
                <a:cxn ang="0">
                  <a:pos x="172" y="200"/>
                </a:cxn>
                <a:cxn ang="0">
                  <a:pos x="176" y="184"/>
                </a:cxn>
                <a:cxn ang="0">
                  <a:pos x="174" y="152"/>
                </a:cxn>
                <a:cxn ang="0">
                  <a:pos x="164" y="120"/>
                </a:cxn>
                <a:cxn ang="0">
                  <a:pos x="148" y="88"/>
                </a:cxn>
                <a:cxn ang="0">
                  <a:pos x="158" y="196"/>
                </a:cxn>
                <a:cxn ang="0">
                  <a:pos x="152" y="212"/>
                </a:cxn>
                <a:cxn ang="0">
                  <a:pos x="142" y="226"/>
                </a:cxn>
                <a:cxn ang="0">
                  <a:pos x="120" y="236"/>
                </a:cxn>
                <a:cxn ang="0">
                  <a:pos x="80" y="240"/>
                </a:cxn>
                <a:cxn ang="0">
                  <a:pos x="66" y="238"/>
                </a:cxn>
                <a:cxn ang="0">
                  <a:pos x="42" y="230"/>
                </a:cxn>
                <a:cxn ang="0">
                  <a:pos x="26" y="214"/>
                </a:cxn>
                <a:cxn ang="0">
                  <a:pos x="18" y="194"/>
                </a:cxn>
                <a:cxn ang="0">
                  <a:pos x="16" y="184"/>
                </a:cxn>
                <a:cxn ang="0">
                  <a:pos x="18" y="154"/>
                </a:cxn>
                <a:cxn ang="0">
                  <a:pos x="24" y="126"/>
                </a:cxn>
                <a:cxn ang="0">
                  <a:pos x="32" y="68"/>
                </a:cxn>
                <a:cxn ang="0">
                  <a:pos x="32" y="46"/>
                </a:cxn>
                <a:cxn ang="0">
                  <a:pos x="48" y="72"/>
                </a:cxn>
                <a:cxn ang="0">
                  <a:pos x="64" y="118"/>
                </a:cxn>
                <a:cxn ang="0">
                  <a:pos x="66" y="126"/>
                </a:cxn>
                <a:cxn ang="0">
                  <a:pos x="88" y="92"/>
                </a:cxn>
                <a:cxn ang="0">
                  <a:pos x="94" y="78"/>
                </a:cxn>
                <a:cxn ang="0">
                  <a:pos x="102" y="106"/>
                </a:cxn>
                <a:cxn ang="0">
                  <a:pos x="104" y="152"/>
                </a:cxn>
                <a:cxn ang="0">
                  <a:pos x="116" y="140"/>
                </a:cxn>
                <a:cxn ang="0">
                  <a:pos x="142" y="108"/>
                </a:cxn>
                <a:cxn ang="0">
                  <a:pos x="152" y="130"/>
                </a:cxn>
                <a:cxn ang="0">
                  <a:pos x="160" y="176"/>
                </a:cxn>
                <a:cxn ang="0">
                  <a:pos x="158" y="196"/>
                </a:cxn>
              </a:cxnLst>
              <a:rect l="0" t="0" r="r" b="b"/>
              <a:pathLst>
                <a:path w="176" h="256">
                  <a:moveTo>
                    <a:pt x="136" y="72"/>
                  </a:moveTo>
                  <a:lnTo>
                    <a:pt x="136" y="72"/>
                  </a:lnTo>
                  <a:lnTo>
                    <a:pt x="136" y="80"/>
                  </a:lnTo>
                  <a:lnTo>
                    <a:pt x="134" y="88"/>
                  </a:lnTo>
                  <a:lnTo>
                    <a:pt x="128" y="100"/>
                  </a:lnTo>
                  <a:lnTo>
                    <a:pt x="120" y="112"/>
                  </a:lnTo>
                  <a:lnTo>
                    <a:pt x="120" y="112"/>
                  </a:lnTo>
                  <a:lnTo>
                    <a:pt x="118" y="96"/>
                  </a:lnTo>
                  <a:lnTo>
                    <a:pt x="114" y="84"/>
                  </a:lnTo>
                  <a:lnTo>
                    <a:pt x="110" y="72"/>
                  </a:lnTo>
                  <a:lnTo>
                    <a:pt x="104" y="60"/>
                  </a:lnTo>
                  <a:lnTo>
                    <a:pt x="92" y="46"/>
                  </a:lnTo>
                  <a:lnTo>
                    <a:pt x="88" y="40"/>
                  </a:lnTo>
                  <a:lnTo>
                    <a:pt x="88" y="40"/>
                  </a:lnTo>
                  <a:lnTo>
                    <a:pt x="86" y="54"/>
                  </a:lnTo>
                  <a:lnTo>
                    <a:pt x="80" y="70"/>
                  </a:lnTo>
                  <a:lnTo>
                    <a:pt x="72" y="88"/>
                  </a:lnTo>
                  <a:lnTo>
                    <a:pt x="72" y="88"/>
                  </a:lnTo>
                  <a:lnTo>
                    <a:pt x="64" y="68"/>
                  </a:lnTo>
                  <a:lnTo>
                    <a:pt x="54" y="50"/>
                  </a:lnTo>
                  <a:lnTo>
                    <a:pt x="44" y="36"/>
                  </a:lnTo>
                  <a:lnTo>
                    <a:pt x="34" y="22"/>
                  </a:lnTo>
                  <a:lnTo>
                    <a:pt x="16" y="6"/>
                  </a:lnTo>
                  <a:lnTo>
                    <a:pt x="8" y="0"/>
                  </a:lnTo>
                  <a:lnTo>
                    <a:pt x="8" y="0"/>
                  </a:lnTo>
                  <a:lnTo>
                    <a:pt x="14" y="30"/>
                  </a:lnTo>
                  <a:lnTo>
                    <a:pt x="16" y="56"/>
                  </a:lnTo>
                  <a:lnTo>
                    <a:pt x="16" y="80"/>
                  </a:lnTo>
                  <a:lnTo>
                    <a:pt x="12" y="100"/>
                  </a:lnTo>
                  <a:lnTo>
                    <a:pt x="4" y="140"/>
                  </a:lnTo>
                  <a:lnTo>
                    <a:pt x="2" y="160"/>
                  </a:lnTo>
                  <a:lnTo>
                    <a:pt x="0" y="184"/>
                  </a:lnTo>
                  <a:lnTo>
                    <a:pt x="0" y="184"/>
                  </a:lnTo>
                  <a:lnTo>
                    <a:pt x="2" y="196"/>
                  </a:lnTo>
                  <a:lnTo>
                    <a:pt x="6" y="210"/>
                  </a:lnTo>
                  <a:lnTo>
                    <a:pt x="12" y="222"/>
                  </a:lnTo>
                  <a:lnTo>
                    <a:pt x="22" y="234"/>
                  </a:lnTo>
                  <a:lnTo>
                    <a:pt x="34" y="242"/>
                  </a:lnTo>
                  <a:lnTo>
                    <a:pt x="48" y="250"/>
                  </a:lnTo>
                  <a:lnTo>
                    <a:pt x="62" y="254"/>
                  </a:lnTo>
                  <a:lnTo>
                    <a:pt x="80" y="256"/>
                  </a:lnTo>
                  <a:lnTo>
                    <a:pt x="80" y="256"/>
                  </a:lnTo>
                  <a:lnTo>
                    <a:pt x="104" y="254"/>
                  </a:lnTo>
                  <a:lnTo>
                    <a:pt x="124" y="252"/>
                  </a:lnTo>
                  <a:lnTo>
                    <a:pt x="138" y="246"/>
                  </a:lnTo>
                  <a:lnTo>
                    <a:pt x="150" y="240"/>
                  </a:lnTo>
                  <a:lnTo>
                    <a:pt x="160" y="230"/>
                  </a:lnTo>
                  <a:lnTo>
                    <a:pt x="166" y="222"/>
                  </a:lnTo>
                  <a:lnTo>
                    <a:pt x="170" y="210"/>
                  </a:lnTo>
                  <a:lnTo>
                    <a:pt x="172" y="200"/>
                  </a:lnTo>
                  <a:lnTo>
                    <a:pt x="172" y="200"/>
                  </a:lnTo>
                  <a:lnTo>
                    <a:pt x="176" y="184"/>
                  </a:lnTo>
                  <a:lnTo>
                    <a:pt x="176" y="168"/>
                  </a:lnTo>
                  <a:lnTo>
                    <a:pt x="174" y="152"/>
                  </a:lnTo>
                  <a:lnTo>
                    <a:pt x="170" y="136"/>
                  </a:lnTo>
                  <a:lnTo>
                    <a:pt x="164" y="120"/>
                  </a:lnTo>
                  <a:lnTo>
                    <a:pt x="156" y="104"/>
                  </a:lnTo>
                  <a:lnTo>
                    <a:pt x="148" y="88"/>
                  </a:lnTo>
                  <a:lnTo>
                    <a:pt x="136" y="72"/>
                  </a:lnTo>
                  <a:close/>
                  <a:moveTo>
                    <a:pt x="158" y="196"/>
                  </a:moveTo>
                  <a:lnTo>
                    <a:pt x="158" y="196"/>
                  </a:lnTo>
                  <a:lnTo>
                    <a:pt x="152" y="212"/>
                  </a:lnTo>
                  <a:lnTo>
                    <a:pt x="148" y="220"/>
                  </a:lnTo>
                  <a:lnTo>
                    <a:pt x="142" y="226"/>
                  </a:lnTo>
                  <a:lnTo>
                    <a:pt x="132" y="232"/>
                  </a:lnTo>
                  <a:lnTo>
                    <a:pt x="120" y="236"/>
                  </a:lnTo>
                  <a:lnTo>
                    <a:pt x="102" y="238"/>
                  </a:lnTo>
                  <a:lnTo>
                    <a:pt x="80" y="240"/>
                  </a:lnTo>
                  <a:lnTo>
                    <a:pt x="80" y="240"/>
                  </a:lnTo>
                  <a:lnTo>
                    <a:pt x="66" y="238"/>
                  </a:lnTo>
                  <a:lnTo>
                    <a:pt x="54" y="236"/>
                  </a:lnTo>
                  <a:lnTo>
                    <a:pt x="42" y="230"/>
                  </a:lnTo>
                  <a:lnTo>
                    <a:pt x="32" y="222"/>
                  </a:lnTo>
                  <a:lnTo>
                    <a:pt x="26" y="214"/>
                  </a:lnTo>
                  <a:lnTo>
                    <a:pt x="20" y="204"/>
                  </a:lnTo>
                  <a:lnTo>
                    <a:pt x="18" y="194"/>
                  </a:lnTo>
                  <a:lnTo>
                    <a:pt x="16" y="184"/>
                  </a:lnTo>
                  <a:lnTo>
                    <a:pt x="16" y="184"/>
                  </a:lnTo>
                  <a:lnTo>
                    <a:pt x="16" y="168"/>
                  </a:lnTo>
                  <a:lnTo>
                    <a:pt x="18" y="154"/>
                  </a:lnTo>
                  <a:lnTo>
                    <a:pt x="24" y="126"/>
                  </a:lnTo>
                  <a:lnTo>
                    <a:pt x="24" y="126"/>
                  </a:lnTo>
                  <a:lnTo>
                    <a:pt x="32" y="88"/>
                  </a:lnTo>
                  <a:lnTo>
                    <a:pt x="32" y="68"/>
                  </a:lnTo>
                  <a:lnTo>
                    <a:pt x="32" y="46"/>
                  </a:lnTo>
                  <a:lnTo>
                    <a:pt x="32" y="46"/>
                  </a:lnTo>
                  <a:lnTo>
                    <a:pt x="40" y="60"/>
                  </a:lnTo>
                  <a:lnTo>
                    <a:pt x="48" y="72"/>
                  </a:lnTo>
                  <a:lnTo>
                    <a:pt x="58" y="98"/>
                  </a:lnTo>
                  <a:lnTo>
                    <a:pt x="64" y="118"/>
                  </a:lnTo>
                  <a:lnTo>
                    <a:pt x="66" y="126"/>
                  </a:lnTo>
                  <a:lnTo>
                    <a:pt x="66" y="126"/>
                  </a:lnTo>
                  <a:lnTo>
                    <a:pt x="78" y="108"/>
                  </a:lnTo>
                  <a:lnTo>
                    <a:pt x="88" y="92"/>
                  </a:lnTo>
                  <a:lnTo>
                    <a:pt x="94" y="78"/>
                  </a:lnTo>
                  <a:lnTo>
                    <a:pt x="94" y="78"/>
                  </a:lnTo>
                  <a:lnTo>
                    <a:pt x="98" y="90"/>
                  </a:lnTo>
                  <a:lnTo>
                    <a:pt x="102" y="106"/>
                  </a:lnTo>
                  <a:lnTo>
                    <a:pt x="104" y="128"/>
                  </a:lnTo>
                  <a:lnTo>
                    <a:pt x="104" y="152"/>
                  </a:lnTo>
                  <a:lnTo>
                    <a:pt x="104" y="152"/>
                  </a:lnTo>
                  <a:lnTo>
                    <a:pt x="116" y="140"/>
                  </a:lnTo>
                  <a:lnTo>
                    <a:pt x="128" y="126"/>
                  </a:lnTo>
                  <a:lnTo>
                    <a:pt x="142" y="108"/>
                  </a:lnTo>
                  <a:lnTo>
                    <a:pt x="142" y="108"/>
                  </a:lnTo>
                  <a:lnTo>
                    <a:pt x="152" y="130"/>
                  </a:lnTo>
                  <a:lnTo>
                    <a:pt x="158" y="154"/>
                  </a:lnTo>
                  <a:lnTo>
                    <a:pt x="160" y="176"/>
                  </a:lnTo>
                  <a:lnTo>
                    <a:pt x="160" y="186"/>
                  </a:lnTo>
                  <a:lnTo>
                    <a:pt x="158" y="19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86" name="Freeform 87"/>
            <p:cNvSpPr>
              <a:spLocks/>
            </p:cNvSpPr>
            <p:nvPr/>
          </p:nvSpPr>
          <p:spPr bwMode="auto">
            <a:xfrm>
              <a:off x="5699125" y="2949575"/>
              <a:ext cx="177800" cy="142875"/>
            </a:xfrm>
            <a:custGeom>
              <a:avLst/>
              <a:gdLst/>
              <a:ahLst/>
              <a:cxnLst>
                <a:cxn ang="0">
                  <a:pos x="102" y="32"/>
                </a:cxn>
                <a:cxn ang="0">
                  <a:pos x="88" y="46"/>
                </a:cxn>
                <a:cxn ang="0">
                  <a:pos x="64" y="62"/>
                </a:cxn>
                <a:cxn ang="0">
                  <a:pos x="60" y="48"/>
                </a:cxn>
                <a:cxn ang="0">
                  <a:pos x="60" y="14"/>
                </a:cxn>
                <a:cxn ang="0">
                  <a:pos x="48" y="32"/>
                </a:cxn>
                <a:cxn ang="0">
                  <a:pos x="34" y="52"/>
                </a:cxn>
                <a:cxn ang="0">
                  <a:pos x="14" y="0"/>
                </a:cxn>
                <a:cxn ang="0">
                  <a:pos x="10" y="12"/>
                </a:cxn>
                <a:cxn ang="0">
                  <a:pos x="2" y="36"/>
                </a:cxn>
                <a:cxn ang="0">
                  <a:pos x="0" y="78"/>
                </a:cxn>
                <a:cxn ang="0">
                  <a:pos x="0" y="82"/>
                </a:cxn>
                <a:cxn ang="0">
                  <a:pos x="4" y="82"/>
                </a:cxn>
                <a:cxn ang="0">
                  <a:pos x="8" y="78"/>
                </a:cxn>
                <a:cxn ang="0">
                  <a:pos x="8" y="60"/>
                </a:cxn>
                <a:cxn ang="0">
                  <a:pos x="14" y="24"/>
                </a:cxn>
                <a:cxn ang="0">
                  <a:pos x="30" y="62"/>
                </a:cxn>
                <a:cxn ang="0">
                  <a:pos x="36" y="62"/>
                </a:cxn>
                <a:cxn ang="0">
                  <a:pos x="52" y="40"/>
                </a:cxn>
                <a:cxn ang="0">
                  <a:pos x="54" y="56"/>
                </a:cxn>
                <a:cxn ang="0">
                  <a:pos x="60" y="74"/>
                </a:cxn>
                <a:cxn ang="0">
                  <a:pos x="64" y="72"/>
                </a:cxn>
                <a:cxn ang="0">
                  <a:pos x="90" y="56"/>
                </a:cxn>
                <a:cxn ang="0">
                  <a:pos x="104" y="42"/>
                </a:cxn>
                <a:cxn ang="0">
                  <a:pos x="102" y="76"/>
                </a:cxn>
                <a:cxn ang="0">
                  <a:pos x="98" y="86"/>
                </a:cxn>
                <a:cxn ang="0">
                  <a:pos x="102" y="90"/>
                </a:cxn>
                <a:cxn ang="0">
                  <a:pos x="102" y="90"/>
                </a:cxn>
                <a:cxn ang="0">
                  <a:pos x="104" y="90"/>
                </a:cxn>
                <a:cxn ang="0">
                  <a:pos x="106" y="88"/>
                </a:cxn>
                <a:cxn ang="0">
                  <a:pos x="112" y="62"/>
                </a:cxn>
                <a:cxn ang="0">
                  <a:pos x="110" y="32"/>
                </a:cxn>
              </a:cxnLst>
              <a:rect l="0" t="0" r="r" b="b"/>
              <a:pathLst>
                <a:path w="112" h="90">
                  <a:moveTo>
                    <a:pt x="110" y="24"/>
                  </a:moveTo>
                  <a:lnTo>
                    <a:pt x="102" y="32"/>
                  </a:lnTo>
                  <a:lnTo>
                    <a:pt x="102" y="32"/>
                  </a:lnTo>
                  <a:lnTo>
                    <a:pt x="88" y="46"/>
                  </a:lnTo>
                  <a:lnTo>
                    <a:pt x="78" y="54"/>
                  </a:lnTo>
                  <a:lnTo>
                    <a:pt x="64" y="62"/>
                  </a:lnTo>
                  <a:lnTo>
                    <a:pt x="64" y="62"/>
                  </a:lnTo>
                  <a:lnTo>
                    <a:pt x="60" y="48"/>
                  </a:lnTo>
                  <a:lnTo>
                    <a:pt x="60" y="28"/>
                  </a:lnTo>
                  <a:lnTo>
                    <a:pt x="60" y="14"/>
                  </a:lnTo>
                  <a:lnTo>
                    <a:pt x="48" y="32"/>
                  </a:lnTo>
                  <a:lnTo>
                    <a:pt x="48" y="32"/>
                  </a:lnTo>
                  <a:lnTo>
                    <a:pt x="34" y="52"/>
                  </a:lnTo>
                  <a:lnTo>
                    <a:pt x="34" y="52"/>
                  </a:lnTo>
                  <a:lnTo>
                    <a:pt x="18" y="10"/>
                  </a:lnTo>
                  <a:lnTo>
                    <a:pt x="14" y="0"/>
                  </a:lnTo>
                  <a:lnTo>
                    <a:pt x="10" y="12"/>
                  </a:lnTo>
                  <a:lnTo>
                    <a:pt x="10" y="12"/>
                  </a:lnTo>
                  <a:lnTo>
                    <a:pt x="6" y="24"/>
                  </a:lnTo>
                  <a:lnTo>
                    <a:pt x="2" y="36"/>
                  </a:lnTo>
                  <a:lnTo>
                    <a:pt x="0" y="5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4" y="82"/>
                  </a:lnTo>
                  <a:lnTo>
                    <a:pt x="4" y="82"/>
                  </a:lnTo>
                  <a:lnTo>
                    <a:pt x="6" y="82"/>
                  </a:lnTo>
                  <a:lnTo>
                    <a:pt x="8" y="78"/>
                  </a:lnTo>
                  <a:lnTo>
                    <a:pt x="8" y="78"/>
                  </a:lnTo>
                  <a:lnTo>
                    <a:pt x="8" y="60"/>
                  </a:lnTo>
                  <a:lnTo>
                    <a:pt x="8" y="46"/>
                  </a:lnTo>
                  <a:lnTo>
                    <a:pt x="14" y="24"/>
                  </a:lnTo>
                  <a:lnTo>
                    <a:pt x="14" y="24"/>
                  </a:lnTo>
                  <a:lnTo>
                    <a:pt x="30" y="62"/>
                  </a:lnTo>
                  <a:lnTo>
                    <a:pt x="32" y="68"/>
                  </a:lnTo>
                  <a:lnTo>
                    <a:pt x="36" y="62"/>
                  </a:lnTo>
                  <a:lnTo>
                    <a:pt x="36" y="62"/>
                  </a:lnTo>
                  <a:lnTo>
                    <a:pt x="52" y="40"/>
                  </a:lnTo>
                  <a:lnTo>
                    <a:pt x="52" y="40"/>
                  </a:lnTo>
                  <a:lnTo>
                    <a:pt x="54" y="56"/>
                  </a:lnTo>
                  <a:lnTo>
                    <a:pt x="58" y="68"/>
                  </a:lnTo>
                  <a:lnTo>
                    <a:pt x="60" y="74"/>
                  </a:lnTo>
                  <a:lnTo>
                    <a:pt x="64" y="72"/>
                  </a:lnTo>
                  <a:lnTo>
                    <a:pt x="64" y="72"/>
                  </a:lnTo>
                  <a:lnTo>
                    <a:pt x="78" y="64"/>
                  </a:lnTo>
                  <a:lnTo>
                    <a:pt x="90" y="56"/>
                  </a:lnTo>
                  <a:lnTo>
                    <a:pt x="104" y="42"/>
                  </a:lnTo>
                  <a:lnTo>
                    <a:pt x="104" y="42"/>
                  </a:lnTo>
                  <a:lnTo>
                    <a:pt x="104" y="66"/>
                  </a:lnTo>
                  <a:lnTo>
                    <a:pt x="102" y="76"/>
                  </a:lnTo>
                  <a:lnTo>
                    <a:pt x="98" y="86"/>
                  </a:lnTo>
                  <a:lnTo>
                    <a:pt x="98" y="86"/>
                  </a:lnTo>
                  <a:lnTo>
                    <a:pt x="98" y="88"/>
                  </a:lnTo>
                  <a:lnTo>
                    <a:pt x="102" y="90"/>
                  </a:lnTo>
                  <a:lnTo>
                    <a:pt x="102" y="90"/>
                  </a:lnTo>
                  <a:lnTo>
                    <a:pt x="102" y="90"/>
                  </a:lnTo>
                  <a:lnTo>
                    <a:pt x="102" y="90"/>
                  </a:lnTo>
                  <a:lnTo>
                    <a:pt x="104" y="90"/>
                  </a:lnTo>
                  <a:lnTo>
                    <a:pt x="106" y="88"/>
                  </a:lnTo>
                  <a:lnTo>
                    <a:pt x="106" y="88"/>
                  </a:lnTo>
                  <a:lnTo>
                    <a:pt x="110" y="76"/>
                  </a:lnTo>
                  <a:lnTo>
                    <a:pt x="112" y="62"/>
                  </a:lnTo>
                  <a:lnTo>
                    <a:pt x="112" y="48"/>
                  </a:lnTo>
                  <a:lnTo>
                    <a:pt x="110" y="32"/>
                  </a:lnTo>
                  <a:lnTo>
                    <a:pt x="110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</p:grpSp>
      <p:sp>
        <p:nvSpPr>
          <p:cNvPr id="9" name="Freeform 131"/>
          <p:cNvSpPr>
            <a:spLocks noEditPoints="1"/>
          </p:cNvSpPr>
          <p:nvPr/>
        </p:nvSpPr>
        <p:spPr bwMode="auto">
          <a:xfrm>
            <a:off x="10931035" y="2590112"/>
            <a:ext cx="465099" cy="465099"/>
          </a:xfrm>
          <a:custGeom>
            <a:avLst/>
            <a:gdLst/>
            <a:ahLst/>
            <a:cxnLst>
              <a:cxn ang="0">
                <a:pos x="178" y="8"/>
              </a:cxn>
              <a:cxn ang="0">
                <a:pos x="162" y="28"/>
              </a:cxn>
              <a:cxn ang="0">
                <a:pos x="122" y="68"/>
              </a:cxn>
              <a:cxn ang="0">
                <a:pos x="66" y="72"/>
              </a:cxn>
              <a:cxn ang="0">
                <a:pos x="20" y="76"/>
              </a:cxn>
              <a:cxn ang="0">
                <a:pos x="2" y="96"/>
              </a:cxn>
              <a:cxn ang="0">
                <a:pos x="0" y="120"/>
              </a:cxn>
              <a:cxn ang="0">
                <a:pos x="14" y="146"/>
              </a:cxn>
              <a:cxn ang="0">
                <a:pos x="32" y="152"/>
              </a:cxn>
              <a:cxn ang="0">
                <a:pos x="48" y="168"/>
              </a:cxn>
              <a:cxn ang="0">
                <a:pos x="52" y="252"/>
              </a:cxn>
              <a:cxn ang="0">
                <a:pos x="96" y="256"/>
              </a:cxn>
              <a:cxn ang="0">
                <a:pos x="112" y="240"/>
              </a:cxn>
              <a:cxn ang="0">
                <a:pos x="108" y="222"/>
              </a:cxn>
              <a:cxn ang="0">
                <a:pos x="104" y="160"/>
              </a:cxn>
              <a:cxn ang="0">
                <a:pos x="106" y="156"/>
              </a:cxn>
              <a:cxn ang="0">
                <a:pos x="108" y="154"/>
              </a:cxn>
              <a:cxn ang="0">
                <a:pos x="108" y="154"/>
              </a:cxn>
              <a:cxn ang="0">
                <a:pos x="124" y="156"/>
              </a:cxn>
              <a:cxn ang="0">
                <a:pos x="162" y="196"/>
              </a:cxn>
              <a:cxn ang="0">
                <a:pos x="188" y="222"/>
              </a:cxn>
              <a:cxn ang="0">
                <a:pos x="212" y="222"/>
              </a:cxn>
              <a:cxn ang="0">
                <a:pos x="248" y="172"/>
              </a:cxn>
              <a:cxn ang="0">
                <a:pos x="256" y="112"/>
              </a:cxn>
              <a:cxn ang="0">
                <a:pos x="242" y="36"/>
              </a:cxn>
              <a:cxn ang="0">
                <a:pos x="206" y="0"/>
              </a:cxn>
              <a:cxn ang="0">
                <a:pos x="162" y="88"/>
              </a:cxn>
              <a:cxn ang="0">
                <a:pos x="196" y="96"/>
              </a:cxn>
              <a:cxn ang="0">
                <a:pos x="198" y="122"/>
              </a:cxn>
              <a:cxn ang="0">
                <a:pos x="162" y="136"/>
              </a:cxn>
              <a:cxn ang="0">
                <a:pos x="16" y="112"/>
              </a:cxn>
              <a:cxn ang="0">
                <a:pos x="32" y="88"/>
              </a:cxn>
              <a:cxn ang="0">
                <a:pos x="80" y="112"/>
              </a:cxn>
              <a:cxn ang="0">
                <a:pos x="32" y="136"/>
              </a:cxn>
              <a:cxn ang="0">
                <a:pos x="18" y="122"/>
              </a:cxn>
              <a:cxn ang="0">
                <a:pos x="64" y="168"/>
              </a:cxn>
              <a:cxn ang="0">
                <a:pos x="66" y="152"/>
              </a:cxn>
              <a:cxn ang="0">
                <a:pos x="88" y="160"/>
              </a:cxn>
              <a:cxn ang="0">
                <a:pos x="90" y="226"/>
              </a:cxn>
              <a:cxn ang="0">
                <a:pos x="96" y="240"/>
              </a:cxn>
              <a:cxn ang="0">
                <a:pos x="104" y="136"/>
              </a:cxn>
              <a:cxn ang="0">
                <a:pos x="88" y="112"/>
              </a:cxn>
              <a:cxn ang="0">
                <a:pos x="98" y="90"/>
              </a:cxn>
              <a:cxn ang="0">
                <a:pos x="116" y="86"/>
              </a:cxn>
              <a:cxn ang="0">
                <a:pos x="148" y="72"/>
              </a:cxn>
              <a:cxn ang="0">
                <a:pos x="144" y="132"/>
              </a:cxn>
              <a:cxn ang="0">
                <a:pos x="128" y="140"/>
              </a:cxn>
              <a:cxn ang="0">
                <a:pos x="200" y="208"/>
              </a:cxn>
              <a:cxn ang="0">
                <a:pos x="178" y="192"/>
              </a:cxn>
              <a:cxn ang="0">
                <a:pos x="184" y="152"/>
              </a:cxn>
              <a:cxn ang="0">
                <a:pos x="206" y="140"/>
              </a:cxn>
              <a:cxn ang="0">
                <a:pos x="216" y="112"/>
              </a:cxn>
              <a:cxn ang="0">
                <a:pos x="210" y="90"/>
              </a:cxn>
              <a:cxn ang="0">
                <a:pos x="190" y="72"/>
              </a:cxn>
              <a:cxn ang="0">
                <a:pos x="170" y="50"/>
              </a:cxn>
              <a:cxn ang="0">
                <a:pos x="194" y="18"/>
              </a:cxn>
              <a:cxn ang="0">
                <a:pos x="216" y="24"/>
              </a:cxn>
              <a:cxn ang="0">
                <a:pos x="236" y="74"/>
              </a:cxn>
              <a:cxn ang="0">
                <a:pos x="240" y="132"/>
              </a:cxn>
              <a:cxn ang="0">
                <a:pos x="222" y="192"/>
              </a:cxn>
            </a:cxnLst>
            <a:rect l="0" t="0" r="r" b="b"/>
            <a:pathLst>
              <a:path w="256" h="256">
                <a:moveTo>
                  <a:pt x="200" y="0"/>
                </a:moveTo>
                <a:lnTo>
                  <a:pt x="200" y="0"/>
                </a:lnTo>
                <a:lnTo>
                  <a:pt x="188" y="2"/>
                </a:lnTo>
                <a:lnTo>
                  <a:pt x="178" y="8"/>
                </a:lnTo>
                <a:lnTo>
                  <a:pt x="170" y="16"/>
                </a:lnTo>
                <a:lnTo>
                  <a:pt x="162" y="28"/>
                </a:lnTo>
                <a:lnTo>
                  <a:pt x="162" y="28"/>
                </a:lnTo>
                <a:lnTo>
                  <a:pt x="162" y="28"/>
                </a:lnTo>
                <a:lnTo>
                  <a:pt x="150" y="46"/>
                </a:lnTo>
                <a:lnTo>
                  <a:pt x="136" y="60"/>
                </a:lnTo>
                <a:lnTo>
                  <a:pt x="130" y="66"/>
                </a:lnTo>
                <a:lnTo>
                  <a:pt x="122" y="68"/>
                </a:lnTo>
                <a:lnTo>
                  <a:pt x="114" y="72"/>
                </a:lnTo>
                <a:lnTo>
                  <a:pt x="106" y="72"/>
                </a:lnTo>
                <a:lnTo>
                  <a:pt x="100" y="72"/>
                </a:lnTo>
                <a:lnTo>
                  <a:pt x="66" y="72"/>
                </a:lnTo>
                <a:lnTo>
                  <a:pt x="32" y="72"/>
                </a:lnTo>
                <a:lnTo>
                  <a:pt x="32" y="72"/>
                </a:lnTo>
                <a:lnTo>
                  <a:pt x="26" y="72"/>
                </a:lnTo>
                <a:lnTo>
                  <a:pt x="20" y="76"/>
                </a:lnTo>
                <a:lnTo>
                  <a:pt x="14" y="78"/>
                </a:lnTo>
                <a:lnTo>
                  <a:pt x="10" y="84"/>
                </a:lnTo>
                <a:lnTo>
                  <a:pt x="6" y="90"/>
                </a:lnTo>
                <a:lnTo>
                  <a:pt x="2" y="96"/>
                </a:lnTo>
                <a:lnTo>
                  <a:pt x="0" y="104"/>
                </a:lnTo>
                <a:lnTo>
                  <a:pt x="0" y="112"/>
                </a:lnTo>
                <a:lnTo>
                  <a:pt x="0" y="112"/>
                </a:lnTo>
                <a:lnTo>
                  <a:pt x="0" y="120"/>
                </a:lnTo>
                <a:lnTo>
                  <a:pt x="2" y="128"/>
                </a:lnTo>
                <a:lnTo>
                  <a:pt x="6" y="134"/>
                </a:lnTo>
                <a:lnTo>
                  <a:pt x="10" y="140"/>
                </a:lnTo>
                <a:lnTo>
                  <a:pt x="14" y="146"/>
                </a:lnTo>
                <a:lnTo>
                  <a:pt x="20" y="148"/>
                </a:lnTo>
                <a:lnTo>
                  <a:pt x="26" y="152"/>
                </a:lnTo>
                <a:lnTo>
                  <a:pt x="32" y="152"/>
                </a:lnTo>
                <a:lnTo>
                  <a:pt x="32" y="152"/>
                </a:lnTo>
                <a:lnTo>
                  <a:pt x="38" y="154"/>
                </a:lnTo>
                <a:lnTo>
                  <a:pt x="44" y="156"/>
                </a:lnTo>
                <a:lnTo>
                  <a:pt x="46" y="162"/>
                </a:lnTo>
                <a:lnTo>
                  <a:pt x="48" y="168"/>
                </a:lnTo>
                <a:lnTo>
                  <a:pt x="48" y="240"/>
                </a:lnTo>
                <a:lnTo>
                  <a:pt x="48" y="240"/>
                </a:lnTo>
                <a:lnTo>
                  <a:pt x="50" y="246"/>
                </a:lnTo>
                <a:lnTo>
                  <a:pt x="52" y="252"/>
                </a:lnTo>
                <a:lnTo>
                  <a:pt x="58" y="254"/>
                </a:lnTo>
                <a:lnTo>
                  <a:pt x="64" y="256"/>
                </a:lnTo>
                <a:lnTo>
                  <a:pt x="96" y="256"/>
                </a:lnTo>
                <a:lnTo>
                  <a:pt x="96" y="256"/>
                </a:lnTo>
                <a:lnTo>
                  <a:pt x="102" y="254"/>
                </a:lnTo>
                <a:lnTo>
                  <a:pt x="108" y="252"/>
                </a:lnTo>
                <a:lnTo>
                  <a:pt x="110" y="246"/>
                </a:lnTo>
                <a:lnTo>
                  <a:pt x="112" y="240"/>
                </a:lnTo>
                <a:lnTo>
                  <a:pt x="112" y="232"/>
                </a:lnTo>
                <a:lnTo>
                  <a:pt x="112" y="232"/>
                </a:lnTo>
                <a:lnTo>
                  <a:pt x="110" y="226"/>
                </a:lnTo>
                <a:lnTo>
                  <a:pt x="108" y="222"/>
                </a:lnTo>
                <a:lnTo>
                  <a:pt x="106" y="220"/>
                </a:lnTo>
                <a:lnTo>
                  <a:pt x="104" y="216"/>
                </a:lnTo>
                <a:lnTo>
                  <a:pt x="104" y="160"/>
                </a:lnTo>
                <a:lnTo>
                  <a:pt x="104" y="160"/>
                </a:lnTo>
                <a:lnTo>
                  <a:pt x="104" y="160"/>
                </a:lnTo>
                <a:lnTo>
                  <a:pt x="104" y="160"/>
                </a:lnTo>
                <a:lnTo>
                  <a:pt x="106" y="156"/>
                </a:lnTo>
                <a:lnTo>
                  <a:pt x="106" y="156"/>
                </a:lnTo>
                <a:lnTo>
                  <a:pt x="106" y="156"/>
                </a:lnTo>
                <a:lnTo>
                  <a:pt x="106" y="156"/>
                </a:lnTo>
                <a:lnTo>
                  <a:pt x="108" y="154"/>
                </a:lnTo>
                <a:lnTo>
                  <a:pt x="108" y="154"/>
                </a:lnTo>
                <a:lnTo>
                  <a:pt x="108" y="154"/>
                </a:lnTo>
                <a:lnTo>
                  <a:pt x="108" y="154"/>
                </a:lnTo>
                <a:lnTo>
                  <a:pt x="108" y="154"/>
                </a:lnTo>
                <a:lnTo>
                  <a:pt x="108" y="154"/>
                </a:lnTo>
                <a:lnTo>
                  <a:pt x="110" y="152"/>
                </a:lnTo>
                <a:lnTo>
                  <a:pt x="110" y="152"/>
                </a:lnTo>
                <a:lnTo>
                  <a:pt x="118" y="154"/>
                </a:lnTo>
                <a:lnTo>
                  <a:pt x="124" y="156"/>
                </a:lnTo>
                <a:lnTo>
                  <a:pt x="138" y="166"/>
                </a:lnTo>
                <a:lnTo>
                  <a:pt x="150" y="178"/>
                </a:lnTo>
                <a:lnTo>
                  <a:pt x="162" y="196"/>
                </a:lnTo>
                <a:lnTo>
                  <a:pt x="162" y="196"/>
                </a:lnTo>
                <a:lnTo>
                  <a:pt x="162" y="196"/>
                </a:lnTo>
                <a:lnTo>
                  <a:pt x="170" y="208"/>
                </a:lnTo>
                <a:lnTo>
                  <a:pt x="178" y="216"/>
                </a:lnTo>
                <a:lnTo>
                  <a:pt x="188" y="222"/>
                </a:lnTo>
                <a:lnTo>
                  <a:pt x="200" y="224"/>
                </a:lnTo>
                <a:lnTo>
                  <a:pt x="200" y="224"/>
                </a:lnTo>
                <a:lnTo>
                  <a:pt x="206" y="224"/>
                </a:lnTo>
                <a:lnTo>
                  <a:pt x="212" y="222"/>
                </a:lnTo>
                <a:lnTo>
                  <a:pt x="224" y="214"/>
                </a:lnTo>
                <a:lnTo>
                  <a:pt x="234" y="204"/>
                </a:lnTo>
                <a:lnTo>
                  <a:pt x="242" y="188"/>
                </a:lnTo>
                <a:lnTo>
                  <a:pt x="248" y="172"/>
                </a:lnTo>
                <a:lnTo>
                  <a:pt x="252" y="152"/>
                </a:lnTo>
                <a:lnTo>
                  <a:pt x="256" y="132"/>
                </a:lnTo>
                <a:lnTo>
                  <a:pt x="256" y="112"/>
                </a:lnTo>
                <a:lnTo>
                  <a:pt x="256" y="112"/>
                </a:lnTo>
                <a:lnTo>
                  <a:pt x="256" y="92"/>
                </a:lnTo>
                <a:lnTo>
                  <a:pt x="252" y="72"/>
                </a:lnTo>
                <a:lnTo>
                  <a:pt x="248" y="52"/>
                </a:lnTo>
                <a:lnTo>
                  <a:pt x="242" y="36"/>
                </a:lnTo>
                <a:lnTo>
                  <a:pt x="234" y="20"/>
                </a:lnTo>
                <a:lnTo>
                  <a:pt x="224" y="10"/>
                </a:lnTo>
                <a:lnTo>
                  <a:pt x="212" y="2"/>
                </a:lnTo>
                <a:lnTo>
                  <a:pt x="206" y="0"/>
                </a:lnTo>
                <a:lnTo>
                  <a:pt x="200" y="0"/>
                </a:lnTo>
                <a:close/>
                <a:moveTo>
                  <a:pt x="160" y="112"/>
                </a:moveTo>
                <a:lnTo>
                  <a:pt x="160" y="112"/>
                </a:lnTo>
                <a:lnTo>
                  <a:pt x="162" y="88"/>
                </a:lnTo>
                <a:lnTo>
                  <a:pt x="184" y="88"/>
                </a:lnTo>
                <a:lnTo>
                  <a:pt x="184" y="88"/>
                </a:lnTo>
                <a:lnTo>
                  <a:pt x="190" y="90"/>
                </a:lnTo>
                <a:lnTo>
                  <a:pt x="196" y="96"/>
                </a:lnTo>
                <a:lnTo>
                  <a:pt x="198" y="102"/>
                </a:lnTo>
                <a:lnTo>
                  <a:pt x="200" y="112"/>
                </a:lnTo>
                <a:lnTo>
                  <a:pt x="200" y="112"/>
                </a:lnTo>
                <a:lnTo>
                  <a:pt x="198" y="122"/>
                </a:lnTo>
                <a:lnTo>
                  <a:pt x="196" y="128"/>
                </a:lnTo>
                <a:lnTo>
                  <a:pt x="190" y="134"/>
                </a:lnTo>
                <a:lnTo>
                  <a:pt x="184" y="136"/>
                </a:lnTo>
                <a:lnTo>
                  <a:pt x="162" y="136"/>
                </a:lnTo>
                <a:lnTo>
                  <a:pt x="162" y="136"/>
                </a:lnTo>
                <a:lnTo>
                  <a:pt x="160" y="112"/>
                </a:lnTo>
                <a:close/>
                <a:moveTo>
                  <a:pt x="16" y="112"/>
                </a:moveTo>
                <a:lnTo>
                  <a:pt x="16" y="112"/>
                </a:lnTo>
                <a:lnTo>
                  <a:pt x="18" y="102"/>
                </a:lnTo>
                <a:lnTo>
                  <a:pt x="20" y="96"/>
                </a:lnTo>
                <a:lnTo>
                  <a:pt x="26" y="90"/>
                </a:lnTo>
                <a:lnTo>
                  <a:pt x="32" y="88"/>
                </a:lnTo>
                <a:lnTo>
                  <a:pt x="88" y="88"/>
                </a:lnTo>
                <a:lnTo>
                  <a:pt x="88" y="88"/>
                </a:lnTo>
                <a:lnTo>
                  <a:pt x="82" y="98"/>
                </a:lnTo>
                <a:lnTo>
                  <a:pt x="80" y="112"/>
                </a:lnTo>
                <a:lnTo>
                  <a:pt x="80" y="112"/>
                </a:lnTo>
                <a:lnTo>
                  <a:pt x="82" y="126"/>
                </a:lnTo>
                <a:lnTo>
                  <a:pt x="88" y="136"/>
                </a:lnTo>
                <a:lnTo>
                  <a:pt x="32" y="136"/>
                </a:lnTo>
                <a:lnTo>
                  <a:pt x="32" y="136"/>
                </a:lnTo>
                <a:lnTo>
                  <a:pt x="26" y="134"/>
                </a:lnTo>
                <a:lnTo>
                  <a:pt x="20" y="128"/>
                </a:lnTo>
                <a:lnTo>
                  <a:pt x="18" y="122"/>
                </a:lnTo>
                <a:lnTo>
                  <a:pt x="16" y="112"/>
                </a:lnTo>
                <a:close/>
                <a:moveTo>
                  <a:pt x="96" y="240"/>
                </a:moveTo>
                <a:lnTo>
                  <a:pt x="64" y="240"/>
                </a:lnTo>
                <a:lnTo>
                  <a:pt x="64" y="168"/>
                </a:lnTo>
                <a:lnTo>
                  <a:pt x="64" y="168"/>
                </a:lnTo>
                <a:lnTo>
                  <a:pt x="62" y="160"/>
                </a:lnTo>
                <a:lnTo>
                  <a:pt x="60" y="152"/>
                </a:lnTo>
                <a:lnTo>
                  <a:pt x="66" y="152"/>
                </a:lnTo>
                <a:lnTo>
                  <a:pt x="66" y="152"/>
                </a:lnTo>
                <a:lnTo>
                  <a:pt x="90" y="152"/>
                </a:lnTo>
                <a:lnTo>
                  <a:pt x="90" y="152"/>
                </a:lnTo>
                <a:lnTo>
                  <a:pt x="88" y="160"/>
                </a:lnTo>
                <a:lnTo>
                  <a:pt x="88" y="216"/>
                </a:lnTo>
                <a:lnTo>
                  <a:pt x="88" y="216"/>
                </a:lnTo>
                <a:lnTo>
                  <a:pt x="88" y="222"/>
                </a:lnTo>
                <a:lnTo>
                  <a:pt x="90" y="226"/>
                </a:lnTo>
                <a:lnTo>
                  <a:pt x="94" y="232"/>
                </a:lnTo>
                <a:lnTo>
                  <a:pt x="94" y="232"/>
                </a:lnTo>
                <a:lnTo>
                  <a:pt x="96" y="234"/>
                </a:lnTo>
                <a:lnTo>
                  <a:pt x="96" y="240"/>
                </a:lnTo>
                <a:close/>
                <a:moveTo>
                  <a:pt x="106" y="136"/>
                </a:moveTo>
                <a:lnTo>
                  <a:pt x="104" y="136"/>
                </a:lnTo>
                <a:lnTo>
                  <a:pt x="104" y="136"/>
                </a:lnTo>
                <a:lnTo>
                  <a:pt x="104" y="136"/>
                </a:lnTo>
                <a:lnTo>
                  <a:pt x="98" y="134"/>
                </a:lnTo>
                <a:lnTo>
                  <a:pt x="92" y="128"/>
                </a:lnTo>
                <a:lnTo>
                  <a:pt x="90" y="122"/>
                </a:lnTo>
                <a:lnTo>
                  <a:pt x="88" y="112"/>
                </a:lnTo>
                <a:lnTo>
                  <a:pt x="88" y="112"/>
                </a:lnTo>
                <a:lnTo>
                  <a:pt x="90" y="102"/>
                </a:lnTo>
                <a:lnTo>
                  <a:pt x="92" y="96"/>
                </a:lnTo>
                <a:lnTo>
                  <a:pt x="98" y="90"/>
                </a:lnTo>
                <a:lnTo>
                  <a:pt x="104" y="88"/>
                </a:lnTo>
                <a:lnTo>
                  <a:pt x="106" y="88"/>
                </a:lnTo>
                <a:lnTo>
                  <a:pt x="106" y="88"/>
                </a:lnTo>
                <a:lnTo>
                  <a:pt x="116" y="86"/>
                </a:lnTo>
                <a:lnTo>
                  <a:pt x="128" y="84"/>
                </a:lnTo>
                <a:lnTo>
                  <a:pt x="138" y="78"/>
                </a:lnTo>
                <a:lnTo>
                  <a:pt x="148" y="72"/>
                </a:lnTo>
                <a:lnTo>
                  <a:pt x="148" y="72"/>
                </a:lnTo>
                <a:lnTo>
                  <a:pt x="144" y="92"/>
                </a:lnTo>
                <a:lnTo>
                  <a:pt x="144" y="112"/>
                </a:lnTo>
                <a:lnTo>
                  <a:pt x="144" y="112"/>
                </a:lnTo>
                <a:lnTo>
                  <a:pt x="144" y="132"/>
                </a:lnTo>
                <a:lnTo>
                  <a:pt x="148" y="152"/>
                </a:lnTo>
                <a:lnTo>
                  <a:pt x="148" y="152"/>
                </a:lnTo>
                <a:lnTo>
                  <a:pt x="138" y="146"/>
                </a:lnTo>
                <a:lnTo>
                  <a:pt x="128" y="140"/>
                </a:lnTo>
                <a:lnTo>
                  <a:pt x="116" y="138"/>
                </a:lnTo>
                <a:lnTo>
                  <a:pt x="106" y="136"/>
                </a:lnTo>
                <a:close/>
                <a:moveTo>
                  <a:pt x="200" y="208"/>
                </a:moveTo>
                <a:lnTo>
                  <a:pt x="200" y="208"/>
                </a:lnTo>
                <a:lnTo>
                  <a:pt x="194" y="206"/>
                </a:lnTo>
                <a:lnTo>
                  <a:pt x="188" y="204"/>
                </a:lnTo>
                <a:lnTo>
                  <a:pt x="184" y="198"/>
                </a:lnTo>
                <a:lnTo>
                  <a:pt x="178" y="192"/>
                </a:lnTo>
                <a:lnTo>
                  <a:pt x="170" y="174"/>
                </a:lnTo>
                <a:lnTo>
                  <a:pt x="164" y="152"/>
                </a:lnTo>
                <a:lnTo>
                  <a:pt x="184" y="152"/>
                </a:lnTo>
                <a:lnTo>
                  <a:pt x="184" y="152"/>
                </a:lnTo>
                <a:lnTo>
                  <a:pt x="190" y="152"/>
                </a:lnTo>
                <a:lnTo>
                  <a:pt x="196" y="148"/>
                </a:lnTo>
                <a:lnTo>
                  <a:pt x="202" y="146"/>
                </a:lnTo>
                <a:lnTo>
                  <a:pt x="206" y="140"/>
                </a:lnTo>
                <a:lnTo>
                  <a:pt x="210" y="134"/>
                </a:lnTo>
                <a:lnTo>
                  <a:pt x="214" y="128"/>
                </a:lnTo>
                <a:lnTo>
                  <a:pt x="216" y="120"/>
                </a:lnTo>
                <a:lnTo>
                  <a:pt x="216" y="112"/>
                </a:lnTo>
                <a:lnTo>
                  <a:pt x="216" y="112"/>
                </a:lnTo>
                <a:lnTo>
                  <a:pt x="216" y="104"/>
                </a:lnTo>
                <a:lnTo>
                  <a:pt x="214" y="96"/>
                </a:lnTo>
                <a:lnTo>
                  <a:pt x="210" y="90"/>
                </a:lnTo>
                <a:lnTo>
                  <a:pt x="206" y="84"/>
                </a:lnTo>
                <a:lnTo>
                  <a:pt x="202" y="78"/>
                </a:lnTo>
                <a:lnTo>
                  <a:pt x="196" y="76"/>
                </a:lnTo>
                <a:lnTo>
                  <a:pt x="190" y="72"/>
                </a:lnTo>
                <a:lnTo>
                  <a:pt x="184" y="72"/>
                </a:lnTo>
                <a:lnTo>
                  <a:pt x="164" y="72"/>
                </a:lnTo>
                <a:lnTo>
                  <a:pt x="164" y="72"/>
                </a:lnTo>
                <a:lnTo>
                  <a:pt x="170" y="50"/>
                </a:lnTo>
                <a:lnTo>
                  <a:pt x="178" y="32"/>
                </a:lnTo>
                <a:lnTo>
                  <a:pt x="184" y="26"/>
                </a:lnTo>
                <a:lnTo>
                  <a:pt x="188" y="20"/>
                </a:lnTo>
                <a:lnTo>
                  <a:pt x="194" y="18"/>
                </a:lnTo>
                <a:lnTo>
                  <a:pt x="200" y="16"/>
                </a:lnTo>
                <a:lnTo>
                  <a:pt x="200" y="16"/>
                </a:lnTo>
                <a:lnTo>
                  <a:pt x="208" y="18"/>
                </a:lnTo>
                <a:lnTo>
                  <a:pt x="216" y="24"/>
                </a:lnTo>
                <a:lnTo>
                  <a:pt x="222" y="32"/>
                </a:lnTo>
                <a:lnTo>
                  <a:pt x="228" y="44"/>
                </a:lnTo>
                <a:lnTo>
                  <a:pt x="234" y="58"/>
                </a:lnTo>
                <a:lnTo>
                  <a:pt x="236" y="74"/>
                </a:lnTo>
                <a:lnTo>
                  <a:pt x="240" y="92"/>
                </a:lnTo>
                <a:lnTo>
                  <a:pt x="240" y="112"/>
                </a:lnTo>
                <a:lnTo>
                  <a:pt x="240" y="112"/>
                </a:lnTo>
                <a:lnTo>
                  <a:pt x="240" y="132"/>
                </a:lnTo>
                <a:lnTo>
                  <a:pt x="236" y="150"/>
                </a:lnTo>
                <a:lnTo>
                  <a:pt x="234" y="166"/>
                </a:lnTo>
                <a:lnTo>
                  <a:pt x="228" y="180"/>
                </a:lnTo>
                <a:lnTo>
                  <a:pt x="222" y="192"/>
                </a:lnTo>
                <a:lnTo>
                  <a:pt x="216" y="200"/>
                </a:lnTo>
                <a:lnTo>
                  <a:pt x="208" y="206"/>
                </a:lnTo>
                <a:lnTo>
                  <a:pt x="200" y="208"/>
                </a:lnTo>
                <a:close/>
              </a:path>
            </a:pathLst>
          </a:custGeom>
          <a:solidFill>
            <a:schemeClr val="tx2"/>
          </a:solidFill>
          <a:ln w="9525">
            <a:noFill/>
            <a:round/>
            <a:headEnd/>
            <a:tailEnd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ar-SA" sz="2288"/>
          </a:p>
        </p:txBody>
      </p:sp>
      <p:grpSp>
        <p:nvGrpSpPr>
          <p:cNvPr id="10" name="Group 9"/>
          <p:cNvGrpSpPr/>
          <p:nvPr/>
        </p:nvGrpSpPr>
        <p:grpSpPr>
          <a:xfrm>
            <a:off x="8140441" y="2590112"/>
            <a:ext cx="465099" cy="465099"/>
            <a:chOff x="3962400" y="1962150"/>
            <a:chExt cx="406400" cy="406400"/>
          </a:xfrm>
          <a:solidFill>
            <a:schemeClr val="tx2"/>
          </a:solidFill>
        </p:grpSpPr>
        <p:sp>
          <p:nvSpPr>
            <p:cNvPr id="176" name="Freeform 155"/>
            <p:cNvSpPr>
              <a:spLocks noEditPoints="1"/>
            </p:cNvSpPr>
            <p:nvPr/>
          </p:nvSpPr>
          <p:spPr bwMode="auto">
            <a:xfrm>
              <a:off x="3962400" y="1962150"/>
              <a:ext cx="406400" cy="406400"/>
            </a:xfrm>
            <a:custGeom>
              <a:avLst/>
              <a:gdLst/>
              <a:ahLst/>
              <a:cxnLst>
                <a:cxn ang="0">
                  <a:pos x="172" y="4"/>
                </a:cxn>
                <a:cxn ang="0">
                  <a:pos x="164" y="0"/>
                </a:cxn>
                <a:cxn ang="0">
                  <a:pos x="156" y="0"/>
                </a:cxn>
                <a:cxn ang="0">
                  <a:pos x="148" y="4"/>
                </a:cxn>
                <a:cxn ang="0">
                  <a:pos x="144" y="12"/>
                </a:cxn>
                <a:cxn ang="0">
                  <a:pos x="138" y="28"/>
                </a:cxn>
                <a:cxn ang="0">
                  <a:pos x="126" y="42"/>
                </a:cxn>
                <a:cxn ang="0">
                  <a:pos x="104" y="60"/>
                </a:cxn>
                <a:cxn ang="0">
                  <a:pos x="80" y="74"/>
                </a:cxn>
                <a:cxn ang="0">
                  <a:pos x="40" y="100"/>
                </a:cxn>
                <a:cxn ang="0">
                  <a:pos x="28" y="110"/>
                </a:cxn>
                <a:cxn ang="0">
                  <a:pos x="12" y="132"/>
                </a:cxn>
                <a:cxn ang="0">
                  <a:pos x="0" y="156"/>
                </a:cxn>
                <a:cxn ang="0">
                  <a:pos x="0" y="164"/>
                </a:cxn>
                <a:cxn ang="0">
                  <a:pos x="84" y="252"/>
                </a:cxn>
                <a:cxn ang="0">
                  <a:pos x="92" y="256"/>
                </a:cxn>
                <a:cxn ang="0">
                  <a:pos x="100" y="256"/>
                </a:cxn>
                <a:cxn ang="0">
                  <a:pos x="108" y="252"/>
                </a:cxn>
                <a:cxn ang="0">
                  <a:pos x="112" y="244"/>
                </a:cxn>
                <a:cxn ang="0">
                  <a:pos x="130" y="214"/>
                </a:cxn>
                <a:cxn ang="0">
                  <a:pos x="140" y="204"/>
                </a:cxn>
                <a:cxn ang="0">
                  <a:pos x="176" y="182"/>
                </a:cxn>
                <a:cxn ang="0">
                  <a:pos x="204" y="166"/>
                </a:cxn>
                <a:cxn ang="0">
                  <a:pos x="228" y="146"/>
                </a:cxn>
                <a:cxn ang="0">
                  <a:pos x="238" y="136"/>
                </a:cxn>
                <a:cxn ang="0">
                  <a:pos x="250" y="112"/>
                </a:cxn>
                <a:cxn ang="0">
                  <a:pos x="256" y="100"/>
                </a:cxn>
                <a:cxn ang="0">
                  <a:pos x="252" y="84"/>
                </a:cxn>
                <a:cxn ang="0">
                  <a:pos x="96" y="240"/>
                </a:cxn>
                <a:cxn ang="0">
                  <a:pos x="16" y="160"/>
                </a:cxn>
                <a:cxn ang="0">
                  <a:pos x="28" y="136"/>
                </a:cxn>
                <a:cxn ang="0">
                  <a:pos x="44" y="116"/>
                </a:cxn>
                <a:cxn ang="0">
                  <a:pos x="88" y="88"/>
                </a:cxn>
                <a:cxn ang="0">
                  <a:pos x="132" y="60"/>
                </a:cxn>
                <a:cxn ang="0">
                  <a:pos x="148" y="40"/>
                </a:cxn>
                <a:cxn ang="0">
                  <a:pos x="160" y="16"/>
                </a:cxn>
                <a:cxn ang="0">
                  <a:pos x="240" y="96"/>
                </a:cxn>
                <a:cxn ang="0">
                  <a:pos x="234" y="108"/>
                </a:cxn>
                <a:cxn ang="0">
                  <a:pos x="220" y="130"/>
                </a:cxn>
                <a:cxn ang="0">
                  <a:pos x="190" y="154"/>
                </a:cxn>
                <a:cxn ang="0">
                  <a:pos x="146" y="182"/>
                </a:cxn>
                <a:cxn ang="0">
                  <a:pos x="116" y="206"/>
                </a:cxn>
                <a:cxn ang="0">
                  <a:pos x="102" y="228"/>
                </a:cxn>
              </a:cxnLst>
              <a:rect l="0" t="0" r="r" b="b"/>
              <a:pathLst>
                <a:path w="256" h="256">
                  <a:moveTo>
                    <a:pt x="252" y="84"/>
                  </a:moveTo>
                  <a:lnTo>
                    <a:pt x="172" y="4"/>
                  </a:lnTo>
                  <a:lnTo>
                    <a:pt x="172" y="4"/>
                  </a:lnTo>
                  <a:lnTo>
                    <a:pt x="164" y="0"/>
                  </a:lnTo>
                  <a:lnTo>
                    <a:pt x="156" y="0"/>
                  </a:lnTo>
                  <a:lnTo>
                    <a:pt x="156" y="0"/>
                  </a:lnTo>
                  <a:lnTo>
                    <a:pt x="152" y="2"/>
                  </a:lnTo>
                  <a:lnTo>
                    <a:pt x="148" y="4"/>
                  </a:lnTo>
                  <a:lnTo>
                    <a:pt x="148" y="4"/>
                  </a:lnTo>
                  <a:lnTo>
                    <a:pt x="144" y="12"/>
                  </a:lnTo>
                  <a:lnTo>
                    <a:pt x="144" y="12"/>
                  </a:lnTo>
                  <a:lnTo>
                    <a:pt x="138" y="28"/>
                  </a:lnTo>
                  <a:lnTo>
                    <a:pt x="126" y="42"/>
                  </a:lnTo>
                  <a:lnTo>
                    <a:pt x="126" y="42"/>
                  </a:lnTo>
                  <a:lnTo>
                    <a:pt x="116" y="52"/>
                  </a:lnTo>
                  <a:lnTo>
                    <a:pt x="104" y="60"/>
                  </a:lnTo>
                  <a:lnTo>
                    <a:pt x="80" y="74"/>
                  </a:lnTo>
                  <a:lnTo>
                    <a:pt x="80" y="74"/>
                  </a:lnTo>
                  <a:lnTo>
                    <a:pt x="52" y="90"/>
                  </a:lnTo>
                  <a:lnTo>
                    <a:pt x="40" y="100"/>
                  </a:lnTo>
                  <a:lnTo>
                    <a:pt x="28" y="110"/>
                  </a:lnTo>
                  <a:lnTo>
                    <a:pt x="28" y="110"/>
                  </a:lnTo>
                  <a:lnTo>
                    <a:pt x="18" y="120"/>
                  </a:lnTo>
                  <a:lnTo>
                    <a:pt x="12" y="132"/>
                  </a:lnTo>
                  <a:lnTo>
                    <a:pt x="6" y="144"/>
                  </a:lnTo>
                  <a:lnTo>
                    <a:pt x="0" y="156"/>
                  </a:lnTo>
                  <a:lnTo>
                    <a:pt x="0" y="156"/>
                  </a:lnTo>
                  <a:lnTo>
                    <a:pt x="0" y="164"/>
                  </a:lnTo>
                  <a:lnTo>
                    <a:pt x="4" y="172"/>
                  </a:lnTo>
                  <a:lnTo>
                    <a:pt x="84" y="252"/>
                  </a:lnTo>
                  <a:lnTo>
                    <a:pt x="84" y="252"/>
                  </a:lnTo>
                  <a:lnTo>
                    <a:pt x="92" y="256"/>
                  </a:lnTo>
                  <a:lnTo>
                    <a:pt x="100" y="256"/>
                  </a:lnTo>
                  <a:lnTo>
                    <a:pt x="100" y="256"/>
                  </a:lnTo>
                  <a:lnTo>
                    <a:pt x="108" y="252"/>
                  </a:lnTo>
                  <a:lnTo>
                    <a:pt x="108" y="252"/>
                  </a:lnTo>
                  <a:lnTo>
                    <a:pt x="112" y="244"/>
                  </a:lnTo>
                  <a:lnTo>
                    <a:pt x="112" y="244"/>
                  </a:lnTo>
                  <a:lnTo>
                    <a:pt x="118" y="228"/>
                  </a:lnTo>
                  <a:lnTo>
                    <a:pt x="130" y="214"/>
                  </a:lnTo>
                  <a:lnTo>
                    <a:pt x="130" y="214"/>
                  </a:lnTo>
                  <a:lnTo>
                    <a:pt x="140" y="204"/>
                  </a:lnTo>
                  <a:lnTo>
                    <a:pt x="152" y="196"/>
                  </a:lnTo>
                  <a:lnTo>
                    <a:pt x="176" y="182"/>
                  </a:lnTo>
                  <a:lnTo>
                    <a:pt x="176" y="182"/>
                  </a:lnTo>
                  <a:lnTo>
                    <a:pt x="204" y="166"/>
                  </a:lnTo>
                  <a:lnTo>
                    <a:pt x="216" y="156"/>
                  </a:lnTo>
                  <a:lnTo>
                    <a:pt x="228" y="146"/>
                  </a:lnTo>
                  <a:lnTo>
                    <a:pt x="228" y="146"/>
                  </a:lnTo>
                  <a:lnTo>
                    <a:pt x="238" y="136"/>
                  </a:lnTo>
                  <a:lnTo>
                    <a:pt x="244" y="124"/>
                  </a:lnTo>
                  <a:lnTo>
                    <a:pt x="250" y="112"/>
                  </a:lnTo>
                  <a:lnTo>
                    <a:pt x="256" y="100"/>
                  </a:lnTo>
                  <a:lnTo>
                    <a:pt x="256" y="100"/>
                  </a:lnTo>
                  <a:lnTo>
                    <a:pt x="256" y="92"/>
                  </a:lnTo>
                  <a:lnTo>
                    <a:pt x="252" y="84"/>
                  </a:lnTo>
                  <a:close/>
                  <a:moveTo>
                    <a:pt x="96" y="240"/>
                  </a:moveTo>
                  <a:lnTo>
                    <a:pt x="96" y="240"/>
                  </a:lnTo>
                  <a:lnTo>
                    <a:pt x="16" y="160"/>
                  </a:lnTo>
                  <a:lnTo>
                    <a:pt x="16" y="160"/>
                  </a:lnTo>
                  <a:lnTo>
                    <a:pt x="22" y="148"/>
                  </a:lnTo>
                  <a:lnTo>
                    <a:pt x="28" y="136"/>
                  </a:lnTo>
                  <a:lnTo>
                    <a:pt x="36" y="126"/>
                  </a:lnTo>
                  <a:lnTo>
                    <a:pt x="44" y="116"/>
                  </a:lnTo>
                  <a:lnTo>
                    <a:pt x="66" y="102"/>
                  </a:lnTo>
                  <a:lnTo>
                    <a:pt x="88" y="88"/>
                  </a:lnTo>
                  <a:lnTo>
                    <a:pt x="110" y="74"/>
                  </a:lnTo>
                  <a:lnTo>
                    <a:pt x="132" y="60"/>
                  </a:lnTo>
                  <a:lnTo>
                    <a:pt x="140" y="50"/>
                  </a:lnTo>
                  <a:lnTo>
                    <a:pt x="148" y="40"/>
                  </a:lnTo>
                  <a:lnTo>
                    <a:pt x="154" y="28"/>
                  </a:lnTo>
                  <a:lnTo>
                    <a:pt x="160" y="16"/>
                  </a:lnTo>
                  <a:lnTo>
                    <a:pt x="160" y="16"/>
                  </a:lnTo>
                  <a:lnTo>
                    <a:pt x="240" y="96"/>
                  </a:lnTo>
                  <a:lnTo>
                    <a:pt x="240" y="96"/>
                  </a:lnTo>
                  <a:lnTo>
                    <a:pt x="234" y="108"/>
                  </a:lnTo>
                  <a:lnTo>
                    <a:pt x="228" y="120"/>
                  </a:lnTo>
                  <a:lnTo>
                    <a:pt x="220" y="130"/>
                  </a:lnTo>
                  <a:lnTo>
                    <a:pt x="212" y="140"/>
                  </a:lnTo>
                  <a:lnTo>
                    <a:pt x="190" y="154"/>
                  </a:lnTo>
                  <a:lnTo>
                    <a:pt x="168" y="168"/>
                  </a:lnTo>
                  <a:lnTo>
                    <a:pt x="146" y="182"/>
                  </a:lnTo>
                  <a:lnTo>
                    <a:pt x="124" y="196"/>
                  </a:lnTo>
                  <a:lnTo>
                    <a:pt x="116" y="206"/>
                  </a:lnTo>
                  <a:lnTo>
                    <a:pt x="108" y="216"/>
                  </a:lnTo>
                  <a:lnTo>
                    <a:pt x="102" y="228"/>
                  </a:lnTo>
                  <a:lnTo>
                    <a:pt x="96" y="24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77" name="Freeform 158"/>
            <p:cNvSpPr>
              <a:spLocks noEditPoints="1"/>
            </p:cNvSpPr>
            <p:nvPr/>
          </p:nvSpPr>
          <p:spPr bwMode="auto">
            <a:xfrm>
              <a:off x="4111625" y="2105025"/>
              <a:ext cx="107950" cy="114300"/>
            </a:xfrm>
            <a:custGeom>
              <a:avLst/>
              <a:gdLst/>
              <a:ahLst/>
              <a:cxnLst>
                <a:cxn ang="0">
                  <a:pos x="54" y="24"/>
                </a:cxn>
                <a:cxn ang="0">
                  <a:pos x="46" y="24"/>
                </a:cxn>
                <a:cxn ang="0">
                  <a:pos x="30" y="30"/>
                </a:cxn>
                <a:cxn ang="0">
                  <a:pos x="18" y="14"/>
                </a:cxn>
                <a:cxn ang="0">
                  <a:pos x="28" y="12"/>
                </a:cxn>
                <a:cxn ang="0">
                  <a:pos x="34" y="14"/>
                </a:cxn>
                <a:cxn ang="0">
                  <a:pos x="38" y="10"/>
                </a:cxn>
                <a:cxn ang="0">
                  <a:pos x="38" y="4"/>
                </a:cxn>
                <a:cxn ang="0">
                  <a:pos x="30" y="0"/>
                </a:cxn>
                <a:cxn ang="0">
                  <a:pos x="16" y="4"/>
                </a:cxn>
                <a:cxn ang="0">
                  <a:pos x="10" y="8"/>
                </a:cxn>
                <a:cxn ang="0">
                  <a:pos x="8" y="6"/>
                </a:cxn>
                <a:cxn ang="0">
                  <a:pos x="4" y="6"/>
                </a:cxn>
                <a:cxn ang="0">
                  <a:pos x="6" y="12"/>
                </a:cxn>
                <a:cxn ang="0">
                  <a:pos x="6" y="12"/>
                </a:cxn>
                <a:cxn ang="0">
                  <a:pos x="0" y="28"/>
                </a:cxn>
                <a:cxn ang="0">
                  <a:pos x="0" y="36"/>
                </a:cxn>
                <a:cxn ang="0">
                  <a:pos x="10" y="46"/>
                </a:cxn>
                <a:cxn ang="0">
                  <a:pos x="26" y="46"/>
                </a:cxn>
                <a:cxn ang="0">
                  <a:pos x="48" y="58"/>
                </a:cxn>
                <a:cxn ang="0">
                  <a:pos x="44" y="62"/>
                </a:cxn>
                <a:cxn ang="0">
                  <a:pos x="36" y="60"/>
                </a:cxn>
                <a:cxn ang="0">
                  <a:pos x="32" y="58"/>
                </a:cxn>
                <a:cxn ang="0">
                  <a:pos x="26" y="58"/>
                </a:cxn>
                <a:cxn ang="0">
                  <a:pos x="24" y="62"/>
                </a:cxn>
                <a:cxn ang="0">
                  <a:pos x="32" y="70"/>
                </a:cxn>
                <a:cxn ang="0">
                  <a:pos x="38" y="72"/>
                </a:cxn>
                <a:cxn ang="0">
                  <a:pos x="56" y="66"/>
                </a:cxn>
                <a:cxn ang="0">
                  <a:pos x="60" y="70"/>
                </a:cxn>
                <a:cxn ang="0">
                  <a:pos x="64" y="68"/>
                </a:cxn>
                <a:cxn ang="0">
                  <a:pos x="66" y="66"/>
                </a:cxn>
                <a:cxn ang="0">
                  <a:pos x="60" y="60"/>
                </a:cxn>
                <a:cxn ang="0">
                  <a:pos x="66" y="52"/>
                </a:cxn>
                <a:cxn ang="0">
                  <a:pos x="68" y="36"/>
                </a:cxn>
                <a:cxn ang="0">
                  <a:pos x="18" y="34"/>
                </a:cxn>
                <a:cxn ang="0">
                  <a:pos x="12" y="32"/>
                </a:cxn>
                <a:cxn ang="0">
                  <a:pos x="10" y="30"/>
                </a:cxn>
                <a:cxn ang="0">
                  <a:pos x="12" y="22"/>
                </a:cxn>
                <a:cxn ang="0">
                  <a:pos x="14" y="18"/>
                </a:cxn>
                <a:cxn ang="0">
                  <a:pos x="18" y="34"/>
                </a:cxn>
                <a:cxn ang="0">
                  <a:pos x="52" y="54"/>
                </a:cxn>
                <a:cxn ang="0">
                  <a:pos x="40" y="40"/>
                </a:cxn>
                <a:cxn ang="0">
                  <a:pos x="48" y="36"/>
                </a:cxn>
                <a:cxn ang="0">
                  <a:pos x="52" y="38"/>
                </a:cxn>
                <a:cxn ang="0">
                  <a:pos x="56" y="42"/>
                </a:cxn>
                <a:cxn ang="0">
                  <a:pos x="56" y="46"/>
                </a:cxn>
              </a:cxnLst>
              <a:rect l="0" t="0" r="r" b="b"/>
              <a:pathLst>
                <a:path w="68" h="72">
                  <a:moveTo>
                    <a:pt x="62" y="30"/>
                  </a:moveTo>
                  <a:lnTo>
                    <a:pt x="62" y="30"/>
                  </a:lnTo>
                  <a:lnTo>
                    <a:pt x="54" y="24"/>
                  </a:lnTo>
                  <a:lnTo>
                    <a:pt x="54" y="24"/>
                  </a:lnTo>
                  <a:lnTo>
                    <a:pt x="46" y="24"/>
                  </a:lnTo>
                  <a:lnTo>
                    <a:pt x="46" y="24"/>
                  </a:lnTo>
                  <a:lnTo>
                    <a:pt x="38" y="26"/>
                  </a:lnTo>
                  <a:lnTo>
                    <a:pt x="38" y="26"/>
                  </a:lnTo>
                  <a:lnTo>
                    <a:pt x="30" y="30"/>
                  </a:lnTo>
                  <a:lnTo>
                    <a:pt x="30" y="30"/>
                  </a:lnTo>
                  <a:lnTo>
                    <a:pt x="18" y="14"/>
                  </a:lnTo>
                  <a:lnTo>
                    <a:pt x="18" y="14"/>
                  </a:lnTo>
                  <a:lnTo>
                    <a:pt x="24" y="12"/>
                  </a:lnTo>
                  <a:lnTo>
                    <a:pt x="24" y="12"/>
                  </a:lnTo>
                  <a:lnTo>
                    <a:pt x="28" y="12"/>
                  </a:lnTo>
                  <a:lnTo>
                    <a:pt x="28" y="12"/>
                  </a:lnTo>
                  <a:lnTo>
                    <a:pt x="34" y="14"/>
                  </a:lnTo>
                  <a:lnTo>
                    <a:pt x="34" y="14"/>
                  </a:lnTo>
                  <a:lnTo>
                    <a:pt x="36" y="12"/>
                  </a:lnTo>
                  <a:lnTo>
                    <a:pt x="36" y="12"/>
                  </a:lnTo>
                  <a:lnTo>
                    <a:pt x="38" y="10"/>
                  </a:lnTo>
                  <a:lnTo>
                    <a:pt x="38" y="10"/>
                  </a:lnTo>
                  <a:lnTo>
                    <a:pt x="38" y="4"/>
                  </a:lnTo>
                  <a:lnTo>
                    <a:pt x="38" y="4"/>
                  </a:lnTo>
                  <a:lnTo>
                    <a:pt x="34" y="2"/>
                  </a:lnTo>
                  <a:lnTo>
                    <a:pt x="30" y="0"/>
                  </a:lnTo>
                  <a:lnTo>
                    <a:pt x="30" y="0"/>
                  </a:lnTo>
                  <a:lnTo>
                    <a:pt x="24" y="2"/>
                  </a:lnTo>
                  <a:lnTo>
                    <a:pt x="24" y="2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0" y="8"/>
                  </a:lnTo>
                  <a:lnTo>
                    <a:pt x="10" y="8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8" y="6"/>
                  </a:lnTo>
                  <a:lnTo>
                    <a:pt x="8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6" y="12"/>
                  </a:lnTo>
                  <a:lnTo>
                    <a:pt x="6" y="12"/>
                  </a:lnTo>
                  <a:lnTo>
                    <a:pt x="6" y="12"/>
                  </a:lnTo>
                  <a:lnTo>
                    <a:pt x="6" y="12"/>
                  </a:lnTo>
                  <a:lnTo>
                    <a:pt x="2" y="20"/>
                  </a:lnTo>
                  <a:lnTo>
                    <a:pt x="2" y="20"/>
                  </a:lnTo>
                  <a:lnTo>
                    <a:pt x="0" y="28"/>
                  </a:lnTo>
                  <a:lnTo>
                    <a:pt x="0" y="28"/>
                  </a:lnTo>
                  <a:lnTo>
                    <a:pt x="0" y="36"/>
                  </a:lnTo>
                  <a:lnTo>
                    <a:pt x="0" y="36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10" y="46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26" y="46"/>
                  </a:lnTo>
                  <a:lnTo>
                    <a:pt x="34" y="42"/>
                  </a:lnTo>
                  <a:lnTo>
                    <a:pt x="34" y="42"/>
                  </a:lnTo>
                  <a:lnTo>
                    <a:pt x="48" y="58"/>
                  </a:lnTo>
                  <a:lnTo>
                    <a:pt x="48" y="58"/>
                  </a:lnTo>
                  <a:lnTo>
                    <a:pt x="44" y="62"/>
                  </a:lnTo>
                  <a:lnTo>
                    <a:pt x="44" y="62"/>
                  </a:lnTo>
                  <a:lnTo>
                    <a:pt x="40" y="60"/>
                  </a:lnTo>
                  <a:lnTo>
                    <a:pt x="40" y="60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2" y="58"/>
                  </a:lnTo>
                  <a:lnTo>
                    <a:pt x="32" y="58"/>
                  </a:lnTo>
                  <a:lnTo>
                    <a:pt x="30" y="56"/>
                  </a:lnTo>
                  <a:lnTo>
                    <a:pt x="30" y="56"/>
                  </a:lnTo>
                  <a:lnTo>
                    <a:pt x="26" y="58"/>
                  </a:lnTo>
                  <a:lnTo>
                    <a:pt x="26" y="58"/>
                  </a:lnTo>
                  <a:lnTo>
                    <a:pt x="24" y="62"/>
                  </a:lnTo>
                  <a:lnTo>
                    <a:pt x="24" y="62"/>
                  </a:lnTo>
                  <a:lnTo>
                    <a:pt x="26" y="66"/>
                  </a:lnTo>
                  <a:lnTo>
                    <a:pt x="26" y="66"/>
                  </a:lnTo>
                  <a:lnTo>
                    <a:pt x="32" y="70"/>
                  </a:lnTo>
                  <a:lnTo>
                    <a:pt x="32" y="70"/>
                  </a:lnTo>
                  <a:lnTo>
                    <a:pt x="38" y="72"/>
                  </a:lnTo>
                  <a:lnTo>
                    <a:pt x="38" y="72"/>
                  </a:lnTo>
                  <a:lnTo>
                    <a:pt x="48" y="72"/>
                  </a:lnTo>
                  <a:lnTo>
                    <a:pt x="48" y="72"/>
                  </a:lnTo>
                  <a:lnTo>
                    <a:pt x="56" y="66"/>
                  </a:lnTo>
                  <a:lnTo>
                    <a:pt x="56" y="66"/>
                  </a:lnTo>
                  <a:lnTo>
                    <a:pt x="60" y="70"/>
                  </a:lnTo>
                  <a:lnTo>
                    <a:pt x="60" y="70"/>
                  </a:lnTo>
                  <a:lnTo>
                    <a:pt x="62" y="70"/>
                  </a:lnTo>
                  <a:lnTo>
                    <a:pt x="62" y="70"/>
                  </a:lnTo>
                  <a:lnTo>
                    <a:pt x="64" y="68"/>
                  </a:lnTo>
                  <a:lnTo>
                    <a:pt x="64" y="68"/>
                  </a:lnTo>
                  <a:lnTo>
                    <a:pt x="66" y="66"/>
                  </a:lnTo>
                  <a:lnTo>
                    <a:pt x="66" y="66"/>
                  </a:lnTo>
                  <a:lnTo>
                    <a:pt x="64" y="64"/>
                  </a:lnTo>
                  <a:lnTo>
                    <a:pt x="64" y="64"/>
                  </a:lnTo>
                  <a:lnTo>
                    <a:pt x="60" y="60"/>
                  </a:lnTo>
                  <a:lnTo>
                    <a:pt x="60" y="60"/>
                  </a:lnTo>
                  <a:lnTo>
                    <a:pt x="66" y="52"/>
                  </a:lnTo>
                  <a:lnTo>
                    <a:pt x="66" y="52"/>
                  </a:lnTo>
                  <a:lnTo>
                    <a:pt x="68" y="42"/>
                  </a:lnTo>
                  <a:lnTo>
                    <a:pt x="68" y="42"/>
                  </a:lnTo>
                  <a:lnTo>
                    <a:pt x="68" y="36"/>
                  </a:lnTo>
                  <a:lnTo>
                    <a:pt x="68" y="36"/>
                  </a:lnTo>
                  <a:lnTo>
                    <a:pt x="62" y="30"/>
                  </a:lnTo>
                  <a:close/>
                  <a:moveTo>
                    <a:pt x="18" y="34"/>
                  </a:moveTo>
                  <a:lnTo>
                    <a:pt x="18" y="34"/>
                  </a:lnTo>
                  <a:lnTo>
                    <a:pt x="14" y="34"/>
                  </a:lnTo>
                  <a:lnTo>
                    <a:pt x="12" y="32"/>
                  </a:lnTo>
                  <a:lnTo>
                    <a:pt x="12" y="32"/>
                  </a:lnTo>
                  <a:lnTo>
                    <a:pt x="10" y="30"/>
                  </a:lnTo>
                  <a:lnTo>
                    <a:pt x="10" y="30"/>
                  </a:lnTo>
                  <a:lnTo>
                    <a:pt x="10" y="26"/>
                  </a:lnTo>
                  <a:lnTo>
                    <a:pt x="10" y="26"/>
                  </a:lnTo>
                  <a:lnTo>
                    <a:pt x="12" y="22"/>
                  </a:lnTo>
                  <a:lnTo>
                    <a:pt x="12" y="22"/>
                  </a:lnTo>
                  <a:lnTo>
                    <a:pt x="14" y="18"/>
                  </a:lnTo>
                  <a:lnTo>
                    <a:pt x="14" y="18"/>
                  </a:lnTo>
                  <a:lnTo>
                    <a:pt x="26" y="32"/>
                  </a:lnTo>
                  <a:lnTo>
                    <a:pt x="26" y="32"/>
                  </a:lnTo>
                  <a:lnTo>
                    <a:pt x="18" y="34"/>
                  </a:lnTo>
                  <a:close/>
                  <a:moveTo>
                    <a:pt x="56" y="50"/>
                  </a:moveTo>
                  <a:lnTo>
                    <a:pt x="56" y="50"/>
                  </a:lnTo>
                  <a:lnTo>
                    <a:pt x="52" y="54"/>
                  </a:lnTo>
                  <a:lnTo>
                    <a:pt x="52" y="54"/>
                  </a:lnTo>
                  <a:lnTo>
                    <a:pt x="40" y="40"/>
                  </a:lnTo>
                  <a:lnTo>
                    <a:pt x="40" y="40"/>
                  </a:lnTo>
                  <a:lnTo>
                    <a:pt x="44" y="38"/>
                  </a:lnTo>
                  <a:lnTo>
                    <a:pt x="44" y="38"/>
                  </a:lnTo>
                  <a:lnTo>
                    <a:pt x="48" y="36"/>
                  </a:lnTo>
                  <a:lnTo>
                    <a:pt x="48" y="36"/>
                  </a:lnTo>
                  <a:lnTo>
                    <a:pt x="52" y="38"/>
                  </a:lnTo>
                  <a:lnTo>
                    <a:pt x="52" y="38"/>
                  </a:lnTo>
                  <a:lnTo>
                    <a:pt x="54" y="40"/>
                  </a:lnTo>
                  <a:lnTo>
                    <a:pt x="54" y="40"/>
                  </a:lnTo>
                  <a:lnTo>
                    <a:pt x="56" y="42"/>
                  </a:lnTo>
                  <a:lnTo>
                    <a:pt x="56" y="42"/>
                  </a:lnTo>
                  <a:lnTo>
                    <a:pt x="56" y="46"/>
                  </a:lnTo>
                  <a:lnTo>
                    <a:pt x="56" y="46"/>
                  </a:lnTo>
                  <a:lnTo>
                    <a:pt x="56" y="5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78" name="Freeform 159"/>
            <p:cNvSpPr>
              <a:spLocks/>
            </p:cNvSpPr>
            <p:nvPr/>
          </p:nvSpPr>
          <p:spPr bwMode="auto">
            <a:xfrm>
              <a:off x="4111625" y="2105025"/>
              <a:ext cx="107950" cy="114300"/>
            </a:xfrm>
            <a:custGeom>
              <a:avLst/>
              <a:gdLst/>
              <a:ahLst/>
              <a:cxnLst>
                <a:cxn ang="0">
                  <a:pos x="62" y="30"/>
                </a:cxn>
                <a:cxn ang="0">
                  <a:pos x="54" y="24"/>
                </a:cxn>
                <a:cxn ang="0">
                  <a:pos x="46" y="24"/>
                </a:cxn>
                <a:cxn ang="0">
                  <a:pos x="38" y="26"/>
                </a:cxn>
                <a:cxn ang="0">
                  <a:pos x="30" y="30"/>
                </a:cxn>
                <a:cxn ang="0">
                  <a:pos x="18" y="14"/>
                </a:cxn>
                <a:cxn ang="0">
                  <a:pos x="24" y="12"/>
                </a:cxn>
                <a:cxn ang="0">
                  <a:pos x="28" y="12"/>
                </a:cxn>
                <a:cxn ang="0">
                  <a:pos x="34" y="14"/>
                </a:cxn>
                <a:cxn ang="0">
                  <a:pos x="36" y="12"/>
                </a:cxn>
                <a:cxn ang="0">
                  <a:pos x="38" y="10"/>
                </a:cxn>
                <a:cxn ang="0">
                  <a:pos x="38" y="4"/>
                </a:cxn>
                <a:cxn ang="0">
                  <a:pos x="30" y="0"/>
                </a:cxn>
                <a:cxn ang="0">
                  <a:pos x="24" y="2"/>
                </a:cxn>
                <a:cxn ang="0">
                  <a:pos x="16" y="4"/>
                </a:cxn>
                <a:cxn ang="0">
                  <a:pos x="10" y="8"/>
                </a:cxn>
                <a:cxn ang="0">
                  <a:pos x="10" y="6"/>
                </a:cxn>
                <a:cxn ang="0">
                  <a:pos x="8" y="6"/>
                </a:cxn>
                <a:cxn ang="0">
                  <a:pos x="4" y="6"/>
                </a:cxn>
                <a:cxn ang="0">
                  <a:pos x="4" y="10"/>
                </a:cxn>
                <a:cxn ang="0">
                  <a:pos x="6" y="12"/>
                </a:cxn>
                <a:cxn ang="0">
                  <a:pos x="6" y="12"/>
                </a:cxn>
                <a:cxn ang="0">
                  <a:pos x="2" y="20"/>
                </a:cxn>
                <a:cxn ang="0">
                  <a:pos x="0" y="28"/>
                </a:cxn>
                <a:cxn ang="0">
                  <a:pos x="0" y="36"/>
                </a:cxn>
                <a:cxn ang="0">
                  <a:pos x="4" y="44"/>
                </a:cxn>
                <a:cxn ang="0">
                  <a:pos x="10" y="46"/>
                </a:cxn>
                <a:cxn ang="0">
                  <a:pos x="18" y="48"/>
                </a:cxn>
                <a:cxn ang="0">
                  <a:pos x="34" y="42"/>
                </a:cxn>
                <a:cxn ang="0">
                  <a:pos x="48" y="58"/>
                </a:cxn>
                <a:cxn ang="0">
                  <a:pos x="44" y="62"/>
                </a:cxn>
                <a:cxn ang="0">
                  <a:pos x="40" y="60"/>
                </a:cxn>
                <a:cxn ang="0">
                  <a:pos x="36" y="60"/>
                </a:cxn>
                <a:cxn ang="0">
                  <a:pos x="32" y="58"/>
                </a:cxn>
                <a:cxn ang="0">
                  <a:pos x="30" y="56"/>
                </a:cxn>
                <a:cxn ang="0">
                  <a:pos x="26" y="58"/>
                </a:cxn>
                <a:cxn ang="0">
                  <a:pos x="24" y="62"/>
                </a:cxn>
                <a:cxn ang="0">
                  <a:pos x="26" y="66"/>
                </a:cxn>
                <a:cxn ang="0">
                  <a:pos x="32" y="70"/>
                </a:cxn>
                <a:cxn ang="0">
                  <a:pos x="38" y="72"/>
                </a:cxn>
                <a:cxn ang="0">
                  <a:pos x="48" y="72"/>
                </a:cxn>
                <a:cxn ang="0">
                  <a:pos x="56" y="66"/>
                </a:cxn>
                <a:cxn ang="0">
                  <a:pos x="60" y="70"/>
                </a:cxn>
                <a:cxn ang="0">
                  <a:pos x="62" y="70"/>
                </a:cxn>
                <a:cxn ang="0">
                  <a:pos x="64" y="68"/>
                </a:cxn>
                <a:cxn ang="0">
                  <a:pos x="66" y="66"/>
                </a:cxn>
                <a:cxn ang="0">
                  <a:pos x="64" y="64"/>
                </a:cxn>
                <a:cxn ang="0">
                  <a:pos x="60" y="60"/>
                </a:cxn>
                <a:cxn ang="0">
                  <a:pos x="66" y="52"/>
                </a:cxn>
                <a:cxn ang="0">
                  <a:pos x="68" y="42"/>
                </a:cxn>
                <a:cxn ang="0">
                  <a:pos x="68" y="36"/>
                </a:cxn>
                <a:cxn ang="0">
                  <a:pos x="62" y="30"/>
                </a:cxn>
              </a:cxnLst>
              <a:rect l="0" t="0" r="r" b="b"/>
              <a:pathLst>
                <a:path w="68" h="72">
                  <a:moveTo>
                    <a:pt x="62" y="30"/>
                  </a:moveTo>
                  <a:lnTo>
                    <a:pt x="62" y="30"/>
                  </a:lnTo>
                  <a:lnTo>
                    <a:pt x="54" y="24"/>
                  </a:lnTo>
                  <a:lnTo>
                    <a:pt x="54" y="24"/>
                  </a:lnTo>
                  <a:lnTo>
                    <a:pt x="46" y="24"/>
                  </a:lnTo>
                  <a:lnTo>
                    <a:pt x="46" y="24"/>
                  </a:lnTo>
                  <a:lnTo>
                    <a:pt x="38" y="26"/>
                  </a:lnTo>
                  <a:lnTo>
                    <a:pt x="38" y="26"/>
                  </a:lnTo>
                  <a:lnTo>
                    <a:pt x="30" y="30"/>
                  </a:lnTo>
                  <a:lnTo>
                    <a:pt x="30" y="30"/>
                  </a:lnTo>
                  <a:lnTo>
                    <a:pt x="18" y="14"/>
                  </a:lnTo>
                  <a:lnTo>
                    <a:pt x="18" y="14"/>
                  </a:lnTo>
                  <a:lnTo>
                    <a:pt x="24" y="12"/>
                  </a:lnTo>
                  <a:lnTo>
                    <a:pt x="24" y="12"/>
                  </a:lnTo>
                  <a:lnTo>
                    <a:pt x="28" y="12"/>
                  </a:lnTo>
                  <a:lnTo>
                    <a:pt x="28" y="12"/>
                  </a:lnTo>
                  <a:lnTo>
                    <a:pt x="34" y="14"/>
                  </a:lnTo>
                  <a:lnTo>
                    <a:pt x="34" y="14"/>
                  </a:lnTo>
                  <a:lnTo>
                    <a:pt x="36" y="12"/>
                  </a:lnTo>
                  <a:lnTo>
                    <a:pt x="36" y="12"/>
                  </a:lnTo>
                  <a:lnTo>
                    <a:pt x="38" y="10"/>
                  </a:lnTo>
                  <a:lnTo>
                    <a:pt x="38" y="10"/>
                  </a:lnTo>
                  <a:lnTo>
                    <a:pt x="38" y="4"/>
                  </a:lnTo>
                  <a:lnTo>
                    <a:pt x="38" y="4"/>
                  </a:lnTo>
                  <a:lnTo>
                    <a:pt x="34" y="2"/>
                  </a:lnTo>
                  <a:lnTo>
                    <a:pt x="30" y="0"/>
                  </a:lnTo>
                  <a:lnTo>
                    <a:pt x="30" y="0"/>
                  </a:lnTo>
                  <a:lnTo>
                    <a:pt x="24" y="2"/>
                  </a:lnTo>
                  <a:lnTo>
                    <a:pt x="24" y="2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0" y="8"/>
                  </a:lnTo>
                  <a:lnTo>
                    <a:pt x="10" y="8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8" y="6"/>
                  </a:lnTo>
                  <a:lnTo>
                    <a:pt x="8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6" y="12"/>
                  </a:lnTo>
                  <a:lnTo>
                    <a:pt x="6" y="12"/>
                  </a:lnTo>
                  <a:lnTo>
                    <a:pt x="6" y="12"/>
                  </a:lnTo>
                  <a:lnTo>
                    <a:pt x="6" y="12"/>
                  </a:lnTo>
                  <a:lnTo>
                    <a:pt x="2" y="20"/>
                  </a:lnTo>
                  <a:lnTo>
                    <a:pt x="2" y="20"/>
                  </a:lnTo>
                  <a:lnTo>
                    <a:pt x="0" y="28"/>
                  </a:lnTo>
                  <a:lnTo>
                    <a:pt x="0" y="28"/>
                  </a:lnTo>
                  <a:lnTo>
                    <a:pt x="0" y="36"/>
                  </a:lnTo>
                  <a:lnTo>
                    <a:pt x="0" y="36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10" y="46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26" y="46"/>
                  </a:lnTo>
                  <a:lnTo>
                    <a:pt x="34" y="42"/>
                  </a:lnTo>
                  <a:lnTo>
                    <a:pt x="34" y="42"/>
                  </a:lnTo>
                  <a:lnTo>
                    <a:pt x="48" y="58"/>
                  </a:lnTo>
                  <a:lnTo>
                    <a:pt x="48" y="58"/>
                  </a:lnTo>
                  <a:lnTo>
                    <a:pt x="44" y="62"/>
                  </a:lnTo>
                  <a:lnTo>
                    <a:pt x="44" y="62"/>
                  </a:lnTo>
                  <a:lnTo>
                    <a:pt x="40" y="60"/>
                  </a:lnTo>
                  <a:lnTo>
                    <a:pt x="40" y="60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2" y="58"/>
                  </a:lnTo>
                  <a:lnTo>
                    <a:pt x="32" y="58"/>
                  </a:lnTo>
                  <a:lnTo>
                    <a:pt x="30" y="56"/>
                  </a:lnTo>
                  <a:lnTo>
                    <a:pt x="30" y="56"/>
                  </a:lnTo>
                  <a:lnTo>
                    <a:pt x="26" y="58"/>
                  </a:lnTo>
                  <a:lnTo>
                    <a:pt x="26" y="58"/>
                  </a:lnTo>
                  <a:lnTo>
                    <a:pt x="24" y="62"/>
                  </a:lnTo>
                  <a:lnTo>
                    <a:pt x="24" y="62"/>
                  </a:lnTo>
                  <a:lnTo>
                    <a:pt x="26" y="66"/>
                  </a:lnTo>
                  <a:lnTo>
                    <a:pt x="26" y="66"/>
                  </a:lnTo>
                  <a:lnTo>
                    <a:pt x="32" y="70"/>
                  </a:lnTo>
                  <a:lnTo>
                    <a:pt x="32" y="70"/>
                  </a:lnTo>
                  <a:lnTo>
                    <a:pt x="38" y="72"/>
                  </a:lnTo>
                  <a:lnTo>
                    <a:pt x="38" y="72"/>
                  </a:lnTo>
                  <a:lnTo>
                    <a:pt x="48" y="72"/>
                  </a:lnTo>
                  <a:lnTo>
                    <a:pt x="48" y="72"/>
                  </a:lnTo>
                  <a:lnTo>
                    <a:pt x="56" y="66"/>
                  </a:lnTo>
                  <a:lnTo>
                    <a:pt x="56" y="66"/>
                  </a:lnTo>
                  <a:lnTo>
                    <a:pt x="60" y="70"/>
                  </a:lnTo>
                  <a:lnTo>
                    <a:pt x="60" y="70"/>
                  </a:lnTo>
                  <a:lnTo>
                    <a:pt x="62" y="70"/>
                  </a:lnTo>
                  <a:lnTo>
                    <a:pt x="62" y="70"/>
                  </a:lnTo>
                  <a:lnTo>
                    <a:pt x="64" y="68"/>
                  </a:lnTo>
                  <a:lnTo>
                    <a:pt x="64" y="68"/>
                  </a:lnTo>
                  <a:lnTo>
                    <a:pt x="66" y="66"/>
                  </a:lnTo>
                  <a:lnTo>
                    <a:pt x="66" y="66"/>
                  </a:lnTo>
                  <a:lnTo>
                    <a:pt x="64" y="64"/>
                  </a:lnTo>
                  <a:lnTo>
                    <a:pt x="64" y="64"/>
                  </a:lnTo>
                  <a:lnTo>
                    <a:pt x="60" y="60"/>
                  </a:lnTo>
                  <a:lnTo>
                    <a:pt x="60" y="60"/>
                  </a:lnTo>
                  <a:lnTo>
                    <a:pt x="66" y="52"/>
                  </a:lnTo>
                  <a:lnTo>
                    <a:pt x="66" y="52"/>
                  </a:lnTo>
                  <a:lnTo>
                    <a:pt x="68" y="42"/>
                  </a:lnTo>
                  <a:lnTo>
                    <a:pt x="68" y="42"/>
                  </a:lnTo>
                  <a:lnTo>
                    <a:pt x="68" y="36"/>
                  </a:lnTo>
                  <a:lnTo>
                    <a:pt x="68" y="36"/>
                  </a:lnTo>
                  <a:lnTo>
                    <a:pt x="62" y="30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79" name="Freeform 160"/>
            <p:cNvSpPr>
              <a:spLocks/>
            </p:cNvSpPr>
            <p:nvPr/>
          </p:nvSpPr>
          <p:spPr bwMode="auto">
            <a:xfrm>
              <a:off x="4127500" y="2133600"/>
              <a:ext cx="25400" cy="25400"/>
            </a:xfrm>
            <a:custGeom>
              <a:avLst/>
              <a:gdLst/>
              <a:ahLst/>
              <a:cxnLst>
                <a:cxn ang="0">
                  <a:pos x="8" y="16"/>
                </a:cxn>
                <a:cxn ang="0">
                  <a:pos x="8" y="16"/>
                </a:cxn>
                <a:cxn ang="0">
                  <a:pos x="4" y="16"/>
                </a:cxn>
                <a:cxn ang="0">
                  <a:pos x="2" y="14"/>
                </a:cxn>
                <a:cxn ang="0">
                  <a:pos x="2" y="14"/>
                </a:cxn>
                <a:cxn ang="0">
                  <a:pos x="0" y="12"/>
                </a:cxn>
                <a:cxn ang="0">
                  <a:pos x="0" y="12"/>
                </a:cxn>
                <a:cxn ang="0">
                  <a:pos x="0" y="8"/>
                </a:cxn>
                <a:cxn ang="0">
                  <a:pos x="0" y="8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16" y="14"/>
                </a:cxn>
                <a:cxn ang="0">
                  <a:pos x="16" y="14"/>
                </a:cxn>
                <a:cxn ang="0">
                  <a:pos x="8" y="16"/>
                </a:cxn>
              </a:cxnLst>
              <a:rect l="0" t="0" r="r" b="b"/>
              <a:pathLst>
                <a:path w="16" h="16">
                  <a:moveTo>
                    <a:pt x="8" y="16"/>
                  </a:moveTo>
                  <a:lnTo>
                    <a:pt x="8" y="16"/>
                  </a:lnTo>
                  <a:lnTo>
                    <a:pt x="4" y="16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8"/>
                  </a:lnTo>
                  <a:lnTo>
                    <a:pt x="0" y="8"/>
                  </a:lnTo>
                  <a:lnTo>
                    <a:pt x="2" y="4"/>
                  </a:lnTo>
                  <a:lnTo>
                    <a:pt x="2" y="4"/>
                  </a:lnTo>
                  <a:lnTo>
                    <a:pt x="4" y="0"/>
                  </a:lnTo>
                  <a:lnTo>
                    <a:pt x="4" y="0"/>
                  </a:lnTo>
                  <a:lnTo>
                    <a:pt x="16" y="14"/>
                  </a:lnTo>
                  <a:lnTo>
                    <a:pt x="16" y="14"/>
                  </a:lnTo>
                  <a:lnTo>
                    <a:pt x="8" y="16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80" name="Freeform 161"/>
            <p:cNvSpPr>
              <a:spLocks/>
            </p:cNvSpPr>
            <p:nvPr/>
          </p:nvSpPr>
          <p:spPr bwMode="auto">
            <a:xfrm>
              <a:off x="4175125" y="2162175"/>
              <a:ext cx="25400" cy="28575"/>
            </a:xfrm>
            <a:custGeom>
              <a:avLst/>
              <a:gdLst/>
              <a:ahLst/>
              <a:cxnLst>
                <a:cxn ang="0">
                  <a:pos x="16" y="14"/>
                </a:cxn>
                <a:cxn ang="0">
                  <a:pos x="16" y="14"/>
                </a:cxn>
                <a:cxn ang="0">
                  <a:pos x="12" y="18"/>
                </a:cxn>
                <a:cxn ang="0">
                  <a:pos x="12" y="18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8" y="0"/>
                </a:cxn>
                <a:cxn ang="0">
                  <a:pos x="8" y="0"/>
                </a:cxn>
                <a:cxn ang="0">
                  <a:pos x="12" y="2"/>
                </a:cxn>
                <a:cxn ang="0">
                  <a:pos x="12" y="2"/>
                </a:cxn>
                <a:cxn ang="0">
                  <a:pos x="14" y="4"/>
                </a:cxn>
                <a:cxn ang="0">
                  <a:pos x="14" y="4"/>
                </a:cxn>
                <a:cxn ang="0">
                  <a:pos x="16" y="6"/>
                </a:cxn>
                <a:cxn ang="0">
                  <a:pos x="16" y="6"/>
                </a:cxn>
                <a:cxn ang="0">
                  <a:pos x="16" y="10"/>
                </a:cxn>
                <a:cxn ang="0">
                  <a:pos x="16" y="10"/>
                </a:cxn>
                <a:cxn ang="0">
                  <a:pos x="16" y="14"/>
                </a:cxn>
              </a:cxnLst>
              <a:rect l="0" t="0" r="r" b="b"/>
              <a:pathLst>
                <a:path w="16" h="18">
                  <a:moveTo>
                    <a:pt x="16" y="14"/>
                  </a:moveTo>
                  <a:lnTo>
                    <a:pt x="16" y="14"/>
                  </a:lnTo>
                  <a:lnTo>
                    <a:pt x="12" y="18"/>
                  </a:lnTo>
                  <a:lnTo>
                    <a:pt x="12" y="18"/>
                  </a:lnTo>
                  <a:lnTo>
                    <a:pt x="0" y="4"/>
                  </a:lnTo>
                  <a:lnTo>
                    <a:pt x="0" y="4"/>
                  </a:lnTo>
                  <a:lnTo>
                    <a:pt x="4" y="2"/>
                  </a:lnTo>
                  <a:lnTo>
                    <a:pt x="4" y="2"/>
                  </a:lnTo>
                  <a:lnTo>
                    <a:pt x="8" y="0"/>
                  </a:lnTo>
                  <a:lnTo>
                    <a:pt x="8" y="0"/>
                  </a:lnTo>
                  <a:lnTo>
                    <a:pt x="12" y="2"/>
                  </a:lnTo>
                  <a:lnTo>
                    <a:pt x="12" y="2"/>
                  </a:lnTo>
                  <a:lnTo>
                    <a:pt x="14" y="4"/>
                  </a:lnTo>
                  <a:lnTo>
                    <a:pt x="14" y="4"/>
                  </a:lnTo>
                  <a:lnTo>
                    <a:pt x="16" y="6"/>
                  </a:lnTo>
                  <a:lnTo>
                    <a:pt x="16" y="6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4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81" name="Freeform 162"/>
            <p:cNvSpPr>
              <a:spLocks/>
            </p:cNvSpPr>
            <p:nvPr/>
          </p:nvSpPr>
          <p:spPr bwMode="auto">
            <a:xfrm>
              <a:off x="4098925" y="2241550"/>
              <a:ext cx="60325" cy="66675"/>
            </a:xfrm>
            <a:custGeom>
              <a:avLst/>
              <a:gdLst/>
              <a:ahLst/>
              <a:cxnLst>
                <a:cxn ang="0">
                  <a:pos x="32" y="2"/>
                </a:cxn>
                <a:cxn ang="0">
                  <a:pos x="32" y="2"/>
                </a:cxn>
                <a:cxn ang="0">
                  <a:pos x="32" y="2"/>
                </a:cxn>
                <a:cxn ang="0">
                  <a:pos x="18" y="14"/>
                </a:cxn>
                <a:cxn ang="0">
                  <a:pos x="18" y="14"/>
                </a:cxn>
                <a:cxn ang="0">
                  <a:pos x="6" y="28"/>
                </a:cxn>
                <a:cxn ang="0">
                  <a:pos x="0" y="34"/>
                </a:cxn>
                <a:cxn ang="0">
                  <a:pos x="0" y="34"/>
                </a:cxn>
                <a:cxn ang="0">
                  <a:pos x="0" y="34"/>
                </a:cxn>
                <a:cxn ang="0">
                  <a:pos x="0" y="38"/>
                </a:cxn>
                <a:cxn ang="0">
                  <a:pos x="0" y="40"/>
                </a:cxn>
                <a:cxn ang="0">
                  <a:pos x="0" y="40"/>
                </a:cxn>
                <a:cxn ang="0">
                  <a:pos x="4" y="42"/>
                </a:cxn>
                <a:cxn ang="0">
                  <a:pos x="6" y="40"/>
                </a:cxn>
                <a:cxn ang="0">
                  <a:pos x="6" y="40"/>
                </a:cxn>
                <a:cxn ang="0">
                  <a:pos x="6" y="40"/>
                </a:cxn>
                <a:cxn ang="0">
                  <a:pos x="12" y="32"/>
                </a:cxn>
                <a:cxn ang="0">
                  <a:pos x="12" y="32"/>
                </a:cxn>
                <a:cxn ang="0">
                  <a:pos x="22" y="20"/>
                </a:cxn>
                <a:cxn ang="0">
                  <a:pos x="22" y="20"/>
                </a:cxn>
                <a:cxn ang="0">
                  <a:pos x="36" y="8"/>
                </a:cxn>
                <a:cxn ang="0">
                  <a:pos x="36" y="8"/>
                </a:cxn>
                <a:cxn ang="0">
                  <a:pos x="36" y="8"/>
                </a:cxn>
                <a:cxn ang="0">
                  <a:pos x="38" y="8"/>
                </a:cxn>
                <a:cxn ang="0">
                  <a:pos x="38" y="8"/>
                </a:cxn>
                <a:cxn ang="0">
                  <a:pos x="38" y="4"/>
                </a:cxn>
                <a:cxn ang="0">
                  <a:pos x="38" y="2"/>
                </a:cxn>
                <a:cxn ang="0">
                  <a:pos x="38" y="2"/>
                </a:cxn>
                <a:cxn ang="0">
                  <a:pos x="34" y="0"/>
                </a:cxn>
                <a:cxn ang="0">
                  <a:pos x="32" y="2"/>
                </a:cxn>
              </a:cxnLst>
              <a:rect l="0" t="0" r="r" b="b"/>
              <a:pathLst>
                <a:path w="38" h="42">
                  <a:moveTo>
                    <a:pt x="32" y="2"/>
                  </a:moveTo>
                  <a:lnTo>
                    <a:pt x="32" y="2"/>
                  </a:lnTo>
                  <a:lnTo>
                    <a:pt x="32" y="2"/>
                  </a:lnTo>
                  <a:lnTo>
                    <a:pt x="18" y="14"/>
                  </a:lnTo>
                  <a:lnTo>
                    <a:pt x="18" y="14"/>
                  </a:lnTo>
                  <a:lnTo>
                    <a:pt x="6" y="28"/>
                  </a:lnTo>
                  <a:lnTo>
                    <a:pt x="0" y="34"/>
                  </a:lnTo>
                  <a:lnTo>
                    <a:pt x="0" y="34"/>
                  </a:lnTo>
                  <a:lnTo>
                    <a:pt x="0" y="34"/>
                  </a:lnTo>
                  <a:lnTo>
                    <a:pt x="0" y="38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4" y="42"/>
                  </a:lnTo>
                  <a:lnTo>
                    <a:pt x="6" y="40"/>
                  </a:lnTo>
                  <a:lnTo>
                    <a:pt x="6" y="40"/>
                  </a:lnTo>
                  <a:lnTo>
                    <a:pt x="6" y="40"/>
                  </a:lnTo>
                  <a:lnTo>
                    <a:pt x="12" y="32"/>
                  </a:lnTo>
                  <a:lnTo>
                    <a:pt x="12" y="32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36" y="8"/>
                  </a:lnTo>
                  <a:lnTo>
                    <a:pt x="36" y="8"/>
                  </a:lnTo>
                  <a:lnTo>
                    <a:pt x="36" y="8"/>
                  </a:lnTo>
                  <a:lnTo>
                    <a:pt x="38" y="8"/>
                  </a:lnTo>
                  <a:lnTo>
                    <a:pt x="38" y="8"/>
                  </a:lnTo>
                  <a:lnTo>
                    <a:pt x="38" y="4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4" y="0"/>
                  </a:lnTo>
                  <a:lnTo>
                    <a:pt x="32" y="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82" name="Freeform 163"/>
            <p:cNvSpPr>
              <a:spLocks/>
            </p:cNvSpPr>
            <p:nvPr/>
          </p:nvSpPr>
          <p:spPr bwMode="auto">
            <a:xfrm>
              <a:off x="4098925" y="2241550"/>
              <a:ext cx="60325" cy="66675"/>
            </a:xfrm>
            <a:custGeom>
              <a:avLst/>
              <a:gdLst/>
              <a:ahLst/>
              <a:cxnLst>
                <a:cxn ang="0">
                  <a:pos x="32" y="2"/>
                </a:cxn>
                <a:cxn ang="0">
                  <a:pos x="32" y="2"/>
                </a:cxn>
                <a:cxn ang="0">
                  <a:pos x="32" y="2"/>
                </a:cxn>
                <a:cxn ang="0">
                  <a:pos x="18" y="14"/>
                </a:cxn>
                <a:cxn ang="0">
                  <a:pos x="18" y="14"/>
                </a:cxn>
                <a:cxn ang="0">
                  <a:pos x="6" y="28"/>
                </a:cxn>
                <a:cxn ang="0">
                  <a:pos x="0" y="34"/>
                </a:cxn>
                <a:cxn ang="0">
                  <a:pos x="0" y="34"/>
                </a:cxn>
                <a:cxn ang="0">
                  <a:pos x="0" y="34"/>
                </a:cxn>
                <a:cxn ang="0">
                  <a:pos x="0" y="38"/>
                </a:cxn>
                <a:cxn ang="0">
                  <a:pos x="0" y="40"/>
                </a:cxn>
                <a:cxn ang="0">
                  <a:pos x="0" y="40"/>
                </a:cxn>
                <a:cxn ang="0">
                  <a:pos x="4" y="42"/>
                </a:cxn>
                <a:cxn ang="0">
                  <a:pos x="6" y="40"/>
                </a:cxn>
                <a:cxn ang="0">
                  <a:pos x="6" y="40"/>
                </a:cxn>
                <a:cxn ang="0">
                  <a:pos x="6" y="40"/>
                </a:cxn>
                <a:cxn ang="0">
                  <a:pos x="12" y="32"/>
                </a:cxn>
                <a:cxn ang="0">
                  <a:pos x="12" y="32"/>
                </a:cxn>
                <a:cxn ang="0">
                  <a:pos x="22" y="20"/>
                </a:cxn>
                <a:cxn ang="0">
                  <a:pos x="22" y="20"/>
                </a:cxn>
                <a:cxn ang="0">
                  <a:pos x="36" y="8"/>
                </a:cxn>
                <a:cxn ang="0">
                  <a:pos x="36" y="8"/>
                </a:cxn>
                <a:cxn ang="0">
                  <a:pos x="36" y="8"/>
                </a:cxn>
                <a:cxn ang="0">
                  <a:pos x="38" y="8"/>
                </a:cxn>
                <a:cxn ang="0">
                  <a:pos x="38" y="8"/>
                </a:cxn>
                <a:cxn ang="0">
                  <a:pos x="38" y="4"/>
                </a:cxn>
                <a:cxn ang="0">
                  <a:pos x="38" y="2"/>
                </a:cxn>
                <a:cxn ang="0">
                  <a:pos x="38" y="2"/>
                </a:cxn>
                <a:cxn ang="0">
                  <a:pos x="34" y="0"/>
                </a:cxn>
                <a:cxn ang="0">
                  <a:pos x="32" y="2"/>
                </a:cxn>
              </a:cxnLst>
              <a:rect l="0" t="0" r="r" b="b"/>
              <a:pathLst>
                <a:path w="38" h="42">
                  <a:moveTo>
                    <a:pt x="32" y="2"/>
                  </a:moveTo>
                  <a:lnTo>
                    <a:pt x="32" y="2"/>
                  </a:lnTo>
                  <a:lnTo>
                    <a:pt x="32" y="2"/>
                  </a:lnTo>
                  <a:lnTo>
                    <a:pt x="18" y="14"/>
                  </a:lnTo>
                  <a:lnTo>
                    <a:pt x="18" y="14"/>
                  </a:lnTo>
                  <a:lnTo>
                    <a:pt x="6" y="28"/>
                  </a:lnTo>
                  <a:lnTo>
                    <a:pt x="0" y="34"/>
                  </a:lnTo>
                  <a:lnTo>
                    <a:pt x="0" y="34"/>
                  </a:lnTo>
                  <a:lnTo>
                    <a:pt x="0" y="34"/>
                  </a:lnTo>
                  <a:lnTo>
                    <a:pt x="0" y="38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4" y="42"/>
                  </a:lnTo>
                  <a:lnTo>
                    <a:pt x="6" y="40"/>
                  </a:lnTo>
                  <a:lnTo>
                    <a:pt x="6" y="40"/>
                  </a:lnTo>
                  <a:lnTo>
                    <a:pt x="6" y="40"/>
                  </a:lnTo>
                  <a:lnTo>
                    <a:pt x="12" y="32"/>
                  </a:lnTo>
                  <a:lnTo>
                    <a:pt x="12" y="32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36" y="8"/>
                  </a:lnTo>
                  <a:lnTo>
                    <a:pt x="36" y="8"/>
                  </a:lnTo>
                  <a:lnTo>
                    <a:pt x="36" y="8"/>
                  </a:lnTo>
                  <a:lnTo>
                    <a:pt x="38" y="8"/>
                  </a:lnTo>
                  <a:lnTo>
                    <a:pt x="38" y="8"/>
                  </a:lnTo>
                  <a:lnTo>
                    <a:pt x="38" y="4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4" y="0"/>
                  </a:lnTo>
                  <a:lnTo>
                    <a:pt x="32" y="2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83" name="Freeform 164"/>
            <p:cNvSpPr>
              <a:spLocks/>
            </p:cNvSpPr>
            <p:nvPr/>
          </p:nvSpPr>
          <p:spPr bwMode="auto">
            <a:xfrm>
              <a:off x="4171950" y="2025650"/>
              <a:ext cx="60325" cy="63500"/>
            </a:xfrm>
            <a:custGeom>
              <a:avLst/>
              <a:gdLst/>
              <a:ahLst/>
              <a:cxnLst>
                <a:cxn ang="0">
                  <a:pos x="16" y="22"/>
                </a:cxn>
                <a:cxn ang="0">
                  <a:pos x="16" y="22"/>
                </a:cxn>
                <a:cxn ang="0">
                  <a:pos x="2" y="34"/>
                </a:cxn>
                <a:cxn ang="0">
                  <a:pos x="2" y="34"/>
                </a:cxn>
                <a:cxn ang="0">
                  <a:pos x="0" y="34"/>
                </a:cxn>
                <a:cxn ang="0">
                  <a:pos x="0" y="34"/>
                </a:cxn>
                <a:cxn ang="0">
                  <a:pos x="0" y="36"/>
                </a:cxn>
                <a:cxn ang="0">
                  <a:pos x="0" y="40"/>
                </a:cxn>
                <a:cxn ang="0">
                  <a:pos x="0" y="40"/>
                </a:cxn>
                <a:cxn ang="0">
                  <a:pos x="4" y="40"/>
                </a:cxn>
                <a:cxn ang="0">
                  <a:pos x="6" y="40"/>
                </a:cxn>
                <a:cxn ang="0">
                  <a:pos x="6" y="40"/>
                </a:cxn>
                <a:cxn ang="0">
                  <a:pos x="6" y="40"/>
                </a:cxn>
                <a:cxn ang="0">
                  <a:pos x="20" y="28"/>
                </a:cxn>
                <a:cxn ang="0">
                  <a:pos x="20" y="28"/>
                </a:cxn>
                <a:cxn ang="0">
                  <a:pos x="32" y="14"/>
                </a:cxn>
                <a:cxn ang="0">
                  <a:pos x="38" y="6"/>
                </a:cxn>
                <a:cxn ang="0">
                  <a:pos x="38" y="6"/>
                </a:cxn>
                <a:cxn ang="0">
                  <a:pos x="38" y="6"/>
                </a:cxn>
                <a:cxn ang="0">
                  <a:pos x="38" y="4"/>
                </a:cxn>
                <a:cxn ang="0">
                  <a:pos x="38" y="0"/>
                </a:cxn>
                <a:cxn ang="0">
                  <a:pos x="38" y="0"/>
                </a:cxn>
                <a:cxn ang="0">
                  <a:pos x="34" y="0"/>
                </a:cxn>
                <a:cxn ang="0">
                  <a:pos x="32" y="0"/>
                </a:cxn>
                <a:cxn ang="0">
                  <a:pos x="32" y="0"/>
                </a:cxn>
                <a:cxn ang="0">
                  <a:pos x="32" y="2"/>
                </a:cxn>
                <a:cxn ang="0">
                  <a:pos x="26" y="10"/>
                </a:cxn>
                <a:cxn ang="0">
                  <a:pos x="26" y="10"/>
                </a:cxn>
                <a:cxn ang="0">
                  <a:pos x="16" y="22"/>
                </a:cxn>
              </a:cxnLst>
              <a:rect l="0" t="0" r="r" b="b"/>
              <a:pathLst>
                <a:path w="38" h="40">
                  <a:moveTo>
                    <a:pt x="16" y="22"/>
                  </a:moveTo>
                  <a:lnTo>
                    <a:pt x="16" y="22"/>
                  </a:lnTo>
                  <a:lnTo>
                    <a:pt x="2" y="34"/>
                  </a:lnTo>
                  <a:lnTo>
                    <a:pt x="2" y="34"/>
                  </a:lnTo>
                  <a:lnTo>
                    <a:pt x="0" y="34"/>
                  </a:lnTo>
                  <a:lnTo>
                    <a:pt x="0" y="34"/>
                  </a:lnTo>
                  <a:lnTo>
                    <a:pt x="0" y="36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4" y="40"/>
                  </a:lnTo>
                  <a:lnTo>
                    <a:pt x="6" y="40"/>
                  </a:lnTo>
                  <a:lnTo>
                    <a:pt x="6" y="40"/>
                  </a:lnTo>
                  <a:lnTo>
                    <a:pt x="6" y="40"/>
                  </a:lnTo>
                  <a:lnTo>
                    <a:pt x="20" y="28"/>
                  </a:lnTo>
                  <a:lnTo>
                    <a:pt x="20" y="28"/>
                  </a:lnTo>
                  <a:lnTo>
                    <a:pt x="32" y="14"/>
                  </a:lnTo>
                  <a:lnTo>
                    <a:pt x="38" y="6"/>
                  </a:lnTo>
                  <a:lnTo>
                    <a:pt x="38" y="6"/>
                  </a:lnTo>
                  <a:lnTo>
                    <a:pt x="38" y="6"/>
                  </a:lnTo>
                  <a:lnTo>
                    <a:pt x="38" y="4"/>
                  </a:lnTo>
                  <a:lnTo>
                    <a:pt x="38" y="0"/>
                  </a:lnTo>
                  <a:lnTo>
                    <a:pt x="38" y="0"/>
                  </a:lnTo>
                  <a:lnTo>
                    <a:pt x="34" y="0"/>
                  </a:lnTo>
                  <a:lnTo>
                    <a:pt x="32" y="0"/>
                  </a:lnTo>
                  <a:lnTo>
                    <a:pt x="32" y="0"/>
                  </a:lnTo>
                  <a:lnTo>
                    <a:pt x="32" y="2"/>
                  </a:lnTo>
                  <a:lnTo>
                    <a:pt x="26" y="10"/>
                  </a:lnTo>
                  <a:lnTo>
                    <a:pt x="26" y="10"/>
                  </a:lnTo>
                  <a:lnTo>
                    <a:pt x="16" y="2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84" name="Freeform 165"/>
            <p:cNvSpPr>
              <a:spLocks/>
            </p:cNvSpPr>
            <p:nvPr/>
          </p:nvSpPr>
          <p:spPr bwMode="auto">
            <a:xfrm>
              <a:off x="4171950" y="2025650"/>
              <a:ext cx="60325" cy="63500"/>
            </a:xfrm>
            <a:custGeom>
              <a:avLst/>
              <a:gdLst/>
              <a:ahLst/>
              <a:cxnLst>
                <a:cxn ang="0">
                  <a:pos x="16" y="22"/>
                </a:cxn>
                <a:cxn ang="0">
                  <a:pos x="16" y="22"/>
                </a:cxn>
                <a:cxn ang="0">
                  <a:pos x="2" y="34"/>
                </a:cxn>
                <a:cxn ang="0">
                  <a:pos x="2" y="34"/>
                </a:cxn>
                <a:cxn ang="0">
                  <a:pos x="0" y="34"/>
                </a:cxn>
                <a:cxn ang="0">
                  <a:pos x="0" y="34"/>
                </a:cxn>
                <a:cxn ang="0">
                  <a:pos x="0" y="36"/>
                </a:cxn>
                <a:cxn ang="0">
                  <a:pos x="0" y="40"/>
                </a:cxn>
                <a:cxn ang="0">
                  <a:pos x="0" y="40"/>
                </a:cxn>
                <a:cxn ang="0">
                  <a:pos x="4" y="40"/>
                </a:cxn>
                <a:cxn ang="0">
                  <a:pos x="6" y="40"/>
                </a:cxn>
                <a:cxn ang="0">
                  <a:pos x="6" y="40"/>
                </a:cxn>
                <a:cxn ang="0">
                  <a:pos x="6" y="40"/>
                </a:cxn>
                <a:cxn ang="0">
                  <a:pos x="20" y="28"/>
                </a:cxn>
                <a:cxn ang="0">
                  <a:pos x="20" y="28"/>
                </a:cxn>
                <a:cxn ang="0">
                  <a:pos x="32" y="14"/>
                </a:cxn>
                <a:cxn ang="0">
                  <a:pos x="38" y="6"/>
                </a:cxn>
                <a:cxn ang="0">
                  <a:pos x="38" y="6"/>
                </a:cxn>
                <a:cxn ang="0">
                  <a:pos x="38" y="6"/>
                </a:cxn>
                <a:cxn ang="0">
                  <a:pos x="38" y="4"/>
                </a:cxn>
                <a:cxn ang="0">
                  <a:pos x="38" y="0"/>
                </a:cxn>
                <a:cxn ang="0">
                  <a:pos x="38" y="0"/>
                </a:cxn>
                <a:cxn ang="0">
                  <a:pos x="34" y="0"/>
                </a:cxn>
                <a:cxn ang="0">
                  <a:pos x="32" y="0"/>
                </a:cxn>
                <a:cxn ang="0">
                  <a:pos x="32" y="0"/>
                </a:cxn>
                <a:cxn ang="0">
                  <a:pos x="32" y="2"/>
                </a:cxn>
                <a:cxn ang="0">
                  <a:pos x="26" y="10"/>
                </a:cxn>
                <a:cxn ang="0">
                  <a:pos x="26" y="10"/>
                </a:cxn>
                <a:cxn ang="0">
                  <a:pos x="16" y="22"/>
                </a:cxn>
              </a:cxnLst>
              <a:rect l="0" t="0" r="r" b="b"/>
              <a:pathLst>
                <a:path w="38" h="40">
                  <a:moveTo>
                    <a:pt x="16" y="22"/>
                  </a:moveTo>
                  <a:lnTo>
                    <a:pt x="16" y="22"/>
                  </a:lnTo>
                  <a:lnTo>
                    <a:pt x="2" y="34"/>
                  </a:lnTo>
                  <a:lnTo>
                    <a:pt x="2" y="34"/>
                  </a:lnTo>
                  <a:lnTo>
                    <a:pt x="0" y="34"/>
                  </a:lnTo>
                  <a:lnTo>
                    <a:pt x="0" y="34"/>
                  </a:lnTo>
                  <a:lnTo>
                    <a:pt x="0" y="36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4" y="40"/>
                  </a:lnTo>
                  <a:lnTo>
                    <a:pt x="6" y="40"/>
                  </a:lnTo>
                  <a:lnTo>
                    <a:pt x="6" y="40"/>
                  </a:lnTo>
                  <a:lnTo>
                    <a:pt x="6" y="40"/>
                  </a:lnTo>
                  <a:lnTo>
                    <a:pt x="20" y="28"/>
                  </a:lnTo>
                  <a:lnTo>
                    <a:pt x="20" y="28"/>
                  </a:lnTo>
                  <a:lnTo>
                    <a:pt x="32" y="14"/>
                  </a:lnTo>
                  <a:lnTo>
                    <a:pt x="38" y="6"/>
                  </a:lnTo>
                  <a:lnTo>
                    <a:pt x="38" y="6"/>
                  </a:lnTo>
                  <a:lnTo>
                    <a:pt x="38" y="6"/>
                  </a:lnTo>
                  <a:lnTo>
                    <a:pt x="38" y="4"/>
                  </a:lnTo>
                  <a:lnTo>
                    <a:pt x="38" y="0"/>
                  </a:lnTo>
                  <a:lnTo>
                    <a:pt x="38" y="0"/>
                  </a:lnTo>
                  <a:lnTo>
                    <a:pt x="34" y="0"/>
                  </a:lnTo>
                  <a:lnTo>
                    <a:pt x="32" y="0"/>
                  </a:lnTo>
                  <a:lnTo>
                    <a:pt x="32" y="0"/>
                  </a:lnTo>
                  <a:lnTo>
                    <a:pt x="32" y="2"/>
                  </a:lnTo>
                  <a:lnTo>
                    <a:pt x="26" y="10"/>
                  </a:lnTo>
                  <a:lnTo>
                    <a:pt x="26" y="10"/>
                  </a:lnTo>
                  <a:lnTo>
                    <a:pt x="16" y="22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</p:grpSp>
      <p:sp>
        <p:nvSpPr>
          <p:cNvPr id="11" name="Freeform 181"/>
          <p:cNvSpPr>
            <a:spLocks noEditPoints="1"/>
          </p:cNvSpPr>
          <p:nvPr/>
        </p:nvSpPr>
        <p:spPr bwMode="auto">
          <a:xfrm>
            <a:off x="6280045" y="2590112"/>
            <a:ext cx="465099" cy="465099"/>
          </a:xfrm>
          <a:custGeom>
            <a:avLst/>
            <a:gdLst/>
            <a:ahLst/>
            <a:cxnLst>
              <a:cxn ang="0">
                <a:pos x="252" y="2"/>
              </a:cxn>
              <a:cxn ang="0">
                <a:pos x="252" y="2"/>
              </a:cxn>
              <a:cxn ang="0">
                <a:pos x="248" y="0"/>
              </a:cxn>
              <a:cxn ang="0">
                <a:pos x="248" y="0"/>
              </a:cxn>
              <a:cxn ang="0">
                <a:pos x="244" y="2"/>
              </a:cxn>
              <a:cxn ang="0">
                <a:pos x="4" y="162"/>
              </a:cxn>
              <a:cxn ang="0">
                <a:pos x="4" y="162"/>
              </a:cxn>
              <a:cxn ang="0">
                <a:pos x="0" y="164"/>
              </a:cxn>
              <a:cxn ang="0">
                <a:pos x="0" y="168"/>
              </a:cxn>
              <a:cxn ang="0">
                <a:pos x="0" y="168"/>
              </a:cxn>
              <a:cxn ang="0">
                <a:pos x="2" y="172"/>
              </a:cxn>
              <a:cxn ang="0">
                <a:pos x="6" y="176"/>
              </a:cxn>
              <a:cxn ang="0">
                <a:pos x="68" y="200"/>
              </a:cxn>
              <a:cxn ang="0">
                <a:pos x="98" y="252"/>
              </a:cxn>
              <a:cxn ang="0">
                <a:pos x="98" y="252"/>
              </a:cxn>
              <a:cxn ang="0">
                <a:pos x="100" y="254"/>
              </a:cxn>
              <a:cxn ang="0">
                <a:pos x="104" y="256"/>
              </a:cxn>
              <a:cxn ang="0">
                <a:pos x="104" y="256"/>
              </a:cxn>
              <a:cxn ang="0">
                <a:pos x="104" y="256"/>
              </a:cxn>
              <a:cxn ang="0">
                <a:pos x="108" y="254"/>
              </a:cxn>
              <a:cxn ang="0">
                <a:pos x="110" y="252"/>
              </a:cxn>
              <a:cxn ang="0">
                <a:pos x="128" y="224"/>
              </a:cxn>
              <a:cxn ang="0">
                <a:pos x="206" y="256"/>
              </a:cxn>
              <a:cxn ang="0">
                <a:pos x="206" y="256"/>
              </a:cxn>
              <a:cxn ang="0">
                <a:pos x="208" y="256"/>
              </a:cxn>
              <a:cxn ang="0">
                <a:pos x="208" y="256"/>
              </a:cxn>
              <a:cxn ang="0">
                <a:pos x="212" y="254"/>
              </a:cxn>
              <a:cxn ang="0">
                <a:pos x="212" y="254"/>
              </a:cxn>
              <a:cxn ang="0">
                <a:pos x="214" y="252"/>
              </a:cxn>
              <a:cxn ang="0">
                <a:pos x="216" y="250"/>
              </a:cxn>
              <a:cxn ang="0">
                <a:pos x="256" y="10"/>
              </a:cxn>
              <a:cxn ang="0">
                <a:pos x="256" y="10"/>
              </a:cxn>
              <a:cxn ang="0">
                <a:pos x="256" y="4"/>
              </a:cxn>
              <a:cxn ang="0">
                <a:pos x="252" y="2"/>
              </a:cxn>
              <a:cxn ang="0">
                <a:pos x="26" y="166"/>
              </a:cxn>
              <a:cxn ang="0">
                <a:pos x="210" y="42"/>
              </a:cxn>
              <a:cxn ang="0">
                <a:pos x="76" y="186"/>
              </a:cxn>
              <a:cxn ang="0">
                <a:pos x="76" y="186"/>
              </a:cxn>
              <a:cxn ang="0">
                <a:pos x="74" y="186"/>
              </a:cxn>
              <a:cxn ang="0">
                <a:pos x="26" y="166"/>
              </a:cxn>
              <a:cxn ang="0">
                <a:pos x="82" y="192"/>
              </a:cxn>
              <a:cxn ang="0">
                <a:pos x="82" y="192"/>
              </a:cxn>
              <a:cxn ang="0">
                <a:pos x="82" y="192"/>
              </a:cxn>
              <a:cxn ang="0">
                <a:pos x="234" y="30"/>
              </a:cxn>
              <a:cxn ang="0">
                <a:pos x="104" y="232"/>
              </a:cxn>
              <a:cxn ang="0">
                <a:pos x="82" y="192"/>
              </a:cxn>
              <a:cxn ang="0">
                <a:pos x="202" y="236"/>
              </a:cxn>
              <a:cxn ang="0">
                <a:pos x="134" y="210"/>
              </a:cxn>
              <a:cxn ang="0">
                <a:pos x="134" y="210"/>
              </a:cxn>
              <a:cxn ang="0">
                <a:pos x="128" y="208"/>
              </a:cxn>
              <a:cxn ang="0">
                <a:pos x="234" y="46"/>
              </a:cxn>
              <a:cxn ang="0">
                <a:pos x="202" y="236"/>
              </a:cxn>
            </a:cxnLst>
            <a:rect l="0" t="0" r="r" b="b"/>
            <a:pathLst>
              <a:path w="256" h="256">
                <a:moveTo>
                  <a:pt x="252" y="2"/>
                </a:moveTo>
                <a:lnTo>
                  <a:pt x="252" y="2"/>
                </a:lnTo>
                <a:lnTo>
                  <a:pt x="248" y="0"/>
                </a:lnTo>
                <a:lnTo>
                  <a:pt x="248" y="0"/>
                </a:lnTo>
                <a:lnTo>
                  <a:pt x="244" y="2"/>
                </a:lnTo>
                <a:lnTo>
                  <a:pt x="4" y="162"/>
                </a:lnTo>
                <a:lnTo>
                  <a:pt x="4" y="162"/>
                </a:lnTo>
                <a:lnTo>
                  <a:pt x="0" y="164"/>
                </a:lnTo>
                <a:lnTo>
                  <a:pt x="0" y="168"/>
                </a:lnTo>
                <a:lnTo>
                  <a:pt x="0" y="168"/>
                </a:lnTo>
                <a:lnTo>
                  <a:pt x="2" y="172"/>
                </a:lnTo>
                <a:lnTo>
                  <a:pt x="6" y="176"/>
                </a:lnTo>
                <a:lnTo>
                  <a:pt x="68" y="200"/>
                </a:lnTo>
                <a:lnTo>
                  <a:pt x="98" y="252"/>
                </a:lnTo>
                <a:lnTo>
                  <a:pt x="98" y="252"/>
                </a:lnTo>
                <a:lnTo>
                  <a:pt x="100" y="254"/>
                </a:lnTo>
                <a:lnTo>
                  <a:pt x="104" y="256"/>
                </a:lnTo>
                <a:lnTo>
                  <a:pt x="104" y="256"/>
                </a:lnTo>
                <a:lnTo>
                  <a:pt x="104" y="256"/>
                </a:lnTo>
                <a:lnTo>
                  <a:pt x="108" y="254"/>
                </a:lnTo>
                <a:lnTo>
                  <a:pt x="110" y="252"/>
                </a:lnTo>
                <a:lnTo>
                  <a:pt x="128" y="224"/>
                </a:lnTo>
                <a:lnTo>
                  <a:pt x="206" y="256"/>
                </a:lnTo>
                <a:lnTo>
                  <a:pt x="206" y="256"/>
                </a:lnTo>
                <a:lnTo>
                  <a:pt x="208" y="256"/>
                </a:lnTo>
                <a:lnTo>
                  <a:pt x="208" y="256"/>
                </a:lnTo>
                <a:lnTo>
                  <a:pt x="212" y="254"/>
                </a:lnTo>
                <a:lnTo>
                  <a:pt x="212" y="254"/>
                </a:lnTo>
                <a:lnTo>
                  <a:pt x="214" y="252"/>
                </a:lnTo>
                <a:lnTo>
                  <a:pt x="216" y="250"/>
                </a:lnTo>
                <a:lnTo>
                  <a:pt x="256" y="10"/>
                </a:lnTo>
                <a:lnTo>
                  <a:pt x="256" y="10"/>
                </a:lnTo>
                <a:lnTo>
                  <a:pt x="256" y="4"/>
                </a:lnTo>
                <a:lnTo>
                  <a:pt x="252" y="2"/>
                </a:lnTo>
                <a:close/>
                <a:moveTo>
                  <a:pt x="26" y="166"/>
                </a:moveTo>
                <a:lnTo>
                  <a:pt x="210" y="42"/>
                </a:lnTo>
                <a:lnTo>
                  <a:pt x="76" y="186"/>
                </a:lnTo>
                <a:lnTo>
                  <a:pt x="76" y="186"/>
                </a:lnTo>
                <a:lnTo>
                  <a:pt x="74" y="186"/>
                </a:lnTo>
                <a:lnTo>
                  <a:pt x="26" y="166"/>
                </a:lnTo>
                <a:close/>
                <a:moveTo>
                  <a:pt x="82" y="192"/>
                </a:moveTo>
                <a:lnTo>
                  <a:pt x="82" y="192"/>
                </a:lnTo>
                <a:lnTo>
                  <a:pt x="82" y="192"/>
                </a:lnTo>
                <a:lnTo>
                  <a:pt x="234" y="30"/>
                </a:lnTo>
                <a:lnTo>
                  <a:pt x="104" y="232"/>
                </a:lnTo>
                <a:lnTo>
                  <a:pt x="82" y="192"/>
                </a:lnTo>
                <a:close/>
                <a:moveTo>
                  <a:pt x="202" y="236"/>
                </a:moveTo>
                <a:lnTo>
                  <a:pt x="134" y="210"/>
                </a:lnTo>
                <a:lnTo>
                  <a:pt x="134" y="210"/>
                </a:lnTo>
                <a:lnTo>
                  <a:pt x="128" y="208"/>
                </a:lnTo>
                <a:lnTo>
                  <a:pt x="234" y="46"/>
                </a:lnTo>
                <a:lnTo>
                  <a:pt x="202" y="236"/>
                </a:lnTo>
                <a:close/>
              </a:path>
            </a:pathLst>
          </a:custGeom>
          <a:solidFill>
            <a:schemeClr val="tx2"/>
          </a:solidFill>
          <a:ln w="9525">
            <a:noFill/>
            <a:round/>
            <a:headEnd/>
            <a:tailEnd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ar-SA" sz="2288"/>
          </a:p>
        </p:txBody>
      </p:sp>
      <p:grpSp>
        <p:nvGrpSpPr>
          <p:cNvPr id="12" name="Group 11"/>
          <p:cNvGrpSpPr/>
          <p:nvPr/>
        </p:nvGrpSpPr>
        <p:grpSpPr>
          <a:xfrm>
            <a:off x="10000837" y="1659915"/>
            <a:ext cx="465099" cy="436029"/>
            <a:chOff x="5588000" y="1149350"/>
            <a:chExt cx="406400" cy="381000"/>
          </a:xfrm>
          <a:solidFill>
            <a:schemeClr val="tx2"/>
          </a:solidFill>
        </p:grpSpPr>
        <p:sp>
          <p:nvSpPr>
            <p:cNvPr id="160" name="Freeform 208"/>
            <p:cNvSpPr>
              <a:spLocks noEditPoints="1"/>
            </p:cNvSpPr>
            <p:nvPr/>
          </p:nvSpPr>
          <p:spPr bwMode="auto">
            <a:xfrm>
              <a:off x="5588000" y="1149350"/>
              <a:ext cx="406400" cy="381000"/>
            </a:xfrm>
            <a:custGeom>
              <a:avLst/>
              <a:gdLst/>
              <a:ahLst/>
              <a:cxnLst>
                <a:cxn ang="0">
                  <a:pos x="204" y="4"/>
                </a:cxn>
                <a:cxn ang="0">
                  <a:pos x="198" y="2"/>
                </a:cxn>
                <a:cxn ang="0">
                  <a:pos x="24" y="0"/>
                </a:cxn>
                <a:cxn ang="0">
                  <a:pos x="14" y="2"/>
                </a:cxn>
                <a:cxn ang="0">
                  <a:pos x="2" y="14"/>
                </a:cxn>
                <a:cxn ang="0">
                  <a:pos x="0" y="216"/>
                </a:cxn>
                <a:cxn ang="0">
                  <a:pos x="2" y="226"/>
                </a:cxn>
                <a:cxn ang="0">
                  <a:pos x="14" y="238"/>
                </a:cxn>
                <a:cxn ang="0">
                  <a:pos x="232" y="240"/>
                </a:cxn>
                <a:cxn ang="0">
                  <a:pos x="242" y="238"/>
                </a:cxn>
                <a:cxn ang="0">
                  <a:pos x="254" y="226"/>
                </a:cxn>
                <a:cxn ang="0">
                  <a:pos x="256" y="64"/>
                </a:cxn>
                <a:cxn ang="0">
                  <a:pos x="254" y="58"/>
                </a:cxn>
                <a:cxn ang="0">
                  <a:pos x="240" y="216"/>
                </a:cxn>
                <a:cxn ang="0">
                  <a:pos x="240" y="220"/>
                </a:cxn>
                <a:cxn ang="0">
                  <a:pos x="236" y="224"/>
                </a:cxn>
                <a:cxn ang="0">
                  <a:pos x="24" y="224"/>
                </a:cxn>
                <a:cxn ang="0">
                  <a:pos x="20" y="224"/>
                </a:cxn>
                <a:cxn ang="0">
                  <a:pos x="16" y="220"/>
                </a:cxn>
                <a:cxn ang="0">
                  <a:pos x="16" y="24"/>
                </a:cxn>
                <a:cxn ang="0">
                  <a:pos x="16" y="20"/>
                </a:cxn>
                <a:cxn ang="0">
                  <a:pos x="20" y="16"/>
                </a:cxn>
                <a:cxn ang="0">
                  <a:pos x="184" y="16"/>
                </a:cxn>
                <a:cxn ang="0">
                  <a:pos x="184" y="48"/>
                </a:cxn>
                <a:cxn ang="0">
                  <a:pos x="186" y="58"/>
                </a:cxn>
                <a:cxn ang="0">
                  <a:pos x="198" y="70"/>
                </a:cxn>
                <a:cxn ang="0">
                  <a:pos x="216" y="72"/>
                </a:cxn>
                <a:cxn ang="0">
                  <a:pos x="240" y="216"/>
                </a:cxn>
                <a:cxn ang="0">
                  <a:pos x="208" y="64"/>
                </a:cxn>
                <a:cxn ang="0">
                  <a:pos x="202" y="62"/>
                </a:cxn>
                <a:cxn ang="0">
                  <a:pos x="194" y="54"/>
                </a:cxn>
                <a:cxn ang="0">
                  <a:pos x="192" y="48"/>
                </a:cxn>
                <a:cxn ang="0">
                  <a:pos x="240" y="64"/>
                </a:cxn>
              </a:cxnLst>
              <a:rect l="0" t="0" r="r" b="b"/>
              <a:pathLst>
                <a:path w="256" h="240">
                  <a:moveTo>
                    <a:pt x="252" y="52"/>
                  </a:moveTo>
                  <a:lnTo>
                    <a:pt x="204" y="4"/>
                  </a:lnTo>
                  <a:lnTo>
                    <a:pt x="204" y="4"/>
                  </a:lnTo>
                  <a:lnTo>
                    <a:pt x="198" y="2"/>
                  </a:lnTo>
                  <a:lnTo>
                    <a:pt x="192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14" y="2"/>
                  </a:lnTo>
                  <a:lnTo>
                    <a:pt x="8" y="8"/>
                  </a:lnTo>
                  <a:lnTo>
                    <a:pt x="2" y="14"/>
                  </a:lnTo>
                  <a:lnTo>
                    <a:pt x="0" y="24"/>
                  </a:lnTo>
                  <a:lnTo>
                    <a:pt x="0" y="216"/>
                  </a:lnTo>
                  <a:lnTo>
                    <a:pt x="0" y="216"/>
                  </a:lnTo>
                  <a:lnTo>
                    <a:pt x="2" y="226"/>
                  </a:lnTo>
                  <a:lnTo>
                    <a:pt x="8" y="232"/>
                  </a:lnTo>
                  <a:lnTo>
                    <a:pt x="14" y="238"/>
                  </a:lnTo>
                  <a:lnTo>
                    <a:pt x="24" y="240"/>
                  </a:lnTo>
                  <a:lnTo>
                    <a:pt x="232" y="240"/>
                  </a:lnTo>
                  <a:lnTo>
                    <a:pt x="232" y="240"/>
                  </a:lnTo>
                  <a:lnTo>
                    <a:pt x="242" y="238"/>
                  </a:lnTo>
                  <a:lnTo>
                    <a:pt x="248" y="232"/>
                  </a:lnTo>
                  <a:lnTo>
                    <a:pt x="254" y="226"/>
                  </a:lnTo>
                  <a:lnTo>
                    <a:pt x="256" y="216"/>
                  </a:lnTo>
                  <a:lnTo>
                    <a:pt x="256" y="64"/>
                  </a:lnTo>
                  <a:lnTo>
                    <a:pt x="256" y="64"/>
                  </a:lnTo>
                  <a:lnTo>
                    <a:pt x="254" y="58"/>
                  </a:lnTo>
                  <a:lnTo>
                    <a:pt x="252" y="52"/>
                  </a:lnTo>
                  <a:close/>
                  <a:moveTo>
                    <a:pt x="240" y="216"/>
                  </a:moveTo>
                  <a:lnTo>
                    <a:pt x="240" y="216"/>
                  </a:lnTo>
                  <a:lnTo>
                    <a:pt x="240" y="220"/>
                  </a:lnTo>
                  <a:lnTo>
                    <a:pt x="238" y="222"/>
                  </a:lnTo>
                  <a:lnTo>
                    <a:pt x="236" y="224"/>
                  </a:lnTo>
                  <a:lnTo>
                    <a:pt x="232" y="224"/>
                  </a:lnTo>
                  <a:lnTo>
                    <a:pt x="24" y="224"/>
                  </a:lnTo>
                  <a:lnTo>
                    <a:pt x="24" y="224"/>
                  </a:lnTo>
                  <a:lnTo>
                    <a:pt x="20" y="224"/>
                  </a:lnTo>
                  <a:lnTo>
                    <a:pt x="18" y="222"/>
                  </a:lnTo>
                  <a:lnTo>
                    <a:pt x="16" y="220"/>
                  </a:lnTo>
                  <a:lnTo>
                    <a:pt x="16" y="216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6" y="20"/>
                  </a:lnTo>
                  <a:lnTo>
                    <a:pt x="18" y="18"/>
                  </a:lnTo>
                  <a:lnTo>
                    <a:pt x="20" y="16"/>
                  </a:lnTo>
                  <a:lnTo>
                    <a:pt x="24" y="16"/>
                  </a:lnTo>
                  <a:lnTo>
                    <a:pt x="184" y="16"/>
                  </a:lnTo>
                  <a:lnTo>
                    <a:pt x="184" y="48"/>
                  </a:lnTo>
                  <a:lnTo>
                    <a:pt x="184" y="48"/>
                  </a:lnTo>
                  <a:lnTo>
                    <a:pt x="184" y="48"/>
                  </a:lnTo>
                  <a:lnTo>
                    <a:pt x="186" y="58"/>
                  </a:lnTo>
                  <a:lnTo>
                    <a:pt x="192" y="64"/>
                  </a:lnTo>
                  <a:lnTo>
                    <a:pt x="198" y="70"/>
                  </a:lnTo>
                  <a:lnTo>
                    <a:pt x="208" y="72"/>
                  </a:lnTo>
                  <a:lnTo>
                    <a:pt x="216" y="72"/>
                  </a:lnTo>
                  <a:lnTo>
                    <a:pt x="240" y="72"/>
                  </a:lnTo>
                  <a:lnTo>
                    <a:pt x="240" y="216"/>
                  </a:lnTo>
                  <a:close/>
                  <a:moveTo>
                    <a:pt x="216" y="64"/>
                  </a:moveTo>
                  <a:lnTo>
                    <a:pt x="208" y="64"/>
                  </a:lnTo>
                  <a:lnTo>
                    <a:pt x="208" y="64"/>
                  </a:lnTo>
                  <a:lnTo>
                    <a:pt x="202" y="62"/>
                  </a:lnTo>
                  <a:lnTo>
                    <a:pt x="196" y="60"/>
                  </a:lnTo>
                  <a:lnTo>
                    <a:pt x="194" y="54"/>
                  </a:lnTo>
                  <a:lnTo>
                    <a:pt x="192" y="48"/>
                  </a:lnTo>
                  <a:lnTo>
                    <a:pt x="192" y="48"/>
                  </a:lnTo>
                  <a:lnTo>
                    <a:pt x="192" y="16"/>
                  </a:lnTo>
                  <a:lnTo>
                    <a:pt x="240" y="64"/>
                  </a:lnTo>
                  <a:lnTo>
                    <a:pt x="216" y="6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61" name="Freeform 212"/>
            <p:cNvSpPr>
              <a:spLocks/>
            </p:cNvSpPr>
            <p:nvPr/>
          </p:nvSpPr>
          <p:spPr bwMode="auto">
            <a:xfrm>
              <a:off x="5778500" y="1225550"/>
              <a:ext cx="76200" cy="12700"/>
            </a:xfrm>
            <a:custGeom>
              <a:avLst/>
              <a:gdLst/>
              <a:ahLst/>
              <a:cxnLst>
                <a:cxn ang="0">
                  <a:pos x="4" y="8"/>
                </a:cxn>
                <a:cxn ang="0">
                  <a:pos x="44" y="8"/>
                </a:cxn>
                <a:cxn ang="0">
                  <a:pos x="44" y="8"/>
                </a:cxn>
                <a:cxn ang="0">
                  <a:pos x="46" y="6"/>
                </a:cxn>
                <a:cxn ang="0">
                  <a:pos x="48" y="4"/>
                </a:cxn>
                <a:cxn ang="0">
                  <a:pos x="48" y="4"/>
                </a:cxn>
                <a:cxn ang="0">
                  <a:pos x="46" y="2"/>
                </a:cxn>
                <a:cxn ang="0">
                  <a:pos x="4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2" y="6"/>
                </a:cxn>
                <a:cxn ang="0">
                  <a:pos x="4" y="8"/>
                </a:cxn>
              </a:cxnLst>
              <a:rect l="0" t="0" r="r" b="b"/>
              <a:pathLst>
                <a:path w="48" h="8">
                  <a:moveTo>
                    <a:pt x="4" y="8"/>
                  </a:moveTo>
                  <a:lnTo>
                    <a:pt x="44" y="8"/>
                  </a:lnTo>
                  <a:lnTo>
                    <a:pt x="44" y="8"/>
                  </a:lnTo>
                  <a:lnTo>
                    <a:pt x="46" y="6"/>
                  </a:lnTo>
                  <a:lnTo>
                    <a:pt x="48" y="4"/>
                  </a:lnTo>
                  <a:lnTo>
                    <a:pt x="48" y="4"/>
                  </a:lnTo>
                  <a:lnTo>
                    <a:pt x="46" y="2"/>
                  </a:lnTo>
                  <a:lnTo>
                    <a:pt x="4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6"/>
                  </a:lnTo>
                  <a:lnTo>
                    <a:pt x="4" y="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62" name="Freeform 213"/>
            <p:cNvSpPr>
              <a:spLocks/>
            </p:cNvSpPr>
            <p:nvPr/>
          </p:nvSpPr>
          <p:spPr bwMode="auto">
            <a:xfrm>
              <a:off x="5778500" y="1225550"/>
              <a:ext cx="76200" cy="12700"/>
            </a:xfrm>
            <a:custGeom>
              <a:avLst/>
              <a:gdLst/>
              <a:ahLst/>
              <a:cxnLst>
                <a:cxn ang="0">
                  <a:pos x="4" y="8"/>
                </a:cxn>
                <a:cxn ang="0">
                  <a:pos x="44" y="8"/>
                </a:cxn>
                <a:cxn ang="0">
                  <a:pos x="44" y="8"/>
                </a:cxn>
                <a:cxn ang="0">
                  <a:pos x="46" y="6"/>
                </a:cxn>
                <a:cxn ang="0">
                  <a:pos x="48" y="4"/>
                </a:cxn>
                <a:cxn ang="0">
                  <a:pos x="48" y="4"/>
                </a:cxn>
                <a:cxn ang="0">
                  <a:pos x="46" y="2"/>
                </a:cxn>
                <a:cxn ang="0">
                  <a:pos x="4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2" y="6"/>
                </a:cxn>
                <a:cxn ang="0">
                  <a:pos x="4" y="8"/>
                </a:cxn>
              </a:cxnLst>
              <a:rect l="0" t="0" r="r" b="b"/>
              <a:pathLst>
                <a:path w="48" h="8">
                  <a:moveTo>
                    <a:pt x="4" y="8"/>
                  </a:moveTo>
                  <a:lnTo>
                    <a:pt x="44" y="8"/>
                  </a:lnTo>
                  <a:lnTo>
                    <a:pt x="44" y="8"/>
                  </a:lnTo>
                  <a:lnTo>
                    <a:pt x="46" y="6"/>
                  </a:lnTo>
                  <a:lnTo>
                    <a:pt x="48" y="4"/>
                  </a:lnTo>
                  <a:lnTo>
                    <a:pt x="48" y="4"/>
                  </a:lnTo>
                  <a:lnTo>
                    <a:pt x="46" y="2"/>
                  </a:lnTo>
                  <a:lnTo>
                    <a:pt x="4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6"/>
                  </a:lnTo>
                  <a:lnTo>
                    <a:pt x="4" y="8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63" name="Freeform 214"/>
            <p:cNvSpPr>
              <a:spLocks/>
            </p:cNvSpPr>
            <p:nvPr/>
          </p:nvSpPr>
          <p:spPr bwMode="auto">
            <a:xfrm>
              <a:off x="5778500" y="1263650"/>
              <a:ext cx="76200" cy="12700"/>
            </a:xfrm>
            <a:custGeom>
              <a:avLst/>
              <a:gdLst/>
              <a:ahLst/>
              <a:cxnLst>
                <a:cxn ang="0">
                  <a:pos x="4" y="8"/>
                </a:cxn>
                <a:cxn ang="0">
                  <a:pos x="44" y="8"/>
                </a:cxn>
                <a:cxn ang="0">
                  <a:pos x="44" y="8"/>
                </a:cxn>
                <a:cxn ang="0">
                  <a:pos x="46" y="6"/>
                </a:cxn>
                <a:cxn ang="0">
                  <a:pos x="48" y="4"/>
                </a:cxn>
                <a:cxn ang="0">
                  <a:pos x="48" y="4"/>
                </a:cxn>
                <a:cxn ang="0">
                  <a:pos x="46" y="2"/>
                </a:cxn>
                <a:cxn ang="0">
                  <a:pos x="4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2" y="6"/>
                </a:cxn>
                <a:cxn ang="0">
                  <a:pos x="4" y="8"/>
                </a:cxn>
              </a:cxnLst>
              <a:rect l="0" t="0" r="r" b="b"/>
              <a:pathLst>
                <a:path w="48" h="8">
                  <a:moveTo>
                    <a:pt x="4" y="8"/>
                  </a:moveTo>
                  <a:lnTo>
                    <a:pt x="44" y="8"/>
                  </a:lnTo>
                  <a:lnTo>
                    <a:pt x="44" y="8"/>
                  </a:lnTo>
                  <a:lnTo>
                    <a:pt x="46" y="6"/>
                  </a:lnTo>
                  <a:lnTo>
                    <a:pt x="48" y="4"/>
                  </a:lnTo>
                  <a:lnTo>
                    <a:pt x="48" y="4"/>
                  </a:lnTo>
                  <a:lnTo>
                    <a:pt x="46" y="2"/>
                  </a:lnTo>
                  <a:lnTo>
                    <a:pt x="4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6"/>
                  </a:lnTo>
                  <a:lnTo>
                    <a:pt x="4" y="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64" name="Freeform 215"/>
            <p:cNvSpPr>
              <a:spLocks/>
            </p:cNvSpPr>
            <p:nvPr/>
          </p:nvSpPr>
          <p:spPr bwMode="auto">
            <a:xfrm>
              <a:off x="5778500" y="1263650"/>
              <a:ext cx="76200" cy="12700"/>
            </a:xfrm>
            <a:custGeom>
              <a:avLst/>
              <a:gdLst/>
              <a:ahLst/>
              <a:cxnLst>
                <a:cxn ang="0">
                  <a:pos x="4" y="8"/>
                </a:cxn>
                <a:cxn ang="0">
                  <a:pos x="44" y="8"/>
                </a:cxn>
                <a:cxn ang="0">
                  <a:pos x="44" y="8"/>
                </a:cxn>
                <a:cxn ang="0">
                  <a:pos x="46" y="6"/>
                </a:cxn>
                <a:cxn ang="0">
                  <a:pos x="48" y="4"/>
                </a:cxn>
                <a:cxn ang="0">
                  <a:pos x="48" y="4"/>
                </a:cxn>
                <a:cxn ang="0">
                  <a:pos x="46" y="2"/>
                </a:cxn>
                <a:cxn ang="0">
                  <a:pos x="4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2" y="6"/>
                </a:cxn>
                <a:cxn ang="0">
                  <a:pos x="4" y="8"/>
                </a:cxn>
              </a:cxnLst>
              <a:rect l="0" t="0" r="r" b="b"/>
              <a:pathLst>
                <a:path w="48" h="8">
                  <a:moveTo>
                    <a:pt x="4" y="8"/>
                  </a:moveTo>
                  <a:lnTo>
                    <a:pt x="44" y="8"/>
                  </a:lnTo>
                  <a:lnTo>
                    <a:pt x="44" y="8"/>
                  </a:lnTo>
                  <a:lnTo>
                    <a:pt x="46" y="6"/>
                  </a:lnTo>
                  <a:lnTo>
                    <a:pt x="48" y="4"/>
                  </a:lnTo>
                  <a:lnTo>
                    <a:pt x="48" y="4"/>
                  </a:lnTo>
                  <a:lnTo>
                    <a:pt x="46" y="2"/>
                  </a:lnTo>
                  <a:lnTo>
                    <a:pt x="4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6"/>
                  </a:lnTo>
                  <a:lnTo>
                    <a:pt x="4" y="8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65" name="Freeform 216"/>
            <p:cNvSpPr>
              <a:spLocks/>
            </p:cNvSpPr>
            <p:nvPr/>
          </p:nvSpPr>
          <p:spPr bwMode="auto">
            <a:xfrm>
              <a:off x="5778500" y="1301750"/>
              <a:ext cx="165100" cy="12700"/>
            </a:xfrm>
            <a:custGeom>
              <a:avLst/>
              <a:gdLst/>
              <a:ahLst/>
              <a:cxnLst>
                <a:cxn ang="0">
                  <a:pos x="0" y="4"/>
                </a:cxn>
                <a:cxn ang="0">
                  <a:pos x="0" y="4"/>
                </a:cxn>
                <a:cxn ang="0">
                  <a:pos x="2" y="6"/>
                </a:cxn>
                <a:cxn ang="0">
                  <a:pos x="4" y="8"/>
                </a:cxn>
                <a:cxn ang="0">
                  <a:pos x="100" y="8"/>
                </a:cxn>
                <a:cxn ang="0">
                  <a:pos x="100" y="8"/>
                </a:cxn>
                <a:cxn ang="0">
                  <a:pos x="102" y="6"/>
                </a:cxn>
                <a:cxn ang="0">
                  <a:pos x="104" y="4"/>
                </a:cxn>
                <a:cxn ang="0">
                  <a:pos x="104" y="4"/>
                </a:cxn>
                <a:cxn ang="0">
                  <a:pos x="102" y="2"/>
                </a:cxn>
                <a:cxn ang="0">
                  <a:pos x="100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2" y="2"/>
                </a:cxn>
                <a:cxn ang="0">
                  <a:pos x="0" y="4"/>
                </a:cxn>
              </a:cxnLst>
              <a:rect l="0" t="0" r="r" b="b"/>
              <a:pathLst>
                <a:path w="104" h="8">
                  <a:moveTo>
                    <a:pt x="0" y="4"/>
                  </a:moveTo>
                  <a:lnTo>
                    <a:pt x="0" y="4"/>
                  </a:lnTo>
                  <a:lnTo>
                    <a:pt x="2" y="6"/>
                  </a:lnTo>
                  <a:lnTo>
                    <a:pt x="4" y="8"/>
                  </a:lnTo>
                  <a:lnTo>
                    <a:pt x="100" y="8"/>
                  </a:lnTo>
                  <a:lnTo>
                    <a:pt x="100" y="8"/>
                  </a:lnTo>
                  <a:lnTo>
                    <a:pt x="102" y="6"/>
                  </a:lnTo>
                  <a:lnTo>
                    <a:pt x="104" y="4"/>
                  </a:lnTo>
                  <a:lnTo>
                    <a:pt x="104" y="4"/>
                  </a:lnTo>
                  <a:lnTo>
                    <a:pt x="102" y="2"/>
                  </a:lnTo>
                  <a:lnTo>
                    <a:pt x="100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66" name="Freeform 217"/>
            <p:cNvSpPr>
              <a:spLocks/>
            </p:cNvSpPr>
            <p:nvPr/>
          </p:nvSpPr>
          <p:spPr bwMode="auto">
            <a:xfrm>
              <a:off x="5778500" y="1301750"/>
              <a:ext cx="165100" cy="12700"/>
            </a:xfrm>
            <a:custGeom>
              <a:avLst/>
              <a:gdLst/>
              <a:ahLst/>
              <a:cxnLst>
                <a:cxn ang="0">
                  <a:pos x="0" y="4"/>
                </a:cxn>
                <a:cxn ang="0">
                  <a:pos x="0" y="4"/>
                </a:cxn>
                <a:cxn ang="0">
                  <a:pos x="2" y="6"/>
                </a:cxn>
                <a:cxn ang="0">
                  <a:pos x="4" y="8"/>
                </a:cxn>
                <a:cxn ang="0">
                  <a:pos x="100" y="8"/>
                </a:cxn>
                <a:cxn ang="0">
                  <a:pos x="100" y="8"/>
                </a:cxn>
                <a:cxn ang="0">
                  <a:pos x="102" y="6"/>
                </a:cxn>
                <a:cxn ang="0">
                  <a:pos x="104" y="4"/>
                </a:cxn>
                <a:cxn ang="0">
                  <a:pos x="104" y="4"/>
                </a:cxn>
                <a:cxn ang="0">
                  <a:pos x="102" y="2"/>
                </a:cxn>
                <a:cxn ang="0">
                  <a:pos x="100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2" y="2"/>
                </a:cxn>
                <a:cxn ang="0">
                  <a:pos x="0" y="4"/>
                </a:cxn>
              </a:cxnLst>
              <a:rect l="0" t="0" r="r" b="b"/>
              <a:pathLst>
                <a:path w="104" h="8">
                  <a:moveTo>
                    <a:pt x="0" y="4"/>
                  </a:moveTo>
                  <a:lnTo>
                    <a:pt x="0" y="4"/>
                  </a:lnTo>
                  <a:lnTo>
                    <a:pt x="2" y="6"/>
                  </a:lnTo>
                  <a:lnTo>
                    <a:pt x="4" y="8"/>
                  </a:lnTo>
                  <a:lnTo>
                    <a:pt x="100" y="8"/>
                  </a:lnTo>
                  <a:lnTo>
                    <a:pt x="100" y="8"/>
                  </a:lnTo>
                  <a:lnTo>
                    <a:pt x="102" y="6"/>
                  </a:lnTo>
                  <a:lnTo>
                    <a:pt x="104" y="4"/>
                  </a:lnTo>
                  <a:lnTo>
                    <a:pt x="104" y="4"/>
                  </a:lnTo>
                  <a:lnTo>
                    <a:pt x="102" y="2"/>
                  </a:lnTo>
                  <a:lnTo>
                    <a:pt x="100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67" name="Freeform 218"/>
            <p:cNvSpPr>
              <a:spLocks/>
            </p:cNvSpPr>
            <p:nvPr/>
          </p:nvSpPr>
          <p:spPr bwMode="auto">
            <a:xfrm>
              <a:off x="5638800" y="1377950"/>
              <a:ext cx="304800" cy="12700"/>
            </a:xfrm>
            <a:custGeom>
              <a:avLst/>
              <a:gdLst/>
              <a:ahLst/>
              <a:cxnLst>
                <a:cxn ang="0">
                  <a:pos x="188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2" y="6"/>
                </a:cxn>
                <a:cxn ang="0">
                  <a:pos x="4" y="8"/>
                </a:cxn>
                <a:cxn ang="0">
                  <a:pos x="188" y="8"/>
                </a:cxn>
                <a:cxn ang="0">
                  <a:pos x="188" y="8"/>
                </a:cxn>
                <a:cxn ang="0">
                  <a:pos x="190" y="6"/>
                </a:cxn>
                <a:cxn ang="0">
                  <a:pos x="192" y="4"/>
                </a:cxn>
                <a:cxn ang="0">
                  <a:pos x="192" y="4"/>
                </a:cxn>
                <a:cxn ang="0">
                  <a:pos x="190" y="2"/>
                </a:cxn>
                <a:cxn ang="0">
                  <a:pos x="188" y="0"/>
                </a:cxn>
              </a:cxnLst>
              <a:rect l="0" t="0" r="r" b="b"/>
              <a:pathLst>
                <a:path w="192" h="8">
                  <a:moveTo>
                    <a:pt x="188" y="0"/>
                  </a:moveTo>
                  <a:lnTo>
                    <a:pt x="4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6"/>
                  </a:lnTo>
                  <a:lnTo>
                    <a:pt x="4" y="8"/>
                  </a:lnTo>
                  <a:lnTo>
                    <a:pt x="188" y="8"/>
                  </a:lnTo>
                  <a:lnTo>
                    <a:pt x="188" y="8"/>
                  </a:lnTo>
                  <a:lnTo>
                    <a:pt x="190" y="6"/>
                  </a:lnTo>
                  <a:lnTo>
                    <a:pt x="192" y="4"/>
                  </a:lnTo>
                  <a:lnTo>
                    <a:pt x="192" y="4"/>
                  </a:lnTo>
                  <a:lnTo>
                    <a:pt x="190" y="2"/>
                  </a:lnTo>
                  <a:lnTo>
                    <a:pt x="188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68" name="Freeform 219"/>
            <p:cNvSpPr>
              <a:spLocks/>
            </p:cNvSpPr>
            <p:nvPr/>
          </p:nvSpPr>
          <p:spPr bwMode="auto">
            <a:xfrm>
              <a:off x="5638800" y="1377950"/>
              <a:ext cx="304800" cy="12700"/>
            </a:xfrm>
            <a:custGeom>
              <a:avLst/>
              <a:gdLst/>
              <a:ahLst/>
              <a:cxnLst>
                <a:cxn ang="0">
                  <a:pos x="188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2" y="6"/>
                </a:cxn>
                <a:cxn ang="0">
                  <a:pos x="4" y="8"/>
                </a:cxn>
                <a:cxn ang="0">
                  <a:pos x="188" y="8"/>
                </a:cxn>
                <a:cxn ang="0">
                  <a:pos x="188" y="8"/>
                </a:cxn>
                <a:cxn ang="0">
                  <a:pos x="190" y="6"/>
                </a:cxn>
                <a:cxn ang="0">
                  <a:pos x="192" y="4"/>
                </a:cxn>
                <a:cxn ang="0">
                  <a:pos x="192" y="4"/>
                </a:cxn>
                <a:cxn ang="0">
                  <a:pos x="190" y="2"/>
                </a:cxn>
                <a:cxn ang="0">
                  <a:pos x="188" y="0"/>
                </a:cxn>
              </a:cxnLst>
              <a:rect l="0" t="0" r="r" b="b"/>
              <a:pathLst>
                <a:path w="192" h="8">
                  <a:moveTo>
                    <a:pt x="188" y="0"/>
                  </a:moveTo>
                  <a:lnTo>
                    <a:pt x="4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6"/>
                  </a:lnTo>
                  <a:lnTo>
                    <a:pt x="4" y="8"/>
                  </a:lnTo>
                  <a:lnTo>
                    <a:pt x="188" y="8"/>
                  </a:lnTo>
                  <a:lnTo>
                    <a:pt x="188" y="8"/>
                  </a:lnTo>
                  <a:lnTo>
                    <a:pt x="190" y="6"/>
                  </a:lnTo>
                  <a:lnTo>
                    <a:pt x="192" y="4"/>
                  </a:lnTo>
                  <a:lnTo>
                    <a:pt x="192" y="4"/>
                  </a:lnTo>
                  <a:lnTo>
                    <a:pt x="190" y="2"/>
                  </a:lnTo>
                  <a:lnTo>
                    <a:pt x="188" y="0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69" name="Freeform 220"/>
            <p:cNvSpPr>
              <a:spLocks/>
            </p:cNvSpPr>
            <p:nvPr/>
          </p:nvSpPr>
          <p:spPr bwMode="auto">
            <a:xfrm>
              <a:off x="5638800" y="1416050"/>
              <a:ext cx="304800" cy="12700"/>
            </a:xfrm>
            <a:custGeom>
              <a:avLst/>
              <a:gdLst/>
              <a:ahLst/>
              <a:cxnLst>
                <a:cxn ang="0">
                  <a:pos x="188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2" y="6"/>
                </a:cxn>
                <a:cxn ang="0">
                  <a:pos x="4" y="8"/>
                </a:cxn>
                <a:cxn ang="0">
                  <a:pos x="188" y="8"/>
                </a:cxn>
                <a:cxn ang="0">
                  <a:pos x="188" y="8"/>
                </a:cxn>
                <a:cxn ang="0">
                  <a:pos x="190" y="6"/>
                </a:cxn>
                <a:cxn ang="0">
                  <a:pos x="192" y="4"/>
                </a:cxn>
                <a:cxn ang="0">
                  <a:pos x="192" y="4"/>
                </a:cxn>
                <a:cxn ang="0">
                  <a:pos x="190" y="2"/>
                </a:cxn>
                <a:cxn ang="0">
                  <a:pos x="188" y="0"/>
                </a:cxn>
              </a:cxnLst>
              <a:rect l="0" t="0" r="r" b="b"/>
              <a:pathLst>
                <a:path w="192" h="8">
                  <a:moveTo>
                    <a:pt x="188" y="0"/>
                  </a:moveTo>
                  <a:lnTo>
                    <a:pt x="4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6"/>
                  </a:lnTo>
                  <a:lnTo>
                    <a:pt x="4" y="8"/>
                  </a:lnTo>
                  <a:lnTo>
                    <a:pt x="188" y="8"/>
                  </a:lnTo>
                  <a:lnTo>
                    <a:pt x="188" y="8"/>
                  </a:lnTo>
                  <a:lnTo>
                    <a:pt x="190" y="6"/>
                  </a:lnTo>
                  <a:lnTo>
                    <a:pt x="192" y="4"/>
                  </a:lnTo>
                  <a:lnTo>
                    <a:pt x="192" y="4"/>
                  </a:lnTo>
                  <a:lnTo>
                    <a:pt x="190" y="2"/>
                  </a:lnTo>
                  <a:lnTo>
                    <a:pt x="188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70" name="Freeform 221"/>
            <p:cNvSpPr>
              <a:spLocks/>
            </p:cNvSpPr>
            <p:nvPr/>
          </p:nvSpPr>
          <p:spPr bwMode="auto">
            <a:xfrm>
              <a:off x="5638800" y="1416050"/>
              <a:ext cx="304800" cy="12700"/>
            </a:xfrm>
            <a:custGeom>
              <a:avLst/>
              <a:gdLst/>
              <a:ahLst/>
              <a:cxnLst>
                <a:cxn ang="0">
                  <a:pos x="188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2" y="6"/>
                </a:cxn>
                <a:cxn ang="0">
                  <a:pos x="4" y="8"/>
                </a:cxn>
                <a:cxn ang="0">
                  <a:pos x="188" y="8"/>
                </a:cxn>
                <a:cxn ang="0">
                  <a:pos x="188" y="8"/>
                </a:cxn>
                <a:cxn ang="0">
                  <a:pos x="190" y="6"/>
                </a:cxn>
                <a:cxn ang="0">
                  <a:pos x="192" y="4"/>
                </a:cxn>
                <a:cxn ang="0">
                  <a:pos x="192" y="4"/>
                </a:cxn>
                <a:cxn ang="0">
                  <a:pos x="190" y="2"/>
                </a:cxn>
                <a:cxn ang="0">
                  <a:pos x="188" y="0"/>
                </a:cxn>
              </a:cxnLst>
              <a:rect l="0" t="0" r="r" b="b"/>
              <a:pathLst>
                <a:path w="192" h="8">
                  <a:moveTo>
                    <a:pt x="188" y="0"/>
                  </a:moveTo>
                  <a:lnTo>
                    <a:pt x="4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6"/>
                  </a:lnTo>
                  <a:lnTo>
                    <a:pt x="4" y="8"/>
                  </a:lnTo>
                  <a:lnTo>
                    <a:pt x="188" y="8"/>
                  </a:lnTo>
                  <a:lnTo>
                    <a:pt x="188" y="8"/>
                  </a:lnTo>
                  <a:lnTo>
                    <a:pt x="190" y="6"/>
                  </a:lnTo>
                  <a:lnTo>
                    <a:pt x="192" y="4"/>
                  </a:lnTo>
                  <a:lnTo>
                    <a:pt x="192" y="4"/>
                  </a:lnTo>
                  <a:lnTo>
                    <a:pt x="190" y="2"/>
                  </a:lnTo>
                  <a:lnTo>
                    <a:pt x="188" y="0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71" name="Freeform 222"/>
            <p:cNvSpPr>
              <a:spLocks/>
            </p:cNvSpPr>
            <p:nvPr/>
          </p:nvSpPr>
          <p:spPr bwMode="auto">
            <a:xfrm>
              <a:off x="5638800" y="1454150"/>
              <a:ext cx="304800" cy="12700"/>
            </a:xfrm>
            <a:custGeom>
              <a:avLst/>
              <a:gdLst/>
              <a:ahLst/>
              <a:cxnLst>
                <a:cxn ang="0">
                  <a:pos x="188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2" y="6"/>
                </a:cxn>
                <a:cxn ang="0">
                  <a:pos x="4" y="8"/>
                </a:cxn>
                <a:cxn ang="0">
                  <a:pos x="188" y="8"/>
                </a:cxn>
                <a:cxn ang="0">
                  <a:pos x="188" y="8"/>
                </a:cxn>
                <a:cxn ang="0">
                  <a:pos x="190" y="6"/>
                </a:cxn>
                <a:cxn ang="0">
                  <a:pos x="192" y="4"/>
                </a:cxn>
                <a:cxn ang="0">
                  <a:pos x="192" y="4"/>
                </a:cxn>
                <a:cxn ang="0">
                  <a:pos x="190" y="2"/>
                </a:cxn>
                <a:cxn ang="0">
                  <a:pos x="188" y="0"/>
                </a:cxn>
              </a:cxnLst>
              <a:rect l="0" t="0" r="r" b="b"/>
              <a:pathLst>
                <a:path w="192" h="8">
                  <a:moveTo>
                    <a:pt x="188" y="0"/>
                  </a:moveTo>
                  <a:lnTo>
                    <a:pt x="4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6"/>
                  </a:lnTo>
                  <a:lnTo>
                    <a:pt x="4" y="8"/>
                  </a:lnTo>
                  <a:lnTo>
                    <a:pt x="188" y="8"/>
                  </a:lnTo>
                  <a:lnTo>
                    <a:pt x="188" y="8"/>
                  </a:lnTo>
                  <a:lnTo>
                    <a:pt x="190" y="6"/>
                  </a:lnTo>
                  <a:lnTo>
                    <a:pt x="192" y="4"/>
                  </a:lnTo>
                  <a:lnTo>
                    <a:pt x="192" y="4"/>
                  </a:lnTo>
                  <a:lnTo>
                    <a:pt x="190" y="2"/>
                  </a:lnTo>
                  <a:lnTo>
                    <a:pt x="188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72" name="Freeform 223"/>
            <p:cNvSpPr>
              <a:spLocks/>
            </p:cNvSpPr>
            <p:nvPr/>
          </p:nvSpPr>
          <p:spPr bwMode="auto">
            <a:xfrm>
              <a:off x="5638800" y="1454150"/>
              <a:ext cx="304800" cy="12700"/>
            </a:xfrm>
            <a:custGeom>
              <a:avLst/>
              <a:gdLst/>
              <a:ahLst/>
              <a:cxnLst>
                <a:cxn ang="0">
                  <a:pos x="188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2" y="6"/>
                </a:cxn>
                <a:cxn ang="0">
                  <a:pos x="4" y="8"/>
                </a:cxn>
                <a:cxn ang="0">
                  <a:pos x="188" y="8"/>
                </a:cxn>
                <a:cxn ang="0">
                  <a:pos x="188" y="8"/>
                </a:cxn>
                <a:cxn ang="0">
                  <a:pos x="190" y="6"/>
                </a:cxn>
                <a:cxn ang="0">
                  <a:pos x="192" y="4"/>
                </a:cxn>
                <a:cxn ang="0">
                  <a:pos x="192" y="4"/>
                </a:cxn>
                <a:cxn ang="0">
                  <a:pos x="190" y="2"/>
                </a:cxn>
                <a:cxn ang="0">
                  <a:pos x="188" y="0"/>
                </a:cxn>
              </a:cxnLst>
              <a:rect l="0" t="0" r="r" b="b"/>
              <a:pathLst>
                <a:path w="192" h="8">
                  <a:moveTo>
                    <a:pt x="188" y="0"/>
                  </a:moveTo>
                  <a:lnTo>
                    <a:pt x="4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6"/>
                  </a:lnTo>
                  <a:lnTo>
                    <a:pt x="4" y="8"/>
                  </a:lnTo>
                  <a:lnTo>
                    <a:pt x="188" y="8"/>
                  </a:lnTo>
                  <a:lnTo>
                    <a:pt x="188" y="8"/>
                  </a:lnTo>
                  <a:lnTo>
                    <a:pt x="190" y="6"/>
                  </a:lnTo>
                  <a:lnTo>
                    <a:pt x="192" y="4"/>
                  </a:lnTo>
                  <a:lnTo>
                    <a:pt x="192" y="4"/>
                  </a:lnTo>
                  <a:lnTo>
                    <a:pt x="190" y="2"/>
                  </a:lnTo>
                  <a:lnTo>
                    <a:pt x="188" y="0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73" name="Freeform 224"/>
            <p:cNvSpPr>
              <a:spLocks/>
            </p:cNvSpPr>
            <p:nvPr/>
          </p:nvSpPr>
          <p:spPr bwMode="auto">
            <a:xfrm>
              <a:off x="5638800" y="1339850"/>
              <a:ext cx="304800" cy="12700"/>
            </a:xfrm>
            <a:custGeom>
              <a:avLst/>
              <a:gdLst/>
              <a:ahLst/>
              <a:cxnLst>
                <a:cxn ang="0">
                  <a:pos x="188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2" y="6"/>
                </a:cxn>
                <a:cxn ang="0">
                  <a:pos x="4" y="8"/>
                </a:cxn>
                <a:cxn ang="0">
                  <a:pos x="188" y="8"/>
                </a:cxn>
                <a:cxn ang="0">
                  <a:pos x="188" y="8"/>
                </a:cxn>
                <a:cxn ang="0">
                  <a:pos x="190" y="6"/>
                </a:cxn>
                <a:cxn ang="0">
                  <a:pos x="192" y="4"/>
                </a:cxn>
                <a:cxn ang="0">
                  <a:pos x="192" y="4"/>
                </a:cxn>
                <a:cxn ang="0">
                  <a:pos x="190" y="2"/>
                </a:cxn>
                <a:cxn ang="0">
                  <a:pos x="188" y="0"/>
                </a:cxn>
              </a:cxnLst>
              <a:rect l="0" t="0" r="r" b="b"/>
              <a:pathLst>
                <a:path w="192" h="8">
                  <a:moveTo>
                    <a:pt x="188" y="0"/>
                  </a:moveTo>
                  <a:lnTo>
                    <a:pt x="4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6"/>
                  </a:lnTo>
                  <a:lnTo>
                    <a:pt x="4" y="8"/>
                  </a:lnTo>
                  <a:lnTo>
                    <a:pt x="188" y="8"/>
                  </a:lnTo>
                  <a:lnTo>
                    <a:pt x="188" y="8"/>
                  </a:lnTo>
                  <a:lnTo>
                    <a:pt x="190" y="6"/>
                  </a:lnTo>
                  <a:lnTo>
                    <a:pt x="192" y="4"/>
                  </a:lnTo>
                  <a:lnTo>
                    <a:pt x="192" y="4"/>
                  </a:lnTo>
                  <a:lnTo>
                    <a:pt x="190" y="2"/>
                  </a:lnTo>
                  <a:lnTo>
                    <a:pt x="188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74" name="Freeform 225"/>
            <p:cNvSpPr>
              <a:spLocks/>
            </p:cNvSpPr>
            <p:nvPr/>
          </p:nvSpPr>
          <p:spPr bwMode="auto">
            <a:xfrm>
              <a:off x="5638800" y="1339850"/>
              <a:ext cx="304800" cy="12700"/>
            </a:xfrm>
            <a:custGeom>
              <a:avLst/>
              <a:gdLst/>
              <a:ahLst/>
              <a:cxnLst>
                <a:cxn ang="0">
                  <a:pos x="188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2" y="6"/>
                </a:cxn>
                <a:cxn ang="0">
                  <a:pos x="4" y="8"/>
                </a:cxn>
                <a:cxn ang="0">
                  <a:pos x="188" y="8"/>
                </a:cxn>
                <a:cxn ang="0">
                  <a:pos x="188" y="8"/>
                </a:cxn>
                <a:cxn ang="0">
                  <a:pos x="190" y="6"/>
                </a:cxn>
                <a:cxn ang="0">
                  <a:pos x="192" y="4"/>
                </a:cxn>
                <a:cxn ang="0">
                  <a:pos x="192" y="4"/>
                </a:cxn>
                <a:cxn ang="0">
                  <a:pos x="190" y="2"/>
                </a:cxn>
                <a:cxn ang="0">
                  <a:pos x="188" y="0"/>
                </a:cxn>
              </a:cxnLst>
              <a:rect l="0" t="0" r="r" b="b"/>
              <a:pathLst>
                <a:path w="192" h="8">
                  <a:moveTo>
                    <a:pt x="188" y="0"/>
                  </a:moveTo>
                  <a:lnTo>
                    <a:pt x="4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6"/>
                  </a:lnTo>
                  <a:lnTo>
                    <a:pt x="4" y="8"/>
                  </a:lnTo>
                  <a:lnTo>
                    <a:pt x="188" y="8"/>
                  </a:lnTo>
                  <a:lnTo>
                    <a:pt x="188" y="8"/>
                  </a:lnTo>
                  <a:lnTo>
                    <a:pt x="190" y="6"/>
                  </a:lnTo>
                  <a:lnTo>
                    <a:pt x="192" y="4"/>
                  </a:lnTo>
                  <a:lnTo>
                    <a:pt x="192" y="4"/>
                  </a:lnTo>
                  <a:lnTo>
                    <a:pt x="190" y="2"/>
                  </a:lnTo>
                  <a:lnTo>
                    <a:pt x="188" y="0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75" name="Freeform 226"/>
            <p:cNvSpPr>
              <a:spLocks noEditPoints="1"/>
            </p:cNvSpPr>
            <p:nvPr/>
          </p:nvSpPr>
          <p:spPr bwMode="auto">
            <a:xfrm>
              <a:off x="5638800" y="1212850"/>
              <a:ext cx="114300" cy="101600"/>
            </a:xfrm>
            <a:custGeom>
              <a:avLst/>
              <a:gdLst/>
              <a:ahLst/>
              <a:cxnLst>
                <a:cxn ang="0">
                  <a:pos x="8" y="64"/>
                </a:cxn>
                <a:cxn ang="0">
                  <a:pos x="64" y="64"/>
                </a:cxn>
                <a:cxn ang="0">
                  <a:pos x="64" y="64"/>
                </a:cxn>
                <a:cxn ang="0">
                  <a:pos x="68" y="64"/>
                </a:cxn>
                <a:cxn ang="0">
                  <a:pos x="70" y="62"/>
                </a:cxn>
                <a:cxn ang="0">
                  <a:pos x="72" y="60"/>
                </a:cxn>
                <a:cxn ang="0">
                  <a:pos x="72" y="56"/>
                </a:cxn>
                <a:cxn ang="0">
                  <a:pos x="72" y="8"/>
                </a:cxn>
                <a:cxn ang="0">
                  <a:pos x="72" y="8"/>
                </a:cxn>
                <a:cxn ang="0">
                  <a:pos x="72" y="4"/>
                </a:cxn>
                <a:cxn ang="0">
                  <a:pos x="70" y="2"/>
                </a:cxn>
                <a:cxn ang="0">
                  <a:pos x="68" y="0"/>
                </a:cxn>
                <a:cxn ang="0">
                  <a:pos x="64" y="0"/>
                </a:cxn>
                <a:cxn ang="0">
                  <a:pos x="8" y="0"/>
                </a:cxn>
                <a:cxn ang="0">
                  <a:pos x="8" y="0"/>
                </a:cxn>
                <a:cxn ang="0">
                  <a:pos x="4" y="0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8"/>
                </a:cxn>
                <a:cxn ang="0">
                  <a:pos x="0" y="56"/>
                </a:cxn>
                <a:cxn ang="0">
                  <a:pos x="0" y="56"/>
                </a:cxn>
                <a:cxn ang="0">
                  <a:pos x="0" y="60"/>
                </a:cxn>
                <a:cxn ang="0">
                  <a:pos x="2" y="62"/>
                </a:cxn>
                <a:cxn ang="0">
                  <a:pos x="4" y="64"/>
                </a:cxn>
                <a:cxn ang="0">
                  <a:pos x="8" y="64"/>
                </a:cxn>
                <a:cxn ang="0">
                  <a:pos x="16" y="16"/>
                </a:cxn>
                <a:cxn ang="0">
                  <a:pos x="56" y="16"/>
                </a:cxn>
                <a:cxn ang="0">
                  <a:pos x="56" y="48"/>
                </a:cxn>
                <a:cxn ang="0">
                  <a:pos x="16" y="48"/>
                </a:cxn>
                <a:cxn ang="0">
                  <a:pos x="16" y="16"/>
                </a:cxn>
              </a:cxnLst>
              <a:rect l="0" t="0" r="r" b="b"/>
              <a:pathLst>
                <a:path w="72" h="64">
                  <a:moveTo>
                    <a:pt x="8" y="64"/>
                  </a:moveTo>
                  <a:lnTo>
                    <a:pt x="64" y="64"/>
                  </a:lnTo>
                  <a:lnTo>
                    <a:pt x="64" y="64"/>
                  </a:lnTo>
                  <a:lnTo>
                    <a:pt x="68" y="64"/>
                  </a:lnTo>
                  <a:lnTo>
                    <a:pt x="70" y="62"/>
                  </a:lnTo>
                  <a:lnTo>
                    <a:pt x="72" y="60"/>
                  </a:lnTo>
                  <a:lnTo>
                    <a:pt x="72" y="56"/>
                  </a:lnTo>
                  <a:lnTo>
                    <a:pt x="72" y="8"/>
                  </a:lnTo>
                  <a:lnTo>
                    <a:pt x="72" y="8"/>
                  </a:lnTo>
                  <a:lnTo>
                    <a:pt x="72" y="4"/>
                  </a:lnTo>
                  <a:lnTo>
                    <a:pt x="70" y="2"/>
                  </a:lnTo>
                  <a:lnTo>
                    <a:pt x="68" y="0"/>
                  </a:lnTo>
                  <a:lnTo>
                    <a:pt x="64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8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0" y="60"/>
                  </a:lnTo>
                  <a:lnTo>
                    <a:pt x="2" y="62"/>
                  </a:lnTo>
                  <a:lnTo>
                    <a:pt x="4" y="64"/>
                  </a:lnTo>
                  <a:lnTo>
                    <a:pt x="8" y="64"/>
                  </a:lnTo>
                  <a:close/>
                  <a:moveTo>
                    <a:pt x="16" y="16"/>
                  </a:moveTo>
                  <a:lnTo>
                    <a:pt x="56" y="16"/>
                  </a:lnTo>
                  <a:lnTo>
                    <a:pt x="56" y="48"/>
                  </a:lnTo>
                  <a:lnTo>
                    <a:pt x="16" y="48"/>
                  </a:lnTo>
                  <a:lnTo>
                    <a:pt x="16" y="1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</p:grpSp>
      <p:grpSp>
        <p:nvGrpSpPr>
          <p:cNvPr id="13" name="Group 12"/>
          <p:cNvGrpSpPr/>
          <p:nvPr/>
        </p:nvGrpSpPr>
        <p:grpSpPr>
          <a:xfrm>
            <a:off x="9085174" y="1659915"/>
            <a:ext cx="436029" cy="465099"/>
            <a:chOff x="4787900" y="1149350"/>
            <a:chExt cx="381000" cy="406400"/>
          </a:xfrm>
          <a:solidFill>
            <a:schemeClr val="tx2"/>
          </a:solidFill>
        </p:grpSpPr>
        <p:sp>
          <p:nvSpPr>
            <p:cNvPr id="157" name="Freeform 229"/>
            <p:cNvSpPr>
              <a:spLocks noEditPoints="1"/>
            </p:cNvSpPr>
            <p:nvPr/>
          </p:nvSpPr>
          <p:spPr bwMode="auto">
            <a:xfrm>
              <a:off x="4787900" y="1149350"/>
              <a:ext cx="381000" cy="406400"/>
            </a:xfrm>
            <a:custGeom>
              <a:avLst/>
              <a:gdLst/>
              <a:ahLst/>
              <a:cxnLst>
                <a:cxn ang="0">
                  <a:pos x="208" y="0"/>
                </a:cxn>
                <a:cxn ang="0">
                  <a:pos x="32" y="0"/>
                </a:cxn>
                <a:cxn ang="0">
                  <a:pos x="32" y="0"/>
                </a:cxn>
                <a:cxn ang="0">
                  <a:pos x="26" y="0"/>
                </a:cxn>
                <a:cxn ang="0">
                  <a:pos x="20" y="2"/>
                </a:cxn>
                <a:cxn ang="0">
                  <a:pos x="10" y="10"/>
                </a:cxn>
                <a:cxn ang="0">
                  <a:pos x="2" y="20"/>
                </a:cxn>
                <a:cxn ang="0">
                  <a:pos x="0" y="26"/>
                </a:cxn>
                <a:cxn ang="0">
                  <a:pos x="0" y="32"/>
                </a:cxn>
                <a:cxn ang="0">
                  <a:pos x="0" y="224"/>
                </a:cxn>
                <a:cxn ang="0">
                  <a:pos x="0" y="224"/>
                </a:cxn>
                <a:cxn ang="0">
                  <a:pos x="0" y="230"/>
                </a:cxn>
                <a:cxn ang="0">
                  <a:pos x="2" y="236"/>
                </a:cxn>
                <a:cxn ang="0">
                  <a:pos x="10" y="246"/>
                </a:cxn>
                <a:cxn ang="0">
                  <a:pos x="20" y="254"/>
                </a:cxn>
                <a:cxn ang="0">
                  <a:pos x="26" y="256"/>
                </a:cxn>
                <a:cxn ang="0">
                  <a:pos x="32" y="256"/>
                </a:cxn>
                <a:cxn ang="0">
                  <a:pos x="208" y="256"/>
                </a:cxn>
                <a:cxn ang="0">
                  <a:pos x="208" y="256"/>
                </a:cxn>
                <a:cxn ang="0">
                  <a:pos x="214" y="256"/>
                </a:cxn>
                <a:cxn ang="0">
                  <a:pos x="220" y="254"/>
                </a:cxn>
                <a:cxn ang="0">
                  <a:pos x="230" y="246"/>
                </a:cxn>
                <a:cxn ang="0">
                  <a:pos x="238" y="236"/>
                </a:cxn>
                <a:cxn ang="0">
                  <a:pos x="240" y="230"/>
                </a:cxn>
                <a:cxn ang="0">
                  <a:pos x="240" y="224"/>
                </a:cxn>
                <a:cxn ang="0">
                  <a:pos x="240" y="32"/>
                </a:cxn>
                <a:cxn ang="0">
                  <a:pos x="240" y="32"/>
                </a:cxn>
                <a:cxn ang="0">
                  <a:pos x="240" y="26"/>
                </a:cxn>
                <a:cxn ang="0">
                  <a:pos x="238" y="20"/>
                </a:cxn>
                <a:cxn ang="0">
                  <a:pos x="230" y="10"/>
                </a:cxn>
                <a:cxn ang="0">
                  <a:pos x="220" y="2"/>
                </a:cxn>
                <a:cxn ang="0">
                  <a:pos x="214" y="0"/>
                </a:cxn>
                <a:cxn ang="0">
                  <a:pos x="208" y="0"/>
                </a:cxn>
                <a:cxn ang="0">
                  <a:pos x="224" y="224"/>
                </a:cxn>
                <a:cxn ang="0">
                  <a:pos x="224" y="224"/>
                </a:cxn>
                <a:cxn ang="0">
                  <a:pos x="222" y="230"/>
                </a:cxn>
                <a:cxn ang="0">
                  <a:pos x="220" y="236"/>
                </a:cxn>
                <a:cxn ang="0">
                  <a:pos x="214" y="238"/>
                </a:cxn>
                <a:cxn ang="0">
                  <a:pos x="208" y="240"/>
                </a:cxn>
                <a:cxn ang="0">
                  <a:pos x="32" y="240"/>
                </a:cxn>
                <a:cxn ang="0">
                  <a:pos x="32" y="240"/>
                </a:cxn>
                <a:cxn ang="0">
                  <a:pos x="26" y="238"/>
                </a:cxn>
                <a:cxn ang="0">
                  <a:pos x="20" y="236"/>
                </a:cxn>
                <a:cxn ang="0">
                  <a:pos x="18" y="230"/>
                </a:cxn>
                <a:cxn ang="0">
                  <a:pos x="16" y="224"/>
                </a:cxn>
                <a:cxn ang="0">
                  <a:pos x="16" y="32"/>
                </a:cxn>
                <a:cxn ang="0">
                  <a:pos x="16" y="32"/>
                </a:cxn>
                <a:cxn ang="0">
                  <a:pos x="18" y="26"/>
                </a:cxn>
                <a:cxn ang="0">
                  <a:pos x="20" y="20"/>
                </a:cxn>
                <a:cxn ang="0">
                  <a:pos x="26" y="18"/>
                </a:cxn>
                <a:cxn ang="0">
                  <a:pos x="32" y="16"/>
                </a:cxn>
                <a:cxn ang="0">
                  <a:pos x="208" y="16"/>
                </a:cxn>
                <a:cxn ang="0">
                  <a:pos x="208" y="16"/>
                </a:cxn>
                <a:cxn ang="0">
                  <a:pos x="214" y="18"/>
                </a:cxn>
                <a:cxn ang="0">
                  <a:pos x="220" y="20"/>
                </a:cxn>
                <a:cxn ang="0">
                  <a:pos x="222" y="26"/>
                </a:cxn>
                <a:cxn ang="0">
                  <a:pos x="224" y="32"/>
                </a:cxn>
                <a:cxn ang="0">
                  <a:pos x="224" y="224"/>
                </a:cxn>
              </a:cxnLst>
              <a:rect l="0" t="0" r="r" b="b"/>
              <a:pathLst>
                <a:path w="240" h="256">
                  <a:moveTo>
                    <a:pt x="208" y="0"/>
                  </a:moveTo>
                  <a:lnTo>
                    <a:pt x="32" y="0"/>
                  </a:lnTo>
                  <a:lnTo>
                    <a:pt x="32" y="0"/>
                  </a:lnTo>
                  <a:lnTo>
                    <a:pt x="26" y="0"/>
                  </a:lnTo>
                  <a:lnTo>
                    <a:pt x="20" y="2"/>
                  </a:lnTo>
                  <a:lnTo>
                    <a:pt x="10" y="10"/>
                  </a:lnTo>
                  <a:lnTo>
                    <a:pt x="2" y="20"/>
                  </a:lnTo>
                  <a:lnTo>
                    <a:pt x="0" y="26"/>
                  </a:lnTo>
                  <a:lnTo>
                    <a:pt x="0" y="32"/>
                  </a:lnTo>
                  <a:lnTo>
                    <a:pt x="0" y="224"/>
                  </a:lnTo>
                  <a:lnTo>
                    <a:pt x="0" y="224"/>
                  </a:lnTo>
                  <a:lnTo>
                    <a:pt x="0" y="230"/>
                  </a:lnTo>
                  <a:lnTo>
                    <a:pt x="2" y="236"/>
                  </a:lnTo>
                  <a:lnTo>
                    <a:pt x="10" y="246"/>
                  </a:lnTo>
                  <a:lnTo>
                    <a:pt x="20" y="254"/>
                  </a:lnTo>
                  <a:lnTo>
                    <a:pt x="26" y="256"/>
                  </a:lnTo>
                  <a:lnTo>
                    <a:pt x="32" y="256"/>
                  </a:lnTo>
                  <a:lnTo>
                    <a:pt x="208" y="256"/>
                  </a:lnTo>
                  <a:lnTo>
                    <a:pt x="208" y="256"/>
                  </a:lnTo>
                  <a:lnTo>
                    <a:pt x="214" y="256"/>
                  </a:lnTo>
                  <a:lnTo>
                    <a:pt x="220" y="254"/>
                  </a:lnTo>
                  <a:lnTo>
                    <a:pt x="230" y="246"/>
                  </a:lnTo>
                  <a:lnTo>
                    <a:pt x="238" y="236"/>
                  </a:lnTo>
                  <a:lnTo>
                    <a:pt x="240" y="230"/>
                  </a:lnTo>
                  <a:lnTo>
                    <a:pt x="240" y="224"/>
                  </a:lnTo>
                  <a:lnTo>
                    <a:pt x="240" y="32"/>
                  </a:lnTo>
                  <a:lnTo>
                    <a:pt x="240" y="32"/>
                  </a:lnTo>
                  <a:lnTo>
                    <a:pt x="240" y="26"/>
                  </a:lnTo>
                  <a:lnTo>
                    <a:pt x="238" y="20"/>
                  </a:lnTo>
                  <a:lnTo>
                    <a:pt x="230" y="10"/>
                  </a:lnTo>
                  <a:lnTo>
                    <a:pt x="220" y="2"/>
                  </a:lnTo>
                  <a:lnTo>
                    <a:pt x="214" y="0"/>
                  </a:lnTo>
                  <a:lnTo>
                    <a:pt x="208" y="0"/>
                  </a:lnTo>
                  <a:close/>
                  <a:moveTo>
                    <a:pt x="224" y="224"/>
                  </a:moveTo>
                  <a:lnTo>
                    <a:pt x="224" y="224"/>
                  </a:lnTo>
                  <a:lnTo>
                    <a:pt x="222" y="230"/>
                  </a:lnTo>
                  <a:lnTo>
                    <a:pt x="220" y="236"/>
                  </a:lnTo>
                  <a:lnTo>
                    <a:pt x="214" y="238"/>
                  </a:lnTo>
                  <a:lnTo>
                    <a:pt x="208" y="240"/>
                  </a:lnTo>
                  <a:lnTo>
                    <a:pt x="32" y="240"/>
                  </a:lnTo>
                  <a:lnTo>
                    <a:pt x="32" y="240"/>
                  </a:lnTo>
                  <a:lnTo>
                    <a:pt x="26" y="238"/>
                  </a:lnTo>
                  <a:lnTo>
                    <a:pt x="20" y="236"/>
                  </a:lnTo>
                  <a:lnTo>
                    <a:pt x="18" y="230"/>
                  </a:lnTo>
                  <a:lnTo>
                    <a:pt x="16" y="224"/>
                  </a:lnTo>
                  <a:lnTo>
                    <a:pt x="16" y="32"/>
                  </a:lnTo>
                  <a:lnTo>
                    <a:pt x="16" y="32"/>
                  </a:lnTo>
                  <a:lnTo>
                    <a:pt x="18" y="26"/>
                  </a:lnTo>
                  <a:lnTo>
                    <a:pt x="20" y="20"/>
                  </a:lnTo>
                  <a:lnTo>
                    <a:pt x="26" y="18"/>
                  </a:lnTo>
                  <a:lnTo>
                    <a:pt x="32" y="16"/>
                  </a:lnTo>
                  <a:lnTo>
                    <a:pt x="208" y="16"/>
                  </a:lnTo>
                  <a:lnTo>
                    <a:pt x="208" y="16"/>
                  </a:lnTo>
                  <a:lnTo>
                    <a:pt x="214" y="18"/>
                  </a:lnTo>
                  <a:lnTo>
                    <a:pt x="220" y="20"/>
                  </a:lnTo>
                  <a:lnTo>
                    <a:pt x="222" y="26"/>
                  </a:lnTo>
                  <a:lnTo>
                    <a:pt x="224" y="32"/>
                  </a:lnTo>
                  <a:lnTo>
                    <a:pt x="224" y="2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58" name="Freeform 232"/>
            <p:cNvSpPr>
              <a:spLocks noEditPoints="1"/>
            </p:cNvSpPr>
            <p:nvPr/>
          </p:nvSpPr>
          <p:spPr bwMode="auto">
            <a:xfrm>
              <a:off x="4838700" y="1200150"/>
              <a:ext cx="279400" cy="254000"/>
            </a:xfrm>
            <a:custGeom>
              <a:avLst/>
              <a:gdLst/>
              <a:ahLst/>
              <a:cxnLst>
                <a:cxn ang="0">
                  <a:pos x="168" y="0"/>
                </a:cxn>
                <a:cxn ang="0">
                  <a:pos x="8" y="0"/>
                </a:cxn>
                <a:cxn ang="0">
                  <a:pos x="8" y="0"/>
                </a:cxn>
                <a:cxn ang="0">
                  <a:pos x="4" y="0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8"/>
                </a:cxn>
                <a:cxn ang="0">
                  <a:pos x="0" y="152"/>
                </a:cxn>
                <a:cxn ang="0">
                  <a:pos x="0" y="152"/>
                </a:cxn>
                <a:cxn ang="0">
                  <a:pos x="0" y="156"/>
                </a:cxn>
                <a:cxn ang="0">
                  <a:pos x="2" y="158"/>
                </a:cxn>
                <a:cxn ang="0">
                  <a:pos x="4" y="160"/>
                </a:cxn>
                <a:cxn ang="0">
                  <a:pos x="8" y="160"/>
                </a:cxn>
                <a:cxn ang="0">
                  <a:pos x="168" y="160"/>
                </a:cxn>
                <a:cxn ang="0">
                  <a:pos x="168" y="160"/>
                </a:cxn>
                <a:cxn ang="0">
                  <a:pos x="172" y="160"/>
                </a:cxn>
                <a:cxn ang="0">
                  <a:pos x="174" y="158"/>
                </a:cxn>
                <a:cxn ang="0">
                  <a:pos x="176" y="156"/>
                </a:cxn>
                <a:cxn ang="0">
                  <a:pos x="176" y="152"/>
                </a:cxn>
                <a:cxn ang="0">
                  <a:pos x="176" y="8"/>
                </a:cxn>
                <a:cxn ang="0">
                  <a:pos x="176" y="8"/>
                </a:cxn>
                <a:cxn ang="0">
                  <a:pos x="176" y="4"/>
                </a:cxn>
                <a:cxn ang="0">
                  <a:pos x="174" y="2"/>
                </a:cxn>
                <a:cxn ang="0">
                  <a:pos x="172" y="0"/>
                </a:cxn>
                <a:cxn ang="0">
                  <a:pos x="168" y="0"/>
                </a:cxn>
                <a:cxn ang="0">
                  <a:pos x="168" y="8"/>
                </a:cxn>
                <a:cxn ang="0">
                  <a:pos x="168" y="118"/>
                </a:cxn>
                <a:cxn ang="0">
                  <a:pos x="142" y="90"/>
                </a:cxn>
                <a:cxn ang="0">
                  <a:pos x="142" y="90"/>
                </a:cxn>
                <a:cxn ang="0">
                  <a:pos x="140" y="88"/>
                </a:cxn>
                <a:cxn ang="0">
                  <a:pos x="136" y="88"/>
                </a:cxn>
                <a:cxn ang="0">
                  <a:pos x="136" y="88"/>
                </a:cxn>
                <a:cxn ang="0">
                  <a:pos x="132" y="88"/>
                </a:cxn>
                <a:cxn ang="0">
                  <a:pos x="130" y="90"/>
                </a:cxn>
                <a:cxn ang="0">
                  <a:pos x="110" y="114"/>
                </a:cxn>
                <a:cxn ang="0">
                  <a:pos x="46" y="42"/>
                </a:cxn>
                <a:cxn ang="0">
                  <a:pos x="46" y="42"/>
                </a:cxn>
                <a:cxn ang="0">
                  <a:pos x="44" y="40"/>
                </a:cxn>
                <a:cxn ang="0">
                  <a:pos x="40" y="40"/>
                </a:cxn>
                <a:cxn ang="0">
                  <a:pos x="40" y="40"/>
                </a:cxn>
                <a:cxn ang="0">
                  <a:pos x="36" y="40"/>
                </a:cxn>
                <a:cxn ang="0">
                  <a:pos x="34" y="42"/>
                </a:cxn>
                <a:cxn ang="0">
                  <a:pos x="8" y="72"/>
                </a:cxn>
                <a:cxn ang="0">
                  <a:pos x="8" y="8"/>
                </a:cxn>
                <a:cxn ang="0">
                  <a:pos x="168" y="8"/>
                </a:cxn>
                <a:cxn ang="0">
                  <a:pos x="8" y="84"/>
                </a:cxn>
                <a:cxn ang="0">
                  <a:pos x="40" y="48"/>
                </a:cxn>
                <a:cxn ang="0">
                  <a:pos x="104" y="122"/>
                </a:cxn>
                <a:cxn ang="0">
                  <a:pos x="110" y="126"/>
                </a:cxn>
                <a:cxn ang="0">
                  <a:pos x="132" y="152"/>
                </a:cxn>
                <a:cxn ang="0">
                  <a:pos x="8" y="152"/>
                </a:cxn>
                <a:cxn ang="0">
                  <a:pos x="8" y="84"/>
                </a:cxn>
                <a:cxn ang="0">
                  <a:pos x="142" y="152"/>
                </a:cxn>
                <a:cxn ang="0">
                  <a:pos x="114" y="120"/>
                </a:cxn>
                <a:cxn ang="0">
                  <a:pos x="136" y="96"/>
                </a:cxn>
                <a:cxn ang="0">
                  <a:pos x="168" y="132"/>
                </a:cxn>
                <a:cxn ang="0">
                  <a:pos x="168" y="152"/>
                </a:cxn>
                <a:cxn ang="0">
                  <a:pos x="142" y="152"/>
                </a:cxn>
              </a:cxnLst>
              <a:rect l="0" t="0" r="r" b="b"/>
              <a:pathLst>
                <a:path w="176" h="160">
                  <a:moveTo>
                    <a:pt x="168" y="0"/>
                  </a:moveTo>
                  <a:lnTo>
                    <a:pt x="8" y="0"/>
                  </a:lnTo>
                  <a:lnTo>
                    <a:pt x="8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8"/>
                  </a:lnTo>
                  <a:lnTo>
                    <a:pt x="0" y="152"/>
                  </a:lnTo>
                  <a:lnTo>
                    <a:pt x="0" y="152"/>
                  </a:lnTo>
                  <a:lnTo>
                    <a:pt x="0" y="156"/>
                  </a:lnTo>
                  <a:lnTo>
                    <a:pt x="2" y="158"/>
                  </a:lnTo>
                  <a:lnTo>
                    <a:pt x="4" y="160"/>
                  </a:lnTo>
                  <a:lnTo>
                    <a:pt x="8" y="160"/>
                  </a:lnTo>
                  <a:lnTo>
                    <a:pt x="168" y="160"/>
                  </a:lnTo>
                  <a:lnTo>
                    <a:pt x="168" y="160"/>
                  </a:lnTo>
                  <a:lnTo>
                    <a:pt x="172" y="160"/>
                  </a:lnTo>
                  <a:lnTo>
                    <a:pt x="174" y="158"/>
                  </a:lnTo>
                  <a:lnTo>
                    <a:pt x="176" y="156"/>
                  </a:lnTo>
                  <a:lnTo>
                    <a:pt x="176" y="152"/>
                  </a:lnTo>
                  <a:lnTo>
                    <a:pt x="176" y="8"/>
                  </a:lnTo>
                  <a:lnTo>
                    <a:pt x="176" y="8"/>
                  </a:lnTo>
                  <a:lnTo>
                    <a:pt x="176" y="4"/>
                  </a:lnTo>
                  <a:lnTo>
                    <a:pt x="174" y="2"/>
                  </a:lnTo>
                  <a:lnTo>
                    <a:pt x="172" y="0"/>
                  </a:lnTo>
                  <a:lnTo>
                    <a:pt x="168" y="0"/>
                  </a:lnTo>
                  <a:close/>
                  <a:moveTo>
                    <a:pt x="168" y="8"/>
                  </a:moveTo>
                  <a:lnTo>
                    <a:pt x="168" y="118"/>
                  </a:lnTo>
                  <a:lnTo>
                    <a:pt x="142" y="90"/>
                  </a:lnTo>
                  <a:lnTo>
                    <a:pt x="142" y="90"/>
                  </a:lnTo>
                  <a:lnTo>
                    <a:pt x="140" y="88"/>
                  </a:lnTo>
                  <a:lnTo>
                    <a:pt x="136" y="88"/>
                  </a:lnTo>
                  <a:lnTo>
                    <a:pt x="136" y="88"/>
                  </a:lnTo>
                  <a:lnTo>
                    <a:pt x="132" y="88"/>
                  </a:lnTo>
                  <a:lnTo>
                    <a:pt x="130" y="90"/>
                  </a:lnTo>
                  <a:lnTo>
                    <a:pt x="110" y="114"/>
                  </a:lnTo>
                  <a:lnTo>
                    <a:pt x="46" y="42"/>
                  </a:lnTo>
                  <a:lnTo>
                    <a:pt x="46" y="42"/>
                  </a:lnTo>
                  <a:lnTo>
                    <a:pt x="44" y="40"/>
                  </a:lnTo>
                  <a:lnTo>
                    <a:pt x="40" y="40"/>
                  </a:lnTo>
                  <a:lnTo>
                    <a:pt x="40" y="40"/>
                  </a:lnTo>
                  <a:lnTo>
                    <a:pt x="36" y="40"/>
                  </a:lnTo>
                  <a:lnTo>
                    <a:pt x="34" y="42"/>
                  </a:lnTo>
                  <a:lnTo>
                    <a:pt x="8" y="72"/>
                  </a:lnTo>
                  <a:lnTo>
                    <a:pt x="8" y="8"/>
                  </a:lnTo>
                  <a:lnTo>
                    <a:pt x="168" y="8"/>
                  </a:lnTo>
                  <a:close/>
                  <a:moveTo>
                    <a:pt x="8" y="84"/>
                  </a:moveTo>
                  <a:lnTo>
                    <a:pt x="40" y="48"/>
                  </a:lnTo>
                  <a:lnTo>
                    <a:pt x="104" y="122"/>
                  </a:lnTo>
                  <a:lnTo>
                    <a:pt x="110" y="126"/>
                  </a:lnTo>
                  <a:lnTo>
                    <a:pt x="132" y="152"/>
                  </a:lnTo>
                  <a:lnTo>
                    <a:pt x="8" y="152"/>
                  </a:lnTo>
                  <a:lnTo>
                    <a:pt x="8" y="84"/>
                  </a:lnTo>
                  <a:close/>
                  <a:moveTo>
                    <a:pt x="142" y="152"/>
                  </a:moveTo>
                  <a:lnTo>
                    <a:pt x="114" y="120"/>
                  </a:lnTo>
                  <a:lnTo>
                    <a:pt x="136" y="96"/>
                  </a:lnTo>
                  <a:lnTo>
                    <a:pt x="168" y="132"/>
                  </a:lnTo>
                  <a:lnTo>
                    <a:pt x="168" y="152"/>
                  </a:lnTo>
                  <a:lnTo>
                    <a:pt x="142" y="15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59" name="Freeform 237"/>
            <p:cNvSpPr>
              <a:spLocks noEditPoints="1"/>
            </p:cNvSpPr>
            <p:nvPr/>
          </p:nvSpPr>
          <p:spPr bwMode="auto">
            <a:xfrm>
              <a:off x="4991100" y="1238250"/>
              <a:ext cx="76200" cy="76200"/>
            </a:xfrm>
            <a:custGeom>
              <a:avLst/>
              <a:gdLst/>
              <a:ahLst/>
              <a:cxnLst>
                <a:cxn ang="0">
                  <a:pos x="24" y="48"/>
                </a:cxn>
                <a:cxn ang="0">
                  <a:pos x="24" y="48"/>
                </a:cxn>
                <a:cxn ang="0">
                  <a:pos x="34" y="46"/>
                </a:cxn>
                <a:cxn ang="0">
                  <a:pos x="40" y="40"/>
                </a:cxn>
                <a:cxn ang="0">
                  <a:pos x="46" y="34"/>
                </a:cxn>
                <a:cxn ang="0">
                  <a:pos x="48" y="24"/>
                </a:cxn>
                <a:cxn ang="0">
                  <a:pos x="48" y="24"/>
                </a:cxn>
                <a:cxn ang="0">
                  <a:pos x="46" y="14"/>
                </a:cxn>
                <a:cxn ang="0">
                  <a:pos x="40" y="8"/>
                </a:cxn>
                <a:cxn ang="0">
                  <a:pos x="34" y="2"/>
                </a:cxn>
                <a:cxn ang="0">
                  <a:pos x="24" y="0"/>
                </a:cxn>
                <a:cxn ang="0">
                  <a:pos x="24" y="0"/>
                </a:cxn>
                <a:cxn ang="0">
                  <a:pos x="14" y="2"/>
                </a:cxn>
                <a:cxn ang="0">
                  <a:pos x="8" y="8"/>
                </a:cxn>
                <a:cxn ang="0">
                  <a:pos x="2" y="14"/>
                </a:cxn>
                <a:cxn ang="0">
                  <a:pos x="0" y="24"/>
                </a:cxn>
                <a:cxn ang="0">
                  <a:pos x="0" y="24"/>
                </a:cxn>
                <a:cxn ang="0">
                  <a:pos x="2" y="34"/>
                </a:cxn>
                <a:cxn ang="0">
                  <a:pos x="8" y="40"/>
                </a:cxn>
                <a:cxn ang="0">
                  <a:pos x="14" y="46"/>
                </a:cxn>
                <a:cxn ang="0">
                  <a:pos x="24" y="48"/>
                </a:cxn>
                <a:cxn ang="0">
                  <a:pos x="24" y="8"/>
                </a:cxn>
                <a:cxn ang="0">
                  <a:pos x="24" y="8"/>
                </a:cxn>
                <a:cxn ang="0">
                  <a:pos x="30" y="10"/>
                </a:cxn>
                <a:cxn ang="0">
                  <a:pos x="36" y="12"/>
                </a:cxn>
                <a:cxn ang="0">
                  <a:pos x="38" y="18"/>
                </a:cxn>
                <a:cxn ang="0">
                  <a:pos x="40" y="24"/>
                </a:cxn>
                <a:cxn ang="0">
                  <a:pos x="40" y="24"/>
                </a:cxn>
                <a:cxn ang="0">
                  <a:pos x="38" y="30"/>
                </a:cxn>
                <a:cxn ang="0">
                  <a:pos x="36" y="36"/>
                </a:cxn>
                <a:cxn ang="0">
                  <a:pos x="30" y="38"/>
                </a:cxn>
                <a:cxn ang="0">
                  <a:pos x="24" y="40"/>
                </a:cxn>
                <a:cxn ang="0">
                  <a:pos x="24" y="40"/>
                </a:cxn>
                <a:cxn ang="0">
                  <a:pos x="18" y="38"/>
                </a:cxn>
                <a:cxn ang="0">
                  <a:pos x="12" y="36"/>
                </a:cxn>
                <a:cxn ang="0">
                  <a:pos x="10" y="30"/>
                </a:cxn>
                <a:cxn ang="0">
                  <a:pos x="8" y="24"/>
                </a:cxn>
                <a:cxn ang="0">
                  <a:pos x="8" y="24"/>
                </a:cxn>
                <a:cxn ang="0">
                  <a:pos x="10" y="18"/>
                </a:cxn>
                <a:cxn ang="0">
                  <a:pos x="12" y="12"/>
                </a:cxn>
                <a:cxn ang="0">
                  <a:pos x="18" y="10"/>
                </a:cxn>
                <a:cxn ang="0">
                  <a:pos x="24" y="8"/>
                </a:cxn>
              </a:cxnLst>
              <a:rect l="0" t="0" r="r" b="b"/>
              <a:pathLst>
                <a:path w="48" h="48">
                  <a:moveTo>
                    <a:pt x="24" y="48"/>
                  </a:moveTo>
                  <a:lnTo>
                    <a:pt x="24" y="48"/>
                  </a:lnTo>
                  <a:lnTo>
                    <a:pt x="34" y="46"/>
                  </a:lnTo>
                  <a:lnTo>
                    <a:pt x="40" y="40"/>
                  </a:lnTo>
                  <a:lnTo>
                    <a:pt x="46" y="34"/>
                  </a:lnTo>
                  <a:lnTo>
                    <a:pt x="48" y="24"/>
                  </a:lnTo>
                  <a:lnTo>
                    <a:pt x="48" y="24"/>
                  </a:lnTo>
                  <a:lnTo>
                    <a:pt x="46" y="14"/>
                  </a:lnTo>
                  <a:lnTo>
                    <a:pt x="40" y="8"/>
                  </a:lnTo>
                  <a:lnTo>
                    <a:pt x="34" y="2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14" y="2"/>
                  </a:lnTo>
                  <a:lnTo>
                    <a:pt x="8" y="8"/>
                  </a:lnTo>
                  <a:lnTo>
                    <a:pt x="2" y="14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2" y="34"/>
                  </a:lnTo>
                  <a:lnTo>
                    <a:pt x="8" y="40"/>
                  </a:lnTo>
                  <a:lnTo>
                    <a:pt x="14" y="46"/>
                  </a:lnTo>
                  <a:lnTo>
                    <a:pt x="24" y="48"/>
                  </a:lnTo>
                  <a:close/>
                  <a:moveTo>
                    <a:pt x="24" y="8"/>
                  </a:moveTo>
                  <a:lnTo>
                    <a:pt x="24" y="8"/>
                  </a:lnTo>
                  <a:lnTo>
                    <a:pt x="30" y="10"/>
                  </a:lnTo>
                  <a:lnTo>
                    <a:pt x="36" y="12"/>
                  </a:lnTo>
                  <a:lnTo>
                    <a:pt x="38" y="18"/>
                  </a:lnTo>
                  <a:lnTo>
                    <a:pt x="40" y="24"/>
                  </a:lnTo>
                  <a:lnTo>
                    <a:pt x="40" y="24"/>
                  </a:lnTo>
                  <a:lnTo>
                    <a:pt x="38" y="30"/>
                  </a:lnTo>
                  <a:lnTo>
                    <a:pt x="36" y="36"/>
                  </a:lnTo>
                  <a:lnTo>
                    <a:pt x="30" y="38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18" y="38"/>
                  </a:lnTo>
                  <a:lnTo>
                    <a:pt x="12" y="36"/>
                  </a:lnTo>
                  <a:lnTo>
                    <a:pt x="10" y="30"/>
                  </a:lnTo>
                  <a:lnTo>
                    <a:pt x="8" y="24"/>
                  </a:lnTo>
                  <a:lnTo>
                    <a:pt x="8" y="24"/>
                  </a:lnTo>
                  <a:lnTo>
                    <a:pt x="10" y="18"/>
                  </a:lnTo>
                  <a:lnTo>
                    <a:pt x="12" y="12"/>
                  </a:lnTo>
                  <a:lnTo>
                    <a:pt x="18" y="10"/>
                  </a:lnTo>
                  <a:lnTo>
                    <a:pt x="24" y="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</p:grpSp>
      <p:grpSp>
        <p:nvGrpSpPr>
          <p:cNvPr id="14" name="Group 13"/>
          <p:cNvGrpSpPr/>
          <p:nvPr/>
        </p:nvGrpSpPr>
        <p:grpSpPr>
          <a:xfrm>
            <a:off x="8140441" y="1659915"/>
            <a:ext cx="465099" cy="465099"/>
            <a:chOff x="3962400" y="1149350"/>
            <a:chExt cx="406400" cy="406400"/>
          </a:xfrm>
          <a:solidFill>
            <a:schemeClr val="tx2"/>
          </a:solidFill>
        </p:grpSpPr>
        <p:sp>
          <p:nvSpPr>
            <p:cNvPr id="153" name="Freeform 240"/>
            <p:cNvSpPr>
              <a:spLocks noEditPoints="1"/>
            </p:cNvSpPr>
            <p:nvPr/>
          </p:nvSpPr>
          <p:spPr bwMode="auto">
            <a:xfrm>
              <a:off x="3962400" y="1149350"/>
              <a:ext cx="406400" cy="406400"/>
            </a:xfrm>
            <a:custGeom>
              <a:avLst/>
              <a:gdLst/>
              <a:ahLst/>
              <a:cxnLst>
                <a:cxn ang="0">
                  <a:pos x="208" y="82"/>
                </a:cxn>
                <a:cxn ang="0">
                  <a:pos x="168" y="54"/>
                </a:cxn>
                <a:cxn ang="0">
                  <a:pos x="160" y="24"/>
                </a:cxn>
                <a:cxn ang="0">
                  <a:pos x="136" y="2"/>
                </a:cxn>
                <a:cxn ang="0">
                  <a:pos x="112" y="6"/>
                </a:cxn>
                <a:cxn ang="0">
                  <a:pos x="102" y="38"/>
                </a:cxn>
                <a:cxn ang="0">
                  <a:pos x="82" y="76"/>
                </a:cxn>
                <a:cxn ang="0">
                  <a:pos x="64" y="86"/>
                </a:cxn>
                <a:cxn ang="0">
                  <a:pos x="24" y="80"/>
                </a:cxn>
                <a:cxn ang="0">
                  <a:pos x="2" y="94"/>
                </a:cxn>
                <a:cxn ang="0">
                  <a:pos x="2" y="242"/>
                </a:cxn>
                <a:cxn ang="0">
                  <a:pos x="48" y="256"/>
                </a:cxn>
                <a:cxn ang="0">
                  <a:pos x="66" y="248"/>
                </a:cxn>
                <a:cxn ang="0">
                  <a:pos x="70" y="242"/>
                </a:cxn>
                <a:cxn ang="0">
                  <a:pos x="72" y="242"/>
                </a:cxn>
                <a:cxn ang="0">
                  <a:pos x="136" y="256"/>
                </a:cxn>
                <a:cxn ang="0">
                  <a:pos x="206" y="256"/>
                </a:cxn>
                <a:cxn ang="0">
                  <a:pos x="224" y="240"/>
                </a:cxn>
                <a:cxn ang="0">
                  <a:pos x="228" y="218"/>
                </a:cxn>
                <a:cxn ang="0">
                  <a:pos x="242" y="198"/>
                </a:cxn>
                <a:cxn ang="0">
                  <a:pos x="242" y="176"/>
                </a:cxn>
                <a:cxn ang="0">
                  <a:pos x="252" y="144"/>
                </a:cxn>
                <a:cxn ang="0">
                  <a:pos x="256" y="116"/>
                </a:cxn>
                <a:cxn ang="0">
                  <a:pos x="256" y="112"/>
                </a:cxn>
                <a:cxn ang="0">
                  <a:pos x="234" y="84"/>
                </a:cxn>
                <a:cxn ang="0">
                  <a:pos x="54" y="238"/>
                </a:cxn>
                <a:cxn ang="0">
                  <a:pos x="24" y="240"/>
                </a:cxn>
                <a:cxn ang="0">
                  <a:pos x="16" y="232"/>
                </a:cxn>
                <a:cxn ang="0">
                  <a:pos x="18" y="98"/>
                </a:cxn>
                <a:cxn ang="0">
                  <a:pos x="48" y="96"/>
                </a:cxn>
                <a:cxn ang="0">
                  <a:pos x="56" y="104"/>
                </a:cxn>
                <a:cxn ang="0">
                  <a:pos x="240" y="120"/>
                </a:cxn>
                <a:cxn ang="0">
                  <a:pos x="208" y="128"/>
                </a:cxn>
                <a:cxn ang="0">
                  <a:pos x="204" y="132"/>
                </a:cxn>
                <a:cxn ang="0">
                  <a:pos x="224" y="136"/>
                </a:cxn>
                <a:cxn ang="0">
                  <a:pos x="236" y="150"/>
                </a:cxn>
                <a:cxn ang="0">
                  <a:pos x="228" y="166"/>
                </a:cxn>
                <a:cxn ang="0">
                  <a:pos x="198" y="170"/>
                </a:cxn>
                <a:cxn ang="0">
                  <a:pos x="200" y="176"/>
                </a:cxn>
                <a:cxn ang="0">
                  <a:pos x="226" y="182"/>
                </a:cxn>
                <a:cxn ang="0">
                  <a:pos x="224" y="198"/>
                </a:cxn>
                <a:cxn ang="0">
                  <a:pos x="192" y="208"/>
                </a:cxn>
                <a:cxn ang="0">
                  <a:pos x="188" y="212"/>
                </a:cxn>
                <a:cxn ang="0">
                  <a:pos x="204" y="216"/>
                </a:cxn>
                <a:cxn ang="0">
                  <a:pos x="212" y="228"/>
                </a:cxn>
                <a:cxn ang="0">
                  <a:pos x="206" y="238"/>
                </a:cxn>
                <a:cxn ang="0">
                  <a:pos x="136" y="240"/>
                </a:cxn>
                <a:cxn ang="0">
                  <a:pos x="70" y="226"/>
                </a:cxn>
                <a:cxn ang="0">
                  <a:pos x="64" y="218"/>
                </a:cxn>
                <a:cxn ang="0">
                  <a:pos x="70" y="100"/>
                </a:cxn>
                <a:cxn ang="0">
                  <a:pos x="84" y="94"/>
                </a:cxn>
                <a:cxn ang="0">
                  <a:pos x="114" y="56"/>
                </a:cxn>
                <a:cxn ang="0">
                  <a:pos x="120" y="24"/>
                </a:cxn>
                <a:cxn ang="0">
                  <a:pos x="128" y="16"/>
                </a:cxn>
                <a:cxn ang="0">
                  <a:pos x="148" y="40"/>
                </a:cxn>
                <a:cxn ang="0">
                  <a:pos x="150" y="74"/>
                </a:cxn>
                <a:cxn ang="0">
                  <a:pos x="226" y="98"/>
                </a:cxn>
                <a:cxn ang="0">
                  <a:pos x="238" y="106"/>
                </a:cxn>
              </a:cxnLst>
              <a:rect l="0" t="0" r="r" b="b"/>
              <a:pathLst>
                <a:path w="256" h="256">
                  <a:moveTo>
                    <a:pt x="234" y="84"/>
                  </a:moveTo>
                  <a:lnTo>
                    <a:pt x="234" y="84"/>
                  </a:lnTo>
                  <a:lnTo>
                    <a:pt x="224" y="82"/>
                  </a:lnTo>
                  <a:lnTo>
                    <a:pt x="208" y="82"/>
                  </a:lnTo>
                  <a:lnTo>
                    <a:pt x="166" y="80"/>
                  </a:lnTo>
                  <a:lnTo>
                    <a:pt x="166" y="80"/>
                  </a:lnTo>
                  <a:lnTo>
                    <a:pt x="168" y="68"/>
                  </a:lnTo>
                  <a:lnTo>
                    <a:pt x="168" y="54"/>
                  </a:lnTo>
                  <a:lnTo>
                    <a:pt x="168" y="54"/>
                  </a:lnTo>
                  <a:lnTo>
                    <a:pt x="166" y="44"/>
                  </a:lnTo>
                  <a:lnTo>
                    <a:pt x="164" y="34"/>
                  </a:lnTo>
                  <a:lnTo>
                    <a:pt x="160" y="24"/>
                  </a:lnTo>
                  <a:lnTo>
                    <a:pt x="154" y="16"/>
                  </a:lnTo>
                  <a:lnTo>
                    <a:pt x="148" y="10"/>
                  </a:lnTo>
                  <a:lnTo>
                    <a:pt x="142" y="4"/>
                  </a:lnTo>
                  <a:lnTo>
                    <a:pt x="136" y="2"/>
                  </a:lnTo>
                  <a:lnTo>
                    <a:pt x="128" y="0"/>
                  </a:lnTo>
                  <a:lnTo>
                    <a:pt x="128" y="0"/>
                  </a:lnTo>
                  <a:lnTo>
                    <a:pt x="118" y="2"/>
                  </a:lnTo>
                  <a:lnTo>
                    <a:pt x="112" y="6"/>
                  </a:lnTo>
                  <a:lnTo>
                    <a:pt x="106" y="14"/>
                  </a:lnTo>
                  <a:lnTo>
                    <a:pt x="104" y="24"/>
                  </a:lnTo>
                  <a:lnTo>
                    <a:pt x="104" y="24"/>
                  </a:lnTo>
                  <a:lnTo>
                    <a:pt x="102" y="38"/>
                  </a:lnTo>
                  <a:lnTo>
                    <a:pt x="98" y="54"/>
                  </a:lnTo>
                  <a:lnTo>
                    <a:pt x="94" y="62"/>
                  </a:lnTo>
                  <a:lnTo>
                    <a:pt x="88" y="70"/>
                  </a:lnTo>
                  <a:lnTo>
                    <a:pt x="82" y="76"/>
                  </a:lnTo>
                  <a:lnTo>
                    <a:pt x="72" y="82"/>
                  </a:lnTo>
                  <a:lnTo>
                    <a:pt x="72" y="82"/>
                  </a:lnTo>
                  <a:lnTo>
                    <a:pt x="64" y="86"/>
                  </a:lnTo>
                  <a:lnTo>
                    <a:pt x="64" y="86"/>
                  </a:lnTo>
                  <a:lnTo>
                    <a:pt x="64" y="86"/>
                  </a:lnTo>
                  <a:lnTo>
                    <a:pt x="56" y="82"/>
                  </a:lnTo>
                  <a:lnTo>
                    <a:pt x="48" y="80"/>
                  </a:lnTo>
                  <a:lnTo>
                    <a:pt x="24" y="80"/>
                  </a:lnTo>
                  <a:lnTo>
                    <a:pt x="24" y="80"/>
                  </a:lnTo>
                  <a:lnTo>
                    <a:pt x="14" y="82"/>
                  </a:lnTo>
                  <a:lnTo>
                    <a:pt x="8" y="88"/>
                  </a:lnTo>
                  <a:lnTo>
                    <a:pt x="2" y="94"/>
                  </a:lnTo>
                  <a:lnTo>
                    <a:pt x="0" y="104"/>
                  </a:lnTo>
                  <a:lnTo>
                    <a:pt x="0" y="232"/>
                  </a:lnTo>
                  <a:lnTo>
                    <a:pt x="0" y="232"/>
                  </a:lnTo>
                  <a:lnTo>
                    <a:pt x="2" y="242"/>
                  </a:lnTo>
                  <a:lnTo>
                    <a:pt x="8" y="248"/>
                  </a:lnTo>
                  <a:lnTo>
                    <a:pt x="14" y="254"/>
                  </a:lnTo>
                  <a:lnTo>
                    <a:pt x="24" y="256"/>
                  </a:lnTo>
                  <a:lnTo>
                    <a:pt x="48" y="256"/>
                  </a:lnTo>
                  <a:lnTo>
                    <a:pt x="48" y="256"/>
                  </a:lnTo>
                  <a:lnTo>
                    <a:pt x="54" y="254"/>
                  </a:lnTo>
                  <a:lnTo>
                    <a:pt x="60" y="252"/>
                  </a:lnTo>
                  <a:lnTo>
                    <a:pt x="66" y="248"/>
                  </a:lnTo>
                  <a:lnTo>
                    <a:pt x="70" y="242"/>
                  </a:lnTo>
                  <a:lnTo>
                    <a:pt x="70" y="242"/>
                  </a:lnTo>
                  <a:lnTo>
                    <a:pt x="70" y="242"/>
                  </a:lnTo>
                  <a:lnTo>
                    <a:pt x="70" y="242"/>
                  </a:lnTo>
                  <a:lnTo>
                    <a:pt x="72" y="242"/>
                  </a:lnTo>
                  <a:lnTo>
                    <a:pt x="72" y="242"/>
                  </a:lnTo>
                  <a:lnTo>
                    <a:pt x="72" y="242"/>
                  </a:lnTo>
                  <a:lnTo>
                    <a:pt x="72" y="242"/>
                  </a:lnTo>
                  <a:lnTo>
                    <a:pt x="104" y="250"/>
                  </a:lnTo>
                  <a:lnTo>
                    <a:pt x="104" y="250"/>
                  </a:lnTo>
                  <a:lnTo>
                    <a:pt x="122" y="254"/>
                  </a:lnTo>
                  <a:lnTo>
                    <a:pt x="136" y="256"/>
                  </a:lnTo>
                  <a:lnTo>
                    <a:pt x="152" y="256"/>
                  </a:lnTo>
                  <a:lnTo>
                    <a:pt x="196" y="256"/>
                  </a:lnTo>
                  <a:lnTo>
                    <a:pt x="196" y="256"/>
                  </a:lnTo>
                  <a:lnTo>
                    <a:pt x="206" y="256"/>
                  </a:lnTo>
                  <a:lnTo>
                    <a:pt x="214" y="252"/>
                  </a:lnTo>
                  <a:lnTo>
                    <a:pt x="220" y="248"/>
                  </a:lnTo>
                  <a:lnTo>
                    <a:pt x="224" y="240"/>
                  </a:lnTo>
                  <a:lnTo>
                    <a:pt x="224" y="240"/>
                  </a:lnTo>
                  <a:lnTo>
                    <a:pt x="228" y="232"/>
                  </a:lnTo>
                  <a:lnTo>
                    <a:pt x="228" y="232"/>
                  </a:lnTo>
                  <a:lnTo>
                    <a:pt x="230" y="226"/>
                  </a:lnTo>
                  <a:lnTo>
                    <a:pt x="228" y="218"/>
                  </a:lnTo>
                  <a:lnTo>
                    <a:pt x="228" y="218"/>
                  </a:lnTo>
                  <a:lnTo>
                    <a:pt x="234" y="212"/>
                  </a:lnTo>
                  <a:lnTo>
                    <a:pt x="238" y="208"/>
                  </a:lnTo>
                  <a:lnTo>
                    <a:pt x="242" y="198"/>
                  </a:lnTo>
                  <a:lnTo>
                    <a:pt x="242" y="198"/>
                  </a:lnTo>
                  <a:lnTo>
                    <a:pt x="244" y="184"/>
                  </a:lnTo>
                  <a:lnTo>
                    <a:pt x="242" y="176"/>
                  </a:lnTo>
                  <a:lnTo>
                    <a:pt x="242" y="176"/>
                  </a:lnTo>
                  <a:lnTo>
                    <a:pt x="248" y="166"/>
                  </a:lnTo>
                  <a:lnTo>
                    <a:pt x="252" y="154"/>
                  </a:lnTo>
                  <a:lnTo>
                    <a:pt x="252" y="154"/>
                  </a:lnTo>
                  <a:lnTo>
                    <a:pt x="252" y="144"/>
                  </a:lnTo>
                  <a:lnTo>
                    <a:pt x="248" y="134"/>
                  </a:lnTo>
                  <a:lnTo>
                    <a:pt x="248" y="134"/>
                  </a:lnTo>
                  <a:lnTo>
                    <a:pt x="254" y="126"/>
                  </a:lnTo>
                  <a:lnTo>
                    <a:pt x="256" y="116"/>
                  </a:lnTo>
                  <a:lnTo>
                    <a:pt x="256" y="116"/>
                  </a:lnTo>
                  <a:lnTo>
                    <a:pt x="256" y="116"/>
                  </a:lnTo>
                  <a:lnTo>
                    <a:pt x="256" y="112"/>
                  </a:lnTo>
                  <a:lnTo>
                    <a:pt x="256" y="112"/>
                  </a:lnTo>
                  <a:lnTo>
                    <a:pt x="254" y="104"/>
                  </a:lnTo>
                  <a:lnTo>
                    <a:pt x="250" y="96"/>
                  </a:lnTo>
                  <a:lnTo>
                    <a:pt x="244" y="88"/>
                  </a:lnTo>
                  <a:lnTo>
                    <a:pt x="234" y="84"/>
                  </a:lnTo>
                  <a:close/>
                  <a:moveTo>
                    <a:pt x="56" y="232"/>
                  </a:moveTo>
                  <a:lnTo>
                    <a:pt x="56" y="232"/>
                  </a:lnTo>
                  <a:lnTo>
                    <a:pt x="56" y="236"/>
                  </a:lnTo>
                  <a:lnTo>
                    <a:pt x="54" y="238"/>
                  </a:lnTo>
                  <a:lnTo>
                    <a:pt x="52" y="240"/>
                  </a:lnTo>
                  <a:lnTo>
                    <a:pt x="48" y="240"/>
                  </a:lnTo>
                  <a:lnTo>
                    <a:pt x="24" y="240"/>
                  </a:lnTo>
                  <a:lnTo>
                    <a:pt x="24" y="240"/>
                  </a:lnTo>
                  <a:lnTo>
                    <a:pt x="20" y="240"/>
                  </a:lnTo>
                  <a:lnTo>
                    <a:pt x="18" y="238"/>
                  </a:lnTo>
                  <a:lnTo>
                    <a:pt x="16" y="236"/>
                  </a:lnTo>
                  <a:lnTo>
                    <a:pt x="16" y="232"/>
                  </a:lnTo>
                  <a:lnTo>
                    <a:pt x="16" y="104"/>
                  </a:lnTo>
                  <a:lnTo>
                    <a:pt x="16" y="104"/>
                  </a:lnTo>
                  <a:lnTo>
                    <a:pt x="16" y="100"/>
                  </a:lnTo>
                  <a:lnTo>
                    <a:pt x="18" y="98"/>
                  </a:lnTo>
                  <a:lnTo>
                    <a:pt x="20" y="96"/>
                  </a:lnTo>
                  <a:lnTo>
                    <a:pt x="24" y="96"/>
                  </a:lnTo>
                  <a:lnTo>
                    <a:pt x="48" y="96"/>
                  </a:lnTo>
                  <a:lnTo>
                    <a:pt x="48" y="96"/>
                  </a:lnTo>
                  <a:lnTo>
                    <a:pt x="52" y="96"/>
                  </a:lnTo>
                  <a:lnTo>
                    <a:pt x="54" y="98"/>
                  </a:lnTo>
                  <a:lnTo>
                    <a:pt x="56" y="100"/>
                  </a:lnTo>
                  <a:lnTo>
                    <a:pt x="56" y="104"/>
                  </a:lnTo>
                  <a:lnTo>
                    <a:pt x="56" y="232"/>
                  </a:lnTo>
                  <a:close/>
                  <a:moveTo>
                    <a:pt x="240" y="116"/>
                  </a:moveTo>
                  <a:lnTo>
                    <a:pt x="240" y="116"/>
                  </a:lnTo>
                  <a:lnTo>
                    <a:pt x="240" y="120"/>
                  </a:lnTo>
                  <a:lnTo>
                    <a:pt x="238" y="124"/>
                  </a:lnTo>
                  <a:lnTo>
                    <a:pt x="232" y="126"/>
                  </a:lnTo>
                  <a:lnTo>
                    <a:pt x="224" y="128"/>
                  </a:lnTo>
                  <a:lnTo>
                    <a:pt x="208" y="128"/>
                  </a:lnTo>
                  <a:lnTo>
                    <a:pt x="208" y="128"/>
                  </a:lnTo>
                  <a:lnTo>
                    <a:pt x="206" y="130"/>
                  </a:lnTo>
                  <a:lnTo>
                    <a:pt x="204" y="132"/>
                  </a:lnTo>
                  <a:lnTo>
                    <a:pt x="204" y="132"/>
                  </a:lnTo>
                  <a:lnTo>
                    <a:pt x="206" y="134"/>
                  </a:lnTo>
                  <a:lnTo>
                    <a:pt x="208" y="136"/>
                  </a:lnTo>
                  <a:lnTo>
                    <a:pt x="224" y="136"/>
                  </a:lnTo>
                  <a:lnTo>
                    <a:pt x="224" y="136"/>
                  </a:lnTo>
                  <a:lnTo>
                    <a:pt x="230" y="138"/>
                  </a:lnTo>
                  <a:lnTo>
                    <a:pt x="234" y="142"/>
                  </a:lnTo>
                  <a:lnTo>
                    <a:pt x="236" y="146"/>
                  </a:lnTo>
                  <a:lnTo>
                    <a:pt x="236" y="150"/>
                  </a:lnTo>
                  <a:lnTo>
                    <a:pt x="236" y="150"/>
                  </a:lnTo>
                  <a:lnTo>
                    <a:pt x="236" y="156"/>
                  </a:lnTo>
                  <a:lnTo>
                    <a:pt x="232" y="162"/>
                  </a:lnTo>
                  <a:lnTo>
                    <a:pt x="228" y="166"/>
                  </a:lnTo>
                  <a:lnTo>
                    <a:pt x="220" y="168"/>
                  </a:lnTo>
                  <a:lnTo>
                    <a:pt x="200" y="168"/>
                  </a:lnTo>
                  <a:lnTo>
                    <a:pt x="200" y="168"/>
                  </a:lnTo>
                  <a:lnTo>
                    <a:pt x="198" y="170"/>
                  </a:lnTo>
                  <a:lnTo>
                    <a:pt x="196" y="172"/>
                  </a:lnTo>
                  <a:lnTo>
                    <a:pt x="196" y="172"/>
                  </a:lnTo>
                  <a:lnTo>
                    <a:pt x="198" y="174"/>
                  </a:lnTo>
                  <a:lnTo>
                    <a:pt x="200" y="176"/>
                  </a:lnTo>
                  <a:lnTo>
                    <a:pt x="216" y="176"/>
                  </a:lnTo>
                  <a:lnTo>
                    <a:pt x="216" y="176"/>
                  </a:lnTo>
                  <a:lnTo>
                    <a:pt x="224" y="178"/>
                  </a:lnTo>
                  <a:lnTo>
                    <a:pt x="226" y="182"/>
                  </a:lnTo>
                  <a:lnTo>
                    <a:pt x="228" y="188"/>
                  </a:lnTo>
                  <a:lnTo>
                    <a:pt x="226" y="192"/>
                  </a:lnTo>
                  <a:lnTo>
                    <a:pt x="226" y="192"/>
                  </a:lnTo>
                  <a:lnTo>
                    <a:pt x="224" y="198"/>
                  </a:lnTo>
                  <a:lnTo>
                    <a:pt x="220" y="204"/>
                  </a:lnTo>
                  <a:lnTo>
                    <a:pt x="216" y="206"/>
                  </a:lnTo>
                  <a:lnTo>
                    <a:pt x="206" y="208"/>
                  </a:lnTo>
                  <a:lnTo>
                    <a:pt x="192" y="208"/>
                  </a:lnTo>
                  <a:lnTo>
                    <a:pt x="192" y="208"/>
                  </a:lnTo>
                  <a:lnTo>
                    <a:pt x="190" y="210"/>
                  </a:lnTo>
                  <a:lnTo>
                    <a:pt x="188" y="212"/>
                  </a:lnTo>
                  <a:lnTo>
                    <a:pt x="188" y="212"/>
                  </a:lnTo>
                  <a:lnTo>
                    <a:pt x="190" y="214"/>
                  </a:lnTo>
                  <a:lnTo>
                    <a:pt x="192" y="216"/>
                  </a:lnTo>
                  <a:lnTo>
                    <a:pt x="204" y="216"/>
                  </a:lnTo>
                  <a:lnTo>
                    <a:pt x="204" y="216"/>
                  </a:lnTo>
                  <a:lnTo>
                    <a:pt x="210" y="218"/>
                  </a:lnTo>
                  <a:lnTo>
                    <a:pt x="212" y="220"/>
                  </a:lnTo>
                  <a:lnTo>
                    <a:pt x="214" y="224"/>
                  </a:lnTo>
                  <a:lnTo>
                    <a:pt x="212" y="228"/>
                  </a:lnTo>
                  <a:lnTo>
                    <a:pt x="212" y="228"/>
                  </a:lnTo>
                  <a:lnTo>
                    <a:pt x="210" y="234"/>
                  </a:lnTo>
                  <a:lnTo>
                    <a:pt x="210" y="234"/>
                  </a:lnTo>
                  <a:lnTo>
                    <a:pt x="206" y="238"/>
                  </a:lnTo>
                  <a:lnTo>
                    <a:pt x="196" y="240"/>
                  </a:lnTo>
                  <a:lnTo>
                    <a:pt x="152" y="240"/>
                  </a:lnTo>
                  <a:lnTo>
                    <a:pt x="152" y="240"/>
                  </a:lnTo>
                  <a:lnTo>
                    <a:pt x="136" y="240"/>
                  </a:lnTo>
                  <a:lnTo>
                    <a:pt x="122" y="238"/>
                  </a:lnTo>
                  <a:lnTo>
                    <a:pt x="108" y="234"/>
                  </a:lnTo>
                  <a:lnTo>
                    <a:pt x="108" y="234"/>
                  </a:lnTo>
                  <a:lnTo>
                    <a:pt x="70" y="226"/>
                  </a:lnTo>
                  <a:lnTo>
                    <a:pt x="70" y="226"/>
                  </a:lnTo>
                  <a:lnTo>
                    <a:pt x="68" y="224"/>
                  </a:lnTo>
                  <a:lnTo>
                    <a:pt x="66" y="222"/>
                  </a:lnTo>
                  <a:lnTo>
                    <a:pt x="64" y="218"/>
                  </a:lnTo>
                  <a:lnTo>
                    <a:pt x="64" y="108"/>
                  </a:lnTo>
                  <a:lnTo>
                    <a:pt x="64" y="108"/>
                  </a:lnTo>
                  <a:lnTo>
                    <a:pt x="66" y="104"/>
                  </a:lnTo>
                  <a:lnTo>
                    <a:pt x="70" y="100"/>
                  </a:lnTo>
                  <a:lnTo>
                    <a:pt x="70" y="100"/>
                  </a:lnTo>
                  <a:lnTo>
                    <a:pt x="72" y="100"/>
                  </a:lnTo>
                  <a:lnTo>
                    <a:pt x="72" y="100"/>
                  </a:lnTo>
                  <a:lnTo>
                    <a:pt x="84" y="94"/>
                  </a:lnTo>
                  <a:lnTo>
                    <a:pt x="94" y="86"/>
                  </a:lnTo>
                  <a:lnTo>
                    <a:pt x="104" y="76"/>
                  </a:lnTo>
                  <a:lnTo>
                    <a:pt x="110" y="66"/>
                  </a:lnTo>
                  <a:lnTo>
                    <a:pt x="114" y="56"/>
                  </a:lnTo>
                  <a:lnTo>
                    <a:pt x="118" y="46"/>
                  </a:lnTo>
                  <a:lnTo>
                    <a:pt x="120" y="34"/>
                  </a:lnTo>
                  <a:lnTo>
                    <a:pt x="120" y="24"/>
                  </a:lnTo>
                  <a:lnTo>
                    <a:pt x="120" y="24"/>
                  </a:lnTo>
                  <a:lnTo>
                    <a:pt x="122" y="18"/>
                  </a:lnTo>
                  <a:lnTo>
                    <a:pt x="124" y="16"/>
                  </a:lnTo>
                  <a:lnTo>
                    <a:pt x="128" y="16"/>
                  </a:lnTo>
                  <a:lnTo>
                    <a:pt x="128" y="16"/>
                  </a:lnTo>
                  <a:lnTo>
                    <a:pt x="132" y="16"/>
                  </a:lnTo>
                  <a:lnTo>
                    <a:pt x="136" y="18"/>
                  </a:lnTo>
                  <a:lnTo>
                    <a:pt x="142" y="28"/>
                  </a:lnTo>
                  <a:lnTo>
                    <a:pt x="148" y="40"/>
                  </a:lnTo>
                  <a:lnTo>
                    <a:pt x="150" y="46"/>
                  </a:lnTo>
                  <a:lnTo>
                    <a:pt x="152" y="54"/>
                  </a:lnTo>
                  <a:lnTo>
                    <a:pt x="152" y="54"/>
                  </a:lnTo>
                  <a:lnTo>
                    <a:pt x="150" y="74"/>
                  </a:lnTo>
                  <a:lnTo>
                    <a:pt x="144" y="96"/>
                  </a:lnTo>
                  <a:lnTo>
                    <a:pt x="144" y="96"/>
                  </a:lnTo>
                  <a:lnTo>
                    <a:pt x="214" y="96"/>
                  </a:lnTo>
                  <a:lnTo>
                    <a:pt x="226" y="98"/>
                  </a:lnTo>
                  <a:lnTo>
                    <a:pt x="230" y="98"/>
                  </a:lnTo>
                  <a:lnTo>
                    <a:pt x="230" y="98"/>
                  </a:lnTo>
                  <a:lnTo>
                    <a:pt x="236" y="102"/>
                  </a:lnTo>
                  <a:lnTo>
                    <a:pt x="238" y="106"/>
                  </a:lnTo>
                  <a:lnTo>
                    <a:pt x="240" y="112"/>
                  </a:lnTo>
                  <a:lnTo>
                    <a:pt x="240" y="112"/>
                  </a:lnTo>
                  <a:lnTo>
                    <a:pt x="240" y="11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54" name="Freeform 244"/>
            <p:cNvSpPr>
              <a:spLocks noEditPoints="1"/>
            </p:cNvSpPr>
            <p:nvPr/>
          </p:nvSpPr>
          <p:spPr bwMode="auto">
            <a:xfrm>
              <a:off x="4000500" y="1479550"/>
              <a:ext cx="38100" cy="38100"/>
            </a:xfrm>
            <a:custGeom>
              <a:avLst/>
              <a:gdLst/>
              <a:ahLst/>
              <a:cxnLst>
                <a:cxn ang="0">
                  <a:pos x="12" y="0"/>
                </a:cxn>
                <a:cxn ang="0">
                  <a:pos x="12" y="0"/>
                </a:cxn>
                <a:cxn ang="0">
                  <a:pos x="8" y="0"/>
                </a:cxn>
                <a:cxn ang="0">
                  <a:pos x="4" y="4"/>
                </a:cxn>
                <a:cxn ang="0">
                  <a:pos x="0" y="8"/>
                </a:cxn>
                <a:cxn ang="0">
                  <a:pos x="0" y="12"/>
                </a:cxn>
                <a:cxn ang="0">
                  <a:pos x="0" y="12"/>
                </a:cxn>
                <a:cxn ang="0">
                  <a:pos x="0" y="16"/>
                </a:cxn>
                <a:cxn ang="0">
                  <a:pos x="4" y="20"/>
                </a:cxn>
                <a:cxn ang="0">
                  <a:pos x="8" y="24"/>
                </a:cxn>
                <a:cxn ang="0">
                  <a:pos x="12" y="24"/>
                </a:cxn>
                <a:cxn ang="0">
                  <a:pos x="12" y="24"/>
                </a:cxn>
                <a:cxn ang="0">
                  <a:pos x="16" y="24"/>
                </a:cxn>
                <a:cxn ang="0">
                  <a:pos x="20" y="20"/>
                </a:cxn>
                <a:cxn ang="0">
                  <a:pos x="24" y="16"/>
                </a:cxn>
                <a:cxn ang="0">
                  <a:pos x="24" y="12"/>
                </a:cxn>
                <a:cxn ang="0">
                  <a:pos x="24" y="12"/>
                </a:cxn>
                <a:cxn ang="0">
                  <a:pos x="24" y="8"/>
                </a:cxn>
                <a:cxn ang="0">
                  <a:pos x="20" y="4"/>
                </a:cxn>
                <a:cxn ang="0">
                  <a:pos x="16" y="0"/>
                </a:cxn>
                <a:cxn ang="0">
                  <a:pos x="12" y="0"/>
                </a:cxn>
                <a:cxn ang="0">
                  <a:pos x="12" y="16"/>
                </a:cxn>
                <a:cxn ang="0">
                  <a:pos x="12" y="16"/>
                </a:cxn>
                <a:cxn ang="0">
                  <a:pos x="10" y="14"/>
                </a:cxn>
                <a:cxn ang="0">
                  <a:pos x="8" y="12"/>
                </a:cxn>
                <a:cxn ang="0">
                  <a:pos x="8" y="12"/>
                </a:cxn>
                <a:cxn ang="0">
                  <a:pos x="10" y="10"/>
                </a:cxn>
                <a:cxn ang="0">
                  <a:pos x="12" y="8"/>
                </a:cxn>
                <a:cxn ang="0">
                  <a:pos x="12" y="8"/>
                </a:cxn>
                <a:cxn ang="0">
                  <a:pos x="14" y="10"/>
                </a:cxn>
                <a:cxn ang="0">
                  <a:pos x="16" y="12"/>
                </a:cxn>
                <a:cxn ang="0">
                  <a:pos x="16" y="12"/>
                </a:cxn>
                <a:cxn ang="0">
                  <a:pos x="14" y="14"/>
                </a:cxn>
                <a:cxn ang="0">
                  <a:pos x="12" y="16"/>
                </a:cxn>
              </a:cxnLst>
              <a:rect l="0" t="0" r="r" b="b"/>
              <a:pathLst>
                <a:path w="24" h="24">
                  <a:moveTo>
                    <a:pt x="12" y="0"/>
                  </a:moveTo>
                  <a:lnTo>
                    <a:pt x="12" y="0"/>
                  </a:lnTo>
                  <a:lnTo>
                    <a:pt x="8" y="0"/>
                  </a:lnTo>
                  <a:lnTo>
                    <a:pt x="4" y="4"/>
                  </a:lnTo>
                  <a:lnTo>
                    <a:pt x="0" y="8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6"/>
                  </a:lnTo>
                  <a:lnTo>
                    <a:pt x="4" y="20"/>
                  </a:lnTo>
                  <a:lnTo>
                    <a:pt x="8" y="24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6" y="24"/>
                  </a:lnTo>
                  <a:lnTo>
                    <a:pt x="20" y="20"/>
                  </a:lnTo>
                  <a:lnTo>
                    <a:pt x="24" y="16"/>
                  </a:lnTo>
                  <a:lnTo>
                    <a:pt x="24" y="12"/>
                  </a:lnTo>
                  <a:lnTo>
                    <a:pt x="24" y="12"/>
                  </a:lnTo>
                  <a:lnTo>
                    <a:pt x="24" y="8"/>
                  </a:lnTo>
                  <a:lnTo>
                    <a:pt x="20" y="4"/>
                  </a:lnTo>
                  <a:lnTo>
                    <a:pt x="16" y="0"/>
                  </a:lnTo>
                  <a:lnTo>
                    <a:pt x="12" y="0"/>
                  </a:lnTo>
                  <a:close/>
                  <a:moveTo>
                    <a:pt x="12" y="16"/>
                  </a:moveTo>
                  <a:lnTo>
                    <a:pt x="12" y="16"/>
                  </a:lnTo>
                  <a:lnTo>
                    <a:pt x="10" y="14"/>
                  </a:lnTo>
                  <a:lnTo>
                    <a:pt x="8" y="12"/>
                  </a:lnTo>
                  <a:lnTo>
                    <a:pt x="8" y="12"/>
                  </a:lnTo>
                  <a:lnTo>
                    <a:pt x="10" y="10"/>
                  </a:lnTo>
                  <a:lnTo>
                    <a:pt x="12" y="8"/>
                  </a:lnTo>
                  <a:lnTo>
                    <a:pt x="12" y="8"/>
                  </a:lnTo>
                  <a:lnTo>
                    <a:pt x="14" y="10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4" y="14"/>
                  </a:lnTo>
                  <a:lnTo>
                    <a:pt x="12" y="1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55" name="Freeform 245"/>
            <p:cNvSpPr>
              <a:spLocks/>
            </p:cNvSpPr>
            <p:nvPr/>
          </p:nvSpPr>
          <p:spPr bwMode="auto">
            <a:xfrm>
              <a:off x="4000500" y="1479550"/>
              <a:ext cx="38100" cy="38100"/>
            </a:xfrm>
            <a:custGeom>
              <a:avLst/>
              <a:gdLst/>
              <a:ahLst/>
              <a:cxnLst>
                <a:cxn ang="0">
                  <a:pos x="12" y="0"/>
                </a:cxn>
                <a:cxn ang="0">
                  <a:pos x="12" y="0"/>
                </a:cxn>
                <a:cxn ang="0">
                  <a:pos x="8" y="0"/>
                </a:cxn>
                <a:cxn ang="0">
                  <a:pos x="4" y="4"/>
                </a:cxn>
                <a:cxn ang="0">
                  <a:pos x="0" y="8"/>
                </a:cxn>
                <a:cxn ang="0">
                  <a:pos x="0" y="12"/>
                </a:cxn>
                <a:cxn ang="0">
                  <a:pos x="0" y="12"/>
                </a:cxn>
                <a:cxn ang="0">
                  <a:pos x="0" y="16"/>
                </a:cxn>
                <a:cxn ang="0">
                  <a:pos x="4" y="20"/>
                </a:cxn>
                <a:cxn ang="0">
                  <a:pos x="8" y="24"/>
                </a:cxn>
                <a:cxn ang="0">
                  <a:pos x="12" y="24"/>
                </a:cxn>
                <a:cxn ang="0">
                  <a:pos x="12" y="24"/>
                </a:cxn>
                <a:cxn ang="0">
                  <a:pos x="16" y="24"/>
                </a:cxn>
                <a:cxn ang="0">
                  <a:pos x="20" y="20"/>
                </a:cxn>
                <a:cxn ang="0">
                  <a:pos x="24" y="16"/>
                </a:cxn>
                <a:cxn ang="0">
                  <a:pos x="24" y="12"/>
                </a:cxn>
                <a:cxn ang="0">
                  <a:pos x="24" y="12"/>
                </a:cxn>
                <a:cxn ang="0">
                  <a:pos x="24" y="8"/>
                </a:cxn>
                <a:cxn ang="0">
                  <a:pos x="20" y="4"/>
                </a:cxn>
                <a:cxn ang="0">
                  <a:pos x="16" y="0"/>
                </a:cxn>
                <a:cxn ang="0">
                  <a:pos x="12" y="0"/>
                </a:cxn>
              </a:cxnLst>
              <a:rect l="0" t="0" r="r" b="b"/>
              <a:pathLst>
                <a:path w="24" h="24">
                  <a:moveTo>
                    <a:pt x="12" y="0"/>
                  </a:moveTo>
                  <a:lnTo>
                    <a:pt x="12" y="0"/>
                  </a:lnTo>
                  <a:lnTo>
                    <a:pt x="8" y="0"/>
                  </a:lnTo>
                  <a:lnTo>
                    <a:pt x="4" y="4"/>
                  </a:lnTo>
                  <a:lnTo>
                    <a:pt x="0" y="8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6"/>
                  </a:lnTo>
                  <a:lnTo>
                    <a:pt x="4" y="20"/>
                  </a:lnTo>
                  <a:lnTo>
                    <a:pt x="8" y="24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6" y="24"/>
                  </a:lnTo>
                  <a:lnTo>
                    <a:pt x="20" y="20"/>
                  </a:lnTo>
                  <a:lnTo>
                    <a:pt x="24" y="16"/>
                  </a:lnTo>
                  <a:lnTo>
                    <a:pt x="24" y="12"/>
                  </a:lnTo>
                  <a:lnTo>
                    <a:pt x="24" y="12"/>
                  </a:lnTo>
                  <a:lnTo>
                    <a:pt x="24" y="8"/>
                  </a:lnTo>
                  <a:lnTo>
                    <a:pt x="20" y="4"/>
                  </a:lnTo>
                  <a:lnTo>
                    <a:pt x="16" y="0"/>
                  </a:lnTo>
                  <a:lnTo>
                    <a:pt x="12" y="0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56" name="Freeform 246"/>
            <p:cNvSpPr>
              <a:spLocks/>
            </p:cNvSpPr>
            <p:nvPr/>
          </p:nvSpPr>
          <p:spPr bwMode="auto">
            <a:xfrm>
              <a:off x="4013200" y="1492250"/>
              <a:ext cx="12700" cy="12700"/>
            </a:xfrm>
            <a:custGeom>
              <a:avLst/>
              <a:gdLst/>
              <a:ahLst/>
              <a:cxnLst>
                <a:cxn ang="0">
                  <a:pos x="4" y="8"/>
                </a:cxn>
                <a:cxn ang="0">
                  <a:pos x="4" y="8"/>
                </a:cxn>
                <a:cxn ang="0">
                  <a:pos x="2" y="6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2" y="2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6" y="2"/>
                </a:cxn>
                <a:cxn ang="0">
                  <a:pos x="8" y="4"/>
                </a:cxn>
                <a:cxn ang="0">
                  <a:pos x="8" y="4"/>
                </a:cxn>
                <a:cxn ang="0">
                  <a:pos x="6" y="6"/>
                </a:cxn>
                <a:cxn ang="0">
                  <a:pos x="4" y="8"/>
                </a:cxn>
              </a:cxnLst>
              <a:rect l="0" t="0" r="r" b="b"/>
              <a:pathLst>
                <a:path w="8" h="8">
                  <a:moveTo>
                    <a:pt x="4" y="8"/>
                  </a:moveTo>
                  <a:lnTo>
                    <a:pt x="4" y="8"/>
                  </a:lnTo>
                  <a:lnTo>
                    <a:pt x="2" y="6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6" y="2"/>
                  </a:lnTo>
                  <a:lnTo>
                    <a:pt x="8" y="4"/>
                  </a:lnTo>
                  <a:lnTo>
                    <a:pt x="8" y="4"/>
                  </a:lnTo>
                  <a:lnTo>
                    <a:pt x="6" y="6"/>
                  </a:lnTo>
                  <a:lnTo>
                    <a:pt x="4" y="8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</p:grpSp>
      <p:grpSp>
        <p:nvGrpSpPr>
          <p:cNvPr id="15" name="Group 14"/>
          <p:cNvGrpSpPr/>
          <p:nvPr/>
        </p:nvGrpSpPr>
        <p:grpSpPr>
          <a:xfrm>
            <a:off x="9099709" y="2590112"/>
            <a:ext cx="406961" cy="465099"/>
            <a:chOff x="4800600" y="1962150"/>
            <a:chExt cx="355600" cy="406400"/>
          </a:xfrm>
          <a:solidFill>
            <a:schemeClr val="tx2"/>
          </a:solidFill>
        </p:grpSpPr>
        <p:sp>
          <p:nvSpPr>
            <p:cNvPr id="146" name="Freeform 145"/>
            <p:cNvSpPr>
              <a:spLocks/>
            </p:cNvSpPr>
            <p:nvPr/>
          </p:nvSpPr>
          <p:spPr bwMode="auto">
            <a:xfrm>
              <a:off x="5080000" y="2279650"/>
              <a:ext cx="25400" cy="25400"/>
            </a:xfrm>
            <a:custGeom>
              <a:avLst/>
              <a:gdLst/>
              <a:ahLst/>
              <a:cxnLst>
                <a:cxn ang="0">
                  <a:pos x="8" y="16"/>
                </a:cxn>
                <a:cxn ang="0">
                  <a:pos x="8" y="16"/>
                </a:cxn>
                <a:cxn ang="0">
                  <a:pos x="12" y="16"/>
                </a:cxn>
                <a:cxn ang="0">
                  <a:pos x="14" y="14"/>
                </a:cxn>
                <a:cxn ang="0">
                  <a:pos x="16" y="12"/>
                </a:cxn>
                <a:cxn ang="0">
                  <a:pos x="16" y="8"/>
                </a:cxn>
                <a:cxn ang="0">
                  <a:pos x="16" y="8"/>
                </a:cxn>
                <a:cxn ang="0">
                  <a:pos x="16" y="4"/>
                </a:cxn>
                <a:cxn ang="0">
                  <a:pos x="14" y="2"/>
                </a:cxn>
                <a:cxn ang="0">
                  <a:pos x="12" y="0"/>
                </a:cxn>
                <a:cxn ang="0">
                  <a:pos x="8" y="0"/>
                </a:cxn>
                <a:cxn ang="0">
                  <a:pos x="8" y="0"/>
                </a:cxn>
                <a:cxn ang="0">
                  <a:pos x="4" y="0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8"/>
                </a:cxn>
                <a:cxn ang="0">
                  <a:pos x="0" y="8"/>
                </a:cxn>
                <a:cxn ang="0">
                  <a:pos x="0" y="12"/>
                </a:cxn>
                <a:cxn ang="0">
                  <a:pos x="2" y="14"/>
                </a:cxn>
                <a:cxn ang="0">
                  <a:pos x="4" y="16"/>
                </a:cxn>
                <a:cxn ang="0">
                  <a:pos x="8" y="16"/>
                </a:cxn>
              </a:cxnLst>
              <a:rect l="0" t="0" r="r" b="b"/>
              <a:pathLst>
                <a:path w="16" h="16">
                  <a:moveTo>
                    <a:pt x="8" y="16"/>
                  </a:moveTo>
                  <a:lnTo>
                    <a:pt x="8" y="16"/>
                  </a:lnTo>
                  <a:lnTo>
                    <a:pt x="12" y="16"/>
                  </a:lnTo>
                  <a:lnTo>
                    <a:pt x="14" y="14"/>
                  </a:lnTo>
                  <a:lnTo>
                    <a:pt x="16" y="12"/>
                  </a:lnTo>
                  <a:lnTo>
                    <a:pt x="16" y="8"/>
                  </a:lnTo>
                  <a:lnTo>
                    <a:pt x="16" y="8"/>
                  </a:lnTo>
                  <a:lnTo>
                    <a:pt x="16" y="4"/>
                  </a:lnTo>
                  <a:lnTo>
                    <a:pt x="14" y="2"/>
                  </a:lnTo>
                  <a:lnTo>
                    <a:pt x="12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12"/>
                  </a:lnTo>
                  <a:lnTo>
                    <a:pt x="2" y="14"/>
                  </a:lnTo>
                  <a:lnTo>
                    <a:pt x="4" y="16"/>
                  </a:lnTo>
                  <a:lnTo>
                    <a:pt x="8" y="1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47" name="Freeform 146"/>
            <p:cNvSpPr>
              <a:spLocks/>
            </p:cNvSpPr>
            <p:nvPr/>
          </p:nvSpPr>
          <p:spPr bwMode="auto">
            <a:xfrm>
              <a:off x="5080000" y="2279650"/>
              <a:ext cx="25400" cy="25400"/>
            </a:xfrm>
            <a:custGeom>
              <a:avLst/>
              <a:gdLst/>
              <a:ahLst/>
              <a:cxnLst>
                <a:cxn ang="0">
                  <a:pos x="8" y="16"/>
                </a:cxn>
                <a:cxn ang="0">
                  <a:pos x="8" y="16"/>
                </a:cxn>
                <a:cxn ang="0">
                  <a:pos x="12" y="16"/>
                </a:cxn>
                <a:cxn ang="0">
                  <a:pos x="14" y="14"/>
                </a:cxn>
                <a:cxn ang="0">
                  <a:pos x="16" y="12"/>
                </a:cxn>
                <a:cxn ang="0">
                  <a:pos x="16" y="8"/>
                </a:cxn>
                <a:cxn ang="0">
                  <a:pos x="16" y="8"/>
                </a:cxn>
                <a:cxn ang="0">
                  <a:pos x="16" y="4"/>
                </a:cxn>
                <a:cxn ang="0">
                  <a:pos x="14" y="2"/>
                </a:cxn>
                <a:cxn ang="0">
                  <a:pos x="12" y="0"/>
                </a:cxn>
                <a:cxn ang="0">
                  <a:pos x="8" y="0"/>
                </a:cxn>
                <a:cxn ang="0">
                  <a:pos x="8" y="0"/>
                </a:cxn>
                <a:cxn ang="0">
                  <a:pos x="4" y="0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8"/>
                </a:cxn>
                <a:cxn ang="0">
                  <a:pos x="0" y="8"/>
                </a:cxn>
                <a:cxn ang="0">
                  <a:pos x="0" y="12"/>
                </a:cxn>
                <a:cxn ang="0">
                  <a:pos x="2" y="14"/>
                </a:cxn>
                <a:cxn ang="0">
                  <a:pos x="4" y="16"/>
                </a:cxn>
                <a:cxn ang="0">
                  <a:pos x="8" y="16"/>
                </a:cxn>
              </a:cxnLst>
              <a:rect l="0" t="0" r="r" b="b"/>
              <a:pathLst>
                <a:path w="16" h="16">
                  <a:moveTo>
                    <a:pt x="8" y="16"/>
                  </a:moveTo>
                  <a:lnTo>
                    <a:pt x="8" y="16"/>
                  </a:lnTo>
                  <a:lnTo>
                    <a:pt x="12" y="16"/>
                  </a:lnTo>
                  <a:lnTo>
                    <a:pt x="14" y="14"/>
                  </a:lnTo>
                  <a:lnTo>
                    <a:pt x="16" y="12"/>
                  </a:lnTo>
                  <a:lnTo>
                    <a:pt x="16" y="8"/>
                  </a:lnTo>
                  <a:lnTo>
                    <a:pt x="16" y="8"/>
                  </a:lnTo>
                  <a:lnTo>
                    <a:pt x="16" y="4"/>
                  </a:lnTo>
                  <a:lnTo>
                    <a:pt x="14" y="2"/>
                  </a:lnTo>
                  <a:lnTo>
                    <a:pt x="12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12"/>
                  </a:lnTo>
                  <a:lnTo>
                    <a:pt x="2" y="14"/>
                  </a:lnTo>
                  <a:lnTo>
                    <a:pt x="4" y="16"/>
                  </a:lnTo>
                  <a:lnTo>
                    <a:pt x="8" y="16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48" name="Freeform 147"/>
            <p:cNvSpPr>
              <a:spLocks/>
            </p:cNvSpPr>
            <p:nvPr/>
          </p:nvSpPr>
          <p:spPr bwMode="auto">
            <a:xfrm>
              <a:off x="5080000" y="2203450"/>
              <a:ext cx="25400" cy="25400"/>
            </a:xfrm>
            <a:custGeom>
              <a:avLst/>
              <a:gdLst/>
              <a:ahLst/>
              <a:cxnLst>
                <a:cxn ang="0">
                  <a:pos x="8" y="16"/>
                </a:cxn>
                <a:cxn ang="0">
                  <a:pos x="8" y="16"/>
                </a:cxn>
                <a:cxn ang="0">
                  <a:pos x="12" y="16"/>
                </a:cxn>
                <a:cxn ang="0">
                  <a:pos x="14" y="14"/>
                </a:cxn>
                <a:cxn ang="0">
                  <a:pos x="16" y="12"/>
                </a:cxn>
                <a:cxn ang="0">
                  <a:pos x="16" y="8"/>
                </a:cxn>
                <a:cxn ang="0">
                  <a:pos x="16" y="8"/>
                </a:cxn>
                <a:cxn ang="0">
                  <a:pos x="16" y="4"/>
                </a:cxn>
                <a:cxn ang="0">
                  <a:pos x="14" y="2"/>
                </a:cxn>
                <a:cxn ang="0">
                  <a:pos x="12" y="0"/>
                </a:cxn>
                <a:cxn ang="0">
                  <a:pos x="8" y="0"/>
                </a:cxn>
                <a:cxn ang="0">
                  <a:pos x="8" y="0"/>
                </a:cxn>
                <a:cxn ang="0">
                  <a:pos x="4" y="0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8"/>
                </a:cxn>
                <a:cxn ang="0">
                  <a:pos x="0" y="8"/>
                </a:cxn>
                <a:cxn ang="0">
                  <a:pos x="0" y="12"/>
                </a:cxn>
                <a:cxn ang="0">
                  <a:pos x="2" y="14"/>
                </a:cxn>
                <a:cxn ang="0">
                  <a:pos x="4" y="16"/>
                </a:cxn>
                <a:cxn ang="0">
                  <a:pos x="8" y="16"/>
                </a:cxn>
              </a:cxnLst>
              <a:rect l="0" t="0" r="r" b="b"/>
              <a:pathLst>
                <a:path w="16" h="16">
                  <a:moveTo>
                    <a:pt x="8" y="16"/>
                  </a:moveTo>
                  <a:lnTo>
                    <a:pt x="8" y="16"/>
                  </a:lnTo>
                  <a:lnTo>
                    <a:pt x="12" y="16"/>
                  </a:lnTo>
                  <a:lnTo>
                    <a:pt x="14" y="14"/>
                  </a:lnTo>
                  <a:lnTo>
                    <a:pt x="16" y="12"/>
                  </a:lnTo>
                  <a:lnTo>
                    <a:pt x="16" y="8"/>
                  </a:lnTo>
                  <a:lnTo>
                    <a:pt x="16" y="8"/>
                  </a:lnTo>
                  <a:lnTo>
                    <a:pt x="16" y="4"/>
                  </a:lnTo>
                  <a:lnTo>
                    <a:pt x="14" y="2"/>
                  </a:lnTo>
                  <a:lnTo>
                    <a:pt x="12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12"/>
                  </a:lnTo>
                  <a:lnTo>
                    <a:pt x="2" y="14"/>
                  </a:lnTo>
                  <a:lnTo>
                    <a:pt x="4" y="16"/>
                  </a:lnTo>
                  <a:lnTo>
                    <a:pt x="8" y="1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49" name="Freeform 148"/>
            <p:cNvSpPr>
              <a:spLocks/>
            </p:cNvSpPr>
            <p:nvPr/>
          </p:nvSpPr>
          <p:spPr bwMode="auto">
            <a:xfrm>
              <a:off x="5080000" y="2203450"/>
              <a:ext cx="25400" cy="25400"/>
            </a:xfrm>
            <a:custGeom>
              <a:avLst/>
              <a:gdLst/>
              <a:ahLst/>
              <a:cxnLst>
                <a:cxn ang="0">
                  <a:pos x="8" y="16"/>
                </a:cxn>
                <a:cxn ang="0">
                  <a:pos x="8" y="16"/>
                </a:cxn>
                <a:cxn ang="0">
                  <a:pos x="12" y="16"/>
                </a:cxn>
                <a:cxn ang="0">
                  <a:pos x="14" y="14"/>
                </a:cxn>
                <a:cxn ang="0">
                  <a:pos x="16" y="12"/>
                </a:cxn>
                <a:cxn ang="0">
                  <a:pos x="16" y="8"/>
                </a:cxn>
                <a:cxn ang="0">
                  <a:pos x="16" y="8"/>
                </a:cxn>
                <a:cxn ang="0">
                  <a:pos x="16" y="4"/>
                </a:cxn>
                <a:cxn ang="0">
                  <a:pos x="14" y="2"/>
                </a:cxn>
                <a:cxn ang="0">
                  <a:pos x="12" y="0"/>
                </a:cxn>
                <a:cxn ang="0">
                  <a:pos x="8" y="0"/>
                </a:cxn>
                <a:cxn ang="0">
                  <a:pos x="8" y="0"/>
                </a:cxn>
                <a:cxn ang="0">
                  <a:pos x="4" y="0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8"/>
                </a:cxn>
                <a:cxn ang="0">
                  <a:pos x="0" y="8"/>
                </a:cxn>
                <a:cxn ang="0">
                  <a:pos x="0" y="12"/>
                </a:cxn>
                <a:cxn ang="0">
                  <a:pos x="2" y="14"/>
                </a:cxn>
                <a:cxn ang="0">
                  <a:pos x="4" y="16"/>
                </a:cxn>
                <a:cxn ang="0">
                  <a:pos x="8" y="16"/>
                </a:cxn>
              </a:cxnLst>
              <a:rect l="0" t="0" r="r" b="b"/>
              <a:pathLst>
                <a:path w="16" h="16">
                  <a:moveTo>
                    <a:pt x="8" y="16"/>
                  </a:moveTo>
                  <a:lnTo>
                    <a:pt x="8" y="16"/>
                  </a:lnTo>
                  <a:lnTo>
                    <a:pt x="12" y="16"/>
                  </a:lnTo>
                  <a:lnTo>
                    <a:pt x="14" y="14"/>
                  </a:lnTo>
                  <a:lnTo>
                    <a:pt x="16" y="12"/>
                  </a:lnTo>
                  <a:lnTo>
                    <a:pt x="16" y="8"/>
                  </a:lnTo>
                  <a:lnTo>
                    <a:pt x="16" y="8"/>
                  </a:lnTo>
                  <a:lnTo>
                    <a:pt x="16" y="4"/>
                  </a:lnTo>
                  <a:lnTo>
                    <a:pt x="14" y="2"/>
                  </a:lnTo>
                  <a:lnTo>
                    <a:pt x="12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12"/>
                  </a:lnTo>
                  <a:lnTo>
                    <a:pt x="2" y="14"/>
                  </a:lnTo>
                  <a:lnTo>
                    <a:pt x="4" y="16"/>
                  </a:lnTo>
                  <a:lnTo>
                    <a:pt x="8" y="16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50" name="Freeform 149"/>
            <p:cNvSpPr>
              <a:spLocks/>
            </p:cNvSpPr>
            <p:nvPr/>
          </p:nvSpPr>
          <p:spPr bwMode="auto">
            <a:xfrm>
              <a:off x="5080000" y="2127250"/>
              <a:ext cx="25400" cy="25400"/>
            </a:xfrm>
            <a:custGeom>
              <a:avLst/>
              <a:gdLst/>
              <a:ahLst/>
              <a:cxnLst>
                <a:cxn ang="0">
                  <a:pos x="8" y="16"/>
                </a:cxn>
                <a:cxn ang="0">
                  <a:pos x="8" y="16"/>
                </a:cxn>
                <a:cxn ang="0">
                  <a:pos x="12" y="16"/>
                </a:cxn>
                <a:cxn ang="0">
                  <a:pos x="14" y="14"/>
                </a:cxn>
                <a:cxn ang="0">
                  <a:pos x="16" y="12"/>
                </a:cxn>
                <a:cxn ang="0">
                  <a:pos x="16" y="8"/>
                </a:cxn>
                <a:cxn ang="0">
                  <a:pos x="16" y="8"/>
                </a:cxn>
                <a:cxn ang="0">
                  <a:pos x="16" y="4"/>
                </a:cxn>
                <a:cxn ang="0">
                  <a:pos x="14" y="2"/>
                </a:cxn>
                <a:cxn ang="0">
                  <a:pos x="12" y="0"/>
                </a:cxn>
                <a:cxn ang="0">
                  <a:pos x="8" y="0"/>
                </a:cxn>
                <a:cxn ang="0">
                  <a:pos x="8" y="0"/>
                </a:cxn>
                <a:cxn ang="0">
                  <a:pos x="4" y="0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8"/>
                </a:cxn>
                <a:cxn ang="0">
                  <a:pos x="0" y="8"/>
                </a:cxn>
                <a:cxn ang="0">
                  <a:pos x="0" y="12"/>
                </a:cxn>
                <a:cxn ang="0">
                  <a:pos x="2" y="14"/>
                </a:cxn>
                <a:cxn ang="0">
                  <a:pos x="4" y="16"/>
                </a:cxn>
                <a:cxn ang="0">
                  <a:pos x="8" y="16"/>
                </a:cxn>
              </a:cxnLst>
              <a:rect l="0" t="0" r="r" b="b"/>
              <a:pathLst>
                <a:path w="16" h="16">
                  <a:moveTo>
                    <a:pt x="8" y="16"/>
                  </a:moveTo>
                  <a:lnTo>
                    <a:pt x="8" y="16"/>
                  </a:lnTo>
                  <a:lnTo>
                    <a:pt x="12" y="16"/>
                  </a:lnTo>
                  <a:lnTo>
                    <a:pt x="14" y="14"/>
                  </a:lnTo>
                  <a:lnTo>
                    <a:pt x="16" y="12"/>
                  </a:lnTo>
                  <a:lnTo>
                    <a:pt x="16" y="8"/>
                  </a:lnTo>
                  <a:lnTo>
                    <a:pt x="16" y="8"/>
                  </a:lnTo>
                  <a:lnTo>
                    <a:pt x="16" y="4"/>
                  </a:lnTo>
                  <a:lnTo>
                    <a:pt x="14" y="2"/>
                  </a:lnTo>
                  <a:lnTo>
                    <a:pt x="12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12"/>
                  </a:lnTo>
                  <a:lnTo>
                    <a:pt x="2" y="14"/>
                  </a:lnTo>
                  <a:lnTo>
                    <a:pt x="4" y="16"/>
                  </a:lnTo>
                  <a:lnTo>
                    <a:pt x="8" y="1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51" name="Freeform 150"/>
            <p:cNvSpPr>
              <a:spLocks/>
            </p:cNvSpPr>
            <p:nvPr/>
          </p:nvSpPr>
          <p:spPr bwMode="auto">
            <a:xfrm>
              <a:off x="5080000" y="2127250"/>
              <a:ext cx="25400" cy="25400"/>
            </a:xfrm>
            <a:custGeom>
              <a:avLst/>
              <a:gdLst/>
              <a:ahLst/>
              <a:cxnLst>
                <a:cxn ang="0">
                  <a:pos x="8" y="16"/>
                </a:cxn>
                <a:cxn ang="0">
                  <a:pos x="8" y="16"/>
                </a:cxn>
                <a:cxn ang="0">
                  <a:pos x="12" y="16"/>
                </a:cxn>
                <a:cxn ang="0">
                  <a:pos x="14" y="14"/>
                </a:cxn>
                <a:cxn ang="0">
                  <a:pos x="16" y="12"/>
                </a:cxn>
                <a:cxn ang="0">
                  <a:pos x="16" y="8"/>
                </a:cxn>
                <a:cxn ang="0">
                  <a:pos x="16" y="8"/>
                </a:cxn>
                <a:cxn ang="0">
                  <a:pos x="16" y="4"/>
                </a:cxn>
                <a:cxn ang="0">
                  <a:pos x="14" y="2"/>
                </a:cxn>
                <a:cxn ang="0">
                  <a:pos x="12" y="0"/>
                </a:cxn>
                <a:cxn ang="0">
                  <a:pos x="8" y="0"/>
                </a:cxn>
                <a:cxn ang="0">
                  <a:pos x="8" y="0"/>
                </a:cxn>
                <a:cxn ang="0">
                  <a:pos x="4" y="0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8"/>
                </a:cxn>
                <a:cxn ang="0">
                  <a:pos x="0" y="8"/>
                </a:cxn>
                <a:cxn ang="0">
                  <a:pos x="0" y="12"/>
                </a:cxn>
                <a:cxn ang="0">
                  <a:pos x="2" y="14"/>
                </a:cxn>
                <a:cxn ang="0">
                  <a:pos x="4" y="16"/>
                </a:cxn>
                <a:cxn ang="0">
                  <a:pos x="8" y="16"/>
                </a:cxn>
              </a:cxnLst>
              <a:rect l="0" t="0" r="r" b="b"/>
              <a:pathLst>
                <a:path w="16" h="16">
                  <a:moveTo>
                    <a:pt x="8" y="16"/>
                  </a:moveTo>
                  <a:lnTo>
                    <a:pt x="8" y="16"/>
                  </a:lnTo>
                  <a:lnTo>
                    <a:pt x="12" y="16"/>
                  </a:lnTo>
                  <a:lnTo>
                    <a:pt x="14" y="14"/>
                  </a:lnTo>
                  <a:lnTo>
                    <a:pt x="16" y="12"/>
                  </a:lnTo>
                  <a:lnTo>
                    <a:pt x="16" y="8"/>
                  </a:lnTo>
                  <a:lnTo>
                    <a:pt x="16" y="8"/>
                  </a:lnTo>
                  <a:lnTo>
                    <a:pt x="16" y="4"/>
                  </a:lnTo>
                  <a:lnTo>
                    <a:pt x="14" y="2"/>
                  </a:lnTo>
                  <a:lnTo>
                    <a:pt x="12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12"/>
                  </a:lnTo>
                  <a:lnTo>
                    <a:pt x="2" y="14"/>
                  </a:lnTo>
                  <a:lnTo>
                    <a:pt x="4" y="16"/>
                  </a:lnTo>
                  <a:lnTo>
                    <a:pt x="8" y="16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52" name="Freeform 143"/>
            <p:cNvSpPr>
              <a:spLocks noEditPoints="1"/>
            </p:cNvSpPr>
            <p:nvPr/>
          </p:nvSpPr>
          <p:spPr bwMode="auto">
            <a:xfrm>
              <a:off x="4800600" y="1962150"/>
              <a:ext cx="355600" cy="406400"/>
            </a:xfrm>
            <a:custGeom>
              <a:avLst/>
              <a:gdLst/>
              <a:ahLst/>
              <a:cxnLst>
                <a:cxn ang="0">
                  <a:pos x="72" y="4"/>
                </a:cxn>
                <a:cxn ang="0">
                  <a:pos x="10" y="28"/>
                </a:cxn>
                <a:cxn ang="0">
                  <a:pos x="0" y="204"/>
                </a:cxn>
                <a:cxn ang="0">
                  <a:pos x="10" y="228"/>
                </a:cxn>
                <a:cxn ang="0">
                  <a:pos x="72" y="252"/>
                </a:cxn>
                <a:cxn ang="0">
                  <a:pos x="132" y="256"/>
                </a:cxn>
                <a:cxn ang="0">
                  <a:pos x="202" y="236"/>
                </a:cxn>
                <a:cxn ang="0">
                  <a:pos x="224" y="204"/>
                </a:cxn>
                <a:cxn ang="0">
                  <a:pos x="222" y="40"/>
                </a:cxn>
                <a:cxn ang="0">
                  <a:pos x="172" y="8"/>
                </a:cxn>
                <a:cxn ang="0">
                  <a:pos x="208" y="204"/>
                </a:cxn>
                <a:cxn ang="0">
                  <a:pos x="192" y="224"/>
                </a:cxn>
                <a:cxn ang="0">
                  <a:pos x="132" y="240"/>
                </a:cxn>
                <a:cxn ang="0">
                  <a:pos x="74" y="238"/>
                </a:cxn>
                <a:cxn ang="0">
                  <a:pos x="24" y="218"/>
                </a:cxn>
                <a:cxn ang="0">
                  <a:pos x="16" y="174"/>
                </a:cxn>
                <a:cxn ang="0">
                  <a:pos x="56" y="194"/>
                </a:cxn>
                <a:cxn ang="0">
                  <a:pos x="142" y="198"/>
                </a:cxn>
                <a:cxn ang="0">
                  <a:pos x="200" y="180"/>
                </a:cxn>
                <a:cxn ang="0">
                  <a:pos x="208" y="156"/>
                </a:cxn>
                <a:cxn ang="0">
                  <a:pos x="206" y="164"/>
                </a:cxn>
                <a:cxn ang="0">
                  <a:pos x="166" y="186"/>
                </a:cxn>
                <a:cxn ang="0">
                  <a:pos x="112" y="192"/>
                </a:cxn>
                <a:cxn ang="0">
                  <a:pos x="44" y="182"/>
                </a:cxn>
                <a:cxn ang="0">
                  <a:pos x="16" y="156"/>
                </a:cxn>
                <a:cxn ang="0">
                  <a:pos x="16" y="126"/>
                </a:cxn>
                <a:cxn ang="0">
                  <a:pos x="44" y="142"/>
                </a:cxn>
                <a:cxn ang="0">
                  <a:pos x="112" y="152"/>
                </a:cxn>
                <a:cxn ang="0">
                  <a:pos x="192" y="138"/>
                </a:cxn>
                <a:cxn ang="0">
                  <a:pos x="208" y="108"/>
                </a:cxn>
                <a:cxn ang="0">
                  <a:pos x="208" y="108"/>
                </a:cxn>
                <a:cxn ang="0">
                  <a:pos x="180" y="134"/>
                </a:cxn>
                <a:cxn ang="0">
                  <a:pos x="112" y="144"/>
                </a:cxn>
                <a:cxn ang="0">
                  <a:pos x="58" y="138"/>
                </a:cxn>
                <a:cxn ang="0">
                  <a:pos x="18" y="116"/>
                </a:cxn>
                <a:cxn ang="0">
                  <a:pos x="16" y="108"/>
                </a:cxn>
                <a:cxn ang="0">
                  <a:pos x="34" y="90"/>
                </a:cxn>
                <a:cxn ang="0">
                  <a:pos x="112" y="104"/>
                </a:cxn>
                <a:cxn ang="0">
                  <a:pos x="200" y="86"/>
                </a:cxn>
                <a:cxn ang="0">
                  <a:pos x="112" y="88"/>
                </a:cxn>
                <a:cxn ang="0">
                  <a:pos x="44" y="78"/>
                </a:cxn>
                <a:cxn ang="0">
                  <a:pos x="16" y="52"/>
                </a:cxn>
                <a:cxn ang="0">
                  <a:pos x="32" y="32"/>
                </a:cxn>
                <a:cxn ang="0">
                  <a:pos x="92" y="16"/>
                </a:cxn>
                <a:cxn ang="0">
                  <a:pos x="150" y="18"/>
                </a:cxn>
                <a:cxn ang="0">
                  <a:pos x="200" y="38"/>
                </a:cxn>
                <a:cxn ang="0">
                  <a:pos x="206" y="60"/>
                </a:cxn>
                <a:cxn ang="0">
                  <a:pos x="166" y="82"/>
                </a:cxn>
              </a:cxnLst>
              <a:rect l="0" t="0" r="r" b="b"/>
              <a:pathLst>
                <a:path w="224" h="256">
                  <a:moveTo>
                    <a:pt x="112" y="0"/>
                  </a:moveTo>
                  <a:lnTo>
                    <a:pt x="112" y="0"/>
                  </a:lnTo>
                  <a:lnTo>
                    <a:pt x="92" y="0"/>
                  </a:lnTo>
                  <a:lnTo>
                    <a:pt x="72" y="4"/>
                  </a:lnTo>
                  <a:lnTo>
                    <a:pt x="52" y="8"/>
                  </a:lnTo>
                  <a:lnTo>
                    <a:pt x="36" y="12"/>
                  </a:lnTo>
                  <a:lnTo>
                    <a:pt x="22" y="20"/>
                  </a:lnTo>
                  <a:lnTo>
                    <a:pt x="10" y="28"/>
                  </a:lnTo>
                  <a:lnTo>
                    <a:pt x="2" y="40"/>
                  </a:lnTo>
                  <a:lnTo>
                    <a:pt x="0" y="46"/>
                  </a:lnTo>
                  <a:lnTo>
                    <a:pt x="0" y="52"/>
                  </a:lnTo>
                  <a:lnTo>
                    <a:pt x="0" y="204"/>
                  </a:lnTo>
                  <a:lnTo>
                    <a:pt x="0" y="204"/>
                  </a:lnTo>
                  <a:lnTo>
                    <a:pt x="0" y="210"/>
                  </a:lnTo>
                  <a:lnTo>
                    <a:pt x="2" y="216"/>
                  </a:lnTo>
                  <a:lnTo>
                    <a:pt x="10" y="228"/>
                  </a:lnTo>
                  <a:lnTo>
                    <a:pt x="22" y="236"/>
                  </a:lnTo>
                  <a:lnTo>
                    <a:pt x="36" y="244"/>
                  </a:lnTo>
                  <a:lnTo>
                    <a:pt x="52" y="248"/>
                  </a:lnTo>
                  <a:lnTo>
                    <a:pt x="72" y="252"/>
                  </a:lnTo>
                  <a:lnTo>
                    <a:pt x="92" y="256"/>
                  </a:lnTo>
                  <a:lnTo>
                    <a:pt x="112" y="256"/>
                  </a:lnTo>
                  <a:lnTo>
                    <a:pt x="112" y="256"/>
                  </a:lnTo>
                  <a:lnTo>
                    <a:pt x="132" y="256"/>
                  </a:lnTo>
                  <a:lnTo>
                    <a:pt x="152" y="252"/>
                  </a:lnTo>
                  <a:lnTo>
                    <a:pt x="172" y="248"/>
                  </a:lnTo>
                  <a:lnTo>
                    <a:pt x="188" y="244"/>
                  </a:lnTo>
                  <a:lnTo>
                    <a:pt x="202" y="236"/>
                  </a:lnTo>
                  <a:lnTo>
                    <a:pt x="214" y="228"/>
                  </a:lnTo>
                  <a:lnTo>
                    <a:pt x="222" y="216"/>
                  </a:lnTo>
                  <a:lnTo>
                    <a:pt x="224" y="210"/>
                  </a:lnTo>
                  <a:lnTo>
                    <a:pt x="224" y="204"/>
                  </a:lnTo>
                  <a:lnTo>
                    <a:pt x="224" y="52"/>
                  </a:lnTo>
                  <a:lnTo>
                    <a:pt x="224" y="52"/>
                  </a:lnTo>
                  <a:lnTo>
                    <a:pt x="224" y="46"/>
                  </a:lnTo>
                  <a:lnTo>
                    <a:pt x="222" y="40"/>
                  </a:lnTo>
                  <a:lnTo>
                    <a:pt x="214" y="28"/>
                  </a:lnTo>
                  <a:lnTo>
                    <a:pt x="202" y="20"/>
                  </a:lnTo>
                  <a:lnTo>
                    <a:pt x="188" y="12"/>
                  </a:lnTo>
                  <a:lnTo>
                    <a:pt x="172" y="8"/>
                  </a:lnTo>
                  <a:lnTo>
                    <a:pt x="152" y="4"/>
                  </a:lnTo>
                  <a:lnTo>
                    <a:pt x="132" y="0"/>
                  </a:lnTo>
                  <a:lnTo>
                    <a:pt x="112" y="0"/>
                  </a:lnTo>
                  <a:close/>
                  <a:moveTo>
                    <a:pt x="208" y="204"/>
                  </a:moveTo>
                  <a:lnTo>
                    <a:pt x="208" y="204"/>
                  </a:lnTo>
                  <a:lnTo>
                    <a:pt x="206" y="212"/>
                  </a:lnTo>
                  <a:lnTo>
                    <a:pt x="200" y="218"/>
                  </a:lnTo>
                  <a:lnTo>
                    <a:pt x="192" y="224"/>
                  </a:lnTo>
                  <a:lnTo>
                    <a:pt x="180" y="230"/>
                  </a:lnTo>
                  <a:lnTo>
                    <a:pt x="166" y="234"/>
                  </a:lnTo>
                  <a:lnTo>
                    <a:pt x="150" y="238"/>
                  </a:lnTo>
                  <a:lnTo>
                    <a:pt x="132" y="240"/>
                  </a:lnTo>
                  <a:lnTo>
                    <a:pt x="112" y="240"/>
                  </a:lnTo>
                  <a:lnTo>
                    <a:pt x="112" y="240"/>
                  </a:lnTo>
                  <a:lnTo>
                    <a:pt x="92" y="240"/>
                  </a:lnTo>
                  <a:lnTo>
                    <a:pt x="74" y="238"/>
                  </a:lnTo>
                  <a:lnTo>
                    <a:pt x="58" y="234"/>
                  </a:lnTo>
                  <a:lnTo>
                    <a:pt x="44" y="230"/>
                  </a:lnTo>
                  <a:lnTo>
                    <a:pt x="32" y="224"/>
                  </a:lnTo>
                  <a:lnTo>
                    <a:pt x="24" y="218"/>
                  </a:lnTo>
                  <a:lnTo>
                    <a:pt x="18" y="212"/>
                  </a:lnTo>
                  <a:lnTo>
                    <a:pt x="16" y="204"/>
                  </a:lnTo>
                  <a:lnTo>
                    <a:pt x="16" y="174"/>
                  </a:lnTo>
                  <a:lnTo>
                    <a:pt x="16" y="174"/>
                  </a:lnTo>
                  <a:lnTo>
                    <a:pt x="24" y="180"/>
                  </a:lnTo>
                  <a:lnTo>
                    <a:pt x="32" y="186"/>
                  </a:lnTo>
                  <a:lnTo>
                    <a:pt x="44" y="190"/>
                  </a:lnTo>
                  <a:lnTo>
                    <a:pt x="56" y="194"/>
                  </a:lnTo>
                  <a:lnTo>
                    <a:pt x="82" y="198"/>
                  </a:lnTo>
                  <a:lnTo>
                    <a:pt x="112" y="200"/>
                  </a:lnTo>
                  <a:lnTo>
                    <a:pt x="112" y="200"/>
                  </a:lnTo>
                  <a:lnTo>
                    <a:pt x="142" y="198"/>
                  </a:lnTo>
                  <a:lnTo>
                    <a:pt x="168" y="194"/>
                  </a:lnTo>
                  <a:lnTo>
                    <a:pt x="180" y="190"/>
                  </a:lnTo>
                  <a:lnTo>
                    <a:pt x="192" y="186"/>
                  </a:lnTo>
                  <a:lnTo>
                    <a:pt x="200" y="180"/>
                  </a:lnTo>
                  <a:lnTo>
                    <a:pt x="208" y="174"/>
                  </a:lnTo>
                  <a:lnTo>
                    <a:pt x="208" y="204"/>
                  </a:lnTo>
                  <a:close/>
                  <a:moveTo>
                    <a:pt x="208" y="156"/>
                  </a:moveTo>
                  <a:lnTo>
                    <a:pt x="208" y="156"/>
                  </a:lnTo>
                  <a:lnTo>
                    <a:pt x="208" y="156"/>
                  </a:lnTo>
                  <a:lnTo>
                    <a:pt x="208" y="156"/>
                  </a:lnTo>
                  <a:lnTo>
                    <a:pt x="208" y="156"/>
                  </a:lnTo>
                  <a:lnTo>
                    <a:pt x="206" y="164"/>
                  </a:lnTo>
                  <a:lnTo>
                    <a:pt x="200" y="170"/>
                  </a:lnTo>
                  <a:lnTo>
                    <a:pt x="192" y="176"/>
                  </a:lnTo>
                  <a:lnTo>
                    <a:pt x="180" y="182"/>
                  </a:lnTo>
                  <a:lnTo>
                    <a:pt x="166" y="186"/>
                  </a:lnTo>
                  <a:lnTo>
                    <a:pt x="150" y="190"/>
                  </a:lnTo>
                  <a:lnTo>
                    <a:pt x="132" y="192"/>
                  </a:lnTo>
                  <a:lnTo>
                    <a:pt x="112" y="192"/>
                  </a:lnTo>
                  <a:lnTo>
                    <a:pt x="112" y="192"/>
                  </a:lnTo>
                  <a:lnTo>
                    <a:pt x="92" y="192"/>
                  </a:lnTo>
                  <a:lnTo>
                    <a:pt x="74" y="190"/>
                  </a:lnTo>
                  <a:lnTo>
                    <a:pt x="58" y="186"/>
                  </a:lnTo>
                  <a:lnTo>
                    <a:pt x="44" y="182"/>
                  </a:lnTo>
                  <a:lnTo>
                    <a:pt x="32" y="176"/>
                  </a:lnTo>
                  <a:lnTo>
                    <a:pt x="24" y="170"/>
                  </a:lnTo>
                  <a:lnTo>
                    <a:pt x="18" y="164"/>
                  </a:lnTo>
                  <a:lnTo>
                    <a:pt x="16" y="156"/>
                  </a:lnTo>
                  <a:lnTo>
                    <a:pt x="16" y="156"/>
                  </a:lnTo>
                  <a:lnTo>
                    <a:pt x="16" y="156"/>
                  </a:lnTo>
                  <a:lnTo>
                    <a:pt x="16" y="156"/>
                  </a:lnTo>
                  <a:lnTo>
                    <a:pt x="16" y="126"/>
                  </a:lnTo>
                  <a:lnTo>
                    <a:pt x="16" y="126"/>
                  </a:lnTo>
                  <a:lnTo>
                    <a:pt x="24" y="132"/>
                  </a:lnTo>
                  <a:lnTo>
                    <a:pt x="32" y="138"/>
                  </a:lnTo>
                  <a:lnTo>
                    <a:pt x="44" y="142"/>
                  </a:lnTo>
                  <a:lnTo>
                    <a:pt x="56" y="146"/>
                  </a:lnTo>
                  <a:lnTo>
                    <a:pt x="82" y="150"/>
                  </a:lnTo>
                  <a:lnTo>
                    <a:pt x="112" y="152"/>
                  </a:lnTo>
                  <a:lnTo>
                    <a:pt x="112" y="152"/>
                  </a:lnTo>
                  <a:lnTo>
                    <a:pt x="142" y="150"/>
                  </a:lnTo>
                  <a:lnTo>
                    <a:pt x="168" y="146"/>
                  </a:lnTo>
                  <a:lnTo>
                    <a:pt x="180" y="142"/>
                  </a:lnTo>
                  <a:lnTo>
                    <a:pt x="192" y="138"/>
                  </a:lnTo>
                  <a:lnTo>
                    <a:pt x="200" y="132"/>
                  </a:lnTo>
                  <a:lnTo>
                    <a:pt x="208" y="126"/>
                  </a:lnTo>
                  <a:lnTo>
                    <a:pt x="208" y="156"/>
                  </a:lnTo>
                  <a:close/>
                  <a:moveTo>
                    <a:pt x="208" y="108"/>
                  </a:moveTo>
                  <a:lnTo>
                    <a:pt x="208" y="108"/>
                  </a:lnTo>
                  <a:lnTo>
                    <a:pt x="208" y="108"/>
                  </a:lnTo>
                  <a:lnTo>
                    <a:pt x="208" y="108"/>
                  </a:lnTo>
                  <a:lnTo>
                    <a:pt x="208" y="108"/>
                  </a:lnTo>
                  <a:lnTo>
                    <a:pt x="206" y="116"/>
                  </a:lnTo>
                  <a:lnTo>
                    <a:pt x="200" y="122"/>
                  </a:lnTo>
                  <a:lnTo>
                    <a:pt x="192" y="128"/>
                  </a:lnTo>
                  <a:lnTo>
                    <a:pt x="180" y="134"/>
                  </a:lnTo>
                  <a:lnTo>
                    <a:pt x="166" y="138"/>
                  </a:lnTo>
                  <a:lnTo>
                    <a:pt x="150" y="142"/>
                  </a:lnTo>
                  <a:lnTo>
                    <a:pt x="132" y="144"/>
                  </a:lnTo>
                  <a:lnTo>
                    <a:pt x="112" y="144"/>
                  </a:lnTo>
                  <a:lnTo>
                    <a:pt x="112" y="144"/>
                  </a:lnTo>
                  <a:lnTo>
                    <a:pt x="92" y="144"/>
                  </a:lnTo>
                  <a:lnTo>
                    <a:pt x="74" y="142"/>
                  </a:lnTo>
                  <a:lnTo>
                    <a:pt x="58" y="138"/>
                  </a:lnTo>
                  <a:lnTo>
                    <a:pt x="44" y="134"/>
                  </a:lnTo>
                  <a:lnTo>
                    <a:pt x="32" y="128"/>
                  </a:lnTo>
                  <a:lnTo>
                    <a:pt x="24" y="122"/>
                  </a:lnTo>
                  <a:lnTo>
                    <a:pt x="18" y="116"/>
                  </a:lnTo>
                  <a:lnTo>
                    <a:pt x="16" y="108"/>
                  </a:lnTo>
                  <a:lnTo>
                    <a:pt x="16" y="108"/>
                  </a:lnTo>
                  <a:lnTo>
                    <a:pt x="16" y="108"/>
                  </a:lnTo>
                  <a:lnTo>
                    <a:pt x="16" y="108"/>
                  </a:lnTo>
                  <a:lnTo>
                    <a:pt x="16" y="80"/>
                  </a:lnTo>
                  <a:lnTo>
                    <a:pt x="16" y="80"/>
                  </a:lnTo>
                  <a:lnTo>
                    <a:pt x="24" y="86"/>
                  </a:lnTo>
                  <a:lnTo>
                    <a:pt x="34" y="90"/>
                  </a:lnTo>
                  <a:lnTo>
                    <a:pt x="58" y="98"/>
                  </a:lnTo>
                  <a:lnTo>
                    <a:pt x="84" y="102"/>
                  </a:lnTo>
                  <a:lnTo>
                    <a:pt x="112" y="104"/>
                  </a:lnTo>
                  <a:lnTo>
                    <a:pt x="112" y="104"/>
                  </a:lnTo>
                  <a:lnTo>
                    <a:pt x="140" y="102"/>
                  </a:lnTo>
                  <a:lnTo>
                    <a:pt x="166" y="98"/>
                  </a:lnTo>
                  <a:lnTo>
                    <a:pt x="190" y="90"/>
                  </a:lnTo>
                  <a:lnTo>
                    <a:pt x="200" y="86"/>
                  </a:lnTo>
                  <a:lnTo>
                    <a:pt x="208" y="80"/>
                  </a:lnTo>
                  <a:lnTo>
                    <a:pt x="208" y="108"/>
                  </a:lnTo>
                  <a:close/>
                  <a:moveTo>
                    <a:pt x="112" y="88"/>
                  </a:moveTo>
                  <a:lnTo>
                    <a:pt x="112" y="88"/>
                  </a:lnTo>
                  <a:lnTo>
                    <a:pt x="92" y="88"/>
                  </a:lnTo>
                  <a:lnTo>
                    <a:pt x="74" y="86"/>
                  </a:lnTo>
                  <a:lnTo>
                    <a:pt x="58" y="82"/>
                  </a:lnTo>
                  <a:lnTo>
                    <a:pt x="44" y="78"/>
                  </a:lnTo>
                  <a:lnTo>
                    <a:pt x="32" y="72"/>
                  </a:lnTo>
                  <a:lnTo>
                    <a:pt x="24" y="66"/>
                  </a:lnTo>
                  <a:lnTo>
                    <a:pt x="18" y="60"/>
                  </a:lnTo>
                  <a:lnTo>
                    <a:pt x="16" y="52"/>
                  </a:lnTo>
                  <a:lnTo>
                    <a:pt x="16" y="52"/>
                  </a:lnTo>
                  <a:lnTo>
                    <a:pt x="18" y="44"/>
                  </a:lnTo>
                  <a:lnTo>
                    <a:pt x="24" y="38"/>
                  </a:lnTo>
                  <a:lnTo>
                    <a:pt x="32" y="32"/>
                  </a:lnTo>
                  <a:lnTo>
                    <a:pt x="44" y="26"/>
                  </a:lnTo>
                  <a:lnTo>
                    <a:pt x="58" y="22"/>
                  </a:lnTo>
                  <a:lnTo>
                    <a:pt x="74" y="18"/>
                  </a:lnTo>
                  <a:lnTo>
                    <a:pt x="92" y="16"/>
                  </a:lnTo>
                  <a:lnTo>
                    <a:pt x="112" y="16"/>
                  </a:lnTo>
                  <a:lnTo>
                    <a:pt x="112" y="16"/>
                  </a:lnTo>
                  <a:lnTo>
                    <a:pt x="132" y="16"/>
                  </a:lnTo>
                  <a:lnTo>
                    <a:pt x="150" y="18"/>
                  </a:lnTo>
                  <a:lnTo>
                    <a:pt x="166" y="22"/>
                  </a:lnTo>
                  <a:lnTo>
                    <a:pt x="180" y="26"/>
                  </a:lnTo>
                  <a:lnTo>
                    <a:pt x="192" y="32"/>
                  </a:lnTo>
                  <a:lnTo>
                    <a:pt x="200" y="38"/>
                  </a:lnTo>
                  <a:lnTo>
                    <a:pt x="206" y="44"/>
                  </a:lnTo>
                  <a:lnTo>
                    <a:pt x="208" y="52"/>
                  </a:lnTo>
                  <a:lnTo>
                    <a:pt x="208" y="52"/>
                  </a:lnTo>
                  <a:lnTo>
                    <a:pt x="206" y="60"/>
                  </a:lnTo>
                  <a:lnTo>
                    <a:pt x="200" y="66"/>
                  </a:lnTo>
                  <a:lnTo>
                    <a:pt x="192" y="72"/>
                  </a:lnTo>
                  <a:lnTo>
                    <a:pt x="180" y="78"/>
                  </a:lnTo>
                  <a:lnTo>
                    <a:pt x="166" y="82"/>
                  </a:lnTo>
                  <a:lnTo>
                    <a:pt x="150" y="86"/>
                  </a:lnTo>
                  <a:lnTo>
                    <a:pt x="132" y="88"/>
                  </a:lnTo>
                  <a:lnTo>
                    <a:pt x="112" y="8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</p:grpSp>
      <p:grpSp>
        <p:nvGrpSpPr>
          <p:cNvPr id="16" name="Group 15"/>
          <p:cNvGrpSpPr/>
          <p:nvPr/>
        </p:nvGrpSpPr>
        <p:grpSpPr>
          <a:xfrm>
            <a:off x="7210243" y="3520311"/>
            <a:ext cx="465099" cy="465099"/>
            <a:chOff x="3149600" y="2774950"/>
            <a:chExt cx="406400" cy="406400"/>
          </a:xfrm>
          <a:solidFill>
            <a:schemeClr val="tx2"/>
          </a:solidFill>
        </p:grpSpPr>
        <p:sp>
          <p:nvSpPr>
            <p:cNvPr id="140" name="Freeform 110"/>
            <p:cNvSpPr>
              <a:spLocks noEditPoints="1"/>
            </p:cNvSpPr>
            <p:nvPr/>
          </p:nvSpPr>
          <p:spPr bwMode="auto">
            <a:xfrm>
              <a:off x="3327400" y="2978150"/>
              <a:ext cx="63500" cy="63500"/>
            </a:xfrm>
            <a:custGeom>
              <a:avLst/>
              <a:gdLst/>
              <a:ahLst/>
              <a:cxnLst>
                <a:cxn ang="0">
                  <a:pos x="20" y="40"/>
                </a:cxn>
                <a:cxn ang="0">
                  <a:pos x="20" y="40"/>
                </a:cxn>
                <a:cxn ang="0">
                  <a:pos x="28" y="38"/>
                </a:cxn>
                <a:cxn ang="0">
                  <a:pos x="34" y="34"/>
                </a:cxn>
                <a:cxn ang="0">
                  <a:pos x="38" y="28"/>
                </a:cxn>
                <a:cxn ang="0">
                  <a:pos x="40" y="20"/>
                </a:cxn>
                <a:cxn ang="0">
                  <a:pos x="40" y="20"/>
                </a:cxn>
                <a:cxn ang="0">
                  <a:pos x="38" y="12"/>
                </a:cxn>
                <a:cxn ang="0">
                  <a:pos x="34" y="6"/>
                </a:cxn>
                <a:cxn ang="0">
                  <a:pos x="28" y="2"/>
                </a:cxn>
                <a:cxn ang="0">
                  <a:pos x="20" y="0"/>
                </a:cxn>
                <a:cxn ang="0">
                  <a:pos x="20" y="0"/>
                </a:cxn>
                <a:cxn ang="0">
                  <a:pos x="12" y="2"/>
                </a:cxn>
                <a:cxn ang="0">
                  <a:pos x="6" y="6"/>
                </a:cxn>
                <a:cxn ang="0">
                  <a:pos x="2" y="12"/>
                </a:cxn>
                <a:cxn ang="0">
                  <a:pos x="0" y="20"/>
                </a:cxn>
                <a:cxn ang="0">
                  <a:pos x="0" y="20"/>
                </a:cxn>
                <a:cxn ang="0">
                  <a:pos x="2" y="28"/>
                </a:cxn>
                <a:cxn ang="0">
                  <a:pos x="6" y="34"/>
                </a:cxn>
                <a:cxn ang="0">
                  <a:pos x="12" y="38"/>
                </a:cxn>
                <a:cxn ang="0">
                  <a:pos x="20" y="40"/>
                </a:cxn>
                <a:cxn ang="0">
                  <a:pos x="20" y="8"/>
                </a:cxn>
                <a:cxn ang="0">
                  <a:pos x="20" y="8"/>
                </a:cxn>
                <a:cxn ang="0">
                  <a:pos x="24" y="8"/>
                </a:cxn>
                <a:cxn ang="0">
                  <a:pos x="28" y="12"/>
                </a:cxn>
                <a:cxn ang="0">
                  <a:pos x="32" y="16"/>
                </a:cxn>
                <a:cxn ang="0">
                  <a:pos x="32" y="20"/>
                </a:cxn>
                <a:cxn ang="0">
                  <a:pos x="32" y="20"/>
                </a:cxn>
                <a:cxn ang="0">
                  <a:pos x="32" y="24"/>
                </a:cxn>
                <a:cxn ang="0">
                  <a:pos x="28" y="28"/>
                </a:cxn>
                <a:cxn ang="0">
                  <a:pos x="24" y="32"/>
                </a:cxn>
                <a:cxn ang="0">
                  <a:pos x="20" y="32"/>
                </a:cxn>
                <a:cxn ang="0">
                  <a:pos x="20" y="32"/>
                </a:cxn>
                <a:cxn ang="0">
                  <a:pos x="16" y="32"/>
                </a:cxn>
                <a:cxn ang="0">
                  <a:pos x="12" y="28"/>
                </a:cxn>
                <a:cxn ang="0">
                  <a:pos x="8" y="24"/>
                </a:cxn>
                <a:cxn ang="0">
                  <a:pos x="8" y="20"/>
                </a:cxn>
                <a:cxn ang="0">
                  <a:pos x="8" y="20"/>
                </a:cxn>
                <a:cxn ang="0">
                  <a:pos x="8" y="16"/>
                </a:cxn>
                <a:cxn ang="0">
                  <a:pos x="12" y="12"/>
                </a:cxn>
                <a:cxn ang="0">
                  <a:pos x="16" y="8"/>
                </a:cxn>
                <a:cxn ang="0">
                  <a:pos x="20" y="8"/>
                </a:cxn>
              </a:cxnLst>
              <a:rect l="0" t="0" r="r" b="b"/>
              <a:pathLst>
                <a:path w="40" h="40">
                  <a:moveTo>
                    <a:pt x="20" y="40"/>
                  </a:moveTo>
                  <a:lnTo>
                    <a:pt x="20" y="40"/>
                  </a:lnTo>
                  <a:lnTo>
                    <a:pt x="28" y="38"/>
                  </a:lnTo>
                  <a:lnTo>
                    <a:pt x="34" y="34"/>
                  </a:lnTo>
                  <a:lnTo>
                    <a:pt x="38" y="28"/>
                  </a:lnTo>
                  <a:lnTo>
                    <a:pt x="40" y="20"/>
                  </a:lnTo>
                  <a:lnTo>
                    <a:pt x="40" y="20"/>
                  </a:lnTo>
                  <a:lnTo>
                    <a:pt x="38" y="12"/>
                  </a:lnTo>
                  <a:lnTo>
                    <a:pt x="34" y="6"/>
                  </a:lnTo>
                  <a:lnTo>
                    <a:pt x="28" y="2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12" y="2"/>
                  </a:lnTo>
                  <a:lnTo>
                    <a:pt x="6" y="6"/>
                  </a:lnTo>
                  <a:lnTo>
                    <a:pt x="2" y="12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2" y="28"/>
                  </a:lnTo>
                  <a:lnTo>
                    <a:pt x="6" y="34"/>
                  </a:lnTo>
                  <a:lnTo>
                    <a:pt x="12" y="38"/>
                  </a:lnTo>
                  <a:lnTo>
                    <a:pt x="20" y="40"/>
                  </a:lnTo>
                  <a:close/>
                  <a:moveTo>
                    <a:pt x="20" y="8"/>
                  </a:moveTo>
                  <a:lnTo>
                    <a:pt x="20" y="8"/>
                  </a:lnTo>
                  <a:lnTo>
                    <a:pt x="24" y="8"/>
                  </a:lnTo>
                  <a:lnTo>
                    <a:pt x="28" y="12"/>
                  </a:lnTo>
                  <a:lnTo>
                    <a:pt x="32" y="16"/>
                  </a:lnTo>
                  <a:lnTo>
                    <a:pt x="32" y="20"/>
                  </a:lnTo>
                  <a:lnTo>
                    <a:pt x="32" y="20"/>
                  </a:lnTo>
                  <a:lnTo>
                    <a:pt x="32" y="24"/>
                  </a:lnTo>
                  <a:lnTo>
                    <a:pt x="28" y="28"/>
                  </a:lnTo>
                  <a:lnTo>
                    <a:pt x="24" y="32"/>
                  </a:lnTo>
                  <a:lnTo>
                    <a:pt x="20" y="32"/>
                  </a:lnTo>
                  <a:lnTo>
                    <a:pt x="20" y="32"/>
                  </a:lnTo>
                  <a:lnTo>
                    <a:pt x="16" y="32"/>
                  </a:lnTo>
                  <a:lnTo>
                    <a:pt x="12" y="28"/>
                  </a:lnTo>
                  <a:lnTo>
                    <a:pt x="8" y="24"/>
                  </a:lnTo>
                  <a:lnTo>
                    <a:pt x="8" y="20"/>
                  </a:lnTo>
                  <a:lnTo>
                    <a:pt x="8" y="20"/>
                  </a:lnTo>
                  <a:lnTo>
                    <a:pt x="8" y="16"/>
                  </a:lnTo>
                  <a:lnTo>
                    <a:pt x="12" y="12"/>
                  </a:lnTo>
                  <a:lnTo>
                    <a:pt x="16" y="8"/>
                  </a:lnTo>
                  <a:lnTo>
                    <a:pt x="20" y="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41" name="Freeform 113"/>
            <p:cNvSpPr>
              <a:spLocks noEditPoints="1"/>
            </p:cNvSpPr>
            <p:nvPr/>
          </p:nvSpPr>
          <p:spPr bwMode="auto">
            <a:xfrm>
              <a:off x="3492500" y="2774950"/>
              <a:ext cx="63500" cy="63500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20" y="0"/>
                </a:cxn>
                <a:cxn ang="0">
                  <a:pos x="12" y="2"/>
                </a:cxn>
                <a:cxn ang="0">
                  <a:pos x="6" y="6"/>
                </a:cxn>
                <a:cxn ang="0">
                  <a:pos x="2" y="12"/>
                </a:cxn>
                <a:cxn ang="0">
                  <a:pos x="0" y="20"/>
                </a:cxn>
                <a:cxn ang="0">
                  <a:pos x="0" y="20"/>
                </a:cxn>
                <a:cxn ang="0">
                  <a:pos x="2" y="28"/>
                </a:cxn>
                <a:cxn ang="0">
                  <a:pos x="6" y="34"/>
                </a:cxn>
                <a:cxn ang="0">
                  <a:pos x="12" y="38"/>
                </a:cxn>
                <a:cxn ang="0">
                  <a:pos x="20" y="40"/>
                </a:cxn>
                <a:cxn ang="0">
                  <a:pos x="20" y="40"/>
                </a:cxn>
                <a:cxn ang="0">
                  <a:pos x="28" y="38"/>
                </a:cxn>
                <a:cxn ang="0">
                  <a:pos x="34" y="34"/>
                </a:cxn>
                <a:cxn ang="0">
                  <a:pos x="38" y="28"/>
                </a:cxn>
                <a:cxn ang="0">
                  <a:pos x="40" y="20"/>
                </a:cxn>
                <a:cxn ang="0">
                  <a:pos x="40" y="20"/>
                </a:cxn>
                <a:cxn ang="0">
                  <a:pos x="38" y="12"/>
                </a:cxn>
                <a:cxn ang="0">
                  <a:pos x="34" y="6"/>
                </a:cxn>
                <a:cxn ang="0">
                  <a:pos x="28" y="2"/>
                </a:cxn>
                <a:cxn ang="0">
                  <a:pos x="20" y="0"/>
                </a:cxn>
                <a:cxn ang="0">
                  <a:pos x="20" y="32"/>
                </a:cxn>
                <a:cxn ang="0">
                  <a:pos x="20" y="32"/>
                </a:cxn>
                <a:cxn ang="0">
                  <a:pos x="16" y="32"/>
                </a:cxn>
                <a:cxn ang="0">
                  <a:pos x="12" y="28"/>
                </a:cxn>
                <a:cxn ang="0">
                  <a:pos x="8" y="24"/>
                </a:cxn>
                <a:cxn ang="0">
                  <a:pos x="8" y="20"/>
                </a:cxn>
                <a:cxn ang="0">
                  <a:pos x="8" y="20"/>
                </a:cxn>
                <a:cxn ang="0">
                  <a:pos x="8" y="16"/>
                </a:cxn>
                <a:cxn ang="0">
                  <a:pos x="12" y="12"/>
                </a:cxn>
                <a:cxn ang="0">
                  <a:pos x="16" y="8"/>
                </a:cxn>
                <a:cxn ang="0">
                  <a:pos x="20" y="8"/>
                </a:cxn>
                <a:cxn ang="0">
                  <a:pos x="20" y="8"/>
                </a:cxn>
                <a:cxn ang="0">
                  <a:pos x="24" y="8"/>
                </a:cxn>
                <a:cxn ang="0">
                  <a:pos x="28" y="12"/>
                </a:cxn>
                <a:cxn ang="0">
                  <a:pos x="32" y="16"/>
                </a:cxn>
                <a:cxn ang="0">
                  <a:pos x="32" y="20"/>
                </a:cxn>
                <a:cxn ang="0">
                  <a:pos x="32" y="20"/>
                </a:cxn>
                <a:cxn ang="0">
                  <a:pos x="32" y="24"/>
                </a:cxn>
                <a:cxn ang="0">
                  <a:pos x="28" y="28"/>
                </a:cxn>
                <a:cxn ang="0">
                  <a:pos x="24" y="32"/>
                </a:cxn>
                <a:cxn ang="0">
                  <a:pos x="20" y="32"/>
                </a:cxn>
              </a:cxnLst>
              <a:rect l="0" t="0" r="r" b="b"/>
              <a:pathLst>
                <a:path w="40" h="40">
                  <a:moveTo>
                    <a:pt x="20" y="0"/>
                  </a:moveTo>
                  <a:lnTo>
                    <a:pt x="20" y="0"/>
                  </a:lnTo>
                  <a:lnTo>
                    <a:pt x="12" y="2"/>
                  </a:lnTo>
                  <a:lnTo>
                    <a:pt x="6" y="6"/>
                  </a:lnTo>
                  <a:lnTo>
                    <a:pt x="2" y="12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2" y="28"/>
                  </a:lnTo>
                  <a:lnTo>
                    <a:pt x="6" y="34"/>
                  </a:lnTo>
                  <a:lnTo>
                    <a:pt x="12" y="38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8" y="38"/>
                  </a:lnTo>
                  <a:lnTo>
                    <a:pt x="34" y="34"/>
                  </a:lnTo>
                  <a:lnTo>
                    <a:pt x="38" y="28"/>
                  </a:lnTo>
                  <a:lnTo>
                    <a:pt x="40" y="20"/>
                  </a:lnTo>
                  <a:lnTo>
                    <a:pt x="40" y="20"/>
                  </a:lnTo>
                  <a:lnTo>
                    <a:pt x="38" y="12"/>
                  </a:lnTo>
                  <a:lnTo>
                    <a:pt x="34" y="6"/>
                  </a:lnTo>
                  <a:lnTo>
                    <a:pt x="28" y="2"/>
                  </a:lnTo>
                  <a:lnTo>
                    <a:pt x="20" y="0"/>
                  </a:lnTo>
                  <a:close/>
                  <a:moveTo>
                    <a:pt x="20" y="32"/>
                  </a:moveTo>
                  <a:lnTo>
                    <a:pt x="20" y="32"/>
                  </a:lnTo>
                  <a:lnTo>
                    <a:pt x="16" y="32"/>
                  </a:lnTo>
                  <a:lnTo>
                    <a:pt x="12" y="28"/>
                  </a:lnTo>
                  <a:lnTo>
                    <a:pt x="8" y="24"/>
                  </a:lnTo>
                  <a:lnTo>
                    <a:pt x="8" y="20"/>
                  </a:lnTo>
                  <a:lnTo>
                    <a:pt x="8" y="20"/>
                  </a:lnTo>
                  <a:lnTo>
                    <a:pt x="8" y="16"/>
                  </a:lnTo>
                  <a:lnTo>
                    <a:pt x="12" y="12"/>
                  </a:lnTo>
                  <a:lnTo>
                    <a:pt x="16" y="8"/>
                  </a:lnTo>
                  <a:lnTo>
                    <a:pt x="20" y="8"/>
                  </a:lnTo>
                  <a:lnTo>
                    <a:pt x="20" y="8"/>
                  </a:lnTo>
                  <a:lnTo>
                    <a:pt x="24" y="8"/>
                  </a:lnTo>
                  <a:lnTo>
                    <a:pt x="28" y="12"/>
                  </a:lnTo>
                  <a:lnTo>
                    <a:pt x="32" y="16"/>
                  </a:lnTo>
                  <a:lnTo>
                    <a:pt x="32" y="20"/>
                  </a:lnTo>
                  <a:lnTo>
                    <a:pt x="32" y="20"/>
                  </a:lnTo>
                  <a:lnTo>
                    <a:pt x="32" y="24"/>
                  </a:lnTo>
                  <a:lnTo>
                    <a:pt x="28" y="28"/>
                  </a:lnTo>
                  <a:lnTo>
                    <a:pt x="24" y="32"/>
                  </a:lnTo>
                  <a:lnTo>
                    <a:pt x="20" y="3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42" name="Freeform 116"/>
            <p:cNvSpPr>
              <a:spLocks noEditPoints="1"/>
            </p:cNvSpPr>
            <p:nvPr/>
          </p:nvSpPr>
          <p:spPr bwMode="auto">
            <a:xfrm>
              <a:off x="3251200" y="2965450"/>
              <a:ext cx="50800" cy="50800"/>
            </a:xfrm>
            <a:custGeom>
              <a:avLst/>
              <a:gdLst/>
              <a:ahLst/>
              <a:cxnLst>
                <a:cxn ang="0">
                  <a:pos x="0" y="16"/>
                </a:cxn>
                <a:cxn ang="0">
                  <a:pos x="0" y="16"/>
                </a:cxn>
                <a:cxn ang="0">
                  <a:pos x="2" y="22"/>
                </a:cxn>
                <a:cxn ang="0">
                  <a:pos x="4" y="28"/>
                </a:cxn>
                <a:cxn ang="0">
                  <a:pos x="10" y="30"/>
                </a:cxn>
                <a:cxn ang="0">
                  <a:pos x="16" y="32"/>
                </a:cxn>
                <a:cxn ang="0">
                  <a:pos x="16" y="32"/>
                </a:cxn>
                <a:cxn ang="0">
                  <a:pos x="22" y="30"/>
                </a:cxn>
                <a:cxn ang="0">
                  <a:pos x="28" y="28"/>
                </a:cxn>
                <a:cxn ang="0">
                  <a:pos x="30" y="22"/>
                </a:cxn>
                <a:cxn ang="0">
                  <a:pos x="32" y="16"/>
                </a:cxn>
                <a:cxn ang="0">
                  <a:pos x="32" y="16"/>
                </a:cxn>
                <a:cxn ang="0">
                  <a:pos x="30" y="10"/>
                </a:cxn>
                <a:cxn ang="0">
                  <a:pos x="28" y="4"/>
                </a:cxn>
                <a:cxn ang="0">
                  <a:pos x="22" y="2"/>
                </a:cxn>
                <a:cxn ang="0">
                  <a:pos x="16" y="0"/>
                </a:cxn>
                <a:cxn ang="0">
                  <a:pos x="16" y="0"/>
                </a:cxn>
                <a:cxn ang="0">
                  <a:pos x="10" y="2"/>
                </a:cxn>
                <a:cxn ang="0">
                  <a:pos x="4" y="4"/>
                </a:cxn>
                <a:cxn ang="0">
                  <a:pos x="2" y="10"/>
                </a:cxn>
                <a:cxn ang="0">
                  <a:pos x="0" y="16"/>
                </a:cxn>
                <a:cxn ang="0">
                  <a:pos x="16" y="8"/>
                </a:cxn>
                <a:cxn ang="0">
                  <a:pos x="16" y="8"/>
                </a:cxn>
                <a:cxn ang="0">
                  <a:pos x="20" y="8"/>
                </a:cxn>
                <a:cxn ang="0">
                  <a:pos x="22" y="10"/>
                </a:cxn>
                <a:cxn ang="0">
                  <a:pos x="24" y="12"/>
                </a:cxn>
                <a:cxn ang="0">
                  <a:pos x="24" y="16"/>
                </a:cxn>
                <a:cxn ang="0">
                  <a:pos x="24" y="16"/>
                </a:cxn>
                <a:cxn ang="0">
                  <a:pos x="24" y="20"/>
                </a:cxn>
                <a:cxn ang="0">
                  <a:pos x="22" y="22"/>
                </a:cxn>
                <a:cxn ang="0">
                  <a:pos x="20" y="24"/>
                </a:cxn>
                <a:cxn ang="0">
                  <a:pos x="16" y="24"/>
                </a:cxn>
                <a:cxn ang="0">
                  <a:pos x="16" y="24"/>
                </a:cxn>
                <a:cxn ang="0">
                  <a:pos x="12" y="24"/>
                </a:cxn>
                <a:cxn ang="0">
                  <a:pos x="10" y="22"/>
                </a:cxn>
                <a:cxn ang="0">
                  <a:pos x="8" y="20"/>
                </a:cxn>
                <a:cxn ang="0">
                  <a:pos x="8" y="16"/>
                </a:cxn>
                <a:cxn ang="0">
                  <a:pos x="8" y="16"/>
                </a:cxn>
                <a:cxn ang="0">
                  <a:pos x="8" y="12"/>
                </a:cxn>
                <a:cxn ang="0">
                  <a:pos x="10" y="10"/>
                </a:cxn>
                <a:cxn ang="0">
                  <a:pos x="12" y="8"/>
                </a:cxn>
                <a:cxn ang="0">
                  <a:pos x="16" y="8"/>
                </a:cxn>
              </a:cxnLst>
              <a:rect l="0" t="0" r="r" b="b"/>
              <a:pathLst>
                <a:path w="32" h="32">
                  <a:moveTo>
                    <a:pt x="0" y="16"/>
                  </a:moveTo>
                  <a:lnTo>
                    <a:pt x="0" y="16"/>
                  </a:lnTo>
                  <a:lnTo>
                    <a:pt x="2" y="22"/>
                  </a:lnTo>
                  <a:lnTo>
                    <a:pt x="4" y="28"/>
                  </a:lnTo>
                  <a:lnTo>
                    <a:pt x="10" y="30"/>
                  </a:lnTo>
                  <a:lnTo>
                    <a:pt x="16" y="32"/>
                  </a:lnTo>
                  <a:lnTo>
                    <a:pt x="16" y="32"/>
                  </a:lnTo>
                  <a:lnTo>
                    <a:pt x="22" y="30"/>
                  </a:lnTo>
                  <a:lnTo>
                    <a:pt x="28" y="28"/>
                  </a:lnTo>
                  <a:lnTo>
                    <a:pt x="30" y="22"/>
                  </a:lnTo>
                  <a:lnTo>
                    <a:pt x="32" y="16"/>
                  </a:lnTo>
                  <a:lnTo>
                    <a:pt x="32" y="16"/>
                  </a:lnTo>
                  <a:lnTo>
                    <a:pt x="30" y="10"/>
                  </a:lnTo>
                  <a:lnTo>
                    <a:pt x="28" y="4"/>
                  </a:lnTo>
                  <a:lnTo>
                    <a:pt x="22" y="2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0" y="2"/>
                  </a:lnTo>
                  <a:lnTo>
                    <a:pt x="4" y="4"/>
                  </a:lnTo>
                  <a:lnTo>
                    <a:pt x="2" y="10"/>
                  </a:lnTo>
                  <a:lnTo>
                    <a:pt x="0" y="16"/>
                  </a:lnTo>
                  <a:close/>
                  <a:moveTo>
                    <a:pt x="16" y="8"/>
                  </a:moveTo>
                  <a:lnTo>
                    <a:pt x="16" y="8"/>
                  </a:lnTo>
                  <a:lnTo>
                    <a:pt x="20" y="8"/>
                  </a:lnTo>
                  <a:lnTo>
                    <a:pt x="22" y="10"/>
                  </a:lnTo>
                  <a:lnTo>
                    <a:pt x="24" y="12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4" y="20"/>
                  </a:lnTo>
                  <a:lnTo>
                    <a:pt x="22" y="22"/>
                  </a:lnTo>
                  <a:lnTo>
                    <a:pt x="20" y="24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2" y="24"/>
                  </a:lnTo>
                  <a:lnTo>
                    <a:pt x="10" y="22"/>
                  </a:lnTo>
                  <a:lnTo>
                    <a:pt x="8" y="20"/>
                  </a:lnTo>
                  <a:lnTo>
                    <a:pt x="8" y="16"/>
                  </a:lnTo>
                  <a:lnTo>
                    <a:pt x="8" y="16"/>
                  </a:lnTo>
                  <a:lnTo>
                    <a:pt x="8" y="12"/>
                  </a:lnTo>
                  <a:lnTo>
                    <a:pt x="10" y="10"/>
                  </a:lnTo>
                  <a:lnTo>
                    <a:pt x="12" y="8"/>
                  </a:lnTo>
                  <a:lnTo>
                    <a:pt x="16" y="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43" name="Freeform 119"/>
            <p:cNvSpPr>
              <a:spLocks/>
            </p:cNvSpPr>
            <p:nvPr/>
          </p:nvSpPr>
          <p:spPr bwMode="auto">
            <a:xfrm>
              <a:off x="3302000" y="3054350"/>
              <a:ext cx="25400" cy="25400"/>
            </a:xfrm>
            <a:custGeom>
              <a:avLst/>
              <a:gdLst/>
              <a:ahLst/>
              <a:cxnLst>
                <a:cxn ang="0">
                  <a:pos x="8" y="16"/>
                </a:cxn>
                <a:cxn ang="0">
                  <a:pos x="8" y="16"/>
                </a:cxn>
                <a:cxn ang="0">
                  <a:pos x="12" y="16"/>
                </a:cxn>
                <a:cxn ang="0">
                  <a:pos x="14" y="14"/>
                </a:cxn>
                <a:cxn ang="0">
                  <a:pos x="16" y="12"/>
                </a:cxn>
                <a:cxn ang="0">
                  <a:pos x="16" y="8"/>
                </a:cxn>
                <a:cxn ang="0">
                  <a:pos x="16" y="8"/>
                </a:cxn>
                <a:cxn ang="0">
                  <a:pos x="16" y="4"/>
                </a:cxn>
                <a:cxn ang="0">
                  <a:pos x="14" y="2"/>
                </a:cxn>
                <a:cxn ang="0">
                  <a:pos x="12" y="0"/>
                </a:cxn>
                <a:cxn ang="0">
                  <a:pos x="8" y="0"/>
                </a:cxn>
                <a:cxn ang="0">
                  <a:pos x="8" y="0"/>
                </a:cxn>
                <a:cxn ang="0">
                  <a:pos x="4" y="0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8"/>
                </a:cxn>
                <a:cxn ang="0">
                  <a:pos x="0" y="8"/>
                </a:cxn>
                <a:cxn ang="0">
                  <a:pos x="0" y="12"/>
                </a:cxn>
                <a:cxn ang="0">
                  <a:pos x="2" y="14"/>
                </a:cxn>
                <a:cxn ang="0">
                  <a:pos x="4" y="16"/>
                </a:cxn>
                <a:cxn ang="0">
                  <a:pos x="8" y="16"/>
                </a:cxn>
              </a:cxnLst>
              <a:rect l="0" t="0" r="r" b="b"/>
              <a:pathLst>
                <a:path w="16" h="16">
                  <a:moveTo>
                    <a:pt x="8" y="16"/>
                  </a:moveTo>
                  <a:lnTo>
                    <a:pt x="8" y="16"/>
                  </a:lnTo>
                  <a:lnTo>
                    <a:pt x="12" y="16"/>
                  </a:lnTo>
                  <a:lnTo>
                    <a:pt x="14" y="14"/>
                  </a:lnTo>
                  <a:lnTo>
                    <a:pt x="16" y="12"/>
                  </a:lnTo>
                  <a:lnTo>
                    <a:pt x="16" y="8"/>
                  </a:lnTo>
                  <a:lnTo>
                    <a:pt x="16" y="8"/>
                  </a:lnTo>
                  <a:lnTo>
                    <a:pt x="16" y="4"/>
                  </a:lnTo>
                  <a:lnTo>
                    <a:pt x="14" y="2"/>
                  </a:lnTo>
                  <a:lnTo>
                    <a:pt x="12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12"/>
                  </a:lnTo>
                  <a:lnTo>
                    <a:pt x="2" y="14"/>
                  </a:lnTo>
                  <a:lnTo>
                    <a:pt x="4" y="16"/>
                  </a:lnTo>
                  <a:lnTo>
                    <a:pt x="8" y="1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44" name="Freeform 121"/>
            <p:cNvSpPr>
              <a:spLocks/>
            </p:cNvSpPr>
            <p:nvPr/>
          </p:nvSpPr>
          <p:spPr bwMode="auto">
            <a:xfrm>
              <a:off x="3505200" y="2863850"/>
              <a:ext cx="25400" cy="25400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8" y="0"/>
                </a:cxn>
                <a:cxn ang="0">
                  <a:pos x="4" y="0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8"/>
                </a:cxn>
                <a:cxn ang="0">
                  <a:pos x="0" y="8"/>
                </a:cxn>
                <a:cxn ang="0">
                  <a:pos x="0" y="12"/>
                </a:cxn>
                <a:cxn ang="0">
                  <a:pos x="2" y="14"/>
                </a:cxn>
                <a:cxn ang="0">
                  <a:pos x="4" y="16"/>
                </a:cxn>
                <a:cxn ang="0">
                  <a:pos x="8" y="16"/>
                </a:cxn>
                <a:cxn ang="0">
                  <a:pos x="8" y="16"/>
                </a:cxn>
                <a:cxn ang="0">
                  <a:pos x="12" y="16"/>
                </a:cxn>
                <a:cxn ang="0">
                  <a:pos x="14" y="14"/>
                </a:cxn>
                <a:cxn ang="0">
                  <a:pos x="16" y="12"/>
                </a:cxn>
                <a:cxn ang="0">
                  <a:pos x="16" y="8"/>
                </a:cxn>
                <a:cxn ang="0">
                  <a:pos x="16" y="8"/>
                </a:cxn>
                <a:cxn ang="0">
                  <a:pos x="16" y="4"/>
                </a:cxn>
                <a:cxn ang="0">
                  <a:pos x="14" y="2"/>
                </a:cxn>
                <a:cxn ang="0">
                  <a:pos x="12" y="0"/>
                </a:cxn>
                <a:cxn ang="0">
                  <a:pos x="8" y="0"/>
                </a:cxn>
              </a:cxnLst>
              <a:rect l="0" t="0" r="r" b="b"/>
              <a:pathLst>
                <a:path w="16" h="16">
                  <a:moveTo>
                    <a:pt x="8" y="0"/>
                  </a:moveTo>
                  <a:lnTo>
                    <a:pt x="8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12"/>
                  </a:lnTo>
                  <a:lnTo>
                    <a:pt x="2" y="14"/>
                  </a:lnTo>
                  <a:lnTo>
                    <a:pt x="4" y="16"/>
                  </a:lnTo>
                  <a:lnTo>
                    <a:pt x="8" y="16"/>
                  </a:lnTo>
                  <a:lnTo>
                    <a:pt x="8" y="16"/>
                  </a:lnTo>
                  <a:lnTo>
                    <a:pt x="12" y="16"/>
                  </a:lnTo>
                  <a:lnTo>
                    <a:pt x="14" y="14"/>
                  </a:lnTo>
                  <a:lnTo>
                    <a:pt x="16" y="12"/>
                  </a:lnTo>
                  <a:lnTo>
                    <a:pt x="16" y="8"/>
                  </a:lnTo>
                  <a:lnTo>
                    <a:pt x="16" y="8"/>
                  </a:lnTo>
                  <a:lnTo>
                    <a:pt x="16" y="4"/>
                  </a:lnTo>
                  <a:lnTo>
                    <a:pt x="14" y="2"/>
                  </a:lnTo>
                  <a:lnTo>
                    <a:pt x="12" y="0"/>
                  </a:lnTo>
                  <a:lnTo>
                    <a:pt x="8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45" name="Freeform 106"/>
            <p:cNvSpPr>
              <a:spLocks noEditPoints="1"/>
            </p:cNvSpPr>
            <p:nvPr/>
          </p:nvSpPr>
          <p:spPr bwMode="auto">
            <a:xfrm>
              <a:off x="3149600" y="2813050"/>
              <a:ext cx="371475" cy="368300"/>
            </a:xfrm>
            <a:custGeom>
              <a:avLst/>
              <a:gdLst/>
              <a:ahLst/>
              <a:cxnLst>
                <a:cxn ang="0">
                  <a:pos x="166" y="6"/>
                </a:cxn>
                <a:cxn ang="0">
                  <a:pos x="152" y="0"/>
                </a:cxn>
                <a:cxn ang="0">
                  <a:pos x="144" y="2"/>
                </a:cxn>
                <a:cxn ang="0">
                  <a:pos x="126" y="18"/>
                </a:cxn>
                <a:cxn ang="0">
                  <a:pos x="122" y="24"/>
                </a:cxn>
                <a:cxn ang="0">
                  <a:pos x="120" y="32"/>
                </a:cxn>
                <a:cxn ang="0">
                  <a:pos x="122" y="42"/>
                </a:cxn>
                <a:cxn ang="0">
                  <a:pos x="14" y="86"/>
                </a:cxn>
                <a:cxn ang="0">
                  <a:pos x="6" y="92"/>
                </a:cxn>
                <a:cxn ang="0">
                  <a:pos x="0" y="102"/>
                </a:cxn>
                <a:cxn ang="0">
                  <a:pos x="0" y="108"/>
                </a:cxn>
                <a:cxn ang="0">
                  <a:pos x="4" y="120"/>
                </a:cxn>
                <a:cxn ang="0">
                  <a:pos x="108" y="224"/>
                </a:cxn>
                <a:cxn ang="0">
                  <a:pos x="116" y="230"/>
                </a:cxn>
                <a:cxn ang="0">
                  <a:pos x="126" y="232"/>
                </a:cxn>
                <a:cxn ang="0">
                  <a:pos x="126" y="232"/>
                </a:cxn>
                <a:cxn ang="0">
                  <a:pos x="130" y="232"/>
                </a:cxn>
                <a:cxn ang="0">
                  <a:pos x="142" y="226"/>
                </a:cxn>
                <a:cxn ang="0">
                  <a:pos x="148" y="216"/>
                </a:cxn>
                <a:cxn ang="0">
                  <a:pos x="190" y="110"/>
                </a:cxn>
                <a:cxn ang="0">
                  <a:pos x="202" y="114"/>
                </a:cxn>
                <a:cxn ang="0">
                  <a:pos x="210" y="112"/>
                </a:cxn>
                <a:cxn ang="0">
                  <a:pos x="228" y="96"/>
                </a:cxn>
                <a:cxn ang="0">
                  <a:pos x="232" y="90"/>
                </a:cxn>
                <a:cxn ang="0">
                  <a:pos x="234" y="82"/>
                </a:cxn>
                <a:cxn ang="0">
                  <a:pos x="228" y="68"/>
                </a:cxn>
                <a:cxn ang="0">
                  <a:pos x="134" y="210"/>
                </a:cxn>
                <a:cxn ang="0">
                  <a:pos x="130" y="214"/>
                </a:cxn>
                <a:cxn ang="0">
                  <a:pos x="128" y="216"/>
                </a:cxn>
                <a:cxn ang="0">
                  <a:pos x="126" y="216"/>
                </a:cxn>
                <a:cxn ang="0">
                  <a:pos x="18" y="112"/>
                </a:cxn>
                <a:cxn ang="0">
                  <a:pos x="16" y="110"/>
                </a:cxn>
                <a:cxn ang="0">
                  <a:pos x="16" y="106"/>
                </a:cxn>
                <a:cxn ang="0">
                  <a:pos x="20" y="100"/>
                </a:cxn>
                <a:cxn ang="0">
                  <a:pos x="70" y="80"/>
                </a:cxn>
                <a:cxn ang="0">
                  <a:pos x="96" y="86"/>
                </a:cxn>
                <a:cxn ang="0">
                  <a:pos x="134" y="92"/>
                </a:cxn>
                <a:cxn ang="0">
                  <a:pos x="158" y="104"/>
                </a:cxn>
                <a:cxn ang="0">
                  <a:pos x="134" y="210"/>
                </a:cxn>
                <a:cxn ang="0">
                  <a:pos x="204" y="96"/>
                </a:cxn>
                <a:cxn ang="0">
                  <a:pos x="202" y="98"/>
                </a:cxn>
                <a:cxn ang="0">
                  <a:pos x="184" y="82"/>
                </a:cxn>
                <a:cxn ang="0">
                  <a:pos x="174" y="108"/>
                </a:cxn>
                <a:cxn ang="0">
                  <a:pos x="166" y="100"/>
                </a:cxn>
                <a:cxn ang="0">
                  <a:pos x="138" y="86"/>
                </a:cxn>
                <a:cxn ang="0">
                  <a:pos x="104" y="78"/>
                </a:cxn>
                <a:cxn ang="0">
                  <a:pos x="82" y="76"/>
                </a:cxn>
                <a:cxn ang="0">
                  <a:pos x="138" y="34"/>
                </a:cxn>
                <a:cxn ang="0">
                  <a:pos x="136" y="32"/>
                </a:cxn>
                <a:cxn ang="0">
                  <a:pos x="148" y="18"/>
                </a:cxn>
                <a:cxn ang="0">
                  <a:pos x="152" y="16"/>
                </a:cxn>
                <a:cxn ang="0">
                  <a:pos x="216" y="78"/>
                </a:cxn>
                <a:cxn ang="0">
                  <a:pos x="218" y="82"/>
                </a:cxn>
              </a:cxnLst>
              <a:rect l="0" t="0" r="r" b="b"/>
              <a:pathLst>
                <a:path w="234" h="232">
                  <a:moveTo>
                    <a:pt x="166" y="6"/>
                  </a:moveTo>
                  <a:lnTo>
                    <a:pt x="166" y="6"/>
                  </a:lnTo>
                  <a:lnTo>
                    <a:pt x="158" y="2"/>
                  </a:lnTo>
                  <a:lnTo>
                    <a:pt x="152" y="0"/>
                  </a:lnTo>
                  <a:lnTo>
                    <a:pt x="152" y="0"/>
                  </a:lnTo>
                  <a:lnTo>
                    <a:pt x="144" y="2"/>
                  </a:lnTo>
                  <a:lnTo>
                    <a:pt x="138" y="6"/>
                  </a:lnTo>
                  <a:lnTo>
                    <a:pt x="126" y="18"/>
                  </a:lnTo>
                  <a:lnTo>
                    <a:pt x="126" y="18"/>
                  </a:lnTo>
                  <a:lnTo>
                    <a:pt x="122" y="24"/>
                  </a:lnTo>
                  <a:lnTo>
                    <a:pt x="120" y="32"/>
                  </a:lnTo>
                  <a:lnTo>
                    <a:pt x="120" y="32"/>
                  </a:lnTo>
                  <a:lnTo>
                    <a:pt x="120" y="36"/>
                  </a:lnTo>
                  <a:lnTo>
                    <a:pt x="122" y="42"/>
                  </a:lnTo>
                  <a:lnTo>
                    <a:pt x="14" y="86"/>
                  </a:lnTo>
                  <a:lnTo>
                    <a:pt x="14" y="86"/>
                  </a:lnTo>
                  <a:lnTo>
                    <a:pt x="10" y="88"/>
                  </a:lnTo>
                  <a:lnTo>
                    <a:pt x="6" y="92"/>
                  </a:lnTo>
                  <a:lnTo>
                    <a:pt x="2" y="98"/>
                  </a:lnTo>
                  <a:lnTo>
                    <a:pt x="0" y="102"/>
                  </a:lnTo>
                  <a:lnTo>
                    <a:pt x="0" y="102"/>
                  </a:lnTo>
                  <a:lnTo>
                    <a:pt x="0" y="108"/>
                  </a:lnTo>
                  <a:lnTo>
                    <a:pt x="2" y="114"/>
                  </a:lnTo>
                  <a:lnTo>
                    <a:pt x="4" y="120"/>
                  </a:lnTo>
                  <a:lnTo>
                    <a:pt x="8" y="124"/>
                  </a:lnTo>
                  <a:lnTo>
                    <a:pt x="108" y="224"/>
                  </a:lnTo>
                  <a:lnTo>
                    <a:pt x="108" y="224"/>
                  </a:lnTo>
                  <a:lnTo>
                    <a:pt x="116" y="230"/>
                  </a:lnTo>
                  <a:lnTo>
                    <a:pt x="126" y="232"/>
                  </a:lnTo>
                  <a:lnTo>
                    <a:pt x="126" y="232"/>
                  </a:lnTo>
                  <a:lnTo>
                    <a:pt x="126" y="232"/>
                  </a:lnTo>
                  <a:lnTo>
                    <a:pt x="126" y="232"/>
                  </a:lnTo>
                  <a:lnTo>
                    <a:pt x="130" y="232"/>
                  </a:lnTo>
                  <a:lnTo>
                    <a:pt x="130" y="232"/>
                  </a:lnTo>
                  <a:lnTo>
                    <a:pt x="136" y="230"/>
                  </a:lnTo>
                  <a:lnTo>
                    <a:pt x="142" y="226"/>
                  </a:lnTo>
                  <a:lnTo>
                    <a:pt x="146" y="222"/>
                  </a:lnTo>
                  <a:lnTo>
                    <a:pt x="148" y="216"/>
                  </a:lnTo>
                  <a:lnTo>
                    <a:pt x="190" y="110"/>
                  </a:lnTo>
                  <a:lnTo>
                    <a:pt x="190" y="110"/>
                  </a:lnTo>
                  <a:lnTo>
                    <a:pt x="196" y="112"/>
                  </a:lnTo>
                  <a:lnTo>
                    <a:pt x="202" y="114"/>
                  </a:lnTo>
                  <a:lnTo>
                    <a:pt x="202" y="114"/>
                  </a:lnTo>
                  <a:lnTo>
                    <a:pt x="210" y="112"/>
                  </a:lnTo>
                  <a:lnTo>
                    <a:pt x="216" y="108"/>
                  </a:lnTo>
                  <a:lnTo>
                    <a:pt x="228" y="96"/>
                  </a:lnTo>
                  <a:lnTo>
                    <a:pt x="228" y="96"/>
                  </a:lnTo>
                  <a:lnTo>
                    <a:pt x="232" y="90"/>
                  </a:lnTo>
                  <a:lnTo>
                    <a:pt x="234" y="82"/>
                  </a:lnTo>
                  <a:lnTo>
                    <a:pt x="234" y="82"/>
                  </a:lnTo>
                  <a:lnTo>
                    <a:pt x="232" y="74"/>
                  </a:lnTo>
                  <a:lnTo>
                    <a:pt x="228" y="68"/>
                  </a:lnTo>
                  <a:lnTo>
                    <a:pt x="166" y="6"/>
                  </a:lnTo>
                  <a:close/>
                  <a:moveTo>
                    <a:pt x="134" y="210"/>
                  </a:moveTo>
                  <a:lnTo>
                    <a:pt x="134" y="210"/>
                  </a:lnTo>
                  <a:lnTo>
                    <a:pt x="130" y="214"/>
                  </a:lnTo>
                  <a:lnTo>
                    <a:pt x="128" y="216"/>
                  </a:lnTo>
                  <a:lnTo>
                    <a:pt x="128" y="216"/>
                  </a:lnTo>
                  <a:lnTo>
                    <a:pt x="126" y="216"/>
                  </a:lnTo>
                  <a:lnTo>
                    <a:pt x="126" y="216"/>
                  </a:lnTo>
                  <a:lnTo>
                    <a:pt x="120" y="214"/>
                  </a:lnTo>
                  <a:lnTo>
                    <a:pt x="18" y="112"/>
                  </a:lnTo>
                  <a:lnTo>
                    <a:pt x="18" y="112"/>
                  </a:lnTo>
                  <a:lnTo>
                    <a:pt x="16" y="110"/>
                  </a:lnTo>
                  <a:lnTo>
                    <a:pt x="16" y="106"/>
                  </a:lnTo>
                  <a:lnTo>
                    <a:pt x="16" y="106"/>
                  </a:lnTo>
                  <a:lnTo>
                    <a:pt x="18" y="102"/>
                  </a:lnTo>
                  <a:lnTo>
                    <a:pt x="20" y="100"/>
                  </a:lnTo>
                  <a:lnTo>
                    <a:pt x="70" y="80"/>
                  </a:lnTo>
                  <a:lnTo>
                    <a:pt x="70" y="80"/>
                  </a:lnTo>
                  <a:lnTo>
                    <a:pt x="84" y="84"/>
                  </a:lnTo>
                  <a:lnTo>
                    <a:pt x="96" y="86"/>
                  </a:lnTo>
                  <a:lnTo>
                    <a:pt x="120" y="88"/>
                  </a:lnTo>
                  <a:lnTo>
                    <a:pt x="134" y="92"/>
                  </a:lnTo>
                  <a:lnTo>
                    <a:pt x="146" y="98"/>
                  </a:lnTo>
                  <a:lnTo>
                    <a:pt x="158" y="104"/>
                  </a:lnTo>
                  <a:lnTo>
                    <a:pt x="172" y="116"/>
                  </a:lnTo>
                  <a:lnTo>
                    <a:pt x="134" y="210"/>
                  </a:lnTo>
                  <a:close/>
                  <a:moveTo>
                    <a:pt x="216" y="84"/>
                  </a:moveTo>
                  <a:lnTo>
                    <a:pt x="204" y="96"/>
                  </a:lnTo>
                  <a:lnTo>
                    <a:pt x="204" y="96"/>
                  </a:lnTo>
                  <a:lnTo>
                    <a:pt x="202" y="98"/>
                  </a:lnTo>
                  <a:lnTo>
                    <a:pt x="198" y="96"/>
                  </a:lnTo>
                  <a:lnTo>
                    <a:pt x="184" y="82"/>
                  </a:lnTo>
                  <a:lnTo>
                    <a:pt x="174" y="110"/>
                  </a:lnTo>
                  <a:lnTo>
                    <a:pt x="174" y="108"/>
                  </a:lnTo>
                  <a:lnTo>
                    <a:pt x="174" y="108"/>
                  </a:lnTo>
                  <a:lnTo>
                    <a:pt x="166" y="100"/>
                  </a:lnTo>
                  <a:lnTo>
                    <a:pt x="156" y="94"/>
                  </a:lnTo>
                  <a:lnTo>
                    <a:pt x="138" y="86"/>
                  </a:lnTo>
                  <a:lnTo>
                    <a:pt x="120" y="80"/>
                  </a:lnTo>
                  <a:lnTo>
                    <a:pt x="104" y="78"/>
                  </a:lnTo>
                  <a:lnTo>
                    <a:pt x="104" y="78"/>
                  </a:lnTo>
                  <a:lnTo>
                    <a:pt x="82" y="76"/>
                  </a:lnTo>
                  <a:lnTo>
                    <a:pt x="150" y="48"/>
                  </a:lnTo>
                  <a:lnTo>
                    <a:pt x="138" y="34"/>
                  </a:lnTo>
                  <a:lnTo>
                    <a:pt x="138" y="34"/>
                  </a:lnTo>
                  <a:lnTo>
                    <a:pt x="136" y="32"/>
                  </a:lnTo>
                  <a:lnTo>
                    <a:pt x="138" y="28"/>
                  </a:lnTo>
                  <a:lnTo>
                    <a:pt x="148" y="18"/>
                  </a:lnTo>
                  <a:lnTo>
                    <a:pt x="148" y="18"/>
                  </a:lnTo>
                  <a:lnTo>
                    <a:pt x="152" y="16"/>
                  </a:lnTo>
                  <a:lnTo>
                    <a:pt x="154" y="18"/>
                  </a:lnTo>
                  <a:lnTo>
                    <a:pt x="216" y="78"/>
                  </a:lnTo>
                  <a:lnTo>
                    <a:pt x="216" y="78"/>
                  </a:lnTo>
                  <a:lnTo>
                    <a:pt x="218" y="82"/>
                  </a:lnTo>
                  <a:lnTo>
                    <a:pt x="216" y="8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</p:grpSp>
      <p:sp>
        <p:nvSpPr>
          <p:cNvPr id="17" name="Freeform 5"/>
          <p:cNvSpPr>
            <a:spLocks noEditPoints="1"/>
          </p:cNvSpPr>
          <p:nvPr/>
        </p:nvSpPr>
        <p:spPr bwMode="auto">
          <a:xfrm>
            <a:off x="10945570" y="4465043"/>
            <a:ext cx="450564" cy="450564"/>
          </a:xfrm>
          <a:custGeom>
            <a:avLst/>
            <a:gdLst/>
            <a:ahLst/>
            <a:cxnLst>
              <a:cxn ang="0">
                <a:pos x="100" y="2"/>
              </a:cxn>
              <a:cxn ang="0">
                <a:pos x="36" y="36"/>
              </a:cxn>
              <a:cxn ang="0">
                <a:pos x="2" y="100"/>
              </a:cxn>
              <a:cxn ang="0">
                <a:pos x="0" y="136"/>
              </a:cxn>
              <a:cxn ang="0">
                <a:pos x="22" y="194"/>
              </a:cxn>
              <a:cxn ang="0">
                <a:pos x="88" y="242"/>
              </a:cxn>
              <a:cxn ang="0">
                <a:pos x="124" y="248"/>
              </a:cxn>
              <a:cxn ang="0">
                <a:pos x="172" y="238"/>
              </a:cxn>
              <a:cxn ang="0">
                <a:pos x="238" y="172"/>
              </a:cxn>
              <a:cxn ang="0">
                <a:pos x="248" y="124"/>
              </a:cxn>
              <a:cxn ang="0">
                <a:pos x="242" y="88"/>
              </a:cxn>
              <a:cxn ang="0">
                <a:pos x="194" y="22"/>
              </a:cxn>
              <a:cxn ang="0">
                <a:pos x="136" y="0"/>
              </a:cxn>
              <a:cxn ang="0">
                <a:pos x="184" y="120"/>
              </a:cxn>
              <a:cxn ang="0">
                <a:pos x="190" y="62"/>
              </a:cxn>
              <a:cxn ang="0">
                <a:pos x="224" y="84"/>
              </a:cxn>
              <a:cxn ang="0">
                <a:pos x="120" y="232"/>
              </a:cxn>
              <a:cxn ang="0">
                <a:pos x="86" y="190"/>
              </a:cxn>
              <a:cxn ang="0">
                <a:pos x="120" y="232"/>
              </a:cxn>
              <a:cxn ang="0">
                <a:pos x="140" y="26"/>
              </a:cxn>
              <a:cxn ang="0">
                <a:pos x="164" y="66"/>
              </a:cxn>
              <a:cxn ang="0">
                <a:pos x="128" y="16"/>
              </a:cxn>
              <a:cxn ang="0">
                <a:pos x="158" y="22"/>
              </a:cxn>
              <a:cxn ang="0">
                <a:pos x="200" y="46"/>
              </a:cxn>
              <a:cxn ang="0">
                <a:pos x="166" y="50"/>
              </a:cxn>
              <a:cxn ang="0">
                <a:pos x="120" y="16"/>
              </a:cxn>
              <a:cxn ang="0">
                <a:pos x="84" y="66"/>
              </a:cxn>
              <a:cxn ang="0">
                <a:pos x="108" y="26"/>
              </a:cxn>
              <a:cxn ang="0">
                <a:pos x="76" y="62"/>
              </a:cxn>
              <a:cxn ang="0">
                <a:pos x="48" y="46"/>
              </a:cxn>
              <a:cxn ang="0">
                <a:pos x="106" y="18"/>
              </a:cxn>
              <a:cxn ang="0">
                <a:pos x="82" y="50"/>
              </a:cxn>
              <a:cxn ang="0">
                <a:pos x="100" y="78"/>
              </a:cxn>
              <a:cxn ang="0">
                <a:pos x="72" y="120"/>
              </a:cxn>
              <a:cxn ang="0">
                <a:pos x="120" y="176"/>
              </a:cxn>
              <a:cxn ang="0">
                <a:pos x="84" y="182"/>
              </a:cxn>
              <a:cxn ang="0">
                <a:pos x="72" y="128"/>
              </a:cxn>
              <a:cxn ang="0">
                <a:pos x="92" y="226"/>
              </a:cxn>
              <a:cxn ang="0">
                <a:pos x="54" y="206"/>
              </a:cxn>
              <a:cxn ang="0">
                <a:pos x="92" y="212"/>
              </a:cxn>
              <a:cxn ang="0">
                <a:pos x="128" y="184"/>
              </a:cxn>
              <a:cxn ang="0">
                <a:pos x="154" y="202"/>
              </a:cxn>
              <a:cxn ang="0">
                <a:pos x="128" y="232"/>
              </a:cxn>
              <a:cxn ang="0">
                <a:pos x="194" y="206"/>
              </a:cxn>
              <a:cxn ang="0">
                <a:pos x="156" y="226"/>
              </a:cxn>
              <a:cxn ang="0">
                <a:pos x="168" y="192"/>
              </a:cxn>
              <a:cxn ang="0">
                <a:pos x="128" y="176"/>
              </a:cxn>
              <a:cxn ang="0">
                <a:pos x="174" y="142"/>
              </a:cxn>
              <a:cxn ang="0">
                <a:pos x="128" y="120"/>
              </a:cxn>
              <a:cxn ang="0">
                <a:pos x="168" y="72"/>
              </a:cxn>
              <a:cxn ang="0">
                <a:pos x="128" y="120"/>
              </a:cxn>
              <a:cxn ang="0">
                <a:pos x="74" y="70"/>
              </a:cxn>
              <a:cxn ang="0">
                <a:pos x="16" y="120"/>
              </a:cxn>
              <a:cxn ang="0">
                <a:pos x="32" y="66"/>
              </a:cxn>
              <a:cxn ang="0">
                <a:pos x="64" y="128"/>
              </a:cxn>
              <a:cxn ang="0">
                <a:pos x="76" y="186"/>
              </a:cxn>
              <a:cxn ang="0">
                <a:pos x="48" y="200"/>
              </a:cxn>
              <a:cxn ang="0">
                <a:pos x="16" y="128"/>
              </a:cxn>
              <a:cxn ang="0">
                <a:pos x="172" y="186"/>
              </a:cxn>
              <a:cxn ang="0">
                <a:pos x="182" y="144"/>
              </a:cxn>
              <a:cxn ang="0">
                <a:pos x="230" y="148"/>
              </a:cxn>
            </a:cxnLst>
            <a:rect l="0" t="0" r="r" b="b"/>
            <a:pathLst>
              <a:path w="248" h="248">
                <a:moveTo>
                  <a:pt x="124" y="0"/>
                </a:moveTo>
                <a:lnTo>
                  <a:pt x="124" y="0"/>
                </a:lnTo>
                <a:lnTo>
                  <a:pt x="112" y="0"/>
                </a:lnTo>
                <a:lnTo>
                  <a:pt x="100" y="2"/>
                </a:lnTo>
                <a:lnTo>
                  <a:pt x="88" y="6"/>
                </a:lnTo>
                <a:lnTo>
                  <a:pt x="76" y="10"/>
                </a:lnTo>
                <a:lnTo>
                  <a:pt x="54" y="22"/>
                </a:lnTo>
                <a:lnTo>
                  <a:pt x="36" y="36"/>
                </a:lnTo>
                <a:lnTo>
                  <a:pt x="22" y="54"/>
                </a:lnTo>
                <a:lnTo>
                  <a:pt x="10" y="76"/>
                </a:lnTo>
                <a:lnTo>
                  <a:pt x="6" y="88"/>
                </a:lnTo>
                <a:lnTo>
                  <a:pt x="2" y="100"/>
                </a:lnTo>
                <a:lnTo>
                  <a:pt x="0" y="112"/>
                </a:lnTo>
                <a:lnTo>
                  <a:pt x="0" y="124"/>
                </a:lnTo>
                <a:lnTo>
                  <a:pt x="0" y="124"/>
                </a:lnTo>
                <a:lnTo>
                  <a:pt x="0" y="136"/>
                </a:lnTo>
                <a:lnTo>
                  <a:pt x="2" y="148"/>
                </a:lnTo>
                <a:lnTo>
                  <a:pt x="6" y="160"/>
                </a:lnTo>
                <a:lnTo>
                  <a:pt x="10" y="172"/>
                </a:lnTo>
                <a:lnTo>
                  <a:pt x="22" y="194"/>
                </a:lnTo>
                <a:lnTo>
                  <a:pt x="36" y="212"/>
                </a:lnTo>
                <a:lnTo>
                  <a:pt x="54" y="226"/>
                </a:lnTo>
                <a:lnTo>
                  <a:pt x="76" y="238"/>
                </a:lnTo>
                <a:lnTo>
                  <a:pt x="88" y="242"/>
                </a:lnTo>
                <a:lnTo>
                  <a:pt x="100" y="246"/>
                </a:lnTo>
                <a:lnTo>
                  <a:pt x="112" y="248"/>
                </a:lnTo>
                <a:lnTo>
                  <a:pt x="124" y="248"/>
                </a:lnTo>
                <a:lnTo>
                  <a:pt x="124" y="248"/>
                </a:lnTo>
                <a:lnTo>
                  <a:pt x="136" y="248"/>
                </a:lnTo>
                <a:lnTo>
                  <a:pt x="148" y="246"/>
                </a:lnTo>
                <a:lnTo>
                  <a:pt x="160" y="242"/>
                </a:lnTo>
                <a:lnTo>
                  <a:pt x="172" y="238"/>
                </a:lnTo>
                <a:lnTo>
                  <a:pt x="194" y="226"/>
                </a:lnTo>
                <a:lnTo>
                  <a:pt x="212" y="212"/>
                </a:lnTo>
                <a:lnTo>
                  <a:pt x="226" y="194"/>
                </a:lnTo>
                <a:lnTo>
                  <a:pt x="238" y="172"/>
                </a:lnTo>
                <a:lnTo>
                  <a:pt x="242" y="160"/>
                </a:lnTo>
                <a:lnTo>
                  <a:pt x="246" y="148"/>
                </a:lnTo>
                <a:lnTo>
                  <a:pt x="248" y="136"/>
                </a:lnTo>
                <a:lnTo>
                  <a:pt x="248" y="124"/>
                </a:lnTo>
                <a:lnTo>
                  <a:pt x="248" y="124"/>
                </a:lnTo>
                <a:lnTo>
                  <a:pt x="248" y="112"/>
                </a:lnTo>
                <a:lnTo>
                  <a:pt x="246" y="100"/>
                </a:lnTo>
                <a:lnTo>
                  <a:pt x="242" y="88"/>
                </a:lnTo>
                <a:lnTo>
                  <a:pt x="238" y="76"/>
                </a:lnTo>
                <a:lnTo>
                  <a:pt x="226" y="54"/>
                </a:lnTo>
                <a:lnTo>
                  <a:pt x="212" y="36"/>
                </a:lnTo>
                <a:lnTo>
                  <a:pt x="194" y="22"/>
                </a:lnTo>
                <a:lnTo>
                  <a:pt x="172" y="10"/>
                </a:lnTo>
                <a:lnTo>
                  <a:pt x="160" y="6"/>
                </a:lnTo>
                <a:lnTo>
                  <a:pt x="148" y="2"/>
                </a:lnTo>
                <a:lnTo>
                  <a:pt x="136" y="0"/>
                </a:lnTo>
                <a:lnTo>
                  <a:pt x="124" y="0"/>
                </a:lnTo>
                <a:close/>
                <a:moveTo>
                  <a:pt x="232" y="120"/>
                </a:moveTo>
                <a:lnTo>
                  <a:pt x="184" y="120"/>
                </a:lnTo>
                <a:lnTo>
                  <a:pt x="184" y="120"/>
                </a:lnTo>
                <a:lnTo>
                  <a:pt x="182" y="94"/>
                </a:lnTo>
                <a:lnTo>
                  <a:pt x="174" y="70"/>
                </a:lnTo>
                <a:lnTo>
                  <a:pt x="174" y="70"/>
                </a:lnTo>
                <a:lnTo>
                  <a:pt x="190" y="62"/>
                </a:lnTo>
                <a:lnTo>
                  <a:pt x="204" y="52"/>
                </a:lnTo>
                <a:lnTo>
                  <a:pt x="204" y="52"/>
                </a:lnTo>
                <a:lnTo>
                  <a:pt x="216" y="66"/>
                </a:lnTo>
                <a:lnTo>
                  <a:pt x="224" y="84"/>
                </a:lnTo>
                <a:lnTo>
                  <a:pt x="230" y="102"/>
                </a:lnTo>
                <a:lnTo>
                  <a:pt x="232" y="120"/>
                </a:lnTo>
                <a:close/>
                <a:moveTo>
                  <a:pt x="120" y="232"/>
                </a:moveTo>
                <a:lnTo>
                  <a:pt x="120" y="232"/>
                </a:lnTo>
                <a:lnTo>
                  <a:pt x="110" y="222"/>
                </a:lnTo>
                <a:lnTo>
                  <a:pt x="102" y="212"/>
                </a:lnTo>
                <a:lnTo>
                  <a:pt x="94" y="202"/>
                </a:lnTo>
                <a:lnTo>
                  <a:pt x="86" y="190"/>
                </a:lnTo>
                <a:lnTo>
                  <a:pt x="86" y="190"/>
                </a:lnTo>
                <a:lnTo>
                  <a:pt x="104" y="186"/>
                </a:lnTo>
                <a:lnTo>
                  <a:pt x="120" y="184"/>
                </a:lnTo>
                <a:lnTo>
                  <a:pt x="120" y="232"/>
                </a:lnTo>
                <a:lnTo>
                  <a:pt x="120" y="232"/>
                </a:lnTo>
                <a:close/>
                <a:moveTo>
                  <a:pt x="128" y="16"/>
                </a:moveTo>
                <a:lnTo>
                  <a:pt x="128" y="16"/>
                </a:lnTo>
                <a:lnTo>
                  <a:pt x="140" y="26"/>
                </a:lnTo>
                <a:lnTo>
                  <a:pt x="148" y="38"/>
                </a:lnTo>
                <a:lnTo>
                  <a:pt x="158" y="52"/>
                </a:lnTo>
                <a:lnTo>
                  <a:pt x="164" y="66"/>
                </a:lnTo>
                <a:lnTo>
                  <a:pt x="164" y="66"/>
                </a:lnTo>
                <a:lnTo>
                  <a:pt x="146" y="70"/>
                </a:lnTo>
                <a:lnTo>
                  <a:pt x="128" y="72"/>
                </a:lnTo>
                <a:lnTo>
                  <a:pt x="128" y="16"/>
                </a:lnTo>
                <a:lnTo>
                  <a:pt x="128" y="16"/>
                </a:lnTo>
                <a:lnTo>
                  <a:pt x="128" y="16"/>
                </a:lnTo>
                <a:close/>
                <a:moveTo>
                  <a:pt x="142" y="18"/>
                </a:moveTo>
                <a:lnTo>
                  <a:pt x="142" y="18"/>
                </a:lnTo>
                <a:lnTo>
                  <a:pt x="158" y="22"/>
                </a:lnTo>
                <a:lnTo>
                  <a:pt x="172" y="28"/>
                </a:lnTo>
                <a:lnTo>
                  <a:pt x="186" y="36"/>
                </a:lnTo>
                <a:lnTo>
                  <a:pt x="200" y="46"/>
                </a:lnTo>
                <a:lnTo>
                  <a:pt x="200" y="46"/>
                </a:lnTo>
                <a:lnTo>
                  <a:pt x="186" y="56"/>
                </a:lnTo>
                <a:lnTo>
                  <a:pt x="172" y="62"/>
                </a:lnTo>
                <a:lnTo>
                  <a:pt x="172" y="62"/>
                </a:lnTo>
                <a:lnTo>
                  <a:pt x="166" y="50"/>
                </a:lnTo>
                <a:lnTo>
                  <a:pt x="158" y="38"/>
                </a:lnTo>
                <a:lnTo>
                  <a:pt x="150" y="28"/>
                </a:lnTo>
                <a:lnTo>
                  <a:pt x="142" y="18"/>
                </a:lnTo>
                <a:close/>
                <a:moveTo>
                  <a:pt x="120" y="16"/>
                </a:moveTo>
                <a:lnTo>
                  <a:pt x="120" y="72"/>
                </a:lnTo>
                <a:lnTo>
                  <a:pt x="120" y="72"/>
                </a:lnTo>
                <a:lnTo>
                  <a:pt x="102" y="70"/>
                </a:lnTo>
                <a:lnTo>
                  <a:pt x="84" y="66"/>
                </a:lnTo>
                <a:lnTo>
                  <a:pt x="84" y="66"/>
                </a:lnTo>
                <a:lnTo>
                  <a:pt x="90" y="52"/>
                </a:lnTo>
                <a:lnTo>
                  <a:pt x="100" y="38"/>
                </a:lnTo>
                <a:lnTo>
                  <a:pt x="108" y="26"/>
                </a:lnTo>
                <a:lnTo>
                  <a:pt x="120" y="16"/>
                </a:lnTo>
                <a:lnTo>
                  <a:pt x="120" y="16"/>
                </a:lnTo>
                <a:lnTo>
                  <a:pt x="120" y="16"/>
                </a:lnTo>
                <a:close/>
                <a:moveTo>
                  <a:pt x="76" y="62"/>
                </a:moveTo>
                <a:lnTo>
                  <a:pt x="76" y="62"/>
                </a:lnTo>
                <a:lnTo>
                  <a:pt x="62" y="56"/>
                </a:lnTo>
                <a:lnTo>
                  <a:pt x="48" y="46"/>
                </a:lnTo>
                <a:lnTo>
                  <a:pt x="48" y="46"/>
                </a:lnTo>
                <a:lnTo>
                  <a:pt x="62" y="36"/>
                </a:lnTo>
                <a:lnTo>
                  <a:pt x="76" y="28"/>
                </a:lnTo>
                <a:lnTo>
                  <a:pt x="90" y="22"/>
                </a:lnTo>
                <a:lnTo>
                  <a:pt x="106" y="18"/>
                </a:lnTo>
                <a:lnTo>
                  <a:pt x="106" y="18"/>
                </a:lnTo>
                <a:lnTo>
                  <a:pt x="98" y="28"/>
                </a:lnTo>
                <a:lnTo>
                  <a:pt x="90" y="38"/>
                </a:lnTo>
                <a:lnTo>
                  <a:pt x="82" y="50"/>
                </a:lnTo>
                <a:lnTo>
                  <a:pt x="76" y="62"/>
                </a:lnTo>
                <a:close/>
                <a:moveTo>
                  <a:pt x="80" y="72"/>
                </a:moveTo>
                <a:lnTo>
                  <a:pt x="80" y="72"/>
                </a:lnTo>
                <a:lnTo>
                  <a:pt x="100" y="78"/>
                </a:lnTo>
                <a:lnTo>
                  <a:pt x="120" y="80"/>
                </a:lnTo>
                <a:lnTo>
                  <a:pt x="120" y="120"/>
                </a:lnTo>
                <a:lnTo>
                  <a:pt x="72" y="120"/>
                </a:lnTo>
                <a:lnTo>
                  <a:pt x="72" y="120"/>
                </a:lnTo>
                <a:lnTo>
                  <a:pt x="74" y="96"/>
                </a:lnTo>
                <a:lnTo>
                  <a:pt x="80" y="72"/>
                </a:lnTo>
                <a:close/>
                <a:moveTo>
                  <a:pt x="120" y="128"/>
                </a:moveTo>
                <a:lnTo>
                  <a:pt x="120" y="176"/>
                </a:lnTo>
                <a:lnTo>
                  <a:pt x="120" y="176"/>
                </a:lnTo>
                <a:lnTo>
                  <a:pt x="102" y="178"/>
                </a:lnTo>
                <a:lnTo>
                  <a:pt x="84" y="182"/>
                </a:lnTo>
                <a:lnTo>
                  <a:pt x="84" y="182"/>
                </a:lnTo>
                <a:lnTo>
                  <a:pt x="80" y="170"/>
                </a:lnTo>
                <a:lnTo>
                  <a:pt x="76" y="156"/>
                </a:lnTo>
                <a:lnTo>
                  <a:pt x="74" y="142"/>
                </a:lnTo>
                <a:lnTo>
                  <a:pt x="72" y="128"/>
                </a:lnTo>
                <a:lnTo>
                  <a:pt x="120" y="128"/>
                </a:lnTo>
                <a:close/>
                <a:moveTo>
                  <a:pt x="106" y="230"/>
                </a:moveTo>
                <a:lnTo>
                  <a:pt x="106" y="230"/>
                </a:lnTo>
                <a:lnTo>
                  <a:pt x="92" y="226"/>
                </a:lnTo>
                <a:lnTo>
                  <a:pt x="78" y="222"/>
                </a:lnTo>
                <a:lnTo>
                  <a:pt x="66" y="214"/>
                </a:lnTo>
                <a:lnTo>
                  <a:pt x="54" y="206"/>
                </a:lnTo>
                <a:lnTo>
                  <a:pt x="54" y="206"/>
                </a:lnTo>
                <a:lnTo>
                  <a:pt x="66" y="198"/>
                </a:lnTo>
                <a:lnTo>
                  <a:pt x="80" y="192"/>
                </a:lnTo>
                <a:lnTo>
                  <a:pt x="80" y="192"/>
                </a:lnTo>
                <a:lnTo>
                  <a:pt x="92" y="212"/>
                </a:lnTo>
                <a:lnTo>
                  <a:pt x="106" y="230"/>
                </a:lnTo>
                <a:close/>
                <a:moveTo>
                  <a:pt x="128" y="232"/>
                </a:moveTo>
                <a:lnTo>
                  <a:pt x="128" y="184"/>
                </a:lnTo>
                <a:lnTo>
                  <a:pt x="128" y="184"/>
                </a:lnTo>
                <a:lnTo>
                  <a:pt x="144" y="186"/>
                </a:lnTo>
                <a:lnTo>
                  <a:pt x="162" y="190"/>
                </a:lnTo>
                <a:lnTo>
                  <a:pt x="162" y="190"/>
                </a:lnTo>
                <a:lnTo>
                  <a:pt x="154" y="202"/>
                </a:lnTo>
                <a:lnTo>
                  <a:pt x="146" y="212"/>
                </a:lnTo>
                <a:lnTo>
                  <a:pt x="138" y="222"/>
                </a:lnTo>
                <a:lnTo>
                  <a:pt x="128" y="232"/>
                </a:lnTo>
                <a:lnTo>
                  <a:pt x="128" y="232"/>
                </a:lnTo>
                <a:close/>
                <a:moveTo>
                  <a:pt x="168" y="192"/>
                </a:moveTo>
                <a:lnTo>
                  <a:pt x="168" y="192"/>
                </a:lnTo>
                <a:lnTo>
                  <a:pt x="182" y="198"/>
                </a:lnTo>
                <a:lnTo>
                  <a:pt x="194" y="206"/>
                </a:lnTo>
                <a:lnTo>
                  <a:pt x="194" y="206"/>
                </a:lnTo>
                <a:lnTo>
                  <a:pt x="182" y="214"/>
                </a:lnTo>
                <a:lnTo>
                  <a:pt x="170" y="222"/>
                </a:lnTo>
                <a:lnTo>
                  <a:pt x="156" y="226"/>
                </a:lnTo>
                <a:lnTo>
                  <a:pt x="142" y="230"/>
                </a:lnTo>
                <a:lnTo>
                  <a:pt x="142" y="230"/>
                </a:lnTo>
                <a:lnTo>
                  <a:pt x="156" y="212"/>
                </a:lnTo>
                <a:lnTo>
                  <a:pt x="168" y="192"/>
                </a:lnTo>
                <a:close/>
                <a:moveTo>
                  <a:pt x="164" y="182"/>
                </a:moveTo>
                <a:lnTo>
                  <a:pt x="164" y="182"/>
                </a:lnTo>
                <a:lnTo>
                  <a:pt x="146" y="178"/>
                </a:lnTo>
                <a:lnTo>
                  <a:pt x="128" y="176"/>
                </a:lnTo>
                <a:lnTo>
                  <a:pt x="128" y="128"/>
                </a:lnTo>
                <a:lnTo>
                  <a:pt x="176" y="128"/>
                </a:lnTo>
                <a:lnTo>
                  <a:pt x="176" y="128"/>
                </a:lnTo>
                <a:lnTo>
                  <a:pt x="174" y="142"/>
                </a:lnTo>
                <a:lnTo>
                  <a:pt x="172" y="156"/>
                </a:lnTo>
                <a:lnTo>
                  <a:pt x="168" y="170"/>
                </a:lnTo>
                <a:lnTo>
                  <a:pt x="164" y="182"/>
                </a:lnTo>
                <a:close/>
                <a:moveTo>
                  <a:pt x="128" y="120"/>
                </a:moveTo>
                <a:lnTo>
                  <a:pt x="128" y="80"/>
                </a:lnTo>
                <a:lnTo>
                  <a:pt x="128" y="80"/>
                </a:lnTo>
                <a:lnTo>
                  <a:pt x="148" y="78"/>
                </a:lnTo>
                <a:lnTo>
                  <a:pt x="168" y="72"/>
                </a:lnTo>
                <a:lnTo>
                  <a:pt x="168" y="72"/>
                </a:lnTo>
                <a:lnTo>
                  <a:pt x="174" y="96"/>
                </a:lnTo>
                <a:lnTo>
                  <a:pt x="176" y="120"/>
                </a:lnTo>
                <a:lnTo>
                  <a:pt x="128" y="120"/>
                </a:lnTo>
                <a:close/>
                <a:moveTo>
                  <a:pt x="44" y="52"/>
                </a:moveTo>
                <a:lnTo>
                  <a:pt x="44" y="52"/>
                </a:lnTo>
                <a:lnTo>
                  <a:pt x="58" y="62"/>
                </a:lnTo>
                <a:lnTo>
                  <a:pt x="74" y="70"/>
                </a:lnTo>
                <a:lnTo>
                  <a:pt x="74" y="70"/>
                </a:lnTo>
                <a:lnTo>
                  <a:pt x="66" y="94"/>
                </a:lnTo>
                <a:lnTo>
                  <a:pt x="64" y="120"/>
                </a:lnTo>
                <a:lnTo>
                  <a:pt x="16" y="120"/>
                </a:lnTo>
                <a:lnTo>
                  <a:pt x="16" y="120"/>
                </a:lnTo>
                <a:lnTo>
                  <a:pt x="18" y="102"/>
                </a:lnTo>
                <a:lnTo>
                  <a:pt x="24" y="84"/>
                </a:lnTo>
                <a:lnTo>
                  <a:pt x="32" y="66"/>
                </a:lnTo>
                <a:lnTo>
                  <a:pt x="44" y="52"/>
                </a:lnTo>
                <a:close/>
                <a:moveTo>
                  <a:pt x="16" y="128"/>
                </a:moveTo>
                <a:lnTo>
                  <a:pt x="64" y="128"/>
                </a:lnTo>
                <a:lnTo>
                  <a:pt x="64" y="128"/>
                </a:lnTo>
                <a:lnTo>
                  <a:pt x="66" y="144"/>
                </a:lnTo>
                <a:lnTo>
                  <a:pt x="68" y="158"/>
                </a:lnTo>
                <a:lnTo>
                  <a:pt x="72" y="172"/>
                </a:lnTo>
                <a:lnTo>
                  <a:pt x="76" y="186"/>
                </a:lnTo>
                <a:lnTo>
                  <a:pt x="76" y="186"/>
                </a:lnTo>
                <a:lnTo>
                  <a:pt x="62" y="192"/>
                </a:lnTo>
                <a:lnTo>
                  <a:pt x="48" y="200"/>
                </a:lnTo>
                <a:lnTo>
                  <a:pt x="48" y="200"/>
                </a:lnTo>
                <a:lnTo>
                  <a:pt x="36" y="186"/>
                </a:lnTo>
                <a:lnTo>
                  <a:pt x="26" y="168"/>
                </a:lnTo>
                <a:lnTo>
                  <a:pt x="18" y="148"/>
                </a:lnTo>
                <a:lnTo>
                  <a:pt x="16" y="128"/>
                </a:lnTo>
                <a:close/>
                <a:moveTo>
                  <a:pt x="200" y="200"/>
                </a:moveTo>
                <a:lnTo>
                  <a:pt x="200" y="200"/>
                </a:lnTo>
                <a:lnTo>
                  <a:pt x="186" y="192"/>
                </a:lnTo>
                <a:lnTo>
                  <a:pt x="172" y="186"/>
                </a:lnTo>
                <a:lnTo>
                  <a:pt x="172" y="186"/>
                </a:lnTo>
                <a:lnTo>
                  <a:pt x="176" y="172"/>
                </a:lnTo>
                <a:lnTo>
                  <a:pt x="180" y="158"/>
                </a:lnTo>
                <a:lnTo>
                  <a:pt x="182" y="144"/>
                </a:lnTo>
                <a:lnTo>
                  <a:pt x="184" y="128"/>
                </a:lnTo>
                <a:lnTo>
                  <a:pt x="232" y="128"/>
                </a:lnTo>
                <a:lnTo>
                  <a:pt x="232" y="128"/>
                </a:lnTo>
                <a:lnTo>
                  <a:pt x="230" y="148"/>
                </a:lnTo>
                <a:lnTo>
                  <a:pt x="222" y="168"/>
                </a:lnTo>
                <a:lnTo>
                  <a:pt x="212" y="186"/>
                </a:lnTo>
                <a:lnTo>
                  <a:pt x="200" y="200"/>
                </a:lnTo>
                <a:close/>
              </a:path>
            </a:pathLst>
          </a:custGeom>
          <a:solidFill>
            <a:schemeClr val="tx2"/>
          </a:solidFill>
          <a:ln w="9525">
            <a:noFill/>
            <a:round/>
            <a:headEnd/>
            <a:tailEnd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ar-SA" sz="2288"/>
          </a:p>
        </p:txBody>
      </p:sp>
      <p:grpSp>
        <p:nvGrpSpPr>
          <p:cNvPr id="18" name="Group 17"/>
          <p:cNvGrpSpPr/>
          <p:nvPr/>
        </p:nvGrpSpPr>
        <p:grpSpPr>
          <a:xfrm>
            <a:off x="10000837" y="4494111"/>
            <a:ext cx="465099" cy="377892"/>
            <a:chOff x="5588000" y="3625850"/>
            <a:chExt cx="406400" cy="330200"/>
          </a:xfrm>
          <a:solidFill>
            <a:schemeClr val="tx2"/>
          </a:solidFill>
        </p:grpSpPr>
        <p:sp>
          <p:nvSpPr>
            <p:cNvPr id="138" name="Freeform 23"/>
            <p:cNvSpPr>
              <a:spLocks noEditPoints="1"/>
            </p:cNvSpPr>
            <p:nvPr/>
          </p:nvSpPr>
          <p:spPr bwMode="auto">
            <a:xfrm>
              <a:off x="5867400" y="3727450"/>
              <a:ext cx="76200" cy="101600"/>
            </a:xfrm>
            <a:custGeom>
              <a:avLst/>
              <a:gdLst/>
              <a:ahLst/>
              <a:cxnLst>
                <a:cxn ang="0">
                  <a:pos x="22" y="4"/>
                </a:cxn>
                <a:cxn ang="0">
                  <a:pos x="22" y="4"/>
                </a:cxn>
                <a:cxn ang="0">
                  <a:pos x="20" y="0"/>
                </a:cxn>
                <a:cxn ang="0">
                  <a:pos x="16" y="0"/>
                </a:cxn>
                <a:cxn ang="0">
                  <a:pos x="8" y="0"/>
                </a:cxn>
                <a:cxn ang="0">
                  <a:pos x="8" y="0"/>
                </a:cxn>
                <a:cxn ang="0">
                  <a:pos x="4" y="0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8"/>
                </a:cxn>
                <a:cxn ang="0">
                  <a:pos x="0" y="56"/>
                </a:cxn>
                <a:cxn ang="0">
                  <a:pos x="0" y="56"/>
                </a:cxn>
                <a:cxn ang="0">
                  <a:pos x="0" y="60"/>
                </a:cxn>
                <a:cxn ang="0">
                  <a:pos x="2" y="62"/>
                </a:cxn>
                <a:cxn ang="0">
                  <a:pos x="4" y="64"/>
                </a:cxn>
                <a:cxn ang="0">
                  <a:pos x="8" y="64"/>
                </a:cxn>
                <a:cxn ang="0">
                  <a:pos x="40" y="64"/>
                </a:cxn>
                <a:cxn ang="0">
                  <a:pos x="40" y="64"/>
                </a:cxn>
                <a:cxn ang="0">
                  <a:pos x="44" y="64"/>
                </a:cxn>
                <a:cxn ang="0">
                  <a:pos x="46" y="62"/>
                </a:cxn>
                <a:cxn ang="0">
                  <a:pos x="48" y="60"/>
                </a:cxn>
                <a:cxn ang="0">
                  <a:pos x="48" y="56"/>
                </a:cxn>
                <a:cxn ang="0">
                  <a:pos x="48" y="44"/>
                </a:cxn>
                <a:cxn ang="0">
                  <a:pos x="48" y="44"/>
                </a:cxn>
                <a:cxn ang="0">
                  <a:pos x="46" y="40"/>
                </a:cxn>
                <a:cxn ang="0">
                  <a:pos x="22" y="4"/>
                </a:cxn>
                <a:cxn ang="0">
                  <a:pos x="40" y="56"/>
                </a:cxn>
                <a:cxn ang="0">
                  <a:pos x="8" y="56"/>
                </a:cxn>
                <a:cxn ang="0">
                  <a:pos x="8" y="8"/>
                </a:cxn>
                <a:cxn ang="0">
                  <a:pos x="16" y="8"/>
                </a:cxn>
                <a:cxn ang="0">
                  <a:pos x="40" y="44"/>
                </a:cxn>
                <a:cxn ang="0">
                  <a:pos x="40" y="56"/>
                </a:cxn>
              </a:cxnLst>
              <a:rect l="0" t="0" r="r" b="b"/>
              <a:pathLst>
                <a:path w="48" h="64">
                  <a:moveTo>
                    <a:pt x="22" y="4"/>
                  </a:moveTo>
                  <a:lnTo>
                    <a:pt x="22" y="4"/>
                  </a:lnTo>
                  <a:lnTo>
                    <a:pt x="20" y="0"/>
                  </a:lnTo>
                  <a:lnTo>
                    <a:pt x="16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8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0" y="60"/>
                  </a:lnTo>
                  <a:lnTo>
                    <a:pt x="2" y="62"/>
                  </a:lnTo>
                  <a:lnTo>
                    <a:pt x="4" y="64"/>
                  </a:lnTo>
                  <a:lnTo>
                    <a:pt x="8" y="64"/>
                  </a:lnTo>
                  <a:lnTo>
                    <a:pt x="40" y="64"/>
                  </a:lnTo>
                  <a:lnTo>
                    <a:pt x="40" y="64"/>
                  </a:lnTo>
                  <a:lnTo>
                    <a:pt x="44" y="64"/>
                  </a:lnTo>
                  <a:lnTo>
                    <a:pt x="46" y="62"/>
                  </a:lnTo>
                  <a:lnTo>
                    <a:pt x="48" y="60"/>
                  </a:lnTo>
                  <a:lnTo>
                    <a:pt x="48" y="56"/>
                  </a:lnTo>
                  <a:lnTo>
                    <a:pt x="48" y="44"/>
                  </a:lnTo>
                  <a:lnTo>
                    <a:pt x="48" y="44"/>
                  </a:lnTo>
                  <a:lnTo>
                    <a:pt x="46" y="40"/>
                  </a:lnTo>
                  <a:lnTo>
                    <a:pt x="22" y="4"/>
                  </a:lnTo>
                  <a:close/>
                  <a:moveTo>
                    <a:pt x="40" y="56"/>
                  </a:moveTo>
                  <a:lnTo>
                    <a:pt x="8" y="56"/>
                  </a:lnTo>
                  <a:lnTo>
                    <a:pt x="8" y="8"/>
                  </a:lnTo>
                  <a:lnTo>
                    <a:pt x="16" y="8"/>
                  </a:lnTo>
                  <a:lnTo>
                    <a:pt x="40" y="44"/>
                  </a:lnTo>
                  <a:lnTo>
                    <a:pt x="40" y="5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39" name="Freeform 24"/>
            <p:cNvSpPr>
              <a:spLocks noEditPoints="1"/>
            </p:cNvSpPr>
            <p:nvPr/>
          </p:nvSpPr>
          <p:spPr bwMode="auto">
            <a:xfrm>
              <a:off x="5588000" y="3625850"/>
              <a:ext cx="406400" cy="330200"/>
            </a:xfrm>
            <a:custGeom>
              <a:avLst/>
              <a:gdLst/>
              <a:ahLst/>
              <a:cxnLst>
                <a:cxn ang="0">
                  <a:pos x="220" y="50"/>
                </a:cxn>
                <a:cxn ang="0">
                  <a:pos x="206" y="40"/>
                </a:cxn>
                <a:cxn ang="0">
                  <a:pos x="168" y="24"/>
                </a:cxn>
                <a:cxn ang="0">
                  <a:pos x="160" y="8"/>
                </a:cxn>
                <a:cxn ang="0">
                  <a:pos x="24" y="0"/>
                </a:cxn>
                <a:cxn ang="0">
                  <a:pos x="8" y="8"/>
                </a:cxn>
                <a:cxn ang="0">
                  <a:pos x="0" y="112"/>
                </a:cxn>
                <a:cxn ang="0">
                  <a:pos x="8" y="128"/>
                </a:cxn>
                <a:cxn ang="0">
                  <a:pos x="24" y="136"/>
                </a:cxn>
                <a:cxn ang="0">
                  <a:pos x="26" y="170"/>
                </a:cxn>
                <a:cxn ang="0">
                  <a:pos x="48" y="184"/>
                </a:cxn>
                <a:cxn ang="0">
                  <a:pos x="62" y="194"/>
                </a:cxn>
                <a:cxn ang="0">
                  <a:pos x="88" y="208"/>
                </a:cxn>
                <a:cxn ang="0">
                  <a:pos x="108" y="202"/>
                </a:cxn>
                <a:cxn ang="0">
                  <a:pos x="162" y="184"/>
                </a:cxn>
                <a:cxn ang="0">
                  <a:pos x="172" y="202"/>
                </a:cxn>
                <a:cxn ang="0">
                  <a:pos x="192" y="208"/>
                </a:cxn>
                <a:cxn ang="0">
                  <a:pos x="218" y="194"/>
                </a:cxn>
                <a:cxn ang="0">
                  <a:pos x="232" y="184"/>
                </a:cxn>
                <a:cxn ang="0">
                  <a:pos x="254" y="170"/>
                </a:cxn>
                <a:cxn ang="0">
                  <a:pos x="256" y="112"/>
                </a:cxn>
                <a:cxn ang="0">
                  <a:pos x="24" y="120"/>
                </a:cxn>
                <a:cxn ang="0">
                  <a:pos x="18" y="118"/>
                </a:cxn>
                <a:cxn ang="0">
                  <a:pos x="16" y="24"/>
                </a:cxn>
                <a:cxn ang="0">
                  <a:pos x="18" y="18"/>
                </a:cxn>
                <a:cxn ang="0">
                  <a:pos x="144" y="16"/>
                </a:cxn>
                <a:cxn ang="0">
                  <a:pos x="150" y="18"/>
                </a:cxn>
                <a:cxn ang="0">
                  <a:pos x="152" y="40"/>
                </a:cxn>
                <a:cxn ang="0">
                  <a:pos x="152" y="112"/>
                </a:cxn>
                <a:cxn ang="0">
                  <a:pos x="148" y="120"/>
                </a:cxn>
                <a:cxn ang="0">
                  <a:pos x="88" y="192"/>
                </a:cxn>
                <a:cxn ang="0">
                  <a:pos x="76" y="188"/>
                </a:cxn>
                <a:cxn ang="0">
                  <a:pos x="72" y="176"/>
                </a:cxn>
                <a:cxn ang="0">
                  <a:pos x="82" y="162"/>
                </a:cxn>
                <a:cxn ang="0">
                  <a:pos x="94" y="162"/>
                </a:cxn>
                <a:cxn ang="0">
                  <a:pos x="104" y="176"/>
                </a:cxn>
                <a:cxn ang="0">
                  <a:pos x="100" y="188"/>
                </a:cxn>
                <a:cxn ang="0">
                  <a:pos x="192" y="192"/>
                </a:cxn>
                <a:cxn ang="0">
                  <a:pos x="180" y="188"/>
                </a:cxn>
                <a:cxn ang="0">
                  <a:pos x="176" y="176"/>
                </a:cxn>
                <a:cxn ang="0">
                  <a:pos x="186" y="162"/>
                </a:cxn>
                <a:cxn ang="0">
                  <a:pos x="198" y="162"/>
                </a:cxn>
                <a:cxn ang="0">
                  <a:pos x="208" y="176"/>
                </a:cxn>
                <a:cxn ang="0">
                  <a:pos x="204" y="188"/>
                </a:cxn>
                <a:cxn ang="0">
                  <a:pos x="240" y="160"/>
                </a:cxn>
                <a:cxn ang="0">
                  <a:pos x="238" y="166"/>
                </a:cxn>
                <a:cxn ang="0">
                  <a:pos x="222" y="168"/>
                </a:cxn>
                <a:cxn ang="0">
                  <a:pos x="212" y="150"/>
                </a:cxn>
                <a:cxn ang="0">
                  <a:pos x="192" y="144"/>
                </a:cxn>
                <a:cxn ang="0">
                  <a:pos x="166" y="158"/>
                </a:cxn>
                <a:cxn ang="0">
                  <a:pos x="118" y="168"/>
                </a:cxn>
                <a:cxn ang="0">
                  <a:pos x="98" y="146"/>
                </a:cxn>
                <a:cxn ang="0">
                  <a:pos x="78" y="146"/>
                </a:cxn>
                <a:cxn ang="0">
                  <a:pos x="58" y="168"/>
                </a:cxn>
                <a:cxn ang="0">
                  <a:pos x="44" y="168"/>
                </a:cxn>
                <a:cxn ang="0">
                  <a:pos x="40" y="160"/>
                </a:cxn>
                <a:cxn ang="0">
                  <a:pos x="144" y="136"/>
                </a:cxn>
                <a:cxn ang="0">
                  <a:pos x="166" y="122"/>
                </a:cxn>
                <a:cxn ang="0">
                  <a:pos x="200" y="56"/>
                </a:cxn>
                <a:cxn ang="0">
                  <a:pos x="206" y="60"/>
                </a:cxn>
                <a:cxn ang="0">
                  <a:pos x="240" y="112"/>
                </a:cxn>
              </a:cxnLst>
              <a:rect l="0" t="0" r="r" b="b"/>
              <a:pathLst>
                <a:path w="256" h="208">
                  <a:moveTo>
                    <a:pt x="252" y="98"/>
                  </a:moveTo>
                  <a:lnTo>
                    <a:pt x="220" y="50"/>
                  </a:lnTo>
                  <a:lnTo>
                    <a:pt x="220" y="50"/>
                  </a:lnTo>
                  <a:lnTo>
                    <a:pt x="216" y="46"/>
                  </a:lnTo>
                  <a:lnTo>
                    <a:pt x="212" y="42"/>
                  </a:lnTo>
                  <a:lnTo>
                    <a:pt x="206" y="40"/>
                  </a:lnTo>
                  <a:lnTo>
                    <a:pt x="200" y="40"/>
                  </a:lnTo>
                  <a:lnTo>
                    <a:pt x="168" y="40"/>
                  </a:lnTo>
                  <a:lnTo>
                    <a:pt x="168" y="24"/>
                  </a:lnTo>
                  <a:lnTo>
                    <a:pt x="168" y="24"/>
                  </a:lnTo>
                  <a:lnTo>
                    <a:pt x="166" y="14"/>
                  </a:lnTo>
                  <a:lnTo>
                    <a:pt x="160" y="8"/>
                  </a:lnTo>
                  <a:lnTo>
                    <a:pt x="154" y="2"/>
                  </a:lnTo>
                  <a:lnTo>
                    <a:pt x="144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14" y="2"/>
                  </a:lnTo>
                  <a:lnTo>
                    <a:pt x="8" y="8"/>
                  </a:lnTo>
                  <a:lnTo>
                    <a:pt x="2" y="14"/>
                  </a:lnTo>
                  <a:lnTo>
                    <a:pt x="0" y="24"/>
                  </a:lnTo>
                  <a:lnTo>
                    <a:pt x="0" y="112"/>
                  </a:lnTo>
                  <a:lnTo>
                    <a:pt x="0" y="112"/>
                  </a:lnTo>
                  <a:lnTo>
                    <a:pt x="2" y="122"/>
                  </a:lnTo>
                  <a:lnTo>
                    <a:pt x="8" y="128"/>
                  </a:lnTo>
                  <a:lnTo>
                    <a:pt x="14" y="134"/>
                  </a:lnTo>
                  <a:lnTo>
                    <a:pt x="24" y="136"/>
                  </a:lnTo>
                  <a:lnTo>
                    <a:pt x="24" y="136"/>
                  </a:lnTo>
                  <a:lnTo>
                    <a:pt x="24" y="160"/>
                  </a:lnTo>
                  <a:lnTo>
                    <a:pt x="24" y="160"/>
                  </a:lnTo>
                  <a:lnTo>
                    <a:pt x="26" y="170"/>
                  </a:lnTo>
                  <a:lnTo>
                    <a:pt x="32" y="176"/>
                  </a:lnTo>
                  <a:lnTo>
                    <a:pt x="38" y="182"/>
                  </a:lnTo>
                  <a:lnTo>
                    <a:pt x="48" y="184"/>
                  </a:lnTo>
                  <a:lnTo>
                    <a:pt x="58" y="184"/>
                  </a:lnTo>
                  <a:lnTo>
                    <a:pt x="58" y="184"/>
                  </a:lnTo>
                  <a:lnTo>
                    <a:pt x="62" y="194"/>
                  </a:lnTo>
                  <a:lnTo>
                    <a:pt x="68" y="202"/>
                  </a:lnTo>
                  <a:lnTo>
                    <a:pt x="78" y="206"/>
                  </a:lnTo>
                  <a:lnTo>
                    <a:pt x="88" y="208"/>
                  </a:lnTo>
                  <a:lnTo>
                    <a:pt x="88" y="208"/>
                  </a:lnTo>
                  <a:lnTo>
                    <a:pt x="98" y="206"/>
                  </a:lnTo>
                  <a:lnTo>
                    <a:pt x="108" y="202"/>
                  </a:lnTo>
                  <a:lnTo>
                    <a:pt x="114" y="194"/>
                  </a:lnTo>
                  <a:lnTo>
                    <a:pt x="118" y="184"/>
                  </a:lnTo>
                  <a:lnTo>
                    <a:pt x="162" y="184"/>
                  </a:lnTo>
                  <a:lnTo>
                    <a:pt x="162" y="184"/>
                  </a:lnTo>
                  <a:lnTo>
                    <a:pt x="166" y="194"/>
                  </a:lnTo>
                  <a:lnTo>
                    <a:pt x="172" y="202"/>
                  </a:lnTo>
                  <a:lnTo>
                    <a:pt x="182" y="206"/>
                  </a:lnTo>
                  <a:lnTo>
                    <a:pt x="192" y="208"/>
                  </a:lnTo>
                  <a:lnTo>
                    <a:pt x="192" y="208"/>
                  </a:lnTo>
                  <a:lnTo>
                    <a:pt x="202" y="206"/>
                  </a:lnTo>
                  <a:lnTo>
                    <a:pt x="212" y="202"/>
                  </a:lnTo>
                  <a:lnTo>
                    <a:pt x="218" y="194"/>
                  </a:lnTo>
                  <a:lnTo>
                    <a:pt x="222" y="184"/>
                  </a:lnTo>
                  <a:lnTo>
                    <a:pt x="232" y="184"/>
                  </a:lnTo>
                  <a:lnTo>
                    <a:pt x="232" y="184"/>
                  </a:lnTo>
                  <a:lnTo>
                    <a:pt x="242" y="182"/>
                  </a:lnTo>
                  <a:lnTo>
                    <a:pt x="248" y="176"/>
                  </a:lnTo>
                  <a:lnTo>
                    <a:pt x="254" y="170"/>
                  </a:lnTo>
                  <a:lnTo>
                    <a:pt x="256" y="160"/>
                  </a:lnTo>
                  <a:lnTo>
                    <a:pt x="256" y="112"/>
                  </a:lnTo>
                  <a:lnTo>
                    <a:pt x="256" y="112"/>
                  </a:lnTo>
                  <a:lnTo>
                    <a:pt x="254" y="106"/>
                  </a:lnTo>
                  <a:lnTo>
                    <a:pt x="252" y="98"/>
                  </a:lnTo>
                  <a:close/>
                  <a:moveTo>
                    <a:pt x="24" y="120"/>
                  </a:moveTo>
                  <a:lnTo>
                    <a:pt x="24" y="120"/>
                  </a:lnTo>
                  <a:lnTo>
                    <a:pt x="20" y="120"/>
                  </a:lnTo>
                  <a:lnTo>
                    <a:pt x="18" y="118"/>
                  </a:lnTo>
                  <a:lnTo>
                    <a:pt x="16" y="116"/>
                  </a:lnTo>
                  <a:lnTo>
                    <a:pt x="16" y="112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6" y="20"/>
                  </a:lnTo>
                  <a:lnTo>
                    <a:pt x="18" y="18"/>
                  </a:lnTo>
                  <a:lnTo>
                    <a:pt x="20" y="16"/>
                  </a:lnTo>
                  <a:lnTo>
                    <a:pt x="24" y="16"/>
                  </a:lnTo>
                  <a:lnTo>
                    <a:pt x="144" y="16"/>
                  </a:lnTo>
                  <a:lnTo>
                    <a:pt x="144" y="16"/>
                  </a:lnTo>
                  <a:lnTo>
                    <a:pt x="148" y="16"/>
                  </a:lnTo>
                  <a:lnTo>
                    <a:pt x="150" y="18"/>
                  </a:lnTo>
                  <a:lnTo>
                    <a:pt x="152" y="20"/>
                  </a:lnTo>
                  <a:lnTo>
                    <a:pt x="152" y="24"/>
                  </a:lnTo>
                  <a:lnTo>
                    <a:pt x="152" y="40"/>
                  </a:lnTo>
                  <a:lnTo>
                    <a:pt x="152" y="56"/>
                  </a:lnTo>
                  <a:lnTo>
                    <a:pt x="152" y="112"/>
                  </a:lnTo>
                  <a:lnTo>
                    <a:pt x="152" y="112"/>
                  </a:lnTo>
                  <a:lnTo>
                    <a:pt x="152" y="116"/>
                  </a:lnTo>
                  <a:lnTo>
                    <a:pt x="150" y="118"/>
                  </a:lnTo>
                  <a:lnTo>
                    <a:pt x="148" y="120"/>
                  </a:lnTo>
                  <a:lnTo>
                    <a:pt x="144" y="120"/>
                  </a:lnTo>
                  <a:lnTo>
                    <a:pt x="24" y="120"/>
                  </a:lnTo>
                  <a:close/>
                  <a:moveTo>
                    <a:pt x="88" y="192"/>
                  </a:moveTo>
                  <a:lnTo>
                    <a:pt x="88" y="192"/>
                  </a:lnTo>
                  <a:lnTo>
                    <a:pt x="82" y="190"/>
                  </a:lnTo>
                  <a:lnTo>
                    <a:pt x="76" y="188"/>
                  </a:lnTo>
                  <a:lnTo>
                    <a:pt x="74" y="182"/>
                  </a:lnTo>
                  <a:lnTo>
                    <a:pt x="72" y="176"/>
                  </a:lnTo>
                  <a:lnTo>
                    <a:pt x="72" y="176"/>
                  </a:lnTo>
                  <a:lnTo>
                    <a:pt x="74" y="170"/>
                  </a:lnTo>
                  <a:lnTo>
                    <a:pt x="76" y="164"/>
                  </a:lnTo>
                  <a:lnTo>
                    <a:pt x="82" y="162"/>
                  </a:lnTo>
                  <a:lnTo>
                    <a:pt x="88" y="160"/>
                  </a:lnTo>
                  <a:lnTo>
                    <a:pt x="88" y="160"/>
                  </a:lnTo>
                  <a:lnTo>
                    <a:pt x="94" y="162"/>
                  </a:lnTo>
                  <a:lnTo>
                    <a:pt x="100" y="164"/>
                  </a:lnTo>
                  <a:lnTo>
                    <a:pt x="102" y="170"/>
                  </a:lnTo>
                  <a:lnTo>
                    <a:pt x="104" y="176"/>
                  </a:lnTo>
                  <a:lnTo>
                    <a:pt x="104" y="176"/>
                  </a:lnTo>
                  <a:lnTo>
                    <a:pt x="102" y="182"/>
                  </a:lnTo>
                  <a:lnTo>
                    <a:pt x="100" y="188"/>
                  </a:lnTo>
                  <a:lnTo>
                    <a:pt x="94" y="190"/>
                  </a:lnTo>
                  <a:lnTo>
                    <a:pt x="88" y="192"/>
                  </a:lnTo>
                  <a:close/>
                  <a:moveTo>
                    <a:pt x="192" y="192"/>
                  </a:moveTo>
                  <a:lnTo>
                    <a:pt x="192" y="192"/>
                  </a:lnTo>
                  <a:lnTo>
                    <a:pt x="186" y="190"/>
                  </a:lnTo>
                  <a:lnTo>
                    <a:pt x="180" y="188"/>
                  </a:lnTo>
                  <a:lnTo>
                    <a:pt x="178" y="182"/>
                  </a:lnTo>
                  <a:lnTo>
                    <a:pt x="176" y="176"/>
                  </a:lnTo>
                  <a:lnTo>
                    <a:pt x="176" y="176"/>
                  </a:lnTo>
                  <a:lnTo>
                    <a:pt x="178" y="170"/>
                  </a:lnTo>
                  <a:lnTo>
                    <a:pt x="180" y="164"/>
                  </a:lnTo>
                  <a:lnTo>
                    <a:pt x="186" y="162"/>
                  </a:lnTo>
                  <a:lnTo>
                    <a:pt x="192" y="160"/>
                  </a:lnTo>
                  <a:lnTo>
                    <a:pt x="192" y="160"/>
                  </a:lnTo>
                  <a:lnTo>
                    <a:pt x="198" y="162"/>
                  </a:lnTo>
                  <a:lnTo>
                    <a:pt x="204" y="164"/>
                  </a:lnTo>
                  <a:lnTo>
                    <a:pt x="206" y="170"/>
                  </a:lnTo>
                  <a:lnTo>
                    <a:pt x="208" y="176"/>
                  </a:lnTo>
                  <a:lnTo>
                    <a:pt x="208" y="176"/>
                  </a:lnTo>
                  <a:lnTo>
                    <a:pt x="206" y="182"/>
                  </a:lnTo>
                  <a:lnTo>
                    <a:pt x="204" y="188"/>
                  </a:lnTo>
                  <a:lnTo>
                    <a:pt x="198" y="190"/>
                  </a:lnTo>
                  <a:lnTo>
                    <a:pt x="192" y="192"/>
                  </a:lnTo>
                  <a:close/>
                  <a:moveTo>
                    <a:pt x="240" y="160"/>
                  </a:moveTo>
                  <a:lnTo>
                    <a:pt x="240" y="160"/>
                  </a:lnTo>
                  <a:lnTo>
                    <a:pt x="240" y="164"/>
                  </a:lnTo>
                  <a:lnTo>
                    <a:pt x="238" y="166"/>
                  </a:lnTo>
                  <a:lnTo>
                    <a:pt x="236" y="168"/>
                  </a:lnTo>
                  <a:lnTo>
                    <a:pt x="232" y="168"/>
                  </a:lnTo>
                  <a:lnTo>
                    <a:pt x="222" y="168"/>
                  </a:lnTo>
                  <a:lnTo>
                    <a:pt x="222" y="168"/>
                  </a:lnTo>
                  <a:lnTo>
                    <a:pt x="218" y="158"/>
                  </a:lnTo>
                  <a:lnTo>
                    <a:pt x="212" y="150"/>
                  </a:lnTo>
                  <a:lnTo>
                    <a:pt x="202" y="146"/>
                  </a:lnTo>
                  <a:lnTo>
                    <a:pt x="192" y="144"/>
                  </a:lnTo>
                  <a:lnTo>
                    <a:pt x="192" y="144"/>
                  </a:lnTo>
                  <a:lnTo>
                    <a:pt x="182" y="146"/>
                  </a:lnTo>
                  <a:lnTo>
                    <a:pt x="172" y="150"/>
                  </a:lnTo>
                  <a:lnTo>
                    <a:pt x="166" y="158"/>
                  </a:lnTo>
                  <a:lnTo>
                    <a:pt x="162" y="168"/>
                  </a:lnTo>
                  <a:lnTo>
                    <a:pt x="118" y="168"/>
                  </a:lnTo>
                  <a:lnTo>
                    <a:pt x="118" y="168"/>
                  </a:lnTo>
                  <a:lnTo>
                    <a:pt x="114" y="158"/>
                  </a:lnTo>
                  <a:lnTo>
                    <a:pt x="108" y="150"/>
                  </a:lnTo>
                  <a:lnTo>
                    <a:pt x="98" y="146"/>
                  </a:lnTo>
                  <a:lnTo>
                    <a:pt x="88" y="144"/>
                  </a:lnTo>
                  <a:lnTo>
                    <a:pt x="88" y="144"/>
                  </a:lnTo>
                  <a:lnTo>
                    <a:pt x="78" y="146"/>
                  </a:lnTo>
                  <a:lnTo>
                    <a:pt x="68" y="150"/>
                  </a:lnTo>
                  <a:lnTo>
                    <a:pt x="62" y="158"/>
                  </a:lnTo>
                  <a:lnTo>
                    <a:pt x="58" y="168"/>
                  </a:lnTo>
                  <a:lnTo>
                    <a:pt x="48" y="168"/>
                  </a:lnTo>
                  <a:lnTo>
                    <a:pt x="48" y="168"/>
                  </a:lnTo>
                  <a:lnTo>
                    <a:pt x="44" y="168"/>
                  </a:lnTo>
                  <a:lnTo>
                    <a:pt x="42" y="166"/>
                  </a:lnTo>
                  <a:lnTo>
                    <a:pt x="40" y="164"/>
                  </a:lnTo>
                  <a:lnTo>
                    <a:pt x="40" y="160"/>
                  </a:lnTo>
                  <a:lnTo>
                    <a:pt x="40" y="136"/>
                  </a:lnTo>
                  <a:lnTo>
                    <a:pt x="144" y="136"/>
                  </a:lnTo>
                  <a:lnTo>
                    <a:pt x="144" y="136"/>
                  </a:lnTo>
                  <a:lnTo>
                    <a:pt x="154" y="134"/>
                  </a:lnTo>
                  <a:lnTo>
                    <a:pt x="160" y="128"/>
                  </a:lnTo>
                  <a:lnTo>
                    <a:pt x="166" y="122"/>
                  </a:lnTo>
                  <a:lnTo>
                    <a:pt x="168" y="112"/>
                  </a:lnTo>
                  <a:lnTo>
                    <a:pt x="168" y="56"/>
                  </a:lnTo>
                  <a:lnTo>
                    <a:pt x="200" y="56"/>
                  </a:lnTo>
                  <a:lnTo>
                    <a:pt x="200" y="56"/>
                  </a:lnTo>
                  <a:lnTo>
                    <a:pt x="204" y="56"/>
                  </a:lnTo>
                  <a:lnTo>
                    <a:pt x="206" y="60"/>
                  </a:lnTo>
                  <a:lnTo>
                    <a:pt x="238" y="108"/>
                  </a:lnTo>
                  <a:lnTo>
                    <a:pt x="238" y="108"/>
                  </a:lnTo>
                  <a:lnTo>
                    <a:pt x="240" y="112"/>
                  </a:lnTo>
                  <a:lnTo>
                    <a:pt x="240" y="16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</p:grpSp>
      <p:grpSp>
        <p:nvGrpSpPr>
          <p:cNvPr id="19" name="Group 18"/>
          <p:cNvGrpSpPr/>
          <p:nvPr/>
        </p:nvGrpSpPr>
        <p:grpSpPr>
          <a:xfrm>
            <a:off x="6280045" y="3549380"/>
            <a:ext cx="465099" cy="406961"/>
            <a:chOff x="2336800" y="2800350"/>
            <a:chExt cx="406400" cy="355600"/>
          </a:xfrm>
          <a:solidFill>
            <a:schemeClr val="tx2"/>
          </a:solidFill>
        </p:grpSpPr>
        <p:sp>
          <p:nvSpPr>
            <p:cNvPr id="135" name="Freeform 123"/>
            <p:cNvSpPr>
              <a:spLocks noEditPoints="1"/>
            </p:cNvSpPr>
            <p:nvPr/>
          </p:nvSpPr>
          <p:spPr bwMode="auto">
            <a:xfrm>
              <a:off x="2336800" y="2800350"/>
              <a:ext cx="406400" cy="292100"/>
            </a:xfrm>
            <a:custGeom>
              <a:avLst/>
              <a:gdLst/>
              <a:ahLst/>
              <a:cxnLst>
                <a:cxn ang="0">
                  <a:pos x="256" y="48"/>
                </a:cxn>
                <a:cxn ang="0">
                  <a:pos x="250" y="34"/>
                </a:cxn>
                <a:cxn ang="0">
                  <a:pos x="238" y="24"/>
                </a:cxn>
                <a:cxn ang="0">
                  <a:pos x="134" y="0"/>
                </a:cxn>
                <a:cxn ang="0">
                  <a:pos x="128" y="0"/>
                </a:cxn>
                <a:cxn ang="0">
                  <a:pos x="18" y="24"/>
                </a:cxn>
                <a:cxn ang="0">
                  <a:pos x="12" y="28"/>
                </a:cxn>
                <a:cxn ang="0">
                  <a:pos x="2" y="40"/>
                </a:cxn>
                <a:cxn ang="0">
                  <a:pos x="0" y="48"/>
                </a:cxn>
                <a:cxn ang="0">
                  <a:pos x="6" y="62"/>
                </a:cxn>
                <a:cxn ang="0">
                  <a:pos x="18" y="72"/>
                </a:cxn>
                <a:cxn ang="0">
                  <a:pos x="40" y="144"/>
                </a:cxn>
                <a:cxn ang="0">
                  <a:pos x="42" y="152"/>
                </a:cxn>
                <a:cxn ang="0">
                  <a:pos x="52" y="166"/>
                </a:cxn>
                <a:cxn ang="0">
                  <a:pos x="72" y="176"/>
                </a:cxn>
                <a:cxn ang="0">
                  <a:pos x="106" y="184"/>
                </a:cxn>
                <a:cxn ang="0">
                  <a:pos x="128" y="184"/>
                </a:cxn>
                <a:cxn ang="0">
                  <a:pos x="168" y="180"/>
                </a:cxn>
                <a:cxn ang="0">
                  <a:pos x="196" y="172"/>
                </a:cxn>
                <a:cxn ang="0">
                  <a:pos x="212" y="160"/>
                </a:cxn>
                <a:cxn ang="0">
                  <a:pos x="216" y="144"/>
                </a:cxn>
                <a:cxn ang="0">
                  <a:pos x="238" y="72"/>
                </a:cxn>
                <a:cxn ang="0">
                  <a:pos x="244" y="68"/>
                </a:cxn>
                <a:cxn ang="0">
                  <a:pos x="254" y="56"/>
                </a:cxn>
                <a:cxn ang="0">
                  <a:pos x="200" y="144"/>
                </a:cxn>
                <a:cxn ang="0">
                  <a:pos x="198" y="148"/>
                </a:cxn>
                <a:cxn ang="0">
                  <a:pos x="190" y="156"/>
                </a:cxn>
                <a:cxn ang="0">
                  <a:pos x="172" y="162"/>
                </a:cxn>
                <a:cxn ang="0">
                  <a:pos x="144" y="168"/>
                </a:cxn>
                <a:cxn ang="0">
                  <a:pos x="128" y="168"/>
                </a:cxn>
                <a:cxn ang="0">
                  <a:pos x="96" y="166"/>
                </a:cxn>
                <a:cxn ang="0">
                  <a:pos x="74" y="160"/>
                </a:cxn>
                <a:cxn ang="0">
                  <a:pos x="60" y="152"/>
                </a:cxn>
                <a:cxn ang="0">
                  <a:pos x="56" y="144"/>
                </a:cxn>
                <a:cxn ang="0">
                  <a:pos x="122" y="96"/>
                </a:cxn>
                <a:cxn ang="0">
                  <a:pos x="128" y="96"/>
                </a:cxn>
                <a:cxn ang="0">
                  <a:pos x="134" y="96"/>
                </a:cxn>
                <a:cxn ang="0">
                  <a:pos x="200" y="144"/>
                </a:cxn>
                <a:cxn ang="0">
                  <a:pos x="130" y="80"/>
                </a:cxn>
                <a:cxn ang="0">
                  <a:pos x="128" y="80"/>
                </a:cxn>
                <a:cxn ang="0">
                  <a:pos x="22" y="56"/>
                </a:cxn>
                <a:cxn ang="0">
                  <a:pos x="18" y="52"/>
                </a:cxn>
                <a:cxn ang="0">
                  <a:pos x="16" y="48"/>
                </a:cxn>
                <a:cxn ang="0">
                  <a:pos x="22" y="40"/>
                </a:cxn>
                <a:cxn ang="0">
                  <a:pos x="126" y="16"/>
                </a:cxn>
                <a:cxn ang="0">
                  <a:pos x="128" y="16"/>
                </a:cxn>
                <a:cxn ang="0">
                  <a:pos x="234" y="40"/>
                </a:cxn>
                <a:cxn ang="0">
                  <a:pos x="238" y="44"/>
                </a:cxn>
                <a:cxn ang="0">
                  <a:pos x="240" y="48"/>
                </a:cxn>
                <a:cxn ang="0">
                  <a:pos x="234" y="56"/>
                </a:cxn>
              </a:cxnLst>
              <a:rect l="0" t="0" r="r" b="b"/>
              <a:pathLst>
                <a:path w="256" h="184">
                  <a:moveTo>
                    <a:pt x="256" y="48"/>
                  </a:moveTo>
                  <a:lnTo>
                    <a:pt x="256" y="48"/>
                  </a:lnTo>
                  <a:lnTo>
                    <a:pt x="254" y="40"/>
                  </a:lnTo>
                  <a:lnTo>
                    <a:pt x="250" y="34"/>
                  </a:lnTo>
                  <a:lnTo>
                    <a:pt x="244" y="28"/>
                  </a:lnTo>
                  <a:lnTo>
                    <a:pt x="238" y="24"/>
                  </a:lnTo>
                  <a:lnTo>
                    <a:pt x="134" y="0"/>
                  </a:lnTo>
                  <a:lnTo>
                    <a:pt x="134" y="0"/>
                  </a:lnTo>
                  <a:lnTo>
                    <a:pt x="128" y="0"/>
                  </a:lnTo>
                  <a:lnTo>
                    <a:pt x="128" y="0"/>
                  </a:lnTo>
                  <a:lnTo>
                    <a:pt x="122" y="0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2" y="28"/>
                  </a:lnTo>
                  <a:lnTo>
                    <a:pt x="6" y="34"/>
                  </a:lnTo>
                  <a:lnTo>
                    <a:pt x="2" y="40"/>
                  </a:lnTo>
                  <a:lnTo>
                    <a:pt x="0" y="48"/>
                  </a:lnTo>
                  <a:lnTo>
                    <a:pt x="0" y="48"/>
                  </a:lnTo>
                  <a:lnTo>
                    <a:pt x="2" y="56"/>
                  </a:lnTo>
                  <a:lnTo>
                    <a:pt x="6" y="62"/>
                  </a:lnTo>
                  <a:lnTo>
                    <a:pt x="12" y="68"/>
                  </a:lnTo>
                  <a:lnTo>
                    <a:pt x="18" y="72"/>
                  </a:lnTo>
                  <a:lnTo>
                    <a:pt x="40" y="76"/>
                  </a:lnTo>
                  <a:lnTo>
                    <a:pt x="40" y="144"/>
                  </a:lnTo>
                  <a:lnTo>
                    <a:pt x="40" y="144"/>
                  </a:lnTo>
                  <a:lnTo>
                    <a:pt x="42" y="152"/>
                  </a:lnTo>
                  <a:lnTo>
                    <a:pt x="44" y="160"/>
                  </a:lnTo>
                  <a:lnTo>
                    <a:pt x="52" y="166"/>
                  </a:lnTo>
                  <a:lnTo>
                    <a:pt x="60" y="172"/>
                  </a:lnTo>
                  <a:lnTo>
                    <a:pt x="72" y="176"/>
                  </a:lnTo>
                  <a:lnTo>
                    <a:pt x="88" y="180"/>
                  </a:lnTo>
                  <a:lnTo>
                    <a:pt x="106" y="184"/>
                  </a:lnTo>
                  <a:lnTo>
                    <a:pt x="128" y="184"/>
                  </a:lnTo>
                  <a:lnTo>
                    <a:pt x="128" y="184"/>
                  </a:lnTo>
                  <a:lnTo>
                    <a:pt x="150" y="184"/>
                  </a:lnTo>
                  <a:lnTo>
                    <a:pt x="168" y="180"/>
                  </a:lnTo>
                  <a:lnTo>
                    <a:pt x="184" y="176"/>
                  </a:lnTo>
                  <a:lnTo>
                    <a:pt x="196" y="172"/>
                  </a:lnTo>
                  <a:lnTo>
                    <a:pt x="204" y="166"/>
                  </a:lnTo>
                  <a:lnTo>
                    <a:pt x="212" y="160"/>
                  </a:lnTo>
                  <a:lnTo>
                    <a:pt x="214" y="152"/>
                  </a:lnTo>
                  <a:lnTo>
                    <a:pt x="216" y="144"/>
                  </a:lnTo>
                  <a:lnTo>
                    <a:pt x="216" y="76"/>
                  </a:lnTo>
                  <a:lnTo>
                    <a:pt x="238" y="72"/>
                  </a:lnTo>
                  <a:lnTo>
                    <a:pt x="238" y="72"/>
                  </a:lnTo>
                  <a:lnTo>
                    <a:pt x="244" y="68"/>
                  </a:lnTo>
                  <a:lnTo>
                    <a:pt x="250" y="62"/>
                  </a:lnTo>
                  <a:lnTo>
                    <a:pt x="254" y="56"/>
                  </a:lnTo>
                  <a:lnTo>
                    <a:pt x="256" y="48"/>
                  </a:lnTo>
                  <a:close/>
                  <a:moveTo>
                    <a:pt x="200" y="144"/>
                  </a:moveTo>
                  <a:lnTo>
                    <a:pt x="200" y="144"/>
                  </a:lnTo>
                  <a:lnTo>
                    <a:pt x="198" y="148"/>
                  </a:lnTo>
                  <a:lnTo>
                    <a:pt x="196" y="152"/>
                  </a:lnTo>
                  <a:lnTo>
                    <a:pt x="190" y="156"/>
                  </a:lnTo>
                  <a:lnTo>
                    <a:pt x="182" y="160"/>
                  </a:lnTo>
                  <a:lnTo>
                    <a:pt x="172" y="162"/>
                  </a:lnTo>
                  <a:lnTo>
                    <a:pt x="160" y="166"/>
                  </a:lnTo>
                  <a:lnTo>
                    <a:pt x="144" y="168"/>
                  </a:lnTo>
                  <a:lnTo>
                    <a:pt x="128" y="168"/>
                  </a:lnTo>
                  <a:lnTo>
                    <a:pt x="128" y="168"/>
                  </a:lnTo>
                  <a:lnTo>
                    <a:pt x="112" y="168"/>
                  </a:lnTo>
                  <a:lnTo>
                    <a:pt x="96" y="166"/>
                  </a:lnTo>
                  <a:lnTo>
                    <a:pt x="84" y="162"/>
                  </a:lnTo>
                  <a:lnTo>
                    <a:pt x="74" y="160"/>
                  </a:lnTo>
                  <a:lnTo>
                    <a:pt x="66" y="156"/>
                  </a:lnTo>
                  <a:lnTo>
                    <a:pt x="60" y="152"/>
                  </a:lnTo>
                  <a:lnTo>
                    <a:pt x="58" y="148"/>
                  </a:lnTo>
                  <a:lnTo>
                    <a:pt x="56" y="144"/>
                  </a:lnTo>
                  <a:lnTo>
                    <a:pt x="56" y="80"/>
                  </a:lnTo>
                  <a:lnTo>
                    <a:pt x="122" y="96"/>
                  </a:lnTo>
                  <a:lnTo>
                    <a:pt x="122" y="96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34" y="96"/>
                  </a:lnTo>
                  <a:lnTo>
                    <a:pt x="200" y="80"/>
                  </a:lnTo>
                  <a:lnTo>
                    <a:pt x="200" y="144"/>
                  </a:lnTo>
                  <a:close/>
                  <a:moveTo>
                    <a:pt x="130" y="80"/>
                  </a:moveTo>
                  <a:lnTo>
                    <a:pt x="130" y="80"/>
                  </a:lnTo>
                  <a:lnTo>
                    <a:pt x="128" y="80"/>
                  </a:lnTo>
                  <a:lnTo>
                    <a:pt x="128" y="80"/>
                  </a:lnTo>
                  <a:lnTo>
                    <a:pt x="126" y="80"/>
                  </a:lnTo>
                  <a:lnTo>
                    <a:pt x="22" y="56"/>
                  </a:lnTo>
                  <a:lnTo>
                    <a:pt x="22" y="56"/>
                  </a:lnTo>
                  <a:lnTo>
                    <a:pt x="18" y="52"/>
                  </a:lnTo>
                  <a:lnTo>
                    <a:pt x="16" y="48"/>
                  </a:lnTo>
                  <a:lnTo>
                    <a:pt x="16" y="48"/>
                  </a:lnTo>
                  <a:lnTo>
                    <a:pt x="18" y="44"/>
                  </a:lnTo>
                  <a:lnTo>
                    <a:pt x="22" y="40"/>
                  </a:lnTo>
                  <a:lnTo>
                    <a:pt x="126" y="16"/>
                  </a:lnTo>
                  <a:lnTo>
                    <a:pt x="126" y="16"/>
                  </a:lnTo>
                  <a:lnTo>
                    <a:pt x="128" y="16"/>
                  </a:lnTo>
                  <a:lnTo>
                    <a:pt x="128" y="16"/>
                  </a:lnTo>
                  <a:lnTo>
                    <a:pt x="130" y="16"/>
                  </a:lnTo>
                  <a:lnTo>
                    <a:pt x="234" y="40"/>
                  </a:lnTo>
                  <a:lnTo>
                    <a:pt x="234" y="40"/>
                  </a:lnTo>
                  <a:lnTo>
                    <a:pt x="238" y="44"/>
                  </a:lnTo>
                  <a:lnTo>
                    <a:pt x="240" y="48"/>
                  </a:lnTo>
                  <a:lnTo>
                    <a:pt x="240" y="48"/>
                  </a:lnTo>
                  <a:lnTo>
                    <a:pt x="238" y="52"/>
                  </a:lnTo>
                  <a:lnTo>
                    <a:pt x="234" y="56"/>
                  </a:lnTo>
                  <a:lnTo>
                    <a:pt x="130" y="8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36" name="Freeform 127"/>
            <p:cNvSpPr>
              <a:spLocks/>
            </p:cNvSpPr>
            <p:nvPr/>
          </p:nvSpPr>
          <p:spPr bwMode="auto">
            <a:xfrm>
              <a:off x="2705100" y="2927350"/>
              <a:ext cx="25400" cy="139700"/>
            </a:xfrm>
            <a:custGeom>
              <a:avLst/>
              <a:gdLst/>
              <a:ahLst/>
              <a:cxnLst>
                <a:cxn ang="0">
                  <a:pos x="0" y="8"/>
                </a:cxn>
                <a:cxn ang="0">
                  <a:pos x="0" y="80"/>
                </a:cxn>
                <a:cxn ang="0">
                  <a:pos x="0" y="80"/>
                </a:cxn>
                <a:cxn ang="0">
                  <a:pos x="0" y="84"/>
                </a:cxn>
                <a:cxn ang="0">
                  <a:pos x="2" y="86"/>
                </a:cxn>
                <a:cxn ang="0">
                  <a:pos x="4" y="88"/>
                </a:cxn>
                <a:cxn ang="0">
                  <a:pos x="8" y="88"/>
                </a:cxn>
                <a:cxn ang="0">
                  <a:pos x="8" y="88"/>
                </a:cxn>
                <a:cxn ang="0">
                  <a:pos x="12" y="88"/>
                </a:cxn>
                <a:cxn ang="0">
                  <a:pos x="14" y="86"/>
                </a:cxn>
                <a:cxn ang="0">
                  <a:pos x="16" y="84"/>
                </a:cxn>
                <a:cxn ang="0">
                  <a:pos x="16" y="80"/>
                </a:cxn>
                <a:cxn ang="0">
                  <a:pos x="16" y="8"/>
                </a:cxn>
                <a:cxn ang="0">
                  <a:pos x="16" y="8"/>
                </a:cxn>
                <a:cxn ang="0">
                  <a:pos x="16" y="4"/>
                </a:cxn>
                <a:cxn ang="0">
                  <a:pos x="14" y="2"/>
                </a:cxn>
                <a:cxn ang="0">
                  <a:pos x="12" y="0"/>
                </a:cxn>
                <a:cxn ang="0">
                  <a:pos x="8" y="0"/>
                </a:cxn>
                <a:cxn ang="0">
                  <a:pos x="8" y="0"/>
                </a:cxn>
                <a:cxn ang="0">
                  <a:pos x="4" y="0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8"/>
                </a:cxn>
              </a:cxnLst>
              <a:rect l="0" t="0" r="r" b="b"/>
              <a:pathLst>
                <a:path w="16" h="88">
                  <a:moveTo>
                    <a:pt x="0" y="8"/>
                  </a:moveTo>
                  <a:lnTo>
                    <a:pt x="0" y="80"/>
                  </a:lnTo>
                  <a:lnTo>
                    <a:pt x="0" y="80"/>
                  </a:lnTo>
                  <a:lnTo>
                    <a:pt x="0" y="84"/>
                  </a:lnTo>
                  <a:lnTo>
                    <a:pt x="2" y="86"/>
                  </a:lnTo>
                  <a:lnTo>
                    <a:pt x="4" y="88"/>
                  </a:lnTo>
                  <a:lnTo>
                    <a:pt x="8" y="88"/>
                  </a:lnTo>
                  <a:lnTo>
                    <a:pt x="8" y="88"/>
                  </a:lnTo>
                  <a:lnTo>
                    <a:pt x="12" y="88"/>
                  </a:lnTo>
                  <a:lnTo>
                    <a:pt x="14" y="86"/>
                  </a:lnTo>
                  <a:lnTo>
                    <a:pt x="16" y="84"/>
                  </a:lnTo>
                  <a:lnTo>
                    <a:pt x="16" y="80"/>
                  </a:lnTo>
                  <a:lnTo>
                    <a:pt x="16" y="8"/>
                  </a:lnTo>
                  <a:lnTo>
                    <a:pt x="16" y="8"/>
                  </a:lnTo>
                  <a:lnTo>
                    <a:pt x="16" y="4"/>
                  </a:lnTo>
                  <a:lnTo>
                    <a:pt x="14" y="2"/>
                  </a:lnTo>
                  <a:lnTo>
                    <a:pt x="12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37" name="Freeform 129"/>
            <p:cNvSpPr>
              <a:spLocks/>
            </p:cNvSpPr>
            <p:nvPr/>
          </p:nvSpPr>
          <p:spPr bwMode="auto">
            <a:xfrm>
              <a:off x="2692400" y="3079750"/>
              <a:ext cx="50800" cy="76200"/>
            </a:xfrm>
            <a:custGeom>
              <a:avLst/>
              <a:gdLst/>
              <a:ahLst/>
              <a:cxnLst>
                <a:cxn ang="0">
                  <a:pos x="16" y="0"/>
                </a:cxn>
                <a:cxn ang="0">
                  <a:pos x="16" y="0"/>
                </a:cxn>
                <a:cxn ang="0">
                  <a:pos x="12" y="2"/>
                </a:cxn>
                <a:cxn ang="0">
                  <a:pos x="10" y="4"/>
                </a:cxn>
                <a:cxn ang="0">
                  <a:pos x="4" y="12"/>
                </a:cxn>
                <a:cxn ang="0">
                  <a:pos x="2" y="24"/>
                </a:cxn>
                <a:cxn ang="0">
                  <a:pos x="0" y="32"/>
                </a:cxn>
                <a:cxn ang="0">
                  <a:pos x="0" y="32"/>
                </a:cxn>
                <a:cxn ang="0">
                  <a:pos x="2" y="38"/>
                </a:cxn>
                <a:cxn ang="0">
                  <a:pos x="4" y="44"/>
                </a:cxn>
                <a:cxn ang="0">
                  <a:pos x="10" y="46"/>
                </a:cxn>
                <a:cxn ang="0">
                  <a:pos x="16" y="48"/>
                </a:cxn>
                <a:cxn ang="0">
                  <a:pos x="16" y="48"/>
                </a:cxn>
                <a:cxn ang="0">
                  <a:pos x="22" y="46"/>
                </a:cxn>
                <a:cxn ang="0">
                  <a:pos x="28" y="44"/>
                </a:cxn>
                <a:cxn ang="0">
                  <a:pos x="30" y="38"/>
                </a:cxn>
                <a:cxn ang="0">
                  <a:pos x="32" y="32"/>
                </a:cxn>
                <a:cxn ang="0">
                  <a:pos x="32" y="32"/>
                </a:cxn>
                <a:cxn ang="0">
                  <a:pos x="30" y="24"/>
                </a:cxn>
                <a:cxn ang="0">
                  <a:pos x="28" y="12"/>
                </a:cxn>
                <a:cxn ang="0">
                  <a:pos x="22" y="4"/>
                </a:cxn>
                <a:cxn ang="0">
                  <a:pos x="20" y="2"/>
                </a:cxn>
                <a:cxn ang="0">
                  <a:pos x="16" y="0"/>
                </a:cxn>
              </a:cxnLst>
              <a:rect l="0" t="0" r="r" b="b"/>
              <a:pathLst>
                <a:path w="32" h="48">
                  <a:moveTo>
                    <a:pt x="16" y="0"/>
                  </a:moveTo>
                  <a:lnTo>
                    <a:pt x="16" y="0"/>
                  </a:lnTo>
                  <a:lnTo>
                    <a:pt x="12" y="2"/>
                  </a:lnTo>
                  <a:lnTo>
                    <a:pt x="10" y="4"/>
                  </a:lnTo>
                  <a:lnTo>
                    <a:pt x="4" y="12"/>
                  </a:lnTo>
                  <a:lnTo>
                    <a:pt x="2" y="24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2" y="38"/>
                  </a:lnTo>
                  <a:lnTo>
                    <a:pt x="4" y="44"/>
                  </a:lnTo>
                  <a:lnTo>
                    <a:pt x="10" y="46"/>
                  </a:lnTo>
                  <a:lnTo>
                    <a:pt x="16" y="48"/>
                  </a:lnTo>
                  <a:lnTo>
                    <a:pt x="16" y="48"/>
                  </a:lnTo>
                  <a:lnTo>
                    <a:pt x="22" y="46"/>
                  </a:lnTo>
                  <a:lnTo>
                    <a:pt x="28" y="44"/>
                  </a:lnTo>
                  <a:lnTo>
                    <a:pt x="30" y="38"/>
                  </a:lnTo>
                  <a:lnTo>
                    <a:pt x="32" y="32"/>
                  </a:lnTo>
                  <a:lnTo>
                    <a:pt x="32" y="32"/>
                  </a:lnTo>
                  <a:lnTo>
                    <a:pt x="30" y="24"/>
                  </a:lnTo>
                  <a:lnTo>
                    <a:pt x="28" y="12"/>
                  </a:lnTo>
                  <a:lnTo>
                    <a:pt x="22" y="4"/>
                  </a:lnTo>
                  <a:lnTo>
                    <a:pt x="20" y="2"/>
                  </a:lnTo>
                  <a:lnTo>
                    <a:pt x="16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</p:grpSp>
      <p:grpSp>
        <p:nvGrpSpPr>
          <p:cNvPr id="20" name="Group 19"/>
          <p:cNvGrpSpPr/>
          <p:nvPr/>
        </p:nvGrpSpPr>
        <p:grpSpPr>
          <a:xfrm>
            <a:off x="6280045" y="1659915"/>
            <a:ext cx="465099" cy="465099"/>
            <a:chOff x="2336800" y="1149350"/>
            <a:chExt cx="406400" cy="406400"/>
          </a:xfrm>
          <a:solidFill>
            <a:schemeClr val="tx2"/>
          </a:solidFill>
        </p:grpSpPr>
        <p:sp>
          <p:nvSpPr>
            <p:cNvPr id="122" name="Freeform 253"/>
            <p:cNvSpPr>
              <a:spLocks noEditPoints="1"/>
            </p:cNvSpPr>
            <p:nvPr/>
          </p:nvSpPr>
          <p:spPr bwMode="auto">
            <a:xfrm>
              <a:off x="2336800" y="1149350"/>
              <a:ext cx="406400" cy="406400"/>
            </a:xfrm>
            <a:custGeom>
              <a:avLst/>
              <a:gdLst/>
              <a:ahLst/>
              <a:cxnLst>
                <a:cxn ang="0">
                  <a:pos x="56" y="0"/>
                </a:cxn>
                <a:cxn ang="0">
                  <a:pos x="46" y="2"/>
                </a:cxn>
                <a:cxn ang="0">
                  <a:pos x="34" y="14"/>
                </a:cxn>
                <a:cxn ang="0">
                  <a:pos x="32" y="40"/>
                </a:cxn>
                <a:cxn ang="0">
                  <a:pos x="24" y="40"/>
                </a:cxn>
                <a:cxn ang="0">
                  <a:pos x="8" y="48"/>
                </a:cxn>
                <a:cxn ang="0">
                  <a:pos x="0" y="64"/>
                </a:cxn>
                <a:cxn ang="0">
                  <a:pos x="0" y="224"/>
                </a:cxn>
                <a:cxn ang="0">
                  <a:pos x="2" y="236"/>
                </a:cxn>
                <a:cxn ang="0">
                  <a:pos x="20" y="254"/>
                </a:cxn>
                <a:cxn ang="0">
                  <a:pos x="32" y="256"/>
                </a:cxn>
                <a:cxn ang="0">
                  <a:pos x="224" y="256"/>
                </a:cxn>
                <a:cxn ang="0">
                  <a:pos x="236" y="254"/>
                </a:cxn>
                <a:cxn ang="0">
                  <a:pos x="254" y="236"/>
                </a:cxn>
                <a:cxn ang="0">
                  <a:pos x="256" y="224"/>
                </a:cxn>
                <a:cxn ang="0">
                  <a:pos x="256" y="24"/>
                </a:cxn>
                <a:cxn ang="0">
                  <a:pos x="248" y="8"/>
                </a:cxn>
                <a:cxn ang="0">
                  <a:pos x="232" y="0"/>
                </a:cxn>
                <a:cxn ang="0">
                  <a:pos x="240" y="224"/>
                </a:cxn>
                <a:cxn ang="0">
                  <a:pos x="236" y="236"/>
                </a:cxn>
                <a:cxn ang="0">
                  <a:pos x="224" y="240"/>
                </a:cxn>
                <a:cxn ang="0">
                  <a:pos x="32" y="240"/>
                </a:cxn>
                <a:cxn ang="0">
                  <a:pos x="20" y="236"/>
                </a:cxn>
                <a:cxn ang="0">
                  <a:pos x="16" y="224"/>
                </a:cxn>
                <a:cxn ang="0">
                  <a:pos x="16" y="64"/>
                </a:cxn>
                <a:cxn ang="0">
                  <a:pos x="18" y="58"/>
                </a:cxn>
                <a:cxn ang="0">
                  <a:pos x="24" y="56"/>
                </a:cxn>
                <a:cxn ang="0">
                  <a:pos x="32" y="216"/>
                </a:cxn>
                <a:cxn ang="0">
                  <a:pos x="32" y="220"/>
                </a:cxn>
                <a:cxn ang="0">
                  <a:pos x="36" y="224"/>
                </a:cxn>
                <a:cxn ang="0">
                  <a:pos x="40" y="224"/>
                </a:cxn>
                <a:cxn ang="0">
                  <a:pos x="46" y="222"/>
                </a:cxn>
                <a:cxn ang="0">
                  <a:pos x="48" y="216"/>
                </a:cxn>
                <a:cxn ang="0">
                  <a:pos x="48" y="24"/>
                </a:cxn>
                <a:cxn ang="0">
                  <a:pos x="50" y="18"/>
                </a:cxn>
                <a:cxn ang="0">
                  <a:pos x="56" y="16"/>
                </a:cxn>
                <a:cxn ang="0">
                  <a:pos x="232" y="16"/>
                </a:cxn>
                <a:cxn ang="0">
                  <a:pos x="238" y="18"/>
                </a:cxn>
                <a:cxn ang="0">
                  <a:pos x="240" y="24"/>
                </a:cxn>
              </a:cxnLst>
              <a:rect l="0" t="0" r="r" b="b"/>
              <a:pathLst>
                <a:path w="256" h="256">
                  <a:moveTo>
                    <a:pt x="232" y="0"/>
                  </a:moveTo>
                  <a:lnTo>
                    <a:pt x="56" y="0"/>
                  </a:lnTo>
                  <a:lnTo>
                    <a:pt x="56" y="0"/>
                  </a:lnTo>
                  <a:lnTo>
                    <a:pt x="46" y="2"/>
                  </a:lnTo>
                  <a:lnTo>
                    <a:pt x="40" y="8"/>
                  </a:lnTo>
                  <a:lnTo>
                    <a:pt x="34" y="14"/>
                  </a:lnTo>
                  <a:lnTo>
                    <a:pt x="32" y="24"/>
                  </a:lnTo>
                  <a:lnTo>
                    <a:pt x="32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14" y="42"/>
                  </a:lnTo>
                  <a:lnTo>
                    <a:pt x="8" y="48"/>
                  </a:lnTo>
                  <a:lnTo>
                    <a:pt x="2" y="54"/>
                  </a:lnTo>
                  <a:lnTo>
                    <a:pt x="0" y="64"/>
                  </a:lnTo>
                  <a:lnTo>
                    <a:pt x="0" y="224"/>
                  </a:lnTo>
                  <a:lnTo>
                    <a:pt x="0" y="224"/>
                  </a:lnTo>
                  <a:lnTo>
                    <a:pt x="0" y="230"/>
                  </a:lnTo>
                  <a:lnTo>
                    <a:pt x="2" y="236"/>
                  </a:lnTo>
                  <a:lnTo>
                    <a:pt x="10" y="246"/>
                  </a:lnTo>
                  <a:lnTo>
                    <a:pt x="20" y="254"/>
                  </a:lnTo>
                  <a:lnTo>
                    <a:pt x="26" y="256"/>
                  </a:lnTo>
                  <a:lnTo>
                    <a:pt x="32" y="256"/>
                  </a:lnTo>
                  <a:lnTo>
                    <a:pt x="224" y="256"/>
                  </a:lnTo>
                  <a:lnTo>
                    <a:pt x="224" y="256"/>
                  </a:lnTo>
                  <a:lnTo>
                    <a:pt x="230" y="256"/>
                  </a:lnTo>
                  <a:lnTo>
                    <a:pt x="236" y="254"/>
                  </a:lnTo>
                  <a:lnTo>
                    <a:pt x="246" y="246"/>
                  </a:lnTo>
                  <a:lnTo>
                    <a:pt x="254" y="236"/>
                  </a:lnTo>
                  <a:lnTo>
                    <a:pt x="256" y="230"/>
                  </a:lnTo>
                  <a:lnTo>
                    <a:pt x="256" y="224"/>
                  </a:lnTo>
                  <a:lnTo>
                    <a:pt x="256" y="24"/>
                  </a:lnTo>
                  <a:lnTo>
                    <a:pt x="256" y="24"/>
                  </a:lnTo>
                  <a:lnTo>
                    <a:pt x="254" y="14"/>
                  </a:lnTo>
                  <a:lnTo>
                    <a:pt x="248" y="8"/>
                  </a:lnTo>
                  <a:lnTo>
                    <a:pt x="242" y="2"/>
                  </a:lnTo>
                  <a:lnTo>
                    <a:pt x="232" y="0"/>
                  </a:lnTo>
                  <a:close/>
                  <a:moveTo>
                    <a:pt x="240" y="224"/>
                  </a:moveTo>
                  <a:lnTo>
                    <a:pt x="240" y="224"/>
                  </a:lnTo>
                  <a:lnTo>
                    <a:pt x="238" y="230"/>
                  </a:lnTo>
                  <a:lnTo>
                    <a:pt x="236" y="236"/>
                  </a:lnTo>
                  <a:lnTo>
                    <a:pt x="230" y="238"/>
                  </a:lnTo>
                  <a:lnTo>
                    <a:pt x="224" y="240"/>
                  </a:lnTo>
                  <a:lnTo>
                    <a:pt x="32" y="240"/>
                  </a:lnTo>
                  <a:lnTo>
                    <a:pt x="32" y="240"/>
                  </a:lnTo>
                  <a:lnTo>
                    <a:pt x="26" y="238"/>
                  </a:lnTo>
                  <a:lnTo>
                    <a:pt x="20" y="236"/>
                  </a:lnTo>
                  <a:lnTo>
                    <a:pt x="18" y="230"/>
                  </a:lnTo>
                  <a:lnTo>
                    <a:pt x="16" y="224"/>
                  </a:lnTo>
                  <a:lnTo>
                    <a:pt x="16" y="64"/>
                  </a:lnTo>
                  <a:lnTo>
                    <a:pt x="16" y="64"/>
                  </a:lnTo>
                  <a:lnTo>
                    <a:pt x="16" y="60"/>
                  </a:lnTo>
                  <a:lnTo>
                    <a:pt x="18" y="58"/>
                  </a:lnTo>
                  <a:lnTo>
                    <a:pt x="20" y="56"/>
                  </a:lnTo>
                  <a:lnTo>
                    <a:pt x="24" y="56"/>
                  </a:lnTo>
                  <a:lnTo>
                    <a:pt x="32" y="56"/>
                  </a:lnTo>
                  <a:lnTo>
                    <a:pt x="32" y="216"/>
                  </a:lnTo>
                  <a:lnTo>
                    <a:pt x="32" y="216"/>
                  </a:lnTo>
                  <a:lnTo>
                    <a:pt x="32" y="220"/>
                  </a:lnTo>
                  <a:lnTo>
                    <a:pt x="34" y="222"/>
                  </a:lnTo>
                  <a:lnTo>
                    <a:pt x="36" y="224"/>
                  </a:lnTo>
                  <a:lnTo>
                    <a:pt x="40" y="224"/>
                  </a:lnTo>
                  <a:lnTo>
                    <a:pt x="40" y="224"/>
                  </a:lnTo>
                  <a:lnTo>
                    <a:pt x="44" y="224"/>
                  </a:lnTo>
                  <a:lnTo>
                    <a:pt x="46" y="222"/>
                  </a:lnTo>
                  <a:lnTo>
                    <a:pt x="48" y="220"/>
                  </a:lnTo>
                  <a:lnTo>
                    <a:pt x="48" y="216"/>
                  </a:lnTo>
                  <a:lnTo>
                    <a:pt x="48" y="24"/>
                  </a:lnTo>
                  <a:lnTo>
                    <a:pt x="48" y="24"/>
                  </a:lnTo>
                  <a:lnTo>
                    <a:pt x="48" y="20"/>
                  </a:lnTo>
                  <a:lnTo>
                    <a:pt x="50" y="18"/>
                  </a:lnTo>
                  <a:lnTo>
                    <a:pt x="52" y="16"/>
                  </a:lnTo>
                  <a:lnTo>
                    <a:pt x="56" y="16"/>
                  </a:lnTo>
                  <a:lnTo>
                    <a:pt x="232" y="16"/>
                  </a:lnTo>
                  <a:lnTo>
                    <a:pt x="232" y="16"/>
                  </a:lnTo>
                  <a:lnTo>
                    <a:pt x="236" y="16"/>
                  </a:lnTo>
                  <a:lnTo>
                    <a:pt x="238" y="18"/>
                  </a:lnTo>
                  <a:lnTo>
                    <a:pt x="240" y="20"/>
                  </a:lnTo>
                  <a:lnTo>
                    <a:pt x="240" y="24"/>
                  </a:lnTo>
                  <a:lnTo>
                    <a:pt x="240" y="2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23" name="Freeform 256"/>
            <p:cNvSpPr>
              <a:spLocks/>
            </p:cNvSpPr>
            <p:nvPr/>
          </p:nvSpPr>
          <p:spPr bwMode="auto">
            <a:xfrm>
              <a:off x="2578100" y="1301750"/>
              <a:ext cx="114300" cy="12700"/>
            </a:xfrm>
            <a:custGeom>
              <a:avLst/>
              <a:gdLst/>
              <a:ahLst/>
              <a:cxnLst>
                <a:cxn ang="0">
                  <a:pos x="4" y="8"/>
                </a:cxn>
                <a:cxn ang="0">
                  <a:pos x="68" y="8"/>
                </a:cxn>
                <a:cxn ang="0">
                  <a:pos x="68" y="8"/>
                </a:cxn>
                <a:cxn ang="0">
                  <a:pos x="70" y="6"/>
                </a:cxn>
                <a:cxn ang="0">
                  <a:pos x="72" y="4"/>
                </a:cxn>
                <a:cxn ang="0">
                  <a:pos x="72" y="4"/>
                </a:cxn>
                <a:cxn ang="0">
                  <a:pos x="70" y="2"/>
                </a:cxn>
                <a:cxn ang="0">
                  <a:pos x="68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2" y="6"/>
                </a:cxn>
                <a:cxn ang="0">
                  <a:pos x="4" y="8"/>
                </a:cxn>
              </a:cxnLst>
              <a:rect l="0" t="0" r="r" b="b"/>
              <a:pathLst>
                <a:path w="72" h="8">
                  <a:moveTo>
                    <a:pt x="4" y="8"/>
                  </a:moveTo>
                  <a:lnTo>
                    <a:pt x="68" y="8"/>
                  </a:lnTo>
                  <a:lnTo>
                    <a:pt x="68" y="8"/>
                  </a:lnTo>
                  <a:lnTo>
                    <a:pt x="70" y="6"/>
                  </a:lnTo>
                  <a:lnTo>
                    <a:pt x="72" y="4"/>
                  </a:lnTo>
                  <a:lnTo>
                    <a:pt x="72" y="4"/>
                  </a:lnTo>
                  <a:lnTo>
                    <a:pt x="70" y="2"/>
                  </a:lnTo>
                  <a:lnTo>
                    <a:pt x="68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6"/>
                  </a:lnTo>
                  <a:lnTo>
                    <a:pt x="4" y="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24" name="Freeform 258"/>
            <p:cNvSpPr>
              <a:spLocks/>
            </p:cNvSpPr>
            <p:nvPr/>
          </p:nvSpPr>
          <p:spPr bwMode="auto">
            <a:xfrm>
              <a:off x="2578100" y="1263650"/>
              <a:ext cx="114300" cy="12700"/>
            </a:xfrm>
            <a:custGeom>
              <a:avLst/>
              <a:gdLst/>
              <a:ahLst/>
              <a:cxnLst>
                <a:cxn ang="0">
                  <a:pos x="4" y="8"/>
                </a:cxn>
                <a:cxn ang="0">
                  <a:pos x="68" y="8"/>
                </a:cxn>
                <a:cxn ang="0">
                  <a:pos x="68" y="8"/>
                </a:cxn>
                <a:cxn ang="0">
                  <a:pos x="70" y="6"/>
                </a:cxn>
                <a:cxn ang="0">
                  <a:pos x="72" y="4"/>
                </a:cxn>
                <a:cxn ang="0">
                  <a:pos x="72" y="4"/>
                </a:cxn>
                <a:cxn ang="0">
                  <a:pos x="70" y="2"/>
                </a:cxn>
                <a:cxn ang="0">
                  <a:pos x="68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2" y="6"/>
                </a:cxn>
                <a:cxn ang="0">
                  <a:pos x="4" y="8"/>
                </a:cxn>
              </a:cxnLst>
              <a:rect l="0" t="0" r="r" b="b"/>
              <a:pathLst>
                <a:path w="72" h="8">
                  <a:moveTo>
                    <a:pt x="4" y="8"/>
                  </a:moveTo>
                  <a:lnTo>
                    <a:pt x="68" y="8"/>
                  </a:lnTo>
                  <a:lnTo>
                    <a:pt x="68" y="8"/>
                  </a:lnTo>
                  <a:lnTo>
                    <a:pt x="70" y="6"/>
                  </a:lnTo>
                  <a:lnTo>
                    <a:pt x="72" y="4"/>
                  </a:lnTo>
                  <a:lnTo>
                    <a:pt x="72" y="4"/>
                  </a:lnTo>
                  <a:lnTo>
                    <a:pt x="70" y="2"/>
                  </a:lnTo>
                  <a:lnTo>
                    <a:pt x="68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6"/>
                  </a:lnTo>
                  <a:lnTo>
                    <a:pt x="4" y="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25" name="Freeform 260"/>
            <p:cNvSpPr>
              <a:spLocks/>
            </p:cNvSpPr>
            <p:nvPr/>
          </p:nvSpPr>
          <p:spPr bwMode="auto">
            <a:xfrm>
              <a:off x="2578100" y="1225550"/>
              <a:ext cx="114300" cy="12700"/>
            </a:xfrm>
            <a:custGeom>
              <a:avLst/>
              <a:gdLst/>
              <a:ahLst/>
              <a:cxnLst>
                <a:cxn ang="0">
                  <a:pos x="4" y="8"/>
                </a:cxn>
                <a:cxn ang="0">
                  <a:pos x="68" y="8"/>
                </a:cxn>
                <a:cxn ang="0">
                  <a:pos x="68" y="8"/>
                </a:cxn>
                <a:cxn ang="0">
                  <a:pos x="70" y="6"/>
                </a:cxn>
                <a:cxn ang="0">
                  <a:pos x="72" y="4"/>
                </a:cxn>
                <a:cxn ang="0">
                  <a:pos x="72" y="4"/>
                </a:cxn>
                <a:cxn ang="0">
                  <a:pos x="70" y="2"/>
                </a:cxn>
                <a:cxn ang="0">
                  <a:pos x="68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2" y="6"/>
                </a:cxn>
                <a:cxn ang="0">
                  <a:pos x="4" y="8"/>
                </a:cxn>
              </a:cxnLst>
              <a:rect l="0" t="0" r="r" b="b"/>
              <a:pathLst>
                <a:path w="72" h="8">
                  <a:moveTo>
                    <a:pt x="4" y="8"/>
                  </a:moveTo>
                  <a:lnTo>
                    <a:pt x="68" y="8"/>
                  </a:lnTo>
                  <a:lnTo>
                    <a:pt x="68" y="8"/>
                  </a:lnTo>
                  <a:lnTo>
                    <a:pt x="70" y="6"/>
                  </a:lnTo>
                  <a:lnTo>
                    <a:pt x="72" y="4"/>
                  </a:lnTo>
                  <a:lnTo>
                    <a:pt x="72" y="4"/>
                  </a:lnTo>
                  <a:lnTo>
                    <a:pt x="70" y="2"/>
                  </a:lnTo>
                  <a:lnTo>
                    <a:pt x="68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6"/>
                  </a:lnTo>
                  <a:lnTo>
                    <a:pt x="4" y="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26" name="Freeform 262"/>
            <p:cNvSpPr>
              <a:spLocks/>
            </p:cNvSpPr>
            <p:nvPr/>
          </p:nvSpPr>
          <p:spPr bwMode="auto">
            <a:xfrm>
              <a:off x="2438400" y="1492250"/>
              <a:ext cx="114300" cy="12700"/>
            </a:xfrm>
            <a:custGeom>
              <a:avLst/>
              <a:gdLst/>
              <a:ahLst/>
              <a:cxnLst>
                <a:cxn ang="0">
                  <a:pos x="68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2" y="6"/>
                </a:cxn>
                <a:cxn ang="0">
                  <a:pos x="4" y="8"/>
                </a:cxn>
                <a:cxn ang="0">
                  <a:pos x="68" y="8"/>
                </a:cxn>
                <a:cxn ang="0">
                  <a:pos x="68" y="8"/>
                </a:cxn>
                <a:cxn ang="0">
                  <a:pos x="70" y="6"/>
                </a:cxn>
                <a:cxn ang="0">
                  <a:pos x="72" y="4"/>
                </a:cxn>
                <a:cxn ang="0">
                  <a:pos x="72" y="4"/>
                </a:cxn>
                <a:cxn ang="0">
                  <a:pos x="70" y="2"/>
                </a:cxn>
                <a:cxn ang="0">
                  <a:pos x="68" y="0"/>
                </a:cxn>
              </a:cxnLst>
              <a:rect l="0" t="0" r="r" b="b"/>
              <a:pathLst>
                <a:path w="72" h="8">
                  <a:moveTo>
                    <a:pt x="68" y="0"/>
                  </a:moveTo>
                  <a:lnTo>
                    <a:pt x="4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6"/>
                  </a:lnTo>
                  <a:lnTo>
                    <a:pt x="4" y="8"/>
                  </a:lnTo>
                  <a:lnTo>
                    <a:pt x="68" y="8"/>
                  </a:lnTo>
                  <a:lnTo>
                    <a:pt x="68" y="8"/>
                  </a:lnTo>
                  <a:lnTo>
                    <a:pt x="70" y="6"/>
                  </a:lnTo>
                  <a:lnTo>
                    <a:pt x="72" y="4"/>
                  </a:lnTo>
                  <a:lnTo>
                    <a:pt x="72" y="4"/>
                  </a:lnTo>
                  <a:lnTo>
                    <a:pt x="70" y="2"/>
                  </a:lnTo>
                  <a:lnTo>
                    <a:pt x="68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27" name="Freeform 264"/>
            <p:cNvSpPr>
              <a:spLocks/>
            </p:cNvSpPr>
            <p:nvPr/>
          </p:nvSpPr>
          <p:spPr bwMode="auto">
            <a:xfrm>
              <a:off x="2438400" y="1454150"/>
              <a:ext cx="114300" cy="12700"/>
            </a:xfrm>
            <a:custGeom>
              <a:avLst/>
              <a:gdLst/>
              <a:ahLst/>
              <a:cxnLst>
                <a:cxn ang="0">
                  <a:pos x="68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2" y="6"/>
                </a:cxn>
                <a:cxn ang="0">
                  <a:pos x="4" y="8"/>
                </a:cxn>
                <a:cxn ang="0">
                  <a:pos x="68" y="8"/>
                </a:cxn>
                <a:cxn ang="0">
                  <a:pos x="68" y="8"/>
                </a:cxn>
                <a:cxn ang="0">
                  <a:pos x="70" y="6"/>
                </a:cxn>
                <a:cxn ang="0">
                  <a:pos x="72" y="4"/>
                </a:cxn>
                <a:cxn ang="0">
                  <a:pos x="72" y="4"/>
                </a:cxn>
                <a:cxn ang="0">
                  <a:pos x="70" y="2"/>
                </a:cxn>
                <a:cxn ang="0">
                  <a:pos x="68" y="0"/>
                </a:cxn>
              </a:cxnLst>
              <a:rect l="0" t="0" r="r" b="b"/>
              <a:pathLst>
                <a:path w="72" h="8">
                  <a:moveTo>
                    <a:pt x="68" y="0"/>
                  </a:moveTo>
                  <a:lnTo>
                    <a:pt x="4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6"/>
                  </a:lnTo>
                  <a:lnTo>
                    <a:pt x="4" y="8"/>
                  </a:lnTo>
                  <a:lnTo>
                    <a:pt x="68" y="8"/>
                  </a:lnTo>
                  <a:lnTo>
                    <a:pt x="68" y="8"/>
                  </a:lnTo>
                  <a:lnTo>
                    <a:pt x="70" y="6"/>
                  </a:lnTo>
                  <a:lnTo>
                    <a:pt x="72" y="4"/>
                  </a:lnTo>
                  <a:lnTo>
                    <a:pt x="72" y="4"/>
                  </a:lnTo>
                  <a:lnTo>
                    <a:pt x="70" y="2"/>
                  </a:lnTo>
                  <a:lnTo>
                    <a:pt x="68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28" name="Freeform 266"/>
            <p:cNvSpPr>
              <a:spLocks/>
            </p:cNvSpPr>
            <p:nvPr/>
          </p:nvSpPr>
          <p:spPr bwMode="auto">
            <a:xfrm>
              <a:off x="2438400" y="1416050"/>
              <a:ext cx="114300" cy="12700"/>
            </a:xfrm>
            <a:custGeom>
              <a:avLst/>
              <a:gdLst/>
              <a:ahLst/>
              <a:cxnLst>
                <a:cxn ang="0">
                  <a:pos x="68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2" y="6"/>
                </a:cxn>
                <a:cxn ang="0">
                  <a:pos x="4" y="8"/>
                </a:cxn>
                <a:cxn ang="0">
                  <a:pos x="68" y="8"/>
                </a:cxn>
                <a:cxn ang="0">
                  <a:pos x="68" y="8"/>
                </a:cxn>
                <a:cxn ang="0">
                  <a:pos x="70" y="6"/>
                </a:cxn>
                <a:cxn ang="0">
                  <a:pos x="72" y="4"/>
                </a:cxn>
                <a:cxn ang="0">
                  <a:pos x="72" y="4"/>
                </a:cxn>
                <a:cxn ang="0">
                  <a:pos x="70" y="2"/>
                </a:cxn>
                <a:cxn ang="0">
                  <a:pos x="68" y="0"/>
                </a:cxn>
              </a:cxnLst>
              <a:rect l="0" t="0" r="r" b="b"/>
              <a:pathLst>
                <a:path w="72" h="8">
                  <a:moveTo>
                    <a:pt x="68" y="0"/>
                  </a:moveTo>
                  <a:lnTo>
                    <a:pt x="4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6"/>
                  </a:lnTo>
                  <a:lnTo>
                    <a:pt x="4" y="8"/>
                  </a:lnTo>
                  <a:lnTo>
                    <a:pt x="68" y="8"/>
                  </a:lnTo>
                  <a:lnTo>
                    <a:pt x="68" y="8"/>
                  </a:lnTo>
                  <a:lnTo>
                    <a:pt x="70" y="6"/>
                  </a:lnTo>
                  <a:lnTo>
                    <a:pt x="72" y="4"/>
                  </a:lnTo>
                  <a:lnTo>
                    <a:pt x="72" y="4"/>
                  </a:lnTo>
                  <a:lnTo>
                    <a:pt x="70" y="2"/>
                  </a:lnTo>
                  <a:lnTo>
                    <a:pt x="68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29" name="Freeform 268"/>
            <p:cNvSpPr>
              <a:spLocks/>
            </p:cNvSpPr>
            <p:nvPr/>
          </p:nvSpPr>
          <p:spPr bwMode="auto">
            <a:xfrm>
              <a:off x="2578100" y="1492250"/>
              <a:ext cx="114300" cy="12700"/>
            </a:xfrm>
            <a:custGeom>
              <a:avLst/>
              <a:gdLst/>
              <a:ahLst/>
              <a:cxnLst>
                <a:cxn ang="0">
                  <a:pos x="68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2" y="6"/>
                </a:cxn>
                <a:cxn ang="0">
                  <a:pos x="4" y="8"/>
                </a:cxn>
                <a:cxn ang="0">
                  <a:pos x="68" y="8"/>
                </a:cxn>
                <a:cxn ang="0">
                  <a:pos x="68" y="8"/>
                </a:cxn>
                <a:cxn ang="0">
                  <a:pos x="70" y="6"/>
                </a:cxn>
                <a:cxn ang="0">
                  <a:pos x="72" y="4"/>
                </a:cxn>
                <a:cxn ang="0">
                  <a:pos x="72" y="4"/>
                </a:cxn>
                <a:cxn ang="0">
                  <a:pos x="70" y="2"/>
                </a:cxn>
                <a:cxn ang="0">
                  <a:pos x="68" y="0"/>
                </a:cxn>
              </a:cxnLst>
              <a:rect l="0" t="0" r="r" b="b"/>
              <a:pathLst>
                <a:path w="72" h="8">
                  <a:moveTo>
                    <a:pt x="68" y="0"/>
                  </a:moveTo>
                  <a:lnTo>
                    <a:pt x="4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6"/>
                  </a:lnTo>
                  <a:lnTo>
                    <a:pt x="4" y="8"/>
                  </a:lnTo>
                  <a:lnTo>
                    <a:pt x="68" y="8"/>
                  </a:lnTo>
                  <a:lnTo>
                    <a:pt x="68" y="8"/>
                  </a:lnTo>
                  <a:lnTo>
                    <a:pt x="70" y="6"/>
                  </a:lnTo>
                  <a:lnTo>
                    <a:pt x="72" y="4"/>
                  </a:lnTo>
                  <a:lnTo>
                    <a:pt x="72" y="4"/>
                  </a:lnTo>
                  <a:lnTo>
                    <a:pt x="70" y="2"/>
                  </a:lnTo>
                  <a:lnTo>
                    <a:pt x="68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30" name="Freeform 270"/>
            <p:cNvSpPr>
              <a:spLocks/>
            </p:cNvSpPr>
            <p:nvPr/>
          </p:nvSpPr>
          <p:spPr bwMode="auto">
            <a:xfrm>
              <a:off x="2578100" y="1454150"/>
              <a:ext cx="114300" cy="12700"/>
            </a:xfrm>
            <a:custGeom>
              <a:avLst/>
              <a:gdLst/>
              <a:ahLst/>
              <a:cxnLst>
                <a:cxn ang="0">
                  <a:pos x="68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2" y="6"/>
                </a:cxn>
                <a:cxn ang="0">
                  <a:pos x="4" y="8"/>
                </a:cxn>
                <a:cxn ang="0">
                  <a:pos x="68" y="8"/>
                </a:cxn>
                <a:cxn ang="0">
                  <a:pos x="68" y="8"/>
                </a:cxn>
                <a:cxn ang="0">
                  <a:pos x="70" y="6"/>
                </a:cxn>
                <a:cxn ang="0">
                  <a:pos x="72" y="4"/>
                </a:cxn>
                <a:cxn ang="0">
                  <a:pos x="72" y="4"/>
                </a:cxn>
                <a:cxn ang="0">
                  <a:pos x="70" y="2"/>
                </a:cxn>
                <a:cxn ang="0">
                  <a:pos x="68" y="0"/>
                </a:cxn>
              </a:cxnLst>
              <a:rect l="0" t="0" r="r" b="b"/>
              <a:pathLst>
                <a:path w="72" h="8">
                  <a:moveTo>
                    <a:pt x="68" y="0"/>
                  </a:moveTo>
                  <a:lnTo>
                    <a:pt x="4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6"/>
                  </a:lnTo>
                  <a:lnTo>
                    <a:pt x="4" y="8"/>
                  </a:lnTo>
                  <a:lnTo>
                    <a:pt x="68" y="8"/>
                  </a:lnTo>
                  <a:lnTo>
                    <a:pt x="68" y="8"/>
                  </a:lnTo>
                  <a:lnTo>
                    <a:pt x="70" y="6"/>
                  </a:lnTo>
                  <a:lnTo>
                    <a:pt x="72" y="4"/>
                  </a:lnTo>
                  <a:lnTo>
                    <a:pt x="72" y="4"/>
                  </a:lnTo>
                  <a:lnTo>
                    <a:pt x="70" y="2"/>
                  </a:lnTo>
                  <a:lnTo>
                    <a:pt x="68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31" name="Freeform 272"/>
            <p:cNvSpPr>
              <a:spLocks/>
            </p:cNvSpPr>
            <p:nvPr/>
          </p:nvSpPr>
          <p:spPr bwMode="auto">
            <a:xfrm>
              <a:off x="2578100" y="1416050"/>
              <a:ext cx="114300" cy="12700"/>
            </a:xfrm>
            <a:custGeom>
              <a:avLst/>
              <a:gdLst/>
              <a:ahLst/>
              <a:cxnLst>
                <a:cxn ang="0">
                  <a:pos x="68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2" y="6"/>
                </a:cxn>
                <a:cxn ang="0">
                  <a:pos x="4" y="8"/>
                </a:cxn>
                <a:cxn ang="0">
                  <a:pos x="68" y="8"/>
                </a:cxn>
                <a:cxn ang="0">
                  <a:pos x="68" y="8"/>
                </a:cxn>
                <a:cxn ang="0">
                  <a:pos x="70" y="6"/>
                </a:cxn>
                <a:cxn ang="0">
                  <a:pos x="72" y="4"/>
                </a:cxn>
                <a:cxn ang="0">
                  <a:pos x="72" y="4"/>
                </a:cxn>
                <a:cxn ang="0">
                  <a:pos x="70" y="2"/>
                </a:cxn>
                <a:cxn ang="0">
                  <a:pos x="68" y="0"/>
                </a:cxn>
              </a:cxnLst>
              <a:rect l="0" t="0" r="r" b="b"/>
              <a:pathLst>
                <a:path w="72" h="8">
                  <a:moveTo>
                    <a:pt x="68" y="0"/>
                  </a:moveTo>
                  <a:lnTo>
                    <a:pt x="4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6"/>
                  </a:lnTo>
                  <a:lnTo>
                    <a:pt x="4" y="8"/>
                  </a:lnTo>
                  <a:lnTo>
                    <a:pt x="68" y="8"/>
                  </a:lnTo>
                  <a:lnTo>
                    <a:pt x="68" y="8"/>
                  </a:lnTo>
                  <a:lnTo>
                    <a:pt x="70" y="6"/>
                  </a:lnTo>
                  <a:lnTo>
                    <a:pt x="72" y="4"/>
                  </a:lnTo>
                  <a:lnTo>
                    <a:pt x="72" y="4"/>
                  </a:lnTo>
                  <a:lnTo>
                    <a:pt x="70" y="2"/>
                  </a:lnTo>
                  <a:lnTo>
                    <a:pt x="68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32" name="Freeform 274"/>
            <p:cNvSpPr>
              <a:spLocks/>
            </p:cNvSpPr>
            <p:nvPr/>
          </p:nvSpPr>
          <p:spPr bwMode="auto">
            <a:xfrm>
              <a:off x="2438400" y="1339850"/>
              <a:ext cx="254000" cy="12700"/>
            </a:xfrm>
            <a:custGeom>
              <a:avLst/>
              <a:gdLst/>
              <a:ahLst/>
              <a:cxnLst>
                <a:cxn ang="0">
                  <a:pos x="156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2" y="6"/>
                </a:cxn>
                <a:cxn ang="0">
                  <a:pos x="4" y="8"/>
                </a:cxn>
                <a:cxn ang="0">
                  <a:pos x="156" y="8"/>
                </a:cxn>
                <a:cxn ang="0">
                  <a:pos x="156" y="8"/>
                </a:cxn>
                <a:cxn ang="0">
                  <a:pos x="158" y="6"/>
                </a:cxn>
                <a:cxn ang="0">
                  <a:pos x="160" y="4"/>
                </a:cxn>
                <a:cxn ang="0">
                  <a:pos x="160" y="4"/>
                </a:cxn>
                <a:cxn ang="0">
                  <a:pos x="158" y="2"/>
                </a:cxn>
                <a:cxn ang="0">
                  <a:pos x="156" y="0"/>
                </a:cxn>
              </a:cxnLst>
              <a:rect l="0" t="0" r="r" b="b"/>
              <a:pathLst>
                <a:path w="160" h="8">
                  <a:moveTo>
                    <a:pt x="156" y="0"/>
                  </a:moveTo>
                  <a:lnTo>
                    <a:pt x="4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6"/>
                  </a:lnTo>
                  <a:lnTo>
                    <a:pt x="4" y="8"/>
                  </a:lnTo>
                  <a:lnTo>
                    <a:pt x="156" y="8"/>
                  </a:lnTo>
                  <a:lnTo>
                    <a:pt x="156" y="8"/>
                  </a:lnTo>
                  <a:lnTo>
                    <a:pt x="158" y="6"/>
                  </a:lnTo>
                  <a:lnTo>
                    <a:pt x="160" y="4"/>
                  </a:lnTo>
                  <a:lnTo>
                    <a:pt x="160" y="4"/>
                  </a:lnTo>
                  <a:lnTo>
                    <a:pt x="158" y="2"/>
                  </a:lnTo>
                  <a:lnTo>
                    <a:pt x="156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33" name="Freeform 276"/>
            <p:cNvSpPr>
              <a:spLocks/>
            </p:cNvSpPr>
            <p:nvPr/>
          </p:nvSpPr>
          <p:spPr bwMode="auto">
            <a:xfrm>
              <a:off x="2438400" y="1377950"/>
              <a:ext cx="254000" cy="12700"/>
            </a:xfrm>
            <a:custGeom>
              <a:avLst/>
              <a:gdLst/>
              <a:ahLst/>
              <a:cxnLst>
                <a:cxn ang="0">
                  <a:pos x="156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2" y="6"/>
                </a:cxn>
                <a:cxn ang="0">
                  <a:pos x="4" y="8"/>
                </a:cxn>
                <a:cxn ang="0">
                  <a:pos x="156" y="8"/>
                </a:cxn>
                <a:cxn ang="0">
                  <a:pos x="156" y="8"/>
                </a:cxn>
                <a:cxn ang="0">
                  <a:pos x="158" y="6"/>
                </a:cxn>
                <a:cxn ang="0">
                  <a:pos x="160" y="4"/>
                </a:cxn>
                <a:cxn ang="0">
                  <a:pos x="160" y="4"/>
                </a:cxn>
                <a:cxn ang="0">
                  <a:pos x="158" y="2"/>
                </a:cxn>
                <a:cxn ang="0">
                  <a:pos x="156" y="0"/>
                </a:cxn>
              </a:cxnLst>
              <a:rect l="0" t="0" r="r" b="b"/>
              <a:pathLst>
                <a:path w="160" h="8">
                  <a:moveTo>
                    <a:pt x="156" y="0"/>
                  </a:moveTo>
                  <a:lnTo>
                    <a:pt x="4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6"/>
                  </a:lnTo>
                  <a:lnTo>
                    <a:pt x="4" y="8"/>
                  </a:lnTo>
                  <a:lnTo>
                    <a:pt x="156" y="8"/>
                  </a:lnTo>
                  <a:lnTo>
                    <a:pt x="156" y="8"/>
                  </a:lnTo>
                  <a:lnTo>
                    <a:pt x="158" y="6"/>
                  </a:lnTo>
                  <a:lnTo>
                    <a:pt x="160" y="4"/>
                  </a:lnTo>
                  <a:lnTo>
                    <a:pt x="160" y="4"/>
                  </a:lnTo>
                  <a:lnTo>
                    <a:pt x="158" y="2"/>
                  </a:lnTo>
                  <a:lnTo>
                    <a:pt x="156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34" name="Freeform 278"/>
            <p:cNvSpPr>
              <a:spLocks noEditPoints="1"/>
            </p:cNvSpPr>
            <p:nvPr/>
          </p:nvSpPr>
          <p:spPr bwMode="auto">
            <a:xfrm>
              <a:off x="2438400" y="1200150"/>
              <a:ext cx="114300" cy="114300"/>
            </a:xfrm>
            <a:custGeom>
              <a:avLst/>
              <a:gdLst/>
              <a:ahLst/>
              <a:cxnLst>
                <a:cxn ang="0">
                  <a:pos x="8" y="72"/>
                </a:cxn>
                <a:cxn ang="0">
                  <a:pos x="64" y="72"/>
                </a:cxn>
                <a:cxn ang="0">
                  <a:pos x="64" y="72"/>
                </a:cxn>
                <a:cxn ang="0">
                  <a:pos x="68" y="72"/>
                </a:cxn>
                <a:cxn ang="0">
                  <a:pos x="70" y="70"/>
                </a:cxn>
                <a:cxn ang="0">
                  <a:pos x="72" y="68"/>
                </a:cxn>
                <a:cxn ang="0">
                  <a:pos x="72" y="64"/>
                </a:cxn>
                <a:cxn ang="0">
                  <a:pos x="72" y="8"/>
                </a:cxn>
                <a:cxn ang="0">
                  <a:pos x="72" y="8"/>
                </a:cxn>
                <a:cxn ang="0">
                  <a:pos x="72" y="4"/>
                </a:cxn>
                <a:cxn ang="0">
                  <a:pos x="70" y="2"/>
                </a:cxn>
                <a:cxn ang="0">
                  <a:pos x="68" y="0"/>
                </a:cxn>
                <a:cxn ang="0">
                  <a:pos x="64" y="0"/>
                </a:cxn>
                <a:cxn ang="0">
                  <a:pos x="8" y="0"/>
                </a:cxn>
                <a:cxn ang="0">
                  <a:pos x="8" y="0"/>
                </a:cxn>
                <a:cxn ang="0">
                  <a:pos x="4" y="0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8"/>
                </a:cxn>
                <a:cxn ang="0">
                  <a:pos x="0" y="64"/>
                </a:cxn>
                <a:cxn ang="0">
                  <a:pos x="0" y="64"/>
                </a:cxn>
                <a:cxn ang="0">
                  <a:pos x="0" y="68"/>
                </a:cxn>
                <a:cxn ang="0">
                  <a:pos x="2" y="70"/>
                </a:cxn>
                <a:cxn ang="0">
                  <a:pos x="4" y="72"/>
                </a:cxn>
                <a:cxn ang="0">
                  <a:pos x="8" y="72"/>
                </a:cxn>
                <a:cxn ang="0">
                  <a:pos x="16" y="16"/>
                </a:cxn>
                <a:cxn ang="0">
                  <a:pos x="56" y="16"/>
                </a:cxn>
                <a:cxn ang="0">
                  <a:pos x="56" y="56"/>
                </a:cxn>
                <a:cxn ang="0">
                  <a:pos x="16" y="56"/>
                </a:cxn>
                <a:cxn ang="0">
                  <a:pos x="16" y="16"/>
                </a:cxn>
              </a:cxnLst>
              <a:rect l="0" t="0" r="r" b="b"/>
              <a:pathLst>
                <a:path w="72" h="72">
                  <a:moveTo>
                    <a:pt x="8" y="72"/>
                  </a:moveTo>
                  <a:lnTo>
                    <a:pt x="64" y="72"/>
                  </a:lnTo>
                  <a:lnTo>
                    <a:pt x="64" y="72"/>
                  </a:lnTo>
                  <a:lnTo>
                    <a:pt x="68" y="72"/>
                  </a:lnTo>
                  <a:lnTo>
                    <a:pt x="70" y="70"/>
                  </a:lnTo>
                  <a:lnTo>
                    <a:pt x="72" y="68"/>
                  </a:lnTo>
                  <a:lnTo>
                    <a:pt x="72" y="64"/>
                  </a:lnTo>
                  <a:lnTo>
                    <a:pt x="72" y="8"/>
                  </a:lnTo>
                  <a:lnTo>
                    <a:pt x="72" y="8"/>
                  </a:lnTo>
                  <a:lnTo>
                    <a:pt x="72" y="4"/>
                  </a:lnTo>
                  <a:lnTo>
                    <a:pt x="70" y="2"/>
                  </a:lnTo>
                  <a:lnTo>
                    <a:pt x="68" y="0"/>
                  </a:lnTo>
                  <a:lnTo>
                    <a:pt x="64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8"/>
                  </a:lnTo>
                  <a:lnTo>
                    <a:pt x="0" y="64"/>
                  </a:lnTo>
                  <a:lnTo>
                    <a:pt x="0" y="64"/>
                  </a:lnTo>
                  <a:lnTo>
                    <a:pt x="0" y="68"/>
                  </a:lnTo>
                  <a:lnTo>
                    <a:pt x="2" y="70"/>
                  </a:lnTo>
                  <a:lnTo>
                    <a:pt x="4" y="72"/>
                  </a:lnTo>
                  <a:lnTo>
                    <a:pt x="8" y="72"/>
                  </a:lnTo>
                  <a:close/>
                  <a:moveTo>
                    <a:pt x="16" y="16"/>
                  </a:moveTo>
                  <a:lnTo>
                    <a:pt x="56" y="16"/>
                  </a:lnTo>
                  <a:lnTo>
                    <a:pt x="56" y="56"/>
                  </a:lnTo>
                  <a:lnTo>
                    <a:pt x="16" y="56"/>
                  </a:lnTo>
                  <a:lnTo>
                    <a:pt x="16" y="1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</p:grpSp>
      <p:sp>
        <p:nvSpPr>
          <p:cNvPr id="21" name="Freeform 247"/>
          <p:cNvSpPr>
            <a:spLocks noEditPoints="1"/>
          </p:cNvSpPr>
          <p:nvPr/>
        </p:nvSpPr>
        <p:spPr bwMode="auto">
          <a:xfrm>
            <a:off x="7210243" y="1732587"/>
            <a:ext cx="465099" cy="305221"/>
          </a:xfrm>
          <a:custGeom>
            <a:avLst/>
            <a:gdLst/>
            <a:ahLst/>
            <a:cxnLst>
              <a:cxn ang="0">
                <a:pos x="32" y="0"/>
              </a:cxn>
              <a:cxn ang="0">
                <a:pos x="26" y="0"/>
              </a:cxn>
              <a:cxn ang="0">
                <a:pos x="10" y="10"/>
              </a:cxn>
              <a:cxn ang="0">
                <a:pos x="0" y="26"/>
              </a:cxn>
              <a:cxn ang="0">
                <a:pos x="0" y="136"/>
              </a:cxn>
              <a:cxn ang="0">
                <a:pos x="0" y="142"/>
              </a:cxn>
              <a:cxn ang="0">
                <a:pos x="10" y="158"/>
              </a:cxn>
              <a:cxn ang="0">
                <a:pos x="26" y="168"/>
              </a:cxn>
              <a:cxn ang="0">
                <a:pos x="224" y="168"/>
              </a:cxn>
              <a:cxn ang="0">
                <a:pos x="230" y="168"/>
              </a:cxn>
              <a:cxn ang="0">
                <a:pos x="246" y="158"/>
              </a:cxn>
              <a:cxn ang="0">
                <a:pos x="256" y="142"/>
              </a:cxn>
              <a:cxn ang="0">
                <a:pos x="256" y="32"/>
              </a:cxn>
              <a:cxn ang="0">
                <a:pos x="256" y="26"/>
              </a:cxn>
              <a:cxn ang="0">
                <a:pos x="246" y="10"/>
              </a:cxn>
              <a:cxn ang="0">
                <a:pos x="230" y="0"/>
              </a:cxn>
              <a:cxn ang="0">
                <a:pos x="16" y="42"/>
              </a:cxn>
              <a:cxn ang="0">
                <a:pos x="16" y="126"/>
              </a:cxn>
              <a:cxn ang="0">
                <a:pos x="240" y="136"/>
              </a:cxn>
              <a:cxn ang="0">
                <a:pos x="238" y="142"/>
              </a:cxn>
              <a:cxn ang="0">
                <a:pos x="230" y="150"/>
              </a:cxn>
              <a:cxn ang="0">
                <a:pos x="32" y="152"/>
              </a:cxn>
              <a:cxn ang="0">
                <a:pos x="26" y="150"/>
              </a:cxn>
              <a:cxn ang="0">
                <a:pos x="18" y="142"/>
              </a:cxn>
              <a:cxn ang="0">
                <a:pos x="78" y="88"/>
              </a:cxn>
              <a:cxn ang="0">
                <a:pos x="114" y="116"/>
              </a:cxn>
              <a:cxn ang="0">
                <a:pos x="128" y="120"/>
              </a:cxn>
              <a:cxn ang="0">
                <a:pos x="136" y="118"/>
              </a:cxn>
              <a:cxn ang="0">
                <a:pos x="178" y="88"/>
              </a:cxn>
              <a:cxn ang="0">
                <a:pos x="240" y="126"/>
              </a:cxn>
              <a:cxn ang="0">
                <a:pos x="240" y="42"/>
              </a:cxn>
              <a:cxn ang="0">
                <a:pos x="138" y="108"/>
              </a:cxn>
              <a:cxn ang="0">
                <a:pos x="134" y="112"/>
              </a:cxn>
              <a:cxn ang="0">
                <a:pos x="128" y="112"/>
              </a:cxn>
              <a:cxn ang="0">
                <a:pos x="118" y="108"/>
              </a:cxn>
              <a:cxn ang="0">
                <a:pos x="78" y="78"/>
              </a:cxn>
              <a:cxn ang="0">
                <a:pos x="16" y="32"/>
              </a:cxn>
              <a:cxn ang="0">
                <a:pos x="18" y="26"/>
              </a:cxn>
              <a:cxn ang="0">
                <a:pos x="26" y="18"/>
              </a:cxn>
              <a:cxn ang="0">
                <a:pos x="224" y="16"/>
              </a:cxn>
              <a:cxn ang="0">
                <a:pos x="230" y="18"/>
              </a:cxn>
              <a:cxn ang="0">
                <a:pos x="238" y="26"/>
              </a:cxn>
              <a:cxn ang="0">
                <a:pos x="138" y="108"/>
              </a:cxn>
            </a:cxnLst>
            <a:rect l="0" t="0" r="r" b="b"/>
            <a:pathLst>
              <a:path w="256" h="168">
                <a:moveTo>
                  <a:pt x="224" y="0"/>
                </a:moveTo>
                <a:lnTo>
                  <a:pt x="32" y="0"/>
                </a:lnTo>
                <a:lnTo>
                  <a:pt x="32" y="0"/>
                </a:lnTo>
                <a:lnTo>
                  <a:pt x="26" y="0"/>
                </a:lnTo>
                <a:lnTo>
                  <a:pt x="20" y="2"/>
                </a:lnTo>
                <a:lnTo>
                  <a:pt x="10" y="10"/>
                </a:lnTo>
                <a:lnTo>
                  <a:pt x="2" y="20"/>
                </a:lnTo>
                <a:lnTo>
                  <a:pt x="0" y="26"/>
                </a:lnTo>
                <a:lnTo>
                  <a:pt x="0" y="32"/>
                </a:lnTo>
                <a:lnTo>
                  <a:pt x="0" y="136"/>
                </a:lnTo>
                <a:lnTo>
                  <a:pt x="0" y="136"/>
                </a:lnTo>
                <a:lnTo>
                  <a:pt x="0" y="142"/>
                </a:lnTo>
                <a:lnTo>
                  <a:pt x="2" y="148"/>
                </a:lnTo>
                <a:lnTo>
                  <a:pt x="10" y="158"/>
                </a:lnTo>
                <a:lnTo>
                  <a:pt x="20" y="166"/>
                </a:lnTo>
                <a:lnTo>
                  <a:pt x="26" y="168"/>
                </a:lnTo>
                <a:lnTo>
                  <a:pt x="32" y="168"/>
                </a:lnTo>
                <a:lnTo>
                  <a:pt x="224" y="168"/>
                </a:lnTo>
                <a:lnTo>
                  <a:pt x="224" y="168"/>
                </a:lnTo>
                <a:lnTo>
                  <a:pt x="230" y="168"/>
                </a:lnTo>
                <a:lnTo>
                  <a:pt x="236" y="166"/>
                </a:lnTo>
                <a:lnTo>
                  <a:pt x="246" y="158"/>
                </a:lnTo>
                <a:lnTo>
                  <a:pt x="254" y="148"/>
                </a:lnTo>
                <a:lnTo>
                  <a:pt x="256" y="142"/>
                </a:lnTo>
                <a:lnTo>
                  <a:pt x="256" y="136"/>
                </a:lnTo>
                <a:lnTo>
                  <a:pt x="256" y="32"/>
                </a:lnTo>
                <a:lnTo>
                  <a:pt x="256" y="32"/>
                </a:lnTo>
                <a:lnTo>
                  <a:pt x="256" y="26"/>
                </a:lnTo>
                <a:lnTo>
                  <a:pt x="254" y="20"/>
                </a:lnTo>
                <a:lnTo>
                  <a:pt x="246" y="10"/>
                </a:lnTo>
                <a:lnTo>
                  <a:pt x="236" y="2"/>
                </a:lnTo>
                <a:lnTo>
                  <a:pt x="230" y="0"/>
                </a:lnTo>
                <a:lnTo>
                  <a:pt x="224" y="0"/>
                </a:lnTo>
                <a:close/>
                <a:moveTo>
                  <a:pt x="16" y="42"/>
                </a:moveTo>
                <a:lnTo>
                  <a:pt x="72" y="84"/>
                </a:lnTo>
                <a:lnTo>
                  <a:pt x="16" y="126"/>
                </a:lnTo>
                <a:lnTo>
                  <a:pt x="16" y="42"/>
                </a:lnTo>
                <a:close/>
                <a:moveTo>
                  <a:pt x="240" y="136"/>
                </a:moveTo>
                <a:lnTo>
                  <a:pt x="240" y="136"/>
                </a:lnTo>
                <a:lnTo>
                  <a:pt x="238" y="142"/>
                </a:lnTo>
                <a:lnTo>
                  <a:pt x="236" y="148"/>
                </a:lnTo>
                <a:lnTo>
                  <a:pt x="230" y="150"/>
                </a:lnTo>
                <a:lnTo>
                  <a:pt x="224" y="152"/>
                </a:lnTo>
                <a:lnTo>
                  <a:pt x="32" y="152"/>
                </a:lnTo>
                <a:lnTo>
                  <a:pt x="32" y="152"/>
                </a:lnTo>
                <a:lnTo>
                  <a:pt x="26" y="150"/>
                </a:lnTo>
                <a:lnTo>
                  <a:pt x="20" y="148"/>
                </a:lnTo>
                <a:lnTo>
                  <a:pt x="18" y="142"/>
                </a:lnTo>
                <a:lnTo>
                  <a:pt x="16" y="136"/>
                </a:lnTo>
                <a:lnTo>
                  <a:pt x="78" y="88"/>
                </a:lnTo>
                <a:lnTo>
                  <a:pt x="114" y="116"/>
                </a:lnTo>
                <a:lnTo>
                  <a:pt x="114" y="116"/>
                </a:lnTo>
                <a:lnTo>
                  <a:pt x="120" y="118"/>
                </a:lnTo>
                <a:lnTo>
                  <a:pt x="128" y="120"/>
                </a:lnTo>
                <a:lnTo>
                  <a:pt x="128" y="120"/>
                </a:lnTo>
                <a:lnTo>
                  <a:pt x="136" y="118"/>
                </a:lnTo>
                <a:lnTo>
                  <a:pt x="142" y="116"/>
                </a:lnTo>
                <a:lnTo>
                  <a:pt x="178" y="88"/>
                </a:lnTo>
                <a:lnTo>
                  <a:pt x="240" y="136"/>
                </a:lnTo>
                <a:close/>
                <a:moveTo>
                  <a:pt x="240" y="126"/>
                </a:moveTo>
                <a:lnTo>
                  <a:pt x="184" y="84"/>
                </a:lnTo>
                <a:lnTo>
                  <a:pt x="240" y="42"/>
                </a:lnTo>
                <a:lnTo>
                  <a:pt x="240" y="126"/>
                </a:lnTo>
                <a:close/>
                <a:moveTo>
                  <a:pt x="138" y="108"/>
                </a:moveTo>
                <a:lnTo>
                  <a:pt x="138" y="108"/>
                </a:lnTo>
                <a:lnTo>
                  <a:pt x="134" y="112"/>
                </a:lnTo>
                <a:lnTo>
                  <a:pt x="128" y="112"/>
                </a:lnTo>
                <a:lnTo>
                  <a:pt x="128" y="112"/>
                </a:lnTo>
                <a:lnTo>
                  <a:pt x="122" y="112"/>
                </a:lnTo>
                <a:lnTo>
                  <a:pt x="118" y="108"/>
                </a:lnTo>
                <a:lnTo>
                  <a:pt x="86" y="84"/>
                </a:lnTo>
                <a:lnTo>
                  <a:pt x="78" y="78"/>
                </a:lnTo>
                <a:lnTo>
                  <a:pt x="16" y="32"/>
                </a:lnTo>
                <a:lnTo>
                  <a:pt x="16" y="32"/>
                </a:lnTo>
                <a:lnTo>
                  <a:pt x="16" y="32"/>
                </a:lnTo>
                <a:lnTo>
                  <a:pt x="18" y="26"/>
                </a:lnTo>
                <a:lnTo>
                  <a:pt x="20" y="20"/>
                </a:lnTo>
                <a:lnTo>
                  <a:pt x="26" y="18"/>
                </a:lnTo>
                <a:lnTo>
                  <a:pt x="32" y="16"/>
                </a:lnTo>
                <a:lnTo>
                  <a:pt x="224" y="16"/>
                </a:lnTo>
                <a:lnTo>
                  <a:pt x="224" y="16"/>
                </a:lnTo>
                <a:lnTo>
                  <a:pt x="230" y="18"/>
                </a:lnTo>
                <a:lnTo>
                  <a:pt x="236" y="20"/>
                </a:lnTo>
                <a:lnTo>
                  <a:pt x="238" y="26"/>
                </a:lnTo>
                <a:lnTo>
                  <a:pt x="240" y="32"/>
                </a:lnTo>
                <a:lnTo>
                  <a:pt x="138" y="108"/>
                </a:lnTo>
                <a:close/>
              </a:path>
            </a:pathLst>
          </a:custGeom>
          <a:solidFill>
            <a:schemeClr val="tx2"/>
          </a:solidFill>
          <a:ln w="9525">
            <a:noFill/>
            <a:round/>
            <a:headEnd/>
            <a:tailEnd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ar-SA" sz="2288"/>
          </a:p>
        </p:txBody>
      </p:sp>
      <p:sp>
        <p:nvSpPr>
          <p:cNvPr id="22" name="Freeform 138"/>
          <p:cNvSpPr>
            <a:spLocks noEditPoints="1"/>
          </p:cNvSpPr>
          <p:nvPr/>
        </p:nvSpPr>
        <p:spPr bwMode="auto">
          <a:xfrm>
            <a:off x="10000837" y="2590112"/>
            <a:ext cx="465099" cy="465099"/>
          </a:xfrm>
          <a:custGeom>
            <a:avLst/>
            <a:gdLst/>
            <a:ahLst/>
            <a:cxnLst>
              <a:cxn ang="0">
                <a:pos x="246" y="0"/>
              </a:cxn>
              <a:cxn ang="0">
                <a:pos x="238" y="0"/>
              </a:cxn>
              <a:cxn ang="0">
                <a:pos x="96" y="26"/>
              </a:cxn>
              <a:cxn ang="0">
                <a:pos x="88" y="40"/>
              </a:cxn>
              <a:cxn ang="0">
                <a:pos x="88" y="178"/>
              </a:cxn>
              <a:cxn ang="0">
                <a:pos x="74" y="170"/>
              </a:cxn>
              <a:cxn ang="0">
                <a:pos x="58" y="168"/>
              </a:cxn>
              <a:cxn ang="0">
                <a:pos x="38" y="172"/>
              </a:cxn>
              <a:cxn ang="0">
                <a:pos x="10" y="190"/>
              </a:cxn>
              <a:cxn ang="0">
                <a:pos x="2" y="206"/>
              </a:cxn>
              <a:cxn ang="0">
                <a:pos x="2" y="230"/>
              </a:cxn>
              <a:cxn ang="0">
                <a:pos x="18" y="248"/>
              </a:cxn>
              <a:cxn ang="0">
                <a:pos x="46" y="256"/>
              </a:cxn>
              <a:cxn ang="0">
                <a:pos x="66" y="252"/>
              </a:cxn>
              <a:cxn ang="0">
                <a:pos x="94" y="234"/>
              </a:cxn>
              <a:cxn ang="0">
                <a:pos x="102" y="216"/>
              </a:cxn>
              <a:cxn ang="0">
                <a:pos x="104" y="80"/>
              </a:cxn>
              <a:cxn ang="0">
                <a:pos x="240" y="56"/>
              </a:cxn>
              <a:cxn ang="0">
                <a:pos x="234" y="150"/>
              </a:cxn>
              <a:cxn ang="0">
                <a:pos x="210" y="144"/>
              </a:cxn>
              <a:cxn ang="0">
                <a:pos x="190" y="148"/>
              </a:cxn>
              <a:cxn ang="0">
                <a:pos x="170" y="158"/>
              </a:cxn>
              <a:cxn ang="0">
                <a:pos x="156" y="176"/>
              </a:cxn>
              <a:cxn ang="0">
                <a:pos x="152" y="198"/>
              </a:cxn>
              <a:cxn ang="0">
                <a:pos x="160" y="216"/>
              </a:cxn>
              <a:cxn ang="0">
                <a:pos x="198" y="232"/>
              </a:cxn>
              <a:cxn ang="0">
                <a:pos x="218" y="228"/>
              </a:cxn>
              <a:cxn ang="0">
                <a:pos x="238" y="218"/>
              </a:cxn>
              <a:cxn ang="0">
                <a:pos x="252" y="200"/>
              </a:cxn>
              <a:cxn ang="0">
                <a:pos x="256" y="184"/>
              </a:cxn>
              <a:cxn ang="0">
                <a:pos x="256" y="16"/>
              </a:cxn>
              <a:cxn ang="0">
                <a:pos x="250" y="4"/>
              </a:cxn>
              <a:cxn ang="0">
                <a:pos x="48" y="240"/>
              </a:cxn>
              <a:cxn ang="0">
                <a:pos x="20" y="228"/>
              </a:cxn>
              <a:cxn ang="0">
                <a:pos x="16" y="218"/>
              </a:cxn>
              <a:cxn ang="0">
                <a:pos x="20" y="202"/>
              </a:cxn>
              <a:cxn ang="0">
                <a:pos x="42" y="186"/>
              </a:cxn>
              <a:cxn ang="0">
                <a:pos x="76" y="188"/>
              </a:cxn>
              <a:cxn ang="0">
                <a:pos x="86" y="200"/>
              </a:cxn>
              <a:cxn ang="0">
                <a:pos x="88" y="212"/>
              </a:cxn>
              <a:cxn ang="0">
                <a:pos x="74" y="230"/>
              </a:cxn>
              <a:cxn ang="0">
                <a:pos x="214" y="214"/>
              </a:cxn>
              <a:cxn ang="0">
                <a:pos x="176" y="208"/>
              </a:cxn>
              <a:cxn ang="0">
                <a:pos x="168" y="200"/>
              </a:cxn>
              <a:cxn ang="0">
                <a:pos x="170" y="184"/>
              </a:cxn>
              <a:cxn ang="0">
                <a:pos x="194" y="162"/>
              </a:cxn>
              <a:cxn ang="0">
                <a:pos x="222" y="162"/>
              </a:cxn>
              <a:cxn ang="0">
                <a:pos x="236" y="172"/>
              </a:cxn>
              <a:cxn ang="0">
                <a:pos x="240" y="182"/>
              </a:cxn>
              <a:cxn ang="0">
                <a:pos x="234" y="198"/>
              </a:cxn>
              <a:cxn ang="0">
                <a:pos x="240" y="40"/>
              </a:cxn>
              <a:cxn ang="0">
                <a:pos x="104" y="40"/>
              </a:cxn>
              <a:cxn ang="0">
                <a:pos x="240" y="40"/>
              </a:cxn>
            </a:cxnLst>
            <a:rect l="0" t="0" r="r" b="b"/>
            <a:pathLst>
              <a:path w="256" h="256">
                <a:moveTo>
                  <a:pt x="250" y="4"/>
                </a:moveTo>
                <a:lnTo>
                  <a:pt x="250" y="4"/>
                </a:lnTo>
                <a:lnTo>
                  <a:pt x="246" y="0"/>
                </a:lnTo>
                <a:lnTo>
                  <a:pt x="240" y="0"/>
                </a:lnTo>
                <a:lnTo>
                  <a:pt x="240" y="0"/>
                </a:lnTo>
                <a:lnTo>
                  <a:pt x="238" y="0"/>
                </a:lnTo>
                <a:lnTo>
                  <a:pt x="102" y="24"/>
                </a:lnTo>
                <a:lnTo>
                  <a:pt x="102" y="24"/>
                </a:lnTo>
                <a:lnTo>
                  <a:pt x="96" y="26"/>
                </a:lnTo>
                <a:lnTo>
                  <a:pt x="92" y="30"/>
                </a:lnTo>
                <a:lnTo>
                  <a:pt x="88" y="34"/>
                </a:lnTo>
                <a:lnTo>
                  <a:pt x="88" y="40"/>
                </a:lnTo>
                <a:lnTo>
                  <a:pt x="88" y="56"/>
                </a:lnTo>
                <a:lnTo>
                  <a:pt x="88" y="64"/>
                </a:lnTo>
                <a:lnTo>
                  <a:pt x="88" y="178"/>
                </a:lnTo>
                <a:lnTo>
                  <a:pt x="88" y="178"/>
                </a:lnTo>
                <a:lnTo>
                  <a:pt x="82" y="174"/>
                </a:lnTo>
                <a:lnTo>
                  <a:pt x="74" y="170"/>
                </a:lnTo>
                <a:lnTo>
                  <a:pt x="66" y="168"/>
                </a:lnTo>
                <a:lnTo>
                  <a:pt x="58" y="168"/>
                </a:lnTo>
                <a:lnTo>
                  <a:pt x="58" y="168"/>
                </a:lnTo>
                <a:lnTo>
                  <a:pt x="48" y="168"/>
                </a:lnTo>
                <a:lnTo>
                  <a:pt x="38" y="172"/>
                </a:lnTo>
                <a:lnTo>
                  <a:pt x="38" y="172"/>
                </a:lnTo>
                <a:lnTo>
                  <a:pt x="26" y="176"/>
                </a:lnTo>
                <a:lnTo>
                  <a:pt x="18" y="182"/>
                </a:lnTo>
                <a:lnTo>
                  <a:pt x="10" y="190"/>
                </a:lnTo>
                <a:lnTo>
                  <a:pt x="4" y="200"/>
                </a:lnTo>
                <a:lnTo>
                  <a:pt x="4" y="200"/>
                </a:lnTo>
                <a:lnTo>
                  <a:pt x="2" y="206"/>
                </a:lnTo>
                <a:lnTo>
                  <a:pt x="0" y="214"/>
                </a:lnTo>
                <a:lnTo>
                  <a:pt x="0" y="222"/>
                </a:lnTo>
                <a:lnTo>
                  <a:pt x="2" y="230"/>
                </a:lnTo>
                <a:lnTo>
                  <a:pt x="2" y="230"/>
                </a:lnTo>
                <a:lnTo>
                  <a:pt x="8" y="240"/>
                </a:lnTo>
                <a:lnTo>
                  <a:pt x="18" y="248"/>
                </a:lnTo>
                <a:lnTo>
                  <a:pt x="32" y="254"/>
                </a:lnTo>
                <a:lnTo>
                  <a:pt x="46" y="256"/>
                </a:lnTo>
                <a:lnTo>
                  <a:pt x="46" y="256"/>
                </a:lnTo>
                <a:lnTo>
                  <a:pt x="56" y="256"/>
                </a:lnTo>
                <a:lnTo>
                  <a:pt x="66" y="252"/>
                </a:lnTo>
                <a:lnTo>
                  <a:pt x="66" y="252"/>
                </a:lnTo>
                <a:lnTo>
                  <a:pt x="78" y="248"/>
                </a:lnTo>
                <a:lnTo>
                  <a:pt x="86" y="242"/>
                </a:lnTo>
                <a:lnTo>
                  <a:pt x="94" y="234"/>
                </a:lnTo>
                <a:lnTo>
                  <a:pt x="100" y="224"/>
                </a:lnTo>
                <a:lnTo>
                  <a:pt x="100" y="224"/>
                </a:lnTo>
                <a:lnTo>
                  <a:pt x="102" y="216"/>
                </a:lnTo>
                <a:lnTo>
                  <a:pt x="104" y="208"/>
                </a:lnTo>
                <a:lnTo>
                  <a:pt x="104" y="208"/>
                </a:lnTo>
                <a:lnTo>
                  <a:pt x="104" y="80"/>
                </a:lnTo>
                <a:lnTo>
                  <a:pt x="104" y="80"/>
                </a:lnTo>
                <a:lnTo>
                  <a:pt x="106" y="80"/>
                </a:lnTo>
                <a:lnTo>
                  <a:pt x="240" y="56"/>
                </a:lnTo>
                <a:lnTo>
                  <a:pt x="240" y="154"/>
                </a:lnTo>
                <a:lnTo>
                  <a:pt x="240" y="154"/>
                </a:lnTo>
                <a:lnTo>
                  <a:pt x="234" y="150"/>
                </a:lnTo>
                <a:lnTo>
                  <a:pt x="226" y="146"/>
                </a:lnTo>
                <a:lnTo>
                  <a:pt x="218" y="144"/>
                </a:lnTo>
                <a:lnTo>
                  <a:pt x="210" y="144"/>
                </a:lnTo>
                <a:lnTo>
                  <a:pt x="210" y="144"/>
                </a:lnTo>
                <a:lnTo>
                  <a:pt x="200" y="144"/>
                </a:lnTo>
                <a:lnTo>
                  <a:pt x="190" y="148"/>
                </a:lnTo>
                <a:lnTo>
                  <a:pt x="190" y="148"/>
                </a:lnTo>
                <a:lnTo>
                  <a:pt x="178" y="152"/>
                </a:lnTo>
                <a:lnTo>
                  <a:pt x="170" y="158"/>
                </a:lnTo>
                <a:lnTo>
                  <a:pt x="162" y="166"/>
                </a:lnTo>
                <a:lnTo>
                  <a:pt x="156" y="176"/>
                </a:lnTo>
                <a:lnTo>
                  <a:pt x="156" y="176"/>
                </a:lnTo>
                <a:lnTo>
                  <a:pt x="154" y="182"/>
                </a:lnTo>
                <a:lnTo>
                  <a:pt x="152" y="190"/>
                </a:lnTo>
                <a:lnTo>
                  <a:pt x="152" y="198"/>
                </a:lnTo>
                <a:lnTo>
                  <a:pt x="154" y="206"/>
                </a:lnTo>
                <a:lnTo>
                  <a:pt x="154" y="206"/>
                </a:lnTo>
                <a:lnTo>
                  <a:pt x="160" y="216"/>
                </a:lnTo>
                <a:lnTo>
                  <a:pt x="170" y="224"/>
                </a:lnTo>
                <a:lnTo>
                  <a:pt x="184" y="230"/>
                </a:lnTo>
                <a:lnTo>
                  <a:pt x="198" y="232"/>
                </a:lnTo>
                <a:lnTo>
                  <a:pt x="198" y="232"/>
                </a:lnTo>
                <a:lnTo>
                  <a:pt x="208" y="232"/>
                </a:lnTo>
                <a:lnTo>
                  <a:pt x="218" y="228"/>
                </a:lnTo>
                <a:lnTo>
                  <a:pt x="218" y="228"/>
                </a:lnTo>
                <a:lnTo>
                  <a:pt x="230" y="224"/>
                </a:lnTo>
                <a:lnTo>
                  <a:pt x="238" y="218"/>
                </a:lnTo>
                <a:lnTo>
                  <a:pt x="246" y="210"/>
                </a:lnTo>
                <a:lnTo>
                  <a:pt x="252" y="200"/>
                </a:lnTo>
                <a:lnTo>
                  <a:pt x="252" y="200"/>
                </a:lnTo>
                <a:lnTo>
                  <a:pt x="254" y="192"/>
                </a:lnTo>
                <a:lnTo>
                  <a:pt x="256" y="184"/>
                </a:lnTo>
                <a:lnTo>
                  <a:pt x="256" y="184"/>
                </a:lnTo>
                <a:lnTo>
                  <a:pt x="256" y="40"/>
                </a:lnTo>
                <a:lnTo>
                  <a:pt x="256" y="32"/>
                </a:lnTo>
                <a:lnTo>
                  <a:pt x="256" y="16"/>
                </a:lnTo>
                <a:lnTo>
                  <a:pt x="256" y="16"/>
                </a:lnTo>
                <a:lnTo>
                  <a:pt x="254" y="10"/>
                </a:lnTo>
                <a:lnTo>
                  <a:pt x="250" y="4"/>
                </a:lnTo>
                <a:close/>
                <a:moveTo>
                  <a:pt x="62" y="238"/>
                </a:moveTo>
                <a:lnTo>
                  <a:pt x="62" y="238"/>
                </a:lnTo>
                <a:lnTo>
                  <a:pt x="48" y="240"/>
                </a:lnTo>
                <a:lnTo>
                  <a:pt x="34" y="238"/>
                </a:lnTo>
                <a:lnTo>
                  <a:pt x="24" y="232"/>
                </a:lnTo>
                <a:lnTo>
                  <a:pt x="20" y="228"/>
                </a:lnTo>
                <a:lnTo>
                  <a:pt x="18" y="224"/>
                </a:lnTo>
                <a:lnTo>
                  <a:pt x="18" y="224"/>
                </a:lnTo>
                <a:lnTo>
                  <a:pt x="16" y="218"/>
                </a:lnTo>
                <a:lnTo>
                  <a:pt x="16" y="212"/>
                </a:lnTo>
                <a:lnTo>
                  <a:pt x="18" y="208"/>
                </a:lnTo>
                <a:lnTo>
                  <a:pt x="20" y="202"/>
                </a:lnTo>
                <a:lnTo>
                  <a:pt x="30" y="194"/>
                </a:lnTo>
                <a:lnTo>
                  <a:pt x="42" y="186"/>
                </a:lnTo>
                <a:lnTo>
                  <a:pt x="42" y="186"/>
                </a:lnTo>
                <a:lnTo>
                  <a:pt x="56" y="184"/>
                </a:lnTo>
                <a:lnTo>
                  <a:pt x="70" y="186"/>
                </a:lnTo>
                <a:lnTo>
                  <a:pt x="76" y="188"/>
                </a:lnTo>
                <a:lnTo>
                  <a:pt x="80" y="192"/>
                </a:lnTo>
                <a:lnTo>
                  <a:pt x="84" y="196"/>
                </a:lnTo>
                <a:lnTo>
                  <a:pt x="86" y="200"/>
                </a:lnTo>
                <a:lnTo>
                  <a:pt x="86" y="200"/>
                </a:lnTo>
                <a:lnTo>
                  <a:pt x="88" y="206"/>
                </a:lnTo>
                <a:lnTo>
                  <a:pt x="88" y="212"/>
                </a:lnTo>
                <a:lnTo>
                  <a:pt x="86" y="216"/>
                </a:lnTo>
                <a:lnTo>
                  <a:pt x="84" y="222"/>
                </a:lnTo>
                <a:lnTo>
                  <a:pt x="74" y="230"/>
                </a:lnTo>
                <a:lnTo>
                  <a:pt x="62" y="238"/>
                </a:lnTo>
                <a:close/>
                <a:moveTo>
                  <a:pt x="214" y="214"/>
                </a:moveTo>
                <a:lnTo>
                  <a:pt x="214" y="214"/>
                </a:lnTo>
                <a:lnTo>
                  <a:pt x="198" y="216"/>
                </a:lnTo>
                <a:lnTo>
                  <a:pt x="186" y="214"/>
                </a:lnTo>
                <a:lnTo>
                  <a:pt x="176" y="208"/>
                </a:lnTo>
                <a:lnTo>
                  <a:pt x="172" y="204"/>
                </a:lnTo>
                <a:lnTo>
                  <a:pt x="168" y="200"/>
                </a:lnTo>
                <a:lnTo>
                  <a:pt x="168" y="200"/>
                </a:lnTo>
                <a:lnTo>
                  <a:pt x="168" y="194"/>
                </a:lnTo>
                <a:lnTo>
                  <a:pt x="168" y="188"/>
                </a:lnTo>
                <a:lnTo>
                  <a:pt x="170" y="184"/>
                </a:lnTo>
                <a:lnTo>
                  <a:pt x="172" y="178"/>
                </a:lnTo>
                <a:lnTo>
                  <a:pt x="182" y="170"/>
                </a:lnTo>
                <a:lnTo>
                  <a:pt x="194" y="162"/>
                </a:lnTo>
                <a:lnTo>
                  <a:pt x="194" y="162"/>
                </a:lnTo>
                <a:lnTo>
                  <a:pt x="208" y="160"/>
                </a:lnTo>
                <a:lnTo>
                  <a:pt x="222" y="162"/>
                </a:lnTo>
                <a:lnTo>
                  <a:pt x="228" y="164"/>
                </a:lnTo>
                <a:lnTo>
                  <a:pt x="232" y="168"/>
                </a:lnTo>
                <a:lnTo>
                  <a:pt x="236" y="172"/>
                </a:lnTo>
                <a:lnTo>
                  <a:pt x="238" y="176"/>
                </a:lnTo>
                <a:lnTo>
                  <a:pt x="238" y="176"/>
                </a:lnTo>
                <a:lnTo>
                  <a:pt x="240" y="182"/>
                </a:lnTo>
                <a:lnTo>
                  <a:pt x="240" y="188"/>
                </a:lnTo>
                <a:lnTo>
                  <a:pt x="238" y="192"/>
                </a:lnTo>
                <a:lnTo>
                  <a:pt x="234" y="198"/>
                </a:lnTo>
                <a:lnTo>
                  <a:pt x="226" y="206"/>
                </a:lnTo>
                <a:lnTo>
                  <a:pt x="214" y="214"/>
                </a:lnTo>
                <a:close/>
                <a:moveTo>
                  <a:pt x="240" y="40"/>
                </a:moveTo>
                <a:lnTo>
                  <a:pt x="104" y="64"/>
                </a:lnTo>
                <a:lnTo>
                  <a:pt x="104" y="56"/>
                </a:lnTo>
                <a:lnTo>
                  <a:pt x="104" y="40"/>
                </a:lnTo>
                <a:lnTo>
                  <a:pt x="240" y="16"/>
                </a:lnTo>
                <a:lnTo>
                  <a:pt x="240" y="32"/>
                </a:lnTo>
                <a:lnTo>
                  <a:pt x="240" y="40"/>
                </a:lnTo>
                <a:close/>
              </a:path>
            </a:pathLst>
          </a:custGeom>
          <a:solidFill>
            <a:schemeClr val="tx2"/>
          </a:solidFill>
          <a:ln w="9525">
            <a:noFill/>
            <a:round/>
            <a:headEnd/>
            <a:tailEnd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ar-SA" sz="2288"/>
          </a:p>
        </p:txBody>
      </p:sp>
      <p:sp>
        <p:nvSpPr>
          <p:cNvPr id="23" name="Freeform 88"/>
          <p:cNvSpPr>
            <a:spLocks noEditPoints="1"/>
          </p:cNvSpPr>
          <p:nvPr/>
        </p:nvSpPr>
        <p:spPr bwMode="auto">
          <a:xfrm>
            <a:off x="9070639" y="3549380"/>
            <a:ext cx="465099" cy="406961"/>
          </a:xfrm>
          <a:custGeom>
            <a:avLst/>
            <a:gdLst/>
            <a:ahLst/>
            <a:cxnLst>
              <a:cxn ang="0">
                <a:pos x="210" y="4"/>
              </a:cxn>
              <a:cxn ang="0">
                <a:pos x="206" y="0"/>
              </a:cxn>
              <a:cxn ang="0">
                <a:pos x="56" y="0"/>
              </a:cxn>
              <a:cxn ang="0">
                <a:pos x="50" y="0"/>
              </a:cxn>
              <a:cxn ang="0">
                <a:pos x="6" y="36"/>
              </a:cxn>
              <a:cxn ang="0">
                <a:pos x="2" y="40"/>
              </a:cxn>
              <a:cxn ang="0">
                <a:pos x="0" y="48"/>
              </a:cxn>
              <a:cxn ang="0">
                <a:pos x="16" y="102"/>
              </a:cxn>
              <a:cxn ang="0">
                <a:pos x="20" y="108"/>
              </a:cxn>
              <a:cxn ang="0">
                <a:pos x="26" y="112"/>
              </a:cxn>
              <a:cxn ang="0">
                <a:pos x="32" y="112"/>
              </a:cxn>
              <a:cxn ang="0">
                <a:pos x="40" y="208"/>
              </a:cxn>
              <a:cxn ang="0">
                <a:pos x="42" y="214"/>
              </a:cxn>
              <a:cxn ang="0">
                <a:pos x="50" y="222"/>
              </a:cxn>
              <a:cxn ang="0">
                <a:pos x="200" y="224"/>
              </a:cxn>
              <a:cxn ang="0">
                <a:pos x="206" y="222"/>
              </a:cxn>
              <a:cxn ang="0">
                <a:pos x="214" y="214"/>
              </a:cxn>
              <a:cxn ang="0">
                <a:pos x="216" y="110"/>
              </a:cxn>
              <a:cxn ang="0">
                <a:pos x="224" y="112"/>
              </a:cxn>
              <a:cxn ang="0">
                <a:pos x="230" y="112"/>
              </a:cxn>
              <a:cxn ang="0">
                <a:pos x="236" y="108"/>
              </a:cxn>
              <a:cxn ang="0">
                <a:pos x="256" y="54"/>
              </a:cxn>
              <a:cxn ang="0">
                <a:pos x="256" y="48"/>
              </a:cxn>
              <a:cxn ang="0">
                <a:pos x="254" y="40"/>
              </a:cxn>
              <a:cxn ang="0">
                <a:pos x="158" y="16"/>
              </a:cxn>
              <a:cxn ang="0">
                <a:pos x="154" y="22"/>
              </a:cxn>
              <a:cxn ang="0">
                <a:pos x="138" y="30"/>
              </a:cxn>
              <a:cxn ang="0">
                <a:pos x="128" y="32"/>
              </a:cxn>
              <a:cxn ang="0">
                <a:pos x="110" y="28"/>
              </a:cxn>
              <a:cxn ang="0">
                <a:pos x="98" y="16"/>
              </a:cxn>
              <a:cxn ang="0">
                <a:pos x="224" y="96"/>
              </a:cxn>
              <a:cxn ang="0">
                <a:pos x="200" y="208"/>
              </a:cxn>
              <a:cxn ang="0">
                <a:pos x="56" y="80"/>
              </a:cxn>
              <a:cxn ang="0">
                <a:pos x="16" y="48"/>
              </a:cxn>
              <a:cxn ang="0">
                <a:pos x="90" y="16"/>
              </a:cxn>
              <a:cxn ang="0">
                <a:pos x="94" y="26"/>
              </a:cxn>
              <a:cxn ang="0">
                <a:pos x="114" y="38"/>
              </a:cxn>
              <a:cxn ang="0">
                <a:pos x="128" y="40"/>
              </a:cxn>
              <a:cxn ang="0">
                <a:pos x="152" y="34"/>
              </a:cxn>
              <a:cxn ang="0">
                <a:pos x="166" y="16"/>
              </a:cxn>
              <a:cxn ang="0">
                <a:pos x="240" y="48"/>
              </a:cxn>
            </a:cxnLst>
            <a:rect l="0" t="0" r="r" b="b"/>
            <a:pathLst>
              <a:path w="256" h="224">
                <a:moveTo>
                  <a:pt x="250" y="36"/>
                </a:moveTo>
                <a:lnTo>
                  <a:pt x="210" y="4"/>
                </a:lnTo>
                <a:lnTo>
                  <a:pt x="210" y="4"/>
                </a:lnTo>
                <a:lnTo>
                  <a:pt x="206" y="0"/>
                </a:lnTo>
                <a:lnTo>
                  <a:pt x="200" y="0"/>
                </a:lnTo>
                <a:lnTo>
                  <a:pt x="56" y="0"/>
                </a:lnTo>
                <a:lnTo>
                  <a:pt x="56" y="0"/>
                </a:lnTo>
                <a:lnTo>
                  <a:pt x="50" y="0"/>
                </a:lnTo>
                <a:lnTo>
                  <a:pt x="46" y="4"/>
                </a:lnTo>
                <a:lnTo>
                  <a:pt x="6" y="36"/>
                </a:lnTo>
                <a:lnTo>
                  <a:pt x="6" y="36"/>
                </a:lnTo>
                <a:lnTo>
                  <a:pt x="2" y="40"/>
                </a:lnTo>
                <a:lnTo>
                  <a:pt x="0" y="44"/>
                </a:lnTo>
                <a:lnTo>
                  <a:pt x="0" y="48"/>
                </a:lnTo>
                <a:lnTo>
                  <a:pt x="0" y="54"/>
                </a:lnTo>
                <a:lnTo>
                  <a:pt x="16" y="102"/>
                </a:lnTo>
                <a:lnTo>
                  <a:pt x="16" y="102"/>
                </a:lnTo>
                <a:lnTo>
                  <a:pt x="20" y="108"/>
                </a:lnTo>
                <a:lnTo>
                  <a:pt x="26" y="112"/>
                </a:lnTo>
                <a:lnTo>
                  <a:pt x="26" y="112"/>
                </a:lnTo>
                <a:lnTo>
                  <a:pt x="32" y="112"/>
                </a:lnTo>
                <a:lnTo>
                  <a:pt x="32" y="112"/>
                </a:lnTo>
                <a:lnTo>
                  <a:pt x="40" y="110"/>
                </a:lnTo>
                <a:lnTo>
                  <a:pt x="40" y="208"/>
                </a:lnTo>
                <a:lnTo>
                  <a:pt x="40" y="208"/>
                </a:lnTo>
                <a:lnTo>
                  <a:pt x="42" y="214"/>
                </a:lnTo>
                <a:lnTo>
                  <a:pt x="44" y="220"/>
                </a:lnTo>
                <a:lnTo>
                  <a:pt x="50" y="222"/>
                </a:lnTo>
                <a:lnTo>
                  <a:pt x="56" y="224"/>
                </a:lnTo>
                <a:lnTo>
                  <a:pt x="200" y="224"/>
                </a:lnTo>
                <a:lnTo>
                  <a:pt x="200" y="224"/>
                </a:lnTo>
                <a:lnTo>
                  <a:pt x="206" y="222"/>
                </a:lnTo>
                <a:lnTo>
                  <a:pt x="212" y="220"/>
                </a:lnTo>
                <a:lnTo>
                  <a:pt x="214" y="214"/>
                </a:lnTo>
                <a:lnTo>
                  <a:pt x="216" y="208"/>
                </a:lnTo>
                <a:lnTo>
                  <a:pt x="216" y="110"/>
                </a:lnTo>
                <a:lnTo>
                  <a:pt x="216" y="110"/>
                </a:lnTo>
                <a:lnTo>
                  <a:pt x="224" y="112"/>
                </a:lnTo>
                <a:lnTo>
                  <a:pt x="224" y="112"/>
                </a:lnTo>
                <a:lnTo>
                  <a:pt x="230" y="112"/>
                </a:lnTo>
                <a:lnTo>
                  <a:pt x="230" y="112"/>
                </a:lnTo>
                <a:lnTo>
                  <a:pt x="236" y="108"/>
                </a:lnTo>
                <a:lnTo>
                  <a:pt x="240" y="102"/>
                </a:lnTo>
                <a:lnTo>
                  <a:pt x="256" y="54"/>
                </a:lnTo>
                <a:lnTo>
                  <a:pt x="256" y="54"/>
                </a:lnTo>
                <a:lnTo>
                  <a:pt x="256" y="48"/>
                </a:lnTo>
                <a:lnTo>
                  <a:pt x="256" y="44"/>
                </a:lnTo>
                <a:lnTo>
                  <a:pt x="254" y="40"/>
                </a:lnTo>
                <a:lnTo>
                  <a:pt x="250" y="36"/>
                </a:lnTo>
                <a:close/>
                <a:moveTo>
                  <a:pt x="158" y="16"/>
                </a:moveTo>
                <a:lnTo>
                  <a:pt x="158" y="16"/>
                </a:lnTo>
                <a:lnTo>
                  <a:pt x="154" y="22"/>
                </a:lnTo>
                <a:lnTo>
                  <a:pt x="146" y="28"/>
                </a:lnTo>
                <a:lnTo>
                  <a:pt x="138" y="30"/>
                </a:lnTo>
                <a:lnTo>
                  <a:pt x="128" y="32"/>
                </a:lnTo>
                <a:lnTo>
                  <a:pt x="128" y="32"/>
                </a:lnTo>
                <a:lnTo>
                  <a:pt x="118" y="30"/>
                </a:lnTo>
                <a:lnTo>
                  <a:pt x="110" y="28"/>
                </a:lnTo>
                <a:lnTo>
                  <a:pt x="102" y="22"/>
                </a:lnTo>
                <a:lnTo>
                  <a:pt x="98" y="16"/>
                </a:lnTo>
                <a:lnTo>
                  <a:pt x="158" y="16"/>
                </a:lnTo>
                <a:close/>
                <a:moveTo>
                  <a:pt x="224" y="96"/>
                </a:moveTo>
                <a:lnTo>
                  <a:pt x="200" y="80"/>
                </a:lnTo>
                <a:lnTo>
                  <a:pt x="200" y="208"/>
                </a:lnTo>
                <a:lnTo>
                  <a:pt x="56" y="208"/>
                </a:lnTo>
                <a:lnTo>
                  <a:pt x="56" y="80"/>
                </a:lnTo>
                <a:lnTo>
                  <a:pt x="32" y="96"/>
                </a:lnTo>
                <a:lnTo>
                  <a:pt x="16" y="48"/>
                </a:lnTo>
                <a:lnTo>
                  <a:pt x="56" y="16"/>
                </a:lnTo>
                <a:lnTo>
                  <a:pt x="90" y="16"/>
                </a:lnTo>
                <a:lnTo>
                  <a:pt x="90" y="16"/>
                </a:lnTo>
                <a:lnTo>
                  <a:pt x="94" y="26"/>
                </a:lnTo>
                <a:lnTo>
                  <a:pt x="104" y="34"/>
                </a:lnTo>
                <a:lnTo>
                  <a:pt x="114" y="38"/>
                </a:lnTo>
                <a:lnTo>
                  <a:pt x="128" y="40"/>
                </a:lnTo>
                <a:lnTo>
                  <a:pt x="128" y="40"/>
                </a:lnTo>
                <a:lnTo>
                  <a:pt x="142" y="38"/>
                </a:lnTo>
                <a:lnTo>
                  <a:pt x="152" y="34"/>
                </a:lnTo>
                <a:lnTo>
                  <a:pt x="162" y="26"/>
                </a:lnTo>
                <a:lnTo>
                  <a:pt x="166" y="16"/>
                </a:lnTo>
                <a:lnTo>
                  <a:pt x="200" y="16"/>
                </a:lnTo>
                <a:lnTo>
                  <a:pt x="240" y="48"/>
                </a:lnTo>
                <a:lnTo>
                  <a:pt x="224" y="96"/>
                </a:lnTo>
                <a:close/>
              </a:path>
            </a:pathLst>
          </a:custGeom>
          <a:solidFill>
            <a:schemeClr val="tx2"/>
          </a:solidFill>
          <a:ln w="9525">
            <a:noFill/>
            <a:round/>
            <a:headEnd/>
            <a:tailEnd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ar-SA" sz="2288"/>
          </a:p>
        </p:txBody>
      </p:sp>
      <p:grpSp>
        <p:nvGrpSpPr>
          <p:cNvPr id="24" name="Group 23"/>
          <p:cNvGrpSpPr/>
          <p:nvPr/>
        </p:nvGrpSpPr>
        <p:grpSpPr>
          <a:xfrm>
            <a:off x="8140441" y="3520311"/>
            <a:ext cx="465099" cy="465099"/>
            <a:chOff x="3962400" y="2774950"/>
            <a:chExt cx="406400" cy="406400"/>
          </a:xfrm>
          <a:solidFill>
            <a:schemeClr val="tx2"/>
          </a:solidFill>
        </p:grpSpPr>
        <p:sp>
          <p:nvSpPr>
            <p:cNvPr id="118" name="Freeform 92"/>
            <p:cNvSpPr>
              <a:spLocks noEditPoints="1"/>
            </p:cNvSpPr>
            <p:nvPr/>
          </p:nvSpPr>
          <p:spPr bwMode="auto">
            <a:xfrm>
              <a:off x="3962400" y="2927350"/>
              <a:ext cx="406400" cy="254000"/>
            </a:xfrm>
            <a:custGeom>
              <a:avLst/>
              <a:gdLst/>
              <a:ahLst/>
              <a:cxnLst>
                <a:cxn ang="0">
                  <a:pos x="214" y="66"/>
                </a:cxn>
                <a:cxn ang="0">
                  <a:pos x="256" y="42"/>
                </a:cxn>
                <a:cxn ang="0">
                  <a:pos x="254" y="34"/>
                </a:cxn>
                <a:cxn ang="0">
                  <a:pos x="208" y="52"/>
                </a:cxn>
                <a:cxn ang="0">
                  <a:pos x="186" y="22"/>
                </a:cxn>
                <a:cxn ang="0">
                  <a:pos x="142" y="0"/>
                </a:cxn>
                <a:cxn ang="0">
                  <a:pos x="98" y="6"/>
                </a:cxn>
                <a:cxn ang="0">
                  <a:pos x="52" y="44"/>
                </a:cxn>
                <a:cxn ang="0">
                  <a:pos x="20" y="72"/>
                </a:cxn>
                <a:cxn ang="0">
                  <a:pos x="0" y="92"/>
                </a:cxn>
                <a:cxn ang="0">
                  <a:pos x="32" y="134"/>
                </a:cxn>
                <a:cxn ang="0">
                  <a:pos x="38" y="154"/>
                </a:cxn>
                <a:cxn ang="0">
                  <a:pos x="204" y="160"/>
                </a:cxn>
                <a:cxn ang="0">
                  <a:pos x="224" y="140"/>
                </a:cxn>
                <a:cxn ang="0">
                  <a:pos x="254" y="98"/>
                </a:cxn>
                <a:cxn ang="0">
                  <a:pos x="250" y="78"/>
                </a:cxn>
                <a:cxn ang="0">
                  <a:pos x="202" y="72"/>
                </a:cxn>
                <a:cxn ang="0">
                  <a:pos x="128" y="8"/>
                </a:cxn>
                <a:cxn ang="0">
                  <a:pos x="162" y="16"/>
                </a:cxn>
                <a:cxn ang="0">
                  <a:pos x="196" y="44"/>
                </a:cxn>
                <a:cxn ang="0">
                  <a:pos x="188" y="50"/>
                </a:cxn>
                <a:cxn ang="0">
                  <a:pos x="158" y="22"/>
                </a:cxn>
                <a:cxn ang="0">
                  <a:pos x="128" y="16"/>
                </a:cxn>
                <a:cxn ang="0">
                  <a:pos x="82" y="32"/>
                </a:cxn>
                <a:cxn ang="0">
                  <a:pos x="58" y="72"/>
                </a:cxn>
                <a:cxn ang="0">
                  <a:pos x="60" y="46"/>
                </a:cxn>
                <a:cxn ang="0">
                  <a:pos x="100" y="12"/>
                </a:cxn>
                <a:cxn ang="0">
                  <a:pos x="164" y="72"/>
                </a:cxn>
                <a:cxn ang="0">
                  <a:pos x="128" y="48"/>
                </a:cxn>
                <a:cxn ang="0">
                  <a:pos x="98" y="62"/>
                </a:cxn>
                <a:cxn ang="0">
                  <a:pos x="90" y="60"/>
                </a:cxn>
                <a:cxn ang="0">
                  <a:pos x="128" y="40"/>
                </a:cxn>
                <a:cxn ang="0">
                  <a:pos x="164" y="58"/>
                </a:cxn>
                <a:cxn ang="0">
                  <a:pos x="128" y="64"/>
                </a:cxn>
                <a:cxn ang="0">
                  <a:pos x="100" y="72"/>
                </a:cxn>
                <a:cxn ang="0">
                  <a:pos x="120" y="58"/>
                </a:cxn>
                <a:cxn ang="0">
                  <a:pos x="144" y="60"/>
                </a:cxn>
                <a:cxn ang="0">
                  <a:pos x="146" y="72"/>
                </a:cxn>
                <a:cxn ang="0">
                  <a:pos x="128" y="32"/>
                </a:cxn>
                <a:cxn ang="0">
                  <a:pos x="94" y="44"/>
                </a:cxn>
                <a:cxn ang="0">
                  <a:pos x="74" y="72"/>
                </a:cxn>
                <a:cxn ang="0">
                  <a:pos x="74" y="52"/>
                </a:cxn>
                <a:cxn ang="0">
                  <a:pos x="106" y="28"/>
                </a:cxn>
                <a:cxn ang="0">
                  <a:pos x="138" y="24"/>
                </a:cxn>
                <a:cxn ang="0">
                  <a:pos x="170" y="40"/>
                </a:cxn>
                <a:cxn ang="0">
                  <a:pos x="180" y="66"/>
                </a:cxn>
                <a:cxn ang="0">
                  <a:pos x="144" y="34"/>
                </a:cxn>
                <a:cxn ang="0">
                  <a:pos x="208" y="140"/>
                </a:cxn>
                <a:cxn ang="0">
                  <a:pos x="52" y="144"/>
                </a:cxn>
                <a:cxn ang="0">
                  <a:pos x="48" y="128"/>
                </a:cxn>
                <a:cxn ang="0">
                  <a:pos x="20" y="88"/>
                </a:cxn>
                <a:cxn ang="0">
                  <a:pos x="64" y="88"/>
                </a:cxn>
                <a:cxn ang="0">
                  <a:pos x="96" y="88"/>
                </a:cxn>
                <a:cxn ang="0">
                  <a:pos x="168" y="88"/>
                </a:cxn>
                <a:cxn ang="0">
                  <a:pos x="200" y="88"/>
                </a:cxn>
                <a:cxn ang="0">
                  <a:pos x="236" y="88"/>
                </a:cxn>
              </a:cxnLst>
              <a:rect l="0" t="0" r="r" b="b"/>
              <a:pathLst>
                <a:path w="256" h="160">
                  <a:moveTo>
                    <a:pt x="236" y="72"/>
                  </a:moveTo>
                  <a:lnTo>
                    <a:pt x="214" y="72"/>
                  </a:lnTo>
                  <a:lnTo>
                    <a:pt x="214" y="72"/>
                  </a:lnTo>
                  <a:lnTo>
                    <a:pt x="214" y="66"/>
                  </a:lnTo>
                  <a:lnTo>
                    <a:pt x="252" y="48"/>
                  </a:lnTo>
                  <a:lnTo>
                    <a:pt x="252" y="48"/>
                  </a:lnTo>
                  <a:lnTo>
                    <a:pt x="254" y="46"/>
                  </a:lnTo>
                  <a:lnTo>
                    <a:pt x="256" y="42"/>
                  </a:lnTo>
                  <a:lnTo>
                    <a:pt x="256" y="40"/>
                  </a:lnTo>
                  <a:lnTo>
                    <a:pt x="256" y="36"/>
                  </a:lnTo>
                  <a:lnTo>
                    <a:pt x="256" y="36"/>
                  </a:lnTo>
                  <a:lnTo>
                    <a:pt x="254" y="34"/>
                  </a:lnTo>
                  <a:lnTo>
                    <a:pt x="250" y="32"/>
                  </a:lnTo>
                  <a:lnTo>
                    <a:pt x="248" y="32"/>
                  </a:lnTo>
                  <a:lnTo>
                    <a:pt x="244" y="32"/>
                  </a:lnTo>
                  <a:lnTo>
                    <a:pt x="208" y="52"/>
                  </a:lnTo>
                  <a:lnTo>
                    <a:pt x="208" y="52"/>
                  </a:lnTo>
                  <a:lnTo>
                    <a:pt x="202" y="40"/>
                  </a:lnTo>
                  <a:lnTo>
                    <a:pt x="194" y="30"/>
                  </a:lnTo>
                  <a:lnTo>
                    <a:pt x="186" y="22"/>
                  </a:lnTo>
                  <a:lnTo>
                    <a:pt x="176" y="14"/>
                  </a:lnTo>
                  <a:lnTo>
                    <a:pt x="166" y="8"/>
                  </a:lnTo>
                  <a:lnTo>
                    <a:pt x="154" y="4"/>
                  </a:lnTo>
                  <a:lnTo>
                    <a:pt x="142" y="0"/>
                  </a:lnTo>
                  <a:lnTo>
                    <a:pt x="128" y="0"/>
                  </a:lnTo>
                  <a:lnTo>
                    <a:pt x="128" y="0"/>
                  </a:lnTo>
                  <a:lnTo>
                    <a:pt x="112" y="2"/>
                  </a:lnTo>
                  <a:lnTo>
                    <a:pt x="98" y="6"/>
                  </a:lnTo>
                  <a:lnTo>
                    <a:pt x="84" y="12"/>
                  </a:lnTo>
                  <a:lnTo>
                    <a:pt x="72" y="20"/>
                  </a:lnTo>
                  <a:lnTo>
                    <a:pt x="60" y="32"/>
                  </a:lnTo>
                  <a:lnTo>
                    <a:pt x="52" y="44"/>
                  </a:lnTo>
                  <a:lnTo>
                    <a:pt x="46" y="58"/>
                  </a:lnTo>
                  <a:lnTo>
                    <a:pt x="42" y="72"/>
                  </a:lnTo>
                  <a:lnTo>
                    <a:pt x="20" y="72"/>
                  </a:lnTo>
                  <a:lnTo>
                    <a:pt x="20" y="72"/>
                  </a:lnTo>
                  <a:lnTo>
                    <a:pt x="12" y="74"/>
                  </a:lnTo>
                  <a:lnTo>
                    <a:pt x="6" y="78"/>
                  </a:lnTo>
                  <a:lnTo>
                    <a:pt x="2" y="84"/>
                  </a:lnTo>
                  <a:lnTo>
                    <a:pt x="0" y="92"/>
                  </a:lnTo>
                  <a:lnTo>
                    <a:pt x="0" y="92"/>
                  </a:lnTo>
                  <a:lnTo>
                    <a:pt x="2" y="98"/>
                  </a:lnTo>
                  <a:lnTo>
                    <a:pt x="4" y="102"/>
                  </a:lnTo>
                  <a:lnTo>
                    <a:pt x="32" y="134"/>
                  </a:lnTo>
                  <a:lnTo>
                    <a:pt x="32" y="140"/>
                  </a:lnTo>
                  <a:lnTo>
                    <a:pt x="32" y="140"/>
                  </a:lnTo>
                  <a:lnTo>
                    <a:pt x="34" y="148"/>
                  </a:lnTo>
                  <a:lnTo>
                    <a:pt x="38" y="154"/>
                  </a:lnTo>
                  <a:lnTo>
                    <a:pt x="44" y="158"/>
                  </a:lnTo>
                  <a:lnTo>
                    <a:pt x="52" y="160"/>
                  </a:lnTo>
                  <a:lnTo>
                    <a:pt x="204" y="160"/>
                  </a:lnTo>
                  <a:lnTo>
                    <a:pt x="204" y="160"/>
                  </a:lnTo>
                  <a:lnTo>
                    <a:pt x="212" y="158"/>
                  </a:lnTo>
                  <a:lnTo>
                    <a:pt x="218" y="154"/>
                  </a:lnTo>
                  <a:lnTo>
                    <a:pt x="222" y="148"/>
                  </a:lnTo>
                  <a:lnTo>
                    <a:pt x="224" y="140"/>
                  </a:lnTo>
                  <a:lnTo>
                    <a:pt x="224" y="134"/>
                  </a:lnTo>
                  <a:lnTo>
                    <a:pt x="252" y="102"/>
                  </a:lnTo>
                  <a:lnTo>
                    <a:pt x="252" y="102"/>
                  </a:lnTo>
                  <a:lnTo>
                    <a:pt x="254" y="98"/>
                  </a:lnTo>
                  <a:lnTo>
                    <a:pt x="256" y="92"/>
                  </a:lnTo>
                  <a:lnTo>
                    <a:pt x="256" y="92"/>
                  </a:lnTo>
                  <a:lnTo>
                    <a:pt x="254" y="84"/>
                  </a:lnTo>
                  <a:lnTo>
                    <a:pt x="250" y="78"/>
                  </a:lnTo>
                  <a:lnTo>
                    <a:pt x="244" y="74"/>
                  </a:lnTo>
                  <a:lnTo>
                    <a:pt x="236" y="72"/>
                  </a:lnTo>
                  <a:close/>
                  <a:moveTo>
                    <a:pt x="206" y="72"/>
                  </a:moveTo>
                  <a:lnTo>
                    <a:pt x="202" y="72"/>
                  </a:lnTo>
                  <a:lnTo>
                    <a:pt x="206" y="70"/>
                  </a:lnTo>
                  <a:lnTo>
                    <a:pt x="206" y="70"/>
                  </a:lnTo>
                  <a:lnTo>
                    <a:pt x="206" y="72"/>
                  </a:lnTo>
                  <a:close/>
                  <a:moveTo>
                    <a:pt x="128" y="8"/>
                  </a:moveTo>
                  <a:lnTo>
                    <a:pt x="128" y="8"/>
                  </a:lnTo>
                  <a:lnTo>
                    <a:pt x="140" y="8"/>
                  </a:lnTo>
                  <a:lnTo>
                    <a:pt x="152" y="12"/>
                  </a:lnTo>
                  <a:lnTo>
                    <a:pt x="162" y="16"/>
                  </a:lnTo>
                  <a:lnTo>
                    <a:pt x="172" y="22"/>
                  </a:lnTo>
                  <a:lnTo>
                    <a:pt x="180" y="28"/>
                  </a:lnTo>
                  <a:lnTo>
                    <a:pt x="188" y="36"/>
                  </a:lnTo>
                  <a:lnTo>
                    <a:pt x="196" y="44"/>
                  </a:lnTo>
                  <a:lnTo>
                    <a:pt x="200" y="54"/>
                  </a:lnTo>
                  <a:lnTo>
                    <a:pt x="194" y="58"/>
                  </a:lnTo>
                  <a:lnTo>
                    <a:pt x="194" y="58"/>
                  </a:lnTo>
                  <a:lnTo>
                    <a:pt x="188" y="50"/>
                  </a:lnTo>
                  <a:lnTo>
                    <a:pt x="182" y="42"/>
                  </a:lnTo>
                  <a:lnTo>
                    <a:pt x="176" y="34"/>
                  </a:lnTo>
                  <a:lnTo>
                    <a:pt x="168" y="28"/>
                  </a:lnTo>
                  <a:lnTo>
                    <a:pt x="158" y="22"/>
                  </a:lnTo>
                  <a:lnTo>
                    <a:pt x="148" y="20"/>
                  </a:lnTo>
                  <a:lnTo>
                    <a:pt x="138" y="16"/>
                  </a:lnTo>
                  <a:lnTo>
                    <a:pt x="128" y="16"/>
                  </a:lnTo>
                  <a:lnTo>
                    <a:pt x="128" y="16"/>
                  </a:lnTo>
                  <a:lnTo>
                    <a:pt x="116" y="18"/>
                  </a:lnTo>
                  <a:lnTo>
                    <a:pt x="104" y="20"/>
                  </a:lnTo>
                  <a:lnTo>
                    <a:pt x="92" y="26"/>
                  </a:lnTo>
                  <a:lnTo>
                    <a:pt x="82" y="32"/>
                  </a:lnTo>
                  <a:lnTo>
                    <a:pt x="74" y="40"/>
                  </a:lnTo>
                  <a:lnTo>
                    <a:pt x="68" y="50"/>
                  </a:lnTo>
                  <a:lnTo>
                    <a:pt x="62" y="60"/>
                  </a:lnTo>
                  <a:lnTo>
                    <a:pt x="58" y="72"/>
                  </a:lnTo>
                  <a:lnTo>
                    <a:pt x="50" y="72"/>
                  </a:lnTo>
                  <a:lnTo>
                    <a:pt x="50" y="72"/>
                  </a:lnTo>
                  <a:lnTo>
                    <a:pt x="54" y="58"/>
                  </a:lnTo>
                  <a:lnTo>
                    <a:pt x="60" y="46"/>
                  </a:lnTo>
                  <a:lnTo>
                    <a:pt x="68" y="36"/>
                  </a:lnTo>
                  <a:lnTo>
                    <a:pt x="78" y="26"/>
                  </a:lnTo>
                  <a:lnTo>
                    <a:pt x="88" y="18"/>
                  </a:lnTo>
                  <a:lnTo>
                    <a:pt x="100" y="12"/>
                  </a:lnTo>
                  <a:lnTo>
                    <a:pt x="114" y="10"/>
                  </a:lnTo>
                  <a:lnTo>
                    <a:pt x="128" y="8"/>
                  </a:lnTo>
                  <a:close/>
                  <a:moveTo>
                    <a:pt x="164" y="72"/>
                  </a:moveTo>
                  <a:lnTo>
                    <a:pt x="164" y="72"/>
                  </a:lnTo>
                  <a:lnTo>
                    <a:pt x="158" y="62"/>
                  </a:lnTo>
                  <a:lnTo>
                    <a:pt x="150" y="54"/>
                  </a:lnTo>
                  <a:lnTo>
                    <a:pt x="140" y="50"/>
                  </a:lnTo>
                  <a:lnTo>
                    <a:pt x="128" y="48"/>
                  </a:lnTo>
                  <a:lnTo>
                    <a:pt x="128" y="48"/>
                  </a:lnTo>
                  <a:lnTo>
                    <a:pt x="116" y="50"/>
                  </a:lnTo>
                  <a:lnTo>
                    <a:pt x="106" y="54"/>
                  </a:lnTo>
                  <a:lnTo>
                    <a:pt x="98" y="62"/>
                  </a:lnTo>
                  <a:lnTo>
                    <a:pt x="92" y="72"/>
                  </a:lnTo>
                  <a:lnTo>
                    <a:pt x="82" y="72"/>
                  </a:lnTo>
                  <a:lnTo>
                    <a:pt x="82" y="72"/>
                  </a:lnTo>
                  <a:lnTo>
                    <a:pt x="90" y="60"/>
                  </a:lnTo>
                  <a:lnTo>
                    <a:pt x="100" y="50"/>
                  </a:lnTo>
                  <a:lnTo>
                    <a:pt x="114" y="42"/>
                  </a:lnTo>
                  <a:lnTo>
                    <a:pt x="120" y="40"/>
                  </a:lnTo>
                  <a:lnTo>
                    <a:pt x="128" y="40"/>
                  </a:lnTo>
                  <a:lnTo>
                    <a:pt x="128" y="40"/>
                  </a:lnTo>
                  <a:lnTo>
                    <a:pt x="142" y="42"/>
                  </a:lnTo>
                  <a:lnTo>
                    <a:pt x="154" y="48"/>
                  </a:lnTo>
                  <a:lnTo>
                    <a:pt x="164" y="58"/>
                  </a:lnTo>
                  <a:lnTo>
                    <a:pt x="172" y="70"/>
                  </a:lnTo>
                  <a:lnTo>
                    <a:pt x="166" y="72"/>
                  </a:lnTo>
                  <a:lnTo>
                    <a:pt x="164" y="72"/>
                  </a:lnTo>
                  <a:close/>
                  <a:moveTo>
                    <a:pt x="128" y="64"/>
                  </a:moveTo>
                  <a:lnTo>
                    <a:pt x="128" y="64"/>
                  </a:lnTo>
                  <a:lnTo>
                    <a:pt x="118" y="66"/>
                  </a:lnTo>
                  <a:lnTo>
                    <a:pt x="110" y="72"/>
                  </a:lnTo>
                  <a:lnTo>
                    <a:pt x="100" y="72"/>
                  </a:lnTo>
                  <a:lnTo>
                    <a:pt x="100" y="72"/>
                  </a:lnTo>
                  <a:lnTo>
                    <a:pt x="106" y="66"/>
                  </a:lnTo>
                  <a:lnTo>
                    <a:pt x="112" y="60"/>
                  </a:lnTo>
                  <a:lnTo>
                    <a:pt x="120" y="58"/>
                  </a:lnTo>
                  <a:lnTo>
                    <a:pt x="128" y="56"/>
                  </a:lnTo>
                  <a:lnTo>
                    <a:pt x="128" y="56"/>
                  </a:lnTo>
                  <a:lnTo>
                    <a:pt x="136" y="58"/>
                  </a:lnTo>
                  <a:lnTo>
                    <a:pt x="144" y="60"/>
                  </a:lnTo>
                  <a:lnTo>
                    <a:pt x="150" y="66"/>
                  </a:lnTo>
                  <a:lnTo>
                    <a:pt x="156" y="72"/>
                  </a:lnTo>
                  <a:lnTo>
                    <a:pt x="146" y="72"/>
                  </a:lnTo>
                  <a:lnTo>
                    <a:pt x="146" y="72"/>
                  </a:lnTo>
                  <a:lnTo>
                    <a:pt x="138" y="66"/>
                  </a:lnTo>
                  <a:lnTo>
                    <a:pt x="128" y="64"/>
                  </a:lnTo>
                  <a:close/>
                  <a:moveTo>
                    <a:pt x="128" y="32"/>
                  </a:moveTo>
                  <a:lnTo>
                    <a:pt x="128" y="32"/>
                  </a:lnTo>
                  <a:lnTo>
                    <a:pt x="118" y="32"/>
                  </a:lnTo>
                  <a:lnTo>
                    <a:pt x="110" y="36"/>
                  </a:lnTo>
                  <a:lnTo>
                    <a:pt x="102" y="38"/>
                  </a:lnTo>
                  <a:lnTo>
                    <a:pt x="94" y="44"/>
                  </a:lnTo>
                  <a:lnTo>
                    <a:pt x="88" y="50"/>
                  </a:lnTo>
                  <a:lnTo>
                    <a:pt x="82" y="56"/>
                  </a:lnTo>
                  <a:lnTo>
                    <a:pt x="78" y="64"/>
                  </a:lnTo>
                  <a:lnTo>
                    <a:pt x="74" y="72"/>
                  </a:lnTo>
                  <a:lnTo>
                    <a:pt x="66" y="72"/>
                  </a:lnTo>
                  <a:lnTo>
                    <a:pt x="66" y="72"/>
                  </a:lnTo>
                  <a:lnTo>
                    <a:pt x="70" y="62"/>
                  </a:lnTo>
                  <a:lnTo>
                    <a:pt x="74" y="52"/>
                  </a:lnTo>
                  <a:lnTo>
                    <a:pt x="80" y="44"/>
                  </a:lnTo>
                  <a:lnTo>
                    <a:pt x="88" y="38"/>
                  </a:lnTo>
                  <a:lnTo>
                    <a:pt x="98" y="32"/>
                  </a:lnTo>
                  <a:lnTo>
                    <a:pt x="106" y="28"/>
                  </a:lnTo>
                  <a:lnTo>
                    <a:pt x="118" y="24"/>
                  </a:lnTo>
                  <a:lnTo>
                    <a:pt x="128" y="24"/>
                  </a:lnTo>
                  <a:lnTo>
                    <a:pt x="128" y="24"/>
                  </a:lnTo>
                  <a:lnTo>
                    <a:pt x="138" y="24"/>
                  </a:lnTo>
                  <a:lnTo>
                    <a:pt x="146" y="26"/>
                  </a:lnTo>
                  <a:lnTo>
                    <a:pt x="156" y="30"/>
                  </a:lnTo>
                  <a:lnTo>
                    <a:pt x="164" y="34"/>
                  </a:lnTo>
                  <a:lnTo>
                    <a:pt x="170" y="40"/>
                  </a:lnTo>
                  <a:lnTo>
                    <a:pt x="176" y="46"/>
                  </a:lnTo>
                  <a:lnTo>
                    <a:pt x="182" y="54"/>
                  </a:lnTo>
                  <a:lnTo>
                    <a:pt x="186" y="62"/>
                  </a:lnTo>
                  <a:lnTo>
                    <a:pt x="180" y="66"/>
                  </a:lnTo>
                  <a:lnTo>
                    <a:pt x="180" y="66"/>
                  </a:lnTo>
                  <a:lnTo>
                    <a:pt x="170" y="52"/>
                  </a:lnTo>
                  <a:lnTo>
                    <a:pt x="158" y="42"/>
                  </a:lnTo>
                  <a:lnTo>
                    <a:pt x="144" y="34"/>
                  </a:lnTo>
                  <a:lnTo>
                    <a:pt x="136" y="32"/>
                  </a:lnTo>
                  <a:lnTo>
                    <a:pt x="128" y="32"/>
                  </a:lnTo>
                  <a:close/>
                  <a:moveTo>
                    <a:pt x="208" y="128"/>
                  </a:moveTo>
                  <a:lnTo>
                    <a:pt x="208" y="140"/>
                  </a:lnTo>
                  <a:lnTo>
                    <a:pt x="208" y="140"/>
                  </a:lnTo>
                  <a:lnTo>
                    <a:pt x="206" y="142"/>
                  </a:lnTo>
                  <a:lnTo>
                    <a:pt x="204" y="144"/>
                  </a:lnTo>
                  <a:lnTo>
                    <a:pt x="52" y="144"/>
                  </a:lnTo>
                  <a:lnTo>
                    <a:pt x="52" y="144"/>
                  </a:lnTo>
                  <a:lnTo>
                    <a:pt x="50" y="142"/>
                  </a:lnTo>
                  <a:lnTo>
                    <a:pt x="48" y="140"/>
                  </a:lnTo>
                  <a:lnTo>
                    <a:pt x="48" y="128"/>
                  </a:lnTo>
                  <a:lnTo>
                    <a:pt x="16" y="92"/>
                  </a:lnTo>
                  <a:lnTo>
                    <a:pt x="16" y="92"/>
                  </a:lnTo>
                  <a:lnTo>
                    <a:pt x="18" y="90"/>
                  </a:lnTo>
                  <a:lnTo>
                    <a:pt x="20" y="88"/>
                  </a:lnTo>
                  <a:lnTo>
                    <a:pt x="40" y="88"/>
                  </a:lnTo>
                  <a:lnTo>
                    <a:pt x="48" y="88"/>
                  </a:lnTo>
                  <a:lnTo>
                    <a:pt x="56" y="88"/>
                  </a:lnTo>
                  <a:lnTo>
                    <a:pt x="64" y="88"/>
                  </a:lnTo>
                  <a:lnTo>
                    <a:pt x="72" y="88"/>
                  </a:lnTo>
                  <a:lnTo>
                    <a:pt x="80" y="88"/>
                  </a:lnTo>
                  <a:lnTo>
                    <a:pt x="88" y="88"/>
                  </a:lnTo>
                  <a:lnTo>
                    <a:pt x="96" y="88"/>
                  </a:lnTo>
                  <a:lnTo>
                    <a:pt x="104" y="88"/>
                  </a:lnTo>
                  <a:lnTo>
                    <a:pt x="152" y="88"/>
                  </a:lnTo>
                  <a:lnTo>
                    <a:pt x="160" y="88"/>
                  </a:lnTo>
                  <a:lnTo>
                    <a:pt x="168" y="88"/>
                  </a:lnTo>
                  <a:lnTo>
                    <a:pt x="176" y="88"/>
                  </a:lnTo>
                  <a:lnTo>
                    <a:pt x="184" y="88"/>
                  </a:lnTo>
                  <a:lnTo>
                    <a:pt x="192" y="88"/>
                  </a:lnTo>
                  <a:lnTo>
                    <a:pt x="200" y="88"/>
                  </a:lnTo>
                  <a:lnTo>
                    <a:pt x="208" y="88"/>
                  </a:lnTo>
                  <a:lnTo>
                    <a:pt x="216" y="88"/>
                  </a:lnTo>
                  <a:lnTo>
                    <a:pt x="236" y="88"/>
                  </a:lnTo>
                  <a:lnTo>
                    <a:pt x="236" y="88"/>
                  </a:lnTo>
                  <a:lnTo>
                    <a:pt x="238" y="90"/>
                  </a:lnTo>
                  <a:lnTo>
                    <a:pt x="240" y="92"/>
                  </a:lnTo>
                  <a:lnTo>
                    <a:pt x="208" y="12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19" name="Freeform 100"/>
            <p:cNvSpPr>
              <a:spLocks/>
            </p:cNvSpPr>
            <p:nvPr/>
          </p:nvSpPr>
          <p:spPr bwMode="auto">
            <a:xfrm>
              <a:off x="4060825" y="2832100"/>
              <a:ext cx="28575" cy="95250"/>
            </a:xfrm>
            <a:custGeom>
              <a:avLst/>
              <a:gdLst/>
              <a:ahLst/>
              <a:cxnLst>
                <a:cxn ang="0">
                  <a:pos x="2" y="58"/>
                </a:cxn>
                <a:cxn ang="0">
                  <a:pos x="2" y="58"/>
                </a:cxn>
                <a:cxn ang="0">
                  <a:pos x="2" y="58"/>
                </a:cxn>
                <a:cxn ang="0">
                  <a:pos x="2" y="58"/>
                </a:cxn>
                <a:cxn ang="0">
                  <a:pos x="2" y="58"/>
                </a:cxn>
                <a:cxn ang="0">
                  <a:pos x="4" y="60"/>
                </a:cxn>
                <a:cxn ang="0">
                  <a:pos x="6" y="60"/>
                </a:cxn>
                <a:cxn ang="0">
                  <a:pos x="6" y="60"/>
                </a:cxn>
                <a:cxn ang="0">
                  <a:pos x="8" y="58"/>
                </a:cxn>
                <a:cxn ang="0">
                  <a:pos x="10" y="56"/>
                </a:cxn>
                <a:cxn ang="0">
                  <a:pos x="10" y="56"/>
                </a:cxn>
                <a:cxn ang="0">
                  <a:pos x="10" y="54"/>
                </a:cxn>
                <a:cxn ang="0">
                  <a:pos x="10" y="54"/>
                </a:cxn>
                <a:cxn ang="0">
                  <a:pos x="10" y="54"/>
                </a:cxn>
                <a:cxn ang="0">
                  <a:pos x="10" y="54"/>
                </a:cxn>
                <a:cxn ang="0">
                  <a:pos x="8" y="50"/>
                </a:cxn>
                <a:cxn ang="0">
                  <a:pos x="8" y="44"/>
                </a:cxn>
                <a:cxn ang="0">
                  <a:pos x="12" y="32"/>
                </a:cxn>
                <a:cxn ang="0">
                  <a:pos x="12" y="32"/>
                </a:cxn>
                <a:cxn ang="0">
                  <a:pos x="18" y="18"/>
                </a:cxn>
                <a:cxn ang="0">
                  <a:pos x="18" y="10"/>
                </a:cxn>
                <a:cxn ang="0">
                  <a:pos x="16" y="2"/>
                </a:cxn>
                <a:cxn ang="0">
                  <a:pos x="16" y="2"/>
                </a:cxn>
                <a:cxn ang="0">
                  <a:pos x="14" y="0"/>
                </a:cxn>
                <a:cxn ang="0">
                  <a:pos x="12" y="0"/>
                </a:cxn>
                <a:cxn ang="0">
                  <a:pos x="12" y="0"/>
                </a:cxn>
                <a:cxn ang="0">
                  <a:pos x="10" y="2"/>
                </a:cxn>
                <a:cxn ang="0">
                  <a:pos x="8" y="4"/>
                </a:cxn>
                <a:cxn ang="0">
                  <a:pos x="8" y="4"/>
                </a:cxn>
                <a:cxn ang="0">
                  <a:pos x="8" y="6"/>
                </a:cxn>
                <a:cxn ang="0">
                  <a:pos x="8" y="6"/>
                </a:cxn>
                <a:cxn ang="0">
                  <a:pos x="8" y="6"/>
                </a:cxn>
                <a:cxn ang="0">
                  <a:pos x="8" y="6"/>
                </a:cxn>
                <a:cxn ang="0">
                  <a:pos x="8" y="6"/>
                </a:cxn>
                <a:cxn ang="0">
                  <a:pos x="8" y="6"/>
                </a:cxn>
                <a:cxn ang="0">
                  <a:pos x="8" y="6"/>
                </a:cxn>
                <a:cxn ang="0">
                  <a:pos x="10" y="10"/>
                </a:cxn>
                <a:cxn ang="0">
                  <a:pos x="10" y="16"/>
                </a:cxn>
                <a:cxn ang="0">
                  <a:pos x="6" y="28"/>
                </a:cxn>
                <a:cxn ang="0">
                  <a:pos x="6" y="28"/>
                </a:cxn>
                <a:cxn ang="0">
                  <a:pos x="0" y="42"/>
                </a:cxn>
                <a:cxn ang="0">
                  <a:pos x="0" y="50"/>
                </a:cxn>
                <a:cxn ang="0">
                  <a:pos x="2" y="58"/>
                </a:cxn>
                <a:cxn ang="0">
                  <a:pos x="2" y="58"/>
                </a:cxn>
                <a:cxn ang="0">
                  <a:pos x="2" y="58"/>
                </a:cxn>
              </a:cxnLst>
              <a:rect l="0" t="0" r="r" b="b"/>
              <a:pathLst>
                <a:path w="18" h="60">
                  <a:moveTo>
                    <a:pt x="2" y="58"/>
                  </a:moveTo>
                  <a:lnTo>
                    <a:pt x="2" y="58"/>
                  </a:lnTo>
                  <a:lnTo>
                    <a:pt x="2" y="58"/>
                  </a:lnTo>
                  <a:lnTo>
                    <a:pt x="2" y="58"/>
                  </a:lnTo>
                  <a:lnTo>
                    <a:pt x="2" y="58"/>
                  </a:lnTo>
                  <a:lnTo>
                    <a:pt x="4" y="60"/>
                  </a:lnTo>
                  <a:lnTo>
                    <a:pt x="6" y="60"/>
                  </a:lnTo>
                  <a:lnTo>
                    <a:pt x="6" y="60"/>
                  </a:lnTo>
                  <a:lnTo>
                    <a:pt x="8" y="58"/>
                  </a:lnTo>
                  <a:lnTo>
                    <a:pt x="10" y="56"/>
                  </a:lnTo>
                  <a:lnTo>
                    <a:pt x="10" y="56"/>
                  </a:lnTo>
                  <a:lnTo>
                    <a:pt x="10" y="54"/>
                  </a:lnTo>
                  <a:lnTo>
                    <a:pt x="10" y="54"/>
                  </a:lnTo>
                  <a:lnTo>
                    <a:pt x="10" y="54"/>
                  </a:lnTo>
                  <a:lnTo>
                    <a:pt x="10" y="54"/>
                  </a:lnTo>
                  <a:lnTo>
                    <a:pt x="8" y="50"/>
                  </a:lnTo>
                  <a:lnTo>
                    <a:pt x="8" y="44"/>
                  </a:lnTo>
                  <a:lnTo>
                    <a:pt x="12" y="32"/>
                  </a:lnTo>
                  <a:lnTo>
                    <a:pt x="12" y="32"/>
                  </a:lnTo>
                  <a:lnTo>
                    <a:pt x="18" y="18"/>
                  </a:lnTo>
                  <a:lnTo>
                    <a:pt x="18" y="10"/>
                  </a:lnTo>
                  <a:lnTo>
                    <a:pt x="16" y="2"/>
                  </a:lnTo>
                  <a:lnTo>
                    <a:pt x="16" y="2"/>
                  </a:lnTo>
                  <a:lnTo>
                    <a:pt x="14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0" y="2"/>
                  </a:lnTo>
                  <a:lnTo>
                    <a:pt x="8" y="4"/>
                  </a:lnTo>
                  <a:lnTo>
                    <a:pt x="8" y="4"/>
                  </a:lnTo>
                  <a:lnTo>
                    <a:pt x="8" y="6"/>
                  </a:lnTo>
                  <a:lnTo>
                    <a:pt x="8" y="6"/>
                  </a:lnTo>
                  <a:lnTo>
                    <a:pt x="8" y="6"/>
                  </a:lnTo>
                  <a:lnTo>
                    <a:pt x="8" y="6"/>
                  </a:lnTo>
                  <a:lnTo>
                    <a:pt x="8" y="6"/>
                  </a:lnTo>
                  <a:lnTo>
                    <a:pt x="8" y="6"/>
                  </a:lnTo>
                  <a:lnTo>
                    <a:pt x="8" y="6"/>
                  </a:lnTo>
                  <a:lnTo>
                    <a:pt x="10" y="10"/>
                  </a:lnTo>
                  <a:lnTo>
                    <a:pt x="10" y="16"/>
                  </a:lnTo>
                  <a:lnTo>
                    <a:pt x="6" y="28"/>
                  </a:lnTo>
                  <a:lnTo>
                    <a:pt x="6" y="28"/>
                  </a:lnTo>
                  <a:lnTo>
                    <a:pt x="0" y="42"/>
                  </a:lnTo>
                  <a:lnTo>
                    <a:pt x="0" y="50"/>
                  </a:lnTo>
                  <a:lnTo>
                    <a:pt x="2" y="58"/>
                  </a:lnTo>
                  <a:lnTo>
                    <a:pt x="2" y="58"/>
                  </a:lnTo>
                  <a:lnTo>
                    <a:pt x="2" y="5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20" name="Freeform 102"/>
            <p:cNvSpPr>
              <a:spLocks/>
            </p:cNvSpPr>
            <p:nvPr/>
          </p:nvSpPr>
          <p:spPr bwMode="auto">
            <a:xfrm>
              <a:off x="4216400" y="2828925"/>
              <a:ext cx="28575" cy="95250"/>
            </a:xfrm>
            <a:custGeom>
              <a:avLst/>
              <a:gdLst/>
              <a:ahLst/>
              <a:cxnLst>
                <a:cxn ang="0">
                  <a:pos x="2" y="58"/>
                </a:cxn>
                <a:cxn ang="0">
                  <a:pos x="2" y="58"/>
                </a:cxn>
                <a:cxn ang="0">
                  <a:pos x="2" y="58"/>
                </a:cxn>
                <a:cxn ang="0">
                  <a:pos x="2" y="58"/>
                </a:cxn>
                <a:cxn ang="0">
                  <a:pos x="2" y="58"/>
                </a:cxn>
                <a:cxn ang="0">
                  <a:pos x="2" y="60"/>
                </a:cxn>
                <a:cxn ang="0">
                  <a:pos x="4" y="60"/>
                </a:cxn>
                <a:cxn ang="0">
                  <a:pos x="4" y="60"/>
                </a:cxn>
                <a:cxn ang="0">
                  <a:pos x="8" y="60"/>
                </a:cxn>
                <a:cxn ang="0">
                  <a:pos x="8" y="56"/>
                </a:cxn>
                <a:cxn ang="0">
                  <a:pos x="8" y="56"/>
                </a:cxn>
                <a:cxn ang="0">
                  <a:pos x="8" y="56"/>
                </a:cxn>
                <a:cxn ang="0">
                  <a:pos x="8" y="56"/>
                </a:cxn>
                <a:cxn ang="0">
                  <a:pos x="8" y="56"/>
                </a:cxn>
                <a:cxn ang="0">
                  <a:pos x="8" y="56"/>
                </a:cxn>
                <a:cxn ang="0">
                  <a:pos x="8" y="50"/>
                </a:cxn>
                <a:cxn ang="0">
                  <a:pos x="8" y="44"/>
                </a:cxn>
                <a:cxn ang="0">
                  <a:pos x="12" y="32"/>
                </a:cxn>
                <a:cxn ang="0">
                  <a:pos x="12" y="32"/>
                </a:cxn>
                <a:cxn ang="0">
                  <a:pos x="16" y="18"/>
                </a:cxn>
                <a:cxn ang="0">
                  <a:pos x="18" y="10"/>
                </a:cxn>
                <a:cxn ang="0">
                  <a:pos x="16" y="4"/>
                </a:cxn>
                <a:cxn ang="0">
                  <a:pos x="16" y="4"/>
                </a:cxn>
                <a:cxn ang="0">
                  <a:pos x="14" y="2"/>
                </a:cxn>
                <a:cxn ang="0">
                  <a:pos x="12" y="0"/>
                </a:cxn>
                <a:cxn ang="0">
                  <a:pos x="12" y="0"/>
                </a:cxn>
                <a:cxn ang="0">
                  <a:pos x="10" y="2"/>
                </a:cxn>
                <a:cxn ang="0">
                  <a:pos x="8" y="4"/>
                </a:cxn>
                <a:cxn ang="0">
                  <a:pos x="8" y="4"/>
                </a:cxn>
                <a:cxn ang="0">
                  <a:pos x="8" y="6"/>
                </a:cxn>
                <a:cxn ang="0">
                  <a:pos x="8" y="6"/>
                </a:cxn>
                <a:cxn ang="0">
                  <a:pos x="8" y="6"/>
                </a:cxn>
                <a:cxn ang="0">
                  <a:pos x="8" y="6"/>
                </a:cxn>
                <a:cxn ang="0">
                  <a:pos x="8" y="6"/>
                </a:cxn>
                <a:cxn ang="0">
                  <a:pos x="8" y="6"/>
                </a:cxn>
                <a:cxn ang="0">
                  <a:pos x="8" y="6"/>
                </a:cxn>
                <a:cxn ang="0">
                  <a:pos x="10" y="12"/>
                </a:cxn>
                <a:cxn ang="0">
                  <a:pos x="10" y="18"/>
                </a:cxn>
                <a:cxn ang="0">
                  <a:pos x="4" y="30"/>
                </a:cxn>
                <a:cxn ang="0">
                  <a:pos x="4" y="30"/>
                </a:cxn>
                <a:cxn ang="0">
                  <a:pos x="0" y="44"/>
                </a:cxn>
                <a:cxn ang="0">
                  <a:pos x="0" y="50"/>
                </a:cxn>
                <a:cxn ang="0">
                  <a:pos x="2" y="58"/>
                </a:cxn>
                <a:cxn ang="0">
                  <a:pos x="2" y="58"/>
                </a:cxn>
                <a:cxn ang="0">
                  <a:pos x="2" y="58"/>
                </a:cxn>
              </a:cxnLst>
              <a:rect l="0" t="0" r="r" b="b"/>
              <a:pathLst>
                <a:path w="18" h="60">
                  <a:moveTo>
                    <a:pt x="2" y="58"/>
                  </a:moveTo>
                  <a:lnTo>
                    <a:pt x="2" y="58"/>
                  </a:lnTo>
                  <a:lnTo>
                    <a:pt x="2" y="58"/>
                  </a:lnTo>
                  <a:lnTo>
                    <a:pt x="2" y="58"/>
                  </a:lnTo>
                  <a:lnTo>
                    <a:pt x="2" y="58"/>
                  </a:lnTo>
                  <a:lnTo>
                    <a:pt x="2" y="60"/>
                  </a:lnTo>
                  <a:lnTo>
                    <a:pt x="4" y="60"/>
                  </a:lnTo>
                  <a:lnTo>
                    <a:pt x="4" y="60"/>
                  </a:lnTo>
                  <a:lnTo>
                    <a:pt x="8" y="60"/>
                  </a:lnTo>
                  <a:lnTo>
                    <a:pt x="8" y="56"/>
                  </a:lnTo>
                  <a:lnTo>
                    <a:pt x="8" y="56"/>
                  </a:lnTo>
                  <a:lnTo>
                    <a:pt x="8" y="56"/>
                  </a:lnTo>
                  <a:lnTo>
                    <a:pt x="8" y="56"/>
                  </a:lnTo>
                  <a:lnTo>
                    <a:pt x="8" y="56"/>
                  </a:lnTo>
                  <a:lnTo>
                    <a:pt x="8" y="56"/>
                  </a:lnTo>
                  <a:lnTo>
                    <a:pt x="8" y="50"/>
                  </a:lnTo>
                  <a:lnTo>
                    <a:pt x="8" y="44"/>
                  </a:lnTo>
                  <a:lnTo>
                    <a:pt x="12" y="32"/>
                  </a:lnTo>
                  <a:lnTo>
                    <a:pt x="12" y="32"/>
                  </a:lnTo>
                  <a:lnTo>
                    <a:pt x="16" y="18"/>
                  </a:lnTo>
                  <a:lnTo>
                    <a:pt x="18" y="10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4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0" y="2"/>
                  </a:lnTo>
                  <a:lnTo>
                    <a:pt x="8" y="4"/>
                  </a:lnTo>
                  <a:lnTo>
                    <a:pt x="8" y="4"/>
                  </a:lnTo>
                  <a:lnTo>
                    <a:pt x="8" y="6"/>
                  </a:lnTo>
                  <a:lnTo>
                    <a:pt x="8" y="6"/>
                  </a:lnTo>
                  <a:lnTo>
                    <a:pt x="8" y="6"/>
                  </a:lnTo>
                  <a:lnTo>
                    <a:pt x="8" y="6"/>
                  </a:lnTo>
                  <a:lnTo>
                    <a:pt x="8" y="6"/>
                  </a:lnTo>
                  <a:lnTo>
                    <a:pt x="8" y="6"/>
                  </a:lnTo>
                  <a:lnTo>
                    <a:pt x="8" y="6"/>
                  </a:lnTo>
                  <a:lnTo>
                    <a:pt x="10" y="12"/>
                  </a:lnTo>
                  <a:lnTo>
                    <a:pt x="10" y="18"/>
                  </a:lnTo>
                  <a:lnTo>
                    <a:pt x="4" y="30"/>
                  </a:lnTo>
                  <a:lnTo>
                    <a:pt x="4" y="30"/>
                  </a:lnTo>
                  <a:lnTo>
                    <a:pt x="0" y="44"/>
                  </a:lnTo>
                  <a:lnTo>
                    <a:pt x="0" y="50"/>
                  </a:lnTo>
                  <a:lnTo>
                    <a:pt x="2" y="58"/>
                  </a:lnTo>
                  <a:lnTo>
                    <a:pt x="2" y="58"/>
                  </a:lnTo>
                  <a:lnTo>
                    <a:pt x="2" y="5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21" name="Freeform 104"/>
            <p:cNvSpPr>
              <a:spLocks/>
            </p:cNvSpPr>
            <p:nvPr/>
          </p:nvSpPr>
          <p:spPr bwMode="auto">
            <a:xfrm>
              <a:off x="4149725" y="2774950"/>
              <a:ext cx="28575" cy="95250"/>
            </a:xfrm>
            <a:custGeom>
              <a:avLst/>
              <a:gdLst/>
              <a:ahLst/>
              <a:cxnLst>
                <a:cxn ang="0">
                  <a:pos x="2" y="58"/>
                </a:cxn>
                <a:cxn ang="0">
                  <a:pos x="2" y="58"/>
                </a:cxn>
                <a:cxn ang="0">
                  <a:pos x="2" y="58"/>
                </a:cxn>
                <a:cxn ang="0">
                  <a:pos x="2" y="58"/>
                </a:cxn>
                <a:cxn ang="0">
                  <a:pos x="2" y="58"/>
                </a:cxn>
                <a:cxn ang="0">
                  <a:pos x="4" y="60"/>
                </a:cxn>
                <a:cxn ang="0">
                  <a:pos x="6" y="60"/>
                </a:cxn>
                <a:cxn ang="0">
                  <a:pos x="6" y="60"/>
                </a:cxn>
                <a:cxn ang="0">
                  <a:pos x="8" y="60"/>
                </a:cxn>
                <a:cxn ang="0">
                  <a:pos x="10" y="56"/>
                </a:cxn>
                <a:cxn ang="0">
                  <a:pos x="10" y="56"/>
                </a:cxn>
                <a:cxn ang="0">
                  <a:pos x="10" y="56"/>
                </a:cxn>
                <a:cxn ang="0">
                  <a:pos x="10" y="56"/>
                </a:cxn>
                <a:cxn ang="0">
                  <a:pos x="10" y="56"/>
                </a:cxn>
                <a:cxn ang="0">
                  <a:pos x="10" y="56"/>
                </a:cxn>
                <a:cxn ang="0">
                  <a:pos x="8" y="50"/>
                </a:cxn>
                <a:cxn ang="0">
                  <a:pos x="8" y="44"/>
                </a:cxn>
                <a:cxn ang="0">
                  <a:pos x="12" y="32"/>
                </a:cxn>
                <a:cxn ang="0">
                  <a:pos x="12" y="32"/>
                </a:cxn>
                <a:cxn ang="0">
                  <a:pos x="18" y="18"/>
                </a:cxn>
                <a:cxn ang="0">
                  <a:pos x="18" y="10"/>
                </a:cxn>
                <a:cxn ang="0">
                  <a:pos x="16" y="2"/>
                </a:cxn>
                <a:cxn ang="0">
                  <a:pos x="16" y="2"/>
                </a:cxn>
                <a:cxn ang="0">
                  <a:pos x="14" y="2"/>
                </a:cxn>
                <a:cxn ang="0">
                  <a:pos x="12" y="0"/>
                </a:cxn>
                <a:cxn ang="0">
                  <a:pos x="12" y="0"/>
                </a:cxn>
                <a:cxn ang="0">
                  <a:pos x="10" y="2"/>
                </a:cxn>
                <a:cxn ang="0">
                  <a:pos x="8" y="4"/>
                </a:cxn>
                <a:cxn ang="0">
                  <a:pos x="8" y="4"/>
                </a:cxn>
                <a:cxn ang="0">
                  <a:pos x="10" y="6"/>
                </a:cxn>
                <a:cxn ang="0">
                  <a:pos x="10" y="6"/>
                </a:cxn>
                <a:cxn ang="0">
                  <a:pos x="10" y="6"/>
                </a:cxn>
                <a:cxn ang="0">
                  <a:pos x="10" y="6"/>
                </a:cxn>
                <a:cxn ang="0">
                  <a:pos x="10" y="6"/>
                </a:cxn>
                <a:cxn ang="0">
                  <a:pos x="10" y="6"/>
                </a:cxn>
                <a:cxn ang="0">
                  <a:pos x="10" y="6"/>
                </a:cxn>
                <a:cxn ang="0">
                  <a:pos x="10" y="12"/>
                </a:cxn>
                <a:cxn ang="0">
                  <a:pos x="10" y="16"/>
                </a:cxn>
                <a:cxn ang="0">
                  <a:pos x="6" y="28"/>
                </a:cxn>
                <a:cxn ang="0">
                  <a:pos x="6" y="28"/>
                </a:cxn>
                <a:cxn ang="0">
                  <a:pos x="0" y="42"/>
                </a:cxn>
                <a:cxn ang="0">
                  <a:pos x="0" y="50"/>
                </a:cxn>
                <a:cxn ang="0">
                  <a:pos x="2" y="58"/>
                </a:cxn>
                <a:cxn ang="0">
                  <a:pos x="2" y="58"/>
                </a:cxn>
                <a:cxn ang="0">
                  <a:pos x="2" y="58"/>
                </a:cxn>
              </a:cxnLst>
              <a:rect l="0" t="0" r="r" b="b"/>
              <a:pathLst>
                <a:path w="18" h="60">
                  <a:moveTo>
                    <a:pt x="2" y="58"/>
                  </a:moveTo>
                  <a:lnTo>
                    <a:pt x="2" y="58"/>
                  </a:lnTo>
                  <a:lnTo>
                    <a:pt x="2" y="58"/>
                  </a:lnTo>
                  <a:lnTo>
                    <a:pt x="2" y="58"/>
                  </a:lnTo>
                  <a:lnTo>
                    <a:pt x="2" y="58"/>
                  </a:lnTo>
                  <a:lnTo>
                    <a:pt x="4" y="60"/>
                  </a:lnTo>
                  <a:lnTo>
                    <a:pt x="6" y="60"/>
                  </a:lnTo>
                  <a:lnTo>
                    <a:pt x="6" y="60"/>
                  </a:lnTo>
                  <a:lnTo>
                    <a:pt x="8" y="60"/>
                  </a:lnTo>
                  <a:lnTo>
                    <a:pt x="10" y="56"/>
                  </a:lnTo>
                  <a:lnTo>
                    <a:pt x="10" y="56"/>
                  </a:lnTo>
                  <a:lnTo>
                    <a:pt x="10" y="56"/>
                  </a:lnTo>
                  <a:lnTo>
                    <a:pt x="10" y="56"/>
                  </a:lnTo>
                  <a:lnTo>
                    <a:pt x="10" y="56"/>
                  </a:lnTo>
                  <a:lnTo>
                    <a:pt x="10" y="56"/>
                  </a:lnTo>
                  <a:lnTo>
                    <a:pt x="8" y="50"/>
                  </a:lnTo>
                  <a:lnTo>
                    <a:pt x="8" y="44"/>
                  </a:lnTo>
                  <a:lnTo>
                    <a:pt x="12" y="32"/>
                  </a:lnTo>
                  <a:lnTo>
                    <a:pt x="12" y="32"/>
                  </a:lnTo>
                  <a:lnTo>
                    <a:pt x="18" y="18"/>
                  </a:lnTo>
                  <a:lnTo>
                    <a:pt x="18" y="10"/>
                  </a:lnTo>
                  <a:lnTo>
                    <a:pt x="16" y="2"/>
                  </a:lnTo>
                  <a:lnTo>
                    <a:pt x="16" y="2"/>
                  </a:lnTo>
                  <a:lnTo>
                    <a:pt x="14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0" y="2"/>
                  </a:lnTo>
                  <a:lnTo>
                    <a:pt x="8" y="4"/>
                  </a:lnTo>
                  <a:lnTo>
                    <a:pt x="8" y="4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10" y="12"/>
                  </a:lnTo>
                  <a:lnTo>
                    <a:pt x="10" y="16"/>
                  </a:lnTo>
                  <a:lnTo>
                    <a:pt x="6" y="28"/>
                  </a:lnTo>
                  <a:lnTo>
                    <a:pt x="6" y="28"/>
                  </a:lnTo>
                  <a:lnTo>
                    <a:pt x="0" y="42"/>
                  </a:lnTo>
                  <a:lnTo>
                    <a:pt x="0" y="50"/>
                  </a:lnTo>
                  <a:lnTo>
                    <a:pt x="2" y="58"/>
                  </a:lnTo>
                  <a:lnTo>
                    <a:pt x="2" y="58"/>
                  </a:lnTo>
                  <a:lnTo>
                    <a:pt x="2" y="5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</p:grpSp>
      <p:grpSp>
        <p:nvGrpSpPr>
          <p:cNvPr id="25" name="Group 24"/>
          <p:cNvGrpSpPr/>
          <p:nvPr/>
        </p:nvGrpSpPr>
        <p:grpSpPr>
          <a:xfrm>
            <a:off x="8140441" y="4465043"/>
            <a:ext cx="465099" cy="450564"/>
            <a:chOff x="3962400" y="3600450"/>
            <a:chExt cx="406400" cy="393700"/>
          </a:xfrm>
          <a:solidFill>
            <a:schemeClr val="tx2"/>
          </a:solidFill>
        </p:grpSpPr>
        <p:sp>
          <p:nvSpPr>
            <p:cNvPr id="116" name="Freeform 49"/>
            <p:cNvSpPr>
              <a:spLocks/>
            </p:cNvSpPr>
            <p:nvPr/>
          </p:nvSpPr>
          <p:spPr bwMode="auto">
            <a:xfrm>
              <a:off x="4165600" y="3816350"/>
              <a:ext cx="50800" cy="50800"/>
            </a:xfrm>
            <a:custGeom>
              <a:avLst/>
              <a:gdLst/>
              <a:ahLst/>
              <a:cxnLst>
                <a:cxn ang="0">
                  <a:pos x="16" y="0"/>
                </a:cxn>
                <a:cxn ang="0">
                  <a:pos x="16" y="0"/>
                </a:cxn>
                <a:cxn ang="0">
                  <a:pos x="10" y="2"/>
                </a:cxn>
                <a:cxn ang="0">
                  <a:pos x="4" y="4"/>
                </a:cxn>
                <a:cxn ang="0">
                  <a:pos x="2" y="10"/>
                </a:cxn>
                <a:cxn ang="0">
                  <a:pos x="0" y="16"/>
                </a:cxn>
                <a:cxn ang="0">
                  <a:pos x="0" y="16"/>
                </a:cxn>
                <a:cxn ang="0">
                  <a:pos x="2" y="22"/>
                </a:cxn>
                <a:cxn ang="0">
                  <a:pos x="4" y="28"/>
                </a:cxn>
                <a:cxn ang="0">
                  <a:pos x="10" y="30"/>
                </a:cxn>
                <a:cxn ang="0">
                  <a:pos x="16" y="32"/>
                </a:cxn>
                <a:cxn ang="0">
                  <a:pos x="16" y="32"/>
                </a:cxn>
                <a:cxn ang="0">
                  <a:pos x="22" y="30"/>
                </a:cxn>
                <a:cxn ang="0">
                  <a:pos x="28" y="28"/>
                </a:cxn>
                <a:cxn ang="0">
                  <a:pos x="30" y="22"/>
                </a:cxn>
                <a:cxn ang="0">
                  <a:pos x="32" y="16"/>
                </a:cxn>
                <a:cxn ang="0">
                  <a:pos x="32" y="16"/>
                </a:cxn>
                <a:cxn ang="0">
                  <a:pos x="30" y="10"/>
                </a:cxn>
                <a:cxn ang="0">
                  <a:pos x="28" y="4"/>
                </a:cxn>
                <a:cxn ang="0">
                  <a:pos x="22" y="2"/>
                </a:cxn>
                <a:cxn ang="0">
                  <a:pos x="16" y="0"/>
                </a:cxn>
              </a:cxnLst>
              <a:rect l="0" t="0" r="r" b="b"/>
              <a:pathLst>
                <a:path w="32" h="32">
                  <a:moveTo>
                    <a:pt x="16" y="0"/>
                  </a:moveTo>
                  <a:lnTo>
                    <a:pt x="16" y="0"/>
                  </a:lnTo>
                  <a:lnTo>
                    <a:pt x="10" y="2"/>
                  </a:lnTo>
                  <a:lnTo>
                    <a:pt x="4" y="4"/>
                  </a:lnTo>
                  <a:lnTo>
                    <a:pt x="2" y="10"/>
                  </a:lnTo>
                  <a:lnTo>
                    <a:pt x="0" y="16"/>
                  </a:lnTo>
                  <a:lnTo>
                    <a:pt x="0" y="16"/>
                  </a:lnTo>
                  <a:lnTo>
                    <a:pt x="2" y="22"/>
                  </a:lnTo>
                  <a:lnTo>
                    <a:pt x="4" y="28"/>
                  </a:lnTo>
                  <a:lnTo>
                    <a:pt x="10" y="30"/>
                  </a:lnTo>
                  <a:lnTo>
                    <a:pt x="16" y="32"/>
                  </a:lnTo>
                  <a:lnTo>
                    <a:pt x="16" y="32"/>
                  </a:lnTo>
                  <a:lnTo>
                    <a:pt x="22" y="30"/>
                  </a:lnTo>
                  <a:lnTo>
                    <a:pt x="28" y="28"/>
                  </a:lnTo>
                  <a:lnTo>
                    <a:pt x="30" y="22"/>
                  </a:lnTo>
                  <a:lnTo>
                    <a:pt x="32" y="16"/>
                  </a:lnTo>
                  <a:lnTo>
                    <a:pt x="32" y="16"/>
                  </a:lnTo>
                  <a:lnTo>
                    <a:pt x="30" y="10"/>
                  </a:lnTo>
                  <a:lnTo>
                    <a:pt x="28" y="4"/>
                  </a:lnTo>
                  <a:lnTo>
                    <a:pt x="22" y="2"/>
                  </a:lnTo>
                  <a:lnTo>
                    <a:pt x="16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17" name="Freeform 51"/>
            <p:cNvSpPr>
              <a:spLocks noEditPoints="1"/>
            </p:cNvSpPr>
            <p:nvPr/>
          </p:nvSpPr>
          <p:spPr bwMode="auto">
            <a:xfrm>
              <a:off x="3962400" y="3600450"/>
              <a:ext cx="406400" cy="393700"/>
            </a:xfrm>
            <a:custGeom>
              <a:avLst/>
              <a:gdLst/>
              <a:ahLst/>
              <a:cxnLst>
                <a:cxn ang="0">
                  <a:pos x="232" y="48"/>
                </a:cxn>
                <a:cxn ang="0">
                  <a:pos x="232" y="24"/>
                </a:cxn>
                <a:cxn ang="0">
                  <a:pos x="218" y="2"/>
                </a:cxn>
                <a:cxn ang="0">
                  <a:pos x="44" y="0"/>
                </a:cxn>
                <a:cxn ang="0">
                  <a:pos x="26" y="4"/>
                </a:cxn>
                <a:cxn ang="0">
                  <a:pos x="8" y="20"/>
                </a:cxn>
                <a:cxn ang="0">
                  <a:pos x="0" y="44"/>
                </a:cxn>
                <a:cxn ang="0">
                  <a:pos x="0" y="212"/>
                </a:cxn>
                <a:cxn ang="0">
                  <a:pos x="12" y="236"/>
                </a:cxn>
                <a:cxn ang="0">
                  <a:pos x="36" y="248"/>
                </a:cxn>
                <a:cxn ang="0">
                  <a:pos x="188" y="248"/>
                </a:cxn>
                <a:cxn ang="0">
                  <a:pos x="212" y="240"/>
                </a:cxn>
                <a:cxn ang="0">
                  <a:pos x="228" y="222"/>
                </a:cxn>
                <a:cxn ang="0">
                  <a:pos x="232" y="192"/>
                </a:cxn>
                <a:cxn ang="0">
                  <a:pos x="242" y="182"/>
                </a:cxn>
                <a:cxn ang="0">
                  <a:pos x="256" y="144"/>
                </a:cxn>
                <a:cxn ang="0">
                  <a:pos x="242" y="106"/>
                </a:cxn>
                <a:cxn ang="0">
                  <a:pos x="176" y="16"/>
                </a:cxn>
                <a:cxn ang="0">
                  <a:pos x="212" y="16"/>
                </a:cxn>
                <a:cxn ang="0">
                  <a:pos x="216" y="24"/>
                </a:cxn>
                <a:cxn ang="0">
                  <a:pos x="216" y="74"/>
                </a:cxn>
                <a:cxn ang="0">
                  <a:pos x="208" y="72"/>
                </a:cxn>
                <a:cxn ang="0">
                  <a:pos x="208" y="32"/>
                </a:cxn>
                <a:cxn ang="0">
                  <a:pos x="206" y="26"/>
                </a:cxn>
                <a:cxn ang="0">
                  <a:pos x="32" y="24"/>
                </a:cxn>
                <a:cxn ang="0">
                  <a:pos x="26" y="26"/>
                </a:cxn>
                <a:cxn ang="0">
                  <a:pos x="24" y="48"/>
                </a:cxn>
                <a:cxn ang="0">
                  <a:pos x="18" y="54"/>
                </a:cxn>
                <a:cxn ang="0">
                  <a:pos x="18" y="34"/>
                </a:cxn>
                <a:cxn ang="0">
                  <a:pos x="44" y="16"/>
                </a:cxn>
                <a:cxn ang="0">
                  <a:pos x="32" y="32"/>
                </a:cxn>
                <a:cxn ang="0">
                  <a:pos x="200" y="56"/>
                </a:cxn>
                <a:cxn ang="0">
                  <a:pos x="200" y="48"/>
                </a:cxn>
                <a:cxn ang="0">
                  <a:pos x="200" y="72"/>
                </a:cxn>
                <a:cxn ang="0">
                  <a:pos x="44" y="72"/>
                </a:cxn>
                <a:cxn ang="0">
                  <a:pos x="32" y="64"/>
                </a:cxn>
                <a:cxn ang="0">
                  <a:pos x="216" y="204"/>
                </a:cxn>
                <a:cxn ang="0">
                  <a:pos x="198" y="230"/>
                </a:cxn>
                <a:cxn ang="0">
                  <a:pos x="44" y="232"/>
                </a:cxn>
                <a:cxn ang="0">
                  <a:pos x="18" y="214"/>
                </a:cxn>
                <a:cxn ang="0">
                  <a:pos x="16" y="78"/>
                </a:cxn>
                <a:cxn ang="0">
                  <a:pos x="36" y="88"/>
                </a:cxn>
                <a:cxn ang="0">
                  <a:pos x="208" y="88"/>
                </a:cxn>
                <a:cxn ang="0">
                  <a:pos x="214" y="90"/>
                </a:cxn>
                <a:cxn ang="0">
                  <a:pos x="216" y="112"/>
                </a:cxn>
                <a:cxn ang="0">
                  <a:pos x="136" y="112"/>
                </a:cxn>
                <a:cxn ang="0">
                  <a:pos x="116" y="124"/>
                </a:cxn>
                <a:cxn ang="0">
                  <a:pos x="104" y="144"/>
                </a:cxn>
                <a:cxn ang="0">
                  <a:pos x="104" y="160"/>
                </a:cxn>
                <a:cxn ang="0">
                  <a:pos x="116" y="180"/>
                </a:cxn>
                <a:cxn ang="0">
                  <a:pos x="136" y="192"/>
                </a:cxn>
                <a:cxn ang="0">
                  <a:pos x="216" y="204"/>
                </a:cxn>
                <a:cxn ang="0">
                  <a:pos x="144" y="176"/>
                </a:cxn>
                <a:cxn ang="0">
                  <a:pos x="122" y="162"/>
                </a:cxn>
                <a:cxn ang="0">
                  <a:pos x="122" y="142"/>
                </a:cxn>
                <a:cxn ang="0">
                  <a:pos x="144" y="128"/>
                </a:cxn>
                <a:cxn ang="0">
                  <a:pos x="224" y="126"/>
                </a:cxn>
                <a:cxn ang="0">
                  <a:pos x="230" y="118"/>
                </a:cxn>
                <a:cxn ang="0">
                  <a:pos x="232" y="118"/>
                </a:cxn>
                <a:cxn ang="0">
                  <a:pos x="240" y="144"/>
                </a:cxn>
                <a:cxn ang="0">
                  <a:pos x="232" y="170"/>
                </a:cxn>
              </a:cxnLst>
              <a:rect l="0" t="0" r="r" b="b"/>
              <a:pathLst>
                <a:path w="256" h="248">
                  <a:moveTo>
                    <a:pt x="232" y="96"/>
                  </a:moveTo>
                  <a:lnTo>
                    <a:pt x="232" y="96"/>
                  </a:lnTo>
                  <a:lnTo>
                    <a:pt x="232" y="48"/>
                  </a:lnTo>
                  <a:lnTo>
                    <a:pt x="232" y="44"/>
                  </a:lnTo>
                  <a:lnTo>
                    <a:pt x="232" y="24"/>
                  </a:lnTo>
                  <a:lnTo>
                    <a:pt x="232" y="24"/>
                  </a:lnTo>
                  <a:lnTo>
                    <a:pt x="230" y="14"/>
                  </a:lnTo>
                  <a:lnTo>
                    <a:pt x="224" y="8"/>
                  </a:lnTo>
                  <a:lnTo>
                    <a:pt x="218" y="2"/>
                  </a:lnTo>
                  <a:lnTo>
                    <a:pt x="208" y="0"/>
                  </a:lnTo>
                  <a:lnTo>
                    <a:pt x="176" y="0"/>
                  </a:lnTo>
                  <a:lnTo>
                    <a:pt x="44" y="0"/>
                  </a:lnTo>
                  <a:lnTo>
                    <a:pt x="44" y="0"/>
                  </a:lnTo>
                  <a:lnTo>
                    <a:pt x="36" y="0"/>
                  </a:lnTo>
                  <a:lnTo>
                    <a:pt x="26" y="4"/>
                  </a:lnTo>
                  <a:lnTo>
                    <a:pt x="20" y="8"/>
                  </a:lnTo>
                  <a:lnTo>
                    <a:pt x="12" y="12"/>
                  </a:lnTo>
                  <a:lnTo>
                    <a:pt x="8" y="20"/>
                  </a:lnTo>
                  <a:lnTo>
                    <a:pt x="4" y="26"/>
                  </a:lnTo>
                  <a:lnTo>
                    <a:pt x="0" y="36"/>
                  </a:lnTo>
                  <a:lnTo>
                    <a:pt x="0" y="44"/>
                  </a:lnTo>
                  <a:lnTo>
                    <a:pt x="0" y="204"/>
                  </a:lnTo>
                  <a:lnTo>
                    <a:pt x="0" y="204"/>
                  </a:lnTo>
                  <a:lnTo>
                    <a:pt x="0" y="212"/>
                  </a:lnTo>
                  <a:lnTo>
                    <a:pt x="4" y="222"/>
                  </a:lnTo>
                  <a:lnTo>
                    <a:pt x="8" y="228"/>
                  </a:lnTo>
                  <a:lnTo>
                    <a:pt x="12" y="236"/>
                  </a:lnTo>
                  <a:lnTo>
                    <a:pt x="20" y="240"/>
                  </a:lnTo>
                  <a:lnTo>
                    <a:pt x="26" y="244"/>
                  </a:lnTo>
                  <a:lnTo>
                    <a:pt x="36" y="248"/>
                  </a:lnTo>
                  <a:lnTo>
                    <a:pt x="44" y="248"/>
                  </a:lnTo>
                  <a:lnTo>
                    <a:pt x="188" y="248"/>
                  </a:lnTo>
                  <a:lnTo>
                    <a:pt x="188" y="248"/>
                  </a:lnTo>
                  <a:lnTo>
                    <a:pt x="196" y="248"/>
                  </a:lnTo>
                  <a:lnTo>
                    <a:pt x="206" y="244"/>
                  </a:lnTo>
                  <a:lnTo>
                    <a:pt x="212" y="240"/>
                  </a:lnTo>
                  <a:lnTo>
                    <a:pt x="220" y="236"/>
                  </a:lnTo>
                  <a:lnTo>
                    <a:pt x="224" y="228"/>
                  </a:lnTo>
                  <a:lnTo>
                    <a:pt x="228" y="222"/>
                  </a:lnTo>
                  <a:lnTo>
                    <a:pt x="232" y="212"/>
                  </a:lnTo>
                  <a:lnTo>
                    <a:pt x="232" y="204"/>
                  </a:lnTo>
                  <a:lnTo>
                    <a:pt x="232" y="192"/>
                  </a:lnTo>
                  <a:lnTo>
                    <a:pt x="232" y="192"/>
                  </a:lnTo>
                  <a:lnTo>
                    <a:pt x="232" y="192"/>
                  </a:lnTo>
                  <a:lnTo>
                    <a:pt x="242" y="182"/>
                  </a:lnTo>
                  <a:lnTo>
                    <a:pt x="250" y="170"/>
                  </a:lnTo>
                  <a:lnTo>
                    <a:pt x="254" y="158"/>
                  </a:lnTo>
                  <a:lnTo>
                    <a:pt x="256" y="144"/>
                  </a:lnTo>
                  <a:lnTo>
                    <a:pt x="254" y="130"/>
                  </a:lnTo>
                  <a:lnTo>
                    <a:pt x="250" y="118"/>
                  </a:lnTo>
                  <a:lnTo>
                    <a:pt x="242" y="106"/>
                  </a:lnTo>
                  <a:lnTo>
                    <a:pt x="232" y="96"/>
                  </a:lnTo>
                  <a:close/>
                  <a:moveTo>
                    <a:pt x="44" y="16"/>
                  </a:moveTo>
                  <a:lnTo>
                    <a:pt x="176" y="16"/>
                  </a:lnTo>
                  <a:lnTo>
                    <a:pt x="208" y="16"/>
                  </a:lnTo>
                  <a:lnTo>
                    <a:pt x="208" y="16"/>
                  </a:lnTo>
                  <a:lnTo>
                    <a:pt x="212" y="16"/>
                  </a:lnTo>
                  <a:lnTo>
                    <a:pt x="214" y="18"/>
                  </a:lnTo>
                  <a:lnTo>
                    <a:pt x="216" y="20"/>
                  </a:lnTo>
                  <a:lnTo>
                    <a:pt x="216" y="24"/>
                  </a:lnTo>
                  <a:lnTo>
                    <a:pt x="216" y="44"/>
                  </a:lnTo>
                  <a:lnTo>
                    <a:pt x="216" y="48"/>
                  </a:lnTo>
                  <a:lnTo>
                    <a:pt x="216" y="74"/>
                  </a:lnTo>
                  <a:lnTo>
                    <a:pt x="216" y="74"/>
                  </a:lnTo>
                  <a:lnTo>
                    <a:pt x="208" y="72"/>
                  </a:lnTo>
                  <a:lnTo>
                    <a:pt x="208" y="72"/>
                  </a:lnTo>
                  <a:lnTo>
                    <a:pt x="208" y="64"/>
                  </a:lnTo>
                  <a:lnTo>
                    <a:pt x="208" y="48"/>
                  </a:lnTo>
                  <a:lnTo>
                    <a:pt x="208" y="32"/>
                  </a:lnTo>
                  <a:lnTo>
                    <a:pt x="208" y="32"/>
                  </a:lnTo>
                  <a:lnTo>
                    <a:pt x="208" y="28"/>
                  </a:lnTo>
                  <a:lnTo>
                    <a:pt x="206" y="26"/>
                  </a:lnTo>
                  <a:lnTo>
                    <a:pt x="204" y="24"/>
                  </a:lnTo>
                  <a:lnTo>
                    <a:pt x="200" y="24"/>
                  </a:lnTo>
                  <a:lnTo>
                    <a:pt x="32" y="24"/>
                  </a:lnTo>
                  <a:lnTo>
                    <a:pt x="32" y="24"/>
                  </a:lnTo>
                  <a:lnTo>
                    <a:pt x="28" y="24"/>
                  </a:lnTo>
                  <a:lnTo>
                    <a:pt x="26" y="26"/>
                  </a:lnTo>
                  <a:lnTo>
                    <a:pt x="24" y="28"/>
                  </a:lnTo>
                  <a:lnTo>
                    <a:pt x="24" y="32"/>
                  </a:lnTo>
                  <a:lnTo>
                    <a:pt x="24" y="48"/>
                  </a:lnTo>
                  <a:lnTo>
                    <a:pt x="24" y="64"/>
                  </a:lnTo>
                  <a:lnTo>
                    <a:pt x="24" y="64"/>
                  </a:lnTo>
                  <a:lnTo>
                    <a:pt x="18" y="54"/>
                  </a:lnTo>
                  <a:lnTo>
                    <a:pt x="16" y="44"/>
                  </a:lnTo>
                  <a:lnTo>
                    <a:pt x="16" y="44"/>
                  </a:lnTo>
                  <a:lnTo>
                    <a:pt x="18" y="34"/>
                  </a:lnTo>
                  <a:lnTo>
                    <a:pt x="24" y="24"/>
                  </a:lnTo>
                  <a:lnTo>
                    <a:pt x="34" y="18"/>
                  </a:lnTo>
                  <a:lnTo>
                    <a:pt x="44" y="16"/>
                  </a:lnTo>
                  <a:close/>
                  <a:moveTo>
                    <a:pt x="200" y="40"/>
                  </a:moveTo>
                  <a:lnTo>
                    <a:pt x="32" y="40"/>
                  </a:lnTo>
                  <a:lnTo>
                    <a:pt x="32" y="32"/>
                  </a:lnTo>
                  <a:lnTo>
                    <a:pt x="200" y="32"/>
                  </a:lnTo>
                  <a:lnTo>
                    <a:pt x="200" y="40"/>
                  </a:lnTo>
                  <a:close/>
                  <a:moveTo>
                    <a:pt x="200" y="56"/>
                  </a:moveTo>
                  <a:lnTo>
                    <a:pt x="32" y="56"/>
                  </a:lnTo>
                  <a:lnTo>
                    <a:pt x="32" y="48"/>
                  </a:lnTo>
                  <a:lnTo>
                    <a:pt x="200" y="48"/>
                  </a:lnTo>
                  <a:lnTo>
                    <a:pt x="200" y="56"/>
                  </a:lnTo>
                  <a:close/>
                  <a:moveTo>
                    <a:pt x="200" y="64"/>
                  </a:moveTo>
                  <a:lnTo>
                    <a:pt x="200" y="72"/>
                  </a:lnTo>
                  <a:lnTo>
                    <a:pt x="176" y="72"/>
                  </a:lnTo>
                  <a:lnTo>
                    <a:pt x="44" y="72"/>
                  </a:lnTo>
                  <a:lnTo>
                    <a:pt x="44" y="72"/>
                  </a:lnTo>
                  <a:lnTo>
                    <a:pt x="38" y="72"/>
                  </a:lnTo>
                  <a:lnTo>
                    <a:pt x="32" y="70"/>
                  </a:lnTo>
                  <a:lnTo>
                    <a:pt x="32" y="64"/>
                  </a:lnTo>
                  <a:lnTo>
                    <a:pt x="200" y="64"/>
                  </a:lnTo>
                  <a:close/>
                  <a:moveTo>
                    <a:pt x="216" y="204"/>
                  </a:moveTo>
                  <a:lnTo>
                    <a:pt x="216" y="204"/>
                  </a:lnTo>
                  <a:lnTo>
                    <a:pt x="214" y="214"/>
                  </a:lnTo>
                  <a:lnTo>
                    <a:pt x="208" y="224"/>
                  </a:lnTo>
                  <a:lnTo>
                    <a:pt x="198" y="230"/>
                  </a:lnTo>
                  <a:lnTo>
                    <a:pt x="188" y="232"/>
                  </a:lnTo>
                  <a:lnTo>
                    <a:pt x="44" y="232"/>
                  </a:lnTo>
                  <a:lnTo>
                    <a:pt x="44" y="232"/>
                  </a:lnTo>
                  <a:lnTo>
                    <a:pt x="34" y="230"/>
                  </a:lnTo>
                  <a:lnTo>
                    <a:pt x="24" y="224"/>
                  </a:lnTo>
                  <a:lnTo>
                    <a:pt x="18" y="214"/>
                  </a:lnTo>
                  <a:lnTo>
                    <a:pt x="16" y="204"/>
                  </a:lnTo>
                  <a:lnTo>
                    <a:pt x="16" y="78"/>
                  </a:lnTo>
                  <a:lnTo>
                    <a:pt x="16" y="78"/>
                  </a:lnTo>
                  <a:lnTo>
                    <a:pt x="22" y="82"/>
                  </a:lnTo>
                  <a:lnTo>
                    <a:pt x="28" y="86"/>
                  </a:lnTo>
                  <a:lnTo>
                    <a:pt x="36" y="88"/>
                  </a:lnTo>
                  <a:lnTo>
                    <a:pt x="44" y="88"/>
                  </a:lnTo>
                  <a:lnTo>
                    <a:pt x="176" y="88"/>
                  </a:lnTo>
                  <a:lnTo>
                    <a:pt x="208" y="88"/>
                  </a:lnTo>
                  <a:lnTo>
                    <a:pt x="208" y="88"/>
                  </a:lnTo>
                  <a:lnTo>
                    <a:pt x="212" y="88"/>
                  </a:lnTo>
                  <a:lnTo>
                    <a:pt x="214" y="90"/>
                  </a:lnTo>
                  <a:lnTo>
                    <a:pt x="216" y="92"/>
                  </a:lnTo>
                  <a:lnTo>
                    <a:pt x="216" y="96"/>
                  </a:lnTo>
                  <a:lnTo>
                    <a:pt x="216" y="112"/>
                  </a:lnTo>
                  <a:lnTo>
                    <a:pt x="144" y="112"/>
                  </a:lnTo>
                  <a:lnTo>
                    <a:pt x="144" y="112"/>
                  </a:lnTo>
                  <a:lnTo>
                    <a:pt x="136" y="112"/>
                  </a:lnTo>
                  <a:lnTo>
                    <a:pt x="128" y="116"/>
                  </a:lnTo>
                  <a:lnTo>
                    <a:pt x="122" y="118"/>
                  </a:lnTo>
                  <a:lnTo>
                    <a:pt x="116" y="124"/>
                  </a:lnTo>
                  <a:lnTo>
                    <a:pt x="110" y="130"/>
                  </a:lnTo>
                  <a:lnTo>
                    <a:pt x="108" y="136"/>
                  </a:lnTo>
                  <a:lnTo>
                    <a:pt x="104" y="144"/>
                  </a:lnTo>
                  <a:lnTo>
                    <a:pt x="104" y="152"/>
                  </a:lnTo>
                  <a:lnTo>
                    <a:pt x="104" y="152"/>
                  </a:lnTo>
                  <a:lnTo>
                    <a:pt x="104" y="160"/>
                  </a:lnTo>
                  <a:lnTo>
                    <a:pt x="108" y="168"/>
                  </a:lnTo>
                  <a:lnTo>
                    <a:pt x="110" y="174"/>
                  </a:lnTo>
                  <a:lnTo>
                    <a:pt x="116" y="180"/>
                  </a:lnTo>
                  <a:lnTo>
                    <a:pt x="122" y="186"/>
                  </a:lnTo>
                  <a:lnTo>
                    <a:pt x="128" y="188"/>
                  </a:lnTo>
                  <a:lnTo>
                    <a:pt x="136" y="192"/>
                  </a:lnTo>
                  <a:lnTo>
                    <a:pt x="144" y="192"/>
                  </a:lnTo>
                  <a:lnTo>
                    <a:pt x="216" y="192"/>
                  </a:lnTo>
                  <a:lnTo>
                    <a:pt x="216" y="204"/>
                  </a:lnTo>
                  <a:close/>
                  <a:moveTo>
                    <a:pt x="226" y="176"/>
                  </a:moveTo>
                  <a:lnTo>
                    <a:pt x="144" y="176"/>
                  </a:lnTo>
                  <a:lnTo>
                    <a:pt x="144" y="176"/>
                  </a:lnTo>
                  <a:lnTo>
                    <a:pt x="134" y="174"/>
                  </a:lnTo>
                  <a:lnTo>
                    <a:pt x="128" y="168"/>
                  </a:lnTo>
                  <a:lnTo>
                    <a:pt x="122" y="162"/>
                  </a:lnTo>
                  <a:lnTo>
                    <a:pt x="120" y="152"/>
                  </a:lnTo>
                  <a:lnTo>
                    <a:pt x="120" y="152"/>
                  </a:lnTo>
                  <a:lnTo>
                    <a:pt x="122" y="142"/>
                  </a:lnTo>
                  <a:lnTo>
                    <a:pt x="128" y="136"/>
                  </a:lnTo>
                  <a:lnTo>
                    <a:pt x="134" y="130"/>
                  </a:lnTo>
                  <a:lnTo>
                    <a:pt x="144" y="128"/>
                  </a:lnTo>
                  <a:lnTo>
                    <a:pt x="216" y="128"/>
                  </a:lnTo>
                  <a:lnTo>
                    <a:pt x="216" y="128"/>
                  </a:lnTo>
                  <a:lnTo>
                    <a:pt x="224" y="126"/>
                  </a:lnTo>
                  <a:lnTo>
                    <a:pt x="228" y="122"/>
                  </a:lnTo>
                  <a:lnTo>
                    <a:pt x="228" y="122"/>
                  </a:lnTo>
                  <a:lnTo>
                    <a:pt x="230" y="118"/>
                  </a:lnTo>
                  <a:lnTo>
                    <a:pt x="230" y="118"/>
                  </a:lnTo>
                  <a:lnTo>
                    <a:pt x="232" y="118"/>
                  </a:lnTo>
                  <a:lnTo>
                    <a:pt x="232" y="118"/>
                  </a:lnTo>
                  <a:lnTo>
                    <a:pt x="238" y="130"/>
                  </a:lnTo>
                  <a:lnTo>
                    <a:pt x="240" y="144"/>
                  </a:lnTo>
                  <a:lnTo>
                    <a:pt x="240" y="144"/>
                  </a:lnTo>
                  <a:lnTo>
                    <a:pt x="240" y="154"/>
                  </a:lnTo>
                  <a:lnTo>
                    <a:pt x="236" y="162"/>
                  </a:lnTo>
                  <a:lnTo>
                    <a:pt x="232" y="170"/>
                  </a:lnTo>
                  <a:lnTo>
                    <a:pt x="226" y="17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</p:grpSp>
      <p:grpSp>
        <p:nvGrpSpPr>
          <p:cNvPr id="26" name="Group 25"/>
          <p:cNvGrpSpPr/>
          <p:nvPr/>
        </p:nvGrpSpPr>
        <p:grpSpPr>
          <a:xfrm>
            <a:off x="11018242" y="1659915"/>
            <a:ext cx="319756" cy="465099"/>
            <a:chOff x="6477000" y="1149350"/>
            <a:chExt cx="279400" cy="406400"/>
          </a:xfrm>
          <a:solidFill>
            <a:schemeClr val="tx2"/>
          </a:solidFill>
        </p:grpSpPr>
        <p:sp>
          <p:nvSpPr>
            <p:cNvPr id="107" name="Freeform 186"/>
            <p:cNvSpPr>
              <a:spLocks/>
            </p:cNvSpPr>
            <p:nvPr/>
          </p:nvSpPr>
          <p:spPr bwMode="auto">
            <a:xfrm>
              <a:off x="6591300" y="1263650"/>
              <a:ext cx="25400" cy="25400"/>
            </a:xfrm>
            <a:custGeom>
              <a:avLst/>
              <a:gdLst/>
              <a:ahLst/>
              <a:cxnLst>
                <a:cxn ang="0">
                  <a:pos x="8" y="16"/>
                </a:cxn>
                <a:cxn ang="0">
                  <a:pos x="8" y="16"/>
                </a:cxn>
                <a:cxn ang="0">
                  <a:pos x="12" y="16"/>
                </a:cxn>
                <a:cxn ang="0">
                  <a:pos x="14" y="14"/>
                </a:cxn>
                <a:cxn ang="0">
                  <a:pos x="16" y="12"/>
                </a:cxn>
                <a:cxn ang="0">
                  <a:pos x="16" y="8"/>
                </a:cxn>
                <a:cxn ang="0">
                  <a:pos x="16" y="8"/>
                </a:cxn>
                <a:cxn ang="0">
                  <a:pos x="16" y="4"/>
                </a:cxn>
                <a:cxn ang="0">
                  <a:pos x="14" y="2"/>
                </a:cxn>
                <a:cxn ang="0">
                  <a:pos x="12" y="0"/>
                </a:cxn>
                <a:cxn ang="0">
                  <a:pos x="8" y="0"/>
                </a:cxn>
                <a:cxn ang="0">
                  <a:pos x="8" y="0"/>
                </a:cxn>
                <a:cxn ang="0">
                  <a:pos x="4" y="0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8"/>
                </a:cxn>
                <a:cxn ang="0">
                  <a:pos x="0" y="8"/>
                </a:cxn>
                <a:cxn ang="0">
                  <a:pos x="0" y="12"/>
                </a:cxn>
                <a:cxn ang="0">
                  <a:pos x="2" y="14"/>
                </a:cxn>
                <a:cxn ang="0">
                  <a:pos x="4" y="16"/>
                </a:cxn>
                <a:cxn ang="0">
                  <a:pos x="8" y="16"/>
                </a:cxn>
              </a:cxnLst>
              <a:rect l="0" t="0" r="r" b="b"/>
              <a:pathLst>
                <a:path w="16" h="16">
                  <a:moveTo>
                    <a:pt x="8" y="16"/>
                  </a:moveTo>
                  <a:lnTo>
                    <a:pt x="8" y="16"/>
                  </a:lnTo>
                  <a:lnTo>
                    <a:pt x="12" y="16"/>
                  </a:lnTo>
                  <a:lnTo>
                    <a:pt x="14" y="14"/>
                  </a:lnTo>
                  <a:lnTo>
                    <a:pt x="16" y="12"/>
                  </a:lnTo>
                  <a:lnTo>
                    <a:pt x="16" y="8"/>
                  </a:lnTo>
                  <a:lnTo>
                    <a:pt x="16" y="8"/>
                  </a:lnTo>
                  <a:lnTo>
                    <a:pt x="16" y="4"/>
                  </a:lnTo>
                  <a:lnTo>
                    <a:pt x="14" y="2"/>
                  </a:lnTo>
                  <a:lnTo>
                    <a:pt x="12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12"/>
                  </a:lnTo>
                  <a:lnTo>
                    <a:pt x="2" y="14"/>
                  </a:lnTo>
                  <a:lnTo>
                    <a:pt x="4" y="16"/>
                  </a:lnTo>
                  <a:lnTo>
                    <a:pt x="8" y="1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08" name="Freeform 188"/>
            <p:cNvSpPr>
              <a:spLocks/>
            </p:cNvSpPr>
            <p:nvPr/>
          </p:nvSpPr>
          <p:spPr bwMode="auto">
            <a:xfrm>
              <a:off x="6591300" y="1416050"/>
              <a:ext cx="25400" cy="25400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8" y="0"/>
                </a:cxn>
                <a:cxn ang="0">
                  <a:pos x="4" y="0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8"/>
                </a:cxn>
                <a:cxn ang="0">
                  <a:pos x="0" y="8"/>
                </a:cxn>
                <a:cxn ang="0">
                  <a:pos x="0" y="12"/>
                </a:cxn>
                <a:cxn ang="0">
                  <a:pos x="2" y="14"/>
                </a:cxn>
                <a:cxn ang="0">
                  <a:pos x="4" y="16"/>
                </a:cxn>
                <a:cxn ang="0">
                  <a:pos x="8" y="16"/>
                </a:cxn>
                <a:cxn ang="0">
                  <a:pos x="8" y="16"/>
                </a:cxn>
                <a:cxn ang="0">
                  <a:pos x="12" y="16"/>
                </a:cxn>
                <a:cxn ang="0">
                  <a:pos x="14" y="14"/>
                </a:cxn>
                <a:cxn ang="0">
                  <a:pos x="16" y="12"/>
                </a:cxn>
                <a:cxn ang="0">
                  <a:pos x="16" y="8"/>
                </a:cxn>
                <a:cxn ang="0">
                  <a:pos x="16" y="8"/>
                </a:cxn>
                <a:cxn ang="0">
                  <a:pos x="16" y="4"/>
                </a:cxn>
                <a:cxn ang="0">
                  <a:pos x="14" y="2"/>
                </a:cxn>
                <a:cxn ang="0">
                  <a:pos x="12" y="0"/>
                </a:cxn>
                <a:cxn ang="0">
                  <a:pos x="8" y="0"/>
                </a:cxn>
              </a:cxnLst>
              <a:rect l="0" t="0" r="r" b="b"/>
              <a:pathLst>
                <a:path w="16" h="16">
                  <a:moveTo>
                    <a:pt x="8" y="0"/>
                  </a:moveTo>
                  <a:lnTo>
                    <a:pt x="8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12"/>
                  </a:lnTo>
                  <a:lnTo>
                    <a:pt x="2" y="14"/>
                  </a:lnTo>
                  <a:lnTo>
                    <a:pt x="4" y="16"/>
                  </a:lnTo>
                  <a:lnTo>
                    <a:pt x="8" y="16"/>
                  </a:lnTo>
                  <a:lnTo>
                    <a:pt x="8" y="16"/>
                  </a:lnTo>
                  <a:lnTo>
                    <a:pt x="12" y="16"/>
                  </a:lnTo>
                  <a:lnTo>
                    <a:pt x="14" y="14"/>
                  </a:lnTo>
                  <a:lnTo>
                    <a:pt x="16" y="12"/>
                  </a:lnTo>
                  <a:lnTo>
                    <a:pt x="16" y="8"/>
                  </a:lnTo>
                  <a:lnTo>
                    <a:pt x="16" y="8"/>
                  </a:lnTo>
                  <a:lnTo>
                    <a:pt x="16" y="4"/>
                  </a:lnTo>
                  <a:lnTo>
                    <a:pt x="14" y="2"/>
                  </a:lnTo>
                  <a:lnTo>
                    <a:pt x="12" y="0"/>
                  </a:lnTo>
                  <a:lnTo>
                    <a:pt x="8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09" name="Freeform 190"/>
            <p:cNvSpPr>
              <a:spLocks/>
            </p:cNvSpPr>
            <p:nvPr/>
          </p:nvSpPr>
          <p:spPr bwMode="auto">
            <a:xfrm>
              <a:off x="6515100" y="1339850"/>
              <a:ext cx="25400" cy="25400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8" y="0"/>
                </a:cxn>
                <a:cxn ang="0">
                  <a:pos x="4" y="0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8"/>
                </a:cxn>
                <a:cxn ang="0">
                  <a:pos x="0" y="8"/>
                </a:cxn>
                <a:cxn ang="0">
                  <a:pos x="0" y="12"/>
                </a:cxn>
                <a:cxn ang="0">
                  <a:pos x="2" y="14"/>
                </a:cxn>
                <a:cxn ang="0">
                  <a:pos x="4" y="16"/>
                </a:cxn>
                <a:cxn ang="0">
                  <a:pos x="8" y="16"/>
                </a:cxn>
                <a:cxn ang="0">
                  <a:pos x="8" y="16"/>
                </a:cxn>
                <a:cxn ang="0">
                  <a:pos x="12" y="16"/>
                </a:cxn>
                <a:cxn ang="0">
                  <a:pos x="14" y="14"/>
                </a:cxn>
                <a:cxn ang="0">
                  <a:pos x="16" y="12"/>
                </a:cxn>
                <a:cxn ang="0">
                  <a:pos x="16" y="8"/>
                </a:cxn>
                <a:cxn ang="0">
                  <a:pos x="16" y="8"/>
                </a:cxn>
                <a:cxn ang="0">
                  <a:pos x="16" y="4"/>
                </a:cxn>
                <a:cxn ang="0">
                  <a:pos x="14" y="2"/>
                </a:cxn>
                <a:cxn ang="0">
                  <a:pos x="12" y="0"/>
                </a:cxn>
                <a:cxn ang="0">
                  <a:pos x="8" y="0"/>
                </a:cxn>
              </a:cxnLst>
              <a:rect l="0" t="0" r="r" b="b"/>
              <a:pathLst>
                <a:path w="16" h="16">
                  <a:moveTo>
                    <a:pt x="8" y="0"/>
                  </a:moveTo>
                  <a:lnTo>
                    <a:pt x="8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12"/>
                  </a:lnTo>
                  <a:lnTo>
                    <a:pt x="2" y="14"/>
                  </a:lnTo>
                  <a:lnTo>
                    <a:pt x="4" y="16"/>
                  </a:lnTo>
                  <a:lnTo>
                    <a:pt x="8" y="16"/>
                  </a:lnTo>
                  <a:lnTo>
                    <a:pt x="8" y="16"/>
                  </a:lnTo>
                  <a:lnTo>
                    <a:pt x="12" y="16"/>
                  </a:lnTo>
                  <a:lnTo>
                    <a:pt x="14" y="14"/>
                  </a:lnTo>
                  <a:lnTo>
                    <a:pt x="16" y="12"/>
                  </a:lnTo>
                  <a:lnTo>
                    <a:pt x="16" y="8"/>
                  </a:lnTo>
                  <a:lnTo>
                    <a:pt x="16" y="8"/>
                  </a:lnTo>
                  <a:lnTo>
                    <a:pt x="16" y="4"/>
                  </a:lnTo>
                  <a:lnTo>
                    <a:pt x="14" y="2"/>
                  </a:lnTo>
                  <a:lnTo>
                    <a:pt x="12" y="0"/>
                  </a:lnTo>
                  <a:lnTo>
                    <a:pt x="8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10" name="Freeform 192"/>
            <p:cNvSpPr>
              <a:spLocks/>
            </p:cNvSpPr>
            <p:nvPr/>
          </p:nvSpPr>
          <p:spPr bwMode="auto">
            <a:xfrm>
              <a:off x="6667500" y="1339850"/>
              <a:ext cx="25400" cy="25400"/>
            </a:xfrm>
            <a:custGeom>
              <a:avLst/>
              <a:gdLst/>
              <a:ahLst/>
              <a:cxnLst>
                <a:cxn ang="0">
                  <a:pos x="0" y="8"/>
                </a:cxn>
                <a:cxn ang="0">
                  <a:pos x="0" y="8"/>
                </a:cxn>
                <a:cxn ang="0">
                  <a:pos x="0" y="12"/>
                </a:cxn>
                <a:cxn ang="0">
                  <a:pos x="2" y="14"/>
                </a:cxn>
                <a:cxn ang="0">
                  <a:pos x="4" y="16"/>
                </a:cxn>
                <a:cxn ang="0">
                  <a:pos x="8" y="16"/>
                </a:cxn>
                <a:cxn ang="0">
                  <a:pos x="8" y="16"/>
                </a:cxn>
                <a:cxn ang="0">
                  <a:pos x="12" y="16"/>
                </a:cxn>
                <a:cxn ang="0">
                  <a:pos x="14" y="14"/>
                </a:cxn>
                <a:cxn ang="0">
                  <a:pos x="16" y="12"/>
                </a:cxn>
                <a:cxn ang="0">
                  <a:pos x="16" y="8"/>
                </a:cxn>
                <a:cxn ang="0">
                  <a:pos x="16" y="8"/>
                </a:cxn>
                <a:cxn ang="0">
                  <a:pos x="16" y="4"/>
                </a:cxn>
                <a:cxn ang="0">
                  <a:pos x="14" y="2"/>
                </a:cxn>
                <a:cxn ang="0">
                  <a:pos x="12" y="0"/>
                </a:cxn>
                <a:cxn ang="0">
                  <a:pos x="8" y="0"/>
                </a:cxn>
                <a:cxn ang="0">
                  <a:pos x="8" y="0"/>
                </a:cxn>
                <a:cxn ang="0">
                  <a:pos x="4" y="0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8"/>
                </a:cxn>
              </a:cxnLst>
              <a:rect l="0" t="0" r="r" b="b"/>
              <a:pathLst>
                <a:path w="16" h="16">
                  <a:moveTo>
                    <a:pt x="0" y="8"/>
                  </a:moveTo>
                  <a:lnTo>
                    <a:pt x="0" y="8"/>
                  </a:lnTo>
                  <a:lnTo>
                    <a:pt x="0" y="12"/>
                  </a:lnTo>
                  <a:lnTo>
                    <a:pt x="2" y="14"/>
                  </a:lnTo>
                  <a:lnTo>
                    <a:pt x="4" y="16"/>
                  </a:lnTo>
                  <a:lnTo>
                    <a:pt x="8" y="16"/>
                  </a:lnTo>
                  <a:lnTo>
                    <a:pt x="8" y="16"/>
                  </a:lnTo>
                  <a:lnTo>
                    <a:pt x="12" y="16"/>
                  </a:lnTo>
                  <a:lnTo>
                    <a:pt x="14" y="14"/>
                  </a:lnTo>
                  <a:lnTo>
                    <a:pt x="16" y="12"/>
                  </a:lnTo>
                  <a:lnTo>
                    <a:pt x="16" y="8"/>
                  </a:lnTo>
                  <a:lnTo>
                    <a:pt x="16" y="8"/>
                  </a:lnTo>
                  <a:lnTo>
                    <a:pt x="16" y="4"/>
                  </a:lnTo>
                  <a:lnTo>
                    <a:pt x="14" y="2"/>
                  </a:lnTo>
                  <a:lnTo>
                    <a:pt x="12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11" name="Freeform 194"/>
            <p:cNvSpPr>
              <a:spLocks/>
            </p:cNvSpPr>
            <p:nvPr/>
          </p:nvSpPr>
          <p:spPr bwMode="auto">
            <a:xfrm>
              <a:off x="6537325" y="1393825"/>
              <a:ext cx="25400" cy="25400"/>
            </a:xfrm>
            <a:custGeom>
              <a:avLst/>
              <a:gdLst/>
              <a:ahLst/>
              <a:cxnLst>
                <a:cxn ang="0">
                  <a:pos x="2" y="2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8"/>
                </a:cxn>
                <a:cxn ang="0">
                  <a:pos x="0" y="10"/>
                </a:cxn>
                <a:cxn ang="0">
                  <a:pos x="2" y="14"/>
                </a:cxn>
                <a:cxn ang="0">
                  <a:pos x="2" y="14"/>
                </a:cxn>
                <a:cxn ang="0">
                  <a:pos x="6" y="16"/>
                </a:cxn>
                <a:cxn ang="0">
                  <a:pos x="8" y="16"/>
                </a:cxn>
                <a:cxn ang="0">
                  <a:pos x="12" y="16"/>
                </a:cxn>
                <a:cxn ang="0">
                  <a:pos x="14" y="14"/>
                </a:cxn>
                <a:cxn ang="0">
                  <a:pos x="14" y="14"/>
                </a:cxn>
                <a:cxn ang="0">
                  <a:pos x="16" y="10"/>
                </a:cxn>
                <a:cxn ang="0">
                  <a:pos x="16" y="8"/>
                </a:cxn>
                <a:cxn ang="0">
                  <a:pos x="16" y="4"/>
                </a:cxn>
                <a:cxn ang="0">
                  <a:pos x="14" y="2"/>
                </a:cxn>
                <a:cxn ang="0">
                  <a:pos x="14" y="2"/>
                </a:cxn>
                <a:cxn ang="0">
                  <a:pos x="12" y="0"/>
                </a:cxn>
                <a:cxn ang="0">
                  <a:pos x="8" y="0"/>
                </a:cxn>
                <a:cxn ang="0">
                  <a:pos x="6" y="0"/>
                </a:cxn>
                <a:cxn ang="0">
                  <a:pos x="2" y="2"/>
                </a:cxn>
              </a:cxnLst>
              <a:rect l="0" t="0" r="r" b="b"/>
              <a:pathLst>
                <a:path w="16" h="16">
                  <a:moveTo>
                    <a:pt x="2" y="2"/>
                  </a:moveTo>
                  <a:lnTo>
                    <a:pt x="2" y="2"/>
                  </a:lnTo>
                  <a:lnTo>
                    <a:pt x="0" y="4"/>
                  </a:lnTo>
                  <a:lnTo>
                    <a:pt x="0" y="8"/>
                  </a:lnTo>
                  <a:lnTo>
                    <a:pt x="0" y="10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6" y="16"/>
                  </a:lnTo>
                  <a:lnTo>
                    <a:pt x="8" y="16"/>
                  </a:lnTo>
                  <a:lnTo>
                    <a:pt x="12" y="16"/>
                  </a:lnTo>
                  <a:lnTo>
                    <a:pt x="14" y="14"/>
                  </a:lnTo>
                  <a:lnTo>
                    <a:pt x="14" y="14"/>
                  </a:lnTo>
                  <a:lnTo>
                    <a:pt x="16" y="10"/>
                  </a:lnTo>
                  <a:lnTo>
                    <a:pt x="16" y="8"/>
                  </a:lnTo>
                  <a:lnTo>
                    <a:pt x="16" y="4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2" y="0"/>
                  </a:lnTo>
                  <a:lnTo>
                    <a:pt x="8" y="0"/>
                  </a:lnTo>
                  <a:lnTo>
                    <a:pt x="6" y="0"/>
                  </a:lnTo>
                  <a:lnTo>
                    <a:pt x="2" y="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12" name="Freeform 196"/>
            <p:cNvSpPr>
              <a:spLocks/>
            </p:cNvSpPr>
            <p:nvPr/>
          </p:nvSpPr>
          <p:spPr bwMode="auto">
            <a:xfrm>
              <a:off x="6537325" y="1285875"/>
              <a:ext cx="25400" cy="25400"/>
            </a:xfrm>
            <a:custGeom>
              <a:avLst/>
              <a:gdLst/>
              <a:ahLst/>
              <a:cxnLst>
                <a:cxn ang="0">
                  <a:pos x="2" y="2"/>
                </a:cxn>
                <a:cxn ang="0">
                  <a:pos x="2" y="2"/>
                </a:cxn>
                <a:cxn ang="0">
                  <a:pos x="0" y="6"/>
                </a:cxn>
                <a:cxn ang="0">
                  <a:pos x="0" y="8"/>
                </a:cxn>
                <a:cxn ang="0">
                  <a:pos x="0" y="12"/>
                </a:cxn>
                <a:cxn ang="0">
                  <a:pos x="2" y="14"/>
                </a:cxn>
                <a:cxn ang="0">
                  <a:pos x="2" y="14"/>
                </a:cxn>
                <a:cxn ang="0">
                  <a:pos x="6" y="16"/>
                </a:cxn>
                <a:cxn ang="0">
                  <a:pos x="8" y="16"/>
                </a:cxn>
                <a:cxn ang="0">
                  <a:pos x="12" y="16"/>
                </a:cxn>
                <a:cxn ang="0">
                  <a:pos x="14" y="14"/>
                </a:cxn>
                <a:cxn ang="0">
                  <a:pos x="14" y="14"/>
                </a:cxn>
                <a:cxn ang="0">
                  <a:pos x="16" y="12"/>
                </a:cxn>
                <a:cxn ang="0">
                  <a:pos x="16" y="8"/>
                </a:cxn>
                <a:cxn ang="0">
                  <a:pos x="16" y="6"/>
                </a:cxn>
                <a:cxn ang="0">
                  <a:pos x="14" y="2"/>
                </a:cxn>
                <a:cxn ang="0">
                  <a:pos x="14" y="2"/>
                </a:cxn>
                <a:cxn ang="0">
                  <a:pos x="12" y="0"/>
                </a:cxn>
                <a:cxn ang="0">
                  <a:pos x="8" y="0"/>
                </a:cxn>
                <a:cxn ang="0">
                  <a:pos x="6" y="0"/>
                </a:cxn>
                <a:cxn ang="0">
                  <a:pos x="2" y="2"/>
                </a:cxn>
              </a:cxnLst>
              <a:rect l="0" t="0" r="r" b="b"/>
              <a:pathLst>
                <a:path w="16" h="16">
                  <a:moveTo>
                    <a:pt x="2" y="2"/>
                  </a:moveTo>
                  <a:lnTo>
                    <a:pt x="2" y="2"/>
                  </a:lnTo>
                  <a:lnTo>
                    <a:pt x="0" y="6"/>
                  </a:lnTo>
                  <a:lnTo>
                    <a:pt x="0" y="8"/>
                  </a:lnTo>
                  <a:lnTo>
                    <a:pt x="0" y="12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6" y="16"/>
                  </a:lnTo>
                  <a:lnTo>
                    <a:pt x="8" y="16"/>
                  </a:lnTo>
                  <a:lnTo>
                    <a:pt x="12" y="16"/>
                  </a:lnTo>
                  <a:lnTo>
                    <a:pt x="14" y="14"/>
                  </a:lnTo>
                  <a:lnTo>
                    <a:pt x="14" y="14"/>
                  </a:lnTo>
                  <a:lnTo>
                    <a:pt x="16" y="12"/>
                  </a:lnTo>
                  <a:lnTo>
                    <a:pt x="16" y="8"/>
                  </a:lnTo>
                  <a:lnTo>
                    <a:pt x="16" y="6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2" y="0"/>
                  </a:lnTo>
                  <a:lnTo>
                    <a:pt x="8" y="0"/>
                  </a:lnTo>
                  <a:lnTo>
                    <a:pt x="6" y="0"/>
                  </a:lnTo>
                  <a:lnTo>
                    <a:pt x="2" y="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13" name="Freeform 198"/>
            <p:cNvSpPr>
              <a:spLocks/>
            </p:cNvSpPr>
            <p:nvPr/>
          </p:nvSpPr>
          <p:spPr bwMode="auto">
            <a:xfrm>
              <a:off x="6645275" y="1393825"/>
              <a:ext cx="25400" cy="25400"/>
            </a:xfrm>
            <a:custGeom>
              <a:avLst/>
              <a:gdLst/>
              <a:ahLst/>
              <a:cxnLst>
                <a:cxn ang="0">
                  <a:pos x="2" y="2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8"/>
                </a:cxn>
                <a:cxn ang="0">
                  <a:pos x="0" y="10"/>
                </a:cxn>
                <a:cxn ang="0">
                  <a:pos x="2" y="14"/>
                </a:cxn>
                <a:cxn ang="0">
                  <a:pos x="2" y="14"/>
                </a:cxn>
                <a:cxn ang="0">
                  <a:pos x="4" y="16"/>
                </a:cxn>
                <a:cxn ang="0">
                  <a:pos x="8" y="16"/>
                </a:cxn>
                <a:cxn ang="0">
                  <a:pos x="10" y="16"/>
                </a:cxn>
                <a:cxn ang="0">
                  <a:pos x="14" y="14"/>
                </a:cxn>
                <a:cxn ang="0">
                  <a:pos x="14" y="14"/>
                </a:cxn>
                <a:cxn ang="0">
                  <a:pos x="16" y="10"/>
                </a:cxn>
                <a:cxn ang="0">
                  <a:pos x="16" y="8"/>
                </a:cxn>
                <a:cxn ang="0">
                  <a:pos x="16" y="4"/>
                </a:cxn>
                <a:cxn ang="0">
                  <a:pos x="14" y="2"/>
                </a:cxn>
                <a:cxn ang="0">
                  <a:pos x="14" y="2"/>
                </a:cxn>
                <a:cxn ang="0">
                  <a:pos x="10" y="0"/>
                </a:cxn>
                <a:cxn ang="0">
                  <a:pos x="8" y="0"/>
                </a:cxn>
                <a:cxn ang="0">
                  <a:pos x="4" y="0"/>
                </a:cxn>
                <a:cxn ang="0">
                  <a:pos x="2" y="2"/>
                </a:cxn>
              </a:cxnLst>
              <a:rect l="0" t="0" r="r" b="b"/>
              <a:pathLst>
                <a:path w="16" h="16">
                  <a:moveTo>
                    <a:pt x="2" y="2"/>
                  </a:moveTo>
                  <a:lnTo>
                    <a:pt x="2" y="2"/>
                  </a:lnTo>
                  <a:lnTo>
                    <a:pt x="0" y="4"/>
                  </a:lnTo>
                  <a:lnTo>
                    <a:pt x="0" y="8"/>
                  </a:lnTo>
                  <a:lnTo>
                    <a:pt x="0" y="10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4" y="16"/>
                  </a:lnTo>
                  <a:lnTo>
                    <a:pt x="8" y="16"/>
                  </a:lnTo>
                  <a:lnTo>
                    <a:pt x="10" y="16"/>
                  </a:lnTo>
                  <a:lnTo>
                    <a:pt x="14" y="14"/>
                  </a:lnTo>
                  <a:lnTo>
                    <a:pt x="14" y="14"/>
                  </a:lnTo>
                  <a:lnTo>
                    <a:pt x="16" y="10"/>
                  </a:lnTo>
                  <a:lnTo>
                    <a:pt x="16" y="8"/>
                  </a:lnTo>
                  <a:lnTo>
                    <a:pt x="16" y="4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0" y="0"/>
                  </a:lnTo>
                  <a:lnTo>
                    <a:pt x="8" y="0"/>
                  </a:lnTo>
                  <a:lnTo>
                    <a:pt x="4" y="0"/>
                  </a:lnTo>
                  <a:lnTo>
                    <a:pt x="2" y="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14" name="Freeform 200"/>
            <p:cNvSpPr>
              <a:spLocks noEditPoints="1"/>
            </p:cNvSpPr>
            <p:nvPr/>
          </p:nvSpPr>
          <p:spPr bwMode="auto">
            <a:xfrm>
              <a:off x="6477000" y="1149350"/>
              <a:ext cx="279400" cy="406400"/>
            </a:xfrm>
            <a:custGeom>
              <a:avLst/>
              <a:gdLst/>
              <a:ahLst/>
              <a:cxnLst>
                <a:cxn ang="0">
                  <a:pos x="160" y="112"/>
                </a:cxn>
                <a:cxn ang="0">
                  <a:pos x="158" y="112"/>
                </a:cxn>
                <a:cxn ang="0">
                  <a:pos x="152" y="92"/>
                </a:cxn>
                <a:cxn ang="0">
                  <a:pos x="140" y="76"/>
                </a:cxn>
                <a:cxn ang="0">
                  <a:pos x="128" y="14"/>
                </a:cxn>
                <a:cxn ang="0">
                  <a:pos x="124" y="4"/>
                </a:cxn>
                <a:cxn ang="0">
                  <a:pos x="112" y="0"/>
                </a:cxn>
                <a:cxn ang="0">
                  <a:pos x="48" y="0"/>
                </a:cxn>
                <a:cxn ang="0">
                  <a:pos x="38" y="4"/>
                </a:cxn>
                <a:cxn ang="0">
                  <a:pos x="34" y="14"/>
                </a:cxn>
                <a:cxn ang="0">
                  <a:pos x="22" y="74"/>
                </a:cxn>
                <a:cxn ang="0">
                  <a:pos x="6" y="98"/>
                </a:cxn>
                <a:cxn ang="0">
                  <a:pos x="0" y="128"/>
                </a:cxn>
                <a:cxn ang="0">
                  <a:pos x="2" y="144"/>
                </a:cxn>
                <a:cxn ang="0">
                  <a:pos x="12" y="170"/>
                </a:cxn>
                <a:cxn ang="0">
                  <a:pos x="32" y="242"/>
                </a:cxn>
                <a:cxn ang="0">
                  <a:pos x="34" y="248"/>
                </a:cxn>
                <a:cxn ang="0">
                  <a:pos x="42" y="256"/>
                </a:cxn>
                <a:cxn ang="0">
                  <a:pos x="112" y="256"/>
                </a:cxn>
                <a:cxn ang="0">
                  <a:pos x="118" y="256"/>
                </a:cxn>
                <a:cxn ang="0">
                  <a:pos x="126" y="248"/>
                </a:cxn>
                <a:cxn ang="0">
                  <a:pos x="140" y="182"/>
                </a:cxn>
                <a:cxn ang="0">
                  <a:pos x="146" y="174"/>
                </a:cxn>
                <a:cxn ang="0">
                  <a:pos x="156" y="154"/>
                </a:cxn>
                <a:cxn ang="0">
                  <a:pos x="158" y="144"/>
                </a:cxn>
                <a:cxn ang="0">
                  <a:pos x="160" y="144"/>
                </a:cxn>
                <a:cxn ang="0">
                  <a:pos x="172" y="140"/>
                </a:cxn>
                <a:cxn ang="0">
                  <a:pos x="176" y="128"/>
                </a:cxn>
                <a:cxn ang="0">
                  <a:pos x="174" y="122"/>
                </a:cxn>
                <a:cxn ang="0">
                  <a:pos x="166" y="114"/>
                </a:cxn>
                <a:cxn ang="0">
                  <a:pos x="48" y="16"/>
                </a:cxn>
                <a:cxn ang="0">
                  <a:pos x="120" y="60"/>
                </a:cxn>
                <a:cxn ang="0">
                  <a:pos x="112" y="54"/>
                </a:cxn>
                <a:cxn ang="0">
                  <a:pos x="92" y="48"/>
                </a:cxn>
                <a:cxn ang="0">
                  <a:pos x="80" y="48"/>
                </a:cxn>
                <a:cxn ang="0">
                  <a:pos x="60" y="50"/>
                </a:cxn>
                <a:cxn ang="0">
                  <a:pos x="40" y="60"/>
                </a:cxn>
                <a:cxn ang="0">
                  <a:pos x="112" y="240"/>
                </a:cxn>
                <a:cxn ang="0">
                  <a:pos x="40" y="196"/>
                </a:cxn>
                <a:cxn ang="0">
                  <a:pos x="50" y="202"/>
                </a:cxn>
                <a:cxn ang="0">
                  <a:pos x="70" y="208"/>
                </a:cxn>
                <a:cxn ang="0">
                  <a:pos x="80" y="208"/>
                </a:cxn>
                <a:cxn ang="0">
                  <a:pos x="102" y="206"/>
                </a:cxn>
                <a:cxn ang="0">
                  <a:pos x="120" y="196"/>
                </a:cxn>
                <a:cxn ang="0">
                  <a:pos x="80" y="192"/>
                </a:cxn>
                <a:cxn ang="0">
                  <a:pos x="68" y="190"/>
                </a:cxn>
                <a:cxn ang="0">
                  <a:pos x="44" y="182"/>
                </a:cxn>
                <a:cxn ang="0">
                  <a:pos x="26" y="164"/>
                </a:cxn>
                <a:cxn ang="0">
                  <a:pos x="18" y="140"/>
                </a:cxn>
                <a:cxn ang="0">
                  <a:pos x="16" y="128"/>
                </a:cxn>
                <a:cxn ang="0">
                  <a:pos x="22" y="104"/>
                </a:cxn>
                <a:cxn ang="0">
                  <a:pos x="34" y="82"/>
                </a:cxn>
                <a:cxn ang="0">
                  <a:pos x="56" y="70"/>
                </a:cxn>
                <a:cxn ang="0">
                  <a:pos x="80" y="64"/>
                </a:cxn>
                <a:cxn ang="0">
                  <a:pos x="92" y="66"/>
                </a:cxn>
                <a:cxn ang="0">
                  <a:pos x="116" y="74"/>
                </a:cxn>
                <a:cxn ang="0">
                  <a:pos x="134" y="92"/>
                </a:cxn>
                <a:cxn ang="0">
                  <a:pos x="142" y="116"/>
                </a:cxn>
                <a:cxn ang="0">
                  <a:pos x="144" y="128"/>
                </a:cxn>
                <a:cxn ang="0">
                  <a:pos x="138" y="152"/>
                </a:cxn>
                <a:cxn ang="0">
                  <a:pos x="126" y="174"/>
                </a:cxn>
                <a:cxn ang="0">
                  <a:pos x="104" y="186"/>
                </a:cxn>
                <a:cxn ang="0">
                  <a:pos x="80" y="192"/>
                </a:cxn>
              </a:cxnLst>
              <a:rect l="0" t="0" r="r" b="b"/>
              <a:pathLst>
                <a:path w="176" h="256">
                  <a:moveTo>
                    <a:pt x="160" y="112"/>
                  </a:moveTo>
                  <a:lnTo>
                    <a:pt x="160" y="112"/>
                  </a:lnTo>
                  <a:lnTo>
                    <a:pt x="158" y="112"/>
                  </a:lnTo>
                  <a:lnTo>
                    <a:pt x="158" y="112"/>
                  </a:lnTo>
                  <a:lnTo>
                    <a:pt x="156" y="102"/>
                  </a:lnTo>
                  <a:lnTo>
                    <a:pt x="152" y="92"/>
                  </a:lnTo>
                  <a:lnTo>
                    <a:pt x="146" y="84"/>
                  </a:lnTo>
                  <a:lnTo>
                    <a:pt x="140" y="76"/>
                  </a:lnTo>
                  <a:lnTo>
                    <a:pt x="128" y="14"/>
                  </a:lnTo>
                  <a:lnTo>
                    <a:pt x="128" y="14"/>
                  </a:lnTo>
                  <a:lnTo>
                    <a:pt x="126" y="8"/>
                  </a:lnTo>
                  <a:lnTo>
                    <a:pt x="124" y="4"/>
                  </a:lnTo>
                  <a:lnTo>
                    <a:pt x="118" y="0"/>
                  </a:lnTo>
                  <a:lnTo>
                    <a:pt x="112" y="0"/>
                  </a:lnTo>
                  <a:lnTo>
                    <a:pt x="48" y="0"/>
                  </a:lnTo>
                  <a:lnTo>
                    <a:pt x="48" y="0"/>
                  </a:lnTo>
                  <a:lnTo>
                    <a:pt x="44" y="0"/>
                  </a:lnTo>
                  <a:lnTo>
                    <a:pt x="38" y="4"/>
                  </a:lnTo>
                  <a:lnTo>
                    <a:pt x="36" y="8"/>
                  </a:lnTo>
                  <a:lnTo>
                    <a:pt x="34" y="14"/>
                  </a:lnTo>
                  <a:lnTo>
                    <a:pt x="22" y="74"/>
                  </a:lnTo>
                  <a:lnTo>
                    <a:pt x="22" y="74"/>
                  </a:lnTo>
                  <a:lnTo>
                    <a:pt x="12" y="86"/>
                  </a:lnTo>
                  <a:lnTo>
                    <a:pt x="6" y="98"/>
                  </a:lnTo>
                  <a:lnTo>
                    <a:pt x="2" y="112"/>
                  </a:lnTo>
                  <a:lnTo>
                    <a:pt x="0" y="128"/>
                  </a:lnTo>
                  <a:lnTo>
                    <a:pt x="0" y="128"/>
                  </a:lnTo>
                  <a:lnTo>
                    <a:pt x="2" y="144"/>
                  </a:lnTo>
                  <a:lnTo>
                    <a:pt x="6" y="158"/>
                  </a:lnTo>
                  <a:lnTo>
                    <a:pt x="12" y="170"/>
                  </a:lnTo>
                  <a:lnTo>
                    <a:pt x="20" y="182"/>
                  </a:lnTo>
                  <a:lnTo>
                    <a:pt x="32" y="242"/>
                  </a:lnTo>
                  <a:lnTo>
                    <a:pt x="32" y="242"/>
                  </a:lnTo>
                  <a:lnTo>
                    <a:pt x="34" y="248"/>
                  </a:lnTo>
                  <a:lnTo>
                    <a:pt x="38" y="252"/>
                  </a:lnTo>
                  <a:lnTo>
                    <a:pt x="42" y="256"/>
                  </a:lnTo>
                  <a:lnTo>
                    <a:pt x="48" y="256"/>
                  </a:lnTo>
                  <a:lnTo>
                    <a:pt x="112" y="256"/>
                  </a:lnTo>
                  <a:lnTo>
                    <a:pt x="112" y="256"/>
                  </a:lnTo>
                  <a:lnTo>
                    <a:pt x="118" y="256"/>
                  </a:lnTo>
                  <a:lnTo>
                    <a:pt x="122" y="252"/>
                  </a:lnTo>
                  <a:lnTo>
                    <a:pt x="126" y="248"/>
                  </a:lnTo>
                  <a:lnTo>
                    <a:pt x="128" y="242"/>
                  </a:lnTo>
                  <a:lnTo>
                    <a:pt x="140" y="182"/>
                  </a:lnTo>
                  <a:lnTo>
                    <a:pt x="140" y="182"/>
                  </a:lnTo>
                  <a:lnTo>
                    <a:pt x="146" y="174"/>
                  </a:lnTo>
                  <a:lnTo>
                    <a:pt x="152" y="164"/>
                  </a:lnTo>
                  <a:lnTo>
                    <a:pt x="156" y="154"/>
                  </a:lnTo>
                  <a:lnTo>
                    <a:pt x="158" y="144"/>
                  </a:lnTo>
                  <a:lnTo>
                    <a:pt x="158" y="144"/>
                  </a:lnTo>
                  <a:lnTo>
                    <a:pt x="160" y="144"/>
                  </a:lnTo>
                  <a:lnTo>
                    <a:pt x="160" y="144"/>
                  </a:lnTo>
                  <a:lnTo>
                    <a:pt x="166" y="142"/>
                  </a:lnTo>
                  <a:lnTo>
                    <a:pt x="172" y="140"/>
                  </a:lnTo>
                  <a:lnTo>
                    <a:pt x="174" y="134"/>
                  </a:lnTo>
                  <a:lnTo>
                    <a:pt x="176" y="128"/>
                  </a:lnTo>
                  <a:lnTo>
                    <a:pt x="176" y="128"/>
                  </a:lnTo>
                  <a:lnTo>
                    <a:pt x="174" y="122"/>
                  </a:lnTo>
                  <a:lnTo>
                    <a:pt x="172" y="116"/>
                  </a:lnTo>
                  <a:lnTo>
                    <a:pt x="166" y="114"/>
                  </a:lnTo>
                  <a:lnTo>
                    <a:pt x="160" y="112"/>
                  </a:lnTo>
                  <a:close/>
                  <a:moveTo>
                    <a:pt x="48" y="16"/>
                  </a:moveTo>
                  <a:lnTo>
                    <a:pt x="112" y="16"/>
                  </a:lnTo>
                  <a:lnTo>
                    <a:pt x="120" y="60"/>
                  </a:lnTo>
                  <a:lnTo>
                    <a:pt x="120" y="60"/>
                  </a:lnTo>
                  <a:lnTo>
                    <a:pt x="112" y="54"/>
                  </a:lnTo>
                  <a:lnTo>
                    <a:pt x="102" y="50"/>
                  </a:lnTo>
                  <a:lnTo>
                    <a:pt x="92" y="48"/>
                  </a:lnTo>
                  <a:lnTo>
                    <a:pt x="80" y="48"/>
                  </a:lnTo>
                  <a:lnTo>
                    <a:pt x="80" y="48"/>
                  </a:lnTo>
                  <a:lnTo>
                    <a:pt x="70" y="48"/>
                  </a:lnTo>
                  <a:lnTo>
                    <a:pt x="60" y="50"/>
                  </a:lnTo>
                  <a:lnTo>
                    <a:pt x="50" y="54"/>
                  </a:lnTo>
                  <a:lnTo>
                    <a:pt x="40" y="60"/>
                  </a:lnTo>
                  <a:lnTo>
                    <a:pt x="48" y="16"/>
                  </a:lnTo>
                  <a:close/>
                  <a:moveTo>
                    <a:pt x="112" y="240"/>
                  </a:moveTo>
                  <a:lnTo>
                    <a:pt x="48" y="240"/>
                  </a:lnTo>
                  <a:lnTo>
                    <a:pt x="40" y="196"/>
                  </a:lnTo>
                  <a:lnTo>
                    <a:pt x="40" y="196"/>
                  </a:lnTo>
                  <a:lnTo>
                    <a:pt x="50" y="202"/>
                  </a:lnTo>
                  <a:lnTo>
                    <a:pt x="58" y="206"/>
                  </a:lnTo>
                  <a:lnTo>
                    <a:pt x="70" y="208"/>
                  </a:lnTo>
                  <a:lnTo>
                    <a:pt x="80" y="208"/>
                  </a:lnTo>
                  <a:lnTo>
                    <a:pt x="80" y="208"/>
                  </a:lnTo>
                  <a:lnTo>
                    <a:pt x="90" y="208"/>
                  </a:lnTo>
                  <a:lnTo>
                    <a:pt x="102" y="206"/>
                  </a:lnTo>
                  <a:lnTo>
                    <a:pt x="110" y="202"/>
                  </a:lnTo>
                  <a:lnTo>
                    <a:pt x="120" y="196"/>
                  </a:lnTo>
                  <a:lnTo>
                    <a:pt x="112" y="240"/>
                  </a:lnTo>
                  <a:close/>
                  <a:moveTo>
                    <a:pt x="80" y="192"/>
                  </a:moveTo>
                  <a:lnTo>
                    <a:pt x="80" y="192"/>
                  </a:lnTo>
                  <a:lnTo>
                    <a:pt x="68" y="190"/>
                  </a:lnTo>
                  <a:lnTo>
                    <a:pt x="56" y="186"/>
                  </a:lnTo>
                  <a:lnTo>
                    <a:pt x="44" y="182"/>
                  </a:lnTo>
                  <a:lnTo>
                    <a:pt x="34" y="174"/>
                  </a:lnTo>
                  <a:lnTo>
                    <a:pt x="26" y="164"/>
                  </a:lnTo>
                  <a:lnTo>
                    <a:pt x="22" y="152"/>
                  </a:lnTo>
                  <a:lnTo>
                    <a:pt x="18" y="140"/>
                  </a:lnTo>
                  <a:lnTo>
                    <a:pt x="16" y="128"/>
                  </a:lnTo>
                  <a:lnTo>
                    <a:pt x="16" y="128"/>
                  </a:lnTo>
                  <a:lnTo>
                    <a:pt x="18" y="116"/>
                  </a:lnTo>
                  <a:lnTo>
                    <a:pt x="22" y="104"/>
                  </a:lnTo>
                  <a:lnTo>
                    <a:pt x="26" y="92"/>
                  </a:lnTo>
                  <a:lnTo>
                    <a:pt x="34" y="82"/>
                  </a:lnTo>
                  <a:lnTo>
                    <a:pt x="44" y="74"/>
                  </a:lnTo>
                  <a:lnTo>
                    <a:pt x="56" y="70"/>
                  </a:lnTo>
                  <a:lnTo>
                    <a:pt x="68" y="66"/>
                  </a:lnTo>
                  <a:lnTo>
                    <a:pt x="80" y="64"/>
                  </a:lnTo>
                  <a:lnTo>
                    <a:pt x="80" y="64"/>
                  </a:lnTo>
                  <a:lnTo>
                    <a:pt x="92" y="66"/>
                  </a:lnTo>
                  <a:lnTo>
                    <a:pt x="104" y="70"/>
                  </a:lnTo>
                  <a:lnTo>
                    <a:pt x="116" y="74"/>
                  </a:lnTo>
                  <a:lnTo>
                    <a:pt x="126" y="82"/>
                  </a:lnTo>
                  <a:lnTo>
                    <a:pt x="134" y="92"/>
                  </a:lnTo>
                  <a:lnTo>
                    <a:pt x="138" y="104"/>
                  </a:lnTo>
                  <a:lnTo>
                    <a:pt x="142" y="116"/>
                  </a:lnTo>
                  <a:lnTo>
                    <a:pt x="144" y="128"/>
                  </a:lnTo>
                  <a:lnTo>
                    <a:pt x="144" y="128"/>
                  </a:lnTo>
                  <a:lnTo>
                    <a:pt x="142" y="140"/>
                  </a:lnTo>
                  <a:lnTo>
                    <a:pt x="138" y="152"/>
                  </a:lnTo>
                  <a:lnTo>
                    <a:pt x="134" y="164"/>
                  </a:lnTo>
                  <a:lnTo>
                    <a:pt x="126" y="174"/>
                  </a:lnTo>
                  <a:lnTo>
                    <a:pt x="116" y="182"/>
                  </a:lnTo>
                  <a:lnTo>
                    <a:pt x="104" y="186"/>
                  </a:lnTo>
                  <a:lnTo>
                    <a:pt x="92" y="190"/>
                  </a:lnTo>
                  <a:lnTo>
                    <a:pt x="80" y="19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15" name="Freeform 206"/>
            <p:cNvSpPr>
              <a:spLocks/>
            </p:cNvSpPr>
            <p:nvPr/>
          </p:nvSpPr>
          <p:spPr bwMode="auto">
            <a:xfrm>
              <a:off x="6591300" y="1289050"/>
              <a:ext cx="76200" cy="76200"/>
            </a:xfrm>
            <a:custGeom>
              <a:avLst/>
              <a:gdLst/>
              <a:ahLst/>
              <a:cxnLst>
                <a:cxn ang="0">
                  <a:pos x="48" y="0"/>
                </a:cxn>
                <a:cxn ang="0">
                  <a:pos x="48" y="0"/>
                </a:cxn>
                <a:cxn ang="0">
                  <a:pos x="46" y="0"/>
                </a:cxn>
                <a:cxn ang="0">
                  <a:pos x="44" y="0"/>
                </a:cxn>
                <a:cxn ang="0">
                  <a:pos x="2" y="34"/>
                </a:cxn>
                <a:cxn ang="0">
                  <a:pos x="2" y="34"/>
                </a:cxn>
                <a:cxn ang="0">
                  <a:pos x="0" y="36"/>
                </a:cxn>
                <a:cxn ang="0">
                  <a:pos x="0" y="40"/>
                </a:cxn>
                <a:cxn ang="0">
                  <a:pos x="0" y="40"/>
                </a:cxn>
                <a:cxn ang="0">
                  <a:pos x="0" y="44"/>
                </a:cxn>
                <a:cxn ang="0">
                  <a:pos x="2" y="46"/>
                </a:cxn>
                <a:cxn ang="0">
                  <a:pos x="2" y="46"/>
                </a:cxn>
                <a:cxn ang="0">
                  <a:pos x="4" y="48"/>
                </a:cxn>
                <a:cxn ang="0">
                  <a:pos x="8" y="48"/>
                </a:cxn>
                <a:cxn ang="0">
                  <a:pos x="8" y="48"/>
                </a:cxn>
                <a:cxn ang="0">
                  <a:pos x="10" y="48"/>
                </a:cxn>
                <a:cxn ang="0">
                  <a:pos x="14" y="46"/>
                </a:cxn>
                <a:cxn ang="0">
                  <a:pos x="28" y="28"/>
                </a:cxn>
                <a:cxn ang="0">
                  <a:pos x="48" y="4"/>
                </a:cxn>
                <a:cxn ang="0">
                  <a:pos x="48" y="4"/>
                </a:cxn>
                <a:cxn ang="0">
                  <a:pos x="48" y="2"/>
                </a:cxn>
                <a:cxn ang="0">
                  <a:pos x="48" y="0"/>
                </a:cxn>
              </a:cxnLst>
              <a:rect l="0" t="0" r="r" b="b"/>
              <a:pathLst>
                <a:path w="48" h="48">
                  <a:moveTo>
                    <a:pt x="48" y="0"/>
                  </a:moveTo>
                  <a:lnTo>
                    <a:pt x="48" y="0"/>
                  </a:lnTo>
                  <a:lnTo>
                    <a:pt x="46" y="0"/>
                  </a:lnTo>
                  <a:lnTo>
                    <a:pt x="44" y="0"/>
                  </a:lnTo>
                  <a:lnTo>
                    <a:pt x="2" y="34"/>
                  </a:lnTo>
                  <a:lnTo>
                    <a:pt x="2" y="34"/>
                  </a:lnTo>
                  <a:lnTo>
                    <a:pt x="0" y="36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44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4" y="48"/>
                  </a:lnTo>
                  <a:lnTo>
                    <a:pt x="8" y="48"/>
                  </a:lnTo>
                  <a:lnTo>
                    <a:pt x="8" y="48"/>
                  </a:lnTo>
                  <a:lnTo>
                    <a:pt x="10" y="48"/>
                  </a:lnTo>
                  <a:lnTo>
                    <a:pt x="14" y="46"/>
                  </a:lnTo>
                  <a:lnTo>
                    <a:pt x="28" y="28"/>
                  </a:lnTo>
                  <a:lnTo>
                    <a:pt x="48" y="4"/>
                  </a:lnTo>
                  <a:lnTo>
                    <a:pt x="48" y="4"/>
                  </a:lnTo>
                  <a:lnTo>
                    <a:pt x="48" y="2"/>
                  </a:lnTo>
                  <a:lnTo>
                    <a:pt x="48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</p:grpSp>
      <p:grpSp>
        <p:nvGrpSpPr>
          <p:cNvPr id="27" name="Group 26"/>
          <p:cNvGrpSpPr/>
          <p:nvPr/>
        </p:nvGrpSpPr>
        <p:grpSpPr>
          <a:xfrm>
            <a:off x="7210243" y="2590112"/>
            <a:ext cx="465099" cy="465099"/>
            <a:chOff x="3149600" y="1962150"/>
            <a:chExt cx="406400" cy="406400"/>
          </a:xfrm>
          <a:solidFill>
            <a:schemeClr val="tx2"/>
          </a:solidFill>
        </p:grpSpPr>
        <p:sp>
          <p:nvSpPr>
            <p:cNvPr id="104" name="Freeform 166"/>
            <p:cNvSpPr>
              <a:spLocks noEditPoints="1"/>
            </p:cNvSpPr>
            <p:nvPr/>
          </p:nvSpPr>
          <p:spPr bwMode="auto">
            <a:xfrm>
              <a:off x="3149600" y="1962150"/>
              <a:ext cx="127000" cy="406400"/>
            </a:xfrm>
            <a:custGeom>
              <a:avLst/>
              <a:gdLst/>
              <a:ahLst/>
              <a:cxnLst>
                <a:cxn ang="0">
                  <a:pos x="64" y="24"/>
                </a:cxn>
                <a:cxn ang="0">
                  <a:pos x="50" y="2"/>
                </a:cxn>
                <a:cxn ang="0">
                  <a:pos x="30" y="2"/>
                </a:cxn>
                <a:cxn ang="0">
                  <a:pos x="16" y="24"/>
                </a:cxn>
                <a:cxn ang="0">
                  <a:pos x="10" y="54"/>
                </a:cxn>
                <a:cxn ang="0">
                  <a:pos x="0" y="80"/>
                </a:cxn>
                <a:cxn ang="0">
                  <a:pos x="4" y="98"/>
                </a:cxn>
                <a:cxn ang="0">
                  <a:pos x="16" y="232"/>
                </a:cxn>
                <a:cxn ang="0">
                  <a:pos x="24" y="248"/>
                </a:cxn>
                <a:cxn ang="0">
                  <a:pos x="40" y="256"/>
                </a:cxn>
                <a:cxn ang="0">
                  <a:pos x="62" y="242"/>
                </a:cxn>
                <a:cxn ang="0">
                  <a:pos x="64" y="112"/>
                </a:cxn>
                <a:cxn ang="0">
                  <a:pos x="78" y="90"/>
                </a:cxn>
                <a:cxn ang="0">
                  <a:pos x="78" y="70"/>
                </a:cxn>
                <a:cxn ang="0">
                  <a:pos x="64" y="48"/>
                </a:cxn>
                <a:cxn ang="0">
                  <a:pos x="32" y="20"/>
                </a:cxn>
                <a:cxn ang="0">
                  <a:pos x="40" y="16"/>
                </a:cxn>
                <a:cxn ang="0">
                  <a:pos x="46" y="18"/>
                </a:cxn>
                <a:cxn ang="0">
                  <a:pos x="48" y="40"/>
                </a:cxn>
                <a:cxn ang="0">
                  <a:pos x="40" y="40"/>
                </a:cxn>
                <a:cxn ang="0">
                  <a:pos x="48" y="232"/>
                </a:cxn>
                <a:cxn ang="0">
                  <a:pos x="46" y="238"/>
                </a:cxn>
                <a:cxn ang="0">
                  <a:pos x="40" y="240"/>
                </a:cxn>
                <a:cxn ang="0">
                  <a:pos x="32" y="236"/>
                </a:cxn>
                <a:cxn ang="0">
                  <a:pos x="32" y="120"/>
                </a:cxn>
                <a:cxn ang="0">
                  <a:pos x="48" y="120"/>
                </a:cxn>
                <a:cxn ang="0">
                  <a:pos x="62" y="86"/>
                </a:cxn>
                <a:cxn ang="0">
                  <a:pos x="60" y="94"/>
                </a:cxn>
                <a:cxn ang="0">
                  <a:pos x="60" y="94"/>
                </a:cxn>
                <a:cxn ang="0">
                  <a:pos x="54" y="100"/>
                </a:cxn>
                <a:cxn ang="0">
                  <a:pos x="48" y="102"/>
                </a:cxn>
                <a:cxn ang="0">
                  <a:pos x="32" y="102"/>
                </a:cxn>
                <a:cxn ang="0">
                  <a:pos x="26" y="100"/>
                </a:cxn>
                <a:cxn ang="0">
                  <a:pos x="20" y="94"/>
                </a:cxn>
                <a:cxn ang="0">
                  <a:pos x="20" y="94"/>
                </a:cxn>
                <a:cxn ang="0">
                  <a:pos x="18" y="86"/>
                </a:cxn>
                <a:cxn ang="0">
                  <a:pos x="16" y="80"/>
                </a:cxn>
                <a:cxn ang="0">
                  <a:pos x="18" y="72"/>
                </a:cxn>
                <a:cxn ang="0">
                  <a:pos x="20" y="66"/>
                </a:cxn>
                <a:cxn ang="0">
                  <a:pos x="26" y="60"/>
                </a:cxn>
                <a:cxn ang="0">
                  <a:pos x="26" y="60"/>
                </a:cxn>
                <a:cxn ang="0">
                  <a:pos x="40" y="56"/>
                </a:cxn>
                <a:cxn ang="0">
                  <a:pos x="48" y="58"/>
                </a:cxn>
                <a:cxn ang="0">
                  <a:pos x="54" y="60"/>
                </a:cxn>
                <a:cxn ang="0">
                  <a:pos x="60" y="66"/>
                </a:cxn>
                <a:cxn ang="0">
                  <a:pos x="62" y="72"/>
                </a:cxn>
                <a:cxn ang="0">
                  <a:pos x="62" y="74"/>
                </a:cxn>
                <a:cxn ang="0">
                  <a:pos x="62" y="86"/>
                </a:cxn>
              </a:cxnLst>
              <a:rect l="0" t="0" r="r" b="b"/>
              <a:pathLst>
                <a:path w="80" h="256">
                  <a:moveTo>
                    <a:pt x="64" y="48"/>
                  </a:moveTo>
                  <a:lnTo>
                    <a:pt x="64" y="24"/>
                  </a:lnTo>
                  <a:lnTo>
                    <a:pt x="64" y="24"/>
                  </a:lnTo>
                  <a:lnTo>
                    <a:pt x="62" y="14"/>
                  </a:lnTo>
                  <a:lnTo>
                    <a:pt x="56" y="8"/>
                  </a:lnTo>
                  <a:lnTo>
                    <a:pt x="50" y="2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30" y="2"/>
                  </a:lnTo>
                  <a:lnTo>
                    <a:pt x="24" y="8"/>
                  </a:lnTo>
                  <a:lnTo>
                    <a:pt x="18" y="14"/>
                  </a:lnTo>
                  <a:lnTo>
                    <a:pt x="16" y="24"/>
                  </a:lnTo>
                  <a:lnTo>
                    <a:pt x="16" y="48"/>
                  </a:lnTo>
                  <a:lnTo>
                    <a:pt x="16" y="48"/>
                  </a:lnTo>
                  <a:lnTo>
                    <a:pt x="10" y="54"/>
                  </a:lnTo>
                  <a:lnTo>
                    <a:pt x="4" y="62"/>
                  </a:lnTo>
                  <a:lnTo>
                    <a:pt x="2" y="70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2" y="90"/>
                  </a:lnTo>
                  <a:lnTo>
                    <a:pt x="4" y="98"/>
                  </a:lnTo>
                  <a:lnTo>
                    <a:pt x="10" y="106"/>
                  </a:lnTo>
                  <a:lnTo>
                    <a:pt x="16" y="112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8" y="242"/>
                  </a:lnTo>
                  <a:lnTo>
                    <a:pt x="24" y="248"/>
                  </a:lnTo>
                  <a:lnTo>
                    <a:pt x="30" y="254"/>
                  </a:lnTo>
                  <a:lnTo>
                    <a:pt x="40" y="256"/>
                  </a:lnTo>
                  <a:lnTo>
                    <a:pt x="40" y="256"/>
                  </a:lnTo>
                  <a:lnTo>
                    <a:pt x="50" y="254"/>
                  </a:lnTo>
                  <a:lnTo>
                    <a:pt x="56" y="248"/>
                  </a:lnTo>
                  <a:lnTo>
                    <a:pt x="62" y="242"/>
                  </a:lnTo>
                  <a:lnTo>
                    <a:pt x="64" y="232"/>
                  </a:lnTo>
                  <a:lnTo>
                    <a:pt x="64" y="112"/>
                  </a:lnTo>
                  <a:lnTo>
                    <a:pt x="64" y="112"/>
                  </a:lnTo>
                  <a:lnTo>
                    <a:pt x="70" y="106"/>
                  </a:lnTo>
                  <a:lnTo>
                    <a:pt x="76" y="98"/>
                  </a:lnTo>
                  <a:lnTo>
                    <a:pt x="78" y="90"/>
                  </a:lnTo>
                  <a:lnTo>
                    <a:pt x="80" y="80"/>
                  </a:lnTo>
                  <a:lnTo>
                    <a:pt x="80" y="80"/>
                  </a:lnTo>
                  <a:lnTo>
                    <a:pt x="78" y="70"/>
                  </a:lnTo>
                  <a:lnTo>
                    <a:pt x="76" y="62"/>
                  </a:lnTo>
                  <a:lnTo>
                    <a:pt x="70" y="54"/>
                  </a:lnTo>
                  <a:lnTo>
                    <a:pt x="64" y="48"/>
                  </a:lnTo>
                  <a:close/>
                  <a:moveTo>
                    <a:pt x="32" y="24"/>
                  </a:moveTo>
                  <a:lnTo>
                    <a:pt x="32" y="24"/>
                  </a:lnTo>
                  <a:lnTo>
                    <a:pt x="32" y="20"/>
                  </a:lnTo>
                  <a:lnTo>
                    <a:pt x="34" y="18"/>
                  </a:lnTo>
                  <a:lnTo>
                    <a:pt x="36" y="16"/>
                  </a:lnTo>
                  <a:lnTo>
                    <a:pt x="40" y="16"/>
                  </a:lnTo>
                  <a:lnTo>
                    <a:pt x="40" y="16"/>
                  </a:lnTo>
                  <a:lnTo>
                    <a:pt x="44" y="16"/>
                  </a:lnTo>
                  <a:lnTo>
                    <a:pt x="46" y="18"/>
                  </a:lnTo>
                  <a:lnTo>
                    <a:pt x="48" y="20"/>
                  </a:lnTo>
                  <a:lnTo>
                    <a:pt x="48" y="24"/>
                  </a:lnTo>
                  <a:lnTo>
                    <a:pt x="48" y="40"/>
                  </a:lnTo>
                  <a:lnTo>
                    <a:pt x="48" y="40"/>
                  </a:lnTo>
                  <a:lnTo>
                    <a:pt x="40" y="40"/>
                  </a:lnTo>
                  <a:lnTo>
                    <a:pt x="40" y="40"/>
                  </a:lnTo>
                  <a:lnTo>
                    <a:pt x="32" y="40"/>
                  </a:lnTo>
                  <a:lnTo>
                    <a:pt x="32" y="24"/>
                  </a:lnTo>
                  <a:close/>
                  <a:moveTo>
                    <a:pt x="48" y="232"/>
                  </a:moveTo>
                  <a:lnTo>
                    <a:pt x="48" y="232"/>
                  </a:lnTo>
                  <a:lnTo>
                    <a:pt x="48" y="236"/>
                  </a:lnTo>
                  <a:lnTo>
                    <a:pt x="46" y="238"/>
                  </a:lnTo>
                  <a:lnTo>
                    <a:pt x="44" y="240"/>
                  </a:lnTo>
                  <a:lnTo>
                    <a:pt x="40" y="240"/>
                  </a:lnTo>
                  <a:lnTo>
                    <a:pt x="40" y="240"/>
                  </a:lnTo>
                  <a:lnTo>
                    <a:pt x="36" y="240"/>
                  </a:lnTo>
                  <a:lnTo>
                    <a:pt x="34" y="238"/>
                  </a:lnTo>
                  <a:lnTo>
                    <a:pt x="32" y="236"/>
                  </a:lnTo>
                  <a:lnTo>
                    <a:pt x="32" y="232"/>
                  </a:lnTo>
                  <a:lnTo>
                    <a:pt x="32" y="120"/>
                  </a:lnTo>
                  <a:lnTo>
                    <a:pt x="32" y="120"/>
                  </a:lnTo>
                  <a:lnTo>
                    <a:pt x="40" y="120"/>
                  </a:lnTo>
                  <a:lnTo>
                    <a:pt x="40" y="120"/>
                  </a:lnTo>
                  <a:lnTo>
                    <a:pt x="48" y="120"/>
                  </a:lnTo>
                  <a:lnTo>
                    <a:pt x="48" y="232"/>
                  </a:lnTo>
                  <a:close/>
                  <a:moveTo>
                    <a:pt x="62" y="86"/>
                  </a:moveTo>
                  <a:lnTo>
                    <a:pt x="62" y="86"/>
                  </a:lnTo>
                  <a:lnTo>
                    <a:pt x="62" y="88"/>
                  </a:lnTo>
                  <a:lnTo>
                    <a:pt x="62" y="88"/>
                  </a:lnTo>
                  <a:lnTo>
                    <a:pt x="60" y="94"/>
                  </a:lnTo>
                  <a:lnTo>
                    <a:pt x="60" y="94"/>
                  </a:lnTo>
                  <a:lnTo>
                    <a:pt x="60" y="94"/>
                  </a:lnTo>
                  <a:lnTo>
                    <a:pt x="60" y="94"/>
                  </a:lnTo>
                  <a:lnTo>
                    <a:pt x="54" y="100"/>
                  </a:lnTo>
                  <a:lnTo>
                    <a:pt x="54" y="100"/>
                  </a:lnTo>
                  <a:lnTo>
                    <a:pt x="54" y="100"/>
                  </a:lnTo>
                  <a:lnTo>
                    <a:pt x="54" y="100"/>
                  </a:lnTo>
                  <a:lnTo>
                    <a:pt x="48" y="102"/>
                  </a:lnTo>
                  <a:lnTo>
                    <a:pt x="48" y="102"/>
                  </a:lnTo>
                  <a:lnTo>
                    <a:pt x="40" y="104"/>
                  </a:lnTo>
                  <a:lnTo>
                    <a:pt x="40" y="104"/>
                  </a:lnTo>
                  <a:lnTo>
                    <a:pt x="32" y="102"/>
                  </a:lnTo>
                  <a:lnTo>
                    <a:pt x="32" y="102"/>
                  </a:lnTo>
                  <a:lnTo>
                    <a:pt x="26" y="100"/>
                  </a:lnTo>
                  <a:lnTo>
                    <a:pt x="26" y="100"/>
                  </a:lnTo>
                  <a:lnTo>
                    <a:pt x="26" y="100"/>
                  </a:lnTo>
                  <a:lnTo>
                    <a:pt x="26" y="100"/>
                  </a:lnTo>
                  <a:lnTo>
                    <a:pt x="20" y="94"/>
                  </a:lnTo>
                  <a:lnTo>
                    <a:pt x="20" y="94"/>
                  </a:lnTo>
                  <a:lnTo>
                    <a:pt x="20" y="94"/>
                  </a:lnTo>
                  <a:lnTo>
                    <a:pt x="20" y="94"/>
                  </a:lnTo>
                  <a:lnTo>
                    <a:pt x="18" y="88"/>
                  </a:lnTo>
                  <a:lnTo>
                    <a:pt x="18" y="88"/>
                  </a:lnTo>
                  <a:lnTo>
                    <a:pt x="18" y="86"/>
                  </a:lnTo>
                  <a:lnTo>
                    <a:pt x="18" y="86"/>
                  </a:lnTo>
                  <a:lnTo>
                    <a:pt x="16" y="80"/>
                  </a:lnTo>
                  <a:lnTo>
                    <a:pt x="16" y="80"/>
                  </a:lnTo>
                  <a:lnTo>
                    <a:pt x="18" y="74"/>
                  </a:lnTo>
                  <a:lnTo>
                    <a:pt x="18" y="74"/>
                  </a:lnTo>
                  <a:lnTo>
                    <a:pt x="18" y="72"/>
                  </a:lnTo>
                  <a:lnTo>
                    <a:pt x="18" y="72"/>
                  </a:lnTo>
                  <a:lnTo>
                    <a:pt x="20" y="66"/>
                  </a:lnTo>
                  <a:lnTo>
                    <a:pt x="20" y="66"/>
                  </a:lnTo>
                  <a:lnTo>
                    <a:pt x="20" y="66"/>
                  </a:lnTo>
                  <a:lnTo>
                    <a:pt x="20" y="66"/>
                  </a:lnTo>
                  <a:lnTo>
                    <a:pt x="26" y="60"/>
                  </a:lnTo>
                  <a:lnTo>
                    <a:pt x="26" y="60"/>
                  </a:lnTo>
                  <a:lnTo>
                    <a:pt x="26" y="60"/>
                  </a:lnTo>
                  <a:lnTo>
                    <a:pt x="26" y="60"/>
                  </a:lnTo>
                  <a:lnTo>
                    <a:pt x="32" y="58"/>
                  </a:lnTo>
                  <a:lnTo>
                    <a:pt x="32" y="58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8" y="58"/>
                  </a:lnTo>
                  <a:lnTo>
                    <a:pt x="48" y="58"/>
                  </a:lnTo>
                  <a:lnTo>
                    <a:pt x="54" y="60"/>
                  </a:lnTo>
                  <a:lnTo>
                    <a:pt x="54" y="60"/>
                  </a:lnTo>
                  <a:lnTo>
                    <a:pt x="54" y="60"/>
                  </a:lnTo>
                  <a:lnTo>
                    <a:pt x="54" y="60"/>
                  </a:lnTo>
                  <a:lnTo>
                    <a:pt x="60" y="66"/>
                  </a:lnTo>
                  <a:lnTo>
                    <a:pt x="60" y="66"/>
                  </a:lnTo>
                  <a:lnTo>
                    <a:pt x="60" y="66"/>
                  </a:lnTo>
                  <a:lnTo>
                    <a:pt x="60" y="66"/>
                  </a:lnTo>
                  <a:lnTo>
                    <a:pt x="62" y="72"/>
                  </a:lnTo>
                  <a:lnTo>
                    <a:pt x="62" y="72"/>
                  </a:lnTo>
                  <a:lnTo>
                    <a:pt x="62" y="74"/>
                  </a:lnTo>
                  <a:lnTo>
                    <a:pt x="62" y="74"/>
                  </a:lnTo>
                  <a:lnTo>
                    <a:pt x="64" y="80"/>
                  </a:lnTo>
                  <a:lnTo>
                    <a:pt x="64" y="80"/>
                  </a:lnTo>
                  <a:lnTo>
                    <a:pt x="62" y="8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05" name="Freeform 171"/>
            <p:cNvSpPr>
              <a:spLocks noEditPoints="1"/>
            </p:cNvSpPr>
            <p:nvPr/>
          </p:nvSpPr>
          <p:spPr bwMode="auto">
            <a:xfrm>
              <a:off x="3429000" y="1962150"/>
              <a:ext cx="127000" cy="406400"/>
            </a:xfrm>
            <a:custGeom>
              <a:avLst/>
              <a:gdLst/>
              <a:ahLst/>
              <a:cxnLst>
                <a:cxn ang="0">
                  <a:pos x="64" y="24"/>
                </a:cxn>
                <a:cxn ang="0">
                  <a:pos x="50" y="2"/>
                </a:cxn>
                <a:cxn ang="0">
                  <a:pos x="30" y="2"/>
                </a:cxn>
                <a:cxn ang="0">
                  <a:pos x="16" y="24"/>
                </a:cxn>
                <a:cxn ang="0">
                  <a:pos x="10" y="54"/>
                </a:cxn>
                <a:cxn ang="0">
                  <a:pos x="0" y="80"/>
                </a:cxn>
                <a:cxn ang="0">
                  <a:pos x="4" y="98"/>
                </a:cxn>
                <a:cxn ang="0">
                  <a:pos x="16" y="232"/>
                </a:cxn>
                <a:cxn ang="0">
                  <a:pos x="24" y="248"/>
                </a:cxn>
                <a:cxn ang="0">
                  <a:pos x="40" y="256"/>
                </a:cxn>
                <a:cxn ang="0">
                  <a:pos x="62" y="242"/>
                </a:cxn>
                <a:cxn ang="0">
                  <a:pos x="64" y="112"/>
                </a:cxn>
                <a:cxn ang="0">
                  <a:pos x="78" y="90"/>
                </a:cxn>
                <a:cxn ang="0">
                  <a:pos x="78" y="70"/>
                </a:cxn>
                <a:cxn ang="0">
                  <a:pos x="64" y="48"/>
                </a:cxn>
                <a:cxn ang="0">
                  <a:pos x="32" y="20"/>
                </a:cxn>
                <a:cxn ang="0">
                  <a:pos x="40" y="16"/>
                </a:cxn>
                <a:cxn ang="0">
                  <a:pos x="46" y="18"/>
                </a:cxn>
                <a:cxn ang="0">
                  <a:pos x="48" y="40"/>
                </a:cxn>
                <a:cxn ang="0">
                  <a:pos x="40" y="40"/>
                </a:cxn>
                <a:cxn ang="0">
                  <a:pos x="48" y="232"/>
                </a:cxn>
                <a:cxn ang="0">
                  <a:pos x="46" y="238"/>
                </a:cxn>
                <a:cxn ang="0">
                  <a:pos x="40" y="240"/>
                </a:cxn>
                <a:cxn ang="0">
                  <a:pos x="32" y="236"/>
                </a:cxn>
                <a:cxn ang="0">
                  <a:pos x="32" y="120"/>
                </a:cxn>
                <a:cxn ang="0">
                  <a:pos x="48" y="120"/>
                </a:cxn>
                <a:cxn ang="0">
                  <a:pos x="62" y="86"/>
                </a:cxn>
                <a:cxn ang="0">
                  <a:pos x="60" y="94"/>
                </a:cxn>
                <a:cxn ang="0">
                  <a:pos x="60" y="94"/>
                </a:cxn>
                <a:cxn ang="0">
                  <a:pos x="54" y="100"/>
                </a:cxn>
                <a:cxn ang="0">
                  <a:pos x="48" y="102"/>
                </a:cxn>
                <a:cxn ang="0">
                  <a:pos x="32" y="102"/>
                </a:cxn>
                <a:cxn ang="0">
                  <a:pos x="26" y="100"/>
                </a:cxn>
                <a:cxn ang="0">
                  <a:pos x="20" y="94"/>
                </a:cxn>
                <a:cxn ang="0">
                  <a:pos x="20" y="94"/>
                </a:cxn>
                <a:cxn ang="0">
                  <a:pos x="18" y="86"/>
                </a:cxn>
                <a:cxn ang="0">
                  <a:pos x="16" y="80"/>
                </a:cxn>
                <a:cxn ang="0">
                  <a:pos x="18" y="72"/>
                </a:cxn>
                <a:cxn ang="0">
                  <a:pos x="20" y="66"/>
                </a:cxn>
                <a:cxn ang="0">
                  <a:pos x="26" y="60"/>
                </a:cxn>
                <a:cxn ang="0">
                  <a:pos x="26" y="60"/>
                </a:cxn>
                <a:cxn ang="0">
                  <a:pos x="40" y="56"/>
                </a:cxn>
                <a:cxn ang="0">
                  <a:pos x="48" y="58"/>
                </a:cxn>
                <a:cxn ang="0">
                  <a:pos x="54" y="60"/>
                </a:cxn>
                <a:cxn ang="0">
                  <a:pos x="60" y="66"/>
                </a:cxn>
                <a:cxn ang="0">
                  <a:pos x="62" y="72"/>
                </a:cxn>
                <a:cxn ang="0">
                  <a:pos x="62" y="74"/>
                </a:cxn>
                <a:cxn ang="0">
                  <a:pos x="62" y="86"/>
                </a:cxn>
              </a:cxnLst>
              <a:rect l="0" t="0" r="r" b="b"/>
              <a:pathLst>
                <a:path w="80" h="256">
                  <a:moveTo>
                    <a:pt x="64" y="48"/>
                  </a:moveTo>
                  <a:lnTo>
                    <a:pt x="64" y="24"/>
                  </a:lnTo>
                  <a:lnTo>
                    <a:pt x="64" y="24"/>
                  </a:lnTo>
                  <a:lnTo>
                    <a:pt x="62" y="14"/>
                  </a:lnTo>
                  <a:lnTo>
                    <a:pt x="56" y="8"/>
                  </a:lnTo>
                  <a:lnTo>
                    <a:pt x="50" y="2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30" y="2"/>
                  </a:lnTo>
                  <a:lnTo>
                    <a:pt x="24" y="8"/>
                  </a:lnTo>
                  <a:lnTo>
                    <a:pt x="18" y="14"/>
                  </a:lnTo>
                  <a:lnTo>
                    <a:pt x="16" y="24"/>
                  </a:lnTo>
                  <a:lnTo>
                    <a:pt x="16" y="48"/>
                  </a:lnTo>
                  <a:lnTo>
                    <a:pt x="16" y="48"/>
                  </a:lnTo>
                  <a:lnTo>
                    <a:pt x="10" y="54"/>
                  </a:lnTo>
                  <a:lnTo>
                    <a:pt x="4" y="62"/>
                  </a:lnTo>
                  <a:lnTo>
                    <a:pt x="2" y="70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2" y="90"/>
                  </a:lnTo>
                  <a:lnTo>
                    <a:pt x="4" y="98"/>
                  </a:lnTo>
                  <a:lnTo>
                    <a:pt x="10" y="106"/>
                  </a:lnTo>
                  <a:lnTo>
                    <a:pt x="16" y="112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8" y="242"/>
                  </a:lnTo>
                  <a:lnTo>
                    <a:pt x="24" y="248"/>
                  </a:lnTo>
                  <a:lnTo>
                    <a:pt x="30" y="254"/>
                  </a:lnTo>
                  <a:lnTo>
                    <a:pt x="40" y="256"/>
                  </a:lnTo>
                  <a:lnTo>
                    <a:pt x="40" y="256"/>
                  </a:lnTo>
                  <a:lnTo>
                    <a:pt x="50" y="254"/>
                  </a:lnTo>
                  <a:lnTo>
                    <a:pt x="56" y="248"/>
                  </a:lnTo>
                  <a:lnTo>
                    <a:pt x="62" y="242"/>
                  </a:lnTo>
                  <a:lnTo>
                    <a:pt x="64" y="232"/>
                  </a:lnTo>
                  <a:lnTo>
                    <a:pt x="64" y="112"/>
                  </a:lnTo>
                  <a:lnTo>
                    <a:pt x="64" y="112"/>
                  </a:lnTo>
                  <a:lnTo>
                    <a:pt x="70" y="106"/>
                  </a:lnTo>
                  <a:lnTo>
                    <a:pt x="76" y="98"/>
                  </a:lnTo>
                  <a:lnTo>
                    <a:pt x="78" y="90"/>
                  </a:lnTo>
                  <a:lnTo>
                    <a:pt x="80" y="80"/>
                  </a:lnTo>
                  <a:lnTo>
                    <a:pt x="80" y="80"/>
                  </a:lnTo>
                  <a:lnTo>
                    <a:pt x="78" y="70"/>
                  </a:lnTo>
                  <a:lnTo>
                    <a:pt x="76" y="62"/>
                  </a:lnTo>
                  <a:lnTo>
                    <a:pt x="70" y="54"/>
                  </a:lnTo>
                  <a:lnTo>
                    <a:pt x="64" y="48"/>
                  </a:lnTo>
                  <a:close/>
                  <a:moveTo>
                    <a:pt x="32" y="24"/>
                  </a:moveTo>
                  <a:lnTo>
                    <a:pt x="32" y="24"/>
                  </a:lnTo>
                  <a:lnTo>
                    <a:pt x="32" y="20"/>
                  </a:lnTo>
                  <a:lnTo>
                    <a:pt x="34" y="18"/>
                  </a:lnTo>
                  <a:lnTo>
                    <a:pt x="36" y="16"/>
                  </a:lnTo>
                  <a:lnTo>
                    <a:pt x="40" y="16"/>
                  </a:lnTo>
                  <a:lnTo>
                    <a:pt x="40" y="16"/>
                  </a:lnTo>
                  <a:lnTo>
                    <a:pt x="44" y="16"/>
                  </a:lnTo>
                  <a:lnTo>
                    <a:pt x="46" y="18"/>
                  </a:lnTo>
                  <a:lnTo>
                    <a:pt x="48" y="20"/>
                  </a:lnTo>
                  <a:lnTo>
                    <a:pt x="48" y="24"/>
                  </a:lnTo>
                  <a:lnTo>
                    <a:pt x="48" y="40"/>
                  </a:lnTo>
                  <a:lnTo>
                    <a:pt x="48" y="40"/>
                  </a:lnTo>
                  <a:lnTo>
                    <a:pt x="40" y="40"/>
                  </a:lnTo>
                  <a:lnTo>
                    <a:pt x="40" y="40"/>
                  </a:lnTo>
                  <a:lnTo>
                    <a:pt x="32" y="40"/>
                  </a:lnTo>
                  <a:lnTo>
                    <a:pt x="32" y="24"/>
                  </a:lnTo>
                  <a:close/>
                  <a:moveTo>
                    <a:pt x="48" y="232"/>
                  </a:moveTo>
                  <a:lnTo>
                    <a:pt x="48" y="232"/>
                  </a:lnTo>
                  <a:lnTo>
                    <a:pt x="48" y="236"/>
                  </a:lnTo>
                  <a:lnTo>
                    <a:pt x="46" y="238"/>
                  </a:lnTo>
                  <a:lnTo>
                    <a:pt x="44" y="240"/>
                  </a:lnTo>
                  <a:lnTo>
                    <a:pt x="40" y="240"/>
                  </a:lnTo>
                  <a:lnTo>
                    <a:pt x="40" y="240"/>
                  </a:lnTo>
                  <a:lnTo>
                    <a:pt x="36" y="240"/>
                  </a:lnTo>
                  <a:lnTo>
                    <a:pt x="34" y="238"/>
                  </a:lnTo>
                  <a:lnTo>
                    <a:pt x="32" y="236"/>
                  </a:lnTo>
                  <a:lnTo>
                    <a:pt x="32" y="232"/>
                  </a:lnTo>
                  <a:lnTo>
                    <a:pt x="32" y="120"/>
                  </a:lnTo>
                  <a:lnTo>
                    <a:pt x="32" y="120"/>
                  </a:lnTo>
                  <a:lnTo>
                    <a:pt x="40" y="120"/>
                  </a:lnTo>
                  <a:lnTo>
                    <a:pt x="40" y="120"/>
                  </a:lnTo>
                  <a:lnTo>
                    <a:pt x="48" y="120"/>
                  </a:lnTo>
                  <a:lnTo>
                    <a:pt x="48" y="232"/>
                  </a:lnTo>
                  <a:close/>
                  <a:moveTo>
                    <a:pt x="62" y="86"/>
                  </a:moveTo>
                  <a:lnTo>
                    <a:pt x="62" y="86"/>
                  </a:lnTo>
                  <a:lnTo>
                    <a:pt x="62" y="88"/>
                  </a:lnTo>
                  <a:lnTo>
                    <a:pt x="62" y="88"/>
                  </a:lnTo>
                  <a:lnTo>
                    <a:pt x="60" y="94"/>
                  </a:lnTo>
                  <a:lnTo>
                    <a:pt x="60" y="94"/>
                  </a:lnTo>
                  <a:lnTo>
                    <a:pt x="60" y="94"/>
                  </a:lnTo>
                  <a:lnTo>
                    <a:pt x="60" y="94"/>
                  </a:lnTo>
                  <a:lnTo>
                    <a:pt x="54" y="100"/>
                  </a:lnTo>
                  <a:lnTo>
                    <a:pt x="54" y="100"/>
                  </a:lnTo>
                  <a:lnTo>
                    <a:pt x="54" y="100"/>
                  </a:lnTo>
                  <a:lnTo>
                    <a:pt x="54" y="100"/>
                  </a:lnTo>
                  <a:lnTo>
                    <a:pt x="48" y="102"/>
                  </a:lnTo>
                  <a:lnTo>
                    <a:pt x="48" y="102"/>
                  </a:lnTo>
                  <a:lnTo>
                    <a:pt x="40" y="104"/>
                  </a:lnTo>
                  <a:lnTo>
                    <a:pt x="40" y="104"/>
                  </a:lnTo>
                  <a:lnTo>
                    <a:pt x="32" y="102"/>
                  </a:lnTo>
                  <a:lnTo>
                    <a:pt x="32" y="102"/>
                  </a:lnTo>
                  <a:lnTo>
                    <a:pt x="26" y="100"/>
                  </a:lnTo>
                  <a:lnTo>
                    <a:pt x="26" y="100"/>
                  </a:lnTo>
                  <a:lnTo>
                    <a:pt x="26" y="100"/>
                  </a:lnTo>
                  <a:lnTo>
                    <a:pt x="26" y="100"/>
                  </a:lnTo>
                  <a:lnTo>
                    <a:pt x="20" y="94"/>
                  </a:lnTo>
                  <a:lnTo>
                    <a:pt x="20" y="94"/>
                  </a:lnTo>
                  <a:lnTo>
                    <a:pt x="20" y="94"/>
                  </a:lnTo>
                  <a:lnTo>
                    <a:pt x="20" y="94"/>
                  </a:lnTo>
                  <a:lnTo>
                    <a:pt x="18" y="88"/>
                  </a:lnTo>
                  <a:lnTo>
                    <a:pt x="18" y="88"/>
                  </a:lnTo>
                  <a:lnTo>
                    <a:pt x="18" y="86"/>
                  </a:lnTo>
                  <a:lnTo>
                    <a:pt x="18" y="86"/>
                  </a:lnTo>
                  <a:lnTo>
                    <a:pt x="16" y="80"/>
                  </a:lnTo>
                  <a:lnTo>
                    <a:pt x="16" y="80"/>
                  </a:lnTo>
                  <a:lnTo>
                    <a:pt x="18" y="74"/>
                  </a:lnTo>
                  <a:lnTo>
                    <a:pt x="18" y="74"/>
                  </a:lnTo>
                  <a:lnTo>
                    <a:pt x="18" y="72"/>
                  </a:lnTo>
                  <a:lnTo>
                    <a:pt x="18" y="72"/>
                  </a:lnTo>
                  <a:lnTo>
                    <a:pt x="20" y="66"/>
                  </a:lnTo>
                  <a:lnTo>
                    <a:pt x="20" y="66"/>
                  </a:lnTo>
                  <a:lnTo>
                    <a:pt x="20" y="66"/>
                  </a:lnTo>
                  <a:lnTo>
                    <a:pt x="20" y="66"/>
                  </a:lnTo>
                  <a:lnTo>
                    <a:pt x="26" y="60"/>
                  </a:lnTo>
                  <a:lnTo>
                    <a:pt x="26" y="60"/>
                  </a:lnTo>
                  <a:lnTo>
                    <a:pt x="26" y="60"/>
                  </a:lnTo>
                  <a:lnTo>
                    <a:pt x="26" y="60"/>
                  </a:lnTo>
                  <a:lnTo>
                    <a:pt x="32" y="58"/>
                  </a:lnTo>
                  <a:lnTo>
                    <a:pt x="32" y="58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8" y="58"/>
                  </a:lnTo>
                  <a:lnTo>
                    <a:pt x="48" y="58"/>
                  </a:lnTo>
                  <a:lnTo>
                    <a:pt x="54" y="60"/>
                  </a:lnTo>
                  <a:lnTo>
                    <a:pt x="54" y="60"/>
                  </a:lnTo>
                  <a:lnTo>
                    <a:pt x="54" y="60"/>
                  </a:lnTo>
                  <a:lnTo>
                    <a:pt x="54" y="60"/>
                  </a:lnTo>
                  <a:lnTo>
                    <a:pt x="60" y="66"/>
                  </a:lnTo>
                  <a:lnTo>
                    <a:pt x="60" y="66"/>
                  </a:lnTo>
                  <a:lnTo>
                    <a:pt x="60" y="66"/>
                  </a:lnTo>
                  <a:lnTo>
                    <a:pt x="60" y="66"/>
                  </a:lnTo>
                  <a:lnTo>
                    <a:pt x="62" y="72"/>
                  </a:lnTo>
                  <a:lnTo>
                    <a:pt x="62" y="72"/>
                  </a:lnTo>
                  <a:lnTo>
                    <a:pt x="62" y="74"/>
                  </a:lnTo>
                  <a:lnTo>
                    <a:pt x="62" y="74"/>
                  </a:lnTo>
                  <a:lnTo>
                    <a:pt x="64" y="80"/>
                  </a:lnTo>
                  <a:lnTo>
                    <a:pt x="64" y="80"/>
                  </a:lnTo>
                  <a:lnTo>
                    <a:pt x="62" y="8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06" name="Freeform 176"/>
            <p:cNvSpPr>
              <a:spLocks noEditPoints="1"/>
            </p:cNvSpPr>
            <p:nvPr/>
          </p:nvSpPr>
          <p:spPr bwMode="auto">
            <a:xfrm>
              <a:off x="3289300" y="1962150"/>
              <a:ext cx="127000" cy="406400"/>
            </a:xfrm>
            <a:custGeom>
              <a:avLst/>
              <a:gdLst/>
              <a:ahLst/>
              <a:cxnLst>
                <a:cxn ang="0">
                  <a:pos x="64" y="24"/>
                </a:cxn>
                <a:cxn ang="0">
                  <a:pos x="50" y="2"/>
                </a:cxn>
                <a:cxn ang="0">
                  <a:pos x="30" y="2"/>
                </a:cxn>
                <a:cxn ang="0">
                  <a:pos x="16" y="24"/>
                </a:cxn>
                <a:cxn ang="0">
                  <a:pos x="10" y="150"/>
                </a:cxn>
                <a:cxn ang="0">
                  <a:pos x="0" y="176"/>
                </a:cxn>
                <a:cxn ang="0">
                  <a:pos x="4" y="194"/>
                </a:cxn>
                <a:cxn ang="0">
                  <a:pos x="16" y="232"/>
                </a:cxn>
                <a:cxn ang="0">
                  <a:pos x="24" y="248"/>
                </a:cxn>
                <a:cxn ang="0">
                  <a:pos x="40" y="256"/>
                </a:cxn>
                <a:cxn ang="0">
                  <a:pos x="62" y="242"/>
                </a:cxn>
                <a:cxn ang="0">
                  <a:pos x="64" y="208"/>
                </a:cxn>
                <a:cxn ang="0">
                  <a:pos x="78" y="186"/>
                </a:cxn>
                <a:cxn ang="0">
                  <a:pos x="78" y="166"/>
                </a:cxn>
                <a:cxn ang="0">
                  <a:pos x="64" y="144"/>
                </a:cxn>
                <a:cxn ang="0">
                  <a:pos x="32" y="20"/>
                </a:cxn>
                <a:cxn ang="0">
                  <a:pos x="40" y="16"/>
                </a:cxn>
                <a:cxn ang="0">
                  <a:pos x="46" y="18"/>
                </a:cxn>
                <a:cxn ang="0">
                  <a:pos x="48" y="136"/>
                </a:cxn>
                <a:cxn ang="0">
                  <a:pos x="40" y="136"/>
                </a:cxn>
                <a:cxn ang="0">
                  <a:pos x="48" y="232"/>
                </a:cxn>
                <a:cxn ang="0">
                  <a:pos x="46" y="238"/>
                </a:cxn>
                <a:cxn ang="0">
                  <a:pos x="40" y="240"/>
                </a:cxn>
                <a:cxn ang="0">
                  <a:pos x="32" y="236"/>
                </a:cxn>
                <a:cxn ang="0">
                  <a:pos x="32" y="216"/>
                </a:cxn>
                <a:cxn ang="0">
                  <a:pos x="48" y="216"/>
                </a:cxn>
                <a:cxn ang="0">
                  <a:pos x="62" y="182"/>
                </a:cxn>
                <a:cxn ang="0">
                  <a:pos x="60" y="190"/>
                </a:cxn>
                <a:cxn ang="0">
                  <a:pos x="60" y="190"/>
                </a:cxn>
                <a:cxn ang="0">
                  <a:pos x="54" y="196"/>
                </a:cxn>
                <a:cxn ang="0">
                  <a:pos x="48" y="198"/>
                </a:cxn>
                <a:cxn ang="0">
                  <a:pos x="32" y="198"/>
                </a:cxn>
                <a:cxn ang="0">
                  <a:pos x="26" y="196"/>
                </a:cxn>
                <a:cxn ang="0">
                  <a:pos x="20" y="190"/>
                </a:cxn>
                <a:cxn ang="0">
                  <a:pos x="20" y="190"/>
                </a:cxn>
                <a:cxn ang="0">
                  <a:pos x="18" y="182"/>
                </a:cxn>
                <a:cxn ang="0">
                  <a:pos x="16" y="176"/>
                </a:cxn>
                <a:cxn ang="0">
                  <a:pos x="18" y="168"/>
                </a:cxn>
                <a:cxn ang="0">
                  <a:pos x="20" y="162"/>
                </a:cxn>
                <a:cxn ang="0">
                  <a:pos x="26" y="156"/>
                </a:cxn>
                <a:cxn ang="0">
                  <a:pos x="26" y="156"/>
                </a:cxn>
                <a:cxn ang="0">
                  <a:pos x="40" y="152"/>
                </a:cxn>
                <a:cxn ang="0">
                  <a:pos x="48" y="154"/>
                </a:cxn>
                <a:cxn ang="0">
                  <a:pos x="54" y="156"/>
                </a:cxn>
                <a:cxn ang="0">
                  <a:pos x="60" y="162"/>
                </a:cxn>
                <a:cxn ang="0">
                  <a:pos x="62" y="168"/>
                </a:cxn>
                <a:cxn ang="0">
                  <a:pos x="62" y="170"/>
                </a:cxn>
                <a:cxn ang="0">
                  <a:pos x="62" y="182"/>
                </a:cxn>
              </a:cxnLst>
              <a:rect l="0" t="0" r="r" b="b"/>
              <a:pathLst>
                <a:path w="80" h="256">
                  <a:moveTo>
                    <a:pt x="64" y="144"/>
                  </a:moveTo>
                  <a:lnTo>
                    <a:pt x="64" y="24"/>
                  </a:lnTo>
                  <a:lnTo>
                    <a:pt x="64" y="24"/>
                  </a:lnTo>
                  <a:lnTo>
                    <a:pt x="62" y="14"/>
                  </a:lnTo>
                  <a:lnTo>
                    <a:pt x="56" y="8"/>
                  </a:lnTo>
                  <a:lnTo>
                    <a:pt x="50" y="2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30" y="2"/>
                  </a:lnTo>
                  <a:lnTo>
                    <a:pt x="24" y="8"/>
                  </a:lnTo>
                  <a:lnTo>
                    <a:pt x="18" y="14"/>
                  </a:lnTo>
                  <a:lnTo>
                    <a:pt x="16" y="24"/>
                  </a:lnTo>
                  <a:lnTo>
                    <a:pt x="16" y="144"/>
                  </a:lnTo>
                  <a:lnTo>
                    <a:pt x="16" y="144"/>
                  </a:lnTo>
                  <a:lnTo>
                    <a:pt x="10" y="150"/>
                  </a:lnTo>
                  <a:lnTo>
                    <a:pt x="4" y="158"/>
                  </a:lnTo>
                  <a:lnTo>
                    <a:pt x="2" y="166"/>
                  </a:lnTo>
                  <a:lnTo>
                    <a:pt x="0" y="176"/>
                  </a:lnTo>
                  <a:lnTo>
                    <a:pt x="0" y="176"/>
                  </a:lnTo>
                  <a:lnTo>
                    <a:pt x="2" y="186"/>
                  </a:lnTo>
                  <a:lnTo>
                    <a:pt x="4" y="194"/>
                  </a:lnTo>
                  <a:lnTo>
                    <a:pt x="10" y="202"/>
                  </a:lnTo>
                  <a:lnTo>
                    <a:pt x="16" y="208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8" y="242"/>
                  </a:lnTo>
                  <a:lnTo>
                    <a:pt x="24" y="248"/>
                  </a:lnTo>
                  <a:lnTo>
                    <a:pt x="30" y="254"/>
                  </a:lnTo>
                  <a:lnTo>
                    <a:pt x="40" y="256"/>
                  </a:lnTo>
                  <a:lnTo>
                    <a:pt x="40" y="256"/>
                  </a:lnTo>
                  <a:lnTo>
                    <a:pt x="50" y="254"/>
                  </a:lnTo>
                  <a:lnTo>
                    <a:pt x="56" y="248"/>
                  </a:lnTo>
                  <a:lnTo>
                    <a:pt x="62" y="242"/>
                  </a:lnTo>
                  <a:lnTo>
                    <a:pt x="64" y="232"/>
                  </a:lnTo>
                  <a:lnTo>
                    <a:pt x="64" y="208"/>
                  </a:lnTo>
                  <a:lnTo>
                    <a:pt x="64" y="208"/>
                  </a:lnTo>
                  <a:lnTo>
                    <a:pt x="70" y="202"/>
                  </a:lnTo>
                  <a:lnTo>
                    <a:pt x="76" y="194"/>
                  </a:lnTo>
                  <a:lnTo>
                    <a:pt x="78" y="186"/>
                  </a:lnTo>
                  <a:lnTo>
                    <a:pt x="80" y="176"/>
                  </a:lnTo>
                  <a:lnTo>
                    <a:pt x="80" y="176"/>
                  </a:lnTo>
                  <a:lnTo>
                    <a:pt x="78" y="166"/>
                  </a:lnTo>
                  <a:lnTo>
                    <a:pt x="76" y="158"/>
                  </a:lnTo>
                  <a:lnTo>
                    <a:pt x="70" y="150"/>
                  </a:lnTo>
                  <a:lnTo>
                    <a:pt x="64" y="144"/>
                  </a:lnTo>
                  <a:close/>
                  <a:moveTo>
                    <a:pt x="32" y="24"/>
                  </a:moveTo>
                  <a:lnTo>
                    <a:pt x="32" y="24"/>
                  </a:lnTo>
                  <a:lnTo>
                    <a:pt x="32" y="20"/>
                  </a:lnTo>
                  <a:lnTo>
                    <a:pt x="34" y="18"/>
                  </a:lnTo>
                  <a:lnTo>
                    <a:pt x="36" y="16"/>
                  </a:lnTo>
                  <a:lnTo>
                    <a:pt x="40" y="16"/>
                  </a:lnTo>
                  <a:lnTo>
                    <a:pt x="40" y="16"/>
                  </a:lnTo>
                  <a:lnTo>
                    <a:pt x="44" y="16"/>
                  </a:lnTo>
                  <a:lnTo>
                    <a:pt x="46" y="18"/>
                  </a:lnTo>
                  <a:lnTo>
                    <a:pt x="48" y="20"/>
                  </a:lnTo>
                  <a:lnTo>
                    <a:pt x="48" y="24"/>
                  </a:lnTo>
                  <a:lnTo>
                    <a:pt x="48" y="136"/>
                  </a:lnTo>
                  <a:lnTo>
                    <a:pt x="48" y="136"/>
                  </a:lnTo>
                  <a:lnTo>
                    <a:pt x="40" y="136"/>
                  </a:lnTo>
                  <a:lnTo>
                    <a:pt x="40" y="136"/>
                  </a:lnTo>
                  <a:lnTo>
                    <a:pt x="32" y="136"/>
                  </a:lnTo>
                  <a:lnTo>
                    <a:pt x="32" y="24"/>
                  </a:lnTo>
                  <a:close/>
                  <a:moveTo>
                    <a:pt x="48" y="232"/>
                  </a:moveTo>
                  <a:lnTo>
                    <a:pt x="48" y="232"/>
                  </a:lnTo>
                  <a:lnTo>
                    <a:pt x="48" y="236"/>
                  </a:lnTo>
                  <a:lnTo>
                    <a:pt x="46" y="238"/>
                  </a:lnTo>
                  <a:lnTo>
                    <a:pt x="44" y="240"/>
                  </a:lnTo>
                  <a:lnTo>
                    <a:pt x="40" y="240"/>
                  </a:lnTo>
                  <a:lnTo>
                    <a:pt x="40" y="240"/>
                  </a:lnTo>
                  <a:lnTo>
                    <a:pt x="36" y="240"/>
                  </a:lnTo>
                  <a:lnTo>
                    <a:pt x="34" y="238"/>
                  </a:lnTo>
                  <a:lnTo>
                    <a:pt x="32" y="236"/>
                  </a:lnTo>
                  <a:lnTo>
                    <a:pt x="32" y="232"/>
                  </a:lnTo>
                  <a:lnTo>
                    <a:pt x="32" y="216"/>
                  </a:lnTo>
                  <a:lnTo>
                    <a:pt x="32" y="216"/>
                  </a:lnTo>
                  <a:lnTo>
                    <a:pt x="40" y="216"/>
                  </a:lnTo>
                  <a:lnTo>
                    <a:pt x="40" y="216"/>
                  </a:lnTo>
                  <a:lnTo>
                    <a:pt x="48" y="216"/>
                  </a:lnTo>
                  <a:lnTo>
                    <a:pt x="48" y="232"/>
                  </a:lnTo>
                  <a:close/>
                  <a:moveTo>
                    <a:pt x="62" y="182"/>
                  </a:moveTo>
                  <a:lnTo>
                    <a:pt x="62" y="182"/>
                  </a:lnTo>
                  <a:lnTo>
                    <a:pt x="62" y="184"/>
                  </a:lnTo>
                  <a:lnTo>
                    <a:pt x="62" y="184"/>
                  </a:lnTo>
                  <a:lnTo>
                    <a:pt x="60" y="190"/>
                  </a:lnTo>
                  <a:lnTo>
                    <a:pt x="60" y="190"/>
                  </a:lnTo>
                  <a:lnTo>
                    <a:pt x="60" y="190"/>
                  </a:lnTo>
                  <a:lnTo>
                    <a:pt x="60" y="190"/>
                  </a:lnTo>
                  <a:lnTo>
                    <a:pt x="54" y="196"/>
                  </a:lnTo>
                  <a:lnTo>
                    <a:pt x="54" y="196"/>
                  </a:lnTo>
                  <a:lnTo>
                    <a:pt x="54" y="196"/>
                  </a:lnTo>
                  <a:lnTo>
                    <a:pt x="54" y="196"/>
                  </a:lnTo>
                  <a:lnTo>
                    <a:pt x="48" y="198"/>
                  </a:lnTo>
                  <a:lnTo>
                    <a:pt x="48" y="198"/>
                  </a:lnTo>
                  <a:lnTo>
                    <a:pt x="40" y="200"/>
                  </a:lnTo>
                  <a:lnTo>
                    <a:pt x="40" y="200"/>
                  </a:lnTo>
                  <a:lnTo>
                    <a:pt x="32" y="198"/>
                  </a:lnTo>
                  <a:lnTo>
                    <a:pt x="32" y="198"/>
                  </a:lnTo>
                  <a:lnTo>
                    <a:pt x="26" y="196"/>
                  </a:lnTo>
                  <a:lnTo>
                    <a:pt x="26" y="196"/>
                  </a:lnTo>
                  <a:lnTo>
                    <a:pt x="26" y="196"/>
                  </a:lnTo>
                  <a:lnTo>
                    <a:pt x="26" y="196"/>
                  </a:lnTo>
                  <a:lnTo>
                    <a:pt x="20" y="190"/>
                  </a:lnTo>
                  <a:lnTo>
                    <a:pt x="20" y="190"/>
                  </a:lnTo>
                  <a:lnTo>
                    <a:pt x="20" y="190"/>
                  </a:lnTo>
                  <a:lnTo>
                    <a:pt x="20" y="190"/>
                  </a:lnTo>
                  <a:lnTo>
                    <a:pt x="18" y="184"/>
                  </a:lnTo>
                  <a:lnTo>
                    <a:pt x="18" y="184"/>
                  </a:lnTo>
                  <a:lnTo>
                    <a:pt x="18" y="182"/>
                  </a:lnTo>
                  <a:lnTo>
                    <a:pt x="18" y="182"/>
                  </a:lnTo>
                  <a:lnTo>
                    <a:pt x="16" y="176"/>
                  </a:lnTo>
                  <a:lnTo>
                    <a:pt x="16" y="176"/>
                  </a:lnTo>
                  <a:lnTo>
                    <a:pt x="18" y="170"/>
                  </a:lnTo>
                  <a:lnTo>
                    <a:pt x="18" y="170"/>
                  </a:lnTo>
                  <a:lnTo>
                    <a:pt x="18" y="168"/>
                  </a:lnTo>
                  <a:lnTo>
                    <a:pt x="18" y="168"/>
                  </a:lnTo>
                  <a:lnTo>
                    <a:pt x="20" y="162"/>
                  </a:lnTo>
                  <a:lnTo>
                    <a:pt x="20" y="162"/>
                  </a:lnTo>
                  <a:lnTo>
                    <a:pt x="20" y="162"/>
                  </a:lnTo>
                  <a:lnTo>
                    <a:pt x="20" y="162"/>
                  </a:lnTo>
                  <a:lnTo>
                    <a:pt x="26" y="156"/>
                  </a:lnTo>
                  <a:lnTo>
                    <a:pt x="26" y="156"/>
                  </a:lnTo>
                  <a:lnTo>
                    <a:pt x="26" y="156"/>
                  </a:lnTo>
                  <a:lnTo>
                    <a:pt x="26" y="156"/>
                  </a:lnTo>
                  <a:lnTo>
                    <a:pt x="32" y="154"/>
                  </a:lnTo>
                  <a:lnTo>
                    <a:pt x="32" y="154"/>
                  </a:lnTo>
                  <a:lnTo>
                    <a:pt x="40" y="152"/>
                  </a:lnTo>
                  <a:lnTo>
                    <a:pt x="40" y="152"/>
                  </a:lnTo>
                  <a:lnTo>
                    <a:pt x="48" y="154"/>
                  </a:lnTo>
                  <a:lnTo>
                    <a:pt x="48" y="154"/>
                  </a:lnTo>
                  <a:lnTo>
                    <a:pt x="54" y="156"/>
                  </a:lnTo>
                  <a:lnTo>
                    <a:pt x="54" y="156"/>
                  </a:lnTo>
                  <a:lnTo>
                    <a:pt x="54" y="156"/>
                  </a:lnTo>
                  <a:lnTo>
                    <a:pt x="54" y="156"/>
                  </a:lnTo>
                  <a:lnTo>
                    <a:pt x="60" y="162"/>
                  </a:lnTo>
                  <a:lnTo>
                    <a:pt x="60" y="162"/>
                  </a:lnTo>
                  <a:lnTo>
                    <a:pt x="60" y="162"/>
                  </a:lnTo>
                  <a:lnTo>
                    <a:pt x="60" y="162"/>
                  </a:lnTo>
                  <a:lnTo>
                    <a:pt x="62" y="168"/>
                  </a:lnTo>
                  <a:lnTo>
                    <a:pt x="62" y="168"/>
                  </a:lnTo>
                  <a:lnTo>
                    <a:pt x="62" y="170"/>
                  </a:lnTo>
                  <a:lnTo>
                    <a:pt x="62" y="170"/>
                  </a:lnTo>
                  <a:lnTo>
                    <a:pt x="64" y="176"/>
                  </a:lnTo>
                  <a:lnTo>
                    <a:pt x="64" y="176"/>
                  </a:lnTo>
                  <a:lnTo>
                    <a:pt x="62" y="18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</p:grpSp>
      <p:grpSp>
        <p:nvGrpSpPr>
          <p:cNvPr id="28" name="Group 27"/>
          <p:cNvGrpSpPr/>
          <p:nvPr/>
        </p:nvGrpSpPr>
        <p:grpSpPr>
          <a:xfrm>
            <a:off x="5515294" y="4450508"/>
            <a:ext cx="319756" cy="465099"/>
            <a:chOff x="6464300" y="3587750"/>
            <a:chExt cx="279400" cy="406400"/>
          </a:xfrm>
          <a:solidFill>
            <a:schemeClr val="tx2"/>
          </a:solidFill>
        </p:grpSpPr>
        <p:sp>
          <p:nvSpPr>
            <p:cNvPr id="99" name="Freeform 5"/>
            <p:cNvSpPr>
              <a:spLocks noEditPoints="1"/>
            </p:cNvSpPr>
            <p:nvPr/>
          </p:nvSpPr>
          <p:spPr bwMode="auto">
            <a:xfrm>
              <a:off x="6464300" y="3587750"/>
              <a:ext cx="279400" cy="406400"/>
            </a:xfrm>
            <a:custGeom>
              <a:avLst/>
              <a:gdLst/>
              <a:ahLst/>
              <a:cxnLst>
                <a:cxn ang="0">
                  <a:pos x="152" y="0"/>
                </a:cxn>
                <a:cxn ang="0">
                  <a:pos x="24" y="0"/>
                </a:cxn>
                <a:cxn ang="0">
                  <a:pos x="24" y="0"/>
                </a:cxn>
                <a:cxn ang="0">
                  <a:pos x="14" y="2"/>
                </a:cxn>
                <a:cxn ang="0">
                  <a:pos x="8" y="8"/>
                </a:cxn>
                <a:cxn ang="0">
                  <a:pos x="2" y="14"/>
                </a:cxn>
                <a:cxn ang="0">
                  <a:pos x="0" y="24"/>
                </a:cxn>
                <a:cxn ang="0">
                  <a:pos x="0" y="232"/>
                </a:cxn>
                <a:cxn ang="0">
                  <a:pos x="0" y="232"/>
                </a:cxn>
                <a:cxn ang="0">
                  <a:pos x="2" y="242"/>
                </a:cxn>
                <a:cxn ang="0">
                  <a:pos x="8" y="248"/>
                </a:cxn>
                <a:cxn ang="0">
                  <a:pos x="14" y="254"/>
                </a:cxn>
                <a:cxn ang="0">
                  <a:pos x="24" y="256"/>
                </a:cxn>
                <a:cxn ang="0">
                  <a:pos x="152" y="256"/>
                </a:cxn>
                <a:cxn ang="0">
                  <a:pos x="152" y="256"/>
                </a:cxn>
                <a:cxn ang="0">
                  <a:pos x="162" y="254"/>
                </a:cxn>
                <a:cxn ang="0">
                  <a:pos x="168" y="248"/>
                </a:cxn>
                <a:cxn ang="0">
                  <a:pos x="174" y="242"/>
                </a:cxn>
                <a:cxn ang="0">
                  <a:pos x="176" y="232"/>
                </a:cxn>
                <a:cxn ang="0">
                  <a:pos x="176" y="24"/>
                </a:cxn>
                <a:cxn ang="0">
                  <a:pos x="176" y="24"/>
                </a:cxn>
                <a:cxn ang="0">
                  <a:pos x="174" y="14"/>
                </a:cxn>
                <a:cxn ang="0">
                  <a:pos x="168" y="8"/>
                </a:cxn>
                <a:cxn ang="0">
                  <a:pos x="162" y="2"/>
                </a:cxn>
                <a:cxn ang="0">
                  <a:pos x="152" y="0"/>
                </a:cxn>
                <a:cxn ang="0">
                  <a:pos x="160" y="232"/>
                </a:cxn>
                <a:cxn ang="0">
                  <a:pos x="160" y="232"/>
                </a:cxn>
                <a:cxn ang="0">
                  <a:pos x="160" y="236"/>
                </a:cxn>
                <a:cxn ang="0">
                  <a:pos x="158" y="238"/>
                </a:cxn>
                <a:cxn ang="0">
                  <a:pos x="156" y="240"/>
                </a:cxn>
                <a:cxn ang="0">
                  <a:pos x="152" y="240"/>
                </a:cxn>
                <a:cxn ang="0">
                  <a:pos x="24" y="240"/>
                </a:cxn>
                <a:cxn ang="0">
                  <a:pos x="24" y="240"/>
                </a:cxn>
                <a:cxn ang="0">
                  <a:pos x="20" y="240"/>
                </a:cxn>
                <a:cxn ang="0">
                  <a:pos x="18" y="238"/>
                </a:cxn>
                <a:cxn ang="0">
                  <a:pos x="16" y="236"/>
                </a:cxn>
                <a:cxn ang="0">
                  <a:pos x="16" y="232"/>
                </a:cxn>
                <a:cxn ang="0">
                  <a:pos x="16" y="216"/>
                </a:cxn>
                <a:cxn ang="0">
                  <a:pos x="160" y="216"/>
                </a:cxn>
                <a:cxn ang="0">
                  <a:pos x="160" y="232"/>
                </a:cxn>
                <a:cxn ang="0">
                  <a:pos x="160" y="208"/>
                </a:cxn>
                <a:cxn ang="0">
                  <a:pos x="16" y="208"/>
                </a:cxn>
                <a:cxn ang="0">
                  <a:pos x="16" y="48"/>
                </a:cxn>
                <a:cxn ang="0">
                  <a:pos x="160" y="48"/>
                </a:cxn>
                <a:cxn ang="0">
                  <a:pos x="160" y="208"/>
                </a:cxn>
                <a:cxn ang="0">
                  <a:pos x="160" y="40"/>
                </a:cxn>
                <a:cxn ang="0">
                  <a:pos x="16" y="40"/>
                </a:cxn>
                <a:cxn ang="0">
                  <a:pos x="16" y="24"/>
                </a:cxn>
                <a:cxn ang="0">
                  <a:pos x="16" y="24"/>
                </a:cxn>
                <a:cxn ang="0">
                  <a:pos x="16" y="20"/>
                </a:cxn>
                <a:cxn ang="0">
                  <a:pos x="18" y="18"/>
                </a:cxn>
                <a:cxn ang="0">
                  <a:pos x="20" y="16"/>
                </a:cxn>
                <a:cxn ang="0">
                  <a:pos x="24" y="16"/>
                </a:cxn>
                <a:cxn ang="0">
                  <a:pos x="152" y="16"/>
                </a:cxn>
                <a:cxn ang="0">
                  <a:pos x="152" y="16"/>
                </a:cxn>
                <a:cxn ang="0">
                  <a:pos x="156" y="16"/>
                </a:cxn>
                <a:cxn ang="0">
                  <a:pos x="158" y="18"/>
                </a:cxn>
                <a:cxn ang="0">
                  <a:pos x="160" y="20"/>
                </a:cxn>
                <a:cxn ang="0">
                  <a:pos x="160" y="24"/>
                </a:cxn>
                <a:cxn ang="0">
                  <a:pos x="160" y="40"/>
                </a:cxn>
              </a:cxnLst>
              <a:rect l="0" t="0" r="r" b="b"/>
              <a:pathLst>
                <a:path w="176" h="256">
                  <a:moveTo>
                    <a:pt x="152" y="0"/>
                  </a:moveTo>
                  <a:lnTo>
                    <a:pt x="24" y="0"/>
                  </a:lnTo>
                  <a:lnTo>
                    <a:pt x="24" y="0"/>
                  </a:lnTo>
                  <a:lnTo>
                    <a:pt x="14" y="2"/>
                  </a:lnTo>
                  <a:lnTo>
                    <a:pt x="8" y="8"/>
                  </a:lnTo>
                  <a:lnTo>
                    <a:pt x="2" y="14"/>
                  </a:lnTo>
                  <a:lnTo>
                    <a:pt x="0" y="24"/>
                  </a:lnTo>
                  <a:lnTo>
                    <a:pt x="0" y="232"/>
                  </a:lnTo>
                  <a:lnTo>
                    <a:pt x="0" y="232"/>
                  </a:lnTo>
                  <a:lnTo>
                    <a:pt x="2" y="242"/>
                  </a:lnTo>
                  <a:lnTo>
                    <a:pt x="8" y="248"/>
                  </a:lnTo>
                  <a:lnTo>
                    <a:pt x="14" y="254"/>
                  </a:lnTo>
                  <a:lnTo>
                    <a:pt x="24" y="256"/>
                  </a:lnTo>
                  <a:lnTo>
                    <a:pt x="152" y="256"/>
                  </a:lnTo>
                  <a:lnTo>
                    <a:pt x="152" y="256"/>
                  </a:lnTo>
                  <a:lnTo>
                    <a:pt x="162" y="254"/>
                  </a:lnTo>
                  <a:lnTo>
                    <a:pt x="168" y="248"/>
                  </a:lnTo>
                  <a:lnTo>
                    <a:pt x="174" y="242"/>
                  </a:lnTo>
                  <a:lnTo>
                    <a:pt x="176" y="232"/>
                  </a:lnTo>
                  <a:lnTo>
                    <a:pt x="176" y="24"/>
                  </a:lnTo>
                  <a:lnTo>
                    <a:pt x="176" y="24"/>
                  </a:lnTo>
                  <a:lnTo>
                    <a:pt x="174" y="14"/>
                  </a:lnTo>
                  <a:lnTo>
                    <a:pt x="168" y="8"/>
                  </a:lnTo>
                  <a:lnTo>
                    <a:pt x="162" y="2"/>
                  </a:lnTo>
                  <a:lnTo>
                    <a:pt x="152" y="0"/>
                  </a:lnTo>
                  <a:close/>
                  <a:moveTo>
                    <a:pt x="160" y="232"/>
                  </a:moveTo>
                  <a:lnTo>
                    <a:pt x="160" y="232"/>
                  </a:lnTo>
                  <a:lnTo>
                    <a:pt x="160" y="236"/>
                  </a:lnTo>
                  <a:lnTo>
                    <a:pt x="158" y="238"/>
                  </a:lnTo>
                  <a:lnTo>
                    <a:pt x="156" y="240"/>
                  </a:lnTo>
                  <a:lnTo>
                    <a:pt x="152" y="240"/>
                  </a:lnTo>
                  <a:lnTo>
                    <a:pt x="24" y="240"/>
                  </a:lnTo>
                  <a:lnTo>
                    <a:pt x="24" y="240"/>
                  </a:lnTo>
                  <a:lnTo>
                    <a:pt x="20" y="240"/>
                  </a:lnTo>
                  <a:lnTo>
                    <a:pt x="18" y="238"/>
                  </a:lnTo>
                  <a:lnTo>
                    <a:pt x="16" y="236"/>
                  </a:lnTo>
                  <a:lnTo>
                    <a:pt x="16" y="232"/>
                  </a:lnTo>
                  <a:lnTo>
                    <a:pt x="16" y="216"/>
                  </a:lnTo>
                  <a:lnTo>
                    <a:pt x="160" y="216"/>
                  </a:lnTo>
                  <a:lnTo>
                    <a:pt x="160" y="232"/>
                  </a:lnTo>
                  <a:close/>
                  <a:moveTo>
                    <a:pt x="160" y="208"/>
                  </a:moveTo>
                  <a:lnTo>
                    <a:pt x="16" y="208"/>
                  </a:lnTo>
                  <a:lnTo>
                    <a:pt x="16" y="48"/>
                  </a:lnTo>
                  <a:lnTo>
                    <a:pt x="160" y="48"/>
                  </a:lnTo>
                  <a:lnTo>
                    <a:pt x="160" y="208"/>
                  </a:lnTo>
                  <a:close/>
                  <a:moveTo>
                    <a:pt x="160" y="40"/>
                  </a:moveTo>
                  <a:lnTo>
                    <a:pt x="16" y="40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6" y="20"/>
                  </a:lnTo>
                  <a:lnTo>
                    <a:pt x="18" y="18"/>
                  </a:lnTo>
                  <a:lnTo>
                    <a:pt x="20" y="16"/>
                  </a:lnTo>
                  <a:lnTo>
                    <a:pt x="24" y="16"/>
                  </a:lnTo>
                  <a:lnTo>
                    <a:pt x="152" y="16"/>
                  </a:lnTo>
                  <a:lnTo>
                    <a:pt x="152" y="16"/>
                  </a:lnTo>
                  <a:lnTo>
                    <a:pt x="156" y="16"/>
                  </a:lnTo>
                  <a:lnTo>
                    <a:pt x="158" y="18"/>
                  </a:lnTo>
                  <a:lnTo>
                    <a:pt x="160" y="20"/>
                  </a:lnTo>
                  <a:lnTo>
                    <a:pt x="160" y="24"/>
                  </a:lnTo>
                  <a:lnTo>
                    <a:pt x="160" y="4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00" name="Freeform 10"/>
            <p:cNvSpPr>
              <a:spLocks/>
            </p:cNvSpPr>
            <p:nvPr/>
          </p:nvSpPr>
          <p:spPr bwMode="auto">
            <a:xfrm>
              <a:off x="6578600" y="3625850"/>
              <a:ext cx="50800" cy="12700"/>
            </a:xfrm>
            <a:custGeom>
              <a:avLst/>
              <a:gdLst/>
              <a:ahLst/>
              <a:cxnLst>
                <a:cxn ang="0">
                  <a:pos x="32" y="4"/>
                </a:cxn>
                <a:cxn ang="0">
                  <a:pos x="32" y="4"/>
                </a:cxn>
                <a:cxn ang="0">
                  <a:pos x="30" y="6"/>
                </a:cxn>
                <a:cxn ang="0">
                  <a:pos x="28" y="8"/>
                </a:cxn>
                <a:cxn ang="0">
                  <a:pos x="4" y="8"/>
                </a:cxn>
                <a:cxn ang="0">
                  <a:pos x="4" y="8"/>
                </a:cxn>
                <a:cxn ang="0">
                  <a:pos x="2" y="6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2" y="2"/>
                </a:cxn>
                <a:cxn ang="0">
                  <a:pos x="4" y="0"/>
                </a:cxn>
                <a:cxn ang="0">
                  <a:pos x="28" y="0"/>
                </a:cxn>
                <a:cxn ang="0">
                  <a:pos x="28" y="0"/>
                </a:cxn>
                <a:cxn ang="0">
                  <a:pos x="30" y="2"/>
                </a:cxn>
                <a:cxn ang="0">
                  <a:pos x="32" y="4"/>
                </a:cxn>
              </a:cxnLst>
              <a:rect l="0" t="0" r="r" b="b"/>
              <a:pathLst>
                <a:path w="32" h="8">
                  <a:moveTo>
                    <a:pt x="32" y="4"/>
                  </a:moveTo>
                  <a:lnTo>
                    <a:pt x="32" y="4"/>
                  </a:lnTo>
                  <a:lnTo>
                    <a:pt x="30" y="6"/>
                  </a:lnTo>
                  <a:lnTo>
                    <a:pt x="28" y="8"/>
                  </a:lnTo>
                  <a:lnTo>
                    <a:pt x="4" y="8"/>
                  </a:lnTo>
                  <a:lnTo>
                    <a:pt x="4" y="8"/>
                  </a:lnTo>
                  <a:lnTo>
                    <a:pt x="2" y="6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2"/>
                  </a:lnTo>
                  <a:lnTo>
                    <a:pt x="4" y="0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0" y="2"/>
                  </a:lnTo>
                  <a:lnTo>
                    <a:pt x="32" y="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01" name="Freeform 11"/>
            <p:cNvSpPr>
              <a:spLocks/>
            </p:cNvSpPr>
            <p:nvPr/>
          </p:nvSpPr>
          <p:spPr bwMode="auto">
            <a:xfrm>
              <a:off x="6578600" y="3625850"/>
              <a:ext cx="50800" cy="12700"/>
            </a:xfrm>
            <a:custGeom>
              <a:avLst/>
              <a:gdLst/>
              <a:ahLst/>
              <a:cxnLst>
                <a:cxn ang="0">
                  <a:pos x="32" y="4"/>
                </a:cxn>
                <a:cxn ang="0">
                  <a:pos x="32" y="4"/>
                </a:cxn>
                <a:cxn ang="0">
                  <a:pos x="30" y="6"/>
                </a:cxn>
                <a:cxn ang="0">
                  <a:pos x="28" y="8"/>
                </a:cxn>
                <a:cxn ang="0">
                  <a:pos x="4" y="8"/>
                </a:cxn>
                <a:cxn ang="0">
                  <a:pos x="4" y="8"/>
                </a:cxn>
                <a:cxn ang="0">
                  <a:pos x="2" y="6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2" y="2"/>
                </a:cxn>
                <a:cxn ang="0">
                  <a:pos x="4" y="0"/>
                </a:cxn>
                <a:cxn ang="0">
                  <a:pos x="28" y="0"/>
                </a:cxn>
                <a:cxn ang="0">
                  <a:pos x="28" y="0"/>
                </a:cxn>
                <a:cxn ang="0">
                  <a:pos x="30" y="2"/>
                </a:cxn>
                <a:cxn ang="0">
                  <a:pos x="32" y="4"/>
                </a:cxn>
              </a:cxnLst>
              <a:rect l="0" t="0" r="r" b="b"/>
              <a:pathLst>
                <a:path w="32" h="8">
                  <a:moveTo>
                    <a:pt x="32" y="4"/>
                  </a:moveTo>
                  <a:lnTo>
                    <a:pt x="32" y="4"/>
                  </a:lnTo>
                  <a:lnTo>
                    <a:pt x="30" y="6"/>
                  </a:lnTo>
                  <a:lnTo>
                    <a:pt x="28" y="8"/>
                  </a:lnTo>
                  <a:lnTo>
                    <a:pt x="4" y="8"/>
                  </a:lnTo>
                  <a:lnTo>
                    <a:pt x="4" y="8"/>
                  </a:lnTo>
                  <a:lnTo>
                    <a:pt x="2" y="6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2"/>
                  </a:lnTo>
                  <a:lnTo>
                    <a:pt x="4" y="0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0" y="2"/>
                  </a:lnTo>
                  <a:lnTo>
                    <a:pt x="32" y="4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02" name="Freeform 12"/>
            <p:cNvSpPr>
              <a:spLocks/>
            </p:cNvSpPr>
            <p:nvPr/>
          </p:nvSpPr>
          <p:spPr bwMode="auto">
            <a:xfrm>
              <a:off x="6591300" y="3943350"/>
              <a:ext cx="25400" cy="12700"/>
            </a:xfrm>
            <a:custGeom>
              <a:avLst/>
              <a:gdLst/>
              <a:ahLst/>
              <a:cxnLst>
                <a:cxn ang="0">
                  <a:pos x="16" y="4"/>
                </a:cxn>
                <a:cxn ang="0">
                  <a:pos x="16" y="4"/>
                </a:cxn>
                <a:cxn ang="0">
                  <a:pos x="14" y="6"/>
                </a:cxn>
                <a:cxn ang="0">
                  <a:pos x="12" y="8"/>
                </a:cxn>
                <a:cxn ang="0">
                  <a:pos x="4" y="8"/>
                </a:cxn>
                <a:cxn ang="0">
                  <a:pos x="4" y="8"/>
                </a:cxn>
                <a:cxn ang="0">
                  <a:pos x="2" y="6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2" y="2"/>
                </a:cxn>
                <a:cxn ang="0">
                  <a:pos x="4" y="0"/>
                </a:cxn>
                <a:cxn ang="0">
                  <a:pos x="12" y="0"/>
                </a:cxn>
                <a:cxn ang="0">
                  <a:pos x="12" y="0"/>
                </a:cxn>
                <a:cxn ang="0">
                  <a:pos x="14" y="2"/>
                </a:cxn>
                <a:cxn ang="0">
                  <a:pos x="16" y="4"/>
                </a:cxn>
              </a:cxnLst>
              <a:rect l="0" t="0" r="r" b="b"/>
              <a:pathLst>
                <a:path w="16" h="8">
                  <a:moveTo>
                    <a:pt x="16" y="4"/>
                  </a:moveTo>
                  <a:lnTo>
                    <a:pt x="16" y="4"/>
                  </a:lnTo>
                  <a:lnTo>
                    <a:pt x="14" y="6"/>
                  </a:lnTo>
                  <a:lnTo>
                    <a:pt x="12" y="8"/>
                  </a:lnTo>
                  <a:lnTo>
                    <a:pt x="4" y="8"/>
                  </a:lnTo>
                  <a:lnTo>
                    <a:pt x="4" y="8"/>
                  </a:lnTo>
                  <a:lnTo>
                    <a:pt x="2" y="6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2"/>
                  </a:lnTo>
                  <a:lnTo>
                    <a:pt x="4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4" y="2"/>
                  </a:lnTo>
                  <a:lnTo>
                    <a:pt x="16" y="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03" name="Freeform 13"/>
            <p:cNvSpPr>
              <a:spLocks/>
            </p:cNvSpPr>
            <p:nvPr/>
          </p:nvSpPr>
          <p:spPr bwMode="auto">
            <a:xfrm>
              <a:off x="6591300" y="3943350"/>
              <a:ext cx="25400" cy="12700"/>
            </a:xfrm>
            <a:custGeom>
              <a:avLst/>
              <a:gdLst/>
              <a:ahLst/>
              <a:cxnLst>
                <a:cxn ang="0">
                  <a:pos x="16" y="4"/>
                </a:cxn>
                <a:cxn ang="0">
                  <a:pos x="16" y="4"/>
                </a:cxn>
                <a:cxn ang="0">
                  <a:pos x="14" y="6"/>
                </a:cxn>
                <a:cxn ang="0">
                  <a:pos x="12" y="8"/>
                </a:cxn>
                <a:cxn ang="0">
                  <a:pos x="4" y="8"/>
                </a:cxn>
                <a:cxn ang="0">
                  <a:pos x="4" y="8"/>
                </a:cxn>
                <a:cxn ang="0">
                  <a:pos x="2" y="6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2" y="2"/>
                </a:cxn>
                <a:cxn ang="0">
                  <a:pos x="4" y="0"/>
                </a:cxn>
                <a:cxn ang="0">
                  <a:pos x="12" y="0"/>
                </a:cxn>
                <a:cxn ang="0">
                  <a:pos x="12" y="0"/>
                </a:cxn>
                <a:cxn ang="0">
                  <a:pos x="14" y="2"/>
                </a:cxn>
                <a:cxn ang="0">
                  <a:pos x="16" y="4"/>
                </a:cxn>
              </a:cxnLst>
              <a:rect l="0" t="0" r="r" b="b"/>
              <a:pathLst>
                <a:path w="16" h="8">
                  <a:moveTo>
                    <a:pt x="16" y="4"/>
                  </a:moveTo>
                  <a:lnTo>
                    <a:pt x="16" y="4"/>
                  </a:lnTo>
                  <a:lnTo>
                    <a:pt x="14" y="6"/>
                  </a:lnTo>
                  <a:lnTo>
                    <a:pt x="12" y="8"/>
                  </a:lnTo>
                  <a:lnTo>
                    <a:pt x="4" y="8"/>
                  </a:lnTo>
                  <a:lnTo>
                    <a:pt x="4" y="8"/>
                  </a:lnTo>
                  <a:lnTo>
                    <a:pt x="2" y="6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2"/>
                  </a:lnTo>
                  <a:lnTo>
                    <a:pt x="4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4" y="2"/>
                  </a:lnTo>
                  <a:lnTo>
                    <a:pt x="16" y="4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</p:grpSp>
      <p:grpSp>
        <p:nvGrpSpPr>
          <p:cNvPr id="29" name="Group 28"/>
          <p:cNvGrpSpPr/>
          <p:nvPr/>
        </p:nvGrpSpPr>
        <p:grpSpPr>
          <a:xfrm>
            <a:off x="2652029" y="4479578"/>
            <a:ext cx="465099" cy="406961"/>
            <a:chOff x="3962400" y="3613150"/>
            <a:chExt cx="406400" cy="355600"/>
          </a:xfrm>
          <a:solidFill>
            <a:schemeClr val="tx2"/>
          </a:solidFill>
        </p:grpSpPr>
        <p:sp>
          <p:nvSpPr>
            <p:cNvPr id="96" name="Freeform 27"/>
            <p:cNvSpPr>
              <a:spLocks/>
            </p:cNvSpPr>
            <p:nvPr/>
          </p:nvSpPr>
          <p:spPr bwMode="auto">
            <a:xfrm>
              <a:off x="4025900" y="3676650"/>
              <a:ext cx="146050" cy="95250"/>
            </a:xfrm>
            <a:custGeom>
              <a:avLst/>
              <a:gdLst/>
              <a:ahLst/>
              <a:cxnLst>
                <a:cxn ang="0">
                  <a:pos x="88" y="0"/>
                </a:cxn>
                <a:cxn ang="0">
                  <a:pos x="88" y="0"/>
                </a:cxn>
                <a:cxn ang="0">
                  <a:pos x="70" y="2"/>
                </a:cxn>
                <a:cxn ang="0">
                  <a:pos x="54" y="4"/>
                </a:cxn>
                <a:cxn ang="0">
                  <a:pos x="40" y="10"/>
                </a:cxn>
                <a:cxn ang="0">
                  <a:pos x="26" y="16"/>
                </a:cxn>
                <a:cxn ang="0">
                  <a:pos x="16" y="24"/>
                </a:cxn>
                <a:cxn ang="0">
                  <a:pos x="8" y="34"/>
                </a:cxn>
                <a:cxn ang="0">
                  <a:pos x="2" y="44"/>
                </a:cxn>
                <a:cxn ang="0">
                  <a:pos x="0" y="56"/>
                </a:cxn>
                <a:cxn ang="0">
                  <a:pos x="0" y="56"/>
                </a:cxn>
                <a:cxn ang="0">
                  <a:pos x="2" y="58"/>
                </a:cxn>
                <a:cxn ang="0">
                  <a:pos x="4" y="60"/>
                </a:cxn>
                <a:cxn ang="0">
                  <a:pos x="4" y="60"/>
                </a:cxn>
                <a:cxn ang="0">
                  <a:pos x="6" y="58"/>
                </a:cxn>
                <a:cxn ang="0">
                  <a:pos x="8" y="56"/>
                </a:cxn>
                <a:cxn ang="0">
                  <a:pos x="8" y="56"/>
                </a:cxn>
                <a:cxn ang="0">
                  <a:pos x="10" y="46"/>
                </a:cxn>
                <a:cxn ang="0">
                  <a:pos x="14" y="38"/>
                </a:cxn>
                <a:cxn ang="0">
                  <a:pos x="22" y="30"/>
                </a:cxn>
                <a:cxn ang="0">
                  <a:pos x="32" y="22"/>
                </a:cxn>
                <a:cxn ang="0">
                  <a:pos x="44" y="16"/>
                </a:cxn>
                <a:cxn ang="0">
                  <a:pos x="58" y="12"/>
                </a:cxn>
                <a:cxn ang="0">
                  <a:pos x="72" y="10"/>
                </a:cxn>
                <a:cxn ang="0">
                  <a:pos x="88" y="8"/>
                </a:cxn>
                <a:cxn ang="0">
                  <a:pos x="88" y="8"/>
                </a:cxn>
                <a:cxn ang="0">
                  <a:pos x="90" y="6"/>
                </a:cxn>
                <a:cxn ang="0">
                  <a:pos x="92" y="4"/>
                </a:cxn>
                <a:cxn ang="0">
                  <a:pos x="92" y="4"/>
                </a:cxn>
                <a:cxn ang="0">
                  <a:pos x="90" y="2"/>
                </a:cxn>
                <a:cxn ang="0">
                  <a:pos x="88" y="0"/>
                </a:cxn>
              </a:cxnLst>
              <a:rect l="0" t="0" r="r" b="b"/>
              <a:pathLst>
                <a:path w="92" h="60">
                  <a:moveTo>
                    <a:pt x="88" y="0"/>
                  </a:moveTo>
                  <a:lnTo>
                    <a:pt x="88" y="0"/>
                  </a:lnTo>
                  <a:lnTo>
                    <a:pt x="70" y="2"/>
                  </a:lnTo>
                  <a:lnTo>
                    <a:pt x="54" y="4"/>
                  </a:lnTo>
                  <a:lnTo>
                    <a:pt x="40" y="10"/>
                  </a:lnTo>
                  <a:lnTo>
                    <a:pt x="26" y="16"/>
                  </a:lnTo>
                  <a:lnTo>
                    <a:pt x="16" y="24"/>
                  </a:lnTo>
                  <a:lnTo>
                    <a:pt x="8" y="34"/>
                  </a:lnTo>
                  <a:lnTo>
                    <a:pt x="2" y="44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2" y="58"/>
                  </a:lnTo>
                  <a:lnTo>
                    <a:pt x="4" y="60"/>
                  </a:lnTo>
                  <a:lnTo>
                    <a:pt x="4" y="60"/>
                  </a:lnTo>
                  <a:lnTo>
                    <a:pt x="6" y="58"/>
                  </a:lnTo>
                  <a:lnTo>
                    <a:pt x="8" y="56"/>
                  </a:lnTo>
                  <a:lnTo>
                    <a:pt x="8" y="56"/>
                  </a:lnTo>
                  <a:lnTo>
                    <a:pt x="10" y="46"/>
                  </a:lnTo>
                  <a:lnTo>
                    <a:pt x="14" y="38"/>
                  </a:lnTo>
                  <a:lnTo>
                    <a:pt x="22" y="30"/>
                  </a:lnTo>
                  <a:lnTo>
                    <a:pt x="32" y="22"/>
                  </a:lnTo>
                  <a:lnTo>
                    <a:pt x="44" y="16"/>
                  </a:lnTo>
                  <a:lnTo>
                    <a:pt x="58" y="12"/>
                  </a:lnTo>
                  <a:lnTo>
                    <a:pt x="72" y="10"/>
                  </a:lnTo>
                  <a:lnTo>
                    <a:pt x="88" y="8"/>
                  </a:lnTo>
                  <a:lnTo>
                    <a:pt x="88" y="8"/>
                  </a:lnTo>
                  <a:lnTo>
                    <a:pt x="90" y="6"/>
                  </a:lnTo>
                  <a:lnTo>
                    <a:pt x="92" y="4"/>
                  </a:lnTo>
                  <a:lnTo>
                    <a:pt x="92" y="4"/>
                  </a:lnTo>
                  <a:lnTo>
                    <a:pt x="90" y="2"/>
                  </a:lnTo>
                  <a:lnTo>
                    <a:pt x="88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97" name="Freeform 28"/>
            <p:cNvSpPr>
              <a:spLocks/>
            </p:cNvSpPr>
            <p:nvPr/>
          </p:nvSpPr>
          <p:spPr bwMode="auto">
            <a:xfrm>
              <a:off x="4025900" y="3676650"/>
              <a:ext cx="146050" cy="95250"/>
            </a:xfrm>
            <a:custGeom>
              <a:avLst/>
              <a:gdLst/>
              <a:ahLst/>
              <a:cxnLst>
                <a:cxn ang="0">
                  <a:pos x="88" y="0"/>
                </a:cxn>
                <a:cxn ang="0">
                  <a:pos x="88" y="0"/>
                </a:cxn>
                <a:cxn ang="0">
                  <a:pos x="70" y="2"/>
                </a:cxn>
                <a:cxn ang="0">
                  <a:pos x="54" y="4"/>
                </a:cxn>
                <a:cxn ang="0">
                  <a:pos x="40" y="10"/>
                </a:cxn>
                <a:cxn ang="0">
                  <a:pos x="26" y="16"/>
                </a:cxn>
                <a:cxn ang="0">
                  <a:pos x="16" y="24"/>
                </a:cxn>
                <a:cxn ang="0">
                  <a:pos x="8" y="34"/>
                </a:cxn>
                <a:cxn ang="0">
                  <a:pos x="2" y="44"/>
                </a:cxn>
                <a:cxn ang="0">
                  <a:pos x="0" y="56"/>
                </a:cxn>
                <a:cxn ang="0">
                  <a:pos x="0" y="56"/>
                </a:cxn>
                <a:cxn ang="0">
                  <a:pos x="2" y="58"/>
                </a:cxn>
                <a:cxn ang="0">
                  <a:pos x="4" y="60"/>
                </a:cxn>
                <a:cxn ang="0">
                  <a:pos x="4" y="60"/>
                </a:cxn>
                <a:cxn ang="0">
                  <a:pos x="6" y="58"/>
                </a:cxn>
                <a:cxn ang="0">
                  <a:pos x="8" y="56"/>
                </a:cxn>
                <a:cxn ang="0">
                  <a:pos x="8" y="56"/>
                </a:cxn>
                <a:cxn ang="0">
                  <a:pos x="10" y="46"/>
                </a:cxn>
                <a:cxn ang="0">
                  <a:pos x="14" y="38"/>
                </a:cxn>
                <a:cxn ang="0">
                  <a:pos x="22" y="30"/>
                </a:cxn>
                <a:cxn ang="0">
                  <a:pos x="32" y="22"/>
                </a:cxn>
                <a:cxn ang="0">
                  <a:pos x="44" y="16"/>
                </a:cxn>
                <a:cxn ang="0">
                  <a:pos x="58" y="12"/>
                </a:cxn>
                <a:cxn ang="0">
                  <a:pos x="72" y="10"/>
                </a:cxn>
                <a:cxn ang="0">
                  <a:pos x="88" y="8"/>
                </a:cxn>
                <a:cxn ang="0">
                  <a:pos x="88" y="8"/>
                </a:cxn>
                <a:cxn ang="0">
                  <a:pos x="90" y="6"/>
                </a:cxn>
                <a:cxn ang="0">
                  <a:pos x="92" y="4"/>
                </a:cxn>
                <a:cxn ang="0">
                  <a:pos x="92" y="4"/>
                </a:cxn>
                <a:cxn ang="0">
                  <a:pos x="90" y="2"/>
                </a:cxn>
                <a:cxn ang="0">
                  <a:pos x="88" y="0"/>
                </a:cxn>
              </a:cxnLst>
              <a:rect l="0" t="0" r="r" b="b"/>
              <a:pathLst>
                <a:path w="92" h="60">
                  <a:moveTo>
                    <a:pt x="88" y="0"/>
                  </a:moveTo>
                  <a:lnTo>
                    <a:pt x="88" y="0"/>
                  </a:lnTo>
                  <a:lnTo>
                    <a:pt x="70" y="2"/>
                  </a:lnTo>
                  <a:lnTo>
                    <a:pt x="54" y="4"/>
                  </a:lnTo>
                  <a:lnTo>
                    <a:pt x="40" y="10"/>
                  </a:lnTo>
                  <a:lnTo>
                    <a:pt x="26" y="16"/>
                  </a:lnTo>
                  <a:lnTo>
                    <a:pt x="16" y="24"/>
                  </a:lnTo>
                  <a:lnTo>
                    <a:pt x="8" y="34"/>
                  </a:lnTo>
                  <a:lnTo>
                    <a:pt x="2" y="44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2" y="58"/>
                  </a:lnTo>
                  <a:lnTo>
                    <a:pt x="4" y="60"/>
                  </a:lnTo>
                  <a:lnTo>
                    <a:pt x="4" y="60"/>
                  </a:lnTo>
                  <a:lnTo>
                    <a:pt x="6" y="58"/>
                  </a:lnTo>
                  <a:lnTo>
                    <a:pt x="8" y="56"/>
                  </a:lnTo>
                  <a:lnTo>
                    <a:pt x="8" y="56"/>
                  </a:lnTo>
                  <a:lnTo>
                    <a:pt x="10" y="46"/>
                  </a:lnTo>
                  <a:lnTo>
                    <a:pt x="14" y="38"/>
                  </a:lnTo>
                  <a:lnTo>
                    <a:pt x="22" y="30"/>
                  </a:lnTo>
                  <a:lnTo>
                    <a:pt x="32" y="22"/>
                  </a:lnTo>
                  <a:lnTo>
                    <a:pt x="44" y="16"/>
                  </a:lnTo>
                  <a:lnTo>
                    <a:pt x="58" y="12"/>
                  </a:lnTo>
                  <a:lnTo>
                    <a:pt x="72" y="10"/>
                  </a:lnTo>
                  <a:lnTo>
                    <a:pt x="88" y="8"/>
                  </a:lnTo>
                  <a:lnTo>
                    <a:pt x="88" y="8"/>
                  </a:lnTo>
                  <a:lnTo>
                    <a:pt x="90" y="6"/>
                  </a:lnTo>
                  <a:lnTo>
                    <a:pt x="92" y="4"/>
                  </a:lnTo>
                  <a:lnTo>
                    <a:pt x="92" y="4"/>
                  </a:lnTo>
                  <a:lnTo>
                    <a:pt x="90" y="2"/>
                  </a:lnTo>
                  <a:lnTo>
                    <a:pt x="88" y="0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98" name="Freeform 29"/>
            <p:cNvSpPr>
              <a:spLocks noEditPoints="1"/>
            </p:cNvSpPr>
            <p:nvPr/>
          </p:nvSpPr>
          <p:spPr bwMode="auto">
            <a:xfrm>
              <a:off x="3962400" y="3613150"/>
              <a:ext cx="406400" cy="355600"/>
            </a:xfrm>
            <a:custGeom>
              <a:avLst/>
              <a:gdLst/>
              <a:ahLst/>
              <a:cxnLst>
                <a:cxn ang="0">
                  <a:pos x="128" y="0"/>
                </a:cxn>
                <a:cxn ang="0">
                  <a:pos x="78" y="8"/>
                </a:cxn>
                <a:cxn ang="0">
                  <a:pos x="38" y="28"/>
                </a:cxn>
                <a:cxn ang="0">
                  <a:pos x="10" y="58"/>
                </a:cxn>
                <a:cxn ang="0">
                  <a:pos x="2" y="76"/>
                </a:cxn>
                <a:cxn ang="0">
                  <a:pos x="0" y="96"/>
                </a:cxn>
                <a:cxn ang="0">
                  <a:pos x="2" y="108"/>
                </a:cxn>
                <a:cxn ang="0">
                  <a:pos x="8" y="132"/>
                </a:cxn>
                <a:cxn ang="0">
                  <a:pos x="24" y="152"/>
                </a:cxn>
                <a:cxn ang="0">
                  <a:pos x="44" y="168"/>
                </a:cxn>
                <a:cxn ang="0">
                  <a:pos x="56" y="176"/>
                </a:cxn>
                <a:cxn ang="0">
                  <a:pos x="56" y="176"/>
                </a:cxn>
                <a:cxn ang="0">
                  <a:pos x="50" y="198"/>
                </a:cxn>
                <a:cxn ang="0">
                  <a:pos x="40" y="214"/>
                </a:cxn>
                <a:cxn ang="0">
                  <a:pos x="40" y="216"/>
                </a:cxn>
                <a:cxn ang="0">
                  <a:pos x="42" y="222"/>
                </a:cxn>
                <a:cxn ang="0">
                  <a:pos x="48" y="224"/>
                </a:cxn>
                <a:cxn ang="0">
                  <a:pos x="50" y="224"/>
                </a:cxn>
                <a:cxn ang="0">
                  <a:pos x="68" y="218"/>
                </a:cxn>
                <a:cxn ang="0">
                  <a:pos x="96" y="198"/>
                </a:cxn>
                <a:cxn ang="0">
                  <a:pos x="104" y="190"/>
                </a:cxn>
                <a:cxn ang="0">
                  <a:pos x="128" y="192"/>
                </a:cxn>
                <a:cxn ang="0">
                  <a:pos x="178" y="184"/>
                </a:cxn>
                <a:cxn ang="0">
                  <a:pos x="218" y="164"/>
                </a:cxn>
                <a:cxn ang="0">
                  <a:pos x="246" y="134"/>
                </a:cxn>
                <a:cxn ang="0">
                  <a:pos x="254" y="116"/>
                </a:cxn>
                <a:cxn ang="0">
                  <a:pos x="256" y="96"/>
                </a:cxn>
                <a:cxn ang="0">
                  <a:pos x="256" y="86"/>
                </a:cxn>
                <a:cxn ang="0">
                  <a:pos x="250" y="68"/>
                </a:cxn>
                <a:cxn ang="0">
                  <a:pos x="234" y="42"/>
                </a:cxn>
                <a:cxn ang="0">
                  <a:pos x="200" y="16"/>
                </a:cxn>
                <a:cxn ang="0">
                  <a:pos x="154" y="2"/>
                </a:cxn>
                <a:cxn ang="0">
                  <a:pos x="128" y="176"/>
                </a:cxn>
                <a:cxn ang="0">
                  <a:pos x="106" y="174"/>
                </a:cxn>
                <a:cxn ang="0">
                  <a:pos x="104" y="174"/>
                </a:cxn>
                <a:cxn ang="0">
                  <a:pos x="96" y="176"/>
                </a:cxn>
                <a:cxn ang="0">
                  <a:pos x="90" y="180"/>
                </a:cxn>
                <a:cxn ang="0">
                  <a:pos x="66" y="200"/>
                </a:cxn>
                <a:cxn ang="0">
                  <a:pos x="70" y="190"/>
                </a:cxn>
                <a:cxn ang="0">
                  <a:pos x="72" y="176"/>
                </a:cxn>
                <a:cxn ang="0">
                  <a:pos x="72" y="176"/>
                </a:cxn>
                <a:cxn ang="0">
                  <a:pos x="70" y="168"/>
                </a:cxn>
                <a:cxn ang="0">
                  <a:pos x="64" y="162"/>
                </a:cxn>
                <a:cxn ang="0">
                  <a:pos x="52" y="156"/>
                </a:cxn>
                <a:cxn ang="0">
                  <a:pos x="36" y="140"/>
                </a:cxn>
                <a:cxn ang="0">
                  <a:pos x="24" y="124"/>
                </a:cxn>
                <a:cxn ang="0">
                  <a:pos x="16" y="106"/>
                </a:cxn>
                <a:cxn ang="0">
                  <a:pos x="16" y="96"/>
                </a:cxn>
                <a:cxn ang="0">
                  <a:pos x="24" y="64"/>
                </a:cxn>
                <a:cxn ang="0">
                  <a:pos x="48" y="40"/>
                </a:cxn>
                <a:cxn ang="0">
                  <a:pos x="84" y="22"/>
                </a:cxn>
                <a:cxn ang="0">
                  <a:pos x="128" y="16"/>
                </a:cxn>
                <a:cxn ang="0">
                  <a:pos x="150" y="18"/>
                </a:cxn>
                <a:cxn ang="0">
                  <a:pos x="190" y="30"/>
                </a:cxn>
                <a:cxn ang="0">
                  <a:pos x="220" y="52"/>
                </a:cxn>
                <a:cxn ang="0">
                  <a:pos x="238" y="80"/>
                </a:cxn>
                <a:cxn ang="0">
                  <a:pos x="240" y="96"/>
                </a:cxn>
                <a:cxn ang="0">
                  <a:pos x="232" y="128"/>
                </a:cxn>
                <a:cxn ang="0">
                  <a:pos x="208" y="152"/>
                </a:cxn>
                <a:cxn ang="0">
                  <a:pos x="172" y="170"/>
                </a:cxn>
                <a:cxn ang="0">
                  <a:pos x="128" y="176"/>
                </a:cxn>
              </a:cxnLst>
              <a:rect l="0" t="0" r="r" b="b"/>
              <a:pathLst>
                <a:path w="256" h="224">
                  <a:moveTo>
                    <a:pt x="128" y="0"/>
                  </a:moveTo>
                  <a:lnTo>
                    <a:pt x="128" y="0"/>
                  </a:lnTo>
                  <a:lnTo>
                    <a:pt x="102" y="2"/>
                  </a:lnTo>
                  <a:lnTo>
                    <a:pt x="78" y="8"/>
                  </a:lnTo>
                  <a:lnTo>
                    <a:pt x="56" y="16"/>
                  </a:lnTo>
                  <a:lnTo>
                    <a:pt x="38" y="28"/>
                  </a:lnTo>
                  <a:lnTo>
                    <a:pt x="22" y="42"/>
                  </a:lnTo>
                  <a:lnTo>
                    <a:pt x="10" y="58"/>
                  </a:lnTo>
                  <a:lnTo>
                    <a:pt x="6" y="68"/>
                  </a:lnTo>
                  <a:lnTo>
                    <a:pt x="2" y="76"/>
                  </a:lnTo>
                  <a:lnTo>
                    <a:pt x="0" y="86"/>
                  </a:lnTo>
                  <a:lnTo>
                    <a:pt x="0" y="96"/>
                  </a:lnTo>
                  <a:lnTo>
                    <a:pt x="0" y="96"/>
                  </a:lnTo>
                  <a:lnTo>
                    <a:pt x="2" y="108"/>
                  </a:lnTo>
                  <a:lnTo>
                    <a:pt x="4" y="120"/>
                  </a:lnTo>
                  <a:lnTo>
                    <a:pt x="8" y="132"/>
                  </a:lnTo>
                  <a:lnTo>
                    <a:pt x="16" y="142"/>
                  </a:lnTo>
                  <a:lnTo>
                    <a:pt x="24" y="152"/>
                  </a:lnTo>
                  <a:lnTo>
                    <a:pt x="34" y="160"/>
                  </a:lnTo>
                  <a:lnTo>
                    <a:pt x="44" y="168"/>
                  </a:lnTo>
                  <a:lnTo>
                    <a:pt x="56" y="176"/>
                  </a:lnTo>
                  <a:lnTo>
                    <a:pt x="56" y="176"/>
                  </a:lnTo>
                  <a:lnTo>
                    <a:pt x="56" y="176"/>
                  </a:lnTo>
                  <a:lnTo>
                    <a:pt x="56" y="176"/>
                  </a:lnTo>
                  <a:lnTo>
                    <a:pt x="54" y="186"/>
                  </a:lnTo>
                  <a:lnTo>
                    <a:pt x="50" y="198"/>
                  </a:lnTo>
                  <a:lnTo>
                    <a:pt x="40" y="214"/>
                  </a:lnTo>
                  <a:lnTo>
                    <a:pt x="40" y="214"/>
                  </a:lnTo>
                  <a:lnTo>
                    <a:pt x="40" y="214"/>
                  </a:lnTo>
                  <a:lnTo>
                    <a:pt x="40" y="216"/>
                  </a:lnTo>
                  <a:lnTo>
                    <a:pt x="40" y="216"/>
                  </a:lnTo>
                  <a:lnTo>
                    <a:pt x="42" y="222"/>
                  </a:lnTo>
                  <a:lnTo>
                    <a:pt x="48" y="224"/>
                  </a:lnTo>
                  <a:lnTo>
                    <a:pt x="48" y="224"/>
                  </a:lnTo>
                  <a:lnTo>
                    <a:pt x="50" y="224"/>
                  </a:lnTo>
                  <a:lnTo>
                    <a:pt x="50" y="224"/>
                  </a:lnTo>
                  <a:lnTo>
                    <a:pt x="58" y="222"/>
                  </a:lnTo>
                  <a:lnTo>
                    <a:pt x="68" y="218"/>
                  </a:lnTo>
                  <a:lnTo>
                    <a:pt x="84" y="208"/>
                  </a:lnTo>
                  <a:lnTo>
                    <a:pt x="96" y="198"/>
                  </a:lnTo>
                  <a:lnTo>
                    <a:pt x="104" y="190"/>
                  </a:lnTo>
                  <a:lnTo>
                    <a:pt x="104" y="190"/>
                  </a:lnTo>
                  <a:lnTo>
                    <a:pt x="128" y="192"/>
                  </a:lnTo>
                  <a:lnTo>
                    <a:pt x="128" y="192"/>
                  </a:lnTo>
                  <a:lnTo>
                    <a:pt x="154" y="190"/>
                  </a:lnTo>
                  <a:lnTo>
                    <a:pt x="178" y="184"/>
                  </a:lnTo>
                  <a:lnTo>
                    <a:pt x="200" y="176"/>
                  </a:lnTo>
                  <a:lnTo>
                    <a:pt x="218" y="164"/>
                  </a:lnTo>
                  <a:lnTo>
                    <a:pt x="234" y="150"/>
                  </a:lnTo>
                  <a:lnTo>
                    <a:pt x="246" y="134"/>
                  </a:lnTo>
                  <a:lnTo>
                    <a:pt x="250" y="124"/>
                  </a:lnTo>
                  <a:lnTo>
                    <a:pt x="254" y="116"/>
                  </a:lnTo>
                  <a:lnTo>
                    <a:pt x="256" y="106"/>
                  </a:lnTo>
                  <a:lnTo>
                    <a:pt x="256" y="96"/>
                  </a:lnTo>
                  <a:lnTo>
                    <a:pt x="256" y="96"/>
                  </a:lnTo>
                  <a:lnTo>
                    <a:pt x="256" y="86"/>
                  </a:lnTo>
                  <a:lnTo>
                    <a:pt x="254" y="76"/>
                  </a:lnTo>
                  <a:lnTo>
                    <a:pt x="250" y="68"/>
                  </a:lnTo>
                  <a:lnTo>
                    <a:pt x="246" y="58"/>
                  </a:lnTo>
                  <a:lnTo>
                    <a:pt x="234" y="42"/>
                  </a:lnTo>
                  <a:lnTo>
                    <a:pt x="218" y="28"/>
                  </a:lnTo>
                  <a:lnTo>
                    <a:pt x="200" y="16"/>
                  </a:lnTo>
                  <a:lnTo>
                    <a:pt x="178" y="8"/>
                  </a:lnTo>
                  <a:lnTo>
                    <a:pt x="154" y="2"/>
                  </a:lnTo>
                  <a:lnTo>
                    <a:pt x="128" y="0"/>
                  </a:lnTo>
                  <a:close/>
                  <a:moveTo>
                    <a:pt x="128" y="176"/>
                  </a:moveTo>
                  <a:lnTo>
                    <a:pt x="128" y="176"/>
                  </a:lnTo>
                  <a:lnTo>
                    <a:pt x="106" y="174"/>
                  </a:lnTo>
                  <a:lnTo>
                    <a:pt x="106" y="174"/>
                  </a:lnTo>
                  <a:lnTo>
                    <a:pt x="104" y="174"/>
                  </a:lnTo>
                  <a:lnTo>
                    <a:pt x="104" y="174"/>
                  </a:lnTo>
                  <a:lnTo>
                    <a:pt x="96" y="176"/>
                  </a:lnTo>
                  <a:lnTo>
                    <a:pt x="90" y="180"/>
                  </a:lnTo>
                  <a:lnTo>
                    <a:pt x="90" y="180"/>
                  </a:lnTo>
                  <a:lnTo>
                    <a:pt x="82" y="190"/>
                  </a:lnTo>
                  <a:lnTo>
                    <a:pt x="66" y="200"/>
                  </a:lnTo>
                  <a:lnTo>
                    <a:pt x="66" y="200"/>
                  </a:lnTo>
                  <a:lnTo>
                    <a:pt x="70" y="190"/>
                  </a:lnTo>
                  <a:lnTo>
                    <a:pt x="72" y="176"/>
                  </a:lnTo>
                  <a:lnTo>
                    <a:pt x="72" y="176"/>
                  </a:lnTo>
                  <a:lnTo>
                    <a:pt x="72" y="176"/>
                  </a:lnTo>
                  <a:lnTo>
                    <a:pt x="72" y="176"/>
                  </a:lnTo>
                  <a:lnTo>
                    <a:pt x="72" y="172"/>
                  </a:lnTo>
                  <a:lnTo>
                    <a:pt x="70" y="168"/>
                  </a:lnTo>
                  <a:lnTo>
                    <a:pt x="66" y="164"/>
                  </a:lnTo>
                  <a:lnTo>
                    <a:pt x="64" y="162"/>
                  </a:lnTo>
                  <a:lnTo>
                    <a:pt x="64" y="162"/>
                  </a:lnTo>
                  <a:lnTo>
                    <a:pt x="52" y="156"/>
                  </a:lnTo>
                  <a:lnTo>
                    <a:pt x="44" y="148"/>
                  </a:lnTo>
                  <a:lnTo>
                    <a:pt x="36" y="140"/>
                  </a:lnTo>
                  <a:lnTo>
                    <a:pt x="28" y="132"/>
                  </a:lnTo>
                  <a:lnTo>
                    <a:pt x="24" y="124"/>
                  </a:lnTo>
                  <a:lnTo>
                    <a:pt x="20" y="114"/>
                  </a:lnTo>
                  <a:lnTo>
                    <a:pt x="16" y="106"/>
                  </a:lnTo>
                  <a:lnTo>
                    <a:pt x="16" y="96"/>
                  </a:lnTo>
                  <a:lnTo>
                    <a:pt x="16" y="96"/>
                  </a:lnTo>
                  <a:lnTo>
                    <a:pt x="18" y="80"/>
                  </a:lnTo>
                  <a:lnTo>
                    <a:pt x="24" y="64"/>
                  </a:lnTo>
                  <a:lnTo>
                    <a:pt x="36" y="52"/>
                  </a:lnTo>
                  <a:lnTo>
                    <a:pt x="48" y="40"/>
                  </a:lnTo>
                  <a:lnTo>
                    <a:pt x="66" y="30"/>
                  </a:lnTo>
                  <a:lnTo>
                    <a:pt x="84" y="22"/>
                  </a:lnTo>
                  <a:lnTo>
                    <a:pt x="106" y="18"/>
                  </a:lnTo>
                  <a:lnTo>
                    <a:pt x="128" y="16"/>
                  </a:lnTo>
                  <a:lnTo>
                    <a:pt x="128" y="16"/>
                  </a:lnTo>
                  <a:lnTo>
                    <a:pt x="150" y="18"/>
                  </a:lnTo>
                  <a:lnTo>
                    <a:pt x="172" y="22"/>
                  </a:lnTo>
                  <a:lnTo>
                    <a:pt x="190" y="30"/>
                  </a:lnTo>
                  <a:lnTo>
                    <a:pt x="208" y="40"/>
                  </a:lnTo>
                  <a:lnTo>
                    <a:pt x="220" y="52"/>
                  </a:lnTo>
                  <a:lnTo>
                    <a:pt x="232" y="64"/>
                  </a:lnTo>
                  <a:lnTo>
                    <a:pt x="238" y="80"/>
                  </a:lnTo>
                  <a:lnTo>
                    <a:pt x="240" y="96"/>
                  </a:lnTo>
                  <a:lnTo>
                    <a:pt x="240" y="96"/>
                  </a:lnTo>
                  <a:lnTo>
                    <a:pt x="238" y="112"/>
                  </a:lnTo>
                  <a:lnTo>
                    <a:pt x="232" y="128"/>
                  </a:lnTo>
                  <a:lnTo>
                    <a:pt x="220" y="140"/>
                  </a:lnTo>
                  <a:lnTo>
                    <a:pt x="208" y="152"/>
                  </a:lnTo>
                  <a:lnTo>
                    <a:pt x="190" y="162"/>
                  </a:lnTo>
                  <a:lnTo>
                    <a:pt x="172" y="170"/>
                  </a:lnTo>
                  <a:lnTo>
                    <a:pt x="150" y="174"/>
                  </a:lnTo>
                  <a:lnTo>
                    <a:pt x="128" y="17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</p:grpSp>
      <p:grpSp>
        <p:nvGrpSpPr>
          <p:cNvPr id="30" name="Group 29"/>
          <p:cNvGrpSpPr/>
          <p:nvPr/>
        </p:nvGrpSpPr>
        <p:grpSpPr>
          <a:xfrm>
            <a:off x="1721831" y="4537715"/>
            <a:ext cx="465099" cy="290687"/>
            <a:chOff x="3149600" y="3663950"/>
            <a:chExt cx="406400" cy="254000"/>
          </a:xfrm>
          <a:solidFill>
            <a:schemeClr val="tx2"/>
          </a:solidFill>
        </p:grpSpPr>
        <p:sp>
          <p:nvSpPr>
            <p:cNvPr id="93" name="Freeform 32"/>
            <p:cNvSpPr>
              <a:spLocks noEditPoints="1"/>
            </p:cNvSpPr>
            <p:nvPr/>
          </p:nvSpPr>
          <p:spPr bwMode="auto">
            <a:xfrm>
              <a:off x="3149600" y="3663950"/>
              <a:ext cx="406400" cy="254000"/>
            </a:xfrm>
            <a:custGeom>
              <a:avLst/>
              <a:gdLst/>
              <a:ahLst/>
              <a:cxnLst>
                <a:cxn ang="0">
                  <a:pos x="256" y="78"/>
                </a:cxn>
                <a:cxn ang="0">
                  <a:pos x="256" y="78"/>
                </a:cxn>
                <a:cxn ang="0">
                  <a:pos x="254" y="76"/>
                </a:cxn>
                <a:cxn ang="0">
                  <a:pos x="254" y="76"/>
                </a:cxn>
                <a:cxn ang="0">
                  <a:pos x="232" y="46"/>
                </a:cxn>
                <a:cxn ang="0">
                  <a:pos x="202" y="22"/>
                </a:cxn>
                <a:cxn ang="0">
                  <a:pos x="166" y="6"/>
                </a:cxn>
                <a:cxn ang="0">
                  <a:pos x="128" y="0"/>
                </a:cxn>
                <a:cxn ang="0">
                  <a:pos x="108" y="2"/>
                </a:cxn>
                <a:cxn ang="0">
                  <a:pos x="70" y="12"/>
                </a:cxn>
                <a:cxn ang="0">
                  <a:pos x="38" y="32"/>
                </a:cxn>
                <a:cxn ang="0">
                  <a:pos x="10" y="60"/>
                </a:cxn>
                <a:cxn ang="0">
                  <a:pos x="0" y="76"/>
                </a:cxn>
                <a:cxn ang="0">
                  <a:pos x="0" y="76"/>
                </a:cxn>
                <a:cxn ang="0">
                  <a:pos x="0" y="78"/>
                </a:cxn>
                <a:cxn ang="0">
                  <a:pos x="0" y="78"/>
                </a:cxn>
                <a:cxn ang="0">
                  <a:pos x="0" y="80"/>
                </a:cxn>
                <a:cxn ang="0">
                  <a:pos x="0" y="82"/>
                </a:cxn>
                <a:cxn ang="0">
                  <a:pos x="0" y="82"/>
                </a:cxn>
                <a:cxn ang="0">
                  <a:pos x="0" y="84"/>
                </a:cxn>
                <a:cxn ang="0">
                  <a:pos x="0" y="84"/>
                </a:cxn>
                <a:cxn ang="0">
                  <a:pos x="22" y="114"/>
                </a:cxn>
                <a:cxn ang="0">
                  <a:pos x="54" y="138"/>
                </a:cxn>
                <a:cxn ang="0">
                  <a:pos x="88" y="154"/>
                </a:cxn>
                <a:cxn ang="0">
                  <a:pos x="128" y="160"/>
                </a:cxn>
                <a:cxn ang="0">
                  <a:pos x="148" y="158"/>
                </a:cxn>
                <a:cxn ang="0">
                  <a:pos x="186" y="148"/>
                </a:cxn>
                <a:cxn ang="0">
                  <a:pos x="218" y="128"/>
                </a:cxn>
                <a:cxn ang="0">
                  <a:pos x="244" y="100"/>
                </a:cxn>
                <a:cxn ang="0">
                  <a:pos x="254" y="84"/>
                </a:cxn>
                <a:cxn ang="0">
                  <a:pos x="254" y="84"/>
                </a:cxn>
                <a:cxn ang="0">
                  <a:pos x="256" y="82"/>
                </a:cxn>
                <a:cxn ang="0">
                  <a:pos x="256" y="82"/>
                </a:cxn>
                <a:cxn ang="0">
                  <a:pos x="256" y="80"/>
                </a:cxn>
                <a:cxn ang="0">
                  <a:pos x="128" y="144"/>
                </a:cxn>
                <a:cxn ang="0">
                  <a:pos x="112" y="142"/>
                </a:cxn>
                <a:cxn ang="0">
                  <a:pos x="78" y="134"/>
                </a:cxn>
                <a:cxn ang="0">
                  <a:pos x="50" y="118"/>
                </a:cxn>
                <a:cxn ang="0">
                  <a:pos x="26" y="94"/>
                </a:cxn>
                <a:cxn ang="0">
                  <a:pos x="18" y="80"/>
                </a:cxn>
                <a:cxn ang="0">
                  <a:pos x="38" y="54"/>
                </a:cxn>
                <a:cxn ang="0">
                  <a:pos x="64" y="34"/>
                </a:cxn>
                <a:cxn ang="0">
                  <a:pos x="94" y="20"/>
                </a:cxn>
                <a:cxn ang="0">
                  <a:pos x="128" y="16"/>
                </a:cxn>
                <a:cxn ang="0">
                  <a:pos x="144" y="18"/>
                </a:cxn>
                <a:cxn ang="0">
                  <a:pos x="176" y="26"/>
                </a:cxn>
                <a:cxn ang="0">
                  <a:pos x="206" y="42"/>
                </a:cxn>
                <a:cxn ang="0">
                  <a:pos x="230" y="66"/>
                </a:cxn>
                <a:cxn ang="0">
                  <a:pos x="238" y="80"/>
                </a:cxn>
                <a:cxn ang="0">
                  <a:pos x="218" y="106"/>
                </a:cxn>
                <a:cxn ang="0">
                  <a:pos x="192" y="126"/>
                </a:cxn>
                <a:cxn ang="0">
                  <a:pos x="160" y="140"/>
                </a:cxn>
                <a:cxn ang="0">
                  <a:pos x="128" y="144"/>
                </a:cxn>
              </a:cxnLst>
              <a:rect l="0" t="0" r="r" b="b"/>
              <a:pathLst>
                <a:path w="256" h="160">
                  <a:moveTo>
                    <a:pt x="256" y="78"/>
                  </a:moveTo>
                  <a:lnTo>
                    <a:pt x="256" y="78"/>
                  </a:lnTo>
                  <a:lnTo>
                    <a:pt x="256" y="78"/>
                  </a:lnTo>
                  <a:lnTo>
                    <a:pt x="256" y="78"/>
                  </a:lnTo>
                  <a:lnTo>
                    <a:pt x="254" y="76"/>
                  </a:lnTo>
                  <a:lnTo>
                    <a:pt x="254" y="76"/>
                  </a:lnTo>
                  <a:lnTo>
                    <a:pt x="254" y="76"/>
                  </a:lnTo>
                  <a:lnTo>
                    <a:pt x="254" y="76"/>
                  </a:lnTo>
                  <a:lnTo>
                    <a:pt x="244" y="60"/>
                  </a:lnTo>
                  <a:lnTo>
                    <a:pt x="232" y="46"/>
                  </a:lnTo>
                  <a:lnTo>
                    <a:pt x="218" y="32"/>
                  </a:lnTo>
                  <a:lnTo>
                    <a:pt x="202" y="22"/>
                  </a:lnTo>
                  <a:lnTo>
                    <a:pt x="186" y="12"/>
                  </a:lnTo>
                  <a:lnTo>
                    <a:pt x="166" y="6"/>
                  </a:lnTo>
                  <a:lnTo>
                    <a:pt x="148" y="2"/>
                  </a:lnTo>
                  <a:lnTo>
                    <a:pt x="128" y="0"/>
                  </a:lnTo>
                  <a:lnTo>
                    <a:pt x="128" y="0"/>
                  </a:lnTo>
                  <a:lnTo>
                    <a:pt x="108" y="2"/>
                  </a:lnTo>
                  <a:lnTo>
                    <a:pt x="88" y="6"/>
                  </a:lnTo>
                  <a:lnTo>
                    <a:pt x="70" y="12"/>
                  </a:lnTo>
                  <a:lnTo>
                    <a:pt x="54" y="22"/>
                  </a:lnTo>
                  <a:lnTo>
                    <a:pt x="38" y="32"/>
                  </a:lnTo>
                  <a:lnTo>
                    <a:pt x="22" y="46"/>
                  </a:lnTo>
                  <a:lnTo>
                    <a:pt x="10" y="60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0" y="82"/>
                  </a:lnTo>
                  <a:lnTo>
                    <a:pt x="0" y="82"/>
                  </a:lnTo>
                  <a:lnTo>
                    <a:pt x="0" y="82"/>
                  </a:lnTo>
                  <a:lnTo>
                    <a:pt x="0" y="82"/>
                  </a:lnTo>
                  <a:lnTo>
                    <a:pt x="0" y="84"/>
                  </a:lnTo>
                  <a:lnTo>
                    <a:pt x="0" y="84"/>
                  </a:lnTo>
                  <a:lnTo>
                    <a:pt x="0" y="84"/>
                  </a:lnTo>
                  <a:lnTo>
                    <a:pt x="0" y="84"/>
                  </a:lnTo>
                  <a:lnTo>
                    <a:pt x="10" y="100"/>
                  </a:lnTo>
                  <a:lnTo>
                    <a:pt x="22" y="114"/>
                  </a:lnTo>
                  <a:lnTo>
                    <a:pt x="38" y="128"/>
                  </a:lnTo>
                  <a:lnTo>
                    <a:pt x="54" y="138"/>
                  </a:lnTo>
                  <a:lnTo>
                    <a:pt x="70" y="148"/>
                  </a:lnTo>
                  <a:lnTo>
                    <a:pt x="88" y="154"/>
                  </a:lnTo>
                  <a:lnTo>
                    <a:pt x="108" y="158"/>
                  </a:lnTo>
                  <a:lnTo>
                    <a:pt x="128" y="160"/>
                  </a:lnTo>
                  <a:lnTo>
                    <a:pt x="128" y="160"/>
                  </a:lnTo>
                  <a:lnTo>
                    <a:pt x="148" y="158"/>
                  </a:lnTo>
                  <a:lnTo>
                    <a:pt x="166" y="154"/>
                  </a:lnTo>
                  <a:lnTo>
                    <a:pt x="186" y="148"/>
                  </a:lnTo>
                  <a:lnTo>
                    <a:pt x="202" y="138"/>
                  </a:lnTo>
                  <a:lnTo>
                    <a:pt x="218" y="128"/>
                  </a:lnTo>
                  <a:lnTo>
                    <a:pt x="232" y="114"/>
                  </a:lnTo>
                  <a:lnTo>
                    <a:pt x="244" y="100"/>
                  </a:lnTo>
                  <a:lnTo>
                    <a:pt x="254" y="84"/>
                  </a:lnTo>
                  <a:lnTo>
                    <a:pt x="254" y="84"/>
                  </a:lnTo>
                  <a:lnTo>
                    <a:pt x="254" y="84"/>
                  </a:lnTo>
                  <a:lnTo>
                    <a:pt x="254" y="84"/>
                  </a:lnTo>
                  <a:lnTo>
                    <a:pt x="256" y="82"/>
                  </a:lnTo>
                  <a:lnTo>
                    <a:pt x="256" y="82"/>
                  </a:lnTo>
                  <a:lnTo>
                    <a:pt x="256" y="82"/>
                  </a:lnTo>
                  <a:lnTo>
                    <a:pt x="256" y="82"/>
                  </a:lnTo>
                  <a:lnTo>
                    <a:pt x="256" y="80"/>
                  </a:lnTo>
                  <a:lnTo>
                    <a:pt x="256" y="80"/>
                  </a:lnTo>
                  <a:lnTo>
                    <a:pt x="256" y="78"/>
                  </a:lnTo>
                  <a:close/>
                  <a:moveTo>
                    <a:pt x="128" y="144"/>
                  </a:moveTo>
                  <a:lnTo>
                    <a:pt x="128" y="144"/>
                  </a:lnTo>
                  <a:lnTo>
                    <a:pt x="112" y="142"/>
                  </a:lnTo>
                  <a:lnTo>
                    <a:pt x="94" y="140"/>
                  </a:lnTo>
                  <a:lnTo>
                    <a:pt x="78" y="134"/>
                  </a:lnTo>
                  <a:lnTo>
                    <a:pt x="64" y="126"/>
                  </a:lnTo>
                  <a:lnTo>
                    <a:pt x="50" y="118"/>
                  </a:lnTo>
                  <a:lnTo>
                    <a:pt x="38" y="106"/>
                  </a:lnTo>
                  <a:lnTo>
                    <a:pt x="26" y="94"/>
                  </a:lnTo>
                  <a:lnTo>
                    <a:pt x="18" y="80"/>
                  </a:lnTo>
                  <a:lnTo>
                    <a:pt x="18" y="80"/>
                  </a:lnTo>
                  <a:lnTo>
                    <a:pt x="26" y="66"/>
                  </a:lnTo>
                  <a:lnTo>
                    <a:pt x="38" y="54"/>
                  </a:lnTo>
                  <a:lnTo>
                    <a:pt x="50" y="42"/>
                  </a:lnTo>
                  <a:lnTo>
                    <a:pt x="64" y="34"/>
                  </a:lnTo>
                  <a:lnTo>
                    <a:pt x="78" y="26"/>
                  </a:lnTo>
                  <a:lnTo>
                    <a:pt x="94" y="20"/>
                  </a:lnTo>
                  <a:lnTo>
                    <a:pt x="112" y="18"/>
                  </a:lnTo>
                  <a:lnTo>
                    <a:pt x="128" y="16"/>
                  </a:lnTo>
                  <a:lnTo>
                    <a:pt x="128" y="16"/>
                  </a:lnTo>
                  <a:lnTo>
                    <a:pt x="144" y="18"/>
                  </a:lnTo>
                  <a:lnTo>
                    <a:pt x="160" y="20"/>
                  </a:lnTo>
                  <a:lnTo>
                    <a:pt x="176" y="26"/>
                  </a:lnTo>
                  <a:lnTo>
                    <a:pt x="192" y="34"/>
                  </a:lnTo>
                  <a:lnTo>
                    <a:pt x="206" y="42"/>
                  </a:lnTo>
                  <a:lnTo>
                    <a:pt x="218" y="54"/>
                  </a:lnTo>
                  <a:lnTo>
                    <a:pt x="230" y="66"/>
                  </a:lnTo>
                  <a:lnTo>
                    <a:pt x="238" y="80"/>
                  </a:lnTo>
                  <a:lnTo>
                    <a:pt x="238" y="80"/>
                  </a:lnTo>
                  <a:lnTo>
                    <a:pt x="230" y="94"/>
                  </a:lnTo>
                  <a:lnTo>
                    <a:pt x="218" y="106"/>
                  </a:lnTo>
                  <a:lnTo>
                    <a:pt x="206" y="118"/>
                  </a:lnTo>
                  <a:lnTo>
                    <a:pt x="192" y="126"/>
                  </a:lnTo>
                  <a:lnTo>
                    <a:pt x="176" y="134"/>
                  </a:lnTo>
                  <a:lnTo>
                    <a:pt x="160" y="140"/>
                  </a:lnTo>
                  <a:lnTo>
                    <a:pt x="144" y="142"/>
                  </a:lnTo>
                  <a:lnTo>
                    <a:pt x="128" y="14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94" name="Freeform 35"/>
            <p:cNvSpPr>
              <a:spLocks/>
            </p:cNvSpPr>
            <p:nvPr/>
          </p:nvSpPr>
          <p:spPr bwMode="auto">
            <a:xfrm>
              <a:off x="3302000" y="3740150"/>
              <a:ext cx="57150" cy="57150"/>
            </a:xfrm>
            <a:custGeom>
              <a:avLst/>
              <a:gdLst/>
              <a:ahLst/>
              <a:cxnLst>
                <a:cxn ang="0">
                  <a:pos x="32" y="0"/>
                </a:cxn>
                <a:cxn ang="0">
                  <a:pos x="32" y="0"/>
                </a:cxn>
                <a:cxn ang="0">
                  <a:pos x="32" y="0"/>
                </a:cxn>
                <a:cxn ang="0">
                  <a:pos x="32" y="0"/>
                </a:cxn>
                <a:cxn ang="0">
                  <a:pos x="26" y="0"/>
                </a:cxn>
                <a:cxn ang="0">
                  <a:pos x="20" y="2"/>
                </a:cxn>
                <a:cxn ang="0">
                  <a:pos x="10" y="10"/>
                </a:cxn>
                <a:cxn ang="0">
                  <a:pos x="2" y="20"/>
                </a:cxn>
                <a:cxn ang="0">
                  <a:pos x="0" y="26"/>
                </a:cxn>
                <a:cxn ang="0">
                  <a:pos x="0" y="32"/>
                </a:cxn>
                <a:cxn ang="0">
                  <a:pos x="0" y="32"/>
                </a:cxn>
                <a:cxn ang="0">
                  <a:pos x="2" y="34"/>
                </a:cxn>
                <a:cxn ang="0">
                  <a:pos x="4" y="36"/>
                </a:cxn>
                <a:cxn ang="0">
                  <a:pos x="4" y="36"/>
                </a:cxn>
                <a:cxn ang="0">
                  <a:pos x="6" y="34"/>
                </a:cxn>
                <a:cxn ang="0">
                  <a:pos x="8" y="32"/>
                </a:cxn>
                <a:cxn ang="0">
                  <a:pos x="8" y="32"/>
                </a:cxn>
                <a:cxn ang="0">
                  <a:pos x="10" y="22"/>
                </a:cxn>
                <a:cxn ang="0">
                  <a:pos x="14" y="14"/>
                </a:cxn>
                <a:cxn ang="0">
                  <a:pos x="22" y="10"/>
                </a:cxn>
                <a:cxn ang="0">
                  <a:pos x="32" y="8"/>
                </a:cxn>
                <a:cxn ang="0">
                  <a:pos x="32" y="8"/>
                </a:cxn>
                <a:cxn ang="0">
                  <a:pos x="32" y="8"/>
                </a:cxn>
                <a:cxn ang="0">
                  <a:pos x="34" y="6"/>
                </a:cxn>
                <a:cxn ang="0">
                  <a:pos x="36" y="4"/>
                </a:cxn>
                <a:cxn ang="0">
                  <a:pos x="36" y="4"/>
                </a:cxn>
                <a:cxn ang="0">
                  <a:pos x="34" y="2"/>
                </a:cxn>
                <a:cxn ang="0">
                  <a:pos x="32" y="0"/>
                </a:cxn>
              </a:cxnLst>
              <a:rect l="0" t="0" r="r" b="b"/>
              <a:pathLst>
                <a:path w="36" h="36">
                  <a:moveTo>
                    <a:pt x="32" y="0"/>
                  </a:moveTo>
                  <a:lnTo>
                    <a:pt x="32" y="0"/>
                  </a:lnTo>
                  <a:lnTo>
                    <a:pt x="32" y="0"/>
                  </a:lnTo>
                  <a:lnTo>
                    <a:pt x="32" y="0"/>
                  </a:lnTo>
                  <a:lnTo>
                    <a:pt x="26" y="0"/>
                  </a:lnTo>
                  <a:lnTo>
                    <a:pt x="20" y="2"/>
                  </a:lnTo>
                  <a:lnTo>
                    <a:pt x="10" y="10"/>
                  </a:lnTo>
                  <a:lnTo>
                    <a:pt x="2" y="20"/>
                  </a:lnTo>
                  <a:lnTo>
                    <a:pt x="0" y="26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2" y="34"/>
                  </a:lnTo>
                  <a:lnTo>
                    <a:pt x="4" y="36"/>
                  </a:lnTo>
                  <a:lnTo>
                    <a:pt x="4" y="36"/>
                  </a:lnTo>
                  <a:lnTo>
                    <a:pt x="6" y="34"/>
                  </a:lnTo>
                  <a:lnTo>
                    <a:pt x="8" y="32"/>
                  </a:lnTo>
                  <a:lnTo>
                    <a:pt x="8" y="32"/>
                  </a:lnTo>
                  <a:lnTo>
                    <a:pt x="10" y="22"/>
                  </a:lnTo>
                  <a:lnTo>
                    <a:pt x="14" y="14"/>
                  </a:lnTo>
                  <a:lnTo>
                    <a:pt x="22" y="10"/>
                  </a:lnTo>
                  <a:lnTo>
                    <a:pt x="32" y="8"/>
                  </a:lnTo>
                  <a:lnTo>
                    <a:pt x="32" y="8"/>
                  </a:lnTo>
                  <a:lnTo>
                    <a:pt x="32" y="8"/>
                  </a:lnTo>
                  <a:lnTo>
                    <a:pt x="34" y="6"/>
                  </a:lnTo>
                  <a:lnTo>
                    <a:pt x="36" y="4"/>
                  </a:lnTo>
                  <a:lnTo>
                    <a:pt x="36" y="4"/>
                  </a:lnTo>
                  <a:lnTo>
                    <a:pt x="34" y="2"/>
                  </a:lnTo>
                  <a:lnTo>
                    <a:pt x="32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95" name="Freeform 37"/>
            <p:cNvSpPr>
              <a:spLocks noEditPoints="1"/>
            </p:cNvSpPr>
            <p:nvPr/>
          </p:nvSpPr>
          <p:spPr bwMode="auto">
            <a:xfrm>
              <a:off x="3263900" y="3702050"/>
              <a:ext cx="177800" cy="177800"/>
            </a:xfrm>
            <a:custGeom>
              <a:avLst/>
              <a:gdLst/>
              <a:ahLst/>
              <a:cxnLst>
                <a:cxn ang="0">
                  <a:pos x="56" y="0"/>
                </a:cxn>
                <a:cxn ang="0">
                  <a:pos x="34" y="4"/>
                </a:cxn>
                <a:cxn ang="0">
                  <a:pos x="16" y="16"/>
                </a:cxn>
                <a:cxn ang="0">
                  <a:pos x="4" y="34"/>
                </a:cxn>
                <a:cxn ang="0">
                  <a:pos x="0" y="56"/>
                </a:cxn>
                <a:cxn ang="0">
                  <a:pos x="0" y="68"/>
                </a:cxn>
                <a:cxn ang="0">
                  <a:pos x="10" y="88"/>
                </a:cxn>
                <a:cxn ang="0">
                  <a:pos x="24" y="102"/>
                </a:cxn>
                <a:cxn ang="0">
                  <a:pos x="44" y="110"/>
                </a:cxn>
                <a:cxn ang="0">
                  <a:pos x="56" y="112"/>
                </a:cxn>
                <a:cxn ang="0">
                  <a:pos x="78" y="108"/>
                </a:cxn>
                <a:cxn ang="0">
                  <a:pos x="96" y="96"/>
                </a:cxn>
                <a:cxn ang="0">
                  <a:pos x="108" y="78"/>
                </a:cxn>
                <a:cxn ang="0">
                  <a:pos x="112" y="56"/>
                </a:cxn>
                <a:cxn ang="0">
                  <a:pos x="110" y="44"/>
                </a:cxn>
                <a:cxn ang="0">
                  <a:pos x="102" y="24"/>
                </a:cxn>
                <a:cxn ang="0">
                  <a:pos x="86" y="10"/>
                </a:cxn>
                <a:cxn ang="0">
                  <a:pos x="66" y="2"/>
                </a:cxn>
                <a:cxn ang="0">
                  <a:pos x="56" y="104"/>
                </a:cxn>
                <a:cxn ang="0">
                  <a:pos x="46" y="102"/>
                </a:cxn>
                <a:cxn ang="0">
                  <a:pos x="28" y="96"/>
                </a:cxn>
                <a:cxn ang="0">
                  <a:pos x="16" y="82"/>
                </a:cxn>
                <a:cxn ang="0">
                  <a:pos x="8" y="66"/>
                </a:cxn>
                <a:cxn ang="0">
                  <a:pos x="8" y="56"/>
                </a:cxn>
                <a:cxn ang="0">
                  <a:pos x="12" y="38"/>
                </a:cxn>
                <a:cxn ang="0">
                  <a:pos x="22" y="22"/>
                </a:cxn>
                <a:cxn ang="0">
                  <a:pos x="36" y="12"/>
                </a:cxn>
                <a:cxn ang="0">
                  <a:pos x="56" y="8"/>
                </a:cxn>
                <a:cxn ang="0">
                  <a:pos x="66" y="8"/>
                </a:cxn>
                <a:cxn ang="0">
                  <a:pos x="82" y="16"/>
                </a:cxn>
                <a:cxn ang="0">
                  <a:pos x="96" y="30"/>
                </a:cxn>
                <a:cxn ang="0">
                  <a:pos x="102" y="46"/>
                </a:cxn>
                <a:cxn ang="0">
                  <a:pos x="104" y="56"/>
                </a:cxn>
                <a:cxn ang="0">
                  <a:pos x="100" y="74"/>
                </a:cxn>
                <a:cxn ang="0">
                  <a:pos x="90" y="90"/>
                </a:cxn>
                <a:cxn ang="0">
                  <a:pos x="74" y="100"/>
                </a:cxn>
                <a:cxn ang="0">
                  <a:pos x="56" y="104"/>
                </a:cxn>
              </a:cxnLst>
              <a:rect l="0" t="0" r="r" b="b"/>
              <a:pathLst>
                <a:path w="112" h="112">
                  <a:moveTo>
                    <a:pt x="56" y="0"/>
                  </a:moveTo>
                  <a:lnTo>
                    <a:pt x="56" y="0"/>
                  </a:lnTo>
                  <a:lnTo>
                    <a:pt x="44" y="2"/>
                  </a:lnTo>
                  <a:lnTo>
                    <a:pt x="34" y="4"/>
                  </a:lnTo>
                  <a:lnTo>
                    <a:pt x="24" y="10"/>
                  </a:lnTo>
                  <a:lnTo>
                    <a:pt x="16" y="16"/>
                  </a:lnTo>
                  <a:lnTo>
                    <a:pt x="10" y="24"/>
                  </a:lnTo>
                  <a:lnTo>
                    <a:pt x="4" y="34"/>
                  </a:lnTo>
                  <a:lnTo>
                    <a:pt x="0" y="44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0" y="68"/>
                  </a:lnTo>
                  <a:lnTo>
                    <a:pt x="4" y="78"/>
                  </a:lnTo>
                  <a:lnTo>
                    <a:pt x="10" y="88"/>
                  </a:lnTo>
                  <a:lnTo>
                    <a:pt x="16" y="96"/>
                  </a:lnTo>
                  <a:lnTo>
                    <a:pt x="24" y="102"/>
                  </a:lnTo>
                  <a:lnTo>
                    <a:pt x="34" y="108"/>
                  </a:lnTo>
                  <a:lnTo>
                    <a:pt x="44" y="110"/>
                  </a:lnTo>
                  <a:lnTo>
                    <a:pt x="56" y="112"/>
                  </a:lnTo>
                  <a:lnTo>
                    <a:pt x="56" y="112"/>
                  </a:lnTo>
                  <a:lnTo>
                    <a:pt x="66" y="110"/>
                  </a:lnTo>
                  <a:lnTo>
                    <a:pt x="78" y="108"/>
                  </a:lnTo>
                  <a:lnTo>
                    <a:pt x="86" y="102"/>
                  </a:lnTo>
                  <a:lnTo>
                    <a:pt x="96" y="96"/>
                  </a:lnTo>
                  <a:lnTo>
                    <a:pt x="102" y="88"/>
                  </a:lnTo>
                  <a:lnTo>
                    <a:pt x="108" y="78"/>
                  </a:lnTo>
                  <a:lnTo>
                    <a:pt x="110" y="68"/>
                  </a:lnTo>
                  <a:lnTo>
                    <a:pt x="112" y="56"/>
                  </a:lnTo>
                  <a:lnTo>
                    <a:pt x="112" y="56"/>
                  </a:lnTo>
                  <a:lnTo>
                    <a:pt x="110" y="44"/>
                  </a:lnTo>
                  <a:lnTo>
                    <a:pt x="108" y="34"/>
                  </a:lnTo>
                  <a:lnTo>
                    <a:pt x="102" y="24"/>
                  </a:lnTo>
                  <a:lnTo>
                    <a:pt x="96" y="16"/>
                  </a:lnTo>
                  <a:lnTo>
                    <a:pt x="86" y="10"/>
                  </a:lnTo>
                  <a:lnTo>
                    <a:pt x="78" y="4"/>
                  </a:lnTo>
                  <a:lnTo>
                    <a:pt x="66" y="2"/>
                  </a:lnTo>
                  <a:lnTo>
                    <a:pt x="56" y="0"/>
                  </a:lnTo>
                  <a:close/>
                  <a:moveTo>
                    <a:pt x="56" y="104"/>
                  </a:moveTo>
                  <a:lnTo>
                    <a:pt x="56" y="104"/>
                  </a:lnTo>
                  <a:lnTo>
                    <a:pt x="46" y="102"/>
                  </a:lnTo>
                  <a:lnTo>
                    <a:pt x="36" y="100"/>
                  </a:lnTo>
                  <a:lnTo>
                    <a:pt x="28" y="96"/>
                  </a:lnTo>
                  <a:lnTo>
                    <a:pt x="22" y="90"/>
                  </a:lnTo>
                  <a:lnTo>
                    <a:pt x="16" y="82"/>
                  </a:lnTo>
                  <a:lnTo>
                    <a:pt x="12" y="74"/>
                  </a:lnTo>
                  <a:lnTo>
                    <a:pt x="8" y="66"/>
                  </a:lnTo>
                  <a:lnTo>
                    <a:pt x="8" y="56"/>
                  </a:lnTo>
                  <a:lnTo>
                    <a:pt x="8" y="56"/>
                  </a:lnTo>
                  <a:lnTo>
                    <a:pt x="8" y="46"/>
                  </a:lnTo>
                  <a:lnTo>
                    <a:pt x="12" y="38"/>
                  </a:lnTo>
                  <a:lnTo>
                    <a:pt x="16" y="30"/>
                  </a:lnTo>
                  <a:lnTo>
                    <a:pt x="22" y="22"/>
                  </a:lnTo>
                  <a:lnTo>
                    <a:pt x="28" y="16"/>
                  </a:lnTo>
                  <a:lnTo>
                    <a:pt x="36" y="12"/>
                  </a:lnTo>
                  <a:lnTo>
                    <a:pt x="46" y="8"/>
                  </a:lnTo>
                  <a:lnTo>
                    <a:pt x="56" y="8"/>
                  </a:lnTo>
                  <a:lnTo>
                    <a:pt x="56" y="8"/>
                  </a:lnTo>
                  <a:lnTo>
                    <a:pt x="66" y="8"/>
                  </a:lnTo>
                  <a:lnTo>
                    <a:pt x="74" y="12"/>
                  </a:lnTo>
                  <a:lnTo>
                    <a:pt x="82" y="16"/>
                  </a:lnTo>
                  <a:lnTo>
                    <a:pt x="90" y="22"/>
                  </a:lnTo>
                  <a:lnTo>
                    <a:pt x="96" y="30"/>
                  </a:lnTo>
                  <a:lnTo>
                    <a:pt x="100" y="38"/>
                  </a:lnTo>
                  <a:lnTo>
                    <a:pt x="102" y="46"/>
                  </a:lnTo>
                  <a:lnTo>
                    <a:pt x="104" y="56"/>
                  </a:lnTo>
                  <a:lnTo>
                    <a:pt x="104" y="56"/>
                  </a:lnTo>
                  <a:lnTo>
                    <a:pt x="102" y="66"/>
                  </a:lnTo>
                  <a:lnTo>
                    <a:pt x="100" y="74"/>
                  </a:lnTo>
                  <a:lnTo>
                    <a:pt x="96" y="82"/>
                  </a:lnTo>
                  <a:lnTo>
                    <a:pt x="90" y="90"/>
                  </a:lnTo>
                  <a:lnTo>
                    <a:pt x="82" y="96"/>
                  </a:lnTo>
                  <a:lnTo>
                    <a:pt x="74" y="100"/>
                  </a:lnTo>
                  <a:lnTo>
                    <a:pt x="66" y="102"/>
                  </a:lnTo>
                  <a:lnTo>
                    <a:pt x="56" y="10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</p:grpSp>
      <p:grpSp>
        <p:nvGrpSpPr>
          <p:cNvPr id="31" name="Group 30"/>
          <p:cNvGrpSpPr/>
          <p:nvPr/>
        </p:nvGrpSpPr>
        <p:grpSpPr>
          <a:xfrm>
            <a:off x="849771" y="4450508"/>
            <a:ext cx="348824" cy="465099"/>
            <a:chOff x="2387600" y="3587750"/>
            <a:chExt cx="304800" cy="406400"/>
          </a:xfrm>
          <a:solidFill>
            <a:schemeClr val="tx2"/>
          </a:solidFill>
        </p:grpSpPr>
        <p:sp>
          <p:nvSpPr>
            <p:cNvPr id="91" name="Freeform 40"/>
            <p:cNvSpPr>
              <a:spLocks noEditPoints="1"/>
            </p:cNvSpPr>
            <p:nvPr/>
          </p:nvSpPr>
          <p:spPr bwMode="auto">
            <a:xfrm>
              <a:off x="2463800" y="3660775"/>
              <a:ext cx="152400" cy="152400"/>
            </a:xfrm>
            <a:custGeom>
              <a:avLst/>
              <a:gdLst/>
              <a:ahLst/>
              <a:cxnLst>
                <a:cxn ang="0">
                  <a:pos x="48" y="96"/>
                </a:cxn>
                <a:cxn ang="0">
                  <a:pos x="66" y="92"/>
                </a:cxn>
                <a:cxn ang="0">
                  <a:pos x="82" y="82"/>
                </a:cxn>
                <a:cxn ang="0">
                  <a:pos x="92" y="66"/>
                </a:cxn>
                <a:cxn ang="0">
                  <a:pos x="96" y="48"/>
                </a:cxn>
                <a:cxn ang="0">
                  <a:pos x="96" y="38"/>
                </a:cxn>
                <a:cxn ang="0">
                  <a:pos x="88" y="22"/>
                </a:cxn>
                <a:cxn ang="0">
                  <a:pos x="74" y="8"/>
                </a:cxn>
                <a:cxn ang="0">
                  <a:pos x="58" y="0"/>
                </a:cxn>
                <a:cxn ang="0">
                  <a:pos x="48" y="0"/>
                </a:cxn>
                <a:cxn ang="0">
                  <a:pos x="30" y="4"/>
                </a:cxn>
                <a:cxn ang="0">
                  <a:pos x="14" y="14"/>
                </a:cxn>
                <a:cxn ang="0">
                  <a:pos x="4" y="30"/>
                </a:cxn>
                <a:cxn ang="0">
                  <a:pos x="0" y="48"/>
                </a:cxn>
                <a:cxn ang="0">
                  <a:pos x="0" y="58"/>
                </a:cxn>
                <a:cxn ang="0">
                  <a:pos x="8" y="74"/>
                </a:cxn>
                <a:cxn ang="0">
                  <a:pos x="22" y="88"/>
                </a:cxn>
                <a:cxn ang="0">
                  <a:pos x="38" y="94"/>
                </a:cxn>
                <a:cxn ang="0">
                  <a:pos x="48" y="8"/>
                </a:cxn>
                <a:cxn ang="0">
                  <a:pos x="56" y="8"/>
                </a:cxn>
                <a:cxn ang="0">
                  <a:pos x="70" y="14"/>
                </a:cxn>
                <a:cxn ang="0">
                  <a:pos x="82" y="26"/>
                </a:cxn>
                <a:cxn ang="0">
                  <a:pos x="88" y="40"/>
                </a:cxn>
                <a:cxn ang="0">
                  <a:pos x="88" y="48"/>
                </a:cxn>
                <a:cxn ang="0">
                  <a:pos x="84" y="64"/>
                </a:cxn>
                <a:cxn ang="0">
                  <a:pos x="76" y="76"/>
                </a:cxn>
                <a:cxn ang="0">
                  <a:pos x="64" y="84"/>
                </a:cxn>
                <a:cxn ang="0">
                  <a:pos x="48" y="88"/>
                </a:cxn>
                <a:cxn ang="0">
                  <a:pos x="40" y="88"/>
                </a:cxn>
                <a:cxn ang="0">
                  <a:pos x="26" y="82"/>
                </a:cxn>
                <a:cxn ang="0">
                  <a:pos x="14" y="70"/>
                </a:cxn>
                <a:cxn ang="0">
                  <a:pos x="8" y="56"/>
                </a:cxn>
                <a:cxn ang="0">
                  <a:pos x="8" y="48"/>
                </a:cxn>
                <a:cxn ang="0">
                  <a:pos x="12" y="32"/>
                </a:cxn>
                <a:cxn ang="0">
                  <a:pos x="20" y="20"/>
                </a:cxn>
                <a:cxn ang="0">
                  <a:pos x="32" y="12"/>
                </a:cxn>
                <a:cxn ang="0">
                  <a:pos x="48" y="8"/>
                </a:cxn>
              </a:cxnLst>
              <a:rect l="0" t="0" r="r" b="b"/>
              <a:pathLst>
                <a:path w="96" h="96">
                  <a:moveTo>
                    <a:pt x="48" y="96"/>
                  </a:moveTo>
                  <a:lnTo>
                    <a:pt x="48" y="96"/>
                  </a:lnTo>
                  <a:lnTo>
                    <a:pt x="58" y="94"/>
                  </a:lnTo>
                  <a:lnTo>
                    <a:pt x="66" y="92"/>
                  </a:lnTo>
                  <a:lnTo>
                    <a:pt x="74" y="88"/>
                  </a:lnTo>
                  <a:lnTo>
                    <a:pt x="82" y="82"/>
                  </a:lnTo>
                  <a:lnTo>
                    <a:pt x="88" y="74"/>
                  </a:lnTo>
                  <a:lnTo>
                    <a:pt x="92" y="66"/>
                  </a:lnTo>
                  <a:lnTo>
                    <a:pt x="96" y="58"/>
                  </a:lnTo>
                  <a:lnTo>
                    <a:pt x="96" y="48"/>
                  </a:lnTo>
                  <a:lnTo>
                    <a:pt x="96" y="48"/>
                  </a:lnTo>
                  <a:lnTo>
                    <a:pt x="96" y="38"/>
                  </a:lnTo>
                  <a:lnTo>
                    <a:pt x="92" y="30"/>
                  </a:lnTo>
                  <a:lnTo>
                    <a:pt x="88" y="22"/>
                  </a:lnTo>
                  <a:lnTo>
                    <a:pt x="82" y="14"/>
                  </a:lnTo>
                  <a:lnTo>
                    <a:pt x="74" y="8"/>
                  </a:lnTo>
                  <a:lnTo>
                    <a:pt x="66" y="4"/>
                  </a:lnTo>
                  <a:lnTo>
                    <a:pt x="58" y="0"/>
                  </a:lnTo>
                  <a:lnTo>
                    <a:pt x="48" y="0"/>
                  </a:lnTo>
                  <a:lnTo>
                    <a:pt x="48" y="0"/>
                  </a:lnTo>
                  <a:lnTo>
                    <a:pt x="38" y="0"/>
                  </a:lnTo>
                  <a:lnTo>
                    <a:pt x="30" y="4"/>
                  </a:lnTo>
                  <a:lnTo>
                    <a:pt x="22" y="8"/>
                  </a:lnTo>
                  <a:lnTo>
                    <a:pt x="14" y="14"/>
                  </a:lnTo>
                  <a:lnTo>
                    <a:pt x="8" y="22"/>
                  </a:lnTo>
                  <a:lnTo>
                    <a:pt x="4" y="30"/>
                  </a:lnTo>
                  <a:lnTo>
                    <a:pt x="0" y="38"/>
                  </a:lnTo>
                  <a:lnTo>
                    <a:pt x="0" y="48"/>
                  </a:lnTo>
                  <a:lnTo>
                    <a:pt x="0" y="48"/>
                  </a:lnTo>
                  <a:lnTo>
                    <a:pt x="0" y="58"/>
                  </a:lnTo>
                  <a:lnTo>
                    <a:pt x="4" y="66"/>
                  </a:lnTo>
                  <a:lnTo>
                    <a:pt x="8" y="74"/>
                  </a:lnTo>
                  <a:lnTo>
                    <a:pt x="14" y="82"/>
                  </a:lnTo>
                  <a:lnTo>
                    <a:pt x="22" y="88"/>
                  </a:lnTo>
                  <a:lnTo>
                    <a:pt x="30" y="92"/>
                  </a:lnTo>
                  <a:lnTo>
                    <a:pt x="38" y="94"/>
                  </a:lnTo>
                  <a:lnTo>
                    <a:pt x="48" y="96"/>
                  </a:lnTo>
                  <a:close/>
                  <a:moveTo>
                    <a:pt x="48" y="8"/>
                  </a:moveTo>
                  <a:lnTo>
                    <a:pt x="48" y="8"/>
                  </a:lnTo>
                  <a:lnTo>
                    <a:pt x="56" y="8"/>
                  </a:lnTo>
                  <a:lnTo>
                    <a:pt x="64" y="12"/>
                  </a:lnTo>
                  <a:lnTo>
                    <a:pt x="70" y="14"/>
                  </a:lnTo>
                  <a:lnTo>
                    <a:pt x="76" y="20"/>
                  </a:lnTo>
                  <a:lnTo>
                    <a:pt x="82" y="26"/>
                  </a:lnTo>
                  <a:lnTo>
                    <a:pt x="84" y="32"/>
                  </a:lnTo>
                  <a:lnTo>
                    <a:pt x="88" y="40"/>
                  </a:lnTo>
                  <a:lnTo>
                    <a:pt x="88" y="48"/>
                  </a:lnTo>
                  <a:lnTo>
                    <a:pt x="88" y="48"/>
                  </a:lnTo>
                  <a:lnTo>
                    <a:pt x="88" y="56"/>
                  </a:lnTo>
                  <a:lnTo>
                    <a:pt x="84" y="64"/>
                  </a:lnTo>
                  <a:lnTo>
                    <a:pt x="82" y="70"/>
                  </a:lnTo>
                  <a:lnTo>
                    <a:pt x="76" y="76"/>
                  </a:lnTo>
                  <a:lnTo>
                    <a:pt x="70" y="82"/>
                  </a:lnTo>
                  <a:lnTo>
                    <a:pt x="64" y="84"/>
                  </a:lnTo>
                  <a:lnTo>
                    <a:pt x="56" y="88"/>
                  </a:lnTo>
                  <a:lnTo>
                    <a:pt x="48" y="88"/>
                  </a:lnTo>
                  <a:lnTo>
                    <a:pt x="48" y="88"/>
                  </a:lnTo>
                  <a:lnTo>
                    <a:pt x="40" y="88"/>
                  </a:lnTo>
                  <a:lnTo>
                    <a:pt x="32" y="84"/>
                  </a:lnTo>
                  <a:lnTo>
                    <a:pt x="26" y="82"/>
                  </a:lnTo>
                  <a:lnTo>
                    <a:pt x="20" y="76"/>
                  </a:lnTo>
                  <a:lnTo>
                    <a:pt x="14" y="70"/>
                  </a:lnTo>
                  <a:lnTo>
                    <a:pt x="12" y="64"/>
                  </a:lnTo>
                  <a:lnTo>
                    <a:pt x="8" y="56"/>
                  </a:lnTo>
                  <a:lnTo>
                    <a:pt x="8" y="48"/>
                  </a:lnTo>
                  <a:lnTo>
                    <a:pt x="8" y="48"/>
                  </a:lnTo>
                  <a:lnTo>
                    <a:pt x="8" y="40"/>
                  </a:lnTo>
                  <a:lnTo>
                    <a:pt x="12" y="32"/>
                  </a:lnTo>
                  <a:lnTo>
                    <a:pt x="14" y="26"/>
                  </a:lnTo>
                  <a:lnTo>
                    <a:pt x="20" y="20"/>
                  </a:lnTo>
                  <a:lnTo>
                    <a:pt x="26" y="14"/>
                  </a:lnTo>
                  <a:lnTo>
                    <a:pt x="32" y="12"/>
                  </a:lnTo>
                  <a:lnTo>
                    <a:pt x="40" y="8"/>
                  </a:lnTo>
                  <a:lnTo>
                    <a:pt x="48" y="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92" name="Freeform 43"/>
            <p:cNvSpPr>
              <a:spLocks noEditPoints="1"/>
            </p:cNvSpPr>
            <p:nvPr/>
          </p:nvSpPr>
          <p:spPr bwMode="auto">
            <a:xfrm>
              <a:off x="2387600" y="3587750"/>
              <a:ext cx="304800" cy="406400"/>
            </a:xfrm>
            <a:custGeom>
              <a:avLst/>
              <a:gdLst/>
              <a:ahLst/>
              <a:cxnLst>
                <a:cxn ang="0">
                  <a:pos x="96" y="0"/>
                </a:cxn>
                <a:cxn ang="0">
                  <a:pos x="58" y="8"/>
                </a:cxn>
                <a:cxn ang="0">
                  <a:pos x="28" y="28"/>
                </a:cxn>
                <a:cxn ang="0">
                  <a:pos x="8" y="58"/>
                </a:cxn>
                <a:cxn ang="0">
                  <a:pos x="0" y="96"/>
                </a:cxn>
                <a:cxn ang="0">
                  <a:pos x="2" y="118"/>
                </a:cxn>
                <a:cxn ang="0">
                  <a:pos x="18" y="158"/>
                </a:cxn>
                <a:cxn ang="0">
                  <a:pos x="42" y="198"/>
                </a:cxn>
                <a:cxn ang="0">
                  <a:pos x="82" y="250"/>
                </a:cxn>
                <a:cxn ang="0">
                  <a:pos x="86" y="252"/>
                </a:cxn>
                <a:cxn ang="0">
                  <a:pos x="96" y="256"/>
                </a:cxn>
                <a:cxn ang="0">
                  <a:pos x="96" y="256"/>
                </a:cxn>
                <a:cxn ang="0">
                  <a:pos x="106" y="252"/>
                </a:cxn>
                <a:cxn ang="0">
                  <a:pos x="108" y="250"/>
                </a:cxn>
                <a:cxn ang="0">
                  <a:pos x="150" y="198"/>
                </a:cxn>
                <a:cxn ang="0">
                  <a:pos x="174" y="158"/>
                </a:cxn>
                <a:cxn ang="0">
                  <a:pos x="190" y="118"/>
                </a:cxn>
                <a:cxn ang="0">
                  <a:pos x="192" y="96"/>
                </a:cxn>
                <a:cxn ang="0">
                  <a:pos x="184" y="58"/>
                </a:cxn>
                <a:cxn ang="0">
                  <a:pos x="164" y="28"/>
                </a:cxn>
                <a:cxn ang="0">
                  <a:pos x="134" y="8"/>
                </a:cxn>
                <a:cxn ang="0">
                  <a:pos x="96" y="0"/>
                </a:cxn>
                <a:cxn ang="0">
                  <a:pos x="96" y="240"/>
                </a:cxn>
                <a:cxn ang="0">
                  <a:pos x="96" y="240"/>
                </a:cxn>
                <a:cxn ang="0">
                  <a:pos x="94" y="238"/>
                </a:cxn>
                <a:cxn ang="0">
                  <a:pos x="56" y="192"/>
                </a:cxn>
                <a:cxn ang="0">
                  <a:pos x="34" y="156"/>
                </a:cxn>
                <a:cxn ang="0">
                  <a:pos x="18" y="116"/>
                </a:cxn>
                <a:cxn ang="0">
                  <a:pos x="16" y="96"/>
                </a:cxn>
                <a:cxn ang="0">
                  <a:pos x="22" y="64"/>
                </a:cxn>
                <a:cxn ang="0">
                  <a:pos x="40" y="40"/>
                </a:cxn>
                <a:cxn ang="0">
                  <a:pos x="64" y="22"/>
                </a:cxn>
                <a:cxn ang="0">
                  <a:pos x="96" y="16"/>
                </a:cxn>
                <a:cxn ang="0">
                  <a:pos x="112" y="18"/>
                </a:cxn>
                <a:cxn ang="0">
                  <a:pos x="140" y="30"/>
                </a:cxn>
                <a:cxn ang="0">
                  <a:pos x="162" y="52"/>
                </a:cxn>
                <a:cxn ang="0">
                  <a:pos x="174" y="80"/>
                </a:cxn>
                <a:cxn ang="0">
                  <a:pos x="176" y="96"/>
                </a:cxn>
                <a:cxn ang="0">
                  <a:pos x="168" y="136"/>
                </a:cxn>
                <a:cxn ang="0">
                  <a:pos x="148" y="174"/>
                </a:cxn>
                <a:cxn ang="0">
                  <a:pos x="122" y="210"/>
                </a:cxn>
              </a:cxnLst>
              <a:rect l="0" t="0" r="r" b="b"/>
              <a:pathLst>
                <a:path w="192" h="256">
                  <a:moveTo>
                    <a:pt x="96" y="0"/>
                  </a:moveTo>
                  <a:lnTo>
                    <a:pt x="96" y="0"/>
                  </a:lnTo>
                  <a:lnTo>
                    <a:pt x="76" y="2"/>
                  </a:lnTo>
                  <a:lnTo>
                    <a:pt x="58" y="8"/>
                  </a:lnTo>
                  <a:lnTo>
                    <a:pt x="42" y="16"/>
                  </a:lnTo>
                  <a:lnTo>
                    <a:pt x="28" y="28"/>
                  </a:lnTo>
                  <a:lnTo>
                    <a:pt x="16" y="42"/>
                  </a:lnTo>
                  <a:lnTo>
                    <a:pt x="8" y="58"/>
                  </a:lnTo>
                  <a:lnTo>
                    <a:pt x="2" y="76"/>
                  </a:lnTo>
                  <a:lnTo>
                    <a:pt x="0" y="96"/>
                  </a:lnTo>
                  <a:lnTo>
                    <a:pt x="0" y="96"/>
                  </a:lnTo>
                  <a:lnTo>
                    <a:pt x="2" y="118"/>
                  </a:lnTo>
                  <a:lnTo>
                    <a:pt x="8" y="138"/>
                  </a:lnTo>
                  <a:lnTo>
                    <a:pt x="18" y="158"/>
                  </a:lnTo>
                  <a:lnTo>
                    <a:pt x="28" y="178"/>
                  </a:lnTo>
                  <a:lnTo>
                    <a:pt x="42" y="198"/>
                  </a:lnTo>
                  <a:lnTo>
                    <a:pt x="56" y="216"/>
                  </a:lnTo>
                  <a:lnTo>
                    <a:pt x="82" y="250"/>
                  </a:lnTo>
                  <a:lnTo>
                    <a:pt x="82" y="250"/>
                  </a:lnTo>
                  <a:lnTo>
                    <a:pt x="86" y="252"/>
                  </a:lnTo>
                  <a:lnTo>
                    <a:pt x="90" y="256"/>
                  </a:lnTo>
                  <a:lnTo>
                    <a:pt x="96" y="256"/>
                  </a:lnTo>
                  <a:lnTo>
                    <a:pt x="96" y="256"/>
                  </a:lnTo>
                  <a:lnTo>
                    <a:pt x="96" y="256"/>
                  </a:lnTo>
                  <a:lnTo>
                    <a:pt x="102" y="256"/>
                  </a:lnTo>
                  <a:lnTo>
                    <a:pt x="106" y="252"/>
                  </a:lnTo>
                  <a:lnTo>
                    <a:pt x="108" y="250"/>
                  </a:lnTo>
                  <a:lnTo>
                    <a:pt x="108" y="250"/>
                  </a:lnTo>
                  <a:lnTo>
                    <a:pt x="136" y="216"/>
                  </a:lnTo>
                  <a:lnTo>
                    <a:pt x="150" y="198"/>
                  </a:lnTo>
                  <a:lnTo>
                    <a:pt x="164" y="178"/>
                  </a:lnTo>
                  <a:lnTo>
                    <a:pt x="174" y="158"/>
                  </a:lnTo>
                  <a:lnTo>
                    <a:pt x="184" y="138"/>
                  </a:lnTo>
                  <a:lnTo>
                    <a:pt x="190" y="118"/>
                  </a:lnTo>
                  <a:lnTo>
                    <a:pt x="192" y="96"/>
                  </a:lnTo>
                  <a:lnTo>
                    <a:pt x="192" y="96"/>
                  </a:lnTo>
                  <a:lnTo>
                    <a:pt x="190" y="76"/>
                  </a:lnTo>
                  <a:lnTo>
                    <a:pt x="184" y="58"/>
                  </a:lnTo>
                  <a:lnTo>
                    <a:pt x="176" y="42"/>
                  </a:lnTo>
                  <a:lnTo>
                    <a:pt x="164" y="28"/>
                  </a:lnTo>
                  <a:lnTo>
                    <a:pt x="150" y="16"/>
                  </a:lnTo>
                  <a:lnTo>
                    <a:pt x="134" y="8"/>
                  </a:lnTo>
                  <a:lnTo>
                    <a:pt x="116" y="2"/>
                  </a:lnTo>
                  <a:lnTo>
                    <a:pt x="96" y="0"/>
                  </a:lnTo>
                  <a:close/>
                  <a:moveTo>
                    <a:pt x="96" y="240"/>
                  </a:moveTo>
                  <a:lnTo>
                    <a:pt x="96" y="240"/>
                  </a:lnTo>
                  <a:lnTo>
                    <a:pt x="96" y="240"/>
                  </a:lnTo>
                  <a:lnTo>
                    <a:pt x="96" y="240"/>
                  </a:lnTo>
                  <a:lnTo>
                    <a:pt x="94" y="238"/>
                  </a:lnTo>
                  <a:lnTo>
                    <a:pt x="94" y="238"/>
                  </a:lnTo>
                  <a:lnTo>
                    <a:pt x="70" y="210"/>
                  </a:lnTo>
                  <a:lnTo>
                    <a:pt x="56" y="192"/>
                  </a:lnTo>
                  <a:lnTo>
                    <a:pt x="44" y="174"/>
                  </a:lnTo>
                  <a:lnTo>
                    <a:pt x="34" y="156"/>
                  </a:lnTo>
                  <a:lnTo>
                    <a:pt x="24" y="136"/>
                  </a:lnTo>
                  <a:lnTo>
                    <a:pt x="18" y="116"/>
                  </a:lnTo>
                  <a:lnTo>
                    <a:pt x="16" y="96"/>
                  </a:lnTo>
                  <a:lnTo>
                    <a:pt x="16" y="96"/>
                  </a:lnTo>
                  <a:lnTo>
                    <a:pt x="18" y="80"/>
                  </a:lnTo>
                  <a:lnTo>
                    <a:pt x="22" y="64"/>
                  </a:lnTo>
                  <a:lnTo>
                    <a:pt x="30" y="52"/>
                  </a:lnTo>
                  <a:lnTo>
                    <a:pt x="40" y="40"/>
                  </a:lnTo>
                  <a:lnTo>
                    <a:pt x="52" y="30"/>
                  </a:lnTo>
                  <a:lnTo>
                    <a:pt x="64" y="22"/>
                  </a:lnTo>
                  <a:lnTo>
                    <a:pt x="80" y="18"/>
                  </a:lnTo>
                  <a:lnTo>
                    <a:pt x="96" y="16"/>
                  </a:lnTo>
                  <a:lnTo>
                    <a:pt x="96" y="16"/>
                  </a:lnTo>
                  <a:lnTo>
                    <a:pt x="112" y="18"/>
                  </a:lnTo>
                  <a:lnTo>
                    <a:pt x="128" y="22"/>
                  </a:lnTo>
                  <a:lnTo>
                    <a:pt x="140" y="30"/>
                  </a:lnTo>
                  <a:lnTo>
                    <a:pt x="152" y="40"/>
                  </a:lnTo>
                  <a:lnTo>
                    <a:pt x="162" y="52"/>
                  </a:lnTo>
                  <a:lnTo>
                    <a:pt x="170" y="64"/>
                  </a:lnTo>
                  <a:lnTo>
                    <a:pt x="174" y="80"/>
                  </a:lnTo>
                  <a:lnTo>
                    <a:pt x="176" y="96"/>
                  </a:lnTo>
                  <a:lnTo>
                    <a:pt x="176" y="96"/>
                  </a:lnTo>
                  <a:lnTo>
                    <a:pt x="174" y="116"/>
                  </a:lnTo>
                  <a:lnTo>
                    <a:pt x="168" y="136"/>
                  </a:lnTo>
                  <a:lnTo>
                    <a:pt x="158" y="156"/>
                  </a:lnTo>
                  <a:lnTo>
                    <a:pt x="148" y="174"/>
                  </a:lnTo>
                  <a:lnTo>
                    <a:pt x="134" y="192"/>
                  </a:lnTo>
                  <a:lnTo>
                    <a:pt x="122" y="210"/>
                  </a:lnTo>
                  <a:lnTo>
                    <a:pt x="96" y="24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</p:grpSp>
      <p:grpSp>
        <p:nvGrpSpPr>
          <p:cNvPr id="32" name="Group 31"/>
          <p:cNvGrpSpPr/>
          <p:nvPr/>
        </p:nvGrpSpPr>
        <p:grpSpPr>
          <a:xfrm>
            <a:off x="5442621" y="3549379"/>
            <a:ext cx="465099" cy="436029"/>
            <a:chOff x="6400800" y="2800350"/>
            <a:chExt cx="406400" cy="381000"/>
          </a:xfrm>
          <a:solidFill>
            <a:schemeClr val="tx2"/>
          </a:solidFill>
        </p:grpSpPr>
        <p:sp>
          <p:nvSpPr>
            <p:cNvPr id="89" name="Freeform 46"/>
            <p:cNvSpPr>
              <a:spLocks noEditPoints="1"/>
            </p:cNvSpPr>
            <p:nvPr/>
          </p:nvSpPr>
          <p:spPr bwMode="auto">
            <a:xfrm>
              <a:off x="6451600" y="2851150"/>
              <a:ext cx="304800" cy="203200"/>
            </a:xfrm>
            <a:custGeom>
              <a:avLst/>
              <a:gdLst/>
              <a:ahLst/>
              <a:cxnLst>
                <a:cxn ang="0">
                  <a:pos x="184" y="0"/>
                </a:cxn>
                <a:cxn ang="0">
                  <a:pos x="8" y="0"/>
                </a:cxn>
                <a:cxn ang="0">
                  <a:pos x="8" y="0"/>
                </a:cxn>
                <a:cxn ang="0">
                  <a:pos x="4" y="0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8"/>
                </a:cxn>
                <a:cxn ang="0">
                  <a:pos x="0" y="120"/>
                </a:cxn>
                <a:cxn ang="0">
                  <a:pos x="0" y="120"/>
                </a:cxn>
                <a:cxn ang="0">
                  <a:pos x="0" y="124"/>
                </a:cxn>
                <a:cxn ang="0">
                  <a:pos x="2" y="126"/>
                </a:cxn>
                <a:cxn ang="0">
                  <a:pos x="4" y="128"/>
                </a:cxn>
                <a:cxn ang="0">
                  <a:pos x="8" y="128"/>
                </a:cxn>
                <a:cxn ang="0">
                  <a:pos x="184" y="128"/>
                </a:cxn>
                <a:cxn ang="0">
                  <a:pos x="184" y="128"/>
                </a:cxn>
                <a:cxn ang="0">
                  <a:pos x="188" y="128"/>
                </a:cxn>
                <a:cxn ang="0">
                  <a:pos x="190" y="126"/>
                </a:cxn>
                <a:cxn ang="0">
                  <a:pos x="192" y="124"/>
                </a:cxn>
                <a:cxn ang="0">
                  <a:pos x="192" y="120"/>
                </a:cxn>
                <a:cxn ang="0">
                  <a:pos x="192" y="8"/>
                </a:cxn>
                <a:cxn ang="0">
                  <a:pos x="192" y="8"/>
                </a:cxn>
                <a:cxn ang="0">
                  <a:pos x="192" y="4"/>
                </a:cxn>
                <a:cxn ang="0">
                  <a:pos x="190" y="2"/>
                </a:cxn>
                <a:cxn ang="0">
                  <a:pos x="188" y="0"/>
                </a:cxn>
                <a:cxn ang="0">
                  <a:pos x="184" y="0"/>
                </a:cxn>
                <a:cxn ang="0">
                  <a:pos x="184" y="120"/>
                </a:cxn>
                <a:cxn ang="0">
                  <a:pos x="8" y="120"/>
                </a:cxn>
                <a:cxn ang="0">
                  <a:pos x="8" y="8"/>
                </a:cxn>
                <a:cxn ang="0">
                  <a:pos x="184" y="8"/>
                </a:cxn>
                <a:cxn ang="0">
                  <a:pos x="184" y="120"/>
                </a:cxn>
              </a:cxnLst>
              <a:rect l="0" t="0" r="r" b="b"/>
              <a:pathLst>
                <a:path w="192" h="128">
                  <a:moveTo>
                    <a:pt x="184" y="0"/>
                  </a:moveTo>
                  <a:lnTo>
                    <a:pt x="8" y="0"/>
                  </a:lnTo>
                  <a:lnTo>
                    <a:pt x="8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8"/>
                  </a:lnTo>
                  <a:lnTo>
                    <a:pt x="0" y="120"/>
                  </a:lnTo>
                  <a:lnTo>
                    <a:pt x="0" y="120"/>
                  </a:lnTo>
                  <a:lnTo>
                    <a:pt x="0" y="124"/>
                  </a:lnTo>
                  <a:lnTo>
                    <a:pt x="2" y="126"/>
                  </a:lnTo>
                  <a:lnTo>
                    <a:pt x="4" y="128"/>
                  </a:lnTo>
                  <a:lnTo>
                    <a:pt x="8" y="128"/>
                  </a:lnTo>
                  <a:lnTo>
                    <a:pt x="184" y="128"/>
                  </a:lnTo>
                  <a:lnTo>
                    <a:pt x="184" y="128"/>
                  </a:lnTo>
                  <a:lnTo>
                    <a:pt x="188" y="128"/>
                  </a:lnTo>
                  <a:lnTo>
                    <a:pt x="190" y="126"/>
                  </a:lnTo>
                  <a:lnTo>
                    <a:pt x="192" y="124"/>
                  </a:lnTo>
                  <a:lnTo>
                    <a:pt x="192" y="120"/>
                  </a:lnTo>
                  <a:lnTo>
                    <a:pt x="192" y="8"/>
                  </a:lnTo>
                  <a:lnTo>
                    <a:pt x="192" y="8"/>
                  </a:lnTo>
                  <a:lnTo>
                    <a:pt x="192" y="4"/>
                  </a:lnTo>
                  <a:lnTo>
                    <a:pt x="190" y="2"/>
                  </a:lnTo>
                  <a:lnTo>
                    <a:pt x="188" y="0"/>
                  </a:lnTo>
                  <a:lnTo>
                    <a:pt x="184" y="0"/>
                  </a:lnTo>
                  <a:close/>
                  <a:moveTo>
                    <a:pt x="184" y="120"/>
                  </a:moveTo>
                  <a:lnTo>
                    <a:pt x="8" y="120"/>
                  </a:lnTo>
                  <a:lnTo>
                    <a:pt x="8" y="8"/>
                  </a:lnTo>
                  <a:lnTo>
                    <a:pt x="184" y="8"/>
                  </a:lnTo>
                  <a:lnTo>
                    <a:pt x="184" y="12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90" name="Freeform 49"/>
            <p:cNvSpPr>
              <a:spLocks noEditPoints="1"/>
            </p:cNvSpPr>
            <p:nvPr/>
          </p:nvSpPr>
          <p:spPr bwMode="auto">
            <a:xfrm>
              <a:off x="6400800" y="2800350"/>
              <a:ext cx="406400" cy="381000"/>
            </a:xfrm>
            <a:custGeom>
              <a:avLst/>
              <a:gdLst/>
              <a:ahLst/>
              <a:cxnLst>
                <a:cxn ang="0">
                  <a:pos x="24" y="0"/>
                </a:cxn>
                <a:cxn ang="0">
                  <a:pos x="14" y="2"/>
                </a:cxn>
                <a:cxn ang="0">
                  <a:pos x="2" y="14"/>
                </a:cxn>
                <a:cxn ang="0">
                  <a:pos x="0" y="184"/>
                </a:cxn>
                <a:cxn ang="0">
                  <a:pos x="2" y="194"/>
                </a:cxn>
                <a:cxn ang="0">
                  <a:pos x="14" y="206"/>
                </a:cxn>
                <a:cxn ang="0">
                  <a:pos x="104" y="208"/>
                </a:cxn>
                <a:cxn ang="0">
                  <a:pos x="54" y="224"/>
                </a:cxn>
                <a:cxn ang="0">
                  <a:pos x="50" y="228"/>
                </a:cxn>
                <a:cxn ang="0">
                  <a:pos x="48" y="232"/>
                </a:cxn>
                <a:cxn ang="0">
                  <a:pos x="50" y="238"/>
                </a:cxn>
                <a:cxn ang="0">
                  <a:pos x="56" y="240"/>
                </a:cxn>
                <a:cxn ang="0">
                  <a:pos x="200" y="240"/>
                </a:cxn>
                <a:cxn ang="0">
                  <a:pos x="206" y="238"/>
                </a:cxn>
                <a:cxn ang="0">
                  <a:pos x="208" y="232"/>
                </a:cxn>
                <a:cxn ang="0">
                  <a:pos x="206" y="228"/>
                </a:cxn>
                <a:cxn ang="0">
                  <a:pos x="152" y="218"/>
                </a:cxn>
                <a:cxn ang="0">
                  <a:pos x="232" y="208"/>
                </a:cxn>
                <a:cxn ang="0">
                  <a:pos x="242" y="206"/>
                </a:cxn>
                <a:cxn ang="0">
                  <a:pos x="254" y="194"/>
                </a:cxn>
                <a:cxn ang="0">
                  <a:pos x="256" y="24"/>
                </a:cxn>
                <a:cxn ang="0">
                  <a:pos x="254" y="14"/>
                </a:cxn>
                <a:cxn ang="0">
                  <a:pos x="242" y="2"/>
                </a:cxn>
                <a:cxn ang="0">
                  <a:pos x="240" y="184"/>
                </a:cxn>
                <a:cxn ang="0">
                  <a:pos x="240" y="188"/>
                </a:cxn>
                <a:cxn ang="0">
                  <a:pos x="236" y="192"/>
                </a:cxn>
                <a:cxn ang="0">
                  <a:pos x="160" y="192"/>
                </a:cxn>
                <a:cxn ang="0">
                  <a:pos x="24" y="192"/>
                </a:cxn>
                <a:cxn ang="0">
                  <a:pos x="20" y="192"/>
                </a:cxn>
                <a:cxn ang="0">
                  <a:pos x="16" y="188"/>
                </a:cxn>
                <a:cxn ang="0">
                  <a:pos x="16" y="24"/>
                </a:cxn>
                <a:cxn ang="0">
                  <a:pos x="16" y="20"/>
                </a:cxn>
                <a:cxn ang="0">
                  <a:pos x="20" y="16"/>
                </a:cxn>
                <a:cxn ang="0">
                  <a:pos x="232" y="16"/>
                </a:cxn>
                <a:cxn ang="0">
                  <a:pos x="236" y="16"/>
                </a:cxn>
                <a:cxn ang="0">
                  <a:pos x="240" y="20"/>
                </a:cxn>
                <a:cxn ang="0">
                  <a:pos x="240" y="184"/>
                </a:cxn>
              </a:cxnLst>
              <a:rect l="0" t="0" r="r" b="b"/>
              <a:pathLst>
                <a:path w="256" h="240">
                  <a:moveTo>
                    <a:pt x="232" y="0"/>
                  </a:moveTo>
                  <a:lnTo>
                    <a:pt x="24" y="0"/>
                  </a:lnTo>
                  <a:lnTo>
                    <a:pt x="24" y="0"/>
                  </a:lnTo>
                  <a:lnTo>
                    <a:pt x="14" y="2"/>
                  </a:lnTo>
                  <a:lnTo>
                    <a:pt x="8" y="8"/>
                  </a:lnTo>
                  <a:lnTo>
                    <a:pt x="2" y="14"/>
                  </a:lnTo>
                  <a:lnTo>
                    <a:pt x="0" y="24"/>
                  </a:lnTo>
                  <a:lnTo>
                    <a:pt x="0" y="184"/>
                  </a:lnTo>
                  <a:lnTo>
                    <a:pt x="0" y="184"/>
                  </a:lnTo>
                  <a:lnTo>
                    <a:pt x="2" y="194"/>
                  </a:lnTo>
                  <a:lnTo>
                    <a:pt x="8" y="200"/>
                  </a:lnTo>
                  <a:lnTo>
                    <a:pt x="14" y="206"/>
                  </a:lnTo>
                  <a:lnTo>
                    <a:pt x="24" y="208"/>
                  </a:lnTo>
                  <a:lnTo>
                    <a:pt x="104" y="208"/>
                  </a:lnTo>
                  <a:lnTo>
                    <a:pt x="104" y="218"/>
                  </a:lnTo>
                  <a:lnTo>
                    <a:pt x="54" y="224"/>
                  </a:lnTo>
                  <a:lnTo>
                    <a:pt x="54" y="224"/>
                  </a:lnTo>
                  <a:lnTo>
                    <a:pt x="50" y="228"/>
                  </a:lnTo>
                  <a:lnTo>
                    <a:pt x="48" y="232"/>
                  </a:lnTo>
                  <a:lnTo>
                    <a:pt x="48" y="232"/>
                  </a:lnTo>
                  <a:lnTo>
                    <a:pt x="48" y="236"/>
                  </a:lnTo>
                  <a:lnTo>
                    <a:pt x="50" y="238"/>
                  </a:lnTo>
                  <a:lnTo>
                    <a:pt x="52" y="240"/>
                  </a:lnTo>
                  <a:lnTo>
                    <a:pt x="56" y="240"/>
                  </a:lnTo>
                  <a:lnTo>
                    <a:pt x="200" y="240"/>
                  </a:lnTo>
                  <a:lnTo>
                    <a:pt x="200" y="240"/>
                  </a:lnTo>
                  <a:lnTo>
                    <a:pt x="204" y="240"/>
                  </a:lnTo>
                  <a:lnTo>
                    <a:pt x="206" y="238"/>
                  </a:lnTo>
                  <a:lnTo>
                    <a:pt x="208" y="236"/>
                  </a:lnTo>
                  <a:lnTo>
                    <a:pt x="208" y="232"/>
                  </a:lnTo>
                  <a:lnTo>
                    <a:pt x="208" y="232"/>
                  </a:lnTo>
                  <a:lnTo>
                    <a:pt x="206" y="228"/>
                  </a:lnTo>
                  <a:lnTo>
                    <a:pt x="202" y="224"/>
                  </a:lnTo>
                  <a:lnTo>
                    <a:pt x="152" y="218"/>
                  </a:lnTo>
                  <a:lnTo>
                    <a:pt x="152" y="208"/>
                  </a:lnTo>
                  <a:lnTo>
                    <a:pt x="232" y="208"/>
                  </a:lnTo>
                  <a:lnTo>
                    <a:pt x="232" y="208"/>
                  </a:lnTo>
                  <a:lnTo>
                    <a:pt x="242" y="206"/>
                  </a:lnTo>
                  <a:lnTo>
                    <a:pt x="248" y="200"/>
                  </a:lnTo>
                  <a:lnTo>
                    <a:pt x="254" y="194"/>
                  </a:lnTo>
                  <a:lnTo>
                    <a:pt x="256" y="184"/>
                  </a:lnTo>
                  <a:lnTo>
                    <a:pt x="256" y="24"/>
                  </a:lnTo>
                  <a:lnTo>
                    <a:pt x="256" y="24"/>
                  </a:lnTo>
                  <a:lnTo>
                    <a:pt x="254" y="14"/>
                  </a:lnTo>
                  <a:lnTo>
                    <a:pt x="248" y="8"/>
                  </a:lnTo>
                  <a:lnTo>
                    <a:pt x="242" y="2"/>
                  </a:lnTo>
                  <a:lnTo>
                    <a:pt x="232" y="0"/>
                  </a:lnTo>
                  <a:close/>
                  <a:moveTo>
                    <a:pt x="240" y="184"/>
                  </a:moveTo>
                  <a:lnTo>
                    <a:pt x="240" y="184"/>
                  </a:lnTo>
                  <a:lnTo>
                    <a:pt x="240" y="188"/>
                  </a:lnTo>
                  <a:lnTo>
                    <a:pt x="238" y="190"/>
                  </a:lnTo>
                  <a:lnTo>
                    <a:pt x="236" y="192"/>
                  </a:lnTo>
                  <a:lnTo>
                    <a:pt x="232" y="192"/>
                  </a:lnTo>
                  <a:lnTo>
                    <a:pt x="160" y="192"/>
                  </a:lnTo>
                  <a:lnTo>
                    <a:pt x="96" y="192"/>
                  </a:lnTo>
                  <a:lnTo>
                    <a:pt x="24" y="192"/>
                  </a:lnTo>
                  <a:lnTo>
                    <a:pt x="24" y="192"/>
                  </a:lnTo>
                  <a:lnTo>
                    <a:pt x="20" y="192"/>
                  </a:lnTo>
                  <a:lnTo>
                    <a:pt x="18" y="190"/>
                  </a:lnTo>
                  <a:lnTo>
                    <a:pt x="16" y="188"/>
                  </a:lnTo>
                  <a:lnTo>
                    <a:pt x="16" y="184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6" y="20"/>
                  </a:lnTo>
                  <a:lnTo>
                    <a:pt x="18" y="18"/>
                  </a:lnTo>
                  <a:lnTo>
                    <a:pt x="20" y="16"/>
                  </a:lnTo>
                  <a:lnTo>
                    <a:pt x="24" y="16"/>
                  </a:lnTo>
                  <a:lnTo>
                    <a:pt x="232" y="16"/>
                  </a:lnTo>
                  <a:lnTo>
                    <a:pt x="232" y="16"/>
                  </a:lnTo>
                  <a:lnTo>
                    <a:pt x="236" y="16"/>
                  </a:lnTo>
                  <a:lnTo>
                    <a:pt x="238" y="18"/>
                  </a:lnTo>
                  <a:lnTo>
                    <a:pt x="240" y="20"/>
                  </a:lnTo>
                  <a:lnTo>
                    <a:pt x="240" y="24"/>
                  </a:lnTo>
                  <a:lnTo>
                    <a:pt x="240" y="18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</p:grpSp>
      <p:grpSp>
        <p:nvGrpSpPr>
          <p:cNvPr id="33" name="Group 32"/>
          <p:cNvGrpSpPr/>
          <p:nvPr/>
        </p:nvGrpSpPr>
        <p:grpSpPr>
          <a:xfrm>
            <a:off x="3654899" y="3520311"/>
            <a:ext cx="319756" cy="465099"/>
            <a:chOff x="4838700" y="2774950"/>
            <a:chExt cx="279400" cy="406400"/>
          </a:xfrm>
          <a:solidFill>
            <a:schemeClr val="tx2"/>
          </a:solidFill>
        </p:grpSpPr>
        <p:sp>
          <p:nvSpPr>
            <p:cNvPr id="86" name="Freeform 60"/>
            <p:cNvSpPr>
              <a:spLocks noEditPoints="1"/>
            </p:cNvSpPr>
            <p:nvPr/>
          </p:nvSpPr>
          <p:spPr bwMode="auto">
            <a:xfrm>
              <a:off x="4838700" y="2774950"/>
              <a:ext cx="279400" cy="406400"/>
            </a:xfrm>
            <a:custGeom>
              <a:avLst/>
              <a:gdLst/>
              <a:ahLst/>
              <a:cxnLst>
                <a:cxn ang="0">
                  <a:pos x="88" y="0"/>
                </a:cxn>
                <a:cxn ang="0">
                  <a:pos x="54" y="6"/>
                </a:cxn>
                <a:cxn ang="0">
                  <a:pos x="26" y="26"/>
                </a:cxn>
                <a:cxn ang="0">
                  <a:pos x="6" y="54"/>
                </a:cxn>
                <a:cxn ang="0">
                  <a:pos x="0" y="88"/>
                </a:cxn>
                <a:cxn ang="0">
                  <a:pos x="2" y="100"/>
                </a:cxn>
                <a:cxn ang="0">
                  <a:pos x="16" y="138"/>
                </a:cxn>
                <a:cxn ang="0">
                  <a:pos x="40" y="184"/>
                </a:cxn>
                <a:cxn ang="0">
                  <a:pos x="50" y="214"/>
                </a:cxn>
                <a:cxn ang="0">
                  <a:pos x="62" y="246"/>
                </a:cxn>
                <a:cxn ang="0">
                  <a:pos x="76" y="254"/>
                </a:cxn>
                <a:cxn ang="0">
                  <a:pos x="88" y="256"/>
                </a:cxn>
                <a:cxn ang="0">
                  <a:pos x="108" y="252"/>
                </a:cxn>
                <a:cxn ang="0">
                  <a:pos x="118" y="238"/>
                </a:cxn>
                <a:cxn ang="0">
                  <a:pos x="136" y="184"/>
                </a:cxn>
                <a:cxn ang="0">
                  <a:pos x="146" y="162"/>
                </a:cxn>
                <a:cxn ang="0">
                  <a:pos x="172" y="112"/>
                </a:cxn>
                <a:cxn ang="0">
                  <a:pos x="176" y="88"/>
                </a:cxn>
                <a:cxn ang="0">
                  <a:pos x="174" y="70"/>
                </a:cxn>
                <a:cxn ang="0">
                  <a:pos x="160" y="38"/>
                </a:cxn>
                <a:cxn ang="0">
                  <a:pos x="138" y="16"/>
                </a:cxn>
                <a:cxn ang="0">
                  <a:pos x="106" y="2"/>
                </a:cxn>
                <a:cxn ang="0">
                  <a:pos x="108" y="218"/>
                </a:cxn>
                <a:cxn ang="0">
                  <a:pos x="70" y="222"/>
                </a:cxn>
                <a:cxn ang="0">
                  <a:pos x="64" y="208"/>
                </a:cxn>
                <a:cxn ang="0">
                  <a:pos x="114" y="200"/>
                </a:cxn>
                <a:cxn ang="0">
                  <a:pos x="112" y="208"/>
                </a:cxn>
                <a:cxn ang="0">
                  <a:pos x="108" y="218"/>
                </a:cxn>
                <a:cxn ang="0">
                  <a:pos x="62" y="200"/>
                </a:cxn>
                <a:cxn ang="0">
                  <a:pos x="120" y="184"/>
                </a:cxn>
                <a:cxn ang="0">
                  <a:pos x="116" y="192"/>
                </a:cxn>
                <a:cxn ang="0">
                  <a:pos x="88" y="240"/>
                </a:cxn>
                <a:cxn ang="0">
                  <a:pos x="82" y="240"/>
                </a:cxn>
                <a:cxn ang="0">
                  <a:pos x="76" y="236"/>
                </a:cxn>
                <a:cxn ang="0">
                  <a:pos x="106" y="226"/>
                </a:cxn>
                <a:cxn ang="0">
                  <a:pos x="102" y="234"/>
                </a:cxn>
                <a:cxn ang="0">
                  <a:pos x="94" y="240"/>
                </a:cxn>
                <a:cxn ang="0">
                  <a:pos x="126" y="168"/>
                </a:cxn>
                <a:cxn ang="0">
                  <a:pos x="50" y="168"/>
                </a:cxn>
                <a:cxn ang="0">
                  <a:pos x="38" y="142"/>
                </a:cxn>
                <a:cxn ang="0">
                  <a:pos x="18" y="100"/>
                </a:cxn>
                <a:cxn ang="0">
                  <a:pos x="16" y="88"/>
                </a:cxn>
                <a:cxn ang="0">
                  <a:pos x="22" y="60"/>
                </a:cxn>
                <a:cxn ang="0">
                  <a:pos x="38" y="38"/>
                </a:cxn>
                <a:cxn ang="0">
                  <a:pos x="60" y="22"/>
                </a:cxn>
                <a:cxn ang="0">
                  <a:pos x="88" y="16"/>
                </a:cxn>
                <a:cxn ang="0">
                  <a:pos x="102" y="18"/>
                </a:cxn>
                <a:cxn ang="0">
                  <a:pos x="128" y="28"/>
                </a:cxn>
                <a:cxn ang="0">
                  <a:pos x="148" y="48"/>
                </a:cxn>
                <a:cxn ang="0">
                  <a:pos x="158" y="74"/>
                </a:cxn>
                <a:cxn ang="0">
                  <a:pos x="160" y="88"/>
                </a:cxn>
                <a:cxn ang="0">
                  <a:pos x="154" y="114"/>
                </a:cxn>
                <a:cxn ang="0">
                  <a:pos x="138" y="142"/>
                </a:cxn>
              </a:cxnLst>
              <a:rect l="0" t="0" r="r" b="b"/>
              <a:pathLst>
                <a:path w="176" h="256">
                  <a:moveTo>
                    <a:pt x="88" y="0"/>
                  </a:moveTo>
                  <a:lnTo>
                    <a:pt x="88" y="0"/>
                  </a:lnTo>
                  <a:lnTo>
                    <a:pt x="70" y="2"/>
                  </a:lnTo>
                  <a:lnTo>
                    <a:pt x="54" y="6"/>
                  </a:lnTo>
                  <a:lnTo>
                    <a:pt x="38" y="16"/>
                  </a:lnTo>
                  <a:lnTo>
                    <a:pt x="26" y="26"/>
                  </a:lnTo>
                  <a:lnTo>
                    <a:pt x="16" y="38"/>
                  </a:lnTo>
                  <a:lnTo>
                    <a:pt x="6" y="54"/>
                  </a:lnTo>
                  <a:lnTo>
                    <a:pt x="2" y="70"/>
                  </a:lnTo>
                  <a:lnTo>
                    <a:pt x="0" y="88"/>
                  </a:lnTo>
                  <a:lnTo>
                    <a:pt x="0" y="88"/>
                  </a:lnTo>
                  <a:lnTo>
                    <a:pt x="2" y="100"/>
                  </a:lnTo>
                  <a:lnTo>
                    <a:pt x="4" y="112"/>
                  </a:lnTo>
                  <a:lnTo>
                    <a:pt x="16" y="138"/>
                  </a:lnTo>
                  <a:lnTo>
                    <a:pt x="30" y="162"/>
                  </a:lnTo>
                  <a:lnTo>
                    <a:pt x="40" y="184"/>
                  </a:lnTo>
                  <a:lnTo>
                    <a:pt x="40" y="184"/>
                  </a:lnTo>
                  <a:lnTo>
                    <a:pt x="50" y="214"/>
                  </a:lnTo>
                  <a:lnTo>
                    <a:pt x="58" y="238"/>
                  </a:lnTo>
                  <a:lnTo>
                    <a:pt x="62" y="246"/>
                  </a:lnTo>
                  <a:lnTo>
                    <a:pt x="68" y="252"/>
                  </a:lnTo>
                  <a:lnTo>
                    <a:pt x="76" y="254"/>
                  </a:lnTo>
                  <a:lnTo>
                    <a:pt x="88" y="256"/>
                  </a:lnTo>
                  <a:lnTo>
                    <a:pt x="88" y="256"/>
                  </a:lnTo>
                  <a:lnTo>
                    <a:pt x="100" y="254"/>
                  </a:lnTo>
                  <a:lnTo>
                    <a:pt x="108" y="252"/>
                  </a:lnTo>
                  <a:lnTo>
                    <a:pt x="114" y="246"/>
                  </a:lnTo>
                  <a:lnTo>
                    <a:pt x="118" y="238"/>
                  </a:lnTo>
                  <a:lnTo>
                    <a:pt x="126" y="214"/>
                  </a:lnTo>
                  <a:lnTo>
                    <a:pt x="136" y="184"/>
                  </a:lnTo>
                  <a:lnTo>
                    <a:pt x="136" y="184"/>
                  </a:lnTo>
                  <a:lnTo>
                    <a:pt x="146" y="162"/>
                  </a:lnTo>
                  <a:lnTo>
                    <a:pt x="160" y="138"/>
                  </a:lnTo>
                  <a:lnTo>
                    <a:pt x="172" y="112"/>
                  </a:lnTo>
                  <a:lnTo>
                    <a:pt x="174" y="100"/>
                  </a:lnTo>
                  <a:lnTo>
                    <a:pt x="176" y="88"/>
                  </a:lnTo>
                  <a:lnTo>
                    <a:pt x="176" y="88"/>
                  </a:lnTo>
                  <a:lnTo>
                    <a:pt x="174" y="70"/>
                  </a:lnTo>
                  <a:lnTo>
                    <a:pt x="170" y="54"/>
                  </a:lnTo>
                  <a:lnTo>
                    <a:pt x="160" y="38"/>
                  </a:lnTo>
                  <a:lnTo>
                    <a:pt x="150" y="26"/>
                  </a:lnTo>
                  <a:lnTo>
                    <a:pt x="138" y="16"/>
                  </a:lnTo>
                  <a:lnTo>
                    <a:pt x="122" y="6"/>
                  </a:lnTo>
                  <a:lnTo>
                    <a:pt x="106" y="2"/>
                  </a:lnTo>
                  <a:lnTo>
                    <a:pt x="88" y="0"/>
                  </a:lnTo>
                  <a:close/>
                  <a:moveTo>
                    <a:pt x="108" y="218"/>
                  </a:moveTo>
                  <a:lnTo>
                    <a:pt x="70" y="222"/>
                  </a:lnTo>
                  <a:lnTo>
                    <a:pt x="70" y="222"/>
                  </a:lnTo>
                  <a:lnTo>
                    <a:pt x="64" y="208"/>
                  </a:lnTo>
                  <a:lnTo>
                    <a:pt x="64" y="208"/>
                  </a:lnTo>
                  <a:lnTo>
                    <a:pt x="64" y="206"/>
                  </a:lnTo>
                  <a:lnTo>
                    <a:pt x="114" y="200"/>
                  </a:lnTo>
                  <a:lnTo>
                    <a:pt x="114" y="200"/>
                  </a:lnTo>
                  <a:lnTo>
                    <a:pt x="112" y="208"/>
                  </a:lnTo>
                  <a:lnTo>
                    <a:pt x="112" y="208"/>
                  </a:lnTo>
                  <a:lnTo>
                    <a:pt x="108" y="218"/>
                  </a:lnTo>
                  <a:close/>
                  <a:moveTo>
                    <a:pt x="62" y="200"/>
                  </a:moveTo>
                  <a:lnTo>
                    <a:pt x="62" y="200"/>
                  </a:lnTo>
                  <a:lnTo>
                    <a:pt x="56" y="184"/>
                  </a:lnTo>
                  <a:lnTo>
                    <a:pt x="120" y="184"/>
                  </a:lnTo>
                  <a:lnTo>
                    <a:pt x="120" y="184"/>
                  </a:lnTo>
                  <a:lnTo>
                    <a:pt x="116" y="192"/>
                  </a:lnTo>
                  <a:lnTo>
                    <a:pt x="62" y="200"/>
                  </a:lnTo>
                  <a:close/>
                  <a:moveTo>
                    <a:pt x="88" y="240"/>
                  </a:moveTo>
                  <a:lnTo>
                    <a:pt x="88" y="240"/>
                  </a:lnTo>
                  <a:lnTo>
                    <a:pt x="82" y="240"/>
                  </a:lnTo>
                  <a:lnTo>
                    <a:pt x="78" y="238"/>
                  </a:lnTo>
                  <a:lnTo>
                    <a:pt x="76" y="236"/>
                  </a:lnTo>
                  <a:lnTo>
                    <a:pt x="72" y="230"/>
                  </a:lnTo>
                  <a:lnTo>
                    <a:pt x="106" y="226"/>
                  </a:lnTo>
                  <a:lnTo>
                    <a:pt x="106" y="226"/>
                  </a:lnTo>
                  <a:lnTo>
                    <a:pt x="102" y="234"/>
                  </a:lnTo>
                  <a:lnTo>
                    <a:pt x="98" y="238"/>
                  </a:lnTo>
                  <a:lnTo>
                    <a:pt x="94" y="240"/>
                  </a:lnTo>
                  <a:lnTo>
                    <a:pt x="88" y="240"/>
                  </a:lnTo>
                  <a:close/>
                  <a:moveTo>
                    <a:pt x="126" y="168"/>
                  </a:moveTo>
                  <a:lnTo>
                    <a:pt x="50" y="168"/>
                  </a:lnTo>
                  <a:lnTo>
                    <a:pt x="50" y="168"/>
                  </a:lnTo>
                  <a:lnTo>
                    <a:pt x="38" y="142"/>
                  </a:lnTo>
                  <a:lnTo>
                    <a:pt x="38" y="142"/>
                  </a:lnTo>
                  <a:lnTo>
                    <a:pt x="22" y="114"/>
                  </a:lnTo>
                  <a:lnTo>
                    <a:pt x="18" y="100"/>
                  </a:lnTo>
                  <a:lnTo>
                    <a:pt x="16" y="88"/>
                  </a:lnTo>
                  <a:lnTo>
                    <a:pt x="16" y="88"/>
                  </a:lnTo>
                  <a:lnTo>
                    <a:pt x="18" y="74"/>
                  </a:lnTo>
                  <a:lnTo>
                    <a:pt x="22" y="60"/>
                  </a:lnTo>
                  <a:lnTo>
                    <a:pt x="28" y="48"/>
                  </a:lnTo>
                  <a:lnTo>
                    <a:pt x="38" y="38"/>
                  </a:lnTo>
                  <a:lnTo>
                    <a:pt x="48" y="28"/>
                  </a:lnTo>
                  <a:lnTo>
                    <a:pt x="60" y="22"/>
                  </a:lnTo>
                  <a:lnTo>
                    <a:pt x="74" y="18"/>
                  </a:lnTo>
                  <a:lnTo>
                    <a:pt x="88" y="16"/>
                  </a:lnTo>
                  <a:lnTo>
                    <a:pt x="88" y="16"/>
                  </a:lnTo>
                  <a:lnTo>
                    <a:pt x="102" y="18"/>
                  </a:lnTo>
                  <a:lnTo>
                    <a:pt x="116" y="22"/>
                  </a:lnTo>
                  <a:lnTo>
                    <a:pt x="128" y="28"/>
                  </a:lnTo>
                  <a:lnTo>
                    <a:pt x="138" y="38"/>
                  </a:lnTo>
                  <a:lnTo>
                    <a:pt x="148" y="48"/>
                  </a:lnTo>
                  <a:lnTo>
                    <a:pt x="154" y="60"/>
                  </a:lnTo>
                  <a:lnTo>
                    <a:pt x="158" y="74"/>
                  </a:lnTo>
                  <a:lnTo>
                    <a:pt x="160" y="88"/>
                  </a:lnTo>
                  <a:lnTo>
                    <a:pt x="160" y="88"/>
                  </a:lnTo>
                  <a:lnTo>
                    <a:pt x="158" y="100"/>
                  </a:lnTo>
                  <a:lnTo>
                    <a:pt x="154" y="114"/>
                  </a:lnTo>
                  <a:lnTo>
                    <a:pt x="138" y="142"/>
                  </a:lnTo>
                  <a:lnTo>
                    <a:pt x="138" y="142"/>
                  </a:lnTo>
                  <a:lnTo>
                    <a:pt x="126" y="16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87" name="Freeform 66"/>
            <p:cNvSpPr>
              <a:spLocks/>
            </p:cNvSpPr>
            <p:nvPr/>
          </p:nvSpPr>
          <p:spPr bwMode="auto">
            <a:xfrm>
              <a:off x="4902200" y="2838450"/>
              <a:ext cx="82550" cy="82550"/>
            </a:xfrm>
            <a:custGeom>
              <a:avLst/>
              <a:gdLst/>
              <a:ahLst/>
              <a:cxnLst>
                <a:cxn ang="0">
                  <a:pos x="48" y="0"/>
                </a:cxn>
                <a:cxn ang="0">
                  <a:pos x="48" y="0"/>
                </a:cxn>
                <a:cxn ang="0">
                  <a:pos x="38" y="0"/>
                </a:cxn>
                <a:cxn ang="0">
                  <a:pos x="30" y="4"/>
                </a:cxn>
                <a:cxn ang="0">
                  <a:pos x="22" y="8"/>
                </a:cxn>
                <a:cxn ang="0">
                  <a:pos x="14" y="14"/>
                </a:cxn>
                <a:cxn ang="0">
                  <a:pos x="8" y="22"/>
                </a:cxn>
                <a:cxn ang="0">
                  <a:pos x="4" y="30"/>
                </a:cxn>
                <a:cxn ang="0">
                  <a:pos x="0" y="38"/>
                </a:cxn>
                <a:cxn ang="0">
                  <a:pos x="0" y="48"/>
                </a:cxn>
                <a:cxn ang="0">
                  <a:pos x="0" y="48"/>
                </a:cxn>
                <a:cxn ang="0">
                  <a:pos x="2" y="50"/>
                </a:cxn>
                <a:cxn ang="0">
                  <a:pos x="4" y="52"/>
                </a:cxn>
                <a:cxn ang="0">
                  <a:pos x="4" y="52"/>
                </a:cxn>
                <a:cxn ang="0">
                  <a:pos x="6" y="50"/>
                </a:cxn>
                <a:cxn ang="0">
                  <a:pos x="8" y="48"/>
                </a:cxn>
                <a:cxn ang="0">
                  <a:pos x="8" y="48"/>
                </a:cxn>
                <a:cxn ang="0">
                  <a:pos x="8" y="40"/>
                </a:cxn>
                <a:cxn ang="0">
                  <a:pos x="12" y="32"/>
                </a:cxn>
                <a:cxn ang="0">
                  <a:pos x="14" y="26"/>
                </a:cxn>
                <a:cxn ang="0">
                  <a:pos x="20" y="20"/>
                </a:cxn>
                <a:cxn ang="0">
                  <a:pos x="26" y="14"/>
                </a:cxn>
                <a:cxn ang="0">
                  <a:pos x="32" y="12"/>
                </a:cxn>
                <a:cxn ang="0">
                  <a:pos x="40" y="8"/>
                </a:cxn>
                <a:cxn ang="0">
                  <a:pos x="48" y="8"/>
                </a:cxn>
                <a:cxn ang="0">
                  <a:pos x="48" y="8"/>
                </a:cxn>
                <a:cxn ang="0">
                  <a:pos x="50" y="6"/>
                </a:cxn>
                <a:cxn ang="0">
                  <a:pos x="52" y="4"/>
                </a:cxn>
                <a:cxn ang="0">
                  <a:pos x="52" y="4"/>
                </a:cxn>
                <a:cxn ang="0">
                  <a:pos x="50" y="2"/>
                </a:cxn>
                <a:cxn ang="0">
                  <a:pos x="48" y="0"/>
                </a:cxn>
              </a:cxnLst>
              <a:rect l="0" t="0" r="r" b="b"/>
              <a:pathLst>
                <a:path w="52" h="52">
                  <a:moveTo>
                    <a:pt x="48" y="0"/>
                  </a:moveTo>
                  <a:lnTo>
                    <a:pt x="48" y="0"/>
                  </a:lnTo>
                  <a:lnTo>
                    <a:pt x="38" y="0"/>
                  </a:lnTo>
                  <a:lnTo>
                    <a:pt x="30" y="4"/>
                  </a:lnTo>
                  <a:lnTo>
                    <a:pt x="22" y="8"/>
                  </a:lnTo>
                  <a:lnTo>
                    <a:pt x="14" y="14"/>
                  </a:lnTo>
                  <a:lnTo>
                    <a:pt x="8" y="22"/>
                  </a:lnTo>
                  <a:lnTo>
                    <a:pt x="4" y="30"/>
                  </a:lnTo>
                  <a:lnTo>
                    <a:pt x="0" y="38"/>
                  </a:lnTo>
                  <a:lnTo>
                    <a:pt x="0" y="48"/>
                  </a:lnTo>
                  <a:lnTo>
                    <a:pt x="0" y="48"/>
                  </a:lnTo>
                  <a:lnTo>
                    <a:pt x="2" y="50"/>
                  </a:lnTo>
                  <a:lnTo>
                    <a:pt x="4" y="52"/>
                  </a:lnTo>
                  <a:lnTo>
                    <a:pt x="4" y="52"/>
                  </a:lnTo>
                  <a:lnTo>
                    <a:pt x="6" y="50"/>
                  </a:lnTo>
                  <a:lnTo>
                    <a:pt x="8" y="48"/>
                  </a:lnTo>
                  <a:lnTo>
                    <a:pt x="8" y="48"/>
                  </a:lnTo>
                  <a:lnTo>
                    <a:pt x="8" y="40"/>
                  </a:lnTo>
                  <a:lnTo>
                    <a:pt x="12" y="32"/>
                  </a:lnTo>
                  <a:lnTo>
                    <a:pt x="14" y="26"/>
                  </a:lnTo>
                  <a:lnTo>
                    <a:pt x="20" y="20"/>
                  </a:lnTo>
                  <a:lnTo>
                    <a:pt x="26" y="14"/>
                  </a:lnTo>
                  <a:lnTo>
                    <a:pt x="32" y="12"/>
                  </a:lnTo>
                  <a:lnTo>
                    <a:pt x="40" y="8"/>
                  </a:lnTo>
                  <a:lnTo>
                    <a:pt x="48" y="8"/>
                  </a:lnTo>
                  <a:lnTo>
                    <a:pt x="48" y="8"/>
                  </a:lnTo>
                  <a:lnTo>
                    <a:pt x="50" y="6"/>
                  </a:lnTo>
                  <a:lnTo>
                    <a:pt x="52" y="4"/>
                  </a:lnTo>
                  <a:lnTo>
                    <a:pt x="52" y="4"/>
                  </a:lnTo>
                  <a:lnTo>
                    <a:pt x="50" y="2"/>
                  </a:lnTo>
                  <a:lnTo>
                    <a:pt x="48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88" name="Freeform 67"/>
            <p:cNvSpPr>
              <a:spLocks/>
            </p:cNvSpPr>
            <p:nvPr/>
          </p:nvSpPr>
          <p:spPr bwMode="auto">
            <a:xfrm>
              <a:off x="4902200" y="2838450"/>
              <a:ext cx="82550" cy="82550"/>
            </a:xfrm>
            <a:custGeom>
              <a:avLst/>
              <a:gdLst/>
              <a:ahLst/>
              <a:cxnLst>
                <a:cxn ang="0">
                  <a:pos x="48" y="0"/>
                </a:cxn>
                <a:cxn ang="0">
                  <a:pos x="48" y="0"/>
                </a:cxn>
                <a:cxn ang="0">
                  <a:pos x="38" y="0"/>
                </a:cxn>
                <a:cxn ang="0">
                  <a:pos x="30" y="4"/>
                </a:cxn>
                <a:cxn ang="0">
                  <a:pos x="22" y="8"/>
                </a:cxn>
                <a:cxn ang="0">
                  <a:pos x="14" y="14"/>
                </a:cxn>
                <a:cxn ang="0">
                  <a:pos x="8" y="22"/>
                </a:cxn>
                <a:cxn ang="0">
                  <a:pos x="4" y="30"/>
                </a:cxn>
                <a:cxn ang="0">
                  <a:pos x="0" y="38"/>
                </a:cxn>
                <a:cxn ang="0">
                  <a:pos x="0" y="48"/>
                </a:cxn>
                <a:cxn ang="0">
                  <a:pos x="0" y="48"/>
                </a:cxn>
                <a:cxn ang="0">
                  <a:pos x="2" y="50"/>
                </a:cxn>
                <a:cxn ang="0">
                  <a:pos x="4" y="52"/>
                </a:cxn>
                <a:cxn ang="0">
                  <a:pos x="4" y="52"/>
                </a:cxn>
                <a:cxn ang="0">
                  <a:pos x="6" y="50"/>
                </a:cxn>
                <a:cxn ang="0">
                  <a:pos x="8" y="48"/>
                </a:cxn>
                <a:cxn ang="0">
                  <a:pos x="8" y="48"/>
                </a:cxn>
                <a:cxn ang="0">
                  <a:pos x="8" y="40"/>
                </a:cxn>
                <a:cxn ang="0">
                  <a:pos x="12" y="32"/>
                </a:cxn>
                <a:cxn ang="0">
                  <a:pos x="14" y="26"/>
                </a:cxn>
                <a:cxn ang="0">
                  <a:pos x="20" y="20"/>
                </a:cxn>
                <a:cxn ang="0">
                  <a:pos x="26" y="14"/>
                </a:cxn>
                <a:cxn ang="0">
                  <a:pos x="32" y="12"/>
                </a:cxn>
                <a:cxn ang="0">
                  <a:pos x="40" y="8"/>
                </a:cxn>
                <a:cxn ang="0">
                  <a:pos x="48" y="8"/>
                </a:cxn>
                <a:cxn ang="0">
                  <a:pos x="48" y="8"/>
                </a:cxn>
                <a:cxn ang="0">
                  <a:pos x="50" y="6"/>
                </a:cxn>
                <a:cxn ang="0">
                  <a:pos x="52" y="4"/>
                </a:cxn>
                <a:cxn ang="0">
                  <a:pos x="52" y="4"/>
                </a:cxn>
                <a:cxn ang="0">
                  <a:pos x="50" y="2"/>
                </a:cxn>
                <a:cxn ang="0">
                  <a:pos x="48" y="0"/>
                </a:cxn>
              </a:cxnLst>
              <a:rect l="0" t="0" r="r" b="b"/>
              <a:pathLst>
                <a:path w="52" h="52">
                  <a:moveTo>
                    <a:pt x="48" y="0"/>
                  </a:moveTo>
                  <a:lnTo>
                    <a:pt x="48" y="0"/>
                  </a:lnTo>
                  <a:lnTo>
                    <a:pt x="38" y="0"/>
                  </a:lnTo>
                  <a:lnTo>
                    <a:pt x="30" y="4"/>
                  </a:lnTo>
                  <a:lnTo>
                    <a:pt x="22" y="8"/>
                  </a:lnTo>
                  <a:lnTo>
                    <a:pt x="14" y="14"/>
                  </a:lnTo>
                  <a:lnTo>
                    <a:pt x="8" y="22"/>
                  </a:lnTo>
                  <a:lnTo>
                    <a:pt x="4" y="30"/>
                  </a:lnTo>
                  <a:lnTo>
                    <a:pt x="0" y="38"/>
                  </a:lnTo>
                  <a:lnTo>
                    <a:pt x="0" y="48"/>
                  </a:lnTo>
                  <a:lnTo>
                    <a:pt x="0" y="48"/>
                  </a:lnTo>
                  <a:lnTo>
                    <a:pt x="2" y="50"/>
                  </a:lnTo>
                  <a:lnTo>
                    <a:pt x="4" y="52"/>
                  </a:lnTo>
                  <a:lnTo>
                    <a:pt x="4" y="52"/>
                  </a:lnTo>
                  <a:lnTo>
                    <a:pt x="6" y="50"/>
                  </a:lnTo>
                  <a:lnTo>
                    <a:pt x="8" y="48"/>
                  </a:lnTo>
                  <a:lnTo>
                    <a:pt x="8" y="48"/>
                  </a:lnTo>
                  <a:lnTo>
                    <a:pt x="8" y="40"/>
                  </a:lnTo>
                  <a:lnTo>
                    <a:pt x="12" y="32"/>
                  </a:lnTo>
                  <a:lnTo>
                    <a:pt x="14" y="26"/>
                  </a:lnTo>
                  <a:lnTo>
                    <a:pt x="20" y="20"/>
                  </a:lnTo>
                  <a:lnTo>
                    <a:pt x="26" y="14"/>
                  </a:lnTo>
                  <a:lnTo>
                    <a:pt x="32" y="12"/>
                  </a:lnTo>
                  <a:lnTo>
                    <a:pt x="40" y="8"/>
                  </a:lnTo>
                  <a:lnTo>
                    <a:pt x="48" y="8"/>
                  </a:lnTo>
                  <a:lnTo>
                    <a:pt x="48" y="8"/>
                  </a:lnTo>
                  <a:lnTo>
                    <a:pt x="50" y="6"/>
                  </a:lnTo>
                  <a:lnTo>
                    <a:pt x="52" y="4"/>
                  </a:lnTo>
                  <a:lnTo>
                    <a:pt x="52" y="4"/>
                  </a:lnTo>
                  <a:lnTo>
                    <a:pt x="50" y="2"/>
                  </a:lnTo>
                  <a:lnTo>
                    <a:pt x="48" y="0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</p:grpSp>
      <p:grpSp>
        <p:nvGrpSpPr>
          <p:cNvPr id="34" name="Group 33"/>
          <p:cNvGrpSpPr/>
          <p:nvPr/>
        </p:nvGrpSpPr>
        <p:grpSpPr>
          <a:xfrm>
            <a:off x="791633" y="3578448"/>
            <a:ext cx="465099" cy="348824"/>
            <a:chOff x="2336800" y="2825750"/>
            <a:chExt cx="406400" cy="304800"/>
          </a:xfrm>
          <a:solidFill>
            <a:schemeClr val="tx2"/>
          </a:solidFill>
        </p:grpSpPr>
        <p:sp>
          <p:nvSpPr>
            <p:cNvPr id="84" name="Freeform 92"/>
            <p:cNvSpPr>
              <a:spLocks noEditPoints="1"/>
            </p:cNvSpPr>
            <p:nvPr/>
          </p:nvSpPr>
          <p:spPr bwMode="auto">
            <a:xfrm>
              <a:off x="2336800" y="2825750"/>
              <a:ext cx="406400" cy="304800"/>
            </a:xfrm>
            <a:custGeom>
              <a:avLst/>
              <a:gdLst/>
              <a:ahLst/>
              <a:cxnLst>
                <a:cxn ang="0">
                  <a:pos x="252" y="80"/>
                </a:cxn>
                <a:cxn ang="0">
                  <a:pos x="212" y="16"/>
                </a:cxn>
                <a:cxn ang="0">
                  <a:pos x="212" y="16"/>
                </a:cxn>
                <a:cxn ang="0">
                  <a:pos x="206" y="8"/>
                </a:cxn>
                <a:cxn ang="0">
                  <a:pos x="200" y="4"/>
                </a:cxn>
                <a:cxn ang="0">
                  <a:pos x="192" y="2"/>
                </a:cxn>
                <a:cxn ang="0">
                  <a:pos x="184" y="0"/>
                </a:cxn>
                <a:cxn ang="0">
                  <a:pos x="32" y="0"/>
                </a:cxn>
                <a:cxn ang="0">
                  <a:pos x="32" y="0"/>
                </a:cxn>
                <a:cxn ang="0">
                  <a:pos x="26" y="0"/>
                </a:cxn>
                <a:cxn ang="0">
                  <a:pos x="20" y="2"/>
                </a:cxn>
                <a:cxn ang="0">
                  <a:pos x="10" y="10"/>
                </a:cxn>
                <a:cxn ang="0">
                  <a:pos x="2" y="20"/>
                </a:cxn>
                <a:cxn ang="0">
                  <a:pos x="0" y="26"/>
                </a:cxn>
                <a:cxn ang="0">
                  <a:pos x="0" y="32"/>
                </a:cxn>
                <a:cxn ang="0">
                  <a:pos x="0" y="160"/>
                </a:cxn>
                <a:cxn ang="0">
                  <a:pos x="0" y="160"/>
                </a:cxn>
                <a:cxn ang="0">
                  <a:pos x="0" y="166"/>
                </a:cxn>
                <a:cxn ang="0">
                  <a:pos x="2" y="172"/>
                </a:cxn>
                <a:cxn ang="0">
                  <a:pos x="10" y="182"/>
                </a:cxn>
                <a:cxn ang="0">
                  <a:pos x="20" y="190"/>
                </a:cxn>
                <a:cxn ang="0">
                  <a:pos x="26" y="192"/>
                </a:cxn>
                <a:cxn ang="0">
                  <a:pos x="32" y="192"/>
                </a:cxn>
                <a:cxn ang="0">
                  <a:pos x="184" y="192"/>
                </a:cxn>
                <a:cxn ang="0">
                  <a:pos x="184" y="192"/>
                </a:cxn>
                <a:cxn ang="0">
                  <a:pos x="192" y="190"/>
                </a:cxn>
                <a:cxn ang="0">
                  <a:pos x="200" y="188"/>
                </a:cxn>
                <a:cxn ang="0">
                  <a:pos x="206" y="184"/>
                </a:cxn>
                <a:cxn ang="0">
                  <a:pos x="212" y="176"/>
                </a:cxn>
                <a:cxn ang="0">
                  <a:pos x="252" y="112"/>
                </a:cxn>
                <a:cxn ang="0">
                  <a:pos x="252" y="112"/>
                </a:cxn>
                <a:cxn ang="0">
                  <a:pos x="254" y="104"/>
                </a:cxn>
                <a:cxn ang="0">
                  <a:pos x="256" y="96"/>
                </a:cxn>
                <a:cxn ang="0">
                  <a:pos x="254" y="88"/>
                </a:cxn>
                <a:cxn ang="0">
                  <a:pos x="252" y="80"/>
                </a:cxn>
                <a:cxn ang="0">
                  <a:pos x="238" y="104"/>
                </a:cxn>
                <a:cxn ang="0">
                  <a:pos x="198" y="168"/>
                </a:cxn>
                <a:cxn ang="0">
                  <a:pos x="198" y="168"/>
                </a:cxn>
                <a:cxn ang="0">
                  <a:pos x="192" y="174"/>
                </a:cxn>
                <a:cxn ang="0">
                  <a:pos x="184" y="176"/>
                </a:cxn>
                <a:cxn ang="0">
                  <a:pos x="32" y="176"/>
                </a:cxn>
                <a:cxn ang="0">
                  <a:pos x="32" y="176"/>
                </a:cxn>
                <a:cxn ang="0">
                  <a:pos x="26" y="174"/>
                </a:cxn>
                <a:cxn ang="0">
                  <a:pos x="20" y="172"/>
                </a:cxn>
                <a:cxn ang="0">
                  <a:pos x="18" y="166"/>
                </a:cxn>
                <a:cxn ang="0">
                  <a:pos x="16" y="160"/>
                </a:cxn>
                <a:cxn ang="0">
                  <a:pos x="16" y="32"/>
                </a:cxn>
                <a:cxn ang="0">
                  <a:pos x="16" y="32"/>
                </a:cxn>
                <a:cxn ang="0">
                  <a:pos x="18" y="26"/>
                </a:cxn>
                <a:cxn ang="0">
                  <a:pos x="20" y="20"/>
                </a:cxn>
                <a:cxn ang="0">
                  <a:pos x="26" y="18"/>
                </a:cxn>
                <a:cxn ang="0">
                  <a:pos x="32" y="16"/>
                </a:cxn>
                <a:cxn ang="0">
                  <a:pos x="184" y="16"/>
                </a:cxn>
                <a:cxn ang="0">
                  <a:pos x="184" y="16"/>
                </a:cxn>
                <a:cxn ang="0">
                  <a:pos x="192" y="18"/>
                </a:cxn>
                <a:cxn ang="0">
                  <a:pos x="198" y="24"/>
                </a:cxn>
                <a:cxn ang="0">
                  <a:pos x="238" y="88"/>
                </a:cxn>
                <a:cxn ang="0">
                  <a:pos x="238" y="88"/>
                </a:cxn>
                <a:cxn ang="0">
                  <a:pos x="240" y="92"/>
                </a:cxn>
                <a:cxn ang="0">
                  <a:pos x="240" y="96"/>
                </a:cxn>
                <a:cxn ang="0">
                  <a:pos x="240" y="100"/>
                </a:cxn>
                <a:cxn ang="0">
                  <a:pos x="238" y="104"/>
                </a:cxn>
              </a:cxnLst>
              <a:rect l="0" t="0" r="r" b="b"/>
              <a:pathLst>
                <a:path w="256" h="192">
                  <a:moveTo>
                    <a:pt x="252" y="80"/>
                  </a:moveTo>
                  <a:lnTo>
                    <a:pt x="212" y="16"/>
                  </a:lnTo>
                  <a:lnTo>
                    <a:pt x="212" y="16"/>
                  </a:lnTo>
                  <a:lnTo>
                    <a:pt x="206" y="8"/>
                  </a:lnTo>
                  <a:lnTo>
                    <a:pt x="200" y="4"/>
                  </a:lnTo>
                  <a:lnTo>
                    <a:pt x="192" y="2"/>
                  </a:lnTo>
                  <a:lnTo>
                    <a:pt x="184" y="0"/>
                  </a:lnTo>
                  <a:lnTo>
                    <a:pt x="32" y="0"/>
                  </a:lnTo>
                  <a:lnTo>
                    <a:pt x="32" y="0"/>
                  </a:lnTo>
                  <a:lnTo>
                    <a:pt x="26" y="0"/>
                  </a:lnTo>
                  <a:lnTo>
                    <a:pt x="20" y="2"/>
                  </a:lnTo>
                  <a:lnTo>
                    <a:pt x="10" y="10"/>
                  </a:lnTo>
                  <a:lnTo>
                    <a:pt x="2" y="20"/>
                  </a:lnTo>
                  <a:lnTo>
                    <a:pt x="0" y="26"/>
                  </a:lnTo>
                  <a:lnTo>
                    <a:pt x="0" y="32"/>
                  </a:lnTo>
                  <a:lnTo>
                    <a:pt x="0" y="160"/>
                  </a:lnTo>
                  <a:lnTo>
                    <a:pt x="0" y="160"/>
                  </a:lnTo>
                  <a:lnTo>
                    <a:pt x="0" y="166"/>
                  </a:lnTo>
                  <a:lnTo>
                    <a:pt x="2" y="172"/>
                  </a:lnTo>
                  <a:lnTo>
                    <a:pt x="10" y="182"/>
                  </a:lnTo>
                  <a:lnTo>
                    <a:pt x="20" y="190"/>
                  </a:lnTo>
                  <a:lnTo>
                    <a:pt x="26" y="192"/>
                  </a:lnTo>
                  <a:lnTo>
                    <a:pt x="32" y="192"/>
                  </a:lnTo>
                  <a:lnTo>
                    <a:pt x="184" y="192"/>
                  </a:lnTo>
                  <a:lnTo>
                    <a:pt x="184" y="192"/>
                  </a:lnTo>
                  <a:lnTo>
                    <a:pt x="192" y="190"/>
                  </a:lnTo>
                  <a:lnTo>
                    <a:pt x="200" y="188"/>
                  </a:lnTo>
                  <a:lnTo>
                    <a:pt x="206" y="184"/>
                  </a:lnTo>
                  <a:lnTo>
                    <a:pt x="212" y="176"/>
                  </a:lnTo>
                  <a:lnTo>
                    <a:pt x="252" y="112"/>
                  </a:lnTo>
                  <a:lnTo>
                    <a:pt x="252" y="112"/>
                  </a:lnTo>
                  <a:lnTo>
                    <a:pt x="254" y="104"/>
                  </a:lnTo>
                  <a:lnTo>
                    <a:pt x="256" y="96"/>
                  </a:lnTo>
                  <a:lnTo>
                    <a:pt x="254" y="88"/>
                  </a:lnTo>
                  <a:lnTo>
                    <a:pt x="252" y="80"/>
                  </a:lnTo>
                  <a:close/>
                  <a:moveTo>
                    <a:pt x="238" y="104"/>
                  </a:moveTo>
                  <a:lnTo>
                    <a:pt x="198" y="168"/>
                  </a:lnTo>
                  <a:lnTo>
                    <a:pt x="198" y="168"/>
                  </a:lnTo>
                  <a:lnTo>
                    <a:pt x="192" y="174"/>
                  </a:lnTo>
                  <a:lnTo>
                    <a:pt x="184" y="176"/>
                  </a:lnTo>
                  <a:lnTo>
                    <a:pt x="32" y="176"/>
                  </a:lnTo>
                  <a:lnTo>
                    <a:pt x="32" y="176"/>
                  </a:lnTo>
                  <a:lnTo>
                    <a:pt x="26" y="174"/>
                  </a:lnTo>
                  <a:lnTo>
                    <a:pt x="20" y="172"/>
                  </a:lnTo>
                  <a:lnTo>
                    <a:pt x="18" y="166"/>
                  </a:lnTo>
                  <a:lnTo>
                    <a:pt x="16" y="160"/>
                  </a:lnTo>
                  <a:lnTo>
                    <a:pt x="16" y="32"/>
                  </a:lnTo>
                  <a:lnTo>
                    <a:pt x="16" y="32"/>
                  </a:lnTo>
                  <a:lnTo>
                    <a:pt x="18" y="26"/>
                  </a:lnTo>
                  <a:lnTo>
                    <a:pt x="20" y="20"/>
                  </a:lnTo>
                  <a:lnTo>
                    <a:pt x="26" y="18"/>
                  </a:lnTo>
                  <a:lnTo>
                    <a:pt x="32" y="16"/>
                  </a:lnTo>
                  <a:lnTo>
                    <a:pt x="184" y="16"/>
                  </a:lnTo>
                  <a:lnTo>
                    <a:pt x="184" y="16"/>
                  </a:lnTo>
                  <a:lnTo>
                    <a:pt x="192" y="18"/>
                  </a:lnTo>
                  <a:lnTo>
                    <a:pt x="198" y="24"/>
                  </a:lnTo>
                  <a:lnTo>
                    <a:pt x="238" y="88"/>
                  </a:lnTo>
                  <a:lnTo>
                    <a:pt x="238" y="88"/>
                  </a:lnTo>
                  <a:lnTo>
                    <a:pt x="240" y="92"/>
                  </a:lnTo>
                  <a:lnTo>
                    <a:pt x="240" y="96"/>
                  </a:lnTo>
                  <a:lnTo>
                    <a:pt x="240" y="100"/>
                  </a:lnTo>
                  <a:lnTo>
                    <a:pt x="238" y="10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85" name="Freeform 95"/>
            <p:cNvSpPr>
              <a:spLocks noEditPoints="1"/>
            </p:cNvSpPr>
            <p:nvPr/>
          </p:nvSpPr>
          <p:spPr bwMode="auto">
            <a:xfrm>
              <a:off x="2590800" y="2940050"/>
              <a:ext cx="76200" cy="76200"/>
            </a:xfrm>
            <a:custGeom>
              <a:avLst/>
              <a:gdLst/>
              <a:ahLst/>
              <a:cxnLst>
                <a:cxn ang="0">
                  <a:pos x="24" y="0"/>
                </a:cxn>
                <a:cxn ang="0">
                  <a:pos x="24" y="0"/>
                </a:cxn>
                <a:cxn ang="0">
                  <a:pos x="14" y="2"/>
                </a:cxn>
                <a:cxn ang="0">
                  <a:pos x="8" y="8"/>
                </a:cxn>
                <a:cxn ang="0">
                  <a:pos x="2" y="14"/>
                </a:cxn>
                <a:cxn ang="0">
                  <a:pos x="0" y="24"/>
                </a:cxn>
                <a:cxn ang="0">
                  <a:pos x="0" y="24"/>
                </a:cxn>
                <a:cxn ang="0">
                  <a:pos x="2" y="34"/>
                </a:cxn>
                <a:cxn ang="0">
                  <a:pos x="8" y="40"/>
                </a:cxn>
                <a:cxn ang="0">
                  <a:pos x="14" y="46"/>
                </a:cxn>
                <a:cxn ang="0">
                  <a:pos x="24" y="48"/>
                </a:cxn>
                <a:cxn ang="0">
                  <a:pos x="24" y="48"/>
                </a:cxn>
                <a:cxn ang="0">
                  <a:pos x="34" y="46"/>
                </a:cxn>
                <a:cxn ang="0">
                  <a:pos x="40" y="40"/>
                </a:cxn>
                <a:cxn ang="0">
                  <a:pos x="46" y="34"/>
                </a:cxn>
                <a:cxn ang="0">
                  <a:pos x="48" y="24"/>
                </a:cxn>
                <a:cxn ang="0">
                  <a:pos x="48" y="24"/>
                </a:cxn>
                <a:cxn ang="0">
                  <a:pos x="46" y="14"/>
                </a:cxn>
                <a:cxn ang="0">
                  <a:pos x="40" y="8"/>
                </a:cxn>
                <a:cxn ang="0">
                  <a:pos x="34" y="2"/>
                </a:cxn>
                <a:cxn ang="0">
                  <a:pos x="24" y="0"/>
                </a:cxn>
                <a:cxn ang="0">
                  <a:pos x="24" y="40"/>
                </a:cxn>
                <a:cxn ang="0">
                  <a:pos x="24" y="40"/>
                </a:cxn>
                <a:cxn ang="0">
                  <a:pos x="18" y="38"/>
                </a:cxn>
                <a:cxn ang="0">
                  <a:pos x="12" y="36"/>
                </a:cxn>
                <a:cxn ang="0">
                  <a:pos x="10" y="30"/>
                </a:cxn>
                <a:cxn ang="0">
                  <a:pos x="8" y="24"/>
                </a:cxn>
                <a:cxn ang="0">
                  <a:pos x="8" y="24"/>
                </a:cxn>
                <a:cxn ang="0">
                  <a:pos x="10" y="18"/>
                </a:cxn>
                <a:cxn ang="0">
                  <a:pos x="12" y="12"/>
                </a:cxn>
                <a:cxn ang="0">
                  <a:pos x="18" y="10"/>
                </a:cxn>
                <a:cxn ang="0">
                  <a:pos x="24" y="8"/>
                </a:cxn>
                <a:cxn ang="0">
                  <a:pos x="24" y="8"/>
                </a:cxn>
                <a:cxn ang="0">
                  <a:pos x="30" y="10"/>
                </a:cxn>
                <a:cxn ang="0">
                  <a:pos x="36" y="12"/>
                </a:cxn>
                <a:cxn ang="0">
                  <a:pos x="38" y="18"/>
                </a:cxn>
                <a:cxn ang="0">
                  <a:pos x="40" y="24"/>
                </a:cxn>
                <a:cxn ang="0">
                  <a:pos x="40" y="24"/>
                </a:cxn>
                <a:cxn ang="0">
                  <a:pos x="38" y="30"/>
                </a:cxn>
                <a:cxn ang="0">
                  <a:pos x="36" y="36"/>
                </a:cxn>
                <a:cxn ang="0">
                  <a:pos x="30" y="38"/>
                </a:cxn>
                <a:cxn ang="0">
                  <a:pos x="24" y="40"/>
                </a:cxn>
              </a:cxnLst>
              <a:rect l="0" t="0" r="r" b="b"/>
              <a:pathLst>
                <a:path w="48" h="48">
                  <a:moveTo>
                    <a:pt x="24" y="0"/>
                  </a:moveTo>
                  <a:lnTo>
                    <a:pt x="24" y="0"/>
                  </a:lnTo>
                  <a:lnTo>
                    <a:pt x="14" y="2"/>
                  </a:lnTo>
                  <a:lnTo>
                    <a:pt x="8" y="8"/>
                  </a:lnTo>
                  <a:lnTo>
                    <a:pt x="2" y="14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2" y="34"/>
                  </a:lnTo>
                  <a:lnTo>
                    <a:pt x="8" y="40"/>
                  </a:lnTo>
                  <a:lnTo>
                    <a:pt x="14" y="46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34" y="46"/>
                  </a:lnTo>
                  <a:lnTo>
                    <a:pt x="40" y="40"/>
                  </a:lnTo>
                  <a:lnTo>
                    <a:pt x="46" y="34"/>
                  </a:lnTo>
                  <a:lnTo>
                    <a:pt x="48" y="24"/>
                  </a:lnTo>
                  <a:lnTo>
                    <a:pt x="48" y="24"/>
                  </a:lnTo>
                  <a:lnTo>
                    <a:pt x="46" y="14"/>
                  </a:lnTo>
                  <a:lnTo>
                    <a:pt x="40" y="8"/>
                  </a:lnTo>
                  <a:lnTo>
                    <a:pt x="34" y="2"/>
                  </a:lnTo>
                  <a:lnTo>
                    <a:pt x="24" y="0"/>
                  </a:lnTo>
                  <a:close/>
                  <a:moveTo>
                    <a:pt x="24" y="40"/>
                  </a:moveTo>
                  <a:lnTo>
                    <a:pt x="24" y="40"/>
                  </a:lnTo>
                  <a:lnTo>
                    <a:pt x="18" y="38"/>
                  </a:lnTo>
                  <a:lnTo>
                    <a:pt x="12" y="36"/>
                  </a:lnTo>
                  <a:lnTo>
                    <a:pt x="10" y="30"/>
                  </a:lnTo>
                  <a:lnTo>
                    <a:pt x="8" y="24"/>
                  </a:lnTo>
                  <a:lnTo>
                    <a:pt x="8" y="24"/>
                  </a:lnTo>
                  <a:lnTo>
                    <a:pt x="10" y="18"/>
                  </a:lnTo>
                  <a:lnTo>
                    <a:pt x="12" y="12"/>
                  </a:lnTo>
                  <a:lnTo>
                    <a:pt x="18" y="10"/>
                  </a:lnTo>
                  <a:lnTo>
                    <a:pt x="24" y="8"/>
                  </a:lnTo>
                  <a:lnTo>
                    <a:pt x="24" y="8"/>
                  </a:lnTo>
                  <a:lnTo>
                    <a:pt x="30" y="10"/>
                  </a:lnTo>
                  <a:lnTo>
                    <a:pt x="36" y="12"/>
                  </a:lnTo>
                  <a:lnTo>
                    <a:pt x="38" y="18"/>
                  </a:lnTo>
                  <a:lnTo>
                    <a:pt x="40" y="24"/>
                  </a:lnTo>
                  <a:lnTo>
                    <a:pt x="40" y="24"/>
                  </a:lnTo>
                  <a:lnTo>
                    <a:pt x="38" y="30"/>
                  </a:lnTo>
                  <a:lnTo>
                    <a:pt x="36" y="36"/>
                  </a:lnTo>
                  <a:lnTo>
                    <a:pt x="30" y="38"/>
                  </a:lnTo>
                  <a:lnTo>
                    <a:pt x="24" y="4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</p:grpSp>
      <p:grpSp>
        <p:nvGrpSpPr>
          <p:cNvPr id="35" name="Group 34"/>
          <p:cNvGrpSpPr/>
          <p:nvPr/>
        </p:nvGrpSpPr>
        <p:grpSpPr>
          <a:xfrm>
            <a:off x="4512424" y="2590112"/>
            <a:ext cx="465099" cy="465099"/>
            <a:chOff x="5588000" y="1962150"/>
            <a:chExt cx="406400" cy="406400"/>
          </a:xfrm>
          <a:solidFill>
            <a:schemeClr val="tx2"/>
          </a:solidFill>
        </p:grpSpPr>
        <p:sp>
          <p:nvSpPr>
            <p:cNvPr id="81" name="Freeform 106"/>
            <p:cNvSpPr>
              <a:spLocks noEditPoints="1"/>
            </p:cNvSpPr>
            <p:nvPr/>
          </p:nvSpPr>
          <p:spPr bwMode="auto">
            <a:xfrm>
              <a:off x="5588000" y="1962150"/>
              <a:ext cx="406400" cy="406400"/>
            </a:xfrm>
            <a:custGeom>
              <a:avLst/>
              <a:gdLst/>
              <a:ahLst/>
              <a:cxnLst>
                <a:cxn ang="0">
                  <a:pos x="214" y="86"/>
                </a:cxn>
                <a:cxn ang="0">
                  <a:pos x="230" y="54"/>
                </a:cxn>
                <a:cxn ang="0">
                  <a:pos x="210" y="30"/>
                </a:cxn>
                <a:cxn ang="0">
                  <a:pos x="194" y="26"/>
                </a:cxn>
                <a:cxn ang="0">
                  <a:pos x="160" y="38"/>
                </a:cxn>
                <a:cxn ang="0">
                  <a:pos x="150" y="4"/>
                </a:cxn>
                <a:cxn ang="0">
                  <a:pos x="118" y="0"/>
                </a:cxn>
                <a:cxn ang="0">
                  <a:pos x="102" y="12"/>
                </a:cxn>
                <a:cxn ang="0">
                  <a:pos x="66" y="28"/>
                </a:cxn>
                <a:cxn ang="0">
                  <a:pos x="56" y="26"/>
                </a:cxn>
                <a:cxn ang="0">
                  <a:pos x="30" y="46"/>
                </a:cxn>
                <a:cxn ang="0">
                  <a:pos x="28" y="66"/>
                </a:cxn>
                <a:cxn ang="0">
                  <a:pos x="12" y="102"/>
                </a:cxn>
                <a:cxn ang="0">
                  <a:pos x="0" y="112"/>
                </a:cxn>
                <a:cxn ang="0">
                  <a:pos x="0" y="144"/>
                </a:cxn>
                <a:cxn ang="0">
                  <a:pos x="38" y="160"/>
                </a:cxn>
                <a:cxn ang="0">
                  <a:pos x="28" y="190"/>
                </a:cxn>
                <a:cxn ang="0">
                  <a:pos x="30" y="210"/>
                </a:cxn>
                <a:cxn ang="0">
                  <a:pos x="56" y="230"/>
                </a:cxn>
                <a:cxn ang="0">
                  <a:pos x="86" y="214"/>
                </a:cxn>
                <a:cxn ang="0">
                  <a:pos x="102" y="244"/>
                </a:cxn>
                <a:cxn ang="0">
                  <a:pos x="118" y="256"/>
                </a:cxn>
                <a:cxn ang="0">
                  <a:pos x="150" y="252"/>
                </a:cxn>
                <a:cxn ang="0">
                  <a:pos x="160" y="218"/>
                </a:cxn>
                <a:cxn ang="0">
                  <a:pos x="194" y="230"/>
                </a:cxn>
                <a:cxn ang="0">
                  <a:pos x="210" y="226"/>
                </a:cxn>
                <a:cxn ang="0">
                  <a:pos x="230" y="202"/>
                </a:cxn>
                <a:cxn ang="0">
                  <a:pos x="214" y="170"/>
                </a:cxn>
                <a:cxn ang="0">
                  <a:pos x="248" y="152"/>
                </a:cxn>
                <a:cxn ang="0">
                  <a:pos x="256" y="118"/>
                </a:cxn>
                <a:cxn ang="0">
                  <a:pos x="248" y="104"/>
                </a:cxn>
                <a:cxn ang="0">
                  <a:pos x="208" y="148"/>
                </a:cxn>
                <a:cxn ang="0">
                  <a:pos x="200" y="162"/>
                </a:cxn>
                <a:cxn ang="0">
                  <a:pos x="200" y="214"/>
                </a:cxn>
                <a:cxn ang="0">
                  <a:pos x="170" y="198"/>
                </a:cxn>
                <a:cxn ang="0">
                  <a:pos x="154" y="204"/>
                </a:cxn>
                <a:cxn ang="0">
                  <a:pos x="138" y="240"/>
                </a:cxn>
                <a:cxn ang="0">
                  <a:pos x="108" y="208"/>
                </a:cxn>
                <a:cxn ang="0">
                  <a:pos x="94" y="200"/>
                </a:cxn>
                <a:cxn ang="0">
                  <a:pos x="78" y="202"/>
                </a:cxn>
                <a:cxn ang="0">
                  <a:pos x="54" y="178"/>
                </a:cxn>
                <a:cxn ang="0">
                  <a:pos x="52" y="154"/>
                </a:cxn>
                <a:cxn ang="0">
                  <a:pos x="16" y="138"/>
                </a:cxn>
                <a:cxn ang="0">
                  <a:pos x="48" y="108"/>
                </a:cxn>
                <a:cxn ang="0">
                  <a:pos x="56" y="94"/>
                </a:cxn>
                <a:cxn ang="0">
                  <a:pos x="56" y="42"/>
                </a:cxn>
                <a:cxn ang="0">
                  <a:pos x="86" y="58"/>
                </a:cxn>
                <a:cxn ang="0">
                  <a:pos x="102" y="52"/>
                </a:cxn>
                <a:cxn ang="0">
                  <a:pos x="118" y="16"/>
                </a:cxn>
                <a:cxn ang="0">
                  <a:pos x="148" y="48"/>
                </a:cxn>
                <a:cxn ang="0">
                  <a:pos x="162" y="56"/>
                </a:cxn>
                <a:cxn ang="0">
                  <a:pos x="178" y="54"/>
                </a:cxn>
                <a:cxn ang="0">
                  <a:pos x="202" y="78"/>
                </a:cxn>
                <a:cxn ang="0">
                  <a:pos x="204" y="102"/>
                </a:cxn>
                <a:cxn ang="0">
                  <a:pos x="240" y="118"/>
                </a:cxn>
              </a:cxnLst>
              <a:rect l="0" t="0" r="r" b="b"/>
              <a:pathLst>
                <a:path w="256" h="256">
                  <a:moveTo>
                    <a:pt x="244" y="102"/>
                  </a:moveTo>
                  <a:lnTo>
                    <a:pt x="218" y="96"/>
                  </a:lnTo>
                  <a:lnTo>
                    <a:pt x="218" y="96"/>
                  </a:lnTo>
                  <a:lnTo>
                    <a:pt x="214" y="86"/>
                  </a:lnTo>
                  <a:lnTo>
                    <a:pt x="228" y="66"/>
                  </a:lnTo>
                  <a:lnTo>
                    <a:pt x="228" y="66"/>
                  </a:lnTo>
                  <a:lnTo>
                    <a:pt x="230" y="60"/>
                  </a:lnTo>
                  <a:lnTo>
                    <a:pt x="230" y="54"/>
                  </a:lnTo>
                  <a:lnTo>
                    <a:pt x="230" y="50"/>
                  </a:lnTo>
                  <a:lnTo>
                    <a:pt x="226" y="46"/>
                  </a:lnTo>
                  <a:lnTo>
                    <a:pt x="210" y="30"/>
                  </a:lnTo>
                  <a:lnTo>
                    <a:pt x="210" y="30"/>
                  </a:lnTo>
                  <a:lnTo>
                    <a:pt x="206" y="26"/>
                  </a:lnTo>
                  <a:lnTo>
                    <a:pt x="200" y="26"/>
                  </a:lnTo>
                  <a:lnTo>
                    <a:pt x="200" y="26"/>
                  </a:lnTo>
                  <a:lnTo>
                    <a:pt x="194" y="26"/>
                  </a:lnTo>
                  <a:lnTo>
                    <a:pt x="190" y="28"/>
                  </a:lnTo>
                  <a:lnTo>
                    <a:pt x="170" y="42"/>
                  </a:lnTo>
                  <a:lnTo>
                    <a:pt x="170" y="42"/>
                  </a:lnTo>
                  <a:lnTo>
                    <a:pt x="160" y="38"/>
                  </a:lnTo>
                  <a:lnTo>
                    <a:pt x="154" y="12"/>
                  </a:lnTo>
                  <a:lnTo>
                    <a:pt x="154" y="12"/>
                  </a:lnTo>
                  <a:lnTo>
                    <a:pt x="152" y="8"/>
                  </a:lnTo>
                  <a:lnTo>
                    <a:pt x="150" y="4"/>
                  </a:lnTo>
                  <a:lnTo>
                    <a:pt x="144" y="0"/>
                  </a:lnTo>
                  <a:lnTo>
                    <a:pt x="138" y="0"/>
                  </a:lnTo>
                  <a:lnTo>
                    <a:pt x="118" y="0"/>
                  </a:lnTo>
                  <a:lnTo>
                    <a:pt x="118" y="0"/>
                  </a:lnTo>
                  <a:lnTo>
                    <a:pt x="112" y="0"/>
                  </a:lnTo>
                  <a:lnTo>
                    <a:pt x="106" y="4"/>
                  </a:lnTo>
                  <a:lnTo>
                    <a:pt x="104" y="8"/>
                  </a:lnTo>
                  <a:lnTo>
                    <a:pt x="102" y="12"/>
                  </a:lnTo>
                  <a:lnTo>
                    <a:pt x="96" y="38"/>
                  </a:lnTo>
                  <a:lnTo>
                    <a:pt x="96" y="38"/>
                  </a:lnTo>
                  <a:lnTo>
                    <a:pt x="86" y="42"/>
                  </a:lnTo>
                  <a:lnTo>
                    <a:pt x="66" y="28"/>
                  </a:lnTo>
                  <a:lnTo>
                    <a:pt x="66" y="28"/>
                  </a:lnTo>
                  <a:lnTo>
                    <a:pt x="62" y="26"/>
                  </a:lnTo>
                  <a:lnTo>
                    <a:pt x="56" y="26"/>
                  </a:lnTo>
                  <a:lnTo>
                    <a:pt x="56" y="26"/>
                  </a:lnTo>
                  <a:lnTo>
                    <a:pt x="50" y="26"/>
                  </a:lnTo>
                  <a:lnTo>
                    <a:pt x="46" y="30"/>
                  </a:lnTo>
                  <a:lnTo>
                    <a:pt x="30" y="46"/>
                  </a:lnTo>
                  <a:lnTo>
                    <a:pt x="30" y="46"/>
                  </a:lnTo>
                  <a:lnTo>
                    <a:pt x="26" y="50"/>
                  </a:lnTo>
                  <a:lnTo>
                    <a:pt x="26" y="54"/>
                  </a:lnTo>
                  <a:lnTo>
                    <a:pt x="26" y="60"/>
                  </a:lnTo>
                  <a:lnTo>
                    <a:pt x="28" y="66"/>
                  </a:lnTo>
                  <a:lnTo>
                    <a:pt x="42" y="86"/>
                  </a:lnTo>
                  <a:lnTo>
                    <a:pt x="42" y="86"/>
                  </a:lnTo>
                  <a:lnTo>
                    <a:pt x="38" y="96"/>
                  </a:lnTo>
                  <a:lnTo>
                    <a:pt x="12" y="102"/>
                  </a:lnTo>
                  <a:lnTo>
                    <a:pt x="12" y="102"/>
                  </a:lnTo>
                  <a:lnTo>
                    <a:pt x="8" y="104"/>
                  </a:lnTo>
                  <a:lnTo>
                    <a:pt x="4" y="106"/>
                  </a:lnTo>
                  <a:lnTo>
                    <a:pt x="0" y="112"/>
                  </a:lnTo>
                  <a:lnTo>
                    <a:pt x="0" y="118"/>
                  </a:lnTo>
                  <a:lnTo>
                    <a:pt x="0" y="138"/>
                  </a:lnTo>
                  <a:lnTo>
                    <a:pt x="0" y="138"/>
                  </a:lnTo>
                  <a:lnTo>
                    <a:pt x="0" y="144"/>
                  </a:lnTo>
                  <a:lnTo>
                    <a:pt x="4" y="150"/>
                  </a:lnTo>
                  <a:lnTo>
                    <a:pt x="8" y="152"/>
                  </a:lnTo>
                  <a:lnTo>
                    <a:pt x="12" y="154"/>
                  </a:lnTo>
                  <a:lnTo>
                    <a:pt x="38" y="160"/>
                  </a:lnTo>
                  <a:lnTo>
                    <a:pt x="38" y="160"/>
                  </a:lnTo>
                  <a:lnTo>
                    <a:pt x="42" y="170"/>
                  </a:lnTo>
                  <a:lnTo>
                    <a:pt x="28" y="190"/>
                  </a:lnTo>
                  <a:lnTo>
                    <a:pt x="28" y="190"/>
                  </a:lnTo>
                  <a:lnTo>
                    <a:pt x="26" y="196"/>
                  </a:lnTo>
                  <a:lnTo>
                    <a:pt x="26" y="202"/>
                  </a:lnTo>
                  <a:lnTo>
                    <a:pt x="26" y="206"/>
                  </a:lnTo>
                  <a:lnTo>
                    <a:pt x="30" y="210"/>
                  </a:lnTo>
                  <a:lnTo>
                    <a:pt x="46" y="226"/>
                  </a:lnTo>
                  <a:lnTo>
                    <a:pt x="46" y="226"/>
                  </a:lnTo>
                  <a:lnTo>
                    <a:pt x="50" y="230"/>
                  </a:lnTo>
                  <a:lnTo>
                    <a:pt x="56" y="230"/>
                  </a:lnTo>
                  <a:lnTo>
                    <a:pt x="56" y="230"/>
                  </a:lnTo>
                  <a:lnTo>
                    <a:pt x="62" y="230"/>
                  </a:lnTo>
                  <a:lnTo>
                    <a:pt x="66" y="228"/>
                  </a:lnTo>
                  <a:lnTo>
                    <a:pt x="86" y="214"/>
                  </a:lnTo>
                  <a:lnTo>
                    <a:pt x="86" y="214"/>
                  </a:lnTo>
                  <a:lnTo>
                    <a:pt x="96" y="218"/>
                  </a:lnTo>
                  <a:lnTo>
                    <a:pt x="102" y="244"/>
                  </a:lnTo>
                  <a:lnTo>
                    <a:pt x="102" y="244"/>
                  </a:lnTo>
                  <a:lnTo>
                    <a:pt x="104" y="248"/>
                  </a:lnTo>
                  <a:lnTo>
                    <a:pt x="106" y="252"/>
                  </a:lnTo>
                  <a:lnTo>
                    <a:pt x="112" y="256"/>
                  </a:lnTo>
                  <a:lnTo>
                    <a:pt x="118" y="256"/>
                  </a:lnTo>
                  <a:lnTo>
                    <a:pt x="138" y="256"/>
                  </a:lnTo>
                  <a:lnTo>
                    <a:pt x="138" y="256"/>
                  </a:lnTo>
                  <a:lnTo>
                    <a:pt x="144" y="256"/>
                  </a:lnTo>
                  <a:lnTo>
                    <a:pt x="150" y="252"/>
                  </a:lnTo>
                  <a:lnTo>
                    <a:pt x="152" y="248"/>
                  </a:lnTo>
                  <a:lnTo>
                    <a:pt x="154" y="244"/>
                  </a:lnTo>
                  <a:lnTo>
                    <a:pt x="160" y="218"/>
                  </a:lnTo>
                  <a:lnTo>
                    <a:pt x="160" y="218"/>
                  </a:lnTo>
                  <a:lnTo>
                    <a:pt x="170" y="214"/>
                  </a:lnTo>
                  <a:lnTo>
                    <a:pt x="190" y="228"/>
                  </a:lnTo>
                  <a:lnTo>
                    <a:pt x="190" y="228"/>
                  </a:lnTo>
                  <a:lnTo>
                    <a:pt x="194" y="230"/>
                  </a:lnTo>
                  <a:lnTo>
                    <a:pt x="200" y="230"/>
                  </a:lnTo>
                  <a:lnTo>
                    <a:pt x="200" y="230"/>
                  </a:lnTo>
                  <a:lnTo>
                    <a:pt x="206" y="230"/>
                  </a:lnTo>
                  <a:lnTo>
                    <a:pt x="210" y="226"/>
                  </a:lnTo>
                  <a:lnTo>
                    <a:pt x="226" y="210"/>
                  </a:lnTo>
                  <a:lnTo>
                    <a:pt x="226" y="210"/>
                  </a:lnTo>
                  <a:lnTo>
                    <a:pt x="230" y="206"/>
                  </a:lnTo>
                  <a:lnTo>
                    <a:pt x="230" y="202"/>
                  </a:lnTo>
                  <a:lnTo>
                    <a:pt x="230" y="196"/>
                  </a:lnTo>
                  <a:lnTo>
                    <a:pt x="228" y="190"/>
                  </a:lnTo>
                  <a:lnTo>
                    <a:pt x="214" y="170"/>
                  </a:lnTo>
                  <a:lnTo>
                    <a:pt x="214" y="170"/>
                  </a:lnTo>
                  <a:lnTo>
                    <a:pt x="218" y="160"/>
                  </a:lnTo>
                  <a:lnTo>
                    <a:pt x="244" y="154"/>
                  </a:lnTo>
                  <a:lnTo>
                    <a:pt x="244" y="154"/>
                  </a:lnTo>
                  <a:lnTo>
                    <a:pt x="248" y="152"/>
                  </a:lnTo>
                  <a:lnTo>
                    <a:pt x="252" y="150"/>
                  </a:lnTo>
                  <a:lnTo>
                    <a:pt x="256" y="144"/>
                  </a:lnTo>
                  <a:lnTo>
                    <a:pt x="256" y="138"/>
                  </a:lnTo>
                  <a:lnTo>
                    <a:pt x="256" y="118"/>
                  </a:lnTo>
                  <a:lnTo>
                    <a:pt x="256" y="118"/>
                  </a:lnTo>
                  <a:lnTo>
                    <a:pt x="256" y="112"/>
                  </a:lnTo>
                  <a:lnTo>
                    <a:pt x="252" y="106"/>
                  </a:lnTo>
                  <a:lnTo>
                    <a:pt x="248" y="104"/>
                  </a:lnTo>
                  <a:lnTo>
                    <a:pt x="244" y="102"/>
                  </a:lnTo>
                  <a:close/>
                  <a:moveTo>
                    <a:pt x="216" y="144"/>
                  </a:moveTo>
                  <a:lnTo>
                    <a:pt x="216" y="144"/>
                  </a:lnTo>
                  <a:lnTo>
                    <a:pt x="208" y="148"/>
                  </a:lnTo>
                  <a:lnTo>
                    <a:pt x="204" y="154"/>
                  </a:lnTo>
                  <a:lnTo>
                    <a:pt x="204" y="154"/>
                  </a:lnTo>
                  <a:lnTo>
                    <a:pt x="200" y="162"/>
                  </a:lnTo>
                  <a:lnTo>
                    <a:pt x="200" y="162"/>
                  </a:lnTo>
                  <a:lnTo>
                    <a:pt x="198" y="170"/>
                  </a:lnTo>
                  <a:lnTo>
                    <a:pt x="202" y="178"/>
                  </a:lnTo>
                  <a:lnTo>
                    <a:pt x="214" y="200"/>
                  </a:lnTo>
                  <a:lnTo>
                    <a:pt x="200" y="214"/>
                  </a:lnTo>
                  <a:lnTo>
                    <a:pt x="178" y="202"/>
                  </a:lnTo>
                  <a:lnTo>
                    <a:pt x="178" y="202"/>
                  </a:lnTo>
                  <a:lnTo>
                    <a:pt x="174" y="198"/>
                  </a:lnTo>
                  <a:lnTo>
                    <a:pt x="170" y="198"/>
                  </a:lnTo>
                  <a:lnTo>
                    <a:pt x="170" y="198"/>
                  </a:lnTo>
                  <a:lnTo>
                    <a:pt x="162" y="200"/>
                  </a:lnTo>
                  <a:lnTo>
                    <a:pt x="162" y="200"/>
                  </a:lnTo>
                  <a:lnTo>
                    <a:pt x="154" y="204"/>
                  </a:lnTo>
                  <a:lnTo>
                    <a:pt x="154" y="204"/>
                  </a:lnTo>
                  <a:lnTo>
                    <a:pt x="148" y="208"/>
                  </a:lnTo>
                  <a:lnTo>
                    <a:pt x="144" y="216"/>
                  </a:lnTo>
                  <a:lnTo>
                    <a:pt x="138" y="240"/>
                  </a:lnTo>
                  <a:lnTo>
                    <a:pt x="118" y="240"/>
                  </a:lnTo>
                  <a:lnTo>
                    <a:pt x="112" y="216"/>
                  </a:lnTo>
                  <a:lnTo>
                    <a:pt x="112" y="216"/>
                  </a:lnTo>
                  <a:lnTo>
                    <a:pt x="108" y="208"/>
                  </a:lnTo>
                  <a:lnTo>
                    <a:pt x="102" y="204"/>
                  </a:lnTo>
                  <a:lnTo>
                    <a:pt x="102" y="204"/>
                  </a:lnTo>
                  <a:lnTo>
                    <a:pt x="94" y="200"/>
                  </a:lnTo>
                  <a:lnTo>
                    <a:pt x="94" y="200"/>
                  </a:lnTo>
                  <a:lnTo>
                    <a:pt x="86" y="198"/>
                  </a:lnTo>
                  <a:lnTo>
                    <a:pt x="86" y="198"/>
                  </a:lnTo>
                  <a:lnTo>
                    <a:pt x="82" y="198"/>
                  </a:lnTo>
                  <a:lnTo>
                    <a:pt x="78" y="202"/>
                  </a:lnTo>
                  <a:lnTo>
                    <a:pt x="56" y="214"/>
                  </a:lnTo>
                  <a:lnTo>
                    <a:pt x="42" y="200"/>
                  </a:lnTo>
                  <a:lnTo>
                    <a:pt x="54" y="178"/>
                  </a:lnTo>
                  <a:lnTo>
                    <a:pt x="54" y="178"/>
                  </a:lnTo>
                  <a:lnTo>
                    <a:pt x="58" y="170"/>
                  </a:lnTo>
                  <a:lnTo>
                    <a:pt x="56" y="162"/>
                  </a:lnTo>
                  <a:lnTo>
                    <a:pt x="56" y="162"/>
                  </a:lnTo>
                  <a:lnTo>
                    <a:pt x="52" y="154"/>
                  </a:lnTo>
                  <a:lnTo>
                    <a:pt x="52" y="154"/>
                  </a:lnTo>
                  <a:lnTo>
                    <a:pt x="48" y="148"/>
                  </a:lnTo>
                  <a:lnTo>
                    <a:pt x="40" y="144"/>
                  </a:lnTo>
                  <a:lnTo>
                    <a:pt x="16" y="138"/>
                  </a:lnTo>
                  <a:lnTo>
                    <a:pt x="16" y="118"/>
                  </a:lnTo>
                  <a:lnTo>
                    <a:pt x="40" y="112"/>
                  </a:lnTo>
                  <a:lnTo>
                    <a:pt x="40" y="112"/>
                  </a:lnTo>
                  <a:lnTo>
                    <a:pt x="48" y="108"/>
                  </a:lnTo>
                  <a:lnTo>
                    <a:pt x="52" y="102"/>
                  </a:lnTo>
                  <a:lnTo>
                    <a:pt x="52" y="102"/>
                  </a:lnTo>
                  <a:lnTo>
                    <a:pt x="56" y="94"/>
                  </a:lnTo>
                  <a:lnTo>
                    <a:pt x="56" y="94"/>
                  </a:lnTo>
                  <a:lnTo>
                    <a:pt x="58" y="86"/>
                  </a:lnTo>
                  <a:lnTo>
                    <a:pt x="54" y="78"/>
                  </a:lnTo>
                  <a:lnTo>
                    <a:pt x="42" y="56"/>
                  </a:lnTo>
                  <a:lnTo>
                    <a:pt x="56" y="42"/>
                  </a:lnTo>
                  <a:lnTo>
                    <a:pt x="78" y="54"/>
                  </a:lnTo>
                  <a:lnTo>
                    <a:pt x="78" y="54"/>
                  </a:lnTo>
                  <a:lnTo>
                    <a:pt x="82" y="58"/>
                  </a:lnTo>
                  <a:lnTo>
                    <a:pt x="86" y="58"/>
                  </a:lnTo>
                  <a:lnTo>
                    <a:pt x="86" y="58"/>
                  </a:lnTo>
                  <a:lnTo>
                    <a:pt x="94" y="56"/>
                  </a:lnTo>
                  <a:lnTo>
                    <a:pt x="94" y="56"/>
                  </a:lnTo>
                  <a:lnTo>
                    <a:pt x="102" y="52"/>
                  </a:lnTo>
                  <a:lnTo>
                    <a:pt x="102" y="52"/>
                  </a:lnTo>
                  <a:lnTo>
                    <a:pt x="108" y="48"/>
                  </a:lnTo>
                  <a:lnTo>
                    <a:pt x="112" y="40"/>
                  </a:lnTo>
                  <a:lnTo>
                    <a:pt x="118" y="16"/>
                  </a:lnTo>
                  <a:lnTo>
                    <a:pt x="138" y="16"/>
                  </a:lnTo>
                  <a:lnTo>
                    <a:pt x="144" y="40"/>
                  </a:lnTo>
                  <a:lnTo>
                    <a:pt x="144" y="40"/>
                  </a:lnTo>
                  <a:lnTo>
                    <a:pt x="148" y="48"/>
                  </a:lnTo>
                  <a:lnTo>
                    <a:pt x="154" y="52"/>
                  </a:lnTo>
                  <a:lnTo>
                    <a:pt x="154" y="52"/>
                  </a:lnTo>
                  <a:lnTo>
                    <a:pt x="162" y="56"/>
                  </a:lnTo>
                  <a:lnTo>
                    <a:pt x="162" y="56"/>
                  </a:lnTo>
                  <a:lnTo>
                    <a:pt x="170" y="58"/>
                  </a:lnTo>
                  <a:lnTo>
                    <a:pt x="170" y="58"/>
                  </a:lnTo>
                  <a:lnTo>
                    <a:pt x="174" y="58"/>
                  </a:lnTo>
                  <a:lnTo>
                    <a:pt x="178" y="54"/>
                  </a:lnTo>
                  <a:lnTo>
                    <a:pt x="200" y="42"/>
                  </a:lnTo>
                  <a:lnTo>
                    <a:pt x="214" y="56"/>
                  </a:lnTo>
                  <a:lnTo>
                    <a:pt x="202" y="78"/>
                  </a:lnTo>
                  <a:lnTo>
                    <a:pt x="202" y="78"/>
                  </a:lnTo>
                  <a:lnTo>
                    <a:pt x="198" y="86"/>
                  </a:lnTo>
                  <a:lnTo>
                    <a:pt x="200" y="94"/>
                  </a:lnTo>
                  <a:lnTo>
                    <a:pt x="200" y="94"/>
                  </a:lnTo>
                  <a:lnTo>
                    <a:pt x="204" y="102"/>
                  </a:lnTo>
                  <a:lnTo>
                    <a:pt x="204" y="102"/>
                  </a:lnTo>
                  <a:lnTo>
                    <a:pt x="208" y="108"/>
                  </a:lnTo>
                  <a:lnTo>
                    <a:pt x="216" y="112"/>
                  </a:lnTo>
                  <a:lnTo>
                    <a:pt x="240" y="118"/>
                  </a:lnTo>
                  <a:lnTo>
                    <a:pt x="240" y="138"/>
                  </a:lnTo>
                  <a:lnTo>
                    <a:pt x="216" y="14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82" name="Freeform 109"/>
            <p:cNvSpPr>
              <a:spLocks noEditPoints="1"/>
            </p:cNvSpPr>
            <p:nvPr/>
          </p:nvSpPr>
          <p:spPr bwMode="auto">
            <a:xfrm>
              <a:off x="5702300" y="2076450"/>
              <a:ext cx="177800" cy="177800"/>
            </a:xfrm>
            <a:custGeom>
              <a:avLst/>
              <a:gdLst/>
              <a:ahLst/>
              <a:cxnLst>
                <a:cxn ang="0">
                  <a:pos x="56" y="0"/>
                </a:cxn>
                <a:cxn ang="0">
                  <a:pos x="34" y="4"/>
                </a:cxn>
                <a:cxn ang="0">
                  <a:pos x="16" y="16"/>
                </a:cxn>
                <a:cxn ang="0">
                  <a:pos x="4" y="34"/>
                </a:cxn>
                <a:cxn ang="0">
                  <a:pos x="0" y="56"/>
                </a:cxn>
                <a:cxn ang="0">
                  <a:pos x="2" y="68"/>
                </a:cxn>
                <a:cxn ang="0">
                  <a:pos x="10" y="88"/>
                </a:cxn>
                <a:cxn ang="0">
                  <a:pos x="24" y="102"/>
                </a:cxn>
                <a:cxn ang="0">
                  <a:pos x="44" y="110"/>
                </a:cxn>
                <a:cxn ang="0">
                  <a:pos x="56" y="112"/>
                </a:cxn>
                <a:cxn ang="0">
                  <a:pos x="78" y="108"/>
                </a:cxn>
                <a:cxn ang="0">
                  <a:pos x="96" y="96"/>
                </a:cxn>
                <a:cxn ang="0">
                  <a:pos x="108" y="78"/>
                </a:cxn>
                <a:cxn ang="0">
                  <a:pos x="112" y="56"/>
                </a:cxn>
                <a:cxn ang="0">
                  <a:pos x="110" y="44"/>
                </a:cxn>
                <a:cxn ang="0">
                  <a:pos x="102" y="24"/>
                </a:cxn>
                <a:cxn ang="0">
                  <a:pos x="88" y="10"/>
                </a:cxn>
                <a:cxn ang="0">
                  <a:pos x="68" y="2"/>
                </a:cxn>
                <a:cxn ang="0">
                  <a:pos x="56" y="104"/>
                </a:cxn>
                <a:cxn ang="0">
                  <a:pos x="46" y="104"/>
                </a:cxn>
                <a:cxn ang="0">
                  <a:pos x="28" y="96"/>
                </a:cxn>
                <a:cxn ang="0">
                  <a:pos x="16" y="84"/>
                </a:cxn>
                <a:cxn ang="0">
                  <a:pos x="8" y="66"/>
                </a:cxn>
                <a:cxn ang="0">
                  <a:pos x="8" y="56"/>
                </a:cxn>
                <a:cxn ang="0">
                  <a:pos x="10" y="36"/>
                </a:cxn>
                <a:cxn ang="0">
                  <a:pos x="22" y="22"/>
                </a:cxn>
                <a:cxn ang="0">
                  <a:pos x="36" y="10"/>
                </a:cxn>
                <a:cxn ang="0">
                  <a:pos x="56" y="6"/>
                </a:cxn>
                <a:cxn ang="0">
                  <a:pos x="66" y="8"/>
                </a:cxn>
                <a:cxn ang="0">
                  <a:pos x="84" y="16"/>
                </a:cxn>
                <a:cxn ang="0">
                  <a:pos x="96" y="28"/>
                </a:cxn>
                <a:cxn ang="0">
                  <a:pos x="104" y="46"/>
                </a:cxn>
                <a:cxn ang="0">
                  <a:pos x="106" y="56"/>
                </a:cxn>
                <a:cxn ang="0">
                  <a:pos x="102" y="76"/>
                </a:cxn>
                <a:cxn ang="0">
                  <a:pos x="90" y="90"/>
                </a:cxn>
                <a:cxn ang="0">
                  <a:pos x="76" y="102"/>
                </a:cxn>
                <a:cxn ang="0">
                  <a:pos x="56" y="104"/>
                </a:cxn>
              </a:cxnLst>
              <a:rect l="0" t="0" r="r" b="b"/>
              <a:pathLst>
                <a:path w="112" h="112">
                  <a:moveTo>
                    <a:pt x="56" y="0"/>
                  </a:moveTo>
                  <a:lnTo>
                    <a:pt x="56" y="0"/>
                  </a:lnTo>
                  <a:lnTo>
                    <a:pt x="44" y="2"/>
                  </a:lnTo>
                  <a:lnTo>
                    <a:pt x="34" y="4"/>
                  </a:lnTo>
                  <a:lnTo>
                    <a:pt x="24" y="10"/>
                  </a:lnTo>
                  <a:lnTo>
                    <a:pt x="16" y="16"/>
                  </a:lnTo>
                  <a:lnTo>
                    <a:pt x="10" y="24"/>
                  </a:lnTo>
                  <a:lnTo>
                    <a:pt x="4" y="34"/>
                  </a:lnTo>
                  <a:lnTo>
                    <a:pt x="2" y="44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2" y="68"/>
                  </a:lnTo>
                  <a:lnTo>
                    <a:pt x="4" y="78"/>
                  </a:lnTo>
                  <a:lnTo>
                    <a:pt x="10" y="88"/>
                  </a:lnTo>
                  <a:lnTo>
                    <a:pt x="16" y="96"/>
                  </a:lnTo>
                  <a:lnTo>
                    <a:pt x="24" y="102"/>
                  </a:lnTo>
                  <a:lnTo>
                    <a:pt x="34" y="108"/>
                  </a:lnTo>
                  <a:lnTo>
                    <a:pt x="44" y="110"/>
                  </a:lnTo>
                  <a:lnTo>
                    <a:pt x="56" y="112"/>
                  </a:lnTo>
                  <a:lnTo>
                    <a:pt x="56" y="112"/>
                  </a:lnTo>
                  <a:lnTo>
                    <a:pt x="68" y="110"/>
                  </a:lnTo>
                  <a:lnTo>
                    <a:pt x="78" y="108"/>
                  </a:lnTo>
                  <a:lnTo>
                    <a:pt x="88" y="102"/>
                  </a:lnTo>
                  <a:lnTo>
                    <a:pt x="96" y="96"/>
                  </a:lnTo>
                  <a:lnTo>
                    <a:pt x="102" y="88"/>
                  </a:lnTo>
                  <a:lnTo>
                    <a:pt x="108" y="78"/>
                  </a:lnTo>
                  <a:lnTo>
                    <a:pt x="110" y="68"/>
                  </a:lnTo>
                  <a:lnTo>
                    <a:pt x="112" y="56"/>
                  </a:lnTo>
                  <a:lnTo>
                    <a:pt x="112" y="56"/>
                  </a:lnTo>
                  <a:lnTo>
                    <a:pt x="110" y="44"/>
                  </a:lnTo>
                  <a:lnTo>
                    <a:pt x="108" y="34"/>
                  </a:lnTo>
                  <a:lnTo>
                    <a:pt x="102" y="24"/>
                  </a:lnTo>
                  <a:lnTo>
                    <a:pt x="96" y="16"/>
                  </a:lnTo>
                  <a:lnTo>
                    <a:pt x="88" y="10"/>
                  </a:lnTo>
                  <a:lnTo>
                    <a:pt x="78" y="4"/>
                  </a:lnTo>
                  <a:lnTo>
                    <a:pt x="68" y="2"/>
                  </a:lnTo>
                  <a:lnTo>
                    <a:pt x="56" y="0"/>
                  </a:lnTo>
                  <a:close/>
                  <a:moveTo>
                    <a:pt x="56" y="104"/>
                  </a:moveTo>
                  <a:lnTo>
                    <a:pt x="56" y="104"/>
                  </a:lnTo>
                  <a:lnTo>
                    <a:pt x="46" y="104"/>
                  </a:lnTo>
                  <a:lnTo>
                    <a:pt x="36" y="102"/>
                  </a:lnTo>
                  <a:lnTo>
                    <a:pt x="28" y="96"/>
                  </a:lnTo>
                  <a:lnTo>
                    <a:pt x="22" y="90"/>
                  </a:lnTo>
                  <a:lnTo>
                    <a:pt x="16" y="84"/>
                  </a:lnTo>
                  <a:lnTo>
                    <a:pt x="10" y="76"/>
                  </a:lnTo>
                  <a:lnTo>
                    <a:pt x="8" y="66"/>
                  </a:lnTo>
                  <a:lnTo>
                    <a:pt x="8" y="56"/>
                  </a:lnTo>
                  <a:lnTo>
                    <a:pt x="8" y="56"/>
                  </a:lnTo>
                  <a:lnTo>
                    <a:pt x="8" y="46"/>
                  </a:lnTo>
                  <a:lnTo>
                    <a:pt x="10" y="36"/>
                  </a:lnTo>
                  <a:lnTo>
                    <a:pt x="16" y="28"/>
                  </a:lnTo>
                  <a:lnTo>
                    <a:pt x="22" y="22"/>
                  </a:lnTo>
                  <a:lnTo>
                    <a:pt x="28" y="16"/>
                  </a:lnTo>
                  <a:lnTo>
                    <a:pt x="36" y="10"/>
                  </a:lnTo>
                  <a:lnTo>
                    <a:pt x="46" y="8"/>
                  </a:lnTo>
                  <a:lnTo>
                    <a:pt x="56" y="6"/>
                  </a:lnTo>
                  <a:lnTo>
                    <a:pt x="56" y="6"/>
                  </a:lnTo>
                  <a:lnTo>
                    <a:pt x="66" y="8"/>
                  </a:lnTo>
                  <a:lnTo>
                    <a:pt x="76" y="10"/>
                  </a:lnTo>
                  <a:lnTo>
                    <a:pt x="84" y="16"/>
                  </a:lnTo>
                  <a:lnTo>
                    <a:pt x="90" y="22"/>
                  </a:lnTo>
                  <a:lnTo>
                    <a:pt x="96" y="28"/>
                  </a:lnTo>
                  <a:lnTo>
                    <a:pt x="102" y="36"/>
                  </a:lnTo>
                  <a:lnTo>
                    <a:pt x="104" y="46"/>
                  </a:lnTo>
                  <a:lnTo>
                    <a:pt x="106" y="56"/>
                  </a:lnTo>
                  <a:lnTo>
                    <a:pt x="106" y="56"/>
                  </a:lnTo>
                  <a:lnTo>
                    <a:pt x="104" y="66"/>
                  </a:lnTo>
                  <a:lnTo>
                    <a:pt x="102" y="76"/>
                  </a:lnTo>
                  <a:lnTo>
                    <a:pt x="96" y="84"/>
                  </a:lnTo>
                  <a:lnTo>
                    <a:pt x="90" y="90"/>
                  </a:lnTo>
                  <a:lnTo>
                    <a:pt x="84" y="96"/>
                  </a:lnTo>
                  <a:lnTo>
                    <a:pt x="76" y="102"/>
                  </a:lnTo>
                  <a:lnTo>
                    <a:pt x="66" y="104"/>
                  </a:lnTo>
                  <a:lnTo>
                    <a:pt x="56" y="10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83" name="Freeform 112"/>
            <p:cNvSpPr>
              <a:spLocks noEditPoints="1"/>
            </p:cNvSpPr>
            <p:nvPr/>
          </p:nvSpPr>
          <p:spPr bwMode="auto">
            <a:xfrm>
              <a:off x="5740400" y="2114550"/>
              <a:ext cx="101600" cy="101600"/>
            </a:xfrm>
            <a:custGeom>
              <a:avLst/>
              <a:gdLst/>
              <a:ahLst/>
              <a:cxnLst>
                <a:cxn ang="0">
                  <a:pos x="32" y="0"/>
                </a:cxn>
                <a:cxn ang="0">
                  <a:pos x="32" y="0"/>
                </a:cxn>
                <a:cxn ang="0">
                  <a:pos x="26" y="0"/>
                </a:cxn>
                <a:cxn ang="0">
                  <a:pos x="20" y="2"/>
                </a:cxn>
                <a:cxn ang="0">
                  <a:pos x="10" y="10"/>
                </a:cxn>
                <a:cxn ang="0">
                  <a:pos x="2" y="20"/>
                </a:cxn>
                <a:cxn ang="0">
                  <a:pos x="0" y="26"/>
                </a:cxn>
                <a:cxn ang="0">
                  <a:pos x="0" y="32"/>
                </a:cxn>
                <a:cxn ang="0">
                  <a:pos x="0" y="32"/>
                </a:cxn>
                <a:cxn ang="0">
                  <a:pos x="0" y="38"/>
                </a:cxn>
                <a:cxn ang="0">
                  <a:pos x="2" y="44"/>
                </a:cxn>
                <a:cxn ang="0">
                  <a:pos x="10" y="54"/>
                </a:cxn>
                <a:cxn ang="0">
                  <a:pos x="20" y="62"/>
                </a:cxn>
                <a:cxn ang="0">
                  <a:pos x="26" y="64"/>
                </a:cxn>
                <a:cxn ang="0">
                  <a:pos x="32" y="64"/>
                </a:cxn>
                <a:cxn ang="0">
                  <a:pos x="32" y="64"/>
                </a:cxn>
                <a:cxn ang="0">
                  <a:pos x="38" y="64"/>
                </a:cxn>
                <a:cxn ang="0">
                  <a:pos x="44" y="62"/>
                </a:cxn>
                <a:cxn ang="0">
                  <a:pos x="54" y="54"/>
                </a:cxn>
                <a:cxn ang="0">
                  <a:pos x="62" y="44"/>
                </a:cxn>
                <a:cxn ang="0">
                  <a:pos x="64" y="38"/>
                </a:cxn>
                <a:cxn ang="0">
                  <a:pos x="64" y="32"/>
                </a:cxn>
                <a:cxn ang="0">
                  <a:pos x="64" y="32"/>
                </a:cxn>
                <a:cxn ang="0">
                  <a:pos x="64" y="26"/>
                </a:cxn>
                <a:cxn ang="0">
                  <a:pos x="62" y="20"/>
                </a:cxn>
                <a:cxn ang="0">
                  <a:pos x="54" y="10"/>
                </a:cxn>
                <a:cxn ang="0">
                  <a:pos x="44" y="2"/>
                </a:cxn>
                <a:cxn ang="0">
                  <a:pos x="38" y="0"/>
                </a:cxn>
                <a:cxn ang="0">
                  <a:pos x="32" y="0"/>
                </a:cxn>
                <a:cxn ang="0">
                  <a:pos x="32" y="56"/>
                </a:cxn>
                <a:cxn ang="0">
                  <a:pos x="32" y="56"/>
                </a:cxn>
                <a:cxn ang="0">
                  <a:pos x="22" y="54"/>
                </a:cxn>
                <a:cxn ang="0">
                  <a:pos x="16" y="48"/>
                </a:cxn>
                <a:cxn ang="0">
                  <a:pos x="10" y="42"/>
                </a:cxn>
                <a:cxn ang="0">
                  <a:pos x="8" y="32"/>
                </a:cxn>
                <a:cxn ang="0">
                  <a:pos x="8" y="32"/>
                </a:cxn>
                <a:cxn ang="0">
                  <a:pos x="10" y="22"/>
                </a:cxn>
                <a:cxn ang="0">
                  <a:pos x="16" y="16"/>
                </a:cxn>
                <a:cxn ang="0">
                  <a:pos x="22" y="10"/>
                </a:cxn>
                <a:cxn ang="0">
                  <a:pos x="32" y="8"/>
                </a:cxn>
                <a:cxn ang="0">
                  <a:pos x="32" y="8"/>
                </a:cxn>
                <a:cxn ang="0">
                  <a:pos x="42" y="10"/>
                </a:cxn>
                <a:cxn ang="0">
                  <a:pos x="48" y="16"/>
                </a:cxn>
                <a:cxn ang="0">
                  <a:pos x="54" y="22"/>
                </a:cxn>
                <a:cxn ang="0">
                  <a:pos x="56" y="32"/>
                </a:cxn>
                <a:cxn ang="0">
                  <a:pos x="56" y="32"/>
                </a:cxn>
                <a:cxn ang="0">
                  <a:pos x="54" y="42"/>
                </a:cxn>
                <a:cxn ang="0">
                  <a:pos x="48" y="48"/>
                </a:cxn>
                <a:cxn ang="0">
                  <a:pos x="42" y="54"/>
                </a:cxn>
                <a:cxn ang="0">
                  <a:pos x="32" y="56"/>
                </a:cxn>
              </a:cxnLst>
              <a:rect l="0" t="0" r="r" b="b"/>
              <a:pathLst>
                <a:path w="64" h="64">
                  <a:moveTo>
                    <a:pt x="32" y="0"/>
                  </a:moveTo>
                  <a:lnTo>
                    <a:pt x="32" y="0"/>
                  </a:lnTo>
                  <a:lnTo>
                    <a:pt x="26" y="0"/>
                  </a:lnTo>
                  <a:lnTo>
                    <a:pt x="20" y="2"/>
                  </a:lnTo>
                  <a:lnTo>
                    <a:pt x="10" y="10"/>
                  </a:lnTo>
                  <a:lnTo>
                    <a:pt x="2" y="20"/>
                  </a:lnTo>
                  <a:lnTo>
                    <a:pt x="0" y="26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0" y="38"/>
                  </a:lnTo>
                  <a:lnTo>
                    <a:pt x="2" y="44"/>
                  </a:lnTo>
                  <a:lnTo>
                    <a:pt x="10" y="54"/>
                  </a:lnTo>
                  <a:lnTo>
                    <a:pt x="20" y="62"/>
                  </a:lnTo>
                  <a:lnTo>
                    <a:pt x="26" y="64"/>
                  </a:lnTo>
                  <a:lnTo>
                    <a:pt x="32" y="64"/>
                  </a:lnTo>
                  <a:lnTo>
                    <a:pt x="32" y="64"/>
                  </a:lnTo>
                  <a:lnTo>
                    <a:pt x="38" y="64"/>
                  </a:lnTo>
                  <a:lnTo>
                    <a:pt x="44" y="62"/>
                  </a:lnTo>
                  <a:lnTo>
                    <a:pt x="54" y="54"/>
                  </a:lnTo>
                  <a:lnTo>
                    <a:pt x="62" y="44"/>
                  </a:lnTo>
                  <a:lnTo>
                    <a:pt x="64" y="38"/>
                  </a:lnTo>
                  <a:lnTo>
                    <a:pt x="64" y="32"/>
                  </a:lnTo>
                  <a:lnTo>
                    <a:pt x="64" y="32"/>
                  </a:lnTo>
                  <a:lnTo>
                    <a:pt x="64" y="26"/>
                  </a:lnTo>
                  <a:lnTo>
                    <a:pt x="62" y="20"/>
                  </a:lnTo>
                  <a:lnTo>
                    <a:pt x="54" y="10"/>
                  </a:lnTo>
                  <a:lnTo>
                    <a:pt x="44" y="2"/>
                  </a:lnTo>
                  <a:lnTo>
                    <a:pt x="38" y="0"/>
                  </a:lnTo>
                  <a:lnTo>
                    <a:pt x="32" y="0"/>
                  </a:lnTo>
                  <a:close/>
                  <a:moveTo>
                    <a:pt x="32" y="56"/>
                  </a:moveTo>
                  <a:lnTo>
                    <a:pt x="32" y="56"/>
                  </a:lnTo>
                  <a:lnTo>
                    <a:pt x="22" y="54"/>
                  </a:lnTo>
                  <a:lnTo>
                    <a:pt x="16" y="48"/>
                  </a:lnTo>
                  <a:lnTo>
                    <a:pt x="10" y="42"/>
                  </a:lnTo>
                  <a:lnTo>
                    <a:pt x="8" y="32"/>
                  </a:lnTo>
                  <a:lnTo>
                    <a:pt x="8" y="32"/>
                  </a:lnTo>
                  <a:lnTo>
                    <a:pt x="10" y="22"/>
                  </a:lnTo>
                  <a:lnTo>
                    <a:pt x="16" y="16"/>
                  </a:lnTo>
                  <a:lnTo>
                    <a:pt x="22" y="10"/>
                  </a:lnTo>
                  <a:lnTo>
                    <a:pt x="32" y="8"/>
                  </a:lnTo>
                  <a:lnTo>
                    <a:pt x="32" y="8"/>
                  </a:lnTo>
                  <a:lnTo>
                    <a:pt x="42" y="10"/>
                  </a:lnTo>
                  <a:lnTo>
                    <a:pt x="48" y="16"/>
                  </a:lnTo>
                  <a:lnTo>
                    <a:pt x="54" y="22"/>
                  </a:lnTo>
                  <a:lnTo>
                    <a:pt x="56" y="32"/>
                  </a:lnTo>
                  <a:lnTo>
                    <a:pt x="56" y="32"/>
                  </a:lnTo>
                  <a:lnTo>
                    <a:pt x="54" y="42"/>
                  </a:lnTo>
                  <a:lnTo>
                    <a:pt x="48" y="48"/>
                  </a:lnTo>
                  <a:lnTo>
                    <a:pt x="42" y="54"/>
                  </a:lnTo>
                  <a:lnTo>
                    <a:pt x="32" y="5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</p:grpSp>
      <p:grpSp>
        <p:nvGrpSpPr>
          <p:cNvPr id="36" name="Group 35"/>
          <p:cNvGrpSpPr/>
          <p:nvPr/>
        </p:nvGrpSpPr>
        <p:grpSpPr>
          <a:xfrm>
            <a:off x="3582225" y="2590112"/>
            <a:ext cx="465099" cy="465099"/>
            <a:chOff x="4775200" y="1962150"/>
            <a:chExt cx="406400" cy="406400"/>
          </a:xfrm>
          <a:solidFill>
            <a:schemeClr val="tx2"/>
          </a:solidFill>
        </p:grpSpPr>
        <p:sp>
          <p:nvSpPr>
            <p:cNvPr id="78" name="Freeform 115"/>
            <p:cNvSpPr>
              <a:spLocks noEditPoints="1"/>
            </p:cNvSpPr>
            <p:nvPr/>
          </p:nvSpPr>
          <p:spPr bwMode="auto">
            <a:xfrm>
              <a:off x="4775200" y="1962150"/>
              <a:ext cx="406400" cy="406400"/>
            </a:xfrm>
            <a:custGeom>
              <a:avLst/>
              <a:gdLst/>
              <a:ahLst/>
              <a:cxnLst>
                <a:cxn ang="0">
                  <a:pos x="160" y="0"/>
                </a:cxn>
                <a:cxn ang="0">
                  <a:pos x="122" y="8"/>
                </a:cxn>
                <a:cxn ang="0">
                  <a:pos x="92" y="28"/>
                </a:cxn>
                <a:cxn ang="0">
                  <a:pos x="72" y="58"/>
                </a:cxn>
                <a:cxn ang="0">
                  <a:pos x="64" y="96"/>
                </a:cxn>
                <a:cxn ang="0">
                  <a:pos x="64" y="108"/>
                </a:cxn>
                <a:cxn ang="0">
                  <a:pos x="70" y="130"/>
                </a:cxn>
                <a:cxn ang="0">
                  <a:pos x="8" y="208"/>
                </a:cxn>
                <a:cxn ang="0">
                  <a:pos x="8" y="208"/>
                </a:cxn>
                <a:cxn ang="0">
                  <a:pos x="0" y="228"/>
                </a:cxn>
                <a:cxn ang="0">
                  <a:pos x="2" y="238"/>
                </a:cxn>
                <a:cxn ang="0">
                  <a:pos x="18" y="254"/>
                </a:cxn>
                <a:cxn ang="0">
                  <a:pos x="28" y="256"/>
                </a:cxn>
                <a:cxn ang="0">
                  <a:pos x="48" y="248"/>
                </a:cxn>
                <a:cxn ang="0">
                  <a:pos x="116" y="180"/>
                </a:cxn>
                <a:cxn ang="0">
                  <a:pos x="126" y="186"/>
                </a:cxn>
                <a:cxn ang="0">
                  <a:pos x="148" y="192"/>
                </a:cxn>
                <a:cxn ang="0">
                  <a:pos x="160" y="192"/>
                </a:cxn>
                <a:cxn ang="0">
                  <a:pos x="198" y="184"/>
                </a:cxn>
                <a:cxn ang="0">
                  <a:pos x="228" y="164"/>
                </a:cxn>
                <a:cxn ang="0">
                  <a:pos x="248" y="134"/>
                </a:cxn>
                <a:cxn ang="0">
                  <a:pos x="256" y="96"/>
                </a:cxn>
                <a:cxn ang="0">
                  <a:pos x="254" y="76"/>
                </a:cxn>
                <a:cxn ang="0">
                  <a:pos x="240" y="42"/>
                </a:cxn>
                <a:cxn ang="0">
                  <a:pos x="214" y="16"/>
                </a:cxn>
                <a:cxn ang="0">
                  <a:pos x="180" y="2"/>
                </a:cxn>
                <a:cxn ang="0">
                  <a:pos x="38" y="238"/>
                </a:cxn>
                <a:cxn ang="0">
                  <a:pos x="34" y="240"/>
                </a:cxn>
                <a:cxn ang="0">
                  <a:pos x="28" y="242"/>
                </a:cxn>
                <a:cxn ang="0">
                  <a:pos x="18" y="238"/>
                </a:cxn>
                <a:cxn ang="0">
                  <a:pos x="14" y="228"/>
                </a:cxn>
                <a:cxn ang="0">
                  <a:pos x="16" y="222"/>
                </a:cxn>
                <a:cxn ang="0">
                  <a:pos x="18" y="218"/>
                </a:cxn>
                <a:cxn ang="0">
                  <a:pos x="82" y="154"/>
                </a:cxn>
                <a:cxn ang="0">
                  <a:pos x="102" y="174"/>
                </a:cxn>
                <a:cxn ang="0">
                  <a:pos x="160" y="176"/>
                </a:cxn>
                <a:cxn ang="0">
                  <a:pos x="144" y="174"/>
                </a:cxn>
                <a:cxn ang="0">
                  <a:pos x="116" y="162"/>
                </a:cxn>
                <a:cxn ang="0">
                  <a:pos x="94" y="140"/>
                </a:cxn>
                <a:cxn ang="0">
                  <a:pos x="82" y="112"/>
                </a:cxn>
                <a:cxn ang="0">
                  <a:pos x="80" y="96"/>
                </a:cxn>
                <a:cxn ang="0">
                  <a:pos x="86" y="64"/>
                </a:cxn>
                <a:cxn ang="0">
                  <a:pos x="104" y="40"/>
                </a:cxn>
                <a:cxn ang="0">
                  <a:pos x="128" y="22"/>
                </a:cxn>
                <a:cxn ang="0">
                  <a:pos x="160" y="16"/>
                </a:cxn>
                <a:cxn ang="0">
                  <a:pos x="176" y="18"/>
                </a:cxn>
                <a:cxn ang="0">
                  <a:pos x="204" y="30"/>
                </a:cxn>
                <a:cxn ang="0">
                  <a:pos x="226" y="52"/>
                </a:cxn>
                <a:cxn ang="0">
                  <a:pos x="238" y="80"/>
                </a:cxn>
                <a:cxn ang="0">
                  <a:pos x="240" y="96"/>
                </a:cxn>
                <a:cxn ang="0">
                  <a:pos x="234" y="128"/>
                </a:cxn>
                <a:cxn ang="0">
                  <a:pos x="216" y="152"/>
                </a:cxn>
                <a:cxn ang="0">
                  <a:pos x="192" y="170"/>
                </a:cxn>
                <a:cxn ang="0">
                  <a:pos x="160" y="176"/>
                </a:cxn>
              </a:cxnLst>
              <a:rect l="0" t="0" r="r" b="b"/>
              <a:pathLst>
                <a:path w="256" h="256">
                  <a:moveTo>
                    <a:pt x="160" y="0"/>
                  </a:moveTo>
                  <a:lnTo>
                    <a:pt x="160" y="0"/>
                  </a:lnTo>
                  <a:lnTo>
                    <a:pt x="140" y="2"/>
                  </a:lnTo>
                  <a:lnTo>
                    <a:pt x="122" y="8"/>
                  </a:lnTo>
                  <a:lnTo>
                    <a:pt x="106" y="16"/>
                  </a:lnTo>
                  <a:lnTo>
                    <a:pt x="92" y="28"/>
                  </a:lnTo>
                  <a:lnTo>
                    <a:pt x="80" y="42"/>
                  </a:lnTo>
                  <a:lnTo>
                    <a:pt x="72" y="58"/>
                  </a:lnTo>
                  <a:lnTo>
                    <a:pt x="66" y="76"/>
                  </a:lnTo>
                  <a:lnTo>
                    <a:pt x="64" y="96"/>
                  </a:lnTo>
                  <a:lnTo>
                    <a:pt x="64" y="96"/>
                  </a:lnTo>
                  <a:lnTo>
                    <a:pt x="64" y="108"/>
                  </a:lnTo>
                  <a:lnTo>
                    <a:pt x="66" y="120"/>
                  </a:lnTo>
                  <a:lnTo>
                    <a:pt x="70" y="130"/>
                  </a:lnTo>
                  <a:lnTo>
                    <a:pt x="76" y="140"/>
                  </a:lnTo>
                  <a:lnTo>
                    <a:pt x="8" y="208"/>
                  </a:lnTo>
                  <a:lnTo>
                    <a:pt x="8" y="208"/>
                  </a:lnTo>
                  <a:lnTo>
                    <a:pt x="8" y="208"/>
                  </a:lnTo>
                  <a:lnTo>
                    <a:pt x="2" y="216"/>
                  </a:lnTo>
                  <a:lnTo>
                    <a:pt x="0" y="228"/>
                  </a:lnTo>
                  <a:lnTo>
                    <a:pt x="0" y="228"/>
                  </a:lnTo>
                  <a:lnTo>
                    <a:pt x="2" y="238"/>
                  </a:lnTo>
                  <a:lnTo>
                    <a:pt x="8" y="248"/>
                  </a:lnTo>
                  <a:lnTo>
                    <a:pt x="18" y="254"/>
                  </a:lnTo>
                  <a:lnTo>
                    <a:pt x="28" y="256"/>
                  </a:lnTo>
                  <a:lnTo>
                    <a:pt x="28" y="256"/>
                  </a:lnTo>
                  <a:lnTo>
                    <a:pt x="40" y="254"/>
                  </a:lnTo>
                  <a:lnTo>
                    <a:pt x="48" y="248"/>
                  </a:lnTo>
                  <a:lnTo>
                    <a:pt x="48" y="248"/>
                  </a:lnTo>
                  <a:lnTo>
                    <a:pt x="116" y="180"/>
                  </a:lnTo>
                  <a:lnTo>
                    <a:pt x="116" y="180"/>
                  </a:lnTo>
                  <a:lnTo>
                    <a:pt x="126" y="186"/>
                  </a:lnTo>
                  <a:lnTo>
                    <a:pt x="136" y="190"/>
                  </a:lnTo>
                  <a:lnTo>
                    <a:pt x="148" y="192"/>
                  </a:lnTo>
                  <a:lnTo>
                    <a:pt x="160" y="192"/>
                  </a:lnTo>
                  <a:lnTo>
                    <a:pt x="160" y="192"/>
                  </a:lnTo>
                  <a:lnTo>
                    <a:pt x="180" y="190"/>
                  </a:lnTo>
                  <a:lnTo>
                    <a:pt x="198" y="184"/>
                  </a:lnTo>
                  <a:lnTo>
                    <a:pt x="214" y="176"/>
                  </a:lnTo>
                  <a:lnTo>
                    <a:pt x="228" y="164"/>
                  </a:lnTo>
                  <a:lnTo>
                    <a:pt x="240" y="150"/>
                  </a:lnTo>
                  <a:lnTo>
                    <a:pt x="248" y="134"/>
                  </a:lnTo>
                  <a:lnTo>
                    <a:pt x="254" y="116"/>
                  </a:lnTo>
                  <a:lnTo>
                    <a:pt x="256" y="96"/>
                  </a:lnTo>
                  <a:lnTo>
                    <a:pt x="256" y="96"/>
                  </a:lnTo>
                  <a:lnTo>
                    <a:pt x="254" y="76"/>
                  </a:lnTo>
                  <a:lnTo>
                    <a:pt x="248" y="58"/>
                  </a:lnTo>
                  <a:lnTo>
                    <a:pt x="240" y="42"/>
                  </a:lnTo>
                  <a:lnTo>
                    <a:pt x="228" y="28"/>
                  </a:lnTo>
                  <a:lnTo>
                    <a:pt x="214" y="16"/>
                  </a:lnTo>
                  <a:lnTo>
                    <a:pt x="198" y="8"/>
                  </a:lnTo>
                  <a:lnTo>
                    <a:pt x="180" y="2"/>
                  </a:lnTo>
                  <a:lnTo>
                    <a:pt x="160" y="0"/>
                  </a:lnTo>
                  <a:close/>
                  <a:moveTo>
                    <a:pt x="38" y="238"/>
                  </a:moveTo>
                  <a:lnTo>
                    <a:pt x="38" y="238"/>
                  </a:lnTo>
                  <a:lnTo>
                    <a:pt x="34" y="240"/>
                  </a:lnTo>
                  <a:lnTo>
                    <a:pt x="28" y="242"/>
                  </a:lnTo>
                  <a:lnTo>
                    <a:pt x="28" y="242"/>
                  </a:lnTo>
                  <a:lnTo>
                    <a:pt x="22" y="240"/>
                  </a:lnTo>
                  <a:lnTo>
                    <a:pt x="18" y="238"/>
                  </a:lnTo>
                  <a:lnTo>
                    <a:pt x="16" y="234"/>
                  </a:lnTo>
                  <a:lnTo>
                    <a:pt x="14" y="228"/>
                  </a:lnTo>
                  <a:lnTo>
                    <a:pt x="14" y="228"/>
                  </a:lnTo>
                  <a:lnTo>
                    <a:pt x="16" y="222"/>
                  </a:lnTo>
                  <a:lnTo>
                    <a:pt x="18" y="218"/>
                  </a:lnTo>
                  <a:lnTo>
                    <a:pt x="18" y="218"/>
                  </a:lnTo>
                  <a:lnTo>
                    <a:pt x="82" y="154"/>
                  </a:lnTo>
                  <a:lnTo>
                    <a:pt x="82" y="154"/>
                  </a:lnTo>
                  <a:lnTo>
                    <a:pt x="92" y="164"/>
                  </a:lnTo>
                  <a:lnTo>
                    <a:pt x="102" y="174"/>
                  </a:lnTo>
                  <a:lnTo>
                    <a:pt x="38" y="238"/>
                  </a:lnTo>
                  <a:close/>
                  <a:moveTo>
                    <a:pt x="160" y="176"/>
                  </a:moveTo>
                  <a:lnTo>
                    <a:pt x="160" y="176"/>
                  </a:lnTo>
                  <a:lnTo>
                    <a:pt x="144" y="174"/>
                  </a:lnTo>
                  <a:lnTo>
                    <a:pt x="128" y="170"/>
                  </a:lnTo>
                  <a:lnTo>
                    <a:pt x="116" y="162"/>
                  </a:lnTo>
                  <a:lnTo>
                    <a:pt x="104" y="152"/>
                  </a:lnTo>
                  <a:lnTo>
                    <a:pt x="94" y="140"/>
                  </a:lnTo>
                  <a:lnTo>
                    <a:pt x="86" y="128"/>
                  </a:lnTo>
                  <a:lnTo>
                    <a:pt x="82" y="112"/>
                  </a:lnTo>
                  <a:lnTo>
                    <a:pt x="80" y="96"/>
                  </a:lnTo>
                  <a:lnTo>
                    <a:pt x="80" y="96"/>
                  </a:lnTo>
                  <a:lnTo>
                    <a:pt x="82" y="80"/>
                  </a:lnTo>
                  <a:lnTo>
                    <a:pt x="86" y="64"/>
                  </a:lnTo>
                  <a:lnTo>
                    <a:pt x="94" y="52"/>
                  </a:lnTo>
                  <a:lnTo>
                    <a:pt x="104" y="40"/>
                  </a:lnTo>
                  <a:lnTo>
                    <a:pt x="116" y="30"/>
                  </a:lnTo>
                  <a:lnTo>
                    <a:pt x="128" y="22"/>
                  </a:lnTo>
                  <a:lnTo>
                    <a:pt x="144" y="18"/>
                  </a:lnTo>
                  <a:lnTo>
                    <a:pt x="160" y="16"/>
                  </a:lnTo>
                  <a:lnTo>
                    <a:pt x="160" y="16"/>
                  </a:lnTo>
                  <a:lnTo>
                    <a:pt x="176" y="18"/>
                  </a:lnTo>
                  <a:lnTo>
                    <a:pt x="192" y="22"/>
                  </a:lnTo>
                  <a:lnTo>
                    <a:pt x="204" y="30"/>
                  </a:lnTo>
                  <a:lnTo>
                    <a:pt x="216" y="40"/>
                  </a:lnTo>
                  <a:lnTo>
                    <a:pt x="226" y="52"/>
                  </a:lnTo>
                  <a:lnTo>
                    <a:pt x="234" y="64"/>
                  </a:lnTo>
                  <a:lnTo>
                    <a:pt x="238" y="80"/>
                  </a:lnTo>
                  <a:lnTo>
                    <a:pt x="240" y="96"/>
                  </a:lnTo>
                  <a:lnTo>
                    <a:pt x="240" y="96"/>
                  </a:lnTo>
                  <a:lnTo>
                    <a:pt x="238" y="112"/>
                  </a:lnTo>
                  <a:lnTo>
                    <a:pt x="234" y="128"/>
                  </a:lnTo>
                  <a:lnTo>
                    <a:pt x="226" y="140"/>
                  </a:lnTo>
                  <a:lnTo>
                    <a:pt x="216" y="152"/>
                  </a:lnTo>
                  <a:lnTo>
                    <a:pt x="204" y="162"/>
                  </a:lnTo>
                  <a:lnTo>
                    <a:pt x="192" y="170"/>
                  </a:lnTo>
                  <a:lnTo>
                    <a:pt x="176" y="174"/>
                  </a:lnTo>
                  <a:lnTo>
                    <a:pt x="160" y="17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79" name="Freeform 119"/>
            <p:cNvSpPr>
              <a:spLocks/>
            </p:cNvSpPr>
            <p:nvPr/>
          </p:nvSpPr>
          <p:spPr bwMode="auto">
            <a:xfrm>
              <a:off x="4940300" y="2025650"/>
              <a:ext cx="95250" cy="95250"/>
            </a:xfrm>
            <a:custGeom>
              <a:avLst/>
              <a:gdLst/>
              <a:ahLst/>
              <a:cxnLst>
                <a:cxn ang="0">
                  <a:pos x="56" y="0"/>
                </a:cxn>
                <a:cxn ang="0">
                  <a:pos x="56" y="0"/>
                </a:cxn>
                <a:cxn ang="0">
                  <a:pos x="44" y="2"/>
                </a:cxn>
                <a:cxn ang="0">
                  <a:pos x="34" y="4"/>
                </a:cxn>
                <a:cxn ang="0">
                  <a:pos x="24" y="10"/>
                </a:cxn>
                <a:cxn ang="0">
                  <a:pos x="16" y="16"/>
                </a:cxn>
                <a:cxn ang="0">
                  <a:pos x="10" y="24"/>
                </a:cxn>
                <a:cxn ang="0">
                  <a:pos x="4" y="34"/>
                </a:cxn>
                <a:cxn ang="0">
                  <a:pos x="2" y="44"/>
                </a:cxn>
                <a:cxn ang="0">
                  <a:pos x="0" y="56"/>
                </a:cxn>
                <a:cxn ang="0">
                  <a:pos x="0" y="56"/>
                </a:cxn>
                <a:cxn ang="0">
                  <a:pos x="2" y="58"/>
                </a:cxn>
                <a:cxn ang="0">
                  <a:pos x="4" y="60"/>
                </a:cxn>
                <a:cxn ang="0">
                  <a:pos x="4" y="60"/>
                </a:cxn>
                <a:cxn ang="0">
                  <a:pos x="6" y="58"/>
                </a:cxn>
                <a:cxn ang="0">
                  <a:pos x="8" y="56"/>
                </a:cxn>
                <a:cxn ang="0">
                  <a:pos x="8" y="56"/>
                </a:cxn>
                <a:cxn ang="0">
                  <a:pos x="8" y="46"/>
                </a:cxn>
                <a:cxn ang="0">
                  <a:pos x="12" y="38"/>
                </a:cxn>
                <a:cxn ang="0">
                  <a:pos x="16" y="30"/>
                </a:cxn>
                <a:cxn ang="0">
                  <a:pos x="22" y="22"/>
                </a:cxn>
                <a:cxn ang="0">
                  <a:pos x="30" y="16"/>
                </a:cxn>
                <a:cxn ang="0">
                  <a:pos x="38" y="12"/>
                </a:cxn>
                <a:cxn ang="0">
                  <a:pos x="46" y="8"/>
                </a:cxn>
                <a:cxn ang="0">
                  <a:pos x="56" y="8"/>
                </a:cxn>
                <a:cxn ang="0">
                  <a:pos x="56" y="8"/>
                </a:cxn>
                <a:cxn ang="0">
                  <a:pos x="58" y="6"/>
                </a:cxn>
                <a:cxn ang="0">
                  <a:pos x="60" y="4"/>
                </a:cxn>
                <a:cxn ang="0">
                  <a:pos x="60" y="4"/>
                </a:cxn>
                <a:cxn ang="0">
                  <a:pos x="58" y="2"/>
                </a:cxn>
                <a:cxn ang="0">
                  <a:pos x="56" y="0"/>
                </a:cxn>
              </a:cxnLst>
              <a:rect l="0" t="0" r="r" b="b"/>
              <a:pathLst>
                <a:path w="60" h="60">
                  <a:moveTo>
                    <a:pt x="56" y="0"/>
                  </a:moveTo>
                  <a:lnTo>
                    <a:pt x="56" y="0"/>
                  </a:lnTo>
                  <a:lnTo>
                    <a:pt x="44" y="2"/>
                  </a:lnTo>
                  <a:lnTo>
                    <a:pt x="34" y="4"/>
                  </a:lnTo>
                  <a:lnTo>
                    <a:pt x="24" y="10"/>
                  </a:lnTo>
                  <a:lnTo>
                    <a:pt x="16" y="16"/>
                  </a:lnTo>
                  <a:lnTo>
                    <a:pt x="10" y="24"/>
                  </a:lnTo>
                  <a:lnTo>
                    <a:pt x="4" y="34"/>
                  </a:lnTo>
                  <a:lnTo>
                    <a:pt x="2" y="44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2" y="58"/>
                  </a:lnTo>
                  <a:lnTo>
                    <a:pt x="4" y="60"/>
                  </a:lnTo>
                  <a:lnTo>
                    <a:pt x="4" y="60"/>
                  </a:lnTo>
                  <a:lnTo>
                    <a:pt x="6" y="58"/>
                  </a:lnTo>
                  <a:lnTo>
                    <a:pt x="8" y="56"/>
                  </a:lnTo>
                  <a:lnTo>
                    <a:pt x="8" y="56"/>
                  </a:lnTo>
                  <a:lnTo>
                    <a:pt x="8" y="46"/>
                  </a:lnTo>
                  <a:lnTo>
                    <a:pt x="12" y="38"/>
                  </a:lnTo>
                  <a:lnTo>
                    <a:pt x="16" y="30"/>
                  </a:lnTo>
                  <a:lnTo>
                    <a:pt x="22" y="22"/>
                  </a:lnTo>
                  <a:lnTo>
                    <a:pt x="30" y="16"/>
                  </a:lnTo>
                  <a:lnTo>
                    <a:pt x="38" y="12"/>
                  </a:lnTo>
                  <a:lnTo>
                    <a:pt x="46" y="8"/>
                  </a:lnTo>
                  <a:lnTo>
                    <a:pt x="56" y="8"/>
                  </a:lnTo>
                  <a:lnTo>
                    <a:pt x="56" y="8"/>
                  </a:lnTo>
                  <a:lnTo>
                    <a:pt x="58" y="6"/>
                  </a:lnTo>
                  <a:lnTo>
                    <a:pt x="60" y="4"/>
                  </a:lnTo>
                  <a:lnTo>
                    <a:pt x="60" y="4"/>
                  </a:lnTo>
                  <a:lnTo>
                    <a:pt x="58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80" name="Freeform 120"/>
            <p:cNvSpPr>
              <a:spLocks/>
            </p:cNvSpPr>
            <p:nvPr/>
          </p:nvSpPr>
          <p:spPr bwMode="auto">
            <a:xfrm>
              <a:off x="4940300" y="2025650"/>
              <a:ext cx="95250" cy="95250"/>
            </a:xfrm>
            <a:custGeom>
              <a:avLst/>
              <a:gdLst/>
              <a:ahLst/>
              <a:cxnLst>
                <a:cxn ang="0">
                  <a:pos x="56" y="0"/>
                </a:cxn>
                <a:cxn ang="0">
                  <a:pos x="56" y="0"/>
                </a:cxn>
                <a:cxn ang="0">
                  <a:pos x="44" y="2"/>
                </a:cxn>
                <a:cxn ang="0">
                  <a:pos x="34" y="4"/>
                </a:cxn>
                <a:cxn ang="0">
                  <a:pos x="24" y="10"/>
                </a:cxn>
                <a:cxn ang="0">
                  <a:pos x="16" y="16"/>
                </a:cxn>
                <a:cxn ang="0">
                  <a:pos x="10" y="24"/>
                </a:cxn>
                <a:cxn ang="0">
                  <a:pos x="4" y="34"/>
                </a:cxn>
                <a:cxn ang="0">
                  <a:pos x="2" y="44"/>
                </a:cxn>
                <a:cxn ang="0">
                  <a:pos x="0" y="56"/>
                </a:cxn>
                <a:cxn ang="0">
                  <a:pos x="0" y="56"/>
                </a:cxn>
                <a:cxn ang="0">
                  <a:pos x="2" y="58"/>
                </a:cxn>
                <a:cxn ang="0">
                  <a:pos x="4" y="60"/>
                </a:cxn>
                <a:cxn ang="0">
                  <a:pos x="4" y="60"/>
                </a:cxn>
                <a:cxn ang="0">
                  <a:pos x="6" y="58"/>
                </a:cxn>
                <a:cxn ang="0">
                  <a:pos x="8" y="56"/>
                </a:cxn>
                <a:cxn ang="0">
                  <a:pos x="8" y="56"/>
                </a:cxn>
                <a:cxn ang="0">
                  <a:pos x="8" y="46"/>
                </a:cxn>
                <a:cxn ang="0">
                  <a:pos x="12" y="38"/>
                </a:cxn>
                <a:cxn ang="0">
                  <a:pos x="16" y="30"/>
                </a:cxn>
                <a:cxn ang="0">
                  <a:pos x="22" y="22"/>
                </a:cxn>
                <a:cxn ang="0">
                  <a:pos x="30" y="16"/>
                </a:cxn>
                <a:cxn ang="0">
                  <a:pos x="38" y="12"/>
                </a:cxn>
                <a:cxn ang="0">
                  <a:pos x="46" y="8"/>
                </a:cxn>
                <a:cxn ang="0">
                  <a:pos x="56" y="8"/>
                </a:cxn>
                <a:cxn ang="0">
                  <a:pos x="56" y="8"/>
                </a:cxn>
                <a:cxn ang="0">
                  <a:pos x="58" y="6"/>
                </a:cxn>
                <a:cxn ang="0">
                  <a:pos x="60" y="4"/>
                </a:cxn>
                <a:cxn ang="0">
                  <a:pos x="60" y="4"/>
                </a:cxn>
                <a:cxn ang="0">
                  <a:pos x="58" y="2"/>
                </a:cxn>
                <a:cxn ang="0">
                  <a:pos x="56" y="0"/>
                </a:cxn>
              </a:cxnLst>
              <a:rect l="0" t="0" r="r" b="b"/>
              <a:pathLst>
                <a:path w="60" h="60">
                  <a:moveTo>
                    <a:pt x="56" y="0"/>
                  </a:moveTo>
                  <a:lnTo>
                    <a:pt x="56" y="0"/>
                  </a:lnTo>
                  <a:lnTo>
                    <a:pt x="44" y="2"/>
                  </a:lnTo>
                  <a:lnTo>
                    <a:pt x="34" y="4"/>
                  </a:lnTo>
                  <a:lnTo>
                    <a:pt x="24" y="10"/>
                  </a:lnTo>
                  <a:lnTo>
                    <a:pt x="16" y="16"/>
                  </a:lnTo>
                  <a:lnTo>
                    <a:pt x="10" y="24"/>
                  </a:lnTo>
                  <a:lnTo>
                    <a:pt x="4" y="34"/>
                  </a:lnTo>
                  <a:lnTo>
                    <a:pt x="2" y="44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2" y="58"/>
                  </a:lnTo>
                  <a:lnTo>
                    <a:pt x="4" y="60"/>
                  </a:lnTo>
                  <a:lnTo>
                    <a:pt x="4" y="60"/>
                  </a:lnTo>
                  <a:lnTo>
                    <a:pt x="6" y="58"/>
                  </a:lnTo>
                  <a:lnTo>
                    <a:pt x="8" y="56"/>
                  </a:lnTo>
                  <a:lnTo>
                    <a:pt x="8" y="56"/>
                  </a:lnTo>
                  <a:lnTo>
                    <a:pt x="8" y="46"/>
                  </a:lnTo>
                  <a:lnTo>
                    <a:pt x="12" y="38"/>
                  </a:lnTo>
                  <a:lnTo>
                    <a:pt x="16" y="30"/>
                  </a:lnTo>
                  <a:lnTo>
                    <a:pt x="22" y="22"/>
                  </a:lnTo>
                  <a:lnTo>
                    <a:pt x="30" y="16"/>
                  </a:lnTo>
                  <a:lnTo>
                    <a:pt x="38" y="12"/>
                  </a:lnTo>
                  <a:lnTo>
                    <a:pt x="46" y="8"/>
                  </a:lnTo>
                  <a:lnTo>
                    <a:pt x="56" y="8"/>
                  </a:lnTo>
                  <a:lnTo>
                    <a:pt x="56" y="8"/>
                  </a:lnTo>
                  <a:lnTo>
                    <a:pt x="58" y="6"/>
                  </a:lnTo>
                  <a:lnTo>
                    <a:pt x="60" y="4"/>
                  </a:lnTo>
                  <a:lnTo>
                    <a:pt x="60" y="4"/>
                  </a:lnTo>
                  <a:lnTo>
                    <a:pt x="58" y="2"/>
                  </a:lnTo>
                  <a:lnTo>
                    <a:pt x="56" y="0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</p:grpSp>
      <p:sp>
        <p:nvSpPr>
          <p:cNvPr id="37" name="Freeform 141"/>
          <p:cNvSpPr>
            <a:spLocks noEditPoints="1"/>
          </p:cNvSpPr>
          <p:nvPr/>
        </p:nvSpPr>
        <p:spPr bwMode="auto">
          <a:xfrm>
            <a:off x="5442621" y="1732587"/>
            <a:ext cx="465099" cy="319756"/>
          </a:xfrm>
          <a:custGeom>
            <a:avLst/>
            <a:gdLst/>
            <a:ahLst/>
            <a:cxnLst>
              <a:cxn ang="0">
                <a:pos x="232" y="8"/>
              </a:cxn>
              <a:cxn ang="0">
                <a:pos x="226" y="10"/>
              </a:cxn>
              <a:cxn ang="0">
                <a:pos x="200" y="34"/>
              </a:cxn>
              <a:cxn ang="0">
                <a:pos x="200" y="24"/>
              </a:cxn>
              <a:cxn ang="0">
                <a:pos x="192" y="8"/>
              </a:cxn>
              <a:cxn ang="0">
                <a:pos x="176" y="0"/>
              </a:cxn>
              <a:cxn ang="0">
                <a:pos x="24" y="0"/>
              </a:cxn>
              <a:cxn ang="0">
                <a:pos x="8" y="8"/>
              </a:cxn>
              <a:cxn ang="0">
                <a:pos x="0" y="24"/>
              </a:cxn>
              <a:cxn ang="0">
                <a:pos x="0" y="152"/>
              </a:cxn>
              <a:cxn ang="0">
                <a:pos x="2" y="162"/>
              </a:cxn>
              <a:cxn ang="0">
                <a:pos x="14" y="174"/>
              </a:cxn>
              <a:cxn ang="0">
                <a:pos x="176" y="176"/>
              </a:cxn>
              <a:cxn ang="0">
                <a:pos x="186" y="174"/>
              </a:cxn>
              <a:cxn ang="0">
                <a:pos x="198" y="162"/>
              </a:cxn>
              <a:cxn ang="0">
                <a:pos x="200" y="142"/>
              </a:cxn>
              <a:cxn ang="0">
                <a:pos x="222" y="164"/>
              </a:cxn>
              <a:cxn ang="0">
                <a:pos x="232" y="168"/>
              </a:cxn>
              <a:cxn ang="0">
                <a:pos x="240" y="168"/>
              </a:cxn>
              <a:cxn ang="0">
                <a:pos x="252" y="164"/>
              </a:cxn>
              <a:cxn ang="0">
                <a:pos x="256" y="152"/>
              </a:cxn>
              <a:cxn ang="0">
                <a:pos x="256" y="24"/>
              </a:cxn>
              <a:cxn ang="0">
                <a:pos x="252" y="12"/>
              </a:cxn>
              <a:cxn ang="0">
                <a:pos x="240" y="8"/>
              </a:cxn>
              <a:cxn ang="0">
                <a:pos x="24" y="160"/>
              </a:cxn>
              <a:cxn ang="0">
                <a:pos x="18" y="158"/>
              </a:cxn>
              <a:cxn ang="0">
                <a:pos x="16" y="152"/>
              </a:cxn>
              <a:cxn ang="0">
                <a:pos x="16" y="24"/>
              </a:cxn>
              <a:cxn ang="0">
                <a:pos x="18" y="18"/>
              </a:cxn>
              <a:cxn ang="0">
                <a:pos x="24" y="16"/>
              </a:cxn>
              <a:cxn ang="0">
                <a:pos x="176" y="16"/>
              </a:cxn>
              <a:cxn ang="0">
                <a:pos x="182" y="18"/>
              </a:cxn>
              <a:cxn ang="0">
                <a:pos x="184" y="24"/>
              </a:cxn>
              <a:cxn ang="0">
                <a:pos x="184" y="152"/>
              </a:cxn>
              <a:cxn ang="0">
                <a:pos x="182" y="158"/>
              </a:cxn>
              <a:cxn ang="0">
                <a:pos x="176" y="160"/>
              </a:cxn>
              <a:cxn ang="0">
                <a:pos x="240" y="152"/>
              </a:cxn>
              <a:cxn ang="0">
                <a:pos x="232" y="152"/>
              </a:cxn>
              <a:cxn ang="0">
                <a:pos x="200" y="120"/>
              </a:cxn>
              <a:cxn ang="0">
                <a:pos x="192" y="64"/>
              </a:cxn>
              <a:cxn ang="0">
                <a:pos x="232" y="24"/>
              </a:cxn>
              <a:cxn ang="0">
                <a:pos x="240" y="152"/>
              </a:cxn>
            </a:cxnLst>
            <a:rect l="0" t="0" r="r" b="b"/>
            <a:pathLst>
              <a:path w="256" h="176">
                <a:moveTo>
                  <a:pt x="240" y="8"/>
                </a:moveTo>
                <a:lnTo>
                  <a:pt x="232" y="8"/>
                </a:lnTo>
                <a:lnTo>
                  <a:pt x="232" y="8"/>
                </a:lnTo>
                <a:lnTo>
                  <a:pt x="226" y="10"/>
                </a:lnTo>
                <a:lnTo>
                  <a:pt x="222" y="12"/>
                </a:lnTo>
                <a:lnTo>
                  <a:pt x="200" y="34"/>
                </a:lnTo>
                <a:lnTo>
                  <a:pt x="200" y="24"/>
                </a:lnTo>
                <a:lnTo>
                  <a:pt x="200" y="24"/>
                </a:lnTo>
                <a:lnTo>
                  <a:pt x="198" y="14"/>
                </a:lnTo>
                <a:lnTo>
                  <a:pt x="192" y="8"/>
                </a:lnTo>
                <a:lnTo>
                  <a:pt x="186" y="2"/>
                </a:lnTo>
                <a:lnTo>
                  <a:pt x="176" y="0"/>
                </a:lnTo>
                <a:lnTo>
                  <a:pt x="24" y="0"/>
                </a:lnTo>
                <a:lnTo>
                  <a:pt x="24" y="0"/>
                </a:lnTo>
                <a:lnTo>
                  <a:pt x="14" y="2"/>
                </a:lnTo>
                <a:lnTo>
                  <a:pt x="8" y="8"/>
                </a:lnTo>
                <a:lnTo>
                  <a:pt x="2" y="14"/>
                </a:lnTo>
                <a:lnTo>
                  <a:pt x="0" y="24"/>
                </a:lnTo>
                <a:lnTo>
                  <a:pt x="0" y="80"/>
                </a:lnTo>
                <a:lnTo>
                  <a:pt x="0" y="152"/>
                </a:lnTo>
                <a:lnTo>
                  <a:pt x="0" y="152"/>
                </a:lnTo>
                <a:lnTo>
                  <a:pt x="2" y="162"/>
                </a:lnTo>
                <a:lnTo>
                  <a:pt x="8" y="168"/>
                </a:lnTo>
                <a:lnTo>
                  <a:pt x="14" y="174"/>
                </a:lnTo>
                <a:lnTo>
                  <a:pt x="24" y="176"/>
                </a:lnTo>
                <a:lnTo>
                  <a:pt x="176" y="176"/>
                </a:lnTo>
                <a:lnTo>
                  <a:pt x="176" y="176"/>
                </a:lnTo>
                <a:lnTo>
                  <a:pt x="186" y="174"/>
                </a:lnTo>
                <a:lnTo>
                  <a:pt x="192" y="168"/>
                </a:lnTo>
                <a:lnTo>
                  <a:pt x="198" y="162"/>
                </a:lnTo>
                <a:lnTo>
                  <a:pt x="200" y="152"/>
                </a:lnTo>
                <a:lnTo>
                  <a:pt x="200" y="142"/>
                </a:lnTo>
                <a:lnTo>
                  <a:pt x="222" y="164"/>
                </a:lnTo>
                <a:lnTo>
                  <a:pt x="222" y="164"/>
                </a:lnTo>
                <a:lnTo>
                  <a:pt x="226" y="168"/>
                </a:lnTo>
                <a:lnTo>
                  <a:pt x="232" y="168"/>
                </a:lnTo>
                <a:lnTo>
                  <a:pt x="240" y="168"/>
                </a:lnTo>
                <a:lnTo>
                  <a:pt x="240" y="168"/>
                </a:lnTo>
                <a:lnTo>
                  <a:pt x="246" y="166"/>
                </a:lnTo>
                <a:lnTo>
                  <a:pt x="252" y="164"/>
                </a:lnTo>
                <a:lnTo>
                  <a:pt x="254" y="158"/>
                </a:lnTo>
                <a:lnTo>
                  <a:pt x="256" y="152"/>
                </a:lnTo>
                <a:lnTo>
                  <a:pt x="256" y="24"/>
                </a:lnTo>
                <a:lnTo>
                  <a:pt x="256" y="24"/>
                </a:lnTo>
                <a:lnTo>
                  <a:pt x="254" y="18"/>
                </a:lnTo>
                <a:lnTo>
                  <a:pt x="252" y="12"/>
                </a:lnTo>
                <a:lnTo>
                  <a:pt x="246" y="10"/>
                </a:lnTo>
                <a:lnTo>
                  <a:pt x="240" y="8"/>
                </a:lnTo>
                <a:close/>
                <a:moveTo>
                  <a:pt x="24" y="160"/>
                </a:moveTo>
                <a:lnTo>
                  <a:pt x="24" y="160"/>
                </a:lnTo>
                <a:lnTo>
                  <a:pt x="20" y="160"/>
                </a:lnTo>
                <a:lnTo>
                  <a:pt x="18" y="158"/>
                </a:lnTo>
                <a:lnTo>
                  <a:pt x="16" y="156"/>
                </a:lnTo>
                <a:lnTo>
                  <a:pt x="16" y="152"/>
                </a:lnTo>
                <a:lnTo>
                  <a:pt x="16" y="24"/>
                </a:lnTo>
                <a:lnTo>
                  <a:pt x="16" y="24"/>
                </a:lnTo>
                <a:lnTo>
                  <a:pt x="16" y="20"/>
                </a:lnTo>
                <a:lnTo>
                  <a:pt x="18" y="18"/>
                </a:lnTo>
                <a:lnTo>
                  <a:pt x="20" y="16"/>
                </a:lnTo>
                <a:lnTo>
                  <a:pt x="24" y="16"/>
                </a:lnTo>
                <a:lnTo>
                  <a:pt x="176" y="16"/>
                </a:lnTo>
                <a:lnTo>
                  <a:pt x="176" y="16"/>
                </a:lnTo>
                <a:lnTo>
                  <a:pt x="180" y="16"/>
                </a:lnTo>
                <a:lnTo>
                  <a:pt x="182" y="18"/>
                </a:lnTo>
                <a:lnTo>
                  <a:pt x="184" y="20"/>
                </a:lnTo>
                <a:lnTo>
                  <a:pt x="184" y="24"/>
                </a:lnTo>
                <a:lnTo>
                  <a:pt x="184" y="152"/>
                </a:lnTo>
                <a:lnTo>
                  <a:pt x="184" y="152"/>
                </a:lnTo>
                <a:lnTo>
                  <a:pt x="184" y="156"/>
                </a:lnTo>
                <a:lnTo>
                  <a:pt x="182" y="158"/>
                </a:lnTo>
                <a:lnTo>
                  <a:pt x="180" y="160"/>
                </a:lnTo>
                <a:lnTo>
                  <a:pt x="176" y="160"/>
                </a:lnTo>
                <a:lnTo>
                  <a:pt x="24" y="160"/>
                </a:lnTo>
                <a:close/>
                <a:moveTo>
                  <a:pt x="240" y="152"/>
                </a:moveTo>
                <a:lnTo>
                  <a:pt x="232" y="152"/>
                </a:lnTo>
                <a:lnTo>
                  <a:pt x="232" y="152"/>
                </a:lnTo>
                <a:lnTo>
                  <a:pt x="200" y="120"/>
                </a:lnTo>
                <a:lnTo>
                  <a:pt x="200" y="120"/>
                </a:lnTo>
                <a:lnTo>
                  <a:pt x="192" y="112"/>
                </a:lnTo>
                <a:lnTo>
                  <a:pt x="192" y="64"/>
                </a:lnTo>
                <a:lnTo>
                  <a:pt x="232" y="24"/>
                </a:lnTo>
                <a:lnTo>
                  <a:pt x="232" y="24"/>
                </a:lnTo>
                <a:lnTo>
                  <a:pt x="240" y="24"/>
                </a:lnTo>
                <a:lnTo>
                  <a:pt x="240" y="152"/>
                </a:lnTo>
                <a:close/>
              </a:path>
            </a:pathLst>
          </a:custGeom>
          <a:solidFill>
            <a:schemeClr val="tx2"/>
          </a:solidFill>
          <a:ln w="9525">
            <a:noFill/>
            <a:round/>
            <a:headEnd/>
            <a:tailEnd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ar-SA" sz="2288"/>
          </a:p>
        </p:txBody>
      </p:sp>
      <p:grpSp>
        <p:nvGrpSpPr>
          <p:cNvPr id="38" name="Group 37"/>
          <p:cNvGrpSpPr/>
          <p:nvPr/>
        </p:nvGrpSpPr>
        <p:grpSpPr>
          <a:xfrm>
            <a:off x="2652029" y="1718053"/>
            <a:ext cx="465099" cy="363359"/>
            <a:chOff x="3962400" y="1200150"/>
            <a:chExt cx="406400" cy="317500"/>
          </a:xfrm>
          <a:solidFill>
            <a:schemeClr val="tx2"/>
          </a:solidFill>
        </p:grpSpPr>
        <p:sp>
          <p:nvSpPr>
            <p:cNvPr id="71" name="Freeform 157"/>
            <p:cNvSpPr>
              <a:spLocks noEditPoints="1"/>
            </p:cNvSpPr>
            <p:nvPr/>
          </p:nvSpPr>
          <p:spPr bwMode="auto">
            <a:xfrm>
              <a:off x="4013200" y="1247775"/>
              <a:ext cx="254000" cy="206375"/>
            </a:xfrm>
            <a:custGeom>
              <a:avLst/>
              <a:gdLst/>
              <a:ahLst/>
              <a:cxnLst>
                <a:cxn ang="0">
                  <a:pos x="146" y="6"/>
                </a:cxn>
                <a:cxn ang="0">
                  <a:pos x="146" y="6"/>
                </a:cxn>
                <a:cxn ang="0">
                  <a:pos x="112" y="2"/>
                </a:cxn>
                <a:cxn ang="0">
                  <a:pos x="80" y="0"/>
                </a:cxn>
                <a:cxn ang="0">
                  <a:pos x="80" y="0"/>
                </a:cxn>
                <a:cxn ang="0">
                  <a:pos x="48" y="2"/>
                </a:cxn>
                <a:cxn ang="0">
                  <a:pos x="14" y="6"/>
                </a:cxn>
                <a:cxn ang="0">
                  <a:pos x="14" y="6"/>
                </a:cxn>
                <a:cxn ang="0">
                  <a:pos x="10" y="8"/>
                </a:cxn>
                <a:cxn ang="0">
                  <a:pos x="8" y="12"/>
                </a:cxn>
                <a:cxn ang="0">
                  <a:pos x="8" y="12"/>
                </a:cxn>
                <a:cxn ang="0">
                  <a:pos x="2" y="38"/>
                </a:cxn>
                <a:cxn ang="0">
                  <a:pos x="0" y="66"/>
                </a:cxn>
                <a:cxn ang="0">
                  <a:pos x="2" y="92"/>
                </a:cxn>
                <a:cxn ang="0">
                  <a:pos x="8" y="118"/>
                </a:cxn>
                <a:cxn ang="0">
                  <a:pos x="8" y="118"/>
                </a:cxn>
                <a:cxn ang="0">
                  <a:pos x="10" y="122"/>
                </a:cxn>
                <a:cxn ang="0">
                  <a:pos x="14" y="124"/>
                </a:cxn>
                <a:cxn ang="0">
                  <a:pos x="14" y="124"/>
                </a:cxn>
                <a:cxn ang="0">
                  <a:pos x="48" y="128"/>
                </a:cxn>
                <a:cxn ang="0">
                  <a:pos x="80" y="130"/>
                </a:cxn>
                <a:cxn ang="0">
                  <a:pos x="80" y="130"/>
                </a:cxn>
                <a:cxn ang="0">
                  <a:pos x="112" y="128"/>
                </a:cxn>
                <a:cxn ang="0">
                  <a:pos x="146" y="124"/>
                </a:cxn>
                <a:cxn ang="0">
                  <a:pos x="146" y="124"/>
                </a:cxn>
                <a:cxn ang="0">
                  <a:pos x="148" y="122"/>
                </a:cxn>
                <a:cxn ang="0">
                  <a:pos x="152" y="118"/>
                </a:cxn>
                <a:cxn ang="0">
                  <a:pos x="152" y="118"/>
                </a:cxn>
                <a:cxn ang="0">
                  <a:pos x="158" y="92"/>
                </a:cxn>
                <a:cxn ang="0">
                  <a:pos x="160" y="66"/>
                </a:cxn>
                <a:cxn ang="0">
                  <a:pos x="158" y="38"/>
                </a:cxn>
                <a:cxn ang="0">
                  <a:pos x="152" y="12"/>
                </a:cxn>
                <a:cxn ang="0">
                  <a:pos x="152" y="12"/>
                </a:cxn>
                <a:cxn ang="0">
                  <a:pos x="148" y="8"/>
                </a:cxn>
                <a:cxn ang="0">
                  <a:pos x="146" y="6"/>
                </a:cxn>
                <a:cxn ang="0">
                  <a:pos x="144" y="116"/>
                </a:cxn>
                <a:cxn ang="0">
                  <a:pos x="144" y="116"/>
                </a:cxn>
                <a:cxn ang="0">
                  <a:pos x="112" y="120"/>
                </a:cxn>
                <a:cxn ang="0">
                  <a:pos x="80" y="122"/>
                </a:cxn>
                <a:cxn ang="0">
                  <a:pos x="48" y="120"/>
                </a:cxn>
                <a:cxn ang="0">
                  <a:pos x="16" y="116"/>
                </a:cxn>
                <a:cxn ang="0">
                  <a:pos x="16" y="116"/>
                </a:cxn>
                <a:cxn ang="0">
                  <a:pos x="10" y="90"/>
                </a:cxn>
                <a:cxn ang="0">
                  <a:pos x="8" y="66"/>
                </a:cxn>
                <a:cxn ang="0">
                  <a:pos x="10" y="40"/>
                </a:cxn>
                <a:cxn ang="0">
                  <a:pos x="16" y="14"/>
                </a:cxn>
                <a:cxn ang="0">
                  <a:pos x="16" y="14"/>
                </a:cxn>
                <a:cxn ang="0">
                  <a:pos x="48" y="10"/>
                </a:cxn>
                <a:cxn ang="0">
                  <a:pos x="80" y="8"/>
                </a:cxn>
                <a:cxn ang="0">
                  <a:pos x="112" y="10"/>
                </a:cxn>
                <a:cxn ang="0">
                  <a:pos x="144" y="14"/>
                </a:cxn>
                <a:cxn ang="0">
                  <a:pos x="144" y="14"/>
                </a:cxn>
                <a:cxn ang="0">
                  <a:pos x="150" y="40"/>
                </a:cxn>
                <a:cxn ang="0">
                  <a:pos x="152" y="66"/>
                </a:cxn>
                <a:cxn ang="0">
                  <a:pos x="150" y="90"/>
                </a:cxn>
                <a:cxn ang="0">
                  <a:pos x="144" y="116"/>
                </a:cxn>
              </a:cxnLst>
              <a:rect l="0" t="0" r="r" b="b"/>
              <a:pathLst>
                <a:path w="160" h="130">
                  <a:moveTo>
                    <a:pt x="146" y="6"/>
                  </a:moveTo>
                  <a:lnTo>
                    <a:pt x="146" y="6"/>
                  </a:lnTo>
                  <a:lnTo>
                    <a:pt x="112" y="2"/>
                  </a:lnTo>
                  <a:lnTo>
                    <a:pt x="80" y="0"/>
                  </a:lnTo>
                  <a:lnTo>
                    <a:pt x="80" y="0"/>
                  </a:lnTo>
                  <a:lnTo>
                    <a:pt x="48" y="2"/>
                  </a:lnTo>
                  <a:lnTo>
                    <a:pt x="14" y="6"/>
                  </a:lnTo>
                  <a:lnTo>
                    <a:pt x="14" y="6"/>
                  </a:lnTo>
                  <a:lnTo>
                    <a:pt x="10" y="8"/>
                  </a:lnTo>
                  <a:lnTo>
                    <a:pt x="8" y="12"/>
                  </a:lnTo>
                  <a:lnTo>
                    <a:pt x="8" y="12"/>
                  </a:lnTo>
                  <a:lnTo>
                    <a:pt x="2" y="38"/>
                  </a:lnTo>
                  <a:lnTo>
                    <a:pt x="0" y="66"/>
                  </a:lnTo>
                  <a:lnTo>
                    <a:pt x="2" y="92"/>
                  </a:lnTo>
                  <a:lnTo>
                    <a:pt x="8" y="118"/>
                  </a:lnTo>
                  <a:lnTo>
                    <a:pt x="8" y="118"/>
                  </a:lnTo>
                  <a:lnTo>
                    <a:pt x="10" y="122"/>
                  </a:lnTo>
                  <a:lnTo>
                    <a:pt x="14" y="124"/>
                  </a:lnTo>
                  <a:lnTo>
                    <a:pt x="14" y="124"/>
                  </a:lnTo>
                  <a:lnTo>
                    <a:pt x="48" y="128"/>
                  </a:lnTo>
                  <a:lnTo>
                    <a:pt x="80" y="130"/>
                  </a:lnTo>
                  <a:lnTo>
                    <a:pt x="80" y="130"/>
                  </a:lnTo>
                  <a:lnTo>
                    <a:pt x="112" y="128"/>
                  </a:lnTo>
                  <a:lnTo>
                    <a:pt x="146" y="124"/>
                  </a:lnTo>
                  <a:lnTo>
                    <a:pt x="146" y="124"/>
                  </a:lnTo>
                  <a:lnTo>
                    <a:pt x="148" y="122"/>
                  </a:lnTo>
                  <a:lnTo>
                    <a:pt x="152" y="118"/>
                  </a:lnTo>
                  <a:lnTo>
                    <a:pt x="152" y="118"/>
                  </a:lnTo>
                  <a:lnTo>
                    <a:pt x="158" y="92"/>
                  </a:lnTo>
                  <a:lnTo>
                    <a:pt x="160" y="66"/>
                  </a:lnTo>
                  <a:lnTo>
                    <a:pt x="158" y="38"/>
                  </a:lnTo>
                  <a:lnTo>
                    <a:pt x="152" y="12"/>
                  </a:lnTo>
                  <a:lnTo>
                    <a:pt x="152" y="12"/>
                  </a:lnTo>
                  <a:lnTo>
                    <a:pt x="148" y="8"/>
                  </a:lnTo>
                  <a:lnTo>
                    <a:pt x="146" y="6"/>
                  </a:lnTo>
                  <a:close/>
                  <a:moveTo>
                    <a:pt x="144" y="116"/>
                  </a:moveTo>
                  <a:lnTo>
                    <a:pt x="144" y="116"/>
                  </a:lnTo>
                  <a:lnTo>
                    <a:pt x="112" y="120"/>
                  </a:lnTo>
                  <a:lnTo>
                    <a:pt x="80" y="122"/>
                  </a:lnTo>
                  <a:lnTo>
                    <a:pt x="48" y="120"/>
                  </a:lnTo>
                  <a:lnTo>
                    <a:pt x="16" y="116"/>
                  </a:lnTo>
                  <a:lnTo>
                    <a:pt x="16" y="116"/>
                  </a:lnTo>
                  <a:lnTo>
                    <a:pt x="10" y="90"/>
                  </a:lnTo>
                  <a:lnTo>
                    <a:pt x="8" y="66"/>
                  </a:lnTo>
                  <a:lnTo>
                    <a:pt x="10" y="40"/>
                  </a:lnTo>
                  <a:lnTo>
                    <a:pt x="16" y="14"/>
                  </a:lnTo>
                  <a:lnTo>
                    <a:pt x="16" y="14"/>
                  </a:lnTo>
                  <a:lnTo>
                    <a:pt x="48" y="10"/>
                  </a:lnTo>
                  <a:lnTo>
                    <a:pt x="80" y="8"/>
                  </a:lnTo>
                  <a:lnTo>
                    <a:pt x="112" y="10"/>
                  </a:lnTo>
                  <a:lnTo>
                    <a:pt x="144" y="14"/>
                  </a:lnTo>
                  <a:lnTo>
                    <a:pt x="144" y="14"/>
                  </a:lnTo>
                  <a:lnTo>
                    <a:pt x="150" y="40"/>
                  </a:lnTo>
                  <a:lnTo>
                    <a:pt x="152" y="66"/>
                  </a:lnTo>
                  <a:lnTo>
                    <a:pt x="150" y="90"/>
                  </a:lnTo>
                  <a:lnTo>
                    <a:pt x="144" y="11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72" name="Freeform 160"/>
            <p:cNvSpPr>
              <a:spLocks noEditPoints="1"/>
            </p:cNvSpPr>
            <p:nvPr/>
          </p:nvSpPr>
          <p:spPr bwMode="auto">
            <a:xfrm>
              <a:off x="3962400" y="1200150"/>
              <a:ext cx="406400" cy="317500"/>
            </a:xfrm>
            <a:custGeom>
              <a:avLst/>
              <a:gdLst/>
              <a:ahLst/>
              <a:cxnLst>
                <a:cxn ang="0">
                  <a:pos x="246" y="18"/>
                </a:cxn>
                <a:cxn ang="0">
                  <a:pos x="242" y="10"/>
                </a:cxn>
                <a:cxn ang="0">
                  <a:pos x="234" y="6"/>
                </a:cxn>
                <a:cxn ang="0">
                  <a:pos x="180" y="2"/>
                </a:cxn>
                <a:cxn ang="0">
                  <a:pos x="128" y="0"/>
                </a:cxn>
                <a:cxn ang="0">
                  <a:pos x="22" y="6"/>
                </a:cxn>
                <a:cxn ang="0">
                  <a:pos x="18" y="8"/>
                </a:cxn>
                <a:cxn ang="0">
                  <a:pos x="12" y="14"/>
                </a:cxn>
                <a:cxn ang="0">
                  <a:pos x="10" y="18"/>
                </a:cxn>
                <a:cxn ang="0">
                  <a:pos x="0" y="96"/>
                </a:cxn>
                <a:cxn ang="0">
                  <a:pos x="10" y="174"/>
                </a:cxn>
                <a:cxn ang="0">
                  <a:pos x="12" y="178"/>
                </a:cxn>
                <a:cxn ang="0">
                  <a:pos x="18" y="184"/>
                </a:cxn>
                <a:cxn ang="0">
                  <a:pos x="22" y="186"/>
                </a:cxn>
                <a:cxn ang="0">
                  <a:pos x="74" y="190"/>
                </a:cxn>
                <a:cxn ang="0">
                  <a:pos x="72" y="192"/>
                </a:cxn>
                <a:cxn ang="0">
                  <a:pos x="76" y="196"/>
                </a:cxn>
                <a:cxn ang="0">
                  <a:pos x="106" y="200"/>
                </a:cxn>
                <a:cxn ang="0">
                  <a:pos x="128" y="200"/>
                </a:cxn>
                <a:cxn ang="0">
                  <a:pos x="168" y="198"/>
                </a:cxn>
                <a:cxn ang="0">
                  <a:pos x="182" y="194"/>
                </a:cxn>
                <a:cxn ang="0">
                  <a:pos x="184" y="192"/>
                </a:cxn>
                <a:cxn ang="0">
                  <a:pos x="182" y="190"/>
                </a:cxn>
                <a:cxn ang="0">
                  <a:pos x="234" y="186"/>
                </a:cxn>
                <a:cxn ang="0">
                  <a:pos x="242" y="182"/>
                </a:cxn>
                <a:cxn ang="0">
                  <a:pos x="246" y="174"/>
                </a:cxn>
                <a:cxn ang="0">
                  <a:pos x="254" y="134"/>
                </a:cxn>
                <a:cxn ang="0">
                  <a:pos x="254" y="58"/>
                </a:cxn>
                <a:cxn ang="0">
                  <a:pos x="232" y="170"/>
                </a:cxn>
                <a:cxn ang="0">
                  <a:pos x="180" y="174"/>
                </a:cxn>
                <a:cxn ang="0">
                  <a:pos x="76" y="174"/>
                </a:cxn>
                <a:cxn ang="0">
                  <a:pos x="24" y="170"/>
                </a:cxn>
                <a:cxn ang="0">
                  <a:pos x="16" y="96"/>
                </a:cxn>
                <a:cxn ang="0">
                  <a:pos x="24" y="22"/>
                </a:cxn>
                <a:cxn ang="0">
                  <a:pos x="76" y="18"/>
                </a:cxn>
                <a:cxn ang="0">
                  <a:pos x="180" y="18"/>
                </a:cxn>
                <a:cxn ang="0">
                  <a:pos x="232" y="22"/>
                </a:cxn>
                <a:cxn ang="0">
                  <a:pos x="240" y="96"/>
                </a:cxn>
                <a:cxn ang="0">
                  <a:pos x="232" y="170"/>
                </a:cxn>
              </a:cxnLst>
              <a:rect l="0" t="0" r="r" b="b"/>
              <a:pathLst>
                <a:path w="256" h="200">
                  <a:moveTo>
                    <a:pt x="246" y="18"/>
                  </a:moveTo>
                  <a:lnTo>
                    <a:pt x="246" y="18"/>
                  </a:lnTo>
                  <a:lnTo>
                    <a:pt x="244" y="14"/>
                  </a:lnTo>
                  <a:lnTo>
                    <a:pt x="242" y="10"/>
                  </a:lnTo>
                  <a:lnTo>
                    <a:pt x="238" y="8"/>
                  </a:lnTo>
                  <a:lnTo>
                    <a:pt x="234" y="6"/>
                  </a:lnTo>
                  <a:lnTo>
                    <a:pt x="234" y="6"/>
                  </a:lnTo>
                  <a:lnTo>
                    <a:pt x="180" y="2"/>
                  </a:lnTo>
                  <a:lnTo>
                    <a:pt x="128" y="0"/>
                  </a:lnTo>
                  <a:lnTo>
                    <a:pt x="128" y="0"/>
                  </a:lnTo>
                  <a:lnTo>
                    <a:pt x="76" y="2"/>
                  </a:lnTo>
                  <a:lnTo>
                    <a:pt x="22" y="6"/>
                  </a:lnTo>
                  <a:lnTo>
                    <a:pt x="22" y="6"/>
                  </a:lnTo>
                  <a:lnTo>
                    <a:pt x="18" y="8"/>
                  </a:lnTo>
                  <a:lnTo>
                    <a:pt x="14" y="10"/>
                  </a:lnTo>
                  <a:lnTo>
                    <a:pt x="12" y="14"/>
                  </a:lnTo>
                  <a:lnTo>
                    <a:pt x="10" y="18"/>
                  </a:lnTo>
                  <a:lnTo>
                    <a:pt x="10" y="18"/>
                  </a:lnTo>
                  <a:lnTo>
                    <a:pt x="2" y="58"/>
                  </a:lnTo>
                  <a:lnTo>
                    <a:pt x="0" y="96"/>
                  </a:lnTo>
                  <a:lnTo>
                    <a:pt x="2" y="134"/>
                  </a:lnTo>
                  <a:lnTo>
                    <a:pt x="10" y="174"/>
                  </a:lnTo>
                  <a:lnTo>
                    <a:pt x="10" y="174"/>
                  </a:lnTo>
                  <a:lnTo>
                    <a:pt x="12" y="178"/>
                  </a:lnTo>
                  <a:lnTo>
                    <a:pt x="14" y="182"/>
                  </a:lnTo>
                  <a:lnTo>
                    <a:pt x="18" y="184"/>
                  </a:lnTo>
                  <a:lnTo>
                    <a:pt x="22" y="186"/>
                  </a:lnTo>
                  <a:lnTo>
                    <a:pt x="22" y="186"/>
                  </a:lnTo>
                  <a:lnTo>
                    <a:pt x="74" y="190"/>
                  </a:lnTo>
                  <a:lnTo>
                    <a:pt x="74" y="190"/>
                  </a:lnTo>
                  <a:lnTo>
                    <a:pt x="72" y="192"/>
                  </a:lnTo>
                  <a:lnTo>
                    <a:pt x="72" y="192"/>
                  </a:lnTo>
                  <a:lnTo>
                    <a:pt x="74" y="194"/>
                  </a:lnTo>
                  <a:lnTo>
                    <a:pt x="76" y="196"/>
                  </a:lnTo>
                  <a:lnTo>
                    <a:pt x="88" y="198"/>
                  </a:lnTo>
                  <a:lnTo>
                    <a:pt x="106" y="200"/>
                  </a:lnTo>
                  <a:lnTo>
                    <a:pt x="128" y="200"/>
                  </a:lnTo>
                  <a:lnTo>
                    <a:pt x="128" y="200"/>
                  </a:lnTo>
                  <a:lnTo>
                    <a:pt x="150" y="200"/>
                  </a:lnTo>
                  <a:lnTo>
                    <a:pt x="168" y="198"/>
                  </a:lnTo>
                  <a:lnTo>
                    <a:pt x="180" y="196"/>
                  </a:lnTo>
                  <a:lnTo>
                    <a:pt x="182" y="194"/>
                  </a:lnTo>
                  <a:lnTo>
                    <a:pt x="184" y="192"/>
                  </a:lnTo>
                  <a:lnTo>
                    <a:pt x="184" y="192"/>
                  </a:lnTo>
                  <a:lnTo>
                    <a:pt x="182" y="190"/>
                  </a:lnTo>
                  <a:lnTo>
                    <a:pt x="182" y="190"/>
                  </a:lnTo>
                  <a:lnTo>
                    <a:pt x="234" y="186"/>
                  </a:lnTo>
                  <a:lnTo>
                    <a:pt x="234" y="186"/>
                  </a:lnTo>
                  <a:lnTo>
                    <a:pt x="238" y="184"/>
                  </a:lnTo>
                  <a:lnTo>
                    <a:pt x="242" y="182"/>
                  </a:lnTo>
                  <a:lnTo>
                    <a:pt x="244" y="178"/>
                  </a:lnTo>
                  <a:lnTo>
                    <a:pt x="246" y="174"/>
                  </a:lnTo>
                  <a:lnTo>
                    <a:pt x="246" y="174"/>
                  </a:lnTo>
                  <a:lnTo>
                    <a:pt x="254" y="134"/>
                  </a:lnTo>
                  <a:lnTo>
                    <a:pt x="256" y="96"/>
                  </a:lnTo>
                  <a:lnTo>
                    <a:pt x="254" y="58"/>
                  </a:lnTo>
                  <a:lnTo>
                    <a:pt x="246" y="18"/>
                  </a:lnTo>
                  <a:close/>
                  <a:moveTo>
                    <a:pt x="232" y="170"/>
                  </a:moveTo>
                  <a:lnTo>
                    <a:pt x="232" y="170"/>
                  </a:lnTo>
                  <a:lnTo>
                    <a:pt x="180" y="174"/>
                  </a:lnTo>
                  <a:lnTo>
                    <a:pt x="128" y="176"/>
                  </a:lnTo>
                  <a:lnTo>
                    <a:pt x="76" y="174"/>
                  </a:lnTo>
                  <a:lnTo>
                    <a:pt x="24" y="170"/>
                  </a:lnTo>
                  <a:lnTo>
                    <a:pt x="24" y="170"/>
                  </a:lnTo>
                  <a:lnTo>
                    <a:pt x="18" y="132"/>
                  </a:lnTo>
                  <a:lnTo>
                    <a:pt x="16" y="96"/>
                  </a:lnTo>
                  <a:lnTo>
                    <a:pt x="18" y="60"/>
                  </a:lnTo>
                  <a:lnTo>
                    <a:pt x="24" y="22"/>
                  </a:lnTo>
                  <a:lnTo>
                    <a:pt x="24" y="22"/>
                  </a:lnTo>
                  <a:lnTo>
                    <a:pt x="76" y="18"/>
                  </a:lnTo>
                  <a:lnTo>
                    <a:pt x="128" y="16"/>
                  </a:lnTo>
                  <a:lnTo>
                    <a:pt x="180" y="18"/>
                  </a:lnTo>
                  <a:lnTo>
                    <a:pt x="232" y="22"/>
                  </a:lnTo>
                  <a:lnTo>
                    <a:pt x="232" y="22"/>
                  </a:lnTo>
                  <a:lnTo>
                    <a:pt x="238" y="60"/>
                  </a:lnTo>
                  <a:lnTo>
                    <a:pt x="240" y="96"/>
                  </a:lnTo>
                  <a:lnTo>
                    <a:pt x="238" y="132"/>
                  </a:lnTo>
                  <a:lnTo>
                    <a:pt x="232" y="17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73" name="Freeform 163"/>
            <p:cNvSpPr>
              <a:spLocks noEditPoints="1"/>
            </p:cNvSpPr>
            <p:nvPr/>
          </p:nvSpPr>
          <p:spPr bwMode="auto">
            <a:xfrm>
              <a:off x="4279900" y="1263650"/>
              <a:ext cx="38100" cy="38100"/>
            </a:xfrm>
            <a:custGeom>
              <a:avLst/>
              <a:gdLst/>
              <a:ahLst/>
              <a:cxnLst>
                <a:cxn ang="0">
                  <a:pos x="12" y="24"/>
                </a:cxn>
                <a:cxn ang="0">
                  <a:pos x="12" y="24"/>
                </a:cxn>
                <a:cxn ang="0">
                  <a:pos x="16" y="24"/>
                </a:cxn>
                <a:cxn ang="0">
                  <a:pos x="20" y="20"/>
                </a:cxn>
                <a:cxn ang="0">
                  <a:pos x="24" y="16"/>
                </a:cxn>
                <a:cxn ang="0">
                  <a:pos x="24" y="12"/>
                </a:cxn>
                <a:cxn ang="0">
                  <a:pos x="24" y="12"/>
                </a:cxn>
                <a:cxn ang="0">
                  <a:pos x="24" y="8"/>
                </a:cxn>
                <a:cxn ang="0">
                  <a:pos x="20" y="4"/>
                </a:cxn>
                <a:cxn ang="0">
                  <a:pos x="16" y="0"/>
                </a:cxn>
                <a:cxn ang="0">
                  <a:pos x="12" y="0"/>
                </a:cxn>
                <a:cxn ang="0">
                  <a:pos x="12" y="0"/>
                </a:cxn>
                <a:cxn ang="0">
                  <a:pos x="8" y="0"/>
                </a:cxn>
                <a:cxn ang="0">
                  <a:pos x="4" y="4"/>
                </a:cxn>
                <a:cxn ang="0">
                  <a:pos x="0" y="8"/>
                </a:cxn>
                <a:cxn ang="0">
                  <a:pos x="0" y="12"/>
                </a:cxn>
                <a:cxn ang="0">
                  <a:pos x="0" y="12"/>
                </a:cxn>
                <a:cxn ang="0">
                  <a:pos x="0" y="16"/>
                </a:cxn>
                <a:cxn ang="0">
                  <a:pos x="4" y="20"/>
                </a:cxn>
                <a:cxn ang="0">
                  <a:pos x="8" y="24"/>
                </a:cxn>
                <a:cxn ang="0">
                  <a:pos x="12" y="24"/>
                </a:cxn>
                <a:cxn ang="0">
                  <a:pos x="12" y="8"/>
                </a:cxn>
                <a:cxn ang="0">
                  <a:pos x="12" y="8"/>
                </a:cxn>
                <a:cxn ang="0">
                  <a:pos x="14" y="10"/>
                </a:cxn>
                <a:cxn ang="0">
                  <a:pos x="16" y="12"/>
                </a:cxn>
                <a:cxn ang="0">
                  <a:pos x="16" y="12"/>
                </a:cxn>
                <a:cxn ang="0">
                  <a:pos x="14" y="14"/>
                </a:cxn>
                <a:cxn ang="0">
                  <a:pos x="12" y="16"/>
                </a:cxn>
                <a:cxn ang="0">
                  <a:pos x="12" y="16"/>
                </a:cxn>
                <a:cxn ang="0">
                  <a:pos x="10" y="14"/>
                </a:cxn>
                <a:cxn ang="0">
                  <a:pos x="8" y="12"/>
                </a:cxn>
                <a:cxn ang="0">
                  <a:pos x="8" y="12"/>
                </a:cxn>
                <a:cxn ang="0">
                  <a:pos x="10" y="10"/>
                </a:cxn>
                <a:cxn ang="0">
                  <a:pos x="12" y="8"/>
                </a:cxn>
              </a:cxnLst>
              <a:rect l="0" t="0" r="r" b="b"/>
              <a:pathLst>
                <a:path w="24" h="24">
                  <a:moveTo>
                    <a:pt x="12" y="24"/>
                  </a:moveTo>
                  <a:lnTo>
                    <a:pt x="12" y="24"/>
                  </a:lnTo>
                  <a:lnTo>
                    <a:pt x="16" y="24"/>
                  </a:lnTo>
                  <a:lnTo>
                    <a:pt x="20" y="20"/>
                  </a:lnTo>
                  <a:lnTo>
                    <a:pt x="24" y="16"/>
                  </a:lnTo>
                  <a:lnTo>
                    <a:pt x="24" y="12"/>
                  </a:lnTo>
                  <a:lnTo>
                    <a:pt x="24" y="12"/>
                  </a:lnTo>
                  <a:lnTo>
                    <a:pt x="24" y="8"/>
                  </a:lnTo>
                  <a:lnTo>
                    <a:pt x="20" y="4"/>
                  </a:lnTo>
                  <a:lnTo>
                    <a:pt x="16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8" y="0"/>
                  </a:lnTo>
                  <a:lnTo>
                    <a:pt x="4" y="4"/>
                  </a:lnTo>
                  <a:lnTo>
                    <a:pt x="0" y="8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6"/>
                  </a:lnTo>
                  <a:lnTo>
                    <a:pt x="4" y="20"/>
                  </a:lnTo>
                  <a:lnTo>
                    <a:pt x="8" y="24"/>
                  </a:lnTo>
                  <a:lnTo>
                    <a:pt x="12" y="24"/>
                  </a:lnTo>
                  <a:close/>
                  <a:moveTo>
                    <a:pt x="12" y="8"/>
                  </a:moveTo>
                  <a:lnTo>
                    <a:pt x="12" y="8"/>
                  </a:lnTo>
                  <a:lnTo>
                    <a:pt x="14" y="10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4" y="14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0" y="14"/>
                  </a:lnTo>
                  <a:lnTo>
                    <a:pt x="8" y="12"/>
                  </a:lnTo>
                  <a:lnTo>
                    <a:pt x="8" y="12"/>
                  </a:lnTo>
                  <a:lnTo>
                    <a:pt x="10" y="10"/>
                  </a:lnTo>
                  <a:lnTo>
                    <a:pt x="12" y="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74" name="Freeform 166"/>
            <p:cNvSpPr>
              <a:spLocks/>
            </p:cNvSpPr>
            <p:nvPr/>
          </p:nvSpPr>
          <p:spPr bwMode="auto">
            <a:xfrm>
              <a:off x="4267200" y="1428750"/>
              <a:ext cx="50800" cy="18000"/>
            </a:xfrm>
            <a:custGeom>
              <a:avLst/>
              <a:gdLst/>
              <a:ahLst/>
              <a:cxnLst>
                <a:cxn ang="0">
                  <a:pos x="28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2" y="6"/>
                </a:cxn>
                <a:cxn ang="0">
                  <a:pos x="4" y="8"/>
                </a:cxn>
                <a:cxn ang="0">
                  <a:pos x="28" y="8"/>
                </a:cxn>
                <a:cxn ang="0">
                  <a:pos x="28" y="8"/>
                </a:cxn>
                <a:cxn ang="0">
                  <a:pos x="30" y="6"/>
                </a:cxn>
                <a:cxn ang="0">
                  <a:pos x="32" y="4"/>
                </a:cxn>
                <a:cxn ang="0">
                  <a:pos x="32" y="4"/>
                </a:cxn>
                <a:cxn ang="0">
                  <a:pos x="30" y="2"/>
                </a:cxn>
                <a:cxn ang="0">
                  <a:pos x="28" y="0"/>
                </a:cxn>
              </a:cxnLst>
              <a:rect l="0" t="0" r="r" b="b"/>
              <a:pathLst>
                <a:path w="32" h="8">
                  <a:moveTo>
                    <a:pt x="28" y="0"/>
                  </a:moveTo>
                  <a:lnTo>
                    <a:pt x="4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6"/>
                  </a:lnTo>
                  <a:lnTo>
                    <a:pt x="4" y="8"/>
                  </a:lnTo>
                  <a:lnTo>
                    <a:pt x="28" y="8"/>
                  </a:lnTo>
                  <a:lnTo>
                    <a:pt x="28" y="8"/>
                  </a:lnTo>
                  <a:lnTo>
                    <a:pt x="30" y="6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30" y="2"/>
                  </a:lnTo>
                  <a:lnTo>
                    <a:pt x="28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75" name="Freeform 168"/>
            <p:cNvSpPr>
              <a:spLocks/>
            </p:cNvSpPr>
            <p:nvPr/>
          </p:nvSpPr>
          <p:spPr bwMode="auto">
            <a:xfrm>
              <a:off x="4279900" y="1390650"/>
              <a:ext cx="50800" cy="18000"/>
            </a:xfrm>
            <a:custGeom>
              <a:avLst/>
              <a:gdLst/>
              <a:ahLst/>
              <a:cxnLst>
                <a:cxn ang="0">
                  <a:pos x="28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2" y="6"/>
                </a:cxn>
                <a:cxn ang="0">
                  <a:pos x="4" y="8"/>
                </a:cxn>
                <a:cxn ang="0">
                  <a:pos x="28" y="8"/>
                </a:cxn>
                <a:cxn ang="0">
                  <a:pos x="28" y="8"/>
                </a:cxn>
                <a:cxn ang="0">
                  <a:pos x="30" y="6"/>
                </a:cxn>
                <a:cxn ang="0">
                  <a:pos x="32" y="4"/>
                </a:cxn>
                <a:cxn ang="0">
                  <a:pos x="32" y="4"/>
                </a:cxn>
                <a:cxn ang="0">
                  <a:pos x="30" y="2"/>
                </a:cxn>
                <a:cxn ang="0">
                  <a:pos x="28" y="0"/>
                </a:cxn>
              </a:cxnLst>
              <a:rect l="0" t="0" r="r" b="b"/>
              <a:pathLst>
                <a:path w="32" h="8">
                  <a:moveTo>
                    <a:pt x="28" y="0"/>
                  </a:moveTo>
                  <a:lnTo>
                    <a:pt x="4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6"/>
                  </a:lnTo>
                  <a:lnTo>
                    <a:pt x="4" y="8"/>
                  </a:lnTo>
                  <a:lnTo>
                    <a:pt x="28" y="8"/>
                  </a:lnTo>
                  <a:lnTo>
                    <a:pt x="28" y="8"/>
                  </a:lnTo>
                  <a:lnTo>
                    <a:pt x="30" y="6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30" y="2"/>
                  </a:lnTo>
                  <a:lnTo>
                    <a:pt x="28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76" name="Freeform 170"/>
            <p:cNvSpPr>
              <a:spLocks/>
            </p:cNvSpPr>
            <p:nvPr/>
          </p:nvSpPr>
          <p:spPr bwMode="auto">
            <a:xfrm>
              <a:off x="4279900" y="1352550"/>
              <a:ext cx="50800" cy="21600"/>
            </a:xfrm>
            <a:custGeom>
              <a:avLst/>
              <a:gdLst/>
              <a:ahLst/>
              <a:cxnLst>
                <a:cxn ang="0">
                  <a:pos x="28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2" y="6"/>
                </a:cxn>
                <a:cxn ang="0">
                  <a:pos x="4" y="8"/>
                </a:cxn>
                <a:cxn ang="0">
                  <a:pos x="28" y="8"/>
                </a:cxn>
                <a:cxn ang="0">
                  <a:pos x="28" y="8"/>
                </a:cxn>
                <a:cxn ang="0">
                  <a:pos x="30" y="6"/>
                </a:cxn>
                <a:cxn ang="0">
                  <a:pos x="32" y="4"/>
                </a:cxn>
                <a:cxn ang="0">
                  <a:pos x="32" y="4"/>
                </a:cxn>
                <a:cxn ang="0">
                  <a:pos x="30" y="2"/>
                </a:cxn>
                <a:cxn ang="0">
                  <a:pos x="28" y="0"/>
                </a:cxn>
              </a:cxnLst>
              <a:rect l="0" t="0" r="r" b="b"/>
              <a:pathLst>
                <a:path w="32" h="8">
                  <a:moveTo>
                    <a:pt x="28" y="0"/>
                  </a:moveTo>
                  <a:lnTo>
                    <a:pt x="4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6"/>
                  </a:lnTo>
                  <a:lnTo>
                    <a:pt x="4" y="8"/>
                  </a:lnTo>
                  <a:lnTo>
                    <a:pt x="28" y="8"/>
                  </a:lnTo>
                  <a:lnTo>
                    <a:pt x="28" y="8"/>
                  </a:lnTo>
                  <a:lnTo>
                    <a:pt x="30" y="6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30" y="2"/>
                  </a:lnTo>
                  <a:lnTo>
                    <a:pt x="28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77" name="Freeform 172"/>
            <p:cNvSpPr>
              <a:spLocks/>
            </p:cNvSpPr>
            <p:nvPr/>
          </p:nvSpPr>
          <p:spPr bwMode="auto">
            <a:xfrm>
              <a:off x="4064000" y="1298575"/>
              <a:ext cx="76200" cy="53975"/>
            </a:xfrm>
            <a:custGeom>
              <a:avLst/>
              <a:gdLst/>
              <a:ahLst/>
              <a:cxnLst>
                <a:cxn ang="0">
                  <a:pos x="44" y="0"/>
                </a:cxn>
                <a:cxn ang="0">
                  <a:pos x="8" y="4"/>
                </a:cxn>
                <a:cxn ang="0">
                  <a:pos x="8" y="4"/>
                </a:cxn>
                <a:cxn ang="0">
                  <a:pos x="4" y="4"/>
                </a:cxn>
                <a:cxn ang="0">
                  <a:pos x="2" y="8"/>
                </a:cxn>
                <a:cxn ang="0">
                  <a:pos x="0" y="30"/>
                </a:cxn>
                <a:cxn ang="0">
                  <a:pos x="0" y="30"/>
                </a:cxn>
                <a:cxn ang="0">
                  <a:pos x="2" y="32"/>
                </a:cxn>
                <a:cxn ang="0">
                  <a:pos x="4" y="34"/>
                </a:cxn>
                <a:cxn ang="0">
                  <a:pos x="4" y="34"/>
                </a:cxn>
                <a:cxn ang="0">
                  <a:pos x="6" y="32"/>
                </a:cxn>
                <a:cxn ang="0">
                  <a:pos x="8" y="30"/>
                </a:cxn>
                <a:cxn ang="0">
                  <a:pos x="10" y="14"/>
                </a:cxn>
                <a:cxn ang="0">
                  <a:pos x="10" y="14"/>
                </a:cxn>
                <a:cxn ang="0">
                  <a:pos x="12" y="12"/>
                </a:cxn>
                <a:cxn ang="0">
                  <a:pos x="14" y="10"/>
                </a:cxn>
                <a:cxn ang="0">
                  <a:pos x="44" y="8"/>
                </a:cxn>
                <a:cxn ang="0">
                  <a:pos x="44" y="8"/>
                </a:cxn>
                <a:cxn ang="0">
                  <a:pos x="46" y="8"/>
                </a:cxn>
                <a:cxn ang="0">
                  <a:pos x="48" y="4"/>
                </a:cxn>
                <a:cxn ang="0">
                  <a:pos x="48" y="4"/>
                </a:cxn>
                <a:cxn ang="0">
                  <a:pos x="46" y="2"/>
                </a:cxn>
                <a:cxn ang="0">
                  <a:pos x="44" y="0"/>
                </a:cxn>
              </a:cxnLst>
              <a:rect l="0" t="0" r="r" b="b"/>
              <a:pathLst>
                <a:path w="48" h="34">
                  <a:moveTo>
                    <a:pt x="44" y="0"/>
                  </a:moveTo>
                  <a:lnTo>
                    <a:pt x="8" y="4"/>
                  </a:lnTo>
                  <a:lnTo>
                    <a:pt x="8" y="4"/>
                  </a:lnTo>
                  <a:lnTo>
                    <a:pt x="4" y="4"/>
                  </a:lnTo>
                  <a:lnTo>
                    <a:pt x="2" y="8"/>
                  </a:lnTo>
                  <a:lnTo>
                    <a:pt x="0" y="30"/>
                  </a:lnTo>
                  <a:lnTo>
                    <a:pt x="0" y="30"/>
                  </a:lnTo>
                  <a:lnTo>
                    <a:pt x="2" y="32"/>
                  </a:lnTo>
                  <a:lnTo>
                    <a:pt x="4" y="34"/>
                  </a:lnTo>
                  <a:lnTo>
                    <a:pt x="4" y="34"/>
                  </a:lnTo>
                  <a:lnTo>
                    <a:pt x="6" y="32"/>
                  </a:lnTo>
                  <a:lnTo>
                    <a:pt x="8" y="30"/>
                  </a:lnTo>
                  <a:lnTo>
                    <a:pt x="10" y="14"/>
                  </a:lnTo>
                  <a:lnTo>
                    <a:pt x="10" y="14"/>
                  </a:lnTo>
                  <a:lnTo>
                    <a:pt x="12" y="12"/>
                  </a:lnTo>
                  <a:lnTo>
                    <a:pt x="14" y="10"/>
                  </a:lnTo>
                  <a:lnTo>
                    <a:pt x="44" y="8"/>
                  </a:lnTo>
                  <a:lnTo>
                    <a:pt x="44" y="8"/>
                  </a:lnTo>
                  <a:lnTo>
                    <a:pt x="46" y="8"/>
                  </a:lnTo>
                  <a:lnTo>
                    <a:pt x="48" y="4"/>
                  </a:lnTo>
                  <a:lnTo>
                    <a:pt x="48" y="4"/>
                  </a:lnTo>
                  <a:lnTo>
                    <a:pt x="46" y="2"/>
                  </a:lnTo>
                  <a:lnTo>
                    <a:pt x="44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</p:grpSp>
      <p:grpSp>
        <p:nvGrpSpPr>
          <p:cNvPr id="39" name="Group 38"/>
          <p:cNvGrpSpPr/>
          <p:nvPr/>
        </p:nvGrpSpPr>
        <p:grpSpPr>
          <a:xfrm>
            <a:off x="1721831" y="1688984"/>
            <a:ext cx="465099" cy="406961"/>
            <a:chOff x="3149600" y="1174750"/>
            <a:chExt cx="406400" cy="355600"/>
          </a:xfrm>
          <a:solidFill>
            <a:schemeClr val="tx2"/>
          </a:solidFill>
        </p:grpSpPr>
        <p:sp>
          <p:nvSpPr>
            <p:cNvPr id="68" name="Freeform 174"/>
            <p:cNvSpPr>
              <a:spLocks noEditPoints="1"/>
            </p:cNvSpPr>
            <p:nvPr/>
          </p:nvSpPr>
          <p:spPr bwMode="auto">
            <a:xfrm>
              <a:off x="3149600" y="1174750"/>
              <a:ext cx="406400" cy="355600"/>
            </a:xfrm>
            <a:custGeom>
              <a:avLst/>
              <a:gdLst/>
              <a:ahLst/>
              <a:cxnLst>
                <a:cxn ang="0">
                  <a:pos x="234" y="22"/>
                </a:cxn>
                <a:cxn ang="0">
                  <a:pos x="210" y="6"/>
                </a:cxn>
                <a:cxn ang="0">
                  <a:pos x="182" y="0"/>
                </a:cxn>
                <a:cxn ang="0">
                  <a:pos x="154" y="4"/>
                </a:cxn>
                <a:cxn ang="0">
                  <a:pos x="128" y="20"/>
                </a:cxn>
                <a:cxn ang="0">
                  <a:pos x="116" y="10"/>
                </a:cxn>
                <a:cxn ang="0">
                  <a:pos x="90" y="2"/>
                </a:cxn>
                <a:cxn ang="0">
                  <a:pos x="60" y="2"/>
                </a:cxn>
                <a:cxn ang="0">
                  <a:pos x="34" y="12"/>
                </a:cxn>
                <a:cxn ang="0">
                  <a:pos x="22" y="22"/>
                </a:cxn>
                <a:cxn ang="0">
                  <a:pos x="6" y="48"/>
                </a:cxn>
                <a:cxn ang="0">
                  <a:pos x="0" y="76"/>
                </a:cxn>
                <a:cxn ang="0">
                  <a:pos x="6" y="104"/>
                </a:cxn>
                <a:cxn ang="0">
                  <a:pos x="22" y="130"/>
                </a:cxn>
                <a:cxn ang="0">
                  <a:pos x="110" y="216"/>
                </a:cxn>
                <a:cxn ang="0">
                  <a:pos x="118" y="222"/>
                </a:cxn>
                <a:cxn ang="0">
                  <a:pos x="138" y="222"/>
                </a:cxn>
                <a:cxn ang="0">
                  <a:pos x="146" y="216"/>
                </a:cxn>
                <a:cxn ang="0">
                  <a:pos x="234" y="130"/>
                </a:cxn>
                <a:cxn ang="0">
                  <a:pos x="250" y="104"/>
                </a:cxn>
                <a:cxn ang="0">
                  <a:pos x="256" y="76"/>
                </a:cxn>
                <a:cxn ang="0">
                  <a:pos x="250" y="48"/>
                </a:cxn>
                <a:cxn ang="0">
                  <a:pos x="234" y="22"/>
                </a:cxn>
                <a:cxn ang="0">
                  <a:pos x="134" y="206"/>
                </a:cxn>
                <a:cxn ang="0">
                  <a:pos x="132" y="208"/>
                </a:cxn>
                <a:cxn ang="0">
                  <a:pos x="124" y="208"/>
                </a:cxn>
                <a:cxn ang="0">
                  <a:pos x="34" y="118"/>
                </a:cxn>
                <a:cxn ang="0">
                  <a:pos x="26" y="108"/>
                </a:cxn>
                <a:cxn ang="0">
                  <a:pos x="18" y="88"/>
                </a:cxn>
                <a:cxn ang="0">
                  <a:pos x="18" y="64"/>
                </a:cxn>
                <a:cxn ang="0">
                  <a:pos x="26" y="42"/>
                </a:cxn>
                <a:cxn ang="0">
                  <a:pos x="34" y="34"/>
                </a:cxn>
                <a:cxn ang="0">
                  <a:pos x="54" y="20"/>
                </a:cxn>
                <a:cxn ang="0">
                  <a:pos x="76" y="16"/>
                </a:cxn>
                <a:cxn ang="0">
                  <a:pos x="98" y="20"/>
                </a:cxn>
                <a:cxn ang="0">
                  <a:pos x="118" y="32"/>
                </a:cxn>
                <a:cxn ang="0">
                  <a:pos x="138" y="32"/>
                </a:cxn>
                <a:cxn ang="0">
                  <a:pos x="148" y="24"/>
                </a:cxn>
                <a:cxn ang="0">
                  <a:pos x="170" y="16"/>
                </a:cxn>
                <a:cxn ang="0">
                  <a:pos x="192" y="18"/>
                </a:cxn>
                <a:cxn ang="0">
                  <a:pos x="212" y="26"/>
                </a:cxn>
                <a:cxn ang="0">
                  <a:pos x="222" y="34"/>
                </a:cxn>
                <a:cxn ang="0">
                  <a:pos x="236" y="54"/>
                </a:cxn>
                <a:cxn ang="0">
                  <a:pos x="240" y="76"/>
                </a:cxn>
                <a:cxn ang="0">
                  <a:pos x="236" y="98"/>
                </a:cxn>
                <a:cxn ang="0">
                  <a:pos x="222" y="118"/>
                </a:cxn>
              </a:cxnLst>
              <a:rect l="0" t="0" r="r" b="b"/>
              <a:pathLst>
                <a:path w="256" h="224">
                  <a:moveTo>
                    <a:pt x="234" y="22"/>
                  </a:moveTo>
                  <a:lnTo>
                    <a:pt x="234" y="22"/>
                  </a:lnTo>
                  <a:lnTo>
                    <a:pt x="222" y="12"/>
                  </a:lnTo>
                  <a:lnTo>
                    <a:pt x="210" y="6"/>
                  </a:lnTo>
                  <a:lnTo>
                    <a:pt x="196" y="2"/>
                  </a:lnTo>
                  <a:lnTo>
                    <a:pt x="182" y="0"/>
                  </a:lnTo>
                  <a:lnTo>
                    <a:pt x="166" y="2"/>
                  </a:lnTo>
                  <a:lnTo>
                    <a:pt x="154" y="4"/>
                  </a:lnTo>
                  <a:lnTo>
                    <a:pt x="140" y="10"/>
                  </a:lnTo>
                  <a:lnTo>
                    <a:pt x="128" y="20"/>
                  </a:lnTo>
                  <a:lnTo>
                    <a:pt x="128" y="20"/>
                  </a:lnTo>
                  <a:lnTo>
                    <a:pt x="116" y="10"/>
                  </a:lnTo>
                  <a:lnTo>
                    <a:pt x="102" y="4"/>
                  </a:lnTo>
                  <a:lnTo>
                    <a:pt x="90" y="2"/>
                  </a:lnTo>
                  <a:lnTo>
                    <a:pt x="74" y="0"/>
                  </a:lnTo>
                  <a:lnTo>
                    <a:pt x="60" y="2"/>
                  </a:lnTo>
                  <a:lnTo>
                    <a:pt x="46" y="6"/>
                  </a:lnTo>
                  <a:lnTo>
                    <a:pt x="34" y="12"/>
                  </a:lnTo>
                  <a:lnTo>
                    <a:pt x="22" y="22"/>
                  </a:lnTo>
                  <a:lnTo>
                    <a:pt x="22" y="22"/>
                  </a:lnTo>
                  <a:lnTo>
                    <a:pt x="12" y="34"/>
                  </a:lnTo>
                  <a:lnTo>
                    <a:pt x="6" y="48"/>
                  </a:lnTo>
                  <a:lnTo>
                    <a:pt x="2" y="62"/>
                  </a:lnTo>
                  <a:lnTo>
                    <a:pt x="0" y="76"/>
                  </a:lnTo>
                  <a:lnTo>
                    <a:pt x="2" y="90"/>
                  </a:lnTo>
                  <a:lnTo>
                    <a:pt x="6" y="104"/>
                  </a:lnTo>
                  <a:lnTo>
                    <a:pt x="12" y="118"/>
                  </a:lnTo>
                  <a:lnTo>
                    <a:pt x="22" y="130"/>
                  </a:lnTo>
                  <a:lnTo>
                    <a:pt x="22" y="130"/>
                  </a:lnTo>
                  <a:lnTo>
                    <a:pt x="110" y="216"/>
                  </a:lnTo>
                  <a:lnTo>
                    <a:pt x="110" y="216"/>
                  </a:lnTo>
                  <a:lnTo>
                    <a:pt x="118" y="222"/>
                  </a:lnTo>
                  <a:lnTo>
                    <a:pt x="128" y="224"/>
                  </a:lnTo>
                  <a:lnTo>
                    <a:pt x="138" y="222"/>
                  </a:lnTo>
                  <a:lnTo>
                    <a:pt x="146" y="216"/>
                  </a:lnTo>
                  <a:lnTo>
                    <a:pt x="146" y="216"/>
                  </a:lnTo>
                  <a:lnTo>
                    <a:pt x="234" y="130"/>
                  </a:lnTo>
                  <a:lnTo>
                    <a:pt x="234" y="130"/>
                  </a:lnTo>
                  <a:lnTo>
                    <a:pt x="244" y="118"/>
                  </a:lnTo>
                  <a:lnTo>
                    <a:pt x="250" y="104"/>
                  </a:lnTo>
                  <a:lnTo>
                    <a:pt x="254" y="90"/>
                  </a:lnTo>
                  <a:lnTo>
                    <a:pt x="256" y="76"/>
                  </a:lnTo>
                  <a:lnTo>
                    <a:pt x="254" y="62"/>
                  </a:lnTo>
                  <a:lnTo>
                    <a:pt x="250" y="48"/>
                  </a:lnTo>
                  <a:lnTo>
                    <a:pt x="244" y="34"/>
                  </a:lnTo>
                  <a:lnTo>
                    <a:pt x="234" y="22"/>
                  </a:lnTo>
                  <a:close/>
                  <a:moveTo>
                    <a:pt x="222" y="118"/>
                  </a:moveTo>
                  <a:lnTo>
                    <a:pt x="134" y="206"/>
                  </a:lnTo>
                  <a:lnTo>
                    <a:pt x="134" y="206"/>
                  </a:lnTo>
                  <a:lnTo>
                    <a:pt x="132" y="208"/>
                  </a:lnTo>
                  <a:lnTo>
                    <a:pt x="128" y="208"/>
                  </a:lnTo>
                  <a:lnTo>
                    <a:pt x="124" y="208"/>
                  </a:lnTo>
                  <a:lnTo>
                    <a:pt x="122" y="206"/>
                  </a:lnTo>
                  <a:lnTo>
                    <a:pt x="34" y="118"/>
                  </a:lnTo>
                  <a:lnTo>
                    <a:pt x="34" y="118"/>
                  </a:lnTo>
                  <a:lnTo>
                    <a:pt x="26" y="108"/>
                  </a:lnTo>
                  <a:lnTo>
                    <a:pt x="20" y="98"/>
                  </a:lnTo>
                  <a:lnTo>
                    <a:pt x="18" y="88"/>
                  </a:lnTo>
                  <a:lnTo>
                    <a:pt x="16" y="76"/>
                  </a:lnTo>
                  <a:lnTo>
                    <a:pt x="18" y="64"/>
                  </a:lnTo>
                  <a:lnTo>
                    <a:pt x="20" y="54"/>
                  </a:lnTo>
                  <a:lnTo>
                    <a:pt x="26" y="42"/>
                  </a:lnTo>
                  <a:lnTo>
                    <a:pt x="34" y="34"/>
                  </a:lnTo>
                  <a:lnTo>
                    <a:pt x="34" y="34"/>
                  </a:lnTo>
                  <a:lnTo>
                    <a:pt x="42" y="26"/>
                  </a:lnTo>
                  <a:lnTo>
                    <a:pt x="54" y="20"/>
                  </a:lnTo>
                  <a:lnTo>
                    <a:pt x="64" y="18"/>
                  </a:lnTo>
                  <a:lnTo>
                    <a:pt x="76" y="16"/>
                  </a:lnTo>
                  <a:lnTo>
                    <a:pt x="86" y="16"/>
                  </a:lnTo>
                  <a:lnTo>
                    <a:pt x="98" y="20"/>
                  </a:lnTo>
                  <a:lnTo>
                    <a:pt x="108" y="24"/>
                  </a:lnTo>
                  <a:lnTo>
                    <a:pt x="118" y="32"/>
                  </a:lnTo>
                  <a:lnTo>
                    <a:pt x="128" y="42"/>
                  </a:lnTo>
                  <a:lnTo>
                    <a:pt x="138" y="32"/>
                  </a:lnTo>
                  <a:lnTo>
                    <a:pt x="138" y="32"/>
                  </a:lnTo>
                  <a:lnTo>
                    <a:pt x="148" y="24"/>
                  </a:lnTo>
                  <a:lnTo>
                    <a:pt x="158" y="20"/>
                  </a:lnTo>
                  <a:lnTo>
                    <a:pt x="170" y="16"/>
                  </a:lnTo>
                  <a:lnTo>
                    <a:pt x="180" y="16"/>
                  </a:lnTo>
                  <a:lnTo>
                    <a:pt x="192" y="18"/>
                  </a:lnTo>
                  <a:lnTo>
                    <a:pt x="202" y="20"/>
                  </a:lnTo>
                  <a:lnTo>
                    <a:pt x="212" y="26"/>
                  </a:lnTo>
                  <a:lnTo>
                    <a:pt x="222" y="34"/>
                  </a:lnTo>
                  <a:lnTo>
                    <a:pt x="222" y="34"/>
                  </a:lnTo>
                  <a:lnTo>
                    <a:pt x="230" y="42"/>
                  </a:lnTo>
                  <a:lnTo>
                    <a:pt x="236" y="54"/>
                  </a:lnTo>
                  <a:lnTo>
                    <a:pt x="238" y="64"/>
                  </a:lnTo>
                  <a:lnTo>
                    <a:pt x="240" y="76"/>
                  </a:lnTo>
                  <a:lnTo>
                    <a:pt x="238" y="88"/>
                  </a:lnTo>
                  <a:lnTo>
                    <a:pt x="236" y="98"/>
                  </a:lnTo>
                  <a:lnTo>
                    <a:pt x="230" y="108"/>
                  </a:lnTo>
                  <a:lnTo>
                    <a:pt x="222" y="11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69" name="Freeform 177"/>
            <p:cNvSpPr>
              <a:spLocks/>
            </p:cNvSpPr>
            <p:nvPr/>
          </p:nvSpPr>
          <p:spPr bwMode="auto">
            <a:xfrm>
              <a:off x="3213100" y="1238250"/>
              <a:ext cx="60325" cy="60325"/>
            </a:xfrm>
            <a:custGeom>
              <a:avLst/>
              <a:gdLst/>
              <a:ahLst/>
              <a:cxnLst>
                <a:cxn ang="0">
                  <a:pos x="34" y="0"/>
                </a:cxn>
                <a:cxn ang="0">
                  <a:pos x="34" y="0"/>
                </a:cxn>
                <a:cxn ang="0">
                  <a:pos x="34" y="0"/>
                </a:cxn>
                <a:cxn ang="0">
                  <a:pos x="34" y="0"/>
                </a:cxn>
                <a:cxn ang="0">
                  <a:pos x="28" y="0"/>
                </a:cxn>
                <a:cxn ang="0">
                  <a:pos x="20" y="2"/>
                </a:cxn>
                <a:cxn ang="0">
                  <a:pos x="14" y="6"/>
                </a:cxn>
                <a:cxn ang="0">
                  <a:pos x="10" y="10"/>
                </a:cxn>
                <a:cxn ang="0">
                  <a:pos x="6" y="14"/>
                </a:cxn>
                <a:cxn ang="0">
                  <a:pos x="2" y="20"/>
                </a:cxn>
                <a:cxn ang="0">
                  <a:pos x="0" y="28"/>
                </a:cxn>
                <a:cxn ang="0">
                  <a:pos x="0" y="34"/>
                </a:cxn>
                <a:cxn ang="0">
                  <a:pos x="0" y="34"/>
                </a:cxn>
                <a:cxn ang="0">
                  <a:pos x="2" y="36"/>
                </a:cxn>
                <a:cxn ang="0">
                  <a:pos x="4" y="38"/>
                </a:cxn>
                <a:cxn ang="0">
                  <a:pos x="4" y="38"/>
                </a:cxn>
                <a:cxn ang="0">
                  <a:pos x="6" y="36"/>
                </a:cxn>
                <a:cxn ang="0">
                  <a:pos x="8" y="34"/>
                </a:cxn>
                <a:cxn ang="0">
                  <a:pos x="8" y="34"/>
                </a:cxn>
                <a:cxn ang="0">
                  <a:pos x="8" y="34"/>
                </a:cxn>
                <a:cxn ang="0">
                  <a:pos x="10" y="24"/>
                </a:cxn>
                <a:cxn ang="0">
                  <a:pos x="16" y="16"/>
                </a:cxn>
                <a:cxn ang="0">
                  <a:pos x="24" y="10"/>
                </a:cxn>
                <a:cxn ang="0">
                  <a:pos x="34" y="8"/>
                </a:cxn>
                <a:cxn ang="0">
                  <a:pos x="34" y="8"/>
                </a:cxn>
                <a:cxn ang="0">
                  <a:pos x="34" y="8"/>
                </a:cxn>
                <a:cxn ang="0">
                  <a:pos x="36" y="6"/>
                </a:cxn>
                <a:cxn ang="0">
                  <a:pos x="38" y="4"/>
                </a:cxn>
                <a:cxn ang="0">
                  <a:pos x="38" y="4"/>
                </a:cxn>
                <a:cxn ang="0">
                  <a:pos x="36" y="2"/>
                </a:cxn>
                <a:cxn ang="0">
                  <a:pos x="34" y="0"/>
                </a:cxn>
              </a:cxnLst>
              <a:rect l="0" t="0" r="r" b="b"/>
              <a:pathLst>
                <a:path w="38" h="38">
                  <a:moveTo>
                    <a:pt x="34" y="0"/>
                  </a:moveTo>
                  <a:lnTo>
                    <a:pt x="34" y="0"/>
                  </a:lnTo>
                  <a:lnTo>
                    <a:pt x="34" y="0"/>
                  </a:lnTo>
                  <a:lnTo>
                    <a:pt x="34" y="0"/>
                  </a:lnTo>
                  <a:lnTo>
                    <a:pt x="28" y="0"/>
                  </a:lnTo>
                  <a:lnTo>
                    <a:pt x="20" y="2"/>
                  </a:lnTo>
                  <a:lnTo>
                    <a:pt x="14" y="6"/>
                  </a:lnTo>
                  <a:lnTo>
                    <a:pt x="10" y="10"/>
                  </a:lnTo>
                  <a:lnTo>
                    <a:pt x="6" y="14"/>
                  </a:lnTo>
                  <a:lnTo>
                    <a:pt x="2" y="20"/>
                  </a:lnTo>
                  <a:lnTo>
                    <a:pt x="0" y="28"/>
                  </a:lnTo>
                  <a:lnTo>
                    <a:pt x="0" y="34"/>
                  </a:lnTo>
                  <a:lnTo>
                    <a:pt x="0" y="34"/>
                  </a:lnTo>
                  <a:lnTo>
                    <a:pt x="2" y="36"/>
                  </a:lnTo>
                  <a:lnTo>
                    <a:pt x="4" y="38"/>
                  </a:lnTo>
                  <a:lnTo>
                    <a:pt x="4" y="38"/>
                  </a:lnTo>
                  <a:lnTo>
                    <a:pt x="6" y="36"/>
                  </a:lnTo>
                  <a:lnTo>
                    <a:pt x="8" y="34"/>
                  </a:lnTo>
                  <a:lnTo>
                    <a:pt x="8" y="34"/>
                  </a:lnTo>
                  <a:lnTo>
                    <a:pt x="8" y="34"/>
                  </a:lnTo>
                  <a:lnTo>
                    <a:pt x="10" y="24"/>
                  </a:lnTo>
                  <a:lnTo>
                    <a:pt x="16" y="16"/>
                  </a:lnTo>
                  <a:lnTo>
                    <a:pt x="24" y="10"/>
                  </a:lnTo>
                  <a:lnTo>
                    <a:pt x="34" y="8"/>
                  </a:lnTo>
                  <a:lnTo>
                    <a:pt x="34" y="8"/>
                  </a:lnTo>
                  <a:lnTo>
                    <a:pt x="34" y="8"/>
                  </a:lnTo>
                  <a:lnTo>
                    <a:pt x="36" y="6"/>
                  </a:lnTo>
                  <a:lnTo>
                    <a:pt x="38" y="4"/>
                  </a:lnTo>
                  <a:lnTo>
                    <a:pt x="38" y="4"/>
                  </a:lnTo>
                  <a:lnTo>
                    <a:pt x="36" y="2"/>
                  </a:lnTo>
                  <a:lnTo>
                    <a:pt x="34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70" name="Freeform 178"/>
            <p:cNvSpPr>
              <a:spLocks/>
            </p:cNvSpPr>
            <p:nvPr/>
          </p:nvSpPr>
          <p:spPr bwMode="auto">
            <a:xfrm>
              <a:off x="3213100" y="1238250"/>
              <a:ext cx="60325" cy="60325"/>
            </a:xfrm>
            <a:custGeom>
              <a:avLst/>
              <a:gdLst/>
              <a:ahLst/>
              <a:cxnLst>
                <a:cxn ang="0">
                  <a:pos x="34" y="0"/>
                </a:cxn>
                <a:cxn ang="0">
                  <a:pos x="34" y="0"/>
                </a:cxn>
                <a:cxn ang="0">
                  <a:pos x="34" y="0"/>
                </a:cxn>
                <a:cxn ang="0">
                  <a:pos x="34" y="0"/>
                </a:cxn>
                <a:cxn ang="0">
                  <a:pos x="28" y="0"/>
                </a:cxn>
                <a:cxn ang="0">
                  <a:pos x="20" y="2"/>
                </a:cxn>
                <a:cxn ang="0">
                  <a:pos x="14" y="6"/>
                </a:cxn>
                <a:cxn ang="0">
                  <a:pos x="10" y="10"/>
                </a:cxn>
                <a:cxn ang="0">
                  <a:pos x="6" y="14"/>
                </a:cxn>
                <a:cxn ang="0">
                  <a:pos x="2" y="20"/>
                </a:cxn>
                <a:cxn ang="0">
                  <a:pos x="0" y="28"/>
                </a:cxn>
                <a:cxn ang="0">
                  <a:pos x="0" y="34"/>
                </a:cxn>
                <a:cxn ang="0">
                  <a:pos x="0" y="34"/>
                </a:cxn>
                <a:cxn ang="0">
                  <a:pos x="2" y="36"/>
                </a:cxn>
                <a:cxn ang="0">
                  <a:pos x="4" y="38"/>
                </a:cxn>
                <a:cxn ang="0">
                  <a:pos x="4" y="38"/>
                </a:cxn>
                <a:cxn ang="0">
                  <a:pos x="6" y="36"/>
                </a:cxn>
                <a:cxn ang="0">
                  <a:pos x="8" y="34"/>
                </a:cxn>
                <a:cxn ang="0">
                  <a:pos x="8" y="34"/>
                </a:cxn>
                <a:cxn ang="0">
                  <a:pos x="8" y="34"/>
                </a:cxn>
                <a:cxn ang="0">
                  <a:pos x="10" y="24"/>
                </a:cxn>
                <a:cxn ang="0">
                  <a:pos x="16" y="16"/>
                </a:cxn>
                <a:cxn ang="0">
                  <a:pos x="24" y="10"/>
                </a:cxn>
                <a:cxn ang="0">
                  <a:pos x="34" y="8"/>
                </a:cxn>
                <a:cxn ang="0">
                  <a:pos x="34" y="8"/>
                </a:cxn>
                <a:cxn ang="0">
                  <a:pos x="34" y="8"/>
                </a:cxn>
                <a:cxn ang="0">
                  <a:pos x="36" y="6"/>
                </a:cxn>
                <a:cxn ang="0">
                  <a:pos x="38" y="4"/>
                </a:cxn>
                <a:cxn ang="0">
                  <a:pos x="38" y="4"/>
                </a:cxn>
                <a:cxn ang="0">
                  <a:pos x="36" y="2"/>
                </a:cxn>
                <a:cxn ang="0">
                  <a:pos x="34" y="0"/>
                </a:cxn>
              </a:cxnLst>
              <a:rect l="0" t="0" r="r" b="b"/>
              <a:pathLst>
                <a:path w="38" h="38">
                  <a:moveTo>
                    <a:pt x="34" y="0"/>
                  </a:moveTo>
                  <a:lnTo>
                    <a:pt x="34" y="0"/>
                  </a:lnTo>
                  <a:lnTo>
                    <a:pt x="34" y="0"/>
                  </a:lnTo>
                  <a:lnTo>
                    <a:pt x="34" y="0"/>
                  </a:lnTo>
                  <a:lnTo>
                    <a:pt x="28" y="0"/>
                  </a:lnTo>
                  <a:lnTo>
                    <a:pt x="20" y="2"/>
                  </a:lnTo>
                  <a:lnTo>
                    <a:pt x="14" y="6"/>
                  </a:lnTo>
                  <a:lnTo>
                    <a:pt x="10" y="10"/>
                  </a:lnTo>
                  <a:lnTo>
                    <a:pt x="6" y="14"/>
                  </a:lnTo>
                  <a:lnTo>
                    <a:pt x="2" y="20"/>
                  </a:lnTo>
                  <a:lnTo>
                    <a:pt x="0" y="28"/>
                  </a:lnTo>
                  <a:lnTo>
                    <a:pt x="0" y="34"/>
                  </a:lnTo>
                  <a:lnTo>
                    <a:pt x="0" y="34"/>
                  </a:lnTo>
                  <a:lnTo>
                    <a:pt x="2" y="36"/>
                  </a:lnTo>
                  <a:lnTo>
                    <a:pt x="4" y="38"/>
                  </a:lnTo>
                  <a:lnTo>
                    <a:pt x="4" y="38"/>
                  </a:lnTo>
                  <a:lnTo>
                    <a:pt x="6" y="36"/>
                  </a:lnTo>
                  <a:lnTo>
                    <a:pt x="8" y="34"/>
                  </a:lnTo>
                  <a:lnTo>
                    <a:pt x="8" y="34"/>
                  </a:lnTo>
                  <a:lnTo>
                    <a:pt x="8" y="34"/>
                  </a:lnTo>
                  <a:lnTo>
                    <a:pt x="10" y="24"/>
                  </a:lnTo>
                  <a:lnTo>
                    <a:pt x="16" y="16"/>
                  </a:lnTo>
                  <a:lnTo>
                    <a:pt x="24" y="10"/>
                  </a:lnTo>
                  <a:lnTo>
                    <a:pt x="34" y="8"/>
                  </a:lnTo>
                  <a:lnTo>
                    <a:pt x="34" y="8"/>
                  </a:lnTo>
                  <a:lnTo>
                    <a:pt x="34" y="8"/>
                  </a:lnTo>
                  <a:lnTo>
                    <a:pt x="36" y="6"/>
                  </a:lnTo>
                  <a:lnTo>
                    <a:pt x="38" y="4"/>
                  </a:lnTo>
                  <a:lnTo>
                    <a:pt x="38" y="4"/>
                  </a:lnTo>
                  <a:lnTo>
                    <a:pt x="36" y="2"/>
                  </a:lnTo>
                  <a:lnTo>
                    <a:pt x="34" y="0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</p:grpSp>
      <p:sp>
        <p:nvSpPr>
          <p:cNvPr id="40" name="Freeform 127"/>
          <p:cNvSpPr>
            <a:spLocks noEditPoints="1"/>
          </p:cNvSpPr>
          <p:nvPr/>
        </p:nvSpPr>
        <p:spPr bwMode="auto">
          <a:xfrm>
            <a:off x="1721831" y="2590112"/>
            <a:ext cx="465099" cy="465099"/>
          </a:xfrm>
          <a:custGeom>
            <a:avLst/>
            <a:gdLst/>
            <a:ahLst/>
            <a:cxnLst>
              <a:cxn ang="0">
                <a:pos x="242" y="222"/>
              </a:cxn>
              <a:cxn ang="0">
                <a:pos x="174" y="198"/>
              </a:cxn>
              <a:cxn ang="0">
                <a:pos x="194" y="164"/>
              </a:cxn>
              <a:cxn ang="0">
                <a:pos x="206" y="132"/>
              </a:cxn>
              <a:cxn ang="0">
                <a:pos x="206" y="82"/>
              </a:cxn>
              <a:cxn ang="0">
                <a:pos x="192" y="40"/>
              </a:cxn>
              <a:cxn ang="0">
                <a:pos x="174" y="16"/>
              </a:cxn>
              <a:cxn ang="0">
                <a:pos x="128" y="0"/>
              </a:cxn>
              <a:cxn ang="0">
                <a:pos x="96" y="6"/>
              </a:cxn>
              <a:cxn ang="0">
                <a:pos x="72" y="28"/>
              </a:cxn>
              <a:cxn ang="0">
                <a:pos x="52" y="68"/>
              </a:cxn>
              <a:cxn ang="0">
                <a:pos x="48" y="110"/>
              </a:cxn>
              <a:cxn ang="0">
                <a:pos x="56" y="146"/>
              </a:cxn>
              <a:cxn ang="0">
                <a:pos x="82" y="198"/>
              </a:cxn>
              <a:cxn ang="0">
                <a:pos x="28" y="216"/>
              </a:cxn>
              <a:cxn ang="0">
                <a:pos x="8" y="226"/>
              </a:cxn>
              <a:cxn ang="0">
                <a:pos x="0" y="240"/>
              </a:cxn>
              <a:cxn ang="0">
                <a:pos x="2" y="250"/>
              </a:cxn>
              <a:cxn ang="0">
                <a:pos x="16" y="256"/>
              </a:cxn>
              <a:cxn ang="0">
                <a:pos x="246" y="256"/>
              </a:cxn>
              <a:cxn ang="0">
                <a:pos x="256" y="244"/>
              </a:cxn>
              <a:cxn ang="0">
                <a:pos x="256" y="234"/>
              </a:cxn>
              <a:cxn ang="0">
                <a:pos x="162" y="188"/>
              </a:cxn>
              <a:cxn ang="0">
                <a:pos x="152" y="198"/>
              </a:cxn>
              <a:cxn ang="0">
                <a:pos x="128" y="206"/>
              </a:cxn>
              <a:cxn ang="0">
                <a:pos x="104" y="198"/>
              </a:cxn>
              <a:cxn ang="0">
                <a:pos x="94" y="188"/>
              </a:cxn>
              <a:cxn ang="0">
                <a:pos x="74" y="152"/>
              </a:cxn>
              <a:cxn ang="0">
                <a:pos x="64" y="112"/>
              </a:cxn>
              <a:cxn ang="0">
                <a:pos x="66" y="86"/>
              </a:cxn>
              <a:cxn ang="0">
                <a:pos x="76" y="48"/>
              </a:cxn>
              <a:cxn ang="0">
                <a:pos x="102" y="22"/>
              </a:cxn>
              <a:cxn ang="0">
                <a:pos x="128" y="16"/>
              </a:cxn>
              <a:cxn ang="0">
                <a:pos x="164" y="30"/>
              </a:cxn>
              <a:cxn ang="0">
                <a:pos x="184" y="60"/>
              </a:cxn>
              <a:cxn ang="0">
                <a:pos x="190" y="86"/>
              </a:cxn>
              <a:cxn ang="0">
                <a:pos x="190" y="126"/>
              </a:cxn>
              <a:cxn ang="0">
                <a:pos x="176" y="164"/>
              </a:cxn>
              <a:cxn ang="0">
                <a:pos x="16" y="240"/>
              </a:cxn>
              <a:cxn ang="0">
                <a:pos x="58" y="220"/>
              </a:cxn>
              <a:cxn ang="0">
                <a:pos x="104" y="208"/>
              </a:cxn>
              <a:cxn ang="0">
                <a:pos x="128" y="216"/>
              </a:cxn>
              <a:cxn ang="0">
                <a:pos x="172" y="212"/>
              </a:cxn>
              <a:cxn ang="0">
                <a:pos x="220" y="230"/>
              </a:cxn>
            </a:cxnLst>
            <a:rect l="0" t="0" r="r" b="b"/>
            <a:pathLst>
              <a:path w="256" h="256">
                <a:moveTo>
                  <a:pt x="248" y="226"/>
                </a:moveTo>
                <a:lnTo>
                  <a:pt x="248" y="226"/>
                </a:lnTo>
                <a:lnTo>
                  <a:pt x="242" y="222"/>
                </a:lnTo>
                <a:lnTo>
                  <a:pt x="228" y="216"/>
                </a:lnTo>
                <a:lnTo>
                  <a:pt x="204" y="206"/>
                </a:lnTo>
                <a:lnTo>
                  <a:pt x="174" y="198"/>
                </a:lnTo>
                <a:lnTo>
                  <a:pt x="174" y="198"/>
                </a:lnTo>
                <a:lnTo>
                  <a:pt x="186" y="180"/>
                </a:lnTo>
                <a:lnTo>
                  <a:pt x="194" y="164"/>
                </a:lnTo>
                <a:lnTo>
                  <a:pt x="200" y="146"/>
                </a:lnTo>
                <a:lnTo>
                  <a:pt x="206" y="132"/>
                </a:lnTo>
                <a:lnTo>
                  <a:pt x="206" y="132"/>
                </a:lnTo>
                <a:lnTo>
                  <a:pt x="208" y="110"/>
                </a:lnTo>
                <a:lnTo>
                  <a:pt x="208" y="96"/>
                </a:lnTo>
                <a:lnTo>
                  <a:pt x="206" y="82"/>
                </a:lnTo>
                <a:lnTo>
                  <a:pt x="204" y="68"/>
                </a:lnTo>
                <a:lnTo>
                  <a:pt x="198" y="52"/>
                </a:lnTo>
                <a:lnTo>
                  <a:pt x="192" y="40"/>
                </a:lnTo>
                <a:lnTo>
                  <a:pt x="184" y="28"/>
                </a:lnTo>
                <a:lnTo>
                  <a:pt x="184" y="28"/>
                </a:lnTo>
                <a:lnTo>
                  <a:pt x="174" y="16"/>
                </a:lnTo>
                <a:lnTo>
                  <a:pt x="160" y="6"/>
                </a:lnTo>
                <a:lnTo>
                  <a:pt x="144" y="2"/>
                </a:lnTo>
                <a:lnTo>
                  <a:pt x="128" y="0"/>
                </a:lnTo>
                <a:lnTo>
                  <a:pt x="128" y="0"/>
                </a:lnTo>
                <a:lnTo>
                  <a:pt x="112" y="2"/>
                </a:lnTo>
                <a:lnTo>
                  <a:pt x="96" y="6"/>
                </a:lnTo>
                <a:lnTo>
                  <a:pt x="82" y="16"/>
                </a:lnTo>
                <a:lnTo>
                  <a:pt x="72" y="28"/>
                </a:lnTo>
                <a:lnTo>
                  <a:pt x="72" y="28"/>
                </a:lnTo>
                <a:lnTo>
                  <a:pt x="64" y="40"/>
                </a:lnTo>
                <a:lnTo>
                  <a:pt x="58" y="52"/>
                </a:lnTo>
                <a:lnTo>
                  <a:pt x="52" y="68"/>
                </a:lnTo>
                <a:lnTo>
                  <a:pt x="50" y="82"/>
                </a:lnTo>
                <a:lnTo>
                  <a:pt x="48" y="96"/>
                </a:lnTo>
                <a:lnTo>
                  <a:pt x="48" y="110"/>
                </a:lnTo>
                <a:lnTo>
                  <a:pt x="50" y="132"/>
                </a:lnTo>
                <a:lnTo>
                  <a:pt x="50" y="132"/>
                </a:lnTo>
                <a:lnTo>
                  <a:pt x="56" y="146"/>
                </a:lnTo>
                <a:lnTo>
                  <a:pt x="62" y="164"/>
                </a:lnTo>
                <a:lnTo>
                  <a:pt x="70" y="180"/>
                </a:lnTo>
                <a:lnTo>
                  <a:pt x="82" y="198"/>
                </a:lnTo>
                <a:lnTo>
                  <a:pt x="82" y="198"/>
                </a:lnTo>
                <a:lnTo>
                  <a:pt x="52" y="206"/>
                </a:lnTo>
                <a:lnTo>
                  <a:pt x="28" y="216"/>
                </a:lnTo>
                <a:lnTo>
                  <a:pt x="14" y="222"/>
                </a:lnTo>
                <a:lnTo>
                  <a:pt x="8" y="226"/>
                </a:lnTo>
                <a:lnTo>
                  <a:pt x="8" y="226"/>
                </a:lnTo>
                <a:lnTo>
                  <a:pt x="4" y="230"/>
                </a:lnTo>
                <a:lnTo>
                  <a:pt x="0" y="234"/>
                </a:lnTo>
                <a:lnTo>
                  <a:pt x="0" y="240"/>
                </a:lnTo>
                <a:lnTo>
                  <a:pt x="0" y="244"/>
                </a:lnTo>
                <a:lnTo>
                  <a:pt x="0" y="244"/>
                </a:lnTo>
                <a:lnTo>
                  <a:pt x="2" y="250"/>
                </a:lnTo>
                <a:lnTo>
                  <a:pt x="6" y="252"/>
                </a:lnTo>
                <a:lnTo>
                  <a:pt x="10" y="256"/>
                </a:lnTo>
                <a:lnTo>
                  <a:pt x="16" y="256"/>
                </a:lnTo>
                <a:lnTo>
                  <a:pt x="240" y="256"/>
                </a:lnTo>
                <a:lnTo>
                  <a:pt x="240" y="256"/>
                </a:lnTo>
                <a:lnTo>
                  <a:pt x="246" y="256"/>
                </a:lnTo>
                <a:lnTo>
                  <a:pt x="250" y="252"/>
                </a:lnTo>
                <a:lnTo>
                  <a:pt x="254" y="250"/>
                </a:lnTo>
                <a:lnTo>
                  <a:pt x="256" y="244"/>
                </a:lnTo>
                <a:lnTo>
                  <a:pt x="256" y="244"/>
                </a:lnTo>
                <a:lnTo>
                  <a:pt x="256" y="240"/>
                </a:lnTo>
                <a:lnTo>
                  <a:pt x="256" y="234"/>
                </a:lnTo>
                <a:lnTo>
                  <a:pt x="252" y="230"/>
                </a:lnTo>
                <a:lnTo>
                  <a:pt x="248" y="226"/>
                </a:lnTo>
                <a:close/>
                <a:moveTo>
                  <a:pt x="162" y="188"/>
                </a:moveTo>
                <a:lnTo>
                  <a:pt x="160" y="190"/>
                </a:lnTo>
                <a:lnTo>
                  <a:pt x="160" y="190"/>
                </a:lnTo>
                <a:lnTo>
                  <a:pt x="152" y="198"/>
                </a:lnTo>
                <a:lnTo>
                  <a:pt x="144" y="202"/>
                </a:lnTo>
                <a:lnTo>
                  <a:pt x="136" y="206"/>
                </a:lnTo>
                <a:lnTo>
                  <a:pt x="128" y="206"/>
                </a:lnTo>
                <a:lnTo>
                  <a:pt x="120" y="206"/>
                </a:lnTo>
                <a:lnTo>
                  <a:pt x="112" y="202"/>
                </a:lnTo>
                <a:lnTo>
                  <a:pt x="104" y="198"/>
                </a:lnTo>
                <a:lnTo>
                  <a:pt x="96" y="190"/>
                </a:lnTo>
                <a:lnTo>
                  <a:pt x="94" y="188"/>
                </a:lnTo>
                <a:lnTo>
                  <a:pt x="94" y="188"/>
                </a:lnTo>
                <a:lnTo>
                  <a:pt x="86" y="176"/>
                </a:lnTo>
                <a:lnTo>
                  <a:pt x="80" y="164"/>
                </a:lnTo>
                <a:lnTo>
                  <a:pt x="74" y="152"/>
                </a:lnTo>
                <a:lnTo>
                  <a:pt x="70" y="140"/>
                </a:lnTo>
                <a:lnTo>
                  <a:pt x="66" y="126"/>
                </a:lnTo>
                <a:lnTo>
                  <a:pt x="64" y="112"/>
                </a:lnTo>
                <a:lnTo>
                  <a:pt x="64" y="100"/>
                </a:lnTo>
                <a:lnTo>
                  <a:pt x="66" y="86"/>
                </a:lnTo>
                <a:lnTo>
                  <a:pt x="66" y="86"/>
                </a:lnTo>
                <a:lnTo>
                  <a:pt x="68" y="74"/>
                </a:lnTo>
                <a:lnTo>
                  <a:pt x="72" y="60"/>
                </a:lnTo>
                <a:lnTo>
                  <a:pt x="76" y="48"/>
                </a:lnTo>
                <a:lnTo>
                  <a:pt x="84" y="38"/>
                </a:lnTo>
                <a:lnTo>
                  <a:pt x="92" y="30"/>
                </a:lnTo>
                <a:lnTo>
                  <a:pt x="102" y="22"/>
                </a:lnTo>
                <a:lnTo>
                  <a:pt x="114" y="18"/>
                </a:lnTo>
                <a:lnTo>
                  <a:pt x="128" y="16"/>
                </a:lnTo>
                <a:lnTo>
                  <a:pt x="128" y="16"/>
                </a:lnTo>
                <a:lnTo>
                  <a:pt x="142" y="18"/>
                </a:lnTo>
                <a:lnTo>
                  <a:pt x="154" y="22"/>
                </a:lnTo>
                <a:lnTo>
                  <a:pt x="164" y="30"/>
                </a:lnTo>
                <a:lnTo>
                  <a:pt x="172" y="38"/>
                </a:lnTo>
                <a:lnTo>
                  <a:pt x="180" y="48"/>
                </a:lnTo>
                <a:lnTo>
                  <a:pt x="184" y="60"/>
                </a:lnTo>
                <a:lnTo>
                  <a:pt x="188" y="74"/>
                </a:lnTo>
                <a:lnTo>
                  <a:pt x="190" y="86"/>
                </a:lnTo>
                <a:lnTo>
                  <a:pt x="190" y="86"/>
                </a:lnTo>
                <a:lnTo>
                  <a:pt x="192" y="100"/>
                </a:lnTo>
                <a:lnTo>
                  <a:pt x="192" y="112"/>
                </a:lnTo>
                <a:lnTo>
                  <a:pt x="190" y="126"/>
                </a:lnTo>
                <a:lnTo>
                  <a:pt x="186" y="140"/>
                </a:lnTo>
                <a:lnTo>
                  <a:pt x="182" y="152"/>
                </a:lnTo>
                <a:lnTo>
                  <a:pt x="176" y="164"/>
                </a:lnTo>
                <a:lnTo>
                  <a:pt x="170" y="176"/>
                </a:lnTo>
                <a:lnTo>
                  <a:pt x="162" y="188"/>
                </a:lnTo>
                <a:close/>
                <a:moveTo>
                  <a:pt x="16" y="240"/>
                </a:moveTo>
                <a:lnTo>
                  <a:pt x="16" y="240"/>
                </a:lnTo>
                <a:lnTo>
                  <a:pt x="36" y="230"/>
                </a:lnTo>
                <a:lnTo>
                  <a:pt x="58" y="220"/>
                </a:lnTo>
                <a:lnTo>
                  <a:pt x="84" y="212"/>
                </a:lnTo>
                <a:lnTo>
                  <a:pt x="104" y="208"/>
                </a:lnTo>
                <a:lnTo>
                  <a:pt x="104" y="208"/>
                </a:lnTo>
                <a:lnTo>
                  <a:pt x="116" y="214"/>
                </a:lnTo>
                <a:lnTo>
                  <a:pt x="128" y="216"/>
                </a:lnTo>
                <a:lnTo>
                  <a:pt x="128" y="216"/>
                </a:lnTo>
                <a:lnTo>
                  <a:pt x="140" y="214"/>
                </a:lnTo>
                <a:lnTo>
                  <a:pt x="152" y="208"/>
                </a:lnTo>
                <a:lnTo>
                  <a:pt x="172" y="212"/>
                </a:lnTo>
                <a:lnTo>
                  <a:pt x="172" y="212"/>
                </a:lnTo>
                <a:lnTo>
                  <a:pt x="198" y="220"/>
                </a:lnTo>
                <a:lnTo>
                  <a:pt x="220" y="230"/>
                </a:lnTo>
                <a:lnTo>
                  <a:pt x="240" y="240"/>
                </a:lnTo>
                <a:lnTo>
                  <a:pt x="16" y="240"/>
                </a:lnTo>
                <a:close/>
              </a:path>
            </a:pathLst>
          </a:custGeom>
          <a:solidFill>
            <a:schemeClr val="tx2"/>
          </a:solidFill>
          <a:ln w="9525">
            <a:noFill/>
            <a:round/>
            <a:headEnd/>
            <a:tailEnd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ar-SA" sz="2288"/>
          </a:p>
        </p:txBody>
      </p:sp>
      <p:grpSp>
        <p:nvGrpSpPr>
          <p:cNvPr id="41" name="Group 40"/>
          <p:cNvGrpSpPr/>
          <p:nvPr/>
        </p:nvGrpSpPr>
        <p:grpSpPr>
          <a:xfrm>
            <a:off x="5442621" y="2633716"/>
            <a:ext cx="465099" cy="392427"/>
            <a:chOff x="6400800" y="2000250"/>
            <a:chExt cx="406400" cy="342900"/>
          </a:xfrm>
          <a:solidFill>
            <a:schemeClr val="tx2"/>
          </a:solidFill>
        </p:grpSpPr>
        <p:sp>
          <p:nvSpPr>
            <p:cNvPr id="65" name="Freeform 98"/>
            <p:cNvSpPr>
              <a:spLocks noEditPoints="1"/>
            </p:cNvSpPr>
            <p:nvPr/>
          </p:nvSpPr>
          <p:spPr bwMode="auto">
            <a:xfrm>
              <a:off x="6502400" y="2089150"/>
              <a:ext cx="203200" cy="203200"/>
            </a:xfrm>
            <a:custGeom>
              <a:avLst/>
              <a:gdLst/>
              <a:ahLst/>
              <a:cxnLst>
                <a:cxn ang="0">
                  <a:pos x="64" y="0"/>
                </a:cxn>
                <a:cxn ang="0">
                  <a:pos x="40" y="6"/>
                </a:cxn>
                <a:cxn ang="0">
                  <a:pos x="18" y="18"/>
                </a:cxn>
                <a:cxn ang="0">
                  <a:pos x="6" y="40"/>
                </a:cxn>
                <a:cxn ang="0">
                  <a:pos x="0" y="64"/>
                </a:cxn>
                <a:cxn ang="0">
                  <a:pos x="2" y="76"/>
                </a:cxn>
                <a:cxn ang="0">
                  <a:pos x="10" y="100"/>
                </a:cxn>
                <a:cxn ang="0">
                  <a:pos x="28" y="118"/>
                </a:cxn>
                <a:cxn ang="0">
                  <a:pos x="52" y="126"/>
                </a:cxn>
                <a:cxn ang="0">
                  <a:pos x="64" y="128"/>
                </a:cxn>
                <a:cxn ang="0">
                  <a:pos x="88" y="122"/>
                </a:cxn>
                <a:cxn ang="0">
                  <a:pos x="110" y="110"/>
                </a:cxn>
                <a:cxn ang="0">
                  <a:pos x="122" y="88"/>
                </a:cxn>
                <a:cxn ang="0">
                  <a:pos x="128" y="64"/>
                </a:cxn>
                <a:cxn ang="0">
                  <a:pos x="126" y="52"/>
                </a:cxn>
                <a:cxn ang="0">
                  <a:pos x="118" y="28"/>
                </a:cxn>
                <a:cxn ang="0">
                  <a:pos x="100" y="10"/>
                </a:cxn>
                <a:cxn ang="0">
                  <a:pos x="76" y="2"/>
                </a:cxn>
                <a:cxn ang="0">
                  <a:pos x="100" y="96"/>
                </a:cxn>
                <a:cxn ang="0">
                  <a:pos x="94" y="102"/>
                </a:cxn>
                <a:cxn ang="0">
                  <a:pos x="76" y="110"/>
                </a:cxn>
                <a:cxn ang="0">
                  <a:pos x="58" y="112"/>
                </a:cxn>
                <a:cxn ang="0">
                  <a:pos x="40" y="106"/>
                </a:cxn>
                <a:cxn ang="0">
                  <a:pos x="32" y="100"/>
                </a:cxn>
                <a:cxn ang="0">
                  <a:pos x="22" y="86"/>
                </a:cxn>
                <a:cxn ang="0">
                  <a:pos x="16" y="68"/>
                </a:cxn>
                <a:cxn ang="0">
                  <a:pos x="18" y="50"/>
                </a:cxn>
                <a:cxn ang="0">
                  <a:pos x="28" y="32"/>
                </a:cxn>
                <a:cxn ang="0">
                  <a:pos x="34" y="26"/>
                </a:cxn>
                <a:cxn ang="0">
                  <a:pos x="52" y="18"/>
                </a:cxn>
                <a:cxn ang="0">
                  <a:pos x="70" y="16"/>
                </a:cxn>
                <a:cxn ang="0">
                  <a:pos x="88" y="22"/>
                </a:cxn>
                <a:cxn ang="0">
                  <a:pos x="96" y="28"/>
                </a:cxn>
                <a:cxn ang="0">
                  <a:pos x="106" y="42"/>
                </a:cxn>
                <a:cxn ang="0">
                  <a:pos x="112" y="60"/>
                </a:cxn>
                <a:cxn ang="0">
                  <a:pos x="110" y="78"/>
                </a:cxn>
                <a:cxn ang="0">
                  <a:pos x="100" y="96"/>
                </a:cxn>
              </a:cxnLst>
              <a:rect l="0" t="0" r="r" b="b"/>
              <a:pathLst>
                <a:path w="128" h="128">
                  <a:moveTo>
                    <a:pt x="64" y="0"/>
                  </a:moveTo>
                  <a:lnTo>
                    <a:pt x="64" y="0"/>
                  </a:lnTo>
                  <a:lnTo>
                    <a:pt x="52" y="2"/>
                  </a:lnTo>
                  <a:lnTo>
                    <a:pt x="40" y="6"/>
                  </a:lnTo>
                  <a:lnTo>
                    <a:pt x="28" y="10"/>
                  </a:lnTo>
                  <a:lnTo>
                    <a:pt x="18" y="18"/>
                  </a:lnTo>
                  <a:lnTo>
                    <a:pt x="10" y="28"/>
                  </a:lnTo>
                  <a:lnTo>
                    <a:pt x="6" y="40"/>
                  </a:lnTo>
                  <a:lnTo>
                    <a:pt x="2" y="52"/>
                  </a:lnTo>
                  <a:lnTo>
                    <a:pt x="0" y="64"/>
                  </a:lnTo>
                  <a:lnTo>
                    <a:pt x="0" y="64"/>
                  </a:lnTo>
                  <a:lnTo>
                    <a:pt x="2" y="76"/>
                  </a:lnTo>
                  <a:lnTo>
                    <a:pt x="6" y="88"/>
                  </a:lnTo>
                  <a:lnTo>
                    <a:pt x="10" y="100"/>
                  </a:lnTo>
                  <a:lnTo>
                    <a:pt x="18" y="110"/>
                  </a:lnTo>
                  <a:lnTo>
                    <a:pt x="28" y="118"/>
                  </a:lnTo>
                  <a:lnTo>
                    <a:pt x="40" y="122"/>
                  </a:lnTo>
                  <a:lnTo>
                    <a:pt x="52" y="126"/>
                  </a:lnTo>
                  <a:lnTo>
                    <a:pt x="64" y="128"/>
                  </a:lnTo>
                  <a:lnTo>
                    <a:pt x="64" y="128"/>
                  </a:lnTo>
                  <a:lnTo>
                    <a:pt x="76" y="126"/>
                  </a:lnTo>
                  <a:lnTo>
                    <a:pt x="88" y="122"/>
                  </a:lnTo>
                  <a:lnTo>
                    <a:pt x="100" y="118"/>
                  </a:lnTo>
                  <a:lnTo>
                    <a:pt x="110" y="110"/>
                  </a:lnTo>
                  <a:lnTo>
                    <a:pt x="118" y="100"/>
                  </a:lnTo>
                  <a:lnTo>
                    <a:pt x="122" y="88"/>
                  </a:lnTo>
                  <a:lnTo>
                    <a:pt x="126" y="76"/>
                  </a:lnTo>
                  <a:lnTo>
                    <a:pt x="128" y="64"/>
                  </a:lnTo>
                  <a:lnTo>
                    <a:pt x="128" y="64"/>
                  </a:lnTo>
                  <a:lnTo>
                    <a:pt x="126" y="52"/>
                  </a:lnTo>
                  <a:lnTo>
                    <a:pt x="122" y="40"/>
                  </a:lnTo>
                  <a:lnTo>
                    <a:pt x="118" y="28"/>
                  </a:lnTo>
                  <a:lnTo>
                    <a:pt x="110" y="18"/>
                  </a:lnTo>
                  <a:lnTo>
                    <a:pt x="100" y="10"/>
                  </a:lnTo>
                  <a:lnTo>
                    <a:pt x="88" y="6"/>
                  </a:lnTo>
                  <a:lnTo>
                    <a:pt x="76" y="2"/>
                  </a:lnTo>
                  <a:lnTo>
                    <a:pt x="64" y="0"/>
                  </a:lnTo>
                  <a:close/>
                  <a:moveTo>
                    <a:pt x="100" y="96"/>
                  </a:moveTo>
                  <a:lnTo>
                    <a:pt x="100" y="96"/>
                  </a:lnTo>
                  <a:lnTo>
                    <a:pt x="94" y="102"/>
                  </a:lnTo>
                  <a:lnTo>
                    <a:pt x="86" y="106"/>
                  </a:lnTo>
                  <a:lnTo>
                    <a:pt x="76" y="110"/>
                  </a:lnTo>
                  <a:lnTo>
                    <a:pt x="68" y="112"/>
                  </a:lnTo>
                  <a:lnTo>
                    <a:pt x="58" y="112"/>
                  </a:lnTo>
                  <a:lnTo>
                    <a:pt x="50" y="110"/>
                  </a:lnTo>
                  <a:lnTo>
                    <a:pt x="40" y="106"/>
                  </a:lnTo>
                  <a:lnTo>
                    <a:pt x="32" y="100"/>
                  </a:lnTo>
                  <a:lnTo>
                    <a:pt x="32" y="100"/>
                  </a:lnTo>
                  <a:lnTo>
                    <a:pt x="26" y="94"/>
                  </a:lnTo>
                  <a:lnTo>
                    <a:pt x="22" y="86"/>
                  </a:lnTo>
                  <a:lnTo>
                    <a:pt x="18" y="76"/>
                  </a:lnTo>
                  <a:lnTo>
                    <a:pt x="16" y="68"/>
                  </a:lnTo>
                  <a:lnTo>
                    <a:pt x="16" y="58"/>
                  </a:lnTo>
                  <a:lnTo>
                    <a:pt x="18" y="50"/>
                  </a:lnTo>
                  <a:lnTo>
                    <a:pt x="22" y="40"/>
                  </a:lnTo>
                  <a:lnTo>
                    <a:pt x="28" y="32"/>
                  </a:lnTo>
                  <a:lnTo>
                    <a:pt x="28" y="32"/>
                  </a:lnTo>
                  <a:lnTo>
                    <a:pt x="34" y="26"/>
                  </a:lnTo>
                  <a:lnTo>
                    <a:pt x="42" y="22"/>
                  </a:lnTo>
                  <a:lnTo>
                    <a:pt x="52" y="18"/>
                  </a:lnTo>
                  <a:lnTo>
                    <a:pt x="60" y="16"/>
                  </a:lnTo>
                  <a:lnTo>
                    <a:pt x="70" y="16"/>
                  </a:lnTo>
                  <a:lnTo>
                    <a:pt x="78" y="18"/>
                  </a:lnTo>
                  <a:lnTo>
                    <a:pt x="88" y="22"/>
                  </a:lnTo>
                  <a:lnTo>
                    <a:pt x="96" y="28"/>
                  </a:lnTo>
                  <a:lnTo>
                    <a:pt x="96" y="28"/>
                  </a:lnTo>
                  <a:lnTo>
                    <a:pt x="102" y="34"/>
                  </a:lnTo>
                  <a:lnTo>
                    <a:pt x="106" y="42"/>
                  </a:lnTo>
                  <a:lnTo>
                    <a:pt x="110" y="52"/>
                  </a:lnTo>
                  <a:lnTo>
                    <a:pt x="112" y="60"/>
                  </a:lnTo>
                  <a:lnTo>
                    <a:pt x="112" y="70"/>
                  </a:lnTo>
                  <a:lnTo>
                    <a:pt x="110" y="78"/>
                  </a:lnTo>
                  <a:lnTo>
                    <a:pt x="106" y="88"/>
                  </a:lnTo>
                  <a:lnTo>
                    <a:pt x="100" y="9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66" name="Freeform 101"/>
            <p:cNvSpPr>
              <a:spLocks/>
            </p:cNvSpPr>
            <p:nvPr/>
          </p:nvSpPr>
          <p:spPr bwMode="auto">
            <a:xfrm>
              <a:off x="6553200" y="2139950"/>
              <a:ext cx="57150" cy="57150"/>
            </a:xfrm>
            <a:custGeom>
              <a:avLst/>
              <a:gdLst/>
              <a:ahLst/>
              <a:cxnLst>
                <a:cxn ang="0">
                  <a:pos x="32" y="0"/>
                </a:cxn>
                <a:cxn ang="0">
                  <a:pos x="32" y="0"/>
                </a:cxn>
                <a:cxn ang="0">
                  <a:pos x="26" y="0"/>
                </a:cxn>
                <a:cxn ang="0">
                  <a:pos x="20" y="2"/>
                </a:cxn>
                <a:cxn ang="0">
                  <a:pos x="10" y="10"/>
                </a:cxn>
                <a:cxn ang="0">
                  <a:pos x="2" y="20"/>
                </a:cxn>
                <a:cxn ang="0">
                  <a:pos x="0" y="26"/>
                </a:cxn>
                <a:cxn ang="0">
                  <a:pos x="0" y="32"/>
                </a:cxn>
                <a:cxn ang="0">
                  <a:pos x="0" y="32"/>
                </a:cxn>
                <a:cxn ang="0">
                  <a:pos x="0" y="32"/>
                </a:cxn>
                <a:cxn ang="0">
                  <a:pos x="2" y="34"/>
                </a:cxn>
                <a:cxn ang="0">
                  <a:pos x="4" y="36"/>
                </a:cxn>
                <a:cxn ang="0">
                  <a:pos x="4" y="36"/>
                </a:cxn>
                <a:cxn ang="0">
                  <a:pos x="6" y="34"/>
                </a:cxn>
                <a:cxn ang="0">
                  <a:pos x="8" y="32"/>
                </a:cxn>
                <a:cxn ang="0">
                  <a:pos x="8" y="32"/>
                </a:cxn>
                <a:cxn ang="0">
                  <a:pos x="8" y="32"/>
                </a:cxn>
                <a:cxn ang="0">
                  <a:pos x="10" y="22"/>
                </a:cxn>
                <a:cxn ang="0">
                  <a:pos x="16" y="16"/>
                </a:cxn>
                <a:cxn ang="0">
                  <a:pos x="22" y="10"/>
                </a:cxn>
                <a:cxn ang="0">
                  <a:pos x="32" y="8"/>
                </a:cxn>
                <a:cxn ang="0">
                  <a:pos x="32" y="8"/>
                </a:cxn>
                <a:cxn ang="0">
                  <a:pos x="34" y="6"/>
                </a:cxn>
                <a:cxn ang="0">
                  <a:pos x="36" y="4"/>
                </a:cxn>
                <a:cxn ang="0">
                  <a:pos x="36" y="4"/>
                </a:cxn>
                <a:cxn ang="0">
                  <a:pos x="34" y="2"/>
                </a:cxn>
                <a:cxn ang="0">
                  <a:pos x="32" y="0"/>
                </a:cxn>
              </a:cxnLst>
              <a:rect l="0" t="0" r="r" b="b"/>
              <a:pathLst>
                <a:path w="36" h="36">
                  <a:moveTo>
                    <a:pt x="32" y="0"/>
                  </a:moveTo>
                  <a:lnTo>
                    <a:pt x="32" y="0"/>
                  </a:lnTo>
                  <a:lnTo>
                    <a:pt x="26" y="0"/>
                  </a:lnTo>
                  <a:lnTo>
                    <a:pt x="20" y="2"/>
                  </a:lnTo>
                  <a:lnTo>
                    <a:pt x="10" y="10"/>
                  </a:lnTo>
                  <a:lnTo>
                    <a:pt x="2" y="20"/>
                  </a:lnTo>
                  <a:lnTo>
                    <a:pt x="0" y="26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2" y="34"/>
                  </a:lnTo>
                  <a:lnTo>
                    <a:pt x="4" y="36"/>
                  </a:lnTo>
                  <a:lnTo>
                    <a:pt x="4" y="36"/>
                  </a:lnTo>
                  <a:lnTo>
                    <a:pt x="6" y="34"/>
                  </a:lnTo>
                  <a:lnTo>
                    <a:pt x="8" y="32"/>
                  </a:lnTo>
                  <a:lnTo>
                    <a:pt x="8" y="32"/>
                  </a:lnTo>
                  <a:lnTo>
                    <a:pt x="8" y="32"/>
                  </a:lnTo>
                  <a:lnTo>
                    <a:pt x="10" y="22"/>
                  </a:lnTo>
                  <a:lnTo>
                    <a:pt x="16" y="16"/>
                  </a:lnTo>
                  <a:lnTo>
                    <a:pt x="22" y="10"/>
                  </a:lnTo>
                  <a:lnTo>
                    <a:pt x="32" y="8"/>
                  </a:lnTo>
                  <a:lnTo>
                    <a:pt x="32" y="8"/>
                  </a:lnTo>
                  <a:lnTo>
                    <a:pt x="34" y="6"/>
                  </a:lnTo>
                  <a:lnTo>
                    <a:pt x="36" y="4"/>
                  </a:lnTo>
                  <a:lnTo>
                    <a:pt x="36" y="4"/>
                  </a:lnTo>
                  <a:lnTo>
                    <a:pt x="34" y="2"/>
                  </a:lnTo>
                  <a:lnTo>
                    <a:pt x="32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67" name="Freeform 103"/>
            <p:cNvSpPr>
              <a:spLocks noEditPoints="1"/>
            </p:cNvSpPr>
            <p:nvPr/>
          </p:nvSpPr>
          <p:spPr bwMode="auto">
            <a:xfrm>
              <a:off x="6400800" y="2000250"/>
              <a:ext cx="406400" cy="342900"/>
            </a:xfrm>
            <a:custGeom>
              <a:avLst/>
              <a:gdLst/>
              <a:ahLst/>
              <a:cxnLst>
                <a:cxn ang="0">
                  <a:pos x="202" y="42"/>
                </a:cxn>
                <a:cxn ang="0">
                  <a:pos x="190" y="16"/>
                </a:cxn>
                <a:cxn ang="0">
                  <a:pos x="182" y="4"/>
                </a:cxn>
                <a:cxn ang="0">
                  <a:pos x="168" y="0"/>
                </a:cxn>
                <a:cxn ang="0">
                  <a:pos x="88" y="0"/>
                </a:cxn>
                <a:cxn ang="0">
                  <a:pos x="74" y="4"/>
                </a:cxn>
                <a:cxn ang="0">
                  <a:pos x="66" y="16"/>
                </a:cxn>
                <a:cxn ang="0">
                  <a:pos x="20" y="48"/>
                </a:cxn>
                <a:cxn ang="0">
                  <a:pos x="12" y="52"/>
                </a:cxn>
                <a:cxn ang="0">
                  <a:pos x="2" y="64"/>
                </a:cxn>
                <a:cxn ang="0">
                  <a:pos x="0" y="192"/>
                </a:cxn>
                <a:cxn ang="0">
                  <a:pos x="2" y="202"/>
                </a:cxn>
                <a:cxn ang="0">
                  <a:pos x="14" y="214"/>
                </a:cxn>
                <a:cxn ang="0">
                  <a:pos x="232" y="216"/>
                </a:cxn>
                <a:cxn ang="0">
                  <a:pos x="242" y="214"/>
                </a:cxn>
                <a:cxn ang="0">
                  <a:pos x="254" y="202"/>
                </a:cxn>
                <a:cxn ang="0">
                  <a:pos x="256" y="72"/>
                </a:cxn>
                <a:cxn ang="0">
                  <a:pos x="254" y="64"/>
                </a:cxn>
                <a:cxn ang="0">
                  <a:pos x="244" y="52"/>
                </a:cxn>
                <a:cxn ang="0">
                  <a:pos x="240" y="192"/>
                </a:cxn>
                <a:cxn ang="0">
                  <a:pos x="240" y="196"/>
                </a:cxn>
                <a:cxn ang="0">
                  <a:pos x="236" y="200"/>
                </a:cxn>
                <a:cxn ang="0">
                  <a:pos x="24" y="200"/>
                </a:cxn>
                <a:cxn ang="0">
                  <a:pos x="20" y="200"/>
                </a:cxn>
                <a:cxn ang="0">
                  <a:pos x="16" y="196"/>
                </a:cxn>
                <a:cxn ang="0">
                  <a:pos x="16" y="72"/>
                </a:cxn>
                <a:cxn ang="0">
                  <a:pos x="18" y="66"/>
                </a:cxn>
                <a:cxn ang="0">
                  <a:pos x="66" y="56"/>
                </a:cxn>
                <a:cxn ang="0">
                  <a:pos x="80" y="22"/>
                </a:cxn>
                <a:cxn ang="0">
                  <a:pos x="88" y="16"/>
                </a:cxn>
                <a:cxn ang="0">
                  <a:pos x="168" y="16"/>
                </a:cxn>
                <a:cxn ang="0">
                  <a:pos x="176" y="22"/>
                </a:cxn>
                <a:cxn ang="0">
                  <a:pos x="234" y="64"/>
                </a:cxn>
                <a:cxn ang="0">
                  <a:pos x="238" y="66"/>
                </a:cxn>
                <a:cxn ang="0">
                  <a:pos x="240" y="192"/>
                </a:cxn>
              </a:cxnLst>
              <a:rect l="0" t="0" r="r" b="b"/>
              <a:pathLst>
                <a:path w="256" h="216">
                  <a:moveTo>
                    <a:pt x="236" y="48"/>
                  </a:moveTo>
                  <a:lnTo>
                    <a:pt x="202" y="42"/>
                  </a:lnTo>
                  <a:lnTo>
                    <a:pt x="190" y="16"/>
                  </a:lnTo>
                  <a:lnTo>
                    <a:pt x="190" y="16"/>
                  </a:lnTo>
                  <a:lnTo>
                    <a:pt x="186" y="8"/>
                  </a:lnTo>
                  <a:lnTo>
                    <a:pt x="182" y="4"/>
                  </a:lnTo>
                  <a:lnTo>
                    <a:pt x="176" y="2"/>
                  </a:lnTo>
                  <a:lnTo>
                    <a:pt x="168" y="0"/>
                  </a:lnTo>
                  <a:lnTo>
                    <a:pt x="88" y="0"/>
                  </a:lnTo>
                  <a:lnTo>
                    <a:pt x="88" y="0"/>
                  </a:lnTo>
                  <a:lnTo>
                    <a:pt x="80" y="2"/>
                  </a:lnTo>
                  <a:lnTo>
                    <a:pt x="74" y="4"/>
                  </a:lnTo>
                  <a:lnTo>
                    <a:pt x="70" y="8"/>
                  </a:lnTo>
                  <a:lnTo>
                    <a:pt x="66" y="16"/>
                  </a:lnTo>
                  <a:lnTo>
                    <a:pt x="54" y="42"/>
                  </a:lnTo>
                  <a:lnTo>
                    <a:pt x="20" y="48"/>
                  </a:lnTo>
                  <a:lnTo>
                    <a:pt x="20" y="48"/>
                  </a:lnTo>
                  <a:lnTo>
                    <a:pt x="12" y="52"/>
                  </a:lnTo>
                  <a:lnTo>
                    <a:pt x="6" y="56"/>
                  </a:lnTo>
                  <a:lnTo>
                    <a:pt x="2" y="64"/>
                  </a:lnTo>
                  <a:lnTo>
                    <a:pt x="0" y="72"/>
                  </a:lnTo>
                  <a:lnTo>
                    <a:pt x="0" y="192"/>
                  </a:lnTo>
                  <a:lnTo>
                    <a:pt x="0" y="192"/>
                  </a:lnTo>
                  <a:lnTo>
                    <a:pt x="2" y="202"/>
                  </a:lnTo>
                  <a:lnTo>
                    <a:pt x="8" y="208"/>
                  </a:lnTo>
                  <a:lnTo>
                    <a:pt x="14" y="214"/>
                  </a:lnTo>
                  <a:lnTo>
                    <a:pt x="24" y="216"/>
                  </a:lnTo>
                  <a:lnTo>
                    <a:pt x="232" y="216"/>
                  </a:lnTo>
                  <a:lnTo>
                    <a:pt x="232" y="216"/>
                  </a:lnTo>
                  <a:lnTo>
                    <a:pt x="242" y="214"/>
                  </a:lnTo>
                  <a:lnTo>
                    <a:pt x="248" y="208"/>
                  </a:lnTo>
                  <a:lnTo>
                    <a:pt x="254" y="202"/>
                  </a:lnTo>
                  <a:lnTo>
                    <a:pt x="256" y="192"/>
                  </a:lnTo>
                  <a:lnTo>
                    <a:pt x="256" y="72"/>
                  </a:lnTo>
                  <a:lnTo>
                    <a:pt x="256" y="72"/>
                  </a:lnTo>
                  <a:lnTo>
                    <a:pt x="254" y="64"/>
                  </a:lnTo>
                  <a:lnTo>
                    <a:pt x="250" y="56"/>
                  </a:lnTo>
                  <a:lnTo>
                    <a:pt x="244" y="52"/>
                  </a:lnTo>
                  <a:lnTo>
                    <a:pt x="236" y="48"/>
                  </a:lnTo>
                  <a:close/>
                  <a:moveTo>
                    <a:pt x="240" y="192"/>
                  </a:moveTo>
                  <a:lnTo>
                    <a:pt x="240" y="192"/>
                  </a:lnTo>
                  <a:lnTo>
                    <a:pt x="240" y="196"/>
                  </a:lnTo>
                  <a:lnTo>
                    <a:pt x="238" y="198"/>
                  </a:lnTo>
                  <a:lnTo>
                    <a:pt x="236" y="200"/>
                  </a:lnTo>
                  <a:lnTo>
                    <a:pt x="232" y="200"/>
                  </a:lnTo>
                  <a:lnTo>
                    <a:pt x="24" y="200"/>
                  </a:lnTo>
                  <a:lnTo>
                    <a:pt x="24" y="200"/>
                  </a:lnTo>
                  <a:lnTo>
                    <a:pt x="20" y="200"/>
                  </a:lnTo>
                  <a:lnTo>
                    <a:pt x="18" y="198"/>
                  </a:lnTo>
                  <a:lnTo>
                    <a:pt x="16" y="196"/>
                  </a:lnTo>
                  <a:lnTo>
                    <a:pt x="16" y="192"/>
                  </a:lnTo>
                  <a:lnTo>
                    <a:pt x="16" y="72"/>
                  </a:lnTo>
                  <a:lnTo>
                    <a:pt x="16" y="72"/>
                  </a:lnTo>
                  <a:lnTo>
                    <a:pt x="18" y="66"/>
                  </a:lnTo>
                  <a:lnTo>
                    <a:pt x="22" y="64"/>
                  </a:lnTo>
                  <a:lnTo>
                    <a:pt x="66" y="56"/>
                  </a:lnTo>
                  <a:lnTo>
                    <a:pt x="80" y="22"/>
                  </a:lnTo>
                  <a:lnTo>
                    <a:pt x="80" y="22"/>
                  </a:lnTo>
                  <a:lnTo>
                    <a:pt x="84" y="18"/>
                  </a:lnTo>
                  <a:lnTo>
                    <a:pt x="88" y="16"/>
                  </a:lnTo>
                  <a:lnTo>
                    <a:pt x="168" y="16"/>
                  </a:lnTo>
                  <a:lnTo>
                    <a:pt x="168" y="16"/>
                  </a:lnTo>
                  <a:lnTo>
                    <a:pt x="172" y="18"/>
                  </a:lnTo>
                  <a:lnTo>
                    <a:pt x="176" y="22"/>
                  </a:lnTo>
                  <a:lnTo>
                    <a:pt x="190" y="56"/>
                  </a:lnTo>
                  <a:lnTo>
                    <a:pt x="234" y="64"/>
                  </a:lnTo>
                  <a:lnTo>
                    <a:pt x="234" y="64"/>
                  </a:lnTo>
                  <a:lnTo>
                    <a:pt x="238" y="66"/>
                  </a:lnTo>
                  <a:lnTo>
                    <a:pt x="240" y="72"/>
                  </a:lnTo>
                  <a:lnTo>
                    <a:pt x="240" y="19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</p:grpSp>
      <p:grpSp>
        <p:nvGrpSpPr>
          <p:cNvPr id="42" name="Group 41"/>
          <p:cNvGrpSpPr/>
          <p:nvPr/>
        </p:nvGrpSpPr>
        <p:grpSpPr>
          <a:xfrm>
            <a:off x="4512424" y="1659915"/>
            <a:ext cx="465099" cy="465099"/>
            <a:chOff x="5588000" y="1149350"/>
            <a:chExt cx="406400" cy="406400"/>
          </a:xfrm>
          <a:solidFill>
            <a:schemeClr val="tx2"/>
          </a:solidFill>
        </p:grpSpPr>
        <p:sp>
          <p:nvSpPr>
            <p:cNvPr id="62" name="Freeform 145"/>
            <p:cNvSpPr>
              <a:spLocks/>
            </p:cNvSpPr>
            <p:nvPr/>
          </p:nvSpPr>
          <p:spPr bwMode="auto">
            <a:xfrm>
              <a:off x="5810250" y="1200150"/>
              <a:ext cx="133350" cy="133350"/>
            </a:xfrm>
            <a:custGeom>
              <a:avLst/>
              <a:gdLst/>
              <a:ahLst/>
              <a:cxnLst>
                <a:cxn ang="0">
                  <a:pos x="76" y="80"/>
                </a:cxn>
                <a:cxn ang="0">
                  <a:pos x="76" y="80"/>
                </a:cxn>
                <a:cxn ang="0">
                  <a:pos x="76" y="80"/>
                </a:cxn>
                <a:cxn ang="0">
                  <a:pos x="78" y="82"/>
                </a:cxn>
                <a:cxn ang="0">
                  <a:pos x="80" y="84"/>
                </a:cxn>
                <a:cxn ang="0">
                  <a:pos x="80" y="84"/>
                </a:cxn>
                <a:cxn ang="0">
                  <a:pos x="82" y="82"/>
                </a:cxn>
                <a:cxn ang="0">
                  <a:pos x="84" y="80"/>
                </a:cxn>
                <a:cxn ang="0">
                  <a:pos x="84" y="80"/>
                </a:cxn>
                <a:cxn ang="0">
                  <a:pos x="84" y="80"/>
                </a:cxn>
                <a:cxn ang="0">
                  <a:pos x="84" y="80"/>
                </a:cxn>
                <a:cxn ang="0">
                  <a:pos x="82" y="64"/>
                </a:cxn>
                <a:cxn ang="0">
                  <a:pos x="78" y="48"/>
                </a:cxn>
                <a:cxn ang="0">
                  <a:pos x="70" y="36"/>
                </a:cxn>
                <a:cxn ang="0">
                  <a:pos x="60" y="24"/>
                </a:cxn>
                <a:cxn ang="0">
                  <a:pos x="48" y="14"/>
                </a:cxn>
                <a:cxn ang="0">
                  <a:pos x="36" y="6"/>
                </a:cxn>
                <a:cxn ang="0">
                  <a:pos x="20" y="2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2" y="6"/>
                </a:cxn>
                <a:cxn ang="0">
                  <a:pos x="4" y="8"/>
                </a:cxn>
                <a:cxn ang="0">
                  <a:pos x="4" y="8"/>
                </a:cxn>
                <a:cxn ang="0">
                  <a:pos x="4" y="8"/>
                </a:cxn>
                <a:cxn ang="0">
                  <a:pos x="18" y="10"/>
                </a:cxn>
                <a:cxn ang="0">
                  <a:pos x="32" y="14"/>
                </a:cxn>
                <a:cxn ang="0">
                  <a:pos x="44" y="20"/>
                </a:cxn>
                <a:cxn ang="0">
                  <a:pos x="54" y="30"/>
                </a:cxn>
                <a:cxn ang="0">
                  <a:pos x="64" y="40"/>
                </a:cxn>
                <a:cxn ang="0">
                  <a:pos x="70" y="52"/>
                </a:cxn>
                <a:cxn ang="0">
                  <a:pos x="74" y="66"/>
                </a:cxn>
                <a:cxn ang="0">
                  <a:pos x="76" y="80"/>
                </a:cxn>
              </a:cxnLst>
              <a:rect l="0" t="0" r="r" b="b"/>
              <a:pathLst>
                <a:path w="84" h="84">
                  <a:moveTo>
                    <a:pt x="76" y="80"/>
                  </a:moveTo>
                  <a:lnTo>
                    <a:pt x="76" y="80"/>
                  </a:lnTo>
                  <a:lnTo>
                    <a:pt x="76" y="80"/>
                  </a:lnTo>
                  <a:lnTo>
                    <a:pt x="78" y="82"/>
                  </a:lnTo>
                  <a:lnTo>
                    <a:pt x="80" y="84"/>
                  </a:lnTo>
                  <a:lnTo>
                    <a:pt x="80" y="84"/>
                  </a:lnTo>
                  <a:lnTo>
                    <a:pt x="82" y="82"/>
                  </a:lnTo>
                  <a:lnTo>
                    <a:pt x="84" y="80"/>
                  </a:lnTo>
                  <a:lnTo>
                    <a:pt x="84" y="80"/>
                  </a:lnTo>
                  <a:lnTo>
                    <a:pt x="84" y="80"/>
                  </a:lnTo>
                  <a:lnTo>
                    <a:pt x="84" y="80"/>
                  </a:lnTo>
                  <a:lnTo>
                    <a:pt x="82" y="64"/>
                  </a:lnTo>
                  <a:lnTo>
                    <a:pt x="78" y="48"/>
                  </a:lnTo>
                  <a:lnTo>
                    <a:pt x="70" y="36"/>
                  </a:lnTo>
                  <a:lnTo>
                    <a:pt x="60" y="24"/>
                  </a:lnTo>
                  <a:lnTo>
                    <a:pt x="48" y="14"/>
                  </a:lnTo>
                  <a:lnTo>
                    <a:pt x="36" y="6"/>
                  </a:lnTo>
                  <a:lnTo>
                    <a:pt x="20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6"/>
                  </a:lnTo>
                  <a:lnTo>
                    <a:pt x="4" y="8"/>
                  </a:lnTo>
                  <a:lnTo>
                    <a:pt x="4" y="8"/>
                  </a:lnTo>
                  <a:lnTo>
                    <a:pt x="4" y="8"/>
                  </a:lnTo>
                  <a:lnTo>
                    <a:pt x="18" y="10"/>
                  </a:lnTo>
                  <a:lnTo>
                    <a:pt x="32" y="14"/>
                  </a:lnTo>
                  <a:lnTo>
                    <a:pt x="44" y="20"/>
                  </a:lnTo>
                  <a:lnTo>
                    <a:pt x="54" y="30"/>
                  </a:lnTo>
                  <a:lnTo>
                    <a:pt x="64" y="40"/>
                  </a:lnTo>
                  <a:lnTo>
                    <a:pt x="70" y="52"/>
                  </a:lnTo>
                  <a:lnTo>
                    <a:pt x="74" y="66"/>
                  </a:lnTo>
                  <a:lnTo>
                    <a:pt x="76" y="8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63" name="Freeform 147"/>
            <p:cNvSpPr>
              <a:spLocks noEditPoints="1"/>
            </p:cNvSpPr>
            <p:nvPr/>
          </p:nvSpPr>
          <p:spPr bwMode="auto">
            <a:xfrm>
              <a:off x="5588000" y="1149350"/>
              <a:ext cx="406400" cy="406400"/>
            </a:xfrm>
            <a:custGeom>
              <a:avLst/>
              <a:gdLst/>
              <a:ahLst/>
              <a:cxnLst>
                <a:cxn ang="0">
                  <a:pos x="72" y="8"/>
                </a:cxn>
                <a:cxn ang="0">
                  <a:pos x="56" y="0"/>
                </a:cxn>
                <a:cxn ang="0">
                  <a:pos x="46" y="2"/>
                </a:cxn>
                <a:cxn ang="0">
                  <a:pos x="40" y="6"/>
                </a:cxn>
                <a:cxn ang="0">
                  <a:pos x="34" y="16"/>
                </a:cxn>
                <a:cxn ang="0">
                  <a:pos x="32" y="134"/>
                </a:cxn>
                <a:cxn ang="0">
                  <a:pos x="8" y="160"/>
                </a:cxn>
                <a:cxn ang="0">
                  <a:pos x="0" y="176"/>
                </a:cxn>
                <a:cxn ang="0">
                  <a:pos x="8" y="192"/>
                </a:cxn>
                <a:cxn ang="0">
                  <a:pos x="64" y="248"/>
                </a:cxn>
                <a:cxn ang="0">
                  <a:pos x="80" y="256"/>
                </a:cxn>
                <a:cxn ang="0">
                  <a:pos x="90" y="254"/>
                </a:cxn>
                <a:cxn ang="0">
                  <a:pos x="122" y="224"/>
                </a:cxn>
                <a:cxn ang="0">
                  <a:pos x="232" y="224"/>
                </a:cxn>
                <a:cxn ang="0">
                  <a:pos x="246" y="220"/>
                </a:cxn>
                <a:cxn ang="0">
                  <a:pos x="254" y="210"/>
                </a:cxn>
                <a:cxn ang="0">
                  <a:pos x="256" y="202"/>
                </a:cxn>
                <a:cxn ang="0">
                  <a:pos x="254" y="188"/>
                </a:cxn>
                <a:cxn ang="0">
                  <a:pos x="72" y="8"/>
                </a:cxn>
                <a:cxn ang="0">
                  <a:pos x="86" y="238"/>
                </a:cxn>
                <a:cxn ang="0">
                  <a:pos x="82" y="240"/>
                </a:cxn>
                <a:cxn ang="0">
                  <a:pos x="80" y="240"/>
                </a:cxn>
                <a:cxn ang="0">
                  <a:pos x="74" y="238"/>
                </a:cxn>
                <a:cxn ang="0">
                  <a:pos x="18" y="182"/>
                </a:cxn>
                <a:cxn ang="0">
                  <a:pos x="16" y="176"/>
                </a:cxn>
                <a:cxn ang="0">
                  <a:pos x="16" y="174"/>
                </a:cxn>
                <a:cxn ang="0">
                  <a:pos x="44" y="146"/>
                </a:cxn>
                <a:cxn ang="0">
                  <a:pos x="44" y="146"/>
                </a:cxn>
                <a:cxn ang="0">
                  <a:pos x="110" y="212"/>
                </a:cxn>
                <a:cxn ang="0">
                  <a:pos x="122" y="208"/>
                </a:cxn>
                <a:cxn ang="0">
                  <a:pos x="118" y="208"/>
                </a:cxn>
                <a:cxn ang="0">
                  <a:pos x="48" y="138"/>
                </a:cxn>
                <a:cxn ang="0">
                  <a:pos x="48" y="38"/>
                </a:cxn>
                <a:cxn ang="0">
                  <a:pos x="122" y="208"/>
                </a:cxn>
                <a:cxn ang="0">
                  <a:pos x="240" y="204"/>
                </a:cxn>
                <a:cxn ang="0">
                  <a:pos x="232" y="208"/>
                </a:cxn>
                <a:cxn ang="0">
                  <a:pos x="48" y="26"/>
                </a:cxn>
                <a:cxn ang="0">
                  <a:pos x="48" y="24"/>
                </a:cxn>
                <a:cxn ang="0">
                  <a:pos x="52" y="16"/>
                </a:cxn>
                <a:cxn ang="0">
                  <a:pos x="56" y="16"/>
                </a:cxn>
                <a:cxn ang="0">
                  <a:pos x="60" y="16"/>
                </a:cxn>
                <a:cxn ang="0">
                  <a:pos x="238" y="194"/>
                </a:cxn>
                <a:cxn ang="0">
                  <a:pos x="240" y="198"/>
                </a:cxn>
              </a:cxnLst>
              <a:rect l="0" t="0" r="r" b="b"/>
              <a:pathLst>
                <a:path w="256" h="256">
                  <a:moveTo>
                    <a:pt x="72" y="8"/>
                  </a:moveTo>
                  <a:lnTo>
                    <a:pt x="72" y="8"/>
                  </a:lnTo>
                  <a:lnTo>
                    <a:pt x="66" y="2"/>
                  </a:lnTo>
                  <a:lnTo>
                    <a:pt x="56" y="0"/>
                  </a:lnTo>
                  <a:lnTo>
                    <a:pt x="56" y="0"/>
                  </a:lnTo>
                  <a:lnTo>
                    <a:pt x="46" y="2"/>
                  </a:lnTo>
                  <a:lnTo>
                    <a:pt x="46" y="2"/>
                  </a:lnTo>
                  <a:lnTo>
                    <a:pt x="40" y="6"/>
                  </a:lnTo>
                  <a:lnTo>
                    <a:pt x="36" y="10"/>
                  </a:lnTo>
                  <a:lnTo>
                    <a:pt x="34" y="16"/>
                  </a:lnTo>
                  <a:lnTo>
                    <a:pt x="32" y="24"/>
                  </a:lnTo>
                  <a:lnTo>
                    <a:pt x="32" y="134"/>
                  </a:lnTo>
                  <a:lnTo>
                    <a:pt x="8" y="160"/>
                  </a:lnTo>
                  <a:lnTo>
                    <a:pt x="8" y="160"/>
                  </a:lnTo>
                  <a:lnTo>
                    <a:pt x="2" y="166"/>
                  </a:lnTo>
                  <a:lnTo>
                    <a:pt x="0" y="176"/>
                  </a:lnTo>
                  <a:lnTo>
                    <a:pt x="2" y="186"/>
                  </a:lnTo>
                  <a:lnTo>
                    <a:pt x="8" y="192"/>
                  </a:lnTo>
                  <a:lnTo>
                    <a:pt x="64" y="248"/>
                  </a:lnTo>
                  <a:lnTo>
                    <a:pt x="64" y="248"/>
                  </a:lnTo>
                  <a:lnTo>
                    <a:pt x="70" y="254"/>
                  </a:lnTo>
                  <a:lnTo>
                    <a:pt x="80" y="256"/>
                  </a:lnTo>
                  <a:lnTo>
                    <a:pt x="80" y="256"/>
                  </a:lnTo>
                  <a:lnTo>
                    <a:pt x="90" y="254"/>
                  </a:lnTo>
                  <a:lnTo>
                    <a:pt x="96" y="248"/>
                  </a:lnTo>
                  <a:lnTo>
                    <a:pt x="122" y="224"/>
                  </a:lnTo>
                  <a:lnTo>
                    <a:pt x="232" y="224"/>
                  </a:lnTo>
                  <a:lnTo>
                    <a:pt x="232" y="224"/>
                  </a:lnTo>
                  <a:lnTo>
                    <a:pt x="240" y="222"/>
                  </a:lnTo>
                  <a:lnTo>
                    <a:pt x="246" y="220"/>
                  </a:lnTo>
                  <a:lnTo>
                    <a:pt x="250" y="216"/>
                  </a:lnTo>
                  <a:lnTo>
                    <a:pt x="254" y="210"/>
                  </a:lnTo>
                  <a:lnTo>
                    <a:pt x="254" y="210"/>
                  </a:lnTo>
                  <a:lnTo>
                    <a:pt x="256" y="202"/>
                  </a:lnTo>
                  <a:lnTo>
                    <a:pt x="256" y="196"/>
                  </a:lnTo>
                  <a:lnTo>
                    <a:pt x="254" y="188"/>
                  </a:lnTo>
                  <a:lnTo>
                    <a:pt x="248" y="184"/>
                  </a:lnTo>
                  <a:lnTo>
                    <a:pt x="72" y="8"/>
                  </a:lnTo>
                  <a:close/>
                  <a:moveTo>
                    <a:pt x="110" y="212"/>
                  </a:moveTo>
                  <a:lnTo>
                    <a:pt x="86" y="238"/>
                  </a:lnTo>
                  <a:lnTo>
                    <a:pt x="86" y="238"/>
                  </a:lnTo>
                  <a:lnTo>
                    <a:pt x="82" y="240"/>
                  </a:lnTo>
                  <a:lnTo>
                    <a:pt x="80" y="240"/>
                  </a:lnTo>
                  <a:lnTo>
                    <a:pt x="80" y="240"/>
                  </a:lnTo>
                  <a:lnTo>
                    <a:pt x="78" y="240"/>
                  </a:lnTo>
                  <a:lnTo>
                    <a:pt x="74" y="238"/>
                  </a:lnTo>
                  <a:lnTo>
                    <a:pt x="18" y="182"/>
                  </a:lnTo>
                  <a:lnTo>
                    <a:pt x="18" y="182"/>
                  </a:lnTo>
                  <a:lnTo>
                    <a:pt x="16" y="178"/>
                  </a:lnTo>
                  <a:lnTo>
                    <a:pt x="16" y="176"/>
                  </a:lnTo>
                  <a:lnTo>
                    <a:pt x="16" y="176"/>
                  </a:lnTo>
                  <a:lnTo>
                    <a:pt x="16" y="174"/>
                  </a:lnTo>
                  <a:lnTo>
                    <a:pt x="18" y="170"/>
                  </a:lnTo>
                  <a:lnTo>
                    <a:pt x="44" y="146"/>
                  </a:lnTo>
                  <a:lnTo>
                    <a:pt x="44" y="146"/>
                  </a:lnTo>
                  <a:lnTo>
                    <a:pt x="44" y="146"/>
                  </a:lnTo>
                  <a:lnTo>
                    <a:pt x="110" y="212"/>
                  </a:lnTo>
                  <a:lnTo>
                    <a:pt x="110" y="212"/>
                  </a:lnTo>
                  <a:lnTo>
                    <a:pt x="110" y="212"/>
                  </a:lnTo>
                  <a:close/>
                  <a:moveTo>
                    <a:pt x="122" y="208"/>
                  </a:moveTo>
                  <a:lnTo>
                    <a:pt x="122" y="208"/>
                  </a:lnTo>
                  <a:lnTo>
                    <a:pt x="118" y="208"/>
                  </a:lnTo>
                  <a:lnTo>
                    <a:pt x="48" y="138"/>
                  </a:lnTo>
                  <a:lnTo>
                    <a:pt x="48" y="138"/>
                  </a:lnTo>
                  <a:lnTo>
                    <a:pt x="48" y="134"/>
                  </a:lnTo>
                  <a:lnTo>
                    <a:pt x="48" y="38"/>
                  </a:lnTo>
                  <a:lnTo>
                    <a:pt x="218" y="208"/>
                  </a:lnTo>
                  <a:lnTo>
                    <a:pt x="122" y="208"/>
                  </a:lnTo>
                  <a:close/>
                  <a:moveTo>
                    <a:pt x="240" y="204"/>
                  </a:moveTo>
                  <a:lnTo>
                    <a:pt x="240" y="204"/>
                  </a:lnTo>
                  <a:lnTo>
                    <a:pt x="236" y="206"/>
                  </a:lnTo>
                  <a:lnTo>
                    <a:pt x="232" y="208"/>
                  </a:lnTo>
                  <a:lnTo>
                    <a:pt x="230" y="208"/>
                  </a:lnTo>
                  <a:lnTo>
                    <a:pt x="48" y="26"/>
                  </a:lnTo>
                  <a:lnTo>
                    <a:pt x="48" y="24"/>
                  </a:lnTo>
                  <a:lnTo>
                    <a:pt x="48" y="24"/>
                  </a:lnTo>
                  <a:lnTo>
                    <a:pt x="50" y="20"/>
                  </a:lnTo>
                  <a:lnTo>
                    <a:pt x="52" y="16"/>
                  </a:lnTo>
                  <a:lnTo>
                    <a:pt x="52" y="16"/>
                  </a:lnTo>
                  <a:lnTo>
                    <a:pt x="56" y="16"/>
                  </a:lnTo>
                  <a:lnTo>
                    <a:pt x="56" y="16"/>
                  </a:lnTo>
                  <a:lnTo>
                    <a:pt x="60" y="16"/>
                  </a:lnTo>
                  <a:lnTo>
                    <a:pt x="62" y="18"/>
                  </a:lnTo>
                  <a:lnTo>
                    <a:pt x="238" y="194"/>
                  </a:lnTo>
                  <a:lnTo>
                    <a:pt x="238" y="194"/>
                  </a:lnTo>
                  <a:lnTo>
                    <a:pt x="240" y="198"/>
                  </a:lnTo>
                  <a:lnTo>
                    <a:pt x="240" y="20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64" name="Freeform 152"/>
            <p:cNvSpPr>
              <a:spLocks/>
            </p:cNvSpPr>
            <p:nvPr/>
          </p:nvSpPr>
          <p:spPr bwMode="auto">
            <a:xfrm>
              <a:off x="5803900" y="1149350"/>
              <a:ext cx="190500" cy="190500"/>
            </a:xfrm>
            <a:custGeom>
              <a:avLst/>
              <a:gdLst/>
              <a:ahLst/>
              <a:cxnLst>
                <a:cxn ang="0">
                  <a:pos x="8" y="16"/>
                </a:cxn>
                <a:cxn ang="0">
                  <a:pos x="8" y="16"/>
                </a:cxn>
                <a:cxn ang="0">
                  <a:pos x="8" y="16"/>
                </a:cxn>
                <a:cxn ang="0">
                  <a:pos x="28" y="18"/>
                </a:cxn>
                <a:cxn ang="0">
                  <a:pos x="46" y="24"/>
                </a:cxn>
                <a:cxn ang="0">
                  <a:pos x="62" y="32"/>
                </a:cxn>
                <a:cxn ang="0">
                  <a:pos x="76" y="44"/>
                </a:cxn>
                <a:cxn ang="0">
                  <a:pos x="88" y="58"/>
                </a:cxn>
                <a:cxn ang="0">
                  <a:pos x="96" y="74"/>
                </a:cxn>
                <a:cxn ang="0">
                  <a:pos x="102" y="92"/>
                </a:cxn>
                <a:cxn ang="0">
                  <a:pos x="104" y="112"/>
                </a:cxn>
                <a:cxn ang="0">
                  <a:pos x="104" y="112"/>
                </a:cxn>
                <a:cxn ang="0">
                  <a:pos x="104" y="112"/>
                </a:cxn>
                <a:cxn ang="0">
                  <a:pos x="104" y="116"/>
                </a:cxn>
                <a:cxn ang="0">
                  <a:pos x="106" y="118"/>
                </a:cxn>
                <a:cxn ang="0">
                  <a:pos x="108" y="120"/>
                </a:cxn>
                <a:cxn ang="0">
                  <a:pos x="112" y="120"/>
                </a:cxn>
                <a:cxn ang="0">
                  <a:pos x="112" y="120"/>
                </a:cxn>
                <a:cxn ang="0">
                  <a:pos x="116" y="120"/>
                </a:cxn>
                <a:cxn ang="0">
                  <a:pos x="118" y="118"/>
                </a:cxn>
                <a:cxn ang="0">
                  <a:pos x="120" y="116"/>
                </a:cxn>
                <a:cxn ang="0">
                  <a:pos x="120" y="112"/>
                </a:cxn>
                <a:cxn ang="0">
                  <a:pos x="120" y="112"/>
                </a:cxn>
                <a:cxn ang="0">
                  <a:pos x="120" y="112"/>
                </a:cxn>
                <a:cxn ang="0">
                  <a:pos x="120" y="112"/>
                </a:cxn>
                <a:cxn ang="0">
                  <a:pos x="118" y="90"/>
                </a:cxn>
                <a:cxn ang="0">
                  <a:pos x="112" y="68"/>
                </a:cxn>
                <a:cxn ang="0">
                  <a:pos x="100" y="50"/>
                </a:cxn>
                <a:cxn ang="0">
                  <a:pos x="88" y="32"/>
                </a:cxn>
                <a:cxn ang="0">
                  <a:pos x="70" y="20"/>
                </a:cxn>
                <a:cxn ang="0">
                  <a:pos x="52" y="8"/>
                </a:cxn>
                <a:cxn ang="0">
                  <a:pos x="30" y="2"/>
                </a:cxn>
                <a:cxn ang="0">
                  <a:pos x="8" y="0"/>
                </a:cxn>
                <a:cxn ang="0">
                  <a:pos x="8" y="0"/>
                </a:cxn>
                <a:cxn ang="0">
                  <a:pos x="8" y="0"/>
                </a:cxn>
                <a:cxn ang="0">
                  <a:pos x="8" y="0"/>
                </a:cxn>
                <a:cxn ang="0">
                  <a:pos x="4" y="0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8"/>
                </a:cxn>
                <a:cxn ang="0">
                  <a:pos x="0" y="8"/>
                </a:cxn>
                <a:cxn ang="0">
                  <a:pos x="0" y="12"/>
                </a:cxn>
                <a:cxn ang="0">
                  <a:pos x="2" y="14"/>
                </a:cxn>
                <a:cxn ang="0">
                  <a:pos x="4" y="16"/>
                </a:cxn>
                <a:cxn ang="0">
                  <a:pos x="8" y="16"/>
                </a:cxn>
              </a:cxnLst>
              <a:rect l="0" t="0" r="r" b="b"/>
              <a:pathLst>
                <a:path w="120" h="120">
                  <a:moveTo>
                    <a:pt x="8" y="16"/>
                  </a:moveTo>
                  <a:lnTo>
                    <a:pt x="8" y="16"/>
                  </a:lnTo>
                  <a:lnTo>
                    <a:pt x="8" y="16"/>
                  </a:lnTo>
                  <a:lnTo>
                    <a:pt x="28" y="18"/>
                  </a:lnTo>
                  <a:lnTo>
                    <a:pt x="46" y="24"/>
                  </a:lnTo>
                  <a:lnTo>
                    <a:pt x="62" y="32"/>
                  </a:lnTo>
                  <a:lnTo>
                    <a:pt x="76" y="44"/>
                  </a:lnTo>
                  <a:lnTo>
                    <a:pt x="88" y="58"/>
                  </a:lnTo>
                  <a:lnTo>
                    <a:pt x="96" y="74"/>
                  </a:lnTo>
                  <a:lnTo>
                    <a:pt x="102" y="92"/>
                  </a:lnTo>
                  <a:lnTo>
                    <a:pt x="104" y="112"/>
                  </a:lnTo>
                  <a:lnTo>
                    <a:pt x="104" y="112"/>
                  </a:lnTo>
                  <a:lnTo>
                    <a:pt x="104" y="112"/>
                  </a:lnTo>
                  <a:lnTo>
                    <a:pt x="104" y="116"/>
                  </a:lnTo>
                  <a:lnTo>
                    <a:pt x="106" y="118"/>
                  </a:lnTo>
                  <a:lnTo>
                    <a:pt x="108" y="120"/>
                  </a:lnTo>
                  <a:lnTo>
                    <a:pt x="112" y="120"/>
                  </a:lnTo>
                  <a:lnTo>
                    <a:pt x="112" y="120"/>
                  </a:lnTo>
                  <a:lnTo>
                    <a:pt x="116" y="120"/>
                  </a:lnTo>
                  <a:lnTo>
                    <a:pt x="118" y="118"/>
                  </a:lnTo>
                  <a:lnTo>
                    <a:pt x="120" y="116"/>
                  </a:lnTo>
                  <a:lnTo>
                    <a:pt x="120" y="112"/>
                  </a:lnTo>
                  <a:lnTo>
                    <a:pt x="120" y="112"/>
                  </a:lnTo>
                  <a:lnTo>
                    <a:pt x="120" y="112"/>
                  </a:lnTo>
                  <a:lnTo>
                    <a:pt x="120" y="112"/>
                  </a:lnTo>
                  <a:lnTo>
                    <a:pt x="118" y="90"/>
                  </a:lnTo>
                  <a:lnTo>
                    <a:pt x="112" y="68"/>
                  </a:lnTo>
                  <a:lnTo>
                    <a:pt x="100" y="50"/>
                  </a:lnTo>
                  <a:lnTo>
                    <a:pt x="88" y="32"/>
                  </a:lnTo>
                  <a:lnTo>
                    <a:pt x="70" y="20"/>
                  </a:lnTo>
                  <a:lnTo>
                    <a:pt x="52" y="8"/>
                  </a:lnTo>
                  <a:lnTo>
                    <a:pt x="30" y="2"/>
                  </a:lnTo>
                  <a:lnTo>
                    <a:pt x="8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12"/>
                  </a:lnTo>
                  <a:lnTo>
                    <a:pt x="2" y="14"/>
                  </a:lnTo>
                  <a:lnTo>
                    <a:pt x="4" y="16"/>
                  </a:lnTo>
                  <a:lnTo>
                    <a:pt x="8" y="1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</p:grpSp>
      <p:sp>
        <p:nvSpPr>
          <p:cNvPr id="43" name="Freeform 179"/>
          <p:cNvSpPr>
            <a:spLocks noEditPoints="1"/>
          </p:cNvSpPr>
          <p:nvPr/>
        </p:nvSpPr>
        <p:spPr bwMode="auto">
          <a:xfrm>
            <a:off x="791633" y="1718053"/>
            <a:ext cx="465099" cy="334289"/>
          </a:xfrm>
          <a:custGeom>
            <a:avLst/>
            <a:gdLst/>
            <a:ahLst/>
            <a:cxnLst>
              <a:cxn ang="0">
                <a:pos x="204" y="52"/>
              </a:cxn>
              <a:cxn ang="0">
                <a:pos x="184" y="18"/>
              </a:cxn>
              <a:cxn ang="0">
                <a:pos x="150" y="2"/>
              </a:cxn>
              <a:cxn ang="0">
                <a:pos x="126" y="0"/>
              </a:cxn>
              <a:cxn ang="0">
                <a:pos x="96" y="12"/>
              </a:cxn>
              <a:cxn ang="0">
                <a:pos x="76" y="32"/>
              </a:cxn>
              <a:cxn ang="0">
                <a:pos x="60" y="40"/>
              </a:cxn>
              <a:cxn ang="0">
                <a:pos x="46" y="42"/>
              </a:cxn>
              <a:cxn ang="0">
                <a:pos x="30" y="56"/>
              </a:cxn>
              <a:cxn ang="0">
                <a:pos x="24" y="76"/>
              </a:cxn>
              <a:cxn ang="0">
                <a:pos x="26" y="88"/>
              </a:cxn>
              <a:cxn ang="0">
                <a:pos x="2" y="118"/>
              </a:cxn>
              <a:cxn ang="0">
                <a:pos x="2" y="142"/>
              </a:cxn>
              <a:cxn ang="0">
                <a:pos x="16" y="168"/>
              </a:cxn>
              <a:cxn ang="0">
                <a:pos x="42" y="182"/>
              </a:cxn>
              <a:cxn ang="0">
                <a:pos x="196" y="184"/>
              </a:cxn>
              <a:cxn ang="0">
                <a:pos x="208" y="182"/>
              </a:cxn>
              <a:cxn ang="0">
                <a:pos x="238" y="166"/>
              </a:cxn>
              <a:cxn ang="0">
                <a:pos x="254" y="136"/>
              </a:cxn>
              <a:cxn ang="0">
                <a:pos x="256" y="114"/>
              </a:cxn>
              <a:cxn ang="0">
                <a:pos x="242" y="86"/>
              </a:cxn>
              <a:cxn ang="0">
                <a:pos x="218" y="68"/>
              </a:cxn>
              <a:cxn ang="0">
                <a:pos x="196" y="168"/>
              </a:cxn>
              <a:cxn ang="0">
                <a:pos x="44" y="168"/>
              </a:cxn>
              <a:cxn ang="0">
                <a:pos x="26" y="158"/>
              </a:cxn>
              <a:cxn ang="0">
                <a:pos x="16" y="140"/>
              </a:cxn>
              <a:cxn ang="0">
                <a:pos x="18" y="122"/>
              </a:cxn>
              <a:cxn ang="0">
                <a:pos x="34" y="102"/>
              </a:cxn>
              <a:cxn ang="0">
                <a:pos x="44" y="94"/>
              </a:cxn>
              <a:cxn ang="0">
                <a:pos x="42" y="82"/>
              </a:cxn>
              <a:cxn ang="0">
                <a:pos x="42" y="68"/>
              </a:cxn>
              <a:cxn ang="0">
                <a:pos x="60" y="56"/>
              </a:cxn>
              <a:cxn ang="0">
                <a:pos x="70" y="58"/>
              </a:cxn>
              <a:cxn ang="0">
                <a:pos x="80" y="58"/>
              </a:cxn>
              <a:cxn ang="0">
                <a:pos x="86" y="48"/>
              </a:cxn>
              <a:cxn ang="0">
                <a:pos x="120" y="18"/>
              </a:cxn>
              <a:cxn ang="0">
                <a:pos x="146" y="16"/>
              </a:cxn>
              <a:cxn ang="0">
                <a:pos x="174" y="30"/>
              </a:cxn>
              <a:cxn ang="0">
                <a:pos x="190" y="56"/>
              </a:cxn>
              <a:cxn ang="0">
                <a:pos x="192" y="74"/>
              </a:cxn>
              <a:cxn ang="0">
                <a:pos x="204" y="80"/>
              </a:cxn>
              <a:cxn ang="0">
                <a:pos x="218" y="86"/>
              </a:cxn>
              <a:cxn ang="0">
                <a:pos x="234" y="102"/>
              </a:cxn>
              <a:cxn ang="0">
                <a:pos x="240" y="124"/>
              </a:cxn>
              <a:cxn ang="0">
                <a:pos x="236" y="142"/>
              </a:cxn>
              <a:cxn ang="0">
                <a:pos x="220" y="160"/>
              </a:cxn>
              <a:cxn ang="0">
                <a:pos x="196" y="168"/>
              </a:cxn>
            </a:cxnLst>
            <a:rect l="0" t="0" r="r" b="b"/>
            <a:pathLst>
              <a:path w="256" h="184">
                <a:moveTo>
                  <a:pt x="208" y="66"/>
                </a:moveTo>
                <a:lnTo>
                  <a:pt x="208" y="66"/>
                </a:lnTo>
                <a:lnTo>
                  <a:pt x="204" y="52"/>
                </a:lnTo>
                <a:lnTo>
                  <a:pt x="200" y="40"/>
                </a:lnTo>
                <a:lnTo>
                  <a:pt x="194" y="28"/>
                </a:lnTo>
                <a:lnTo>
                  <a:pt x="184" y="18"/>
                </a:lnTo>
                <a:lnTo>
                  <a:pt x="174" y="10"/>
                </a:lnTo>
                <a:lnTo>
                  <a:pt x="162" y="6"/>
                </a:lnTo>
                <a:lnTo>
                  <a:pt x="150" y="2"/>
                </a:lnTo>
                <a:lnTo>
                  <a:pt x="136" y="0"/>
                </a:lnTo>
                <a:lnTo>
                  <a:pt x="136" y="0"/>
                </a:lnTo>
                <a:lnTo>
                  <a:pt x="126" y="0"/>
                </a:lnTo>
                <a:lnTo>
                  <a:pt x="116" y="4"/>
                </a:lnTo>
                <a:lnTo>
                  <a:pt x="106" y="6"/>
                </a:lnTo>
                <a:lnTo>
                  <a:pt x="96" y="12"/>
                </a:lnTo>
                <a:lnTo>
                  <a:pt x="88" y="18"/>
                </a:lnTo>
                <a:lnTo>
                  <a:pt x="82" y="24"/>
                </a:lnTo>
                <a:lnTo>
                  <a:pt x="76" y="32"/>
                </a:lnTo>
                <a:lnTo>
                  <a:pt x="70" y="42"/>
                </a:lnTo>
                <a:lnTo>
                  <a:pt x="70" y="42"/>
                </a:lnTo>
                <a:lnTo>
                  <a:pt x="60" y="40"/>
                </a:lnTo>
                <a:lnTo>
                  <a:pt x="60" y="40"/>
                </a:lnTo>
                <a:lnTo>
                  <a:pt x="52" y="40"/>
                </a:lnTo>
                <a:lnTo>
                  <a:pt x="46" y="42"/>
                </a:lnTo>
                <a:lnTo>
                  <a:pt x="40" y="46"/>
                </a:lnTo>
                <a:lnTo>
                  <a:pt x="34" y="50"/>
                </a:lnTo>
                <a:lnTo>
                  <a:pt x="30" y="56"/>
                </a:lnTo>
                <a:lnTo>
                  <a:pt x="26" y="62"/>
                </a:lnTo>
                <a:lnTo>
                  <a:pt x="24" y="68"/>
                </a:lnTo>
                <a:lnTo>
                  <a:pt x="24" y="76"/>
                </a:lnTo>
                <a:lnTo>
                  <a:pt x="24" y="76"/>
                </a:lnTo>
                <a:lnTo>
                  <a:pt x="26" y="88"/>
                </a:lnTo>
                <a:lnTo>
                  <a:pt x="26" y="88"/>
                </a:lnTo>
                <a:lnTo>
                  <a:pt x="16" y="96"/>
                </a:lnTo>
                <a:lnTo>
                  <a:pt x="8" y="106"/>
                </a:lnTo>
                <a:lnTo>
                  <a:pt x="2" y="118"/>
                </a:lnTo>
                <a:lnTo>
                  <a:pt x="0" y="132"/>
                </a:lnTo>
                <a:lnTo>
                  <a:pt x="0" y="132"/>
                </a:lnTo>
                <a:lnTo>
                  <a:pt x="2" y="142"/>
                </a:lnTo>
                <a:lnTo>
                  <a:pt x="4" y="152"/>
                </a:lnTo>
                <a:lnTo>
                  <a:pt x="8" y="162"/>
                </a:lnTo>
                <a:lnTo>
                  <a:pt x="16" y="168"/>
                </a:lnTo>
                <a:lnTo>
                  <a:pt x="22" y="176"/>
                </a:lnTo>
                <a:lnTo>
                  <a:pt x="32" y="180"/>
                </a:lnTo>
                <a:lnTo>
                  <a:pt x="42" y="182"/>
                </a:lnTo>
                <a:lnTo>
                  <a:pt x="52" y="184"/>
                </a:lnTo>
                <a:lnTo>
                  <a:pt x="52" y="184"/>
                </a:lnTo>
                <a:lnTo>
                  <a:pt x="196" y="184"/>
                </a:lnTo>
                <a:lnTo>
                  <a:pt x="196" y="184"/>
                </a:lnTo>
                <a:lnTo>
                  <a:pt x="196" y="184"/>
                </a:lnTo>
                <a:lnTo>
                  <a:pt x="208" y="182"/>
                </a:lnTo>
                <a:lnTo>
                  <a:pt x="220" y="180"/>
                </a:lnTo>
                <a:lnTo>
                  <a:pt x="230" y="174"/>
                </a:lnTo>
                <a:lnTo>
                  <a:pt x="238" y="166"/>
                </a:lnTo>
                <a:lnTo>
                  <a:pt x="246" y="158"/>
                </a:lnTo>
                <a:lnTo>
                  <a:pt x="252" y="148"/>
                </a:lnTo>
                <a:lnTo>
                  <a:pt x="254" y="136"/>
                </a:lnTo>
                <a:lnTo>
                  <a:pt x="256" y="124"/>
                </a:lnTo>
                <a:lnTo>
                  <a:pt x="256" y="124"/>
                </a:lnTo>
                <a:lnTo>
                  <a:pt x="256" y="114"/>
                </a:lnTo>
                <a:lnTo>
                  <a:pt x="252" y="104"/>
                </a:lnTo>
                <a:lnTo>
                  <a:pt x="248" y="94"/>
                </a:lnTo>
                <a:lnTo>
                  <a:pt x="242" y="86"/>
                </a:lnTo>
                <a:lnTo>
                  <a:pt x="234" y="78"/>
                </a:lnTo>
                <a:lnTo>
                  <a:pt x="226" y="72"/>
                </a:lnTo>
                <a:lnTo>
                  <a:pt x="218" y="68"/>
                </a:lnTo>
                <a:lnTo>
                  <a:pt x="208" y="66"/>
                </a:lnTo>
                <a:close/>
                <a:moveTo>
                  <a:pt x="196" y="168"/>
                </a:moveTo>
                <a:lnTo>
                  <a:pt x="196" y="168"/>
                </a:lnTo>
                <a:lnTo>
                  <a:pt x="52" y="168"/>
                </a:lnTo>
                <a:lnTo>
                  <a:pt x="52" y="168"/>
                </a:lnTo>
                <a:lnTo>
                  <a:pt x="44" y="168"/>
                </a:lnTo>
                <a:lnTo>
                  <a:pt x="38" y="166"/>
                </a:lnTo>
                <a:lnTo>
                  <a:pt x="32" y="162"/>
                </a:lnTo>
                <a:lnTo>
                  <a:pt x="26" y="158"/>
                </a:lnTo>
                <a:lnTo>
                  <a:pt x="22" y="152"/>
                </a:lnTo>
                <a:lnTo>
                  <a:pt x="18" y="146"/>
                </a:lnTo>
                <a:lnTo>
                  <a:pt x="16" y="140"/>
                </a:lnTo>
                <a:lnTo>
                  <a:pt x="16" y="132"/>
                </a:lnTo>
                <a:lnTo>
                  <a:pt x="16" y="132"/>
                </a:lnTo>
                <a:lnTo>
                  <a:pt x="18" y="122"/>
                </a:lnTo>
                <a:lnTo>
                  <a:pt x="20" y="114"/>
                </a:lnTo>
                <a:lnTo>
                  <a:pt x="26" y="106"/>
                </a:lnTo>
                <a:lnTo>
                  <a:pt x="34" y="102"/>
                </a:lnTo>
                <a:lnTo>
                  <a:pt x="34" y="102"/>
                </a:lnTo>
                <a:lnTo>
                  <a:pt x="40" y="98"/>
                </a:lnTo>
                <a:lnTo>
                  <a:pt x="44" y="94"/>
                </a:lnTo>
                <a:lnTo>
                  <a:pt x="44" y="90"/>
                </a:lnTo>
                <a:lnTo>
                  <a:pt x="42" y="82"/>
                </a:lnTo>
                <a:lnTo>
                  <a:pt x="42" y="82"/>
                </a:lnTo>
                <a:lnTo>
                  <a:pt x="40" y="76"/>
                </a:lnTo>
                <a:lnTo>
                  <a:pt x="40" y="76"/>
                </a:lnTo>
                <a:lnTo>
                  <a:pt x="42" y="68"/>
                </a:lnTo>
                <a:lnTo>
                  <a:pt x="46" y="62"/>
                </a:lnTo>
                <a:lnTo>
                  <a:pt x="52" y="58"/>
                </a:lnTo>
                <a:lnTo>
                  <a:pt x="60" y="56"/>
                </a:lnTo>
                <a:lnTo>
                  <a:pt x="60" y="56"/>
                </a:lnTo>
                <a:lnTo>
                  <a:pt x="64" y="56"/>
                </a:lnTo>
                <a:lnTo>
                  <a:pt x="70" y="58"/>
                </a:lnTo>
                <a:lnTo>
                  <a:pt x="70" y="58"/>
                </a:lnTo>
                <a:lnTo>
                  <a:pt x="76" y="60"/>
                </a:lnTo>
                <a:lnTo>
                  <a:pt x="80" y="58"/>
                </a:lnTo>
                <a:lnTo>
                  <a:pt x="82" y="54"/>
                </a:lnTo>
                <a:lnTo>
                  <a:pt x="86" y="48"/>
                </a:lnTo>
                <a:lnTo>
                  <a:pt x="86" y="48"/>
                </a:lnTo>
                <a:lnTo>
                  <a:pt x="94" y="36"/>
                </a:lnTo>
                <a:lnTo>
                  <a:pt x="106" y="24"/>
                </a:lnTo>
                <a:lnTo>
                  <a:pt x="120" y="18"/>
                </a:lnTo>
                <a:lnTo>
                  <a:pt x="136" y="16"/>
                </a:lnTo>
                <a:lnTo>
                  <a:pt x="136" y="16"/>
                </a:lnTo>
                <a:lnTo>
                  <a:pt x="146" y="16"/>
                </a:lnTo>
                <a:lnTo>
                  <a:pt x="156" y="20"/>
                </a:lnTo>
                <a:lnTo>
                  <a:pt x="166" y="24"/>
                </a:lnTo>
                <a:lnTo>
                  <a:pt x="174" y="30"/>
                </a:lnTo>
                <a:lnTo>
                  <a:pt x="180" y="38"/>
                </a:lnTo>
                <a:lnTo>
                  <a:pt x="186" y="46"/>
                </a:lnTo>
                <a:lnTo>
                  <a:pt x="190" y="56"/>
                </a:lnTo>
                <a:lnTo>
                  <a:pt x="192" y="66"/>
                </a:lnTo>
                <a:lnTo>
                  <a:pt x="192" y="66"/>
                </a:lnTo>
                <a:lnTo>
                  <a:pt x="192" y="74"/>
                </a:lnTo>
                <a:lnTo>
                  <a:pt x="194" y="78"/>
                </a:lnTo>
                <a:lnTo>
                  <a:pt x="198" y="80"/>
                </a:lnTo>
                <a:lnTo>
                  <a:pt x="204" y="80"/>
                </a:lnTo>
                <a:lnTo>
                  <a:pt x="204" y="80"/>
                </a:lnTo>
                <a:lnTo>
                  <a:pt x="212" y="82"/>
                </a:lnTo>
                <a:lnTo>
                  <a:pt x="218" y="86"/>
                </a:lnTo>
                <a:lnTo>
                  <a:pt x="224" y="90"/>
                </a:lnTo>
                <a:lnTo>
                  <a:pt x="230" y="96"/>
                </a:lnTo>
                <a:lnTo>
                  <a:pt x="234" y="102"/>
                </a:lnTo>
                <a:lnTo>
                  <a:pt x="238" y="108"/>
                </a:lnTo>
                <a:lnTo>
                  <a:pt x="240" y="116"/>
                </a:lnTo>
                <a:lnTo>
                  <a:pt x="240" y="124"/>
                </a:lnTo>
                <a:lnTo>
                  <a:pt x="240" y="124"/>
                </a:lnTo>
                <a:lnTo>
                  <a:pt x="240" y="132"/>
                </a:lnTo>
                <a:lnTo>
                  <a:pt x="236" y="142"/>
                </a:lnTo>
                <a:lnTo>
                  <a:pt x="232" y="148"/>
                </a:lnTo>
                <a:lnTo>
                  <a:pt x="228" y="156"/>
                </a:lnTo>
                <a:lnTo>
                  <a:pt x="220" y="160"/>
                </a:lnTo>
                <a:lnTo>
                  <a:pt x="214" y="164"/>
                </a:lnTo>
                <a:lnTo>
                  <a:pt x="204" y="168"/>
                </a:lnTo>
                <a:lnTo>
                  <a:pt x="196" y="168"/>
                </a:lnTo>
                <a:close/>
              </a:path>
            </a:pathLst>
          </a:custGeom>
          <a:solidFill>
            <a:schemeClr val="tx2"/>
          </a:solidFill>
          <a:ln w="9525">
            <a:noFill/>
            <a:round/>
            <a:headEnd/>
            <a:tailEnd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ar-SA" sz="2288"/>
          </a:p>
        </p:txBody>
      </p:sp>
      <p:grpSp>
        <p:nvGrpSpPr>
          <p:cNvPr id="44" name="Group 43"/>
          <p:cNvGrpSpPr/>
          <p:nvPr/>
        </p:nvGrpSpPr>
        <p:grpSpPr>
          <a:xfrm>
            <a:off x="2652029" y="2590112"/>
            <a:ext cx="465099" cy="465099"/>
            <a:chOff x="3962400" y="1962150"/>
            <a:chExt cx="406400" cy="406400"/>
          </a:xfrm>
          <a:solidFill>
            <a:schemeClr val="tx2"/>
          </a:solidFill>
        </p:grpSpPr>
        <p:sp>
          <p:nvSpPr>
            <p:cNvPr id="60" name="Freeform 121"/>
            <p:cNvSpPr>
              <a:spLocks noEditPoints="1"/>
            </p:cNvSpPr>
            <p:nvPr/>
          </p:nvSpPr>
          <p:spPr bwMode="auto">
            <a:xfrm>
              <a:off x="3962400" y="1962150"/>
              <a:ext cx="406400" cy="406400"/>
            </a:xfrm>
            <a:custGeom>
              <a:avLst/>
              <a:gdLst/>
              <a:ahLst/>
              <a:cxnLst>
                <a:cxn ang="0">
                  <a:pos x="176" y="0"/>
                </a:cxn>
                <a:cxn ang="0">
                  <a:pos x="144" y="6"/>
                </a:cxn>
                <a:cxn ang="0">
                  <a:pos x="120" y="24"/>
                </a:cxn>
                <a:cxn ang="0">
                  <a:pos x="102" y="48"/>
                </a:cxn>
                <a:cxn ang="0">
                  <a:pos x="96" y="80"/>
                </a:cxn>
                <a:cxn ang="0">
                  <a:pos x="98" y="94"/>
                </a:cxn>
                <a:cxn ang="0">
                  <a:pos x="4" y="206"/>
                </a:cxn>
                <a:cxn ang="0">
                  <a:pos x="2" y="210"/>
                </a:cxn>
                <a:cxn ang="0">
                  <a:pos x="0" y="240"/>
                </a:cxn>
                <a:cxn ang="0">
                  <a:pos x="2" y="246"/>
                </a:cxn>
                <a:cxn ang="0">
                  <a:pos x="10" y="254"/>
                </a:cxn>
                <a:cxn ang="0">
                  <a:pos x="40" y="256"/>
                </a:cxn>
                <a:cxn ang="0">
                  <a:pos x="46" y="254"/>
                </a:cxn>
                <a:cxn ang="0">
                  <a:pos x="62" y="240"/>
                </a:cxn>
                <a:cxn ang="0">
                  <a:pos x="80" y="240"/>
                </a:cxn>
                <a:cxn ang="0">
                  <a:pos x="92" y="236"/>
                </a:cxn>
                <a:cxn ang="0">
                  <a:pos x="96" y="224"/>
                </a:cxn>
                <a:cxn ang="0">
                  <a:pos x="112" y="208"/>
                </a:cxn>
                <a:cxn ang="0">
                  <a:pos x="118" y="206"/>
                </a:cxn>
                <a:cxn ang="0">
                  <a:pos x="126" y="198"/>
                </a:cxn>
                <a:cxn ang="0">
                  <a:pos x="128" y="174"/>
                </a:cxn>
                <a:cxn ang="0">
                  <a:pos x="146" y="154"/>
                </a:cxn>
                <a:cxn ang="0">
                  <a:pos x="176" y="160"/>
                </a:cxn>
                <a:cxn ang="0">
                  <a:pos x="192" y="158"/>
                </a:cxn>
                <a:cxn ang="0">
                  <a:pos x="220" y="146"/>
                </a:cxn>
                <a:cxn ang="0">
                  <a:pos x="242" y="124"/>
                </a:cxn>
                <a:cxn ang="0">
                  <a:pos x="254" y="96"/>
                </a:cxn>
                <a:cxn ang="0">
                  <a:pos x="256" y="80"/>
                </a:cxn>
                <a:cxn ang="0">
                  <a:pos x="250" y="48"/>
                </a:cxn>
                <a:cxn ang="0">
                  <a:pos x="232" y="24"/>
                </a:cxn>
                <a:cxn ang="0">
                  <a:pos x="208" y="6"/>
                </a:cxn>
                <a:cxn ang="0">
                  <a:pos x="176" y="0"/>
                </a:cxn>
                <a:cxn ang="0">
                  <a:pos x="176" y="144"/>
                </a:cxn>
                <a:cxn ang="0">
                  <a:pos x="158" y="142"/>
                </a:cxn>
                <a:cxn ang="0">
                  <a:pos x="140" y="138"/>
                </a:cxn>
                <a:cxn ang="0">
                  <a:pos x="116" y="162"/>
                </a:cxn>
                <a:cxn ang="0">
                  <a:pos x="114" y="168"/>
                </a:cxn>
                <a:cxn ang="0">
                  <a:pos x="112" y="192"/>
                </a:cxn>
                <a:cxn ang="0">
                  <a:pos x="96" y="192"/>
                </a:cxn>
                <a:cxn ang="0">
                  <a:pos x="84" y="196"/>
                </a:cxn>
                <a:cxn ang="0">
                  <a:pos x="80" y="208"/>
                </a:cxn>
                <a:cxn ang="0">
                  <a:pos x="62" y="224"/>
                </a:cxn>
                <a:cxn ang="0">
                  <a:pos x="56" y="226"/>
                </a:cxn>
                <a:cxn ang="0">
                  <a:pos x="38" y="240"/>
                </a:cxn>
                <a:cxn ang="0">
                  <a:pos x="16" y="218"/>
                </a:cxn>
                <a:cxn ang="0">
                  <a:pos x="110" y="124"/>
                </a:cxn>
                <a:cxn ang="0">
                  <a:pos x="122" y="112"/>
                </a:cxn>
                <a:cxn ang="0">
                  <a:pos x="114" y="98"/>
                </a:cxn>
                <a:cxn ang="0">
                  <a:pos x="112" y="80"/>
                </a:cxn>
                <a:cxn ang="0">
                  <a:pos x="114" y="68"/>
                </a:cxn>
                <a:cxn ang="0">
                  <a:pos x="122" y="44"/>
                </a:cxn>
                <a:cxn ang="0">
                  <a:pos x="140" y="26"/>
                </a:cxn>
                <a:cxn ang="0">
                  <a:pos x="164" y="18"/>
                </a:cxn>
                <a:cxn ang="0">
                  <a:pos x="176" y="16"/>
                </a:cxn>
                <a:cxn ang="0">
                  <a:pos x="200" y="22"/>
                </a:cxn>
                <a:cxn ang="0">
                  <a:pos x="222" y="34"/>
                </a:cxn>
                <a:cxn ang="0">
                  <a:pos x="234" y="56"/>
                </a:cxn>
                <a:cxn ang="0">
                  <a:pos x="240" y="80"/>
                </a:cxn>
                <a:cxn ang="0">
                  <a:pos x="238" y="92"/>
                </a:cxn>
                <a:cxn ang="0">
                  <a:pos x="230" y="116"/>
                </a:cxn>
                <a:cxn ang="0">
                  <a:pos x="212" y="134"/>
                </a:cxn>
                <a:cxn ang="0">
                  <a:pos x="188" y="142"/>
                </a:cxn>
              </a:cxnLst>
              <a:rect l="0" t="0" r="r" b="b"/>
              <a:pathLst>
                <a:path w="256" h="256">
                  <a:moveTo>
                    <a:pt x="176" y="0"/>
                  </a:moveTo>
                  <a:lnTo>
                    <a:pt x="176" y="0"/>
                  </a:lnTo>
                  <a:lnTo>
                    <a:pt x="160" y="2"/>
                  </a:lnTo>
                  <a:lnTo>
                    <a:pt x="144" y="6"/>
                  </a:lnTo>
                  <a:lnTo>
                    <a:pt x="132" y="14"/>
                  </a:lnTo>
                  <a:lnTo>
                    <a:pt x="120" y="24"/>
                  </a:lnTo>
                  <a:lnTo>
                    <a:pt x="110" y="36"/>
                  </a:lnTo>
                  <a:lnTo>
                    <a:pt x="102" y="48"/>
                  </a:lnTo>
                  <a:lnTo>
                    <a:pt x="98" y="64"/>
                  </a:lnTo>
                  <a:lnTo>
                    <a:pt x="96" y="80"/>
                  </a:lnTo>
                  <a:lnTo>
                    <a:pt x="96" y="80"/>
                  </a:lnTo>
                  <a:lnTo>
                    <a:pt x="98" y="94"/>
                  </a:lnTo>
                  <a:lnTo>
                    <a:pt x="102" y="110"/>
                  </a:lnTo>
                  <a:lnTo>
                    <a:pt x="4" y="206"/>
                  </a:lnTo>
                  <a:lnTo>
                    <a:pt x="4" y="206"/>
                  </a:lnTo>
                  <a:lnTo>
                    <a:pt x="2" y="210"/>
                  </a:lnTo>
                  <a:lnTo>
                    <a:pt x="0" y="216"/>
                  </a:lnTo>
                  <a:lnTo>
                    <a:pt x="0" y="240"/>
                  </a:lnTo>
                  <a:lnTo>
                    <a:pt x="0" y="240"/>
                  </a:lnTo>
                  <a:lnTo>
                    <a:pt x="2" y="246"/>
                  </a:lnTo>
                  <a:lnTo>
                    <a:pt x="4" y="252"/>
                  </a:lnTo>
                  <a:lnTo>
                    <a:pt x="10" y="254"/>
                  </a:lnTo>
                  <a:lnTo>
                    <a:pt x="16" y="256"/>
                  </a:lnTo>
                  <a:lnTo>
                    <a:pt x="40" y="256"/>
                  </a:lnTo>
                  <a:lnTo>
                    <a:pt x="40" y="256"/>
                  </a:lnTo>
                  <a:lnTo>
                    <a:pt x="46" y="254"/>
                  </a:lnTo>
                  <a:lnTo>
                    <a:pt x="50" y="252"/>
                  </a:lnTo>
                  <a:lnTo>
                    <a:pt x="62" y="240"/>
                  </a:lnTo>
                  <a:lnTo>
                    <a:pt x="80" y="240"/>
                  </a:lnTo>
                  <a:lnTo>
                    <a:pt x="80" y="240"/>
                  </a:lnTo>
                  <a:lnTo>
                    <a:pt x="86" y="238"/>
                  </a:lnTo>
                  <a:lnTo>
                    <a:pt x="92" y="236"/>
                  </a:lnTo>
                  <a:lnTo>
                    <a:pt x="94" y="230"/>
                  </a:lnTo>
                  <a:lnTo>
                    <a:pt x="96" y="224"/>
                  </a:lnTo>
                  <a:lnTo>
                    <a:pt x="96" y="208"/>
                  </a:lnTo>
                  <a:lnTo>
                    <a:pt x="112" y="208"/>
                  </a:lnTo>
                  <a:lnTo>
                    <a:pt x="112" y="208"/>
                  </a:lnTo>
                  <a:lnTo>
                    <a:pt x="118" y="206"/>
                  </a:lnTo>
                  <a:lnTo>
                    <a:pt x="124" y="204"/>
                  </a:lnTo>
                  <a:lnTo>
                    <a:pt x="126" y="198"/>
                  </a:lnTo>
                  <a:lnTo>
                    <a:pt x="128" y="192"/>
                  </a:lnTo>
                  <a:lnTo>
                    <a:pt x="128" y="174"/>
                  </a:lnTo>
                  <a:lnTo>
                    <a:pt x="146" y="154"/>
                  </a:lnTo>
                  <a:lnTo>
                    <a:pt x="146" y="154"/>
                  </a:lnTo>
                  <a:lnTo>
                    <a:pt x="162" y="158"/>
                  </a:lnTo>
                  <a:lnTo>
                    <a:pt x="176" y="160"/>
                  </a:lnTo>
                  <a:lnTo>
                    <a:pt x="176" y="160"/>
                  </a:lnTo>
                  <a:lnTo>
                    <a:pt x="192" y="158"/>
                  </a:lnTo>
                  <a:lnTo>
                    <a:pt x="208" y="154"/>
                  </a:lnTo>
                  <a:lnTo>
                    <a:pt x="220" y="146"/>
                  </a:lnTo>
                  <a:lnTo>
                    <a:pt x="232" y="136"/>
                  </a:lnTo>
                  <a:lnTo>
                    <a:pt x="242" y="124"/>
                  </a:lnTo>
                  <a:lnTo>
                    <a:pt x="250" y="112"/>
                  </a:lnTo>
                  <a:lnTo>
                    <a:pt x="254" y="96"/>
                  </a:lnTo>
                  <a:lnTo>
                    <a:pt x="256" y="80"/>
                  </a:lnTo>
                  <a:lnTo>
                    <a:pt x="256" y="80"/>
                  </a:lnTo>
                  <a:lnTo>
                    <a:pt x="254" y="64"/>
                  </a:lnTo>
                  <a:lnTo>
                    <a:pt x="250" y="48"/>
                  </a:lnTo>
                  <a:lnTo>
                    <a:pt x="242" y="36"/>
                  </a:lnTo>
                  <a:lnTo>
                    <a:pt x="232" y="24"/>
                  </a:lnTo>
                  <a:lnTo>
                    <a:pt x="220" y="14"/>
                  </a:lnTo>
                  <a:lnTo>
                    <a:pt x="208" y="6"/>
                  </a:lnTo>
                  <a:lnTo>
                    <a:pt x="192" y="2"/>
                  </a:lnTo>
                  <a:lnTo>
                    <a:pt x="176" y="0"/>
                  </a:lnTo>
                  <a:close/>
                  <a:moveTo>
                    <a:pt x="176" y="144"/>
                  </a:moveTo>
                  <a:lnTo>
                    <a:pt x="176" y="144"/>
                  </a:lnTo>
                  <a:lnTo>
                    <a:pt x="168" y="144"/>
                  </a:lnTo>
                  <a:lnTo>
                    <a:pt x="158" y="142"/>
                  </a:lnTo>
                  <a:lnTo>
                    <a:pt x="144" y="134"/>
                  </a:lnTo>
                  <a:lnTo>
                    <a:pt x="140" y="138"/>
                  </a:lnTo>
                  <a:lnTo>
                    <a:pt x="132" y="146"/>
                  </a:lnTo>
                  <a:lnTo>
                    <a:pt x="116" y="162"/>
                  </a:lnTo>
                  <a:lnTo>
                    <a:pt x="116" y="162"/>
                  </a:lnTo>
                  <a:lnTo>
                    <a:pt x="114" y="168"/>
                  </a:lnTo>
                  <a:lnTo>
                    <a:pt x="112" y="174"/>
                  </a:lnTo>
                  <a:lnTo>
                    <a:pt x="112" y="192"/>
                  </a:lnTo>
                  <a:lnTo>
                    <a:pt x="96" y="192"/>
                  </a:lnTo>
                  <a:lnTo>
                    <a:pt x="96" y="192"/>
                  </a:lnTo>
                  <a:lnTo>
                    <a:pt x="90" y="194"/>
                  </a:lnTo>
                  <a:lnTo>
                    <a:pt x="84" y="196"/>
                  </a:lnTo>
                  <a:lnTo>
                    <a:pt x="82" y="202"/>
                  </a:lnTo>
                  <a:lnTo>
                    <a:pt x="80" y="208"/>
                  </a:lnTo>
                  <a:lnTo>
                    <a:pt x="80" y="224"/>
                  </a:lnTo>
                  <a:lnTo>
                    <a:pt x="62" y="224"/>
                  </a:lnTo>
                  <a:lnTo>
                    <a:pt x="62" y="224"/>
                  </a:lnTo>
                  <a:lnTo>
                    <a:pt x="56" y="226"/>
                  </a:lnTo>
                  <a:lnTo>
                    <a:pt x="50" y="228"/>
                  </a:lnTo>
                  <a:lnTo>
                    <a:pt x="38" y="240"/>
                  </a:lnTo>
                  <a:lnTo>
                    <a:pt x="16" y="240"/>
                  </a:lnTo>
                  <a:lnTo>
                    <a:pt x="16" y="218"/>
                  </a:lnTo>
                  <a:lnTo>
                    <a:pt x="110" y="124"/>
                  </a:lnTo>
                  <a:lnTo>
                    <a:pt x="110" y="124"/>
                  </a:lnTo>
                  <a:lnTo>
                    <a:pt x="110" y="124"/>
                  </a:lnTo>
                  <a:lnTo>
                    <a:pt x="122" y="112"/>
                  </a:lnTo>
                  <a:lnTo>
                    <a:pt x="122" y="112"/>
                  </a:lnTo>
                  <a:lnTo>
                    <a:pt x="114" y="98"/>
                  </a:lnTo>
                  <a:lnTo>
                    <a:pt x="112" y="88"/>
                  </a:lnTo>
                  <a:lnTo>
                    <a:pt x="112" y="80"/>
                  </a:lnTo>
                  <a:lnTo>
                    <a:pt x="112" y="80"/>
                  </a:lnTo>
                  <a:lnTo>
                    <a:pt x="114" y="68"/>
                  </a:lnTo>
                  <a:lnTo>
                    <a:pt x="118" y="56"/>
                  </a:lnTo>
                  <a:lnTo>
                    <a:pt x="122" y="44"/>
                  </a:lnTo>
                  <a:lnTo>
                    <a:pt x="130" y="34"/>
                  </a:lnTo>
                  <a:lnTo>
                    <a:pt x="140" y="26"/>
                  </a:lnTo>
                  <a:lnTo>
                    <a:pt x="152" y="22"/>
                  </a:lnTo>
                  <a:lnTo>
                    <a:pt x="164" y="18"/>
                  </a:lnTo>
                  <a:lnTo>
                    <a:pt x="176" y="16"/>
                  </a:lnTo>
                  <a:lnTo>
                    <a:pt x="176" y="16"/>
                  </a:lnTo>
                  <a:lnTo>
                    <a:pt x="188" y="18"/>
                  </a:lnTo>
                  <a:lnTo>
                    <a:pt x="200" y="22"/>
                  </a:lnTo>
                  <a:lnTo>
                    <a:pt x="212" y="26"/>
                  </a:lnTo>
                  <a:lnTo>
                    <a:pt x="222" y="34"/>
                  </a:lnTo>
                  <a:lnTo>
                    <a:pt x="230" y="44"/>
                  </a:lnTo>
                  <a:lnTo>
                    <a:pt x="234" y="56"/>
                  </a:lnTo>
                  <a:lnTo>
                    <a:pt x="238" y="68"/>
                  </a:lnTo>
                  <a:lnTo>
                    <a:pt x="240" y="80"/>
                  </a:lnTo>
                  <a:lnTo>
                    <a:pt x="240" y="80"/>
                  </a:lnTo>
                  <a:lnTo>
                    <a:pt x="238" y="92"/>
                  </a:lnTo>
                  <a:lnTo>
                    <a:pt x="234" y="104"/>
                  </a:lnTo>
                  <a:lnTo>
                    <a:pt x="230" y="116"/>
                  </a:lnTo>
                  <a:lnTo>
                    <a:pt x="222" y="126"/>
                  </a:lnTo>
                  <a:lnTo>
                    <a:pt x="212" y="134"/>
                  </a:lnTo>
                  <a:lnTo>
                    <a:pt x="200" y="138"/>
                  </a:lnTo>
                  <a:lnTo>
                    <a:pt x="188" y="142"/>
                  </a:lnTo>
                  <a:lnTo>
                    <a:pt x="176" y="14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61" name="Freeform 124"/>
            <p:cNvSpPr>
              <a:spLocks noEditPoints="1"/>
            </p:cNvSpPr>
            <p:nvPr/>
          </p:nvSpPr>
          <p:spPr bwMode="auto">
            <a:xfrm>
              <a:off x="4216400" y="2012950"/>
              <a:ext cx="101600" cy="101600"/>
            </a:xfrm>
            <a:custGeom>
              <a:avLst/>
              <a:gdLst/>
              <a:ahLst/>
              <a:cxnLst>
                <a:cxn ang="0">
                  <a:pos x="62" y="34"/>
                </a:cxn>
                <a:cxn ang="0">
                  <a:pos x="62" y="34"/>
                </a:cxn>
                <a:cxn ang="0">
                  <a:pos x="48" y="16"/>
                </a:cxn>
                <a:cxn ang="0">
                  <a:pos x="30" y="2"/>
                </a:cxn>
                <a:cxn ang="0">
                  <a:pos x="30" y="2"/>
                </a:cxn>
                <a:cxn ang="0">
                  <a:pos x="26" y="0"/>
                </a:cxn>
                <a:cxn ang="0">
                  <a:pos x="24" y="0"/>
                </a:cxn>
                <a:cxn ang="0">
                  <a:pos x="24" y="0"/>
                </a:cxn>
                <a:cxn ang="0">
                  <a:pos x="16" y="4"/>
                </a:cxn>
                <a:cxn ang="0">
                  <a:pos x="10" y="10"/>
                </a:cxn>
                <a:cxn ang="0">
                  <a:pos x="4" y="16"/>
                </a:cxn>
                <a:cxn ang="0">
                  <a:pos x="0" y="24"/>
                </a:cxn>
                <a:cxn ang="0">
                  <a:pos x="0" y="24"/>
                </a:cxn>
                <a:cxn ang="0">
                  <a:pos x="0" y="26"/>
                </a:cxn>
                <a:cxn ang="0">
                  <a:pos x="0" y="26"/>
                </a:cxn>
                <a:cxn ang="0">
                  <a:pos x="2" y="30"/>
                </a:cxn>
                <a:cxn ang="0">
                  <a:pos x="2" y="30"/>
                </a:cxn>
                <a:cxn ang="0">
                  <a:pos x="16" y="48"/>
                </a:cxn>
                <a:cxn ang="0">
                  <a:pos x="34" y="62"/>
                </a:cxn>
                <a:cxn ang="0">
                  <a:pos x="34" y="62"/>
                </a:cxn>
                <a:cxn ang="0">
                  <a:pos x="38" y="64"/>
                </a:cxn>
                <a:cxn ang="0">
                  <a:pos x="40" y="64"/>
                </a:cxn>
                <a:cxn ang="0">
                  <a:pos x="40" y="64"/>
                </a:cxn>
                <a:cxn ang="0">
                  <a:pos x="48" y="60"/>
                </a:cxn>
                <a:cxn ang="0">
                  <a:pos x="54" y="56"/>
                </a:cxn>
                <a:cxn ang="0">
                  <a:pos x="60" y="48"/>
                </a:cxn>
                <a:cxn ang="0">
                  <a:pos x="64" y="40"/>
                </a:cxn>
                <a:cxn ang="0">
                  <a:pos x="64" y="40"/>
                </a:cxn>
                <a:cxn ang="0">
                  <a:pos x="64" y="38"/>
                </a:cxn>
                <a:cxn ang="0">
                  <a:pos x="64" y="38"/>
                </a:cxn>
                <a:cxn ang="0">
                  <a:pos x="62" y="34"/>
                </a:cxn>
                <a:cxn ang="0">
                  <a:pos x="38" y="56"/>
                </a:cxn>
                <a:cxn ang="0">
                  <a:pos x="38" y="56"/>
                </a:cxn>
                <a:cxn ang="0">
                  <a:pos x="22" y="42"/>
                </a:cxn>
                <a:cxn ang="0">
                  <a:pos x="8" y="26"/>
                </a:cxn>
                <a:cxn ang="0">
                  <a:pos x="8" y="26"/>
                </a:cxn>
                <a:cxn ang="0">
                  <a:pos x="10" y="20"/>
                </a:cxn>
                <a:cxn ang="0">
                  <a:pos x="14" y="14"/>
                </a:cxn>
                <a:cxn ang="0">
                  <a:pos x="20" y="10"/>
                </a:cxn>
                <a:cxn ang="0">
                  <a:pos x="26" y="8"/>
                </a:cxn>
                <a:cxn ang="0">
                  <a:pos x="26" y="8"/>
                </a:cxn>
                <a:cxn ang="0">
                  <a:pos x="42" y="22"/>
                </a:cxn>
                <a:cxn ang="0">
                  <a:pos x="56" y="38"/>
                </a:cxn>
                <a:cxn ang="0">
                  <a:pos x="56" y="38"/>
                </a:cxn>
                <a:cxn ang="0">
                  <a:pos x="54" y="44"/>
                </a:cxn>
                <a:cxn ang="0">
                  <a:pos x="50" y="50"/>
                </a:cxn>
                <a:cxn ang="0">
                  <a:pos x="44" y="54"/>
                </a:cxn>
                <a:cxn ang="0">
                  <a:pos x="38" y="56"/>
                </a:cxn>
              </a:cxnLst>
              <a:rect l="0" t="0" r="r" b="b"/>
              <a:pathLst>
                <a:path w="64" h="64">
                  <a:moveTo>
                    <a:pt x="62" y="34"/>
                  </a:moveTo>
                  <a:lnTo>
                    <a:pt x="62" y="34"/>
                  </a:lnTo>
                  <a:lnTo>
                    <a:pt x="48" y="16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26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16" y="4"/>
                  </a:lnTo>
                  <a:lnTo>
                    <a:pt x="10" y="10"/>
                  </a:lnTo>
                  <a:lnTo>
                    <a:pt x="4" y="16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16" y="48"/>
                  </a:lnTo>
                  <a:lnTo>
                    <a:pt x="34" y="62"/>
                  </a:lnTo>
                  <a:lnTo>
                    <a:pt x="34" y="62"/>
                  </a:lnTo>
                  <a:lnTo>
                    <a:pt x="38" y="64"/>
                  </a:lnTo>
                  <a:lnTo>
                    <a:pt x="40" y="64"/>
                  </a:lnTo>
                  <a:lnTo>
                    <a:pt x="40" y="64"/>
                  </a:lnTo>
                  <a:lnTo>
                    <a:pt x="48" y="60"/>
                  </a:lnTo>
                  <a:lnTo>
                    <a:pt x="54" y="56"/>
                  </a:lnTo>
                  <a:lnTo>
                    <a:pt x="60" y="48"/>
                  </a:lnTo>
                  <a:lnTo>
                    <a:pt x="64" y="40"/>
                  </a:lnTo>
                  <a:lnTo>
                    <a:pt x="64" y="40"/>
                  </a:lnTo>
                  <a:lnTo>
                    <a:pt x="64" y="38"/>
                  </a:lnTo>
                  <a:lnTo>
                    <a:pt x="64" y="38"/>
                  </a:lnTo>
                  <a:lnTo>
                    <a:pt x="62" y="34"/>
                  </a:lnTo>
                  <a:close/>
                  <a:moveTo>
                    <a:pt x="38" y="56"/>
                  </a:moveTo>
                  <a:lnTo>
                    <a:pt x="38" y="56"/>
                  </a:lnTo>
                  <a:lnTo>
                    <a:pt x="22" y="42"/>
                  </a:lnTo>
                  <a:lnTo>
                    <a:pt x="8" y="26"/>
                  </a:lnTo>
                  <a:lnTo>
                    <a:pt x="8" y="26"/>
                  </a:lnTo>
                  <a:lnTo>
                    <a:pt x="10" y="20"/>
                  </a:lnTo>
                  <a:lnTo>
                    <a:pt x="14" y="14"/>
                  </a:lnTo>
                  <a:lnTo>
                    <a:pt x="20" y="10"/>
                  </a:lnTo>
                  <a:lnTo>
                    <a:pt x="26" y="8"/>
                  </a:lnTo>
                  <a:lnTo>
                    <a:pt x="26" y="8"/>
                  </a:lnTo>
                  <a:lnTo>
                    <a:pt x="42" y="22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4" y="44"/>
                  </a:lnTo>
                  <a:lnTo>
                    <a:pt x="50" y="50"/>
                  </a:lnTo>
                  <a:lnTo>
                    <a:pt x="44" y="54"/>
                  </a:lnTo>
                  <a:lnTo>
                    <a:pt x="38" y="5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</p:grpSp>
      <p:sp>
        <p:nvSpPr>
          <p:cNvPr id="45" name="Freeform 52"/>
          <p:cNvSpPr>
            <a:spLocks noEditPoints="1"/>
          </p:cNvSpPr>
          <p:nvPr/>
        </p:nvSpPr>
        <p:spPr bwMode="auto">
          <a:xfrm>
            <a:off x="4512424" y="3520311"/>
            <a:ext cx="465099" cy="465099"/>
          </a:xfrm>
          <a:custGeom>
            <a:avLst/>
            <a:gdLst/>
            <a:ahLst/>
            <a:cxnLst>
              <a:cxn ang="0">
                <a:pos x="224" y="12"/>
              </a:cxn>
              <a:cxn ang="0">
                <a:pos x="188" y="0"/>
              </a:cxn>
              <a:cxn ang="0">
                <a:pos x="168" y="4"/>
              </a:cxn>
              <a:cxn ang="0">
                <a:pos x="112" y="54"/>
              </a:cxn>
              <a:cxn ang="0">
                <a:pos x="110" y="54"/>
              </a:cxn>
              <a:cxn ang="0">
                <a:pos x="28" y="138"/>
              </a:cxn>
              <a:cxn ang="0">
                <a:pos x="20" y="152"/>
              </a:cxn>
              <a:cxn ang="0">
                <a:pos x="0" y="228"/>
              </a:cxn>
              <a:cxn ang="0">
                <a:pos x="8" y="248"/>
              </a:cxn>
              <a:cxn ang="0">
                <a:pos x="28" y="256"/>
              </a:cxn>
              <a:cxn ang="0">
                <a:pos x="106" y="236"/>
              </a:cxn>
              <a:cxn ang="0">
                <a:pos x="240" y="106"/>
              </a:cxn>
              <a:cxn ang="0">
                <a:pos x="252" y="86"/>
              </a:cxn>
              <a:cxn ang="0">
                <a:pos x="254" y="52"/>
              </a:cxn>
              <a:cxn ang="0">
                <a:pos x="236" y="20"/>
              </a:cxn>
              <a:cxn ang="0">
                <a:pos x="126" y="180"/>
              </a:cxn>
              <a:cxn ang="0">
                <a:pos x="198" y="94"/>
              </a:cxn>
              <a:cxn ang="0">
                <a:pos x="196" y="126"/>
              </a:cxn>
              <a:cxn ang="0">
                <a:pos x="190" y="134"/>
              </a:cxn>
              <a:cxn ang="0">
                <a:pos x="128" y="196"/>
              </a:cxn>
              <a:cxn ang="0">
                <a:pos x="118" y="162"/>
              </a:cxn>
              <a:cxn ang="0">
                <a:pos x="100" y="142"/>
              </a:cxn>
              <a:cxn ang="0">
                <a:pos x="168" y="60"/>
              </a:cxn>
              <a:cxn ang="0">
                <a:pos x="184" y="72"/>
              </a:cxn>
              <a:cxn ang="0">
                <a:pos x="118" y="162"/>
              </a:cxn>
              <a:cxn ang="0">
                <a:pos x="72" y="130"/>
              </a:cxn>
              <a:cxn ang="0">
                <a:pos x="122" y="66"/>
              </a:cxn>
              <a:cxn ang="0">
                <a:pos x="150" y="56"/>
              </a:cxn>
              <a:cxn ang="0">
                <a:pos x="34" y="238"/>
              </a:cxn>
              <a:cxn ang="0">
                <a:pos x="28" y="240"/>
              </a:cxn>
              <a:cxn ang="0">
                <a:pos x="16" y="232"/>
              </a:cxn>
              <a:cxn ang="0">
                <a:pos x="16" y="224"/>
              </a:cxn>
              <a:cxn ang="0">
                <a:pos x="32" y="194"/>
              </a:cxn>
              <a:cxn ang="0">
                <a:pos x="52" y="204"/>
              </a:cxn>
              <a:cxn ang="0">
                <a:pos x="60" y="218"/>
              </a:cxn>
              <a:cxn ang="0">
                <a:pos x="34" y="238"/>
              </a:cxn>
              <a:cxn ang="0">
                <a:pos x="70" y="222"/>
              </a:cxn>
              <a:cxn ang="0">
                <a:pos x="58" y="198"/>
              </a:cxn>
              <a:cxn ang="0">
                <a:pos x="44" y="188"/>
              </a:cxn>
              <a:cxn ang="0">
                <a:pos x="36" y="156"/>
              </a:cxn>
              <a:cxn ang="0">
                <a:pos x="38" y="150"/>
              </a:cxn>
              <a:cxn ang="0">
                <a:pos x="60" y="144"/>
              </a:cxn>
              <a:cxn ang="0">
                <a:pos x="82" y="150"/>
              </a:cxn>
              <a:cxn ang="0">
                <a:pos x="96" y="160"/>
              </a:cxn>
              <a:cxn ang="0">
                <a:pos x="110" y="182"/>
              </a:cxn>
              <a:cxn ang="0">
                <a:pos x="110" y="206"/>
              </a:cxn>
              <a:cxn ang="0">
                <a:pos x="104" y="220"/>
              </a:cxn>
              <a:cxn ang="0">
                <a:pos x="230" y="94"/>
              </a:cxn>
              <a:cxn ang="0">
                <a:pos x="216" y="102"/>
              </a:cxn>
              <a:cxn ang="0">
                <a:pos x="210" y="80"/>
              </a:cxn>
              <a:cxn ang="0">
                <a:pos x="196" y="60"/>
              </a:cxn>
              <a:cxn ang="0">
                <a:pos x="162" y="42"/>
              </a:cxn>
              <a:cxn ang="0">
                <a:pos x="162" y="26"/>
              </a:cxn>
              <a:cxn ang="0">
                <a:pos x="180" y="16"/>
              </a:cxn>
              <a:cxn ang="0">
                <a:pos x="198" y="18"/>
              </a:cxn>
              <a:cxn ang="0">
                <a:pos x="224" y="32"/>
              </a:cxn>
              <a:cxn ang="0">
                <a:pos x="236" y="48"/>
              </a:cxn>
              <a:cxn ang="0">
                <a:pos x="240" y="66"/>
              </a:cxn>
              <a:cxn ang="0">
                <a:pos x="234" y="88"/>
              </a:cxn>
            </a:cxnLst>
            <a:rect l="0" t="0" r="r" b="b"/>
            <a:pathLst>
              <a:path w="256" h="256">
                <a:moveTo>
                  <a:pt x="236" y="20"/>
                </a:moveTo>
                <a:lnTo>
                  <a:pt x="236" y="20"/>
                </a:lnTo>
                <a:lnTo>
                  <a:pt x="224" y="12"/>
                </a:lnTo>
                <a:lnTo>
                  <a:pt x="212" y="6"/>
                </a:lnTo>
                <a:lnTo>
                  <a:pt x="200" y="2"/>
                </a:lnTo>
                <a:lnTo>
                  <a:pt x="188" y="0"/>
                </a:lnTo>
                <a:lnTo>
                  <a:pt x="188" y="0"/>
                </a:lnTo>
                <a:lnTo>
                  <a:pt x="178" y="0"/>
                </a:lnTo>
                <a:lnTo>
                  <a:pt x="168" y="4"/>
                </a:lnTo>
                <a:lnTo>
                  <a:pt x="158" y="8"/>
                </a:lnTo>
                <a:lnTo>
                  <a:pt x="150" y="16"/>
                </a:lnTo>
                <a:lnTo>
                  <a:pt x="112" y="54"/>
                </a:lnTo>
                <a:lnTo>
                  <a:pt x="112" y="54"/>
                </a:lnTo>
                <a:lnTo>
                  <a:pt x="110" y="54"/>
                </a:lnTo>
                <a:lnTo>
                  <a:pt x="110" y="54"/>
                </a:lnTo>
                <a:lnTo>
                  <a:pt x="110" y="54"/>
                </a:lnTo>
                <a:lnTo>
                  <a:pt x="110" y="54"/>
                </a:lnTo>
                <a:lnTo>
                  <a:pt x="28" y="138"/>
                </a:lnTo>
                <a:lnTo>
                  <a:pt x="28" y="138"/>
                </a:lnTo>
                <a:lnTo>
                  <a:pt x="24" y="144"/>
                </a:lnTo>
                <a:lnTo>
                  <a:pt x="20" y="152"/>
                </a:lnTo>
                <a:lnTo>
                  <a:pt x="2" y="220"/>
                </a:lnTo>
                <a:lnTo>
                  <a:pt x="2" y="220"/>
                </a:lnTo>
                <a:lnTo>
                  <a:pt x="0" y="228"/>
                </a:lnTo>
                <a:lnTo>
                  <a:pt x="0" y="228"/>
                </a:lnTo>
                <a:lnTo>
                  <a:pt x="2" y="238"/>
                </a:lnTo>
                <a:lnTo>
                  <a:pt x="8" y="248"/>
                </a:lnTo>
                <a:lnTo>
                  <a:pt x="18" y="254"/>
                </a:lnTo>
                <a:lnTo>
                  <a:pt x="28" y="256"/>
                </a:lnTo>
                <a:lnTo>
                  <a:pt x="28" y="256"/>
                </a:lnTo>
                <a:lnTo>
                  <a:pt x="38" y="254"/>
                </a:lnTo>
                <a:lnTo>
                  <a:pt x="106" y="236"/>
                </a:lnTo>
                <a:lnTo>
                  <a:pt x="106" y="236"/>
                </a:lnTo>
                <a:lnTo>
                  <a:pt x="112" y="234"/>
                </a:lnTo>
                <a:lnTo>
                  <a:pt x="118" y="228"/>
                </a:lnTo>
                <a:lnTo>
                  <a:pt x="240" y="106"/>
                </a:lnTo>
                <a:lnTo>
                  <a:pt x="240" y="106"/>
                </a:lnTo>
                <a:lnTo>
                  <a:pt x="248" y="96"/>
                </a:lnTo>
                <a:lnTo>
                  <a:pt x="252" y="86"/>
                </a:lnTo>
                <a:lnTo>
                  <a:pt x="256" y="76"/>
                </a:lnTo>
                <a:lnTo>
                  <a:pt x="256" y="64"/>
                </a:lnTo>
                <a:lnTo>
                  <a:pt x="254" y="52"/>
                </a:lnTo>
                <a:lnTo>
                  <a:pt x="250" y="42"/>
                </a:lnTo>
                <a:lnTo>
                  <a:pt x="244" y="30"/>
                </a:lnTo>
                <a:lnTo>
                  <a:pt x="236" y="20"/>
                </a:lnTo>
                <a:close/>
                <a:moveTo>
                  <a:pt x="128" y="190"/>
                </a:moveTo>
                <a:lnTo>
                  <a:pt x="128" y="190"/>
                </a:lnTo>
                <a:lnTo>
                  <a:pt x="126" y="180"/>
                </a:lnTo>
                <a:lnTo>
                  <a:pt x="122" y="170"/>
                </a:lnTo>
                <a:lnTo>
                  <a:pt x="198" y="94"/>
                </a:lnTo>
                <a:lnTo>
                  <a:pt x="198" y="94"/>
                </a:lnTo>
                <a:lnTo>
                  <a:pt x="200" y="104"/>
                </a:lnTo>
                <a:lnTo>
                  <a:pt x="200" y="116"/>
                </a:lnTo>
                <a:lnTo>
                  <a:pt x="196" y="126"/>
                </a:lnTo>
                <a:lnTo>
                  <a:pt x="190" y="134"/>
                </a:lnTo>
                <a:lnTo>
                  <a:pt x="190" y="134"/>
                </a:lnTo>
                <a:lnTo>
                  <a:pt x="190" y="134"/>
                </a:lnTo>
                <a:lnTo>
                  <a:pt x="190" y="134"/>
                </a:lnTo>
                <a:lnTo>
                  <a:pt x="128" y="196"/>
                </a:lnTo>
                <a:lnTo>
                  <a:pt x="128" y="196"/>
                </a:lnTo>
                <a:lnTo>
                  <a:pt x="128" y="190"/>
                </a:lnTo>
                <a:close/>
                <a:moveTo>
                  <a:pt x="118" y="162"/>
                </a:moveTo>
                <a:lnTo>
                  <a:pt x="118" y="162"/>
                </a:lnTo>
                <a:lnTo>
                  <a:pt x="108" y="148"/>
                </a:lnTo>
                <a:lnTo>
                  <a:pt x="108" y="148"/>
                </a:lnTo>
                <a:lnTo>
                  <a:pt x="100" y="142"/>
                </a:lnTo>
                <a:lnTo>
                  <a:pt x="92" y="136"/>
                </a:lnTo>
                <a:lnTo>
                  <a:pt x="168" y="60"/>
                </a:lnTo>
                <a:lnTo>
                  <a:pt x="168" y="60"/>
                </a:lnTo>
                <a:lnTo>
                  <a:pt x="176" y="64"/>
                </a:lnTo>
                <a:lnTo>
                  <a:pt x="184" y="72"/>
                </a:lnTo>
                <a:lnTo>
                  <a:pt x="184" y="72"/>
                </a:lnTo>
                <a:lnTo>
                  <a:pt x="190" y="78"/>
                </a:lnTo>
                <a:lnTo>
                  <a:pt x="194" y="86"/>
                </a:lnTo>
                <a:lnTo>
                  <a:pt x="118" y="162"/>
                </a:lnTo>
                <a:close/>
                <a:moveTo>
                  <a:pt x="84" y="132"/>
                </a:moveTo>
                <a:lnTo>
                  <a:pt x="84" y="132"/>
                </a:lnTo>
                <a:lnTo>
                  <a:pt x="72" y="130"/>
                </a:lnTo>
                <a:lnTo>
                  <a:pt x="60" y="128"/>
                </a:lnTo>
                <a:lnTo>
                  <a:pt x="122" y="66"/>
                </a:lnTo>
                <a:lnTo>
                  <a:pt x="122" y="66"/>
                </a:lnTo>
                <a:lnTo>
                  <a:pt x="130" y="60"/>
                </a:lnTo>
                <a:lnTo>
                  <a:pt x="140" y="56"/>
                </a:lnTo>
                <a:lnTo>
                  <a:pt x="150" y="56"/>
                </a:lnTo>
                <a:lnTo>
                  <a:pt x="160" y="58"/>
                </a:lnTo>
                <a:lnTo>
                  <a:pt x="84" y="132"/>
                </a:lnTo>
                <a:close/>
                <a:moveTo>
                  <a:pt x="34" y="238"/>
                </a:moveTo>
                <a:lnTo>
                  <a:pt x="34" y="238"/>
                </a:lnTo>
                <a:lnTo>
                  <a:pt x="28" y="240"/>
                </a:lnTo>
                <a:lnTo>
                  <a:pt x="28" y="240"/>
                </a:lnTo>
                <a:lnTo>
                  <a:pt x="24" y="240"/>
                </a:lnTo>
                <a:lnTo>
                  <a:pt x="20" y="236"/>
                </a:lnTo>
                <a:lnTo>
                  <a:pt x="16" y="232"/>
                </a:lnTo>
                <a:lnTo>
                  <a:pt x="16" y="228"/>
                </a:lnTo>
                <a:lnTo>
                  <a:pt x="16" y="228"/>
                </a:lnTo>
                <a:lnTo>
                  <a:pt x="16" y="224"/>
                </a:lnTo>
                <a:lnTo>
                  <a:pt x="26" y="192"/>
                </a:lnTo>
                <a:lnTo>
                  <a:pt x="26" y="192"/>
                </a:lnTo>
                <a:lnTo>
                  <a:pt x="32" y="194"/>
                </a:lnTo>
                <a:lnTo>
                  <a:pt x="40" y="196"/>
                </a:lnTo>
                <a:lnTo>
                  <a:pt x="46" y="200"/>
                </a:lnTo>
                <a:lnTo>
                  <a:pt x="52" y="204"/>
                </a:lnTo>
                <a:lnTo>
                  <a:pt x="52" y="204"/>
                </a:lnTo>
                <a:lnTo>
                  <a:pt x="58" y="210"/>
                </a:lnTo>
                <a:lnTo>
                  <a:pt x="60" y="218"/>
                </a:lnTo>
                <a:lnTo>
                  <a:pt x="62" y="224"/>
                </a:lnTo>
                <a:lnTo>
                  <a:pt x="64" y="232"/>
                </a:lnTo>
                <a:lnTo>
                  <a:pt x="34" y="238"/>
                </a:lnTo>
                <a:close/>
                <a:moveTo>
                  <a:pt x="70" y="230"/>
                </a:moveTo>
                <a:lnTo>
                  <a:pt x="70" y="230"/>
                </a:lnTo>
                <a:lnTo>
                  <a:pt x="70" y="222"/>
                </a:lnTo>
                <a:lnTo>
                  <a:pt x="68" y="214"/>
                </a:lnTo>
                <a:lnTo>
                  <a:pt x="64" y="206"/>
                </a:lnTo>
                <a:lnTo>
                  <a:pt x="58" y="198"/>
                </a:lnTo>
                <a:lnTo>
                  <a:pt x="58" y="198"/>
                </a:lnTo>
                <a:lnTo>
                  <a:pt x="50" y="192"/>
                </a:lnTo>
                <a:lnTo>
                  <a:pt x="44" y="188"/>
                </a:lnTo>
                <a:lnTo>
                  <a:pt x="36" y="186"/>
                </a:lnTo>
                <a:lnTo>
                  <a:pt x="28" y="184"/>
                </a:lnTo>
                <a:lnTo>
                  <a:pt x="36" y="156"/>
                </a:lnTo>
                <a:lnTo>
                  <a:pt x="36" y="156"/>
                </a:lnTo>
                <a:lnTo>
                  <a:pt x="38" y="150"/>
                </a:lnTo>
                <a:lnTo>
                  <a:pt x="38" y="150"/>
                </a:lnTo>
                <a:lnTo>
                  <a:pt x="44" y="146"/>
                </a:lnTo>
                <a:lnTo>
                  <a:pt x="52" y="144"/>
                </a:lnTo>
                <a:lnTo>
                  <a:pt x="60" y="144"/>
                </a:lnTo>
                <a:lnTo>
                  <a:pt x="68" y="144"/>
                </a:lnTo>
                <a:lnTo>
                  <a:pt x="74" y="146"/>
                </a:lnTo>
                <a:lnTo>
                  <a:pt x="82" y="150"/>
                </a:lnTo>
                <a:lnTo>
                  <a:pt x="90" y="154"/>
                </a:lnTo>
                <a:lnTo>
                  <a:pt x="96" y="160"/>
                </a:lnTo>
                <a:lnTo>
                  <a:pt x="96" y="160"/>
                </a:lnTo>
                <a:lnTo>
                  <a:pt x="102" y="166"/>
                </a:lnTo>
                <a:lnTo>
                  <a:pt x="108" y="174"/>
                </a:lnTo>
                <a:lnTo>
                  <a:pt x="110" y="182"/>
                </a:lnTo>
                <a:lnTo>
                  <a:pt x="112" y="190"/>
                </a:lnTo>
                <a:lnTo>
                  <a:pt x="112" y="198"/>
                </a:lnTo>
                <a:lnTo>
                  <a:pt x="110" y="206"/>
                </a:lnTo>
                <a:lnTo>
                  <a:pt x="108" y="214"/>
                </a:lnTo>
                <a:lnTo>
                  <a:pt x="104" y="220"/>
                </a:lnTo>
                <a:lnTo>
                  <a:pt x="104" y="220"/>
                </a:lnTo>
                <a:lnTo>
                  <a:pt x="100" y="222"/>
                </a:lnTo>
                <a:lnTo>
                  <a:pt x="70" y="230"/>
                </a:lnTo>
                <a:close/>
                <a:moveTo>
                  <a:pt x="230" y="94"/>
                </a:moveTo>
                <a:lnTo>
                  <a:pt x="216" y="108"/>
                </a:lnTo>
                <a:lnTo>
                  <a:pt x="216" y="108"/>
                </a:lnTo>
                <a:lnTo>
                  <a:pt x="216" y="102"/>
                </a:lnTo>
                <a:lnTo>
                  <a:pt x="216" y="102"/>
                </a:lnTo>
                <a:lnTo>
                  <a:pt x="214" y="90"/>
                </a:lnTo>
                <a:lnTo>
                  <a:pt x="210" y="80"/>
                </a:lnTo>
                <a:lnTo>
                  <a:pt x="204" y="70"/>
                </a:lnTo>
                <a:lnTo>
                  <a:pt x="196" y="60"/>
                </a:lnTo>
                <a:lnTo>
                  <a:pt x="196" y="60"/>
                </a:lnTo>
                <a:lnTo>
                  <a:pt x="186" y="52"/>
                </a:lnTo>
                <a:lnTo>
                  <a:pt x="174" y="46"/>
                </a:lnTo>
                <a:lnTo>
                  <a:pt x="162" y="42"/>
                </a:lnTo>
                <a:lnTo>
                  <a:pt x="148" y="40"/>
                </a:lnTo>
                <a:lnTo>
                  <a:pt x="162" y="26"/>
                </a:lnTo>
                <a:lnTo>
                  <a:pt x="162" y="26"/>
                </a:lnTo>
                <a:lnTo>
                  <a:pt x="168" y="22"/>
                </a:lnTo>
                <a:lnTo>
                  <a:pt x="174" y="18"/>
                </a:lnTo>
                <a:lnTo>
                  <a:pt x="180" y="16"/>
                </a:lnTo>
                <a:lnTo>
                  <a:pt x="188" y="16"/>
                </a:lnTo>
                <a:lnTo>
                  <a:pt x="188" y="16"/>
                </a:lnTo>
                <a:lnTo>
                  <a:pt x="198" y="18"/>
                </a:lnTo>
                <a:lnTo>
                  <a:pt x="206" y="20"/>
                </a:lnTo>
                <a:lnTo>
                  <a:pt x="216" y="26"/>
                </a:lnTo>
                <a:lnTo>
                  <a:pt x="224" y="32"/>
                </a:lnTo>
                <a:lnTo>
                  <a:pt x="224" y="32"/>
                </a:lnTo>
                <a:lnTo>
                  <a:pt x="230" y="40"/>
                </a:lnTo>
                <a:lnTo>
                  <a:pt x="236" y="48"/>
                </a:lnTo>
                <a:lnTo>
                  <a:pt x="238" y="56"/>
                </a:lnTo>
                <a:lnTo>
                  <a:pt x="240" y="66"/>
                </a:lnTo>
                <a:lnTo>
                  <a:pt x="240" y="66"/>
                </a:lnTo>
                <a:lnTo>
                  <a:pt x="240" y="74"/>
                </a:lnTo>
                <a:lnTo>
                  <a:pt x="238" y="82"/>
                </a:lnTo>
                <a:lnTo>
                  <a:pt x="234" y="88"/>
                </a:lnTo>
                <a:lnTo>
                  <a:pt x="230" y="94"/>
                </a:lnTo>
                <a:close/>
              </a:path>
            </a:pathLst>
          </a:custGeom>
          <a:solidFill>
            <a:schemeClr val="tx2"/>
          </a:solidFill>
          <a:ln w="9525">
            <a:noFill/>
            <a:round/>
            <a:headEnd/>
            <a:tailEnd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ar-SA" sz="2288"/>
          </a:p>
        </p:txBody>
      </p:sp>
      <p:sp>
        <p:nvSpPr>
          <p:cNvPr id="46" name="Freeform 154"/>
          <p:cNvSpPr>
            <a:spLocks noEditPoints="1"/>
          </p:cNvSpPr>
          <p:nvPr/>
        </p:nvSpPr>
        <p:spPr bwMode="auto">
          <a:xfrm>
            <a:off x="3582225" y="1659915"/>
            <a:ext cx="465099" cy="450564"/>
          </a:xfrm>
          <a:custGeom>
            <a:avLst/>
            <a:gdLst/>
            <a:ahLst/>
            <a:cxnLst>
              <a:cxn ang="0">
                <a:pos x="256" y="92"/>
              </a:cxn>
              <a:cxn ang="0">
                <a:pos x="250" y="84"/>
              </a:cxn>
              <a:cxn ang="0">
                <a:pos x="240" y="80"/>
              </a:cxn>
              <a:cxn ang="0">
                <a:pos x="144" y="10"/>
              </a:cxn>
              <a:cxn ang="0">
                <a:pos x="142" y="6"/>
              </a:cxn>
              <a:cxn ang="0">
                <a:pos x="134" y="0"/>
              </a:cxn>
              <a:cxn ang="0">
                <a:pos x="128" y="0"/>
              </a:cxn>
              <a:cxn ang="0">
                <a:pos x="118" y="2"/>
              </a:cxn>
              <a:cxn ang="0">
                <a:pos x="112" y="10"/>
              </a:cxn>
              <a:cxn ang="0">
                <a:pos x="16" y="80"/>
              </a:cxn>
              <a:cxn ang="0">
                <a:pos x="10" y="82"/>
              </a:cxn>
              <a:cxn ang="0">
                <a:pos x="4" y="88"/>
              </a:cxn>
              <a:cxn ang="0">
                <a:pos x="0" y="92"/>
              </a:cxn>
              <a:cxn ang="0">
                <a:pos x="0" y="102"/>
              </a:cxn>
              <a:cxn ang="0">
                <a:pos x="6" y="110"/>
              </a:cxn>
              <a:cxn ang="0">
                <a:pos x="42" y="228"/>
              </a:cxn>
              <a:cxn ang="0">
                <a:pos x="42" y="232"/>
              </a:cxn>
              <a:cxn ang="0">
                <a:pos x="46" y="242"/>
              </a:cxn>
              <a:cxn ang="0">
                <a:pos x="50" y="244"/>
              </a:cxn>
              <a:cxn ang="0">
                <a:pos x="60" y="248"/>
              </a:cxn>
              <a:cxn ang="0">
                <a:pos x="70" y="246"/>
              </a:cxn>
              <a:cxn ang="0">
                <a:pos x="186" y="246"/>
              </a:cxn>
              <a:cxn ang="0">
                <a:pos x="196" y="248"/>
              </a:cxn>
              <a:cxn ang="0">
                <a:pos x="200" y="248"/>
              </a:cxn>
              <a:cxn ang="0">
                <a:pos x="206" y="244"/>
              </a:cxn>
              <a:cxn ang="0">
                <a:pos x="212" y="236"/>
              </a:cxn>
              <a:cxn ang="0">
                <a:pos x="214" y="228"/>
              </a:cxn>
              <a:cxn ang="0">
                <a:pos x="250" y="110"/>
              </a:cxn>
              <a:cxn ang="0">
                <a:pos x="254" y="106"/>
              </a:cxn>
              <a:cxn ang="0">
                <a:pos x="256" y="98"/>
              </a:cxn>
              <a:cxn ang="0">
                <a:pos x="188" y="146"/>
              </a:cxn>
              <a:cxn ang="0">
                <a:pos x="184" y="154"/>
              </a:cxn>
              <a:cxn ang="0">
                <a:pos x="196" y="230"/>
              </a:cxn>
              <a:cxn ang="0">
                <a:pos x="136" y="198"/>
              </a:cxn>
              <a:cxn ang="0">
                <a:pos x="128" y="196"/>
              </a:cxn>
              <a:cxn ang="0">
                <a:pos x="60" y="230"/>
              </a:cxn>
              <a:cxn ang="0">
                <a:pos x="72" y="162"/>
              </a:cxn>
              <a:cxn ang="0">
                <a:pos x="68" y="146"/>
              </a:cxn>
              <a:cxn ang="0">
                <a:pos x="86" y="88"/>
              </a:cxn>
              <a:cxn ang="0">
                <a:pos x="94" y="84"/>
              </a:cxn>
              <a:cxn ang="0">
                <a:pos x="128" y="18"/>
              </a:cxn>
              <a:cxn ang="0">
                <a:pos x="156" y="78"/>
              </a:cxn>
              <a:cxn ang="0">
                <a:pos x="170" y="88"/>
              </a:cxn>
              <a:cxn ang="0">
                <a:pos x="188" y="146"/>
              </a:cxn>
            </a:cxnLst>
            <a:rect l="0" t="0" r="r" b="b"/>
            <a:pathLst>
              <a:path w="256" h="248">
                <a:moveTo>
                  <a:pt x="256" y="92"/>
                </a:moveTo>
                <a:lnTo>
                  <a:pt x="256" y="92"/>
                </a:lnTo>
                <a:lnTo>
                  <a:pt x="252" y="88"/>
                </a:lnTo>
                <a:lnTo>
                  <a:pt x="250" y="84"/>
                </a:lnTo>
                <a:lnTo>
                  <a:pt x="246" y="82"/>
                </a:lnTo>
                <a:lnTo>
                  <a:pt x="240" y="80"/>
                </a:lnTo>
                <a:lnTo>
                  <a:pt x="174" y="70"/>
                </a:lnTo>
                <a:lnTo>
                  <a:pt x="144" y="10"/>
                </a:lnTo>
                <a:lnTo>
                  <a:pt x="144" y="10"/>
                </a:lnTo>
                <a:lnTo>
                  <a:pt x="142" y="6"/>
                </a:lnTo>
                <a:lnTo>
                  <a:pt x="138" y="2"/>
                </a:lnTo>
                <a:lnTo>
                  <a:pt x="134" y="0"/>
                </a:lnTo>
                <a:lnTo>
                  <a:pt x="128" y="0"/>
                </a:lnTo>
                <a:lnTo>
                  <a:pt x="128" y="0"/>
                </a:lnTo>
                <a:lnTo>
                  <a:pt x="122" y="0"/>
                </a:lnTo>
                <a:lnTo>
                  <a:pt x="118" y="2"/>
                </a:lnTo>
                <a:lnTo>
                  <a:pt x="114" y="6"/>
                </a:lnTo>
                <a:lnTo>
                  <a:pt x="112" y="10"/>
                </a:lnTo>
                <a:lnTo>
                  <a:pt x="82" y="70"/>
                </a:lnTo>
                <a:lnTo>
                  <a:pt x="16" y="80"/>
                </a:lnTo>
                <a:lnTo>
                  <a:pt x="16" y="80"/>
                </a:lnTo>
                <a:lnTo>
                  <a:pt x="10" y="82"/>
                </a:lnTo>
                <a:lnTo>
                  <a:pt x="6" y="84"/>
                </a:lnTo>
                <a:lnTo>
                  <a:pt x="4" y="88"/>
                </a:lnTo>
                <a:lnTo>
                  <a:pt x="0" y="92"/>
                </a:lnTo>
                <a:lnTo>
                  <a:pt x="0" y="92"/>
                </a:lnTo>
                <a:lnTo>
                  <a:pt x="0" y="98"/>
                </a:lnTo>
                <a:lnTo>
                  <a:pt x="0" y="102"/>
                </a:lnTo>
                <a:lnTo>
                  <a:pt x="2" y="106"/>
                </a:lnTo>
                <a:lnTo>
                  <a:pt x="6" y="110"/>
                </a:lnTo>
                <a:lnTo>
                  <a:pt x="54" y="160"/>
                </a:lnTo>
                <a:lnTo>
                  <a:pt x="42" y="228"/>
                </a:lnTo>
                <a:lnTo>
                  <a:pt x="42" y="228"/>
                </a:lnTo>
                <a:lnTo>
                  <a:pt x="42" y="232"/>
                </a:lnTo>
                <a:lnTo>
                  <a:pt x="44" y="236"/>
                </a:lnTo>
                <a:lnTo>
                  <a:pt x="46" y="242"/>
                </a:lnTo>
                <a:lnTo>
                  <a:pt x="50" y="244"/>
                </a:lnTo>
                <a:lnTo>
                  <a:pt x="50" y="244"/>
                </a:lnTo>
                <a:lnTo>
                  <a:pt x="56" y="248"/>
                </a:lnTo>
                <a:lnTo>
                  <a:pt x="60" y="248"/>
                </a:lnTo>
                <a:lnTo>
                  <a:pt x="60" y="248"/>
                </a:lnTo>
                <a:lnTo>
                  <a:pt x="70" y="246"/>
                </a:lnTo>
                <a:lnTo>
                  <a:pt x="128" y="214"/>
                </a:lnTo>
                <a:lnTo>
                  <a:pt x="186" y="246"/>
                </a:lnTo>
                <a:lnTo>
                  <a:pt x="186" y="246"/>
                </a:lnTo>
                <a:lnTo>
                  <a:pt x="196" y="248"/>
                </a:lnTo>
                <a:lnTo>
                  <a:pt x="196" y="248"/>
                </a:lnTo>
                <a:lnTo>
                  <a:pt x="200" y="248"/>
                </a:lnTo>
                <a:lnTo>
                  <a:pt x="206" y="244"/>
                </a:lnTo>
                <a:lnTo>
                  <a:pt x="206" y="244"/>
                </a:lnTo>
                <a:lnTo>
                  <a:pt x="210" y="242"/>
                </a:lnTo>
                <a:lnTo>
                  <a:pt x="212" y="236"/>
                </a:lnTo>
                <a:lnTo>
                  <a:pt x="214" y="232"/>
                </a:lnTo>
                <a:lnTo>
                  <a:pt x="214" y="228"/>
                </a:lnTo>
                <a:lnTo>
                  <a:pt x="202" y="160"/>
                </a:lnTo>
                <a:lnTo>
                  <a:pt x="250" y="110"/>
                </a:lnTo>
                <a:lnTo>
                  <a:pt x="250" y="110"/>
                </a:lnTo>
                <a:lnTo>
                  <a:pt x="254" y="106"/>
                </a:lnTo>
                <a:lnTo>
                  <a:pt x="256" y="102"/>
                </a:lnTo>
                <a:lnTo>
                  <a:pt x="256" y="98"/>
                </a:lnTo>
                <a:lnTo>
                  <a:pt x="256" y="92"/>
                </a:lnTo>
                <a:close/>
                <a:moveTo>
                  <a:pt x="188" y="146"/>
                </a:moveTo>
                <a:lnTo>
                  <a:pt x="188" y="146"/>
                </a:lnTo>
                <a:lnTo>
                  <a:pt x="184" y="154"/>
                </a:lnTo>
                <a:lnTo>
                  <a:pt x="184" y="162"/>
                </a:lnTo>
                <a:lnTo>
                  <a:pt x="196" y="230"/>
                </a:lnTo>
                <a:lnTo>
                  <a:pt x="136" y="198"/>
                </a:lnTo>
                <a:lnTo>
                  <a:pt x="136" y="198"/>
                </a:lnTo>
                <a:lnTo>
                  <a:pt x="128" y="196"/>
                </a:lnTo>
                <a:lnTo>
                  <a:pt x="128" y="196"/>
                </a:lnTo>
                <a:lnTo>
                  <a:pt x="120" y="198"/>
                </a:lnTo>
                <a:lnTo>
                  <a:pt x="60" y="230"/>
                </a:lnTo>
                <a:lnTo>
                  <a:pt x="72" y="162"/>
                </a:lnTo>
                <a:lnTo>
                  <a:pt x="72" y="162"/>
                </a:lnTo>
                <a:lnTo>
                  <a:pt x="72" y="154"/>
                </a:lnTo>
                <a:lnTo>
                  <a:pt x="68" y="146"/>
                </a:lnTo>
                <a:lnTo>
                  <a:pt x="18" y="98"/>
                </a:lnTo>
                <a:lnTo>
                  <a:pt x="86" y="88"/>
                </a:lnTo>
                <a:lnTo>
                  <a:pt x="86" y="88"/>
                </a:lnTo>
                <a:lnTo>
                  <a:pt x="94" y="84"/>
                </a:lnTo>
                <a:lnTo>
                  <a:pt x="100" y="78"/>
                </a:lnTo>
                <a:lnTo>
                  <a:pt x="128" y="18"/>
                </a:lnTo>
                <a:lnTo>
                  <a:pt x="156" y="78"/>
                </a:lnTo>
                <a:lnTo>
                  <a:pt x="156" y="78"/>
                </a:lnTo>
                <a:lnTo>
                  <a:pt x="162" y="84"/>
                </a:lnTo>
                <a:lnTo>
                  <a:pt x="170" y="88"/>
                </a:lnTo>
                <a:lnTo>
                  <a:pt x="238" y="98"/>
                </a:lnTo>
                <a:lnTo>
                  <a:pt x="188" y="146"/>
                </a:lnTo>
                <a:close/>
              </a:path>
            </a:pathLst>
          </a:custGeom>
          <a:solidFill>
            <a:schemeClr val="tx2"/>
          </a:solidFill>
          <a:ln w="9525">
            <a:noFill/>
            <a:round/>
            <a:headEnd/>
            <a:tailEnd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ar-SA" sz="2288"/>
          </a:p>
        </p:txBody>
      </p:sp>
      <p:grpSp>
        <p:nvGrpSpPr>
          <p:cNvPr id="47" name="Group 46"/>
          <p:cNvGrpSpPr/>
          <p:nvPr/>
        </p:nvGrpSpPr>
        <p:grpSpPr>
          <a:xfrm>
            <a:off x="820702" y="2590112"/>
            <a:ext cx="406961" cy="465099"/>
            <a:chOff x="2362200" y="1962150"/>
            <a:chExt cx="355600" cy="406400"/>
          </a:xfrm>
          <a:solidFill>
            <a:schemeClr val="tx2"/>
          </a:solidFill>
        </p:grpSpPr>
        <p:sp>
          <p:nvSpPr>
            <p:cNvPr id="56" name="Freeform 131"/>
            <p:cNvSpPr>
              <a:spLocks noEditPoints="1"/>
            </p:cNvSpPr>
            <p:nvPr/>
          </p:nvSpPr>
          <p:spPr bwMode="auto">
            <a:xfrm>
              <a:off x="2362200" y="1962150"/>
              <a:ext cx="355600" cy="406400"/>
            </a:xfrm>
            <a:custGeom>
              <a:avLst/>
              <a:gdLst/>
              <a:ahLst/>
              <a:cxnLst>
                <a:cxn ang="0">
                  <a:pos x="224" y="54"/>
                </a:cxn>
                <a:cxn ang="0">
                  <a:pos x="216" y="38"/>
                </a:cxn>
                <a:cxn ang="0">
                  <a:pos x="200" y="32"/>
                </a:cxn>
                <a:cxn ang="0">
                  <a:pos x="176" y="24"/>
                </a:cxn>
                <a:cxn ang="0">
                  <a:pos x="176" y="24"/>
                </a:cxn>
                <a:cxn ang="0">
                  <a:pos x="168" y="8"/>
                </a:cxn>
                <a:cxn ang="0">
                  <a:pos x="152" y="0"/>
                </a:cxn>
                <a:cxn ang="0">
                  <a:pos x="72" y="0"/>
                </a:cxn>
                <a:cxn ang="0">
                  <a:pos x="56" y="8"/>
                </a:cxn>
                <a:cxn ang="0">
                  <a:pos x="48" y="24"/>
                </a:cxn>
                <a:cxn ang="0">
                  <a:pos x="48" y="32"/>
                </a:cxn>
                <a:cxn ang="0">
                  <a:pos x="24" y="32"/>
                </a:cxn>
                <a:cxn ang="0">
                  <a:pos x="8" y="38"/>
                </a:cxn>
                <a:cxn ang="0">
                  <a:pos x="0" y="54"/>
                </a:cxn>
                <a:cxn ang="0">
                  <a:pos x="0" y="64"/>
                </a:cxn>
                <a:cxn ang="0">
                  <a:pos x="0" y="72"/>
                </a:cxn>
                <a:cxn ang="0">
                  <a:pos x="4" y="84"/>
                </a:cxn>
                <a:cxn ang="0">
                  <a:pos x="16" y="88"/>
                </a:cxn>
                <a:cxn ang="0">
                  <a:pos x="16" y="224"/>
                </a:cxn>
                <a:cxn ang="0">
                  <a:pos x="18" y="236"/>
                </a:cxn>
                <a:cxn ang="0">
                  <a:pos x="36" y="254"/>
                </a:cxn>
                <a:cxn ang="0">
                  <a:pos x="48" y="256"/>
                </a:cxn>
                <a:cxn ang="0">
                  <a:pos x="176" y="256"/>
                </a:cxn>
                <a:cxn ang="0">
                  <a:pos x="188" y="254"/>
                </a:cxn>
                <a:cxn ang="0">
                  <a:pos x="206" y="236"/>
                </a:cxn>
                <a:cxn ang="0">
                  <a:pos x="208" y="224"/>
                </a:cxn>
                <a:cxn ang="0">
                  <a:pos x="208" y="88"/>
                </a:cxn>
                <a:cxn ang="0">
                  <a:pos x="220" y="84"/>
                </a:cxn>
                <a:cxn ang="0">
                  <a:pos x="224" y="72"/>
                </a:cxn>
                <a:cxn ang="0">
                  <a:pos x="224" y="54"/>
                </a:cxn>
                <a:cxn ang="0">
                  <a:pos x="64" y="24"/>
                </a:cxn>
                <a:cxn ang="0">
                  <a:pos x="64" y="20"/>
                </a:cxn>
                <a:cxn ang="0">
                  <a:pos x="68" y="16"/>
                </a:cxn>
                <a:cxn ang="0">
                  <a:pos x="152" y="16"/>
                </a:cxn>
                <a:cxn ang="0">
                  <a:pos x="156" y="16"/>
                </a:cxn>
                <a:cxn ang="0">
                  <a:pos x="160" y="20"/>
                </a:cxn>
                <a:cxn ang="0">
                  <a:pos x="160" y="32"/>
                </a:cxn>
                <a:cxn ang="0">
                  <a:pos x="64" y="24"/>
                </a:cxn>
                <a:cxn ang="0">
                  <a:pos x="192" y="224"/>
                </a:cxn>
                <a:cxn ang="0">
                  <a:pos x="188" y="236"/>
                </a:cxn>
                <a:cxn ang="0">
                  <a:pos x="176" y="240"/>
                </a:cxn>
                <a:cxn ang="0">
                  <a:pos x="48" y="240"/>
                </a:cxn>
                <a:cxn ang="0">
                  <a:pos x="36" y="236"/>
                </a:cxn>
                <a:cxn ang="0">
                  <a:pos x="32" y="224"/>
                </a:cxn>
                <a:cxn ang="0">
                  <a:pos x="192" y="88"/>
                </a:cxn>
                <a:cxn ang="0">
                  <a:pos x="208" y="64"/>
                </a:cxn>
                <a:cxn ang="0">
                  <a:pos x="16" y="72"/>
                </a:cxn>
                <a:cxn ang="0">
                  <a:pos x="16" y="56"/>
                </a:cxn>
                <a:cxn ang="0">
                  <a:pos x="16" y="52"/>
                </a:cxn>
                <a:cxn ang="0">
                  <a:pos x="20" y="48"/>
                </a:cxn>
                <a:cxn ang="0">
                  <a:pos x="200" y="48"/>
                </a:cxn>
                <a:cxn ang="0">
                  <a:pos x="204" y="48"/>
                </a:cxn>
                <a:cxn ang="0">
                  <a:pos x="208" y="52"/>
                </a:cxn>
                <a:cxn ang="0">
                  <a:pos x="208" y="64"/>
                </a:cxn>
              </a:cxnLst>
              <a:rect l="0" t="0" r="r" b="b"/>
              <a:pathLst>
                <a:path w="224" h="256">
                  <a:moveTo>
                    <a:pt x="224" y="54"/>
                  </a:moveTo>
                  <a:lnTo>
                    <a:pt x="224" y="54"/>
                  </a:lnTo>
                  <a:lnTo>
                    <a:pt x="222" y="46"/>
                  </a:lnTo>
                  <a:lnTo>
                    <a:pt x="216" y="38"/>
                  </a:lnTo>
                  <a:lnTo>
                    <a:pt x="210" y="34"/>
                  </a:lnTo>
                  <a:lnTo>
                    <a:pt x="200" y="32"/>
                  </a:lnTo>
                  <a:lnTo>
                    <a:pt x="176" y="32"/>
                  </a:lnTo>
                  <a:lnTo>
                    <a:pt x="176" y="24"/>
                  </a:lnTo>
                  <a:lnTo>
                    <a:pt x="176" y="24"/>
                  </a:lnTo>
                  <a:lnTo>
                    <a:pt x="176" y="24"/>
                  </a:lnTo>
                  <a:lnTo>
                    <a:pt x="174" y="14"/>
                  </a:lnTo>
                  <a:lnTo>
                    <a:pt x="168" y="8"/>
                  </a:lnTo>
                  <a:lnTo>
                    <a:pt x="162" y="2"/>
                  </a:lnTo>
                  <a:lnTo>
                    <a:pt x="152" y="0"/>
                  </a:lnTo>
                  <a:lnTo>
                    <a:pt x="72" y="0"/>
                  </a:lnTo>
                  <a:lnTo>
                    <a:pt x="72" y="0"/>
                  </a:lnTo>
                  <a:lnTo>
                    <a:pt x="62" y="2"/>
                  </a:lnTo>
                  <a:lnTo>
                    <a:pt x="56" y="8"/>
                  </a:lnTo>
                  <a:lnTo>
                    <a:pt x="50" y="14"/>
                  </a:lnTo>
                  <a:lnTo>
                    <a:pt x="48" y="24"/>
                  </a:lnTo>
                  <a:lnTo>
                    <a:pt x="48" y="24"/>
                  </a:lnTo>
                  <a:lnTo>
                    <a:pt x="48" y="32"/>
                  </a:lnTo>
                  <a:lnTo>
                    <a:pt x="24" y="32"/>
                  </a:lnTo>
                  <a:lnTo>
                    <a:pt x="24" y="32"/>
                  </a:lnTo>
                  <a:lnTo>
                    <a:pt x="14" y="34"/>
                  </a:lnTo>
                  <a:lnTo>
                    <a:pt x="8" y="38"/>
                  </a:lnTo>
                  <a:lnTo>
                    <a:pt x="2" y="46"/>
                  </a:lnTo>
                  <a:lnTo>
                    <a:pt x="0" y="54"/>
                  </a:lnTo>
                  <a:lnTo>
                    <a:pt x="0" y="54"/>
                  </a:lnTo>
                  <a:lnTo>
                    <a:pt x="0" y="64"/>
                  </a:lnTo>
                  <a:lnTo>
                    <a:pt x="0" y="72"/>
                  </a:lnTo>
                  <a:lnTo>
                    <a:pt x="0" y="72"/>
                  </a:lnTo>
                  <a:lnTo>
                    <a:pt x="2" y="78"/>
                  </a:lnTo>
                  <a:lnTo>
                    <a:pt x="4" y="84"/>
                  </a:lnTo>
                  <a:lnTo>
                    <a:pt x="10" y="86"/>
                  </a:lnTo>
                  <a:lnTo>
                    <a:pt x="16" y="88"/>
                  </a:lnTo>
                  <a:lnTo>
                    <a:pt x="16" y="224"/>
                  </a:lnTo>
                  <a:lnTo>
                    <a:pt x="16" y="224"/>
                  </a:lnTo>
                  <a:lnTo>
                    <a:pt x="16" y="230"/>
                  </a:lnTo>
                  <a:lnTo>
                    <a:pt x="18" y="236"/>
                  </a:lnTo>
                  <a:lnTo>
                    <a:pt x="26" y="246"/>
                  </a:lnTo>
                  <a:lnTo>
                    <a:pt x="36" y="254"/>
                  </a:lnTo>
                  <a:lnTo>
                    <a:pt x="42" y="256"/>
                  </a:lnTo>
                  <a:lnTo>
                    <a:pt x="48" y="256"/>
                  </a:lnTo>
                  <a:lnTo>
                    <a:pt x="176" y="256"/>
                  </a:lnTo>
                  <a:lnTo>
                    <a:pt x="176" y="256"/>
                  </a:lnTo>
                  <a:lnTo>
                    <a:pt x="182" y="256"/>
                  </a:lnTo>
                  <a:lnTo>
                    <a:pt x="188" y="254"/>
                  </a:lnTo>
                  <a:lnTo>
                    <a:pt x="198" y="246"/>
                  </a:lnTo>
                  <a:lnTo>
                    <a:pt x="206" y="236"/>
                  </a:lnTo>
                  <a:lnTo>
                    <a:pt x="208" y="230"/>
                  </a:lnTo>
                  <a:lnTo>
                    <a:pt x="208" y="224"/>
                  </a:lnTo>
                  <a:lnTo>
                    <a:pt x="208" y="88"/>
                  </a:lnTo>
                  <a:lnTo>
                    <a:pt x="208" y="88"/>
                  </a:lnTo>
                  <a:lnTo>
                    <a:pt x="214" y="86"/>
                  </a:lnTo>
                  <a:lnTo>
                    <a:pt x="220" y="84"/>
                  </a:lnTo>
                  <a:lnTo>
                    <a:pt x="222" y="78"/>
                  </a:lnTo>
                  <a:lnTo>
                    <a:pt x="224" y="72"/>
                  </a:lnTo>
                  <a:lnTo>
                    <a:pt x="224" y="64"/>
                  </a:lnTo>
                  <a:lnTo>
                    <a:pt x="224" y="54"/>
                  </a:lnTo>
                  <a:lnTo>
                    <a:pt x="224" y="54"/>
                  </a:lnTo>
                  <a:close/>
                  <a:moveTo>
                    <a:pt x="64" y="24"/>
                  </a:moveTo>
                  <a:lnTo>
                    <a:pt x="64" y="24"/>
                  </a:lnTo>
                  <a:lnTo>
                    <a:pt x="64" y="20"/>
                  </a:lnTo>
                  <a:lnTo>
                    <a:pt x="66" y="18"/>
                  </a:lnTo>
                  <a:lnTo>
                    <a:pt x="68" y="16"/>
                  </a:lnTo>
                  <a:lnTo>
                    <a:pt x="72" y="16"/>
                  </a:lnTo>
                  <a:lnTo>
                    <a:pt x="152" y="16"/>
                  </a:lnTo>
                  <a:lnTo>
                    <a:pt x="152" y="16"/>
                  </a:lnTo>
                  <a:lnTo>
                    <a:pt x="156" y="16"/>
                  </a:lnTo>
                  <a:lnTo>
                    <a:pt x="158" y="18"/>
                  </a:lnTo>
                  <a:lnTo>
                    <a:pt x="160" y="20"/>
                  </a:lnTo>
                  <a:lnTo>
                    <a:pt x="160" y="24"/>
                  </a:lnTo>
                  <a:lnTo>
                    <a:pt x="160" y="32"/>
                  </a:lnTo>
                  <a:lnTo>
                    <a:pt x="64" y="32"/>
                  </a:lnTo>
                  <a:lnTo>
                    <a:pt x="64" y="24"/>
                  </a:lnTo>
                  <a:close/>
                  <a:moveTo>
                    <a:pt x="192" y="224"/>
                  </a:moveTo>
                  <a:lnTo>
                    <a:pt x="192" y="224"/>
                  </a:lnTo>
                  <a:lnTo>
                    <a:pt x="190" y="230"/>
                  </a:lnTo>
                  <a:lnTo>
                    <a:pt x="188" y="236"/>
                  </a:lnTo>
                  <a:lnTo>
                    <a:pt x="182" y="238"/>
                  </a:lnTo>
                  <a:lnTo>
                    <a:pt x="176" y="240"/>
                  </a:lnTo>
                  <a:lnTo>
                    <a:pt x="48" y="240"/>
                  </a:lnTo>
                  <a:lnTo>
                    <a:pt x="48" y="240"/>
                  </a:lnTo>
                  <a:lnTo>
                    <a:pt x="42" y="238"/>
                  </a:lnTo>
                  <a:lnTo>
                    <a:pt x="36" y="236"/>
                  </a:lnTo>
                  <a:lnTo>
                    <a:pt x="34" y="230"/>
                  </a:lnTo>
                  <a:lnTo>
                    <a:pt x="32" y="224"/>
                  </a:lnTo>
                  <a:lnTo>
                    <a:pt x="32" y="88"/>
                  </a:lnTo>
                  <a:lnTo>
                    <a:pt x="192" y="88"/>
                  </a:lnTo>
                  <a:lnTo>
                    <a:pt x="192" y="224"/>
                  </a:lnTo>
                  <a:close/>
                  <a:moveTo>
                    <a:pt x="208" y="64"/>
                  </a:moveTo>
                  <a:lnTo>
                    <a:pt x="208" y="72"/>
                  </a:lnTo>
                  <a:lnTo>
                    <a:pt x="16" y="72"/>
                  </a:lnTo>
                  <a:lnTo>
                    <a:pt x="16" y="64"/>
                  </a:lnTo>
                  <a:lnTo>
                    <a:pt x="16" y="56"/>
                  </a:lnTo>
                  <a:lnTo>
                    <a:pt x="16" y="56"/>
                  </a:lnTo>
                  <a:lnTo>
                    <a:pt x="16" y="52"/>
                  </a:lnTo>
                  <a:lnTo>
                    <a:pt x="18" y="50"/>
                  </a:lnTo>
                  <a:lnTo>
                    <a:pt x="20" y="48"/>
                  </a:lnTo>
                  <a:lnTo>
                    <a:pt x="24" y="48"/>
                  </a:lnTo>
                  <a:lnTo>
                    <a:pt x="200" y="48"/>
                  </a:lnTo>
                  <a:lnTo>
                    <a:pt x="200" y="48"/>
                  </a:lnTo>
                  <a:lnTo>
                    <a:pt x="204" y="48"/>
                  </a:lnTo>
                  <a:lnTo>
                    <a:pt x="206" y="50"/>
                  </a:lnTo>
                  <a:lnTo>
                    <a:pt x="208" y="52"/>
                  </a:lnTo>
                  <a:lnTo>
                    <a:pt x="208" y="56"/>
                  </a:lnTo>
                  <a:lnTo>
                    <a:pt x="208" y="6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57" name="Freeform 132"/>
            <p:cNvSpPr>
              <a:spLocks noEditPoints="1"/>
            </p:cNvSpPr>
            <p:nvPr/>
          </p:nvSpPr>
          <p:spPr bwMode="auto">
            <a:xfrm>
              <a:off x="2438400" y="2127250"/>
              <a:ext cx="50800" cy="190500"/>
            </a:xfrm>
            <a:custGeom>
              <a:avLst/>
              <a:gdLst/>
              <a:ahLst/>
              <a:cxnLst>
                <a:cxn ang="0">
                  <a:pos x="8" y="120"/>
                </a:cxn>
                <a:cxn ang="0">
                  <a:pos x="24" y="120"/>
                </a:cxn>
                <a:cxn ang="0">
                  <a:pos x="24" y="120"/>
                </a:cxn>
                <a:cxn ang="0">
                  <a:pos x="28" y="120"/>
                </a:cxn>
                <a:cxn ang="0">
                  <a:pos x="30" y="118"/>
                </a:cxn>
                <a:cxn ang="0">
                  <a:pos x="32" y="116"/>
                </a:cxn>
                <a:cxn ang="0">
                  <a:pos x="32" y="112"/>
                </a:cxn>
                <a:cxn ang="0">
                  <a:pos x="32" y="8"/>
                </a:cxn>
                <a:cxn ang="0">
                  <a:pos x="32" y="8"/>
                </a:cxn>
                <a:cxn ang="0">
                  <a:pos x="32" y="4"/>
                </a:cxn>
                <a:cxn ang="0">
                  <a:pos x="30" y="2"/>
                </a:cxn>
                <a:cxn ang="0">
                  <a:pos x="28" y="0"/>
                </a:cxn>
                <a:cxn ang="0">
                  <a:pos x="24" y="0"/>
                </a:cxn>
                <a:cxn ang="0">
                  <a:pos x="8" y="0"/>
                </a:cxn>
                <a:cxn ang="0">
                  <a:pos x="8" y="0"/>
                </a:cxn>
                <a:cxn ang="0">
                  <a:pos x="4" y="0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8"/>
                </a:cxn>
                <a:cxn ang="0">
                  <a:pos x="0" y="112"/>
                </a:cxn>
                <a:cxn ang="0">
                  <a:pos x="0" y="112"/>
                </a:cxn>
                <a:cxn ang="0">
                  <a:pos x="0" y="116"/>
                </a:cxn>
                <a:cxn ang="0">
                  <a:pos x="2" y="118"/>
                </a:cxn>
                <a:cxn ang="0">
                  <a:pos x="4" y="120"/>
                </a:cxn>
                <a:cxn ang="0">
                  <a:pos x="8" y="120"/>
                </a:cxn>
                <a:cxn ang="0">
                  <a:pos x="8" y="8"/>
                </a:cxn>
                <a:cxn ang="0">
                  <a:pos x="24" y="8"/>
                </a:cxn>
                <a:cxn ang="0">
                  <a:pos x="24" y="112"/>
                </a:cxn>
                <a:cxn ang="0">
                  <a:pos x="8" y="112"/>
                </a:cxn>
                <a:cxn ang="0">
                  <a:pos x="8" y="8"/>
                </a:cxn>
              </a:cxnLst>
              <a:rect l="0" t="0" r="r" b="b"/>
              <a:pathLst>
                <a:path w="32" h="120">
                  <a:moveTo>
                    <a:pt x="8" y="120"/>
                  </a:moveTo>
                  <a:lnTo>
                    <a:pt x="24" y="120"/>
                  </a:lnTo>
                  <a:lnTo>
                    <a:pt x="24" y="120"/>
                  </a:lnTo>
                  <a:lnTo>
                    <a:pt x="28" y="120"/>
                  </a:lnTo>
                  <a:lnTo>
                    <a:pt x="30" y="118"/>
                  </a:lnTo>
                  <a:lnTo>
                    <a:pt x="32" y="116"/>
                  </a:lnTo>
                  <a:lnTo>
                    <a:pt x="32" y="112"/>
                  </a:lnTo>
                  <a:lnTo>
                    <a:pt x="32" y="8"/>
                  </a:lnTo>
                  <a:lnTo>
                    <a:pt x="32" y="8"/>
                  </a:lnTo>
                  <a:lnTo>
                    <a:pt x="32" y="4"/>
                  </a:lnTo>
                  <a:lnTo>
                    <a:pt x="30" y="2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8"/>
                  </a:lnTo>
                  <a:lnTo>
                    <a:pt x="0" y="112"/>
                  </a:lnTo>
                  <a:lnTo>
                    <a:pt x="0" y="112"/>
                  </a:lnTo>
                  <a:lnTo>
                    <a:pt x="0" y="116"/>
                  </a:lnTo>
                  <a:lnTo>
                    <a:pt x="2" y="118"/>
                  </a:lnTo>
                  <a:lnTo>
                    <a:pt x="4" y="120"/>
                  </a:lnTo>
                  <a:lnTo>
                    <a:pt x="8" y="120"/>
                  </a:lnTo>
                  <a:close/>
                  <a:moveTo>
                    <a:pt x="8" y="8"/>
                  </a:moveTo>
                  <a:lnTo>
                    <a:pt x="24" y="8"/>
                  </a:lnTo>
                  <a:lnTo>
                    <a:pt x="24" y="112"/>
                  </a:lnTo>
                  <a:lnTo>
                    <a:pt x="8" y="112"/>
                  </a:lnTo>
                  <a:lnTo>
                    <a:pt x="8" y="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58" name="Freeform 135"/>
            <p:cNvSpPr>
              <a:spLocks noEditPoints="1"/>
            </p:cNvSpPr>
            <p:nvPr/>
          </p:nvSpPr>
          <p:spPr bwMode="auto">
            <a:xfrm>
              <a:off x="2514600" y="2127250"/>
              <a:ext cx="50800" cy="190500"/>
            </a:xfrm>
            <a:custGeom>
              <a:avLst/>
              <a:gdLst/>
              <a:ahLst/>
              <a:cxnLst>
                <a:cxn ang="0">
                  <a:pos x="8" y="120"/>
                </a:cxn>
                <a:cxn ang="0">
                  <a:pos x="24" y="120"/>
                </a:cxn>
                <a:cxn ang="0">
                  <a:pos x="24" y="120"/>
                </a:cxn>
                <a:cxn ang="0">
                  <a:pos x="28" y="120"/>
                </a:cxn>
                <a:cxn ang="0">
                  <a:pos x="30" y="118"/>
                </a:cxn>
                <a:cxn ang="0">
                  <a:pos x="32" y="116"/>
                </a:cxn>
                <a:cxn ang="0">
                  <a:pos x="32" y="112"/>
                </a:cxn>
                <a:cxn ang="0">
                  <a:pos x="32" y="8"/>
                </a:cxn>
                <a:cxn ang="0">
                  <a:pos x="32" y="8"/>
                </a:cxn>
                <a:cxn ang="0">
                  <a:pos x="32" y="4"/>
                </a:cxn>
                <a:cxn ang="0">
                  <a:pos x="30" y="2"/>
                </a:cxn>
                <a:cxn ang="0">
                  <a:pos x="28" y="0"/>
                </a:cxn>
                <a:cxn ang="0">
                  <a:pos x="24" y="0"/>
                </a:cxn>
                <a:cxn ang="0">
                  <a:pos x="8" y="0"/>
                </a:cxn>
                <a:cxn ang="0">
                  <a:pos x="8" y="0"/>
                </a:cxn>
                <a:cxn ang="0">
                  <a:pos x="4" y="0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8"/>
                </a:cxn>
                <a:cxn ang="0">
                  <a:pos x="0" y="112"/>
                </a:cxn>
                <a:cxn ang="0">
                  <a:pos x="0" y="112"/>
                </a:cxn>
                <a:cxn ang="0">
                  <a:pos x="0" y="116"/>
                </a:cxn>
                <a:cxn ang="0">
                  <a:pos x="2" y="118"/>
                </a:cxn>
                <a:cxn ang="0">
                  <a:pos x="4" y="120"/>
                </a:cxn>
                <a:cxn ang="0">
                  <a:pos x="8" y="120"/>
                </a:cxn>
                <a:cxn ang="0">
                  <a:pos x="8" y="8"/>
                </a:cxn>
                <a:cxn ang="0">
                  <a:pos x="24" y="8"/>
                </a:cxn>
                <a:cxn ang="0">
                  <a:pos x="24" y="112"/>
                </a:cxn>
                <a:cxn ang="0">
                  <a:pos x="8" y="112"/>
                </a:cxn>
                <a:cxn ang="0">
                  <a:pos x="8" y="8"/>
                </a:cxn>
              </a:cxnLst>
              <a:rect l="0" t="0" r="r" b="b"/>
              <a:pathLst>
                <a:path w="32" h="120">
                  <a:moveTo>
                    <a:pt x="8" y="120"/>
                  </a:moveTo>
                  <a:lnTo>
                    <a:pt x="24" y="120"/>
                  </a:lnTo>
                  <a:lnTo>
                    <a:pt x="24" y="120"/>
                  </a:lnTo>
                  <a:lnTo>
                    <a:pt x="28" y="120"/>
                  </a:lnTo>
                  <a:lnTo>
                    <a:pt x="30" y="118"/>
                  </a:lnTo>
                  <a:lnTo>
                    <a:pt x="32" y="116"/>
                  </a:lnTo>
                  <a:lnTo>
                    <a:pt x="32" y="112"/>
                  </a:lnTo>
                  <a:lnTo>
                    <a:pt x="32" y="8"/>
                  </a:lnTo>
                  <a:lnTo>
                    <a:pt x="32" y="8"/>
                  </a:lnTo>
                  <a:lnTo>
                    <a:pt x="32" y="4"/>
                  </a:lnTo>
                  <a:lnTo>
                    <a:pt x="30" y="2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8"/>
                  </a:lnTo>
                  <a:lnTo>
                    <a:pt x="0" y="112"/>
                  </a:lnTo>
                  <a:lnTo>
                    <a:pt x="0" y="112"/>
                  </a:lnTo>
                  <a:lnTo>
                    <a:pt x="0" y="116"/>
                  </a:lnTo>
                  <a:lnTo>
                    <a:pt x="2" y="118"/>
                  </a:lnTo>
                  <a:lnTo>
                    <a:pt x="4" y="120"/>
                  </a:lnTo>
                  <a:lnTo>
                    <a:pt x="8" y="120"/>
                  </a:lnTo>
                  <a:close/>
                  <a:moveTo>
                    <a:pt x="8" y="8"/>
                  </a:moveTo>
                  <a:lnTo>
                    <a:pt x="24" y="8"/>
                  </a:lnTo>
                  <a:lnTo>
                    <a:pt x="24" y="112"/>
                  </a:lnTo>
                  <a:lnTo>
                    <a:pt x="8" y="112"/>
                  </a:lnTo>
                  <a:lnTo>
                    <a:pt x="8" y="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59" name="Freeform 138"/>
            <p:cNvSpPr>
              <a:spLocks noEditPoints="1"/>
            </p:cNvSpPr>
            <p:nvPr/>
          </p:nvSpPr>
          <p:spPr bwMode="auto">
            <a:xfrm>
              <a:off x="2590800" y="2127250"/>
              <a:ext cx="50800" cy="190500"/>
            </a:xfrm>
            <a:custGeom>
              <a:avLst/>
              <a:gdLst/>
              <a:ahLst/>
              <a:cxnLst>
                <a:cxn ang="0">
                  <a:pos x="8" y="120"/>
                </a:cxn>
                <a:cxn ang="0">
                  <a:pos x="24" y="120"/>
                </a:cxn>
                <a:cxn ang="0">
                  <a:pos x="24" y="120"/>
                </a:cxn>
                <a:cxn ang="0">
                  <a:pos x="28" y="120"/>
                </a:cxn>
                <a:cxn ang="0">
                  <a:pos x="30" y="118"/>
                </a:cxn>
                <a:cxn ang="0">
                  <a:pos x="32" y="116"/>
                </a:cxn>
                <a:cxn ang="0">
                  <a:pos x="32" y="112"/>
                </a:cxn>
                <a:cxn ang="0">
                  <a:pos x="32" y="8"/>
                </a:cxn>
                <a:cxn ang="0">
                  <a:pos x="32" y="8"/>
                </a:cxn>
                <a:cxn ang="0">
                  <a:pos x="32" y="4"/>
                </a:cxn>
                <a:cxn ang="0">
                  <a:pos x="30" y="2"/>
                </a:cxn>
                <a:cxn ang="0">
                  <a:pos x="28" y="0"/>
                </a:cxn>
                <a:cxn ang="0">
                  <a:pos x="24" y="0"/>
                </a:cxn>
                <a:cxn ang="0">
                  <a:pos x="8" y="0"/>
                </a:cxn>
                <a:cxn ang="0">
                  <a:pos x="8" y="0"/>
                </a:cxn>
                <a:cxn ang="0">
                  <a:pos x="4" y="0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8"/>
                </a:cxn>
                <a:cxn ang="0">
                  <a:pos x="0" y="112"/>
                </a:cxn>
                <a:cxn ang="0">
                  <a:pos x="0" y="112"/>
                </a:cxn>
                <a:cxn ang="0">
                  <a:pos x="0" y="116"/>
                </a:cxn>
                <a:cxn ang="0">
                  <a:pos x="2" y="118"/>
                </a:cxn>
                <a:cxn ang="0">
                  <a:pos x="4" y="120"/>
                </a:cxn>
                <a:cxn ang="0">
                  <a:pos x="8" y="120"/>
                </a:cxn>
                <a:cxn ang="0">
                  <a:pos x="8" y="8"/>
                </a:cxn>
                <a:cxn ang="0">
                  <a:pos x="24" y="8"/>
                </a:cxn>
                <a:cxn ang="0">
                  <a:pos x="24" y="112"/>
                </a:cxn>
                <a:cxn ang="0">
                  <a:pos x="8" y="112"/>
                </a:cxn>
                <a:cxn ang="0">
                  <a:pos x="8" y="8"/>
                </a:cxn>
              </a:cxnLst>
              <a:rect l="0" t="0" r="r" b="b"/>
              <a:pathLst>
                <a:path w="32" h="120">
                  <a:moveTo>
                    <a:pt x="8" y="120"/>
                  </a:moveTo>
                  <a:lnTo>
                    <a:pt x="24" y="120"/>
                  </a:lnTo>
                  <a:lnTo>
                    <a:pt x="24" y="120"/>
                  </a:lnTo>
                  <a:lnTo>
                    <a:pt x="28" y="120"/>
                  </a:lnTo>
                  <a:lnTo>
                    <a:pt x="30" y="118"/>
                  </a:lnTo>
                  <a:lnTo>
                    <a:pt x="32" y="116"/>
                  </a:lnTo>
                  <a:lnTo>
                    <a:pt x="32" y="112"/>
                  </a:lnTo>
                  <a:lnTo>
                    <a:pt x="32" y="8"/>
                  </a:lnTo>
                  <a:lnTo>
                    <a:pt x="32" y="8"/>
                  </a:lnTo>
                  <a:lnTo>
                    <a:pt x="32" y="4"/>
                  </a:lnTo>
                  <a:lnTo>
                    <a:pt x="30" y="2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8"/>
                  </a:lnTo>
                  <a:lnTo>
                    <a:pt x="0" y="112"/>
                  </a:lnTo>
                  <a:lnTo>
                    <a:pt x="0" y="112"/>
                  </a:lnTo>
                  <a:lnTo>
                    <a:pt x="0" y="116"/>
                  </a:lnTo>
                  <a:lnTo>
                    <a:pt x="2" y="118"/>
                  </a:lnTo>
                  <a:lnTo>
                    <a:pt x="4" y="120"/>
                  </a:lnTo>
                  <a:lnTo>
                    <a:pt x="8" y="120"/>
                  </a:lnTo>
                  <a:close/>
                  <a:moveTo>
                    <a:pt x="8" y="8"/>
                  </a:moveTo>
                  <a:lnTo>
                    <a:pt x="24" y="8"/>
                  </a:lnTo>
                  <a:lnTo>
                    <a:pt x="24" y="112"/>
                  </a:lnTo>
                  <a:lnTo>
                    <a:pt x="8" y="112"/>
                  </a:lnTo>
                  <a:lnTo>
                    <a:pt x="8" y="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</p:grpSp>
      <p:grpSp>
        <p:nvGrpSpPr>
          <p:cNvPr id="48" name="Group 47"/>
          <p:cNvGrpSpPr/>
          <p:nvPr/>
        </p:nvGrpSpPr>
        <p:grpSpPr>
          <a:xfrm>
            <a:off x="3582225" y="4479578"/>
            <a:ext cx="465099" cy="406961"/>
            <a:chOff x="4775200" y="3613150"/>
            <a:chExt cx="406400" cy="355600"/>
          </a:xfrm>
          <a:solidFill>
            <a:schemeClr val="tx2"/>
          </a:solidFill>
        </p:grpSpPr>
        <p:sp>
          <p:nvSpPr>
            <p:cNvPr id="54" name="Freeform 21"/>
            <p:cNvSpPr>
              <a:spLocks noEditPoints="1"/>
            </p:cNvSpPr>
            <p:nvPr/>
          </p:nvSpPr>
          <p:spPr bwMode="auto">
            <a:xfrm>
              <a:off x="4775200" y="3613150"/>
              <a:ext cx="406400" cy="355600"/>
            </a:xfrm>
            <a:custGeom>
              <a:avLst/>
              <a:gdLst/>
              <a:ahLst/>
              <a:cxnLst>
                <a:cxn ang="0">
                  <a:pos x="256" y="132"/>
                </a:cxn>
                <a:cxn ang="0">
                  <a:pos x="224" y="12"/>
                </a:cxn>
                <a:cxn ang="0">
                  <a:pos x="224" y="12"/>
                </a:cxn>
                <a:cxn ang="0">
                  <a:pos x="222" y="6"/>
                </a:cxn>
                <a:cxn ang="0">
                  <a:pos x="218" y="4"/>
                </a:cxn>
                <a:cxn ang="0">
                  <a:pos x="214" y="0"/>
                </a:cxn>
                <a:cxn ang="0">
                  <a:pos x="208" y="0"/>
                </a:cxn>
                <a:cxn ang="0">
                  <a:pos x="128" y="0"/>
                </a:cxn>
                <a:cxn ang="0">
                  <a:pos x="48" y="0"/>
                </a:cxn>
                <a:cxn ang="0">
                  <a:pos x="48" y="0"/>
                </a:cxn>
                <a:cxn ang="0">
                  <a:pos x="42" y="0"/>
                </a:cxn>
                <a:cxn ang="0">
                  <a:pos x="38" y="4"/>
                </a:cxn>
                <a:cxn ang="0">
                  <a:pos x="34" y="6"/>
                </a:cxn>
                <a:cxn ang="0">
                  <a:pos x="32" y="12"/>
                </a:cxn>
                <a:cxn ang="0">
                  <a:pos x="0" y="132"/>
                </a:cxn>
                <a:cxn ang="0">
                  <a:pos x="0" y="132"/>
                </a:cxn>
                <a:cxn ang="0">
                  <a:pos x="0" y="136"/>
                </a:cxn>
                <a:cxn ang="0">
                  <a:pos x="0" y="192"/>
                </a:cxn>
                <a:cxn ang="0">
                  <a:pos x="0" y="192"/>
                </a:cxn>
                <a:cxn ang="0">
                  <a:pos x="0" y="198"/>
                </a:cxn>
                <a:cxn ang="0">
                  <a:pos x="2" y="204"/>
                </a:cxn>
                <a:cxn ang="0">
                  <a:pos x="10" y="214"/>
                </a:cxn>
                <a:cxn ang="0">
                  <a:pos x="20" y="222"/>
                </a:cxn>
                <a:cxn ang="0">
                  <a:pos x="26" y="224"/>
                </a:cxn>
                <a:cxn ang="0">
                  <a:pos x="32" y="224"/>
                </a:cxn>
                <a:cxn ang="0">
                  <a:pos x="224" y="224"/>
                </a:cxn>
                <a:cxn ang="0">
                  <a:pos x="224" y="224"/>
                </a:cxn>
                <a:cxn ang="0">
                  <a:pos x="230" y="224"/>
                </a:cxn>
                <a:cxn ang="0">
                  <a:pos x="236" y="222"/>
                </a:cxn>
                <a:cxn ang="0">
                  <a:pos x="246" y="214"/>
                </a:cxn>
                <a:cxn ang="0">
                  <a:pos x="254" y="204"/>
                </a:cxn>
                <a:cxn ang="0">
                  <a:pos x="256" y="198"/>
                </a:cxn>
                <a:cxn ang="0">
                  <a:pos x="256" y="192"/>
                </a:cxn>
                <a:cxn ang="0">
                  <a:pos x="256" y="136"/>
                </a:cxn>
                <a:cxn ang="0">
                  <a:pos x="256" y="136"/>
                </a:cxn>
                <a:cxn ang="0">
                  <a:pos x="256" y="132"/>
                </a:cxn>
                <a:cxn ang="0">
                  <a:pos x="240" y="192"/>
                </a:cxn>
                <a:cxn ang="0">
                  <a:pos x="240" y="192"/>
                </a:cxn>
                <a:cxn ang="0">
                  <a:pos x="238" y="198"/>
                </a:cxn>
                <a:cxn ang="0">
                  <a:pos x="236" y="204"/>
                </a:cxn>
                <a:cxn ang="0">
                  <a:pos x="230" y="206"/>
                </a:cxn>
                <a:cxn ang="0">
                  <a:pos x="224" y="208"/>
                </a:cxn>
                <a:cxn ang="0">
                  <a:pos x="32" y="208"/>
                </a:cxn>
                <a:cxn ang="0">
                  <a:pos x="32" y="208"/>
                </a:cxn>
                <a:cxn ang="0">
                  <a:pos x="26" y="206"/>
                </a:cxn>
                <a:cxn ang="0">
                  <a:pos x="20" y="204"/>
                </a:cxn>
                <a:cxn ang="0">
                  <a:pos x="18" y="198"/>
                </a:cxn>
                <a:cxn ang="0">
                  <a:pos x="16" y="192"/>
                </a:cxn>
                <a:cxn ang="0">
                  <a:pos x="16" y="136"/>
                </a:cxn>
                <a:cxn ang="0">
                  <a:pos x="48" y="16"/>
                </a:cxn>
                <a:cxn ang="0">
                  <a:pos x="208" y="16"/>
                </a:cxn>
                <a:cxn ang="0">
                  <a:pos x="240" y="136"/>
                </a:cxn>
                <a:cxn ang="0">
                  <a:pos x="240" y="192"/>
                </a:cxn>
              </a:cxnLst>
              <a:rect l="0" t="0" r="r" b="b"/>
              <a:pathLst>
                <a:path w="256" h="224">
                  <a:moveTo>
                    <a:pt x="256" y="132"/>
                  </a:moveTo>
                  <a:lnTo>
                    <a:pt x="224" y="12"/>
                  </a:lnTo>
                  <a:lnTo>
                    <a:pt x="224" y="12"/>
                  </a:lnTo>
                  <a:lnTo>
                    <a:pt x="222" y="6"/>
                  </a:lnTo>
                  <a:lnTo>
                    <a:pt x="218" y="4"/>
                  </a:lnTo>
                  <a:lnTo>
                    <a:pt x="214" y="0"/>
                  </a:lnTo>
                  <a:lnTo>
                    <a:pt x="208" y="0"/>
                  </a:lnTo>
                  <a:lnTo>
                    <a:pt x="128" y="0"/>
                  </a:lnTo>
                  <a:lnTo>
                    <a:pt x="48" y="0"/>
                  </a:lnTo>
                  <a:lnTo>
                    <a:pt x="48" y="0"/>
                  </a:lnTo>
                  <a:lnTo>
                    <a:pt x="42" y="0"/>
                  </a:lnTo>
                  <a:lnTo>
                    <a:pt x="38" y="4"/>
                  </a:lnTo>
                  <a:lnTo>
                    <a:pt x="34" y="6"/>
                  </a:lnTo>
                  <a:lnTo>
                    <a:pt x="32" y="12"/>
                  </a:lnTo>
                  <a:lnTo>
                    <a:pt x="0" y="132"/>
                  </a:lnTo>
                  <a:lnTo>
                    <a:pt x="0" y="132"/>
                  </a:lnTo>
                  <a:lnTo>
                    <a:pt x="0" y="136"/>
                  </a:lnTo>
                  <a:lnTo>
                    <a:pt x="0" y="192"/>
                  </a:lnTo>
                  <a:lnTo>
                    <a:pt x="0" y="192"/>
                  </a:lnTo>
                  <a:lnTo>
                    <a:pt x="0" y="198"/>
                  </a:lnTo>
                  <a:lnTo>
                    <a:pt x="2" y="204"/>
                  </a:lnTo>
                  <a:lnTo>
                    <a:pt x="10" y="214"/>
                  </a:lnTo>
                  <a:lnTo>
                    <a:pt x="20" y="222"/>
                  </a:lnTo>
                  <a:lnTo>
                    <a:pt x="26" y="224"/>
                  </a:lnTo>
                  <a:lnTo>
                    <a:pt x="32" y="224"/>
                  </a:lnTo>
                  <a:lnTo>
                    <a:pt x="224" y="224"/>
                  </a:lnTo>
                  <a:lnTo>
                    <a:pt x="224" y="224"/>
                  </a:lnTo>
                  <a:lnTo>
                    <a:pt x="230" y="224"/>
                  </a:lnTo>
                  <a:lnTo>
                    <a:pt x="236" y="222"/>
                  </a:lnTo>
                  <a:lnTo>
                    <a:pt x="246" y="214"/>
                  </a:lnTo>
                  <a:lnTo>
                    <a:pt x="254" y="204"/>
                  </a:lnTo>
                  <a:lnTo>
                    <a:pt x="256" y="198"/>
                  </a:lnTo>
                  <a:lnTo>
                    <a:pt x="256" y="192"/>
                  </a:lnTo>
                  <a:lnTo>
                    <a:pt x="256" y="136"/>
                  </a:lnTo>
                  <a:lnTo>
                    <a:pt x="256" y="136"/>
                  </a:lnTo>
                  <a:lnTo>
                    <a:pt x="256" y="132"/>
                  </a:lnTo>
                  <a:close/>
                  <a:moveTo>
                    <a:pt x="240" y="192"/>
                  </a:moveTo>
                  <a:lnTo>
                    <a:pt x="240" y="192"/>
                  </a:lnTo>
                  <a:lnTo>
                    <a:pt x="238" y="198"/>
                  </a:lnTo>
                  <a:lnTo>
                    <a:pt x="236" y="204"/>
                  </a:lnTo>
                  <a:lnTo>
                    <a:pt x="230" y="206"/>
                  </a:lnTo>
                  <a:lnTo>
                    <a:pt x="224" y="208"/>
                  </a:lnTo>
                  <a:lnTo>
                    <a:pt x="32" y="208"/>
                  </a:lnTo>
                  <a:lnTo>
                    <a:pt x="32" y="208"/>
                  </a:lnTo>
                  <a:lnTo>
                    <a:pt x="26" y="206"/>
                  </a:lnTo>
                  <a:lnTo>
                    <a:pt x="20" y="204"/>
                  </a:lnTo>
                  <a:lnTo>
                    <a:pt x="18" y="198"/>
                  </a:lnTo>
                  <a:lnTo>
                    <a:pt x="16" y="192"/>
                  </a:lnTo>
                  <a:lnTo>
                    <a:pt x="16" y="136"/>
                  </a:lnTo>
                  <a:lnTo>
                    <a:pt x="48" y="16"/>
                  </a:lnTo>
                  <a:lnTo>
                    <a:pt x="208" y="16"/>
                  </a:lnTo>
                  <a:lnTo>
                    <a:pt x="240" y="136"/>
                  </a:lnTo>
                  <a:lnTo>
                    <a:pt x="240" y="19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55" name="Freeform 24"/>
            <p:cNvSpPr>
              <a:spLocks noEditPoints="1"/>
            </p:cNvSpPr>
            <p:nvPr/>
          </p:nvSpPr>
          <p:spPr bwMode="auto">
            <a:xfrm>
              <a:off x="4822825" y="3663950"/>
              <a:ext cx="311150" cy="228600"/>
            </a:xfrm>
            <a:custGeom>
              <a:avLst/>
              <a:gdLst/>
              <a:ahLst/>
              <a:cxnLst>
                <a:cxn ang="0">
                  <a:pos x="160" y="0"/>
                </a:cxn>
                <a:cxn ang="0">
                  <a:pos x="36" y="0"/>
                </a:cxn>
                <a:cxn ang="0">
                  <a:pos x="36" y="0"/>
                </a:cxn>
                <a:cxn ang="0">
                  <a:pos x="32" y="2"/>
                </a:cxn>
                <a:cxn ang="0">
                  <a:pos x="28" y="6"/>
                </a:cxn>
                <a:cxn ang="0">
                  <a:pos x="0" y="102"/>
                </a:cxn>
                <a:cxn ang="0">
                  <a:pos x="0" y="102"/>
                </a:cxn>
                <a:cxn ang="0">
                  <a:pos x="0" y="106"/>
                </a:cxn>
                <a:cxn ang="0">
                  <a:pos x="2" y="108"/>
                </a:cxn>
                <a:cxn ang="0">
                  <a:pos x="2" y="108"/>
                </a:cxn>
                <a:cxn ang="0">
                  <a:pos x="4" y="112"/>
                </a:cxn>
                <a:cxn ang="0">
                  <a:pos x="8" y="112"/>
                </a:cxn>
                <a:cxn ang="0">
                  <a:pos x="32" y="112"/>
                </a:cxn>
                <a:cxn ang="0">
                  <a:pos x="40" y="112"/>
                </a:cxn>
                <a:cxn ang="0">
                  <a:pos x="46" y="112"/>
                </a:cxn>
                <a:cxn ang="0">
                  <a:pos x="56" y="136"/>
                </a:cxn>
                <a:cxn ang="0">
                  <a:pos x="56" y="136"/>
                </a:cxn>
                <a:cxn ang="0">
                  <a:pos x="60" y="138"/>
                </a:cxn>
                <a:cxn ang="0">
                  <a:pos x="62" y="142"/>
                </a:cxn>
                <a:cxn ang="0">
                  <a:pos x="66" y="144"/>
                </a:cxn>
                <a:cxn ang="0">
                  <a:pos x="70" y="144"/>
                </a:cxn>
                <a:cxn ang="0">
                  <a:pos x="126" y="144"/>
                </a:cxn>
                <a:cxn ang="0">
                  <a:pos x="126" y="144"/>
                </a:cxn>
                <a:cxn ang="0">
                  <a:pos x="130" y="144"/>
                </a:cxn>
                <a:cxn ang="0">
                  <a:pos x="134" y="142"/>
                </a:cxn>
                <a:cxn ang="0">
                  <a:pos x="136" y="138"/>
                </a:cxn>
                <a:cxn ang="0">
                  <a:pos x="140" y="136"/>
                </a:cxn>
                <a:cxn ang="0">
                  <a:pos x="150" y="112"/>
                </a:cxn>
                <a:cxn ang="0">
                  <a:pos x="156" y="112"/>
                </a:cxn>
                <a:cxn ang="0">
                  <a:pos x="164" y="112"/>
                </a:cxn>
                <a:cxn ang="0">
                  <a:pos x="188" y="112"/>
                </a:cxn>
                <a:cxn ang="0">
                  <a:pos x="188" y="112"/>
                </a:cxn>
                <a:cxn ang="0">
                  <a:pos x="192" y="112"/>
                </a:cxn>
                <a:cxn ang="0">
                  <a:pos x="194" y="108"/>
                </a:cxn>
                <a:cxn ang="0">
                  <a:pos x="194" y="108"/>
                </a:cxn>
                <a:cxn ang="0">
                  <a:pos x="196" y="106"/>
                </a:cxn>
                <a:cxn ang="0">
                  <a:pos x="196" y="102"/>
                </a:cxn>
                <a:cxn ang="0">
                  <a:pos x="168" y="6"/>
                </a:cxn>
                <a:cxn ang="0">
                  <a:pos x="168" y="6"/>
                </a:cxn>
                <a:cxn ang="0">
                  <a:pos x="164" y="2"/>
                </a:cxn>
                <a:cxn ang="0">
                  <a:pos x="160" y="0"/>
                </a:cxn>
                <a:cxn ang="0">
                  <a:pos x="164" y="96"/>
                </a:cxn>
                <a:cxn ang="0">
                  <a:pos x="150" y="96"/>
                </a:cxn>
                <a:cxn ang="0">
                  <a:pos x="150" y="96"/>
                </a:cxn>
                <a:cxn ang="0">
                  <a:pos x="146" y="96"/>
                </a:cxn>
                <a:cxn ang="0">
                  <a:pos x="142" y="98"/>
                </a:cxn>
                <a:cxn ang="0">
                  <a:pos x="140" y="102"/>
                </a:cxn>
                <a:cxn ang="0">
                  <a:pos x="136" y="104"/>
                </a:cxn>
                <a:cxn ang="0">
                  <a:pos x="126" y="128"/>
                </a:cxn>
                <a:cxn ang="0">
                  <a:pos x="70" y="128"/>
                </a:cxn>
                <a:cxn ang="0">
                  <a:pos x="60" y="104"/>
                </a:cxn>
                <a:cxn ang="0">
                  <a:pos x="60" y="104"/>
                </a:cxn>
                <a:cxn ang="0">
                  <a:pos x="56" y="102"/>
                </a:cxn>
                <a:cxn ang="0">
                  <a:pos x="54" y="98"/>
                </a:cxn>
                <a:cxn ang="0">
                  <a:pos x="50" y="96"/>
                </a:cxn>
                <a:cxn ang="0">
                  <a:pos x="46" y="96"/>
                </a:cxn>
                <a:cxn ang="0">
                  <a:pos x="32" y="96"/>
                </a:cxn>
                <a:cxn ang="0">
                  <a:pos x="12" y="96"/>
                </a:cxn>
                <a:cxn ang="0">
                  <a:pos x="36" y="8"/>
                </a:cxn>
                <a:cxn ang="0">
                  <a:pos x="160" y="8"/>
                </a:cxn>
                <a:cxn ang="0">
                  <a:pos x="184" y="96"/>
                </a:cxn>
                <a:cxn ang="0">
                  <a:pos x="164" y="96"/>
                </a:cxn>
              </a:cxnLst>
              <a:rect l="0" t="0" r="r" b="b"/>
              <a:pathLst>
                <a:path w="196" h="144">
                  <a:moveTo>
                    <a:pt x="160" y="0"/>
                  </a:moveTo>
                  <a:lnTo>
                    <a:pt x="36" y="0"/>
                  </a:lnTo>
                  <a:lnTo>
                    <a:pt x="36" y="0"/>
                  </a:lnTo>
                  <a:lnTo>
                    <a:pt x="32" y="2"/>
                  </a:lnTo>
                  <a:lnTo>
                    <a:pt x="28" y="6"/>
                  </a:lnTo>
                  <a:lnTo>
                    <a:pt x="0" y="102"/>
                  </a:lnTo>
                  <a:lnTo>
                    <a:pt x="0" y="102"/>
                  </a:lnTo>
                  <a:lnTo>
                    <a:pt x="0" y="106"/>
                  </a:lnTo>
                  <a:lnTo>
                    <a:pt x="2" y="108"/>
                  </a:lnTo>
                  <a:lnTo>
                    <a:pt x="2" y="108"/>
                  </a:lnTo>
                  <a:lnTo>
                    <a:pt x="4" y="112"/>
                  </a:lnTo>
                  <a:lnTo>
                    <a:pt x="8" y="112"/>
                  </a:lnTo>
                  <a:lnTo>
                    <a:pt x="32" y="112"/>
                  </a:lnTo>
                  <a:lnTo>
                    <a:pt x="40" y="112"/>
                  </a:lnTo>
                  <a:lnTo>
                    <a:pt x="46" y="112"/>
                  </a:lnTo>
                  <a:lnTo>
                    <a:pt x="56" y="136"/>
                  </a:lnTo>
                  <a:lnTo>
                    <a:pt x="56" y="136"/>
                  </a:lnTo>
                  <a:lnTo>
                    <a:pt x="60" y="138"/>
                  </a:lnTo>
                  <a:lnTo>
                    <a:pt x="62" y="142"/>
                  </a:lnTo>
                  <a:lnTo>
                    <a:pt x="66" y="144"/>
                  </a:lnTo>
                  <a:lnTo>
                    <a:pt x="70" y="144"/>
                  </a:lnTo>
                  <a:lnTo>
                    <a:pt x="126" y="144"/>
                  </a:lnTo>
                  <a:lnTo>
                    <a:pt x="126" y="144"/>
                  </a:lnTo>
                  <a:lnTo>
                    <a:pt x="130" y="144"/>
                  </a:lnTo>
                  <a:lnTo>
                    <a:pt x="134" y="142"/>
                  </a:lnTo>
                  <a:lnTo>
                    <a:pt x="136" y="138"/>
                  </a:lnTo>
                  <a:lnTo>
                    <a:pt x="140" y="136"/>
                  </a:lnTo>
                  <a:lnTo>
                    <a:pt x="150" y="112"/>
                  </a:lnTo>
                  <a:lnTo>
                    <a:pt x="156" y="112"/>
                  </a:lnTo>
                  <a:lnTo>
                    <a:pt x="164" y="112"/>
                  </a:lnTo>
                  <a:lnTo>
                    <a:pt x="188" y="112"/>
                  </a:lnTo>
                  <a:lnTo>
                    <a:pt x="188" y="112"/>
                  </a:lnTo>
                  <a:lnTo>
                    <a:pt x="192" y="112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6" y="106"/>
                  </a:lnTo>
                  <a:lnTo>
                    <a:pt x="196" y="102"/>
                  </a:lnTo>
                  <a:lnTo>
                    <a:pt x="168" y="6"/>
                  </a:lnTo>
                  <a:lnTo>
                    <a:pt x="168" y="6"/>
                  </a:lnTo>
                  <a:lnTo>
                    <a:pt x="164" y="2"/>
                  </a:lnTo>
                  <a:lnTo>
                    <a:pt x="160" y="0"/>
                  </a:lnTo>
                  <a:close/>
                  <a:moveTo>
                    <a:pt x="164" y="96"/>
                  </a:moveTo>
                  <a:lnTo>
                    <a:pt x="150" y="96"/>
                  </a:lnTo>
                  <a:lnTo>
                    <a:pt x="150" y="96"/>
                  </a:lnTo>
                  <a:lnTo>
                    <a:pt x="146" y="96"/>
                  </a:lnTo>
                  <a:lnTo>
                    <a:pt x="142" y="98"/>
                  </a:lnTo>
                  <a:lnTo>
                    <a:pt x="140" y="102"/>
                  </a:lnTo>
                  <a:lnTo>
                    <a:pt x="136" y="104"/>
                  </a:lnTo>
                  <a:lnTo>
                    <a:pt x="126" y="128"/>
                  </a:lnTo>
                  <a:lnTo>
                    <a:pt x="70" y="128"/>
                  </a:lnTo>
                  <a:lnTo>
                    <a:pt x="60" y="104"/>
                  </a:lnTo>
                  <a:lnTo>
                    <a:pt x="60" y="104"/>
                  </a:lnTo>
                  <a:lnTo>
                    <a:pt x="56" y="102"/>
                  </a:lnTo>
                  <a:lnTo>
                    <a:pt x="54" y="98"/>
                  </a:lnTo>
                  <a:lnTo>
                    <a:pt x="50" y="96"/>
                  </a:lnTo>
                  <a:lnTo>
                    <a:pt x="46" y="96"/>
                  </a:lnTo>
                  <a:lnTo>
                    <a:pt x="32" y="96"/>
                  </a:lnTo>
                  <a:lnTo>
                    <a:pt x="12" y="96"/>
                  </a:lnTo>
                  <a:lnTo>
                    <a:pt x="36" y="8"/>
                  </a:lnTo>
                  <a:lnTo>
                    <a:pt x="160" y="8"/>
                  </a:lnTo>
                  <a:lnTo>
                    <a:pt x="184" y="96"/>
                  </a:lnTo>
                  <a:lnTo>
                    <a:pt x="164" y="9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</p:grpSp>
      <p:grpSp>
        <p:nvGrpSpPr>
          <p:cNvPr id="49" name="Group 48"/>
          <p:cNvGrpSpPr/>
          <p:nvPr/>
        </p:nvGrpSpPr>
        <p:grpSpPr>
          <a:xfrm>
            <a:off x="2710167" y="3520311"/>
            <a:ext cx="348824" cy="465099"/>
            <a:chOff x="4013200" y="2774950"/>
            <a:chExt cx="304800" cy="406400"/>
          </a:xfrm>
          <a:solidFill>
            <a:schemeClr val="tx2"/>
          </a:solidFill>
        </p:grpSpPr>
        <p:sp>
          <p:nvSpPr>
            <p:cNvPr id="52" name="Freeform 68"/>
            <p:cNvSpPr>
              <a:spLocks noEditPoints="1"/>
            </p:cNvSpPr>
            <p:nvPr/>
          </p:nvSpPr>
          <p:spPr bwMode="auto">
            <a:xfrm>
              <a:off x="4013200" y="2774950"/>
              <a:ext cx="304800" cy="406400"/>
            </a:xfrm>
            <a:custGeom>
              <a:avLst/>
              <a:gdLst/>
              <a:ahLst/>
              <a:cxnLst>
                <a:cxn ang="0">
                  <a:pos x="168" y="72"/>
                </a:cxn>
                <a:cxn ang="0">
                  <a:pos x="156" y="32"/>
                </a:cxn>
                <a:cxn ang="0">
                  <a:pos x="124" y="6"/>
                </a:cxn>
                <a:cxn ang="0">
                  <a:pos x="96" y="0"/>
                </a:cxn>
                <a:cxn ang="0">
                  <a:pos x="56" y="12"/>
                </a:cxn>
                <a:cxn ang="0">
                  <a:pos x="30" y="44"/>
                </a:cxn>
                <a:cxn ang="0">
                  <a:pos x="24" y="104"/>
                </a:cxn>
                <a:cxn ang="0">
                  <a:pos x="8" y="112"/>
                </a:cxn>
                <a:cxn ang="0">
                  <a:pos x="0" y="152"/>
                </a:cxn>
                <a:cxn ang="0">
                  <a:pos x="0" y="184"/>
                </a:cxn>
                <a:cxn ang="0">
                  <a:pos x="6" y="212"/>
                </a:cxn>
                <a:cxn ang="0">
                  <a:pos x="32" y="244"/>
                </a:cxn>
                <a:cxn ang="0">
                  <a:pos x="72" y="256"/>
                </a:cxn>
                <a:cxn ang="0">
                  <a:pos x="134" y="254"/>
                </a:cxn>
                <a:cxn ang="0">
                  <a:pos x="170" y="234"/>
                </a:cxn>
                <a:cxn ang="0">
                  <a:pos x="190" y="198"/>
                </a:cxn>
                <a:cxn ang="0">
                  <a:pos x="192" y="160"/>
                </a:cxn>
                <a:cxn ang="0">
                  <a:pos x="192" y="128"/>
                </a:cxn>
                <a:cxn ang="0">
                  <a:pos x="178" y="106"/>
                </a:cxn>
                <a:cxn ang="0">
                  <a:pos x="40" y="72"/>
                </a:cxn>
                <a:cxn ang="0">
                  <a:pos x="50" y="40"/>
                </a:cxn>
                <a:cxn ang="0">
                  <a:pos x="74" y="20"/>
                </a:cxn>
                <a:cxn ang="0">
                  <a:pos x="96" y="16"/>
                </a:cxn>
                <a:cxn ang="0">
                  <a:pos x="128" y="26"/>
                </a:cxn>
                <a:cxn ang="0">
                  <a:pos x="148" y="50"/>
                </a:cxn>
                <a:cxn ang="0">
                  <a:pos x="152" y="104"/>
                </a:cxn>
                <a:cxn ang="0">
                  <a:pos x="136" y="72"/>
                </a:cxn>
                <a:cxn ang="0">
                  <a:pos x="130" y="50"/>
                </a:cxn>
                <a:cxn ang="0">
                  <a:pos x="112" y="36"/>
                </a:cxn>
                <a:cxn ang="0">
                  <a:pos x="96" y="32"/>
                </a:cxn>
                <a:cxn ang="0">
                  <a:pos x="74" y="38"/>
                </a:cxn>
                <a:cxn ang="0">
                  <a:pos x="60" y="56"/>
                </a:cxn>
                <a:cxn ang="0">
                  <a:pos x="56" y="104"/>
                </a:cxn>
                <a:cxn ang="0">
                  <a:pos x="128" y="72"/>
                </a:cxn>
                <a:cxn ang="0">
                  <a:pos x="64" y="104"/>
                </a:cxn>
                <a:cxn ang="0">
                  <a:pos x="64" y="72"/>
                </a:cxn>
                <a:cxn ang="0">
                  <a:pos x="74" y="50"/>
                </a:cxn>
                <a:cxn ang="0">
                  <a:pos x="96" y="40"/>
                </a:cxn>
                <a:cxn ang="0">
                  <a:pos x="108" y="42"/>
                </a:cxn>
                <a:cxn ang="0">
                  <a:pos x="128" y="66"/>
                </a:cxn>
                <a:cxn ang="0">
                  <a:pos x="176" y="160"/>
                </a:cxn>
                <a:cxn ang="0">
                  <a:pos x="176" y="184"/>
                </a:cxn>
                <a:cxn ang="0">
                  <a:pos x="166" y="216"/>
                </a:cxn>
                <a:cxn ang="0">
                  <a:pos x="142" y="236"/>
                </a:cxn>
                <a:cxn ang="0">
                  <a:pos x="72" y="240"/>
                </a:cxn>
                <a:cxn ang="0">
                  <a:pos x="50" y="236"/>
                </a:cxn>
                <a:cxn ang="0">
                  <a:pos x="26" y="216"/>
                </a:cxn>
                <a:cxn ang="0">
                  <a:pos x="16" y="184"/>
                </a:cxn>
                <a:cxn ang="0">
                  <a:pos x="16" y="152"/>
                </a:cxn>
                <a:cxn ang="0">
                  <a:pos x="16" y="124"/>
                </a:cxn>
                <a:cxn ang="0">
                  <a:pos x="24" y="120"/>
                </a:cxn>
                <a:cxn ang="0">
                  <a:pos x="168" y="120"/>
                </a:cxn>
                <a:cxn ang="0">
                  <a:pos x="174" y="122"/>
                </a:cxn>
                <a:cxn ang="0">
                  <a:pos x="176" y="152"/>
                </a:cxn>
              </a:cxnLst>
              <a:rect l="0" t="0" r="r" b="b"/>
              <a:pathLst>
                <a:path w="192" h="256">
                  <a:moveTo>
                    <a:pt x="168" y="104"/>
                  </a:moveTo>
                  <a:lnTo>
                    <a:pt x="168" y="72"/>
                  </a:lnTo>
                  <a:lnTo>
                    <a:pt x="168" y="72"/>
                  </a:lnTo>
                  <a:lnTo>
                    <a:pt x="166" y="58"/>
                  </a:lnTo>
                  <a:lnTo>
                    <a:pt x="162" y="44"/>
                  </a:lnTo>
                  <a:lnTo>
                    <a:pt x="156" y="32"/>
                  </a:lnTo>
                  <a:lnTo>
                    <a:pt x="146" y="22"/>
                  </a:lnTo>
                  <a:lnTo>
                    <a:pt x="136" y="12"/>
                  </a:lnTo>
                  <a:lnTo>
                    <a:pt x="124" y="6"/>
                  </a:lnTo>
                  <a:lnTo>
                    <a:pt x="110" y="2"/>
                  </a:lnTo>
                  <a:lnTo>
                    <a:pt x="96" y="0"/>
                  </a:lnTo>
                  <a:lnTo>
                    <a:pt x="96" y="0"/>
                  </a:lnTo>
                  <a:lnTo>
                    <a:pt x="82" y="2"/>
                  </a:lnTo>
                  <a:lnTo>
                    <a:pt x="68" y="6"/>
                  </a:lnTo>
                  <a:lnTo>
                    <a:pt x="56" y="12"/>
                  </a:lnTo>
                  <a:lnTo>
                    <a:pt x="46" y="22"/>
                  </a:lnTo>
                  <a:lnTo>
                    <a:pt x="36" y="32"/>
                  </a:lnTo>
                  <a:lnTo>
                    <a:pt x="30" y="44"/>
                  </a:lnTo>
                  <a:lnTo>
                    <a:pt x="26" y="58"/>
                  </a:lnTo>
                  <a:lnTo>
                    <a:pt x="24" y="72"/>
                  </a:lnTo>
                  <a:lnTo>
                    <a:pt x="24" y="104"/>
                  </a:lnTo>
                  <a:lnTo>
                    <a:pt x="24" y="104"/>
                  </a:lnTo>
                  <a:lnTo>
                    <a:pt x="14" y="106"/>
                  </a:lnTo>
                  <a:lnTo>
                    <a:pt x="8" y="112"/>
                  </a:lnTo>
                  <a:lnTo>
                    <a:pt x="2" y="118"/>
                  </a:lnTo>
                  <a:lnTo>
                    <a:pt x="0" y="128"/>
                  </a:lnTo>
                  <a:lnTo>
                    <a:pt x="0" y="152"/>
                  </a:lnTo>
                  <a:lnTo>
                    <a:pt x="0" y="160"/>
                  </a:lnTo>
                  <a:lnTo>
                    <a:pt x="0" y="176"/>
                  </a:lnTo>
                  <a:lnTo>
                    <a:pt x="0" y="184"/>
                  </a:lnTo>
                  <a:lnTo>
                    <a:pt x="0" y="184"/>
                  </a:lnTo>
                  <a:lnTo>
                    <a:pt x="2" y="198"/>
                  </a:lnTo>
                  <a:lnTo>
                    <a:pt x="6" y="212"/>
                  </a:lnTo>
                  <a:lnTo>
                    <a:pt x="12" y="224"/>
                  </a:lnTo>
                  <a:lnTo>
                    <a:pt x="22" y="234"/>
                  </a:lnTo>
                  <a:lnTo>
                    <a:pt x="32" y="244"/>
                  </a:lnTo>
                  <a:lnTo>
                    <a:pt x="44" y="250"/>
                  </a:lnTo>
                  <a:lnTo>
                    <a:pt x="58" y="254"/>
                  </a:lnTo>
                  <a:lnTo>
                    <a:pt x="72" y="256"/>
                  </a:lnTo>
                  <a:lnTo>
                    <a:pt x="120" y="256"/>
                  </a:lnTo>
                  <a:lnTo>
                    <a:pt x="120" y="256"/>
                  </a:lnTo>
                  <a:lnTo>
                    <a:pt x="134" y="254"/>
                  </a:lnTo>
                  <a:lnTo>
                    <a:pt x="148" y="250"/>
                  </a:lnTo>
                  <a:lnTo>
                    <a:pt x="160" y="244"/>
                  </a:lnTo>
                  <a:lnTo>
                    <a:pt x="170" y="234"/>
                  </a:lnTo>
                  <a:lnTo>
                    <a:pt x="180" y="224"/>
                  </a:lnTo>
                  <a:lnTo>
                    <a:pt x="186" y="212"/>
                  </a:lnTo>
                  <a:lnTo>
                    <a:pt x="190" y="198"/>
                  </a:lnTo>
                  <a:lnTo>
                    <a:pt x="192" y="184"/>
                  </a:lnTo>
                  <a:lnTo>
                    <a:pt x="192" y="176"/>
                  </a:lnTo>
                  <a:lnTo>
                    <a:pt x="192" y="160"/>
                  </a:lnTo>
                  <a:lnTo>
                    <a:pt x="192" y="152"/>
                  </a:lnTo>
                  <a:lnTo>
                    <a:pt x="192" y="128"/>
                  </a:lnTo>
                  <a:lnTo>
                    <a:pt x="192" y="128"/>
                  </a:lnTo>
                  <a:lnTo>
                    <a:pt x="190" y="118"/>
                  </a:lnTo>
                  <a:lnTo>
                    <a:pt x="184" y="112"/>
                  </a:lnTo>
                  <a:lnTo>
                    <a:pt x="178" y="106"/>
                  </a:lnTo>
                  <a:lnTo>
                    <a:pt x="168" y="104"/>
                  </a:lnTo>
                  <a:close/>
                  <a:moveTo>
                    <a:pt x="40" y="72"/>
                  </a:moveTo>
                  <a:lnTo>
                    <a:pt x="40" y="72"/>
                  </a:lnTo>
                  <a:lnTo>
                    <a:pt x="42" y="60"/>
                  </a:lnTo>
                  <a:lnTo>
                    <a:pt x="44" y="50"/>
                  </a:lnTo>
                  <a:lnTo>
                    <a:pt x="50" y="40"/>
                  </a:lnTo>
                  <a:lnTo>
                    <a:pt x="56" y="32"/>
                  </a:lnTo>
                  <a:lnTo>
                    <a:pt x="64" y="26"/>
                  </a:lnTo>
                  <a:lnTo>
                    <a:pt x="74" y="20"/>
                  </a:lnTo>
                  <a:lnTo>
                    <a:pt x="84" y="18"/>
                  </a:lnTo>
                  <a:lnTo>
                    <a:pt x="96" y="16"/>
                  </a:lnTo>
                  <a:lnTo>
                    <a:pt x="96" y="16"/>
                  </a:lnTo>
                  <a:lnTo>
                    <a:pt x="108" y="18"/>
                  </a:lnTo>
                  <a:lnTo>
                    <a:pt x="118" y="20"/>
                  </a:lnTo>
                  <a:lnTo>
                    <a:pt x="128" y="26"/>
                  </a:lnTo>
                  <a:lnTo>
                    <a:pt x="136" y="32"/>
                  </a:lnTo>
                  <a:lnTo>
                    <a:pt x="142" y="40"/>
                  </a:lnTo>
                  <a:lnTo>
                    <a:pt x="148" y="50"/>
                  </a:lnTo>
                  <a:lnTo>
                    <a:pt x="150" y="60"/>
                  </a:lnTo>
                  <a:lnTo>
                    <a:pt x="152" y="72"/>
                  </a:lnTo>
                  <a:lnTo>
                    <a:pt x="152" y="104"/>
                  </a:lnTo>
                  <a:lnTo>
                    <a:pt x="136" y="104"/>
                  </a:lnTo>
                  <a:lnTo>
                    <a:pt x="136" y="72"/>
                  </a:lnTo>
                  <a:lnTo>
                    <a:pt x="136" y="72"/>
                  </a:lnTo>
                  <a:lnTo>
                    <a:pt x="136" y="64"/>
                  </a:lnTo>
                  <a:lnTo>
                    <a:pt x="132" y="56"/>
                  </a:lnTo>
                  <a:lnTo>
                    <a:pt x="130" y="50"/>
                  </a:lnTo>
                  <a:lnTo>
                    <a:pt x="124" y="44"/>
                  </a:lnTo>
                  <a:lnTo>
                    <a:pt x="118" y="38"/>
                  </a:lnTo>
                  <a:lnTo>
                    <a:pt x="112" y="36"/>
                  </a:lnTo>
                  <a:lnTo>
                    <a:pt x="104" y="32"/>
                  </a:lnTo>
                  <a:lnTo>
                    <a:pt x="96" y="32"/>
                  </a:lnTo>
                  <a:lnTo>
                    <a:pt x="96" y="32"/>
                  </a:lnTo>
                  <a:lnTo>
                    <a:pt x="88" y="32"/>
                  </a:lnTo>
                  <a:lnTo>
                    <a:pt x="80" y="36"/>
                  </a:lnTo>
                  <a:lnTo>
                    <a:pt x="74" y="38"/>
                  </a:lnTo>
                  <a:lnTo>
                    <a:pt x="68" y="44"/>
                  </a:lnTo>
                  <a:lnTo>
                    <a:pt x="62" y="50"/>
                  </a:lnTo>
                  <a:lnTo>
                    <a:pt x="60" y="56"/>
                  </a:lnTo>
                  <a:lnTo>
                    <a:pt x="56" y="64"/>
                  </a:lnTo>
                  <a:lnTo>
                    <a:pt x="56" y="72"/>
                  </a:lnTo>
                  <a:lnTo>
                    <a:pt x="56" y="104"/>
                  </a:lnTo>
                  <a:lnTo>
                    <a:pt x="40" y="104"/>
                  </a:lnTo>
                  <a:lnTo>
                    <a:pt x="40" y="72"/>
                  </a:lnTo>
                  <a:close/>
                  <a:moveTo>
                    <a:pt x="128" y="72"/>
                  </a:moveTo>
                  <a:lnTo>
                    <a:pt x="128" y="72"/>
                  </a:lnTo>
                  <a:lnTo>
                    <a:pt x="128" y="104"/>
                  </a:lnTo>
                  <a:lnTo>
                    <a:pt x="64" y="104"/>
                  </a:lnTo>
                  <a:lnTo>
                    <a:pt x="64" y="72"/>
                  </a:lnTo>
                  <a:lnTo>
                    <a:pt x="64" y="72"/>
                  </a:lnTo>
                  <a:lnTo>
                    <a:pt x="64" y="72"/>
                  </a:lnTo>
                  <a:lnTo>
                    <a:pt x="64" y="66"/>
                  </a:lnTo>
                  <a:lnTo>
                    <a:pt x="66" y="60"/>
                  </a:lnTo>
                  <a:lnTo>
                    <a:pt x="74" y="50"/>
                  </a:lnTo>
                  <a:lnTo>
                    <a:pt x="84" y="42"/>
                  </a:lnTo>
                  <a:lnTo>
                    <a:pt x="90" y="40"/>
                  </a:lnTo>
                  <a:lnTo>
                    <a:pt x="96" y="40"/>
                  </a:lnTo>
                  <a:lnTo>
                    <a:pt x="96" y="40"/>
                  </a:lnTo>
                  <a:lnTo>
                    <a:pt x="102" y="40"/>
                  </a:lnTo>
                  <a:lnTo>
                    <a:pt x="108" y="42"/>
                  </a:lnTo>
                  <a:lnTo>
                    <a:pt x="118" y="50"/>
                  </a:lnTo>
                  <a:lnTo>
                    <a:pt x="126" y="60"/>
                  </a:lnTo>
                  <a:lnTo>
                    <a:pt x="128" y="66"/>
                  </a:lnTo>
                  <a:lnTo>
                    <a:pt x="128" y="72"/>
                  </a:lnTo>
                  <a:close/>
                  <a:moveTo>
                    <a:pt x="176" y="152"/>
                  </a:moveTo>
                  <a:lnTo>
                    <a:pt x="176" y="160"/>
                  </a:lnTo>
                  <a:lnTo>
                    <a:pt x="176" y="176"/>
                  </a:lnTo>
                  <a:lnTo>
                    <a:pt x="176" y="184"/>
                  </a:lnTo>
                  <a:lnTo>
                    <a:pt x="176" y="184"/>
                  </a:lnTo>
                  <a:lnTo>
                    <a:pt x="174" y="196"/>
                  </a:lnTo>
                  <a:lnTo>
                    <a:pt x="172" y="206"/>
                  </a:lnTo>
                  <a:lnTo>
                    <a:pt x="166" y="216"/>
                  </a:lnTo>
                  <a:lnTo>
                    <a:pt x="160" y="224"/>
                  </a:lnTo>
                  <a:lnTo>
                    <a:pt x="152" y="230"/>
                  </a:lnTo>
                  <a:lnTo>
                    <a:pt x="142" y="236"/>
                  </a:lnTo>
                  <a:lnTo>
                    <a:pt x="132" y="238"/>
                  </a:lnTo>
                  <a:lnTo>
                    <a:pt x="120" y="240"/>
                  </a:lnTo>
                  <a:lnTo>
                    <a:pt x="72" y="240"/>
                  </a:lnTo>
                  <a:lnTo>
                    <a:pt x="72" y="240"/>
                  </a:lnTo>
                  <a:lnTo>
                    <a:pt x="60" y="238"/>
                  </a:lnTo>
                  <a:lnTo>
                    <a:pt x="50" y="236"/>
                  </a:lnTo>
                  <a:lnTo>
                    <a:pt x="40" y="230"/>
                  </a:lnTo>
                  <a:lnTo>
                    <a:pt x="32" y="224"/>
                  </a:lnTo>
                  <a:lnTo>
                    <a:pt x="26" y="216"/>
                  </a:lnTo>
                  <a:lnTo>
                    <a:pt x="20" y="206"/>
                  </a:lnTo>
                  <a:lnTo>
                    <a:pt x="18" y="196"/>
                  </a:lnTo>
                  <a:lnTo>
                    <a:pt x="16" y="184"/>
                  </a:lnTo>
                  <a:lnTo>
                    <a:pt x="16" y="176"/>
                  </a:lnTo>
                  <a:lnTo>
                    <a:pt x="16" y="160"/>
                  </a:lnTo>
                  <a:lnTo>
                    <a:pt x="16" y="152"/>
                  </a:lnTo>
                  <a:lnTo>
                    <a:pt x="16" y="128"/>
                  </a:lnTo>
                  <a:lnTo>
                    <a:pt x="16" y="128"/>
                  </a:lnTo>
                  <a:lnTo>
                    <a:pt x="16" y="124"/>
                  </a:lnTo>
                  <a:lnTo>
                    <a:pt x="18" y="122"/>
                  </a:lnTo>
                  <a:lnTo>
                    <a:pt x="20" y="120"/>
                  </a:lnTo>
                  <a:lnTo>
                    <a:pt x="24" y="120"/>
                  </a:lnTo>
                  <a:lnTo>
                    <a:pt x="40" y="120"/>
                  </a:lnTo>
                  <a:lnTo>
                    <a:pt x="152" y="120"/>
                  </a:lnTo>
                  <a:lnTo>
                    <a:pt x="168" y="120"/>
                  </a:lnTo>
                  <a:lnTo>
                    <a:pt x="168" y="120"/>
                  </a:lnTo>
                  <a:lnTo>
                    <a:pt x="172" y="120"/>
                  </a:lnTo>
                  <a:lnTo>
                    <a:pt x="174" y="122"/>
                  </a:lnTo>
                  <a:lnTo>
                    <a:pt x="176" y="124"/>
                  </a:lnTo>
                  <a:lnTo>
                    <a:pt x="176" y="128"/>
                  </a:lnTo>
                  <a:lnTo>
                    <a:pt x="176" y="15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53" name="Freeform 73"/>
            <p:cNvSpPr>
              <a:spLocks/>
            </p:cNvSpPr>
            <p:nvPr/>
          </p:nvSpPr>
          <p:spPr bwMode="auto">
            <a:xfrm>
              <a:off x="4140200" y="3016250"/>
              <a:ext cx="50800" cy="76200"/>
            </a:xfrm>
            <a:custGeom>
              <a:avLst/>
              <a:gdLst/>
              <a:ahLst/>
              <a:cxnLst>
                <a:cxn ang="0">
                  <a:pos x="16" y="0"/>
                </a:cxn>
                <a:cxn ang="0">
                  <a:pos x="16" y="0"/>
                </a:cxn>
                <a:cxn ang="0">
                  <a:pos x="10" y="2"/>
                </a:cxn>
                <a:cxn ang="0">
                  <a:pos x="4" y="4"/>
                </a:cxn>
                <a:cxn ang="0">
                  <a:pos x="2" y="10"/>
                </a:cxn>
                <a:cxn ang="0">
                  <a:pos x="0" y="16"/>
                </a:cxn>
                <a:cxn ang="0">
                  <a:pos x="0" y="16"/>
                </a:cxn>
                <a:cxn ang="0">
                  <a:pos x="2" y="26"/>
                </a:cxn>
                <a:cxn ang="0">
                  <a:pos x="6" y="38"/>
                </a:cxn>
                <a:cxn ang="0">
                  <a:pos x="6" y="38"/>
                </a:cxn>
                <a:cxn ang="0">
                  <a:pos x="10" y="44"/>
                </a:cxn>
                <a:cxn ang="0">
                  <a:pos x="12" y="48"/>
                </a:cxn>
                <a:cxn ang="0">
                  <a:pos x="16" y="48"/>
                </a:cxn>
                <a:cxn ang="0">
                  <a:pos x="16" y="48"/>
                </a:cxn>
                <a:cxn ang="0">
                  <a:pos x="20" y="48"/>
                </a:cxn>
                <a:cxn ang="0">
                  <a:pos x="22" y="44"/>
                </a:cxn>
                <a:cxn ang="0">
                  <a:pos x="26" y="38"/>
                </a:cxn>
                <a:cxn ang="0">
                  <a:pos x="26" y="38"/>
                </a:cxn>
                <a:cxn ang="0">
                  <a:pos x="30" y="26"/>
                </a:cxn>
                <a:cxn ang="0">
                  <a:pos x="32" y="16"/>
                </a:cxn>
                <a:cxn ang="0">
                  <a:pos x="32" y="16"/>
                </a:cxn>
                <a:cxn ang="0">
                  <a:pos x="30" y="10"/>
                </a:cxn>
                <a:cxn ang="0">
                  <a:pos x="28" y="4"/>
                </a:cxn>
                <a:cxn ang="0">
                  <a:pos x="22" y="2"/>
                </a:cxn>
                <a:cxn ang="0">
                  <a:pos x="16" y="0"/>
                </a:cxn>
              </a:cxnLst>
              <a:rect l="0" t="0" r="r" b="b"/>
              <a:pathLst>
                <a:path w="32" h="48">
                  <a:moveTo>
                    <a:pt x="16" y="0"/>
                  </a:moveTo>
                  <a:lnTo>
                    <a:pt x="16" y="0"/>
                  </a:lnTo>
                  <a:lnTo>
                    <a:pt x="10" y="2"/>
                  </a:lnTo>
                  <a:lnTo>
                    <a:pt x="4" y="4"/>
                  </a:lnTo>
                  <a:lnTo>
                    <a:pt x="2" y="10"/>
                  </a:lnTo>
                  <a:lnTo>
                    <a:pt x="0" y="16"/>
                  </a:lnTo>
                  <a:lnTo>
                    <a:pt x="0" y="16"/>
                  </a:lnTo>
                  <a:lnTo>
                    <a:pt x="2" y="26"/>
                  </a:lnTo>
                  <a:lnTo>
                    <a:pt x="6" y="38"/>
                  </a:lnTo>
                  <a:lnTo>
                    <a:pt x="6" y="38"/>
                  </a:lnTo>
                  <a:lnTo>
                    <a:pt x="10" y="44"/>
                  </a:lnTo>
                  <a:lnTo>
                    <a:pt x="12" y="48"/>
                  </a:lnTo>
                  <a:lnTo>
                    <a:pt x="16" y="48"/>
                  </a:lnTo>
                  <a:lnTo>
                    <a:pt x="16" y="48"/>
                  </a:lnTo>
                  <a:lnTo>
                    <a:pt x="20" y="48"/>
                  </a:lnTo>
                  <a:lnTo>
                    <a:pt x="22" y="44"/>
                  </a:lnTo>
                  <a:lnTo>
                    <a:pt x="26" y="38"/>
                  </a:lnTo>
                  <a:lnTo>
                    <a:pt x="26" y="38"/>
                  </a:lnTo>
                  <a:lnTo>
                    <a:pt x="30" y="26"/>
                  </a:lnTo>
                  <a:lnTo>
                    <a:pt x="32" y="16"/>
                  </a:lnTo>
                  <a:lnTo>
                    <a:pt x="32" y="16"/>
                  </a:lnTo>
                  <a:lnTo>
                    <a:pt x="30" y="10"/>
                  </a:lnTo>
                  <a:lnTo>
                    <a:pt x="28" y="4"/>
                  </a:lnTo>
                  <a:lnTo>
                    <a:pt x="22" y="2"/>
                  </a:lnTo>
                  <a:lnTo>
                    <a:pt x="16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</p:grpSp>
      <p:sp>
        <p:nvSpPr>
          <p:cNvPr id="50" name="Freeform 75"/>
          <p:cNvSpPr>
            <a:spLocks noEditPoints="1"/>
          </p:cNvSpPr>
          <p:nvPr/>
        </p:nvSpPr>
        <p:spPr bwMode="auto">
          <a:xfrm>
            <a:off x="1721831" y="3607516"/>
            <a:ext cx="465099" cy="348824"/>
          </a:xfrm>
          <a:custGeom>
            <a:avLst/>
            <a:gdLst/>
            <a:ahLst/>
            <a:cxnLst>
              <a:cxn ang="0">
                <a:pos x="210" y="4"/>
              </a:cxn>
              <a:cxn ang="0">
                <a:pos x="206" y="2"/>
              </a:cxn>
              <a:cxn ang="0">
                <a:pos x="56" y="0"/>
              </a:cxn>
              <a:cxn ang="0">
                <a:pos x="50" y="2"/>
              </a:cxn>
              <a:cxn ang="0">
                <a:pos x="4" y="46"/>
              </a:cxn>
              <a:cxn ang="0">
                <a:pos x="2" y="50"/>
              </a:cxn>
              <a:cxn ang="0">
                <a:pos x="0" y="56"/>
              </a:cxn>
              <a:cxn ang="0">
                <a:pos x="4" y="68"/>
              </a:cxn>
              <a:cxn ang="0">
                <a:pos x="116" y="186"/>
              </a:cxn>
              <a:cxn ang="0">
                <a:pos x="128" y="192"/>
              </a:cxn>
              <a:cxn ang="0">
                <a:pos x="134" y="190"/>
              </a:cxn>
              <a:cxn ang="0">
                <a:pos x="252" y="68"/>
              </a:cxn>
              <a:cxn ang="0">
                <a:pos x="256" y="62"/>
              </a:cxn>
              <a:cxn ang="0">
                <a:pos x="256" y="56"/>
              </a:cxn>
              <a:cxn ang="0">
                <a:pos x="252" y="46"/>
              </a:cxn>
              <a:cxn ang="0">
                <a:pos x="110" y="56"/>
              </a:cxn>
              <a:cxn ang="0">
                <a:pos x="146" y="56"/>
              </a:cxn>
              <a:cxn ang="0">
                <a:pos x="156" y="18"/>
              </a:cxn>
              <a:cxn ang="0">
                <a:pos x="152" y="50"/>
              </a:cxn>
              <a:cxn ang="0">
                <a:pos x="104" y="50"/>
              </a:cxn>
              <a:cxn ang="0">
                <a:pos x="100" y="18"/>
              </a:cxn>
              <a:cxn ang="0">
                <a:pos x="104" y="50"/>
              </a:cxn>
              <a:cxn ang="0">
                <a:pos x="128" y="164"/>
              </a:cxn>
              <a:cxn ang="0">
                <a:pos x="148" y="64"/>
              </a:cxn>
              <a:cxn ang="0">
                <a:pos x="196" y="64"/>
              </a:cxn>
              <a:cxn ang="0">
                <a:pos x="156" y="64"/>
              </a:cxn>
              <a:cxn ang="0">
                <a:pos x="178" y="40"/>
              </a:cxn>
              <a:cxn ang="0">
                <a:pos x="158" y="56"/>
              </a:cxn>
              <a:cxn ang="0">
                <a:pos x="194" y="16"/>
              </a:cxn>
              <a:cxn ang="0">
                <a:pos x="166" y="16"/>
              </a:cxn>
              <a:cxn ang="0">
                <a:pos x="110" y="16"/>
              </a:cxn>
              <a:cxn ang="0">
                <a:pos x="128" y="30"/>
              </a:cxn>
              <a:cxn ang="0">
                <a:pos x="62" y="16"/>
              </a:cxn>
              <a:cxn ang="0">
                <a:pos x="78" y="28"/>
              </a:cxn>
              <a:cxn ang="0">
                <a:pos x="98" y="56"/>
              </a:cxn>
              <a:cxn ang="0">
                <a:pos x="78" y="40"/>
              </a:cxn>
              <a:cxn ang="0">
                <a:pos x="120" y="162"/>
              </a:cxn>
              <a:cxn ang="0">
                <a:pos x="100" y="64"/>
              </a:cxn>
              <a:cxn ang="0">
                <a:pos x="22" y="64"/>
              </a:cxn>
              <a:cxn ang="0">
                <a:pos x="102" y="148"/>
              </a:cxn>
              <a:cxn ang="0">
                <a:pos x="234" y="64"/>
              </a:cxn>
              <a:cxn ang="0">
                <a:pos x="204" y="64"/>
              </a:cxn>
              <a:cxn ang="0">
                <a:pos x="184" y="34"/>
              </a:cxn>
              <a:cxn ang="0">
                <a:pos x="240" y="56"/>
              </a:cxn>
              <a:cxn ang="0">
                <a:pos x="54" y="20"/>
              </a:cxn>
              <a:cxn ang="0">
                <a:pos x="50" y="56"/>
              </a:cxn>
              <a:cxn ang="0">
                <a:pos x="54" y="20"/>
              </a:cxn>
            </a:cxnLst>
            <a:rect l="0" t="0" r="r" b="b"/>
            <a:pathLst>
              <a:path w="256" h="192">
                <a:moveTo>
                  <a:pt x="252" y="46"/>
                </a:moveTo>
                <a:lnTo>
                  <a:pt x="210" y="4"/>
                </a:lnTo>
                <a:lnTo>
                  <a:pt x="210" y="4"/>
                </a:lnTo>
                <a:lnTo>
                  <a:pt x="206" y="2"/>
                </a:lnTo>
                <a:lnTo>
                  <a:pt x="200" y="0"/>
                </a:lnTo>
                <a:lnTo>
                  <a:pt x="56" y="0"/>
                </a:lnTo>
                <a:lnTo>
                  <a:pt x="56" y="0"/>
                </a:lnTo>
                <a:lnTo>
                  <a:pt x="50" y="2"/>
                </a:lnTo>
                <a:lnTo>
                  <a:pt x="46" y="4"/>
                </a:lnTo>
                <a:lnTo>
                  <a:pt x="4" y="46"/>
                </a:lnTo>
                <a:lnTo>
                  <a:pt x="4" y="46"/>
                </a:lnTo>
                <a:lnTo>
                  <a:pt x="2" y="50"/>
                </a:lnTo>
                <a:lnTo>
                  <a:pt x="0" y="56"/>
                </a:lnTo>
                <a:lnTo>
                  <a:pt x="0" y="56"/>
                </a:lnTo>
                <a:lnTo>
                  <a:pt x="2" y="62"/>
                </a:lnTo>
                <a:lnTo>
                  <a:pt x="4" y="68"/>
                </a:lnTo>
                <a:lnTo>
                  <a:pt x="116" y="186"/>
                </a:lnTo>
                <a:lnTo>
                  <a:pt x="116" y="186"/>
                </a:lnTo>
                <a:lnTo>
                  <a:pt x="122" y="190"/>
                </a:lnTo>
                <a:lnTo>
                  <a:pt x="128" y="192"/>
                </a:lnTo>
                <a:lnTo>
                  <a:pt x="128" y="192"/>
                </a:lnTo>
                <a:lnTo>
                  <a:pt x="134" y="190"/>
                </a:lnTo>
                <a:lnTo>
                  <a:pt x="140" y="186"/>
                </a:lnTo>
                <a:lnTo>
                  <a:pt x="252" y="68"/>
                </a:lnTo>
                <a:lnTo>
                  <a:pt x="252" y="68"/>
                </a:lnTo>
                <a:lnTo>
                  <a:pt x="256" y="62"/>
                </a:lnTo>
                <a:lnTo>
                  <a:pt x="256" y="56"/>
                </a:lnTo>
                <a:lnTo>
                  <a:pt x="256" y="56"/>
                </a:lnTo>
                <a:lnTo>
                  <a:pt x="254" y="50"/>
                </a:lnTo>
                <a:lnTo>
                  <a:pt x="252" y="46"/>
                </a:lnTo>
                <a:close/>
                <a:moveTo>
                  <a:pt x="146" y="56"/>
                </a:moveTo>
                <a:lnTo>
                  <a:pt x="110" y="56"/>
                </a:lnTo>
                <a:lnTo>
                  <a:pt x="128" y="42"/>
                </a:lnTo>
                <a:lnTo>
                  <a:pt x="146" y="56"/>
                </a:lnTo>
                <a:close/>
                <a:moveTo>
                  <a:pt x="134" y="36"/>
                </a:moveTo>
                <a:lnTo>
                  <a:pt x="156" y="18"/>
                </a:lnTo>
                <a:lnTo>
                  <a:pt x="172" y="34"/>
                </a:lnTo>
                <a:lnTo>
                  <a:pt x="152" y="50"/>
                </a:lnTo>
                <a:lnTo>
                  <a:pt x="134" y="36"/>
                </a:lnTo>
                <a:close/>
                <a:moveTo>
                  <a:pt x="104" y="50"/>
                </a:moveTo>
                <a:lnTo>
                  <a:pt x="84" y="34"/>
                </a:lnTo>
                <a:lnTo>
                  <a:pt x="100" y="18"/>
                </a:lnTo>
                <a:lnTo>
                  <a:pt x="122" y="36"/>
                </a:lnTo>
                <a:lnTo>
                  <a:pt x="104" y="50"/>
                </a:lnTo>
                <a:close/>
                <a:moveTo>
                  <a:pt x="148" y="64"/>
                </a:moveTo>
                <a:lnTo>
                  <a:pt x="128" y="164"/>
                </a:lnTo>
                <a:lnTo>
                  <a:pt x="108" y="64"/>
                </a:lnTo>
                <a:lnTo>
                  <a:pt x="148" y="64"/>
                </a:lnTo>
                <a:close/>
                <a:moveTo>
                  <a:pt x="156" y="64"/>
                </a:moveTo>
                <a:lnTo>
                  <a:pt x="196" y="64"/>
                </a:lnTo>
                <a:lnTo>
                  <a:pt x="136" y="162"/>
                </a:lnTo>
                <a:lnTo>
                  <a:pt x="156" y="64"/>
                </a:lnTo>
                <a:close/>
                <a:moveTo>
                  <a:pt x="158" y="56"/>
                </a:moveTo>
                <a:lnTo>
                  <a:pt x="178" y="40"/>
                </a:lnTo>
                <a:lnTo>
                  <a:pt x="194" y="56"/>
                </a:lnTo>
                <a:lnTo>
                  <a:pt x="158" y="56"/>
                </a:lnTo>
                <a:close/>
                <a:moveTo>
                  <a:pt x="166" y="16"/>
                </a:moveTo>
                <a:lnTo>
                  <a:pt x="194" y="16"/>
                </a:lnTo>
                <a:lnTo>
                  <a:pt x="178" y="28"/>
                </a:lnTo>
                <a:lnTo>
                  <a:pt x="166" y="16"/>
                </a:lnTo>
                <a:close/>
                <a:moveTo>
                  <a:pt x="128" y="30"/>
                </a:moveTo>
                <a:lnTo>
                  <a:pt x="110" y="16"/>
                </a:lnTo>
                <a:lnTo>
                  <a:pt x="146" y="16"/>
                </a:lnTo>
                <a:lnTo>
                  <a:pt x="128" y="30"/>
                </a:lnTo>
                <a:close/>
                <a:moveTo>
                  <a:pt x="78" y="28"/>
                </a:moveTo>
                <a:lnTo>
                  <a:pt x="62" y="16"/>
                </a:lnTo>
                <a:lnTo>
                  <a:pt x="90" y="16"/>
                </a:lnTo>
                <a:lnTo>
                  <a:pt x="78" y="28"/>
                </a:lnTo>
                <a:close/>
                <a:moveTo>
                  <a:pt x="78" y="40"/>
                </a:moveTo>
                <a:lnTo>
                  <a:pt x="98" y="56"/>
                </a:lnTo>
                <a:lnTo>
                  <a:pt x="62" y="56"/>
                </a:lnTo>
                <a:lnTo>
                  <a:pt x="78" y="40"/>
                </a:lnTo>
                <a:close/>
                <a:moveTo>
                  <a:pt x="100" y="64"/>
                </a:moveTo>
                <a:lnTo>
                  <a:pt x="120" y="162"/>
                </a:lnTo>
                <a:lnTo>
                  <a:pt x="60" y="64"/>
                </a:lnTo>
                <a:lnTo>
                  <a:pt x="100" y="64"/>
                </a:lnTo>
                <a:close/>
                <a:moveTo>
                  <a:pt x="102" y="148"/>
                </a:moveTo>
                <a:lnTo>
                  <a:pt x="22" y="64"/>
                </a:lnTo>
                <a:lnTo>
                  <a:pt x="52" y="64"/>
                </a:lnTo>
                <a:lnTo>
                  <a:pt x="102" y="148"/>
                </a:lnTo>
                <a:close/>
                <a:moveTo>
                  <a:pt x="204" y="64"/>
                </a:moveTo>
                <a:lnTo>
                  <a:pt x="234" y="64"/>
                </a:lnTo>
                <a:lnTo>
                  <a:pt x="154" y="148"/>
                </a:lnTo>
                <a:lnTo>
                  <a:pt x="204" y="64"/>
                </a:lnTo>
                <a:close/>
                <a:moveTo>
                  <a:pt x="206" y="56"/>
                </a:moveTo>
                <a:lnTo>
                  <a:pt x="184" y="34"/>
                </a:lnTo>
                <a:lnTo>
                  <a:pt x="202" y="20"/>
                </a:lnTo>
                <a:lnTo>
                  <a:pt x="240" y="56"/>
                </a:lnTo>
                <a:lnTo>
                  <a:pt x="206" y="56"/>
                </a:lnTo>
                <a:close/>
                <a:moveTo>
                  <a:pt x="54" y="20"/>
                </a:moveTo>
                <a:lnTo>
                  <a:pt x="72" y="34"/>
                </a:lnTo>
                <a:lnTo>
                  <a:pt x="50" y="56"/>
                </a:lnTo>
                <a:lnTo>
                  <a:pt x="16" y="56"/>
                </a:lnTo>
                <a:lnTo>
                  <a:pt x="54" y="20"/>
                </a:lnTo>
                <a:close/>
              </a:path>
            </a:pathLst>
          </a:custGeom>
          <a:solidFill>
            <a:schemeClr val="tx2"/>
          </a:solidFill>
          <a:ln w="9525">
            <a:noFill/>
            <a:round/>
            <a:headEnd/>
            <a:tailEnd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ar-SA" sz="2288"/>
          </a:p>
        </p:txBody>
      </p:sp>
      <p:sp>
        <p:nvSpPr>
          <p:cNvPr id="51" name="Freeform 14"/>
          <p:cNvSpPr>
            <a:spLocks noEditPoints="1"/>
          </p:cNvSpPr>
          <p:nvPr/>
        </p:nvSpPr>
        <p:spPr bwMode="auto">
          <a:xfrm>
            <a:off x="4541493" y="4450508"/>
            <a:ext cx="406961" cy="465099"/>
          </a:xfrm>
          <a:custGeom>
            <a:avLst/>
            <a:gdLst/>
            <a:ahLst/>
            <a:cxnLst>
              <a:cxn ang="0">
                <a:pos x="200" y="10"/>
              </a:cxn>
              <a:cxn ang="0">
                <a:pos x="196" y="6"/>
              </a:cxn>
              <a:cxn ang="0">
                <a:pos x="188" y="0"/>
              </a:cxn>
              <a:cxn ang="0">
                <a:pos x="40" y="0"/>
              </a:cxn>
              <a:cxn ang="0">
                <a:pos x="36" y="0"/>
              </a:cxn>
              <a:cxn ang="0">
                <a:pos x="28" y="6"/>
              </a:cxn>
              <a:cxn ang="0">
                <a:pos x="16" y="40"/>
              </a:cxn>
              <a:cxn ang="0">
                <a:pos x="10" y="42"/>
              </a:cxn>
              <a:cxn ang="0">
                <a:pos x="2" y="50"/>
              </a:cxn>
              <a:cxn ang="0">
                <a:pos x="0" y="80"/>
              </a:cxn>
              <a:cxn ang="0">
                <a:pos x="2" y="86"/>
              </a:cxn>
              <a:cxn ang="0">
                <a:pos x="10" y="94"/>
              </a:cxn>
              <a:cxn ang="0">
                <a:pos x="24" y="96"/>
              </a:cxn>
              <a:cxn ang="0">
                <a:pos x="24" y="98"/>
              </a:cxn>
              <a:cxn ang="0">
                <a:pos x="40" y="242"/>
              </a:cxn>
              <a:cxn ang="0">
                <a:pos x="46" y="252"/>
              </a:cxn>
              <a:cxn ang="0">
                <a:pos x="56" y="256"/>
              </a:cxn>
              <a:cxn ang="0">
                <a:pos x="168" y="256"/>
              </a:cxn>
              <a:cxn ang="0">
                <a:pos x="178" y="252"/>
              </a:cxn>
              <a:cxn ang="0">
                <a:pos x="184" y="242"/>
              </a:cxn>
              <a:cxn ang="0">
                <a:pos x="200" y="98"/>
              </a:cxn>
              <a:cxn ang="0">
                <a:pos x="208" y="96"/>
              </a:cxn>
              <a:cxn ang="0">
                <a:pos x="214" y="94"/>
              </a:cxn>
              <a:cxn ang="0">
                <a:pos x="222" y="86"/>
              </a:cxn>
              <a:cxn ang="0">
                <a:pos x="224" y="56"/>
              </a:cxn>
              <a:cxn ang="0">
                <a:pos x="222" y="50"/>
              </a:cxn>
              <a:cxn ang="0">
                <a:pos x="214" y="42"/>
              </a:cxn>
              <a:cxn ang="0">
                <a:pos x="40" y="16"/>
              </a:cxn>
              <a:cxn ang="0">
                <a:pos x="192" y="40"/>
              </a:cxn>
              <a:cxn ang="0">
                <a:pos x="40" y="16"/>
              </a:cxn>
              <a:cxn ang="0">
                <a:pos x="54" y="216"/>
              </a:cxn>
              <a:cxn ang="0">
                <a:pos x="168" y="240"/>
              </a:cxn>
              <a:cxn ang="0">
                <a:pos x="172" y="208"/>
              </a:cxn>
              <a:cxn ang="0">
                <a:pos x="44" y="128"/>
              </a:cxn>
              <a:cxn ang="0">
                <a:pos x="172" y="208"/>
              </a:cxn>
              <a:cxn ang="0">
                <a:pos x="42" y="120"/>
              </a:cxn>
              <a:cxn ang="0">
                <a:pos x="184" y="96"/>
              </a:cxn>
              <a:cxn ang="0">
                <a:pos x="208" y="80"/>
              </a:cxn>
              <a:cxn ang="0">
                <a:pos x="16" y="56"/>
              </a:cxn>
              <a:cxn ang="0">
                <a:pos x="208" y="80"/>
              </a:cxn>
            </a:cxnLst>
            <a:rect l="0" t="0" r="r" b="b"/>
            <a:pathLst>
              <a:path w="224" h="256">
                <a:moveTo>
                  <a:pt x="208" y="40"/>
                </a:moveTo>
                <a:lnTo>
                  <a:pt x="200" y="10"/>
                </a:lnTo>
                <a:lnTo>
                  <a:pt x="200" y="10"/>
                </a:lnTo>
                <a:lnTo>
                  <a:pt x="196" y="6"/>
                </a:lnTo>
                <a:lnTo>
                  <a:pt x="194" y="4"/>
                </a:lnTo>
                <a:lnTo>
                  <a:pt x="188" y="0"/>
                </a:lnTo>
                <a:lnTo>
                  <a:pt x="184" y="0"/>
                </a:lnTo>
                <a:lnTo>
                  <a:pt x="40" y="0"/>
                </a:lnTo>
                <a:lnTo>
                  <a:pt x="40" y="0"/>
                </a:lnTo>
                <a:lnTo>
                  <a:pt x="36" y="0"/>
                </a:lnTo>
                <a:lnTo>
                  <a:pt x="30" y="4"/>
                </a:lnTo>
                <a:lnTo>
                  <a:pt x="28" y="6"/>
                </a:lnTo>
                <a:lnTo>
                  <a:pt x="24" y="10"/>
                </a:lnTo>
                <a:lnTo>
                  <a:pt x="16" y="40"/>
                </a:lnTo>
                <a:lnTo>
                  <a:pt x="16" y="40"/>
                </a:lnTo>
                <a:lnTo>
                  <a:pt x="10" y="42"/>
                </a:lnTo>
                <a:lnTo>
                  <a:pt x="4" y="46"/>
                </a:lnTo>
                <a:lnTo>
                  <a:pt x="2" y="50"/>
                </a:lnTo>
                <a:lnTo>
                  <a:pt x="0" y="56"/>
                </a:lnTo>
                <a:lnTo>
                  <a:pt x="0" y="80"/>
                </a:lnTo>
                <a:lnTo>
                  <a:pt x="0" y="80"/>
                </a:lnTo>
                <a:lnTo>
                  <a:pt x="2" y="86"/>
                </a:lnTo>
                <a:lnTo>
                  <a:pt x="4" y="92"/>
                </a:lnTo>
                <a:lnTo>
                  <a:pt x="10" y="94"/>
                </a:lnTo>
                <a:lnTo>
                  <a:pt x="16" y="96"/>
                </a:lnTo>
                <a:lnTo>
                  <a:pt x="24" y="96"/>
                </a:lnTo>
                <a:lnTo>
                  <a:pt x="24" y="96"/>
                </a:lnTo>
                <a:lnTo>
                  <a:pt x="24" y="98"/>
                </a:lnTo>
                <a:lnTo>
                  <a:pt x="40" y="242"/>
                </a:lnTo>
                <a:lnTo>
                  <a:pt x="40" y="242"/>
                </a:lnTo>
                <a:lnTo>
                  <a:pt x="42" y="248"/>
                </a:lnTo>
                <a:lnTo>
                  <a:pt x="46" y="252"/>
                </a:lnTo>
                <a:lnTo>
                  <a:pt x="50" y="254"/>
                </a:lnTo>
                <a:lnTo>
                  <a:pt x="56" y="256"/>
                </a:lnTo>
                <a:lnTo>
                  <a:pt x="168" y="256"/>
                </a:lnTo>
                <a:lnTo>
                  <a:pt x="168" y="256"/>
                </a:lnTo>
                <a:lnTo>
                  <a:pt x="174" y="254"/>
                </a:lnTo>
                <a:lnTo>
                  <a:pt x="178" y="252"/>
                </a:lnTo>
                <a:lnTo>
                  <a:pt x="182" y="248"/>
                </a:lnTo>
                <a:lnTo>
                  <a:pt x="184" y="242"/>
                </a:lnTo>
                <a:lnTo>
                  <a:pt x="200" y="98"/>
                </a:lnTo>
                <a:lnTo>
                  <a:pt x="200" y="98"/>
                </a:lnTo>
                <a:lnTo>
                  <a:pt x="200" y="96"/>
                </a:lnTo>
                <a:lnTo>
                  <a:pt x="208" y="96"/>
                </a:lnTo>
                <a:lnTo>
                  <a:pt x="208" y="96"/>
                </a:lnTo>
                <a:lnTo>
                  <a:pt x="214" y="94"/>
                </a:lnTo>
                <a:lnTo>
                  <a:pt x="220" y="92"/>
                </a:lnTo>
                <a:lnTo>
                  <a:pt x="222" y="86"/>
                </a:lnTo>
                <a:lnTo>
                  <a:pt x="224" y="80"/>
                </a:lnTo>
                <a:lnTo>
                  <a:pt x="224" y="56"/>
                </a:lnTo>
                <a:lnTo>
                  <a:pt x="224" y="56"/>
                </a:lnTo>
                <a:lnTo>
                  <a:pt x="222" y="50"/>
                </a:lnTo>
                <a:lnTo>
                  <a:pt x="220" y="46"/>
                </a:lnTo>
                <a:lnTo>
                  <a:pt x="214" y="42"/>
                </a:lnTo>
                <a:lnTo>
                  <a:pt x="208" y="40"/>
                </a:lnTo>
                <a:close/>
                <a:moveTo>
                  <a:pt x="40" y="16"/>
                </a:moveTo>
                <a:lnTo>
                  <a:pt x="184" y="16"/>
                </a:lnTo>
                <a:lnTo>
                  <a:pt x="192" y="40"/>
                </a:lnTo>
                <a:lnTo>
                  <a:pt x="32" y="40"/>
                </a:lnTo>
                <a:lnTo>
                  <a:pt x="40" y="16"/>
                </a:lnTo>
                <a:close/>
                <a:moveTo>
                  <a:pt x="56" y="240"/>
                </a:moveTo>
                <a:lnTo>
                  <a:pt x="54" y="216"/>
                </a:lnTo>
                <a:lnTo>
                  <a:pt x="170" y="216"/>
                </a:lnTo>
                <a:lnTo>
                  <a:pt x="168" y="240"/>
                </a:lnTo>
                <a:lnTo>
                  <a:pt x="56" y="240"/>
                </a:lnTo>
                <a:close/>
                <a:moveTo>
                  <a:pt x="172" y="208"/>
                </a:moveTo>
                <a:lnTo>
                  <a:pt x="52" y="208"/>
                </a:lnTo>
                <a:lnTo>
                  <a:pt x="44" y="128"/>
                </a:lnTo>
                <a:lnTo>
                  <a:pt x="180" y="128"/>
                </a:lnTo>
                <a:lnTo>
                  <a:pt x="172" y="208"/>
                </a:lnTo>
                <a:close/>
                <a:moveTo>
                  <a:pt x="182" y="120"/>
                </a:moveTo>
                <a:lnTo>
                  <a:pt x="42" y="120"/>
                </a:lnTo>
                <a:lnTo>
                  <a:pt x="40" y="96"/>
                </a:lnTo>
                <a:lnTo>
                  <a:pt x="184" y="96"/>
                </a:lnTo>
                <a:lnTo>
                  <a:pt x="182" y="120"/>
                </a:lnTo>
                <a:close/>
                <a:moveTo>
                  <a:pt x="208" y="80"/>
                </a:moveTo>
                <a:lnTo>
                  <a:pt x="16" y="80"/>
                </a:lnTo>
                <a:lnTo>
                  <a:pt x="16" y="56"/>
                </a:lnTo>
                <a:lnTo>
                  <a:pt x="208" y="56"/>
                </a:lnTo>
                <a:lnTo>
                  <a:pt x="208" y="80"/>
                </a:lnTo>
                <a:close/>
              </a:path>
            </a:pathLst>
          </a:custGeom>
          <a:solidFill>
            <a:schemeClr val="tx2"/>
          </a:solidFill>
          <a:ln w="9525">
            <a:noFill/>
            <a:round/>
            <a:headEnd/>
            <a:tailEnd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ar-SA" sz="2288"/>
          </a:p>
        </p:txBody>
      </p:sp>
    </p:spTree>
    <p:extLst>
      <p:ext uri="{BB962C8B-B14F-4D97-AF65-F5344CB8AC3E}">
        <p14:creationId xmlns:p14="http://schemas.microsoft.com/office/powerpoint/2010/main" val="234012012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 5"/>
          <p:cNvSpPr>
            <a:spLocks noEditPoints="1"/>
          </p:cNvSpPr>
          <p:nvPr/>
        </p:nvSpPr>
        <p:spPr bwMode="auto">
          <a:xfrm>
            <a:off x="4283956" y="2115204"/>
            <a:ext cx="308209" cy="246568"/>
          </a:xfrm>
          <a:custGeom>
            <a:avLst/>
            <a:gdLst>
              <a:gd name="T0" fmla="*/ 266 w 266"/>
              <a:gd name="T1" fmla="*/ 48 h 213"/>
              <a:gd name="T2" fmla="*/ 266 w 266"/>
              <a:gd name="T3" fmla="*/ 204 h 213"/>
              <a:gd name="T4" fmla="*/ 261 w 266"/>
              <a:gd name="T5" fmla="*/ 212 h 213"/>
              <a:gd name="T6" fmla="*/ 257 w 266"/>
              <a:gd name="T7" fmla="*/ 213 h 213"/>
              <a:gd name="T8" fmla="*/ 253 w 266"/>
              <a:gd name="T9" fmla="*/ 212 h 213"/>
              <a:gd name="T10" fmla="*/ 195 w 266"/>
              <a:gd name="T11" fmla="*/ 176 h 213"/>
              <a:gd name="T12" fmla="*/ 138 w 266"/>
              <a:gd name="T13" fmla="*/ 212 h 213"/>
              <a:gd name="T14" fmla="*/ 129 w 266"/>
              <a:gd name="T15" fmla="*/ 212 h 213"/>
              <a:gd name="T16" fmla="*/ 71 w 266"/>
              <a:gd name="T17" fmla="*/ 176 h 213"/>
              <a:gd name="T18" fmla="*/ 13 w 266"/>
              <a:gd name="T19" fmla="*/ 212 h 213"/>
              <a:gd name="T20" fmla="*/ 5 w 266"/>
              <a:gd name="T21" fmla="*/ 212 h 213"/>
              <a:gd name="T22" fmla="*/ 0 w 266"/>
              <a:gd name="T23" fmla="*/ 204 h 213"/>
              <a:gd name="T24" fmla="*/ 0 w 266"/>
              <a:gd name="T25" fmla="*/ 48 h 213"/>
              <a:gd name="T26" fmla="*/ 4 w 266"/>
              <a:gd name="T27" fmla="*/ 41 h 213"/>
              <a:gd name="T28" fmla="*/ 66 w 266"/>
              <a:gd name="T29" fmla="*/ 1 h 213"/>
              <a:gd name="T30" fmla="*/ 75 w 266"/>
              <a:gd name="T31" fmla="*/ 1 h 213"/>
              <a:gd name="T32" fmla="*/ 133 w 266"/>
              <a:gd name="T33" fmla="*/ 38 h 213"/>
              <a:gd name="T34" fmla="*/ 191 w 266"/>
              <a:gd name="T35" fmla="*/ 1 h 213"/>
              <a:gd name="T36" fmla="*/ 200 w 266"/>
              <a:gd name="T37" fmla="*/ 1 h 213"/>
              <a:gd name="T38" fmla="*/ 262 w 266"/>
              <a:gd name="T39" fmla="*/ 41 h 213"/>
              <a:gd name="T40" fmla="*/ 266 w 266"/>
              <a:gd name="T41" fmla="*/ 48 h 213"/>
              <a:gd name="T42" fmla="*/ 62 w 266"/>
              <a:gd name="T43" fmla="*/ 25 h 213"/>
              <a:gd name="T44" fmla="*/ 18 w 266"/>
              <a:gd name="T45" fmla="*/ 53 h 213"/>
              <a:gd name="T46" fmla="*/ 18 w 266"/>
              <a:gd name="T47" fmla="*/ 188 h 213"/>
              <a:gd name="T48" fmla="*/ 62 w 266"/>
              <a:gd name="T49" fmla="*/ 160 h 213"/>
              <a:gd name="T50" fmla="*/ 62 w 266"/>
              <a:gd name="T51" fmla="*/ 25 h 213"/>
              <a:gd name="T52" fmla="*/ 124 w 266"/>
              <a:gd name="T53" fmla="*/ 53 h 213"/>
              <a:gd name="T54" fmla="*/ 80 w 266"/>
              <a:gd name="T55" fmla="*/ 25 h 213"/>
              <a:gd name="T56" fmla="*/ 80 w 266"/>
              <a:gd name="T57" fmla="*/ 160 h 213"/>
              <a:gd name="T58" fmla="*/ 124 w 266"/>
              <a:gd name="T59" fmla="*/ 188 h 213"/>
              <a:gd name="T60" fmla="*/ 124 w 266"/>
              <a:gd name="T61" fmla="*/ 53 h 213"/>
              <a:gd name="T62" fmla="*/ 186 w 266"/>
              <a:gd name="T63" fmla="*/ 25 h 213"/>
              <a:gd name="T64" fmla="*/ 142 w 266"/>
              <a:gd name="T65" fmla="*/ 53 h 213"/>
              <a:gd name="T66" fmla="*/ 142 w 266"/>
              <a:gd name="T67" fmla="*/ 188 h 213"/>
              <a:gd name="T68" fmla="*/ 186 w 266"/>
              <a:gd name="T69" fmla="*/ 160 h 213"/>
              <a:gd name="T70" fmla="*/ 186 w 266"/>
              <a:gd name="T71" fmla="*/ 25 h 213"/>
              <a:gd name="T72" fmla="*/ 249 w 266"/>
              <a:gd name="T73" fmla="*/ 53 h 213"/>
              <a:gd name="T74" fmla="*/ 204 w 266"/>
              <a:gd name="T75" fmla="*/ 25 h 213"/>
              <a:gd name="T76" fmla="*/ 204 w 266"/>
              <a:gd name="T77" fmla="*/ 160 h 213"/>
              <a:gd name="T78" fmla="*/ 249 w 266"/>
              <a:gd name="T79" fmla="*/ 188 h 213"/>
              <a:gd name="T80" fmla="*/ 249 w 266"/>
              <a:gd name="T81" fmla="*/ 53 h 2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266" h="213">
                <a:moveTo>
                  <a:pt x="266" y="48"/>
                </a:moveTo>
                <a:cubicBezTo>
                  <a:pt x="266" y="204"/>
                  <a:pt x="266" y="204"/>
                  <a:pt x="266" y="204"/>
                </a:cubicBezTo>
                <a:cubicBezTo>
                  <a:pt x="266" y="207"/>
                  <a:pt x="264" y="210"/>
                  <a:pt x="261" y="212"/>
                </a:cubicBezTo>
                <a:cubicBezTo>
                  <a:pt x="260" y="212"/>
                  <a:pt x="259" y="213"/>
                  <a:pt x="257" y="213"/>
                </a:cubicBezTo>
                <a:cubicBezTo>
                  <a:pt x="255" y="213"/>
                  <a:pt x="254" y="212"/>
                  <a:pt x="253" y="212"/>
                </a:cubicBezTo>
                <a:cubicBezTo>
                  <a:pt x="195" y="176"/>
                  <a:pt x="195" y="176"/>
                  <a:pt x="195" y="176"/>
                </a:cubicBezTo>
                <a:cubicBezTo>
                  <a:pt x="138" y="212"/>
                  <a:pt x="138" y="212"/>
                  <a:pt x="138" y="212"/>
                </a:cubicBezTo>
                <a:cubicBezTo>
                  <a:pt x="135" y="213"/>
                  <a:pt x="131" y="213"/>
                  <a:pt x="129" y="212"/>
                </a:cubicBezTo>
                <a:cubicBezTo>
                  <a:pt x="71" y="176"/>
                  <a:pt x="71" y="176"/>
                  <a:pt x="71" y="176"/>
                </a:cubicBezTo>
                <a:cubicBezTo>
                  <a:pt x="13" y="212"/>
                  <a:pt x="13" y="212"/>
                  <a:pt x="13" y="212"/>
                </a:cubicBezTo>
                <a:cubicBezTo>
                  <a:pt x="11" y="213"/>
                  <a:pt x="8" y="213"/>
                  <a:pt x="5" y="212"/>
                </a:cubicBezTo>
                <a:cubicBezTo>
                  <a:pt x="2" y="210"/>
                  <a:pt x="0" y="207"/>
                  <a:pt x="0" y="204"/>
                </a:cubicBezTo>
                <a:cubicBezTo>
                  <a:pt x="0" y="48"/>
                  <a:pt x="0" y="48"/>
                  <a:pt x="0" y="48"/>
                </a:cubicBezTo>
                <a:cubicBezTo>
                  <a:pt x="0" y="45"/>
                  <a:pt x="2" y="42"/>
                  <a:pt x="4" y="41"/>
                </a:cubicBezTo>
                <a:cubicBezTo>
                  <a:pt x="66" y="1"/>
                  <a:pt x="66" y="1"/>
                  <a:pt x="66" y="1"/>
                </a:cubicBezTo>
                <a:cubicBezTo>
                  <a:pt x="69" y="0"/>
                  <a:pt x="73" y="0"/>
                  <a:pt x="75" y="1"/>
                </a:cubicBezTo>
                <a:cubicBezTo>
                  <a:pt x="133" y="38"/>
                  <a:pt x="133" y="38"/>
                  <a:pt x="133" y="38"/>
                </a:cubicBezTo>
                <a:cubicBezTo>
                  <a:pt x="191" y="1"/>
                  <a:pt x="191" y="1"/>
                  <a:pt x="191" y="1"/>
                </a:cubicBezTo>
                <a:cubicBezTo>
                  <a:pt x="193" y="0"/>
                  <a:pt x="197" y="0"/>
                  <a:pt x="200" y="1"/>
                </a:cubicBezTo>
                <a:cubicBezTo>
                  <a:pt x="262" y="41"/>
                  <a:pt x="262" y="41"/>
                  <a:pt x="262" y="41"/>
                </a:cubicBezTo>
                <a:cubicBezTo>
                  <a:pt x="264" y="42"/>
                  <a:pt x="266" y="45"/>
                  <a:pt x="266" y="48"/>
                </a:cubicBezTo>
                <a:close/>
                <a:moveTo>
                  <a:pt x="62" y="25"/>
                </a:moveTo>
                <a:cubicBezTo>
                  <a:pt x="18" y="53"/>
                  <a:pt x="18" y="53"/>
                  <a:pt x="18" y="53"/>
                </a:cubicBezTo>
                <a:cubicBezTo>
                  <a:pt x="18" y="188"/>
                  <a:pt x="18" y="188"/>
                  <a:pt x="18" y="188"/>
                </a:cubicBezTo>
                <a:cubicBezTo>
                  <a:pt x="62" y="160"/>
                  <a:pt x="62" y="160"/>
                  <a:pt x="62" y="160"/>
                </a:cubicBezTo>
                <a:lnTo>
                  <a:pt x="62" y="25"/>
                </a:lnTo>
                <a:close/>
                <a:moveTo>
                  <a:pt x="124" y="53"/>
                </a:moveTo>
                <a:cubicBezTo>
                  <a:pt x="80" y="25"/>
                  <a:pt x="80" y="25"/>
                  <a:pt x="80" y="25"/>
                </a:cubicBezTo>
                <a:cubicBezTo>
                  <a:pt x="80" y="160"/>
                  <a:pt x="80" y="160"/>
                  <a:pt x="80" y="160"/>
                </a:cubicBezTo>
                <a:cubicBezTo>
                  <a:pt x="124" y="188"/>
                  <a:pt x="124" y="188"/>
                  <a:pt x="124" y="188"/>
                </a:cubicBezTo>
                <a:lnTo>
                  <a:pt x="124" y="53"/>
                </a:lnTo>
                <a:close/>
                <a:moveTo>
                  <a:pt x="186" y="25"/>
                </a:moveTo>
                <a:cubicBezTo>
                  <a:pt x="142" y="53"/>
                  <a:pt x="142" y="53"/>
                  <a:pt x="142" y="53"/>
                </a:cubicBezTo>
                <a:cubicBezTo>
                  <a:pt x="142" y="188"/>
                  <a:pt x="142" y="188"/>
                  <a:pt x="142" y="188"/>
                </a:cubicBezTo>
                <a:cubicBezTo>
                  <a:pt x="186" y="160"/>
                  <a:pt x="186" y="160"/>
                  <a:pt x="186" y="160"/>
                </a:cubicBezTo>
                <a:lnTo>
                  <a:pt x="186" y="25"/>
                </a:lnTo>
                <a:close/>
                <a:moveTo>
                  <a:pt x="249" y="53"/>
                </a:moveTo>
                <a:cubicBezTo>
                  <a:pt x="204" y="25"/>
                  <a:pt x="204" y="25"/>
                  <a:pt x="204" y="25"/>
                </a:cubicBezTo>
                <a:cubicBezTo>
                  <a:pt x="204" y="160"/>
                  <a:pt x="204" y="160"/>
                  <a:pt x="204" y="160"/>
                </a:cubicBezTo>
                <a:cubicBezTo>
                  <a:pt x="249" y="188"/>
                  <a:pt x="249" y="188"/>
                  <a:pt x="249" y="188"/>
                </a:cubicBezTo>
                <a:lnTo>
                  <a:pt x="249" y="5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4" name="Freeform 6"/>
          <p:cNvSpPr>
            <a:spLocks noEditPoints="1"/>
          </p:cNvSpPr>
          <p:nvPr/>
        </p:nvSpPr>
        <p:spPr bwMode="auto">
          <a:xfrm>
            <a:off x="4653806" y="2089696"/>
            <a:ext cx="297581" cy="297581"/>
          </a:xfrm>
          <a:custGeom>
            <a:avLst/>
            <a:gdLst>
              <a:gd name="T0" fmla="*/ 256 w 257"/>
              <a:gd name="T1" fmla="*/ 127 h 257"/>
              <a:gd name="T2" fmla="*/ 130 w 257"/>
              <a:gd name="T3" fmla="*/ 256 h 257"/>
              <a:gd name="T4" fmla="*/ 1 w 257"/>
              <a:gd name="T5" fmla="*/ 130 h 257"/>
              <a:gd name="T6" fmla="*/ 127 w 257"/>
              <a:gd name="T7" fmla="*/ 1 h 257"/>
              <a:gd name="T8" fmla="*/ 256 w 257"/>
              <a:gd name="T9" fmla="*/ 127 h 257"/>
              <a:gd name="T10" fmla="*/ 229 w 257"/>
              <a:gd name="T11" fmla="*/ 128 h 257"/>
              <a:gd name="T12" fmla="*/ 127 w 257"/>
              <a:gd name="T13" fmla="*/ 28 h 257"/>
              <a:gd name="T14" fmla="*/ 28 w 257"/>
              <a:gd name="T15" fmla="*/ 130 h 257"/>
              <a:gd name="T16" fmla="*/ 130 w 257"/>
              <a:gd name="T17" fmla="*/ 229 h 257"/>
              <a:gd name="T18" fmla="*/ 229 w 257"/>
              <a:gd name="T19" fmla="*/ 128 h 257"/>
              <a:gd name="T20" fmla="*/ 102 w 257"/>
              <a:gd name="T21" fmla="*/ 102 h 257"/>
              <a:gd name="T22" fmla="*/ 189 w 257"/>
              <a:gd name="T23" fmla="*/ 68 h 257"/>
              <a:gd name="T24" fmla="*/ 155 w 257"/>
              <a:gd name="T25" fmla="*/ 154 h 257"/>
              <a:gd name="T26" fmla="*/ 68 w 257"/>
              <a:gd name="T27" fmla="*/ 189 h 257"/>
              <a:gd name="T28" fmla="*/ 102 w 257"/>
              <a:gd name="T29" fmla="*/ 102 h 257"/>
              <a:gd name="T30" fmla="*/ 115 w 257"/>
              <a:gd name="T31" fmla="*/ 141 h 257"/>
              <a:gd name="T32" fmla="*/ 141 w 257"/>
              <a:gd name="T33" fmla="*/ 141 h 257"/>
              <a:gd name="T34" fmla="*/ 165 w 257"/>
              <a:gd name="T35" fmla="*/ 91 h 257"/>
              <a:gd name="T36" fmla="*/ 115 w 257"/>
              <a:gd name="T37" fmla="*/ 115 h 257"/>
              <a:gd name="T38" fmla="*/ 115 w 257"/>
              <a:gd name="T39" fmla="*/ 141 h 2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257" h="257">
                <a:moveTo>
                  <a:pt x="256" y="127"/>
                </a:moveTo>
                <a:cubicBezTo>
                  <a:pt x="257" y="197"/>
                  <a:pt x="200" y="255"/>
                  <a:pt x="130" y="256"/>
                </a:cubicBezTo>
                <a:cubicBezTo>
                  <a:pt x="60" y="257"/>
                  <a:pt x="2" y="201"/>
                  <a:pt x="1" y="130"/>
                </a:cubicBezTo>
                <a:cubicBezTo>
                  <a:pt x="0" y="60"/>
                  <a:pt x="56" y="2"/>
                  <a:pt x="127" y="1"/>
                </a:cubicBezTo>
                <a:cubicBezTo>
                  <a:pt x="197" y="0"/>
                  <a:pt x="255" y="56"/>
                  <a:pt x="256" y="127"/>
                </a:cubicBezTo>
                <a:close/>
                <a:moveTo>
                  <a:pt x="229" y="128"/>
                </a:moveTo>
                <a:cubicBezTo>
                  <a:pt x="229" y="72"/>
                  <a:pt x="183" y="27"/>
                  <a:pt x="127" y="28"/>
                </a:cubicBezTo>
                <a:cubicBezTo>
                  <a:pt x="71" y="29"/>
                  <a:pt x="27" y="74"/>
                  <a:pt x="28" y="130"/>
                </a:cubicBezTo>
                <a:cubicBezTo>
                  <a:pt x="29" y="185"/>
                  <a:pt x="74" y="230"/>
                  <a:pt x="130" y="229"/>
                </a:cubicBezTo>
                <a:cubicBezTo>
                  <a:pt x="186" y="228"/>
                  <a:pt x="230" y="183"/>
                  <a:pt x="229" y="128"/>
                </a:cubicBezTo>
                <a:close/>
                <a:moveTo>
                  <a:pt x="102" y="102"/>
                </a:moveTo>
                <a:cubicBezTo>
                  <a:pt x="128" y="76"/>
                  <a:pt x="189" y="68"/>
                  <a:pt x="189" y="68"/>
                </a:cubicBezTo>
                <a:cubicBezTo>
                  <a:pt x="189" y="68"/>
                  <a:pt x="181" y="129"/>
                  <a:pt x="155" y="154"/>
                </a:cubicBezTo>
                <a:cubicBezTo>
                  <a:pt x="129" y="180"/>
                  <a:pt x="68" y="189"/>
                  <a:pt x="68" y="189"/>
                </a:cubicBezTo>
                <a:cubicBezTo>
                  <a:pt x="68" y="189"/>
                  <a:pt x="77" y="128"/>
                  <a:pt x="102" y="102"/>
                </a:cubicBezTo>
                <a:close/>
                <a:moveTo>
                  <a:pt x="115" y="141"/>
                </a:moveTo>
                <a:cubicBezTo>
                  <a:pt x="123" y="148"/>
                  <a:pt x="135" y="148"/>
                  <a:pt x="141" y="141"/>
                </a:cubicBezTo>
                <a:cubicBezTo>
                  <a:pt x="153" y="130"/>
                  <a:pt x="160" y="109"/>
                  <a:pt x="165" y="91"/>
                </a:cubicBezTo>
                <a:cubicBezTo>
                  <a:pt x="147" y="96"/>
                  <a:pt x="126" y="104"/>
                  <a:pt x="115" y="115"/>
                </a:cubicBezTo>
                <a:cubicBezTo>
                  <a:pt x="108" y="122"/>
                  <a:pt x="108" y="134"/>
                  <a:pt x="115" y="14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5" name="Freeform 7"/>
          <p:cNvSpPr>
            <a:spLocks noEditPoints="1"/>
          </p:cNvSpPr>
          <p:nvPr/>
        </p:nvSpPr>
        <p:spPr bwMode="auto">
          <a:xfrm>
            <a:off x="5013027" y="2100325"/>
            <a:ext cx="269949" cy="272073"/>
          </a:xfrm>
          <a:custGeom>
            <a:avLst/>
            <a:gdLst>
              <a:gd name="T0" fmla="*/ 213 w 232"/>
              <a:gd name="T1" fmla="*/ 48 h 233"/>
              <a:gd name="T2" fmla="*/ 115 w 232"/>
              <a:gd name="T3" fmla="*/ 233 h 233"/>
              <a:gd name="T4" fmla="*/ 100 w 232"/>
              <a:gd name="T5" fmla="*/ 132 h 233"/>
              <a:gd name="T6" fmla="*/ 0 w 232"/>
              <a:gd name="T7" fmla="*/ 118 h 233"/>
              <a:gd name="T8" fmla="*/ 184 w 232"/>
              <a:gd name="T9" fmla="*/ 19 h 233"/>
              <a:gd name="T10" fmla="*/ 224 w 232"/>
              <a:gd name="T11" fmla="*/ 8 h 233"/>
              <a:gd name="T12" fmla="*/ 213 w 232"/>
              <a:gd name="T13" fmla="*/ 48 h 233"/>
              <a:gd name="T14" fmla="*/ 120 w 232"/>
              <a:gd name="T15" fmla="*/ 108 h 233"/>
              <a:gd name="T16" fmla="*/ 127 w 232"/>
              <a:gd name="T17" fmla="*/ 170 h 233"/>
              <a:gd name="T18" fmla="*/ 201 w 232"/>
              <a:gd name="T19" fmla="*/ 34 h 233"/>
              <a:gd name="T20" fmla="*/ 120 w 232"/>
              <a:gd name="T21" fmla="*/ 108 h 2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232" h="233">
                <a:moveTo>
                  <a:pt x="213" y="48"/>
                </a:moveTo>
                <a:cubicBezTo>
                  <a:pt x="181" y="115"/>
                  <a:pt x="115" y="233"/>
                  <a:pt x="115" y="233"/>
                </a:cubicBezTo>
                <a:cubicBezTo>
                  <a:pt x="100" y="132"/>
                  <a:pt x="100" y="132"/>
                  <a:pt x="100" y="132"/>
                </a:cubicBezTo>
                <a:cubicBezTo>
                  <a:pt x="0" y="118"/>
                  <a:pt x="0" y="118"/>
                  <a:pt x="0" y="118"/>
                </a:cubicBezTo>
                <a:cubicBezTo>
                  <a:pt x="0" y="118"/>
                  <a:pt x="117" y="52"/>
                  <a:pt x="184" y="19"/>
                </a:cubicBezTo>
                <a:cubicBezTo>
                  <a:pt x="210" y="7"/>
                  <a:pt x="217" y="0"/>
                  <a:pt x="224" y="8"/>
                </a:cubicBezTo>
                <a:cubicBezTo>
                  <a:pt x="232" y="16"/>
                  <a:pt x="225" y="23"/>
                  <a:pt x="213" y="48"/>
                </a:cubicBezTo>
                <a:close/>
                <a:moveTo>
                  <a:pt x="120" y="108"/>
                </a:moveTo>
                <a:cubicBezTo>
                  <a:pt x="127" y="170"/>
                  <a:pt x="127" y="170"/>
                  <a:pt x="127" y="170"/>
                </a:cubicBezTo>
                <a:cubicBezTo>
                  <a:pt x="201" y="34"/>
                  <a:pt x="201" y="34"/>
                  <a:pt x="201" y="34"/>
                </a:cubicBezTo>
                <a:lnTo>
                  <a:pt x="120" y="10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6" name="Freeform 8"/>
          <p:cNvSpPr>
            <a:spLocks noEditPoints="1"/>
          </p:cNvSpPr>
          <p:nvPr/>
        </p:nvSpPr>
        <p:spPr bwMode="auto">
          <a:xfrm>
            <a:off x="5340368" y="2106701"/>
            <a:ext cx="265697" cy="265697"/>
          </a:xfrm>
          <a:custGeom>
            <a:avLst/>
            <a:gdLst>
              <a:gd name="T0" fmla="*/ 229 w 229"/>
              <a:gd name="T1" fmla="*/ 115 h 229"/>
              <a:gd name="T2" fmla="*/ 114 w 229"/>
              <a:gd name="T3" fmla="*/ 229 h 229"/>
              <a:gd name="T4" fmla="*/ 0 w 229"/>
              <a:gd name="T5" fmla="*/ 115 h 229"/>
              <a:gd name="T6" fmla="*/ 114 w 229"/>
              <a:gd name="T7" fmla="*/ 0 h 229"/>
              <a:gd name="T8" fmla="*/ 229 w 229"/>
              <a:gd name="T9" fmla="*/ 115 h 229"/>
              <a:gd name="T10" fmla="*/ 207 w 229"/>
              <a:gd name="T11" fmla="*/ 124 h 229"/>
              <a:gd name="T12" fmla="*/ 155 w 229"/>
              <a:gd name="T13" fmla="*/ 124 h 229"/>
              <a:gd name="T14" fmla="*/ 155 w 229"/>
              <a:gd name="T15" fmla="*/ 106 h 229"/>
              <a:gd name="T16" fmla="*/ 207 w 229"/>
              <a:gd name="T17" fmla="*/ 106 h 229"/>
              <a:gd name="T18" fmla="*/ 123 w 229"/>
              <a:gd name="T19" fmla="*/ 22 h 229"/>
              <a:gd name="T20" fmla="*/ 123 w 229"/>
              <a:gd name="T21" fmla="*/ 74 h 229"/>
              <a:gd name="T22" fmla="*/ 105 w 229"/>
              <a:gd name="T23" fmla="*/ 74 h 229"/>
              <a:gd name="T24" fmla="*/ 105 w 229"/>
              <a:gd name="T25" fmla="*/ 22 h 229"/>
              <a:gd name="T26" fmla="*/ 22 w 229"/>
              <a:gd name="T27" fmla="*/ 106 h 229"/>
              <a:gd name="T28" fmla="*/ 73 w 229"/>
              <a:gd name="T29" fmla="*/ 106 h 229"/>
              <a:gd name="T30" fmla="*/ 73 w 229"/>
              <a:gd name="T31" fmla="*/ 124 h 229"/>
              <a:gd name="T32" fmla="*/ 22 w 229"/>
              <a:gd name="T33" fmla="*/ 124 h 229"/>
              <a:gd name="T34" fmla="*/ 105 w 229"/>
              <a:gd name="T35" fmla="*/ 207 h 229"/>
              <a:gd name="T36" fmla="*/ 105 w 229"/>
              <a:gd name="T37" fmla="*/ 156 h 229"/>
              <a:gd name="T38" fmla="*/ 123 w 229"/>
              <a:gd name="T39" fmla="*/ 156 h 229"/>
              <a:gd name="T40" fmla="*/ 123 w 229"/>
              <a:gd name="T41" fmla="*/ 207 h 229"/>
              <a:gd name="T42" fmla="*/ 207 w 229"/>
              <a:gd name="T43" fmla="*/ 124 h 2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229" h="229">
                <a:moveTo>
                  <a:pt x="229" y="115"/>
                </a:moveTo>
                <a:cubicBezTo>
                  <a:pt x="229" y="178"/>
                  <a:pt x="177" y="229"/>
                  <a:pt x="114" y="229"/>
                </a:cubicBezTo>
                <a:cubicBezTo>
                  <a:pt x="51" y="229"/>
                  <a:pt x="0" y="178"/>
                  <a:pt x="0" y="115"/>
                </a:cubicBezTo>
                <a:cubicBezTo>
                  <a:pt x="0" y="51"/>
                  <a:pt x="51" y="0"/>
                  <a:pt x="114" y="0"/>
                </a:cubicBezTo>
                <a:cubicBezTo>
                  <a:pt x="177" y="0"/>
                  <a:pt x="229" y="51"/>
                  <a:pt x="229" y="115"/>
                </a:cubicBezTo>
                <a:close/>
                <a:moveTo>
                  <a:pt x="207" y="124"/>
                </a:moveTo>
                <a:cubicBezTo>
                  <a:pt x="155" y="124"/>
                  <a:pt x="155" y="124"/>
                  <a:pt x="155" y="124"/>
                </a:cubicBezTo>
                <a:cubicBezTo>
                  <a:pt x="155" y="106"/>
                  <a:pt x="155" y="106"/>
                  <a:pt x="155" y="106"/>
                </a:cubicBezTo>
                <a:cubicBezTo>
                  <a:pt x="207" y="106"/>
                  <a:pt x="207" y="106"/>
                  <a:pt x="207" y="106"/>
                </a:cubicBezTo>
                <a:cubicBezTo>
                  <a:pt x="202" y="61"/>
                  <a:pt x="168" y="26"/>
                  <a:pt x="123" y="22"/>
                </a:cubicBezTo>
                <a:cubicBezTo>
                  <a:pt x="123" y="74"/>
                  <a:pt x="123" y="74"/>
                  <a:pt x="123" y="74"/>
                </a:cubicBezTo>
                <a:cubicBezTo>
                  <a:pt x="105" y="74"/>
                  <a:pt x="105" y="74"/>
                  <a:pt x="105" y="74"/>
                </a:cubicBezTo>
                <a:cubicBezTo>
                  <a:pt x="105" y="22"/>
                  <a:pt x="105" y="22"/>
                  <a:pt x="105" y="22"/>
                </a:cubicBezTo>
                <a:cubicBezTo>
                  <a:pt x="61" y="26"/>
                  <a:pt x="26" y="61"/>
                  <a:pt x="22" y="106"/>
                </a:cubicBezTo>
                <a:cubicBezTo>
                  <a:pt x="73" y="106"/>
                  <a:pt x="73" y="106"/>
                  <a:pt x="73" y="106"/>
                </a:cubicBezTo>
                <a:cubicBezTo>
                  <a:pt x="73" y="124"/>
                  <a:pt x="73" y="124"/>
                  <a:pt x="73" y="124"/>
                </a:cubicBezTo>
                <a:cubicBezTo>
                  <a:pt x="22" y="124"/>
                  <a:pt x="22" y="124"/>
                  <a:pt x="22" y="124"/>
                </a:cubicBezTo>
                <a:cubicBezTo>
                  <a:pt x="26" y="168"/>
                  <a:pt x="61" y="203"/>
                  <a:pt x="105" y="207"/>
                </a:cubicBezTo>
                <a:cubicBezTo>
                  <a:pt x="105" y="156"/>
                  <a:pt x="105" y="156"/>
                  <a:pt x="105" y="156"/>
                </a:cubicBezTo>
                <a:cubicBezTo>
                  <a:pt x="123" y="156"/>
                  <a:pt x="123" y="156"/>
                  <a:pt x="123" y="156"/>
                </a:cubicBezTo>
                <a:cubicBezTo>
                  <a:pt x="123" y="207"/>
                  <a:pt x="123" y="207"/>
                  <a:pt x="123" y="207"/>
                </a:cubicBezTo>
                <a:cubicBezTo>
                  <a:pt x="168" y="203"/>
                  <a:pt x="202" y="168"/>
                  <a:pt x="207" y="12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7" name="Freeform 9"/>
          <p:cNvSpPr>
            <a:spLocks/>
          </p:cNvSpPr>
          <p:nvPr/>
        </p:nvSpPr>
        <p:spPr bwMode="auto">
          <a:xfrm>
            <a:off x="5667705" y="2100324"/>
            <a:ext cx="246568" cy="278451"/>
          </a:xfrm>
          <a:custGeom>
            <a:avLst/>
            <a:gdLst>
              <a:gd name="T0" fmla="*/ 212 w 212"/>
              <a:gd name="T1" fmla="*/ 199 h 239"/>
              <a:gd name="T2" fmla="*/ 172 w 212"/>
              <a:gd name="T3" fmla="*/ 239 h 239"/>
              <a:gd name="T4" fmla="*/ 132 w 212"/>
              <a:gd name="T5" fmla="*/ 199 h 239"/>
              <a:gd name="T6" fmla="*/ 133 w 212"/>
              <a:gd name="T7" fmla="*/ 193 h 239"/>
              <a:gd name="T8" fmla="*/ 63 w 212"/>
              <a:gd name="T9" fmla="*/ 151 h 239"/>
              <a:gd name="T10" fmla="*/ 40 w 212"/>
              <a:gd name="T11" fmla="*/ 159 h 239"/>
              <a:gd name="T12" fmla="*/ 0 w 212"/>
              <a:gd name="T13" fmla="*/ 120 h 239"/>
              <a:gd name="T14" fmla="*/ 40 w 212"/>
              <a:gd name="T15" fmla="*/ 80 h 239"/>
              <a:gd name="T16" fmla="*/ 63 w 212"/>
              <a:gd name="T17" fmla="*/ 88 h 239"/>
              <a:gd name="T18" fmla="*/ 133 w 212"/>
              <a:gd name="T19" fmla="*/ 46 h 239"/>
              <a:gd name="T20" fmla="*/ 132 w 212"/>
              <a:gd name="T21" fmla="*/ 40 h 239"/>
              <a:gd name="T22" fmla="*/ 172 w 212"/>
              <a:gd name="T23" fmla="*/ 0 h 239"/>
              <a:gd name="T24" fmla="*/ 212 w 212"/>
              <a:gd name="T25" fmla="*/ 40 h 239"/>
              <a:gd name="T26" fmla="*/ 172 w 212"/>
              <a:gd name="T27" fmla="*/ 80 h 239"/>
              <a:gd name="T28" fmla="*/ 148 w 212"/>
              <a:gd name="T29" fmla="*/ 72 h 239"/>
              <a:gd name="T30" fmla="*/ 78 w 212"/>
              <a:gd name="T31" fmla="*/ 113 h 239"/>
              <a:gd name="T32" fmla="*/ 79 w 212"/>
              <a:gd name="T33" fmla="*/ 120 h 239"/>
              <a:gd name="T34" fmla="*/ 78 w 212"/>
              <a:gd name="T35" fmla="*/ 126 h 239"/>
              <a:gd name="T36" fmla="*/ 148 w 212"/>
              <a:gd name="T37" fmla="*/ 168 h 239"/>
              <a:gd name="T38" fmla="*/ 172 w 212"/>
              <a:gd name="T39" fmla="*/ 159 h 239"/>
              <a:gd name="T40" fmla="*/ 212 w 212"/>
              <a:gd name="T41" fmla="*/ 199 h 2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212" h="239">
                <a:moveTo>
                  <a:pt x="212" y="199"/>
                </a:moveTo>
                <a:cubicBezTo>
                  <a:pt x="212" y="221"/>
                  <a:pt x="194" y="239"/>
                  <a:pt x="172" y="239"/>
                </a:cubicBezTo>
                <a:cubicBezTo>
                  <a:pt x="150" y="239"/>
                  <a:pt x="132" y="221"/>
                  <a:pt x="132" y="199"/>
                </a:cubicBezTo>
                <a:cubicBezTo>
                  <a:pt x="132" y="197"/>
                  <a:pt x="132" y="195"/>
                  <a:pt x="133" y="193"/>
                </a:cubicBezTo>
                <a:cubicBezTo>
                  <a:pt x="63" y="151"/>
                  <a:pt x="63" y="151"/>
                  <a:pt x="63" y="151"/>
                </a:cubicBezTo>
                <a:cubicBezTo>
                  <a:pt x="57" y="156"/>
                  <a:pt x="49" y="159"/>
                  <a:pt x="40" y="159"/>
                </a:cubicBezTo>
                <a:cubicBezTo>
                  <a:pt x="17" y="159"/>
                  <a:pt x="0" y="141"/>
                  <a:pt x="0" y="120"/>
                </a:cubicBezTo>
                <a:cubicBezTo>
                  <a:pt x="0" y="98"/>
                  <a:pt x="17" y="80"/>
                  <a:pt x="40" y="80"/>
                </a:cubicBezTo>
                <a:cubicBezTo>
                  <a:pt x="49" y="80"/>
                  <a:pt x="57" y="83"/>
                  <a:pt x="63" y="88"/>
                </a:cubicBezTo>
                <a:cubicBezTo>
                  <a:pt x="133" y="46"/>
                  <a:pt x="133" y="46"/>
                  <a:pt x="133" y="46"/>
                </a:cubicBezTo>
                <a:cubicBezTo>
                  <a:pt x="132" y="44"/>
                  <a:pt x="132" y="42"/>
                  <a:pt x="132" y="40"/>
                </a:cubicBezTo>
                <a:cubicBezTo>
                  <a:pt x="132" y="18"/>
                  <a:pt x="150" y="0"/>
                  <a:pt x="172" y="0"/>
                </a:cubicBezTo>
                <a:cubicBezTo>
                  <a:pt x="194" y="0"/>
                  <a:pt x="212" y="18"/>
                  <a:pt x="212" y="40"/>
                </a:cubicBezTo>
                <a:cubicBezTo>
                  <a:pt x="212" y="62"/>
                  <a:pt x="194" y="80"/>
                  <a:pt x="172" y="80"/>
                </a:cubicBezTo>
                <a:cubicBezTo>
                  <a:pt x="163" y="80"/>
                  <a:pt x="155" y="77"/>
                  <a:pt x="148" y="72"/>
                </a:cubicBezTo>
                <a:cubicBezTo>
                  <a:pt x="78" y="113"/>
                  <a:pt x="78" y="113"/>
                  <a:pt x="78" y="113"/>
                </a:cubicBezTo>
                <a:cubicBezTo>
                  <a:pt x="79" y="115"/>
                  <a:pt x="79" y="117"/>
                  <a:pt x="79" y="120"/>
                </a:cubicBezTo>
                <a:cubicBezTo>
                  <a:pt x="79" y="122"/>
                  <a:pt x="79" y="124"/>
                  <a:pt x="78" y="126"/>
                </a:cubicBezTo>
                <a:cubicBezTo>
                  <a:pt x="148" y="168"/>
                  <a:pt x="148" y="168"/>
                  <a:pt x="148" y="168"/>
                </a:cubicBezTo>
                <a:cubicBezTo>
                  <a:pt x="155" y="163"/>
                  <a:pt x="163" y="159"/>
                  <a:pt x="172" y="159"/>
                </a:cubicBezTo>
                <a:cubicBezTo>
                  <a:pt x="194" y="159"/>
                  <a:pt x="212" y="177"/>
                  <a:pt x="212" y="19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8" name="Freeform 10"/>
          <p:cNvSpPr>
            <a:spLocks/>
          </p:cNvSpPr>
          <p:nvPr/>
        </p:nvSpPr>
        <p:spPr bwMode="auto">
          <a:xfrm>
            <a:off x="5967411" y="2125831"/>
            <a:ext cx="280576" cy="221060"/>
          </a:xfrm>
          <a:custGeom>
            <a:avLst/>
            <a:gdLst>
              <a:gd name="T0" fmla="*/ 217 w 241"/>
              <a:gd name="T1" fmla="*/ 103 h 191"/>
              <a:gd name="T2" fmla="*/ 121 w 241"/>
              <a:gd name="T3" fmla="*/ 191 h 191"/>
              <a:gd name="T4" fmla="*/ 25 w 241"/>
              <a:gd name="T5" fmla="*/ 103 h 191"/>
              <a:gd name="T6" fmla="*/ 25 w 241"/>
              <a:gd name="T7" fmla="*/ 20 h 191"/>
              <a:gd name="T8" fmla="*/ 106 w 241"/>
              <a:gd name="T9" fmla="*/ 20 h 191"/>
              <a:gd name="T10" fmla="*/ 121 w 241"/>
              <a:gd name="T11" fmla="*/ 34 h 191"/>
              <a:gd name="T12" fmla="*/ 136 w 241"/>
              <a:gd name="T13" fmla="*/ 20 h 191"/>
              <a:gd name="T14" fmla="*/ 217 w 241"/>
              <a:gd name="T15" fmla="*/ 20 h 191"/>
              <a:gd name="T16" fmla="*/ 217 w 241"/>
              <a:gd name="T17" fmla="*/ 103 h 1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41" h="191">
                <a:moveTo>
                  <a:pt x="217" y="103"/>
                </a:moveTo>
                <a:cubicBezTo>
                  <a:pt x="121" y="191"/>
                  <a:pt x="121" y="191"/>
                  <a:pt x="121" y="191"/>
                </a:cubicBezTo>
                <a:cubicBezTo>
                  <a:pt x="25" y="103"/>
                  <a:pt x="25" y="103"/>
                  <a:pt x="25" y="103"/>
                </a:cubicBezTo>
                <a:cubicBezTo>
                  <a:pt x="0" y="80"/>
                  <a:pt x="0" y="43"/>
                  <a:pt x="25" y="20"/>
                </a:cubicBezTo>
                <a:cubicBezTo>
                  <a:pt x="48" y="0"/>
                  <a:pt x="84" y="0"/>
                  <a:pt x="106" y="20"/>
                </a:cubicBezTo>
                <a:cubicBezTo>
                  <a:pt x="121" y="34"/>
                  <a:pt x="121" y="34"/>
                  <a:pt x="121" y="34"/>
                </a:cubicBezTo>
                <a:cubicBezTo>
                  <a:pt x="136" y="20"/>
                  <a:pt x="136" y="20"/>
                  <a:pt x="136" y="20"/>
                </a:cubicBezTo>
                <a:cubicBezTo>
                  <a:pt x="158" y="0"/>
                  <a:pt x="194" y="0"/>
                  <a:pt x="217" y="20"/>
                </a:cubicBezTo>
                <a:cubicBezTo>
                  <a:pt x="241" y="43"/>
                  <a:pt x="241" y="80"/>
                  <a:pt x="217" y="10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9" name="Freeform 11"/>
          <p:cNvSpPr>
            <a:spLocks/>
          </p:cNvSpPr>
          <p:nvPr/>
        </p:nvSpPr>
        <p:spPr bwMode="auto">
          <a:xfrm>
            <a:off x="6303253" y="2102450"/>
            <a:ext cx="272073" cy="272073"/>
          </a:xfrm>
          <a:custGeom>
            <a:avLst/>
            <a:gdLst>
              <a:gd name="T0" fmla="*/ 81 w 128"/>
              <a:gd name="T1" fmla="*/ 49 h 128"/>
              <a:gd name="T2" fmla="*/ 128 w 128"/>
              <a:gd name="T3" fmla="*/ 49 h 128"/>
              <a:gd name="T4" fmla="*/ 90 w 128"/>
              <a:gd name="T5" fmla="*/ 78 h 128"/>
              <a:gd name="T6" fmla="*/ 103 w 128"/>
              <a:gd name="T7" fmla="*/ 128 h 128"/>
              <a:gd name="T8" fmla="*/ 64 w 128"/>
              <a:gd name="T9" fmla="*/ 98 h 128"/>
              <a:gd name="T10" fmla="*/ 24 w 128"/>
              <a:gd name="T11" fmla="*/ 128 h 128"/>
              <a:gd name="T12" fmla="*/ 38 w 128"/>
              <a:gd name="T13" fmla="*/ 78 h 128"/>
              <a:gd name="T14" fmla="*/ 0 w 128"/>
              <a:gd name="T15" fmla="*/ 49 h 128"/>
              <a:gd name="T16" fmla="*/ 47 w 128"/>
              <a:gd name="T17" fmla="*/ 49 h 128"/>
              <a:gd name="T18" fmla="*/ 64 w 128"/>
              <a:gd name="T19" fmla="*/ 0 h 128"/>
              <a:gd name="T20" fmla="*/ 81 w 128"/>
              <a:gd name="T21" fmla="*/ 49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28" h="128">
                <a:moveTo>
                  <a:pt x="81" y="49"/>
                </a:moveTo>
                <a:lnTo>
                  <a:pt x="128" y="49"/>
                </a:lnTo>
                <a:lnTo>
                  <a:pt x="90" y="78"/>
                </a:lnTo>
                <a:lnTo>
                  <a:pt x="103" y="128"/>
                </a:lnTo>
                <a:lnTo>
                  <a:pt x="64" y="98"/>
                </a:lnTo>
                <a:lnTo>
                  <a:pt x="24" y="128"/>
                </a:lnTo>
                <a:lnTo>
                  <a:pt x="38" y="78"/>
                </a:lnTo>
                <a:lnTo>
                  <a:pt x="0" y="49"/>
                </a:lnTo>
                <a:lnTo>
                  <a:pt x="47" y="49"/>
                </a:lnTo>
                <a:lnTo>
                  <a:pt x="64" y="0"/>
                </a:lnTo>
                <a:lnTo>
                  <a:pt x="81" y="4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0" name="Freeform 12"/>
          <p:cNvSpPr>
            <a:spLocks noEditPoints="1"/>
          </p:cNvSpPr>
          <p:nvPr/>
        </p:nvSpPr>
        <p:spPr bwMode="auto">
          <a:xfrm>
            <a:off x="6636968" y="2108826"/>
            <a:ext cx="278451" cy="261447"/>
          </a:xfrm>
          <a:custGeom>
            <a:avLst/>
            <a:gdLst>
              <a:gd name="T0" fmla="*/ 11 w 239"/>
              <a:gd name="T1" fmla="*/ 93 h 226"/>
              <a:gd name="T2" fmla="*/ 53 w 239"/>
              <a:gd name="T3" fmla="*/ 93 h 226"/>
              <a:gd name="T4" fmla="*/ 53 w 239"/>
              <a:gd name="T5" fmla="*/ 199 h 226"/>
              <a:gd name="T6" fmla="*/ 11 w 239"/>
              <a:gd name="T7" fmla="*/ 199 h 226"/>
              <a:gd name="T8" fmla="*/ 0 w 239"/>
              <a:gd name="T9" fmla="*/ 186 h 226"/>
              <a:gd name="T10" fmla="*/ 0 w 239"/>
              <a:gd name="T11" fmla="*/ 105 h 226"/>
              <a:gd name="T12" fmla="*/ 11 w 239"/>
              <a:gd name="T13" fmla="*/ 93 h 226"/>
              <a:gd name="T14" fmla="*/ 239 w 239"/>
              <a:gd name="T15" fmla="*/ 116 h 226"/>
              <a:gd name="T16" fmla="*/ 239 w 239"/>
              <a:gd name="T17" fmla="*/ 180 h 226"/>
              <a:gd name="T18" fmla="*/ 180 w 239"/>
              <a:gd name="T19" fmla="*/ 226 h 226"/>
              <a:gd name="T20" fmla="*/ 124 w 239"/>
              <a:gd name="T21" fmla="*/ 226 h 226"/>
              <a:gd name="T22" fmla="*/ 66 w 239"/>
              <a:gd name="T23" fmla="*/ 199 h 226"/>
              <a:gd name="T24" fmla="*/ 66 w 239"/>
              <a:gd name="T25" fmla="*/ 93 h 226"/>
              <a:gd name="T26" fmla="*/ 70 w 239"/>
              <a:gd name="T27" fmla="*/ 93 h 226"/>
              <a:gd name="T28" fmla="*/ 127 w 239"/>
              <a:gd name="T29" fmla="*/ 39 h 226"/>
              <a:gd name="T30" fmla="*/ 142 w 239"/>
              <a:gd name="T31" fmla="*/ 0 h 226"/>
              <a:gd name="T32" fmla="*/ 162 w 239"/>
              <a:gd name="T33" fmla="*/ 37 h 226"/>
              <a:gd name="T34" fmla="*/ 159 w 239"/>
              <a:gd name="T35" fmla="*/ 78 h 226"/>
              <a:gd name="T36" fmla="*/ 208 w 239"/>
              <a:gd name="T37" fmla="*/ 77 h 226"/>
              <a:gd name="T38" fmla="*/ 239 w 239"/>
              <a:gd name="T39" fmla="*/ 116 h 2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239" h="226">
                <a:moveTo>
                  <a:pt x="11" y="93"/>
                </a:moveTo>
                <a:cubicBezTo>
                  <a:pt x="53" y="93"/>
                  <a:pt x="53" y="93"/>
                  <a:pt x="53" y="93"/>
                </a:cubicBezTo>
                <a:cubicBezTo>
                  <a:pt x="53" y="199"/>
                  <a:pt x="53" y="199"/>
                  <a:pt x="53" y="199"/>
                </a:cubicBezTo>
                <a:cubicBezTo>
                  <a:pt x="38" y="199"/>
                  <a:pt x="11" y="199"/>
                  <a:pt x="11" y="199"/>
                </a:cubicBezTo>
                <a:cubicBezTo>
                  <a:pt x="3" y="199"/>
                  <a:pt x="0" y="194"/>
                  <a:pt x="0" y="186"/>
                </a:cubicBezTo>
                <a:cubicBezTo>
                  <a:pt x="0" y="105"/>
                  <a:pt x="0" y="105"/>
                  <a:pt x="0" y="105"/>
                </a:cubicBezTo>
                <a:cubicBezTo>
                  <a:pt x="0" y="99"/>
                  <a:pt x="2" y="93"/>
                  <a:pt x="11" y="93"/>
                </a:cubicBezTo>
                <a:close/>
                <a:moveTo>
                  <a:pt x="239" y="116"/>
                </a:moveTo>
                <a:cubicBezTo>
                  <a:pt x="239" y="180"/>
                  <a:pt x="239" y="180"/>
                  <a:pt x="239" y="180"/>
                </a:cubicBezTo>
                <a:cubicBezTo>
                  <a:pt x="239" y="201"/>
                  <a:pt x="208" y="226"/>
                  <a:pt x="180" y="226"/>
                </a:cubicBezTo>
                <a:cubicBezTo>
                  <a:pt x="180" y="226"/>
                  <a:pt x="142" y="226"/>
                  <a:pt x="124" y="226"/>
                </a:cubicBezTo>
                <a:cubicBezTo>
                  <a:pt x="97" y="226"/>
                  <a:pt x="96" y="199"/>
                  <a:pt x="66" y="199"/>
                </a:cubicBezTo>
                <a:cubicBezTo>
                  <a:pt x="66" y="93"/>
                  <a:pt x="66" y="93"/>
                  <a:pt x="66" y="93"/>
                </a:cubicBezTo>
                <a:cubicBezTo>
                  <a:pt x="70" y="93"/>
                  <a:pt x="70" y="93"/>
                  <a:pt x="70" y="93"/>
                </a:cubicBezTo>
                <a:cubicBezTo>
                  <a:pt x="91" y="93"/>
                  <a:pt x="122" y="56"/>
                  <a:pt x="127" y="39"/>
                </a:cubicBezTo>
                <a:cubicBezTo>
                  <a:pt x="132" y="21"/>
                  <a:pt x="125" y="0"/>
                  <a:pt x="142" y="0"/>
                </a:cubicBezTo>
                <a:cubicBezTo>
                  <a:pt x="156" y="0"/>
                  <a:pt x="162" y="11"/>
                  <a:pt x="162" y="37"/>
                </a:cubicBezTo>
                <a:cubicBezTo>
                  <a:pt x="159" y="78"/>
                  <a:pt x="159" y="78"/>
                  <a:pt x="159" y="78"/>
                </a:cubicBezTo>
                <a:cubicBezTo>
                  <a:pt x="159" y="78"/>
                  <a:pt x="192" y="77"/>
                  <a:pt x="208" y="77"/>
                </a:cubicBezTo>
                <a:cubicBezTo>
                  <a:pt x="228" y="77"/>
                  <a:pt x="239" y="91"/>
                  <a:pt x="239" y="11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1" name="Freeform 13"/>
          <p:cNvSpPr>
            <a:spLocks noEditPoints="1"/>
          </p:cNvSpPr>
          <p:nvPr/>
        </p:nvSpPr>
        <p:spPr bwMode="auto">
          <a:xfrm>
            <a:off x="6977060" y="2100324"/>
            <a:ext cx="306083" cy="278451"/>
          </a:xfrm>
          <a:custGeom>
            <a:avLst/>
            <a:gdLst>
              <a:gd name="T0" fmla="*/ 170 w 265"/>
              <a:gd name="T1" fmla="*/ 149 h 239"/>
              <a:gd name="T2" fmla="*/ 172 w 265"/>
              <a:gd name="T3" fmla="*/ 149 h 239"/>
              <a:gd name="T4" fmla="*/ 172 w 265"/>
              <a:gd name="T5" fmla="*/ 173 h 239"/>
              <a:gd name="T6" fmla="*/ 146 w 265"/>
              <a:gd name="T7" fmla="*/ 199 h 239"/>
              <a:gd name="T8" fmla="*/ 79 w 265"/>
              <a:gd name="T9" fmla="*/ 199 h 239"/>
              <a:gd name="T10" fmla="*/ 39 w 265"/>
              <a:gd name="T11" fmla="*/ 239 h 239"/>
              <a:gd name="T12" fmla="*/ 39 w 265"/>
              <a:gd name="T13" fmla="*/ 199 h 239"/>
              <a:gd name="T14" fmla="*/ 26 w 265"/>
              <a:gd name="T15" fmla="*/ 199 h 239"/>
              <a:gd name="T16" fmla="*/ 0 w 265"/>
              <a:gd name="T17" fmla="*/ 173 h 239"/>
              <a:gd name="T18" fmla="*/ 0 w 265"/>
              <a:gd name="T19" fmla="*/ 93 h 239"/>
              <a:gd name="T20" fmla="*/ 26 w 265"/>
              <a:gd name="T21" fmla="*/ 66 h 239"/>
              <a:gd name="T22" fmla="*/ 77 w 265"/>
              <a:gd name="T23" fmla="*/ 66 h 239"/>
              <a:gd name="T24" fmla="*/ 77 w 265"/>
              <a:gd name="T25" fmla="*/ 149 h 239"/>
              <a:gd name="T26" fmla="*/ 170 w 265"/>
              <a:gd name="T27" fmla="*/ 149 h 239"/>
              <a:gd name="T28" fmla="*/ 265 w 265"/>
              <a:gd name="T29" fmla="*/ 27 h 239"/>
              <a:gd name="T30" fmla="*/ 265 w 265"/>
              <a:gd name="T31" fmla="*/ 106 h 239"/>
              <a:gd name="T32" fmla="*/ 239 w 265"/>
              <a:gd name="T33" fmla="*/ 133 h 239"/>
              <a:gd name="T34" fmla="*/ 225 w 265"/>
              <a:gd name="T35" fmla="*/ 133 h 239"/>
              <a:gd name="T36" fmla="*/ 225 w 265"/>
              <a:gd name="T37" fmla="*/ 173 h 239"/>
              <a:gd name="T38" fmla="*/ 186 w 265"/>
              <a:gd name="T39" fmla="*/ 133 h 239"/>
              <a:gd name="T40" fmla="*/ 93 w 265"/>
              <a:gd name="T41" fmla="*/ 133 h 239"/>
              <a:gd name="T42" fmla="*/ 93 w 265"/>
              <a:gd name="T43" fmla="*/ 27 h 239"/>
              <a:gd name="T44" fmla="*/ 119 w 265"/>
              <a:gd name="T45" fmla="*/ 0 h 239"/>
              <a:gd name="T46" fmla="*/ 239 w 265"/>
              <a:gd name="T47" fmla="*/ 0 h 239"/>
              <a:gd name="T48" fmla="*/ 265 w 265"/>
              <a:gd name="T49" fmla="*/ 27 h 2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265" h="239">
                <a:moveTo>
                  <a:pt x="170" y="149"/>
                </a:moveTo>
                <a:cubicBezTo>
                  <a:pt x="171" y="149"/>
                  <a:pt x="172" y="149"/>
                  <a:pt x="172" y="149"/>
                </a:cubicBezTo>
                <a:cubicBezTo>
                  <a:pt x="172" y="173"/>
                  <a:pt x="172" y="173"/>
                  <a:pt x="172" y="173"/>
                </a:cubicBezTo>
                <a:cubicBezTo>
                  <a:pt x="172" y="188"/>
                  <a:pt x="161" y="199"/>
                  <a:pt x="146" y="199"/>
                </a:cubicBezTo>
                <a:cubicBezTo>
                  <a:pt x="79" y="199"/>
                  <a:pt x="79" y="199"/>
                  <a:pt x="79" y="199"/>
                </a:cubicBezTo>
                <a:cubicBezTo>
                  <a:pt x="39" y="239"/>
                  <a:pt x="39" y="239"/>
                  <a:pt x="39" y="239"/>
                </a:cubicBezTo>
                <a:cubicBezTo>
                  <a:pt x="39" y="199"/>
                  <a:pt x="39" y="199"/>
                  <a:pt x="39" y="199"/>
                </a:cubicBezTo>
                <a:cubicBezTo>
                  <a:pt x="26" y="199"/>
                  <a:pt x="26" y="199"/>
                  <a:pt x="26" y="199"/>
                </a:cubicBezTo>
                <a:cubicBezTo>
                  <a:pt x="12" y="199"/>
                  <a:pt x="0" y="188"/>
                  <a:pt x="0" y="173"/>
                </a:cubicBezTo>
                <a:cubicBezTo>
                  <a:pt x="0" y="93"/>
                  <a:pt x="0" y="93"/>
                  <a:pt x="0" y="93"/>
                </a:cubicBezTo>
                <a:cubicBezTo>
                  <a:pt x="0" y="79"/>
                  <a:pt x="12" y="66"/>
                  <a:pt x="26" y="66"/>
                </a:cubicBezTo>
                <a:cubicBezTo>
                  <a:pt x="77" y="66"/>
                  <a:pt x="77" y="66"/>
                  <a:pt x="77" y="66"/>
                </a:cubicBezTo>
                <a:cubicBezTo>
                  <a:pt x="77" y="149"/>
                  <a:pt x="77" y="149"/>
                  <a:pt x="77" y="149"/>
                </a:cubicBezTo>
                <a:lnTo>
                  <a:pt x="170" y="149"/>
                </a:lnTo>
                <a:close/>
                <a:moveTo>
                  <a:pt x="265" y="27"/>
                </a:moveTo>
                <a:cubicBezTo>
                  <a:pt x="265" y="106"/>
                  <a:pt x="265" y="106"/>
                  <a:pt x="265" y="106"/>
                </a:cubicBezTo>
                <a:cubicBezTo>
                  <a:pt x="265" y="121"/>
                  <a:pt x="253" y="133"/>
                  <a:pt x="239" y="133"/>
                </a:cubicBezTo>
                <a:cubicBezTo>
                  <a:pt x="225" y="133"/>
                  <a:pt x="225" y="133"/>
                  <a:pt x="225" y="133"/>
                </a:cubicBezTo>
                <a:cubicBezTo>
                  <a:pt x="225" y="173"/>
                  <a:pt x="225" y="173"/>
                  <a:pt x="225" y="173"/>
                </a:cubicBezTo>
                <a:cubicBezTo>
                  <a:pt x="186" y="133"/>
                  <a:pt x="186" y="133"/>
                  <a:pt x="186" y="133"/>
                </a:cubicBezTo>
                <a:cubicBezTo>
                  <a:pt x="93" y="133"/>
                  <a:pt x="93" y="133"/>
                  <a:pt x="93" y="133"/>
                </a:cubicBezTo>
                <a:cubicBezTo>
                  <a:pt x="93" y="27"/>
                  <a:pt x="93" y="27"/>
                  <a:pt x="93" y="27"/>
                </a:cubicBezTo>
                <a:cubicBezTo>
                  <a:pt x="93" y="12"/>
                  <a:pt x="105" y="0"/>
                  <a:pt x="119" y="0"/>
                </a:cubicBezTo>
                <a:cubicBezTo>
                  <a:pt x="239" y="0"/>
                  <a:pt x="239" y="0"/>
                  <a:pt x="239" y="0"/>
                </a:cubicBezTo>
                <a:cubicBezTo>
                  <a:pt x="253" y="0"/>
                  <a:pt x="265" y="12"/>
                  <a:pt x="265" y="2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2" name="Freeform 14"/>
          <p:cNvSpPr>
            <a:spLocks noEditPoints="1"/>
          </p:cNvSpPr>
          <p:nvPr/>
        </p:nvSpPr>
        <p:spPr bwMode="auto">
          <a:xfrm>
            <a:off x="7344784" y="2115204"/>
            <a:ext cx="155168" cy="246568"/>
          </a:xfrm>
          <a:custGeom>
            <a:avLst/>
            <a:gdLst>
              <a:gd name="T0" fmla="*/ 133 w 133"/>
              <a:gd name="T1" fmla="*/ 67 h 213"/>
              <a:gd name="T2" fmla="*/ 67 w 133"/>
              <a:gd name="T3" fmla="*/ 213 h 213"/>
              <a:gd name="T4" fmla="*/ 0 w 133"/>
              <a:gd name="T5" fmla="*/ 67 h 213"/>
              <a:gd name="T6" fmla="*/ 67 w 133"/>
              <a:gd name="T7" fmla="*/ 0 h 213"/>
              <a:gd name="T8" fmla="*/ 133 w 133"/>
              <a:gd name="T9" fmla="*/ 67 h 213"/>
              <a:gd name="T10" fmla="*/ 102 w 133"/>
              <a:gd name="T11" fmla="*/ 68 h 213"/>
              <a:gd name="T12" fmla="*/ 67 w 133"/>
              <a:gd name="T13" fmla="*/ 32 h 213"/>
              <a:gd name="T14" fmla="*/ 31 w 133"/>
              <a:gd name="T15" fmla="*/ 68 h 213"/>
              <a:gd name="T16" fmla="*/ 67 w 133"/>
              <a:gd name="T17" fmla="*/ 103 h 213"/>
              <a:gd name="T18" fmla="*/ 102 w 133"/>
              <a:gd name="T19" fmla="*/ 68 h 2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33" h="213">
                <a:moveTo>
                  <a:pt x="133" y="67"/>
                </a:moveTo>
                <a:cubicBezTo>
                  <a:pt x="133" y="130"/>
                  <a:pt x="67" y="213"/>
                  <a:pt x="67" y="213"/>
                </a:cubicBezTo>
                <a:cubicBezTo>
                  <a:pt x="67" y="213"/>
                  <a:pt x="0" y="130"/>
                  <a:pt x="0" y="67"/>
                </a:cubicBezTo>
                <a:cubicBezTo>
                  <a:pt x="0" y="30"/>
                  <a:pt x="30" y="0"/>
                  <a:pt x="67" y="0"/>
                </a:cubicBezTo>
                <a:cubicBezTo>
                  <a:pt x="103" y="0"/>
                  <a:pt x="133" y="30"/>
                  <a:pt x="133" y="67"/>
                </a:cubicBezTo>
                <a:close/>
                <a:moveTo>
                  <a:pt x="102" y="68"/>
                </a:moveTo>
                <a:cubicBezTo>
                  <a:pt x="102" y="48"/>
                  <a:pt x="86" y="32"/>
                  <a:pt x="67" y="32"/>
                </a:cubicBezTo>
                <a:cubicBezTo>
                  <a:pt x="46" y="32"/>
                  <a:pt x="31" y="48"/>
                  <a:pt x="31" y="68"/>
                </a:cubicBezTo>
                <a:cubicBezTo>
                  <a:pt x="31" y="87"/>
                  <a:pt x="46" y="103"/>
                  <a:pt x="67" y="103"/>
                </a:cubicBezTo>
                <a:cubicBezTo>
                  <a:pt x="86" y="103"/>
                  <a:pt x="102" y="87"/>
                  <a:pt x="102" y="6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3" name="Freeform 15"/>
          <p:cNvSpPr>
            <a:spLocks noEditPoints="1"/>
          </p:cNvSpPr>
          <p:nvPr/>
        </p:nvSpPr>
        <p:spPr bwMode="auto">
          <a:xfrm>
            <a:off x="7561593" y="2100324"/>
            <a:ext cx="308209" cy="278451"/>
          </a:xfrm>
          <a:custGeom>
            <a:avLst/>
            <a:gdLst>
              <a:gd name="T0" fmla="*/ 213 w 266"/>
              <a:gd name="T1" fmla="*/ 211 h 239"/>
              <a:gd name="T2" fmla="*/ 213 w 266"/>
              <a:gd name="T3" fmla="*/ 239 h 239"/>
              <a:gd name="T4" fmla="*/ 0 w 266"/>
              <a:gd name="T5" fmla="*/ 239 h 239"/>
              <a:gd name="T6" fmla="*/ 0 w 266"/>
              <a:gd name="T7" fmla="*/ 186 h 239"/>
              <a:gd name="T8" fmla="*/ 21 w 266"/>
              <a:gd name="T9" fmla="*/ 179 h 239"/>
              <a:gd name="T10" fmla="*/ 65 w 266"/>
              <a:gd name="T11" fmla="*/ 135 h 239"/>
              <a:gd name="T12" fmla="*/ 51 w 266"/>
              <a:gd name="T13" fmla="*/ 103 h 239"/>
              <a:gd name="T14" fmla="*/ 38 w 266"/>
              <a:gd name="T15" fmla="*/ 80 h 239"/>
              <a:gd name="T16" fmla="*/ 43 w 266"/>
              <a:gd name="T17" fmla="*/ 69 h 239"/>
              <a:gd name="T18" fmla="*/ 39 w 266"/>
              <a:gd name="T19" fmla="*/ 46 h 239"/>
              <a:gd name="T20" fmla="*/ 93 w 266"/>
              <a:gd name="T21" fmla="*/ 0 h 239"/>
              <a:gd name="T22" fmla="*/ 146 w 266"/>
              <a:gd name="T23" fmla="*/ 46 h 239"/>
              <a:gd name="T24" fmla="*/ 142 w 266"/>
              <a:gd name="T25" fmla="*/ 69 h 239"/>
              <a:gd name="T26" fmla="*/ 148 w 266"/>
              <a:gd name="T27" fmla="*/ 80 h 239"/>
              <a:gd name="T28" fmla="*/ 135 w 266"/>
              <a:gd name="T29" fmla="*/ 103 h 239"/>
              <a:gd name="T30" fmla="*/ 121 w 266"/>
              <a:gd name="T31" fmla="*/ 135 h 239"/>
              <a:gd name="T32" fmla="*/ 164 w 266"/>
              <a:gd name="T33" fmla="*/ 179 h 239"/>
              <a:gd name="T34" fmla="*/ 213 w 266"/>
              <a:gd name="T35" fmla="*/ 211 h 239"/>
              <a:gd name="T36" fmla="*/ 266 w 266"/>
              <a:gd name="T37" fmla="*/ 106 h 239"/>
              <a:gd name="T38" fmla="*/ 266 w 266"/>
              <a:gd name="T39" fmla="*/ 133 h 239"/>
              <a:gd name="T40" fmla="*/ 226 w 266"/>
              <a:gd name="T41" fmla="*/ 133 h 239"/>
              <a:gd name="T42" fmla="*/ 226 w 266"/>
              <a:gd name="T43" fmla="*/ 173 h 239"/>
              <a:gd name="T44" fmla="*/ 199 w 266"/>
              <a:gd name="T45" fmla="*/ 173 h 239"/>
              <a:gd name="T46" fmla="*/ 199 w 266"/>
              <a:gd name="T47" fmla="*/ 133 h 239"/>
              <a:gd name="T48" fmla="*/ 159 w 266"/>
              <a:gd name="T49" fmla="*/ 133 h 239"/>
              <a:gd name="T50" fmla="*/ 159 w 266"/>
              <a:gd name="T51" fmla="*/ 106 h 239"/>
              <a:gd name="T52" fmla="*/ 199 w 266"/>
              <a:gd name="T53" fmla="*/ 106 h 239"/>
              <a:gd name="T54" fmla="*/ 199 w 266"/>
              <a:gd name="T55" fmla="*/ 66 h 239"/>
              <a:gd name="T56" fmla="*/ 226 w 266"/>
              <a:gd name="T57" fmla="*/ 66 h 239"/>
              <a:gd name="T58" fmla="*/ 226 w 266"/>
              <a:gd name="T59" fmla="*/ 106 h 239"/>
              <a:gd name="T60" fmla="*/ 266 w 266"/>
              <a:gd name="T61" fmla="*/ 106 h 2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266" h="239">
                <a:moveTo>
                  <a:pt x="213" y="211"/>
                </a:moveTo>
                <a:cubicBezTo>
                  <a:pt x="213" y="219"/>
                  <a:pt x="213" y="239"/>
                  <a:pt x="213" y="239"/>
                </a:cubicBezTo>
                <a:cubicBezTo>
                  <a:pt x="0" y="239"/>
                  <a:pt x="0" y="239"/>
                  <a:pt x="0" y="239"/>
                </a:cubicBezTo>
                <a:cubicBezTo>
                  <a:pt x="0" y="186"/>
                  <a:pt x="0" y="186"/>
                  <a:pt x="0" y="186"/>
                </a:cubicBezTo>
                <a:cubicBezTo>
                  <a:pt x="8" y="182"/>
                  <a:pt x="18" y="180"/>
                  <a:pt x="21" y="179"/>
                </a:cubicBezTo>
                <a:cubicBezTo>
                  <a:pt x="54" y="167"/>
                  <a:pt x="65" y="157"/>
                  <a:pt x="65" y="135"/>
                </a:cubicBezTo>
                <a:cubicBezTo>
                  <a:pt x="65" y="122"/>
                  <a:pt x="55" y="126"/>
                  <a:pt x="51" y="103"/>
                </a:cubicBezTo>
                <a:cubicBezTo>
                  <a:pt x="48" y="93"/>
                  <a:pt x="40" y="103"/>
                  <a:pt x="38" y="80"/>
                </a:cubicBezTo>
                <a:cubicBezTo>
                  <a:pt x="38" y="71"/>
                  <a:pt x="43" y="69"/>
                  <a:pt x="43" y="69"/>
                </a:cubicBezTo>
                <a:cubicBezTo>
                  <a:pt x="43" y="69"/>
                  <a:pt x="41" y="56"/>
                  <a:pt x="39" y="46"/>
                </a:cubicBezTo>
                <a:cubicBezTo>
                  <a:pt x="38" y="33"/>
                  <a:pt x="47" y="0"/>
                  <a:pt x="93" y="0"/>
                </a:cubicBezTo>
                <a:cubicBezTo>
                  <a:pt x="139" y="0"/>
                  <a:pt x="147" y="33"/>
                  <a:pt x="146" y="46"/>
                </a:cubicBezTo>
                <a:cubicBezTo>
                  <a:pt x="145" y="56"/>
                  <a:pt x="142" y="69"/>
                  <a:pt x="142" y="69"/>
                </a:cubicBezTo>
                <a:cubicBezTo>
                  <a:pt x="142" y="69"/>
                  <a:pt x="148" y="71"/>
                  <a:pt x="148" y="80"/>
                </a:cubicBezTo>
                <a:cubicBezTo>
                  <a:pt x="146" y="103"/>
                  <a:pt x="137" y="93"/>
                  <a:pt x="135" y="103"/>
                </a:cubicBezTo>
                <a:cubicBezTo>
                  <a:pt x="131" y="126"/>
                  <a:pt x="121" y="122"/>
                  <a:pt x="121" y="135"/>
                </a:cubicBezTo>
                <a:cubicBezTo>
                  <a:pt x="121" y="157"/>
                  <a:pt x="131" y="167"/>
                  <a:pt x="164" y="179"/>
                </a:cubicBezTo>
                <a:cubicBezTo>
                  <a:pt x="197" y="191"/>
                  <a:pt x="213" y="203"/>
                  <a:pt x="213" y="211"/>
                </a:cubicBezTo>
                <a:close/>
                <a:moveTo>
                  <a:pt x="266" y="106"/>
                </a:moveTo>
                <a:cubicBezTo>
                  <a:pt x="266" y="133"/>
                  <a:pt x="266" y="133"/>
                  <a:pt x="266" y="133"/>
                </a:cubicBezTo>
                <a:cubicBezTo>
                  <a:pt x="226" y="133"/>
                  <a:pt x="226" y="133"/>
                  <a:pt x="226" y="133"/>
                </a:cubicBezTo>
                <a:cubicBezTo>
                  <a:pt x="226" y="173"/>
                  <a:pt x="226" y="173"/>
                  <a:pt x="226" y="173"/>
                </a:cubicBezTo>
                <a:cubicBezTo>
                  <a:pt x="199" y="173"/>
                  <a:pt x="199" y="173"/>
                  <a:pt x="199" y="173"/>
                </a:cubicBezTo>
                <a:cubicBezTo>
                  <a:pt x="199" y="133"/>
                  <a:pt x="199" y="133"/>
                  <a:pt x="199" y="133"/>
                </a:cubicBezTo>
                <a:cubicBezTo>
                  <a:pt x="159" y="133"/>
                  <a:pt x="159" y="133"/>
                  <a:pt x="159" y="133"/>
                </a:cubicBezTo>
                <a:cubicBezTo>
                  <a:pt x="159" y="106"/>
                  <a:pt x="159" y="106"/>
                  <a:pt x="159" y="106"/>
                </a:cubicBezTo>
                <a:cubicBezTo>
                  <a:pt x="199" y="106"/>
                  <a:pt x="199" y="106"/>
                  <a:pt x="199" y="106"/>
                </a:cubicBezTo>
                <a:cubicBezTo>
                  <a:pt x="199" y="66"/>
                  <a:pt x="199" y="66"/>
                  <a:pt x="199" y="66"/>
                </a:cubicBezTo>
                <a:cubicBezTo>
                  <a:pt x="226" y="66"/>
                  <a:pt x="226" y="66"/>
                  <a:pt x="226" y="66"/>
                </a:cubicBezTo>
                <a:cubicBezTo>
                  <a:pt x="226" y="106"/>
                  <a:pt x="226" y="106"/>
                  <a:pt x="226" y="106"/>
                </a:cubicBezTo>
                <a:lnTo>
                  <a:pt x="266" y="10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4" name="Freeform 16"/>
          <p:cNvSpPr>
            <a:spLocks noEditPoints="1"/>
          </p:cNvSpPr>
          <p:nvPr/>
        </p:nvSpPr>
        <p:spPr bwMode="auto">
          <a:xfrm>
            <a:off x="810763" y="2871909"/>
            <a:ext cx="301832" cy="216808"/>
          </a:xfrm>
          <a:custGeom>
            <a:avLst/>
            <a:gdLst>
              <a:gd name="T0" fmla="*/ 234 w 260"/>
              <a:gd name="T1" fmla="*/ 27 h 186"/>
              <a:gd name="T2" fmla="*/ 234 w 260"/>
              <a:gd name="T3" fmla="*/ 53 h 186"/>
              <a:gd name="T4" fmla="*/ 260 w 260"/>
              <a:gd name="T5" fmla="*/ 53 h 186"/>
              <a:gd name="T6" fmla="*/ 260 w 260"/>
              <a:gd name="T7" fmla="*/ 80 h 186"/>
              <a:gd name="T8" fmla="*/ 234 w 260"/>
              <a:gd name="T9" fmla="*/ 80 h 186"/>
              <a:gd name="T10" fmla="*/ 234 w 260"/>
              <a:gd name="T11" fmla="*/ 106 h 186"/>
              <a:gd name="T12" fmla="*/ 260 w 260"/>
              <a:gd name="T13" fmla="*/ 106 h 186"/>
              <a:gd name="T14" fmla="*/ 260 w 260"/>
              <a:gd name="T15" fmla="*/ 133 h 186"/>
              <a:gd name="T16" fmla="*/ 234 w 260"/>
              <a:gd name="T17" fmla="*/ 133 h 186"/>
              <a:gd name="T18" fmla="*/ 234 w 260"/>
              <a:gd name="T19" fmla="*/ 159 h 186"/>
              <a:gd name="T20" fmla="*/ 260 w 260"/>
              <a:gd name="T21" fmla="*/ 159 h 186"/>
              <a:gd name="T22" fmla="*/ 260 w 260"/>
              <a:gd name="T23" fmla="*/ 175 h 186"/>
              <a:gd name="T24" fmla="*/ 250 w 260"/>
              <a:gd name="T25" fmla="*/ 186 h 186"/>
              <a:gd name="T26" fmla="*/ 11 w 260"/>
              <a:gd name="T27" fmla="*/ 186 h 186"/>
              <a:gd name="T28" fmla="*/ 0 w 260"/>
              <a:gd name="T29" fmla="*/ 175 h 186"/>
              <a:gd name="T30" fmla="*/ 0 w 260"/>
              <a:gd name="T31" fmla="*/ 159 h 186"/>
              <a:gd name="T32" fmla="*/ 27 w 260"/>
              <a:gd name="T33" fmla="*/ 159 h 186"/>
              <a:gd name="T34" fmla="*/ 27 w 260"/>
              <a:gd name="T35" fmla="*/ 133 h 186"/>
              <a:gd name="T36" fmla="*/ 0 w 260"/>
              <a:gd name="T37" fmla="*/ 133 h 186"/>
              <a:gd name="T38" fmla="*/ 0 w 260"/>
              <a:gd name="T39" fmla="*/ 106 h 186"/>
              <a:gd name="T40" fmla="*/ 27 w 260"/>
              <a:gd name="T41" fmla="*/ 106 h 186"/>
              <a:gd name="T42" fmla="*/ 27 w 260"/>
              <a:gd name="T43" fmla="*/ 80 h 186"/>
              <a:gd name="T44" fmla="*/ 0 w 260"/>
              <a:gd name="T45" fmla="*/ 80 h 186"/>
              <a:gd name="T46" fmla="*/ 0 w 260"/>
              <a:gd name="T47" fmla="*/ 53 h 186"/>
              <a:gd name="T48" fmla="*/ 27 w 260"/>
              <a:gd name="T49" fmla="*/ 53 h 186"/>
              <a:gd name="T50" fmla="*/ 27 w 260"/>
              <a:gd name="T51" fmla="*/ 27 h 186"/>
              <a:gd name="T52" fmla="*/ 0 w 260"/>
              <a:gd name="T53" fmla="*/ 27 h 186"/>
              <a:gd name="T54" fmla="*/ 0 w 260"/>
              <a:gd name="T55" fmla="*/ 11 h 186"/>
              <a:gd name="T56" fmla="*/ 11 w 260"/>
              <a:gd name="T57" fmla="*/ 0 h 186"/>
              <a:gd name="T58" fmla="*/ 250 w 260"/>
              <a:gd name="T59" fmla="*/ 0 h 186"/>
              <a:gd name="T60" fmla="*/ 260 w 260"/>
              <a:gd name="T61" fmla="*/ 11 h 186"/>
              <a:gd name="T62" fmla="*/ 260 w 260"/>
              <a:gd name="T63" fmla="*/ 27 h 186"/>
              <a:gd name="T64" fmla="*/ 234 w 260"/>
              <a:gd name="T65" fmla="*/ 27 h 186"/>
              <a:gd name="T66" fmla="*/ 167 w 260"/>
              <a:gd name="T67" fmla="*/ 93 h 186"/>
              <a:gd name="T68" fmla="*/ 101 w 260"/>
              <a:gd name="T69" fmla="*/ 53 h 186"/>
              <a:gd name="T70" fmla="*/ 101 w 260"/>
              <a:gd name="T71" fmla="*/ 133 h 186"/>
              <a:gd name="T72" fmla="*/ 167 w 260"/>
              <a:gd name="T73" fmla="*/ 93 h 1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260" h="186">
                <a:moveTo>
                  <a:pt x="234" y="27"/>
                </a:moveTo>
                <a:cubicBezTo>
                  <a:pt x="234" y="53"/>
                  <a:pt x="234" y="53"/>
                  <a:pt x="234" y="53"/>
                </a:cubicBezTo>
                <a:cubicBezTo>
                  <a:pt x="260" y="53"/>
                  <a:pt x="260" y="53"/>
                  <a:pt x="260" y="53"/>
                </a:cubicBezTo>
                <a:cubicBezTo>
                  <a:pt x="260" y="80"/>
                  <a:pt x="260" y="80"/>
                  <a:pt x="260" y="80"/>
                </a:cubicBezTo>
                <a:cubicBezTo>
                  <a:pt x="234" y="80"/>
                  <a:pt x="234" y="80"/>
                  <a:pt x="234" y="80"/>
                </a:cubicBezTo>
                <a:cubicBezTo>
                  <a:pt x="234" y="106"/>
                  <a:pt x="234" y="106"/>
                  <a:pt x="234" y="106"/>
                </a:cubicBezTo>
                <a:cubicBezTo>
                  <a:pt x="260" y="106"/>
                  <a:pt x="260" y="106"/>
                  <a:pt x="260" y="106"/>
                </a:cubicBezTo>
                <a:cubicBezTo>
                  <a:pt x="260" y="133"/>
                  <a:pt x="260" y="133"/>
                  <a:pt x="260" y="133"/>
                </a:cubicBezTo>
                <a:cubicBezTo>
                  <a:pt x="234" y="133"/>
                  <a:pt x="234" y="133"/>
                  <a:pt x="234" y="133"/>
                </a:cubicBezTo>
                <a:cubicBezTo>
                  <a:pt x="234" y="159"/>
                  <a:pt x="234" y="159"/>
                  <a:pt x="234" y="159"/>
                </a:cubicBezTo>
                <a:cubicBezTo>
                  <a:pt x="260" y="159"/>
                  <a:pt x="260" y="159"/>
                  <a:pt x="260" y="159"/>
                </a:cubicBezTo>
                <a:cubicBezTo>
                  <a:pt x="260" y="175"/>
                  <a:pt x="260" y="175"/>
                  <a:pt x="260" y="175"/>
                </a:cubicBezTo>
                <a:cubicBezTo>
                  <a:pt x="260" y="181"/>
                  <a:pt x="256" y="186"/>
                  <a:pt x="250" y="186"/>
                </a:cubicBezTo>
                <a:cubicBezTo>
                  <a:pt x="11" y="186"/>
                  <a:pt x="11" y="186"/>
                  <a:pt x="11" y="186"/>
                </a:cubicBezTo>
                <a:cubicBezTo>
                  <a:pt x="5" y="186"/>
                  <a:pt x="0" y="181"/>
                  <a:pt x="0" y="175"/>
                </a:cubicBezTo>
                <a:cubicBezTo>
                  <a:pt x="0" y="159"/>
                  <a:pt x="0" y="159"/>
                  <a:pt x="0" y="159"/>
                </a:cubicBezTo>
                <a:cubicBezTo>
                  <a:pt x="27" y="159"/>
                  <a:pt x="27" y="159"/>
                  <a:pt x="27" y="159"/>
                </a:cubicBezTo>
                <a:cubicBezTo>
                  <a:pt x="27" y="133"/>
                  <a:pt x="27" y="133"/>
                  <a:pt x="27" y="133"/>
                </a:cubicBezTo>
                <a:cubicBezTo>
                  <a:pt x="0" y="133"/>
                  <a:pt x="0" y="133"/>
                  <a:pt x="0" y="133"/>
                </a:cubicBezTo>
                <a:cubicBezTo>
                  <a:pt x="0" y="106"/>
                  <a:pt x="0" y="106"/>
                  <a:pt x="0" y="106"/>
                </a:cubicBezTo>
                <a:cubicBezTo>
                  <a:pt x="27" y="106"/>
                  <a:pt x="27" y="106"/>
                  <a:pt x="27" y="106"/>
                </a:cubicBezTo>
                <a:cubicBezTo>
                  <a:pt x="27" y="80"/>
                  <a:pt x="27" y="80"/>
                  <a:pt x="27" y="80"/>
                </a:cubicBezTo>
                <a:cubicBezTo>
                  <a:pt x="0" y="80"/>
                  <a:pt x="0" y="80"/>
                  <a:pt x="0" y="80"/>
                </a:cubicBezTo>
                <a:cubicBezTo>
                  <a:pt x="0" y="53"/>
                  <a:pt x="0" y="53"/>
                  <a:pt x="0" y="53"/>
                </a:cubicBezTo>
                <a:cubicBezTo>
                  <a:pt x="27" y="53"/>
                  <a:pt x="27" y="53"/>
                  <a:pt x="27" y="53"/>
                </a:cubicBezTo>
                <a:cubicBezTo>
                  <a:pt x="27" y="27"/>
                  <a:pt x="27" y="27"/>
                  <a:pt x="27" y="27"/>
                </a:cubicBezTo>
                <a:cubicBezTo>
                  <a:pt x="0" y="27"/>
                  <a:pt x="0" y="27"/>
                  <a:pt x="0" y="27"/>
                </a:cubicBezTo>
                <a:cubicBezTo>
                  <a:pt x="0" y="11"/>
                  <a:pt x="0" y="11"/>
                  <a:pt x="0" y="11"/>
                </a:cubicBezTo>
                <a:cubicBezTo>
                  <a:pt x="0" y="5"/>
                  <a:pt x="5" y="0"/>
                  <a:pt x="11" y="0"/>
                </a:cubicBezTo>
                <a:cubicBezTo>
                  <a:pt x="250" y="0"/>
                  <a:pt x="250" y="0"/>
                  <a:pt x="250" y="0"/>
                </a:cubicBezTo>
                <a:cubicBezTo>
                  <a:pt x="256" y="0"/>
                  <a:pt x="260" y="5"/>
                  <a:pt x="260" y="11"/>
                </a:cubicBezTo>
                <a:cubicBezTo>
                  <a:pt x="260" y="27"/>
                  <a:pt x="260" y="27"/>
                  <a:pt x="260" y="27"/>
                </a:cubicBezTo>
                <a:lnTo>
                  <a:pt x="234" y="27"/>
                </a:lnTo>
                <a:close/>
                <a:moveTo>
                  <a:pt x="167" y="93"/>
                </a:moveTo>
                <a:cubicBezTo>
                  <a:pt x="101" y="53"/>
                  <a:pt x="101" y="53"/>
                  <a:pt x="101" y="53"/>
                </a:cubicBezTo>
                <a:cubicBezTo>
                  <a:pt x="101" y="133"/>
                  <a:pt x="101" y="133"/>
                  <a:pt x="101" y="133"/>
                </a:cubicBezTo>
                <a:lnTo>
                  <a:pt x="167" y="9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5" name="Freeform 17"/>
          <p:cNvSpPr>
            <a:spLocks noEditPoints="1"/>
          </p:cNvSpPr>
          <p:nvPr/>
        </p:nvSpPr>
        <p:spPr bwMode="auto">
          <a:xfrm>
            <a:off x="1364475" y="2848527"/>
            <a:ext cx="312461" cy="263572"/>
          </a:xfrm>
          <a:custGeom>
            <a:avLst/>
            <a:gdLst>
              <a:gd name="T0" fmla="*/ 267 w 269"/>
              <a:gd name="T1" fmla="*/ 172 h 226"/>
              <a:gd name="T2" fmla="*/ 259 w 269"/>
              <a:gd name="T3" fmla="*/ 213 h 226"/>
              <a:gd name="T4" fmla="*/ 243 w 269"/>
              <a:gd name="T5" fmla="*/ 226 h 226"/>
              <a:gd name="T6" fmla="*/ 26 w 269"/>
              <a:gd name="T7" fmla="*/ 226 h 226"/>
              <a:gd name="T8" fmla="*/ 9 w 269"/>
              <a:gd name="T9" fmla="*/ 213 h 226"/>
              <a:gd name="T10" fmla="*/ 2 w 269"/>
              <a:gd name="T11" fmla="*/ 172 h 226"/>
              <a:gd name="T12" fmla="*/ 10 w 269"/>
              <a:gd name="T13" fmla="*/ 153 h 226"/>
              <a:gd name="T14" fmla="*/ 53 w 269"/>
              <a:gd name="T15" fmla="*/ 125 h 226"/>
              <a:gd name="T16" fmla="*/ 79 w 269"/>
              <a:gd name="T17" fmla="*/ 125 h 226"/>
              <a:gd name="T18" fmla="*/ 34 w 269"/>
              <a:gd name="T19" fmla="*/ 160 h 226"/>
              <a:gd name="T20" fmla="*/ 81 w 269"/>
              <a:gd name="T21" fmla="*/ 160 h 226"/>
              <a:gd name="T22" fmla="*/ 84 w 269"/>
              <a:gd name="T23" fmla="*/ 161 h 226"/>
              <a:gd name="T24" fmla="*/ 95 w 269"/>
              <a:gd name="T25" fmla="*/ 191 h 226"/>
              <a:gd name="T26" fmla="*/ 174 w 269"/>
              <a:gd name="T27" fmla="*/ 191 h 226"/>
              <a:gd name="T28" fmla="*/ 185 w 269"/>
              <a:gd name="T29" fmla="*/ 161 h 226"/>
              <a:gd name="T30" fmla="*/ 188 w 269"/>
              <a:gd name="T31" fmla="*/ 160 h 226"/>
              <a:gd name="T32" fmla="*/ 235 w 269"/>
              <a:gd name="T33" fmla="*/ 160 h 226"/>
              <a:gd name="T34" fmla="*/ 190 w 269"/>
              <a:gd name="T35" fmla="*/ 125 h 226"/>
              <a:gd name="T36" fmla="*/ 216 w 269"/>
              <a:gd name="T37" fmla="*/ 125 h 226"/>
              <a:gd name="T38" fmla="*/ 258 w 269"/>
              <a:gd name="T39" fmla="*/ 153 h 226"/>
              <a:gd name="T40" fmla="*/ 267 w 269"/>
              <a:gd name="T41" fmla="*/ 172 h 226"/>
              <a:gd name="T42" fmla="*/ 135 w 269"/>
              <a:gd name="T43" fmla="*/ 133 h 226"/>
              <a:gd name="T44" fmla="*/ 63 w 269"/>
              <a:gd name="T45" fmla="*/ 66 h 226"/>
              <a:gd name="T46" fmla="*/ 103 w 269"/>
              <a:gd name="T47" fmla="*/ 66 h 226"/>
              <a:gd name="T48" fmla="*/ 103 w 269"/>
              <a:gd name="T49" fmla="*/ 0 h 226"/>
              <a:gd name="T50" fmla="*/ 167 w 269"/>
              <a:gd name="T51" fmla="*/ 0 h 226"/>
              <a:gd name="T52" fmla="*/ 167 w 269"/>
              <a:gd name="T53" fmla="*/ 66 h 226"/>
              <a:gd name="T54" fmla="*/ 206 w 269"/>
              <a:gd name="T55" fmla="*/ 66 h 226"/>
              <a:gd name="T56" fmla="*/ 135 w 269"/>
              <a:gd name="T57" fmla="*/ 133 h 2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269" h="226">
                <a:moveTo>
                  <a:pt x="267" y="172"/>
                </a:moveTo>
                <a:cubicBezTo>
                  <a:pt x="259" y="213"/>
                  <a:pt x="259" y="213"/>
                  <a:pt x="259" y="213"/>
                </a:cubicBezTo>
                <a:cubicBezTo>
                  <a:pt x="258" y="220"/>
                  <a:pt x="250" y="226"/>
                  <a:pt x="243" y="226"/>
                </a:cubicBezTo>
                <a:cubicBezTo>
                  <a:pt x="26" y="226"/>
                  <a:pt x="26" y="226"/>
                  <a:pt x="26" y="226"/>
                </a:cubicBezTo>
                <a:cubicBezTo>
                  <a:pt x="19" y="226"/>
                  <a:pt x="12" y="220"/>
                  <a:pt x="9" y="213"/>
                </a:cubicBezTo>
                <a:cubicBezTo>
                  <a:pt x="2" y="172"/>
                  <a:pt x="2" y="172"/>
                  <a:pt x="2" y="172"/>
                </a:cubicBezTo>
                <a:cubicBezTo>
                  <a:pt x="0" y="165"/>
                  <a:pt x="4" y="157"/>
                  <a:pt x="10" y="153"/>
                </a:cubicBezTo>
                <a:cubicBezTo>
                  <a:pt x="53" y="125"/>
                  <a:pt x="53" y="125"/>
                  <a:pt x="53" y="125"/>
                </a:cubicBezTo>
                <a:cubicBezTo>
                  <a:pt x="79" y="125"/>
                  <a:pt x="79" y="125"/>
                  <a:pt x="79" y="125"/>
                </a:cubicBezTo>
                <a:cubicBezTo>
                  <a:pt x="34" y="160"/>
                  <a:pt x="34" y="160"/>
                  <a:pt x="34" y="160"/>
                </a:cubicBezTo>
                <a:cubicBezTo>
                  <a:pt x="81" y="160"/>
                  <a:pt x="81" y="160"/>
                  <a:pt x="81" y="160"/>
                </a:cubicBezTo>
                <a:cubicBezTo>
                  <a:pt x="82" y="160"/>
                  <a:pt x="83" y="160"/>
                  <a:pt x="84" y="161"/>
                </a:cubicBezTo>
                <a:cubicBezTo>
                  <a:pt x="95" y="191"/>
                  <a:pt x="95" y="191"/>
                  <a:pt x="95" y="191"/>
                </a:cubicBezTo>
                <a:cubicBezTo>
                  <a:pt x="174" y="191"/>
                  <a:pt x="174" y="191"/>
                  <a:pt x="174" y="191"/>
                </a:cubicBezTo>
                <a:cubicBezTo>
                  <a:pt x="185" y="161"/>
                  <a:pt x="185" y="161"/>
                  <a:pt x="185" y="161"/>
                </a:cubicBezTo>
                <a:cubicBezTo>
                  <a:pt x="186" y="160"/>
                  <a:pt x="187" y="160"/>
                  <a:pt x="188" y="160"/>
                </a:cubicBezTo>
                <a:cubicBezTo>
                  <a:pt x="235" y="160"/>
                  <a:pt x="235" y="160"/>
                  <a:pt x="235" y="160"/>
                </a:cubicBezTo>
                <a:cubicBezTo>
                  <a:pt x="190" y="125"/>
                  <a:pt x="190" y="125"/>
                  <a:pt x="190" y="125"/>
                </a:cubicBezTo>
                <a:cubicBezTo>
                  <a:pt x="216" y="125"/>
                  <a:pt x="216" y="125"/>
                  <a:pt x="216" y="125"/>
                </a:cubicBezTo>
                <a:cubicBezTo>
                  <a:pt x="258" y="153"/>
                  <a:pt x="258" y="153"/>
                  <a:pt x="258" y="153"/>
                </a:cubicBezTo>
                <a:cubicBezTo>
                  <a:pt x="265" y="157"/>
                  <a:pt x="269" y="165"/>
                  <a:pt x="267" y="172"/>
                </a:cubicBezTo>
                <a:close/>
                <a:moveTo>
                  <a:pt x="135" y="133"/>
                </a:moveTo>
                <a:cubicBezTo>
                  <a:pt x="63" y="66"/>
                  <a:pt x="63" y="66"/>
                  <a:pt x="63" y="66"/>
                </a:cubicBezTo>
                <a:cubicBezTo>
                  <a:pt x="103" y="66"/>
                  <a:pt x="103" y="66"/>
                  <a:pt x="103" y="66"/>
                </a:cubicBezTo>
                <a:cubicBezTo>
                  <a:pt x="103" y="0"/>
                  <a:pt x="103" y="0"/>
                  <a:pt x="103" y="0"/>
                </a:cubicBezTo>
                <a:cubicBezTo>
                  <a:pt x="167" y="0"/>
                  <a:pt x="167" y="0"/>
                  <a:pt x="167" y="0"/>
                </a:cubicBezTo>
                <a:cubicBezTo>
                  <a:pt x="167" y="66"/>
                  <a:pt x="167" y="66"/>
                  <a:pt x="167" y="66"/>
                </a:cubicBezTo>
                <a:cubicBezTo>
                  <a:pt x="206" y="66"/>
                  <a:pt x="206" y="66"/>
                  <a:pt x="206" y="66"/>
                </a:cubicBezTo>
                <a:lnTo>
                  <a:pt x="135" y="13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6" name="Freeform 19"/>
          <p:cNvSpPr>
            <a:spLocks/>
          </p:cNvSpPr>
          <p:nvPr/>
        </p:nvSpPr>
        <p:spPr bwMode="auto">
          <a:xfrm>
            <a:off x="1792779" y="2852777"/>
            <a:ext cx="289077" cy="252944"/>
          </a:xfrm>
          <a:custGeom>
            <a:avLst/>
            <a:gdLst>
              <a:gd name="T0" fmla="*/ 249 w 249"/>
              <a:gd name="T1" fmla="*/ 109 h 218"/>
              <a:gd name="T2" fmla="*/ 140 w 249"/>
              <a:gd name="T3" fmla="*/ 218 h 218"/>
              <a:gd name="T4" fmla="*/ 73 w 249"/>
              <a:gd name="T5" fmla="*/ 195 h 218"/>
              <a:gd name="T6" fmla="*/ 92 w 249"/>
              <a:gd name="T7" fmla="*/ 175 h 218"/>
              <a:gd name="T8" fmla="*/ 140 w 249"/>
              <a:gd name="T9" fmla="*/ 191 h 218"/>
              <a:gd name="T10" fmla="*/ 222 w 249"/>
              <a:gd name="T11" fmla="*/ 109 h 218"/>
              <a:gd name="T12" fmla="*/ 140 w 249"/>
              <a:gd name="T13" fmla="*/ 27 h 218"/>
              <a:gd name="T14" fmla="*/ 59 w 249"/>
              <a:gd name="T15" fmla="*/ 106 h 218"/>
              <a:gd name="T16" fmla="*/ 97 w 249"/>
              <a:gd name="T17" fmla="*/ 106 h 218"/>
              <a:gd name="T18" fmla="*/ 48 w 249"/>
              <a:gd name="T19" fmla="*/ 160 h 218"/>
              <a:gd name="T20" fmla="*/ 0 w 249"/>
              <a:gd name="T21" fmla="*/ 106 h 218"/>
              <a:gd name="T22" fmla="*/ 32 w 249"/>
              <a:gd name="T23" fmla="*/ 106 h 218"/>
              <a:gd name="T24" fmla="*/ 140 w 249"/>
              <a:gd name="T25" fmla="*/ 0 h 218"/>
              <a:gd name="T26" fmla="*/ 249 w 249"/>
              <a:gd name="T27" fmla="*/ 109 h 2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49" h="218">
                <a:moveTo>
                  <a:pt x="249" y="109"/>
                </a:moveTo>
                <a:cubicBezTo>
                  <a:pt x="249" y="169"/>
                  <a:pt x="200" y="218"/>
                  <a:pt x="140" y="218"/>
                </a:cubicBezTo>
                <a:cubicBezTo>
                  <a:pt x="115" y="218"/>
                  <a:pt x="92" y="209"/>
                  <a:pt x="73" y="195"/>
                </a:cubicBezTo>
                <a:cubicBezTo>
                  <a:pt x="92" y="175"/>
                  <a:pt x="92" y="175"/>
                  <a:pt x="92" y="175"/>
                </a:cubicBezTo>
                <a:cubicBezTo>
                  <a:pt x="106" y="185"/>
                  <a:pt x="122" y="191"/>
                  <a:pt x="140" y="191"/>
                </a:cubicBezTo>
                <a:cubicBezTo>
                  <a:pt x="185" y="191"/>
                  <a:pt x="222" y="154"/>
                  <a:pt x="222" y="109"/>
                </a:cubicBezTo>
                <a:cubicBezTo>
                  <a:pt x="222" y="64"/>
                  <a:pt x="185" y="27"/>
                  <a:pt x="140" y="27"/>
                </a:cubicBezTo>
                <a:cubicBezTo>
                  <a:pt x="96" y="27"/>
                  <a:pt x="61" y="62"/>
                  <a:pt x="59" y="106"/>
                </a:cubicBezTo>
                <a:cubicBezTo>
                  <a:pt x="97" y="106"/>
                  <a:pt x="97" y="106"/>
                  <a:pt x="97" y="106"/>
                </a:cubicBezTo>
                <a:cubicBezTo>
                  <a:pt x="48" y="160"/>
                  <a:pt x="48" y="160"/>
                  <a:pt x="48" y="160"/>
                </a:cubicBezTo>
                <a:cubicBezTo>
                  <a:pt x="0" y="106"/>
                  <a:pt x="0" y="106"/>
                  <a:pt x="0" y="106"/>
                </a:cubicBezTo>
                <a:cubicBezTo>
                  <a:pt x="32" y="106"/>
                  <a:pt x="32" y="106"/>
                  <a:pt x="32" y="106"/>
                </a:cubicBezTo>
                <a:cubicBezTo>
                  <a:pt x="34" y="47"/>
                  <a:pt x="81" y="0"/>
                  <a:pt x="140" y="0"/>
                </a:cubicBezTo>
                <a:cubicBezTo>
                  <a:pt x="200" y="0"/>
                  <a:pt x="249" y="49"/>
                  <a:pt x="249" y="10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7" name="Freeform 20"/>
          <p:cNvSpPr>
            <a:spLocks noEditPoints="1"/>
          </p:cNvSpPr>
          <p:nvPr/>
        </p:nvSpPr>
        <p:spPr bwMode="auto">
          <a:xfrm>
            <a:off x="2143499" y="2840024"/>
            <a:ext cx="216808" cy="278451"/>
          </a:xfrm>
          <a:custGeom>
            <a:avLst/>
            <a:gdLst>
              <a:gd name="T0" fmla="*/ 186 w 186"/>
              <a:gd name="T1" fmla="*/ 27 h 239"/>
              <a:gd name="T2" fmla="*/ 186 w 186"/>
              <a:gd name="T3" fmla="*/ 213 h 239"/>
              <a:gd name="T4" fmla="*/ 160 w 186"/>
              <a:gd name="T5" fmla="*/ 239 h 239"/>
              <a:gd name="T6" fmla="*/ 27 w 186"/>
              <a:gd name="T7" fmla="*/ 239 h 239"/>
              <a:gd name="T8" fmla="*/ 0 w 186"/>
              <a:gd name="T9" fmla="*/ 213 h 239"/>
              <a:gd name="T10" fmla="*/ 0 w 186"/>
              <a:gd name="T11" fmla="*/ 27 h 239"/>
              <a:gd name="T12" fmla="*/ 27 w 186"/>
              <a:gd name="T13" fmla="*/ 0 h 239"/>
              <a:gd name="T14" fmla="*/ 160 w 186"/>
              <a:gd name="T15" fmla="*/ 0 h 239"/>
              <a:gd name="T16" fmla="*/ 186 w 186"/>
              <a:gd name="T17" fmla="*/ 27 h 239"/>
              <a:gd name="T18" fmla="*/ 108 w 186"/>
              <a:gd name="T19" fmla="*/ 50 h 239"/>
              <a:gd name="T20" fmla="*/ 92 w 186"/>
              <a:gd name="T21" fmla="*/ 50 h 239"/>
              <a:gd name="T22" fmla="*/ 92 w 186"/>
              <a:gd name="T23" fmla="*/ 147 h 239"/>
              <a:gd name="T24" fmla="*/ 69 w 186"/>
              <a:gd name="T25" fmla="*/ 148 h 239"/>
              <a:gd name="T26" fmla="*/ 49 w 186"/>
              <a:gd name="T27" fmla="*/ 178 h 239"/>
              <a:gd name="T28" fmla="*/ 85 w 186"/>
              <a:gd name="T29" fmla="*/ 189 h 239"/>
              <a:gd name="T30" fmla="*/ 108 w 186"/>
              <a:gd name="T31" fmla="*/ 163 h 239"/>
              <a:gd name="T32" fmla="*/ 108 w 186"/>
              <a:gd name="T33" fmla="*/ 94 h 239"/>
              <a:gd name="T34" fmla="*/ 127 w 186"/>
              <a:gd name="T35" fmla="*/ 127 h 239"/>
              <a:gd name="T36" fmla="*/ 130 w 186"/>
              <a:gd name="T37" fmla="*/ 127 h 239"/>
              <a:gd name="T38" fmla="*/ 108 w 186"/>
              <a:gd name="T39" fmla="*/ 50 h 2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186" h="239">
                <a:moveTo>
                  <a:pt x="186" y="27"/>
                </a:moveTo>
                <a:cubicBezTo>
                  <a:pt x="186" y="213"/>
                  <a:pt x="186" y="213"/>
                  <a:pt x="186" y="213"/>
                </a:cubicBezTo>
                <a:cubicBezTo>
                  <a:pt x="186" y="228"/>
                  <a:pt x="174" y="239"/>
                  <a:pt x="160" y="239"/>
                </a:cubicBezTo>
                <a:cubicBezTo>
                  <a:pt x="27" y="239"/>
                  <a:pt x="27" y="239"/>
                  <a:pt x="27" y="239"/>
                </a:cubicBezTo>
                <a:cubicBezTo>
                  <a:pt x="13" y="239"/>
                  <a:pt x="0" y="228"/>
                  <a:pt x="0" y="213"/>
                </a:cubicBezTo>
                <a:cubicBezTo>
                  <a:pt x="0" y="27"/>
                  <a:pt x="0" y="27"/>
                  <a:pt x="0" y="27"/>
                </a:cubicBezTo>
                <a:cubicBezTo>
                  <a:pt x="0" y="13"/>
                  <a:pt x="13" y="0"/>
                  <a:pt x="27" y="0"/>
                </a:cubicBezTo>
                <a:cubicBezTo>
                  <a:pt x="160" y="0"/>
                  <a:pt x="160" y="0"/>
                  <a:pt x="160" y="0"/>
                </a:cubicBezTo>
                <a:cubicBezTo>
                  <a:pt x="174" y="0"/>
                  <a:pt x="186" y="13"/>
                  <a:pt x="186" y="27"/>
                </a:cubicBezTo>
                <a:close/>
                <a:moveTo>
                  <a:pt x="108" y="50"/>
                </a:moveTo>
                <a:cubicBezTo>
                  <a:pt x="92" y="50"/>
                  <a:pt x="92" y="50"/>
                  <a:pt x="92" y="50"/>
                </a:cubicBezTo>
                <a:cubicBezTo>
                  <a:pt x="92" y="147"/>
                  <a:pt x="92" y="147"/>
                  <a:pt x="92" y="147"/>
                </a:cubicBezTo>
                <a:cubicBezTo>
                  <a:pt x="86" y="145"/>
                  <a:pt x="77" y="145"/>
                  <a:pt x="69" y="148"/>
                </a:cubicBezTo>
                <a:cubicBezTo>
                  <a:pt x="53" y="153"/>
                  <a:pt x="44" y="167"/>
                  <a:pt x="49" y="178"/>
                </a:cubicBezTo>
                <a:cubicBezTo>
                  <a:pt x="52" y="189"/>
                  <a:pt x="70" y="194"/>
                  <a:pt x="85" y="189"/>
                </a:cubicBezTo>
                <a:cubicBezTo>
                  <a:pt x="101" y="184"/>
                  <a:pt x="108" y="176"/>
                  <a:pt x="108" y="163"/>
                </a:cubicBezTo>
                <a:cubicBezTo>
                  <a:pt x="108" y="94"/>
                  <a:pt x="108" y="94"/>
                  <a:pt x="108" y="94"/>
                </a:cubicBezTo>
                <a:cubicBezTo>
                  <a:pt x="129" y="97"/>
                  <a:pt x="129" y="119"/>
                  <a:pt x="127" y="127"/>
                </a:cubicBezTo>
                <a:cubicBezTo>
                  <a:pt x="126" y="129"/>
                  <a:pt x="127" y="132"/>
                  <a:pt x="130" y="127"/>
                </a:cubicBezTo>
                <a:cubicBezTo>
                  <a:pt x="153" y="92"/>
                  <a:pt x="108" y="66"/>
                  <a:pt x="108" y="5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8" name="Freeform 21"/>
          <p:cNvSpPr>
            <a:spLocks noEditPoints="1"/>
          </p:cNvSpPr>
          <p:nvPr/>
        </p:nvSpPr>
        <p:spPr bwMode="auto">
          <a:xfrm>
            <a:off x="2417700" y="2857029"/>
            <a:ext cx="308209" cy="246568"/>
          </a:xfrm>
          <a:custGeom>
            <a:avLst/>
            <a:gdLst>
              <a:gd name="T0" fmla="*/ 262 w 265"/>
              <a:gd name="T1" fmla="*/ 79 h 212"/>
              <a:gd name="T2" fmla="*/ 241 w 265"/>
              <a:gd name="T3" fmla="*/ 199 h 212"/>
              <a:gd name="T4" fmla="*/ 225 w 265"/>
              <a:gd name="T5" fmla="*/ 212 h 212"/>
              <a:gd name="T6" fmla="*/ 40 w 265"/>
              <a:gd name="T7" fmla="*/ 212 h 212"/>
              <a:gd name="T8" fmla="*/ 24 w 265"/>
              <a:gd name="T9" fmla="*/ 199 h 212"/>
              <a:gd name="T10" fmla="*/ 3 w 265"/>
              <a:gd name="T11" fmla="*/ 79 h 212"/>
              <a:gd name="T12" fmla="*/ 13 w 265"/>
              <a:gd name="T13" fmla="*/ 53 h 212"/>
              <a:gd name="T14" fmla="*/ 21 w 265"/>
              <a:gd name="T15" fmla="*/ 45 h 212"/>
              <a:gd name="T16" fmla="*/ 21 w 265"/>
              <a:gd name="T17" fmla="*/ 66 h 212"/>
              <a:gd name="T18" fmla="*/ 244 w 265"/>
              <a:gd name="T19" fmla="*/ 66 h 212"/>
              <a:gd name="T20" fmla="*/ 244 w 265"/>
              <a:gd name="T21" fmla="*/ 45 h 212"/>
              <a:gd name="T22" fmla="*/ 251 w 265"/>
              <a:gd name="T23" fmla="*/ 53 h 212"/>
              <a:gd name="T24" fmla="*/ 262 w 265"/>
              <a:gd name="T25" fmla="*/ 79 h 212"/>
              <a:gd name="T26" fmla="*/ 225 w 265"/>
              <a:gd name="T27" fmla="*/ 53 h 212"/>
              <a:gd name="T28" fmla="*/ 40 w 265"/>
              <a:gd name="T29" fmla="*/ 53 h 212"/>
              <a:gd name="T30" fmla="*/ 40 w 265"/>
              <a:gd name="T31" fmla="*/ 40 h 212"/>
              <a:gd name="T32" fmla="*/ 53 w 265"/>
              <a:gd name="T33" fmla="*/ 26 h 212"/>
              <a:gd name="T34" fmla="*/ 212 w 265"/>
              <a:gd name="T35" fmla="*/ 26 h 212"/>
              <a:gd name="T36" fmla="*/ 225 w 265"/>
              <a:gd name="T37" fmla="*/ 40 h 212"/>
              <a:gd name="T38" fmla="*/ 225 w 265"/>
              <a:gd name="T39" fmla="*/ 53 h 212"/>
              <a:gd name="T40" fmla="*/ 199 w 265"/>
              <a:gd name="T41" fmla="*/ 13 h 212"/>
              <a:gd name="T42" fmla="*/ 67 w 265"/>
              <a:gd name="T43" fmla="*/ 13 h 212"/>
              <a:gd name="T44" fmla="*/ 80 w 265"/>
              <a:gd name="T45" fmla="*/ 0 h 212"/>
              <a:gd name="T46" fmla="*/ 185 w 265"/>
              <a:gd name="T47" fmla="*/ 0 h 212"/>
              <a:gd name="T48" fmla="*/ 199 w 265"/>
              <a:gd name="T49" fmla="*/ 13 h 212"/>
              <a:gd name="T50" fmla="*/ 185 w 265"/>
              <a:gd name="T51" fmla="*/ 98 h 212"/>
              <a:gd name="T52" fmla="*/ 167 w 265"/>
              <a:gd name="T53" fmla="*/ 98 h 212"/>
              <a:gd name="T54" fmla="*/ 167 w 265"/>
              <a:gd name="T55" fmla="*/ 119 h 212"/>
              <a:gd name="T56" fmla="*/ 98 w 265"/>
              <a:gd name="T57" fmla="*/ 119 h 212"/>
              <a:gd name="T58" fmla="*/ 98 w 265"/>
              <a:gd name="T59" fmla="*/ 98 h 212"/>
              <a:gd name="T60" fmla="*/ 80 w 265"/>
              <a:gd name="T61" fmla="*/ 98 h 212"/>
              <a:gd name="T62" fmla="*/ 80 w 265"/>
              <a:gd name="T63" fmla="*/ 124 h 212"/>
              <a:gd name="T64" fmla="*/ 93 w 265"/>
              <a:gd name="T65" fmla="*/ 138 h 212"/>
              <a:gd name="T66" fmla="*/ 172 w 265"/>
              <a:gd name="T67" fmla="*/ 138 h 212"/>
              <a:gd name="T68" fmla="*/ 185 w 265"/>
              <a:gd name="T69" fmla="*/ 124 h 212"/>
              <a:gd name="T70" fmla="*/ 185 w 265"/>
              <a:gd name="T71" fmla="*/ 98 h 2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265" h="212">
                <a:moveTo>
                  <a:pt x="262" y="79"/>
                </a:moveTo>
                <a:cubicBezTo>
                  <a:pt x="259" y="96"/>
                  <a:pt x="243" y="187"/>
                  <a:pt x="241" y="199"/>
                </a:cubicBezTo>
                <a:cubicBezTo>
                  <a:pt x="239" y="212"/>
                  <a:pt x="225" y="212"/>
                  <a:pt x="225" y="212"/>
                </a:cubicBezTo>
                <a:cubicBezTo>
                  <a:pt x="40" y="212"/>
                  <a:pt x="40" y="212"/>
                  <a:pt x="40" y="212"/>
                </a:cubicBezTo>
                <a:cubicBezTo>
                  <a:pt x="40" y="212"/>
                  <a:pt x="26" y="212"/>
                  <a:pt x="24" y="199"/>
                </a:cubicBezTo>
                <a:cubicBezTo>
                  <a:pt x="21" y="187"/>
                  <a:pt x="7" y="96"/>
                  <a:pt x="3" y="79"/>
                </a:cubicBezTo>
                <a:cubicBezTo>
                  <a:pt x="0" y="63"/>
                  <a:pt x="6" y="61"/>
                  <a:pt x="13" y="53"/>
                </a:cubicBezTo>
                <a:cubicBezTo>
                  <a:pt x="21" y="45"/>
                  <a:pt x="21" y="45"/>
                  <a:pt x="21" y="45"/>
                </a:cubicBezTo>
                <a:cubicBezTo>
                  <a:pt x="21" y="66"/>
                  <a:pt x="21" y="66"/>
                  <a:pt x="21" y="66"/>
                </a:cubicBezTo>
                <a:cubicBezTo>
                  <a:pt x="244" y="66"/>
                  <a:pt x="244" y="66"/>
                  <a:pt x="244" y="66"/>
                </a:cubicBezTo>
                <a:cubicBezTo>
                  <a:pt x="244" y="45"/>
                  <a:pt x="244" y="45"/>
                  <a:pt x="244" y="45"/>
                </a:cubicBezTo>
                <a:cubicBezTo>
                  <a:pt x="244" y="45"/>
                  <a:pt x="244" y="45"/>
                  <a:pt x="251" y="53"/>
                </a:cubicBezTo>
                <a:cubicBezTo>
                  <a:pt x="259" y="61"/>
                  <a:pt x="265" y="63"/>
                  <a:pt x="262" y="79"/>
                </a:cubicBezTo>
                <a:close/>
                <a:moveTo>
                  <a:pt x="225" y="53"/>
                </a:moveTo>
                <a:cubicBezTo>
                  <a:pt x="40" y="53"/>
                  <a:pt x="40" y="53"/>
                  <a:pt x="40" y="53"/>
                </a:cubicBezTo>
                <a:cubicBezTo>
                  <a:pt x="40" y="40"/>
                  <a:pt x="40" y="40"/>
                  <a:pt x="40" y="40"/>
                </a:cubicBezTo>
                <a:cubicBezTo>
                  <a:pt x="40" y="26"/>
                  <a:pt x="53" y="26"/>
                  <a:pt x="53" y="26"/>
                </a:cubicBezTo>
                <a:cubicBezTo>
                  <a:pt x="212" y="26"/>
                  <a:pt x="212" y="26"/>
                  <a:pt x="212" y="26"/>
                </a:cubicBezTo>
                <a:cubicBezTo>
                  <a:pt x="212" y="26"/>
                  <a:pt x="225" y="26"/>
                  <a:pt x="225" y="40"/>
                </a:cubicBezTo>
                <a:lnTo>
                  <a:pt x="225" y="53"/>
                </a:lnTo>
                <a:close/>
                <a:moveTo>
                  <a:pt x="199" y="13"/>
                </a:moveTo>
                <a:cubicBezTo>
                  <a:pt x="67" y="13"/>
                  <a:pt x="67" y="13"/>
                  <a:pt x="67" y="13"/>
                </a:cubicBezTo>
                <a:cubicBezTo>
                  <a:pt x="67" y="0"/>
                  <a:pt x="80" y="0"/>
                  <a:pt x="80" y="0"/>
                </a:cubicBezTo>
                <a:cubicBezTo>
                  <a:pt x="185" y="0"/>
                  <a:pt x="185" y="0"/>
                  <a:pt x="185" y="0"/>
                </a:cubicBezTo>
                <a:cubicBezTo>
                  <a:pt x="185" y="0"/>
                  <a:pt x="199" y="0"/>
                  <a:pt x="199" y="13"/>
                </a:cubicBezTo>
                <a:close/>
                <a:moveTo>
                  <a:pt x="185" y="98"/>
                </a:moveTo>
                <a:cubicBezTo>
                  <a:pt x="167" y="98"/>
                  <a:pt x="167" y="98"/>
                  <a:pt x="167" y="98"/>
                </a:cubicBezTo>
                <a:cubicBezTo>
                  <a:pt x="167" y="119"/>
                  <a:pt x="167" y="119"/>
                  <a:pt x="167" y="119"/>
                </a:cubicBezTo>
                <a:cubicBezTo>
                  <a:pt x="98" y="119"/>
                  <a:pt x="98" y="119"/>
                  <a:pt x="98" y="119"/>
                </a:cubicBezTo>
                <a:cubicBezTo>
                  <a:pt x="98" y="98"/>
                  <a:pt x="98" y="98"/>
                  <a:pt x="98" y="98"/>
                </a:cubicBezTo>
                <a:cubicBezTo>
                  <a:pt x="80" y="98"/>
                  <a:pt x="80" y="98"/>
                  <a:pt x="80" y="98"/>
                </a:cubicBezTo>
                <a:cubicBezTo>
                  <a:pt x="80" y="124"/>
                  <a:pt x="80" y="124"/>
                  <a:pt x="80" y="124"/>
                </a:cubicBezTo>
                <a:cubicBezTo>
                  <a:pt x="80" y="124"/>
                  <a:pt x="80" y="138"/>
                  <a:pt x="93" y="138"/>
                </a:cubicBezTo>
                <a:cubicBezTo>
                  <a:pt x="172" y="138"/>
                  <a:pt x="172" y="138"/>
                  <a:pt x="172" y="138"/>
                </a:cubicBezTo>
                <a:cubicBezTo>
                  <a:pt x="185" y="138"/>
                  <a:pt x="185" y="124"/>
                  <a:pt x="185" y="124"/>
                </a:cubicBezTo>
                <a:lnTo>
                  <a:pt x="185" y="9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9" name="Freeform 22"/>
          <p:cNvSpPr>
            <a:spLocks/>
          </p:cNvSpPr>
          <p:nvPr/>
        </p:nvSpPr>
        <p:spPr bwMode="auto">
          <a:xfrm>
            <a:off x="2785425" y="2878285"/>
            <a:ext cx="308209" cy="201931"/>
          </a:xfrm>
          <a:custGeom>
            <a:avLst/>
            <a:gdLst>
              <a:gd name="T0" fmla="*/ 266 w 266"/>
              <a:gd name="T1" fmla="*/ 111 h 173"/>
              <a:gd name="T2" fmla="*/ 202 w 266"/>
              <a:gd name="T3" fmla="*/ 173 h 173"/>
              <a:gd name="T4" fmla="*/ 48 w 266"/>
              <a:gd name="T5" fmla="*/ 173 h 173"/>
              <a:gd name="T6" fmla="*/ 0 w 266"/>
              <a:gd name="T7" fmla="*/ 126 h 173"/>
              <a:gd name="T8" fmla="*/ 48 w 266"/>
              <a:gd name="T9" fmla="*/ 79 h 173"/>
              <a:gd name="T10" fmla="*/ 54 w 266"/>
              <a:gd name="T11" fmla="*/ 79 h 173"/>
              <a:gd name="T12" fmla="*/ 53 w 266"/>
              <a:gd name="T13" fmla="*/ 69 h 173"/>
              <a:gd name="T14" fmla="*/ 123 w 266"/>
              <a:gd name="T15" fmla="*/ 0 h 173"/>
              <a:gd name="T16" fmla="*/ 191 w 266"/>
              <a:gd name="T17" fmla="*/ 50 h 173"/>
              <a:gd name="T18" fmla="*/ 202 w 266"/>
              <a:gd name="T19" fmla="*/ 49 h 173"/>
              <a:gd name="T20" fmla="*/ 266 w 266"/>
              <a:gd name="T21" fmla="*/ 111 h 1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266" h="173">
                <a:moveTo>
                  <a:pt x="266" y="111"/>
                </a:moveTo>
                <a:cubicBezTo>
                  <a:pt x="266" y="145"/>
                  <a:pt x="237" y="173"/>
                  <a:pt x="202" y="173"/>
                </a:cubicBezTo>
                <a:cubicBezTo>
                  <a:pt x="48" y="173"/>
                  <a:pt x="48" y="173"/>
                  <a:pt x="48" y="173"/>
                </a:cubicBezTo>
                <a:cubicBezTo>
                  <a:pt x="21" y="173"/>
                  <a:pt x="0" y="152"/>
                  <a:pt x="0" y="126"/>
                </a:cubicBezTo>
                <a:cubicBezTo>
                  <a:pt x="0" y="100"/>
                  <a:pt x="21" y="79"/>
                  <a:pt x="48" y="79"/>
                </a:cubicBezTo>
                <a:cubicBezTo>
                  <a:pt x="50" y="79"/>
                  <a:pt x="52" y="79"/>
                  <a:pt x="54" y="79"/>
                </a:cubicBezTo>
                <a:cubicBezTo>
                  <a:pt x="53" y="76"/>
                  <a:pt x="53" y="73"/>
                  <a:pt x="53" y="69"/>
                </a:cubicBezTo>
                <a:cubicBezTo>
                  <a:pt x="53" y="31"/>
                  <a:pt x="85" y="0"/>
                  <a:pt x="123" y="0"/>
                </a:cubicBezTo>
                <a:cubicBezTo>
                  <a:pt x="155" y="0"/>
                  <a:pt x="182" y="21"/>
                  <a:pt x="191" y="50"/>
                </a:cubicBezTo>
                <a:cubicBezTo>
                  <a:pt x="194" y="49"/>
                  <a:pt x="198" y="49"/>
                  <a:pt x="202" y="49"/>
                </a:cubicBezTo>
                <a:cubicBezTo>
                  <a:pt x="237" y="49"/>
                  <a:pt x="266" y="76"/>
                  <a:pt x="266" y="11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0" name="Freeform 23"/>
          <p:cNvSpPr>
            <a:spLocks noEditPoints="1"/>
          </p:cNvSpPr>
          <p:nvPr/>
        </p:nvSpPr>
        <p:spPr bwMode="auto">
          <a:xfrm>
            <a:off x="3153149" y="2852777"/>
            <a:ext cx="214684" cy="252944"/>
          </a:xfrm>
          <a:custGeom>
            <a:avLst/>
            <a:gdLst>
              <a:gd name="T0" fmla="*/ 182 w 184"/>
              <a:gd name="T1" fmla="*/ 34 h 218"/>
              <a:gd name="T2" fmla="*/ 163 w 184"/>
              <a:gd name="T3" fmla="*/ 192 h 218"/>
              <a:gd name="T4" fmla="*/ 93 w 184"/>
              <a:gd name="T5" fmla="*/ 218 h 218"/>
              <a:gd name="T6" fmla="*/ 21 w 184"/>
              <a:gd name="T7" fmla="*/ 192 h 218"/>
              <a:gd name="T8" fmla="*/ 2 w 184"/>
              <a:gd name="T9" fmla="*/ 34 h 218"/>
              <a:gd name="T10" fmla="*/ 93 w 184"/>
              <a:gd name="T11" fmla="*/ 0 h 218"/>
              <a:gd name="T12" fmla="*/ 182 w 184"/>
              <a:gd name="T13" fmla="*/ 34 h 218"/>
              <a:gd name="T14" fmla="*/ 163 w 184"/>
              <a:gd name="T15" fmla="*/ 37 h 218"/>
              <a:gd name="T16" fmla="*/ 93 w 184"/>
              <a:gd name="T17" fmla="*/ 16 h 218"/>
              <a:gd name="T18" fmla="*/ 21 w 184"/>
              <a:gd name="T19" fmla="*/ 37 h 218"/>
              <a:gd name="T20" fmla="*/ 93 w 184"/>
              <a:gd name="T21" fmla="*/ 57 h 218"/>
              <a:gd name="T22" fmla="*/ 163 w 184"/>
              <a:gd name="T23" fmla="*/ 37 h 2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84" h="218">
                <a:moveTo>
                  <a:pt x="182" y="34"/>
                </a:moveTo>
                <a:cubicBezTo>
                  <a:pt x="163" y="192"/>
                  <a:pt x="163" y="192"/>
                  <a:pt x="163" y="192"/>
                </a:cubicBezTo>
                <a:cubicBezTo>
                  <a:pt x="163" y="198"/>
                  <a:pt x="134" y="218"/>
                  <a:pt x="93" y="218"/>
                </a:cubicBezTo>
                <a:cubicBezTo>
                  <a:pt x="51" y="218"/>
                  <a:pt x="22" y="198"/>
                  <a:pt x="21" y="192"/>
                </a:cubicBezTo>
                <a:cubicBezTo>
                  <a:pt x="2" y="34"/>
                  <a:pt x="2" y="34"/>
                  <a:pt x="2" y="34"/>
                </a:cubicBezTo>
                <a:cubicBezTo>
                  <a:pt x="0" y="19"/>
                  <a:pt x="36" y="0"/>
                  <a:pt x="93" y="0"/>
                </a:cubicBezTo>
                <a:cubicBezTo>
                  <a:pt x="149" y="0"/>
                  <a:pt x="184" y="19"/>
                  <a:pt x="182" y="34"/>
                </a:cubicBezTo>
                <a:close/>
                <a:moveTo>
                  <a:pt x="163" y="37"/>
                </a:moveTo>
                <a:cubicBezTo>
                  <a:pt x="163" y="31"/>
                  <a:pt x="134" y="16"/>
                  <a:pt x="93" y="16"/>
                </a:cubicBezTo>
                <a:cubicBezTo>
                  <a:pt x="51" y="16"/>
                  <a:pt x="21" y="31"/>
                  <a:pt x="21" y="37"/>
                </a:cubicBezTo>
                <a:cubicBezTo>
                  <a:pt x="21" y="42"/>
                  <a:pt x="51" y="57"/>
                  <a:pt x="93" y="57"/>
                </a:cubicBezTo>
                <a:cubicBezTo>
                  <a:pt x="134" y="57"/>
                  <a:pt x="163" y="42"/>
                  <a:pt x="163" y="3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1" name="Freeform 24"/>
          <p:cNvSpPr>
            <a:spLocks noEditPoints="1"/>
          </p:cNvSpPr>
          <p:nvPr/>
        </p:nvSpPr>
        <p:spPr bwMode="auto">
          <a:xfrm>
            <a:off x="3427348" y="2903792"/>
            <a:ext cx="216808" cy="153041"/>
          </a:xfrm>
          <a:custGeom>
            <a:avLst/>
            <a:gdLst>
              <a:gd name="T0" fmla="*/ 0 w 186"/>
              <a:gd name="T1" fmla="*/ 13 h 132"/>
              <a:gd name="T2" fmla="*/ 13 w 186"/>
              <a:gd name="T3" fmla="*/ 0 h 132"/>
              <a:gd name="T4" fmla="*/ 173 w 186"/>
              <a:gd name="T5" fmla="*/ 0 h 132"/>
              <a:gd name="T6" fmla="*/ 186 w 186"/>
              <a:gd name="T7" fmla="*/ 13 h 132"/>
              <a:gd name="T8" fmla="*/ 173 w 186"/>
              <a:gd name="T9" fmla="*/ 26 h 132"/>
              <a:gd name="T10" fmla="*/ 13 w 186"/>
              <a:gd name="T11" fmla="*/ 26 h 132"/>
              <a:gd name="T12" fmla="*/ 0 w 186"/>
              <a:gd name="T13" fmla="*/ 13 h 132"/>
              <a:gd name="T14" fmla="*/ 186 w 186"/>
              <a:gd name="T15" fmla="*/ 66 h 132"/>
              <a:gd name="T16" fmla="*/ 173 w 186"/>
              <a:gd name="T17" fmla="*/ 79 h 132"/>
              <a:gd name="T18" fmla="*/ 13 w 186"/>
              <a:gd name="T19" fmla="*/ 79 h 132"/>
              <a:gd name="T20" fmla="*/ 0 w 186"/>
              <a:gd name="T21" fmla="*/ 66 h 132"/>
              <a:gd name="T22" fmla="*/ 13 w 186"/>
              <a:gd name="T23" fmla="*/ 53 h 132"/>
              <a:gd name="T24" fmla="*/ 173 w 186"/>
              <a:gd name="T25" fmla="*/ 53 h 132"/>
              <a:gd name="T26" fmla="*/ 186 w 186"/>
              <a:gd name="T27" fmla="*/ 66 h 132"/>
              <a:gd name="T28" fmla="*/ 186 w 186"/>
              <a:gd name="T29" fmla="*/ 119 h 132"/>
              <a:gd name="T30" fmla="*/ 173 w 186"/>
              <a:gd name="T31" fmla="*/ 132 h 132"/>
              <a:gd name="T32" fmla="*/ 13 w 186"/>
              <a:gd name="T33" fmla="*/ 132 h 132"/>
              <a:gd name="T34" fmla="*/ 0 w 186"/>
              <a:gd name="T35" fmla="*/ 119 h 132"/>
              <a:gd name="T36" fmla="*/ 13 w 186"/>
              <a:gd name="T37" fmla="*/ 106 h 132"/>
              <a:gd name="T38" fmla="*/ 173 w 186"/>
              <a:gd name="T39" fmla="*/ 106 h 132"/>
              <a:gd name="T40" fmla="*/ 186 w 186"/>
              <a:gd name="T41" fmla="*/ 119 h 1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186" h="132">
                <a:moveTo>
                  <a:pt x="0" y="13"/>
                </a:moveTo>
                <a:cubicBezTo>
                  <a:pt x="0" y="5"/>
                  <a:pt x="6" y="0"/>
                  <a:pt x="13" y="0"/>
                </a:cubicBezTo>
                <a:cubicBezTo>
                  <a:pt x="173" y="0"/>
                  <a:pt x="173" y="0"/>
                  <a:pt x="173" y="0"/>
                </a:cubicBezTo>
                <a:cubicBezTo>
                  <a:pt x="179" y="0"/>
                  <a:pt x="186" y="5"/>
                  <a:pt x="186" y="13"/>
                </a:cubicBezTo>
                <a:cubicBezTo>
                  <a:pt x="186" y="20"/>
                  <a:pt x="179" y="26"/>
                  <a:pt x="173" y="26"/>
                </a:cubicBezTo>
                <a:cubicBezTo>
                  <a:pt x="13" y="26"/>
                  <a:pt x="13" y="26"/>
                  <a:pt x="13" y="26"/>
                </a:cubicBezTo>
                <a:cubicBezTo>
                  <a:pt x="6" y="26"/>
                  <a:pt x="0" y="20"/>
                  <a:pt x="0" y="13"/>
                </a:cubicBezTo>
                <a:close/>
                <a:moveTo>
                  <a:pt x="186" y="66"/>
                </a:moveTo>
                <a:cubicBezTo>
                  <a:pt x="186" y="73"/>
                  <a:pt x="179" y="79"/>
                  <a:pt x="173" y="79"/>
                </a:cubicBezTo>
                <a:cubicBezTo>
                  <a:pt x="13" y="79"/>
                  <a:pt x="13" y="79"/>
                  <a:pt x="13" y="79"/>
                </a:cubicBezTo>
                <a:cubicBezTo>
                  <a:pt x="6" y="79"/>
                  <a:pt x="0" y="73"/>
                  <a:pt x="0" y="66"/>
                </a:cubicBezTo>
                <a:cubicBezTo>
                  <a:pt x="0" y="58"/>
                  <a:pt x="6" y="53"/>
                  <a:pt x="13" y="53"/>
                </a:cubicBezTo>
                <a:cubicBezTo>
                  <a:pt x="173" y="53"/>
                  <a:pt x="173" y="53"/>
                  <a:pt x="173" y="53"/>
                </a:cubicBezTo>
                <a:cubicBezTo>
                  <a:pt x="179" y="53"/>
                  <a:pt x="186" y="58"/>
                  <a:pt x="186" y="66"/>
                </a:cubicBezTo>
                <a:close/>
                <a:moveTo>
                  <a:pt x="186" y="119"/>
                </a:moveTo>
                <a:cubicBezTo>
                  <a:pt x="186" y="126"/>
                  <a:pt x="179" y="132"/>
                  <a:pt x="173" y="132"/>
                </a:cubicBezTo>
                <a:cubicBezTo>
                  <a:pt x="13" y="132"/>
                  <a:pt x="13" y="132"/>
                  <a:pt x="13" y="132"/>
                </a:cubicBezTo>
                <a:cubicBezTo>
                  <a:pt x="6" y="132"/>
                  <a:pt x="0" y="126"/>
                  <a:pt x="0" y="119"/>
                </a:cubicBezTo>
                <a:cubicBezTo>
                  <a:pt x="0" y="112"/>
                  <a:pt x="6" y="106"/>
                  <a:pt x="13" y="106"/>
                </a:cubicBezTo>
                <a:cubicBezTo>
                  <a:pt x="173" y="106"/>
                  <a:pt x="173" y="106"/>
                  <a:pt x="173" y="106"/>
                </a:cubicBezTo>
                <a:cubicBezTo>
                  <a:pt x="179" y="106"/>
                  <a:pt x="186" y="112"/>
                  <a:pt x="186" y="11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2" name="Freeform 25"/>
          <p:cNvSpPr>
            <a:spLocks noEditPoints="1"/>
          </p:cNvSpPr>
          <p:nvPr/>
        </p:nvSpPr>
        <p:spPr bwMode="auto">
          <a:xfrm>
            <a:off x="3673916" y="2871909"/>
            <a:ext cx="308209" cy="216808"/>
          </a:xfrm>
          <a:custGeom>
            <a:avLst/>
            <a:gdLst>
              <a:gd name="T0" fmla="*/ 27 w 266"/>
              <a:gd name="T1" fmla="*/ 0 h 186"/>
              <a:gd name="T2" fmla="*/ 239 w 266"/>
              <a:gd name="T3" fmla="*/ 0 h 186"/>
              <a:gd name="T4" fmla="*/ 266 w 266"/>
              <a:gd name="T5" fmla="*/ 27 h 186"/>
              <a:gd name="T6" fmla="*/ 266 w 266"/>
              <a:gd name="T7" fmla="*/ 159 h 186"/>
              <a:gd name="T8" fmla="*/ 239 w 266"/>
              <a:gd name="T9" fmla="*/ 186 h 186"/>
              <a:gd name="T10" fmla="*/ 27 w 266"/>
              <a:gd name="T11" fmla="*/ 186 h 186"/>
              <a:gd name="T12" fmla="*/ 0 w 266"/>
              <a:gd name="T13" fmla="*/ 159 h 186"/>
              <a:gd name="T14" fmla="*/ 0 w 266"/>
              <a:gd name="T15" fmla="*/ 27 h 186"/>
              <a:gd name="T16" fmla="*/ 27 w 266"/>
              <a:gd name="T17" fmla="*/ 0 h 186"/>
              <a:gd name="T18" fmla="*/ 27 w 266"/>
              <a:gd name="T19" fmla="*/ 27 h 186"/>
              <a:gd name="T20" fmla="*/ 27 w 266"/>
              <a:gd name="T21" fmla="*/ 159 h 186"/>
              <a:gd name="T22" fmla="*/ 239 w 266"/>
              <a:gd name="T23" fmla="*/ 159 h 186"/>
              <a:gd name="T24" fmla="*/ 239 w 266"/>
              <a:gd name="T25" fmla="*/ 27 h 186"/>
              <a:gd name="T26" fmla="*/ 27 w 266"/>
              <a:gd name="T27" fmla="*/ 27 h 1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66" h="186">
                <a:moveTo>
                  <a:pt x="27" y="0"/>
                </a:moveTo>
                <a:cubicBezTo>
                  <a:pt x="239" y="0"/>
                  <a:pt x="239" y="0"/>
                  <a:pt x="239" y="0"/>
                </a:cubicBezTo>
                <a:cubicBezTo>
                  <a:pt x="254" y="0"/>
                  <a:pt x="266" y="12"/>
                  <a:pt x="266" y="27"/>
                </a:cubicBezTo>
                <a:cubicBezTo>
                  <a:pt x="266" y="159"/>
                  <a:pt x="266" y="159"/>
                  <a:pt x="266" y="159"/>
                </a:cubicBezTo>
                <a:cubicBezTo>
                  <a:pt x="266" y="174"/>
                  <a:pt x="254" y="186"/>
                  <a:pt x="239" y="186"/>
                </a:cubicBezTo>
                <a:cubicBezTo>
                  <a:pt x="27" y="186"/>
                  <a:pt x="27" y="186"/>
                  <a:pt x="27" y="186"/>
                </a:cubicBezTo>
                <a:cubicBezTo>
                  <a:pt x="13" y="186"/>
                  <a:pt x="0" y="174"/>
                  <a:pt x="0" y="159"/>
                </a:cubicBezTo>
                <a:cubicBezTo>
                  <a:pt x="0" y="27"/>
                  <a:pt x="0" y="27"/>
                  <a:pt x="0" y="27"/>
                </a:cubicBezTo>
                <a:cubicBezTo>
                  <a:pt x="0" y="12"/>
                  <a:pt x="13" y="0"/>
                  <a:pt x="27" y="0"/>
                </a:cubicBezTo>
                <a:close/>
                <a:moveTo>
                  <a:pt x="27" y="27"/>
                </a:moveTo>
                <a:cubicBezTo>
                  <a:pt x="27" y="159"/>
                  <a:pt x="27" y="159"/>
                  <a:pt x="27" y="159"/>
                </a:cubicBezTo>
                <a:cubicBezTo>
                  <a:pt x="239" y="159"/>
                  <a:pt x="239" y="159"/>
                  <a:pt x="239" y="159"/>
                </a:cubicBezTo>
                <a:cubicBezTo>
                  <a:pt x="239" y="27"/>
                  <a:pt x="239" y="27"/>
                  <a:pt x="239" y="27"/>
                </a:cubicBezTo>
                <a:lnTo>
                  <a:pt x="27" y="2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3" name="Freeform 26"/>
          <p:cNvSpPr>
            <a:spLocks noEditPoints="1"/>
          </p:cNvSpPr>
          <p:nvPr/>
        </p:nvSpPr>
        <p:spPr bwMode="auto">
          <a:xfrm>
            <a:off x="4011880" y="2831521"/>
            <a:ext cx="310333" cy="295456"/>
          </a:xfrm>
          <a:custGeom>
            <a:avLst/>
            <a:gdLst>
              <a:gd name="T0" fmla="*/ 203 w 267"/>
              <a:gd name="T1" fmla="*/ 84 h 254"/>
              <a:gd name="T2" fmla="*/ 170 w 267"/>
              <a:gd name="T3" fmla="*/ 44 h 254"/>
              <a:gd name="T4" fmla="*/ 112 w 267"/>
              <a:gd name="T5" fmla="*/ 84 h 254"/>
              <a:gd name="T6" fmla="*/ 65 w 267"/>
              <a:gd name="T7" fmla="*/ 84 h 254"/>
              <a:gd name="T8" fmla="*/ 31 w 267"/>
              <a:gd name="T9" fmla="*/ 118 h 254"/>
              <a:gd name="T10" fmla="*/ 31 w 267"/>
              <a:gd name="T11" fmla="*/ 161 h 254"/>
              <a:gd name="T12" fmla="*/ 3 w 267"/>
              <a:gd name="T13" fmla="*/ 82 h 254"/>
              <a:gd name="T14" fmla="*/ 8 w 267"/>
              <a:gd name="T15" fmla="*/ 68 h 254"/>
              <a:gd name="T16" fmla="*/ 189 w 267"/>
              <a:gd name="T17" fmla="*/ 3 h 254"/>
              <a:gd name="T18" fmla="*/ 202 w 267"/>
              <a:gd name="T19" fmla="*/ 9 h 254"/>
              <a:gd name="T20" fmla="*/ 229 w 267"/>
              <a:gd name="T21" fmla="*/ 84 h 254"/>
              <a:gd name="T22" fmla="*/ 203 w 267"/>
              <a:gd name="T23" fmla="*/ 84 h 254"/>
              <a:gd name="T24" fmla="*/ 267 w 267"/>
              <a:gd name="T25" fmla="*/ 118 h 254"/>
              <a:gd name="T26" fmla="*/ 267 w 267"/>
              <a:gd name="T27" fmla="*/ 244 h 254"/>
              <a:gd name="T28" fmla="*/ 257 w 267"/>
              <a:gd name="T29" fmla="*/ 254 h 254"/>
              <a:gd name="T30" fmla="*/ 65 w 267"/>
              <a:gd name="T31" fmla="*/ 254 h 254"/>
              <a:gd name="T32" fmla="*/ 55 w 267"/>
              <a:gd name="T33" fmla="*/ 244 h 254"/>
              <a:gd name="T34" fmla="*/ 55 w 267"/>
              <a:gd name="T35" fmla="*/ 118 h 254"/>
              <a:gd name="T36" fmla="*/ 65 w 267"/>
              <a:gd name="T37" fmla="*/ 108 h 254"/>
              <a:gd name="T38" fmla="*/ 257 w 267"/>
              <a:gd name="T39" fmla="*/ 108 h 254"/>
              <a:gd name="T40" fmla="*/ 267 w 267"/>
              <a:gd name="T41" fmla="*/ 118 h 254"/>
              <a:gd name="T42" fmla="*/ 243 w 267"/>
              <a:gd name="T43" fmla="*/ 185 h 254"/>
              <a:gd name="T44" fmla="*/ 223 w 267"/>
              <a:gd name="T45" fmla="*/ 142 h 254"/>
              <a:gd name="T46" fmla="*/ 179 w 267"/>
              <a:gd name="T47" fmla="*/ 158 h 254"/>
              <a:gd name="T48" fmla="*/ 144 w 267"/>
              <a:gd name="T49" fmla="*/ 193 h 254"/>
              <a:gd name="T50" fmla="*/ 108 w 267"/>
              <a:gd name="T51" fmla="*/ 148 h 254"/>
              <a:gd name="T52" fmla="*/ 83 w 267"/>
              <a:gd name="T53" fmla="*/ 204 h 254"/>
              <a:gd name="T54" fmla="*/ 83 w 267"/>
              <a:gd name="T55" fmla="*/ 227 h 254"/>
              <a:gd name="T56" fmla="*/ 243 w 267"/>
              <a:gd name="T57" fmla="*/ 227 h 254"/>
              <a:gd name="T58" fmla="*/ 243 w 267"/>
              <a:gd name="T59" fmla="*/ 185 h 2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267" h="254">
                <a:moveTo>
                  <a:pt x="203" y="84"/>
                </a:moveTo>
                <a:cubicBezTo>
                  <a:pt x="170" y="44"/>
                  <a:pt x="170" y="44"/>
                  <a:pt x="170" y="44"/>
                </a:cubicBezTo>
                <a:cubicBezTo>
                  <a:pt x="112" y="84"/>
                  <a:pt x="112" y="84"/>
                  <a:pt x="112" y="84"/>
                </a:cubicBezTo>
                <a:cubicBezTo>
                  <a:pt x="65" y="84"/>
                  <a:pt x="65" y="84"/>
                  <a:pt x="65" y="84"/>
                </a:cubicBezTo>
                <a:cubicBezTo>
                  <a:pt x="46" y="84"/>
                  <a:pt x="31" y="99"/>
                  <a:pt x="31" y="118"/>
                </a:cubicBezTo>
                <a:cubicBezTo>
                  <a:pt x="31" y="161"/>
                  <a:pt x="31" y="161"/>
                  <a:pt x="31" y="161"/>
                </a:cubicBezTo>
                <a:cubicBezTo>
                  <a:pt x="3" y="82"/>
                  <a:pt x="3" y="82"/>
                  <a:pt x="3" y="82"/>
                </a:cubicBezTo>
                <a:cubicBezTo>
                  <a:pt x="0" y="76"/>
                  <a:pt x="3" y="70"/>
                  <a:pt x="8" y="68"/>
                </a:cubicBezTo>
                <a:cubicBezTo>
                  <a:pt x="189" y="3"/>
                  <a:pt x="189" y="3"/>
                  <a:pt x="189" y="3"/>
                </a:cubicBezTo>
                <a:cubicBezTo>
                  <a:pt x="194" y="0"/>
                  <a:pt x="200" y="4"/>
                  <a:pt x="202" y="9"/>
                </a:cubicBezTo>
                <a:cubicBezTo>
                  <a:pt x="229" y="84"/>
                  <a:pt x="229" y="84"/>
                  <a:pt x="229" y="84"/>
                </a:cubicBezTo>
                <a:lnTo>
                  <a:pt x="203" y="84"/>
                </a:lnTo>
                <a:close/>
                <a:moveTo>
                  <a:pt x="267" y="118"/>
                </a:moveTo>
                <a:cubicBezTo>
                  <a:pt x="267" y="244"/>
                  <a:pt x="267" y="244"/>
                  <a:pt x="267" y="244"/>
                </a:cubicBezTo>
                <a:cubicBezTo>
                  <a:pt x="267" y="249"/>
                  <a:pt x="263" y="254"/>
                  <a:pt x="257" y="254"/>
                </a:cubicBezTo>
                <a:cubicBezTo>
                  <a:pt x="65" y="254"/>
                  <a:pt x="65" y="254"/>
                  <a:pt x="65" y="254"/>
                </a:cubicBezTo>
                <a:cubicBezTo>
                  <a:pt x="59" y="254"/>
                  <a:pt x="55" y="249"/>
                  <a:pt x="55" y="244"/>
                </a:cubicBezTo>
                <a:cubicBezTo>
                  <a:pt x="55" y="118"/>
                  <a:pt x="55" y="118"/>
                  <a:pt x="55" y="118"/>
                </a:cubicBezTo>
                <a:cubicBezTo>
                  <a:pt x="55" y="112"/>
                  <a:pt x="59" y="108"/>
                  <a:pt x="65" y="108"/>
                </a:cubicBezTo>
                <a:cubicBezTo>
                  <a:pt x="257" y="108"/>
                  <a:pt x="257" y="108"/>
                  <a:pt x="257" y="108"/>
                </a:cubicBezTo>
                <a:cubicBezTo>
                  <a:pt x="263" y="108"/>
                  <a:pt x="267" y="112"/>
                  <a:pt x="267" y="118"/>
                </a:cubicBezTo>
                <a:close/>
                <a:moveTo>
                  <a:pt x="243" y="185"/>
                </a:moveTo>
                <a:cubicBezTo>
                  <a:pt x="223" y="142"/>
                  <a:pt x="223" y="142"/>
                  <a:pt x="223" y="142"/>
                </a:cubicBezTo>
                <a:cubicBezTo>
                  <a:pt x="179" y="158"/>
                  <a:pt x="179" y="158"/>
                  <a:pt x="179" y="158"/>
                </a:cubicBezTo>
                <a:cubicBezTo>
                  <a:pt x="144" y="193"/>
                  <a:pt x="144" y="193"/>
                  <a:pt x="144" y="193"/>
                </a:cubicBezTo>
                <a:cubicBezTo>
                  <a:pt x="108" y="148"/>
                  <a:pt x="108" y="148"/>
                  <a:pt x="108" y="148"/>
                </a:cubicBezTo>
                <a:cubicBezTo>
                  <a:pt x="83" y="204"/>
                  <a:pt x="83" y="204"/>
                  <a:pt x="83" y="204"/>
                </a:cubicBezTo>
                <a:cubicBezTo>
                  <a:pt x="83" y="227"/>
                  <a:pt x="83" y="227"/>
                  <a:pt x="83" y="227"/>
                </a:cubicBezTo>
                <a:cubicBezTo>
                  <a:pt x="243" y="227"/>
                  <a:pt x="243" y="227"/>
                  <a:pt x="243" y="227"/>
                </a:cubicBezTo>
                <a:lnTo>
                  <a:pt x="243" y="18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4" name="Freeform 27"/>
          <p:cNvSpPr>
            <a:spLocks noEditPoints="1"/>
          </p:cNvSpPr>
          <p:nvPr/>
        </p:nvSpPr>
        <p:spPr bwMode="auto">
          <a:xfrm>
            <a:off x="4383857" y="2850653"/>
            <a:ext cx="259320" cy="259320"/>
          </a:xfrm>
          <a:custGeom>
            <a:avLst/>
            <a:gdLst>
              <a:gd name="T0" fmla="*/ 223 w 223"/>
              <a:gd name="T1" fmla="*/ 112 h 223"/>
              <a:gd name="T2" fmla="*/ 112 w 223"/>
              <a:gd name="T3" fmla="*/ 223 h 223"/>
              <a:gd name="T4" fmla="*/ 0 w 223"/>
              <a:gd name="T5" fmla="*/ 112 h 223"/>
              <a:gd name="T6" fmla="*/ 112 w 223"/>
              <a:gd name="T7" fmla="*/ 0 h 223"/>
              <a:gd name="T8" fmla="*/ 223 w 223"/>
              <a:gd name="T9" fmla="*/ 112 h 223"/>
              <a:gd name="T10" fmla="*/ 175 w 223"/>
              <a:gd name="T11" fmla="*/ 72 h 223"/>
              <a:gd name="T12" fmla="*/ 152 w 223"/>
              <a:gd name="T13" fmla="*/ 48 h 223"/>
              <a:gd name="T14" fmla="*/ 112 w 223"/>
              <a:gd name="T15" fmla="*/ 89 h 223"/>
              <a:gd name="T16" fmla="*/ 71 w 223"/>
              <a:gd name="T17" fmla="*/ 48 h 223"/>
              <a:gd name="T18" fmla="*/ 48 w 223"/>
              <a:gd name="T19" fmla="*/ 72 h 223"/>
              <a:gd name="T20" fmla="*/ 88 w 223"/>
              <a:gd name="T21" fmla="*/ 112 h 223"/>
              <a:gd name="T22" fmla="*/ 48 w 223"/>
              <a:gd name="T23" fmla="*/ 153 h 223"/>
              <a:gd name="T24" fmla="*/ 71 w 223"/>
              <a:gd name="T25" fmla="*/ 176 h 223"/>
              <a:gd name="T26" fmla="*/ 112 w 223"/>
              <a:gd name="T27" fmla="*/ 135 h 223"/>
              <a:gd name="T28" fmla="*/ 152 w 223"/>
              <a:gd name="T29" fmla="*/ 176 h 223"/>
              <a:gd name="T30" fmla="*/ 175 w 223"/>
              <a:gd name="T31" fmla="*/ 153 h 223"/>
              <a:gd name="T32" fmla="*/ 134 w 223"/>
              <a:gd name="T33" fmla="*/ 112 h 223"/>
              <a:gd name="T34" fmla="*/ 175 w 223"/>
              <a:gd name="T35" fmla="*/ 72 h 2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23" h="223">
                <a:moveTo>
                  <a:pt x="223" y="112"/>
                </a:moveTo>
                <a:cubicBezTo>
                  <a:pt x="223" y="173"/>
                  <a:pt x="173" y="223"/>
                  <a:pt x="112" y="223"/>
                </a:cubicBezTo>
                <a:cubicBezTo>
                  <a:pt x="50" y="223"/>
                  <a:pt x="0" y="173"/>
                  <a:pt x="0" y="112"/>
                </a:cubicBezTo>
                <a:cubicBezTo>
                  <a:pt x="0" y="50"/>
                  <a:pt x="50" y="0"/>
                  <a:pt x="112" y="0"/>
                </a:cubicBezTo>
                <a:cubicBezTo>
                  <a:pt x="173" y="0"/>
                  <a:pt x="223" y="50"/>
                  <a:pt x="223" y="112"/>
                </a:cubicBezTo>
                <a:close/>
                <a:moveTo>
                  <a:pt x="175" y="72"/>
                </a:moveTo>
                <a:cubicBezTo>
                  <a:pt x="152" y="48"/>
                  <a:pt x="152" y="48"/>
                  <a:pt x="152" y="48"/>
                </a:cubicBezTo>
                <a:cubicBezTo>
                  <a:pt x="112" y="89"/>
                  <a:pt x="112" y="89"/>
                  <a:pt x="112" y="89"/>
                </a:cubicBezTo>
                <a:cubicBezTo>
                  <a:pt x="71" y="48"/>
                  <a:pt x="71" y="48"/>
                  <a:pt x="71" y="48"/>
                </a:cubicBezTo>
                <a:cubicBezTo>
                  <a:pt x="48" y="72"/>
                  <a:pt x="48" y="72"/>
                  <a:pt x="48" y="72"/>
                </a:cubicBezTo>
                <a:cubicBezTo>
                  <a:pt x="88" y="112"/>
                  <a:pt x="88" y="112"/>
                  <a:pt x="88" y="112"/>
                </a:cubicBezTo>
                <a:cubicBezTo>
                  <a:pt x="48" y="153"/>
                  <a:pt x="48" y="153"/>
                  <a:pt x="48" y="153"/>
                </a:cubicBezTo>
                <a:cubicBezTo>
                  <a:pt x="71" y="176"/>
                  <a:pt x="71" y="176"/>
                  <a:pt x="71" y="176"/>
                </a:cubicBezTo>
                <a:cubicBezTo>
                  <a:pt x="112" y="135"/>
                  <a:pt x="112" y="135"/>
                  <a:pt x="112" y="135"/>
                </a:cubicBezTo>
                <a:cubicBezTo>
                  <a:pt x="152" y="176"/>
                  <a:pt x="152" y="176"/>
                  <a:pt x="152" y="176"/>
                </a:cubicBezTo>
                <a:cubicBezTo>
                  <a:pt x="175" y="153"/>
                  <a:pt x="175" y="153"/>
                  <a:pt x="175" y="153"/>
                </a:cubicBezTo>
                <a:cubicBezTo>
                  <a:pt x="134" y="112"/>
                  <a:pt x="134" y="112"/>
                  <a:pt x="134" y="112"/>
                </a:cubicBezTo>
                <a:lnTo>
                  <a:pt x="175" y="7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5" name="Freeform 28"/>
          <p:cNvSpPr>
            <a:spLocks/>
          </p:cNvSpPr>
          <p:nvPr/>
        </p:nvSpPr>
        <p:spPr bwMode="auto">
          <a:xfrm>
            <a:off x="4704819" y="2891038"/>
            <a:ext cx="178548" cy="178548"/>
          </a:xfrm>
          <a:custGeom>
            <a:avLst/>
            <a:gdLst>
              <a:gd name="T0" fmla="*/ 154 w 154"/>
              <a:gd name="T1" fmla="*/ 77 h 154"/>
              <a:gd name="T2" fmla="*/ 146 w 154"/>
              <a:gd name="T3" fmla="*/ 90 h 154"/>
              <a:gd name="T4" fmla="*/ 91 w 154"/>
              <a:gd name="T5" fmla="*/ 90 h 154"/>
              <a:gd name="T6" fmla="*/ 91 w 154"/>
              <a:gd name="T7" fmla="*/ 146 h 154"/>
              <a:gd name="T8" fmla="*/ 77 w 154"/>
              <a:gd name="T9" fmla="*/ 154 h 154"/>
              <a:gd name="T10" fmla="*/ 64 w 154"/>
              <a:gd name="T11" fmla="*/ 146 h 154"/>
              <a:gd name="T12" fmla="*/ 64 w 154"/>
              <a:gd name="T13" fmla="*/ 90 h 154"/>
              <a:gd name="T14" fmla="*/ 8 w 154"/>
              <a:gd name="T15" fmla="*/ 90 h 154"/>
              <a:gd name="T16" fmla="*/ 0 w 154"/>
              <a:gd name="T17" fmla="*/ 77 h 154"/>
              <a:gd name="T18" fmla="*/ 8 w 154"/>
              <a:gd name="T19" fmla="*/ 64 h 154"/>
              <a:gd name="T20" fmla="*/ 64 w 154"/>
              <a:gd name="T21" fmla="*/ 64 h 154"/>
              <a:gd name="T22" fmla="*/ 64 w 154"/>
              <a:gd name="T23" fmla="*/ 8 h 154"/>
              <a:gd name="T24" fmla="*/ 77 w 154"/>
              <a:gd name="T25" fmla="*/ 0 h 154"/>
              <a:gd name="T26" fmla="*/ 91 w 154"/>
              <a:gd name="T27" fmla="*/ 8 h 154"/>
              <a:gd name="T28" fmla="*/ 91 w 154"/>
              <a:gd name="T29" fmla="*/ 64 h 154"/>
              <a:gd name="T30" fmla="*/ 146 w 154"/>
              <a:gd name="T31" fmla="*/ 64 h 154"/>
              <a:gd name="T32" fmla="*/ 154 w 154"/>
              <a:gd name="T33" fmla="*/ 77 h 1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54" h="154">
                <a:moveTo>
                  <a:pt x="154" y="77"/>
                </a:moveTo>
                <a:cubicBezTo>
                  <a:pt x="154" y="84"/>
                  <a:pt x="153" y="90"/>
                  <a:pt x="146" y="90"/>
                </a:cubicBezTo>
                <a:cubicBezTo>
                  <a:pt x="91" y="90"/>
                  <a:pt x="91" y="90"/>
                  <a:pt x="91" y="90"/>
                </a:cubicBezTo>
                <a:cubicBezTo>
                  <a:pt x="91" y="146"/>
                  <a:pt x="91" y="146"/>
                  <a:pt x="91" y="146"/>
                </a:cubicBezTo>
                <a:cubicBezTo>
                  <a:pt x="91" y="153"/>
                  <a:pt x="84" y="154"/>
                  <a:pt x="77" y="154"/>
                </a:cubicBezTo>
                <a:cubicBezTo>
                  <a:pt x="70" y="154"/>
                  <a:pt x="64" y="153"/>
                  <a:pt x="64" y="146"/>
                </a:cubicBezTo>
                <a:cubicBezTo>
                  <a:pt x="64" y="90"/>
                  <a:pt x="64" y="90"/>
                  <a:pt x="64" y="90"/>
                </a:cubicBezTo>
                <a:cubicBezTo>
                  <a:pt x="8" y="90"/>
                  <a:pt x="8" y="90"/>
                  <a:pt x="8" y="90"/>
                </a:cubicBezTo>
                <a:cubicBezTo>
                  <a:pt x="1" y="90"/>
                  <a:pt x="0" y="84"/>
                  <a:pt x="0" y="77"/>
                </a:cubicBezTo>
                <a:cubicBezTo>
                  <a:pt x="0" y="69"/>
                  <a:pt x="1" y="64"/>
                  <a:pt x="8" y="64"/>
                </a:cubicBezTo>
                <a:cubicBezTo>
                  <a:pt x="64" y="64"/>
                  <a:pt x="64" y="64"/>
                  <a:pt x="64" y="64"/>
                </a:cubicBezTo>
                <a:cubicBezTo>
                  <a:pt x="64" y="8"/>
                  <a:pt x="64" y="8"/>
                  <a:pt x="64" y="8"/>
                </a:cubicBezTo>
                <a:cubicBezTo>
                  <a:pt x="64" y="0"/>
                  <a:pt x="70" y="0"/>
                  <a:pt x="77" y="0"/>
                </a:cubicBezTo>
                <a:cubicBezTo>
                  <a:pt x="84" y="0"/>
                  <a:pt x="91" y="0"/>
                  <a:pt x="91" y="8"/>
                </a:cubicBezTo>
                <a:cubicBezTo>
                  <a:pt x="91" y="64"/>
                  <a:pt x="91" y="64"/>
                  <a:pt x="91" y="64"/>
                </a:cubicBezTo>
                <a:cubicBezTo>
                  <a:pt x="146" y="64"/>
                  <a:pt x="146" y="64"/>
                  <a:pt x="146" y="64"/>
                </a:cubicBezTo>
                <a:cubicBezTo>
                  <a:pt x="153" y="64"/>
                  <a:pt x="154" y="69"/>
                  <a:pt x="154" y="7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6" name="Freeform 29"/>
          <p:cNvSpPr>
            <a:spLocks/>
          </p:cNvSpPr>
          <p:nvPr/>
        </p:nvSpPr>
        <p:spPr bwMode="auto">
          <a:xfrm>
            <a:off x="4945010" y="2965435"/>
            <a:ext cx="178548" cy="29757"/>
          </a:xfrm>
          <a:custGeom>
            <a:avLst/>
            <a:gdLst>
              <a:gd name="T0" fmla="*/ 154 w 154"/>
              <a:gd name="T1" fmla="*/ 13 h 26"/>
              <a:gd name="T2" fmla="*/ 146 w 154"/>
              <a:gd name="T3" fmla="*/ 26 h 26"/>
              <a:gd name="T4" fmla="*/ 8 w 154"/>
              <a:gd name="T5" fmla="*/ 26 h 26"/>
              <a:gd name="T6" fmla="*/ 0 w 154"/>
              <a:gd name="T7" fmla="*/ 13 h 26"/>
              <a:gd name="T8" fmla="*/ 8 w 154"/>
              <a:gd name="T9" fmla="*/ 0 h 26"/>
              <a:gd name="T10" fmla="*/ 146 w 154"/>
              <a:gd name="T11" fmla="*/ 0 h 26"/>
              <a:gd name="T12" fmla="*/ 154 w 154"/>
              <a:gd name="T13" fmla="*/ 13 h 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54" h="26">
                <a:moveTo>
                  <a:pt x="154" y="13"/>
                </a:moveTo>
                <a:cubicBezTo>
                  <a:pt x="154" y="20"/>
                  <a:pt x="153" y="26"/>
                  <a:pt x="146" y="26"/>
                </a:cubicBezTo>
                <a:cubicBezTo>
                  <a:pt x="8" y="26"/>
                  <a:pt x="8" y="26"/>
                  <a:pt x="8" y="26"/>
                </a:cubicBezTo>
                <a:cubicBezTo>
                  <a:pt x="1" y="26"/>
                  <a:pt x="0" y="20"/>
                  <a:pt x="0" y="13"/>
                </a:cubicBezTo>
                <a:cubicBezTo>
                  <a:pt x="0" y="5"/>
                  <a:pt x="1" y="0"/>
                  <a:pt x="8" y="0"/>
                </a:cubicBezTo>
                <a:cubicBezTo>
                  <a:pt x="146" y="0"/>
                  <a:pt x="146" y="0"/>
                  <a:pt x="146" y="0"/>
                </a:cubicBezTo>
                <a:cubicBezTo>
                  <a:pt x="153" y="0"/>
                  <a:pt x="154" y="5"/>
                  <a:pt x="154" y="1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7" name="Freeform 30"/>
          <p:cNvSpPr>
            <a:spLocks/>
          </p:cNvSpPr>
          <p:nvPr/>
        </p:nvSpPr>
        <p:spPr bwMode="auto">
          <a:xfrm>
            <a:off x="5174572" y="2825146"/>
            <a:ext cx="301832" cy="308209"/>
          </a:xfrm>
          <a:custGeom>
            <a:avLst/>
            <a:gdLst>
              <a:gd name="T0" fmla="*/ 29 w 259"/>
              <a:gd name="T1" fmla="*/ 244 h 264"/>
              <a:gd name="T2" fmla="*/ 32 w 259"/>
              <a:gd name="T3" fmla="*/ 149 h 264"/>
              <a:gd name="T4" fmla="*/ 164 w 259"/>
              <a:gd name="T5" fmla="*/ 18 h 264"/>
              <a:gd name="T6" fmla="*/ 210 w 259"/>
              <a:gd name="T7" fmla="*/ 4 h 264"/>
              <a:gd name="T8" fmla="*/ 243 w 259"/>
              <a:gd name="T9" fmla="*/ 37 h 264"/>
              <a:gd name="T10" fmla="*/ 229 w 259"/>
              <a:gd name="T11" fmla="*/ 84 h 264"/>
              <a:gd name="T12" fmla="*/ 103 w 259"/>
              <a:gd name="T13" fmla="*/ 209 h 264"/>
              <a:gd name="T14" fmla="*/ 80 w 259"/>
              <a:gd name="T15" fmla="*/ 222 h 264"/>
              <a:gd name="T16" fmla="*/ 59 w 259"/>
              <a:gd name="T17" fmla="*/ 215 h 264"/>
              <a:gd name="T18" fmla="*/ 64 w 259"/>
              <a:gd name="T19" fmla="*/ 170 h 264"/>
              <a:gd name="T20" fmla="*/ 152 w 259"/>
              <a:gd name="T21" fmla="*/ 82 h 264"/>
              <a:gd name="T22" fmla="*/ 165 w 259"/>
              <a:gd name="T23" fmla="*/ 82 h 264"/>
              <a:gd name="T24" fmla="*/ 165 w 259"/>
              <a:gd name="T25" fmla="*/ 95 h 264"/>
              <a:gd name="T26" fmla="*/ 77 w 259"/>
              <a:gd name="T27" fmla="*/ 183 h 264"/>
              <a:gd name="T28" fmla="*/ 72 w 259"/>
              <a:gd name="T29" fmla="*/ 201 h 264"/>
              <a:gd name="T30" fmla="*/ 78 w 259"/>
              <a:gd name="T31" fmla="*/ 203 h 264"/>
              <a:gd name="T32" fmla="*/ 90 w 259"/>
              <a:gd name="T33" fmla="*/ 197 h 264"/>
              <a:gd name="T34" fmla="*/ 216 w 259"/>
              <a:gd name="T35" fmla="*/ 71 h 264"/>
              <a:gd name="T36" fmla="*/ 225 w 259"/>
              <a:gd name="T37" fmla="*/ 42 h 264"/>
              <a:gd name="T38" fmla="*/ 205 w 259"/>
              <a:gd name="T39" fmla="*/ 22 h 264"/>
              <a:gd name="T40" fmla="*/ 177 w 259"/>
              <a:gd name="T41" fmla="*/ 31 h 264"/>
              <a:gd name="T42" fmla="*/ 45 w 259"/>
              <a:gd name="T43" fmla="*/ 163 h 264"/>
              <a:gd name="T44" fmla="*/ 42 w 259"/>
              <a:gd name="T45" fmla="*/ 231 h 264"/>
              <a:gd name="T46" fmla="*/ 111 w 259"/>
              <a:gd name="T47" fmla="*/ 228 h 264"/>
              <a:gd name="T48" fmla="*/ 242 w 259"/>
              <a:gd name="T49" fmla="*/ 97 h 264"/>
              <a:gd name="T50" fmla="*/ 255 w 259"/>
              <a:gd name="T51" fmla="*/ 97 h 264"/>
              <a:gd name="T52" fmla="*/ 255 w 259"/>
              <a:gd name="T53" fmla="*/ 110 h 264"/>
              <a:gd name="T54" fmla="*/ 124 w 259"/>
              <a:gd name="T55" fmla="*/ 242 h 264"/>
              <a:gd name="T56" fmla="*/ 75 w 259"/>
              <a:gd name="T57" fmla="*/ 264 h 264"/>
              <a:gd name="T58" fmla="*/ 29 w 259"/>
              <a:gd name="T59" fmla="*/ 244 h 2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259" h="264">
                <a:moveTo>
                  <a:pt x="29" y="244"/>
                </a:moveTo>
                <a:cubicBezTo>
                  <a:pt x="6" y="222"/>
                  <a:pt x="0" y="182"/>
                  <a:pt x="32" y="149"/>
                </a:cubicBezTo>
                <a:cubicBezTo>
                  <a:pt x="51" y="131"/>
                  <a:pt x="126" y="55"/>
                  <a:pt x="164" y="18"/>
                </a:cubicBezTo>
                <a:cubicBezTo>
                  <a:pt x="177" y="5"/>
                  <a:pt x="194" y="0"/>
                  <a:pt x="210" y="4"/>
                </a:cubicBezTo>
                <a:cubicBezTo>
                  <a:pt x="226" y="8"/>
                  <a:pt x="239" y="21"/>
                  <a:pt x="243" y="37"/>
                </a:cubicBezTo>
                <a:cubicBezTo>
                  <a:pt x="247" y="53"/>
                  <a:pt x="243" y="70"/>
                  <a:pt x="229" y="84"/>
                </a:cubicBezTo>
                <a:cubicBezTo>
                  <a:pt x="103" y="209"/>
                  <a:pt x="103" y="209"/>
                  <a:pt x="103" y="209"/>
                </a:cubicBezTo>
                <a:cubicBezTo>
                  <a:pt x="96" y="217"/>
                  <a:pt x="88" y="221"/>
                  <a:pt x="80" y="222"/>
                </a:cubicBezTo>
                <a:cubicBezTo>
                  <a:pt x="72" y="223"/>
                  <a:pt x="64" y="220"/>
                  <a:pt x="59" y="215"/>
                </a:cubicBezTo>
                <a:cubicBezTo>
                  <a:pt x="49" y="205"/>
                  <a:pt x="48" y="187"/>
                  <a:pt x="64" y="170"/>
                </a:cubicBezTo>
                <a:cubicBezTo>
                  <a:pt x="152" y="82"/>
                  <a:pt x="152" y="82"/>
                  <a:pt x="152" y="82"/>
                </a:cubicBezTo>
                <a:cubicBezTo>
                  <a:pt x="156" y="78"/>
                  <a:pt x="162" y="78"/>
                  <a:pt x="165" y="82"/>
                </a:cubicBezTo>
                <a:cubicBezTo>
                  <a:pt x="169" y="86"/>
                  <a:pt x="169" y="91"/>
                  <a:pt x="165" y="95"/>
                </a:cubicBezTo>
                <a:cubicBezTo>
                  <a:pt x="77" y="183"/>
                  <a:pt x="77" y="183"/>
                  <a:pt x="77" y="183"/>
                </a:cubicBezTo>
                <a:cubicBezTo>
                  <a:pt x="70" y="191"/>
                  <a:pt x="68" y="198"/>
                  <a:pt x="72" y="201"/>
                </a:cubicBezTo>
                <a:cubicBezTo>
                  <a:pt x="73" y="203"/>
                  <a:pt x="75" y="203"/>
                  <a:pt x="78" y="203"/>
                </a:cubicBezTo>
                <a:cubicBezTo>
                  <a:pt x="82" y="203"/>
                  <a:pt x="86" y="200"/>
                  <a:pt x="90" y="197"/>
                </a:cubicBezTo>
                <a:cubicBezTo>
                  <a:pt x="216" y="71"/>
                  <a:pt x="216" y="71"/>
                  <a:pt x="216" y="71"/>
                </a:cubicBezTo>
                <a:cubicBezTo>
                  <a:pt x="225" y="62"/>
                  <a:pt x="228" y="52"/>
                  <a:pt x="225" y="42"/>
                </a:cubicBezTo>
                <a:cubicBezTo>
                  <a:pt x="223" y="33"/>
                  <a:pt x="215" y="25"/>
                  <a:pt x="205" y="22"/>
                </a:cubicBezTo>
                <a:cubicBezTo>
                  <a:pt x="195" y="19"/>
                  <a:pt x="185" y="22"/>
                  <a:pt x="177" y="31"/>
                </a:cubicBezTo>
                <a:cubicBezTo>
                  <a:pt x="139" y="69"/>
                  <a:pt x="64" y="144"/>
                  <a:pt x="45" y="163"/>
                </a:cubicBezTo>
                <a:cubicBezTo>
                  <a:pt x="21" y="187"/>
                  <a:pt x="27" y="215"/>
                  <a:pt x="42" y="231"/>
                </a:cubicBezTo>
                <a:cubicBezTo>
                  <a:pt x="58" y="247"/>
                  <a:pt x="87" y="253"/>
                  <a:pt x="111" y="228"/>
                </a:cubicBezTo>
                <a:cubicBezTo>
                  <a:pt x="242" y="97"/>
                  <a:pt x="242" y="97"/>
                  <a:pt x="242" y="97"/>
                </a:cubicBezTo>
                <a:cubicBezTo>
                  <a:pt x="246" y="93"/>
                  <a:pt x="252" y="93"/>
                  <a:pt x="255" y="97"/>
                </a:cubicBezTo>
                <a:cubicBezTo>
                  <a:pt x="259" y="100"/>
                  <a:pt x="259" y="106"/>
                  <a:pt x="255" y="110"/>
                </a:cubicBezTo>
                <a:cubicBezTo>
                  <a:pt x="124" y="242"/>
                  <a:pt x="124" y="242"/>
                  <a:pt x="124" y="242"/>
                </a:cubicBezTo>
                <a:cubicBezTo>
                  <a:pt x="108" y="257"/>
                  <a:pt x="91" y="264"/>
                  <a:pt x="75" y="264"/>
                </a:cubicBezTo>
                <a:cubicBezTo>
                  <a:pt x="57" y="264"/>
                  <a:pt x="41" y="256"/>
                  <a:pt x="29" y="24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8" name="Freeform 31"/>
          <p:cNvSpPr>
            <a:spLocks noEditPoints="1"/>
          </p:cNvSpPr>
          <p:nvPr/>
        </p:nvSpPr>
        <p:spPr bwMode="auto">
          <a:xfrm>
            <a:off x="5538044" y="2878285"/>
            <a:ext cx="276325" cy="201931"/>
          </a:xfrm>
          <a:custGeom>
            <a:avLst/>
            <a:gdLst>
              <a:gd name="T0" fmla="*/ 0 w 239"/>
              <a:gd name="T1" fmla="*/ 175 h 175"/>
              <a:gd name="T2" fmla="*/ 0 w 239"/>
              <a:gd name="T3" fmla="*/ 157 h 175"/>
              <a:gd name="T4" fmla="*/ 38 w 239"/>
              <a:gd name="T5" fmla="*/ 80 h 175"/>
              <a:gd name="T6" fmla="*/ 0 w 239"/>
              <a:gd name="T7" fmla="*/ 40 h 175"/>
              <a:gd name="T8" fmla="*/ 38 w 239"/>
              <a:gd name="T9" fmla="*/ 0 h 175"/>
              <a:gd name="T10" fmla="*/ 0 w 239"/>
              <a:gd name="T11" fmla="*/ 175 h 175"/>
              <a:gd name="T12" fmla="*/ 111 w 239"/>
              <a:gd name="T13" fmla="*/ 175 h 175"/>
              <a:gd name="T14" fmla="*/ 111 w 239"/>
              <a:gd name="T15" fmla="*/ 157 h 175"/>
              <a:gd name="T16" fmla="*/ 149 w 239"/>
              <a:gd name="T17" fmla="*/ 80 h 175"/>
              <a:gd name="T18" fmla="*/ 111 w 239"/>
              <a:gd name="T19" fmla="*/ 40 h 175"/>
              <a:gd name="T20" fmla="*/ 149 w 239"/>
              <a:gd name="T21" fmla="*/ 0 h 175"/>
              <a:gd name="T22" fmla="*/ 111 w 239"/>
              <a:gd name="T23" fmla="*/ 175 h 1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239" h="175">
                <a:moveTo>
                  <a:pt x="0" y="175"/>
                </a:moveTo>
                <a:cubicBezTo>
                  <a:pt x="0" y="157"/>
                  <a:pt x="0" y="157"/>
                  <a:pt x="0" y="157"/>
                </a:cubicBezTo>
                <a:cubicBezTo>
                  <a:pt x="51" y="157"/>
                  <a:pt x="77" y="80"/>
                  <a:pt x="38" y="80"/>
                </a:cubicBezTo>
                <a:cubicBezTo>
                  <a:pt x="17" y="80"/>
                  <a:pt x="0" y="62"/>
                  <a:pt x="0" y="40"/>
                </a:cubicBezTo>
                <a:cubicBezTo>
                  <a:pt x="0" y="18"/>
                  <a:pt x="17" y="0"/>
                  <a:pt x="38" y="0"/>
                </a:cubicBezTo>
                <a:cubicBezTo>
                  <a:pt x="128" y="0"/>
                  <a:pt x="92" y="175"/>
                  <a:pt x="0" y="175"/>
                </a:cubicBezTo>
                <a:close/>
                <a:moveTo>
                  <a:pt x="111" y="175"/>
                </a:moveTo>
                <a:cubicBezTo>
                  <a:pt x="111" y="157"/>
                  <a:pt x="111" y="157"/>
                  <a:pt x="111" y="157"/>
                </a:cubicBezTo>
                <a:cubicBezTo>
                  <a:pt x="163" y="157"/>
                  <a:pt x="188" y="80"/>
                  <a:pt x="149" y="80"/>
                </a:cubicBezTo>
                <a:cubicBezTo>
                  <a:pt x="128" y="80"/>
                  <a:pt x="111" y="62"/>
                  <a:pt x="111" y="40"/>
                </a:cubicBezTo>
                <a:cubicBezTo>
                  <a:pt x="111" y="18"/>
                  <a:pt x="128" y="0"/>
                  <a:pt x="149" y="0"/>
                </a:cubicBezTo>
                <a:cubicBezTo>
                  <a:pt x="239" y="0"/>
                  <a:pt x="203" y="175"/>
                  <a:pt x="111" y="17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9" name="Freeform 32"/>
          <p:cNvSpPr>
            <a:spLocks noEditPoints="1"/>
          </p:cNvSpPr>
          <p:nvPr/>
        </p:nvSpPr>
        <p:spPr bwMode="auto">
          <a:xfrm>
            <a:off x="5833501" y="2840024"/>
            <a:ext cx="214684" cy="278451"/>
          </a:xfrm>
          <a:custGeom>
            <a:avLst/>
            <a:gdLst>
              <a:gd name="T0" fmla="*/ 185 w 185"/>
              <a:gd name="T1" fmla="*/ 27 h 239"/>
              <a:gd name="T2" fmla="*/ 185 w 185"/>
              <a:gd name="T3" fmla="*/ 213 h 239"/>
              <a:gd name="T4" fmla="*/ 159 w 185"/>
              <a:gd name="T5" fmla="*/ 239 h 239"/>
              <a:gd name="T6" fmla="*/ 26 w 185"/>
              <a:gd name="T7" fmla="*/ 239 h 239"/>
              <a:gd name="T8" fmla="*/ 0 w 185"/>
              <a:gd name="T9" fmla="*/ 213 h 239"/>
              <a:gd name="T10" fmla="*/ 0 w 185"/>
              <a:gd name="T11" fmla="*/ 27 h 239"/>
              <a:gd name="T12" fmla="*/ 26 w 185"/>
              <a:gd name="T13" fmla="*/ 0 h 239"/>
              <a:gd name="T14" fmla="*/ 159 w 185"/>
              <a:gd name="T15" fmla="*/ 0 h 239"/>
              <a:gd name="T16" fmla="*/ 185 w 185"/>
              <a:gd name="T17" fmla="*/ 27 h 239"/>
              <a:gd name="T18" fmla="*/ 159 w 185"/>
              <a:gd name="T19" fmla="*/ 27 h 239"/>
              <a:gd name="T20" fmla="*/ 26 w 185"/>
              <a:gd name="T21" fmla="*/ 27 h 239"/>
              <a:gd name="T22" fmla="*/ 26 w 185"/>
              <a:gd name="T23" fmla="*/ 213 h 239"/>
              <a:gd name="T24" fmla="*/ 159 w 185"/>
              <a:gd name="T25" fmla="*/ 213 h 239"/>
              <a:gd name="T26" fmla="*/ 159 w 185"/>
              <a:gd name="T27" fmla="*/ 27 h 239"/>
              <a:gd name="T28" fmla="*/ 130 w 185"/>
              <a:gd name="T29" fmla="*/ 79 h 239"/>
              <a:gd name="T30" fmla="*/ 55 w 185"/>
              <a:gd name="T31" fmla="*/ 79 h 239"/>
              <a:gd name="T32" fmla="*/ 55 w 185"/>
              <a:gd name="T33" fmla="*/ 56 h 239"/>
              <a:gd name="T34" fmla="*/ 130 w 185"/>
              <a:gd name="T35" fmla="*/ 56 h 239"/>
              <a:gd name="T36" fmla="*/ 130 w 185"/>
              <a:gd name="T37" fmla="*/ 79 h 239"/>
              <a:gd name="T38" fmla="*/ 130 w 185"/>
              <a:gd name="T39" fmla="*/ 183 h 239"/>
              <a:gd name="T40" fmla="*/ 55 w 185"/>
              <a:gd name="T41" fmla="*/ 183 h 239"/>
              <a:gd name="T42" fmla="*/ 55 w 185"/>
              <a:gd name="T43" fmla="*/ 160 h 239"/>
              <a:gd name="T44" fmla="*/ 130 w 185"/>
              <a:gd name="T45" fmla="*/ 160 h 239"/>
              <a:gd name="T46" fmla="*/ 130 w 185"/>
              <a:gd name="T47" fmla="*/ 183 h 239"/>
              <a:gd name="T48" fmla="*/ 56 w 185"/>
              <a:gd name="T49" fmla="*/ 108 h 239"/>
              <a:gd name="T50" fmla="*/ 130 w 185"/>
              <a:gd name="T51" fmla="*/ 108 h 239"/>
              <a:gd name="T52" fmla="*/ 130 w 185"/>
              <a:gd name="T53" fmla="*/ 132 h 239"/>
              <a:gd name="T54" fmla="*/ 56 w 185"/>
              <a:gd name="T55" fmla="*/ 132 h 239"/>
              <a:gd name="T56" fmla="*/ 56 w 185"/>
              <a:gd name="T57" fmla="*/ 108 h 2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185" h="239">
                <a:moveTo>
                  <a:pt x="185" y="27"/>
                </a:moveTo>
                <a:cubicBezTo>
                  <a:pt x="185" y="213"/>
                  <a:pt x="185" y="213"/>
                  <a:pt x="185" y="213"/>
                </a:cubicBezTo>
                <a:cubicBezTo>
                  <a:pt x="185" y="228"/>
                  <a:pt x="173" y="239"/>
                  <a:pt x="159" y="239"/>
                </a:cubicBezTo>
                <a:cubicBezTo>
                  <a:pt x="26" y="239"/>
                  <a:pt x="26" y="239"/>
                  <a:pt x="26" y="239"/>
                </a:cubicBezTo>
                <a:cubicBezTo>
                  <a:pt x="11" y="239"/>
                  <a:pt x="0" y="228"/>
                  <a:pt x="0" y="213"/>
                </a:cubicBezTo>
                <a:cubicBezTo>
                  <a:pt x="0" y="27"/>
                  <a:pt x="0" y="27"/>
                  <a:pt x="0" y="27"/>
                </a:cubicBezTo>
                <a:cubicBezTo>
                  <a:pt x="0" y="13"/>
                  <a:pt x="11" y="0"/>
                  <a:pt x="26" y="0"/>
                </a:cubicBezTo>
                <a:cubicBezTo>
                  <a:pt x="159" y="0"/>
                  <a:pt x="159" y="0"/>
                  <a:pt x="159" y="0"/>
                </a:cubicBezTo>
                <a:cubicBezTo>
                  <a:pt x="173" y="0"/>
                  <a:pt x="185" y="13"/>
                  <a:pt x="185" y="27"/>
                </a:cubicBezTo>
                <a:close/>
                <a:moveTo>
                  <a:pt x="159" y="27"/>
                </a:moveTo>
                <a:cubicBezTo>
                  <a:pt x="26" y="27"/>
                  <a:pt x="26" y="27"/>
                  <a:pt x="26" y="27"/>
                </a:cubicBezTo>
                <a:cubicBezTo>
                  <a:pt x="26" y="213"/>
                  <a:pt x="26" y="213"/>
                  <a:pt x="26" y="213"/>
                </a:cubicBezTo>
                <a:cubicBezTo>
                  <a:pt x="159" y="213"/>
                  <a:pt x="159" y="213"/>
                  <a:pt x="159" y="213"/>
                </a:cubicBezTo>
                <a:lnTo>
                  <a:pt x="159" y="27"/>
                </a:lnTo>
                <a:close/>
                <a:moveTo>
                  <a:pt x="130" y="79"/>
                </a:moveTo>
                <a:cubicBezTo>
                  <a:pt x="55" y="79"/>
                  <a:pt x="55" y="79"/>
                  <a:pt x="55" y="79"/>
                </a:cubicBezTo>
                <a:cubicBezTo>
                  <a:pt x="55" y="56"/>
                  <a:pt x="55" y="56"/>
                  <a:pt x="55" y="56"/>
                </a:cubicBezTo>
                <a:cubicBezTo>
                  <a:pt x="130" y="56"/>
                  <a:pt x="130" y="56"/>
                  <a:pt x="130" y="56"/>
                </a:cubicBezTo>
                <a:lnTo>
                  <a:pt x="130" y="79"/>
                </a:lnTo>
                <a:close/>
                <a:moveTo>
                  <a:pt x="130" y="183"/>
                </a:moveTo>
                <a:cubicBezTo>
                  <a:pt x="55" y="183"/>
                  <a:pt x="55" y="183"/>
                  <a:pt x="55" y="183"/>
                </a:cubicBezTo>
                <a:cubicBezTo>
                  <a:pt x="55" y="160"/>
                  <a:pt x="55" y="160"/>
                  <a:pt x="55" y="160"/>
                </a:cubicBezTo>
                <a:cubicBezTo>
                  <a:pt x="130" y="160"/>
                  <a:pt x="130" y="160"/>
                  <a:pt x="130" y="160"/>
                </a:cubicBezTo>
                <a:lnTo>
                  <a:pt x="130" y="183"/>
                </a:lnTo>
                <a:close/>
                <a:moveTo>
                  <a:pt x="56" y="108"/>
                </a:moveTo>
                <a:cubicBezTo>
                  <a:pt x="130" y="108"/>
                  <a:pt x="130" y="108"/>
                  <a:pt x="130" y="108"/>
                </a:cubicBezTo>
                <a:cubicBezTo>
                  <a:pt x="130" y="132"/>
                  <a:pt x="130" y="132"/>
                  <a:pt x="130" y="132"/>
                </a:cubicBezTo>
                <a:cubicBezTo>
                  <a:pt x="56" y="132"/>
                  <a:pt x="56" y="132"/>
                  <a:pt x="56" y="132"/>
                </a:cubicBezTo>
                <a:lnTo>
                  <a:pt x="56" y="10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0" name="Freeform 33"/>
          <p:cNvSpPr>
            <a:spLocks noEditPoints="1"/>
          </p:cNvSpPr>
          <p:nvPr/>
        </p:nvSpPr>
        <p:spPr bwMode="auto">
          <a:xfrm>
            <a:off x="6111949" y="2886787"/>
            <a:ext cx="182800" cy="187051"/>
          </a:xfrm>
          <a:custGeom>
            <a:avLst/>
            <a:gdLst>
              <a:gd name="T0" fmla="*/ 66 w 159"/>
              <a:gd name="T1" fmla="*/ 21 h 160"/>
              <a:gd name="T2" fmla="*/ 66 w 159"/>
              <a:gd name="T3" fmla="*/ 45 h 160"/>
              <a:gd name="T4" fmla="*/ 45 w 159"/>
              <a:gd name="T5" fmla="*/ 67 h 160"/>
              <a:gd name="T6" fmla="*/ 21 w 159"/>
              <a:gd name="T7" fmla="*/ 67 h 160"/>
              <a:gd name="T8" fmla="*/ 0 w 159"/>
              <a:gd name="T9" fmla="*/ 45 h 160"/>
              <a:gd name="T10" fmla="*/ 0 w 159"/>
              <a:gd name="T11" fmla="*/ 21 h 160"/>
              <a:gd name="T12" fmla="*/ 21 w 159"/>
              <a:gd name="T13" fmla="*/ 0 h 160"/>
              <a:gd name="T14" fmla="*/ 45 w 159"/>
              <a:gd name="T15" fmla="*/ 0 h 160"/>
              <a:gd name="T16" fmla="*/ 66 w 159"/>
              <a:gd name="T17" fmla="*/ 21 h 160"/>
              <a:gd name="T18" fmla="*/ 66 w 159"/>
              <a:gd name="T19" fmla="*/ 114 h 160"/>
              <a:gd name="T20" fmla="*/ 66 w 159"/>
              <a:gd name="T21" fmla="*/ 138 h 160"/>
              <a:gd name="T22" fmla="*/ 45 w 159"/>
              <a:gd name="T23" fmla="*/ 160 h 160"/>
              <a:gd name="T24" fmla="*/ 21 w 159"/>
              <a:gd name="T25" fmla="*/ 160 h 160"/>
              <a:gd name="T26" fmla="*/ 0 w 159"/>
              <a:gd name="T27" fmla="*/ 138 h 160"/>
              <a:gd name="T28" fmla="*/ 0 w 159"/>
              <a:gd name="T29" fmla="*/ 114 h 160"/>
              <a:gd name="T30" fmla="*/ 21 w 159"/>
              <a:gd name="T31" fmla="*/ 93 h 160"/>
              <a:gd name="T32" fmla="*/ 45 w 159"/>
              <a:gd name="T33" fmla="*/ 93 h 160"/>
              <a:gd name="T34" fmla="*/ 66 w 159"/>
              <a:gd name="T35" fmla="*/ 114 h 160"/>
              <a:gd name="T36" fmla="*/ 159 w 159"/>
              <a:gd name="T37" fmla="*/ 21 h 160"/>
              <a:gd name="T38" fmla="*/ 159 w 159"/>
              <a:gd name="T39" fmla="*/ 45 h 160"/>
              <a:gd name="T40" fmla="*/ 138 w 159"/>
              <a:gd name="T41" fmla="*/ 67 h 160"/>
              <a:gd name="T42" fmla="*/ 114 w 159"/>
              <a:gd name="T43" fmla="*/ 67 h 160"/>
              <a:gd name="T44" fmla="*/ 92 w 159"/>
              <a:gd name="T45" fmla="*/ 45 h 160"/>
              <a:gd name="T46" fmla="*/ 92 w 159"/>
              <a:gd name="T47" fmla="*/ 21 h 160"/>
              <a:gd name="T48" fmla="*/ 114 w 159"/>
              <a:gd name="T49" fmla="*/ 0 h 160"/>
              <a:gd name="T50" fmla="*/ 138 w 159"/>
              <a:gd name="T51" fmla="*/ 0 h 160"/>
              <a:gd name="T52" fmla="*/ 159 w 159"/>
              <a:gd name="T53" fmla="*/ 21 h 160"/>
              <a:gd name="T54" fmla="*/ 159 w 159"/>
              <a:gd name="T55" fmla="*/ 114 h 160"/>
              <a:gd name="T56" fmla="*/ 159 w 159"/>
              <a:gd name="T57" fmla="*/ 138 h 160"/>
              <a:gd name="T58" fmla="*/ 138 w 159"/>
              <a:gd name="T59" fmla="*/ 160 h 160"/>
              <a:gd name="T60" fmla="*/ 114 w 159"/>
              <a:gd name="T61" fmla="*/ 160 h 160"/>
              <a:gd name="T62" fmla="*/ 92 w 159"/>
              <a:gd name="T63" fmla="*/ 138 h 160"/>
              <a:gd name="T64" fmla="*/ 92 w 159"/>
              <a:gd name="T65" fmla="*/ 114 h 160"/>
              <a:gd name="T66" fmla="*/ 114 w 159"/>
              <a:gd name="T67" fmla="*/ 93 h 160"/>
              <a:gd name="T68" fmla="*/ 138 w 159"/>
              <a:gd name="T69" fmla="*/ 93 h 160"/>
              <a:gd name="T70" fmla="*/ 159 w 159"/>
              <a:gd name="T71" fmla="*/ 11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59" h="160">
                <a:moveTo>
                  <a:pt x="66" y="21"/>
                </a:moveTo>
                <a:cubicBezTo>
                  <a:pt x="66" y="45"/>
                  <a:pt x="66" y="45"/>
                  <a:pt x="66" y="45"/>
                </a:cubicBezTo>
                <a:cubicBezTo>
                  <a:pt x="66" y="60"/>
                  <a:pt x="60" y="67"/>
                  <a:pt x="45" y="67"/>
                </a:cubicBezTo>
                <a:cubicBezTo>
                  <a:pt x="21" y="67"/>
                  <a:pt x="21" y="67"/>
                  <a:pt x="21" y="67"/>
                </a:cubicBezTo>
                <a:cubicBezTo>
                  <a:pt x="6" y="67"/>
                  <a:pt x="0" y="60"/>
                  <a:pt x="0" y="45"/>
                </a:cubicBezTo>
                <a:cubicBezTo>
                  <a:pt x="0" y="21"/>
                  <a:pt x="0" y="21"/>
                  <a:pt x="0" y="21"/>
                </a:cubicBezTo>
                <a:cubicBezTo>
                  <a:pt x="0" y="7"/>
                  <a:pt x="6" y="0"/>
                  <a:pt x="21" y="0"/>
                </a:cubicBezTo>
                <a:cubicBezTo>
                  <a:pt x="45" y="0"/>
                  <a:pt x="45" y="0"/>
                  <a:pt x="45" y="0"/>
                </a:cubicBezTo>
                <a:cubicBezTo>
                  <a:pt x="60" y="0"/>
                  <a:pt x="66" y="7"/>
                  <a:pt x="66" y="21"/>
                </a:cubicBezTo>
                <a:close/>
                <a:moveTo>
                  <a:pt x="66" y="114"/>
                </a:moveTo>
                <a:cubicBezTo>
                  <a:pt x="66" y="138"/>
                  <a:pt x="66" y="138"/>
                  <a:pt x="66" y="138"/>
                </a:cubicBezTo>
                <a:cubicBezTo>
                  <a:pt x="66" y="153"/>
                  <a:pt x="60" y="160"/>
                  <a:pt x="45" y="160"/>
                </a:cubicBezTo>
                <a:cubicBezTo>
                  <a:pt x="21" y="160"/>
                  <a:pt x="21" y="160"/>
                  <a:pt x="21" y="160"/>
                </a:cubicBezTo>
                <a:cubicBezTo>
                  <a:pt x="6" y="160"/>
                  <a:pt x="0" y="153"/>
                  <a:pt x="0" y="138"/>
                </a:cubicBezTo>
                <a:cubicBezTo>
                  <a:pt x="0" y="114"/>
                  <a:pt x="0" y="114"/>
                  <a:pt x="0" y="114"/>
                </a:cubicBezTo>
                <a:cubicBezTo>
                  <a:pt x="0" y="100"/>
                  <a:pt x="6" y="93"/>
                  <a:pt x="21" y="93"/>
                </a:cubicBezTo>
                <a:cubicBezTo>
                  <a:pt x="45" y="93"/>
                  <a:pt x="45" y="93"/>
                  <a:pt x="45" y="93"/>
                </a:cubicBezTo>
                <a:cubicBezTo>
                  <a:pt x="60" y="93"/>
                  <a:pt x="66" y="100"/>
                  <a:pt x="66" y="114"/>
                </a:cubicBezTo>
                <a:close/>
                <a:moveTo>
                  <a:pt x="159" y="21"/>
                </a:moveTo>
                <a:cubicBezTo>
                  <a:pt x="159" y="45"/>
                  <a:pt x="159" y="45"/>
                  <a:pt x="159" y="45"/>
                </a:cubicBezTo>
                <a:cubicBezTo>
                  <a:pt x="159" y="60"/>
                  <a:pt x="153" y="67"/>
                  <a:pt x="138" y="67"/>
                </a:cubicBezTo>
                <a:cubicBezTo>
                  <a:pt x="114" y="67"/>
                  <a:pt x="114" y="67"/>
                  <a:pt x="114" y="67"/>
                </a:cubicBezTo>
                <a:cubicBezTo>
                  <a:pt x="99" y="67"/>
                  <a:pt x="92" y="60"/>
                  <a:pt x="92" y="45"/>
                </a:cubicBezTo>
                <a:cubicBezTo>
                  <a:pt x="92" y="21"/>
                  <a:pt x="92" y="21"/>
                  <a:pt x="92" y="21"/>
                </a:cubicBezTo>
                <a:cubicBezTo>
                  <a:pt x="92" y="7"/>
                  <a:pt x="99" y="0"/>
                  <a:pt x="114" y="0"/>
                </a:cubicBezTo>
                <a:cubicBezTo>
                  <a:pt x="138" y="0"/>
                  <a:pt x="138" y="0"/>
                  <a:pt x="138" y="0"/>
                </a:cubicBezTo>
                <a:cubicBezTo>
                  <a:pt x="153" y="0"/>
                  <a:pt x="159" y="7"/>
                  <a:pt x="159" y="21"/>
                </a:cubicBezTo>
                <a:close/>
                <a:moveTo>
                  <a:pt x="159" y="114"/>
                </a:moveTo>
                <a:cubicBezTo>
                  <a:pt x="159" y="138"/>
                  <a:pt x="159" y="138"/>
                  <a:pt x="159" y="138"/>
                </a:cubicBezTo>
                <a:cubicBezTo>
                  <a:pt x="159" y="153"/>
                  <a:pt x="153" y="160"/>
                  <a:pt x="138" y="160"/>
                </a:cubicBezTo>
                <a:cubicBezTo>
                  <a:pt x="114" y="160"/>
                  <a:pt x="114" y="160"/>
                  <a:pt x="114" y="160"/>
                </a:cubicBezTo>
                <a:cubicBezTo>
                  <a:pt x="99" y="160"/>
                  <a:pt x="92" y="153"/>
                  <a:pt x="92" y="138"/>
                </a:cubicBezTo>
                <a:cubicBezTo>
                  <a:pt x="92" y="114"/>
                  <a:pt x="92" y="114"/>
                  <a:pt x="92" y="114"/>
                </a:cubicBezTo>
                <a:cubicBezTo>
                  <a:pt x="92" y="100"/>
                  <a:pt x="99" y="93"/>
                  <a:pt x="114" y="93"/>
                </a:cubicBezTo>
                <a:cubicBezTo>
                  <a:pt x="138" y="93"/>
                  <a:pt x="138" y="93"/>
                  <a:pt x="138" y="93"/>
                </a:cubicBezTo>
                <a:cubicBezTo>
                  <a:pt x="153" y="93"/>
                  <a:pt x="159" y="100"/>
                  <a:pt x="159" y="11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1" name="Freeform 34"/>
          <p:cNvSpPr>
            <a:spLocks noEditPoints="1"/>
          </p:cNvSpPr>
          <p:nvPr/>
        </p:nvSpPr>
        <p:spPr bwMode="auto">
          <a:xfrm>
            <a:off x="6356392" y="2903792"/>
            <a:ext cx="308209" cy="153041"/>
          </a:xfrm>
          <a:custGeom>
            <a:avLst/>
            <a:gdLst>
              <a:gd name="T0" fmla="*/ 106 w 265"/>
              <a:gd name="T1" fmla="*/ 13 h 132"/>
              <a:gd name="T2" fmla="*/ 93 w 265"/>
              <a:gd name="T3" fmla="*/ 26 h 132"/>
              <a:gd name="T4" fmla="*/ 13 w 265"/>
              <a:gd name="T5" fmla="*/ 26 h 132"/>
              <a:gd name="T6" fmla="*/ 0 w 265"/>
              <a:gd name="T7" fmla="*/ 13 h 132"/>
              <a:gd name="T8" fmla="*/ 13 w 265"/>
              <a:gd name="T9" fmla="*/ 0 h 132"/>
              <a:gd name="T10" fmla="*/ 93 w 265"/>
              <a:gd name="T11" fmla="*/ 0 h 132"/>
              <a:gd name="T12" fmla="*/ 106 w 265"/>
              <a:gd name="T13" fmla="*/ 13 h 132"/>
              <a:gd name="T14" fmla="*/ 106 w 265"/>
              <a:gd name="T15" fmla="*/ 66 h 132"/>
              <a:gd name="T16" fmla="*/ 93 w 265"/>
              <a:gd name="T17" fmla="*/ 79 h 132"/>
              <a:gd name="T18" fmla="*/ 13 w 265"/>
              <a:gd name="T19" fmla="*/ 79 h 132"/>
              <a:gd name="T20" fmla="*/ 0 w 265"/>
              <a:gd name="T21" fmla="*/ 66 h 132"/>
              <a:gd name="T22" fmla="*/ 13 w 265"/>
              <a:gd name="T23" fmla="*/ 53 h 132"/>
              <a:gd name="T24" fmla="*/ 93 w 265"/>
              <a:gd name="T25" fmla="*/ 53 h 132"/>
              <a:gd name="T26" fmla="*/ 106 w 265"/>
              <a:gd name="T27" fmla="*/ 66 h 132"/>
              <a:gd name="T28" fmla="*/ 106 w 265"/>
              <a:gd name="T29" fmla="*/ 119 h 132"/>
              <a:gd name="T30" fmla="*/ 93 w 265"/>
              <a:gd name="T31" fmla="*/ 132 h 132"/>
              <a:gd name="T32" fmla="*/ 13 w 265"/>
              <a:gd name="T33" fmla="*/ 132 h 132"/>
              <a:gd name="T34" fmla="*/ 0 w 265"/>
              <a:gd name="T35" fmla="*/ 119 h 132"/>
              <a:gd name="T36" fmla="*/ 13 w 265"/>
              <a:gd name="T37" fmla="*/ 106 h 132"/>
              <a:gd name="T38" fmla="*/ 93 w 265"/>
              <a:gd name="T39" fmla="*/ 106 h 132"/>
              <a:gd name="T40" fmla="*/ 106 w 265"/>
              <a:gd name="T41" fmla="*/ 119 h 132"/>
              <a:gd name="T42" fmla="*/ 265 w 265"/>
              <a:gd name="T43" fmla="*/ 66 h 132"/>
              <a:gd name="T44" fmla="*/ 258 w 265"/>
              <a:gd name="T45" fmla="*/ 79 h 132"/>
              <a:gd name="T46" fmla="*/ 212 w 265"/>
              <a:gd name="T47" fmla="*/ 79 h 132"/>
              <a:gd name="T48" fmla="*/ 212 w 265"/>
              <a:gd name="T49" fmla="*/ 124 h 132"/>
              <a:gd name="T50" fmla="*/ 199 w 265"/>
              <a:gd name="T51" fmla="*/ 132 h 132"/>
              <a:gd name="T52" fmla="*/ 186 w 265"/>
              <a:gd name="T53" fmla="*/ 124 h 132"/>
              <a:gd name="T54" fmla="*/ 186 w 265"/>
              <a:gd name="T55" fmla="*/ 79 h 132"/>
              <a:gd name="T56" fmla="*/ 142 w 265"/>
              <a:gd name="T57" fmla="*/ 79 h 132"/>
              <a:gd name="T58" fmla="*/ 134 w 265"/>
              <a:gd name="T59" fmla="*/ 66 h 132"/>
              <a:gd name="T60" fmla="*/ 142 w 265"/>
              <a:gd name="T61" fmla="*/ 53 h 132"/>
              <a:gd name="T62" fmla="*/ 186 w 265"/>
              <a:gd name="T63" fmla="*/ 53 h 132"/>
              <a:gd name="T64" fmla="*/ 186 w 265"/>
              <a:gd name="T65" fmla="*/ 7 h 132"/>
              <a:gd name="T66" fmla="*/ 199 w 265"/>
              <a:gd name="T67" fmla="*/ 0 h 132"/>
              <a:gd name="T68" fmla="*/ 212 w 265"/>
              <a:gd name="T69" fmla="*/ 7 h 132"/>
              <a:gd name="T70" fmla="*/ 212 w 265"/>
              <a:gd name="T71" fmla="*/ 53 h 132"/>
              <a:gd name="T72" fmla="*/ 258 w 265"/>
              <a:gd name="T73" fmla="*/ 53 h 132"/>
              <a:gd name="T74" fmla="*/ 265 w 265"/>
              <a:gd name="T75" fmla="*/ 66 h 1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265" h="132">
                <a:moveTo>
                  <a:pt x="106" y="13"/>
                </a:moveTo>
                <a:cubicBezTo>
                  <a:pt x="106" y="20"/>
                  <a:pt x="100" y="26"/>
                  <a:pt x="93" y="26"/>
                </a:cubicBezTo>
                <a:cubicBezTo>
                  <a:pt x="13" y="26"/>
                  <a:pt x="13" y="26"/>
                  <a:pt x="13" y="26"/>
                </a:cubicBezTo>
                <a:cubicBezTo>
                  <a:pt x="6" y="26"/>
                  <a:pt x="0" y="20"/>
                  <a:pt x="0" y="13"/>
                </a:cubicBezTo>
                <a:cubicBezTo>
                  <a:pt x="0" y="5"/>
                  <a:pt x="6" y="0"/>
                  <a:pt x="13" y="0"/>
                </a:cubicBezTo>
                <a:cubicBezTo>
                  <a:pt x="93" y="0"/>
                  <a:pt x="93" y="0"/>
                  <a:pt x="93" y="0"/>
                </a:cubicBezTo>
                <a:cubicBezTo>
                  <a:pt x="100" y="0"/>
                  <a:pt x="106" y="5"/>
                  <a:pt x="106" y="13"/>
                </a:cubicBezTo>
                <a:close/>
                <a:moveTo>
                  <a:pt x="106" y="66"/>
                </a:moveTo>
                <a:cubicBezTo>
                  <a:pt x="106" y="73"/>
                  <a:pt x="100" y="79"/>
                  <a:pt x="93" y="79"/>
                </a:cubicBezTo>
                <a:cubicBezTo>
                  <a:pt x="13" y="79"/>
                  <a:pt x="13" y="79"/>
                  <a:pt x="13" y="79"/>
                </a:cubicBezTo>
                <a:cubicBezTo>
                  <a:pt x="6" y="79"/>
                  <a:pt x="0" y="73"/>
                  <a:pt x="0" y="66"/>
                </a:cubicBezTo>
                <a:cubicBezTo>
                  <a:pt x="0" y="58"/>
                  <a:pt x="6" y="53"/>
                  <a:pt x="13" y="53"/>
                </a:cubicBezTo>
                <a:cubicBezTo>
                  <a:pt x="93" y="53"/>
                  <a:pt x="93" y="53"/>
                  <a:pt x="93" y="53"/>
                </a:cubicBezTo>
                <a:cubicBezTo>
                  <a:pt x="100" y="53"/>
                  <a:pt x="106" y="58"/>
                  <a:pt x="106" y="66"/>
                </a:cubicBezTo>
                <a:close/>
                <a:moveTo>
                  <a:pt x="106" y="119"/>
                </a:moveTo>
                <a:cubicBezTo>
                  <a:pt x="106" y="126"/>
                  <a:pt x="100" y="132"/>
                  <a:pt x="93" y="132"/>
                </a:cubicBezTo>
                <a:cubicBezTo>
                  <a:pt x="13" y="132"/>
                  <a:pt x="13" y="132"/>
                  <a:pt x="13" y="132"/>
                </a:cubicBezTo>
                <a:cubicBezTo>
                  <a:pt x="6" y="132"/>
                  <a:pt x="0" y="126"/>
                  <a:pt x="0" y="119"/>
                </a:cubicBezTo>
                <a:cubicBezTo>
                  <a:pt x="0" y="112"/>
                  <a:pt x="6" y="106"/>
                  <a:pt x="13" y="106"/>
                </a:cubicBezTo>
                <a:cubicBezTo>
                  <a:pt x="93" y="106"/>
                  <a:pt x="93" y="106"/>
                  <a:pt x="93" y="106"/>
                </a:cubicBezTo>
                <a:cubicBezTo>
                  <a:pt x="100" y="106"/>
                  <a:pt x="106" y="112"/>
                  <a:pt x="106" y="119"/>
                </a:cubicBezTo>
                <a:close/>
                <a:moveTo>
                  <a:pt x="265" y="66"/>
                </a:moveTo>
                <a:cubicBezTo>
                  <a:pt x="265" y="73"/>
                  <a:pt x="265" y="79"/>
                  <a:pt x="258" y="79"/>
                </a:cubicBezTo>
                <a:cubicBezTo>
                  <a:pt x="212" y="79"/>
                  <a:pt x="212" y="79"/>
                  <a:pt x="212" y="79"/>
                </a:cubicBezTo>
                <a:cubicBezTo>
                  <a:pt x="212" y="124"/>
                  <a:pt x="212" y="124"/>
                  <a:pt x="212" y="124"/>
                </a:cubicBezTo>
                <a:cubicBezTo>
                  <a:pt x="212" y="132"/>
                  <a:pt x="207" y="132"/>
                  <a:pt x="199" y="132"/>
                </a:cubicBezTo>
                <a:cubicBezTo>
                  <a:pt x="192" y="132"/>
                  <a:pt x="186" y="132"/>
                  <a:pt x="186" y="124"/>
                </a:cubicBezTo>
                <a:cubicBezTo>
                  <a:pt x="186" y="79"/>
                  <a:pt x="186" y="79"/>
                  <a:pt x="186" y="79"/>
                </a:cubicBezTo>
                <a:cubicBezTo>
                  <a:pt x="142" y="79"/>
                  <a:pt x="142" y="79"/>
                  <a:pt x="142" y="79"/>
                </a:cubicBezTo>
                <a:cubicBezTo>
                  <a:pt x="135" y="79"/>
                  <a:pt x="134" y="73"/>
                  <a:pt x="134" y="66"/>
                </a:cubicBezTo>
                <a:cubicBezTo>
                  <a:pt x="134" y="58"/>
                  <a:pt x="135" y="53"/>
                  <a:pt x="142" y="53"/>
                </a:cubicBezTo>
                <a:cubicBezTo>
                  <a:pt x="186" y="53"/>
                  <a:pt x="186" y="53"/>
                  <a:pt x="186" y="53"/>
                </a:cubicBezTo>
                <a:cubicBezTo>
                  <a:pt x="186" y="7"/>
                  <a:pt x="186" y="7"/>
                  <a:pt x="186" y="7"/>
                </a:cubicBezTo>
                <a:cubicBezTo>
                  <a:pt x="186" y="0"/>
                  <a:pt x="192" y="0"/>
                  <a:pt x="199" y="0"/>
                </a:cubicBezTo>
                <a:cubicBezTo>
                  <a:pt x="207" y="0"/>
                  <a:pt x="212" y="0"/>
                  <a:pt x="212" y="7"/>
                </a:cubicBezTo>
                <a:cubicBezTo>
                  <a:pt x="212" y="53"/>
                  <a:pt x="212" y="53"/>
                  <a:pt x="212" y="53"/>
                </a:cubicBezTo>
                <a:cubicBezTo>
                  <a:pt x="258" y="53"/>
                  <a:pt x="258" y="53"/>
                  <a:pt x="258" y="53"/>
                </a:cubicBezTo>
                <a:cubicBezTo>
                  <a:pt x="265" y="53"/>
                  <a:pt x="265" y="58"/>
                  <a:pt x="265" y="6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2" name="Freeform 35"/>
          <p:cNvSpPr>
            <a:spLocks noEditPoints="1"/>
          </p:cNvSpPr>
          <p:nvPr/>
        </p:nvSpPr>
        <p:spPr bwMode="auto">
          <a:xfrm>
            <a:off x="6728368" y="2886787"/>
            <a:ext cx="308209" cy="187051"/>
          </a:xfrm>
          <a:custGeom>
            <a:avLst/>
            <a:gdLst>
              <a:gd name="T0" fmla="*/ 128 w 265"/>
              <a:gd name="T1" fmla="*/ 122 h 160"/>
              <a:gd name="T2" fmla="*/ 162 w 265"/>
              <a:gd name="T3" fmla="*/ 160 h 160"/>
              <a:gd name="T4" fmla="*/ 58 w 265"/>
              <a:gd name="T5" fmla="*/ 160 h 160"/>
              <a:gd name="T6" fmla="*/ 31 w 265"/>
              <a:gd name="T7" fmla="*/ 133 h 160"/>
              <a:gd name="T8" fmla="*/ 31 w 265"/>
              <a:gd name="T9" fmla="*/ 53 h 160"/>
              <a:gd name="T10" fmla="*/ 0 w 265"/>
              <a:gd name="T11" fmla="*/ 53 h 160"/>
              <a:gd name="T12" fmla="*/ 50 w 265"/>
              <a:gd name="T13" fmla="*/ 0 h 160"/>
              <a:gd name="T14" fmla="*/ 101 w 265"/>
              <a:gd name="T15" fmla="*/ 53 h 160"/>
              <a:gd name="T16" fmla="*/ 69 w 265"/>
              <a:gd name="T17" fmla="*/ 53 h 160"/>
              <a:gd name="T18" fmla="*/ 69 w 265"/>
              <a:gd name="T19" fmla="*/ 122 h 160"/>
              <a:gd name="T20" fmla="*/ 128 w 265"/>
              <a:gd name="T21" fmla="*/ 122 h 160"/>
              <a:gd name="T22" fmla="*/ 265 w 265"/>
              <a:gd name="T23" fmla="*/ 106 h 160"/>
              <a:gd name="T24" fmla="*/ 215 w 265"/>
              <a:gd name="T25" fmla="*/ 160 h 160"/>
              <a:gd name="T26" fmla="*/ 164 w 265"/>
              <a:gd name="T27" fmla="*/ 106 h 160"/>
              <a:gd name="T28" fmla="*/ 196 w 265"/>
              <a:gd name="T29" fmla="*/ 106 h 160"/>
              <a:gd name="T30" fmla="*/ 196 w 265"/>
              <a:gd name="T31" fmla="*/ 37 h 160"/>
              <a:gd name="T32" fmla="*/ 137 w 265"/>
              <a:gd name="T33" fmla="*/ 37 h 160"/>
              <a:gd name="T34" fmla="*/ 103 w 265"/>
              <a:gd name="T35" fmla="*/ 0 h 160"/>
              <a:gd name="T36" fmla="*/ 207 w 265"/>
              <a:gd name="T37" fmla="*/ 0 h 160"/>
              <a:gd name="T38" fmla="*/ 233 w 265"/>
              <a:gd name="T39" fmla="*/ 27 h 160"/>
              <a:gd name="T40" fmla="*/ 233 w 265"/>
              <a:gd name="T41" fmla="*/ 106 h 160"/>
              <a:gd name="T42" fmla="*/ 265 w 265"/>
              <a:gd name="T43" fmla="*/ 106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265" h="160">
                <a:moveTo>
                  <a:pt x="128" y="122"/>
                </a:moveTo>
                <a:cubicBezTo>
                  <a:pt x="162" y="160"/>
                  <a:pt x="162" y="160"/>
                  <a:pt x="162" y="160"/>
                </a:cubicBezTo>
                <a:cubicBezTo>
                  <a:pt x="58" y="160"/>
                  <a:pt x="58" y="160"/>
                  <a:pt x="58" y="160"/>
                </a:cubicBezTo>
                <a:cubicBezTo>
                  <a:pt x="43" y="160"/>
                  <a:pt x="31" y="148"/>
                  <a:pt x="31" y="133"/>
                </a:cubicBezTo>
                <a:cubicBezTo>
                  <a:pt x="31" y="53"/>
                  <a:pt x="31" y="53"/>
                  <a:pt x="31" y="53"/>
                </a:cubicBezTo>
                <a:cubicBezTo>
                  <a:pt x="0" y="53"/>
                  <a:pt x="0" y="53"/>
                  <a:pt x="0" y="53"/>
                </a:cubicBezTo>
                <a:cubicBezTo>
                  <a:pt x="50" y="0"/>
                  <a:pt x="50" y="0"/>
                  <a:pt x="50" y="0"/>
                </a:cubicBezTo>
                <a:cubicBezTo>
                  <a:pt x="101" y="53"/>
                  <a:pt x="101" y="53"/>
                  <a:pt x="101" y="53"/>
                </a:cubicBezTo>
                <a:cubicBezTo>
                  <a:pt x="69" y="53"/>
                  <a:pt x="69" y="53"/>
                  <a:pt x="69" y="53"/>
                </a:cubicBezTo>
                <a:cubicBezTo>
                  <a:pt x="69" y="122"/>
                  <a:pt x="69" y="122"/>
                  <a:pt x="69" y="122"/>
                </a:cubicBezTo>
                <a:lnTo>
                  <a:pt x="128" y="122"/>
                </a:lnTo>
                <a:close/>
                <a:moveTo>
                  <a:pt x="265" y="106"/>
                </a:moveTo>
                <a:cubicBezTo>
                  <a:pt x="215" y="160"/>
                  <a:pt x="215" y="160"/>
                  <a:pt x="215" y="160"/>
                </a:cubicBezTo>
                <a:cubicBezTo>
                  <a:pt x="164" y="106"/>
                  <a:pt x="164" y="106"/>
                  <a:pt x="164" y="106"/>
                </a:cubicBezTo>
                <a:cubicBezTo>
                  <a:pt x="196" y="106"/>
                  <a:pt x="196" y="106"/>
                  <a:pt x="196" y="106"/>
                </a:cubicBezTo>
                <a:cubicBezTo>
                  <a:pt x="196" y="37"/>
                  <a:pt x="196" y="37"/>
                  <a:pt x="196" y="37"/>
                </a:cubicBezTo>
                <a:cubicBezTo>
                  <a:pt x="137" y="37"/>
                  <a:pt x="137" y="37"/>
                  <a:pt x="137" y="37"/>
                </a:cubicBezTo>
                <a:cubicBezTo>
                  <a:pt x="103" y="0"/>
                  <a:pt x="103" y="0"/>
                  <a:pt x="103" y="0"/>
                </a:cubicBezTo>
                <a:cubicBezTo>
                  <a:pt x="207" y="0"/>
                  <a:pt x="207" y="0"/>
                  <a:pt x="207" y="0"/>
                </a:cubicBezTo>
                <a:cubicBezTo>
                  <a:pt x="221" y="0"/>
                  <a:pt x="233" y="12"/>
                  <a:pt x="233" y="27"/>
                </a:cubicBezTo>
                <a:cubicBezTo>
                  <a:pt x="233" y="106"/>
                  <a:pt x="233" y="106"/>
                  <a:pt x="233" y="106"/>
                </a:cubicBezTo>
                <a:lnTo>
                  <a:pt x="265" y="10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3" name="Freeform 36"/>
          <p:cNvSpPr>
            <a:spLocks/>
          </p:cNvSpPr>
          <p:nvPr/>
        </p:nvSpPr>
        <p:spPr bwMode="auto">
          <a:xfrm>
            <a:off x="7096093" y="2886787"/>
            <a:ext cx="263572" cy="187051"/>
          </a:xfrm>
          <a:custGeom>
            <a:avLst/>
            <a:gdLst>
              <a:gd name="T0" fmla="*/ 226 w 226"/>
              <a:gd name="T1" fmla="*/ 56 h 160"/>
              <a:gd name="T2" fmla="*/ 226 w 226"/>
              <a:gd name="T3" fmla="*/ 133 h 160"/>
              <a:gd name="T4" fmla="*/ 199 w 226"/>
              <a:gd name="T5" fmla="*/ 160 h 160"/>
              <a:gd name="T6" fmla="*/ 16 w 226"/>
              <a:gd name="T7" fmla="*/ 160 h 160"/>
              <a:gd name="T8" fmla="*/ 16 w 226"/>
              <a:gd name="T9" fmla="*/ 122 h 160"/>
              <a:gd name="T10" fmla="*/ 189 w 226"/>
              <a:gd name="T11" fmla="*/ 122 h 160"/>
              <a:gd name="T12" fmla="*/ 189 w 226"/>
              <a:gd name="T13" fmla="*/ 67 h 160"/>
              <a:gd name="T14" fmla="*/ 56 w 226"/>
              <a:gd name="T15" fmla="*/ 67 h 160"/>
              <a:gd name="T16" fmla="*/ 56 w 226"/>
              <a:gd name="T17" fmla="*/ 96 h 160"/>
              <a:gd name="T18" fmla="*/ 0 w 226"/>
              <a:gd name="T19" fmla="*/ 48 h 160"/>
              <a:gd name="T20" fmla="*/ 56 w 226"/>
              <a:gd name="T21" fmla="*/ 0 h 160"/>
              <a:gd name="T22" fmla="*/ 56 w 226"/>
              <a:gd name="T23" fmla="*/ 29 h 160"/>
              <a:gd name="T24" fmla="*/ 199 w 226"/>
              <a:gd name="T25" fmla="*/ 29 h 160"/>
              <a:gd name="T26" fmla="*/ 226 w 226"/>
              <a:gd name="T27" fmla="*/ 56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26" h="160">
                <a:moveTo>
                  <a:pt x="226" y="56"/>
                </a:moveTo>
                <a:cubicBezTo>
                  <a:pt x="226" y="133"/>
                  <a:pt x="226" y="133"/>
                  <a:pt x="226" y="133"/>
                </a:cubicBezTo>
                <a:cubicBezTo>
                  <a:pt x="226" y="148"/>
                  <a:pt x="214" y="160"/>
                  <a:pt x="199" y="160"/>
                </a:cubicBezTo>
                <a:cubicBezTo>
                  <a:pt x="16" y="160"/>
                  <a:pt x="16" y="160"/>
                  <a:pt x="16" y="160"/>
                </a:cubicBezTo>
                <a:cubicBezTo>
                  <a:pt x="16" y="122"/>
                  <a:pt x="16" y="122"/>
                  <a:pt x="16" y="122"/>
                </a:cubicBezTo>
                <a:cubicBezTo>
                  <a:pt x="189" y="122"/>
                  <a:pt x="189" y="122"/>
                  <a:pt x="189" y="122"/>
                </a:cubicBezTo>
                <a:cubicBezTo>
                  <a:pt x="189" y="67"/>
                  <a:pt x="189" y="67"/>
                  <a:pt x="189" y="67"/>
                </a:cubicBezTo>
                <a:cubicBezTo>
                  <a:pt x="56" y="67"/>
                  <a:pt x="56" y="67"/>
                  <a:pt x="56" y="67"/>
                </a:cubicBezTo>
                <a:cubicBezTo>
                  <a:pt x="56" y="96"/>
                  <a:pt x="56" y="96"/>
                  <a:pt x="56" y="96"/>
                </a:cubicBezTo>
                <a:cubicBezTo>
                  <a:pt x="0" y="48"/>
                  <a:pt x="0" y="48"/>
                  <a:pt x="0" y="48"/>
                </a:cubicBezTo>
                <a:cubicBezTo>
                  <a:pt x="56" y="0"/>
                  <a:pt x="56" y="0"/>
                  <a:pt x="56" y="0"/>
                </a:cubicBezTo>
                <a:cubicBezTo>
                  <a:pt x="56" y="29"/>
                  <a:pt x="56" y="29"/>
                  <a:pt x="56" y="29"/>
                </a:cubicBezTo>
                <a:cubicBezTo>
                  <a:pt x="199" y="29"/>
                  <a:pt x="199" y="29"/>
                  <a:pt x="199" y="29"/>
                </a:cubicBezTo>
                <a:cubicBezTo>
                  <a:pt x="214" y="29"/>
                  <a:pt x="226" y="41"/>
                  <a:pt x="226" y="5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4" name="Freeform 37"/>
          <p:cNvSpPr>
            <a:spLocks noEditPoints="1"/>
          </p:cNvSpPr>
          <p:nvPr/>
        </p:nvSpPr>
        <p:spPr bwMode="auto">
          <a:xfrm>
            <a:off x="7421305" y="2850654"/>
            <a:ext cx="308209" cy="261447"/>
          </a:xfrm>
          <a:custGeom>
            <a:avLst/>
            <a:gdLst>
              <a:gd name="T0" fmla="*/ 129 w 266"/>
              <a:gd name="T1" fmla="*/ 123 h 226"/>
              <a:gd name="T2" fmla="*/ 28 w 266"/>
              <a:gd name="T3" fmla="*/ 192 h 226"/>
              <a:gd name="T4" fmla="*/ 0 w 266"/>
              <a:gd name="T5" fmla="*/ 192 h 226"/>
              <a:gd name="T6" fmla="*/ 0 w 266"/>
              <a:gd name="T7" fmla="*/ 154 h 226"/>
              <a:gd name="T8" fmla="*/ 28 w 266"/>
              <a:gd name="T9" fmla="*/ 154 h 226"/>
              <a:gd name="T10" fmla="*/ 99 w 266"/>
              <a:gd name="T11" fmla="*/ 101 h 226"/>
              <a:gd name="T12" fmla="*/ 201 w 266"/>
              <a:gd name="T13" fmla="*/ 32 h 226"/>
              <a:gd name="T14" fmla="*/ 210 w 266"/>
              <a:gd name="T15" fmla="*/ 32 h 226"/>
              <a:gd name="T16" fmla="*/ 210 w 266"/>
              <a:gd name="T17" fmla="*/ 0 h 226"/>
              <a:gd name="T18" fmla="*/ 266 w 266"/>
              <a:gd name="T19" fmla="*/ 48 h 226"/>
              <a:gd name="T20" fmla="*/ 210 w 266"/>
              <a:gd name="T21" fmla="*/ 96 h 226"/>
              <a:gd name="T22" fmla="*/ 210 w 266"/>
              <a:gd name="T23" fmla="*/ 69 h 226"/>
              <a:gd name="T24" fmla="*/ 201 w 266"/>
              <a:gd name="T25" fmla="*/ 69 h 226"/>
              <a:gd name="T26" fmla="*/ 129 w 266"/>
              <a:gd name="T27" fmla="*/ 123 h 226"/>
              <a:gd name="T28" fmla="*/ 28 w 266"/>
              <a:gd name="T29" fmla="*/ 72 h 226"/>
              <a:gd name="T30" fmla="*/ 0 w 266"/>
              <a:gd name="T31" fmla="*/ 72 h 226"/>
              <a:gd name="T32" fmla="*/ 0 w 266"/>
              <a:gd name="T33" fmla="*/ 35 h 226"/>
              <a:gd name="T34" fmla="*/ 28 w 266"/>
              <a:gd name="T35" fmla="*/ 35 h 226"/>
              <a:gd name="T36" fmla="*/ 95 w 266"/>
              <a:gd name="T37" fmla="*/ 63 h 226"/>
              <a:gd name="T38" fmla="*/ 79 w 266"/>
              <a:gd name="T39" fmla="*/ 84 h 226"/>
              <a:gd name="T40" fmla="*/ 72 w 266"/>
              <a:gd name="T41" fmla="*/ 93 h 226"/>
              <a:gd name="T42" fmla="*/ 28 w 266"/>
              <a:gd name="T43" fmla="*/ 72 h 226"/>
              <a:gd name="T44" fmla="*/ 210 w 266"/>
              <a:gd name="T45" fmla="*/ 130 h 226"/>
              <a:gd name="T46" fmla="*/ 266 w 266"/>
              <a:gd name="T47" fmla="*/ 178 h 226"/>
              <a:gd name="T48" fmla="*/ 210 w 266"/>
              <a:gd name="T49" fmla="*/ 226 h 226"/>
              <a:gd name="T50" fmla="*/ 210 w 266"/>
              <a:gd name="T51" fmla="*/ 194 h 226"/>
              <a:gd name="T52" fmla="*/ 201 w 266"/>
              <a:gd name="T53" fmla="*/ 194 h 226"/>
              <a:gd name="T54" fmla="*/ 131 w 266"/>
              <a:gd name="T55" fmla="*/ 163 h 226"/>
              <a:gd name="T56" fmla="*/ 150 w 266"/>
              <a:gd name="T57" fmla="*/ 139 h 226"/>
              <a:gd name="T58" fmla="*/ 154 w 266"/>
              <a:gd name="T59" fmla="*/ 134 h 226"/>
              <a:gd name="T60" fmla="*/ 201 w 266"/>
              <a:gd name="T61" fmla="*/ 157 h 226"/>
              <a:gd name="T62" fmla="*/ 210 w 266"/>
              <a:gd name="T63" fmla="*/ 157 h 226"/>
              <a:gd name="T64" fmla="*/ 210 w 266"/>
              <a:gd name="T65" fmla="*/ 130 h 2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266" h="226">
                <a:moveTo>
                  <a:pt x="129" y="123"/>
                </a:moveTo>
                <a:cubicBezTo>
                  <a:pt x="105" y="155"/>
                  <a:pt x="77" y="192"/>
                  <a:pt x="28" y="192"/>
                </a:cubicBezTo>
                <a:cubicBezTo>
                  <a:pt x="0" y="192"/>
                  <a:pt x="0" y="192"/>
                  <a:pt x="0" y="192"/>
                </a:cubicBezTo>
                <a:cubicBezTo>
                  <a:pt x="0" y="154"/>
                  <a:pt x="0" y="154"/>
                  <a:pt x="0" y="154"/>
                </a:cubicBezTo>
                <a:cubicBezTo>
                  <a:pt x="28" y="154"/>
                  <a:pt x="28" y="154"/>
                  <a:pt x="28" y="154"/>
                </a:cubicBezTo>
                <a:cubicBezTo>
                  <a:pt x="58" y="154"/>
                  <a:pt x="78" y="129"/>
                  <a:pt x="99" y="101"/>
                </a:cubicBezTo>
                <a:cubicBezTo>
                  <a:pt x="124" y="68"/>
                  <a:pt x="151" y="32"/>
                  <a:pt x="201" y="32"/>
                </a:cubicBezTo>
                <a:cubicBezTo>
                  <a:pt x="210" y="32"/>
                  <a:pt x="210" y="32"/>
                  <a:pt x="210" y="32"/>
                </a:cubicBezTo>
                <a:cubicBezTo>
                  <a:pt x="210" y="0"/>
                  <a:pt x="210" y="0"/>
                  <a:pt x="210" y="0"/>
                </a:cubicBezTo>
                <a:cubicBezTo>
                  <a:pt x="266" y="48"/>
                  <a:pt x="266" y="48"/>
                  <a:pt x="266" y="48"/>
                </a:cubicBezTo>
                <a:cubicBezTo>
                  <a:pt x="210" y="96"/>
                  <a:pt x="210" y="96"/>
                  <a:pt x="210" y="96"/>
                </a:cubicBezTo>
                <a:cubicBezTo>
                  <a:pt x="210" y="69"/>
                  <a:pt x="210" y="69"/>
                  <a:pt x="210" y="69"/>
                </a:cubicBezTo>
                <a:cubicBezTo>
                  <a:pt x="201" y="69"/>
                  <a:pt x="201" y="69"/>
                  <a:pt x="201" y="69"/>
                </a:cubicBezTo>
                <a:cubicBezTo>
                  <a:pt x="170" y="69"/>
                  <a:pt x="151" y="94"/>
                  <a:pt x="129" y="123"/>
                </a:cubicBezTo>
                <a:close/>
                <a:moveTo>
                  <a:pt x="28" y="72"/>
                </a:moveTo>
                <a:cubicBezTo>
                  <a:pt x="0" y="72"/>
                  <a:pt x="0" y="72"/>
                  <a:pt x="0" y="72"/>
                </a:cubicBezTo>
                <a:cubicBezTo>
                  <a:pt x="0" y="35"/>
                  <a:pt x="0" y="35"/>
                  <a:pt x="0" y="35"/>
                </a:cubicBezTo>
                <a:cubicBezTo>
                  <a:pt x="28" y="35"/>
                  <a:pt x="28" y="35"/>
                  <a:pt x="28" y="35"/>
                </a:cubicBezTo>
                <a:cubicBezTo>
                  <a:pt x="56" y="35"/>
                  <a:pt x="78" y="47"/>
                  <a:pt x="95" y="63"/>
                </a:cubicBezTo>
                <a:cubicBezTo>
                  <a:pt x="89" y="70"/>
                  <a:pt x="83" y="77"/>
                  <a:pt x="79" y="84"/>
                </a:cubicBezTo>
                <a:cubicBezTo>
                  <a:pt x="77" y="87"/>
                  <a:pt x="74" y="90"/>
                  <a:pt x="72" y="93"/>
                </a:cubicBezTo>
                <a:cubicBezTo>
                  <a:pt x="60" y="80"/>
                  <a:pt x="46" y="72"/>
                  <a:pt x="28" y="72"/>
                </a:cubicBezTo>
                <a:close/>
                <a:moveTo>
                  <a:pt x="210" y="130"/>
                </a:moveTo>
                <a:cubicBezTo>
                  <a:pt x="266" y="178"/>
                  <a:pt x="266" y="178"/>
                  <a:pt x="266" y="178"/>
                </a:cubicBezTo>
                <a:cubicBezTo>
                  <a:pt x="210" y="226"/>
                  <a:pt x="210" y="226"/>
                  <a:pt x="210" y="226"/>
                </a:cubicBezTo>
                <a:cubicBezTo>
                  <a:pt x="210" y="194"/>
                  <a:pt x="210" y="194"/>
                  <a:pt x="210" y="194"/>
                </a:cubicBezTo>
                <a:cubicBezTo>
                  <a:pt x="201" y="194"/>
                  <a:pt x="201" y="194"/>
                  <a:pt x="201" y="194"/>
                </a:cubicBezTo>
                <a:cubicBezTo>
                  <a:pt x="171" y="194"/>
                  <a:pt x="149" y="181"/>
                  <a:pt x="131" y="163"/>
                </a:cubicBezTo>
                <a:cubicBezTo>
                  <a:pt x="138" y="155"/>
                  <a:pt x="145" y="147"/>
                  <a:pt x="150" y="139"/>
                </a:cubicBezTo>
                <a:cubicBezTo>
                  <a:pt x="151" y="137"/>
                  <a:pt x="153" y="136"/>
                  <a:pt x="154" y="134"/>
                </a:cubicBezTo>
                <a:cubicBezTo>
                  <a:pt x="168" y="147"/>
                  <a:pt x="182" y="157"/>
                  <a:pt x="201" y="157"/>
                </a:cubicBezTo>
                <a:cubicBezTo>
                  <a:pt x="210" y="157"/>
                  <a:pt x="210" y="157"/>
                  <a:pt x="210" y="157"/>
                </a:cubicBezTo>
                <a:lnTo>
                  <a:pt x="210" y="13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5" name="Freeform 38"/>
          <p:cNvSpPr>
            <a:spLocks/>
          </p:cNvSpPr>
          <p:nvPr/>
        </p:nvSpPr>
        <p:spPr bwMode="auto">
          <a:xfrm>
            <a:off x="7791155" y="2852777"/>
            <a:ext cx="289077" cy="252944"/>
          </a:xfrm>
          <a:custGeom>
            <a:avLst/>
            <a:gdLst>
              <a:gd name="T0" fmla="*/ 216 w 249"/>
              <a:gd name="T1" fmla="*/ 106 h 218"/>
              <a:gd name="T2" fmla="*/ 249 w 249"/>
              <a:gd name="T3" fmla="*/ 106 h 218"/>
              <a:gd name="T4" fmla="*/ 200 w 249"/>
              <a:gd name="T5" fmla="*/ 160 h 218"/>
              <a:gd name="T6" fmla="*/ 152 w 249"/>
              <a:gd name="T7" fmla="*/ 106 h 218"/>
              <a:gd name="T8" fmla="*/ 189 w 249"/>
              <a:gd name="T9" fmla="*/ 106 h 218"/>
              <a:gd name="T10" fmla="*/ 108 w 249"/>
              <a:gd name="T11" fmla="*/ 27 h 218"/>
              <a:gd name="T12" fmla="*/ 27 w 249"/>
              <a:gd name="T13" fmla="*/ 109 h 218"/>
              <a:gd name="T14" fmla="*/ 108 w 249"/>
              <a:gd name="T15" fmla="*/ 191 h 218"/>
              <a:gd name="T16" fmla="*/ 156 w 249"/>
              <a:gd name="T17" fmla="*/ 175 h 218"/>
              <a:gd name="T18" fmla="*/ 175 w 249"/>
              <a:gd name="T19" fmla="*/ 195 h 218"/>
              <a:gd name="T20" fmla="*/ 108 w 249"/>
              <a:gd name="T21" fmla="*/ 218 h 218"/>
              <a:gd name="T22" fmla="*/ 0 w 249"/>
              <a:gd name="T23" fmla="*/ 109 h 218"/>
              <a:gd name="T24" fmla="*/ 108 w 249"/>
              <a:gd name="T25" fmla="*/ 0 h 218"/>
              <a:gd name="T26" fmla="*/ 216 w 249"/>
              <a:gd name="T27" fmla="*/ 106 h 2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49" h="218">
                <a:moveTo>
                  <a:pt x="216" y="106"/>
                </a:moveTo>
                <a:cubicBezTo>
                  <a:pt x="249" y="106"/>
                  <a:pt x="249" y="106"/>
                  <a:pt x="249" y="106"/>
                </a:cubicBezTo>
                <a:cubicBezTo>
                  <a:pt x="200" y="160"/>
                  <a:pt x="200" y="160"/>
                  <a:pt x="200" y="160"/>
                </a:cubicBezTo>
                <a:cubicBezTo>
                  <a:pt x="152" y="106"/>
                  <a:pt x="152" y="106"/>
                  <a:pt x="152" y="106"/>
                </a:cubicBezTo>
                <a:cubicBezTo>
                  <a:pt x="189" y="106"/>
                  <a:pt x="189" y="106"/>
                  <a:pt x="189" y="106"/>
                </a:cubicBezTo>
                <a:cubicBezTo>
                  <a:pt x="188" y="62"/>
                  <a:pt x="152" y="27"/>
                  <a:pt x="108" y="27"/>
                </a:cubicBezTo>
                <a:cubicBezTo>
                  <a:pt x="63" y="27"/>
                  <a:pt x="27" y="64"/>
                  <a:pt x="27" y="109"/>
                </a:cubicBezTo>
                <a:cubicBezTo>
                  <a:pt x="27" y="154"/>
                  <a:pt x="63" y="191"/>
                  <a:pt x="108" y="191"/>
                </a:cubicBezTo>
                <a:cubicBezTo>
                  <a:pt x="126" y="191"/>
                  <a:pt x="143" y="185"/>
                  <a:pt x="156" y="175"/>
                </a:cubicBezTo>
                <a:cubicBezTo>
                  <a:pt x="175" y="195"/>
                  <a:pt x="175" y="195"/>
                  <a:pt x="175" y="195"/>
                </a:cubicBezTo>
                <a:cubicBezTo>
                  <a:pt x="156" y="209"/>
                  <a:pt x="133" y="218"/>
                  <a:pt x="108" y="218"/>
                </a:cubicBezTo>
                <a:cubicBezTo>
                  <a:pt x="48" y="218"/>
                  <a:pt x="0" y="169"/>
                  <a:pt x="0" y="109"/>
                </a:cubicBezTo>
                <a:cubicBezTo>
                  <a:pt x="0" y="49"/>
                  <a:pt x="48" y="0"/>
                  <a:pt x="108" y="0"/>
                </a:cubicBezTo>
                <a:cubicBezTo>
                  <a:pt x="167" y="0"/>
                  <a:pt x="215" y="47"/>
                  <a:pt x="216" y="10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6" name="Freeform 39"/>
          <p:cNvSpPr>
            <a:spLocks noEditPoints="1"/>
          </p:cNvSpPr>
          <p:nvPr/>
        </p:nvSpPr>
        <p:spPr bwMode="auto">
          <a:xfrm>
            <a:off x="8141875" y="2857029"/>
            <a:ext cx="310333" cy="246568"/>
          </a:xfrm>
          <a:custGeom>
            <a:avLst/>
            <a:gdLst>
              <a:gd name="T0" fmla="*/ 266 w 267"/>
              <a:gd name="T1" fmla="*/ 79 h 212"/>
              <a:gd name="T2" fmla="*/ 255 w 267"/>
              <a:gd name="T3" fmla="*/ 199 h 212"/>
              <a:gd name="T4" fmla="*/ 241 w 267"/>
              <a:gd name="T5" fmla="*/ 212 h 212"/>
              <a:gd name="T6" fmla="*/ 26 w 267"/>
              <a:gd name="T7" fmla="*/ 212 h 212"/>
              <a:gd name="T8" fmla="*/ 12 w 267"/>
              <a:gd name="T9" fmla="*/ 199 h 212"/>
              <a:gd name="T10" fmla="*/ 1 w 267"/>
              <a:gd name="T11" fmla="*/ 79 h 212"/>
              <a:gd name="T12" fmla="*/ 13 w 267"/>
              <a:gd name="T13" fmla="*/ 66 h 212"/>
              <a:gd name="T14" fmla="*/ 254 w 267"/>
              <a:gd name="T15" fmla="*/ 66 h 212"/>
              <a:gd name="T16" fmla="*/ 266 w 267"/>
              <a:gd name="T17" fmla="*/ 79 h 212"/>
              <a:gd name="T18" fmla="*/ 248 w 267"/>
              <a:gd name="T19" fmla="*/ 47 h 212"/>
              <a:gd name="T20" fmla="*/ 23 w 267"/>
              <a:gd name="T21" fmla="*/ 47 h 212"/>
              <a:gd name="T22" fmla="*/ 27 w 267"/>
              <a:gd name="T23" fmla="*/ 13 h 212"/>
              <a:gd name="T24" fmla="*/ 42 w 267"/>
              <a:gd name="T25" fmla="*/ 0 h 212"/>
              <a:gd name="T26" fmla="*/ 85 w 267"/>
              <a:gd name="T27" fmla="*/ 0 h 212"/>
              <a:gd name="T28" fmla="*/ 108 w 267"/>
              <a:gd name="T29" fmla="*/ 9 h 212"/>
              <a:gd name="T30" fmla="*/ 116 w 267"/>
              <a:gd name="T31" fmla="*/ 17 h 212"/>
              <a:gd name="T32" fmla="*/ 138 w 267"/>
              <a:gd name="T33" fmla="*/ 26 h 212"/>
              <a:gd name="T34" fmla="*/ 229 w 267"/>
              <a:gd name="T35" fmla="*/ 26 h 212"/>
              <a:gd name="T36" fmla="*/ 245 w 267"/>
              <a:gd name="T37" fmla="*/ 37 h 212"/>
              <a:gd name="T38" fmla="*/ 248 w 267"/>
              <a:gd name="T39" fmla="*/ 47 h 2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267" h="212">
                <a:moveTo>
                  <a:pt x="266" y="79"/>
                </a:moveTo>
                <a:cubicBezTo>
                  <a:pt x="255" y="199"/>
                  <a:pt x="255" y="199"/>
                  <a:pt x="255" y="199"/>
                </a:cubicBezTo>
                <a:cubicBezTo>
                  <a:pt x="255" y="206"/>
                  <a:pt x="253" y="212"/>
                  <a:pt x="241" y="212"/>
                </a:cubicBezTo>
                <a:cubicBezTo>
                  <a:pt x="26" y="212"/>
                  <a:pt x="26" y="212"/>
                  <a:pt x="26" y="212"/>
                </a:cubicBezTo>
                <a:cubicBezTo>
                  <a:pt x="14" y="212"/>
                  <a:pt x="13" y="206"/>
                  <a:pt x="12" y="199"/>
                </a:cubicBezTo>
                <a:cubicBezTo>
                  <a:pt x="1" y="79"/>
                  <a:pt x="1" y="79"/>
                  <a:pt x="1" y="79"/>
                </a:cubicBezTo>
                <a:cubicBezTo>
                  <a:pt x="0" y="72"/>
                  <a:pt x="1" y="66"/>
                  <a:pt x="13" y="66"/>
                </a:cubicBezTo>
                <a:cubicBezTo>
                  <a:pt x="254" y="66"/>
                  <a:pt x="254" y="66"/>
                  <a:pt x="254" y="66"/>
                </a:cubicBezTo>
                <a:cubicBezTo>
                  <a:pt x="266" y="66"/>
                  <a:pt x="267" y="72"/>
                  <a:pt x="266" y="79"/>
                </a:cubicBezTo>
                <a:close/>
                <a:moveTo>
                  <a:pt x="248" y="47"/>
                </a:moveTo>
                <a:cubicBezTo>
                  <a:pt x="23" y="47"/>
                  <a:pt x="23" y="47"/>
                  <a:pt x="23" y="47"/>
                </a:cubicBezTo>
                <a:cubicBezTo>
                  <a:pt x="27" y="13"/>
                  <a:pt x="27" y="13"/>
                  <a:pt x="27" y="13"/>
                </a:cubicBezTo>
                <a:cubicBezTo>
                  <a:pt x="28" y="6"/>
                  <a:pt x="34" y="0"/>
                  <a:pt x="42" y="0"/>
                </a:cubicBezTo>
                <a:cubicBezTo>
                  <a:pt x="85" y="0"/>
                  <a:pt x="85" y="0"/>
                  <a:pt x="85" y="0"/>
                </a:cubicBezTo>
                <a:cubicBezTo>
                  <a:pt x="92" y="0"/>
                  <a:pt x="103" y="4"/>
                  <a:pt x="108" y="9"/>
                </a:cubicBezTo>
                <a:cubicBezTo>
                  <a:pt x="116" y="17"/>
                  <a:pt x="116" y="17"/>
                  <a:pt x="116" y="17"/>
                </a:cubicBezTo>
                <a:cubicBezTo>
                  <a:pt x="121" y="22"/>
                  <a:pt x="132" y="26"/>
                  <a:pt x="138" y="26"/>
                </a:cubicBezTo>
                <a:cubicBezTo>
                  <a:pt x="229" y="26"/>
                  <a:pt x="229" y="26"/>
                  <a:pt x="229" y="26"/>
                </a:cubicBezTo>
                <a:cubicBezTo>
                  <a:pt x="237" y="26"/>
                  <a:pt x="244" y="31"/>
                  <a:pt x="245" y="37"/>
                </a:cubicBezTo>
                <a:lnTo>
                  <a:pt x="248" y="4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7" name="Freeform 40"/>
          <p:cNvSpPr>
            <a:spLocks noEditPoints="1"/>
          </p:cNvSpPr>
          <p:nvPr/>
        </p:nvSpPr>
        <p:spPr bwMode="auto">
          <a:xfrm>
            <a:off x="8513851" y="2840024"/>
            <a:ext cx="178548" cy="280576"/>
          </a:xfrm>
          <a:custGeom>
            <a:avLst/>
            <a:gdLst>
              <a:gd name="T0" fmla="*/ 154 w 154"/>
              <a:gd name="T1" fmla="*/ 65 h 240"/>
              <a:gd name="T2" fmla="*/ 143 w 154"/>
              <a:gd name="T3" fmla="*/ 99 h 240"/>
              <a:gd name="T4" fmla="*/ 119 w 154"/>
              <a:gd name="T5" fmla="*/ 119 h 240"/>
              <a:gd name="T6" fmla="*/ 107 w 154"/>
              <a:gd name="T7" fmla="*/ 128 h 240"/>
              <a:gd name="T8" fmla="*/ 94 w 154"/>
              <a:gd name="T9" fmla="*/ 144 h 240"/>
              <a:gd name="T10" fmla="*/ 93 w 154"/>
              <a:gd name="T11" fmla="*/ 155 h 240"/>
              <a:gd name="T12" fmla="*/ 88 w 154"/>
              <a:gd name="T13" fmla="*/ 159 h 240"/>
              <a:gd name="T14" fmla="*/ 54 w 154"/>
              <a:gd name="T15" fmla="*/ 159 h 240"/>
              <a:gd name="T16" fmla="*/ 50 w 154"/>
              <a:gd name="T17" fmla="*/ 155 h 240"/>
              <a:gd name="T18" fmla="*/ 57 w 154"/>
              <a:gd name="T19" fmla="*/ 123 h 240"/>
              <a:gd name="T20" fmla="*/ 91 w 154"/>
              <a:gd name="T21" fmla="*/ 95 h 240"/>
              <a:gd name="T22" fmla="*/ 100 w 154"/>
              <a:gd name="T23" fmla="*/ 86 h 240"/>
              <a:gd name="T24" fmla="*/ 107 w 154"/>
              <a:gd name="T25" fmla="*/ 68 h 240"/>
              <a:gd name="T26" fmla="*/ 100 w 154"/>
              <a:gd name="T27" fmla="*/ 47 h 240"/>
              <a:gd name="T28" fmla="*/ 76 w 154"/>
              <a:gd name="T29" fmla="*/ 37 h 240"/>
              <a:gd name="T30" fmla="*/ 51 w 154"/>
              <a:gd name="T31" fmla="*/ 49 h 240"/>
              <a:gd name="T32" fmla="*/ 44 w 154"/>
              <a:gd name="T33" fmla="*/ 73 h 240"/>
              <a:gd name="T34" fmla="*/ 0 w 154"/>
              <a:gd name="T35" fmla="*/ 73 h 240"/>
              <a:gd name="T36" fmla="*/ 30 w 154"/>
              <a:gd name="T37" fmla="*/ 12 h 240"/>
              <a:gd name="T38" fmla="*/ 74 w 154"/>
              <a:gd name="T39" fmla="*/ 0 h 240"/>
              <a:gd name="T40" fmla="*/ 131 w 154"/>
              <a:gd name="T41" fmla="*/ 17 h 240"/>
              <a:gd name="T42" fmla="*/ 154 w 154"/>
              <a:gd name="T43" fmla="*/ 65 h 240"/>
              <a:gd name="T44" fmla="*/ 100 w 154"/>
              <a:gd name="T45" fmla="*/ 213 h 240"/>
              <a:gd name="T46" fmla="*/ 72 w 154"/>
              <a:gd name="T47" fmla="*/ 239 h 240"/>
              <a:gd name="T48" fmla="*/ 45 w 154"/>
              <a:gd name="T49" fmla="*/ 212 h 240"/>
              <a:gd name="T50" fmla="*/ 73 w 154"/>
              <a:gd name="T51" fmla="*/ 185 h 240"/>
              <a:gd name="T52" fmla="*/ 100 w 154"/>
              <a:gd name="T53" fmla="*/ 213 h 2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154" h="240">
                <a:moveTo>
                  <a:pt x="154" y="65"/>
                </a:moveTo>
                <a:cubicBezTo>
                  <a:pt x="154" y="78"/>
                  <a:pt x="149" y="90"/>
                  <a:pt x="143" y="99"/>
                </a:cubicBezTo>
                <a:cubicBezTo>
                  <a:pt x="139" y="104"/>
                  <a:pt x="130" y="111"/>
                  <a:pt x="119" y="119"/>
                </a:cubicBezTo>
                <a:cubicBezTo>
                  <a:pt x="107" y="128"/>
                  <a:pt x="107" y="128"/>
                  <a:pt x="107" y="128"/>
                </a:cubicBezTo>
                <a:cubicBezTo>
                  <a:pt x="102" y="132"/>
                  <a:pt x="96" y="137"/>
                  <a:pt x="94" y="144"/>
                </a:cubicBezTo>
                <a:cubicBezTo>
                  <a:pt x="93" y="147"/>
                  <a:pt x="93" y="150"/>
                  <a:pt x="93" y="155"/>
                </a:cubicBezTo>
                <a:cubicBezTo>
                  <a:pt x="93" y="157"/>
                  <a:pt x="91" y="159"/>
                  <a:pt x="88" y="159"/>
                </a:cubicBezTo>
                <a:cubicBezTo>
                  <a:pt x="85" y="159"/>
                  <a:pt x="58" y="159"/>
                  <a:pt x="54" y="159"/>
                </a:cubicBezTo>
                <a:cubicBezTo>
                  <a:pt x="50" y="159"/>
                  <a:pt x="50" y="157"/>
                  <a:pt x="50" y="155"/>
                </a:cubicBezTo>
                <a:cubicBezTo>
                  <a:pt x="51" y="141"/>
                  <a:pt x="51" y="129"/>
                  <a:pt x="57" y="123"/>
                </a:cubicBezTo>
                <a:cubicBezTo>
                  <a:pt x="68" y="110"/>
                  <a:pt x="91" y="95"/>
                  <a:pt x="91" y="95"/>
                </a:cubicBezTo>
                <a:cubicBezTo>
                  <a:pt x="95" y="92"/>
                  <a:pt x="98" y="90"/>
                  <a:pt x="100" y="86"/>
                </a:cubicBezTo>
                <a:cubicBezTo>
                  <a:pt x="104" y="81"/>
                  <a:pt x="107" y="74"/>
                  <a:pt x="107" y="68"/>
                </a:cubicBezTo>
                <a:cubicBezTo>
                  <a:pt x="107" y="60"/>
                  <a:pt x="105" y="53"/>
                  <a:pt x="100" y="47"/>
                </a:cubicBezTo>
                <a:cubicBezTo>
                  <a:pt x="96" y="40"/>
                  <a:pt x="88" y="37"/>
                  <a:pt x="76" y="37"/>
                </a:cubicBezTo>
                <a:cubicBezTo>
                  <a:pt x="64" y="37"/>
                  <a:pt x="56" y="41"/>
                  <a:pt x="51" y="49"/>
                </a:cubicBezTo>
                <a:cubicBezTo>
                  <a:pt x="46" y="57"/>
                  <a:pt x="44" y="65"/>
                  <a:pt x="44" y="73"/>
                </a:cubicBezTo>
                <a:cubicBezTo>
                  <a:pt x="0" y="73"/>
                  <a:pt x="0" y="73"/>
                  <a:pt x="0" y="73"/>
                </a:cubicBezTo>
                <a:cubicBezTo>
                  <a:pt x="1" y="44"/>
                  <a:pt x="11" y="24"/>
                  <a:pt x="30" y="12"/>
                </a:cubicBezTo>
                <a:cubicBezTo>
                  <a:pt x="42" y="4"/>
                  <a:pt x="57" y="0"/>
                  <a:pt x="74" y="0"/>
                </a:cubicBezTo>
                <a:cubicBezTo>
                  <a:pt x="97" y="0"/>
                  <a:pt x="116" y="6"/>
                  <a:pt x="131" y="17"/>
                </a:cubicBezTo>
                <a:cubicBezTo>
                  <a:pt x="146" y="27"/>
                  <a:pt x="154" y="44"/>
                  <a:pt x="154" y="65"/>
                </a:cubicBezTo>
                <a:close/>
                <a:moveTo>
                  <a:pt x="100" y="213"/>
                </a:moveTo>
                <a:cubicBezTo>
                  <a:pt x="100" y="230"/>
                  <a:pt x="88" y="240"/>
                  <a:pt x="72" y="239"/>
                </a:cubicBezTo>
                <a:cubicBezTo>
                  <a:pt x="57" y="239"/>
                  <a:pt x="45" y="228"/>
                  <a:pt x="45" y="212"/>
                </a:cubicBezTo>
                <a:cubicBezTo>
                  <a:pt x="46" y="195"/>
                  <a:pt x="59" y="185"/>
                  <a:pt x="73" y="185"/>
                </a:cubicBezTo>
                <a:cubicBezTo>
                  <a:pt x="89" y="186"/>
                  <a:pt x="101" y="197"/>
                  <a:pt x="100" y="21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8" name="Freeform 41"/>
          <p:cNvSpPr>
            <a:spLocks/>
          </p:cNvSpPr>
          <p:nvPr/>
        </p:nvSpPr>
        <p:spPr bwMode="auto">
          <a:xfrm>
            <a:off x="8754042" y="2880411"/>
            <a:ext cx="310333" cy="199804"/>
          </a:xfrm>
          <a:custGeom>
            <a:avLst/>
            <a:gdLst>
              <a:gd name="T0" fmla="*/ 266 w 266"/>
              <a:gd name="T1" fmla="*/ 110 h 172"/>
              <a:gd name="T2" fmla="*/ 203 w 266"/>
              <a:gd name="T3" fmla="*/ 172 h 172"/>
              <a:gd name="T4" fmla="*/ 152 w 266"/>
              <a:gd name="T5" fmla="*/ 172 h 172"/>
              <a:gd name="T6" fmla="*/ 152 w 266"/>
              <a:gd name="T7" fmla="*/ 122 h 172"/>
              <a:gd name="T8" fmla="*/ 180 w 266"/>
              <a:gd name="T9" fmla="*/ 122 h 172"/>
              <a:gd name="T10" fmla="*/ 133 w 266"/>
              <a:gd name="T11" fmla="*/ 61 h 172"/>
              <a:gd name="T12" fmla="*/ 87 w 266"/>
              <a:gd name="T13" fmla="*/ 122 h 172"/>
              <a:gd name="T14" fmla="*/ 114 w 266"/>
              <a:gd name="T15" fmla="*/ 122 h 172"/>
              <a:gd name="T16" fmla="*/ 114 w 266"/>
              <a:gd name="T17" fmla="*/ 172 h 172"/>
              <a:gd name="T18" fmla="*/ 49 w 266"/>
              <a:gd name="T19" fmla="*/ 172 h 172"/>
              <a:gd name="T20" fmla="*/ 0 w 266"/>
              <a:gd name="T21" fmla="*/ 125 h 172"/>
              <a:gd name="T22" fmla="*/ 49 w 266"/>
              <a:gd name="T23" fmla="*/ 78 h 172"/>
              <a:gd name="T24" fmla="*/ 54 w 266"/>
              <a:gd name="T25" fmla="*/ 78 h 172"/>
              <a:gd name="T26" fmla="*/ 53 w 266"/>
              <a:gd name="T27" fmla="*/ 69 h 172"/>
              <a:gd name="T28" fmla="*/ 124 w 266"/>
              <a:gd name="T29" fmla="*/ 0 h 172"/>
              <a:gd name="T30" fmla="*/ 192 w 266"/>
              <a:gd name="T31" fmla="*/ 49 h 172"/>
              <a:gd name="T32" fmla="*/ 203 w 266"/>
              <a:gd name="T33" fmla="*/ 48 h 172"/>
              <a:gd name="T34" fmla="*/ 266 w 266"/>
              <a:gd name="T35" fmla="*/ 110 h 1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66" h="172">
                <a:moveTo>
                  <a:pt x="266" y="110"/>
                </a:moveTo>
                <a:cubicBezTo>
                  <a:pt x="266" y="144"/>
                  <a:pt x="238" y="172"/>
                  <a:pt x="203" y="172"/>
                </a:cubicBezTo>
                <a:cubicBezTo>
                  <a:pt x="152" y="172"/>
                  <a:pt x="152" y="172"/>
                  <a:pt x="152" y="172"/>
                </a:cubicBezTo>
                <a:cubicBezTo>
                  <a:pt x="152" y="122"/>
                  <a:pt x="152" y="122"/>
                  <a:pt x="152" y="122"/>
                </a:cubicBezTo>
                <a:cubicBezTo>
                  <a:pt x="180" y="122"/>
                  <a:pt x="180" y="122"/>
                  <a:pt x="180" y="122"/>
                </a:cubicBezTo>
                <a:cubicBezTo>
                  <a:pt x="133" y="61"/>
                  <a:pt x="133" y="61"/>
                  <a:pt x="133" y="61"/>
                </a:cubicBezTo>
                <a:cubicBezTo>
                  <a:pt x="87" y="122"/>
                  <a:pt x="87" y="122"/>
                  <a:pt x="87" y="122"/>
                </a:cubicBezTo>
                <a:cubicBezTo>
                  <a:pt x="114" y="122"/>
                  <a:pt x="114" y="122"/>
                  <a:pt x="114" y="122"/>
                </a:cubicBezTo>
                <a:cubicBezTo>
                  <a:pt x="114" y="172"/>
                  <a:pt x="114" y="172"/>
                  <a:pt x="114" y="172"/>
                </a:cubicBezTo>
                <a:cubicBezTo>
                  <a:pt x="49" y="172"/>
                  <a:pt x="49" y="172"/>
                  <a:pt x="49" y="172"/>
                </a:cubicBezTo>
                <a:cubicBezTo>
                  <a:pt x="22" y="172"/>
                  <a:pt x="0" y="151"/>
                  <a:pt x="0" y="125"/>
                </a:cubicBezTo>
                <a:cubicBezTo>
                  <a:pt x="0" y="99"/>
                  <a:pt x="22" y="78"/>
                  <a:pt x="49" y="78"/>
                </a:cubicBezTo>
                <a:cubicBezTo>
                  <a:pt x="51" y="78"/>
                  <a:pt x="52" y="78"/>
                  <a:pt x="54" y="78"/>
                </a:cubicBezTo>
                <a:cubicBezTo>
                  <a:pt x="54" y="75"/>
                  <a:pt x="53" y="72"/>
                  <a:pt x="53" y="69"/>
                </a:cubicBezTo>
                <a:cubicBezTo>
                  <a:pt x="53" y="31"/>
                  <a:pt x="85" y="0"/>
                  <a:pt x="124" y="0"/>
                </a:cubicBezTo>
                <a:cubicBezTo>
                  <a:pt x="156" y="0"/>
                  <a:pt x="183" y="21"/>
                  <a:pt x="192" y="49"/>
                </a:cubicBezTo>
                <a:cubicBezTo>
                  <a:pt x="195" y="48"/>
                  <a:pt x="199" y="48"/>
                  <a:pt x="203" y="48"/>
                </a:cubicBezTo>
                <a:cubicBezTo>
                  <a:pt x="238" y="48"/>
                  <a:pt x="266" y="76"/>
                  <a:pt x="266" y="11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9" name="Freeform 42"/>
          <p:cNvSpPr>
            <a:spLocks noEditPoints="1"/>
          </p:cNvSpPr>
          <p:nvPr/>
        </p:nvSpPr>
        <p:spPr bwMode="auto">
          <a:xfrm>
            <a:off x="9123892" y="2865531"/>
            <a:ext cx="280576" cy="231688"/>
          </a:xfrm>
          <a:custGeom>
            <a:avLst/>
            <a:gdLst>
              <a:gd name="T0" fmla="*/ 240 w 241"/>
              <a:gd name="T1" fmla="*/ 136 h 199"/>
              <a:gd name="T2" fmla="*/ 231 w 241"/>
              <a:gd name="T3" fmla="*/ 185 h 199"/>
              <a:gd name="T4" fmla="*/ 215 w 241"/>
              <a:gd name="T5" fmla="*/ 199 h 199"/>
              <a:gd name="T6" fmla="*/ 26 w 241"/>
              <a:gd name="T7" fmla="*/ 199 h 199"/>
              <a:gd name="T8" fmla="*/ 10 w 241"/>
              <a:gd name="T9" fmla="*/ 185 h 199"/>
              <a:gd name="T10" fmla="*/ 1 w 241"/>
              <a:gd name="T11" fmla="*/ 136 h 199"/>
              <a:gd name="T12" fmla="*/ 6 w 241"/>
              <a:gd name="T13" fmla="*/ 111 h 199"/>
              <a:gd name="T14" fmla="*/ 47 w 241"/>
              <a:gd name="T15" fmla="*/ 11 h 199"/>
              <a:gd name="T16" fmla="*/ 67 w 241"/>
              <a:gd name="T17" fmla="*/ 0 h 199"/>
              <a:gd name="T18" fmla="*/ 94 w 241"/>
              <a:gd name="T19" fmla="*/ 0 h 199"/>
              <a:gd name="T20" fmla="*/ 89 w 241"/>
              <a:gd name="T21" fmla="*/ 53 h 199"/>
              <a:gd name="T22" fmla="*/ 53 w 241"/>
              <a:gd name="T23" fmla="*/ 53 h 199"/>
              <a:gd name="T24" fmla="*/ 121 w 241"/>
              <a:gd name="T25" fmla="*/ 110 h 199"/>
              <a:gd name="T26" fmla="*/ 188 w 241"/>
              <a:gd name="T27" fmla="*/ 53 h 199"/>
              <a:gd name="T28" fmla="*/ 153 w 241"/>
              <a:gd name="T29" fmla="*/ 53 h 199"/>
              <a:gd name="T30" fmla="*/ 147 w 241"/>
              <a:gd name="T31" fmla="*/ 0 h 199"/>
              <a:gd name="T32" fmla="*/ 175 w 241"/>
              <a:gd name="T33" fmla="*/ 0 h 199"/>
              <a:gd name="T34" fmla="*/ 194 w 241"/>
              <a:gd name="T35" fmla="*/ 11 h 199"/>
              <a:gd name="T36" fmla="*/ 236 w 241"/>
              <a:gd name="T37" fmla="*/ 111 h 199"/>
              <a:gd name="T38" fmla="*/ 240 w 241"/>
              <a:gd name="T39" fmla="*/ 136 h 199"/>
              <a:gd name="T40" fmla="*/ 206 w 241"/>
              <a:gd name="T41" fmla="*/ 134 h 199"/>
              <a:gd name="T42" fmla="*/ 35 w 241"/>
              <a:gd name="T43" fmla="*/ 134 h 199"/>
              <a:gd name="T44" fmla="*/ 24 w 241"/>
              <a:gd name="T45" fmla="*/ 147 h 199"/>
              <a:gd name="T46" fmla="*/ 27 w 241"/>
              <a:gd name="T47" fmla="*/ 166 h 199"/>
              <a:gd name="T48" fmla="*/ 42 w 241"/>
              <a:gd name="T49" fmla="*/ 180 h 199"/>
              <a:gd name="T50" fmla="*/ 199 w 241"/>
              <a:gd name="T51" fmla="*/ 180 h 199"/>
              <a:gd name="T52" fmla="*/ 214 w 241"/>
              <a:gd name="T53" fmla="*/ 166 h 199"/>
              <a:gd name="T54" fmla="*/ 218 w 241"/>
              <a:gd name="T55" fmla="*/ 147 h 199"/>
              <a:gd name="T56" fmla="*/ 206 w 241"/>
              <a:gd name="T57" fmla="*/ 134 h 1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241" h="199">
                <a:moveTo>
                  <a:pt x="240" y="136"/>
                </a:moveTo>
                <a:cubicBezTo>
                  <a:pt x="231" y="185"/>
                  <a:pt x="231" y="185"/>
                  <a:pt x="231" y="185"/>
                </a:cubicBezTo>
                <a:cubicBezTo>
                  <a:pt x="230" y="192"/>
                  <a:pt x="222" y="199"/>
                  <a:pt x="215" y="199"/>
                </a:cubicBezTo>
                <a:cubicBezTo>
                  <a:pt x="26" y="199"/>
                  <a:pt x="26" y="199"/>
                  <a:pt x="26" y="199"/>
                </a:cubicBezTo>
                <a:cubicBezTo>
                  <a:pt x="19" y="199"/>
                  <a:pt x="12" y="192"/>
                  <a:pt x="10" y="185"/>
                </a:cubicBezTo>
                <a:cubicBezTo>
                  <a:pt x="1" y="136"/>
                  <a:pt x="1" y="136"/>
                  <a:pt x="1" y="136"/>
                </a:cubicBezTo>
                <a:cubicBezTo>
                  <a:pt x="0" y="129"/>
                  <a:pt x="2" y="117"/>
                  <a:pt x="6" y="111"/>
                </a:cubicBezTo>
                <a:cubicBezTo>
                  <a:pt x="47" y="11"/>
                  <a:pt x="47" y="11"/>
                  <a:pt x="47" y="11"/>
                </a:cubicBezTo>
                <a:cubicBezTo>
                  <a:pt x="50" y="5"/>
                  <a:pt x="59" y="0"/>
                  <a:pt x="67" y="0"/>
                </a:cubicBezTo>
                <a:cubicBezTo>
                  <a:pt x="94" y="0"/>
                  <a:pt x="94" y="0"/>
                  <a:pt x="94" y="0"/>
                </a:cubicBezTo>
                <a:cubicBezTo>
                  <a:pt x="89" y="53"/>
                  <a:pt x="89" y="53"/>
                  <a:pt x="89" y="53"/>
                </a:cubicBezTo>
                <a:cubicBezTo>
                  <a:pt x="53" y="53"/>
                  <a:pt x="53" y="53"/>
                  <a:pt x="53" y="53"/>
                </a:cubicBezTo>
                <a:cubicBezTo>
                  <a:pt x="121" y="110"/>
                  <a:pt x="121" y="110"/>
                  <a:pt x="121" y="110"/>
                </a:cubicBezTo>
                <a:cubicBezTo>
                  <a:pt x="188" y="53"/>
                  <a:pt x="188" y="53"/>
                  <a:pt x="188" y="53"/>
                </a:cubicBezTo>
                <a:cubicBezTo>
                  <a:pt x="153" y="53"/>
                  <a:pt x="153" y="53"/>
                  <a:pt x="153" y="53"/>
                </a:cubicBezTo>
                <a:cubicBezTo>
                  <a:pt x="147" y="0"/>
                  <a:pt x="147" y="0"/>
                  <a:pt x="147" y="0"/>
                </a:cubicBezTo>
                <a:cubicBezTo>
                  <a:pt x="175" y="0"/>
                  <a:pt x="175" y="0"/>
                  <a:pt x="175" y="0"/>
                </a:cubicBezTo>
                <a:cubicBezTo>
                  <a:pt x="182" y="0"/>
                  <a:pt x="191" y="5"/>
                  <a:pt x="194" y="11"/>
                </a:cubicBezTo>
                <a:cubicBezTo>
                  <a:pt x="236" y="111"/>
                  <a:pt x="236" y="111"/>
                  <a:pt x="236" y="111"/>
                </a:cubicBezTo>
                <a:cubicBezTo>
                  <a:pt x="239" y="117"/>
                  <a:pt x="241" y="129"/>
                  <a:pt x="240" y="136"/>
                </a:cubicBezTo>
                <a:close/>
                <a:moveTo>
                  <a:pt x="206" y="134"/>
                </a:moveTo>
                <a:cubicBezTo>
                  <a:pt x="35" y="134"/>
                  <a:pt x="35" y="134"/>
                  <a:pt x="35" y="134"/>
                </a:cubicBezTo>
                <a:cubicBezTo>
                  <a:pt x="27" y="134"/>
                  <a:pt x="23" y="140"/>
                  <a:pt x="24" y="147"/>
                </a:cubicBezTo>
                <a:cubicBezTo>
                  <a:pt x="27" y="166"/>
                  <a:pt x="27" y="166"/>
                  <a:pt x="27" y="166"/>
                </a:cubicBezTo>
                <a:cubicBezTo>
                  <a:pt x="28" y="174"/>
                  <a:pt x="35" y="180"/>
                  <a:pt x="42" y="180"/>
                </a:cubicBezTo>
                <a:cubicBezTo>
                  <a:pt x="199" y="180"/>
                  <a:pt x="199" y="180"/>
                  <a:pt x="199" y="180"/>
                </a:cubicBezTo>
                <a:cubicBezTo>
                  <a:pt x="206" y="180"/>
                  <a:pt x="213" y="174"/>
                  <a:pt x="214" y="166"/>
                </a:cubicBezTo>
                <a:cubicBezTo>
                  <a:pt x="218" y="147"/>
                  <a:pt x="218" y="147"/>
                  <a:pt x="218" y="147"/>
                </a:cubicBezTo>
                <a:cubicBezTo>
                  <a:pt x="219" y="140"/>
                  <a:pt x="214" y="134"/>
                  <a:pt x="206" y="13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40" name="Freeform 43"/>
          <p:cNvSpPr>
            <a:spLocks noEditPoints="1"/>
          </p:cNvSpPr>
          <p:nvPr/>
        </p:nvSpPr>
        <p:spPr bwMode="auto">
          <a:xfrm>
            <a:off x="9466110" y="2848527"/>
            <a:ext cx="295455" cy="261447"/>
          </a:xfrm>
          <a:custGeom>
            <a:avLst/>
            <a:gdLst>
              <a:gd name="T0" fmla="*/ 253 w 255"/>
              <a:gd name="T1" fmla="*/ 221 h 225"/>
              <a:gd name="T2" fmla="*/ 245 w 255"/>
              <a:gd name="T3" fmla="*/ 225 h 225"/>
              <a:gd name="T4" fmla="*/ 9 w 255"/>
              <a:gd name="T5" fmla="*/ 225 h 225"/>
              <a:gd name="T6" fmla="*/ 1 w 255"/>
              <a:gd name="T7" fmla="*/ 221 h 225"/>
              <a:gd name="T8" fmla="*/ 1 w 255"/>
              <a:gd name="T9" fmla="*/ 212 h 225"/>
              <a:gd name="T10" fmla="*/ 119 w 255"/>
              <a:gd name="T11" fmla="*/ 5 h 225"/>
              <a:gd name="T12" fmla="*/ 127 w 255"/>
              <a:gd name="T13" fmla="*/ 0 h 225"/>
              <a:gd name="T14" fmla="*/ 135 w 255"/>
              <a:gd name="T15" fmla="*/ 5 h 225"/>
              <a:gd name="T16" fmla="*/ 253 w 255"/>
              <a:gd name="T17" fmla="*/ 212 h 225"/>
              <a:gd name="T18" fmla="*/ 253 w 255"/>
              <a:gd name="T19" fmla="*/ 221 h 225"/>
              <a:gd name="T20" fmla="*/ 143 w 255"/>
              <a:gd name="T21" fmla="*/ 73 h 225"/>
              <a:gd name="T22" fmla="*/ 111 w 255"/>
              <a:gd name="T23" fmla="*/ 73 h 225"/>
              <a:gd name="T24" fmla="*/ 111 w 255"/>
              <a:gd name="T25" fmla="*/ 152 h 225"/>
              <a:gd name="T26" fmla="*/ 143 w 255"/>
              <a:gd name="T27" fmla="*/ 152 h 225"/>
              <a:gd name="T28" fmla="*/ 143 w 255"/>
              <a:gd name="T29" fmla="*/ 73 h 225"/>
              <a:gd name="T30" fmla="*/ 143 w 255"/>
              <a:gd name="T31" fmla="*/ 172 h 225"/>
              <a:gd name="T32" fmla="*/ 111 w 255"/>
              <a:gd name="T33" fmla="*/ 172 h 225"/>
              <a:gd name="T34" fmla="*/ 111 w 255"/>
              <a:gd name="T35" fmla="*/ 199 h 225"/>
              <a:gd name="T36" fmla="*/ 143 w 255"/>
              <a:gd name="T37" fmla="*/ 199 h 225"/>
              <a:gd name="T38" fmla="*/ 143 w 255"/>
              <a:gd name="T39" fmla="*/ 172 h 2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255" h="225">
                <a:moveTo>
                  <a:pt x="253" y="221"/>
                </a:moveTo>
                <a:cubicBezTo>
                  <a:pt x="252" y="224"/>
                  <a:pt x="249" y="225"/>
                  <a:pt x="245" y="225"/>
                </a:cubicBezTo>
                <a:cubicBezTo>
                  <a:pt x="9" y="225"/>
                  <a:pt x="9" y="225"/>
                  <a:pt x="9" y="225"/>
                </a:cubicBezTo>
                <a:cubicBezTo>
                  <a:pt x="6" y="225"/>
                  <a:pt x="3" y="224"/>
                  <a:pt x="1" y="221"/>
                </a:cubicBezTo>
                <a:cubicBezTo>
                  <a:pt x="0" y="218"/>
                  <a:pt x="0" y="215"/>
                  <a:pt x="1" y="212"/>
                </a:cubicBezTo>
                <a:cubicBezTo>
                  <a:pt x="119" y="5"/>
                  <a:pt x="119" y="5"/>
                  <a:pt x="119" y="5"/>
                </a:cubicBezTo>
                <a:cubicBezTo>
                  <a:pt x="121" y="1"/>
                  <a:pt x="124" y="0"/>
                  <a:pt x="127" y="0"/>
                </a:cubicBezTo>
                <a:cubicBezTo>
                  <a:pt x="131" y="0"/>
                  <a:pt x="134" y="1"/>
                  <a:pt x="135" y="5"/>
                </a:cubicBezTo>
                <a:cubicBezTo>
                  <a:pt x="253" y="212"/>
                  <a:pt x="253" y="212"/>
                  <a:pt x="253" y="212"/>
                </a:cubicBezTo>
                <a:cubicBezTo>
                  <a:pt x="255" y="215"/>
                  <a:pt x="255" y="218"/>
                  <a:pt x="253" y="221"/>
                </a:cubicBezTo>
                <a:close/>
                <a:moveTo>
                  <a:pt x="143" y="73"/>
                </a:moveTo>
                <a:cubicBezTo>
                  <a:pt x="111" y="73"/>
                  <a:pt x="111" y="73"/>
                  <a:pt x="111" y="73"/>
                </a:cubicBezTo>
                <a:cubicBezTo>
                  <a:pt x="111" y="152"/>
                  <a:pt x="111" y="152"/>
                  <a:pt x="111" y="152"/>
                </a:cubicBezTo>
                <a:cubicBezTo>
                  <a:pt x="143" y="152"/>
                  <a:pt x="143" y="152"/>
                  <a:pt x="143" y="152"/>
                </a:cubicBezTo>
                <a:lnTo>
                  <a:pt x="143" y="73"/>
                </a:lnTo>
                <a:close/>
                <a:moveTo>
                  <a:pt x="143" y="172"/>
                </a:moveTo>
                <a:cubicBezTo>
                  <a:pt x="111" y="172"/>
                  <a:pt x="111" y="172"/>
                  <a:pt x="111" y="172"/>
                </a:cubicBezTo>
                <a:cubicBezTo>
                  <a:pt x="111" y="199"/>
                  <a:pt x="111" y="199"/>
                  <a:pt x="111" y="199"/>
                </a:cubicBezTo>
                <a:cubicBezTo>
                  <a:pt x="143" y="199"/>
                  <a:pt x="143" y="199"/>
                  <a:pt x="143" y="199"/>
                </a:cubicBezTo>
                <a:lnTo>
                  <a:pt x="143" y="17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41" name="Freeform 44"/>
          <p:cNvSpPr>
            <a:spLocks noEditPoints="1"/>
          </p:cNvSpPr>
          <p:nvPr/>
        </p:nvSpPr>
        <p:spPr bwMode="auto">
          <a:xfrm>
            <a:off x="9821080" y="2848527"/>
            <a:ext cx="312461" cy="261447"/>
          </a:xfrm>
          <a:custGeom>
            <a:avLst/>
            <a:gdLst>
              <a:gd name="T0" fmla="*/ 267 w 268"/>
              <a:gd name="T1" fmla="*/ 172 h 225"/>
              <a:gd name="T2" fmla="*/ 259 w 268"/>
              <a:gd name="T3" fmla="*/ 213 h 225"/>
              <a:gd name="T4" fmla="*/ 243 w 268"/>
              <a:gd name="T5" fmla="*/ 225 h 225"/>
              <a:gd name="T6" fmla="*/ 26 w 268"/>
              <a:gd name="T7" fmla="*/ 225 h 225"/>
              <a:gd name="T8" fmla="*/ 9 w 268"/>
              <a:gd name="T9" fmla="*/ 213 h 225"/>
              <a:gd name="T10" fmla="*/ 2 w 268"/>
              <a:gd name="T11" fmla="*/ 172 h 225"/>
              <a:gd name="T12" fmla="*/ 10 w 268"/>
              <a:gd name="T13" fmla="*/ 153 h 225"/>
              <a:gd name="T14" fmla="*/ 53 w 268"/>
              <a:gd name="T15" fmla="*/ 125 h 225"/>
              <a:gd name="T16" fmla="*/ 79 w 268"/>
              <a:gd name="T17" fmla="*/ 125 h 225"/>
              <a:gd name="T18" fmla="*/ 33 w 268"/>
              <a:gd name="T19" fmla="*/ 160 h 225"/>
              <a:gd name="T20" fmla="*/ 80 w 268"/>
              <a:gd name="T21" fmla="*/ 160 h 225"/>
              <a:gd name="T22" fmla="*/ 83 w 268"/>
              <a:gd name="T23" fmla="*/ 161 h 225"/>
              <a:gd name="T24" fmla="*/ 95 w 268"/>
              <a:gd name="T25" fmla="*/ 191 h 225"/>
              <a:gd name="T26" fmla="*/ 174 w 268"/>
              <a:gd name="T27" fmla="*/ 191 h 225"/>
              <a:gd name="T28" fmla="*/ 185 w 268"/>
              <a:gd name="T29" fmla="*/ 161 h 225"/>
              <a:gd name="T30" fmla="*/ 188 w 268"/>
              <a:gd name="T31" fmla="*/ 160 h 225"/>
              <a:gd name="T32" fmla="*/ 235 w 268"/>
              <a:gd name="T33" fmla="*/ 160 h 225"/>
              <a:gd name="T34" fmla="*/ 190 w 268"/>
              <a:gd name="T35" fmla="*/ 125 h 225"/>
              <a:gd name="T36" fmla="*/ 216 w 268"/>
              <a:gd name="T37" fmla="*/ 125 h 225"/>
              <a:gd name="T38" fmla="*/ 258 w 268"/>
              <a:gd name="T39" fmla="*/ 153 h 225"/>
              <a:gd name="T40" fmla="*/ 267 w 268"/>
              <a:gd name="T41" fmla="*/ 172 h 225"/>
              <a:gd name="T42" fmla="*/ 206 w 268"/>
              <a:gd name="T43" fmla="*/ 67 h 225"/>
              <a:gd name="T44" fmla="*/ 166 w 268"/>
              <a:gd name="T45" fmla="*/ 67 h 225"/>
              <a:gd name="T46" fmla="*/ 166 w 268"/>
              <a:gd name="T47" fmla="*/ 133 h 225"/>
              <a:gd name="T48" fmla="*/ 102 w 268"/>
              <a:gd name="T49" fmla="*/ 133 h 225"/>
              <a:gd name="T50" fmla="*/ 102 w 268"/>
              <a:gd name="T51" fmla="*/ 67 h 225"/>
              <a:gd name="T52" fmla="*/ 63 w 268"/>
              <a:gd name="T53" fmla="*/ 67 h 225"/>
              <a:gd name="T54" fmla="*/ 134 w 268"/>
              <a:gd name="T55" fmla="*/ 0 h 225"/>
              <a:gd name="T56" fmla="*/ 206 w 268"/>
              <a:gd name="T57" fmla="*/ 67 h 2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268" h="225">
                <a:moveTo>
                  <a:pt x="267" y="172"/>
                </a:moveTo>
                <a:cubicBezTo>
                  <a:pt x="259" y="213"/>
                  <a:pt x="259" y="213"/>
                  <a:pt x="259" y="213"/>
                </a:cubicBezTo>
                <a:cubicBezTo>
                  <a:pt x="258" y="220"/>
                  <a:pt x="250" y="225"/>
                  <a:pt x="243" y="225"/>
                </a:cubicBezTo>
                <a:cubicBezTo>
                  <a:pt x="26" y="225"/>
                  <a:pt x="26" y="225"/>
                  <a:pt x="26" y="225"/>
                </a:cubicBezTo>
                <a:cubicBezTo>
                  <a:pt x="19" y="225"/>
                  <a:pt x="11" y="220"/>
                  <a:pt x="9" y="213"/>
                </a:cubicBezTo>
                <a:cubicBezTo>
                  <a:pt x="2" y="172"/>
                  <a:pt x="2" y="172"/>
                  <a:pt x="2" y="172"/>
                </a:cubicBezTo>
                <a:cubicBezTo>
                  <a:pt x="0" y="165"/>
                  <a:pt x="4" y="157"/>
                  <a:pt x="10" y="153"/>
                </a:cubicBezTo>
                <a:cubicBezTo>
                  <a:pt x="53" y="125"/>
                  <a:pt x="53" y="125"/>
                  <a:pt x="53" y="125"/>
                </a:cubicBezTo>
                <a:cubicBezTo>
                  <a:pt x="79" y="125"/>
                  <a:pt x="79" y="125"/>
                  <a:pt x="79" y="125"/>
                </a:cubicBezTo>
                <a:cubicBezTo>
                  <a:pt x="33" y="160"/>
                  <a:pt x="33" y="160"/>
                  <a:pt x="33" y="160"/>
                </a:cubicBezTo>
                <a:cubicBezTo>
                  <a:pt x="80" y="160"/>
                  <a:pt x="80" y="160"/>
                  <a:pt x="80" y="160"/>
                </a:cubicBezTo>
                <a:cubicBezTo>
                  <a:pt x="82" y="160"/>
                  <a:pt x="83" y="160"/>
                  <a:pt x="83" y="161"/>
                </a:cubicBezTo>
                <a:cubicBezTo>
                  <a:pt x="95" y="191"/>
                  <a:pt x="95" y="191"/>
                  <a:pt x="95" y="191"/>
                </a:cubicBezTo>
                <a:cubicBezTo>
                  <a:pt x="174" y="191"/>
                  <a:pt x="174" y="191"/>
                  <a:pt x="174" y="191"/>
                </a:cubicBezTo>
                <a:cubicBezTo>
                  <a:pt x="185" y="161"/>
                  <a:pt x="185" y="161"/>
                  <a:pt x="185" y="161"/>
                </a:cubicBezTo>
                <a:cubicBezTo>
                  <a:pt x="185" y="160"/>
                  <a:pt x="186" y="160"/>
                  <a:pt x="188" y="160"/>
                </a:cubicBezTo>
                <a:cubicBezTo>
                  <a:pt x="235" y="160"/>
                  <a:pt x="235" y="160"/>
                  <a:pt x="235" y="160"/>
                </a:cubicBezTo>
                <a:cubicBezTo>
                  <a:pt x="190" y="125"/>
                  <a:pt x="190" y="125"/>
                  <a:pt x="190" y="125"/>
                </a:cubicBezTo>
                <a:cubicBezTo>
                  <a:pt x="216" y="125"/>
                  <a:pt x="216" y="125"/>
                  <a:pt x="216" y="125"/>
                </a:cubicBezTo>
                <a:cubicBezTo>
                  <a:pt x="258" y="153"/>
                  <a:pt x="258" y="153"/>
                  <a:pt x="258" y="153"/>
                </a:cubicBezTo>
                <a:cubicBezTo>
                  <a:pt x="264" y="157"/>
                  <a:pt x="268" y="165"/>
                  <a:pt x="267" y="172"/>
                </a:cubicBezTo>
                <a:close/>
                <a:moveTo>
                  <a:pt x="206" y="67"/>
                </a:moveTo>
                <a:cubicBezTo>
                  <a:pt x="166" y="67"/>
                  <a:pt x="166" y="67"/>
                  <a:pt x="166" y="67"/>
                </a:cubicBezTo>
                <a:cubicBezTo>
                  <a:pt x="166" y="133"/>
                  <a:pt x="166" y="133"/>
                  <a:pt x="166" y="133"/>
                </a:cubicBezTo>
                <a:cubicBezTo>
                  <a:pt x="102" y="133"/>
                  <a:pt x="102" y="133"/>
                  <a:pt x="102" y="133"/>
                </a:cubicBezTo>
                <a:cubicBezTo>
                  <a:pt x="102" y="67"/>
                  <a:pt x="102" y="67"/>
                  <a:pt x="102" y="67"/>
                </a:cubicBezTo>
                <a:cubicBezTo>
                  <a:pt x="63" y="67"/>
                  <a:pt x="63" y="67"/>
                  <a:pt x="63" y="67"/>
                </a:cubicBezTo>
                <a:cubicBezTo>
                  <a:pt x="134" y="0"/>
                  <a:pt x="134" y="0"/>
                  <a:pt x="134" y="0"/>
                </a:cubicBezTo>
                <a:lnTo>
                  <a:pt x="206" y="6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42" name="Freeform 45"/>
          <p:cNvSpPr>
            <a:spLocks noEditPoints="1"/>
          </p:cNvSpPr>
          <p:nvPr/>
        </p:nvSpPr>
        <p:spPr bwMode="auto">
          <a:xfrm>
            <a:off x="10193057" y="2837901"/>
            <a:ext cx="286953" cy="284828"/>
          </a:xfrm>
          <a:custGeom>
            <a:avLst/>
            <a:gdLst>
              <a:gd name="T0" fmla="*/ 245 w 246"/>
              <a:gd name="T1" fmla="*/ 121 h 246"/>
              <a:gd name="T2" fmla="*/ 124 w 246"/>
              <a:gd name="T3" fmla="*/ 245 h 246"/>
              <a:gd name="T4" fmla="*/ 1 w 246"/>
              <a:gd name="T5" fmla="*/ 124 h 246"/>
              <a:gd name="T6" fmla="*/ 121 w 246"/>
              <a:gd name="T7" fmla="*/ 1 h 246"/>
              <a:gd name="T8" fmla="*/ 245 w 246"/>
              <a:gd name="T9" fmla="*/ 121 h 246"/>
              <a:gd name="T10" fmla="*/ 171 w 246"/>
              <a:gd name="T11" fmla="*/ 89 h 246"/>
              <a:gd name="T12" fmla="*/ 157 w 246"/>
              <a:gd name="T13" fmla="*/ 59 h 246"/>
              <a:gd name="T14" fmla="*/ 121 w 246"/>
              <a:gd name="T15" fmla="*/ 49 h 246"/>
              <a:gd name="T16" fmla="*/ 94 w 246"/>
              <a:gd name="T17" fmla="*/ 56 h 246"/>
              <a:gd name="T18" fmla="*/ 75 w 246"/>
              <a:gd name="T19" fmla="*/ 94 h 246"/>
              <a:gd name="T20" fmla="*/ 75 w 246"/>
              <a:gd name="T21" fmla="*/ 96 h 246"/>
              <a:gd name="T22" fmla="*/ 104 w 246"/>
              <a:gd name="T23" fmla="*/ 96 h 246"/>
              <a:gd name="T24" fmla="*/ 104 w 246"/>
              <a:gd name="T25" fmla="*/ 94 h 246"/>
              <a:gd name="T26" fmla="*/ 109 w 246"/>
              <a:gd name="T27" fmla="*/ 80 h 246"/>
              <a:gd name="T28" fmla="*/ 122 w 246"/>
              <a:gd name="T29" fmla="*/ 74 h 246"/>
              <a:gd name="T30" fmla="*/ 137 w 246"/>
              <a:gd name="T31" fmla="*/ 79 h 246"/>
              <a:gd name="T32" fmla="*/ 140 w 246"/>
              <a:gd name="T33" fmla="*/ 91 h 246"/>
              <a:gd name="T34" fmla="*/ 136 w 246"/>
              <a:gd name="T35" fmla="*/ 102 h 246"/>
              <a:gd name="T36" fmla="*/ 131 w 246"/>
              <a:gd name="T37" fmla="*/ 106 h 246"/>
              <a:gd name="T38" fmla="*/ 110 w 246"/>
              <a:gd name="T39" fmla="*/ 124 h 246"/>
              <a:gd name="T40" fmla="*/ 105 w 246"/>
              <a:gd name="T41" fmla="*/ 144 h 246"/>
              <a:gd name="T42" fmla="*/ 105 w 246"/>
              <a:gd name="T43" fmla="*/ 147 h 246"/>
              <a:gd name="T44" fmla="*/ 134 w 246"/>
              <a:gd name="T45" fmla="*/ 147 h 246"/>
              <a:gd name="T46" fmla="*/ 134 w 246"/>
              <a:gd name="T47" fmla="*/ 146 h 246"/>
              <a:gd name="T48" fmla="*/ 135 w 246"/>
              <a:gd name="T49" fmla="*/ 138 h 246"/>
              <a:gd name="T50" fmla="*/ 143 w 246"/>
              <a:gd name="T51" fmla="*/ 129 h 246"/>
              <a:gd name="T52" fmla="*/ 150 w 246"/>
              <a:gd name="T53" fmla="*/ 123 h 246"/>
              <a:gd name="T54" fmla="*/ 164 w 246"/>
              <a:gd name="T55" fmla="*/ 111 h 246"/>
              <a:gd name="T56" fmla="*/ 171 w 246"/>
              <a:gd name="T57" fmla="*/ 89 h 246"/>
              <a:gd name="T58" fmla="*/ 139 w 246"/>
              <a:gd name="T59" fmla="*/ 180 h 246"/>
              <a:gd name="T60" fmla="*/ 121 w 246"/>
              <a:gd name="T61" fmla="*/ 162 h 246"/>
              <a:gd name="T62" fmla="*/ 120 w 246"/>
              <a:gd name="T63" fmla="*/ 162 h 246"/>
              <a:gd name="T64" fmla="*/ 103 w 246"/>
              <a:gd name="T65" fmla="*/ 179 h 246"/>
              <a:gd name="T66" fmla="*/ 120 w 246"/>
              <a:gd name="T67" fmla="*/ 197 h 246"/>
              <a:gd name="T68" fmla="*/ 121 w 246"/>
              <a:gd name="T69" fmla="*/ 197 h 246"/>
              <a:gd name="T70" fmla="*/ 139 w 246"/>
              <a:gd name="T71" fmla="*/ 180 h 2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246" h="246">
                <a:moveTo>
                  <a:pt x="245" y="121"/>
                </a:moveTo>
                <a:cubicBezTo>
                  <a:pt x="246" y="189"/>
                  <a:pt x="192" y="244"/>
                  <a:pt x="124" y="245"/>
                </a:cubicBezTo>
                <a:cubicBezTo>
                  <a:pt x="57" y="246"/>
                  <a:pt x="1" y="192"/>
                  <a:pt x="1" y="124"/>
                </a:cubicBezTo>
                <a:cubicBezTo>
                  <a:pt x="0" y="57"/>
                  <a:pt x="53" y="2"/>
                  <a:pt x="121" y="1"/>
                </a:cubicBezTo>
                <a:cubicBezTo>
                  <a:pt x="188" y="0"/>
                  <a:pt x="244" y="54"/>
                  <a:pt x="245" y="121"/>
                </a:cubicBezTo>
                <a:close/>
                <a:moveTo>
                  <a:pt x="171" y="89"/>
                </a:moveTo>
                <a:cubicBezTo>
                  <a:pt x="171" y="76"/>
                  <a:pt x="166" y="66"/>
                  <a:pt x="157" y="59"/>
                </a:cubicBezTo>
                <a:cubicBezTo>
                  <a:pt x="148" y="52"/>
                  <a:pt x="136" y="49"/>
                  <a:pt x="121" y="49"/>
                </a:cubicBezTo>
                <a:cubicBezTo>
                  <a:pt x="111" y="49"/>
                  <a:pt x="101" y="51"/>
                  <a:pt x="94" y="56"/>
                </a:cubicBezTo>
                <a:cubicBezTo>
                  <a:pt x="82" y="63"/>
                  <a:pt x="76" y="76"/>
                  <a:pt x="75" y="94"/>
                </a:cubicBezTo>
                <a:cubicBezTo>
                  <a:pt x="75" y="96"/>
                  <a:pt x="75" y="96"/>
                  <a:pt x="75" y="96"/>
                </a:cubicBezTo>
                <a:cubicBezTo>
                  <a:pt x="104" y="96"/>
                  <a:pt x="104" y="96"/>
                  <a:pt x="104" y="96"/>
                </a:cubicBezTo>
                <a:cubicBezTo>
                  <a:pt x="104" y="94"/>
                  <a:pt x="104" y="94"/>
                  <a:pt x="104" y="94"/>
                </a:cubicBezTo>
                <a:cubicBezTo>
                  <a:pt x="104" y="89"/>
                  <a:pt x="105" y="85"/>
                  <a:pt x="109" y="80"/>
                </a:cubicBezTo>
                <a:cubicBezTo>
                  <a:pt x="111" y="76"/>
                  <a:pt x="116" y="74"/>
                  <a:pt x="122" y="74"/>
                </a:cubicBezTo>
                <a:cubicBezTo>
                  <a:pt x="129" y="74"/>
                  <a:pt x="134" y="75"/>
                  <a:pt x="137" y="79"/>
                </a:cubicBezTo>
                <a:cubicBezTo>
                  <a:pt x="139" y="83"/>
                  <a:pt x="140" y="87"/>
                  <a:pt x="140" y="91"/>
                </a:cubicBezTo>
                <a:cubicBezTo>
                  <a:pt x="140" y="94"/>
                  <a:pt x="139" y="97"/>
                  <a:pt x="136" y="102"/>
                </a:cubicBezTo>
                <a:cubicBezTo>
                  <a:pt x="135" y="103"/>
                  <a:pt x="134" y="105"/>
                  <a:pt x="131" y="106"/>
                </a:cubicBezTo>
                <a:cubicBezTo>
                  <a:pt x="131" y="107"/>
                  <a:pt x="117" y="116"/>
                  <a:pt x="110" y="124"/>
                </a:cubicBezTo>
                <a:cubicBezTo>
                  <a:pt x="106" y="129"/>
                  <a:pt x="106" y="135"/>
                  <a:pt x="105" y="144"/>
                </a:cubicBezTo>
                <a:cubicBezTo>
                  <a:pt x="105" y="147"/>
                  <a:pt x="105" y="147"/>
                  <a:pt x="105" y="147"/>
                </a:cubicBezTo>
                <a:cubicBezTo>
                  <a:pt x="134" y="147"/>
                  <a:pt x="134" y="147"/>
                  <a:pt x="134" y="147"/>
                </a:cubicBezTo>
                <a:cubicBezTo>
                  <a:pt x="134" y="146"/>
                  <a:pt x="134" y="146"/>
                  <a:pt x="134" y="146"/>
                </a:cubicBezTo>
                <a:cubicBezTo>
                  <a:pt x="134" y="141"/>
                  <a:pt x="134" y="140"/>
                  <a:pt x="135" y="138"/>
                </a:cubicBezTo>
                <a:cubicBezTo>
                  <a:pt x="136" y="135"/>
                  <a:pt x="138" y="132"/>
                  <a:pt x="143" y="129"/>
                </a:cubicBezTo>
                <a:cubicBezTo>
                  <a:pt x="150" y="123"/>
                  <a:pt x="150" y="123"/>
                  <a:pt x="150" y="123"/>
                </a:cubicBezTo>
                <a:cubicBezTo>
                  <a:pt x="156" y="118"/>
                  <a:pt x="162" y="114"/>
                  <a:pt x="164" y="111"/>
                </a:cubicBezTo>
                <a:cubicBezTo>
                  <a:pt x="169" y="104"/>
                  <a:pt x="171" y="97"/>
                  <a:pt x="171" y="89"/>
                </a:cubicBezTo>
                <a:close/>
                <a:moveTo>
                  <a:pt x="139" y="180"/>
                </a:moveTo>
                <a:cubicBezTo>
                  <a:pt x="139" y="170"/>
                  <a:pt x="132" y="162"/>
                  <a:pt x="121" y="162"/>
                </a:cubicBezTo>
                <a:cubicBezTo>
                  <a:pt x="120" y="162"/>
                  <a:pt x="120" y="162"/>
                  <a:pt x="120" y="162"/>
                </a:cubicBezTo>
                <a:cubicBezTo>
                  <a:pt x="110" y="162"/>
                  <a:pt x="103" y="169"/>
                  <a:pt x="103" y="179"/>
                </a:cubicBezTo>
                <a:cubicBezTo>
                  <a:pt x="102" y="189"/>
                  <a:pt x="110" y="197"/>
                  <a:pt x="120" y="197"/>
                </a:cubicBezTo>
                <a:cubicBezTo>
                  <a:pt x="121" y="197"/>
                  <a:pt x="121" y="197"/>
                  <a:pt x="121" y="197"/>
                </a:cubicBezTo>
                <a:cubicBezTo>
                  <a:pt x="131" y="197"/>
                  <a:pt x="138" y="190"/>
                  <a:pt x="139" y="18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43" name="Freeform 46"/>
          <p:cNvSpPr>
            <a:spLocks noEditPoints="1"/>
          </p:cNvSpPr>
          <p:nvPr/>
        </p:nvSpPr>
        <p:spPr bwMode="auto">
          <a:xfrm>
            <a:off x="10541650" y="2840024"/>
            <a:ext cx="214684" cy="278451"/>
          </a:xfrm>
          <a:custGeom>
            <a:avLst/>
            <a:gdLst>
              <a:gd name="T0" fmla="*/ 186 w 186"/>
              <a:gd name="T1" fmla="*/ 67 h 239"/>
              <a:gd name="T2" fmla="*/ 186 w 186"/>
              <a:gd name="T3" fmla="*/ 226 h 239"/>
              <a:gd name="T4" fmla="*/ 172 w 186"/>
              <a:gd name="T5" fmla="*/ 239 h 239"/>
              <a:gd name="T6" fmla="*/ 66 w 186"/>
              <a:gd name="T7" fmla="*/ 239 h 239"/>
              <a:gd name="T8" fmla="*/ 53 w 186"/>
              <a:gd name="T9" fmla="*/ 226 h 239"/>
              <a:gd name="T10" fmla="*/ 53 w 186"/>
              <a:gd name="T11" fmla="*/ 186 h 239"/>
              <a:gd name="T12" fmla="*/ 13 w 186"/>
              <a:gd name="T13" fmla="*/ 186 h 239"/>
              <a:gd name="T14" fmla="*/ 0 w 186"/>
              <a:gd name="T15" fmla="*/ 173 h 239"/>
              <a:gd name="T16" fmla="*/ 0 w 186"/>
              <a:gd name="T17" fmla="*/ 14 h 239"/>
              <a:gd name="T18" fmla="*/ 13 w 186"/>
              <a:gd name="T19" fmla="*/ 0 h 239"/>
              <a:gd name="T20" fmla="*/ 119 w 186"/>
              <a:gd name="T21" fmla="*/ 0 h 239"/>
              <a:gd name="T22" fmla="*/ 132 w 186"/>
              <a:gd name="T23" fmla="*/ 14 h 239"/>
              <a:gd name="T24" fmla="*/ 132 w 186"/>
              <a:gd name="T25" fmla="*/ 54 h 239"/>
              <a:gd name="T26" fmla="*/ 172 w 186"/>
              <a:gd name="T27" fmla="*/ 54 h 239"/>
              <a:gd name="T28" fmla="*/ 186 w 186"/>
              <a:gd name="T29" fmla="*/ 67 h 239"/>
              <a:gd name="T30" fmla="*/ 53 w 186"/>
              <a:gd name="T31" fmla="*/ 160 h 239"/>
              <a:gd name="T32" fmla="*/ 53 w 186"/>
              <a:gd name="T33" fmla="*/ 67 h 239"/>
              <a:gd name="T34" fmla="*/ 66 w 186"/>
              <a:gd name="T35" fmla="*/ 54 h 239"/>
              <a:gd name="T36" fmla="*/ 106 w 186"/>
              <a:gd name="T37" fmla="*/ 54 h 239"/>
              <a:gd name="T38" fmla="*/ 106 w 186"/>
              <a:gd name="T39" fmla="*/ 27 h 239"/>
              <a:gd name="T40" fmla="*/ 26 w 186"/>
              <a:gd name="T41" fmla="*/ 27 h 239"/>
              <a:gd name="T42" fmla="*/ 26 w 186"/>
              <a:gd name="T43" fmla="*/ 160 h 239"/>
              <a:gd name="T44" fmla="*/ 53 w 186"/>
              <a:gd name="T45" fmla="*/ 160 h 239"/>
              <a:gd name="T46" fmla="*/ 159 w 186"/>
              <a:gd name="T47" fmla="*/ 80 h 239"/>
              <a:gd name="T48" fmla="*/ 79 w 186"/>
              <a:gd name="T49" fmla="*/ 80 h 239"/>
              <a:gd name="T50" fmla="*/ 79 w 186"/>
              <a:gd name="T51" fmla="*/ 213 h 239"/>
              <a:gd name="T52" fmla="*/ 159 w 186"/>
              <a:gd name="T53" fmla="*/ 213 h 239"/>
              <a:gd name="T54" fmla="*/ 159 w 186"/>
              <a:gd name="T55" fmla="*/ 80 h 2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186" h="239">
                <a:moveTo>
                  <a:pt x="186" y="67"/>
                </a:moveTo>
                <a:cubicBezTo>
                  <a:pt x="186" y="226"/>
                  <a:pt x="186" y="226"/>
                  <a:pt x="186" y="226"/>
                </a:cubicBezTo>
                <a:cubicBezTo>
                  <a:pt x="186" y="234"/>
                  <a:pt x="180" y="239"/>
                  <a:pt x="172" y="239"/>
                </a:cubicBezTo>
                <a:cubicBezTo>
                  <a:pt x="66" y="239"/>
                  <a:pt x="66" y="239"/>
                  <a:pt x="66" y="239"/>
                </a:cubicBezTo>
                <a:cubicBezTo>
                  <a:pt x="59" y="239"/>
                  <a:pt x="53" y="234"/>
                  <a:pt x="53" y="226"/>
                </a:cubicBezTo>
                <a:cubicBezTo>
                  <a:pt x="53" y="186"/>
                  <a:pt x="53" y="186"/>
                  <a:pt x="53" y="186"/>
                </a:cubicBezTo>
                <a:cubicBezTo>
                  <a:pt x="13" y="186"/>
                  <a:pt x="13" y="186"/>
                  <a:pt x="13" y="186"/>
                </a:cubicBezTo>
                <a:cubicBezTo>
                  <a:pt x="6" y="186"/>
                  <a:pt x="0" y="180"/>
                  <a:pt x="0" y="173"/>
                </a:cubicBezTo>
                <a:cubicBezTo>
                  <a:pt x="0" y="14"/>
                  <a:pt x="0" y="14"/>
                  <a:pt x="0" y="14"/>
                </a:cubicBezTo>
                <a:cubicBezTo>
                  <a:pt x="0" y="6"/>
                  <a:pt x="6" y="0"/>
                  <a:pt x="13" y="0"/>
                </a:cubicBezTo>
                <a:cubicBezTo>
                  <a:pt x="119" y="0"/>
                  <a:pt x="119" y="0"/>
                  <a:pt x="119" y="0"/>
                </a:cubicBezTo>
                <a:cubicBezTo>
                  <a:pt x="127" y="0"/>
                  <a:pt x="132" y="6"/>
                  <a:pt x="132" y="14"/>
                </a:cubicBezTo>
                <a:cubicBezTo>
                  <a:pt x="132" y="54"/>
                  <a:pt x="132" y="54"/>
                  <a:pt x="132" y="54"/>
                </a:cubicBezTo>
                <a:cubicBezTo>
                  <a:pt x="172" y="54"/>
                  <a:pt x="172" y="54"/>
                  <a:pt x="172" y="54"/>
                </a:cubicBezTo>
                <a:cubicBezTo>
                  <a:pt x="180" y="54"/>
                  <a:pt x="186" y="59"/>
                  <a:pt x="186" y="67"/>
                </a:cubicBezTo>
                <a:close/>
                <a:moveTo>
                  <a:pt x="53" y="160"/>
                </a:moveTo>
                <a:cubicBezTo>
                  <a:pt x="53" y="67"/>
                  <a:pt x="53" y="67"/>
                  <a:pt x="53" y="67"/>
                </a:cubicBezTo>
                <a:cubicBezTo>
                  <a:pt x="53" y="59"/>
                  <a:pt x="59" y="54"/>
                  <a:pt x="66" y="54"/>
                </a:cubicBezTo>
                <a:cubicBezTo>
                  <a:pt x="106" y="54"/>
                  <a:pt x="106" y="54"/>
                  <a:pt x="106" y="54"/>
                </a:cubicBezTo>
                <a:cubicBezTo>
                  <a:pt x="106" y="27"/>
                  <a:pt x="106" y="27"/>
                  <a:pt x="106" y="27"/>
                </a:cubicBezTo>
                <a:cubicBezTo>
                  <a:pt x="26" y="27"/>
                  <a:pt x="26" y="27"/>
                  <a:pt x="26" y="27"/>
                </a:cubicBezTo>
                <a:cubicBezTo>
                  <a:pt x="26" y="160"/>
                  <a:pt x="26" y="160"/>
                  <a:pt x="26" y="160"/>
                </a:cubicBezTo>
                <a:lnTo>
                  <a:pt x="53" y="160"/>
                </a:lnTo>
                <a:close/>
                <a:moveTo>
                  <a:pt x="159" y="80"/>
                </a:moveTo>
                <a:cubicBezTo>
                  <a:pt x="79" y="80"/>
                  <a:pt x="79" y="80"/>
                  <a:pt x="79" y="80"/>
                </a:cubicBezTo>
                <a:cubicBezTo>
                  <a:pt x="79" y="213"/>
                  <a:pt x="79" y="213"/>
                  <a:pt x="79" y="213"/>
                </a:cubicBezTo>
                <a:cubicBezTo>
                  <a:pt x="159" y="213"/>
                  <a:pt x="159" y="213"/>
                  <a:pt x="159" y="213"/>
                </a:cubicBezTo>
                <a:lnTo>
                  <a:pt x="159" y="8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44" name="Freeform 47"/>
          <p:cNvSpPr>
            <a:spLocks noEditPoints="1"/>
          </p:cNvSpPr>
          <p:nvPr/>
        </p:nvSpPr>
        <p:spPr bwMode="auto">
          <a:xfrm>
            <a:off x="10817975" y="2840024"/>
            <a:ext cx="216808" cy="278451"/>
          </a:xfrm>
          <a:custGeom>
            <a:avLst/>
            <a:gdLst>
              <a:gd name="T0" fmla="*/ 186 w 186"/>
              <a:gd name="T1" fmla="*/ 27 h 239"/>
              <a:gd name="T2" fmla="*/ 186 w 186"/>
              <a:gd name="T3" fmla="*/ 213 h 239"/>
              <a:gd name="T4" fmla="*/ 159 w 186"/>
              <a:gd name="T5" fmla="*/ 239 h 239"/>
              <a:gd name="T6" fmla="*/ 26 w 186"/>
              <a:gd name="T7" fmla="*/ 239 h 239"/>
              <a:gd name="T8" fmla="*/ 0 w 186"/>
              <a:gd name="T9" fmla="*/ 213 h 239"/>
              <a:gd name="T10" fmla="*/ 0 w 186"/>
              <a:gd name="T11" fmla="*/ 27 h 239"/>
              <a:gd name="T12" fmla="*/ 26 w 186"/>
              <a:gd name="T13" fmla="*/ 0 h 239"/>
              <a:gd name="T14" fmla="*/ 159 w 186"/>
              <a:gd name="T15" fmla="*/ 0 h 239"/>
              <a:gd name="T16" fmla="*/ 186 w 186"/>
              <a:gd name="T17" fmla="*/ 27 h 239"/>
              <a:gd name="T18" fmla="*/ 159 w 186"/>
              <a:gd name="T19" fmla="*/ 27 h 239"/>
              <a:gd name="T20" fmla="*/ 26 w 186"/>
              <a:gd name="T21" fmla="*/ 27 h 239"/>
              <a:gd name="T22" fmla="*/ 26 w 186"/>
              <a:gd name="T23" fmla="*/ 213 h 239"/>
              <a:gd name="T24" fmla="*/ 159 w 186"/>
              <a:gd name="T25" fmla="*/ 213 h 239"/>
              <a:gd name="T26" fmla="*/ 159 w 186"/>
              <a:gd name="T27" fmla="*/ 27 h 2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86" h="239">
                <a:moveTo>
                  <a:pt x="186" y="27"/>
                </a:moveTo>
                <a:cubicBezTo>
                  <a:pt x="186" y="213"/>
                  <a:pt x="186" y="213"/>
                  <a:pt x="186" y="213"/>
                </a:cubicBezTo>
                <a:cubicBezTo>
                  <a:pt x="186" y="228"/>
                  <a:pt x="174" y="239"/>
                  <a:pt x="159" y="239"/>
                </a:cubicBezTo>
                <a:cubicBezTo>
                  <a:pt x="26" y="239"/>
                  <a:pt x="26" y="239"/>
                  <a:pt x="26" y="239"/>
                </a:cubicBezTo>
                <a:cubicBezTo>
                  <a:pt x="12" y="239"/>
                  <a:pt x="0" y="228"/>
                  <a:pt x="0" y="213"/>
                </a:cubicBezTo>
                <a:cubicBezTo>
                  <a:pt x="0" y="27"/>
                  <a:pt x="0" y="27"/>
                  <a:pt x="0" y="27"/>
                </a:cubicBezTo>
                <a:cubicBezTo>
                  <a:pt x="0" y="13"/>
                  <a:pt x="12" y="0"/>
                  <a:pt x="26" y="0"/>
                </a:cubicBezTo>
                <a:cubicBezTo>
                  <a:pt x="159" y="0"/>
                  <a:pt x="159" y="0"/>
                  <a:pt x="159" y="0"/>
                </a:cubicBezTo>
                <a:cubicBezTo>
                  <a:pt x="174" y="0"/>
                  <a:pt x="186" y="13"/>
                  <a:pt x="186" y="27"/>
                </a:cubicBezTo>
                <a:close/>
                <a:moveTo>
                  <a:pt x="159" y="27"/>
                </a:moveTo>
                <a:cubicBezTo>
                  <a:pt x="26" y="27"/>
                  <a:pt x="26" y="27"/>
                  <a:pt x="26" y="27"/>
                </a:cubicBezTo>
                <a:cubicBezTo>
                  <a:pt x="26" y="213"/>
                  <a:pt x="26" y="213"/>
                  <a:pt x="26" y="213"/>
                </a:cubicBezTo>
                <a:cubicBezTo>
                  <a:pt x="159" y="213"/>
                  <a:pt x="159" y="213"/>
                  <a:pt x="159" y="213"/>
                </a:cubicBezTo>
                <a:lnTo>
                  <a:pt x="159" y="2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45" name="Freeform 48"/>
          <p:cNvSpPr>
            <a:spLocks noEditPoints="1"/>
          </p:cNvSpPr>
          <p:nvPr/>
        </p:nvSpPr>
        <p:spPr bwMode="auto">
          <a:xfrm>
            <a:off x="11085800" y="2840025"/>
            <a:ext cx="265697" cy="286953"/>
          </a:xfrm>
          <a:custGeom>
            <a:avLst/>
            <a:gdLst>
              <a:gd name="T0" fmla="*/ 220 w 227"/>
              <a:gd name="T1" fmla="*/ 142 h 247"/>
              <a:gd name="T2" fmla="*/ 132 w 227"/>
              <a:gd name="T3" fmla="*/ 226 h 247"/>
              <a:gd name="T4" fmla="*/ 13 w 227"/>
              <a:gd name="T5" fmla="*/ 218 h 247"/>
              <a:gd name="T6" fmla="*/ 21 w 227"/>
              <a:gd name="T7" fmla="*/ 159 h 247"/>
              <a:gd name="T8" fmla="*/ 38 w 227"/>
              <a:gd name="T9" fmla="*/ 28 h 247"/>
              <a:gd name="T10" fmla="*/ 54 w 227"/>
              <a:gd name="T11" fmla="*/ 5 h 247"/>
              <a:gd name="T12" fmla="*/ 80 w 227"/>
              <a:gd name="T13" fmla="*/ 13 h 247"/>
              <a:gd name="T14" fmla="*/ 176 w 227"/>
              <a:gd name="T15" fmla="*/ 101 h 247"/>
              <a:gd name="T16" fmla="*/ 220 w 227"/>
              <a:gd name="T17" fmla="*/ 142 h 247"/>
              <a:gd name="T18" fmla="*/ 201 w 227"/>
              <a:gd name="T19" fmla="*/ 148 h 247"/>
              <a:gd name="T20" fmla="*/ 106 w 227"/>
              <a:gd name="T21" fmla="*/ 152 h 247"/>
              <a:gd name="T22" fmla="*/ 31 w 227"/>
              <a:gd name="T23" fmla="*/ 211 h 247"/>
              <a:gd name="T24" fmla="*/ 127 w 227"/>
              <a:gd name="T25" fmla="*/ 208 h 247"/>
              <a:gd name="T26" fmla="*/ 201 w 227"/>
              <a:gd name="T27" fmla="*/ 148 h 247"/>
              <a:gd name="T28" fmla="*/ 120 w 227"/>
              <a:gd name="T29" fmla="*/ 159 h 247"/>
              <a:gd name="T30" fmla="*/ 120 w 227"/>
              <a:gd name="T31" fmla="*/ 159 h 247"/>
              <a:gd name="T32" fmla="*/ 93 w 227"/>
              <a:gd name="T33" fmla="*/ 197 h 247"/>
              <a:gd name="T34" fmla="*/ 52 w 227"/>
              <a:gd name="T35" fmla="*/ 194 h 247"/>
              <a:gd name="T36" fmla="*/ 110 w 227"/>
              <a:gd name="T37" fmla="*/ 162 h 247"/>
              <a:gd name="T38" fmla="*/ 120 w 227"/>
              <a:gd name="T39" fmla="*/ 159 h 2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227" h="247">
                <a:moveTo>
                  <a:pt x="220" y="142"/>
                </a:moveTo>
                <a:cubicBezTo>
                  <a:pt x="227" y="162"/>
                  <a:pt x="190" y="205"/>
                  <a:pt x="132" y="226"/>
                </a:cubicBezTo>
                <a:cubicBezTo>
                  <a:pt x="75" y="247"/>
                  <a:pt x="20" y="239"/>
                  <a:pt x="13" y="218"/>
                </a:cubicBezTo>
                <a:cubicBezTo>
                  <a:pt x="3" y="189"/>
                  <a:pt x="28" y="188"/>
                  <a:pt x="21" y="159"/>
                </a:cubicBezTo>
                <a:cubicBezTo>
                  <a:pt x="3" y="89"/>
                  <a:pt x="0" y="60"/>
                  <a:pt x="38" y="28"/>
                </a:cubicBezTo>
                <a:cubicBezTo>
                  <a:pt x="52" y="17"/>
                  <a:pt x="40" y="9"/>
                  <a:pt x="54" y="5"/>
                </a:cubicBezTo>
                <a:cubicBezTo>
                  <a:pt x="67" y="0"/>
                  <a:pt x="63" y="13"/>
                  <a:pt x="80" y="13"/>
                </a:cubicBezTo>
                <a:cubicBezTo>
                  <a:pt x="130" y="11"/>
                  <a:pt x="146" y="36"/>
                  <a:pt x="176" y="101"/>
                </a:cubicBezTo>
                <a:cubicBezTo>
                  <a:pt x="189" y="129"/>
                  <a:pt x="209" y="113"/>
                  <a:pt x="220" y="142"/>
                </a:cubicBezTo>
                <a:close/>
                <a:moveTo>
                  <a:pt x="201" y="148"/>
                </a:moveTo>
                <a:cubicBezTo>
                  <a:pt x="198" y="138"/>
                  <a:pt x="165" y="130"/>
                  <a:pt x="106" y="152"/>
                </a:cubicBezTo>
                <a:cubicBezTo>
                  <a:pt x="47" y="174"/>
                  <a:pt x="28" y="203"/>
                  <a:pt x="31" y="211"/>
                </a:cubicBezTo>
                <a:cubicBezTo>
                  <a:pt x="33" y="216"/>
                  <a:pt x="75" y="228"/>
                  <a:pt x="127" y="208"/>
                </a:cubicBezTo>
                <a:cubicBezTo>
                  <a:pt x="178" y="189"/>
                  <a:pt x="204" y="154"/>
                  <a:pt x="201" y="148"/>
                </a:cubicBezTo>
                <a:close/>
                <a:moveTo>
                  <a:pt x="120" y="159"/>
                </a:moveTo>
                <a:cubicBezTo>
                  <a:pt x="120" y="159"/>
                  <a:pt x="120" y="159"/>
                  <a:pt x="120" y="159"/>
                </a:cubicBezTo>
                <a:cubicBezTo>
                  <a:pt x="125" y="173"/>
                  <a:pt x="113" y="190"/>
                  <a:pt x="93" y="197"/>
                </a:cubicBezTo>
                <a:cubicBezTo>
                  <a:pt x="77" y="204"/>
                  <a:pt x="61" y="202"/>
                  <a:pt x="52" y="194"/>
                </a:cubicBezTo>
                <a:cubicBezTo>
                  <a:pt x="64" y="184"/>
                  <a:pt x="83" y="172"/>
                  <a:pt x="110" y="162"/>
                </a:cubicBezTo>
                <a:cubicBezTo>
                  <a:pt x="113" y="161"/>
                  <a:pt x="117" y="160"/>
                  <a:pt x="120" y="15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46" name="Freeform 49"/>
          <p:cNvSpPr>
            <a:spLocks noEditPoints="1"/>
          </p:cNvSpPr>
          <p:nvPr/>
        </p:nvSpPr>
        <p:spPr bwMode="auto">
          <a:xfrm>
            <a:off x="791634" y="3590355"/>
            <a:ext cx="308209" cy="261447"/>
          </a:xfrm>
          <a:custGeom>
            <a:avLst/>
            <a:gdLst>
              <a:gd name="T0" fmla="*/ 185 w 265"/>
              <a:gd name="T1" fmla="*/ 190 h 225"/>
              <a:gd name="T2" fmla="*/ 185 w 265"/>
              <a:gd name="T3" fmla="*/ 225 h 225"/>
              <a:gd name="T4" fmla="*/ 0 w 265"/>
              <a:gd name="T5" fmla="*/ 225 h 225"/>
              <a:gd name="T6" fmla="*/ 0 w 265"/>
              <a:gd name="T7" fmla="*/ 179 h 225"/>
              <a:gd name="T8" fmla="*/ 23 w 265"/>
              <a:gd name="T9" fmla="*/ 158 h 225"/>
              <a:gd name="T10" fmla="*/ 57 w 265"/>
              <a:gd name="T11" fmla="*/ 120 h 225"/>
              <a:gd name="T12" fmla="*/ 46 w 265"/>
              <a:gd name="T13" fmla="*/ 90 h 225"/>
              <a:gd name="T14" fmla="*/ 36 w 265"/>
              <a:gd name="T15" fmla="*/ 71 h 225"/>
              <a:gd name="T16" fmla="*/ 40 w 265"/>
              <a:gd name="T17" fmla="*/ 61 h 225"/>
              <a:gd name="T18" fmla="*/ 37 w 265"/>
              <a:gd name="T19" fmla="*/ 40 h 225"/>
              <a:gd name="T20" fmla="*/ 79 w 265"/>
              <a:gd name="T21" fmla="*/ 0 h 225"/>
              <a:gd name="T22" fmla="*/ 122 w 265"/>
              <a:gd name="T23" fmla="*/ 40 h 225"/>
              <a:gd name="T24" fmla="*/ 119 w 265"/>
              <a:gd name="T25" fmla="*/ 61 h 225"/>
              <a:gd name="T26" fmla="*/ 123 w 265"/>
              <a:gd name="T27" fmla="*/ 71 h 225"/>
              <a:gd name="T28" fmla="*/ 113 w 265"/>
              <a:gd name="T29" fmla="*/ 90 h 225"/>
              <a:gd name="T30" fmla="*/ 101 w 265"/>
              <a:gd name="T31" fmla="*/ 120 h 225"/>
              <a:gd name="T32" fmla="*/ 136 w 265"/>
              <a:gd name="T33" fmla="*/ 158 h 225"/>
              <a:gd name="T34" fmla="*/ 185 w 265"/>
              <a:gd name="T35" fmla="*/ 190 h 225"/>
              <a:gd name="T36" fmla="*/ 206 w 265"/>
              <a:gd name="T37" fmla="*/ 225 h 225"/>
              <a:gd name="T38" fmla="*/ 206 w 265"/>
              <a:gd name="T39" fmla="*/ 187 h 225"/>
              <a:gd name="T40" fmla="*/ 157 w 265"/>
              <a:gd name="T41" fmla="*/ 143 h 225"/>
              <a:gd name="T42" fmla="*/ 168 w 265"/>
              <a:gd name="T43" fmla="*/ 122 h 225"/>
              <a:gd name="T44" fmla="*/ 159 w 265"/>
              <a:gd name="T45" fmla="*/ 100 h 225"/>
              <a:gd name="T46" fmla="*/ 152 w 265"/>
              <a:gd name="T47" fmla="*/ 85 h 225"/>
              <a:gd name="T48" fmla="*/ 155 w 265"/>
              <a:gd name="T49" fmla="*/ 78 h 225"/>
              <a:gd name="T50" fmla="*/ 153 w 265"/>
              <a:gd name="T51" fmla="*/ 62 h 225"/>
              <a:gd name="T52" fmla="*/ 185 w 265"/>
              <a:gd name="T53" fmla="*/ 32 h 225"/>
              <a:gd name="T54" fmla="*/ 217 w 265"/>
              <a:gd name="T55" fmla="*/ 62 h 225"/>
              <a:gd name="T56" fmla="*/ 215 w 265"/>
              <a:gd name="T57" fmla="*/ 78 h 225"/>
              <a:gd name="T58" fmla="*/ 217 w 265"/>
              <a:gd name="T59" fmla="*/ 85 h 225"/>
              <a:gd name="T60" fmla="*/ 210 w 265"/>
              <a:gd name="T61" fmla="*/ 100 h 225"/>
              <a:gd name="T62" fmla="*/ 201 w 265"/>
              <a:gd name="T63" fmla="*/ 122 h 225"/>
              <a:gd name="T64" fmla="*/ 227 w 265"/>
              <a:gd name="T65" fmla="*/ 151 h 225"/>
              <a:gd name="T66" fmla="*/ 262 w 265"/>
              <a:gd name="T67" fmla="*/ 172 h 225"/>
              <a:gd name="T68" fmla="*/ 265 w 265"/>
              <a:gd name="T69" fmla="*/ 225 h 225"/>
              <a:gd name="T70" fmla="*/ 206 w 265"/>
              <a:gd name="T71" fmla="*/ 225 h 2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265" h="225">
                <a:moveTo>
                  <a:pt x="185" y="190"/>
                </a:moveTo>
                <a:cubicBezTo>
                  <a:pt x="185" y="198"/>
                  <a:pt x="185" y="225"/>
                  <a:pt x="185" y="225"/>
                </a:cubicBezTo>
                <a:cubicBezTo>
                  <a:pt x="0" y="225"/>
                  <a:pt x="0" y="225"/>
                  <a:pt x="0" y="225"/>
                </a:cubicBezTo>
                <a:cubicBezTo>
                  <a:pt x="0" y="179"/>
                  <a:pt x="0" y="179"/>
                  <a:pt x="0" y="179"/>
                </a:cubicBezTo>
                <a:cubicBezTo>
                  <a:pt x="0" y="166"/>
                  <a:pt x="15" y="161"/>
                  <a:pt x="23" y="158"/>
                </a:cubicBezTo>
                <a:cubicBezTo>
                  <a:pt x="49" y="147"/>
                  <a:pt x="57" y="139"/>
                  <a:pt x="57" y="120"/>
                </a:cubicBezTo>
                <a:cubicBezTo>
                  <a:pt x="57" y="108"/>
                  <a:pt x="49" y="112"/>
                  <a:pt x="46" y="90"/>
                </a:cubicBezTo>
                <a:cubicBezTo>
                  <a:pt x="44" y="82"/>
                  <a:pt x="37" y="90"/>
                  <a:pt x="36" y="71"/>
                </a:cubicBezTo>
                <a:cubicBezTo>
                  <a:pt x="36" y="63"/>
                  <a:pt x="40" y="61"/>
                  <a:pt x="40" y="61"/>
                </a:cubicBezTo>
                <a:cubicBezTo>
                  <a:pt x="40" y="61"/>
                  <a:pt x="38" y="49"/>
                  <a:pt x="37" y="40"/>
                </a:cubicBezTo>
                <a:cubicBezTo>
                  <a:pt x="36" y="28"/>
                  <a:pt x="43" y="0"/>
                  <a:pt x="79" y="0"/>
                </a:cubicBezTo>
                <a:cubicBezTo>
                  <a:pt x="116" y="0"/>
                  <a:pt x="123" y="28"/>
                  <a:pt x="122" y="40"/>
                </a:cubicBezTo>
                <a:cubicBezTo>
                  <a:pt x="121" y="49"/>
                  <a:pt x="119" y="61"/>
                  <a:pt x="119" y="61"/>
                </a:cubicBezTo>
                <a:cubicBezTo>
                  <a:pt x="119" y="61"/>
                  <a:pt x="123" y="63"/>
                  <a:pt x="123" y="71"/>
                </a:cubicBezTo>
                <a:cubicBezTo>
                  <a:pt x="122" y="90"/>
                  <a:pt x="114" y="82"/>
                  <a:pt x="113" y="90"/>
                </a:cubicBezTo>
                <a:cubicBezTo>
                  <a:pt x="109" y="112"/>
                  <a:pt x="101" y="108"/>
                  <a:pt x="101" y="120"/>
                </a:cubicBezTo>
                <a:cubicBezTo>
                  <a:pt x="101" y="139"/>
                  <a:pt x="110" y="147"/>
                  <a:pt x="136" y="158"/>
                </a:cubicBezTo>
                <a:cubicBezTo>
                  <a:pt x="162" y="168"/>
                  <a:pt x="185" y="179"/>
                  <a:pt x="185" y="190"/>
                </a:cubicBezTo>
                <a:close/>
                <a:moveTo>
                  <a:pt x="206" y="225"/>
                </a:moveTo>
                <a:cubicBezTo>
                  <a:pt x="206" y="187"/>
                  <a:pt x="206" y="187"/>
                  <a:pt x="206" y="187"/>
                </a:cubicBezTo>
                <a:cubicBezTo>
                  <a:pt x="206" y="168"/>
                  <a:pt x="200" y="164"/>
                  <a:pt x="157" y="143"/>
                </a:cubicBezTo>
                <a:cubicBezTo>
                  <a:pt x="165" y="138"/>
                  <a:pt x="168" y="132"/>
                  <a:pt x="168" y="122"/>
                </a:cubicBezTo>
                <a:cubicBezTo>
                  <a:pt x="168" y="113"/>
                  <a:pt x="162" y="116"/>
                  <a:pt x="159" y="100"/>
                </a:cubicBezTo>
                <a:cubicBezTo>
                  <a:pt x="158" y="94"/>
                  <a:pt x="153" y="100"/>
                  <a:pt x="152" y="85"/>
                </a:cubicBezTo>
                <a:cubicBezTo>
                  <a:pt x="152" y="79"/>
                  <a:pt x="155" y="78"/>
                  <a:pt x="155" y="78"/>
                </a:cubicBezTo>
                <a:cubicBezTo>
                  <a:pt x="155" y="78"/>
                  <a:pt x="153" y="69"/>
                  <a:pt x="153" y="62"/>
                </a:cubicBezTo>
                <a:cubicBezTo>
                  <a:pt x="152" y="54"/>
                  <a:pt x="157" y="32"/>
                  <a:pt x="185" y="32"/>
                </a:cubicBezTo>
                <a:cubicBezTo>
                  <a:pt x="212" y="32"/>
                  <a:pt x="217" y="54"/>
                  <a:pt x="217" y="62"/>
                </a:cubicBezTo>
                <a:cubicBezTo>
                  <a:pt x="216" y="69"/>
                  <a:pt x="215" y="78"/>
                  <a:pt x="215" y="78"/>
                </a:cubicBezTo>
                <a:cubicBezTo>
                  <a:pt x="215" y="78"/>
                  <a:pt x="217" y="79"/>
                  <a:pt x="217" y="85"/>
                </a:cubicBezTo>
                <a:cubicBezTo>
                  <a:pt x="216" y="100"/>
                  <a:pt x="211" y="94"/>
                  <a:pt x="210" y="100"/>
                </a:cubicBezTo>
                <a:cubicBezTo>
                  <a:pt x="207" y="116"/>
                  <a:pt x="201" y="113"/>
                  <a:pt x="201" y="122"/>
                </a:cubicBezTo>
                <a:cubicBezTo>
                  <a:pt x="201" y="136"/>
                  <a:pt x="208" y="143"/>
                  <a:pt x="227" y="151"/>
                </a:cubicBezTo>
                <a:cubicBezTo>
                  <a:pt x="247" y="159"/>
                  <a:pt x="258" y="164"/>
                  <a:pt x="262" y="172"/>
                </a:cubicBezTo>
                <a:cubicBezTo>
                  <a:pt x="265" y="176"/>
                  <a:pt x="265" y="225"/>
                  <a:pt x="265" y="225"/>
                </a:cubicBezTo>
                <a:lnTo>
                  <a:pt x="206" y="22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47" name="Freeform 50"/>
          <p:cNvSpPr>
            <a:spLocks noEditPoints="1"/>
          </p:cNvSpPr>
          <p:nvPr/>
        </p:nvSpPr>
        <p:spPr bwMode="auto">
          <a:xfrm>
            <a:off x="1163609" y="3596731"/>
            <a:ext cx="308209" cy="246568"/>
          </a:xfrm>
          <a:custGeom>
            <a:avLst/>
            <a:gdLst>
              <a:gd name="T0" fmla="*/ 265 w 265"/>
              <a:gd name="T1" fmla="*/ 27 h 212"/>
              <a:gd name="T2" fmla="*/ 265 w 265"/>
              <a:gd name="T3" fmla="*/ 186 h 212"/>
              <a:gd name="T4" fmla="*/ 239 w 265"/>
              <a:gd name="T5" fmla="*/ 212 h 212"/>
              <a:gd name="T6" fmla="*/ 26 w 265"/>
              <a:gd name="T7" fmla="*/ 212 h 212"/>
              <a:gd name="T8" fmla="*/ 0 w 265"/>
              <a:gd name="T9" fmla="*/ 186 h 212"/>
              <a:gd name="T10" fmla="*/ 0 w 265"/>
              <a:gd name="T11" fmla="*/ 27 h 212"/>
              <a:gd name="T12" fmla="*/ 26 w 265"/>
              <a:gd name="T13" fmla="*/ 0 h 212"/>
              <a:gd name="T14" fmla="*/ 239 w 265"/>
              <a:gd name="T15" fmla="*/ 0 h 212"/>
              <a:gd name="T16" fmla="*/ 265 w 265"/>
              <a:gd name="T17" fmla="*/ 27 h 212"/>
              <a:gd name="T18" fmla="*/ 239 w 265"/>
              <a:gd name="T19" fmla="*/ 27 h 212"/>
              <a:gd name="T20" fmla="*/ 26 w 265"/>
              <a:gd name="T21" fmla="*/ 27 h 212"/>
              <a:gd name="T22" fmla="*/ 26 w 265"/>
              <a:gd name="T23" fmla="*/ 186 h 212"/>
              <a:gd name="T24" fmla="*/ 239 w 265"/>
              <a:gd name="T25" fmla="*/ 186 h 212"/>
              <a:gd name="T26" fmla="*/ 239 w 265"/>
              <a:gd name="T27" fmla="*/ 27 h 212"/>
              <a:gd name="T28" fmla="*/ 119 w 265"/>
              <a:gd name="T29" fmla="*/ 79 h 212"/>
              <a:gd name="T30" fmla="*/ 53 w 265"/>
              <a:gd name="T31" fmla="*/ 79 h 212"/>
              <a:gd name="T32" fmla="*/ 53 w 265"/>
              <a:gd name="T33" fmla="*/ 55 h 212"/>
              <a:gd name="T34" fmla="*/ 119 w 265"/>
              <a:gd name="T35" fmla="*/ 55 h 212"/>
              <a:gd name="T36" fmla="*/ 119 w 265"/>
              <a:gd name="T37" fmla="*/ 79 h 212"/>
              <a:gd name="T38" fmla="*/ 119 w 265"/>
              <a:gd name="T39" fmla="*/ 118 h 212"/>
              <a:gd name="T40" fmla="*/ 53 w 265"/>
              <a:gd name="T41" fmla="*/ 118 h 212"/>
              <a:gd name="T42" fmla="*/ 53 w 265"/>
              <a:gd name="T43" fmla="*/ 94 h 212"/>
              <a:gd name="T44" fmla="*/ 119 w 265"/>
              <a:gd name="T45" fmla="*/ 94 h 212"/>
              <a:gd name="T46" fmla="*/ 119 w 265"/>
              <a:gd name="T47" fmla="*/ 118 h 212"/>
              <a:gd name="T48" fmla="*/ 119 w 265"/>
              <a:gd name="T49" fmla="*/ 158 h 212"/>
              <a:gd name="T50" fmla="*/ 53 w 265"/>
              <a:gd name="T51" fmla="*/ 158 h 212"/>
              <a:gd name="T52" fmla="*/ 53 w 265"/>
              <a:gd name="T53" fmla="*/ 134 h 212"/>
              <a:gd name="T54" fmla="*/ 119 w 265"/>
              <a:gd name="T55" fmla="*/ 134 h 212"/>
              <a:gd name="T56" fmla="*/ 119 w 265"/>
              <a:gd name="T57" fmla="*/ 158 h 212"/>
              <a:gd name="T58" fmla="*/ 212 w 265"/>
              <a:gd name="T59" fmla="*/ 158 h 212"/>
              <a:gd name="T60" fmla="*/ 146 w 265"/>
              <a:gd name="T61" fmla="*/ 158 h 212"/>
              <a:gd name="T62" fmla="*/ 147 w 265"/>
              <a:gd name="T63" fmla="*/ 140 h 212"/>
              <a:gd name="T64" fmla="*/ 170 w 265"/>
              <a:gd name="T65" fmla="*/ 122 h 212"/>
              <a:gd name="T66" fmla="*/ 155 w 265"/>
              <a:gd name="T67" fmla="*/ 84 h 212"/>
              <a:gd name="T68" fmla="*/ 179 w 265"/>
              <a:gd name="T69" fmla="*/ 55 h 212"/>
              <a:gd name="T70" fmla="*/ 202 w 265"/>
              <a:gd name="T71" fmla="*/ 84 h 212"/>
              <a:gd name="T72" fmla="*/ 188 w 265"/>
              <a:gd name="T73" fmla="*/ 122 h 212"/>
              <a:gd name="T74" fmla="*/ 210 w 265"/>
              <a:gd name="T75" fmla="*/ 140 h 212"/>
              <a:gd name="T76" fmla="*/ 212 w 265"/>
              <a:gd name="T77" fmla="*/ 158 h 2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265" h="212">
                <a:moveTo>
                  <a:pt x="265" y="27"/>
                </a:moveTo>
                <a:cubicBezTo>
                  <a:pt x="265" y="186"/>
                  <a:pt x="265" y="186"/>
                  <a:pt x="265" y="186"/>
                </a:cubicBezTo>
                <a:cubicBezTo>
                  <a:pt x="265" y="201"/>
                  <a:pt x="253" y="212"/>
                  <a:pt x="239" y="212"/>
                </a:cubicBezTo>
                <a:cubicBezTo>
                  <a:pt x="26" y="212"/>
                  <a:pt x="26" y="212"/>
                  <a:pt x="26" y="212"/>
                </a:cubicBezTo>
                <a:cubicBezTo>
                  <a:pt x="11" y="212"/>
                  <a:pt x="0" y="201"/>
                  <a:pt x="0" y="186"/>
                </a:cubicBezTo>
                <a:cubicBezTo>
                  <a:pt x="0" y="27"/>
                  <a:pt x="0" y="27"/>
                  <a:pt x="0" y="27"/>
                </a:cubicBezTo>
                <a:cubicBezTo>
                  <a:pt x="0" y="12"/>
                  <a:pt x="11" y="0"/>
                  <a:pt x="26" y="0"/>
                </a:cubicBezTo>
                <a:cubicBezTo>
                  <a:pt x="239" y="0"/>
                  <a:pt x="239" y="0"/>
                  <a:pt x="239" y="0"/>
                </a:cubicBezTo>
                <a:cubicBezTo>
                  <a:pt x="253" y="0"/>
                  <a:pt x="265" y="12"/>
                  <a:pt x="265" y="27"/>
                </a:cubicBezTo>
                <a:close/>
                <a:moveTo>
                  <a:pt x="239" y="27"/>
                </a:moveTo>
                <a:cubicBezTo>
                  <a:pt x="26" y="27"/>
                  <a:pt x="26" y="27"/>
                  <a:pt x="26" y="27"/>
                </a:cubicBezTo>
                <a:cubicBezTo>
                  <a:pt x="26" y="186"/>
                  <a:pt x="26" y="186"/>
                  <a:pt x="26" y="186"/>
                </a:cubicBezTo>
                <a:cubicBezTo>
                  <a:pt x="239" y="186"/>
                  <a:pt x="239" y="186"/>
                  <a:pt x="239" y="186"/>
                </a:cubicBezTo>
                <a:lnTo>
                  <a:pt x="239" y="27"/>
                </a:lnTo>
                <a:close/>
                <a:moveTo>
                  <a:pt x="119" y="79"/>
                </a:moveTo>
                <a:cubicBezTo>
                  <a:pt x="53" y="79"/>
                  <a:pt x="53" y="79"/>
                  <a:pt x="53" y="79"/>
                </a:cubicBezTo>
                <a:cubicBezTo>
                  <a:pt x="53" y="55"/>
                  <a:pt x="53" y="55"/>
                  <a:pt x="53" y="55"/>
                </a:cubicBezTo>
                <a:cubicBezTo>
                  <a:pt x="119" y="55"/>
                  <a:pt x="119" y="55"/>
                  <a:pt x="119" y="55"/>
                </a:cubicBezTo>
                <a:lnTo>
                  <a:pt x="119" y="79"/>
                </a:lnTo>
                <a:close/>
                <a:moveTo>
                  <a:pt x="119" y="118"/>
                </a:moveTo>
                <a:cubicBezTo>
                  <a:pt x="53" y="118"/>
                  <a:pt x="53" y="118"/>
                  <a:pt x="53" y="118"/>
                </a:cubicBezTo>
                <a:cubicBezTo>
                  <a:pt x="53" y="94"/>
                  <a:pt x="53" y="94"/>
                  <a:pt x="53" y="94"/>
                </a:cubicBezTo>
                <a:cubicBezTo>
                  <a:pt x="119" y="94"/>
                  <a:pt x="119" y="94"/>
                  <a:pt x="119" y="94"/>
                </a:cubicBezTo>
                <a:lnTo>
                  <a:pt x="119" y="118"/>
                </a:lnTo>
                <a:close/>
                <a:moveTo>
                  <a:pt x="119" y="158"/>
                </a:moveTo>
                <a:cubicBezTo>
                  <a:pt x="53" y="158"/>
                  <a:pt x="53" y="158"/>
                  <a:pt x="53" y="158"/>
                </a:cubicBezTo>
                <a:cubicBezTo>
                  <a:pt x="53" y="134"/>
                  <a:pt x="53" y="134"/>
                  <a:pt x="53" y="134"/>
                </a:cubicBezTo>
                <a:cubicBezTo>
                  <a:pt x="119" y="134"/>
                  <a:pt x="119" y="134"/>
                  <a:pt x="119" y="134"/>
                </a:cubicBezTo>
                <a:lnTo>
                  <a:pt x="119" y="158"/>
                </a:lnTo>
                <a:close/>
                <a:moveTo>
                  <a:pt x="212" y="158"/>
                </a:moveTo>
                <a:cubicBezTo>
                  <a:pt x="146" y="158"/>
                  <a:pt x="146" y="158"/>
                  <a:pt x="146" y="158"/>
                </a:cubicBezTo>
                <a:cubicBezTo>
                  <a:pt x="146" y="158"/>
                  <a:pt x="146" y="140"/>
                  <a:pt x="147" y="140"/>
                </a:cubicBezTo>
                <a:cubicBezTo>
                  <a:pt x="147" y="140"/>
                  <a:pt x="170" y="133"/>
                  <a:pt x="170" y="122"/>
                </a:cubicBezTo>
                <a:cubicBezTo>
                  <a:pt x="170" y="111"/>
                  <a:pt x="155" y="106"/>
                  <a:pt x="155" y="84"/>
                </a:cubicBezTo>
                <a:cubicBezTo>
                  <a:pt x="155" y="65"/>
                  <a:pt x="161" y="55"/>
                  <a:pt x="179" y="55"/>
                </a:cubicBezTo>
                <a:cubicBezTo>
                  <a:pt x="197" y="55"/>
                  <a:pt x="202" y="65"/>
                  <a:pt x="202" y="84"/>
                </a:cubicBezTo>
                <a:cubicBezTo>
                  <a:pt x="202" y="106"/>
                  <a:pt x="188" y="111"/>
                  <a:pt x="188" y="122"/>
                </a:cubicBezTo>
                <a:cubicBezTo>
                  <a:pt x="188" y="133"/>
                  <a:pt x="210" y="140"/>
                  <a:pt x="210" y="140"/>
                </a:cubicBezTo>
                <a:cubicBezTo>
                  <a:pt x="212" y="140"/>
                  <a:pt x="212" y="158"/>
                  <a:pt x="212" y="15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48" name="Freeform 51"/>
          <p:cNvSpPr>
            <a:spLocks noEditPoints="1"/>
          </p:cNvSpPr>
          <p:nvPr/>
        </p:nvSpPr>
        <p:spPr bwMode="auto">
          <a:xfrm>
            <a:off x="1533460" y="3600981"/>
            <a:ext cx="308209" cy="240192"/>
          </a:xfrm>
          <a:custGeom>
            <a:avLst/>
            <a:gdLst>
              <a:gd name="T0" fmla="*/ 199 w 266"/>
              <a:gd name="T1" fmla="*/ 166 h 207"/>
              <a:gd name="T2" fmla="*/ 226 w 266"/>
              <a:gd name="T3" fmla="*/ 144 h 207"/>
              <a:gd name="T4" fmla="*/ 226 w 266"/>
              <a:gd name="T5" fmla="*/ 193 h 207"/>
              <a:gd name="T6" fmla="*/ 213 w 266"/>
              <a:gd name="T7" fmla="*/ 207 h 207"/>
              <a:gd name="T8" fmla="*/ 14 w 266"/>
              <a:gd name="T9" fmla="*/ 207 h 207"/>
              <a:gd name="T10" fmla="*/ 0 w 266"/>
              <a:gd name="T11" fmla="*/ 193 h 207"/>
              <a:gd name="T12" fmla="*/ 0 w 266"/>
              <a:gd name="T13" fmla="*/ 47 h 207"/>
              <a:gd name="T14" fmla="*/ 14 w 266"/>
              <a:gd name="T15" fmla="*/ 34 h 207"/>
              <a:gd name="T16" fmla="*/ 90 w 266"/>
              <a:gd name="T17" fmla="*/ 34 h 207"/>
              <a:gd name="T18" fmla="*/ 61 w 266"/>
              <a:gd name="T19" fmla="*/ 61 h 207"/>
              <a:gd name="T20" fmla="*/ 27 w 266"/>
              <a:gd name="T21" fmla="*/ 61 h 207"/>
              <a:gd name="T22" fmla="*/ 27 w 266"/>
              <a:gd name="T23" fmla="*/ 180 h 207"/>
              <a:gd name="T24" fmla="*/ 199 w 266"/>
              <a:gd name="T25" fmla="*/ 180 h 207"/>
              <a:gd name="T26" fmla="*/ 199 w 266"/>
              <a:gd name="T27" fmla="*/ 166 h 207"/>
              <a:gd name="T28" fmla="*/ 70 w 266"/>
              <a:gd name="T29" fmla="*/ 147 h 207"/>
              <a:gd name="T30" fmla="*/ 178 w 266"/>
              <a:gd name="T31" fmla="*/ 41 h 207"/>
              <a:gd name="T32" fmla="*/ 178 w 266"/>
              <a:gd name="T33" fmla="*/ 0 h 207"/>
              <a:gd name="T34" fmla="*/ 266 w 266"/>
              <a:gd name="T35" fmla="*/ 66 h 207"/>
              <a:gd name="T36" fmla="*/ 178 w 266"/>
              <a:gd name="T37" fmla="*/ 135 h 207"/>
              <a:gd name="T38" fmla="*/ 178 w 266"/>
              <a:gd name="T39" fmla="*/ 88 h 207"/>
              <a:gd name="T40" fmla="*/ 70 w 266"/>
              <a:gd name="T41" fmla="*/ 147 h 2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266" h="207">
                <a:moveTo>
                  <a:pt x="199" y="166"/>
                </a:moveTo>
                <a:cubicBezTo>
                  <a:pt x="226" y="144"/>
                  <a:pt x="226" y="144"/>
                  <a:pt x="226" y="144"/>
                </a:cubicBezTo>
                <a:cubicBezTo>
                  <a:pt x="226" y="193"/>
                  <a:pt x="226" y="193"/>
                  <a:pt x="226" y="193"/>
                </a:cubicBezTo>
                <a:cubicBezTo>
                  <a:pt x="226" y="201"/>
                  <a:pt x="220" y="207"/>
                  <a:pt x="213" y="207"/>
                </a:cubicBezTo>
                <a:cubicBezTo>
                  <a:pt x="14" y="207"/>
                  <a:pt x="14" y="207"/>
                  <a:pt x="14" y="207"/>
                </a:cubicBezTo>
                <a:cubicBezTo>
                  <a:pt x="6" y="207"/>
                  <a:pt x="0" y="201"/>
                  <a:pt x="0" y="193"/>
                </a:cubicBezTo>
                <a:cubicBezTo>
                  <a:pt x="0" y="47"/>
                  <a:pt x="0" y="47"/>
                  <a:pt x="0" y="47"/>
                </a:cubicBezTo>
                <a:cubicBezTo>
                  <a:pt x="0" y="40"/>
                  <a:pt x="6" y="34"/>
                  <a:pt x="14" y="34"/>
                </a:cubicBezTo>
                <a:cubicBezTo>
                  <a:pt x="90" y="34"/>
                  <a:pt x="90" y="34"/>
                  <a:pt x="90" y="34"/>
                </a:cubicBezTo>
                <a:cubicBezTo>
                  <a:pt x="70" y="49"/>
                  <a:pt x="61" y="61"/>
                  <a:pt x="61" y="61"/>
                </a:cubicBezTo>
                <a:cubicBezTo>
                  <a:pt x="27" y="61"/>
                  <a:pt x="27" y="61"/>
                  <a:pt x="27" y="61"/>
                </a:cubicBezTo>
                <a:cubicBezTo>
                  <a:pt x="27" y="180"/>
                  <a:pt x="27" y="180"/>
                  <a:pt x="27" y="180"/>
                </a:cubicBezTo>
                <a:cubicBezTo>
                  <a:pt x="199" y="180"/>
                  <a:pt x="199" y="180"/>
                  <a:pt x="199" y="180"/>
                </a:cubicBezTo>
                <a:lnTo>
                  <a:pt x="199" y="166"/>
                </a:lnTo>
                <a:close/>
                <a:moveTo>
                  <a:pt x="70" y="147"/>
                </a:moveTo>
                <a:cubicBezTo>
                  <a:pt x="70" y="147"/>
                  <a:pt x="70" y="41"/>
                  <a:pt x="178" y="41"/>
                </a:cubicBezTo>
                <a:cubicBezTo>
                  <a:pt x="178" y="0"/>
                  <a:pt x="178" y="0"/>
                  <a:pt x="178" y="0"/>
                </a:cubicBezTo>
                <a:cubicBezTo>
                  <a:pt x="266" y="66"/>
                  <a:pt x="266" y="66"/>
                  <a:pt x="266" y="66"/>
                </a:cubicBezTo>
                <a:cubicBezTo>
                  <a:pt x="178" y="135"/>
                  <a:pt x="178" y="135"/>
                  <a:pt x="178" y="135"/>
                </a:cubicBezTo>
                <a:cubicBezTo>
                  <a:pt x="178" y="88"/>
                  <a:pt x="178" y="88"/>
                  <a:pt x="178" y="88"/>
                </a:cubicBezTo>
                <a:cubicBezTo>
                  <a:pt x="119" y="88"/>
                  <a:pt x="101" y="97"/>
                  <a:pt x="70" y="14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49" name="Freeform 52"/>
          <p:cNvSpPr>
            <a:spLocks/>
          </p:cNvSpPr>
          <p:nvPr/>
        </p:nvSpPr>
        <p:spPr bwMode="auto">
          <a:xfrm>
            <a:off x="1903310" y="3628615"/>
            <a:ext cx="184925" cy="184927"/>
          </a:xfrm>
          <a:custGeom>
            <a:avLst/>
            <a:gdLst>
              <a:gd name="T0" fmla="*/ 159 w 159"/>
              <a:gd name="T1" fmla="*/ 17 h 159"/>
              <a:gd name="T2" fmla="*/ 159 w 159"/>
              <a:gd name="T3" fmla="*/ 142 h 159"/>
              <a:gd name="T4" fmla="*/ 140 w 159"/>
              <a:gd name="T5" fmla="*/ 159 h 159"/>
              <a:gd name="T6" fmla="*/ 20 w 159"/>
              <a:gd name="T7" fmla="*/ 159 h 159"/>
              <a:gd name="T8" fmla="*/ 0 w 159"/>
              <a:gd name="T9" fmla="*/ 142 h 159"/>
              <a:gd name="T10" fmla="*/ 0 w 159"/>
              <a:gd name="T11" fmla="*/ 17 h 159"/>
              <a:gd name="T12" fmla="*/ 20 w 159"/>
              <a:gd name="T13" fmla="*/ 0 h 159"/>
              <a:gd name="T14" fmla="*/ 140 w 159"/>
              <a:gd name="T15" fmla="*/ 0 h 159"/>
              <a:gd name="T16" fmla="*/ 159 w 159"/>
              <a:gd name="T17" fmla="*/ 17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59" h="159">
                <a:moveTo>
                  <a:pt x="159" y="17"/>
                </a:moveTo>
                <a:cubicBezTo>
                  <a:pt x="159" y="142"/>
                  <a:pt x="159" y="142"/>
                  <a:pt x="159" y="142"/>
                </a:cubicBezTo>
                <a:cubicBezTo>
                  <a:pt x="159" y="155"/>
                  <a:pt x="152" y="159"/>
                  <a:pt x="140" y="159"/>
                </a:cubicBezTo>
                <a:cubicBezTo>
                  <a:pt x="20" y="159"/>
                  <a:pt x="20" y="159"/>
                  <a:pt x="20" y="159"/>
                </a:cubicBezTo>
                <a:cubicBezTo>
                  <a:pt x="7" y="159"/>
                  <a:pt x="0" y="155"/>
                  <a:pt x="0" y="142"/>
                </a:cubicBezTo>
                <a:cubicBezTo>
                  <a:pt x="0" y="17"/>
                  <a:pt x="0" y="17"/>
                  <a:pt x="0" y="17"/>
                </a:cubicBezTo>
                <a:cubicBezTo>
                  <a:pt x="0" y="4"/>
                  <a:pt x="7" y="0"/>
                  <a:pt x="20" y="0"/>
                </a:cubicBezTo>
                <a:cubicBezTo>
                  <a:pt x="140" y="0"/>
                  <a:pt x="140" y="0"/>
                  <a:pt x="140" y="0"/>
                </a:cubicBezTo>
                <a:cubicBezTo>
                  <a:pt x="152" y="0"/>
                  <a:pt x="159" y="4"/>
                  <a:pt x="159" y="1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50" name="Freeform 53"/>
          <p:cNvSpPr>
            <a:spLocks/>
          </p:cNvSpPr>
          <p:nvPr/>
        </p:nvSpPr>
        <p:spPr bwMode="auto">
          <a:xfrm>
            <a:off x="2132873" y="3588227"/>
            <a:ext cx="257196" cy="259320"/>
          </a:xfrm>
          <a:custGeom>
            <a:avLst/>
            <a:gdLst>
              <a:gd name="T0" fmla="*/ 159 w 222"/>
              <a:gd name="T1" fmla="*/ 78 h 223"/>
              <a:gd name="T2" fmla="*/ 157 w 222"/>
              <a:gd name="T3" fmla="*/ 29 h 223"/>
              <a:gd name="T4" fmla="*/ 208 w 222"/>
              <a:gd name="T5" fmla="*/ 35 h 223"/>
              <a:gd name="T6" fmla="*/ 156 w 222"/>
              <a:gd name="T7" fmla="*/ 156 h 223"/>
              <a:gd name="T8" fmla="*/ 34 w 222"/>
              <a:gd name="T9" fmla="*/ 208 h 223"/>
              <a:gd name="T10" fmla="*/ 28 w 222"/>
              <a:gd name="T11" fmla="*/ 158 h 223"/>
              <a:gd name="T12" fmla="*/ 78 w 222"/>
              <a:gd name="T13" fmla="*/ 159 h 223"/>
              <a:gd name="T14" fmla="*/ 129 w 222"/>
              <a:gd name="T15" fmla="*/ 130 h 223"/>
              <a:gd name="T16" fmla="*/ 159 w 222"/>
              <a:gd name="T17" fmla="*/ 78 h 2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22" h="223">
                <a:moveTo>
                  <a:pt x="159" y="78"/>
                </a:moveTo>
                <a:cubicBezTo>
                  <a:pt x="146" y="65"/>
                  <a:pt x="134" y="57"/>
                  <a:pt x="157" y="29"/>
                </a:cubicBezTo>
                <a:cubicBezTo>
                  <a:pt x="181" y="0"/>
                  <a:pt x="195" y="22"/>
                  <a:pt x="208" y="35"/>
                </a:cubicBezTo>
                <a:cubicBezTo>
                  <a:pt x="222" y="49"/>
                  <a:pt x="209" y="103"/>
                  <a:pt x="156" y="156"/>
                </a:cubicBezTo>
                <a:cubicBezTo>
                  <a:pt x="102" y="209"/>
                  <a:pt x="49" y="223"/>
                  <a:pt x="34" y="208"/>
                </a:cubicBezTo>
                <a:cubicBezTo>
                  <a:pt x="22" y="196"/>
                  <a:pt x="0" y="181"/>
                  <a:pt x="28" y="158"/>
                </a:cubicBezTo>
                <a:cubicBezTo>
                  <a:pt x="57" y="135"/>
                  <a:pt x="65" y="146"/>
                  <a:pt x="78" y="159"/>
                </a:cubicBezTo>
                <a:cubicBezTo>
                  <a:pt x="87" y="168"/>
                  <a:pt x="109" y="149"/>
                  <a:pt x="129" y="130"/>
                </a:cubicBezTo>
                <a:cubicBezTo>
                  <a:pt x="149" y="110"/>
                  <a:pt x="168" y="87"/>
                  <a:pt x="159" y="7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51" name="Freeform 54"/>
          <p:cNvSpPr>
            <a:spLocks noEditPoints="1"/>
          </p:cNvSpPr>
          <p:nvPr/>
        </p:nvSpPr>
        <p:spPr bwMode="auto">
          <a:xfrm>
            <a:off x="2443205" y="3592479"/>
            <a:ext cx="259320" cy="259320"/>
          </a:xfrm>
          <a:custGeom>
            <a:avLst/>
            <a:gdLst>
              <a:gd name="T0" fmla="*/ 223 w 223"/>
              <a:gd name="T1" fmla="*/ 144 h 223"/>
              <a:gd name="T2" fmla="*/ 213 w 223"/>
              <a:gd name="T3" fmla="*/ 166 h 223"/>
              <a:gd name="T4" fmla="*/ 177 w 223"/>
              <a:gd name="T5" fmla="*/ 178 h 223"/>
              <a:gd name="T6" fmla="*/ 168 w 223"/>
              <a:gd name="T7" fmla="*/ 214 h 223"/>
              <a:gd name="T8" fmla="*/ 146 w 223"/>
              <a:gd name="T9" fmla="*/ 223 h 223"/>
              <a:gd name="T10" fmla="*/ 111 w 223"/>
              <a:gd name="T11" fmla="*/ 201 h 223"/>
              <a:gd name="T12" fmla="*/ 76 w 223"/>
              <a:gd name="T13" fmla="*/ 223 h 223"/>
              <a:gd name="T14" fmla="*/ 54 w 223"/>
              <a:gd name="T15" fmla="*/ 214 h 223"/>
              <a:gd name="T16" fmla="*/ 45 w 223"/>
              <a:gd name="T17" fmla="*/ 178 h 223"/>
              <a:gd name="T18" fmla="*/ 9 w 223"/>
              <a:gd name="T19" fmla="*/ 169 h 223"/>
              <a:gd name="T20" fmla="*/ 0 w 223"/>
              <a:gd name="T21" fmla="*/ 146 h 223"/>
              <a:gd name="T22" fmla="*/ 21 w 223"/>
              <a:gd name="T23" fmla="*/ 111 h 223"/>
              <a:gd name="T24" fmla="*/ 0 w 223"/>
              <a:gd name="T25" fmla="*/ 79 h 223"/>
              <a:gd name="T26" fmla="*/ 9 w 223"/>
              <a:gd name="T27" fmla="*/ 56 h 223"/>
              <a:gd name="T28" fmla="*/ 45 w 223"/>
              <a:gd name="T29" fmla="*/ 45 h 223"/>
              <a:gd name="T30" fmla="*/ 54 w 223"/>
              <a:gd name="T31" fmla="*/ 9 h 223"/>
              <a:gd name="T32" fmla="*/ 76 w 223"/>
              <a:gd name="T33" fmla="*/ 0 h 223"/>
              <a:gd name="T34" fmla="*/ 111 w 223"/>
              <a:gd name="T35" fmla="*/ 21 h 223"/>
              <a:gd name="T36" fmla="*/ 146 w 223"/>
              <a:gd name="T37" fmla="*/ 0 h 223"/>
              <a:gd name="T38" fmla="*/ 168 w 223"/>
              <a:gd name="T39" fmla="*/ 9 h 223"/>
              <a:gd name="T40" fmla="*/ 177 w 223"/>
              <a:gd name="T41" fmla="*/ 45 h 223"/>
              <a:gd name="T42" fmla="*/ 213 w 223"/>
              <a:gd name="T43" fmla="*/ 56 h 223"/>
              <a:gd name="T44" fmla="*/ 223 w 223"/>
              <a:gd name="T45" fmla="*/ 79 h 223"/>
              <a:gd name="T46" fmla="*/ 201 w 223"/>
              <a:gd name="T47" fmla="*/ 111 h 223"/>
              <a:gd name="T48" fmla="*/ 223 w 223"/>
              <a:gd name="T49" fmla="*/ 144 h 223"/>
              <a:gd name="T50" fmla="*/ 159 w 223"/>
              <a:gd name="T51" fmla="*/ 111 h 223"/>
              <a:gd name="T52" fmla="*/ 111 w 223"/>
              <a:gd name="T53" fmla="*/ 63 h 223"/>
              <a:gd name="T54" fmla="*/ 62 w 223"/>
              <a:gd name="T55" fmla="*/ 111 h 223"/>
              <a:gd name="T56" fmla="*/ 111 w 223"/>
              <a:gd name="T57" fmla="*/ 159 h 223"/>
              <a:gd name="T58" fmla="*/ 159 w 223"/>
              <a:gd name="T59" fmla="*/ 111 h 2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223" h="223">
                <a:moveTo>
                  <a:pt x="223" y="144"/>
                </a:moveTo>
                <a:cubicBezTo>
                  <a:pt x="220" y="152"/>
                  <a:pt x="217" y="159"/>
                  <a:pt x="213" y="166"/>
                </a:cubicBezTo>
                <a:cubicBezTo>
                  <a:pt x="199" y="162"/>
                  <a:pt x="187" y="167"/>
                  <a:pt x="177" y="178"/>
                </a:cubicBezTo>
                <a:cubicBezTo>
                  <a:pt x="167" y="188"/>
                  <a:pt x="164" y="199"/>
                  <a:pt x="168" y="214"/>
                </a:cubicBezTo>
                <a:cubicBezTo>
                  <a:pt x="161" y="217"/>
                  <a:pt x="154" y="221"/>
                  <a:pt x="146" y="223"/>
                </a:cubicBezTo>
                <a:cubicBezTo>
                  <a:pt x="138" y="210"/>
                  <a:pt x="125" y="201"/>
                  <a:pt x="111" y="201"/>
                </a:cubicBezTo>
                <a:cubicBezTo>
                  <a:pt x="97" y="201"/>
                  <a:pt x="83" y="210"/>
                  <a:pt x="76" y="223"/>
                </a:cubicBezTo>
                <a:cubicBezTo>
                  <a:pt x="68" y="221"/>
                  <a:pt x="61" y="217"/>
                  <a:pt x="54" y="214"/>
                </a:cubicBezTo>
                <a:cubicBezTo>
                  <a:pt x="57" y="199"/>
                  <a:pt x="54" y="188"/>
                  <a:pt x="45" y="178"/>
                </a:cubicBezTo>
                <a:cubicBezTo>
                  <a:pt x="35" y="167"/>
                  <a:pt x="23" y="165"/>
                  <a:pt x="9" y="169"/>
                </a:cubicBezTo>
                <a:cubicBezTo>
                  <a:pt x="5" y="162"/>
                  <a:pt x="2" y="154"/>
                  <a:pt x="0" y="146"/>
                </a:cubicBezTo>
                <a:cubicBezTo>
                  <a:pt x="12" y="139"/>
                  <a:pt x="21" y="125"/>
                  <a:pt x="21" y="111"/>
                </a:cubicBezTo>
                <a:cubicBezTo>
                  <a:pt x="21" y="97"/>
                  <a:pt x="12" y="86"/>
                  <a:pt x="0" y="79"/>
                </a:cubicBezTo>
                <a:cubicBezTo>
                  <a:pt x="2" y="71"/>
                  <a:pt x="5" y="63"/>
                  <a:pt x="9" y="56"/>
                </a:cubicBezTo>
                <a:cubicBezTo>
                  <a:pt x="23" y="60"/>
                  <a:pt x="35" y="55"/>
                  <a:pt x="45" y="45"/>
                </a:cubicBezTo>
                <a:cubicBezTo>
                  <a:pt x="54" y="35"/>
                  <a:pt x="57" y="24"/>
                  <a:pt x="54" y="9"/>
                </a:cubicBezTo>
                <a:cubicBezTo>
                  <a:pt x="61" y="5"/>
                  <a:pt x="68" y="2"/>
                  <a:pt x="76" y="0"/>
                </a:cubicBezTo>
                <a:cubicBezTo>
                  <a:pt x="83" y="12"/>
                  <a:pt x="97" y="21"/>
                  <a:pt x="111" y="21"/>
                </a:cubicBezTo>
                <a:cubicBezTo>
                  <a:pt x="125" y="21"/>
                  <a:pt x="138" y="12"/>
                  <a:pt x="146" y="0"/>
                </a:cubicBezTo>
                <a:cubicBezTo>
                  <a:pt x="154" y="2"/>
                  <a:pt x="161" y="5"/>
                  <a:pt x="168" y="9"/>
                </a:cubicBezTo>
                <a:cubicBezTo>
                  <a:pt x="164" y="24"/>
                  <a:pt x="167" y="35"/>
                  <a:pt x="177" y="45"/>
                </a:cubicBezTo>
                <a:cubicBezTo>
                  <a:pt x="187" y="55"/>
                  <a:pt x="199" y="60"/>
                  <a:pt x="213" y="56"/>
                </a:cubicBezTo>
                <a:cubicBezTo>
                  <a:pt x="217" y="63"/>
                  <a:pt x="220" y="71"/>
                  <a:pt x="223" y="79"/>
                </a:cubicBezTo>
                <a:cubicBezTo>
                  <a:pt x="209" y="86"/>
                  <a:pt x="201" y="97"/>
                  <a:pt x="201" y="111"/>
                </a:cubicBezTo>
                <a:cubicBezTo>
                  <a:pt x="201" y="125"/>
                  <a:pt x="209" y="136"/>
                  <a:pt x="223" y="144"/>
                </a:cubicBezTo>
                <a:close/>
                <a:moveTo>
                  <a:pt x="159" y="111"/>
                </a:moveTo>
                <a:cubicBezTo>
                  <a:pt x="159" y="85"/>
                  <a:pt x="138" y="63"/>
                  <a:pt x="111" y="63"/>
                </a:cubicBezTo>
                <a:cubicBezTo>
                  <a:pt x="84" y="63"/>
                  <a:pt x="62" y="85"/>
                  <a:pt x="62" y="111"/>
                </a:cubicBezTo>
                <a:cubicBezTo>
                  <a:pt x="62" y="138"/>
                  <a:pt x="84" y="159"/>
                  <a:pt x="111" y="159"/>
                </a:cubicBezTo>
                <a:cubicBezTo>
                  <a:pt x="138" y="159"/>
                  <a:pt x="159" y="138"/>
                  <a:pt x="159" y="11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52" name="Freeform 55"/>
          <p:cNvSpPr>
            <a:spLocks noEditPoints="1"/>
          </p:cNvSpPr>
          <p:nvPr/>
        </p:nvSpPr>
        <p:spPr bwMode="auto">
          <a:xfrm>
            <a:off x="2759918" y="3564847"/>
            <a:ext cx="184925" cy="318837"/>
          </a:xfrm>
          <a:custGeom>
            <a:avLst/>
            <a:gdLst>
              <a:gd name="T0" fmla="*/ 109 w 160"/>
              <a:gd name="T1" fmla="*/ 264 h 274"/>
              <a:gd name="T2" fmla="*/ 35 w 160"/>
              <a:gd name="T3" fmla="*/ 231 h 274"/>
              <a:gd name="T4" fmla="*/ 6 w 160"/>
              <a:gd name="T5" fmla="*/ 128 h 274"/>
              <a:gd name="T6" fmla="*/ 31 w 160"/>
              <a:gd name="T7" fmla="*/ 65 h 274"/>
              <a:gd name="T8" fmla="*/ 5 w 160"/>
              <a:gd name="T9" fmla="*/ 15 h 274"/>
              <a:gd name="T10" fmla="*/ 9 w 160"/>
              <a:gd name="T11" fmla="*/ 2 h 274"/>
              <a:gd name="T12" fmla="*/ 21 w 160"/>
              <a:gd name="T13" fmla="*/ 7 h 274"/>
              <a:gd name="T14" fmla="*/ 48 w 160"/>
              <a:gd name="T15" fmla="*/ 58 h 274"/>
              <a:gd name="T16" fmla="*/ 115 w 160"/>
              <a:gd name="T17" fmla="*/ 93 h 274"/>
              <a:gd name="T18" fmla="*/ 150 w 160"/>
              <a:gd name="T19" fmla="*/ 193 h 274"/>
              <a:gd name="T20" fmla="*/ 109 w 160"/>
              <a:gd name="T21" fmla="*/ 264 h 274"/>
              <a:gd name="T22" fmla="*/ 75 w 160"/>
              <a:gd name="T23" fmla="*/ 96 h 274"/>
              <a:gd name="T24" fmla="*/ 53 w 160"/>
              <a:gd name="T25" fmla="*/ 84 h 274"/>
              <a:gd name="T26" fmla="*/ 40 w 160"/>
              <a:gd name="T27" fmla="*/ 108 h 274"/>
              <a:gd name="T28" fmla="*/ 64 w 160"/>
              <a:gd name="T29" fmla="*/ 120 h 274"/>
              <a:gd name="T30" fmla="*/ 75 w 160"/>
              <a:gd name="T31" fmla="*/ 96 h 2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160" h="274">
                <a:moveTo>
                  <a:pt x="109" y="264"/>
                </a:moveTo>
                <a:cubicBezTo>
                  <a:pt x="76" y="274"/>
                  <a:pt x="43" y="259"/>
                  <a:pt x="35" y="231"/>
                </a:cubicBezTo>
                <a:cubicBezTo>
                  <a:pt x="6" y="128"/>
                  <a:pt x="6" y="128"/>
                  <a:pt x="6" y="128"/>
                </a:cubicBezTo>
                <a:cubicBezTo>
                  <a:pt x="0" y="104"/>
                  <a:pt x="10" y="78"/>
                  <a:pt x="31" y="65"/>
                </a:cubicBezTo>
                <a:cubicBezTo>
                  <a:pt x="5" y="15"/>
                  <a:pt x="5" y="15"/>
                  <a:pt x="5" y="15"/>
                </a:cubicBezTo>
                <a:cubicBezTo>
                  <a:pt x="3" y="11"/>
                  <a:pt x="4" y="5"/>
                  <a:pt x="9" y="2"/>
                </a:cubicBezTo>
                <a:cubicBezTo>
                  <a:pt x="13" y="0"/>
                  <a:pt x="19" y="2"/>
                  <a:pt x="21" y="7"/>
                </a:cubicBezTo>
                <a:cubicBezTo>
                  <a:pt x="48" y="58"/>
                  <a:pt x="48" y="58"/>
                  <a:pt x="48" y="58"/>
                </a:cubicBezTo>
                <a:cubicBezTo>
                  <a:pt x="76" y="50"/>
                  <a:pt x="106" y="65"/>
                  <a:pt x="115" y="93"/>
                </a:cubicBezTo>
                <a:cubicBezTo>
                  <a:pt x="150" y="193"/>
                  <a:pt x="150" y="193"/>
                  <a:pt x="150" y="193"/>
                </a:cubicBezTo>
                <a:cubicBezTo>
                  <a:pt x="160" y="221"/>
                  <a:pt x="141" y="253"/>
                  <a:pt x="109" y="264"/>
                </a:cubicBezTo>
                <a:close/>
                <a:moveTo>
                  <a:pt x="75" y="96"/>
                </a:moveTo>
                <a:cubicBezTo>
                  <a:pt x="73" y="86"/>
                  <a:pt x="62" y="81"/>
                  <a:pt x="53" y="84"/>
                </a:cubicBezTo>
                <a:cubicBezTo>
                  <a:pt x="43" y="87"/>
                  <a:pt x="38" y="98"/>
                  <a:pt x="40" y="108"/>
                </a:cubicBezTo>
                <a:cubicBezTo>
                  <a:pt x="44" y="118"/>
                  <a:pt x="54" y="123"/>
                  <a:pt x="64" y="120"/>
                </a:cubicBezTo>
                <a:cubicBezTo>
                  <a:pt x="73" y="117"/>
                  <a:pt x="79" y="106"/>
                  <a:pt x="75" y="9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53" name="Freeform 56"/>
          <p:cNvSpPr>
            <a:spLocks noEditPoints="1"/>
          </p:cNvSpPr>
          <p:nvPr/>
        </p:nvSpPr>
        <p:spPr bwMode="auto">
          <a:xfrm>
            <a:off x="2997982" y="3581851"/>
            <a:ext cx="308209" cy="278451"/>
          </a:xfrm>
          <a:custGeom>
            <a:avLst/>
            <a:gdLst>
              <a:gd name="T0" fmla="*/ 118 w 266"/>
              <a:gd name="T1" fmla="*/ 5 h 239"/>
              <a:gd name="T2" fmla="*/ 118 w 266"/>
              <a:gd name="T3" fmla="*/ 233 h 239"/>
              <a:gd name="T4" fmla="*/ 113 w 266"/>
              <a:gd name="T5" fmla="*/ 239 h 239"/>
              <a:gd name="T6" fmla="*/ 101 w 266"/>
              <a:gd name="T7" fmla="*/ 239 h 239"/>
              <a:gd name="T8" fmla="*/ 96 w 266"/>
              <a:gd name="T9" fmla="*/ 233 h 239"/>
              <a:gd name="T10" fmla="*/ 96 w 266"/>
              <a:gd name="T11" fmla="*/ 117 h 239"/>
              <a:gd name="T12" fmla="*/ 48 w 266"/>
              <a:gd name="T13" fmla="*/ 117 h 239"/>
              <a:gd name="T14" fmla="*/ 41 w 266"/>
              <a:gd name="T15" fmla="*/ 115 h 239"/>
              <a:gd name="T16" fmla="*/ 34 w 266"/>
              <a:gd name="T17" fmla="*/ 112 h 239"/>
              <a:gd name="T18" fmla="*/ 3 w 266"/>
              <a:gd name="T19" fmla="*/ 90 h 239"/>
              <a:gd name="T20" fmla="*/ 0 w 266"/>
              <a:gd name="T21" fmla="*/ 86 h 239"/>
              <a:gd name="T22" fmla="*/ 3 w 266"/>
              <a:gd name="T23" fmla="*/ 81 h 239"/>
              <a:gd name="T24" fmla="*/ 34 w 266"/>
              <a:gd name="T25" fmla="*/ 60 h 239"/>
              <a:gd name="T26" fmla="*/ 41 w 266"/>
              <a:gd name="T27" fmla="*/ 57 h 239"/>
              <a:gd name="T28" fmla="*/ 48 w 266"/>
              <a:gd name="T29" fmla="*/ 55 h 239"/>
              <a:gd name="T30" fmla="*/ 96 w 266"/>
              <a:gd name="T31" fmla="*/ 55 h 239"/>
              <a:gd name="T32" fmla="*/ 96 w 266"/>
              <a:gd name="T33" fmla="*/ 5 h 239"/>
              <a:gd name="T34" fmla="*/ 101 w 266"/>
              <a:gd name="T35" fmla="*/ 0 h 239"/>
              <a:gd name="T36" fmla="*/ 113 w 266"/>
              <a:gd name="T37" fmla="*/ 0 h 239"/>
              <a:gd name="T38" fmla="*/ 118 w 266"/>
              <a:gd name="T39" fmla="*/ 5 h 239"/>
              <a:gd name="T40" fmla="*/ 266 w 266"/>
              <a:gd name="T41" fmla="*/ 60 h 239"/>
              <a:gd name="T42" fmla="*/ 262 w 266"/>
              <a:gd name="T43" fmla="*/ 64 h 239"/>
              <a:gd name="T44" fmla="*/ 231 w 266"/>
              <a:gd name="T45" fmla="*/ 86 h 239"/>
              <a:gd name="T46" fmla="*/ 224 w 266"/>
              <a:gd name="T47" fmla="*/ 89 h 239"/>
              <a:gd name="T48" fmla="*/ 217 w 266"/>
              <a:gd name="T49" fmla="*/ 90 h 239"/>
              <a:gd name="T50" fmla="*/ 137 w 266"/>
              <a:gd name="T51" fmla="*/ 90 h 239"/>
              <a:gd name="T52" fmla="*/ 126 w 266"/>
              <a:gd name="T53" fmla="*/ 29 h 239"/>
              <a:gd name="T54" fmla="*/ 217 w 266"/>
              <a:gd name="T55" fmla="*/ 29 h 239"/>
              <a:gd name="T56" fmla="*/ 224 w 266"/>
              <a:gd name="T57" fmla="*/ 31 h 239"/>
              <a:gd name="T58" fmla="*/ 231 w 266"/>
              <a:gd name="T59" fmla="*/ 34 h 239"/>
              <a:gd name="T60" fmla="*/ 262 w 266"/>
              <a:gd name="T61" fmla="*/ 55 h 239"/>
              <a:gd name="T62" fmla="*/ 266 w 266"/>
              <a:gd name="T63" fmla="*/ 60 h 2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266" h="239">
                <a:moveTo>
                  <a:pt x="118" y="5"/>
                </a:moveTo>
                <a:cubicBezTo>
                  <a:pt x="118" y="233"/>
                  <a:pt x="118" y="233"/>
                  <a:pt x="118" y="233"/>
                </a:cubicBezTo>
                <a:cubicBezTo>
                  <a:pt x="118" y="237"/>
                  <a:pt x="116" y="239"/>
                  <a:pt x="113" y="239"/>
                </a:cubicBezTo>
                <a:cubicBezTo>
                  <a:pt x="101" y="239"/>
                  <a:pt x="101" y="239"/>
                  <a:pt x="101" y="239"/>
                </a:cubicBezTo>
                <a:cubicBezTo>
                  <a:pt x="98" y="239"/>
                  <a:pt x="96" y="237"/>
                  <a:pt x="96" y="233"/>
                </a:cubicBezTo>
                <a:cubicBezTo>
                  <a:pt x="96" y="117"/>
                  <a:pt x="96" y="117"/>
                  <a:pt x="96" y="117"/>
                </a:cubicBezTo>
                <a:cubicBezTo>
                  <a:pt x="48" y="117"/>
                  <a:pt x="48" y="117"/>
                  <a:pt x="48" y="117"/>
                </a:cubicBezTo>
                <a:cubicBezTo>
                  <a:pt x="46" y="117"/>
                  <a:pt x="44" y="116"/>
                  <a:pt x="41" y="115"/>
                </a:cubicBezTo>
                <a:cubicBezTo>
                  <a:pt x="38" y="114"/>
                  <a:pt x="36" y="113"/>
                  <a:pt x="34" y="112"/>
                </a:cubicBezTo>
                <a:cubicBezTo>
                  <a:pt x="3" y="90"/>
                  <a:pt x="3" y="90"/>
                  <a:pt x="3" y="90"/>
                </a:cubicBezTo>
                <a:cubicBezTo>
                  <a:pt x="1" y="89"/>
                  <a:pt x="0" y="88"/>
                  <a:pt x="0" y="86"/>
                </a:cubicBezTo>
                <a:cubicBezTo>
                  <a:pt x="0" y="85"/>
                  <a:pt x="1" y="83"/>
                  <a:pt x="3" y="81"/>
                </a:cubicBezTo>
                <a:cubicBezTo>
                  <a:pt x="34" y="60"/>
                  <a:pt x="34" y="60"/>
                  <a:pt x="34" y="60"/>
                </a:cubicBezTo>
                <a:cubicBezTo>
                  <a:pt x="36" y="59"/>
                  <a:pt x="38" y="58"/>
                  <a:pt x="41" y="57"/>
                </a:cubicBezTo>
                <a:cubicBezTo>
                  <a:pt x="44" y="56"/>
                  <a:pt x="46" y="55"/>
                  <a:pt x="48" y="55"/>
                </a:cubicBezTo>
                <a:cubicBezTo>
                  <a:pt x="96" y="55"/>
                  <a:pt x="96" y="55"/>
                  <a:pt x="96" y="55"/>
                </a:cubicBezTo>
                <a:cubicBezTo>
                  <a:pt x="96" y="5"/>
                  <a:pt x="96" y="5"/>
                  <a:pt x="96" y="5"/>
                </a:cubicBezTo>
                <a:cubicBezTo>
                  <a:pt x="96" y="2"/>
                  <a:pt x="98" y="0"/>
                  <a:pt x="101" y="0"/>
                </a:cubicBezTo>
                <a:cubicBezTo>
                  <a:pt x="113" y="0"/>
                  <a:pt x="113" y="0"/>
                  <a:pt x="113" y="0"/>
                </a:cubicBezTo>
                <a:cubicBezTo>
                  <a:pt x="116" y="0"/>
                  <a:pt x="118" y="2"/>
                  <a:pt x="118" y="5"/>
                </a:cubicBezTo>
                <a:close/>
                <a:moveTo>
                  <a:pt x="266" y="60"/>
                </a:moveTo>
                <a:cubicBezTo>
                  <a:pt x="266" y="61"/>
                  <a:pt x="265" y="63"/>
                  <a:pt x="262" y="64"/>
                </a:cubicBezTo>
                <a:cubicBezTo>
                  <a:pt x="231" y="86"/>
                  <a:pt x="231" y="86"/>
                  <a:pt x="231" y="86"/>
                </a:cubicBezTo>
                <a:cubicBezTo>
                  <a:pt x="229" y="87"/>
                  <a:pt x="227" y="88"/>
                  <a:pt x="224" y="89"/>
                </a:cubicBezTo>
                <a:cubicBezTo>
                  <a:pt x="222" y="89"/>
                  <a:pt x="219" y="90"/>
                  <a:pt x="217" y="90"/>
                </a:cubicBezTo>
                <a:cubicBezTo>
                  <a:pt x="137" y="90"/>
                  <a:pt x="137" y="90"/>
                  <a:pt x="137" y="90"/>
                </a:cubicBezTo>
                <a:cubicBezTo>
                  <a:pt x="126" y="29"/>
                  <a:pt x="126" y="29"/>
                  <a:pt x="126" y="29"/>
                </a:cubicBezTo>
                <a:cubicBezTo>
                  <a:pt x="217" y="29"/>
                  <a:pt x="217" y="29"/>
                  <a:pt x="217" y="29"/>
                </a:cubicBezTo>
                <a:cubicBezTo>
                  <a:pt x="219" y="29"/>
                  <a:pt x="222" y="29"/>
                  <a:pt x="224" y="31"/>
                </a:cubicBezTo>
                <a:cubicBezTo>
                  <a:pt x="227" y="31"/>
                  <a:pt x="229" y="32"/>
                  <a:pt x="231" y="34"/>
                </a:cubicBezTo>
                <a:cubicBezTo>
                  <a:pt x="262" y="55"/>
                  <a:pt x="262" y="55"/>
                  <a:pt x="262" y="55"/>
                </a:cubicBezTo>
                <a:cubicBezTo>
                  <a:pt x="265" y="57"/>
                  <a:pt x="266" y="58"/>
                  <a:pt x="266" y="6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54" name="Freeform 57"/>
          <p:cNvSpPr>
            <a:spLocks noEditPoints="1"/>
          </p:cNvSpPr>
          <p:nvPr/>
        </p:nvSpPr>
        <p:spPr bwMode="auto">
          <a:xfrm>
            <a:off x="3363581" y="3630739"/>
            <a:ext cx="286953" cy="178548"/>
          </a:xfrm>
          <a:custGeom>
            <a:avLst/>
            <a:gdLst>
              <a:gd name="T0" fmla="*/ 244 w 248"/>
              <a:gd name="T1" fmla="*/ 44 h 154"/>
              <a:gd name="T2" fmla="*/ 244 w 248"/>
              <a:gd name="T3" fmla="*/ 141 h 154"/>
              <a:gd name="T4" fmla="*/ 231 w 248"/>
              <a:gd name="T5" fmla="*/ 154 h 154"/>
              <a:gd name="T6" fmla="*/ 18 w 248"/>
              <a:gd name="T7" fmla="*/ 154 h 154"/>
              <a:gd name="T8" fmla="*/ 5 w 248"/>
              <a:gd name="T9" fmla="*/ 141 h 154"/>
              <a:gd name="T10" fmla="*/ 5 w 248"/>
              <a:gd name="T11" fmla="*/ 44 h 154"/>
              <a:gd name="T12" fmla="*/ 10 w 248"/>
              <a:gd name="T13" fmla="*/ 41 h 154"/>
              <a:gd name="T14" fmla="*/ 113 w 248"/>
              <a:gd name="T15" fmla="*/ 95 h 154"/>
              <a:gd name="T16" fmla="*/ 125 w 248"/>
              <a:gd name="T17" fmla="*/ 97 h 154"/>
              <a:gd name="T18" fmla="*/ 136 w 248"/>
              <a:gd name="T19" fmla="*/ 95 h 154"/>
              <a:gd name="T20" fmla="*/ 239 w 248"/>
              <a:gd name="T21" fmla="*/ 41 h 154"/>
              <a:gd name="T22" fmla="*/ 244 w 248"/>
              <a:gd name="T23" fmla="*/ 44 h 154"/>
              <a:gd name="T24" fmla="*/ 12 w 248"/>
              <a:gd name="T25" fmla="*/ 0 h 154"/>
              <a:gd name="T26" fmla="*/ 237 w 248"/>
              <a:gd name="T27" fmla="*/ 0 h 154"/>
              <a:gd name="T28" fmla="*/ 236 w 248"/>
              <a:gd name="T29" fmla="*/ 15 h 154"/>
              <a:gd name="T30" fmla="*/ 136 w 248"/>
              <a:gd name="T31" fmla="*/ 68 h 154"/>
              <a:gd name="T32" fmla="*/ 125 w 248"/>
              <a:gd name="T33" fmla="*/ 71 h 154"/>
              <a:gd name="T34" fmla="*/ 113 w 248"/>
              <a:gd name="T35" fmla="*/ 68 h 154"/>
              <a:gd name="T36" fmla="*/ 13 w 248"/>
              <a:gd name="T37" fmla="*/ 15 h 154"/>
              <a:gd name="T38" fmla="*/ 12 w 248"/>
              <a:gd name="T39" fmla="*/ 0 h 1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248" h="154">
                <a:moveTo>
                  <a:pt x="244" y="44"/>
                </a:moveTo>
                <a:cubicBezTo>
                  <a:pt x="244" y="46"/>
                  <a:pt x="244" y="141"/>
                  <a:pt x="244" y="141"/>
                </a:cubicBezTo>
                <a:cubicBezTo>
                  <a:pt x="244" y="147"/>
                  <a:pt x="237" y="154"/>
                  <a:pt x="231" y="154"/>
                </a:cubicBezTo>
                <a:cubicBezTo>
                  <a:pt x="18" y="154"/>
                  <a:pt x="18" y="154"/>
                  <a:pt x="18" y="154"/>
                </a:cubicBezTo>
                <a:cubicBezTo>
                  <a:pt x="12" y="154"/>
                  <a:pt x="5" y="147"/>
                  <a:pt x="5" y="141"/>
                </a:cubicBezTo>
                <a:cubicBezTo>
                  <a:pt x="5" y="141"/>
                  <a:pt x="5" y="46"/>
                  <a:pt x="5" y="44"/>
                </a:cubicBezTo>
                <a:cubicBezTo>
                  <a:pt x="5" y="42"/>
                  <a:pt x="5" y="38"/>
                  <a:pt x="10" y="41"/>
                </a:cubicBezTo>
                <a:cubicBezTo>
                  <a:pt x="17" y="45"/>
                  <a:pt x="108" y="93"/>
                  <a:pt x="113" y="95"/>
                </a:cubicBezTo>
                <a:cubicBezTo>
                  <a:pt x="117" y="97"/>
                  <a:pt x="120" y="97"/>
                  <a:pt x="125" y="97"/>
                </a:cubicBezTo>
                <a:cubicBezTo>
                  <a:pt x="129" y="97"/>
                  <a:pt x="132" y="97"/>
                  <a:pt x="136" y="95"/>
                </a:cubicBezTo>
                <a:cubicBezTo>
                  <a:pt x="141" y="93"/>
                  <a:pt x="231" y="45"/>
                  <a:pt x="239" y="41"/>
                </a:cubicBezTo>
                <a:cubicBezTo>
                  <a:pt x="244" y="38"/>
                  <a:pt x="244" y="42"/>
                  <a:pt x="244" y="44"/>
                </a:cubicBezTo>
                <a:close/>
                <a:moveTo>
                  <a:pt x="12" y="0"/>
                </a:moveTo>
                <a:cubicBezTo>
                  <a:pt x="237" y="0"/>
                  <a:pt x="237" y="0"/>
                  <a:pt x="237" y="0"/>
                </a:cubicBezTo>
                <a:cubicBezTo>
                  <a:pt x="248" y="0"/>
                  <a:pt x="243" y="11"/>
                  <a:pt x="236" y="15"/>
                </a:cubicBezTo>
                <a:cubicBezTo>
                  <a:pt x="229" y="18"/>
                  <a:pt x="140" y="67"/>
                  <a:pt x="136" y="68"/>
                </a:cubicBezTo>
                <a:cubicBezTo>
                  <a:pt x="133" y="70"/>
                  <a:pt x="129" y="71"/>
                  <a:pt x="125" y="71"/>
                </a:cubicBezTo>
                <a:cubicBezTo>
                  <a:pt x="120" y="71"/>
                  <a:pt x="116" y="70"/>
                  <a:pt x="113" y="68"/>
                </a:cubicBezTo>
                <a:cubicBezTo>
                  <a:pt x="109" y="67"/>
                  <a:pt x="20" y="18"/>
                  <a:pt x="13" y="15"/>
                </a:cubicBezTo>
                <a:cubicBezTo>
                  <a:pt x="6" y="11"/>
                  <a:pt x="0" y="0"/>
                  <a:pt x="12" y="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55" name="Freeform 58"/>
          <p:cNvSpPr>
            <a:spLocks noEditPoints="1"/>
          </p:cNvSpPr>
          <p:nvPr/>
        </p:nvSpPr>
        <p:spPr bwMode="auto">
          <a:xfrm>
            <a:off x="3707923" y="3579726"/>
            <a:ext cx="284828" cy="282703"/>
          </a:xfrm>
          <a:custGeom>
            <a:avLst/>
            <a:gdLst>
              <a:gd name="T0" fmla="*/ 245 w 245"/>
              <a:gd name="T1" fmla="*/ 122 h 244"/>
              <a:gd name="T2" fmla="*/ 122 w 245"/>
              <a:gd name="T3" fmla="*/ 244 h 244"/>
              <a:gd name="T4" fmla="*/ 0 w 245"/>
              <a:gd name="T5" fmla="*/ 122 h 244"/>
              <a:gd name="T6" fmla="*/ 122 w 245"/>
              <a:gd name="T7" fmla="*/ 0 h 244"/>
              <a:gd name="T8" fmla="*/ 245 w 245"/>
              <a:gd name="T9" fmla="*/ 122 h 244"/>
              <a:gd name="T10" fmla="*/ 50 w 245"/>
              <a:gd name="T11" fmla="*/ 181 h 244"/>
              <a:gd name="T12" fmla="*/ 181 w 245"/>
              <a:gd name="T13" fmla="*/ 50 h 244"/>
              <a:gd name="T14" fmla="*/ 122 w 245"/>
              <a:gd name="T15" fmla="*/ 29 h 244"/>
              <a:gd name="T16" fmla="*/ 30 w 245"/>
              <a:gd name="T17" fmla="*/ 122 h 244"/>
              <a:gd name="T18" fmla="*/ 50 w 245"/>
              <a:gd name="T19" fmla="*/ 181 h 244"/>
              <a:gd name="T20" fmla="*/ 215 w 245"/>
              <a:gd name="T21" fmla="*/ 122 h 244"/>
              <a:gd name="T22" fmla="*/ 194 w 245"/>
              <a:gd name="T23" fmla="*/ 63 h 244"/>
              <a:gd name="T24" fmla="*/ 64 w 245"/>
              <a:gd name="T25" fmla="*/ 194 h 244"/>
              <a:gd name="T26" fmla="*/ 122 w 245"/>
              <a:gd name="T27" fmla="*/ 215 h 244"/>
              <a:gd name="T28" fmla="*/ 215 w 245"/>
              <a:gd name="T29" fmla="*/ 122 h 2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245" h="244">
                <a:moveTo>
                  <a:pt x="245" y="122"/>
                </a:moveTo>
                <a:cubicBezTo>
                  <a:pt x="245" y="190"/>
                  <a:pt x="190" y="244"/>
                  <a:pt x="122" y="244"/>
                </a:cubicBezTo>
                <a:cubicBezTo>
                  <a:pt x="55" y="244"/>
                  <a:pt x="0" y="190"/>
                  <a:pt x="0" y="122"/>
                </a:cubicBezTo>
                <a:cubicBezTo>
                  <a:pt x="0" y="55"/>
                  <a:pt x="55" y="0"/>
                  <a:pt x="122" y="0"/>
                </a:cubicBezTo>
                <a:cubicBezTo>
                  <a:pt x="190" y="0"/>
                  <a:pt x="245" y="55"/>
                  <a:pt x="245" y="122"/>
                </a:cubicBezTo>
                <a:close/>
                <a:moveTo>
                  <a:pt x="50" y="181"/>
                </a:moveTo>
                <a:cubicBezTo>
                  <a:pt x="181" y="50"/>
                  <a:pt x="181" y="50"/>
                  <a:pt x="181" y="50"/>
                </a:cubicBezTo>
                <a:cubicBezTo>
                  <a:pt x="165" y="37"/>
                  <a:pt x="145" y="29"/>
                  <a:pt x="122" y="29"/>
                </a:cubicBezTo>
                <a:cubicBezTo>
                  <a:pt x="71" y="29"/>
                  <a:pt x="30" y="71"/>
                  <a:pt x="30" y="122"/>
                </a:cubicBezTo>
                <a:cubicBezTo>
                  <a:pt x="30" y="144"/>
                  <a:pt x="37" y="165"/>
                  <a:pt x="50" y="181"/>
                </a:cubicBezTo>
                <a:close/>
                <a:moveTo>
                  <a:pt x="215" y="122"/>
                </a:moveTo>
                <a:cubicBezTo>
                  <a:pt x="215" y="100"/>
                  <a:pt x="207" y="79"/>
                  <a:pt x="194" y="63"/>
                </a:cubicBezTo>
                <a:cubicBezTo>
                  <a:pt x="64" y="194"/>
                  <a:pt x="64" y="194"/>
                  <a:pt x="64" y="194"/>
                </a:cubicBezTo>
                <a:cubicBezTo>
                  <a:pt x="79" y="207"/>
                  <a:pt x="100" y="215"/>
                  <a:pt x="122" y="215"/>
                </a:cubicBezTo>
                <a:cubicBezTo>
                  <a:pt x="173" y="215"/>
                  <a:pt x="215" y="174"/>
                  <a:pt x="215" y="12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56" name="Freeform 59"/>
          <p:cNvSpPr>
            <a:spLocks noEditPoints="1"/>
          </p:cNvSpPr>
          <p:nvPr/>
        </p:nvSpPr>
        <p:spPr bwMode="auto">
          <a:xfrm>
            <a:off x="4054393" y="3596732"/>
            <a:ext cx="242316" cy="244441"/>
          </a:xfrm>
          <a:custGeom>
            <a:avLst/>
            <a:gdLst>
              <a:gd name="T0" fmla="*/ 207 w 209"/>
              <a:gd name="T1" fmla="*/ 53 h 210"/>
              <a:gd name="T2" fmla="*/ 140 w 209"/>
              <a:gd name="T3" fmla="*/ 119 h 210"/>
              <a:gd name="T4" fmla="*/ 63 w 209"/>
              <a:gd name="T5" fmla="*/ 196 h 210"/>
              <a:gd name="T6" fmla="*/ 0 w 209"/>
              <a:gd name="T7" fmla="*/ 210 h 210"/>
              <a:gd name="T8" fmla="*/ 13 w 209"/>
              <a:gd name="T9" fmla="*/ 147 h 210"/>
              <a:gd name="T10" fmla="*/ 90 w 209"/>
              <a:gd name="T11" fmla="*/ 70 h 210"/>
              <a:gd name="T12" fmla="*/ 157 w 209"/>
              <a:gd name="T13" fmla="*/ 3 h 210"/>
              <a:gd name="T14" fmla="*/ 190 w 209"/>
              <a:gd name="T15" fmla="*/ 19 h 210"/>
              <a:gd name="T16" fmla="*/ 207 w 209"/>
              <a:gd name="T17" fmla="*/ 53 h 210"/>
              <a:gd name="T18" fmla="*/ 66 w 209"/>
              <a:gd name="T19" fmla="*/ 183 h 210"/>
              <a:gd name="T20" fmla="*/ 52 w 209"/>
              <a:gd name="T21" fmla="*/ 158 h 210"/>
              <a:gd name="T22" fmla="*/ 27 w 209"/>
              <a:gd name="T23" fmla="*/ 144 h 210"/>
              <a:gd name="T24" fmla="*/ 21 w 209"/>
              <a:gd name="T25" fmla="*/ 150 h 210"/>
              <a:gd name="T26" fmla="*/ 16 w 209"/>
              <a:gd name="T27" fmla="*/ 172 h 210"/>
              <a:gd name="T28" fmla="*/ 28 w 209"/>
              <a:gd name="T29" fmla="*/ 181 h 210"/>
              <a:gd name="T30" fmla="*/ 38 w 209"/>
              <a:gd name="T31" fmla="*/ 193 h 210"/>
              <a:gd name="T32" fmla="*/ 59 w 209"/>
              <a:gd name="T33" fmla="*/ 188 h 210"/>
              <a:gd name="T34" fmla="*/ 66 w 209"/>
              <a:gd name="T35" fmla="*/ 183 h 2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09" h="210">
                <a:moveTo>
                  <a:pt x="207" y="53"/>
                </a:moveTo>
                <a:cubicBezTo>
                  <a:pt x="140" y="119"/>
                  <a:pt x="140" y="119"/>
                  <a:pt x="140" y="119"/>
                </a:cubicBezTo>
                <a:cubicBezTo>
                  <a:pt x="63" y="196"/>
                  <a:pt x="63" y="196"/>
                  <a:pt x="63" y="196"/>
                </a:cubicBezTo>
                <a:cubicBezTo>
                  <a:pt x="0" y="210"/>
                  <a:pt x="0" y="210"/>
                  <a:pt x="0" y="210"/>
                </a:cubicBezTo>
                <a:cubicBezTo>
                  <a:pt x="13" y="147"/>
                  <a:pt x="13" y="147"/>
                  <a:pt x="13" y="147"/>
                </a:cubicBezTo>
                <a:cubicBezTo>
                  <a:pt x="90" y="70"/>
                  <a:pt x="90" y="70"/>
                  <a:pt x="90" y="70"/>
                </a:cubicBezTo>
                <a:cubicBezTo>
                  <a:pt x="157" y="3"/>
                  <a:pt x="157" y="3"/>
                  <a:pt x="157" y="3"/>
                </a:cubicBezTo>
                <a:cubicBezTo>
                  <a:pt x="157" y="3"/>
                  <a:pt x="171" y="0"/>
                  <a:pt x="190" y="19"/>
                </a:cubicBezTo>
                <a:cubicBezTo>
                  <a:pt x="209" y="38"/>
                  <a:pt x="207" y="53"/>
                  <a:pt x="207" y="53"/>
                </a:cubicBezTo>
                <a:close/>
                <a:moveTo>
                  <a:pt x="66" y="183"/>
                </a:moveTo>
                <a:cubicBezTo>
                  <a:pt x="66" y="183"/>
                  <a:pt x="65" y="171"/>
                  <a:pt x="52" y="158"/>
                </a:cubicBezTo>
                <a:cubicBezTo>
                  <a:pt x="39" y="144"/>
                  <a:pt x="27" y="144"/>
                  <a:pt x="27" y="144"/>
                </a:cubicBezTo>
                <a:cubicBezTo>
                  <a:pt x="21" y="150"/>
                  <a:pt x="21" y="150"/>
                  <a:pt x="21" y="150"/>
                </a:cubicBezTo>
                <a:cubicBezTo>
                  <a:pt x="16" y="172"/>
                  <a:pt x="16" y="172"/>
                  <a:pt x="16" y="172"/>
                </a:cubicBezTo>
                <a:cubicBezTo>
                  <a:pt x="20" y="174"/>
                  <a:pt x="24" y="176"/>
                  <a:pt x="28" y="181"/>
                </a:cubicBezTo>
                <a:cubicBezTo>
                  <a:pt x="33" y="186"/>
                  <a:pt x="36" y="190"/>
                  <a:pt x="38" y="193"/>
                </a:cubicBezTo>
                <a:cubicBezTo>
                  <a:pt x="59" y="188"/>
                  <a:pt x="59" y="188"/>
                  <a:pt x="59" y="188"/>
                </a:cubicBezTo>
                <a:lnTo>
                  <a:pt x="66" y="18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57" name="Freeform 60"/>
          <p:cNvSpPr>
            <a:spLocks/>
          </p:cNvSpPr>
          <p:nvPr/>
        </p:nvSpPr>
        <p:spPr bwMode="auto">
          <a:xfrm>
            <a:off x="4356224" y="3615861"/>
            <a:ext cx="278451" cy="210433"/>
          </a:xfrm>
          <a:custGeom>
            <a:avLst/>
            <a:gdLst>
              <a:gd name="T0" fmla="*/ 0 w 238"/>
              <a:gd name="T1" fmla="*/ 180 h 180"/>
              <a:gd name="T2" fmla="*/ 143 w 238"/>
              <a:gd name="T3" fmla="*/ 51 h 180"/>
              <a:gd name="T4" fmla="*/ 143 w 238"/>
              <a:gd name="T5" fmla="*/ 0 h 180"/>
              <a:gd name="T6" fmla="*/ 238 w 238"/>
              <a:gd name="T7" fmla="*/ 85 h 180"/>
              <a:gd name="T8" fmla="*/ 143 w 238"/>
              <a:gd name="T9" fmla="*/ 175 h 180"/>
              <a:gd name="T10" fmla="*/ 143 w 238"/>
              <a:gd name="T11" fmla="*/ 117 h 180"/>
              <a:gd name="T12" fmla="*/ 0 w 238"/>
              <a:gd name="T13" fmla="*/ 180 h 1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38" h="180">
                <a:moveTo>
                  <a:pt x="0" y="180"/>
                </a:moveTo>
                <a:cubicBezTo>
                  <a:pt x="0" y="180"/>
                  <a:pt x="26" y="51"/>
                  <a:pt x="143" y="51"/>
                </a:cubicBezTo>
                <a:cubicBezTo>
                  <a:pt x="143" y="0"/>
                  <a:pt x="143" y="0"/>
                  <a:pt x="143" y="0"/>
                </a:cubicBezTo>
                <a:cubicBezTo>
                  <a:pt x="238" y="85"/>
                  <a:pt x="238" y="85"/>
                  <a:pt x="238" y="85"/>
                </a:cubicBezTo>
                <a:cubicBezTo>
                  <a:pt x="143" y="175"/>
                  <a:pt x="143" y="175"/>
                  <a:pt x="143" y="175"/>
                </a:cubicBezTo>
                <a:cubicBezTo>
                  <a:pt x="143" y="117"/>
                  <a:pt x="143" y="117"/>
                  <a:pt x="143" y="117"/>
                </a:cubicBezTo>
                <a:cubicBezTo>
                  <a:pt x="80" y="117"/>
                  <a:pt x="33" y="122"/>
                  <a:pt x="0" y="18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58" name="Freeform 61"/>
          <p:cNvSpPr>
            <a:spLocks/>
          </p:cNvSpPr>
          <p:nvPr/>
        </p:nvSpPr>
        <p:spPr bwMode="auto">
          <a:xfrm>
            <a:off x="4696316" y="3615861"/>
            <a:ext cx="278451" cy="210433"/>
          </a:xfrm>
          <a:custGeom>
            <a:avLst/>
            <a:gdLst>
              <a:gd name="T0" fmla="*/ 95 w 239"/>
              <a:gd name="T1" fmla="*/ 117 h 180"/>
              <a:gd name="T2" fmla="*/ 95 w 239"/>
              <a:gd name="T3" fmla="*/ 175 h 180"/>
              <a:gd name="T4" fmla="*/ 0 w 239"/>
              <a:gd name="T5" fmla="*/ 86 h 180"/>
              <a:gd name="T6" fmla="*/ 95 w 239"/>
              <a:gd name="T7" fmla="*/ 0 h 180"/>
              <a:gd name="T8" fmla="*/ 95 w 239"/>
              <a:gd name="T9" fmla="*/ 51 h 180"/>
              <a:gd name="T10" fmla="*/ 239 w 239"/>
              <a:gd name="T11" fmla="*/ 180 h 180"/>
              <a:gd name="T12" fmla="*/ 95 w 239"/>
              <a:gd name="T13" fmla="*/ 117 h 1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39" h="180">
                <a:moveTo>
                  <a:pt x="95" y="117"/>
                </a:moveTo>
                <a:cubicBezTo>
                  <a:pt x="95" y="175"/>
                  <a:pt x="95" y="175"/>
                  <a:pt x="95" y="175"/>
                </a:cubicBezTo>
                <a:cubicBezTo>
                  <a:pt x="0" y="86"/>
                  <a:pt x="0" y="86"/>
                  <a:pt x="0" y="86"/>
                </a:cubicBezTo>
                <a:cubicBezTo>
                  <a:pt x="95" y="0"/>
                  <a:pt x="95" y="0"/>
                  <a:pt x="95" y="0"/>
                </a:cubicBezTo>
                <a:cubicBezTo>
                  <a:pt x="95" y="51"/>
                  <a:pt x="95" y="51"/>
                  <a:pt x="95" y="51"/>
                </a:cubicBezTo>
                <a:cubicBezTo>
                  <a:pt x="212" y="51"/>
                  <a:pt x="239" y="180"/>
                  <a:pt x="239" y="180"/>
                </a:cubicBezTo>
                <a:cubicBezTo>
                  <a:pt x="205" y="122"/>
                  <a:pt x="158" y="117"/>
                  <a:pt x="95" y="11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59" name="Freeform 62"/>
          <p:cNvSpPr>
            <a:spLocks noEditPoints="1"/>
          </p:cNvSpPr>
          <p:nvPr/>
        </p:nvSpPr>
        <p:spPr bwMode="auto">
          <a:xfrm>
            <a:off x="5036408" y="3615861"/>
            <a:ext cx="306083" cy="210433"/>
          </a:xfrm>
          <a:custGeom>
            <a:avLst/>
            <a:gdLst>
              <a:gd name="T0" fmla="*/ 39 w 265"/>
              <a:gd name="T1" fmla="*/ 85 h 180"/>
              <a:gd name="T2" fmla="*/ 96 w 265"/>
              <a:gd name="T3" fmla="*/ 137 h 180"/>
              <a:gd name="T4" fmla="*/ 96 w 265"/>
              <a:gd name="T5" fmla="*/ 175 h 180"/>
              <a:gd name="T6" fmla="*/ 0 w 265"/>
              <a:gd name="T7" fmla="*/ 85 h 180"/>
              <a:gd name="T8" fmla="*/ 96 w 265"/>
              <a:gd name="T9" fmla="*/ 0 h 180"/>
              <a:gd name="T10" fmla="*/ 96 w 265"/>
              <a:gd name="T11" fmla="*/ 35 h 180"/>
              <a:gd name="T12" fmla="*/ 39 w 265"/>
              <a:gd name="T13" fmla="*/ 85 h 180"/>
              <a:gd name="T14" fmla="*/ 265 w 265"/>
              <a:gd name="T15" fmla="*/ 180 h 180"/>
              <a:gd name="T16" fmla="*/ 162 w 265"/>
              <a:gd name="T17" fmla="*/ 117 h 180"/>
              <a:gd name="T18" fmla="*/ 162 w 265"/>
              <a:gd name="T19" fmla="*/ 175 h 180"/>
              <a:gd name="T20" fmla="*/ 66 w 265"/>
              <a:gd name="T21" fmla="*/ 85 h 180"/>
              <a:gd name="T22" fmla="*/ 162 w 265"/>
              <a:gd name="T23" fmla="*/ 0 h 180"/>
              <a:gd name="T24" fmla="*/ 162 w 265"/>
              <a:gd name="T25" fmla="*/ 51 h 180"/>
              <a:gd name="T26" fmla="*/ 265 w 265"/>
              <a:gd name="T27" fmla="*/ 180 h 1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65" h="180">
                <a:moveTo>
                  <a:pt x="39" y="85"/>
                </a:moveTo>
                <a:cubicBezTo>
                  <a:pt x="96" y="137"/>
                  <a:pt x="96" y="137"/>
                  <a:pt x="96" y="137"/>
                </a:cubicBezTo>
                <a:cubicBezTo>
                  <a:pt x="96" y="175"/>
                  <a:pt x="96" y="175"/>
                  <a:pt x="96" y="175"/>
                </a:cubicBezTo>
                <a:cubicBezTo>
                  <a:pt x="0" y="85"/>
                  <a:pt x="0" y="85"/>
                  <a:pt x="0" y="85"/>
                </a:cubicBezTo>
                <a:cubicBezTo>
                  <a:pt x="96" y="0"/>
                  <a:pt x="96" y="0"/>
                  <a:pt x="96" y="0"/>
                </a:cubicBezTo>
                <a:cubicBezTo>
                  <a:pt x="96" y="35"/>
                  <a:pt x="96" y="35"/>
                  <a:pt x="96" y="35"/>
                </a:cubicBezTo>
                <a:lnTo>
                  <a:pt x="39" y="85"/>
                </a:lnTo>
                <a:close/>
                <a:moveTo>
                  <a:pt x="265" y="180"/>
                </a:moveTo>
                <a:cubicBezTo>
                  <a:pt x="232" y="122"/>
                  <a:pt x="206" y="117"/>
                  <a:pt x="162" y="117"/>
                </a:cubicBezTo>
                <a:cubicBezTo>
                  <a:pt x="162" y="175"/>
                  <a:pt x="162" y="175"/>
                  <a:pt x="162" y="175"/>
                </a:cubicBezTo>
                <a:cubicBezTo>
                  <a:pt x="66" y="85"/>
                  <a:pt x="66" y="85"/>
                  <a:pt x="66" y="85"/>
                </a:cubicBezTo>
                <a:cubicBezTo>
                  <a:pt x="162" y="0"/>
                  <a:pt x="162" y="0"/>
                  <a:pt x="162" y="0"/>
                </a:cubicBezTo>
                <a:cubicBezTo>
                  <a:pt x="162" y="51"/>
                  <a:pt x="162" y="51"/>
                  <a:pt x="162" y="51"/>
                </a:cubicBezTo>
                <a:cubicBezTo>
                  <a:pt x="260" y="51"/>
                  <a:pt x="265" y="180"/>
                  <a:pt x="265" y="18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60" name="Freeform 63"/>
          <p:cNvSpPr>
            <a:spLocks noEditPoints="1"/>
          </p:cNvSpPr>
          <p:nvPr/>
        </p:nvSpPr>
        <p:spPr bwMode="auto">
          <a:xfrm>
            <a:off x="5404134" y="3566973"/>
            <a:ext cx="142415" cy="308209"/>
          </a:xfrm>
          <a:custGeom>
            <a:avLst/>
            <a:gdLst>
              <a:gd name="T0" fmla="*/ 24 w 122"/>
              <a:gd name="T1" fmla="*/ 219 h 266"/>
              <a:gd name="T2" fmla="*/ 40 w 122"/>
              <a:gd name="T3" fmla="*/ 152 h 266"/>
              <a:gd name="T4" fmla="*/ 40 w 122"/>
              <a:gd name="T5" fmla="*/ 136 h 266"/>
              <a:gd name="T6" fmla="*/ 7 w 122"/>
              <a:gd name="T7" fmla="*/ 151 h 266"/>
              <a:gd name="T8" fmla="*/ 0 w 122"/>
              <a:gd name="T9" fmla="*/ 140 h 266"/>
              <a:gd name="T10" fmla="*/ 91 w 122"/>
              <a:gd name="T11" fmla="*/ 93 h 266"/>
              <a:gd name="T12" fmla="*/ 100 w 122"/>
              <a:gd name="T13" fmla="*/ 136 h 266"/>
              <a:gd name="T14" fmla="*/ 81 w 122"/>
              <a:gd name="T15" fmla="*/ 208 h 266"/>
              <a:gd name="T16" fmla="*/ 83 w 122"/>
              <a:gd name="T17" fmla="*/ 225 h 266"/>
              <a:gd name="T18" fmla="*/ 114 w 122"/>
              <a:gd name="T19" fmla="*/ 209 h 266"/>
              <a:gd name="T20" fmla="*/ 122 w 122"/>
              <a:gd name="T21" fmla="*/ 219 h 266"/>
              <a:gd name="T22" fmla="*/ 39 w 122"/>
              <a:gd name="T23" fmla="*/ 266 h 266"/>
              <a:gd name="T24" fmla="*/ 24 w 122"/>
              <a:gd name="T25" fmla="*/ 219 h 266"/>
              <a:gd name="T26" fmla="*/ 120 w 122"/>
              <a:gd name="T27" fmla="*/ 26 h 266"/>
              <a:gd name="T28" fmla="*/ 85 w 122"/>
              <a:gd name="T29" fmla="*/ 60 h 266"/>
              <a:gd name="T30" fmla="*/ 58 w 122"/>
              <a:gd name="T31" fmla="*/ 33 h 266"/>
              <a:gd name="T32" fmla="*/ 93 w 122"/>
              <a:gd name="T33" fmla="*/ 0 h 266"/>
              <a:gd name="T34" fmla="*/ 120 w 122"/>
              <a:gd name="T35" fmla="*/ 26 h 2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22" h="266">
                <a:moveTo>
                  <a:pt x="24" y="219"/>
                </a:moveTo>
                <a:cubicBezTo>
                  <a:pt x="40" y="152"/>
                  <a:pt x="40" y="152"/>
                  <a:pt x="40" y="152"/>
                </a:cubicBezTo>
                <a:cubicBezTo>
                  <a:pt x="43" y="141"/>
                  <a:pt x="43" y="136"/>
                  <a:pt x="40" y="136"/>
                </a:cubicBezTo>
                <a:cubicBezTo>
                  <a:pt x="36" y="136"/>
                  <a:pt x="18" y="144"/>
                  <a:pt x="7" y="151"/>
                </a:cubicBezTo>
                <a:cubicBezTo>
                  <a:pt x="0" y="140"/>
                  <a:pt x="0" y="140"/>
                  <a:pt x="0" y="140"/>
                </a:cubicBezTo>
                <a:cubicBezTo>
                  <a:pt x="34" y="110"/>
                  <a:pt x="74" y="93"/>
                  <a:pt x="91" y="93"/>
                </a:cubicBezTo>
                <a:cubicBezTo>
                  <a:pt x="104" y="93"/>
                  <a:pt x="106" y="110"/>
                  <a:pt x="100" y="136"/>
                </a:cubicBezTo>
                <a:cubicBezTo>
                  <a:pt x="81" y="208"/>
                  <a:pt x="81" y="208"/>
                  <a:pt x="81" y="208"/>
                </a:cubicBezTo>
                <a:cubicBezTo>
                  <a:pt x="78" y="220"/>
                  <a:pt x="79" y="225"/>
                  <a:pt x="83" y="225"/>
                </a:cubicBezTo>
                <a:cubicBezTo>
                  <a:pt x="87" y="225"/>
                  <a:pt x="101" y="219"/>
                  <a:pt x="114" y="209"/>
                </a:cubicBezTo>
                <a:cubicBezTo>
                  <a:pt x="122" y="219"/>
                  <a:pt x="122" y="219"/>
                  <a:pt x="122" y="219"/>
                </a:cubicBezTo>
                <a:cubicBezTo>
                  <a:pt x="89" y="253"/>
                  <a:pt x="53" y="266"/>
                  <a:pt x="39" y="266"/>
                </a:cubicBezTo>
                <a:cubicBezTo>
                  <a:pt x="25" y="266"/>
                  <a:pt x="14" y="257"/>
                  <a:pt x="24" y="219"/>
                </a:cubicBezTo>
                <a:close/>
                <a:moveTo>
                  <a:pt x="120" y="26"/>
                </a:moveTo>
                <a:cubicBezTo>
                  <a:pt x="120" y="44"/>
                  <a:pt x="105" y="60"/>
                  <a:pt x="85" y="60"/>
                </a:cubicBezTo>
                <a:cubicBezTo>
                  <a:pt x="68" y="60"/>
                  <a:pt x="58" y="50"/>
                  <a:pt x="58" y="33"/>
                </a:cubicBezTo>
                <a:cubicBezTo>
                  <a:pt x="58" y="20"/>
                  <a:pt x="70" y="0"/>
                  <a:pt x="93" y="0"/>
                </a:cubicBezTo>
                <a:cubicBezTo>
                  <a:pt x="111" y="0"/>
                  <a:pt x="120" y="13"/>
                  <a:pt x="120" y="2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61" name="Freeform 64"/>
          <p:cNvSpPr>
            <a:spLocks/>
          </p:cNvSpPr>
          <p:nvPr/>
        </p:nvSpPr>
        <p:spPr bwMode="auto">
          <a:xfrm>
            <a:off x="5610315" y="3581851"/>
            <a:ext cx="289077" cy="278451"/>
          </a:xfrm>
          <a:custGeom>
            <a:avLst/>
            <a:gdLst>
              <a:gd name="T0" fmla="*/ 249 w 249"/>
              <a:gd name="T1" fmla="*/ 211 h 239"/>
              <a:gd name="T2" fmla="*/ 249 w 249"/>
              <a:gd name="T3" fmla="*/ 239 h 239"/>
              <a:gd name="T4" fmla="*/ 124 w 249"/>
              <a:gd name="T5" fmla="*/ 239 h 239"/>
              <a:gd name="T6" fmla="*/ 0 w 249"/>
              <a:gd name="T7" fmla="*/ 239 h 239"/>
              <a:gd name="T8" fmla="*/ 0 w 249"/>
              <a:gd name="T9" fmla="*/ 211 h 239"/>
              <a:gd name="T10" fmla="*/ 54 w 249"/>
              <a:gd name="T11" fmla="*/ 178 h 239"/>
              <a:gd name="T12" fmla="*/ 97 w 249"/>
              <a:gd name="T13" fmla="*/ 135 h 239"/>
              <a:gd name="T14" fmla="*/ 83 w 249"/>
              <a:gd name="T15" fmla="*/ 102 h 239"/>
              <a:gd name="T16" fmla="*/ 70 w 249"/>
              <a:gd name="T17" fmla="*/ 80 h 239"/>
              <a:gd name="T18" fmla="*/ 75 w 249"/>
              <a:gd name="T19" fmla="*/ 69 h 239"/>
              <a:gd name="T20" fmla="*/ 72 w 249"/>
              <a:gd name="T21" fmla="*/ 45 h 239"/>
              <a:gd name="T22" fmla="*/ 124 w 249"/>
              <a:gd name="T23" fmla="*/ 0 h 239"/>
              <a:gd name="T24" fmla="*/ 177 w 249"/>
              <a:gd name="T25" fmla="*/ 45 h 239"/>
              <a:gd name="T26" fmla="*/ 174 w 249"/>
              <a:gd name="T27" fmla="*/ 69 h 239"/>
              <a:gd name="T28" fmla="*/ 178 w 249"/>
              <a:gd name="T29" fmla="*/ 80 h 239"/>
              <a:gd name="T30" fmla="*/ 166 w 249"/>
              <a:gd name="T31" fmla="*/ 102 h 239"/>
              <a:gd name="T32" fmla="*/ 152 w 249"/>
              <a:gd name="T33" fmla="*/ 135 h 239"/>
              <a:gd name="T34" fmla="*/ 195 w 249"/>
              <a:gd name="T35" fmla="*/ 178 h 239"/>
              <a:gd name="T36" fmla="*/ 249 w 249"/>
              <a:gd name="T37" fmla="*/ 211 h 2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249" h="239">
                <a:moveTo>
                  <a:pt x="249" y="211"/>
                </a:moveTo>
                <a:cubicBezTo>
                  <a:pt x="249" y="219"/>
                  <a:pt x="249" y="239"/>
                  <a:pt x="249" y="239"/>
                </a:cubicBezTo>
                <a:cubicBezTo>
                  <a:pt x="124" y="239"/>
                  <a:pt x="124" y="239"/>
                  <a:pt x="124" y="239"/>
                </a:cubicBezTo>
                <a:cubicBezTo>
                  <a:pt x="0" y="239"/>
                  <a:pt x="0" y="239"/>
                  <a:pt x="0" y="239"/>
                </a:cubicBezTo>
                <a:cubicBezTo>
                  <a:pt x="0" y="239"/>
                  <a:pt x="0" y="219"/>
                  <a:pt x="0" y="211"/>
                </a:cubicBezTo>
                <a:cubicBezTo>
                  <a:pt x="0" y="203"/>
                  <a:pt x="21" y="190"/>
                  <a:pt x="54" y="178"/>
                </a:cubicBezTo>
                <a:cubicBezTo>
                  <a:pt x="87" y="166"/>
                  <a:pt x="97" y="156"/>
                  <a:pt x="97" y="135"/>
                </a:cubicBezTo>
                <a:cubicBezTo>
                  <a:pt x="97" y="122"/>
                  <a:pt x="87" y="126"/>
                  <a:pt x="83" y="102"/>
                </a:cubicBezTo>
                <a:cubicBezTo>
                  <a:pt x="81" y="93"/>
                  <a:pt x="72" y="102"/>
                  <a:pt x="70" y="80"/>
                </a:cubicBezTo>
                <a:cubicBezTo>
                  <a:pt x="70" y="71"/>
                  <a:pt x="75" y="69"/>
                  <a:pt x="75" y="69"/>
                </a:cubicBezTo>
                <a:cubicBezTo>
                  <a:pt x="75" y="69"/>
                  <a:pt x="73" y="55"/>
                  <a:pt x="72" y="45"/>
                </a:cubicBezTo>
                <a:cubicBezTo>
                  <a:pt x="71" y="33"/>
                  <a:pt x="79" y="0"/>
                  <a:pt x="124" y="0"/>
                </a:cubicBezTo>
                <a:cubicBezTo>
                  <a:pt x="170" y="0"/>
                  <a:pt x="178" y="33"/>
                  <a:pt x="177" y="45"/>
                </a:cubicBezTo>
                <a:cubicBezTo>
                  <a:pt x="176" y="55"/>
                  <a:pt x="174" y="69"/>
                  <a:pt x="174" y="69"/>
                </a:cubicBezTo>
                <a:cubicBezTo>
                  <a:pt x="174" y="69"/>
                  <a:pt x="178" y="71"/>
                  <a:pt x="178" y="80"/>
                </a:cubicBezTo>
                <a:cubicBezTo>
                  <a:pt x="177" y="102"/>
                  <a:pt x="168" y="93"/>
                  <a:pt x="166" y="102"/>
                </a:cubicBezTo>
                <a:cubicBezTo>
                  <a:pt x="162" y="126"/>
                  <a:pt x="152" y="122"/>
                  <a:pt x="152" y="135"/>
                </a:cubicBezTo>
                <a:cubicBezTo>
                  <a:pt x="152" y="156"/>
                  <a:pt x="163" y="166"/>
                  <a:pt x="195" y="178"/>
                </a:cubicBezTo>
                <a:cubicBezTo>
                  <a:pt x="228" y="190"/>
                  <a:pt x="249" y="203"/>
                  <a:pt x="249" y="21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62" name="Freeform 65"/>
          <p:cNvSpPr>
            <a:spLocks/>
          </p:cNvSpPr>
          <p:nvPr/>
        </p:nvSpPr>
        <p:spPr bwMode="auto">
          <a:xfrm>
            <a:off x="5956783" y="3579725"/>
            <a:ext cx="129660" cy="280576"/>
          </a:xfrm>
          <a:custGeom>
            <a:avLst/>
            <a:gdLst>
              <a:gd name="T0" fmla="*/ 54 w 110"/>
              <a:gd name="T1" fmla="*/ 141 h 242"/>
              <a:gd name="T2" fmla="*/ 3 w 110"/>
              <a:gd name="T3" fmla="*/ 115 h 242"/>
              <a:gd name="T4" fmla="*/ 98 w 110"/>
              <a:gd name="T5" fmla="*/ 2 h 242"/>
              <a:gd name="T6" fmla="*/ 58 w 110"/>
              <a:gd name="T7" fmla="*/ 101 h 242"/>
              <a:gd name="T8" fmla="*/ 109 w 110"/>
              <a:gd name="T9" fmla="*/ 127 h 242"/>
              <a:gd name="T10" fmla="*/ 13 w 110"/>
              <a:gd name="T11" fmla="*/ 241 h 242"/>
              <a:gd name="T12" fmla="*/ 54 w 110"/>
              <a:gd name="T13" fmla="*/ 141 h 2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10" h="242">
                <a:moveTo>
                  <a:pt x="54" y="141"/>
                </a:moveTo>
                <a:cubicBezTo>
                  <a:pt x="52" y="138"/>
                  <a:pt x="5" y="122"/>
                  <a:pt x="3" y="115"/>
                </a:cubicBezTo>
                <a:cubicBezTo>
                  <a:pt x="0" y="108"/>
                  <a:pt x="96" y="0"/>
                  <a:pt x="98" y="2"/>
                </a:cubicBezTo>
                <a:cubicBezTo>
                  <a:pt x="100" y="4"/>
                  <a:pt x="56" y="98"/>
                  <a:pt x="58" y="101"/>
                </a:cubicBezTo>
                <a:cubicBezTo>
                  <a:pt x="59" y="104"/>
                  <a:pt x="107" y="120"/>
                  <a:pt x="109" y="127"/>
                </a:cubicBezTo>
                <a:cubicBezTo>
                  <a:pt x="110" y="135"/>
                  <a:pt x="16" y="242"/>
                  <a:pt x="13" y="241"/>
                </a:cubicBezTo>
                <a:cubicBezTo>
                  <a:pt x="11" y="239"/>
                  <a:pt x="55" y="146"/>
                  <a:pt x="54" y="14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63" name="Freeform 66"/>
          <p:cNvSpPr>
            <a:spLocks/>
          </p:cNvSpPr>
          <p:nvPr/>
        </p:nvSpPr>
        <p:spPr bwMode="auto">
          <a:xfrm>
            <a:off x="6143835" y="3609483"/>
            <a:ext cx="212557" cy="218936"/>
          </a:xfrm>
          <a:custGeom>
            <a:avLst/>
            <a:gdLst>
              <a:gd name="T0" fmla="*/ 53 w 182"/>
              <a:gd name="T1" fmla="*/ 181 h 188"/>
              <a:gd name="T2" fmla="*/ 6 w 182"/>
              <a:gd name="T3" fmla="*/ 118 h 188"/>
              <a:gd name="T4" fmla="*/ 10 w 182"/>
              <a:gd name="T5" fmla="*/ 92 h 188"/>
              <a:gd name="T6" fmla="*/ 35 w 182"/>
              <a:gd name="T7" fmla="*/ 96 h 188"/>
              <a:gd name="T8" fmla="*/ 66 w 182"/>
              <a:gd name="T9" fmla="*/ 137 h 188"/>
              <a:gd name="T10" fmla="*/ 145 w 182"/>
              <a:gd name="T11" fmla="*/ 11 h 188"/>
              <a:gd name="T12" fmla="*/ 170 w 182"/>
              <a:gd name="T13" fmla="*/ 5 h 188"/>
              <a:gd name="T14" fmla="*/ 176 w 182"/>
              <a:gd name="T15" fmla="*/ 30 h 188"/>
              <a:gd name="T16" fmla="*/ 84 w 182"/>
              <a:gd name="T17" fmla="*/ 180 h 188"/>
              <a:gd name="T18" fmla="*/ 69 w 182"/>
              <a:gd name="T19" fmla="*/ 188 h 188"/>
              <a:gd name="T20" fmla="*/ 68 w 182"/>
              <a:gd name="T21" fmla="*/ 188 h 188"/>
              <a:gd name="T22" fmla="*/ 53 w 182"/>
              <a:gd name="T23" fmla="*/ 181 h 1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82" h="188">
                <a:moveTo>
                  <a:pt x="53" y="181"/>
                </a:moveTo>
                <a:cubicBezTo>
                  <a:pt x="6" y="118"/>
                  <a:pt x="6" y="118"/>
                  <a:pt x="6" y="118"/>
                </a:cubicBezTo>
                <a:cubicBezTo>
                  <a:pt x="0" y="110"/>
                  <a:pt x="1" y="98"/>
                  <a:pt x="10" y="92"/>
                </a:cubicBezTo>
                <a:cubicBezTo>
                  <a:pt x="18" y="86"/>
                  <a:pt x="29" y="88"/>
                  <a:pt x="35" y="96"/>
                </a:cubicBezTo>
                <a:cubicBezTo>
                  <a:pt x="66" y="137"/>
                  <a:pt x="66" y="137"/>
                  <a:pt x="66" y="137"/>
                </a:cubicBezTo>
                <a:cubicBezTo>
                  <a:pt x="145" y="11"/>
                  <a:pt x="145" y="11"/>
                  <a:pt x="145" y="11"/>
                </a:cubicBezTo>
                <a:cubicBezTo>
                  <a:pt x="150" y="2"/>
                  <a:pt x="162" y="0"/>
                  <a:pt x="170" y="5"/>
                </a:cubicBezTo>
                <a:cubicBezTo>
                  <a:pt x="179" y="10"/>
                  <a:pt x="182" y="22"/>
                  <a:pt x="176" y="30"/>
                </a:cubicBezTo>
                <a:cubicBezTo>
                  <a:pt x="84" y="180"/>
                  <a:pt x="84" y="180"/>
                  <a:pt x="84" y="180"/>
                </a:cubicBezTo>
                <a:cubicBezTo>
                  <a:pt x="81" y="184"/>
                  <a:pt x="75" y="188"/>
                  <a:pt x="69" y="188"/>
                </a:cubicBezTo>
                <a:cubicBezTo>
                  <a:pt x="69" y="188"/>
                  <a:pt x="69" y="188"/>
                  <a:pt x="68" y="188"/>
                </a:cubicBezTo>
                <a:cubicBezTo>
                  <a:pt x="62" y="188"/>
                  <a:pt x="57" y="185"/>
                  <a:pt x="53" y="18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64" name="Freeform 67"/>
          <p:cNvSpPr>
            <a:spLocks/>
          </p:cNvSpPr>
          <p:nvPr/>
        </p:nvSpPr>
        <p:spPr bwMode="auto">
          <a:xfrm>
            <a:off x="6415909" y="3594606"/>
            <a:ext cx="265697" cy="265697"/>
          </a:xfrm>
          <a:custGeom>
            <a:avLst/>
            <a:gdLst>
              <a:gd name="T0" fmla="*/ 158 w 229"/>
              <a:gd name="T1" fmla="*/ 0 h 229"/>
              <a:gd name="T2" fmla="*/ 183 w 229"/>
              <a:gd name="T3" fmla="*/ 19 h 229"/>
              <a:gd name="T4" fmla="*/ 183 w 229"/>
              <a:gd name="T5" fmla="*/ 184 h 229"/>
              <a:gd name="T6" fmla="*/ 19 w 229"/>
              <a:gd name="T7" fmla="*/ 184 h 229"/>
              <a:gd name="T8" fmla="*/ 0 w 229"/>
              <a:gd name="T9" fmla="*/ 159 h 229"/>
              <a:gd name="T10" fmla="*/ 139 w 229"/>
              <a:gd name="T11" fmla="*/ 139 h 229"/>
              <a:gd name="T12" fmla="*/ 158 w 229"/>
              <a:gd name="T13" fmla="*/ 0 h 2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29" h="229">
                <a:moveTo>
                  <a:pt x="158" y="0"/>
                </a:moveTo>
                <a:cubicBezTo>
                  <a:pt x="167" y="6"/>
                  <a:pt x="176" y="12"/>
                  <a:pt x="183" y="19"/>
                </a:cubicBezTo>
                <a:cubicBezTo>
                  <a:pt x="229" y="65"/>
                  <a:pt x="229" y="138"/>
                  <a:pt x="183" y="184"/>
                </a:cubicBezTo>
                <a:cubicBezTo>
                  <a:pt x="138" y="229"/>
                  <a:pt x="64" y="229"/>
                  <a:pt x="19" y="184"/>
                </a:cubicBezTo>
                <a:cubicBezTo>
                  <a:pt x="11" y="176"/>
                  <a:pt x="5" y="168"/>
                  <a:pt x="0" y="159"/>
                </a:cubicBezTo>
                <a:cubicBezTo>
                  <a:pt x="44" y="184"/>
                  <a:pt x="101" y="177"/>
                  <a:pt x="139" y="139"/>
                </a:cubicBezTo>
                <a:cubicBezTo>
                  <a:pt x="176" y="102"/>
                  <a:pt x="183" y="44"/>
                  <a:pt x="158" y="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65" name="Freeform 68"/>
          <p:cNvSpPr>
            <a:spLocks noEditPoints="1"/>
          </p:cNvSpPr>
          <p:nvPr/>
        </p:nvSpPr>
        <p:spPr bwMode="auto">
          <a:xfrm>
            <a:off x="6730494" y="3566973"/>
            <a:ext cx="172172" cy="308209"/>
          </a:xfrm>
          <a:custGeom>
            <a:avLst/>
            <a:gdLst>
              <a:gd name="T0" fmla="*/ 97 w 149"/>
              <a:gd name="T1" fmla="*/ 133 h 266"/>
              <a:gd name="T2" fmla="*/ 149 w 149"/>
              <a:gd name="T3" fmla="*/ 205 h 266"/>
              <a:gd name="T4" fmla="*/ 149 w 149"/>
              <a:gd name="T5" fmla="*/ 236 h 266"/>
              <a:gd name="T6" fmla="*/ 74 w 149"/>
              <a:gd name="T7" fmla="*/ 266 h 266"/>
              <a:gd name="T8" fmla="*/ 0 w 149"/>
              <a:gd name="T9" fmla="*/ 236 h 266"/>
              <a:gd name="T10" fmla="*/ 0 w 149"/>
              <a:gd name="T11" fmla="*/ 205 h 266"/>
              <a:gd name="T12" fmla="*/ 52 w 149"/>
              <a:gd name="T13" fmla="*/ 133 h 266"/>
              <a:gd name="T14" fmla="*/ 0 w 149"/>
              <a:gd name="T15" fmla="*/ 61 h 266"/>
              <a:gd name="T16" fmla="*/ 0 w 149"/>
              <a:gd name="T17" fmla="*/ 30 h 266"/>
              <a:gd name="T18" fmla="*/ 74 w 149"/>
              <a:gd name="T19" fmla="*/ 0 h 266"/>
              <a:gd name="T20" fmla="*/ 149 w 149"/>
              <a:gd name="T21" fmla="*/ 30 h 266"/>
              <a:gd name="T22" fmla="*/ 149 w 149"/>
              <a:gd name="T23" fmla="*/ 61 h 266"/>
              <a:gd name="T24" fmla="*/ 97 w 149"/>
              <a:gd name="T25" fmla="*/ 133 h 266"/>
              <a:gd name="T26" fmla="*/ 17 w 149"/>
              <a:gd name="T27" fmla="*/ 39 h 266"/>
              <a:gd name="T28" fmla="*/ 74 w 149"/>
              <a:gd name="T29" fmla="*/ 53 h 266"/>
              <a:gd name="T30" fmla="*/ 133 w 149"/>
              <a:gd name="T31" fmla="*/ 40 h 266"/>
              <a:gd name="T32" fmla="*/ 129 w 149"/>
              <a:gd name="T33" fmla="*/ 31 h 266"/>
              <a:gd name="T34" fmla="*/ 75 w 149"/>
              <a:gd name="T35" fmla="*/ 17 h 266"/>
              <a:gd name="T36" fmla="*/ 21 w 149"/>
              <a:gd name="T37" fmla="*/ 31 h 266"/>
              <a:gd name="T38" fmla="*/ 17 w 149"/>
              <a:gd name="T39" fmla="*/ 39 h 266"/>
              <a:gd name="T40" fmla="*/ 108 w 149"/>
              <a:gd name="T41" fmla="*/ 93 h 266"/>
              <a:gd name="T42" fmla="*/ 133 w 149"/>
              <a:gd name="T43" fmla="*/ 61 h 266"/>
              <a:gd name="T44" fmla="*/ 133 w 149"/>
              <a:gd name="T45" fmla="*/ 48 h 266"/>
              <a:gd name="T46" fmla="*/ 74 w 149"/>
              <a:gd name="T47" fmla="*/ 62 h 266"/>
              <a:gd name="T48" fmla="*/ 16 w 149"/>
              <a:gd name="T49" fmla="*/ 48 h 266"/>
              <a:gd name="T50" fmla="*/ 16 w 149"/>
              <a:gd name="T51" fmla="*/ 61 h 266"/>
              <a:gd name="T52" fmla="*/ 40 w 149"/>
              <a:gd name="T53" fmla="*/ 93 h 266"/>
              <a:gd name="T54" fmla="*/ 68 w 149"/>
              <a:gd name="T55" fmla="*/ 133 h 266"/>
              <a:gd name="T56" fmla="*/ 40 w 149"/>
              <a:gd name="T57" fmla="*/ 173 h 266"/>
              <a:gd name="T58" fmla="*/ 16 w 149"/>
              <a:gd name="T59" fmla="*/ 205 h 266"/>
              <a:gd name="T60" fmla="*/ 16 w 149"/>
              <a:gd name="T61" fmla="*/ 223 h 266"/>
              <a:gd name="T62" fmla="*/ 68 w 149"/>
              <a:gd name="T63" fmla="*/ 189 h 266"/>
              <a:gd name="T64" fmla="*/ 81 w 149"/>
              <a:gd name="T65" fmla="*/ 189 h 266"/>
              <a:gd name="T66" fmla="*/ 133 w 149"/>
              <a:gd name="T67" fmla="*/ 223 h 266"/>
              <a:gd name="T68" fmla="*/ 133 w 149"/>
              <a:gd name="T69" fmla="*/ 205 h 266"/>
              <a:gd name="T70" fmla="*/ 108 w 149"/>
              <a:gd name="T71" fmla="*/ 173 h 266"/>
              <a:gd name="T72" fmla="*/ 81 w 149"/>
              <a:gd name="T73" fmla="*/ 133 h 266"/>
              <a:gd name="T74" fmla="*/ 108 w 149"/>
              <a:gd name="T75" fmla="*/ 93 h 2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49" h="266">
                <a:moveTo>
                  <a:pt x="97" y="133"/>
                </a:moveTo>
                <a:cubicBezTo>
                  <a:pt x="97" y="153"/>
                  <a:pt x="149" y="177"/>
                  <a:pt x="149" y="205"/>
                </a:cubicBezTo>
                <a:cubicBezTo>
                  <a:pt x="149" y="234"/>
                  <a:pt x="149" y="236"/>
                  <a:pt x="149" y="236"/>
                </a:cubicBezTo>
                <a:cubicBezTo>
                  <a:pt x="149" y="247"/>
                  <a:pt x="116" y="266"/>
                  <a:pt x="74" y="266"/>
                </a:cubicBezTo>
                <a:cubicBezTo>
                  <a:pt x="33" y="266"/>
                  <a:pt x="0" y="247"/>
                  <a:pt x="0" y="236"/>
                </a:cubicBezTo>
                <a:cubicBezTo>
                  <a:pt x="0" y="236"/>
                  <a:pt x="0" y="234"/>
                  <a:pt x="0" y="205"/>
                </a:cubicBezTo>
                <a:cubicBezTo>
                  <a:pt x="0" y="177"/>
                  <a:pt x="52" y="153"/>
                  <a:pt x="52" y="133"/>
                </a:cubicBezTo>
                <a:cubicBezTo>
                  <a:pt x="52" y="113"/>
                  <a:pt x="0" y="90"/>
                  <a:pt x="0" y="61"/>
                </a:cubicBezTo>
                <a:cubicBezTo>
                  <a:pt x="0" y="33"/>
                  <a:pt x="0" y="30"/>
                  <a:pt x="0" y="30"/>
                </a:cubicBezTo>
                <a:cubicBezTo>
                  <a:pt x="0" y="20"/>
                  <a:pt x="33" y="0"/>
                  <a:pt x="74" y="0"/>
                </a:cubicBezTo>
                <a:cubicBezTo>
                  <a:pt x="116" y="0"/>
                  <a:pt x="149" y="20"/>
                  <a:pt x="149" y="30"/>
                </a:cubicBezTo>
                <a:cubicBezTo>
                  <a:pt x="149" y="30"/>
                  <a:pt x="149" y="33"/>
                  <a:pt x="149" y="61"/>
                </a:cubicBezTo>
                <a:cubicBezTo>
                  <a:pt x="149" y="90"/>
                  <a:pt x="97" y="113"/>
                  <a:pt x="97" y="133"/>
                </a:cubicBezTo>
                <a:close/>
                <a:moveTo>
                  <a:pt x="17" y="39"/>
                </a:moveTo>
                <a:cubicBezTo>
                  <a:pt x="28" y="46"/>
                  <a:pt x="49" y="53"/>
                  <a:pt x="74" y="53"/>
                </a:cubicBezTo>
                <a:cubicBezTo>
                  <a:pt x="100" y="53"/>
                  <a:pt x="122" y="46"/>
                  <a:pt x="133" y="40"/>
                </a:cubicBezTo>
                <a:cubicBezTo>
                  <a:pt x="138" y="37"/>
                  <a:pt x="130" y="32"/>
                  <a:pt x="129" y="31"/>
                </a:cubicBezTo>
                <a:cubicBezTo>
                  <a:pt x="129" y="31"/>
                  <a:pt x="104" y="17"/>
                  <a:pt x="75" y="17"/>
                </a:cubicBezTo>
                <a:cubicBezTo>
                  <a:pt x="47" y="17"/>
                  <a:pt x="30" y="25"/>
                  <a:pt x="21" y="31"/>
                </a:cubicBezTo>
                <a:cubicBezTo>
                  <a:pt x="21" y="31"/>
                  <a:pt x="12" y="36"/>
                  <a:pt x="17" y="39"/>
                </a:cubicBezTo>
                <a:close/>
                <a:moveTo>
                  <a:pt x="108" y="93"/>
                </a:moveTo>
                <a:cubicBezTo>
                  <a:pt x="118" y="84"/>
                  <a:pt x="133" y="70"/>
                  <a:pt x="133" y="61"/>
                </a:cubicBezTo>
                <a:cubicBezTo>
                  <a:pt x="133" y="48"/>
                  <a:pt x="133" y="48"/>
                  <a:pt x="133" y="48"/>
                </a:cubicBezTo>
                <a:cubicBezTo>
                  <a:pt x="119" y="55"/>
                  <a:pt x="98" y="62"/>
                  <a:pt x="74" y="62"/>
                </a:cubicBezTo>
                <a:cubicBezTo>
                  <a:pt x="51" y="62"/>
                  <a:pt x="29" y="55"/>
                  <a:pt x="16" y="48"/>
                </a:cubicBezTo>
                <a:cubicBezTo>
                  <a:pt x="16" y="61"/>
                  <a:pt x="16" y="61"/>
                  <a:pt x="16" y="61"/>
                </a:cubicBezTo>
                <a:cubicBezTo>
                  <a:pt x="16" y="70"/>
                  <a:pt x="30" y="84"/>
                  <a:pt x="40" y="93"/>
                </a:cubicBezTo>
                <a:cubicBezTo>
                  <a:pt x="55" y="107"/>
                  <a:pt x="68" y="117"/>
                  <a:pt x="68" y="133"/>
                </a:cubicBezTo>
                <a:cubicBezTo>
                  <a:pt x="68" y="149"/>
                  <a:pt x="55" y="159"/>
                  <a:pt x="40" y="173"/>
                </a:cubicBezTo>
                <a:cubicBezTo>
                  <a:pt x="30" y="183"/>
                  <a:pt x="16" y="196"/>
                  <a:pt x="16" y="205"/>
                </a:cubicBezTo>
                <a:cubicBezTo>
                  <a:pt x="16" y="223"/>
                  <a:pt x="16" y="223"/>
                  <a:pt x="16" y="223"/>
                </a:cubicBezTo>
                <a:cubicBezTo>
                  <a:pt x="29" y="217"/>
                  <a:pt x="68" y="210"/>
                  <a:pt x="68" y="189"/>
                </a:cubicBezTo>
                <a:cubicBezTo>
                  <a:pt x="68" y="179"/>
                  <a:pt x="81" y="179"/>
                  <a:pt x="81" y="189"/>
                </a:cubicBezTo>
                <a:cubicBezTo>
                  <a:pt x="81" y="210"/>
                  <a:pt x="120" y="217"/>
                  <a:pt x="133" y="223"/>
                </a:cubicBezTo>
                <a:cubicBezTo>
                  <a:pt x="133" y="205"/>
                  <a:pt x="133" y="205"/>
                  <a:pt x="133" y="205"/>
                </a:cubicBezTo>
                <a:cubicBezTo>
                  <a:pt x="133" y="196"/>
                  <a:pt x="118" y="183"/>
                  <a:pt x="108" y="173"/>
                </a:cubicBezTo>
                <a:cubicBezTo>
                  <a:pt x="95" y="159"/>
                  <a:pt x="81" y="149"/>
                  <a:pt x="81" y="133"/>
                </a:cubicBezTo>
                <a:cubicBezTo>
                  <a:pt x="81" y="117"/>
                  <a:pt x="95" y="107"/>
                  <a:pt x="108" y="9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66" name="Freeform 69"/>
          <p:cNvSpPr>
            <a:spLocks noEditPoints="1"/>
          </p:cNvSpPr>
          <p:nvPr/>
        </p:nvSpPr>
        <p:spPr bwMode="auto">
          <a:xfrm>
            <a:off x="6964305" y="3575475"/>
            <a:ext cx="301832" cy="267824"/>
          </a:xfrm>
          <a:custGeom>
            <a:avLst/>
            <a:gdLst>
              <a:gd name="T0" fmla="*/ 260 w 260"/>
              <a:gd name="T1" fmla="*/ 73 h 230"/>
              <a:gd name="T2" fmla="*/ 241 w 260"/>
              <a:gd name="T3" fmla="*/ 91 h 230"/>
              <a:gd name="T4" fmla="*/ 18 w 260"/>
              <a:gd name="T5" fmla="*/ 91 h 230"/>
              <a:gd name="T6" fmla="*/ 0 w 260"/>
              <a:gd name="T7" fmla="*/ 73 h 230"/>
              <a:gd name="T8" fmla="*/ 260 w 260"/>
              <a:gd name="T9" fmla="*/ 73 h 230"/>
              <a:gd name="T10" fmla="*/ 223 w 260"/>
              <a:gd name="T11" fmla="*/ 110 h 230"/>
              <a:gd name="T12" fmla="*/ 204 w 260"/>
              <a:gd name="T13" fmla="*/ 129 h 230"/>
              <a:gd name="T14" fmla="*/ 56 w 260"/>
              <a:gd name="T15" fmla="*/ 129 h 230"/>
              <a:gd name="T16" fmla="*/ 37 w 260"/>
              <a:gd name="T17" fmla="*/ 110 h 230"/>
              <a:gd name="T18" fmla="*/ 223 w 260"/>
              <a:gd name="T19" fmla="*/ 110 h 230"/>
              <a:gd name="T20" fmla="*/ 186 w 260"/>
              <a:gd name="T21" fmla="*/ 148 h 230"/>
              <a:gd name="T22" fmla="*/ 167 w 260"/>
              <a:gd name="T23" fmla="*/ 166 h 230"/>
              <a:gd name="T24" fmla="*/ 93 w 260"/>
              <a:gd name="T25" fmla="*/ 166 h 230"/>
              <a:gd name="T26" fmla="*/ 74 w 260"/>
              <a:gd name="T27" fmla="*/ 148 h 230"/>
              <a:gd name="T28" fmla="*/ 186 w 260"/>
              <a:gd name="T29" fmla="*/ 148 h 230"/>
              <a:gd name="T30" fmla="*/ 156 w 260"/>
              <a:gd name="T31" fmla="*/ 204 h 230"/>
              <a:gd name="T32" fmla="*/ 130 w 260"/>
              <a:gd name="T33" fmla="*/ 230 h 230"/>
              <a:gd name="T34" fmla="*/ 104 w 260"/>
              <a:gd name="T35" fmla="*/ 204 h 230"/>
              <a:gd name="T36" fmla="*/ 130 w 260"/>
              <a:gd name="T37" fmla="*/ 177 h 230"/>
              <a:gd name="T38" fmla="*/ 156 w 260"/>
              <a:gd name="T39" fmla="*/ 204 h 2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260" h="230">
                <a:moveTo>
                  <a:pt x="260" y="73"/>
                </a:moveTo>
                <a:cubicBezTo>
                  <a:pt x="241" y="91"/>
                  <a:pt x="241" y="91"/>
                  <a:pt x="241" y="91"/>
                </a:cubicBezTo>
                <a:cubicBezTo>
                  <a:pt x="180" y="29"/>
                  <a:pt x="80" y="29"/>
                  <a:pt x="18" y="91"/>
                </a:cubicBezTo>
                <a:cubicBezTo>
                  <a:pt x="0" y="73"/>
                  <a:pt x="0" y="73"/>
                  <a:pt x="0" y="73"/>
                </a:cubicBezTo>
                <a:cubicBezTo>
                  <a:pt x="72" y="0"/>
                  <a:pt x="188" y="0"/>
                  <a:pt x="260" y="73"/>
                </a:cubicBezTo>
                <a:close/>
                <a:moveTo>
                  <a:pt x="223" y="110"/>
                </a:moveTo>
                <a:cubicBezTo>
                  <a:pt x="204" y="129"/>
                  <a:pt x="204" y="129"/>
                  <a:pt x="204" y="129"/>
                </a:cubicBezTo>
                <a:cubicBezTo>
                  <a:pt x="163" y="88"/>
                  <a:pt x="97" y="88"/>
                  <a:pt x="56" y="129"/>
                </a:cubicBezTo>
                <a:cubicBezTo>
                  <a:pt x="37" y="110"/>
                  <a:pt x="37" y="110"/>
                  <a:pt x="37" y="110"/>
                </a:cubicBezTo>
                <a:cubicBezTo>
                  <a:pt x="88" y="58"/>
                  <a:pt x="172" y="58"/>
                  <a:pt x="223" y="110"/>
                </a:cubicBezTo>
                <a:close/>
                <a:moveTo>
                  <a:pt x="186" y="148"/>
                </a:moveTo>
                <a:cubicBezTo>
                  <a:pt x="167" y="166"/>
                  <a:pt x="167" y="166"/>
                  <a:pt x="167" y="166"/>
                </a:cubicBezTo>
                <a:cubicBezTo>
                  <a:pt x="147" y="145"/>
                  <a:pt x="113" y="145"/>
                  <a:pt x="93" y="166"/>
                </a:cubicBezTo>
                <a:cubicBezTo>
                  <a:pt x="74" y="148"/>
                  <a:pt x="74" y="148"/>
                  <a:pt x="74" y="148"/>
                </a:cubicBezTo>
                <a:cubicBezTo>
                  <a:pt x="105" y="116"/>
                  <a:pt x="155" y="116"/>
                  <a:pt x="186" y="148"/>
                </a:cubicBezTo>
                <a:close/>
                <a:moveTo>
                  <a:pt x="156" y="204"/>
                </a:moveTo>
                <a:cubicBezTo>
                  <a:pt x="156" y="219"/>
                  <a:pt x="145" y="230"/>
                  <a:pt x="130" y="230"/>
                </a:cubicBezTo>
                <a:cubicBezTo>
                  <a:pt x="116" y="230"/>
                  <a:pt x="104" y="219"/>
                  <a:pt x="104" y="204"/>
                </a:cubicBezTo>
                <a:cubicBezTo>
                  <a:pt x="104" y="189"/>
                  <a:pt x="116" y="177"/>
                  <a:pt x="130" y="177"/>
                </a:cubicBezTo>
                <a:cubicBezTo>
                  <a:pt x="145" y="177"/>
                  <a:pt x="156" y="189"/>
                  <a:pt x="156" y="20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67" name="Freeform 70"/>
          <p:cNvSpPr>
            <a:spLocks noEditPoints="1"/>
          </p:cNvSpPr>
          <p:nvPr/>
        </p:nvSpPr>
        <p:spPr bwMode="auto">
          <a:xfrm>
            <a:off x="7327779" y="3592479"/>
            <a:ext cx="259320" cy="259320"/>
          </a:xfrm>
          <a:custGeom>
            <a:avLst/>
            <a:gdLst>
              <a:gd name="T0" fmla="*/ 223 w 223"/>
              <a:gd name="T1" fmla="*/ 111 h 223"/>
              <a:gd name="T2" fmla="*/ 112 w 223"/>
              <a:gd name="T3" fmla="*/ 223 h 223"/>
              <a:gd name="T4" fmla="*/ 0 w 223"/>
              <a:gd name="T5" fmla="*/ 111 h 223"/>
              <a:gd name="T6" fmla="*/ 112 w 223"/>
              <a:gd name="T7" fmla="*/ 0 h 223"/>
              <a:gd name="T8" fmla="*/ 223 w 223"/>
              <a:gd name="T9" fmla="*/ 111 h 223"/>
              <a:gd name="T10" fmla="*/ 44 w 223"/>
              <a:gd name="T11" fmla="*/ 97 h 223"/>
              <a:gd name="T12" fmla="*/ 44 w 223"/>
              <a:gd name="T13" fmla="*/ 124 h 223"/>
              <a:gd name="T14" fmla="*/ 179 w 223"/>
              <a:gd name="T15" fmla="*/ 124 h 223"/>
              <a:gd name="T16" fmla="*/ 179 w 223"/>
              <a:gd name="T17" fmla="*/ 97 h 223"/>
              <a:gd name="T18" fmla="*/ 44 w 223"/>
              <a:gd name="T19" fmla="*/ 97 h 2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223" h="223">
                <a:moveTo>
                  <a:pt x="223" y="111"/>
                </a:moveTo>
                <a:cubicBezTo>
                  <a:pt x="223" y="173"/>
                  <a:pt x="173" y="223"/>
                  <a:pt x="112" y="223"/>
                </a:cubicBezTo>
                <a:cubicBezTo>
                  <a:pt x="50" y="223"/>
                  <a:pt x="0" y="173"/>
                  <a:pt x="0" y="111"/>
                </a:cubicBezTo>
                <a:cubicBezTo>
                  <a:pt x="0" y="50"/>
                  <a:pt x="50" y="0"/>
                  <a:pt x="112" y="0"/>
                </a:cubicBezTo>
                <a:cubicBezTo>
                  <a:pt x="173" y="0"/>
                  <a:pt x="223" y="50"/>
                  <a:pt x="223" y="111"/>
                </a:cubicBezTo>
                <a:close/>
                <a:moveTo>
                  <a:pt x="44" y="97"/>
                </a:moveTo>
                <a:cubicBezTo>
                  <a:pt x="44" y="124"/>
                  <a:pt x="44" y="124"/>
                  <a:pt x="44" y="124"/>
                </a:cubicBezTo>
                <a:cubicBezTo>
                  <a:pt x="179" y="124"/>
                  <a:pt x="179" y="124"/>
                  <a:pt x="179" y="124"/>
                </a:cubicBezTo>
                <a:cubicBezTo>
                  <a:pt x="179" y="97"/>
                  <a:pt x="179" y="97"/>
                  <a:pt x="179" y="97"/>
                </a:cubicBezTo>
                <a:lnTo>
                  <a:pt x="44" y="9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68" name="Freeform 71"/>
          <p:cNvSpPr>
            <a:spLocks noEditPoints="1"/>
          </p:cNvSpPr>
          <p:nvPr/>
        </p:nvSpPr>
        <p:spPr bwMode="auto">
          <a:xfrm>
            <a:off x="7648741" y="3590355"/>
            <a:ext cx="216808" cy="261447"/>
          </a:xfrm>
          <a:custGeom>
            <a:avLst/>
            <a:gdLst>
              <a:gd name="T0" fmla="*/ 186 w 186"/>
              <a:gd name="T1" fmla="*/ 95 h 225"/>
              <a:gd name="T2" fmla="*/ 186 w 186"/>
              <a:gd name="T3" fmla="*/ 199 h 225"/>
              <a:gd name="T4" fmla="*/ 173 w 186"/>
              <a:gd name="T5" fmla="*/ 216 h 225"/>
              <a:gd name="T6" fmla="*/ 157 w 186"/>
              <a:gd name="T7" fmla="*/ 221 h 225"/>
              <a:gd name="T8" fmla="*/ 131 w 186"/>
              <a:gd name="T9" fmla="*/ 225 h 225"/>
              <a:gd name="T10" fmla="*/ 54 w 186"/>
              <a:gd name="T11" fmla="*/ 225 h 225"/>
              <a:gd name="T12" fmla="*/ 28 w 186"/>
              <a:gd name="T13" fmla="*/ 221 h 225"/>
              <a:gd name="T14" fmla="*/ 13 w 186"/>
              <a:gd name="T15" fmla="*/ 216 h 225"/>
              <a:gd name="T16" fmla="*/ 0 w 186"/>
              <a:gd name="T17" fmla="*/ 199 h 225"/>
              <a:gd name="T18" fmla="*/ 0 w 186"/>
              <a:gd name="T19" fmla="*/ 95 h 225"/>
              <a:gd name="T20" fmla="*/ 14 w 186"/>
              <a:gd name="T21" fmla="*/ 79 h 225"/>
              <a:gd name="T22" fmla="*/ 40 w 186"/>
              <a:gd name="T23" fmla="*/ 79 h 225"/>
              <a:gd name="T24" fmla="*/ 40 w 186"/>
              <a:gd name="T25" fmla="*/ 61 h 225"/>
              <a:gd name="T26" fmla="*/ 93 w 186"/>
              <a:gd name="T27" fmla="*/ 0 h 225"/>
              <a:gd name="T28" fmla="*/ 146 w 186"/>
              <a:gd name="T29" fmla="*/ 61 h 225"/>
              <a:gd name="T30" fmla="*/ 146 w 186"/>
              <a:gd name="T31" fmla="*/ 79 h 225"/>
              <a:gd name="T32" fmla="*/ 170 w 186"/>
              <a:gd name="T33" fmla="*/ 79 h 225"/>
              <a:gd name="T34" fmla="*/ 186 w 186"/>
              <a:gd name="T35" fmla="*/ 95 h 225"/>
              <a:gd name="T36" fmla="*/ 67 w 186"/>
              <a:gd name="T37" fmla="*/ 79 h 225"/>
              <a:gd name="T38" fmla="*/ 120 w 186"/>
              <a:gd name="T39" fmla="*/ 79 h 225"/>
              <a:gd name="T40" fmla="*/ 120 w 186"/>
              <a:gd name="T41" fmla="*/ 55 h 225"/>
              <a:gd name="T42" fmla="*/ 93 w 186"/>
              <a:gd name="T43" fmla="*/ 26 h 225"/>
              <a:gd name="T44" fmla="*/ 67 w 186"/>
              <a:gd name="T45" fmla="*/ 55 h 225"/>
              <a:gd name="T46" fmla="*/ 67 w 186"/>
              <a:gd name="T47" fmla="*/ 79 h 2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186" h="225">
                <a:moveTo>
                  <a:pt x="186" y="95"/>
                </a:moveTo>
                <a:cubicBezTo>
                  <a:pt x="186" y="199"/>
                  <a:pt x="186" y="199"/>
                  <a:pt x="186" y="199"/>
                </a:cubicBezTo>
                <a:cubicBezTo>
                  <a:pt x="186" y="206"/>
                  <a:pt x="180" y="214"/>
                  <a:pt x="173" y="216"/>
                </a:cubicBezTo>
                <a:cubicBezTo>
                  <a:pt x="157" y="221"/>
                  <a:pt x="157" y="221"/>
                  <a:pt x="157" y="221"/>
                </a:cubicBezTo>
                <a:cubicBezTo>
                  <a:pt x="151" y="223"/>
                  <a:pt x="139" y="225"/>
                  <a:pt x="131" y="225"/>
                </a:cubicBezTo>
                <a:cubicBezTo>
                  <a:pt x="54" y="225"/>
                  <a:pt x="54" y="225"/>
                  <a:pt x="54" y="225"/>
                </a:cubicBezTo>
                <a:cubicBezTo>
                  <a:pt x="47" y="225"/>
                  <a:pt x="35" y="223"/>
                  <a:pt x="28" y="221"/>
                </a:cubicBezTo>
                <a:cubicBezTo>
                  <a:pt x="13" y="216"/>
                  <a:pt x="13" y="216"/>
                  <a:pt x="13" y="216"/>
                </a:cubicBezTo>
                <a:cubicBezTo>
                  <a:pt x="6" y="214"/>
                  <a:pt x="0" y="206"/>
                  <a:pt x="0" y="199"/>
                </a:cubicBezTo>
                <a:cubicBezTo>
                  <a:pt x="0" y="95"/>
                  <a:pt x="0" y="95"/>
                  <a:pt x="0" y="95"/>
                </a:cubicBezTo>
                <a:cubicBezTo>
                  <a:pt x="0" y="88"/>
                  <a:pt x="6" y="79"/>
                  <a:pt x="14" y="79"/>
                </a:cubicBezTo>
                <a:cubicBezTo>
                  <a:pt x="40" y="79"/>
                  <a:pt x="40" y="79"/>
                  <a:pt x="40" y="79"/>
                </a:cubicBezTo>
                <a:cubicBezTo>
                  <a:pt x="40" y="61"/>
                  <a:pt x="40" y="61"/>
                  <a:pt x="40" y="61"/>
                </a:cubicBezTo>
                <a:cubicBezTo>
                  <a:pt x="40" y="22"/>
                  <a:pt x="58" y="0"/>
                  <a:pt x="93" y="0"/>
                </a:cubicBezTo>
                <a:cubicBezTo>
                  <a:pt x="128" y="0"/>
                  <a:pt x="146" y="22"/>
                  <a:pt x="146" y="61"/>
                </a:cubicBezTo>
                <a:cubicBezTo>
                  <a:pt x="146" y="79"/>
                  <a:pt x="146" y="79"/>
                  <a:pt x="146" y="79"/>
                </a:cubicBezTo>
                <a:cubicBezTo>
                  <a:pt x="170" y="79"/>
                  <a:pt x="170" y="79"/>
                  <a:pt x="170" y="79"/>
                </a:cubicBezTo>
                <a:cubicBezTo>
                  <a:pt x="177" y="79"/>
                  <a:pt x="186" y="88"/>
                  <a:pt x="186" y="95"/>
                </a:cubicBezTo>
                <a:close/>
                <a:moveTo>
                  <a:pt x="67" y="79"/>
                </a:moveTo>
                <a:cubicBezTo>
                  <a:pt x="120" y="79"/>
                  <a:pt x="120" y="79"/>
                  <a:pt x="120" y="79"/>
                </a:cubicBezTo>
                <a:cubicBezTo>
                  <a:pt x="120" y="55"/>
                  <a:pt x="120" y="55"/>
                  <a:pt x="120" y="55"/>
                </a:cubicBezTo>
                <a:cubicBezTo>
                  <a:pt x="120" y="36"/>
                  <a:pt x="109" y="26"/>
                  <a:pt x="93" y="26"/>
                </a:cubicBezTo>
                <a:cubicBezTo>
                  <a:pt x="77" y="26"/>
                  <a:pt x="67" y="36"/>
                  <a:pt x="67" y="55"/>
                </a:cubicBezTo>
                <a:lnTo>
                  <a:pt x="67" y="7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69" name="Freeform 72"/>
          <p:cNvSpPr>
            <a:spLocks noEditPoints="1"/>
          </p:cNvSpPr>
          <p:nvPr/>
        </p:nvSpPr>
        <p:spPr bwMode="auto">
          <a:xfrm>
            <a:off x="7927193" y="3592479"/>
            <a:ext cx="265697" cy="259320"/>
          </a:xfrm>
          <a:custGeom>
            <a:avLst/>
            <a:gdLst>
              <a:gd name="T0" fmla="*/ 229 w 230"/>
              <a:gd name="T1" fmla="*/ 43 h 223"/>
              <a:gd name="T2" fmla="*/ 203 w 230"/>
              <a:gd name="T3" fmla="*/ 215 h 223"/>
              <a:gd name="T4" fmla="*/ 193 w 230"/>
              <a:gd name="T5" fmla="*/ 223 h 223"/>
              <a:gd name="T6" fmla="*/ 37 w 230"/>
              <a:gd name="T7" fmla="*/ 223 h 223"/>
              <a:gd name="T8" fmla="*/ 26 w 230"/>
              <a:gd name="T9" fmla="*/ 215 h 223"/>
              <a:gd name="T10" fmla="*/ 1 w 230"/>
              <a:gd name="T11" fmla="*/ 43 h 223"/>
              <a:gd name="T12" fmla="*/ 7 w 230"/>
              <a:gd name="T13" fmla="*/ 27 h 223"/>
              <a:gd name="T14" fmla="*/ 36 w 230"/>
              <a:gd name="T15" fmla="*/ 4 h 223"/>
              <a:gd name="T16" fmla="*/ 51 w 230"/>
              <a:gd name="T17" fmla="*/ 0 h 223"/>
              <a:gd name="T18" fmla="*/ 179 w 230"/>
              <a:gd name="T19" fmla="*/ 0 h 223"/>
              <a:gd name="T20" fmla="*/ 194 w 230"/>
              <a:gd name="T21" fmla="*/ 4 h 223"/>
              <a:gd name="T22" fmla="*/ 223 w 230"/>
              <a:gd name="T23" fmla="*/ 27 h 223"/>
              <a:gd name="T24" fmla="*/ 229 w 230"/>
              <a:gd name="T25" fmla="*/ 43 h 223"/>
              <a:gd name="T26" fmla="*/ 208 w 230"/>
              <a:gd name="T27" fmla="*/ 45 h 223"/>
              <a:gd name="T28" fmla="*/ 179 w 230"/>
              <a:gd name="T29" fmla="*/ 15 h 223"/>
              <a:gd name="T30" fmla="*/ 51 w 230"/>
              <a:gd name="T31" fmla="*/ 15 h 223"/>
              <a:gd name="T32" fmla="*/ 22 w 230"/>
              <a:gd name="T33" fmla="*/ 45 h 223"/>
              <a:gd name="T34" fmla="*/ 208 w 230"/>
              <a:gd name="T35" fmla="*/ 45 h 223"/>
              <a:gd name="T36" fmla="*/ 169 w 230"/>
              <a:gd name="T37" fmla="*/ 69 h 223"/>
              <a:gd name="T38" fmla="*/ 145 w 230"/>
              <a:gd name="T39" fmla="*/ 69 h 223"/>
              <a:gd name="T40" fmla="*/ 115 w 230"/>
              <a:gd name="T41" fmla="*/ 119 h 223"/>
              <a:gd name="T42" fmla="*/ 85 w 230"/>
              <a:gd name="T43" fmla="*/ 69 h 223"/>
              <a:gd name="T44" fmla="*/ 60 w 230"/>
              <a:gd name="T45" fmla="*/ 69 h 223"/>
              <a:gd name="T46" fmla="*/ 115 w 230"/>
              <a:gd name="T47" fmla="*/ 142 h 223"/>
              <a:gd name="T48" fmla="*/ 169 w 230"/>
              <a:gd name="T49" fmla="*/ 69 h 2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230" h="223">
                <a:moveTo>
                  <a:pt x="229" y="43"/>
                </a:moveTo>
                <a:cubicBezTo>
                  <a:pt x="228" y="50"/>
                  <a:pt x="203" y="215"/>
                  <a:pt x="203" y="215"/>
                </a:cubicBezTo>
                <a:cubicBezTo>
                  <a:pt x="202" y="219"/>
                  <a:pt x="197" y="223"/>
                  <a:pt x="193" y="223"/>
                </a:cubicBezTo>
                <a:cubicBezTo>
                  <a:pt x="37" y="223"/>
                  <a:pt x="37" y="223"/>
                  <a:pt x="37" y="223"/>
                </a:cubicBezTo>
                <a:cubicBezTo>
                  <a:pt x="33" y="223"/>
                  <a:pt x="28" y="219"/>
                  <a:pt x="26" y="215"/>
                </a:cubicBezTo>
                <a:cubicBezTo>
                  <a:pt x="26" y="215"/>
                  <a:pt x="2" y="50"/>
                  <a:pt x="1" y="43"/>
                </a:cubicBezTo>
                <a:cubicBezTo>
                  <a:pt x="0" y="36"/>
                  <a:pt x="3" y="30"/>
                  <a:pt x="7" y="27"/>
                </a:cubicBezTo>
                <a:cubicBezTo>
                  <a:pt x="11" y="24"/>
                  <a:pt x="32" y="8"/>
                  <a:pt x="36" y="4"/>
                </a:cubicBezTo>
                <a:cubicBezTo>
                  <a:pt x="40" y="1"/>
                  <a:pt x="46" y="0"/>
                  <a:pt x="51" y="0"/>
                </a:cubicBezTo>
                <a:cubicBezTo>
                  <a:pt x="179" y="0"/>
                  <a:pt x="179" y="0"/>
                  <a:pt x="179" y="0"/>
                </a:cubicBezTo>
                <a:cubicBezTo>
                  <a:pt x="183" y="0"/>
                  <a:pt x="189" y="1"/>
                  <a:pt x="194" y="4"/>
                </a:cubicBezTo>
                <a:cubicBezTo>
                  <a:pt x="197" y="8"/>
                  <a:pt x="219" y="24"/>
                  <a:pt x="223" y="27"/>
                </a:cubicBezTo>
                <a:cubicBezTo>
                  <a:pt x="226" y="30"/>
                  <a:pt x="230" y="36"/>
                  <a:pt x="229" y="43"/>
                </a:cubicBezTo>
                <a:close/>
                <a:moveTo>
                  <a:pt x="208" y="45"/>
                </a:moveTo>
                <a:cubicBezTo>
                  <a:pt x="179" y="15"/>
                  <a:pt x="179" y="15"/>
                  <a:pt x="179" y="15"/>
                </a:cubicBezTo>
                <a:cubicBezTo>
                  <a:pt x="51" y="15"/>
                  <a:pt x="51" y="15"/>
                  <a:pt x="51" y="15"/>
                </a:cubicBezTo>
                <a:cubicBezTo>
                  <a:pt x="22" y="45"/>
                  <a:pt x="22" y="45"/>
                  <a:pt x="22" y="45"/>
                </a:cubicBezTo>
                <a:lnTo>
                  <a:pt x="208" y="45"/>
                </a:lnTo>
                <a:close/>
                <a:moveTo>
                  <a:pt x="169" y="69"/>
                </a:moveTo>
                <a:cubicBezTo>
                  <a:pt x="145" y="69"/>
                  <a:pt x="145" y="69"/>
                  <a:pt x="145" y="69"/>
                </a:cubicBezTo>
                <a:cubicBezTo>
                  <a:pt x="141" y="87"/>
                  <a:pt x="132" y="119"/>
                  <a:pt x="115" y="119"/>
                </a:cubicBezTo>
                <a:cubicBezTo>
                  <a:pt x="97" y="119"/>
                  <a:pt x="88" y="87"/>
                  <a:pt x="85" y="69"/>
                </a:cubicBezTo>
                <a:cubicBezTo>
                  <a:pt x="60" y="69"/>
                  <a:pt x="60" y="69"/>
                  <a:pt x="60" y="69"/>
                </a:cubicBezTo>
                <a:cubicBezTo>
                  <a:pt x="62" y="81"/>
                  <a:pt x="71" y="142"/>
                  <a:pt x="115" y="142"/>
                </a:cubicBezTo>
                <a:cubicBezTo>
                  <a:pt x="158" y="142"/>
                  <a:pt x="167" y="81"/>
                  <a:pt x="169" y="6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70" name="Freeform 73"/>
          <p:cNvSpPr>
            <a:spLocks noEditPoints="1"/>
          </p:cNvSpPr>
          <p:nvPr/>
        </p:nvSpPr>
        <p:spPr bwMode="auto">
          <a:xfrm>
            <a:off x="8254531" y="3566973"/>
            <a:ext cx="197680" cy="308209"/>
          </a:xfrm>
          <a:custGeom>
            <a:avLst/>
            <a:gdLst>
              <a:gd name="T0" fmla="*/ 170 w 170"/>
              <a:gd name="T1" fmla="*/ 102 h 266"/>
              <a:gd name="T2" fmla="*/ 170 w 170"/>
              <a:gd name="T3" fmla="*/ 138 h 266"/>
              <a:gd name="T4" fmla="*/ 99 w 170"/>
              <a:gd name="T5" fmla="*/ 204 h 266"/>
              <a:gd name="T6" fmla="*/ 99 w 170"/>
              <a:gd name="T7" fmla="*/ 239 h 266"/>
              <a:gd name="T8" fmla="*/ 133 w 170"/>
              <a:gd name="T9" fmla="*/ 239 h 266"/>
              <a:gd name="T10" fmla="*/ 138 w 170"/>
              <a:gd name="T11" fmla="*/ 245 h 266"/>
              <a:gd name="T12" fmla="*/ 138 w 170"/>
              <a:gd name="T13" fmla="*/ 261 h 266"/>
              <a:gd name="T14" fmla="*/ 133 w 170"/>
              <a:gd name="T15" fmla="*/ 266 h 266"/>
              <a:gd name="T16" fmla="*/ 37 w 170"/>
              <a:gd name="T17" fmla="*/ 266 h 266"/>
              <a:gd name="T18" fmla="*/ 32 w 170"/>
              <a:gd name="T19" fmla="*/ 261 h 266"/>
              <a:gd name="T20" fmla="*/ 32 w 170"/>
              <a:gd name="T21" fmla="*/ 245 h 266"/>
              <a:gd name="T22" fmla="*/ 37 w 170"/>
              <a:gd name="T23" fmla="*/ 239 h 266"/>
              <a:gd name="T24" fmla="*/ 72 w 170"/>
              <a:gd name="T25" fmla="*/ 239 h 266"/>
              <a:gd name="T26" fmla="*/ 72 w 170"/>
              <a:gd name="T27" fmla="*/ 204 h 266"/>
              <a:gd name="T28" fmla="*/ 0 w 170"/>
              <a:gd name="T29" fmla="*/ 138 h 266"/>
              <a:gd name="T30" fmla="*/ 0 w 170"/>
              <a:gd name="T31" fmla="*/ 102 h 266"/>
              <a:gd name="T32" fmla="*/ 6 w 170"/>
              <a:gd name="T33" fmla="*/ 97 h 266"/>
              <a:gd name="T34" fmla="*/ 14 w 170"/>
              <a:gd name="T35" fmla="*/ 97 h 266"/>
              <a:gd name="T36" fmla="*/ 19 w 170"/>
              <a:gd name="T37" fmla="*/ 102 h 266"/>
              <a:gd name="T38" fmla="*/ 19 w 170"/>
              <a:gd name="T39" fmla="*/ 138 h 266"/>
              <a:gd name="T40" fmla="*/ 85 w 170"/>
              <a:gd name="T41" fmla="*/ 186 h 266"/>
              <a:gd name="T42" fmla="*/ 152 w 170"/>
              <a:gd name="T43" fmla="*/ 138 h 266"/>
              <a:gd name="T44" fmla="*/ 152 w 170"/>
              <a:gd name="T45" fmla="*/ 102 h 266"/>
              <a:gd name="T46" fmla="*/ 157 w 170"/>
              <a:gd name="T47" fmla="*/ 97 h 266"/>
              <a:gd name="T48" fmla="*/ 165 w 170"/>
              <a:gd name="T49" fmla="*/ 97 h 266"/>
              <a:gd name="T50" fmla="*/ 170 w 170"/>
              <a:gd name="T51" fmla="*/ 102 h 266"/>
              <a:gd name="T52" fmla="*/ 125 w 170"/>
              <a:gd name="T53" fmla="*/ 78 h 266"/>
              <a:gd name="T54" fmla="*/ 45 w 170"/>
              <a:gd name="T55" fmla="*/ 78 h 266"/>
              <a:gd name="T56" fmla="*/ 45 w 170"/>
              <a:gd name="T57" fmla="*/ 22 h 266"/>
              <a:gd name="T58" fmla="*/ 85 w 170"/>
              <a:gd name="T59" fmla="*/ 0 h 266"/>
              <a:gd name="T60" fmla="*/ 125 w 170"/>
              <a:gd name="T61" fmla="*/ 22 h 266"/>
              <a:gd name="T62" fmla="*/ 125 w 170"/>
              <a:gd name="T63" fmla="*/ 78 h 266"/>
              <a:gd name="T64" fmla="*/ 45 w 170"/>
              <a:gd name="T65" fmla="*/ 138 h 266"/>
              <a:gd name="T66" fmla="*/ 45 w 170"/>
              <a:gd name="T67" fmla="*/ 97 h 266"/>
              <a:gd name="T68" fmla="*/ 125 w 170"/>
              <a:gd name="T69" fmla="*/ 97 h 266"/>
              <a:gd name="T70" fmla="*/ 125 w 170"/>
              <a:gd name="T71" fmla="*/ 138 h 266"/>
              <a:gd name="T72" fmla="*/ 85 w 170"/>
              <a:gd name="T73" fmla="*/ 160 h 266"/>
              <a:gd name="T74" fmla="*/ 45 w 170"/>
              <a:gd name="T75" fmla="*/ 138 h 2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70" h="266">
                <a:moveTo>
                  <a:pt x="170" y="102"/>
                </a:moveTo>
                <a:cubicBezTo>
                  <a:pt x="170" y="138"/>
                  <a:pt x="170" y="138"/>
                  <a:pt x="170" y="138"/>
                </a:cubicBezTo>
                <a:cubicBezTo>
                  <a:pt x="170" y="168"/>
                  <a:pt x="148" y="200"/>
                  <a:pt x="99" y="204"/>
                </a:cubicBezTo>
                <a:cubicBezTo>
                  <a:pt x="99" y="239"/>
                  <a:pt x="99" y="239"/>
                  <a:pt x="99" y="239"/>
                </a:cubicBezTo>
                <a:cubicBezTo>
                  <a:pt x="133" y="239"/>
                  <a:pt x="133" y="239"/>
                  <a:pt x="133" y="239"/>
                </a:cubicBezTo>
                <a:cubicBezTo>
                  <a:pt x="136" y="239"/>
                  <a:pt x="138" y="241"/>
                  <a:pt x="138" y="245"/>
                </a:cubicBezTo>
                <a:cubicBezTo>
                  <a:pt x="138" y="261"/>
                  <a:pt x="138" y="261"/>
                  <a:pt x="138" y="261"/>
                </a:cubicBezTo>
                <a:cubicBezTo>
                  <a:pt x="138" y="263"/>
                  <a:pt x="136" y="266"/>
                  <a:pt x="133" y="266"/>
                </a:cubicBezTo>
                <a:cubicBezTo>
                  <a:pt x="37" y="266"/>
                  <a:pt x="37" y="266"/>
                  <a:pt x="37" y="266"/>
                </a:cubicBezTo>
                <a:cubicBezTo>
                  <a:pt x="34" y="266"/>
                  <a:pt x="32" y="263"/>
                  <a:pt x="32" y="261"/>
                </a:cubicBezTo>
                <a:cubicBezTo>
                  <a:pt x="32" y="245"/>
                  <a:pt x="32" y="245"/>
                  <a:pt x="32" y="245"/>
                </a:cubicBezTo>
                <a:cubicBezTo>
                  <a:pt x="32" y="241"/>
                  <a:pt x="34" y="239"/>
                  <a:pt x="37" y="239"/>
                </a:cubicBezTo>
                <a:cubicBezTo>
                  <a:pt x="72" y="239"/>
                  <a:pt x="72" y="239"/>
                  <a:pt x="72" y="239"/>
                </a:cubicBezTo>
                <a:cubicBezTo>
                  <a:pt x="72" y="204"/>
                  <a:pt x="72" y="204"/>
                  <a:pt x="72" y="204"/>
                </a:cubicBezTo>
                <a:cubicBezTo>
                  <a:pt x="22" y="200"/>
                  <a:pt x="0" y="168"/>
                  <a:pt x="0" y="138"/>
                </a:cubicBezTo>
                <a:cubicBezTo>
                  <a:pt x="0" y="102"/>
                  <a:pt x="0" y="102"/>
                  <a:pt x="0" y="102"/>
                </a:cubicBezTo>
                <a:cubicBezTo>
                  <a:pt x="0" y="99"/>
                  <a:pt x="2" y="97"/>
                  <a:pt x="6" y="97"/>
                </a:cubicBezTo>
                <a:cubicBezTo>
                  <a:pt x="14" y="97"/>
                  <a:pt x="14" y="97"/>
                  <a:pt x="14" y="97"/>
                </a:cubicBezTo>
                <a:cubicBezTo>
                  <a:pt x="16" y="97"/>
                  <a:pt x="19" y="99"/>
                  <a:pt x="19" y="102"/>
                </a:cubicBezTo>
                <a:cubicBezTo>
                  <a:pt x="19" y="138"/>
                  <a:pt x="19" y="138"/>
                  <a:pt x="19" y="138"/>
                </a:cubicBezTo>
                <a:cubicBezTo>
                  <a:pt x="19" y="156"/>
                  <a:pt x="33" y="186"/>
                  <a:pt x="85" y="186"/>
                </a:cubicBezTo>
                <a:cubicBezTo>
                  <a:pt x="137" y="186"/>
                  <a:pt x="152" y="156"/>
                  <a:pt x="152" y="138"/>
                </a:cubicBezTo>
                <a:cubicBezTo>
                  <a:pt x="152" y="102"/>
                  <a:pt x="152" y="102"/>
                  <a:pt x="152" y="102"/>
                </a:cubicBezTo>
                <a:cubicBezTo>
                  <a:pt x="152" y="99"/>
                  <a:pt x="154" y="97"/>
                  <a:pt x="157" y="97"/>
                </a:cubicBezTo>
                <a:cubicBezTo>
                  <a:pt x="165" y="97"/>
                  <a:pt x="165" y="97"/>
                  <a:pt x="165" y="97"/>
                </a:cubicBezTo>
                <a:cubicBezTo>
                  <a:pt x="168" y="97"/>
                  <a:pt x="170" y="99"/>
                  <a:pt x="170" y="102"/>
                </a:cubicBezTo>
                <a:close/>
                <a:moveTo>
                  <a:pt x="125" y="78"/>
                </a:moveTo>
                <a:cubicBezTo>
                  <a:pt x="45" y="78"/>
                  <a:pt x="45" y="78"/>
                  <a:pt x="45" y="78"/>
                </a:cubicBezTo>
                <a:cubicBezTo>
                  <a:pt x="45" y="22"/>
                  <a:pt x="45" y="22"/>
                  <a:pt x="45" y="22"/>
                </a:cubicBezTo>
                <a:cubicBezTo>
                  <a:pt x="45" y="13"/>
                  <a:pt x="54" y="0"/>
                  <a:pt x="85" y="0"/>
                </a:cubicBezTo>
                <a:cubicBezTo>
                  <a:pt x="116" y="0"/>
                  <a:pt x="125" y="13"/>
                  <a:pt x="125" y="22"/>
                </a:cubicBezTo>
                <a:lnTo>
                  <a:pt x="125" y="78"/>
                </a:lnTo>
                <a:close/>
                <a:moveTo>
                  <a:pt x="45" y="138"/>
                </a:moveTo>
                <a:cubicBezTo>
                  <a:pt x="45" y="97"/>
                  <a:pt x="45" y="97"/>
                  <a:pt x="45" y="97"/>
                </a:cubicBezTo>
                <a:cubicBezTo>
                  <a:pt x="125" y="97"/>
                  <a:pt x="125" y="97"/>
                  <a:pt x="125" y="97"/>
                </a:cubicBezTo>
                <a:cubicBezTo>
                  <a:pt x="125" y="138"/>
                  <a:pt x="125" y="138"/>
                  <a:pt x="125" y="138"/>
                </a:cubicBezTo>
                <a:cubicBezTo>
                  <a:pt x="125" y="147"/>
                  <a:pt x="116" y="160"/>
                  <a:pt x="85" y="160"/>
                </a:cubicBezTo>
                <a:cubicBezTo>
                  <a:pt x="54" y="160"/>
                  <a:pt x="45" y="147"/>
                  <a:pt x="45" y="13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71" name="Freeform 74"/>
          <p:cNvSpPr>
            <a:spLocks noEditPoints="1"/>
          </p:cNvSpPr>
          <p:nvPr/>
        </p:nvSpPr>
        <p:spPr bwMode="auto">
          <a:xfrm>
            <a:off x="8513851" y="3581851"/>
            <a:ext cx="276325" cy="278451"/>
          </a:xfrm>
          <a:custGeom>
            <a:avLst/>
            <a:gdLst>
              <a:gd name="T0" fmla="*/ 239 w 239"/>
              <a:gd name="T1" fmla="*/ 53 h 239"/>
              <a:gd name="T2" fmla="*/ 239 w 239"/>
              <a:gd name="T3" fmla="*/ 212 h 239"/>
              <a:gd name="T4" fmla="*/ 213 w 239"/>
              <a:gd name="T5" fmla="*/ 239 h 239"/>
              <a:gd name="T6" fmla="*/ 27 w 239"/>
              <a:gd name="T7" fmla="*/ 239 h 239"/>
              <a:gd name="T8" fmla="*/ 0 w 239"/>
              <a:gd name="T9" fmla="*/ 212 h 239"/>
              <a:gd name="T10" fmla="*/ 0 w 239"/>
              <a:gd name="T11" fmla="*/ 53 h 239"/>
              <a:gd name="T12" fmla="*/ 27 w 239"/>
              <a:gd name="T13" fmla="*/ 26 h 239"/>
              <a:gd name="T14" fmla="*/ 39 w 239"/>
              <a:gd name="T15" fmla="*/ 26 h 239"/>
              <a:gd name="T16" fmla="*/ 39 w 239"/>
              <a:gd name="T17" fmla="*/ 53 h 239"/>
              <a:gd name="T18" fmla="*/ 81 w 239"/>
              <a:gd name="T19" fmla="*/ 53 h 239"/>
              <a:gd name="T20" fmla="*/ 81 w 239"/>
              <a:gd name="T21" fmla="*/ 26 h 239"/>
              <a:gd name="T22" fmla="*/ 158 w 239"/>
              <a:gd name="T23" fmla="*/ 26 h 239"/>
              <a:gd name="T24" fmla="*/ 158 w 239"/>
              <a:gd name="T25" fmla="*/ 53 h 239"/>
              <a:gd name="T26" fmla="*/ 201 w 239"/>
              <a:gd name="T27" fmla="*/ 53 h 239"/>
              <a:gd name="T28" fmla="*/ 201 w 239"/>
              <a:gd name="T29" fmla="*/ 26 h 239"/>
              <a:gd name="T30" fmla="*/ 213 w 239"/>
              <a:gd name="T31" fmla="*/ 26 h 239"/>
              <a:gd name="T32" fmla="*/ 239 w 239"/>
              <a:gd name="T33" fmla="*/ 53 h 239"/>
              <a:gd name="T34" fmla="*/ 213 w 239"/>
              <a:gd name="T35" fmla="*/ 106 h 239"/>
              <a:gd name="T36" fmla="*/ 27 w 239"/>
              <a:gd name="T37" fmla="*/ 106 h 239"/>
              <a:gd name="T38" fmla="*/ 27 w 239"/>
              <a:gd name="T39" fmla="*/ 212 h 239"/>
              <a:gd name="T40" fmla="*/ 213 w 239"/>
              <a:gd name="T41" fmla="*/ 212 h 239"/>
              <a:gd name="T42" fmla="*/ 213 w 239"/>
              <a:gd name="T43" fmla="*/ 106 h 239"/>
              <a:gd name="T44" fmla="*/ 69 w 239"/>
              <a:gd name="T45" fmla="*/ 45 h 239"/>
              <a:gd name="T46" fmla="*/ 51 w 239"/>
              <a:gd name="T47" fmla="*/ 45 h 239"/>
              <a:gd name="T48" fmla="*/ 51 w 239"/>
              <a:gd name="T49" fmla="*/ 0 h 239"/>
              <a:gd name="T50" fmla="*/ 69 w 239"/>
              <a:gd name="T51" fmla="*/ 0 h 239"/>
              <a:gd name="T52" fmla="*/ 69 w 239"/>
              <a:gd name="T53" fmla="*/ 45 h 239"/>
              <a:gd name="T54" fmla="*/ 189 w 239"/>
              <a:gd name="T55" fmla="*/ 45 h 239"/>
              <a:gd name="T56" fmla="*/ 170 w 239"/>
              <a:gd name="T57" fmla="*/ 45 h 239"/>
              <a:gd name="T58" fmla="*/ 170 w 239"/>
              <a:gd name="T59" fmla="*/ 0 h 239"/>
              <a:gd name="T60" fmla="*/ 189 w 239"/>
              <a:gd name="T61" fmla="*/ 0 h 239"/>
              <a:gd name="T62" fmla="*/ 189 w 239"/>
              <a:gd name="T63" fmla="*/ 45 h 2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239" h="239">
                <a:moveTo>
                  <a:pt x="239" y="53"/>
                </a:moveTo>
                <a:cubicBezTo>
                  <a:pt x="239" y="212"/>
                  <a:pt x="239" y="212"/>
                  <a:pt x="239" y="212"/>
                </a:cubicBezTo>
                <a:cubicBezTo>
                  <a:pt x="239" y="227"/>
                  <a:pt x="227" y="239"/>
                  <a:pt x="213" y="239"/>
                </a:cubicBezTo>
                <a:cubicBezTo>
                  <a:pt x="27" y="239"/>
                  <a:pt x="27" y="239"/>
                  <a:pt x="27" y="239"/>
                </a:cubicBezTo>
                <a:cubicBezTo>
                  <a:pt x="12" y="239"/>
                  <a:pt x="0" y="227"/>
                  <a:pt x="0" y="212"/>
                </a:cubicBezTo>
                <a:cubicBezTo>
                  <a:pt x="0" y="53"/>
                  <a:pt x="0" y="53"/>
                  <a:pt x="0" y="53"/>
                </a:cubicBezTo>
                <a:cubicBezTo>
                  <a:pt x="0" y="38"/>
                  <a:pt x="12" y="26"/>
                  <a:pt x="27" y="26"/>
                </a:cubicBezTo>
                <a:cubicBezTo>
                  <a:pt x="39" y="26"/>
                  <a:pt x="39" y="26"/>
                  <a:pt x="39" y="26"/>
                </a:cubicBezTo>
                <a:cubicBezTo>
                  <a:pt x="39" y="53"/>
                  <a:pt x="39" y="53"/>
                  <a:pt x="39" y="53"/>
                </a:cubicBezTo>
                <a:cubicBezTo>
                  <a:pt x="81" y="53"/>
                  <a:pt x="81" y="53"/>
                  <a:pt x="81" y="53"/>
                </a:cubicBezTo>
                <a:cubicBezTo>
                  <a:pt x="81" y="26"/>
                  <a:pt x="81" y="26"/>
                  <a:pt x="81" y="26"/>
                </a:cubicBezTo>
                <a:cubicBezTo>
                  <a:pt x="158" y="26"/>
                  <a:pt x="158" y="26"/>
                  <a:pt x="158" y="26"/>
                </a:cubicBezTo>
                <a:cubicBezTo>
                  <a:pt x="158" y="53"/>
                  <a:pt x="158" y="53"/>
                  <a:pt x="158" y="53"/>
                </a:cubicBezTo>
                <a:cubicBezTo>
                  <a:pt x="201" y="53"/>
                  <a:pt x="201" y="53"/>
                  <a:pt x="201" y="53"/>
                </a:cubicBezTo>
                <a:cubicBezTo>
                  <a:pt x="201" y="26"/>
                  <a:pt x="201" y="26"/>
                  <a:pt x="201" y="26"/>
                </a:cubicBezTo>
                <a:cubicBezTo>
                  <a:pt x="213" y="26"/>
                  <a:pt x="213" y="26"/>
                  <a:pt x="213" y="26"/>
                </a:cubicBezTo>
                <a:cubicBezTo>
                  <a:pt x="227" y="26"/>
                  <a:pt x="239" y="38"/>
                  <a:pt x="239" y="53"/>
                </a:cubicBezTo>
                <a:close/>
                <a:moveTo>
                  <a:pt x="213" y="106"/>
                </a:moveTo>
                <a:cubicBezTo>
                  <a:pt x="27" y="106"/>
                  <a:pt x="27" y="106"/>
                  <a:pt x="27" y="106"/>
                </a:cubicBezTo>
                <a:cubicBezTo>
                  <a:pt x="27" y="212"/>
                  <a:pt x="27" y="212"/>
                  <a:pt x="27" y="212"/>
                </a:cubicBezTo>
                <a:cubicBezTo>
                  <a:pt x="213" y="212"/>
                  <a:pt x="213" y="212"/>
                  <a:pt x="213" y="212"/>
                </a:cubicBezTo>
                <a:lnTo>
                  <a:pt x="213" y="106"/>
                </a:lnTo>
                <a:close/>
                <a:moveTo>
                  <a:pt x="69" y="45"/>
                </a:moveTo>
                <a:cubicBezTo>
                  <a:pt x="51" y="45"/>
                  <a:pt x="51" y="45"/>
                  <a:pt x="51" y="45"/>
                </a:cubicBezTo>
                <a:cubicBezTo>
                  <a:pt x="51" y="0"/>
                  <a:pt x="51" y="0"/>
                  <a:pt x="51" y="0"/>
                </a:cubicBezTo>
                <a:cubicBezTo>
                  <a:pt x="69" y="0"/>
                  <a:pt x="69" y="0"/>
                  <a:pt x="69" y="0"/>
                </a:cubicBezTo>
                <a:lnTo>
                  <a:pt x="69" y="45"/>
                </a:lnTo>
                <a:close/>
                <a:moveTo>
                  <a:pt x="189" y="45"/>
                </a:moveTo>
                <a:cubicBezTo>
                  <a:pt x="170" y="45"/>
                  <a:pt x="170" y="45"/>
                  <a:pt x="170" y="45"/>
                </a:cubicBezTo>
                <a:cubicBezTo>
                  <a:pt x="170" y="0"/>
                  <a:pt x="170" y="0"/>
                  <a:pt x="170" y="0"/>
                </a:cubicBezTo>
                <a:cubicBezTo>
                  <a:pt x="189" y="0"/>
                  <a:pt x="189" y="0"/>
                  <a:pt x="189" y="0"/>
                </a:cubicBezTo>
                <a:lnTo>
                  <a:pt x="189" y="4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72" name="Freeform 75"/>
          <p:cNvSpPr>
            <a:spLocks/>
          </p:cNvSpPr>
          <p:nvPr/>
        </p:nvSpPr>
        <p:spPr bwMode="auto">
          <a:xfrm>
            <a:off x="8851819" y="3624363"/>
            <a:ext cx="155168" cy="193428"/>
          </a:xfrm>
          <a:custGeom>
            <a:avLst/>
            <a:gdLst>
              <a:gd name="T0" fmla="*/ 133 w 133"/>
              <a:gd name="T1" fmla="*/ 83 h 166"/>
              <a:gd name="T2" fmla="*/ 129 w 133"/>
              <a:gd name="T3" fmla="*/ 90 h 166"/>
              <a:gd name="T4" fmla="*/ 15 w 133"/>
              <a:gd name="T5" fmla="*/ 160 h 166"/>
              <a:gd name="T6" fmla="*/ 0 w 133"/>
              <a:gd name="T7" fmla="*/ 152 h 166"/>
              <a:gd name="T8" fmla="*/ 0 w 133"/>
              <a:gd name="T9" fmla="*/ 15 h 166"/>
              <a:gd name="T10" fmla="*/ 15 w 133"/>
              <a:gd name="T11" fmla="*/ 6 h 166"/>
              <a:gd name="T12" fmla="*/ 129 w 133"/>
              <a:gd name="T13" fmla="*/ 76 h 166"/>
              <a:gd name="T14" fmla="*/ 133 w 133"/>
              <a:gd name="T15" fmla="*/ 83 h 1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33" h="166">
                <a:moveTo>
                  <a:pt x="133" y="83"/>
                </a:moveTo>
                <a:cubicBezTo>
                  <a:pt x="133" y="87"/>
                  <a:pt x="129" y="90"/>
                  <a:pt x="129" y="90"/>
                </a:cubicBezTo>
                <a:cubicBezTo>
                  <a:pt x="15" y="160"/>
                  <a:pt x="15" y="160"/>
                  <a:pt x="15" y="160"/>
                </a:cubicBezTo>
                <a:cubicBezTo>
                  <a:pt x="7" y="166"/>
                  <a:pt x="0" y="162"/>
                  <a:pt x="0" y="152"/>
                </a:cubicBezTo>
                <a:cubicBezTo>
                  <a:pt x="0" y="15"/>
                  <a:pt x="0" y="15"/>
                  <a:pt x="0" y="15"/>
                </a:cubicBezTo>
                <a:cubicBezTo>
                  <a:pt x="0" y="5"/>
                  <a:pt x="7" y="0"/>
                  <a:pt x="15" y="6"/>
                </a:cubicBezTo>
                <a:cubicBezTo>
                  <a:pt x="129" y="76"/>
                  <a:pt x="129" y="76"/>
                  <a:pt x="129" y="76"/>
                </a:cubicBezTo>
                <a:cubicBezTo>
                  <a:pt x="129" y="76"/>
                  <a:pt x="133" y="79"/>
                  <a:pt x="133" y="8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73" name="Oval 76"/>
          <p:cNvSpPr>
            <a:spLocks noChangeArrowheads="1"/>
          </p:cNvSpPr>
          <p:nvPr/>
        </p:nvSpPr>
        <p:spPr bwMode="auto">
          <a:xfrm>
            <a:off x="9068627" y="3611611"/>
            <a:ext cx="214684" cy="216808"/>
          </a:xfrm>
          <a:prstGeom prst="ellipse">
            <a:avLst/>
          </a:pr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74" name="Freeform 77"/>
          <p:cNvSpPr>
            <a:spLocks noEditPoints="1"/>
          </p:cNvSpPr>
          <p:nvPr/>
        </p:nvSpPr>
        <p:spPr bwMode="auto">
          <a:xfrm>
            <a:off x="9344953" y="3611611"/>
            <a:ext cx="163671" cy="216808"/>
          </a:xfrm>
          <a:custGeom>
            <a:avLst/>
            <a:gdLst>
              <a:gd name="T0" fmla="*/ 48 w 141"/>
              <a:gd name="T1" fmla="*/ 18 h 186"/>
              <a:gd name="T2" fmla="*/ 48 w 141"/>
              <a:gd name="T3" fmla="*/ 169 h 186"/>
              <a:gd name="T4" fmla="*/ 24 w 141"/>
              <a:gd name="T5" fmla="*/ 186 h 186"/>
              <a:gd name="T6" fmla="*/ 0 w 141"/>
              <a:gd name="T7" fmla="*/ 169 h 186"/>
              <a:gd name="T8" fmla="*/ 0 w 141"/>
              <a:gd name="T9" fmla="*/ 18 h 186"/>
              <a:gd name="T10" fmla="*/ 24 w 141"/>
              <a:gd name="T11" fmla="*/ 0 h 186"/>
              <a:gd name="T12" fmla="*/ 48 w 141"/>
              <a:gd name="T13" fmla="*/ 18 h 186"/>
              <a:gd name="T14" fmla="*/ 141 w 141"/>
              <a:gd name="T15" fmla="*/ 18 h 186"/>
              <a:gd name="T16" fmla="*/ 141 w 141"/>
              <a:gd name="T17" fmla="*/ 169 h 186"/>
              <a:gd name="T18" fmla="*/ 117 w 141"/>
              <a:gd name="T19" fmla="*/ 186 h 186"/>
              <a:gd name="T20" fmla="*/ 93 w 141"/>
              <a:gd name="T21" fmla="*/ 169 h 186"/>
              <a:gd name="T22" fmla="*/ 93 w 141"/>
              <a:gd name="T23" fmla="*/ 18 h 186"/>
              <a:gd name="T24" fmla="*/ 117 w 141"/>
              <a:gd name="T25" fmla="*/ 0 h 186"/>
              <a:gd name="T26" fmla="*/ 141 w 141"/>
              <a:gd name="T27" fmla="*/ 18 h 1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41" h="186">
                <a:moveTo>
                  <a:pt x="48" y="18"/>
                </a:moveTo>
                <a:cubicBezTo>
                  <a:pt x="48" y="169"/>
                  <a:pt x="48" y="169"/>
                  <a:pt x="48" y="169"/>
                </a:cubicBezTo>
                <a:cubicBezTo>
                  <a:pt x="48" y="182"/>
                  <a:pt x="37" y="186"/>
                  <a:pt x="24" y="186"/>
                </a:cubicBezTo>
                <a:cubicBezTo>
                  <a:pt x="11" y="186"/>
                  <a:pt x="0" y="182"/>
                  <a:pt x="0" y="169"/>
                </a:cubicBezTo>
                <a:cubicBezTo>
                  <a:pt x="0" y="18"/>
                  <a:pt x="0" y="18"/>
                  <a:pt x="0" y="18"/>
                </a:cubicBezTo>
                <a:cubicBezTo>
                  <a:pt x="0" y="5"/>
                  <a:pt x="11" y="0"/>
                  <a:pt x="24" y="0"/>
                </a:cubicBezTo>
                <a:cubicBezTo>
                  <a:pt x="37" y="0"/>
                  <a:pt x="48" y="5"/>
                  <a:pt x="48" y="18"/>
                </a:cubicBezTo>
                <a:close/>
                <a:moveTo>
                  <a:pt x="141" y="18"/>
                </a:moveTo>
                <a:cubicBezTo>
                  <a:pt x="141" y="169"/>
                  <a:pt x="141" y="169"/>
                  <a:pt x="141" y="169"/>
                </a:cubicBezTo>
                <a:cubicBezTo>
                  <a:pt x="141" y="182"/>
                  <a:pt x="130" y="186"/>
                  <a:pt x="117" y="186"/>
                </a:cubicBezTo>
                <a:cubicBezTo>
                  <a:pt x="104" y="186"/>
                  <a:pt x="93" y="182"/>
                  <a:pt x="93" y="169"/>
                </a:cubicBezTo>
                <a:cubicBezTo>
                  <a:pt x="93" y="18"/>
                  <a:pt x="93" y="18"/>
                  <a:pt x="93" y="18"/>
                </a:cubicBezTo>
                <a:cubicBezTo>
                  <a:pt x="93" y="5"/>
                  <a:pt x="104" y="0"/>
                  <a:pt x="117" y="0"/>
                </a:cubicBezTo>
                <a:cubicBezTo>
                  <a:pt x="130" y="0"/>
                  <a:pt x="141" y="5"/>
                  <a:pt x="141" y="1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75" name="Freeform 78"/>
          <p:cNvSpPr>
            <a:spLocks noEditPoints="1"/>
          </p:cNvSpPr>
          <p:nvPr/>
        </p:nvSpPr>
        <p:spPr bwMode="auto">
          <a:xfrm>
            <a:off x="9570263" y="3569099"/>
            <a:ext cx="180675" cy="301832"/>
          </a:xfrm>
          <a:custGeom>
            <a:avLst/>
            <a:gdLst>
              <a:gd name="T0" fmla="*/ 154 w 154"/>
              <a:gd name="T1" fmla="*/ 27 h 260"/>
              <a:gd name="T2" fmla="*/ 154 w 154"/>
              <a:gd name="T3" fmla="*/ 234 h 260"/>
              <a:gd name="T4" fmla="*/ 128 w 154"/>
              <a:gd name="T5" fmla="*/ 260 h 260"/>
              <a:gd name="T6" fmla="*/ 27 w 154"/>
              <a:gd name="T7" fmla="*/ 260 h 260"/>
              <a:gd name="T8" fmla="*/ 0 w 154"/>
              <a:gd name="T9" fmla="*/ 234 h 260"/>
              <a:gd name="T10" fmla="*/ 0 w 154"/>
              <a:gd name="T11" fmla="*/ 27 h 260"/>
              <a:gd name="T12" fmla="*/ 27 w 154"/>
              <a:gd name="T13" fmla="*/ 0 h 260"/>
              <a:gd name="T14" fmla="*/ 128 w 154"/>
              <a:gd name="T15" fmla="*/ 0 h 260"/>
              <a:gd name="T16" fmla="*/ 154 w 154"/>
              <a:gd name="T17" fmla="*/ 27 h 260"/>
              <a:gd name="T18" fmla="*/ 133 w 154"/>
              <a:gd name="T19" fmla="*/ 35 h 260"/>
              <a:gd name="T20" fmla="*/ 21 w 154"/>
              <a:gd name="T21" fmla="*/ 35 h 260"/>
              <a:gd name="T22" fmla="*/ 21 w 154"/>
              <a:gd name="T23" fmla="*/ 210 h 260"/>
              <a:gd name="T24" fmla="*/ 133 w 154"/>
              <a:gd name="T25" fmla="*/ 210 h 260"/>
              <a:gd name="T26" fmla="*/ 133 w 154"/>
              <a:gd name="T27" fmla="*/ 35 h 260"/>
              <a:gd name="T28" fmla="*/ 96 w 154"/>
              <a:gd name="T29" fmla="*/ 236 h 260"/>
              <a:gd name="T30" fmla="*/ 77 w 154"/>
              <a:gd name="T31" fmla="*/ 223 h 260"/>
              <a:gd name="T32" fmla="*/ 59 w 154"/>
              <a:gd name="T33" fmla="*/ 236 h 260"/>
              <a:gd name="T34" fmla="*/ 77 w 154"/>
              <a:gd name="T35" fmla="*/ 250 h 260"/>
              <a:gd name="T36" fmla="*/ 96 w 154"/>
              <a:gd name="T37" fmla="*/ 236 h 2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54" h="260">
                <a:moveTo>
                  <a:pt x="154" y="27"/>
                </a:moveTo>
                <a:cubicBezTo>
                  <a:pt x="154" y="234"/>
                  <a:pt x="154" y="234"/>
                  <a:pt x="154" y="234"/>
                </a:cubicBezTo>
                <a:cubicBezTo>
                  <a:pt x="154" y="249"/>
                  <a:pt x="142" y="260"/>
                  <a:pt x="128" y="260"/>
                </a:cubicBezTo>
                <a:cubicBezTo>
                  <a:pt x="27" y="260"/>
                  <a:pt x="27" y="260"/>
                  <a:pt x="27" y="260"/>
                </a:cubicBezTo>
                <a:cubicBezTo>
                  <a:pt x="12" y="260"/>
                  <a:pt x="0" y="249"/>
                  <a:pt x="0" y="234"/>
                </a:cubicBezTo>
                <a:cubicBezTo>
                  <a:pt x="0" y="27"/>
                  <a:pt x="0" y="27"/>
                  <a:pt x="0" y="27"/>
                </a:cubicBezTo>
                <a:cubicBezTo>
                  <a:pt x="0" y="12"/>
                  <a:pt x="12" y="0"/>
                  <a:pt x="27" y="0"/>
                </a:cubicBezTo>
                <a:cubicBezTo>
                  <a:pt x="128" y="0"/>
                  <a:pt x="128" y="0"/>
                  <a:pt x="128" y="0"/>
                </a:cubicBezTo>
                <a:cubicBezTo>
                  <a:pt x="142" y="0"/>
                  <a:pt x="154" y="12"/>
                  <a:pt x="154" y="27"/>
                </a:cubicBezTo>
                <a:close/>
                <a:moveTo>
                  <a:pt x="133" y="35"/>
                </a:moveTo>
                <a:cubicBezTo>
                  <a:pt x="21" y="35"/>
                  <a:pt x="21" y="35"/>
                  <a:pt x="21" y="35"/>
                </a:cubicBezTo>
                <a:cubicBezTo>
                  <a:pt x="21" y="210"/>
                  <a:pt x="21" y="210"/>
                  <a:pt x="21" y="210"/>
                </a:cubicBezTo>
                <a:cubicBezTo>
                  <a:pt x="133" y="210"/>
                  <a:pt x="133" y="210"/>
                  <a:pt x="133" y="210"/>
                </a:cubicBezTo>
                <a:lnTo>
                  <a:pt x="133" y="35"/>
                </a:lnTo>
                <a:close/>
                <a:moveTo>
                  <a:pt x="96" y="236"/>
                </a:moveTo>
                <a:cubicBezTo>
                  <a:pt x="96" y="229"/>
                  <a:pt x="88" y="223"/>
                  <a:pt x="77" y="223"/>
                </a:cubicBezTo>
                <a:cubicBezTo>
                  <a:pt x="67" y="223"/>
                  <a:pt x="59" y="229"/>
                  <a:pt x="59" y="236"/>
                </a:cubicBezTo>
                <a:cubicBezTo>
                  <a:pt x="59" y="244"/>
                  <a:pt x="67" y="250"/>
                  <a:pt x="77" y="250"/>
                </a:cubicBezTo>
                <a:cubicBezTo>
                  <a:pt x="88" y="250"/>
                  <a:pt x="96" y="244"/>
                  <a:pt x="96" y="23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76" name="Freeform 79"/>
          <p:cNvSpPr>
            <a:spLocks/>
          </p:cNvSpPr>
          <p:nvPr/>
        </p:nvSpPr>
        <p:spPr bwMode="auto">
          <a:xfrm>
            <a:off x="9812579" y="3611611"/>
            <a:ext cx="246568" cy="216808"/>
          </a:xfrm>
          <a:custGeom>
            <a:avLst/>
            <a:gdLst>
              <a:gd name="T0" fmla="*/ 213 w 213"/>
              <a:gd name="T1" fmla="*/ 27 h 186"/>
              <a:gd name="T2" fmla="*/ 213 w 213"/>
              <a:gd name="T3" fmla="*/ 120 h 186"/>
              <a:gd name="T4" fmla="*/ 186 w 213"/>
              <a:gd name="T5" fmla="*/ 146 h 186"/>
              <a:gd name="T6" fmla="*/ 133 w 213"/>
              <a:gd name="T7" fmla="*/ 146 h 186"/>
              <a:gd name="T8" fmla="*/ 133 w 213"/>
              <a:gd name="T9" fmla="*/ 186 h 186"/>
              <a:gd name="T10" fmla="*/ 80 w 213"/>
              <a:gd name="T11" fmla="*/ 146 h 186"/>
              <a:gd name="T12" fmla="*/ 27 w 213"/>
              <a:gd name="T13" fmla="*/ 146 h 186"/>
              <a:gd name="T14" fmla="*/ 0 w 213"/>
              <a:gd name="T15" fmla="*/ 120 h 186"/>
              <a:gd name="T16" fmla="*/ 0 w 213"/>
              <a:gd name="T17" fmla="*/ 27 h 186"/>
              <a:gd name="T18" fmla="*/ 27 w 213"/>
              <a:gd name="T19" fmla="*/ 0 h 186"/>
              <a:gd name="T20" fmla="*/ 186 w 213"/>
              <a:gd name="T21" fmla="*/ 0 h 186"/>
              <a:gd name="T22" fmla="*/ 213 w 213"/>
              <a:gd name="T23" fmla="*/ 27 h 1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213" h="186">
                <a:moveTo>
                  <a:pt x="213" y="27"/>
                </a:moveTo>
                <a:cubicBezTo>
                  <a:pt x="213" y="120"/>
                  <a:pt x="213" y="120"/>
                  <a:pt x="213" y="120"/>
                </a:cubicBezTo>
                <a:cubicBezTo>
                  <a:pt x="213" y="135"/>
                  <a:pt x="200" y="146"/>
                  <a:pt x="186" y="146"/>
                </a:cubicBezTo>
                <a:cubicBezTo>
                  <a:pt x="133" y="146"/>
                  <a:pt x="133" y="146"/>
                  <a:pt x="133" y="146"/>
                </a:cubicBezTo>
                <a:cubicBezTo>
                  <a:pt x="133" y="186"/>
                  <a:pt x="133" y="186"/>
                  <a:pt x="133" y="186"/>
                </a:cubicBezTo>
                <a:cubicBezTo>
                  <a:pt x="80" y="146"/>
                  <a:pt x="80" y="146"/>
                  <a:pt x="80" y="146"/>
                </a:cubicBezTo>
                <a:cubicBezTo>
                  <a:pt x="27" y="146"/>
                  <a:pt x="27" y="146"/>
                  <a:pt x="27" y="146"/>
                </a:cubicBezTo>
                <a:cubicBezTo>
                  <a:pt x="12" y="146"/>
                  <a:pt x="0" y="135"/>
                  <a:pt x="0" y="120"/>
                </a:cubicBezTo>
                <a:cubicBezTo>
                  <a:pt x="0" y="27"/>
                  <a:pt x="0" y="27"/>
                  <a:pt x="0" y="27"/>
                </a:cubicBezTo>
                <a:cubicBezTo>
                  <a:pt x="0" y="12"/>
                  <a:pt x="12" y="0"/>
                  <a:pt x="27" y="0"/>
                </a:cubicBezTo>
                <a:cubicBezTo>
                  <a:pt x="186" y="0"/>
                  <a:pt x="186" y="0"/>
                  <a:pt x="186" y="0"/>
                </a:cubicBezTo>
                <a:cubicBezTo>
                  <a:pt x="200" y="0"/>
                  <a:pt x="213" y="12"/>
                  <a:pt x="213" y="2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77" name="Freeform 80"/>
          <p:cNvSpPr>
            <a:spLocks noEditPoints="1"/>
          </p:cNvSpPr>
          <p:nvPr/>
        </p:nvSpPr>
        <p:spPr bwMode="auto">
          <a:xfrm>
            <a:off x="10120786" y="3579726"/>
            <a:ext cx="282703" cy="282703"/>
          </a:xfrm>
          <a:custGeom>
            <a:avLst/>
            <a:gdLst>
              <a:gd name="T0" fmla="*/ 244 w 244"/>
              <a:gd name="T1" fmla="*/ 97 h 244"/>
              <a:gd name="T2" fmla="*/ 155 w 244"/>
              <a:gd name="T3" fmla="*/ 193 h 244"/>
              <a:gd name="T4" fmla="*/ 80 w 244"/>
              <a:gd name="T5" fmla="*/ 244 h 244"/>
              <a:gd name="T6" fmla="*/ 0 w 244"/>
              <a:gd name="T7" fmla="*/ 164 h 244"/>
              <a:gd name="T8" fmla="*/ 51 w 244"/>
              <a:gd name="T9" fmla="*/ 89 h 244"/>
              <a:gd name="T10" fmla="*/ 147 w 244"/>
              <a:gd name="T11" fmla="*/ 0 h 244"/>
              <a:gd name="T12" fmla="*/ 244 w 244"/>
              <a:gd name="T13" fmla="*/ 97 h 244"/>
              <a:gd name="T14" fmla="*/ 0 w 244"/>
              <a:gd name="T15" fmla="*/ 30 h 244"/>
              <a:gd name="T16" fmla="*/ 27 w 244"/>
              <a:gd name="T17" fmla="*/ 2 h 244"/>
              <a:gd name="T18" fmla="*/ 54 w 244"/>
              <a:gd name="T19" fmla="*/ 30 h 244"/>
              <a:gd name="T20" fmla="*/ 27 w 244"/>
              <a:gd name="T21" fmla="*/ 57 h 244"/>
              <a:gd name="T22" fmla="*/ 0 w 244"/>
              <a:gd name="T23" fmla="*/ 30 h 244"/>
              <a:gd name="T24" fmla="*/ 12 w 244"/>
              <a:gd name="T25" fmla="*/ 30 h 244"/>
              <a:gd name="T26" fmla="*/ 27 w 244"/>
              <a:gd name="T27" fmla="*/ 45 h 244"/>
              <a:gd name="T28" fmla="*/ 42 w 244"/>
              <a:gd name="T29" fmla="*/ 30 h 244"/>
              <a:gd name="T30" fmla="*/ 27 w 244"/>
              <a:gd name="T31" fmla="*/ 15 h 244"/>
              <a:gd name="T32" fmla="*/ 12 w 244"/>
              <a:gd name="T33" fmla="*/ 30 h 244"/>
              <a:gd name="T34" fmla="*/ 127 w 244"/>
              <a:gd name="T35" fmla="*/ 191 h 244"/>
              <a:gd name="T36" fmla="*/ 53 w 244"/>
              <a:gd name="T37" fmla="*/ 117 h 244"/>
              <a:gd name="T38" fmla="*/ 26 w 244"/>
              <a:gd name="T39" fmla="*/ 164 h 244"/>
              <a:gd name="T40" fmla="*/ 80 w 244"/>
              <a:gd name="T41" fmla="*/ 217 h 244"/>
              <a:gd name="T42" fmla="*/ 127 w 244"/>
              <a:gd name="T43" fmla="*/ 191 h 244"/>
              <a:gd name="T44" fmla="*/ 215 w 244"/>
              <a:gd name="T45" fmla="*/ 97 h 244"/>
              <a:gd name="T46" fmla="*/ 147 w 244"/>
              <a:gd name="T47" fmla="*/ 29 h 244"/>
              <a:gd name="T48" fmla="*/ 81 w 244"/>
              <a:gd name="T49" fmla="*/ 83 h 244"/>
              <a:gd name="T50" fmla="*/ 161 w 244"/>
              <a:gd name="T51" fmla="*/ 163 h 244"/>
              <a:gd name="T52" fmla="*/ 215 w 244"/>
              <a:gd name="T53" fmla="*/ 97 h 244"/>
              <a:gd name="T54" fmla="*/ 134 w 244"/>
              <a:gd name="T55" fmla="*/ 163 h 244"/>
              <a:gd name="T56" fmla="*/ 81 w 244"/>
              <a:gd name="T57" fmla="*/ 110 h 244"/>
              <a:gd name="T58" fmla="*/ 134 w 244"/>
              <a:gd name="T59" fmla="*/ 163 h 2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244" h="244">
                <a:moveTo>
                  <a:pt x="244" y="97"/>
                </a:moveTo>
                <a:cubicBezTo>
                  <a:pt x="244" y="147"/>
                  <a:pt x="205" y="189"/>
                  <a:pt x="155" y="193"/>
                </a:cubicBezTo>
                <a:cubicBezTo>
                  <a:pt x="144" y="223"/>
                  <a:pt x="114" y="244"/>
                  <a:pt x="80" y="244"/>
                </a:cubicBezTo>
                <a:cubicBezTo>
                  <a:pt x="36" y="244"/>
                  <a:pt x="0" y="208"/>
                  <a:pt x="0" y="164"/>
                </a:cubicBezTo>
                <a:cubicBezTo>
                  <a:pt x="0" y="130"/>
                  <a:pt x="21" y="100"/>
                  <a:pt x="51" y="89"/>
                </a:cubicBezTo>
                <a:cubicBezTo>
                  <a:pt x="55" y="39"/>
                  <a:pt x="96" y="0"/>
                  <a:pt x="147" y="0"/>
                </a:cubicBezTo>
                <a:cubicBezTo>
                  <a:pt x="200" y="0"/>
                  <a:pt x="244" y="44"/>
                  <a:pt x="244" y="97"/>
                </a:cubicBezTo>
                <a:close/>
                <a:moveTo>
                  <a:pt x="0" y="30"/>
                </a:moveTo>
                <a:cubicBezTo>
                  <a:pt x="0" y="15"/>
                  <a:pt x="12" y="2"/>
                  <a:pt x="27" y="2"/>
                </a:cubicBezTo>
                <a:cubicBezTo>
                  <a:pt x="42" y="2"/>
                  <a:pt x="54" y="15"/>
                  <a:pt x="54" y="30"/>
                </a:cubicBezTo>
                <a:cubicBezTo>
                  <a:pt x="54" y="45"/>
                  <a:pt x="42" y="57"/>
                  <a:pt x="27" y="57"/>
                </a:cubicBezTo>
                <a:cubicBezTo>
                  <a:pt x="12" y="57"/>
                  <a:pt x="0" y="45"/>
                  <a:pt x="0" y="30"/>
                </a:cubicBezTo>
                <a:close/>
                <a:moveTo>
                  <a:pt x="12" y="30"/>
                </a:moveTo>
                <a:cubicBezTo>
                  <a:pt x="12" y="38"/>
                  <a:pt x="19" y="45"/>
                  <a:pt x="27" y="45"/>
                </a:cubicBezTo>
                <a:cubicBezTo>
                  <a:pt x="35" y="45"/>
                  <a:pt x="42" y="38"/>
                  <a:pt x="42" y="30"/>
                </a:cubicBezTo>
                <a:cubicBezTo>
                  <a:pt x="42" y="21"/>
                  <a:pt x="35" y="15"/>
                  <a:pt x="27" y="15"/>
                </a:cubicBezTo>
                <a:cubicBezTo>
                  <a:pt x="19" y="15"/>
                  <a:pt x="12" y="21"/>
                  <a:pt x="12" y="30"/>
                </a:cubicBezTo>
                <a:close/>
                <a:moveTo>
                  <a:pt x="127" y="191"/>
                </a:moveTo>
                <a:cubicBezTo>
                  <a:pt x="90" y="183"/>
                  <a:pt x="61" y="154"/>
                  <a:pt x="53" y="117"/>
                </a:cubicBezTo>
                <a:cubicBezTo>
                  <a:pt x="37" y="127"/>
                  <a:pt x="26" y="144"/>
                  <a:pt x="26" y="164"/>
                </a:cubicBezTo>
                <a:cubicBezTo>
                  <a:pt x="26" y="193"/>
                  <a:pt x="51" y="217"/>
                  <a:pt x="80" y="217"/>
                </a:cubicBezTo>
                <a:cubicBezTo>
                  <a:pt x="100" y="217"/>
                  <a:pt x="117" y="207"/>
                  <a:pt x="127" y="191"/>
                </a:cubicBezTo>
                <a:close/>
                <a:moveTo>
                  <a:pt x="215" y="97"/>
                </a:moveTo>
                <a:cubicBezTo>
                  <a:pt x="215" y="60"/>
                  <a:pt x="185" y="29"/>
                  <a:pt x="147" y="29"/>
                </a:cubicBezTo>
                <a:cubicBezTo>
                  <a:pt x="114" y="29"/>
                  <a:pt x="87" y="53"/>
                  <a:pt x="81" y="83"/>
                </a:cubicBezTo>
                <a:cubicBezTo>
                  <a:pt x="125" y="83"/>
                  <a:pt x="160" y="119"/>
                  <a:pt x="161" y="163"/>
                </a:cubicBezTo>
                <a:cubicBezTo>
                  <a:pt x="191" y="157"/>
                  <a:pt x="215" y="129"/>
                  <a:pt x="215" y="97"/>
                </a:cubicBezTo>
                <a:close/>
                <a:moveTo>
                  <a:pt x="134" y="163"/>
                </a:moveTo>
                <a:cubicBezTo>
                  <a:pt x="134" y="134"/>
                  <a:pt x="110" y="110"/>
                  <a:pt x="81" y="110"/>
                </a:cubicBezTo>
                <a:cubicBezTo>
                  <a:pt x="86" y="136"/>
                  <a:pt x="108" y="157"/>
                  <a:pt x="134" y="16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78" name="Freeform 81"/>
          <p:cNvSpPr>
            <a:spLocks noEditPoints="1"/>
          </p:cNvSpPr>
          <p:nvPr/>
        </p:nvSpPr>
        <p:spPr bwMode="auto">
          <a:xfrm>
            <a:off x="10465131" y="3577601"/>
            <a:ext cx="284828" cy="286953"/>
          </a:xfrm>
          <a:custGeom>
            <a:avLst/>
            <a:gdLst>
              <a:gd name="T0" fmla="*/ 245 w 245"/>
              <a:gd name="T1" fmla="*/ 122 h 246"/>
              <a:gd name="T2" fmla="*/ 124 w 245"/>
              <a:gd name="T3" fmla="*/ 245 h 246"/>
              <a:gd name="T4" fmla="*/ 1 w 245"/>
              <a:gd name="T5" fmla="*/ 125 h 246"/>
              <a:gd name="T6" fmla="*/ 121 w 245"/>
              <a:gd name="T7" fmla="*/ 1 h 246"/>
              <a:gd name="T8" fmla="*/ 245 w 245"/>
              <a:gd name="T9" fmla="*/ 122 h 246"/>
              <a:gd name="T10" fmla="*/ 48 w 245"/>
              <a:gd name="T11" fmla="*/ 123 h 246"/>
              <a:gd name="T12" fmla="*/ 56 w 245"/>
              <a:gd name="T13" fmla="*/ 91 h 246"/>
              <a:gd name="T14" fmla="*/ 28 w 245"/>
              <a:gd name="T15" fmla="*/ 74 h 246"/>
              <a:gd name="T16" fmla="*/ 17 w 245"/>
              <a:gd name="T17" fmla="*/ 125 h 246"/>
              <a:gd name="T18" fmla="*/ 28 w 245"/>
              <a:gd name="T19" fmla="*/ 172 h 246"/>
              <a:gd name="T20" fmla="*/ 56 w 245"/>
              <a:gd name="T21" fmla="*/ 156 h 246"/>
              <a:gd name="T22" fmla="*/ 48 w 245"/>
              <a:gd name="T23" fmla="*/ 123 h 246"/>
              <a:gd name="T24" fmla="*/ 181 w 245"/>
              <a:gd name="T25" fmla="*/ 123 h 246"/>
              <a:gd name="T26" fmla="*/ 123 w 245"/>
              <a:gd name="T27" fmla="*/ 65 h 246"/>
              <a:gd name="T28" fmla="*/ 64 w 245"/>
              <a:gd name="T29" fmla="*/ 123 h 246"/>
              <a:gd name="T30" fmla="*/ 123 w 245"/>
              <a:gd name="T31" fmla="*/ 182 h 246"/>
              <a:gd name="T32" fmla="*/ 181 w 245"/>
              <a:gd name="T33" fmla="*/ 123 h 246"/>
              <a:gd name="T34" fmla="*/ 73 w 245"/>
              <a:gd name="T35" fmla="*/ 29 h 246"/>
              <a:gd name="T36" fmla="*/ 90 w 245"/>
              <a:gd name="T37" fmla="*/ 56 h 246"/>
              <a:gd name="T38" fmla="*/ 123 w 245"/>
              <a:gd name="T39" fmla="*/ 49 h 246"/>
              <a:gd name="T40" fmla="*/ 155 w 245"/>
              <a:gd name="T41" fmla="*/ 56 h 246"/>
              <a:gd name="T42" fmla="*/ 172 w 245"/>
              <a:gd name="T43" fmla="*/ 29 h 246"/>
              <a:gd name="T44" fmla="*/ 121 w 245"/>
              <a:gd name="T45" fmla="*/ 17 h 246"/>
              <a:gd name="T46" fmla="*/ 73 w 245"/>
              <a:gd name="T47" fmla="*/ 29 h 246"/>
              <a:gd name="T48" fmla="*/ 172 w 245"/>
              <a:gd name="T49" fmla="*/ 217 h 246"/>
              <a:gd name="T50" fmla="*/ 155 w 245"/>
              <a:gd name="T51" fmla="*/ 190 h 246"/>
              <a:gd name="T52" fmla="*/ 123 w 245"/>
              <a:gd name="T53" fmla="*/ 198 h 246"/>
              <a:gd name="T54" fmla="*/ 90 w 245"/>
              <a:gd name="T55" fmla="*/ 190 h 246"/>
              <a:gd name="T56" fmla="*/ 73 w 245"/>
              <a:gd name="T57" fmla="*/ 218 h 246"/>
              <a:gd name="T58" fmla="*/ 124 w 245"/>
              <a:gd name="T59" fmla="*/ 229 h 246"/>
              <a:gd name="T60" fmla="*/ 172 w 245"/>
              <a:gd name="T61" fmla="*/ 217 h 246"/>
              <a:gd name="T62" fmla="*/ 217 w 245"/>
              <a:gd name="T63" fmla="*/ 172 h 246"/>
              <a:gd name="T64" fmla="*/ 229 w 245"/>
              <a:gd name="T65" fmla="*/ 122 h 246"/>
              <a:gd name="T66" fmla="*/ 217 w 245"/>
              <a:gd name="T67" fmla="*/ 74 h 246"/>
              <a:gd name="T68" fmla="*/ 189 w 245"/>
              <a:gd name="T69" fmla="*/ 91 h 246"/>
              <a:gd name="T70" fmla="*/ 197 w 245"/>
              <a:gd name="T71" fmla="*/ 123 h 246"/>
              <a:gd name="T72" fmla="*/ 189 w 245"/>
              <a:gd name="T73" fmla="*/ 156 h 246"/>
              <a:gd name="T74" fmla="*/ 217 w 245"/>
              <a:gd name="T75" fmla="*/ 172 h 2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245" h="246">
                <a:moveTo>
                  <a:pt x="245" y="122"/>
                </a:moveTo>
                <a:cubicBezTo>
                  <a:pt x="245" y="189"/>
                  <a:pt x="192" y="244"/>
                  <a:pt x="124" y="245"/>
                </a:cubicBezTo>
                <a:cubicBezTo>
                  <a:pt x="57" y="246"/>
                  <a:pt x="1" y="192"/>
                  <a:pt x="1" y="125"/>
                </a:cubicBezTo>
                <a:cubicBezTo>
                  <a:pt x="0" y="57"/>
                  <a:pt x="53" y="2"/>
                  <a:pt x="121" y="1"/>
                </a:cubicBezTo>
                <a:cubicBezTo>
                  <a:pt x="188" y="0"/>
                  <a:pt x="244" y="54"/>
                  <a:pt x="245" y="122"/>
                </a:cubicBezTo>
                <a:close/>
                <a:moveTo>
                  <a:pt x="48" y="123"/>
                </a:moveTo>
                <a:cubicBezTo>
                  <a:pt x="48" y="111"/>
                  <a:pt x="51" y="100"/>
                  <a:pt x="56" y="91"/>
                </a:cubicBezTo>
                <a:cubicBezTo>
                  <a:pt x="28" y="74"/>
                  <a:pt x="28" y="74"/>
                  <a:pt x="28" y="74"/>
                </a:cubicBezTo>
                <a:cubicBezTo>
                  <a:pt x="20" y="89"/>
                  <a:pt x="16" y="106"/>
                  <a:pt x="17" y="125"/>
                </a:cubicBezTo>
                <a:cubicBezTo>
                  <a:pt x="17" y="142"/>
                  <a:pt x="21" y="158"/>
                  <a:pt x="28" y="172"/>
                </a:cubicBezTo>
                <a:cubicBezTo>
                  <a:pt x="56" y="156"/>
                  <a:pt x="56" y="156"/>
                  <a:pt x="56" y="156"/>
                </a:cubicBezTo>
                <a:cubicBezTo>
                  <a:pt x="51" y="146"/>
                  <a:pt x="48" y="135"/>
                  <a:pt x="48" y="123"/>
                </a:cubicBezTo>
                <a:close/>
                <a:moveTo>
                  <a:pt x="181" y="123"/>
                </a:moveTo>
                <a:cubicBezTo>
                  <a:pt x="181" y="91"/>
                  <a:pt x="155" y="65"/>
                  <a:pt x="123" y="65"/>
                </a:cubicBezTo>
                <a:cubicBezTo>
                  <a:pt x="90" y="65"/>
                  <a:pt x="64" y="91"/>
                  <a:pt x="64" y="123"/>
                </a:cubicBezTo>
                <a:cubicBezTo>
                  <a:pt x="64" y="156"/>
                  <a:pt x="90" y="182"/>
                  <a:pt x="123" y="182"/>
                </a:cubicBezTo>
                <a:cubicBezTo>
                  <a:pt x="155" y="182"/>
                  <a:pt x="181" y="156"/>
                  <a:pt x="181" y="123"/>
                </a:cubicBezTo>
                <a:close/>
                <a:moveTo>
                  <a:pt x="73" y="29"/>
                </a:moveTo>
                <a:cubicBezTo>
                  <a:pt x="90" y="56"/>
                  <a:pt x="90" y="56"/>
                  <a:pt x="90" y="56"/>
                </a:cubicBezTo>
                <a:cubicBezTo>
                  <a:pt x="100" y="51"/>
                  <a:pt x="111" y="49"/>
                  <a:pt x="123" y="49"/>
                </a:cubicBezTo>
                <a:cubicBezTo>
                  <a:pt x="134" y="49"/>
                  <a:pt x="145" y="51"/>
                  <a:pt x="155" y="56"/>
                </a:cubicBezTo>
                <a:cubicBezTo>
                  <a:pt x="172" y="29"/>
                  <a:pt x="172" y="29"/>
                  <a:pt x="172" y="29"/>
                </a:cubicBezTo>
                <a:cubicBezTo>
                  <a:pt x="156" y="21"/>
                  <a:pt x="139" y="17"/>
                  <a:pt x="121" y="17"/>
                </a:cubicBezTo>
                <a:cubicBezTo>
                  <a:pt x="104" y="18"/>
                  <a:pt x="88" y="22"/>
                  <a:pt x="73" y="29"/>
                </a:cubicBezTo>
                <a:close/>
                <a:moveTo>
                  <a:pt x="172" y="217"/>
                </a:moveTo>
                <a:cubicBezTo>
                  <a:pt x="155" y="190"/>
                  <a:pt x="155" y="190"/>
                  <a:pt x="155" y="190"/>
                </a:cubicBezTo>
                <a:cubicBezTo>
                  <a:pt x="145" y="195"/>
                  <a:pt x="134" y="198"/>
                  <a:pt x="123" y="198"/>
                </a:cubicBezTo>
                <a:cubicBezTo>
                  <a:pt x="111" y="198"/>
                  <a:pt x="100" y="195"/>
                  <a:pt x="90" y="190"/>
                </a:cubicBezTo>
                <a:cubicBezTo>
                  <a:pt x="73" y="218"/>
                  <a:pt x="73" y="218"/>
                  <a:pt x="73" y="218"/>
                </a:cubicBezTo>
                <a:cubicBezTo>
                  <a:pt x="89" y="225"/>
                  <a:pt x="106" y="230"/>
                  <a:pt x="124" y="229"/>
                </a:cubicBezTo>
                <a:cubicBezTo>
                  <a:pt x="141" y="229"/>
                  <a:pt x="157" y="225"/>
                  <a:pt x="172" y="217"/>
                </a:cubicBezTo>
                <a:close/>
                <a:moveTo>
                  <a:pt x="217" y="172"/>
                </a:moveTo>
                <a:cubicBezTo>
                  <a:pt x="225" y="157"/>
                  <a:pt x="229" y="140"/>
                  <a:pt x="229" y="122"/>
                </a:cubicBezTo>
                <a:cubicBezTo>
                  <a:pt x="228" y="105"/>
                  <a:pt x="224" y="89"/>
                  <a:pt x="217" y="74"/>
                </a:cubicBezTo>
                <a:cubicBezTo>
                  <a:pt x="189" y="91"/>
                  <a:pt x="189" y="91"/>
                  <a:pt x="189" y="91"/>
                </a:cubicBezTo>
                <a:cubicBezTo>
                  <a:pt x="194" y="100"/>
                  <a:pt x="197" y="111"/>
                  <a:pt x="197" y="123"/>
                </a:cubicBezTo>
                <a:cubicBezTo>
                  <a:pt x="197" y="135"/>
                  <a:pt x="194" y="146"/>
                  <a:pt x="189" y="156"/>
                </a:cubicBezTo>
                <a:lnTo>
                  <a:pt x="217" y="17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79" name="Freeform 82"/>
          <p:cNvSpPr>
            <a:spLocks/>
          </p:cNvSpPr>
          <p:nvPr/>
        </p:nvSpPr>
        <p:spPr bwMode="auto">
          <a:xfrm>
            <a:off x="10813724" y="3575475"/>
            <a:ext cx="306083" cy="291205"/>
          </a:xfrm>
          <a:custGeom>
            <a:avLst/>
            <a:gdLst>
              <a:gd name="T0" fmla="*/ 103 w 265"/>
              <a:gd name="T1" fmla="*/ 144 h 250"/>
              <a:gd name="T2" fmla="*/ 56 w 265"/>
              <a:gd name="T3" fmla="*/ 144 h 250"/>
              <a:gd name="T4" fmla="*/ 26 w 265"/>
              <a:gd name="T5" fmla="*/ 170 h 250"/>
              <a:gd name="T6" fmla="*/ 0 w 265"/>
              <a:gd name="T7" fmla="*/ 170 h 250"/>
              <a:gd name="T8" fmla="*/ 21 w 265"/>
              <a:gd name="T9" fmla="*/ 125 h 250"/>
              <a:gd name="T10" fmla="*/ 0 w 265"/>
              <a:gd name="T11" fmla="*/ 80 h 250"/>
              <a:gd name="T12" fmla="*/ 26 w 265"/>
              <a:gd name="T13" fmla="*/ 80 h 250"/>
              <a:gd name="T14" fmla="*/ 56 w 265"/>
              <a:gd name="T15" fmla="*/ 107 h 250"/>
              <a:gd name="T16" fmla="*/ 103 w 265"/>
              <a:gd name="T17" fmla="*/ 107 h 250"/>
              <a:gd name="T18" fmla="*/ 70 w 265"/>
              <a:gd name="T19" fmla="*/ 0 h 250"/>
              <a:gd name="T20" fmla="*/ 97 w 265"/>
              <a:gd name="T21" fmla="*/ 0 h 250"/>
              <a:gd name="T22" fmla="*/ 156 w 265"/>
              <a:gd name="T23" fmla="*/ 107 h 250"/>
              <a:gd name="T24" fmla="*/ 225 w 265"/>
              <a:gd name="T25" fmla="*/ 107 h 250"/>
              <a:gd name="T26" fmla="*/ 265 w 265"/>
              <a:gd name="T27" fmla="*/ 125 h 250"/>
              <a:gd name="T28" fmla="*/ 225 w 265"/>
              <a:gd name="T29" fmla="*/ 144 h 250"/>
              <a:gd name="T30" fmla="*/ 156 w 265"/>
              <a:gd name="T31" fmla="*/ 144 h 250"/>
              <a:gd name="T32" fmla="*/ 97 w 265"/>
              <a:gd name="T33" fmla="*/ 250 h 250"/>
              <a:gd name="T34" fmla="*/ 70 w 265"/>
              <a:gd name="T35" fmla="*/ 250 h 250"/>
              <a:gd name="T36" fmla="*/ 103 w 265"/>
              <a:gd name="T37" fmla="*/ 144 h 2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265" h="250">
                <a:moveTo>
                  <a:pt x="103" y="144"/>
                </a:moveTo>
                <a:cubicBezTo>
                  <a:pt x="56" y="144"/>
                  <a:pt x="56" y="144"/>
                  <a:pt x="56" y="144"/>
                </a:cubicBezTo>
                <a:cubicBezTo>
                  <a:pt x="26" y="170"/>
                  <a:pt x="26" y="170"/>
                  <a:pt x="26" y="170"/>
                </a:cubicBezTo>
                <a:cubicBezTo>
                  <a:pt x="0" y="170"/>
                  <a:pt x="0" y="170"/>
                  <a:pt x="0" y="170"/>
                </a:cubicBezTo>
                <a:cubicBezTo>
                  <a:pt x="21" y="125"/>
                  <a:pt x="21" y="125"/>
                  <a:pt x="21" y="125"/>
                </a:cubicBezTo>
                <a:cubicBezTo>
                  <a:pt x="0" y="80"/>
                  <a:pt x="0" y="80"/>
                  <a:pt x="0" y="80"/>
                </a:cubicBezTo>
                <a:cubicBezTo>
                  <a:pt x="26" y="80"/>
                  <a:pt x="26" y="80"/>
                  <a:pt x="26" y="80"/>
                </a:cubicBezTo>
                <a:cubicBezTo>
                  <a:pt x="56" y="107"/>
                  <a:pt x="56" y="107"/>
                  <a:pt x="56" y="107"/>
                </a:cubicBezTo>
                <a:cubicBezTo>
                  <a:pt x="103" y="107"/>
                  <a:pt x="103" y="107"/>
                  <a:pt x="103" y="107"/>
                </a:cubicBezTo>
                <a:cubicBezTo>
                  <a:pt x="70" y="0"/>
                  <a:pt x="70" y="0"/>
                  <a:pt x="70" y="0"/>
                </a:cubicBezTo>
                <a:cubicBezTo>
                  <a:pt x="97" y="0"/>
                  <a:pt x="97" y="0"/>
                  <a:pt x="97" y="0"/>
                </a:cubicBezTo>
                <a:cubicBezTo>
                  <a:pt x="156" y="107"/>
                  <a:pt x="156" y="107"/>
                  <a:pt x="156" y="107"/>
                </a:cubicBezTo>
                <a:cubicBezTo>
                  <a:pt x="225" y="107"/>
                  <a:pt x="225" y="107"/>
                  <a:pt x="225" y="107"/>
                </a:cubicBezTo>
                <a:cubicBezTo>
                  <a:pt x="225" y="107"/>
                  <a:pt x="265" y="107"/>
                  <a:pt x="265" y="125"/>
                </a:cubicBezTo>
                <a:cubicBezTo>
                  <a:pt x="265" y="144"/>
                  <a:pt x="225" y="144"/>
                  <a:pt x="225" y="144"/>
                </a:cubicBezTo>
                <a:cubicBezTo>
                  <a:pt x="156" y="144"/>
                  <a:pt x="156" y="144"/>
                  <a:pt x="156" y="144"/>
                </a:cubicBezTo>
                <a:cubicBezTo>
                  <a:pt x="97" y="250"/>
                  <a:pt x="97" y="250"/>
                  <a:pt x="97" y="250"/>
                </a:cubicBezTo>
                <a:cubicBezTo>
                  <a:pt x="70" y="250"/>
                  <a:pt x="70" y="250"/>
                  <a:pt x="70" y="250"/>
                </a:cubicBezTo>
                <a:lnTo>
                  <a:pt x="103" y="14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80" name="Freeform 83"/>
          <p:cNvSpPr>
            <a:spLocks/>
          </p:cNvSpPr>
          <p:nvPr/>
        </p:nvSpPr>
        <p:spPr bwMode="auto">
          <a:xfrm>
            <a:off x="11177197" y="3575475"/>
            <a:ext cx="218936" cy="297581"/>
          </a:xfrm>
          <a:custGeom>
            <a:avLst/>
            <a:gdLst>
              <a:gd name="T0" fmla="*/ 149 w 189"/>
              <a:gd name="T1" fmla="*/ 126 h 256"/>
              <a:gd name="T2" fmla="*/ 142 w 189"/>
              <a:gd name="T3" fmla="*/ 126 h 256"/>
              <a:gd name="T4" fmla="*/ 107 w 189"/>
              <a:gd name="T5" fmla="*/ 60 h 256"/>
              <a:gd name="T6" fmla="*/ 107 w 189"/>
              <a:gd name="T7" fmla="*/ 202 h 256"/>
              <a:gd name="T8" fmla="*/ 69 w 189"/>
              <a:gd name="T9" fmla="*/ 246 h 256"/>
              <a:gd name="T10" fmla="*/ 7 w 189"/>
              <a:gd name="T11" fmla="*/ 228 h 256"/>
              <a:gd name="T12" fmla="*/ 43 w 189"/>
              <a:gd name="T13" fmla="*/ 175 h 256"/>
              <a:gd name="T14" fmla="*/ 85 w 189"/>
              <a:gd name="T15" fmla="*/ 174 h 256"/>
              <a:gd name="T16" fmla="*/ 85 w 189"/>
              <a:gd name="T17" fmla="*/ 0 h 256"/>
              <a:gd name="T18" fmla="*/ 107 w 189"/>
              <a:gd name="T19" fmla="*/ 0 h 256"/>
              <a:gd name="T20" fmla="*/ 149 w 189"/>
              <a:gd name="T21" fmla="*/ 12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89" h="256">
                <a:moveTo>
                  <a:pt x="149" y="126"/>
                </a:moveTo>
                <a:cubicBezTo>
                  <a:pt x="143" y="134"/>
                  <a:pt x="140" y="130"/>
                  <a:pt x="142" y="126"/>
                </a:cubicBezTo>
                <a:cubicBezTo>
                  <a:pt x="146" y="112"/>
                  <a:pt x="144" y="66"/>
                  <a:pt x="107" y="60"/>
                </a:cubicBezTo>
                <a:cubicBezTo>
                  <a:pt x="107" y="202"/>
                  <a:pt x="107" y="202"/>
                  <a:pt x="107" y="202"/>
                </a:cubicBezTo>
                <a:cubicBezTo>
                  <a:pt x="107" y="219"/>
                  <a:pt x="92" y="237"/>
                  <a:pt x="69" y="246"/>
                </a:cubicBezTo>
                <a:cubicBezTo>
                  <a:pt x="42" y="256"/>
                  <a:pt x="15" y="248"/>
                  <a:pt x="7" y="228"/>
                </a:cubicBezTo>
                <a:cubicBezTo>
                  <a:pt x="0" y="209"/>
                  <a:pt x="16" y="185"/>
                  <a:pt x="43" y="175"/>
                </a:cubicBezTo>
                <a:cubicBezTo>
                  <a:pt x="58" y="169"/>
                  <a:pt x="74" y="169"/>
                  <a:pt x="85" y="174"/>
                </a:cubicBezTo>
                <a:cubicBezTo>
                  <a:pt x="85" y="0"/>
                  <a:pt x="85" y="0"/>
                  <a:pt x="85" y="0"/>
                </a:cubicBezTo>
                <a:cubicBezTo>
                  <a:pt x="107" y="0"/>
                  <a:pt x="107" y="0"/>
                  <a:pt x="107" y="0"/>
                </a:cubicBezTo>
                <a:cubicBezTo>
                  <a:pt x="107" y="36"/>
                  <a:pt x="189" y="64"/>
                  <a:pt x="149" y="12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81" name="Freeform 84"/>
          <p:cNvSpPr>
            <a:spLocks/>
          </p:cNvSpPr>
          <p:nvPr/>
        </p:nvSpPr>
        <p:spPr bwMode="auto">
          <a:xfrm>
            <a:off x="3631404" y="4259912"/>
            <a:ext cx="280576" cy="335841"/>
          </a:xfrm>
          <a:custGeom>
            <a:avLst/>
            <a:gdLst>
              <a:gd name="T0" fmla="*/ 238 w 241"/>
              <a:gd name="T1" fmla="*/ 108 h 288"/>
              <a:gd name="T2" fmla="*/ 52 w 241"/>
              <a:gd name="T3" fmla="*/ 193 h 288"/>
              <a:gd name="T4" fmla="*/ 76 w 241"/>
              <a:gd name="T5" fmla="*/ 287 h 288"/>
              <a:gd name="T6" fmla="*/ 49 w 241"/>
              <a:gd name="T7" fmla="*/ 287 h 288"/>
              <a:gd name="T8" fmla="*/ 0 w 241"/>
              <a:gd name="T9" fmla="*/ 95 h 288"/>
              <a:gd name="T10" fmla="*/ 25 w 241"/>
              <a:gd name="T11" fmla="*/ 86 h 288"/>
              <a:gd name="T12" fmla="*/ 233 w 241"/>
              <a:gd name="T13" fmla="*/ 103 h 288"/>
              <a:gd name="T14" fmla="*/ 238 w 241"/>
              <a:gd name="T15" fmla="*/ 108 h 2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241" h="288">
                <a:moveTo>
                  <a:pt x="238" y="108"/>
                </a:moveTo>
                <a:cubicBezTo>
                  <a:pt x="114" y="288"/>
                  <a:pt x="157" y="105"/>
                  <a:pt x="52" y="193"/>
                </a:cubicBezTo>
                <a:cubicBezTo>
                  <a:pt x="76" y="287"/>
                  <a:pt x="76" y="287"/>
                  <a:pt x="76" y="287"/>
                </a:cubicBezTo>
                <a:cubicBezTo>
                  <a:pt x="49" y="287"/>
                  <a:pt x="49" y="287"/>
                  <a:pt x="49" y="287"/>
                </a:cubicBezTo>
                <a:cubicBezTo>
                  <a:pt x="0" y="95"/>
                  <a:pt x="0" y="95"/>
                  <a:pt x="0" y="95"/>
                </a:cubicBezTo>
                <a:cubicBezTo>
                  <a:pt x="25" y="86"/>
                  <a:pt x="25" y="86"/>
                  <a:pt x="25" y="86"/>
                </a:cubicBezTo>
                <a:cubicBezTo>
                  <a:pt x="142" y="0"/>
                  <a:pt x="81" y="163"/>
                  <a:pt x="233" y="103"/>
                </a:cubicBezTo>
                <a:cubicBezTo>
                  <a:pt x="237" y="101"/>
                  <a:pt x="241" y="104"/>
                  <a:pt x="238" y="10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82" name="Freeform 85"/>
          <p:cNvSpPr>
            <a:spLocks noEditPoints="1"/>
          </p:cNvSpPr>
          <p:nvPr/>
        </p:nvSpPr>
        <p:spPr bwMode="auto">
          <a:xfrm>
            <a:off x="3971495" y="4330055"/>
            <a:ext cx="301832" cy="263572"/>
          </a:xfrm>
          <a:custGeom>
            <a:avLst/>
            <a:gdLst>
              <a:gd name="T0" fmla="*/ 260 w 260"/>
              <a:gd name="T1" fmla="*/ 97 h 226"/>
              <a:gd name="T2" fmla="*/ 260 w 260"/>
              <a:gd name="T3" fmla="*/ 143 h 226"/>
              <a:gd name="T4" fmla="*/ 245 w 260"/>
              <a:gd name="T5" fmla="*/ 159 h 226"/>
              <a:gd name="T6" fmla="*/ 219 w 260"/>
              <a:gd name="T7" fmla="*/ 159 h 226"/>
              <a:gd name="T8" fmla="*/ 231 w 260"/>
              <a:gd name="T9" fmla="*/ 226 h 226"/>
              <a:gd name="T10" fmla="*/ 29 w 260"/>
              <a:gd name="T11" fmla="*/ 226 h 226"/>
              <a:gd name="T12" fmla="*/ 40 w 260"/>
              <a:gd name="T13" fmla="*/ 159 h 226"/>
              <a:gd name="T14" fmla="*/ 14 w 260"/>
              <a:gd name="T15" fmla="*/ 159 h 226"/>
              <a:gd name="T16" fmla="*/ 0 w 260"/>
              <a:gd name="T17" fmla="*/ 143 h 226"/>
              <a:gd name="T18" fmla="*/ 0 w 260"/>
              <a:gd name="T19" fmla="*/ 97 h 226"/>
              <a:gd name="T20" fmla="*/ 14 w 260"/>
              <a:gd name="T21" fmla="*/ 81 h 226"/>
              <a:gd name="T22" fmla="*/ 245 w 260"/>
              <a:gd name="T23" fmla="*/ 81 h 226"/>
              <a:gd name="T24" fmla="*/ 260 w 260"/>
              <a:gd name="T25" fmla="*/ 97 h 226"/>
              <a:gd name="T26" fmla="*/ 14 w 260"/>
              <a:gd name="T27" fmla="*/ 57 h 226"/>
              <a:gd name="T28" fmla="*/ 67 w 260"/>
              <a:gd name="T29" fmla="*/ 40 h 226"/>
              <a:gd name="T30" fmla="*/ 79 w 260"/>
              <a:gd name="T31" fmla="*/ 40 h 226"/>
              <a:gd name="T32" fmla="*/ 79 w 260"/>
              <a:gd name="T33" fmla="*/ 0 h 226"/>
              <a:gd name="T34" fmla="*/ 180 w 260"/>
              <a:gd name="T35" fmla="*/ 0 h 226"/>
              <a:gd name="T36" fmla="*/ 180 w 260"/>
              <a:gd name="T37" fmla="*/ 40 h 226"/>
              <a:gd name="T38" fmla="*/ 192 w 260"/>
              <a:gd name="T39" fmla="*/ 40 h 226"/>
              <a:gd name="T40" fmla="*/ 245 w 260"/>
              <a:gd name="T41" fmla="*/ 57 h 226"/>
              <a:gd name="T42" fmla="*/ 242 w 260"/>
              <a:gd name="T43" fmla="*/ 66 h 226"/>
              <a:gd name="T44" fmla="*/ 17 w 260"/>
              <a:gd name="T45" fmla="*/ 66 h 226"/>
              <a:gd name="T46" fmla="*/ 14 w 260"/>
              <a:gd name="T47" fmla="*/ 57 h 226"/>
              <a:gd name="T48" fmla="*/ 204 w 260"/>
              <a:gd name="T49" fmla="*/ 199 h 226"/>
              <a:gd name="T50" fmla="*/ 185 w 260"/>
              <a:gd name="T51" fmla="*/ 112 h 226"/>
              <a:gd name="T52" fmla="*/ 74 w 260"/>
              <a:gd name="T53" fmla="*/ 112 h 226"/>
              <a:gd name="T54" fmla="*/ 55 w 260"/>
              <a:gd name="T55" fmla="*/ 199 h 226"/>
              <a:gd name="T56" fmla="*/ 204 w 260"/>
              <a:gd name="T57" fmla="*/ 199 h 2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260" h="226">
                <a:moveTo>
                  <a:pt x="260" y="97"/>
                </a:moveTo>
                <a:cubicBezTo>
                  <a:pt x="260" y="143"/>
                  <a:pt x="260" y="143"/>
                  <a:pt x="260" y="143"/>
                </a:cubicBezTo>
                <a:cubicBezTo>
                  <a:pt x="260" y="150"/>
                  <a:pt x="252" y="159"/>
                  <a:pt x="245" y="159"/>
                </a:cubicBezTo>
                <a:cubicBezTo>
                  <a:pt x="219" y="159"/>
                  <a:pt x="219" y="159"/>
                  <a:pt x="219" y="159"/>
                </a:cubicBezTo>
                <a:cubicBezTo>
                  <a:pt x="231" y="226"/>
                  <a:pt x="231" y="226"/>
                  <a:pt x="231" y="226"/>
                </a:cubicBezTo>
                <a:cubicBezTo>
                  <a:pt x="29" y="226"/>
                  <a:pt x="29" y="226"/>
                  <a:pt x="29" y="226"/>
                </a:cubicBezTo>
                <a:cubicBezTo>
                  <a:pt x="40" y="159"/>
                  <a:pt x="40" y="159"/>
                  <a:pt x="40" y="159"/>
                </a:cubicBezTo>
                <a:cubicBezTo>
                  <a:pt x="14" y="159"/>
                  <a:pt x="14" y="159"/>
                  <a:pt x="14" y="159"/>
                </a:cubicBezTo>
                <a:cubicBezTo>
                  <a:pt x="6" y="159"/>
                  <a:pt x="0" y="150"/>
                  <a:pt x="0" y="143"/>
                </a:cubicBezTo>
                <a:cubicBezTo>
                  <a:pt x="0" y="97"/>
                  <a:pt x="0" y="97"/>
                  <a:pt x="0" y="97"/>
                </a:cubicBezTo>
                <a:cubicBezTo>
                  <a:pt x="0" y="89"/>
                  <a:pt x="6" y="81"/>
                  <a:pt x="14" y="81"/>
                </a:cubicBezTo>
                <a:cubicBezTo>
                  <a:pt x="245" y="81"/>
                  <a:pt x="245" y="81"/>
                  <a:pt x="245" y="81"/>
                </a:cubicBezTo>
                <a:cubicBezTo>
                  <a:pt x="252" y="81"/>
                  <a:pt x="260" y="89"/>
                  <a:pt x="260" y="97"/>
                </a:cubicBezTo>
                <a:close/>
                <a:moveTo>
                  <a:pt x="14" y="57"/>
                </a:moveTo>
                <a:cubicBezTo>
                  <a:pt x="18" y="55"/>
                  <a:pt x="60" y="40"/>
                  <a:pt x="67" y="40"/>
                </a:cubicBezTo>
                <a:cubicBezTo>
                  <a:pt x="79" y="40"/>
                  <a:pt x="79" y="40"/>
                  <a:pt x="79" y="40"/>
                </a:cubicBezTo>
                <a:cubicBezTo>
                  <a:pt x="79" y="0"/>
                  <a:pt x="79" y="0"/>
                  <a:pt x="79" y="0"/>
                </a:cubicBezTo>
                <a:cubicBezTo>
                  <a:pt x="180" y="0"/>
                  <a:pt x="180" y="0"/>
                  <a:pt x="180" y="0"/>
                </a:cubicBezTo>
                <a:cubicBezTo>
                  <a:pt x="180" y="40"/>
                  <a:pt x="180" y="40"/>
                  <a:pt x="180" y="40"/>
                </a:cubicBezTo>
                <a:cubicBezTo>
                  <a:pt x="192" y="40"/>
                  <a:pt x="192" y="40"/>
                  <a:pt x="192" y="40"/>
                </a:cubicBezTo>
                <a:cubicBezTo>
                  <a:pt x="199" y="40"/>
                  <a:pt x="241" y="55"/>
                  <a:pt x="245" y="57"/>
                </a:cubicBezTo>
                <a:cubicBezTo>
                  <a:pt x="249" y="58"/>
                  <a:pt x="250" y="66"/>
                  <a:pt x="242" y="66"/>
                </a:cubicBezTo>
                <a:cubicBezTo>
                  <a:pt x="17" y="66"/>
                  <a:pt x="17" y="66"/>
                  <a:pt x="17" y="66"/>
                </a:cubicBezTo>
                <a:cubicBezTo>
                  <a:pt x="9" y="66"/>
                  <a:pt x="10" y="58"/>
                  <a:pt x="14" y="57"/>
                </a:cubicBezTo>
                <a:close/>
                <a:moveTo>
                  <a:pt x="204" y="199"/>
                </a:moveTo>
                <a:cubicBezTo>
                  <a:pt x="185" y="112"/>
                  <a:pt x="185" y="112"/>
                  <a:pt x="185" y="112"/>
                </a:cubicBezTo>
                <a:cubicBezTo>
                  <a:pt x="74" y="112"/>
                  <a:pt x="74" y="112"/>
                  <a:pt x="74" y="112"/>
                </a:cubicBezTo>
                <a:cubicBezTo>
                  <a:pt x="55" y="199"/>
                  <a:pt x="55" y="199"/>
                  <a:pt x="55" y="199"/>
                </a:cubicBezTo>
                <a:lnTo>
                  <a:pt x="204" y="19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83" name="Freeform 86"/>
          <p:cNvSpPr>
            <a:spLocks noEditPoints="1"/>
          </p:cNvSpPr>
          <p:nvPr/>
        </p:nvSpPr>
        <p:spPr bwMode="auto">
          <a:xfrm>
            <a:off x="4334968" y="4332180"/>
            <a:ext cx="246568" cy="252944"/>
          </a:xfrm>
          <a:custGeom>
            <a:avLst/>
            <a:gdLst>
              <a:gd name="T0" fmla="*/ 97 w 212"/>
              <a:gd name="T1" fmla="*/ 174 h 218"/>
              <a:gd name="T2" fmla="*/ 97 w 212"/>
              <a:gd name="T3" fmla="*/ 193 h 218"/>
              <a:gd name="T4" fmla="*/ 86 w 212"/>
              <a:gd name="T5" fmla="*/ 203 h 218"/>
              <a:gd name="T6" fmla="*/ 50 w 212"/>
              <a:gd name="T7" fmla="*/ 218 h 218"/>
              <a:gd name="T8" fmla="*/ 15 w 212"/>
              <a:gd name="T9" fmla="*/ 203 h 218"/>
              <a:gd name="T10" fmla="*/ 0 w 212"/>
              <a:gd name="T11" fmla="*/ 168 h 218"/>
              <a:gd name="T12" fmla="*/ 15 w 212"/>
              <a:gd name="T13" fmla="*/ 133 h 218"/>
              <a:gd name="T14" fmla="*/ 55 w 212"/>
              <a:gd name="T15" fmla="*/ 93 h 218"/>
              <a:gd name="T16" fmla="*/ 126 w 212"/>
              <a:gd name="T17" fmla="*/ 84 h 218"/>
              <a:gd name="T18" fmla="*/ 126 w 212"/>
              <a:gd name="T19" fmla="*/ 103 h 218"/>
              <a:gd name="T20" fmla="*/ 108 w 212"/>
              <a:gd name="T21" fmla="*/ 103 h 218"/>
              <a:gd name="T22" fmla="*/ 73 w 212"/>
              <a:gd name="T23" fmla="*/ 112 h 218"/>
              <a:gd name="T24" fmla="*/ 33 w 212"/>
              <a:gd name="T25" fmla="*/ 151 h 218"/>
              <a:gd name="T26" fmla="*/ 26 w 212"/>
              <a:gd name="T27" fmla="*/ 168 h 218"/>
              <a:gd name="T28" fmla="*/ 33 w 212"/>
              <a:gd name="T29" fmla="*/ 185 h 218"/>
              <a:gd name="T30" fmla="*/ 67 w 212"/>
              <a:gd name="T31" fmla="*/ 185 h 218"/>
              <a:gd name="T32" fmla="*/ 78 w 212"/>
              <a:gd name="T33" fmla="*/ 174 h 218"/>
              <a:gd name="T34" fmla="*/ 97 w 212"/>
              <a:gd name="T35" fmla="*/ 174 h 218"/>
              <a:gd name="T36" fmla="*/ 212 w 212"/>
              <a:gd name="T37" fmla="*/ 57 h 218"/>
              <a:gd name="T38" fmla="*/ 198 w 212"/>
              <a:gd name="T39" fmla="*/ 92 h 218"/>
              <a:gd name="T40" fmla="*/ 155 w 212"/>
              <a:gd name="T41" fmla="*/ 134 h 218"/>
              <a:gd name="T42" fmla="*/ 116 w 212"/>
              <a:gd name="T43" fmla="*/ 153 h 218"/>
              <a:gd name="T44" fmla="*/ 86 w 212"/>
              <a:gd name="T45" fmla="*/ 140 h 218"/>
              <a:gd name="T46" fmla="*/ 86 w 212"/>
              <a:gd name="T47" fmla="*/ 122 h 218"/>
              <a:gd name="T48" fmla="*/ 105 w 212"/>
              <a:gd name="T49" fmla="*/ 122 h 218"/>
              <a:gd name="T50" fmla="*/ 137 w 212"/>
              <a:gd name="T51" fmla="*/ 115 h 218"/>
              <a:gd name="T52" fmla="*/ 179 w 212"/>
              <a:gd name="T53" fmla="*/ 73 h 218"/>
              <a:gd name="T54" fmla="*/ 186 w 212"/>
              <a:gd name="T55" fmla="*/ 57 h 218"/>
              <a:gd name="T56" fmla="*/ 179 w 212"/>
              <a:gd name="T57" fmla="*/ 40 h 218"/>
              <a:gd name="T58" fmla="*/ 148 w 212"/>
              <a:gd name="T59" fmla="*/ 38 h 218"/>
              <a:gd name="T60" fmla="*/ 135 w 212"/>
              <a:gd name="T61" fmla="*/ 51 h 218"/>
              <a:gd name="T62" fmla="*/ 116 w 212"/>
              <a:gd name="T63" fmla="*/ 50 h 218"/>
              <a:gd name="T64" fmla="*/ 116 w 212"/>
              <a:gd name="T65" fmla="*/ 32 h 218"/>
              <a:gd name="T66" fmla="*/ 129 w 212"/>
              <a:gd name="T67" fmla="*/ 19 h 218"/>
              <a:gd name="T68" fmla="*/ 198 w 212"/>
              <a:gd name="T69" fmla="*/ 21 h 218"/>
              <a:gd name="T70" fmla="*/ 212 w 212"/>
              <a:gd name="T71" fmla="*/ 57 h 2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212" h="218">
                <a:moveTo>
                  <a:pt x="97" y="174"/>
                </a:moveTo>
                <a:cubicBezTo>
                  <a:pt x="102" y="179"/>
                  <a:pt x="102" y="187"/>
                  <a:pt x="97" y="193"/>
                </a:cubicBezTo>
                <a:cubicBezTo>
                  <a:pt x="86" y="203"/>
                  <a:pt x="86" y="203"/>
                  <a:pt x="86" y="203"/>
                </a:cubicBezTo>
                <a:cubicBezTo>
                  <a:pt x="76" y="213"/>
                  <a:pt x="63" y="218"/>
                  <a:pt x="50" y="218"/>
                </a:cubicBezTo>
                <a:cubicBezTo>
                  <a:pt x="38" y="218"/>
                  <a:pt x="25" y="213"/>
                  <a:pt x="15" y="203"/>
                </a:cubicBezTo>
                <a:cubicBezTo>
                  <a:pt x="5" y="194"/>
                  <a:pt x="0" y="181"/>
                  <a:pt x="0" y="168"/>
                </a:cubicBezTo>
                <a:cubicBezTo>
                  <a:pt x="0" y="154"/>
                  <a:pt x="5" y="142"/>
                  <a:pt x="15" y="133"/>
                </a:cubicBezTo>
                <a:cubicBezTo>
                  <a:pt x="55" y="93"/>
                  <a:pt x="55" y="93"/>
                  <a:pt x="55" y="93"/>
                </a:cubicBezTo>
                <a:cubicBezTo>
                  <a:pt x="79" y="69"/>
                  <a:pt x="107" y="65"/>
                  <a:pt x="126" y="84"/>
                </a:cubicBezTo>
                <a:cubicBezTo>
                  <a:pt x="132" y="90"/>
                  <a:pt x="132" y="98"/>
                  <a:pt x="126" y="103"/>
                </a:cubicBezTo>
                <a:cubicBezTo>
                  <a:pt x="122" y="108"/>
                  <a:pt x="113" y="108"/>
                  <a:pt x="108" y="103"/>
                </a:cubicBezTo>
                <a:cubicBezTo>
                  <a:pt x="97" y="92"/>
                  <a:pt x="81" y="104"/>
                  <a:pt x="73" y="112"/>
                </a:cubicBezTo>
                <a:cubicBezTo>
                  <a:pt x="33" y="151"/>
                  <a:pt x="33" y="151"/>
                  <a:pt x="33" y="151"/>
                </a:cubicBezTo>
                <a:cubicBezTo>
                  <a:pt x="29" y="156"/>
                  <a:pt x="26" y="161"/>
                  <a:pt x="26" y="168"/>
                </a:cubicBezTo>
                <a:cubicBezTo>
                  <a:pt x="26" y="174"/>
                  <a:pt x="29" y="180"/>
                  <a:pt x="33" y="185"/>
                </a:cubicBezTo>
                <a:cubicBezTo>
                  <a:pt x="43" y="194"/>
                  <a:pt x="58" y="194"/>
                  <a:pt x="67" y="185"/>
                </a:cubicBezTo>
                <a:cubicBezTo>
                  <a:pt x="78" y="174"/>
                  <a:pt x="78" y="174"/>
                  <a:pt x="78" y="174"/>
                </a:cubicBezTo>
                <a:cubicBezTo>
                  <a:pt x="83" y="169"/>
                  <a:pt x="91" y="169"/>
                  <a:pt x="97" y="174"/>
                </a:cubicBezTo>
                <a:close/>
                <a:moveTo>
                  <a:pt x="212" y="57"/>
                </a:moveTo>
                <a:cubicBezTo>
                  <a:pt x="212" y="70"/>
                  <a:pt x="208" y="82"/>
                  <a:pt x="198" y="92"/>
                </a:cubicBezTo>
                <a:cubicBezTo>
                  <a:pt x="155" y="134"/>
                  <a:pt x="155" y="134"/>
                  <a:pt x="155" y="134"/>
                </a:cubicBezTo>
                <a:cubicBezTo>
                  <a:pt x="143" y="147"/>
                  <a:pt x="129" y="153"/>
                  <a:pt x="116" y="153"/>
                </a:cubicBezTo>
                <a:cubicBezTo>
                  <a:pt x="105" y="153"/>
                  <a:pt x="95" y="149"/>
                  <a:pt x="86" y="140"/>
                </a:cubicBezTo>
                <a:cubicBezTo>
                  <a:pt x="81" y="135"/>
                  <a:pt x="81" y="127"/>
                  <a:pt x="86" y="122"/>
                </a:cubicBezTo>
                <a:cubicBezTo>
                  <a:pt x="91" y="116"/>
                  <a:pt x="100" y="116"/>
                  <a:pt x="105" y="122"/>
                </a:cubicBezTo>
                <a:cubicBezTo>
                  <a:pt x="109" y="125"/>
                  <a:pt x="118" y="134"/>
                  <a:pt x="137" y="115"/>
                </a:cubicBezTo>
                <a:cubicBezTo>
                  <a:pt x="179" y="73"/>
                  <a:pt x="179" y="73"/>
                  <a:pt x="179" y="73"/>
                </a:cubicBezTo>
                <a:cubicBezTo>
                  <a:pt x="184" y="69"/>
                  <a:pt x="186" y="63"/>
                  <a:pt x="186" y="57"/>
                </a:cubicBezTo>
                <a:cubicBezTo>
                  <a:pt x="186" y="50"/>
                  <a:pt x="184" y="45"/>
                  <a:pt x="179" y="40"/>
                </a:cubicBezTo>
                <a:cubicBezTo>
                  <a:pt x="171" y="32"/>
                  <a:pt x="158" y="28"/>
                  <a:pt x="148" y="38"/>
                </a:cubicBezTo>
                <a:cubicBezTo>
                  <a:pt x="135" y="51"/>
                  <a:pt x="135" y="51"/>
                  <a:pt x="135" y="51"/>
                </a:cubicBezTo>
                <a:cubicBezTo>
                  <a:pt x="129" y="56"/>
                  <a:pt x="122" y="56"/>
                  <a:pt x="116" y="50"/>
                </a:cubicBezTo>
                <a:cubicBezTo>
                  <a:pt x="111" y="46"/>
                  <a:pt x="111" y="37"/>
                  <a:pt x="116" y="32"/>
                </a:cubicBezTo>
                <a:cubicBezTo>
                  <a:pt x="129" y="19"/>
                  <a:pt x="129" y="19"/>
                  <a:pt x="129" y="19"/>
                </a:cubicBezTo>
                <a:cubicBezTo>
                  <a:pt x="149" y="0"/>
                  <a:pt x="177" y="1"/>
                  <a:pt x="198" y="21"/>
                </a:cubicBezTo>
                <a:cubicBezTo>
                  <a:pt x="208" y="31"/>
                  <a:pt x="212" y="43"/>
                  <a:pt x="212" y="5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84" name="Freeform 87"/>
          <p:cNvSpPr>
            <a:spLocks/>
          </p:cNvSpPr>
          <p:nvPr/>
        </p:nvSpPr>
        <p:spPr bwMode="auto">
          <a:xfrm>
            <a:off x="4641052" y="4323679"/>
            <a:ext cx="308209" cy="259320"/>
          </a:xfrm>
          <a:custGeom>
            <a:avLst/>
            <a:gdLst>
              <a:gd name="T0" fmla="*/ 251 w 265"/>
              <a:gd name="T1" fmla="*/ 39 h 222"/>
              <a:gd name="T2" fmla="*/ 154 w 265"/>
              <a:gd name="T3" fmla="*/ 165 h 222"/>
              <a:gd name="T4" fmla="*/ 52 w 265"/>
              <a:gd name="T5" fmla="*/ 167 h 222"/>
              <a:gd name="T6" fmla="*/ 23 w 265"/>
              <a:gd name="T7" fmla="*/ 213 h 222"/>
              <a:gd name="T8" fmla="*/ 3 w 265"/>
              <a:gd name="T9" fmla="*/ 204 h 222"/>
              <a:gd name="T10" fmla="*/ 183 w 265"/>
              <a:gd name="T11" fmla="*/ 62 h 222"/>
              <a:gd name="T12" fmla="*/ 19 w 265"/>
              <a:gd name="T13" fmla="*/ 135 h 222"/>
              <a:gd name="T14" fmla="*/ 65 w 265"/>
              <a:gd name="T15" fmla="*/ 40 h 222"/>
              <a:gd name="T16" fmla="*/ 251 w 265"/>
              <a:gd name="T17" fmla="*/ 39 h 2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65" h="222">
                <a:moveTo>
                  <a:pt x="251" y="39"/>
                </a:moveTo>
                <a:cubicBezTo>
                  <a:pt x="191" y="71"/>
                  <a:pt x="196" y="136"/>
                  <a:pt x="154" y="165"/>
                </a:cubicBezTo>
                <a:cubicBezTo>
                  <a:pt x="122" y="187"/>
                  <a:pt x="78" y="176"/>
                  <a:pt x="52" y="167"/>
                </a:cubicBezTo>
                <a:cubicBezTo>
                  <a:pt x="52" y="167"/>
                  <a:pt x="35" y="186"/>
                  <a:pt x="23" y="213"/>
                </a:cubicBezTo>
                <a:cubicBezTo>
                  <a:pt x="18" y="222"/>
                  <a:pt x="0" y="212"/>
                  <a:pt x="3" y="204"/>
                </a:cubicBezTo>
                <a:cubicBezTo>
                  <a:pt x="44" y="109"/>
                  <a:pt x="183" y="62"/>
                  <a:pt x="183" y="62"/>
                </a:cubicBezTo>
                <a:cubicBezTo>
                  <a:pt x="183" y="62"/>
                  <a:pt x="85" y="58"/>
                  <a:pt x="19" y="135"/>
                </a:cubicBezTo>
                <a:cubicBezTo>
                  <a:pt x="17" y="117"/>
                  <a:pt x="15" y="70"/>
                  <a:pt x="65" y="40"/>
                </a:cubicBezTo>
                <a:cubicBezTo>
                  <a:pt x="134" y="0"/>
                  <a:pt x="265" y="31"/>
                  <a:pt x="251" y="3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85" name="Freeform 88"/>
          <p:cNvSpPr>
            <a:spLocks noEditPoints="1"/>
          </p:cNvSpPr>
          <p:nvPr/>
        </p:nvSpPr>
        <p:spPr bwMode="auto">
          <a:xfrm>
            <a:off x="4991773" y="4336431"/>
            <a:ext cx="316711" cy="242316"/>
          </a:xfrm>
          <a:custGeom>
            <a:avLst/>
            <a:gdLst>
              <a:gd name="T0" fmla="*/ 255 w 273"/>
              <a:gd name="T1" fmla="*/ 106 h 209"/>
              <a:gd name="T2" fmla="*/ 197 w 273"/>
              <a:gd name="T3" fmla="*/ 113 h 209"/>
              <a:gd name="T4" fmla="*/ 208 w 273"/>
              <a:gd name="T5" fmla="*/ 164 h 209"/>
              <a:gd name="T6" fmla="*/ 107 w 273"/>
              <a:gd name="T7" fmla="*/ 209 h 209"/>
              <a:gd name="T8" fmla="*/ 4 w 273"/>
              <a:gd name="T9" fmla="*/ 118 h 209"/>
              <a:gd name="T10" fmla="*/ 89 w 273"/>
              <a:gd name="T11" fmla="*/ 15 h 209"/>
              <a:gd name="T12" fmla="*/ 231 w 273"/>
              <a:gd name="T13" fmla="*/ 36 h 209"/>
              <a:gd name="T14" fmla="*/ 255 w 273"/>
              <a:gd name="T15" fmla="*/ 106 h 209"/>
              <a:gd name="T16" fmla="*/ 167 w 273"/>
              <a:gd name="T17" fmla="*/ 140 h 209"/>
              <a:gd name="T18" fmla="*/ 147 w 273"/>
              <a:gd name="T19" fmla="*/ 120 h 209"/>
              <a:gd name="T20" fmla="*/ 127 w 273"/>
              <a:gd name="T21" fmla="*/ 140 h 209"/>
              <a:gd name="T22" fmla="*/ 147 w 273"/>
              <a:gd name="T23" fmla="*/ 160 h 209"/>
              <a:gd name="T24" fmla="*/ 167 w 273"/>
              <a:gd name="T25" fmla="*/ 140 h 2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273" h="209">
                <a:moveTo>
                  <a:pt x="255" y="106"/>
                </a:moveTo>
                <a:cubicBezTo>
                  <a:pt x="242" y="110"/>
                  <a:pt x="221" y="88"/>
                  <a:pt x="197" y="113"/>
                </a:cubicBezTo>
                <a:cubicBezTo>
                  <a:pt x="179" y="133"/>
                  <a:pt x="208" y="153"/>
                  <a:pt x="208" y="164"/>
                </a:cubicBezTo>
                <a:cubicBezTo>
                  <a:pt x="207" y="174"/>
                  <a:pt x="179" y="209"/>
                  <a:pt x="107" y="209"/>
                </a:cubicBezTo>
                <a:cubicBezTo>
                  <a:pt x="39" y="209"/>
                  <a:pt x="0" y="167"/>
                  <a:pt x="4" y="118"/>
                </a:cubicBezTo>
                <a:cubicBezTo>
                  <a:pt x="7" y="76"/>
                  <a:pt x="47" y="28"/>
                  <a:pt x="89" y="15"/>
                </a:cubicBezTo>
                <a:cubicBezTo>
                  <a:pt x="144" y="0"/>
                  <a:pt x="191" y="9"/>
                  <a:pt x="231" y="36"/>
                </a:cubicBezTo>
                <a:cubicBezTo>
                  <a:pt x="273" y="64"/>
                  <a:pt x="267" y="103"/>
                  <a:pt x="255" y="106"/>
                </a:cubicBezTo>
                <a:close/>
                <a:moveTo>
                  <a:pt x="167" y="140"/>
                </a:moveTo>
                <a:cubicBezTo>
                  <a:pt x="167" y="129"/>
                  <a:pt x="158" y="120"/>
                  <a:pt x="147" y="120"/>
                </a:cubicBezTo>
                <a:cubicBezTo>
                  <a:pt x="136" y="120"/>
                  <a:pt x="127" y="129"/>
                  <a:pt x="127" y="140"/>
                </a:cubicBezTo>
                <a:cubicBezTo>
                  <a:pt x="127" y="151"/>
                  <a:pt x="136" y="160"/>
                  <a:pt x="147" y="160"/>
                </a:cubicBezTo>
                <a:cubicBezTo>
                  <a:pt x="158" y="160"/>
                  <a:pt x="167" y="151"/>
                  <a:pt x="167" y="14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86" name="Freeform 89"/>
          <p:cNvSpPr>
            <a:spLocks noEditPoints="1"/>
          </p:cNvSpPr>
          <p:nvPr/>
        </p:nvSpPr>
        <p:spPr bwMode="auto">
          <a:xfrm>
            <a:off x="5361623" y="4338557"/>
            <a:ext cx="306083" cy="246568"/>
          </a:xfrm>
          <a:custGeom>
            <a:avLst/>
            <a:gdLst>
              <a:gd name="T0" fmla="*/ 265 w 265"/>
              <a:gd name="T1" fmla="*/ 67 h 213"/>
              <a:gd name="T2" fmla="*/ 265 w 265"/>
              <a:gd name="T3" fmla="*/ 186 h 213"/>
              <a:gd name="T4" fmla="*/ 238 w 265"/>
              <a:gd name="T5" fmla="*/ 213 h 213"/>
              <a:gd name="T6" fmla="*/ 26 w 265"/>
              <a:gd name="T7" fmla="*/ 213 h 213"/>
              <a:gd name="T8" fmla="*/ 0 w 265"/>
              <a:gd name="T9" fmla="*/ 186 h 213"/>
              <a:gd name="T10" fmla="*/ 0 w 265"/>
              <a:gd name="T11" fmla="*/ 67 h 213"/>
              <a:gd name="T12" fmla="*/ 26 w 265"/>
              <a:gd name="T13" fmla="*/ 40 h 213"/>
              <a:gd name="T14" fmla="*/ 58 w 265"/>
              <a:gd name="T15" fmla="*/ 40 h 213"/>
              <a:gd name="T16" fmla="*/ 69 w 265"/>
              <a:gd name="T17" fmla="*/ 33 h 213"/>
              <a:gd name="T18" fmla="*/ 77 w 265"/>
              <a:gd name="T19" fmla="*/ 8 h 213"/>
              <a:gd name="T20" fmla="*/ 87 w 265"/>
              <a:gd name="T21" fmla="*/ 0 h 213"/>
              <a:gd name="T22" fmla="*/ 177 w 265"/>
              <a:gd name="T23" fmla="*/ 0 h 213"/>
              <a:gd name="T24" fmla="*/ 188 w 265"/>
              <a:gd name="T25" fmla="*/ 8 h 213"/>
              <a:gd name="T26" fmla="*/ 197 w 265"/>
              <a:gd name="T27" fmla="*/ 33 h 213"/>
              <a:gd name="T28" fmla="*/ 207 w 265"/>
              <a:gd name="T29" fmla="*/ 40 h 213"/>
              <a:gd name="T30" fmla="*/ 238 w 265"/>
              <a:gd name="T31" fmla="*/ 40 h 213"/>
              <a:gd name="T32" fmla="*/ 265 w 265"/>
              <a:gd name="T33" fmla="*/ 67 h 213"/>
              <a:gd name="T34" fmla="*/ 199 w 265"/>
              <a:gd name="T35" fmla="*/ 120 h 213"/>
              <a:gd name="T36" fmla="*/ 132 w 265"/>
              <a:gd name="T37" fmla="*/ 53 h 213"/>
              <a:gd name="T38" fmla="*/ 66 w 265"/>
              <a:gd name="T39" fmla="*/ 120 h 213"/>
              <a:gd name="T40" fmla="*/ 132 w 265"/>
              <a:gd name="T41" fmla="*/ 186 h 213"/>
              <a:gd name="T42" fmla="*/ 199 w 265"/>
              <a:gd name="T43" fmla="*/ 120 h 213"/>
              <a:gd name="T44" fmla="*/ 172 w 265"/>
              <a:gd name="T45" fmla="*/ 120 h 213"/>
              <a:gd name="T46" fmla="*/ 132 w 265"/>
              <a:gd name="T47" fmla="*/ 160 h 213"/>
              <a:gd name="T48" fmla="*/ 92 w 265"/>
              <a:gd name="T49" fmla="*/ 120 h 213"/>
              <a:gd name="T50" fmla="*/ 132 w 265"/>
              <a:gd name="T51" fmla="*/ 80 h 213"/>
              <a:gd name="T52" fmla="*/ 172 w 265"/>
              <a:gd name="T53" fmla="*/ 120 h 213"/>
              <a:gd name="T54" fmla="*/ 238 w 265"/>
              <a:gd name="T55" fmla="*/ 76 h 213"/>
              <a:gd name="T56" fmla="*/ 229 w 265"/>
              <a:gd name="T57" fmla="*/ 67 h 213"/>
              <a:gd name="T58" fmla="*/ 220 w 265"/>
              <a:gd name="T59" fmla="*/ 76 h 213"/>
              <a:gd name="T60" fmla="*/ 229 w 265"/>
              <a:gd name="T61" fmla="*/ 85 h 213"/>
              <a:gd name="T62" fmla="*/ 238 w 265"/>
              <a:gd name="T63" fmla="*/ 76 h 2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265" h="213">
                <a:moveTo>
                  <a:pt x="265" y="67"/>
                </a:moveTo>
                <a:cubicBezTo>
                  <a:pt x="265" y="186"/>
                  <a:pt x="265" y="186"/>
                  <a:pt x="265" y="186"/>
                </a:cubicBezTo>
                <a:cubicBezTo>
                  <a:pt x="265" y="201"/>
                  <a:pt x="253" y="213"/>
                  <a:pt x="238" y="213"/>
                </a:cubicBezTo>
                <a:cubicBezTo>
                  <a:pt x="26" y="213"/>
                  <a:pt x="26" y="213"/>
                  <a:pt x="26" y="213"/>
                </a:cubicBezTo>
                <a:cubicBezTo>
                  <a:pt x="12" y="213"/>
                  <a:pt x="0" y="201"/>
                  <a:pt x="0" y="186"/>
                </a:cubicBezTo>
                <a:cubicBezTo>
                  <a:pt x="0" y="67"/>
                  <a:pt x="0" y="67"/>
                  <a:pt x="0" y="67"/>
                </a:cubicBezTo>
                <a:cubicBezTo>
                  <a:pt x="0" y="52"/>
                  <a:pt x="12" y="40"/>
                  <a:pt x="26" y="40"/>
                </a:cubicBezTo>
                <a:cubicBezTo>
                  <a:pt x="58" y="40"/>
                  <a:pt x="58" y="40"/>
                  <a:pt x="58" y="40"/>
                </a:cubicBezTo>
                <a:cubicBezTo>
                  <a:pt x="63" y="40"/>
                  <a:pt x="68" y="37"/>
                  <a:pt x="69" y="33"/>
                </a:cubicBezTo>
                <a:cubicBezTo>
                  <a:pt x="77" y="8"/>
                  <a:pt x="77" y="8"/>
                  <a:pt x="77" y="8"/>
                </a:cubicBezTo>
                <a:cubicBezTo>
                  <a:pt x="78" y="3"/>
                  <a:pt x="83" y="0"/>
                  <a:pt x="87" y="0"/>
                </a:cubicBezTo>
                <a:cubicBezTo>
                  <a:pt x="177" y="0"/>
                  <a:pt x="177" y="0"/>
                  <a:pt x="177" y="0"/>
                </a:cubicBezTo>
                <a:cubicBezTo>
                  <a:pt x="182" y="0"/>
                  <a:pt x="187" y="3"/>
                  <a:pt x="188" y="8"/>
                </a:cubicBezTo>
                <a:cubicBezTo>
                  <a:pt x="197" y="33"/>
                  <a:pt x="197" y="33"/>
                  <a:pt x="197" y="33"/>
                </a:cubicBezTo>
                <a:cubicBezTo>
                  <a:pt x="198" y="37"/>
                  <a:pt x="202" y="40"/>
                  <a:pt x="207" y="40"/>
                </a:cubicBezTo>
                <a:cubicBezTo>
                  <a:pt x="238" y="40"/>
                  <a:pt x="238" y="40"/>
                  <a:pt x="238" y="40"/>
                </a:cubicBezTo>
                <a:cubicBezTo>
                  <a:pt x="253" y="40"/>
                  <a:pt x="265" y="52"/>
                  <a:pt x="265" y="67"/>
                </a:cubicBezTo>
                <a:close/>
                <a:moveTo>
                  <a:pt x="199" y="120"/>
                </a:moveTo>
                <a:cubicBezTo>
                  <a:pt x="199" y="83"/>
                  <a:pt x="169" y="53"/>
                  <a:pt x="132" y="53"/>
                </a:cubicBezTo>
                <a:cubicBezTo>
                  <a:pt x="96" y="53"/>
                  <a:pt x="66" y="83"/>
                  <a:pt x="66" y="120"/>
                </a:cubicBezTo>
                <a:cubicBezTo>
                  <a:pt x="66" y="156"/>
                  <a:pt x="96" y="186"/>
                  <a:pt x="132" y="186"/>
                </a:cubicBezTo>
                <a:cubicBezTo>
                  <a:pt x="169" y="186"/>
                  <a:pt x="199" y="156"/>
                  <a:pt x="199" y="120"/>
                </a:cubicBezTo>
                <a:close/>
                <a:moveTo>
                  <a:pt x="172" y="120"/>
                </a:moveTo>
                <a:cubicBezTo>
                  <a:pt x="172" y="142"/>
                  <a:pt x="155" y="160"/>
                  <a:pt x="132" y="160"/>
                </a:cubicBezTo>
                <a:cubicBezTo>
                  <a:pt x="111" y="160"/>
                  <a:pt x="92" y="142"/>
                  <a:pt x="92" y="120"/>
                </a:cubicBezTo>
                <a:cubicBezTo>
                  <a:pt x="92" y="98"/>
                  <a:pt x="111" y="80"/>
                  <a:pt x="132" y="80"/>
                </a:cubicBezTo>
                <a:cubicBezTo>
                  <a:pt x="155" y="80"/>
                  <a:pt x="172" y="98"/>
                  <a:pt x="172" y="120"/>
                </a:cubicBezTo>
                <a:close/>
                <a:moveTo>
                  <a:pt x="238" y="76"/>
                </a:moveTo>
                <a:cubicBezTo>
                  <a:pt x="238" y="71"/>
                  <a:pt x="235" y="67"/>
                  <a:pt x="229" y="67"/>
                </a:cubicBezTo>
                <a:cubicBezTo>
                  <a:pt x="224" y="67"/>
                  <a:pt x="220" y="71"/>
                  <a:pt x="220" y="76"/>
                </a:cubicBezTo>
                <a:cubicBezTo>
                  <a:pt x="220" y="81"/>
                  <a:pt x="224" y="85"/>
                  <a:pt x="229" y="85"/>
                </a:cubicBezTo>
                <a:cubicBezTo>
                  <a:pt x="235" y="85"/>
                  <a:pt x="238" y="81"/>
                  <a:pt x="238" y="7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87" name="Freeform 90"/>
          <p:cNvSpPr>
            <a:spLocks noEditPoints="1"/>
          </p:cNvSpPr>
          <p:nvPr/>
        </p:nvSpPr>
        <p:spPr bwMode="auto">
          <a:xfrm>
            <a:off x="5729346" y="4344934"/>
            <a:ext cx="235940" cy="233813"/>
          </a:xfrm>
          <a:custGeom>
            <a:avLst/>
            <a:gdLst>
              <a:gd name="T0" fmla="*/ 202 w 202"/>
              <a:gd name="T1" fmla="*/ 201 h 201"/>
              <a:gd name="T2" fmla="*/ 170 w 202"/>
              <a:gd name="T3" fmla="*/ 201 h 201"/>
              <a:gd name="T4" fmla="*/ 0 w 202"/>
              <a:gd name="T5" fmla="*/ 31 h 201"/>
              <a:gd name="T6" fmla="*/ 0 w 202"/>
              <a:gd name="T7" fmla="*/ 0 h 201"/>
              <a:gd name="T8" fmla="*/ 202 w 202"/>
              <a:gd name="T9" fmla="*/ 201 h 201"/>
              <a:gd name="T10" fmla="*/ 139 w 202"/>
              <a:gd name="T11" fmla="*/ 201 h 201"/>
              <a:gd name="T12" fmla="*/ 107 w 202"/>
              <a:gd name="T13" fmla="*/ 201 h 201"/>
              <a:gd name="T14" fmla="*/ 0 w 202"/>
              <a:gd name="T15" fmla="*/ 94 h 201"/>
              <a:gd name="T16" fmla="*/ 0 w 202"/>
              <a:gd name="T17" fmla="*/ 63 h 201"/>
              <a:gd name="T18" fmla="*/ 139 w 202"/>
              <a:gd name="T19" fmla="*/ 201 h 201"/>
              <a:gd name="T20" fmla="*/ 60 w 202"/>
              <a:gd name="T21" fmla="*/ 171 h 201"/>
              <a:gd name="T22" fmla="*/ 30 w 202"/>
              <a:gd name="T23" fmla="*/ 201 h 201"/>
              <a:gd name="T24" fmla="*/ 0 w 202"/>
              <a:gd name="T25" fmla="*/ 171 h 201"/>
              <a:gd name="T26" fmla="*/ 30 w 202"/>
              <a:gd name="T27" fmla="*/ 141 h 201"/>
              <a:gd name="T28" fmla="*/ 60 w 202"/>
              <a:gd name="T29" fmla="*/ 171 h 2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202" h="201">
                <a:moveTo>
                  <a:pt x="202" y="201"/>
                </a:moveTo>
                <a:cubicBezTo>
                  <a:pt x="170" y="201"/>
                  <a:pt x="170" y="201"/>
                  <a:pt x="170" y="201"/>
                </a:cubicBezTo>
                <a:cubicBezTo>
                  <a:pt x="170" y="107"/>
                  <a:pt x="94" y="31"/>
                  <a:pt x="0" y="31"/>
                </a:cubicBezTo>
                <a:cubicBezTo>
                  <a:pt x="0" y="0"/>
                  <a:pt x="0" y="0"/>
                  <a:pt x="0" y="0"/>
                </a:cubicBezTo>
                <a:cubicBezTo>
                  <a:pt x="111" y="0"/>
                  <a:pt x="202" y="90"/>
                  <a:pt x="202" y="201"/>
                </a:cubicBezTo>
                <a:close/>
                <a:moveTo>
                  <a:pt x="139" y="201"/>
                </a:moveTo>
                <a:cubicBezTo>
                  <a:pt x="107" y="201"/>
                  <a:pt x="107" y="201"/>
                  <a:pt x="107" y="201"/>
                </a:cubicBezTo>
                <a:cubicBezTo>
                  <a:pt x="107" y="142"/>
                  <a:pt x="59" y="94"/>
                  <a:pt x="0" y="94"/>
                </a:cubicBezTo>
                <a:cubicBezTo>
                  <a:pt x="0" y="63"/>
                  <a:pt x="0" y="63"/>
                  <a:pt x="0" y="63"/>
                </a:cubicBezTo>
                <a:cubicBezTo>
                  <a:pt x="77" y="63"/>
                  <a:pt x="139" y="125"/>
                  <a:pt x="139" y="201"/>
                </a:cubicBezTo>
                <a:close/>
                <a:moveTo>
                  <a:pt x="60" y="171"/>
                </a:moveTo>
                <a:cubicBezTo>
                  <a:pt x="60" y="188"/>
                  <a:pt x="47" y="201"/>
                  <a:pt x="30" y="201"/>
                </a:cubicBezTo>
                <a:cubicBezTo>
                  <a:pt x="13" y="201"/>
                  <a:pt x="0" y="188"/>
                  <a:pt x="0" y="171"/>
                </a:cubicBezTo>
                <a:cubicBezTo>
                  <a:pt x="0" y="155"/>
                  <a:pt x="13" y="141"/>
                  <a:pt x="30" y="141"/>
                </a:cubicBezTo>
                <a:cubicBezTo>
                  <a:pt x="47" y="141"/>
                  <a:pt x="60" y="155"/>
                  <a:pt x="60" y="17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88" name="Freeform 91"/>
          <p:cNvSpPr>
            <a:spLocks noEditPoints="1"/>
          </p:cNvSpPr>
          <p:nvPr/>
        </p:nvSpPr>
        <p:spPr bwMode="auto">
          <a:xfrm>
            <a:off x="6022676" y="4317302"/>
            <a:ext cx="289077" cy="289079"/>
          </a:xfrm>
          <a:custGeom>
            <a:avLst/>
            <a:gdLst>
              <a:gd name="T0" fmla="*/ 239 w 248"/>
              <a:gd name="T1" fmla="*/ 89 h 248"/>
              <a:gd name="T2" fmla="*/ 203 w 248"/>
              <a:gd name="T3" fmla="*/ 125 h 248"/>
              <a:gd name="T4" fmla="*/ 161 w 248"/>
              <a:gd name="T5" fmla="*/ 133 h 248"/>
              <a:gd name="T6" fmla="*/ 52 w 248"/>
              <a:gd name="T7" fmla="*/ 241 h 248"/>
              <a:gd name="T8" fmla="*/ 18 w 248"/>
              <a:gd name="T9" fmla="*/ 230 h 248"/>
              <a:gd name="T10" fmla="*/ 6 w 248"/>
              <a:gd name="T11" fmla="*/ 195 h 248"/>
              <a:gd name="T12" fmla="*/ 115 w 248"/>
              <a:gd name="T13" fmla="*/ 86 h 248"/>
              <a:gd name="T14" fmla="*/ 123 w 248"/>
              <a:gd name="T15" fmla="*/ 44 h 248"/>
              <a:gd name="T16" fmla="*/ 158 w 248"/>
              <a:gd name="T17" fmla="*/ 9 h 248"/>
              <a:gd name="T18" fmla="*/ 217 w 248"/>
              <a:gd name="T19" fmla="*/ 30 h 248"/>
              <a:gd name="T20" fmla="*/ 239 w 248"/>
              <a:gd name="T21" fmla="*/ 89 h 248"/>
              <a:gd name="T22" fmla="*/ 120 w 248"/>
              <a:gd name="T23" fmla="*/ 135 h 248"/>
              <a:gd name="T24" fmla="*/ 123 w 248"/>
              <a:gd name="T25" fmla="*/ 113 h 248"/>
              <a:gd name="T26" fmla="*/ 102 w 248"/>
              <a:gd name="T27" fmla="*/ 117 h 248"/>
              <a:gd name="T28" fmla="*/ 98 w 248"/>
              <a:gd name="T29" fmla="*/ 138 h 248"/>
              <a:gd name="T30" fmla="*/ 120 w 248"/>
              <a:gd name="T31" fmla="*/ 135 h 248"/>
              <a:gd name="T32" fmla="*/ 229 w 248"/>
              <a:gd name="T33" fmla="*/ 79 h 248"/>
              <a:gd name="T34" fmla="*/ 209 w 248"/>
              <a:gd name="T35" fmla="*/ 39 h 248"/>
              <a:gd name="T36" fmla="*/ 168 w 248"/>
              <a:gd name="T37" fmla="*/ 18 h 248"/>
              <a:gd name="T38" fmla="*/ 188 w 248"/>
              <a:gd name="T39" fmla="*/ 60 h 248"/>
              <a:gd name="T40" fmla="*/ 229 w 248"/>
              <a:gd name="T41" fmla="*/ 79 h 2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248" h="248">
                <a:moveTo>
                  <a:pt x="239" y="89"/>
                </a:moveTo>
                <a:cubicBezTo>
                  <a:pt x="203" y="125"/>
                  <a:pt x="203" y="125"/>
                  <a:pt x="203" y="125"/>
                </a:cubicBezTo>
                <a:cubicBezTo>
                  <a:pt x="197" y="130"/>
                  <a:pt x="179" y="135"/>
                  <a:pt x="161" y="133"/>
                </a:cubicBezTo>
                <a:cubicBezTo>
                  <a:pt x="52" y="241"/>
                  <a:pt x="52" y="241"/>
                  <a:pt x="52" y="241"/>
                </a:cubicBezTo>
                <a:cubicBezTo>
                  <a:pt x="46" y="248"/>
                  <a:pt x="31" y="242"/>
                  <a:pt x="18" y="230"/>
                </a:cubicBezTo>
                <a:cubicBezTo>
                  <a:pt x="5" y="217"/>
                  <a:pt x="0" y="201"/>
                  <a:pt x="6" y="195"/>
                </a:cubicBezTo>
                <a:cubicBezTo>
                  <a:pt x="115" y="86"/>
                  <a:pt x="115" y="86"/>
                  <a:pt x="115" y="86"/>
                </a:cubicBezTo>
                <a:cubicBezTo>
                  <a:pt x="112" y="68"/>
                  <a:pt x="117" y="50"/>
                  <a:pt x="123" y="44"/>
                </a:cubicBezTo>
                <a:cubicBezTo>
                  <a:pt x="158" y="9"/>
                  <a:pt x="158" y="9"/>
                  <a:pt x="158" y="9"/>
                </a:cubicBezTo>
                <a:cubicBezTo>
                  <a:pt x="167" y="0"/>
                  <a:pt x="195" y="8"/>
                  <a:pt x="217" y="30"/>
                </a:cubicBezTo>
                <a:cubicBezTo>
                  <a:pt x="239" y="52"/>
                  <a:pt x="248" y="80"/>
                  <a:pt x="239" y="89"/>
                </a:cubicBezTo>
                <a:close/>
                <a:moveTo>
                  <a:pt x="120" y="135"/>
                </a:moveTo>
                <a:cubicBezTo>
                  <a:pt x="127" y="128"/>
                  <a:pt x="128" y="118"/>
                  <a:pt x="123" y="113"/>
                </a:cubicBezTo>
                <a:cubicBezTo>
                  <a:pt x="118" y="109"/>
                  <a:pt x="109" y="110"/>
                  <a:pt x="102" y="117"/>
                </a:cubicBezTo>
                <a:cubicBezTo>
                  <a:pt x="95" y="124"/>
                  <a:pt x="93" y="133"/>
                  <a:pt x="98" y="138"/>
                </a:cubicBezTo>
                <a:cubicBezTo>
                  <a:pt x="103" y="143"/>
                  <a:pt x="112" y="141"/>
                  <a:pt x="120" y="135"/>
                </a:cubicBezTo>
                <a:close/>
                <a:moveTo>
                  <a:pt x="229" y="79"/>
                </a:moveTo>
                <a:cubicBezTo>
                  <a:pt x="231" y="78"/>
                  <a:pt x="226" y="56"/>
                  <a:pt x="209" y="39"/>
                </a:cubicBezTo>
                <a:cubicBezTo>
                  <a:pt x="191" y="22"/>
                  <a:pt x="169" y="17"/>
                  <a:pt x="168" y="18"/>
                </a:cubicBezTo>
                <a:cubicBezTo>
                  <a:pt x="166" y="20"/>
                  <a:pt x="170" y="42"/>
                  <a:pt x="188" y="60"/>
                </a:cubicBezTo>
                <a:cubicBezTo>
                  <a:pt x="205" y="77"/>
                  <a:pt x="228" y="81"/>
                  <a:pt x="229" y="7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89" name="Freeform 92"/>
          <p:cNvSpPr>
            <a:spLocks noEditPoints="1"/>
          </p:cNvSpPr>
          <p:nvPr/>
        </p:nvSpPr>
        <p:spPr bwMode="auto">
          <a:xfrm>
            <a:off x="6367019" y="4332180"/>
            <a:ext cx="259320" cy="259320"/>
          </a:xfrm>
          <a:custGeom>
            <a:avLst/>
            <a:gdLst>
              <a:gd name="T0" fmla="*/ 223 w 223"/>
              <a:gd name="T1" fmla="*/ 111 h 223"/>
              <a:gd name="T2" fmla="*/ 111 w 223"/>
              <a:gd name="T3" fmla="*/ 223 h 223"/>
              <a:gd name="T4" fmla="*/ 0 w 223"/>
              <a:gd name="T5" fmla="*/ 111 h 223"/>
              <a:gd name="T6" fmla="*/ 111 w 223"/>
              <a:gd name="T7" fmla="*/ 0 h 223"/>
              <a:gd name="T8" fmla="*/ 223 w 223"/>
              <a:gd name="T9" fmla="*/ 111 h 223"/>
              <a:gd name="T10" fmla="*/ 179 w 223"/>
              <a:gd name="T11" fmla="*/ 125 h 223"/>
              <a:gd name="T12" fmla="*/ 179 w 223"/>
              <a:gd name="T13" fmla="*/ 98 h 223"/>
              <a:gd name="T14" fmla="*/ 125 w 223"/>
              <a:gd name="T15" fmla="*/ 98 h 223"/>
              <a:gd name="T16" fmla="*/ 125 w 223"/>
              <a:gd name="T17" fmla="*/ 45 h 223"/>
              <a:gd name="T18" fmla="*/ 98 w 223"/>
              <a:gd name="T19" fmla="*/ 45 h 223"/>
              <a:gd name="T20" fmla="*/ 98 w 223"/>
              <a:gd name="T21" fmla="*/ 98 h 223"/>
              <a:gd name="T22" fmla="*/ 44 w 223"/>
              <a:gd name="T23" fmla="*/ 98 h 223"/>
              <a:gd name="T24" fmla="*/ 44 w 223"/>
              <a:gd name="T25" fmla="*/ 125 h 223"/>
              <a:gd name="T26" fmla="*/ 98 w 223"/>
              <a:gd name="T27" fmla="*/ 125 h 223"/>
              <a:gd name="T28" fmla="*/ 98 w 223"/>
              <a:gd name="T29" fmla="*/ 178 h 223"/>
              <a:gd name="T30" fmla="*/ 125 w 223"/>
              <a:gd name="T31" fmla="*/ 178 h 223"/>
              <a:gd name="T32" fmla="*/ 125 w 223"/>
              <a:gd name="T33" fmla="*/ 125 h 223"/>
              <a:gd name="T34" fmla="*/ 179 w 223"/>
              <a:gd name="T35" fmla="*/ 125 h 2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23" h="223">
                <a:moveTo>
                  <a:pt x="223" y="111"/>
                </a:moveTo>
                <a:cubicBezTo>
                  <a:pt x="223" y="173"/>
                  <a:pt x="173" y="223"/>
                  <a:pt x="111" y="223"/>
                </a:cubicBezTo>
                <a:cubicBezTo>
                  <a:pt x="50" y="223"/>
                  <a:pt x="0" y="173"/>
                  <a:pt x="0" y="111"/>
                </a:cubicBezTo>
                <a:cubicBezTo>
                  <a:pt x="0" y="50"/>
                  <a:pt x="50" y="0"/>
                  <a:pt x="111" y="0"/>
                </a:cubicBezTo>
                <a:cubicBezTo>
                  <a:pt x="173" y="0"/>
                  <a:pt x="223" y="50"/>
                  <a:pt x="223" y="111"/>
                </a:cubicBezTo>
                <a:close/>
                <a:moveTo>
                  <a:pt x="179" y="125"/>
                </a:moveTo>
                <a:cubicBezTo>
                  <a:pt x="179" y="98"/>
                  <a:pt x="179" y="98"/>
                  <a:pt x="179" y="98"/>
                </a:cubicBezTo>
                <a:cubicBezTo>
                  <a:pt x="125" y="98"/>
                  <a:pt x="125" y="98"/>
                  <a:pt x="125" y="98"/>
                </a:cubicBezTo>
                <a:cubicBezTo>
                  <a:pt x="125" y="45"/>
                  <a:pt x="125" y="45"/>
                  <a:pt x="125" y="45"/>
                </a:cubicBezTo>
                <a:cubicBezTo>
                  <a:pt x="98" y="45"/>
                  <a:pt x="98" y="45"/>
                  <a:pt x="98" y="45"/>
                </a:cubicBezTo>
                <a:cubicBezTo>
                  <a:pt x="98" y="98"/>
                  <a:pt x="98" y="98"/>
                  <a:pt x="98" y="98"/>
                </a:cubicBezTo>
                <a:cubicBezTo>
                  <a:pt x="44" y="98"/>
                  <a:pt x="44" y="98"/>
                  <a:pt x="44" y="98"/>
                </a:cubicBezTo>
                <a:cubicBezTo>
                  <a:pt x="44" y="125"/>
                  <a:pt x="44" y="125"/>
                  <a:pt x="44" y="125"/>
                </a:cubicBezTo>
                <a:cubicBezTo>
                  <a:pt x="98" y="125"/>
                  <a:pt x="98" y="125"/>
                  <a:pt x="98" y="125"/>
                </a:cubicBezTo>
                <a:cubicBezTo>
                  <a:pt x="98" y="178"/>
                  <a:pt x="98" y="178"/>
                  <a:pt x="98" y="178"/>
                </a:cubicBezTo>
                <a:cubicBezTo>
                  <a:pt x="125" y="178"/>
                  <a:pt x="125" y="178"/>
                  <a:pt x="125" y="178"/>
                </a:cubicBezTo>
                <a:cubicBezTo>
                  <a:pt x="125" y="125"/>
                  <a:pt x="125" y="125"/>
                  <a:pt x="125" y="125"/>
                </a:cubicBezTo>
                <a:lnTo>
                  <a:pt x="179" y="12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90" name="Freeform 93"/>
          <p:cNvSpPr>
            <a:spLocks/>
          </p:cNvSpPr>
          <p:nvPr/>
        </p:nvSpPr>
        <p:spPr bwMode="auto">
          <a:xfrm>
            <a:off x="6685855" y="4378943"/>
            <a:ext cx="146667" cy="165795"/>
          </a:xfrm>
          <a:custGeom>
            <a:avLst/>
            <a:gdLst>
              <a:gd name="T0" fmla="*/ 122 w 128"/>
              <a:gd name="T1" fmla="*/ 135 h 141"/>
              <a:gd name="T2" fmla="*/ 100 w 128"/>
              <a:gd name="T3" fmla="*/ 135 h 141"/>
              <a:gd name="T4" fmla="*/ 65 w 128"/>
              <a:gd name="T5" fmla="*/ 95 h 141"/>
              <a:gd name="T6" fmla="*/ 29 w 128"/>
              <a:gd name="T7" fmla="*/ 135 h 141"/>
              <a:gd name="T8" fmla="*/ 7 w 128"/>
              <a:gd name="T9" fmla="*/ 135 h 141"/>
              <a:gd name="T10" fmla="*/ 7 w 128"/>
              <a:gd name="T11" fmla="*/ 112 h 141"/>
              <a:gd name="T12" fmla="*/ 43 w 128"/>
              <a:gd name="T13" fmla="*/ 70 h 141"/>
              <a:gd name="T14" fmla="*/ 7 w 128"/>
              <a:gd name="T15" fmla="*/ 29 h 141"/>
              <a:gd name="T16" fmla="*/ 7 w 128"/>
              <a:gd name="T17" fmla="*/ 6 h 141"/>
              <a:gd name="T18" fmla="*/ 29 w 128"/>
              <a:gd name="T19" fmla="*/ 6 h 141"/>
              <a:gd name="T20" fmla="*/ 65 w 128"/>
              <a:gd name="T21" fmla="*/ 47 h 141"/>
              <a:gd name="T22" fmla="*/ 100 w 128"/>
              <a:gd name="T23" fmla="*/ 6 h 141"/>
              <a:gd name="T24" fmla="*/ 122 w 128"/>
              <a:gd name="T25" fmla="*/ 6 h 141"/>
              <a:gd name="T26" fmla="*/ 122 w 128"/>
              <a:gd name="T27" fmla="*/ 29 h 141"/>
              <a:gd name="T28" fmla="*/ 85 w 128"/>
              <a:gd name="T29" fmla="*/ 70 h 141"/>
              <a:gd name="T30" fmla="*/ 122 w 128"/>
              <a:gd name="T31" fmla="*/ 112 h 141"/>
              <a:gd name="T32" fmla="*/ 122 w 128"/>
              <a:gd name="T33" fmla="*/ 135 h 1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28" h="141">
                <a:moveTo>
                  <a:pt x="122" y="135"/>
                </a:moveTo>
                <a:cubicBezTo>
                  <a:pt x="116" y="141"/>
                  <a:pt x="106" y="141"/>
                  <a:pt x="100" y="135"/>
                </a:cubicBezTo>
                <a:cubicBezTo>
                  <a:pt x="65" y="95"/>
                  <a:pt x="65" y="95"/>
                  <a:pt x="65" y="95"/>
                </a:cubicBezTo>
                <a:cubicBezTo>
                  <a:pt x="29" y="135"/>
                  <a:pt x="29" y="135"/>
                  <a:pt x="29" y="135"/>
                </a:cubicBezTo>
                <a:cubicBezTo>
                  <a:pt x="23" y="141"/>
                  <a:pt x="13" y="141"/>
                  <a:pt x="7" y="135"/>
                </a:cubicBezTo>
                <a:cubicBezTo>
                  <a:pt x="0" y="129"/>
                  <a:pt x="0" y="119"/>
                  <a:pt x="7" y="112"/>
                </a:cubicBezTo>
                <a:cubicBezTo>
                  <a:pt x="43" y="70"/>
                  <a:pt x="43" y="70"/>
                  <a:pt x="43" y="70"/>
                </a:cubicBezTo>
                <a:cubicBezTo>
                  <a:pt x="7" y="29"/>
                  <a:pt x="7" y="29"/>
                  <a:pt x="7" y="29"/>
                </a:cubicBezTo>
                <a:cubicBezTo>
                  <a:pt x="0" y="23"/>
                  <a:pt x="0" y="13"/>
                  <a:pt x="7" y="6"/>
                </a:cubicBezTo>
                <a:cubicBezTo>
                  <a:pt x="13" y="0"/>
                  <a:pt x="23" y="0"/>
                  <a:pt x="29" y="6"/>
                </a:cubicBezTo>
                <a:cubicBezTo>
                  <a:pt x="65" y="47"/>
                  <a:pt x="65" y="47"/>
                  <a:pt x="65" y="47"/>
                </a:cubicBezTo>
                <a:cubicBezTo>
                  <a:pt x="100" y="6"/>
                  <a:pt x="100" y="6"/>
                  <a:pt x="100" y="6"/>
                </a:cubicBezTo>
                <a:cubicBezTo>
                  <a:pt x="106" y="0"/>
                  <a:pt x="116" y="0"/>
                  <a:pt x="122" y="6"/>
                </a:cubicBezTo>
                <a:cubicBezTo>
                  <a:pt x="128" y="13"/>
                  <a:pt x="128" y="23"/>
                  <a:pt x="122" y="29"/>
                </a:cubicBezTo>
                <a:cubicBezTo>
                  <a:pt x="85" y="70"/>
                  <a:pt x="85" y="70"/>
                  <a:pt x="85" y="70"/>
                </a:cubicBezTo>
                <a:cubicBezTo>
                  <a:pt x="122" y="112"/>
                  <a:pt x="122" y="112"/>
                  <a:pt x="122" y="112"/>
                </a:cubicBezTo>
                <a:cubicBezTo>
                  <a:pt x="128" y="119"/>
                  <a:pt x="128" y="129"/>
                  <a:pt x="122" y="13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91" name="Freeform 94"/>
          <p:cNvSpPr>
            <a:spLocks noEditPoints="1"/>
          </p:cNvSpPr>
          <p:nvPr/>
        </p:nvSpPr>
        <p:spPr bwMode="auto">
          <a:xfrm>
            <a:off x="6892036" y="4306672"/>
            <a:ext cx="310333" cy="312461"/>
          </a:xfrm>
          <a:custGeom>
            <a:avLst/>
            <a:gdLst>
              <a:gd name="T0" fmla="*/ 216 w 267"/>
              <a:gd name="T1" fmla="*/ 101 h 268"/>
              <a:gd name="T2" fmla="*/ 221 w 267"/>
              <a:gd name="T3" fmla="*/ 107 h 268"/>
              <a:gd name="T4" fmla="*/ 223 w 267"/>
              <a:gd name="T5" fmla="*/ 122 h 268"/>
              <a:gd name="T6" fmla="*/ 210 w 267"/>
              <a:gd name="T7" fmla="*/ 163 h 268"/>
              <a:gd name="T8" fmla="*/ 201 w 267"/>
              <a:gd name="T9" fmla="*/ 175 h 268"/>
              <a:gd name="T10" fmla="*/ 77 w 267"/>
              <a:gd name="T11" fmla="*/ 263 h 268"/>
              <a:gd name="T12" fmla="*/ 61 w 267"/>
              <a:gd name="T13" fmla="*/ 262 h 268"/>
              <a:gd name="T14" fmla="*/ 4 w 267"/>
              <a:gd name="T15" fmla="*/ 181 h 268"/>
              <a:gd name="T16" fmla="*/ 8 w 267"/>
              <a:gd name="T17" fmla="*/ 162 h 268"/>
              <a:gd name="T18" fmla="*/ 131 w 267"/>
              <a:gd name="T19" fmla="*/ 75 h 268"/>
              <a:gd name="T20" fmla="*/ 146 w 267"/>
              <a:gd name="T21" fmla="*/ 70 h 268"/>
              <a:gd name="T22" fmla="*/ 188 w 267"/>
              <a:gd name="T23" fmla="*/ 70 h 268"/>
              <a:gd name="T24" fmla="*/ 200 w 267"/>
              <a:gd name="T25" fmla="*/ 77 h 268"/>
              <a:gd name="T26" fmla="*/ 207 w 267"/>
              <a:gd name="T27" fmla="*/ 87 h 268"/>
              <a:gd name="T28" fmla="*/ 238 w 267"/>
              <a:gd name="T29" fmla="*/ 11 h 268"/>
              <a:gd name="T30" fmla="*/ 243 w 267"/>
              <a:gd name="T31" fmla="*/ 1 h 268"/>
              <a:gd name="T32" fmla="*/ 253 w 267"/>
              <a:gd name="T33" fmla="*/ 6 h 268"/>
              <a:gd name="T34" fmla="*/ 216 w 267"/>
              <a:gd name="T35" fmla="*/ 101 h 268"/>
              <a:gd name="T36" fmla="*/ 204 w 267"/>
              <a:gd name="T37" fmla="*/ 109 h 268"/>
              <a:gd name="T38" fmla="*/ 196 w 267"/>
              <a:gd name="T39" fmla="*/ 114 h 268"/>
              <a:gd name="T40" fmla="*/ 192 w 267"/>
              <a:gd name="T41" fmla="*/ 114 h 268"/>
              <a:gd name="T42" fmla="*/ 185 w 267"/>
              <a:gd name="T43" fmla="*/ 110 h 268"/>
              <a:gd name="T44" fmla="*/ 189 w 267"/>
              <a:gd name="T45" fmla="*/ 99 h 268"/>
              <a:gd name="T46" fmla="*/ 196 w 267"/>
              <a:gd name="T47" fmla="*/ 96 h 268"/>
              <a:gd name="T48" fmla="*/ 171 w 267"/>
              <a:gd name="T49" fmla="*/ 95 h 268"/>
              <a:gd name="T50" fmla="*/ 166 w 267"/>
              <a:gd name="T51" fmla="*/ 125 h 268"/>
              <a:gd name="T52" fmla="*/ 196 w 267"/>
              <a:gd name="T53" fmla="*/ 130 h 268"/>
              <a:gd name="T54" fmla="*/ 204 w 267"/>
              <a:gd name="T55" fmla="*/ 109 h 2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267" h="268">
                <a:moveTo>
                  <a:pt x="216" y="101"/>
                </a:moveTo>
                <a:cubicBezTo>
                  <a:pt x="221" y="107"/>
                  <a:pt x="221" y="107"/>
                  <a:pt x="221" y="107"/>
                </a:cubicBezTo>
                <a:cubicBezTo>
                  <a:pt x="224" y="111"/>
                  <a:pt x="224" y="118"/>
                  <a:pt x="223" y="122"/>
                </a:cubicBezTo>
                <a:cubicBezTo>
                  <a:pt x="210" y="163"/>
                  <a:pt x="210" y="163"/>
                  <a:pt x="210" y="163"/>
                </a:cubicBezTo>
                <a:cubicBezTo>
                  <a:pt x="208" y="167"/>
                  <a:pt x="205" y="173"/>
                  <a:pt x="201" y="175"/>
                </a:cubicBezTo>
                <a:cubicBezTo>
                  <a:pt x="77" y="263"/>
                  <a:pt x="77" y="263"/>
                  <a:pt x="77" y="263"/>
                </a:cubicBezTo>
                <a:cubicBezTo>
                  <a:pt x="71" y="267"/>
                  <a:pt x="65" y="268"/>
                  <a:pt x="61" y="262"/>
                </a:cubicBezTo>
                <a:cubicBezTo>
                  <a:pt x="4" y="181"/>
                  <a:pt x="4" y="181"/>
                  <a:pt x="4" y="181"/>
                </a:cubicBezTo>
                <a:cubicBezTo>
                  <a:pt x="0" y="175"/>
                  <a:pt x="2" y="166"/>
                  <a:pt x="8" y="162"/>
                </a:cubicBezTo>
                <a:cubicBezTo>
                  <a:pt x="131" y="75"/>
                  <a:pt x="131" y="75"/>
                  <a:pt x="131" y="75"/>
                </a:cubicBezTo>
                <a:cubicBezTo>
                  <a:pt x="135" y="72"/>
                  <a:pt x="141" y="70"/>
                  <a:pt x="146" y="70"/>
                </a:cubicBezTo>
                <a:cubicBezTo>
                  <a:pt x="188" y="70"/>
                  <a:pt x="188" y="70"/>
                  <a:pt x="188" y="70"/>
                </a:cubicBezTo>
                <a:cubicBezTo>
                  <a:pt x="192" y="70"/>
                  <a:pt x="197" y="73"/>
                  <a:pt x="200" y="77"/>
                </a:cubicBezTo>
                <a:cubicBezTo>
                  <a:pt x="207" y="87"/>
                  <a:pt x="207" y="87"/>
                  <a:pt x="207" y="87"/>
                </a:cubicBezTo>
                <a:cubicBezTo>
                  <a:pt x="226" y="73"/>
                  <a:pt x="250" y="47"/>
                  <a:pt x="238" y="11"/>
                </a:cubicBezTo>
                <a:cubicBezTo>
                  <a:pt x="236" y="7"/>
                  <a:pt x="239" y="3"/>
                  <a:pt x="243" y="1"/>
                </a:cubicBezTo>
                <a:cubicBezTo>
                  <a:pt x="247" y="0"/>
                  <a:pt x="251" y="2"/>
                  <a:pt x="253" y="6"/>
                </a:cubicBezTo>
                <a:cubicBezTo>
                  <a:pt x="267" y="47"/>
                  <a:pt x="241" y="81"/>
                  <a:pt x="216" y="101"/>
                </a:cubicBezTo>
                <a:close/>
                <a:moveTo>
                  <a:pt x="204" y="109"/>
                </a:moveTo>
                <a:cubicBezTo>
                  <a:pt x="201" y="111"/>
                  <a:pt x="199" y="112"/>
                  <a:pt x="196" y="114"/>
                </a:cubicBezTo>
                <a:cubicBezTo>
                  <a:pt x="195" y="114"/>
                  <a:pt x="194" y="114"/>
                  <a:pt x="192" y="114"/>
                </a:cubicBezTo>
                <a:cubicBezTo>
                  <a:pt x="190" y="114"/>
                  <a:pt x="187" y="113"/>
                  <a:pt x="185" y="110"/>
                </a:cubicBezTo>
                <a:cubicBezTo>
                  <a:pt x="183" y="106"/>
                  <a:pt x="185" y="101"/>
                  <a:pt x="189" y="99"/>
                </a:cubicBezTo>
                <a:cubicBezTo>
                  <a:pt x="190" y="99"/>
                  <a:pt x="192" y="98"/>
                  <a:pt x="196" y="96"/>
                </a:cubicBezTo>
                <a:cubicBezTo>
                  <a:pt x="189" y="90"/>
                  <a:pt x="179" y="90"/>
                  <a:pt x="171" y="95"/>
                </a:cubicBezTo>
                <a:cubicBezTo>
                  <a:pt x="162" y="102"/>
                  <a:pt x="159" y="115"/>
                  <a:pt x="166" y="125"/>
                </a:cubicBezTo>
                <a:cubicBezTo>
                  <a:pt x="173" y="135"/>
                  <a:pt x="186" y="137"/>
                  <a:pt x="196" y="130"/>
                </a:cubicBezTo>
                <a:cubicBezTo>
                  <a:pt x="202" y="125"/>
                  <a:pt x="205" y="117"/>
                  <a:pt x="204" y="10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92" name="Freeform 95"/>
          <p:cNvSpPr>
            <a:spLocks/>
          </p:cNvSpPr>
          <p:nvPr/>
        </p:nvSpPr>
        <p:spPr bwMode="auto">
          <a:xfrm>
            <a:off x="7251259" y="4323679"/>
            <a:ext cx="216808" cy="276325"/>
          </a:xfrm>
          <a:custGeom>
            <a:avLst/>
            <a:gdLst>
              <a:gd name="T0" fmla="*/ 186 w 186"/>
              <a:gd name="T1" fmla="*/ 109 h 239"/>
              <a:gd name="T2" fmla="*/ 186 w 186"/>
              <a:gd name="T3" fmla="*/ 212 h 239"/>
              <a:gd name="T4" fmla="*/ 173 w 186"/>
              <a:gd name="T5" fmla="*/ 230 h 239"/>
              <a:gd name="T6" fmla="*/ 157 w 186"/>
              <a:gd name="T7" fmla="*/ 235 h 239"/>
              <a:gd name="T8" fmla="*/ 131 w 186"/>
              <a:gd name="T9" fmla="*/ 239 h 239"/>
              <a:gd name="T10" fmla="*/ 54 w 186"/>
              <a:gd name="T11" fmla="*/ 239 h 239"/>
              <a:gd name="T12" fmla="*/ 28 w 186"/>
              <a:gd name="T13" fmla="*/ 235 h 239"/>
              <a:gd name="T14" fmla="*/ 13 w 186"/>
              <a:gd name="T15" fmla="*/ 230 h 239"/>
              <a:gd name="T16" fmla="*/ 0 w 186"/>
              <a:gd name="T17" fmla="*/ 212 h 239"/>
              <a:gd name="T18" fmla="*/ 0 w 186"/>
              <a:gd name="T19" fmla="*/ 109 h 239"/>
              <a:gd name="T20" fmla="*/ 14 w 186"/>
              <a:gd name="T21" fmla="*/ 93 h 239"/>
              <a:gd name="T22" fmla="*/ 120 w 186"/>
              <a:gd name="T23" fmla="*/ 93 h 239"/>
              <a:gd name="T24" fmla="*/ 120 w 186"/>
              <a:gd name="T25" fmla="*/ 56 h 239"/>
              <a:gd name="T26" fmla="*/ 93 w 186"/>
              <a:gd name="T27" fmla="*/ 27 h 239"/>
              <a:gd name="T28" fmla="*/ 67 w 186"/>
              <a:gd name="T29" fmla="*/ 56 h 239"/>
              <a:gd name="T30" fmla="*/ 67 w 186"/>
              <a:gd name="T31" fmla="*/ 66 h 239"/>
              <a:gd name="T32" fmla="*/ 40 w 186"/>
              <a:gd name="T33" fmla="*/ 66 h 239"/>
              <a:gd name="T34" fmla="*/ 40 w 186"/>
              <a:gd name="T35" fmla="*/ 61 h 239"/>
              <a:gd name="T36" fmla="*/ 93 w 186"/>
              <a:gd name="T37" fmla="*/ 0 h 239"/>
              <a:gd name="T38" fmla="*/ 146 w 186"/>
              <a:gd name="T39" fmla="*/ 61 h 239"/>
              <a:gd name="T40" fmla="*/ 146 w 186"/>
              <a:gd name="T41" fmla="*/ 93 h 239"/>
              <a:gd name="T42" fmla="*/ 170 w 186"/>
              <a:gd name="T43" fmla="*/ 93 h 239"/>
              <a:gd name="T44" fmla="*/ 186 w 186"/>
              <a:gd name="T45" fmla="*/ 109 h 2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186" h="239">
                <a:moveTo>
                  <a:pt x="186" y="109"/>
                </a:moveTo>
                <a:cubicBezTo>
                  <a:pt x="186" y="212"/>
                  <a:pt x="186" y="212"/>
                  <a:pt x="186" y="212"/>
                </a:cubicBezTo>
                <a:cubicBezTo>
                  <a:pt x="186" y="220"/>
                  <a:pt x="180" y="228"/>
                  <a:pt x="173" y="230"/>
                </a:cubicBezTo>
                <a:cubicBezTo>
                  <a:pt x="157" y="235"/>
                  <a:pt x="157" y="235"/>
                  <a:pt x="157" y="235"/>
                </a:cubicBezTo>
                <a:cubicBezTo>
                  <a:pt x="151" y="237"/>
                  <a:pt x="139" y="239"/>
                  <a:pt x="131" y="239"/>
                </a:cubicBezTo>
                <a:cubicBezTo>
                  <a:pt x="54" y="239"/>
                  <a:pt x="54" y="239"/>
                  <a:pt x="54" y="239"/>
                </a:cubicBezTo>
                <a:cubicBezTo>
                  <a:pt x="47" y="239"/>
                  <a:pt x="35" y="237"/>
                  <a:pt x="28" y="235"/>
                </a:cubicBezTo>
                <a:cubicBezTo>
                  <a:pt x="13" y="230"/>
                  <a:pt x="13" y="230"/>
                  <a:pt x="13" y="230"/>
                </a:cubicBezTo>
                <a:cubicBezTo>
                  <a:pt x="6" y="228"/>
                  <a:pt x="0" y="220"/>
                  <a:pt x="0" y="212"/>
                </a:cubicBezTo>
                <a:cubicBezTo>
                  <a:pt x="0" y="109"/>
                  <a:pt x="0" y="109"/>
                  <a:pt x="0" y="109"/>
                </a:cubicBezTo>
                <a:cubicBezTo>
                  <a:pt x="0" y="101"/>
                  <a:pt x="6" y="93"/>
                  <a:pt x="14" y="93"/>
                </a:cubicBezTo>
                <a:cubicBezTo>
                  <a:pt x="120" y="93"/>
                  <a:pt x="120" y="93"/>
                  <a:pt x="120" y="93"/>
                </a:cubicBezTo>
                <a:cubicBezTo>
                  <a:pt x="120" y="56"/>
                  <a:pt x="120" y="56"/>
                  <a:pt x="120" y="56"/>
                </a:cubicBezTo>
                <a:cubicBezTo>
                  <a:pt x="120" y="37"/>
                  <a:pt x="109" y="27"/>
                  <a:pt x="93" y="27"/>
                </a:cubicBezTo>
                <a:cubicBezTo>
                  <a:pt x="77" y="27"/>
                  <a:pt x="67" y="37"/>
                  <a:pt x="67" y="56"/>
                </a:cubicBezTo>
                <a:cubicBezTo>
                  <a:pt x="67" y="66"/>
                  <a:pt x="67" y="66"/>
                  <a:pt x="67" y="66"/>
                </a:cubicBezTo>
                <a:cubicBezTo>
                  <a:pt x="40" y="66"/>
                  <a:pt x="40" y="66"/>
                  <a:pt x="40" y="66"/>
                </a:cubicBezTo>
                <a:cubicBezTo>
                  <a:pt x="40" y="61"/>
                  <a:pt x="40" y="61"/>
                  <a:pt x="40" y="61"/>
                </a:cubicBezTo>
                <a:cubicBezTo>
                  <a:pt x="40" y="23"/>
                  <a:pt x="58" y="0"/>
                  <a:pt x="93" y="0"/>
                </a:cubicBezTo>
                <a:cubicBezTo>
                  <a:pt x="128" y="0"/>
                  <a:pt x="146" y="23"/>
                  <a:pt x="146" y="61"/>
                </a:cubicBezTo>
                <a:cubicBezTo>
                  <a:pt x="146" y="93"/>
                  <a:pt x="146" y="93"/>
                  <a:pt x="146" y="93"/>
                </a:cubicBezTo>
                <a:cubicBezTo>
                  <a:pt x="170" y="93"/>
                  <a:pt x="170" y="93"/>
                  <a:pt x="170" y="93"/>
                </a:cubicBezTo>
                <a:cubicBezTo>
                  <a:pt x="177" y="93"/>
                  <a:pt x="186" y="101"/>
                  <a:pt x="186" y="10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93" name="Freeform 96"/>
          <p:cNvSpPr>
            <a:spLocks noEditPoints="1"/>
          </p:cNvSpPr>
          <p:nvPr/>
        </p:nvSpPr>
        <p:spPr bwMode="auto">
          <a:xfrm>
            <a:off x="7529711" y="4319427"/>
            <a:ext cx="276325" cy="284828"/>
          </a:xfrm>
          <a:custGeom>
            <a:avLst/>
            <a:gdLst>
              <a:gd name="T0" fmla="*/ 136 w 239"/>
              <a:gd name="T1" fmla="*/ 198 h 245"/>
              <a:gd name="T2" fmla="*/ 179 w 239"/>
              <a:gd name="T3" fmla="*/ 221 h 245"/>
              <a:gd name="T4" fmla="*/ 120 w 239"/>
              <a:gd name="T5" fmla="*/ 245 h 245"/>
              <a:gd name="T6" fmla="*/ 61 w 239"/>
              <a:gd name="T7" fmla="*/ 221 h 245"/>
              <a:gd name="T8" fmla="*/ 104 w 239"/>
              <a:gd name="T9" fmla="*/ 198 h 245"/>
              <a:gd name="T10" fmla="*/ 104 w 239"/>
              <a:gd name="T11" fmla="*/ 180 h 245"/>
              <a:gd name="T12" fmla="*/ 66 w 239"/>
              <a:gd name="T13" fmla="*/ 135 h 245"/>
              <a:gd name="T14" fmla="*/ 0 w 239"/>
              <a:gd name="T15" fmla="*/ 34 h 245"/>
              <a:gd name="T16" fmla="*/ 10 w 239"/>
              <a:gd name="T17" fmla="*/ 25 h 245"/>
              <a:gd name="T18" fmla="*/ 56 w 239"/>
              <a:gd name="T19" fmla="*/ 25 h 245"/>
              <a:gd name="T20" fmla="*/ 120 w 239"/>
              <a:gd name="T21" fmla="*/ 0 h 245"/>
              <a:gd name="T22" fmla="*/ 185 w 239"/>
              <a:gd name="T23" fmla="*/ 25 h 245"/>
              <a:gd name="T24" fmla="*/ 230 w 239"/>
              <a:gd name="T25" fmla="*/ 25 h 245"/>
              <a:gd name="T26" fmla="*/ 239 w 239"/>
              <a:gd name="T27" fmla="*/ 34 h 245"/>
              <a:gd name="T28" fmla="*/ 174 w 239"/>
              <a:gd name="T29" fmla="*/ 135 h 245"/>
              <a:gd name="T30" fmla="*/ 136 w 239"/>
              <a:gd name="T31" fmla="*/ 180 h 245"/>
              <a:gd name="T32" fmla="*/ 136 w 239"/>
              <a:gd name="T33" fmla="*/ 198 h 245"/>
              <a:gd name="T34" fmla="*/ 67 w 239"/>
              <a:gd name="T35" fmla="*/ 113 h 245"/>
              <a:gd name="T36" fmla="*/ 53 w 239"/>
              <a:gd name="T37" fmla="*/ 43 h 245"/>
              <a:gd name="T38" fmla="*/ 19 w 239"/>
              <a:gd name="T39" fmla="*/ 43 h 245"/>
              <a:gd name="T40" fmla="*/ 67 w 239"/>
              <a:gd name="T41" fmla="*/ 113 h 245"/>
              <a:gd name="T42" fmla="*/ 69 w 239"/>
              <a:gd name="T43" fmla="*/ 37 h 245"/>
              <a:gd name="T44" fmla="*/ 120 w 239"/>
              <a:gd name="T45" fmla="*/ 57 h 245"/>
              <a:gd name="T46" fmla="*/ 170 w 239"/>
              <a:gd name="T47" fmla="*/ 37 h 245"/>
              <a:gd name="T48" fmla="*/ 120 w 239"/>
              <a:gd name="T49" fmla="*/ 17 h 245"/>
              <a:gd name="T50" fmla="*/ 69 w 239"/>
              <a:gd name="T51" fmla="*/ 37 h 245"/>
              <a:gd name="T52" fmla="*/ 220 w 239"/>
              <a:gd name="T53" fmla="*/ 43 h 245"/>
              <a:gd name="T54" fmla="*/ 187 w 239"/>
              <a:gd name="T55" fmla="*/ 43 h 245"/>
              <a:gd name="T56" fmla="*/ 172 w 239"/>
              <a:gd name="T57" fmla="*/ 113 h 245"/>
              <a:gd name="T58" fmla="*/ 220 w 239"/>
              <a:gd name="T59" fmla="*/ 43 h 2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239" h="245">
                <a:moveTo>
                  <a:pt x="136" y="198"/>
                </a:moveTo>
                <a:cubicBezTo>
                  <a:pt x="161" y="201"/>
                  <a:pt x="179" y="210"/>
                  <a:pt x="179" y="221"/>
                </a:cubicBezTo>
                <a:cubicBezTo>
                  <a:pt x="179" y="234"/>
                  <a:pt x="153" y="245"/>
                  <a:pt x="120" y="245"/>
                </a:cubicBezTo>
                <a:cubicBezTo>
                  <a:pt x="87" y="245"/>
                  <a:pt x="61" y="234"/>
                  <a:pt x="61" y="221"/>
                </a:cubicBezTo>
                <a:cubicBezTo>
                  <a:pt x="61" y="210"/>
                  <a:pt x="79" y="201"/>
                  <a:pt x="104" y="198"/>
                </a:cubicBezTo>
                <a:cubicBezTo>
                  <a:pt x="104" y="180"/>
                  <a:pt x="104" y="180"/>
                  <a:pt x="104" y="180"/>
                </a:cubicBezTo>
                <a:cubicBezTo>
                  <a:pt x="104" y="161"/>
                  <a:pt x="89" y="151"/>
                  <a:pt x="66" y="135"/>
                </a:cubicBezTo>
                <a:cubicBezTo>
                  <a:pt x="37" y="116"/>
                  <a:pt x="0" y="91"/>
                  <a:pt x="0" y="34"/>
                </a:cubicBezTo>
                <a:cubicBezTo>
                  <a:pt x="0" y="29"/>
                  <a:pt x="5" y="25"/>
                  <a:pt x="10" y="25"/>
                </a:cubicBezTo>
                <a:cubicBezTo>
                  <a:pt x="56" y="25"/>
                  <a:pt x="56" y="25"/>
                  <a:pt x="56" y="25"/>
                </a:cubicBezTo>
                <a:cubicBezTo>
                  <a:pt x="62" y="13"/>
                  <a:pt x="81" y="0"/>
                  <a:pt x="120" y="0"/>
                </a:cubicBezTo>
                <a:cubicBezTo>
                  <a:pt x="159" y="0"/>
                  <a:pt x="178" y="13"/>
                  <a:pt x="185" y="25"/>
                </a:cubicBezTo>
                <a:cubicBezTo>
                  <a:pt x="230" y="25"/>
                  <a:pt x="230" y="25"/>
                  <a:pt x="230" y="25"/>
                </a:cubicBezTo>
                <a:cubicBezTo>
                  <a:pt x="235" y="25"/>
                  <a:pt x="239" y="29"/>
                  <a:pt x="239" y="34"/>
                </a:cubicBezTo>
                <a:cubicBezTo>
                  <a:pt x="239" y="91"/>
                  <a:pt x="203" y="116"/>
                  <a:pt x="174" y="135"/>
                </a:cubicBezTo>
                <a:cubicBezTo>
                  <a:pt x="150" y="151"/>
                  <a:pt x="136" y="161"/>
                  <a:pt x="136" y="180"/>
                </a:cubicBezTo>
                <a:lnTo>
                  <a:pt x="136" y="198"/>
                </a:lnTo>
                <a:close/>
                <a:moveTo>
                  <a:pt x="67" y="113"/>
                </a:moveTo>
                <a:cubicBezTo>
                  <a:pt x="60" y="97"/>
                  <a:pt x="54" y="76"/>
                  <a:pt x="53" y="43"/>
                </a:cubicBezTo>
                <a:cubicBezTo>
                  <a:pt x="19" y="43"/>
                  <a:pt x="19" y="43"/>
                  <a:pt x="19" y="43"/>
                </a:cubicBezTo>
                <a:cubicBezTo>
                  <a:pt x="23" y="79"/>
                  <a:pt x="44" y="97"/>
                  <a:pt x="67" y="113"/>
                </a:cubicBezTo>
                <a:close/>
                <a:moveTo>
                  <a:pt x="69" y="37"/>
                </a:moveTo>
                <a:cubicBezTo>
                  <a:pt x="69" y="42"/>
                  <a:pt x="84" y="57"/>
                  <a:pt x="120" y="57"/>
                </a:cubicBezTo>
                <a:cubicBezTo>
                  <a:pt x="156" y="57"/>
                  <a:pt x="170" y="42"/>
                  <a:pt x="170" y="37"/>
                </a:cubicBezTo>
                <a:cubicBezTo>
                  <a:pt x="170" y="32"/>
                  <a:pt x="156" y="17"/>
                  <a:pt x="120" y="17"/>
                </a:cubicBezTo>
                <a:cubicBezTo>
                  <a:pt x="84" y="17"/>
                  <a:pt x="69" y="32"/>
                  <a:pt x="69" y="37"/>
                </a:cubicBezTo>
                <a:close/>
                <a:moveTo>
                  <a:pt x="220" y="43"/>
                </a:moveTo>
                <a:cubicBezTo>
                  <a:pt x="187" y="43"/>
                  <a:pt x="187" y="43"/>
                  <a:pt x="187" y="43"/>
                </a:cubicBezTo>
                <a:cubicBezTo>
                  <a:pt x="186" y="76"/>
                  <a:pt x="180" y="97"/>
                  <a:pt x="172" y="113"/>
                </a:cubicBezTo>
                <a:cubicBezTo>
                  <a:pt x="196" y="97"/>
                  <a:pt x="217" y="79"/>
                  <a:pt x="220" y="4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94" name="Freeform 97"/>
          <p:cNvSpPr>
            <a:spLocks noEditPoints="1"/>
          </p:cNvSpPr>
          <p:nvPr/>
        </p:nvSpPr>
        <p:spPr bwMode="auto">
          <a:xfrm>
            <a:off x="7867677" y="4319427"/>
            <a:ext cx="284828" cy="284828"/>
          </a:xfrm>
          <a:custGeom>
            <a:avLst/>
            <a:gdLst>
              <a:gd name="T0" fmla="*/ 245 w 245"/>
              <a:gd name="T1" fmla="*/ 122 h 245"/>
              <a:gd name="T2" fmla="*/ 123 w 245"/>
              <a:gd name="T3" fmla="*/ 245 h 245"/>
              <a:gd name="T4" fmla="*/ 0 w 245"/>
              <a:gd name="T5" fmla="*/ 122 h 245"/>
              <a:gd name="T6" fmla="*/ 123 w 245"/>
              <a:gd name="T7" fmla="*/ 0 h 245"/>
              <a:gd name="T8" fmla="*/ 245 w 245"/>
              <a:gd name="T9" fmla="*/ 122 h 245"/>
              <a:gd name="T10" fmla="*/ 218 w 245"/>
              <a:gd name="T11" fmla="*/ 122 h 245"/>
              <a:gd name="T12" fmla="*/ 123 w 245"/>
              <a:gd name="T13" fmla="*/ 27 h 245"/>
              <a:gd name="T14" fmla="*/ 27 w 245"/>
              <a:gd name="T15" fmla="*/ 122 h 245"/>
              <a:gd name="T16" fmla="*/ 123 w 245"/>
              <a:gd name="T17" fmla="*/ 218 h 245"/>
              <a:gd name="T18" fmla="*/ 218 w 245"/>
              <a:gd name="T19" fmla="*/ 122 h 245"/>
              <a:gd name="T20" fmla="*/ 132 w 245"/>
              <a:gd name="T21" fmla="*/ 119 h 245"/>
              <a:gd name="T22" fmla="*/ 171 w 245"/>
              <a:gd name="T23" fmla="*/ 159 h 245"/>
              <a:gd name="T24" fmla="*/ 158 w 245"/>
              <a:gd name="T25" fmla="*/ 171 h 245"/>
              <a:gd name="T26" fmla="*/ 113 w 245"/>
              <a:gd name="T27" fmla="*/ 126 h 245"/>
              <a:gd name="T28" fmla="*/ 113 w 245"/>
              <a:gd name="T29" fmla="*/ 53 h 245"/>
              <a:gd name="T30" fmla="*/ 132 w 245"/>
              <a:gd name="T31" fmla="*/ 53 h 245"/>
              <a:gd name="T32" fmla="*/ 132 w 245"/>
              <a:gd name="T33" fmla="*/ 119 h 2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245" h="245">
                <a:moveTo>
                  <a:pt x="245" y="122"/>
                </a:moveTo>
                <a:cubicBezTo>
                  <a:pt x="245" y="190"/>
                  <a:pt x="190" y="245"/>
                  <a:pt x="123" y="245"/>
                </a:cubicBezTo>
                <a:cubicBezTo>
                  <a:pt x="55" y="245"/>
                  <a:pt x="0" y="190"/>
                  <a:pt x="0" y="122"/>
                </a:cubicBezTo>
                <a:cubicBezTo>
                  <a:pt x="0" y="55"/>
                  <a:pt x="55" y="0"/>
                  <a:pt x="123" y="0"/>
                </a:cubicBezTo>
                <a:cubicBezTo>
                  <a:pt x="190" y="0"/>
                  <a:pt x="245" y="55"/>
                  <a:pt x="245" y="122"/>
                </a:cubicBezTo>
                <a:close/>
                <a:moveTo>
                  <a:pt x="218" y="122"/>
                </a:moveTo>
                <a:cubicBezTo>
                  <a:pt x="218" y="70"/>
                  <a:pt x="175" y="27"/>
                  <a:pt x="123" y="27"/>
                </a:cubicBezTo>
                <a:cubicBezTo>
                  <a:pt x="69" y="27"/>
                  <a:pt x="27" y="70"/>
                  <a:pt x="27" y="122"/>
                </a:cubicBezTo>
                <a:cubicBezTo>
                  <a:pt x="27" y="175"/>
                  <a:pt x="69" y="218"/>
                  <a:pt x="123" y="218"/>
                </a:cubicBezTo>
                <a:cubicBezTo>
                  <a:pt x="175" y="218"/>
                  <a:pt x="218" y="175"/>
                  <a:pt x="218" y="122"/>
                </a:cubicBezTo>
                <a:close/>
                <a:moveTo>
                  <a:pt x="132" y="119"/>
                </a:moveTo>
                <a:cubicBezTo>
                  <a:pt x="171" y="159"/>
                  <a:pt x="171" y="159"/>
                  <a:pt x="171" y="159"/>
                </a:cubicBezTo>
                <a:cubicBezTo>
                  <a:pt x="158" y="171"/>
                  <a:pt x="158" y="171"/>
                  <a:pt x="158" y="171"/>
                </a:cubicBezTo>
                <a:cubicBezTo>
                  <a:pt x="113" y="126"/>
                  <a:pt x="113" y="126"/>
                  <a:pt x="113" y="126"/>
                </a:cubicBezTo>
                <a:cubicBezTo>
                  <a:pt x="113" y="53"/>
                  <a:pt x="113" y="53"/>
                  <a:pt x="113" y="53"/>
                </a:cubicBezTo>
                <a:cubicBezTo>
                  <a:pt x="132" y="53"/>
                  <a:pt x="132" y="53"/>
                  <a:pt x="132" y="53"/>
                </a:cubicBezTo>
                <a:lnTo>
                  <a:pt x="132" y="11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95" name="Freeform 98"/>
          <p:cNvSpPr>
            <a:spLocks noEditPoints="1"/>
          </p:cNvSpPr>
          <p:nvPr/>
        </p:nvSpPr>
        <p:spPr bwMode="auto">
          <a:xfrm>
            <a:off x="8214145" y="4374693"/>
            <a:ext cx="308209" cy="174297"/>
          </a:xfrm>
          <a:custGeom>
            <a:avLst/>
            <a:gdLst>
              <a:gd name="T0" fmla="*/ 265 w 265"/>
              <a:gd name="T1" fmla="*/ 74 h 149"/>
              <a:gd name="T2" fmla="*/ 133 w 265"/>
              <a:gd name="T3" fmla="*/ 149 h 149"/>
              <a:gd name="T4" fmla="*/ 0 w 265"/>
              <a:gd name="T5" fmla="*/ 74 h 149"/>
              <a:gd name="T6" fmla="*/ 133 w 265"/>
              <a:gd name="T7" fmla="*/ 0 h 149"/>
              <a:gd name="T8" fmla="*/ 265 w 265"/>
              <a:gd name="T9" fmla="*/ 74 h 149"/>
              <a:gd name="T10" fmla="*/ 191 w 265"/>
              <a:gd name="T11" fmla="*/ 74 h 149"/>
              <a:gd name="T12" fmla="*/ 133 w 265"/>
              <a:gd name="T13" fmla="*/ 17 h 149"/>
              <a:gd name="T14" fmla="*/ 73 w 265"/>
              <a:gd name="T15" fmla="*/ 74 h 149"/>
              <a:gd name="T16" fmla="*/ 133 w 265"/>
              <a:gd name="T17" fmla="*/ 132 h 149"/>
              <a:gd name="T18" fmla="*/ 191 w 265"/>
              <a:gd name="T19" fmla="*/ 74 h 149"/>
              <a:gd name="T20" fmla="*/ 162 w 265"/>
              <a:gd name="T21" fmla="*/ 74 h 149"/>
              <a:gd name="T22" fmla="*/ 133 w 265"/>
              <a:gd name="T23" fmla="*/ 103 h 149"/>
              <a:gd name="T24" fmla="*/ 103 w 265"/>
              <a:gd name="T25" fmla="*/ 74 h 149"/>
              <a:gd name="T26" fmla="*/ 133 w 265"/>
              <a:gd name="T27" fmla="*/ 46 h 149"/>
              <a:gd name="T28" fmla="*/ 133 w 265"/>
              <a:gd name="T29" fmla="*/ 74 h 149"/>
              <a:gd name="T30" fmla="*/ 162 w 265"/>
              <a:gd name="T31" fmla="*/ 74 h 1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265" h="149">
                <a:moveTo>
                  <a:pt x="265" y="74"/>
                </a:moveTo>
                <a:cubicBezTo>
                  <a:pt x="265" y="85"/>
                  <a:pt x="220" y="149"/>
                  <a:pt x="133" y="149"/>
                </a:cubicBezTo>
                <a:cubicBezTo>
                  <a:pt x="45" y="149"/>
                  <a:pt x="0" y="85"/>
                  <a:pt x="0" y="74"/>
                </a:cubicBezTo>
                <a:cubicBezTo>
                  <a:pt x="0" y="64"/>
                  <a:pt x="45" y="0"/>
                  <a:pt x="133" y="0"/>
                </a:cubicBezTo>
                <a:cubicBezTo>
                  <a:pt x="220" y="0"/>
                  <a:pt x="265" y="64"/>
                  <a:pt x="265" y="74"/>
                </a:cubicBezTo>
                <a:close/>
                <a:moveTo>
                  <a:pt x="191" y="74"/>
                </a:moveTo>
                <a:cubicBezTo>
                  <a:pt x="191" y="43"/>
                  <a:pt x="165" y="17"/>
                  <a:pt x="133" y="17"/>
                </a:cubicBezTo>
                <a:cubicBezTo>
                  <a:pt x="100" y="17"/>
                  <a:pt x="73" y="43"/>
                  <a:pt x="73" y="74"/>
                </a:cubicBezTo>
                <a:cubicBezTo>
                  <a:pt x="73" y="106"/>
                  <a:pt x="100" y="132"/>
                  <a:pt x="133" y="132"/>
                </a:cubicBezTo>
                <a:cubicBezTo>
                  <a:pt x="165" y="132"/>
                  <a:pt x="191" y="106"/>
                  <a:pt x="191" y="74"/>
                </a:cubicBezTo>
                <a:close/>
                <a:moveTo>
                  <a:pt x="162" y="74"/>
                </a:moveTo>
                <a:cubicBezTo>
                  <a:pt x="162" y="90"/>
                  <a:pt x="148" y="103"/>
                  <a:pt x="133" y="103"/>
                </a:cubicBezTo>
                <a:cubicBezTo>
                  <a:pt x="116" y="103"/>
                  <a:pt x="103" y="90"/>
                  <a:pt x="103" y="74"/>
                </a:cubicBezTo>
                <a:cubicBezTo>
                  <a:pt x="103" y="59"/>
                  <a:pt x="116" y="46"/>
                  <a:pt x="133" y="46"/>
                </a:cubicBezTo>
                <a:cubicBezTo>
                  <a:pt x="141" y="46"/>
                  <a:pt x="127" y="69"/>
                  <a:pt x="133" y="74"/>
                </a:cubicBezTo>
                <a:cubicBezTo>
                  <a:pt x="137" y="80"/>
                  <a:pt x="162" y="67"/>
                  <a:pt x="162" y="7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96" name="Freeform 9"/>
          <p:cNvSpPr>
            <a:spLocks noEditPoints="1"/>
          </p:cNvSpPr>
          <p:nvPr/>
        </p:nvSpPr>
        <p:spPr bwMode="auto">
          <a:xfrm>
            <a:off x="3138207" y="4341557"/>
            <a:ext cx="322708" cy="286756"/>
          </a:xfrm>
          <a:custGeom>
            <a:avLst/>
            <a:gdLst>
              <a:gd name="T0" fmla="*/ 374 w 2388"/>
              <a:gd name="T1" fmla="*/ 687 h 2123"/>
              <a:gd name="T2" fmla="*/ 700 w 2388"/>
              <a:gd name="T3" fmla="*/ 802 h 2123"/>
              <a:gd name="T4" fmla="*/ 743 w 2388"/>
              <a:gd name="T5" fmla="*/ 790 h 2123"/>
              <a:gd name="T6" fmla="*/ 924 w 2388"/>
              <a:gd name="T7" fmla="*/ 628 h 2123"/>
              <a:gd name="T8" fmla="*/ 928 w 2388"/>
              <a:gd name="T9" fmla="*/ 594 h 2123"/>
              <a:gd name="T10" fmla="*/ 840 w 2388"/>
              <a:gd name="T11" fmla="*/ 480 h 2123"/>
              <a:gd name="T12" fmla="*/ 1305 w 2388"/>
              <a:gd name="T13" fmla="*/ 5 h 2123"/>
              <a:gd name="T14" fmla="*/ 953 w 2388"/>
              <a:gd name="T15" fmla="*/ 4 h 2123"/>
              <a:gd name="T16" fmla="*/ 512 w 2388"/>
              <a:gd name="T17" fmla="*/ 230 h 2123"/>
              <a:gd name="T18" fmla="*/ 330 w 2388"/>
              <a:gd name="T19" fmla="*/ 374 h 2123"/>
              <a:gd name="T20" fmla="*/ 260 w 2388"/>
              <a:gd name="T21" fmla="*/ 534 h 2123"/>
              <a:gd name="T22" fmla="*/ 109 w 2388"/>
              <a:gd name="T23" fmla="*/ 583 h 2123"/>
              <a:gd name="T24" fmla="*/ 19 w 2388"/>
              <a:gd name="T25" fmla="*/ 656 h 2123"/>
              <a:gd name="T26" fmla="*/ 16 w 2388"/>
              <a:gd name="T27" fmla="*/ 712 h 2123"/>
              <a:gd name="T28" fmla="*/ 179 w 2388"/>
              <a:gd name="T29" fmla="*/ 893 h 2123"/>
              <a:gd name="T30" fmla="*/ 247 w 2388"/>
              <a:gd name="T31" fmla="*/ 901 h 2123"/>
              <a:gd name="T32" fmla="*/ 331 w 2388"/>
              <a:gd name="T33" fmla="*/ 827 h 2123"/>
              <a:gd name="T34" fmla="*/ 374 w 2388"/>
              <a:gd name="T35" fmla="*/ 687 h 2123"/>
              <a:gd name="T36" fmla="*/ 1053 w 2388"/>
              <a:gd name="T37" fmla="*/ 748 h 2123"/>
              <a:gd name="T38" fmla="*/ 1006 w 2388"/>
              <a:gd name="T39" fmla="*/ 745 h 2123"/>
              <a:gd name="T40" fmla="*/ 835 w 2388"/>
              <a:gd name="T41" fmla="*/ 894 h 2123"/>
              <a:gd name="T42" fmla="*/ 832 w 2388"/>
              <a:gd name="T43" fmla="*/ 942 h 2123"/>
              <a:gd name="T44" fmla="*/ 1819 w 2388"/>
              <a:gd name="T45" fmla="*/ 2065 h 2123"/>
              <a:gd name="T46" fmla="*/ 1909 w 2388"/>
              <a:gd name="T47" fmla="*/ 2072 h 2123"/>
              <a:gd name="T48" fmla="*/ 2024 w 2388"/>
              <a:gd name="T49" fmla="*/ 1975 h 2123"/>
              <a:gd name="T50" fmla="*/ 2031 w 2388"/>
              <a:gd name="T51" fmla="*/ 1885 h 2123"/>
              <a:gd name="T52" fmla="*/ 1053 w 2388"/>
              <a:gd name="T53" fmla="*/ 748 h 2123"/>
              <a:gd name="T54" fmla="*/ 2370 w 2388"/>
              <a:gd name="T55" fmla="*/ 270 h 2123"/>
              <a:gd name="T56" fmla="*/ 2315 w 2388"/>
              <a:gd name="T57" fmla="*/ 248 h 2123"/>
              <a:gd name="T58" fmla="*/ 2200 w 2388"/>
              <a:gd name="T59" fmla="*/ 428 h 2123"/>
              <a:gd name="T60" fmla="*/ 1970 w 2388"/>
              <a:gd name="T61" fmla="*/ 476 h 2123"/>
              <a:gd name="T62" fmla="*/ 1905 w 2388"/>
              <a:gd name="T63" fmla="*/ 267 h 2123"/>
              <a:gd name="T64" fmla="*/ 2012 w 2388"/>
              <a:gd name="T65" fmla="*/ 78 h 2123"/>
              <a:gd name="T66" fmla="*/ 1968 w 2388"/>
              <a:gd name="T67" fmla="*/ 35 h 2123"/>
              <a:gd name="T68" fmla="*/ 1632 w 2388"/>
              <a:gd name="T69" fmla="*/ 304 h 2123"/>
              <a:gd name="T70" fmla="*/ 1531 w 2388"/>
              <a:gd name="T71" fmla="*/ 720 h 2123"/>
              <a:gd name="T72" fmla="*/ 1371 w 2388"/>
              <a:gd name="T73" fmla="*/ 886 h 2123"/>
              <a:gd name="T74" fmla="*/ 1532 w 2388"/>
              <a:gd name="T75" fmla="*/ 1073 h 2123"/>
              <a:gd name="T76" fmla="*/ 1729 w 2388"/>
              <a:gd name="T77" fmla="*/ 886 h 2123"/>
              <a:gd name="T78" fmla="*/ 1967 w 2388"/>
              <a:gd name="T79" fmla="*/ 814 h 2123"/>
              <a:gd name="T80" fmla="*/ 2331 w 2388"/>
              <a:gd name="T81" fmla="*/ 664 h 2123"/>
              <a:gd name="T82" fmla="*/ 2370 w 2388"/>
              <a:gd name="T83" fmla="*/ 270 h 2123"/>
              <a:gd name="T84" fmla="*/ 327 w 2388"/>
              <a:gd name="T85" fmla="*/ 1897 h 2123"/>
              <a:gd name="T86" fmla="*/ 327 w 2388"/>
              <a:gd name="T87" fmla="*/ 1987 h 2123"/>
              <a:gd name="T88" fmla="*/ 440 w 2388"/>
              <a:gd name="T89" fmla="*/ 2098 h 2123"/>
              <a:gd name="T90" fmla="*/ 529 w 2388"/>
              <a:gd name="T91" fmla="*/ 2087 h 2123"/>
              <a:gd name="T92" fmla="*/ 1113 w 2388"/>
              <a:gd name="T93" fmla="*/ 1513 h 2123"/>
              <a:gd name="T94" fmla="*/ 934 w 2388"/>
              <a:gd name="T95" fmla="*/ 1309 h 2123"/>
              <a:gd name="T96" fmla="*/ 327 w 2388"/>
              <a:gd name="T97" fmla="*/ 1897 h 21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2388" h="2123">
                <a:moveTo>
                  <a:pt x="374" y="687"/>
                </a:moveTo>
                <a:cubicBezTo>
                  <a:pt x="485" y="600"/>
                  <a:pt x="577" y="660"/>
                  <a:pt x="700" y="802"/>
                </a:cubicBezTo>
                <a:cubicBezTo>
                  <a:pt x="714" y="818"/>
                  <a:pt x="732" y="800"/>
                  <a:pt x="743" y="790"/>
                </a:cubicBezTo>
                <a:cubicBezTo>
                  <a:pt x="753" y="781"/>
                  <a:pt x="916" y="635"/>
                  <a:pt x="924" y="628"/>
                </a:cubicBezTo>
                <a:cubicBezTo>
                  <a:pt x="931" y="621"/>
                  <a:pt x="941" y="608"/>
                  <a:pt x="928" y="594"/>
                </a:cubicBezTo>
                <a:cubicBezTo>
                  <a:pt x="916" y="579"/>
                  <a:pt x="870" y="519"/>
                  <a:pt x="840" y="480"/>
                </a:cubicBezTo>
                <a:cubicBezTo>
                  <a:pt x="625" y="199"/>
                  <a:pt x="1429" y="8"/>
                  <a:pt x="1305" y="5"/>
                </a:cubicBezTo>
                <a:cubicBezTo>
                  <a:pt x="1243" y="3"/>
                  <a:pt x="990" y="0"/>
                  <a:pt x="953" y="4"/>
                </a:cubicBezTo>
                <a:cubicBezTo>
                  <a:pt x="800" y="20"/>
                  <a:pt x="608" y="163"/>
                  <a:pt x="512" y="230"/>
                </a:cubicBezTo>
                <a:cubicBezTo>
                  <a:pt x="385" y="316"/>
                  <a:pt x="338" y="367"/>
                  <a:pt x="330" y="374"/>
                </a:cubicBezTo>
                <a:cubicBezTo>
                  <a:pt x="295" y="405"/>
                  <a:pt x="325" y="477"/>
                  <a:pt x="260" y="534"/>
                </a:cubicBezTo>
                <a:cubicBezTo>
                  <a:pt x="191" y="594"/>
                  <a:pt x="149" y="549"/>
                  <a:pt x="109" y="583"/>
                </a:cubicBezTo>
                <a:cubicBezTo>
                  <a:pt x="89" y="601"/>
                  <a:pt x="34" y="642"/>
                  <a:pt x="19" y="656"/>
                </a:cubicBezTo>
                <a:cubicBezTo>
                  <a:pt x="3" y="669"/>
                  <a:pt x="0" y="693"/>
                  <a:pt x="16" y="712"/>
                </a:cubicBezTo>
                <a:cubicBezTo>
                  <a:pt x="16" y="712"/>
                  <a:pt x="167" y="878"/>
                  <a:pt x="179" y="893"/>
                </a:cubicBezTo>
                <a:cubicBezTo>
                  <a:pt x="192" y="907"/>
                  <a:pt x="226" y="920"/>
                  <a:pt x="247" y="901"/>
                </a:cubicBezTo>
                <a:cubicBezTo>
                  <a:pt x="268" y="882"/>
                  <a:pt x="322" y="835"/>
                  <a:pt x="331" y="827"/>
                </a:cubicBezTo>
                <a:cubicBezTo>
                  <a:pt x="340" y="819"/>
                  <a:pt x="325" y="724"/>
                  <a:pt x="374" y="687"/>
                </a:cubicBezTo>
                <a:close/>
                <a:moveTo>
                  <a:pt x="1053" y="748"/>
                </a:moveTo>
                <a:cubicBezTo>
                  <a:pt x="1039" y="732"/>
                  <a:pt x="1021" y="731"/>
                  <a:pt x="1006" y="745"/>
                </a:cubicBezTo>
                <a:cubicBezTo>
                  <a:pt x="835" y="894"/>
                  <a:pt x="835" y="894"/>
                  <a:pt x="835" y="894"/>
                </a:cubicBezTo>
                <a:cubicBezTo>
                  <a:pt x="822" y="906"/>
                  <a:pt x="820" y="928"/>
                  <a:pt x="832" y="942"/>
                </a:cubicBezTo>
                <a:cubicBezTo>
                  <a:pt x="1819" y="2065"/>
                  <a:pt x="1819" y="2065"/>
                  <a:pt x="1819" y="2065"/>
                </a:cubicBezTo>
                <a:cubicBezTo>
                  <a:pt x="1843" y="2092"/>
                  <a:pt x="1883" y="2095"/>
                  <a:pt x="1909" y="2072"/>
                </a:cubicBezTo>
                <a:cubicBezTo>
                  <a:pt x="2024" y="1975"/>
                  <a:pt x="2024" y="1975"/>
                  <a:pt x="2024" y="1975"/>
                </a:cubicBezTo>
                <a:cubicBezTo>
                  <a:pt x="2051" y="1952"/>
                  <a:pt x="2054" y="1911"/>
                  <a:pt x="2031" y="1885"/>
                </a:cubicBezTo>
                <a:lnTo>
                  <a:pt x="1053" y="748"/>
                </a:lnTo>
                <a:close/>
                <a:moveTo>
                  <a:pt x="2370" y="270"/>
                </a:moveTo>
                <a:cubicBezTo>
                  <a:pt x="2361" y="211"/>
                  <a:pt x="2331" y="223"/>
                  <a:pt x="2315" y="248"/>
                </a:cubicBezTo>
                <a:cubicBezTo>
                  <a:pt x="2299" y="273"/>
                  <a:pt x="2229" y="380"/>
                  <a:pt x="2200" y="428"/>
                </a:cubicBezTo>
                <a:cubicBezTo>
                  <a:pt x="2172" y="475"/>
                  <a:pt x="2101" y="569"/>
                  <a:pt x="1970" y="476"/>
                </a:cubicBezTo>
                <a:cubicBezTo>
                  <a:pt x="1833" y="380"/>
                  <a:pt x="1881" y="313"/>
                  <a:pt x="1905" y="267"/>
                </a:cubicBezTo>
                <a:cubicBezTo>
                  <a:pt x="1928" y="222"/>
                  <a:pt x="2002" y="94"/>
                  <a:pt x="2012" y="78"/>
                </a:cubicBezTo>
                <a:cubicBezTo>
                  <a:pt x="2023" y="62"/>
                  <a:pt x="2011" y="15"/>
                  <a:pt x="1968" y="35"/>
                </a:cubicBezTo>
                <a:cubicBezTo>
                  <a:pt x="1926" y="54"/>
                  <a:pt x="1668" y="157"/>
                  <a:pt x="1632" y="304"/>
                </a:cubicBezTo>
                <a:cubicBezTo>
                  <a:pt x="1596" y="453"/>
                  <a:pt x="1663" y="587"/>
                  <a:pt x="1531" y="720"/>
                </a:cubicBezTo>
                <a:cubicBezTo>
                  <a:pt x="1371" y="886"/>
                  <a:pt x="1371" y="886"/>
                  <a:pt x="1371" y="886"/>
                </a:cubicBezTo>
                <a:cubicBezTo>
                  <a:pt x="1532" y="1073"/>
                  <a:pt x="1532" y="1073"/>
                  <a:pt x="1532" y="1073"/>
                </a:cubicBezTo>
                <a:cubicBezTo>
                  <a:pt x="1729" y="886"/>
                  <a:pt x="1729" y="886"/>
                  <a:pt x="1729" y="886"/>
                </a:cubicBezTo>
                <a:cubicBezTo>
                  <a:pt x="1776" y="839"/>
                  <a:pt x="1876" y="793"/>
                  <a:pt x="1967" y="814"/>
                </a:cubicBezTo>
                <a:cubicBezTo>
                  <a:pt x="2161" y="858"/>
                  <a:pt x="2267" y="785"/>
                  <a:pt x="2331" y="664"/>
                </a:cubicBezTo>
                <a:cubicBezTo>
                  <a:pt x="2388" y="556"/>
                  <a:pt x="2379" y="329"/>
                  <a:pt x="2370" y="270"/>
                </a:cubicBezTo>
                <a:close/>
                <a:moveTo>
                  <a:pt x="327" y="1897"/>
                </a:moveTo>
                <a:cubicBezTo>
                  <a:pt x="302" y="1922"/>
                  <a:pt x="302" y="1962"/>
                  <a:pt x="327" y="1987"/>
                </a:cubicBezTo>
                <a:cubicBezTo>
                  <a:pt x="440" y="2098"/>
                  <a:pt x="440" y="2098"/>
                  <a:pt x="440" y="2098"/>
                </a:cubicBezTo>
                <a:cubicBezTo>
                  <a:pt x="465" y="2123"/>
                  <a:pt x="504" y="2112"/>
                  <a:pt x="529" y="2087"/>
                </a:cubicBezTo>
                <a:cubicBezTo>
                  <a:pt x="1113" y="1513"/>
                  <a:pt x="1113" y="1513"/>
                  <a:pt x="1113" y="1513"/>
                </a:cubicBezTo>
                <a:cubicBezTo>
                  <a:pt x="934" y="1309"/>
                  <a:pt x="934" y="1309"/>
                  <a:pt x="934" y="1309"/>
                </a:cubicBezTo>
                <a:lnTo>
                  <a:pt x="327" y="189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>
              <a:latin typeface="PT Sans" panose="020B0503020203020204" pitchFamily="34" charset="0"/>
            </a:endParaRPr>
          </a:p>
        </p:txBody>
      </p:sp>
      <p:sp>
        <p:nvSpPr>
          <p:cNvPr id="97" name="Freeform 5"/>
          <p:cNvSpPr>
            <a:spLocks noEditPoints="1"/>
          </p:cNvSpPr>
          <p:nvPr/>
        </p:nvSpPr>
        <p:spPr bwMode="auto">
          <a:xfrm>
            <a:off x="8646450" y="4279398"/>
            <a:ext cx="435767" cy="306757"/>
          </a:xfrm>
          <a:custGeom>
            <a:avLst/>
            <a:gdLst>
              <a:gd name="T0" fmla="*/ 681 w 2382"/>
              <a:gd name="T1" fmla="*/ 1409 h 1676"/>
              <a:gd name="T2" fmla="*/ 602 w 2382"/>
              <a:gd name="T3" fmla="*/ 1379 h 1676"/>
              <a:gd name="T4" fmla="*/ 0 w 2382"/>
              <a:gd name="T5" fmla="*/ 843 h 1676"/>
              <a:gd name="T6" fmla="*/ 636 w 2382"/>
              <a:gd name="T7" fmla="*/ 278 h 1676"/>
              <a:gd name="T8" fmla="*/ 804 w 2382"/>
              <a:gd name="T9" fmla="*/ 288 h 1676"/>
              <a:gd name="T10" fmla="*/ 794 w 2382"/>
              <a:gd name="T11" fmla="*/ 456 h 1676"/>
              <a:gd name="T12" fmla="*/ 358 w 2382"/>
              <a:gd name="T13" fmla="*/ 843 h 1676"/>
              <a:gd name="T14" fmla="*/ 760 w 2382"/>
              <a:gd name="T15" fmla="*/ 1200 h 1676"/>
              <a:gd name="T16" fmla="*/ 770 w 2382"/>
              <a:gd name="T17" fmla="*/ 1369 h 1676"/>
              <a:gd name="T18" fmla="*/ 681 w 2382"/>
              <a:gd name="T19" fmla="*/ 1409 h 1676"/>
              <a:gd name="T20" fmla="*/ 1746 w 2382"/>
              <a:gd name="T21" fmla="*/ 1408 h 1676"/>
              <a:gd name="T22" fmla="*/ 2382 w 2382"/>
              <a:gd name="T23" fmla="*/ 843 h 1676"/>
              <a:gd name="T24" fmla="*/ 1780 w 2382"/>
              <a:gd name="T25" fmla="*/ 307 h 1676"/>
              <a:gd name="T26" fmla="*/ 1612 w 2382"/>
              <a:gd name="T27" fmla="*/ 317 h 1676"/>
              <a:gd name="T28" fmla="*/ 1622 w 2382"/>
              <a:gd name="T29" fmla="*/ 485 h 1676"/>
              <a:gd name="T30" fmla="*/ 2024 w 2382"/>
              <a:gd name="T31" fmla="*/ 843 h 1676"/>
              <a:gd name="T32" fmla="*/ 1588 w 2382"/>
              <a:gd name="T33" fmla="*/ 1230 h 1676"/>
              <a:gd name="T34" fmla="*/ 1578 w 2382"/>
              <a:gd name="T35" fmla="*/ 1398 h 1676"/>
              <a:gd name="T36" fmla="*/ 1667 w 2382"/>
              <a:gd name="T37" fmla="*/ 1438 h 1676"/>
              <a:gd name="T38" fmla="*/ 1746 w 2382"/>
              <a:gd name="T39" fmla="*/ 1408 h 1676"/>
              <a:gd name="T40" fmla="*/ 1189 w 2382"/>
              <a:gd name="T41" fmla="*/ 1577 h 1676"/>
              <a:gd name="T42" fmla="*/ 1427 w 2382"/>
              <a:gd name="T43" fmla="*/ 148 h 1676"/>
              <a:gd name="T44" fmla="*/ 1330 w 2382"/>
              <a:gd name="T45" fmla="*/ 11 h 1676"/>
              <a:gd name="T46" fmla="*/ 1193 w 2382"/>
              <a:gd name="T47" fmla="*/ 109 h 1676"/>
              <a:gd name="T48" fmla="*/ 955 w 2382"/>
              <a:gd name="T49" fmla="*/ 1538 h 1676"/>
              <a:gd name="T50" fmla="*/ 1052 w 2382"/>
              <a:gd name="T51" fmla="*/ 1675 h 1676"/>
              <a:gd name="T52" fmla="*/ 1072 w 2382"/>
              <a:gd name="T53" fmla="*/ 1676 h 1676"/>
              <a:gd name="T54" fmla="*/ 1189 w 2382"/>
              <a:gd name="T55" fmla="*/ 1577 h 16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2382" h="1676">
                <a:moveTo>
                  <a:pt x="681" y="1409"/>
                </a:moveTo>
                <a:cubicBezTo>
                  <a:pt x="653" y="1409"/>
                  <a:pt x="625" y="1399"/>
                  <a:pt x="602" y="1379"/>
                </a:cubicBezTo>
                <a:cubicBezTo>
                  <a:pt x="0" y="843"/>
                  <a:pt x="0" y="843"/>
                  <a:pt x="0" y="843"/>
                </a:cubicBezTo>
                <a:cubicBezTo>
                  <a:pt x="636" y="278"/>
                  <a:pt x="636" y="278"/>
                  <a:pt x="636" y="278"/>
                </a:cubicBezTo>
                <a:cubicBezTo>
                  <a:pt x="685" y="234"/>
                  <a:pt x="760" y="238"/>
                  <a:pt x="804" y="288"/>
                </a:cubicBezTo>
                <a:cubicBezTo>
                  <a:pt x="847" y="337"/>
                  <a:pt x="843" y="412"/>
                  <a:pt x="794" y="456"/>
                </a:cubicBezTo>
                <a:cubicBezTo>
                  <a:pt x="358" y="843"/>
                  <a:pt x="358" y="843"/>
                  <a:pt x="358" y="843"/>
                </a:cubicBezTo>
                <a:cubicBezTo>
                  <a:pt x="760" y="1200"/>
                  <a:pt x="760" y="1200"/>
                  <a:pt x="760" y="1200"/>
                </a:cubicBezTo>
                <a:cubicBezTo>
                  <a:pt x="810" y="1244"/>
                  <a:pt x="814" y="1319"/>
                  <a:pt x="770" y="1369"/>
                </a:cubicBezTo>
                <a:cubicBezTo>
                  <a:pt x="747" y="1395"/>
                  <a:pt x="714" y="1409"/>
                  <a:pt x="681" y="1409"/>
                </a:cubicBezTo>
                <a:close/>
                <a:moveTo>
                  <a:pt x="1746" y="1408"/>
                </a:moveTo>
                <a:cubicBezTo>
                  <a:pt x="2382" y="843"/>
                  <a:pt x="2382" y="843"/>
                  <a:pt x="2382" y="843"/>
                </a:cubicBezTo>
                <a:cubicBezTo>
                  <a:pt x="1780" y="307"/>
                  <a:pt x="1780" y="307"/>
                  <a:pt x="1780" y="307"/>
                </a:cubicBezTo>
                <a:cubicBezTo>
                  <a:pt x="1731" y="264"/>
                  <a:pt x="1655" y="268"/>
                  <a:pt x="1612" y="317"/>
                </a:cubicBezTo>
                <a:cubicBezTo>
                  <a:pt x="1568" y="367"/>
                  <a:pt x="1572" y="442"/>
                  <a:pt x="1622" y="485"/>
                </a:cubicBezTo>
                <a:cubicBezTo>
                  <a:pt x="2024" y="843"/>
                  <a:pt x="2024" y="843"/>
                  <a:pt x="2024" y="843"/>
                </a:cubicBezTo>
                <a:cubicBezTo>
                  <a:pt x="1588" y="1230"/>
                  <a:pt x="1588" y="1230"/>
                  <a:pt x="1588" y="1230"/>
                </a:cubicBezTo>
                <a:cubicBezTo>
                  <a:pt x="1539" y="1274"/>
                  <a:pt x="1535" y="1349"/>
                  <a:pt x="1578" y="1398"/>
                </a:cubicBezTo>
                <a:cubicBezTo>
                  <a:pt x="1602" y="1425"/>
                  <a:pt x="1634" y="1438"/>
                  <a:pt x="1667" y="1438"/>
                </a:cubicBezTo>
                <a:cubicBezTo>
                  <a:pt x="1695" y="1438"/>
                  <a:pt x="1724" y="1428"/>
                  <a:pt x="1746" y="1408"/>
                </a:cubicBezTo>
                <a:close/>
                <a:moveTo>
                  <a:pt x="1189" y="1577"/>
                </a:moveTo>
                <a:cubicBezTo>
                  <a:pt x="1427" y="148"/>
                  <a:pt x="1427" y="148"/>
                  <a:pt x="1427" y="148"/>
                </a:cubicBezTo>
                <a:cubicBezTo>
                  <a:pt x="1438" y="83"/>
                  <a:pt x="1394" y="22"/>
                  <a:pt x="1330" y="11"/>
                </a:cubicBezTo>
                <a:cubicBezTo>
                  <a:pt x="1264" y="0"/>
                  <a:pt x="1203" y="44"/>
                  <a:pt x="1193" y="109"/>
                </a:cubicBezTo>
                <a:cubicBezTo>
                  <a:pt x="955" y="1538"/>
                  <a:pt x="955" y="1538"/>
                  <a:pt x="955" y="1538"/>
                </a:cubicBezTo>
                <a:cubicBezTo>
                  <a:pt x="944" y="1603"/>
                  <a:pt x="988" y="1664"/>
                  <a:pt x="1052" y="1675"/>
                </a:cubicBezTo>
                <a:cubicBezTo>
                  <a:pt x="1059" y="1676"/>
                  <a:pt x="1066" y="1676"/>
                  <a:pt x="1072" y="1676"/>
                </a:cubicBezTo>
                <a:cubicBezTo>
                  <a:pt x="1129" y="1676"/>
                  <a:pt x="1180" y="1635"/>
                  <a:pt x="1189" y="157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>
              <a:latin typeface="PT Sans" panose="020B0503020203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571427990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 5"/>
          <p:cNvSpPr>
            <a:spLocks noEditPoints="1"/>
          </p:cNvSpPr>
          <p:nvPr/>
        </p:nvSpPr>
        <p:spPr bwMode="auto">
          <a:xfrm>
            <a:off x="871821" y="1966018"/>
            <a:ext cx="266992" cy="293253"/>
          </a:xfrm>
          <a:custGeom>
            <a:avLst/>
            <a:gdLst>
              <a:gd name="T0" fmla="*/ 159 w 238"/>
              <a:gd name="T1" fmla="*/ 260 h 260"/>
              <a:gd name="T2" fmla="*/ 78 w 238"/>
              <a:gd name="T3" fmla="*/ 179 h 260"/>
              <a:gd name="T4" fmla="*/ 0 w 238"/>
              <a:gd name="T5" fmla="*/ 179 h 260"/>
              <a:gd name="T6" fmla="*/ 0 w 238"/>
              <a:gd name="T7" fmla="*/ 80 h 260"/>
              <a:gd name="T8" fmla="*/ 78 w 238"/>
              <a:gd name="T9" fmla="*/ 80 h 260"/>
              <a:gd name="T10" fmla="*/ 159 w 238"/>
              <a:gd name="T11" fmla="*/ 0 h 260"/>
              <a:gd name="T12" fmla="*/ 159 w 238"/>
              <a:gd name="T13" fmla="*/ 260 h 260"/>
              <a:gd name="T14" fmla="*/ 182 w 238"/>
              <a:gd name="T15" fmla="*/ 186 h 260"/>
              <a:gd name="T16" fmla="*/ 206 w 238"/>
              <a:gd name="T17" fmla="*/ 128 h 260"/>
              <a:gd name="T18" fmla="*/ 184 w 238"/>
              <a:gd name="T19" fmla="*/ 73 h 260"/>
              <a:gd name="T20" fmla="*/ 205 w 238"/>
              <a:gd name="T21" fmla="*/ 52 h 260"/>
              <a:gd name="T22" fmla="*/ 238 w 238"/>
              <a:gd name="T23" fmla="*/ 130 h 260"/>
              <a:gd name="T24" fmla="*/ 204 w 238"/>
              <a:gd name="T25" fmla="*/ 207 h 260"/>
              <a:gd name="T26" fmla="*/ 182 w 238"/>
              <a:gd name="T27" fmla="*/ 186 h 2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38" h="260">
                <a:moveTo>
                  <a:pt x="159" y="260"/>
                </a:moveTo>
                <a:cubicBezTo>
                  <a:pt x="78" y="179"/>
                  <a:pt x="78" y="179"/>
                  <a:pt x="78" y="179"/>
                </a:cubicBezTo>
                <a:cubicBezTo>
                  <a:pt x="0" y="179"/>
                  <a:pt x="0" y="179"/>
                  <a:pt x="0" y="179"/>
                </a:cubicBezTo>
                <a:cubicBezTo>
                  <a:pt x="0" y="80"/>
                  <a:pt x="0" y="80"/>
                  <a:pt x="0" y="80"/>
                </a:cubicBezTo>
                <a:cubicBezTo>
                  <a:pt x="78" y="80"/>
                  <a:pt x="78" y="80"/>
                  <a:pt x="78" y="80"/>
                </a:cubicBezTo>
                <a:cubicBezTo>
                  <a:pt x="159" y="0"/>
                  <a:pt x="159" y="0"/>
                  <a:pt x="159" y="0"/>
                </a:cubicBezTo>
                <a:lnTo>
                  <a:pt x="159" y="260"/>
                </a:lnTo>
                <a:close/>
                <a:moveTo>
                  <a:pt x="182" y="186"/>
                </a:moveTo>
                <a:cubicBezTo>
                  <a:pt x="197" y="170"/>
                  <a:pt x="206" y="148"/>
                  <a:pt x="206" y="128"/>
                </a:cubicBezTo>
                <a:cubicBezTo>
                  <a:pt x="206" y="108"/>
                  <a:pt x="198" y="88"/>
                  <a:pt x="184" y="73"/>
                </a:cubicBezTo>
                <a:cubicBezTo>
                  <a:pt x="205" y="52"/>
                  <a:pt x="205" y="52"/>
                  <a:pt x="205" y="52"/>
                </a:cubicBezTo>
                <a:cubicBezTo>
                  <a:pt x="226" y="73"/>
                  <a:pt x="238" y="101"/>
                  <a:pt x="238" y="130"/>
                </a:cubicBezTo>
                <a:cubicBezTo>
                  <a:pt x="238" y="157"/>
                  <a:pt x="228" y="184"/>
                  <a:pt x="204" y="207"/>
                </a:cubicBezTo>
                <a:lnTo>
                  <a:pt x="182" y="18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4" name="Freeform 6"/>
          <p:cNvSpPr>
            <a:spLocks noEditPoints="1"/>
          </p:cNvSpPr>
          <p:nvPr/>
        </p:nvSpPr>
        <p:spPr bwMode="auto">
          <a:xfrm>
            <a:off x="1228540" y="1966018"/>
            <a:ext cx="343589" cy="293253"/>
          </a:xfrm>
          <a:custGeom>
            <a:avLst/>
            <a:gdLst>
              <a:gd name="T0" fmla="*/ 159 w 305"/>
              <a:gd name="T1" fmla="*/ 260 h 260"/>
              <a:gd name="T2" fmla="*/ 78 w 305"/>
              <a:gd name="T3" fmla="*/ 179 h 260"/>
              <a:gd name="T4" fmla="*/ 0 w 305"/>
              <a:gd name="T5" fmla="*/ 179 h 260"/>
              <a:gd name="T6" fmla="*/ 0 w 305"/>
              <a:gd name="T7" fmla="*/ 80 h 260"/>
              <a:gd name="T8" fmla="*/ 78 w 305"/>
              <a:gd name="T9" fmla="*/ 80 h 260"/>
              <a:gd name="T10" fmla="*/ 159 w 305"/>
              <a:gd name="T11" fmla="*/ 0 h 260"/>
              <a:gd name="T12" fmla="*/ 159 w 305"/>
              <a:gd name="T13" fmla="*/ 260 h 260"/>
              <a:gd name="T14" fmla="*/ 182 w 305"/>
              <a:gd name="T15" fmla="*/ 186 h 260"/>
              <a:gd name="T16" fmla="*/ 206 w 305"/>
              <a:gd name="T17" fmla="*/ 128 h 260"/>
              <a:gd name="T18" fmla="*/ 184 w 305"/>
              <a:gd name="T19" fmla="*/ 73 h 260"/>
              <a:gd name="T20" fmla="*/ 205 w 305"/>
              <a:gd name="T21" fmla="*/ 52 h 260"/>
              <a:gd name="T22" fmla="*/ 238 w 305"/>
              <a:gd name="T23" fmla="*/ 130 h 260"/>
              <a:gd name="T24" fmla="*/ 204 w 305"/>
              <a:gd name="T25" fmla="*/ 207 h 260"/>
              <a:gd name="T26" fmla="*/ 182 w 305"/>
              <a:gd name="T27" fmla="*/ 186 h 260"/>
              <a:gd name="T28" fmla="*/ 230 w 305"/>
              <a:gd name="T29" fmla="*/ 229 h 260"/>
              <a:gd name="T30" fmla="*/ 270 w 305"/>
              <a:gd name="T31" fmla="*/ 129 h 260"/>
              <a:gd name="T32" fmla="*/ 230 w 305"/>
              <a:gd name="T33" fmla="*/ 30 h 260"/>
              <a:gd name="T34" fmla="*/ 253 w 305"/>
              <a:gd name="T35" fmla="*/ 7 h 260"/>
              <a:gd name="T36" fmla="*/ 305 w 305"/>
              <a:gd name="T37" fmla="*/ 132 h 260"/>
              <a:gd name="T38" fmla="*/ 254 w 305"/>
              <a:gd name="T39" fmla="*/ 252 h 260"/>
              <a:gd name="T40" fmla="*/ 230 w 305"/>
              <a:gd name="T41" fmla="*/ 229 h 2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305" h="260">
                <a:moveTo>
                  <a:pt x="159" y="260"/>
                </a:moveTo>
                <a:cubicBezTo>
                  <a:pt x="78" y="179"/>
                  <a:pt x="78" y="179"/>
                  <a:pt x="78" y="179"/>
                </a:cubicBezTo>
                <a:cubicBezTo>
                  <a:pt x="0" y="179"/>
                  <a:pt x="0" y="179"/>
                  <a:pt x="0" y="179"/>
                </a:cubicBezTo>
                <a:cubicBezTo>
                  <a:pt x="0" y="80"/>
                  <a:pt x="0" y="80"/>
                  <a:pt x="0" y="80"/>
                </a:cubicBezTo>
                <a:cubicBezTo>
                  <a:pt x="78" y="80"/>
                  <a:pt x="78" y="80"/>
                  <a:pt x="78" y="80"/>
                </a:cubicBezTo>
                <a:cubicBezTo>
                  <a:pt x="159" y="0"/>
                  <a:pt x="159" y="0"/>
                  <a:pt x="159" y="0"/>
                </a:cubicBezTo>
                <a:lnTo>
                  <a:pt x="159" y="260"/>
                </a:lnTo>
                <a:close/>
                <a:moveTo>
                  <a:pt x="182" y="186"/>
                </a:moveTo>
                <a:cubicBezTo>
                  <a:pt x="197" y="170"/>
                  <a:pt x="206" y="148"/>
                  <a:pt x="206" y="128"/>
                </a:cubicBezTo>
                <a:cubicBezTo>
                  <a:pt x="206" y="108"/>
                  <a:pt x="198" y="88"/>
                  <a:pt x="184" y="73"/>
                </a:cubicBezTo>
                <a:cubicBezTo>
                  <a:pt x="205" y="52"/>
                  <a:pt x="205" y="52"/>
                  <a:pt x="205" y="52"/>
                </a:cubicBezTo>
                <a:cubicBezTo>
                  <a:pt x="226" y="73"/>
                  <a:pt x="238" y="101"/>
                  <a:pt x="238" y="130"/>
                </a:cubicBezTo>
                <a:cubicBezTo>
                  <a:pt x="238" y="157"/>
                  <a:pt x="228" y="184"/>
                  <a:pt x="204" y="207"/>
                </a:cubicBezTo>
                <a:lnTo>
                  <a:pt x="182" y="186"/>
                </a:lnTo>
                <a:close/>
                <a:moveTo>
                  <a:pt x="230" y="229"/>
                </a:moveTo>
                <a:cubicBezTo>
                  <a:pt x="257" y="202"/>
                  <a:pt x="270" y="166"/>
                  <a:pt x="270" y="129"/>
                </a:cubicBezTo>
                <a:cubicBezTo>
                  <a:pt x="270" y="93"/>
                  <a:pt x="257" y="57"/>
                  <a:pt x="230" y="30"/>
                </a:cubicBezTo>
                <a:cubicBezTo>
                  <a:pt x="253" y="7"/>
                  <a:pt x="253" y="7"/>
                  <a:pt x="253" y="7"/>
                </a:cubicBezTo>
                <a:cubicBezTo>
                  <a:pt x="287" y="41"/>
                  <a:pt x="305" y="86"/>
                  <a:pt x="305" y="132"/>
                </a:cubicBezTo>
                <a:cubicBezTo>
                  <a:pt x="305" y="174"/>
                  <a:pt x="289" y="217"/>
                  <a:pt x="254" y="252"/>
                </a:cubicBezTo>
                <a:lnTo>
                  <a:pt x="230" y="22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5" name="Freeform 7"/>
          <p:cNvSpPr>
            <a:spLocks noEditPoints="1"/>
          </p:cNvSpPr>
          <p:nvPr/>
        </p:nvSpPr>
        <p:spPr bwMode="auto">
          <a:xfrm>
            <a:off x="1659669" y="1946320"/>
            <a:ext cx="378604" cy="288877"/>
          </a:xfrm>
          <a:custGeom>
            <a:avLst/>
            <a:gdLst>
              <a:gd name="T0" fmla="*/ 173 w 173"/>
              <a:gd name="T1" fmla="*/ 0 h 132"/>
              <a:gd name="T2" fmla="*/ 0 w 173"/>
              <a:gd name="T3" fmla="*/ 132 h 132"/>
              <a:gd name="T4" fmla="*/ 12 w 173"/>
              <a:gd name="T5" fmla="*/ 11 h 132"/>
              <a:gd name="T6" fmla="*/ 41 w 173"/>
              <a:gd name="T7" fmla="*/ 40 h 132"/>
              <a:gd name="T8" fmla="*/ 12 w 173"/>
              <a:gd name="T9" fmla="*/ 11 h 132"/>
              <a:gd name="T10" fmla="*/ 41 w 173"/>
              <a:gd name="T11" fmla="*/ 80 h 132"/>
              <a:gd name="T12" fmla="*/ 12 w 173"/>
              <a:gd name="T13" fmla="*/ 52 h 132"/>
              <a:gd name="T14" fmla="*/ 41 w 173"/>
              <a:gd name="T15" fmla="*/ 120 h 132"/>
              <a:gd name="T16" fmla="*/ 12 w 173"/>
              <a:gd name="T17" fmla="*/ 92 h 132"/>
              <a:gd name="T18" fmla="*/ 41 w 173"/>
              <a:gd name="T19" fmla="*/ 120 h 132"/>
              <a:gd name="T20" fmla="*/ 53 w 173"/>
              <a:gd name="T21" fmla="*/ 11 h 132"/>
              <a:gd name="T22" fmla="*/ 81 w 173"/>
              <a:gd name="T23" fmla="*/ 40 h 132"/>
              <a:gd name="T24" fmla="*/ 81 w 173"/>
              <a:gd name="T25" fmla="*/ 52 h 132"/>
              <a:gd name="T26" fmla="*/ 53 w 173"/>
              <a:gd name="T27" fmla="*/ 80 h 132"/>
              <a:gd name="T28" fmla="*/ 81 w 173"/>
              <a:gd name="T29" fmla="*/ 52 h 132"/>
              <a:gd name="T30" fmla="*/ 81 w 173"/>
              <a:gd name="T31" fmla="*/ 92 h 132"/>
              <a:gd name="T32" fmla="*/ 53 w 173"/>
              <a:gd name="T33" fmla="*/ 120 h 132"/>
              <a:gd name="T34" fmla="*/ 92 w 173"/>
              <a:gd name="T35" fmla="*/ 11 h 132"/>
              <a:gd name="T36" fmla="*/ 121 w 173"/>
              <a:gd name="T37" fmla="*/ 40 h 132"/>
              <a:gd name="T38" fmla="*/ 92 w 173"/>
              <a:gd name="T39" fmla="*/ 11 h 132"/>
              <a:gd name="T40" fmla="*/ 121 w 173"/>
              <a:gd name="T41" fmla="*/ 80 h 132"/>
              <a:gd name="T42" fmla="*/ 92 w 173"/>
              <a:gd name="T43" fmla="*/ 52 h 132"/>
              <a:gd name="T44" fmla="*/ 121 w 173"/>
              <a:gd name="T45" fmla="*/ 120 h 132"/>
              <a:gd name="T46" fmla="*/ 92 w 173"/>
              <a:gd name="T47" fmla="*/ 92 h 132"/>
              <a:gd name="T48" fmla="*/ 121 w 173"/>
              <a:gd name="T49" fmla="*/ 120 h 132"/>
              <a:gd name="T50" fmla="*/ 133 w 173"/>
              <a:gd name="T51" fmla="*/ 11 h 132"/>
              <a:gd name="T52" fmla="*/ 161 w 173"/>
              <a:gd name="T53" fmla="*/ 40 h 132"/>
              <a:gd name="T54" fmla="*/ 161 w 173"/>
              <a:gd name="T55" fmla="*/ 52 h 132"/>
              <a:gd name="T56" fmla="*/ 133 w 173"/>
              <a:gd name="T57" fmla="*/ 80 h 132"/>
              <a:gd name="T58" fmla="*/ 161 w 173"/>
              <a:gd name="T59" fmla="*/ 52 h 132"/>
              <a:gd name="T60" fmla="*/ 161 w 173"/>
              <a:gd name="T61" fmla="*/ 92 h 132"/>
              <a:gd name="T62" fmla="*/ 133 w 173"/>
              <a:gd name="T63" fmla="*/ 120 h 1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73" h="132">
                <a:moveTo>
                  <a:pt x="0" y="0"/>
                </a:moveTo>
                <a:lnTo>
                  <a:pt x="173" y="0"/>
                </a:lnTo>
                <a:lnTo>
                  <a:pt x="173" y="132"/>
                </a:lnTo>
                <a:lnTo>
                  <a:pt x="0" y="132"/>
                </a:lnTo>
                <a:lnTo>
                  <a:pt x="0" y="0"/>
                </a:lnTo>
                <a:close/>
                <a:moveTo>
                  <a:pt x="12" y="11"/>
                </a:moveTo>
                <a:lnTo>
                  <a:pt x="12" y="40"/>
                </a:lnTo>
                <a:lnTo>
                  <a:pt x="41" y="40"/>
                </a:lnTo>
                <a:lnTo>
                  <a:pt x="41" y="11"/>
                </a:lnTo>
                <a:lnTo>
                  <a:pt x="12" y="11"/>
                </a:lnTo>
                <a:close/>
                <a:moveTo>
                  <a:pt x="12" y="80"/>
                </a:moveTo>
                <a:lnTo>
                  <a:pt x="41" y="80"/>
                </a:lnTo>
                <a:lnTo>
                  <a:pt x="41" y="52"/>
                </a:lnTo>
                <a:lnTo>
                  <a:pt x="12" y="52"/>
                </a:lnTo>
                <a:lnTo>
                  <a:pt x="12" y="80"/>
                </a:lnTo>
                <a:close/>
                <a:moveTo>
                  <a:pt x="41" y="120"/>
                </a:moveTo>
                <a:lnTo>
                  <a:pt x="41" y="92"/>
                </a:lnTo>
                <a:lnTo>
                  <a:pt x="12" y="92"/>
                </a:lnTo>
                <a:lnTo>
                  <a:pt x="12" y="120"/>
                </a:lnTo>
                <a:lnTo>
                  <a:pt x="41" y="120"/>
                </a:lnTo>
                <a:close/>
                <a:moveTo>
                  <a:pt x="81" y="11"/>
                </a:moveTo>
                <a:lnTo>
                  <a:pt x="53" y="11"/>
                </a:lnTo>
                <a:lnTo>
                  <a:pt x="53" y="40"/>
                </a:lnTo>
                <a:lnTo>
                  <a:pt x="81" y="40"/>
                </a:lnTo>
                <a:lnTo>
                  <a:pt x="81" y="11"/>
                </a:lnTo>
                <a:close/>
                <a:moveTo>
                  <a:pt x="81" y="52"/>
                </a:moveTo>
                <a:lnTo>
                  <a:pt x="53" y="52"/>
                </a:lnTo>
                <a:lnTo>
                  <a:pt x="53" y="80"/>
                </a:lnTo>
                <a:lnTo>
                  <a:pt x="81" y="80"/>
                </a:lnTo>
                <a:lnTo>
                  <a:pt x="81" y="52"/>
                </a:lnTo>
                <a:close/>
                <a:moveTo>
                  <a:pt x="81" y="120"/>
                </a:moveTo>
                <a:lnTo>
                  <a:pt x="81" y="92"/>
                </a:lnTo>
                <a:lnTo>
                  <a:pt x="53" y="92"/>
                </a:lnTo>
                <a:lnTo>
                  <a:pt x="53" y="120"/>
                </a:lnTo>
                <a:lnTo>
                  <a:pt x="81" y="120"/>
                </a:lnTo>
                <a:close/>
                <a:moveTo>
                  <a:pt x="92" y="11"/>
                </a:moveTo>
                <a:lnTo>
                  <a:pt x="92" y="40"/>
                </a:lnTo>
                <a:lnTo>
                  <a:pt x="121" y="40"/>
                </a:lnTo>
                <a:lnTo>
                  <a:pt x="121" y="11"/>
                </a:lnTo>
                <a:lnTo>
                  <a:pt x="92" y="11"/>
                </a:lnTo>
                <a:close/>
                <a:moveTo>
                  <a:pt x="92" y="80"/>
                </a:moveTo>
                <a:lnTo>
                  <a:pt x="121" y="80"/>
                </a:lnTo>
                <a:lnTo>
                  <a:pt x="121" y="52"/>
                </a:lnTo>
                <a:lnTo>
                  <a:pt x="92" y="52"/>
                </a:lnTo>
                <a:lnTo>
                  <a:pt x="92" y="80"/>
                </a:lnTo>
                <a:close/>
                <a:moveTo>
                  <a:pt x="121" y="120"/>
                </a:moveTo>
                <a:lnTo>
                  <a:pt x="121" y="92"/>
                </a:lnTo>
                <a:lnTo>
                  <a:pt x="92" y="92"/>
                </a:lnTo>
                <a:lnTo>
                  <a:pt x="92" y="120"/>
                </a:lnTo>
                <a:lnTo>
                  <a:pt x="121" y="120"/>
                </a:lnTo>
                <a:close/>
                <a:moveTo>
                  <a:pt x="161" y="11"/>
                </a:moveTo>
                <a:lnTo>
                  <a:pt x="133" y="11"/>
                </a:lnTo>
                <a:lnTo>
                  <a:pt x="133" y="40"/>
                </a:lnTo>
                <a:lnTo>
                  <a:pt x="161" y="40"/>
                </a:lnTo>
                <a:lnTo>
                  <a:pt x="161" y="11"/>
                </a:lnTo>
                <a:close/>
                <a:moveTo>
                  <a:pt x="161" y="52"/>
                </a:moveTo>
                <a:lnTo>
                  <a:pt x="133" y="52"/>
                </a:lnTo>
                <a:lnTo>
                  <a:pt x="133" y="80"/>
                </a:lnTo>
                <a:lnTo>
                  <a:pt x="161" y="80"/>
                </a:lnTo>
                <a:lnTo>
                  <a:pt x="161" y="52"/>
                </a:lnTo>
                <a:close/>
                <a:moveTo>
                  <a:pt x="161" y="120"/>
                </a:moveTo>
                <a:lnTo>
                  <a:pt x="161" y="92"/>
                </a:lnTo>
                <a:lnTo>
                  <a:pt x="133" y="92"/>
                </a:lnTo>
                <a:lnTo>
                  <a:pt x="133" y="120"/>
                </a:lnTo>
                <a:lnTo>
                  <a:pt x="161" y="12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6" name="Freeform 8"/>
          <p:cNvSpPr>
            <a:spLocks noEditPoints="1"/>
          </p:cNvSpPr>
          <p:nvPr/>
        </p:nvSpPr>
        <p:spPr bwMode="auto">
          <a:xfrm>
            <a:off x="2134563" y="1968205"/>
            <a:ext cx="312951" cy="242920"/>
          </a:xfrm>
          <a:custGeom>
            <a:avLst/>
            <a:gdLst>
              <a:gd name="T0" fmla="*/ 29 w 143"/>
              <a:gd name="T1" fmla="*/ 29 h 111"/>
              <a:gd name="T2" fmla="*/ 0 w 143"/>
              <a:gd name="T3" fmla="*/ 29 h 111"/>
              <a:gd name="T4" fmla="*/ 0 w 143"/>
              <a:gd name="T5" fmla="*/ 0 h 111"/>
              <a:gd name="T6" fmla="*/ 29 w 143"/>
              <a:gd name="T7" fmla="*/ 0 h 111"/>
              <a:gd name="T8" fmla="*/ 29 w 143"/>
              <a:gd name="T9" fmla="*/ 29 h 111"/>
              <a:gd name="T10" fmla="*/ 29 w 143"/>
              <a:gd name="T11" fmla="*/ 70 h 111"/>
              <a:gd name="T12" fmla="*/ 0 w 143"/>
              <a:gd name="T13" fmla="*/ 70 h 111"/>
              <a:gd name="T14" fmla="*/ 0 w 143"/>
              <a:gd name="T15" fmla="*/ 41 h 111"/>
              <a:gd name="T16" fmla="*/ 29 w 143"/>
              <a:gd name="T17" fmla="*/ 41 h 111"/>
              <a:gd name="T18" fmla="*/ 29 w 143"/>
              <a:gd name="T19" fmla="*/ 70 h 111"/>
              <a:gd name="T20" fmla="*/ 29 w 143"/>
              <a:gd name="T21" fmla="*/ 111 h 111"/>
              <a:gd name="T22" fmla="*/ 0 w 143"/>
              <a:gd name="T23" fmla="*/ 111 h 111"/>
              <a:gd name="T24" fmla="*/ 0 w 143"/>
              <a:gd name="T25" fmla="*/ 82 h 111"/>
              <a:gd name="T26" fmla="*/ 29 w 143"/>
              <a:gd name="T27" fmla="*/ 82 h 111"/>
              <a:gd name="T28" fmla="*/ 29 w 143"/>
              <a:gd name="T29" fmla="*/ 111 h 111"/>
              <a:gd name="T30" fmla="*/ 143 w 143"/>
              <a:gd name="T31" fmla="*/ 24 h 111"/>
              <a:gd name="T32" fmla="*/ 48 w 143"/>
              <a:gd name="T33" fmla="*/ 24 h 111"/>
              <a:gd name="T34" fmla="*/ 48 w 143"/>
              <a:gd name="T35" fmla="*/ 10 h 111"/>
              <a:gd name="T36" fmla="*/ 143 w 143"/>
              <a:gd name="T37" fmla="*/ 10 h 111"/>
              <a:gd name="T38" fmla="*/ 143 w 143"/>
              <a:gd name="T39" fmla="*/ 24 h 111"/>
              <a:gd name="T40" fmla="*/ 143 w 143"/>
              <a:gd name="T41" fmla="*/ 66 h 111"/>
              <a:gd name="T42" fmla="*/ 48 w 143"/>
              <a:gd name="T43" fmla="*/ 66 h 111"/>
              <a:gd name="T44" fmla="*/ 48 w 143"/>
              <a:gd name="T45" fmla="*/ 51 h 111"/>
              <a:gd name="T46" fmla="*/ 143 w 143"/>
              <a:gd name="T47" fmla="*/ 51 h 111"/>
              <a:gd name="T48" fmla="*/ 143 w 143"/>
              <a:gd name="T49" fmla="*/ 66 h 111"/>
              <a:gd name="T50" fmla="*/ 143 w 143"/>
              <a:gd name="T51" fmla="*/ 104 h 111"/>
              <a:gd name="T52" fmla="*/ 48 w 143"/>
              <a:gd name="T53" fmla="*/ 104 h 111"/>
              <a:gd name="T54" fmla="*/ 48 w 143"/>
              <a:gd name="T55" fmla="*/ 90 h 111"/>
              <a:gd name="T56" fmla="*/ 143 w 143"/>
              <a:gd name="T57" fmla="*/ 90 h 111"/>
              <a:gd name="T58" fmla="*/ 143 w 143"/>
              <a:gd name="T59" fmla="*/ 104 h 1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43" h="111">
                <a:moveTo>
                  <a:pt x="29" y="29"/>
                </a:moveTo>
                <a:lnTo>
                  <a:pt x="0" y="29"/>
                </a:lnTo>
                <a:lnTo>
                  <a:pt x="0" y="0"/>
                </a:lnTo>
                <a:lnTo>
                  <a:pt x="29" y="0"/>
                </a:lnTo>
                <a:lnTo>
                  <a:pt x="29" y="29"/>
                </a:lnTo>
                <a:close/>
                <a:moveTo>
                  <a:pt x="29" y="70"/>
                </a:moveTo>
                <a:lnTo>
                  <a:pt x="0" y="70"/>
                </a:lnTo>
                <a:lnTo>
                  <a:pt x="0" y="41"/>
                </a:lnTo>
                <a:lnTo>
                  <a:pt x="29" y="41"/>
                </a:lnTo>
                <a:lnTo>
                  <a:pt x="29" y="70"/>
                </a:lnTo>
                <a:close/>
                <a:moveTo>
                  <a:pt x="29" y="111"/>
                </a:moveTo>
                <a:lnTo>
                  <a:pt x="0" y="111"/>
                </a:lnTo>
                <a:lnTo>
                  <a:pt x="0" y="82"/>
                </a:lnTo>
                <a:lnTo>
                  <a:pt x="29" y="82"/>
                </a:lnTo>
                <a:lnTo>
                  <a:pt x="29" y="111"/>
                </a:lnTo>
                <a:close/>
                <a:moveTo>
                  <a:pt x="143" y="24"/>
                </a:moveTo>
                <a:lnTo>
                  <a:pt x="48" y="24"/>
                </a:lnTo>
                <a:lnTo>
                  <a:pt x="48" y="10"/>
                </a:lnTo>
                <a:lnTo>
                  <a:pt x="143" y="10"/>
                </a:lnTo>
                <a:lnTo>
                  <a:pt x="143" y="24"/>
                </a:lnTo>
                <a:close/>
                <a:moveTo>
                  <a:pt x="143" y="66"/>
                </a:moveTo>
                <a:lnTo>
                  <a:pt x="48" y="66"/>
                </a:lnTo>
                <a:lnTo>
                  <a:pt x="48" y="51"/>
                </a:lnTo>
                <a:lnTo>
                  <a:pt x="143" y="51"/>
                </a:lnTo>
                <a:lnTo>
                  <a:pt x="143" y="66"/>
                </a:lnTo>
                <a:close/>
                <a:moveTo>
                  <a:pt x="143" y="104"/>
                </a:moveTo>
                <a:lnTo>
                  <a:pt x="48" y="104"/>
                </a:lnTo>
                <a:lnTo>
                  <a:pt x="48" y="90"/>
                </a:lnTo>
                <a:lnTo>
                  <a:pt x="143" y="90"/>
                </a:lnTo>
                <a:lnTo>
                  <a:pt x="143" y="10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7" name="Freeform 9"/>
          <p:cNvSpPr>
            <a:spLocks noEditPoints="1"/>
          </p:cNvSpPr>
          <p:nvPr/>
        </p:nvSpPr>
        <p:spPr bwMode="auto">
          <a:xfrm>
            <a:off x="2545994" y="1946321"/>
            <a:ext cx="297631" cy="271369"/>
          </a:xfrm>
          <a:custGeom>
            <a:avLst/>
            <a:gdLst>
              <a:gd name="T0" fmla="*/ 0 w 136"/>
              <a:gd name="T1" fmla="*/ 33 h 124"/>
              <a:gd name="T2" fmla="*/ 0 w 136"/>
              <a:gd name="T3" fmla="*/ 0 h 124"/>
              <a:gd name="T4" fmla="*/ 37 w 136"/>
              <a:gd name="T5" fmla="*/ 0 h 124"/>
              <a:gd name="T6" fmla="*/ 37 w 136"/>
              <a:gd name="T7" fmla="*/ 33 h 124"/>
              <a:gd name="T8" fmla="*/ 0 w 136"/>
              <a:gd name="T9" fmla="*/ 33 h 124"/>
              <a:gd name="T10" fmla="*/ 4 w 136"/>
              <a:gd name="T11" fmla="*/ 50 h 124"/>
              <a:gd name="T12" fmla="*/ 32 w 136"/>
              <a:gd name="T13" fmla="*/ 50 h 124"/>
              <a:gd name="T14" fmla="*/ 32 w 136"/>
              <a:gd name="T15" fmla="*/ 62 h 124"/>
              <a:gd name="T16" fmla="*/ 4 w 136"/>
              <a:gd name="T17" fmla="*/ 62 h 124"/>
              <a:gd name="T18" fmla="*/ 4 w 136"/>
              <a:gd name="T19" fmla="*/ 50 h 124"/>
              <a:gd name="T20" fmla="*/ 4 w 136"/>
              <a:gd name="T21" fmla="*/ 81 h 124"/>
              <a:gd name="T22" fmla="*/ 32 w 136"/>
              <a:gd name="T23" fmla="*/ 81 h 124"/>
              <a:gd name="T24" fmla="*/ 32 w 136"/>
              <a:gd name="T25" fmla="*/ 93 h 124"/>
              <a:gd name="T26" fmla="*/ 4 w 136"/>
              <a:gd name="T27" fmla="*/ 93 h 124"/>
              <a:gd name="T28" fmla="*/ 4 w 136"/>
              <a:gd name="T29" fmla="*/ 81 h 124"/>
              <a:gd name="T30" fmla="*/ 4 w 136"/>
              <a:gd name="T31" fmla="*/ 112 h 124"/>
              <a:gd name="T32" fmla="*/ 32 w 136"/>
              <a:gd name="T33" fmla="*/ 112 h 124"/>
              <a:gd name="T34" fmla="*/ 32 w 136"/>
              <a:gd name="T35" fmla="*/ 124 h 124"/>
              <a:gd name="T36" fmla="*/ 4 w 136"/>
              <a:gd name="T37" fmla="*/ 124 h 124"/>
              <a:gd name="T38" fmla="*/ 4 w 136"/>
              <a:gd name="T39" fmla="*/ 112 h 124"/>
              <a:gd name="T40" fmla="*/ 49 w 136"/>
              <a:gd name="T41" fmla="*/ 33 h 124"/>
              <a:gd name="T42" fmla="*/ 49 w 136"/>
              <a:gd name="T43" fmla="*/ 0 h 124"/>
              <a:gd name="T44" fmla="*/ 87 w 136"/>
              <a:gd name="T45" fmla="*/ 0 h 124"/>
              <a:gd name="T46" fmla="*/ 87 w 136"/>
              <a:gd name="T47" fmla="*/ 33 h 124"/>
              <a:gd name="T48" fmla="*/ 49 w 136"/>
              <a:gd name="T49" fmla="*/ 33 h 124"/>
              <a:gd name="T50" fmla="*/ 53 w 136"/>
              <a:gd name="T51" fmla="*/ 50 h 124"/>
              <a:gd name="T52" fmla="*/ 82 w 136"/>
              <a:gd name="T53" fmla="*/ 50 h 124"/>
              <a:gd name="T54" fmla="*/ 82 w 136"/>
              <a:gd name="T55" fmla="*/ 62 h 124"/>
              <a:gd name="T56" fmla="*/ 53 w 136"/>
              <a:gd name="T57" fmla="*/ 62 h 124"/>
              <a:gd name="T58" fmla="*/ 53 w 136"/>
              <a:gd name="T59" fmla="*/ 50 h 124"/>
              <a:gd name="T60" fmla="*/ 53 w 136"/>
              <a:gd name="T61" fmla="*/ 81 h 124"/>
              <a:gd name="T62" fmla="*/ 82 w 136"/>
              <a:gd name="T63" fmla="*/ 81 h 124"/>
              <a:gd name="T64" fmla="*/ 82 w 136"/>
              <a:gd name="T65" fmla="*/ 93 h 124"/>
              <a:gd name="T66" fmla="*/ 53 w 136"/>
              <a:gd name="T67" fmla="*/ 93 h 124"/>
              <a:gd name="T68" fmla="*/ 53 w 136"/>
              <a:gd name="T69" fmla="*/ 81 h 124"/>
              <a:gd name="T70" fmla="*/ 53 w 136"/>
              <a:gd name="T71" fmla="*/ 112 h 124"/>
              <a:gd name="T72" fmla="*/ 82 w 136"/>
              <a:gd name="T73" fmla="*/ 112 h 124"/>
              <a:gd name="T74" fmla="*/ 82 w 136"/>
              <a:gd name="T75" fmla="*/ 124 h 124"/>
              <a:gd name="T76" fmla="*/ 53 w 136"/>
              <a:gd name="T77" fmla="*/ 124 h 124"/>
              <a:gd name="T78" fmla="*/ 53 w 136"/>
              <a:gd name="T79" fmla="*/ 112 h 124"/>
              <a:gd name="T80" fmla="*/ 98 w 136"/>
              <a:gd name="T81" fmla="*/ 33 h 124"/>
              <a:gd name="T82" fmla="*/ 98 w 136"/>
              <a:gd name="T83" fmla="*/ 0 h 124"/>
              <a:gd name="T84" fmla="*/ 136 w 136"/>
              <a:gd name="T85" fmla="*/ 0 h 124"/>
              <a:gd name="T86" fmla="*/ 136 w 136"/>
              <a:gd name="T87" fmla="*/ 33 h 124"/>
              <a:gd name="T88" fmla="*/ 98 w 136"/>
              <a:gd name="T89" fmla="*/ 33 h 124"/>
              <a:gd name="T90" fmla="*/ 103 w 136"/>
              <a:gd name="T91" fmla="*/ 50 h 124"/>
              <a:gd name="T92" fmla="*/ 131 w 136"/>
              <a:gd name="T93" fmla="*/ 50 h 124"/>
              <a:gd name="T94" fmla="*/ 131 w 136"/>
              <a:gd name="T95" fmla="*/ 62 h 124"/>
              <a:gd name="T96" fmla="*/ 103 w 136"/>
              <a:gd name="T97" fmla="*/ 62 h 124"/>
              <a:gd name="T98" fmla="*/ 103 w 136"/>
              <a:gd name="T99" fmla="*/ 50 h 124"/>
              <a:gd name="T100" fmla="*/ 103 w 136"/>
              <a:gd name="T101" fmla="*/ 81 h 124"/>
              <a:gd name="T102" fmla="*/ 131 w 136"/>
              <a:gd name="T103" fmla="*/ 81 h 124"/>
              <a:gd name="T104" fmla="*/ 131 w 136"/>
              <a:gd name="T105" fmla="*/ 93 h 124"/>
              <a:gd name="T106" fmla="*/ 103 w 136"/>
              <a:gd name="T107" fmla="*/ 93 h 124"/>
              <a:gd name="T108" fmla="*/ 103 w 136"/>
              <a:gd name="T109" fmla="*/ 81 h 124"/>
              <a:gd name="T110" fmla="*/ 103 w 136"/>
              <a:gd name="T111" fmla="*/ 112 h 124"/>
              <a:gd name="T112" fmla="*/ 131 w 136"/>
              <a:gd name="T113" fmla="*/ 112 h 124"/>
              <a:gd name="T114" fmla="*/ 131 w 136"/>
              <a:gd name="T115" fmla="*/ 124 h 124"/>
              <a:gd name="T116" fmla="*/ 103 w 136"/>
              <a:gd name="T117" fmla="*/ 124 h 124"/>
              <a:gd name="T118" fmla="*/ 103 w 136"/>
              <a:gd name="T119" fmla="*/ 112 h 1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36" h="124">
                <a:moveTo>
                  <a:pt x="0" y="33"/>
                </a:moveTo>
                <a:lnTo>
                  <a:pt x="0" y="0"/>
                </a:lnTo>
                <a:lnTo>
                  <a:pt x="37" y="0"/>
                </a:lnTo>
                <a:lnTo>
                  <a:pt x="37" y="33"/>
                </a:lnTo>
                <a:lnTo>
                  <a:pt x="0" y="33"/>
                </a:lnTo>
                <a:close/>
                <a:moveTo>
                  <a:pt x="4" y="50"/>
                </a:moveTo>
                <a:lnTo>
                  <a:pt x="32" y="50"/>
                </a:lnTo>
                <a:lnTo>
                  <a:pt x="32" y="62"/>
                </a:lnTo>
                <a:lnTo>
                  <a:pt x="4" y="62"/>
                </a:lnTo>
                <a:lnTo>
                  <a:pt x="4" y="50"/>
                </a:lnTo>
                <a:close/>
                <a:moveTo>
                  <a:pt x="4" y="81"/>
                </a:moveTo>
                <a:lnTo>
                  <a:pt x="32" y="81"/>
                </a:lnTo>
                <a:lnTo>
                  <a:pt x="32" y="93"/>
                </a:lnTo>
                <a:lnTo>
                  <a:pt x="4" y="93"/>
                </a:lnTo>
                <a:lnTo>
                  <a:pt x="4" y="81"/>
                </a:lnTo>
                <a:close/>
                <a:moveTo>
                  <a:pt x="4" y="112"/>
                </a:moveTo>
                <a:lnTo>
                  <a:pt x="32" y="112"/>
                </a:lnTo>
                <a:lnTo>
                  <a:pt x="32" y="124"/>
                </a:lnTo>
                <a:lnTo>
                  <a:pt x="4" y="124"/>
                </a:lnTo>
                <a:lnTo>
                  <a:pt x="4" y="112"/>
                </a:lnTo>
                <a:close/>
                <a:moveTo>
                  <a:pt x="49" y="33"/>
                </a:moveTo>
                <a:lnTo>
                  <a:pt x="49" y="0"/>
                </a:lnTo>
                <a:lnTo>
                  <a:pt x="87" y="0"/>
                </a:lnTo>
                <a:lnTo>
                  <a:pt x="87" y="33"/>
                </a:lnTo>
                <a:lnTo>
                  <a:pt x="49" y="33"/>
                </a:lnTo>
                <a:close/>
                <a:moveTo>
                  <a:pt x="53" y="50"/>
                </a:moveTo>
                <a:lnTo>
                  <a:pt x="82" y="50"/>
                </a:lnTo>
                <a:lnTo>
                  <a:pt x="82" y="62"/>
                </a:lnTo>
                <a:lnTo>
                  <a:pt x="53" y="62"/>
                </a:lnTo>
                <a:lnTo>
                  <a:pt x="53" y="50"/>
                </a:lnTo>
                <a:close/>
                <a:moveTo>
                  <a:pt x="53" y="81"/>
                </a:moveTo>
                <a:lnTo>
                  <a:pt x="82" y="81"/>
                </a:lnTo>
                <a:lnTo>
                  <a:pt x="82" y="93"/>
                </a:lnTo>
                <a:lnTo>
                  <a:pt x="53" y="93"/>
                </a:lnTo>
                <a:lnTo>
                  <a:pt x="53" y="81"/>
                </a:lnTo>
                <a:close/>
                <a:moveTo>
                  <a:pt x="53" y="112"/>
                </a:moveTo>
                <a:lnTo>
                  <a:pt x="82" y="112"/>
                </a:lnTo>
                <a:lnTo>
                  <a:pt x="82" y="124"/>
                </a:lnTo>
                <a:lnTo>
                  <a:pt x="53" y="124"/>
                </a:lnTo>
                <a:lnTo>
                  <a:pt x="53" y="112"/>
                </a:lnTo>
                <a:close/>
                <a:moveTo>
                  <a:pt x="98" y="33"/>
                </a:moveTo>
                <a:lnTo>
                  <a:pt x="98" y="0"/>
                </a:lnTo>
                <a:lnTo>
                  <a:pt x="136" y="0"/>
                </a:lnTo>
                <a:lnTo>
                  <a:pt x="136" y="33"/>
                </a:lnTo>
                <a:lnTo>
                  <a:pt x="98" y="33"/>
                </a:lnTo>
                <a:close/>
                <a:moveTo>
                  <a:pt x="103" y="50"/>
                </a:moveTo>
                <a:lnTo>
                  <a:pt x="131" y="50"/>
                </a:lnTo>
                <a:lnTo>
                  <a:pt x="131" y="62"/>
                </a:lnTo>
                <a:lnTo>
                  <a:pt x="103" y="62"/>
                </a:lnTo>
                <a:lnTo>
                  <a:pt x="103" y="50"/>
                </a:lnTo>
                <a:close/>
                <a:moveTo>
                  <a:pt x="103" y="81"/>
                </a:moveTo>
                <a:lnTo>
                  <a:pt x="131" y="81"/>
                </a:lnTo>
                <a:lnTo>
                  <a:pt x="131" y="93"/>
                </a:lnTo>
                <a:lnTo>
                  <a:pt x="103" y="93"/>
                </a:lnTo>
                <a:lnTo>
                  <a:pt x="103" y="81"/>
                </a:lnTo>
                <a:close/>
                <a:moveTo>
                  <a:pt x="103" y="112"/>
                </a:moveTo>
                <a:lnTo>
                  <a:pt x="131" y="112"/>
                </a:lnTo>
                <a:lnTo>
                  <a:pt x="131" y="124"/>
                </a:lnTo>
                <a:lnTo>
                  <a:pt x="103" y="124"/>
                </a:lnTo>
                <a:lnTo>
                  <a:pt x="103" y="11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8" name="Freeform 10"/>
          <p:cNvSpPr>
            <a:spLocks/>
          </p:cNvSpPr>
          <p:nvPr/>
        </p:nvSpPr>
        <p:spPr bwMode="auto">
          <a:xfrm>
            <a:off x="2918033" y="1963829"/>
            <a:ext cx="378604" cy="238543"/>
          </a:xfrm>
          <a:custGeom>
            <a:avLst/>
            <a:gdLst>
              <a:gd name="T0" fmla="*/ 15 w 335"/>
              <a:gd name="T1" fmla="*/ 205 h 211"/>
              <a:gd name="T2" fmla="*/ 11 w 335"/>
              <a:gd name="T3" fmla="*/ 164 h 211"/>
              <a:gd name="T4" fmla="*/ 93 w 335"/>
              <a:gd name="T5" fmla="*/ 61 h 211"/>
              <a:gd name="T6" fmla="*/ 131 w 335"/>
              <a:gd name="T7" fmla="*/ 54 h 211"/>
              <a:gd name="T8" fmla="*/ 210 w 335"/>
              <a:gd name="T9" fmla="*/ 100 h 211"/>
              <a:gd name="T10" fmla="*/ 279 w 335"/>
              <a:gd name="T11" fmla="*/ 14 h 211"/>
              <a:gd name="T12" fmla="*/ 320 w 335"/>
              <a:gd name="T13" fmla="*/ 10 h 211"/>
              <a:gd name="T14" fmla="*/ 325 w 335"/>
              <a:gd name="T15" fmla="*/ 51 h 211"/>
              <a:gd name="T16" fmla="*/ 239 w 335"/>
              <a:gd name="T17" fmla="*/ 156 h 211"/>
              <a:gd name="T18" fmla="*/ 202 w 335"/>
              <a:gd name="T19" fmla="*/ 163 h 211"/>
              <a:gd name="T20" fmla="*/ 123 w 335"/>
              <a:gd name="T21" fmla="*/ 117 h 211"/>
              <a:gd name="T22" fmla="*/ 56 w 335"/>
              <a:gd name="T23" fmla="*/ 200 h 211"/>
              <a:gd name="T24" fmla="*/ 33 w 335"/>
              <a:gd name="T25" fmla="*/ 211 h 211"/>
              <a:gd name="T26" fmla="*/ 15 w 335"/>
              <a:gd name="T27" fmla="*/ 205 h 2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335" h="211">
                <a:moveTo>
                  <a:pt x="15" y="205"/>
                </a:moveTo>
                <a:cubicBezTo>
                  <a:pt x="2" y="195"/>
                  <a:pt x="0" y="176"/>
                  <a:pt x="11" y="164"/>
                </a:cubicBezTo>
                <a:cubicBezTo>
                  <a:pt x="93" y="61"/>
                  <a:pt x="93" y="61"/>
                  <a:pt x="93" y="61"/>
                </a:cubicBezTo>
                <a:cubicBezTo>
                  <a:pt x="102" y="50"/>
                  <a:pt x="118" y="47"/>
                  <a:pt x="131" y="54"/>
                </a:cubicBezTo>
                <a:cubicBezTo>
                  <a:pt x="210" y="100"/>
                  <a:pt x="210" y="100"/>
                  <a:pt x="210" y="100"/>
                </a:cubicBezTo>
                <a:cubicBezTo>
                  <a:pt x="279" y="14"/>
                  <a:pt x="279" y="14"/>
                  <a:pt x="279" y="14"/>
                </a:cubicBezTo>
                <a:cubicBezTo>
                  <a:pt x="289" y="2"/>
                  <a:pt x="308" y="0"/>
                  <a:pt x="320" y="10"/>
                </a:cubicBezTo>
                <a:cubicBezTo>
                  <a:pt x="333" y="20"/>
                  <a:pt x="335" y="39"/>
                  <a:pt x="325" y="51"/>
                </a:cubicBezTo>
                <a:cubicBezTo>
                  <a:pt x="239" y="156"/>
                  <a:pt x="239" y="156"/>
                  <a:pt x="239" y="156"/>
                </a:cubicBezTo>
                <a:cubicBezTo>
                  <a:pt x="230" y="167"/>
                  <a:pt x="214" y="170"/>
                  <a:pt x="202" y="163"/>
                </a:cubicBezTo>
                <a:cubicBezTo>
                  <a:pt x="123" y="117"/>
                  <a:pt x="123" y="117"/>
                  <a:pt x="123" y="117"/>
                </a:cubicBezTo>
                <a:cubicBezTo>
                  <a:pt x="56" y="200"/>
                  <a:pt x="56" y="200"/>
                  <a:pt x="56" y="200"/>
                </a:cubicBezTo>
                <a:cubicBezTo>
                  <a:pt x="50" y="208"/>
                  <a:pt x="42" y="211"/>
                  <a:pt x="33" y="211"/>
                </a:cubicBezTo>
                <a:cubicBezTo>
                  <a:pt x="26" y="211"/>
                  <a:pt x="20" y="209"/>
                  <a:pt x="15" y="20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9" name="Freeform 11"/>
          <p:cNvSpPr>
            <a:spLocks noEditPoints="1"/>
          </p:cNvSpPr>
          <p:nvPr/>
        </p:nvSpPr>
        <p:spPr bwMode="auto">
          <a:xfrm>
            <a:off x="3368857" y="1946320"/>
            <a:ext cx="264804" cy="288877"/>
          </a:xfrm>
          <a:custGeom>
            <a:avLst/>
            <a:gdLst>
              <a:gd name="T0" fmla="*/ 32 w 121"/>
              <a:gd name="T1" fmla="*/ 132 h 132"/>
              <a:gd name="T2" fmla="*/ 0 w 121"/>
              <a:gd name="T3" fmla="*/ 132 h 132"/>
              <a:gd name="T4" fmla="*/ 0 w 121"/>
              <a:gd name="T5" fmla="*/ 36 h 132"/>
              <a:gd name="T6" fmla="*/ 32 w 121"/>
              <a:gd name="T7" fmla="*/ 36 h 132"/>
              <a:gd name="T8" fmla="*/ 32 w 121"/>
              <a:gd name="T9" fmla="*/ 132 h 132"/>
              <a:gd name="T10" fmla="*/ 77 w 121"/>
              <a:gd name="T11" fmla="*/ 132 h 132"/>
              <a:gd name="T12" fmla="*/ 45 w 121"/>
              <a:gd name="T13" fmla="*/ 132 h 132"/>
              <a:gd name="T14" fmla="*/ 45 w 121"/>
              <a:gd name="T15" fmla="*/ 61 h 132"/>
              <a:gd name="T16" fmla="*/ 77 w 121"/>
              <a:gd name="T17" fmla="*/ 61 h 132"/>
              <a:gd name="T18" fmla="*/ 77 w 121"/>
              <a:gd name="T19" fmla="*/ 132 h 132"/>
              <a:gd name="T20" fmla="*/ 121 w 121"/>
              <a:gd name="T21" fmla="*/ 132 h 132"/>
              <a:gd name="T22" fmla="*/ 89 w 121"/>
              <a:gd name="T23" fmla="*/ 132 h 132"/>
              <a:gd name="T24" fmla="*/ 89 w 121"/>
              <a:gd name="T25" fmla="*/ 0 h 132"/>
              <a:gd name="T26" fmla="*/ 121 w 121"/>
              <a:gd name="T27" fmla="*/ 0 h 132"/>
              <a:gd name="T28" fmla="*/ 121 w 121"/>
              <a:gd name="T29" fmla="*/ 132 h 1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21" h="132">
                <a:moveTo>
                  <a:pt x="32" y="132"/>
                </a:moveTo>
                <a:lnTo>
                  <a:pt x="0" y="132"/>
                </a:lnTo>
                <a:lnTo>
                  <a:pt x="0" y="36"/>
                </a:lnTo>
                <a:lnTo>
                  <a:pt x="32" y="36"/>
                </a:lnTo>
                <a:lnTo>
                  <a:pt x="32" y="132"/>
                </a:lnTo>
                <a:close/>
                <a:moveTo>
                  <a:pt x="77" y="132"/>
                </a:moveTo>
                <a:lnTo>
                  <a:pt x="45" y="132"/>
                </a:lnTo>
                <a:lnTo>
                  <a:pt x="45" y="61"/>
                </a:lnTo>
                <a:lnTo>
                  <a:pt x="77" y="61"/>
                </a:lnTo>
                <a:lnTo>
                  <a:pt x="77" y="132"/>
                </a:lnTo>
                <a:close/>
                <a:moveTo>
                  <a:pt x="121" y="132"/>
                </a:moveTo>
                <a:lnTo>
                  <a:pt x="89" y="132"/>
                </a:lnTo>
                <a:lnTo>
                  <a:pt x="89" y="0"/>
                </a:lnTo>
                <a:lnTo>
                  <a:pt x="121" y="0"/>
                </a:lnTo>
                <a:lnTo>
                  <a:pt x="121" y="13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0" name="Freeform 12"/>
          <p:cNvSpPr>
            <a:spLocks noEditPoints="1"/>
          </p:cNvSpPr>
          <p:nvPr/>
        </p:nvSpPr>
        <p:spPr bwMode="auto">
          <a:xfrm>
            <a:off x="3712446" y="1941945"/>
            <a:ext cx="299820" cy="299820"/>
          </a:xfrm>
          <a:custGeom>
            <a:avLst/>
            <a:gdLst>
              <a:gd name="T0" fmla="*/ 229 w 265"/>
              <a:gd name="T1" fmla="*/ 152 h 265"/>
              <a:gd name="T2" fmla="*/ 229 w 265"/>
              <a:gd name="T3" fmla="*/ 150 h 265"/>
              <a:gd name="T4" fmla="*/ 115 w 265"/>
              <a:gd name="T5" fmla="*/ 265 h 265"/>
              <a:gd name="T6" fmla="*/ 0 w 265"/>
              <a:gd name="T7" fmla="*/ 150 h 265"/>
              <a:gd name="T8" fmla="*/ 115 w 265"/>
              <a:gd name="T9" fmla="*/ 36 h 265"/>
              <a:gd name="T10" fmla="*/ 115 w 265"/>
              <a:gd name="T11" fmla="*/ 152 h 265"/>
              <a:gd name="T12" fmla="*/ 229 w 265"/>
              <a:gd name="T13" fmla="*/ 152 h 265"/>
              <a:gd name="T14" fmla="*/ 151 w 265"/>
              <a:gd name="T15" fmla="*/ 116 h 265"/>
              <a:gd name="T16" fmla="*/ 151 w 265"/>
              <a:gd name="T17" fmla="*/ 0 h 265"/>
              <a:gd name="T18" fmla="*/ 265 w 265"/>
              <a:gd name="T19" fmla="*/ 114 h 265"/>
              <a:gd name="T20" fmla="*/ 265 w 265"/>
              <a:gd name="T21" fmla="*/ 116 h 265"/>
              <a:gd name="T22" fmla="*/ 151 w 265"/>
              <a:gd name="T23" fmla="*/ 116 h 2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265" h="265">
                <a:moveTo>
                  <a:pt x="229" y="152"/>
                </a:moveTo>
                <a:cubicBezTo>
                  <a:pt x="229" y="151"/>
                  <a:pt x="229" y="150"/>
                  <a:pt x="229" y="150"/>
                </a:cubicBezTo>
                <a:cubicBezTo>
                  <a:pt x="229" y="214"/>
                  <a:pt x="178" y="265"/>
                  <a:pt x="115" y="265"/>
                </a:cubicBezTo>
                <a:cubicBezTo>
                  <a:pt x="51" y="265"/>
                  <a:pt x="0" y="214"/>
                  <a:pt x="0" y="150"/>
                </a:cubicBezTo>
                <a:cubicBezTo>
                  <a:pt x="0" y="87"/>
                  <a:pt x="51" y="36"/>
                  <a:pt x="115" y="36"/>
                </a:cubicBezTo>
                <a:cubicBezTo>
                  <a:pt x="115" y="152"/>
                  <a:pt x="115" y="152"/>
                  <a:pt x="115" y="152"/>
                </a:cubicBezTo>
                <a:lnTo>
                  <a:pt x="229" y="152"/>
                </a:lnTo>
                <a:close/>
                <a:moveTo>
                  <a:pt x="151" y="116"/>
                </a:moveTo>
                <a:cubicBezTo>
                  <a:pt x="151" y="0"/>
                  <a:pt x="151" y="0"/>
                  <a:pt x="151" y="0"/>
                </a:cubicBezTo>
                <a:cubicBezTo>
                  <a:pt x="214" y="0"/>
                  <a:pt x="265" y="51"/>
                  <a:pt x="265" y="114"/>
                </a:cubicBezTo>
                <a:cubicBezTo>
                  <a:pt x="265" y="115"/>
                  <a:pt x="265" y="115"/>
                  <a:pt x="265" y="116"/>
                </a:cubicBezTo>
                <a:lnTo>
                  <a:pt x="151" y="11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1" name="Freeform 13"/>
          <p:cNvSpPr>
            <a:spLocks noEditPoints="1"/>
          </p:cNvSpPr>
          <p:nvPr/>
        </p:nvSpPr>
        <p:spPr bwMode="auto">
          <a:xfrm>
            <a:off x="4071352" y="1952887"/>
            <a:ext cx="277936" cy="295443"/>
          </a:xfrm>
          <a:custGeom>
            <a:avLst/>
            <a:gdLst>
              <a:gd name="T0" fmla="*/ 246 w 246"/>
              <a:gd name="T1" fmla="*/ 218 h 262"/>
              <a:gd name="T2" fmla="*/ 123 w 246"/>
              <a:gd name="T3" fmla="*/ 262 h 262"/>
              <a:gd name="T4" fmla="*/ 0 w 246"/>
              <a:gd name="T5" fmla="*/ 218 h 262"/>
              <a:gd name="T6" fmla="*/ 6 w 246"/>
              <a:gd name="T7" fmla="*/ 205 h 262"/>
              <a:gd name="T8" fmla="*/ 59 w 246"/>
              <a:gd name="T9" fmla="*/ 48 h 262"/>
              <a:gd name="T10" fmla="*/ 101 w 246"/>
              <a:gd name="T11" fmla="*/ 20 h 262"/>
              <a:gd name="T12" fmla="*/ 123 w 246"/>
              <a:gd name="T13" fmla="*/ 0 h 262"/>
              <a:gd name="T14" fmla="*/ 144 w 246"/>
              <a:gd name="T15" fmla="*/ 20 h 262"/>
              <a:gd name="T16" fmla="*/ 186 w 246"/>
              <a:gd name="T17" fmla="*/ 48 h 262"/>
              <a:gd name="T18" fmla="*/ 240 w 246"/>
              <a:gd name="T19" fmla="*/ 205 h 262"/>
              <a:gd name="T20" fmla="*/ 246 w 246"/>
              <a:gd name="T21" fmla="*/ 218 h 262"/>
              <a:gd name="T22" fmla="*/ 220 w 246"/>
              <a:gd name="T23" fmla="*/ 210 h 262"/>
              <a:gd name="T24" fmla="*/ 123 w 246"/>
              <a:gd name="T25" fmla="*/ 184 h 262"/>
              <a:gd name="T26" fmla="*/ 25 w 246"/>
              <a:gd name="T27" fmla="*/ 210 h 262"/>
              <a:gd name="T28" fmla="*/ 123 w 246"/>
              <a:gd name="T29" fmla="*/ 235 h 262"/>
              <a:gd name="T30" fmla="*/ 220 w 246"/>
              <a:gd name="T31" fmla="*/ 210 h 262"/>
              <a:gd name="T32" fmla="*/ 103 w 246"/>
              <a:gd name="T33" fmla="*/ 199 h 262"/>
              <a:gd name="T34" fmla="*/ 123 w 246"/>
              <a:gd name="T35" fmla="*/ 196 h 262"/>
              <a:gd name="T36" fmla="*/ 142 w 246"/>
              <a:gd name="T37" fmla="*/ 199 h 262"/>
              <a:gd name="T38" fmla="*/ 123 w 246"/>
              <a:gd name="T39" fmla="*/ 221 h 262"/>
              <a:gd name="T40" fmla="*/ 103 w 246"/>
              <a:gd name="T41" fmla="*/ 199 h 2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246" h="262">
                <a:moveTo>
                  <a:pt x="246" y="218"/>
                </a:moveTo>
                <a:cubicBezTo>
                  <a:pt x="246" y="248"/>
                  <a:pt x="168" y="262"/>
                  <a:pt x="123" y="262"/>
                </a:cubicBezTo>
                <a:cubicBezTo>
                  <a:pt x="77" y="262"/>
                  <a:pt x="0" y="248"/>
                  <a:pt x="0" y="218"/>
                </a:cubicBezTo>
                <a:cubicBezTo>
                  <a:pt x="0" y="213"/>
                  <a:pt x="2" y="209"/>
                  <a:pt x="6" y="205"/>
                </a:cubicBezTo>
                <a:cubicBezTo>
                  <a:pt x="47" y="120"/>
                  <a:pt x="37" y="79"/>
                  <a:pt x="59" y="48"/>
                </a:cubicBezTo>
                <a:cubicBezTo>
                  <a:pt x="70" y="33"/>
                  <a:pt x="82" y="24"/>
                  <a:pt x="101" y="20"/>
                </a:cubicBezTo>
                <a:cubicBezTo>
                  <a:pt x="102" y="9"/>
                  <a:pt x="111" y="0"/>
                  <a:pt x="123" y="0"/>
                </a:cubicBezTo>
                <a:cubicBezTo>
                  <a:pt x="134" y="0"/>
                  <a:pt x="143" y="9"/>
                  <a:pt x="144" y="20"/>
                </a:cubicBezTo>
                <a:cubicBezTo>
                  <a:pt x="164" y="24"/>
                  <a:pt x="176" y="33"/>
                  <a:pt x="186" y="48"/>
                </a:cubicBezTo>
                <a:cubicBezTo>
                  <a:pt x="209" y="79"/>
                  <a:pt x="198" y="120"/>
                  <a:pt x="240" y="205"/>
                </a:cubicBezTo>
                <a:cubicBezTo>
                  <a:pt x="243" y="209"/>
                  <a:pt x="246" y="213"/>
                  <a:pt x="246" y="218"/>
                </a:cubicBezTo>
                <a:close/>
                <a:moveTo>
                  <a:pt x="220" y="210"/>
                </a:moveTo>
                <a:cubicBezTo>
                  <a:pt x="203" y="188"/>
                  <a:pt x="157" y="184"/>
                  <a:pt x="123" y="184"/>
                </a:cubicBezTo>
                <a:cubicBezTo>
                  <a:pt x="89" y="184"/>
                  <a:pt x="43" y="188"/>
                  <a:pt x="25" y="210"/>
                </a:cubicBezTo>
                <a:cubicBezTo>
                  <a:pt x="43" y="231"/>
                  <a:pt x="89" y="236"/>
                  <a:pt x="123" y="235"/>
                </a:cubicBezTo>
                <a:cubicBezTo>
                  <a:pt x="157" y="235"/>
                  <a:pt x="203" y="231"/>
                  <a:pt x="220" y="210"/>
                </a:cubicBezTo>
                <a:close/>
                <a:moveTo>
                  <a:pt x="103" y="199"/>
                </a:moveTo>
                <a:cubicBezTo>
                  <a:pt x="103" y="197"/>
                  <a:pt x="117" y="196"/>
                  <a:pt x="123" y="196"/>
                </a:cubicBezTo>
                <a:cubicBezTo>
                  <a:pt x="138" y="196"/>
                  <a:pt x="142" y="198"/>
                  <a:pt x="142" y="199"/>
                </a:cubicBezTo>
                <a:cubicBezTo>
                  <a:pt x="142" y="211"/>
                  <a:pt x="134" y="221"/>
                  <a:pt x="123" y="221"/>
                </a:cubicBezTo>
                <a:cubicBezTo>
                  <a:pt x="112" y="221"/>
                  <a:pt x="103" y="211"/>
                  <a:pt x="103" y="19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2" name="Freeform 14"/>
          <p:cNvSpPr>
            <a:spLocks/>
          </p:cNvSpPr>
          <p:nvPr/>
        </p:nvSpPr>
        <p:spPr bwMode="auto">
          <a:xfrm>
            <a:off x="4417129" y="1966018"/>
            <a:ext cx="177267" cy="293253"/>
          </a:xfrm>
          <a:custGeom>
            <a:avLst/>
            <a:gdLst>
              <a:gd name="T0" fmla="*/ 81 w 81"/>
              <a:gd name="T1" fmla="*/ 134 h 134"/>
              <a:gd name="T2" fmla="*/ 40 w 81"/>
              <a:gd name="T3" fmla="*/ 92 h 134"/>
              <a:gd name="T4" fmla="*/ 0 w 81"/>
              <a:gd name="T5" fmla="*/ 92 h 134"/>
              <a:gd name="T6" fmla="*/ 0 w 81"/>
              <a:gd name="T7" fmla="*/ 41 h 134"/>
              <a:gd name="T8" fmla="*/ 40 w 81"/>
              <a:gd name="T9" fmla="*/ 41 h 134"/>
              <a:gd name="T10" fmla="*/ 81 w 81"/>
              <a:gd name="T11" fmla="*/ 0 h 134"/>
              <a:gd name="T12" fmla="*/ 81 w 81"/>
              <a:gd name="T13" fmla="*/ 134 h 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1" h="134">
                <a:moveTo>
                  <a:pt x="81" y="134"/>
                </a:moveTo>
                <a:lnTo>
                  <a:pt x="40" y="92"/>
                </a:lnTo>
                <a:lnTo>
                  <a:pt x="0" y="92"/>
                </a:lnTo>
                <a:lnTo>
                  <a:pt x="0" y="41"/>
                </a:lnTo>
                <a:lnTo>
                  <a:pt x="40" y="41"/>
                </a:lnTo>
                <a:lnTo>
                  <a:pt x="81" y="0"/>
                </a:lnTo>
                <a:lnTo>
                  <a:pt x="81" y="13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3" name="Freeform 15"/>
          <p:cNvSpPr>
            <a:spLocks/>
          </p:cNvSpPr>
          <p:nvPr/>
        </p:nvSpPr>
        <p:spPr bwMode="auto">
          <a:xfrm>
            <a:off x="4670991" y="2022918"/>
            <a:ext cx="210092" cy="183831"/>
          </a:xfrm>
          <a:custGeom>
            <a:avLst/>
            <a:gdLst>
              <a:gd name="T0" fmla="*/ 48 w 96"/>
              <a:gd name="T1" fmla="*/ 0 h 84"/>
              <a:gd name="T2" fmla="*/ 96 w 96"/>
              <a:gd name="T3" fmla="*/ 84 h 84"/>
              <a:gd name="T4" fmla="*/ 0 w 96"/>
              <a:gd name="T5" fmla="*/ 84 h 84"/>
              <a:gd name="T6" fmla="*/ 48 w 96"/>
              <a:gd name="T7" fmla="*/ 0 h 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96" h="84">
                <a:moveTo>
                  <a:pt x="48" y="0"/>
                </a:moveTo>
                <a:lnTo>
                  <a:pt x="96" y="84"/>
                </a:lnTo>
                <a:lnTo>
                  <a:pt x="0" y="84"/>
                </a:lnTo>
                <a:lnTo>
                  <a:pt x="48" y="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4" name="Freeform 16"/>
          <p:cNvSpPr>
            <a:spLocks noEditPoints="1"/>
          </p:cNvSpPr>
          <p:nvPr/>
        </p:nvSpPr>
        <p:spPr bwMode="auto">
          <a:xfrm>
            <a:off x="4940171" y="1928813"/>
            <a:ext cx="317328" cy="317328"/>
          </a:xfrm>
          <a:custGeom>
            <a:avLst/>
            <a:gdLst>
              <a:gd name="T0" fmla="*/ 280 w 280"/>
              <a:gd name="T1" fmla="*/ 140 h 280"/>
              <a:gd name="T2" fmla="*/ 140 w 280"/>
              <a:gd name="T3" fmla="*/ 280 h 280"/>
              <a:gd name="T4" fmla="*/ 0 w 280"/>
              <a:gd name="T5" fmla="*/ 140 h 280"/>
              <a:gd name="T6" fmla="*/ 140 w 280"/>
              <a:gd name="T7" fmla="*/ 0 h 280"/>
              <a:gd name="T8" fmla="*/ 280 w 280"/>
              <a:gd name="T9" fmla="*/ 140 h 280"/>
              <a:gd name="T10" fmla="*/ 165 w 280"/>
              <a:gd name="T11" fmla="*/ 68 h 280"/>
              <a:gd name="T12" fmla="*/ 140 w 280"/>
              <a:gd name="T13" fmla="*/ 44 h 280"/>
              <a:gd name="T14" fmla="*/ 115 w 280"/>
              <a:gd name="T15" fmla="*/ 68 h 280"/>
              <a:gd name="T16" fmla="*/ 140 w 280"/>
              <a:gd name="T17" fmla="*/ 93 h 280"/>
              <a:gd name="T18" fmla="*/ 165 w 280"/>
              <a:gd name="T19" fmla="*/ 68 h 280"/>
              <a:gd name="T20" fmla="*/ 161 w 280"/>
              <a:gd name="T21" fmla="*/ 114 h 280"/>
              <a:gd name="T22" fmla="*/ 119 w 280"/>
              <a:gd name="T23" fmla="*/ 114 h 280"/>
              <a:gd name="T24" fmla="*/ 119 w 280"/>
              <a:gd name="T25" fmla="*/ 234 h 280"/>
              <a:gd name="T26" fmla="*/ 161 w 280"/>
              <a:gd name="T27" fmla="*/ 234 h 280"/>
              <a:gd name="T28" fmla="*/ 161 w 280"/>
              <a:gd name="T29" fmla="*/ 114 h 2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280" h="280">
                <a:moveTo>
                  <a:pt x="280" y="140"/>
                </a:moveTo>
                <a:cubicBezTo>
                  <a:pt x="280" y="218"/>
                  <a:pt x="217" y="280"/>
                  <a:pt x="140" y="280"/>
                </a:cubicBezTo>
                <a:cubicBezTo>
                  <a:pt x="62" y="280"/>
                  <a:pt x="0" y="218"/>
                  <a:pt x="0" y="140"/>
                </a:cubicBezTo>
                <a:cubicBezTo>
                  <a:pt x="0" y="63"/>
                  <a:pt x="62" y="0"/>
                  <a:pt x="140" y="0"/>
                </a:cubicBezTo>
                <a:cubicBezTo>
                  <a:pt x="217" y="0"/>
                  <a:pt x="280" y="63"/>
                  <a:pt x="280" y="140"/>
                </a:cubicBezTo>
                <a:close/>
                <a:moveTo>
                  <a:pt x="165" y="68"/>
                </a:moveTo>
                <a:cubicBezTo>
                  <a:pt x="165" y="55"/>
                  <a:pt x="154" y="44"/>
                  <a:pt x="140" y="44"/>
                </a:cubicBezTo>
                <a:cubicBezTo>
                  <a:pt x="126" y="44"/>
                  <a:pt x="115" y="55"/>
                  <a:pt x="115" y="68"/>
                </a:cubicBezTo>
                <a:cubicBezTo>
                  <a:pt x="115" y="82"/>
                  <a:pt x="126" y="93"/>
                  <a:pt x="140" y="93"/>
                </a:cubicBezTo>
                <a:cubicBezTo>
                  <a:pt x="154" y="93"/>
                  <a:pt x="165" y="82"/>
                  <a:pt x="165" y="68"/>
                </a:cubicBezTo>
                <a:close/>
                <a:moveTo>
                  <a:pt x="161" y="114"/>
                </a:moveTo>
                <a:cubicBezTo>
                  <a:pt x="119" y="114"/>
                  <a:pt x="119" y="114"/>
                  <a:pt x="119" y="114"/>
                </a:cubicBezTo>
                <a:cubicBezTo>
                  <a:pt x="119" y="234"/>
                  <a:pt x="119" y="234"/>
                  <a:pt x="119" y="234"/>
                </a:cubicBezTo>
                <a:cubicBezTo>
                  <a:pt x="161" y="234"/>
                  <a:pt x="161" y="234"/>
                  <a:pt x="161" y="234"/>
                </a:cubicBezTo>
                <a:lnTo>
                  <a:pt x="161" y="11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5" name="Freeform 17"/>
          <p:cNvSpPr>
            <a:spLocks noEditPoints="1"/>
          </p:cNvSpPr>
          <p:nvPr/>
        </p:nvSpPr>
        <p:spPr bwMode="auto">
          <a:xfrm>
            <a:off x="5452271" y="1909118"/>
            <a:ext cx="282312" cy="334836"/>
          </a:xfrm>
          <a:custGeom>
            <a:avLst/>
            <a:gdLst>
              <a:gd name="T0" fmla="*/ 251 w 251"/>
              <a:gd name="T1" fmla="*/ 204 h 297"/>
              <a:gd name="T2" fmla="*/ 158 w 251"/>
              <a:gd name="T3" fmla="*/ 297 h 297"/>
              <a:gd name="T4" fmla="*/ 66 w 251"/>
              <a:gd name="T5" fmla="*/ 204 h 297"/>
              <a:gd name="T6" fmla="*/ 95 w 251"/>
              <a:gd name="T7" fmla="*/ 137 h 297"/>
              <a:gd name="T8" fmla="*/ 95 w 251"/>
              <a:gd name="T9" fmla="*/ 64 h 297"/>
              <a:gd name="T10" fmla="*/ 65 w 251"/>
              <a:gd name="T11" fmla="*/ 34 h 297"/>
              <a:gd name="T12" fmla="*/ 35 w 251"/>
              <a:gd name="T13" fmla="*/ 64 h 297"/>
              <a:gd name="T14" fmla="*/ 35 w 251"/>
              <a:gd name="T15" fmla="*/ 109 h 297"/>
              <a:gd name="T16" fmla="*/ 0 w 251"/>
              <a:gd name="T17" fmla="*/ 109 h 297"/>
              <a:gd name="T18" fmla="*/ 0 w 251"/>
              <a:gd name="T19" fmla="*/ 64 h 297"/>
              <a:gd name="T20" fmla="*/ 65 w 251"/>
              <a:gd name="T21" fmla="*/ 0 h 297"/>
              <a:gd name="T22" fmla="*/ 130 w 251"/>
              <a:gd name="T23" fmla="*/ 64 h 297"/>
              <a:gd name="T24" fmla="*/ 130 w 251"/>
              <a:gd name="T25" fmla="*/ 116 h 297"/>
              <a:gd name="T26" fmla="*/ 158 w 251"/>
              <a:gd name="T27" fmla="*/ 112 h 297"/>
              <a:gd name="T28" fmla="*/ 251 w 251"/>
              <a:gd name="T29" fmla="*/ 204 h 297"/>
              <a:gd name="T30" fmla="*/ 122 w 251"/>
              <a:gd name="T31" fmla="*/ 194 h 297"/>
              <a:gd name="T32" fmla="*/ 92 w 251"/>
              <a:gd name="T33" fmla="*/ 194 h 297"/>
              <a:gd name="T34" fmla="*/ 88 w 251"/>
              <a:gd name="T35" fmla="*/ 204 h 297"/>
              <a:gd name="T36" fmla="*/ 92 w 251"/>
              <a:gd name="T37" fmla="*/ 215 h 297"/>
              <a:gd name="T38" fmla="*/ 122 w 251"/>
              <a:gd name="T39" fmla="*/ 215 h 297"/>
              <a:gd name="T40" fmla="*/ 122 w 251"/>
              <a:gd name="T41" fmla="*/ 194 h 297"/>
              <a:gd name="T42" fmla="*/ 140 w 251"/>
              <a:gd name="T43" fmla="*/ 171 h 297"/>
              <a:gd name="T44" fmla="*/ 119 w 251"/>
              <a:gd name="T45" fmla="*/ 150 h 297"/>
              <a:gd name="T46" fmla="*/ 108 w 251"/>
              <a:gd name="T47" fmla="*/ 154 h 297"/>
              <a:gd name="T48" fmla="*/ 104 w 251"/>
              <a:gd name="T49" fmla="*/ 165 h 297"/>
              <a:gd name="T50" fmla="*/ 125 w 251"/>
              <a:gd name="T51" fmla="*/ 186 h 297"/>
              <a:gd name="T52" fmla="*/ 140 w 251"/>
              <a:gd name="T53" fmla="*/ 171 h 297"/>
              <a:gd name="T54" fmla="*/ 125 w 251"/>
              <a:gd name="T55" fmla="*/ 222 h 297"/>
              <a:gd name="T56" fmla="*/ 104 w 251"/>
              <a:gd name="T57" fmla="*/ 244 h 297"/>
              <a:gd name="T58" fmla="*/ 108 w 251"/>
              <a:gd name="T59" fmla="*/ 254 h 297"/>
              <a:gd name="T60" fmla="*/ 119 w 251"/>
              <a:gd name="T61" fmla="*/ 258 h 297"/>
              <a:gd name="T62" fmla="*/ 140 w 251"/>
              <a:gd name="T63" fmla="*/ 237 h 297"/>
              <a:gd name="T64" fmla="*/ 125 w 251"/>
              <a:gd name="T65" fmla="*/ 222 h 297"/>
              <a:gd name="T66" fmla="*/ 168 w 251"/>
              <a:gd name="T67" fmla="*/ 168 h 297"/>
              <a:gd name="T68" fmla="*/ 168 w 251"/>
              <a:gd name="T69" fmla="*/ 138 h 297"/>
              <a:gd name="T70" fmla="*/ 158 w 251"/>
              <a:gd name="T71" fmla="*/ 134 h 297"/>
              <a:gd name="T72" fmla="*/ 148 w 251"/>
              <a:gd name="T73" fmla="*/ 138 h 297"/>
              <a:gd name="T74" fmla="*/ 148 w 251"/>
              <a:gd name="T75" fmla="*/ 168 h 297"/>
              <a:gd name="T76" fmla="*/ 168 w 251"/>
              <a:gd name="T77" fmla="*/ 168 h 297"/>
              <a:gd name="T78" fmla="*/ 148 w 251"/>
              <a:gd name="T79" fmla="*/ 240 h 297"/>
              <a:gd name="T80" fmla="*/ 148 w 251"/>
              <a:gd name="T81" fmla="*/ 270 h 297"/>
              <a:gd name="T82" fmla="*/ 158 w 251"/>
              <a:gd name="T83" fmla="*/ 274 h 297"/>
              <a:gd name="T84" fmla="*/ 168 w 251"/>
              <a:gd name="T85" fmla="*/ 270 h 297"/>
              <a:gd name="T86" fmla="*/ 168 w 251"/>
              <a:gd name="T87" fmla="*/ 240 h 297"/>
              <a:gd name="T88" fmla="*/ 148 w 251"/>
              <a:gd name="T89" fmla="*/ 240 h 297"/>
              <a:gd name="T90" fmla="*/ 191 w 251"/>
              <a:gd name="T91" fmla="*/ 186 h 297"/>
              <a:gd name="T92" fmla="*/ 212 w 251"/>
              <a:gd name="T93" fmla="*/ 165 h 297"/>
              <a:gd name="T94" fmla="*/ 208 w 251"/>
              <a:gd name="T95" fmla="*/ 154 h 297"/>
              <a:gd name="T96" fmla="*/ 197 w 251"/>
              <a:gd name="T97" fmla="*/ 150 h 297"/>
              <a:gd name="T98" fmla="*/ 176 w 251"/>
              <a:gd name="T99" fmla="*/ 171 h 297"/>
              <a:gd name="T100" fmla="*/ 191 w 251"/>
              <a:gd name="T101" fmla="*/ 186 h 297"/>
              <a:gd name="T102" fmla="*/ 176 w 251"/>
              <a:gd name="T103" fmla="*/ 237 h 297"/>
              <a:gd name="T104" fmla="*/ 197 w 251"/>
              <a:gd name="T105" fmla="*/ 258 h 297"/>
              <a:gd name="T106" fmla="*/ 208 w 251"/>
              <a:gd name="T107" fmla="*/ 254 h 297"/>
              <a:gd name="T108" fmla="*/ 212 w 251"/>
              <a:gd name="T109" fmla="*/ 244 h 297"/>
              <a:gd name="T110" fmla="*/ 191 w 251"/>
              <a:gd name="T111" fmla="*/ 222 h 297"/>
              <a:gd name="T112" fmla="*/ 176 w 251"/>
              <a:gd name="T113" fmla="*/ 237 h 297"/>
              <a:gd name="T114" fmla="*/ 194 w 251"/>
              <a:gd name="T115" fmla="*/ 215 h 297"/>
              <a:gd name="T116" fmla="*/ 224 w 251"/>
              <a:gd name="T117" fmla="*/ 215 h 297"/>
              <a:gd name="T118" fmla="*/ 228 w 251"/>
              <a:gd name="T119" fmla="*/ 204 h 297"/>
              <a:gd name="T120" fmla="*/ 224 w 251"/>
              <a:gd name="T121" fmla="*/ 194 h 297"/>
              <a:gd name="T122" fmla="*/ 194 w 251"/>
              <a:gd name="T123" fmla="*/ 194 h 297"/>
              <a:gd name="T124" fmla="*/ 194 w 251"/>
              <a:gd name="T125" fmla="*/ 215 h 2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51" h="297">
                <a:moveTo>
                  <a:pt x="251" y="204"/>
                </a:moveTo>
                <a:cubicBezTo>
                  <a:pt x="251" y="255"/>
                  <a:pt x="209" y="297"/>
                  <a:pt x="158" y="297"/>
                </a:cubicBezTo>
                <a:cubicBezTo>
                  <a:pt x="107" y="297"/>
                  <a:pt x="66" y="255"/>
                  <a:pt x="66" y="204"/>
                </a:cubicBezTo>
                <a:cubicBezTo>
                  <a:pt x="66" y="178"/>
                  <a:pt x="77" y="154"/>
                  <a:pt x="95" y="137"/>
                </a:cubicBezTo>
                <a:cubicBezTo>
                  <a:pt x="95" y="64"/>
                  <a:pt x="95" y="64"/>
                  <a:pt x="95" y="64"/>
                </a:cubicBezTo>
                <a:cubicBezTo>
                  <a:pt x="95" y="48"/>
                  <a:pt x="81" y="34"/>
                  <a:pt x="65" y="34"/>
                </a:cubicBezTo>
                <a:cubicBezTo>
                  <a:pt x="48" y="34"/>
                  <a:pt x="35" y="48"/>
                  <a:pt x="35" y="64"/>
                </a:cubicBezTo>
                <a:cubicBezTo>
                  <a:pt x="35" y="109"/>
                  <a:pt x="35" y="109"/>
                  <a:pt x="35" y="109"/>
                </a:cubicBezTo>
                <a:cubicBezTo>
                  <a:pt x="0" y="109"/>
                  <a:pt x="0" y="109"/>
                  <a:pt x="0" y="109"/>
                </a:cubicBezTo>
                <a:cubicBezTo>
                  <a:pt x="0" y="64"/>
                  <a:pt x="0" y="64"/>
                  <a:pt x="0" y="64"/>
                </a:cubicBezTo>
                <a:cubicBezTo>
                  <a:pt x="0" y="28"/>
                  <a:pt x="29" y="0"/>
                  <a:pt x="65" y="0"/>
                </a:cubicBezTo>
                <a:cubicBezTo>
                  <a:pt x="100" y="0"/>
                  <a:pt x="130" y="28"/>
                  <a:pt x="130" y="64"/>
                </a:cubicBezTo>
                <a:cubicBezTo>
                  <a:pt x="130" y="116"/>
                  <a:pt x="130" y="116"/>
                  <a:pt x="130" y="116"/>
                </a:cubicBezTo>
                <a:cubicBezTo>
                  <a:pt x="139" y="113"/>
                  <a:pt x="148" y="112"/>
                  <a:pt x="158" y="112"/>
                </a:cubicBezTo>
                <a:cubicBezTo>
                  <a:pt x="209" y="112"/>
                  <a:pt x="251" y="153"/>
                  <a:pt x="251" y="204"/>
                </a:cubicBezTo>
                <a:close/>
                <a:moveTo>
                  <a:pt x="122" y="194"/>
                </a:moveTo>
                <a:cubicBezTo>
                  <a:pt x="92" y="194"/>
                  <a:pt x="92" y="194"/>
                  <a:pt x="92" y="194"/>
                </a:cubicBezTo>
                <a:cubicBezTo>
                  <a:pt x="88" y="204"/>
                  <a:pt x="88" y="204"/>
                  <a:pt x="88" y="204"/>
                </a:cubicBezTo>
                <a:cubicBezTo>
                  <a:pt x="92" y="215"/>
                  <a:pt x="92" y="215"/>
                  <a:pt x="92" y="215"/>
                </a:cubicBezTo>
                <a:cubicBezTo>
                  <a:pt x="122" y="215"/>
                  <a:pt x="122" y="215"/>
                  <a:pt x="122" y="215"/>
                </a:cubicBezTo>
                <a:lnTo>
                  <a:pt x="122" y="194"/>
                </a:lnTo>
                <a:close/>
                <a:moveTo>
                  <a:pt x="140" y="171"/>
                </a:moveTo>
                <a:cubicBezTo>
                  <a:pt x="119" y="150"/>
                  <a:pt x="119" y="150"/>
                  <a:pt x="119" y="150"/>
                </a:cubicBezTo>
                <a:cubicBezTo>
                  <a:pt x="108" y="154"/>
                  <a:pt x="108" y="154"/>
                  <a:pt x="108" y="154"/>
                </a:cubicBezTo>
                <a:cubicBezTo>
                  <a:pt x="104" y="165"/>
                  <a:pt x="104" y="165"/>
                  <a:pt x="104" y="165"/>
                </a:cubicBezTo>
                <a:cubicBezTo>
                  <a:pt x="125" y="186"/>
                  <a:pt x="125" y="186"/>
                  <a:pt x="125" y="186"/>
                </a:cubicBezTo>
                <a:lnTo>
                  <a:pt x="140" y="171"/>
                </a:lnTo>
                <a:close/>
                <a:moveTo>
                  <a:pt x="125" y="222"/>
                </a:moveTo>
                <a:cubicBezTo>
                  <a:pt x="104" y="244"/>
                  <a:pt x="104" y="244"/>
                  <a:pt x="104" y="244"/>
                </a:cubicBezTo>
                <a:cubicBezTo>
                  <a:pt x="108" y="254"/>
                  <a:pt x="108" y="254"/>
                  <a:pt x="108" y="254"/>
                </a:cubicBezTo>
                <a:cubicBezTo>
                  <a:pt x="119" y="258"/>
                  <a:pt x="119" y="258"/>
                  <a:pt x="119" y="258"/>
                </a:cubicBezTo>
                <a:cubicBezTo>
                  <a:pt x="140" y="237"/>
                  <a:pt x="140" y="237"/>
                  <a:pt x="140" y="237"/>
                </a:cubicBezTo>
                <a:lnTo>
                  <a:pt x="125" y="222"/>
                </a:lnTo>
                <a:close/>
                <a:moveTo>
                  <a:pt x="168" y="168"/>
                </a:moveTo>
                <a:cubicBezTo>
                  <a:pt x="168" y="138"/>
                  <a:pt x="168" y="138"/>
                  <a:pt x="168" y="138"/>
                </a:cubicBezTo>
                <a:cubicBezTo>
                  <a:pt x="158" y="134"/>
                  <a:pt x="158" y="134"/>
                  <a:pt x="158" y="134"/>
                </a:cubicBezTo>
                <a:cubicBezTo>
                  <a:pt x="148" y="138"/>
                  <a:pt x="148" y="138"/>
                  <a:pt x="148" y="138"/>
                </a:cubicBezTo>
                <a:cubicBezTo>
                  <a:pt x="148" y="168"/>
                  <a:pt x="148" y="168"/>
                  <a:pt x="148" y="168"/>
                </a:cubicBezTo>
                <a:lnTo>
                  <a:pt x="168" y="168"/>
                </a:lnTo>
                <a:close/>
                <a:moveTo>
                  <a:pt x="148" y="240"/>
                </a:moveTo>
                <a:cubicBezTo>
                  <a:pt x="148" y="270"/>
                  <a:pt x="148" y="270"/>
                  <a:pt x="148" y="270"/>
                </a:cubicBezTo>
                <a:cubicBezTo>
                  <a:pt x="158" y="274"/>
                  <a:pt x="158" y="274"/>
                  <a:pt x="158" y="274"/>
                </a:cubicBezTo>
                <a:cubicBezTo>
                  <a:pt x="168" y="270"/>
                  <a:pt x="168" y="270"/>
                  <a:pt x="168" y="270"/>
                </a:cubicBezTo>
                <a:cubicBezTo>
                  <a:pt x="168" y="240"/>
                  <a:pt x="168" y="240"/>
                  <a:pt x="168" y="240"/>
                </a:cubicBezTo>
                <a:lnTo>
                  <a:pt x="148" y="240"/>
                </a:lnTo>
                <a:close/>
                <a:moveTo>
                  <a:pt x="191" y="186"/>
                </a:moveTo>
                <a:cubicBezTo>
                  <a:pt x="212" y="165"/>
                  <a:pt x="212" y="165"/>
                  <a:pt x="212" y="165"/>
                </a:cubicBezTo>
                <a:cubicBezTo>
                  <a:pt x="208" y="154"/>
                  <a:pt x="208" y="154"/>
                  <a:pt x="208" y="154"/>
                </a:cubicBezTo>
                <a:cubicBezTo>
                  <a:pt x="197" y="150"/>
                  <a:pt x="197" y="150"/>
                  <a:pt x="197" y="150"/>
                </a:cubicBezTo>
                <a:cubicBezTo>
                  <a:pt x="176" y="171"/>
                  <a:pt x="176" y="171"/>
                  <a:pt x="176" y="171"/>
                </a:cubicBezTo>
                <a:lnTo>
                  <a:pt x="191" y="186"/>
                </a:lnTo>
                <a:close/>
                <a:moveTo>
                  <a:pt x="176" y="237"/>
                </a:moveTo>
                <a:cubicBezTo>
                  <a:pt x="197" y="258"/>
                  <a:pt x="197" y="258"/>
                  <a:pt x="197" y="258"/>
                </a:cubicBezTo>
                <a:cubicBezTo>
                  <a:pt x="208" y="254"/>
                  <a:pt x="208" y="254"/>
                  <a:pt x="208" y="254"/>
                </a:cubicBezTo>
                <a:cubicBezTo>
                  <a:pt x="212" y="244"/>
                  <a:pt x="212" y="244"/>
                  <a:pt x="212" y="244"/>
                </a:cubicBezTo>
                <a:cubicBezTo>
                  <a:pt x="191" y="222"/>
                  <a:pt x="191" y="222"/>
                  <a:pt x="191" y="222"/>
                </a:cubicBezTo>
                <a:lnTo>
                  <a:pt x="176" y="237"/>
                </a:lnTo>
                <a:close/>
                <a:moveTo>
                  <a:pt x="194" y="215"/>
                </a:moveTo>
                <a:cubicBezTo>
                  <a:pt x="224" y="215"/>
                  <a:pt x="224" y="215"/>
                  <a:pt x="224" y="215"/>
                </a:cubicBezTo>
                <a:cubicBezTo>
                  <a:pt x="228" y="204"/>
                  <a:pt x="228" y="204"/>
                  <a:pt x="228" y="204"/>
                </a:cubicBezTo>
                <a:cubicBezTo>
                  <a:pt x="224" y="194"/>
                  <a:pt x="224" y="194"/>
                  <a:pt x="224" y="194"/>
                </a:cubicBezTo>
                <a:cubicBezTo>
                  <a:pt x="194" y="194"/>
                  <a:pt x="194" y="194"/>
                  <a:pt x="194" y="194"/>
                </a:cubicBezTo>
                <a:lnTo>
                  <a:pt x="194" y="21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6" name="Freeform 18"/>
          <p:cNvSpPr>
            <a:spLocks noEditPoints="1"/>
          </p:cNvSpPr>
          <p:nvPr/>
        </p:nvSpPr>
        <p:spPr bwMode="auto">
          <a:xfrm>
            <a:off x="5940299" y="1928813"/>
            <a:ext cx="315139" cy="317328"/>
          </a:xfrm>
          <a:custGeom>
            <a:avLst/>
            <a:gdLst>
              <a:gd name="T0" fmla="*/ 140 w 279"/>
              <a:gd name="T1" fmla="*/ 279 h 279"/>
              <a:gd name="T2" fmla="*/ 140 w 279"/>
              <a:gd name="T3" fmla="*/ 0 h 279"/>
              <a:gd name="T4" fmla="*/ 72 w 279"/>
              <a:gd name="T5" fmla="*/ 175 h 279"/>
              <a:gd name="T6" fmla="*/ 71 w 279"/>
              <a:gd name="T7" fmla="*/ 117 h 279"/>
              <a:gd name="T8" fmla="*/ 26 w 279"/>
              <a:gd name="T9" fmla="*/ 139 h 279"/>
              <a:gd name="T10" fmla="*/ 72 w 279"/>
              <a:gd name="T11" fmla="*/ 175 h 279"/>
              <a:gd name="T12" fmla="*/ 75 w 279"/>
              <a:gd name="T13" fmla="*/ 192 h 279"/>
              <a:gd name="T14" fmla="*/ 59 w 279"/>
              <a:gd name="T15" fmla="*/ 220 h 279"/>
              <a:gd name="T16" fmla="*/ 37 w 279"/>
              <a:gd name="T17" fmla="*/ 91 h 279"/>
              <a:gd name="T18" fmla="*/ 98 w 279"/>
              <a:gd name="T19" fmla="*/ 34 h 279"/>
              <a:gd name="T20" fmla="*/ 37 w 279"/>
              <a:gd name="T21" fmla="*/ 91 h 279"/>
              <a:gd name="T22" fmla="*/ 131 w 279"/>
              <a:gd name="T23" fmla="*/ 182 h 279"/>
              <a:gd name="T24" fmla="*/ 86 w 279"/>
              <a:gd name="T25" fmla="*/ 118 h 279"/>
              <a:gd name="T26" fmla="*/ 88 w 279"/>
              <a:gd name="T27" fmla="*/ 178 h 279"/>
              <a:gd name="T28" fmla="*/ 131 w 279"/>
              <a:gd name="T29" fmla="*/ 106 h 279"/>
              <a:gd name="T30" fmla="*/ 130 w 279"/>
              <a:gd name="T31" fmla="*/ 26 h 279"/>
              <a:gd name="T32" fmla="*/ 131 w 279"/>
              <a:gd name="T33" fmla="*/ 253 h 279"/>
              <a:gd name="T34" fmla="*/ 92 w 279"/>
              <a:gd name="T35" fmla="*/ 195 h 279"/>
              <a:gd name="T36" fmla="*/ 131 w 279"/>
              <a:gd name="T37" fmla="*/ 253 h 279"/>
              <a:gd name="T38" fmla="*/ 148 w 279"/>
              <a:gd name="T39" fmla="*/ 106 h 279"/>
              <a:gd name="T40" fmla="*/ 159 w 279"/>
              <a:gd name="T41" fmla="*/ 32 h 279"/>
              <a:gd name="T42" fmla="*/ 191 w 279"/>
              <a:gd name="T43" fmla="*/ 178 h 279"/>
              <a:gd name="T44" fmla="*/ 193 w 279"/>
              <a:gd name="T45" fmla="*/ 119 h 279"/>
              <a:gd name="T46" fmla="*/ 148 w 279"/>
              <a:gd name="T47" fmla="*/ 182 h 279"/>
              <a:gd name="T48" fmla="*/ 188 w 279"/>
              <a:gd name="T49" fmla="*/ 195 h 279"/>
              <a:gd name="T50" fmla="*/ 148 w 279"/>
              <a:gd name="T51" fmla="*/ 253 h 279"/>
              <a:gd name="T52" fmla="*/ 181 w 279"/>
              <a:gd name="T53" fmla="*/ 34 h 279"/>
              <a:gd name="T54" fmla="*/ 242 w 279"/>
              <a:gd name="T55" fmla="*/ 91 h 279"/>
              <a:gd name="T56" fmla="*/ 246 w 279"/>
              <a:gd name="T57" fmla="*/ 180 h 279"/>
              <a:gd name="T58" fmla="*/ 183 w 279"/>
              <a:gd name="T59" fmla="*/ 244 h 279"/>
              <a:gd name="T60" fmla="*/ 246 w 279"/>
              <a:gd name="T61" fmla="*/ 180 h 279"/>
              <a:gd name="T62" fmla="*/ 207 w 279"/>
              <a:gd name="T63" fmla="*/ 175 h 279"/>
              <a:gd name="T64" fmla="*/ 248 w 279"/>
              <a:gd name="T65" fmla="*/ 106 h 279"/>
              <a:gd name="T66" fmla="*/ 209 w 279"/>
              <a:gd name="T67" fmla="*/ 140 h 2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279" h="279">
                <a:moveTo>
                  <a:pt x="279" y="139"/>
                </a:moveTo>
                <a:cubicBezTo>
                  <a:pt x="279" y="217"/>
                  <a:pt x="218" y="279"/>
                  <a:pt x="140" y="279"/>
                </a:cubicBezTo>
                <a:cubicBezTo>
                  <a:pt x="62" y="279"/>
                  <a:pt x="0" y="217"/>
                  <a:pt x="0" y="139"/>
                </a:cubicBezTo>
                <a:cubicBezTo>
                  <a:pt x="0" y="62"/>
                  <a:pt x="62" y="0"/>
                  <a:pt x="140" y="0"/>
                </a:cubicBezTo>
                <a:cubicBezTo>
                  <a:pt x="218" y="0"/>
                  <a:pt x="279" y="62"/>
                  <a:pt x="279" y="139"/>
                </a:cubicBezTo>
                <a:close/>
                <a:moveTo>
                  <a:pt x="72" y="175"/>
                </a:moveTo>
                <a:cubicBezTo>
                  <a:pt x="70" y="164"/>
                  <a:pt x="70" y="152"/>
                  <a:pt x="70" y="140"/>
                </a:cubicBezTo>
                <a:cubicBezTo>
                  <a:pt x="70" y="132"/>
                  <a:pt x="70" y="125"/>
                  <a:pt x="71" y="117"/>
                </a:cubicBezTo>
                <a:cubicBezTo>
                  <a:pt x="51" y="113"/>
                  <a:pt x="39" y="110"/>
                  <a:pt x="30" y="106"/>
                </a:cubicBezTo>
                <a:cubicBezTo>
                  <a:pt x="27" y="116"/>
                  <a:pt x="26" y="128"/>
                  <a:pt x="26" y="139"/>
                </a:cubicBezTo>
                <a:cubicBezTo>
                  <a:pt x="26" y="145"/>
                  <a:pt x="26" y="150"/>
                  <a:pt x="26" y="155"/>
                </a:cubicBezTo>
                <a:cubicBezTo>
                  <a:pt x="32" y="161"/>
                  <a:pt x="46" y="170"/>
                  <a:pt x="72" y="175"/>
                </a:cubicBezTo>
                <a:close/>
                <a:moveTo>
                  <a:pt x="96" y="244"/>
                </a:moveTo>
                <a:cubicBezTo>
                  <a:pt x="86" y="230"/>
                  <a:pt x="79" y="213"/>
                  <a:pt x="75" y="192"/>
                </a:cubicBezTo>
                <a:cubicBezTo>
                  <a:pt x="58" y="188"/>
                  <a:pt x="42" y="183"/>
                  <a:pt x="32" y="178"/>
                </a:cubicBezTo>
                <a:cubicBezTo>
                  <a:pt x="39" y="194"/>
                  <a:pt x="47" y="208"/>
                  <a:pt x="59" y="220"/>
                </a:cubicBezTo>
                <a:cubicBezTo>
                  <a:pt x="70" y="231"/>
                  <a:pt x="82" y="239"/>
                  <a:pt x="96" y="244"/>
                </a:cubicBezTo>
                <a:close/>
                <a:moveTo>
                  <a:pt x="37" y="91"/>
                </a:moveTo>
                <a:cubicBezTo>
                  <a:pt x="41" y="94"/>
                  <a:pt x="47" y="95"/>
                  <a:pt x="73" y="102"/>
                </a:cubicBezTo>
                <a:cubicBezTo>
                  <a:pt x="77" y="74"/>
                  <a:pt x="86" y="51"/>
                  <a:pt x="98" y="34"/>
                </a:cubicBezTo>
                <a:cubicBezTo>
                  <a:pt x="84" y="41"/>
                  <a:pt x="71" y="47"/>
                  <a:pt x="59" y="59"/>
                </a:cubicBezTo>
                <a:cubicBezTo>
                  <a:pt x="49" y="68"/>
                  <a:pt x="42" y="80"/>
                  <a:pt x="37" y="91"/>
                </a:cubicBezTo>
                <a:close/>
                <a:moveTo>
                  <a:pt x="88" y="178"/>
                </a:moveTo>
                <a:cubicBezTo>
                  <a:pt x="102" y="180"/>
                  <a:pt x="117" y="182"/>
                  <a:pt x="131" y="182"/>
                </a:cubicBezTo>
                <a:cubicBezTo>
                  <a:pt x="131" y="121"/>
                  <a:pt x="131" y="121"/>
                  <a:pt x="131" y="121"/>
                </a:cubicBezTo>
                <a:cubicBezTo>
                  <a:pt x="116" y="121"/>
                  <a:pt x="100" y="120"/>
                  <a:pt x="86" y="118"/>
                </a:cubicBezTo>
                <a:cubicBezTo>
                  <a:pt x="86" y="126"/>
                  <a:pt x="85" y="133"/>
                  <a:pt x="85" y="140"/>
                </a:cubicBezTo>
                <a:cubicBezTo>
                  <a:pt x="85" y="153"/>
                  <a:pt x="86" y="166"/>
                  <a:pt x="88" y="178"/>
                </a:cubicBezTo>
                <a:close/>
                <a:moveTo>
                  <a:pt x="88" y="104"/>
                </a:moveTo>
                <a:cubicBezTo>
                  <a:pt x="102" y="105"/>
                  <a:pt x="117" y="106"/>
                  <a:pt x="131" y="106"/>
                </a:cubicBezTo>
                <a:cubicBezTo>
                  <a:pt x="131" y="26"/>
                  <a:pt x="131" y="26"/>
                  <a:pt x="131" y="26"/>
                </a:cubicBezTo>
                <a:cubicBezTo>
                  <a:pt x="131" y="26"/>
                  <a:pt x="131" y="26"/>
                  <a:pt x="130" y="26"/>
                </a:cubicBezTo>
                <a:cubicBezTo>
                  <a:pt x="111" y="34"/>
                  <a:pt x="95" y="64"/>
                  <a:pt x="88" y="104"/>
                </a:cubicBezTo>
                <a:close/>
                <a:moveTo>
                  <a:pt x="131" y="253"/>
                </a:moveTo>
                <a:cubicBezTo>
                  <a:pt x="131" y="197"/>
                  <a:pt x="131" y="197"/>
                  <a:pt x="131" y="197"/>
                </a:cubicBezTo>
                <a:cubicBezTo>
                  <a:pt x="118" y="197"/>
                  <a:pt x="104" y="196"/>
                  <a:pt x="92" y="195"/>
                </a:cubicBezTo>
                <a:cubicBezTo>
                  <a:pt x="94" y="206"/>
                  <a:pt x="98" y="216"/>
                  <a:pt x="103" y="225"/>
                </a:cubicBezTo>
                <a:cubicBezTo>
                  <a:pt x="110" y="240"/>
                  <a:pt x="120" y="253"/>
                  <a:pt x="131" y="253"/>
                </a:cubicBezTo>
                <a:close/>
                <a:moveTo>
                  <a:pt x="148" y="26"/>
                </a:moveTo>
                <a:cubicBezTo>
                  <a:pt x="148" y="106"/>
                  <a:pt x="148" y="106"/>
                  <a:pt x="148" y="106"/>
                </a:cubicBezTo>
                <a:cubicBezTo>
                  <a:pt x="163" y="106"/>
                  <a:pt x="177" y="105"/>
                  <a:pt x="192" y="104"/>
                </a:cubicBezTo>
                <a:cubicBezTo>
                  <a:pt x="186" y="73"/>
                  <a:pt x="173" y="46"/>
                  <a:pt x="159" y="32"/>
                </a:cubicBezTo>
                <a:cubicBezTo>
                  <a:pt x="155" y="30"/>
                  <a:pt x="151" y="26"/>
                  <a:pt x="148" y="26"/>
                </a:cubicBezTo>
                <a:close/>
                <a:moveTo>
                  <a:pt x="191" y="178"/>
                </a:moveTo>
                <a:cubicBezTo>
                  <a:pt x="193" y="167"/>
                  <a:pt x="194" y="153"/>
                  <a:pt x="194" y="140"/>
                </a:cubicBezTo>
                <a:cubicBezTo>
                  <a:pt x="194" y="133"/>
                  <a:pt x="194" y="126"/>
                  <a:pt x="193" y="119"/>
                </a:cubicBezTo>
                <a:cubicBezTo>
                  <a:pt x="179" y="120"/>
                  <a:pt x="164" y="121"/>
                  <a:pt x="148" y="121"/>
                </a:cubicBezTo>
                <a:cubicBezTo>
                  <a:pt x="148" y="182"/>
                  <a:pt x="148" y="182"/>
                  <a:pt x="148" y="182"/>
                </a:cubicBezTo>
                <a:cubicBezTo>
                  <a:pt x="163" y="182"/>
                  <a:pt x="177" y="180"/>
                  <a:pt x="191" y="178"/>
                </a:cubicBezTo>
                <a:close/>
                <a:moveTo>
                  <a:pt x="188" y="195"/>
                </a:moveTo>
                <a:cubicBezTo>
                  <a:pt x="174" y="196"/>
                  <a:pt x="161" y="197"/>
                  <a:pt x="148" y="197"/>
                </a:cubicBezTo>
                <a:cubicBezTo>
                  <a:pt x="148" y="253"/>
                  <a:pt x="148" y="253"/>
                  <a:pt x="148" y="253"/>
                </a:cubicBezTo>
                <a:cubicBezTo>
                  <a:pt x="170" y="253"/>
                  <a:pt x="182" y="214"/>
                  <a:pt x="188" y="195"/>
                </a:cubicBezTo>
                <a:close/>
                <a:moveTo>
                  <a:pt x="181" y="34"/>
                </a:moveTo>
                <a:cubicBezTo>
                  <a:pt x="194" y="50"/>
                  <a:pt x="202" y="74"/>
                  <a:pt x="206" y="102"/>
                </a:cubicBezTo>
                <a:cubicBezTo>
                  <a:pt x="229" y="98"/>
                  <a:pt x="239" y="94"/>
                  <a:pt x="242" y="91"/>
                </a:cubicBezTo>
                <a:cubicBezTo>
                  <a:pt x="230" y="65"/>
                  <a:pt x="207" y="43"/>
                  <a:pt x="181" y="34"/>
                </a:cubicBezTo>
                <a:close/>
                <a:moveTo>
                  <a:pt x="246" y="180"/>
                </a:moveTo>
                <a:cubicBezTo>
                  <a:pt x="235" y="185"/>
                  <a:pt x="220" y="189"/>
                  <a:pt x="204" y="193"/>
                </a:cubicBezTo>
                <a:cubicBezTo>
                  <a:pt x="199" y="213"/>
                  <a:pt x="193" y="230"/>
                  <a:pt x="183" y="244"/>
                </a:cubicBezTo>
                <a:cubicBezTo>
                  <a:pt x="196" y="239"/>
                  <a:pt x="210" y="231"/>
                  <a:pt x="220" y="220"/>
                </a:cubicBezTo>
                <a:cubicBezTo>
                  <a:pt x="232" y="208"/>
                  <a:pt x="240" y="195"/>
                  <a:pt x="246" y="180"/>
                </a:cubicBezTo>
                <a:close/>
                <a:moveTo>
                  <a:pt x="209" y="140"/>
                </a:moveTo>
                <a:cubicBezTo>
                  <a:pt x="209" y="152"/>
                  <a:pt x="208" y="165"/>
                  <a:pt x="207" y="175"/>
                </a:cubicBezTo>
                <a:cubicBezTo>
                  <a:pt x="252" y="168"/>
                  <a:pt x="254" y="158"/>
                  <a:pt x="254" y="139"/>
                </a:cubicBezTo>
                <a:cubicBezTo>
                  <a:pt x="254" y="128"/>
                  <a:pt x="252" y="117"/>
                  <a:pt x="248" y="106"/>
                </a:cubicBezTo>
                <a:cubicBezTo>
                  <a:pt x="240" y="110"/>
                  <a:pt x="226" y="115"/>
                  <a:pt x="208" y="117"/>
                </a:cubicBezTo>
                <a:cubicBezTo>
                  <a:pt x="209" y="125"/>
                  <a:pt x="209" y="132"/>
                  <a:pt x="209" y="14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7" name="Freeform 19"/>
          <p:cNvSpPr>
            <a:spLocks noEditPoints="1"/>
          </p:cNvSpPr>
          <p:nvPr/>
        </p:nvSpPr>
        <p:spPr bwMode="auto">
          <a:xfrm>
            <a:off x="6458964" y="1972583"/>
            <a:ext cx="280123" cy="275747"/>
          </a:xfrm>
          <a:custGeom>
            <a:avLst/>
            <a:gdLst>
              <a:gd name="T0" fmla="*/ 39 w 246"/>
              <a:gd name="T1" fmla="*/ 89 h 243"/>
              <a:gd name="T2" fmla="*/ 121 w 246"/>
              <a:gd name="T3" fmla="*/ 7 h 243"/>
              <a:gd name="T4" fmla="*/ 178 w 246"/>
              <a:gd name="T5" fmla="*/ 7 h 243"/>
              <a:gd name="T6" fmla="*/ 107 w 246"/>
              <a:gd name="T7" fmla="*/ 78 h 243"/>
              <a:gd name="T8" fmla="*/ 55 w 246"/>
              <a:gd name="T9" fmla="*/ 105 h 243"/>
              <a:gd name="T10" fmla="*/ 44 w 246"/>
              <a:gd name="T11" fmla="*/ 166 h 243"/>
              <a:gd name="T12" fmla="*/ 78 w 246"/>
              <a:gd name="T13" fmla="*/ 200 h 243"/>
              <a:gd name="T14" fmla="*/ 138 w 246"/>
              <a:gd name="T15" fmla="*/ 188 h 243"/>
              <a:gd name="T16" fmla="*/ 165 w 246"/>
              <a:gd name="T17" fmla="*/ 136 h 243"/>
              <a:gd name="T18" fmla="*/ 237 w 246"/>
              <a:gd name="T19" fmla="*/ 64 h 243"/>
              <a:gd name="T20" fmla="*/ 236 w 246"/>
              <a:gd name="T21" fmla="*/ 122 h 243"/>
              <a:gd name="T22" fmla="*/ 155 w 246"/>
              <a:gd name="T23" fmla="*/ 204 h 243"/>
              <a:gd name="T24" fmla="*/ 1 w 246"/>
              <a:gd name="T25" fmla="*/ 243 h 243"/>
              <a:gd name="T26" fmla="*/ 0 w 246"/>
              <a:gd name="T27" fmla="*/ 242 h 243"/>
              <a:gd name="T28" fmla="*/ 39 w 246"/>
              <a:gd name="T29" fmla="*/ 89 h 243"/>
              <a:gd name="T30" fmla="*/ 126 w 246"/>
              <a:gd name="T31" fmla="*/ 97 h 243"/>
              <a:gd name="T32" fmla="*/ 204 w 246"/>
              <a:gd name="T33" fmla="*/ 19 h 243"/>
              <a:gd name="T34" fmla="*/ 215 w 246"/>
              <a:gd name="T35" fmla="*/ 28 h 243"/>
              <a:gd name="T36" fmla="*/ 224 w 246"/>
              <a:gd name="T37" fmla="*/ 40 h 243"/>
              <a:gd name="T38" fmla="*/ 146 w 246"/>
              <a:gd name="T39" fmla="*/ 118 h 243"/>
              <a:gd name="T40" fmla="*/ 106 w 246"/>
              <a:gd name="T41" fmla="*/ 138 h 243"/>
              <a:gd name="T42" fmla="*/ 105 w 246"/>
              <a:gd name="T43" fmla="*/ 138 h 243"/>
              <a:gd name="T44" fmla="*/ 126 w 246"/>
              <a:gd name="T45" fmla="*/ 97 h 2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246" h="243">
                <a:moveTo>
                  <a:pt x="39" y="89"/>
                </a:moveTo>
                <a:cubicBezTo>
                  <a:pt x="121" y="7"/>
                  <a:pt x="121" y="7"/>
                  <a:pt x="121" y="7"/>
                </a:cubicBezTo>
                <a:cubicBezTo>
                  <a:pt x="121" y="7"/>
                  <a:pt x="149" y="0"/>
                  <a:pt x="178" y="7"/>
                </a:cubicBezTo>
                <a:cubicBezTo>
                  <a:pt x="107" y="78"/>
                  <a:pt x="107" y="78"/>
                  <a:pt x="107" y="78"/>
                </a:cubicBezTo>
                <a:cubicBezTo>
                  <a:pt x="55" y="105"/>
                  <a:pt x="55" y="105"/>
                  <a:pt x="55" y="105"/>
                </a:cubicBezTo>
                <a:cubicBezTo>
                  <a:pt x="44" y="166"/>
                  <a:pt x="44" y="166"/>
                  <a:pt x="44" y="166"/>
                </a:cubicBezTo>
                <a:cubicBezTo>
                  <a:pt x="58" y="181"/>
                  <a:pt x="66" y="188"/>
                  <a:pt x="78" y="200"/>
                </a:cubicBezTo>
                <a:cubicBezTo>
                  <a:pt x="138" y="188"/>
                  <a:pt x="138" y="188"/>
                  <a:pt x="138" y="188"/>
                </a:cubicBezTo>
                <a:cubicBezTo>
                  <a:pt x="165" y="136"/>
                  <a:pt x="165" y="136"/>
                  <a:pt x="165" y="136"/>
                </a:cubicBezTo>
                <a:cubicBezTo>
                  <a:pt x="237" y="64"/>
                  <a:pt x="237" y="64"/>
                  <a:pt x="237" y="64"/>
                </a:cubicBezTo>
                <a:cubicBezTo>
                  <a:pt x="246" y="95"/>
                  <a:pt x="236" y="122"/>
                  <a:pt x="236" y="122"/>
                </a:cubicBezTo>
                <a:cubicBezTo>
                  <a:pt x="155" y="204"/>
                  <a:pt x="155" y="204"/>
                  <a:pt x="155" y="204"/>
                </a:cubicBezTo>
                <a:cubicBezTo>
                  <a:pt x="1" y="243"/>
                  <a:pt x="1" y="243"/>
                  <a:pt x="1" y="243"/>
                </a:cubicBezTo>
                <a:cubicBezTo>
                  <a:pt x="0" y="242"/>
                  <a:pt x="0" y="242"/>
                  <a:pt x="0" y="242"/>
                </a:cubicBezTo>
                <a:lnTo>
                  <a:pt x="39" y="89"/>
                </a:lnTo>
                <a:close/>
                <a:moveTo>
                  <a:pt x="126" y="97"/>
                </a:moveTo>
                <a:cubicBezTo>
                  <a:pt x="204" y="19"/>
                  <a:pt x="204" y="19"/>
                  <a:pt x="204" y="19"/>
                </a:cubicBezTo>
                <a:cubicBezTo>
                  <a:pt x="209" y="22"/>
                  <a:pt x="211" y="23"/>
                  <a:pt x="215" y="28"/>
                </a:cubicBezTo>
                <a:cubicBezTo>
                  <a:pt x="220" y="33"/>
                  <a:pt x="221" y="35"/>
                  <a:pt x="224" y="40"/>
                </a:cubicBezTo>
                <a:cubicBezTo>
                  <a:pt x="146" y="118"/>
                  <a:pt x="146" y="118"/>
                  <a:pt x="146" y="118"/>
                </a:cubicBezTo>
                <a:cubicBezTo>
                  <a:pt x="106" y="138"/>
                  <a:pt x="106" y="138"/>
                  <a:pt x="106" y="138"/>
                </a:cubicBezTo>
                <a:cubicBezTo>
                  <a:pt x="105" y="138"/>
                  <a:pt x="105" y="138"/>
                  <a:pt x="105" y="138"/>
                </a:cubicBezTo>
                <a:lnTo>
                  <a:pt x="126" y="9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8" name="Freeform 20"/>
          <p:cNvSpPr>
            <a:spLocks noEditPoints="1"/>
          </p:cNvSpPr>
          <p:nvPr/>
        </p:nvSpPr>
        <p:spPr bwMode="auto">
          <a:xfrm>
            <a:off x="6951368" y="1917871"/>
            <a:ext cx="328269" cy="328269"/>
          </a:xfrm>
          <a:custGeom>
            <a:avLst/>
            <a:gdLst>
              <a:gd name="T0" fmla="*/ 74 w 291"/>
              <a:gd name="T1" fmla="*/ 271 h 289"/>
              <a:gd name="T2" fmla="*/ 1 w 291"/>
              <a:gd name="T3" fmla="*/ 289 h 289"/>
              <a:gd name="T4" fmla="*/ 0 w 291"/>
              <a:gd name="T5" fmla="*/ 287 h 289"/>
              <a:gd name="T6" fmla="*/ 19 w 291"/>
              <a:gd name="T7" fmla="*/ 215 h 289"/>
              <a:gd name="T8" fmla="*/ 189 w 291"/>
              <a:gd name="T9" fmla="*/ 46 h 289"/>
              <a:gd name="T10" fmla="*/ 209 w 291"/>
              <a:gd name="T11" fmla="*/ 45 h 289"/>
              <a:gd name="T12" fmla="*/ 29 w 291"/>
              <a:gd name="T13" fmla="*/ 225 h 289"/>
              <a:gd name="T14" fmla="*/ 24 w 291"/>
              <a:gd name="T15" fmla="*/ 244 h 289"/>
              <a:gd name="T16" fmla="*/ 45 w 291"/>
              <a:gd name="T17" fmla="*/ 265 h 289"/>
              <a:gd name="T18" fmla="*/ 64 w 291"/>
              <a:gd name="T19" fmla="*/ 260 h 289"/>
              <a:gd name="T20" fmla="*/ 73 w 291"/>
              <a:gd name="T21" fmla="*/ 252 h 289"/>
              <a:gd name="T22" fmla="*/ 74 w 291"/>
              <a:gd name="T23" fmla="*/ 232 h 289"/>
              <a:gd name="T24" fmla="*/ 60 w 291"/>
              <a:gd name="T25" fmla="*/ 218 h 289"/>
              <a:gd name="T26" fmla="*/ 225 w 291"/>
              <a:gd name="T27" fmla="*/ 53 h 289"/>
              <a:gd name="T28" fmla="*/ 230 w 291"/>
              <a:gd name="T29" fmla="*/ 59 h 289"/>
              <a:gd name="T30" fmla="*/ 243 w 291"/>
              <a:gd name="T31" fmla="*/ 101 h 289"/>
              <a:gd name="T32" fmla="*/ 74 w 291"/>
              <a:gd name="T33" fmla="*/ 271 h 289"/>
              <a:gd name="T34" fmla="*/ 273 w 291"/>
              <a:gd name="T35" fmla="*/ 72 h 289"/>
              <a:gd name="T36" fmla="*/ 257 w 291"/>
              <a:gd name="T37" fmla="*/ 88 h 289"/>
              <a:gd name="T38" fmla="*/ 244 w 291"/>
              <a:gd name="T39" fmla="*/ 45 h 289"/>
              <a:gd name="T40" fmla="*/ 201 w 291"/>
              <a:gd name="T41" fmla="*/ 33 h 289"/>
              <a:gd name="T42" fmla="*/ 218 w 291"/>
              <a:gd name="T43" fmla="*/ 16 h 289"/>
              <a:gd name="T44" fmla="*/ 274 w 291"/>
              <a:gd name="T45" fmla="*/ 15 h 289"/>
              <a:gd name="T46" fmla="*/ 273 w 291"/>
              <a:gd name="T47" fmla="*/ 72 h 2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291" h="289">
                <a:moveTo>
                  <a:pt x="74" y="271"/>
                </a:moveTo>
                <a:cubicBezTo>
                  <a:pt x="1" y="289"/>
                  <a:pt x="1" y="289"/>
                  <a:pt x="1" y="289"/>
                </a:cubicBezTo>
                <a:cubicBezTo>
                  <a:pt x="0" y="287"/>
                  <a:pt x="0" y="287"/>
                  <a:pt x="0" y="287"/>
                </a:cubicBezTo>
                <a:cubicBezTo>
                  <a:pt x="19" y="215"/>
                  <a:pt x="19" y="215"/>
                  <a:pt x="19" y="215"/>
                </a:cubicBezTo>
                <a:cubicBezTo>
                  <a:pt x="189" y="46"/>
                  <a:pt x="189" y="46"/>
                  <a:pt x="189" y="46"/>
                </a:cubicBezTo>
                <a:cubicBezTo>
                  <a:pt x="192" y="45"/>
                  <a:pt x="199" y="43"/>
                  <a:pt x="209" y="45"/>
                </a:cubicBezTo>
                <a:cubicBezTo>
                  <a:pt x="29" y="225"/>
                  <a:pt x="29" y="225"/>
                  <a:pt x="29" y="225"/>
                </a:cubicBezTo>
                <a:cubicBezTo>
                  <a:pt x="24" y="244"/>
                  <a:pt x="24" y="244"/>
                  <a:pt x="24" y="244"/>
                </a:cubicBezTo>
                <a:cubicBezTo>
                  <a:pt x="45" y="265"/>
                  <a:pt x="45" y="265"/>
                  <a:pt x="45" y="265"/>
                </a:cubicBezTo>
                <a:cubicBezTo>
                  <a:pt x="64" y="260"/>
                  <a:pt x="64" y="260"/>
                  <a:pt x="64" y="260"/>
                </a:cubicBezTo>
                <a:cubicBezTo>
                  <a:pt x="73" y="252"/>
                  <a:pt x="73" y="252"/>
                  <a:pt x="73" y="252"/>
                </a:cubicBezTo>
                <a:cubicBezTo>
                  <a:pt x="74" y="232"/>
                  <a:pt x="74" y="232"/>
                  <a:pt x="74" y="232"/>
                </a:cubicBezTo>
                <a:cubicBezTo>
                  <a:pt x="60" y="218"/>
                  <a:pt x="60" y="218"/>
                  <a:pt x="60" y="218"/>
                </a:cubicBezTo>
                <a:cubicBezTo>
                  <a:pt x="225" y="53"/>
                  <a:pt x="225" y="53"/>
                  <a:pt x="225" y="53"/>
                </a:cubicBezTo>
                <a:cubicBezTo>
                  <a:pt x="227" y="56"/>
                  <a:pt x="227" y="56"/>
                  <a:pt x="230" y="59"/>
                </a:cubicBezTo>
                <a:cubicBezTo>
                  <a:pt x="255" y="83"/>
                  <a:pt x="243" y="101"/>
                  <a:pt x="243" y="101"/>
                </a:cubicBezTo>
                <a:lnTo>
                  <a:pt x="74" y="271"/>
                </a:lnTo>
                <a:close/>
                <a:moveTo>
                  <a:pt x="273" y="72"/>
                </a:moveTo>
                <a:cubicBezTo>
                  <a:pt x="257" y="88"/>
                  <a:pt x="257" y="88"/>
                  <a:pt x="257" y="88"/>
                </a:cubicBezTo>
                <a:cubicBezTo>
                  <a:pt x="257" y="88"/>
                  <a:pt x="269" y="69"/>
                  <a:pt x="244" y="45"/>
                </a:cubicBezTo>
                <a:cubicBezTo>
                  <a:pt x="222" y="23"/>
                  <a:pt x="201" y="33"/>
                  <a:pt x="201" y="33"/>
                </a:cubicBezTo>
                <a:cubicBezTo>
                  <a:pt x="218" y="16"/>
                  <a:pt x="218" y="16"/>
                  <a:pt x="218" y="16"/>
                </a:cubicBezTo>
                <a:cubicBezTo>
                  <a:pt x="233" y="0"/>
                  <a:pt x="259" y="0"/>
                  <a:pt x="274" y="15"/>
                </a:cubicBezTo>
                <a:cubicBezTo>
                  <a:pt x="291" y="31"/>
                  <a:pt x="289" y="56"/>
                  <a:pt x="273" y="7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9" name="Freeform 21"/>
          <p:cNvSpPr>
            <a:spLocks noEditPoints="1"/>
          </p:cNvSpPr>
          <p:nvPr/>
        </p:nvSpPr>
        <p:spPr bwMode="auto">
          <a:xfrm>
            <a:off x="7463468" y="1959451"/>
            <a:ext cx="343589" cy="306384"/>
          </a:xfrm>
          <a:custGeom>
            <a:avLst/>
            <a:gdLst>
              <a:gd name="T0" fmla="*/ 304 w 304"/>
              <a:gd name="T1" fmla="*/ 28 h 270"/>
              <a:gd name="T2" fmla="*/ 304 w 304"/>
              <a:gd name="T3" fmla="*/ 35 h 270"/>
              <a:gd name="T4" fmla="*/ 259 w 304"/>
              <a:gd name="T5" fmla="*/ 64 h 270"/>
              <a:gd name="T6" fmla="*/ 240 w 304"/>
              <a:gd name="T7" fmla="*/ 104 h 270"/>
              <a:gd name="T8" fmla="*/ 223 w 304"/>
              <a:gd name="T9" fmla="*/ 191 h 270"/>
              <a:gd name="T10" fmla="*/ 134 w 304"/>
              <a:gd name="T11" fmla="*/ 219 h 270"/>
              <a:gd name="T12" fmla="*/ 127 w 304"/>
              <a:gd name="T13" fmla="*/ 222 h 270"/>
              <a:gd name="T14" fmla="*/ 109 w 304"/>
              <a:gd name="T15" fmla="*/ 268 h 270"/>
              <a:gd name="T16" fmla="*/ 93 w 304"/>
              <a:gd name="T17" fmla="*/ 238 h 270"/>
              <a:gd name="T18" fmla="*/ 50 w 304"/>
              <a:gd name="T19" fmla="*/ 240 h 270"/>
              <a:gd name="T20" fmla="*/ 76 w 304"/>
              <a:gd name="T21" fmla="*/ 203 h 270"/>
              <a:gd name="T22" fmla="*/ 0 w 304"/>
              <a:gd name="T23" fmla="*/ 156 h 270"/>
              <a:gd name="T24" fmla="*/ 50 w 304"/>
              <a:gd name="T25" fmla="*/ 160 h 270"/>
              <a:gd name="T26" fmla="*/ 102 w 304"/>
              <a:gd name="T27" fmla="*/ 105 h 270"/>
              <a:gd name="T28" fmla="*/ 142 w 304"/>
              <a:gd name="T29" fmla="*/ 62 h 270"/>
              <a:gd name="T30" fmla="*/ 203 w 304"/>
              <a:gd name="T31" fmla="*/ 0 h 270"/>
              <a:gd name="T32" fmla="*/ 246 w 304"/>
              <a:gd name="T33" fmla="*/ 28 h 270"/>
              <a:gd name="T34" fmla="*/ 304 w 304"/>
              <a:gd name="T35" fmla="*/ 28 h 270"/>
              <a:gd name="T36" fmla="*/ 209 w 304"/>
              <a:gd name="T37" fmla="*/ 63 h 270"/>
              <a:gd name="T38" fmla="*/ 226 w 304"/>
              <a:gd name="T39" fmla="*/ 46 h 270"/>
              <a:gd name="T40" fmla="*/ 209 w 304"/>
              <a:gd name="T41" fmla="*/ 29 h 270"/>
              <a:gd name="T42" fmla="*/ 192 w 304"/>
              <a:gd name="T43" fmla="*/ 46 h 270"/>
              <a:gd name="T44" fmla="*/ 209 w 304"/>
              <a:gd name="T45" fmla="*/ 63 h 2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304" h="270">
                <a:moveTo>
                  <a:pt x="304" y="28"/>
                </a:moveTo>
                <a:cubicBezTo>
                  <a:pt x="304" y="35"/>
                  <a:pt x="304" y="35"/>
                  <a:pt x="304" y="35"/>
                </a:cubicBezTo>
                <a:cubicBezTo>
                  <a:pt x="259" y="64"/>
                  <a:pt x="259" y="64"/>
                  <a:pt x="259" y="64"/>
                </a:cubicBezTo>
                <a:cubicBezTo>
                  <a:pt x="262" y="92"/>
                  <a:pt x="240" y="104"/>
                  <a:pt x="240" y="104"/>
                </a:cubicBezTo>
                <a:cubicBezTo>
                  <a:pt x="240" y="104"/>
                  <a:pt x="257" y="152"/>
                  <a:pt x="223" y="191"/>
                </a:cubicBezTo>
                <a:cubicBezTo>
                  <a:pt x="184" y="237"/>
                  <a:pt x="141" y="221"/>
                  <a:pt x="134" y="219"/>
                </a:cubicBezTo>
                <a:cubicBezTo>
                  <a:pt x="127" y="217"/>
                  <a:pt x="127" y="222"/>
                  <a:pt x="127" y="222"/>
                </a:cubicBezTo>
                <a:cubicBezTo>
                  <a:pt x="135" y="255"/>
                  <a:pt x="127" y="266"/>
                  <a:pt x="109" y="268"/>
                </a:cubicBezTo>
                <a:cubicBezTo>
                  <a:pt x="89" y="270"/>
                  <a:pt x="93" y="238"/>
                  <a:pt x="93" y="238"/>
                </a:cubicBezTo>
                <a:cubicBezTo>
                  <a:pt x="59" y="268"/>
                  <a:pt x="47" y="251"/>
                  <a:pt x="50" y="240"/>
                </a:cubicBezTo>
                <a:cubicBezTo>
                  <a:pt x="54" y="223"/>
                  <a:pt x="76" y="203"/>
                  <a:pt x="76" y="203"/>
                </a:cubicBezTo>
                <a:cubicBezTo>
                  <a:pt x="13" y="203"/>
                  <a:pt x="0" y="156"/>
                  <a:pt x="0" y="156"/>
                </a:cubicBezTo>
                <a:cubicBezTo>
                  <a:pt x="0" y="156"/>
                  <a:pt x="30" y="164"/>
                  <a:pt x="50" y="160"/>
                </a:cubicBezTo>
                <a:cubicBezTo>
                  <a:pt x="72" y="156"/>
                  <a:pt x="94" y="139"/>
                  <a:pt x="102" y="105"/>
                </a:cubicBezTo>
                <a:cubicBezTo>
                  <a:pt x="109" y="75"/>
                  <a:pt x="142" y="62"/>
                  <a:pt x="142" y="62"/>
                </a:cubicBezTo>
                <a:cubicBezTo>
                  <a:pt x="142" y="15"/>
                  <a:pt x="180" y="0"/>
                  <a:pt x="203" y="0"/>
                </a:cubicBezTo>
                <a:cubicBezTo>
                  <a:pt x="239" y="0"/>
                  <a:pt x="246" y="28"/>
                  <a:pt x="246" y="28"/>
                </a:cubicBezTo>
                <a:lnTo>
                  <a:pt x="304" y="28"/>
                </a:lnTo>
                <a:close/>
                <a:moveTo>
                  <a:pt x="209" y="63"/>
                </a:moveTo>
                <a:cubicBezTo>
                  <a:pt x="219" y="63"/>
                  <a:pt x="226" y="56"/>
                  <a:pt x="226" y="46"/>
                </a:cubicBezTo>
                <a:cubicBezTo>
                  <a:pt x="226" y="37"/>
                  <a:pt x="219" y="29"/>
                  <a:pt x="209" y="29"/>
                </a:cubicBezTo>
                <a:cubicBezTo>
                  <a:pt x="200" y="29"/>
                  <a:pt x="192" y="37"/>
                  <a:pt x="192" y="46"/>
                </a:cubicBezTo>
                <a:cubicBezTo>
                  <a:pt x="192" y="56"/>
                  <a:pt x="200" y="63"/>
                  <a:pt x="209" y="6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0" name="Freeform 22"/>
          <p:cNvSpPr>
            <a:spLocks noEditPoints="1"/>
          </p:cNvSpPr>
          <p:nvPr/>
        </p:nvSpPr>
        <p:spPr bwMode="auto">
          <a:xfrm>
            <a:off x="7977756" y="1926625"/>
            <a:ext cx="321704" cy="321704"/>
          </a:xfrm>
          <a:custGeom>
            <a:avLst/>
            <a:gdLst>
              <a:gd name="T0" fmla="*/ 40 w 284"/>
              <a:gd name="T1" fmla="*/ 41 h 284"/>
              <a:gd name="T2" fmla="*/ 187 w 284"/>
              <a:gd name="T3" fmla="*/ 41 h 284"/>
              <a:gd name="T4" fmla="*/ 192 w 284"/>
              <a:gd name="T5" fmla="*/ 182 h 284"/>
              <a:gd name="T6" fmla="*/ 231 w 284"/>
              <a:gd name="T7" fmla="*/ 195 h 284"/>
              <a:gd name="T8" fmla="*/ 276 w 284"/>
              <a:gd name="T9" fmla="*/ 240 h 284"/>
              <a:gd name="T10" fmla="*/ 273 w 284"/>
              <a:gd name="T11" fmla="*/ 274 h 284"/>
              <a:gd name="T12" fmla="*/ 240 w 284"/>
              <a:gd name="T13" fmla="*/ 277 h 284"/>
              <a:gd name="T14" fmla="*/ 195 w 284"/>
              <a:gd name="T15" fmla="*/ 232 h 284"/>
              <a:gd name="T16" fmla="*/ 181 w 284"/>
              <a:gd name="T17" fmla="*/ 193 h 284"/>
              <a:gd name="T18" fmla="*/ 40 w 284"/>
              <a:gd name="T19" fmla="*/ 188 h 284"/>
              <a:gd name="T20" fmla="*/ 40 w 284"/>
              <a:gd name="T21" fmla="*/ 41 h 284"/>
              <a:gd name="T22" fmla="*/ 167 w 284"/>
              <a:gd name="T23" fmla="*/ 60 h 284"/>
              <a:gd name="T24" fmla="*/ 59 w 284"/>
              <a:gd name="T25" fmla="*/ 60 h 284"/>
              <a:gd name="T26" fmla="*/ 59 w 284"/>
              <a:gd name="T27" fmla="*/ 168 h 284"/>
              <a:gd name="T28" fmla="*/ 167 w 284"/>
              <a:gd name="T29" fmla="*/ 168 h 284"/>
              <a:gd name="T30" fmla="*/ 167 w 284"/>
              <a:gd name="T31" fmla="*/ 60 h 284"/>
              <a:gd name="T32" fmla="*/ 102 w 284"/>
              <a:gd name="T33" fmla="*/ 102 h 284"/>
              <a:gd name="T34" fmla="*/ 102 w 284"/>
              <a:gd name="T35" fmla="*/ 67 h 284"/>
              <a:gd name="T36" fmla="*/ 125 w 284"/>
              <a:gd name="T37" fmla="*/ 67 h 284"/>
              <a:gd name="T38" fmla="*/ 125 w 284"/>
              <a:gd name="T39" fmla="*/ 102 h 284"/>
              <a:gd name="T40" fmla="*/ 159 w 284"/>
              <a:gd name="T41" fmla="*/ 102 h 284"/>
              <a:gd name="T42" fmla="*/ 159 w 284"/>
              <a:gd name="T43" fmla="*/ 124 h 284"/>
              <a:gd name="T44" fmla="*/ 125 w 284"/>
              <a:gd name="T45" fmla="*/ 124 h 284"/>
              <a:gd name="T46" fmla="*/ 125 w 284"/>
              <a:gd name="T47" fmla="*/ 159 h 284"/>
              <a:gd name="T48" fmla="*/ 102 w 284"/>
              <a:gd name="T49" fmla="*/ 159 h 284"/>
              <a:gd name="T50" fmla="*/ 102 w 284"/>
              <a:gd name="T51" fmla="*/ 124 h 284"/>
              <a:gd name="T52" fmla="*/ 67 w 284"/>
              <a:gd name="T53" fmla="*/ 124 h 284"/>
              <a:gd name="T54" fmla="*/ 67 w 284"/>
              <a:gd name="T55" fmla="*/ 102 h 284"/>
              <a:gd name="T56" fmla="*/ 102 w 284"/>
              <a:gd name="T57" fmla="*/ 102 h 2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284" h="284">
                <a:moveTo>
                  <a:pt x="40" y="41"/>
                </a:moveTo>
                <a:cubicBezTo>
                  <a:pt x="81" y="0"/>
                  <a:pt x="146" y="0"/>
                  <a:pt x="187" y="41"/>
                </a:cubicBezTo>
                <a:cubicBezTo>
                  <a:pt x="225" y="79"/>
                  <a:pt x="224" y="144"/>
                  <a:pt x="192" y="182"/>
                </a:cubicBezTo>
                <a:cubicBezTo>
                  <a:pt x="231" y="195"/>
                  <a:pt x="231" y="195"/>
                  <a:pt x="231" y="195"/>
                </a:cubicBezTo>
                <a:cubicBezTo>
                  <a:pt x="276" y="240"/>
                  <a:pt x="276" y="240"/>
                  <a:pt x="276" y="240"/>
                </a:cubicBezTo>
                <a:cubicBezTo>
                  <a:pt x="284" y="250"/>
                  <a:pt x="283" y="265"/>
                  <a:pt x="273" y="274"/>
                </a:cubicBezTo>
                <a:cubicBezTo>
                  <a:pt x="264" y="283"/>
                  <a:pt x="250" y="284"/>
                  <a:pt x="240" y="277"/>
                </a:cubicBezTo>
                <a:cubicBezTo>
                  <a:pt x="195" y="232"/>
                  <a:pt x="195" y="232"/>
                  <a:pt x="195" y="232"/>
                </a:cubicBezTo>
                <a:cubicBezTo>
                  <a:pt x="181" y="193"/>
                  <a:pt x="181" y="193"/>
                  <a:pt x="181" y="193"/>
                </a:cubicBezTo>
                <a:cubicBezTo>
                  <a:pt x="143" y="225"/>
                  <a:pt x="78" y="226"/>
                  <a:pt x="40" y="188"/>
                </a:cubicBezTo>
                <a:cubicBezTo>
                  <a:pt x="0" y="147"/>
                  <a:pt x="0" y="81"/>
                  <a:pt x="40" y="41"/>
                </a:cubicBezTo>
                <a:close/>
                <a:moveTo>
                  <a:pt x="167" y="60"/>
                </a:moveTo>
                <a:cubicBezTo>
                  <a:pt x="138" y="30"/>
                  <a:pt x="89" y="30"/>
                  <a:pt x="59" y="60"/>
                </a:cubicBezTo>
                <a:cubicBezTo>
                  <a:pt x="29" y="90"/>
                  <a:pt x="29" y="138"/>
                  <a:pt x="59" y="168"/>
                </a:cubicBezTo>
                <a:cubicBezTo>
                  <a:pt x="89" y="198"/>
                  <a:pt x="138" y="198"/>
                  <a:pt x="167" y="168"/>
                </a:cubicBezTo>
                <a:cubicBezTo>
                  <a:pt x="197" y="138"/>
                  <a:pt x="197" y="90"/>
                  <a:pt x="167" y="60"/>
                </a:cubicBezTo>
                <a:close/>
                <a:moveTo>
                  <a:pt x="102" y="102"/>
                </a:moveTo>
                <a:cubicBezTo>
                  <a:pt x="102" y="67"/>
                  <a:pt x="102" y="67"/>
                  <a:pt x="102" y="67"/>
                </a:cubicBezTo>
                <a:cubicBezTo>
                  <a:pt x="125" y="67"/>
                  <a:pt x="125" y="67"/>
                  <a:pt x="125" y="67"/>
                </a:cubicBezTo>
                <a:cubicBezTo>
                  <a:pt x="125" y="102"/>
                  <a:pt x="125" y="102"/>
                  <a:pt x="125" y="102"/>
                </a:cubicBezTo>
                <a:cubicBezTo>
                  <a:pt x="159" y="102"/>
                  <a:pt x="159" y="102"/>
                  <a:pt x="159" y="102"/>
                </a:cubicBezTo>
                <a:cubicBezTo>
                  <a:pt x="159" y="124"/>
                  <a:pt x="159" y="124"/>
                  <a:pt x="159" y="124"/>
                </a:cubicBezTo>
                <a:cubicBezTo>
                  <a:pt x="125" y="124"/>
                  <a:pt x="125" y="124"/>
                  <a:pt x="125" y="124"/>
                </a:cubicBezTo>
                <a:cubicBezTo>
                  <a:pt x="125" y="159"/>
                  <a:pt x="125" y="159"/>
                  <a:pt x="125" y="159"/>
                </a:cubicBezTo>
                <a:cubicBezTo>
                  <a:pt x="102" y="159"/>
                  <a:pt x="102" y="159"/>
                  <a:pt x="102" y="159"/>
                </a:cubicBezTo>
                <a:cubicBezTo>
                  <a:pt x="102" y="124"/>
                  <a:pt x="102" y="124"/>
                  <a:pt x="102" y="124"/>
                </a:cubicBezTo>
                <a:cubicBezTo>
                  <a:pt x="67" y="124"/>
                  <a:pt x="67" y="124"/>
                  <a:pt x="67" y="124"/>
                </a:cubicBezTo>
                <a:cubicBezTo>
                  <a:pt x="67" y="102"/>
                  <a:pt x="67" y="102"/>
                  <a:pt x="67" y="102"/>
                </a:cubicBezTo>
                <a:lnTo>
                  <a:pt x="102" y="10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1" name="Freeform 23"/>
          <p:cNvSpPr>
            <a:spLocks noEditPoints="1"/>
          </p:cNvSpPr>
          <p:nvPr/>
        </p:nvSpPr>
        <p:spPr bwMode="auto">
          <a:xfrm>
            <a:off x="8489857" y="1990090"/>
            <a:ext cx="251673" cy="249484"/>
          </a:xfrm>
          <a:custGeom>
            <a:avLst/>
            <a:gdLst>
              <a:gd name="T0" fmla="*/ 32 w 115"/>
              <a:gd name="T1" fmla="*/ 20 h 114"/>
              <a:gd name="T2" fmla="*/ 45 w 115"/>
              <a:gd name="T3" fmla="*/ 7 h 114"/>
              <a:gd name="T4" fmla="*/ 45 w 115"/>
              <a:gd name="T5" fmla="*/ 45 h 114"/>
              <a:gd name="T6" fmla="*/ 8 w 115"/>
              <a:gd name="T7" fmla="*/ 45 h 114"/>
              <a:gd name="T8" fmla="*/ 21 w 115"/>
              <a:gd name="T9" fmla="*/ 32 h 114"/>
              <a:gd name="T10" fmla="*/ 0 w 115"/>
              <a:gd name="T11" fmla="*/ 12 h 114"/>
              <a:gd name="T12" fmla="*/ 12 w 115"/>
              <a:gd name="T13" fmla="*/ 0 h 114"/>
              <a:gd name="T14" fmla="*/ 32 w 115"/>
              <a:gd name="T15" fmla="*/ 20 h 114"/>
              <a:gd name="T16" fmla="*/ 0 w 115"/>
              <a:gd name="T17" fmla="*/ 103 h 114"/>
              <a:gd name="T18" fmla="*/ 21 w 115"/>
              <a:gd name="T19" fmla="*/ 82 h 114"/>
              <a:gd name="T20" fmla="*/ 8 w 115"/>
              <a:gd name="T21" fmla="*/ 70 h 114"/>
              <a:gd name="T22" fmla="*/ 45 w 115"/>
              <a:gd name="T23" fmla="*/ 70 h 114"/>
              <a:gd name="T24" fmla="*/ 45 w 115"/>
              <a:gd name="T25" fmla="*/ 107 h 114"/>
              <a:gd name="T26" fmla="*/ 32 w 115"/>
              <a:gd name="T27" fmla="*/ 94 h 114"/>
              <a:gd name="T28" fmla="*/ 12 w 115"/>
              <a:gd name="T29" fmla="*/ 114 h 114"/>
              <a:gd name="T30" fmla="*/ 0 w 115"/>
              <a:gd name="T31" fmla="*/ 103 h 114"/>
              <a:gd name="T32" fmla="*/ 115 w 115"/>
              <a:gd name="T33" fmla="*/ 12 h 114"/>
              <a:gd name="T34" fmla="*/ 94 w 115"/>
              <a:gd name="T35" fmla="*/ 32 h 114"/>
              <a:gd name="T36" fmla="*/ 107 w 115"/>
              <a:gd name="T37" fmla="*/ 45 h 114"/>
              <a:gd name="T38" fmla="*/ 70 w 115"/>
              <a:gd name="T39" fmla="*/ 45 h 114"/>
              <a:gd name="T40" fmla="*/ 70 w 115"/>
              <a:gd name="T41" fmla="*/ 7 h 114"/>
              <a:gd name="T42" fmla="*/ 83 w 115"/>
              <a:gd name="T43" fmla="*/ 20 h 114"/>
              <a:gd name="T44" fmla="*/ 103 w 115"/>
              <a:gd name="T45" fmla="*/ 0 h 114"/>
              <a:gd name="T46" fmla="*/ 115 w 115"/>
              <a:gd name="T47" fmla="*/ 12 h 114"/>
              <a:gd name="T48" fmla="*/ 70 w 115"/>
              <a:gd name="T49" fmla="*/ 107 h 114"/>
              <a:gd name="T50" fmla="*/ 70 w 115"/>
              <a:gd name="T51" fmla="*/ 70 h 114"/>
              <a:gd name="T52" fmla="*/ 107 w 115"/>
              <a:gd name="T53" fmla="*/ 70 h 114"/>
              <a:gd name="T54" fmla="*/ 94 w 115"/>
              <a:gd name="T55" fmla="*/ 82 h 114"/>
              <a:gd name="T56" fmla="*/ 115 w 115"/>
              <a:gd name="T57" fmla="*/ 103 h 114"/>
              <a:gd name="T58" fmla="*/ 103 w 115"/>
              <a:gd name="T59" fmla="*/ 114 h 114"/>
              <a:gd name="T60" fmla="*/ 83 w 115"/>
              <a:gd name="T61" fmla="*/ 94 h 114"/>
              <a:gd name="T62" fmla="*/ 70 w 115"/>
              <a:gd name="T63" fmla="*/ 107 h 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15" h="114">
                <a:moveTo>
                  <a:pt x="32" y="20"/>
                </a:moveTo>
                <a:lnTo>
                  <a:pt x="45" y="7"/>
                </a:lnTo>
                <a:lnTo>
                  <a:pt x="45" y="45"/>
                </a:lnTo>
                <a:lnTo>
                  <a:pt x="8" y="45"/>
                </a:lnTo>
                <a:lnTo>
                  <a:pt x="21" y="32"/>
                </a:lnTo>
                <a:lnTo>
                  <a:pt x="0" y="12"/>
                </a:lnTo>
                <a:lnTo>
                  <a:pt x="12" y="0"/>
                </a:lnTo>
                <a:lnTo>
                  <a:pt x="32" y="20"/>
                </a:lnTo>
                <a:close/>
                <a:moveTo>
                  <a:pt x="0" y="103"/>
                </a:moveTo>
                <a:lnTo>
                  <a:pt x="21" y="82"/>
                </a:lnTo>
                <a:lnTo>
                  <a:pt x="8" y="70"/>
                </a:lnTo>
                <a:lnTo>
                  <a:pt x="45" y="70"/>
                </a:lnTo>
                <a:lnTo>
                  <a:pt x="45" y="107"/>
                </a:lnTo>
                <a:lnTo>
                  <a:pt x="32" y="94"/>
                </a:lnTo>
                <a:lnTo>
                  <a:pt x="12" y="114"/>
                </a:lnTo>
                <a:lnTo>
                  <a:pt x="0" y="103"/>
                </a:lnTo>
                <a:close/>
                <a:moveTo>
                  <a:pt x="115" y="12"/>
                </a:moveTo>
                <a:lnTo>
                  <a:pt x="94" y="32"/>
                </a:lnTo>
                <a:lnTo>
                  <a:pt x="107" y="45"/>
                </a:lnTo>
                <a:lnTo>
                  <a:pt x="70" y="45"/>
                </a:lnTo>
                <a:lnTo>
                  <a:pt x="70" y="7"/>
                </a:lnTo>
                <a:lnTo>
                  <a:pt x="83" y="20"/>
                </a:lnTo>
                <a:lnTo>
                  <a:pt x="103" y="0"/>
                </a:lnTo>
                <a:lnTo>
                  <a:pt x="115" y="12"/>
                </a:lnTo>
                <a:close/>
                <a:moveTo>
                  <a:pt x="70" y="107"/>
                </a:moveTo>
                <a:lnTo>
                  <a:pt x="70" y="70"/>
                </a:lnTo>
                <a:lnTo>
                  <a:pt x="107" y="70"/>
                </a:lnTo>
                <a:lnTo>
                  <a:pt x="94" y="82"/>
                </a:lnTo>
                <a:lnTo>
                  <a:pt x="115" y="103"/>
                </a:lnTo>
                <a:lnTo>
                  <a:pt x="103" y="114"/>
                </a:lnTo>
                <a:lnTo>
                  <a:pt x="83" y="94"/>
                </a:lnTo>
                <a:lnTo>
                  <a:pt x="70" y="10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2" name="Freeform 24"/>
          <p:cNvSpPr>
            <a:spLocks noEditPoints="1"/>
          </p:cNvSpPr>
          <p:nvPr/>
        </p:nvSpPr>
        <p:spPr bwMode="auto">
          <a:xfrm>
            <a:off x="8920985" y="1909118"/>
            <a:ext cx="339212" cy="334836"/>
          </a:xfrm>
          <a:custGeom>
            <a:avLst/>
            <a:gdLst>
              <a:gd name="T0" fmla="*/ 281 w 300"/>
              <a:gd name="T1" fmla="*/ 40 h 296"/>
              <a:gd name="T2" fmla="*/ 300 w 300"/>
              <a:gd name="T3" fmla="*/ 57 h 296"/>
              <a:gd name="T4" fmla="*/ 300 w 300"/>
              <a:gd name="T5" fmla="*/ 137 h 296"/>
              <a:gd name="T6" fmla="*/ 284 w 300"/>
              <a:gd name="T7" fmla="*/ 155 h 296"/>
              <a:gd name="T8" fmla="*/ 110 w 300"/>
              <a:gd name="T9" fmla="*/ 174 h 296"/>
              <a:gd name="T10" fmla="*/ 110 w 300"/>
              <a:gd name="T11" fmla="*/ 194 h 296"/>
              <a:gd name="T12" fmla="*/ 275 w 300"/>
              <a:gd name="T13" fmla="*/ 194 h 296"/>
              <a:gd name="T14" fmla="*/ 275 w 300"/>
              <a:gd name="T15" fmla="*/ 222 h 296"/>
              <a:gd name="T16" fmla="*/ 107 w 300"/>
              <a:gd name="T17" fmla="*/ 222 h 296"/>
              <a:gd name="T18" fmla="*/ 85 w 300"/>
              <a:gd name="T19" fmla="*/ 159 h 296"/>
              <a:gd name="T20" fmla="*/ 100 w 300"/>
              <a:gd name="T21" fmla="*/ 147 h 296"/>
              <a:gd name="T22" fmla="*/ 46 w 300"/>
              <a:gd name="T23" fmla="*/ 31 h 296"/>
              <a:gd name="T24" fmla="*/ 20 w 300"/>
              <a:gd name="T25" fmla="*/ 31 h 296"/>
              <a:gd name="T26" fmla="*/ 20 w 300"/>
              <a:gd name="T27" fmla="*/ 0 h 296"/>
              <a:gd name="T28" fmla="*/ 51 w 300"/>
              <a:gd name="T29" fmla="*/ 0 h 296"/>
              <a:gd name="T30" fmla="*/ 75 w 300"/>
              <a:gd name="T31" fmla="*/ 18 h 296"/>
              <a:gd name="T32" fmla="*/ 86 w 300"/>
              <a:gd name="T33" fmla="*/ 40 h 296"/>
              <a:gd name="T34" fmla="*/ 281 w 300"/>
              <a:gd name="T35" fmla="*/ 40 h 296"/>
              <a:gd name="T36" fmla="*/ 95 w 300"/>
              <a:gd name="T37" fmla="*/ 270 h 296"/>
              <a:gd name="T38" fmla="*/ 68 w 300"/>
              <a:gd name="T39" fmla="*/ 296 h 296"/>
              <a:gd name="T40" fmla="*/ 41 w 300"/>
              <a:gd name="T41" fmla="*/ 270 h 296"/>
              <a:gd name="T42" fmla="*/ 68 w 300"/>
              <a:gd name="T43" fmla="*/ 243 h 296"/>
              <a:gd name="T44" fmla="*/ 95 w 300"/>
              <a:gd name="T45" fmla="*/ 270 h 296"/>
              <a:gd name="T46" fmla="*/ 110 w 300"/>
              <a:gd name="T47" fmla="*/ 93 h 296"/>
              <a:gd name="T48" fmla="*/ 154 w 300"/>
              <a:gd name="T49" fmla="*/ 93 h 296"/>
              <a:gd name="T50" fmla="*/ 144 w 300"/>
              <a:gd name="T51" fmla="*/ 64 h 296"/>
              <a:gd name="T52" fmla="*/ 97 w 300"/>
              <a:gd name="T53" fmla="*/ 64 h 296"/>
              <a:gd name="T54" fmla="*/ 110 w 300"/>
              <a:gd name="T55" fmla="*/ 93 h 296"/>
              <a:gd name="T56" fmla="*/ 169 w 300"/>
              <a:gd name="T57" fmla="*/ 143 h 296"/>
              <a:gd name="T58" fmla="*/ 158 w 300"/>
              <a:gd name="T59" fmla="*/ 109 h 296"/>
              <a:gd name="T60" fmla="*/ 117 w 300"/>
              <a:gd name="T61" fmla="*/ 109 h 296"/>
              <a:gd name="T62" fmla="*/ 135 w 300"/>
              <a:gd name="T63" fmla="*/ 147 h 296"/>
              <a:gd name="T64" fmla="*/ 169 w 300"/>
              <a:gd name="T65" fmla="*/ 143 h 296"/>
              <a:gd name="T66" fmla="*/ 160 w 300"/>
              <a:gd name="T67" fmla="*/ 64 h 296"/>
              <a:gd name="T68" fmla="*/ 169 w 300"/>
              <a:gd name="T69" fmla="*/ 93 h 296"/>
              <a:gd name="T70" fmla="*/ 212 w 300"/>
              <a:gd name="T71" fmla="*/ 93 h 296"/>
              <a:gd name="T72" fmla="*/ 205 w 300"/>
              <a:gd name="T73" fmla="*/ 64 h 296"/>
              <a:gd name="T74" fmla="*/ 160 w 300"/>
              <a:gd name="T75" fmla="*/ 64 h 296"/>
              <a:gd name="T76" fmla="*/ 223 w 300"/>
              <a:gd name="T77" fmla="*/ 138 h 296"/>
              <a:gd name="T78" fmla="*/ 214 w 300"/>
              <a:gd name="T79" fmla="*/ 109 h 296"/>
              <a:gd name="T80" fmla="*/ 173 w 300"/>
              <a:gd name="T81" fmla="*/ 109 h 296"/>
              <a:gd name="T82" fmla="*/ 184 w 300"/>
              <a:gd name="T83" fmla="*/ 142 h 296"/>
              <a:gd name="T84" fmla="*/ 223 w 300"/>
              <a:gd name="T85" fmla="*/ 138 h 296"/>
              <a:gd name="T86" fmla="*/ 276 w 300"/>
              <a:gd name="T87" fmla="*/ 64 h 296"/>
              <a:gd name="T88" fmla="*/ 220 w 300"/>
              <a:gd name="T89" fmla="*/ 64 h 296"/>
              <a:gd name="T90" fmla="*/ 227 w 300"/>
              <a:gd name="T91" fmla="*/ 93 h 296"/>
              <a:gd name="T92" fmla="*/ 276 w 300"/>
              <a:gd name="T93" fmla="*/ 93 h 296"/>
              <a:gd name="T94" fmla="*/ 276 w 300"/>
              <a:gd name="T95" fmla="*/ 64 h 296"/>
              <a:gd name="T96" fmla="*/ 277 w 300"/>
              <a:gd name="T97" fmla="*/ 270 h 296"/>
              <a:gd name="T98" fmla="*/ 250 w 300"/>
              <a:gd name="T99" fmla="*/ 296 h 296"/>
              <a:gd name="T100" fmla="*/ 223 w 300"/>
              <a:gd name="T101" fmla="*/ 270 h 296"/>
              <a:gd name="T102" fmla="*/ 250 w 300"/>
              <a:gd name="T103" fmla="*/ 243 h 296"/>
              <a:gd name="T104" fmla="*/ 277 w 300"/>
              <a:gd name="T105" fmla="*/ 270 h 296"/>
              <a:gd name="T106" fmla="*/ 276 w 300"/>
              <a:gd name="T107" fmla="*/ 109 h 296"/>
              <a:gd name="T108" fmla="*/ 230 w 300"/>
              <a:gd name="T109" fmla="*/ 109 h 296"/>
              <a:gd name="T110" fmla="*/ 237 w 300"/>
              <a:gd name="T111" fmla="*/ 136 h 296"/>
              <a:gd name="T112" fmla="*/ 276 w 300"/>
              <a:gd name="T113" fmla="*/ 132 h 296"/>
              <a:gd name="T114" fmla="*/ 276 w 300"/>
              <a:gd name="T115" fmla="*/ 109 h 2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300" h="296">
                <a:moveTo>
                  <a:pt x="281" y="40"/>
                </a:moveTo>
                <a:cubicBezTo>
                  <a:pt x="294" y="40"/>
                  <a:pt x="300" y="47"/>
                  <a:pt x="300" y="57"/>
                </a:cubicBezTo>
                <a:cubicBezTo>
                  <a:pt x="300" y="137"/>
                  <a:pt x="300" y="137"/>
                  <a:pt x="300" y="137"/>
                </a:cubicBezTo>
                <a:cubicBezTo>
                  <a:pt x="300" y="146"/>
                  <a:pt x="293" y="154"/>
                  <a:pt x="284" y="155"/>
                </a:cubicBezTo>
                <a:cubicBezTo>
                  <a:pt x="110" y="174"/>
                  <a:pt x="110" y="174"/>
                  <a:pt x="110" y="174"/>
                </a:cubicBezTo>
                <a:cubicBezTo>
                  <a:pt x="95" y="176"/>
                  <a:pt x="94" y="194"/>
                  <a:pt x="110" y="194"/>
                </a:cubicBezTo>
                <a:cubicBezTo>
                  <a:pt x="275" y="194"/>
                  <a:pt x="275" y="194"/>
                  <a:pt x="275" y="194"/>
                </a:cubicBezTo>
                <a:cubicBezTo>
                  <a:pt x="294" y="194"/>
                  <a:pt x="294" y="222"/>
                  <a:pt x="275" y="222"/>
                </a:cubicBezTo>
                <a:cubicBezTo>
                  <a:pt x="107" y="222"/>
                  <a:pt x="107" y="222"/>
                  <a:pt x="107" y="222"/>
                </a:cubicBezTo>
                <a:cubicBezTo>
                  <a:pt x="69" y="222"/>
                  <a:pt x="55" y="180"/>
                  <a:pt x="85" y="159"/>
                </a:cubicBezTo>
                <a:cubicBezTo>
                  <a:pt x="100" y="147"/>
                  <a:pt x="100" y="147"/>
                  <a:pt x="100" y="147"/>
                </a:cubicBezTo>
                <a:cubicBezTo>
                  <a:pt x="46" y="31"/>
                  <a:pt x="46" y="31"/>
                  <a:pt x="46" y="31"/>
                </a:cubicBezTo>
                <a:cubicBezTo>
                  <a:pt x="20" y="31"/>
                  <a:pt x="20" y="31"/>
                  <a:pt x="20" y="31"/>
                </a:cubicBezTo>
                <a:cubicBezTo>
                  <a:pt x="0" y="31"/>
                  <a:pt x="0" y="0"/>
                  <a:pt x="20" y="0"/>
                </a:cubicBezTo>
                <a:cubicBezTo>
                  <a:pt x="51" y="0"/>
                  <a:pt x="51" y="0"/>
                  <a:pt x="51" y="0"/>
                </a:cubicBezTo>
                <a:cubicBezTo>
                  <a:pt x="66" y="0"/>
                  <a:pt x="70" y="7"/>
                  <a:pt x="75" y="18"/>
                </a:cubicBezTo>
                <a:cubicBezTo>
                  <a:pt x="86" y="40"/>
                  <a:pt x="86" y="40"/>
                  <a:pt x="86" y="40"/>
                </a:cubicBezTo>
                <a:lnTo>
                  <a:pt x="281" y="40"/>
                </a:lnTo>
                <a:close/>
                <a:moveTo>
                  <a:pt x="95" y="270"/>
                </a:moveTo>
                <a:cubicBezTo>
                  <a:pt x="95" y="284"/>
                  <a:pt x="83" y="296"/>
                  <a:pt x="68" y="296"/>
                </a:cubicBezTo>
                <a:cubicBezTo>
                  <a:pt x="53" y="296"/>
                  <a:pt x="41" y="284"/>
                  <a:pt x="41" y="270"/>
                </a:cubicBezTo>
                <a:cubicBezTo>
                  <a:pt x="41" y="255"/>
                  <a:pt x="53" y="243"/>
                  <a:pt x="68" y="243"/>
                </a:cubicBezTo>
                <a:cubicBezTo>
                  <a:pt x="83" y="243"/>
                  <a:pt x="95" y="255"/>
                  <a:pt x="95" y="270"/>
                </a:cubicBezTo>
                <a:close/>
                <a:moveTo>
                  <a:pt x="110" y="93"/>
                </a:moveTo>
                <a:cubicBezTo>
                  <a:pt x="154" y="93"/>
                  <a:pt x="154" y="93"/>
                  <a:pt x="154" y="93"/>
                </a:cubicBezTo>
                <a:cubicBezTo>
                  <a:pt x="144" y="64"/>
                  <a:pt x="144" y="64"/>
                  <a:pt x="144" y="64"/>
                </a:cubicBezTo>
                <a:cubicBezTo>
                  <a:pt x="97" y="64"/>
                  <a:pt x="97" y="64"/>
                  <a:pt x="97" y="64"/>
                </a:cubicBezTo>
                <a:lnTo>
                  <a:pt x="110" y="93"/>
                </a:lnTo>
                <a:close/>
                <a:moveTo>
                  <a:pt x="169" y="143"/>
                </a:moveTo>
                <a:cubicBezTo>
                  <a:pt x="158" y="109"/>
                  <a:pt x="158" y="109"/>
                  <a:pt x="158" y="109"/>
                </a:cubicBezTo>
                <a:cubicBezTo>
                  <a:pt x="117" y="109"/>
                  <a:pt x="117" y="109"/>
                  <a:pt x="117" y="109"/>
                </a:cubicBezTo>
                <a:cubicBezTo>
                  <a:pt x="135" y="147"/>
                  <a:pt x="135" y="147"/>
                  <a:pt x="135" y="147"/>
                </a:cubicBezTo>
                <a:lnTo>
                  <a:pt x="169" y="143"/>
                </a:lnTo>
                <a:close/>
                <a:moveTo>
                  <a:pt x="160" y="64"/>
                </a:moveTo>
                <a:cubicBezTo>
                  <a:pt x="169" y="93"/>
                  <a:pt x="169" y="93"/>
                  <a:pt x="169" y="93"/>
                </a:cubicBezTo>
                <a:cubicBezTo>
                  <a:pt x="212" y="93"/>
                  <a:pt x="212" y="93"/>
                  <a:pt x="212" y="93"/>
                </a:cubicBezTo>
                <a:cubicBezTo>
                  <a:pt x="205" y="64"/>
                  <a:pt x="205" y="64"/>
                  <a:pt x="205" y="64"/>
                </a:cubicBezTo>
                <a:lnTo>
                  <a:pt x="160" y="64"/>
                </a:lnTo>
                <a:close/>
                <a:moveTo>
                  <a:pt x="223" y="138"/>
                </a:moveTo>
                <a:cubicBezTo>
                  <a:pt x="214" y="109"/>
                  <a:pt x="214" y="109"/>
                  <a:pt x="214" y="109"/>
                </a:cubicBezTo>
                <a:cubicBezTo>
                  <a:pt x="173" y="109"/>
                  <a:pt x="173" y="109"/>
                  <a:pt x="173" y="109"/>
                </a:cubicBezTo>
                <a:cubicBezTo>
                  <a:pt x="184" y="142"/>
                  <a:pt x="184" y="142"/>
                  <a:pt x="184" y="142"/>
                </a:cubicBezTo>
                <a:lnTo>
                  <a:pt x="223" y="138"/>
                </a:lnTo>
                <a:close/>
                <a:moveTo>
                  <a:pt x="276" y="64"/>
                </a:moveTo>
                <a:cubicBezTo>
                  <a:pt x="220" y="64"/>
                  <a:pt x="220" y="64"/>
                  <a:pt x="220" y="64"/>
                </a:cubicBezTo>
                <a:cubicBezTo>
                  <a:pt x="227" y="93"/>
                  <a:pt x="227" y="93"/>
                  <a:pt x="227" y="93"/>
                </a:cubicBezTo>
                <a:cubicBezTo>
                  <a:pt x="276" y="93"/>
                  <a:pt x="276" y="93"/>
                  <a:pt x="276" y="93"/>
                </a:cubicBezTo>
                <a:lnTo>
                  <a:pt x="276" y="64"/>
                </a:lnTo>
                <a:close/>
                <a:moveTo>
                  <a:pt x="277" y="270"/>
                </a:moveTo>
                <a:cubicBezTo>
                  <a:pt x="277" y="284"/>
                  <a:pt x="266" y="296"/>
                  <a:pt x="250" y="296"/>
                </a:cubicBezTo>
                <a:cubicBezTo>
                  <a:pt x="235" y="296"/>
                  <a:pt x="223" y="284"/>
                  <a:pt x="223" y="270"/>
                </a:cubicBezTo>
                <a:cubicBezTo>
                  <a:pt x="223" y="255"/>
                  <a:pt x="235" y="243"/>
                  <a:pt x="250" y="243"/>
                </a:cubicBezTo>
                <a:cubicBezTo>
                  <a:pt x="266" y="243"/>
                  <a:pt x="277" y="255"/>
                  <a:pt x="277" y="270"/>
                </a:cubicBezTo>
                <a:close/>
                <a:moveTo>
                  <a:pt x="276" y="109"/>
                </a:moveTo>
                <a:cubicBezTo>
                  <a:pt x="230" y="109"/>
                  <a:pt x="230" y="109"/>
                  <a:pt x="230" y="109"/>
                </a:cubicBezTo>
                <a:cubicBezTo>
                  <a:pt x="237" y="136"/>
                  <a:pt x="237" y="136"/>
                  <a:pt x="237" y="136"/>
                </a:cubicBezTo>
                <a:cubicBezTo>
                  <a:pt x="276" y="132"/>
                  <a:pt x="276" y="132"/>
                  <a:pt x="276" y="132"/>
                </a:cubicBezTo>
                <a:lnTo>
                  <a:pt x="276" y="10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3" name="Freeform 25"/>
          <p:cNvSpPr>
            <a:spLocks noEditPoints="1"/>
          </p:cNvSpPr>
          <p:nvPr/>
        </p:nvSpPr>
        <p:spPr bwMode="auto">
          <a:xfrm>
            <a:off x="9503115" y="1939756"/>
            <a:ext cx="337023" cy="295443"/>
          </a:xfrm>
          <a:custGeom>
            <a:avLst/>
            <a:gdLst>
              <a:gd name="T0" fmla="*/ 287 w 298"/>
              <a:gd name="T1" fmla="*/ 174 h 262"/>
              <a:gd name="T2" fmla="*/ 287 w 298"/>
              <a:gd name="T3" fmla="*/ 241 h 262"/>
              <a:gd name="T4" fmla="*/ 266 w 298"/>
              <a:gd name="T5" fmla="*/ 262 h 262"/>
              <a:gd name="T6" fmla="*/ 21 w 298"/>
              <a:gd name="T7" fmla="*/ 262 h 262"/>
              <a:gd name="T8" fmla="*/ 0 w 298"/>
              <a:gd name="T9" fmla="*/ 241 h 262"/>
              <a:gd name="T10" fmla="*/ 0 w 298"/>
              <a:gd name="T11" fmla="*/ 68 h 262"/>
              <a:gd name="T12" fmla="*/ 21 w 298"/>
              <a:gd name="T13" fmla="*/ 47 h 262"/>
              <a:gd name="T14" fmla="*/ 100 w 298"/>
              <a:gd name="T15" fmla="*/ 47 h 262"/>
              <a:gd name="T16" fmla="*/ 100 w 298"/>
              <a:gd name="T17" fmla="*/ 78 h 262"/>
              <a:gd name="T18" fmla="*/ 31 w 298"/>
              <a:gd name="T19" fmla="*/ 78 h 262"/>
              <a:gd name="T20" fmla="*/ 31 w 298"/>
              <a:gd name="T21" fmla="*/ 230 h 262"/>
              <a:gd name="T22" fmla="*/ 256 w 298"/>
              <a:gd name="T23" fmla="*/ 230 h 262"/>
              <a:gd name="T24" fmla="*/ 256 w 298"/>
              <a:gd name="T25" fmla="*/ 174 h 262"/>
              <a:gd name="T26" fmla="*/ 287 w 298"/>
              <a:gd name="T27" fmla="*/ 174 h 262"/>
              <a:gd name="T28" fmla="*/ 196 w 298"/>
              <a:gd name="T29" fmla="*/ 51 h 262"/>
              <a:gd name="T30" fmla="*/ 184 w 298"/>
              <a:gd name="T31" fmla="*/ 0 h 262"/>
              <a:gd name="T32" fmla="*/ 298 w 298"/>
              <a:gd name="T33" fmla="*/ 80 h 262"/>
              <a:gd name="T34" fmla="*/ 184 w 298"/>
              <a:gd name="T35" fmla="*/ 162 h 262"/>
              <a:gd name="T36" fmla="*/ 197 w 298"/>
              <a:gd name="T37" fmla="*/ 104 h 262"/>
              <a:gd name="T38" fmla="*/ 111 w 298"/>
              <a:gd name="T39" fmla="*/ 184 h 262"/>
              <a:gd name="T40" fmla="*/ 98 w 298"/>
              <a:gd name="T41" fmla="*/ 184 h 262"/>
              <a:gd name="T42" fmla="*/ 196 w 298"/>
              <a:gd name="T43" fmla="*/ 51 h 2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298" h="262">
                <a:moveTo>
                  <a:pt x="287" y="174"/>
                </a:moveTo>
                <a:cubicBezTo>
                  <a:pt x="287" y="241"/>
                  <a:pt x="287" y="241"/>
                  <a:pt x="287" y="241"/>
                </a:cubicBezTo>
                <a:cubicBezTo>
                  <a:pt x="287" y="252"/>
                  <a:pt x="278" y="262"/>
                  <a:pt x="266" y="262"/>
                </a:cubicBezTo>
                <a:cubicBezTo>
                  <a:pt x="21" y="262"/>
                  <a:pt x="21" y="262"/>
                  <a:pt x="21" y="262"/>
                </a:cubicBezTo>
                <a:cubicBezTo>
                  <a:pt x="10" y="262"/>
                  <a:pt x="0" y="252"/>
                  <a:pt x="0" y="241"/>
                </a:cubicBezTo>
                <a:cubicBezTo>
                  <a:pt x="0" y="68"/>
                  <a:pt x="0" y="68"/>
                  <a:pt x="0" y="68"/>
                </a:cubicBezTo>
                <a:cubicBezTo>
                  <a:pt x="0" y="56"/>
                  <a:pt x="10" y="47"/>
                  <a:pt x="21" y="47"/>
                </a:cubicBezTo>
                <a:cubicBezTo>
                  <a:pt x="100" y="47"/>
                  <a:pt x="100" y="47"/>
                  <a:pt x="100" y="47"/>
                </a:cubicBezTo>
                <a:cubicBezTo>
                  <a:pt x="100" y="78"/>
                  <a:pt x="100" y="78"/>
                  <a:pt x="100" y="78"/>
                </a:cubicBezTo>
                <a:cubicBezTo>
                  <a:pt x="31" y="78"/>
                  <a:pt x="31" y="78"/>
                  <a:pt x="31" y="78"/>
                </a:cubicBezTo>
                <a:cubicBezTo>
                  <a:pt x="31" y="230"/>
                  <a:pt x="31" y="230"/>
                  <a:pt x="31" y="230"/>
                </a:cubicBezTo>
                <a:cubicBezTo>
                  <a:pt x="256" y="230"/>
                  <a:pt x="256" y="230"/>
                  <a:pt x="256" y="230"/>
                </a:cubicBezTo>
                <a:cubicBezTo>
                  <a:pt x="256" y="174"/>
                  <a:pt x="256" y="174"/>
                  <a:pt x="256" y="174"/>
                </a:cubicBezTo>
                <a:lnTo>
                  <a:pt x="287" y="174"/>
                </a:lnTo>
                <a:close/>
                <a:moveTo>
                  <a:pt x="196" y="51"/>
                </a:moveTo>
                <a:cubicBezTo>
                  <a:pt x="184" y="0"/>
                  <a:pt x="184" y="0"/>
                  <a:pt x="184" y="0"/>
                </a:cubicBezTo>
                <a:cubicBezTo>
                  <a:pt x="298" y="80"/>
                  <a:pt x="298" y="80"/>
                  <a:pt x="298" y="80"/>
                </a:cubicBezTo>
                <a:cubicBezTo>
                  <a:pt x="184" y="162"/>
                  <a:pt x="184" y="162"/>
                  <a:pt x="184" y="162"/>
                </a:cubicBezTo>
                <a:cubicBezTo>
                  <a:pt x="197" y="104"/>
                  <a:pt x="197" y="104"/>
                  <a:pt x="197" y="104"/>
                </a:cubicBezTo>
                <a:cubicBezTo>
                  <a:pt x="197" y="104"/>
                  <a:pt x="111" y="105"/>
                  <a:pt x="111" y="184"/>
                </a:cubicBezTo>
                <a:cubicBezTo>
                  <a:pt x="111" y="184"/>
                  <a:pt x="102" y="184"/>
                  <a:pt x="98" y="184"/>
                </a:cubicBezTo>
                <a:cubicBezTo>
                  <a:pt x="98" y="184"/>
                  <a:pt x="98" y="51"/>
                  <a:pt x="196" y="5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4" name="Freeform 26"/>
          <p:cNvSpPr>
            <a:spLocks noEditPoints="1"/>
          </p:cNvSpPr>
          <p:nvPr/>
        </p:nvSpPr>
        <p:spPr bwMode="auto">
          <a:xfrm>
            <a:off x="10074303" y="1926626"/>
            <a:ext cx="450823" cy="308573"/>
          </a:xfrm>
          <a:custGeom>
            <a:avLst/>
            <a:gdLst>
              <a:gd name="T0" fmla="*/ 206 w 206"/>
              <a:gd name="T1" fmla="*/ 30 h 141"/>
              <a:gd name="T2" fmla="*/ 206 w 206"/>
              <a:gd name="T3" fmla="*/ 46 h 141"/>
              <a:gd name="T4" fmla="*/ 0 w 206"/>
              <a:gd name="T5" fmla="*/ 46 h 141"/>
              <a:gd name="T6" fmla="*/ 0 w 206"/>
              <a:gd name="T7" fmla="*/ 30 h 141"/>
              <a:gd name="T8" fmla="*/ 97 w 206"/>
              <a:gd name="T9" fmla="*/ 30 h 141"/>
              <a:gd name="T10" fmla="*/ 97 w 206"/>
              <a:gd name="T11" fmla="*/ 0 h 141"/>
              <a:gd name="T12" fmla="*/ 157 w 206"/>
              <a:gd name="T13" fmla="*/ 0 h 141"/>
              <a:gd name="T14" fmla="*/ 157 w 206"/>
              <a:gd name="T15" fmla="*/ 30 h 141"/>
              <a:gd name="T16" fmla="*/ 206 w 206"/>
              <a:gd name="T17" fmla="*/ 30 h 141"/>
              <a:gd name="T18" fmla="*/ 187 w 206"/>
              <a:gd name="T19" fmla="*/ 54 h 141"/>
              <a:gd name="T20" fmla="*/ 187 w 206"/>
              <a:gd name="T21" fmla="*/ 141 h 141"/>
              <a:gd name="T22" fmla="*/ 86 w 206"/>
              <a:gd name="T23" fmla="*/ 141 h 141"/>
              <a:gd name="T24" fmla="*/ 86 w 206"/>
              <a:gd name="T25" fmla="*/ 88 h 141"/>
              <a:gd name="T26" fmla="*/ 56 w 206"/>
              <a:gd name="T27" fmla="*/ 88 h 141"/>
              <a:gd name="T28" fmla="*/ 56 w 206"/>
              <a:gd name="T29" fmla="*/ 141 h 141"/>
              <a:gd name="T30" fmla="*/ 19 w 206"/>
              <a:gd name="T31" fmla="*/ 141 h 141"/>
              <a:gd name="T32" fmla="*/ 19 w 206"/>
              <a:gd name="T33" fmla="*/ 54 h 141"/>
              <a:gd name="T34" fmla="*/ 187 w 206"/>
              <a:gd name="T35" fmla="*/ 54 h 141"/>
              <a:gd name="T36" fmla="*/ 139 w 206"/>
              <a:gd name="T37" fmla="*/ 66 h 141"/>
              <a:gd name="T38" fmla="*/ 112 w 206"/>
              <a:gd name="T39" fmla="*/ 66 h 141"/>
              <a:gd name="T40" fmla="*/ 112 w 206"/>
              <a:gd name="T41" fmla="*/ 98 h 141"/>
              <a:gd name="T42" fmla="*/ 139 w 206"/>
              <a:gd name="T43" fmla="*/ 98 h 141"/>
              <a:gd name="T44" fmla="*/ 139 w 206"/>
              <a:gd name="T45" fmla="*/ 66 h 141"/>
              <a:gd name="T46" fmla="*/ 172 w 206"/>
              <a:gd name="T47" fmla="*/ 66 h 141"/>
              <a:gd name="T48" fmla="*/ 146 w 206"/>
              <a:gd name="T49" fmla="*/ 66 h 141"/>
              <a:gd name="T50" fmla="*/ 146 w 206"/>
              <a:gd name="T51" fmla="*/ 98 h 141"/>
              <a:gd name="T52" fmla="*/ 172 w 206"/>
              <a:gd name="T53" fmla="*/ 98 h 141"/>
              <a:gd name="T54" fmla="*/ 172 w 206"/>
              <a:gd name="T55" fmla="*/ 66 h 1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206" h="141">
                <a:moveTo>
                  <a:pt x="206" y="30"/>
                </a:moveTo>
                <a:lnTo>
                  <a:pt x="206" y="46"/>
                </a:lnTo>
                <a:lnTo>
                  <a:pt x="0" y="46"/>
                </a:lnTo>
                <a:lnTo>
                  <a:pt x="0" y="30"/>
                </a:lnTo>
                <a:lnTo>
                  <a:pt x="97" y="30"/>
                </a:lnTo>
                <a:lnTo>
                  <a:pt x="97" y="0"/>
                </a:lnTo>
                <a:lnTo>
                  <a:pt x="157" y="0"/>
                </a:lnTo>
                <a:lnTo>
                  <a:pt x="157" y="30"/>
                </a:lnTo>
                <a:lnTo>
                  <a:pt x="206" y="30"/>
                </a:lnTo>
                <a:close/>
                <a:moveTo>
                  <a:pt x="187" y="54"/>
                </a:moveTo>
                <a:lnTo>
                  <a:pt x="187" y="141"/>
                </a:lnTo>
                <a:lnTo>
                  <a:pt x="86" y="141"/>
                </a:lnTo>
                <a:lnTo>
                  <a:pt x="86" y="88"/>
                </a:lnTo>
                <a:lnTo>
                  <a:pt x="56" y="88"/>
                </a:lnTo>
                <a:lnTo>
                  <a:pt x="56" y="141"/>
                </a:lnTo>
                <a:lnTo>
                  <a:pt x="19" y="141"/>
                </a:lnTo>
                <a:lnTo>
                  <a:pt x="19" y="54"/>
                </a:lnTo>
                <a:lnTo>
                  <a:pt x="187" y="54"/>
                </a:lnTo>
                <a:close/>
                <a:moveTo>
                  <a:pt x="139" y="66"/>
                </a:moveTo>
                <a:lnTo>
                  <a:pt x="112" y="66"/>
                </a:lnTo>
                <a:lnTo>
                  <a:pt x="112" y="98"/>
                </a:lnTo>
                <a:lnTo>
                  <a:pt x="139" y="98"/>
                </a:lnTo>
                <a:lnTo>
                  <a:pt x="139" y="66"/>
                </a:lnTo>
                <a:close/>
                <a:moveTo>
                  <a:pt x="172" y="66"/>
                </a:moveTo>
                <a:lnTo>
                  <a:pt x="146" y="66"/>
                </a:lnTo>
                <a:lnTo>
                  <a:pt x="146" y="98"/>
                </a:lnTo>
                <a:lnTo>
                  <a:pt x="172" y="98"/>
                </a:lnTo>
                <a:lnTo>
                  <a:pt x="172" y="6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5" name="Freeform 27"/>
          <p:cNvSpPr>
            <a:spLocks/>
          </p:cNvSpPr>
          <p:nvPr/>
        </p:nvSpPr>
        <p:spPr bwMode="auto">
          <a:xfrm>
            <a:off x="10730841" y="1992279"/>
            <a:ext cx="240731" cy="253861"/>
          </a:xfrm>
          <a:custGeom>
            <a:avLst/>
            <a:gdLst>
              <a:gd name="T0" fmla="*/ 110 w 110"/>
              <a:gd name="T1" fmla="*/ 61 h 116"/>
              <a:gd name="T2" fmla="*/ 55 w 110"/>
              <a:gd name="T3" fmla="*/ 116 h 116"/>
              <a:gd name="T4" fmla="*/ 0 w 110"/>
              <a:gd name="T5" fmla="*/ 60 h 116"/>
              <a:gd name="T6" fmla="*/ 38 w 110"/>
              <a:gd name="T7" fmla="*/ 60 h 116"/>
              <a:gd name="T8" fmla="*/ 38 w 110"/>
              <a:gd name="T9" fmla="*/ 0 h 116"/>
              <a:gd name="T10" fmla="*/ 72 w 110"/>
              <a:gd name="T11" fmla="*/ 0 h 116"/>
              <a:gd name="T12" fmla="*/ 72 w 110"/>
              <a:gd name="T13" fmla="*/ 61 h 116"/>
              <a:gd name="T14" fmla="*/ 110 w 110"/>
              <a:gd name="T15" fmla="*/ 61 h 1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10" h="116">
                <a:moveTo>
                  <a:pt x="110" y="61"/>
                </a:moveTo>
                <a:lnTo>
                  <a:pt x="55" y="116"/>
                </a:lnTo>
                <a:lnTo>
                  <a:pt x="0" y="60"/>
                </a:lnTo>
                <a:lnTo>
                  <a:pt x="38" y="60"/>
                </a:lnTo>
                <a:lnTo>
                  <a:pt x="38" y="0"/>
                </a:lnTo>
                <a:lnTo>
                  <a:pt x="72" y="0"/>
                </a:lnTo>
                <a:lnTo>
                  <a:pt x="72" y="61"/>
                </a:lnTo>
                <a:lnTo>
                  <a:pt x="110" y="6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6" name="Freeform 28"/>
          <p:cNvSpPr>
            <a:spLocks/>
          </p:cNvSpPr>
          <p:nvPr/>
        </p:nvSpPr>
        <p:spPr bwMode="auto">
          <a:xfrm>
            <a:off x="11155403" y="1983526"/>
            <a:ext cx="240731" cy="251673"/>
          </a:xfrm>
          <a:custGeom>
            <a:avLst/>
            <a:gdLst>
              <a:gd name="T0" fmla="*/ 0 w 110"/>
              <a:gd name="T1" fmla="*/ 55 h 115"/>
              <a:gd name="T2" fmla="*/ 55 w 110"/>
              <a:gd name="T3" fmla="*/ 0 h 115"/>
              <a:gd name="T4" fmla="*/ 110 w 110"/>
              <a:gd name="T5" fmla="*/ 55 h 115"/>
              <a:gd name="T6" fmla="*/ 73 w 110"/>
              <a:gd name="T7" fmla="*/ 55 h 115"/>
              <a:gd name="T8" fmla="*/ 73 w 110"/>
              <a:gd name="T9" fmla="*/ 115 h 115"/>
              <a:gd name="T10" fmla="*/ 38 w 110"/>
              <a:gd name="T11" fmla="*/ 115 h 115"/>
              <a:gd name="T12" fmla="*/ 38 w 110"/>
              <a:gd name="T13" fmla="*/ 55 h 115"/>
              <a:gd name="T14" fmla="*/ 0 w 110"/>
              <a:gd name="T15" fmla="*/ 55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10" h="115">
                <a:moveTo>
                  <a:pt x="0" y="55"/>
                </a:moveTo>
                <a:lnTo>
                  <a:pt x="55" y="0"/>
                </a:lnTo>
                <a:lnTo>
                  <a:pt x="110" y="55"/>
                </a:lnTo>
                <a:lnTo>
                  <a:pt x="73" y="55"/>
                </a:lnTo>
                <a:lnTo>
                  <a:pt x="73" y="115"/>
                </a:lnTo>
                <a:lnTo>
                  <a:pt x="38" y="115"/>
                </a:lnTo>
                <a:lnTo>
                  <a:pt x="38" y="55"/>
                </a:lnTo>
                <a:lnTo>
                  <a:pt x="0" y="5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7" name="Freeform 29"/>
          <p:cNvSpPr>
            <a:spLocks noEditPoints="1"/>
          </p:cNvSpPr>
          <p:nvPr/>
        </p:nvSpPr>
        <p:spPr bwMode="auto">
          <a:xfrm>
            <a:off x="2112679" y="2806387"/>
            <a:ext cx="330459" cy="240731"/>
          </a:xfrm>
          <a:custGeom>
            <a:avLst/>
            <a:gdLst>
              <a:gd name="T0" fmla="*/ 28 w 151"/>
              <a:gd name="T1" fmla="*/ 28 h 110"/>
              <a:gd name="T2" fmla="*/ 0 w 151"/>
              <a:gd name="T3" fmla="*/ 28 h 110"/>
              <a:gd name="T4" fmla="*/ 0 w 151"/>
              <a:gd name="T5" fmla="*/ 0 h 110"/>
              <a:gd name="T6" fmla="*/ 28 w 151"/>
              <a:gd name="T7" fmla="*/ 0 h 110"/>
              <a:gd name="T8" fmla="*/ 28 w 151"/>
              <a:gd name="T9" fmla="*/ 28 h 110"/>
              <a:gd name="T10" fmla="*/ 28 w 151"/>
              <a:gd name="T11" fmla="*/ 70 h 110"/>
              <a:gd name="T12" fmla="*/ 0 w 151"/>
              <a:gd name="T13" fmla="*/ 70 h 110"/>
              <a:gd name="T14" fmla="*/ 0 w 151"/>
              <a:gd name="T15" fmla="*/ 41 h 110"/>
              <a:gd name="T16" fmla="*/ 28 w 151"/>
              <a:gd name="T17" fmla="*/ 41 h 110"/>
              <a:gd name="T18" fmla="*/ 28 w 151"/>
              <a:gd name="T19" fmla="*/ 70 h 110"/>
              <a:gd name="T20" fmla="*/ 28 w 151"/>
              <a:gd name="T21" fmla="*/ 110 h 110"/>
              <a:gd name="T22" fmla="*/ 0 w 151"/>
              <a:gd name="T23" fmla="*/ 110 h 110"/>
              <a:gd name="T24" fmla="*/ 0 w 151"/>
              <a:gd name="T25" fmla="*/ 82 h 110"/>
              <a:gd name="T26" fmla="*/ 28 w 151"/>
              <a:gd name="T27" fmla="*/ 82 h 110"/>
              <a:gd name="T28" fmla="*/ 28 w 151"/>
              <a:gd name="T29" fmla="*/ 110 h 110"/>
              <a:gd name="T30" fmla="*/ 70 w 151"/>
              <a:gd name="T31" fmla="*/ 28 h 110"/>
              <a:gd name="T32" fmla="*/ 41 w 151"/>
              <a:gd name="T33" fmla="*/ 28 h 110"/>
              <a:gd name="T34" fmla="*/ 41 w 151"/>
              <a:gd name="T35" fmla="*/ 0 h 110"/>
              <a:gd name="T36" fmla="*/ 70 w 151"/>
              <a:gd name="T37" fmla="*/ 0 h 110"/>
              <a:gd name="T38" fmla="*/ 70 w 151"/>
              <a:gd name="T39" fmla="*/ 28 h 110"/>
              <a:gd name="T40" fmla="*/ 70 w 151"/>
              <a:gd name="T41" fmla="*/ 70 h 110"/>
              <a:gd name="T42" fmla="*/ 41 w 151"/>
              <a:gd name="T43" fmla="*/ 70 h 110"/>
              <a:gd name="T44" fmla="*/ 41 w 151"/>
              <a:gd name="T45" fmla="*/ 41 h 110"/>
              <a:gd name="T46" fmla="*/ 70 w 151"/>
              <a:gd name="T47" fmla="*/ 41 h 110"/>
              <a:gd name="T48" fmla="*/ 70 w 151"/>
              <a:gd name="T49" fmla="*/ 70 h 110"/>
              <a:gd name="T50" fmla="*/ 70 w 151"/>
              <a:gd name="T51" fmla="*/ 110 h 110"/>
              <a:gd name="T52" fmla="*/ 41 w 151"/>
              <a:gd name="T53" fmla="*/ 110 h 110"/>
              <a:gd name="T54" fmla="*/ 41 w 151"/>
              <a:gd name="T55" fmla="*/ 82 h 110"/>
              <a:gd name="T56" fmla="*/ 70 w 151"/>
              <a:gd name="T57" fmla="*/ 82 h 110"/>
              <a:gd name="T58" fmla="*/ 70 w 151"/>
              <a:gd name="T59" fmla="*/ 110 h 110"/>
              <a:gd name="T60" fmla="*/ 110 w 151"/>
              <a:gd name="T61" fmla="*/ 28 h 110"/>
              <a:gd name="T62" fmla="*/ 82 w 151"/>
              <a:gd name="T63" fmla="*/ 28 h 110"/>
              <a:gd name="T64" fmla="*/ 82 w 151"/>
              <a:gd name="T65" fmla="*/ 0 h 110"/>
              <a:gd name="T66" fmla="*/ 110 w 151"/>
              <a:gd name="T67" fmla="*/ 0 h 110"/>
              <a:gd name="T68" fmla="*/ 110 w 151"/>
              <a:gd name="T69" fmla="*/ 28 h 110"/>
              <a:gd name="T70" fmla="*/ 110 w 151"/>
              <a:gd name="T71" fmla="*/ 69 h 110"/>
              <a:gd name="T72" fmla="*/ 82 w 151"/>
              <a:gd name="T73" fmla="*/ 69 h 110"/>
              <a:gd name="T74" fmla="*/ 82 w 151"/>
              <a:gd name="T75" fmla="*/ 40 h 110"/>
              <a:gd name="T76" fmla="*/ 110 w 151"/>
              <a:gd name="T77" fmla="*/ 40 h 110"/>
              <a:gd name="T78" fmla="*/ 110 w 151"/>
              <a:gd name="T79" fmla="*/ 69 h 110"/>
              <a:gd name="T80" fmla="*/ 110 w 151"/>
              <a:gd name="T81" fmla="*/ 110 h 110"/>
              <a:gd name="T82" fmla="*/ 82 w 151"/>
              <a:gd name="T83" fmla="*/ 110 h 110"/>
              <a:gd name="T84" fmla="*/ 82 w 151"/>
              <a:gd name="T85" fmla="*/ 82 h 110"/>
              <a:gd name="T86" fmla="*/ 110 w 151"/>
              <a:gd name="T87" fmla="*/ 82 h 110"/>
              <a:gd name="T88" fmla="*/ 110 w 151"/>
              <a:gd name="T89" fmla="*/ 110 h 110"/>
              <a:gd name="T90" fmla="*/ 151 w 151"/>
              <a:gd name="T91" fmla="*/ 28 h 110"/>
              <a:gd name="T92" fmla="*/ 122 w 151"/>
              <a:gd name="T93" fmla="*/ 28 h 110"/>
              <a:gd name="T94" fmla="*/ 122 w 151"/>
              <a:gd name="T95" fmla="*/ 0 h 110"/>
              <a:gd name="T96" fmla="*/ 151 w 151"/>
              <a:gd name="T97" fmla="*/ 0 h 110"/>
              <a:gd name="T98" fmla="*/ 151 w 151"/>
              <a:gd name="T99" fmla="*/ 28 h 110"/>
              <a:gd name="T100" fmla="*/ 151 w 151"/>
              <a:gd name="T101" fmla="*/ 69 h 110"/>
              <a:gd name="T102" fmla="*/ 122 w 151"/>
              <a:gd name="T103" fmla="*/ 69 h 110"/>
              <a:gd name="T104" fmla="*/ 122 w 151"/>
              <a:gd name="T105" fmla="*/ 40 h 110"/>
              <a:gd name="T106" fmla="*/ 151 w 151"/>
              <a:gd name="T107" fmla="*/ 40 h 110"/>
              <a:gd name="T108" fmla="*/ 151 w 151"/>
              <a:gd name="T109" fmla="*/ 69 h 110"/>
              <a:gd name="T110" fmla="*/ 151 w 151"/>
              <a:gd name="T111" fmla="*/ 110 h 110"/>
              <a:gd name="T112" fmla="*/ 122 w 151"/>
              <a:gd name="T113" fmla="*/ 110 h 110"/>
              <a:gd name="T114" fmla="*/ 122 w 151"/>
              <a:gd name="T115" fmla="*/ 81 h 110"/>
              <a:gd name="T116" fmla="*/ 151 w 151"/>
              <a:gd name="T117" fmla="*/ 81 h 110"/>
              <a:gd name="T118" fmla="*/ 151 w 151"/>
              <a:gd name="T119" fmla="*/ 110 h 1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51" h="110">
                <a:moveTo>
                  <a:pt x="28" y="28"/>
                </a:moveTo>
                <a:lnTo>
                  <a:pt x="0" y="28"/>
                </a:lnTo>
                <a:lnTo>
                  <a:pt x="0" y="0"/>
                </a:lnTo>
                <a:lnTo>
                  <a:pt x="28" y="0"/>
                </a:lnTo>
                <a:lnTo>
                  <a:pt x="28" y="28"/>
                </a:lnTo>
                <a:close/>
                <a:moveTo>
                  <a:pt x="28" y="70"/>
                </a:moveTo>
                <a:lnTo>
                  <a:pt x="0" y="70"/>
                </a:lnTo>
                <a:lnTo>
                  <a:pt x="0" y="41"/>
                </a:lnTo>
                <a:lnTo>
                  <a:pt x="28" y="41"/>
                </a:lnTo>
                <a:lnTo>
                  <a:pt x="28" y="70"/>
                </a:lnTo>
                <a:close/>
                <a:moveTo>
                  <a:pt x="28" y="110"/>
                </a:moveTo>
                <a:lnTo>
                  <a:pt x="0" y="110"/>
                </a:lnTo>
                <a:lnTo>
                  <a:pt x="0" y="82"/>
                </a:lnTo>
                <a:lnTo>
                  <a:pt x="28" y="82"/>
                </a:lnTo>
                <a:lnTo>
                  <a:pt x="28" y="110"/>
                </a:lnTo>
                <a:close/>
                <a:moveTo>
                  <a:pt x="70" y="28"/>
                </a:moveTo>
                <a:lnTo>
                  <a:pt x="41" y="28"/>
                </a:lnTo>
                <a:lnTo>
                  <a:pt x="41" y="0"/>
                </a:lnTo>
                <a:lnTo>
                  <a:pt x="70" y="0"/>
                </a:lnTo>
                <a:lnTo>
                  <a:pt x="70" y="28"/>
                </a:lnTo>
                <a:close/>
                <a:moveTo>
                  <a:pt x="70" y="70"/>
                </a:moveTo>
                <a:lnTo>
                  <a:pt x="41" y="70"/>
                </a:lnTo>
                <a:lnTo>
                  <a:pt x="41" y="41"/>
                </a:lnTo>
                <a:lnTo>
                  <a:pt x="70" y="41"/>
                </a:lnTo>
                <a:lnTo>
                  <a:pt x="70" y="70"/>
                </a:lnTo>
                <a:close/>
                <a:moveTo>
                  <a:pt x="70" y="110"/>
                </a:moveTo>
                <a:lnTo>
                  <a:pt x="41" y="110"/>
                </a:lnTo>
                <a:lnTo>
                  <a:pt x="41" y="82"/>
                </a:lnTo>
                <a:lnTo>
                  <a:pt x="70" y="82"/>
                </a:lnTo>
                <a:lnTo>
                  <a:pt x="70" y="110"/>
                </a:lnTo>
                <a:close/>
                <a:moveTo>
                  <a:pt x="110" y="28"/>
                </a:moveTo>
                <a:lnTo>
                  <a:pt x="82" y="28"/>
                </a:lnTo>
                <a:lnTo>
                  <a:pt x="82" y="0"/>
                </a:lnTo>
                <a:lnTo>
                  <a:pt x="110" y="0"/>
                </a:lnTo>
                <a:lnTo>
                  <a:pt x="110" y="28"/>
                </a:lnTo>
                <a:close/>
                <a:moveTo>
                  <a:pt x="110" y="69"/>
                </a:moveTo>
                <a:lnTo>
                  <a:pt x="82" y="69"/>
                </a:lnTo>
                <a:lnTo>
                  <a:pt x="82" y="40"/>
                </a:lnTo>
                <a:lnTo>
                  <a:pt x="110" y="40"/>
                </a:lnTo>
                <a:lnTo>
                  <a:pt x="110" y="69"/>
                </a:lnTo>
                <a:close/>
                <a:moveTo>
                  <a:pt x="110" y="110"/>
                </a:moveTo>
                <a:lnTo>
                  <a:pt x="82" y="110"/>
                </a:lnTo>
                <a:lnTo>
                  <a:pt x="82" y="82"/>
                </a:lnTo>
                <a:lnTo>
                  <a:pt x="110" y="82"/>
                </a:lnTo>
                <a:lnTo>
                  <a:pt x="110" y="110"/>
                </a:lnTo>
                <a:close/>
                <a:moveTo>
                  <a:pt x="151" y="28"/>
                </a:moveTo>
                <a:lnTo>
                  <a:pt x="122" y="28"/>
                </a:lnTo>
                <a:lnTo>
                  <a:pt x="122" y="0"/>
                </a:lnTo>
                <a:lnTo>
                  <a:pt x="151" y="0"/>
                </a:lnTo>
                <a:lnTo>
                  <a:pt x="151" y="28"/>
                </a:lnTo>
                <a:close/>
                <a:moveTo>
                  <a:pt x="151" y="69"/>
                </a:moveTo>
                <a:lnTo>
                  <a:pt x="122" y="69"/>
                </a:lnTo>
                <a:lnTo>
                  <a:pt x="122" y="40"/>
                </a:lnTo>
                <a:lnTo>
                  <a:pt x="151" y="40"/>
                </a:lnTo>
                <a:lnTo>
                  <a:pt x="151" y="69"/>
                </a:lnTo>
                <a:close/>
                <a:moveTo>
                  <a:pt x="151" y="110"/>
                </a:moveTo>
                <a:lnTo>
                  <a:pt x="122" y="110"/>
                </a:lnTo>
                <a:lnTo>
                  <a:pt x="122" y="81"/>
                </a:lnTo>
                <a:lnTo>
                  <a:pt x="151" y="81"/>
                </a:lnTo>
                <a:lnTo>
                  <a:pt x="151" y="11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8" name="Freeform 30"/>
          <p:cNvSpPr>
            <a:spLocks noEditPoints="1"/>
          </p:cNvSpPr>
          <p:nvPr/>
        </p:nvSpPr>
        <p:spPr bwMode="auto">
          <a:xfrm>
            <a:off x="2686057" y="2758240"/>
            <a:ext cx="374228" cy="291067"/>
          </a:xfrm>
          <a:custGeom>
            <a:avLst/>
            <a:gdLst>
              <a:gd name="T0" fmla="*/ 330 w 330"/>
              <a:gd name="T1" fmla="*/ 0 h 256"/>
              <a:gd name="T2" fmla="*/ 330 w 330"/>
              <a:gd name="T3" fmla="*/ 217 h 256"/>
              <a:gd name="T4" fmla="*/ 294 w 330"/>
              <a:gd name="T5" fmla="*/ 256 h 256"/>
              <a:gd name="T6" fmla="*/ 47 w 330"/>
              <a:gd name="T7" fmla="*/ 256 h 256"/>
              <a:gd name="T8" fmla="*/ 0 w 330"/>
              <a:gd name="T9" fmla="*/ 201 h 256"/>
              <a:gd name="T10" fmla="*/ 0 w 330"/>
              <a:gd name="T11" fmla="*/ 42 h 256"/>
              <a:gd name="T12" fmla="*/ 45 w 330"/>
              <a:gd name="T13" fmla="*/ 42 h 256"/>
              <a:gd name="T14" fmla="*/ 45 w 330"/>
              <a:gd name="T15" fmla="*/ 0 h 256"/>
              <a:gd name="T16" fmla="*/ 330 w 330"/>
              <a:gd name="T17" fmla="*/ 0 h 256"/>
              <a:gd name="T18" fmla="*/ 45 w 330"/>
              <a:gd name="T19" fmla="*/ 65 h 256"/>
              <a:gd name="T20" fmla="*/ 23 w 330"/>
              <a:gd name="T21" fmla="*/ 65 h 256"/>
              <a:gd name="T22" fmla="*/ 23 w 330"/>
              <a:gd name="T23" fmla="*/ 201 h 256"/>
              <a:gd name="T24" fmla="*/ 34 w 330"/>
              <a:gd name="T25" fmla="*/ 230 h 256"/>
              <a:gd name="T26" fmla="*/ 45 w 330"/>
              <a:gd name="T27" fmla="*/ 201 h 256"/>
              <a:gd name="T28" fmla="*/ 45 w 330"/>
              <a:gd name="T29" fmla="*/ 65 h 256"/>
              <a:gd name="T30" fmla="*/ 307 w 330"/>
              <a:gd name="T31" fmla="*/ 23 h 256"/>
              <a:gd name="T32" fmla="*/ 69 w 330"/>
              <a:gd name="T33" fmla="*/ 23 h 256"/>
              <a:gd name="T34" fmla="*/ 69 w 330"/>
              <a:gd name="T35" fmla="*/ 201 h 256"/>
              <a:gd name="T36" fmla="*/ 62 w 330"/>
              <a:gd name="T37" fmla="*/ 232 h 256"/>
              <a:gd name="T38" fmla="*/ 294 w 330"/>
              <a:gd name="T39" fmla="*/ 232 h 256"/>
              <a:gd name="T40" fmla="*/ 307 w 330"/>
              <a:gd name="T41" fmla="*/ 217 h 256"/>
              <a:gd name="T42" fmla="*/ 307 w 330"/>
              <a:gd name="T43" fmla="*/ 23 h 256"/>
              <a:gd name="T44" fmla="*/ 160 w 330"/>
              <a:gd name="T45" fmla="*/ 105 h 256"/>
              <a:gd name="T46" fmla="*/ 106 w 330"/>
              <a:gd name="T47" fmla="*/ 105 h 256"/>
              <a:gd name="T48" fmla="*/ 106 w 330"/>
              <a:gd name="T49" fmla="*/ 97 h 256"/>
              <a:gd name="T50" fmla="*/ 160 w 330"/>
              <a:gd name="T51" fmla="*/ 97 h 256"/>
              <a:gd name="T52" fmla="*/ 160 w 330"/>
              <a:gd name="T53" fmla="*/ 105 h 256"/>
              <a:gd name="T54" fmla="*/ 160 w 330"/>
              <a:gd name="T55" fmla="*/ 130 h 256"/>
              <a:gd name="T56" fmla="*/ 106 w 330"/>
              <a:gd name="T57" fmla="*/ 130 h 256"/>
              <a:gd name="T58" fmla="*/ 106 w 330"/>
              <a:gd name="T59" fmla="*/ 123 h 256"/>
              <a:gd name="T60" fmla="*/ 160 w 330"/>
              <a:gd name="T61" fmla="*/ 123 h 256"/>
              <a:gd name="T62" fmla="*/ 160 w 330"/>
              <a:gd name="T63" fmla="*/ 130 h 256"/>
              <a:gd name="T64" fmla="*/ 160 w 330"/>
              <a:gd name="T65" fmla="*/ 155 h 256"/>
              <a:gd name="T66" fmla="*/ 106 w 330"/>
              <a:gd name="T67" fmla="*/ 155 h 256"/>
              <a:gd name="T68" fmla="*/ 106 w 330"/>
              <a:gd name="T69" fmla="*/ 147 h 256"/>
              <a:gd name="T70" fmla="*/ 160 w 330"/>
              <a:gd name="T71" fmla="*/ 147 h 256"/>
              <a:gd name="T72" fmla="*/ 160 w 330"/>
              <a:gd name="T73" fmla="*/ 155 h 256"/>
              <a:gd name="T74" fmla="*/ 160 w 330"/>
              <a:gd name="T75" fmla="*/ 179 h 256"/>
              <a:gd name="T76" fmla="*/ 106 w 330"/>
              <a:gd name="T77" fmla="*/ 179 h 256"/>
              <a:gd name="T78" fmla="*/ 106 w 330"/>
              <a:gd name="T79" fmla="*/ 171 h 256"/>
              <a:gd name="T80" fmla="*/ 160 w 330"/>
              <a:gd name="T81" fmla="*/ 171 h 256"/>
              <a:gd name="T82" fmla="*/ 160 w 330"/>
              <a:gd name="T83" fmla="*/ 179 h 256"/>
              <a:gd name="T84" fmla="*/ 160 w 330"/>
              <a:gd name="T85" fmla="*/ 203 h 256"/>
              <a:gd name="T86" fmla="*/ 106 w 330"/>
              <a:gd name="T87" fmla="*/ 203 h 256"/>
              <a:gd name="T88" fmla="*/ 106 w 330"/>
              <a:gd name="T89" fmla="*/ 195 h 256"/>
              <a:gd name="T90" fmla="*/ 160 w 330"/>
              <a:gd name="T91" fmla="*/ 195 h 256"/>
              <a:gd name="T92" fmla="*/ 160 w 330"/>
              <a:gd name="T93" fmla="*/ 203 h 256"/>
              <a:gd name="T94" fmla="*/ 114 w 330"/>
              <a:gd name="T95" fmla="*/ 57 h 256"/>
              <a:gd name="T96" fmla="*/ 257 w 330"/>
              <a:gd name="T97" fmla="*/ 57 h 256"/>
              <a:gd name="T98" fmla="*/ 257 w 330"/>
              <a:gd name="T99" fmla="*/ 72 h 256"/>
              <a:gd name="T100" fmla="*/ 114 w 330"/>
              <a:gd name="T101" fmla="*/ 72 h 256"/>
              <a:gd name="T102" fmla="*/ 114 w 330"/>
              <a:gd name="T103" fmla="*/ 57 h 256"/>
              <a:gd name="T104" fmla="*/ 182 w 330"/>
              <a:gd name="T105" fmla="*/ 97 h 256"/>
              <a:gd name="T106" fmla="*/ 274 w 330"/>
              <a:gd name="T107" fmla="*/ 97 h 256"/>
              <a:gd name="T108" fmla="*/ 274 w 330"/>
              <a:gd name="T109" fmla="*/ 185 h 256"/>
              <a:gd name="T110" fmla="*/ 182 w 330"/>
              <a:gd name="T111" fmla="*/ 185 h 256"/>
              <a:gd name="T112" fmla="*/ 182 w 330"/>
              <a:gd name="T113" fmla="*/ 97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330" h="256">
                <a:moveTo>
                  <a:pt x="330" y="0"/>
                </a:moveTo>
                <a:cubicBezTo>
                  <a:pt x="330" y="217"/>
                  <a:pt x="330" y="217"/>
                  <a:pt x="330" y="217"/>
                </a:cubicBezTo>
                <a:cubicBezTo>
                  <a:pt x="330" y="238"/>
                  <a:pt x="313" y="256"/>
                  <a:pt x="294" y="256"/>
                </a:cubicBezTo>
                <a:cubicBezTo>
                  <a:pt x="47" y="256"/>
                  <a:pt x="47" y="256"/>
                  <a:pt x="47" y="256"/>
                </a:cubicBezTo>
                <a:cubicBezTo>
                  <a:pt x="16" y="256"/>
                  <a:pt x="0" y="240"/>
                  <a:pt x="0" y="201"/>
                </a:cubicBezTo>
                <a:cubicBezTo>
                  <a:pt x="0" y="42"/>
                  <a:pt x="0" y="42"/>
                  <a:pt x="0" y="42"/>
                </a:cubicBezTo>
                <a:cubicBezTo>
                  <a:pt x="45" y="42"/>
                  <a:pt x="45" y="42"/>
                  <a:pt x="45" y="42"/>
                </a:cubicBezTo>
                <a:cubicBezTo>
                  <a:pt x="45" y="0"/>
                  <a:pt x="45" y="0"/>
                  <a:pt x="45" y="0"/>
                </a:cubicBezTo>
                <a:lnTo>
                  <a:pt x="330" y="0"/>
                </a:lnTo>
                <a:close/>
                <a:moveTo>
                  <a:pt x="45" y="65"/>
                </a:moveTo>
                <a:cubicBezTo>
                  <a:pt x="23" y="65"/>
                  <a:pt x="23" y="65"/>
                  <a:pt x="23" y="65"/>
                </a:cubicBezTo>
                <a:cubicBezTo>
                  <a:pt x="23" y="201"/>
                  <a:pt x="23" y="201"/>
                  <a:pt x="23" y="201"/>
                </a:cubicBezTo>
                <a:cubicBezTo>
                  <a:pt x="23" y="221"/>
                  <a:pt x="28" y="230"/>
                  <a:pt x="34" y="230"/>
                </a:cubicBezTo>
                <a:cubicBezTo>
                  <a:pt x="41" y="230"/>
                  <a:pt x="45" y="221"/>
                  <a:pt x="45" y="201"/>
                </a:cubicBezTo>
                <a:lnTo>
                  <a:pt x="45" y="65"/>
                </a:lnTo>
                <a:close/>
                <a:moveTo>
                  <a:pt x="307" y="23"/>
                </a:moveTo>
                <a:cubicBezTo>
                  <a:pt x="69" y="23"/>
                  <a:pt x="69" y="23"/>
                  <a:pt x="69" y="23"/>
                </a:cubicBezTo>
                <a:cubicBezTo>
                  <a:pt x="69" y="201"/>
                  <a:pt x="69" y="201"/>
                  <a:pt x="69" y="201"/>
                </a:cubicBezTo>
                <a:cubicBezTo>
                  <a:pt x="69" y="215"/>
                  <a:pt x="66" y="225"/>
                  <a:pt x="62" y="232"/>
                </a:cubicBezTo>
                <a:cubicBezTo>
                  <a:pt x="294" y="232"/>
                  <a:pt x="294" y="232"/>
                  <a:pt x="294" y="232"/>
                </a:cubicBezTo>
                <a:cubicBezTo>
                  <a:pt x="302" y="232"/>
                  <a:pt x="307" y="223"/>
                  <a:pt x="307" y="217"/>
                </a:cubicBezTo>
                <a:lnTo>
                  <a:pt x="307" y="23"/>
                </a:lnTo>
                <a:close/>
                <a:moveTo>
                  <a:pt x="160" y="105"/>
                </a:moveTo>
                <a:cubicBezTo>
                  <a:pt x="106" y="105"/>
                  <a:pt x="106" y="105"/>
                  <a:pt x="106" y="105"/>
                </a:cubicBezTo>
                <a:cubicBezTo>
                  <a:pt x="106" y="97"/>
                  <a:pt x="106" y="97"/>
                  <a:pt x="106" y="97"/>
                </a:cubicBezTo>
                <a:cubicBezTo>
                  <a:pt x="160" y="97"/>
                  <a:pt x="160" y="97"/>
                  <a:pt x="160" y="97"/>
                </a:cubicBezTo>
                <a:lnTo>
                  <a:pt x="160" y="105"/>
                </a:lnTo>
                <a:close/>
                <a:moveTo>
                  <a:pt x="160" y="130"/>
                </a:moveTo>
                <a:cubicBezTo>
                  <a:pt x="106" y="130"/>
                  <a:pt x="106" y="130"/>
                  <a:pt x="106" y="130"/>
                </a:cubicBezTo>
                <a:cubicBezTo>
                  <a:pt x="106" y="123"/>
                  <a:pt x="106" y="123"/>
                  <a:pt x="106" y="123"/>
                </a:cubicBezTo>
                <a:cubicBezTo>
                  <a:pt x="160" y="123"/>
                  <a:pt x="160" y="123"/>
                  <a:pt x="160" y="123"/>
                </a:cubicBezTo>
                <a:lnTo>
                  <a:pt x="160" y="130"/>
                </a:lnTo>
                <a:close/>
                <a:moveTo>
                  <a:pt x="160" y="155"/>
                </a:moveTo>
                <a:cubicBezTo>
                  <a:pt x="106" y="155"/>
                  <a:pt x="106" y="155"/>
                  <a:pt x="106" y="155"/>
                </a:cubicBezTo>
                <a:cubicBezTo>
                  <a:pt x="106" y="147"/>
                  <a:pt x="106" y="147"/>
                  <a:pt x="106" y="147"/>
                </a:cubicBezTo>
                <a:cubicBezTo>
                  <a:pt x="160" y="147"/>
                  <a:pt x="160" y="147"/>
                  <a:pt x="160" y="147"/>
                </a:cubicBezTo>
                <a:lnTo>
                  <a:pt x="160" y="155"/>
                </a:lnTo>
                <a:close/>
                <a:moveTo>
                  <a:pt x="160" y="179"/>
                </a:moveTo>
                <a:cubicBezTo>
                  <a:pt x="106" y="179"/>
                  <a:pt x="106" y="179"/>
                  <a:pt x="106" y="179"/>
                </a:cubicBezTo>
                <a:cubicBezTo>
                  <a:pt x="106" y="171"/>
                  <a:pt x="106" y="171"/>
                  <a:pt x="106" y="171"/>
                </a:cubicBezTo>
                <a:cubicBezTo>
                  <a:pt x="160" y="171"/>
                  <a:pt x="160" y="171"/>
                  <a:pt x="160" y="171"/>
                </a:cubicBezTo>
                <a:lnTo>
                  <a:pt x="160" y="179"/>
                </a:lnTo>
                <a:close/>
                <a:moveTo>
                  <a:pt x="160" y="203"/>
                </a:moveTo>
                <a:cubicBezTo>
                  <a:pt x="106" y="203"/>
                  <a:pt x="106" y="203"/>
                  <a:pt x="106" y="203"/>
                </a:cubicBezTo>
                <a:cubicBezTo>
                  <a:pt x="106" y="195"/>
                  <a:pt x="106" y="195"/>
                  <a:pt x="106" y="195"/>
                </a:cubicBezTo>
                <a:cubicBezTo>
                  <a:pt x="160" y="195"/>
                  <a:pt x="160" y="195"/>
                  <a:pt x="160" y="195"/>
                </a:cubicBezTo>
                <a:lnTo>
                  <a:pt x="160" y="203"/>
                </a:lnTo>
                <a:close/>
                <a:moveTo>
                  <a:pt x="114" y="57"/>
                </a:moveTo>
                <a:cubicBezTo>
                  <a:pt x="257" y="57"/>
                  <a:pt x="257" y="57"/>
                  <a:pt x="257" y="57"/>
                </a:cubicBezTo>
                <a:cubicBezTo>
                  <a:pt x="257" y="72"/>
                  <a:pt x="257" y="72"/>
                  <a:pt x="257" y="72"/>
                </a:cubicBezTo>
                <a:cubicBezTo>
                  <a:pt x="114" y="72"/>
                  <a:pt x="114" y="72"/>
                  <a:pt x="114" y="72"/>
                </a:cubicBezTo>
                <a:lnTo>
                  <a:pt x="114" y="57"/>
                </a:lnTo>
                <a:close/>
                <a:moveTo>
                  <a:pt x="182" y="97"/>
                </a:moveTo>
                <a:cubicBezTo>
                  <a:pt x="274" y="97"/>
                  <a:pt x="274" y="97"/>
                  <a:pt x="274" y="97"/>
                </a:cubicBezTo>
                <a:cubicBezTo>
                  <a:pt x="274" y="185"/>
                  <a:pt x="274" y="185"/>
                  <a:pt x="274" y="185"/>
                </a:cubicBezTo>
                <a:cubicBezTo>
                  <a:pt x="182" y="185"/>
                  <a:pt x="182" y="185"/>
                  <a:pt x="182" y="185"/>
                </a:cubicBezTo>
                <a:lnTo>
                  <a:pt x="182" y="9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9" name="Freeform 31"/>
          <p:cNvSpPr>
            <a:spLocks noEditPoints="1"/>
          </p:cNvSpPr>
          <p:nvPr/>
        </p:nvSpPr>
        <p:spPr bwMode="auto">
          <a:xfrm>
            <a:off x="3274752" y="2762617"/>
            <a:ext cx="295443" cy="295443"/>
          </a:xfrm>
          <a:custGeom>
            <a:avLst/>
            <a:gdLst>
              <a:gd name="T0" fmla="*/ 166 w 262"/>
              <a:gd name="T1" fmla="*/ 192 h 262"/>
              <a:gd name="T2" fmla="*/ 104 w 262"/>
              <a:gd name="T3" fmla="*/ 169 h 262"/>
              <a:gd name="T4" fmla="*/ 86 w 262"/>
              <a:gd name="T5" fmla="*/ 212 h 262"/>
              <a:gd name="T6" fmla="*/ 41 w 262"/>
              <a:gd name="T7" fmla="*/ 257 h 262"/>
              <a:gd name="T8" fmla="*/ 26 w 262"/>
              <a:gd name="T9" fmla="*/ 262 h 262"/>
              <a:gd name="T10" fmla="*/ 0 w 262"/>
              <a:gd name="T11" fmla="*/ 236 h 262"/>
              <a:gd name="T12" fmla="*/ 5 w 262"/>
              <a:gd name="T13" fmla="*/ 220 h 262"/>
              <a:gd name="T14" fmla="*/ 49 w 262"/>
              <a:gd name="T15" fmla="*/ 176 h 262"/>
              <a:gd name="T16" fmla="*/ 93 w 262"/>
              <a:gd name="T17" fmla="*/ 158 h 262"/>
              <a:gd name="T18" fmla="*/ 70 w 262"/>
              <a:gd name="T19" fmla="*/ 95 h 262"/>
              <a:gd name="T20" fmla="*/ 166 w 262"/>
              <a:gd name="T21" fmla="*/ 0 h 262"/>
              <a:gd name="T22" fmla="*/ 262 w 262"/>
              <a:gd name="T23" fmla="*/ 95 h 262"/>
              <a:gd name="T24" fmla="*/ 234 w 262"/>
              <a:gd name="T25" fmla="*/ 163 h 262"/>
              <a:gd name="T26" fmla="*/ 166 w 262"/>
              <a:gd name="T27" fmla="*/ 192 h 262"/>
              <a:gd name="T28" fmla="*/ 166 w 262"/>
              <a:gd name="T29" fmla="*/ 155 h 262"/>
              <a:gd name="T30" fmla="*/ 225 w 262"/>
              <a:gd name="T31" fmla="*/ 95 h 262"/>
              <a:gd name="T32" fmla="*/ 166 w 262"/>
              <a:gd name="T33" fmla="*/ 37 h 262"/>
              <a:gd name="T34" fmla="*/ 107 w 262"/>
              <a:gd name="T35" fmla="*/ 95 h 262"/>
              <a:gd name="T36" fmla="*/ 124 w 262"/>
              <a:gd name="T37" fmla="*/ 138 h 262"/>
              <a:gd name="T38" fmla="*/ 166 w 262"/>
              <a:gd name="T39" fmla="*/ 155 h 2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262" h="262">
                <a:moveTo>
                  <a:pt x="166" y="192"/>
                </a:moveTo>
                <a:cubicBezTo>
                  <a:pt x="144" y="192"/>
                  <a:pt x="122" y="184"/>
                  <a:pt x="104" y="169"/>
                </a:cubicBezTo>
                <a:cubicBezTo>
                  <a:pt x="86" y="212"/>
                  <a:pt x="86" y="212"/>
                  <a:pt x="86" y="212"/>
                </a:cubicBezTo>
                <a:cubicBezTo>
                  <a:pt x="41" y="257"/>
                  <a:pt x="41" y="257"/>
                  <a:pt x="41" y="257"/>
                </a:cubicBezTo>
                <a:cubicBezTo>
                  <a:pt x="36" y="260"/>
                  <a:pt x="31" y="262"/>
                  <a:pt x="26" y="262"/>
                </a:cubicBezTo>
                <a:cubicBezTo>
                  <a:pt x="11" y="262"/>
                  <a:pt x="0" y="250"/>
                  <a:pt x="0" y="236"/>
                </a:cubicBezTo>
                <a:cubicBezTo>
                  <a:pt x="0" y="230"/>
                  <a:pt x="2" y="225"/>
                  <a:pt x="5" y="220"/>
                </a:cubicBezTo>
                <a:cubicBezTo>
                  <a:pt x="49" y="176"/>
                  <a:pt x="49" y="176"/>
                  <a:pt x="49" y="176"/>
                </a:cubicBezTo>
                <a:cubicBezTo>
                  <a:pt x="93" y="158"/>
                  <a:pt x="93" y="158"/>
                  <a:pt x="93" y="158"/>
                </a:cubicBezTo>
                <a:cubicBezTo>
                  <a:pt x="78" y="140"/>
                  <a:pt x="70" y="117"/>
                  <a:pt x="70" y="95"/>
                </a:cubicBezTo>
                <a:cubicBezTo>
                  <a:pt x="70" y="43"/>
                  <a:pt x="114" y="0"/>
                  <a:pt x="166" y="0"/>
                </a:cubicBezTo>
                <a:cubicBezTo>
                  <a:pt x="218" y="0"/>
                  <a:pt x="262" y="44"/>
                  <a:pt x="262" y="95"/>
                </a:cubicBezTo>
                <a:cubicBezTo>
                  <a:pt x="262" y="120"/>
                  <a:pt x="253" y="145"/>
                  <a:pt x="234" y="163"/>
                </a:cubicBezTo>
                <a:cubicBezTo>
                  <a:pt x="215" y="182"/>
                  <a:pt x="191" y="192"/>
                  <a:pt x="166" y="192"/>
                </a:cubicBezTo>
                <a:close/>
                <a:moveTo>
                  <a:pt x="166" y="155"/>
                </a:moveTo>
                <a:cubicBezTo>
                  <a:pt x="198" y="155"/>
                  <a:pt x="225" y="128"/>
                  <a:pt x="225" y="95"/>
                </a:cubicBezTo>
                <a:cubicBezTo>
                  <a:pt x="225" y="64"/>
                  <a:pt x="198" y="37"/>
                  <a:pt x="166" y="37"/>
                </a:cubicBezTo>
                <a:cubicBezTo>
                  <a:pt x="134" y="37"/>
                  <a:pt x="107" y="64"/>
                  <a:pt x="107" y="95"/>
                </a:cubicBezTo>
                <a:cubicBezTo>
                  <a:pt x="107" y="111"/>
                  <a:pt x="113" y="126"/>
                  <a:pt x="124" y="138"/>
                </a:cubicBezTo>
                <a:cubicBezTo>
                  <a:pt x="136" y="149"/>
                  <a:pt x="151" y="155"/>
                  <a:pt x="166" y="15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0" name="Freeform 32"/>
          <p:cNvSpPr>
            <a:spLocks noEditPoints="1"/>
          </p:cNvSpPr>
          <p:nvPr/>
        </p:nvSpPr>
        <p:spPr bwMode="auto">
          <a:xfrm>
            <a:off x="3784663" y="2718849"/>
            <a:ext cx="367661" cy="358908"/>
          </a:xfrm>
          <a:custGeom>
            <a:avLst/>
            <a:gdLst>
              <a:gd name="T0" fmla="*/ 325 w 325"/>
              <a:gd name="T1" fmla="*/ 112 h 318"/>
              <a:gd name="T2" fmla="*/ 325 w 325"/>
              <a:gd name="T3" fmla="*/ 238 h 318"/>
              <a:gd name="T4" fmla="*/ 299 w 325"/>
              <a:gd name="T5" fmla="*/ 265 h 318"/>
              <a:gd name="T6" fmla="*/ 273 w 325"/>
              <a:gd name="T7" fmla="*/ 265 h 318"/>
              <a:gd name="T8" fmla="*/ 284 w 325"/>
              <a:gd name="T9" fmla="*/ 318 h 318"/>
              <a:gd name="T10" fmla="*/ 46 w 325"/>
              <a:gd name="T11" fmla="*/ 318 h 318"/>
              <a:gd name="T12" fmla="*/ 56 w 325"/>
              <a:gd name="T13" fmla="*/ 265 h 318"/>
              <a:gd name="T14" fmla="*/ 27 w 325"/>
              <a:gd name="T15" fmla="*/ 265 h 318"/>
              <a:gd name="T16" fmla="*/ 0 w 325"/>
              <a:gd name="T17" fmla="*/ 238 h 318"/>
              <a:gd name="T18" fmla="*/ 0 w 325"/>
              <a:gd name="T19" fmla="*/ 112 h 318"/>
              <a:gd name="T20" fmla="*/ 27 w 325"/>
              <a:gd name="T21" fmla="*/ 85 h 318"/>
              <a:gd name="T22" fmla="*/ 60 w 325"/>
              <a:gd name="T23" fmla="*/ 85 h 318"/>
              <a:gd name="T24" fmla="*/ 60 w 325"/>
              <a:gd name="T25" fmla="*/ 45 h 318"/>
              <a:gd name="T26" fmla="*/ 72 w 325"/>
              <a:gd name="T27" fmla="*/ 45 h 318"/>
              <a:gd name="T28" fmla="*/ 72 w 325"/>
              <a:gd name="T29" fmla="*/ 0 h 318"/>
              <a:gd name="T30" fmla="*/ 254 w 325"/>
              <a:gd name="T31" fmla="*/ 0 h 318"/>
              <a:gd name="T32" fmla="*/ 254 w 325"/>
              <a:gd name="T33" fmla="*/ 45 h 318"/>
              <a:gd name="T34" fmla="*/ 265 w 325"/>
              <a:gd name="T35" fmla="*/ 45 h 318"/>
              <a:gd name="T36" fmla="*/ 265 w 325"/>
              <a:gd name="T37" fmla="*/ 85 h 318"/>
              <a:gd name="T38" fmla="*/ 299 w 325"/>
              <a:gd name="T39" fmla="*/ 85 h 318"/>
              <a:gd name="T40" fmla="*/ 325 w 325"/>
              <a:gd name="T41" fmla="*/ 112 h 318"/>
              <a:gd name="T42" fmla="*/ 64 w 325"/>
              <a:gd name="T43" fmla="*/ 132 h 318"/>
              <a:gd name="T44" fmla="*/ 45 w 325"/>
              <a:gd name="T45" fmla="*/ 114 h 318"/>
              <a:gd name="T46" fmla="*/ 27 w 325"/>
              <a:gd name="T47" fmla="*/ 132 h 318"/>
              <a:gd name="T48" fmla="*/ 45 w 325"/>
              <a:gd name="T49" fmla="*/ 151 h 318"/>
              <a:gd name="T50" fmla="*/ 64 w 325"/>
              <a:gd name="T51" fmla="*/ 132 h 318"/>
              <a:gd name="T52" fmla="*/ 262 w 325"/>
              <a:gd name="T53" fmla="*/ 302 h 318"/>
              <a:gd name="T54" fmla="*/ 246 w 325"/>
              <a:gd name="T55" fmla="*/ 218 h 318"/>
              <a:gd name="T56" fmla="*/ 79 w 325"/>
              <a:gd name="T57" fmla="*/ 218 h 318"/>
              <a:gd name="T58" fmla="*/ 67 w 325"/>
              <a:gd name="T59" fmla="*/ 302 h 318"/>
              <a:gd name="T60" fmla="*/ 262 w 325"/>
              <a:gd name="T61" fmla="*/ 302 h 318"/>
              <a:gd name="T62" fmla="*/ 84 w 325"/>
              <a:gd name="T63" fmla="*/ 117 h 318"/>
              <a:gd name="T64" fmla="*/ 242 w 325"/>
              <a:gd name="T65" fmla="*/ 117 h 318"/>
              <a:gd name="T66" fmla="*/ 242 w 325"/>
              <a:gd name="T67" fmla="*/ 17 h 318"/>
              <a:gd name="T68" fmla="*/ 84 w 325"/>
              <a:gd name="T69" fmla="*/ 17 h 318"/>
              <a:gd name="T70" fmla="*/ 84 w 325"/>
              <a:gd name="T71" fmla="*/ 117 h 318"/>
              <a:gd name="T72" fmla="*/ 154 w 325"/>
              <a:gd name="T73" fmla="*/ 251 h 318"/>
              <a:gd name="T74" fmla="*/ 106 w 325"/>
              <a:gd name="T75" fmla="*/ 251 h 318"/>
              <a:gd name="T76" fmla="*/ 106 w 325"/>
              <a:gd name="T77" fmla="*/ 263 h 318"/>
              <a:gd name="T78" fmla="*/ 154 w 325"/>
              <a:gd name="T79" fmla="*/ 263 h 318"/>
              <a:gd name="T80" fmla="*/ 154 w 325"/>
              <a:gd name="T81" fmla="*/ 251 h 318"/>
              <a:gd name="T82" fmla="*/ 222 w 325"/>
              <a:gd name="T83" fmla="*/ 251 h 318"/>
              <a:gd name="T84" fmla="*/ 174 w 325"/>
              <a:gd name="T85" fmla="*/ 251 h 318"/>
              <a:gd name="T86" fmla="*/ 174 w 325"/>
              <a:gd name="T87" fmla="*/ 263 h 318"/>
              <a:gd name="T88" fmla="*/ 222 w 325"/>
              <a:gd name="T89" fmla="*/ 263 h 318"/>
              <a:gd name="T90" fmla="*/ 222 w 325"/>
              <a:gd name="T91" fmla="*/ 251 h 3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325" h="318">
                <a:moveTo>
                  <a:pt x="325" y="112"/>
                </a:moveTo>
                <a:cubicBezTo>
                  <a:pt x="325" y="238"/>
                  <a:pt x="325" y="238"/>
                  <a:pt x="325" y="238"/>
                </a:cubicBezTo>
                <a:cubicBezTo>
                  <a:pt x="325" y="253"/>
                  <a:pt x="313" y="265"/>
                  <a:pt x="299" y="265"/>
                </a:cubicBezTo>
                <a:cubicBezTo>
                  <a:pt x="273" y="265"/>
                  <a:pt x="273" y="265"/>
                  <a:pt x="273" y="265"/>
                </a:cubicBezTo>
                <a:cubicBezTo>
                  <a:pt x="284" y="318"/>
                  <a:pt x="284" y="318"/>
                  <a:pt x="284" y="318"/>
                </a:cubicBezTo>
                <a:cubicBezTo>
                  <a:pt x="46" y="318"/>
                  <a:pt x="46" y="318"/>
                  <a:pt x="46" y="318"/>
                </a:cubicBezTo>
                <a:cubicBezTo>
                  <a:pt x="56" y="265"/>
                  <a:pt x="56" y="265"/>
                  <a:pt x="56" y="265"/>
                </a:cubicBezTo>
                <a:cubicBezTo>
                  <a:pt x="27" y="265"/>
                  <a:pt x="27" y="265"/>
                  <a:pt x="27" y="265"/>
                </a:cubicBezTo>
                <a:cubicBezTo>
                  <a:pt x="12" y="265"/>
                  <a:pt x="0" y="253"/>
                  <a:pt x="0" y="238"/>
                </a:cubicBezTo>
                <a:cubicBezTo>
                  <a:pt x="0" y="112"/>
                  <a:pt x="0" y="112"/>
                  <a:pt x="0" y="112"/>
                </a:cubicBezTo>
                <a:cubicBezTo>
                  <a:pt x="0" y="97"/>
                  <a:pt x="12" y="85"/>
                  <a:pt x="27" y="85"/>
                </a:cubicBezTo>
                <a:cubicBezTo>
                  <a:pt x="60" y="85"/>
                  <a:pt x="60" y="85"/>
                  <a:pt x="60" y="85"/>
                </a:cubicBezTo>
                <a:cubicBezTo>
                  <a:pt x="60" y="45"/>
                  <a:pt x="60" y="45"/>
                  <a:pt x="60" y="45"/>
                </a:cubicBezTo>
                <a:cubicBezTo>
                  <a:pt x="72" y="45"/>
                  <a:pt x="72" y="45"/>
                  <a:pt x="72" y="45"/>
                </a:cubicBezTo>
                <a:cubicBezTo>
                  <a:pt x="72" y="0"/>
                  <a:pt x="72" y="0"/>
                  <a:pt x="72" y="0"/>
                </a:cubicBezTo>
                <a:cubicBezTo>
                  <a:pt x="254" y="0"/>
                  <a:pt x="254" y="0"/>
                  <a:pt x="254" y="0"/>
                </a:cubicBezTo>
                <a:cubicBezTo>
                  <a:pt x="254" y="45"/>
                  <a:pt x="254" y="45"/>
                  <a:pt x="254" y="45"/>
                </a:cubicBezTo>
                <a:cubicBezTo>
                  <a:pt x="265" y="45"/>
                  <a:pt x="265" y="45"/>
                  <a:pt x="265" y="45"/>
                </a:cubicBezTo>
                <a:cubicBezTo>
                  <a:pt x="265" y="85"/>
                  <a:pt x="265" y="85"/>
                  <a:pt x="265" y="85"/>
                </a:cubicBezTo>
                <a:cubicBezTo>
                  <a:pt x="299" y="85"/>
                  <a:pt x="299" y="85"/>
                  <a:pt x="299" y="85"/>
                </a:cubicBezTo>
                <a:cubicBezTo>
                  <a:pt x="313" y="85"/>
                  <a:pt x="325" y="97"/>
                  <a:pt x="325" y="112"/>
                </a:cubicBezTo>
                <a:close/>
                <a:moveTo>
                  <a:pt x="64" y="132"/>
                </a:moveTo>
                <a:cubicBezTo>
                  <a:pt x="64" y="122"/>
                  <a:pt x="56" y="114"/>
                  <a:pt x="45" y="114"/>
                </a:cubicBezTo>
                <a:cubicBezTo>
                  <a:pt x="35" y="114"/>
                  <a:pt x="27" y="122"/>
                  <a:pt x="27" y="132"/>
                </a:cubicBezTo>
                <a:cubicBezTo>
                  <a:pt x="27" y="143"/>
                  <a:pt x="35" y="151"/>
                  <a:pt x="45" y="151"/>
                </a:cubicBezTo>
                <a:cubicBezTo>
                  <a:pt x="56" y="151"/>
                  <a:pt x="64" y="143"/>
                  <a:pt x="64" y="132"/>
                </a:cubicBezTo>
                <a:close/>
                <a:moveTo>
                  <a:pt x="262" y="302"/>
                </a:moveTo>
                <a:cubicBezTo>
                  <a:pt x="246" y="218"/>
                  <a:pt x="246" y="218"/>
                  <a:pt x="246" y="218"/>
                </a:cubicBezTo>
                <a:cubicBezTo>
                  <a:pt x="79" y="218"/>
                  <a:pt x="79" y="218"/>
                  <a:pt x="79" y="218"/>
                </a:cubicBezTo>
                <a:cubicBezTo>
                  <a:pt x="67" y="302"/>
                  <a:pt x="67" y="302"/>
                  <a:pt x="67" y="302"/>
                </a:cubicBezTo>
                <a:lnTo>
                  <a:pt x="262" y="302"/>
                </a:lnTo>
                <a:close/>
                <a:moveTo>
                  <a:pt x="84" y="117"/>
                </a:moveTo>
                <a:cubicBezTo>
                  <a:pt x="242" y="117"/>
                  <a:pt x="242" y="117"/>
                  <a:pt x="242" y="117"/>
                </a:cubicBezTo>
                <a:cubicBezTo>
                  <a:pt x="242" y="17"/>
                  <a:pt x="242" y="17"/>
                  <a:pt x="242" y="17"/>
                </a:cubicBezTo>
                <a:cubicBezTo>
                  <a:pt x="84" y="17"/>
                  <a:pt x="84" y="17"/>
                  <a:pt x="84" y="17"/>
                </a:cubicBezTo>
                <a:lnTo>
                  <a:pt x="84" y="117"/>
                </a:lnTo>
                <a:close/>
                <a:moveTo>
                  <a:pt x="154" y="251"/>
                </a:moveTo>
                <a:cubicBezTo>
                  <a:pt x="106" y="251"/>
                  <a:pt x="106" y="251"/>
                  <a:pt x="106" y="251"/>
                </a:cubicBezTo>
                <a:cubicBezTo>
                  <a:pt x="106" y="263"/>
                  <a:pt x="106" y="263"/>
                  <a:pt x="106" y="263"/>
                </a:cubicBezTo>
                <a:cubicBezTo>
                  <a:pt x="154" y="263"/>
                  <a:pt x="154" y="263"/>
                  <a:pt x="154" y="263"/>
                </a:cubicBezTo>
                <a:lnTo>
                  <a:pt x="154" y="251"/>
                </a:lnTo>
                <a:close/>
                <a:moveTo>
                  <a:pt x="222" y="251"/>
                </a:moveTo>
                <a:cubicBezTo>
                  <a:pt x="174" y="251"/>
                  <a:pt x="174" y="251"/>
                  <a:pt x="174" y="251"/>
                </a:cubicBezTo>
                <a:cubicBezTo>
                  <a:pt x="174" y="263"/>
                  <a:pt x="174" y="263"/>
                  <a:pt x="174" y="263"/>
                </a:cubicBezTo>
                <a:cubicBezTo>
                  <a:pt x="222" y="263"/>
                  <a:pt x="222" y="263"/>
                  <a:pt x="222" y="263"/>
                </a:cubicBezTo>
                <a:lnTo>
                  <a:pt x="222" y="25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1" name="Freeform 33"/>
          <p:cNvSpPr>
            <a:spLocks/>
          </p:cNvSpPr>
          <p:nvPr/>
        </p:nvSpPr>
        <p:spPr bwMode="auto">
          <a:xfrm>
            <a:off x="4213602" y="2742920"/>
            <a:ext cx="352343" cy="306384"/>
          </a:xfrm>
          <a:custGeom>
            <a:avLst/>
            <a:gdLst>
              <a:gd name="T0" fmla="*/ 2 w 311"/>
              <a:gd name="T1" fmla="*/ 270 h 270"/>
              <a:gd name="T2" fmla="*/ 2 w 311"/>
              <a:gd name="T3" fmla="*/ 245 h 270"/>
              <a:gd name="T4" fmla="*/ 107 w 311"/>
              <a:gd name="T5" fmla="*/ 212 h 270"/>
              <a:gd name="T6" fmla="*/ 108 w 311"/>
              <a:gd name="T7" fmla="*/ 196 h 270"/>
              <a:gd name="T8" fmla="*/ 114 w 311"/>
              <a:gd name="T9" fmla="*/ 194 h 270"/>
              <a:gd name="T10" fmla="*/ 117 w 311"/>
              <a:gd name="T11" fmla="*/ 166 h 270"/>
              <a:gd name="T12" fmla="*/ 105 w 311"/>
              <a:gd name="T13" fmla="*/ 136 h 270"/>
              <a:gd name="T14" fmla="*/ 96 w 311"/>
              <a:gd name="T15" fmla="*/ 127 h 270"/>
              <a:gd name="T16" fmla="*/ 94 w 311"/>
              <a:gd name="T17" fmla="*/ 107 h 270"/>
              <a:gd name="T18" fmla="*/ 101 w 311"/>
              <a:gd name="T19" fmla="*/ 96 h 270"/>
              <a:gd name="T20" fmla="*/ 101 w 311"/>
              <a:gd name="T21" fmla="*/ 39 h 270"/>
              <a:gd name="T22" fmla="*/ 169 w 311"/>
              <a:gd name="T23" fmla="*/ 1 h 270"/>
              <a:gd name="T24" fmla="*/ 183 w 311"/>
              <a:gd name="T25" fmla="*/ 1 h 270"/>
              <a:gd name="T26" fmla="*/ 180 w 311"/>
              <a:gd name="T27" fmla="*/ 9 h 270"/>
              <a:gd name="T28" fmla="*/ 210 w 311"/>
              <a:gd name="T29" fmla="*/ 44 h 270"/>
              <a:gd name="T30" fmla="*/ 210 w 311"/>
              <a:gd name="T31" fmla="*/ 96 h 270"/>
              <a:gd name="T32" fmla="*/ 215 w 311"/>
              <a:gd name="T33" fmla="*/ 102 h 270"/>
              <a:gd name="T34" fmla="*/ 204 w 311"/>
              <a:gd name="T35" fmla="*/ 136 h 270"/>
              <a:gd name="T36" fmla="*/ 196 w 311"/>
              <a:gd name="T37" fmla="*/ 169 h 270"/>
              <a:gd name="T38" fmla="*/ 197 w 311"/>
              <a:gd name="T39" fmla="*/ 191 h 270"/>
              <a:gd name="T40" fmla="*/ 203 w 311"/>
              <a:gd name="T41" fmla="*/ 191 h 270"/>
              <a:gd name="T42" fmla="*/ 209 w 311"/>
              <a:gd name="T43" fmla="*/ 214 h 270"/>
              <a:gd name="T44" fmla="*/ 310 w 311"/>
              <a:gd name="T45" fmla="*/ 248 h 270"/>
              <a:gd name="T46" fmla="*/ 310 w 311"/>
              <a:gd name="T47" fmla="*/ 270 h 270"/>
              <a:gd name="T48" fmla="*/ 2 w 311"/>
              <a:gd name="T49" fmla="*/ 270 h 2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311" h="270">
                <a:moveTo>
                  <a:pt x="2" y="270"/>
                </a:moveTo>
                <a:cubicBezTo>
                  <a:pt x="2" y="270"/>
                  <a:pt x="0" y="266"/>
                  <a:pt x="2" y="245"/>
                </a:cubicBezTo>
                <a:cubicBezTo>
                  <a:pt x="19" y="236"/>
                  <a:pt x="103" y="214"/>
                  <a:pt x="107" y="212"/>
                </a:cubicBezTo>
                <a:cubicBezTo>
                  <a:pt x="108" y="196"/>
                  <a:pt x="108" y="196"/>
                  <a:pt x="108" y="196"/>
                </a:cubicBezTo>
                <a:cubicBezTo>
                  <a:pt x="114" y="194"/>
                  <a:pt x="114" y="194"/>
                  <a:pt x="114" y="194"/>
                </a:cubicBezTo>
                <a:cubicBezTo>
                  <a:pt x="114" y="194"/>
                  <a:pt x="117" y="170"/>
                  <a:pt x="117" y="166"/>
                </a:cubicBezTo>
                <a:cubicBezTo>
                  <a:pt x="117" y="166"/>
                  <a:pt x="107" y="147"/>
                  <a:pt x="105" y="136"/>
                </a:cubicBezTo>
                <a:cubicBezTo>
                  <a:pt x="105" y="136"/>
                  <a:pt x="97" y="136"/>
                  <a:pt x="96" y="127"/>
                </a:cubicBezTo>
                <a:cubicBezTo>
                  <a:pt x="94" y="119"/>
                  <a:pt x="96" y="113"/>
                  <a:pt x="94" y="107"/>
                </a:cubicBezTo>
                <a:cubicBezTo>
                  <a:pt x="92" y="101"/>
                  <a:pt x="97" y="94"/>
                  <a:pt x="101" y="96"/>
                </a:cubicBezTo>
                <a:cubicBezTo>
                  <a:pt x="101" y="96"/>
                  <a:pt x="92" y="51"/>
                  <a:pt x="101" y="39"/>
                </a:cubicBezTo>
                <a:cubicBezTo>
                  <a:pt x="107" y="31"/>
                  <a:pt x="125" y="9"/>
                  <a:pt x="169" y="1"/>
                </a:cubicBezTo>
                <a:cubicBezTo>
                  <a:pt x="169" y="1"/>
                  <a:pt x="180" y="0"/>
                  <a:pt x="183" y="1"/>
                </a:cubicBezTo>
                <a:cubicBezTo>
                  <a:pt x="186" y="2"/>
                  <a:pt x="185" y="3"/>
                  <a:pt x="180" y="9"/>
                </a:cubicBezTo>
                <a:cubicBezTo>
                  <a:pt x="180" y="9"/>
                  <a:pt x="203" y="22"/>
                  <a:pt x="210" y="44"/>
                </a:cubicBezTo>
                <a:cubicBezTo>
                  <a:pt x="214" y="58"/>
                  <a:pt x="212" y="88"/>
                  <a:pt x="210" y="96"/>
                </a:cubicBezTo>
                <a:cubicBezTo>
                  <a:pt x="210" y="96"/>
                  <a:pt x="216" y="94"/>
                  <a:pt x="215" y="102"/>
                </a:cubicBezTo>
                <a:cubicBezTo>
                  <a:pt x="214" y="116"/>
                  <a:pt x="214" y="140"/>
                  <a:pt x="204" y="136"/>
                </a:cubicBezTo>
                <a:cubicBezTo>
                  <a:pt x="204" y="136"/>
                  <a:pt x="204" y="163"/>
                  <a:pt x="196" y="169"/>
                </a:cubicBezTo>
                <a:cubicBezTo>
                  <a:pt x="196" y="169"/>
                  <a:pt x="193" y="190"/>
                  <a:pt x="197" y="191"/>
                </a:cubicBezTo>
                <a:cubicBezTo>
                  <a:pt x="203" y="191"/>
                  <a:pt x="203" y="191"/>
                  <a:pt x="203" y="191"/>
                </a:cubicBezTo>
                <a:cubicBezTo>
                  <a:pt x="203" y="191"/>
                  <a:pt x="205" y="209"/>
                  <a:pt x="209" y="214"/>
                </a:cubicBezTo>
                <a:cubicBezTo>
                  <a:pt x="209" y="214"/>
                  <a:pt x="301" y="237"/>
                  <a:pt x="310" y="248"/>
                </a:cubicBezTo>
                <a:cubicBezTo>
                  <a:pt x="311" y="259"/>
                  <a:pt x="310" y="270"/>
                  <a:pt x="310" y="270"/>
                </a:cubicBezTo>
                <a:lnTo>
                  <a:pt x="2" y="27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2" name="Freeform 34"/>
          <p:cNvSpPr>
            <a:spLocks/>
          </p:cNvSpPr>
          <p:nvPr/>
        </p:nvSpPr>
        <p:spPr bwMode="auto">
          <a:xfrm>
            <a:off x="4594395" y="2725414"/>
            <a:ext cx="529608" cy="323892"/>
          </a:xfrm>
          <a:custGeom>
            <a:avLst/>
            <a:gdLst>
              <a:gd name="T0" fmla="*/ 302 w 469"/>
              <a:gd name="T1" fmla="*/ 176 h 285"/>
              <a:gd name="T2" fmla="*/ 296 w 469"/>
              <a:gd name="T3" fmla="*/ 178 h 285"/>
              <a:gd name="T4" fmla="*/ 285 w 469"/>
              <a:gd name="T5" fmla="*/ 164 h 285"/>
              <a:gd name="T6" fmla="*/ 279 w 469"/>
              <a:gd name="T7" fmla="*/ 147 h 285"/>
              <a:gd name="T8" fmla="*/ 287 w 469"/>
              <a:gd name="T9" fmla="*/ 136 h 285"/>
              <a:gd name="T10" fmla="*/ 286 w 469"/>
              <a:gd name="T11" fmla="*/ 126 h 285"/>
              <a:gd name="T12" fmla="*/ 281 w 469"/>
              <a:gd name="T13" fmla="*/ 119 h 285"/>
              <a:gd name="T14" fmla="*/ 278 w 469"/>
              <a:gd name="T15" fmla="*/ 99 h 285"/>
              <a:gd name="T16" fmla="*/ 280 w 469"/>
              <a:gd name="T17" fmla="*/ 87 h 285"/>
              <a:gd name="T18" fmla="*/ 286 w 469"/>
              <a:gd name="T19" fmla="*/ 61 h 285"/>
              <a:gd name="T20" fmla="*/ 302 w 469"/>
              <a:gd name="T21" fmla="*/ 10 h 285"/>
              <a:gd name="T22" fmla="*/ 351 w 469"/>
              <a:gd name="T23" fmla="*/ 26 h 285"/>
              <a:gd name="T24" fmla="*/ 388 w 469"/>
              <a:gd name="T25" fmla="*/ 9 h 285"/>
              <a:gd name="T26" fmla="*/ 405 w 469"/>
              <a:gd name="T27" fmla="*/ 58 h 285"/>
              <a:gd name="T28" fmla="*/ 413 w 469"/>
              <a:gd name="T29" fmla="*/ 85 h 285"/>
              <a:gd name="T30" fmla="*/ 413 w 469"/>
              <a:gd name="T31" fmla="*/ 102 h 285"/>
              <a:gd name="T32" fmla="*/ 411 w 469"/>
              <a:gd name="T33" fmla="*/ 122 h 285"/>
              <a:gd name="T34" fmla="*/ 405 w 469"/>
              <a:gd name="T35" fmla="*/ 135 h 285"/>
              <a:gd name="T36" fmla="*/ 413 w 469"/>
              <a:gd name="T37" fmla="*/ 138 h 285"/>
              <a:gd name="T38" fmla="*/ 411 w 469"/>
              <a:gd name="T39" fmla="*/ 155 h 285"/>
              <a:gd name="T40" fmla="*/ 405 w 469"/>
              <a:gd name="T41" fmla="*/ 169 h 285"/>
              <a:gd name="T42" fmla="*/ 393 w 469"/>
              <a:gd name="T43" fmla="*/ 177 h 285"/>
              <a:gd name="T44" fmla="*/ 384 w 469"/>
              <a:gd name="T45" fmla="*/ 241 h 285"/>
              <a:gd name="T46" fmla="*/ 386 w 469"/>
              <a:gd name="T47" fmla="*/ 245 h 285"/>
              <a:gd name="T48" fmla="*/ 469 w 469"/>
              <a:gd name="T49" fmla="*/ 265 h 285"/>
              <a:gd name="T50" fmla="*/ 469 w 469"/>
              <a:gd name="T51" fmla="*/ 285 h 285"/>
              <a:gd name="T52" fmla="*/ 228 w 469"/>
              <a:gd name="T53" fmla="*/ 285 h 285"/>
              <a:gd name="T54" fmla="*/ 228 w 469"/>
              <a:gd name="T55" fmla="*/ 284 h 285"/>
              <a:gd name="T56" fmla="*/ 0 w 469"/>
              <a:gd name="T57" fmla="*/ 284 h 285"/>
              <a:gd name="T58" fmla="*/ 19 w 469"/>
              <a:gd name="T59" fmla="*/ 253 h 285"/>
              <a:gd name="T60" fmla="*/ 112 w 469"/>
              <a:gd name="T61" fmla="*/ 222 h 285"/>
              <a:gd name="T62" fmla="*/ 113 w 469"/>
              <a:gd name="T63" fmla="*/ 206 h 285"/>
              <a:gd name="T64" fmla="*/ 120 w 469"/>
              <a:gd name="T65" fmla="*/ 205 h 285"/>
              <a:gd name="T66" fmla="*/ 122 w 469"/>
              <a:gd name="T67" fmla="*/ 175 h 285"/>
              <a:gd name="T68" fmla="*/ 109 w 469"/>
              <a:gd name="T69" fmla="*/ 143 h 285"/>
              <a:gd name="T70" fmla="*/ 99 w 469"/>
              <a:gd name="T71" fmla="*/ 134 h 285"/>
              <a:gd name="T72" fmla="*/ 98 w 469"/>
              <a:gd name="T73" fmla="*/ 113 h 285"/>
              <a:gd name="T74" fmla="*/ 106 w 469"/>
              <a:gd name="T75" fmla="*/ 101 h 285"/>
              <a:gd name="T76" fmla="*/ 106 w 469"/>
              <a:gd name="T77" fmla="*/ 41 h 285"/>
              <a:gd name="T78" fmla="*/ 177 w 469"/>
              <a:gd name="T79" fmla="*/ 1 h 285"/>
              <a:gd name="T80" fmla="*/ 192 w 469"/>
              <a:gd name="T81" fmla="*/ 2 h 285"/>
              <a:gd name="T82" fmla="*/ 188 w 469"/>
              <a:gd name="T83" fmla="*/ 9 h 285"/>
              <a:gd name="T84" fmla="*/ 219 w 469"/>
              <a:gd name="T85" fmla="*/ 47 h 285"/>
              <a:gd name="T86" fmla="*/ 219 w 469"/>
              <a:gd name="T87" fmla="*/ 101 h 285"/>
              <a:gd name="T88" fmla="*/ 226 w 469"/>
              <a:gd name="T89" fmla="*/ 108 h 285"/>
              <a:gd name="T90" fmla="*/ 214 w 469"/>
              <a:gd name="T91" fmla="*/ 143 h 285"/>
              <a:gd name="T92" fmla="*/ 205 w 469"/>
              <a:gd name="T93" fmla="*/ 177 h 285"/>
              <a:gd name="T94" fmla="*/ 206 w 469"/>
              <a:gd name="T95" fmla="*/ 201 h 285"/>
              <a:gd name="T96" fmla="*/ 212 w 469"/>
              <a:gd name="T97" fmla="*/ 201 h 285"/>
              <a:gd name="T98" fmla="*/ 219 w 469"/>
              <a:gd name="T99" fmla="*/ 224 h 285"/>
              <a:gd name="T100" fmla="*/ 264 w 469"/>
              <a:gd name="T101" fmla="*/ 239 h 285"/>
              <a:gd name="T102" fmla="*/ 301 w 469"/>
              <a:gd name="T103" fmla="*/ 242 h 285"/>
              <a:gd name="T104" fmla="*/ 311 w 469"/>
              <a:gd name="T105" fmla="*/ 199 h 285"/>
              <a:gd name="T106" fmla="*/ 302 w 469"/>
              <a:gd name="T107" fmla="*/ 176 h 2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469" h="285">
                <a:moveTo>
                  <a:pt x="302" y="176"/>
                </a:moveTo>
                <a:cubicBezTo>
                  <a:pt x="302" y="176"/>
                  <a:pt x="301" y="180"/>
                  <a:pt x="296" y="178"/>
                </a:cubicBezTo>
                <a:cubicBezTo>
                  <a:pt x="291" y="176"/>
                  <a:pt x="287" y="169"/>
                  <a:pt x="285" y="164"/>
                </a:cubicBezTo>
                <a:cubicBezTo>
                  <a:pt x="285" y="158"/>
                  <a:pt x="280" y="149"/>
                  <a:pt x="279" y="147"/>
                </a:cubicBezTo>
                <a:cubicBezTo>
                  <a:pt x="277" y="143"/>
                  <a:pt x="278" y="136"/>
                  <a:pt x="287" y="136"/>
                </a:cubicBezTo>
                <a:cubicBezTo>
                  <a:pt x="287" y="136"/>
                  <a:pt x="283" y="129"/>
                  <a:pt x="286" y="126"/>
                </a:cubicBezTo>
                <a:cubicBezTo>
                  <a:pt x="286" y="126"/>
                  <a:pt x="277" y="127"/>
                  <a:pt x="281" y="119"/>
                </a:cubicBezTo>
                <a:cubicBezTo>
                  <a:pt x="281" y="119"/>
                  <a:pt x="264" y="113"/>
                  <a:pt x="278" y="99"/>
                </a:cubicBezTo>
                <a:cubicBezTo>
                  <a:pt x="278" y="99"/>
                  <a:pt x="269" y="89"/>
                  <a:pt x="280" y="87"/>
                </a:cubicBezTo>
                <a:cubicBezTo>
                  <a:pt x="280" y="87"/>
                  <a:pt x="264" y="68"/>
                  <a:pt x="286" y="61"/>
                </a:cubicBezTo>
                <a:cubicBezTo>
                  <a:pt x="286" y="61"/>
                  <a:pt x="266" y="12"/>
                  <a:pt x="302" y="10"/>
                </a:cubicBezTo>
                <a:cubicBezTo>
                  <a:pt x="321" y="7"/>
                  <a:pt x="334" y="19"/>
                  <a:pt x="351" y="26"/>
                </a:cubicBezTo>
                <a:cubicBezTo>
                  <a:pt x="351" y="26"/>
                  <a:pt x="375" y="7"/>
                  <a:pt x="388" y="9"/>
                </a:cubicBezTo>
                <a:cubicBezTo>
                  <a:pt x="412" y="14"/>
                  <a:pt x="419" y="37"/>
                  <a:pt x="405" y="58"/>
                </a:cubicBezTo>
                <a:cubicBezTo>
                  <a:pt x="420" y="54"/>
                  <a:pt x="425" y="77"/>
                  <a:pt x="413" y="85"/>
                </a:cubicBezTo>
                <a:cubicBezTo>
                  <a:pt x="413" y="85"/>
                  <a:pt x="420" y="93"/>
                  <a:pt x="413" y="102"/>
                </a:cubicBezTo>
                <a:cubicBezTo>
                  <a:pt x="413" y="102"/>
                  <a:pt x="424" y="116"/>
                  <a:pt x="411" y="122"/>
                </a:cubicBezTo>
                <a:cubicBezTo>
                  <a:pt x="411" y="122"/>
                  <a:pt x="408" y="131"/>
                  <a:pt x="405" y="135"/>
                </a:cubicBezTo>
                <a:cubicBezTo>
                  <a:pt x="405" y="135"/>
                  <a:pt x="411" y="134"/>
                  <a:pt x="413" y="138"/>
                </a:cubicBezTo>
                <a:cubicBezTo>
                  <a:pt x="415" y="143"/>
                  <a:pt x="416" y="148"/>
                  <a:pt x="411" y="155"/>
                </a:cubicBezTo>
                <a:cubicBezTo>
                  <a:pt x="407" y="161"/>
                  <a:pt x="406" y="165"/>
                  <a:pt x="405" y="169"/>
                </a:cubicBezTo>
                <a:cubicBezTo>
                  <a:pt x="403" y="173"/>
                  <a:pt x="402" y="183"/>
                  <a:pt x="393" y="177"/>
                </a:cubicBezTo>
                <a:cubicBezTo>
                  <a:pt x="380" y="193"/>
                  <a:pt x="375" y="219"/>
                  <a:pt x="384" y="241"/>
                </a:cubicBezTo>
                <a:cubicBezTo>
                  <a:pt x="386" y="245"/>
                  <a:pt x="386" y="245"/>
                  <a:pt x="386" y="245"/>
                </a:cubicBezTo>
                <a:cubicBezTo>
                  <a:pt x="416" y="251"/>
                  <a:pt x="452" y="258"/>
                  <a:pt x="469" y="265"/>
                </a:cubicBezTo>
                <a:cubicBezTo>
                  <a:pt x="469" y="285"/>
                  <a:pt x="469" y="285"/>
                  <a:pt x="469" y="285"/>
                </a:cubicBezTo>
                <a:cubicBezTo>
                  <a:pt x="228" y="285"/>
                  <a:pt x="228" y="285"/>
                  <a:pt x="228" y="285"/>
                </a:cubicBezTo>
                <a:cubicBezTo>
                  <a:pt x="228" y="284"/>
                  <a:pt x="228" y="284"/>
                  <a:pt x="228" y="284"/>
                </a:cubicBezTo>
                <a:cubicBezTo>
                  <a:pt x="0" y="284"/>
                  <a:pt x="0" y="284"/>
                  <a:pt x="0" y="284"/>
                </a:cubicBezTo>
                <a:cubicBezTo>
                  <a:pt x="0" y="284"/>
                  <a:pt x="1" y="262"/>
                  <a:pt x="19" y="253"/>
                </a:cubicBezTo>
                <a:cubicBezTo>
                  <a:pt x="38" y="244"/>
                  <a:pt x="107" y="224"/>
                  <a:pt x="112" y="222"/>
                </a:cubicBezTo>
                <a:cubicBezTo>
                  <a:pt x="113" y="206"/>
                  <a:pt x="113" y="206"/>
                  <a:pt x="113" y="206"/>
                </a:cubicBezTo>
                <a:cubicBezTo>
                  <a:pt x="120" y="205"/>
                  <a:pt x="120" y="205"/>
                  <a:pt x="120" y="205"/>
                </a:cubicBezTo>
                <a:cubicBezTo>
                  <a:pt x="120" y="205"/>
                  <a:pt x="122" y="179"/>
                  <a:pt x="122" y="175"/>
                </a:cubicBezTo>
                <a:cubicBezTo>
                  <a:pt x="122" y="175"/>
                  <a:pt x="112" y="155"/>
                  <a:pt x="109" y="143"/>
                </a:cubicBezTo>
                <a:cubicBezTo>
                  <a:pt x="109" y="143"/>
                  <a:pt x="101" y="143"/>
                  <a:pt x="99" y="134"/>
                </a:cubicBezTo>
                <a:cubicBezTo>
                  <a:pt x="99" y="125"/>
                  <a:pt x="99" y="119"/>
                  <a:pt x="98" y="113"/>
                </a:cubicBezTo>
                <a:cubicBezTo>
                  <a:pt x="96" y="106"/>
                  <a:pt x="101" y="99"/>
                  <a:pt x="106" y="101"/>
                </a:cubicBezTo>
                <a:cubicBezTo>
                  <a:pt x="106" y="101"/>
                  <a:pt x="96" y="55"/>
                  <a:pt x="106" y="41"/>
                </a:cubicBezTo>
                <a:cubicBezTo>
                  <a:pt x="112" y="32"/>
                  <a:pt x="131" y="9"/>
                  <a:pt x="177" y="1"/>
                </a:cubicBezTo>
                <a:cubicBezTo>
                  <a:pt x="177" y="1"/>
                  <a:pt x="188" y="0"/>
                  <a:pt x="192" y="2"/>
                </a:cubicBezTo>
                <a:cubicBezTo>
                  <a:pt x="195" y="2"/>
                  <a:pt x="194" y="3"/>
                  <a:pt x="188" y="9"/>
                </a:cubicBezTo>
                <a:cubicBezTo>
                  <a:pt x="188" y="9"/>
                  <a:pt x="212" y="24"/>
                  <a:pt x="219" y="47"/>
                </a:cubicBezTo>
                <a:cubicBezTo>
                  <a:pt x="224" y="61"/>
                  <a:pt x="222" y="92"/>
                  <a:pt x="219" y="101"/>
                </a:cubicBezTo>
                <a:cubicBezTo>
                  <a:pt x="219" y="101"/>
                  <a:pt x="227" y="99"/>
                  <a:pt x="226" y="108"/>
                </a:cubicBezTo>
                <a:cubicBezTo>
                  <a:pt x="224" y="122"/>
                  <a:pt x="224" y="148"/>
                  <a:pt x="214" y="143"/>
                </a:cubicBezTo>
                <a:cubicBezTo>
                  <a:pt x="214" y="143"/>
                  <a:pt x="214" y="171"/>
                  <a:pt x="205" y="177"/>
                </a:cubicBezTo>
                <a:cubicBezTo>
                  <a:pt x="205" y="177"/>
                  <a:pt x="202" y="200"/>
                  <a:pt x="206" y="201"/>
                </a:cubicBezTo>
                <a:cubicBezTo>
                  <a:pt x="212" y="201"/>
                  <a:pt x="212" y="201"/>
                  <a:pt x="212" y="201"/>
                </a:cubicBezTo>
                <a:cubicBezTo>
                  <a:pt x="212" y="201"/>
                  <a:pt x="215" y="220"/>
                  <a:pt x="219" y="224"/>
                </a:cubicBezTo>
                <a:cubicBezTo>
                  <a:pt x="219" y="224"/>
                  <a:pt x="240" y="233"/>
                  <a:pt x="264" y="239"/>
                </a:cubicBezTo>
                <a:cubicBezTo>
                  <a:pt x="274" y="241"/>
                  <a:pt x="287" y="242"/>
                  <a:pt x="301" y="242"/>
                </a:cubicBezTo>
                <a:cubicBezTo>
                  <a:pt x="305" y="230"/>
                  <a:pt x="311" y="227"/>
                  <a:pt x="311" y="199"/>
                </a:cubicBezTo>
                <a:cubicBezTo>
                  <a:pt x="311" y="188"/>
                  <a:pt x="302" y="176"/>
                  <a:pt x="302" y="17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3" name="Freeform 35"/>
          <p:cNvSpPr>
            <a:spLocks noEditPoints="1"/>
          </p:cNvSpPr>
          <p:nvPr/>
        </p:nvSpPr>
        <p:spPr bwMode="auto">
          <a:xfrm>
            <a:off x="5187468" y="2852344"/>
            <a:ext cx="389547" cy="194773"/>
          </a:xfrm>
          <a:custGeom>
            <a:avLst/>
            <a:gdLst>
              <a:gd name="T0" fmla="*/ 0 w 178"/>
              <a:gd name="T1" fmla="*/ 0 h 89"/>
              <a:gd name="T2" fmla="*/ 121 w 178"/>
              <a:gd name="T3" fmla="*/ 0 h 89"/>
              <a:gd name="T4" fmla="*/ 121 w 178"/>
              <a:gd name="T5" fmla="*/ 89 h 89"/>
              <a:gd name="T6" fmla="*/ 0 w 178"/>
              <a:gd name="T7" fmla="*/ 89 h 89"/>
              <a:gd name="T8" fmla="*/ 0 w 178"/>
              <a:gd name="T9" fmla="*/ 0 h 89"/>
              <a:gd name="T10" fmla="*/ 132 w 178"/>
              <a:gd name="T11" fmla="*/ 56 h 89"/>
              <a:gd name="T12" fmla="*/ 178 w 178"/>
              <a:gd name="T13" fmla="*/ 84 h 89"/>
              <a:gd name="T14" fmla="*/ 178 w 178"/>
              <a:gd name="T15" fmla="*/ 5 h 89"/>
              <a:gd name="T16" fmla="*/ 132 w 178"/>
              <a:gd name="T17" fmla="*/ 33 h 89"/>
              <a:gd name="T18" fmla="*/ 132 w 178"/>
              <a:gd name="T19" fmla="*/ 56 h 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78" h="89">
                <a:moveTo>
                  <a:pt x="0" y="0"/>
                </a:moveTo>
                <a:lnTo>
                  <a:pt x="121" y="0"/>
                </a:lnTo>
                <a:lnTo>
                  <a:pt x="121" y="89"/>
                </a:lnTo>
                <a:lnTo>
                  <a:pt x="0" y="89"/>
                </a:lnTo>
                <a:lnTo>
                  <a:pt x="0" y="0"/>
                </a:lnTo>
                <a:close/>
                <a:moveTo>
                  <a:pt x="132" y="56"/>
                </a:moveTo>
                <a:lnTo>
                  <a:pt x="178" y="84"/>
                </a:lnTo>
                <a:lnTo>
                  <a:pt x="178" y="5"/>
                </a:lnTo>
                <a:lnTo>
                  <a:pt x="132" y="33"/>
                </a:lnTo>
                <a:lnTo>
                  <a:pt x="132" y="5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4" name="Freeform 36"/>
          <p:cNvSpPr>
            <a:spLocks/>
          </p:cNvSpPr>
          <p:nvPr/>
        </p:nvSpPr>
        <p:spPr bwMode="auto">
          <a:xfrm>
            <a:off x="5662365" y="2797634"/>
            <a:ext cx="297631" cy="260428"/>
          </a:xfrm>
          <a:custGeom>
            <a:avLst/>
            <a:gdLst>
              <a:gd name="T0" fmla="*/ 33 w 262"/>
              <a:gd name="T1" fmla="*/ 131 h 229"/>
              <a:gd name="T2" fmla="*/ 0 w 262"/>
              <a:gd name="T3" fmla="*/ 63 h 229"/>
              <a:gd name="T4" fmla="*/ 63 w 262"/>
              <a:gd name="T5" fmla="*/ 0 h 229"/>
              <a:gd name="T6" fmla="*/ 131 w 262"/>
              <a:gd name="T7" fmla="*/ 40 h 229"/>
              <a:gd name="T8" fmla="*/ 199 w 262"/>
              <a:gd name="T9" fmla="*/ 0 h 229"/>
              <a:gd name="T10" fmla="*/ 262 w 262"/>
              <a:gd name="T11" fmla="*/ 63 h 229"/>
              <a:gd name="T12" fmla="*/ 229 w 262"/>
              <a:gd name="T13" fmla="*/ 131 h 229"/>
              <a:gd name="T14" fmla="*/ 131 w 262"/>
              <a:gd name="T15" fmla="*/ 229 h 229"/>
              <a:gd name="T16" fmla="*/ 33 w 262"/>
              <a:gd name="T17" fmla="*/ 131 h 2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62" h="229">
                <a:moveTo>
                  <a:pt x="33" y="131"/>
                </a:moveTo>
                <a:cubicBezTo>
                  <a:pt x="10" y="109"/>
                  <a:pt x="0" y="85"/>
                  <a:pt x="0" y="63"/>
                </a:cubicBezTo>
                <a:cubicBezTo>
                  <a:pt x="0" y="25"/>
                  <a:pt x="25" y="0"/>
                  <a:pt x="63" y="0"/>
                </a:cubicBezTo>
                <a:cubicBezTo>
                  <a:pt x="98" y="0"/>
                  <a:pt x="111" y="16"/>
                  <a:pt x="131" y="40"/>
                </a:cubicBezTo>
                <a:cubicBezTo>
                  <a:pt x="152" y="16"/>
                  <a:pt x="164" y="0"/>
                  <a:pt x="199" y="0"/>
                </a:cubicBezTo>
                <a:cubicBezTo>
                  <a:pt x="237" y="0"/>
                  <a:pt x="262" y="25"/>
                  <a:pt x="262" y="63"/>
                </a:cubicBezTo>
                <a:cubicBezTo>
                  <a:pt x="262" y="85"/>
                  <a:pt x="252" y="109"/>
                  <a:pt x="229" y="131"/>
                </a:cubicBezTo>
                <a:cubicBezTo>
                  <a:pt x="131" y="229"/>
                  <a:pt x="131" y="229"/>
                  <a:pt x="131" y="229"/>
                </a:cubicBezTo>
                <a:lnTo>
                  <a:pt x="33" y="13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5" name="Freeform 37"/>
          <p:cNvSpPr>
            <a:spLocks/>
          </p:cNvSpPr>
          <p:nvPr/>
        </p:nvSpPr>
        <p:spPr bwMode="auto">
          <a:xfrm>
            <a:off x="6014708" y="2734167"/>
            <a:ext cx="271369" cy="315139"/>
          </a:xfrm>
          <a:custGeom>
            <a:avLst/>
            <a:gdLst>
              <a:gd name="T0" fmla="*/ 74 w 241"/>
              <a:gd name="T1" fmla="*/ 169 h 278"/>
              <a:gd name="T2" fmla="*/ 68 w 241"/>
              <a:gd name="T3" fmla="*/ 171 h 278"/>
              <a:gd name="T4" fmla="*/ 57 w 241"/>
              <a:gd name="T5" fmla="*/ 157 h 278"/>
              <a:gd name="T6" fmla="*/ 50 w 241"/>
              <a:gd name="T7" fmla="*/ 140 h 278"/>
              <a:gd name="T8" fmla="*/ 58 w 241"/>
              <a:gd name="T9" fmla="*/ 129 h 278"/>
              <a:gd name="T10" fmla="*/ 58 w 241"/>
              <a:gd name="T11" fmla="*/ 119 h 278"/>
              <a:gd name="T12" fmla="*/ 53 w 241"/>
              <a:gd name="T13" fmla="*/ 112 h 278"/>
              <a:gd name="T14" fmla="*/ 50 w 241"/>
              <a:gd name="T15" fmla="*/ 92 h 278"/>
              <a:gd name="T16" fmla="*/ 52 w 241"/>
              <a:gd name="T17" fmla="*/ 80 h 278"/>
              <a:gd name="T18" fmla="*/ 57 w 241"/>
              <a:gd name="T19" fmla="*/ 54 h 278"/>
              <a:gd name="T20" fmla="*/ 74 w 241"/>
              <a:gd name="T21" fmla="*/ 3 h 278"/>
              <a:gd name="T22" fmla="*/ 123 w 241"/>
              <a:gd name="T23" fmla="*/ 19 h 278"/>
              <a:gd name="T24" fmla="*/ 160 w 241"/>
              <a:gd name="T25" fmla="*/ 2 h 278"/>
              <a:gd name="T26" fmla="*/ 177 w 241"/>
              <a:gd name="T27" fmla="*/ 51 h 278"/>
              <a:gd name="T28" fmla="*/ 185 w 241"/>
              <a:gd name="T29" fmla="*/ 78 h 278"/>
              <a:gd name="T30" fmla="*/ 185 w 241"/>
              <a:gd name="T31" fmla="*/ 95 h 278"/>
              <a:gd name="T32" fmla="*/ 182 w 241"/>
              <a:gd name="T33" fmla="*/ 115 h 278"/>
              <a:gd name="T34" fmla="*/ 177 w 241"/>
              <a:gd name="T35" fmla="*/ 128 h 278"/>
              <a:gd name="T36" fmla="*/ 184 w 241"/>
              <a:gd name="T37" fmla="*/ 131 h 278"/>
              <a:gd name="T38" fmla="*/ 183 w 241"/>
              <a:gd name="T39" fmla="*/ 148 h 278"/>
              <a:gd name="T40" fmla="*/ 176 w 241"/>
              <a:gd name="T41" fmla="*/ 162 h 278"/>
              <a:gd name="T42" fmla="*/ 164 w 241"/>
              <a:gd name="T43" fmla="*/ 170 h 278"/>
              <a:gd name="T44" fmla="*/ 156 w 241"/>
              <a:gd name="T45" fmla="*/ 234 h 278"/>
              <a:gd name="T46" fmla="*/ 158 w 241"/>
              <a:gd name="T47" fmla="*/ 238 h 278"/>
              <a:gd name="T48" fmla="*/ 241 w 241"/>
              <a:gd name="T49" fmla="*/ 258 h 278"/>
              <a:gd name="T50" fmla="*/ 241 w 241"/>
              <a:gd name="T51" fmla="*/ 278 h 278"/>
              <a:gd name="T52" fmla="*/ 0 w 241"/>
              <a:gd name="T53" fmla="*/ 278 h 278"/>
              <a:gd name="T54" fmla="*/ 0 w 241"/>
              <a:gd name="T55" fmla="*/ 261 h 278"/>
              <a:gd name="T56" fmla="*/ 72 w 241"/>
              <a:gd name="T57" fmla="*/ 238 h 278"/>
              <a:gd name="T58" fmla="*/ 82 w 241"/>
              <a:gd name="T59" fmla="*/ 192 h 278"/>
              <a:gd name="T60" fmla="*/ 74 w 241"/>
              <a:gd name="T61" fmla="*/ 169 h 2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241" h="278">
                <a:moveTo>
                  <a:pt x="74" y="169"/>
                </a:moveTo>
                <a:cubicBezTo>
                  <a:pt x="74" y="169"/>
                  <a:pt x="73" y="173"/>
                  <a:pt x="68" y="171"/>
                </a:cubicBezTo>
                <a:cubicBezTo>
                  <a:pt x="63" y="169"/>
                  <a:pt x="58" y="162"/>
                  <a:pt x="57" y="157"/>
                </a:cubicBezTo>
                <a:cubicBezTo>
                  <a:pt x="56" y="151"/>
                  <a:pt x="52" y="142"/>
                  <a:pt x="50" y="140"/>
                </a:cubicBezTo>
                <a:cubicBezTo>
                  <a:pt x="49" y="136"/>
                  <a:pt x="50" y="129"/>
                  <a:pt x="58" y="129"/>
                </a:cubicBezTo>
                <a:cubicBezTo>
                  <a:pt x="58" y="129"/>
                  <a:pt x="55" y="122"/>
                  <a:pt x="58" y="119"/>
                </a:cubicBezTo>
                <a:cubicBezTo>
                  <a:pt x="58" y="119"/>
                  <a:pt x="49" y="120"/>
                  <a:pt x="53" y="112"/>
                </a:cubicBezTo>
                <a:cubicBezTo>
                  <a:pt x="53" y="112"/>
                  <a:pt x="35" y="106"/>
                  <a:pt x="50" y="92"/>
                </a:cubicBezTo>
                <a:cubicBezTo>
                  <a:pt x="50" y="92"/>
                  <a:pt x="41" y="82"/>
                  <a:pt x="52" y="80"/>
                </a:cubicBezTo>
                <a:cubicBezTo>
                  <a:pt x="52" y="80"/>
                  <a:pt x="35" y="61"/>
                  <a:pt x="57" y="54"/>
                </a:cubicBezTo>
                <a:cubicBezTo>
                  <a:pt x="57" y="54"/>
                  <a:pt x="38" y="5"/>
                  <a:pt x="74" y="3"/>
                </a:cubicBezTo>
                <a:cubicBezTo>
                  <a:pt x="93" y="0"/>
                  <a:pt x="106" y="12"/>
                  <a:pt x="123" y="19"/>
                </a:cubicBezTo>
                <a:cubicBezTo>
                  <a:pt x="123" y="19"/>
                  <a:pt x="147" y="0"/>
                  <a:pt x="160" y="2"/>
                </a:cubicBezTo>
                <a:cubicBezTo>
                  <a:pt x="184" y="7"/>
                  <a:pt x="190" y="30"/>
                  <a:pt x="177" y="51"/>
                </a:cubicBezTo>
                <a:cubicBezTo>
                  <a:pt x="191" y="47"/>
                  <a:pt x="197" y="70"/>
                  <a:pt x="185" y="78"/>
                </a:cubicBezTo>
                <a:cubicBezTo>
                  <a:pt x="185" y="78"/>
                  <a:pt x="192" y="86"/>
                  <a:pt x="185" y="95"/>
                </a:cubicBezTo>
                <a:cubicBezTo>
                  <a:pt x="185" y="95"/>
                  <a:pt x="195" y="109"/>
                  <a:pt x="182" y="115"/>
                </a:cubicBezTo>
                <a:cubicBezTo>
                  <a:pt x="182" y="115"/>
                  <a:pt x="180" y="124"/>
                  <a:pt x="177" y="128"/>
                </a:cubicBezTo>
                <a:cubicBezTo>
                  <a:pt x="177" y="128"/>
                  <a:pt x="183" y="127"/>
                  <a:pt x="184" y="131"/>
                </a:cubicBezTo>
                <a:cubicBezTo>
                  <a:pt x="187" y="136"/>
                  <a:pt x="187" y="141"/>
                  <a:pt x="183" y="148"/>
                </a:cubicBezTo>
                <a:cubicBezTo>
                  <a:pt x="179" y="154"/>
                  <a:pt x="178" y="158"/>
                  <a:pt x="176" y="162"/>
                </a:cubicBezTo>
                <a:cubicBezTo>
                  <a:pt x="175" y="166"/>
                  <a:pt x="174" y="176"/>
                  <a:pt x="164" y="170"/>
                </a:cubicBezTo>
                <a:cubicBezTo>
                  <a:pt x="151" y="186"/>
                  <a:pt x="147" y="212"/>
                  <a:pt x="156" y="234"/>
                </a:cubicBezTo>
                <a:cubicBezTo>
                  <a:pt x="158" y="238"/>
                  <a:pt x="158" y="238"/>
                  <a:pt x="158" y="238"/>
                </a:cubicBezTo>
                <a:cubicBezTo>
                  <a:pt x="187" y="244"/>
                  <a:pt x="224" y="251"/>
                  <a:pt x="241" y="258"/>
                </a:cubicBezTo>
                <a:cubicBezTo>
                  <a:pt x="241" y="266"/>
                  <a:pt x="241" y="278"/>
                  <a:pt x="241" y="278"/>
                </a:cubicBezTo>
                <a:cubicBezTo>
                  <a:pt x="0" y="278"/>
                  <a:pt x="0" y="278"/>
                  <a:pt x="0" y="278"/>
                </a:cubicBezTo>
                <a:cubicBezTo>
                  <a:pt x="0" y="278"/>
                  <a:pt x="0" y="271"/>
                  <a:pt x="0" y="261"/>
                </a:cubicBezTo>
                <a:cubicBezTo>
                  <a:pt x="14" y="252"/>
                  <a:pt x="43" y="245"/>
                  <a:pt x="72" y="238"/>
                </a:cubicBezTo>
                <a:cubicBezTo>
                  <a:pt x="75" y="223"/>
                  <a:pt x="83" y="223"/>
                  <a:pt x="82" y="192"/>
                </a:cubicBezTo>
                <a:cubicBezTo>
                  <a:pt x="82" y="181"/>
                  <a:pt x="74" y="169"/>
                  <a:pt x="74" y="16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6" name="Freeform 38"/>
          <p:cNvSpPr>
            <a:spLocks noEditPoints="1"/>
          </p:cNvSpPr>
          <p:nvPr/>
        </p:nvSpPr>
        <p:spPr bwMode="auto">
          <a:xfrm>
            <a:off x="6349540" y="2738544"/>
            <a:ext cx="308573" cy="343589"/>
          </a:xfrm>
          <a:custGeom>
            <a:avLst/>
            <a:gdLst>
              <a:gd name="T0" fmla="*/ 248 w 273"/>
              <a:gd name="T1" fmla="*/ 226 h 304"/>
              <a:gd name="T2" fmla="*/ 90 w 273"/>
              <a:gd name="T3" fmla="*/ 249 h 304"/>
              <a:gd name="T4" fmla="*/ 90 w 273"/>
              <a:gd name="T5" fmla="*/ 269 h 304"/>
              <a:gd name="T6" fmla="*/ 81 w 273"/>
              <a:gd name="T7" fmla="*/ 279 h 304"/>
              <a:gd name="T8" fmla="*/ 10 w 273"/>
              <a:gd name="T9" fmla="*/ 279 h 304"/>
              <a:gd name="T10" fmla="*/ 0 w 273"/>
              <a:gd name="T11" fmla="*/ 269 h 304"/>
              <a:gd name="T12" fmla="*/ 0 w 273"/>
              <a:gd name="T13" fmla="*/ 103 h 304"/>
              <a:gd name="T14" fmla="*/ 10 w 273"/>
              <a:gd name="T15" fmla="*/ 93 h 304"/>
              <a:gd name="T16" fmla="*/ 81 w 273"/>
              <a:gd name="T17" fmla="*/ 93 h 304"/>
              <a:gd name="T18" fmla="*/ 90 w 273"/>
              <a:gd name="T19" fmla="*/ 103 h 304"/>
              <a:gd name="T20" fmla="*/ 90 w 273"/>
              <a:gd name="T21" fmla="*/ 114 h 304"/>
              <a:gd name="T22" fmla="*/ 142 w 273"/>
              <a:gd name="T23" fmla="*/ 35 h 304"/>
              <a:gd name="T24" fmla="*/ 178 w 273"/>
              <a:gd name="T25" fmla="*/ 0 h 304"/>
              <a:gd name="T26" fmla="*/ 221 w 273"/>
              <a:gd name="T27" fmla="*/ 59 h 304"/>
              <a:gd name="T28" fmla="*/ 211 w 273"/>
              <a:gd name="T29" fmla="*/ 96 h 304"/>
              <a:gd name="T30" fmla="*/ 217 w 273"/>
              <a:gd name="T31" fmla="*/ 96 h 304"/>
              <a:gd name="T32" fmla="*/ 261 w 273"/>
              <a:gd name="T33" fmla="*/ 144 h 304"/>
              <a:gd name="T34" fmla="*/ 257 w 273"/>
              <a:gd name="T35" fmla="*/ 187 h 304"/>
              <a:gd name="T36" fmla="*/ 248 w 273"/>
              <a:gd name="T37" fmla="*/ 226 h 304"/>
              <a:gd name="T38" fmla="*/ 219 w 273"/>
              <a:gd name="T39" fmla="*/ 181 h 304"/>
              <a:gd name="T40" fmla="*/ 222 w 273"/>
              <a:gd name="T41" fmla="*/ 154 h 304"/>
              <a:gd name="T42" fmla="*/ 222 w 273"/>
              <a:gd name="T43" fmla="*/ 149 h 304"/>
              <a:gd name="T44" fmla="*/ 217 w 273"/>
              <a:gd name="T45" fmla="*/ 120 h 304"/>
              <a:gd name="T46" fmla="*/ 191 w 273"/>
              <a:gd name="T47" fmla="*/ 120 h 304"/>
              <a:gd name="T48" fmla="*/ 178 w 273"/>
              <a:gd name="T49" fmla="*/ 109 h 304"/>
              <a:gd name="T50" fmla="*/ 196 w 273"/>
              <a:gd name="T51" fmla="*/ 59 h 304"/>
              <a:gd name="T52" fmla="*/ 178 w 273"/>
              <a:gd name="T53" fmla="*/ 24 h 304"/>
              <a:gd name="T54" fmla="*/ 166 w 273"/>
              <a:gd name="T55" fmla="*/ 38 h 304"/>
              <a:gd name="T56" fmla="*/ 90 w 273"/>
              <a:gd name="T57" fmla="*/ 144 h 304"/>
              <a:gd name="T58" fmla="*/ 90 w 273"/>
              <a:gd name="T59" fmla="*/ 222 h 304"/>
              <a:gd name="T60" fmla="*/ 196 w 273"/>
              <a:gd name="T61" fmla="*/ 247 h 304"/>
              <a:gd name="T62" fmla="*/ 210 w 273"/>
              <a:gd name="T63" fmla="*/ 218 h 304"/>
              <a:gd name="T64" fmla="*/ 209 w 273"/>
              <a:gd name="T65" fmla="*/ 212 h 304"/>
              <a:gd name="T66" fmla="*/ 219 w 273"/>
              <a:gd name="T67" fmla="*/ 186 h 304"/>
              <a:gd name="T68" fmla="*/ 219 w 273"/>
              <a:gd name="T69" fmla="*/ 181 h 3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273" h="304">
                <a:moveTo>
                  <a:pt x="248" y="226"/>
                </a:moveTo>
                <a:cubicBezTo>
                  <a:pt x="273" y="304"/>
                  <a:pt x="104" y="262"/>
                  <a:pt x="90" y="249"/>
                </a:cubicBezTo>
                <a:cubicBezTo>
                  <a:pt x="90" y="269"/>
                  <a:pt x="90" y="269"/>
                  <a:pt x="90" y="269"/>
                </a:cubicBezTo>
                <a:cubicBezTo>
                  <a:pt x="90" y="275"/>
                  <a:pt x="86" y="279"/>
                  <a:pt x="81" y="279"/>
                </a:cubicBezTo>
                <a:cubicBezTo>
                  <a:pt x="10" y="279"/>
                  <a:pt x="10" y="279"/>
                  <a:pt x="10" y="279"/>
                </a:cubicBezTo>
                <a:cubicBezTo>
                  <a:pt x="5" y="279"/>
                  <a:pt x="0" y="275"/>
                  <a:pt x="0" y="269"/>
                </a:cubicBezTo>
                <a:cubicBezTo>
                  <a:pt x="0" y="103"/>
                  <a:pt x="0" y="103"/>
                  <a:pt x="0" y="103"/>
                </a:cubicBezTo>
                <a:cubicBezTo>
                  <a:pt x="0" y="98"/>
                  <a:pt x="5" y="93"/>
                  <a:pt x="10" y="93"/>
                </a:cubicBezTo>
                <a:cubicBezTo>
                  <a:pt x="81" y="93"/>
                  <a:pt x="81" y="93"/>
                  <a:pt x="81" y="93"/>
                </a:cubicBezTo>
                <a:cubicBezTo>
                  <a:pt x="86" y="93"/>
                  <a:pt x="90" y="98"/>
                  <a:pt x="90" y="103"/>
                </a:cubicBezTo>
                <a:cubicBezTo>
                  <a:pt x="90" y="114"/>
                  <a:pt x="90" y="114"/>
                  <a:pt x="90" y="114"/>
                </a:cubicBezTo>
                <a:cubicBezTo>
                  <a:pt x="124" y="92"/>
                  <a:pt x="141" y="37"/>
                  <a:pt x="142" y="35"/>
                </a:cubicBezTo>
                <a:cubicBezTo>
                  <a:pt x="147" y="13"/>
                  <a:pt x="160" y="0"/>
                  <a:pt x="178" y="0"/>
                </a:cubicBezTo>
                <a:cubicBezTo>
                  <a:pt x="198" y="0"/>
                  <a:pt x="221" y="19"/>
                  <a:pt x="221" y="59"/>
                </a:cubicBezTo>
                <a:cubicBezTo>
                  <a:pt x="221" y="69"/>
                  <a:pt x="217" y="84"/>
                  <a:pt x="211" y="96"/>
                </a:cubicBezTo>
                <a:cubicBezTo>
                  <a:pt x="217" y="96"/>
                  <a:pt x="217" y="96"/>
                  <a:pt x="217" y="96"/>
                </a:cubicBezTo>
                <a:cubicBezTo>
                  <a:pt x="242" y="96"/>
                  <a:pt x="271" y="108"/>
                  <a:pt x="261" y="144"/>
                </a:cubicBezTo>
                <a:cubicBezTo>
                  <a:pt x="271" y="161"/>
                  <a:pt x="265" y="180"/>
                  <a:pt x="257" y="187"/>
                </a:cubicBezTo>
                <a:cubicBezTo>
                  <a:pt x="265" y="202"/>
                  <a:pt x="258" y="218"/>
                  <a:pt x="248" y="226"/>
                </a:cubicBezTo>
                <a:close/>
                <a:moveTo>
                  <a:pt x="219" y="181"/>
                </a:moveTo>
                <a:cubicBezTo>
                  <a:pt x="244" y="181"/>
                  <a:pt x="245" y="155"/>
                  <a:pt x="222" y="154"/>
                </a:cubicBezTo>
                <a:cubicBezTo>
                  <a:pt x="218" y="153"/>
                  <a:pt x="218" y="149"/>
                  <a:pt x="222" y="149"/>
                </a:cubicBezTo>
                <a:cubicBezTo>
                  <a:pt x="245" y="149"/>
                  <a:pt x="241" y="120"/>
                  <a:pt x="217" y="120"/>
                </a:cubicBezTo>
                <a:cubicBezTo>
                  <a:pt x="191" y="120"/>
                  <a:pt x="191" y="120"/>
                  <a:pt x="191" y="120"/>
                </a:cubicBezTo>
                <a:cubicBezTo>
                  <a:pt x="182" y="120"/>
                  <a:pt x="178" y="115"/>
                  <a:pt x="178" y="109"/>
                </a:cubicBezTo>
                <a:cubicBezTo>
                  <a:pt x="178" y="99"/>
                  <a:pt x="196" y="76"/>
                  <a:pt x="196" y="59"/>
                </a:cubicBezTo>
                <a:cubicBezTo>
                  <a:pt x="196" y="37"/>
                  <a:pt x="185" y="24"/>
                  <a:pt x="178" y="24"/>
                </a:cubicBezTo>
                <a:cubicBezTo>
                  <a:pt x="171" y="24"/>
                  <a:pt x="167" y="30"/>
                  <a:pt x="166" y="38"/>
                </a:cubicBezTo>
                <a:cubicBezTo>
                  <a:pt x="161" y="72"/>
                  <a:pt x="123" y="129"/>
                  <a:pt x="90" y="144"/>
                </a:cubicBezTo>
                <a:cubicBezTo>
                  <a:pt x="90" y="222"/>
                  <a:pt x="90" y="222"/>
                  <a:pt x="90" y="222"/>
                </a:cubicBezTo>
                <a:cubicBezTo>
                  <a:pt x="137" y="244"/>
                  <a:pt x="177" y="246"/>
                  <a:pt x="196" y="247"/>
                </a:cubicBezTo>
                <a:cubicBezTo>
                  <a:pt x="226" y="248"/>
                  <a:pt x="240" y="225"/>
                  <a:pt x="210" y="218"/>
                </a:cubicBezTo>
                <a:cubicBezTo>
                  <a:pt x="204" y="217"/>
                  <a:pt x="204" y="212"/>
                  <a:pt x="209" y="212"/>
                </a:cubicBezTo>
                <a:cubicBezTo>
                  <a:pt x="240" y="212"/>
                  <a:pt x="242" y="189"/>
                  <a:pt x="219" y="186"/>
                </a:cubicBezTo>
                <a:cubicBezTo>
                  <a:pt x="214" y="185"/>
                  <a:pt x="214" y="181"/>
                  <a:pt x="219" y="18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7" name="Freeform 39"/>
          <p:cNvSpPr>
            <a:spLocks noEditPoints="1"/>
          </p:cNvSpPr>
          <p:nvPr/>
        </p:nvSpPr>
        <p:spPr bwMode="auto">
          <a:xfrm>
            <a:off x="6697507" y="2738544"/>
            <a:ext cx="321704" cy="321704"/>
          </a:xfrm>
          <a:custGeom>
            <a:avLst/>
            <a:gdLst>
              <a:gd name="T0" fmla="*/ 41 w 284"/>
              <a:gd name="T1" fmla="*/ 41 h 284"/>
              <a:gd name="T2" fmla="*/ 188 w 284"/>
              <a:gd name="T3" fmla="*/ 41 h 284"/>
              <a:gd name="T4" fmla="*/ 193 w 284"/>
              <a:gd name="T5" fmla="*/ 182 h 284"/>
              <a:gd name="T6" fmla="*/ 232 w 284"/>
              <a:gd name="T7" fmla="*/ 196 h 284"/>
              <a:gd name="T8" fmla="*/ 277 w 284"/>
              <a:gd name="T9" fmla="*/ 240 h 284"/>
              <a:gd name="T10" fmla="*/ 274 w 284"/>
              <a:gd name="T11" fmla="*/ 274 h 284"/>
              <a:gd name="T12" fmla="*/ 240 w 284"/>
              <a:gd name="T13" fmla="*/ 277 h 284"/>
              <a:gd name="T14" fmla="*/ 196 w 284"/>
              <a:gd name="T15" fmla="*/ 232 h 284"/>
              <a:gd name="T16" fmla="*/ 182 w 284"/>
              <a:gd name="T17" fmla="*/ 193 h 284"/>
              <a:gd name="T18" fmla="*/ 41 w 284"/>
              <a:gd name="T19" fmla="*/ 188 h 284"/>
              <a:gd name="T20" fmla="*/ 41 w 284"/>
              <a:gd name="T21" fmla="*/ 41 h 284"/>
              <a:gd name="T22" fmla="*/ 168 w 284"/>
              <a:gd name="T23" fmla="*/ 60 h 284"/>
              <a:gd name="T24" fmla="*/ 60 w 284"/>
              <a:gd name="T25" fmla="*/ 60 h 284"/>
              <a:gd name="T26" fmla="*/ 60 w 284"/>
              <a:gd name="T27" fmla="*/ 168 h 284"/>
              <a:gd name="T28" fmla="*/ 168 w 284"/>
              <a:gd name="T29" fmla="*/ 168 h 284"/>
              <a:gd name="T30" fmla="*/ 168 w 284"/>
              <a:gd name="T31" fmla="*/ 60 h 284"/>
              <a:gd name="T32" fmla="*/ 160 w 284"/>
              <a:gd name="T33" fmla="*/ 97 h 284"/>
              <a:gd name="T34" fmla="*/ 160 w 284"/>
              <a:gd name="T35" fmla="*/ 130 h 284"/>
              <a:gd name="T36" fmla="*/ 68 w 284"/>
              <a:gd name="T37" fmla="*/ 130 h 284"/>
              <a:gd name="T38" fmla="*/ 68 w 284"/>
              <a:gd name="T39" fmla="*/ 97 h 284"/>
              <a:gd name="T40" fmla="*/ 160 w 284"/>
              <a:gd name="T41" fmla="*/ 97 h 2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284" h="284">
                <a:moveTo>
                  <a:pt x="41" y="41"/>
                </a:moveTo>
                <a:cubicBezTo>
                  <a:pt x="81" y="0"/>
                  <a:pt x="147" y="0"/>
                  <a:pt x="188" y="41"/>
                </a:cubicBezTo>
                <a:cubicBezTo>
                  <a:pt x="226" y="79"/>
                  <a:pt x="225" y="144"/>
                  <a:pt x="193" y="182"/>
                </a:cubicBezTo>
                <a:cubicBezTo>
                  <a:pt x="232" y="196"/>
                  <a:pt x="232" y="196"/>
                  <a:pt x="232" y="196"/>
                </a:cubicBezTo>
                <a:cubicBezTo>
                  <a:pt x="277" y="240"/>
                  <a:pt x="277" y="240"/>
                  <a:pt x="277" y="240"/>
                </a:cubicBezTo>
                <a:cubicBezTo>
                  <a:pt x="284" y="250"/>
                  <a:pt x="284" y="265"/>
                  <a:pt x="274" y="274"/>
                </a:cubicBezTo>
                <a:cubicBezTo>
                  <a:pt x="265" y="283"/>
                  <a:pt x="251" y="284"/>
                  <a:pt x="240" y="277"/>
                </a:cubicBezTo>
                <a:cubicBezTo>
                  <a:pt x="196" y="232"/>
                  <a:pt x="196" y="232"/>
                  <a:pt x="196" y="232"/>
                </a:cubicBezTo>
                <a:cubicBezTo>
                  <a:pt x="182" y="193"/>
                  <a:pt x="182" y="193"/>
                  <a:pt x="182" y="193"/>
                </a:cubicBezTo>
                <a:cubicBezTo>
                  <a:pt x="144" y="225"/>
                  <a:pt x="79" y="226"/>
                  <a:pt x="41" y="188"/>
                </a:cubicBezTo>
                <a:cubicBezTo>
                  <a:pt x="0" y="147"/>
                  <a:pt x="0" y="81"/>
                  <a:pt x="41" y="41"/>
                </a:cubicBezTo>
                <a:close/>
                <a:moveTo>
                  <a:pt x="168" y="60"/>
                </a:moveTo>
                <a:cubicBezTo>
                  <a:pt x="139" y="30"/>
                  <a:pt x="90" y="30"/>
                  <a:pt x="60" y="60"/>
                </a:cubicBezTo>
                <a:cubicBezTo>
                  <a:pt x="30" y="90"/>
                  <a:pt x="30" y="139"/>
                  <a:pt x="60" y="168"/>
                </a:cubicBezTo>
                <a:cubicBezTo>
                  <a:pt x="90" y="198"/>
                  <a:pt x="139" y="198"/>
                  <a:pt x="168" y="168"/>
                </a:cubicBezTo>
                <a:cubicBezTo>
                  <a:pt x="198" y="139"/>
                  <a:pt x="198" y="90"/>
                  <a:pt x="168" y="60"/>
                </a:cubicBezTo>
                <a:close/>
                <a:moveTo>
                  <a:pt x="160" y="97"/>
                </a:moveTo>
                <a:cubicBezTo>
                  <a:pt x="160" y="130"/>
                  <a:pt x="160" y="130"/>
                  <a:pt x="160" y="130"/>
                </a:cubicBezTo>
                <a:cubicBezTo>
                  <a:pt x="68" y="130"/>
                  <a:pt x="68" y="130"/>
                  <a:pt x="68" y="130"/>
                </a:cubicBezTo>
                <a:cubicBezTo>
                  <a:pt x="68" y="97"/>
                  <a:pt x="68" y="97"/>
                  <a:pt x="68" y="97"/>
                </a:cubicBezTo>
                <a:lnTo>
                  <a:pt x="160" y="9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8" name="Freeform 40"/>
          <p:cNvSpPr>
            <a:spLocks noEditPoints="1"/>
          </p:cNvSpPr>
          <p:nvPr/>
        </p:nvSpPr>
        <p:spPr bwMode="auto">
          <a:xfrm>
            <a:off x="7065168" y="2740733"/>
            <a:ext cx="315139" cy="317328"/>
          </a:xfrm>
          <a:custGeom>
            <a:avLst/>
            <a:gdLst>
              <a:gd name="T0" fmla="*/ 280 w 280"/>
              <a:gd name="T1" fmla="*/ 139 h 279"/>
              <a:gd name="T2" fmla="*/ 140 w 280"/>
              <a:gd name="T3" fmla="*/ 279 h 279"/>
              <a:gd name="T4" fmla="*/ 0 w 280"/>
              <a:gd name="T5" fmla="*/ 139 h 279"/>
              <a:gd name="T6" fmla="*/ 140 w 280"/>
              <a:gd name="T7" fmla="*/ 0 h 279"/>
              <a:gd name="T8" fmla="*/ 280 w 280"/>
              <a:gd name="T9" fmla="*/ 139 h 279"/>
              <a:gd name="T10" fmla="*/ 212 w 280"/>
              <a:gd name="T11" fmla="*/ 96 h 279"/>
              <a:gd name="T12" fmla="*/ 183 w 280"/>
              <a:gd name="T13" fmla="*/ 67 h 279"/>
              <a:gd name="T14" fmla="*/ 140 w 280"/>
              <a:gd name="T15" fmla="*/ 110 h 279"/>
              <a:gd name="T16" fmla="*/ 97 w 280"/>
              <a:gd name="T17" fmla="*/ 67 h 279"/>
              <a:gd name="T18" fmla="*/ 68 w 280"/>
              <a:gd name="T19" fmla="*/ 96 h 279"/>
              <a:gd name="T20" fmla="*/ 112 w 280"/>
              <a:gd name="T21" fmla="*/ 139 h 279"/>
              <a:gd name="T22" fmla="*/ 68 w 280"/>
              <a:gd name="T23" fmla="*/ 182 h 279"/>
              <a:gd name="T24" fmla="*/ 97 w 280"/>
              <a:gd name="T25" fmla="*/ 212 h 279"/>
              <a:gd name="T26" fmla="*/ 140 w 280"/>
              <a:gd name="T27" fmla="*/ 168 h 279"/>
              <a:gd name="T28" fmla="*/ 183 w 280"/>
              <a:gd name="T29" fmla="*/ 211 h 279"/>
              <a:gd name="T30" fmla="*/ 212 w 280"/>
              <a:gd name="T31" fmla="*/ 182 h 279"/>
              <a:gd name="T32" fmla="*/ 169 w 280"/>
              <a:gd name="T33" fmla="*/ 139 h 279"/>
              <a:gd name="T34" fmla="*/ 212 w 280"/>
              <a:gd name="T35" fmla="*/ 96 h 2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80" h="279">
                <a:moveTo>
                  <a:pt x="280" y="139"/>
                </a:moveTo>
                <a:cubicBezTo>
                  <a:pt x="280" y="217"/>
                  <a:pt x="218" y="279"/>
                  <a:pt x="140" y="279"/>
                </a:cubicBezTo>
                <a:cubicBezTo>
                  <a:pt x="63" y="279"/>
                  <a:pt x="0" y="217"/>
                  <a:pt x="0" y="139"/>
                </a:cubicBezTo>
                <a:cubicBezTo>
                  <a:pt x="0" y="62"/>
                  <a:pt x="63" y="0"/>
                  <a:pt x="140" y="0"/>
                </a:cubicBezTo>
                <a:cubicBezTo>
                  <a:pt x="218" y="0"/>
                  <a:pt x="280" y="62"/>
                  <a:pt x="280" y="139"/>
                </a:cubicBezTo>
                <a:close/>
                <a:moveTo>
                  <a:pt x="212" y="96"/>
                </a:moveTo>
                <a:cubicBezTo>
                  <a:pt x="183" y="67"/>
                  <a:pt x="183" y="67"/>
                  <a:pt x="183" y="67"/>
                </a:cubicBezTo>
                <a:cubicBezTo>
                  <a:pt x="140" y="110"/>
                  <a:pt x="140" y="110"/>
                  <a:pt x="140" y="110"/>
                </a:cubicBezTo>
                <a:cubicBezTo>
                  <a:pt x="97" y="67"/>
                  <a:pt x="97" y="67"/>
                  <a:pt x="97" y="67"/>
                </a:cubicBezTo>
                <a:cubicBezTo>
                  <a:pt x="68" y="96"/>
                  <a:pt x="68" y="96"/>
                  <a:pt x="68" y="96"/>
                </a:cubicBezTo>
                <a:cubicBezTo>
                  <a:pt x="112" y="139"/>
                  <a:pt x="112" y="139"/>
                  <a:pt x="112" y="139"/>
                </a:cubicBezTo>
                <a:cubicBezTo>
                  <a:pt x="68" y="182"/>
                  <a:pt x="68" y="182"/>
                  <a:pt x="68" y="182"/>
                </a:cubicBezTo>
                <a:cubicBezTo>
                  <a:pt x="97" y="212"/>
                  <a:pt x="97" y="212"/>
                  <a:pt x="97" y="212"/>
                </a:cubicBezTo>
                <a:cubicBezTo>
                  <a:pt x="140" y="168"/>
                  <a:pt x="140" y="168"/>
                  <a:pt x="140" y="168"/>
                </a:cubicBezTo>
                <a:cubicBezTo>
                  <a:pt x="183" y="211"/>
                  <a:pt x="183" y="211"/>
                  <a:pt x="183" y="211"/>
                </a:cubicBezTo>
                <a:cubicBezTo>
                  <a:pt x="212" y="182"/>
                  <a:pt x="212" y="182"/>
                  <a:pt x="212" y="182"/>
                </a:cubicBezTo>
                <a:cubicBezTo>
                  <a:pt x="169" y="139"/>
                  <a:pt x="169" y="139"/>
                  <a:pt x="169" y="139"/>
                </a:cubicBezTo>
                <a:lnTo>
                  <a:pt x="212" y="9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9" name="Freeform 41"/>
          <p:cNvSpPr>
            <a:spLocks noEditPoints="1"/>
          </p:cNvSpPr>
          <p:nvPr/>
        </p:nvSpPr>
        <p:spPr bwMode="auto">
          <a:xfrm>
            <a:off x="7424076" y="2714471"/>
            <a:ext cx="382981" cy="334836"/>
          </a:xfrm>
          <a:custGeom>
            <a:avLst/>
            <a:gdLst>
              <a:gd name="T0" fmla="*/ 338 w 338"/>
              <a:gd name="T1" fmla="*/ 42 h 295"/>
              <a:gd name="T2" fmla="*/ 315 w 338"/>
              <a:gd name="T3" fmla="*/ 102 h 295"/>
              <a:gd name="T4" fmla="*/ 281 w 338"/>
              <a:gd name="T5" fmla="*/ 271 h 295"/>
              <a:gd name="T6" fmla="*/ 81 w 338"/>
              <a:gd name="T7" fmla="*/ 295 h 295"/>
              <a:gd name="T8" fmla="*/ 57 w 338"/>
              <a:gd name="T9" fmla="*/ 102 h 295"/>
              <a:gd name="T10" fmla="*/ 0 w 338"/>
              <a:gd name="T11" fmla="*/ 80 h 295"/>
              <a:gd name="T12" fmla="*/ 23 w 338"/>
              <a:gd name="T13" fmla="*/ 19 h 295"/>
              <a:gd name="T14" fmla="*/ 99 w 338"/>
              <a:gd name="T15" fmla="*/ 17 h 295"/>
              <a:gd name="T16" fmla="*/ 120 w 338"/>
              <a:gd name="T17" fmla="*/ 0 h 295"/>
              <a:gd name="T18" fmla="*/ 137 w 338"/>
              <a:gd name="T19" fmla="*/ 19 h 295"/>
              <a:gd name="T20" fmla="*/ 201 w 338"/>
              <a:gd name="T21" fmla="*/ 17 h 295"/>
              <a:gd name="T22" fmla="*/ 222 w 338"/>
              <a:gd name="T23" fmla="*/ 0 h 295"/>
              <a:gd name="T24" fmla="*/ 239 w 338"/>
              <a:gd name="T25" fmla="*/ 19 h 295"/>
              <a:gd name="T26" fmla="*/ 143 w 338"/>
              <a:gd name="T27" fmla="*/ 134 h 295"/>
              <a:gd name="T28" fmla="*/ 112 w 338"/>
              <a:gd name="T29" fmla="*/ 134 h 295"/>
              <a:gd name="T30" fmla="*/ 143 w 338"/>
              <a:gd name="T31" fmla="*/ 134 h 295"/>
              <a:gd name="T32" fmla="*/ 128 w 338"/>
              <a:gd name="T33" fmla="*/ 158 h 295"/>
              <a:gd name="T34" fmla="*/ 128 w 338"/>
              <a:gd name="T35" fmla="*/ 189 h 295"/>
              <a:gd name="T36" fmla="*/ 143 w 338"/>
              <a:gd name="T37" fmla="*/ 213 h 295"/>
              <a:gd name="T38" fmla="*/ 112 w 338"/>
              <a:gd name="T39" fmla="*/ 213 h 295"/>
              <a:gd name="T40" fmla="*/ 143 w 338"/>
              <a:gd name="T41" fmla="*/ 213 h 295"/>
              <a:gd name="T42" fmla="*/ 128 w 338"/>
              <a:gd name="T43" fmla="*/ 237 h 295"/>
              <a:gd name="T44" fmla="*/ 128 w 338"/>
              <a:gd name="T45" fmla="*/ 268 h 295"/>
              <a:gd name="T46" fmla="*/ 184 w 338"/>
              <a:gd name="T47" fmla="*/ 134 h 295"/>
              <a:gd name="T48" fmla="*/ 154 w 338"/>
              <a:gd name="T49" fmla="*/ 134 h 295"/>
              <a:gd name="T50" fmla="*/ 184 w 338"/>
              <a:gd name="T51" fmla="*/ 134 h 295"/>
              <a:gd name="T52" fmla="*/ 169 w 338"/>
              <a:gd name="T53" fmla="*/ 158 h 295"/>
              <a:gd name="T54" fmla="*/ 169 w 338"/>
              <a:gd name="T55" fmla="*/ 189 h 295"/>
              <a:gd name="T56" fmla="*/ 184 w 338"/>
              <a:gd name="T57" fmla="*/ 213 h 295"/>
              <a:gd name="T58" fmla="*/ 154 w 338"/>
              <a:gd name="T59" fmla="*/ 213 h 295"/>
              <a:gd name="T60" fmla="*/ 184 w 338"/>
              <a:gd name="T61" fmla="*/ 213 h 295"/>
              <a:gd name="T62" fmla="*/ 169 w 338"/>
              <a:gd name="T63" fmla="*/ 237 h 295"/>
              <a:gd name="T64" fmla="*/ 169 w 338"/>
              <a:gd name="T65" fmla="*/ 268 h 295"/>
              <a:gd name="T66" fmla="*/ 226 w 338"/>
              <a:gd name="T67" fmla="*/ 134 h 295"/>
              <a:gd name="T68" fmla="*/ 195 w 338"/>
              <a:gd name="T69" fmla="*/ 134 h 295"/>
              <a:gd name="T70" fmla="*/ 226 w 338"/>
              <a:gd name="T71" fmla="*/ 134 h 295"/>
              <a:gd name="T72" fmla="*/ 210 w 338"/>
              <a:gd name="T73" fmla="*/ 158 h 295"/>
              <a:gd name="T74" fmla="*/ 210 w 338"/>
              <a:gd name="T75" fmla="*/ 189 h 295"/>
              <a:gd name="T76" fmla="*/ 226 w 338"/>
              <a:gd name="T77" fmla="*/ 213 h 295"/>
              <a:gd name="T78" fmla="*/ 195 w 338"/>
              <a:gd name="T79" fmla="*/ 213 h 295"/>
              <a:gd name="T80" fmla="*/ 226 w 338"/>
              <a:gd name="T81" fmla="*/ 213 h 295"/>
              <a:gd name="T82" fmla="*/ 210 w 338"/>
              <a:gd name="T83" fmla="*/ 237 h 295"/>
              <a:gd name="T84" fmla="*/ 210 w 338"/>
              <a:gd name="T85" fmla="*/ 268 h 2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338" h="295">
                <a:moveTo>
                  <a:pt x="315" y="19"/>
                </a:moveTo>
                <a:cubicBezTo>
                  <a:pt x="328" y="19"/>
                  <a:pt x="338" y="29"/>
                  <a:pt x="338" y="42"/>
                </a:cubicBezTo>
                <a:cubicBezTo>
                  <a:pt x="338" y="80"/>
                  <a:pt x="338" y="80"/>
                  <a:pt x="338" y="80"/>
                </a:cubicBezTo>
                <a:cubicBezTo>
                  <a:pt x="338" y="92"/>
                  <a:pt x="328" y="102"/>
                  <a:pt x="315" y="102"/>
                </a:cubicBezTo>
                <a:cubicBezTo>
                  <a:pt x="281" y="102"/>
                  <a:pt x="281" y="102"/>
                  <a:pt x="281" y="102"/>
                </a:cubicBezTo>
                <a:cubicBezTo>
                  <a:pt x="281" y="103"/>
                  <a:pt x="281" y="103"/>
                  <a:pt x="281" y="271"/>
                </a:cubicBezTo>
                <a:cubicBezTo>
                  <a:pt x="281" y="287"/>
                  <a:pt x="273" y="295"/>
                  <a:pt x="257" y="295"/>
                </a:cubicBezTo>
                <a:cubicBezTo>
                  <a:pt x="81" y="295"/>
                  <a:pt x="81" y="295"/>
                  <a:pt x="81" y="295"/>
                </a:cubicBezTo>
                <a:cubicBezTo>
                  <a:pt x="66" y="295"/>
                  <a:pt x="57" y="287"/>
                  <a:pt x="57" y="271"/>
                </a:cubicBezTo>
                <a:cubicBezTo>
                  <a:pt x="57" y="103"/>
                  <a:pt x="57" y="103"/>
                  <a:pt x="57" y="102"/>
                </a:cubicBezTo>
                <a:cubicBezTo>
                  <a:pt x="23" y="102"/>
                  <a:pt x="23" y="102"/>
                  <a:pt x="23" y="102"/>
                </a:cubicBezTo>
                <a:cubicBezTo>
                  <a:pt x="10" y="102"/>
                  <a:pt x="0" y="92"/>
                  <a:pt x="0" y="80"/>
                </a:cubicBezTo>
                <a:cubicBezTo>
                  <a:pt x="0" y="42"/>
                  <a:pt x="0" y="42"/>
                  <a:pt x="0" y="42"/>
                </a:cubicBezTo>
                <a:cubicBezTo>
                  <a:pt x="0" y="29"/>
                  <a:pt x="10" y="19"/>
                  <a:pt x="23" y="19"/>
                </a:cubicBezTo>
                <a:cubicBezTo>
                  <a:pt x="99" y="19"/>
                  <a:pt x="99" y="19"/>
                  <a:pt x="99" y="19"/>
                </a:cubicBezTo>
                <a:cubicBezTo>
                  <a:pt x="99" y="17"/>
                  <a:pt x="99" y="17"/>
                  <a:pt x="99" y="17"/>
                </a:cubicBezTo>
                <a:cubicBezTo>
                  <a:pt x="99" y="8"/>
                  <a:pt x="107" y="0"/>
                  <a:pt x="117" y="0"/>
                </a:cubicBezTo>
                <a:cubicBezTo>
                  <a:pt x="120" y="0"/>
                  <a:pt x="120" y="0"/>
                  <a:pt x="120" y="0"/>
                </a:cubicBezTo>
                <a:cubicBezTo>
                  <a:pt x="130" y="0"/>
                  <a:pt x="137" y="8"/>
                  <a:pt x="137" y="17"/>
                </a:cubicBezTo>
                <a:cubicBezTo>
                  <a:pt x="137" y="19"/>
                  <a:pt x="137" y="19"/>
                  <a:pt x="137" y="19"/>
                </a:cubicBezTo>
                <a:cubicBezTo>
                  <a:pt x="201" y="19"/>
                  <a:pt x="201" y="19"/>
                  <a:pt x="201" y="19"/>
                </a:cubicBezTo>
                <a:cubicBezTo>
                  <a:pt x="201" y="17"/>
                  <a:pt x="201" y="17"/>
                  <a:pt x="201" y="17"/>
                </a:cubicBezTo>
                <a:cubicBezTo>
                  <a:pt x="201" y="8"/>
                  <a:pt x="208" y="0"/>
                  <a:pt x="217" y="0"/>
                </a:cubicBezTo>
                <a:cubicBezTo>
                  <a:pt x="222" y="0"/>
                  <a:pt x="222" y="0"/>
                  <a:pt x="222" y="0"/>
                </a:cubicBezTo>
                <a:cubicBezTo>
                  <a:pt x="231" y="0"/>
                  <a:pt x="239" y="8"/>
                  <a:pt x="239" y="17"/>
                </a:cubicBezTo>
                <a:cubicBezTo>
                  <a:pt x="239" y="19"/>
                  <a:pt x="239" y="19"/>
                  <a:pt x="239" y="19"/>
                </a:cubicBezTo>
                <a:lnTo>
                  <a:pt x="315" y="19"/>
                </a:lnTo>
                <a:close/>
                <a:moveTo>
                  <a:pt x="143" y="134"/>
                </a:moveTo>
                <a:cubicBezTo>
                  <a:pt x="143" y="125"/>
                  <a:pt x="136" y="118"/>
                  <a:pt x="128" y="118"/>
                </a:cubicBezTo>
                <a:cubicBezTo>
                  <a:pt x="119" y="118"/>
                  <a:pt x="112" y="125"/>
                  <a:pt x="112" y="134"/>
                </a:cubicBezTo>
                <a:cubicBezTo>
                  <a:pt x="112" y="142"/>
                  <a:pt x="119" y="149"/>
                  <a:pt x="128" y="149"/>
                </a:cubicBezTo>
                <a:cubicBezTo>
                  <a:pt x="136" y="149"/>
                  <a:pt x="143" y="142"/>
                  <a:pt x="143" y="134"/>
                </a:cubicBezTo>
                <a:close/>
                <a:moveTo>
                  <a:pt x="143" y="173"/>
                </a:moveTo>
                <a:cubicBezTo>
                  <a:pt x="143" y="165"/>
                  <a:pt x="136" y="158"/>
                  <a:pt x="128" y="158"/>
                </a:cubicBezTo>
                <a:cubicBezTo>
                  <a:pt x="119" y="158"/>
                  <a:pt x="112" y="165"/>
                  <a:pt x="112" y="173"/>
                </a:cubicBezTo>
                <a:cubicBezTo>
                  <a:pt x="112" y="182"/>
                  <a:pt x="119" y="189"/>
                  <a:pt x="128" y="189"/>
                </a:cubicBezTo>
                <a:cubicBezTo>
                  <a:pt x="136" y="189"/>
                  <a:pt x="143" y="182"/>
                  <a:pt x="143" y="173"/>
                </a:cubicBezTo>
                <a:close/>
                <a:moveTo>
                  <a:pt x="143" y="213"/>
                </a:moveTo>
                <a:cubicBezTo>
                  <a:pt x="143" y="205"/>
                  <a:pt x="136" y="198"/>
                  <a:pt x="128" y="198"/>
                </a:cubicBezTo>
                <a:cubicBezTo>
                  <a:pt x="119" y="198"/>
                  <a:pt x="112" y="205"/>
                  <a:pt x="112" y="213"/>
                </a:cubicBezTo>
                <a:cubicBezTo>
                  <a:pt x="112" y="221"/>
                  <a:pt x="119" y="228"/>
                  <a:pt x="128" y="228"/>
                </a:cubicBezTo>
                <a:cubicBezTo>
                  <a:pt x="136" y="228"/>
                  <a:pt x="143" y="221"/>
                  <a:pt x="143" y="213"/>
                </a:cubicBezTo>
                <a:close/>
                <a:moveTo>
                  <a:pt x="143" y="252"/>
                </a:moveTo>
                <a:cubicBezTo>
                  <a:pt x="143" y="244"/>
                  <a:pt x="136" y="237"/>
                  <a:pt x="128" y="237"/>
                </a:cubicBezTo>
                <a:cubicBezTo>
                  <a:pt x="119" y="237"/>
                  <a:pt x="112" y="244"/>
                  <a:pt x="112" y="252"/>
                </a:cubicBezTo>
                <a:cubicBezTo>
                  <a:pt x="112" y="261"/>
                  <a:pt x="119" y="268"/>
                  <a:pt x="128" y="268"/>
                </a:cubicBezTo>
                <a:cubicBezTo>
                  <a:pt x="136" y="268"/>
                  <a:pt x="143" y="261"/>
                  <a:pt x="143" y="252"/>
                </a:cubicBezTo>
                <a:close/>
                <a:moveTo>
                  <a:pt x="184" y="134"/>
                </a:moveTo>
                <a:cubicBezTo>
                  <a:pt x="184" y="125"/>
                  <a:pt x="177" y="118"/>
                  <a:pt x="169" y="118"/>
                </a:cubicBezTo>
                <a:cubicBezTo>
                  <a:pt x="161" y="118"/>
                  <a:pt x="154" y="125"/>
                  <a:pt x="154" y="134"/>
                </a:cubicBezTo>
                <a:cubicBezTo>
                  <a:pt x="154" y="142"/>
                  <a:pt x="161" y="149"/>
                  <a:pt x="169" y="149"/>
                </a:cubicBezTo>
                <a:cubicBezTo>
                  <a:pt x="177" y="149"/>
                  <a:pt x="184" y="142"/>
                  <a:pt x="184" y="134"/>
                </a:cubicBezTo>
                <a:close/>
                <a:moveTo>
                  <a:pt x="184" y="173"/>
                </a:moveTo>
                <a:cubicBezTo>
                  <a:pt x="184" y="165"/>
                  <a:pt x="177" y="158"/>
                  <a:pt x="169" y="158"/>
                </a:cubicBezTo>
                <a:cubicBezTo>
                  <a:pt x="161" y="158"/>
                  <a:pt x="154" y="165"/>
                  <a:pt x="154" y="173"/>
                </a:cubicBezTo>
                <a:cubicBezTo>
                  <a:pt x="154" y="182"/>
                  <a:pt x="161" y="189"/>
                  <a:pt x="169" y="189"/>
                </a:cubicBezTo>
                <a:cubicBezTo>
                  <a:pt x="177" y="189"/>
                  <a:pt x="184" y="182"/>
                  <a:pt x="184" y="173"/>
                </a:cubicBezTo>
                <a:close/>
                <a:moveTo>
                  <a:pt x="184" y="213"/>
                </a:moveTo>
                <a:cubicBezTo>
                  <a:pt x="184" y="205"/>
                  <a:pt x="177" y="198"/>
                  <a:pt x="169" y="198"/>
                </a:cubicBezTo>
                <a:cubicBezTo>
                  <a:pt x="161" y="198"/>
                  <a:pt x="154" y="205"/>
                  <a:pt x="154" y="213"/>
                </a:cubicBezTo>
                <a:cubicBezTo>
                  <a:pt x="154" y="221"/>
                  <a:pt x="161" y="228"/>
                  <a:pt x="169" y="228"/>
                </a:cubicBezTo>
                <a:cubicBezTo>
                  <a:pt x="177" y="228"/>
                  <a:pt x="184" y="221"/>
                  <a:pt x="184" y="213"/>
                </a:cubicBezTo>
                <a:close/>
                <a:moveTo>
                  <a:pt x="184" y="252"/>
                </a:moveTo>
                <a:cubicBezTo>
                  <a:pt x="184" y="244"/>
                  <a:pt x="177" y="237"/>
                  <a:pt x="169" y="237"/>
                </a:cubicBezTo>
                <a:cubicBezTo>
                  <a:pt x="161" y="237"/>
                  <a:pt x="154" y="244"/>
                  <a:pt x="154" y="252"/>
                </a:cubicBezTo>
                <a:cubicBezTo>
                  <a:pt x="154" y="261"/>
                  <a:pt x="161" y="268"/>
                  <a:pt x="169" y="268"/>
                </a:cubicBezTo>
                <a:cubicBezTo>
                  <a:pt x="177" y="268"/>
                  <a:pt x="184" y="261"/>
                  <a:pt x="184" y="252"/>
                </a:cubicBezTo>
                <a:close/>
                <a:moveTo>
                  <a:pt x="226" y="134"/>
                </a:moveTo>
                <a:cubicBezTo>
                  <a:pt x="226" y="125"/>
                  <a:pt x="220" y="118"/>
                  <a:pt x="210" y="118"/>
                </a:cubicBezTo>
                <a:cubicBezTo>
                  <a:pt x="202" y="118"/>
                  <a:pt x="195" y="125"/>
                  <a:pt x="195" y="134"/>
                </a:cubicBezTo>
                <a:cubicBezTo>
                  <a:pt x="195" y="142"/>
                  <a:pt x="202" y="149"/>
                  <a:pt x="210" y="149"/>
                </a:cubicBezTo>
                <a:cubicBezTo>
                  <a:pt x="220" y="149"/>
                  <a:pt x="226" y="142"/>
                  <a:pt x="226" y="134"/>
                </a:cubicBezTo>
                <a:close/>
                <a:moveTo>
                  <a:pt x="226" y="173"/>
                </a:moveTo>
                <a:cubicBezTo>
                  <a:pt x="226" y="165"/>
                  <a:pt x="220" y="158"/>
                  <a:pt x="210" y="158"/>
                </a:cubicBezTo>
                <a:cubicBezTo>
                  <a:pt x="202" y="158"/>
                  <a:pt x="195" y="165"/>
                  <a:pt x="195" y="173"/>
                </a:cubicBezTo>
                <a:cubicBezTo>
                  <a:pt x="195" y="182"/>
                  <a:pt x="202" y="189"/>
                  <a:pt x="210" y="189"/>
                </a:cubicBezTo>
                <a:cubicBezTo>
                  <a:pt x="220" y="189"/>
                  <a:pt x="226" y="182"/>
                  <a:pt x="226" y="173"/>
                </a:cubicBezTo>
                <a:close/>
                <a:moveTo>
                  <a:pt x="226" y="213"/>
                </a:moveTo>
                <a:cubicBezTo>
                  <a:pt x="226" y="205"/>
                  <a:pt x="220" y="198"/>
                  <a:pt x="210" y="198"/>
                </a:cubicBezTo>
                <a:cubicBezTo>
                  <a:pt x="202" y="198"/>
                  <a:pt x="195" y="205"/>
                  <a:pt x="195" y="213"/>
                </a:cubicBezTo>
                <a:cubicBezTo>
                  <a:pt x="195" y="221"/>
                  <a:pt x="202" y="228"/>
                  <a:pt x="210" y="228"/>
                </a:cubicBezTo>
                <a:cubicBezTo>
                  <a:pt x="220" y="228"/>
                  <a:pt x="226" y="221"/>
                  <a:pt x="226" y="213"/>
                </a:cubicBezTo>
                <a:close/>
                <a:moveTo>
                  <a:pt x="226" y="252"/>
                </a:moveTo>
                <a:cubicBezTo>
                  <a:pt x="226" y="244"/>
                  <a:pt x="220" y="237"/>
                  <a:pt x="210" y="237"/>
                </a:cubicBezTo>
                <a:cubicBezTo>
                  <a:pt x="202" y="237"/>
                  <a:pt x="195" y="244"/>
                  <a:pt x="195" y="252"/>
                </a:cubicBezTo>
                <a:cubicBezTo>
                  <a:pt x="195" y="261"/>
                  <a:pt x="202" y="268"/>
                  <a:pt x="210" y="268"/>
                </a:cubicBezTo>
                <a:cubicBezTo>
                  <a:pt x="220" y="268"/>
                  <a:pt x="226" y="261"/>
                  <a:pt x="226" y="25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40" name="Freeform 42"/>
          <p:cNvSpPr>
            <a:spLocks noEditPoints="1"/>
          </p:cNvSpPr>
          <p:nvPr/>
        </p:nvSpPr>
        <p:spPr bwMode="auto">
          <a:xfrm>
            <a:off x="7870523" y="2806387"/>
            <a:ext cx="240731" cy="242920"/>
          </a:xfrm>
          <a:custGeom>
            <a:avLst/>
            <a:gdLst>
              <a:gd name="T0" fmla="*/ 13 w 110"/>
              <a:gd name="T1" fmla="*/ 25 h 111"/>
              <a:gd name="T2" fmla="*/ 0 w 110"/>
              <a:gd name="T3" fmla="*/ 38 h 111"/>
              <a:gd name="T4" fmla="*/ 0 w 110"/>
              <a:gd name="T5" fmla="*/ 0 h 111"/>
              <a:gd name="T6" fmla="*/ 37 w 110"/>
              <a:gd name="T7" fmla="*/ 0 h 111"/>
              <a:gd name="T8" fmla="*/ 24 w 110"/>
              <a:gd name="T9" fmla="*/ 13 h 111"/>
              <a:gd name="T10" fmla="*/ 45 w 110"/>
              <a:gd name="T11" fmla="*/ 34 h 111"/>
              <a:gd name="T12" fmla="*/ 33 w 110"/>
              <a:gd name="T13" fmla="*/ 45 h 111"/>
              <a:gd name="T14" fmla="*/ 13 w 110"/>
              <a:gd name="T15" fmla="*/ 25 h 111"/>
              <a:gd name="T16" fmla="*/ 45 w 110"/>
              <a:gd name="T17" fmla="*/ 77 h 111"/>
              <a:gd name="T18" fmla="*/ 24 w 110"/>
              <a:gd name="T19" fmla="*/ 98 h 111"/>
              <a:gd name="T20" fmla="*/ 37 w 110"/>
              <a:gd name="T21" fmla="*/ 111 h 111"/>
              <a:gd name="T22" fmla="*/ 0 w 110"/>
              <a:gd name="T23" fmla="*/ 111 h 111"/>
              <a:gd name="T24" fmla="*/ 0 w 110"/>
              <a:gd name="T25" fmla="*/ 73 h 111"/>
              <a:gd name="T26" fmla="*/ 13 w 110"/>
              <a:gd name="T27" fmla="*/ 86 h 111"/>
              <a:gd name="T28" fmla="*/ 33 w 110"/>
              <a:gd name="T29" fmla="*/ 66 h 111"/>
              <a:gd name="T30" fmla="*/ 45 w 110"/>
              <a:gd name="T31" fmla="*/ 77 h 111"/>
              <a:gd name="T32" fmla="*/ 65 w 110"/>
              <a:gd name="T33" fmla="*/ 34 h 111"/>
              <a:gd name="T34" fmla="*/ 86 w 110"/>
              <a:gd name="T35" fmla="*/ 13 h 111"/>
              <a:gd name="T36" fmla="*/ 73 w 110"/>
              <a:gd name="T37" fmla="*/ 0 h 111"/>
              <a:gd name="T38" fmla="*/ 110 w 110"/>
              <a:gd name="T39" fmla="*/ 0 h 111"/>
              <a:gd name="T40" fmla="*/ 110 w 110"/>
              <a:gd name="T41" fmla="*/ 38 h 111"/>
              <a:gd name="T42" fmla="*/ 97 w 110"/>
              <a:gd name="T43" fmla="*/ 25 h 111"/>
              <a:gd name="T44" fmla="*/ 77 w 110"/>
              <a:gd name="T45" fmla="*/ 45 h 111"/>
              <a:gd name="T46" fmla="*/ 65 w 110"/>
              <a:gd name="T47" fmla="*/ 34 h 111"/>
              <a:gd name="T48" fmla="*/ 110 w 110"/>
              <a:gd name="T49" fmla="*/ 73 h 111"/>
              <a:gd name="T50" fmla="*/ 110 w 110"/>
              <a:gd name="T51" fmla="*/ 111 h 111"/>
              <a:gd name="T52" fmla="*/ 73 w 110"/>
              <a:gd name="T53" fmla="*/ 111 h 111"/>
              <a:gd name="T54" fmla="*/ 86 w 110"/>
              <a:gd name="T55" fmla="*/ 98 h 111"/>
              <a:gd name="T56" fmla="*/ 65 w 110"/>
              <a:gd name="T57" fmla="*/ 77 h 111"/>
              <a:gd name="T58" fmla="*/ 77 w 110"/>
              <a:gd name="T59" fmla="*/ 66 h 111"/>
              <a:gd name="T60" fmla="*/ 97 w 110"/>
              <a:gd name="T61" fmla="*/ 86 h 111"/>
              <a:gd name="T62" fmla="*/ 110 w 110"/>
              <a:gd name="T63" fmla="*/ 73 h 1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10" h="111">
                <a:moveTo>
                  <a:pt x="13" y="25"/>
                </a:moveTo>
                <a:lnTo>
                  <a:pt x="0" y="38"/>
                </a:lnTo>
                <a:lnTo>
                  <a:pt x="0" y="0"/>
                </a:lnTo>
                <a:lnTo>
                  <a:pt x="37" y="0"/>
                </a:lnTo>
                <a:lnTo>
                  <a:pt x="24" y="13"/>
                </a:lnTo>
                <a:lnTo>
                  <a:pt x="45" y="34"/>
                </a:lnTo>
                <a:lnTo>
                  <a:pt x="33" y="45"/>
                </a:lnTo>
                <a:lnTo>
                  <a:pt x="13" y="25"/>
                </a:lnTo>
                <a:close/>
                <a:moveTo>
                  <a:pt x="45" y="77"/>
                </a:moveTo>
                <a:lnTo>
                  <a:pt x="24" y="98"/>
                </a:lnTo>
                <a:lnTo>
                  <a:pt x="37" y="111"/>
                </a:lnTo>
                <a:lnTo>
                  <a:pt x="0" y="111"/>
                </a:lnTo>
                <a:lnTo>
                  <a:pt x="0" y="73"/>
                </a:lnTo>
                <a:lnTo>
                  <a:pt x="13" y="86"/>
                </a:lnTo>
                <a:lnTo>
                  <a:pt x="33" y="66"/>
                </a:lnTo>
                <a:lnTo>
                  <a:pt x="45" y="77"/>
                </a:lnTo>
                <a:close/>
                <a:moveTo>
                  <a:pt x="65" y="34"/>
                </a:moveTo>
                <a:lnTo>
                  <a:pt x="86" y="13"/>
                </a:lnTo>
                <a:lnTo>
                  <a:pt x="73" y="0"/>
                </a:lnTo>
                <a:lnTo>
                  <a:pt x="110" y="0"/>
                </a:lnTo>
                <a:lnTo>
                  <a:pt x="110" y="38"/>
                </a:lnTo>
                <a:lnTo>
                  <a:pt x="97" y="25"/>
                </a:lnTo>
                <a:lnTo>
                  <a:pt x="77" y="45"/>
                </a:lnTo>
                <a:lnTo>
                  <a:pt x="65" y="34"/>
                </a:lnTo>
                <a:close/>
                <a:moveTo>
                  <a:pt x="110" y="73"/>
                </a:moveTo>
                <a:lnTo>
                  <a:pt x="110" y="111"/>
                </a:lnTo>
                <a:lnTo>
                  <a:pt x="73" y="111"/>
                </a:lnTo>
                <a:lnTo>
                  <a:pt x="86" y="98"/>
                </a:lnTo>
                <a:lnTo>
                  <a:pt x="65" y="77"/>
                </a:lnTo>
                <a:lnTo>
                  <a:pt x="77" y="66"/>
                </a:lnTo>
                <a:lnTo>
                  <a:pt x="97" y="86"/>
                </a:lnTo>
                <a:lnTo>
                  <a:pt x="110" y="7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41" name="Freeform 43"/>
          <p:cNvSpPr>
            <a:spLocks noEditPoints="1"/>
          </p:cNvSpPr>
          <p:nvPr/>
        </p:nvSpPr>
        <p:spPr bwMode="auto">
          <a:xfrm>
            <a:off x="8209733" y="2758241"/>
            <a:ext cx="302008" cy="310761"/>
          </a:xfrm>
          <a:custGeom>
            <a:avLst/>
            <a:gdLst>
              <a:gd name="T0" fmla="*/ 238 w 267"/>
              <a:gd name="T1" fmla="*/ 1 h 276"/>
              <a:gd name="T2" fmla="*/ 267 w 267"/>
              <a:gd name="T3" fmla="*/ 30 h 276"/>
              <a:gd name="T4" fmla="*/ 267 w 267"/>
              <a:gd name="T5" fmla="*/ 164 h 276"/>
              <a:gd name="T6" fmla="*/ 238 w 267"/>
              <a:gd name="T7" fmla="*/ 192 h 276"/>
              <a:gd name="T8" fmla="*/ 144 w 267"/>
              <a:gd name="T9" fmla="*/ 192 h 276"/>
              <a:gd name="T10" fmla="*/ 40 w 267"/>
              <a:gd name="T11" fmla="*/ 276 h 276"/>
              <a:gd name="T12" fmla="*/ 61 w 267"/>
              <a:gd name="T13" fmla="*/ 192 h 276"/>
              <a:gd name="T14" fmla="*/ 29 w 267"/>
              <a:gd name="T15" fmla="*/ 192 h 276"/>
              <a:gd name="T16" fmla="*/ 0 w 267"/>
              <a:gd name="T17" fmla="*/ 163 h 276"/>
              <a:gd name="T18" fmla="*/ 0 w 267"/>
              <a:gd name="T19" fmla="*/ 30 h 276"/>
              <a:gd name="T20" fmla="*/ 29 w 267"/>
              <a:gd name="T21" fmla="*/ 1 h 276"/>
              <a:gd name="T22" fmla="*/ 238 w 267"/>
              <a:gd name="T23" fmla="*/ 1 h 276"/>
              <a:gd name="T24" fmla="*/ 55 w 267"/>
              <a:gd name="T25" fmla="*/ 83 h 276"/>
              <a:gd name="T26" fmla="*/ 212 w 267"/>
              <a:gd name="T27" fmla="*/ 83 h 276"/>
              <a:gd name="T28" fmla="*/ 212 w 267"/>
              <a:gd name="T29" fmla="*/ 55 h 276"/>
              <a:gd name="T30" fmla="*/ 55 w 267"/>
              <a:gd name="T31" fmla="*/ 55 h 276"/>
              <a:gd name="T32" fmla="*/ 55 w 267"/>
              <a:gd name="T33" fmla="*/ 83 h 276"/>
              <a:gd name="T34" fmla="*/ 212 w 267"/>
              <a:gd name="T35" fmla="*/ 109 h 276"/>
              <a:gd name="T36" fmla="*/ 55 w 267"/>
              <a:gd name="T37" fmla="*/ 109 h 276"/>
              <a:gd name="T38" fmla="*/ 55 w 267"/>
              <a:gd name="T39" fmla="*/ 137 h 276"/>
              <a:gd name="T40" fmla="*/ 212 w 267"/>
              <a:gd name="T41" fmla="*/ 137 h 276"/>
              <a:gd name="T42" fmla="*/ 212 w 267"/>
              <a:gd name="T43" fmla="*/ 109 h 2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267" h="276">
                <a:moveTo>
                  <a:pt x="238" y="1"/>
                </a:moveTo>
                <a:cubicBezTo>
                  <a:pt x="258" y="1"/>
                  <a:pt x="267" y="10"/>
                  <a:pt x="267" y="30"/>
                </a:cubicBezTo>
                <a:cubicBezTo>
                  <a:pt x="267" y="164"/>
                  <a:pt x="267" y="164"/>
                  <a:pt x="267" y="164"/>
                </a:cubicBezTo>
                <a:cubicBezTo>
                  <a:pt x="267" y="183"/>
                  <a:pt x="258" y="192"/>
                  <a:pt x="238" y="192"/>
                </a:cubicBezTo>
                <a:cubicBezTo>
                  <a:pt x="144" y="192"/>
                  <a:pt x="144" y="192"/>
                  <a:pt x="144" y="192"/>
                </a:cubicBezTo>
                <a:cubicBezTo>
                  <a:pt x="40" y="276"/>
                  <a:pt x="40" y="276"/>
                  <a:pt x="40" y="276"/>
                </a:cubicBezTo>
                <a:cubicBezTo>
                  <a:pt x="61" y="192"/>
                  <a:pt x="61" y="192"/>
                  <a:pt x="61" y="192"/>
                </a:cubicBezTo>
                <a:cubicBezTo>
                  <a:pt x="29" y="192"/>
                  <a:pt x="29" y="192"/>
                  <a:pt x="29" y="192"/>
                </a:cubicBezTo>
                <a:cubicBezTo>
                  <a:pt x="9" y="192"/>
                  <a:pt x="0" y="183"/>
                  <a:pt x="0" y="163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10"/>
                  <a:pt x="9" y="0"/>
                  <a:pt x="29" y="1"/>
                </a:cubicBezTo>
                <a:lnTo>
                  <a:pt x="238" y="1"/>
                </a:lnTo>
                <a:close/>
                <a:moveTo>
                  <a:pt x="55" y="83"/>
                </a:moveTo>
                <a:cubicBezTo>
                  <a:pt x="212" y="83"/>
                  <a:pt x="212" y="83"/>
                  <a:pt x="212" y="83"/>
                </a:cubicBezTo>
                <a:cubicBezTo>
                  <a:pt x="212" y="55"/>
                  <a:pt x="212" y="55"/>
                  <a:pt x="212" y="55"/>
                </a:cubicBezTo>
                <a:cubicBezTo>
                  <a:pt x="55" y="55"/>
                  <a:pt x="55" y="55"/>
                  <a:pt x="55" y="55"/>
                </a:cubicBezTo>
                <a:lnTo>
                  <a:pt x="55" y="83"/>
                </a:lnTo>
                <a:close/>
                <a:moveTo>
                  <a:pt x="212" y="109"/>
                </a:moveTo>
                <a:cubicBezTo>
                  <a:pt x="55" y="109"/>
                  <a:pt x="55" y="109"/>
                  <a:pt x="55" y="109"/>
                </a:cubicBezTo>
                <a:cubicBezTo>
                  <a:pt x="55" y="137"/>
                  <a:pt x="55" y="137"/>
                  <a:pt x="55" y="137"/>
                </a:cubicBezTo>
                <a:cubicBezTo>
                  <a:pt x="212" y="137"/>
                  <a:pt x="212" y="137"/>
                  <a:pt x="212" y="137"/>
                </a:cubicBezTo>
                <a:lnTo>
                  <a:pt x="212" y="10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42" name="Freeform 44"/>
          <p:cNvSpPr>
            <a:spLocks noEditPoints="1"/>
          </p:cNvSpPr>
          <p:nvPr/>
        </p:nvSpPr>
        <p:spPr bwMode="auto">
          <a:xfrm>
            <a:off x="8588338" y="2738544"/>
            <a:ext cx="210092" cy="317328"/>
          </a:xfrm>
          <a:custGeom>
            <a:avLst/>
            <a:gdLst>
              <a:gd name="T0" fmla="*/ 185 w 185"/>
              <a:gd name="T1" fmla="*/ 188 h 281"/>
              <a:gd name="T2" fmla="*/ 93 w 185"/>
              <a:gd name="T3" fmla="*/ 281 h 281"/>
              <a:gd name="T4" fmla="*/ 0 w 185"/>
              <a:gd name="T5" fmla="*/ 188 h 281"/>
              <a:gd name="T6" fmla="*/ 28 w 185"/>
              <a:gd name="T7" fmla="*/ 122 h 281"/>
              <a:gd name="T8" fmla="*/ 28 w 185"/>
              <a:gd name="T9" fmla="*/ 65 h 281"/>
              <a:gd name="T10" fmla="*/ 93 w 185"/>
              <a:gd name="T11" fmla="*/ 0 h 281"/>
              <a:gd name="T12" fmla="*/ 157 w 185"/>
              <a:gd name="T13" fmla="*/ 65 h 281"/>
              <a:gd name="T14" fmla="*/ 157 w 185"/>
              <a:gd name="T15" fmla="*/ 122 h 281"/>
              <a:gd name="T16" fmla="*/ 185 w 185"/>
              <a:gd name="T17" fmla="*/ 188 h 281"/>
              <a:gd name="T18" fmla="*/ 56 w 185"/>
              <a:gd name="T19" fmla="*/ 178 h 281"/>
              <a:gd name="T20" fmla="*/ 26 w 185"/>
              <a:gd name="T21" fmla="*/ 178 h 281"/>
              <a:gd name="T22" fmla="*/ 22 w 185"/>
              <a:gd name="T23" fmla="*/ 188 h 281"/>
              <a:gd name="T24" fmla="*/ 26 w 185"/>
              <a:gd name="T25" fmla="*/ 199 h 281"/>
              <a:gd name="T26" fmla="*/ 56 w 185"/>
              <a:gd name="T27" fmla="*/ 199 h 281"/>
              <a:gd name="T28" fmla="*/ 56 w 185"/>
              <a:gd name="T29" fmla="*/ 178 h 281"/>
              <a:gd name="T30" fmla="*/ 74 w 185"/>
              <a:gd name="T31" fmla="*/ 155 h 281"/>
              <a:gd name="T32" fmla="*/ 53 w 185"/>
              <a:gd name="T33" fmla="*/ 134 h 281"/>
              <a:gd name="T34" fmla="*/ 42 w 185"/>
              <a:gd name="T35" fmla="*/ 138 h 281"/>
              <a:gd name="T36" fmla="*/ 38 w 185"/>
              <a:gd name="T37" fmla="*/ 149 h 281"/>
              <a:gd name="T38" fmla="*/ 59 w 185"/>
              <a:gd name="T39" fmla="*/ 170 h 281"/>
              <a:gd name="T40" fmla="*/ 74 w 185"/>
              <a:gd name="T41" fmla="*/ 155 h 281"/>
              <a:gd name="T42" fmla="*/ 59 w 185"/>
              <a:gd name="T43" fmla="*/ 206 h 281"/>
              <a:gd name="T44" fmla="*/ 38 w 185"/>
              <a:gd name="T45" fmla="*/ 228 h 281"/>
              <a:gd name="T46" fmla="*/ 42 w 185"/>
              <a:gd name="T47" fmla="*/ 238 h 281"/>
              <a:gd name="T48" fmla="*/ 53 w 185"/>
              <a:gd name="T49" fmla="*/ 242 h 281"/>
              <a:gd name="T50" fmla="*/ 74 w 185"/>
              <a:gd name="T51" fmla="*/ 221 h 281"/>
              <a:gd name="T52" fmla="*/ 59 w 185"/>
              <a:gd name="T53" fmla="*/ 206 h 281"/>
              <a:gd name="T54" fmla="*/ 63 w 185"/>
              <a:gd name="T55" fmla="*/ 101 h 281"/>
              <a:gd name="T56" fmla="*/ 122 w 185"/>
              <a:gd name="T57" fmla="*/ 101 h 281"/>
              <a:gd name="T58" fmla="*/ 122 w 185"/>
              <a:gd name="T59" fmla="*/ 65 h 281"/>
              <a:gd name="T60" fmla="*/ 93 w 185"/>
              <a:gd name="T61" fmla="*/ 35 h 281"/>
              <a:gd name="T62" fmla="*/ 63 w 185"/>
              <a:gd name="T63" fmla="*/ 65 h 281"/>
              <a:gd name="T64" fmla="*/ 63 w 185"/>
              <a:gd name="T65" fmla="*/ 101 h 281"/>
              <a:gd name="T66" fmla="*/ 103 w 185"/>
              <a:gd name="T67" fmla="*/ 152 h 281"/>
              <a:gd name="T68" fmla="*/ 103 w 185"/>
              <a:gd name="T69" fmla="*/ 122 h 281"/>
              <a:gd name="T70" fmla="*/ 92 w 185"/>
              <a:gd name="T71" fmla="*/ 118 h 281"/>
              <a:gd name="T72" fmla="*/ 82 w 185"/>
              <a:gd name="T73" fmla="*/ 122 h 281"/>
              <a:gd name="T74" fmla="*/ 82 w 185"/>
              <a:gd name="T75" fmla="*/ 152 h 281"/>
              <a:gd name="T76" fmla="*/ 103 w 185"/>
              <a:gd name="T77" fmla="*/ 152 h 281"/>
              <a:gd name="T78" fmla="*/ 82 w 185"/>
              <a:gd name="T79" fmla="*/ 225 h 281"/>
              <a:gd name="T80" fmla="*/ 82 w 185"/>
              <a:gd name="T81" fmla="*/ 254 h 281"/>
              <a:gd name="T82" fmla="*/ 92 w 185"/>
              <a:gd name="T83" fmla="*/ 258 h 281"/>
              <a:gd name="T84" fmla="*/ 103 w 185"/>
              <a:gd name="T85" fmla="*/ 254 h 281"/>
              <a:gd name="T86" fmla="*/ 103 w 185"/>
              <a:gd name="T87" fmla="*/ 225 h 281"/>
              <a:gd name="T88" fmla="*/ 82 w 185"/>
              <a:gd name="T89" fmla="*/ 225 h 281"/>
              <a:gd name="T90" fmla="*/ 125 w 185"/>
              <a:gd name="T91" fmla="*/ 170 h 281"/>
              <a:gd name="T92" fmla="*/ 146 w 185"/>
              <a:gd name="T93" fmla="*/ 149 h 281"/>
              <a:gd name="T94" fmla="*/ 142 w 185"/>
              <a:gd name="T95" fmla="*/ 138 h 281"/>
              <a:gd name="T96" fmla="*/ 131 w 185"/>
              <a:gd name="T97" fmla="*/ 134 h 281"/>
              <a:gd name="T98" fmla="*/ 110 w 185"/>
              <a:gd name="T99" fmla="*/ 155 h 281"/>
              <a:gd name="T100" fmla="*/ 125 w 185"/>
              <a:gd name="T101" fmla="*/ 170 h 281"/>
              <a:gd name="T102" fmla="*/ 110 w 185"/>
              <a:gd name="T103" fmla="*/ 221 h 281"/>
              <a:gd name="T104" fmla="*/ 131 w 185"/>
              <a:gd name="T105" fmla="*/ 242 h 281"/>
              <a:gd name="T106" fmla="*/ 142 w 185"/>
              <a:gd name="T107" fmla="*/ 238 h 281"/>
              <a:gd name="T108" fmla="*/ 146 w 185"/>
              <a:gd name="T109" fmla="*/ 228 h 281"/>
              <a:gd name="T110" fmla="*/ 125 w 185"/>
              <a:gd name="T111" fmla="*/ 206 h 281"/>
              <a:gd name="T112" fmla="*/ 110 w 185"/>
              <a:gd name="T113" fmla="*/ 221 h 281"/>
              <a:gd name="T114" fmla="*/ 128 w 185"/>
              <a:gd name="T115" fmla="*/ 199 h 281"/>
              <a:gd name="T116" fmla="*/ 158 w 185"/>
              <a:gd name="T117" fmla="*/ 199 h 281"/>
              <a:gd name="T118" fmla="*/ 162 w 185"/>
              <a:gd name="T119" fmla="*/ 188 h 281"/>
              <a:gd name="T120" fmla="*/ 158 w 185"/>
              <a:gd name="T121" fmla="*/ 178 h 281"/>
              <a:gd name="T122" fmla="*/ 128 w 185"/>
              <a:gd name="T123" fmla="*/ 178 h 281"/>
              <a:gd name="T124" fmla="*/ 128 w 185"/>
              <a:gd name="T125" fmla="*/ 199 h 2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85" h="281">
                <a:moveTo>
                  <a:pt x="185" y="188"/>
                </a:moveTo>
                <a:cubicBezTo>
                  <a:pt x="185" y="240"/>
                  <a:pt x="144" y="281"/>
                  <a:pt x="93" y="281"/>
                </a:cubicBezTo>
                <a:cubicBezTo>
                  <a:pt x="41" y="281"/>
                  <a:pt x="0" y="240"/>
                  <a:pt x="0" y="188"/>
                </a:cubicBezTo>
                <a:cubicBezTo>
                  <a:pt x="0" y="163"/>
                  <a:pt x="10" y="139"/>
                  <a:pt x="28" y="122"/>
                </a:cubicBezTo>
                <a:cubicBezTo>
                  <a:pt x="28" y="65"/>
                  <a:pt x="28" y="65"/>
                  <a:pt x="28" y="65"/>
                </a:cubicBezTo>
                <a:cubicBezTo>
                  <a:pt x="28" y="29"/>
                  <a:pt x="57" y="0"/>
                  <a:pt x="93" y="0"/>
                </a:cubicBezTo>
                <a:cubicBezTo>
                  <a:pt x="128" y="0"/>
                  <a:pt x="157" y="29"/>
                  <a:pt x="157" y="65"/>
                </a:cubicBezTo>
                <a:cubicBezTo>
                  <a:pt x="157" y="122"/>
                  <a:pt x="157" y="122"/>
                  <a:pt x="157" y="122"/>
                </a:cubicBezTo>
                <a:cubicBezTo>
                  <a:pt x="175" y="139"/>
                  <a:pt x="185" y="163"/>
                  <a:pt x="185" y="188"/>
                </a:cubicBezTo>
                <a:close/>
                <a:moveTo>
                  <a:pt x="56" y="178"/>
                </a:moveTo>
                <a:cubicBezTo>
                  <a:pt x="26" y="178"/>
                  <a:pt x="26" y="178"/>
                  <a:pt x="26" y="178"/>
                </a:cubicBezTo>
                <a:cubicBezTo>
                  <a:pt x="22" y="188"/>
                  <a:pt x="22" y="188"/>
                  <a:pt x="22" y="188"/>
                </a:cubicBezTo>
                <a:cubicBezTo>
                  <a:pt x="26" y="199"/>
                  <a:pt x="26" y="199"/>
                  <a:pt x="26" y="199"/>
                </a:cubicBezTo>
                <a:cubicBezTo>
                  <a:pt x="56" y="199"/>
                  <a:pt x="56" y="199"/>
                  <a:pt x="56" y="199"/>
                </a:cubicBezTo>
                <a:lnTo>
                  <a:pt x="56" y="178"/>
                </a:lnTo>
                <a:close/>
                <a:moveTo>
                  <a:pt x="74" y="155"/>
                </a:moveTo>
                <a:cubicBezTo>
                  <a:pt x="53" y="134"/>
                  <a:pt x="53" y="134"/>
                  <a:pt x="53" y="134"/>
                </a:cubicBezTo>
                <a:cubicBezTo>
                  <a:pt x="42" y="138"/>
                  <a:pt x="42" y="138"/>
                  <a:pt x="42" y="138"/>
                </a:cubicBezTo>
                <a:cubicBezTo>
                  <a:pt x="38" y="149"/>
                  <a:pt x="38" y="149"/>
                  <a:pt x="38" y="149"/>
                </a:cubicBezTo>
                <a:cubicBezTo>
                  <a:pt x="59" y="170"/>
                  <a:pt x="59" y="170"/>
                  <a:pt x="59" y="170"/>
                </a:cubicBezTo>
                <a:lnTo>
                  <a:pt x="74" y="155"/>
                </a:lnTo>
                <a:close/>
                <a:moveTo>
                  <a:pt x="59" y="206"/>
                </a:moveTo>
                <a:cubicBezTo>
                  <a:pt x="38" y="228"/>
                  <a:pt x="38" y="228"/>
                  <a:pt x="38" y="228"/>
                </a:cubicBezTo>
                <a:cubicBezTo>
                  <a:pt x="42" y="238"/>
                  <a:pt x="42" y="238"/>
                  <a:pt x="42" y="238"/>
                </a:cubicBezTo>
                <a:cubicBezTo>
                  <a:pt x="53" y="242"/>
                  <a:pt x="53" y="242"/>
                  <a:pt x="53" y="242"/>
                </a:cubicBezTo>
                <a:cubicBezTo>
                  <a:pt x="74" y="221"/>
                  <a:pt x="74" y="221"/>
                  <a:pt x="74" y="221"/>
                </a:cubicBezTo>
                <a:lnTo>
                  <a:pt x="59" y="206"/>
                </a:lnTo>
                <a:close/>
                <a:moveTo>
                  <a:pt x="63" y="101"/>
                </a:moveTo>
                <a:cubicBezTo>
                  <a:pt x="82" y="94"/>
                  <a:pt x="102" y="94"/>
                  <a:pt x="122" y="101"/>
                </a:cubicBezTo>
                <a:cubicBezTo>
                  <a:pt x="122" y="65"/>
                  <a:pt x="122" y="65"/>
                  <a:pt x="122" y="65"/>
                </a:cubicBezTo>
                <a:cubicBezTo>
                  <a:pt x="122" y="49"/>
                  <a:pt x="109" y="35"/>
                  <a:pt x="93" y="35"/>
                </a:cubicBezTo>
                <a:cubicBezTo>
                  <a:pt x="76" y="35"/>
                  <a:pt x="63" y="49"/>
                  <a:pt x="63" y="65"/>
                </a:cubicBezTo>
                <a:lnTo>
                  <a:pt x="63" y="101"/>
                </a:lnTo>
                <a:close/>
                <a:moveTo>
                  <a:pt x="103" y="152"/>
                </a:moveTo>
                <a:cubicBezTo>
                  <a:pt x="103" y="122"/>
                  <a:pt x="103" y="122"/>
                  <a:pt x="103" y="122"/>
                </a:cubicBezTo>
                <a:cubicBezTo>
                  <a:pt x="92" y="118"/>
                  <a:pt x="92" y="118"/>
                  <a:pt x="92" y="118"/>
                </a:cubicBezTo>
                <a:cubicBezTo>
                  <a:pt x="82" y="122"/>
                  <a:pt x="82" y="122"/>
                  <a:pt x="82" y="122"/>
                </a:cubicBezTo>
                <a:cubicBezTo>
                  <a:pt x="82" y="152"/>
                  <a:pt x="82" y="152"/>
                  <a:pt x="82" y="152"/>
                </a:cubicBezTo>
                <a:lnTo>
                  <a:pt x="103" y="152"/>
                </a:lnTo>
                <a:close/>
                <a:moveTo>
                  <a:pt x="82" y="225"/>
                </a:moveTo>
                <a:cubicBezTo>
                  <a:pt x="82" y="254"/>
                  <a:pt x="82" y="254"/>
                  <a:pt x="82" y="254"/>
                </a:cubicBezTo>
                <a:cubicBezTo>
                  <a:pt x="92" y="258"/>
                  <a:pt x="92" y="258"/>
                  <a:pt x="92" y="258"/>
                </a:cubicBezTo>
                <a:cubicBezTo>
                  <a:pt x="103" y="254"/>
                  <a:pt x="103" y="254"/>
                  <a:pt x="103" y="254"/>
                </a:cubicBezTo>
                <a:cubicBezTo>
                  <a:pt x="103" y="225"/>
                  <a:pt x="103" y="225"/>
                  <a:pt x="103" y="225"/>
                </a:cubicBezTo>
                <a:lnTo>
                  <a:pt x="82" y="225"/>
                </a:lnTo>
                <a:close/>
                <a:moveTo>
                  <a:pt x="125" y="170"/>
                </a:moveTo>
                <a:cubicBezTo>
                  <a:pt x="146" y="149"/>
                  <a:pt x="146" y="149"/>
                  <a:pt x="146" y="149"/>
                </a:cubicBezTo>
                <a:cubicBezTo>
                  <a:pt x="142" y="138"/>
                  <a:pt x="142" y="138"/>
                  <a:pt x="142" y="138"/>
                </a:cubicBezTo>
                <a:cubicBezTo>
                  <a:pt x="131" y="134"/>
                  <a:pt x="131" y="134"/>
                  <a:pt x="131" y="134"/>
                </a:cubicBezTo>
                <a:cubicBezTo>
                  <a:pt x="110" y="155"/>
                  <a:pt x="110" y="155"/>
                  <a:pt x="110" y="155"/>
                </a:cubicBezTo>
                <a:lnTo>
                  <a:pt x="125" y="170"/>
                </a:lnTo>
                <a:close/>
                <a:moveTo>
                  <a:pt x="110" y="221"/>
                </a:moveTo>
                <a:cubicBezTo>
                  <a:pt x="131" y="242"/>
                  <a:pt x="131" y="242"/>
                  <a:pt x="131" y="242"/>
                </a:cubicBezTo>
                <a:cubicBezTo>
                  <a:pt x="142" y="238"/>
                  <a:pt x="142" y="238"/>
                  <a:pt x="142" y="238"/>
                </a:cubicBezTo>
                <a:cubicBezTo>
                  <a:pt x="146" y="228"/>
                  <a:pt x="146" y="228"/>
                  <a:pt x="146" y="228"/>
                </a:cubicBezTo>
                <a:cubicBezTo>
                  <a:pt x="125" y="206"/>
                  <a:pt x="125" y="206"/>
                  <a:pt x="125" y="206"/>
                </a:cubicBezTo>
                <a:lnTo>
                  <a:pt x="110" y="221"/>
                </a:lnTo>
                <a:close/>
                <a:moveTo>
                  <a:pt x="128" y="199"/>
                </a:moveTo>
                <a:cubicBezTo>
                  <a:pt x="158" y="199"/>
                  <a:pt x="158" y="199"/>
                  <a:pt x="158" y="199"/>
                </a:cubicBezTo>
                <a:cubicBezTo>
                  <a:pt x="162" y="188"/>
                  <a:pt x="162" y="188"/>
                  <a:pt x="162" y="188"/>
                </a:cubicBezTo>
                <a:cubicBezTo>
                  <a:pt x="158" y="178"/>
                  <a:pt x="158" y="178"/>
                  <a:pt x="158" y="178"/>
                </a:cubicBezTo>
                <a:cubicBezTo>
                  <a:pt x="128" y="178"/>
                  <a:pt x="128" y="178"/>
                  <a:pt x="128" y="178"/>
                </a:cubicBezTo>
                <a:lnTo>
                  <a:pt x="128" y="19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43" name="Freeform 45"/>
          <p:cNvSpPr>
            <a:spLocks noEditPoints="1"/>
          </p:cNvSpPr>
          <p:nvPr/>
        </p:nvSpPr>
        <p:spPr bwMode="auto">
          <a:xfrm>
            <a:off x="8875026" y="2806387"/>
            <a:ext cx="345777" cy="242920"/>
          </a:xfrm>
          <a:custGeom>
            <a:avLst/>
            <a:gdLst>
              <a:gd name="T0" fmla="*/ 0 w 158"/>
              <a:gd name="T1" fmla="*/ 11 h 111"/>
              <a:gd name="T2" fmla="*/ 46 w 158"/>
              <a:gd name="T3" fmla="*/ 55 h 111"/>
              <a:gd name="T4" fmla="*/ 0 w 158"/>
              <a:gd name="T5" fmla="*/ 102 h 111"/>
              <a:gd name="T6" fmla="*/ 0 w 158"/>
              <a:gd name="T7" fmla="*/ 11 h 111"/>
              <a:gd name="T8" fmla="*/ 150 w 158"/>
              <a:gd name="T9" fmla="*/ 111 h 111"/>
              <a:gd name="T10" fmla="*/ 9 w 158"/>
              <a:gd name="T11" fmla="*/ 111 h 111"/>
              <a:gd name="T12" fmla="*/ 55 w 158"/>
              <a:gd name="T13" fmla="*/ 64 h 111"/>
              <a:gd name="T14" fmla="*/ 79 w 158"/>
              <a:gd name="T15" fmla="*/ 86 h 111"/>
              <a:gd name="T16" fmla="*/ 104 w 158"/>
              <a:gd name="T17" fmla="*/ 63 h 111"/>
              <a:gd name="T18" fmla="*/ 150 w 158"/>
              <a:gd name="T19" fmla="*/ 111 h 111"/>
              <a:gd name="T20" fmla="*/ 147 w 158"/>
              <a:gd name="T21" fmla="*/ 0 h 111"/>
              <a:gd name="T22" fmla="*/ 79 w 158"/>
              <a:gd name="T23" fmla="*/ 64 h 111"/>
              <a:gd name="T24" fmla="*/ 12 w 158"/>
              <a:gd name="T25" fmla="*/ 0 h 111"/>
              <a:gd name="T26" fmla="*/ 147 w 158"/>
              <a:gd name="T27" fmla="*/ 0 h 111"/>
              <a:gd name="T28" fmla="*/ 158 w 158"/>
              <a:gd name="T29" fmla="*/ 11 h 111"/>
              <a:gd name="T30" fmla="*/ 158 w 158"/>
              <a:gd name="T31" fmla="*/ 102 h 111"/>
              <a:gd name="T32" fmla="*/ 113 w 158"/>
              <a:gd name="T33" fmla="*/ 55 h 111"/>
              <a:gd name="T34" fmla="*/ 158 w 158"/>
              <a:gd name="T35" fmla="*/ 11 h 1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58" h="111">
                <a:moveTo>
                  <a:pt x="0" y="11"/>
                </a:moveTo>
                <a:lnTo>
                  <a:pt x="46" y="55"/>
                </a:lnTo>
                <a:lnTo>
                  <a:pt x="0" y="102"/>
                </a:lnTo>
                <a:lnTo>
                  <a:pt x="0" y="11"/>
                </a:lnTo>
                <a:close/>
                <a:moveTo>
                  <a:pt x="150" y="111"/>
                </a:moveTo>
                <a:lnTo>
                  <a:pt x="9" y="111"/>
                </a:lnTo>
                <a:lnTo>
                  <a:pt x="55" y="64"/>
                </a:lnTo>
                <a:lnTo>
                  <a:pt x="79" y="86"/>
                </a:lnTo>
                <a:lnTo>
                  <a:pt x="104" y="63"/>
                </a:lnTo>
                <a:lnTo>
                  <a:pt x="150" y="111"/>
                </a:lnTo>
                <a:close/>
                <a:moveTo>
                  <a:pt x="147" y="0"/>
                </a:moveTo>
                <a:lnTo>
                  <a:pt x="79" y="64"/>
                </a:lnTo>
                <a:lnTo>
                  <a:pt x="12" y="0"/>
                </a:lnTo>
                <a:lnTo>
                  <a:pt x="147" y="0"/>
                </a:lnTo>
                <a:close/>
                <a:moveTo>
                  <a:pt x="158" y="11"/>
                </a:moveTo>
                <a:lnTo>
                  <a:pt x="158" y="102"/>
                </a:lnTo>
                <a:lnTo>
                  <a:pt x="113" y="55"/>
                </a:lnTo>
                <a:lnTo>
                  <a:pt x="158" y="1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44" name="Freeform 46"/>
          <p:cNvSpPr>
            <a:spLocks noEditPoints="1"/>
          </p:cNvSpPr>
          <p:nvPr/>
        </p:nvSpPr>
        <p:spPr bwMode="auto">
          <a:xfrm>
            <a:off x="9299587" y="2723226"/>
            <a:ext cx="210092" cy="334836"/>
          </a:xfrm>
          <a:custGeom>
            <a:avLst/>
            <a:gdLst>
              <a:gd name="T0" fmla="*/ 140 w 186"/>
              <a:gd name="T1" fmla="*/ 189 h 296"/>
              <a:gd name="T2" fmla="*/ 96 w 186"/>
              <a:gd name="T3" fmla="*/ 292 h 296"/>
              <a:gd name="T4" fmla="*/ 91 w 186"/>
              <a:gd name="T5" fmla="*/ 292 h 296"/>
              <a:gd name="T6" fmla="*/ 45 w 186"/>
              <a:gd name="T7" fmla="*/ 189 h 296"/>
              <a:gd name="T8" fmla="*/ 0 w 186"/>
              <a:gd name="T9" fmla="*/ 92 h 296"/>
              <a:gd name="T10" fmla="*/ 92 w 186"/>
              <a:gd name="T11" fmla="*/ 0 h 296"/>
              <a:gd name="T12" fmla="*/ 186 w 186"/>
              <a:gd name="T13" fmla="*/ 92 h 296"/>
              <a:gd name="T14" fmla="*/ 140 w 186"/>
              <a:gd name="T15" fmla="*/ 189 h 296"/>
              <a:gd name="T16" fmla="*/ 129 w 186"/>
              <a:gd name="T17" fmla="*/ 94 h 296"/>
              <a:gd name="T18" fmla="*/ 93 w 186"/>
              <a:gd name="T19" fmla="*/ 59 h 296"/>
              <a:gd name="T20" fmla="*/ 58 w 186"/>
              <a:gd name="T21" fmla="*/ 94 h 296"/>
              <a:gd name="T22" fmla="*/ 93 w 186"/>
              <a:gd name="T23" fmla="*/ 131 h 296"/>
              <a:gd name="T24" fmla="*/ 129 w 186"/>
              <a:gd name="T25" fmla="*/ 94 h 2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86" h="296">
                <a:moveTo>
                  <a:pt x="140" y="189"/>
                </a:moveTo>
                <a:cubicBezTo>
                  <a:pt x="101" y="245"/>
                  <a:pt x="96" y="292"/>
                  <a:pt x="96" y="292"/>
                </a:cubicBezTo>
                <a:cubicBezTo>
                  <a:pt x="95" y="296"/>
                  <a:pt x="92" y="296"/>
                  <a:pt x="91" y="292"/>
                </a:cubicBezTo>
                <a:cubicBezTo>
                  <a:pt x="91" y="292"/>
                  <a:pt x="83" y="245"/>
                  <a:pt x="45" y="189"/>
                </a:cubicBezTo>
                <a:cubicBezTo>
                  <a:pt x="14" y="145"/>
                  <a:pt x="0" y="128"/>
                  <a:pt x="0" y="92"/>
                </a:cubicBezTo>
                <a:cubicBezTo>
                  <a:pt x="0" y="41"/>
                  <a:pt x="41" y="0"/>
                  <a:pt x="92" y="0"/>
                </a:cubicBezTo>
                <a:cubicBezTo>
                  <a:pt x="144" y="0"/>
                  <a:pt x="186" y="41"/>
                  <a:pt x="186" y="92"/>
                </a:cubicBezTo>
                <a:cubicBezTo>
                  <a:pt x="186" y="128"/>
                  <a:pt x="158" y="163"/>
                  <a:pt x="140" y="189"/>
                </a:cubicBezTo>
                <a:close/>
                <a:moveTo>
                  <a:pt x="129" y="94"/>
                </a:moveTo>
                <a:cubicBezTo>
                  <a:pt x="129" y="74"/>
                  <a:pt x="114" y="59"/>
                  <a:pt x="93" y="59"/>
                </a:cubicBezTo>
                <a:cubicBezTo>
                  <a:pt x="74" y="59"/>
                  <a:pt x="58" y="74"/>
                  <a:pt x="58" y="94"/>
                </a:cubicBezTo>
                <a:cubicBezTo>
                  <a:pt x="58" y="114"/>
                  <a:pt x="74" y="131"/>
                  <a:pt x="93" y="131"/>
                </a:cubicBezTo>
                <a:cubicBezTo>
                  <a:pt x="114" y="131"/>
                  <a:pt x="129" y="114"/>
                  <a:pt x="129" y="9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45" name="Freeform 47"/>
          <p:cNvSpPr>
            <a:spLocks noEditPoints="1"/>
          </p:cNvSpPr>
          <p:nvPr/>
        </p:nvSpPr>
        <p:spPr bwMode="auto">
          <a:xfrm>
            <a:off x="9549072" y="2762618"/>
            <a:ext cx="315139" cy="293253"/>
          </a:xfrm>
          <a:custGeom>
            <a:avLst/>
            <a:gdLst>
              <a:gd name="T0" fmla="*/ 278 w 278"/>
              <a:gd name="T1" fmla="*/ 66 h 259"/>
              <a:gd name="T2" fmla="*/ 278 w 278"/>
              <a:gd name="T3" fmla="*/ 163 h 259"/>
              <a:gd name="T4" fmla="*/ 260 w 278"/>
              <a:gd name="T5" fmla="*/ 181 h 259"/>
              <a:gd name="T6" fmla="*/ 95 w 278"/>
              <a:gd name="T7" fmla="*/ 181 h 259"/>
              <a:gd name="T8" fmla="*/ 79 w 278"/>
              <a:gd name="T9" fmla="*/ 166 h 259"/>
              <a:gd name="T10" fmla="*/ 48 w 278"/>
              <a:gd name="T11" fmla="*/ 57 h 259"/>
              <a:gd name="T12" fmla="*/ 34 w 278"/>
              <a:gd name="T13" fmla="*/ 35 h 259"/>
              <a:gd name="T14" fmla="*/ 0 w 278"/>
              <a:gd name="T15" fmla="*/ 16 h 259"/>
              <a:gd name="T16" fmla="*/ 13 w 278"/>
              <a:gd name="T17" fmla="*/ 1 h 259"/>
              <a:gd name="T18" fmla="*/ 20 w 278"/>
              <a:gd name="T19" fmla="*/ 0 h 259"/>
              <a:gd name="T20" fmla="*/ 74 w 278"/>
              <a:gd name="T21" fmla="*/ 36 h 259"/>
              <a:gd name="T22" fmla="*/ 261 w 278"/>
              <a:gd name="T23" fmla="*/ 49 h 259"/>
              <a:gd name="T24" fmla="*/ 278 w 278"/>
              <a:gd name="T25" fmla="*/ 66 h 259"/>
              <a:gd name="T26" fmla="*/ 95 w 278"/>
              <a:gd name="T27" fmla="*/ 201 h 259"/>
              <a:gd name="T28" fmla="*/ 66 w 278"/>
              <a:gd name="T29" fmla="*/ 230 h 259"/>
              <a:gd name="T30" fmla="*/ 95 w 278"/>
              <a:gd name="T31" fmla="*/ 259 h 259"/>
              <a:gd name="T32" fmla="*/ 123 w 278"/>
              <a:gd name="T33" fmla="*/ 230 h 259"/>
              <a:gd name="T34" fmla="*/ 95 w 278"/>
              <a:gd name="T35" fmla="*/ 201 h 259"/>
              <a:gd name="T36" fmla="*/ 82 w 278"/>
              <a:gd name="T37" fmla="*/ 68 h 259"/>
              <a:gd name="T38" fmla="*/ 95 w 278"/>
              <a:gd name="T39" fmla="*/ 107 h 259"/>
              <a:gd name="T40" fmla="*/ 137 w 278"/>
              <a:gd name="T41" fmla="*/ 107 h 259"/>
              <a:gd name="T42" fmla="*/ 137 w 278"/>
              <a:gd name="T43" fmla="*/ 71 h 259"/>
              <a:gd name="T44" fmla="*/ 82 w 278"/>
              <a:gd name="T45" fmla="*/ 68 h 259"/>
              <a:gd name="T46" fmla="*/ 108 w 278"/>
              <a:gd name="T47" fmla="*/ 150 h 259"/>
              <a:gd name="T48" fmla="*/ 137 w 278"/>
              <a:gd name="T49" fmla="*/ 150 h 259"/>
              <a:gd name="T50" fmla="*/ 137 w 278"/>
              <a:gd name="T51" fmla="*/ 117 h 259"/>
              <a:gd name="T52" fmla="*/ 98 w 278"/>
              <a:gd name="T53" fmla="*/ 117 h 259"/>
              <a:gd name="T54" fmla="*/ 108 w 278"/>
              <a:gd name="T55" fmla="*/ 150 h 259"/>
              <a:gd name="T56" fmla="*/ 194 w 278"/>
              <a:gd name="T57" fmla="*/ 107 h 259"/>
              <a:gd name="T58" fmla="*/ 194 w 278"/>
              <a:gd name="T59" fmla="*/ 75 h 259"/>
              <a:gd name="T60" fmla="*/ 151 w 278"/>
              <a:gd name="T61" fmla="*/ 72 h 259"/>
              <a:gd name="T62" fmla="*/ 151 w 278"/>
              <a:gd name="T63" fmla="*/ 107 h 259"/>
              <a:gd name="T64" fmla="*/ 194 w 278"/>
              <a:gd name="T65" fmla="*/ 107 h 259"/>
              <a:gd name="T66" fmla="*/ 151 w 278"/>
              <a:gd name="T67" fmla="*/ 117 h 259"/>
              <a:gd name="T68" fmla="*/ 151 w 278"/>
              <a:gd name="T69" fmla="*/ 150 h 259"/>
              <a:gd name="T70" fmla="*/ 194 w 278"/>
              <a:gd name="T71" fmla="*/ 150 h 259"/>
              <a:gd name="T72" fmla="*/ 194 w 278"/>
              <a:gd name="T73" fmla="*/ 117 h 259"/>
              <a:gd name="T74" fmla="*/ 151 w 278"/>
              <a:gd name="T75" fmla="*/ 117 h 259"/>
              <a:gd name="T76" fmla="*/ 234 w 278"/>
              <a:gd name="T77" fmla="*/ 201 h 259"/>
              <a:gd name="T78" fmla="*/ 206 w 278"/>
              <a:gd name="T79" fmla="*/ 230 h 259"/>
              <a:gd name="T80" fmla="*/ 234 w 278"/>
              <a:gd name="T81" fmla="*/ 259 h 259"/>
              <a:gd name="T82" fmla="*/ 263 w 278"/>
              <a:gd name="T83" fmla="*/ 230 h 259"/>
              <a:gd name="T84" fmla="*/ 234 w 278"/>
              <a:gd name="T85" fmla="*/ 201 h 259"/>
              <a:gd name="T86" fmla="*/ 247 w 278"/>
              <a:gd name="T87" fmla="*/ 79 h 259"/>
              <a:gd name="T88" fmla="*/ 208 w 278"/>
              <a:gd name="T89" fmla="*/ 76 h 259"/>
              <a:gd name="T90" fmla="*/ 208 w 278"/>
              <a:gd name="T91" fmla="*/ 107 h 259"/>
              <a:gd name="T92" fmla="*/ 247 w 278"/>
              <a:gd name="T93" fmla="*/ 107 h 259"/>
              <a:gd name="T94" fmla="*/ 247 w 278"/>
              <a:gd name="T95" fmla="*/ 79 h 259"/>
              <a:gd name="T96" fmla="*/ 247 w 278"/>
              <a:gd name="T97" fmla="*/ 150 h 259"/>
              <a:gd name="T98" fmla="*/ 247 w 278"/>
              <a:gd name="T99" fmla="*/ 117 h 259"/>
              <a:gd name="T100" fmla="*/ 208 w 278"/>
              <a:gd name="T101" fmla="*/ 117 h 259"/>
              <a:gd name="T102" fmla="*/ 208 w 278"/>
              <a:gd name="T103" fmla="*/ 150 h 259"/>
              <a:gd name="T104" fmla="*/ 247 w 278"/>
              <a:gd name="T105" fmla="*/ 150 h 2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278" h="259">
                <a:moveTo>
                  <a:pt x="278" y="66"/>
                </a:moveTo>
                <a:cubicBezTo>
                  <a:pt x="278" y="163"/>
                  <a:pt x="278" y="163"/>
                  <a:pt x="278" y="163"/>
                </a:cubicBezTo>
                <a:cubicBezTo>
                  <a:pt x="278" y="173"/>
                  <a:pt x="270" y="181"/>
                  <a:pt x="260" y="181"/>
                </a:cubicBezTo>
                <a:cubicBezTo>
                  <a:pt x="95" y="181"/>
                  <a:pt x="95" y="181"/>
                  <a:pt x="95" y="181"/>
                </a:cubicBezTo>
                <a:cubicBezTo>
                  <a:pt x="87" y="181"/>
                  <a:pt x="80" y="175"/>
                  <a:pt x="79" y="166"/>
                </a:cubicBezTo>
                <a:cubicBezTo>
                  <a:pt x="48" y="57"/>
                  <a:pt x="48" y="57"/>
                  <a:pt x="48" y="57"/>
                </a:cubicBezTo>
                <a:cubicBezTo>
                  <a:pt x="48" y="57"/>
                  <a:pt x="43" y="37"/>
                  <a:pt x="34" y="35"/>
                </a:cubicBezTo>
                <a:cubicBezTo>
                  <a:pt x="20" y="31"/>
                  <a:pt x="0" y="38"/>
                  <a:pt x="0" y="16"/>
                </a:cubicBezTo>
                <a:cubicBezTo>
                  <a:pt x="0" y="1"/>
                  <a:pt x="13" y="1"/>
                  <a:pt x="13" y="1"/>
                </a:cubicBezTo>
                <a:cubicBezTo>
                  <a:pt x="14" y="1"/>
                  <a:pt x="16" y="0"/>
                  <a:pt x="20" y="0"/>
                </a:cubicBezTo>
                <a:cubicBezTo>
                  <a:pt x="40" y="0"/>
                  <a:pt x="65" y="8"/>
                  <a:pt x="74" y="36"/>
                </a:cubicBezTo>
                <a:cubicBezTo>
                  <a:pt x="261" y="49"/>
                  <a:pt x="261" y="49"/>
                  <a:pt x="261" y="49"/>
                </a:cubicBezTo>
                <a:cubicBezTo>
                  <a:pt x="270" y="50"/>
                  <a:pt x="278" y="57"/>
                  <a:pt x="278" y="66"/>
                </a:cubicBezTo>
                <a:close/>
                <a:moveTo>
                  <a:pt x="95" y="201"/>
                </a:moveTo>
                <a:cubicBezTo>
                  <a:pt x="79" y="201"/>
                  <a:pt x="66" y="214"/>
                  <a:pt x="66" y="230"/>
                </a:cubicBezTo>
                <a:cubicBezTo>
                  <a:pt x="66" y="246"/>
                  <a:pt x="79" y="259"/>
                  <a:pt x="95" y="259"/>
                </a:cubicBezTo>
                <a:cubicBezTo>
                  <a:pt x="111" y="259"/>
                  <a:pt x="123" y="246"/>
                  <a:pt x="123" y="230"/>
                </a:cubicBezTo>
                <a:cubicBezTo>
                  <a:pt x="123" y="214"/>
                  <a:pt x="111" y="201"/>
                  <a:pt x="95" y="201"/>
                </a:cubicBezTo>
                <a:close/>
                <a:moveTo>
                  <a:pt x="82" y="68"/>
                </a:moveTo>
                <a:cubicBezTo>
                  <a:pt x="95" y="107"/>
                  <a:pt x="95" y="107"/>
                  <a:pt x="95" y="107"/>
                </a:cubicBezTo>
                <a:cubicBezTo>
                  <a:pt x="137" y="107"/>
                  <a:pt x="137" y="107"/>
                  <a:pt x="137" y="107"/>
                </a:cubicBezTo>
                <a:cubicBezTo>
                  <a:pt x="137" y="71"/>
                  <a:pt x="137" y="71"/>
                  <a:pt x="137" y="71"/>
                </a:cubicBezTo>
                <a:lnTo>
                  <a:pt x="82" y="68"/>
                </a:lnTo>
                <a:close/>
                <a:moveTo>
                  <a:pt x="108" y="150"/>
                </a:moveTo>
                <a:cubicBezTo>
                  <a:pt x="137" y="150"/>
                  <a:pt x="137" y="150"/>
                  <a:pt x="137" y="150"/>
                </a:cubicBezTo>
                <a:cubicBezTo>
                  <a:pt x="137" y="117"/>
                  <a:pt x="137" y="117"/>
                  <a:pt x="137" y="117"/>
                </a:cubicBezTo>
                <a:cubicBezTo>
                  <a:pt x="98" y="117"/>
                  <a:pt x="98" y="117"/>
                  <a:pt x="98" y="117"/>
                </a:cubicBezTo>
                <a:lnTo>
                  <a:pt x="108" y="150"/>
                </a:lnTo>
                <a:close/>
                <a:moveTo>
                  <a:pt x="194" y="107"/>
                </a:moveTo>
                <a:cubicBezTo>
                  <a:pt x="194" y="75"/>
                  <a:pt x="194" y="75"/>
                  <a:pt x="194" y="75"/>
                </a:cubicBezTo>
                <a:cubicBezTo>
                  <a:pt x="151" y="72"/>
                  <a:pt x="151" y="72"/>
                  <a:pt x="151" y="72"/>
                </a:cubicBezTo>
                <a:cubicBezTo>
                  <a:pt x="151" y="107"/>
                  <a:pt x="151" y="107"/>
                  <a:pt x="151" y="107"/>
                </a:cubicBezTo>
                <a:lnTo>
                  <a:pt x="194" y="107"/>
                </a:lnTo>
                <a:close/>
                <a:moveTo>
                  <a:pt x="151" y="117"/>
                </a:moveTo>
                <a:cubicBezTo>
                  <a:pt x="151" y="150"/>
                  <a:pt x="151" y="150"/>
                  <a:pt x="151" y="150"/>
                </a:cubicBezTo>
                <a:cubicBezTo>
                  <a:pt x="194" y="150"/>
                  <a:pt x="194" y="150"/>
                  <a:pt x="194" y="150"/>
                </a:cubicBezTo>
                <a:cubicBezTo>
                  <a:pt x="194" y="117"/>
                  <a:pt x="194" y="117"/>
                  <a:pt x="194" y="117"/>
                </a:cubicBezTo>
                <a:lnTo>
                  <a:pt x="151" y="117"/>
                </a:lnTo>
                <a:close/>
                <a:moveTo>
                  <a:pt x="234" y="201"/>
                </a:moveTo>
                <a:cubicBezTo>
                  <a:pt x="219" y="201"/>
                  <a:pt x="206" y="214"/>
                  <a:pt x="206" y="230"/>
                </a:cubicBezTo>
                <a:cubicBezTo>
                  <a:pt x="206" y="246"/>
                  <a:pt x="219" y="259"/>
                  <a:pt x="234" y="259"/>
                </a:cubicBezTo>
                <a:cubicBezTo>
                  <a:pt x="250" y="259"/>
                  <a:pt x="263" y="246"/>
                  <a:pt x="263" y="230"/>
                </a:cubicBezTo>
                <a:cubicBezTo>
                  <a:pt x="263" y="214"/>
                  <a:pt x="250" y="201"/>
                  <a:pt x="234" y="201"/>
                </a:cubicBezTo>
                <a:close/>
                <a:moveTo>
                  <a:pt x="247" y="79"/>
                </a:moveTo>
                <a:cubicBezTo>
                  <a:pt x="208" y="76"/>
                  <a:pt x="208" y="76"/>
                  <a:pt x="208" y="76"/>
                </a:cubicBezTo>
                <a:cubicBezTo>
                  <a:pt x="208" y="107"/>
                  <a:pt x="208" y="107"/>
                  <a:pt x="208" y="107"/>
                </a:cubicBezTo>
                <a:cubicBezTo>
                  <a:pt x="247" y="107"/>
                  <a:pt x="247" y="107"/>
                  <a:pt x="247" y="107"/>
                </a:cubicBezTo>
                <a:lnTo>
                  <a:pt x="247" y="79"/>
                </a:lnTo>
                <a:close/>
                <a:moveTo>
                  <a:pt x="247" y="150"/>
                </a:moveTo>
                <a:cubicBezTo>
                  <a:pt x="247" y="117"/>
                  <a:pt x="247" y="117"/>
                  <a:pt x="247" y="117"/>
                </a:cubicBezTo>
                <a:cubicBezTo>
                  <a:pt x="208" y="117"/>
                  <a:pt x="208" y="117"/>
                  <a:pt x="208" y="117"/>
                </a:cubicBezTo>
                <a:cubicBezTo>
                  <a:pt x="208" y="150"/>
                  <a:pt x="208" y="150"/>
                  <a:pt x="208" y="150"/>
                </a:cubicBezTo>
                <a:lnTo>
                  <a:pt x="247" y="15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46" name="Freeform 48"/>
          <p:cNvSpPr>
            <a:spLocks/>
          </p:cNvSpPr>
          <p:nvPr/>
        </p:nvSpPr>
        <p:spPr bwMode="auto">
          <a:xfrm>
            <a:off x="9934242" y="2845779"/>
            <a:ext cx="210092" cy="181643"/>
          </a:xfrm>
          <a:custGeom>
            <a:avLst/>
            <a:gdLst>
              <a:gd name="T0" fmla="*/ 48 w 96"/>
              <a:gd name="T1" fmla="*/ 83 h 83"/>
              <a:gd name="T2" fmla="*/ 0 w 96"/>
              <a:gd name="T3" fmla="*/ 0 h 83"/>
              <a:gd name="T4" fmla="*/ 96 w 96"/>
              <a:gd name="T5" fmla="*/ 0 h 83"/>
              <a:gd name="T6" fmla="*/ 48 w 96"/>
              <a:gd name="T7" fmla="*/ 83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96" h="83">
                <a:moveTo>
                  <a:pt x="48" y="83"/>
                </a:moveTo>
                <a:lnTo>
                  <a:pt x="0" y="0"/>
                </a:lnTo>
                <a:lnTo>
                  <a:pt x="96" y="0"/>
                </a:lnTo>
                <a:lnTo>
                  <a:pt x="48" y="8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47" name="Freeform 49"/>
          <p:cNvSpPr>
            <a:spLocks noEditPoints="1"/>
          </p:cNvSpPr>
          <p:nvPr/>
        </p:nvSpPr>
        <p:spPr bwMode="auto">
          <a:xfrm>
            <a:off x="887140" y="3541710"/>
            <a:ext cx="356720" cy="319516"/>
          </a:xfrm>
          <a:custGeom>
            <a:avLst/>
            <a:gdLst>
              <a:gd name="T0" fmla="*/ 316 w 316"/>
              <a:gd name="T1" fmla="*/ 251 h 282"/>
              <a:gd name="T2" fmla="*/ 285 w 316"/>
              <a:gd name="T3" fmla="*/ 282 h 282"/>
              <a:gd name="T4" fmla="*/ 32 w 316"/>
              <a:gd name="T5" fmla="*/ 282 h 282"/>
              <a:gd name="T6" fmla="*/ 0 w 316"/>
              <a:gd name="T7" fmla="*/ 251 h 282"/>
              <a:gd name="T8" fmla="*/ 5 w 316"/>
              <a:gd name="T9" fmla="*/ 235 h 282"/>
              <a:gd name="T10" fmla="*/ 132 w 316"/>
              <a:gd name="T11" fmla="*/ 16 h 282"/>
              <a:gd name="T12" fmla="*/ 159 w 316"/>
              <a:gd name="T13" fmla="*/ 0 h 282"/>
              <a:gd name="T14" fmla="*/ 185 w 316"/>
              <a:gd name="T15" fmla="*/ 16 h 282"/>
              <a:gd name="T16" fmla="*/ 312 w 316"/>
              <a:gd name="T17" fmla="*/ 235 h 282"/>
              <a:gd name="T18" fmla="*/ 316 w 316"/>
              <a:gd name="T19" fmla="*/ 251 h 282"/>
              <a:gd name="T20" fmla="*/ 133 w 316"/>
              <a:gd name="T21" fmla="*/ 226 h 282"/>
              <a:gd name="T22" fmla="*/ 159 w 316"/>
              <a:gd name="T23" fmla="*/ 251 h 282"/>
              <a:gd name="T24" fmla="*/ 185 w 316"/>
              <a:gd name="T25" fmla="*/ 226 h 282"/>
              <a:gd name="T26" fmla="*/ 159 w 316"/>
              <a:gd name="T27" fmla="*/ 200 h 282"/>
              <a:gd name="T28" fmla="*/ 133 w 316"/>
              <a:gd name="T29" fmla="*/ 226 h 282"/>
              <a:gd name="T30" fmla="*/ 136 w 316"/>
              <a:gd name="T31" fmla="*/ 175 h 282"/>
              <a:gd name="T32" fmla="*/ 182 w 316"/>
              <a:gd name="T33" fmla="*/ 175 h 282"/>
              <a:gd name="T34" fmla="*/ 182 w 316"/>
              <a:gd name="T35" fmla="*/ 72 h 282"/>
              <a:gd name="T36" fmla="*/ 136 w 316"/>
              <a:gd name="T37" fmla="*/ 72 h 282"/>
              <a:gd name="T38" fmla="*/ 136 w 316"/>
              <a:gd name="T39" fmla="*/ 175 h 2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316" h="282">
                <a:moveTo>
                  <a:pt x="316" y="251"/>
                </a:moveTo>
                <a:cubicBezTo>
                  <a:pt x="316" y="269"/>
                  <a:pt x="302" y="282"/>
                  <a:pt x="285" y="282"/>
                </a:cubicBezTo>
                <a:cubicBezTo>
                  <a:pt x="32" y="282"/>
                  <a:pt x="32" y="282"/>
                  <a:pt x="32" y="282"/>
                </a:cubicBezTo>
                <a:cubicBezTo>
                  <a:pt x="15" y="282"/>
                  <a:pt x="0" y="268"/>
                  <a:pt x="0" y="251"/>
                </a:cubicBezTo>
                <a:cubicBezTo>
                  <a:pt x="0" y="246"/>
                  <a:pt x="2" y="240"/>
                  <a:pt x="5" y="235"/>
                </a:cubicBezTo>
                <a:cubicBezTo>
                  <a:pt x="132" y="16"/>
                  <a:pt x="132" y="16"/>
                  <a:pt x="132" y="16"/>
                </a:cubicBezTo>
                <a:cubicBezTo>
                  <a:pt x="137" y="6"/>
                  <a:pt x="147" y="0"/>
                  <a:pt x="159" y="0"/>
                </a:cubicBezTo>
                <a:cubicBezTo>
                  <a:pt x="170" y="0"/>
                  <a:pt x="180" y="6"/>
                  <a:pt x="185" y="16"/>
                </a:cubicBezTo>
                <a:cubicBezTo>
                  <a:pt x="312" y="235"/>
                  <a:pt x="312" y="235"/>
                  <a:pt x="312" y="235"/>
                </a:cubicBezTo>
                <a:cubicBezTo>
                  <a:pt x="315" y="240"/>
                  <a:pt x="316" y="246"/>
                  <a:pt x="316" y="251"/>
                </a:cubicBezTo>
                <a:close/>
                <a:moveTo>
                  <a:pt x="133" y="226"/>
                </a:moveTo>
                <a:cubicBezTo>
                  <a:pt x="133" y="240"/>
                  <a:pt x="144" y="251"/>
                  <a:pt x="159" y="251"/>
                </a:cubicBezTo>
                <a:cubicBezTo>
                  <a:pt x="174" y="251"/>
                  <a:pt x="185" y="240"/>
                  <a:pt x="185" y="226"/>
                </a:cubicBezTo>
                <a:cubicBezTo>
                  <a:pt x="185" y="211"/>
                  <a:pt x="174" y="200"/>
                  <a:pt x="159" y="200"/>
                </a:cubicBezTo>
                <a:cubicBezTo>
                  <a:pt x="144" y="200"/>
                  <a:pt x="133" y="211"/>
                  <a:pt x="133" y="226"/>
                </a:cubicBezTo>
                <a:close/>
                <a:moveTo>
                  <a:pt x="136" y="175"/>
                </a:moveTo>
                <a:cubicBezTo>
                  <a:pt x="182" y="175"/>
                  <a:pt x="182" y="175"/>
                  <a:pt x="182" y="175"/>
                </a:cubicBezTo>
                <a:cubicBezTo>
                  <a:pt x="182" y="72"/>
                  <a:pt x="182" y="72"/>
                  <a:pt x="182" y="72"/>
                </a:cubicBezTo>
                <a:cubicBezTo>
                  <a:pt x="136" y="72"/>
                  <a:pt x="136" y="72"/>
                  <a:pt x="136" y="72"/>
                </a:cubicBezTo>
                <a:lnTo>
                  <a:pt x="136" y="17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48" name="Freeform 50"/>
          <p:cNvSpPr>
            <a:spLocks noEditPoints="1"/>
          </p:cNvSpPr>
          <p:nvPr/>
        </p:nvSpPr>
        <p:spPr bwMode="auto">
          <a:xfrm>
            <a:off x="1289818" y="3552652"/>
            <a:ext cx="310761" cy="317328"/>
          </a:xfrm>
          <a:custGeom>
            <a:avLst/>
            <a:gdLst>
              <a:gd name="T0" fmla="*/ 274 w 274"/>
              <a:gd name="T1" fmla="*/ 120 h 281"/>
              <a:gd name="T2" fmla="*/ 258 w 274"/>
              <a:gd name="T3" fmla="*/ 183 h 281"/>
              <a:gd name="T4" fmla="*/ 202 w 274"/>
              <a:gd name="T5" fmla="*/ 215 h 281"/>
              <a:gd name="T6" fmla="*/ 178 w 274"/>
              <a:gd name="T7" fmla="*/ 207 h 281"/>
              <a:gd name="T8" fmla="*/ 168 w 274"/>
              <a:gd name="T9" fmla="*/ 195 h 281"/>
              <a:gd name="T10" fmla="*/ 129 w 274"/>
              <a:gd name="T11" fmla="*/ 214 h 281"/>
              <a:gd name="T12" fmla="*/ 87 w 274"/>
              <a:gd name="T13" fmla="*/ 194 h 281"/>
              <a:gd name="T14" fmla="*/ 72 w 274"/>
              <a:gd name="T15" fmla="*/ 145 h 281"/>
              <a:gd name="T16" fmla="*/ 89 w 274"/>
              <a:gd name="T17" fmla="*/ 94 h 281"/>
              <a:gd name="T18" fmla="*/ 138 w 274"/>
              <a:gd name="T19" fmla="*/ 72 h 281"/>
              <a:gd name="T20" fmla="*/ 169 w 274"/>
              <a:gd name="T21" fmla="*/ 85 h 281"/>
              <a:gd name="T22" fmla="*/ 171 w 274"/>
              <a:gd name="T23" fmla="*/ 76 h 281"/>
              <a:gd name="T24" fmla="*/ 201 w 274"/>
              <a:gd name="T25" fmla="*/ 76 h 281"/>
              <a:gd name="T26" fmla="*/ 195 w 274"/>
              <a:gd name="T27" fmla="*/ 165 h 281"/>
              <a:gd name="T28" fmla="*/ 198 w 274"/>
              <a:gd name="T29" fmla="*/ 181 h 281"/>
              <a:gd name="T30" fmla="*/ 205 w 274"/>
              <a:gd name="T31" fmla="*/ 183 h 281"/>
              <a:gd name="T32" fmla="*/ 240 w 274"/>
              <a:gd name="T33" fmla="*/ 120 h 281"/>
              <a:gd name="T34" fmla="*/ 217 w 274"/>
              <a:gd name="T35" fmla="*/ 59 h 281"/>
              <a:gd name="T36" fmla="*/ 145 w 274"/>
              <a:gd name="T37" fmla="*/ 33 h 281"/>
              <a:gd name="T38" fmla="*/ 71 w 274"/>
              <a:gd name="T39" fmla="*/ 59 h 281"/>
              <a:gd name="T40" fmla="*/ 36 w 274"/>
              <a:gd name="T41" fmla="*/ 144 h 281"/>
              <a:gd name="T42" fmla="*/ 65 w 274"/>
              <a:gd name="T43" fmla="*/ 220 h 281"/>
              <a:gd name="T44" fmla="*/ 136 w 274"/>
              <a:gd name="T45" fmla="*/ 248 h 281"/>
              <a:gd name="T46" fmla="*/ 219 w 274"/>
              <a:gd name="T47" fmla="*/ 232 h 281"/>
              <a:gd name="T48" fmla="*/ 224 w 274"/>
              <a:gd name="T49" fmla="*/ 230 h 281"/>
              <a:gd name="T50" fmla="*/ 224 w 274"/>
              <a:gd name="T51" fmla="*/ 263 h 281"/>
              <a:gd name="T52" fmla="*/ 222 w 274"/>
              <a:gd name="T53" fmla="*/ 264 h 281"/>
              <a:gd name="T54" fmla="*/ 136 w 274"/>
              <a:gd name="T55" fmla="*/ 281 h 281"/>
              <a:gd name="T56" fmla="*/ 43 w 274"/>
              <a:gd name="T57" fmla="*/ 248 h 281"/>
              <a:gd name="T58" fmla="*/ 0 w 274"/>
              <a:gd name="T59" fmla="*/ 141 h 281"/>
              <a:gd name="T60" fmla="*/ 40 w 274"/>
              <a:gd name="T61" fmla="*/ 40 h 281"/>
              <a:gd name="T62" fmla="*/ 86 w 274"/>
              <a:gd name="T63" fmla="*/ 11 h 281"/>
              <a:gd name="T64" fmla="*/ 144 w 274"/>
              <a:gd name="T65" fmla="*/ 0 h 281"/>
              <a:gd name="T66" fmla="*/ 242 w 274"/>
              <a:gd name="T67" fmla="*/ 37 h 281"/>
              <a:gd name="T68" fmla="*/ 266 w 274"/>
              <a:gd name="T69" fmla="*/ 72 h 281"/>
              <a:gd name="T70" fmla="*/ 274 w 274"/>
              <a:gd name="T71" fmla="*/ 120 h 281"/>
              <a:gd name="T72" fmla="*/ 157 w 274"/>
              <a:gd name="T73" fmla="*/ 168 h 281"/>
              <a:gd name="T74" fmla="*/ 163 w 274"/>
              <a:gd name="T75" fmla="*/ 139 h 281"/>
              <a:gd name="T76" fmla="*/ 158 w 274"/>
              <a:gd name="T77" fmla="*/ 113 h 281"/>
              <a:gd name="T78" fmla="*/ 137 w 274"/>
              <a:gd name="T79" fmla="*/ 103 h 281"/>
              <a:gd name="T80" fmla="*/ 115 w 274"/>
              <a:gd name="T81" fmla="*/ 117 h 281"/>
              <a:gd name="T82" fmla="*/ 109 w 274"/>
              <a:gd name="T83" fmla="*/ 145 h 281"/>
              <a:gd name="T84" fmla="*/ 133 w 274"/>
              <a:gd name="T85" fmla="*/ 182 h 281"/>
              <a:gd name="T86" fmla="*/ 157 w 274"/>
              <a:gd name="T87" fmla="*/ 168 h 2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274" h="281">
                <a:moveTo>
                  <a:pt x="274" y="120"/>
                </a:moveTo>
                <a:cubicBezTo>
                  <a:pt x="274" y="143"/>
                  <a:pt x="268" y="166"/>
                  <a:pt x="258" y="183"/>
                </a:cubicBezTo>
                <a:cubicBezTo>
                  <a:pt x="245" y="204"/>
                  <a:pt x="226" y="215"/>
                  <a:pt x="202" y="215"/>
                </a:cubicBezTo>
                <a:cubicBezTo>
                  <a:pt x="193" y="215"/>
                  <a:pt x="184" y="212"/>
                  <a:pt x="178" y="207"/>
                </a:cubicBezTo>
                <a:cubicBezTo>
                  <a:pt x="174" y="204"/>
                  <a:pt x="170" y="200"/>
                  <a:pt x="168" y="195"/>
                </a:cubicBezTo>
                <a:cubicBezTo>
                  <a:pt x="159" y="206"/>
                  <a:pt x="144" y="214"/>
                  <a:pt x="129" y="214"/>
                </a:cubicBezTo>
                <a:cubicBezTo>
                  <a:pt x="111" y="214"/>
                  <a:pt x="96" y="207"/>
                  <a:pt x="87" y="194"/>
                </a:cubicBezTo>
                <a:cubicBezTo>
                  <a:pt x="77" y="182"/>
                  <a:pt x="72" y="165"/>
                  <a:pt x="72" y="145"/>
                </a:cubicBezTo>
                <a:cubicBezTo>
                  <a:pt x="72" y="125"/>
                  <a:pt x="78" y="107"/>
                  <a:pt x="89" y="94"/>
                </a:cubicBezTo>
                <a:cubicBezTo>
                  <a:pt x="101" y="80"/>
                  <a:pt x="118" y="72"/>
                  <a:pt x="138" y="72"/>
                </a:cubicBezTo>
                <a:cubicBezTo>
                  <a:pt x="150" y="72"/>
                  <a:pt x="161" y="78"/>
                  <a:pt x="169" y="85"/>
                </a:cubicBezTo>
                <a:cubicBezTo>
                  <a:pt x="171" y="76"/>
                  <a:pt x="171" y="76"/>
                  <a:pt x="171" y="76"/>
                </a:cubicBezTo>
                <a:cubicBezTo>
                  <a:pt x="201" y="76"/>
                  <a:pt x="201" y="76"/>
                  <a:pt x="201" y="76"/>
                </a:cubicBezTo>
                <a:cubicBezTo>
                  <a:pt x="195" y="165"/>
                  <a:pt x="195" y="165"/>
                  <a:pt x="195" y="165"/>
                </a:cubicBezTo>
                <a:cubicBezTo>
                  <a:pt x="194" y="173"/>
                  <a:pt x="195" y="178"/>
                  <a:pt x="198" y="181"/>
                </a:cubicBezTo>
                <a:cubicBezTo>
                  <a:pt x="199" y="182"/>
                  <a:pt x="201" y="183"/>
                  <a:pt x="205" y="183"/>
                </a:cubicBezTo>
                <a:cubicBezTo>
                  <a:pt x="231" y="183"/>
                  <a:pt x="240" y="141"/>
                  <a:pt x="240" y="120"/>
                </a:cubicBezTo>
                <a:cubicBezTo>
                  <a:pt x="240" y="95"/>
                  <a:pt x="232" y="75"/>
                  <a:pt x="217" y="59"/>
                </a:cubicBezTo>
                <a:cubicBezTo>
                  <a:pt x="199" y="42"/>
                  <a:pt x="175" y="33"/>
                  <a:pt x="145" y="33"/>
                </a:cubicBezTo>
                <a:cubicBezTo>
                  <a:pt x="116" y="33"/>
                  <a:pt x="90" y="42"/>
                  <a:pt x="71" y="59"/>
                </a:cubicBezTo>
                <a:cubicBezTo>
                  <a:pt x="49" y="80"/>
                  <a:pt x="36" y="109"/>
                  <a:pt x="36" y="144"/>
                </a:cubicBezTo>
                <a:cubicBezTo>
                  <a:pt x="36" y="174"/>
                  <a:pt x="47" y="201"/>
                  <a:pt x="65" y="220"/>
                </a:cubicBezTo>
                <a:cubicBezTo>
                  <a:pt x="84" y="238"/>
                  <a:pt x="108" y="248"/>
                  <a:pt x="136" y="248"/>
                </a:cubicBezTo>
                <a:cubicBezTo>
                  <a:pt x="169" y="248"/>
                  <a:pt x="194" y="243"/>
                  <a:pt x="219" y="232"/>
                </a:cubicBezTo>
                <a:cubicBezTo>
                  <a:pt x="224" y="230"/>
                  <a:pt x="224" y="230"/>
                  <a:pt x="224" y="230"/>
                </a:cubicBezTo>
                <a:cubicBezTo>
                  <a:pt x="224" y="263"/>
                  <a:pt x="224" y="263"/>
                  <a:pt x="224" y="263"/>
                </a:cubicBezTo>
                <a:cubicBezTo>
                  <a:pt x="222" y="264"/>
                  <a:pt x="222" y="264"/>
                  <a:pt x="222" y="264"/>
                </a:cubicBezTo>
                <a:cubicBezTo>
                  <a:pt x="199" y="275"/>
                  <a:pt x="171" y="281"/>
                  <a:pt x="136" y="281"/>
                </a:cubicBezTo>
                <a:cubicBezTo>
                  <a:pt x="99" y="281"/>
                  <a:pt x="67" y="270"/>
                  <a:pt x="43" y="248"/>
                </a:cubicBezTo>
                <a:cubicBezTo>
                  <a:pt x="15" y="222"/>
                  <a:pt x="0" y="184"/>
                  <a:pt x="0" y="141"/>
                </a:cubicBezTo>
                <a:cubicBezTo>
                  <a:pt x="0" y="100"/>
                  <a:pt x="14" y="65"/>
                  <a:pt x="40" y="40"/>
                </a:cubicBezTo>
                <a:cubicBezTo>
                  <a:pt x="53" y="28"/>
                  <a:pt x="69" y="18"/>
                  <a:pt x="86" y="11"/>
                </a:cubicBezTo>
                <a:cubicBezTo>
                  <a:pt x="104" y="4"/>
                  <a:pt x="124" y="0"/>
                  <a:pt x="144" y="0"/>
                </a:cubicBezTo>
                <a:cubicBezTo>
                  <a:pt x="183" y="0"/>
                  <a:pt x="218" y="13"/>
                  <a:pt x="242" y="37"/>
                </a:cubicBezTo>
                <a:cubicBezTo>
                  <a:pt x="252" y="47"/>
                  <a:pt x="261" y="59"/>
                  <a:pt x="266" y="72"/>
                </a:cubicBezTo>
                <a:cubicBezTo>
                  <a:pt x="271" y="87"/>
                  <a:pt x="274" y="103"/>
                  <a:pt x="274" y="120"/>
                </a:cubicBezTo>
                <a:close/>
                <a:moveTo>
                  <a:pt x="157" y="168"/>
                </a:moveTo>
                <a:cubicBezTo>
                  <a:pt x="162" y="159"/>
                  <a:pt x="163" y="147"/>
                  <a:pt x="163" y="139"/>
                </a:cubicBezTo>
                <a:cubicBezTo>
                  <a:pt x="163" y="128"/>
                  <a:pt x="161" y="119"/>
                  <a:pt x="158" y="113"/>
                </a:cubicBezTo>
                <a:cubicBezTo>
                  <a:pt x="153" y="106"/>
                  <a:pt x="146" y="103"/>
                  <a:pt x="137" y="103"/>
                </a:cubicBezTo>
                <a:cubicBezTo>
                  <a:pt x="127" y="103"/>
                  <a:pt x="120" y="108"/>
                  <a:pt x="115" y="117"/>
                </a:cubicBezTo>
                <a:cubicBezTo>
                  <a:pt x="111" y="124"/>
                  <a:pt x="109" y="135"/>
                  <a:pt x="109" y="145"/>
                </a:cubicBezTo>
                <a:cubicBezTo>
                  <a:pt x="109" y="156"/>
                  <a:pt x="111" y="182"/>
                  <a:pt x="133" y="182"/>
                </a:cubicBezTo>
                <a:cubicBezTo>
                  <a:pt x="144" y="182"/>
                  <a:pt x="152" y="177"/>
                  <a:pt x="157" y="16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49" name="Freeform 51"/>
          <p:cNvSpPr>
            <a:spLocks noEditPoints="1"/>
          </p:cNvSpPr>
          <p:nvPr/>
        </p:nvSpPr>
        <p:spPr bwMode="auto">
          <a:xfrm>
            <a:off x="1650914" y="3552653"/>
            <a:ext cx="437692" cy="332647"/>
          </a:xfrm>
          <a:custGeom>
            <a:avLst/>
            <a:gdLst>
              <a:gd name="T0" fmla="*/ 388 w 388"/>
              <a:gd name="T1" fmla="*/ 145 h 294"/>
              <a:gd name="T2" fmla="*/ 0 w 388"/>
              <a:gd name="T3" fmla="*/ 150 h 294"/>
              <a:gd name="T4" fmla="*/ 85 w 388"/>
              <a:gd name="T5" fmla="*/ 267 h 294"/>
              <a:gd name="T6" fmla="*/ 146 w 388"/>
              <a:gd name="T7" fmla="*/ 184 h 294"/>
              <a:gd name="T8" fmla="*/ 41 w 388"/>
              <a:gd name="T9" fmla="*/ 173 h 294"/>
              <a:gd name="T10" fmla="*/ 99 w 388"/>
              <a:gd name="T11" fmla="*/ 209 h 294"/>
              <a:gd name="T12" fmla="*/ 83 w 388"/>
              <a:gd name="T13" fmla="*/ 206 h 294"/>
              <a:gd name="T14" fmla="*/ 99 w 388"/>
              <a:gd name="T15" fmla="*/ 209 h 294"/>
              <a:gd name="T16" fmla="*/ 89 w 388"/>
              <a:gd name="T17" fmla="*/ 188 h 294"/>
              <a:gd name="T18" fmla="*/ 98 w 388"/>
              <a:gd name="T19" fmla="*/ 200 h 294"/>
              <a:gd name="T20" fmla="*/ 105 w 388"/>
              <a:gd name="T21" fmla="*/ 215 h 294"/>
              <a:gd name="T22" fmla="*/ 93 w 388"/>
              <a:gd name="T23" fmla="*/ 223 h 294"/>
              <a:gd name="T24" fmla="*/ 105 w 388"/>
              <a:gd name="T25" fmla="*/ 215 h 294"/>
              <a:gd name="T26" fmla="*/ 98 w 388"/>
              <a:gd name="T27" fmla="*/ 181 h 294"/>
              <a:gd name="T28" fmla="*/ 98 w 388"/>
              <a:gd name="T29" fmla="*/ 181 h 294"/>
              <a:gd name="T30" fmla="*/ 108 w 388"/>
              <a:gd name="T31" fmla="*/ 193 h 294"/>
              <a:gd name="T32" fmla="*/ 114 w 388"/>
              <a:gd name="T33" fmla="*/ 215 h 294"/>
              <a:gd name="T34" fmla="*/ 113 w 388"/>
              <a:gd name="T35" fmla="*/ 229 h 294"/>
              <a:gd name="T36" fmla="*/ 114 w 388"/>
              <a:gd name="T37" fmla="*/ 215 h 294"/>
              <a:gd name="T38" fmla="*/ 118 w 388"/>
              <a:gd name="T39" fmla="*/ 180 h 294"/>
              <a:gd name="T40" fmla="*/ 116 w 388"/>
              <a:gd name="T41" fmla="*/ 195 h 294"/>
              <a:gd name="T42" fmla="*/ 133 w 388"/>
              <a:gd name="T43" fmla="*/ 212 h 294"/>
              <a:gd name="T44" fmla="*/ 118 w 388"/>
              <a:gd name="T45" fmla="*/ 211 h 294"/>
              <a:gd name="T46" fmla="*/ 133 w 388"/>
              <a:gd name="T47" fmla="*/ 212 h 294"/>
              <a:gd name="T48" fmla="*/ 132 w 388"/>
              <a:gd name="T49" fmla="*/ 192 h 294"/>
              <a:gd name="T50" fmla="*/ 120 w 388"/>
              <a:gd name="T51" fmla="*/ 199 h 294"/>
              <a:gd name="T52" fmla="*/ 134 w 388"/>
              <a:gd name="T53" fmla="*/ 199 h 294"/>
              <a:gd name="T54" fmla="*/ 303 w 388"/>
              <a:gd name="T55" fmla="*/ 28 h 294"/>
              <a:gd name="T56" fmla="*/ 242 w 388"/>
              <a:gd name="T57" fmla="*/ 111 h 294"/>
              <a:gd name="T58" fmla="*/ 347 w 388"/>
              <a:gd name="T59" fmla="*/ 122 h 294"/>
              <a:gd name="T60" fmla="*/ 258 w 388"/>
              <a:gd name="T61" fmla="*/ 79 h 294"/>
              <a:gd name="T62" fmla="*/ 267 w 388"/>
              <a:gd name="T63" fmla="*/ 115 h 294"/>
              <a:gd name="T64" fmla="*/ 258 w 388"/>
              <a:gd name="T65" fmla="*/ 79 h 294"/>
              <a:gd name="T66" fmla="*/ 267 w 388"/>
              <a:gd name="T67" fmla="*/ 75 h 294"/>
              <a:gd name="T68" fmla="*/ 288 w 388"/>
              <a:gd name="T69" fmla="*/ 103 h 294"/>
              <a:gd name="T70" fmla="*/ 288 w 388"/>
              <a:gd name="T71" fmla="*/ 65 h 294"/>
              <a:gd name="T72" fmla="*/ 297 w 388"/>
              <a:gd name="T73" fmla="*/ 99 h 294"/>
              <a:gd name="T74" fmla="*/ 288 w 388"/>
              <a:gd name="T75" fmla="*/ 65 h 2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388" h="294">
                <a:moveTo>
                  <a:pt x="321" y="0"/>
                </a:moveTo>
                <a:cubicBezTo>
                  <a:pt x="343" y="48"/>
                  <a:pt x="366" y="96"/>
                  <a:pt x="388" y="145"/>
                </a:cubicBezTo>
                <a:cubicBezTo>
                  <a:pt x="259" y="145"/>
                  <a:pt x="205" y="283"/>
                  <a:pt x="67" y="294"/>
                </a:cubicBezTo>
                <a:cubicBezTo>
                  <a:pt x="45" y="246"/>
                  <a:pt x="22" y="198"/>
                  <a:pt x="0" y="150"/>
                </a:cubicBezTo>
                <a:cubicBezTo>
                  <a:pt x="129" y="150"/>
                  <a:pt x="192" y="1"/>
                  <a:pt x="321" y="0"/>
                </a:cubicBezTo>
                <a:close/>
                <a:moveTo>
                  <a:pt x="85" y="267"/>
                </a:moveTo>
                <a:cubicBezTo>
                  <a:pt x="122" y="260"/>
                  <a:pt x="153" y="242"/>
                  <a:pt x="182" y="220"/>
                </a:cubicBezTo>
                <a:cubicBezTo>
                  <a:pt x="166" y="213"/>
                  <a:pt x="153" y="199"/>
                  <a:pt x="146" y="184"/>
                </a:cubicBezTo>
                <a:cubicBezTo>
                  <a:pt x="138" y="166"/>
                  <a:pt x="136" y="146"/>
                  <a:pt x="139" y="126"/>
                </a:cubicBezTo>
                <a:cubicBezTo>
                  <a:pt x="109" y="148"/>
                  <a:pt x="78" y="166"/>
                  <a:pt x="41" y="173"/>
                </a:cubicBezTo>
                <a:cubicBezTo>
                  <a:pt x="56" y="204"/>
                  <a:pt x="70" y="235"/>
                  <a:pt x="85" y="267"/>
                </a:cubicBezTo>
                <a:close/>
                <a:moveTo>
                  <a:pt x="99" y="209"/>
                </a:moveTo>
                <a:cubicBezTo>
                  <a:pt x="98" y="207"/>
                  <a:pt x="98" y="207"/>
                  <a:pt x="98" y="205"/>
                </a:cubicBezTo>
                <a:cubicBezTo>
                  <a:pt x="93" y="206"/>
                  <a:pt x="88" y="206"/>
                  <a:pt x="83" y="206"/>
                </a:cubicBezTo>
                <a:cubicBezTo>
                  <a:pt x="84" y="209"/>
                  <a:pt x="85" y="211"/>
                  <a:pt x="86" y="214"/>
                </a:cubicBezTo>
                <a:cubicBezTo>
                  <a:pt x="91" y="212"/>
                  <a:pt x="95" y="211"/>
                  <a:pt x="99" y="209"/>
                </a:cubicBezTo>
                <a:close/>
                <a:moveTo>
                  <a:pt x="100" y="197"/>
                </a:moveTo>
                <a:cubicBezTo>
                  <a:pt x="97" y="194"/>
                  <a:pt x="93" y="191"/>
                  <a:pt x="89" y="188"/>
                </a:cubicBezTo>
                <a:cubicBezTo>
                  <a:pt x="87" y="190"/>
                  <a:pt x="86" y="192"/>
                  <a:pt x="86" y="195"/>
                </a:cubicBezTo>
                <a:cubicBezTo>
                  <a:pt x="90" y="197"/>
                  <a:pt x="95" y="199"/>
                  <a:pt x="98" y="200"/>
                </a:cubicBezTo>
                <a:cubicBezTo>
                  <a:pt x="99" y="199"/>
                  <a:pt x="100" y="198"/>
                  <a:pt x="100" y="197"/>
                </a:cubicBezTo>
                <a:close/>
                <a:moveTo>
                  <a:pt x="105" y="215"/>
                </a:moveTo>
                <a:cubicBezTo>
                  <a:pt x="104" y="215"/>
                  <a:pt x="103" y="214"/>
                  <a:pt x="102" y="213"/>
                </a:cubicBezTo>
                <a:cubicBezTo>
                  <a:pt x="99" y="217"/>
                  <a:pt x="96" y="220"/>
                  <a:pt x="93" y="223"/>
                </a:cubicBezTo>
                <a:cubicBezTo>
                  <a:pt x="95" y="225"/>
                  <a:pt x="98" y="227"/>
                  <a:pt x="101" y="227"/>
                </a:cubicBezTo>
                <a:cubicBezTo>
                  <a:pt x="102" y="223"/>
                  <a:pt x="104" y="219"/>
                  <a:pt x="105" y="215"/>
                </a:cubicBezTo>
                <a:close/>
                <a:moveTo>
                  <a:pt x="106" y="179"/>
                </a:moveTo>
                <a:cubicBezTo>
                  <a:pt x="104" y="179"/>
                  <a:pt x="101" y="180"/>
                  <a:pt x="98" y="181"/>
                </a:cubicBezTo>
                <a:cubicBezTo>
                  <a:pt x="100" y="184"/>
                  <a:pt x="100" y="185"/>
                  <a:pt x="101" y="187"/>
                </a:cubicBezTo>
                <a:cubicBezTo>
                  <a:pt x="100" y="185"/>
                  <a:pt x="100" y="184"/>
                  <a:pt x="98" y="181"/>
                </a:cubicBezTo>
                <a:cubicBezTo>
                  <a:pt x="101" y="185"/>
                  <a:pt x="102" y="190"/>
                  <a:pt x="104" y="194"/>
                </a:cubicBezTo>
                <a:cubicBezTo>
                  <a:pt x="106" y="193"/>
                  <a:pt x="107" y="193"/>
                  <a:pt x="108" y="193"/>
                </a:cubicBezTo>
                <a:cubicBezTo>
                  <a:pt x="108" y="188"/>
                  <a:pt x="107" y="184"/>
                  <a:pt x="106" y="179"/>
                </a:cubicBezTo>
                <a:close/>
                <a:moveTo>
                  <a:pt x="114" y="215"/>
                </a:moveTo>
                <a:cubicBezTo>
                  <a:pt x="113" y="215"/>
                  <a:pt x="112" y="215"/>
                  <a:pt x="111" y="215"/>
                </a:cubicBezTo>
                <a:cubicBezTo>
                  <a:pt x="111" y="220"/>
                  <a:pt x="112" y="224"/>
                  <a:pt x="113" y="229"/>
                </a:cubicBezTo>
                <a:cubicBezTo>
                  <a:pt x="115" y="229"/>
                  <a:pt x="118" y="228"/>
                  <a:pt x="120" y="227"/>
                </a:cubicBezTo>
                <a:cubicBezTo>
                  <a:pt x="118" y="223"/>
                  <a:pt x="116" y="219"/>
                  <a:pt x="114" y="215"/>
                </a:cubicBezTo>
                <a:close/>
                <a:moveTo>
                  <a:pt x="124" y="183"/>
                </a:moveTo>
                <a:cubicBezTo>
                  <a:pt x="122" y="181"/>
                  <a:pt x="120" y="180"/>
                  <a:pt x="118" y="180"/>
                </a:cubicBezTo>
                <a:cubicBezTo>
                  <a:pt x="116" y="184"/>
                  <a:pt x="114" y="188"/>
                  <a:pt x="113" y="193"/>
                </a:cubicBezTo>
                <a:cubicBezTo>
                  <a:pt x="114" y="193"/>
                  <a:pt x="115" y="194"/>
                  <a:pt x="116" y="195"/>
                </a:cubicBezTo>
                <a:cubicBezTo>
                  <a:pt x="119" y="191"/>
                  <a:pt x="122" y="187"/>
                  <a:pt x="124" y="183"/>
                </a:cubicBezTo>
                <a:close/>
                <a:moveTo>
                  <a:pt x="133" y="212"/>
                </a:moveTo>
                <a:cubicBezTo>
                  <a:pt x="129" y="211"/>
                  <a:pt x="124" y="209"/>
                  <a:pt x="120" y="208"/>
                </a:cubicBezTo>
                <a:cubicBezTo>
                  <a:pt x="120" y="209"/>
                  <a:pt x="119" y="210"/>
                  <a:pt x="118" y="211"/>
                </a:cubicBezTo>
                <a:cubicBezTo>
                  <a:pt x="122" y="214"/>
                  <a:pt x="126" y="217"/>
                  <a:pt x="129" y="219"/>
                </a:cubicBezTo>
                <a:cubicBezTo>
                  <a:pt x="131" y="217"/>
                  <a:pt x="132" y="215"/>
                  <a:pt x="133" y="212"/>
                </a:cubicBezTo>
                <a:close/>
                <a:moveTo>
                  <a:pt x="132" y="192"/>
                </a:moveTo>
                <a:cubicBezTo>
                  <a:pt x="132" y="192"/>
                  <a:pt x="132" y="192"/>
                  <a:pt x="132" y="192"/>
                </a:cubicBezTo>
                <a:cubicBezTo>
                  <a:pt x="128" y="194"/>
                  <a:pt x="124" y="196"/>
                  <a:pt x="120" y="199"/>
                </a:cubicBezTo>
                <a:cubicBezTo>
                  <a:pt x="120" y="199"/>
                  <a:pt x="120" y="199"/>
                  <a:pt x="120" y="199"/>
                </a:cubicBezTo>
                <a:cubicBezTo>
                  <a:pt x="120" y="200"/>
                  <a:pt x="120" y="201"/>
                  <a:pt x="120" y="202"/>
                </a:cubicBezTo>
                <a:cubicBezTo>
                  <a:pt x="126" y="202"/>
                  <a:pt x="129" y="201"/>
                  <a:pt x="134" y="199"/>
                </a:cubicBezTo>
                <a:cubicBezTo>
                  <a:pt x="133" y="197"/>
                  <a:pt x="133" y="194"/>
                  <a:pt x="132" y="192"/>
                </a:cubicBezTo>
                <a:close/>
                <a:moveTo>
                  <a:pt x="303" y="28"/>
                </a:moveTo>
                <a:cubicBezTo>
                  <a:pt x="266" y="35"/>
                  <a:pt x="235" y="53"/>
                  <a:pt x="205" y="75"/>
                </a:cubicBezTo>
                <a:cubicBezTo>
                  <a:pt x="222" y="81"/>
                  <a:pt x="234" y="96"/>
                  <a:pt x="242" y="111"/>
                </a:cubicBezTo>
                <a:cubicBezTo>
                  <a:pt x="250" y="129"/>
                  <a:pt x="251" y="149"/>
                  <a:pt x="248" y="168"/>
                </a:cubicBezTo>
                <a:cubicBezTo>
                  <a:pt x="278" y="146"/>
                  <a:pt x="310" y="128"/>
                  <a:pt x="347" y="122"/>
                </a:cubicBezTo>
                <a:cubicBezTo>
                  <a:pt x="332" y="90"/>
                  <a:pt x="317" y="59"/>
                  <a:pt x="303" y="28"/>
                </a:cubicBezTo>
                <a:close/>
                <a:moveTo>
                  <a:pt x="258" y="79"/>
                </a:moveTo>
                <a:cubicBezTo>
                  <a:pt x="256" y="80"/>
                  <a:pt x="254" y="81"/>
                  <a:pt x="252" y="83"/>
                </a:cubicBezTo>
                <a:cubicBezTo>
                  <a:pt x="257" y="93"/>
                  <a:pt x="261" y="104"/>
                  <a:pt x="267" y="115"/>
                </a:cubicBezTo>
                <a:cubicBezTo>
                  <a:pt x="269" y="113"/>
                  <a:pt x="270" y="112"/>
                  <a:pt x="273" y="111"/>
                </a:cubicBezTo>
                <a:cubicBezTo>
                  <a:pt x="269" y="100"/>
                  <a:pt x="263" y="90"/>
                  <a:pt x="258" y="79"/>
                </a:cubicBezTo>
                <a:close/>
                <a:moveTo>
                  <a:pt x="273" y="71"/>
                </a:moveTo>
                <a:cubicBezTo>
                  <a:pt x="270" y="72"/>
                  <a:pt x="269" y="73"/>
                  <a:pt x="267" y="75"/>
                </a:cubicBezTo>
                <a:cubicBezTo>
                  <a:pt x="272" y="85"/>
                  <a:pt x="277" y="96"/>
                  <a:pt x="282" y="106"/>
                </a:cubicBezTo>
                <a:cubicBezTo>
                  <a:pt x="284" y="106"/>
                  <a:pt x="285" y="105"/>
                  <a:pt x="288" y="103"/>
                </a:cubicBezTo>
                <a:cubicBezTo>
                  <a:pt x="283" y="92"/>
                  <a:pt x="278" y="82"/>
                  <a:pt x="273" y="71"/>
                </a:cubicBezTo>
                <a:close/>
                <a:moveTo>
                  <a:pt x="288" y="65"/>
                </a:moveTo>
                <a:cubicBezTo>
                  <a:pt x="286" y="65"/>
                  <a:pt x="285" y="66"/>
                  <a:pt x="282" y="68"/>
                </a:cubicBezTo>
                <a:cubicBezTo>
                  <a:pt x="287" y="78"/>
                  <a:pt x="292" y="89"/>
                  <a:pt x="297" y="99"/>
                </a:cubicBezTo>
                <a:cubicBezTo>
                  <a:pt x="300" y="98"/>
                  <a:pt x="301" y="98"/>
                  <a:pt x="304" y="96"/>
                </a:cubicBezTo>
                <a:cubicBezTo>
                  <a:pt x="299" y="86"/>
                  <a:pt x="293" y="75"/>
                  <a:pt x="288" y="6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50" name="Freeform 52"/>
          <p:cNvSpPr>
            <a:spLocks noEditPoints="1"/>
          </p:cNvSpPr>
          <p:nvPr/>
        </p:nvSpPr>
        <p:spPr bwMode="auto">
          <a:xfrm>
            <a:off x="2152071" y="3550464"/>
            <a:ext cx="256051" cy="321704"/>
          </a:xfrm>
          <a:custGeom>
            <a:avLst/>
            <a:gdLst>
              <a:gd name="T0" fmla="*/ 226 w 226"/>
              <a:gd name="T1" fmla="*/ 173 h 286"/>
              <a:gd name="T2" fmla="*/ 113 w 226"/>
              <a:gd name="T3" fmla="*/ 286 h 286"/>
              <a:gd name="T4" fmla="*/ 0 w 226"/>
              <a:gd name="T5" fmla="*/ 173 h 286"/>
              <a:gd name="T6" fmla="*/ 69 w 226"/>
              <a:gd name="T7" fmla="*/ 70 h 286"/>
              <a:gd name="T8" fmla="*/ 41 w 226"/>
              <a:gd name="T9" fmla="*/ 8 h 286"/>
              <a:gd name="T10" fmla="*/ 50 w 226"/>
              <a:gd name="T11" fmla="*/ 0 h 286"/>
              <a:gd name="T12" fmla="*/ 176 w 226"/>
              <a:gd name="T13" fmla="*/ 0 h 286"/>
              <a:gd name="T14" fmla="*/ 186 w 226"/>
              <a:gd name="T15" fmla="*/ 8 h 286"/>
              <a:gd name="T16" fmla="*/ 158 w 226"/>
              <a:gd name="T17" fmla="*/ 70 h 286"/>
              <a:gd name="T18" fmla="*/ 226 w 226"/>
              <a:gd name="T19" fmla="*/ 173 h 286"/>
              <a:gd name="T20" fmla="*/ 156 w 226"/>
              <a:gd name="T21" fmla="*/ 145 h 286"/>
              <a:gd name="T22" fmla="*/ 159 w 226"/>
              <a:gd name="T23" fmla="*/ 146 h 286"/>
              <a:gd name="T24" fmla="*/ 174 w 226"/>
              <a:gd name="T25" fmla="*/ 115 h 286"/>
              <a:gd name="T26" fmla="*/ 172 w 226"/>
              <a:gd name="T27" fmla="*/ 114 h 286"/>
              <a:gd name="T28" fmla="*/ 167 w 226"/>
              <a:gd name="T29" fmla="*/ 116 h 286"/>
              <a:gd name="T30" fmla="*/ 163 w 226"/>
              <a:gd name="T31" fmla="*/ 115 h 286"/>
              <a:gd name="T32" fmla="*/ 119 w 226"/>
              <a:gd name="T33" fmla="*/ 103 h 286"/>
              <a:gd name="T34" fmla="*/ 119 w 226"/>
              <a:gd name="T35" fmla="*/ 97 h 286"/>
              <a:gd name="T36" fmla="*/ 126 w 226"/>
              <a:gd name="T37" fmla="*/ 90 h 286"/>
              <a:gd name="T38" fmla="*/ 126 w 226"/>
              <a:gd name="T39" fmla="*/ 87 h 286"/>
              <a:gd name="T40" fmla="*/ 99 w 226"/>
              <a:gd name="T41" fmla="*/ 87 h 286"/>
              <a:gd name="T42" fmla="*/ 99 w 226"/>
              <a:gd name="T43" fmla="*/ 90 h 286"/>
              <a:gd name="T44" fmla="*/ 105 w 226"/>
              <a:gd name="T45" fmla="*/ 97 h 286"/>
              <a:gd name="T46" fmla="*/ 105 w 226"/>
              <a:gd name="T47" fmla="*/ 102 h 286"/>
              <a:gd name="T48" fmla="*/ 52 w 226"/>
              <a:gd name="T49" fmla="*/ 144 h 286"/>
              <a:gd name="T50" fmla="*/ 105 w 226"/>
              <a:gd name="T51" fmla="*/ 182 h 286"/>
              <a:gd name="T52" fmla="*/ 105 w 226"/>
              <a:gd name="T53" fmla="*/ 215 h 286"/>
              <a:gd name="T54" fmla="*/ 65 w 226"/>
              <a:gd name="T55" fmla="*/ 193 h 286"/>
              <a:gd name="T56" fmla="*/ 62 w 226"/>
              <a:gd name="T57" fmla="*/ 192 h 286"/>
              <a:gd name="T58" fmla="*/ 48 w 226"/>
              <a:gd name="T59" fmla="*/ 224 h 286"/>
              <a:gd name="T60" fmla="*/ 50 w 226"/>
              <a:gd name="T61" fmla="*/ 226 h 286"/>
              <a:gd name="T62" fmla="*/ 54 w 226"/>
              <a:gd name="T63" fmla="*/ 224 h 286"/>
              <a:gd name="T64" fmla="*/ 57 w 226"/>
              <a:gd name="T65" fmla="*/ 225 h 286"/>
              <a:gd name="T66" fmla="*/ 105 w 226"/>
              <a:gd name="T67" fmla="*/ 239 h 286"/>
              <a:gd name="T68" fmla="*/ 105 w 226"/>
              <a:gd name="T69" fmla="*/ 245 h 286"/>
              <a:gd name="T70" fmla="*/ 99 w 226"/>
              <a:gd name="T71" fmla="*/ 252 h 286"/>
              <a:gd name="T72" fmla="*/ 99 w 226"/>
              <a:gd name="T73" fmla="*/ 255 h 286"/>
              <a:gd name="T74" fmla="*/ 126 w 226"/>
              <a:gd name="T75" fmla="*/ 255 h 286"/>
              <a:gd name="T76" fmla="*/ 126 w 226"/>
              <a:gd name="T77" fmla="*/ 252 h 286"/>
              <a:gd name="T78" fmla="*/ 119 w 226"/>
              <a:gd name="T79" fmla="*/ 245 h 286"/>
              <a:gd name="T80" fmla="*/ 119 w 226"/>
              <a:gd name="T81" fmla="*/ 239 h 286"/>
              <a:gd name="T82" fmla="*/ 174 w 226"/>
              <a:gd name="T83" fmla="*/ 195 h 286"/>
              <a:gd name="T84" fmla="*/ 123 w 226"/>
              <a:gd name="T85" fmla="*/ 155 h 286"/>
              <a:gd name="T86" fmla="*/ 119 w 226"/>
              <a:gd name="T87" fmla="*/ 155 h 286"/>
              <a:gd name="T88" fmla="*/ 119 w 226"/>
              <a:gd name="T89" fmla="*/ 125 h 286"/>
              <a:gd name="T90" fmla="*/ 144 w 226"/>
              <a:gd name="T91" fmla="*/ 132 h 286"/>
              <a:gd name="T92" fmla="*/ 156 w 226"/>
              <a:gd name="T93" fmla="*/ 145 h 286"/>
              <a:gd name="T94" fmla="*/ 105 w 226"/>
              <a:gd name="T95" fmla="*/ 125 h 286"/>
              <a:gd name="T96" fmla="*/ 105 w 226"/>
              <a:gd name="T97" fmla="*/ 154 h 286"/>
              <a:gd name="T98" fmla="*/ 79 w 226"/>
              <a:gd name="T99" fmla="*/ 141 h 286"/>
              <a:gd name="T100" fmla="*/ 82 w 226"/>
              <a:gd name="T101" fmla="*/ 133 h 286"/>
              <a:gd name="T102" fmla="*/ 105 w 226"/>
              <a:gd name="T103" fmla="*/ 125 h 286"/>
              <a:gd name="T104" fmla="*/ 119 w 226"/>
              <a:gd name="T105" fmla="*/ 185 h 286"/>
              <a:gd name="T106" fmla="*/ 146 w 226"/>
              <a:gd name="T107" fmla="*/ 197 h 286"/>
              <a:gd name="T108" fmla="*/ 119 w 226"/>
              <a:gd name="T109" fmla="*/ 216 h 286"/>
              <a:gd name="T110" fmla="*/ 119 w 226"/>
              <a:gd name="T111" fmla="*/ 185 h 2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226" h="286">
                <a:moveTo>
                  <a:pt x="226" y="173"/>
                </a:moveTo>
                <a:cubicBezTo>
                  <a:pt x="226" y="236"/>
                  <a:pt x="175" y="286"/>
                  <a:pt x="113" y="286"/>
                </a:cubicBezTo>
                <a:cubicBezTo>
                  <a:pt x="51" y="286"/>
                  <a:pt x="0" y="236"/>
                  <a:pt x="0" y="173"/>
                </a:cubicBezTo>
                <a:cubicBezTo>
                  <a:pt x="0" y="127"/>
                  <a:pt x="28" y="87"/>
                  <a:pt x="69" y="70"/>
                </a:cubicBezTo>
                <a:cubicBezTo>
                  <a:pt x="41" y="8"/>
                  <a:pt x="41" y="8"/>
                  <a:pt x="41" y="8"/>
                </a:cubicBezTo>
                <a:cubicBezTo>
                  <a:pt x="41" y="2"/>
                  <a:pt x="44" y="0"/>
                  <a:pt x="50" y="0"/>
                </a:cubicBezTo>
                <a:cubicBezTo>
                  <a:pt x="176" y="0"/>
                  <a:pt x="176" y="0"/>
                  <a:pt x="176" y="0"/>
                </a:cubicBezTo>
                <a:cubicBezTo>
                  <a:pt x="182" y="0"/>
                  <a:pt x="186" y="2"/>
                  <a:pt x="186" y="8"/>
                </a:cubicBezTo>
                <a:cubicBezTo>
                  <a:pt x="158" y="70"/>
                  <a:pt x="158" y="70"/>
                  <a:pt x="158" y="70"/>
                </a:cubicBezTo>
                <a:cubicBezTo>
                  <a:pt x="198" y="87"/>
                  <a:pt x="226" y="127"/>
                  <a:pt x="226" y="173"/>
                </a:cubicBezTo>
                <a:close/>
                <a:moveTo>
                  <a:pt x="156" y="145"/>
                </a:moveTo>
                <a:cubicBezTo>
                  <a:pt x="159" y="146"/>
                  <a:pt x="159" y="146"/>
                  <a:pt x="159" y="146"/>
                </a:cubicBezTo>
                <a:cubicBezTo>
                  <a:pt x="174" y="115"/>
                  <a:pt x="174" y="115"/>
                  <a:pt x="174" y="115"/>
                </a:cubicBezTo>
                <a:cubicBezTo>
                  <a:pt x="172" y="114"/>
                  <a:pt x="172" y="114"/>
                  <a:pt x="172" y="114"/>
                </a:cubicBezTo>
                <a:cubicBezTo>
                  <a:pt x="170" y="115"/>
                  <a:pt x="169" y="116"/>
                  <a:pt x="167" y="116"/>
                </a:cubicBezTo>
                <a:cubicBezTo>
                  <a:pt x="166" y="116"/>
                  <a:pt x="165" y="116"/>
                  <a:pt x="163" y="115"/>
                </a:cubicBezTo>
                <a:cubicBezTo>
                  <a:pt x="142" y="107"/>
                  <a:pt x="132" y="103"/>
                  <a:pt x="119" y="103"/>
                </a:cubicBezTo>
                <a:cubicBezTo>
                  <a:pt x="119" y="97"/>
                  <a:pt x="119" y="97"/>
                  <a:pt x="119" y="97"/>
                </a:cubicBezTo>
                <a:cubicBezTo>
                  <a:pt x="119" y="94"/>
                  <a:pt x="121" y="92"/>
                  <a:pt x="126" y="90"/>
                </a:cubicBezTo>
                <a:cubicBezTo>
                  <a:pt x="126" y="87"/>
                  <a:pt x="126" y="87"/>
                  <a:pt x="126" y="87"/>
                </a:cubicBezTo>
                <a:cubicBezTo>
                  <a:pt x="99" y="87"/>
                  <a:pt x="99" y="87"/>
                  <a:pt x="99" y="87"/>
                </a:cubicBezTo>
                <a:cubicBezTo>
                  <a:pt x="99" y="90"/>
                  <a:pt x="99" y="90"/>
                  <a:pt x="99" y="90"/>
                </a:cubicBezTo>
                <a:cubicBezTo>
                  <a:pt x="104" y="92"/>
                  <a:pt x="105" y="94"/>
                  <a:pt x="105" y="97"/>
                </a:cubicBezTo>
                <a:cubicBezTo>
                  <a:pt x="105" y="102"/>
                  <a:pt x="105" y="102"/>
                  <a:pt x="105" y="102"/>
                </a:cubicBezTo>
                <a:cubicBezTo>
                  <a:pt x="72" y="103"/>
                  <a:pt x="52" y="119"/>
                  <a:pt x="52" y="144"/>
                </a:cubicBezTo>
                <a:cubicBezTo>
                  <a:pt x="52" y="170"/>
                  <a:pt x="66" y="179"/>
                  <a:pt x="105" y="182"/>
                </a:cubicBezTo>
                <a:cubicBezTo>
                  <a:pt x="105" y="215"/>
                  <a:pt x="105" y="215"/>
                  <a:pt x="105" y="215"/>
                </a:cubicBezTo>
                <a:cubicBezTo>
                  <a:pt x="78" y="213"/>
                  <a:pt x="65" y="202"/>
                  <a:pt x="65" y="193"/>
                </a:cubicBezTo>
                <a:cubicBezTo>
                  <a:pt x="62" y="192"/>
                  <a:pt x="62" y="192"/>
                  <a:pt x="62" y="192"/>
                </a:cubicBezTo>
                <a:cubicBezTo>
                  <a:pt x="48" y="224"/>
                  <a:pt x="48" y="224"/>
                  <a:pt x="48" y="224"/>
                </a:cubicBezTo>
                <a:cubicBezTo>
                  <a:pt x="50" y="226"/>
                  <a:pt x="50" y="226"/>
                  <a:pt x="50" y="226"/>
                </a:cubicBezTo>
                <a:cubicBezTo>
                  <a:pt x="52" y="224"/>
                  <a:pt x="53" y="224"/>
                  <a:pt x="54" y="224"/>
                </a:cubicBezTo>
                <a:cubicBezTo>
                  <a:pt x="55" y="224"/>
                  <a:pt x="56" y="224"/>
                  <a:pt x="57" y="225"/>
                </a:cubicBezTo>
                <a:cubicBezTo>
                  <a:pt x="74" y="233"/>
                  <a:pt x="90" y="238"/>
                  <a:pt x="105" y="239"/>
                </a:cubicBezTo>
                <a:cubicBezTo>
                  <a:pt x="105" y="245"/>
                  <a:pt x="105" y="245"/>
                  <a:pt x="105" y="245"/>
                </a:cubicBezTo>
                <a:cubicBezTo>
                  <a:pt x="105" y="249"/>
                  <a:pt x="104" y="251"/>
                  <a:pt x="99" y="252"/>
                </a:cubicBezTo>
                <a:cubicBezTo>
                  <a:pt x="99" y="255"/>
                  <a:pt x="99" y="255"/>
                  <a:pt x="99" y="255"/>
                </a:cubicBezTo>
                <a:cubicBezTo>
                  <a:pt x="126" y="255"/>
                  <a:pt x="126" y="255"/>
                  <a:pt x="126" y="255"/>
                </a:cubicBezTo>
                <a:cubicBezTo>
                  <a:pt x="126" y="252"/>
                  <a:pt x="126" y="252"/>
                  <a:pt x="126" y="252"/>
                </a:cubicBezTo>
                <a:cubicBezTo>
                  <a:pt x="121" y="251"/>
                  <a:pt x="119" y="249"/>
                  <a:pt x="119" y="245"/>
                </a:cubicBezTo>
                <a:cubicBezTo>
                  <a:pt x="119" y="239"/>
                  <a:pt x="119" y="239"/>
                  <a:pt x="119" y="239"/>
                </a:cubicBezTo>
                <a:cubicBezTo>
                  <a:pt x="153" y="237"/>
                  <a:pt x="174" y="220"/>
                  <a:pt x="174" y="195"/>
                </a:cubicBezTo>
                <a:cubicBezTo>
                  <a:pt x="174" y="171"/>
                  <a:pt x="156" y="159"/>
                  <a:pt x="123" y="155"/>
                </a:cubicBezTo>
                <a:cubicBezTo>
                  <a:pt x="119" y="155"/>
                  <a:pt x="119" y="155"/>
                  <a:pt x="119" y="155"/>
                </a:cubicBezTo>
                <a:cubicBezTo>
                  <a:pt x="119" y="125"/>
                  <a:pt x="119" y="125"/>
                  <a:pt x="119" y="125"/>
                </a:cubicBezTo>
                <a:cubicBezTo>
                  <a:pt x="127" y="126"/>
                  <a:pt x="135" y="128"/>
                  <a:pt x="144" y="132"/>
                </a:cubicBezTo>
                <a:cubicBezTo>
                  <a:pt x="154" y="138"/>
                  <a:pt x="156" y="140"/>
                  <a:pt x="156" y="145"/>
                </a:cubicBezTo>
                <a:close/>
                <a:moveTo>
                  <a:pt x="105" y="125"/>
                </a:moveTo>
                <a:cubicBezTo>
                  <a:pt x="105" y="154"/>
                  <a:pt x="105" y="154"/>
                  <a:pt x="105" y="154"/>
                </a:cubicBezTo>
                <a:cubicBezTo>
                  <a:pt x="88" y="152"/>
                  <a:pt x="79" y="151"/>
                  <a:pt x="79" y="141"/>
                </a:cubicBezTo>
                <a:cubicBezTo>
                  <a:pt x="79" y="138"/>
                  <a:pt x="80" y="136"/>
                  <a:pt x="82" y="133"/>
                </a:cubicBezTo>
                <a:cubicBezTo>
                  <a:pt x="87" y="127"/>
                  <a:pt x="94" y="126"/>
                  <a:pt x="105" y="125"/>
                </a:cubicBezTo>
                <a:close/>
                <a:moveTo>
                  <a:pt x="119" y="185"/>
                </a:moveTo>
                <a:cubicBezTo>
                  <a:pt x="140" y="187"/>
                  <a:pt x="146" y="188"/>
                  <a:pt x="146" y="197"/>
                </a:cubicBezTo>
                <a:cubicBezTo>
                  <a:pt x="146" y="207"/>
                  <a:pt x="138" y="214"/>
                  <a:pt x="119" y="216"/>
                </a:cubicBezTo>
                <a:lnTo>
                  <a:pt x="119" y="18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51" name="Freeform 53"/>
          <p:cNvSpPr>
            <a:spLocks/>
          </p:cNvSpPr>
          <p:nvPr/>
        </p:nvSpPr>
        <p:spPr bwMode="auto">
          <a:xfrm>
            <a:off x="2480340" y="3576725"/>
            <a:ext cx="341400" cy="282312"/>
          </a:xfrm>
          <a:custGeom>
            <a:avLst/>
            <a:gdLst>
              <a:gd name="T0" fmla="*/ 61 w 156"/>
              <a:gd name="T1" fmla="*/ 129 h 129"/>
              <a:gd name="T2" fmla="*/ 0 w 156"/>
              <a:gd name="T3" fmla="*/ 69 h 129"/>
              <a:gd name="T4" fmla="*/ 22 w 156"/>
              <a:gd name="T5" fmla="*/ 47 h 129"/>
              <a:gd name="T6" fmla="*/ 57 w 156"/>
              <a:gd name="T7" fmla="*/ 82 h 129"/>
              <a:gd name="T8" fmla="*/ 132 w 156"/>
              <a:gd name="T9" fmla="*/ 0 h 129"/>
              <a:gd name="T10" fmla="*/ 156 w 156"/>
              <a:gd name="T11" fmla="*/ 23 h 129"/>
              <a:gd name="T12" fmla="*/ 61 w 156"/>
              <a:gd name="T13" fmla="*/ 129 h 1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56" h="129">
                <a:moveTo>
                  <a:pt x="61" y="129"/>
                </a:moveTo>
                <a:lnTo>
                  <a:pt x="0" y="69"/>
                </a:lnTo>
                <a:lnTo>
                  <a:pt x="22" y="47"/>
                </a:lnTo>
                <a:lnTo>
                  <a:pt x="57" y="82"/>
                </a:lnTo>
                <a:lnTo>
                  <a:pt x="132" y="0"/>
                </a:lnTo>
                <a:lnTo>
                  <a:pt x="156" y="23"/>
                </a:lnTo>
                <a:lnTo>
                  <a:pt x="61" y="12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52" name="Freeform 54"/>
          <p:cNvSpPr>
            <a:spLocks noEditPoints="1"/>
          </p:cNvSpPr>
          <p:nvPr/>
        </p:nvSpPr>
        <p:spPr bwMode="auto">
          <a:xfrm>
            <a:off x="2889583" y="3592045"/>
            <a:ext cx="273559" cy="271369"/>
          </a:xfrm>
          <a:custGeom>
            <a:avLst/>
            <a:gdLst>
              <a:gd name="T0" fmla="*/ 32 w 243"/>
              <a:gd name="T1" fmla="*/ 240 h 240"/>
              <a:gd name="T2" fmla="*/ 0 w 243"/>
              <a:gd name="T3" fmla="*/ 209 h 240"/>
              <a:gd name="T4" fmla="*/ 32 w 243"/>
              <a:gd name="T5" fmla="*/ 177 h 240"/>
              <a:gd name="T6" fmla="*/ 64 w 243"/>
              <a:gd name="T7" fmla="*/ 209 h 240"/>
              <a:gd name="T8" fmla="*/ 32 w 243"/>
              <a:gd name="T9" fmla="*/ 240 h 240"/>
              <a:gd name="T10" fmla="*/ 196 w 243"/>
              <a:gd name="T11" fmla="*/ 238 h 240"/>
              <a:gd name="T12" fmla="*/ 2 w 243"/>
              <a:gd name="T13" fmla="*/ 44 h 240"/>
              <a:gd name="T14" fmla="*/ 2 w 243"/>
              <a:gd name="T15" fmla="*/ 0 h 240"/>
              <a:gd name="T16" fmla="*/ 243 w 243"/>
              <a:gd name="T17" fmla="*/ 238 h 240"/>
              <a:gd name="T18" fmla="*/ 196 w 243"/>
              <a:gd name="T19" fmla="*/ 238 h 240"/>
              <a:gd name="T20" fmla="*/ 111 w 243"/>
              <a:gd name="T21" fmla="*/ 238 h 240"/>
              <a:gd name="T22" fmla="*/ 2 w 243"/>
              <a:gd name="T23" fmla="*/ 127 h 240"/>
              <a:gd name="T24" fmla="*/ 2 w 243"/>
              <a:gd name="T25" fmla="*/ 86 h 240"/>
              <a:gd name="T26" fmla="*/ 154 w 243"/>
              <a:gd name="T27" fmla="*/ 238 h 240"/>
              <a:gd name="T28" fmla="*/ 111 w 243"/>
              <a:gd name="T29" fmla="*/ 238 h 2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243" h="240">
                <a:moveTo>
                  <a:pt x="32" y="240"/>
                </a:moveTo>
                <a:cubicBezTo>
                  <a:pt x="15" y="240"/>
                  <a:pt x="0" y="226"/>
                  <a:pt x="0" y="209"/>
                </a:cubicBezTo>
                <a:cubicBezTo>
                  <a:pt x="0" y="191"/>
                  <a:pt x="15" y="177"/>
                  <a:pt x="32" y="177"/>
                </a:cubicBezTo>
                <a:cubicBezTo>
                  <a:pt x="49" y="177"/>
                  <a:pt x="64" y="191"/>
                  <a:pt x="64" y="209"/>
                </a:cubicBezTo>
                <a:cubicBezTo>
                  <a:pt x="64" y="226"/>
                  <a:pt x="49" y="240"/>
                  <a:pt x="32" y="240"/>
                </a:cubicBezTo>
                <a:close/>
                <a:moveTo>
                  <a:pt x="196" y="238"/>
                </a:moveTo>
                <a:cubicBezTo>
                  <a:pt x="196" y="134"/>
                  <a:pt x="106" y="44"/>
                  <a:pt x="2" y="44"/>
                </a:cubicBezTo>
                <a:cubicBezTo>
                  <a:pt x="2" y="0"/>
                  <a:pt x="2" y="0"/>
                  <a:pt x="2" y="0"/>
                </a:cubicBezTo>
                <a:cubicBezTo>
                  <a:pt x="130" y="0"/>
                  <a:pt x="243" y="97"/>
                  <a:pt x="243" y="238"/>
                </a:cubicBezTo>
                <a:lnTo>
                  <a:pt x="196" y="238"/>
                </a:lnTo>
                <a:close/>
                <a:moveTo>
                  <a:pt x="111" y="238"/>
                </a:moveTo>
                <a:cubicBezTo>
                  <a:pt x="111" y="178"/>
                  <a:pt x="62" y="127"/>
                  <a:pt x="2" y="127"/>
                </a:cubicBezTo>
                <a:cubicBezTo>
                  <a:pt x="2" y="86"/>
                  <a:pt x="2" y="86"/>
                  <a:pt x="2" y="86"/>
                </a:cubicBezTo>
                <a:cubicBezTo>
                  <a:pt x="82" y="86"/>
                  <a:pt x="154" y="142"/>
                  <a:pt x="154" y="238"/>
                </a:cubicBezTo>
                <a:lnTo>
                  <a:pt x="111" y="23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53" name="Freeform 55"/>
          <p:cNvSpPr>
            <a:spLocks/>
          </p:cNvSpPr>
          <p:nvPr/>
        </p:nvSpPr>
        <p:spPr bwMode="auto">
          <a:xfrm>
            <a:off x="3217853" y="3559218"/>
            <a:ext cx="326081" cy="308573"/>
          </a:xfrm>
          <a:custGeom>
            <a:avLst/>
            <a:gdLst>
              <a:gd name="T0" fmla="*/ 74 w 149"/>
              <a:gd name="T1" fmla="*/ 0 h 141"/>
              <a:gd name="T2" fmla="*/ 91 w 149"/>
              <a:gd name="T3" fmla="*/ 53 h 141"/>
              <a:gd name="T4" fmla="*/ 149 w 149"/>
              <a:gd name="T5" fmla="*/ 53 h 141"/>
              <a:gd name="T6" fmla="*/ 102 w 149"/>
              <a:gd name="T7" fmla="*/ 87 h 141"/>
              <a:gd name="T8" fmla="*/ 120 w 149"/>
              <a:gd name="T9" fmla="*/ 141 h 141"/>
              <a:gd name="T10" fmla="*/ 74 w 149"/>
              <a:gd name="T11" fmla="*/ 108 h 141"/>
              <a:gd name="T12" fmla="*/ 28 w 149"/>
              <a:gd name="T13" fmla="*/ 141 h 141"/>
              <a:gd name="T14" fmla="*/ 45 w 149"/>
              <a:gd name="T15" fmla="*/ 87 h 141"/>
              <a:gd name="T16" fmla="*/ 0 w 149"/>
              <a:gd name="T17" fmla="*/ 53 h 141"/>
              <a:gd name="T18" fmla="*/ 56 w 149"/>
              <a:gd name="T19" fmla="*/ 53 h 141"/>
              <a:gd name="T20" fmla="*/ 74 w 149"/>
              <a:gd name="T21" fmla="*/ 0 h 1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49" h="141">
                <a:moveTo>
                  <a:pt x="74" y="0"/>
                </a:moveTo>
                <a:lnTo>
                  <a:pt x="91" y="53"/>
                </a:lnTo>
                <a:lnTo>
                  <a:pt x="149" y="53"/>
                </a:lnTo>
                <a:lnTo>
                  <a:pt x="102" y="87"/>
                </a:lnTo>
                <a:lnTo>
                  <a:pt x="120" y="141"/>
                </a:lnTo>
                <a:lnTo>
                  <a:pt x="74" y="108"/>
                </a:lnTo>
                <a:lnTo>
                  <a:pt x="28" y="141"/>
                </a:lnTo>
                <a:lnTo>
                  <a:pt x="45" y="87"/>
                </a:lnTo>
                <a:lnTo>
                  <a:pt x="0" y="53"/>
                </a:lnTo>
                <a:lnTo>
                  <a:pt x="56" y="53"/>
                </a:lnTo>
                <a:lnTo>
                  <a:pt x="74" y="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54" name="Freeform 56"/>
          <p:cNvSpPr>
            <a:spLocks noEditPoints="1"/>
          </p:cNvSpPr>
          <p:nvPr/>
        </p:nvSpPr>
        <p:spPr bwMode="auto">
          <a:xfrm>
            <a:off x="3583326" y="3548275"/>
            <a:ext cx="378604" cy="323892"/>
          </a:xfrm>
          <a:custGeom>
            <a:avLst/>
            <a:gdLst>
              <a:gd name="T0" fmla="*/ 265 w 334"/>
              <a:gd name="T1" fmla="*/ 237 h 287"/>
              <a:gd name="T2" fmla="*/ 265 w 334"/>
              <a:gd name="T3" fmla="*/ 276 h 287"/>
              <a:gd name="T4" fmla="*/ 226 w 334"/>
              <a:gd name="T5" fmla="*/ 276 h 287"/>
              <a:gd name="T6" fmla="*/ 156 w 334"/>
              <a:gd name="T7" fmla="*/ 202 h 287"/>
              <a:gd name="T8" fmla="*/ 92 w 334"/>
              <a:gd name="T9" fmla="*/ 280 h 287"/>
              <a:gd name="T10" fmla="*/ 68 w 334"/>
              <a:gd name="T11" fmla="*/ 280 h 287"/>
              <a:gd name="T12" fmla="*/ 52 w 334"/>
              <a:gd name="T13" fmla="*/ 263 h 287"/>
              <a:gd name="T14" fmla="*/ 52 w 334"/>
              <a:gd name="T15" fmla="*/ 240 h 287"/>
              <a:gd name="T16" fmla="*/ 126 w 334"/>
              <a:gd name="T17" fmla="*/ 171 h 287"/>
              <a:gd name="T18" fmla="*/ 90 w 334"/>
              <a:gd name="T19" fmla="*/ 136 h 287"/>
              <a:gd name="T20" fmla="*/ 62 w 334"/>
              <a:gd name="T21" fmla="*/ 125 h 287"/>
              <a:gd name="T22" fmla="*/ 27 w 334"/>
              <a:gd name="T23" fmla="*/ 120 h 287"/>
              <a:gd name="T24" fmla="*/ 2 w 334"/>
              <a:gd name="T25" fmla="*/ 70 h 287"/>
              <a:gd name="T26" fmla="*/ 4 w 334"/>
              <a:gd name="T27" fmla="*/ 67 h 287"/>
              <a:gd name="T28" fmla="*/ 31 w 334"/>
              <a:gd name="T29" fmla="*/ 84 h 287"/>
              <a:gd name="T30" fmla="*/ 60 w 334"/>
              <a:gd name="T31" fmla="*/ 75 h 287"/>
              <a:gd name="T32" fmla="*/ 59 w 334"/>
              <a:gd name="T33" fmla="*/ 42 h 287"/>
              <a:gd name="T34" fmla="*/ 32 w 334"/>
              <a:gd name="T35" fmla="*/ 25 h 287"/>
              <a:gd name="T36" fmla="*/ 34 w 334"/>
              <a:gd name="T37" fmla="*/ 21 h 287"/>
              <a:gd name="T38" fmla="*/ 88 w 334"/>
              <a:gd name="T39" fmla="*/ 23 h 287"/>
              <a:gd name="T40" fmla="*/ 97 w 334"/>
              <a:gd name="T41" fmla="*/ 30 h 287"/>
              <a:gd name="T42" fmla="*/ 111 w 334"/>
              <a:gd name="T43" fmla="*/ 75 h 287"/>
              <a:gd name="T44" fmla="*/ 121 w 334"/>
              <a:gd name="T45" fmla="*/ 103 h 287"/>
              <a:gd name="T46" fmla="*/ 157 w 334"/>
              <a:gd name="T47" fmla="*/ 139 h 287"/>
              <a:gd name="T48" fmla="*/ 199 w 334"/>
              <a:gd name="T49" fmla="*/ 95 h 287"/>
              <a:gd name="T50" fmla="*/ 230 w 334"/>
              <a:gd name="T51" fmla="*/ 127 h 287"/>
              <a:gd name="T52" fmla="*/ 189 w 334"/>
              <a:gd name="T53" fmla="*/ 169 h 287"/>
              <a:gd name="T54" fmla="*/ 265 w 334"/>
              <a:gd name="T55" fmla="*/ 237 h 287"/>
              <a:gd name="T56" fmla="*/ 330 w 334"/>
              <a:gd name="T57" fmla="*/ 128 h 287"/>
              <a:gd name="T58" fmla="*/ 306 w 334"/>
              <a:gd name="T59" fmla="*/ 151 h 287"/>
              <a:gd name="T60" fmla="*/ 289 w 334"/>
              <a:gd name="T61" fmla="*/ 151 h 287"/>
              <a:gd name="T62" fmla="*/ 284 w 334"/>
              <a:gd name="T63" fmla="*/ 146 h 287"/>
              <a:gd name="T64" fmla="*/ 280 w 334"/>
              <a:gd name="T65" fmla="*/ 133 h 287"/>
              <a:gd name="T66" fmla="*/ 276 w 334"/>
              <a:gd name="T67" fmla="*/ 116 h 287"/>
              <a:gd name="T68" fmla="*/ 247 w 334"/>
              <a:gd name="T69" fmla="*/ 110 h 287"/>
              <a:gd name="T70" fmla="*/ 238 w 334"/>
              <a:gd name="T71" fmla="*/ 119 h 287"/>
              <a:gd name="T72" fmla="*/ 206 w 334"/>
              <a:gd name="T73" fmla="*/ 88 h 287"/>
              <a:gd name="T74" fmla="*/ 211 w 334"/>
              <a:gd name="T75" fmla="*/ 83 h 287"/>
              <a:gd name="T76" fmla="*/ 215 w 334"/>
              <a:gd name="T77" fmla="*/ 78 h 287"/>
              <a:gd name="T78" fmla="*/ 214 w 334"/>
              <a:gd name="T79" fmla="*/ 57 h 287"/>
              <a:gd name="T80" fmla="*/ 147 w 334"/>
              <a:gd name="T81" fmla="*/ 30 h 287"/>
              <a:gd name="T82" fmla="*/ 147 w 334"/>
              <a:gd name="T83" fmla="*/ 20 h 287"/>
              <a:gd name="T84" fmla="*/ 266 w 334"/>
              <a:gd name="T85" fmla="*/ 45 h 287"/>
              <a:gd name="T86" fmla="*/ 289 w 334"/>
              <a:gd name="T87" fmla="*/ 68 h 287"/>
              <a:gd name="T88" fmla="*/ 297 w 334"/>
              <a:gd name="T89" fmla="*/ 98 h 287"/>
              <a:gd name="T90" fmla="*/ 310 w 334"/>
              <a:gd name="T91" fmla="*/ 104 h 287"/>
              <a:gd name="T92" fmla="*/ 325 w 334"/>
              <a:gd name="T93" fmla="*/ 105 h 287"/>
              <a:gd name="T94" fmla="*/ 330 w 334"/>
              <a:gd name="T95" fmla="*/ 111 h 287"/>
              <a:gd name="T96" fmla="*/ 330 w 334"/>
              <a:gd name="T97" fmla="*/ 128 h 287"/>
              <a:gd name="T98" fmla="*/ 255 w 334"/>
              <a:gd name="T99" fmla="*/ 246 h 287"/>
              <a:gd name="T100" fmla="*/ 235 w 334"/>
              <a:gd name="T101" fmla="*/ 246 h 287"/>
              <a:gd name="T102" fmla="*/ 235 w 334"/>
              <a:gd name="T103" fmla="*/ 266 h 287"/>
              <a:gd name="T104" fmla="*/ 255 w 334"/>
              <a:gd name="T105" fmla="*/ 267 h 287"/>
              <a:gd name="T106" fmla="*/ 255 w 334"/>
              <a:gd name="T107" fmla="*/ 246 h 2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334" h="287">
                <a:moveTo>
                  <a:pt x="265" y="237"/>
                </a:moveTo>
                <a:cubicBezTo>
                  <a:pt x="276" y="248"/>
                  <a:pt x="276" y="265"/>
                  <a:pt x="265" y="276"/>
                </a:cubicBezTo>
                <a:cubicBezTo>
                  <a:pt x="254" y="287"/>
                  <a:pt x="236" y="287"/>
                  <a:pt x="226" y="276"/>
                </a:cubicBezTo>
                <a:cubicBezTo>
                  <a:pt x="156" y="202"/>
                  <a:pt x="156" y="202"/>
                  <a:pt x="156" y="202"/>
                </a:cubicBezTo>
                <a:cubicBezTo>
                  <a:pt x="92" y="280"/>
                  <a:pt x="92" y="280"/>
                  <a:pt x="92" y="280"/>
                </a:cubicBezTo>
                <a:cubicBezTo>
                  <a:pt x="86" y="287"/>
                  <a:pt x="75" y="287"/>
                  <a:pt x="68" y="280"/>
                </a:cubicBezTo>
                <a:cubicBezTo>
                  <a:pt x="52" y="263"/>
                  <a:pt x="52" y="263"/>
                  <a:pt x="52" y="263"/>
                </a:cubicBezTo>
                <a:cubicBezTo>
                  <a:pt x="45" y="257"/>
                  <a:pt x="45" y="246"/>
                  <a:pt x="52" y="240"/>
                </a:cubicBezTo>
                <a:cubicBezTo>
                  <a:pt x="126" y="171"/>
                  <a:pt x="126" y="171"/>
                  <a:pt x="126" y="171"/>
                </a:cubicBezTo>
                <a:cubicBezTo>
                  <a:pt x="90" y="136"/>
                  <a:pt x="90" y="136"/>
                  <a:pt x="90" y="136"/>
                </a:cubicBezTo>
                <a:cubicBezTo>
                  <a:pt x="78" y="125"/>
                  <a:pt x="71" y="122"/>
                  <a:pt x="62" y="125"/>
                </a:cubicBezTo>
                <a:cubicBezTo>
                  <a:pt x="52" y="128"/>
                  <a:pt x="39" y="128"/>
                  <a:pt x="27" y="120"/>
                </a:cubicBezTo>
                <a:cubicBezTo>
                  <a:pt x="0" y="103"/>
                  <a:pt x="2" y="70"/>
                  <a:pt x="2" y="70"/>
                </a:cubicBezTo>
                <a:cubicBezTo>
                  <a:pt x="4" y="67"/>
                  <a:pt x="4" y="67"/>
                  <a:pt x="4" y="67"/>
                </a:cubicBezTo>
                <a:cubicBezTo>
                  <a:pt x="4" y="67"/>
                  <a:pt x="28" y="83"/>
                  <a:pt x="31" y="84"/>
                </a:cubicBezTo>
                <a:cubicBezTo>
                  <a:pt x="35" y="87"/>
                  <a:pt x="48" y="93"/>
                  <a:pt x="60" y="75"/>
                </a:cubicBezTo>
                <a:cubicBezTo>
                  <a:pt x="73" y="56"/>
                  <a:pt x="62" y="45"/>
                  <a:pt x="59" y="42"/>
                </a:cubicBezTo>
                <a:cubicBezTo>
                  <a:pt x="56" y="41"/>
                  <a:pt x="32" y="25"/>
                  <a:pt x="32" y="25"/>
                </a:cubicBezTo>
                <a:cubicBezTo>
                  <a:pt x="34" y="21"/>
                  <a:pt x="34" y="21"/>
                  <a:pt x="34" y="21"/>
                </a:cubicBezTo>
                <a:cubicBezTo>
                  <a:pt x="34" y="21"/>
                  <a:pt x="62" y="7"/>
                  <a:pt x="88" y="23"/>
                </a:cubicBezTo>
                <a:cubicBezTo>
                  <a:pt x="88" y="23"/>
                  <a:pt x="95" y="27"/>
                  <a:pt x="97" y="30"/>
                </a:cubicBezTo>
                <a:cubicBezTo>
                  <a:pt x="114" y="45"/>
                  <a:pt x="114" y="61"/>
                  <a:pt x="111" y="75"/>
                </a:cubicBezTo>
                <a:cubicBezTo>
                  <a:pt x="108" y="88"/>
                  <a:pt x="111" y="92"/>
                  <a:pt x="121" y="103"/>
                </a:cubicBezTo>
                <a:cubicBezTo>
                  <a:pt x="157" y="139"/>
                  <a:pt x="157" y="139"/>
                  <a:pt x="157" y="139"/>
                </a:cubicBezTo>
                <a:cubicBezTo>
                  <a:pt x="199" y="95"/>
                  <a:pt x="199" y="95"/>
                  <a:pt x="199" y="95"/>
                </a:cubicBezTo>
                <a:cubicBezTo>
                  <a:pt x="230" y="127"/>
                  <a:pt x="230" y="127"/>
                  <a:pt x="230" y="127"/>
                </a:cubicBezTo>
                <a:cubicBezTo>
                  <a:pt x="189" y="169"/>
                  <a:pt x="189" y="169"/>
                  <a:pt x="189" y="169"/>
                </a:cubicBezTo>
                <a:lnTo>
                  <a:pt x="265" y="237"/>
                </a:lnTo>
                <a:close/>
                <a:moveTo>
                  <a:pt x="330" y="128"/>
                </a:moveTo>
                <a:cubicBezTo>
                  <a:pt x="306" y="151"/>
                  <a:pt x="306" y="151"/>
                  <a:pt x="306" y="151"/>
                </a:cubicBezTo>
                <a:cubicBezTo>
                  <a:pt x="302" y="156"/>
                  <a:pt x="294" y="156"/>
                  <a:pt x="289" y="151"/>
                </a:cubicBezTo>
                <a:cubicBezTo>
                  <a:pt x="284" y="146"/>
                  <a:pt x="284" y="146"/>
                  <a:pt x="284" y="146"/>
                </a:cubicBezTo>
                <a:cubicBezTo>
                  <a:pt x="280" y="142"/>
                  <a:pt x="278" y="136"/>
                  <a:pt x="280" y="133"/>
                </a:cubicBezTo>
                <a:cubicBezTo>
                  <a:pt x="284" y="130"/>
                  <a:pt x="283" y="123"/>
                  <a:pt x="276" y="116"/>
                </a:cubicBezTo>
                <a:cubicBezTo>
                  <a:pt x="265" y="105"/>
                  <a:pt x="252" y="104"/>
                  <a:pt x="247" y="110"/>
                </a:cubicBezTo>
                <a:cubicBezTo>
                  <a:pt x="245" y="112"/>
                  <a:pt x="238" y="119"/>
                  <a:pt x="238" y="119"/>
                </a:cubicBezTo>
                <a:cubicBezTo>
                  <a:pt x="206" y="88"/>
                  <a:pt x="206" y="88"/>
                  <a:pt x="206" y="88"/>
                </a:cubicBezTo>
                <a:cubicBezTo>
                  <a:pt x="211" y="83"/>
                  <a:pt x="211" y="83"/>
                  <a:pt x="211" y="83"/>
                </a:cubicBezTo>
                <a:cubicBezTo>
                  <a:pt x="211" y="83"/>
                  <a:pt x="212" y="81"/>
                  <a:pt x="215" y="78"/>
                </a:cubicBezTo>
                <a:cubicBezTo>
                  <a:pt x="225" y="68"/>
                  <a:pt x="214" y="57"/>
                  <a:pt x="214" y="57"/>
                </a:cubicBezTo>
                <a:cubicBezTo>
                  <a:pt x="186" y="30"/>
                  <a:pt x="147" y="30"/>
                  <a:pt x="147" y="30"/>
                </a:cubicBezTo>
                <a:cubicBezTo>
                  <a:pt x="147" y="20"/>
                  <a:pt x="147" y="20"/>
                  <a:pt x="147" y="20"/>
                </a:cubicBezTo>
                <a:cubicBezTo>
                  <a:pt x="226" y="0"/>
                  <a:pt x="255" y="34"/>
                  <a:pt x="266" y="45"/>
                </a:cubicBezTo>
                <a:cubicBezTo>
                  <a:pt x="276" y="55"/>
                  <a:pt x="286" y="65"/>
                  <a:pt x="289" y="68"/>
                </a:cubicBezTo>
                <a:cubicBezTo>
                  <a:pt x="295" y="73"/>
                  <a:pt x="289" y="89"/>
                  <a:pt x="297" y="98"/>
                </a:cubicBezTo>
                <a:cubicBezTo>
                  <a:pt x="301" y="102"/>
                  <a:pt x="306" y="104"/>
                  <a:pt x="310" y="104"/>
                </a:cubicBezTo>
                <a:cubicBezTo>
                  <a:pt x="314" y="100"/>
                  <a:pt x="321" y="101"/>
                  <a:pt x="325" y="105"/>
                </a:cubicBezTo>
                <a:cubicBezTo>
                  <a:pt x="330" y="111"/>
                  <a:pt x="330" y="111"/>
                  <a:pt x="330" y="111"/>
                </a:cubicBezTo>
                <a:cubicBezTo>
                  <a:pt x="334" y="115"/>
                  <a:pt x="334" y="123"/>
                  <a:pt x="330" y="128"/>
                </a:cubicBezTo>
                <a:close/>
                <a:moveTo>
                  <a:pt x="255" y="246"/>
                </a:moveTo>
                <a:cubicBezTo>
                  <a:pt x="250" y="240"/>
                  <a:pt x="241" y="240"/>
                  <a:pt x="235" y="246"/>
                </a:cubicBezTo>
                <a:cubicBezTo>
                  <a:pt x="230" y="251"/>
                  <a:pt x="230" y="261"/>
                  <a:pt x="235" y="266"/>
                </a:cubicBezTo>
                <a:cubicBezTo>
                  <a:pt x="241" y="272"/>
                  <a:pt x="250" y="273"/>
                  <a:pt x="255" y="267"/>
                </a:cubicBezTo>
                <a:cubicBezTo>
                  <a:pt x="261" y="261"/>
                  <a:pt x="261" y="251"/>
                  <a:pt x="255" y="24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55" name="Freeform 57"/>
          <p:cNvSpPr>
            <a:spLocks noEditPoints="1"/>
          </p:cNvSpPr>
          <p:nvPr/>
        </p:nvSpPr>
        <p:spPr bwMode="auto">
          <a:xfrm>
            <a:off x="4152325" y="3537334"/>
            <a:ext cx="240731" cy="347967"/>
          </a:xfrm>
          <a:custGeom>
            <a:avLst/>
            <a:gdLst>
              <a:gd name="T0" fmla="*/ 170 w 213"/>
              <a:gd name="T1" fmla="*/ 275 h 306"/>
              <a:gd name="T2" fmla="*/ 71 w 213"/>
              <a:gd name="T3" fmla="*/ 306 h 306"/>
              <a:gd name="T4" fmla="*/ 41 w 213"/>
              <a:gd name="T5" fmla="*/ 194 h 306"/>
              <a:gd name="T6" fmla="*/ 58 w 213"/>
              <a:gd name="T7" fmla="*/ 211 h 306"/>
              <a:gd name="T8" fmla="*/ 89 w 213"/>
              <a:gd name="T9" fmla="*/ 216 h 306"/>
              <a:gd name="T10" fmla="*/ 127 w 213"/>
              <a:gd name="T11" fmla="*/ 211 h 306"/>
              <a:gd name="T12" fmla="*/ 165 w 213"/>
              <a:gd name="T13" fmla="*/ 201 h 306"/>
              <a:gd name="T14" fmla="*/ 172 w 213"/>
              <a:gd name="T15" fmla="*/ 194 h 306"/>
              <a:gd name="T16" fmla="*/ 174 w 213"/>
              <a:gd name="T17" fmla="*/ 117 h 306"/>
              <a:gd name="T18" fmla="*/ 202 w 213"/>
              <a:gd name="T19" fmla="*/ 131 h 306"/>
              <a:gd name="T20" fmla="*/ 164 w 213"/>
              <a:gd name="T21" fmla="*/ 142 h 306"/>
              <a:gd name="T22" fmla="*/ 184 w 213"/>
              <a:gd name="T23" fmla="*/ 166 h 306"/>
              <a:gd name="T24" fmla="*/ 144 w 213"/>
              <a:gd name="T25" fmla="*/ 161 h 306"/>
              <a:gd name="T26" fmla="*/ 154 w 213"/>
              <a:gd name="T27" fmla="*/ 192 h 306"/>
              <a:gd name="T28" fmla="*/ 119 w 213"/>
              <a:gd name="T29" fmla="*/ 172 h 306"/>
              <a:gd name="T30" fmla="*/ 116 w 213"/>
              <a:gd name="T31" fmla="*/ 203 h 306"/>
              <a:gd name="T32" fmla="*/ 92 w 213"/>
              <a:gd name="T33" fmla="*/ 172 h 306"/>
              <a:gd name="T34" fmla="*/ 74 w 213"/>
              <a:gd name="T35" fmla="*/ 200 h 306"/>
              <a:gd name="T36" fmla="*/ 66 w 213"/>
              <a:gd name="T37" fmla="*/ 162 h 306"/>
              <a:gd name="T38" fmla="*/ 45 w 213"/>
              <a:gd name="T39" fmla="*/ 182 h 306"/>
              <a:gd name="T40" fmla="*/ 46 w 213"/>
              <a:gd name="T41" fmla="*/ 142 h 306"/>
              <a:gd name="T42" fmla="*/ 24 w 213"/>
              <a:gd name="T43" fmla="*/ 154 h 306"/>
              <a:gd name="T44" fmla="*/ 36 w 213"/>
              <a:gd name="T45" fmla="*/ 117 h 306"/>
              <a:gd name="T46" fmla="*/ 5 w 213"/>
              <a:gd name="T47" fmla="*/ 113 h 306"/>
              <a:gd name="T48" fmla="*/ 36 w 213"/>
              <a:gd name="T49" fmla="*/ 90 h 306"/>
              <a:gd name="T50" fmla="*/ 8 w 213"/>
              <a:gd name="T51" fmla="*/ 74 h 306"/>
              <a:gd name="T52" fmla="*/ 46 w 213"/>
              <a:gd name="T53" fmla="*/ 64 h 306"/>
              <a:gd name="T54" fmla="*/ 27 w 213"/>
              <a:gd name="T55" fmla="*/ 39 h 306"/>
              <a:gd name="T56" fmla="*/ 65 w 213"/>
              <a:gd name="T57" fmla="*/ 44 h 306"/>
              <a:gd name="T58" fmla="*/ 57 w 213"/>
              <a:gd name="T59" fmla="*/ 14 h 306"/>
              <a:gd name="T60" fmla="*/ 91 w 213"/>
              <a:gd name="T61" fmla="*/ 34 h 306"/>
              <a:gd name="T62" fmla="*/ 95 w 213"/>
              <a:gd name="T63" fmla="*/ 2 h 306"/>
              <a:gd name="T64" fmla="*/ 119 w 213"/>
              <a:gd name="T65" fmla="*/ 34 h 306"/>
              <a:gd name="T66" fmla="*/ 136 w 213"/>
              <a:gd name="T67" fmla="*/ 6 h 306"/>
              <a:gd name="T68" fmla="*/ 144 w 213"/>
              <a:gd name="T69" fmla="*/ 44 h 306"/>
              <a:gd name="T70" fmla="*/ 165 w 213"/>
              <a:gd name="T71" fmla="*/ 24 h 306"/>
              <a:gd name="T72" fmla="*/ 163 w 213"/>
              <a:gd name="T73" fmla="*/ 63 h 306"/>
              <a:gd name="T74" fmla="*/ 186 w 213"/>
              <a:gd name="T75" fmla="*/ 52 h 306"/>
              <a:gd name="T76" fmla="*/ 174 w 213"/>
              <a:gd name="T77" fmla="*/ 89 h 306"/>
              <a:gd name="T78" fmla="*/ 206 w 213"/>
              <a:gd name="T79" fmla="*/ 92 h 306"/>
              <a:gd name="T80" fmla="*/ 105 w 213"/>
              <a:gd name="T81" fmla="*/ 36 h 306"/>
              <a:gd name="T82" fmla="*/ 172 w 213"/>
              <a:gd name="T83" fmla="*/ 103 h 306"/>
              <a:gd name="T84" fmla="*/ 53 w 213"/>
              <a:gd name="T85" fmla="*/ 103 h 3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213" h="306">
                <a:moveTo>
                  <a:pt x="172" y="194"/>
                </a:moveTo>
                <a:cubicBezTo>
                  <a:pt x="213" y="271"/>
                  <a:pt x="213" y="271"/>
                  <a:pt x="213" y="271"/>
                </a:cubicBezTo>
                <a:cubicBezTo>
                  <a:pt x="170" y="275"/>
                  <a:pt x="170" y="275"/>
                  <a:pt x="170" y="275"/>
                </a:cubicBezTo>
                <a:cubicBezTo>
                  <a:pt x="142" y="306"/>
                  <a:pt x="142" y="306"/>
                  <a:pt x="142" y="306"/>
                </a:cubicBezTo>
                <a:cubicBezTo>
                  <a:pt x="107" y="250"/>
                  <a:pt x="107" y="250"/>
                  <a:pt x="107" y="250"/>
                </a:cubicBezTo>
                <a:cubicBezTo>
                  <a:pt x="71" y="306"/>
                  <a:pt x="71" y="306"/>
                  <a:pt x="71" y="306"/>
                </a:cubicBezTo>
                <a:cubicBezTo>
                  <a:pt x="42" y="274"/>
                  <a:pt x="42" y="274"/>
                  <a:pt x="42" y="274"/>
                </a:cubicBezTo>
                <a:cubicBezTo>
                  <a:pt x="0" y="271"/>
                  <a:pt x="0" y="271"/>
                  <a:pt x="0" y="271"/>
                </a:cubicBezTo>
                <a:cubicBezTo>
                  <a:pt x="41" y="194"/>
                  <a:pt x="41" y="194"/>
                  <a:pt x="41" y="194"/>
                </a:cubicBezTo>
                <a:cubicBezTo>
                  <a:pt x="41" y="194"/>
                  <a:pt x="41" y="194"/>
                  <a:pt x="41" y="194"/>
                </a:cubicBezTo>
                <a:cubicBezTo>
                  <a:pt x="42" y="197"/>
                  <a:pt x="43" y="199"/>
                  <a:pt x="45" y="201"/>
                </a:cubicBezTo>
                <a:cubicBezTo>
                  <a:pt x="48" y="206"/>
                  <a:pt x="52" y="208"/>
                  <a:pt x="58" y="211"/>
                </a:cubicBezTo>
                <a:cubicBezTo>
                  <a:pt x="63" y="213"/>
                  <a:pt x="67" y="214"/>
                  <a:pt x="71" y="214"/>
                </a:cubicBezTo>
                <a:cubicBezTo>
                  <a:pt x="75" y="214"/>
                  <a:pt x="80" y="213"/>
                  <a:pt x="82" y="211"/>
                </a:cubicBezTo>
                <a:cubicBezTo>
                  <a:pt x="84" y="213"/>
                  <a:pt x="86" y="215"/>
                  <a:pt x="89" y="216"/>
                </a:cubicBezTo>
                <a:cubicBezTo>
                  <a:pt x="93" y="219"/>
                  <a:pt x="99" y="221"/>
                  <a:pt x="105" y="221"/>
                </a:cubicBezTo>
                <a:cubicBezTo>
                  <a:pt x="111" y="221"/>
                  <a:pt x="117" y="219"/>
                  <a:pt x="121" y="216"/>
                </a:cubicBezTo>
                <a:cubicBezTo>
                  <a:pt x="124" y="215"/>
                  <a:pt x="126" y="213"/>
                  <a:pt x="127" y="211"/>
                </a:cubicBezTo>
                <a:cubicBezTo>
                  <a:pt x="131" y="213"/>
                  <a:pt x="135" y="214"/>
                  <a:pt x="139" y="214"/>
                </a:cubicBezTo>
                <a:cubicBezTo>
                  <a:pt x="143" y="214"/>
                  <a:pt x="147" y="213"/>
                  <a:pt x="152" y="211"/>
                </a:cubicBezTo>
                <a:cubicBezTo>
                  <a:pt x="158" y="208"/>
                  <a:pt x="162" y="206"/>
                  <a:pt x="165" y="201"/>
                </a:cubicBezTo>
                <a:cubicBezTo>
                  <a:pt x="167" y="199"/>
                  <a:pt x="169" y="197"/>
                  <a:pt x="170" y="194"/>
                </a:cubicBezTo>
                <a:cubicBezTo>
                  <a:pt x="170" y="194"/>
                  <a:pt x="170" y="194"/>
                  <a:pt x="171" y="194"/>
                </a:cubicBezTo>
                <a:cubicBezTo>
                  <a:pt x="172" y="194"/>
                  <a:pt x="172" y="194"/>
                  <a:pt x="172" y="194"/>
                </a:cubicBezTo>
                <a:close/>
                <a:moveTo>
                  <a:pt x="208" y="103"/>
                </a:moveTo>
                <a:cubicBezTo>
                  <a:pt x="208" y="107"/>
                  <a:pt x="208" y="111"/>
                  <a:pt x="206" y="113"/>
                </a:cubicBezTo>
                <a:cubicBezTo>
                  <a:pt x="204" y="118"/>
                  <a:pt x="179" y="117"/>
                  <a:pt x="174" y="117"/>
                </a:cubicBezTo>
                <a:cubicBezTo>
                  <a:pt x="173" y="117"/>
                  <a:pt x="173" y="117"/>
                  <a:pt x="173" y="117"/>
                </a:cubicBezTo>
                <a:cubicBezTo>
                  <a:pt x="174" y="117"/>
                  <a:pt x="174" y="117"/>
                  <a:pt x="174" y="117"/>
                </a:cubicBezTo>
                <a:cubicBezTo>
                  <a:pt x="178" y="119"/>
                  <a:pt x="202" y="127"/>
                  <a:pt x="202" y="131"/>
                </a:cubicBezTo>
                <a:cubicBezTo>
                  <a:pt x="203" y="135"/>
                  <a:pt x="202" y="138"/>
                  <a:pt x="200" y="143"/>
                </a:cubicBezTo>
                <a:cubicBezTo>
                  <a:pt x="197" y="152"/>
                  <a:pt x="190" y="154"/>
                  <a:pt x="186" y="154"/>
                </a:cubicBezTo>
                <a:cubicBezTo>
                  <a:pt x="184" y="154"/>
                  <a:pt x="165" y="143"/>
                  <a:pt x="164" y="142"/>
                </a:cubicBezTo>
                <a:cubicBezTo>
                  <a:pt x="163" y="142"/>
                  <a:pt x="163" y="142"/>
                  <a:pt x="163" y="142"/>
                </a:cubicBezTo>
                <a:cubicBezTo>
                  <a:pt x="163" y="142"/>
                  <a:pt x="163" y="142"/>
                  <a:pt x="163" y="142"/>
                </a:cubicBezTo>
                <a:cubicBezTo>
                  <a:pt x="166" y="145"/>
                  <a:pt x="186" y="162"/>
                  <a:pt x="184" y="166"/>
                </a:cubicBezTo>
                <a:cubicBezTo>
                  <a:pt x="183" y="170"/>
                  <a:pt x="181" y="173"/>
                  <a:pt x="178" y="176"/>
                </a:cubicBezTo>
                <a:cubicBezTo>
                  <a:pt x="174" y="180"/>
                  <a:pt x="170" y="182"/>
                  <a:pt x="165" y="182"/>
                </a:cubicBezTo>
                <a:cubicBezTo>
                  <a:pt x="163" y="182"/>
                  <a:pt x="147" y="164"/>
                  <a:pt x="144" y="161"/>
                </a:cubicBezTo>
                <a:cubicBezTo>
                  <a:pt x="144" y="161"/>
                  <a:pt x="144" y="161"/>
                  <a:pt x="144" y="161"/>
                </a:cubicBezTo>
                <a:cubicBezTo>
                  <a:pt x="144" y="162"/>
                  <a:pt x="144" y="162"/>
                  <a:pt x="144" y="162"/>
                </a:cubicBezTo>
                <a:cubicBezTo>
                  <a:pt x="146" y="165"/>
                  <a:pt x="156" y="188"/>
                  <a:pt x="154" y="192"/>
                </a:cubicBezTo>
                <a:cubicBezTo>
                  <a:pt x="152" y="194"/>
                  <a:pt x="149" y="197"/>
                  <a:pt x="145" y="198"/>
                </a:cubicBezTo>
                <a:cubicBezTo>
                  <a:pt x="142" y="200"/>
                  <a:pt x="139" y="200"/>
                  <a:pt x="136" y="200"/>
                </a:cubicBezTo>
                <a:cubicBezTo>
                  <a:pt x="130" y="200"/>
                  <a:pt x="121" y="176"/>
                  <a:pt x="119" y="172"/>
                </a:cubicBezTo>
                <a:cubicBezTo>
                  <a:pt x="119" y="171"/>
                  <a:pt x="119" y="171"/>
                  <a:pt x="119" y="171"/>
                </a:cubicBezTo>
                <a:cubicBezTo>
                  <a:pt x="119" y="172"/>
                  <a:pt x="119" y="172"/>
                  <a:pt x="119" y="172"/>
                </a:cubicBezTo>
                <a:cubicBezTo>
                  <a:pt x="119" y="176"/>
                  <a:pt x="120" y="201"/>
                  <a:pt x="116" y="203"/>
                </a:cubicBezTo>
                <a:cubicBezTo>
                  <a:pt x="113" y="206"/>
                  <a:pt x="109" y="206"/>
                  <a:pt x="105" y="206"/>
                </a:cubicBezTo>
                <a:cubicBezTo>
                  <a:pt x="101" y="206"/>
                  <a:pt x="97" y="206"/>
                  <a:pt x="95" y="203"/>
                </a:cubicBezTo>
                <a:cubicBezTo>
                  <a:pt x="90" y="201"/>
                  <a:pt x="92" y="176"/>
                  <a:pt x="92" y="172"/>
                </a:cubicBezTo>
                <a:cubicBezTo>
                  <a:pt x="92" y="171"/>
                  <a:pt x="92" y="171"/>
                  <a:pt x="92" y="171"/>
                </a:cubicBezTo>
                <a:cubicBezTo>
                  <a:pt x="91" y="172"/>
                  <a:pt x="91" y="172"/>
                  <a:pt x="91" y="172"/>
                </a:cubicBezTo>
                <a:cubicBezTo>
                  <a:pt x="89" y="176"/>
                  <a:pt x="80" y="200"/>
                  <a:pt x="74" y="200"/>
                </a:cubicBezTo>
                <a:cubicBezTo>
                  <a:pt x="72" y="200"/>
                  <a:pt x="69" y="200"/>
                  <a:pt x="65" y="198"/>
                </a:cubicBezTo>
                <a:cubicBezTo>
                  <a:pt x="61" y="197"/>
                  <a:pt x="59" y="194"/>
                  <a:pt x="57" y="192"/>
                </a:cubicBezTo>
                <a:cubicBezTo>
                  <a:pt x="54" y="188"/>
                  <a:pt x="65" y="165"/>
                  <a:pt x="66" y="162"/>
                </a:cubicBezTo>
                <a:cubicBezTo>
                  <a:pt x="67" y="161"/>
                  <a:pt x="67" y="161"/>
                  <a:pt x="67" y="161"/>
                </a:cubicBezTo>
                <a:cubicBezTo>
                  <a:pt x="65" y="161"/>
                  <a:pt x="65" y="161"/>
                  <a:pt x="65" y="161"/>
                </a:cubicBezTo>
                <a:cubicBezTo>
                  <a:pt x="63" y="164"/>
                  <a:pt x="47" y="182"/>
                  <a:pt x="45" y="182"/>
                </a:cubicBezTo>
                <a:cubicBezTo>
                  <a:pt x="41" y="182"/>
                  <a:pt x="36" y="180"/>
                  <a:pt x="32" y="176"/>
                </a:cubicBezTo>
                <a:cubicBezTo>
                  <a:pt x="29" y="173"/>
                  <a:pt x="27" y="170"/>
                  <a:pt x="27" y="166"/>
                </a:cubicBezTo>
                <a:cubicBezTo>
                  <a:pt x="25" y="162"/>
                  <a:pt x="44" y="145"/>
                  <a:pt x="46" y="142"/>
                </a:cubicBezTo>
                <a:cubicBezTo>
                  <a:pt x="48" y="142"/>
                  <a:pt x="48" y="142"/>
                  <a:pt x="48" y="142"/>
                </a:cubicBezTo>
                <a:cubicBezTo>
                  <a:pt x="46" y="142"/>
                  <a:pt x="46" y="142"/>
                  <a:pt x="46" y="142"/>
                </a:cubicBezTo>
                <a:cubicBezTo>
                  <a:pt x="45" y="143"/>
                  <a:pt x="26" y="154"/>
                  <a:pt x="24" y="154"/>
                </a:cubicBezTo>
                <a:cubicBezTo>
                  <a:pt x="20" y="154"/>
                  <a:pt x="14" y="152"/>
                  <a:pt x="10" y="143"/>
                </a:cubicBezTo>
                <a:cubicBezTo>
                  <a:pt x="8" y="138"/>
                  <a:pt x="8" y="135"/>
                  <a:pt x="8" y="131"/>
                </a:cubicBezTo>
                <a:cubicBezTo>
                  <a:pt x="8" y="127"/>
                  <a:pt x="32" y="119"/>
                  <a:pt x="36" y="117"/>
                </a:cubicBezTo>
                <a:cubicBezTo>
                  <a:pt x="37" y="117"/>
                  <a:pt x="37" y="117"/>
                  <a:pt x="37" y="117"/>
                </a:cubicBezTo>
                <a:cubicBezTo>
                  <a:pt x="36" y="117"/>
                  <a:pt x="36" y="117"/>
                  <a:pt x="36" y="117"/>
                </a:cubicBezTo>
                <a:cubicBezTo>
                  <a:pt x="32" y="117"/>
                  <a:pt x="7" y="118"/>
                  <a:pt x="5" y="113"/>
                </a:cubicBezTo>
                <a:cubicBezTo>
                  <a:pt x="2" y="111"/>
                  <a:pt x="2" y="107"/>
                  <a:pt x="2" y="103"/>
                </a:cubicBezTo>
                <a:cubicBezTo>
                  <a:pt x="2" y="99"/>
                  <a:pt x="2" y="95"/>
                  <a:pt x="5" y="92"/>
                </a:cubicBezTo>
                <a:cubicBezTo>
                  <a:pt x="7" y="88"/>
                  <a:pt x="32" y="90"/>
                  <a:pt x="36" y="90"/>
                </a:cubicBezTo>
                <a:cubicBezTo>
                  <a:pt x="37" y="90"/>
                  <a:pt x="37" y="90"/>
                  <a:pt x="37" y="90"/>
                </a:cubicBezTo>
                <a:cubicBezTo>
                  <a:pt x="36" y="89"/>
                  <a:pt x="36" y="89"/>
                  <a:pt x="36" y="89"/>
                </a:cubicBezTo>
                <a:cubicBezTo>
                  <a:pt x="32" y="88"/>
                  <a:pt x="8" y="79"/>
                  <a:pt x="8" y="74"/>
                </a:cubicBezTo>
                <a:cubicBezTo>
                  <a:pt x="8" y="71"/>
                  <a:pt x="8" y="67"/>
                  <a:pt x="10" y="63"/>
                </a:cubicBezTo>
                <a:cubicBezTo>
                  <a:pt x="14" y="54"/>
                  <a:pt x="20" y="52"/>
                  <a:pt x="24" y="52"/>
                </a:cubicBezTo>
                <a:cubicBezTo>
                  <a:pt x="26" y="52"/>
                  <a:pt x="45" y="63"/>
                  <a:pt x="46" y="64"/>
                </a:cubicBezTo>
                <a:cubicBezTo>
                  <a:pt x="48" y="65"/>
                  <a:pt x="48" y="65"/>
                  <a:pt x="48" y="65"/>
                </a:cubicBezTo>
                <a:cubicBezTo>
                  <a:pt x="46" y="63"/>
                  <a:pt x="46" y="63"/>
                  <a:pt x="46" y="63"/>
                </a:cubicBezTo>
                <a:cubicBezTo>
                  <a:pt x="44" y="61"/>
                  <a:pt x="25" y="44"/>
                  <a:pt x="27" y="39"/>
                </a:cubicBezTo>
                <a:cubicBezTo>
                  <a:pt x="27" y="36"/>
                  <a:pt x="29" y="33"/>
                  <a:pt x="32" y="30"/>
                </a:cubicBezTo>
                <a:cubicBezTo>
                  <a:pt x="36" y="26"/>
                  <a:pt x="41" y="24"/>
                  <a:pt x="45" y="24"/>
                </a:cubicBezTo>
                <a:cubicBezTo>
                  <a:pt x="47" y="24"/>
                  <a:pt x="63" y="41"/>
                  <a:pt x="65" y="44"/>
                </a:cubicBezTo>
                <a:cubicBezTo>
                  <a:pt x="67" y="46"/>
                  <a:pt x="67" y="46"/>
                  <a:pt x="67" y="46"/>
                </a:cubicBezTo>
                <a:cubicBezTo>
                  <a:pt x="66" y="44"/>
                  <a:pt x="66" y="44"/>
                  <a:pt x="66" y="44"/>
                </a:cubicBezTo>
                <a:cubicBezTo>
                  <a:pt x="65" y="41"/>
                  <a:pt x="54" y="18"/>
                  <a:pt x="57" y="14"/>
                </a:cubicBezTo>
                <a:cubicBezTo>
                  <a:pt x="59" y="11"/>
                  <a:pt x="61" y="10"/>
                  <a:pt x="65" y="8"/>
                </a:cubicBezTo>
                <a:cubicBezTo>
                  <a:pt x="69" y="7"/>
                  <a:pt x="72" y="6"/>
                  <a:pt x="74" y="6"/>
                </a:cubicBezTo>
                <a:cubicBezTo>
                  <a:pt x="80" y="6"/>
                  <a:pt x="89" y="30"/>
                  <a:pt x="91" y="34"/>
                </a:cubicBezTo>
                <a:cubicBezTo>
                  <a:pt x="92" y="35"/>
                  <a:pt x="92" y="35"/>
                  <a:pt x="92" y="35"/>
                </a:cubicBezTo>
                <a:cubicBezTo>
                  <a:pt x="92" y="34"/>
                  <a:pt x="92" y="34"/>
                  <a:pt x="92" y="34"/>
                </a:cubicBezTo>
                <a:cubicBezTo>
                  <a:pt x="92" y="30"/>
                  <a:pt x="90" y="5"/>
                  <a:pt x="95" y="2"/>
                </a:cubicBezTo>
                <a:cubicBezTo>
                  <a:pt x="97" y="0"/>
                  <a:pt x="101" y="0"/>
                  <a:pt x="105" y="0"/>
                </a:cubicBezTo>
                <a:cubicBezTo>
                  <a:pt x="109" y="0"/>
                  <a:pt x="113" y="0"/>
                  <a:pt x="116" y="2"/>
                </a:cubicBezTo>
                <a:cubicBezTo>
                  <a:pt x="120" y="5"/>
                  <a:pt x="119" y="30"/>
                  <a:pt x="119" y="34"/>
                </a:cubicBezTo>
                <a:cubicBezTo>
                  <a:pt x="119" y="35"/>
                  <a:pt x="119" y="35"/>
                  <a:pt x="119" y="35"/>
                </a:cubicBezTo>
                <a:cubicBezTo>
                  <a:pt x="119" y="34"/>
                  <a:pt x="119" y="34"/>
                  <a:pt x="119" y="34"/>
                </a:cubicBezTo>
                <a:cubicBezTo>
                  <a:pt x="121" y="30"/>
                  <a:pt x="130" y="6"/>
                  <a:pt x="136" y="6"/>
                </a:cubicBezTo>
                <a:cubicBezTo>
                  <a:pt x="139" y="6"/>
                  <a:pt x="142" y="7"/>
                  <a:pt x="145" y="8"/>
                </a:cubicBezTo>
                <a:cubicBezTo>
                  <a:pt x="149" y="10"/>
                  <a:pt x="152" y="11"/>
                  <a:pt x="154" y="14"/>
                </a:cubicBezTo>
                <a:cubicBezTo>
                  <a:pt x="156" y="18"/>
                  <a:pt x="146" y="41"/>
                  <a:pt x="144" y="44"/>
                </a:cubicBezTo>
                <a:cubicBezTo>
                  <a:pt x="144" y="46"/>
                  <a:pt x="144" y="46"/>
                  <a:pt x="144" y="46"/>
                </a:cubicBezTo>
                <a:cubicBezTo>
                  <a:pt x="144" y="44"/>
                  <a:pt x="144" y="44"/>
                  <a:pt x="144" y="44"/>
                </a:cubicBezTo>
                <a:cubicBezTo>
                  <a:pt x="147" y="41"/>
                  <a:pt x="163" y="24"/>
                  <a:pt x="165" y="24"/>
                </a:cubicBezTo>
                <a:cubicBezTo>
                  <a:pt x="170" y="24"/>
                  <a:pt x="174" y="26"/>
                  <a:pt x="178" y="30"/>
                </a:cubicBezTo>
                <a:cubicBezTo>
                  <a:pt x="181" y="33"/>
                  <a:pt x="183" y="36"/>
                  <a:pt x="184" y="39"/>
                </a:cubicBezTo>
                <a:cubicBezTo>
                  <a:pt x="186" y="44"/>
                  <a:pt x="166" y="61"/>
                  <a:pt x="163" y="63"/>
                </a:cubicBezTo>
                <a:cubicBezTo>
                  <a:pt x="163" y="65"/>
                  <a:pt x="163" y="65"/>
                  <a:pt x="163" y="65"/>
                </a:cubicBezTo>
                <a:cubicBezTo>
                  <a:pt x="164" y="64"/>
                  <a:pt x="164" y="64"/>
                  <a:pt x="164" y="64"/>
                </a:cubicBezTo>
                <a:cubicBezTo>
                  <a:pt x="165" y="63"/>
                  <a:pt x="184" y="52"/>
                  <a:pt x="186" y="52"/>
                </a:cubicBezTo>
                <a:cubicBezTo>
                  <a:pt x="190" y="52"/>
                  <a:pt x="197" y="54"/>
                  <a:pt x="200" y="63"/>
                </a:cubicBezTo>
                <a:cubicBezTo>
                  <a:pt x="202" y="67"/>
                  <a:pt x="203" y="71"/>
                  <a:pt x="202" y="74"/>
                </a:cubicBezTo>
                <a:cubicBezTo>
                  <a:pt x="202" y="79"/>
                  <a:pt x="178" y="88"/>
                  <a:pt x="174" y="89"/>
                </a:cubicBezTo>
                <a:cubicBezTo>
                  <a:pt x="173" y="90"/>
                  <a:pt x="173" y="90"/>
                  <a:pt x="173" y="90"/>
                </a:cubicBezTo>
                <a:cubicBezTo>
                  <a:pt x="174" y="90"/>
                  <a:pt x="174" y="90"/>
                  <a:pt x="174" y="90"/>
                </a:cubicBezTo>
                <a:cubicBezTo>
                  <a:pt x="179" y="90"/>
                  <a:pt x="204" y="88"/>
                  <a:pt x="206" y="92"/>
                </a:cubicBezTo>
                <a:cubicBezTo>
                  <a:pt x="208" y="95"/>
                  <a:pt x="208" y="99"/>
                  <a:pt x="208" y="103"/>
                </a:cubicBezTo>
                <a:close/>
                <a:moveTo>
                  <a:pt x="172" y="103"/>
                </a:moveTo>
                <a:cubicBezTo>
                  <a:pt x="172" y="66"/>
                  <a:pt x="142" y="36"/>
                  <a:pt x="105" y="36"/>
                </a:cubicBezTo>
                <a:cubicBezTo>
                  <a:pt x="68" y="36"/>
                  <a:pt x="38" y="66"/>
                  <a:pt x="38" y="103"/>
                </a:cubicBezTo>
                <a:cubicBezTo>
                  <a:pt x="38" y="140"/>
                  <a:pt x="68" y="170"/>
                  <a:pt x="105" y="170"/>
                </a:cubicBezTo>
                <a:cubicBezTo>
                  <a:pt x="142" y="170"/>
                  <a:pt x="172" y="140"/>
                  <a:pt x="172" y="103"/>
                </a:cubicBezTo>
                <a:close/>
                <a:moveTo>
                  <a:pt x="156" y="103"/>
                </a:moveTo>
                <a:cubicBezTo>
                  <a:pt x="156" y="74"/>
                  <a:pt x="134" y="51"/>
                  <a:pt x="105" y="51"/>
                </a:cubicBezTo>
                <a:cubicBezTo>
                  <a:pt x="77" y="51"/>
                  <a:pt x="53" y="74"/>
                  <a:pt x="53" y="103"/>
                </a:cubicBezTo>
                <a:cubicBezTo>
                  <a:pt x="53" y="131"/>
                  <a:pt x="77" y="154"/>
                  <a:pt x="105" y="154"/>
                </a:cubicBezTo>
                <a:cubicBezTo>
                  <a:pt x="134" y="154"/>
                  <a:pt x="156" y="131"/>
                  <a:pt x="156" y="10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56" name="Freeform 58"/>
          <p:cNvSpPr>
            <a:spLocks noEditPoints="1"/>
          </p:cNvSpPr>
          <p:nvPr/>
        </p:nvSpPr>
        <p:spPr bwMode="auto">
          <a:xfrm>
            <a:off x="4609715" y="3616118"/>
            <a:ext cx="512100" cy="245108"/>
          </a:xfrm>
          <a:custGeom>
            <a:avLst/>
            <a:gdLst>
              <a:gd name="T0" fmla="*/ 234 w 234"/>
              <a:gd name="T1" fmla="*/ 0 h 112"/>
              <a:gd name="T2" fmla="*/ 234 w 234"/>
              <a:gd name="T3" fmla="*/ 112 h 112"/>
              <a:gd name="T4" fmla="*/ 0 w 234"/>
              <a:gd name="T5" fmla="*/ 112 h 112"/>
              <a:gd name="T6" fmla="*/ 0 w 234"/>
              <a:gd name="T7" fmla="*/ 0 h 112"/>
              <a:gd name="T8" fmla="*/ 234 w 234"/>
              <a:gd name="T9" fmla="*/ 0 h 112"/>
              <a:gd name="T10" fmla="*/ 70 w 234"/>
              <a:gd name="T11" fmla="*/ 20 h 112"/>
              <a:gd name="T12" fmla="*/ 36 w 234"/>
              <a:gd name="T13" fmla="*/ 20 h 112"/>
              <a:gd name="T14" fmla="*/ 36 w 234"/>
              <a:gd name="T15" fmla="*/ 32 h 112"/>
              <a:gd name="T16" fmla="*/ 70 w 234"/>
              <a:gd name="T17" fmla="*/ 32 h 112"/>
              <a:gd name="T18" fmla="*/ 70 w 234"/>
              <a:gd name="T19" fmla="*/ 20 h 112"/>
              <a:gd name="T20" fmla="*/ 70 w 234"/>
              <a:gd name="T21" fmla="*/ 51 h 112"/>
              <a:gd name="T22" fmla="*/ 36 w 234"/>
              <a:gd name="T23" fmla="*/ 51 h 112"/>
              <a:gd name="T24" fmla="*/ 36 w 234"/>
              <a:gd name="T25" fmla="*/ 63 h 112"/>
              <a:gd name="T26" fmla="*/ 70 w 234"/>
              <a:gd name="T27" fmla="*/ 63 h 112"/>
              <a:gd name="T28" fmla="*/ 70 w 234"/>
              <a:gd name="T29" fmla="*/ 51 h 112"/>
              <a:gd name="T30" fmla="*/ 70 w 234"/>
              <a:gd name="T31" fmla="*/ 82 h 112"/>
              <a:gd name="T32" fmla="*/ 36 w 234"/>
              <a:gd name="T33" fmla="*/ 82 h 112"/>
              <a:gd name="T34" fmla="*/ 36 w 234"/>
              <a:gd name="T35" fmla="*/ 94 h 112"/>
              <a:gd name="T36" fmla="*/ 70 w 234"/>
              <a:gd name="T37" fmla="*/ 94 h 112"/>
              <a:gd name="T38" fmla="*/ 70 w 234"/>
              <a:gd name="T39" fmla="*/ 82 h 112"/>
              <a:gd name="T40" fmla="*/ 198 w 234"/>
              <a:gd name="T41" fmla="*/ 20 h 112"/>
              <a:gd name="T42" fmla="*/ 164 w 234"/>
              <a:gd name="T43" fmla="*/ 20 h 112"/>
              <a:gd name="T44" fmla="*/ 164 w 234"/>
              <a:gd name="T45" fmla="*/ 32 h 112"/>
              <a:gd name="T46" fmla="*/ 198 w 234"/>
              <a:gd name="T47" fmla="*/ 32 h 112"/>
              <a:gd name="T48" fmla="*/ 198 w 234"/>
              <a:gd name="T49" fmla="*/ 20 h 112"/>
              <a:gd name="T50" fmla="*/ 198 w 234"/>
              <a:gd name="T51" fmla="*/ 51 h 112"/>
              <a:gd name="T52" fmla="*/ 164 w 234"/>
              <a:gd name="T53" fmla="*/ 51 h 112"/>
              <a:gd name="T54" fmla="*/ 164 w 234"/>
              <a:gd name="T55" fmla="*/ 63 h 112"/>
              <a:gd name="T56" fmla="*/ 198 w 234"/>
              <a:gd name="T57" fmla="*/ 63 h 112"/>
              <a:gd name="T58" fmla="*/ 198 w 234"/>
              <a:gd name="T59" fmla="*/ 51 h 112"/>
              <a:gd name="T60" fmla="*/ 198 w 234"/>
              <a:gd name="T61" fmla="*/ 82 h 112"/>
              <a:gd name="T62" fmla="*/ 164 w 234"/>
              <a:gd name="T63" fmla="*/ 82 h 112"/>
              <a:gd name="T64" fmla="*/ 164 w 234"/>
              <a:gd name="T65" fmla="*/ 94 h 112"/>
              <a:gd name="T66" fmla="*/ 198 w 234"/>
              <a:gd name="T67" fmla="*/ 94 h 112"/>
              <a:gd name="T68" fmla="*/ 198 w 234"/>
              <a:gd name="T69" fmla="*/ 82 h 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234" h="112">
                <a:moveTo>
                  <a:pt x="234" y="0"/>
                </a:moveTo>
                <a:lnTo>
                  <a:pt x="234" y="112"/>
                </a:lnTo>
                <a:lnTo>
                  <a:pt x="0" y="112"/>
                </a:lnTo>
                <a:lnTo>
                  <a:pt x="0" y="0"/>
                </a:lnTo>
                <a:lnTo>
                  <a:pt x="234" y="0"/>
                </a:lnTo>
                <a:close/>
                <a:moveTo>
                  <a:pt x="70" y="20"/>
                </a:moveTo>
                <a:lnTo>
                  <a:pt x="36" y="20"/>
                </a:lnTo>
                <a:lnTo>
                  <a:pt x="36" y="32"/>
                </a:lnTo>
                <a:lnTo>
                  <a:pt x="70" y="32"/>
                </a:lnTo>
                <a:lnTo>
                  <a:pt x="70" y="20"/>
                </a:lnTo>
                <a:close/>
                <a:moveTo>
                  <a:pt x="70" y="51"/>
                </a:moveTo>
                <a:lnTo>
                  <a:pt x="36" y="51"/>
                </a:lnTo>
                <a:lnTo>
                  <a:pt x="36" y="63"/>
                </a:lnTo>
                <a:lnTo>
                  <a:pt x="70" y="63"/>
                </a:lnTo>
                <a:lnTo>
                  <a:pt x="70" y="51"/>
                </a:lnTo>
                <a:close/>
                <a:moveTo>
                  <a:pt x="70" y="82"/>
                </a:moveTo>
                <a:lnTo>
                  <a:pt x="36" y="82"/>
                </a:lnTo>
                <a:lnTo>
                  <a:pt x="36" y="94"/>
                </a:lnTo>
                <a:lnTo>
                  <a:pt x="70" y="94"/>
                </a:lnTo>
                <a:lnTo>
                  <a:pt x="70" y="82"/>
                </a:lnTo>
                <a:close/>
                <a:moveTo>
                  <a:pt x="198" y="20"/>
                </a:moveTo>
                <a:lnTo>
                  <a:pt x="164" y="20"/>
                </a:lnTo>
                <a:lnTo>
                  <a:pt x="164" y="32"/>
                </a:lnTo>
                <a:lnTo>
                  <a:pt x="198" y="32"/>
                </a:lnTo>
                <a:lnTo>
                  <a:pt x="198" y="20"/>
                </a:lnTo>
                <a:close/>
                <a:moveTo>
                  <a:pt x="198" y="51"/>
                </a:moveTo>
                <a:lnTo>
                  <a:pt x="164" y="51"/>
                </a:lnTo>
                <a:lnTo>
                  <a:pt x="164" y="63"/>
                </a:lnTo>
                <a:lnTo>
                  <a:pt x="198" y="63"/>
                </a:lnTo>
                <a:lnTo>
                  <a:pt x="198" y="51"/>
                </a:lnTo>
                <a:close/>
                <a:moveTo>
                  <a:pt x="198" y="82"/>
                </a:moveTo>
                <a:lnTo>
                  <a:pt x="164" y="82"/>
                </a:lnTo>
                <a:lnTo>
                  <a:pt x="164" y="94"/>
                </a:lnTo>
                <a:lnTo>
                  <a:pt x="198" y="94"/>
                </a:lnTo>
                <a:lnTo>
                  <a:pt x="198" y="8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57" name="Freeform 59"/>
          <p:cNvSpPr>
            <a:spLocks/>
          </p:cNvSpPr>
          <p:nvPr/>
        </p:nvSpPr>
        <p:spPr bwMode="auto">
          <a:xfrm>
            <a:off x="5353791" y="3618305"/>
            <a:ext cx="249484" cy="242920"/>
          </a:xfrm>
          <a:custGeom>
            <a:avLst/>
            <a:gdLst>
              <a:gd name="T0" fmla="*/ 114 w 114"/>
              <a:gd name="T1" fmla="*/ 39 h 111"/>
              <a:gd name="T2" fmla="*/ 114 w 114"/>
              <a:gd name="T3" fmla="*/ 69 h 111"/>
              <a:gd name="T4" fmla="*/ 73 w 114"/>
              <a:gd name="T5" fmla="*/ 69 h 111"/>
              <a:gd name="T6" fmla="*/ 73 w 114"/>
              <a:gd name="T7" fmla="*/ 111 h 111"/>
              <a:gd name="T8" fmla="*/ 41 w 114"/>
              <a:gd name="T9" fmla="*/ 111 h 111"/>
              <a:gd name="T10" fmla="*/ 41 w 114"/>
              <a:gd name="T11" fmla="*/ 69 h 111"/>
              <a:gd name="T12" fmla="*/ 0 w 114"/>
              <a:gd name="T13" fmla="*/ 69 h 111"/>
              <a:gd name="T14" fmla="*/ 0 w 114"/>
              <a:gd name="T15" fmla="*/ 39 h 111"/>
              <a:gd name="T16" fmla="*/ 41 w 114"/>
              <a:gd name="T17" fmla="*/ 39 h 111"/>
              <a:gd name="T18" fmla="*/ 41 w 114"/>
              <a:gd name="T19" fmla="*/ 0 h 111"/>
              <a:gd name="T20" fmla="*/ 73 w 114"/>
              <a:gd name="T21" fmla="*/ 0 h 111"/>
              <a:gd name="T22" fmla="*/ 73 w 114"/>
              <a:gd name="T23" fmla="*/ 39 h 111"/>
              <a:gd name="T24" fmla="*/ 114 w 114"/>
              <a:gd name="T25" fmla="*/ 39 h 1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14" h="111">
                <a:moveTo>
                  <a:pt x="114" y="39"/>
                </a:moveTo>
                <a:lnTo>
                  <a:pt x="114" y="69"/>
                </a:lnTo>
                <a:lnTo>
                  <a:pt x="73" y="69"/>
                </a:lnTo>
                <a:lnTo>
                  <a:pt x="73" y="111"/>
                </a:lnTo>
                <a:lnTo>
                  <a:pt x="41" y="111"/>
                </a:lnTo>
                <a:lnTo>
                  <a:pt x="41" y="69"/>
                </a:lnTo>
                <a:lnTo>
                  <a:pt x="0" y="69"/>
                </a:lnTo>
                <a:lnTo>
                  <a:pt x="0" y="39"/>
                </a:lnTo>
                <a:lnTo>
                  <a:pt x="41" y="39"/>
                </a:lnTo>
                <a:lnTo>
                  <a:pt x="41" y="0"/>
                </a:lnTo>
                <a:lnTo>
                  <a:pt x="73" y="0"/>
                </a:lnTo>
                <a:lnTo>
                  <a:pt x="73" y="39"/>
                </a:lnTo>
                <a:lnTo>
                  <a:pt x="114" y="3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58" name="Freeform 60"/>
          <p:cNvSpPr>
            <a:spLocks noEditPoints="1"/>
          </p:cNvSpPr>
          <p:nvPr/>
        </p:nvSpPr>
        <p:spPr bwMode="auto">
          <a:xfrm>
            <a:off x="5826499" y="3519825"/>
            <a:ext cx="277936" cy="341400"/>
          </a:xfrm>
          <a:custGeom>
            <a:avLst/>
            <a:gdLst>
              <a:gd name="T0" fmla="*/ 245 w 245"/>
              <a:gd name="T1" fmla="*/ 35 h 302"/>
              <a:gd name="T2" fmla="*/ 245 w 245"/>
              <a:gd name="T3" fmla="*/ 267 h 302"/>
              <a:gd name="T4" fmla="*/ 211 w 245"/>
              <a:gd name="T5" fmla="*/ 302 h 302"/>
              <a:gd name="T6" fmla="*/ 34 w 245"/>
              <a:gd name="T7" fmla="*/ 302 h 302"/>
              <a:gd name="T8" fmla="*/ 0 w 245"/>
              <a:gd name="T9" fmla="*/ 267 h 302"/>
              <a:gd name="T10" fmla="*/ 0 w 245"/>
              <a:gd name="T11" fmla="*/ 35 h 302"/>
              <a:gd name="T12" fmla="*/ 34 w 245"/>
              <a:gd name="T13" fmla="*/ 0 h 302"/>
              <a:gd name="T14" fmla="*/ 211 w 245"/>
              <a:gd name="T15" fmla="*/ 0 h 302"/>
              <a:gd name="T16" fmla="*/ 245 w 245"/>
              <a:gd name="T17" fmla="*/ 35 h 302"/>
              <a:gd name="T18" fmla="*/ 203 w 245"/>
              <a:gd name="T19" fmla="*/ 42 h 302"/>
              <a:gd name="T20" fmla="*/ 41 w 245"/>
              <a:gd name="T21" fmla="*/ 42 h 302"/>
              <a:gd name="T22" fmla="*/ 41 w 245"/>
              <a:gd name="T23" fmla="*/ 248 h 302"/>
              <a:gd name="T24" fmla="*/ 203 w 245"/>
              <a:gd name="T25" fmla="*/ 248 h 302"/>
              <a:gd name="T26" fmla="*/ 203 w 245"/>
              <a:gd name="T27" fmla="*/ 42 h 302"/>
              <a:gd name="T28" fmla="*/ 139 w 245"/>
              <a:gd name="T29" fmla="*/ 274 h 302"/>
              <a:gd name="T30" fmla="*/ 122 w 245"/>
              <a:gd name="T31" fmla="*/ 258 h 302"/>
              <a:gd name="T32" fmla="*/ 106 w 245"/>
              <a:gd name="T33" fmla="*/ 274 h 302"/>
              <a:gd name="T34" fmla="*/ 122 w 245"/>
              <a:gd name="T35" fmla="*/ 291 h 302"/>
              <a:gd name="T36" fmla="*/ 139 w 245"/>
              <a:gd name="T37" fmla="*/ 274 h 3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245" h="302">
                <a:moveTo>
                  <a:pt x="245" y="35"/>
                </a:moveTo>
                <a:cubicBezTo>
                  <a:pt x="245" y="267"/>
                  <a:pt x="245" y="267"/>
                  <a:pt x="245" y="267"/>
                </a:cubicBezTo>
                <a:cubicBezTo>
                  <a:pt x="245" y="286"/>
                  <a:pt x="230" y="302"/>
                  <a:pt x="211" y="302"/>
                </a:cubicBezTo>
                <a:cubicBezTo>
                  <a:pt x="34" y="302"/>
                  <a:pt x="34" y="302"/>
                  <a:pt x="34" y="302"/>
                </a:cubicBezTo>
                <a:cubicBezTo>
                  <a:pt x="15" y="302"/>
                  <a:pt x="0" y="286"/>
                  <a:pt x="0" y="267"/>
                </a:cubicBezTo>
                <a:cubicBezTo>
                  <a:pt x="0" y="35"/>
                  <a:pt x="0" y="35"/>
                  <a:pt x="0" y="35"/>
                </a:cubicBezTo>
                <a:cubicBezTo>
                  <a:pt x="0" y="16"/>
                  <a:pt x="15" y="0"/>
                  <a:pt x="34" y="0"/>
                </a:cubicBezTo>
                <a:cubicBezTo>
                  <a:pt x="211" y="0"/>
                  <a:pt x="211" y="0"/>
                  <a:pt x="211" y="0"/>
                </a:cubicBezTo>
                <a:cubicBezTo>
                  <a:pt x="230" y="0"/>
                  <a:pt x="245" y="16"/>
                  <a:pt x="245" y="35"/>
                </a:cubicBezTo>
                <a:close/>
                <a:moveTo>
                  <a:pt x="203" y="42"/>
                </a:moveTo>
                <a:cubicBezTo>
                  <a:pt x="41" y="42"/>
                  <a:pt x="41" y="42"/>
                  <a:pt x="41" y="42"/>
                </a:cubicBezTo>
                <a:cubicBezTo>
                  <a:pt x="41" y="248"/>
                  <a:pt x="41" y="248"/>
                  <a:pt x="41" y="248"/>
                </a:cubicBezTo>
                <a:cubicBezTo>
                  <a:pt x="203" y="248"/>
                  <a:pt x="203" y="248"/>
                  <a:pt x="203" y="248"/>
                </a:cubicBezTo>
                <a:lnTo>
                  <a:pt x="203" y="42"/>
                </a:lnTo>
                <a:close/>
                <a:moveTo>
                  <a:pt x="139" y="274"/>
                </a:moveTo>
                <a:cubicBezTo>
                  <a:pt x="139" y="265"/>
                  <a:pt x="132" y="258"/>
                  <a:pt x="122" y="258"/>
                </a:cubicBezTo>
                <a:cubicBezTo>
                  <a:pt x="113" y="258"/>
                  <a:pt x="106" y="265"/>
                  <a:pt x="106" y="274"/>
                </a:cubicBezTo>
                <a:cubicBezTo>
                  <a:pt x="106" y="283"/>
                  <a:pt x="113" y="291"/>
                  <a:pt x="122" y="291"/>
                </a:cubicBezTo>
                <a:cubicBezTo>
                  <a:pt x="132" y="291"/>
                  <a:pt x="139" y="283"/>
                  <a:pt x="139" y="27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59" name="Freeform 61"/>
          <p:cNvSpPr>
            <a:spLocks noEditPoints="1"/>
          </p:cNvSpPr>
          <p:nvPr/>
        </p:nvSpPr>
        <p:spPr bwMode="auto">
          <a:xfrm>
            <a:off x="6347354" y="3563595"/>
            <a:ext cx="337023" cy="297631"/>
          </a:xfrm>
          <a:custGeom>
            <a:avLst/>
            <a:gdLst>
              <a:gd name="T0" fmla="*/ 179 w 298"/>
              <a:gd name="T1" fmla="*/ 48 h 262"/>
              <a:gd name="T2" fmla="*/ 179 w 298"/>
              <a:gd name="T3" fmla="*/ 33 h 262"/>
              <a:gd name="T4" fmla="*/ 35 w 298"/>
              <a:gd name="T5" fmla="*/ 33 h 262"/>
              <a:gd name="T6" fmla="*/ 35 w 298"/>
              <a:gd name="T7" fmla="*/ 149 h 262"/>
              <a:gd name="T8" fmla="*/ 55 w 298"/>
              <a:gd name="T9" fmla="*/ 149 h 262"/>
              <a:gd name="T10" fmla="*/ 55 w 298"/>
              <a:gd name="T11" fmla="*/ 181 h 262"/>
              <a:gd name="T12" fmla="*/ 23 w 298"/>
              <a:gd name="T13" fmla="*/ 181 h 262"/>
              <a:gd name="T14" fmla="*/ 0 w 298"/>
              <a:gd name="T15" fmla="*/ 159 h 262"/>
              <a:gd name="T16" fmla="*/ 0 w 298"/>
              <a:gd name="T17" fmla="*/ 23 h 262"/>
              <a:gd name="T18" fmla="*/ 23 w 298"/>
              <a:gd name="T19" fmla="*/ 0 h 262"/>
              <a:gd name="T20" fmla="*/ 191 w 298"/>
              <a:gd name="T21" fmla="*/ 0 h 262"/>
              <a:gd name="T22" fmla="*/ 214 w 298"/>
              <a:gd name="T23" fmla="*/ 23 h 262"/>
              <a:gd name="T24" fmla="*/ 214 w 298"/>
              <a:gd name="T25" fmla="*/ 48 h 262"/>
              <a:gd name="T26" fmla="*/ 179 w 298"/>
              <a:gd name="T27" fmla="*/ 48 h 262"/>
              <a:gd name="T28" fmla="*/ 276 w 298"/>
              <a:gd name="T29" fmla="*/ 78 h 262"/>
              <a:gd name="T30" fmla="*/ 298 w 298"/>
              <a:gd name="T31" fmla="*/ 100 h 262"/>
              <a:gd name="T32" fmla="*/ 298 w 298"/>
              <a:gd name="T33" fmla="*/ 239 h 262"/>
              <a:gd name="T34" fmla="*/ 276 w 298"/>
              <a:gd name="T35" fmla="*/ 262 h 262"/>
              <a:gd name="T36" fmla="*/ 108 w 298"/>
              <a:gd name="T37" fmla="*/ 262 h 262"/>
              <a:gd name="T38" fmla="*/ 85 w 298"/>
              <a:gd name="T39" fmla="*/ 239 h 262"/>
              <a:gd name="T40" fmla="*/ 85 w 298"/>
              <a:gd name="T41" fmla="*/ 100 h 262"/>
              <a:gd name="T42" fmla="*/ 108 w 298"/>
              <a:gd name="T43" fmla="*/ 78 h 262"/>
              <a:gd name="T44" fmla="*/ 276 w 298"/>
              <a:gd name="T45" fmla="*/ 78 h 262"/>
              <a:gd name="T46" fmla="*/ 120 w 298"/>
              <a:gd name="T47" fmla="*/ 110 h 262"/>
              <a:gd name="T48" fmla="*/ 120 w 298"/>
              <a:gd name="T49" fmla="*/ 230 h 262"/>
              <a:gd name="T50" fmla="*/ 264 w 298"/>
              <a:gd name="T51" fmla="*/ 230 h 262"/>
              <a:gd name="T52" fmla="*/ 264 w 298"/>
              <a:gd name="T53" fmla="*/ 110 h 262"/>
              <a:gd name="T54" fmla="*/ 120 w 298"/>
              <a:gd name="T55" fmla="*/ 110 h 2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298" h="262">
                <a:moveTo>
                  <a:pt x="179" y="48"/>
                </a:moveTo>
                <a:cubicBezTo>
                  <a:pt x="179" y="33"/>
                  <a:pt x="179" y="33"/>
                  <a:pt x="179" y="33"/>
                </a:cubicBezTo>
                <a:cubicBezTo>
                  <a:pt x="35" y="33"/>
                  <a:pt x="35" y="33"/>
                  <a:pt x="35" y="33"/>
                </a:cubicBezTo>
                <a:cubicBezTo>
                  <a:pt x="35" y="149"/>
                  <a:pt x="35" y="149"/>
                  <a:pt x="35" y="149"/>
                </a:cubicBezTo>
                <a:cubicBezTo>
                  <a:pt x="55" y="149"/>
                  <a:pt x="55" y="149"/>
                  <a:pt x="55" y="149"/>
                </a:cubicBezTo>
                <a:cubicBezTo>
                  <a:pt x="55" y="181"/>
                  <a:pt x="55" y="181"/>
                  <a:pt x="55" y="181"/>
                </a:cubicBezTo>
                <a:cubicBezTo>
                  <a:pt x="23" y="181"/>
                  <a:pt x="23" y="181"/>
                  <a:pt x="23" y="181"/>
                </a:cubicBezTo>
                <a:cubicBezTo>
                  <a:pt x="11" y="181"/>
                  <a:pt x="0" y="171"/>
                  <a:pt x="0" y="159"/>
                </a:cubicBezTo>
                <a:cubicBezTo>
                  <a:pt x="0" y="23"/>
                  <a:pt x="0" y="23"/>
                  <a:pt x="0" y="23"/>
                </a:cubicBezTo>
                <a:cubicBezTo>
                  <a:pt x="0" y="10"/>
                  <a:pt x="11" y="0"/>
                  <a:pt x="23" y="0"/>
                </a:cubicBezTo>
                <a:cubicBezTo>
                  <a:pt x="191" y="0"/>
                  <a:pt x="191" y="0"/>
                  <a:pt x="191" y="0"/>
                </a:cubicBezTo>
                <a:cubicBezTo>
                  <a:pt x="204" y="0"/>
                  <a:pt x="214" y="10"/>
                  <a:pt x="214" y="23"/>
                </a:cubicBezTo>
                <a:cubicBezTo>
                  <a:pt x="214" y="48"/>
                  <a:pt x="214" y="48"/>
                  <a:pt x="214" y="48"/>
                </a:cubicBezTo>
                <a:lnTo>
                  <a:pt x="179" y="48"/>
                </a:lnTo>
                <a:close/>
                <a:moveTo>
                  <a:pt x="276" y="78"/>
                </a:moveTo>
                <a:cubicBezTo>
                  <a:pt x="288" y="78"/>
                  <a:pt x="298" y="88"/>
                  <a:pt x="298" y="100"/>
                </a:cubicBezTo>
                <a:cubicBezTo>
                  <a:pt x="298" y="239"/>
                  <a:pt x="298" y="239"/>
                  <a:pt x="298" y="239"/>
                </a:cubicBezTo>
                <a:cubicBezTo>
                  <a:pt x="298" y="252"/>
                  <a:pt x="288" y="262"/>
                  <a:pt x="276" y="262"/>
                </a:cubicBezTo>
                <a:cubicBezTo>
                  <a:pt x="108" y="262"/>
                  <a:pt x="108" y="262"/>
                  <a:pt x="108" y="262"/>
                </a:cubicBezTo>
                <a:cubicBezTo>
                  <a:pt x="95" y="262"/>
                  <a:pt x="85" y="252"/>
                  <a:pt x="85" y="239"/>
                </a:cubicBezTo>
                <a:cubicBezTo>
                  <a:pt x="85" y="100"/>
                  <a:pt x="85" y="100"/>
                  <a:pt x="85" y="100"/>
                </a:cubicBezTo>
                <a:cubicBezTo>
                  <a:pt x="85" y="88"/>
                  <a:pt x="95" y="78"/>
                  <a:pt x="108" y="78"/>
                </a:cubicBezTo>
                <a:lnTo>
                  <a:pt x="276" y="78"/>
                </a:lnTo>
                <a:close/>
                <a:moveTo>
                  <a:pt x="120" y="110"/>
                </a:moveTo>
                <a:cubicBezTo>
                  <a:pt x="120" y="230"/>
                  <a:pt x="120" y="230"/>
                  <a:pt x="120" y="230"/>
                </a:cubicBezTo>
                <a:cubicBezTo>
                  <a:pt x="264" y="230"/>
                  <a:pt x="264" y="230"/>
                  <a:pt x="264" y="230"/>
                </a:cubicBezTo>
                <a:cubicBezTo>
                  <a:pt x="264" y="110"/>
                  <a:pt x="264" y="110"/>
                  <a:pt x="264" y="110"/>
                </a:cubicBezTo>
                <a:lnTo>
                  <a:pt x="120" y="11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60" name="Freeform 62"/>
          <p:cNvSpPr>
            <a:spLocks noEditPoints="1"/>
          </p:cNvSpPr>
          <p:nvPr/>
        </p:nvSpPr>
        <p:spPr bwMode="auto">
          <a:xfrm>
            <a:off x="6907599" y="3605175"/>
            <a:ext cx="380792" cy="264804"/>
          </a:xfrm>
          <a:custGeom>
            <a:avLst/>
            <a:gdLst>
              <a:gd name="T0" fmla="*/ 336 w 336"/>
              <a:gd name="T1" fmla="*/ 117 h 234"/>
              <a:gd name="T2" fmla="*/ 168 w 336"/>
              <a:gd name="T3" fmla="*/ 234 h 234"/>
              <a:gd name="T4" fmla="*/ 0 w 336"/>
              <a:gd name="T5" fmla="*/ 117 h 234"/>
              <a:gd name="T6" fmla="*/ 168 w 336"/>
              <a:gd name="T7" fmla="*/ 0 h 234"/>
              <a:gd name="T8" fmla="*/ 336 w 336"/>
              <a:gd name="T9" fmla="*/ 117 h 234"/>
              <a:gd name="T10" fmla="*/ 250 w 336"/>
              <a:gd name="T11" fmla="*/ 117 h 234"/>
              <a:gd name="T12" fmla="*/ 168 w 336"/>
              <a:gd name="T13" fmla="*/ 35 h 234"/>
              <a:gd name="T14" fmla="*/ 85 w 336"/>
              <a:gd name="T15" fmla="*/ 117 h 234"/>
              <a:gd name="T16" fmla="*/ 168 w 336"/>
              <a:gd name="T17" fmla="*/ 200 h 234"/>
              <a:gd name="T18" fmla="*/ 250 w 336"/>
              <a:gd name="T19" fmla="*/ 117 h 234"/>
              <a:gd name="T20" fmla="*/ 168 w 336"/>
              <a:gd name="T21" fmla="*/ 80 h 234"/>
              <a:gd name="T22" fmla="*/ 131 w 336"/>
              <a:gd name="T23" fmla="*/ 117 h 234"/>
              <a:gd name="T24" fmla="*/ 168 w 336"/>
              <a:gd name="T25" fmla="*/ 154 h 234"/>
              <a:gd name="T26" fmla="*/ 205 w 336"/>
              <a:gd name="T27" fmla="*/ 117 h 234"/>
              <a:gd name="T28" fmla="*/ 168 w 336"/>
              <a:gd name="T29" fmla="*/ 80 h 2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336" h="234">
                <a:moveTo>
                  <a:pt x="336" y="117"/>
                </a:moveTo>
                <a:cubicBezTo>
                  <a:pt x="336" y="117"/>
                  <a:pt x="268" y="234"/>
                  <a:pt x="168" y="234"/>
                </a:cubicBezTo>
                <a:cubicBezTo>
                  <a:pt x="67" y="234"/>
                  <a:pt x="0" y="117"/>
                  <a:pt x="0" y="117"/>
                </a:cubicBezTo>
                <a:cubicBezTo>
                  <a:pt x="0" y="117"/>
                  <a:pt x="67" y="0"/>
                  <a:pt x="168" y="0"/>
                </a:cubicBezTo>
                <a:cubicBezTo>
                  <a:pt x="268" y="0"/>
                  <a:pt x="336" y="117"/>
                  <a:pt x="336" y="117"/>
                </a:cubicBezTo>
                <a:close/>
                <a:moveTo>
                  <a:pt x="250" y="117"/>
                </a:moveTo>
                <a:cubicBezTo>
                  <a:pt x="250" y="72"/>
                  <a:pt x="213" y="35"/>
                  <a:pt x="168" y="35"/>
                </a:cubicBezTo>
                <a:cubicBezTo>
                  <a:pt x="122" y="35"/>
                  <a:pt x="85" y="72"/>
                  <a:pt x="85" y="117"/>
                </a:cubicBezTo>
                <a:cubicBezTo>
                  <a:pt x="85" y="163"/>
                  <a:pt x="122" y="200"/>
                  <a:pt x="168" y="200"/>
                </a:cubicBezTo>
                <a:cubicBezTo>
                  <a:pt x="213" y="200"/>
                  <a:pt x="250" y="163"/>
                  <a:pt x="250" y="117"/>
                </a:cubicBezTo>
                <a:close/>
                <a:moveTo>
                  <a:pt x="168" y="80"/>
                </a:moveTo>
                <a:cubicBezTo>
                  <a:pt x="147" y="80"/>
                  <a:pt x="131" y="97"/>
                  <a:pt x="131" y="117"/>
                </a:cubicBezTo>
                <a:cubicBezTo>
                  <a:pt x="131" y="138"/>
                  <a:pt x="147" y="154"/>
                  <a:pt x="168" y="154"/>
                </a:cubicBezTo>
                <a:cubicBezTo>
                  <a:pt x="187" y="154"/>
                  <a:pt x="205" y="138"/>
                  <a:pt x="205" y="117"/>
                </a:cubicBezTo>
                <a:cubicBezTo>
                  <a:pt x="205" y="97"/>
                  <a:pt x="187" y="80"/>
                  <a:pt x="168" y="8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61" name="Freeform 63"/>
          <p:cNvSpPr>
            <a:spLocks/>
          </p:cNvSpPr>
          <p:nvPr/>
        </p:nvSpPr>
        <p:spPr bwMode="auto">
          <a:xfrm>
            <a:off x="7345291" y="3552652"/>
            <a:ext cx="249484" cy="315139"/>
          </a:xfrm>
          <a:custGeom>
            <a:avLst/>
            <a:gdLst>
              <a:gd name="T0" fmla="*/ 220 w 220"/>
              <a:gd name="T1" fmla="*/ 169 h 279"/>
              <a:gd name="T2" fmla="*/ 188 w 220"/>
              <a:gd name="T3" fmla="*/ 247 h 279"/>
              <a:gd name="T4" fmla="*/ 110 w 220"/>
              <a:gd name="T5" fmla="*/ 279 h 279"/>
              <a:gd name="T6" fmla="*/ 33 w 220"/>
              <a:gd name="T7" fmla="*/ 247 h 279"/>
              <a:gd name="T8" fmla="*/ 0 w 220"/>
              <a:gd name="T9" fmla="*/ 169 h 279"/>
              <a:gd name="T10" fmla="*/ 33 w 220"/>
              <a:gd name="T11" fmla="*/ 91 h 279"/>
              <a:gd name="T12" fmla="*/ 109 w 220"/>
              <a:gd name="T13" fmla="*/ 60 h 279"/>
              <a:gd name="T14" fmla="*/ 96 w 220"/>
              <a:gd name="T15" fmla="*/ 0 h 279"/>
              <a:gd name="T16" fmla="*/ 209 w 220"/>
              <a:gd name="T17" fmla="*/ 79 h 279"/>
              <a:gd name="T18" fmla="*/ 100 w 220"/>
              <a:gd name="T19" fmla="*/ 162 h 279"/>
              <a:gd name="T20" fmla="*/ 110 w 220"/>
              <a:gd name="T21" fmla="*/ 98 h 279"/>
              <a:gd name="T22" fmla="*/ 39 w 220"/>
              <a:gd name="T23" fmla="*/ 169 h 279"/>
              <a:gd name="T24" fmla="*/ 110 w 220"/>
              <a:gd name="T25" fmla="*/ 240 h 279"/>
              <a:gd name="T26" fmla="*/ 181 w 220"/>
              <a:gd name="T27" fmla="*/ 169 h 279"/>
              <a:gd name="T28" fmla="*/ 220 w 220"/>
              <a:gd name="T29" fmla="*/ 169 h 2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220" h="279">
                <a:moveTo>
                  <a:pt x="220" y="169"/>
                </a:moveTo>
                <a:cubicBezTo>
                  <a:pt x="220" y="198"/>
                  <a:pt x="209" y="226"/>
                  <a:pt x="188" y="247"/>
                </a:cubicBezTo>
                <a:cubicBezTo>
                  <a:pt x="167" y="268"/>
                  <a:pt x="140" y="279"/>
                  <a:pt x="110" y="279"/>
                </a:cubicBezTo>
                <a:cubicBezTo>
                  <a:pt x="81" y="279"/>
                  <a:pt x="53" y="268"/>
                  <a:pt x="33" y="247"/>
                </a:cubicBezTo>
                <a:cubicBezTo>
                  <a:pt x="12" y="226"/>
                  <a:pt x="0" y="198"/>
                  <a:pt x="0" y="169"/>
                </a:cubicBezTo>
                <a:cubicBezTo>
                  <a:pt x="0" y="140"/>
                  <a:pt x="12" y="113"/>
                  <a:pt x="33" y="91"/>
                </a:cubicBezTo>
                <a:cubicBezTo>
                  <a:pt x="53" y="71"/>
                  <a:pt x="81" y="60"/>
                  <a:pt x="109" y="60"/>
                </a:cubicBezTo>
                <a:cubicBezTo>
                  <a:pt x="96" y="0"/>
                  <a:pt x="96" y="0"/>
                  <a:pt x="96" y="0"/>
                </a:cubicBezTo>
                <a:cubicBezTo>
                  <a:pt x="209" y="79"/>
                  <a:pt x="209" y="79"/>
                  <a:pt x="209" y="79"/>
                </a:cubicBezTo>
                <a:cubicBezTo>
                  <a:pt x="100" y="162"/>
                  <a:pt x="100" y="162"/>
                  <a:pt x="100" y="162"/>
                </a:cubicBezTo>
                <a:cubicBezTo>
                  <a:pt x="110" y="98"/>
                  <a:pt x="110" y="98"/>
                  <a:pt x="110" y="98"/>
                </a:cubicBezTo>
                <a:cubicBezTo>
                  <a:pt x="71" y="99"/>
                  <a:pt x="39" y="130"/>
                  <a:pt x="39" y="169"/>
                </a:cubicBezTo>
                <a:cubicBezTo>
                  <a:pt x="39" y="208"/>
                  <a:pt x="71" y="240"/>
                  <a:pt x="110" y="240"/>
                </a:cubicBezTo>
                <a:cubicBezTo>
                  <a:pt x="150" y="240"/>
                  <a:pt x="181" y="208"/>
                  <a:pt x="181" y="169"/>
                </a:cubicBezTo>
                <a:lnTo>
                  <a:pt x="220" y="16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62" name="Freeform 64"/>
          <p:cNvSpPr>
            <a:spLocks/>
          </p:cNvSpPr>
          <p:nvPr/>
        </p:nvSpPr>
        <p:spPr bwMode="auto">
          <a:xfrm>
            <a:off x="7815810" y="3583289"/>
            <a:ext cx="170700" cy="277936"/>
          </a:xfrm>
          <a:custGeom>
            <a:avLst/>
            <a:gdLst>
              <a:gd name="T0" fmla="*/ 124 w 152"/>
              <a:gd name="T1" fmla="*/ 191 h 246"/>
              <a:gd name="T2" fmla="*/ 152 w 152"/>
              <a:gd name="T3" fmla="*/ 218 h 246"/>
              <a:gd name="T4" fmla="*/ 124 w 152"/>
              <a:gd name="T5" fmla="*/ 246 h 246"/>
              <a:gd name="T6" fmla="*/ 98 w 152"/>
              <a:gd name="T7" fmla="*/ 246 h 246"/>
              <a:gd name="T8" fmla="*/ 97 w 152"/>
              <a:gd name="T9" fmla="*/ 246 h 246"/>
              <a:gd name="T10" fmla="*/ 29 w 152"/>
              <a:gd name="T11" fmla="*/ 217 h 246"/>
              <a:gd name="T12" fmla="*/ 0 w 152"/>
              <a:gd name="T13" fmla="*/ 147 h 246"/>
              <a:gd name="T14" fmla="*/ 0 w 152"/>
              <a:gd name="T15" fmla="*/ 27 h 246"/>
              <a:gd name="T16" fmla="*/ 27 w 152"/>
              <a:gd name="T17" fmla="*/ 0 h 246"/>
              <a:gd name="T18" fmla="*/ 54 w 152"/>
              <a:gd name="T19" fmla="*/ 27 h 246"/>
              <a:gd name="T20" fmla="*/ 54 w 152"/>
              <a:gd name="T21" fmla="*/ 67 h 246"/>
              <a:gd name="T22" fmla="*/ 124 w 152"/>
              <a:gd name="T23" fmla="*/ 67 h 246"/>
              <a:gd name="T24" fmla="*/ 152 w 152"/>
              <a:gd name="T25" fmla="*/ 95 h 246"/>
              <a:gd name="T26" fmla="*/ 124 w 152"/>
              <a:gd name="T27" fmla="*/ 122 h 246"/>
              <a:gd name="T28" fmla="*/ 54 w 152"/>
              <a:gd name="T29" fmla="*/ 122 h 246"/>
              <a:gd name="T30" fmla="*/ 54 w 152"/>
              <a:gd name="T31" fmla="*/ 147 h 246"/>
              <a:gd name="T32" fmla="*/ 99 w 152"/>
              <a:gd name="T33" fmla="*/ 191 h 246"/>
              <a:gd name="T34" fmla="*/ 124 w 152"/>
              <a:gd name="T35" fmla="*/ 191 h 2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52" h="246">
                <a:moveTo>
                  <a:pt x="124" y="191"/>
                </a:moveTo>
                <a:cubicBezTo>
                  <a:pt x="140" y="191"/>
                  <a:pt x="152" y="203"/>
                  <a:pt x="152" y="218"/>
                </a:cubicBezTo>
                <a:cubicBezTo>
                  <a:pt x="152" y="234"/>
                  <a:pt x="140" y="246"/>
                  <a:pt x="124" y="246"/>
                </a:cubicBezTo>
                <a:cubicBezTo>
                  <a:pt x="98" y="246"/>
                  <a:pt x="98" y="246"/>
                  <a:pt x="98" y="246"/>
                </a:cubicBezTo>
                <a:cubicBezTo>
                  <a:pt x="97" y="246"/>
                  <a:pt x="97" y="246"/>
                  <a:pt x="97" y="246"/>
                </a:cubicBezTo>
                <a:cubicBezTo>
                  <a:pt x="71" y="245"/>
                  <a:pt x="46" y="234"/>
                  <a:pt x="29" y="217"/>
                </a:cubicBezTo>
                <a:cubicBezTo>
                  <a:pt x="10" y="199"/>
                  <a:pt x="0" y="174"/>
                  <a:pt x="0" y="147"/>
                </a:cubicBezTo>
                <a:cubicBezTo>
                  <a:pt x="0" y="27"/>
                  <a:pt x="0" y="27"/>
                  <a:pt x="0" y="27"/>
                </a:cubicBezTo>
                <a:cubicBezTo>
                  <a:pt x="0" y="12"/>
                  <a:pt x="12" y="0"/>
                  <a:pt x="27" y="0"/>
                </a:cubicBezTo>
                <a:cubicBezTo>
                  <a:pt x="42" y="0"/>
                  <a:pt x="54" y="12"/>
                  <a:pt x="54" y="27"/>
                </a:cubicBezTo>
                <a:cubicBezTo>
                  <a:pt x="54" y="67"/>
                  <a:pt x="54" y="67"/>
                  <a:pt x="54" y="67"/>
                </a:cubicBezTo>
                <a:cubicBezTo>
                  <a:pt x="124" y="67"/>
                  <a:pt x="124" y="67"/>
                  <a:pt x="124" y="67"/>
                </a:cubicBezTo>
                <a:cubicBezTo>
                  <a:pt x="140" y="67"/>
                  <a:pt x="152" y="79"/>
                  <a:pt x="152" y="95"/>
                </a:cubicBezTo>
                <a:cubicBezTo>
                  <a:pt x="152" y="110"/>
                  <a:pt x="140" y="122"/>
                  <a:pt x="124" y="122"/>
                </a:cubicBezTo>
                <a:cubicBezTo>
                  <a:pt x="54" y="122"/>
                  <a:pt x="54" y="122"/>
                  <a:pt x="54" y="122"/>
                </a:cubicBezTo>
                <a:cubicBezTo>
                  <a:pt x="54" y="147"/>
                  <a:pt x="54" y="147"/>
                  <a:pt x="54" y="147"/>
                </a:cubicBezTo>
                <a:cubicBezTo>
                  <a:pt x="54" y="171"/>
                  <a:pt x="73" y="189"/>
                  <a:pt x="99" y="191"/>
                </a:cubicBezTo>
                <a:lnTo>
                  <a:pt x="124" y="19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63" name="Freeform 65"/>
          <p:cNvSpPr>
            <a:spLocks noEditPoints="1"/>
          </p:cNvSpPr>
          <p:nvPr/>
        </p:nvSpPr>
        <p:spPr bwMode="auto">
          <a:xfrm>
            <a:off x="8200979" y="3585479"/>
            <a:ext cx="461767" cy="295443"/>
          </a:xfrm>
          <a:custGeom>
            <a:avLst/>
            <a:gdLst>
              <a:gd name="T0" fmla="*/ 278 w 409"/>
              <a:gd name="T1" fmla="*/ 12 h 261"/>
              <a:gd name="T2" fmla="*/ 278 w 409"/>
              <a:gd name="T3" fmla="*/ 211 h 261"/>
              <a:gd name="T4" fmla="*/ 266 w 409"/>
              <a:gd name="T5" fmla="*/ 223 h 261"/>
              <a:gd name="T6" fmla="*/ 254 w 409"/>
              <a:gd name="T7" fmla="*/ 211 h 261"/>
              <a:gd name="T8" fmla="*/ 144 w 409"/>
              <a:gd name="T9" fmla="*/ 154 h 261"/>
              <a:gd name="T10" fmla="*/ 122 w 409"/>
              <a:gd name="T11" fmla="*/ 154 h 261"/>
              <a:gd name="T12" fmla="*/ 171 w 409"/>
              <a:gd name="T13" fmla="*/ 236 h 261"/>
              <a:gd name="T14" fmla="*/ 141 w 409"/>
              <a:gd name="T15" fmla="*/ 257 h 261"/>
              <a:gd name="T16" fmla="*/ 122 w 409"/>
              <a:gd name="T17" fmla="*/ 251 h 261"/>
              <a:gd name="T18" fmla="*/ 62 w 409"/>
              <a:gd name="T19" fmla="*/ 154 h 261"/>
              <a:gd name="T20" fmla="*/ 30 w 409"/>
              <a:gd name="T21" fmla="*/ 154 h 261"/>
              <a:gd name="T22" fmla="*/ 0 w 409"/>
              <a:gd name="T23" fmla="*/ 112 h 261"/>
              <a:gd name="T24" fmla="*/ 30 w 409"/>
              <a:gd name="T25" fmla="*/ 71 h 261"/>
              <a:gd name="T26" fmla="*/ 144 w 409"/>
              <a:gd name="T27" fmla="*/ 71 h 261"/>
              <a:gd name="T28" fmla="*/ 254 w 409"/>
              <a:gd name="T29" fmla="*/ 12 h 261"/>
              <a:gd name="T30" fmla="*/ 266 w 409"/>
              <a:gd name="T31" fmla="*/ 0 h 261"/>
              <a:gd name="T32" fmla="*/ 278 w 409"/>
              <a:gd name="T33" fmla="*/ 12 h 261"/>
              <a:gd name="T34" fmla="*/ 83 w 409"/>
              <a:gd name="T35" fmla="*/ 99 h 261"/>
              <a:gd name="T36" fmla="*/ 78 w 409"/>
              <a:gd name="T37" fmla="*/ 93 h 261"/>
              <a:gd name="T38" fmla="*/ 43 w 409"/>
              <a:gd name="T39" fmla="*/ 93 h 261"/>
              <a:gd name="T40" fmla="*/ 37 w 409"/>
              <a:gd name="T41" fmla="*/ 99 h 261"/>
              <a:gd name="T42" fmla="*/ 43 w 409"/>
              <a:gd name="T43" fmla="*/ 105 h 261"/>
              <a:gd name="T44" fmla="*/ 78 w 409"/>
              <a:gd name="T45" fmla="*/ 105 h 261"/>
              <a:gd name="T46" fmla="*/ 83 w 409"/>
              <a:gd name="T47" fmla="*/ 99 h 261"/>
              <a:gd name="T48" fmla="*/ 83 w 409"/>
              <a:gd name="T49" fmla="*/ 124 h 261"/>
              <a:gd name="T50" fmla="*/ 78 w 409"/>
              <a:gd name="T51" fmla="*/ 118 h 261"/>
              <a:gd name="T52" fmla="*/ 43 w 409"/>
              <a:gd name="T53" fmla="*/ 118 h 261"/>
              <a:gd name="T54" fmla="*/ 37 w 409"/>
              <a:gd name="T55" fmla="*/ 124 h 261"/>
              <a:gd name="T56" fmla="*/ 43 w 409"/>
              <a:gd name="T57" fmla="*/ 130 h 261"/>
              <a:gd name="T58" fmla="*/ 78 w 409"/>
              <a:gd name="T59" fmla="*/ 130 h 261"/>
              <a:gd name="T60" fmla="*/ 83 w 409"/>
              <a:gd name="T61" fmla="*/ 124 h 261"/>
              <a:gd name="T62" fmla="*/ 250 w 409"/>
              <a:gd name="T63" fmla="*/ 176 h 261"/>
              <a:gd name="T64" fmla="*/ 250 w 409"/>
              <a:gd name="T65" fmla="*/ 47 h 261"/>
              <a:gd name="T66" fmla="*/ 150 w 409"/>
              <a:gd name="T67" fmla="*/ 90 h 261"/>
              <a:gd name="T68" fmla="*/ 150 w 409"/>
              <a:gd name="T69" fmla="*/ 135 h 261"/>
              <a:gd name="T70" fmla="*/ 250 w 409"/>
              <a:gd name="T71" fmla="*/ 176 h 261"/>
              <a:gd name="T72" fmla="*/ 310 w 409"/>
              <a:gd name="T73" fmla="*/ 47 h 261"/>
              <a:gd name="T74" fmla="*/ 357 w 409"/>
              <a:gd name="T75" fmla="*/ 0 h 261"/>
              <a:gd name="T76" fmla="*/ 369 w 409"/>
              <a:gd name="T77" fmla="*/ 11 h 261"/>
              <a:gd name="T78" fmla="*/ 322 w 409"/>
              <a:gd name="T79" fmla="*/ 59 h 261"/>
              <a:gd name="T80" fmla="*/ 310 w 409"/>
              <a:gd name="T81" fmla="*/ 47 h 261"/>
              <a:gd name="T82" fmla="*/ 322 w 409"/>
              <a:gd name="T83" fmla="*/ 167 h 261"/>
              <a:gd name="T84" fmla="*/ 369 w 409"/>
              <a:gd name="T85" fmla="*/ 214 h 261"/>
              <a:gd name="T86" fmla="*/ 357 w 409"/>
              <a:gd name="T87" fmla="*/ 225 h 261"/>
              <a:gd name="T88" fmla="*/ 310 w 409"/>
              <a:gd name="T89" fmla="*/ 178 h 261"/>
              <a:gd name="T90" fmla="*/ 322 w 409"/>
              <a:gd name="T91" fmla="*/ 167 h 261"/>
              <a:gd name="T92" fmla="*/ 330 w 409"/>
              <a:gd name="T93" fmla="*/ 103 h 261"/>
              <a:gd name="T94" fmla="*/ 409 w 409"/>
              <a:gd name="T95" fmla="*/ 103 h 261"/>
              <a:gd name="T96" fmla="*/ 409 w 409"/>
              <a:gd name="T97" fmla="*/ 119 h 261"/>
              <a:gd name="T98" fmla="*/ 330 w 409"/>
              <a:gd name="T99" fmla="*/ 119 h 261"/>
              <a:gd name="T100" fmla="*/ 330 w 409"/>
              <a:gd name="T101" fmla="*/ 103 h 2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409" h="261">
                <a:moveTo>
                  <a:pt x="278" y="12"/>
                </a:moveTo>
                <a:cubicBezTo>
                  <a:pt x="278" y="211"/>
                  <a:pt x="278" y="211"/>
                  <a:pt x="278" y="211"/>
                </a:cubicBezTo>
                <a:cubicBezTo>
                  <a:pt x="278" y="217"/>
                  <a:pt x="273" y="223"/>
                  <a:pt x="266" y="223"/>
                </a:cubicBezTo>
                <a:cubicBezTo>
                  <a:pt x="259" y="223"/>
                  <a:pt x="254" y="217"/>
                  <a:pt x="254" y="211"/>
                </a:cubicBezTo>
                <a:cubicBezTo>
                  <a:pt x="234" y="186"/>
                  <a:pt x="198" y="154"/>
                  <a:pt x="144" y="154"/>
                </a:cubicBezTo>
                <a:cubicBezTo>
                  <a:pt x="122" y="154"/>
                  <a:pt x="122" y="154"/>
                  <a:pt x="122" y="154"/>
                </a:cubicBezTo>
                <a:cubicBezTo>
                  <a:pt x="171" y="236"/>
                  <a:pt x="171" y="236"/>
                  <a:pt x="171" y="236"/>
                </a:cubicBezTo>
                <a:cubicBezTo>
                  <a:pt x="141" y="257"/>
                  <a:pt x="141" y="257"/>
                  <a:pt x="141" y="257"/>
                </a:cubicBezTo>
                <a:cubicBezTo>
                  <a:pt x="134" y="261"/>
                  <a:pt x="126" y="256"/>
                  <a:pt x="122" y="251"/>
                </a:cubicBezTo>
                <a:cubicBezTo>
                  <a:pt x="62" y="154"/>
                  <a:pt x="62" y="154"/>
                  <a:pt x="62" y="154"/>
                </a:cubicBezTo>
                <a:cubicBezTo>
                  <a:pt x="30" y="154"/>
                  <a:pt x="30" y="154"/>
                  <a:pt x="30" y="154"/>
                </a:cubicBezTo>
                <a:cubicBezTo>
                  <a:pt x="30" y="154"/>
                  <a:pt x="0" y="138"/>
                  <a:pt x="0" y="112"/>
                </a:cubicBezTo>
                <a:cubicBezTo>
                  <a:pt x="0" y="86"/>
                  <a:pt x="30" y="71"/>
                  <a:pt x="30" y="71"/>
                </a:cubicBezTo>
                <a:cubicBezTo>
                  <a:pt x="144" y="71"/>
                  <a:pt x="144" y="71"/>
                  <a:pt x="144" y="71"/>
                </a:cubicBezTo>
                <a:cubicBezTo>
                  <a:pt x="198" y="71"/>
                  <a:pt x="234" y="38"/>
                  <a:pt x="254" y="12"/>
                </a:cubicBezTo>
                <a:cubicBezTo>
                  <a:pt x="254" y="5"/>
                  <a:pt x="259" y="0"/>
                  <a:pt x="266" y="0"/>
                </a:cubicBezTo>
                <a:cubicBezTo>
                  <a:pt x="273" y="0"/>
                  <a:pt x="278" y="5"/>
                  <a:pt x="278" y="12"/>
                </a:cubicBezTo>
                <a:close/>
                <a:moveTo>
                  <a:pt x="83" y="99"/>
                </a:moveTo>
                <a:cubicBezTo>
                  <a:pt x="83" y="96"/>
                  <a:pt x="81" y="93"/>
                  <a:pt x="78" y="93"/>
                </a:cubicBezTo>
                <a:cubicBezTo>
                  <a:pt x="43" y="93"/>
                  <a:pt x="43" y="93"/>
                  <a:pt x="43" y="93"/>
                </a:cubicBezTo>
                <a:cubicBezTo>
                  <a:pt x="40" y="93"/>
                  <a:pt x="37" y="96"/>
                  <a:pt x="37" y="99"/>
                </a:cubicBezTo>
                <a:cubicBezTo>
                  <a:pt x="37" y="102"/>
                  <a:pt x="40" y="105"/>
                  <a:pt x="43" y="105"/>
                </a:cubicBezTo>
                <a:cubicBezTo>
                  <a:pt x="78" y="105"/>
                  <a:pt x="78" y="105"/>
                  <a:pt x="78" y="105"/>
                </a:cubicBezTo>
                <a:cubicBezTo>
                  <a:pt x="81" y="105"/>
                  <a:pt x="83" y="102"/>
                  <a:pt x="83" y="99"/>
                </a:cubicBezTo>
                <a:close/>
                <a:moveTo>
                  <a:pt x="83" y="124"/>
                </a:moveTo>
                <a:cubicBezTo>
                  <a:pt x="83" y="121"/>
                  <a:pt x="81" y="118"/>
                  <a:pt x="78" y="118"/>
                </a:cubicBezTo>
                <a:cubicBezTo>
                  <a:pt x="43" y="118"/>
                  <a:pt x="43" y="118"/>
                  <a:pt x="43" y="118"/>
                </a:cubicBezTo>
                <a:cubicBezTo>
                  <a:pt x="40" y="118"/>
                  <a:pt x="37" y="121"/>
                  <a:pt x="37" y="124"/>
                </a:cubicBezTo>
                <a:cubicBezTo>
                  <a:pt x="37" y="127"/>
                  <a:pt x="40" y="130"/>
                  <a:pt x="43" y="130"/>
                </a:cubicBezTo>
                <a:cubicBezTo>
                  <a:pt x="78" y="130"/>
                  <a:pt x="78" y="130"/>
                  <a:pt x="78" y="130"/>
                </a:cubicBezTo>
                <a:cubicBezTo>
                  <a:pt x="81" y="130"/>
                  <a:pt x="83" y="127"/>
                  <a:pt x="83" y="124"/>
                </a:cubicBezTo>
                <a:close/>
                <a:moveTo>
                  <a:pt x="250" y="176"/>
                </a:moveTo>
                <a:cubicBezTo>
                  <a:pt x="250" y="47"/>
                  <a:pt x="250" y="47"/>
                  <a:pt x="250" y="47"/>
                </a:cubicBezTo>
                <a:cubicBezTo>
                  <a:pt x="223" y="75"/>
                  <a:pt x="191" y="90"/>
                  <a:pt x="150" y="90"/>
                </a:cubicBezTo>
                <a:cubicBezTo>
                  <a:pt x="150" y="135"/>
                  <a:pt x="150" y="135"/>
                  <a:pt x="150" y="135"/>
                </a:cubicBezTo>
                <a:cubicBezTo>
                  <a:pt x="191" y="135"/>
                  <a:pt x="223" y="149"/>
                  <a:pt x="250" y="176"/>
                </a:cubicBezTo>
                <a:close/>
                <a:moveTo>
                  <a:pt x="310" y="47"/>
                </a:moveTo>
                <a:cubicBezTo>
                  <a:pt x="357" y="0"/>
                  <a:pt x="357" y="0"/>
                  <a:pt x="357" y="0"/>
                </a:cubicBezTo>
                <a:cubicBezTo>
                  <a:pt x="369" y="11"/>
                  <a:pt x="369" y="11"/>
                  <a:pt x="369" y="11"/>
                </a:cubicBezTo>
                <a:cubicBezTo>
                  <a:pt x="322" y="59"/>
                  <a:pt x="322" y="59"/>
                  <a:pt x="322" y="59"/>
                </a:cubicBezTo>
                <a:lnTo>
                  <a:pt x="310" y="47"/>
                </a:lnTo>
                <a:close/>
                <a:moveTo>
                  <a:pt x="322" y="167"/>
                </a:moveTo>
                <a:cubicBezTo>
                  <a:pt x="369" y="214"/>
                  <a:pt x="369" y="214"/>
                  <a:pt x="369" y="214"/>
                </a:cubicBezTo>
                <a:cubicBezTo>
                  <a:pt x="357" y="225"/>
                  <a:pt x="357" y="225"/>
                  <a:pt x="357" y="225"/>
                </a:cubicBezTo>
                <a:cubicBezTo>
                  <a:pt x="310" y="178"/>
                  <a:pt x="310" y="178"/>
                  <a:pt x="310" y="178"/>
                </a:cubicBezTo>
                <a:lnTo>
                  <a:pt x="322" y="167"/>
                </a:lnTo>
                <a:close/>
                <a:moveTo>
                  <a:pt x="330" y="103"/>
                </a:moveTo>
                <a:cubicBezTo>
                  <a:pt x="409" y="103"/>
                  <a:pt x="409" y="103"/>
                  <a:pt x="409" y="103"/>
                </a:cubicBezTo>
                <a:cubicBezTo>
                  <a:pt x="409" y="119"/>
                  <a:pt x="409" y="119"/>
                  <a:pt x="409" y="119"/>
                </a:cubicBezTo>
                <a:cubicBezTo>
                  <a:pt x="330" y="119"/>
                  <a:pt x="330" y="119"/>
                  <a:pt x="330" y="119"/>
                </a:cubicBezTo>
                <a:lnTo>
                  <a:pt x="330" y="10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64" name="Freeform 66"/>
          <p:cNvSpPr>
            <a:spLocks noEditPoints="1"/>
          </p:cNvSpPr>
          <p:nvPr/>
        </p:nvSpPr>
        <p:spPr bwMode="auto">
          <a:xfrm>
            <a:off x="8883779" y="3563595"/>
            <a:ext cx="295443" cy="297631"/>
          </a:xfrm>
          <a:custGeom>
            <a:avLst/>
            <a:gdLst>
              <a:gd name="T0" fmla="*/ 235 w 262"/>
              <a:gd name="T1" fmla="*/ 0 h 262"/>
              <a:gd name="T2" fmla="*/ 262 w 262"/>
              <a:gd name="T3" fmla="*/ 27 h 262"/>
              <a:gd name="T4" fmla="*/ 262 w 262"/>
              <a:gd name="T5" fmla="*/ 235 h 262"/>
              <a:gd name="T6" fmla="*/ 235 w 262"/>
              <a:gd name="T7" fmla="*/ 262 h 262"/>
              <a:gd name="T8" fmla="*/ 27 w 262"/>
              <a:gd name="T9" fmla="*/ 262 h 262"/>
              <a:gd name="T10" fmla="*/ 0 w 262"/>
              <a:gd name="T11" fmla="*/ 235 h 262"/>
              <a:gd name="T12" fmla="*/ 0 w 262"/>
              <a:gd name="T13" fmla="*/ 27 h 262"/>
              <a:gd name="T14" fmla="*/ 27 w 262"/>
              <a:gd name="T15" fmla="*/ 0 h 262"/>
              <a:gd name="T16" fmla="*/ 235 w 262"/>
              <a:gd name="T17" fmla="*/ 0 h 262"/>
              <a:gd name="T18" fmla="*/ 148 w 262"/>
              <a:gd name="T19" fmla="*/ 177 h 262"/>
              <a:gd name="T20" fmla="*/ 115 w 262"/>
              <a:gd name="T21" fmla="*/ 145 h 262"/>
              <a:gd name="T22" fmla="*/ 115 w 262"/>
              <a:gd name="T23" fmla="*/ 127 h 262"/>
              <a:gd name="T24" fmla="*/ 176 w 262"/>
              <a:gd name="T25" fmla="*/ 127 h 262"/>
              <a:gd name="T26" fmla="*/ 196 w 262"/>
              <a:gd name="T27" fmla="*/ 106 h 262"/>
              <a:gd name="T28" fmla="*/ 176 w 262"/>
              <a:gd name="T29" fmla="*/ 86 h 262"/>
              <a:gd name="T30" fmla="*/ 115 w 262"/>
              <a:gd name="T31" fmla="*/ 86 h 262"/>
              <a:gd name="T32" fmla="*/ 115 w 262"/>
              <a:gd name="T33" fmla="*/ 60 h 262"/>
              <a:gd name="T34" fmla="*/ 95 w 262"/>
              <a:gd name="T35" fmla="*/ 40 h 262"/>
              <a:gd name="T36" fmla="*/ 75 w 262"/>
              <a:gd name="T37" fmla="*/ 60 h 262"/>
              <a:gd name="T38" fmla="*/ 75 w 262"/>
              <a:gd name="T39" fmla="*/ 145 h 262"/>
              <a:gd name="T40" fmla="*/ 96 w 262"/>
              <a:gd name="T41" fmla="*/ 196 h 262"/>
              <a:gd name="T42" fmla="*/ 147 w 262"/>
              <a:gd name="T43" fmla="*/ 218 h 262"/>
              <a:gd name="T44" fmla="*/ 176 w 262"/>
              <a:gd name="T45" fmla="*/ 218 h 262"/>
              <a:gd name="T46" fmla="*/ 196 w 262"/>
              <a:gd name="T47" fmla="*/ 198 h 262"/>
              <a:gd name="T48" fmla="*/ 176 w 262"/>
              <a:gd name="T49" fmla="*/ 177 h 262"/>
              <a:gd name="T50" fmla="*/ 148 w 262"/>
              <a:gd name="T51" fmla="*/ 177 h 2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262" h="262">
                <a:moveTo>
                  <a:pt x="235" y="0"/>
                </a:moveTo>
                <a:cubicBezTo>
                  <a:pt x="254" y="0"/>
                  <a:pt x="262" y="8"/>
                  <a:pt x="262" y="27"/>
                </a:cubicBezTo>
                <a:cubicBezTo>
                  <a:pt x="262" y="235"/>
                  <a:pt x="262" y="235"/>
                  <a:pt x="262" y="235"/>
                </a:cubicBezTo>
                <a:cubicBezTo>
                  <a:pt x="262" y="253"/>
                  <a:pt x="254" y="262"/>
                  <a:pt x="235" y="262"/>
                </a:cubicBezTo>
                <a:cubicBezTo>
                  <a:pt x="27" y="262"/>
                  <a:pt x="27" y="262"/>
                  <a:pt x="27" y="262"/>
                </a:cubicBezTo>
                <a:cubicBezTo>
                  <a:pt x="10" y="262"/>
                  <a:pt x="0" y="253"/>
                  <a:pt x="0" y="235"/>
                </a:cubicBezTo>
                <a:cubicBezTo>
                  <a:pt x="0" y="27"/>
                  <a:pt x="0" y="27"/>
                  <a:pt x="0" y="27"/>
                </a:cubicBezTo>
                <a:cubicBezTo>
                  <a:pt x="0" y="8"/>
                  <a:pt x="10" y="0"/>
                  <a:pt x="27" y="0"/>
                </a:cubicBezTo>
                <a:lnTo>
                  <a:pt x="235" y="0"/>
                </a:lnTo>
                <a:close/>
                <a:moveTo>
                  <a:pt x="148" y="177"/>
                </a:moveTo>
                <a:cubicBezTo>
                  <a:pt x="129" y="176"/>
                  <a:pt x="115" y="163"/>
                  <a:pt x="115" y="145"/>
                </a:cubicBezTo>
                <a:cubicBezTo>
                  <a:pt x="115" y="127"/>
                  <a:pt x="115" y="127"/>
                  <a:pt x="115" y="127"/>
                </a:cubicBezTo>
                <a:cubicBezTo>
                  <a:pt x="176" y="127"/>
                  <a:pt x="176" y="127"/>
                  <a:pt x="176" y="127"/>
                </a:cubicBezTo>
                <a:cubicBezTo>
                  <a:pt x="187" y="127"/>
                  <a:pt x="196" y="117"/>
                  <a:pt x="196" y="106"/>
                </a:cubicBezTo>
                <a:cubicBezTo>
                  <a:pt x="196" y="95"/>
                  <a:pt x="187" y="86"/>
                  <a:pt x="176" y="86"/>
                </a:cubicBezTo>
                <a:cubicBezTo>
                  <a:pt x="115" y="86"/>
                  <a:pt x="115" y="86"/>
                  <a:pt x="115" y="86"/>
                </a:cubicBezTo>
                <a:cubicBezTo>
                  <a:pt x="115" y="60"/>
                  <a:pt x="115" y="60"/>
                  <a:pt x="115" y="60"/>
                </a:cubicBezTo>
                <a:cubicBezTo>
                  <a:pt x="115" y="49"/>
                  <a:pt x="105" y="40"/>
                  <a:pt x="95" y="40"/>
                </a:cubicBezTo>
                <a:cubicBezTo>
                  <a:pt x="83" y="40"/>
                  <a:pt x="75" y="49"/>
                  <a:pt x="75" y="60"/>
                </a:cubicBezTo>
                <a:cubicBezTo>
                  <a:pt x="75" y="145"/>
                  <a:pt x="75" y="145"/>
                  <a:pt x="75" y="145"/>
                </a:cubicBezTo>
                <a:cubicBezTo>
                  <a:pt x="75" y="164"/>
                  <a:pt x="82" y="184"/>
                  <a:pt x="96" y="196"/>
                </a:cubicBezTo>
                <a:cubicBezTo>
                  <a:pt x="109" y="210"/>
                  <a:pt x="127" y="217"/>
                  <a:pt x="147" y="218"/>
                </a:cubicBezTo>
                <a:cubicBezTo>
                  <a:pt x="176" y="218"/>
                  <a:pt x="176" y="218"/>
                  <a:pt x="176" y="218"/>
                </a:cubicBezTo>
                <a:cubicBezTo>
                  <a:pt x="187" y="218"/>
                  <a:pt x="196" y="209"/>
                  <a:pt x="196" y="198"/>
                </a:cubicBezTo>
                <a:cubicBezTo>
                  <a:pt x="196" y="186"/>
                  <a:pt x="187" y="177"/>
                  <a:pt x="176" y="177"/>
                </a:cubicBezTo>
                <a:lnTo>
                  <a:pt x="148" y="17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65" name="Freeform 67"/>
          <p:cNvSpPr>
            <a:spLocks noEditPoints="1"/>
          </p:cNvSpPr>
          <p:nvPr/>
        </p:nvSpPr>
        <p:spPr bwMode="auto">
          <a:xfrm>
            <a:off x="9262384" y="3557028"/>
            <a:ext cx="317328" cy="302008"/>
          </a:xfrm>
          <a:custGeom>
            <a:avLst/>
            <a:gdLst>
              <a:gd name="T0" fmla="*/ 265 w 280"/>
              <a:gd name="T1" fmla="*/ 31 h 268"/>
              <a:gd name="T2" fmla="*/ 216 w 280"/>
              <a:gd name="T3" fmla="*/ 268 h 268"/>
              <a:gd name="T4" fmla="*/ 19 w 280"/>
              <a:gd name="T5" fmla="*/ 31 h 268"/>
              <a:gd name="T6" fmla="*/ 0 w 280"/>
              <a:gd name="T7" fmla="*/ 16 h 268"/>
              <a:gd name="T8" fmla="*/ 265 w 280"/>
              <a:gd name="T9" fmla="*/ 0 h 268"/>
              <a:gd name="T10" fmla="*/ 59 w 280"/>
              <a:gd name="T11" fmla="*/ 31 h 268"/>
              <a:gd name="T12" fmla="*/ 45 w 280"/>
              <a:gd name="T13" fmla="*/ 45 h 268"/>
              <a:gd name="T14" fmla="*/ 49 w 280"/>
              <a:gd name="T15" fmla="*/ 63 h 268"/>
              <a:gd name="T16" fmla="*/ 64 w 280"/>
              <a:gd name="T17" fmla="*/ 102 h 268"/>
              <a:gd name="T18" fmla="*/ 64 w 280"/>
              <a:gd name="T19" fmla="*/ 49 h 268"/>
              <a:gd name="T20" fmla="*/ 70 w 280"/>
              <a:gd name="T21" fmla="*/ 171 h 268"/>
              <a:gd name="T22" fmla="*/ 64 w 280"/>
              <a:gd name="T23" fmla="*/ 124 h 268"/>
              <a:gd name="T24" fmla="*/ 70 w 280"/>
              <a:gd name="T25" fmla="*/ 171 h 268"/>
              <a:gd name="T26" fmla="*/ 81 w 280"/>
              <a:gd name="T27" fmla="*/ 31 h 268"/>
              <a:gd name="T28" fmla="*/ 101 w 280"/>
              <a:gd name="T29" fmla="*/ 64 h 268"/>
              <a:gd name="T30" fmla="*/ 122 w 280"/>
              <a:gd name="T31" fmla="*/ 31 h 268"/>
              <a:gd name="T32" fmla="*/ 128 w 280"/>
              <a:gd name="T33" fmla="*/ 112 h 268"/>
              <a:gd name="T34" fmla="*/ 75 w 280"/>
              <a:gd name="T35" fmla="*/ 112 h 268"/>
              <a:gd name="T36" fmla="*/ 75 w 280"/>
              <a:gd name="T37" fmla="*/ 188 h 268"/>
              <a:gd name="T38" fmla="*/ 128 w 280"/>
              <a:gd name="T39" fmla="*/ 188 h 268"/>
              <a:gd name="T40" fmla="*/ 75 w 280"/>
              <a:gd name="T41" fmla="*/ 188 h 268"/>
              <a:gd name="T42" fmla="*/ 110 w 280"/>
              <a:gd name="T43" fmla="*/ 245 h 268"/>
              <a:gd name="T44" fmla="*/ 84 w 280"/>
              <a:gd name="T45" fmla="*/ 245 h 268"/>
              <a:gd name="T46" fmla="*/ 139 w 280"/>
              <a:gd name="T47" fmla="*/ 49 h 268"/>
              <a:gd name="T48" fmla="*/ 139 w 280"/>
              <a:gd name="T49" fmla="*/ 102 h 268"/>
              <a:gd name="T50" fmla="*/ 112 w 280"/>
              <a:gd name="T51" fmla="*/ 150 h 268"/>
              <a:gd name="T52" fmla="*/ 165 w 280"/>
              <a:gd name="T53" fmla="*/ 150 h 268"/>
              <a:gd name="T54" fmla="*/ 112 w 280"/>
              <a:gd name="T55" fmla="*/ 150 h 268"/>
              <a:gd name="T56" fmla="*/ 132 w 280"/>
              <a:gd name="T57" fmla="*/ 245 h 268"/>
              <a:gd name="T58" fmla="*/ 165 w 280"/>
              <a:gd name="T59" fmla="*/ 225 h 268"/>
              <a:gd name="T60" fmla="*/ 112 w 280"/>
              <a:gd name="T61" fmla="*/ 225 h 268"/>
              <a:gd name="T62" fmla="*/ 156 w 280"/>
              <a:gd name="T63" fmla="*/ 31 h 268"/>
              <a:gd name="T64" fmla="*/ 176 w 280"/>
              <a:gd name="T65" fmla="*/ 64 h 268"/>
              <a:gd name="T66" fmla="*/ 196 w 280"/>
              <a:gd name="T67" fmla="*/ 31 h 268"/>
              <a:gd name="T68" fmla="*/ 203 w 280"/>
              <a:gd name="T69" fmla="*/ 112 h 268"/>
              <a:gd name="T70" fmla="*/ 150 w 280"/>
              <a:gd name="T71" fmla="*/ 112 h 268"/>
              <a:gd name="T72" fmla="*/ 203 w 280"/>
              <a:gd name="T73" fmla="*/ 188 h 268"/>
              <a:gd name="T74" fmla="*/ 150 w 280"/>
              <a:gd name="T75" fmla="*/ 188 h 268"/>
              <a:gd name="T76" fmla="*/ 203 w 280"/>
              <a:gd name="T77" fmla="*/ 188 h 268"/>
              <a:gd name="T78" fmla="*/ 196 w 280"/>
              <a:gd name="T79" fmla="*/ 245 h 268"/>
              <a:gd name="T80" fmla="*/ 167 w 280"/>
              <a:gd name="T81" fmla="*/ 245 h 268"/>
              <a:gd name="T82" fmla="*/ 214 w 280"/>
              <a:gd name="T83" fmla="*/ 49 h 268"/>
              <a:gd name="T84" fmla="*/ 214 w 280"/>
              <a:gd name="T85" fmla="*/ 102 h 268"/>
              <a:gd name="T86" fmla="*/ 232 w 280"/>
              <a:gd name="T87" fmla="*/ 66 h 268"/>
              <a:gd name="T88" fmla="*/ 214 w 280"/>
              <a:gd name="T89" fmla="*/ 124 h 268"/>
              <a:gd name="T90" fmla="*/ 211 w 280"/>
              <a:gd name="T91" fmla="*/ 174 h 268"/>
              <a:gd name="T92" fmla="*/ 239 w 280"/>
              <a:gd name="T93" fmla="*/ 31 h 268"/>
              <a:gd name="T94" fmla="*/ 235 w 280"/>
              <a:gd name="T95" fmla="*/ 48 h 2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280" h="268">
                <a:moveTo>
                  <a:pt x="280" y="16"/>
                </a:moveTo>
                <a:cubicBezTo>
                  <a:pt x="280" y="25"/>
                  <a:pt x="273" y="31"/>
                  <a:pt x="265" y="31"/>
                </a:cubicBezTo>
                <a:cubicBezTo>
                  <a:pt x="262" y="31"/>
                  <a:pt x="262" y="31"/>
                  <a:pt x="262" y="31"/>
                </a:cubicBezTo>
                <a:cubicBezTo>
                  <a:pt x="216" y="268"/>
                  <a:pt x="216" y="268"/>
                  <a:pt x="216" y="268"/>
                </a:cubicBezTo>
                <a:cubicBezTo>
                  <a:pt x="65" y="268"/>
                  <a:pt x="65" y="268"/>
                  <a:pt x="65" y="268"/>
                </a:cubicBezTo>
                <a:cubicBezTo>
                  <a:pt x="19" y="31"/>
                  <a:pt x="19" y="31"/>
                  <a:pt x="19" y="31"/>
                </a:cubicBezTo>
                <a:cubicBezTo>
                  <a:pt x="15" y="31"/>
                  <a:pt x="15" y="31"/>
                  <a:pt x="15" y="31"/>
                </a:cubicBezTo>
                <a:cubicBezTo>
                  <a:pt x="6" y="31"/>
                  <a:pt x="0" y="25"/>
                  <a:pt x="0" y="16"/>
                </a:cubicBezTo>
                <a:cubicBezTo>
                  <a:pt x="0" y="7"/>
                  <a:pt x="6" y="0"/>
                  <a:pt x="15" y="0"/>
                </a:cubicBezTo>
                <a:cubicBezTo>
                  <a:pt x="265" y="0"/>
                  <a:pt x="265" y="0"/>
                  <a:pt x="265" y="0"/>
                </a:cubicBezTo>
                <a:cubicBezTo>
                  <a:pt x="273" y="0"/>
                  <a:pt x="280" y="7"/>
                  <a:pt x="280" y="16"/>
                </a:cubicBezTo>
                <a:close/>
                <a:moveTo>
                  <a:pt x="59" y="31"/>
                </a:moveTo>
                <a:cubicBezTo>
                  <a:pt x="43" y="31"/>
                  <a:pt x="43" y="31"/>
                  <a:pt x="43" y="31"/>
                </a:cubicBezTo>
                <a:cubicBezTo>
                  <a:pt x="45" y="45"/>
                  <a:pt x="45" y="45"/>
                  <a:pt x="45" y="45"/>
                </a:cubicBezTo>
                <a:lnTo>
                  <a:pt x="59" y="31"/>
                </a:lnTo>
                <a:close/>
                <a:moveTo>
                  <a:pt x="49" y="63"/>
                </a:moveTo>
                <a:cubicBezTo>
                  <a:pt x="55" y="93"/>
                  <a:pt x="55" y="93"/>
                  <a:pt x="55" y="93"/>
                </a:cubicBezTo>
                <a:cubicBezTo>
                  <a:pt x="64" y="102"/>
                  <a:pt x="64" y="102"/>
                  <a:pt x="64" y="102"/>
                </a:cubicBezTo>
                <a:cubicBezTo>
                  <a:pt x="90" y="75"/>
                  <a:pt x="90" y="75"/>
                  <a:pt x="90" y="75"/>
                </a:cubicBezTo>
                <a:cubicBezTo>
                  <a:pt x="64" y="49"/>
                  <a:pt x="64" y="49"/>
                  <a:pt x="64" y="49"/>
                </a:cubicBezTo>
                <a:lnTo>
                  <a:pt x="49" y="63"/>
                </a:lnTo>
                <a:close/>
                <a:moveTo>
                  <a:pt x="70" y="171"/>
                </a:moveTo>
                <a:cubicBezTo>
                  <a:pt x="90" y="150"/>
                  <a:pt x="90" y="150"/>
                  <a:pt x="90" y="150"/>
                </a:cubicBezTo>
                <a:cubicBezTo>
                  <a:pt x="64" y="124"/>
                  <a:pt x="64" y="124"/>
                  <a:pt x="64" y="124"/>
                </a:cubicBezTo>
                <a:cubicBezTo>
                  <a:pt x="61" y="126"/>
                  <a:pt x="61" y="126"/>
                  <a:pt x="61" y="126"/>
                </a:cubicBezTo>
                <a:lnTo>
                  <a:pt x="70" y="171"/>
                </a:lnTo>
                <a:close/>
                <a:moveTo>
                  <a:pt x="122" y="31"/>
                </a:moveTo>
                <a:cubicBezTo>
                  <a:pt x="81" y="31"/>
                  <a:pt x="81" y="31"/>
                  <a:pt x="81" y="31"/>
                </a:cubicBezTo>
                <a:cubicBezTo>
                  <a:pt x="75" y="37"/>
                  <a:pt x="75" y="37"/>
                  <a:pt x="75" y="37"/>
                </a:cubicBezTo>
                <a:cubicBezTo>
                  <a:pt x="101" y="64"/>
                  <a:pt x="101" y="64"/>
                  <a:pt x="101" y="64"/>
                </a:cubicBezTo>
                <a:cubicBezTo>
                  <a:pt x="128" y="37"/>
                  <a:pt x="128" y="37"/>
                  <a:pt x="128" y="37"/>
                </a:cubicBezTo>
                <a:lnTo>
                  <a:pt x="122" y="31"/>
                </a:lnTo>
                <a:close/>
                <a:moveTo>
                  <a:pt x="101" y="139"/>
                </a:moveTo>
                <a:cubicBezTo>
                  <a:pt x="128" y="112"/>
                  <a:pt x="128" y="112"/>
                  <a:pt x="128" y="112"/>
                </a:cubicBezTo>
                <a:cubicBezTo>
                  <a:pt x="101" y="86"/>
                  <a:pt x="101" y="86"/>
                  <a:pt x="101" y="86"/>
                </a:cubicBezTo>
                <a:cubicBezTo>
                  <a:pt x="75" y="112"/>
                  <a:pt x="75" y="112"/>
                  <a:pt x="75" y="112"/>
                </a:cubicBezTo>
                <a:lnTo>
                  <a:pt x="101" y="139"/>
                </a:lnTo>
                <a:close/>
                <a:moveTo>
                  <a:pt x="75" y="188"/>
                </a:moveTo>
                <a:cubicBezTo>
                  <a:pt x="101" y="214"/>
                  <a:pt x="101" y="214"/>
                  <a:pt x="101" y="214"/>
                </a:cubicBezTo>
                <a:cubicBezTo>
                  <a:pt x="128" y="188"/>
                  <a:pt x="128" y="188"/>
                  <a:pt x="128" y="188"/>
                </a:cubicBezTo>
                <a:cubicBezTo>
                  <a:pt x="101" y="161"/>
                  <a:pt x="101" y="161"/>
                  <a:pt x="101" y="161"/>
                </a:cubicBezTo>
                <a:lnTo>
                  <a:pt x="75" y="188"/>
                </a:lnTo>
                <a:close/>
                <a:moveTo>
                  <a:pt x="84" y="245"/>
                </a:moveTo>
                <a:cubicBezTo>
                  <a:pt x="110" y="245"/>
                  <a:pt x="110" y="245"/>
                  <a:pt x="110" y="245"/>
                </a:cubicBezTo>
                <a:cubicBezTo>
                  <a:pt x="78" y="213"/>
                  <a:pt x="78" y="213"/>
                  <a:pt x="78" y="213"/>
                </a:cubicBezTo>
                <a:lnTo>
                  <a:pt x="84" y="245"/>
                </a:lnTo>
                <a:close/>
                <a:moveTo>
                  <a:pt x="165" y="75"/>
                </a:moveTo>
                <a:cubicBezTo>
                  <a:pt x="139" y="49"/>
                  <a:pt x="139" y="49"/>
                  <a:pt x="139" y="49"/>
                </a:cubicBezTo>
                <a:cubicBezTo>
                  <a:pt x="112" y="75"/>
                  <a:pt x="112" y="75"/>
                  <a:pt x="112" y="75"/>
                </a:cubicBezTo>
                <a:cubicBezTo>
                  <a:pt x="139" y="102"/>
                  <a:pt x="139" y="102"/>
                  <a:pt x="139" y="102"/>
                </a:cubicBezTo>
                <a:lnTo>
                  <a:pt x="165" y="75"/>
                </a:lnTo>
                <a:close/>
                <a:moveTo>
                  <a:pt x="112" y="150"/>
                </a:moveTo>
                <a:cubicBezTo>
                  <a:pt x="139" y="177"/>
                  <a:pt x="139" y="177"/>
                  <a:pt x="139" y="177"/>
                </a:cubicBezTo>
                <a:cubicBezTo>
                  <a:pt x="165" y="150"/>
                  <a:pt x="165" y="150"/>
                  <a:pt x="165" y="150"/>
                </a:cubicBezTo>
                <a:cubicBezTo>
                  <a:pt x="139" y="124"/>
                  <a:pt x="139" y="124"/>
                  <a:pt x="139" y="124"/>
                </a:cubicBezTo>
                <a:lnTo>
                  <a:pt x="112" y="150"/>
                </a:lnTo>
                <a:close/>
                <a:moveTo>
                  <a:pt x="112" y="225"/>
                </a:moveTo>
                <a:cubicBezTo>
                  <a:pt x="132" y="245"/>
                  <a:pt x="132" y="245"/>
                  <a:pt x="132" y="245"/>
                </a:cubicBezTo>
                <a:cubicBezTo>
                  <a:pt x="145" y="245"/>
                  <a:pt x="145" y="245"/>
                  <a:pt x="145" y="245"/>
                </a:cubicBezTo>
                <a:cubicBezTo>
                  <a:pt x="165" y="225"/>
                  <a:pt x="165" y="225"/>
                  <a:pt x="165" y="225"/>
                </a:cubicBezTo>
                <a:cubicBezTo>
                  <a:pt x="139" y="199"/>
                  <a:pt x="139" y="199"/>
                  <a:pt x="139" y="199"/>
                </a:cubicBezTo>
                <a:lnTo>
                  <a:pt x="112" y="225"/>
                </a:lnTo>
                <a:close/>
                <a:moveTo>
                  <a:pt x="196" y="31"/>
                </a:moveTo>
                <a:cubicBezTo>
                  <a:pt x="156" y="31"/>
                  <a:pt x="156" y="31"/>
                  <a:pt x="156" y="31"/>
                </a:cubicBezTo>
                <a:cubicBezTo>
                  <a:pt x="150" y="37"/>
                  <a:pt x="150" y="37"/>
                  <a:pt x="150" y="37"/>
                </a:cubicBezTo>
                <a:cubicBezTo>
                  <a:pt x="176" y="64"/>
                  <a:pt x="176" y="64"/>
                  <a:pt x="176" y="64"/>
                </a:cubicBezTo>
                <a:cubicBezTo>
                  <a:pt x="203" y="37"/>
                  <a:pt x="203" y="37"/>
                  <a:pt x="203" y="37"/>
                </a:cubicBezTo>
                <a:lnTo>
                  <a:pt x="196" y="31"/>
                </a:lnTo>
                <a:close/>
                <a:moveTo>
                  <a:pt x="176" y="139"/>
                </a:moveTo>
                <a:cubicBezTo>
                  <a:pt x="203" y="112"/>
                  <a:pt x="203" y="112"/>
                  <a:pt x="203" y="112"/>
                </a:cubicBezTo>
                <a:cubicBezTo>
                  <a:pt x="176" y="86"/>
                  <a:pt x="176" y="86"/>
                  <a:pt x="176" y="86"/>
                </a:cubicBezTo>
                <a:cubicBezTo>
                  <a:pt x="150" y="112"/>
                  <a:pt x="150" y="112"/>
                  <a:pt x="150" y="112"/>
                </a:cubicBezTo>
                <a:lnTo>
                  <a:pt x="176" y="139"/>
                </a:lnTo>
                <a:close/>
                <a:moveTo>
                  <a:pt x="203" y="188"/>
                </a:moveTo>
                <a:cubicBezTo>
                  <a:pt x="176" y="161"/>
                  <a:pt x="176" y="161"/>
                  <a:pt x="176" y="161"/>
                </a:cubicBezTo>
                <a:cubicBezTo>
                  <a:pt x="150" y="188"/>
                  <a:pt x="150" y="188"/>
                  <a:pt x="150" y="188"/>
                </a:cubicBezTo>
                <a:cubicBezTo>
                  <a:pt x="176" y="214"/>
                  <a:pt x="176" y="214"/>
                  <a:pt x="176" y="214"/>
                </a:cubicBezTo>
                <a:lnTo>
                  <a:pt x="203" y="188"/>
                </a:lnTo>
                <a:close/>
                <a:moveTo>
                  <a:pt x="167" y="245"/>
                </a:moveTo>
                <a:cubicBezTo>
                  <a:pt x="196" y="245"/>
                  <a:pt x="196" y="245"/>
                  <a:pt x="196" y="245"/>
                </a:cubicBezTo>
                <a:cubicBezTo>
                  <a:pt x="204" y="209"/>
                  <a:pt x="204" y="209"/>
                  <a:pt x="204" y="209"/>
                </a:cubicBezTo>
                <a:lnTo>
                  <a:pt x="167" y="245"/>
                </a:lnTo>
                <a:close/>
                <a:moveTo>
                  <a:pt x="232" y="66"/>
                </a:moveTo>
                <a:cubicBezTo>
                  <a:pt x="214" y="49"/>
                  <a:pt x="214" y="49"/>
                  <a:pt x="214" y="49"/>
                </a:cubicBezTo>
                <a:cubicBezTo>
                  <a:pt x="187" y="75"/>
                  <a:pt x="187" y="75"/>
                  <a:pt x="187" y="75"/>
                </a:cubicBezTo>
                <a:cubicBezTo>
                  <a:pt x="214" y="102"/>
                  <a:pt x="214" y="102"/>
                  <a:pt x="214" y="102"/>
                </a:cubicBezTo>
                <a:cubicBezTo>
                  <a:pt x="228" y="88"/>
                  <a:pt x="228" y="88"/>
                  <a:pt x="228" y="88"/>
                </a:cubicBezTo>
                <a:lnTo>
                  <a:pt x="232" y="66"/>
                </a:lnTo>
                <a:close/>
                <a:moveTo>
                  <a:pt x="219" y="129"/>
                </a:moveTo>
                <a:cubicBezTo>
                  <a:pt x="214" y="124"/>
                  <a:pt x="214" y="124"/>
                  <a:pt x="214" y="124"/>
                </a:cubicBezTo>
                <a:cubicBezTo>
                  <a:pt x="187" y="150"/>
                  <a:pt x="187" y="150"/>
                  <a:pt x="187" y="150"/>
                </a:cubicBezTo>
                <a:cubicBezTo>
                  <a:pt x="211" y="174"/>
                  <a:pt x="211" y="174"/>
                  <a:pt x="211" y="174"/>
                </a:cubicBezTo>
                <a:lnTo>
                  <a:pt x="219" y="129"/>
                </a:lnTo>
                <a:close/>
                <a:moveTo>
                  <a:pt x="239" y="31"/>
                </a:moveTo>
                <a:cubicBezTo>
                  <a:pt x="218" y="31"/>
                  <a:pt x="218" y="31"/>
                  <a:pt x="218" y="31"/>
                </a:cubicBezTo>
                <a:cubicBezTo>
                  <a:pt x="235" y="48"/>
                  <a:pt x="235" y="48"/>
                  <a:pt x="235" y="48"/>
                </a:cubicBezTo>
                <a:lnTo>
                  <a:pt x="239" y="3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66" name="Freeform 68"/>
          <p:cNvSpPr>
            <a:spLocks noEditPoints="1"/>
          </p:cNvSpPr>
          <p:nvPr/>
        </p:nvSpPr>
        <p:spPr bwMode="auto">
          <a:xfrm>
            <a:off x="9807311" y="3537334"/>
            <a:ext cx="186020" cy="323892"/>
          </a:xfrm>
          <a:custGeom>
            <a:avLst/>
            <a:gdLst>
              <a:gd name="T0" fmla="*/ 134 w 163"/>
              <a:gd name="T1" fmla="*/ 0 h 285"/>
              <a:gd name="T2" fmla="*/ 163 w 163"/>
              <a:gd name="T3" fmla="*/ 28 h 285"/>
              <a:gd name="T4" fmla="*/ 163 w 163"/>
              <a:gd name="T5" fmla="*/ 259 h 285"/>
              <a:gd name="T6" fmla="*/ 137 w 163"/>
              <a:gd name="T7" fmla="*/ 285 h 285"/>
              <a:gd name="T8" fmla="*/ 25 w 163"/>
              <a:gd name="T9" fmla="*/ 285 h 285"/>
              <a:gd name="T10" fmla="*/ 0 w 163"/>
              <a:gd name="T11" fmla="*/ 259 h 285"/>
              <a:gd name="T12" fmla="*/ 0 w 163"/>
              <a:gd name="T13" fmla="*/ 28 h 285"/>
              <a:gd name="T14" fmla="*/ 28 w 163"/>
              <a:gd name="T15" fmla="*/ 0 h 285"/>
              <a:gd name="T16" fmla="*/ 134 w 163"/>
              <a:gd name="T17" fmla="*/ 0 h 285"/>
              <a:gd name="T18" fmla="*/ 148 w 163"/>
              <a:gd name="T19" fmla="*/ 57 h 285"/>
              <a:gd name="T20" fmla="*/ 15 w 163"/>
              <a:gd name="T21" fmla="*/ 57 h 285"/>
              <a:gd name="T22" fmla="*/ 15 w 163"/>
              <a:gd name="T23" fmla="*/ 228 h 285"/>
              <a:gd name="T24" fmla="*/ 148 w 163"/>
              <a:gd name="T25" fmla="*/ 228 h 285"/>
              <a:gd name="T26" fmla="*/ 148 w 163"/>
              <a:gd name="T27" fmla="*/ 57 h 285"/>
              <a:gd name="T28" fmla="*/ 55 w 163"/>
              <a:gd name="T29" fmla="*/ 24 h 285"/>
              <a:gd name="T30" fmla="*/ 60 w 163"/>
              <a:gd name="T31" fmla="*/ 30 h 285"/>
              <a:gd name="T32" fmla="*/ 103 w 163"/>
              <a:gd name="T33" fmla="*/ 30 h 285"/>
              <a:gd name="T34" fmla="*/ 108 w 163"/>
              <a:gd name="T35" fmla="*/ 24 h 285"/>
              <a:gd name="T36" fmla="*/ 103 w 163"/>
              <a:gd name="T37" fmla="*/ 19 h 285"/>
              <a:gd name="T38" fmla="*/ 60 w 163"/>
              <a:gd name="T39" fmla="*/ 19 h 285"/>
              <a:gd name="T40" fmla="*/ 55 w 163"/>
              <a:gd name="T41" fmla="*/ 24 h 285"/>
              <a:gd name="T42" fmla="*/ 98 w 163"/>
              <a:gd name="T43" fmla="*/ 257 h 285"/>
              <a:gd name="T44" fmla="*/ 81 w 163"/>
              <a:gd name="T45" fmla="*/ 241 h 285"/>
              <a:gd name="T46" fmla="*/ 65 w 163"/>
              <a:gd name="T47" fmla="*/ 257 h 285"/>
              <a:gd name="T48" fmla="*/ 81 w 163"/>
              <a:gd name="T49" fmla="*/ 274 h 285"/>
              <a:gd name="T50" fmla="*/ 98 w 163"/>
              <a:gd name="T51" fmla="*/ 257 h 2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163" h="285">
                <a:moveTo>
                  <a:pt x="134" y="0"/>
                </a:moveTo>
                <a:cubicBezTo>
                  <a:pt x="152" y="0"/>
                  <a:pt x="163" y="12"/>
                  <a:pt x="163" y="28"/>
                </a:cubicBezTo>
                <a:cubicBezTo>
                  <a:pt x="163" y="259"/>
                  <a:pt x="163" y="259"/>
                  <a:pt x="163" y="259"/>
                </a:cubicBezTo>
                <a:cubicBezTo>
                  <a:pt x="163" y="273"/>
                  <a:pt x="152" y="285"/>
                  <a:pt x="137" y="285"/>
                </a:cubicBezTo>
                <a:cubicBezTo>
                  <a:pt x="25" y="285"/>
                  <a:pt x="25" y="285"/>
                  <a:pt x="25" y="285"/>
                </a:cubicBezTo>
                <a:cubicBezTo>
                  <a:pt x="11" y="285"/>
                  <a:pt x="0" y="273"/>
                  <a:pt x="0" y="259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12"/>
                  <a:pt x="11" y="0"/>
                  <a:pt x="28" y="0"/>
                </a:cubicBezTo>
                <a:lnTo>
                  <a:pt x="134" y="0"/>
                </a:lnTo>
                <a:close/>
                <a:moveTo>
                  <a:pt x="148" y="57"/>
                </a:moveTo>
                <a:cubicBezTo>
                  <a:pt x="15" y="57"/>
                  <a:pt x="15" y="57"/>
                  <a:pt x="15" y="57"/>
                </a:cubicBezTo>
                <a:cubicBezTo>
                  <a:pt x="15" y="228"/>
                  <a:pt x="15" y="228"/>
                  <a:pt x="15" y="228"/>
                </a:cubicBezTo>
                <a:cubicBezTo>
                  <a:pt x="148" y="228"/>
                  <a:pt x="148" y="228"/>
                  <a:pt x="148" y="228"/>
                </a:cubicBezTo>
                <a:lnTo>
                  <a:pt x="148" y="57"/>
                </a:lnTo>
                <a:close/>
                <a:moveTo>
                  <a:pt x="55" y="24"/>
                </a:moveTo>
                <a:cubicBezTo>
                  <a:pt x="55" y="27"/>
                  <a:pt x="57" y="30"/>
                  <a:pt x="60" y="30"/>
                </a:cubicBezTo>
                <a:cubicBezTo>
                  <a:pt x="103" y="30"/>
                  <a:pt x="103" y="30"/>
                  <a:pt x="103" y="30"/>
                </a:cubicBezTo>
                <a:cubicBezTo>
                  <a:pt x="106" y="30"/>
                  <a:pt x="108" y="27"/>
                  <a:pt x="108" y="24"/>
                </a:cubicBezTo>
                <a:cubicBezTo>
                  <a:pt x="108" y="21"/>
                  <a:pt x="106" y="19"/>
                  <a:pt x="103" y="19"/>
                </a:cubicBezTo>
                <a:cubicBezTo>
                  <a:pt x="60" y="19"/>
                  <a:pt x="60" y="19"/>
                  <a:pt x="60" y="19"/>
                </a:cubicBezTo>
                <a:cubicBezTo>
                  <a:pt x="57" y="19"/>
                  <a:pt x="55" y="21"/>
                  <a:pt x="55" y="24"/>
                </a:cubicBezTo>
                <a:close/>
                <a:moveTo>
                  <a:pt x="98" y="257"/>
                </a:moveTo>
                <a:cubicBezTo>
                  <a:pt x="98" y="248"/>
                  <a:pt x="91" y="241"/>
                  <a:pt x="81" y="241"/>
                </a:cubicBezTo>
                <a:cubicBezTo>
                  <a:pt x="72" y="241"/>
                  <a:pt x="65" y="248"/>
                  <a:pt x="65" y="257"/>
                </a:cubicBezTo>
                <a:cubicBezTo>
                  <a:pt x="65" y="266"/>
                  <a:pt x="72" y="274"/>
                  <a:pt x="81" y="274"/>
                </a:cubicBezTo>
                <a:cubicBezTo>
                  <a:pt x="91" y="274"/>
                  <a:pt x="98" y="266"/>
                  <a:pt x="98" y="25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67" name="Freeform 69"/>
          <p:cNvSpPr>
            <a:spLocks noEditPoints="1"/>
          </p:cNvSpPr>
          <p:nvPr/>
        </p:nvSpPr>
        <p:spPr bwMode="auto">
          <a:xfrm>
            <a:off x="10236248" y="3600798"/>
            <a:ext cx="330459" cy="260428"/>
          </a:xfrm>
          <a:custGeom>
            <a:avLst/>
            <a:gdLst>
              <a:gd name="T0" fmla="*/ 264 w 292"/>
              <a:gd name="T1" fmla="*/ 2 h 229"/>
              <a:gd name="T2" fmla="*/ 292 w 292"/>
              <a:gd name="T3" fmla="*/ 29 h 229"/>
              <a:gd name="T4" fmla="*/ 292 w 292"/>
              <a:gd name="T5" fmla="*/ 202 h 229"/>
              <a:gd name="T6" fmla="*/ 264 w 292"/>
              <a:gd name="T7" fmla="*/ 229 h 229"/>
              <a:gd name="T8" fmla="*/ 27 w 292"/>
              <a:gd name="T9" fmla="*/ 229 h 229"/>
              <a:gd name="T10" fmla="*/ 0 w 292"/>
              <a:gd name="T11" fmla="*/ 202 h 229"/>
              <a:gd name="T12" fmla="*/ 0 w 292"/>
              <a:gd name="T13" fmla="*/ 29 h 229"/>
              <a:gd name="T14" fmla="*/ 27 w 292"/>
              <a:gd name="T15" fmla="*/ 2 h 229"/>
              <a:gd name="T16" fmla="*/ 264 w 292"/>
              <a:gd name="T17" fmla="*/ 2 h 229"/>
              <a:gd name="T18" fmla="*/ 89 w 292"/>
              <a:gd name="T19" fmla="*/ 50 h 229"/>
              <a:gd name="T20" fmla="*/ 89 w 292"/>
              <a:gd name="T21" fmla="*/ 181 h 229"/>
              <a:gd name="T22" fmla="*/ 220 w 292"/>
              <a:gd name="T23" fmla="*/ 116 h 229"/>
              <a:gd name="T24" fmla="*/ 89 w 292"/>
              <a:gd name="T25" fmla="*/ 50 h 2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292" h="229">
                <a:moveTo>
                  <a:pt x="264" y="2"/>
                </a:moveTo>
                <a:cubicBezTo>
                  <a:pt x="284" y="2"/>
                  <a:pt x="292" y="10"/>
                  <a:pt x="292" y="29"/>
                </a:cubicBezTo>
                <a:cubicBezTo>
                  <a:pt x="292" y="202"/>
                  <a:pt x="292" y="202"/>
                  <a:pt x="292" y="202"/>
                </a:cubicBezTo>
                <a:cubicBezTo>
                  <a:pt x="292" y="220"/>
                  <a:pt x="284" y="229"/>
                  <a:pt x="264" y="229"/>
                </a:cubicBezTo>
                <a:cubicBezTo>
                  <a:pt x="27" y="229"/>
                  <a:pt x="27" y="229"/>
                  <a:pt x="27" y="229"/>
                </a:cubicBezTo>
                <a:cubicBezTo>
                  <a:pt x="9" y="229"/>
                  <a:pt x="0" y="220"/>
                  <a:pt x="0" y="202"/>
                </a:cubicBezTo>
                <a:cubicBezTo>
                  <a:pt x="0" y="29"/>
                  <a:pt x="0" y="29"/>
                  <a:pt x="0" y="29"/>
                </a:cubicBezTo>
                <a:cubicBezTo>
                  <a:pt x="0" y="10"/>
                  <a:pt x="9" y="0"/>
                  <a:pt x="27" y="2"/>
                </a:cubicBezTo>
                <a:lnTo>
                  <a:pt x="264" y="2"/>
                </a:lnTo>
                <a:close/>
                <a:moveTo>
                  <a:pt x="89" y="50"/>
                </a:moveTo>
                <a:cubicBezTo>
                  <a:pt x="89" y="181"/>
                  <a:pt x="89" y="181"/>
                  <a:pt x="89" y="181"/>
                </a:cubicBezTo>
                <a:cubicBezTo>
                  <a:pt x="220" y="116"/>
                  <a:pt x="220" y="116"/>
                  <a:pt x="220" y="116"/>
                </a:cubicBezTo>
                <a:lnTo>
                  <a:pt x="89" y="5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68" name="Freeform 70"/>
          <p:cNvSpPr>
            <a:spLocks noEditPoints="1"/>
          </p:cNvSpPr>
          <p:nvPr/>
        </p:nvSpPr>
        <p:spPr bwMode="auto">
          <a:xfrm>
            <a:off x="10645492" y="3554840"/>
            <a:ext cx="315139" cy="315139"/>
          </a:xfrm>
          <a:custGeom>
            <a:avLst/>
            <a:gdLst>
              <a:gd name="T0" fmla="*/ 280 w 280"/>
              <a:gd name="T1" fmla="*/ 140 h 280"/>
              <a:gd name="T2" fmla="*/ 140 w 280"/>
              <a:gd name="T3" fmla="*/ 280 h 280"/>
              <a:gd name="T4" fmla="*/ 0 w 280"/>
              <a:gd name="T5" fmla="*/ 140 h 280"/>
              <a:gd name="T6" fmla="*/ 140 w 280"/>
              <a:gd name="T7" fmla="*/ 0 h 280"/>
              <a:gd name="T8" fmla="*/ 280 w 280"/>
              <a:gd name="T9" fmla="*/ 140 h 280"/>
              <a:gd name="T10" fmla="*/ 249 w 280"/>
              <a:gd name="T11" fmla="*/ 140 h 280"/>
              <a:gd name="T12" fmla="*/ 140 w 280"/>
              <a:gd name="T13" fmla="*/ 31 h 280"/>
              <a:gd name="T14" fmla="*/ 30 w 280"/>
              <a:gd name="T15" fmla="*/ 140 h 280"/>
              <a:gd name="T16" fmla="*/ 140 w 280"/>
              <a:gd name="T17" fmla="*/ 249 h 280"/>
              <a:gd name="T18" fmla="*/ 249 w 280"/>
              <a:gd name="T19" fmla="*/ 140 h 280"/>
              <a:gd name="T20" fmla="*/ 57 w 280"/>
              <a:gd name="T21" fmla="*/ 131 h 280"/>
              <a:gd name="T22" fmla="*/ 65 w 280"/>
              <a:gd name="T23" fmla="*/ 139 h 280"/>
              <a:gd name="T24" fmla="*/ 57 w 280"/>
              <a:gd name="T25" fmla="*/ 148 h 280"/>
              <a:gd name="T26" fmla="*/ 49 w 280"/>
              <a:gd name="T27" fmla="*/ 139 h 280"/>
              <a:gd name="T28" fmla="*/ 57 w 280"/>
              <a:gd name="T29" fmla="*/ 131 h 280"/>
              <a:gd name="T30" fmla="*/ 181 w 280"/>
              <a:gd name="T31" fmla="*/ 126 h 280"/>
              <a:gd name="T32" fmla="*/ 144 w 280"/>
              <a:gd name="T33" fmla="*/ 126 h 280"/>
              <a:gd name="T34" fmla="*/ 99 w 280"/>
              <a:gd name="T35" fmla="*/ 77 h 280"/>
              <a:gd name="T36" fmla="*/ 77 w 280"/>
              <a:gd name="T37" fmla="*/ 98 h 280"/>
              <a:gd name="T38" fmla="*/ 126 w 280"/>
              <a:gd name="T39" fmla="*/ 152 h 280"/>
              <a:gd name="T40" fmla="*/ 137 w 280"/>
              <a:gd name="T41" fmla="*/ 157 h 280"/>
              <a:gd name="T42" fmla="*/ 181 w 280"/>
              <a:gd name="T43" fmla="*/ 157 h 280"/>
              <a:gd name="T44" fmla="*/ 181 w 280"/>
              <a:gd name="T45" fmla="*/ 126 h 280"/>
              <a:gd name="T46" fmla="*/ 83 w 280"/>
              <a:gd name="T47" fmla="*/ 192 h 280"/>
              <a:gd name="T48" fmla="*/ 91 w 280"/>
              <a:gd name="T49" fmla="*/ 200 h 280"/>
              <a:gd name="T50" fmla="*/ 83 w 280"/>
              <a:gd name="T51" fmla="*/ 208 h 280"/>
              <a:gd name="T52" fmla="*/ 75 w 280"/>
              <a:gd name="T53" fmla="*/ 200 h 280"/>
              <a:gd name="T54" fmla="*/ 83 w 280"/>
              <a:gd name="T55" fmla="*/ 192 h 280"/>
              <a:gd name="T56" fmla="*/ 139 w 280"/>
              <a:gd name="T57" fmla="*/ 214 h 280"/>
              <a:gd name="T58" fmla="*/ 147 w 280"/>
              <a:gd name="T59" fmla="*/ 222 h 280"/>
              <a:gd name="T60" fmla="*/ 139 w 280"/>
              <a:gd name="T61" fmla="*/ 230 h 280"/>
              <a:gd name="T62" fmla="*/ 131 w 280"/>
              <a:gd name="T63" fmla="*/ 222 h 280"/>
              <a:gd name="T64" fmla="*/ 139 w 280"/>
              <a:gd name="T65" fmla="*/ 214 h 280"/>
              <a:gd name="T66" fmla="*/ 139 w 280"/>
              <a:gd name="T67" fmla="*/ 50 h 280"/>
              <a:gd name="T68" fmla="*/ 148 w 280"/>
              <a:gd name="T69" fmla="*/ 58 h 280"/>
              <a:gd name="T70" fmla="*/ 139 w 280"/>
              <a:gd name="T71" fmla="*/ 66 h 280"/>
              <a:gd name="T72" fmla="*/ 131 w 280"/>
              <a:gd name="T73" fmla="*/ 58 h 280"/>
              <a:gd name="T74" fmla="*/ 139 w 280"/>
              <a:gd name="T75" fmla="*/ 50 h 280"/>
              <a:gd name="T76" fmla="*/ 197 w 280"/>
              <a:gd name="T77" fmla="*/ 72 h 280"/>
              <a:gd name="T78" fmla="*/ 205 w 280"/>
              <a:gd name="T79" fmla="*/ 80 h 280"/>
              <a:gd name="T80" fmla="*/ 197 w 280"/>
              <a:gd name="T81" fmla="*/ 89 h 280"/>
              <a:gd name="T82" fmla="*/ 189 w 280"/>
              <a:gd name="T83" fmla="*/ 80 h 280"/>
              <a:gd name="T84" fmla="*/ 197 w 280"/>
              <a:gd name="T85" fmla="*/ 72 h 280"/>
              <a:gd name="T86" fmla="*/ 199 w 280"/>
              <a:gd name="T87" fmla="*/ 189 h 280"/>
              <a:gd name="T88" fmla="*/ 208 w 280"/>
              <a:gd name="T89" fmla="*/ 197 h 280"/>
              <a:gd name="T90" fmla="*/ 199 w 280"/>
              <a:gd name="T91" fmla="*/ 205 h 280"/>
              <a:gd name="T92" fmla="*/ 191 w 280"/>
              <a:gd name="T93" fmla="*/ 197 h 280"/>
              <a:gd name="T94" fmla="*/ 199 w 280"/>
              <a:gd name="T95" fmla="*/ 189 h 280"/>
              <a:gd name="T96" fmla="*/ 222 w 280"/>
              <a:gd name="T97" fmla="*/ 131 h 280"/>
              <a:gd name="T98" fmla="*/ 230 w 280"/>
              <a:gd name="T99" fmla="*/ 139 h 280"/>
              <a:gd name="T100" fmla="*/ 222 w 280"/>
              <a:gd name="T101" fmla="*/ 148 h 280"/>
              <a:gd name="T102" fmla="*/ 214 w 280"/>
              <a:gd name="T103" fmla="*/ 139 h 280"/>
              <a:gd name="T104" fmla="*/ 222 w 280"/>
              <a:gd name="T105" fmla="*/ 131 h 2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280" h="280">
                <a:moveTo>
                  <a:pt x="280" y="140"/>
                </a:moveTo>
                <a:cubicBezTo>
                  <a:pt x="280" y="217"/>
                  <a:pt x="217" y="280"/>
                  <a:pt x="140" y="280"/>
                </a:cubicBezTo>
                <a:cubicBezTo>
                  <a:pt x="62" y="280"/>
                  <a:pt x="0" y="217"/>
                  <a:pt x="0" y="140"/>
                </a:cubicBezTo>
                <a:cubicBezTo>
                  <a:pt x="0" y="63"/>
                  <a:pt x="62" y="0"/>
                  <a:pt x="140" y="0"/>
                </a:cubicBezTo>
                <a:cubicBezTo>
                  <a:pt x="217" y="0"/>
                  <a:pt x="280" y="63"/>
                  <a:pt x="280" y="140"/>
                </a:cubicBezTo>
                <a:close/>
                <a:moveTo>
                  <a:pt x="249" y="140"/>
                </a:moveTo>
                <a:cubicBezTo>
                  <a:pt x="249" y="80"/>
                  <a:pt x="200" y="31"/>
                  <a:pt x="140" y="31"/>
                </a:cubicBezTo>
                <a:cubicBezTo>
                  <a:pt x="80" y="31"/>
                  <a:pt x="30" y="80"/>
                  <a:pt x="30" y="140"/>
                </a:cubicBezTo>
                <a:cubicBezTo>
                  <a:pt x="30" y="200"/>
                  <a:pt x="80" y="249"/>
                  <a:pt x="140" y="249"/>
                </a:cubicBezTo>
                <a:cubicBezTo>
                  <a:pt x="200" y="249"/>
                  <a:pt x="249" y="200"/>
                  <a:pt x="249" y="140"/>
                </a:cubicBezTo>
                <a:close/>
                <a:moveTo>
                  <a:pt x="57" y="131"/>
                </a:moveTo>
                <a:cubicBezTo>
                  <a:pt x="61" y="131"/>
                  <a:pt x="65" y="135"/>
                  <a:pt x="65" y="139"/>
                </a:cubicBezTo>
                <a:cubicBezTo>
                  <a:pt x="65" y="144"/>
                  <a:pt x="61" y="148"/>
                  <a:pt x="57" y="148"/>
                </a:cubicBezTo>
                <a:cubicBezTo>
                  <a:pt x="53" y="148"/>
                  <a:pt x="49" y="144"/>
                  <a:pt x="49" y="139"/>
                </a:cubicBezTo>
                <a:cubicBezTo>
                  <a:pt x="49" y="135"/>
                  <a:pt x="53" y="131"/>
                  <a:pt x="57" y="131"/>
                </a:cubicBezTo>
                <a:close/>
                <a:moveTo>
                  <a:pt x="181" y="126"/>
                </a:moveTo>
                <a:cubicBezTo>
                  <a:pt x="144" y="126"/>
                  <a:pt x="144" y="126"/>
                  <a:pt x="144" y="126"/>
                </a:cubicBezTo>
                <a:cubicBezTo>
                  <a:pt x="99" y="77"/>
                  <a:pt x="99" y="77"/>
                  <a:pt x="99" y="77"/>
                </a:cubicBezTo>
                <a:cubicBezTo>
                  <a:pt x="85" y="63"/>
                  <a:pt x="63" y="84"/>
                  <a:pt x="77" y="98"/>
                </a:cubicBezTo>
                <a:cubicBezTo>
                  <a:pt x="126" y="152"/>
                  <a:pt x="126" y="152"/>
                  <a:pt x="126" y="152"/>
                </a:cubicBezTo>
                <a:cubicBezTo>
                  <a:pt x="129" y="155"/>
                  <a:pt x="133" y="157"/>
                  <a:pt x="137" y="157"/>
                </a:cubicBezTo>
                <a:cubicBezTo>
                  <a:pt x="181" y="157"/>
                  <a:pt x="181" y="157"/>
                  <a:pt x="181" y="157"/>
                </a:cubicBezTo>
                <a:cubicBezTo>
                  <a:pt x="200" y="157"/>
                  <a:pt x="202" y="126"/>
                  <a:pt x="181" y="126"/>
                </a:cubicBezTo>
                <a:close/>
                <a:moveTo>
                  <a:pt x="83" y="192"/>
                </a:moveTo>
                <a:cubicBezTo>
                  <a:pt x="87" y="192"/>
                  <a:pt x="91" y="195"/>
                  <a:pt x="91" y="200"/>
                </a:cubicBezTo>
                <a:cubicBezTo>
                  <a:pt x="91" y="204"/>
                  <a:pt x="87" y="208"/>
                  <a:pt x="83" y="208"/>
                </a:cubicBezTo>
                <a:cubicBezTo>
                  <a:pt x="79" y="208"/>
                  <a:pt x="75" y="204"/>
                  <a:pt x="75" y="200"/>
                </a:cubicBezTo>
                <a:cubicBezTo>
                  <a:pt x="75" y="195"/>
                  <a:pt x="79" y="192"/>
                  <a:pt x="83" y="192"/>
                </a:cubicBezTo>
                <a:close/>
                <a:moveTo>
                  <a:pt x="139" y="214"/>
                </a:moveTo>
                <a:cubicBezTo>
                  <a:pt x="143" y="214"/>
                  <a:pt x="147" y="218"/>
                  <a:pt x="147" y="222"/>
                </a:cubicBezTo>
                <a:cubicBezTo>
                  <a:pt x="147" y="226"/>
                  <a:pt x="143" y="230"/>
                  <a:pt x="139" y="230"/>
                </a:cubicBezTo>
                <a:cubicBezTo>
                  <a:pt x="135" y="230"/>
                  <a:pt x="131" y="226"/>
                  <a:pt x="131" y="222"/>
                </a:cubicBezTo>
                <a:cubicBezTo>
                  <a:pt x="131" y="218"/>
                  <a:pt x="135" y="214"/>
                  <a:pt x="139" y="214"/>
                </a:cubicBezTo>
                <a:close/>
                <a:moveTo>
                  <a:pt x="139" y="50"/>
                </a:moveTo>
                <a:cubicBezTo>
                  <a:pt x="144" y="50"/>
                  <a:pt x="148" y="54"/>
                  <a:pt x="148" y="58"/>
                </a:cubicBezTo>
                <a:cubicBezTo>
                  <a:pt x="148" y="62"/>
                  <a:pt x="144" y="66"/>
                  <a:pt x="139" y="66"/>
                </a:cubicBezTo>
                <a:cubicBezTo>
                  <a:pt x="135" y="66"/>
                  <a:pt x="131" y="62"/>
                  <a:pt x="131" y="58"/>
                </a:cubicBezTo>
                <a:cubicBezTo>
                  <a:pt x="131" y="54"/>
                  <a:pt x="135" y="50"/>
                  <a:pt x="139" y="50"/>
                </a:cubicBezTo>
                <a:close/>
                <a:moveTo>
                  <a:pt x="197" y="72"/>
                </a:moveTo>
                <a:cubicBezTo>
                  <a:pt x="201" y="72"/>
                  <a:pt x="205" y="76"/>
                  <a:pt x="205" y="80"/>
                </a:cubicBezTo>
                <a:cubicBezTo>
                  <a:pt x="205" y="85"/>
                  <a:pt x="201" y="89"/>
                  <a:pt x="197" y="89"/>
                </a:cubicBezTo>
                <a:cubicBezTo>
                  <a:pt x="192" y="89"/>
                  <a:pt x="189" y="85"/>
                  <a:pt x="189" y="80"/>
                </a:cubicBezTo>
                <a:cubicBezTo>
                  <a:pt x="189" y="76"/>
                  <a:pt x="192" y="72"/>
                  <a:pt x="197" y="72"/>
                </a:cubicBezTo>
                <a:close/>
                <a:moveTo>
                  <a:pt x="199" y="189"/>
                </a:moveTo>
                <a:cubicBezTo>
                  <a:pt x="204" y="189"/>
                  <a:pt x="208" y="193"/>
                  <a:pt x="208" y="197"/>
                </a:cubicBezTo>
                <a:cubicBezTo>
                  <a:pt x="208" y="201"/>
                  <a:pt x="204" y="205"/>
                  <a:pt x="199" y="205"/>
                </a:cubicBezTo>
                <a:cubicBezTo>
                  <a:pt x="195" y="205"/>
                  <a:pt x="191" y="201"/>
                  <a:pt x="191" y="197"/>
                </a:cubicBezTo>
                <a:cubicBezTo>
                  <a:pt x="191" y="193"/>
                  <a:pt x="195" y="189"/>
                  <a:pt x="199" y="189"/>
                </a:cubicBezTo>
                <a:close/>
                <a:moveTo>
                  <a:pt x="222" y="131"/>
                </a:moveTo>
                <a:cubicBezTo>
                  <a:pt x="227" y="131"/>
                  <a:pt x="230" y="135"/>
                  <a:pt x="230" y="139"/>
                </a:cubicBezTo>
                <a:cubicBezTo>
                  <a:pt x="230" y="144"/>
                  <a:pt x="227" y="148"/>
                  <a:pt x="222" y="148"/>
                </a:cubicBezTo>
                <a:cubicBezTo>
                  <a:pt x="218" y="148"/>
                  <a:pt x="214" y="144"/>
                  <a:pt x="214" y="139"/>
                </a:cubicBezTo>
                <a:cubicBezTo>
                  <a:pt x="214" y="135"/>
                  <a:pt x="218" y="131"/>
                  <a:pt x="222" y="13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69" name="Freeform 71"/>
          <p:cNvSpPr>
            <a:spLocks noEditPoints="1"/>
          </p:cNvSpPr>
          <p:nvPr/>
        </p:nvSpPr>
        <p:spPr bwMode="auto">
          <a:xfrm>
            <a:off x="11019717" y="3554840"/>
            <a:ext cx="317328" cy="315139"/>
          </a:xfrm>
          <a:custGeom>
            <a:avLst/>
            <a:gdLst>
              <a:gd name="T0" fmla="*/ 280 w 280"/>
              <a:gd name="T1" fmla="*/ 140 h 280"/>
              <a:gd name="T2" fmla="*/ 140 w 280"/>
              <a:gd name="T3" fmla="*/ 280 h 280"/>
              <a:gd name="T4" fmla="*/ 0 w 280"/>
              <a:gd name="T5" fmla="*/ 140 h 280"/>
              <a:gd name="T6" fmla="*/ 140 w 280"/>
              <a:gd name="T7" fmla="*/ 0 h 280"/>
              <a:gd name="T8" fmla="*/ 280 w 280"/>
              <a:gd name="T9" fmla="*/ 140 h 280"/>
              <a:gd name="T10" fmla="*/ 249 w 280"/>
              <a:gd name="T11" fmla="*/ 140 h 280"/>
              <a:gd name="T12" fmla="*/ 140 w 280"/>
              <a:gd name="T13" fmla="*/ 31 h 280"/>
              <a:gd name="T14" fmla="*/ 30 w 280"/>
              <a:gd name="T15" fmla="*/ 140 h 280"/>
              <a:gd name="T16" fmla="*/ 140 w 280"/>
              <a:gd name="T17" fmla="*/ 249 h 280"/>
              <a:gd name="T18" fmla="*/ 249 w 280"/>
              <a:gd name="T19" fmla="*/ 140 h 280"/>
              <a:gd name="T20" fmla="*/ 177 w 280"/>
              <a:gd name="T21" fmla="*/ 126 h 280"/>
              <a:gd name="T22" fmla="*/ 144 w 280"/>
              <a:gd name="T23" fmla="*/ 126 h 280"/>
              <a:gd name="T24" fmla="*/ 103 w 280"/>
              <a:gd name="T25" fmla="*/ 81 h 280"/>
              <a:gd name="T26" fmla="*/ 81 w 280"/>
              <a:gd name="T27" fmla="*/ 102 h 280"/>
              <a:gd name="T28" fmla="*/ 126 w 280"/>
              <a:gd name="T29" fmla="*/ 152 h 280"/>
              <a:gd name="T30" fmla="*/ 137 w 280"/>
              <a:gd name="T31" fmla="*/ 157 h 280"/>
              <a:gd name="T32" fmla="*/ 177 w 280"/>
              <a:gd name="T33" fmla="*/ 157 h 280"/>
              <a:gd name="T34" fmla="*/ 177 w 280"/>
              <a:gd name="T35" fmla="*/ 126 h 2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80" h="280">
                <a:moveTo>
                  <a:pt x="280" y="140"/>
                </a:moveTo>
                <a:cubicBezTo>
                  <a:pt x="280" y="217"/>
                  <a:pt x="217" y="280"/>
                  <a:pt x="140" y="280"/>
                </a:cubicBezTo>
                <a:cubicBezTo>
                  <a:pt x="62" y="280"/>
                  <a:pt x="0" y="217"/>
                  <a:pt x="0" y="140"/>
                </a:cubicBezTo>
                <a:cubicBezTo>
                  <a:pt x="0" y="63"/>
                  <a:pt x="62" y="0"/>
                  <a:pt x="140" y="0"/>
                </a:cubicBezTo>
                <a:cubicBezTo>
                  <a:pt x="217" y="0"/>
                  <a:pt x="280" y="63"/>
                  <a:pt x="280" y="140"/>
                </a:cubicBezTo>
                <a:close/>
                <a:moveTo>
                  <a:pt x="249" y="140"/>
                </a:moveTo>
                <a:cubicBezTo>
                  <a:pt x="249" y="80"/>
                  <a:pt x="200" y="31"/>
                  <a:pt x="140" y="31"/>
                </a:cubicBezTo>
                <a:cubicBezTo>
                  <a:pt x="79" y="31"/>
                  <a:pt x="30" y="80"/>
                  <a:pt x="30" y="140"/>
                </a:cubicBezTo>
                <a:cubicBezTo>
                  <a:pt x="30" y="200"/>
                  <a:pt x="79" y="249"/>
                  <a:pt x="140" y="249"/>
                </a:cubicBezTo>
                <a:cubicBezTo>
                  <a:pt x="200" y="249"/>
                  <a:pt x="249" y="200"/>
                  <a:pt x="249" y="140"/>
                </a:cubicBezTo>
                <a:close/>
                <a:moveTo>
                  <a:pt x="177" y="126"/>
                </a:moveTo>
                <a:cubicBezTo>
                  <a:pt x="144" y="126"/>
                  <a:pt x="144" y="126"/>
                  <a:pt x="144" y="126"/>
                </a:cubicBezTo>
                <a:cubicBezTo>
                  <a:pt x="103" y="81"/>
                  <a:pt x="103" y="81"/>
                  <a:pt x="103" y="81"/>
                </a:cubicBezTo>
                <a:cubicBezTo>
                  <a:pt x="89" y="67"/>
                  <a:pt x="67" y="88"/>
                  <a:pt x="81" y="102"/>
                </a:cubicBezTo>
                <a:cubicBezTo>
                  <a:pt x="126" y="152"/>
                  <a:pt x="126" y="152"/>
                  <a:pt x="126" y="152"/>
                </a:cubicBezTo>
                <a:cubicBezTo>
                  <a:pt x="128" y="155"/>
                  <a:pt x="132" y="157"/>
                  <a:pt x="137" y="157"/>
                </a:cubicBezTo>
                <a:cubicBezTo>
                  <a:pt x="177" y="157"/>
                  <a:pt x="177" y="157"/>
                  <a:pt x="177" y="157"/>
                </a:cubicBezTo>
                <a:cubicBezTo>
                  <a:pt x="196" y="157"/>
                  <a:pt x="198" y="126"/>
                  <a:pt x="177" y="12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70" name="Freeform 72"/>
          <p:cNvSpPr>
            <a:spLocks noEditPoints="1"/>
          </p:cNvSpPr>
          <p:nvPr/>
        </p:nvSpPr>
        <p:spPr bwMode="auto">
          <a:xfrm>
            <a:off x="2272437" y="4401776"/>
            <a:ext cx="354531" cy="271369"/>
          </a:xfrm>
          <a:custGeom>
            <a:avLst/>
            <a:gdLst>
              <a:gd name="T0" fmla="*/ 314 w 314"/>
              <a:gd name="T1" fmla="*/ 21 h 239"/>
              <a:gd name="T2" fmla="*/ 314 w 314"/>
              <a:gd name="T3" fmla="*/ 239 h 239"/>
              <a:gd name="T4" fmla="*/ 0 w 314"/>
              <a:gd name="T5" fmla="*/ 239 h 239"/>
              <a:gd name="T6" fmla="*/ 0 w 314"/>
              <a:gd name="T7" fmla="*/ 21 h 239"/>
              <a:gd name="T8" fmla="*/ 49 w 314"/>
              <a:gd name="T9" fmla="*/ 21 h 239"/>
              <a:gd name="T10" fmla="*/ 49 w 314"/>
              <a:gd name="T11" fmla="*/ 0 h 239"/>
              <a:gd name="T12" fmla="*/ 80 w 314"/>
              <a:gd name="T13" fmla="*/ 0 h 239"/>
              <a:gd name="T14" fmla="*/ 80 w 314"/>
              <a:gd name="T15" fmla="*/ 21 h 239"/>
              <a:gd name="T16" fmla="*/ 314 w 314"/>
              <a:gd name="T17" fmla="*/ 21 h 239"/>
              <a:gd name="T18" fmla="*/ 298 w 314"/>
              <a:gd name="T19" fmla="*/ 37 h 239"/>
              <a:gd name="T20" fmla="*/ 16 w 314"/>
              <a:gd name="T21" fmla="*/ 37 h 239"/>
              <a:gd name="T22" fmla="*/ 16 w 314"/>
              <a:gd name="T23" fmla="*/ 102 h 239"/>
              <a:gd name="T24" fmla="*/ 102 w 314"/>
              <a:gd name="T25" fmla="*/ 102 h 239"/>
              <a:gd name="T26" fmla="*/ 158 w 314"/>
              <a:gd name="T27" fmla="*/ 75 h 239"/>
              <a:gd name="T28" fmla="*/ 212 w 314"/>
              <a:gd name="T29" fmla="*/ 102 h 239"/>
              <a:gd name="T30" fmla="*/ 298 w 314"/>
              <a:gd name="T31" fmla="*/ 102 h 239"/>
              <a:gd name="T32" fmla="*/ 298 w 314"/>
              <a:gd name="T33" fmla="*/ 37 h 239"/>
              <a:gd name="T34" fmla="*/ 158 w 314"/>
              <a:gd name="T35" fmla="*/ 87 h 239"/>
              <a:gd name="T36" fmla="*/ 99 w 314"/>
              <a:gd name="T37" fmla="*/ 146 h 239"/>
              <a:gd name="T38" fmla="*/ 158 w 314"/>
              <a:gd name="T39" fmla="*/ 204 h 239"/>
              <a:gd name="T40" fmla="*/ 216 w 314"/>
              <a:gd name="T41" fmla="*/ 146 h 239"/>
              <a:gd name="T42" fmla="*/ 158 w 314"/>
              <a:gd name="T43" fmla="*/ 87 h 239"/>
              <a:gd name="T44" fmla="*/ 158 w 314"/>
              <a:gd name="T45" fmla="*/ 112 h 239"/>
              <a:gd name="T46" fmla="*/ 123 w 314"/>
              <a:gd name="T47" fmla="*/ 146 h 239"/>
              <a:gd name="T48" fmla="*/ 158 w 314"/>
              <a:gd name="T49" fmla="*/ 179 h 239"/>
              <a:gd name="T50" fmla="*/ 191 w 314"/>
              <a:gd name="T51" fmla="*/ 146 h 239"/>
              <a:gd name="T52" fmla="*/ 158 w 314"/>
              <a:gd name="T53" fmla="*/ 112 h 2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314" h="239">
                <a:moveTo>
                  <a:pt x="314" y="21"/>
                </a:moveTo>
                <a:cubicBezTo>
                  <a:pt x="314" y="239"/>
                  <a:pt x="314" y="239"/>
                  <a:pt x="314" y="239"/>
                </a:cubicBezTo>
                <a:cubicBezTo>
                  <a:pt x="0" y="239"/>
                  <a:pt x="0" y="239"/>
                  <a:pt x="0" y="239"/>
                </a:cubicBezTo>
                <a:cubicBezTo>
                  <a:pt x="0" y="21"/>
                  <a:pt x="0" y="21"/>
                  <a:pt x="0" y="21"/>
                </a:cubicBezTo>
                <a:cubicBezTo>
                  <a:pt x="49" y="21"/>
                  <a:pt x="49" y="21"/>
                  <a:pt x="49" y="21"/>
                </a:cubicBezTo>
                <a:cubicBezTo>
                  <a:pt x="49" y="0"/>
                  <a:pt x="49" y="0"/>
                  <a:pt x="49" y="0"/>
                </a:cubicBezTo>
                <a:cubicBezTo>
                  <a:pt x="80" y="0"/>
                  <a:pt x="80" y="0"/>
                  <a:pt x="80" y="0"/>
                </a:cubicBezTo>
                <a:cubicBezTo>
                  <a:pt x="80" y="21"/>
                  <a:pt x="80" y="21"/>
                  <a:pt x="80" y="21"/>
                </a:cubicBezTo>
                <a:lnTo>
                  <a:pt x="314" y="21"/>
                </a:lnTo>
                <a:close/>
                <a:moveTo>
                  <a:pt x="298" y="37"/>
                </a:moveTo>
                <a:cubicBezTo>
                  <a:pt x="16" y="37"/>
                  <a:pt x="16" y="37"/>
                  <a:pt x="16" y="37"/>
                </a:cubicBezTo>
                <a:cubicBezTo>
                  <a:pt x="16" y="102"/>
                  <a:pt x="16" y="102"/>
                  <a:pt x="16" y="102"/>
                </a:cubicBezTo>
                <a:cubicBezTo>
                  <a:pt x="102" y="102"/>
                  <a:pt x="102" y="102"/>
                  <a:pt x="102" y="102"/>
                </a:cubicBezTo>
                <a:cubicBezTo>
                  <a:pt x="115" y="86"/>
                  <a:pt x="135" y="75"/>
                  <a:pt x="158" y="75"/>
                </a:cubicBezTo>
                <a:cubicBezTo>
                  <a:pt x="179" y="75"/>
                  <a:pt x="199" y="86"/>
                  <a:pt x="212" y="102"/>
                </a:cubicBezTo>
                <a:cubicBezTo>
                  <a:pt x="298" y="102"/>
                  <a:pt x="298" y="102"/>
                  <a:pt x="298" y="102"/>
                </a:cubicBezTo>
                <a:lnTo>
                  <a:pt x="298" y="37"/>
                </a:lnTo>
                <a:close/>
                <a:moveTo>
                  <a:pt x="158" y="87"/>
                </a:moveTo>
                <a:cubicBezTo>
                  <a:pt x="125" y="87"/>
                  <a:pt x="99" y="113"/>
                  <a:pt x="99" y="146"/>
                </a:cubicBezTo>
                <a:cubicBezTo>
                  <a:pt x="99" y="178"/>
                  <a:pt x="125" y="204"/>
                  <a:pt x="158" y="204"/>
                </a:cubicBezTo>
                <a:cubicBezTo>
                  <a:pt x="189" y="204"/>
                  <a:pt x="216" y="178"/>
                  <a:pt x="216" y="146"/>
                </a:cubicBezTo>
                <a:cubicBezTo>
                  <a:pt x="216" y="113"/>
                  <a:pt x="189" y="87"/>
                  <a:pt x="158" y="87"/>
                </a:cubicBezTo>
                <a:close/>
                <a:moveTo>
                  <a:pt x="158" y="112"/>
                </a:moveTo>
                <a:cubicBezTo>
                  <a:pt x="139" y="112"/>
                  <a:pt x="123" y="127"/>
                  <a:pt x="123" y="146"/>
                </a:cubicBezTo>
                <a:cubicBezTo>
                  <a:pt x="123" y="164"/>
                  <a:pt x="139" y="179"/>
                  <a:pt x="158" y="179"/>
                </a:cubicBezTo>
                <a:cubicBezTo>
                  <a:pt x="176" y="179"/>
                  <a:pt x="191" y="164"/>
                  <a:pt x="191" y="146"/>
                </a:cubicBezTo>
                <a:cubicBezTo>
                  <a:pt x="191" y="127"/>
                  <a:pt x="176" y="112"/>
                  <a:pt x="158" y="11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71" name="Freeform 73"/>
          <p:cNvSpPr>
            <a:spLocks noEditPoints="1"/>
          </p:cNvSpPr>
          <p:nvPr/>
        </p:nvSpPr>
        <p:spPr bwMode="auto">
          <a:xfrm>
            <a:off x="2718884" y="4358005"/>
            <a:ext cx="310761" cy="356720"/>
          </a:xfrm>
          <a:custGeom>
            <a:avLst/>
            <a:gdLst>
              <a:gd name="T0" fmla="*/ 125 w 275"/>
              <a:gd name="T1" fmla="*/ 265 h 316"/>
              <a:gd name="T2" fmla="*/ 73 w 275"/>
              <a:gd name="T3" fmla="*/ 284 h 316"/>
              <a:gd name="T4" fmla="*/ 68 w 275"/>
              <a:gd name="T5" fmla="*/ 275 h 316"/>
              <a:gd name="T6" fmla="*/ 125 w 275"/>
              <a:gd name="T7" fmla="*/ 241 h 316"/>
              <a:gd name="T8" fmla="*/ 125 w 275"/>
              <a:gd name="T9" fmla="*/ 221 h 316"/>
              <a:gd name="T10" fmla="*/ 16 w 275"/>
              <a:gd name="T11" fmla="*/ 221 h 316"/>
              <a:gd name="T12" fmla="*/ 0 w 275"/>
              <a:gd name="T13" fmla="*/ 205 h 316"/>
              <a:gd name="T14" fmla="*/ 14 w 275"/>
              <a:gd name="T15" fmla="*/ 190 h 316"/>
              <a:gd name="T16" fmla="*/ 14 w 275"/>
              <a:gd name="T17" fmla="*/ 47 h 316"/>
              <a:gd name="T18" fmla="*/ 0 w 275"/>
              <a:gd name="T19" fmla="*/ 32 h 316"/>
              <a:gd name="T20" fmla="*/ 16 w 275"/>
              <a:gd name="T21" fmla="*/ 16 h 316"/>
              <a:gd name="T22" fmla="*/ 128 w 275"/>
              <a:gd name="T23" fmla="*/ 16 h 316"/>
              <a:gd name="T24" fmla="*/ 135 w 275"/>
              <a:gd name="T25" fmla="*/ 0 h 316"/>
              <a:gd name="T26" fmla="*/ 139 w 275"/>
              <a:gd name="T27" fmla="*/ 0 h 316"/>
              <a:gd name="T28" fmla="*/ 145 w 275"/>
              <a:gd name="T29" fmla="*/ 16 h 316"/>
              <a:gd name="T30" fmla="*/ 259 w 275"/>
              <a:gd name="T31" fmla="*/ 16 h 316"/>
              <a:gd name="T32" fmla="*/ 275 w 275"/>
              <a:gd name="T33" fmla="*/ 32 h 316"/>
              <a:gd name="T34" fmla="*/ 259 w 275"/>
              <a:gd name="T35" fmla="*/ 47 h 316"/>
              <a:gd name="T36" fmla="*/ 259 w 275"/>
              <a:gd name="T37" fmla="*/ 190 h 316"/>
              <a:gd name="T38" fmla="*/ 275 w 275"/>
              <a:gd name="T39" fmla="*/ 205 h 316"/>
              <a:gd name="T40" fmla="*/ 259 w 275"/>
              <a:gd name="T41" fmla="*/ 221 h 316"/>
              <a:gd name="T42" fmla="*/ 146 w 275"/>
              <a:gd name="T43" fmla="*/ 221 h 316"/>
              <a:gd name="T44" fmla="*/ 146 w 275"/>
              <a:gd name="T45" fmla="*/ 241 h 316"/>
              <a:gd name="T46" fmla="*/ 204 w 275"/>
              <a:gd name="T47" fmla="*/ 275 h 316"/>
              <a:gd name="T48" fmla="*/ 198 w 275"/>
              <a:gd name="T49" fmla="*/ 284 h 316"/>
              <a:gd name="T50" fmla="*/ 146 w 275"/>
              <a:gd name="T51" fmla="*/ 265 h 316"/>
              <a:gd name="T52" fmla="*/ 146 w 275"/>
              <a:gd name="T53" fmla="*/ 304 h 316"/>
              <a:gd name="T54" fmla="*/ 136 w 275"/>
              <a:gd name="T55" fmla="*/ 316 h 316"/>
              <a:gd name="T56" fmla="*/ 125 w 275"/>
              <a:gd name="T57" fmla="*/ 304 h 316"/>
              <a:gd name="T58" fmla="*/ 125 w 275"/>
              <a:gd name="T59" fmla="*/ 265 h 316"/>
              <a:gd name="T60" fmla="*/ 239 w 275"/>
              <a:gd name="T61" fmla="*/ 49 h 316"/>
              <a:gd name="T62" fmla="*/ 34 w 275"/>
              <a:gd name="T63" fmla="*/ 49 h 316"/>
              <a:gd name="T64" fmla="*/ 34 w 275"/>
              <a:gd name="T65" fmla="*/ 188 h 316"/>
              <a:gd name="T66" fmla="*/ 239 w 275"/>
              <a:gd name="T67" fmla="*/ 188 h 316"/>
              <a:gd name="T68" fmla="*/ 239 w 275"/>
              <a:gd name="T69" fmla="*/ 49 h 3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275" h="316">
                <a:moveTo>
                  <a:pt x="125" y="265"/>
                </a:moveTo>
                <a:cubicBezTo>
                  <a:pt x="73" y="284"/>
                  <a:pt x="73" y="284"/>
                  <a:pt x="73" y="284"/>
                </a:cubicBezTo>
                <a:cubicBezTo>
                  <a:pt x="68" y="275"/>
                  <a:pt x="68" y="275"/>
                  <a:pt x="68" y="275"/>
                </a:cubicBezTo>
                <a:cubicBezTo>
                  <a:pt x="125" y="241"/>
                  <a:pt x="125" y="241"/>
                  <a:pt x="125" y="241"/>
                </a:cubicBezTo>
                <a:cubicBezTo>
                  <a:pt x="125" y="221"/>
                  <a:pt x="125" y="221"/>
                  <a:pt x="125" y="221"/>
                </a:cubicBezTo>
                <a:cubicBezTo>
                  <a:pt x="16" y="221"/>
                  <a:pt x="16" y="221"/>
                  <a:pt x="16" y="221"/>
                </a:cubicBezTo>
                <a:cubicBezTo>
                  <a:pt x="7" y="221"/>
                  <a:pt x="0" y="214"/>
                  <a:pt x="0" y="205"/>
                </a:cubicBezTo>
                <a:cubicBezTo>
                  <a:pt x="0" y="197"/>
                  <a:pt x="6" y="191"/>
                  <a:pt x="14" y="190"/>
                </a:cubicBezTo>
                <a:cubicBezTo>
                  <a:pt x="14" y="47"/>
                  <a:pt x="14" y="47"/>
                  <a:pt x="14" y="47"/>
                </a:cubicBezTo>
                <a:cubicBezTo>
                  <a:pt x="6" y="47"/>
                  <a:pt x="0" y="40"/>
                  <a:pt x="0" y="32"/>
                </a:cubicBezTo>
                <a:cubicBezTo>
                  <a:pt x="0" y="23"/>
                  <a:pt x="7" y="16"/>
                  <a:pt x="16" y="16"/>
                </a:cubicBezTo>
                <a:cubicBezTo>
                  <a:pt x="128" y="16"/>
                  <a:pt x="128" y="16"/>
                  <a:pt x="128" y="16"/>
                </a:cubicBezTo>
                <a:cubicBezTo>
                  <a:pt x="135" y="0"/>
                  <a:pt x="135" y="0"/>
                  <a:pt x="135" y="0"/>
                </a:cubicBezTo>
                <a:cubicBezTo>
                  <a:pt x="139" y="0"/>
                  <a:pt x="139" y="0"/>
                  <a:pt x="139" y="0"/>
                </a:cubicBezTo>
                <a:cubicBezTo>
                  <a:pt x="145" y="16"/>
                  <a:pt x="145" y="16"/>
                  <a:pt x="145" y="16"/>
                </a:cubicBezTo>
                <a:cubicBezTo>
                  <a:pt x="259" y="16"/>
                  <a:pt x="259" y="16"/>
                  <a:pt x="259" y="16"/>
                </a:cubicBezTo>
                <a:cubicBezTo>
                  <a:pt x="268" y="16"/>
                  <a:pt x="275" y="23"/>
                  <a:pt x="275" y="32"/>
                </a:cubicBezTo>
                <a:cubicBezTo>
                  <a:pt x="275" y="41"/>
                  <a:pt x="268" y="47"/>
                  <a:pt x="259" y="47"/>
                </a:cubicBezTo>
                <a:cubicBezTo>
                  <a:pt x="259" y="190"/>
                  <a:pt x="259" y="190"/>
                  <a:pt x="259" y="190"/>
                </a:cubicBezTo>
                <a:cubicBezTo>
                  <a:pt x="268" y="190"/>
                  <a:pt x="275" y="197"/>
                  <a:pt x="275" y="205"/>
                </a:cubicBezTo>
                <a:cubicBezTo>
                  <a:pt x="275" y="214"/>
                  <a:pt x="268" y="221"/>
                  <a:pt x="259" y="221"/>
                </a:cubicBezTo>
                <a:cubicBezTo>
                  <a:pt x="146" y="221"/>
                  <a:pt x="146" y="221"/>
                  <a:pt x="146" y="221"/>
                </a:cubicBezTo>
                <a:cubicBezTo>
                  <a:pt x="146" y="241"/>
                  <a:pt x="146" y="241"/>
                  <a:pt x="146" y="241"/>
                </a:cubicBezTo>
                <a:cubicBezTo>
                  <a:pt x="204" y="275"/>
                  <a:pt x="204" y="275"/>
                  <a:pt x="204" y="275"/>
                </a:cubicBezTo>
                <a:cubicBezTo>
                  <a:pt x="198" y="284"/>
                  <a:pt x="198" y="284"/>
                  <a:pt x="198" y="284"/>
                </a:cubicBezTo>
                <a:cubicBezTo>
                  <a:pt x="146" y="265"/>
                  <a:pt x="146" y="265"/>
                  <a:pt x="146" y="265"/>
                </a:cubicBezTo>
                <a:cubicBezTo>
                  <a:pt x="146" y="304"/>
                  <a:pt x="146" y="304"/>
                  <a:pt x="146" y="304"/>
                </a:cubicBezTo>
                <a:cubicBezTo>
                  <a:pt x="146" y="310"/>
                  <a:pt x="142" y="316"/>
                  <a:pt x="136" y="316"/>
                </a:cubicBezTo>
                <a:cubicBezTo>
                  <a:pt x="129" y="316"/>
                  <a:pt x="125" y="310"/>
                  <a:pt x="125" y="304"/>
                </a:cubicBezTo>
                <a:lnTo>
                  <a:pt x="125" y="265"/>
                </a:lnTo>
                <a:close/>
                <a:moveTo>
                  <a:pt x="239" y="49"/>
                </a:moveTo>
                <a:cubicBezTo>
                  <a:pt x="34" y="49"/>
                  <a:pt x="34" y="49"/>
                  <a:pt x="34" y="49"/>
                </a:cubicBezTo>
                <a:cubicBezTo>
                  <a:pt x="34" y="188"/>
                  <a:pt x="34" y="188"/>
                  <a:pt x="34" y="188"/>
                </a:cubicBezTo>
                <a:cubicBezTo>
                  <a:pt x="239" y="188"/>
                  <a:pt x="239" y="188"/>
                  <a:pt x="239" y="188"/>
                </a:cubicBezTo>
                <a:lnTo>
                  <a:pt x="239" y="4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72" name="Freeform 74"/>
          <p:cNvSpPr>
            <a:spLocks noEditPoints="1"/>
          </p:cNvSpPr>
          <p:nvPr/>
        </p:nvSpPr>
        <p:spPr bwMode="auto">
          <a:xfrm>
            <a:off x="3268187" y="4375514"/>
            <a:ext cx="242920" cy="297631"/>
          </a:xfrm>
          <a:custGeom>
            <a:avLst/>
            <a:gdLst>
              <a:gd name="T0" fmla="*/ 75 w 111"/>
              <a:gd name="T1" fmla="*/ 0 h 136"/>
              <a:gd name="T2" fmla="*/ 111 w 111"/>
              <a:gd name="T3" fmla="*/ 38 h 136"/>
              <a:gd name="T4" fmla="*/ 111 w 111"/>
              <a:gd name="T5" fmla="*/ 136 h 136"/>
              <a:gd name="T6" fmla="*/ 0 w 111"/>
              <a:gd name="T7" fmla="*/ 136 h 136"/>
              <a:gd name="T8" fmla="*/ 0 w 111"/>
              <a:gd name="T9" fmla="*/ 0 h 136"/>
              <a:gd name="T10" fmla="*/ 75 w 111"/>
              <a:gd name="T11" fmla="*/ 0 h 136"/>
              <a:gd name="T12" fmla="*/ 16 w 111"/>
              <a:gd name="T13" fmla="*/ 120 h 136"/>
              <a:gd name="T14" fmla="*/ 95 w 111"/>
              <a:gd name="T15" fmla="*/ 120 h 136"/>
              <a:gd name="T16" fmla="*/ 95 w 111"/>
              <a:gd name="T17" fmla="*/ 43 h 136"/>
              <a:gd name="T18" fmla="*/ 66 w 111"/>
              <a:gd name="T19" fmla="*/ 43 h 136"/>
              <a:gd name="T20" fmla="*/ 66 w 111"/>
              <a:gd name="T21" fmla="*/ 16 h 136"/>
              <a:gd name="T22" fmla="*/ 16 w 111"/>
              <a:gd name="T23" fmla="*/ 16 h 136"/>
              <a:gd name="T24" fmla="*/ 16 w 111"/>
              <a:gd name="T25" fmla="*/ 120 h 136"/>
              <a:gd name="T26" fmla="*/ 65 w 111"/>
              <a:gd name="T27" fmla="*/ 75 h 136"/>
              <a:gd name="T28" fmla="*/ 65 w 111"/>
              <a:gd name="T29" fmla="*/ 56 h 136"/>
              <a:gd name="T30" fmla="*/ 46 w 111"/>
              <a:gd name="T31" fmla="*/ 56 h 136"/>
              <a:gd name="T32" fmla="*/ 46 w 111"/>
              <a:gd name="T33" fmla="*/ 74 h 136"/>
              <a:gd name="T34" fmla="*/ 26 w 111"/>
              <a:gd name="T35" fmla="*/ 74 h 136"/>
              <a:gd name="T36" fmla="*/ 56 w 111"/>
              <a:gd name="T37" fmla="*/ 109 h 136"/>
              <a:gd name="T38" fmla="*/ 86 w 111"/>
              <a:gd name="T39" fmla="*/ 75 h 136"/>
              <a:gd name="T40" fmla="*/ 65 w 111"/>
              <a:gd name="T41" fmla="*/ 75 h 1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111" h="136">
                <a:moveTo>
                  <a:pt x="75" y="0"/>
                </a:moveTo>
                <a:lnTo>
                  <a:pt x="111" y="38"/>
                </a:lnTo>
                <a:lnTo>
                  <a:pt x="111" y="136"/>
                </a:lnTo>
                <a:lnTo>
                  <a:pt x="0" y="136"/>
                </a:lnTo>
                <a:lnTo>
                  <a:pt x="0" y="0"/>
                </a:lnTo>
                <a:lnTo>
                  <a:pt x="75" y="0"/>
                </a:lnTo>
                <a:close/>
                <a:moveTo>
                  <a:pt x="16" y="120"/>
                </a:moveTo>
                <a:lnTo>
                  <a:pt x="95" y="120"/>
                </a:lnTo>
                <a:lnTo>
                  <a:pt x="95" y="43"/>
                </a:lnTo>
                <a:lnTo>
                  <a:pt x="66" y="43"/>
                </a:lnTo>
                <a:lnTo>
                  <a:pt x="66" y="16"/>
                </a:lnTo>
                <a:lnTo>
                  <a:pt x="16" y="16"/>
                </a:lnTo>
                <a:lnTo>
                  <a:pt x="16" y="120"/>
                </a:lnTo>
                <a:close/>
                <a:moveTo>
                  <a:pt x="65" y="75"/>
                </a:moveTo>
                <a:lnTo>
                  <a:pt x="65" y="56"/>
                </a:lnTo>
                <a:lnTo>
                  <a:pt x="46" y="56"/>
                </a:lnTo>
                <a:lnTo>
                  <a:pt x="46" y="74"/>
                </a:lnTo>
                <a:lnTo>
                  <a:pt x="26" y="74"/>
                </a:lnTo>
                <a:lnTo>
                  <a:pt x="56" y="109"/>
                </a:lnTo>
                <a:lnTo>
                  <a:pt x="86" y="75"/>
                </a:lnTo>
                <a:lnTo>
                  <a:pt x="65" y="7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73" name="Freeform 75"/>
          <p:cNvSpPr>
            <a:spLocks/>
          </p:cNvSpPr>
          <p:nvPr/>
        </p:nvSpPr>
        <p:spPr bwMode="auto">
          <a:xfrm>
            <a:off x="3745271" y="4373326"/>
            <a:ext cx="148816" cy="299820"/>
          </a:xfrm>
          <a:custGeom>
            <a:avLst/>
            <a:gdLst>
              <a:gd name="T0" fmla="*/ 107 w 131"/>
              <a:gd name="T1" fmla="*/ 50 h 265"/>
              <a:gd name="T2" fmla="*/ 86 w 131"/>
              <a:gd name="T3" fmla="*/ 73 h 265"/>
              <a:gd name="T4" fmla="*/ 86 w 131"/>
              <a:gd name="T5" fmla="*/ 91 h 265"/>
              <a:gd name="T6" fmla="*/ 131 w 131"/>
              <a:gd name="T7" fmla="*/ 91 h 265"/>
              <a:gd name="T8" fmla="*/ 126 w 131"/>
              <a:gd name="T9" fmla="*/ 145 h 265"/>
              <a:gd name="T10" fmla="*/ 86 w 131"/>
              <a:gd name="T11" fmla="*/ 145 h 265"/>
              <a:gd name="T12" fmla="*/ 86 w 131"/>
              <a:gd name="T13" fmla="*/ 265 h 265"/>
              <a:gd name="T14" fmla="*/ 31 w 131"/>
              <a:gd name="T15" fmla="*/ 265 h 265"/>
              <a:gd name="T16" fmla="*/ 31 w 131"/>
              <a:gd name="T17" fmla="*/ 145 h 265"/>
              <a:gd name="T18" fmla="*/ 0 w 131"/>
              <a:gd name="T19" fmla="*/ 145 h 265"/>
              <a:gd name="T20" fmla="*/ 0 w 131"/>
              <a:gd name="T21" fmla="*/ 91 h 265"/>
              <a:gd name="T22" fmla="*/ 31 w 131"/>
              <a:gd name="T23" fmla="*/ 91 h 265"/>
              <a:gd name="T24" fmla="*/ 31 w 131"/>
              <a:gd name="T25" fmla="*/ 50 h 265"/>
              <a:gd name="T26" fmla="*/ 86 w 131"/>
              <a:gd name="T27" fmla="*/ 0 h 265"/>
              <a:gd name="T28" fmla="*/ 131 w 131"/>
              <a:gd name="T29" fmla="*/ 0 h 265"/>
              <a:gd name="T30" fmla="*/ 131 w 131"/>
              <a:gd name="T31" fmla="*/ 50 h 265"/>
              <a:gd name="T32" fmla="*/ 107 w 131"/>
              <a:gd name="T33" fmla="*/ 50 h 2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31" h="265">
                <a:moveTo>
                  <a:pt x="107" y="50"/>
                </a:moveTo>
                <a:cubicBezTo>
                  <a:pt x="88" y="50"/>
                  <a:pt x="86" y="61"/>
                  <a:pt x="86" y="73"/>
                </a:cubicBezTo>
                <a:cubicBezTo>
                  <a:pt x="86" y="91"/>
                  <a:pt x="86" y="91"/>
                  <a:pt x="86" y="91"/>
                </a:cubicBezTo>
                <a:cubicBezTo>
                  <a:pt x="131" y="91"/>
                  <a:pt x="131" y="91"/>
                  <a:pt x="131" y="91"/>
                </a:cubicBezTo>
                <a:cubicBezTo>
                  <a:pt x="126" y="145"/>
                  <a:pt x="126" y="145"/>
                  <a:pt x="126" y="145"/>
                </a:cubicBezTo>
                <a:cubicBezTo>
                  <a:pt x="86" y="145"/>
                  <a:pt x="86" y="145"/>
                  <a:pt x="86" y="145"/>
                </a:cubicBezTo>
                <a:cubicBezTo>
                  <a:pt x="86" y="265"/>
                  <a:pt x="86" y="265"/>
                  <a:pt x="86" y="265"/>
                </a:cubicBezTo>
                <a:cubicBezTo>
                  <a:pt x="31" y="265"/>
                  <a:pt x="31" y="265"/>
                  <a:pt x="31" y="265"/>
                </a:cubicBezTo>
                <a:cubicBezTo>
                  <a:pt x="31" y="145"/>
                  <a:pt x="31" y="145"/>
                  <a:pt x="31" y="145"/>
                </a:cubicBezTo>
                <a:cubicBezTo>
                  <a:pt x="0" y="145"/>
                  <a:pt x="0" y="145"/>
                  <a:pt x="0" y="145"/>
                </a:cubicBezTo>
                <a:cubicBezTo>
                  <a:pt x="0" y="91"/>
                  <a:pt x="0" y="91"/>
                  <a:pt x="0" y="91"/>
                </a:cubicBezTo>
                <a:cubicBezTo>
                  <a:pt x="31" y="91"/>
                  <a:pt x="31" y="91"/>
                  <a:pt x="31" y="91"/>
                </a:cubicBezTo>
                <a:cubicBezTo>
                  <a:pt x="31" y="50"/>
                  <a:pt x="31" y="50"/>
                  <a:pt x="31" y="50"/>
                </a:cubicBezTo>
                <a:cubicBezTo>
                  <a:pt x="31" y="18"/>
                  <a:pt x="50" y="0"/>
                  <a:pt x="86" y="0"/>
                </a:cubicBezTo>
                <a:cubicBezTo>
                  <a:pt x="131" y="0"/>
                  <a:pt x="131" y="0"/>
                  <a:pt x="131" y="0"/>
                </a:cubicBezTo>
                <a:cubicBezTo>
                  <a:pt x="131" y="50"/>
                  <a:pt x="131" y="50"/>
                  <a:pt x="131" y="50"/>
                </a:cubicBezTo>
                <a:lnTo>
                  <a:pt x="107" y="5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74" name="Freeform 76"/>
          <p:cNvSpPr>
            <a:spLocks/>
          </p:cNvSpPr>
          <p:nvPr/>
        </p:nvSpPr>
        <p:spPr bwMode="auto">
          <a:xfrm>
            <a:off x="4128252" y="4375514"/>
            <a:ext cx="295443" cy="297631"/>
          </a:xfrm>
          <a:custGeom>
            <a:avLst/>
            <a:gdLst>
              <a:gd name="T0" fmla="*/ 234 w 262"/>
              <a:gd name="T1" fmla="*/ 0 h 262"/>
              <a:gd name="T2" fmla="*/ 262 w 262"/>
              <a:gd name="T3" fmla="*/ 28 h 262"/>
              <a:gd name="T4" fmla="*/ 262 w 262"/>
              <a:gd name="T5" fmla="*/ 235 h 262"/>
              <a:gd name="T6" fmla="*/ 234 w 262"/>
              <a:gd name="T7" fmla="*/ 262 h 262"/>
              <a:gd name="T8" fmla="*/ 163 w 262"/>
              <a:gd name="T9" fmla="*/ 262 h 262"/>
              <a:gd name="T10" fmla="*/ 163 w 262"/>
              <a:gd name="T11" fmla="*/ 177 h 262"/>
              <a:gd name="T12" fmla="*/ 196 w 262"/>
              <a:gd name="T13" fmla="*/ 177 h 262"/>
              <a:gd name="T14" fmla="*/ 196 w 262"/>
              <a:gd name="T15" fmla="*/ 136 h 262"/>
              <a:gd name="T16" fmla="*/ 163 w 262"/>
              <a:gd name="T17" fmla="*/ 136 h 262"/>
              <a:gd name="T18" fmla="*/ 163 w 262"/>
              <a:gd name="T19" fmla="*/ 109 h 262"/>
              <a:gd name="T20" fmla="*/ 178 w 262"/>
              <a:gd name="T21" fmla="*/ 92 h 262"/>
              <a:gd name="T22" fmla="*/ 196 w 262"/>
              <a:gd name="T23" fmla="*/ 92 h 262"/>
              <a:gd name="T24" fmla="*/ 196 w 262"/>
              <a:gd name="T25" fmla="*/ 54 h 262"/>
              <a:gd name="T26" fmla="*/ 158 w 262"/>
              <a:gd name="T27" fmla="*/ 54 h 262"/>
              <a:gd name="T28" fmla="*/ 117 w 262"/>
              <a:gd name="T29" fmla="*/ 92 h 262"/>
              <a:gd name="T30" fmla="*/ 117 w 262"/>
              <a:gd name="T31" fmla="*/ 136 h 262"/>
              <a:gd name="T32" fmla="*/ 89 w 262"/>
              <a:gd name="T33" fmla="*/ 136 h 262"/>
              <a:gd name="T34" fmla="*/ 89 w 262"/>
              <a:gd name="T35" fmla="*/ 177 h 262"/>
              <a:gd name="T36" fmla="*/ 117 w 262"/>
              <a:gd name="T37" fmla="*/ 177 h 262"/>
              <a:gd name="T38" fmla="*/ 117 w 262"/>
              <a:gd name="T39" fmla="*/ 262 h 262"/>
              <a:gd name="T40" fmla="*/ 27 w 262"/>
              <a:gd name="T41" fmla="*/ 262 h 262"/>
              <a:gd name="T42" fmla="*/ 0 w 262"/>
              <a:gd name="T43" fmla="*/ 235 h 262"/>
              <a:gd name="T44" fmla="*/ 0 w 262"/>
              <a:gd name="T45" fmla="*/ 28 h 262"/>
              <a:gd name="T46" fmla="*/ 27 w 262"/>
              <a:gd name="T47" fmla="*/ 0 h 262"/>
              <a:gd name="T48" fmla="*/ 234 w 262"/>
              <a:gd name="T49" fmla="*/ 0 h 2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262" h="262">
                <a:moveTo>
                  <a:pt x="234" y="0"/>
                </a:moveTo>
                <a:cubicBezTo>
                  <a:pt x="253" y="0"/>
                  <a:pt x="262" y="9"/>
                  <a:pt x="262" y="28"/>
                </a:cubicBezTo>
                <a:cubicBezTo>
                  <a:pt x="262" y="235"/>
                  <a:pt x="262" y="235"/>
                  <a:pt x="262" y="235"/>
                </a:cubicBezTo>
                <a:cubicBezTo>
                  <a:pt x="262" y="253"/>
                  <a:pt x="253" y="262"/>
                  <a:pt x="234" y="262"/>
                </a:cubicBezTo>
                <a:cubicBezTo>
                  <a:pt x="163" y="262"/>
                  <a:pt x="163" y="262"/>
                  <a:pt x="163" y="262"/>
                </a:cubicBezTo>
                <a:cubicBezTo>
                  <a:pt x="163" y="177"/>
                  <a:pt x="163" y="177"/>
                  <a:pt x="163" y="177"/>
                </a:cubicBezTo>
                <a:cubicBezTo>
                  <a:pt x="196" y="177"/>
                  <a:pt x="196" y="177"/>
                  <a:pt x="196" y="177"/>
                </a:cubicBezTo>
                <a:cubicBezTo>
                  <a:pt x="196" y="136"/>
                  <a:pt x="196" y="136"/>
                  <a:pt x="196" y="136"/>
                </a:cubicBezTo>
                <a:cubicBezTo>
                  <a:pt x="163" y="136"/>
                  <a:pt x="163" y="136"/>
                  <a:pt x="163" y="136"/>
                </a:cubicBezTo>
                <a:cubicBezTo>
                  <a:pt x="163" y="109"/>
                  <a:pt x="163" y="109"/>
                  <a:pt x="163" y="109"/>
                </a:cubicBezTo>
                <a:cubicBezTo>
                  <a:pt x="163" y="100"/>
                  <a:pt x="165" y="92"/>
                  <a:pt x="178" y="92"/>
                </a:cubicBezTo>
                <a:cubicBezTo>
                  <a:pt x="196" y="92"/>
                  <a:pt x="196" y="92"/>
                  <a:pt x="196" y="92"/>
                </a:cubicBezTo>
                <a:cubicBezTo>
                  <a:pt x="196" y="54"/>
                  <a:pt x="196" y="54"/>
                  <a:pt x="196" y="54"/>
                </a:cubicBezTo>
                <a:cubicBezTo>
                  <a:pt x="158" y="54"/>
                  <a:pt x="158" y="54"/>
                  <a:pt x="158" y="54"/>
                </a:cubicBezTo>
                <a:cubicBezTo>
                  <a:pt x="131" y="54"/>
                  <a:pt x="117" y="68"/>
                  <a:pt x="117" y="92"/>
                </a:cubicBezTo>
                <a:cubicBezTo>
                  <a:pt x="117" y="136"/>
                  <a:pt x="117" y="136"/>
                  <a:pt x="117" y="136"/>
                </a:cubicBezTo>
                <a:cubicBezTo>
                  <a:pt x="89" y="136"/>
                  <a:pt x="89" y="136"/>
                  <a:pt x="89" y="136"/>
                </a:cubicBezTo>
                <a:cubicBezTo>
                  <a:pt x="89" y="177"/>
                  <a:pt x="89" y="177"/>
                  <a:pt x="89" y="177"/>
                </a:cubicBezTo>
                <a:cubicBezTo>
                  <a:pt x="117" y="177"/>
                  <a:pt x="117" y="177"/>
                  <a:pt x="117" y="177"/>
                </a:cubicBezTo>
                <a:cubicBezTo>
                  <a:pt x="117" y="262"/>
                  <a:pt x="117" y="262"/>
                  <a:pt x="117" y="262"/>
                </a:cubicBezTo>
                <a:cubicBezTo>
                  <a:pt x="27" y="262"/>
                  <a:pt x="27" y="262"/>
                  <a:pt x="27" y="262"/>
                </a:cubicBezTo>
                <a:cubicBezTo>
                  <a:pt x="9" y="262"/>
                  <a:pt x="0" y="253"/>
                  <a:pt x="0" y="235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9"/>
                  <a:pt x="9" y="0"/>
                  <a:pt x="27" y="0"/>
                </a:cubicBezTo>
                <a:lnTo>
                  <a:pt x="234" y="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75" name="Freeform 77"/>
          <p:cNvSpPr>
            <a:spLocks noEditPoints="1"/>
          </p:cNvSpPr>
          <p:nvPr/>
        </p:nvSpPr>
        <p:spPr bwMode="auto">
          <a:xfrm>
            <a:off x="4511233" y="4373326"/>
            <a:ext cx="372039" cy="299820"/>
          </a:xfrm>
          <a:custGeom>
            <a:avLst/>
            <a:gdLst>
              <a:gd name="T0" fmla="*/ 273 w 330"/>
              <a:gd name="T1" fmla="*/ 112 h 264"/>
              <a:gd name="T2" fmla="*/ 224 w 330"/>
              <a:gd name="T3" fmla="*/ 112 h 264"/>
              <a:gd name="T4" fmla="*/ 224 w 330"/>
              <a:gd name="T5" fmla="*/ 135 h 264"/>
              <a:gd name="T6" fmla="*/ 196 w 330"/>
              <a:gd name="T7" fmla="*/ 163 h 264"/>
              <a:gd name="T8" fmla="*/ 85 w 330"/>
              <a:gd name="T9" fmla="*/ 162 h 264"/>
              <a:gd name="T10" fmla="*/ 0 w 330"/>
              <a:gd name="T11" fmla="*/ 112 h 264"/>
              <a:gd name="T12" fmla="*/ 0 w 330"/>
              <a:gd name="T13" fmla="*/ 54 h 264"/>
              <a:gd name="T14" fmla="*/ 85 w 330"/>
              <a:gd name="T15" fmla="*/ 4 h 264"/>
              <a:gd name="T16" fmla="*/ 196 w 330"/>
              <a:gd name="T17" fmla="*/ 3 h 264"/>
              <a:gd name="T18" fmla="*/ 224 w 330"/>
              <a:gd name="T19" fmla="*/ 31 h 264"/>
              <a:gd name="T20" fmla="*/ 224 w 330"/>
              <a:gd name="T21" fmla="*/ 54 h 264"/>
              <a:gd name="T22" fmla="*/ 273 w 330"/>
              <a:gd name="T23" fmla="*/ 54 h 264"/>
              <a:gd name="T24" fmla="*/ 273 w 330"/>
              <a:gd name="T25" fmla="*/ 112 h 264"/>
              <a:gd name="T26" fmla="*/ 102 w 330"/>
              <a:gd name="T27" fmla="*/ 97 h 264"/>
              <a:gd name="T28" fmla="*/ 77 w 330"/>
              <a:gd name="T29" fmla="*/ 72 h 264"/>
              <a:gd name="T30" fmla="*/ 52 w 330"/>
              <a:gd name="T31" fmla="*/ 97 h 264"/>
              <a:gd name="T32" fmla="*/ 77 w 330"/>
              <a:gd name="T33" fmla="*/ 122 h 264"/>
              <a:gd name="T34" fmla="*/ 102 w 330"/>
              <a:gd name="T35" fmla="*/ 97 h 264"/>
              <a:gd name="T36" fmla="*/ 213 w 330"/>
              <a:gd name="T37" fmla="*/ 264 h 264"/>
              <a:gd name="T38" fmla="*/ 190 w 330"/>
              <a:gd name="T39" fmla="*/ 181 h 264"/>
              <a:gd name="T40" fmla="*/ 129 w 330"/>
              <a:gd name="T41" fmla="*/ 181 h 264"/>
              <a:gd name="T42" fmla="*/ 148 w 330"/>
              <a:gd name="T43" fmla="*/ 251 h 264"/>
              <a:gd name="T44" fmla="*/ 163 w 330"/>
              <a:gd name="T45" fmla="*/ 264 h 264"/>
              <a:gd name="T46" fmla="*/ 213 w 330"/>
              <a:gd name="T47" fmla="*/ 264 h 264"/>
              <a:gd name="T48" fmla="*/ 330 w 330"/>
              <a:gd name="T49" fmla="*/ 24 h 264"/>
              <a:gd name="T50" fmla="*/ 330 w 330"/>
              <a:gd name="T51" fmla="*/ 143 h 264"/>
              <a:gd name="T52" fmla="*/ 289 w 330"/>
              <a:gd name="T53" fmla="*/ 112 h 264"/>
              <a:gd name="T54" fmla="*/ 289 w 330"/>
              <a:gd name="T55" fmla="*/ 54 h 264"/>
              <a:gd name="T56" fmla="*/ 330 w 330"/>
              <a:gd name="T57" fmla="*/ 24 h 2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330" h="264">
                <a:moveTo>
                  <a:pt x="273" y="112"/>
                </a:moveTo>
                <a:cubicBezTo>
                  <a:pt x="224" y="112"/>
                  <a:pt x="224" y="112"/>
                  <a:pt x="224" y="112"/>
                </a:cubicBezTo>
                <a:cubicBezTo>
                  <a:pt x="224" y="135"/>
                  <a:pt x="224" y="135"/>
                  <a:pt x="224" y="135"/>
                </a:cubicBezTo>
                <a:cubicBezTo>
                  <a:pt x="224" y="151"/>
                  <a:pt x="212" y="163"/>
                  <a:pt x="196" y="163"/>
                </a:cubicBezTo>
                <a:cubicBezTo>
                  <a:pt x="193" y="163"/>
                  <a:pt x="110" y="166"/>
                  <a:pt x="85" y="162"/>
                </a:cubicBezTo>
                <a:cubicBezTo>
                  <a:pt x="66" y="160"/>
                  <a:pt x="0" y="140"/>
                  <a:pt x="0" y="112"/>
                </a:cubicBezTo>
                <a:cubicBezTo>
                  <a:pt x="0" y="54"/>
                  <a:pt x="0" y="54"/>
                  <a:pt x="0" y="54"/>
                </a:cubicBezTo>
                <a:cubicBezTo>
                  <a:pt x="0" y="26"/>
                  <a:pt x="61" y="7"/>
                  <a:pt x="85" y="4"/>
                </a:cubicBezTo>
                <a:cubicBezTo>
                  <a:pt x="115" y="0"/>
                  <a:pt x="193" y="3"/>
                  <a:pt x="196" y="3"/>
                </a:cubicBezTo>
                <a:cubicBezTo>
                  <a:pt x="212" y="3"/>
                  <a:pt x="224" y="16"/>
                  <a:pt x="224" y="31"/>
                </a:cubicBezTo>
                <a:cubicBezTo>
                  <a:pt x="224" y="54"/>
                  <a:pt x="224" y="54"/>
                  <a:pt x="224" y="54"/>
                </a:cubicBezTo>
                <a:cubicBezTo>
                  <a:pt x="273" y="54"/>
                  <a:pt x="273" y="54"/>
                  <a:pt x="273" y="54"/>
                </a:cubicBezTo>
                <a:lnTo>
                  <a:pt x="273" y="112"/>
                </a:lnTo>
                <a:close/>
                <a:moveTo>
                  <a:pt x="102" y="97"/>
                </a:moveTo>
                <a:cubicBezTo>
                  <a:pt x="102" y="83"/>
                  <a:pt x="91" y="72"/>
                  <a:pt x="77" y="72"/>
                </a:cubicBezTo>
                <a:cubicBezTo>
                  <a:pt x="63" y="72"/>
                  <a:pt x="52" y="83"/>
                  <a:pt x="52" y="97"/>
                </a:cubicBezTo>
                <a:cubicBezTo>
                  <a:pt x="52" y="111"/>
                  <a:pt x="63" y="122"/>
                  <a:pt x="77" y="122"/>
                </a:cubicBezTo>
                <a:cubicBezTo>
                  <a:pt x="91" y="122"/>
                  <a:pt x="102" y="111"/>
                  <a:pt x="102" y="97"/>
                </a:cubicBezTo>
                <a:close/>
                <a:moveTo>
                  <a:pt x="213" y="264"/>
                </a:moveTo>
                <a:cubicBezTo>
                  <a:pt x="190" y="181"/>
                  <a:pt x="190" y="181"/>
                  <a:pt x="190" y="181"/>
                </a:cubicBezTo>
                <a:cubicBezTo>
                  <a:pt x="129" y="181"/>
                  <a:pt x="129" y="181"/>
                  <a:pt x="129" y="181"/>
                </a:cubicBezTo>
                <a:cubicBezTo>
                  <a:pt x="148" y="251"/>
                  <a:pt x="148" y="251"/>
                  <a:pt x="148" y="251"/>
                </a:cubicBezTo>
                <a:cubicBezTo>
                  <a:pt x="150" y="259"/>
                  <a:pt x="155" y="264"/>
                  <a:pt x="163" y="264"/>
                </a:cubicBezTo>
                <a:lnTo>
                  <a:pt x="213" y="264"/>
                </a:lnTo>
                <a:close/>
                <a:moveTo>
                  <a:pt x="330" y="24"/>
                </a:moveTo>
                <a:cubicBezTo>
                  <a:pt x="330" y="143"/>
                  <a:pt x="330" y="143"/>
                  <a:pt x="330" y="143"/>
                </a:cubicBezTo>
                <a:cubicBezTo>
                  <a:pt x="289" y="112"/>
                  <a:pt x="289" y="112"/>
                  <a:pt x="289" y="112"/>
                </a:cubicBezTo>
                <a:cubicBezTo>
                  <a:pt x="289" y="54"/>
                  <a:pt x="289" y="54"/>
                  <a:pt x="289" y="54"/>
                </a:cubicBezTo>
                <a:lnTo>
                  <a:pt x="330" y="2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76" name="Freeform 78"/>
          <p:cNvSpPr>
            <a:spLocks noEditPoints="1"/>
          </p:cNvSpPr>
          <p:nvPr/>
        </p:nvSpPr>
        <p:spPr bwMode="auto">
          <a:xfrm>
            <a:off x="4953302" y="4327367"/>
            <a:ext cx="319516" cy="380792"/>
          </a:xfrm>
          <a:custGeom>
            <a:avLst/>
            <a:gdLst>
              <a:gd name="T0" fmla="*/ 228 w 283"/>
              <a:gd name="T1" fmla="*/ 182 h 336"/>
              <a:gd name="T2" fmla="*/ 144 w 283"/>
              <a:gd name="T3" fmla="*/ 327 h 336"/>
              <a:gd name="T4" fmla="*/ 125 w 283"/>
              <a:gd name="T5" fmla="*/ 333 h 336"/>
              <a:gd name="T6" fmla="*/ 9 w 283"/>
              <a:gd name="T7" fmla="*/ 265 h 336"/>
              <a:gd name="T8" fmla="*/ 4 w 283"/>
              <a:gd name="T9" fmla="*/ 246 h 336"/>
              <a:gd name="T10" fmla="*/ 87 w 283"/>
              <a:gd name="T11" fmla="*/ 101 h 336"/>
              <a:gd name="T12" fmla="*/ 155 w 283"/>
              <a:gd name="T13" fmla="*/ 59 h 336"/>
              <a:gd name="T14" fmla="*/ 188 w 283"/>
              <a:gd name="T15" fmla="*/ 77 h 336"/>
              <a:gd name="T16" fmla="*/ 191 w 283"/>
              <a:gd name="T17" fmla="*/ 65 h 336"/>
              <a:gd name="T18" fmla="*/ 224 w 283"/>
              <a:gd name="T19" fmla="*/ 7 h 336"/>
              <a:gd name="T20" fmla="*/ 259 w 283"/>
              <a:gd name="T21" fmla="*/ 6 h 336"/>
              <a:gd name="T22" fmla="*/ 276 w 283"/>
              <a:gd name="T23" fmla="*/ 20 h 336"/>
              <a:gd name="T24" fmla="*/ 283 w 283"/>
              <a:gd name="T25" fmla="*/ 40 h 336"/>
              <a:gd name="T26" fmla="*/ 261 w 283"/>
              <a:gd name="T27" fmla="*/ 68 h 336"/>
              <a:gd name="T28" fmla="*/ 223 w 283"/>
              <a:gd name="T29" fmla="*/ 77 h 336"/>
              <a:gd name="T30" fmla="*/ 199 w 283"/>
              <a:gd name="T31" fmla="*/ 84 h 336"/>
              <a:gd name="T32" fmla="*/ 231 w 283"/>
              <a:gd name="T33" fmla="*/ 102 h 336"/>
              <a:gd name="T34" fmla="*/ 228 w 283"/>
              <a:gd name="T35" fmla="*/ 182 h 336"/>
              <a:gd name="T36" fmla="*/ 194 w 283"/>
              <a:gd name="T37" fmla="*/ 140 h 336"/>
              <a:gd name="T38" fmla="*/ 191 w 283"/>
              <a:gd name="T39" fmla="*/ 104 h 336"/>
              <a:gd name="T40" fmla="*/ 176 w 283"/>
              <a:gd name="T41" fmla="*/ 95 h 336"/>
              <a:gd name="T42" fmla="*/ 141 w 283"/>
              <a:gd name="T43" fmla="*/ 109 h 336"/>
              <a:gd name="T44" fmla="*/ 152 w 283"/>
              <a:gd name="T45" fmla="*/ 151 h 336"/>
              <a:gd name="T46" fmla="*/ 194 w 283"/>
              <a:gd name="T47" fmla="*/ 140 h 336"/>
              <a:gd name="T48" fmla="*/ 198 w 283"/>
              <a:gd name="T49" fmla="*/ 65 h 336"/>
              <a:gd name="T50" fmla="*/ 197 w 283"/>
              <a:gd name="T51" fmla="*/ 71 h 336"/>
              <a:gd name="T52" fmla="*/ 196 w 283"/>
              <a:gd name="T53" fmla="*/ 77 h 336"/>
              <a:gd name="T54" fmla="*/ 223 w 283"/>
              <a:gd name="T55" fmla="*/ 70 h 336"/>
              <a:gd name="T56" fmla="*/ 258 w 283"/>
              <a:gd name="T57" fmla="*/ 61 h 336"/>
              <a:gd name="T58" fmla="*/ 276 w 283"/>
              <a:gd name="T59" fmla="*/ 40 h 336"/>
              <a:gd name="T60" fmla="*/ 258 w 283"/>
              <a:gd name="T61" fmla="*/ 13 h 336"/>
              <a:gd name="T62" fmla="*/ 256 w 283"/>
              <a:gd name="T63" fmla="*/ 12 h 336"/>
              <a:gd name="T64" fmla="*/ 228 w 283"/>
              <a:gd name="T65" fmla="*/ 13 h 336"/>
              <a:gd name="T66" fmla="*/ 198 w 283"/>
              <a:gd name="T67" fmla="*/ 65 h 3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283" h="336">
                <a:moveTo>
                  <a:pt x="228" y="182"/>
                </a:moveTo>
                <a:cubicBezTo>
                  <a:pt x="144" y="327"/>
                  <a:pt x="144" y="327"/>
                  <a:pt x="144" y="327"/>
                </a:cubicBezTo>
                <a:cubicBezTo>
                  <a:pt x="140" y="334"/>
                  <a:pt x="132" y="336"/>
                  <a:pt x="125" y="333"/>
                </a:cubicBezTo>
                <a:cubicBezTo>
                  <a:pt x="9" y="265"/>
                  <a:pt x="9" y="265"/>
                  <a:pt x="9" y="265"/>
                </a:cubicBezTo>
                <a:cubicBezTo>
                  <a:pt x="2" y="261"/>
                  <a:pt x="0" y="253"/>
                  <a:pt x="4" y="246"/>
                </a:cubicBezTo>
                <a:cubicBezTo>
                  <a:pt x="87" y="101"/>
                  <a:pt x="87" y="101"/>
                  <a:pt x="87" y="101"/>
                </a:cubicBezTo>
                <a:cubicBezTo>
                  <a:pt x="155" y="59"/>
                  <a:pt x="155" y="59"/>
                  <a:pt x="155" y="59"/>
                </a:cubicBezTo>
                <a:cubicBezTo>
                  <a:pt x="188" y="77"/>
                  <a:pt x="188" y="77"/>
                  <a:pt x="188" y="77"/>
                </a:cubicBezTo>
                <a:cubicBezTo>
                  <a:pt x="190" y="71"/>
                  <a:pt x="190" y="71"/>
                  <a:pt x="191" y="65"/>
                </a:cubicBezTo>
                <a:cubicBezTo>
                  <a:pt x="194" y="51"/>
                  <a:pt x="197" y="28"/>
                  <a:pt x="224" y="7"/>
                </a:cubicBezTo>
                <a:cubicBezTo>
                  <a:pt x="233" y="0"/>
                  <a:pt x="247" y="0"/>
                  <a:pt x="259" y="6"/>
                </a:cubicBezTo>
                <a:cubicBezTo>
                  <a:pt x="266" y="9"/>
                  <a:pt x="272" y="14"/>
                  <a:pt x="276" y="20"/>
                </a:cubicBezTo>
                <a:cubicBezTo>
                  <a:pt x="281" y="26"/>
                  <a:pt x="283" y="33"/>
                  <a:pt x="283" y="40"/>
                </a:cubicBezTo>
                <a:cubicBezTo>
                  <a:pt x="283" y="48"/>
                  <a:pt x="279" y="59"/>
                  <a:pt x="261" y="68"/>
                </a:cubicBezTo>
                <a:cubicBezTo>
                  <a:pt x="247" y="74"/>
                  <a:pt x="235" y="76"/>
                  <a:pt x="223" y="77"/>
                </a:cubicBezTo>
                <a:cubicBezTo>
                  <a:pt x="213" y="78"/>
                  <a:pt x="206" y="79"/>
                  <a:pt x="199" y="84"/>
                </a:cubicBezTo>
                <a:cubicBezTo>
                  <a:pt x="231" y="102"/>
                  <a:pt x="231" y="102"/>
                  <a:pt x="231" y="102"/>
                </a:cubicBezTo>
                <a:lnTo>
                  <a:pt x="228" y="182"/>
                </a:lnTo>
                <a:close/>
                <a:moveTo>
                  <a:pt x="194" y="140"/>
                </a:moveTo>
                <a:cubicBezTo>
                  <a:pt x="201" y="128"/>
                  <a:pt x="199" y="114"/>
                  <a:pt x="191" y="104"/>
                </a:cubicBezTo>
                <a:cubicBezTo>
                  <a:pt x="176" y="95"/>
                  <a:pt x="176" y="95"/>
                  <a:pt x="176" y="95"/>
                </a:cubicBezTo>
                <a:cubicBezTo>
                  <a:pt x="163" y="91"/>
                  <a:pt x="148" y="96"/>
                  <a:pt x="141" y="109"/>
                </a:cubicBezTo>
                <a:cubicBezTo>
                  <a:pt x="133" y="124"/>
                  <a:pt x="138" y="142"/>
                  <a:pt x="152" y="151"/>
                </a:cubicBezTo>
                <a:cubicBezTo>
                  <a:pt x="167" y="159"/>
                  <a:pt x="186" y="154"/>
                  <a:pt x="194" y="140"/>
                </a:cubicBezTo>
                <a:close/>
                <a:moveTo>
                  <a:pt x="198" y="65"/>
                </a:moveTo>
                <a:cubicBezTo>
                  <a:pt x="198" y="68"/>
                  <a:pt x="198" y="69"/>
                  <a:pt x="197" y="71"/>
                </a:cubicBezTo>
                <a:cubicBezTo>
                  <a:pt x="197" y="73"/>
                  <a:pt x="197" y="74"/>
                  <a:pt x="196" y="77"/>
                </a:cubicBezTo>
                <a:cubicBezTo>
                  <a:pt x="204" y="71"/>
                  <a:pt x="212" y="71"/>
                  <a:pt x="223" y="70"/>
                </a:cubicBezTo>
                <a:cubicBezTo>
                  <a:pt x="233" y="69"/>
                  <a:pt x="245" y="67"/>
                  <a:pt x="258" y="61"/>
                </a:cubicBezTo>
                <a:cubicBezTo>
                  <a:pt x="270" y="56"/>
                  <a:pt x="276" y="48"/>
                  <a:pt x="276" y="40"/>
                </a:cubicBezTo>
                <a:cubicBezTo>
                  <a:pt x="276" y="30"/>
                  <a:pt x="269" y="19"/>
                  <a:pt x="258" y="13"/>
                </a:cubicBezTo>
                <a:cubicBezTo>
                  <a:pt x="258" y="13"/>
                  <a:pt x="257" y="12"/>
                  <a:pt x="256" y="12"/>
                </a:cubicBezTo>
                <a:cubicBezTo>
                  <a:pt x="246" y="7"/>
                  <a:pt x="235" y="7"/>
                  <a:pt x="228" y="13"/>
                </a:cubicBezTo>
                <a:cubicBezTo>
                  <a:pt x="204" y="31"/>
                  <a:pt x="200" y="53"/>
                  <a:pt x="198" y="6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77" name="Freeform 79"/>
          <p:cNvSpPr>
            <a:spLocks noEditPoints="1"/>
          </p:cNvSpPr>
          <p:nvPr/>
        </p:nvSpPr>
        <p:spPr bwMode="auto">
          <a:xfrm>
            <a:off x="5336284" y="4375514"/>
            <a:ext cx="242920" cy="297631"/>
          </a:xfrm>
          <a:custGeom>
            <a:avLst/>
            <a:gdLst>
              <a:gd name="T0" fmla="*/ 75 w 111"/>
              <a:gd name="T1" fmla="*/ 0 h 136"/>
              <a:gd name="T2" fmla="*/ 111 w 111"/>
              <a:gd name="T3" fmla="*/ 38 h 136"/>
              <a:gd name="T4" fmla="*/ 111 w 111"/>
              <a:gd name="T5" fmla="*/ 136 h 136"/>
              <a:gd name="T6" fmla="*/ 0 w 111"/>
              <a:gd name="T7" fmla="*/ 136 h 136"/>
              <a:gd name="T8" fmla="*/ 0 w 111"/>
              <a:gd name="T9" fmla="*/ 0 h 136"/>
              <a:gd name="T10" fmla="*/ 75 w 111"/>
              <a:gd name="T11" fmla="*/ 0 h 136"/>
              <a:gd name="T12" fmla="*/ 16 w 111"/>
              <a:gd name="T13" fmla="*/ 120 h 136"/>
              <a:gd name="T14" fmla="*/ 95 w 111"/>
              <a:gd name="T15" fmla="*/ 120 h 136"/>
              <a:gd name="T16" fmla="*/ 95 w 111"/>
              <a:gd name="T17" fmla="*/ 43 h 136"/>
              <a:gd name="T18" fmla="*/ 66 w 111"/>
              <a:gd name="T19" fmla="*/ 43 h 136"/>
              <a:gd name="T20" fmla="*/ 66 w 111"/>
              <a:gd name="T21" fmla="*/ 16 h 136"/>
              <a:gd name="T22" fmla="*/ 16 w 111"/>
              <a:gd name="T23" fmla="*/ 16 h 136"/>
              <a:gd name="T24" fmla="*/ 16 w 111"/>
              <a:gd name="T25" fmla="*/ 120 h 136"/>
              <a:gd name="T26" fmla="*/ 27 w 111"/>
              <a:gd name="T27" fmla="*/ 68 h 136"/>
              <a:gd name="T28" fmla="*/ 83 w 111"/>
              <a:gd name="T29" fmla="*/ 68 h 136"/>
              <a:gd name="T30" fmla="*/ 83 w 111"/>
              <a:gd name="T31" fmla="*/ 61 h 136"/>
              <a:gd name="T32" fmla="*/ 27 w 111"/>
              <a:gd name="T33" fmla="*/ 61 h 136"/>
              <a:gd name="T34" fmla="*/ 27 w 111"/>
              <a:gd name="T35" fmla="*/ 68 h 136"/>
              <a:gd name="T36" fmla="*/ 27 w 111"/>
              <a:gd name="T37" fmla="*/ 85 h 136"/>
              <a:gd name="T38" fmla="*/ 83 w 111"/>
              <a:gd name="T39" fmla="*/ 85 h 136"/>
              <a:gd name="T40" fmla="*/ 83 w 111"/>
              <a:gd name="T41" fmla="*/ 79 h 136"/>
              <a:gd name="T42" fmla="*/ 27 w 111"/>
              <a:gd name="T43" fmla="*/ 79 h 136"/>
              <a:gd name="T44" fmla="*/ 27 w 111"/>
              <a:gd name="T45" fmla="*/ 85 h 136"/>
              <a:gd name="T46" fmla="*/ 27 w 111"/>
              <a:gd name="T47" fmla="*/ 103 h 136"/>
              <a:gd name="T48" fmla="*/ 83 w 111"/>
              <a:gd name="T49" fmla="*/ 103 h 136"/>
              <a:gd name="T50" fmla="*/ 83 w 111"/>
              <a:gd name="T51" fmla="*/ 97 h 136"/>
              <a:gd name="T52" fmla="*/ 27 w 111"/>
              <a:gd name="T53" fmla="*/ 97 h 136"/>
              <a:gd name="T54" fmla="*/ 27 w 111"/>
              <a:gd name="T55" fmla="*/ 103 h 1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111" h="136">
                <a:moveTo>
                  <a:pt x="75" y="0"/>
                </a:moveTo>
                <a:lnTo>
                  <a:pt x="111" y="38"/>
                </a:lnTo>
                <a:lnTo>
                  <a:pt x="111" y="136"/>
                </a:lnTo>
                <a:lnTo>
                  <a:pt x="0" y="136"/>
                </a:lnTo>
                <a:lnTo>
                  <a:pt x="0" y="0"/>
                </a:lnTo>
                <a:lnTo>
                  <a:pt x="75" y="0"/>
                </a:lnTo>
                <a:close/>
                <a:moveTo>
                  <a:pt x="16" y="120"/>
                </a:moveTo>
                <a:lnTo>
                  <a:pt x="95" y="120"/>
                </a:lnTo>
                <a:lnTo>
                  <a:pt x="95" y="43"/>
                </a:lnTo>
                <a:lnTo>
                  <a:pt x="66" y="43"/>
                </a:lnTo>
                <a:lnTo>
                  <a:pt x="66" y="16"/>
                </a:lnTo>
                <a:lnTo>
                  <a:pt x="16" y="16"/>
                </a:lnTo>
                <a:lnTo>
                  <a:pt x="16" y="120"/>
                </a:lnTo>
                <a:close/>
                <a:moveTo>
                  <a:pt x="27" y="68"/>
                </a:moveTo>
                <a:lnTo>
                  <a:pt x="83" y="68"/>
                </a:lnTo>
                <a:lnTo>
                  <a:pt x="83" y="61"/>
                </a:lnTo>
                <a:lnTo>
                  <a:pt x="27" y="61"/>
                </a:lnTo>
                <a:lnTo>
                  <a:pt x="27" y="68"/>
                </a:lnTo>
                <a:close/>
                <a:moveTo>
                  <a:pt x="27" y="85"/>
                </a:moveTo>
                <a:lnTo>
                  <a:pt x="83" y="85"/>
                </a:lnTo>
                <a:lnTo>
                  <a:pt x="83" y="79"/>
                </a:lnTo>
                <a:lnTo>
                  <a:pt x="27" y="79"/>
                </a:lnTo>
                <a:lnTo>
                  <a:pt x="27" y="85"/>
                </a:lnTo>
                <a:close/>
                <a:moveTo>
                  <a:pt x="27" y="103"/>
                </a:moveTo>
                <a:lnTo>
                  <a:pt x="83" y="103"/>
                </a:lnTo>
                <a:lnTo>
                  <a:pt x="83" y="97"/>
                </a:lnTo>
                <a:lnTo>
                  <a:pt x="27" y="97"/>
                </a:lnTo>
                <a:lnTo>
                  <a:pt x="27" y="10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78" name="Freeform 80"/>
          <p:cNvSpPr>
            <a:spLocks noEditPoints="1"/>
          </p:cNvSpPr>
          <p:nvPr/>
        </p:nvSpPr>
        <p:spPr bwMode="auto">
          <a:xfrm>
            <a:off x="5660176" y="4347065"/>
            <a:ext cx="308573" cy="345777"/>
          </a:xfrm>
          <a:custGeom>
            <a:avLst/>
            <a:gdLst>
              <a:gd name="T0" fmla="*/ 25 w 273"/>
              <a:gd name="T1" fmla="*/ 78 h 304"/>
              <a:gd name="T2" fmla="*/ 183 w 273"/>
              <a:gd name="T3" fmla="*/ 55 h 304"/>
              <a:gd name="T4" fmla="*/ 183 w 273"/>
              <a:gd name="T5" fmla="*/ 35 h 304"/>
              <a:gd name="T6" fmla="*/ 193 w 273"/>
              <a:gd name="T7" fmla="*/ 25 h 304"/>
              <a:gd name="T8" fmla="*/ 263 w 273"/>
              <a:gd name="T9" fmla="*/ 25 h 304"/>
              <a:gd name="T10" fmla="*/ 273 w 273"/>
              <a:gd name="T11" fmla="*/ 35 h 304"/>
              <a:gd name="T12" fmla="*/ 273 w 273"/>
              <a:gd name="T13" fmla="*/ 201 h 304"/>
              <a:gd name="T14" fmla="*/ 263 w 273"/>
              <a:gd name="T15" fmla="*/ 211 h 304"/>
              <a:gd name="T16" fmla="*/ 193 w 273"/>
              <a:gd name="T17" fmla="*/ 211 h 304"/>
              <a:gd name="T18" fmla="*/ 183 w 273"/>
              <a:gd name="T19" fmla="*/ 201 h 304"/>
              <a:gd name="T20" fmla="*/ 183 w 273"/>
              <a:gd name="T21" fmla="*/ 190 h 304"/>
              <a:gd name="T22" fmla="*/ 131 w 273"/>
              <a:gd name="T23" fmla="*/ 269 h 304"/>
              <a:gd name="T24" fmla="*/ 94 w 273"/>
              <a:gd name="T25" fmla="*/ 304 h 304"/>
              <a:gd name="T26" fmla="*/ 53 w 273"/>
              <a:gd name="T27" fmla="*/ 245 h 304"/>
              <a:gd name="T28" fmla="*/ 62 w 273"/>
              <a:gd name="T29" fmla="*/ 208 h 304"/>
              <a:gd name="T30" fmla="*/ 56 w 273"/>
              <a:gd name="T31" fmla="*/ 208 h 304"/>
              <a:gd name="T32" fmla="*/ 11 w 273"/>
              <a:gd name="T33" fmla="*/ 159 h 304"/>
              <a:gd name="T34" fmla="*/ 16 w 273"/>
              <a:gd name="T35" fmla="*/ 117 h 304"/>
              <a:gd name="T36" fmla="*/ 25 w 273"/>
              <a:gd name="T37" fmla="*/ 78 h 304"/>
              <a:gd name="T38" fmla="*/ 54 w 273"/>
              <a:gd name="T39" fmla="*/ 123 h 304"/>
              <a:gd name="T40" fmla="*/ 51 w 273"/>
              <a:gd name="T41" fmla="*/ 150 h 304"/>
              <a:gd name="T42" fmla="*/ 51 w 273"/>
              <a:gd name="T43" fmla="*/ 155 h 304"/>
              <a:gd name="T44" fmla="*/ 56 w 273"/>
              <a:gd name="T45" fmla="*/ 184 h 304"/>
              <a:gd name="T46" fmla="*/ 82 w 273"/>
              <a:gd name="T47" fmla="*/ 184 h 304"/>
              <a:gd name="T48" fmla="*/ 95 w 273"/>
              <a:gd name="T49" fmla="*/ 195 h 304"/>
              <a:gd name="T50" fmla="*/ 77 w 273"/>
              <a:gd name="T51" fmla="*/ 245 h 304"/>
              <a:gd name="T52" fmla="*/ 94 w 273"/>
              <a:gd name="T53" fmla="*/ 280 h 304"/>
              <a:gd name="T54" fmla="*/ 107 w 273"/>
              <a:gd name="T55" fmla="*/ 266 h 304"/>
              <a:gd name="T56" fmla="*/ 183 w 273"/>
              <a:gd name="T57" fmla="*/ 160 h 304"/>
              <a:gd name="T58" fmla="*/ 183 w 273"/>
              <a:gd name="T59" fmla="*/ 82 h 304"/>
              <a:gd name="T60" fmla="*/ 77 w 273"/>
              <a:gd name="T61" fmla="*/ 57 h 304"/>
              <a:gd name="T62" fmla="*/ 63 w 273"/>
              <a:gd name="T63" fmla="*/ 86 h 304"/>
              <a:gd name="T64" fmla="*/ 64 w 273"/>
              <a:gd name="T65" fmla="*/ 92 h 304"/>
              <a:gd name="T66" fmla="*/ 54 w 273"/>
              <a:gd name="T67" fmla="*/ 118 h 304"/>
              <a:gd name="T68" fmla="*/ 54 w 273"/>
              <a:gd name="T69" fmla="*/ 123 h 3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273" h="304">
                <a:moveTo>
                  <a:pt x="25" y="78"/>
                </a:moveTo>
                <a:cubicBezTo>
                  <a:pt x="0" y="0"/>
                  <a:pt x="169" y="42"/>
                  <a:pt x="183" y="55"/>
                </a:cubicBezTo>
                <a:cubicBezTo>
                  <a:pt x="183" y="35"/>
                  <a:pt x="183" y="35"/>
                  <a:pt x="183" y="35"/>
                </a:cubicBezTo>
                <a:cubicBezTo>
                  <a:pt x="183" y="29"/>
                  <a:pt x="187" y="25"/>
                  <a:pt x="193" y="25"/>
                </a:cubicBezTo>
                <a:cubicBezTo>
                  <a:pt x="263" y="25"/>
                  <a:pt x="263" y="25"/>
                  <a:pt x="263" y="25"/>
                </a:cubicBezTo>
                <a:cubicBezTo>
                  <a:pt x="268" y="25"/>
                  <a:pt x="273" y="29"/>
                  <a:pt x="273" y="35"/>
                </a:cubicBezTo>
                <a:cubicBezTo>
                  <a:pt x="273" y="201"/>
                  <a:pt x="273" y="201"/>
                  <a:pt x="273" y="201"/>
                </a:cubicBezTo>
                <a:cubicBezTo>
                  <a:pt x="273" y="206"/>
                  <a:pt x="268" y="211"/>
                  <a:pt x="263" y="211"/>
                </a:cubicBezTo>
                <a:cubicBezTo>
                  <a:pt x="193" y="211"/>
                  <a:pt x="193" y="211"/>
                  <a:pt x="193" y="211"/>
                </a:cubicBezTo>
                <a:cubicBezTo>
                  <a:pt x="187" y="211"/>
                  <a:pt x="183" y="206"/>
                  <a:pt x="183" y="201"/>
                </a:cubicBezTo>
                <a:cubicBezTo>
                  <a:pt x="183" y="190"/>
                  <a:pt x="183" y="190"/>
                  <a:pt x="183" y="190"/>
                </a:cubicBezTo>
                <a:cubicBezTo>
                  <a:pt x="149" y="212"/>
                  <a:pt x="132" y="267"/>
                  <a:pt x="131" y="269"/>
                </a:cubicBezTo>
                <a:cubicBezTo>
                  <a:pt x="126" y="291"/>
                  <a:pt x="113" y="304"/>
                  <a:pt x="94" y="304"/>
                </a:cubicBezTo>
                <a:cubicBezTo>
                  <a:pt x="75" y="304"/>
                  <a:pt x="53" y="286"/>
                  <a:pt x="53" y="245"/>
                </a:cubicBezTo>
                <a:cubicBezTo>
                  <a:pt x="53" y="235"/>
                  <a:pt x="56" y="220"/>
                  <a:pt x="62" y="208"/>
                </a:cubicBezTo>
                <a:cubicBezTo>
                  <a:pt x="56" y="208"/>
                  <a:pt x="56" y="208"/>
                  <a:pt x="56" y="208"/>
                </a:cubicBezTo>
                <a:cubicBezTo>
                  <a:pt x="31" y="208"/>
                  <a:pt x="2" y="196"/>
                  <a:pt x="11" y="159"/>
                </a:cubicBezTo>
                <a:cubicBezTo>
                  <a:pt x="2" y="143"/>
                  <a:pt x="8" y="124"/>
                  <a:pt x="16" y="117"/>
                </a:cubicBezTo>
                <a:cubicBezTo>
                  <a:pt x="8" y="102"/>
                  <a:pt x="15" y="86"/>
                  <a:pt x="25" y="78"/>
                </a:cubicBezTo>
                <a:close/>
                <a:moveTo>
                  <a:pt x="54" y="123"/>
                </a:moveTo>
                <a:cubicBezTo>
                  <a:pt x="29" y="123"/>
                  <a:pt x="28" y="149"/>
                  <a:pt x="51" y="150"/>
                </a:cubicBezTo>
                <a:cubicBezTo>
                  <a:pt x="56" y="150"/>
                  <a:pt x="56" y="155"/>
                  <a:pt x="51" y="155"/>
                </a:cubicBezTo>
                <a:cubicBezTo>
                  <a:pt x="28" y="155"/>
                  <a:pt x="32" y="184"/>
                  <a:pt x="56" y="184"/>
                </a:cubicBezTo>
                <a:cubicBezTo>
                  <a:pt x="82" y="184"/>
                  <a:pt x="82" y="184"/>
                  <a:pt x="82" y="184"/>
                </a:cubicBezTo>
                <a:cubicBezTo>
                  <a:pt x="91" y="184"/>
                  <a:pt x="95" y="189"/>
                  <a:pt x="95" y="195"/>
                </a:cubicBezTo>
                <a:cubicBezTo>
                  <a:pt x="95" y="205"/>
                  <a:pt x="77" y="228"/>
                  <a:pt x="77" y="245"/>
                </a:cubicBezTo>
                <a:cubicBezTo>
                  <a:pt x="77" y="267"/>
                  <a:pt x="87" y="280"/>
                  <a:pt x="94" y="280"/>
                </a:cubicBezTo>
                <a:cubicBezTo>
                  <a:pt x="102" y="280"/>
                  <a:pt x="106" y="274"/>
                  <a:pt x="107" y="266"/>
                </a:cubicBezTo>
                <a:cubicBezTo>
                  <a:pt x="112" y="232"/>
                  <a:pt x="150" y="175"/>
                  <a:pt x="183" y="160"/>
                </a:cubicBezTo>
                <a:cubicBezTo>
                  <a:pt x="183" y="82"/>
                  <a:pt x="183" y="82"/>
                  <a:pt x="183" y="82"/>
                </a:cubicBezTo>
                <a:cubicBezTo>
                  <a:pt x="137" y="60"/>
                  <a:pt x="96" y="58"/>
                  <a:pt x="77" y="57"/>
                </a:cubicBezTo>
                <a:cubicBezTo>
                  <a:pt x="47" y="56"/>
                  <a:pt x="33" y="79"/>
                  <a:pt x="63" y="86"/>
                </a:cubicBezTo>
                <a:cubicBezTo>
                  <a:pt x="69" y="87"/>
                  <a:pt x="69" y="92"/>
                  <a:pt x="64" y="92"/>
                </a:cubicBezTo>
                <a:cubicBezTo>
                  <a:pt x="33" y="92"/>
                  <a:pt x="31" y="115"/>
                  <a:pt x="54" y="118"/>
                </a:cubicBezTo>
                <a:cubicBezTo>
                  <a:pt x="59" y="119"/>
                  <a:pt x="59" y="123"/>
                  <a:pt x="54" y="12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79" name="Freeform 81"/>
          <p:cNvSpPr>
            <a:spLocks noEditPoints="1"/>
          </p:cNvSpPr>
          <p:nvPr/>
        </p:nvSpPr>
        <p:spPr bwMode="auto">
          <a:xfrm>
            <a:off x="6036591" y="4463053"/>
            <a:ext cx="76597" cy="212281"/>
          </a:xfrm>
          <a:custGeom>
            <a:avLst/>
            <a:gdLst>
              <a:gd name="T0" fmla="*/ 33 w 67"/>
              <a:gd name="T1" fmla="*/ 0 h 188"/>
              <a:gd name="T2" fmla="*/ 67 w 67"/>
              <a:gd name="T3" fmla="*/ 33 h 188"/>
              <a:gd name="T4" fmla="*/ 33 w 67"/>
              <a:gd name="T5" fmla="*/ 67 h 188"/>
              <a:gd name="T6" fmla="*/ 0 w 67"/>
              <a:gd name="T7" fmla="*/ 33 h 188"/>
              <a:gd name="T8" fmla="*/ 33 w 67"/>
              <a:gd name="T9" fmla="*/ 0 h 188"/>
              <a:gd name="T10" fmla="*/ 33 w 67"/>
              <a:gd name="T11" fmla="*/ 121 h 188"/>
              <a:gd name="T12" fmla="*/ 67 w 67"/>
              <a:gd name="T13" fmla="*/ 155 h 188"/>
              <a:gd name="T14" fmla="*/ 33 w 67"/>
              <a:gd name="T15" fmla="*/ 188 h 188"/>
              <a:gd name="T16" fmla="*/ 0 w 67"/>
              <a:gd name="T17" fmla="*/ 155 h 188"/>
              <a:gd name="T18" fmla="*/ 33 w 67"/>
              <a:gd name="T19" fmla="*/ 121 h 1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67" h="188">
                <a:moveTo>
                  <a:pt x="33" y="0"/>
                </a:moveTo>
                <a:cubicBezTo>
                  <a:pt x="52" y="0"/>
                  <a:pt x="67" y="15"/>
                  <a:pt x="67" y="33"/>
                </a:cubicBezTo>
                <a:cubicBezTo>
                  <a:pt x="67" y="52"/>
                  <a:pt x="52" y="67"/>
                  <a:pt x="33" y="67"/>
                </a:cubicBezTo>
                <a:cubicBezTo>
                  <a:pt x="14" y="67"/>
                  <a:pt x="0" y="52"/>
                  <a:pt x="0" y="33"/>
                </a:cubicBezTo>
                <a:cubicBezTo>
                  <a:pt x="0" y="15"/>
                  <a:pt x="14" y="0"/>
                  <a:pt x="33" y="0"/>
                </a:cubicBezTo>
                <a:close/>
                <a:moveTo>
                  <a:pt x="33" y="121"/>
                </a:moveTo>
                <a:cubicBezTo>
                  <a:pt x="52" y="121"/>
                  <a:pt x="67" y="136"/>
                  <a:pt x="67" y="155"/>
                </a:cubicBezTo>
                <a:cubicBezTo>
                  <a:pt x="67" y="174"/>
                  <a:pt x="52" y="188"/>
                  <a:pt x="33" y="188"/>
                </a:cubicBezTo>
                <a:cubicBezTo>
                  <a:pt x="14" y="188"/>
                  <a:pt x="0" y="174"/>
                  <a:pt x="0" y="155"/>
                </a:cubicBezTo>
                <a:cubicBezTo>
                  <a:pt x="0" y="136"/>
                  <a:pt x="14" y="121"/>
                  <a:pt x="33" y="12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80" name="Freeform 82"/>
          <p:cNvSpPr>
            <a:spLocks noEditPoints="1"/>
          </p:cNvSpPr>
          <p:nvPr/>
        </p:nvSpPr>
        <p:spPr bwMode="auto">
          <a:xfrm>
            <a:off x="6301396" y="4430225"/>
            <a:ext cx="271369" cy="242920"/>
          </a:xfrm>
          <a:custGeom>
            <a:avLst/>
            <a:gdLst>
              <a:gd name="T0" fmla="*/ 124 w 124"/>
              <a:gd name="T1" fmla="*/ 15 h 111"/>
              <a:gd name="T2" fmla="*/ 0 w 124"/>
              <a:gd name="T3" fmla="*/ 15 h 111"/>
              <a:gd name="T4" fmla="*/ 0 w 124"/>
              <a:gd name="T5" fmla="*/ 0 h 111"/>
              <a:gd name="T6" fmla="*/ 124 w 124"/>
              <a:gd name="T7" fmla="*/ 0 h 111"/>
              <a:gd name="T8" fmla="*/ 124 w 124"/>
              <a:gd name="T9" fmla="*/ 15 h 111"/>
              <a:gd name="T10" fmla="*/ 92 w 124"/>
              <a:gd name="T11" fmla="*/ 47 h 111"/>
              <a:gd name="T12" fmla="*/ 0 w 124"/>
              <a:gd name="T13" fmla="*/ 47 h 111"/>
              <a:gd name="T14" fmla="*/ 0 w 124"/>
              <a:gd name="T15" fmla="*/ 32 h 111"/>
              <a:gd name="T16" fmla="*/ 92 w 124"/>
              <a:gd name="T17" fmla="*/ 32 h 111"/>
              <a:gd name="T18" fmla="*/ 92 w 124"/>
              <a:gd name="T19" fmla="*/ 47 h 111"/>
              <a:gd name="T20" fmla="*/ 124 w 124"/>
              <a:gd name="T21" fmla="*/ 79 h 111"/>
              <a:gd name="T22" fmla="*/ 0 w 124"/>
              <a:gd name="T23" fmla="*/ 79 h 111"/>
              <a:gd name="T24" fmla="*/ 0 w 124"/>
              <a:gd name="T25" fmla="*/ 64 h 111"/>
              <a:gd name="T26" fmla="*/ 124 w 124"/>
              <a:gd name="T27" fmla="*/ 64 h 111"/>
              <a:gd name="T28" fmla="*/ 124 w 124"/>
              <a:gd name="T29" fmla="*/ 79 h 111"/>
              <a:gd name="T30" fmla="*/ 92 w 124"/>
              <a:gd name="T31" fmla="*/ 111 h 111"/>
              <a:gd name="T32" fmla="*/ 0 w 124"/>
              <a:gd name="T33" fmla="*/ 111 h 111"/>
              <a:gd name="T34" fmla="*/ 0 w 124"/>
              <a:gd name="T35" fmla="*/ 96 h 111"/>
              <a:gd name="T36" fmla="*/ 92 w 124"/>
              <a:gd name="T37" fmla="*/ 96 h 111"/>
              <a:gd name="T38" fmla="*/ 92 w 124"/>
              <a:gd name="T39" fmla="*/ 111 h 1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124" h="111">
                <a:moveTo>
                  <a:pt x="124" y="15"/>
                </a:moveTo>
                <a:lnTo>
                  <a:pt x="0" y="15"/>
                </a:lnTo>
                <a:lnTo>
                  <a:pt x="0" y="0"/>
                </a:lnTo>
                <a:lnTo>
                  <a:pt x="124" y="0"/>
                </a:lnTo>
                <a:lnTo>
                  <a:pt x="124" y="15"/>
                </a:lnTo>
                <a:close/>
                <a:moveTo>
                  <a:pt x="92" y="47"/>
                </a:moveTo>
                <a:lnTo>
                  <a:pt x="0" y="47"/>
                </a:lnTo>
                <a:lnTo>
                  <a:pt x="0" y="32"/>
                </a:lnTo>
                <a:lnTo>
                  <a:pt x="92" y="32"/>
                </a:lnTo>
                <a:lnTo>
                  <a:pt x="92" y="47"/>
                </a:lnTo>
                <a:close/>
                <a:moveTo>
                  <a:pt x="124" y="79"/>
                </a:moveTo>
                <a:lnTo>
                  <a:pt x="0" y="79"/>
                </a:lnTo>
                <a:lnTo>
                  <a:pt x="0" y="64"/>
                </a:lnTo>
                <a:lnTo>
                  <a:pt x="124" y="64"/>
                </a:lnTo>
                <a:lnTo>
                  <a:pt x="124" y="79"/>
                </a:lnTo>
                <a:close/>
                <a:moveTo>
                  <a:pt x="92" y="111"/>
                </a:moveTo>
                <a:lnTo>
                  <a:pt x="0" y="111"/>
                </a:lnTo>
                <a:lnTo>
                  <a:pt x="0" y="96"/>
                </a:lnTo>
                <a:lnTo>
                  <a:pt x="92" y="96"/>
                </a:lnTo>
                <a:lnTo>
                  <a:pt x="92" y="11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81" name="Freeform 83"/>
          <p:cNvSpPr>
            <a:spLocks/>
          </p:cNvSpPr>
          <p:nvPr/>
        </p:nvSpPr>
        <p:spPr bwMode="auto">
          <a:xfrm>
            <a:off x="6658116" y="4430226"/>
            <a:ext cx="236353" cy="238543"/>
          </a:xfrm>
          <a:custGeom>
            <a:avLst/>
            <a:gdLst>
              <a:gd name="T0" fmla="*/ 54 w 108"/>
              <a:gd name="T1" fmla="*/ 33 h 109"/>
              <a:gd name="T2" fmla="*/ 86 w 108"/>
              <a:gd name="T3" fmla="*/ 0 h 109"/>
              <a:gd name="T4" fmla="*/ 108 w 108"/>
              <a:gd name="T5" fmla="*/ 22 h 109"/>
              <a:gd name="T6" fmla="*/ 76 w 108"/>
              <a:gd name="T7" fmla="*/ 54 h 109"/>
              <a:gd name="T8" fmla="*/ 108 w 108"/>
              <a:gd name="T9" fmla="*/ 87 h 109"/>
              <a:gd name="T10" fmla="*/ 86 w 108"/>
              <a:gd name="T11" fmla="*/ 109 h 109"/>
              <a:gd name="T12" fmla="*/ 54 w 108"/>
              <a:gd name="T13" fmla="*/ 76 h 109"/>
              <a:gd name="T14" fmla="*/ 22 w 108"/>
              <a:gd name="T15" fmla="*/ 109 h 109"/>
              <a:gd name="T16" fmla="*/ 0 w 108"/>
              <a:gd name="T17" fmla="*/ 87 h 109"/>
              <a:gd name="T18" fmla="*/ 32 w 108"/>
              <a:gd name="T19" fmla="*/ 54 h 109"/>
              <a:gd name="T20" fmla="*/ 0 w 108"/>
              <a:gd name="T21" fmla="*/ 22 h 109"/>
              <a:gd name="T22" fmla="*/ 22 w 108"/>
              <a:gd name="T23" fmla="*/ 0 h 109"/>
              <a:gd name="T24" fmla="*/ 54 w 108"/>
              <a:gd name="T25" fmla="*/ 33 h 1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08" h="109">
                <a:moveTo>
                  <a:pt x="54" y="33"/>
                </a:moveTo>
                <a:lnTo>
                  <a:pt x="86" y="0"/>
                </a:lnTo>
                <a:lnTo>
                  <a:pt x="108" y="22"/>
                </a:lnTo>
                <a:lnTo>
                  <a:pt x="76" y="54"/>
                </a:lnTo>
                <a:lnTo>
                  <a:pt x="108" y="87"/>
                </a:lnTo>
                <a:lnTo>
                  <a:pt x="86" y="109"/>
                </a:lnTo>
                <a:lnTo>
                  <a:pt x="54" y="76"/>
                </a:lnTo>
                <a:lnTo>
                  <a:pt x="22" y="109"/>
                </a:lnTo>
                <a:lnTo>
                  <a:pt x="0" y="87"/>
                </a:lnTo>
                <a:lnTo>
                  <a:pt x="32" y="54"/>
                </a:lnTo>
                <a:lnTo>
                  <a:pt x="0" y="22"/>
                </a:lnTo>
                <a:lnTo>
                  <a:pt x="22" y="0"/>
                </a:lnTo>
                <a:lnTo>
                  <a:pt x="54" y="3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82" name="Freeform 84"/>
          <p:cNvSpPr>
            <a:spLocks noEditPoints="1"/>
          </p:cNvSpPr>
          <p:nvPr/>
        </p:nvSpPr>
        <p:spPr bwMode="auto">
          <a:xfrm>
            <a:off x="6964499" y="4366759"/>
            <a:ext cx="315139" cy="315139"/>
          </a:xfrm>
          <a:custGeom>
            <a:avLst/>
            <a:gdLst>
              <a:gd name="T0" fmla="*/ 279 w 279"/>
              <a:gd name="T1" fmla="*/ 139 h 279"/>
              <a:gd name="T2" fmla="*/ 139 w 279"/>
              <a:gd name="T3" fmla="*/ 279 h 279"/>
              <a:gd name="T4" fmla="*/ 0 w 279"/>
              <a:gd name="T5" fmla="*/ 139 h 279"/>
              <a:gd name="T6" fmla="*/ 139 w 279"/>
              <a:gd name="T7" fmla="*/ 0 h 279"/>
              <a:gd name="T8" fmla="*/ 279 w 279"/>
              <a:gd name="T9" fmla="*/ 139 h 279"/>
              <a:gd name="T10" fmla="*/ 49 w 279"/>
              <a:gd name="T11" fmla="*/ 230 h 279"/>
              <a:gd name="T12" fmla="*/ 77 w 279"/>
              <a:gd name="T13" fmla="*/ 251 h 279"/>
              <a:gd name="T14" fmla="*/ 108 w 279"/>
              <a:gd name="T15" fmla="*/ 191 h 279"/>
              <a:gd name="T16" fmla="*/ 140 w 279"/>
              <a:gd name="T17" fmla="*/ 200 h 279"/>
              <a:gd name="T18" fmla="*/ 200 w 279"/>
              <a:gd name="T19" fmla="*/ 139 h 279"/>
              <a:gd name="T20" fmla="*/ 183 w 279"/>
              <a:gd name="T21" fmla="*/ 97 h 279"/>
              <a:gd name="T22" fmla="*/ 240 w 279"/>
              <a:gd name="T23" fmla="*/ 61 h 279"/>
              <a:gd name="T24" fmla="*/ 230 w 279"/>
              <a:gd name="T25" fmla="*/ 49 h 279"/>
              <a:gd name="T26" fmla="*/ 202 w 279"/>
              <a:gd name="T27" fmla="*/ 28 h 279"/>
              <a:gd name="T28" fmla="*/ 170 w 279"/>
              <a:gd name="T29" fmla="*/ 87 h 279"/>
              <a:gd name="T30" fmla="*/ 140 w 279"/>
              <a:gd name="T31" fmla="*/ 79 h 279"/>
              <a:gd name="T32" fmla="*/ 80 w 279"/>
              <a:gd name="T33" fmla="*/ 139 h 279"/>
              <a:gd name="T34" fmla="*/ 96 w 279"/>
              <a:gd name="T35" fmla="*/ 181 h 279"/>
              <a:gd name="T36" fmla="*/ 38 w 279"/>
              <a:gd name="T37" fmla="*/ 217 h 279"/>
              <a:gd name="T38" fmla="*/ 49 w 279"/>
              <a:gd name="T39" fmla="*/ 230 h 279"/>
              <a:gd name="T40" fmla="*/ 114 w 279"/>
              <a:gd name="T41" fmla="*/ 139 h 279"/>
              <a:gd name="T42" fmla="*/ 140 w 279"/>
              <a:gd name="T43" fmla="*/ 113 h 279"/>
              <a:gd name="T44" fmla="*/ 166 w 279"/>
              <a:gd name="T45" fmla="*/ 139 h 279"/>
              <a:gd name="T46" fmla="*/ 140 w 279"/>
              <a:gd name="T47" fmla="*/ 165 h 279"/>
              <a:gd name="T48" fmla="*/ 114 w 279"/>
              <a:gd name="T49" fmla="*/ 139 h 279"/>
              <a:gd name="T50" fmla="*/ 127 w 279"/>
              <a:gd name="T51" fmla="*/ 139 h 279"/>
              <a:gd name="T52" fmla="*/ 140 w 279"/>
              <a:gd name="T53" fmla="*/ 152 h 279"/>
              <a:gd name="T54" fmla="*/ 153 w 279"/>
              <a:gd name="T55" fmla="*/ 139 h 279"/>
              <a:gd name="T56" fmla="*/ 140 w 279"/>
              <a:gd name="T57" fmla="*/ 126 h 279"/>
              <a:gd name="T58" fmla="*/ 127 w 279"/>
              <a:gd name="T59" fmla="*/ 139 h 2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279" h="279">
                <a:moveTo>
                  <a:pt x="279" y="139"/>
                </a:moveTo>
                <a:cubicBezTo>
                  <a:pt x="279" y="217"/>
                  <a:pt x="217" y="279"/>
                  <a:pt x="139" y="279"/>
                </a:cubicBezTo>
                <a:cubicBezTo>
                  <a:pt x="63" y="279"/>
                  <a:pt x="0" y="217"/>
                  <a:pt x="0" y="139"/>
                </a:cubicBezTo>
                <a:cubicBezTo>
                  <a:pt x="0" y="63"/>
                  <a:pt x="63" y="0"/>
                  <a:pt x="139" y="0"/>
                </a:cubicBezTo>
                <a:cubicBezTo>
                  <a:pt x="217" y="0"/>
                  <a:pt x="279" y="63"/>
                  <a:pt x="279" y="139"/>
                </a:cubicBezTo>
                <a:close/>
                <a:moveTo>
                  <a:pt x="49" y="230"/>
                </a:moveTo>
                <a:cubicBezTo>
                  <a:pt x="58" y="238"/>
                  <a:pt x="67" y="245"/>
                  <a:pt x="77" y="251"/>
                </a:cubicBezTo>
                <a:cubicBezTo>
                  <a:pt x="108" y="191"/>
                  <a:pt x="108" y="191"/>
                  <a:pt x="108" y="191"/>
                </a:cubicBezTo>
                <a:cubicBezTo>
                  <a:pt x="117" y="197"/>
                  <a:pt x="128" y="200"/>
                  <a:pt x="140" y="200"/>
                </a:cubicBezTo>
                <a:cubicBezTo>
                  <a:pt x="174" y="200"/>
                  <a:pt x="200" y="173"/>
                  <a:pt x="200" y="139"/>
                </a:cubicBezTo>
                <a:cubicBezTo>
                  <a:pt x="200" y="123"/>
                  <a:pt x="194" y="108"/>
                  <a:pt x="183" y="97"/>
                </a:cubicBezTo>
                <a:cubicBezTo>
                  <a:pt x="240" y="61"/>
                  <a:pt x="240" y="61"/>
                  <a:pt x="240" y="61"/>
                </a:cubicBezTo>
                <a:cubicBezTo>
                  <a:pt x="237" y="57"/>
                  <a:pt x="234" y="53"/>
                  <a:pt x="230" y="49"/>
                </a:cubicBezTo>
                <a:cubicBezTo>
                  <a:pt x="221" y="41"/>
                  <a:pt x="212" y="34"/>
                  <a:pt x="202" y="28"/>
                </a:cubicBezTo>
                <a:cubicBezTo>
                  <a:pt x="170" y="87"/>
                  <a:pt x="170" y="87"/>
                  <a:pt x="170" y="87"/>
                </a:cubicBezTo>
                <a:cubicBezTo>
                  <a:pt x="162" y="82"/>
                  <a:pt x="151" y="79"/>
                  <a:pt x="140" y="79"/>
                </a:cubicBezTo>
                <a:cubicBezTo>
                  <a:pt x="106" y="79"/>
                  <a:pt x="80" y="106"/>
                  <a:pt x="80" y="139"/>
                </a:cubicBezTo>
                <a:cubicBezTo>
                  <a:pt x="80" y="155"/>
                  <a:pt x="86" y="170"/>
                  <a:pt x="96" y="181"/>
                </a:cubicBezTo>
                <a:cubicBezTo>
                  <a:pt x="38" y="217"/>
                  <a:pt x="38" y="217"/>
                  <a:pt x="38" y="217"/>
                </a:cubicBezTo>
                <a:cubicBezTo>
                  <a:pt x="42" y="222"/>
                  <a:pt x="46" y="226"/>
                  <a:pt x="49" y="230"/>
                </a:cubicBezTo>
                <a:close/>
                <a:moveTo>
                  <a:pt x="114" y="139"/>
                </a:moveTo>
                <a:cubicBezTo>
                  <a:pt x="114" y="125"/>
                  <a:pt x="126" y="113"/>
                  <a:pt x="140" y="113"/>
                </a:cubicBezTo>
                <a:cubicBezTo>
                  <a:pt x="155" y="113"/>
                  <a:pt x="166" y="125"/>
                  <a:pt x="166" y="139"/>
                </a:cubicBezTo>
                <a:cubicBezTo>
                  <a:pt x="166" y="153"/>
                  <a:pt x="155" y="165"/>
                  <a:pt x="140" y="165"/>
                </a:cubicBezTo>
                <a:cubicBezTo>
                  <a:pt x="126" y="165"/>
                  <a:pt x="114" y="153"/>
                  <a:pt x="114" y="139"/>
                </a:cubicBezTo>
                <a:close/>
                <a:moveTo>
                  <a:pt x="127" y="139"/>
                </a:moveTo>
                <a:cubicBezTo>
                  <a:pt x="127" y="147"/>
                  <a:pt x="132" y="152"/>
                  <a:pt x="140" y="152"/>
                </a:cubicBezTo>
                <a:cubicBezTo>
                  <a:pt x="148" y="152"/>
                  <a:pt x="153" y="147"/>
                  <a:pt x="153" y="139"/>
                </a:cubicBezTo>
                <a:cubicBezTo>
                  <a:pt x="153" y="132"/>
                  <a:pt x="148" y="126"/>
                  <a:pt x="140" y="126"/>
                </a:cubicBezTo>
                <a:cubicBezTo>
                  <a:pt x="132" y="126"/>
                  <a:pt x="127" y="132"/>
                  <a:pt x="127" y="13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83" name="Freeform 85"/>
          <p:cNvSpPr>
            <a:spLocks noEditPoints="1"/>
          </p:cNvSpPr>
          <p:nvPr/>
        </p:nvSpPr>
        <p:spPr bwMode="auto">
          <a:xfrm>
            <a:off x="7347479" y="4322990"/>
            <a:ext cx="339212" cy="350153"/>
          </a:xfrm>
          <a:custGeom>
            <a:avLst/>
            <a:gdLst>
              <a:gd name="T0" fmla="*/ 31 w 301"/>
              <a:gd name="T1" fmla="*/ 278 h 309"/>
              <a:gd name="T2" fmla="*/ 184 w 301"/>
              <a:gd name="T3" fmla="*/ 278 h 309"/>
              <a:gd name="T4" fmla="*/ 184 w 301"/>
              <a:gd name="T5" fmla="*/ 188 h 309"/>
              <a:gd name="T6" fmla="*/ 215 w 301"/>
              <a:gd name="T7" fmla="*/ 153 h 309"/>
              <a:gd name="T8" fmla="*/ 215 w 301"/>
              <a:gd name="T9" fmla="*/ 309 h 309"/>
              <a:gd name="T10" fmla="*/ 0 w 301"/>
              <a:gd name="T11" fmla="*/ 309 h 309"/>
              <a:gd name="T12" fmla="*/ 0 w 301"/>
              <a:gd name="T13" fmla="*/ 47 h 309"/>
              <a:gd name="T14" fmla="*/ 187 w 301"/>
              <a:gd name="T15" fmla="*/ 47 h 309"/>
              <a:gd name="T16" fmla="*/ 161 w 301"/>
              <a:gd name="T17" fmla="*/ 74 h 309"/>
              <a:gd name="T18" fmla="*/ 31 w 301"/>
              <a:gd name="T19" fmla="*/ 74 h 309"/>
              <a:gd name="T20" fmla="*/ 31 w 301"/>
              <a:gd name="T21" fmla="*/ 278 h 309"/>
              <a:gd name="T22" fmla="*/ 240 w 301"/>
              <a:gd name="T23" fmla="*/ 38 h 309"/>
              <a:gd name="T24" fmla="*/ 240 w 301"/>
              <a:gd name="T25" fmla="*/ 38 h 309"/>
              <a:gd name="T26" fmla="*/ 263 w 301"/>
              <a:gd name="T27" fmla="*/ 61 h 309"/>
              <a:gd name="T28" fmla="*/ 255 w 301"/>
              <a:gd name="T29" fmla="*/ 87 h 309"/>
              <a:gd name="T30" fmla="*/ 127 w 301"/>
              <a:gd name="T31" fmla="*/ 219 h 309"/>
              <a:gd name="T32" fmla="*/ 72 w 301"/>
              <a:gd name="T33" fmla="*/ 232 h 309"/>
              <a:gd name="T34" fmla="*/ 71 w 301"/>
              <a:gd name="T35" fmla="*/ 231 h 309"/>
              <a:gd name="T36" fmla="*/ 86 w 301"/>
              <a:gd name="T37" fmla="*/ 177 h 309"/>
              <a:gd name="T38" fmla="*/ 214 w 301"/>
              <a:gd name="T39" fmla="*/ 46 h 309"/>
              <a:gd name="T40" fmla="*/ 240 w 301"/>
              <a:gd name="T41" fmla="*/ 38 h 309"/>
              <a:gd name="T42" fmla="*/ 113 w 301"/>
              <a:gd name="T43" fmla="*/ 175 h 309"/>
              <a:gd name="T44" fmla="*/ 101 w 301"/>
              <a:gd name="T45" fmla="*/ 178 h 309"/>
              <a:gd name="T46" fmla="*/ 93 w 301"/>
              <a:gd name="T47" fmla="*/ 185 h 309"/>
              <a:gd name="T48" fmla="*/ 90 w 301"/>
              <a:gd name="T49" fmla="*/ 199 h 309"/>
              <a:gd name="T50" fmla="*/ 106 w 301"/>
              <a:gd name="T51" fmla="*/ 214 h 309"/>
              <a:gd name="T52" fmla="*/ 119 w 301"/>
              <a:gd name="T53" fmla="*/ 211 h 309"/>
              <a:gd name="T54" fmla="*/ 127 w 301"/>
              <a:gd name="T55" fmla="*/ 203 h 309"/>
              <a:gd name="T56" fmla="*/ 128 w 301"/>
              <a:gd name="T57" fmla="*/ 191 h 309"/>
              <a:gd name="T58" fmla="*/ 113 w 301"/>
              <a:gd name="T59" fmla="*/ 175 h 309"/>
              <a:gd name="T60" fmla="*/ 288 w 301"/>
              <a:gd name="T61" fmla="*/ 54 h 309"/>
              <a:gd name="T62" fmla="*/ 268 w 301"/>
              <a:gd name="T63" fmla="*/ 74 h 309"/>
              <a:gd name="T64" fmla="*/ 274 w 301"/>
              <a:gd name="T65" fmla="*/ 48 h 309"/>
              <a:gd name="T66" fmla="*/ 252 w 301"/>
              <a:gd name="T67" fmla="*/ 26 h 309"/>
              <a:gd name="T68" fmla="*/ 227 w 301"/>
              <a:gd name="T69" fmla="*/ 32 h 309"/>
              <a:gd name="T70" fmla="*/ 246 w 301"/>
              <a:gd name="T71" fmla="*/ 12 h 309"/>
              <a:gd name="T72" fmla="*/ 289 w 301"/>
              <a:gd name="T73" fmla="*/ 12 h 309"/>
              <a:gd name="T74" fmla="*/ 288 w 301"/>
              <a:gd name="T75" fmla="*/ 54 h 3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301" h="309">
                <a:moveTo>
                  <a:pt x="31" y="278"/>
                </a:moveTo>
                <a:cubicBezTo>
                  <a:pt x="184" y="278"/>
                  <a:pt x="184" y="278"/>
                  <a:pt x="184" y="278"/>
                </a:cubicBezTo>
                <a:cubicBezTo>
                  <a:pt x="184" y="188"/>
                  <a:pt x="184" y="188"/>
                  <a:pt x="184" y="188"/>
                </a:cubicBezTo>
                <a:cubicBezTo>
                  <a:pt x="215" y="153"/>
                  <a:pt x="215" y="153"/>
                  <a:pt x="215" y="153"/>
                </a:cubicBezTo>
                <a:cubicBezTo>
                  <a:pt x="215" y="309"/>
                  <a:pt x="215" y="309"/>
                  <a:pt x="215" y="309"/>
                </a:cubicBezTo>
                <a:cubicBezTo>
                  <a:pt x="0" y="309"/>
                  <a:pt x="0" y="309"/>
                  <a:pt x="0" y="309"/>
                </a:cubicBezTo>
                <a:cubicBezTo>
                  <a:pt x="0" y="47"/>
                  <a:pt x="0" y="47"/>
                  <a:pt x="0" y="47"/>
                </a:cubicBezTo>
                <a:cubicBezTo>
                  <a:pt x="187" y="47"/>
                  <a:pt x="187" y="47"/>
                  <a:pt x="187" y="47"/>
                </a:cubicBezTo>
                <a:cubicBezTo>
                  <a:pt x="161" y="74"/>
                  <a:pt x="161" y="74"/>
                  <a:pt x="161" y="74"/>
                </a:cubicBezTo>
                <a:cubicBezTo>
                  <a:pt x="31" y="74"/>
                  <a:pt x="31" y="74"/>
                  <a:pt x="31" y="74"/>
                </a:cubicBezTo>
                <a:lnTo>
                  <a:pt x="31" y="278"/>
                </a:lnTo>
                <a:close/>
                <a:moveTo>
                  <a:pt x="240" y="38"/>
                </a:moveTo>
                <a:cubicBezTo>
                  <a:pt x="240" y="38"/>
                  <a:pt x="240" y="38"/>
                  <a:pt x="240" y="38"/>
                </a:cubicBezTo>
                <a:cubicBezTo>
                  <a:pt x="263" y="61"/>
                  <a:pt x="263" y="61"/>
                  <a:pt x="263" y="61"/>
                </a:cubicBezTo>
                <a:cubicBezTo>
                  <a:pt x="262" y="61"/>
                  <a:pt x="255" y="87"/>
                  <a:pt x="255" y="87"/>
                </a:cubicBezTo>
                <a:cubicBezTo>
                  <a:pt x="127" y="219"/>
                  <a:pt x="127" y="219"/>
                  <a:pt x="127" y="219"/>
                </a:cubicBezTo>
                <a:cubicBezTo>
                  <a:pt x="72" y="232"/>
                  <a:pt x="72" y="232"/>
                  <a:pt x="72" y="232"/>
                </a:cubicBezTo>
                <a:cubicBezTo>
                  <a:pt x="71" y="231"/>
                  <a:pt x="71" y="231"/>
                  <a:pt x="71" y="231"/>
                </a:cubicBezTo>
                <a:cubicBezTo>
                  <a:pt x="86" y="177"/>
                  <a:pt x="86" y="177"/>
                  <a:pt x="86" y="177"/>
                </a:cubicBezTo>
                <a:cubicBezTo>
                  <a:pt x="214" y="46"/>
                  <a:pt x="214" y="46"/>
                  <a:pt x="214" y="46"/>
                </a:cubicBezTo>
                <a:cubicBezTo>
                  <a:pt x="214" y="45"/>
                  <a:pt x="236" y="39"/>
                  <a:pt x="240" y="38"/>
                </a:cubicBezTo>
                <a:close/>
                <a:moveTo>
                  <a:pt x="113" y="175"/>
                </a:moveTo>
                <a:cubicBezTo>
                  <a:pt x="101" y="178"/>
                  <a:pt x="101" y="178"/>
                  <a:pt x="101" y="178"/>
                </a:cubicBezTo>
                <a:cubicBezTo>
                  <a:pt x="93" y="185"/>
                  <a:pt x="93" y="185"/>
                  <a:pt x="93" y="185"/>
                </a:cubicBezTo>
                <a:cubicBezTo>
                  <a:pt x="90" y="199"/>
                  <a:pt x="90" y="199"/>
                  <a:pt x="90" y="199"/>
                </a:cubicBezTo>
                <a:cubicBezTo>
                  <a:pt x="106" y="214"/>
                  <a:pt x="106" y="214"/>
                  <a:pt x="106" y="214"/>
                </a:cubicBezTo>
                <a:cubicBezTo>
                  <a:pt x="119" y="211"/>
                  <a:pt x="119" y="211"/>
                  <a:pt x="119" y="211"/>
                </a:cubicBezTo>
                <a:cubicBezTo>
                  <a:pt x="127" y="203"/>
                  <a:pt x="127" y="203"/>
                  <a:pt x="127" y="203"/>
                </a:cubicBezTo>
                <a:cubicBezTo>
                  <a:pt x="128" y="191"/>
                  <a:pt x="128" y="191"/>
                  <a:pt x="128" y="191"/>
                </a:cubicBezTo>
                <a:lnTo>
                  <a:pt x="113" y="175"/>
                </a:lnTo>
                <a:close/>
                <a:moveTo>
                  <a:pt x="288" y="54"/>
                </a:moveTo>
                <a:cubicBezTo>
                  <a:pt x="268" y="74"/>
                  <a:pt x="268" y="74"/>
                  <a:pt x="268" y="74"/>
                </a:cubicBezTo>
                <a:cubicBezTo>
                  <a:pt x="274" y="48"/>
                  <a:pt x="274" y="48"/>
                  <a:pt x="274" y="48"/>
                </a:cubicBezTo>
                <a:cubicBezTo>
                  <a:pt x="252" y="26"/>
                  <a:pt x="252" y="26"/>
                  <a:pt x="252" y="26"/>
                </a:cubicBezTo>
                <a:cubicBezTo>
                  <a:pt x="227" y="32"/>
                  <a:pt x="227" y="32"/>
                  <a:pt x="227" y="32"/>
                </a:cubicBezTo>
                <a:cubicBezTo>
                  <a:pt x="246" y="12"/>
                  <a:pt x="246" y="12"/>
                  <a:pt x="246" y="12"/>
                </a:cubicBezTo>
                <a:cubicBezTo>
                  <a:pt x="258" y="0"/>
                  <a:pt x="277" y="0"/>
                  <a:pt x="289" y="12"/>
                </a:cubicBezTo>
                <a:cubicBezTo>
                  <a:pt x="301" y="23"/>
                  <a:pt x="300" y="42"/>
                  <a:pt x="288" y="5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84" name="Freeform 86"/>
          <p:cNvSpPr>
            <a:spLocks noEditPoints="1"/>
          </p:cNvSpPr>
          <p:nvPr/>
        </p:nvSpPr>
        <p:spPr bwMode="auto">
          <a:xfrm>
            <a:off x="7782985" y="4375513"/>
            <a:ext cx="247297" cy="306384"/>
          </a:xfrm>
          <a:custGeom>
            <a:avLst/>
            <a:gdLst>
              <a:gd name="T0" fmla="*/ 219 w 219"/>
              <a:gd name="T1" fmla="*/ 39 h 271"/>
              <a:gd name="T2" fmla="*/ 219 w 219"/>
              <a:gd name="T3" fmla="*/ 271 h 271"/>
              <a:gd name="T4" fmla="*/ 46 w 219"/>
              <a:gd name="T5" fmla="*/ 271 h 271"/>
              <a:gd name="T6" fmla="*/ 0 w 219"/>
              <a:gd name="T7" fmla="*/ 227 h 271"/>
              <a:gd name="T8" fmla="*/ 0 w 219"/>
              <a:gd name="T9" fmla="*/ 26 h 271"/>
              <a:gd name="T10" fmla="*/ 26 w 219"/>
              <a:gd name="T11" fmla="*/ 0 h 271"/>
              <a:gd name="T12" fmla="*/ 186 w 219"/>
              <a:gd name="T13" fmla="*/ 0 h 271"/>
              <a:gd name="T14" fmla="*/ 186 w 219"/>
              <a:gd name="T15" fmla="*/ 199 h 271"/>
              <a:gd name="T16" fmla="*/ 46 w 219"/>
              <a:gd name="T17" fmla="*/ 199 h 271"/>
              <a:gd name="T18" fmla="*/ 16 w 219"/>
              <a:gd name="T19" fmla="*/ 226 h 271"/>
              <a:gd name="T20" fmla="*/ 16 w 219"/>
              <a:gd name="T21" fmla="*/ 227 h 271"/>
              <a:gd name="T22" fmla="*/ 46 w 219"/>
              <a:gd name="T23" fmla="*/ 255 h 271"/>
              <a:gd name="T24" fmla="*/ 207 w 219"/>
              <a:gd name="T25" fmla="*/ 255 h 271"/>
              <a:gd name="T26" fmla="*/ 207 w 219"/>
              <a:gd name="T27" fmla="*/ 39 h 271"/>
              <a:gd name="T28" fmla="*/ 219 w 219"/>
              <a:gd name="T29" fmla="*/ 39 h 271"/>
              <a:gd name="T30" fmla="*/ 186 w 219"/>
              <a:gd name="T31" fmla="*/ 221 h 271"/>
              <a:gd name="T32" fmla="*/ 47 w 219"/>
              <a:gd name="T33" fmla="*/ 221 h 271"/>
              <a:gd name="T34" fmla="*/ 40 w 219"/>
              <a:gd name="T35" fmla="*/ 226 h 271"/>
              <a:gd name="T36" fmla="*/ 47 w 219"/>
              <a:gd name="T37" fmla="*/ 233 h 271"/>
              <a:gd name="T38" fmla="*/ 186 w 219"/>
              <a:gd name="T39" fmla="*/ 233 h 271"/>
              <a:gd name="T40" fmla="*/ 186 w 219"/>
              <a:gd name="T41" fmla="*/ 221 h 2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219" h="271">
                <a:moveTo>
                  <a:pt x="219" y="39"/>
                </a:moveTo>
                <a:cubicBezTo>
                  <a:pt x="219" y="271"/>
                  <a:pt x="219" y="271"/>
                  <a:pt x="219" y="271"/>
                </a:cubicBezTo>
                <a:cubicBezTo>
                  <a:pt x="46" y="271"/>
                  <a:pt x="46" y="271"/>
                  <a:pt x="46" y="271"/>
                </a:cubicBezTo>
                <a:cubicBezTo>
                  <a:pt x="20" y="271"/>
                  <a:pt x="0" y="253"/>
                  <a:pt x="0" y="227"/>
                </a:cubicBezTo>
                <a:cubicBezTo>
                  <a:pt x="0" y="26"/>
                  <a:pt x="0" y="26"/>
                  <a:pt x="0" y="26"/>
                </a:cubicBezTo>
                <a:cubicBezTo>
                  <a:pt x="0" y="12"/>
                  <a:pt x="12" y="0"/>
                  <a:pt x="26" y="0"/>
                </a:cubicBezTo>
                <a:cubicBezTo>
                  <a:pt x="186" y="0"/>
                  <a:pt x="186" y="0"/>
                  <a:pt x="186" y="0"/>
                </a:cubicBezTo>
                <a:cubicBezTo>
                  <a:pt x="186" y="199"/>
                  <a:pt x="186" y="199"/>
                  <a:pt x="186" y="199"/>
                </a:cubicBezTo>
                <a:cubicBezTo>
                  <a:pt x="46" y="199"/>
                  <a:pt x="46" y="199"/>
                  <a:pt x="46" y="199"/>
                </a:cubicBezTo>
                <a:cubicBezTo>
                  <a:pt x="28" y="199"/>
                  <a:pt x="16" y="209"/>
                  <a:pt x="16" y="226"/>
                </a:cubicBezTo>
                <a:cubicBezTo>
                  <a:pt x="16" y="227"/>
                  <a:pt x="16" y="227"/>
                  <a:pt x="16" y="227"/>
                </a:cubicBezTo>
                <a:cubicBezTo>
                  <a:pt x="16" y="244"/>
                  <a:pt x="28" y="255"/>
                  <a:pt x="46" y="255"/>
                </a:cubicBezTo>
                <a:cubicBezTo>
                  <a:pt x="207" y="255"/>
                  <a:pt x="207" y="255"/>
                  <a:pt x="207" y="255"/>
                </a:cubicBezTo>
                <a:cubicBezTo>
                  <a:pt x="207" y="39"/>
                  <a:pt x="207" y="39"/>
                  <a:pt x="207" y="39"/>
                </a:cubicBezTo>
                <a:lnTo>
                  <a:pt x="219" y="39"/>
                </a:lnTo>
                <a:close/>
                <a:moveTo>
                  <a:pt x="186" y="221"/>
                </a:moveTo>
                <a:cubicBezTo>
                  <a:pt x="47" y="221"/>
                  <a:pt x="47" y="221"/>
                  <a:pt x="47" y="221"/>
                </a:cubicBezTo>
                <a:cubicBezTo>
                  <a:pt x="44" y="221"/>
                  <a:pt x="40" y="223"/>
                  <a:pt x="40" y="226"/>
                </a:cubicBezTo>
                <a:cubicBezTo>
                  <a:pt x="40" y="231"/>
                  <a:pt x="44" y="233"/>
                  <a:pt x="47" y="233"/>
                </a:cubicBezTo>
                <a:cubicBezTo>
                  <a:pt x="186" y="233"/>
                  <a:pt x="186" y="233"/>
                  <a:pt x="186" y="233"/>
                </a:cubicBezTo>
                <a:lnTo>
                  <a:pt x="186" y="22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85" name="Freeform 87"/>
          <p:cNvSpPr>
            <a:spLocks noEditPoints="1"/>
          </p:cNvSpPr>
          <p:nvPr/>
        </p:nvSpPr>
        <p:spPr bwMode="auto">
          <a:xfrm>
            <a:off x="8128761" y="4364572"/>
            <a:ext cx="170700" cy="308573"/>
          </a:xfrm>
          <a:custGeom>
            <a:avLst/>
            <a:gdLst>
              <a:gd name="T0" fmla="*/ 151 w 151"/>
              <a:gd name="T1" fmla="*/ 246 h 273"/>
              <a:gd name="T2" fmla="*/ 28 w 151"/>
              <a:gd name="T3" fmla="*/ 273 h 273"/>
              <a:gd name="T4" fmla="*/ 0 w 151"/>
              <a:gd name="T5" fmla="*/ 9 h 273"/>
              <a:gd name="T6" fmla="*/ 141 w 151"/>
              <a:gd name="T7" fmla="*/ 0 h 273"/>
              <a:gd name="T8" fmla="*/ 21 w 151"/>
              <a:gd name="T9" fmla="*/ 44 h 273"/>
              <a:gd name="T10" fmla="*/ 129 w 151"/>
              <a:gd name="T11" fmla="*/ 128 h 273"/>
              <a:gd name="T12" fmla="*/ 21 w 151"/>
              <a:gd name="T13" fmla="*/ 44 h 273"/>
              <a:gd name="T14" fmla="*/ 21 w 151"/>
              <a:gd name="T15" fmla="*/ 147 h 273"/>
              <a:gd name="T16" fmla="*/ 53 w 151"/>
              <a:gd name="T17" fmla="*/ 165 h 273"/>
              <a:gd name="T18" fmla="*/ 53 w 151"/>
              <a:gd name="T19" fmla="*/ 173 h 273"/>
              <a:gd name="T20" fmla="*/ 21 w 151"/>
              <a:gd name="T21" fmla="*/ 192 h 273"/>
              <a:gd name="T22" fmla="*/ 53 w 151"/>
              <a:gd name="T23" fmla="*/ 173 h 273"/>
              <a:gd name="T24" fmla="*/ 21 w 151"/>
              <a:gd name="T25" fmla="*/ 200 h 273"/>
              <a:gd name="T26" fmla="*/ 53 w 151"/>
              <a:gd name="T27" fmla="*/ 218 h 273"/>
              <a:gd name="T28" fmla="*/ 53 w 151"/>
              <a:gd name="T29" fmla="*/ 226 h 273"/>
              <a:gd name="T30" fmla="*/ 40 w 151"/>
              <a:gd name="T31" fmla="*/ 245 h 273"/>
              <a:gd name="T32" fmla="*/ 53 w 151"/>
              <a:gd name="T33" fmla="*/ 226 h 273"/>
              <a:gd name="T34" fmla="*/ 64 w 151"/>
              <a:gd name="T35" fmla="*/ 30 h 273"/>
              <a:gd name="T36" fmla="*/ 91 w 151"/>
              <a:gd name="T37" fmla="*/ 24 h 273"/>
              <a:gd name="T38" fmla="*/ 64 w 151"/>
              <a:gd name="T39" fmla="*/ 19 h 273"/>
              <a:gd name="T40" fmla="*/ 91 w 151"/>
              <a:gd name="T41" fmla="*/ 147 h 273"/>
              <a:gd name="T42" fmla="*/ 60 w 151"/>
              <a:gd name="T43" fmla="*/ 165 h 273"/>
              <a:gd name="T44" fmla="*/ 91 w 151"/>
              <a:gd name="T45" fmla="*/ 147 h 273"/>
              <a:gd name="T46" fmla="*/ 60 w 151"/>
              <a:gd name="T47" fmla="*/ 173 h 273"/>
              <a:gd name="T48" fmla="*/ 91 w 151"/>
              <a:gd name="T49" fmla="*/ 192 h 273"/>
              <a:gd name="T50" fmla="*/ 91 w 151"/>
              <a:gd name="T51" fmla="*/ 200 h 273"/>
              <a:gd name="T52" fmla="*/ 60 w 151"/>
              <a:gd name="T53" fmla="*/ 218 h 273"/>
              <a:gd name="T54" fmla="*/ 91 w 151"/>
              <a:gd name="T55" fmla="*/ 200 h 273"/>
              <a:gd name="T56" fmla="*/ 60 w 151"/>
              <a:gd name="T57" fmla="*/ 226 h 273"/>
              <a:gd name="T58" fmla="*/ 91 w 151"/>
              <a:gd name="T59" fmla="*/ 245 h 273"/>
              <a:gd name="T60" fmla="*/ 129 w 151"/>
              <a:gd name="T61" fmla="*/ 147 h 273"/>
              <a:gd name="T62" fmla="*/ 98 w 151"/>
              <a:gd name="T63" fmla="*/ 165 h 273"/>
              <a:gd name="T64" fmla="*/ 129 w 151"/>
              <a:gd name="T65" fmla="*/ 147 h 273"/>
              <a:gd name="T66" fmla="*/ 98 w 151"/>
              <a:gd name="T67" fmla="*/ 173 h 273"/>
              <a:gd name="T68" fmla="*/ 129 w 151"/>
              <a:gd name="T69" fmla="*/ 192 h 273"/>
              <a:gd name="T70" fmla="*/ 129 w 151"/>
              <a:gd name="T71" fmla="*/ 200 h 273"/>
              <a:gd name="T72" fmla="*/ 98 w 151"/>
              <a:gd name="T73" fmla="*/ 218 h 273"/>
              <a:gd name="T74" fmla="*/ 129 w 151"/>
              <a:gd name="T75" fmla="*/ 200 h 273"/>
              <a:gd name="T76" fmla="*/ 129 w 151"/>
              <a:gd name="T77" fmla="*/ 226 h 273"/>
              <a:gd name="T78" fmla="*/ 98 w 151"/>
              <a:gd name="T79" fmla="*/ 245 h 2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51" h="273">
                <a:moveTo>
                  <a:pt x="151" y="9"/>
                </a:moveTo>
                <a:cubicBezTo>
                  <a:pt x="151" y="246"/>
                  <a:pt x="151" y="246"/>
                  <a:pt x="151" y="246"/>
                </a:cubicBezTo>
                <a:cubicBezTo>
                  <a:pt x="151" y="261"/>
                  <a:pt x="138" y="273"/>
                  <a:pt x="123" y="273"/>
                </a:cubicBezTo>
                <a:cubicBezTo>
                  <a:pt x="28" y="273"/>
                  <a:pt x="28" y="273"/>
                  <a:pt x="28" y="273"/>
                </a:cubicBezTo>
                <a:cubicBezTo>
                  <a:pt x="13" y="273"/>
                  <a:pt x="0" y="261"/>
                  <a:pt x="0" y="246"/>
                </a:cubicBezTo>
                <a:cubicBezTo>
                  <a:pt x="0" y="9"/>
                  <a:pt x="0" y="9"/>
                  <a:pt x="0" y="9"/>
                </a:cubicBezTo>
                <a:cubicBezTo>
                  <a:pt x="0" y="5"/>
                  <a:pt x="4" y="0"/>
                  <a:pt x="9" y="0"/>
                </a:cubicBezTo>
                <a:cubicBezTo>
                  <a:pt x="141" y="0"/>
                  <a:pt x="141" y="0"/>
                  <a:pt x="141" y="0"/>
                </a:cubicBezTo>
                <a:cubicBezTo>
                  <a:pt x="147" y="0"/>
                  <a:pt x="151" y="5"/>
                  <a:pt x="151" y="9"/>
                </a:cubicBezTo>
                <a:close/>
                <a:moveTo>
                  <a:pt x="21" y="44"/>
                </a:moveTo>
                <a:cubicBezTo>
                  <a:pt x="21" y="128"/>
                  <a:pt x="21" y="128"/>
                  <a:pt x="21" y="128"/>
                </a:cubicBezTo>
                <a:cubicBezTo>
                  <a:pt x="129" y="128"/>
                  <a:pt x="129" y="128"/>
                  <a:pt x="129" y="128"/>
                </a:cubicBezTo>
                <a:cubicBezTo>
                  <a:pt x="129" y="44"/>
                  <a:pt x="129" y="44"/>
                  <a:pt x="129" y="44"/>
                </a:cubicBezTo>
                <a:lnTo>
                  <a:pt x="21" y="44"/>
                </a:lnTo>
                <a:close/>
                <a:moveTo>
                  <a:pt x="53" y="147"/>
                </a:moveTo>
                <a:cubicBezTo>
                  <a:pt x="21" y="147"/>
                  <a:pt x="21" y="147"/>
                  <a:pt x="21" y="147"/>
                </a:cubicBezTo>
                <a:cubicBezTo>
                  <a:pt x="21" y="165"/>
                  <a:pt x="21" y="165"/>
                  <a:pt x="21" y="165"/>
                </a:cubicBezTo>
                <a:cubicBezTo>
                  <a:pt x="53" y="165"/>
                  <a:pt x="53" y="165"/>
                  <a:pt x="53" y="165"/>
                </a:cubicBezTo>
                <a:lnTo>
                  <a:pt x="53" y="147"/>
                </a:lnTo>
                <a:close/>
                <a:moveTo>
                  <a:pt x="53" y="173"/>
                </a:moveTo>
                <a:cubicBezTo>
                  <a:pt x="21" y="173"/>
                  <a:pt x="21" y="173"/>
                  <a:pt x="21" y="173"/>
                </a:cubicBezTo>
                <a:cubicBezTo>
                  <a:pt x="21" y="192"/>
                  <a:pt x="21" y="192"/>
                  <a:pt x="21" y="192"/>
                </a:cubicBezTo>
                <a:cubicBezTo>
                  <a:pt x="53" y="192"/>
                  <a:pt x="53" y="192"/>
                  <a:pt x="53" y="192"/>
                </a:cubicBezTo>
                <a:lnTo>
                  <a:pt x="53" y="173"/>
                </a:lnTo>
                <a:close/>
                <a:moveTo>
                  <a:pt x="53" y="200"/>
                </a:moveTo>
                <a:cubicBezTo>
                  <a:pt x="21" y="200"/>
                  <a:pt x="21" y="200"/>
                  <a:pt x="21" y="200"/>
                </a:cubicBezTo>
                <a:cubicBezTo>
                  <a:pt x="21" y="218"/>
                  <a:pt x="21" y="218"/>
                  <a:pt x="21" y="218"/>
                </a:cubicBezTo>
                <a:cubicBezTo>
                  <a:pt x="53" y="218"/>
                  <a:pt x="53" y="218"/>
                  <a:pt x="53" y="218"/>
                </a:cubicBezTo>
                <a:lnTo>
                  <a:pt x="53" y="200"/>
                </a:lnTo>
                <a:close/>
                <a:moveTo>
                  <a:pt x="53" y="226"/>
                </a:moveTo>
                <a:cubicBezTo>
                  <a:pt x="21" y="226"/>
                  <a:pt x="21" y="226"/>
                  <a:pt x="21" y="226"/>
                </a:cubicBezTo>
                <a:cubicBezTo>
                  <a:pt x="21" y="237"/>
                  <a:pt x="29" y="245"/>
                  <a:pt x="40" y="245"/>
                </a:cubicBezTo>
                <a:cubicBezTo>
                  <a:pt x="53" y="245"/>
                  <a:pt x="53" y="245"/>
                  <a:pt x="53" y="245"/>
                </a:cubicBezTo>
                <a:lnTo>
                  <a:pt x="53" y="226"/>
                </a:lnTo>
                <a:close/>
                <a:moveTo>
                  <a:pt x="59" y="24"/>
                </a:moveTo>
                <a:cubicBezTo>
                  <a:pt x="59" y="28"/>
                  <a:pt x="61" y="30"/>
                  <a:pt x="64" y="30"/>
                </a:cubicBezTo>
                <a:cubicBezTo>
                  <a:pt x="86" y="30"/>
                  <a:pt x="86" y="30"/>
                  <a:pt x="86" y="30"/>
                </a:cubicBezTo>
                <a:cubicBezTo>
                  <a:pt x="89" y="30"/>
                  <a:pt x="91" y="28"/>
                  <a:pt x="91" y="24"/>
                </a:cubicBezTo>
                <a:cubicBezTo>
                  <a:pt x="91" y="21"/>
                  <a:pt x="89" y="19"/>
                  <a:pt x="86" y="19"/>
                </a:cubicBezTo>
                <a:cubicBezTo>
                  <a:pt x="64" y="19"/>
                  <a:pt x="64" y="19"/>
                  <a:pt x="64" y="19"/>
                </a:cubicBezTo>
                <a:cubicBezTo>
                  <a:pt x="61" y="19"/>
                  <a:pt x="59" y="21"/>
                  <a:pt x="59" y="24"/>
                </a:cubicBezTo>
                <a:close/>
                <a:moveTo>
                  <a:pt x="91" y="147"/>
                </a:moveTo>
                <a:cubicBezTo>
                  <a:pt x="60" y="147"/>
                  <a:pt x="60" y="147"/>
                  <a:pt x="60" y="147"/>
                </a:cubicBezTo>
                <a:cubicBezTo>
                  <a:pt x="60" y="165"/>
                  <a:pt x="60" y="165"/>
                  <a:pt x="60" y="165"/>
                </a:cubicBezTo>
                <a:cubicBezTo>
                  <a:pt x="91" y="165"/>
                  <a:pt x="91" y="165"/>
                  <a:pt x="91" y="165"/>
                </a:cubicBezTo>
                <a:lnTo>
                  <a:pt x="91" y="147"/>
                </a:lnTo>
                <a:close/>
                <a:moveTo>
                  <a:pt x="91" y="173"/>
                </a:moveTo>
                <a:cubicBezTo>
                  <a:pt x="60" y="173"/>
                  <a:pt x="60" y="173"/>
                  <a:pt x="60" y="173"/>
                </a:cubicBezTo>
                <a:cubicBezTo>
                  <a:pt x="60" y="192"/>
                  <a:pt x="60" y="192"/>
                  <a:pt x="60" y="192"/>
                </a:cubicBezTo>
                <a:cubicBezTo>
                  <a:pt x="91" y="192"/>
                  <a:pt x="91" y="192"/>
                  <a:pt x="91" y="192"/>
                </a:cubicBezTo>
                <a:lnTo>
                  <a:pt x="91" y="173"/>
                </a:lnTo>
                <a:close/>
                <a:moveTo>
                  <a:pt x="91" y="200"/>
                </a:moveTo>
                <a:cubicBezTo>
                  <a:pt x="60" y="200"/>
                  <a:pt x="60" y="200"/>
                  <a:pt x="60" y="200"/>
                </a:cubicBezTo>
                <a:cubicBezTo>
                  <a:pt x="60" y="218"/>
                  <a:pt x="60" y="218"/>
                  <a:pt x="60" y="218"/>
                </a:cubicBezTo>
                <a:cubicBezTo>
                  <a:pt x="91" y="218"/>
                  <a:pt x="91" y="218"/>
                  <a:pt x="91" y="218"/>
                </a:cubicBezTo>
                <a:lnTo>
                  <a:pt x="91" y="200"/>
                </a:lnTo>
                <a:close/>
                <a:moveTo>
                  <a:pt x="91" y="226"/>
                </a:moveTo>
                <a:cubicBezTo>
                  <a:pt x="60" y="226"/>
                  <a:pt x="60" y="226"/>
                  <a:pt x="60" y="226"/>
                </a:cubicBezTo>
                <a:cubicBezTo>
                  <a:pt x="60" y="245"/>
                  <a:pt x="60" y="245"/>
                  <a:pt x="60" y="245"/>
                </a:cubicBezTo>
                <a:cubicBezTo>
                  <a:pt x="91" y="245"/>
                  <a:pt x="91" y="245"/>
                  <a:pt x="91" y="245"/>
                </a:cubicBezTo>
                <a:lnTo>
                  <a:pt x="91" y="226"/>
                </a:lnTo>
                <a:close/>
                <a:moveTo>
                  <a:pt x="129" y="147"/>
                </a:moveTo>
                <a:cubicBezTo>
                  <a:pt x="98" y="147"/>
                  <a:pt x="98" y="147"/>
                  <a:pt x="98" y="147"/>
                </a:cubicBezTo>
                <a:cubicBezTo>
                  <a:pt x="98" y="165"/>
                  <a:pt x="98" y="165"/>
                  <a:pt x="98" y="165"/>
                </a:cubicBezTo>
                <a:cubicBezTo>
                  <a:pt x="129" y="165"/>
                  <a:pt x="129" y="165"/>
                  <a:pt x="129" y="165"/>
                </a:cubicBezTo>
                <a:lnTo>
                  <a:pt x="129" y="147"/>
                </a:lnTo>
                <a:close/>
                <a:moveTo>
                  <a:pt x="129" y="173"/>
                </a:moveTo>
                <a:cubicBezTo>
                  <a:pt x="98" y="173"/>
                  <a:pt x="98" y="173"/>
                  <a:pt x="98" y="173"/>
                </a:cubicBezTo>
                <a:cubicBezTo>
                  <a:pt x="98" y="192"/>
                  <a:pt x="98" y="192"/>
                  <a:pt x="98" y="192"/>
                </a:cubicBezTo>
                <a:cubicBezTo>
                  <a:pt x="129" y="192"/>
                  <a:pt x="129" y="192"/>
                  <a:pt x="129" y="192"/>
                </a:cubicBezTo>
                <a:lnTo>
                  <a:pt x="129" y="173"/>
                </a:lnTo>
                <a:close/>
                <a:moveTo>
                  <a:pt x="129" y="200"/>
                </a:moveTo>
                <a:cubicBezTo>
                  <a:pt x="98" y="200"/>
                  <a:pt x="98" y="200"/>
                  <a:pt x="98" y="200"/>
                </a:cubicBezTo>
                <a:cubicBezTo>
                  <a:pt x="98" y="218"/>
                  <a:pt x="98" y="218"/>
                  <a:pt x="98" y="218"/>
                </a:cubicBezTo>
                <a:cubicBezTo>
                  <a:pt x="129" y="218"/>
                  <a:pt x="129" y="218"/>
                  <a:pt x="129" y="218"/>
                </a:cubicBezTo>
                <a:lnTo>
                  <a:pt x="129" y="200"/>
                </a:lnTo>
                <a:close/>
                <a:moveTo>
                  <a:pt x="110" y="245"/>
                </a:moveTo>
                <a:cubicBezTo>
                  <a:pt x="122" y="245"/>
                  <a:pt x="129" y="237"/>
                  <a:pt x="129" y="226"/>
                </a:cubicBezTo>
                <a:cubicBezTo>
                  <a:pt x="98" y="226"/>
                  <a:pt x="98" y="226"/>
                  <a:pt x="98" y="226"/>
                </a:cubicBezTo>
                <a:cubicBezTo>
                  <a:pt x="98" y="245"/>
                  <a:pt x="98" y="245"/>
                  <a:pt x="98" y="245"/>
                </a:cubicBezTo>
                <a:lnTo>
                  <a:pt x="110" y="24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86" name="Freeform 88"/>
          <p:cNvSpPr>
            <a:spLocks noEditPoints="1"/>
          </p:cNvSpPr>
          <p:nvPr/>
        </p:nvSpPr>
        <p:spPr bwMode="auto">
          <a:xfrm>
            <a:off x="8395754" y="4351441"/>
            <a:ext cx="194773" cy="321704"/>
          </a:xfrm>
          <a:custGeom>
            <a:avLst/>
            <a:gdLst>
              <a:gd name="T0" fmla="*/ 172 w 172"/>
              <a:gd name="T1" fmla="*/ 26 h 285"/>
              <a:gd name="T2" fmla="*/ 172 w 172"/>
              <a:gd name="T3" fmla="*/ 259 h 285"/>
              <a:gd name="T4" fmla="*/ 146 w 172"/>
              <a:gd name="T5" fmla="*/ 285 h 285"/>
              <a:gd name="T6" fmla="*/ 26 w 172"/>
              <a:gd name="T7" fmla="*/ 285 h 285"/>
              <a:gd name="T8" fmla="*/ 0 w 172"/>
              <a:gd name="T9" fmla="*/ 259 h 285"/>
              <a:gd name="T10" fmla="*/ 0 w 172"/>
              <a:gd name="T11" fmla="*/ 26 h 285"/>
              <a:gd name="T12" fmla="*/ 26 w 172"/>
              <a:gd name="T13" fmla="*/ 0 h 285"/>
              <a:gd name="T14" fmla="*/ 146 w 172"/>
              <a:gd name="T15" fmla="*/ 0 h 285"/>
              <a:gd name="T16" fmla="*/ 172 w 172"/>
              <a:gd name="T17" fmla="*/ 26 h 285"/>
              <a:gd name="T18" fmla="*/ 145 w 172"/>
              <a:gd name="T19" fmla="*/ 30 h 285"/>
              <a:gd name="T20" fmla="*/ 26 w 172"/>
              <a:gd name="T21" fmla="*/ 30 h 285"/>
              <a:gd name="T22" fmla="*/ 26 w 172"/>
              <a:gd name="T23" fmla="*/ 114 h 285"/>
              <a:gd name="T24" fmla="*/ 145 w 172"/>
              <a:gd name="T25" fmla="*/ 114 h 285"/>
              <a:gd name="T26" fmla="*/ 145 w 172"/>
              <a:gd name="T27" fmla="*/ 30 h 285"/>
              <a:gd name="T28" fmla="*/ 141 w 172"/>
              <a:gd name="T29" fmla="*/ 197 h 285"/>
              <a:gd name="T30" fmla="*/ 86 w 172"/>
              <a:gd name="T31" fmla="*/ 142 h 285"/>
              <a:gd name="T32" fmla="*/ 31 w 172"/>
              <a:gd name="T33" fmla="*/ 197 h 285"/>
              <a:gd name="T34" fmla="*/ 86 w 172"/>
              <a:gd name="T35" fmla="*/ 251 h 285"/>
              <a:gd name="T36" fmla="*/ 141 w 172"/>
              <a:gd name="T37" fmla="*/ 197 h 285"/>
              <a:gd name="T38" fmla="*/ 107 w 172"/>
              <a:gd name="T39" fmla="*/ 197 h 285"/>
              <a:gd name="T40" fmla="*/ 86 w 172"/>
              <a:gd name="T41" fmla="*/ 217 h 285"/>
              <a:gd name="T42" fmla="*/ 65 w 172"/>
              <a:gd name="T43" fmla="*/ 197 h 285"/>
              <a:gd name="T44" fmla="*/ 86 w 172"/>
              <a:gd name="T45" fmla="*/ 176 h 285"/>
              <a:gd name="T46" fmla="*/ 107 w 172"/>
              <a:gd name="T47" fmla="*/ 197 h 2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172" h="285">
                <a:moveTo>
                  <a:pt x="172" y="26"/>
                </a:moveTo>
                <a:cubicBezTo>
                  <a:pt x="172" y="259"/>
                  <a:pt x="172" y="259"/>
                  <a:pt x="172" y="259"/>
                </a:cubicBezTo>
                <a:cubicBezTo>
                  <a:pt x="172" y="273"/>
                  <a:pt x="160" y="285"/>
                  <a:pt x="146" y="285"/>
                </a:cubicBezTo>
                <a:cubicBezTo>
                  <a:pt x="26" y="285"/>
                  <a:pt x="26" y="285"/>
                  <a:pt x="26" y="285"/>
                </a:cubicBezTo>
                <a:cubicBezTo>
                  <a:pt x="11" y="285"/>
                  <a:pt x="0" y="273"/>
                  <a:pt x="0" y="259"/>
                </a:cubicBezTo>
                <a:cubicBezTo>
                  <a:pt x="0" y="26"/>
                  <a:pt x="0" y="26"/>
                  <a:pt x="0" y="26"/>
                </a:cubicBezTo>
                <a:cubicBezTo>
                  <a:pt x="0" y="12"/>
                  <a:pt x="11" y="0"/>
                  <a:pt x="26" y="0"/>
                </a:cubicBezTo>
                <a:cubicBezTo>
                  <a:pt x="146" y="0"/>
                  <a:pt x="146" y="0"/>
                  <a:pt x="146" y="0"/>
                </a:cubicBezTo>
                <a:cubicBezTo>
                  <a:pt x="160" y="0"/>
                  <a:pt x="172" y="12"/>
                  <a:pt x="172" y="26"/>
                </a:cubicBezTo>
                <a:close/>
                <a:moveTo>
                  <a:pt x="145" y="30"/>
                </a:moveTo>
                <a:cubicBezTo>
                  <a:pt x="26" y="30"/>
                  <a:pt x="26" y="30"/>
                  <a:pt x="26" y="30"/>
                </a:cubicBezTo>
                <a:cubicBezTo>
                  <a:pt x="26" y="114"/>
                  <a:pt x="26" y="114"/>
                  <a:pt x="26" y="114"/>
                </a:cubicBezTo>
                <a:cubicBezTo>
                  <a:pt x="145" y="114"/>
                  <a:pt x="145" y="114"/>
                  <a:pt x="145" y="114"/>
                </a:cubicBezTo>
                <a:lnTo>
                  <a:pt x="145" y="30"/>
                </a:lnTo>
                <a:close/>
                <a:moveTo>
                  <a:pt x="141" y="197"/>
                </a:moveTo>
                <a:cubicBezTo>
                  <a:pt x="141" y="167"/>
                  <a:pt x="116" y="142"/>
                  <a:pt x="86" y="142"/>
                </a:cubicBezTo>
                <a:cubicBezTo>
                  <a:pt x="56" y="142"/>
                  <a:pt x="31" y="167"/>
                  <a:pt x="31" y="197"/>
                </a:cubicBezTo>
                <a:cubicBezTo>
                  <a:pt x="31" y="227"/>
                  <a:pt x="56" y="251"/>
                  <a:pt x="86" y="251"/>
                </a:cubicBezTo>
                <a:cubicBezTo>
                  <a:pt x="116" y="251"/>
                  <a:pt x="141" y="227"/>
                  <a:pt x="141" y="197"/>
                </a:cubicBezTo>
                <a:close/>
                <a:moveTo>
                  <a:pt x="107" y="197"/>
                </a:moveTo>
                <a:cubicBezTo>
                  <a:pt x="107" y="208"/>
                  <a:pt x="98" y="217"/>
                  <a:pt x="86" y="217"/>
                </a:cubicBezTo>
                <a:cubicBezTo>
                  <a:pt x="74" y="217"/>
                  <a:pt x="65" y="208"/>
                  <a:pt x="65" y="197"/>
                </a:cubicBezTo>
                <a:cubicBezTo>
                  <a:pt x="65" y="185"/>
                  <a:pt x="74" y="176"/>
                  <a:pt x="86" y="176"/>
                </a:cubicBezTo>
                <a:cubicBezTo>
                  <a:pt x="98" y="176"/>
                  <a:pt x="107" y="185"/>
                  <a:pt x="107" y="19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87" name="Freeform 89"/>
          <p:cNvSpPr>
            <a:spLocks/>
          </p:cNvSpPr>
          <p:nvPr/>
        </p:nvSpPr>
        <p:spPr bwMode="auto">
          <a:xfrm>
            <a:off x="8658369" y="4454297"/>
            <a:ext cx="199151" cy="201339"/>
          </a:xfrm>
          <a:custGeom>
            <a:avLst/>
            <a:gdLst>
              <a:gd name="T0" fmla="*/ 0 w 91"/>
              <a:gd name="T1" fmla="*/ 46 h 92"/>
              <a:gd name="T2" fmla="*/ 91 w 91"/>
              <a:gd name="T3" fmla="*/ 0 h 92"/>
              <a:gd name="T4" fmla="*/ 91 w 91"/>
              <a:gd name="T5" fmla="*/ 92 h 92"/>
              <a:gd name="T6" fmla="*/ 0 w 91"/>
              <a:gd name="T7" fmla="*/ 46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91" h="92">
                <a:moveTo>
                  <a:pt x="0" y="46"/>
                </a:moveTo>
                <a:lnTo>
                  <a:pt x="91" y="0"/>
                </a:lnTo>
                <a:lnTo>
                  <a:pt x="91" y="92"/>
                </a:lnTo>
                <a:lnTo>
                  <a:pt x="0" y="4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88" name="Freeform 90"/>
          <p:cNvSpPr>
            <a:spLocks/>
          </p:cNvSpPr>
          <p:nvPr/>
        </p:nvSpPr>
        <p:spPr bwMode="auto">
          <a:xfrm>
            <a:off x="8953810" y="4454297"/>
            <a:ext cx="199151" cy="201339"/>
          </a:xfrm>
          <a:custGeom>
            <a:avLst/>
            <a:gdLst>
              <a:gd name="T0" fmla="*/ 91 w 91"/>
              <a:gd name="T1" fmla="*/ 45 h 92"/>
              <a:gd name="T2" fmla="*/ 0 w 91"/>
              <a:gd name="T3" fmla="*/ 92 h 92"/>
              <a:gd name="T4" fmla="*/ 0 w 91"/>
              <a:gd name="T5" fmla="*/ 0 h 92"/>
              <a:gd name="T6" fmla="*/ 91 w 91"/>
              <a:gd name="T7" fmla="*/ 45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91" h="92">
                <a:moveTo>
                  <a:pt x="91" y="45"/>
                </a:moveTo>
                <a:lnTo>
                  <a:pt x="0" y="92"/>
                </a:lnTo>
                <a:lnTo>
                  <a:pt x="0" y="0"/>
                </a:lnTo>
                <a:lnTo>
                  <a:pt x="91" y="4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89" name="Freeform 91"/>
          <p:cNvSpPr>
            <a:spLocks noEditPoints="1"/>
          </p:cNvSpPr>
          <p:nvPr/>
        </p:nvSpPr>
        <p:spPr bwMode="auto">
          <a:xfrm>
            <a:off x="9201107" y="4366759"/>
            <a:ext cx="317328" cy="317328"/>
          </a:xfrm>
          <a:custGeom>
            <a:avLst/>
            <a:gdLst>
              <a:gd name="T0" fmla="*/ 280 w 280"/>
              <a:gd name="T1" fmla="*/ 140 h 280"/>
              <a:gd name="T2" fmla="*/ 140 w 280"/>
              <a:gd name="T3" fmla="*/ 280 h 280"/>
              <a:gd name="T4" fmla="*/ 0 w 280"/>
              <a:gd name="T5" fmla="*/ 140 h 280"/>
              <a:gd name="T6" fmla="*/ 140 w 280"/>
              <a:gd name="T7" fmla="*/ 0 h 280"/>
              <a:gd name="T8" fmla="*/ 280 w 280"/>
              <a:gd name="T9" fmla="*/ 140 h 280"/>
              <a:gd name="T10" fmla="*/ 85 w 280"/>
              <a:gd name="T11" fmla="*/ 104 h 280"/>
              <a:gd name="T12" fmla="*/ 130 w 280"/>
              <a:gd name="T13" fmla="*/ 104 h 280"/>
              <a:gd name="T14" fmla="*/ 139 w 280"/>
              <a:gd name="T15" fmla="*/ 84 h 280"/>
              <a:gd name="T16" fmla="*/ 149 w 280"/>
              <a:gd name="T17" fmla="*/ 104 h 280"/>
              <a:gd name="T18" fmla="*/ 125 w 280"/>
              <a:gd name="T19" fmla="*/ 127 h 280"/>
              <a:gd name="T20" fmla="*/ 118 w 280"/>
              <a:gd name="T21" fmla="*/ 126 h 280"/>
              <a:gd name="T22" fmla="*/ 118 w 280"/>
              <a:gd name="T23" fmla="*/ 168 h 280"/>
              <a:gd name="T24" fmla="*/ 163 w 280"/>
              <a:gd name="T25" fmla="*/ 168 h 280"/>
              <a:gd name="T26" fmla="*/ 163 w 280"/>
              <a:gd name="T27" fmla="*/ 151 h 280"/>
              <a:gd name="T28" fmla="*/ 196 w 280"/>
              <a:gd name="T29" fmla="*/ 104 h 280"/>
              <a:gd name="T30" fmla="*/ 140 w 280"/>
              <a:gd name="T31" fmla="*/ 48 h 280"/>
              <a:gd name="T32" fmla="*/ 85 w 280"/>
              <a:gd name="T33" fmla="*/ 104 h 280"/>
              <a:gd name="T34" fmla="*/ 114 w 280"/>
              <a:gd name="T35" fmla="*/ 214 h 280"/>
              <a:gd name="T36" fmla="*/ 140 w 280"/>
              <a:gd name="T37" fmla="*/ 241 h 280"/>
              <a:gd name="T38" fmla="*/ 167 w 280"/>
              <a:gd name="T39" fmla="*/ 214 h 280"/>
              <a:gd name="T40" fmla="*/ 140 w 280"/>
              <a:gd name="T41" fmla="*/ 187 h 280"/>
              <a:gd name="T42" fmla="*/ 114 w 280"/>
              <a:gd name="T43" fmla="*/ 214 h 2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280" h="280">
                <a:moveTo>
                  <a:pt x="280" y="140"/>
                </a:moveTo>
                <a:cubicBezTo>
                  <a:pt x="280" y="217"/>
                  <a:pt x="217" y="280"/>
                  <a:pt x="140" y="280"/>
                </a:cubicBezTo>
                <a:cubicBezTo>
                  <a:pt x="63" y="280"/>
                  <a:pt x="0" y="217"/>
                  <a:pt x="0" y="140"/>
                </a:cubicBezTo>
                <a:cubicBezTo>
                  <a:pt x="0" y="62"/>
                  <a:pt x="63" y="0"/>
                  <a:pt x="140" y="0"/>
                </a:cubicBezTo>
                <a:cubicBezTo>
                  <a:pt x="217" y="0"/>
                  <a:pt x="280" y="62"/>
                  <a:pt x="280" y="140"/>
                </a:cubicBezTo>
                <a:close/>
                <a:moveTo>
                  <a:pt x="85" y="104"/>
                </a:moveTo>
                <a:cubicBezTo>
                  <a:pt x="130" y="104"/>
                  <a:pt x="130" y="104"/>
                  <a:pt x="130" y="104"/>
                </a:cubicBezTo>
                <a:cubicBezTo>
                  <a:pt x="130" y="90"/>
                  <a:pt x="133" y="84"/>
                  <a:pt x="139" y="84"/>
                </a:cubicBezTo>
                <a:cubicBezTo>
                  <a:pt x="146" y="84"/>
                  <a:pt x="149" y="90"/>
                  <a:pt x="149" y="104"/>
                </a:cubicBezTo>
                <a:cubicBezTo>
                  <a:pt x="149" y="121"/>
                  <a:pt x="141" y="127"/>
                  <a:pt x="125" y="127"/>
                </a:cubicBezTo>
                <a:cubicBezTo>
                  <a:pt x="123" y="127"/>
                  <a:pt x="121" y="127"/>
                  <a:pt x="118" y="126"/>
                </a:cubicBezTo>
                <a:cubicBezTo>
                  <a:pt x="118" y="168"/>
                  <a:pt x="118" y="168"/>
                  <a:pt x="118" y="168"/>
                </a:cubicBezTo>
                <a:cubicBezTo>
                  <a:pt x="163" y="168"/>
                  <a:pt x="163" y="168"/>
                  <a:pt x="163" y="168"/>
                </a:cubicBezTo>
                <a:cubicBezTo>
                  <a:pt x="163" y="151"/>
                  <a:pt x="163" y="151"/>
                  <a:pt x="163" y="151"/>
                </a:cubicBezTo>
                <a:cubicBezTo>
                  <a:pt x="185" y="145"/>
                  <a:pt x="196" y="129"/>
                  <a:pt x="196" y="104"/>
                </a:cubicBezTo>
                <a:cubicBezTo>
                  <a:pt x="196" y="71"/>
                  <a:pt x="172" y="48"/>
                  <a:pt x="140" y="48"/>
                </a:cubicBezTo>
                <a:cubicBezTo>
                  <a:pt x="104" y="48"/>
                  <a:pt x="85" y="68"/>
                  <a:pt x="85" y="104"/>
                </a:cubicBezTo>
                <a:close/>
                <a:moveTo>
                  <a:pt x="114" y="214"/>
                </a:moveTo>
                <a:cubicBezTo>
                  <a:pt x="114" y="228"/>
                  <a:pt x="126" y="241"/>
                  <a:pt x="140" y="241"/>
                </a:cubicBezTo>
                <a:cubicBezTo>
                  <a:pt x="155" y="241"/>
                  <a:pt x="167" y="228"/>
                  <a:pt x="167" y="214"/>
                </a:cubicBezTo>
                <a:cubicBezTo>
                  <a:pt x="167" y="200"/>
                  <a:pt x="155" y="187"/>
                  <a:pt x="140" y="187"/>
                </a:cubicBezTo>
                <a:cubicBezTo>
                  <a:pt x="126" y="187"/>
                  <a:pt x="114" y="199"/>
                  <a:pt x="114" y="21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</p:spTree>
    <p:extLst>
      <p:ext uri="{BB962C8B-B14F-4D97-AF65-F5344CB8AC3E}">
        <p14:creationId xmlns:p14="http://schemas.microsoft.com/office/powerpoint/2010/main" val="1560730727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40" name="Group 239"/>
          <p:cNvGrpSpPr/>
          <p:nvPr/>
        </p:nvGrpSpPr>
        <p:grpSpPr>
          <a:xfrm>
            <a:off x="1894419" y="1339851"/>
            <a:ext cx="736600" cy="563035"/>
            <a:chOff x="1420814" y="1004888"/>
            <a:chExt cx="552450" cy="422276"/>
          </a:xfrm>
          <a:solidFill>
            <a:schemeClr val="tx2"/>
          </a:solidFill>
        </p:grpSpPr>
        <p:sp>
          <p:nvSpPr>
            <p:cNvPr id="40" name="Freeform 5"/>
            <p:cNvSpPr>
              <a:spLocks/>
            </p:cNvSpPr>
            <p:nvPr/>
          </p:nvSpPr>
          <p:spPr bwMode="auto">
            <a:xfrm>
              <a:off x="1460501" y="1004888"/>
              <a:ext cx="474663" cy="344488"/>
            </a:xfrm>
            <a:custGeom>
              <a:avLst/>
              <a:gdLst>
                <a:gd name="T0" fmla="*/ 9 w 477"/>
                <a:gd name="T1" fmla="*/ 346 h 346"/>
                <a:gd name="T2" fmla="*/ 18 w 477"/>
                <a:gd name="T3" fmla="*/ 337 h 346"/>
                <a:gd name="T4" fmla="*/ 18 w 477"/>
                <a:gd name="T5" fmla="*/ 29 h 346"/>
                <a:gd name="T6" fmla="*/ 29 w 477"/>
                <a:gd name="T7" fmla="*/ 18 h 346"/>
                <a:gd name="T8" fmla="*/ 448 w 477"/>
                <a:gd name="T9" fmla="*/ 18 h 346"/>
                <a:gd name="T10" fmla="*/ 458 w 477"/>
                <a:gd name="T11" fmla="*/ 30 h 346"/>
                <a:gd name="T12" fmla="*/ 458 w 477"/>
                <a:gd name="T13" fmla="*/ 337 h 346"/>
                <a:gd name="T14" fmla="*/ 468 w 477"/>
                <a:gd name="T15" fmla="*/ 346 h 346"/>
                <a:gd name="T16" fmla="*/ 477 w 477"/>
                <a:gd name="T17" fmla="*/ 337 h 346"/>
                <a:gd name="T18" fmla="*/ 477 w 477"/>
                <a:gd name="T19" fmla="*/ 30 h 346"/>
                <a:gd name="T20" fmla="*/ 448 w 477"/>
                <a:gd name="T21" fmla="*/ 0 h 346"/>
                <a:gd name="T22" fmla="*/ 29 w 477"/>
                <a:gd name="T23" fmla="*/ 0 h 346"/>
                <a:gd name="T24" fmla="*/ 0 w 477"/>
                <a:gd name="T25" fmla="*/ 29 h 346"/>
                <a:gd name="T26" fmla="*/ 0 w 477"/>
                <a:gd name="T27" fmla="*/ 337 h 346"/>
                <a:gd name="T28" fmla="*/ 9 w 477"/>
                <a:gd name="T29" fmla="*/ 346 h 3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77" h="346">
                  <a:moveTo>
                    <a:pt x="9" y="346"/>
                  </a:moveTo>
                  <a:cubicBezTo>
                    <a:pt x="14" y="346"/>
                    <a:pt x="18" y="342"/>
                    <a:pt x="18" y="337"/>
                  </a:cubicBezTo>
                  <a:cubicBezTo>
                    <a:pt x="18" y="29"/>
                    <a:pt x="18" y="29"/>
                    <a:pt x="18" y="29"/>
                  </a:cubicBezTo>
                  <a:cubicBezTo>
                    <a:pt x="18" y="22"/>
                    <a:pt x="22" y="18"/>
                    <a:pt x="29" y="18"/>
                  </a:cubicBezTo>
                  <a:cubicBezTo>
                    <a:pt x="448" y="18"/>
                    <a:pt x="448" y="18"/>
                    <a:pt x="448" y="18"/>
                  </a:cubicBezTo>
                  <a:cubicBezTo>
                    <a:pt x="455" y="18"/>
                    <a:pt x="458" y="24"/>
                    <a:pt x="458" y="30"/>
                  </a:cubicBezTo>
                  <a:cubicBezTo>
                    <a:pt x="458" y="337"/>
                    <a:pt x="458" y="337"/>
                    <a:pt x="458" y="337"/>
                  </a:cubicBezTo>
                  <a:cubicBezTo>
                    <a:pt x="458" y="342"/>
                    <a:pt x="462" y="346"/>
                    <a:pt x="468" y="346"/>
                  </a:cubicBezTo>
                  <a:cubicBezTo>
                    <a:pt x="473" y="346"/>
                    <a:pt x="477" y="342"/>
                    <a:pt x="477" y="337"/>
                  </a:cubicBezTo>
                  <a:cubicBezTo>
                    <a:pt x="477" y="30"/>
                    <a:pt x="477" y="30"/>
                    <a:pt x="477" y="30"/>
                  </a:cubicBezTo>
                  <a:cubicBezTo>
                    <a:pt x="477" y="13"/>
                    <a:pt x="464" y="0"/>
                    <a:pt x="448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12" y="0"/>
                    <a:pt x="0" y="12"/>
                    <a:pt x="0" y="29"/>
                  </a:cubicBezTo>
                  <a:cubicBezTo>
                    <a:pt x="0" y="337"/>
                    <a:pt x="0" y="337"/>
                    <a:pt x="0" y="337"/>
                  </a:cubicBezTo>
                  <a:cubicBezTo>
                    <a:pt x="0" y="342"/>
                    <a:pt x="4" y="346"/>
                    <a:pt x="9" y="34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1" name="Freeform 6"/>
            <p:cNvSpPr>
              <a:spLocks noEditPoints="1"/>
            </p:cNvSpPr>
            <p:nvPr/>
          </p:nvSpPr>
          <p:spPr bwMode="auto">
            <a:xfrm>
              <a:off x="1498601" y="1042988"/>
              <a:ext cx="396875" cy="306388"/>
            </a:xfrm>
            <a:custGeom>
              <a:avLst/>
              <a:gdLst>
                <a:gd name="T0" fmla="*/ 9 w 399"/>
                <a:gd name="T1" fmla="*/ 0 h 307"/>
                <a:gd name="T2" fmla="*/ 0 w 399"/>
                <a:gd name="T3" fmla="*/ 9 h 307"/>
                <a:gd name="T4" fmla="*/ 0 w 399"/>
                <a:gd name="T5" fmla="*/ 298 h 307"/>
                <a:gd name="T6" fmla="*/ 9 w 399"/>
                <a:gd name="T7" fmla="*/ 307 h 307"/>
                <a:gd name="T8" fmla="*/ 389 w 399"/>
                <a:gd name="T9" fmla="*/ 307 h 307"/>
                <a:gd name="T10" fmla="*/ 399 w 399"/>
                <a:gd name="T11" fmla="*/ 298 h 307"/>
                <a:gd name="T12" fmla="*/ 399 w 399"/>
                <a:gd name="T13" fmla="*/ 9 h 307"/>
                <a:gd name="T14" fmla="*/ 389 w 399"/>
                <a:gd name="T15" fmla="*/ 0 h 307"/>
                <a:gd name="T16" fmla="*/ 9 w 399"/>
                <a:gd name="T17" fmla="*/ 0 h 307"/>
                <a:gd name="T18" fmla="*/ 380 w 399"/>
                <a:gd name="T19" fmla="*/ 288 h 307"/>
                <a:gd name="T20" fmla="*/ 19 w 399"/>
                <a:gd name="T21" fmla="*/ 288 h 307"/>
                <a:gd name="T22" fmla="*/ 19 w 399"/>
                <a:gd name="T23" fmla="*/ 19 h 307"/>
                <a:gd name="T24" fmla="*/ 380 w 399"/>
                <a:gd name="T25" fmla="*/ 19 h 307"/>
                <a:gd name="T26" fmla="*/ 380 w 399"/>
                <a:gd name="T27" fmla="*/ 288 h 3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99" h="307">
                  <a:moveTo>
                    <a:pt x="9" y="0"/>
                  </a:moveTo>
                  <a:cubicBezTo>
                    <a:pt x="4" y="0"/>
                    <a:pt x="0" y="4"/>
                    <a:pt x="0" y="9"/>
                  </a:cubicBezTo>
                  <a:cubicBezTo>
                    <a:pt x="0" y="298"/>
                    <a:pt x="0" y="298"/>
                    <a:pt x="0" y="298"/>
                  </a:cubicBezTo>
                  <a:cubicBezTo>
                    <a:pt x="0" y="303"/>
                    <a:pt x="4" y="307"/>
                    <a:pt x="9" y="307"/>
                  </a:cubicBezTo>
                  <a:cubicBezTo>
                    <a:pt x="389" y="307"/>
                    <a:pt x="389" y="307"/>
                    <a:pt x="389" y="307"/>
                  </a:cubicBezTo>
                  <a:cubicBezTo>
                    <a:pt x="394" y="307"/>
                    <a:pt x="399" y="303"/>
                    <a:pt x="399" y="298"/>
                  </a:cubicBezTo>
                  <a:cubicBezTo>
                    <a:pt x="399" y="9"/>
                    <a:pt x="399" y="9"/>
                    <a:pt x="399" y="9"/>
                  </a:cubicBezTo>
                  <a:cubicBezTo>
                    <a:pt x="399" y="4"/>
                    <a:pt x="394" y="0"/>
                    <a:pt x="389" y="0"/>
                  </a:cubicBezTo>
                  <a:lnTo>
                    <a:pt x="9" y="0"/>
                  </a:lnTo>
                  <a:close/>
                  <a:moveTo>
                    <a:pt x="380" y="288"/>
                  </a:moveTo>
                  <a:cubicBezTo>
                    <a:pt x="19" y="288"/>
                    <a:pt x="19" y="288"/>
                    <a:pt x="19" y="288"/>
                  </a:cubicBezTo>
                  <a:cubicBezTo>
                    <a:pt x="19" y="19"/>
                    <a:pt x="19" y="19"/>
                    <a:pt x="19" y="19"/>
                  </a:cubicBezTo>
                  <a:cubicBezTo>
                    <a:pt x="380" y="19"/>
                    <a:pt x="380" y="19"/>
                    <a:pt x="380" y="19"/>
                  </a:cubicBezTo>
                  <a:lnTo>
                    <a:pt x="380" y="28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2" name="Freeform 7"/>
            <p:cNvSpPr>
              <a:spLocks noEditPoints="1"/>
            </p:cNvSpPr>
            <p:nvPr/>
          </p:nvSpPr>
          <p:spPr bwMode="auto">
            <a:xfrm>
              <a:off x="1420814" y="1368426"/>
              <a:ext cx="552450" cy="58738"/>
            </a:xfrm>
            <a:custGeom>
              <a:avLst/>
              <a:gdLst>
                <a:gd name="T0" fmla="*/ 547 w 556"/>
                <a:gd name="T1" fmla="*/ 0 h 59"/>
                <a:gd name="T2" fmla="*/ 10 w 556"/>
                <a:gd name="T3" fmla="*/ 0 h 59"/>
                <a:gd name="T4" fmla="*/ 0 w 556"/>
                <a:gd name="T5" fmla="*/ 10 h 59"/>
                <a:gd name="T6" fmla="*/ 0 w 556"/>
                <a:gd name="T7" fmla="*/ 25 h 59"/>
                <a:gd name="T8" fmla="*/ 36 w 556"/>
                <a:gd name="T9" fmla="*/ 59 h 59"/>
                <a:gd name="T10" fmla="*/ 521 w 556"/>
                <a:gd name="T11" fmla="*/ 59 h 59"/>
                <a:gd name="T12" fmla="*/ 556 w 556"/>
                <a:gd name="T13" fmla="*/ 23 h 59"/>
                <a:gd name="T14" fmla="*/ 556 w 556"/>
                <a:gd name="T15" fmla="*/ 10 h 59"/>
                <a:gd name="T16" fmla="*/ 547 w 556"/>
                <a:gd name="T17" fmla="*/ 0 h 59"/>
                <a:gd name="T18" fmla="*/ 538 w 556"/>
                <a:gd name="T19" fmla="*/ 23 h 59"/>
                <a:gd name="T20" fmla="*/ 521 w 556"/>
                <a:gd name="T21" fmla="*/ 40 h 59"/>
                <a:gd name="T22" fmla="*/ 36 w 556"/>
                <a:gd name="T23" fmla="*/ 40 h 59"/>
                <a:gd name="T24" fmla="*/ 19 w 556"/>
                <a:gd name="T25" fmla="*/ 25 h 59"/>
                <a:gd name="T26" fmla="*/ 19 w 556"/>
                <a:gd name="T27" fmla="*/ 19 h 59"/>
                <a:gd name="T28" fmla="*/ 538 w 556"/>
                <a:gd name="T29" fmla="*/ 19 h 59"/>
                <a:gd name="T30" fmla="*/ 538 w 556"/>
                <a:gd name="T31" fmla="*/ 23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556" h="59">
                  <a:moveTo>
                    <a:pt x="547" y="0"/>
                  </a:moveTo>
                  <a:cubicBezTo>
                    <a:pt x="10" y="0"/>
                    <a:pt x="10" y="0"/>
                    <a:pt x="10" y="0"/>
                  </a:cubicBezTo>
                  <a:cubicBezTo>
                    <a:pt x="5" y="0"/>
                    <a:pt x="0" y="5"/>
                    <a:pt x="0" y="10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43"/>
                    <a:pt x="20" y="59"/>
                    <a:pt x="36" y="59"/>
                  </a:cubicBezTo>
                  <a:cubicBezTo>
                    <a:pt x="521" y="59"/>
                    <a:pt x="521" y="59"/>
                    <a:pt x="521" y="59"/>
                  </a:cubicBezTo>
                  <a:cubicBezTo>
                    <a:pt x="537" y="59"/>
                    <a:pt x="556" y="40"/>
                    <a:pt x="556" y="23"/>
                  </a:cubicBezTo>
                  <a:cubicBezTo>
                    <a:pt x="556" y="10"/>
                    <a:pt x="556" y="10"/>
                    <a:pt x="556" y="10"/>
                  </a:cubicBezTo>
                  <a:cubicBezTo>
                    <a:pt x="556" y="5"/>
                    <a:pt x="552" y="0"/>
                    <a:pt x="547" y="0"/>
                  </a:cubicBezTo>
                  <a:close/>
                  <a:moveTo>
                    <a:pt x="538" y="23"/>
                  </a:moveTo>
                  <a:cubicBezTo>
                    <a:pt x="538" y="29"/>
                    <a:pt x="527" y="40"/>
                    <a:pt x="521" y="40"/>
                  </a:cubicBezTo>
                  <a:cubicBezTo>
                    <a:pt x="36" y="40"/>
                    <a:pt x="36" y="40"/>
                    <a:pt x="36" y="40"/>
                  </a:cubicBezTo>
                  <a:cubicBezTo>
                    <a:pt x="29" y="40"/>
                    <a:pt x="19" y="31"/>
                    <a:pt x="19" y="25"/>
                  </a:cubicBezTo>
                  <a:cubicBezTo>
                    <a:pt x="19" y="19"/>
                    <a:pt x="19" y="19"/>
                    <a:pt x="19" y="19"/>
                  </a:cubicBezTo>
                  <a:cubicBezTo>
                    <a:pt x="538" y="19"/>
                    <a:pt x="538" y="19"/>
                    <a:pt x="538" y="19"/>
                  </a:cubicBezTo>
                  <a:lnTo>
                    <a:pt x="538" y="2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66" name="Group 265"/>
          <p:cNvGrpSpPr/>
          <p:nvPr/>
        </p:nvGrpSpPr>
        <p:grpSpPr>
          <a:xfrm>
            <a:off x="3024719" y="1339851"/>
            <a:ext cx="685800" cy="563035"/>
            <a:chOff x="2268539" y="1004888"/>
            <a:chExt cx="514350" cy="422276"/>
          </a:xfrm>
          <a:solidFill>
            <a:schemeClr val="tx2"/>
          </a:solidFill>
        </p:grpSpPr>
        <p:sp>
          <p:nvSpPr>
            <p:cNvPr id="43" name="Freeform 8"/>
            <p:cNvSpPr>
              <a:spLocks noEditPoints="1"/>
            </p:cNvSpPr>
            <p:nvPr/>
          </p:nvSpPr>
          <p:spPr bwMode="auto">
            <a:xfrm>
              <a:off x="2268539" y="1004888"/>
              <a:ext cx="514350" cy="357188"/>
            </a:xfrm>
            <a:custGeom>
              <a:avLst/>
              <a:gdLst>
                <a:gd name="T0" fmla="*/ 494 w 517"/>
                <a:gd name="T1" fmla="*/ 0 h 359"/>
                <a:gd name="T2" fmla="*/ 22 w 517"/>
                <a:gd name="T3" fmla="*/ 0 h 359"/>
                <a:gd name="T4" fmla="*/ 0 w 517"/>
                <a:gd name="T5" fmla="*/ 22 h 359"/>
                <a:gd name="T6" fmla="*/ 0 w 517"/>
                <a:gd name="T7" fmla="*/ 310 h 359"/>
                <a:gd name="T8" fmla="*/ 22 w 517"/>
                <a:gd name="T9" fmla="*/ 333 h 359"/>
                <a:gd name="T10" fmla="*/ 249 w 517"/>
                <a:gd name="T11" fmla="*/ 333 h 359"/>
                <a:gd name="T12" fmla="*/ 249 w 517"/>
                <a:gd name="T13" fmla="*/ 350 h 359"/>
                <a:gd name="T14" fmla="*/ 258 w 517"/>
                <a:gd name="T15" fmla="*/ 359 h 359"/>
                <a:gd name="T16" fmla="*/ 268 w 517"/>
                <a:gd name="T17" fmla="*/ 350 h 359"/>
                <a:gd name="T18" fmla="*/ 268 w 517"/>
                <a:gd name="T19" fmla="*/ 333 h 359"/>
                <a:gd name="T20" fmla="*/ 494 w 517"/>
                <a:gd name="T21" fmla="*/ 333 h 359"/>
                <a:gd name="T22" fmla="*/ 517 w 517"/>
                <a:gd name="T23" fmla="*/ 310 h 359"/>
                <a:gd name="T24" fmla="*/ 517 w 517"/>
                <a:gd name="T25" fmla="*/ 22 h 359"/>
                <a:gd name="T26" fmla="*/ 494 w 517"/>
                <a:gd name="T27" fmla="*/ 0 h 359"/>
                <a:gd name="T28" fmla="*/ 498 w 517"/>
                <a:gd name="T29" fmla="*/ 310 h 359"/>
                <a:gd name="T30" fmla="*/ 494 w 517"/>
                <a:gd name="T31" fmla="*/ 314 h 359"/>
                <a:gd name="T32" fmla="*/ 22 w 517"/>
                <a:gd name="T33" fmla="*/ 314 h 359"/>
                <a:gd name="T34" fmla="*/ 19 w 517"/>
                <a:gd name="T35" fmla="*/ 310 h 359"/>
                <a:gd name="T36" fmla="*/ 19 w 517"/>
                <a:gd name="T37" fmla="*/ 22 h 359"/>
                <a:gd name="T38" fmla="*/ 22 w 517"/>
                <a:gd name="T39" fmla="*/ 18 h 359"/>
                <a:gd name="T40" fmla="*/ 494 w 517"/>
                <a:gd name="T41" fmla="*/ 18 h 359"/>
                <a:gd name="T42" fmla="*/ 498 w 517"/>
                <a:gd name="T43" fmla="*/ 22 h 359"/>
                <a:gd name="T44" fmla="*/ 498 w 517"/>
                <a:gd name="T45" fmla="*/ 310 h 3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17" h="359">
                  <a:moveTo>
                    <a:pt x="494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10" y="0"/>
                    <a:pt x="0" y="10"/>
                    <a:pt x="0" y="22"/>
                  </a:cubicBezTo>
                  <a:cubicBezTo>
                    <a:pt x="0" y="310"/>
                    <a:pt x="0" y="310"/>
                    <a:pt x="0" y="310"/>
                  </a:cubicBezTo>
                  <a:cubicBezTo>
                    <a:pt x="0" y="323"/>
                    <a:pt x="10" y="333"/>
                    <a:pt x="22" y="333"/>
                  </a:cubicBezTo>
                  <a:cubicBezTo>
                    <a:pt x="249" y="333"/>
                    <a:pt x="249" y="333"/>
                    <a:pt x="249" y="333"/>
                  </a:cubicBezTo>
                  <a:cubicBezTo>
                    <a:pt x="249" y="350"/>
                    <a:pt x="249" y="350"/>
                    <a:pt x="249" y="350"/>
                  </a:cubicBezTo>
                  <a:cubicBezTo>
                    <a:pt x="249" y="355"/>
                    <a:pt x="253" y="359"/>
                    <a:pt x="258" y="359"/>
                  </a:cubicBezTo>
                  <a:cubicBezTo>
                    <a:pt x="264" y="359"/>
                    <a:pt x="268" y="355"/>
                    <a:pt x="268" y="350"/>
                  </a:cubicBezTo>
                  <a:cubicBezTo>
                    <a:pt x="268" y="333"/>
                    <a:pt x="268" y="333"/>
                    <a:pt x="268" y="333"/>
                  </a:cubicBezTo>
                  <a:cubicBezTo>
                    <a:pt x="494" y="333"/>
                    <a:pt x="494" y="333"/>
                    <a:pt x="494" y="333"/>
                  </a:cubicBezTo>
                  <a:cubicBezTo>
                    <a:pt x="507" y="333"/>
                    <a:pt x="517" y="323"/>
                    <a:pt x="517" y="310"/>
                  </a:cubicBezTo>
                  <a:cubicBezTo>
                    <a:pt x="517" y="22"/>
                    <a:pt x="517" y="22"/>
                    <a:pt x="517" y="22"/>
                  </a:cubicBezTo>
                  <a:cubicBezTo>
                    <a:pt x="517" y="10"/>
                    <a:pt x="507" y="0"/>
                    <a:pt x="494" y="0"/>
                  </a:cubicBezTo>
                  <a:close/>
                  <a:moveTo>
                    <a:pt x="498" y="310"/>
                  </a:moveTo>
                  <a:cubicBezTo>
                    <a:pt x="498" y="312"/>
                    <a:pt x="496" y="314"/>
                    <a:pt x="494" y="314"/>
                  </a:cubicBezTo>
                  <a:cubicBezTo>
                    <a:pt x="22" y="314"/>
                    <a:pt x="22" y="314"/>
                    <a:pt x="22" y="314"/>
                  </a:cubicBezTo>
                  <a:cubicBezTo>
                    <a:pt x="20" y="314"/>
                    <a:pt x="19" y="312"/>
                    <a:pt x="19" y="310"/>
                  </a:cubicBezTo>
                  <a:cubicBezTo>
                    <a:pt x="19" y="22"/>
                    <a:pt x="19" y="22"/>
                    <a:pt x="19" y="22"/>
                  </a:cubicBezTo>
                  <a:cubicBezTo>
                    <a:pt x="19" y="20"/>
                    <a:pt x="20" y="18"/>
                    <a:pt x="22" y="18"/>
                  </a:cubicBezTo>
                  <a:cubicBezTo>
                    <a:pt x="494" y="18"/>
                    <a:pt x="494" y="18"/>
                    <a:pt x="494" y="18"/>
                  </a:cubicBezTo>
                  <a:cubicBezTo>
                    <a:pt x="496" y="18"/>
                    <a:pt x="498" y="20"/>
                    <a:pt x="498" y="22"/>
                  </a:cubicBezTo>
                  <a:lnTo>
                    <a:pt x="498" y="31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4" name="Freeform 9"/>
            <p:cNvSpPr>
              <a:spLocks noEditPoints="1"/>
            </p:cNvSpPr>
            <p:nvPr/>
          </p:nvSpPr>
          <p:spPr bwMode="auto">
            <a:xfrm>
              <a:off x="2306639" y="1042988"/>
              <a:ext cx="436563" cy="254000"/>
            </a:xfrm>
            <a:custGeom>
              <a:avLst/>
              <a:gdLst>
                <a:gd name="T0" fmla="*/ 429 w 438"/>
                <a:gd name="T1" fmla="*/ 0 h 255"/>
                <a:gd name="T2" fmla="*/ 10 w 438"/>
                <a:gd name="T3" fmla="*/ 0 h 255"/>
                <a:gd name="T4" fmla="*/ 0 w 438"/>
                <a:gd name="T5" fmla="*/ 9 h 255"/>
                <a:gd name="T6" fmla="*/ 0 w 438"/>
                <a:gd name="T7" fmla="*/ 245 h 255"/>
                <a:gd name="T8" fmla="*/ 10 w 438"/>
                <a:gd name="T9" fmla="*/ 255 h 255"/>
                <a:gd name="T10" fmla="*/ 429 w 438"/>
                <a:gd name="T11" fmla="*/ 255 h 255"/>
                <a:gd name="T12" fmla="*/ 438 w 438"/>
                <a:gd name="T13" fmla="*/ 245 h 255"/>
                <a:gd name="T14" fmla="*/ 438 w 438"/>
                <a:gd name="T15" fmla="*/ 9 h 255"/>
                <a:gd name="T16" fmla="*/ 429 w 438"/>
                <a:gd name="T17" fmla="*/ 0 h 255"/>
                <a:gd name="T18" fmla="*/ 420 w 438"/>
                <a:gd name="T19" fmla="*/ 236 h 255"/>
                <a:gd name="T20" fmla="*/ 19 w 438"/>
                <a:gd name="T21" fmla="*/ 236 h 255"/>
                <a:gd name="T22" fmla="*/ 19 w 438"/>
                <a:gd name="T23" fmla="*/ 19 h 255"/>
                <a:gd name="T24" fmla="*/ 420 w 438"/>
                <a:gd name="T25" fmla="*/ 19 h 255"/>
                <a:gd name="T26" fmla="*/ 420 w 438"/>
                <a:gd name="T27" fmla="*/ 236 h 2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38" h="255">
                  <a:moveTo>
                    <a:pt x="429" y="0"/>
                  </a:moveTo>
                  <a:cubicBezTo>
                    <a:pt x="10" y="0"/>
                    <a:pt x="10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245"/>
                    <a:pt x="0" y="245"/>
                    <a:pt x="0" y="245"/>
                  </a:cubicBezTo>
                  <a:cubicBezTo>
                    <a:pt x="0" y="250"/>
                    <a:pt x="5" y="255"/>
                    <a:pt x="10" y="255"/>
                  </a:cubicBezTo>
                  <a:cubicBezTo>
                    <a:pt x="429" y="255"/>
                    <a:pt x="429" y="255"/>
                    <a:pt x="429" y="255"/>
                  </a:cubicBezTo>
                  <a:cubicBezTo>
                    <a:pt x="434" y="255"/>
                    <a:pt x="438" y="250"/>
                    <a:pt x="438" y="245"/>
                  </a:cubicBezTo>
                  <a:cubicBezTo>
                    <a:pt x="438" y="9"/>
                    <a:pt x="438" y="9"/>
                    <a:pt x="438" y="9"/>
                  </a:cubicBezTo>
                  <a:cubicBezTo>
                    <a:pt x="438" y="4"/>
                    <a:pt x="434" y="0"/>
                    <a:pt x="429" y="0"/>
                  </a:cubicBezTo>
                  <a:close/>
                  <a:moveTo>
                    <a:pt x="420" y="236"/>
                  </a:moveTo>
                  <a:cubicBezTo>
                    <a:pt x="19" y="236"/>
                    <a:pt x="19" y="236"/>
                    <a:pt x="19" y="236"/>
                  </a:cubicBezTo>
                  <a:cubicBezTo>
                    <a:pt x="19" y="19"/>
                    <a:pt x="19" y="19"/>
                    <a:pt x="19" y="19"/>
                  </a:cubicBezTo>
                  <a:cubicBezTo>
                    <a:pt x="420" y="19"/>
                    <a:pt x="420" y="19"/>
                    <a:pt x="420" y="19"/>
                  </a:cubicBezTo>
                  <a:lnTo>
                    <a:pt x="420" y="236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5" name="Freeform 10"/>
            <p:cNvSpPr>
              <a:spLocks noEditPoints="1"/>
            </p:cNvSpPr>
            <p:nvPr/>
          </p:nvSpPr>
          <p:spPr bwMode="auto">
            <a:xfrm>
              <a:off x="2424114" y="1368426"/>
              <a:ext cx="201613" cy="58738"/>
            </a:xfrm>
            <a:custGeom>
              <a:avLst/>
              <a:gdLst>
                <a:gd name="T0" fmla="*/ 173 w 202"/>
                <a:gd name="T1" fmla="*/ 0 h 59"/>
                <a:gd name="T2" fmla="*/ 29 w 202"/>
                <a:gd name="T3" fmla="*/ 0 h 59"/>
                <a:gd name="T4" fmla="*/ 0 w 202"/>
                <a:gd name="T5" fmla="*/ 30 h 59"/>
                <a:gd name="T6" fmla="*/ 0 w 202"/>
                <a:gd name="T7" fmla="*/ 49 h 59"/>
                <a:gd name="T8" fmla="*/ 10 w 202"/>
                <a:gd name="T9" fmla="*/ 59 h 59"/>
                <a:gd name="T10" fmla="*/ 193 w 202"/>
                <a:gd name="T11" fmla="*/ 59 h 59"/>
                <a:gd name="T12" fmla="*/ 202 w 202"/>
                <a:gd name="T13" fmla="*/ 49 h 59"/>
                <a:gd name="T14" fmla="*/ 202 w 202"/>
                <a:gd name="T15" fmla="*/ 31 h 59"/>
                <a:gd name="T16" fmla="*/ 173 w 202"/>
                <a:gd name="T17" fmla="*/ 0 h 59"/>
                <a:gd name="T18" fmla="*/ 184 w 202"/>
                <a:gd name="T19" fmla="*/ 40 h 59"/>
                <a:gd name="T20" fmla="*/ 19 w 202"/>
                <a:gd name="T21" fmla="*/ 40 h 59"/>
                <a:gd name="T22" fmla="*/ 19 w 202"/>
                <a:gd name="T23" fmla="*/ 30 h 59"/>
                <a:gd name="T24" fmla="*/ 29 w 202"/>
                <a:gd name="T25" fmla="*/ 19 h 59"/>
                <a:gd name="T26" fmla="*/ 173 w 202"/>
                <a:gd name="T27" fmla="*/ 19 h 59"/>
                <a:gd name="T28" fmla="*/ 184 w 202"/>
                <a:gd name="T29" fmla="*/ 31 h 59"/>
                <a:gd name="T30" fmla="*/ 184 w 202"/>
                <a:gd name="T31" fmla="*/ 4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02" h="59">
                  <a:moveTo>
                    <a:pt x="173" y="0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13" y="0"/>
                    <a:pt x="0" y="13"/>
                    <a:pt x="0" y="30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54"/>
                    <a:pt x="4" y="59"/>
                    <a:pt x="10" y="59"/>
                  </a:cubicBezTo>
                  <a:cubicBezTo>
                    <a:pt x="193" y="59"/>
                    <a:pt x="193" y="59"/>
                    <a:pt x="193" y="59"/>
                  </a:cubicBezTo>
                  <a:cubicBezTo>
                    <a:pt x="198" y="59"/>
                    <a:pt x="202" y="54"/>
                    <a:pt x="202" y="49"/>
                  </a:cubicBezTo>
                  <a:cubicBezTo>
                    <a:pt x="202" y="31"/>
                    <a:pt x="202" y="31"/>
                    <a:pt x="202" y="31"/>
                  </a:cubicBezTo>
                  <a:cubicBezTo>
                    <a:pt x="202" y="14"/>
                    <a:pt x="190" y="0"/>
                    <a:pt x="173" y="0"/>
                  </a:cubicBezTo>
                  <a:close/>
                  <a:moveTo>
                    <a:pt x="184" y="40"/>
                  </a:moveTo>
                  <a:cubicBezTo>
                    <a:pt x="19" y="40"/>
                    <a:pt x="19" y="40"/>
                    <a:pt x="19" y="40"/>
                  </a:cubicBezTo>
                  <a:cubicBezTo>
                    <a:pt x="19" y="30"/>
                    <a:pt x="19" y="30"/>
                    <a:pt x="19" y="30"/>
                  </a:cubicBezTo>
                  <a:cubicBezTo>
                    <a:pt x="19" y="23"/>
                    <a:pt x="23" y="19"/>
                    <a:pt x="29" y="19"/>
                  </a:cubicBezTo>
                  <a:cubicBezTo>
                    <a:pt x="173" y="19"/>
                    <a:pt x="173" y="19"/>
                    <a:pt x="173" y="19"/>
                  </a:cubicBezTo>
                  <a:cubicBezTo>
                    <a:pt x="179" y="19"/>
                    <a:pt x="184" y="24"/>
                    <a:pt x="184" y="31"/>
                  </a:cubicBezTo>
                  <a:lnTo>
                    <a:pt x="184" y="4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46" name="Freeform 11"/>
          <p:cNvSpPr>
            <a:spLocks/>
          </p:cNvSpPr>
          <p:nvPr/>
        </p:nvSpPr>
        <p:spPr bwMode="auto">
          <a:xfrm>
            <a:off x="5266269" y="4053418"/>
            <a:ext cx="478367" cy="563033"/>
          </a:xfrm>
          <a:custGeom>
            <a:avLst/>
            <a:gdLst>
              <a:gd name="T0" fmla="*/ 357 w 360"/>
              <a:gd name="T1" fmla="*/ 68 h 424"/>
              <a:gd name="T2" fmla="*/ 210 w 360"/>
              <a:gd name="T3" fmla="*/ 0 h 424"/>
              <a:gd name="T4" fmla="*/ 199 w 360"/>
              <a:gd name="T5" fmla="*/ 9 h 424"/>
              <a:gd name="T6" fmla="*/ 208 w 360"/>
              <a:gd name="T7" fmla="*/ 19 h 424"/>
              <a:gd name="T8" fmla="*/ 341 w 360"/>
              <a:gd name="T9" fmla="*/ 78 h 424"/>
              <a:gd name="T10" fmla="*/ 341 w 360"/>
              <a:gd name="T11" fmla="*/ 205 h 424"/>
              <a:gd name="T12" fmla="*/ 189 w 360"/>
              <a:gd name="T13" fmla="*/ 400 h 424"/>
              <a:gd name="T14" fmla="*/ 189 w 360"/>
              <a:gd name="T15" fmla="*/ 9 h 424"/>
              <a:gd name="T16" fmla="*/ 180 w 360"/>
              <a:gd name="T17" fmla="*/ 0 h 424"/>
              <a:gd name="T18" fmla="*/ 2 w 360"/>
              <a:gd name="T19" fmla="*/ 70 h 424"/>
              <a:gd name="T20" fmla="*/ 0 w 360"/>
              <a:gd name="T21" fmla="*/ 76 h 424"/>
              <a:gd name="T22" fmla="*/ 0 w 360"/>
              <a:gd name="T23" fmla="*/ 207 h 424"/>
              <a:gd name="T24" fmla="*/ 148 w 360"/>
              <a:gd name="T25" fmla="*/ 411 h 424"/>
              <a:gd name="T26" fmla="*/ 161 w 360"/>
              <a:gd name="T27" fmla="*/ 407 h 424"/>
              <a:gd name="T28" fmla="*/ 157 w 360"/>
              <a:gd name="T29" fmla="*/ 394 h 424"/>
              <a:gd name="T30" fmla="*/ 19 w 360"/>
              <a:gd name="T31" fmla="*/ 207 h 424"/>
              <a:gd name="T32" fmla="*/ 19 w 360"/>
              <a:gd name="T33" fmla="*/ 79 h 424"/>
              <a:gd name="T34" fmla="*/ 171 w 360"/>
              <a:gd name="T35" fmla="*/ 18 h 424"/>
              <a:gd name="T36" fmla="*/ 171 w 360"/>
              <a:gd name="T37" fmla="*/ 415 h 424"/>
              <a:gd name="T38" fmla="*/ 180 w 360"/>
              <a:gd name="T39" fmla="*/ 424 h 424"/>
              <a:gd name="T40" fmla="*/ 186 w 360"/>
              <a:gd name="T41" fmla="*/ 422 h 424"/>
              <a:gd name="T42" fmla="*/ 271 w 360"/>
              <a:gd name="T43" fmla="*/ 370 h 424"/>
              <a:gd name="T44" fmla="*/ 360 w 360"/>
              <a:gd name="T45" fmla="*/ 205 h 424"/>
              <a:gd name="T46" fmla="*/ 360 w 360"/>
              <a:gd name="T47" fmla="*/ 74 h 424"/>
              <a:gd name="T48" fmla="*/ 357 w 360"/>
              <a:gd name="T49" fmla="*/ 68 h 4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360" h="424">
                <a:moveTo>
                  <a:pt x="357" y="68"/>
                </a:moveTo>
                <a:cubicBezTo>
                  <a:pt x="355" y="66"/>
                  <a:pt x="308" y="10"/>
                  <a:pt x="210" y="0"/>
                </a:cubicBezTo>
                <a:cubicBezTo>
                  <a:pt x="204" y="0"/>
                  <a:pt x="200" y="4"/>
                  <a:pt x="199" y="9"/>
                </a:cubicBezTo>
                <a:cubicBezTo>
                  <a:pt x="199" y="14"/>
                  <a:pt x="203" y="18"/>
                  <a:pt x="208" y="19"/>
                </a:cubicBezTo>
                <a:cubicBezTo>
                  <a:pt x="287" y="27"/>
                  <a:pt x="331" y="68"/>
                  <a:pt x="341" y="78"/>
                </a:cubicBezTo>
                <a:cubicBezTo>
                  <a:pt x="341" y="205"/>
                  <a:pt x="341" y="205"/>
                  <a:pt x="341" y="205"/>
                </a:cubicBezTo>
                <a:cubicBezTo>
                  <a:pt x="341" y="317"/>
                  <a:pt x="228" y="381"/>
                  <a:pt x="189" y="400"/>
                </a:cubicBezTo>
                <a:cubicBezTo>
                  <a:pt x="189" y="9"/>
                  <a:pt x="189" y="9"/>
                  <a:pt x="189" y="9"/>
                </a:cubicBezTo>
                <a:cubicBezTo>
                  <a:pt x="189" y="4"/>
                  <a:pt x="185" y="0"/>
                  <a:pt x="180" y="0"/>
                </a:cubicBezTo>
                <a:cubicBezTo>
                  <a:pt x="62" y="0"/>
                  <a:pt x="5" y="67"/>
                  <a:pt x="2" y="70"/>
                </a:cubicBezTo>
                <a:cubicBezTo>
                  <a:pt x="1" y="71"/>
                  <a:pt x="0" y="73"/>
                  <a:pt x="0" y="76"/>
                </a:cubicBezTo>
                <a:cubicBezTo>
                  <a:pt x="0" y="207"/>
                  <a:pt x="0" y="207"/>
                  <a:pt x="0" y="207"/>
                </a:cubicBezTo>
                <a:cubicBezTo>
                  <a:pt x="0" y="320"/>
                  <a:pt x="104" y="387"/>
                  <a:pt x="148" y="411"/>
                </a:cubicBezTo>
                <a:cubicBezTo>
                  <a:pt x="153" y="413"/>
                  <a:pt x="159" y="411"/>
                  <a:pt x="161" y="407"/>
                </a:cubicBezTo>
                <a:cubicBezTo>
                  <a:pt x="163" y="402"/>
                  <a:pt x="162" y="396"/>
                  <a:pt x="157" y="394"/>
                </a:cubicBezTo>
                <a:cubicBezTo>
                  <a:pt x="105" y="367"/>
                  <a:pt x="19" y="306"/>
                  <a:pt x="19" y="207"/>
                </a:cubicBezTo>
                <a:cubicBezTo>
                  <a:pt x="19" y="79"/>
                  <a:pt x="19" y="79"/>
                  <a:pt x="19" y="79"/>
                </a:cubicBezTo>
                <a:cubicBezTo>
                  <a:pt x="30" y="68"/>
                  <a:pt x="79" y="21"/>
                  <a:pt x="171" y="18"/>
                </a:cubicBezTo>
                <a:cubicBezTo>
                  <a:pt x="171" y="415"/>
                  <a:pt x="171" y="415"/>
                  <a:pt x="171" y="415"/>
                </a:cubicBezTo>
                <a:cubicBezTo>
                  <a:pt x="171" y="420"/>
                  <a:pt x="175" y="424"/>
                  <a:pt x="180" y="424"/>
                </a:cubicBezTo>
                <a:cubicBezTo>
                  <a:pt x="182" y="424"/>
                  <a:pt x="185" y="423"/>
                  <a:pt x="186" y="422"/>
                </a:cubicBezTo>
                <a:cubicBezTo>
                  <a:pt x="197" y="417"/>
                  <a:pt x="234" y="401"/>
                  <a:pt x="271" y="370"/>
                </a:cubicBezTo>
                <a:cubicBezTo>
                  <a:pt x="329" y="324"/>
                  <a:pt x="360" y="266"/>
                  <a:pt x="360" y="205"/>
                </a:cubicBezTo>
                <a:cubicBezTo>
                  <a:pt x="360" y="74"/>
                  <a:pt x="360" y="74"/>
                  <a:pt x="360" y="74"/>
                </a:cubicBezTo>
                <a:cubicBezTo>
                  <a:pt x="360" y="72"/>
                  <a:pt x="359" y="70"/>
                  <a:pt x="357" y="6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241" name="Group 240"/>
          <p:cNvGrpSpPr/>
          <p:nvPr/>
        </p:nvGrpSpPr>
        <p:grpSpPr>
          <a:xfrm>
            <a:off x="817036" y="1339852"/>
            <a:ext cx="563033" cy="563033"/>
            <a:chOff x="612776" y="1004888"/>
            <a:chExt cx="422275" cy="422275"/>
          </a:xfrm>
          <a:solidFill>
            <a:schemeClr val="tx2"/>
          </a:solidFill>
        </p:grpSpPr>
        <p:sp>
          <p:nvSpPr>
            <p:cNvPr id="47" name="Freeform 12"/>
            <p:cNvSpPr>
              <a:spLocks/>
            </p:cNvSpPr>
            <p:nvPr/>
          </p:nvSpPr>
          <p:spPr bwMode="auto">
            <a:xfrm>
              <a:off x="612776" y="1004888"/>
              <a:ext cx="317500" cy="422275"/>
            </a:xfrm>
            <a:custGeom>
              <a:avLst/>
              <a:gdLst>
                <a:gd name="T0" fmla="*/ 206 w 320"/>
                <a:gd name="T1" fmla="*/ 406 h 425"/>
                <a:gd name="T2" fmla="*/ 23 w 320"/>
                <a:gd name="T3" fmla="*/ 406 h 425"/>
                <a:gd name="T4" fmla="*/ 19 w 320"/>
                <a:gd name="T5" fmla="*/ 402 h 425"/>
                <a:gd name="T6" fmla="*/ 19 w 320"/>
                <a:gd name="T7" fmla="*/ 22 h 425"/>
                <a:gd name="T8" fmla="*/ 23 w 320"/>
                <a:gd name="T9" fmla="*/ 18 h 425"/>
                <a:gd name="T10" fmla="*/ 298 w 320"/>
                <a:gd name="T11" fmla="*/ 18 h 425"/>
                <a:gd name="T12" fmla="*/ 301 w 320"/>
                <a:gd name="T13" fmla="*/ 22 h 425"/>
                <a:gd name="T14" fmla="*/ 301 w 320"/>
                <a:gd name="T15" fmla="*/ 88 h 425"/>
                <a:gd name="T16" fmla="*/ 311 w 320"/>
                <a:gd name="T17" fmla="*/ 97 h 425"/>
                <a:gd name="T18" fmla="*/ 320 w 320"/>
                <a:gd name="T19" fmla="*/ 88 h 425"/>
                <a:gd name="T20" fmla="*/ 320 w 320"/>
                <a:gd name="T21" fmla="*/ 22 h 425"/>
                <a:gd name="T22" fmla="*/ 298 w 320"/>
                <a:gd name="T23" fmla="*/ 0 h 425"/>
                <a:gd name="T24" fmla="*/ 23 w 320"/>
                <a:gd name="T25" fmla="*/ 0 h 425"/>
                <a:gd name="T26" fmla="*/ 0 w 320"/>
                <a:gd name="T27" fmla="*/ 22 h 425"/>
                <a:gd name="T28" fmla="*/ 0 w 320"/>
                <a:gd name="T29" fmla="*/ 402 h 425"/>
                <a:gd name="T30" fmla="*/ 23 w 320"/>
                <a:gd name="T31" fmla="*/ 425 h 425"/>
                <a:gd name="T32" fmla="*/ 206 w 320"/>
                <a:gd name="T33" fmla="*/ 425 h 425"/>
                <a:gd name="T34" fmla="*/ 215 w 320"/>
                <a:gd name="T35" fmla="*/ 415 h 425"/>
                <a:gd name="T36" fmla="*/ 206 w 320"/>
                <a:gd name="T37" fmla="*/ 406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20" h="425">
                  <a:moveTo>
                    <a:pt x="206" y="406"/>
                  </a:moveTo>
                  <a:cubicBezTo>
                    <a:pt x="23" y="406"/>
                    <a:pt x="23" y="406"/>
                    <a:pt x="23" y="406"/>
                  </a:cubicBezTo>
                  <a:cubicBezTo>
                    <a:pt x="20" y="406"/>
                    <a:pt x="19" y="404"/>
                    <a:pt x="19" y="402"/>
                  </a:cubicBezTo>
                  <a:cubicBezTo>
                    <a:pt x="19" y="22"/>
                    <a:pt x="19" y="22"/>
                    <a:pt x="19" y="22"/>
                  </a:cubicBezTo>
                  <a:cubicBezTo>
                    <a:pt x="19" y="20"/>
                    <a:pt x="20" y="18"/>
                    <a:pt x="23" y="18"/>
                  </a:cubicBezTo>
                  <a:cubicBezTo>
                    <a:pt x="298" y="18"/>
                    <a:pt x="298" y="18"/>
                    <a:pt x="298" y="18"/>
                  </a:cubicBezTo>
                  <a:cubicBezTo>
                    <a:pt x="300" y="18"/>
                    <a:pt x="301" y="20"/>
                    <a:pt x="301" y="22"/>
                  </a:cubicBezTo>
                  <a:cubicBezTo>
                    <a:pt x="301" y="88"/>
                    <a:pt x="301" y="88"/>
                    <a:pt x="301" y="88"/>
                  </a:cubicBezTo>
                  <a:cubicBezTo>
                    <a:pt x="301" y="93"/>
                    <a:pt x="306" y="97"/>
                    <a:pt x="311" y="97"/>
                  </a:cubicBezTo>
                  <a:cubicBezTo>
                    <a:pt x="316" y="97"/>
                    <a:pt x="320" y="93"/>
                    <a:pt x="320" y="88"/>
                  </a:cubicBezTo>
                  <a:cubicBezTo>
                    <a:pt x="320" y="22"/>
                    <a:pt x="320" y="22"/>
                    <a:pt x="320" y="22"/>
                  </a:cubicBezTo>
                  <a:cubicBezTo>
                    <a:pt x="320" y="10"/>
                    <a:pt x="310" y="0"/>
                    <a:pt x="298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10" y="0"/>
                    <a:pt x="0" y="10"/>
                    <a:pt x="0" y="22"/>
                  </a:cubicBezTo>
                  <a:cubicBezTo>
                    <a:pt x="0" y="402"/>
                    <a:pt x="0" y="402"/>
                    <a:pt x="0" y="402"/>
                  </a:cubicBezTo>
                  <a:cubicBezTo>
                    <a:pt x="0" y="414"/>
                    <a:pt x="10" y="425"/>
                    <a:pt x="23" y="425"/>
                  </a:cubicBezTo>
                  <a:cubicBezTo>
                    <a:pt x="206" y="425"/>
                    <a:pt x="206" y="425"/>
                    <a:pt x="206" y="425"/>
                  </a:cubicBezTo>
                  <a:cubicBezTo>
                    <a:pt x="211" y="425"/>
                    <a:pt x="215" y="420"/>
                    <a:pt x="215" y="415"/>
                  </a:cubicBezTo>
                  <a:cubicBezTo>
                    <a:pt x="215" y="410"/>
                    <a:pt x="211" y="406"/>
                    <a:pt x="206" y="40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8" name="Freeform 13"/>
            <p:cNvSpPr>
              <a:spLocks noEditPoints="1"/>
            </p:cNvSpPr>
            <p:nvPr/>
          </p:nvSpPr>
          <p:spPr bwMode="auto">
            <a:xfrm>
              <a:off x="847726" y="1122363"/>
              <a:ext cx="187325" cy="304800"/>
            </a:xfrm>
            <a:custGeom>
              <a:avLst/>
              <a:gdLst>
                <a:gd name="T0" fmla="*/ 166 w 189"/>
                <a:gd name="T1" fmla="*/ 0 h 307"/>
                <a:gd name="T2" fmla="*/ 22 w 189"/>
                <a:gd name="T3" fmla="*/ 0 h 307"/>
                <a:gd name="T4" fmla="*/ 0 w 189"/>
                <a:gd name="T5" fmla="*/ 22 h 307"/>
                <a:gd name="T6" fmla="*/ 0 w 189"/>
                <a:gd name="T7" fmla="*/ 284 h 307"/>
                <a:gd name="T8" fmla="*/ 22 w 189"/>
                <a:gd name="T9" fmla="*/ 307 h 307"/>
                <a:gd name="T10" fmla="*/ 166 w 189"/>
                <a:gd name="T11" fmla="*/ 307 h 307"/>
                <a:gd name="T12" fmla="*/ 189 w 189"/>
                <a:gd name="T13" fmla="*/ 284 h 307"/>
                <a:gd name="T14" fmla="*/ 189 w 189"/>
                <a:gd name="T15" fmla="*/ 22 h 307"/>
                <a:gd name="T16" fmla="*/ 166 w 189"/>
                <a:gd name="T17" fmla="*/ 0 h 307"/>
                <a:gd name="T18" fmla="*/ 170 w 189"/>
                <a:gd name="T19" fmla="*/ 284 h 307"/>
                <a:gd name="T20" fmla="*/ 166 w 189"/>
                <a:gd name="T21" fmla="*/ 288 h 307"/>
                <a:gd name="T22" fmla="*/ 22 w 189"/>
                <a:gd name="T23" fmla="*/ 288 h 307"/>
                <a:gd name="T24" fmla="*/ 19 w 189"/>
                <a:gd name="T25" fmla="*/ 284 h 307"/>
                <a:gd name="T26" fmla="*/ 19 w 189"/>
                <a:gd name="T27" fmla="*/ 22 h 307"/>
                <a:gd name="T28" fmla="*/ 22 w 189"/>
                <a:gd name="T29" fmla="*/ 18 h 307"/>
                <a:gd name="T30" fmla="*/ 166 w 189"/>
                <a:gd name="T31" fmla="*/ 18 h 307"/>
                <a:gd name="T32" fmla="*/ 170 w 189"/>
                <a:gd name="T33" fmla="*/ 22 h 307"/>
                <a:gd name="T34" fmla="*/ 170 w 189"/>
                <a:gd name="T35" fmla="*/ 284 h 3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89" h="307">
                  <a:moveTo>
                    <a:pt x="166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10" y="0"/>
                    <a:pt x="0" y="10"/>
                    <a:pt x="0" y="22"/>
                  </a:cubicBezTo>
                  <a:cubicBezTo>
                    <a:pt x="0" y="284"/>
                    <a:pt x="0" y="284"/>
                    <a:pt x="0" y="284"/>
                  </a:cubicBezTo>
                  <a:cubicBezTo>
                    <a:pt x="0" y="296"/>
                    <a:pt x="10" y="307"/>
                    <a:pt x="22" y="307"/>
                  </a:cubicBezTo>
                  <a:cubicBezTo>
                    <a:pt x="166" y="307"/>
                    <a:pt x="166" y="307"/>
                    <a:pt x="166" y="307"/>
                  </a:cubicBezTo>
                  <a:cubicBezTo>
                    <a:pt x="179" y="307"/>
                    <a:pt x="189" y="296"/>
                    <a:pt x="189" y="284"/>
                  </a:cubicBezTo>
                  <a:cubicBezTo>
                    <a:pt x="189" y="22"/>
                    <a:pt x="189" y="22"/>
                    <a:pt x="189" y="22"/>
                  </a:cubicBezTo>
                  <a:cubicBezTo>
                    <a:pt x="189" y="10"/>
                    <a:pt x="179" y="0"/>
                    <a:pt x="166" y="0"/>
                  </a:cubicBezTo>
                  <a:close/>
                  <a:moveTo>
                    <a:pt x="170" y="284"/>
                  </a:moveTo>
                  <a:cubicBezTo>
                    <a:pt x="170" y="286"/>
                    <a:pt x="169" y="288"/>
                    <a:pt x="166" y="288"/>
                  </a:cubicBezTo>
                  <a:cubicBezTo>
                    <a:pt x="22" y="288"/>
                    <a:pt x="22" y="288"/>
                    <a:pt x="22" y="288"/>
                  </a:cubicBezTo>
                  <a:cubicBezTo>
                    <a:pt x="20" y="288"/>
                    <a:pt x="19" y="286"/>
                    <a:pt x="19" y="284"/>
                  </a:cubicBezTo>
                  <a:cubicBezTo>
                    <a:pt x="19" y="22"/>
                    <a:pt x="19" y="22"/>
                    <a:pt x="19" y="22"/>
                  </a:cubicBezTo>
                  <a:cubicBezTo>
                    <a:pt x="19" y="20"/>
                    <a:pt x="20" y="18"/>
                    <a:pt x="22" y="18"/>
                  </a:cubicBezTo>
                  <a:cubicBezTo>
                    <a:pt x="166" y="18"/>
                    <a:pt x="166" y="18"/>
                    <a:pt x="166" y="18"/>
                  </a:cubicBezTo>
                  <a:cubicBezTo>
                    <a:pt x="169" y="18"/>
                    <a:pt x="170" y="20"/>
                    <a:pt x="170" y="22"/>
                  </a:cubicBezTo>
                  <a:lnTo>
                    <a:pt x="170" y="28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9" name="Oval 14"/>
            <p:cNvSpPr>
              <a:spLocks noChangeArrowheads="1"/>
            </p:cNvSpPr>
            <p:nvPr/>
          </p:nvSpPr>
          <p:spPr bwMode="auto">
            <a:xfrm>
              <a:off x="749301" y="1349376"/>
              <a:ext cx="44450" cy="46038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0" name="Oval 15"/>
            <p:cNvSpPr>
              <a:spLocks noChangeArrowheads="1"/>
            </p:cNvSpPr>
            <p:nvPr/>
          </p:nvSpPr>
          <p:spPr bwMode="auto">
            <a:xfrm>
              <a:off x="919164" y="1349376"/>
              <a:ext cx="44450" cy="46038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67" name="Group 266"/>
          <p:cNvGrpSpPr/>
          <p:nvPr/>
        </p:nvGrpSpPr>
        <p:grpSpPr>
          <a:xfrm>
            <a:off x="4119035" y="1339852"/>
            <a:ext cx="444500" cy="563033"/>
            <a:chOff x="3089276" y="1004888"/>
            <a:chExt cx="333375" cy="422275"/>
          </a:xfrm>
          <a:solidFill>
            <a:schemeClr val="tx2"/>
          </a:solidFill>
        </p:grpSpPr>
        <p:sp>
          <p:nvSpPr>
            <p:cNvPr id="51" name="Freeform 16"/>
            <p:cNvSpPr>
              <a:spLocks noEditPoints="1"/>
            </p:cNvSpPr>
            <p:nvPr/>
          </p:nvSpPr>
          <p:spPr bwMode="auto">
            <a:xfrm>
              <a:off x="3089276" y="1004888"/>
              <a:ext cx="333375" cy="422275"/>
            </a:xfrm>
            <a:custGeom>
              <a:avLst/>
              <a:gdLst>
                <a:gd name="T0" fmla="*/ 311 w 334"/>
                <a:gd name="T1" fmla="*/ 0 h 425"/>
                <a:gd name="T2" fmla="*/ 23 w 334"/>
                <a:gd name="T3" fmla="*/ 0 h 425"/>
                <a:gd name="T4" fmla="*/ 0 w 334"/>
                <a:gd name="T5" fmla="*/ 22 h 425"/>
                <a:gd name="T6" fmla="*/ 0 w 334"/>
                <a:gd name="T7" fmla="*/ 402 h 425"/>
                <a:gd name="T8" fmla="*/ 23 w 334"/>
                <a:gd name="T9" fmla="*/ 425 h 425"/>
                <a:gd name="T10" fmla="*/ 311 w 334"/>
                <a:gd name="T11" fmla="*/ 425 h 425"/>
                <a:gd name="T12" fmla="*/ 334 w 334"/>
                <a:gd name="T13" fmla="*/ 402 h 425"/>
                <a:gd name="T14" fmla="*/ 334 w 334"/>
                <a:gd name="T15" fmla="*/ 22 h 425"/>
                <a:gd name="T16" fmla="*/ 311 w 334"/>
                <a:gd name="T17" fmla="*/ 0 h 425"/>
                <a:gd name="T18" fmla="*/ 315 w 334"/>
                <a:gd name="T19" fmla="*/ 402 h 425"/>
                <a:gd name="T20" fmla="*/ 311 w 334"/>
                <a:gd name="T21" fmla="*/ 406 h 425"/>
                <a:gd name="T22" fmla="*/ 23 w 334"/>
                <a:gd name="T23" fmla="*/ 406 h 425"/>
                <a:gd name="T24" fmla="*/ 19 w 334"/>
                <a:gd name="T25" fmla="*/ 402 h 425"/>
                <a:gd name="T26" fmla="*/ 19 w 334"/>
                <a:gd name="T27" fmla="*/ 22 h 425"/>
                <a:gd name="T28" fmla="*/ 23 w 334"/>
                <a:gd name="T29" fmla="*/ 18 h 425"/>
                <a:gd name="T30" fmla="*/ 311 w 334"/>
                <a:gd name="T31" fmla="*/ 18 h 425"/>
                <a:gd name="T32" fmla="*/ 315 w 334"/>
                <a:gd name="T33" fmla="*/ 22 h 425"/>
                <a:gd name="T34" fmla="*/ 315 w 334"/>
                <a:gd name="T35" fmla="*/ 402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34" h="425">
                  <a:moveTo>
                    <a:pt x="311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11" y="0"/>
                    <a:pt x="0" y="10"/>
                    <a:pt x="0" y="22"/>
                  </a:cubicBezTo>
                  <a:cubicBezTo>
                    <a:pt x="0" y="402"/>
                    <a:pt x="0" y="402"/>
                    <a:pt x="0" y="402"/>
                  </a:cubicBezTo>
                  <a:cubicBezTo>
                    <a:pt x="0" y="414"/>
                    <a:pt x="11" y="425"/>
                    <a:pt x="23" y="425"/>
                  </a:cubicBezTo>
                  <a:cubicBezTo>
                    <a:pt x="311" y="425"/>
                    <a:pt x="311" y="425"/>
                    <a:pt x="311" y="425"/>
                  </a:cubicBezTo>
                  <a:cubicBezTo>
                    <a:pt x="324" y="425"/>
                    <a:pt x="334" y="414"/>
                    <a:pt x="334" y="402"/>
                  </a:cubicBezTo>
                  <a:cubicBezTo>
                    <a:pt x="334" y="22"/>
                    <a:pt x="334" y="22"/>
                    <a:pt x="334" y="22"/>
                  </a:cubicBezTo>
                  <a:cubicBezTo>
                    <a:pt x="334" y="10"/>
                    <a:pt x="324" y="0"/>
                    <a:pt x="311" y="0"/>
                  </a:cubicBezTo>
                  <a:close/>
                  <a:moveTo>
                    <a:pt x="315" y="402"/>
                  </a:moveTo>
                  <a:cubicBezTo>
                    <a:pt x="315" y="404"/>
                    <a:pt x="313" y="406"/>
                    <a:pt x="311" y="406"/>
                  </a:cubicBezTo>
                  <a:cubicBezTo>
                    <a:pt x="23" y="406"/>
                    <a:pt x="23" y="406"/>
                    <a:pt x="23" y="406"/>
                  </a:cubicBezTo>
                  <a:cubicBezTo>
                    <a:pt x="21" y="406"/>
                    <a:pt x="19" y="404"/>
                    <a:pt x="19" y="402"/>
                  </a:cubicBezTo>
                  <a:cubicBezTo>
                    <a:pt x="19" y="22"/>
                    <a:pt x="19" y="22"/>
                    <a:pt x="19" y="22"/>
                  </a:cubicBezTo>
                  <a:cubicBezTo>
                    <a:pt x="19" y="20"/>
                    <a:pt x="21" y="18"/>
                    <a:pt x="23" y="18"/>
                  </a:cubicBezTo>
                  <a:cubicBezTo>
                    <a:pt x="311" y="18"/>
                    <a:pt x="311" y="18"/>
                    <a:pt x="311" y="18"/>
                  </a:cubicBezTo>
                  <a:cubicBezTo>
                    <a:pt x="313" y="18"/>
                    <a:pt x="315" y="20"/>
                    <a:pt x="315" y="22"/>
                  </a:cubicBezTo>
                  <a:lnTo>
                    <a:pt x="315" y="402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2" name="Freeform 17"/>
            <p:cNvSpPr>
              <a:spLocks noEditPoints="1"/>
            </p:cNvSpPr>
            <p:nvPr/>
          </p:nvSpPr>
          <p:spPr bwMode="auto">
            <a:xfrm>
              <a:off x="3128964" y="1042988"/>
              <a:ext cx="252413" cy="319088"/>
            </a:xfrm>
            <a:custGeom>
              <a:avLst/>
              <a:gdLst>
                <a:gd name="T0" fmla="*/ 245 w 254"/>
                <a:gd name="T1" fmla="*/ 0 h 320"/>
                <a:gd name="T2" fmla="*/ 9 w 254"/>
                <a:gd name="T3" fmla="*/ 0 h 320"/>
                <a:gd name="T4" fmla="*/ 0 w 254"/>
                <a:gd name="T5" fmla="*/ 9 h 320"/>
                <a:gd name="T6" fmla="*/ 0 w 254"/>
                <a:gd name="T7" fmla="*/ 311 h 320"/>
                <a:gd name="T8" fmla="*/ 9 w 254"/>
                <a:gd name="T9" fmla="*/ 320 h 320"/>
                <a:gd name="T10" fmla="*/ 245 w 254"/>
                <a:gd name="T11" fmla="*/ 320 h 320"/>
                <a:gd name="T12" fmla="*/ 254 w 254"/>
                <a:gd name="T13" fmla="*/ 311 h 320"/>
                <a:gd name="T14" fmla="*/ 254 w 254"/>
                <a:gd name="T15" fmla="*/ 9 h 320"/>
                <a:gd name="T16" fmla="*/ 245 w 254"/>
                <a:gd name="T17" fmla="*/ 0 h 320"/>
                <a:gd name="T18" fmla="*/ 236 w 254"/>
                <a:gd name="T19" fmla="*/ 301 h 320"/>
                <a:gd name="T20" fmla="*/ 19 w 254"/>
                <a:gd name="T21" fmla="*/ 301 h 320"/>
                <a:gd name="T22" fmla="*/ 19 w 254"/>
                <a:gd name="T23" fmla="*/ 19 h 320"/>
                <a:gd name="T24" fmla="*/ 236 w 254"/>
                <a:gd name="T25" fmla="*/ 19 h 320"/>
                <a:gd name="T26" fmla="*/ 236 w 254"/>
                <a:gd name="T27" fmla="*/ 301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54" h="320">
                  <a:moveTo>
                    <a:pt x="245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311"/>
                    <a:pt x="0" y="311"/>
                    <a:pt x="0" y="311"/>
                  </a:cubicBezTo>
                  <a:cubicBezTo>
                    <a:pt x="0" y="316"/>
                    <a:pt x="4" y="320"/>
                    <a:pt x="9" y="320"/>
                  </a:cubicBezTo>
                  <a:cubicBezTo>
                    <a:pt x="245" y="320"/>
                    <a:pt x="245" y="320"/>
                    <a:pt x="245" y="320"/>
                  </a:cubicBezTo>
                  <a:cubicBezTo>
                    <a:pt x="250" y="320"/>
                    <a:pt x="254" y="316"/>
                    <a:pt x="254" y="311"/>
                  </a:cubicBezTo>
                  <a:cubicBezTo>
                    <a:pt x="254" y="9"/>
                    <a:pt x="254" y="9"/>
                    <a:pt x="254" y="9"/>
                  </a:cubicBezTo>
                  <a:cubicBezTo>
                    <a:pt x="254" y="4"/>
                    <a:pt x="250" y="0"/>
                    <a:pt x="245" y="0"/>
                  </a:cubicBezTo>
                  <a:close/>
                  <a:moveTo>
                    <a:pt x="236" y="301"/>
                  </a:moveTo>
                  <a:cubicBezTo>
                    <a:pt x="19" y="301"/>
                    <a:pt x="19" y="301"/>
                    <a:pt x="19" y="301"/>
                  </a:cubicBezTo>
                  <a:cubicBezTo>
                    <a:pt x="19" y="19"/>
                    <a:pt x="19" y="19"/>
                    <a:pt x="19" y="19"/>
                  </a:cubicBezTo>
                  <a:cubicBezTo>
                    <a:pt x="236" y="19"/>
                    <a:pt x="236" y="19"/>
                    <a:pt x="236" y="19"/>
                  </a:cubicBezTo>
                  <a:lnTo>
                    <a:pt x="236" y="30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3" name="Oval 18"/>
            <p:cNvSpPr>
              <a:spLocks noChangeArrowheads="1"/>
            </p:cNvSpPr>
            <p:nvPr/>
          </p:nvSpPr>
          <p:spPr bwMode="auto">
            <a:xfrm>
              <a:off x="3240089" y="1362076"/>
              <a:ext cx="44450" cy="4603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69" name="Group 268"/>
          <p:cNvGrpSpPr/>
          <p:nvPr/>
        </p:nvGrpSpPr>
        <p:grpSpPr>
          <a:xfrm>
            <a:off x="6275919" y="1339852"/>
            <a:ext cx="425451" cy="563033"/>
            <a:chOff x="4706939" y="1004888"/>
            <a:chExt cx="319088" cy="422275"/>
          </a:xfrm>
          <a:solidFill>
            <a:schemeClr val="tx2"/>
          </a:solidFill>
        </p:grpSpPr>
        <p:sp>
          <p:nvSpPr>
            <p:cNvPr id="54" name="Freeform 19"/>
            <p:cNvSpPr>
              <a:spLocks noEditPoints="1"/>
            </p:cNvSpPr>
            <p:nvPr/>
          </p:nvSpPr>
          <p:spPr bwMode="auto">
            <a:xfrm>
              <a:off x="4706939" y="1004888"/>
              <a:ext cx="319088" cy="422275"/>
            </a:xfrm>
            <a:custGeom>
              <a:avLst/>
              <a:gdLst>
                <a:gd name="T0" fmla="*/ 320 w 320"/>
                <a:gd name="T1" fmla="*/ 127 h 425"/>
                <a:gd name="T2" fmla="*/ 320 w 320"/>
                <a:gd name="T3" fmla="*/ 125 h 425"/>
                <a:gd name="T4" fmla="*/ 320 w 320"/>
                <a:gd name="T5" fmla="*/ 125 h 425"/>
                <a:gd name="T6" fmla="*/ 320 w 320"/>
                <a:gd name="T7" fmla="*/ 124 h 425"/>
                <a:gd name="T8" fmla="*/ 319 w 320"/>
                <a:gd name="T9" fmla="*/ 123 h 425"/>
                <a:gd name="T10" fmla="*/ 319 w 320"/>
                <a:gd name="T11" fmla="*/ 122 h 425"/>
                <a:gd name="T12" fmla="*/ 318 w 320"/>
                <a:gd name="T13" fmla="*/ 122 h 425"/>
                <a:gd name="T14" fmla="*/ 318 w 320"/>
                <a:gd name="T15" fmla="*/ 121 h 425"/>
                <a:gd name="T16" fmla="*/ 213 w 320"/>
                <a:gd name="T17" fmla="*/ 3 h 425"/>
                <a:gd name="T18" fmla="*/ 213 w 320"/>
                <a:gd name="T19" fmla="*/ 3 h 425"/>
                <a:gd name="T20" fmla="*/ 212 w 320"/>
                <a:gd name="T21" fmla="*/ 2 h 425"/>
                <a:gd name="T22" fmla="*/ 212 w 320"/>
                <a:gd name="T23" fmla="*/ 1 h 425"/>
                <a:gd name="T24" fmla="*/ 211 w 320"/>
                <a:gd name="T25" fmla="*/ 1 h 425"/>
                <a:gd name="T26" fmla="*/ 210 w 320"/>
                <a:gd name="T27" fmla="*/ 0 h 425"/>
                <a:gd name="T28" fmla="*/ 210 w 320"/>
                <a:gd name="T29" fmla="*/ 0 h 425"/>
                <a:gd name="T30" fmla="*/ 208 w 320"/>
                <a:gd name="T31" fmla="*/ 0 h 425"/>
                <a:gd name="T32" fmla="*/ 208 w 320"/>
                <a:gd name="T33" fmla="*/ 0 h 425"/>
                <a:gd name="T34" fmla="*/ 206 w 320"/>
                <a:gd name="T35" fmla="*/ 0 h 425"/>
                <a:gd name="T36" fmla="*/ 206 w 320"/>
                <a:gd name="T37" fmla="*/ 0 h 425"/>
                <a:gd name="T38" fmla="*/ 23 w 320"/>
                <a:gd name="T39" fmla="*/ 0 h 425"/>
                <a:gd name="T40" fmla="*/ 0 w 320"/>
                <a:gd name="T41" fmla="*/ 22 h 425"/>
                <a:gd name="T42" fmla="*/ 0 w 320"/>
                <a:gd name="T43" fmla="*/ 402 h 425"/>
                <a:gd name="T44" fmla="*/ 23 w 320"/>
                <a:gd name="T45" fmla="*/ 425 h 425"/>
                <a:gd name="T46" fmla="*/ 298 w 320"/>
                <a:gd name="T47" fmla="*/ 425 h 425"/>
                <a:gd name="T48" fmla="*/ 320 w 320"/>
                <a:gd name="T49" fmla="*/ 402 h 425"/>
                <a:gd name="T50" fmla="*/ 320 w 320"/>
                <a:gd name="T51" fmla="*/ 127 h 425"/>
                <a:gd name="T52" fmla="*/ 320 w 320"/>
                <a:gd name="T53" fmla="*/ 127 h 425"/>
                <a:gd name="T54" fmla="*/ 215 w 320"/>
                <a:gd name="T55" fmla="*/ 34 h 425"/>
                <a:gd name="T56" fmla="*/ 290 w 320"/>
                <a:gd name="T57" fmla="*/ 118 h 425"/>
                <a:gd name="T58" fmla="*/ 219 w 320"/>
                <a:gd name="T59" fmla="*/ 118 h 425"/>
                <a:gd name="T60" fmla="*/ 215 w 320"/>
                <a:gd name="T61" fmla="*/ 111 h 425"/>
                <a:gd name="T62" fmla="*/ 215 w 320"/>
                <a:gd name="T63" fmla="*/ 34 h 425"/>
                <a:gd name="T64" fmla="*/ 298 w 320"/>
                <a:gd name="T65" fmla="*/ 406 h 425"/>
                <a:gd name="T66" fmla="*/ 23 w 320"/>
                <a:gd name="T67" fmla="*/ 406 h 425"/>
                <a:gd name="T68" fmla="*/ 19 w 320"/>
                <a:gd name="T69" fmla="*/ 402 h 425"/>
                <a:gd name="T70" fmla="*/ 19 w 320"/>
                <a:gd name="T71" fmla="*/ 22 h 425"/>
                <a:gd name="T72" fmla="*/ 23 w 320"/>
                <a:gd name="T73" fmla="*/ 18 h 425"/>
                <a:gd name="T74" fmla="*/ 197 w 320"/>
                <a:gd name="T75" fmla="*/ 18 h 425"/>
                <a:gd name="T76" fmla="*/ 197 w 320"/>
                <a:gd name="T77" fmla="*/ 111 h 425"/>
                <a:gd name="T78" fmla="*/ 219 w 320"/>
                <a:gd name="T79" fmla="*/ 136 h 425"/>
                <a:gd name="T80" fmla="*/ 302 w 320"/>
                <a:gd name="T81" fmla="*/ 136 h 425"/>
                <a:gd name="T82" fmla="*/ 302 w 320"/>
                <a:gd name="T83" fmla="*/ 402 h 425"/>
                <a:gd name="T84" fmla="*/ 298 w 320"/>
                <a:gd name="T85" fmla="*/ 406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20" h="425">
                  <a:moveTo>
                    <a:pt x="320" y="127"/>
                  </a:moveTo>
                  <a:cubicBezTo>
                    <a:pt x="320" y="126"/>
                    <a:pt x="320" y="126"/>
                    <a:pt x="320" y="125"/>
                  </a:cubicBezTo>
                  <a:cubicBezTo>
                    <a:pt x="320" y="125"/>
                    <a:pt x="320" y="125"/>
                    <a:pt x="320" y="125"/>
                  </a:cubicBezTo>
                  <a:cubicBezTo>
                    <a:pt x="320" y="124"/>
                    <a:pt x="320" y="124"/>
                    <a:pt x="320" y="124"/>
                  </a:cubicBezTo>
                  <a:cubicBezTo>
                    <a:pt x="320" y="123"/>
                    <a:pt x="319" y="123"/>
                    <a:pt x="319" y="123"/>
                  </a:cubicBezTo>
                  <a:cubicBezTo>
                    <a:pt x="319" y="123"/>
                    <a:pt x="319" y="122"/>
                    <a:pt x="319" y="122"/>
                  </a:cubicBezTo>
                  <a:cubicBezTo>
                    <a:pt x="319" y="122"/>
                    <a:pt x="319" y="122"/>
                    <a:pt x="318" y="122"/>
                  </a:cubicBezTo>
                  <a:cubicBezTo>
                    <a:pt x="318" y="121"/>
                    <a:pt x="318" y="121"/>
                    <a:pt x="318" y="121"/>
                  </a:cubicBezTo>
                  <a:cubicBezTo>
                    <a:pt x="213" y="3"/>
                    <a:pt x="213" y="3"/>
                    <a:pt x="213" y="3"/>
                  </a:cubicBezTo>
                  <a:cubicBezTo>
                    <a:pt x="213" y="3"/>
                    <a:pt x="213" y="3"/>
                    <a:pt x="213" y="3"/>
                  </a:cubicBezTo>
                  <a:cubicBezTo>
                    <a:pt x="213" y="2"/>
                    <a:pt x="213" y="2"/>
                    <a:pt x="212" y="2"/>
                  </a:cubicBezTo>
                  <a:cubicBezTo>
                    <a:pt x="212" y="2"/>
                    <a:pt x="212" y="2"/>
                    <a:pt x="212" y="1"/>
                  </a:cubicBezTo>
                  <a:cubicBezTo>
                    <a:pt x="211" y="1"/>
                    <a:pt x="211" y="1"/>
                    <a:pt x="211" y="1"/>
                  </a:cubicBezTo>
                  <a:cubicBezTo>
                    <a:pt x="211" y="1"/>
                    <a:pt x="210" y="1"/>
                    <a:pt x="210" y="0"/>
                  </a:cubicBezTo>
                  <a:cubicBezTo>
                    <a:pt x="210" y="0"/>
                    <a:pt x="210" y="0"/>
                    <a:pt x="210" y="0"/>
                  </a:cubicBezTo>
                  <a:cubicBezTo>
                    <a:pt x="209" y="0"/>
                    <a:pt x="209" y="0"/>
                    <a:pt x="208" y="0"/>
                  </a:cubicBezTo>
                  <a:cubicBezTo>
                    <a:pt x="208" y="0"/>
                    <a:pt x="208" y="0"/>
                    <a:pt x="208" y="0"/>
                  </a:cubicBezTo>
                  <a:cubicBezTo>
                    <a:pt x="207" y="0"/>
                    <a:pt x="207" y="0"/>
                    <a:pt x="206" y="0"/>
                  </a:cubicBezTo>
                  <a:cubicBezTo>
                    <a:pt x="206" y="0"/>
                    <a:pt x="206" y="0"/>
                    <a:pt x="20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10" y="0"/>
                    <a:pt x="0" y="10"/>
                    <a:pt x="0" y="22"/>
                  </a:cubicBezTo>
                  <a:cubicBezTo>
                    <a:pt x="0" y="402"/>
                    <a:pt x="0" y="402"/>
                    <a:pt x="0" y="402"/>
                  </a:cubicBezTo>
                  <a:cubicBezTo>
                    <a:pt x="0" y="414"/>
                    <a:pt x="10" y="425"/>
                    <a:pt x="23" y="425"/>
                  </a:cubicBezTo>
                  <a:cubicBezTo>
                    <a:pt x="298" y="425"/>
                    <a:pt x="298" y="425"/>
                    <a:pt x="298" y="425"/>
                  </a:cubicBezTo>
                  <a:cubicBezTo>
                    <a:pt x="310" y="425"/>
                    <a:pt x="320" y="414"/>
                    <a:pt x="320" y="402"/>
                  </a:cubicBezTo>
                  <a:cubicBezTo>
                    <a:pt x="320" y="127"/>
                    <a:pt x="320" y="127"/>
                    <a:pt x="320" y="127"/>
                  </a:cubicBezTo>
                  <a:cubicBezTo>
                    <a:pt x="320" y="127"/>
                    <a:pt x="320" y="127"/>
                    <a:pt x="320" y="127"/>
                  </a:cubicBezTo>
                  <a:close/>
                  <a:moveTo>
                    <a:pt x="215" y="34"/>
                  </a:moveTo>
                  <a:cubicBezTo>
                    <a:pt x="290" y="118"/>
                    <a:pt x="290" y="118"/>
                    <a:pt x="290" y="118"/>
                  </a:cubicBezTo>
                  <a:cubicBezTo>
                    <a:pt x="219" y="118"/>
                    <a:pt x="219" y="118"/>
                    <a:pt x="219" y="118"/>
                  </a:cubicBezTo>
                  <a:cubicBezTo>
                    <a:pt x="218" y="117"/>
                    <a:pt x="215" y="114"/>
                    <a:pt x="215" y="111"/>
                  </a:cubicBezTo>
                  <a:lnTo>
                    <a:pt x="215" y="34"/>
                  </a:lnTo>
                  <a:close/>
                  <a:moveTo>
                    <a:pt x="298" y="406"/>
                  </a:moveTo>
                  <a:cubicBezTo>
                    <a:pt x="23" y="406"/>
                    <a:pt x="23" y="406"/>
                    <a:pt x="23" y="406"/>
                  </a:cubicBezTo>
                  <a:cubicBezTo>
                    <a:pt x="20" y="406"/>
                    <a:pt x="19" y="404"/>
                    <a:pt x="19" y="402"/>
                  </a:cubicBezTo>
                  <a:cubicBezTo>
                    <a:pt x="19" y="22"/>
                    <a:pt x="19" y="22"/>
                    <a:pt x="19" y="22"/>
                  </a:cubicBezTo>
                  <a:cubicBezTo>
                    <a:pt x="19" y="20"/>
                    <a:pt x="21" y="18"/>
                    <a:pt x="23" y="18"/>
                  </a:cubicBezTo>
                  <a:cubicBezTo>
                    <a:pt x="197" y="18"/>
                    <a:pt x="197" y="18"/>
                    <a:pt x="197" y="18"/>
                  </a:cubicBezTo>
                  <a:cubicBezTo>
                    <a:pt x="197" y="111"/>
                    <a:pt x="197" y="111"/>
                    <a:pt x="197" y="111"/>
                  </a:cubicBezTo>
                  <a:cubicBezTo>
                    <a:pt x="197" y="123"/>
                    <a:pt x="206" y="136"/>
                    <a:pt x="219" y="136"/>
                  </a:cubicBezTo>
                  <a:cubicBezTo>
                    <a:pt x="302" y="136"/>
                    <a:pt x="302" y="136"/>
                    <a:pt x="302" y="136"/>
                  </a:cubicBezTo>
                  <a:cubicBezTo>
                    <a:pt x="302" y="402"/>
                    <a:pt x="302" y="402"/>
                    <a:pt x="302" y="402"/>
                  </a:cubicBezTo>
                  <a:cubicBezTo>
                    <a:pt x="302" y="404"/>
                    <a:pt x="300" y="406"/>
                    <a:pt x="298" y="406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5" name="Freeform 20"/>
            <p:cNvSpPr>
              <a:spLocks/>
            </p:cNvSpPr>
            <p:nvPr/>
          </p:nvSpPr>
          <p:spPr bwMode="auto">
            <a:xfrm>
              <a:off x="4772026" y="1173163"/>
              <a:ext cx="188913" cy="19050"/>
            </a:xfrm>
            <a:custGeom>
              <a:avLst/>
              <a:gdLst>
                <a:gd name="T0" fmla="*/ 179 w 189"/>
                <a:gd name="T1" fmla="*/ 0 h 19"/>
                <a:gd name="T2" fmla="*/ 9 w 189"/>
                <a:gd name="T3" fmla="*/ 0 h 19"/>
                <a:gd name="T4" fmla="*/ 0 w 189"/>
                <a:gd name="T5" fmla="*/ 9 h 19"/>
                <a:gd name="T6" fmla="*/ 9 w 189"/>
                <a:gd name="T7" fmla="*/ 19 h 19"/>
                <a:gd name="T8" fmla="*/ 179 w 189"/>
                <a:gd name="T9" fmla="*/ 19 h 19"/>
                <a:gd name="T10" fmla="*/ 189 w 189"/>
                <a:gd name="T11" fmla="*/ 9 h 19"/>
                <a:gd name="T12" fmla="*/ 179 w 189"/>
                <a:gd name="T1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9" h="19">
                  <a:moveTo>
                    <a:pt x="179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5"/>
                    <a:pt x="4" y="19"/>
                    <a:pt x="9" y="19"/>
                  </a:cubicBezTo>
                  <a:cubicBezTo>
                    <a:pt x="179" y="19"/>
                    <a:pt x="179" y="19"/>
                    <a:pt x="179" y="19"/>
                  </a:cubicBezTo>
                  <a:cubicBezTo>
                    <a:pt x="185" y="19"/>
                    <a:pt x="189" y="15"/>
                    <a:pt x="189" y="9"/>
                  </a:cubicBezTo>
                  <a:cubicBezTo>
                    <a:pt x="189" y="4"/>
                    <a:pt x="185" y="0"/>
                    <a:pt x="17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6" name="Freeform 21"/>
            <p:cNvSpPr>
              <a:spLocks/>
            </p:cNvSpPr>
            <p:nvPr/>
          </p:nvSpPr>
          <p:spPr bwMode="auto">
            <a:xfrm>
              <a:off x="4772026" y="1225551"/>
              <a:ext cx="188913" cy="19050"/>
            </a:xfrm>
            <a:custGeom>
              <a:avLst/>
              <a:gdLst>
                <a:gd name="T0" fmla="*/ 179 w 189"/>
                <a:gd name="T1" fmla="*/ 0 h 19"/>
                <a:gd name="T2" fmla="*/ 9 w 189"/>
                <a:gd name="T3" fmla="*/ 0 h 19"/>
                <a:gd name="T4" fmla="*/ 0 w 189"/>
                <a:gd name="T5" fmla="*/ 10 h 19"/>
                <a:gd name="T6" fmla="*/ 9 w 189"/>
                <a:gd name="T7" fmla="*/ 19 h 19"/>
                <a:gd name="T8" fmla="*/ 179 w 189"/>
                <a:gd name="T9" fmla="*/ 19 h 19"/>
                <a:gd name="T10" fmla="*/ 189 w 189"/>
                <a:gd name="T11" fmla="*/ 10 h 19"/>
                <a:gd name="T12" fmla="*/ 179 w 189"/>
                <a:gd name="T1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9" h="19">
                  <a:moveTo>
                    <a:pt x="179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15"/>
                    <a:pt x="4" y="19"/>
                    <a:pt x="9" y="19"/>
                  </a:cubicBezTo>
                  <a:cubicBezTo>
                    <a:pt x="179" y="19"/>
                    <a:pt x="179" y="19"/>
                    <a:pt x="179" y="19"/>
                  </a:cubicBezTo>
                  <a:cubicBezTo>
                    <a:pt x="185" y="19"/>
                    <a:pt x="189" y="15"/>
                    <a:pt x="189" y="10"/>
                  </a:cubicBezTo>
                  <a:cubicBezTo>
                    <a:pt x="189" y="5"/>
                    <a:pt x="185" y="0"/>
                    <a:pt x="17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7" name="Freeform 22"/>
            <p:cNvSpPr>
              <a:spLocks/>
            </p:cNvSpPr>
            <p:nvPr/>
          </p:nvSpPr>
          <p:spPr bwMode="auto">
            <a:xfrm>
              <a:off x="4772026" y="1122363"/>
              <a:ext cx="96838" cy="17463"/>
            </a:xfrm>
            <a:custGeom>
              <a:avLst/>
              <a:gdLst>
                <a:gd name="T0" fmla="*/ 9 w 97"/>
                <a:gd name="T1" fmla="*/ 18 h 18"/>
                <a:gd name="T2" fmla="*/ 88 w 97"/>
                <a:gd name="T3" fmla="*/ 18 h 18"/>
                <a:gd name="T4" fmla="*/ 97 w 97"/>
                <a:gd name="T5" fmla="*/ 9 h 18"/>
                <a:gd name="T6" fmla="*/ 88 w 97"/>
                <a:gd name="T7" fmla="*/ 0 h 18"/>
                <a:gd name="T8" fmla="*/ 9 w 97"/>
                <a:gd name="T9" fmla="*/ 0 h 18"/>
                <a:gd name="T10" fmla="*/ 0 w 97"/>
                <a:gd name="T11" fmla="*/ 9 h 18"/>
                <a:gd name="T12" fmla="*/ 9 w 97"/>
                <a:gd name="T13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7" h="18">
                  <a:moveTo>
                    <a:pt x="9" y="18"/>
                  </a:moveTo>
                  <a:cubicBezTo>
                    <a:pt x="88" y="18"/>
                    <a:pt x="88" y="18"/>
                    <a:pt x="88" y="18"/>
                  </a:cubicBezTo>
                  <a:cubicBezTo>
                    <a:pt x="93" y="18"/>
                    <a:pt x="97" y="14"/>
                    <a:pt x="97" y="9"/>
                  </a:cubicBezTo>
                  <a:cubicBezTo>
                    <a:pt x="97" y="4"/>
                    <a:pt x="93" y="0"/>
                    <a:pt x="88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4"/>
                    <a:pt x="4" y="18"/>
                    <a:pt x="9" y="1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8" name="Freeform 23"/>
            <p:cNvSpPr>
              <a:spLocks/>
            </p:cNvSpPr>
            <p:nvPr/>
          </p:nvSpPr>
          <p:spPr bwMode="auto">
            <a:xfrm>
              <a:off x="4772026" y="1277938"/>
              <a:ext cx="188913" cy="19050"/>
            </a:xfrm>
            <a:custGeom>
              <a:avLst/>
              <a:gdLst>
                <a:gd name="T0" fmla="*/ 179 w 189"/>
                <a:gd name="T1" fmla="*/ 0 h 19"/>
                <a:gd name="T2" fmla="*/ 9 w 189"/>
                <a:gd name="T3" fmla="*/ 0 h 19"/>
                <a:gd name="T4" fmla="*/ 0 w 189"/>
                <a:gd name="T5" fmla="*/ 9 h 19"/>
                <a:gd name="T6" fmla="*/ 9 w 189"/>
                <a:gd name="T7" fmla="*/ 19 h 19"/>
                <a:gd name="T8" fmla="*/ 179 w 189"/>
                <a:gd name="T9" fmla="*/ 19 h 19"/>
                <a:gd name="T10" fmla="*/ 189 w 189"/>
                <a:gd name="T11" fmla="*/ 9 h 19"/>
                <a:gd name="T12" fmla="*/ 179 w 189"/>
                <a:gd name="T1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9" h="19">
                  <a:moveTo>
                    <a:pt x="179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4"/>
                    <a:pt x="4" y="19"/>
                    <a:pt x="9" y="19"/>
                  </a:cubicBezTo>
                  <a:cubicBezTo>
                    <a:pt x="179" y="19"/>
                    <a:pt x="179" y="19"/>
                    <a:pt x="179" y="19"/>
                  </a:cubicBezTo>
                  <a:cubicBezTo>
                    <a:pt x="185" y="19"/>
                    <a:pt x="189" y="14"/>
                    <a:pt x="189" y="9"/>
                  </a:cubicBezTo>
                  <a:cubicBezTo>
                    <a:pt x="189" y="4"/>
                    <a:pt x="185" y="0"/>
                    <a:pt x="17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9" name="Freeform 24"/>
            <p:cNvSpPr>
              <a:spLocks/>
            </p:cNvSpPr>
            <p:nvPr/>
          </p:nvSpPr>
          <p:spPr bwMode="auto">
            <a:xfrm>
              <a:off x="4772026" y="1330326"/>
              <a:ext cx="188913" cy="19050"/>
            </a:xfrm>
            <a:custGeom>
              <a:avLst/>
              <a:gdLst>
                <a:gd name="T0" fmla="*/ 179 w 189"/>
                <a:gd name="T1" fmla="*/ 0 h 19"/>
                <a:gd name="T2" fmla="*/ 9 w 189"/>
                <a:gd name="T3" fmla="*/ 0 h 19"/>
                <a:gd name="T4" fmla="*/ 0 w 189"/>
                <a:gd name="T5" fmla="*/ 10 h 19"/>
                <a:gd name="T6" fmla="*/ 9 w 189"/>
                <a:gd name="T7" fmla="*/ 19 h 19"/>
                <a:gd name="T8" fmla="*/ 179 w 189"/>
                <a:gd name="T9" fmla="*/ 19 h 19"/>
                <a:gd name="T10" fmla="*/ 189 w 189"/>
                <a:gd name="T11" fmla="*/ 10 h 19"/>
                <a:gd name="T12" fmla="*/ 179 w 189"/>
                <a:gd name="T1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9" h="19">
                  <a:moveTo>
                    <a:pt x="179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15"/>
                    <a:pt x="4" y="19"/>
                    <a:pt x="9" y="19"/>
                  </a:cubicBezTo>
                  <a:cubicBezTo>
                    <a:pt x="179" y="19"/>
                    <a:pt x="179" y="19"/>
                    <a:pt x="179" y="19"/>
                  </a:cubicBezTo>
                  <a:cubicBezTo>
                    <a:pt x="185" y="19"/>
                    <a:pt x="189" y="15"/>
                    <a:pt x="189" y="10"/>
                  </a:cubicBezTo>
                  <a:cubicBezTo>
                    <a:pt x="189" y="4"/>
                    <a:pt x="185" y="0"/>
                    <a:pt x="17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70" name="Group 269"/>
          <p:cNvGrpSpPr/>
          <p:nvPr/>
        </p:nvGrpSpPr>
        <p:grpSpPr>
          <a:xfrm>
            <a:off x="7440085" y="1339852"/>
            <a:ext cx="599016" cy="563033"/>
            <a:chOff x="5580064" y="1004888"/>
            <a:chExt cx="449262" cy="422275"/>
          </a:xfrm>
          <a:solidFill>
            <a:schemeClr val="tx2"/>
          </a:solidFill>
        </p:grpSpPr>
        <p:sp>
          <p:nvSpPr>
            <p:cNvPr id="60" name="Freeform 25"/>
            <p:cNvSpPr>
              <a:spLocks noEditPoints="1"/>
            </p:cNvSpPr>
            <p:nvPr/>
          </p:nvSpPr>
          <p:spPr bwMode="auto">
            <a:xfrm>
              <a:off x="5580064" y="1004888"/>
              <a:ext cx="280988" cy="369888"/>
            </a:xfrm>
            <a:custGeom>
              <a:avLst/>
              <a:gdLst>
                <a:gd name="T0" fmla="*/ 281 w 281"/>
                <a:gd name="T1" fmla="*/ 350 h 372"/>
                <a:gd name="T2" fmla="*/ 281 w 281"/>
                <a:gd name="T3" fmla="*/ 101 h 372"/>
                <a:gd name="T4" fmla="*/ 281 w 281"/>
                <a:gd name="T5" fmla="*/ 101 h 372"/>
                <a:gd name="T6" fmla="*/ 281 w 281"/>
                <a:gd name="T7" fmla="*/ 99 h 372"/>
                <a:gd name="T8" fmla="*/ 281 w 281"/>
                <a:gd name="T9" fmla="*/ 99 h 372"/>
                <a:gd name="T10" fmla="*/ 280 w 281"/>
                <a:gd name="T11" fmla="*/ 97 h 372"/>
                <a:gd name="T12" fmla="*/ 280 w 281"/>
                <a:gd name="T13" fmla="*/ 97 h 372"/>
                <a:gd name="T14" fmla="*/ 279 w 281"/>
                <a:gd name="T15" fmla="*/ 96 h 372"/>
                <a:gd name="T16" fmla="*/ 279 w 281"/>
                <a:gd name="T17" fmla="*/ 95 h 372"/>
                <a:gd name="T18" fmla="*/ 278 w 281"/>
                <a:gd name="T19" fmla="*/ 94 h 372"/>
                <a:gd name="T20" fmla="*/ 186 w 281"/>
                <a:gd name="T21" fmla="*/ 2 h 372"/>
                <a:gd name="T22" fmla="*/ 185 w 281"/>
                <a:gd name="T23" fmla="*/ 1 h 372"/>
                <a:gd name="T24" fmla="*/ 185 w 281"/>
                <a:gd name="T25" fmla="*/ 1 h 372"/>
                <a:gd name="T26" fmla="*/ 184 w 281"/>
                <a:gd name="T27" fmla="*/ 1 h 372"/>
                <a:gd name="T28" fmla="*/ 183 w 281"/>
                <a:gd name="T29" fmla="*/ 0 h 372"/>
                <a:gd name="T30" fmla="*/ 182 w 281"/>
                <a:gd name="T31" fmla="*/ 0 h 372"/>
                <a:gd name="T32" fmla="*/ 182 w 281"/>
                <a:gd name="T33" fmla="*/ 0 h 372"/>
                <a:gd name="T34" fmla="*/ 180 w 281"/>
                <a:gd name="T35" fmla="*/ 0 h 372"/>
                <a:gd name="T36" fmla="*/ 180 w 281"/>
                <a:gd name="T37" fmla="*/ 0 h 372"/>
                <a:gd name="T38" fmla="*/ 23 w 281"/>
                <a:gd name="T39" fmla="*/ 0 h 372"/>
                <a:gd name="T40" fmla="*/ 0 w 281"/>
                <a:gd name="T41" fmla="*/ 22 h 372"/>
                <a:gd name="T42" fmla="*/ 0 w 281"/>
                <a:gd name="T43" fmla="*/ 350 h 372"/>
                <a:gd name="T44" fmla="*/ 23 w 281"/>
                <a:gd name="T45" fmla="*/ 372 h 372"/>
                <a:gd name="T46" fmla="*/ 258 w 281"/>
                <a:gd name="T47" fmla="*/ 372 h 372"/>
                <a:gd name="T48" fmla="*/ 281 w 281"/>
                <a:gd name="T49" fmla="*/ 350 h 372"/>
                <a:gd name="T50" fmla="*/ 189 w 281"/>
                <a:gd name="T51" fmla="*/ 32 h 372"/>
                <a:gd name="T52" fmla="*/ 249 w 281"/>
                <a:gd name="T53" fmla="*/ 91 h 372"/>
                <a:gd name="T54" fmla="*/ 193 w 281"/>
                <a:gd name="T55" fmla="*/ 91 h 372"/>
                <a:gd name="T56" fmla="*/ 189 w 281"/>
                <a:gd name="T57" fmla="*/ 88 h 372"/>
                <a:gd name="T58" fmla="*/ 189 w 281"/>
                <a:gd name="T59" fmla="*/ 32 h 372"/>
                <a:gd name="T60" fmla="*/ 19 w 281"/>
                <a:gd name="T61" fmla="*/ 350 h 372"/>
                <a:gd name="T62" fmla="*/ 19 w 281"/>
                <a:gd name="T63" fmla="*/ 22 h 372"/>
                <a:gd name="T64" fmla="*/ 23 w 281"/>
                <a:gd name="T65" fmla="*/ 18 h 372"/>
                <a:gd name="T66" fmla="*/ 170 w 281"/>
                <a:gd name="T67" fmla="*/ 18 h 372"/>
                <a:gd name="T68" fmla="*/ 170 w 281"/>
                <a:gd name="T69" fmla="*/ 88 h 372"/>
                <a:gd name="T70" fmla="*/ 193 w 281"/>
                <a:gd name="T71" fmla="*/ 110 h 372"/>
                <a:gd name="T72" fmla="*/ 262 w 281"/>
                <a:gd name="T73" fmla="*/ 110 h 372"/>
                <a:gd name="T74" fmla="*/ 262 w 281"/>
                <a:gd name="T75" fmla="*/ 350 h 372"/>
                <a:gd name="T76" fmla="*/ 258 w 281"/>
                <a:gd name="T77" fmla="*/ 353 h 372"/>
                <a:gd name="T78" fmla="*/ 23 w 281"/>
                <a:gd name="T79" fmla="*/ 353 h 372"/>
                <a:gd name="T80" fmla="*/ 19 w 281"/>
                <a:gd name="T81" fmla="*/ 350 h 3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81" h="372">
                  <a:moveTo>
                    <a:pt x="281" y="350"/>
                  </a:moveTo>
                  <a:cubicBezTo>
                    <a:pt x="281" y="101"/>
                    <a:pt x="281" y="101"/>
                    <a:pt x="281" y="101"/>
                  </a:cubicBezTo>
                  <a:cubicBezTo>
                    <a:pt x="281" y="101"/>
                    <a:pt x="281" y="101"/>
                    <a:pt x="281" y="101"/>
                  </a:cubicBezTo>
                  <a:cubicBezTo>
                    <a:pt x="281" y="100"/>
                    <a:pt x="281" y="99"/>
                    <a:pt x="281" y="99"/>
                  </a:cubicBezTo>
                  <a:cubicBezTo>
                    <a:pt x="281" y="99"/>
                    <a:pt x="281" y="99"/>
                    <a:pt x="281" y="99"/>
                  </a:cubicBezTo>
                  <a:cubicBezTo>
                    <a:pt x="280" y="98"/>
                    <a:pt x="280" y="98"/>
                    <a:pt x="280" y="97"/>
                  </a:cubicBezTo>
                  <a:cubicBezTo>
                    <a:pt x="280" y="97"/>
                    <a:pt x="280" y="97"/>
                    <a:pt x="280" y="97"/>
                  </a:cubicBezTo>
                  <a:cubicBezTo>
                    <a:pt x="280" y="96"/>
                    <a:pt x="280" y="96"/>
                    <a:pt x="279" y="96"/>
                  </a:cubicBezTo>
                  <a:cubicBezTo>
                    <a:pt x="279" y="96"/>
                    <a:pt x="279" y="95"/>
                    <a:pt x="279" y="95"/>
                  </a:cubicBezTo>
                  <a:cubicBezTo>
                    <a:pt x="279" y="95"/>
                    <a:pt x="278" y="94"/>
                    <a:pt x="278" y="94"/>
                  </a:cubicBezTo>
                  <a:cubicBezTo>
                    <a:pt x="186" y="2"/>
                    <a:pt x="186" y="2"/>
                    <a:pt x="186" y="2"/>
                  </a:cubicBezTo>
                  <a:cubicBezTo>
                    <a:pt x="186" y="2"/>
                    <a:pt x="185" y="2"/>
                    <a:pt x="185" y="1"/>
                  </a:cubicBezTo>
                  <a:cubicBezTo>
                    <a:pt x="185" y="1"/>
                    <a:pt x="185" y="1"/>
                    <a:pt x="185" y="1"/>
                  </a:cubicBezTo>
                  <a:cubicBezTo>
                    <a:pt x="184" y="1"/>
                    <a:pt x="184" y="1"/>
                    <a:pt x="184" y="1"/>
                  </a:cubicBezTo>
                  <a:cubicBezTo>
                    <a:pt x="183" y="0"/>
                    <a:pt x="183" y="0"/>
                    <a:pt x="183" y="0"/>
                  </a:cubicBezTo>
                  <a:cubicBezTo>
                    <a:pt x="183" y="0"/>
                    <a:pt x="182" y="0"/>
                    <a:pt x="182" y="0"/>
                  </a:cubicBezTo>
                  <a:cubicBezTo>
                    <a:pt x="182" y="0"/>
                    <a:pt x="182" y="0"/>
                    <a:pt x="182" y="0"/>
                  </a:cubicBezTo>
                  <a:cubicBezTo>
                    <a:pt x="181" y="0"/>
                    <a:pt x="180" y="0"/>
                    <a:pt x="180" y="0"/>
                  </a:cubicBezTo>
                  <a:cubicBezTo>
                    <a:pt x="180" y="0"/>
                    <a:pt x="180" y="0"/>
                    <a:pt x="180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10" y="0"/>
                    <a:pt x="0" y="10"/>
                    <a:pt x="0" y="22"/>
                  </a:cubicBezTo>
                  <a:cubicBezTo>
                    <a:pt x="0" y="350"/>
                    <a:pt x="0" y="350"/>
                    <a:pt x="0" y="350"/>
                  </a:cubicBezTo>
                  <a:cubicBezTo>
                    <a:pt x="0" y="362"/>
                    <a:pt x="10" y="372"/>
                    <a:pt x="23" y="372"/>
                  </a:cubicBezTo>
                  <a:cubicBezTo>
                    <a:pt x="258" y="372"/>
                    <a:pt x="258" y="372"/>
                    <a:pt x="258" y="372"/>
                  </a:cubicBezTo>
                  <a:cubicBezTo>
                    <a:pt x="271" y="372"/>
                    <a:pt x="281" y="362"/>
                    <a:pt x="281" y="350"/>
                  </a:cubicBezTo>
                  <a:close/>
                  <a:moveTo>
                    <a:pt x="189" y="32"/>
                  </a:moveTo>
                  <a:cubicBezTo>
                    <a:pt x="249" y="91"/>
                    <a:pt x="249" y="91"/>
                    <a:pt x="249" y="91"/>
                  </a:cubicBezTo>
                  <a:cubicBezTo>
                    <a:pt x="193" y="91"/>
                    <a:pt x="193" y="91"/>
                    <a:pt x="193" y="91"/>
                  </a:cubicBezTo>
                  <a:cubicBezTo>
                    <a:pt x="191" y="91"/>
                    <a:pt x="189" y="90"/>
                    <a:pt x="189" y="88"/>
                  </a:cubicBezTo>
                  <a:lnTo>
                    <a:pt x="189" y="32"/>
                  </a:lnTo>
                  <a:close/>
                  <a:moveTo>
                    <a:pt x="19" y="350"/>
                  </a:moveTo>
                  <a:cubicBezTo>
                    <a:pt x="19" y="22"/>
                    <a:pt x="19" y="22"/>
                    <a:pt x="19" y="22"/>
                  </a:cubicBezTo>
                  <a:cubicBezTo>
                    <a:pt x="19" y="20"/>
                    <a:pt x="20" y="18"/>
                    <a:pt x="23" y="18"/>
                  </a:cubicBezTo>
                  <a:cubicBezTo>
                    <a:pt x="170" y="18"/>
                    <a:pt x="170" y="18"/>
                    <a:pt x="170" y="18"/>
                  </a:cubicBezTo>
                  <a:cubicBezTo>
                    <a:pt x="170" y="88"/>
                    <a:pt x="170" y="88"/>
                    <a:pt x="170" y="88"/>
                  </a:cubicBezTo>
                  <a:cubicBezTo>
                    <a:pt x="170" y="100"/>
                    <a:pt x="180" y="110"/>
                    <a:pt x="193" y="110"/>
                  </a:cubicBezTo>
                  <a:cubicBezTo>
                    <a:pt x="262" y="110"/>
                    <a:pt x="262" y="110"/>
                    <a:pt x="262" y="110"/>
                  </a:cubicBezTo>
                  <a:cubicBezTo>
                    <a:pt x="262" y="350"/>
                    <a:pt x="262" y="350"/>
                    <a:pt x="262" y="350"/>
                  </a:cubicBezTo>
                  <a:cubicBezTo>
                    <a:pt x="262" y="352"/>
                    <a:pt x="260" y="353"/>
                    <a:pt x="258" y="353"/>
                  </a:cubicBezTo>
                  <a:cubicBezTo>
                    <a:pt x="23" y="353"/>
                    <a:pt x="23" y="353"/>
                    <a:pt x="23" y="353"/>
                  </a:cubicBezTo>
                  <a:cubicBezTo>
                    <a:pt x="20" y="353"/>
                    <a:pt x="19" y="352"/>
                    <a:pt x="19" y="35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1" name="Freeform 26"/>
            <p:cNvSpPr>
              <a:spLocks/>
            </p:cNvSpPr>
            <p:nvPr/>
          </p:nvSpPr>
          <p:spPr bwMode="auto">
            <a:xfrm>
              <a:off x="5632451" y="1147763"/>
              <a:ext cx="174625" cy="17463"/>
            </a:xfrm>
            <a:custGeom>
              <a:avLst/>
              <a:gdLst>
                <a:gd name="T0" fmla="*/ 167 w 176"/>
                <a:gd name="T1" fmla="*/ 0 h 18"/>
                <a:gd name="T2" fmla="*/ 10 w 176"/>
                <a:gd name="T3" fmla="*/ 0 h 18"/>
                <a:gd name="T4" fmla="*/ 0 w 176"/>
                <a:gd name="T5" fmla="*/ 9 h 18"/>
                <a:gd name="T6" fmla="*/ 10 w 176"/>
                <a:gd name="T7" fmla="*/ 18 h 18"/>
                <a:gd name="T8" fmla="*/ 167 w 176"/>
                <a:gd name="T9" fmla="*/ 18 h 18"/>
                <a:gd name="T10" fmla="*/ 176 w 176"/>
                <a:gd name="T11" fmla="*/ 9 h 18"/>
                <a:gd name="T12" fmla="*/ 167 w 176"/>
                <a:gd name="T13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6" h="18">
                  <a:moveTo>
                    <a:pt x="167" y="0"/>
                  </a:moveTo>
                  <a:cubicBezTo>
                    <a:pt x="10" y="0"/>
                    <a:pt x="10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4"/>
                    <a:pt x="5" y="18"/>
                    <a:pt x="10" y="18"/>
                  </a:cubicBezTo>
                  <a:cubicBezTo>
                    <a:pt x="167" y="18"/>
                    <a:pt x="167" y="18"/>
                    <a:pt x="167" y="18"/>
                  </a:cubicBezTo>
                  <a:cubicBezTo>
                    <a:pt x="172" y="18"/>
                    <a:pt x="176" y="14"/>
                    <a:pt x="176" y="9"/>
                  </a:cubicBezTo>
                  <a:cubicBezTo>
                    <a:pt x="176" y="4"/>
                    <a:pt x="172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2" name="Freeform 27"/>
            <p:cNvSpPr>
              <a:spLocks/>
            </p:cNvSpPr>
            <p:nvPr/>
          </p:nvSpPr>
          <p:spPr bwMode="auto">
            <a:xfrm>
              <a:off x="5632451" y="1200151"/>
              <a:ext cx="174625" cy="17463"/>
            </a:xfrm>
            <a:custGeom>
              <a:avLst/>
              <a:gdLst>
                <a:gd name="T0" fmla="*/ 167 w 176"/>
                <a:gd name="T1" fmla="*/ 0 h 19"/>
                <a:gd name="T2" fmla="*/ 10 w 176"/>
                <a:gd name="T3" fmla="*/ 0 h 19"/>
                <a:gd name="T4" fmla="*/ 0 w 176"/>
                <a:gd name="T5" fmla="*/ 10 h 19"/>
                <a:gd name="T6" fmla="*/ 10 w 176"/>
                <a:gd name="T7" fmla="*/ 19 h 19"/>
                <a:gd name="T8" fmla="*/ 167 w 176"/>
                <a:gd name="T9" fmla="*/ 19 h 19"/>
                <a:gd name="T10" fmla="*/ 176 w 176"/>
                <a:gd name="T11" fmla="*/ 10 h 19"/>
                <a:gd name="T12" fmla="*/ 167 w 176"/>
                <a:gd name="T1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6" h="19">
                  <a:moveTo>
                    <a:pt x="167" y="0"/>
                  </a:moveTo>
                  <a:cubicBezTo>
                    <a:pt x="10" y="0"/>
                    <a:pt x="10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15"/>
                    <a:pt x="5" y="19"/>
                    <a:pt x="10" y="19"/>
                  </a:cubicBezTo>
                  <a:cubicBezTo>
                    <a:pt x="167" y="19"/>
                    <a:pt x="167" y="19"/>
                    <a:pt x="167" y="19"/>
                  </a:cubicBezTo>
                  <a:cubicBezTo>
                    <a:pt x="172" y="19"/>
                    <a:pt x="176" y="15"/>
                    <a:pt x="176" y="10"/>
                  </a:cubicBezTo>
                  <a:cubicBezTo>
                    <a:pt x="176" y="4"/>
                    <a:pt x="172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3" name="Freeform 28"/>
            <p:cNvSpPr>
              <a:spLocks/>
            </p:cNvSpPr>
            <p:nvPr/>
          </p:nvSpPr>
          <p:spPr bwMode="auto">
            <a:xfrm>
              <a:off x="5632451" y="1095376"/>
              <a:ext cx="84138" cy="19050"/>
            </a:xfrm>
            <a:custGeom>
              <a:avLst/>
              <a:gdLst>
                <a:gd name="T0" fmla="*/ 10 w 85"/>
                <a:gd name="T1" fmla="*/ 19 h 19"/>
                <a:gd name="T2" fmla="*/ 75 w 85"/>
                <a:gd name="T3" fmla="*/ 19 h 19"/>
                <a:gd name="T4" fmla="*/ 85 w 85"/>
                <a:gd name="T5" fmla="*/ 10 h 19"/>
                <a:gd name="T6" fmla="*/ 75 w 85"/>
                <a:gd name="T7" fmla="*/ 0 h 19"/>
                <a:gd name="T8" fmla="*/ 10 w 85"/>
                <a:gd name="T9" fmla="*/ 0 h 19"/>
                <a:gd name="T10" fmla="*/ 0 w 85"/>
                <a:gd name="T11" fmla="*/ 10 h 19"/>
                <a:gd name="T12" fmla="*/ 10 w 85"/>
                <a:gd name="T13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5" h="19">
                  <a:moveTo>
                    <a:pt x="10" y="19"/>
                  </a:moveTo>
                  <a:cubicBezTo>
                    <a:pt x="75" y="19"/>
                    <a:pt x="75" y="19"/>
                    <a:pt x="75" y="19"/>
                  </a:cubicBezTo>
                  <a:cubicBezTo>
                    <a:pt x="80" y="19"/>
                    <a:pt x="85" y="15"/>
                    <a:pt x="85" y="10"/>
                  </a:cubicBezTo>
                  <a:cubicBezTo>
                    <a:pt x="85" y="5"/>
                    <a:pt x="80" y="0"/>
                    <a:pt x="75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5" y="0"/>
                    <a:pt x="0" y="5"/>
                    <a:pt x="0" y="10"/>
                  </a:cubicBezTo>
                  <a:cubicBezTo>
                    <a:pt x="0" y="15"/>
                    <a:pt x="5" y="19"/>
                    <a:pt x="10" y="19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4" name="Freeform 29"/>
            <p:cNvSpPr>
              <a:spLocks/>
            </p:cNvSpPr>
            <p:nvPr/>
          </p:nvSpPr>
          <p:spPr bwMode="auto">
            <a:xfrm>
              <a:off x="5632451" y="1252538"/>
              <a:ext cx="174625" cy="17463"/>
            </a:xfrm>
            <a:custGeom>
              <a:avLst/>
              <a:gdLst>
                <a:gd name="T0" fmla="*/ 167 w 176"/>
                <a:gd name="T1" fmla="*/ 0 h 18"/>
                <a:gd name="T2" fmla="*/ 10 w 176"/>
                <a:gd name="T3" fmla="*/ 0 h 18"/>
                <a:gd name="T4" fmla="*/ 0 w 176"/>
                <a:gd name="T5" fmla="*/ 9 h 18"/>
                <a:gd name="T6" fmla="*/ 10 w 176"/>
                <a:gd name="T7" fmla="*/ 18 h 18"/>
                <a:gd name="T8" fmla="*/ 167 w 176"/>
                <a:gd name="T9" fmla="*/ 18 h 18"/>
                <a:gd name="T10" fmla="*/ 176 w 176"/>
                <a:gd name="T11" fmla="*/ 9 h 18"/>
                <a:gd name="T12" fmla="*/ 167 w 176"/>
                <a:gd name="T13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6" h="18">
                  <a:moveTo>
                    <a:pt x="167" y="0"/>
                  </a:moveTo>
                  <a:cubicBezTo>
                    <a:pt x="10" y="0"/>
                    <a:pt x="10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4"/>
                    <a:pt x="5" y="18"/>
                    <a:pt x="10" y="18"/>
                  </a:cubicBezTo>
                  <a:cubicBezTo>
                    <a:pt x="167" y="18"/>
                    <a:pt x="167" y="18"/>
                    <a:pt x="167" y="18"/>
                  </a:cubicBezTo>
                  <a:cubicBezTo>
                    <a:pt x="172" y="18"/>
                    <a:pt x="176" y="14"/>
                    <a:pt x="176" y="9"/>
                  </a:cubicBezTo>
                  <a:cubicBezTo>
                    <a:pt x="176" y="4"/>
                    <a:pt x="172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5" name="Freeform 30"/>
            <p:cNvSpPr>
              <a:spLocks/>
            </p:cNvSpPr>
            <p:nvPr/>
          </p:nvSpPr>
          <p:spPr bwMode="auto">
            <a:xfrm>
              <a:off x="5632451" y="1303338"/>
              <a:ext cx="174625" cy="19050"/>
            </a:xfrm>
            <a:custGeom>
              <a:avLst/>
              <a:gdLst>
                <a:gd name="T0" fmla="*/ 167 w 176"/>
                <a:gd name="T1" fmla="*/ 0 h 19"/>
                <a:gd name="T2" fmla="*/ 10 w 176"/>
                <a:gd name="T3" fmla="*/ 0 h 19"/>
                <a:gd name="T4" fmla="*/ 0 w 176"/>
                <a:gd name="T5" fmla="*/ 9 h 19"/>
                <a:gd name="T6" fmla="*/ 10 w 176"/>
                <a:gd name="T7" fmla="*/ 19 h 19"/>
                <a:gd name="T8" fmla="*/ 167 w 176"/>
                <a:gd name="T9" fmla="*/ 19 h 19"/>
                <a:gd name="T10" fmla="*/ 176 w 176"/>
                <a:gd name="T11" fmla="*/ 9 h 19"/>
                <a:gd name="T12" fmla="*/ 167 w 176"/>
                <a:gd name="T1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6" h="19">
                  <a:moveTo>
                    <a:pt x="167" y="0"/>
                  </a:moveTo>
                  <a:cubicBezTo>
                    <a:pt x="10" y="0"/>
                    <a:pt x="10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5"/>
                    <a:pt x="5" y="19"/>
                    <a:pt x="10" y="19"/>
                  </a:cubicBezTo>
                  <a:cubicBezTo>
                    <a:pt x="167" y="19"/>
                    <a:pt x="167" y="19"/>
                    <a:pt x="167" y="19"/>
                  </a:cubicBezTo>
                  <a:cubicBezTo>
                    <a:pt x="172" y="19"/>
                    <a:pt x="176" y="15"/>
                    <a:pt x="176" y="9"/>
                  </a:cubicBezTo>
                  <a:cubicBezTo>
                    <a:pt x="176" y="4"/>
                    <a:pt x="172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6" name="Freeform 31"/>
            <p:cNvSpPr>
              <a:spLocks noEditPoints="1"/>
            </p:cNvSpPr>
            <p:nvPr/>
          </p:nvSpPr>
          <p:spPr bwMode="auto">
            <a:xfrm>
              <a:off x="5749926" y="1055688"/>
              <a:ext cx="279400" cy="371475"/>
            </a:xfrm>
            <a:custGeom>
              <a:avLst/>
              <a:gdLst>
                <a:gd name="T0" fmla="*/ 281 w 281"/>
                <a:gd name="T1" fmla="*/ 101 h 373"/>
                <a:gd name="T2" fmla="*/ 281 w 281"/>
                <a:gd name="T3" fmla="*/ 99 h 373"/>
                <a:gd name="T4" fmla="*/ 281 w 281"/>
                <a:gd name="T5" fmla="*/ 99 h 373"/>
                <a:gd name="T6" fmla="*/ 280 w 281"/>
                <a:gd name="T7" fmla="*/ 98 h 373"/>
                <a:gd name="T8" fmla="*/ 280 w 281"/>
                <a:gd name="T9" fmla="*/ 97 h 373"/>
                <a:gd name="T10" fmla="*/ 280 w 281"/>
                <a:gd name="T11" fmla="*/ 96 h 373"/>
                <a:gd name="T12" fmla="*/ 279 w 281"/>
                <a:gd name="T13" fmla="*/ 96 h 373"/>
                <a:gd name="T14" fmla="*/ 278 w 281"/>
                <a:gd name="T15" fmla="*/ 95 h 373"/>
                <a:gd name="T16" fmla="*/ 278 w 281"/>
                <a:gd name="T17" fmla="*/ 94 h 373"/>
                <a:gd name="T18" fmla="*/ 187 w 281"/>
                <a:gd name="T19" fmla="*/ 3 h 373"/>
                <a:gd name="T20" fmla="*/ 187 w 281"/>
                <a:gd name="T21" fmla="*/ 3 h 373"/>
                <a:gd name="T22" fmla="*/ 185 w 281"/>
                <a:gd name="T23" fmla="*/ 2 h 373"/>
                <a:gd name="T24" fmla="*/ 185 w 281"/>
                <a:gd name="T25" fmla="*/ 1 h 373"/>
                <a:gd name="T26" fmla="*/ 184 w 281"/>
                <a:gd name="T27" fmla="*/ 1 h 373"/>
                <a:gd name="T28" fmla="*/ 183 w 281"/>
                <a:gd name="T29" fmla="*/ 1 h 373"/>
                <a:gd name="T30" fmla="*/ 182 w 281"/>
                <a:gd name="T31" fmla="*/ 0 h 373"/>
                <a:gd name="T32" fmla="*/ 182 w 281"/>
                <a:gd name="T33" fmla="*/ 0 h 373"/>
                <a:gd name="T34" fmla="*/ 180 w 281"/>
                <a:gd name="T35" fmla="*/ 0 h 373"/>
                <a:gd name="T36" fmla="*/ 180 w 281"/>
                <a:gd name="T37" fmla="*/ 0 h 373"/>
                <a:gd name="T38" fmla="*/ 115 w 281"/>
                <a:gd name="T39" fmla="*/ 0 h 373"/>
                <a:gd name="T40" fmla="*/ 105 w 281"/>
                <a:gd name="T41" fmla="*/ 9 h 373"/>
                <a:gd name="T42" fmla="*/ 115 w 281"/>
                <a:gd name="T43" fmla="*/ 19 h 373"/>
                <a:gd name="T44" fmla="*/ 171 w 281"/>
                <a:gd name="T45" fmla="*/ 19 h 373"/>
                <a:gd name="T46" fmla="*/ 171 w 281"/>
                <a:gd name="T47" fmla="*/ 88 h 373"/>
                <a:gd name="T48" fmla="*/ 193 w 281"/>
                <a:gd name="T49" fmla="*/ 110 h 373"/>
                <a:gd name="T50" fmla="*/ 262 w 281"/>
                <a:gd name="T51" fmla="*/ 110 h 373"/>
                <a:gd name="T52" fmla="*/ 262 w 281"/>
                <a:gd name="T53" fmla="*/ 350 h 373"/>
                <a:gd name="T54" fmla="*/ 259 w 281"/>
                <a:gd name="T55" fmla="*/ 354 h 373"/>
                <a:gd name="T56" fmla="*/ 23 w 281"/>
                <a:gd name="T57" fmla="*/ 354 h 373"/>
                <a:gd name="T58" fmla="*/ 19 w 281"/>
                <a:gd name="T59" fmla="*/ 350 h 373"/>
                <a:gd name="T60" fmla="*/ 19 w 281"/>
                <a:gd name="T61" fmla="*/ 337 h 373"/>
                <a:gd name="T62" fmla="*/ 10 w 281"/>
                <a:gd name="T63" fmla="*/ 328 h 373"/>
                <a:gd name="T64" fmla="*/ 0 w 281"/>
                <a:gd name="T65" fmla="*/ 337 h 373"/>
                <a:gd name="T66" fmla="*/ 0 w 281"/>
                <a:gd name="T67" fmla="*/ 350 h 373"/>
                <a:gd name="T68" fmla="*/ 23 w 281"/>
                <a:gd name="T69" fmla="*/ 373 h 373"/>
                <a:gd name="T70" fmla="*/ 259 w 281"/>
                <a:gd name="T71" fmla="*/ 373 h 373"/>
                <a:gd name="T72" fmla="*/ 281 w 281"/>
                <a:gd name="T73" fmla="*/ 350 h 373"/>
                <a:gd name="T74" fmla="*/ 281 w 281"/>
                <a:gd name="T75" fmla="*/ 101 h 373"/>
                <a:gd name="T76" fmla="*/ 281 w 281"/>
                <a:gd name="T77" fmla="*/ 101 h 373"/>
                <a:gd name="T78" fmla="*/ 193 w 281"/>
                <a:gd name="T79" fmla="*/ 92 h 373"/>
                <a:gd name="T80" fmla="*/ 189 w 281"/>
                <a:gd name="T81" fmla="*/ 88 h 373"/>
                <a:gd name="T82" fmla="*/ 189 w 281"/>
                <a:gd name="T83" fmla="*/ 32 h 373"/>
                <a:gd name="T84" fmla="*/ 249 w 281"/>
                <a:gd name="T85" fmla="*/ 92 h 373"/>
                <a:gd name="T86" fmla="*/ 193 w 281"/>
                <a:gd name="T87" fmla="*/ 92 h 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81" h="373">
                  <a:moveTo>
                    <a:pt x="281" y="101"/>
                  </a:moveTo>
                  <a:cubicBezTo>
                    <a:pt x="281" y="100"/>
                    <a:pt x="281" y="100"/>
                    <a:pt x="281" y="99"/>
                  </a:cubicBezTo>
                  <a:cubicBezTo>
                    <a:pt x="281" y="99"/>
                    <a:pt x="281" y="99"/>
                    <a:pt x="281" y="99"/>
                  </a:cubicBezTo>
                  <a:cubicBezTo>
                    <a:pt x="281" y="99"/>
                    <a:pt x="281" y="98"/>
                    <a:pt x="280" y="98"/>
                  </a:cubicBezTo>
                  <a:cubicBezTo>
                    <a:pt x="280" y="98"/>
                    <a:pt x="280" y="97"/>
                    <a:pt x="280" y="97"/>
                  </a:cubicBezTo>
                  <a:cubicBezTo>
                    <a:pt x="280" y="97"/>
                    <a:pt x="280" y="97"/>
                    <a:pt x="280" y="96"/>
                  </a:cubicBezTo>
                  <a:cubicBezTo>
                    <a:pt x="280" y="96"/>
                    <a:pt x="279" y="96"/>
                    <a:pt x="279" y="96"/>
                  </a:cubicBezTo>
                  <a:cubicBezTo>
                    <a:pt x="279" y="95"/>
                    <a:pt x="279" y="95"/>
                    <a:pt x="278" y="95"/>
                  </a:cubicBezTo>
                  <a:cubicBezTo>
                    <a:pt x="278" y="95"/>
                    <a:pt x="278" y="95"/>
                    <a:pt x="278" y="94"/>
                  </a:cubicBezTo>
                  <a:cubicBezTo>
                    <a:pt x="187" y="3"/>
                    <a:pt x="187" y="3"/>
                    <a:pt x="187" y="3"/>
                  </a:cubicBezTo>
                  <a:cubicBezTo>
                    <a:pt x="187" y="3"/>
                    <a:pt x="187" y="3"/>
                    <a:pt x="187" y="3"/>
                  </a:cubicBezTo>
                  <a:cubicBezTo>
                    <a:pt x="186" y="2"/>
                    <a:pt x="186" y="2"/>
                    <a:pt x="185" y="2"/>
                  </a:cubicBezTo>
                  <a:cubicBezTo>
                    <a:pt x="185" y="2"/>
                    <a:pt x="185" y="2"/>
                    <a:pt x="185" y="1"/>
                  </a:cubicBezTo>
                  <a:cubicBezTo>
                    <a:pt x="185" y="1"/>
                    <a:pt x="184" y="1"/>
                    <a:pt x="184" y="1"/>
                  </a:cubicBezTo>
                  <a:cubicBezTo>
                    <a:pt x="184" y="1"/>
                    <a:pt x="184" y="1"/>
                    <a:pt x="183" y="1"/>
                  </a:cubicBezTo>
                  <a:cubicBezTo>
                    <a:pt x="183" y="1"/>
                    <a:pt x="183" y="0"/>
                    <a:pt x="182" y="0"/>
                  </a:cubicBezTo>
                  <a:cubicBezTo>
                    <a:pt x="182" y="0"/>
                    <a:pt x="182" y="0"/>
                    <a:pt x="182" y="0"/>
                  </a:cubicBezTo>
                  <a:cubicBezTo>
                    <a:pt x="181" y="0"/>
                    <a:pt x="181" y="0"/>
                    <a:pt x="180" y="0"/>
                  </a:cubicBezTo>
                  <a:cubicBezTo>
                    <a:pt x="180" y="0"/>
                    <a:pt x="180" y="0"/>
                    <a:pt x="180" y="0"/>
                  </a:cubicBezTo>
                  <a:cubicBezTo>
                    <a:pt x="115" y="0"/>
                    <a:pt x="115" y="0"/>
                    <a:pt x="115" y="0"/>
                  </a:cubicBezTo>
                  <a:cubicBezTo>
                    <a:pt x="109" y="0"/>
                    <a:pt x="105" y="4"/>
                    <a:pt x="105" y="9"/>
                  </a:cubicBezTo>
                  <a:cubicBezTo>
                    <a:pt x="105" y="15"/>
                    <a:pt x="109" y="19"/>
                    <a:pt x="115" y="19"/>
                  </a:cubicBezTo>
                  <a:cubicBezTo>
                    <a:pt x="171" y="19"/>
                    <a:pt x="171" y="19"/>
                    <a:pt x="171" y="19"/>
                  </a:cubicBezTo>
                  <a:cubicBezTo>
                    <a:pt x="171" y="88"/>
                    <a:pt x="171" y="88"/>
                    <a:pt x="171" y="88"/>
                  </a:cubicBezTo>
                  <a:cubicBezTo>
                    <a:pt x="171" y="100"/>
                    <a:pt x="181" y="110"/>
                    <a:pt x="193" y="110"/>
                  </a:cubicBezTo>
                  <a:cubicBezTo>
                    <a:pt x="262" y="110"/>
                    <a:pt x="262" y="110"/>
                    <a:pt x="262" y="110"/>
                  </a:cubicBezTo>
                  <a:cubicBezTo>
                    <a:pt x="262" y="350"/>
                    <a:pt x="262" y="350"/>
                    <a:pt x="262" y="350"/>
                  </a:cubicBezTo>
                  <a:cubicBezTo>
                    <a:pt x="262" y="352"/>
                    <a:pt x="261" y="354"/>
                    <a:pt x="259" y="354"/>
                  </a:cubicBezTo>
                  <a:cubicBezTo>
                    <a:pt x="23" y="354"/>
                    <a:pt x="23" y="354"/>
                    <a:pt x="23" y="354"/>
                  </a:cubicBezTo>
                  <a:cubicBezTo>
                    <a:pt x="21" y="354"/>
                    <a:pt x="19" y="352"/>
                    <a:pt x="19" y="350"/>
                  </a:cubicBezTo>
                  <a:cubicBezTo>
                    <a:pt x="19" y="337"/>
                    <a:pt x="19" y="337"/>
                    <a:pt x="19" y="337"/>
                  </a:cubicBezTo>
                  <a:cubicBezTo>
                    <a:pt x="19" y="332"/>
                    <a:pt x="15" y="328"/>
                    <a:pt x="10" y="328"/>
                  </a:cubicBezTo>
                  <a:cubicBezTo>
                    <a:pt x="5" y="328"/>
                    <a:pt x="0" y="332"/>
                    <a:pt x="0" y="337"/>
                  </a:cubicBezTo>
                  <a:cubicBezTo>
                    <a:pt x="0" y="350"/>
                    <a:pt x="0" y="350"/>
                    <a:pt x="0" y="350"/>
                  </a:cubicBezTo>
                  <a:cubicBezTo>
                    <a:pt x="0" y="362"/>
                    <a:pt x="10" y="373"/>
                    <a:pt x="23" y="373"/>
                  </a:cubicBezTo>
                  <a:cubicBezTo>
                    <a:pt x="259" y="373"/>
                    <a:pt x="259" y="373"/>
                    <a:pt x="259" y="373"/>
                  </a:cubicBezTo>
                  <a:cubicBezTo>
                    <a:pt x="271" y="373"/>
                    <a:pt x="281" y="362"/>
                    <a:pt x="281" y="350"/>
                  </a:cubicBezTo>
                  <a:cubicBezTo>
                    <a:pt x="281" y="101"/>
                    <a:pt x="281" y="101"/>
                    <a:pt x="281" y="101"/>
                  </a:cubicBezTo>
                  <a:cubicBezTo>
                    <a:pt x="281" y="101"/>
                    <a:pt x="281" y="101"/>
                    <a:pt x="281" y="101"/>
                  </a:cubicBezTo>
                  <a:close/>
                  <a:moveTo>
                    <a:pt x="193" y="92"/>
                  </a:moveTo>
                  <a:cubicBezTo>
                    <a:pt x="191" y="92"/>
                    <a:pt x="189" y="90"/>
                    <a:pt x="189" y="88"/>
                  </a:cubicBezTo>
                  <a:cubicBezTo>
                    <a:pt x="189" y="32"/>
                    <a:pt x="189" y="32"/>
                    <a:pt x="189" y="32"/>
                  </a:cubicBezTo>
                  <a:cubicBezTo>
                    <a:pt x="249" y="92"/>
                    <a:pt x="249" y="92"/>
                    <a:pt x="249" y="92"/>
                  </a:cubicBezTo>
                  <a:lnTo>
                    <a:pt x="193" y="92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7" name="Freeform 32"/>
            <p:cNvSpPr>
              <a:spLocks/>
            </p:cNvSpPr>
            <p:nvPr/>
          </p:nvSpPr>
          <p:spPr bwMode="auto">
            <a:xfrm>
              <a:off x="5880101" y="1200151"/>
              <a:ext cx="98425" cy="17463"/>
            </a:xfrm>
            <a:custGeom>
              <a:avLst/>
              <a:gdLst>
                <a:gd name="T0" fmla="*/ 10 w 98"/>
                <a:gd name="T1" fmla="*/ 19 h 19"/>
                <a:gd name="T2" fmla="*/ 88 w 98"/>
                <a:gd name="T3" fmla="*/ 19 h 19"/>
                <a:gd name="T4" fmla="*/ 98 w 98"/>
                <a:gd name="T5" fmla="*/ 10 h 19"/>
                <a:gd name="T6" fmla="*/ 88 w 98"/>
                <a:gd name="T7" fmla="*/ 0 h 19"/>
                <a:gd name="T8" fmla="*/ 10 w 98"/>
                <a:gd name="T9" fmla="*/ 0 h 19"/>
                <a:gd name="T10" fmla="*/ 0 w 98"/>
                <a:gd name="T11" fmla="*/ 10 h 19"/>
                <a:gd name="T12" fmla="*/ 10 w 98"/>
                <a:gd name="T13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8" h="19">
                  <a:moveTo>
                    <a:pt x="10" y="19"/>
                  </a:moveTo>
                  <a:cubicBezTo>
                    <a:pt x="88" y="19"/>
                    <a:pt x="88" y="19"/>
                    <a:pt x="88" y="19"/>
                  </a:cubicBezTo>
                  <a:cubicBezTo>
                    <a:pt x="93" y="19"/>
                    <a:pt x="98" y="15"/>
                    <a:pt x="98" y="10"/>
                  </a:cubicBezTo>
                  <a:cubicBezTo>
                    <a:pt x="98" y="4"/>
                    <a:pt x="93" y="0"/>
                    <a:pt x="88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15"/>
                    <a:pt x="5" y="19"/>
                    <a:pt x="10" y="19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8" name="Freeform 33"/>
            <p:cNvSpPr>
              <a:spLocks/>
            </p:cNvSpPr>
            <p:nvPr/>
          </p:nvSpPr>
          <p:spPr bwMode="auto">
            <a:xfrm>
              <a:off x="5880101" y="1252538"/>
              <a:ext cx="98425" cy="17463"/>
            </a:xfrm>
            <a:custGeom>
              <a:avLst/>
              <a:gdLst>
                <a:gd name="T0" fmla="*/ 10 w 98"/>
                <a:gd name="T1" fmla="*/ 18 h 18"/>
                <a:gd name="T2" fmla="*/ 88 w 98"/>
                <a:gd name="T3" fmla="*/ 18 h 18"/>
                <a:gd name="T4" fmla="*/ 98 w 98"/>
                <a:gd name="T5" fmla="*/ 9 h 18"/>
                <a:gd name="T6" fmla="*/ 88 w 98"/>
                <a:gd name="T7" fmla="*/ 0 h 18"/>
                <a:gd name="T8" fmla="*/ 10 w 98"/>
                <a:gd name="T9" fmla="*/ 0 h 18"/>
                <a:gd name="T10" fmla="*/ 0 w 98"/>
                <a:gd name="T11" fmla="*/ 9 h 18"/>
                <a:gd name="T12" fmla="*/ 10 w 98"/>
                <a:gd name="T13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8" h="18">
                  <a:moveTo>
                    <a:pt x="10" y="18"/>
                  </a:moveTo>
                  <a:cubicBezTo>
                    <a:pt x="88" y="18"/>
                    <a:pt x="88" y="18"/>
                    <a:pt x="88" y="18"/>
                  </a:cubicBezTo>
                  <a:cubicBezTo>
                    <a:pt x="93" y="18"/>
                    <a:pt x="98" y="14"/>
                    <a:pt x="98" y="9"/>
                  </a:cubicBezTo>
                  <a:cubicBezTo>
                    <a:pt x="98" y="4"/>
                    <a:pt x="93" y="0"/>
                    <a:pt x="88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4"/>
                    <a:pt x="5" y="18"/>
                    <a:pt x="10" y="1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9" name="Freeform 34"/>
            <p:cNvSpPr>
              <a:spLocks/>
            </p:cNvSpPr>
            <p:nvPr/>
          </p:nvSpPr>
          <p:spPr bwMode="auto">
            <a:xfrm>
              <a:off x="5880101" y="1303338"/>
              <a:ext cx="98425" cy="19050"/>
            </a:xfrm>
            <a:custGeom>
              <a:avLst/>
              <a:gdLst>
                <a:gd name="T0" fmla="*/ 10 w 98"/>
                <a:gd name="T1" fmla="*/ 19 h 19"/>
                <a:gd name="T2" fmla="*/ 88 w 98"/>
                <a:gd name="T3" fmla="*/ 19 h 19"/>
                <a:gd name="T4" fmla="*/ 98 w 98"/>
                <a:gd name="T5" fmla="*/ 9 h 19"/>
                <a:gd name="T6" fmla="*/ 88 w 98"/>
                <a:gd name="T7" fmla="*/ 0 h 19"/>
                <a:gd name="T8" fmla="*/ 10 w 98"/>
                <a:gd name="T9" fmla="*/ 0 h 19"/>
                <a:gd name="T10" fmla="*/ 0 w 98"/>
                <a:gd name="T11" fmla="*/ 9 h 19"/>
                <a:gd name="T12" fmla="*/ 10 w 98"/>
                <a:gd name="T13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8" h="19">
                  <a:moveTo>
                    <a:pt x="10" y="19"/>
                  </a:moveTo>
                  <a:cubicBezTo>
                    <a:pt x="88" y="19"/>
                    <a:pt x="88" y="19"/>
                    <a:pt x="88" y="19"/>
                  </a:cubicBezTo>
                  <a:cubicBezTo>
                    <a:pt x="93" y="19"/>
                    <a:pt x="98" y="15"/>
                    <a:pt x="98" y="9"/>
                  </a:cubicBezTo>
                  <a:cubicBezTo>
                    <a:pt x="98" y="4"/>
                    <a:pt x="93" y="0"/>
                    <a:pt x="88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5"/>
                    <a:pt x="5" y="19"/>
                    <a:pt x="10" y="19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0" name="Freeform 35"/>
            <p:cNvSpPr>
              <a:spLocks/>
            </p:cNvSpPr>
            <p:nvPr/>
          </p:nvSpPr>
          <p:spPr bwMode="auto">
            <a:xfrm>
              <a:off x="5880101" y="1355726"/>
              <a:ext cx="98425" cy="19050"/>
            </a:xfrm>
            <a:custGeom>
              <a:avLst/>
              <a:gdLst>
                <a:gd name="T0" fmla="*/ 10 w 98"/>
                <a:gd name="T1" fmla="*/ 19 h 19"/>
                <a:gd name="T2" fmla="*/ 88 w 98"/>
                <a:gd name="T3" fmla="*/ 19 h 19"/>
                <a:gd name="T4" fmla="*/ 98 w 98"/>
                <a:gd name="T5" fmla="*/ 10 h 19"/>
                <a:gd name="T6" fmla="*/ 88 w 98"/>
                <a:gd name="T7" fmla="*/ 0 h 19"/>
                <a:gd name="T8" fmla="*/ 10 w 98"/>
                <a:gd name="T9" fmla="*/ 0 h 19"/>
                <a:gd name="T10" fmla="*/ 0 w 98"/>
                <a:gd name="T11" fmla="*/ 10 h 19"/>
                <a:gd name="T12" fmla="*/ 10 w 98"/>
                <a:gd name="T13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8" h="19">
                  <a:moveTo>
                    <a:pt x="10" y="19"/>
                  </a:moveTo>
                  <a:cubicBezTo>
                    <a:pt x="88" y="19"/>
                    <a:pt x="88" y="19"/>
                    <a:pt x="88" y="19"/>
                  </a:cubicBezTo>
                  <a:cubicBezTo>
                    <a:pt x="93" y="19"/>
                    <a:pt x="98" y="15"/>
                    <a:pt x="98" y="10"/>
                  </a:cubicBezTo>
                  <a:cubicBezTo>
                    <a:pt x="98" y="5"/>
                    <a:pt x="93" y="0"/>
                    <a:pt x="88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5" y="0"/>
                    <a:pt x="0" y="5"/>
                    <a:pt x="0" y="10"/>
                  </a:cubicBezTo>
                  <a:cubicBezTo>
                    <a:pt x="0" y="15"/>
                    <a:pt x="5" y="19"/>
                    <a:pt x="10" y="19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71" name="Group 270"/>
          <p:cNvGrpSpPr/>
          <p:nvPr/>
        </p:nvGrpSpPr>
        <p:grpSpPr>
          <a:xfrm>
            <a:off x="8432802" y="1339852"/>
            <a:ext cx="582084" cy="563033"/>
            <a:chOff x="6324601" y="1004888"/>
            <a:chExt cx="436563" cy="422275"/>
          </a:xfrm>
          <a:solidFill>
            <a:schemeClr val="tx2"/>
          </a:solidFill>
        </p:grpSpPr>
        <p:sp>
          <p:nvSpPr>
            <p:cNvPr id="71" name="Freeform 36"/>
            <p:cNvSpPr>
              <a:spLocks/>
            </p:cNvSpPr>
            <p:nvPr/>
          </p:nvSpPr>
          <p:spPr bwMode="auto">
            <a:xfrm>
              <a:off x="6389689" y="1122363"/>
              <a:ext cx="96838" cy="17463"/>
            </a:xfrm>
            <a:custGeom>
              <a:avLst/>
              <a:gdLst>
                <a:gd name="T0" fmla="*/ 10 w 98"/>
                <a:gd name="T1" fmla="*/ 18 h 18"/>
                <a:gd name="T2" fmla="*/ 88 w 98"/>
                <a:gd name="T3" fmla="*/ 18 h 18"/>
                <a:gd name="T4" fmla="*/ 98 w 98"/>
                <a:gd name="T5" fmla="*/ 9 h 18"/>
                <a:gd name="T6" fmla="*/ 88 w 98"/>
                <a:gd name="T7" fmla="*/ 0 h 18"/>
                <a:gd name="T8" fmla="*/ 10 w 98"/>
                <a:gd name="T9" fmla="*/ 0 h 18"/>
                <a:gd name="T10" fmla="*/ 0 w 98"/>
                <a:gd name="T11" fmla="*/ 9 h 18"/>
                <a:gd name="T12" fmla="*/ 10 w 98"/>
                <a:gd name="T13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8" h="18">
                  <a:moveTo>
                    <a:pt x="10" y="18"/>
                  </a:moveTo>
                  <a:cubicBezTo>
                    <a:pt x="88" y="18"/>
                    <a:pt x="88" y="18"/>
                    <a:pt x="88" y="18"/>
                  </a:cubicBezTo>
                  <a:cubicBezTo>
                    <a:pt x="93" y="18"/>
                    <a:pt x="98" y="14"/>
                    <a:pt x="98" y="9"/>
                  </a:cubicBezTo>
                  <a:cubicBezTo>
                    <a:pt x="98" y="4"/>
                    <a:pt x="93" y="0"/>
                    <a:pt x="88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4"/>
                    <a:pt x="5" y="18"/>
                    <a:pt x="10" y="1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2" name="Freeform 37"/>
            <p:cNvSpPr>
              <a:spLocks/>
            </p:cNvSpPr>
            <p:nvPr/>
          </p:nvSpPr>
          <p:spPr bwMode="auto">
            <a:xfrm>
              <a:off x="6389689" y="1330326"/>
              <a:ext cx="187325" cy="19050"/>
            </a:xfrm>
            <a:custGeom>
              <a:avLst/>
              <a:gdLst>
                <a:gd name="T0" fmla="*/ 180 w 189"/>
                <a:gd name="T1" fmla="*/ 0 h 19"/>
                <a:gd name="T2" fmla="*/ 10 w 189"/>
                <a:gd name="T3" fmla="*/ 0 h 19"/>
                <a:gd name="T4" fmla="*/ 0 w 189"/>
                <a:gd name="T5" fmla="*/ 10 h 19"/>
                <a:gd name="T6" fmla="*/ 10 w 189"/>
                <a:gd name="T7" fmla="*/ 19 h 19"/>
                <a:gd name="T8" fmla="*/ 180 w 189"/>
                <a:gd name="T9" fmla="*/ 19 h 19"/>
                <a:gd name="T10" fmla="*/ 189 w 189"/>
                <a:gd name="T11" fmla="*/ 10 h 19"/>
                <a:gd name="T12" fmla="*/ 180 w 189"/>
                <a:gd name="T1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9" h="19">
                  <a:moveTo>
                    <a:pt x="180" y="0"/>
                  </a:moveTo>
                  <a:cubicBezTo>
                    <a:pt x="10" y="0"/>
                    <a:pt x="10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15"/>
                    <a:pt x="5" y="19"/>
                    <a:pt x="10" y="19"/>
                  </a:cubicBezTo>
                  <a:cubicBezTo>
                    <a:pt x="180" y="19"/>
                    <a:pt x="180" y="19"/>
                    <a:pt x="180" y="19"/>
                  </a:cubicBezTo>
                  <a:cubicBezTo>
                    <a:pt x="185" y="19"/>
                    <a:pt x="189" y="15"/>
                    <a:pt x="189" y="10"/>
                  </a:cubicBezTo>
                  <a:cubicBezTo>
                    <a:pt x="189" y="4"/>
                    <a:pt x="185" y="0"/>
                    <a:pt x="18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3" name="Freeform 38"/>
            <p:cNvSpPr>
              <a:spLocks noEditPoints="1"/>
            </p:cNvSpPr>
            <p:nvPr/>
          </p:nvSpPr>
          <p:spPr bwMode="auto">
            <a:xfrm>
              <a:off x="6324601" y="1004888"/>
              <a:ext cx="436563" cy="422275"/>
            </a:xfrm>
            <a:custGeom>
              <a:avLst/>
              <a:gdLst>
                <a:gd name="T0" fmla="*/ 333 w 439"/>
                <a:gd name="T1" fmla="*/ 294 h 425"/>
                <a:gd name="T2" fmla="*/ 320 w 439"/>
                <a:gd name="T3" fmla="*/ 158 h 425"/>
                <a:gd name="T4" fmla="*/ 320 w 439"/>
                <a:gd name="T5" fmla="*/ 127 h 425"/>
                <a:gd name="T6" fmla="*/ 320 w 439"/>
                <a:gd name="T7" fmla="*/ 125 h 425"/>
                <a:gd name="T8" fmla="*/ 319 w 439"/>
                <a:gd name="T9" fmla="*/ 123 h 425"/>
                <a:gd name="T10" fmla="*/ 318 w 439"/>
                <a:gd name="T11" fmla="*/ 122 h 425"/>
                <a:gd name="T12" fmla="*/ 213 w 439"/>
                <a:gd name="T13" fmla="*/ 3 h 425"/>
                <a:gd name="T14" fmla="*/ 212 w 439"/>
                <a:gd name="T15" fmla="*/ 2 h 425"/>
                <a:gd name="T16" fmla="*/ 211 w 439"/>
                <a:gd name="T17" fmla="*/ 1 h 425"/>
                <a:gd name="T18" fmla="*/ 209 w 439"/>
                <a:gd name="T19" fmla="*/ 0 h 425"/>
                <a:gd name="T20" fmla="*/ 207 w 439"/>
                <a:gd name="T21" fmla="*/ 0 h 425"/>
                <a:gd name="T22" fmla="*/ 206 w 439"/>
                <a:gd name="T23" fmla="*/ 0 h 425"/>
                <a:gd name="T24" fmla="*/ 0 w 439"/>
                <a:gd name="T25" fmla="*/ 22 h 425"/>
                <a:gd name="T26" fmla="*/ 22 w 439"/>
                <a:gd name="T27" fmla="*/ 425 h 425"/>
                <a:gd name="T28" fmla="*/ 320 w 439"/>
                <a:gd name="T29" fmla="*/ 402 h 425"/>
                <a:gd name="T30" fmla="*/ 422 w 439"/>
                <a:gd name="T31" fmla="*/ 409 h 425"/>
                <a:gd name="T32" fmla="*/ 435 w 439"/>
                <a:gd name="T33" fmla="*/ 409 h 425"/>
                <a:gd name="T34" fmla="*/ 340 w 439"/>
                <a:gd name="T35" fmla="*/ 232 h 425"/>
                <a:gd name="T36" fmla="*/ 202 w 439"/>
                <a:gd name="T37" fmla="*/ 232 h 425"/>
                <a:gd name="T38" fmla="*/ 340 w 439"/>
                <a:gd name="T39" fmla="*/ 232 h 425"/>
                <a:gd name="T40" fmla="*/ 290 w 439"/>
                <a:gd name="T41" fmla="*/ 118 h 425"/>
                <a:gd name="T42" fmla="*/ 215 w 439"/>
                <a:gd name="T43" fmla="*/ 111 h 425"/>
                <a:gd name="T44" fmla="*/ 297 w 439"/>
                <a:gd name="T45" fmla="*/ 406 h 425"/>
                <a:gd name="T46" fmla="*/ 19 w 439"/>
                <a:gd name="T47" fmla="*/ 402 h 425"/>
                <a:gd name="T48" fmla="*/ 22 w 439"/>
                <a:gd name="T49" fmla="*/ 18 h 425"/>
                <a:gd name="T50" fmla="*/ 196 w 439"/>
                <a:gd name="T51" fmla="*/ 111 h 425"/>
                <a:gd name="T52" fmla="*/ 301 w 439"/>
                <a:gd name="T53" fmla="*/ 136 h 425"/>
                <a:gd name="T54" fmla="*/ 271 w 439"/>
                <a:gd name="T55" fmla="*/ 144 h 425"/>
                <a:gd name="T56" fmla="*/ 75 w 439"/>
                <a:gd name="T57" fmla="*/ 170 h 425"/>
                <a:gd name="T58" fmla="*/ 75 w 439"/>
                <a:gd name="T59" fmla="*/ 189 h 425"/>
                <a:gd name="T60" fmla="*/ 184 w 439"/>
                <a:gd name="T61" fmla="*/ 222 h 425"/>
                <a:gd name="T62" fmla="*/ 65 w 439"/>
                <a:gd name="T63" fmla="*/ 232 h 425"/>
                <a:gd name="T64" fmla="*/ 184 w 439"/>
                <a:gd name="T65" fmla="*/ 241 h 425"/>
                <a:gd name="T66" fmla="*/ 75 w 439"/>
                <a:gd name="T67" fmla="*/ 275 h 425"/>
                <a:gd name="T68" fmla="*/ 75 w 439"/>
                <a:gd name="T69" fmla="*/ 294 h 425"/>
                <a:gd name="T70" fmla="*/ 271 w 439"/>
                <a:gd name="T71" fmla="*/ 320 h 425"/>
                <a:gd name="T72" fmla="*/ 301 w 439"/>
                <a:gd name="T73" fmla="*/ 402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439" h="425">
                  <a:moveTo>
                    <a:pt x="435" y="395"/>
                  </a:moveTo>
                  <a:cubicBezTo>
                    <a:pt x="333" y="294"/>
                    <a:pt x="333" y="294"/>
                    <a:pt x="333" y="294"/>
                  </a:cubicBezTo>
                  <a:cubicBezTo>
                    <a:pt x="349" y="278"/>
                    <a:pt x="359" y="256"/>
                    <a:pt x="359" y="232"/>
                  </a:cubicBezTo>
                  <a:cubicBezTo>
                    <a:pt x="359" y="201"/>
                    <a:pt x="344" y="174"/>
                    <a:pt x="320" y="158"/>
                  </a:cubicBezTo>
                  <a:cubicBezTo>
                    <a:pt x="320" y="127"/>
                    <a:pt x="320" y="127"/>
                    <a:pt x="320" y="127"/>
                  </a:cubicBezTo>
                  <a:cubicBezTo>
                    <a:pt x="320" y="127"/>
                    <a:pt x="320" y="127"/>
                    <a:pt x="320" y="127"/>
                  </a:cubicBezTo>
                  <a:cubicBezTo>
                    <a:pt x="320" y="126"/>
                    <a:pt x="320" y="126"/>
                    <a:pt x="320" y="125"/>
                  </a:cubicBezTo>
                  <a:cubicBezTo>
                    <a:pt x="320" y="125"/>
                    <a:pt x="320" y="125"/>
                    <a:pt x="320" y="125"/>
                  </a:cubicBezTo>
                  <a:cubicBezTo>
                    <a:pt x="320" y="124"/>
                    <a:pt x="319" y="124"/>
                    <a:pt x="319" y="124"/>
                  </a:cubicBezTo>
                  <a:cubicBezTo>
                    <a:pt x="319" y="123"/>
                    <a:pt x="319" y="123"/>
                    <a:pt x="319" y="123"/>
                  </a:cubicBezTo>
                  <a:cubicBezTo>
                    <a:pt x="319" y="123"/>
                    <a:pt x="319" y="122"/>
                    <a:pt x="318" y="122"/>
                  </a:cubicBezTo>
                  <a:cubicBezTo>
                    <a:pt x="318" y="122"/>
                    <a:pt x="318" y="122"/>
                    <a:pt x="318" y="122"/>
                  </a:cubicBezTo>
                  <a:cubicBezTo>
                    <a:pt x="318" y="121"/>
                    <a:pt x="318" y="121"/>
                    <a:pt x="318" y="121"/>
                  </a:cubicBezTo>
                  <a:cubicBezTo>
                    <a:pt x="213" y="3"/>
                    <a:pt x="213" y="3"/>
                    <a:pt x="213" y="3"/>
                  </a:cubicBezTo>
                  <a:cubicBezTo>
                    <a:pt x="213" y="3"/>
                    <a:pt x="213" y="3"/>
                    <a:pt x="212" y="3"/>
                  </a:cubicBezTo>
                  <a:cubicBezTo>
                    <a:pt x="212" y="2"/>
                    <a:pt x="212" y="2"/>
                    <a:pt x="212" y="2"/>
                  </a:cubicBezTo>
                  <a:cubicBezTo>
                    <a:pt x="212" y="2"/>
                    <a:pt x="212" y="2"/>
                    <a:pt x="211" y="1"/>
                  </a:cubicBez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210" y="1"/>
                    <a:pt x="210" y="0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09" y="0"/>
                    <a:pt x="208" y="0"/>
                    <a:pt x="208" y="0"/>
                  </a:cubicBezTo>
                  <a:cubicBezTo>
                    <a:pt x="208" y="0"/>
                    <a:pt x="207" y="0"/>
                    <a:pt x="207" y="0"/>
                  </a:cubicBezTo>
                  <a:cubicBezTo>
                    <a:pt x="207" y="0"/>
                    <a:pt x="206" y="0"/>
                    <a:pt x="206" y="0"/>
                  </a:cubicBezTo>
                  <a:cubicBezTo>
                    <a:pt x="206" y="0"/>
                    <a:pt x="206" y="0"/>
                    <a:pt x="206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10" y="0"/>
                    <a:pt x="0" y="10"/>
                    <a:pt x="0" y="22"/>
                  </a:cubicBezTo>
                  <a:cubicBezTo>
                    <a:pt x="0" y="402"/>
                    <a:pt x="0" y="402"/>
                    <a:pt x="0" y="402"/>
                  </a:cubicBezTo>
                  <a:cubicBezTo>
                    <a:pt x="0" y="414"/>
                    <a:pt x="10" y="425"/>
                    <a:pt x="22" y="425"/>
                  </a:cubicBezTo>
                  <a:cubicBezTo>
                    <a:pt x="297" y="425"/>
                    <a:pt x="297" y="425"/>
                    <a:pt x="297" y="425"/>
                  </a:cubicBezTo>
                  <a:cubicBezTo>
                    <a:pt x="310" y="425"/>
                    <a:pt x="320" y="414"/>
                    <a:pt x="320" y="402"/>
                  </a:cubicBezTo>
                  <a:cubicBezTo>
                    <a:pt x="320" y="307"/>
                    <a:pt x="320" y="307"/>
                    <a:pt x="320" y="307"/>
                  </a:cubicBezTo>
                  <a:cubicBezTo>
                    <a:pt x="422" y="409"/>
                    <a:pt x="422" y="409"/>
                    <a:pt x="422" y="409"/>
                  </a:cubicBezTo>
                  <a:cubicBezTo>
                    <a:pt x="424" y="411"/>
                    <a:pt x="426" y="411"/>
                    <a:pt x="428" y="411"/>
                  </a:cubicBezTo>
                  <a:cubicBezTo>
                    <a:pt x="431" y="411"/>
                    <a:pt x="433" y="411"/>
                    <a:pt x="435" y="409"/>
                  </a:cubicBezTo>
                  <a:cubicBezTo>
                    <a:pt x="439" y="405"/>
                    <a:pt x="439" y="399"/>
                    <a:pt x="435" y="395"/>
                  </a:cubicBezTo>
                  <a:close/>
                  <a:moveTo>
                    <a:pt x="340" y="232"/>
                  </a:moveTo>
                  <a:cubicBezTo>
                    <a:pt x="340" y="270"/>
                    <a:pt x="309" y="301"/>
                    <a:pt x="271" y="301"/>
                  </a:cubicBezTo>
                  <a:cubicBezTo>
                    <a:pt x="233" y="301"/>
                    <a:pt x="202" y="270"/>
                    <a:pt x="202" y="232"/>
                  </a:cubicBezTo>
                  <a:cubicBezTo>
                    <a:pt x="202" y="194"/>
                    <a:pt x="233" y="162"/>
                    <a:pt x="271" y="162"/>
                  </a:cubicBezTo>
                  <a:cubicBezTo>
                    <a:pt x="309" y="162"/>
                    <a:pt x="340" y="194"/>
                    <a:pt x="340" y="232"/>
                  </a:cubicBezTo>
                  <a:close/>
                  <a:moveTo>
                    <a:pt x="215" y="34"/>
                  </a:moveTo>
                  <a:cubicBezTo>
                    <a:pt x="290" y="118"/>
                    <a:pt x="290" y="118"/>
                    <a:pt x="290" y="118"/>
                  </a:cubicBezTo>
                  <a:cubicBezTo>
                    <a:pt x="219" y="118"/>
                    <a:pt x="219" y="118"/>
                    <a:pt x="219" y="118"/>
                  </a:cubicBezTo>
                  <a:cubicBezTo>
                    <a:pt x="218" y="117"/>
                    <a:pt x="215" y="114"/>
                    <a:pt x="215" y="111"/>
                  </a:cubicBezTo>
                  <a:lnTo>
                    <a:pt x="215" y="34"/>
                  </a:lnTo>
                  <a:close/>
                  <a:moveTo>
                    <a:pt x="297" y="406"/>
                  </a:moveTo>
                  <a:cubicBezTo>
                    <a:pt x="22" y="406"/>
                    <a:pt x="22" y="406"/>
                    <a:pt x="22" y="406"/>
                  </a:cubicBezTo>
                  <a:cubicBezTo>
                    <a:pt x="20" y="406"/>
                    <a:pt x="19" y="404"/>
                    <a:pt x="19" y="402"/>
                  </a:cubicBezTo>
                  <a:cubicBezTo>
                    <a:pt x="19" y="22"/>
                    <a:pt x="19" y="22"/>
                    <a:pt x="19" y="22"/>
                  </a:cubicBezTo>
                  <a:cubicBezTo>
                    <a:pt x="19" y="20"/>
                    <a:pt x="20" y="18"/>
                    <a:pt x="22" y="18"/>
                  </a:cubicBezTo>
                  <a:cubicBezTo>
                    <a:pt x="196" y="18"/>
                    <a:pt x="196" y="18"/>
                    <a:pt x="196" y="18"/>
                  </a:cubicBezTo>
                  <a:cubicBezTo>
                    <a:pt x="196" y="111"/>
                    <a:pt x="196" y="111"/>
                    <a:pt x="196" y="111"/>
                  </a:cubicBezTo>
                  <a:cubicBezTo>
                    <a:pt x="196" y="123"/>
                    <a:pt x="206" y="136"/>
                    <a:pt x="219" y="136"/>
                  </a:cubicBezTo>
                  <a:cubicBezTo>
                    <a:pt x="301" y="136"/>
                    <a:pt x="301" y="136"/>
                    <a:pt x="301" y="136"/>
                  </a:cubicBezTo>
                  <a:cubicBezTo>
                    <a:pt x="301" y="149"/>
                    <a:pt x="301" y="149"/>
                    <a:pt x="301" y="149"/>
                  </a:cubicBezTo>
                  <a:cubicBezTo>
                    <a:pt x="292" y="146"/>
                    <a:pt x="282" y="144"/>
                    <a:pt x="271" y="144"/>
                  </a:cubicBezTo>
                  <a:cubicBezTo>
                    <a:pt x="247" y="144"/>
                    <a:pt x="225" y="154"/>
                    <a:pt x="209" y="170"/>
                  </a:cubicBezTo>
                  <a:cubicBezTo>
                    <a:pt x="75" y="170"/>
                    <a:pt x="75" y="170"/>
                    <a:pt x="75" y="170"/>
                  </a:cubicBezTo>
                  <a:cubicBezTo>
                    <a:pt x="70" y="170"/>
                    <a:pt x="65" y="174"/>
                    <a:pt x="65" y="179"/>
                  </a:cubicBezTo>
                  <a:cubicBezTo>
                    <a:pt x="65" y="185"/>
                    <a:pt x="70" y="189"/>
                    <a:pt x="75" y="189"/>
                  </a:cubicBezTo>
                  <a:cubicBezTo>
                    <a:pt x="195" y="189"/>
                    <a:pt x="195" y="189"/>
                    <a:pt x="195" y="189"/>
                  </a:cubicBezTo>
                  <a:cubicBezTo>
                    <a:pt x="189" y="199"/>
                    <a:pt x="185" y="210"/>
                    <a:pt x="184" y="222"/>
                  </a:cubicBezTo>
                  <a:cubicBezTo>
                    <a:pt x="75" y="222"/>
                    <a:pt x="75" y="222"/>
                    <a:pt x="75" y="222"/>
                  </a:cubicBezTo>
                  <a:cubicBezTo>
                    <a:pt x="70" y="222"/>
                    <a:pt x="65" y="227"/>
                    <a:pt x="65" y="232"/>
                  </a:cubicBezTo>
                  <a:cubicBezTo>
                    <a:pt x="65" y="237"/>
                    <a:pt x="70" y="241"/>
                    <a:pt x="75" y="241"/>
                  </a:cubicBezTo>
                  <a:cubicBezTo>
                    <a:pt x="184" y="241"/>
                    <a:pt x="184" y="241"/>
                    <a:pt x="184" y="241"/>
                  </a:cubicBezTo>
                  <a:cubicBezTo>
                    <a:pt x="185" y="253"/>
                    <a:pt x="189" y="265"/>
                    <a:pt x="195" y="275"/>
                  </a:cubicBezTo>
                  <a:cubicBezTo>
                    <a:pt x="75" y="275"/>
                    <a:pt x="75" y="275"/>
                    <a:pt x="75" y="275"/>
                  </a:cubicBezTo>
                  <a:cubicBezTo>
                    <a:pt x="70" y="275"/>
                    <a:pt x="65" y="279"/>
                    <a:pt x="65" y="284"/>
                  </a:cubicBezTo>
                  <a:cubicBezTo>
                    <a:pt x="65" y="289"/>
                    <a:pt x="70" y="294"/>
                    <a:pt x="75" y="294"/>
                  </a:cubicBezTo>
                  <a:cubicBezTo>
                    <a:pt x="209" y="294"/>
                    <a:pt x="209" y="294"/>
                    <a:pt x="209" y="294"/>
                  </a:cubicBezTo>
                  <a:cubicBezTo>
                    <a:pt x="225" y="310"/>
                    <a:pt x="247" y="320"/>
                    <a:pt x="271" y="320"/>
                  </a:cubicBezTo>
                  <a:cubicBezTo>
                    <a:pt x="282" y="320"/>
                    <a:pt x="292" y="318"/>
                    <a:pt x="301" y="314"/>
                  </a:cubicBezTo>
                  <a:cubicBezTo>
                    <a:pt x="301" y="402"/>
                    <a:pt x="301" y="402"/>
                    <a:pt x="301" y="402"/>
                  </a:cubicBezTo>
                  <a:cubicBezTo>
                    <a:pt x="301" y="404"/>
                    <a:pt x="300" y="406"/>
                    <a:pt x="297" y="406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68" name="Group 267"/>
          <p:cNvGrpSpPr/>
          <p:nvPr/>
        </p:nvGrpSpPr>
        <p:grpSpPr>
          <a:xfrm>
            <a:off x="5285319" y="1339852"/>
            <a:ext cx="338667" cy="563033"/>
            <a:chOff x="3963989" y="1004888"/>
            <a:chExt cx="254000" cy="422275"/>
          </a:xfrm>
          <a:solidFill>
            <a:schemeClr val="tx2"/>
          </a:solidFill>
        </p:grpSpPr>
        <p:sp>
          <p:nvSpPr>
            <p:cNvPr id="74" name="Freeform 39"/>
            <p:cNvSpPr>
              <a:spLocks noEditPoints="1"/>
            </p:cNvSpPr>
            <p:nvPr/>
          </p:nvSpPr>
          <p:spPr bwMode="auto">
            <a:xfrm>
              <a:off x="3963989" y="1004888"/>
              <a:ext cx="254000" cy="422275"/>
            </a:xfrm>
            <a:custGeom>
              <a:avLst/>
              <a:gdLst>
                <a:gd name="T0" fmla="*/ 232 w 255"/>
                <a:gd name="T1" fmla="*/ 0 h 425"/>
                <a:gd name="T2" fmla="*/ 23 w 255"/>
                <a:gd name="T3" fmla="*/ 0 h 425"/>
                <a:gd name="T4" fmla="*/ 0 w 255"/>
                <a:gd name="T5" fmla="*/ 22 h 425"/>
                <a:gd name="T6" fmla="*/ 0 w 255"/>
                <a:gd name="T7" fmla="*/ 402 h 425"/>
                <a:gd name="T8" fmla="*/ 23 w 255"/>
                <a:gd name="T9" fmla="*/ 425 h 425"/>
                <a:gd name="T10" fmla="*/ 232 w 255"/>
                <a:gd name="T11" fmla="*/ 425 h 425"/>
                <a:gd name="T12" fmla="*/ 255 w 255"/>
                <a:gd name="T13" fmla="*/ 402 h 425"/>
                <a:gd name="T14" fmla="*/ 255 w 255"/>
                <a:gd name="T15" fmla="*/ 22 h 425"/>
                <a:gd name="T16" fmla="*/ 232 w 255"/>
                <a:gd name="T17" fmla="*/ 0 h 425"/>
                <a:gd name="T18" fmla="*/ 236 w 255"/>
                <a:gd name="T19" fmla="*/ 402 h 425"/>
                <a:gd name="T20" fmla="*/ 232 w 255"/>
                <a:gd name="T21" fmla="*/ 406 h 425"/>
                <a:gd name="T22" fmla="*/ 23 w 255"/>
                <a:gd name="T23" fmla="*/ 406 h 425"/>
                <a:gd name="T24" fmla="*/ 19 w 255"/>
                <a:gd name="T25" fmla="*/ 402 h 425"/>
                <a:gd name="T26" fmla="*/ 19 w 255"/>
                <a:gd name="T27" fmla="*/ 22 h 425"/>
                <a:gd name="T28" fmla="*/ 23 w 255"/>
                <a:gd name="T29" fmla="*/ 18 h 425"/>
                <a:gd name="T30" fmla="*/ 232 w 255"/>
                <a:gd name="T31" fmla="*/ 18 h 425"/>
                <a:gd name="T32" fmla="*/ 236 w 255"/>
                <a:gd name="T33" fmla="*/ 22 h 425"/>
                <a:gd name="T34" fmla="*/ 236 w 255"/>
                <a:gd name="T35" fmla="*/ 402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55" h="425">
                  <a:moveTo>
                    <a:pt x="2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10" y="0"/>
                    <a:pt x="0" y="10"/>
                    <a:pt x="0" y="22"/>
                  </a:cubicBezTo>
                  <a:cubicBezTo>
                    <a:pt x="0" y="402"/>
                    <a:pt x="0" y="402"/>
                    <a:pt x="0" y="402"/>
                  </a:cubicBezTo>
                  <a:cubicBezTo>
                    <a:pt x="0" y="414"/>
                    <a:pt x="10" y="425"/>
                    <a:pt x="23" y="425"/>
                  </a:cubicBezTo>
                  <a:cubicBezTo>
                    <a:pt x="232" y="425"/>
                    <a:pt x="232" y="425"/>
                    <a:pt x="232" y="425"/>
                  </a:cubicBezTo>
                  <a:cubicBezTo>
                    <a:pt x="245" y="425"/>
                    <a:pt x="255" y="414"/>
                    <a:pt x="255" y="402"/>
                  </a:cubicBezTo>
                  <a:cubicBezTo>
                    <a:pt x="255" y="22"/>
                    <a:pt x="255" y="22"/>
                    <a:pt x="255" y="22"/>
                  </a:cubicBezTo>
                  <a:cubicBezTo>
                    <a:pt x="255" y="10"/>
                    <a:pt x="245" y="0"/>
                    <a:pt x="232" y="0"/>
                  </a:cubicBezTo>
                  <a:close/>
                  <a:moveTo>
                    <a:pt x="236" y="402"/>
                  </a:moveTo>
                  <a:cubicBezTo>
                    <a:pt x="236" y="404"/>
                    <a:pt x="234" y="406"/>
                    <a:pt x="232" y="406"/>
                  </a:cubicBezTo>
                  <a:cubicBezTo>
                    <a:pt x="23" y="406"/>
                    <a:pt x="23" y="406"/>
                    <a:pt x="23" y="406"/>
                  </a:cubicBezTo>
                  <a:cubicBezTo>
                    <a:pt x="21" y="406"/>
                    <a:pt x="19" y="404"/>
                    <a:pt x="19" y="402"/>
                  </a:cubicBezTo>
                  <a:cubicBezTo>
                    <a:pt x="19" y="22"/>
                    <a:pt x="19" y="22"/>
                    <a:pt x="19" y="22"/>
                  </a:cubicBezTo>
                  <a:cubicBezTo>
                    <a:pt x="19" y="20"/>
                    <a:pt x="21" y="18"/>
                    <a:pt x="23" y="18"/>
                  </a:cubicBezTo>
                  <a:cubicBezTo>
                    <a:pt x="232" y="18"/>
                    <a:pt x="232" y="18"/>
                    <a:pt x="232" y="18"/>
                  </a:cubicBezTo>
                  <a:cubicBezTo>
                    <a:pt x="234" y="18"/>
                    <a:pt x="236" y="20"/>
                    <a:pt x="236" y="22"/>
                  </a:cubicBezTo>
                  <a:lnTo>
                    <a:pt x="236" y="402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5" name="Freeform 40"/>
            <p:cNvSpPr>
              <a:spLocks noEditPoints="1"/>
            </p:cNvSpPr>
            <p:nvPr/>
          </p:nvSpPr>
          <p:spPr bwMode="auto">
            <a:xfrm>
              <a:off x="3990976" y="1068388"/>
              <a:ext cx="200025" cy="293688"/>
            </a:xfrm>
            <a:custGeom>
              <a:avLst/>
              <a:gdLst>
                <a:gd name="T0" fmla="*/ 192 w 202"/>
                <a:gd name="T1" fmla="*/ 0 h 294"/>
                <a:gd name="T2" fmla="*/ 9 w 202"/>
                <a:gd name="T3" fmla="*/ 0 h 294"/>
                <a:gd name="T4" fmla="*/ 0 w 202"/>
                <a:gd name="T5" fmla="*/ 10 h 294"/>
                <a:gd name="T6" fmla="*/ 0 w 202"/>
                <a:gd name="T7" fmla="*/ 285 h 294"/>
                <a:gd name="T8" fmla="*/ 9 w 202"/>
                <a:gd name="T9" fmla="*/ 294 h 294"/>
                <a:gd name="T10" fmla="*/ 192 w 202"/>
                <a:gd name="T11" fmla="*/ 294 h 294"/>
                <a:gd name="T12" fmla="*/ 202 w 202"/>
                <a:gd name="T13" fmla="*/ 285 h 294"/>
                <a:gd name="T14" fmla="*/ 202 w 202"/>
                <a:gd name="T15" fmla="*/ 10 h 294"/>
                <a:gd name="T16" fmla="*/ 192 w 202"/>
                <a:gd name="T17" fmla="*/ 0 h 294"/>
                <a:gd name="T18" fmla="*/ 183 w 202"/>
                <a:gd name="T19" fmla="*/ 275 h 294"/>
                <a:gd name="T20" fmla="*/ 18 w 202"/>
                <a:gd name="T21" fmla="*/ 275 h 294"/>
                <a:gd name="T22" fmla="*/ 18 w 202"/>
                <a:gd name="T23" fmla="*/ 19 h 294"/>
                <a:gd name="T24" fmla="*/ 183 w 202"/>
                <a:gd name="T25" fmla="*/ 19 h 294"/>
                <a:gd name="T26" fmla="*/ 183 w 202"/>
                <a:gd name="T27" fmla="*/ 275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2" h="294">
                  <a:moveTo>
                    <a:pt x="192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285"/>
                    <a:pt x="0" y="285"/>
                    <a:pt x="0" y="285"/>
                  </a:cubicBezTo>
                  <a:cubicBezTo>
                    <a:pt x="0" y="290"/>
                    <a:pt x="4" y="294"/>
                    <a:pt x="9" y="294"/>
                  </a:cubicBezTo>
                  <a:cubicBezTo>
                    <a:pt x="192" y="294"/>
                    <a:pt x="192" y="294"/>
                    <a:pt x="192" y="294"/>
                  </a:cubicBezTo>
                  <a:cubicBezTo>
                    <a:pt x="197" y="294"/>
                    <a:pt x="202" y="290"/>
                    <a:pt x="202" y="285"/>
                  </a:cubicBezTo>
                  <a:cubicBezTo>
                    <a:pt x="202" y="10"/>
                    <a:pt x="202" y="10"/>
                    <a:pt x="202" y="10"/>
                  </a:cubicBezTo>
                  <a:cubicBezTo>
                    <a:pt x="202" y="4"/>
                    <a:pt x="197" y="0"/>
                    <a:pt x="192" y="0"/>
                  </a:cubicBezTo>
                  <a:close/>
                  <a:moveTo>
                    <a:pt x="183" y="275"/>
                  </a:moveTo>
                  <a:cubicBezTo>
                    <a:pt x="18" y="275"/>
                    <a:pt x="18" y="275"/>
                    <a:pt x="18" y="275"/>
                  </a:cubicBezTo>
                  <a:cubicBezTo>
                    <a:pt x="18" y="19"/>
                    <a:pt x="18" y="19"/>
                    <a:pt x="18" y="19"/>
                  </a:cubicBezTo>
                  <a:cubicBezTo>
                    <a:pt x="183" y="19"/>
                    <a:pt x="183" y="19"/>
                    <a:pt x="183" y="19"/>
                  </a:cubicBezTo>
                  <a:lnTo>
                    <a:pt x="183" y="275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6" name="Oval 41"/>
            <p:cNvSpPr>
              <a:spLocks noChangeArrowheads="1"/>
            </p:cNvSpPr>
            <p:nvPr/>
          </p:nvSpPr>
          <p:spPr bwMode="auto">
            <a:xfrm>
              <a:off x="4075114" y="1362076"/>
              <a:ext cx="44450" cy="4603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7" name="Freeform 42"/>
            <p:cNvSpPr>
              <a:spLocks/>
            </p:cNvSpPr>
            <p:nvPr/>
          </p:nvSpPr>
          <p:spPr bwMode="auto">
            <a:xfrm>
              <a:off x="4054476" y="1042988"/>
              <a:ext cx="71438" cy="19050"/>
            </a:xfrm>
            <a:custGeom>
              <a:avLst/>
              <a:gdLst>
                <a:gd name="T0" fmla="*/ 9 w 71"/>
                <a:gd name="T1" fmla="*/ 19 h 19"/>
                <a:gd name="T2" fmla="*/ 62 w 71"/>
                <a:gd name="T3" fmla="*/ 19 h 19"/>
                <a:gd name="T4" fmla="*/ 71 w 71"/>
                <a:gd name="T5" fmla="*/ 9 h 19"/>
                <a:gd name="T6" fmla="*/ 62 w 71"/>
                <a:gd name="T7" fmla="*/ 0 h 19"/>
                <a:gd name="T8" fmla="*/ 9 w 71"/>
                <a:gd name="T9" fmla="*/ 0 h 19"/>
                <a:gd name="T10" fmla="*/ 0 w 71"/>
                <a:gd name="T11" fmla="*/ 9 h 19"/>
                <a:gd name="T12" fmla="*/ 9 w 71"/>
                <a:gd name="T13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1" h="19">
                  <a:moveTo>
                    <a:pt x="9" y="19"/>
                  </a:moveTo>
                  <a:cubicBezTo>
                    <a:pt x="62" y="19"/>
                    <a:pt x="62" y="19"/>
                    <a:pt x="62" y="19"/>
                  </a:cubicBezTo>
                  <a:cubicBezTo>
                    <a:pt x="67" y="19"/>
                    <a:pt x="71" y="14"/>
                    <a:pt x="71" y="9"/>
                  </a:cubicBezTo>
                  <a:cubicBezTo>
                    <a:pt x="71" y="4"/>
                    <a:pt x="67" y="0"/>
                    <a:pt x="62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4"/>
                    <a:pt x="4" y="19"/>
                    <a:pt x="9" y="19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72" name="Group 271"/>
          <p:cNvGrpSpPr/>
          <p:nvPr/>
        </p:nvGrpSpPr>
        <p:grpSpPr>
          <a:xfrm>
            <a:off x="9440335" y="1339852"/>
            <a:ext cx="495300" cy="563033"/>
            <a:chOff x="7080251" y="1004888"/>
            <a:chExt cx="371475" cy="422275"/>
          </a:xfrm>
          <a:solidFill>
            <a:schemeClr val="tx2"/>
          </a:solidFill>
        </p:grpSpPr>
        <p:sp>
          <p:nvSpPr>
            <p:cNvPr id="78" name="Freeform 43"/>
            <p:cNvSpPr>
              <a:spLocks/>
            </p:cNvSpPr>
            <p:nvPr/>
          </p:nvSpPr>
          <p:spPr bwMode="auto">
            <a:xfrm>
              <a:off x="7080251" y="1017588"/>
              <a:ext cx="371475" cy="409575"/>
            </a:xfrm>
            <a:custGeom>
              <a:avLst/>
              <a:gdLst>
                <a:gd name="T0" fmla="*/ 350 w 372"/>
                <a:gd name="T1" fmla="*/ 0 h 412"/>
                <a:gd name="T2" fmla="*/ 297 w 372"/>
                <a:gd name="T3" fmla="*/ 0 h 412"/>
                <a:gd name="T4" fmla="*/ 288 w 372"/>
                <a:gd name="T5" fmla="*/ 9 h 412"/>
                <a:gd name="T6" fmla="*/ 297 w 372"/>
                <a:gd name="T7" fmla="*/ 18 h 412"/>
                <a:gd name="T8" fmla="*/ 350 w 372"/>
                <a:gd name="T9" fmla="*/ 18 h 412"/>
                <a:gd name="T10" fmla="*/ 354 w 372"/>
                <a:gd name="T11" fmla="*/ 22 h 412"/>
                <a:gd name="T12" fmla="*/ 354 w 372"/>
                <a:gd name="T13" fmla="*/ 389 h 412"/>
                <a:gd name="T14" fmla="*/ 350 w 372"/>
                <a:gd name="T15" fmla="*/ 393 h 412"/>
                <a:gd name="T16" fmla="*/ 22 w 372"/>
                <a:gd name="T17" fmla="*/ 393 h 412"/>
                <a:gd name="T18" fmla="*/ 18 w 372"/>
                <a:gd name="T19" fmla="*/ 389 h 412"/>
                <a:gd name="T20" fmla="*/ 18 w 372"/>
                <a:gd name="T21" fmla="*/ 22 h 412"/>
                <a:gd name="T22" fmla="*/ 22 w 372"/>
                <a:gd name="T23" fmla="*/ 18 h 412"/>
                <a:gd name="T24" fmla="*/ 75 w 372"/>
                <a:gd name="T25" fmla="*/ 18 h 412"/>
                <a:gd name="T26" fmla="*/ 84 w 372"/>
                <a:gd name="T27" fmla="*/ 9 h 412"/>
                <a:gd name="T28" fmla="*/ 75 w 372"/>
                <a:gd name="T29" fmla="*/ 0 h 412"/>
                <a:gd name="T30" fmla="*/ 22 w 372"/>
                <a:gd name="T31" fmla="*/ 0 h 412"/>
                <a:gd name="T32" fmla="*/ 0 w 372"/>
                <a:gd name="T33" fmla="*/ 22 h 412"/>
                <a:gd name="T34" fmla="*/ 0 w 372"/>
                <a:gd name="T35" fmla="*/ 389 h 412"/>
                <a:gd name="T36" fmla="*/ 22 w 372"/>
                <a:gd name="T37" fmla="*/ 412 h 412"/>
                <a:gd name="T38" fmla="*/ 350 w 372"/>
                <a:gd name="T39" fmla="*/ 412 h 412"/>
                <a:gd name="T40" fmla="*/ 372 w 372"/>
                <a:gd name="T41" fmla="*/ 389 h 412"/>
                <a:gd name="T42" fmla="*/ 372 w 372"/>
                <a:gd name="T43" fmla="*/ 22 h 412"/>
                <a:gd name="T44" fmla="*/ 350 w 372"/>
                <a:gd name="T45" fmla="*/ 0 h 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72" h="412">
                  <a:moveTo>
                    <a:pt x="350" y="0"/>
                  </a:moveTo>
                  <a:cubicBezTo>
                    <a:pt x="297" y="0"/>
                    <a:pt x="297" y="0"/>
                    <a:pt x="297" y="0"/>
                  </a:cubicBezTo>
                  <a:cubicBezTo>
                    <a:pt x="292" y="0"/>
                    <a:pt x="288" y="4"/>
                    <a:pt x="288" y="9"/>
                  </a:cubicBezTo>
                  <a:cubicBezTo>
                    <a:pt x="288" y="14"/>
                    <a:pt x="292" y="18"/>
                    <a:pt x="297" y="18"/>
                  </a:cubicBezTo>
                  <a:cubicBezTo>
                    <a:pt x="350" y="18"/>
                    <a:pt x="350" y="18"/>
                    <a:pt x="350" y="18"/>
                  </a:cubicBezTo>
                  <a:cubicBezTo>
                    <a:pt x="352" y="18"/>
                    <a:pt x="354" y="20"/>
                    <a:pt x="354" y="22"/>
                  </a:cubicBezTo>
                  <a:cubicBezTo>
                    <a:pt x="354" y="389"/>
                    <a:pt x="354" y="389"/>
                    <a:pt x="354" y="389"/>
                  </a:cubicBezTo>
                  <a:cubicBezTo>
                    <a:pt x="354" y="392"/>
                    <a:pt x="352" y="393"/>
                    <a:pt x="350" y="393"/>
                  </a:cubicBezTo>
                  <a:cubicBezTo>
                    <a:pt x="22" y="393"/>
                    <a:pt x="22" y="393"/>
                    <a:pt x="22" y="393"/>
                  </a:cubicBezTo>
                  <a:cubicBezTo>
                    <a:pt x="20" y="393"/>
                    <a:pt x="18" y="392"/>
                    <a:pt x="18" y="389"/>
                  </a:cubicBezTo>
                  <a:cubicBezTo>
                    <a:pt x="18" y="22"/>
                    <a:pt x="18" y="22"/>
                    <a:pt x="18" y="22"/>
                  </a:cubicBezTo>
                  <a:cubicBezTo>
                    <a:pt x="18" y="20"/>
                    <a:pt x="20" y="18"/>
                    <a:pt x="22" y="18"/>
                  </a:cubicBezTo>
                  <a:cubicBezTo>
                    <a:pt x="75" y="18"/>
                    <a:pt x="75" y="18"/>
                    <a:pt x="75" y="18"/>
                  </a:cubicBezTo>
                  <a:cubicBezTo>
                    <a:pt x="80" y="18"/>
                    <a:pt x="84" y="14"/>
                    <a:pt x="84" y="9"/>
                  </a:cubicBezTo>
                  <a:cubicBezTo>
                    <a:pt x="84" y="4"/>
                    <a:pt x="80" y="0"/>
                    <a:pt x="7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9" y="0"/>
                    <a:pt x="0" y="9"/>
                    <a:pt x="0" y="22"/>
                  </a:cubicBezTo>
                  <a:cubicBezTo>
                    <a:pt x="0" y="389"/>
                    <a:pt x="0" y="389"/>
                    <a:pt x="0" y="389"/>
                  </a:cubicBezTo>
                  <a:cubicBezTo>
                    <a:pt x="0" y="402"/>
                    <a:pt x="9" y="412"/>
                    <a:pt x="22" y="412"/>
                  </a:cubicBezTo>
                  <a:cubicBezTo>
                    <a:pt x="350" y="412"/>
                    <a:pt x="350" y="412"/>
                    <a:pt x="350" y="412"/>
                  </a:cubicBezTo>
                  <a:cubicBezTo>
                    <a:pt x="363" y="412"/>
                    <a:pt x="372" y="402"/>
                    <a:pt x="372" y="389"/>
                  </a:cubicBezTo>
                  <a:cubicBezTo>
                    <a:pt x="372" y="22"/>
                    <a:pt x="372" y="22"/>
                    <a:pt x="372" y="22"/>
                  </a:cubicBezTo>
                  <a:cubicBezTo>
                    <a:pt x="372" y="9"/>
                    <a:pt x="363" y="0"/>
                    <a:pt x="35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9" name="Freeform 44"/>
            <p:cNvSpPr>
              <a:spLocks/>
            </p:cNvSpPr>
            <p:nvPr/>
          </p:nvSpPr>
          <p:spPr bwMode="auto">
            <a:xfrm>
              <a:off x="7119939" y="1055688"/>
              <a:ext cx="292100" cy="331788"/>
            </a:xfrm>
            <a:custGeom>
              <a:avLst/>
              <a:gdLst>
                <a:gd name="T0" fmla="*/ 36 w 294"/>
                <a:gd name="T1" fmla="*/ 19 h 333"/>
                <a:gd name="T2" fmla="*/ 45 w 294"/>
                <a:gd name="T3" fmla="*/ 9 h 333"/>
                <a:gd name="T4" fmla="*/ 36 w 294"/>
                <a:gd name="T5" fmla="*/ 0 h 333"/>
                <a:gd name="T6" fmla="*/ 9 w 294"/>
                <a:gd name="T7" fmla="*/ 0 h 333"/>
                <a:gd name="T8" fmla="*/ 0 w 294"/>
                <a:gd name="T9" fmla="*/ 9 h 333"/>
                <a:gd name="T10" fmla="*/ 0 w 294"/>
                <a:gd name="T11" fmla="*/ 324 h 333"/>
                <a:gd name="T12" fmla="*/ 9 w 294"/>
                <a:gd name="T13" fmla="*/ 333 h 333"/>
                <a:gd name="T14" fmla="*/ 285 w 294"/>
                <a:gd name="T15" fmla="*/ 333 h 333"/>
                <a:gd name="T16" fmla="*/ 294 w 294"/>
                <a:gd name="T17" fmla="*/ 324 h 333"/>
                <a:gd name="T18" fmla="*/ 294 w 294"/>
                <a:gd name="T19" fmla="*/ 9 h 333"/>
                <a:gd name="T20" fmla="*/ 285 w 294"/>
                <a:gd name="T21" fmla="*/ 0 h 333"/>
                <a:gd name="T22" fmla="*/ 258 w 294"/>
                <a:gd name="T23" fmla="*/ 0 h 333"/>
                <a:gd name="T24" fmla="*/ 249 w 294"/>
                <a:gd name="T25" fmla="*/ 9 h 333"/>
                <a:gd name="T26" fmla="*/ 258 w 294"/>
                <a:gd name="T27" fmla="*/ 19 h 333"/>
                <a:gd name="T28" fmla="*/ 275 w 294"/>
                <a:gd name="T29" fmla="*/ 19 h 333"/>
                <a:gd name="T30" fmla="*/ 275 w 294"/>
                <a:gd name="T31" fmla="*/ 314 h 333"/>
                <a:gd name="T32" fmla="*/ 19 w 294"/>
                <a:gd name="T33" fmla="*/ 314 h 333"/>
                <a:gd name="T34" fmla="*/ 19 w 294"/>
                <a:gd name="T35" fmla="*/ 19 h 333"/>
                <a:gd name="T36" fmla="*/ 36 w 294"/>
                <a:gd name="T37" fmla="*/ 19 h 3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94" h="333">
                  <a:moveTo>
                    <a:pt x="36" y="19"/>
                  </a:moveTo>
                  <a:cubicBezTo>
                    <a:pt x="41" y="19"/>
                    <a:pt x="45" y="15"/>
                    <a:pt x="45" y="9"/>
                  </a:cubicBezTo>
                  <a:cubicBezTo>
                    <a:pt x="45" y="4"/>
                    <a:pt x="41" y="0"/>
                    <a:pt x="36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324"/>
                    <a:pt x="0" y="324"/>
                    <a:pt x="0" y="324"/>
                  </a:cubicBezTo>
                  <a:cubicBezTo>
                    <a:pt x="0" y="329"/>
                    <a:pt x="4" y="333"/>
                    <a:pt x="9" y="333"/>
                  </a:cubicBezTo>
                  <a:cubicBezTo>
                    <a:pt x="285" y="333"/>
                    <a:pt x="285" y="333"/>
                    <a:pt x="285" y="333"/>
                  </a:cubicBezTo>
                  <a:cubicBezTo>
                    <a:pt x="290" y="333"/>
                    <a:pt x="294" y="329"/>
                    <a:pt x="294" y="324"/>
                  </a:cubicBezTo>
                  <a:cubicBezTo>
                    <a:pt x="294" y="9"/>
                    <a:pt x="294" y="9"/>
                    <a:pt x="294" y="9"/>
                  </a:cubicBezTo>
                  <a:cubicBezTo>
                    <a:pt x="294" y="4"/>
                    <a:pt x="290" y="0"/>
                    <a:pt x="285" y="0"/>
                  </a:cubicBezTo>
                  <a:cubicBezTo>
                    <a:pt x="258" y="0"/>
                    <a:pt x="258" y="0"/>
                    <a:pt x="258" y="0"/>
                  </a:cubicBezTo>
                  <a:cubicBezTo>
                    <a:pt x="253" y="0"/>
                    <a:pt x="249" y="4"/>
                    <a:pt x="249" y="9"/>
                  </a:cubicBezTo>
                  <a:cubicBezTo>
                    <a:pt x="249" y="15"/>
                    <a:pt x="253" y="19"/>
                    <a:pt x="258" y="19"/>
                  </a:cubicBezTo>
                  <a:cubicBezTo>
                    <a:pt x="275" y="19"/>
                    <a:pt x="275" y="19"/>
                    <a:pt x="275" y="19"/>
                  </a:cubicBezTo>
                  <a:cubicBezTo>
                    <a:pt x="275" y="314"/>
                    <a:pt x="275" y="314"/>
                    <a:pt x="275" y="314"/>
                  </a:cubicBezTo>
                  <a:cubicBezTo>
                    <a:pt x="19" y="314"/>
                    <a:pt x="19" y="314"/>
                    <a:pt x="19" y="314"/>
                  </a:cubicBezTo>
                  <a:cubicBezTo>
                    <a:pt x="19" y="19"/>
                    <a:pt x="19" y="19"/>
                    <a:pt x="19" y="19"/>
                  </a:cubicBezTo>
                  <a:lnTo>
                    <a:pt x="36" y="19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0" name="Freeform 45"/>
            <p:cNvSpPr>
              <a:spLocks noEditPoints="1"/>
            </p:cNvSpPr>
            <p:nvPr/>
          </p:nvSpPr>
          <p:spPr bwMode="auto">
            <a:xfrm>
              <a:off x="7170739" y="1004888"/>
              <a:ext cx="188913" cy="95250"/>
            </a:xfrm>
            <a:custGeom>
              <a:avLst/>
              <a:gdLst>
                <a:gd name="T0" fmla="*/ 29 w 190"/>
                <a:gd name="T1" fmla="*/ 97 h 97"/>
                <a:gd name="T2" fmla="*/ 161 w 190"/>
                <a:gd name="T3" fmla="*/ 97 h 97"/>
                <a:gd name="T4" fmla="*/ 190 w 190"/>
                <a:gd name="T5" fmla="*/ 68 h 97"/>
                <a:gd name="T6" fmla="*/ 190 w 190"/>
                <a:gd name="T7" fmla="*/ 9 h 97"/>
                <a:gd name="T8" fmla="*/ 180 w 190"/>
                <a:gd name="T9" fmla="*/ 0 h 97"/>
                <a:gd name="T10" fmla="*/ 10 w 190"/>
                <a:gd name="T11" fmla="*/ 0 h 97"/>
                <a:gd name="T12" fmla="*/ 0 w 190"/>
                <a:gd name="T13" fmla="*/ 9 h 97"/>
                <a:gd name="T14" fmla="*/ 0 w 190"/>
                <a:gd name="T15" fmla="*/ 68 h 97"/>
                <a:gd name="T16" fmla="*/ 29 w 190"/>
                <a:gd name="T17" fmla="*/ 97 h 97"/>
                <a:gd name="T18" fmla="*/ 19 w 190"/>
                <a:gd name="T19" fmla="*/ 18 h 97"/>
                <a:gd name="T20" fmla="*/ 171 w 190"/>
                <a:gd name="T21" fmla="*/ 18 h 97"/>
                <a:gd name="T22" fmla="*/ 171 w 190"/>
                <a:gd name="T23" fmla="*/ 68 h 97"/>
                <a:gd name="T24" fmla="*/ 161 w 190"/>
                <a:gd name="T25" fmla="*/ 78 h 97"/>
                <a:gd name="T26" fmla="*/ 29 w 190"/>
                <a:gd name="T27" fmla="*/ 78 h 97"/>
                <a:gd name="T28" fmla="*/ 19 w 190"/>
                <a:gd name="T29" fmla="*/ 68 h 97"/>
                <a:gd name="T30" fmla="*/ 19 w 190"/>
                <a:gd name="T31" fmla="*/ 18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0" h="97">
                  <a:moveTo>
                    <a:pt x="29" y="97"/>
                  </a:moveTo>
                  <a:cubicBezTo>
                    <a:pt x="161" y="97"/>
                    <a:pt x="161" y="97"/>
                    <a:pt x="161" y="97"/>
                  </a:cubicBezTo>
                  <a:cubicBezTo>
                    <a:pt x="178" y="97"/>
                    <a:pt x="190" y="85"/>
                    <a:pt x="190" y="68"/>
                  </a:cubicBezTo>
                  <a:cubicBezTo>
                    <a:pt x="190" y="9"/>
                    <a:pt x="190" y="9"/>
                    <a:pt x="190" y="9"/>
                  </a:cubicBezTo>
                  <a:cubicBezTo>
                    <a:pt x="190" y="4"/>
                    <a:pt x="185" y="0"/>
                    <a:pt x="180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68"/>
                    <a:pt x="0" y="68"/>
                    <a:pt x="0" y="68"/>
                  </a:cubicBezTo>
                  <a:cubicBezTo>
                    <a:pt x="0" y="85"/>
                    <a:pt x="12" y="97"/>
                    <a:pt x="29" y="97"/>
                  </a:cubicBezTo>
                  <a:close/>
                  <a:moveTo>
                    <a:pt x="19" y="18"/>
                  </a:moveTo>
                  <a:cubicBezTo>
                    <a:pt x="171" y="18"/>
                    <a:pt x="171" y="18"/>
                    <a:pt x="171" y="18"/>
                  </a:cubicBezTo>
                  <a:cubicBezTo>
                    <a:pt x="171" y="68"/>
                    <a:pt x="171" y="68"/>
                    <a:pt x="171" y="68"/>
                  </a:cubicBezTo>
                  <a:cubicBezTo>
                    <a:pt x="171" y="75"/>
                    <a:pt x="168" y="78"/>
                    <a:pt x="161" y="78"/>
                  </a:cubicBezTo>
                  <a:cubicBezTo>
                    <a:pt x="29" y="78"/>
                    <a:pt x="29" y="78"/>
                    <a:pt x="29" y="78"/>
                  </a:cubicBezTo>
                  <a:cubicBezTo>
                    <a:pt x="22" y="78"/>
                    <a:pt x="19" y="75"/>
                    <a:pt x="19" y="68"/>
                  </a:cubicBezTo>
                  <a:lnTo>
                    <a:pt x="19" y="18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1" name="Freeform 46"/>
            <p:cNvSpPr>
              <a:spLocks/>
            </p:cNvSpPr>
            <p:nvPr/>
          </p:nvSpPr>
          <p:spPr bwMode="auto">
            <a:xfrm>
              <a:off x="7185026" y="1200151"/>
              <a:ext cx="161925" cy="17463"/>
            </a:xfrm>
            <a:custGeom>
              <a:avLst/>
              <a:gdLst>
                <a:gd name="T0" fmla="*/ 9 w 162"/>
                <a:gd name="T1" fmla="*/ 19 h 19"/>
                <a:gd name="T2" fmla="*/ 153 w 162"/>
                <a:gd name="T3" fmla="*/ 19 h 19"/>
                <a:gd name="T4" fmla="*/ 162 w 162"/>
                <a:gd name="T5" fmla="*/ 10 h 19"/>
                <a:gd name="T6" fmla="*/ 153 w 162"/>
                <a:gd name="T7" fmla="*/ 0 h 19"/>
                <a:gd name="T8" fmla="*/ 9 w 162"/>
                <a:gd name="T9" fmla="*/ 0 h 19"/>
                <a:gd name="T10" fmla="*/ 0 w 162"/>
                <a:gd name="T11" fmla="*/ 10 h 19"/>
                <a:gd name="T12" fmla="*/ 9 w 162"/>
                <a:gd name="T13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2" h="19">
                  <a:moveTo>
                    <a:pt x="9" y="19"/>
                  </a:moveTo>
                  <a:cubicBezTo>
                    <a:pt x="153" y="19"/>
                    <a:pt x="153" y="19"/>
                    <a:pt x="153" y="19"/>
                  </a:cubicBezTo>
                  <a:cubicBezTo>
                    <a:pt x="158" y="19"/>
                    <a:pt x="162" y="15"/>
                    <a:pt x="162" y="10"/>
                  </a:cubicBezTo>
                  <a:cubicBezTo>
                    <a:pt x="162" y="4"/>
                    <a:pt x="158" y="0"/>
                    <a:pt x="153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15"/>
                    <a:pt x="4" y="19"/>
                    <a:pt x="9" y="19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2" name="Freeform 47"/>
            <p:cNvSpPr>
              <a:spLocks/>
            </p:cNvSpPr>
            <p:nvPr/>
          </p:nvSpPr>
          <p:spPr bwMode="auto">
            <a:xfrm>
              <a:off x="7185026" y="1147763"/>
              <a:ext cx="161925" cy="17463"/>
            </a:xfrm>
            <a:custGeom>
              <a:avLst/>
              <a:gdLst>
                <a:gd name="T0" fmla="*/ 9 w 162"/>
                <a:gd name="T1" fmla="*/ 18 h 18"/>
                <a:gd name="T2" fmla="*/ 153 w 162"/>
                <a:gd name="T3" fmla="*/ 18 h 18"/>
                <a:gd name="T4" fmla="*/ 162 w 162"/>
                <a:gd name="T5" fmla="*/ 9 h 18"/>
                <a:gd name="T6" fmla="*/ 153 w 162"/>
                <a:gd name="T7" fmla="*/ 0 h 18"/>
                <a:gd name="T8" fmla="*/ 9 w 162"/>
                <a:gd name="T9" fmla="*/ 0 h 18"/>
                <a:gd name="T10" fmla="*/ 0 w 162"/>
                <a:gd name="T11" fmla="*/ 9 h 18"/>
                <a:gd name="T12" fmla="*/ 9 w 162"/>
                <a:gd name="T13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2" h="18">
                  <a:moveTo>
                    <a:pt x="9" y="18"/>
                  </a:moveTo>
                  <a:cubicBezTo>
                    <a:pt x="153" y="18"/>
                    <a:pt x="153" y="18"/>
                    <a:pt x="153" y="18"/>
                  </a:cubicBezTo>
                  <a:cubicBezTo>
                    <a:pt x="158" y="18"/>
                    <a:pt x="162" y="14"/>
                    <a:pt x="162" y="9"/>
                  </a:cubicBezTo>
                  <a:cubicBezTo>
                    <a:pt x="162" y="4"/>
                    <a:pt x="158" y="0"/>
                    <a:pt x="153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4"/>
                    <a:pt x="4" y="18"/>
                    <a:pt x="9" y="1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3" name="Freeform 48"/>
            <p:cNvSpPr>
              <a:spLocks/>
            </p:cNvSpPr>
            <p:nvPr/>
          </p:nvSpPr>
          <p:spPr bwMode="auto">
            <a:xfrm>
              <a:off x="7185026" y="1252538"/>
              <a:ext cx="161925" cy="17463"/>
            </a:xfrm>
            <a:custGeom>
              <a:avLst/>
              <a:gdLst>
                <a:gd name="T0" fmla="*/ 9 w 162"/>
                <a:gd name="T1" fmla="*/ 18 h 18"/>
                <a:gd name="T2" fmla="*/ 153 w 162"/>
                <a:gd name="T3" fmla="*/ 18 h 18"/>
                <a:gd name="T4" fmla="*/ 162 w 162"/>
                <a:gd name="T5" fmla="*/ 9 h 18"/>
                <a:gd name="T6" fmla="*/ 153 w 162"/>
                <a:gd name="T7" fmla="*/ 0 h 18"/>
                <a:gd name="T8" fmla="*/ 9 w 162"/>
                <a:gd name="T9" fmla="*/ 0 h 18"/>
                <a:gd name="T10" fmla="*/ 0 w 162"/>
                <a:gd name="T11" fmla="*/ 9 h 18"/>
                <a:gd name="T12" fmla="*/ 9 w 162"/>
                <a:gd name="T13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2" h="18">
                  <a:moveTo>
                    <a:pt x="9" y="18"/>
                  </a:moveTo>
                  <a:cubicBezTo>
                    <a:pt x="153" y="18"/>
                    <a:pt x="153" y="18"/>
                    <a:pt x="153" y="18"/>
                  </a:cubicBezTo>
                  <a:cubicBezTo>
                    <a:pt x="158" y="18"/>
                    <a:pt x="162" y="14"/>
                    <a:pt x="162" y="9"/>
                  </a:cubicBezTo>
                  <a:cubicBezTo>
                    <a:pt x="162" y="4"/>
                    <a:pt x="158" y="0"/>
                    <a:pt x="153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4"/>
                    <a:pt x="4" y="18"/>
                    <a:pt x="9" y="1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4" name="Freeform 49"/>
            <p:cNvSpPr>
              <a:spLocks/>
            </p:cNvSpPr>
            <p:nvPr/>
          </p:nvSpPr>
          <p:spPr bwMode="auto">
            <a:xfrm>
              <a:off x="7185026" y="1303338"/>
              <a:ext cx="161925" cy="19050"/>
            </a:xfrm>
            <a:custGeom>
              <a:avLst/>
              <a:gdLst>
                <a:gd name="T0" fmla="*/ 9 w 162"/>
                <a:gd name="T1" fmla="*/ 19 h 19"/>
                <a:gd name="T2" fmla="*/ 153 w 162"/>
                <a:gd name="T3" fmla="*/ 19 h 19"/>
                <a:gd name="T4" fmla="*/ 162 w 162"/>
                <a:gd name="T5" fmla="*/ 9 h 19"/>
                <a:gd name="T6" fmla="*/ 153 w 162"/>
                <a:gd name="T7" fmla="*/ 0 h 19"/>
                <a:gd name="T8" fmla="*/ 9 w 162"/>
                <a:gd name="T9" fmla="*/ 0 h 19"/>
                <a:gd name="T10" fmla="*/ 0 w 162"/>
                <a:gd name="T11" fmla="*/ 9 h 19"/>
                <a:gd name="T12" fmla="*/ 9 w 162"/>
                <a:gd name="T13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2" h="19">
                  <a:moveTo>
                    <a:pt x="9" y="19"/>
                  </a:moveTo>
                  <a:cubicBezTo>
                    <a:pt x="153" y="19"/>
                    <a:pt x="153" y="19"/>
                    <a:pt x="153" y="19"/>
                  </a:cubicBezTo>
                  <a:cubicBezTo>
                    <a:pt x="158" y="19"/>
                    <a:pt x="162" y="15"/>
                    <a:pt x="162" y="9"/>
                  </a:cubicBezTo>
                  <a:cubicBezTo>
                    <a:pt x="162" y="4"/>
                    <a:pt x="158" y="0"/>
                    <a:pt x="153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5"/>
                    <a:pt x="4" y="19"/>
                    <a:pt x="9" y="19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73" name="Group 272"/>
          <p:cNvGrpSpPr/>
          <p:nvPr/>
        </p:nvGrpSpPr>
        <p:grpSpPr>
          <a:xfrm>
            <a:off x="10517719" y="1339852"/>
            <a:ext cx="738717" cy="563033"/>
            <a:chOff x="7888289" y="1004888"/>
            <a:chExt cx="554038" cy="422275"/>
          </a:xfrm>
          <a:solidFill>
            <a:schemeClr val="tx2"/>
          </a:solidFill>
        </p:grpSpPr>
        <p:sp>
          <p:nvSpPr>
            <p:cNvPr id="85" name="Freeform 50"/>
            <p:cNvSpPr>
              <a:spLocks/>
            </p:cNvSpPr>
            <p:nvPr/>
          </p:nvSpPr>
          <p:spPr bwMode="auto">
            <a:xfrm>
              <a:off x="8345489" y="1004888"/>
              <a:ext cx="58738" cy="382588"/>
            </a:xfrm>
            <a:custGeom>
              <a:avLst/>
              <a:gdLst>
                <a:gd name="T0" fmla="*/ 29 w 58"/>
                <a:gd name="T1" fmla="*/ 385 h 385"/>
                <a:gd name="T2" fmla="*/ 58 w 58"/>
                <a:gd name="T3" fmla="*/ 356 h 385"/>
                <a:gd name="T4" fmla="*/ 58 w 58"/>
                <a:gd name="T5" fmla="*/ 9 h 385"/>
                <a:gd name="T6" fmla="*/ 48 w 58"/>
                <a:gd name="T7" fmla="*/ 0 h 385"/>
                <a:gd name="T8" fmla="*/ 39 w 58"/>
                <a:gd name="T9" fmla="*/ 9 h 385"/>
                <a:gd name="T10" fmla="*/ 39 w 58"/>
                <a:gd name="T11" fmla="*/ 356 h 385"/>
                <a:gd name="T12" fmla="*/ 29 w 58"/>
                <a:gd name="T13" fmla="*/ 366 h 385"/>
                <a:gd name="T14" fmla="*/ 18 w 58"/>
                <a:gd name="T15" fmla="*/ 356 h 385"/>
                <a:gd name="T16" fmla="*/ 18 w 58"/>
                <a:gd name="T17" fmla="*/ 9 h 385"/>
                <a:gd name="T18" fmla="*/ 9 w 58"/>
                <a:gd name="T19" fmla="*/ 0 h 385"/>
                <a:gd name="T20" fmla="*/ 0 w 58"/>
                <a:gd name="T21" fmla="*/ 9 h 385"/>
                <a:gd name="T22" fmla="*/ 0 w 58"/>
                <a:gd name="T23" fmla="*/ 356 h 385"/>
                <a:gd name="T24" fmla="*/ 29 w 58"/>
                <a:gd name="T25" fmla="*/ 385 h 3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8" h="385">
                  <a:moveTo>
                    <a:pt x="29" y="385"/>
                  </a:moveTo>
                  <a:cubicBezTo>
                    <a:pt x="46" y="385"/>
                    <a:pt x="58" y="374"/>
                    <a:pt x="58" y="356"/>
                  </a:cubicBezTo>
                  <a:cubicBezTo>
                    <a:pt x="58" y="9"/>
                    <a:pt x="58" y="9"/>
                    <a:pt x="58" y="9"/>
                  </a:cubicBezTo>
                  <a:cubicBezTo>
                    <a:pt x="58" y="4"/>
                    <a:pt x="54" y="0"/>
                    <a:pt x="48" y="0"/>
                  </a:cubicBezTo>
                  <a:cubicBezTo>
                    <a:pt x="43" y="0"/>
                    <a:pt x="39" y="4"/>
                    <a:pt x="39" y="9"/>
                  </a:cubicBezTo>
                  <a:cubicBezTo>
                    <a:pt x="39" y="356"/>
                    <a:pt x="39" y="356"/>
                    <a:pt x="39" y="356"/>
                  </a:cubicBezTo>
                  <a:cubicBezTo>
                    <a:pt x="39" y="359"/>
                    <a:pt x="39" y="366"/>
                    <a:pt x="29" y="366"/>
                  </a:cubicBezTo>
                  <a:cubicBezTo>
                    <a:pt x="26" y="366"/>
                    <a:pt x="18" y="366"/>
                    <a:pt x="18" y="356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18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356"/>
                    <a:pt x="0" y="356"/>
                    <a:pt x="0" y="356"/>
                  </a:cubicBezTo>
                  <a:cubicBezTo>
                    <a:pt x="0" y="375"/>
                    <a:pt x="14" y="385"/>
                    <a:pt x="29" y="385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6" name="Freeform 51"/>
            <p:cNvSpPr>
              <a:spLocks noEditPoints="1"/>
            </p:cNvSpPr>
            <p:nvPr/>
          </p:nvSpPr>
          <p:spPr bwMode="auto">
            <a:xfrm>
              <a:off x="7942264" y="1147763"/>
              <a:ext cx="147638" cy="134938"/>
            </a:xfrm>
            <a:custGeom>
              <a:avLst/>
              <a:gdLst>
                <a:gd name="T0" fmla="*/ 140 w 149"/>
                <a:gd name="T1" fmla="*/ 0 h 136"/>
                <a:gd name="T2" fmla="*/ 9 w 149"/>
                <a:gd name="T3" fmla="*/ 0 h 136"/>
                <a:gd name="T4" fmla="*/ 0 w 149"/>
                <a:gd name="T5" fmla="*/ 9 h 136"/>
                <a:gd name="T6" fmla="*/ 0 w 149"/>
                <a:gd name="T7" fmla="*/ 127 h 136"/>
                <a:gd name="T8" fmla="*/ 9 w 149"/>
                <a:gd name="T9" fmla="*/ 136 h 136"/>
                <a:gd name="T10" fmla="*/ 140 w 149"/>
                <a:gd name="T11" fmla="*/ 136 h 136"/>
                <a:gd name="T12" fmla="*/ 149 w 149"/>
                <a:gd name="T13" fmla="*/ 127 h 136"/>
                <a:gd name="T14" fmla="*/ 149 w 149"/>
                <a:gd name="T15" fmla="*/ 9 h 136"/>
                <a:gd name="T16" fmla="*/ 140 w 149"/>
                <a:gd name="T17" fmla="*/ 0 h 136"/>
                <a:gd name="T18" fmla="*/ 131 w 149"/>
                <a:gd name="T19" fmla="*/ 118 h 136"/>
                <a:gd name="T20" fmla="*/ 18 w 149"/>
                <a:gd name="T21" fmla="*/ 118 h 136"/>
                <a:gd name="T22" fmla="*/ 18 w 149"/>
                <a:gd name="T23" fmla="*/ 18 h 136"/>
                <a:gd name="T24" fmla="*/ 131 w 149"/>
                <a:gd name="T25" fmla="*/ 18 h 136"/>
                <a:gd name="T26" fmla="*/ 131 w 149"/>
                <a:gd name="T27" fmla="*/ 118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49" h="136">
                  <a:moveTo>
                    <a:pt x="140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27"/>
                    <a:pt x="0" y="127"/>
                    <a:pt x="0" y="127"/>
                  </a:cubicBezTo>
                  <a:cubicBezTo>
                    <a:pt x="0" y="132"/>
                    <a:pt x="4" y="136"/>
                    <a:pt x="9" y="136"/>
                  </a:cubicBezTo>
                  <a:cubicBezTo>
                    <a:pt x="140" y="136"/>
                    <a:pt x="140" y="136"/>
                    <a:pt x="140" y="136"/>
                  </a:cubicBezTo>
                  <a:cubicBezTo>
                    <a:pt x="145" y="136"/>
                    <a:pt x="149" y="132"/>
                    <a:pt x="149" y="127"/>
                  </a:cubicBezTo>
                  <a:cubicBezTo>
                    <a:pt x="149" y="9"/>
                    <a:pt x="149" y="9"/>
                    <a:pt x="149" y="9"/>
                  </a:cubicBezTo>
                  <a:cubicBezTo>
                    <a:pt x="149" y="4"/>
                    <a:pt x="145" y="0"/>
                    <a:pt x="140" y="0"/>
                  </a:cubicBezTo>
                  <a:close/>
                  <a:moveTo>
                    <a:pt x="131" y="118"/>
                  </a:moveTo>
                  <a:cubicBezTo>
                    <a:pt x="18" y="118"/>
                    <a:pt x="18" y="118"/>
                    <a:pt x="18" y="118"/>
                  </a:cubicBezTo>
                  <a:cubicBezTo>
                    <a:pt x="18" y="18"/>
                    <a:pt x="18" y="18"/>
                    <a:pt x="18" y="18"/>
                  </a:cubicBezTo>
                  <a:cubicBezTo>
                    <a:pt x="131" y="18"/>
                    <a:pt x="131" y="18"/>
                    <a:pt x="131" y="18"/>
                  </a:cubicBezTo>
                  <a:lnTo>
                    <a:pt x="131" y="118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7" name="Freeform 52"/>
            <p:cNvSpPr>
              <a:spLocks noEditPoints="1"/>
            </p:cNvSpPr>
            <p:nvPr/>
          </p:nvSpPr>
          <p:spPr bwMode="auto">
            <a:xfrm>
              <a:off x="7942264" y="1042988"/>
              <a:ext cx="330200" cy="71438"/>
            </a:xfrm>
            <a:custGeom>
              <a:avLst/>
              <a:gdLst>
                <a:gd name="T0" fmla="*/ 323 w 333"/>
                <a:gd name="T1" fmla="*/ 0 h 71"/>
                <a:gd name="T2" fmla="*/ 9 w 333"/>
                <a:gd name="T3" fmla="*/ 0 h 71"/>
                <a:gd name="T4" fmla="*/ 0 w 333"/>
                <a:gd name="T5" fmla="*/ 9 h 71"/>
                <a:gd name="T6" fmla="*/ 0 w 333"/>
                <a:gd name="T7" fmla="*/ 62 h 71"/>
                <a:gd name="T8" fmla="*/ 9 w 333"/>
                <a:gd name="T9" fmla="*/ 71 h 71"/>
                <a:gd name="T10" fmla="*/ 323 w 333"/>
                <a:gd name="T11" fmla="*/ 71 h 71"/>
                <a:gd name="T12" fmla="*/ 333 w 333"/>
                <a:gd name="T13" fmla="*/ 62 h 71"/>
                <a:gd name="T14" fmla="*/ 333 w 333"/>
                <a:gd name="T15" fmla="*/ 9 h 71"/>
                <a:gd name="T16" fmla="*/ 323 w 333"/>
                <a:gd name="T17" fmla="*/ 0 h 71"/>
                <a:gd name="T18" fmla="*/ 314 w 333"/>
                <a:gd name="T19" fmla="*/ 52 h 71"/>
                <a:gd name="T20" fmla="*/ 18 w 333"/>
                <a:gd name="T21" fmla="*/ 52 h 71"/>
                <a:gd name="T22" fmla="*/ 18 w 333"/>
                <a:gd name="T23" fmla="*/ 19 h 71"/>
                <a:gd name="T24" fmla="*/ 314 w 333"/>
                <a:gd name="T25" fmla="*/ 19 h 71"/>
                <a:gd name="T26" fmla="*/ 314 w 333"/>
                <a:gd name="T27" fmla="*/ 52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33" h="71">
                  <a:moveTo>
                    <a:pt x="323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62"/>
                    <a:pt x="0" y="62"/>
                    <a:pt x="0" y="62"/>
                  </a:cubicBezTo>
                  <a:cubicBezTo>
                    <a:pt x="0" y="67"/>
                    <a:pt x="4" y="71"/>
                    <a:pt x="9" y="71"/>
                  </a:cubicBezTo>
                  <a:cubicBezTo>
                    <a:pt x="323" y="71"/>
                    <a:pt x="323" y="71"/>
                    <a:pt x="323" y="71"/>
                  </a:cubicBezTo>
                  <a:cubicBezTo>
                    <a:pt x="328" y="71"/>
                    <a:pt x="333" y="67"/>
                    <a:pt x="333" y="62"/>
                  </a:cubicBezTo>
                  <a:cubicBezTo>
                    <a:pt x="333" y="9"/>
                    <a:pt x="333" y="9"/>
                    <a:pt x="333" y="9"/>
                  </a:cubicBezTo>
                  <a:cubicBezTo>
                    <a:pt x="333" y="4"/>
                    <a:pt x="328" y="0"/>
                    <a:pt x="323" y="0"/>
                  </a:cubicBezTo>
                  <a:close/>
                  <a:moveTo>
                    <a:pt x="314" y="52"/>
                  </a:moveTo>
                  <a:cubicBezTo>
                    <a:pt x="18" y="52"/>
                    <a:pt x="18" y="52"/>
                    <a:pt x="18" y="52"/>
                  </a:cubicBezTo>
                  <a:cubicBezTo>
                    <a:pt x="18" y="19"/>
                    <a:pt x="18" y="19"/>
                    <a:pt x="18" y="19"/>
                  </a:cubicBezTo>
                  <a:cubicBezTo>
                    <a:pt x="314" y="19"/>
                    <a:pt x="314" y="19"/>
                    <a:pt x="314" y="19"/>
                  </a:cubicBezTo>
                  <a:lnTo>
                    <a:pt x="314" y="52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8" name="Freeform 53"/>
            <p:cNvSpPr>
              <a:spLocks/>
            </p:cNvSpPr>
            <p:nvPr/>
          </p:nvSpPr>
          <p:spPr bwMode="auto">
            <a:xfrm>
              <a:off x="8123239" y="1147763"/>
              <a:ext cx="149225" cy="17463"/>
            </a:xfrm>
            <a:custGeom>
              <a:avLst/>
              <a:gdLst>
                <a:gd name="T0" fmla="*/ 140 w 150"/>
                <a:gd name="T1" fmla="*/ 0 h 18"/>
                <a:gd name="T2" fmla="*/ 9 w 150"/>
                <a:gd name="T3" fmla="*/ 0 h 18"/>
                <a:gd name="T4" fmla="*/ 0 w 150"/>
                <a:gd name="T5" fmla="*/ 9 h 18"/>
                <a:gd name="T6" fmla="*/ 9 w 150"/>
                <a:gd name="T7" fmla="*/ 18 h 18"/>
                <a:gd name="T8" fmla="*/ 140 w 150"/>
                <a:gd name="T9" fmla="*/ 18 h 18"/>
                <a:gd name="T10" fmla="*/ 150 w 150"/>
                <a:gd name="T11" fmla="*/ 9 h 18"/>
                <a:gd name="T12" fmla="*/ 140 w 150"/>
                <a:gd name="T13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0" h="18">
                  <a:moveTo>
                    <a:pt x="140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4"/>
                    <a:pt x="4" y="18"/>
                    <a:pt x="9" y="18"/>
                  </a:cubicBezTo>
                  <a:cubicBezTo>
                    <a:pt x="140" y="18"/>
                    <a:pt x="140" y="18"/>
                    <a:pt x="140" y="18"/>
                  </a:cubicBezTo>
                  <a:cubicBezTo>
                    <a:pt x="145" y="18"/>
                    <a:pt x="150" y="14"/>
                    <a:pt x="150" y="9"/>
                  </a:cubicBezTo>
                  <a:cubicBezTo>
                    <a:pt x="150" y="4"/>
                    <a:pt x="145" y="0"/>
                    <a:pt x="14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9" name="Freeform 54"/>
            <p:cNvSpPr>
              <a:spLocks/>
            </p:cNvSpPr>
            <p:nvPr/>
          </p:nvSpPr>
          <p:spPr bwMode="auto">
            <a:xfrm>
              <a:off x="8123239" y="1185863"/>
              <a:ext cx="149225" cy="19050"/>
            </a:xfrm>
            <a:custGeom>
              <a:avLst/>
              <a:gdLst>
                <a:gd name="T0" fmla="*/ 140 w 150"/>
                <a:gd name="T1" fmla="*/ 0 h 19"/>
                <a:gd name="T2" fmla="*/ 9 w 150"/>
                <a:gd name="T3" fmla="*/ 0 h 19"/>
                <a:gd name="T4" fmla="*/ 0 w 150"/>
                <a:gd name="T5" fmla="*/ 9 h 19"/>
                <a:gd name="T6" fmla="*/ 9 w 150"/>
                <a:gd name="T7" fmla="*/ 19 h 19"/>
                <a:gd name="T8" fmla="*/ 140 w 150"/>
                <a:gd name="T9" fmla="*/ 19 h 19"/>
                <a:gd name="T10" fmla="*/ 150 w 150"/>
                <a:gd name="T11" fmla="*/ 9 h 19"/>
                <a:gd name="T12" fmla="*/ 140 w 150"/>
                <a:gd name="T1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0" h="19">
                  <a:moveTo>
                    <a:pt x="140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5"/>
                    <a:pt x="4" y="19"/>
                    <a:pt x="9" y="19"/>
                  </a:cubicBezTo>
                  <a:cubicBezTo>
                    <a:pt x="140" y="19"/>
                    <a:pt x="140" y="19"/>
                    <a:pt x="140" y="19"/>
                  </a:cubicBezTo>
                  <a:cubicBezTo>
                    <a:pt x="145" y="19"/>
                    <a:pt x="150" y="15"/>
                    <a:pt x="150" y="9"/>
                  </a:cubicBezTo>
                  <a:cubicBezTo>
                    <a:pt x="150" y="4"/>
                    <a:pt x="145" y="0"/>
                    <a:pt x="14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0" name="Freeform 55"/>
            <p:cNvSpPr>
              <a:spLocks/>
            </p:cNvSpPr>
            <p:nvPr/>
          </p:nvSpPr>
          <p:spPr bwMode="auto">
            <a:xfrm>
              <a:off x="8123239" y="1225551"/>
              <a:ext cx="149225" cy="19050"/>
            </a:xfrm>
            <a:custGeom>
              <a:avLst/>
              <a:gdLst>
                <a:gd name="T0" fmla="*/ 140 w 150"/>
                <a:gd name="T1" fmla="*/ 0 h 19"/>
                <a:gd name="T2" fmla="*/ 9 w 150"/>
                <a:gd name="T3" fmla="*/ 0 h 19"/>
                <a:gd name="T4" fmla="*/ 0 w 150"/>
                <a:gd name="T5" fmla="*/ 10 h 19"/>
                <a:gd name="T6" fmla="*/ 9 w 150"/>
                <a:gd name="T7" fmla="*/ 19 h 19"/>
                <a:gd name="T8" fmla="*/ 140 w 150"/>
                <a:gd name="T9" fmla="*/ 19 h 19"/>
                <a:gd name="T10" fmla="*/ 150 w 150"/>
                <a:gd name="T11" fmla="*/ 10 h 19"/>
                <a:gd name="T12" fmla="*/ 140 w 150"/>
                <a:gd name="T1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0" h="19">
                  <a:moveTo>
                    <a:pt x="140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15"/>
                    <a:pt x="4" y="19"/>
                    <a:pt x="9" y="19"/>
                  </a:cubicBezTo>
                  <a:cubicBezTo>
                    <a:pt x="140" y="19"/>
                    <a:pt x="140" y="19"/>
                    <a:pt x="140" y="19"/>
                  </a:cubicBezTo>
                  <a:cubicBezTo>
                    <a:pt x="145" y="19"/>
                    <a:pt x="150" y="15"/>
                    <a:pt x="150" y="10"/>
                  </a:cubicBezTo>
                  <a:cubicBezTo>
                    <a:pt x="150" y="5"/>
                    <a:pt x="145" y="0"/>
                    <a:pt x="14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1" name="Freeform 56"/>
            <p:cNvSpPr>
              <a:spLocks/>
            </p:cNvSpPr>
            <p:nvPr/>
          </p:nvSpPr>
          <p:spPr bwMode="auto">
            <a:xfrm>
              <a:off x="8123239" y="1265238"/>
              <a:ext cx="149225" cy="17463"/>
            </a:xfrm>
            <a:custGeom>
              <a:avLst/>
              <a:gdLst>
                <a:gd name="T0" fmla="*/ 140 w 150"/>
                <a:gd name="T1" fmla="*/ 0 h 18"/>
                <a:gd name="T2" fmla="*/ 9 w 150"/>
                <a:gd name="T3" fmla="*/ 0 h 18"/>
                <a:gd name="T4" fmla="*/ 0 w 150"/>
                <a:gd name="T5" fmla="*/ 9 h 18"/>
                <a:gd name="T6" fmla="*/ 9 w 150"/>
                <a:gd name="T7" fmla="*/ 18 h 18"/>
                <a:gd name="T8" fmla="*/ 140 w 150"/>
                <a:gd name="T9" fmla="*/ 18 h 18"/>
                <a:gd name="T10" fmla="*/ 150 w 150"/>
                <a:gd name="T11" fmla="*/ 9 h 18"/>
                <a:gd name="T12" fmla="*/ 140 w 150"/>
                <a:gd name="T13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0" h="18">
                  <a:moveTo>
                    <a:pt x="140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4"/>
                    <a:pt x="4" y="18"/>
                    <a:pt x="9" y="18"/>
                  </a:cubicBezTo>
                  <a:cubicBezTo>
                    <a:pt x="140" y="18"/>
                    <a:pt x="140" y="18"/>
                    <a:pt x="140" y="18"/>
                  </a:cubicBezTo>
                  <a:cubicBezTo>
                    <a:pt x="145" y="18"/>
                    <a:pt x="150" y="14"/>
                    <a:pt x="150" y="9"/>
                  </a:cubicBezTo>
                  <a:cubicBezTo>
                    <a:pt x="150" y="4"/>
                    <a:pt x="145" y="0"/>
                    <a:pt x="14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2" name="Freeform 57"/>
            <p:cNvSpPr>
              <a:spLocks/>
            </p:cNvSpPr>
            <p:nvPr/>
          </p:nvSpPr>
          <p:spPr bwMode="auto">
            <a:xfrm>
              <a:off x="8123239" y="1303338"/>
              <a:ext cx="149225" cy="19050"/>
            </a:xfrm>
            <a:custGeom>
              <a:avLst/>
              <a:gdLst>
                <a:gd name="T0" fmla="*/ 140 w 150"/>
                <a:gd name="T1" fmla="*/ 0 h 19"/>
                <a:gd name="T2" fmla="*/ 9 w 150"/>
                <a:gd name="T3" fmla="*/ 0 h 19"/>
                <a:gd name="T4" fmla="*/ 0 w 150"/>
                <a:gd name="T5" fmla="*/ 9 h 19"/>
                <a:gd name="T6" fmla="*/ 9 w 150"/>
                <a:gd name="T7" fmla="*/ 19 h 19"/>
                <a:gd name="T8" fmla="*/ 140 w 150"/>
                <a:gd name="T9" fmla="*/ 19 h 19"/>
                <a:gd name="T10" fmla="*/ 150 w 150"/>
                <a:gd name="T11" fmla="*/ 9 h 19"/>
                <a:gd name="T12" fmla="*/ 140 w 150"/>
                <a:gd name="T1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0" h="19">
                  <a:moveTo>
                    <a:pt x="140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5"/>
                    <a:pt x="4" y="19"/>
                    <a:pt x="9" y="19"/>
                  </a:cubicBezTo>
                  <a:cubicBezTo>
                    <a:pt x="140" y="19"/>
                    <a:pt x="140" y="19"/>
                    <a:pt x="140" y="19"/>
                  </a:cubicBezTo>
                  <a:cubicBezTo>
                    <a:pt x="145" y="19"/>
                    <a:pt x="150" y="15"/>
                    <a:pt x="150" y="9"/>
                  </a:cubicBezTo>
                  <a:cubicBezTo>
                    <a:pt x="150" y="4"/>
                    <a:pt x="145" y="0"/>
                    <a:pt x="14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3" name="Freeform 58"/>
            <p:cNvSpPr>
              <a:spLocks/>
            </p:cNvSpPr>
            <p:nvPr/>
          </p:nvSpPr>
          <p:spPr bwMode="auto">
            <a:xfrm>
              <a:off x="7942264" y="1303338"/>
              <a:ext cx="147638" cy="19050"/>
            </a:xfrm>
            <a:custGeom>
              <a:avLst/>
              <a:gdLst>
                <a:gd name="T0" fmla="*/ 140 w 149"/>
                <a:gd name="T1" fmla="*/ 0 h 19"/>
                <a:gd name="T2" fmla="*/ 9 w 149"/>
                <a:gd name="T3" fmla="*/ 0 h 19"/>
                <a:gd name="T4" fmla="*/ 0 w 149"/>
                <a:gd name="T5" fmla="*/ 9 h 19"/>
                <a:gd name="T6" fmla="*/ 9 w 149"/>
                <a:gd name="T7" fmla="*/ 19 h 19"/>
                <a:gd name="T8" fmla="*/ 140 w 149"/>
                <a:gd name="T9" fmla="*/ 19 h 19"/>
                <a:gd name="T10" fmla="*/ 149 w 149"/>
                <a:gd name="T11" fmla="*/ 9 h 19"/>
                <a:gd name="T12" fmla="*/ 140 w 149"/>
                <a:gd name="T1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9" h="19">
                  <a:moveTo>
                    <a:pt x="140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5"/>
                    <a:pt x="4" y="19"/>
                    <a:pt x="9" y="19"/>
                  </a:cubicBezTo>
                  <a:cubicBezTo>
                    <a:pt x="140" y="19"/>
                    <a:pt x="140" y="19"/>
                    <a:pt x="140" y="19"/>
                  </a:cubicBezTo>
                  <a:cubicBezTo>
                    <a:pt x="145" y="19"/>
                    <a:pt x="149" y="15"/>
                    <a:pt x="149" y="9"/>
                  </a:cubicBezTo>
                  <a:cubicBezTo>
                    <a:pt x="149" y="4"/>
                    <a:pt x="145" y="0"/>
                    <a:pt x="14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4" name="Freeform 59"/>
            <p:cNvSpPr>
              <a:spLocks/>
            </p:cNvSpPr>
            <p:nvPr/>
          </p:nvSpPr>
          <p:spPr bwMode="auto">
            <a:xfrm>
              <a:off x="8123239" y="1343026"/>
              <a:ext cx="149225" cy="19050"/>
            </a:xfrm>
            <a:custGeom>
              <a:avLst/>
              <a:gdLst>
                <a:gd name="T0" fmla="*/ 140 w 150"/>
                <a:gd name="T1" fmla="*/ 0 h 19"/>
                <a:gd name="T2" fmla="*/ 9 w 150"/>
                <a:gd name="T3" fmla="*/ 0 h 19"/>
                <a:gd name="T4" fmla="*/ 0 w 150"/>
                <a:gd name="T5" fmla="*/ 10 h 19"/>
                <a:gd name="T6" fmla="*/ 9 w 150"/>
                <a:gd name="T7" fmla="*/ 19 h 19"/>
                <a:gd name="T8" fmla="*/ 140 w 150"/>
                <a:gd name="T9" fmla="*/ 19 h 19"/>
                <a:gd name="T10" fmla="*/ 150 w 150"/>
                <a:gd name="T11" fmla="*/ 10 h 19"/>
                <a:gd name="T12" fmla="*/ 140 w 150"/>
                <a:gd name="T1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0" h="19">
                  <a:moveTo>
                    <a:pt x="140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15"/>
                    <a:pt x="4" y="19"/>
                    <a:pt x="9" y="19"/>
                  </a:cubicBezTo>
                  <a:cubicBezTo>
                    <a:pt x="140" y="19"/>
                    <a:pt x="140" y="19"/>
                    <a:pt x="140" y="19"/>
                  </a:cubicBezTo>
                  <a:cubicBezTo>
                    <a:pt x="145" y="19"/>
                    <a:pt x="150" y="15"/>
                    <a:pt x="150" y="10"/>
                  </a:cubicBezTo>
                  <a:cubicBezTo>
                    <a:pt x="150" y="4"/>
                    <a:pt x="145" y="0"/>
                    <a:pt x="14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5" name="Freeform 60"/>
            <p:cNvSpPr>
              <a:spLocks/>
            </p:cNvSpPr>
            <p:nvPr/>
          </p:nvSpPr>
          <p:spPr bwMode="auto">
            <a:xfrm>
              <a:off x="7942264" y="1343026"/>
              <a:ext cx="147638" cy="19050"/>
            </a:xfrm>
            <a:custGeom>
              <a:avLst/>
              <a:gdLst>
                <a:gd name="T0" fmla="*/ 140 w 149"/>
                <a:gd name="T1" fmla="*/ 0 h 19"/>
                <a:gd name="T2" fmla="*/ 9 w 149"/>
                <a:gd name="T3" fmla="*/ 0 h 19"/>
                <a:gd name="T4" fmla="*/ 0 w 149"/>
                <a:gd name="T5" fmla="*/ 10 h 19"/>
                <a:gd name="T6" fmla="*/ 9 w 149"/>
                <a:gd name="T7" fmla="*/ 19 h 19"/>
                <a:gd name="T8" fmla="*/ 140 w 149"/>
                <a:gd name="T9" fmla="*/ 19 h 19"/>
                <a:gd name="T10" fmla="*/ 149 w 149"/>
                <a:gd name="T11" fmla="*/ 10 h 19"/>
                <a:gd name="T12" fmla="*/ 140 w 149"/>
                <a:gd name="T1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9" h="19">
                  <a:moveTo>
                    <a:pt x="140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15"/>
                    <a:pt x="4" y="19"/>
                    <a:pt x="9" y="19"/>
                  </a:cubicBezTo>
                  <a:cubicBezTo>
                    <a:pt x="140" y="19"/>
                    <a:pt x="140" y="19"/>
                    <a:pt x="140" y="19"/>
                  </a:cubicBezTo>
                  <a:cubicBezTo>
                    <a:pt x="145" y="19"/>
                    <a:pt x="149" y="15"/>
                    <a:pt x="149" y="10"/>
                  </a:cubicBezTo>
                  <a:cubicBezTo>
                    <a:pt x="149" y="4"/>
                    <a:pt x="145" y="0"/>
                    <a:pt x="14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6" name="Freeform 61"/>
            <p:cNvSpPr>
              <a:spLocks noEditPoints="1"/>
            </p:cNvSpPr>
            <p:nvPr/>
          </p:nvSpPr>
          <p:spPr bwMode="auto">
            <a:xfrm>
              <a:off x="7888289" y="1004888"/>
              <a:ext cx="554038" cy="422275"/>
            </a:xfrm>
            <a:custGeom>
              <a:avLst/>
              <a:gdLst>
                <a:gd name="T0" fmla="*/ 547 w 556"/>
                <a:gd name="T1" fmla="*/ 0 h 425"/>
                <a:gd name="T2" fmla="*/ 537 w 556"/>
                <a:gd name="T3" fmla="*/ 9 h 425"/>
                <a:gd name="T4" fmla="*/ 537 w 556"/>
                <a:gd name="T5" fmla="*/ 356 h 425"/>
                <a:gd name="T6" fmla="*/ 488 w 556"/>
                <a:gd name="T7" fmla="*/ 406 h 425"/>
                <a:gd name="T8" fmla="*/ 438 w 556"/>
                <a:gd name="T9" fmla="*/ 356 h 425"/>
                <a:gd name="T10" fmla="*/ 438 w 556"/>
                <a:gd name="T11" fmla="*/ 9 h 425"/>
                <a:gd name="T12" fmla="*/ 429 w 556"/>
                <a:gd name="T13" fmla="*/ 0 h 425"/>
                <a:gd name="T14" fmla="*/ 9 w 556"/>
                <a:gd name="T15" fmla="*/ 0 h 425"/>
                <a:gd name="T16" fmla="*/ 0 w 556"/>
                <a:gd name="T17" fmla="*/ 9 h 425"/>
                <a:gd name="T18" fmla="*/ 0 w 556"/>
                <a:gd name="T19" fmla="*/ 356 h 425"/>
                <a:gd name="T20" fmla="*/ 68 w 556"/>
                <a:gd name="T21" fmla="*/ 425 h 425"/>
                <a:gd name="T22" fmla="*/ 488 w 556"/>
                <a:gd name="T23" fmla="*/ 425 h 425"/>
                <a:gd name="T24" fmla="*/ 488 w 556"/>
                <a:gd name="T25" fmla="*/ 425 h 425"/>
                <a:gd name="T26" fmla="*/ 488 w 556"/>
                <a:gd name="T27" fmla="*/ 425 h 425"/>
                <a:gd name="T28" fmla="*/ 556 w 556"/>
                <a:gd name="T29" fmla="*/ 356 h 425"/>
                <a:gd name="T30" fmla="*/ 556 w 556"/>
                <a:gd name="T31" fmla="*/ 9 h 425"/>
                <a:gd name="T32" fmla="*/ 547 w 556"/>
                <a:gd name="T33" fmla="*/ 0 h 425"/>
                <a:gd name="T34" fmla="*/ 441 w 556"/>
                <a:gd name="T35" fmla="*/ 406 h 425"/>
                <a:gd name="T36" fmla="*/ 68 w 556"/>
                <a:gd name="T37" fmla="*/ 406 h 425"/>
                <a:gd name="T38" fmla="*/ 19 w 556"/>
                <a:gd name="T39" fmla="*/ 356 h 425"/>
                <a:gd name="T40" fmla="*/ 19 w 556"/>
                <a:gd name="T41" fmla="*/ 18 h 425"/>
                <a:gd name="T42" fmla="*/ 419 w 556"/>
                <a:gd name="T43" fmla="*/ 18 h 425"/>
                <a:gd name="T44" fmla="*/ 419 w 556"/>
                <a:gd name="T45" fmla="*/ 356 h 425"/>
                <a:gd name="T46" fmla="*/ 419 w 556"/>
                <a:gd name="T47" fmla="*/ 360 h 425"/>
                <a:gd name="T48" fmla="*/ 420 w 556"/>
                <a:gd name="T49" fmla="*/ 361 h 425"/>
                <a:gd name="T50" fmla="*/ 420 w 556"/>
                <a:gd name="T51" fmla="*/ 363 h 425"/>
                <a:gd name="T52" fmla="*/ 420 w 556"/>
                <a:gd name="T53" fmla="*/ 365 h 425"/>
                <a:gd name="T54" fmla="*/ 420 w 556"/>
                <a:gd name="T55" fmla="*/ 367 h 425"/>
                <a:gd name="T56" fmla="*/ 420 w 556"/>
                <a:gd name="T57" fmla="*/ 368 h 425"/>
                <a:gd name="T58" fmla="*/ 421 w 556"/>
                <a:gd name="T59" fmla="*/ 370 h 425"/>
                <a:gd name="T60" fmla="*/ 421 w 556"/>
                <a:gd name="T61" fmla="*/ 372 h 425"/>
                <a:gd name="T62" fmla="*/ 422 w 556"/>
                <a:gd name="T63" fmla="*/ 374 h 425"/>
                <a:gd name="T64" fmla="*/ 422 w 556"/>
                <a:gd name="T65" fmla="*/ 375 h 425"/>
                <a:gd name="T66" fmla="*/ 423 w 556"/>
                <a:gd name="T67" fmla="*/ 377 h 425"/>
                <a:gd name="T68" fmla="*/ 423 w 556"/>
                <a:gd name="T69" fmla="*/ 378 h 425"/>
                <a:gd name="T70" fmla="*/ 424 w 556"/>
                <a:gd name="T71" fmla="*/ 380 h 425"/>
                <a:gd name="T72" fmla="*/ 424 w 556"/>
                <a:gd name="T73" fmla="*/ 382 h 425"/>
                <a:gd name="T74" fmla="*/ 425 w 556"/>
                <a:gd name="T75" fmla="*/ 383 h 425"/>
                <a:gd name="T76" fmla="*/ 426 w 556"/>
                <a:gd name="T77" fmla="*/ 385 h 425"/>
                <a:gd name="T78" fmla="*/ 426 w 556"/>
                <a:gd name="T79" fmla="*/ 386 h 425"/>
                <a:gd name="T80" fmla="*/ 427 w 556"/>
                <a:gd name="T81" fmla="*/ 388 h 425"/>
                <a:gd name="T82" fmla="*/ 428 w 556"/>
                <a:gd name="T83" fmla="*/ 389 h 425"/>
                <a:gd name="T84" fmla="*/ 429 w 556"/>
                <a:gd name="T85" fmla="*/ 391 h 425"/>
                <a:gd name="T86" fmla="*/ 430 w 556"/>
                <a:gd name="T87" fmla="*/ 392 h 425"/>
                <a:gd name="T88" fmla="*/ 431 w 556"/>
                <a:gd name="T89" fmla="*/ 394 h 425"/>
                <a:gd name="T90" fmla="*/ 431 w 556"/>
                <a:gd name="T91" fmla="*/ 395 h 425"/>
                <a:gd name="T92" fmla="*/ 432 w 556"/>
                <a:gd name="T93" fmla="*/ 396 h 425"/>
                <a:gd name="T94" fmla="*/ 433 w 556"/>
                <a:gd name="T95" fmla="*/ 398 h 425"/>
                <a:gd name="T96" fmla="*/ 434 w 556"/>
                <a:gd name="T97" fmla="*/ 399 h 425"/>
                <a:gd name="T98" fmla="*/ 436 w 556"/>
                <a:gd name="T99" fmla="*/ 400 h 425"/>
                <a:gd name="T100" fmla="*/ 437 w 556"/>
                <a:gd name="T101" fmla="*/ 402 h 425"/>
                <a:gd name="T102" fmla="*/ 438 w 556"/>
                <a:gd name="T103" fmla="*/ 403 h 425"/>
                <a:gd name="T104" fmla="*/ 439 w 556"/>
                <a:gd name="T105" fmla="*/ 404 h 425"/>
                <a:gd name="T106" fmla="*/ 440 w 556"/>
                <a:gd name="T107" fmla="*/ 405 h 425"/>
                <a:gd name="T108" fmla="*/ 441 w 556"/>
                <a:gd name="T109" fmla="*/ 406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556" h="425">
                  <a:moveTo>
                    <a:pt x="547" y="0"/>
                  </a:moveTo>
                  <a:cubicBezTo>
                    <a:pt x="541" y="0"/>
                    <a:pt x="537" y="4"/>
                    <a:pt x="537" y="9"/>
                  </a:cubicBezTo>
                  <a:cubicBezTo>
                    <a:pt x="537" y="356"/>
                    <a:pt x="537" y="356"/>
                    <a:pt x="537" y="356"/>
                  </a:cubicBezTo>
                  <a:cubicBezTo>
                    <a:pt x="537" y="384"/>
                    <a:pt x="515" y="406"/>
                    <a:pt x="488" y="406"/>
                  </a:cubicBezTo>
                  <a:cubicBezTo>
                    <a:pt x="460" y="406"/>
                    <a:pt x="438" y="384"/>
                    <a:pt x="438" y="356"/>
                  </a:cubicBezTo>
                  <a:cubicBezTo>
                    <a:pt x="438" y="9"/>
                    <a:pt x="438" y="9"/>
                    <a:pt x="438" y="9"/>
                  </a:cubicBezTo>
                  <a:cubicBezTo>
                    <a:pt x="438" y="4"/>
                    <a:pt x="434" y="0"/>
                    <a:pt x="429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356"/>
                    <a:pt x="0" y="356"/>
                    <a:pt x="0" y="356"/>
                  </a:cubicBezTo>
                  <a:cubicBezTo>
                    <a:pt x="0" y="394"/>
                    <a:pt x="31" y="425"/>
                    <a:pt x="68" y="425"/>
                  </a:cubicBezTo>
                  <a:cubicBezTo>
                    <a:pt x="488" y="425"/>
                    <a:pt x="488" y="425"/>
                    <a:pt x="488" y="425"/>
                  </a:cubicBezTo>
                  <a:cubicBezTo>
                    <a:pt x="488" y="425"/>
                    <a:pt x="488" y="425"/>
                    <a:pt x="488" y="425"/>
                  </a:cubicBezTo>
                  <a:cubicBezTo>
                    <a:pt x="488" y="425"/>
                    <a:pt x="488" y="425"/>
                    <a:pt x="488" y="425"/>
                  </a:cubicBezTo>
                  <a:cubicBezTo>
                    <a:pt x="525" y="424"/>
                    <a:pt x="556" y="394"/>
                    <a:pt x="556" y="356"/>
                  </a:cubicBezTo>
                  <a:cubicBezTo>
                    <a:pt x="556" y="9"/>
                    <a:pt x="556" y="9"/>
                    <a:pt x="556" y="9"/>
                  </a:cubicBezTo>
                  <a:cubicBezTo>
                    <a:pt x="556" y="4"/>
                    <a:pt x="552" y="0"/>
                    <a:pt x="547" y="0"/>
                  </a:cubicBezTo>
                  <a:close/>
                  <a:moveTo>
                    <a:pt x="441" y="406"/>
                  </a:moveTo>
                  <a:cubicBezTo>
                    <a:pt x="68" y="406"/>
                    <a:pt x="68" y="406"/>
                    <a:pt x="68" y="406"/>
                  </a:cubicBezTo>
                  <a:cubicBezTo>
                    <a:pt x="41" y="406"/>
                    <a:pt x="19" y="384"/>
                    <a:pt x="19" y="356"/>
                  </a:cubicBezTo>
                  <a:cubicBezTo>
                    <a:pt x="19" y="18"/>
                    <a:pt x="19" y="18"/>
                    <a:pt x="19" y="18"/>
                  </a:cubicBezTo>
                  <a:cubicBezTo>
                    <a:pt x="419" y="18"/>
                    <a:pt x="419" y="18"/>
                    <a:pt x="419" y="18"/>
                  </a:cubicBezTo>
                  <a:cubicBezTo>
                    <a:pt x="419" y="356"/>
                    <a:pt x="419" y="356"/>
                    <a:pt x="419" y="356"/>
                  </a:cubicBezTo>
                  <a:cubicBezTo>
                    <a:pt x="419" y="357"/>
                    <a:pt x="419" y="359"/>
                    <a:pt x="419" y="360"/>
                  </a:cubicBezTo>
                  <a:cubicBezTo>
                    <a:pt x="419" y="360"/>
                    <a:pt x="420" y="361"/>
                    <a:pt x="420" y="361"/>
                  </a:cubicBezTo>
                  <a:cubicBezTo>
                    <a:pt x="420" y="362"/>
                    <a:pt x="420" y="363"/>
                    <a:pt x="420" y="363"/>
                  </a:cubicBezTo>
                  <a:cubicBezTo>
                    <a:pt x="420" y="364"/>
                    <a:pt x="420" y="364"/>
                    <a:pt x="420" y="365"/>
                  </a:cubicBezTo>
                  <a:cubicBezTo>
                    <a:pt x="420" y="365"/>
                    <a:pt x="420" y="366"/>
                    <a:pt x="420" y="367"/>
                  </a:cubicBezTo>
                  <a:cubicBezTo>
                    <a:pt x="420" y="367"/>
                    <a:pt x="420" y="368"/>
                    <a:pt x="420" y="368"/>
                  </a:cubicBezTo>
                  <a:cubicBezTo>
                    <a:pt x="421" y="369"/>
                    <a:pt x="421" y="370"/>
                    <a:pt x="421" y="370"/>
                  </a:cubicBezTo>
                  <a:cubicBezTo>
                    <a:pt x="421" y="371"/>
                    <a:pt x="421" y="371"/>
                    <a:pt x="421" y="372"/>
                  </a:cubicBezTo>
                  <a:cubicBezTo>
                    <a:pt x="421" y="372"/>
                    <a:pt x="421" y="373"/>
                    <a:pt x="422" y="374"/>
                  </a:cubicBezTo>
                  <a:cubicBezTo>
                    <a:pt x="422" y="374"/>
                    <a:pt x="422" y="375"/>
                    <a:pt x="422" y="375"/>
                  </a:cubicBezTo>
                  <a:cubicBezTo>
                    <a:pt x="422" y="376"/>
                    <a:pt x="422" y="376"/>
                    <a:pt x="423" y="377"/>
                  </a:cubicBezTo>
                  <a:cubicBezTo>
                    <a:pt x="423" y="377"/>
                    <a:pt x="423" y="378"/>
                    <a:pt x="423" y="378"/>
                  </a:cubicBezTo>
                  <a:cubicBezTo>
                    <a:pt x="423" y="379"/>
                    <a:pt x="423" y="380"/>
                    <a:pt x="424" y="380"/>
                  </a:cubicBezTo>
                  <a:cubicBezTo>
                    <a:pt x="424" y="381"/>
                    <a:pt x="424" y="381"/>
                    <a:pt x="424" y="382"/>
                  </a:cubicBezTo>
                  <a:cubicBezTo>
                    <a:pt x="424" y="382"/>
                    <a:pt x="425" y="383"/>
                    <a:pt x="425" y="383"/>
                  </a:cubicBezTo>
                  <a:cubicBezTo>
                    <a:pt x="425" y="384"/>
                    <a:pt x="425" y="384"/>
                    <a:pt x="426" y="385"/>
                  </a:cubicBezTo>
                  <a:cubicBezTo>
                    <a:pt x="426" y="385"/>
                    <a:pt x="426" y="386"/>
                    <a:pt x="426" y="386"/>
                  </a:cubicBezTo>
                  <a:cubicBezTo>
                    <a:pt x="427" y="387"/>
                    <a:pt x="427" y="387"/>
                    <a:pt x="427" y="388"/>
                  </a:cubicBezTo>
                  <a:cubicBezTo>
                    <a:pt x="427" y="388"/>
                    <a:pt x="428" y="389"/>
                    <a:pt x="428" y="389"/>
                  </a:cubicBezTo>
                  <a:cubicBezTo>
                    <a:pt x="428" y="390"/>
                    <a:pt x="428" y="390"/>
                    <a:pt x="429" y="391"/>
                  </a:cubicBezTo>
                  <a:cubicBezTo>
                    <a:pt x="429" y="391"/>
                    <a:pt x="429" y="392"/>
                    <a:pt x="430" y="392"/>
                  </a:cubicBezTo>
                  <a:cubicBezTo>
                    <a:pt x="430" y="393"/>
                    <a:pt x="430" y="393"/>
                    <a:pt x="431" y="394"/>
                  </a:cubicBezTo>
                  <a:cubicBezTo>
                    <a:pt x="431" y="394"/>
                    <a:pt x="431" y="394"/>
                    <a:pt x="431" y="395"/>
                  </a:cubicBezTo>
                  <a:cubicBezTo>
                    <a:pt x="432" y="395"/>
                    <a:pt x="432" y="396"/>
                    <a:pt x="432" y="396"/>
                  </a:cubicBezTo>
                  <a:cubicBezTo>
                    <a:pt x="433" y="397"/>
                    <a:pt x="433" y="397"/>
                    <a:pt x="433" y="398"/>
                  </a:cubicBezTo>
                  <a:cubicBezTo>
                    <a:pt x="434" y="398"/>
                    <a:pt x="434" y="399"/>
                    <a:pt x="434" y="399"/>
                  </a:cubicBezTo>
                  <a:cubicBezTo>
                    <a:pt x="435" y="399"/>
                    <a:pt x="435" y="400"/>
                    <a:pt x="436" y="400"/>
                  </a:cubicBezTo>
                  <a:cubicBezTo>
                    <a:pt x="436" y="401"/>
                    <a:pt x="436" y="401"/>
                    <a:pt x="437" y="402"/>
                  </a:cubicBezTo>
                  <a:cubicBezTo>
                    <a:pt x="437" y="402"/>
                    <a:pt x="437" y="402"/>
                    <a:pt x="438" y="403"/>
                  </a:cubicBezTo>
                  <a:cubicBezTo>
                    <a:pt x="438" y="403"/>
                    <a:pt x="438" y="404"/>
                    <a:pt x="439" y="404"/>
                  </a:cubicBezTo>
                  <a:cubicBezTo>
                    <a:pt x="439" y="404"/>
                    <a:pt x="440" y="405"/>
                    <a:pt x="440" y="405"/>
                  </a:cubicBezTo>
                  <a:cubicBezTo>
                    <a:pt x="440" y="405"/>
                    <a:pt x="441" y="406"/>
                    <a:pt x="441" y="406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83" name="Group 282"/>
          <p:cNvGrpSpPr/>
          <p:nvPr/>
        </p:nvGrpSpPr>
        <p:grpSpPr>
          <a:xfrm>
            <a:off x="817035" y="2260602"/>
            <a:ext cx="476251" cy="546100"/>
            <a:chOff x="612776" y="1695451"/>
            <a:chExt cx="357188" cy="409575"/>
          </a:xfrm>
          <a:solidFill>
            <a:schemeClr val="tx2"/>
          </a:solidFill>
        </p:grpSpPr>
        <p:sp>
          <p:nvSpPr>
            <p:cNvPr id="97" name="Freeform 62"/>
            <p:cNvSpPr>
              <a:spLocks noEditPoints="1"/>
            </p:cNvSpPr>
            <p:nvPr/>
          </p:nvSpPr>
          <p:spPr bwMode="auto">
            <a:xfrm>
              <a:off x="638176" y="1695451"/>
              <a:ext cx="304800" cy="409575"/>
            </a:xfrm>
            <a:custGeom>
              <a:avLst/>
              <a:gdLst>
                <a:gd name="T0" fmla="*/ 285 w 307"/>
                <a:gd name="T1" fmla="*/ 0 h 412"/>
                <a:gd name="T2" fmla="*/ 23 w 307"/>
                <a:gd name="T3" fmla="*/ 0 h 412"/>
                <a:gd name="T4" fmla="*/ 0 w 307"/>
                <a:gd name="T5" fmla="*/ 23 h 412"/>
                <a:gd name="T6" fmla="*/ 0 w 307"/>
                <a:gd name="T7" fmla="*/ 38 h 412"/>
                <a:gd name="T8" fmla="*/ 10 w 307"/>
                <a:gd name="T9" fmla="*/ 47 h 412"/>
                <a:gd name="T10" fmla="*/ 19 w 307"/>
                <a:gd name="T11" fmla="*/ 38 h 412"/>
                <a:gd name="T12" fmla="*/ 19 w 307"/>
                <a:gd name="T13" fmla="*/ 23 h 412"/>
                <a:gd name="T14" fmla="*/ 23 w 307"/>
                <a:gd name="T15" fmla="*/ 19 h 412"/>
                <a:gd name="T16" fmla="*/ 80 w 307"/>
                <a:gd name="T17" fmla="*/ 19 h 412"/>
                <a:gd name="T18" fmla="*/ 80 w 307"/>
                <a:gd name="T19" fmla="*/ 393 h 412"/>
                <a:gd name="T20" fmla="*/ 23 w 307"/>
                <a:gd name="T21" fmla="*/ 393 h 412"/>
                <a:gd name="T22" fmla="*/ 19 w 307"/>
                <a:gd name="T23" fmla="*/ 389 h 412"/>
                <a:gd name="T24" fmla="*/ 19 w 307"/>
                <a:gd name="T25" fmla="*/ 377 h 412"/>
                <a:gd name="T26" fmla="*/ 10 w 307"/>
                <a:gd name="T27" fmla="*/ 368 h 412"/>
                <a:gd name="T28" fmla="*/ 0 w 307"/>
                <a:gd name="T29" fmla="*/ 377 h 412"/>
                <a:gd name="T30" fmla="*/ 0 w 307"/>
                <a:gd name="T31" fmla="*/ 389 h 412"/>
                <a:gd name="T32" fmla="*/ 23 w 307"/>
                <a:gd name="T33" fmla="*/ 412 h 412"/>
                <a:gd name="T34" fmla="*/ 285 w 307"/>
                <a:gd name="T35" fmla="*/ 412 h 412"/>
                <a:gd name="T36" fmla="*/ 307 w 307"/>
                <a:gd name="T37" fmla="*/ 389 h 412"/>
                <a:gd name="T38" fmla="*/ 307 w 307"/>
                <a:gd name="T39" fmla="*/ 23 h 412"/>
                <a:gd name="T40" fmla="*/ 285 w 307"/>
                <a:gd name="T41" fmla="*/ 0 h 412"/>
                <a:gd name="T42" fmla="*/ 289 w 307"/>
                <a:gd name="T43" fmla="*/ 389 h 412"/>
                <a:gd name="T44" fmla="*/ 285 w 307"/>
                <a:gd name="T45" fmla="*/ 393 h 412"/>
                <a:gd name="T46" fmla="*/ 98 w 307"/>
                <a:gd name="T47" fmla="*/ 393 h 412"/>
                <a:gd name="T48" fmla="*/ 98 w 307"/>
                <a:gd name="T49" fmla="*/ 19 h 412"/>
                <a:gd name="T50" fmla="*/ 285 w 307"/>
                <a:gd name="T51" fmla="*/ 19 h 412"/>
                <a:gd name="T52" fmla="*/ 289 w 307"/>
                <a:gd name="T53" fmla="*/ 23 h 412"/>
                <a:gd name="T54" fmla="*/ 289 w 307"/>
                <a:gd name="T55" fmla="*/ 389 h 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07" h="412">
                  <a:moveTo>
                    <a:pt x="285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10" y="0"/>
                    <a:pt x="0" y="10"/>
                    <a:pt x="0" y="23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43"/>
                    <a:pt x="4" y="47"/>
                    <a:pt x="10" y="47"/>
                  </a:cubicBezTo>
                  <a:cubicBezTo>
                    <a:pt x="15" y="47"/>
                    <a:pt x="19" y="43"/>
                    <a:pt x="19" y="38"/>
                  </a:cubicBezTo>
                  <a:cubicBezTo>
                    <a:pt x="19" y="23"/>
                    <a:pt x="19" y="23"/>
                    <a:pt x="19" y="23"/>
                  </a:cubicBezTo>
                  <a:cubicBezTo>
                    <a:pt x="19" y="20"/>
                    <a:pt x="20" y="19"/>
                    <a:pt x="23" y="19"/>
                  </a:cubicBezTo>
                  <a:cubicBezTo>
                    <a:pt x="80" y="19"/>
                    <a:pt x="80" y="19"/>
                    <a:pt x="80" y="19"/>
                  </a:cubicBezTo>
                  <a:cubicBezTo>
                    <a:pt x="80" y="393"/>
                    <a:pt x="80" y="393"/>
                    <a:pt x="80" y="393"/>
                  </a:cubicBezTo>
                  <a:cubicBezTo>
                    <a:pt x="23" y="393"/>
                    <a:pt x="23" y="393"/>
                    <a:pt x="23" y="393"/>
                  </a:cubicBezTo>
                  <a:cubicBezTo>
                    <a:pt x="20" y="393"/>
                    <a:pt x="19" y="392"/>
                    <a:pt x="19" y="389"/>
                  </a:cubicBezTo>
                  <a:cubicBezTo>
                    <a:pt x="19" y="377"/>
                    <a:pt x="19" y="377"/>
                    <a:pt x="19" y="377"/>
                  </a:cubicBezTo>
                  <a:cubicBezTo>
                    <a:pt x="19" y="372"/>
                    <a:pt x="15" y="368"/>
                    <a:pt x="10" y="368"/>
                  </a:cubicBezTo>
                  <a:cubicBezTo>
                    <a:pt x="4" y="368"/>
                    <a:pt x="0" y="372"/>
                    <a:pt x="0" y="377"/>
                  </a:cubicBezTo>
                  <a:cubicBezTo>
                    <a:pt x="0" y="389"/>
                    <a:pt x="0" y="389"/>
                    <a:pt x="0" y="389"/>
                  </a:cubicBezTo>
                  <a:cubicBezTo>
                    <a:pt x="0" y="402"/>
                    <a:pt x="10" y="412"/>
                    <a:pt x="23" y="412"/>
                  </a:cubicBezTo>
                  <a:cubicBezTo>
                    <a:pt x="285" y="412"/>
                    <a:pt x="285" y="412"/>
                    <a:pt x="285" y="412"/>
                  </a:cubicBezTo>
                  <a:cubicBezTo>
                    <a:pt x="298" y="412"/>
                    <a:pt x="307" y="402"/>
                    <a:pt x="307" y="389"/>
                  </a:cubicBezTo>
                  <a:cubicBezTo>
                    <a:pt x="307" y="23"/>
                    <a:pt x="307" y="23"/>
                    <a:pt x="307" y="23"/>
                  </a:cubicBezTo>
                  <a:cubicBezTo>
                    <a:pt x="307" y="10"/>
                    <a:pt x="298" y="0"/>
                    <a:pt x="285" y="0"/>
                  </a:cubicBezTo>
                  <a:close/>
                  <a:moveTo>
                    <a:pt x="289" y="389"/>
                  </a:moveTo>
                  <a:cubicBezTo>
                    <a:pt x="289" y="392"/>
                    <a:pt x="287" y="393"/>
                    <a:pt x="285" y="393"/>
                  </a:cubicBezTo>
                  <a:cubicBezTo>
                    <a:pt x="98" y="393"/>
                    <a:pt x="98" y="393"/>
                    <a:pt x="98" y="393"/>
                  </a:cubicBezTo>
                  <a:cubicBezTo>
                    <a:pt x="98" y="19"/>
                    <a:pt x="98" y="19"/>
                    <a:pt x="98" y="19"/>
                  </a:cubicBezTo>
                  <a:cubicBezTo>
                    <a:pt x="285" y="19"/>
                    <a:pt x="285" y="19"/>
                    <a:pt x="285" y="19"/>
                  </a:cubicBezTo>
                  <a:cubicBezTo>
                    <a:pt x="287" y="19"/>
                    <a:pt x="289" y="20"/>
                    <a:pt x="289" y="23"/>
                  </a:cubicBezTo>
                  <a:lnTo>
                    <a:pt x="289" y="389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8" name="Freeform 63"/>
            <p:cNvSpPr>
              <a:spLocks/>
            </p:cNvSpPr>
            <p:nvPr/>
          </p:nvSpPr>
          <p:spPr bwMode="auto">
            <a:xfrm>
              <a:off x="950914" y="1720851"/>
              <a:ext cx="19050" cy="358775"/>
            </a:xfrm>
            <a:custGeom>
              <a:avLst/>
              <a:gdLst>
                <a:gd name="T0" fmla="*/ 9 w 18"/>
                <a:gd name="T1" fmla="*/ 0 h 360"/>
                <a:gd name="T2" fmla="*/ 0 w 18"/>
                <a:gd name="T3" fmla="*/ 10 h 360"/>
                <a:gd name="T4" fmla="*/ 0 w 18"/>
                <a:gd name="T5" fmla="*/ 350 h 360"/>
                <a:gd name="T6" fmla="*/ 9 w 18"/>
                <a:gd name="T7" fmla="*/ 360 h 360"/>
                <a:gd name="T8" fmla="*/ 18 w 18"/>
                <a:gd name="T9" fmla="*/ 350 h 360"/>
                <a:gd name="T10" fmla="*/ 18 w 18"/>
                <a:gd name="T11" fmla="*/ 10 h 360"/>
                <a:gd name="T12" fmla="*/ 9 w 18"/>
                <a:gd name="T13" fmla="*/ 0 h 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360">
                  <a:moveTo>
                    <a:pt x="9" y="0"/>
                  </a:moveTo>
                  <a:cubicBezTo>
                    <a:pt x="4" y="0"/>
                    <a:pt x="0" y="4"/>
                    <a:pt x="0" y="10"/>
                  </a:cubicBezTo>
                  <a:cubicBezTo>
                    <a:pt x="0" y="350"/>
                    <a:pt x="0" y="350"/>
                    <a:pt x="0" y="350"/>
                  </a:cubicBezTo>
                  <a:cubicBezTo>
                    <a:pt x="0" y="355"/>
                    <a:pt x="4" y="360"/>
                    <a:pt x="9" y="360"/>
                  </a:cubicBezTo>
                  <a:cubicBezTo>
                    <a:pt x="14" y="360"/>
                    <a:pt x="18" y="355"/>
                    <a:pt x="18" y="350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18" y="4"/>
                    <a:pt x="14" y="0"/>
                    <a:pt x="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9" name="Freeform 64"/>
            <p:cNvSpPr>
              <a:spLocks/>
            </p:cNvSpPr>
            <p:nvPr/>
          </p:nvSpPr>
          <p:spPr bwMode="auto">
            <a:xfrm>
              <a:off x="612776" y="1812926"/>
              <a:ext cx="69850" cy="19050"/>
            </a:xfrm>
            <a:custGeom>
              <a:avLst/>
              <a:gdLst>
                <a:gd name="T0" fmla="*/ 9 w 71"/>
                <a:gd name="T1" fmla="*/ 19 h 19"/>
                <a:gd name="T2" fmla="*/ 62 w 71"/>
                <a:gd name="T3" fmla="*/ 19 h 19"/>
                <a:gd name="T4" fmla="*/ 71 w 71"/>
                <a:gd name="T5" fmla="*/ 9 h 19"/>
                <a:gd name="T6" fmla="*/ 62 w 71"/>
                <a:gd name="T7" fmla="*/ 0 h 19"/>
                <a:gd name="T8" fmla="*/ 9 w 71"/>
                <a:gd name="T9" fmla="*/ 0 h 19"/>
                <a:gd name="T10" fmla="*/ 0 w 71"/>
                <a:gd name="T11" fmla="*/ 9 h 19"/>
                <a:gd name="T12" fmla="*/ 9 w 71"/>
                <a:gd name="T13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1" h="19">
                  <a:moveTo>
                    <a:pt x="9" y="19"/>
                  </a:moveTo>
                  <a:cubicBezTo>
                    <a:pt x="62" y="19"/>
                    <a:pt x="62" y="19"/>
                    <a:pt x="62" y="19"/>
                  </a:cubicBezTo>
                  <a:cubicBezTo>
                    <a:pt x="67" y="19"/>
                    <a:pt x="71" y="15"/>
                    <a:pt x="71" y="9"/>
                  </a:cubicBezTo>
                  <a:cubicBezTo>
                    <a:pt x="71" y="4"/>
                    <a:pt x="67" y="0"/>
                    <a:pt x="62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5"/>
                    <a:pt x="4" y="19"/>
                    <a:pt x="9" y="19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0" name="Freeform 65"/>
            <p:cNvSpPr>
              <a:spLocks/>
            </p:cNvSpPr>
            <p:nvPr/>
          </p:nvSpPr>
          <p:spPr bwMode="auto">
            <a:xfrm>
              <a:off x="612776" y="1760538"/>
              <a:ext cx="69850" cy="19050"/>
            </a:xfrm>
            <a:custGeom>
              <a:avLst/>
              <a:gdLst>
                <a:gd name="T0" fmla="*/ 9 w 71"/>
                <a:gd name="T1" fmla="*/ 18 h 18"/>
                <a:gd name="T2" fmla="*/ 62 w 71"/>
                <a:gd name="T3" fmla="*/ 18 h 18"/>
                <a:gd name="T4" fmla="*/ 71 w 71"/>
                <a:gd name="T5" fmla="*/ 9 h 18"/>
                <a:gd name="T6" fmla="*/ 62 w 71"/>
                <a:gd name="T7" fmla="*/ 0 h 18"/>
                <a:gd name="T8" fmla="*/ 9 w 71"/>
                <a:gd name="T9" fmla="*/ 0 h 18"/>
                <a:gd name="T10" fmla="*/ 0 w 71"/>
                <a:gd name="T11" fmla="*/ 9 h 18"/>
                <a:gd name="T12" fmla="*/ 9 w 71"/>
                <a:gd name="T13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1" h="18">
                  <a:moveTo>
                    <a:pt x="9" y="18"/>
                  </a:moveTo>
                  <a:cubicBezTo>
                    <a:pt x="62" y="18"/>
                    <a:pt x="62" y="18"/>
                    <a:pt x="62" y="18"/>
                  </a:cubicBezTo>
                  <a:cubicBezTo>
                    <a:pt x="67" y="18"/>
                    <a:pt x="71" y="14"/>
                    <a:pt x="71" y="9"/>
                  </a:cubicBezTo>
                  <a:cubicBezTo>
                    <a:pt x="71" y="4"/>
                    <a:pt x="67" y="0"/>
                    <a:pt x="62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4"/>
                    <a:pt x="4" y="18"/>
                    <a:pt x="9" y="1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1" name="Freeform 66"/>
            <p:cNvSpPr>
              <a:spLocks/>
            </p:cNvSpPr>
            <p:nvPr/>
          </p:nvSpPr>
          <p:spPr bwMode="auto">
            <a:xfrm>
              <a:off x="612776" y="1865313"/>
              <a:ext cx="69850" cy="19050"/>
            </a:xfrm>
            <a:custGeom>
              <a:avLst/>
              <a:gdLst>
                <a:gd name="T0" fmla="*/ 9 w 71"/>
                <a:gd name="T1" fmla="*/ 19 h 19"/>
                <a:gd name="T2" fmla="*/ 62 w 71"/>
                <a:gd name="T3" fmla="*/ 19 h 19"/>
                <a:gd name="T4" fmla="*/ 71 w 71"/>
                <a:gd name="T5" fmla="*/ 10 h 19"/>
                <a:gd name="T6" fmla="*/ 62 w 71"/>
                <a:gd name="T7" fmla="*/ 0 h 19"/>
                <a:gd name="T8" fmla="*/ 9 w 71"/>
                <a:gd name="T9" fmla="*/ 0 h 19"/>
                <a:gd name="T10" fmla="*/ 0 w 71"/>
                <a:gd name="T11" fmla="*/ 10 h 19"/>
                <a:gd name="T12" fmla="*/ 9 w 71"/>
                <a:gd name="T13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1" h="19">
                  <a:moveTo>
                    <a:pt x="9" y="19"/>
                  </a:moveTo>
                  <a:cubicBezTo>
                    <a:pt x="62" y="19"/>
                    <a:pt x="62" y="19"/>
                    <a:pt x="62" y="19"/>
                  </a:cubicBezTo>
                  <a:cubicBezTo>
                    <a:pt x="67" y="19"/>
                    <a:pt x="71" y="15"/>
                    <a:pt x="71" y="10"/>
                  </a:cubicBezTo>
                  <a:cubicBezTo>
                    <a:pt x="71" y="5"/>
                    <a:pt x="67" y="0"/>
                    <a:pt x="62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15"/>
                    <a:pt x="4" y="19"/>
                    <a:pt x="9" y="19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2" name="Freeform 67"/>
            <p:cNvSpPr>
              <a:spLocks/>
            </p:cNvSpPr>
            <p:nvPr/>
          </p:nvSpPr>
          <p:spPr bwMode="auto">
            <a:xfrm>
              <a:off x="612776" y="1968501"/>
              <a:ext cx="69850" cy="19050"/>
            </a:xfrm>
            <a:custGeom>
              <a:avLst/>
              <a:gdLst>
                <a:gd name="T0" fmla="*/ 9 w 71"/>
                <a:gd name="T1" fmla="*/ 19 h 19"/>
                <a:gd name="T2" fmla="*/ 62 w 71"/>
                <a:gd name="T3" fmla="*/ 19 h 19"/>
                <a:gd name="T4" fmla="*/ 71 w 71"/>
                <a:gd name="T5" fmla="*/ 10 h 19"/>
                <a:gd name="T6" fmla="*/ 62 w 71"/>
                <a:gd name="T7" fmla="*/ 0 h 19"/>
                <a:gd name="T8" fmla="*/ 9 w 71"/>
                <a:gd name="T9" fmla="*/ 0 h 19"/>
                <a:gd name="T10" fmla="*/ 0 w 71"/>
                <a:gd name="T11" fmla="*/ 10 h 19"/>
                <a:gd name="T12" fmla="*/ 9 w 71"/>
                <a:gd name="T13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1" h="19">
                  <a:moveTo>
                    <a:pt x="9" y="19"/>
                  </a:moveTo>
                  <a:cubicBezTo>
                    <a:pt x="62" y="19"/>
                    <a:pt x="62" y="19"/>
                    <a:pt x="62" y="19"/>
                  </a:cubicBezTo>
                  <a:cubicBezTo>
                    <a:pt x="67" y="19"/>
                    <a:pt x="71" y="15"/>
                    <a:pt x="71" y="10"/>
                  </a:cubicBezTo>
                  <a:cubicBezTo>
                    <a:pt x="71" y="4"/>
                    <a:pt x="67" y="0"/>
                    <a:pt x="62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15"/>
                    <a:pt x="4" y="19"/>
                    <a:pt x="9" y="19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3" name="Freeform 68"/>
            <p:cNvSpPr>
              <a:spLocks/>
            </p:cNvSpPr>
            <p:nvPr/>
          </p:nvSpPr>
          <p:spPr bwMode="auto">
            <a:xfrm>
              <a:off x="612776" y="1917701"/>
              <a:ext cx="69850" cy="19050"/>
            </a:xfrm>
            <a:custGeom>
              <a:avLst/>
              <a:gdLst>
                <a:gd name="T0" fmla="*/ 9 w 71"/>
                <a:gd name="T1" fmla="*/ 19 h 19"/>
                <a:gd name="T2" fmla="*/ 62 w 71"/>
                <a:gd name="T3" fmla="*/ 19 h 19"/>
                <a:gd name="T4" fmla="*/ 71 w 71"/>
                <a:gd name="T5" fmla="*/ 9 h 19"/>
                <a:gd name="T6" fmla="*/ 62 w 71"/>
                <a:gd name="T7" fmla="*/ 0 h 19"/>
                <a:gd name="T8" fmla="*/ 9 w 71"/>
                <a:gd name="T9" fmla="*/ 0 h 19"/>
                <a:gd name="T10" fmla="*/ 0 w 71"/>
                <a:gd name="T11" fmla="*/ 9 h 19"/>
                <a:gd name="T12" fmla="*/ 9 w 71"/>
                <a:gd name="T13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1" h="19">
                  <a:moveTo>
                    <a:pt x="9" y="19"/>
                  </a:moveTo>
                  <a:cubicBezTo>
                    <a:pt x="62" y="19"/>
                    <a:pt x="62" y="19"/>
                    <a:pt x="62" y="19"/>
                  </a:cubicBezTo>
                  <a:cubicBezTo>
                    <a:pt x="67" y="19"/>
                    <a:pt x="71" y="14"/>
                    <a:pt x="71" y="9"/>
                  </a:cubicBezTo>
                  <a:cubicBezTo>
                    <a:pt x="71" y="4"/>
                    <a:pt x="67" y="0"/>
                    <a:pt x="62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4"/>
                    <a:pt x="4" y="19"/>
                    <a:pt x="9" y="19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4" name="Freeform 69"/>
            <p:cNvSpPr>
              <a:spLocks/>
            </p:cNvSpPr>
            <p:nvPr/>
          </p:nvSpPr>
          <p:spPr bwMode="auto">
            <a:xfrm>
              <a:off x="612776" y="2022476"/>
              <a:ext cx="69850" cy="17463"/>
            </a:xfrm>
            <a:custGeom>
              <a:avLst/>
              <a:gdLst>
                <a:gd name="T0" fmla="*/ 71 w 71"/>
                <a:gd name="T1" fmla="*/ 9 h 18"/>
                <a:gd name="T2" fmla="*/ 62 w 71"/>
                <a:gd name="T3" fmla="*/ 0 h 18"/>
                <a:gd name="T4" fmla="*/ 9 w 71"/>
                <a:gd name="T5" fmla="*/ 0 h 18"/>
                <a:gd name="T6" fmla="*/ 0 w 71"/>
                <a:gd name="T7" fmla="*/ 9 h 18"/>
                <a:gd name="T8" fmla="*/ 9 w 71"/>
                <a:gd name="T9" fmla="*/ 18 h 18"/>
                <a:gd name="T10" fmla="*/ 62 w 71"/>
                <a:gd name="T11" fmla="*/ 18 h 18"/>
                <a:gd name="T12" fmla="*/ 71 w 71"/>
                <a:gd name="T13" fmla="*/ 9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1" h="18">
                  <a:moveTo>
                    <a:pt x="71" y="9"/>
                  </a:moveTo>
                  <a:cubicBezTo>
                    <a:pt x="71" y="4"/>
                    <a:pt x="67" y="0"/>
                    <a:pt x="62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4"/>
                    <a:pt x="4" y="18"/>
                    <a:pt x="9" y="18"/>
                  </a:cubicBezTo>
                  <a:cubicBezTo>
                    <a:pt x="62" y="18"/>
                    <a:pt x="62" y="18"/>
                    <a:pt x="62" y="18"/>
                  </a:cubicBezTo>
                  <a:cubicBezTo>
                    <a:pt x="67" y="18"/>
                    <a:pt x="71" y="14"/>
                    <a:pt x="71" y="9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82" name="Group 281"/>
          <p:cNvGrpSpPr/>
          <p:nvPr/>
        </p:nvGrpSpPr>
        <p:grpSpPr>
          <a:xfrm>
            <a:off x="1894419" y="2260602"/>
            <a:ext cx="719667" cy="546100"/>
            <a:chOff x="1420814" y="1695451"/>
            <a:chExt cx="539750" cy="409575"/>
          </a:xfrm>
          <a:solidFill>
            <a:schemeClr val="tx2"/>
          </a:solidFill>
        </p:grpSpPr>
        <p:sp>
          <p:nvSpPr>
            <p:cNvPr id="105" name="Freeform 70"/>
            <p:cNvSpPr>
              <a:spLocks noEditPoints="1"/>
            </p:cNvSpPr>
            <p:nvPr/>
          </p:nvSpPr>
          <p:spPr bwMode="auto">
            <a:xfrm>
              <a:off x="1447801" y="1695451"/>
              <a:ext cx="487363" cy="409575"/>
            </a:xfrm>
            <a:custGeom>
              <a:avLst/>
              <a:gdLst>
                <a:gd name="T0" fmla="*/ 468 w 490"/>
                <a:gd name="T1" fmla="*/ 0 h 412"/>
                <a:gd name="T2" fmla="*/ 258 w 490"/>
                <a:gd name="T3" fmla="*/ 0 h 412"/>
                <a:gd name="T4" fmla="*/ 245 w 490"/>
                <a:gd name="T5" fmla="*/ 4 h 412"/>
                <a:gd name="T6" fmla="*/ 232 w 490"/>
                <a:gd name="T7" fmla="*/ 0 h 412"/>
                <a:gd name="T8" fmla="*/ 22 w 490"/>
                <a:gd name="T9" fmla="*/ 0 h 412"/>
                <a:gd name="T10" fmla="*/ 0 w 490"/>
                <a:gd name="T11" fmla="*/ 23 h 412"/>
                <a:gd name="T12" fmla="*/ 0 w 490"/>
                <a:gd name="T13" fmla="*/ 389 h 412"/>
                <a:gd name="T14" fmla="*/ 22 w 490"/>
                <a:gd name="T15" fmla="*/ 412 h 412"/>
                <a:gd name="T16" fmla="*/ 232 w 490"/>
                <a:gd name="T17" fmla="*/ 412 h 412"/>
                <a:gd name="T18" fmla="*/ 245 w 490"/>
                <a:gd name="T19" fmla="*/ 408 h 412"/>
                <a:gd name="T20" fmla="*/ 258 w 490"/>
                <a:gd name="T21" fmla="*/ 412 h 412"/>
                <a:gd name="T22" fmla="*/ 468 w 490"/>
                <a:gd name="T23" fmla="*/ 412 h 412"/>
                <a:gd name="T24" fmla="*/ 490 w 490"/>
                <a:gd name="T25" fmla="*/ 389 h 412"/>
                <a:gd name="T26" fmla="*/ 490 w 490"/>
                <a:gd name="T27" fmla="*/ 23 h 412"/>
                <a:gd name="T28" fmla="*/ 468 w 490"/>
                <a:gd name="T29" fmla="*/ 0 h 412"/>
                <a:gd name="T30" fmla="*/ 232 w 490"/>
                <a:gd name="T31" fmla="*/ 393 h 412"/>
                <a:gd name="T32" fmla="*/ 22 w 490"/>
                <a:gd name="T33" fmla="*/ 393 h 412"/>
                <a:gd name="T34" fmla="*/ 18 w 490"/>
                <a:gd name="T35" fmla="*/ 389 h 412"/>
                <a:gd name="T36" fmla="*/ 18 w 490"/>
                <a:gd name="T37" fmla="*/ 23 h 412"/>
                <a:gd name="T38" fmla="*/ 22 w 490"/>
                <a:gd name="T39" fmla="*/ 19 h 412"/>
                <a:gd name="T40" fmla="*/ 232 w 490"/>
                <a:gd name="T41" fmla="*/ 19 h 412"/>
                <a:gd name="T42" fmla="*/ 235 w 490"/>
                <a:gd name="T43" fmla="*/ 23 h 412"/>
                <a:gd name="T44" fmla="*/ 235 w 490"/>
                <a:gd name="T45" fmla="*/ 38 h 412"/>
                <a:gd name="T46" fmla="*/ 235 w 490"/>
                <a:gd name="T47" fmla="*/ 377 h 412"/>
                <a:gd name="T48" fmla="*/ 235 w 490"/>
                <a:gd name="T49" fmla="*/ 388 h 412"/>
                <a:gd name="T50" fmla="*/ 235 w 490"/>
                <a:gd name="T51" fmla="*/ 389 h 412"/>
                <a:gd name="T52" fmla="*/ 232 w 490"/>
                <a:gd name="T53" fmla="*/ 393 h 412"/>
                <a:gd name="T54" fmla="*/ 471 w 490"/>
                <a:gd name="T55" fmla="*/ 389 h 412"/>
                <a:gd name="T56" fmla="*/ 468 w 490"/>
                <a:gd name="T57" fmla="*/ 393 h 412"/>
                <a:gd name="T58" fmla="*/ 258 w 490"/>
                <a:gd name="T59" fmla="*/ 393 h 412"/>
                <a:gd name="T60" fmla="*/ 254 w 490"/>
                <a:gd name="T61" fmla="*/ 389 h 412"/>
                <a:gd name="T62" fmla="*/ 254 w 490"/>
                <a:gd name="T63" fmla="*/ 388 h 412"/>
                <a:gd name="T64" fmla="*/ 254 w 490"/>
                <a:gd name="T65" fmla="*/ 377 h 412"/>
                <a:gd name="T66" fmla="*/ 254 w 490"/>
                <a:gd name="T67" fmla="*/ 38 h 412"/>
                <a:gd name="T68" fmla="*/ 254 w 490"/>
                <a:gd name="T69" fmla="*/ 23 h 412"/>
                <a:gd name="T70" fmla="*/ 258 w 490"/>
                <a:gd name="T71" fmla="*/ 19 h 412"/>
                <a:gd name="T72" fmla="*/ 468 w 490"/>
                <a:gd name="T73" fmla="*/ 19 h 412"/>
                <a:gd name="T74" fmla="*/ 471 w 490"/>
                <a:gd name="T75" fmla="*/ 23 h 412"/>
                <a:gd name="T76" fmla="*/ 471 w 490"/>
                <a:gd name="T77" fmla="*/ 389 h 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490" h="412">
                  <a:moveTo>
                    <a:pt x="468" y="0"/>
                  </a:moveTo>
                  <a:cubicBezTo>
                    <a:pt x="258" y="0"/>
                    <a:pt x="258" y="0"/>
                    <a:pt x="258" y="0"/>
                  </a:cubicBezTo>
                  <a:cubicBezTo>
                    <a:pt x="253" y="0"/>
                    <a:pt x="248" y="2"/>
                    <a:pt x="245" y="4"/>
                  </a:cubicBezTo>
                  <a:cubicBezTo>
                    <a:pt x="241" y="2"/>
                    <a:pt x="237" y="0"/>
                    <a:pt x="232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9" y="0"/>
                    <a:pt x="0" y="10"/>
                    <a:pt x="0" y="23"/>
                  </a:cubicBezTo>
                  <a:cubicBezTo>
                    <a:pt x="0" y="389"/>
                    <a:pt x="0" y="389"/>
                    <a:pt x="0" y="389"/>
                  </a:cubicBezTo>
                  <a:cubicBezTo>
                    <a:pt x="0" y="402"/>
                    <a:pt x="9" y="412"/>
                    <a:pt x="22" y="412"/>
                  </a:cubicBezTo>
                  <a:cubicBezTo>
                    <a:pt x="232" y="412"/>
                    <a:pt x="232" y="412"/>
                    <a:pt x="232" y="412"/>
                  </a:cubicBezTo>
                  <a:cubicBezTo>
                    <a:pt x="237" y="412"/>
                    <a:pt x="241" y="410"/>
                    <a:pt x="245" y="408"/>
                  </a:cubicBezTo>
                  <a:cubicBezTo>
                    <a:pt x="248" y="410"/>
                    <a:pt x="253" y="412"/>
                    <a:pt x="258" y="412"/>
                  </a:cubicBezTo>
                  <a:cubicBezTo>
                    <a:pt x="468" y="412"/>
                    <a:pt x="468" y="412"/>
                    <a:pt x="468" y="412"/>
                  </a:cubicBezTo>
                  <a:cubicBezTo>
                    <a:pt x="480" y="412"/>
                    <a:pt x="490" y="402"/>
                    <a:pt x="490" y="389"/>
                  </a:cubicBezTo>
                  <a:cubicBezTo>
                    <a:pt x="490" y="23"/>
                    <a:pt x="490" y="23"/>
                    <a:pt x="490" y="23"/>
                  </a:cubicBezTo>
                  <a:cubicBezTo>
                    <a:pt x="490" y="10"/>
                    <a:pt x="480" y="0"/>
                    <a:pt x="468" y="0"/>
                  </a:cubicBezTo>
                  <a:close/>
                  <a:moveTo>
                    <a:pt x="232" y="393"/>
                  </a:moveTo>
                  <a:cubicBezTo>
                    <a:pt x="22" y="393"/>
                    <a:pt x="22" y="393"/>
                    <a:pt x="22" y="393"/>
                  </a:cubicBezTo>
                  <a:cubicBezTo>
                    <a:pt x="20" y="393"/>
                    <a:pt x="18" y="392"/>
                    <a:pt x="18" y="389"/>
                  </a:cubicBezTo>
                  <a:cubicBezTo>
                    <a:pt x="18" y="23"/>
                    <a:pt x="18" y="23"/>
                    <a:pt x="18" y="23"/>
                  </a:cubicBezTo>
                  <a:cubicBezTo>
                    <a:pt x="18" y="20"/>
                    <a:pt x="20" y="19"/>
                    <a:pt x="22" y="19"/>
                  </a:cubicBezTo>
                  <a:cubicBezTo>
                    <a:pt x="232" y="19"/>
                    <a:pt x="232" y="19"/>
                    <a:pt x="232" y="19"/>
                  </a:cubicBezTo>
                  <a:cubicBezTo>
                    <a:pt x="234" y="19"/>
                    <a:pt x="235" y="20"/>
                    <a:pt x="235" y="23"/>
                  </a:cubicBezTo>
                  <a:cubicBezTo>
                    <a:pt x="235" y="38"/>
                    <a:pt x="235" y="38"/>
                    <a:pt x="235" y="38"/>
                  </a:cubicBezTo>
                  <a:cubicBezTo>
                    <a:pt x="235" y="377"/>
                    <a:pt x="235" y="377"/>
                    <a:pt x="235" y="377"/>
                  </a:cubicBezTo>
                  <a:cubicBezTo>
                    <a:pt x="235" y="388"/>
                    <a:pt x="235" y="388"/>
                    <a:pt x="235" y="388"/>
                  </a:cubicBezTo>
                  <a:cubicBezTo>
                    <a:pt x="235" y="389"/>
                    <a:pt x="235" y="389"/>
                    <a:pt x="235" y="389"/>
                  </a:cubicBezTo>
                  <a:cubicBezTo>
                    <a:pt x="235" y="392"/>
                    <a:pt x="234" y="393"/>
                    <a:pt x="232" y="393"/>
                  </a:cubicBezTo>
                  <a:close/>
                  <a:moveTo>
                    <a:pt x="471" y="389"/>
                  </a:moveTo>
                  <a:cubicBezTo>
                    <a:pt x="471" y="392"/>
                    <a:pt x="470" y="393"/>
                    <a:pt x="468" y="393"/>
                  </a:cubicBezTo>
                  <a:cubicBezTo>
                    <a:pt x="258" y="393"/>
                    <a:pt x="258" y="393"/>
                    <a:pt x="258" y="393"/>
                  </a:cubicBezTo>
                  <a:cubicBezTo>
                    <a:pt x="255" y="393"/>
                    <a:pt x="254" y="392"/>
                    <a:pt x="254" y="389"/>
                  </a:cubicBezTo>
                  <a:cubicBezTo>
                    <a:pt x="254" y="388"/>
                    <a:pt x="254" y="388"/>
                    <a:pt x="254" y="388"/>
                  </a:cubicBezTo>
                  <a:cubicBezTo>
                    <a:pt x="254" y="377"/>
                    <a:pt x="254" y="377"/>
                    <a:pt x="254" y="377"/>
                  </a:cubicBezTo>
                  <a:cubicBezTo>
                    <a:pt x="254" y="38"/>
                    <a:pt x="254" y="38"/>
                    <a:pt x="254" y="38"/>
                  </a:cubicBezTo>
                  <a:cubicBezTo>
                    <a:pt x="254" y="23"/>
                    <a:pt x="254" y="23"/>
                    <a:pt x="254" y="23"/>
                  </a:cubicBezTo>
                  <a:cubicBezTo>
                    <a:pt x="254" y="20"/>
                    <a:pt x="255" y="19"/>
                    <a:pt x="258" y="19"/>
                  </a:cubicBezTo>
                  <a:cubicBezTo>
                    <a:pt x="468" y="19"/>
                    <a:pt x="468" y="19"/>
                    <a:pt x="468" y="19"/>
                  </a:cubicBezTo>
                  <a:cubicBezTo>
                    <a:pt x="470" y="19"/>
                    <a:pt x="471" y="20"/>
                    <a:pt x="471" y="23"/>
                  </a:cubicBezTo>
                  <a:lnTo>
                    <a:pt x="471" y="389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6" name="Freeform 71"/>
            <p:cNvSpPr>
              <a:spLocks/>
            </p:cNvSpPr>
            <p:nvPr/>
          </p:nvSpPr>
          <p:spPr bwMode="auto">
            <a:xfrm>
              <a:off x="1941514" y="1720851"/>
              <a:ext cx="19050" cy="358775"/>
            </a:xfrm>
            <a:custGeom>
              <a:avLst/>
              <a:gdLst>
                <a:gd name="T0" fmla="*/ 10 w 19"/>
                <a:gd name="T1" fmla="*/ 0 h 360"/>
                <a:gd name="T2" fmla="*/ 0 w 19"/>
                <a:gd name="T3" fmla="*/ 10 h 360"/>
                <a:gd name="T4" fmla="*/ 0 w 19"/>
                <a:gd name="T5" fmla="*/ 350 h 360"/>
                <a:gd name="T6" fmla="*/ 10 w 19"/>
                <a:gd name="T7" fmla="*/ 360 h 360"/>
                <a:gd name="T8" fmla="*/ 19 w 19"/>
                <a:gd name="T9" fmla="*/ 350 h 360"/>
                <a:gd name="T10" fmla="*/ 19 w 19"/>
                <a:gd name="T11" fmla="*/ 10 h 360"/>
                <a:gd name="T12" fmla="*/ 10 w 19"/>
                <a:gd name="T13" fmla="*/ 0 h 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" h="360">
                  <a:moveTo>
                    <a:pt x="10" y="0"/>
                  </a:moveTo>
                  <a:cubicBezTo>
                    <a:pt x="5" y="0"/>
                    <a:pt x="0" y="4"/>
                    <a:pt x="0" y="10"/>
                  </a:cubicBezTo>
                  <a:cubicBezTo>
                    <a:pt x="0" y="350"/>
                    <a:pt x="0" y="350"/>
                    <a:pt x="0" y="350"/>
                  </a:cubicBezTo>
                  <a:cubicBezTo>
                    <a:pt x="0" y="355"/>
                    <a:pt x="5" y="360"/>
                    <a:pt x="10" y="360"/>
                  </a:cubicBezTo>
                  <a:cubicBezTo>
                    <a:pt x="15" y="360"/>
                    <a:pt x="19" y="355"/>
                    <a:pt x="19" y="350"/>
                  </a:cubicBezTo>
                  <a:cubicBezTo>
                    <a:pt x="19" y="10"/>
                    <a:pt x="19" y="10"/>
                    <a:pt x="19" y="10"/>
                  </a:cubicBezTo>
                  <a:cubicBezTo>
                    <a:pt x="19" y="4"/>
                    <a:pt x="15" y="0"/>
                    <a:pt x="1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7" name="Freeform 72"/>
            <p:cNvSpPr>
              <a:spLocks/>
            </p:cNvSpPr>
            <p:nvPr/>
          </p:nvSpPr>
          <p:spPr bwMode="auto">
            <a:xfrm>
              <a:off x="1420814" y="1720851"/>
              <a:ext cx="19050" cy="358775"/>
            </a:xfrm>
            <a:custGeom>
              <a:avLst/>
              <a:gdLst>
                <a:gd name="T0" fmla="*/ 10 w 19"/>
                <a:gd name="T1" fmla="*/ 0 h 360"/>
                <a:gd name="T2" fmla="*/ 0 w 19"/>
                <a:gd name="T3" fmla="*/ 10 h 360"/>
                <a:gd name="T4" fmla="*/ 0 w 19"/>
                <a:gd name="T5" fmla="*/ 350 h 360"/>
                <a:gd name="T6" fmla="*/ 10 w 19"/>
                <a:gd name="T7" fmla="*/ 360 h 360"/>
                <a:gd name="T8" fmla="*/ 19 w 19"/>
                <a:gd name="T9" fmla="*/ 350 h 360"/>
                <a:gd name="T10" fmla="*/ 19 w 19"/>
                <a:gd name="T11" fmla="*/ 10 h 360"/>
                <a:gd name="T12" fmla="*/ 10 w 19"/>
                <a:gd name="T13" fmla="*/ 0 h 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" h="360">
                  <a:moveTo>
                    <a:pt x="10" y="0"/>
                  </a:moveTo>
                  <a:cubicBezTo>
                    <a:pt x="5" y="0"/>
                    <a:pt x="0" y="4"/>
                    <a:pt x="0" y="10"/>
                  </a:cubicBezTo>
                  <a:cubicBezTo>
                    <a:pt x="0" y="350"/>
                    <a:pt x="0" y="350"/>
                    <a:pt x="0" y="350"/>
                  </a:cubicBezTo>
                  <a:cubicBezTo>
                    <a:pt x="0" y="355"/>
                    <a:pt x="5" y="360"/>
                    <a:pt x="10" y="360"/>
                  </a:cubicBezTo>
                  <a:cubicBezTo>
                    <a:pt x="15" y="360"/>
                    <a:pt x="19" y="355"/>
                    <a:pt x="19" y="350"/>
                  </a:cubicBezTo>
                  <a:cubicBezTo>
                    <a:pt x="19" y="10"/>
                    <a:pt x="19" y="10"/>
                    <a:pt x="19" y="10"/>
                  </a:cubicBezTo>
                  <a:cubicBezTo>
                    <a:pt x="19" y="4"/>
                    <a:pt x="15" y="0"/>
                    <a:pt x="1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8" name="Freeform 73"/>
            <p:cNvSpPr>
              <a:spLocks/>
            </p:cNvSpPr>
            <p:nvPr/>
          </p:nvSpPr>
          <p:spPr bwMode="auto">
            <a:xfrm>
              <a:off x="1485901" y="1812926"/>
              <a:ext cx="174625" cy="19050"/>
            </a:xfrm>
            <a:custGeom>
              <a:avLst/>
              <a:gdLst>
                <a:gd name="T0" fmla="*/ 166 w 176"/>
                <a:gd name="T1" fmla="*/ 0 h 19"/>
                <a:gd name="T2" fmla="*/ 9 w 176"/>
                <a:gd name="T3" fmla="*/ 0 h 19"/>
                <a:gd name="T4" fmla="*/ 0 w 176"/>
                <a:gd name="T5" fmla="*/ 9 h 19"/>
                <a:gd name="T6" fmla="*/ 9 w 176"/>
                <a:gd name="T7" fmla="*/ 19 h 19"/>
                <a:gd name="T8" fmla="*/ 166 w 176"/>
                <a:gd name="T9" fmla="*/ 19 h 19"/>
                <a:gd name="T10" fmla="*/ 176 w 176"/>
                <a:gd name="T11" fmla="*/ 9 h 19"/>
                <a:gd name="T12" fmla="*/ 166 w 176"/>
                <a:gd name="T1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6" h="19">
                  <a:moveTo>
                    <a:pt x="166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5"/>
                    <a:pt x="4" y="19"/>
                    <a:pt x="9" y="19"/>
                  </a:cubicBezTo>
                  <a:cubicBezTo>
                    <a:pt x="166" y="19"/>
                    <a:pt x="166" y="19"/>
                    <a:pt x="166" y="19"/>
                  </a:cubicBezTo>
                  <a:cubicBezTo>
                    <a:pt x="172" y="19"/>
                    <a:pt x="176" y="15"/>
                    <a:pt x="176" y="9"/>
                  </a:cubicBezTo>
                  <a:cubicBezTo>
                    <a:pt x="176" y="4"/>
                    <a:pt x="17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9" name="Freeform 74"/>
            <p:cNvSpPr>
              <a:spLocks/>
            </p:cNvSpPr>
            <p:nvPr/>
          </p:nvSpPr>
          <p:spPr bwMode="auto">
            <a:xfrm>
              <a:off x="1485901" y="1865313"/>
              <a:ext cx="174625" cy="19050"/>
            </a:xfrm>
            <a:custGeom>
              <a:avLst/>
              <a:gdLst>
                <a:gd name="T0" fmla="*/ 166 w 176"/>
                <a:gd name="T1" fmla="*/ 0 h 19"/>
                <a:gd name="T2" fmla="*/ 9 w 176"/>
                <a:gd name="T3" fmla="*/ 0 h 19"/>
                <a:gd name="T4" fmla="*/ 0 w 176"/>
                <a:gd name="T5" fmla="*/ 10 h 19"/>
                <a:gd name="T6" fmla="*/ 9 w 176"/>
                <a:gd name="T7" fmla="*/ 19 h 19"/>
                <a:gd name="T8" fmla="*/ 166 w 176"/>
                <a:gd name="T9" fmla="*/ 19 h 19"/>
                <a:gd name="T10" fmla="*/ 176 w 176"/>
                <a:gd name="T11" fmla="*/ 10 h 19"/>
                <a:gd name="T12" fmla="*/ 166 w 176"/>
                <a:gd name="T1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6" h="19">
                  <a:moveTo>
                    <a:pt x="166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15"/>
                    <a:pt x="4" y="19"/>
                    <a:pt x="9" y="19"/>
                  </a:cubicBezTo>
                  <a:cubicBezTo>
                    <a:pt x="166" y="19"/>
                    <a:pt x="166" y="19"/>
                    <a:pt x="166" y="19"/>
                  </a:cubicBezTo>
                  <a:cubicBezTo>
                    <a:pt x="172" y="19"/>
                    <a:pt x="176" y="15"/>
                    <a:pt x="176" y="10"/>
                  </a:cubicBezTo>
                  <a:cubicBezTo>
                    <a:pt x="176" y="5"/>
                    <a:pt x="17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0" name="Freeform 75"/>
            <p:cNvSpPr>
              <a:spLocks/>
            </p:cNvSpPr>
            <p:nvPr/>
          </p:nvSpPr>
          <p:spPr bwMode="auto">
            <a:xfrm>
              <a:off x="1485901" y="1760538"/>
              <a:ext cx="174625" cy="19050"/>
            </a:xfrm>
            <a:custGeom>
              <a:avLst/>
              <a:gdLst>
                <a:gd name="T0" fmla="*/ 166 w 176"/>
                <a:gd name="T1" fmla="*/ 0 h 18"/>
                <a:gd name="T2" fmla="*/ 9 w 176"/>
                <a:gd name="T3" fmla="*/ 0 h 18"/>
                <a:gd name="T4" fmla="*/ 0 w 176"/>
                <a:gd name="T5" fmla="*/ 9 h 18"/>
                <a:gd name="T6" fmla="*/ 9 w 176"/>
                <a:gd name="T7" fmla="*/ 18 h 18"/>
                <a:gd name="T8" fmla="*/ 166 w 176"/>
                <a:gd name="T9" fmla="*/ 18 h 18"/>
                <a:gd name="T10" fmla="*/ 176 w 176"/>
                <a:gd name="T11" fmla="*/ 9 h 18"/>
                <a:gd name="T12" fmla="*/ 166 w 176"/>
                <a:gd name="T13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6" h="18">
                  <a:moveTo>
                    <a:pt x="166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4"/>
                    <a:pt x="4" y="18"/>
                    <a:pt x="9" y="18"/>
                  </a:cubicBezTo>
                  <a:cubicBezTo>
                    <a:pt x="166" y="18"/>
                    <a:pt x="166" y="18"/>
                    <a:pt x="166" y="18"/>
                  </a:cubicBezTo>
                  <a:cubicBezTo>
                    <a:pt x="172" y="18"/>
                    <a:pt x="176" y="14"/>
                    <a:pt x="176" y="9"/>
                  </a:cubicBezTo>
                  <a:cubicBezTo>
                    <a:pt x="176" y="4"/>
                    <a:pt x="17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1" name="Freeform 76"/>
            <p:cNvSpPr>
              <a:spLocks/>
            </p:cNvSpPr>
            <p:nvPr/>
          </p:nvSpPr>
          <p:spPr bwMode="auto">
            <a:xfrm>
              <a:off x="1485901" y="1917701"/>
              <a:ext cx="174625" cy="19050"/>
            </a:xfrm>
            <a:custGeom>
              <a:avLst/>
              <a:gdLst>
                <a:gd name="T0" fmla="*/ 166 w 176"/>
                <a:gd name="T1" fmla="*/ 0 h 19"/>
                <a:gd name="T2" fmla="*/ 9 w 176"/>
                <a:gd name="T3" fmla="*/ 0 h 19"/>
                <a:gd name="T4" fmla="*/ 0 w 176"/>
                <a:gd name="T5" fmla="*/ 9 h 19"/>
                <a:gd name="T6" fmla="*/ 9 w 176"/>
                <a:gd name="T7" fmla="*/ 19 h 19"/>
                <a:gd name="T8" fmla="*/ 166 w 176"/>
                <a:gd name="T9" fmla="*/ 19 h 19"/>
                <a:gd name="T10" fmla="*/ 176 w 176"/>
                <a:gd name="T11" fmla="*/ 9 h 19"/>
                <a:gd name="T12" fmla="*/ 166 w 176"/>
                <a:gd name="T1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6" h="19">
                  <a:moveTo>
                    <a:pt x="166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4"/>
                    <a:pt x="4" y="19"/>
                    <a:pt x="9" y="19"/>
                  </a:cubicBezTo>
                  <a:cubicBezTo>
                    <a:pt x="166" y="19"/>
                    <a:pt x="166" y="19"/>
                    <a:pt x="166" y="19"/>
                  </a:cubicBezTo>
                  <a:cubicBezTo>
                    <a:pt x="172" y="19"/>
                    <a:pt x="176" y="14"/>
                    <a:pt x="176" y="9"/>
                  </a:cubicBezTo>
                  <a:cubicBezTo>
                    <a:pt x="176" y="4"/>
                    <a:pt x="17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2" name="Freeform 77"/>
            <p:cNvSpPr>
              <a:spLocks/>
            </p:cNvSpPr>
            <p:nvPr/>
          </p:nvSpPr>
          <p:spPr bwMode="auto">
            <a:xfrm>
              <a:off x="1485901" y="1968501"/>
              <a:ext cx="174625" cy="19050"/>
            </a:xfrm>
            <a:custGeom>
              <a:avLst/>
              <a:gdLst>
                <a:gd name="T0" fmla="*/ 166 w 176"/>
                <a:gd name="T1" fmla="*/ 0 h 19"/>
                <a:gd name="T2" fmla="*/ 9 w 176"/>
                <a:gd name="T3" fmla="*/ 0 h 19"/>
                <a:gd name="T4" fmla="*/ 0 w 176"/>
                <a:gd name="T5" fmla="*/ 10 h 19"/>
                <a:gd name="T6" fmla="*/ 9 w 176"/>
                <a:gd name="T7" fmla="*/ 19 h 19"/>
                <a:gd name="T8" fmla="*/ 166 w 176"/>
                <a:gd name="T9" fmla="*/ 19 h 19"/>
                <a:gd name="T10" fmla="*/ 176 w 176"/>
                <a:gd name="T11" fmla="*/ 10 h 19"/>
                <a:gd name="T12" fmla="*/ 166 w 176"/>
                <a:gd name="T1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6" h="19">
                  <a:moveTo>
                    <a:pt x="166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15"/>
                    <a:pt x="4" y="19"/>
                    <a:pt x="9" y="19"/>
                  </a:cubicBezTo>
                  <a:cubicBezTo>
                    <a:pt x="166" y="19"/>
                    <a:pt x="166" y="19"/>
                    <a:pt x="166" y="19"/>
                  </a:cubicBezTo>
                  <a:cubicBezTo>
                    <a:pt x="172" y="19"/>
                    <a:pt x="176" y="15"/>
                    <a:pt x="176" y="10"/>
                  </a:cubicBezTo>
                  <a:cubicBezTo>
                    <a:pt x="176" y="4"/>
                    <a:pt x="17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3" name="Freeform 78"/>
            <p:cNvSpPr>
              <a:spLocks/>
            </p:cNvSpPr>
            <p:nvPr/>
          </p:nvSpPr>
          <p:spPr bwMode="auto">
            <a:xfrm>
              <a:off x="1485901" y="2022476"/>
              <a:ext cx="174625" cy="17463"/>
            </a:xfrm>
            <a:custGeom>
              <a:avLst/>
              <a:gdLst>
                <a:gd name="T0" fmla="*/ 166 w 176"/>
                <a:gd name="T1" fmla="*/ 0 h 18"/>
                <a:gd name="T2" fmla="*/ 9 w 176"/>
                <a:gd name="T3" fmla="*/ 0 h 18"/>
                <a:gd name="T4" fmla="*/ 0 w 176"/>
                <a:gd name="T5" fmla="*/ 9 h 18"/>
                <a:gd name="T6" fmla="*/ 9 w 176"/>
                <a:gd name="T7" fmla="*/ 18 h 18"/>
                <a:gd name="T8" fmla="*/ 166 w 176"/>
                <a:gd name="T9" fmla="*/ 18 h 18"/>
                <a:gd name="T10" fmla="*/ 176 w 176"/>
                <a:gd name="T11" fmla="*/ 9 h 18"/>
                <a:gd name="T12" fmla="*/ 166 w 176"/>
                <a:gd name="T13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6" h="18">
                  <a:moveTo>
                    <a:pt x="166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4"/>
                    <a:pt x="4" y="18"/>
                    <a:pt x="9" y="18"/>
                  </a:cubicBezTo>
                  <a:cubicBezTo>
                    <a:pt x="166" y="18"/>
                    <a:pt x="166" y="18"/>
                    <a:pt x="166" y="18"/>
                  </a:cubicBezTo>
                  <a:cubicBezTo>
                    <a:pt x="172" y="18"/>
                    <a:pt x="176" y="14"/>
                    <a:pt x="176" y="9"/>
                  </a:cubicBezTo>
                  <a:cubicBezTo>
                    <a:pt x="176" y="4"/>
                    <a:pt x="17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4" name="Freeform 79"/>
            <p:cNvSpPr>
              <a:spLocks/>
            </p:cNvSpPr>
            <p:nvPr/>
          </p:nvSpPr>
          <p:spPr bwMode="auto">
            <a:xfrm>
              <a:off x="1720851" y="1812926"/>
              <a:ext cx="174625" cy="19050"/>
            </a:xfrm>
            <a:custGeom>
              <a:avLst/>
              <a:gdLst>
                <a:gd name="T0" fmla="*/ 166 w 176"/>
                <a:gd name="T1" fmla="*/ 0 h 19"/>
                <a:gd name="T2" fmla="*/ 9 w 176"/>
                <a:gd name="T3" fmla="*/ 0 h 19"/>
                <a:gd name="T4" fmla="*/ 0 w 176"/>
                <a:gd name="T5" fmla="*/ 9 h 19"/>
                <a:gd name="T6" fmla="*/ 9 w 176"/>
                <a:gd name="T7" fmla="*/ 19 h 19"/>
                <a:gd name="T8" fmla="*/ 166 w 176"/>
                <a:gd name="T9" fmla="*/ 19 h 19"/>
                <a:gd name="T10" fmla="*/ 176 w 176"/>
                <a:gd name="T11" fmla="*/ 9 h 19"/>
                <a:gd name="T12" fmla="*/ 166 w 176"/>
                <a:gd name="T1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6" h="19">
                  <a:moveTo>
                    <a:pt x="166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5"/>
                    <a:pt x="4" y="19"/>
                    <a:pt x="9" y="19"/>
                  </a:cubicBezTo>
                  <a:cubicBezTo>
                    <a:pt x="166" y="19"/>
                    <a:pt x="166" y="19"/>
                    <a:pt x="166" y="19"/>
                  </a:cubicBezTo>
                  <a:cubicBezTo>
                    <a:pt x="171" y="19"/>
                    <a:pt x="176" y="15"/>
                    <a:pt x="176" y="9"/>
                  </a:cubicBezTo>
                  <a:cubicBezTo>
                    <a:pt x="176" y="4"/>
                    <a:pt x="171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5" name="Freeform 80"/>
            <p:cNvSpPr>
              <a:spLocks/>
            </p:cNvSpPr>
            <p:nvPr/>
          </p:nvSpPr>
          <p:spPr bwMode="auto">
            <a:xfrm>
              <a:off x="1720851" y="1865313"/>
              <a:ext cx="174625" cy="19050"/>
            </a:xfrm>
            <a:custGeom>
              <a:avLst/>
              <a:gdLst>
                <a:gd name="T0" fmla="*/ 166 w 176"/>
                <a:gd name="T1" fmla="*/ 0 h 19"/>
                <a:gd name="T2" fmla="*/ 9 w 176"/>
                <a:gd name="T3" fmla="*/ 0 h 19"/>
                <a:gd name="T4" fmla="*/ 0 w 176"/>
                <a:gd name="T5" fmla="*/ 10 h 19"/>
                <a:gd name="T6" fmla="*/ 9 w 176"/>
                <a:gd name="T7" fmla="*/ 19 h 19"/>
                <a:gd name="T8" fmla="*/ 166 w 176"/>
                <a:gd name="T9" fmla="*/ 19 h 19"/>
                <a:gd name="T10" fmla="*/ 176 w 176"/>
                <a:gd name="T11" fmla="*/ 10 h 19"/>
                <a:gd name="T12" fmla="*/ 166 w 176"/>
                <a:gd name="T1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6" h="19">
                  <a:moveTo>
                    <a:pt x="166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15"/>
                    <a:pt x="4" y="19"/>
                    <a:pt x="9" y="19"/>
                  </a:cubicBezTo>
                  <a:cubicBezTo>
                    <a:pt x="166" y="19"/>
                    <a:pt x="166" y="19"/>
                    <a:pt x="166" y="19"/>
                  </a:cubicBezTo>
                  <a:cubicBezTo>
                    <a:pt x="171" y="19"/>
                    <a:pt x="176" y="15"/>
                    <a:pt x="176" y="10"/>
                  </a:cubicBezTo>
                  <a:cubicBezTo>
                    <a:pt x="176" y="5"/>
                    <a:pt x="171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6" name="Freeform 81"/>
            <p:cNvSpPr>
              <a:spLocks/>
            </p:cNvSpPr>
            <p:nvPr/>
          </p:nvSpPr>
          <p:spPr bwMode="auto">
            <a:xfrm>
              <a:off x="1720851" y="1760538"/>
              <a:ext cx="174625" cy="19050"/>
            </a:xfrm>
            <a:custGeom>
              <a:avLst/>
              <a:gdLst>
                <a:gd name="T0" fmla="*/ 166 w 176"/>
                <a:gd name="T1" fmla="*/ 0 h 18"/>
                <a:gd name="T2" fmla="*/ 9 w 176"/>
                <a:gd name="T3" fmla="*/ 0 h 18"/>
                <a:gd name="T4" fmla="*/ 0 w 176"/>
                <a:gd name="T5" fmla="*/ 9 h 18"/>
                <a:gd name="T6" fmla="*/ 9 w 176"/>
                <a:gd name="T7" fmla="*/ 18 h 18"/>
                <a:gd name="T8" fmla="*/ 166 w 176"/>
                <a:gd name="T9" fmla="*/ 18 h 18"/>
                <a:gd name="T10" fmla="*/ 176 w 176"/>
                <a:gd name="T11" fmla="*/ 9 h 18"/>
                <a:gd name="T12" fmla="*/ 166 w 176"/>
                <a:gd name="T13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6" h="18">
                  <a:moveTo>
                    <a:pt x="166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4"/>
                    <a:pt x="4" y="18"/>
                    <a:pt x="9" y="18"/>
                  </a:cubicBezTo>
                  <a:cubicBezTo>
                    <a:pt x="166" y="18"/>
                    <a:pt x="166" y="18"/>
                    <a:pt x="166" y="18"/>
                  </a:cubicBezTo>
                  <a:cubicBezTo>
                    <a:pt x="171" y="18"/>
                    <a:pt x="176" y="14"/>
                    <a:pt x="176" y="9"/>
                  </a:cubicBezTo>
                  <a:cubicBezTo>
                    <a:pt x="176" y="4"/>
                    <a:pt x="171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7" name="Freeform 82"/>
            <p:cNvSpPr>
              <a:spLocks/>
            </p:cNvSpPr>
            <p:nvPr/>
          </p:nvSpPr>
          <p:spPr bwMode="auto">
            <a:xfrm>
              <a:off x="1720851" y="1917701"/>
              <a:ext cx="174625" cy="19050"/>
            </a:xfrm>
            <a:custGeom>
              <a:avLst/>
              <a:gdLst>
                <a:gd name="T0" fmla="*/ 166 w 176"/>
                <a:gd name="T1" fmla="*/ 0 h 19"/>
                <a:gd name="T2" fmla="*/ 9 w 176"/>
                <a:gd name="T3" fmla="*/ 0 h 19"/>
                <a:gd name="T4" fmla="*/ 0 w 176"/>
                <a:gd name="T5" fmla="*/ 9 h 19"/>
                <a:gd name="T6" fmla="*/ 9 w 176"/>
                <a:gd name="T7" fmla="*/ 19 h 19"/>
                <a:gd name="T8" fmla="*/ 166 w 176"/>
                <a:gd name="T9" fmla="*/ 19 h 19"/>
                <a:gd name="T10" fmla="*/ 176 w 176"/>
                <a:gd name="T11" fmla="*/ 9 h 19"/>
                <a:gd name="T12" fmla="*/ 166 w 176"/>
                <a:gd name="T1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6" h="19">
                  <a:moveTo>
                    <a:pt x="166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4"/>
                    <a:pt x="4" y="19"/>
                    <a:pt x="9" y="19"/>
                  </a:cubicBezTo>
                  <a:cubicBezTo>
                    <a:pt x="166" y="19"/>
                    <a:pt x="166" y="19"/>
                    <a:pt x="166" y="19"/>
                  </a:cubicBezTo>
                  <a:cubicBezTo>
                    <a:pt x="171" y="19"/>
                    <a:pt x="176" y="14"/>
                    <a:pt x="176" y="9"/>
                  </a:cubicBezTo>
                  <a:cubicBezTo>
                    <a:pt x="176" y="4"/>
                    <a:pt x="171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8" name="Freeform 83"/>
            <p:cNvSpPr>
              <a:spLocks/>
            </p:cNvSpPr>
            <p:nvPr/>
          </p:nvSpPr>
          <p:spPr bwMode="auto">
            <a:xfrm>
              <a:off x="1720851" y="1968501"/>
              <a:ext cx="174625" cy="19050"/>
            </a:xfrm>
            <a:custGeom>
              <a:avLst/>
              <a:gdLst>
                <a:gd name="T0" fmla="*/ 166 w 176"/>
                <a:gd name="T1" fmla="*/ 0 h 19"/>
                <a:gd name="T2" fmla="*/ 9 w 176"/>
                <a:gd name="T3" fmla="*/ 0 h 19"/>
                <a:gd name="T4" fmla="*/ 0 w 176"/>
                <a:gd name="T5" fmla="*/ 10 h 19"/>
                <a:gd name="T6" fmla="*/ 9 w 176"/>
                <a:gd name="T7" fmla="*/ 19 h 19"/>
                <a:gd name="T8" fmla="*/ 166 w 176"/>
                <a:gd name="T9" fmla="*/ 19 h 19"/>
                <a:gd name="T10" fmla="*/ 176 w 176"/>
                <a:gd name="T11" fmla="*/ 10 h 19"/>
                <a:gd name="T12" fmla="*/ 166 w 176"/>
                <a:gd name="T1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6" h="19">
                  <a:moveTo>
                    <a:pt x="166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15"/>
                    <a:pt x="4" y="19"/>
                    <a:pt x="9" y="19"/>
                  </a:cubicBezTo>
                  <a:cubicBezTo>
                    <a:pt x="166" y="19"/>
                    <a:pt x="166" y="19"/>
                    <a:pt x="166" y="19"/>
                  </a:cubicBezTo>
                  <a:cubicBezTo>
                    <a:pt x="171" y="19"/>
                    <a:pt x="176" y="15"/>
                    <a:pt x="176" y="10"/>
                  </a:cubicBezTo>
                  <a:cubicBezTo>
                    <a:pt x="176" y="4"/>
                    <a:pt x="171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9" name="Freeform 84"/>
            <p:cNvSpPr>
              <a:spLocks/>
            </p:cNvSpPr>
            <p:nvPr/>
          </p:nvSpPr>
          <p:spPr bwMode="auto">
            <a:xfrm>
              <a:off x="1720851" y="2022476"/>
              <a:ext cx="174625" cy="17463"/>
            </a:xfrm>
            <a:custGeom>
              <a:avLst/>
              <a:gdLst>
                <a:gd name="T0" fmla="*/ 166 w 176"/>
                <a:gd name="T1" fmla="*/ 0 h 18"/>
                <a:gd name="T2" fmla="*/ 9 w 176"/>
                <a:gd name="T3" fmla="*/ 0 h 18"/>
                <a:gd name="T4" fmla="*/ 0 w 176"/>
                <a:gd name="T5" fmla="*/ 9 h 18"/>
                <a:gd name="T6" fmla="*/ 9 w 176"/>
                <a:gd name="T7" fmla="*/ 18 h 18"/>
                <a:gd name="T8" fmla="*/ 166 w 176"/>
                <a:gd name="T9" fmla="*/ 18 h 18"/>
                <a:gd name="T10" fmla="*/ 176 w 176"/>
                <a:gd name="T11" fmla="*/ 9 h 18"/>
                <a:gd name="T12" fmla="*/ 166 w 176"/>
                <a:gd name="T13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6" h="18">
                  <a:moveTo>
                    <a:pt x="166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4"/>
                    <a:pt x="4" y="18"/>
                    <a:pt x="9" y="18"/>
                  </a:cubicBezTo>
                  <a:cubicBezTo>
                    <a:pt x="166" y="18"/>
                    <a:pt x="166" y="18"/>
                    <a:pt x="166" y="18"/>
                  </a:cubicBezTo>
                  <a:cubicBezTo>
                    <a:pt x="171" y="18"/>
                    <a:pt x="176" y="14"/>
                    <a:pt x="176" y="9"/>
                  </a:cubicBezTo>
                  <a:cubicBezTo>
                    <a:pt x="176" y="4"/>
                    <a:pt x="171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81" name="Group 280"/>
          <p:cNvGrpSpPr/>
          <p:nvPr/>
        </p:nvGrpSpPr>
        <p:grpSpPr>
          <a:xfrm>
            <a:off x="3111501" y="2243669"/>
            <a:ext cx="736600" cy="563033"/>
            <a:chOff x="2333626" y="1682751"/>
            <a:chExt cx="552450" cy="422275"/>
          </a:xfrm>
          <a:solidFill>
            <a:schemeClr val="tx2"/>
          </a:solidFill>
        </p:grpSpPr>
        <p:sp>
          <p:nvSpPr>
            <p:cNvPr id="120" name="Freeform 85"/>
            <p:cNvSpPr>
              <a:spLocks/>
            </p:cNvSpPr>
            <p:nvPr/>
          </p:nvSpPr>
          <p:spPr bwMode="auto">
            <a:xfrm>
              <a:off x="2333626" y="1812926"/>
              <a:ext cx="552450" cy="292100"/>
            </a:xfrm>
            <a:custGeom>
              <a:avLst/>
              <a:gdLst>
                <a:gd name="T0" fmla="*/ 546 w 555"/>
                <a:gd name="T1" fmla="*/ 0 h 294"/>
                <a:gd name="T2" fmla="*/ 537 w 555"/>
                <a:gd name="T3" fmla="*/ 9 h 294"/>
                <a:gd name="T4" fmla="*/ 537 w 555"/>
                <a:gd name="T5" fmla="*/ 271 h 294"/>
                <a:gd name="T6" fmla="*/ 533 w 555"/>
                <a:gd name="T7" fmla="*/ 275 h 294"/>
                <a:gd name="T8" fmla="*/ 22 w 555"/>
                <a:gd name="T9" fmla="*/ 275 h 294"/>
                <a:gd name="T10" fmla="*/ 18 w 555"/>
                <a:gd name="T11" fmla="*/ 271 h 294"/>
                <a:gd name="T12" fmla="*/ 18 w 555"/>
                <a:gd name="T13" fmla="*/ 9 h 294"/>
                <a:gd name="T14" fmla="*/ 9 w 555"/>
                <a:gd name="T15" fmla="*/ 0 h 294"/>
                <a:gd name="T16" fmla="*/ 0 w 555"/>
                <a:gd name="T17" fmla="*/ 9 h 294"/>
                <a:gd name="T18" fmla="*/ 0 w 555"/>
                <a:gd name="T19" fmla="*/ 271 h 294"/>
                <a:gd name="T20" fmla="*/ 22 w 555"/>
                <a:gd name="T21" fmla="*/ 294 h 294"/>
                <a:gd name="T22" fmla="*/ 533 w 555"/>
                <a:gd name="T23" fmla="*/ 294 h 294"/>
                <a:gd name="T24" fmla="*/ 555 w 555"/>
                <a:gd name="T25" fmla="*/ 271 h 294"/>
                <a:gd name="T26" fmla="*/ 555 w 555"/>
                <a:gd name="T27" fmla="*/ 9 h 294"/>
                <a:gd name="T28" fmla="*/ 546 w 555"/>
                <a:gd name="T29" fmla="*/ 0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55" h="294">
                  <a:moveTo>
                    <a:pt x="546" y="0"/>
                  </a:moveTo>
                  <a:cubicBezTo>
                    <a:pt x="541" y="0"/>
                    <a:pt x="537" y="4"/>
                    <a:pt x="537" y="9"/>
                  </a:cubicBezTo>
                  <a:cubicBezTo>
                    <a:pt x="537" y="271"/>
                    <a:pt x="537" y="271"/>
                    <a:pt x="537" y="271"/>
                  </a:cubicBezTo>
                  <a:cubicBezTo>
                    <a:pt x="537" y="273"/>
                    <a:pt x="535" y="275"/>
                    <a:pt x="533" y="275"/>
                  </a:cubicBezTo>
                  <a:cubicBezTo>
                    <a:pt x="22" y="275"/>
                    <a:pt x="22" y="275"/>
                    <a:pt x="22" y="275"/>
                  </a:cubicBezTo>
                  <a:cubicBezTo>
                    <a:pt x="20" y="275"/>
                    <a:pt x="18" y="273"/>
                    <a:pt x="18" y="271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18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271"/>
                    <a:pt x="0" y="271"/>
                    <a:pt x="0" y="271"/>
                  </a:cubicBezTo>
                  <a:cubicBezTo>
                    <a:pt x="0" y="284"/>
                    <a:pt x="10" y="294"/>
                    <a:pt x="22" y="294"/>
                  </a:cubicBezTo>
                  <a:cubicBezTo>
                    <a:pt x="533" y="294"/>
                    <a:pt x="533" y="294"/>
                    <a:pt x="533" y="294"/>
                  </a:cubicBezTo>
                  <a:cubicBezTo>
                    <a:pt x="545" y="294"/>
                    <a:pt x="555" y="284"/>
                    <a:pt x="555" y="271"/>
                  </a:cubicBezTo>
                  <a:cubicBezTo>
                    <a:pt x="555" y="9"/>
                    <a:pt x="555" y="9"/>
                    <a:pt x="555" y="9"/>
                  </a:cubicBezTo>
                  <a:cubicBezTo>
                    <a:pt x="555" y="4"/>
                    <a:pt x="551" y="0"/>
                    <a:pt x="54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1" name="Freeform 86"/>
            <p:cNvSpPr>
              <a:spLocks noEditPoints="1"/>
            </p:cNvSpPr>
            <p:nvPr/>
          </p:nvSpPr>
          <p:spPr bwMode="auto">
            <a:xfrm>
              <a:off x="2333626" y="1682751"/>
              <a:ext cx="552450" cy="109538"/>
            </a:xfrm>
            <a:custGeom>
              <a:avLst/>
              <a:gdLst>
                <a:gd name="T0" fmla="*/ 533 w 555"/>
                <a:gd name="T1" fmla="*/ 0 h 110"/>
                <a:gd name="T2" fmla="*/ 22 w 555"/>
                <a:gd name="T3" fmla="*/ 0 h 110"/>
                <a:gd name="T4" fmla="*/ 0 w 555"/>
                <a:gd name="T5" fmla="*/ 22 h 110"/>
                <a:gd name="T6" fmla="*/ 0 w 555"/>
                <a:gd name="T7" fmla="*/ 101 h 110"/>
                <a:gd name="T8" fmla="*/ 9 w 555"/>
                <a:gd name="T9" fmla="*/ 110 h 110"/>
                <a:gd name="T10" fmla="*/ 546 w 555"/>
                <a:gd name="T11" fmla="*/ 110 h 110"/>
                <a:gd name="T12" fmla="*/ 555 w 555"/>
                <a:gd name="T13" fmla="*/ 101 h 110"/>
                <a:gd name="T14" fmla="*/ 555 w 555"/>
                <a:gd name="T15" fmla="*/ 22 h 110"/>
                <a:gd name="T16" fmla="*/ 533 w 555"/>
                <a:gd name="T17" fmla="*/ 0 h 110"/>
                <a:gd name="T18" fmla="*/ 537 w 555"/>
                <a:gd name="T19" fmla="*/ 92 h 110"/>
                <a:gd name="T20" fmla="*/ 18 w 555"/>
                <a:gd name="T21" fmla="*/ 92 h 110"/>
                <a:gd name="T22" fmla="*/ 18 w 555"/>
                <a:gd name="T23" fmla="*/ 22 h 110"/>
                <a:gd name="T24" fmla="*/ 22 w 555"/>
                <a:gd name="T25" fmla="*/ 19 h 110"/>
                <a:gd name="T26" fmla="*/ 533 w 555"/>
                <a:gd name="T27" fmla="*/ 19 h 110"/>
                <a:gd name="T28" fmla="*/ 537 w 555"/>
                <a:gd name="T29" fmla="*/ 22 h 110"/>
                <a:gd name="T30" fmla="*/ 537 w 555"/>
                <a:gd name="T31" fmla="*/ 92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555" h="110">
                  <a:moveTo>
                    <a:pt x="533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10" y="0"/>
                    <a:pt x="0" y="10"/>
                    <a:pt x="0" y="22"/>
                  </a:cubicBezTo>
                  <a:cubicBezTo>
                    <a:pt x="0" y="101"/>
                    <a:pt x="0" y="101"/>
                    <a:pt x="0" y="101"/>
                  </a:cubicBezTo>
                  <a:cubicBezTo>
                    <a:pt x="0" y="106"/>
                    <a:pt x="4" y="110"/>
                    <a:pt x="9" y="110"/>
                  </a:cubicBezTo>
                  <a:cubicBezTo>
                    <a:pt x="546" y="110"/>
                    <a:pt x="546" y="110"/>
                    <a:pt x="546" y="110"/>
                  </a:cubicBezTo>
                  <a:cubicBezTo>
                    <a:pt x="551" y="110"/>
                    <a:pt x="555" y="106"/>
                    <a:pt x="555" y="10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5" y="10"/>
                    <a:pt x="545" y="0"/>
                    <a:pt x="533" y="0"/>
                  </a:cubicBezTo>
                  <a:close/>
                  <a:moveTo>
                    <a:pt x="537" y="92"/>
                  </a:moveTo>
                  <a:cubicBezTo>
                    <a:pt x="18" y="92"/>
                    <a:pt x="18" y="92"/>
                    <a:pt x="18" y="92"/>
                  </a:cubicBezTo>
                  <a:cubicBezTo>
                    <a:pt x="18" y="22"/>
                    <a:pt x="18" y="22"/>
                    <a:pt x="18" y="22"/>
                  </a:cubicBezTo>
                  <a:cubicBezTo>
                    <a:pt x="18" y="20"/>
                    <a:pt x="20" y="19"/>
                    <a:pt x="22" y="19"/>
                  </a:cubicBezTo>
                  <a:cubicBezTo>
                    <a:pt x="533" y="19"/>
                    <a:pt x="533" y="19"/>
                    <a:pt x="533" y="19"/>
                  </a:cubicBezTo>
                  <a:cubicBezTo>
                    <a:pt x="535" y="19"/>
                    <a:pt x="537" y="20"/>
                    <a:pt x="537" y="22"/>
                  </a:cubicBezTo>
                  <a:lnTo>
                    <a:pt x="537" y="92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2" name="Freeform 87"/>
            <p:cNvSpPr>
              <a:spLocks noEditPoints="1"/>
            </p:cNvSpPr>
            <p:nvPr/>
          </p:nvSpPr>
          <p:spPr bwMode="auto">
            <a:xfrm>
              <a:off x="2386014" y="1825626"/>
              <a:ext cx="187325" cy="227013"/>
            </a:xfrm>
            <a:custGeom>
              <a:avLst/>
              <a:gdLst>
                <a:gd name="T0" fmla="*/ 180 w 189"/>
                <a:gd name="T1" fmla="*/ 228 h 228"/>
                <a:gd name="T2" fmla="*/ 189 w 189"/>
                <a:gd name="T3" fmla="*/ 219 h 228"/>
                <a:gd name="T4" fmla="*/ 189 w 189"/>
                <a:gd name="T5" fmla="*/ 9 h 228"/>
                <a:gd name="T6" fmla="*/ 180 w 189"/>
                <a:gd name="T7" fmla="*/ 0 h 228"/>
                <a:gd name="T8" fmla="*/ 9 w 189"/>
                <a:gd name="T9" fmla="*/ 0 h 228"/>
                <a:gd name="T10" fmla="*/ 0 w 189"/>
                <a:gd name="T11" fmla="*/ 9 h 228"/>
                <a:gd name="T12" fmla="*/ 0 w 189"/>
                <a:gd name="T13" fmla="*/ 219 h 228"/>
                <a:gd name="T14" fmla="*/ 9 w 189"/>
                <a:gd name="T15" fmla="*/ 228 h 228"/>
                <a:gd name="T16" fmla="*/ 180 w 189"/>
                <a:gd name="T17" fmla="*/ 228 h 228"/>
                <a:gd name="T18" fmla="*/ 19 w 189"/>
                <a:gd name="T19" fmla="*/ 19 h 228"/>
                <a:gd name="T20" fmla="*/ 170 w 189"/>
                <a:gd name="T21" fmla="*/ 19 h 228"/>
                <a:gd name="T22" fmla="*/ 170 w 189"/>
                <a:gd name="T23" fmla="*/ 210 h 228"/>
                <a:gd name="T24" fmla="*/ 19 w 189"/>
                <a:gd name="T25" fmla="*/ 210 h 228"/>
                <a:gd name="T26" fmla="*/ 19 w 189"/>
                <a:gd name="T27" fmla="*/ 19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89" h="228">
                  <a:moveTo>
                    <a:pt x="180" y="228"/>
                  </a:moveTo>
                  <a:cubicBezTo>
                    <a:pt x="185" y="228"/>
                    <a:pt x="189" y="224"/>
                    <a:pt x="189" y="219"/>
                  </a:cubicBezTo>
                  <a:cubicBezTo>
                    <a:pt x="189" y="9"/>
                    <a:pt x="189" y="9"/>
                    <a:pt x="189" y="9"/>
                  </a:cubicBezTo>
                  <a:cubicBezTo>
                    <a:pt x="189" y="4"/>
                    <a:pt x="185" y="0"/>
                    <a:pt x="180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219"/>
                    <a:pt x="0" y="219"/>
                    <a:pt x="0" y="219"/>
                  </a:cubicBezTo>
                  <a:cubicBezTo>
                    <a:pt x="0" y="224"/>
                    <a:pt x="4" y="228"/>
                    <a:pt x="9" y="228"/>
                  </a:cubicBezTo>
                  <a:lnTo>
                    <a:pt x="180" y="228"/>
                  </a:lnTo>
                  <a:close/>
                  <a:moveTo>
                    <a:pt x="19" y="19"/>
                  </a:moveTo>
                  <a:cubicBezTo>
                    <a:pt x="170" y="19"/>
                    <a:pt x="170" y="19"/>
                    <a:pt x="170" y="19"/>
                  </a:cubicBezTo>
                  <a:cubicBezTo>
                    <a:pt x="170" y="210"/>
                    <a:pt x="170" y="210"/>
                    <a:pt x="170" y="210"/>
                  </a:cubicBezTo>
                  <a:cubicBezTo>
                    <a:pt x="19" y="210"/>
                    <a:pt x="19" y="210"/>
                    <a:pt x="19" y="210"/>
                  </a:cubicBezTo>
                  <a:lnTo>
                    <a:pt x="19" y="19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3" name="Freeform 88"/>
            <p:cNvSpPr>
              <a:spLocks/>
            </p:cNvSpPr>
            <p:nvPr/>
          </p:nvSpPr>
          <p:spPr bwMode="auto">
            <a:xfrm>
              <a:off x="2620964" y="1865313"/>
              <a:ext cx="214313" cy="19050"/>
            </a:xfrm>
            <a:custGeom>
              <a:avLst/>
              <a:gdLst>
                <a:gd name="T0" fmla="*/ 9 w 215"/>
                <a:gd name="T1" fmla="*/ 19 h 19"/>
                <a:gd name="T2" fmla="*/ 206 w 215"/>
                <a:gd name="T3" fmla="*/ 19 h 19"/>
                <a:gd name="T4" fmla="*/ 215 w 215"/>
                <a:gd name="T5" fmla="*/ 10 h 19"/>
                <a:gd name="T6" fmla="*/ 206 w 215"/>
                <a:gd name="T7" fmla="*/ 0 h 19"/>
                <a:gd name="T8" fmla="*/ 9 w 215"/>
                <a:gd name="T9" fmla="*/ 0 h 19"/>
                <a:gd name="T10" fmla="*/ 0 w 215"/>
                <a:gd name="T11" fmla="*/ 10 h 19"/>
                <a:gd name="T12" fmla="*/ 9 w 215"/>
                <a:gd name="T13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5" h="19">
                  <a:moveTo>
                    <a:pt x="9" y="19"/>
                  </a:moveTo>
                  <a:cubicBezTo>
                    <a:pt x="206" y="19"/>
                    <a:pt x="206" y="19"/>
                    <a:pt x="206" y="19"/>
                  </a:cubicBezTo>
                  <a:cubicBezTo>
                    <a:pt x="211" y="19"/>
                    <a:pt x="215" y="15"/>
                    <a:pt x="215" y="10"/>
                  </a:cubicBezTo>
                  <a:cubicBezTo>
                    <a:pt x="215" y="5"/>
                    <a:pt x="211" y="0"/>
                    <a:pt x="206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15"/>
                    <a:pt x="4" y="19"/>
                    <a:pt x="9" y="19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4" name="Freeform 89"/>
            <p:cNvSpPr>
              <a:spLocks/>
            </p:cNvSpPr>
            <p:nvPr/>
          </p:nvSpPr>
          <p:spPr bwMode="auto">
            <a:xfrm>
              <a:off x="2620964" y="1930401"/>
              <a:ext cx="214313" cy="19050"/>
            </a:xfrm>
            <a:custGeom>
              <a:avLst/>
              <a:gdLst>
                <a:gd name="T0" fmla="*/ 9 w 215"/>
                <a:gd name="T1" fmla="*/ 19 h 19"/>
                <a:gd name="T2" fmla="*/ 206 w 215"/>
                <a:gd name="T3" fmla="*/ 19 h 19"/>
                <a:gd name="T4" fmla="*/ 215 w 215"/>
                <a:gd name="T5" fmla="*/ 9 h 19"/>
                <a:gd name="T6" fmla="*/ 206 w 215"/>
                <a:gd name="T7" fmla="*/ 0 h 19"/>
                <a:gd name="T8" fmla="*/ 9 w 215"/>
                <a:gd name="T9" fmla="*/ 0 h 19"/>
                <a:gd name="T10" fmla="*/ 0 w 215"/>
                <a:gd name="T11" fmla="*/ 9 h 19"/>
                <a:gd name="T12" fmla="*/ 9 w 215"/>
                <a:gd name="T13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5" h="19">
                  <a:moveTo>
                    <a:pt x="9" y="19"/>
                  </a:moveTo>
                  <a:cubicBezTo>
                    <a:pt x="206" y="19"/>
                    <a:pt x="206" y="19"/>
                    <a:pt x="206" y="19"/>
                  </a:cubicBezTo>
                  <a:cubicBezTo>
                    <a:pt x="211" y="19"/>
                    <a:pt x="215" y="14"/>
                    <a:pt x="215" y="9"/>
                  </a:cubicBezTo>
                  <a:cubicBezTo>
                    <a:pt x="215" y="4"/>
                    <a:pt x="211" y="0"/>
                    <a:pt x="206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4"/>
                    <a:pt x="4" y="19"/>
                    <a:pt x="9" y="19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5" name="Freeform 90"/>
            <p:cNvSpPr>
              <a:spLocks/>
            </p:cNvSpPr>
            <p:nvPr/>
          </p:nvSpPr>
          <p:spPr bwMode="auto">
            <a:xfrm>
              <a:off x="2620964" y="1995488"/>
              <a:ext cx="214313" cy="19050"/>
            </a:xfrm>
            <a:custGeom>
              <a:avLst/>
              <a:gdLst>
                <a:gd name="T0" fmla="*/ 9 w 215"/>
                <a:gd name="T1" fmla="*/ 19 h 19"/>
                <a:gd name="T2" fmla="*/ 206 w 215"/>
                <a:gd name="T3" fmla="*/ 19 h 19"/>
                <a:gd name="T4" fmla="*/ 215 w 215"/>
                <a:gd name="T5" fmla="*/ 10 h 19"/>
                <a:gd name="T6" fmla="*/ 206 w 215"/>
                <a:gd name="T7" fmla="*/ 0 h 19"/>
                <a:gd name="T8" fmla="*/ 9 w 215"/>
                <a:gd name="T9" fmla="*/ 0 h 19"/>
                <a:gd name="T10" fmla="*/ 0 w 215"/>
                <a:gd name="T11" fmla="*/ 10 h 19"/>
                <a:gd name="T12" fmla="*/ 9 w 215"/>
                <a:gd name="T13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5" h="19">
                  <a:moveTo>
                    <a:pt x="9" y="19"/>
                  </a:moveTo>
                  <a:cubicBezTo>
                    <a:pt x="206" y="19"/>
                    <a:pt x="206" y="19"/>
                    <a:pt x="206" y="19"/>
                  </a:cubicBezTo>
                  <a:cubicBezTo>
                    <a:pt x="211" y="19"/>
                    <a:pt x="215" y="15"/>
                    <a:pt x="215" y="10"/>
                  </a:cubicBezTo>
                  <a:cubicBezTo>
                    <a:pt x="215" y="5"/>
                    <a:pt x="211" y="0"/>
                    <a:pt x="206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15"/>
                    <a:pt x="4" y="19"/>
                    <a:pt x="9" y="19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6" name="Oval 91"/>
            <p:cNvSpPr>
              <a:spLocks noChangeArrowheads="1"/>
            </p:cNvSpPr>
            <p:nvPr/>
          </p:nvSpPr>
          <p:spPr bwMode="auto">
            <a:xfrm>
              <a:off x="2365376" y="1716088"/>
              <a:ext cx="46038" cy="4445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7" name="Oval 92"/>
            <p:cNvSpPr>
              <a:spLocks noChangeArrowheads="1"/>
            </p:cNvSpPr>
            <p:nvPr/>
          </p:nvSpPr>
          <p:spPr bwMode="auto">
            <a:xfrm>
              <a:off x="2419351" y="1716088"/>
              <a:ext cx="44450" cy="4445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8" name="Oval 93"/>
            <p:cNvSpPr>
              <a:spLocks noChangeArrowheads="1"/>
            </p:cNvSpPr>
            <p:nvPr/>
          </p:nvSpPr>
          <p:spPr bwMode="auto">
            <a:xfrm>
              <a:off x="2470151" y="1716088"/>
              <a:ext cx="44450" cy="4445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80" name="Group 279"/>
          <p:cNvGrpSpPr/>
          <p:nvPr/>
        </p:nvGrpSpPr>
        <p:grpSpPr>
          <a:xfrm>
            <a:off x="4138086" y="2243669"/>
            <a:ext cx="599017" cy="563033"/>
            <a:chOff x="3103564" y="1682751"/>
            <a:chExt cx="449263" cy="422275"/>
          </a:xfrm>
          <a:solidFill>
            <a:schemeClr val="tx2"/>
          </a:solidFill>
        </p:grpSpPr>
        <p:sp>
          <p:nvSpPr>
            <p:cNvPr id="129" name="Freeform 94"/>
            <p:cNvSpPr>
              <a:spLocks/>
            </p:cNvSpPr>
            <p:nvPr/>
          </p:nvSpPr>
          <p:spPr bwMode="auto">
            <a:xfrm>
              <a:off x="3103564" y="1825626"/>
              <a:ext cx="449263" cy="279400"/>
            </a:xfrm>
            <a:custGeom>
              <a:avLst/>
              <a:gdLst>
                <a:gd name="T0" fmla="*/ 441 w 451"/>
                <a:gd name="T1" fmla="*/ 0 h 281"/>
                <a:gd name="T2" fmla="*/ 432 w 451"/>
                <a:gd name="T3" fmla="*/ 9 h 281"/>
                <a:gd name="T4" fmla="*/ 432 w 451"/>
                <a:gd name="T5" fmla="*/ 258 h 281"/>
                <a:gd name="T6" fmla="*/ 428 w 451"/>
                <a:gd name="T7" fmla="*/ 262 h 281"/>
                <a:gd name="T8" fmla="*/ 22 w 451"/>
                <a:gd name="T9" fmla="*/ 262 h 281"/>
                <a:gd name="T10" fmla="*/ 18 w 451"/>
                <a:gd name="T11" fmla="*/ 258 h 281"/>
                <a:gd name="T12" fmla="*/ 18 w 451"/>
                <a:gd name="T13" fmla="*/ 9 h 281"/>
                <a:gd name="T14" fmla="*/ 9 w 451"/>
                <a:gd name="T15" fmla="*/ 0 h 281"/>
                <a:gd name="T16" fmla="*/ 0 w 451"/>
                <a:gd name="T17" fmla="*/ 9 h 281"/>
                <a:gd name="T18" fmla="*/ 0 w 451"/>
                <a:gd name="T19" fmla="*/ 258 h 281"/>
                <a:gd name="T20" fmla="*/ 22 w 451"/>
                <a:gd name="T21" fmla="*/ 281 h 281"/>
                <a:gd name="T22" fmla="*/ 428 w 451"/>
                <a:gd name="T23" fmla="*/ 281 h 281"/>
                <a:gd name="T24" fmla="*/ 451 w 451"/>
                <a:gd name="T25" fmla="*/ 258 h 281"/>
                <a:gd name="T26" fmla="*/ 451 w 451"/>
                <a:gd name="T27" fmla="*/ 9 h 281"/>
                <a:gd name="T28" fmla="*/ 441 w 451"/>
                <a:gd name="T29" fmla="*/ 0 h 2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51" h="281">
                  <a:moveTo>
                    <a:pt x="441" y="0"/>
                  </a:moveTo>
                  <a:cubicBezTo>
                    <a:pt x="436" y="0"/>
                    <a:pt x="432" y="4"/>
                    <a:pt x="432" y="9"/>
                  </a:cubicBezTo>
                  <a:cubicBezTo>
                    <a:pt x="432" y="258"/>
                    <a:pt x="432" y="258"/>
                    <a:pt x="432" y="258"/>
                  </a:cubicBezTo>
                  <a:cubicBezTo>
                    <a:pt x="432" y="260"/>
                    <a:pt x="430" y="262"/>
                    <a:pt x="428" y="262"/>
                  </a:cubicBezTo>
                  <a:cubicBezTo>
                    <a:pt x="22" y="262"/>
                    <a:pt x="22" y="262"/>
                    <a:pt x="22" y="262"/>
                  </a:cubicBezTo>
                  <a:cubicBezTo>
                    <a:pt x="20" y="262"/>
                    <a:pt x="18" y="260"/>
                    <a:pt x="18" y="25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18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258"/>
                    <a:pt x="0" y="258"/>
                    <a:pt x="0" y="258"/>
                  </a:cubicBezTo>
                  <a:cubicBezTo>
                    <a:pt x="0" y="271"/>
                    <a:pt x="10" y="281"/>
                    <a:pt x="22" y="281"/>
                  </a:cubicBezTo>
                  <a:cubicBezTo>
                    <a:pt x="428" y="281"/>
                    <a:pt x="428" y="281"/>
                    <a:pt x="428" y="281"/>
                  </a:cubicBezTo>
                  <a:cubicBezTo>
                    <a:pt x="441" y="281"/>
                    <a:pt x="451" y="271"/>
                    <a:pt x="451" y="258"/>
                  </a:cubicBezTo>
                  <a:cubicBezTo>
                    <a:pt x="451" y="9"/>
                    <a:pt x="451" y="9"/>
                    <a:pt x="451" y="9"/>
                  </a:cubicBezTo>
                  <a:cubicBezTo>
                    <a:pt x="451" y="4"/>
                    <a:pt x="446" y="0"/>
                    <a:pt x="44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0" name="Freeform 95"/>
            <p:cNvSpPr>
              <a:spLocks noEditPoints="1"/>
            </p:cNvSpPr>
            <p:nvPr/>
          </p:nvSpPr>
          <p:spPr bwMode="auto">
            <a:xfrm>
              <a:off x="3155951" y="1838326"/>
              <a:ext cx="342900" cy="214313"/>
            </a:xfrm>
            <a:custGeom>
              <a:avLst/>
              <a:gdLst>
                <a:gd name="T0" fmla="*/ 0 w 346"/>
                <a:gd name="T1" fmla="*/ 154 h 215"/>
                <a:gd name="T2" fmla="*/ 26 w 346"/>
                <a:gd name="T3" fmla="*/ 163 h 215"/>
                <a:gd name="T4" fmla="*/ 36 w 346"/>
                <a:gd name="T5" fmla="*/ 215 h 215"/>
                <a:gd name="T6" fmla="*/ 45 w 346"/>
                <a:gd name="T7" fmla="*/ 163 h 215"/>
                <a:gd name="T8" fmla="*/ 118 w 346"/>
                <a:gd name="T9" fmla="*/ 206 h 215"/>
                <a:gd name="T10" fmla="*/ 137 w 346"/>
                <a:gd name="T11" fmla="*/ 206 h 215"/>
                <a:gd name="T12" fmla="*/ 210 w 346"/>
                <a:gd name="T13" fmla="*/ 163 h 215"/>
                <a:gd name="T14" fmla="*/ 219 w 346"/>
                <a:gd name="T15" fmla="*/ 215 h 215"/>
                <a:gd name="T16" fmla="*/ 228 w 346"/>
                <a:gd name="T17" fmla="*/ 163 h 215"/>
                <a:gd name="T18" fmla="*/ 301 w 346"/>
                <a:gd name="T19" fmla="*/ 206 h 215"/>
                <a:gd name="T20" fmla="*/ 320 w 346"/>
                <a:gd name="T21" fmla="*/ 206 h 215"/>
                <a:gd name="T22" fmla="*/ 337 w 346"/>
                <a:gd name="T23" fmla="*/ 163 h 215"/>
                <a:gd name="T24" fmla="*/ 337 w 346"/>
                <a:gd name="T25" fmla="*/ 144 h 215"/>
                <a:gd name="T26" fmla="*/ 320 w 346"/>
                <a:gd name="T27" fmla="*/ 84 h 215"/>
                <a:gd name="T28" fmla="*/ 346 w 346"/>
                <a:gd name="T29" fmla="*/ 75 h 215"/>
                <a:gd name="T30" fmla="*/ 320 w 346"/>
                <a:gd name="T31" fmla="*/ 66 h 215"/>
                <a:gd name="T32" fmla="*/ 311 w 346"/>
                <a:gd name="T33" fmla="*/ 0 h 215"/>
                <a:gd name="T34" fmla="*/ 301 w 346"/>
                <a:gd name="T35" fmla="*/ 66 h 215"/>
                <a:gd name="T36" fmla="*/ 228 w 346"/>
                <a:gd name="T37" fmla="*/ 10 h 215"/>
                <a:gd name="T38" fmla="*/ 210 w 346"/>
                <a:gd name="T39" fmla="*/ 10 h 215"/>
                <a:gd name="T40" fmla="*/ 137 w 346"/>
                <a:gd name="T41" fmla="*/ 66 h 215"/>
                <a:gd name="T42" fmla="*/ 127 w 346"/>
                <a:gd name="T43" fmla="*/ 0 h 215"/>
                <a:gd name="T44" fmla="*/ 118 w 346"/>
                <a:gd name="T45" fmla="*/ 66 h 215"/>
                <a:gd name="T46" fmla="*/ 45 w 346"/>
                <a:gd name="T47" fmla="*/ 10 h 215"/>
                <a:gd name="T48" fmla="*/ 26 w 346"/>
                <a:gd name="T49" fmla="*/ 10 h 215"/>
                <a:gd name="T50" fmla="*/ 9 w 346"/>
                <a:gd name="T51" fmla="*/ 66 h 215"/>
                <a:gd name="T52" fmla="*/ 9 w 346"/>
                <a:gd name="T53" fmla="*/ 84 h 215"/>
                <a:gd name="T54" fmla="*/ 26 w 346"/>
                <a:gd name="T55" fmla="*/ 144 h 215"/>
                <a:gd name="T56" fmla="*/ 301 w 346"/>
                <a:gd name="T57" fmla="*/ 84 h 215"/>
                <a:gd name="T58" fmla="*/ 228 w 346"/>
                <a:gd name="T59" fmla="*/ 144 h 215"/>
                <a:gd name="T60" fmla="*/ 301 w 346"/>
                <a:gd name="T61" fmla="*/ 84 h 215"/>
                <a:gd name="T62" fmla="*/ 210 w 346"/>
                <a:gd name="T63" fmla="*/ 144 h 215"/>
                <a:gd name="T64" fmla="*/ 137 w 346"/>
                <a:gd name="T65" fmla="*/ 84 h 215"/>
                <a:gd name="T66" fmla="*/ 45 w 346"/>
                <a:gd name="T67" fmla="*/ 84 h 215"/>
                <a:gd name="T68" fmla="*/ 118 w 346"/>
                <a:gd name="T69" fmla="*/ 144 h 215"/>
                <a:gd name="T70" fmla="*/ 45 w 346"/>
                <a:gd name="T71" fmla="*/ 84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46" h="215">
                  <a:moveTo>
                    <a:pt x="9" y="144"/>
                  </a:moveTo>
                  <a:cubicBezTo>
                    <a:pt x="4" y="144"/>
                    <a:pt x="0" y="148"/>
                    <a:pt x="0" y="154"/>
                  </a:cubicBezTo>
                  <a:cubicBezTo>
                    <a:pt x="0" y="159"/>
                    <a:pt x="4" y="163"/>
                    <a:pt x="9" y="163"/>
                  </a:cubicBezTo>
                  <a:cubicBezTo>
                    <a:pt x="26" y="163"/>
                    <a:pt x="26" y="163"/>
                    <a:pt x="26" y="163"/>
                  </a:cubicBezTo>
                  <a:cubicBezTo>
                    <a:pt x="26" y="206"/>
                    <a:pt x="26" y="206"/>
                    <a:pt x="26" y="206"/>
                  </a:cubicBezTo>
                  <a:cubicBezTo>
                    <a:pt x="26" y="211"/>
                    <a:pt x="30" y="215"/>
                    <a:pt x="36" y="215"/>
                  </a:cubicBezTo>
                  <a:cubicBezTo>
                    <a:pt x="41" y="215"/>
                    <a:pt x="45" y="211"/>
                    <a:pt x="45" y="206"/>
                  </a:cubicBezTo>
                  <a:cubicBezTo>
                    <a:pt x="45" y="163"/>
                    <a:pt x="45" y="163"/>
                    <a:pt x="45" y="163"/>
                  </a:cubicBezTo>
                  <a:cubicBezTo>
                    <a:pt x="118" y="163"/>
                    <a:pt x="118" y="163"/>
                    <a:pt x="118" y="163"/>
                  </a:cubicBezTo>
                  <a:cubicBezTo>
                    <a:pt x="118" y="206"/>
                    <a:pt x="118" y="206"/>
                    <a:pt x="118" y="206"/>
                  </a:cubicBezTo>
                  <a:cubicBezTo>
                    <a:pt x="118" y="211"/>
                    <a:pt x="122" y="215"/>
                    <a:pt x="127" y="215"/>
                  </a:cubicBezTo>
                  <a:cubicBezTo>
                    <a:pt x="132" y="215"/>
                    <a:pt x="137" y="211"/>
                    <a:pt x="137" y="206"/>
                  </a:cubicBezTo>
                  <a:cubicBezTo>
                    <a:pt x="137" y="163"/>
                    <a:pt x="137" y="163"/>
                    <a:pt x="137" y="163"/>
                  </a:cubicBezTo>
                  <a:cubicBezTo>
                    <a:pt x="210" y="163"/>
                    <a:pt x="210" y="163"/>
                    <a:pt x="210" y="163"/>
                  </a:cubicBezTo>
                  <a:cubicBezTo>
                    <a:pt x="210" y="206"/>
                    <a:pt x="210" y="206"/>
                    <a:pt x="210" y="206"/>
                  </a:cubicBezTo>
                  <a:cubicBezTo>
                    <a:pt x="210" y="211"/>
                    <a:pt x="214" y="215"/>
                    <a:pt x="219" y="215"/>
                  </a:cubicBezTo>
                  <a:cubicBezTo>
                    <a:pt x="224" y="215"/>
                    <a:pt x="228" y="211"/>
                    <a:pt x="228" y="206"/>
                  </a:cubicBezTo>
                  <a:cubicBezTo>
                    <a:pt x="228" y="163"/>
                    <a:pt x="228" y="163"/>
                    <a:pt x="228" y="163"/>
                  </a:cubicBezTo>
                  <a:cubicBezTo>
                    <a:pt x="301" y="163"/>
                    <a:pt x="301" y="163"/>
                    <a:pt x="301" y="163"/>
                  </a:cubicBezTo>
                  <a:cubicBezTo>
                    <a:pt x="301" y="206"/>
                    <a:pt x="301" y="206"/>
                    <a:pt x="301" y="206"/>
                  </a:cubicBezTo>
                  <a:cubicBezTo>
                    <a:pt x="301" y="211"/>
                    <a:pt x="306" y="215"/>
                    <a:pt x="311" y="215"/>
                  </a:cubicBezTo>
                  <a:cubicBezTo>
                    <a:pt x="316" y="215"/>
                    <a:pt x="320" y="211"/>
                    <a:pt x="320" y="206"/>
                  </a:cubicBezTo>
                  <a:cubicBezTo>
                    <a:pt x="320" y="163"/>
                    <a:pt x="320" y="163"/>
                    <a:pt x="320" y="163"/>
                  </a:cubicBezTo>
                  <a:cubicBezTo>
                    <a:pt x="337" y="163"/>
                    <a:pt x="337" y="163"/>
                    <a:pt x="337" y="163"/>
                  </a:cubicBezTo>
                  <a:cubicBezTo>
                    <a:pt x="342" y="163"/>
                    <a:pt x="346" y="159"/>
                    <a:pt x="346" y="154"/>
                  </a:cubicBezTo>
                  <a:cubicBezTo>
                    <a:pt x="346" y="148"/>
                    <a:pt x="342" y="144"/>
                    <a:pt x="337" y="144"/>
                  </a:cubicBezTo>
                  <a:cubicBezTo>
                    <a:pt x="320" y="144"/>
                    <a:pt x="320" y="144"/>
                    <a:pt x="320" y="144"/>
                  </a:cubicBezTo>
                  <a:cubicBezTo>
                    <a:pt x="320" y="84"/>
                    <a:pt x="320" y="84"/>
                    <a:pt x="320" y="84"/>
                  </a:cubicBezTo>
                  <a:cubicBezTo>
                    <a:pt x="337" y="84"/>
                    <a:pt x="337" y="84"/>
                    <a:pt x="337" y="84"/>
                  </a:cubicBezTo>
                  <a:cubicBezTo>
                    <a:pt x="342" y="84"/>
                    <a:pt x="346" y="80"/>
                    <a:pt x="346" y="75"/>
                  </a:cubicBezTo>
                  <a:cubicBezTo>
                    <a:pt x="346" y="70"/>
                    <a:pt x="342" y="66"/>
                    <a:pt x="337" y="66"/>
                  </a:cubicBezTo>
                  <a:cubicBezTo>
                    <a:pt x="320" y="66"/>
                    <a:pt x="320" y="66"/>
                    <a:pt x="320" y="66"/>
                  </a:cubicBezTo>
                  <a:cubicBezTo>
                    <a:pt x="320" y="10"/>
                    <a:pt x="320" y="10"/>
                    <a:pt x="320" y="10"/>
                  </a:cubicBezTo>
                  <a:cubicBezTo>
                    <a:pt x="320" y="4"/>
                    <a:pt x="316" y="0"/>
                    <a:pt x="311" y="0"/>
                  </a:cubicBezTo>
                  <a:cubicBezTo>
                    <a:pt x="306" y="0"/>
                    <a:pt x="301" y="4"/>
                    <a:pt x="301" y="10"/>
                  </a:cubicBezTo>
                  <a:cubicBezTo>
                    <a:pt x="301" y="66"/>
                    <a:pt x="301" y="66"/>
                    <a:pt x="301" y="66"/>
                  </a:cubicBezTo>
                  <a:cubicBezTo>
                    <a:pt x="228" y="66"/>
                    <a:pt x="228" y="66"/>
                    <a:pt x="228" y="66"/>
                  </a:cubicBezTo>
                  <a:cubicBezTo>
                    <a:pt x="228" y="10"/>
                    <a:pt x="228" y="10"/>
                    <a:pt x="228" y="10"/>
                  </a:cubicBezTo>
                  <a:cubicBezTo>
                    <a:pt x="228" y="4"/>
                    <a:pt x="224" y="0"/>
                    <a:pt x="219" y="0"/>
                  </a:cubicBezTo>
                  <a:cubicBezTo>
                    <a:pt x="214" y="0"/>
                    <a:pt x="210" y="4"/>
                    <a:pt x="210" y="10"/>
                  </a:cubicBezTo>
                  <a:cubicBezTo>
                    <a:pt x="210" y="66"/>
                    <a:pt x="210" y="66"/>
                    <a:pt x="210" y="66"/>
                  </a:cubicBezTo>
                  <a:cubicBezTo>
                    <a:pt x="137" y="66"/>
                    <a:pt x="137" y="66"/>
                    <a:pt x="137" y="66"/>
                  </a:cubicBezTo>
                  <a:cubicBezTo>
                    <a:pt x="137" y="10"/>
                    <a:pt x="137" y="10"/>
                    <a:pt x="137" y="10"/>
                  </a:cubicBezTo>
                  <a:cubicBezTo>
                    <a:pt x="137" y="4"/>
                    <a:pt x="132" y="0"/>
                    <a:pt x="127" y="0"/>
                  </a:cubicBezTo>
                  <a:cubicBezTo>
                    <a:pt x="122" y="0"/>
                    <a:pt x="118" y="4"/>
                    <a:pt x="118" y="10"/>
                  </a:cubicBezTo>
                  <a:cubicBezTo>
                    <a:pt x="118" y="66"/>
                    <a:pt x="118" y="66"/>
                    <a:pt x="118" y="66"/>
                  </a:cubicBezTo>
                  <a:cubicBezTo>
                    <a:pt x="45" y="66"/>
                    <a:pt x="45" y="66"/>
                    <a:pt x="45" y="66"/>
                  </a:cubicBezTo>
                  <a:cubicBezTo>
                    <a:pt x="45" y="10"/>
                    <a:pt x="45" y="10"/>
                    <a:pt x="45" y="10"/>
                  </a:cubicBezTo>
                  <a:cubicBezTo>
                    <a:pt x="45" y="4"/>
                    <a:pt x="41" y="0"/>
                    <a:pt x="36" y="0"/>
                  </a:cubicBezTo>
                  <a:cubicBezTo>
                    <a:pt x="30" y="0"/>
                    <a:pt x="26" y="4"/>
                    <a:pt x="26" y="10"/>
                  </a:cubicBezTo>
                  <a:cubicBezTo>
                    <a:pt x="26" y="66"/>
                    <a:pt x="26" y="66"/>
                    <a:pt x="26" y="66"/>
                  </a:cubicBezTo>
                  <a:cubicBezTo>
                    <a:pt x="9" y="66"/>
                    <a:pt x="9" y="66"/>
                    <a:pt x="9" y="66"/>
                  </a:cubicBezTo>
                  <a:cubicBezTo>
                    <a:pt x="4" y="66"/>
                    <a:pt x="0" y="70"/>
                    <a:pt x="0" y="75"/>
                  </a:cubicBezTo>
                  <a:cubicBezTo>
                    <a:pt x="0" y="80"/>
                    <a:pt x="4" y="84"/>
                    <a:pt x="9" y="84"/>
                  </a:cubicBezTo>
                  <a:cubicBezTo>
                    <a:pt x="26" y="84"/>
                    <a:pt x="26" y="84"/>
                    <a:pt x="26" y="84"/>
                  </a:cubicBezTo>
                  <a:cubicBezTo>
                    <a:pt x="26" y="144"/>
                    <a:pt x="26" y="144"/>
                    <a:pt x="26" y="144"/>
                  </a:cubicBezTo>
                  <a:lnTo>
                    <a:pt x="9" y="144"/>
                  </a:lnTo>
                  <a:close/>
                  <a:moveTo>
                    <a:pt x="301" y="84"/>
                  </a:moveTo>
                  <a:cubicBezTo>
                    <a:pt x="301" y="144"/>
                    <a:pt x="301" y="144"/>
                    <a:pt x="301" y="144"/>
                  </a:cubicBezTo>
                  <a:cubicBezTo>
                    <a:pt x="228" y="144"/>
                    <a:pt x="228" y="144"/>
                    <a:pt x="228" y="144"/>
                  </a:cubicBezTo>
                  <a:cubicBezTo>
                    <a:pt x="228" y="84"/>
                    <a:pt x="228" y="84"/>
                    <a:pt x="228" y="84"/>
                  </a:cubicBezTo>
                  <a:lnTo>
                    <a:pt x="301" y="84"/>
                  </a:lnTo>
                  <a:close/>
                  <a:moveTo>
                    <a:pt x="210" y="84"/>
                  </a:moveTo>
                  <a:cubicBezTo>
                    <a:pt x="210" y="144"/>
                    <a:pt x="210" y="144"/>
                    <a:pt x="210" y="144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84"/>
                    <a:pt x="137" y="84"/>
                    <a:pt x="137" y="84"/>
                  </a:cubicBezTo>
                  <a:lnTo>
                    <a:pt x="210" y="84"/>
                  </a:lnTo>
                  <a:close/>
                  <a:moveTo>
                    <a:pt x="45" y="84"/>
                  </a:moveTo>
                  <a:cubicBezTo>
                    <a:pt x="118" y="84"/>
                    <a:pt x="118" y="84"/>
                    <a:pt x="118" y="84"/>
                  </a:cubicBezTo>
                  <a:cubicBezTo>
                    <a:pt x="118" y="144"/>
                    <a:pt x="118" y="144"/>
                    <a:pt x="118" y="144"/>
                  </a:cubicBezTo>
                  <a:cubicBezTo>
                    <a:pt x="45" y="144"/>
                    <a:pt x="45" y="144"/>
                    <a:pt x="45" y="144"/>
                  </a:cubicBezTo>
                  <a:lnTo>
                    <a:pt x="45" y="8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1" name="Freeform 96"/>
            <p:cNvSpPr>
              <a:spLocks/>
            </p:cNvSpPr>
            <p:nvPr/>
          </p:nvSpPr>
          <p:spPr bwMode="auto">
            <a:xfrm>
              <a:off x="3103564" y="1708151"/>
              <a:ext cx="449263" cy="96838"/>
            </a:xfrm>
            <a:custGeom>
              <a:avLst/>
              <a:gdLst>
                <a:gd name="T0" fmla="*/ 431 w 451"/>
                <a:gd name="T1" fmla="*/ 0 h 97"/>
                <a:gd name="T2" fmla="*/ 376 w 451"/>
                <a:gd name="T3" fmla="*/ 0 h 97"/>
                <a:gd name="T4" fmla="*/ 366 w 451"/>
                <a:gd name="T5" fmla="*/ 10 h 97"/>
                <a:gd name="T6" fmla="*/ 376 w 451"/>
                <a:gd name="T7" fmla="*/ 19 h 97"/>
                <a:gd name="T8" fmla="*/ 431 w 451"/>
                <a:gd name="T9" fmla="*/ 19 h 97"/>
                <a:gd name="T10" fmla="*/ 432 w 451"/>
                <a:gd name="T11" fmla="*/ 23 h 97"/>
                <a:gd name="T12" fmla="*/ 432 w 451"/>
                <a:gd name="T13" fmla="*/ 79 h 97"/>
                <a:gd name="T14" fmla="*/ 18 w 451"/>
                <a:gd name="T15" fmla="*/ 79 h 97"/>
                <a:gd name="T16" fmla="*/ 18 w 451"/>
                <a:gd name="T17" fmla="*/ 23 h 97"/>
                <a:gd name="T18" fmla="*/ 22 w 451"/>
                <a:gd name="T19" fmla="*/ 19 h 97"/>
                <a:gd name="T20" fmla="*/ 74 w 451"/>
                <a:gd name="T21" fmla="*/ 19 h 97"/>
                <a:gd name="T22" fmla="*/ 84 w 451"/>
                <a:gd name="T23" fmla="*/ 10 h 97"/>
                <a:gd name="T24" fmla="*/ 74 w 451"/>
                <a:gd name="T25" fmla="*/ 0 h 97"/>
                <a:gd name="T26" fmla="*/ 22 w 451"/>
                <a:gd name="T27" fmla="*/ 0 h 97"/>
                <a:gd name="T28" fmla="*/ 0 w 451"/>
                <a:gd name="T29" fmla="*/ 23 h 97"/>
                <a:gd name="T30" fmla="*/ 0 w 451"/>
                <a:gd name="T31" fmla="*/ 88 h 97"/>
                <a:gd name="T32" fmla="*/ 9 w 451"/>
                <a:gd name="T33" fmla="*/ 97 h 97"/>
                <a:gd name="T34" fmla="*/ 441 w 451"/>
                <a:gd name="T35" fmla="*/ 97 h 97"/>
                <a:gd name="T36" fmla="*/ 451 w 451"/>
                <a:gd name="T37" fmla="*/ 88 h 97"/>
                <a:gd name="T38" fmla="*/ 451 w 451"/>
                <a:gd name="T39" fmla="*/ 23 h 97"/>
                <a:gd name="T40" fmla="*/ 431 w 451"/>
                <a:gd name="T41" fmla="*/ 0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51" h="97">
                  <a:moveTo>
                    <a:pt x="431" y="0"/>
                  </a:moveTo>
                  <a:cubicBezTo>
                    <a:pt x="376" y="0"/>
                    <a:pt x="376" y="0"/>
                    <a:pt x="376" y="0"/>
                  </a:cubicBezTo>
                  <a:cubicBezTo>
                    <a:pt x="371" y="0"/>
                    <a:pt x="366" y="4"/>
                    <a:pt x="366" y="10"/>
                  </a:cubicBezTo>
                  <a:cubicBezTo>
                    <a:pt x="366" y="15"/>
                    <a:pt x="371" y="19"/>
                    <a:pt x="376" y="19"/>
                  </a:cubicBezTo>
                  <a:cubicBezTo>
                    <a:pt x="431" y="19"/>
                    <a:pt x="431" y="19"/>
                    <a:pt x="431" y="19"/>
                  </a:cubicBezTo>
                  <a:cubicBezTo>
                    <a:pt x="432" y="19"/>
                    <a:pt x="432" y="21"/>
                    <a:pt x="432" y="23"/>
                  </a:cubicBezTo>
                  <a:cubicBezTo>
                    <a:pt x="432" y="79"/>
                    <a:pt x="432" y="79"/>
                    <a:pt x="432" y="79"/>
                  </a:cubicBezTo>
                  <a:cubicBezTo>
                    <a:pt x="18" y="79"/>
                    <a:pt x="18" y="79"/>
                    <a:pt x="18" y="79"/>
                  </a:cubicBezTo>
                  <a:cubicBezTo>
                    <a:pt x="18" y="23"/>
                    <a:pt x="18" y="23"/>
                    <a:pt x="18" y="23"/>
                  </a:cubicBezTo>
                  <a:cubicBezTo>
                    <a:pt x="18" y="21"/>
                    <a:pt x="20" y="19"/>
                    <a:pt x="22" y="19"/>
                  </a:cubicBezTo>
                  <a:cubicBezTo>
                    <a:pt x="74" y="19"/>
                    <a:pt x="74" y="19"/>
                    <a:pt x="74" y="19"/>
                  </a:cubicBezTo>
                  <a:cubicBezTo>
                    <a:pt x="80" y="19"/>
                    <a:pt x="84" y="15"/>
                    <a:pt x="84" y="10"/>
                  </a:cubicBezTo>
                  <a:cubicBezTo>
                    <a:pt x="84" y="4"/>
                    <a:pt x="80" y="0"/>
                    <a:pt x="74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10" y="0"/>
                    <a:pt x="0" y="10"/>
                    <a:pt x="0" y="23"/>
                  </a:cubicBezTo>
                  <a:cubicBezTo>
                    <a:pt x="0" y="88"/>
                    <a:pt x="0" y="88"/>
                    <a:pt x="0" y="88"/>
                  </a:cubicBezTo>
                  <a:cubicBezTo>
                    <a:pt x="0" y="93"/>
                    <a:pt x="4" y="97"/>
                    <a:pt x="9" y="97"/>
                  </a:cubicBezTo>
                  <a:cubicBezTo>
                    <a:pt x="441" y="97"/>
                    <a:pt x="441" y="97"/>
                    <a:pt x="441" y="97"/>
                  </a:cubicBezTo>
                  <a:cubicBezTo>
                    <a:pt x="446" y="97"/>
                    <a:pt x="451" y="93"/>
                    <a:pt x="451" y="88"/>
                  </a:cubicBezTo>
                  <a:cubicBezTo>
                    <a:pt x="451" y="23"/>
                    <a:pt x="451" y="23"/>
                    <a:pt x="451" y="23"/>
                  </a:cubicBezTo>
                  <a:cubicBezTo>
                    <a:pt x="451" y="6"/>
                    <a:pt x="440" y="0"/>
                    <a:pt x="43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2" name="Freeform 97"/>
            <p:cNvSpPr>
              <a:spLocks/>
            </p:cNvSpPr>
            <p:nvPr/>
          </p:nvSpPr>
          <p:spPr bwMode="auto">
            <a:xfrm>
              <a:off x="3246439" y="1708151"/>
              <a:ext cx="161925" cy="19050"/>
            </a:xfrm>
            <a:custGeom>
              <a:avLst/>
              <a:gdLst>
                <a:gd name="T0" fmla="*/ 9 w 163"/>
                <a:gd name="T1" fmla="*/ 19 h 19"/>
                <a:gd name="T2" fmla="*/ 153 w 163"/>
                <a:gd name="T3" fmla="*/ 19 h 19"/>
                <a:gd name="T4" fmla="*/ 163 w 163"/>
                <a:gd name="T5" fmla="*/ 10 h 19"/>
                <a:gd name="T6" fmla="*/ 153 w 163"/>
                <a:gd name="T7" fmla="*/ 0 h 19"/>
                <a:gd name="T8" fmla="*/ 9 w 163"/>
                <a:gd name="T9" fmla="*/ 0 h 19"/>
                <a:gd name="T10" fmla="*/ 0 w 163"/>
                <a:gd name="T11" fmla="*/ 10 h 19"/>
                <a:gd name="T12" fmla="*/ 9 w 163"/>
                <a:gd name="T13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3" h="19">
                  <a:moveTo>
                    <a:pt x="9" y="19"/>
                  </a:moveTo>
                  <a:cubicBezTo>
                    <a:pt x="153" y="19"/>
                    <a:pt x="153" y="19"/>
                    <a:pt x="153" y="19"/>
                  </a:cubicBezTo>
                  <a:cubicBezTo>
                    <a:pt x="158" y="19"/>
                    <a:pt x="163" y="15"/>
                    <a:pt x="163" y="10"/>
                  </a:cubicBezTo>
                  <a:cubicBezTo>
                    <a:pt x="163" y="4"/>
                    <a:pt x="158" y="0"/>
                    <a:pt x="153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15"/>
                    <a:pt x="4" y="19"/>
                    <a:pt x="9" y="19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3" name="Freeform 98"/>
            <p:cNvSpPr>
              <a:spLocks/>
            </p:cNvSpPr>
            <p:nvPr/>
          </p:nvSpPr>
          <p:spPr bwMode="auto">
            <a:xfrm>
              <a:off x="3206751" y="1682751"/>
              <a:ext cx="19050" cy="69850"/>
            </a:xfrm>
            <a:custGeom>
              <a:avLst/>
              <a:gdLst>
                <a:gd name="T0" fmla="*/ 10 w 19"/>
                <a:gd name="T1" fmla="*/ 71 h 71"/>
                <a:gd name="T2" fmla="*/ 19 w 19"/>
                <a:gd name="T3" fmla="*/ 62 h 71"/>
                <a:gd name="T4" fmla="*/ 19 w 19"/>
                <a:gd name="T5" fmla="*/ 9 h 71"/>
                <a:gd name="T6" fmla="*/ 10 w 19"/>
                <a:gd name="T7" fmla="*/ 0 h 71"/>
                <a:gd name="T8" fmla="*/ 0 w 19"/>
                <a:gd name="T9" fmla="*/ 9 h 71"/>
                <a:gd name="T10" fmla="*/ 0 w 19"/>
                <a:gd name="T11" fmla="*/ 62 h 71"/>
                <a:gd name="T12" fmla="*/ 10 w 19"/>
                <a:gd name="T13" fmla="*/ 71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" h="71">
                  <a:moveTo>
                    <a:pt x="10" y="71"/>
                  </a:moveTo>
                  <a:cubicBezTo>
                    <a:pt x="15" y="71"/>
                    <a:pt x="19" y="67"/>
                    <a:pt x="19" y="62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62"/>
                    <a:pt x="0" y="62"/>
                    <a:pt x="0" y="62"/>
                  </a:cubicBezTo>
                  <a:cubicBezTo>
                    <a:pt x="0" y="67"/>
                    <a:pt x="5" y="71"/>
                    <a:pt x="10" y="7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4" name="Freeform 99"/>
            <p:cNvSpPr>
              <a:spLocks/>
            </p:cNvSpPr>
            <p:nvPr/>
          </p:nvSpPr>
          <p:spPr bwMode="auto">
            <a:xfrm>
              <a:off x="3429001" y="1682751"/>
              <a:ext cx="19050" cy="69850"/>
            </a:xfrm>
            <a:custGeom>
              <a:avLst/>
              <a:gdLst>
                <a:gd name="T0" fmla="*/ 9 w 19"/>
                <a:gd name="T1" fmla="*/ 71 h 71"/>
                <a:gd name="T2" fmla="*/ 19 w 19"/>
                <a:gd name="T3" fmla="*/ 62 h 71"/>
                <a:gd name="T4" fmla="*/ 19 w 19"/>
                <a:gd name="T5" fmla="*/ 9 h 71"/>
                <a:gd name="T6" fmla="*/ 9 w 19"/>
                <a:gd name="T7" fmla="*/ 0 h 71"/>
                <a:gd name="T8" fmla="*/ 0 w 19"/>
                <a:gd name="T9" fmla="*/ 9 h 71"/>
                <a:gd name="T10" fmla="*/ 0 w 19"/>
                <a:gd name="T11" fmla="*/ 62 h 71"/>
                <a:gd name="T12" fmla="*/ 9 w 19"/>
                <a:gd name="T13" fmla="*/ 71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" h="71">
                  <a:moveTo>
                    <a:pt x="9" y="71"/>
                  </a:moveTo>
                  <a:cubicBezTo>
                    <a:pt x="15" y="71"/>
                    <a:pt x="19" y="67"/>
                    <a:pt x="19" y="62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62"/>
                    <a:pt x="0" y="62"/>
                    <a:pt x="0" y="62"/>
                  </a:cubicBezTo>
                  <a:cubicBezTo>
                    <a:pt x="0" y="67"/>
                    <a:pt x="4" y="71"/>
                    <a:pt x="9" y="7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79" name="Group 278"/>
          <p:cNvGrpSpPr/>
          <p:nvPr/>
        </p:nvGrpSpPr>
        <p:grpSpPr>
          <a:xfrm>
            <a:off x="5198535" y="2243668"/>
            <a:ext cx="615951" cy="565149"/>
            <a:chOff x="3898901" y="1682751"/>
            <a:chExt cx="461963" cy="423862"/>
          </a:xfrm>
          <a:solidFill>
            <a:schemeClr val="tx2"/>
          </a:solidFill>
        </p:grpSpPr>
        <p:sp>
          <p:nvSpPr>
            <p:cNvPr id="135" name="Freeform 100"/>
            <p:cNvSpPr>
              <a:spLocks/>
            </p:cNvSpPr>
            <p:nvPr/>
          </p:nvSpPr>
          <p:spPr bwMode="auto">
            <a:xfrm>
              <a:off x="3924301" y="1720851"/>
              <a:ext cx="409575" cy="254000"/>
            </a:xfrm>
            <a:custGeom>
              <a:avLst/>
              <a:gdLst>
                <a:gd name="T0" fmla="*/ 402 w 412"/>
                <a:gd name="T1" fmla="*/ 0 h 255"/>
                <a:gd name="T2" fmla="*/ 393 w 412"/>
                <a:gd name="T3" fmla="*/ 10 h 255"/>
                <a:gd name="T4" fmla="*/ 393 w 412"/>
                <a:gd name="T5" fmla="*/ 232 h 255"/>
                <a:gd name="T6" fmla="*/ 389 w 412"/>
                <a:gd name="T7" fmla="*/ 236 h 255"/>
                <a:gd name="T8" fmla="*/ 22 w 412"/>
                <a:gd name="T9" fmla="*/ 236 h 255"/>
                <a:gd name="T10" fmla="*/ 19 w 412"/>
                <a:gd name="T11" fmla="*/ 232 h 255"/>
                <a:gd name="T12" fmla="*/ 19 w 412"/>
                <a:gd name="T13" fmla="*/ 10 h 255"/>
                <a:gd name="T14" fmla="*/ 9 w 412"/>
                <a:gd name="T15" fmla="*/ 0 h 255"/>
                <a:gd name="T16" fmla="*/ 0 w 412"/>
                <a:gd name="T17" fmla="*/ 10 h 255"/>
                <a:gd name="T18" fmla="*/ 0 w 412"/>
                <a:gd name="T19" fmla="*/ 232 h 255"/>
                <a:gd name="T20" fmla="*/ 22 w 412"/>
                <a:gd name="T21" fmla="*/ 255 h 255"/>
                <a:gd name="T22" fmla="*/ 389 w 412"/>
                <a:gd name="T23" fmla="*/ 255 h 255"/>
                <a:gd name="T24" fmla="*/ 412 w 412"/>
                <a:gd name="T25" fmla="*/ 232 h 255"/>
                <a:gd name="T26" fmla="*/ 412 w 412"/>
                <a:gd name="T27" fmla="*/ 10 h 255"/>
                <a:gd name="T28" fmla="*/ 402 w 412"/>
                <a:gd name="T29" fmla="*/ 0 h 2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12" h="255">
                  <a:moveTo>
                    <a:pt x="402" y="0"/>
                  </a:moveTo>
                  <a:cubicBezTo>
                    <a:pt x="397" y="0"/>
                    <a:pt x="393" y="4"/>
                    <a:pt x="393" y="10"/>
                  </a:cubicBezTo>
                  <a:cubicBezTo>
                    <a:pt x="393" y="232"/>
                    <a:pt x="393" y="232"/>
                    <a:pt x="393" y="232"/>
                  </a:cubicBezTo>
                  <a:cubicBezTo>
                    <a:pt x="393" y="234"/>
                    <a:pt x="391" y="236"/>
                    <a:pt x="389" y="236"/>
                  </a:cubicBezTo>
                  <a:cubicBezTo>
                    <a:pt x="22" y="236"/>
                    <a:pt x="22" y="236"/>
                    <a:pt x="22" y="236"/>
                  </a:cubicBezTo>
                  <a:cubicBezTo>
                    <a:pt x="20" y="236"/>
                    <a:pt x="19" y="234"/>
                    <a:pt x="19" y="232"/>
                  </a:cubicBezTo>
                  <a:cubicBezTo>
                    <a:pt x="19" y="10"/>
                    <a:pt x="19" y="10"/>
                    <a:pt x="19" y="10"/>
                  </a:cubicBez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232"/>
                    <a:pt x="0" y="232"/>
                    <a:pt x="0" y="232"/>
                  </a:cubicBezTo>
                  <a:cubicBezTo>
                    <a:pt x="0" y="245"/>
                    <a:pt x="10" y="255"/>
                    <a:pt x="22" y="255"/>
                  </a:cubicBezTo>
                  <a:cubicBezTo>
                    <a:pt x="389" y="255"/>
                    <a:pt x="389" y="255"/>
                    <a:pt x="389" y="255"/>
                  </a:cubicBezTo>
                  <a:cubicBezTo>
                    <a:pt x="402" y="255"/>
                    <a:pt x="412" y="245"/>
                    <a:pt x="412" y="232"/>
                  </a:cubicBezTo>
                  <a:cubicBezTo>
                    <a:pt x="412" y="10"/>
                    <a:pt x="412" y="10"/>
                    <a:pt x="412" y="10"/>
                  </a:cubicBezTo>
                  <a:cubicBezTo>
                    <a:pt x="412" y="4"/>
                    <a:pt x="408" y="0"/>
                    <a:pt x="40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6" name="Freeform 101"/>
            <p:cNvSpPr>
              <a:spLocks/>
            </p:cNvSpPr>
            <p:nvPr/>
          </p:nvSpPr>
          <p:spPr bwMode="auto">
            <a:xfrm>
              <a:off x="3898901" y="1682751"/>
              <a:ext cx="461963" cy="19050"/>
            </a:xfrm>
            <a:custGeom>
              <a:avLst/>
              <a:gdLst>
                <a:gd name="T0" fmla="*/ 455 w 464"/>
                <a:gd name="T1" fmla="*/ 0 h 19"/>
                <a:gd name="T2" fmla="*/ 9 w 464"/>
                <a:gd name="T3" fmla="*/ 0 h 19"/>
                <a:gd name="T4" fmla="*/ 0 w 464"/>
                <a:gd name="T5" fmla="*/ 9 h 19"/>
                <a:gd name="T6" fmla="*/ 9 w 464"/>
                <a:gd name="T7" fmla="*/ 19 h 19"/>
                <a:gd name="T8" fmla="*/ 455 w 464"/>
                <a:gd name="T9" fmla="*/ 19 h 19"/>
                <a:gd name="T10" fmla="*/ 464 w 464"/>
                <a:gd name="T11" fmla="*/ 9 h 19"/>
                <a:gd name="T12" fmla="*/ 455 w 464"/>
                <a:gd name="T1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64" h="19">
                  <a:moveTo>
                    <a:pt x="455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4"/>
                    <a:pt x="4" y="19"/>
                    <a:pt x="9" y="19"/>
                  </a:cubicBezTo>
                  <a:cubicBezTo>
                    <a:pt x="455" y="19"/>
                    <a:pt x="455" y="19"/>
                    <a:pt x="455" y="19"/>
                  </a:cubicBezTo>
                  <a:cubicBezTo>
                    <a:pt x="460" y="19"/>
                    <a:pt x="464" y="14"/>
                    <a:pt x="464" y="9"/>
                  </a:cubicBezTo>
                  <a:cubicBezTo>
                    <a:pt x="464" y="4"/>
                    <a:pt x="460" y="0"/>
                    <a:pt x="45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7" name="Freeform 102"/>
            <p:cNvSpPr>
              <a:spLocks/>
            </p:cNvSpPr>
            <p:nvPr/>
          </p:nvSpPr>
          <p:spPr bwMode="auto">
            <a:xfrm>
              <a:off x="3987801" y="1760538"/>
              <a:ext cx="280988" cy="123825"/>
            </a:xfrm>
            <a:custGeom>
              <a:avLst/>
              <a:gdLst>
                <a:gd name="T0" fmla="*/ 96 w 282"/>
                <a:gd name="T1" fmla="*/ 29 h 123"/>
                <a:gd name="T2" fmla="*/ 84 w 282"/>
                <a:gd name="T3" fmla="*/ 28 h 123"/>
                <a:gd name="T4" fmla="*/ 5 w 282"/>
                <a:gd name="T5" fmla="*/ 93 h 123"/>
                <a:gd name="T6" fmla="*/ 4 w 282"/>
                <a:gd name="T7" fmla="*/ 107 h 123"/>
                <a:gd name="T8" fmla="*/ 17 w 282"/>
                <a:gd name="T9" fmla="*/ 108 h 123"/>
                <a:gd name="T10" fmla="*/ 89 w 282"/>
                <a:gd name="T11" fmla="*/ 48 h 123"/>
                <a:gd name="T12" fmla="*/ 161 w 282"/>
                <a:gd name="T13" fmla="*/ 120 h 123"/>
                <a:gd name="T14" fmla="*/ 168 w 282"/>
                <a:gd name="T15" fmla="*/ 123 h 123"/>
                <a:gd name="T16" fmla="*/ 175 w 282"/>
                <a:gd name="T17" fmla="*/ 120 h 123"/>
                <a:gd name="T18" fmla="*/ 264 w 282"/>
                <a:gd name="T19" fmla="*/ 32 h 123"/>
                <a:gd name="T20" fmla="*/ 264 w 282"/>
                <a:gd name="T21" fmla="*/ 74 h 123"/>
                <a:gd name="T22" fmla="*/ 273 w 282"/>
                <a:gd name="T23" fmla="*/ 84 h 123"/>
                <a:gd name="T24" fmla="*/ 282 w 282"/>
                <a:gd name="T25" fmla="*/ 74 h 123"/>
                <a:gd name="T26" fmla="*/ 282 w 282"/>
                <a:gd name="T27" fmla="*/ 9 h 123"/>
                <a:gd name="T28" fmla="*/ 282 w 282"/>
                <a:gd name="T29" fmla="*/ 7 h 123"/>
                <a:gd name="T30" fmla="*/ 282 w 282"/>
                <a:gd name="T31" fmla="*/ 6 h 123"/>
                <a:gd name="T32" fmla="*/ 282 w 282"/>
                <a:gd name="T33" fmla="*/ 5 h 123"/>
                <a:gd name="T34" fmla="*/ 281 w 282"/>
                <a:gd name="T35" fmla="*/ 4 h 123"/>
                <a:gd name="T36" fmla="*/ 281 w 282"/>
                <a:gd name="T37" fmla="*/ 4 h 123"/>
                <a:gd name="T38" fmla="*/ 280 w 282"/>
                <a:gd name="T39" fmla="*/ 2 h 123"/>
                <a:gd name="T40" fmla="*/ 280 w 282"/>
                <a:gd name="T41" fmla="*/ 2 h 123"/>
                <a:gd name="T42" fmla="*/ 279 w 282"/>
                <a:gd name="T43" fmla="*/ 2 h 123"/>
                <a:gd name="T44" fmla="*/ 278 w 282"/>
                <a:gd name="T45" fmla="*/ 1 h 123"/>
                <a:gd name="T46" fmla="*/ 277 w 282"/>
                <a:gd name="T47" fmla="*/ 1 h 123"/>
                <a:gd name="T48" fmla="*/ 277 w 282"/>
                <a:gd name="T49" fmla="*/ 0 h 123"/>
                <a:gd name="T50" fmla="*/ 276 w 282"/>
                <a:gd name="T51" fmla="*/ 0 h 123"/>
                <a:gd name="T52" fmla="*/ 275 w 282"/>
                <a:gd name="T53" fmla="*/ 0 h 123"/>
                <a:gd name="T54" fmla="*/ 273 w 282"/>
                <a:gd name="T55" fmla="*/ 0 h 123"/>
                <a:gd name="T56" fmla="*/ 273 w 282"/>
                <a:gd name="T57" fmla="*/ 0 h 123"/>
                <a:gd name="T58" fmla="*/ 207 w 282"/>
                <a:gd name="T59" fmla="*/ 0 h 123"/>
                <a:gd name="T60" fmla="*/ 198 w 282"/>
                <a:gd name="T61" fmla="*/ 9 h 123"/>
                <a:gd name="T62" fmla="*/ 207 w 282"/>
                <a:gd name="T63" fmla="*/ 18 h 123"/>
                <a:gd name="T64" fmla="*/ 250 w 282"/>
                <a:gd name="T65" fmla="*/ 18 h 123"/>
                <a:gd name="T66" fmla="*/ 168 w 282"/>
                <a:gd name="T67" fmla="*/ 101 h 123"/>
                <a:gd name="T68" fmla="*/ 96 w 282"/>
                <a:gd name="T69" fmla="*/ 29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82" h="123">
                  <a:moveTo>
                    <a:pt x="96" y="29"/>
                  </a:moveTo>
                  <a:cubicBezTo>
                    <a:pt x="93" y="25"/>
                    <a:pt x="87" y="25"/>
                    <a:pt x="84" y="28"/>
                  </a:cubicBezTo>
                  <a:cubicBezTo>
                    <a:pt x="5" y="93"/>
                    <a:pt x="5" y="93"/>
                    <a:pt x="5" y="93"/>
                  </a:cubicBezTo>
                  <a:cubicBezTo>
                    <a:pt x="1" y="97"/>
                    <a:pt x="0" y="103"/>
                    <a:pt x="4" y="107"/>
                  </a:cubicBezTo>
                  <a:cubicBezTo>
                    <a:pt x="7" y="111"/>
                    <a:pt x="13" y="111"/>
                    <a:pt x="17" y="108"/>
                  </a:cubicBezTo>
                  <a:cubicBezTo>
                    <a:pt x="89" y="48"/>
                    <a:pt x="89" y="48"/>
                    <a:pt x="89" y="48"/>
                  </a:cubicBezTo>
                  <a:cubicBezTo>
                    <a:pt x="161" y="120"/>
                    <a:pt x="161" y="120"/>
                    <a:pt x="161" y="120"/>
                  </a:cubicBezTo>
                  <a:cubicBezTo>
                    <a:pt x="163" y="122"/>
                    <a:pt x="166" y="123"/>
                    <a:pt x="168" y="123"/>
                  </a:cubicBezTo>
                  <a:cubicBezTo>
                    <a:pt x="171" y="123"/>
                    <a:pt x="173" y="122"/>
                    <a:pt x="175" y="120"/>
                  </a:cubicBezTo>
                  <a:cubicBezTo>
                    <a:pt x="264" y="32"/>
                    <a:pt x="264" y="32"/>
                    <a:pt x="264" y="32"/>
                  </a:cubicBezTo>
                  <a:cubicBezTo>
                    <a:pt x="264" y="74"/>
                    <a:pt x="264" y="74"/>
                    <a:pt x="264" y="74"/>
                  </a:cubicBezTo>
                  <a:cubicBezTo>
                    <a:pt x="264" y="80"/>
                    <a:pt x="268" y="84"/>
                    <a:pt x="273" y="84"/>
                  </a:cubicBezTo>
                  <a:cubicBezTo>
                    <a:pt x="278" y="84"/>
                    <a:pt x="282" y="80"/>
                    <a:pt x="282" y="74"/>
                  </a:cubicBezTo>
                  <a:cubicBezTo>
                    <a:pt x="282" y="9"/>
                    <a:pt x="282" y="9"/>
                    <a:pt x="282" y="9"/>
                  </a:cubicBezTo>
                  <a:cubicBezTo>
                    <a:pt x="282" y="8"/>
                    <a:pt x="282" y="8"/>
                    <a:pt x="282" y="7"/>
                  </a:cubicBezTo>
                  <a:cubicBezTo>
                    <a:pt x="282" y="7"/>
                    <a:pt x="282" y="7"/>
                    <a:pt x="282" y="6"/>
                  </a:cubicBezTo>
                  <a:cubicBezTo>
                    <a:pt x="282" y="6"/>
                    <a:pt x="282" y="6"/>
                    <a:pt x="282" y="5"/>
                  </a:cubicBezTo>
                  <a:cubicBezTo>
                    <a:pt x="281" y="5"/>
                    <a:pt x="281" y="5"/>
                    <a:pt x="281" y="4"/>
                  </a:cubicBezTo>
                  <a:cubicBezTo>
                    <a:pt x="281" y="4"/>
                    <a:pt x="281" y="4"/>
                    <a:pt x="281" y="4"/>
                  </a:cubicBezTo>
                  <a:cubicBezTo>
                    <a:pt x="280" y="3"/>
                    <a:pt x="280" y="3"/>
                    <a:pt x="280" y="2"/>
                  </a:cubicBezTo>
                  <a:cubicBezTo>
                    <a:pt x="280" y="2"/>
                    <a:pt x="280" y="2"/>
                    <a:pt x="280" y="2"/>
                  </a:cubicBezTo>
                  <a:cubicBezTo>
                    <a:pt x="280" y="2"/>
                    <a:pt x="279" y="2"/>
                    <a:pt x="279" y="2"/>
                  </a:cubicBezTo>
                  <a:cubicBezTo>
                    <a:pt x="279" y="2"/>
                    <a:pt x="279" y="1"/>
                    <a:pt x="278" y="1"/>
                  </a:cubicBezTo>
                  <a:cubicBezTo>
                    <a:pt x="278" y="1"/>
                    <a:pt x="278" y="1"/>
                    <a:pt x="277" y="1"/>
                  </a:cubicBezTo>
                  <a:cubicBezTo>
                    <a:pt x="277" y="1"/>
                    <a:pt x="277" y="0"/>
                    <a:pt x="277" y="0"/>
                  </a:cubicBezTo>
                  <a:cubicBezTo>
                    <a:pt x="276" y="0"/>
                    <a:pt x="276" y="0"/>
                    <a:pt x="276" y="0"/>
                  </a:cubicBezTo>
                  <a:cubicBezTo>
                    <a:pt x="275" y="0"/>
                    <a:pt x="275" y="0"/>
                    <a:pt x="275" y="0"/>
                  </a:cubicBezTo>
                  <a:cubicBezTo>
                    <a:pt x="274" y="0"/>
                    <a:pt x="274" y="0"/>
                    <a:pt x="273" y="0"/>
                  </a:cubicBezTo>
                  <a:cubicBezTo>
                    <a:pt x="273" y="0"/>
                    <a:pt x="273" y="0"/>
                    <a:pt x="273" y="0"/>
                  </a:cubicBezTo>
                  <a:cubicBezTo>
                    <a:pt x="207" y="0"/>
                    <a:pt x="207" y="0"/>
                    <a:pt x="207" y="0"/>
                  </a:cubicBezTo>
                  <a:cubicBezTo>
                    <a:pt x="202" y="0"/>
                    <a:pt x="198" y="4"/>
                    <a:pt x="198" y="9"/>
                  </a:cubicBezTo>
                  <a:cubicBezTo>
                    <a:pt x="198" y="14"/>
                    <a:pt x="202" y="18"/>
                    <a:pt x="207" y="18"/>
                  </a:cubicBezTo>
                  <a:cubicBezTo>
                    <a:pt x="250" y="18"/>
                    <a:pt x="250" y="18"/>
                    <a:pt x="250" y="18"/>
                  </a:cubicBezTo>
                  <a:cubicBezTo>
                    <a:pt x="168" y="101"/>
                    <a:pt x="168" y="101"/>
                    <a:pt x="168" y="101"/>
                  </a:cubicBezTo>
                  <a:lnTo>
                    <a:pt x="96" y="29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8" name="Freeform 103"/>
            <p:cNvSpPr>
              <a:spLocks/>
            </p:cNvSpPr>
            <p:nvPr/>
          </p:nvSpPr>
          <p:spPr bwMode="auto">
            <a:xfrm>
              <a:off x="4027489" y="1995488"/>
              <a:ext cx="203200" cy="111125"/>
            </a:xfrm>
            <a:custGeom>
              <a:avLst/>
              <a:gdLst>
                <a:gd name="T0" fmla="*/ 198 w 204"/>
                <a:gd name="T1" fmla="*/ 93 h 112"/>
                <a:gd name="T2" fmla="*/ 110 w 204"/>
                <a:gd name="T3" fmla="*/ 47 h 112"/>
                <a:gd name="T4" fmla="*/ 111 w 204"/>
                <a:gd name="T5" fmla="*/ 44 h 112"/>
                <a:gd name="T6" fmla="*/ 111 w 204"/>
                <a:gd name="T7" fmla="*/ 10 h 112"/>
                <a:gd name="T8" fmla="*/ 102 w 204"/>
                <a:gd name="T9" fmla="*/ 0 h 112"/>
                <a:gd name="T10" fmla="*/ 93 w 204"/>
                <a:gd name="T11" fmla="*/ 10 h 112"/>
                <a:gd name="T12" fmla="*/ 93 w 204"/>
                <a:gd name="T13" fmla="*/ 44 h 112"/>
                <a:gd name="T14" fmla="*/ 93 w 204"/>
                <a:gd name="T15" fmla="*/ 47 h 112"/>
                <a:gd name="T16" fmla="*/ 6 w 204"/>
                <a:gd name="T17" fmla="*/ 93 h 112"/>
                <a:gd name="T18" fmla="*/ 2 w 204"/>
                <a:gd name="T19" fmla="*/ 106 h 112"/>
                <a:gd name="T20" fmla="*/ 15 w 204"/>
                <a:gd name="T21" fmla="*/ 110 h 112"/>
                <a:gd name="T22" fmla="*/ 102 w 204"/>
                <a:gd name="T23" fmla="*/ 64 h 112"/>
                <a:gd name="T24" fmla="*/ 189 w 204"/>
                <a:gd name="T25" fmla="*/ 110 h 112"/>
                <a:gd name="T26" fmla="*/ 194 w 204"/>
                <a:gd name="T27" fmla="*/ 111 h 112"/>
                <a:gd name="T28" fmla="*/ 202 w 204"/>
                <a:gd name="T29" fmla="*/ 106 h 112"/>
                <a:gd name="T30" fmla="*/ 198 w 204"/>
                <a:gd name="T31" fmla="*/ 93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04" h="112">
                  <a:moveTo>
                    <a:pt x="198" y="93"/>
                  </a:moveTo>
                  <a:cubicBezTo>
                    <a:pt x="110" y="47"/>
                    <a:pt x="110" y="47"/>
                    <a:pt x="110" y="47"/>
                  </a:cubicBezTo>
                  <a:cubicBezTo>
                    <a:pt x="111" y="46"/>
                    <a:pt x="111" y="45"/>
                    <a:pt x="111" y="44"/>
                  </a:cubicBezTo>
                  <a:cubicBezTo>
                    <a:pt x="111" y="10"/>
                    <a:pt x="111" y="10"/>
                    <a:pt x="111" y="10"/>
                  </a:cubicBezTo>
                  <a:cubicBezTo>
                    <a:pt x="111" y="5"/>
                    <a:pt x="107" y="0"/>
                    <a:pt x="102" y="0"/>
                  </a:cubicBezTo>
                  <a:cubicBezTo>
                    <a:pt x="97" y="0"/>
                    <a:pt x="93" y="5"/>
                    <a:pt x="93" y="10"/>
                  </a:cubicBezTo>
                  <a:cubicBezTo>
                    <a:pt x="93" y="44"/>
                    <a:pt x="93" y="44"/>
                    <a:pt x="93" y="44"/>
                  </a:cubicBezTo>
                  <a:cubicBezTo>
                    <a:pt x="93" y="45"/>
                    <a:pt x="93" y="46"/>
                    <a:pt x="93" y="47"/>
                  </a:cubicBezTo>
                  <a:cubicBezTo>
                    <a:pt x="6" y="93"/>
                    <a:pt x="6" y="93"/>
                    <a:pt x="6" y="93"/>
                  </a:cubicBezTo>
                  <a:cubicBezTo>
                    <a:pt x="1" y="96"/>
                    <a:pt x="0" y="101"/>
                    <a:pt x="2" y="106"/>
                  </a:cubicBezTo>
                  <a:cubicBezTo>
                    <a:pt x="4" y="110"/>
                    <a:pt x="10" y="112"/>
                    <a:pt x="15" y="110"/>
                  </a:cubicBezTo>
                  <a:cubicBezTo>
                    <a:pt x="102" y="64"/>
                    <a:pt x="102" y="64"/>
                    <a:pt x="102" y="64"/>
                  </a:cubicBezTo>
                  <a:cubicBezTo>
                    <a:pt x="189" y="110"/>
                    <a:pt x="189" y="110"/>
                    <a:pt x="189" y="110"/>
                  </a:cubicBezTo>
                  <a:cubicBezTo>
                    <a:pt x="191" y="111"/>
                    <a:pt x="192" y="111"/>
                    <a:pt x="194" y="111"/>
                  </a:cubicBezTo>
                  <a:cubicBezTo>
                    <a:pt x="197" y="111"/>
                    <a:pt x="200" y="109"/>
                    <a:pt x="202" y="106"/>
                  </a:cubicBezTo>
                  <a:cubicBezTo>
                    <a:pt x="204" y="101"/>
                    <a:pt x="203" y="96"/>
                    <a:pt x="198" y="93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78" name="Group 277"/>
          <p:cNvGrpSpPr/>
          <p:nvPr/>
        </p:nvGrpSpPr>
        <p:grpSpPr>
          <a:xfrm>
            <a:off x="6206069" y="2243669"/>
            <a:ext cx="565151" cy="563033"/>
            <a:chOff x="4654551" y="1682751"/>
            <a:chExt cx="423863" cy="422275"/>
          </a:xfrm>
          <a:solidFill>
            <a:schemeClr val="tx2"/>
          </a:solidFill>
        </p:grpSpPr>
        <p:sp>
          <p:nvSpPr>
            <p:cNvPr id="139" name="Freeform 104"/>
            <p:cNvSpPr>
              <a:spLocks noEditPoints="1"/>
            </p:cNvSpPr>
            <p:nvPr/>
          </p:nvSpPr>
          <p:spPr bwMode="auto">
            <a:xfrm>
              <a:off x="4654551" y="1682751"/>
              <a:ext cx="423863" cy="422275"/>
            </a:xfrm>
            <a:custGeom>
              <a:avLst/>
              <a:gdLst>
                <a:gd name="T0" fmla="*/ 402 w 425"/>
                <a:gd name="T1" fmla="*/ 0 h 425"/>
                <a:gd name="T2" fmla="*/ 22 w 425"/>
                <a:gd name="T3" fmla="*/ 0 h 425"/>
                <a:gd name="T4" fmla="*/ 0 w 425"/>
                <a:gd name="T5" fmla="*/ 22 h 425"/>
                <a:gd name="T6" fmla="*/ 0 w 425"/>
                <a:gd name="T7" fmla="*/ 402 h 425"/>
                <a:gd name="T8" fmla="*/ 22 w 425"/>
                <a:gd name="T9" fmla="*/ 425 h 425"/>
                <a:gd name="T10" fmla="*/ 402 w 425"/>
                <a:gd name="T11" fmla="*/ 425 h 425"/>
                <a:gd name="T12" fmla="*/ 425 w 425"/>
                <a:gd name="T13" fmla="*/ 402 h 425"/>
                <a:gd name="T14" fmla="*/ 425 w 425"/>
                <a:gd name="T15" fmla="*/ 22 h 425"/>
                <a:gd name="T16" fmla="*/ 402 w 425"/>
                <a:gd name="T17" fmla="*/ 0 h 425"/>
                <a:gd name="T18" fmla="*/ 406 w 425"/>
                <a:gd name="T19" fmla="*/ 402 h 425"/>
                <a:gd name="T20" fmla="*/ 402 w 425"/>
                <a:gd name="T21" fmla="*/ 406 h 425"/>
                <a:gd name="T22" fmla="*/ 22 w 425"/>
                <a:gd name="T23" fmla="*/ 406 h 425"/>
                <a:gd name="T24" fmla="*/ 18 w 425"/>
                <a:gd name="T25" fmla="*/ 402 h 425"/>
                <a:gd name="T26" fmla="*/ 18 w 425"/>
                <a:gd name="T27" fmla="*/ 22 h 425"/>
                <a:gd name="T28" fmla="*/ 22 w 425"/>
                <a:gd name="T29" fmla="*/ 19 h 425"/>
                <a:gd name="T30" fmla="*/ 402 w 425"/>
                <a:gd name="T31" fmla="*/ 19 h 425"/>
                <a:gd name="T32" fmla="*/ 406 w 425"/>
                <a:gd name="T33" fmla="*/ 22 h 425"/>
                <a:gd name="T34" fmla="*/ 406 w 425"/>
                <a:gd name="T35" fmla="*/ 402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25" h="425">
                  <a:moveTo>
                    <a:pt x="402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10" y="0"/>
                    <a:pt x="0" y="10"/>
                    <a:pt x="0" y="22"/>
                  </a:cubicBezTo>
                  <a:cubicBezTo>
                    <a:pt x="0" y="402"/>
                    <a:pt x="0" y="402"/>
                    <a:pt x="0" y="402"/>
                  </a:cubicBezTo>
                  <a:cubicBezTo>
                    <a:pt x="0" y="415"/>
                    <a:pt x="10" y="425"/>
                    <a:pt x="22" y="425"/>
                  </a:cubicBezTo>
                  <a:cubicBezTo>
                    <a:pt x="402" y="425"/>
                    <a:pt x="402" y="425"/>
                    <a:pt x="402" y="425"/>
                  </a:cubicBezTo>
                  <a:cubicBezTo>
                    <a:pt x="415" y="425"/>
                    <a:pt x="425" y="415"/>
                    <a:pt x="425" y="402"/>
                  </a:cubicBezTo>
                  <a:cubicBezTo>
                    <a:pt x="425" y="22"/>
                    <a:pt x="425" y="22"/>
                    <a:pt x="425" y="22"/>
                  </a:cubicBezTo>
                  <a:cubicBezTo>
                    <a:pt x="425" y="10"/>
                    <a:pt x="415" y="0"/>
                    <a:pt x="402" y="0"/>
                  </a:cubicBezTo>
                  <a:close/>
                  <a:moveTo>
                    <a:pt x="406" y="402"/>
                  </a:moveTo>
                  <a:cubicBezTo>
                    <a:pt x="406" y="404"/>
                    <a:pt x="404" y="406"/>
                    <a:pt x="402" y="406"/>
                  </a:cubicBezTo>
                  <a:cubicBezTo>
                    <a:pt x="22" y="406"/>
                    <a:pt x="22" y="406"/>
                    <a:pt x="22" y="406"/>
                  </a:cubicBezTo>
                  <a:cubicBezTo>
                    <a:pt x="20" y="406"/>
                    <a:pt x="18" y="404"/>
                    <a:pt x="18" y="402"/>
                  </a:cubicBezTo>
                  <a:cubicBezTo>
                    <a:pt x="18" y="22"/>
                    <a:pt x="18" y="22"/>
                    <a:pt x="18" y="22"/>
                  </a:cubicBezTo>
                  <a:cubicBezTo>
                    <a:pt x="18" y="20"/>
                    <a:pt x="20" y="19"/>
                    <a:pt x="22" y="19"/>
                  </a:cubicBezTo>
                  <a:cubicBezTo>
                    <a:pt x="402" y="19"/>
                    <a:pt x="402" y="19"/>
                    <a:pt x="402" y="19"/>
                  </a:cubicBezTo>
                  <a:cubicBezTo>
                    <a:pt x="404" y="19"/>
                    <a:pt x="406" y="20"/>
                    <a:pt x="406" y="22"/>
                  </a:cubicBezTo>
                  <a:lnTo>
                    <a:pt x="406" y="402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0" name="Freeform 105"/>
            <p:cNvSpPr>
              <a:spLocks noEditPoints="1"/>
            </p:cNvSpPr>
            <p:nvPr/>
          </p:nvSpPr>
          <p:spPr bwMode="auto">
            <a:xfrm>
              <a:off x="4895851" y="1792288"/>
              <a:ext cx="57150" cy="58738"/>
            </a:xfrm>
            <a:custGeom>
              <a:avLst/>
              <a:gdLst>
                <a:gd name="T0" fmla="*/ 29 w 58"/>
                <a:gd name="T1" fmla="*/ 58 h 58"/>
                <a:gd name="T2" fmla="*/ 58 w 58"/>
                <a:gd name="T3" fmla="*/ 29 h 58"/>
                <a:gd name="T4" fmla="*/ 29 w 58"/>
                <a:gd name="T5" fmla="*/ 0 h 58"/>
                <a:gd name="T6" fmla="*/ 0 w 58"/>
                <a:gd name="T7" fmla="*/ 29 h 58"/>
                <a:gd name="T8" fmla="*/ 29 w 58"/>
                <a:gd name="T9" fmla="*/ 58 h 58"/>
                <a:gd name="T10" fmla="*/ 29 w 58"/>
                <a:gd name="T11" fmla="*/ 19 h 58"/>
                <a:gd name="T12" fmla="*/ 39 w 58"/>
                <a:gd name="T13" fmla="*/ 29 h 58"/>
                <a:gd name="T14" fmla="*/ 29 w 58"/>
                <a:gd name="T15" fmla="*/ 40 h 58"/>
                <a:gd name="T16" fmla="*/ 19 w 58"/>
                <a:gd name="T17" fmla="*/ 29 h 58"/>
                <a:gd name="T18" fmla="*/ 29 w 58"/>
                <a:gd name="T19" fmla="*/ 19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8" h="58">
                  <a:moveTo>
                    <a:pt x="29" y="58"/>
                  </a:moveTo>
                  <a:cubicBezTo>
                    <a:pt x="45" y="58"/>
                    <a:pt x="58" y="45"/>
                    <a:pt x="58" y="29"/>
                  </a:cubicBezTo>
                  <a:cubicBezTo>
                    <a:pt x="58" y="13"/>
                    <a:pt x="45" y="0"/>
                    <a:pt x="29" y="0"/>
                  </a:cubicBezTo>
                  <a:cubicBezTo>
                    <a:pt x="13" y="0"/>
                    <a:pt x="0" y="13"/>
                    <a:pt x="0" y="29"/>
                  </a:cubicBezTo>
                  <a:cubicBezTo>
                    <a:pt x="0" y="45"/>
                    <a:pt x="13" y="58"/>
                    <a:pt x="29" y="58"/>
                  </a:cubicBezTo>
                  <a:close/>
                  <a:moveTo>
                    <a:pt x="29" y="19"/>
                  </a:moveTo>
                  <a:cubicBezTo>
                    <a:pt x="35" y="19"/>
                    <a:pt x="39" y="24"/>
                    <a:pt x="39" y="29"/>
                  </a:cubicBezTo>
                  <a:cubicBezTo>
                    <a:pt x="39" y="35"/>
                    <a:pt x="35" y="40"/>
                    <a:pt x="29" y="40"/>
                  </a:cubicBezTo>
                  <a:cubicBezTo>
                    <a:pt x="23" y="40"/>
                    <a:pt x="19" y="35"/>
                    <a:pt x="19" y="29"/>
                  </a:cubicBezTo>
                  <a:cubicBezTo>
                    <a:pt x="19" y="24"/>
                    <a:pt x="23" y="19"/>
                    <a:pt x="29" y="19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1" name="Freeform 106"/>
            <p:cNvSpPr>
              <a:spLocks noEditPoints="1"/>
            </p:cNvSpPr>
            <p:nvPr/>
          </p:nvSpPr>
          <p:spPr bwMode="auto">
            <a:xfrm>
              <a:off x="4706939" y="1733551"/>
              <a:ext cx="319088" cy="280988"/>
            </a:xfrm>
            <a:custGeom>
              <a:avLst/>
              <a:gdLst>
                <a:gd name="T0" fmla="*/ 311 w 320"/>
                <a:gd name="T1" fmla="*/ 0 h 281"/>
                <a:gd name="T2" fmla="*/ 10 w 320"/>
                <a:gd name="T3" fmla="*/ 0 h 281"/>
                <a:gd name="T4" fmla="*/ 0 w 320"/>
                <a:gd name="T5" fmla="*/ 10 h 281"/>
                <a:gd name="T6" fmla="*/ 0 w 320"/>
                <a:gd name="T7" fmla="*/ 272 h 281"/>
                <a:gd name="T8" fmla="*/ 10 w 320"/>
                <a:gd name="T9" fmla="*/ 281 h 281"/>
                <a:gd name="T10" fmla="*/ 311 w 320"/>
                <a:gd name="T11" fmla="*/ 281 h 281"/>
                <a:gd name="T12" fmla="*/ 320 w 320"/>
                <a:gd name="T13" fmla="*/ 272 h 281"/>
                <a:gd name="T14" fmla="*/ 320 w 320"/>
                <a:gd name="T15" fmla="*/ 10 h 281"/>
                <a:gd name="T16" fmla="*/ 311 w 320"/>
                <a:gd name="T17" fmla="*/ 0 h 281"/>
                <a:gd name="T18" fmla="*/ 302 w 320"/>
                <a:gd name="T19" fmla="*/ 19 h 281"/>
                <a:gd name="T20" fmla="*/ 302 w 320"/>
                <a:gd name="T21" fmla="*/ 187 h 281"/>
                <a:gd name="T22" fmla="*/ 279 w 320"/>
                <a:gd name="T23" fmla="*/ 163 h 281"/>
                <a:gd name="T24" fmla="*/ 279 w 320"/>
                <a:gd name="T25" fmla="*/ 163 h 281"/>
                <a:gd name="T26" fmla="*/ 261 w 320"/>
                <a:gd name="T27" fmla="*/ 156 h 281"/>
                <a:gd name="T28" fmla="*/ 261 w 320"/>
                <a:gd name="T29" fmla="*/ 156 h 281"/>
                <a:gd name="T30" fmla="*/ 244 w 320"/>
                <a:gd name="T31" fmla="*/ 163 h 281"/>
                <a:gd name="T32" fmla="*/ 200 w 320"/>
                <a:gd name="T33" fmla="*/ 205 h 281"/>
                <a:gd name="T34" fmla="*/ 108 w 320"/>
                <a:gd name="T35" fmla="*/ 112 h 281"/>
                <a:gd name="T36" fmla="*/ 90 w 320"/>
                <a:gd name="T37" fmla="*/ 105 h 281"/>
                <a:gd name="T38" fmla="*/ 73 w 320"/>
                <a:gd name="T39" fmla="*/ 112 h 281"/>
                <a:gd name="T40" fmla="*/ 19 w 320"/>
                <a:gd name="T41" fmla="*/ 166 h 281"/>
                <a:gd name="T42" fmla="*/ 19 w 320"/>
                <a:gd name="T43" fmla="*/ 19 h 281"/>
                <a:gd name="T44" fmla="*/ 302 w 320"/>
                <a:gd name="T45" fmla="*/ 19 h 281"/>
                <a:gd name="T46" fmla="*/ 19 w 320"/>
                <a:gd name="T47" fmla="*/ 262 h 281"/>
                <a:gd name="T48" fmla="*/ 19 w 320"/>
                <a:gd name="T49" fmla="*/ 193 h 281"/>
                <a:gd name="T50" fmla="*/ 19 w 320"/>
                <a:gd name="T51" fmla="*/ 193 h 281"/>
                <a:gd name="T52" fmla="*/ 86 w 320"/>
                <a:gd name="T53" fmla="*/ 126 h 281"/>
                <a:gd name="T54" fmla="*/ 95 w 320"/>
                <a:gd name="T55" fmla="*/ 126 h 281"/>
                <a:gd name="T56" fmla="*/ 193 w 320"/>
                <a:gd name="T57" fmla="*/ 224 h 281"/>
                <a:gd name="T58" fmla="*/ 200 w 320"/>
                <a:gd name="T59" fmla="*/ 227 h 281"/>
                <a:gd name="T60" fmla="*/ 206 w 320"/>
                <a:gd name="T61" fmla="*/ 224 h 281"/>
                <a:gd name="T62" fmla="*/ 257 w 320"/>
                <a:gd name="T63" fmla="*/ 176 h 281"/>
                <a:gd name="T64" fmla="*/ 261 w 320"/>
                <a:gd name="T65" fmla="*/ 174 h 281"/>
                <a:gd name="T66" fmla="*/ 261 w 320"/>
                <a:gd name="T67" fmla="*/ 174 h 281"/>
                <a:gd name="T68" fmla="*/ 266 w 320"/>
                <a:gd name="T69" fmla="*/ 176 h 281"/>
                <a:gd name="T70" fmla="*/ 302 w 320"/>
                <a:gd name="T71" fmla="*/ 215 h 281"/>
                <a:gd name="T72" fmla="*/ 302 w 320"/>
                <a:gd name="T73" fmla="*/ 262 h 281"/>
                <a:gd name="T74" fmla="*/ 19 w 320"/>
                <a:gd name="T75" fmla="*/ 262 h 2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20" h="281">
                  <a:moveTo>
                    <a:pt x="311" y="0"/>
                  </a:moveTo>
                  <a:cubicBezTo>
                    <a:pt x="10" y="0"/>
                    <a:pt x="10" y="0"/>
                    <a:pt x="10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0" y="277"/>
                    <a:pt x="4" y="281"/>
                    <a:pt x="10" y="281"/>
                  </a:cubicBezTo>
                  <a:cubicBezTo>
                    <a:pt x="311" y="281"/>
                    <a:pt x="311" y="281"/>
                    <a:pt x="311" y="281"/>
                  </a:cubicBezTo>
                  <a:cubicBezTo>
                    <a:pt x="316" y="281"/>
                    <a:pt x="320" y="277"/>
                    <a:pt x="320" y="272"/>
                  </a:cubicBezTo>
                  <a:cubicBezTo>
                    <a:pt x="320" y="10"/>
                    <a:pt x="320" y="10"/>
                    <a:pt x="320" y="10"/>
                  </a:cubicBezTo>
                  <a:cubicBezTo>
                    <a:pt x="320" y="5"/>
                    <a:pt x="316" y="0"/>
                    <a:pt x="311" y="0"/>
                  </a:cubicBezTo>
                  <a:close/>
                  <a:moveTo>
                    <a:pt x="302" y="19"/>
                  </a:moveTo>
                  <a:cubicBezTo>
                    <a:pt x="302" y="187"/>
                    <a:pt x="302" y="187"/>
                    <a:pt x="302" y="187"/>
                  </a:cubicBezTo>
                  <a:cubicBezTo>
                    <a:pt x="279" y="163"/>
                    <a:pt x="279" y="163"/>
                    <a:pt x="279" y="163"/>
                  </a:cubicBezTo>
                  <a:cubicBezTo>
                    <a:pt x="279" y="163"/>
                    <a:pt x="279" y="163"/>
                    <a:pt x="279" y="163"/>
                  </a:cubicBezTo>
                  <a:cubicBezTo>
                    <a:pt x="274" y="158"/>
                    <a:pt x="268" y="156"/>
                    <a:pt x="261" y="156"/>
                  </a:cubicBezTo>
                  <a:cubicBezTo>
                    <a:pt x="261" y="156"/>
                    <a:pt x="261" y="156"/>
                    <a:pt x="261" y="156"/>
                  </a:cubicBezTo>
                  <a:cubicBezTo>
                    <a:pt x="255" y="156"/>
                    <a:pt x="249" y="158"/>
                    <a:pt x="244" y="163"/>
                  </a:cubicBezTo>
                  <a:cubicBezTo>
                    <a:pt x="200" y="205"/>
                    <a:pt x="200" y="205"/>
                    <a:pt x="200" y="205"/>
                  </a:cubicBezTo>
                  <a:cubicBezTo>
                    <a:pt x="108" y="112"/>
                    <a:pt x="108" y="112"/>
                    <a:pt x="108" y="112"/>
                  </a:cubicBezTo>
                  <a:cubicBezTo>
                    <a:pt x="103" y="108"/>
                    <a:pt x="97" y="105"/>
                    <a:pt x="90" y="105"/>
                  </a:cubicBezTo>
                  <a:cubicBezTo>
                    <a:pt x="84" y="105"/>
                    <a:pt x="77" y="108"/>
                    <a:pt x="73" y="112"/>
                  </a:cubicBezTo>
                  <a:cubicBezTo>
                    <a:pt x="19" y="166"/>
                    <a:pt x="19" y="166"/>
                    <a:pt x="19" y="166"/>
                  </a:cubicBezTo>
                  <a:cubicBezTo>
                    <a:pt x="19" y="19"/>
                    <a:pt x="19" y="19"/>
                    <a:pt x="19" y="19"/>
                  </a:cubicBezTo>
                  <a:lnTo>
                    <a:pt x="302" y="19"/>
                  </a:lnTo>
                  <a:close/>
                  <a:moveTo>
                    <a:pt x="19" y="262"/>
                  </a:moveTo>
                  <a:cubicBezTo>
                    <a:pt x="19" y="193"/>
                    <a:pt x="19" y="193"/>
                    <a:pt x="19" y="193"/>
                  </a:cubicBezTo>
                  <a:cubicBezTo>
                    <a:pt x="19" y="193"/>
                    <a:pt x="19" y="193"/>
                    <a:pt x="19" y="193"/>
                  </a:cubicBezTo>
                  <a:cubicBezTo>
                    <a:pt x="86" y="126"/>
                    <a:pt x="86" y="126"/>
                    <a:pt x="86" y="126"/>
                  </a:cubicBezTo>
                  <a:cubicBezTo>
                    <a:pt x="88" y="123"/>
                    <a:pt x="92" y="123"/>
                    <a:pt x="95" y="126"/>
                  </a:cubicBezTo>
                  <a:cubicBezTo>
                    <a:pt x="193" y="224"/>
                    <a:pt x="193" y="224"/>
                    <a:pt x="193" y="224"/>
                  </a:cubicBezTo>
                  <a:cubicBezTo>
                    <a:pt x="195" y="226"/>
                    <a:pt x="197" y="227"/>
                    <a:pt x="200" y="227"/>
                  </a:cubicBezTo>
                  <a:cubicBezTo>
                    <a:pt x="202" y="227"/>
                    <a:pt x="205" y="226"/>
                    <a:pt x="206" y="224"/>
                  </a:cubicBezTo>
                  <a:cubicBezTo>
                    <a:pt x="257" y="176"/>
                    <a:pt x="257" y="176"/>
                    <a:pt x="257" y="176"/>
                  </a:cubicBezTo>
                  <a:cubicBezTo>
                    <a:pt x="258" y="175"/>
                    <a:pt x="260" y="174"/>
                    <a:pt x="261" y="174"/>
                  </a:cubicBezTo>
                  <a:cubicBezTo>
                    <a:pt x="261" y="174"/>
                    <a:pt x="261" y="174"/>
                    <a:pt x="261" y="174"/>
                  </a:cubicBezTo>
                  <a:cubicBezTo>
                    <a:pt x="263" y="174"/>
                    <a:pt x="265" y="175"/>
                    <a:pt x="266" y="176"/>
                  </a:cubicBezTo>
                  <a:cubicBezTo>
                    <a:pt x="302" y="215"/>
                    <a:pt x="302" y="215"/>
                    <a:pt x="302" y="215"/>
                  </a:cubicBezTo>
                  <a:cubicBezTo>
                    <a:pt x="302" y="262"/>
                    <a:pt x="302" y="262"/>
                    <a:pt x="302" y="262"/>
                  </a:cubicBezTo>
                  <a:lnTo>
                    <a:pt x="19" y="262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77" name="Group 276"/>
          <p:cNvGrpSpPr/>
          <p:nvPr/>
        </p:nvGrpSpPr>
        <p:grpSpPr>
          <a:xfrm>
            <a:off x="7372353" y="2243669"/>
            <a:ext cx="579967" cy="563033"/>
            <a:chOff x="5529264" y="1682751"/>
            <a:chExt cx="434975" cy="422275"/>
          </a:xfrm>
          <a:solidFill>
            <a:schemeClr val="tx2"/>
          </a:solidFill>
        </p:grpSpPr>
        <p:sp>
          <p:nvSpPr>
            <p:cNvPr id="142" name="Freeform 107"/>
            <p:cNvSpPr>
              <a:spLocks noEditPoints="1"/>
            </p:cNvSpPr>
            <p:nvPr/>
          </p:nvSpPr>
          <p:spPr bwMode="auto">
            <a:xfrm>
              <a:off x="5529264" y="1682751"/>
              <a:ext cx="382588" cy="369888"/>
            </a:xfrm>
            <a:custGeom>
              <a:avLst/>
              <a:gdLst>
                <a:gd name="T0" fmla="*/ 385 w 385"/>
                <a:gd name="T1" fmla="*/ 350 h 372"/>
                <a:gd name="T2" fmla="*/ 385 w 385"/>
                <a:gd name="T3" fmla="*/ 22 h 372"/>
                <a:gd name="T4" fmla="*/ 363 w 385"/>
                <a:gd name="T5" fmla="*/ 0 h 372"/>
                <a:gd name="T6" fmla="*/ 22 w 385"/>
                <a:gd name="T7" fmla="*/ 0 h 372"/>
                <a:gd name="T8" fmla="*/ 0 w 385"/>
                <a:gd name="T9" fmla="*/ 22 h 372"/>
                <a:gd name="T10" fmla="*/ 0 w 385"/>
                <a:gd name="T11" fmla="*/ 350 h 372"/>
                <a:gd name="T12" fmla="*/ 22 w 385"/>
                <a:gd name="T13" fmla="*/ 372 h 372"/>
                <a:gd name="T14" fmla="*/ 363 w 385"/>
                <a:gd name="T15" fmla="*/ 372 h 372"/>
                <a:gd name="T16" fmla="*/ 385 w 385"/>
                <a:gd name="T17" fmla="*/ 350 h 372"/>
                <a:gd name="T18" fmla="*/ 18 w 385"/>
                <a:gd name="T19" fmla="*/ 350 h 372"/>
                <a:gd name="T20" fmla="*/ 18 w 385"/>
                <a:gd name="T21" fmla="*/ 22 h 372"/>
                <a:gd name="T22" fmla="*/ 22 w 385"/>
                <a:gd name="T23" fmla="*/ 19 h 372"/>
                <a:gd name="T24" fmla="*/ 363 w 385"/>
                <a:gd name="T25" fmla="*/ 19 h 372"/>
                <a:gd name="T26" fmla="*/ 366 w 385"/>
                <a:gd name="T27" fmla="*/ 22 h 372"/>
                <a:gd name="T28" fmla="*/ 366 w 385"/>
                <a:gd name="T29" fmla="*/ 350 h 372"/>
                <a:gd name="T30" fmla="*/ 363 w 385"/>
                <a:gd name="T31" fmla="*/ 354 h 372"/>
                <a:gd name="T32" fmla="*/ 22 w 385"/>
                <a:gd name="T33" fmla="*/ 354 h 372"/>
                <a:gd name="T34" fmla="*/ 18 w 385"/>
                <a:gd name="T35" fmla="*/ 350 h 3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85" h="372">
                  <a:moveTo>
                    <a:pt x="385" y="350"/>
                  </a:moveTo>
                  <a:cubicBezTo>
                    <a:pt x="385" y="22"/>
                    <a:pt x="385" y="22"/>
                    <a:pt x="385" y="22"/>
                  </a:cubicBezTo>
                  <a:cubicBezTo>
                    <a:pt x="385" y="10"/>
                    <a:pt x="375" y="0"/>
                    <a:pt x="363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10" y="0"/>
                    <a:pt x="0" y="10"/>
                    <a:pt x="0" y="22"/>
                  </a:cubicBezTo>
                  <a:cubicBezTo>
                    <a:pt x="0" y="350"/>
                    <a:pt x="0" y="350"/>
                    <a:pt x="0" y="350"/>
                  </a:cubicBezTo>
                  <a:cubicBezTo>
                    <a:pt x="0" y="362"/>
                    <a:pt x="10" y="372"/>
                    <a:pt x="22" y="372"/>
                  </a:cubicBezTo>
                  <a:cubicBezTo>
                    <a:pt x="363" y="372"/>
                    <a:pt x="363" y="372"/>
                    <a:pt x="363" y="372"/>
                  </a:cubicBezTo>
                  <a:cubicBezTo>
                    <a:pt x="375" y="372"/>
                    <a:pt x="385" y="362"/>
                    <a:pt x="385" y="350"/>
                  </a:cubicBezTo>
                  <a:close/>
                  <a:moveTo>
                    <a:pt x="18" y="350"/>
                  </a:moveTo>
                  <a:cubicBezTo>
                    <a:pt x="18" y="22"/>
                    <a:pt x="18" y="22"/>
                    <a:pt x="18" y="22"/>
                  </a:cubicBezTo>
                  <a:cubicBezTo>
                    <a:pt x="18" y="20"/>
                    <a:pt x="20" y="19"/>
                    <a:pt x="22" y="19"/>
                  </a:cubicBezTo>
                  <a:cubicBezTo>
                    <a:pt x="363" y="19"/>
                    <a:pt x="363" y="19"/>
                    <a:pt x="363" y="19"/>
                  </a:cubicBezTo>
                  <a:cubicBezTo>
                    <a:pt x="365" y="19"/>
                    <a:pt x="366" y="20"/>
                    <a:pt x="366" y="22"/>
                  </a:cubicBezTo>
                  <a:cubicBezTo>
                    <a:pt x="366" y="350"/>
                    <a:pt x="366" y="350"/>
                    <a:pt x="366" y="350"/>
                  </a:cubicBezTo>
                  <a:cubicBezTo>
                    <a:pt x="366" y="352"/>
                    <a:pt x="365" y="354"/>
                    <a:pt x="363" y="354"/>
                  </a:cubicBezTo>
                  <a:cubicBezTo>
                    <a:pt x="22" y="354"/>
                    <a:pt x="22" y="354"/>
                    <a:pt x="22" y="354"/>
                  </a:cubicBezTo>
                  <a:cubicBezTo>
                    <a:pt x="20" y="354"/>
                    <a:pt x="18" y="352"/>
                    <a:pt x="18" y="35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3" name="Freeform 108"/>
            <p:cNvSpPr>
              <a:spLocks noEditPoints="1"/>
            </p:cNvSpPr>
            <p:nvPr/>
          </p:nvSpPr>
          <p:spPr bwMode="auto">
            <a:xfrm>
              <a:off x="5737226" y="1774826"/>
              <a:ext cx="57150" cy="57150"/>
            </a:xfrm>
            <a:custGeom>
              <a:avLst/>
              <a:gdLst>
                <a:gd name="T0" fmla="*/ 29 w 58"/>
                <a:gd name="T1" fmla="*/ 58 h 58"/>
                <a:gd name="T2" fmla="*/ 58 w 58"/>
                <a:gd name="T3" fmla="*/ 29 h 58"/>
                <a:gd name="T4" fmla="*/ 29 w 58"/>
                <a:gd name="T5" fmla="*/ 0 h 58"/>
                <a:gd name="T6" fmla="*/ 0 w 58"/>
                <a:gd name="T7" fmla="*/ 29 h 58"/>
                <a:gd name="T8" fmla="*/ 29 w 58"/>
                <a:gd name="T9" fmla="*/ 58 h 58"/>
                <a:gd name="T10" fmla="*/ 29 w 58"/>
                <a:gd name="T11" fmla="*/ 18 h 58"/>
                <a:gd name="T12" fmla="*/ 40 w 58"/>
                <a:gd name="T13" fmla="*/ 29 h 58"/>
                <a:gd name="T14" fmla="*/ 29 w 58"/>
                <a:gd name="T15" fmla="*/ 39 h 58"/>
                <a:gd name="T16" fmla="*/ 19 w 58"/>
                <a:gd name="T17" fmla="*/ 29 h 58"/>
                <a:gd name="T18" fmla="*/ 29 w 58"/>
                <a:gd name="T19" fmla="*/ 18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8" h="58">
                  <a:moveTo>
                    <a:pt x="29" y="58"/>
                  </a:moveTo>
                  <a:cubicBezTo>
                    <a:pt x="45" y="58"/>
                    <a:pt x="58" y="45"/>
                    <a:pt x="58" y="29"/>
                  </a:cubicBezTo>
                  <a:cubicBezTo>
                    <a:pt x="58" y="13"/>
                    <a:pt x="45" y="0"/>
                    <a:pt x="29" y="0"/>
                  </a:cubicBezTo>
                  <a:cubicBezTo>
                    <a:pt x="13" y="0"/>
                    <a:pt x="0" y="13"/>
                    <a:pt x="0" y="29"/>
                  </a:cubicBezTo>
                  <a:cubicBezTo>
                    <a:pt x="0" y="45"/>
                    <a:pt x="13" y="58"/>
                    <a:pt x="29" y="58"/>
                  </a:cubicBezTo>
                  <a:close/>
                  <a:moveTo>
                    <a:pt x="29" y="18"/>
                  </a:moveTo>
                  <a:cubicBezTo>
                    <a:pt x="35" y="18"/>
                    <a:pt x="40" y="23"/>
                    <a:pt x="40" y="29"/>
                  </a:cubicBezTo>
                  <a:cubicBezTo>
                    <a:pt x="40" y="34"/>
                    <a:pt x="35" y="39"/>
                    <a:pt x="29" y="39"/>
                  </a:cubicBezTo>
                  <a:cubicBezTo>
                    <a:pt x="24" y="39"/>
                    <a:pt x="19" y="34"/>
                    <a:pt x="19" y="29"/>
                  </a:cubicBezTo>
                  <a:cubicBezTo>
                    <a:pt x="19" y="23"/>
                    <a:pt x="24" y="18"/>
                    <a:pt x="29" y="1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4" name="Freeform 109"/>
            <p:cNvSpPr>
              <a:spLocks noEditPoints="1"/>
            </p:cNvSpPr>
            <p:nvPr/>
          </p:nvSpPr>
          <p:spPr bwMode="auto">
            <a:xfrm>
              <a:off x="5567364" y="1720851"/>
              <a:ext cx="306388" cy="266700"/>
            </a:xfrm>
            <a:custGeom>
              <a:avLst/>
              <a:gdLst>
                <a:gd name="T0" fmla="*/ 298 w 307"/>
                <a:gd name="T1" fmla="*/ 0 h 268"/>
                <a:gd name="T2" fmla="*/ 9 w 307"/>
                <a:gd name="T3" fmla="*/ 0 h 268"/>
                <a:gd name="T4" fmla="*/ 0 w 307"/>
                <a:gd name="T5" fmla="*/ 10 h 268"/>
                <a:gd name="T6" fmla="*/ 0 w 307"/>
                <a:gd name="T7" fmla="*/ 259 h 268"/>
                <a:gd name="T8" fmla="*/ 9 w 307"/>
                <a:gd name="T9" fmla="*/ 268 h 268"/>
                <a:gd name="T10" fmla="*/ 298 w 307"/>
                <a:gd name="T11" fmla="*/ 268 h 268"/>
                <a:gd name="T12" fmla="*/ 307 w 307"/>
                <a:gd name="T13" fmla="*/ 259 h 268"/>
                <a:gd name="T14" fmla="*/ 307 w 307"/>
                <a:gd name="T15" fmla="*/ 10 h 268"/>
                <a:gd name="T16" fmla="*/ 298 w 307"/>
                <a:gd name="T17" fmla="*/ 0 h 268"/>
                <a:gd name="T18" fmla="*/ 288 w 307"/>
                <a:gd name="T19" fmla="*/ 19 h 268"/>
                <a:gd name="T20" fmla="*/ 288 w 307"/>
                <a:gd name="T21" fmla="*/ 174 h 268"/>
                <a:gd name="T22" fmla="*/ 279 w 307"/>
                <a:gd name="T23" fmla="*/ 163 h 268"/>
                <a:gd name="T24" fmla="*/ 279 w 307"/>
                <a:gd name="T25" fmla="*/ 163 h 268"/>
                <a:gd name="T26" fmla="*/ 261 w 307"/>
                <a:gd name="T27" fmla="*/ 156 h 268"/>
                <a:gd name="T28" fmla="*/ 261 w 307"/>
                <a:gd name="T29" fmla="*/ 156 h 268"/>
                <a:gd name="T30" fmla="*/ 244 w 307"/>
                <a:gd name="T31" fmla="*/ 163 h 268"/>
                <a:gd name="T32" fmla="*/ 200 w 307"/>
                <a:gd name="T33" fmla="*/ 204 h 268"/>
                <a:gd name="T34" fmla="*/ 108 w 307"/>
                <a:gd name="T35" fmla="*/ 112 h 268"/>
                <a:gd name="T36" fmla="*/ 90 w 307"/>
                <a:gd name="T37" fmla="*/ 105 h 268"/>
                <a:gd name="T38" fmla="*/ 72 w 307"/>
                <a:gd name="T39" fmla="*/ 112 h 268"/>
                <a:gd name="T40" fmla="*/ 19 w 307"/>
                <a:gd name="T41" fmla="*/ 166 h 268"/>
                <a:gd name="T42" fmla="*/ 19 w 307"/>
                <a:gd name="T43" fmla="*/ 19 h 268"/>
                <a:gd name="T44" fmla="*/ 288 w 307"/>
                <a:gd name="T45" fmla="*/ 19 h 268"/>
                <a:gd name="T46" fmla="*/ 19 w 307"/>
                <a:gd name="T47" fmla="*/ 249 h 268"/>
                <a:gd name="T48" fmla="*/ 19 w 307"/>
                <a:gd name="T49" fmla="*/ 193 h 268"/>
                <a:gd name="T50" fmla="*/ 19 w 307"/>
                <a:gd name="T51" fmla="*/ 193 h 268"/>
                <a:gd name="T52" fmla="*/ 86 w 307"/>
                <a:gd name="T53" fmla="*/ 126 h 268"/>
                <a:gd name="T54" fmla="*/ 94 w 307"/>
                <a:gd name="T55" fmla="*/ 126 h 268"/>
                <a:gd name="T56" fmla="*/ 193 w 307"/>
                <a:gd name="T57" fmla="*/ 224 h 268"/>
                <a:gd name="T58" fmla="*/ 200 w 307"/>
                <a:gd name="T59" fmla="*/ 227 h 268"/>
                <a:gd name="T60" fmla="*/ 206 w 307"/>
                <a:gd name="T61" fmla="*/ 224 h 268"/>
                <a:gd name="T62" fmla="*/ 257 w 307"/>
                <a:gd name="T63" fmla="*/ 176 h 268"/>
                <a:gd name="T64" fmla="*/ 261 w 307"/>
                <a:gd name="T65" fmla="*/ 174 h 268"/>
                <a:gd name="T66" fmla="*/ 261 w 307"/>
                <a:gd name="T67" fmla="*/ 174 h 268"/>
                <a:gd name="T68" fmla="*/ 265 w 307"/>
                <a:gd name="T69" fmla="*/ 176 h 268"/>
                <a:gd name="T70" fmla="*/ 288 w 307"/>
                <a:gd name="T71" fmla="*/ 202 h 268"/>
                <a:gd name="T72" fmla="*/ 288 w 307"/>
                <a:gd name="T73" fmla="*/ 249 h 268"/>
                <a:gd name="T74" fmla="*/ 19 w 307"/>
                <a:gd name="T75" fmla="*/ 249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07" h="268">
                  <a:moveTo>
                    <a:pt x="298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259"/>
                    <a:pt x="0" y="259"/>
                    <a:pt x="0" y="259"/>
                  </a:cubicBezTo>
                  <a:cubicBezTo>
                    <a:pt x="0" y="264"/>
                    <a:pt x="4" y="268"/>
                    <a:pt x="9" y="268"/>
                  </a:cubicBezTo>
                  <a:cubicBezTo>
                    <a:pt x="298" y="268"/>
                    <a:pt x="298" y="268"/>
                    <a:pt x="298" y="268"/>
                  </a:cubicBezTo>
                  <a:cubicBezTo>
                    <a:pt x="303" y="268"/>
                    <a:pt x="307" y="264"/>
                    <a:pt x="307" y="259"/>
                  </a:cubicBezTo>
                  <a:cubicBezTo>
                    <a:pt x="307" y="10"/>
                    <a:pt x="307" y="10"/>
                    <a:pt x="307" y="10"/>
                  </a:cubicBezTo>
                  <a:cubicBezTo>
                    <a:pt x="307" y="4"/>
                    <a:pt x="303" y="0"/>
                    <a:pt x="298" y="0"/>
                  </a:cubicBezTo>
                  <a:close/>
                  <a:moveTo>
                    <a:pt x="288" y="19"/>
                  </a:moveTo>
                  <a:cubicBezTo>
                    <a:pt x="288" y="174"/>
                    <a:pt x="288" y="174"/>
                    <a:pt x="288" y="174"/>
                  </a:cubicBezTo>
                  <a:cubicBezTo>
                    <a:pt x="279" y="163"/>
                    <a:pt x="279" y="163"/>
                    <a:pt x="279" y="163"/>
                  </a:cubicBezTo>
                  <a:cubicBezTo>
                    <a:pt x="279" y="163"/>
                    <a:pt x="279" y="163"/>
                    <a:pt x="279" y="163"/>
                  </a:cubicBezTo>
                  <a:cubicBezTo>
                    <a:pt x="274" y="158"/>
                    <a:pt x="268" y="156"/>
                    <a:pt x="261" y="156"/>
                  </a:cubicBezTo>
                  <a:cubicBezTo>
                    <a:pt x="261" y="156"/>
                    <a:pt x="261" y="156"/>
                    <a:pt x="261" y="156"/>
                  </a:cubicBezTo>
                  <a:cubicBezTo>
                    <a:pt x="255" y="156"/>
                    <a:pt x="248" y="158"/>
                    <a:pt x="244" y="163"/>
                  </a:cubicBezTo>
                  <a:cubicBezTo>
                    <a:pt x="200" y="204"/>
                    <a:pt x="200" y="204"/>
                    <a:pt x="200" y="204"/>
                  </a:cubicBezTo>
                  <a:cubicBezTo>
                    <a:pt x="108" y="112"/>
                    <a:pt x="108" y="112"/>
                    <a:pt x="108" y="112"/>
                  </a:cubicBezTo>
                  <a:cubicBezTo>
                    <a:pt x="103" y="108"/>
                    <a:pt x="97" y="105"/>
                    <a:pt x="90" y="105"/>
                  </a:cubicBezTo>
                  <a:cubicBezTo>
                    <a:pt x="83" y="105"/>
                    <a:pt x="77" y="108"/>
                    <a:pt x="72" y="112"/>
                  </a:cubicBezTo>
                  <a:cubicBezTo>
                    <a:pt x="19" y="166"/>
                    <a:pt x="19" y="166"/>
                    <a:pt x="19" y="166"/>
                  </a:cubicBezTo>
                  <a:cubicBezTo>
                    <a:pt x="19" y="19"/>
                    <a:pt x="19" y="19"/>
                    <a:pt x="19" y="19"/>
                  </a:cubicBezTo>
                  <a:lnTo>
                    <a:pt x="288" y="19"/>
                  </a:lnTo>
                  <a:close/>
                  <a:moveTo>
                    <a:pt x="19" y="249"/>
                  </a:moveTo>
                  <a:cubicBezTo>
                    <a:pt x="19" y="193"/>
                    <a:pt x="19" y="193"/>
                    <a:pt x="19" y="193"/>
                  </a:cubicBezTo>
                  <a:cubicBezTo>
                    <a:pt x="19" y="193"/>
                    <a:pt x="19" y="193"/>
                    <a:pt x="19" y="193"/>
                  </a:cubicBezTo>
                  <a:cubicBezTo>
                    <a:pt x="86" y="126"/>
                    <a:pt x="86" y="126"/>
                    <a:pt x="86" y="126"/>
                  </a:cubicBezTo>
                  <a:cubicBezTo>
                    <a:pt x="88" y="123"/>
                    <a:pt x="92" y="123"/>
                    <a:pt x="94" y="126"/>
                  </a:cubicBezTo>
                  <a:cubicBezTo>
                    <a:pt x="193" y="224"/>
                    <a:pt x="193" y="224"/>
                    <a:pt x="193" y="224"/>
                  </a:cubicBezTo>
                  <a:cubicBezTo>
                    <a:pt x="195" y="226"/>
                    <a:pt x="197" y="227"/>
                    <a:pt x="200" y="227"/>
                  </a:cubicBezTo>
                  <a:cubicBezTo>
                    <a:pt x="202" y="227"/>
                    <a:pt x="204" y="226"/>
                    <a:pt x="206" y="224"/>
                  </a:cubicBezTo>
                  <a:cubicBezTo>
                    <a:pt x="257" y="176"/>
                    <a:pt x="257" y="176"/>
                    <a:pt x="257" y="176"/>
                  </a:cubicBezTo>
                  <a:cubicBezTo>
                    <a:pt x="258" y="175"/>
                    <a:pt x="260" y="174"/>
                    <a:pt x="261" y="174"/>
                  </a:cubicBezTo>
                  <a:cubicBezTo>
                    <a:pt x="261" y="174"/>
                    <a:pt x="261" y="174"/>
                    <a:pt x="261" y="174"/>
                  </a:cubicBezTo>
                  <a:cubicBezTo>
                    <a:pt x="263" y="174"/>
                    <a:pt x="264" y="175"/>
                    <a:pt x="265" y="176"/>
                  </a:cubicBezTo>
                  <a:cubicBezTo>
                    <a:pt x="288" y="202"/>
                    <a:pt x="288" y="202"/>
                    <a:pt x="288" y="202"/>
                  </a:cubicBezTo>
                  <a:cubicBezTo>
                    <a:pt x="288" y="249"/>
                    <a:pt x="288" y="249"/>
                    <a:pt x="288" y="249"/>
                  </a:cubicBezTo>
                  <a:lnTo>
                    <a:pt x="19" y="249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5" name="Freeform 110"/>
            <p:cNvSpPr>
              <a:spLocks/>
            </p:cNvSpPr>
            <p:nvPr/>
          </p:nvSpPr>
          <p:spPr bwMode="auto">
            <a:xfrm>
              <a:off x="5580064" y="1720851"/>
              <a:ext cx="384175" cy="384175"/>
            </a:xfrm>
            <a:custGeom>
              <a:avLst/>
              <a:gdLst>
                <a:gd name="T0" fmla="*/ 363 w 386"/>
                <a:gd name="T1" fmla="*/ 0 h 386"/>
                <a:gd name="T2" fmla="*/ 351 w 386"/>
                <a:gd name="T3" fmla="*/ 0 h 386"/>
                <a:gd name="T4" fmla="*/ 342 w 386"/>
                <a:gd name="T5" fmla="*/ 10 h 386"/>
                <a:gd name="T6" fmla="*/ 351 w 386"/>
                <a:gd name="T7" fmla="*/ 19 h 386"/>
                <a:gd name="T8" fmla="*/ 363 w 386"/>
                <a:gd name="T9" fmla="*/ 19 h 386"/>
                <a:gd name="T10" fmla="*/ 367 w 386"/>
                <a:gd name="T11" fmla="*/ 23 h 386"/>
                <a:gd name="T12" fmla="*/ 367 w 386"/>
                <a:gd name="T13" fmla="*/ 363 h 386"/>
                <a:gd name="T14" fmla="*/ 363 w 386"/>
                <a:gd name="T15" fmla="*/ 367 h 386"/>
                <a:gd name="T16" fmla="*/ 22 w 386"/>
                <a:gd name="T17" fmla="*/ 367 h 386"/>
                <a:gd name="T18" fmla="*/ 19 w 386"/>
                <a:gd name="T19" fmla="*/ 363 h 386"/>
                <a:gd name="T20" fmla="*/ 19 w 386"/>
                <a:gd name="T21" fmla="*/ 351 h 386"/>
                <a:gd name="T22" fmla="*/ 9 w 386"/>
                <a:gd name="T23" fmla="*/ 342 h 386"/>
                <a:gd name="T24" fmla="*/ 0 w 386"/>
                <a:gd name="T25" fmla="*/ 351 h 386"/>
                <a:gd name="T26" fmla="*/ 0 w 386"/>
                <a:gd name="T27" fmla="*/ 363 h 386"/>
                <a:gd name="T28" fmla="*/ 22 w 386"/>
                <a:gd name="T29" fmla="*/ 386 h 386"/>
                <a:gd name="T30" fmla="*/ 363 w 386"/>
                <a:gd name="T31" fmla="*/ 386 h 386"/>
                <a:gd name="T32" fmla="*/ 386 w 386"/>
                <a:gd name="T33" fmla="*/ 363 h 386"/>
                <a:gd name="T34" fmla="*/ 386 w 386"/>
                <a:gd name="T35" fmla="*/ 23 h 386"/>
                <a:gd name="T36" fmla="*/ 363 w 386"/>
                <a:gd name="T37" fmla="*/ 0 h 3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86" h="386">
                  <a:moveTo>
                    <a:pt x="363" y="0"/>
                  </a:moveTo>
                  <a:cubicBezTo>
                    <a:pt x="351" y="0"/>
                    <a:pt x="351" y="0"/>
                    <a:pt x="351" y="0"/>
                  </a:cubicBezTo>
                  <a:cubicBezTo>
                    <a:pt x="346" y="0"/>
                    <a:pt x="342" y="4"/>
                    <a:pt x="342" y="10"/>
                  </a:cubicBezTo>
                  <a:cubicBezTo>
                    <a:pt x="342" y="15"/>
                    <a:pt x="346" y="19"/>
                    <a:pt x="351" y="19"/>
                  </a:cubicBezTo>
                  <a:cubicBezTo>
                    <a:pt x="363" y="19"/>
                    <a:pt x="363" y="19"/>
                    <a:pt x="363" y="19"/>
                  </a:cubicBezTo>
                  <a:cubicBezTo>
                    <a:pt x="365" y="19"/>
                    <a:pt x="367" y="21"/>
                    <a:pt x="367" y="23"/>
                  </a:cubicBezTo>
                  <a:cubicBezTo>
                    <a:pt x="367" y="363"/>
                    <a:pt x="367" y="363"/>
                    <a:pt x="367" y="363"/>
                  </a:cubicBezTo>
                  <a:cubicBezTo>
                    <a:pt x="367" y="365"/>
                    <a:pt x="365" y="367"/>
                    <a:pt x="363" y="367"/>
                  </a:cubicBezTo>
                  <a:cubicBezTo>
                    <a:pt x="22" y="367"/>
                    <a:pt x="22" y="367"/>
                    <a:pt x="22" y="367"/>
                  </a:cubicBezTo>
                  <a:cubicBezTo>
                    <a:pt x="20" y="367"/>
                    <a:pt x="19" y="365"/>
                    <a:pt x="19" y="363"/>
                  </a:cubicBezTo>
                  <a:cubicBezTo>
                    <a:pt x="19" y="351"/>
                    <a:pt x="19" y="351"/>
                    <a:pt x="19" y="351"/>
                  </a:cubicBezTo>
                  <a:cubicBezTo>
                    <a:pt x="19" y="346"/>
                    <a:pt x="15" y="342"/>
                    <a:pt x="9" y="342"/>
                  </a:cubicBezTo>
                  <a:cubicBezTo>
                    <a:pt x="4" y="342"/>
                    <a:pt x="0" y="346"/>
                    <a:pt x="0" y="351"/>
                  </a:cubicBezTo>
                  <a:cubicBezTo>
                    <a:pt x="0" y="363"/>
                    <a:pt x="0" y="363"/>
                    <a:pt x="0" y="363"/>
                  </a:cubicBezTo>
                  <a:cubicBezTo>
                    <a:pt x="0" y="376"/>
                    <a:pt x="10" y="386"/>
                    <a:pt x="22" y="386"/>
                  </a:cubicBezTo>
                  <a:cubicBezTo>
                    <a:pt x="363" y="386"/>
                    <a:pt x="363" y="386"/>
                    <a:pt x="363" y="386"/>
                  </a:cubicBezTo>
                  <a:cubicBezTo>
                    <a:pt x="376" y="386"/>
                    <a:pt x="386" y="376"/>
                    <a:pt x="386" y="363"/>
                  </a:cubicBezTo>
                  <a:cubicBezTo>
                    <a:pt x="386" y="23"/>
                    <a:pt x="386" y="23"/>
                    <a:pt x="386" y="23"/>
                  </a:cubicBezTo>
                  <a:cubicBezTo>
                    <a:pt x="386" y="10"/>
                    <a:pt x="376" y="0"/>
                    <a:pt x="36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76" name="Group 275"/>
          <p:cNvGrpSpPr/>
          <p:nvPr/>
        </p:nvGrpSpPr>
        <p:grpSpPr>
          <a:xfrm>
            <a:off x="8449736" y="2243669"/>
            <a:ext cx="649817" cy="563033"/>
            <a:chOff x="6337301" y="1682751"/>
            <a:chExt cx="487363" cy="422275"/>
          </a:xfrm>
          <a:solidFill>
            <a:schemeClr val="tx2"/>
          </a:solidFill>
        </p:grpSpPr>
        <p:sp>
          <p:nvSpPr>
            <p:cNvPr id="146" name="Freeform 111"/>
            <p:cNvSpPr>
              <a:spLocks noEditPoints="1"/>
            </p:cNvSpPr>
            <p:nvPr/>
          </p:nvSpPr>
          <p:spPr bwMode="auto">
            <a:xfrm>
              <a:off x="6337301" y="1682751"/>
              <a:ext cx="487363" cy="422275"/>
            </a:xfrm>
            <a:custGeom>
              <a:avLst/>
              <a:gdLst>
                <a:gd name="T0" fmla="*/ 468 w 490"/>
                <a:gd name="T1" fmla="*/ 0 h 425"/>
                <a:gd name="T2" fmla="*/ 389 w 490"/>
                <a:gd name="T3" fmla="*/ 0 h 425"/>
                <a:gd name="T4" fmla="*/ 101 w 490"/>
                <a:gd name="T5" fmla="*/ 0 h 425"/>
                <a:gd name="T6" fmla="*/ 22 w 490"/>
                <a:gd name="T7" fmla="*/ 0 h 425"/>
                <a:gd name="T8" fmla="*/ 0 w 490"/>
                <a:gd name="T9" fmla="*/ 22 h 425"/>
                <a:gd name="T10" fmla="*/ 0 w 490"/>
                <a:gd name="T11" fmla="*/ 402 h 425"/>
                <a:gd name="T12" fmla="*/ 22 w 490"/>
                <a:gd name="T13" fmla="*/ 425 h 425"/>
                <a:gd name="T14" fmla="*/ 101 w 490"/>
                <a:gd name="T15" fmla="*/ 425 h 425"/>
                <a:gd name="T16" fmla="*/ 389 w 490"/>
                <a:gd name="T17" fmla="*/ 425 h 425"/>
                <a:gd name="T18" fmla="*/ 468 w 490"/>
                <a:gd name="T19" fmla="*/ 425 h 425"/>
                <a:gd name="T20" fmla="*/ 490 w 490"/>
                <a:gd name="T21" fmla="*/ 402 h 425"/>
                <a:gd name="T22" fmla="*/ 490 w 490"/>
                <a:gd name="T23" fmla="*/ 22 h 425"/>
                <a:gd name="T24" fmla="*/ 468 w 490"/>
                <a:gd name="T25" fmla="*/ 0 h 425"/>
                <a:gd name="T26" fmla="*/ 19 w 490"/>
                <a:gd name="T27" fmla="*/ 402 h 425"/>
                <a:gd name="T28" fmla="*/ 19 w 490"/>
                <a:gd name="T29" fmla="*/ 22 h 425"/>
                <a:gd name="T30" fmla="*/ 22 w 490"/>
                <a:gd name="T31" fmla="*/ 19 h 425"/>
                <a:gd name="T32" fmla="*/ 92 w 490"/>
                <a:gd name="T33" fmla="*/ 19 h 425"/>
                <a:gd name="T34" fmla="*/ 92 w 490"/>
                <a:gd name="T35" fmla="*/ 406 h 425"/>
                <a:gd name="T36" fmla="*/ 22 w 490"/>
                <a:gd name="T37" fmla="*/ 406 h 425"/>
                <a:gd name="T38" fmla="*/ 19 w 490"/>
                <a:gd name="T39" fmla="*/ 402 h 425"/>
                <a:gd name="T40" fmla="*/ 110 w 490"/>
                <a:gd name="T41" fmla="*/ 406 h 425"/>
                <a:gd name="T42" fmla="*/ 110 w 490"/>
                <a:gd name="T43" fmla="*/ 19 h 425"/>
                <a:gd name="T44" fmla="*/ 380 w 490"/>
                <a:gd name="T45" fmla="*/ 19 h 425"/>
                <a:gd name="T46" fmla="*/ 380 w 490"/>
                <a:gd name="T47" fmla="*/ 406 h 425"/>
                <a:gd name="T48" fmla="*/ 110 w 490"/>
                <a:gd name="T49" fmla="*/ 406 h 425"/>
                <a:gd name="T50" fmla="*/ 472 w 490"/>
                <a:gd name="T51" fmla="*/ 402 h 425"/>
                <a:gd name="T52" fmla="*/ 468 w 490"/>
                <a:gd name="T53" fmla="*/ 406 h 425"/>
                <a:gd name="T54" fmla="*/ 399 w 490"/>
                <a:gd name="T55" fmla="*/ 406 h 425"/>
                <a:gd name="T56" fmla="*/ 399 w 490"/>
                <a:gd name="T57" fmla="*/ 19 h 425"/>
                <a:gd name="T58" fmla="*/ 468 w 490"/>
                <a:gd name="T59" fmla="*/ 19 h 425"/>
                <a:gd name="T60" fmla="*/ 472 w 490"/>
                <a:gd name="T61" fmla="*/ 22 h 425"/>
                <a:gd name="T62" fmla="*/ 472 w 490"/>
                <a:gd name="T63" fmla="*/ 402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90" h="425">
                  <a:moveTo>
                    <a:pt x="468" y="0"/>
                  </a:moveTo>
                  <a:cubicBezTo>
                    <a:pt x="389" y="0"/>
                    <a:pt x="389" y="0"/>
                    <a:pt x="389" y="0"/>
                  </a:cubicBezTo>
                  <a:cubicBezTo>
                    <a:pt x="101" y="0"/>
                    <a:pt x="101" y="0"/>
                    <a:pt x="101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10" y="0"/>
                    <a:pt x="0" y="10"/>
                    <a:pt x="0" y="22"/>
                  </a:cubicBezTo>
                  <a:cubicBezTo>
                    <a:pt x="0" y="402"/>
                    <a:pt x="0" y="402"/>
                    <a:pt x="0" y="402"/>
                  </a:cubicBezTo>
                  <a:cubicBezTo>
                    <a:pt x="0" y="415"/>
                    <a:pt x="10" y="425"/>
                    <a:pt x="22" y="425"/>
                  </a:cubicBezTo>
                  <a:cubicBezTo>
                    <a:pt x="101" y="425"/>
                    <a:pt x="101" y="425"/>
                    <a:pt x="101" y="425"/>
                  </a:cubicBezTo>
                  <a:cubicBezTo>
                    <a:pt x="389" y="425"/>
                    <a:pt x="389" y="425"/>
                    <a:pt x="389" y="425"/>
                  </a:cubicBezTo>
                  <a:cubicBezTo>
                    <a:pt x="468" y="425"/>
                    <a:pt x="468" y="425"/>
                    <a:pt x="468" y="425"/>
                  </a:cubicBezTo>
                  <a:cubicBezTo>
                    <a:pt x="481" y="425"/>
                    <a:pt x="490" y="415"/>
                    <a:pt x="490" y="402"/>
                  </a:cubicBezTo>
                  <a:cubicBezTo>
                    <a:pt x="490" y="22"/>
                    <a:pt x="490" y="22"/>
                    <a:pt x="490" y="22"/>
                  </a:cubicBezTo>
                  <a:cubicBezTo>
                    <a:pt x="490" y="10"/>
                    <a:pt x="481" y="0"/>
                    <a:pt x="468" y="0"/>
                  </a:cubicBezTo>
                  <a:close/>
                  <a:moveTo>
                    <a:pt x="19" y="402"/>
                  </a:moveTo>
                  <a:cubicBezTo>
                    <a:pt x="19" y="22"/>
                    <a:pt x="19" y="22"/>
                    <a:pt x="19" y="22"/>
                  </a:cubicBezTo>
                  <a:cubicBezTo>
                    <a:pt x="19" y="20"/>
                    <a:pt x="20" y="19"/>
                    <a:pt x="22" y="19"/>
                  </a:cubicBezTo>
                  <a:cubicBezTo>
                    <a:pt x="92" y="19"/>
                    <a:pt x="92" y="19"/>
                    <a:pt x="92" y="19"/>
                  </a:cubicBezTo>
                  <a:cubicBezTo>
                    <a:pt x="92" y="406"/>
                    <a:pt x="92" y="406"/>
                    <a:pt x="92" y="406"/>
                  </a:cubicBezTo>
                  <a:cubicBezTo>
                    <a:pt x="22" y="406"/>
                    <a:pt x="22" y="406"/>
                    <a:pt x="22" y="406"/>
                  </a:cubicBezTo>
                  <a:cubicBezTo>
                    <a:pt x="20" y="406"/>
                    <a:pt x="19" y="405"/>
                    <a:pt x="19" y="402"/>
                  </a:cubicBezTo>
                  <a:close/>
                  <a:moveTo>
                    <a:pt x="110" y="406"/>
                  </a:moveTo>
                  <a:cubicBezTo>
                    <a:pt x="110" y="19"/>
                    <a:pt x="110" y="19"/>
                    <a:pt x="110" y="19"/>
                  </a:cubicBezTo>
                  <a:cubicBezTo>
                    <a:pt x="380" y="19"/>
                    <a:pt x="380" y="19"/>
                    <a:pt x="380" y="19"/>
                  </a:cubicBezTo>
                  <a:cubicBezTo>
                    <a:pt x="380" y="406"/>
                    <a:pt x="380" y="406"/>
                    <a:pt x="380" y="406"/>
                  </a:cubicBezTo>
                  <a:lnTo>
                    <a:pt x="110" y="406"/>
                  </a:lnTo>
                  <a:close/>
                  <a:moveTo>
                    <a:pt x="472" y="402"/>
                  </a:moveTo>
                  <a:cubicBezTo>
                    <a:pt x="472" y="405"/>
                    <a:pt x="470" y="406"/>
                    <a:pt x="468" y="406"/>
                  </a:cubicBezTo>
                  <a:cubicBezTo>
                    <a:pt x="399" y="406"/>
                    <a:pt x="399" y="406"/>
                    <a:pt x="399" y="406"/>
                  </a:cubicBezTo>
                  <a:cubicBezTo>
                    <a:pt x="399" y="19"/>
                    <a:pt x="399" y="19"/>
                    <a:pt x="399" y="19"/>
                  </a:cubicBezTo>
                  <a:cubicBezTo>
                    <a:pt x="468" y="19"/>
                    <a:pt x="468" y="19"/>
                    <a:pt x="468" y="19"/>
                  </a:cubicBezTo>
                  <a:cubicBezTo>
                    <a:pt x="470" y="19"/>
                    <a:pt x="472" y="20"/>
                    <a:pt x="472" y="22"/>
                  </a:cubicBezTo>
                  <a:lnTo>
                    <a:pt x="472" y="402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7" name="Freeform 112"/>
            <p:cNvSpPr>
              <a:spLocks noEditPoints="1"/>
            </p:cNvSpPr>
            <p:nvPr/>
          </p:nvSpPr>
          <p:spPr bwMode="auto">
            <a:xfrm>
              <a:off x="6519864" y="1811338"/>
              <a:ext cx="136525" cy="176213"/>
            </a:xfrm>
            <a:custGeom>
              <a:avLst/>
              <a:gdLst>
                <a:gd name="T0" fmla="*/ 133 w 137"/>
                <a:gd name="T1" fmla="*/ 81 h 177"/>
                <a:gd name="T2" fmla="*/ 15 w 137"/>
                <a:gd name="T3" fmla="*/ 3 h 177"/>
                <a:gd name="T4" fmla="*/ 5 w 137"/>
                <a:gd name="T5" fmla="*/ 2 h 177"/>
                <a:gd name="T6" fmla="*/ 0 w 137"/>
                <a:gd name="T7" fmla="*/ 10 h 177"/>
                <a:gd name="T8" fmla="*/ 0 w 137"/>
                <a:gd name="T9" fmla="*/ 168 h 177"/>
                <a:gd name="T10" fmla="*/ 5 w 137"/>
                <a:gd name="T11" fmla="*/ 176 h 177"/>
                <a:gd name="T12" fmla="*/ 10 w 137"/>
                <a:gd name="T13" fmla="*/ 177 h 177"/>
                <a:gd name="T14" fmla="*/ 15 w 137"/>
                <a:gd name="T15" fmla="*/ 175 h 177"/>
                <a:gd name="T16" fmla="*/ 133 w 137"/>
                <a:gd name="T17" fmla="*/ 97 h 177"/>
                <a:gd name="T18" fmla="*/ 137 w 137"/>
                <a:gd name="T19" fmla="*/ 89 h 177"/>
                <a:gd name="T20" fmla="*/ 133 w 137"/>
                <a:gd name="T21" fmla="*/ 81 h 177"/>
                <a:gd name="T22" fmla="*/ 19 w 137"/>
                <a:gd name="T23" fmla="*/ 150 h 177"/>
                <a:gd name="T24" fmla="*/ 19 w 137"/>
                <a:gd name="T25" fmla="*/ 28 h 177"/>
                <a:gd name="T26" fmla="*/ 111 w 137"/>
                <a:gd name="T27" fmla="*/ 89 h 177"/>
                <a:gd name="T28" fmla="*/ 19 w 137"/>
                <a:gd name="T29" fmla="*/ 150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37" h="177">
                  <a:moveTo>
                    <a:pt x="133" y="81"/>
                  </a:moveTo>
                  <a:cubicBezTo>
                    <a:pt x="15" y="3"/>
                    <a:pt x="15" y="3"/>
                    <a:pt x="15" y="3"/>
                  </a:cubicBezTo>
                  <a:cubicBezTo>
                    <a:pt x="12" y="1"/>
                    <a:pt x="8" y="0"/>
                    <a:pt x="5" y="2"/>
                  </a:cubicBezTo>
                  <a:cubicBezTo>
                    <a:pt x="2" y="4"/>
                    <a:pt x="0" y="7"/>
                    <a:pt x="0" y="10"/>
                  </a:cubicBezTo>
                  <a:cubicBezTo>
                    <a:pt x="0" y="168"/>
                    <a:pt x="0" y="168"/>
                    <a:pt x="0" y="168"/>
                  </a:cubicBezTo>
                  <a:cubicBezTo>
                    <a:pt x="0" y="171"/>
                    <a:pt x="2" y="174"/>
                    <a:pt x="5" y="176"/>
                  </a:cubicBezTo>
                  <a:cubicBezTo>
                    <a:pt x="7" y="177"/>
                    <a:pt x="8" y="177"/>
                    <a:pt x="10" y="177"/>
                  </a:cubicBezTo>
                  <a:cubicBezTo>
                    <a:pt x="12" y="177"/>
                    <a:pt x="13" y="176"/>
                    <a:pt x="15" y="175"/>
                  </a:cubicBezTo>
                  <a:cubicBezTo>
                    <a:pt x="133" y="97"/>
                    <a:pt x="133" y="97"/>
                    <a:pt x="133" y="97"/>
                  </a:cubicBezTo>
                  <a:cubicBezTo>
                    <a:pt x="135" y="95"/>
                    <a:pt x="137" y="92"/>
                    <a:pt x="137" y="89"/>
                  </a:cubicBezTo>
                  <a:cubicBezTo>
                    <a:pt x="137" y="86"/>
                    <a:pt x="135" y="83"/>
                    <a:pt x="133" y="81"/>
                  </a:cubicBezTo>
                  <a:close/>
                  <a:moveTo>
                    <a:pt x="19" y="150"/>
                  </a:moveTo>
                  <a:cubicBezTo>
                    <a:pt x="19" y="28"/>
                    <a:pt x="19" y="28"/>
                    <a:pt x="19" y="28"/>
                  </a:cubicBezTo>
                  <a:cubicBezTo>
                    <a:pt x="111" y="89"/>
                    <a:pt x="111" y="89"/>
                    <a:pt x="111" y="89"/>
                  </a:cubicBezTo>
                  <a:lnTo>
                    <a:pt x="19" y="15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8" name="Freeform 113"/>
            <p:cNvSpPr>
              <a:spLocks/>
            </p:cNvSpPr>
            <p:nvPr/>
          </p:nvSpPr>
          <p:spPr bwMode="auto">
            <a:xfrm>
              <a:off x="6370639" y="1787526"/>
              <a:ext cx="44450" cy="17463"/>
            </a:xfrm>
            <a:custGeom>
              <a:avLst/>
              <a:gdLst>
                <a:gd name="T0" fmla="*/ 35 w 45"/>
                <a:gd name="T1" fmla="*/ 0 h 18"/>
                <a:gd name="T2" fmla="*/ 9 w 45"/>
                <a:gd name="T3" fmla="*/ 0 h 18"/>
                <a:gd name="T4" fmla="*/ 0 w 45"/>
                <a:gd name="T5" fmla="*/ 9 h 18"/>
                <a:gd name="T6" fmla="*/ 9 w 45"/>
                <a:gd name="T7" fmla="*/ 18 h 18"/>
                <a:gd name="T8" fmla="*/ 35 w 45"/>
                <a:gd name="T9" fmla="*/ 18 h 18"/>
                <a:gd name="T10" fmla="*/ 45 w 45"/>
                <a:gd name="T11" fmla="*/ 9 h 18"/>
                <a:gd name="T12" fmla="*/ 35 w 45"/>
                <a:gd name="T13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5" h="18">
                  <a:moveTo>
                    <a:pt x="35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4"/>
                    <a:pt x="4" y="18"/>
                    <a:pt x="9" y="18"/>
                  </a:cubicBezTo>
                  <a:cubicBezTo>
                    <a:pt x="35" y="18"/>
                    <a:pt x="35" y="18"/>
                    <a:pt x="35" y="18"/>
                  </a:cubicBezTo>
                  <a:cubicBezTo>
                    <a:pt x="40" y="18"/>
                    <a:pt x="45" y="14"/>
                    <a:pt x="45" y="9"/>
                  </a:cubicBezTo>
                  <a:cubicBezTo>
                    <a:pt x="45" y="4"/>
                    <a:pt x="40" y="0"/>
                    <a:pt x="3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9" name="Freeform 114"/>
            <p:cNvSpPr>
              <a:spLocks/>
            </p:cNvSpPr>
            <p:nvPr/>
          </p:nvSpPr>
          <p:spPr bwMode="auto">
            <a:xfrm>
              <a:off x="6370639" y="1733551"/>
              <a:ext cx="44450" cy="19050"/>
            </a:xfrm>
            <a:custGeom>
              <a:avLst/>
              <a:gdLst>
                <a:gd name="T0" fmla="*/ 9 w 45"/>
                <a:gd name="T1" fmla="*/ 19 h 19"/>
                <a:gd name="T2" fmla="*/ 35 w 45"/>
                <a:gd name="T3" fmla="*/ 19 h 19"/>
                <a:gd name="T4" fmla="*/ 45 w 45"/>
                <a:gd name="T5" fmla="*/ 10 h 19"/>
                <a:gd name="T6" fmla="*/ 35 w 45"/>
                <a:gd name="T7" fmla="*/ 0 h 19"/>
                <a:gd name="T8" fmla="*/ 9 w 45"/>
                <a:gd name="T9" fmla="*/ 0 h 19"/>
                <a:gd name="T10" fmla="*/ 0 w 45"/>
                <a:gd name="T11" fmla="*/ 10 h 19"/>
                <a:gd name="T12" fmla="*/ 9 w 45"/>
                <a:gd name="T13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5" h="19">
                  <a:moveTo>
                    <a:pt x="9" y="19"/>
                  </a:moveTo>
                  <a:cubicBezTo>
                    <a:pt x="35" y="19"/>
                    <a:pt x="35" y="19"/>
                    <a:pt x="35" y="19"/>
                  </a:cubicBezTo>
                  <a:cubicBezTo>
                    <a:pt x="40" y="19"/>
                    <a:pt x="45" y="15"/>
                    <a:pt x="45" y="10"/>
                  </a:cubicBezTo>
                  <a:cubicBezTo>
                    <a:pt x="45" y="5"/>
                    <a:pt x="40" y="0"/>
                    <a:pt x="35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15"/>
                    <a:pt x="4" y="19"/>
                    <a:pt x="9" y="19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0" name="Freeform 115"/>
            <p:cNvSpPr>
              <a:spLocks/>
            </p:cNvSpPr>
            <p:nvPr/>
          </p:nvSpPr>
          <p:spPr bwMode="auto">
            <a:xfrm>
              <a:off x="6370639" y="1838326"/>
              <a:ext cx="44450" cy="19050"/>
            </a:xfrm>
            <a:custGeom>
              <a:avLst/>
              <a:gdLst>
                <a:gd name="T0" fmla="*/ 35 w 45"/>
                <a:gd name="T1" fmla="*/ 0 h 19"/>
                <a:gd name="T2" fmla="*/ 9 w 45"/>
                <a:gd name="T3" fmla="*/ 0 h 19"/>
                <a:gd name="T4" fmla="*/ 0 w 45"/>
                <a:gd name="T5" fmla="*/ 10 h 19"/>
                <a:gd name="T6" fmla="*/ 9 w 45"/>
                <a:gd name="T7" fmla="*/ 19 h 19"/>
                <a:gd name="T8" fmla="*/ 35 w 45"/>
                <a:gd name="T9" fmla="*/ 19 h 19"/>
                <a:gd name="T10" fmla="*/ 45 w 45"/>
                <a:gd name="T11" fmla="*/ 10 h 19"/>
                <a:gd name="T12" fmla="*/ 35 w 45"/>
                <a:gd name="T1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5" h="19">
                  <a:moveTo>
                    <a:pt x="35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15"/>
                    <a:pt x="4" y="19"/>
                    <a:pt x="9" y="19"/>
                  </a:cubicBezTo>
                  <a:cubicBezTo>
                    <a:pt x="35" y="19"/>
                    <a:pt x="35" y="19"/>
                    <a:pt x="35" y="19"/>
                  </a:cubicBezTo>
                  <a:cubicBezTo>
                    <a:pt x="40" y="19"/>
                    <a:pt x="45" y="15"/>
                    <a:pt x="45" y="10"/>
                  </a:cubicBezTo>
                  <a:cubicBezTo>
                    <a:pt x="45" y="4"/>
                    <a:pt x="40" y="0"/>
                    <a:pt x="3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1" name="Freeform 116"/>
            <p:cNvSpPr>
              <a:spLocks/>
            </p:cNvSpPr>
            <p:nvPr/>
          </p:nvSpPr>
          <p:spPr bwMode="auto">
            <a:xfrm>
              <a:off x="6370639" y="1892301"/>
              <a:ext cx="44450" cy="17463"/>
            </a:xfrm>
            <a:custGeom>
              <a:avLst/>
              <a:gdLst>
                <a:gd name="T0" fmla="*/ 35 w 45"/>
                <a:gd name="T1" fmla="*/ 0 h 18"/>
                <a:gd name="T2" fmla="*/ 9 w 45"/>
                <a:gd name="T3" fmla="*/ 0 h 18"/>
                <a:gd name="T4" fmla="*/ 0 w 45"/>
                <a:gd name="T5" fmla="*/ 9 h 18"/>
                <a:gd name="T6" fmla="*/ 9 w 45"/>
                <a:gd name="T7" fmla="*/ 18 h 18"/>
                <a:gd name="T8" fmla="*/ 35 w 45"/>
                <a:gd name="T9" fmla="*/ 18 h 18"/>
                <a:gd name="T10" fmla="*/ 45 w 45"/>
                <a:gd name="T11" fmla="*/ 9 h 18"/>
                <a:gd name="T12" fmla="*/ 35 w 45"/>
                <a:gd name="T13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5" h="18">
                  <a:moveTo>
                    <a:pt x="35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4"/>
                    <a:pt x="4" y="18"/>
                    <a:pt x="9" y="18"/>
                  </a:cubicBezTo>
                  <a:cubicBezTo>
                    <a:pt x="35" y="18"/>
                    <a:pt x="35" y="18"/>
                    <a:pt x="35" y="18"/>
                  </a:cubicBezTo>
                  <a:cubicBezTo>
                    <a:pt x="40" y="18"/>
                    <a:pt x="45" y="14"/>
                    <a:pt x="45" y="9"/>
                  </a:cubicBezTo>
                  <a:cubicBezTo>
                    <a:pt x="45" y="4"/>
                    <a:pt x="40" y="0"/>
                    <a:pt x="3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2" name="Freeform 117"/>
            <p:cNvSpPr>
              <a:spLocks/>
            </p:cNvSpPr>
            <p:nvPr/>
          </p:nvSpPr>
          <p:spPr bwMode="auto">
            <a:xfrm>
              <a:off x="6370639" y="1943101"/>
              <a:ext cx="44450" cy="19050"/>
            </a:xfrm>
            <a:custGeom>
              <a:avLst/>
              <a:gdLst>
                <a:gd name="T0" fmla="*/ 35 w 45"/>
                <a:gd name="T1" fmla="*/ 0 h 19"/>
                <a:gd name="T2" fmla="*/ 9 w 45"/>
                <a:gd name="T3" fmla="*/ 0 h 19"/>
                <a:gd name="T4" fmla="*/ 0 w 45"/>
                <a:gd name="T5" fmla="*/ 9 h 19"/>
                <a:gd name="T6" fmla="*/ 9 w 45"/>
                <a:gd name="T7" fmla="*/ 19 h 19"/>
                <a:gd name="T8" fmla="*/ 35 w 45"/>
                <a:gd name="T9" fmla="*/ 19 h 19"/>
                <a:gd name="T10" fmla="*/ 45 w 45"/>
                <a:gd name="T11" fmla="*/ 9 h 19"/>
                <a:gd name="T12" fmla="*/ 35 w 45"/>
                <a:gd name="T1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5" h="19">
                  <a:moveTo>
                    <a:pt x="35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5"/>
                    <a:pt x="4" y="19"/>
                    <a:pt x="9" y="19"/>
                  </a:cubicBezTo>
                  <a:cubicBezTo>
                    <a:pt x="35" y="19"/>
                    <a:pt x="35" y="19"/>
                    <a:pt x="35" y="19"/>
                  </a:cubicBezTo>
                  <a:cubicBezTo>
                    <a:pt x="40" y="19"/>
                    <a:pt x="45" y="15"/>
                    <a:pt x="45" y="9"/>
                  </a:cubicBezTo>
                  <a:cubicBezTo>
                    <a:pt x="45" y="4"/>
                    <a:pt x="40" y="0"/>
                    <a:pt x="3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3" name="Freeform 118"/>
            <p:cNvSpPr>
              <a:spLocks/>
            </p:cNvSpPr>
            <p:nvPr/>
          </p:nvSpPr>
          <p:spPr bwMode="auto">
            <a:xfrm>
              <a:off x="6370639" y="1995488"/>
              <a:ext cx="44450" cy="19050"/>
            </a:xfrm>
            <a:custGeom>
              <a:avLst/>
              <a:gdLst>
                <a:gd name="T0" fmla="*/ 35 w 45"/>
                <a:gd name="T1" fmla="*/ 0 h 19"/>
                <a:gd name="T2" fmla="*/ 9 w 45"/>
                <a:gd name="T3" fmla="*/ 0 h 19"/>
                <a:gd name="T4" fmla="*/ 0 w 45"/>
                <a:gd name="T5" fmla="*/ 10 h 19"/>
                <a:gd name="T6" fmla="*/ 9 w 45"/>
                <a:gd name="T7" fmla="*/ 19 h 19"/>
                <a:gd name="T8" fmla="*/ 35 w 45"/>
                <a:gd name="T9" fmla="*/ 19 h 19"/>
                <a:gd name="T10" fmla="*/ 45 w 45"/>
                <a:gd name="T11" fmla="*/ 10 h 19"/>
                <a:gd name="T12" fmla="*/ 35 w 45"/>
                <a:gd name="T1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5" h="19">
                  <a:moveTo>
                    <a:pt x="35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15"/>
                    <a:pt x="4" y="19"/>
                    <a:pt x="9" y="19"/>
                  </a:cubicBezTo>
                  <a:cubicBezTo>
                    <a:pt x="35" y="19"/>
                    <a:pt x="35" y="19"/>
                    <a:pt x="35" y="19"/>
                  </a:cubicBezTo>
                  <a:cubicBezTo>
                    <a:pt x="40" y="19"/>
                    <a:pt x="45" y="15"/>
                    <a:pt x="45" y="10"/>
                  </a:cubicBezTo>
                  <a:cubicBezTo>
                    <a:pt x="45" y="5"/>
                    <a:pt x="40" y="0"/>
                    <a:pt x="3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4" name="Freeform 119"/>
            <p:cNvSpPr>
              <a:spLocks/>
            </p:cNvSpPr>
            <p:nvPr/>
          </p:nvSpPr>
          <p:spPr bwMode="auto">
            <a:xfrm>
              <a:off x="6370639" y="2047876"/>
              <a:ext cx="44450" cy="19050"/>
            </a:xfrm>
            <a:custGeom>
              <a:avLst/>
              <a:gdLst>
                <a:gd name="T0" fmla="*/ 35 w 45"/>
                <a:gd name="T1" fmla="*/ 0 h 19"/>
                <a:gd name="T2" fmla="*/ 9 w 45"/>
                <a:gd name="T3" fmla="*/ 0 h 19"/>
                <a:gd name="T4" fmla="*/ 0 w 45"/>
                <a:gd name="T5" fmla="*/ 9 h 19"/>
                <a:gd name="T6" fmla="*/ 9 w 45"/>
                <a:gd name="T7" fmla="*/ 19 h 19"/>
                <a:gd name="T8" fmla="*/ 35 w 45"/>
                <a:gd name="T9" fmla="*/ 19 h 19"/>
                <a:gd name="T10" fmla="*/ 45 w 45"/>
                <a:gd name="T11" fmla="*/ 9 h 19"/>
                <a:gd name="T12" fmla="*/ 35 w 45"/>
                <a:gd name="T1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5" h="19">
                  <a:moveTo>
                    <a:pt x="35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4"/>
                    <a:pt x="4" y="19"/>
                    <a:pt x="9" y="19"/>
                  </a:cubicBezTo>
                  <a:cubicBezTo>
                    <a:pt x="35" y="19"/>
                    <a:pt x="35" y="19"/>
                    <a:pt x="35" y="19"/>
                  </a:cubicBezTo>
                  <a:cubicBezTo>
                    <a:pt x="40" y="19"/>
                    <a:pt x="45" y="14"/>
                    <a:pt x="45" y="9"/>
                  </a:cubicBezTo>
                  <a:cubicBezTo>
                    <a:pt x="45" y="4"/>
                    <a:pt x="40" y="0"/>
                    <a:pt x="3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5" name="Freeform 120"/>
            <p:cNvSpPr>
              <a:spLocks/>
            </p:cNvSpPr>
            <p:nvPr/>
          </p:nvSpPr>
          <p:spPr bwMode="auto">
            <a:xfrm>
              <a:off x="6748464" y="1787526"/>
              <a:ext cx="44450" cy="17463"/>
            </a:xfrm>
            <a:custGeom>
              <a:avLst/>
              <a:gdLst>
                <a:gd name="T0" fmla="*/ 35 w 45"/>
                <a:gd name="T1" fmla="*/ 0 h 18"/>
                <a:gd name="T2" fmla="*/ 9 w 45"/>
                <a:gd name="T3" fmla="*/ 0 h 18"/>
                <a:gd name="T4" fmla="*/ 0 w 45"/>
                <a:gd name="T5" fmla="*/ 9 h 18"/>
                <a:gd name="T6" fmla="*/ 9 w 45"/>
                <a:gd name="T7" fmla="*/ 18 h 18"/>
                <a:gd name="T8" fmla="*/ 35 w 45"/>
                <a:gd name="T9" fmla="*/ 18 h 18"/>
                <a:gd name="T10" fmla="*/ 45 w 45"/>
                <a:gd name="T11" fmla="*/ 9 h 18"/>
                <a:gd name="T12" fmla="*/ 35 w 45"/>
                <a:gd name="T13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5" h="18">
                  <a:moveTo>
                    <a:pt x="35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4"/>
                    <a:pt x="4" y="18"/>
                    <a:pt x="9" y="18"/>
                  </a:cubicBezTo>
                  <a:cubicBezTo>
                    <a:pt x="35" y="18"/>
                    <a:pt x="35" y="18"/>
                    <a:pt x="35" y="18"/>
                  </a:cubicBezTo>
                  <a:cubicBezTo>
                    <a:pt x="40" y="18"/>
                    <a:pt x="45" y="14"/>
                    <a:pt x="45" y="9"/>
                  </a:cubicBezTo>
                  <a:cubicBezTo>
                    <a:pt x="45" y="4"/>
                    <a:pt x="40" y="0"/>
                    <a:pt x="3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6" name="Freeform 121"/>
            <p:cNvSpPr>
              <a:spLocks/>
            </p:cNvSpPr>
            <p:nvPr/>
          </p:nvSpPr>
          <p:spPr bwMode="auto">
            <a:xfrm>
              <a:off x="6748464" y="1733551"/>
              <a:ext cx="44450" cy="19050"/>
            </a:xfrm>
            <a:custGeom>
              <a:avLst/>
              <a:gdLst>
                <a:gd name="T0" fmla="*/ 35 w 45"/>
                <a:gd name="T1" fmla="*/ 0 h 19"/>
                <a:gd name="T2" fmla="*/ 9 w 45"/>
                <a:gd name="T3" fmla="*/ 0 h 19"/>
                <a:gd name="T4" fmla="*/ 0 w 45"/>
                <a:gd name="T5" fmla="*/ 10 h 19"/>
                <a:gd name="T6" fmla="*/ 9 w 45"/>
                <a:gd name="T7" fmla="*/ 19 h 19"/>
                <a:gd name="T8" fmla="*/ 35 w 45"/>
                <a:gd name="T9" fmla="*/ 19 h 19"/>
                <a:gd name="T10" fmla="*/ 45 w 45"/>
                <a:gd name="T11" fmla="*/ 10 h 19"/>
                <a:gd name="T12" fmla="*/ 35 w 45"/>
                <a:gd name="T1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5" h="19">
                  <a:moveTo>
                    <a:pt x="35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15"/>
                    <a:pt x="4" y="19"/>
                    <a:pt x="9" y="19"/>
                  </a:cubicBezTo>
                  <a:cubicBezTo>
                    <a:pt x="35" y="19"/>
                    <a:pt x="35" y="19"/>
                    <a:pt x="35" y="19"/>
                  </a:cubicBezTo>
                  <a:cubicBezTo>
                    <a:pt x="40" y="19"/>
                    <a:pt x="45" y="15"/>
                    <a:pt x="45" y="10"/>
                  </a:cubicBezTo>
                  <a:cubicBezTo>
                    <a:pt x="45" y="5"/>
                    <a:pt x="40" y="0"/>
                    <a:pt x="3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7" name="Freeform 122"/>
            <p:cNvSpPr>
              <a:spLocks/>
            </p:cNvSpPr>
            <p:nvPr/>
          </p:nvSpPr>
          <p:spPr bwMode="auto">
            <a:xfrm>
              <a:off x="6748464" y="1838326"/>
              <a:ext cx="44450" cy="19050"/>
            </a:xfrm>
            <a:custGeom>
              <a:avLst/>
              <a:gdLst>
                <a:gd name="T0" fmla="*/ 35 w 45"/>
                <a:gd name="T1" fmla="*/ 0 h 19"/>
                <a:gd name="T2" fmla="*/ 9 w 45"/>
                <a:gd name="T3" fmla="*/ 0 h 19"/>
                <a:gd name="T4" fmla="*/ 0 w 45"/>
                <a:gd name="T5" fmla="*/ 10 h 19"/>
                <a:gd name="T6" fmla="*/ 9 w 45"/>
                <a:gd name="T7" fmla="*/ 19 h 19"/>
                <a:gd name="T8" fmla="*/ 35 w 45"/>
                <a:gd name="T9" fmla="*/ 19 h 19"/>
                <a:gd name="T10" fmla="*/ 45 w 45"/>
                <a:gd name="T11" fmla="*/ 10 h 19"/>
                <a:gd name="T12" fmla="*/ 35 w 45"/>
                <a:gd name="T1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5" h="19">
                  <a:moveTo>
                    <a:pt x="35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15"/>
                    <a:pt x="4" y="19"/>
                    <a:pt x="9" y="19"/>
                  </a:cubicBezTo>
                  <a:cubicBezTo>
                    <a:pt x="35" y="19"/>
                    <a:pt x="35" y="19"/>
                    <a:pt x="35" y="19"/>
                  </a:cubicBezTo>
                  <a:cubicBezTo>
                    <a:pt x="40" y="19"/>
                    <a:pt x="45" y="15"/>
                    <a:pt x="45" y="10"/>
                  </a:cubicBezTo>
                  <a:cubicBezTo>
                    <a:pt x="45" y="4"/>
                    <a:pt x="40" y="0"/>
                    <a:pt x="3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8" name="Freeform 123"/>
            <p:cNvSpPr>
              <a:spLocks/>
            </p:cNvSpPr>
            <p:nvPr/>
          </p:nvSpPr>
          <p:spPr bwMode="auto">
            <a:xfrm>
              <a:off x="6748464" y="1892301"/>
              <a:ext cx="44450" cy="17463"/>
            </a:xfrm>
            <a:custGeom>
              <a:avLst/>
              <a:gdLst>
                <a:gd name="T0" fmla="*/ 35 w 45"/>
                <a:gd name="T1" fmla="*/ 0 h 18"/>
                <a:gd name="T2" fmla="*/ 9 w 45"/>
                <a:gd name="T3" fmla="*/ 0 h 18"/>
                <a:gd name="T4" fmla="*/ 0 w 45"/>
                <a:gd name="T5" fmla="*/ 9 h 18"/>
                <a:gd name="T6" fmla="*/ 9 w 45"/>
                <a:gd name="T7" fmla="*/ 18 h 18"/>
                <a:gd name="T8" fmla="*/ 35 w 45"/>
                <a:gd name="T9" fmla="*/ 18 h 18"/>
                <a:gd name="T10" fmla="*/ 45 w 45"/>
                <a:gd name="T11" fmla="*/ 9 h 18"/>
                <a:gd name="T12" fmla="*/ 35 w 45"/>
                <a:gd name="T13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5" h="18">
                  <a:moveTo>
                    <a:pt x="35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4"/>
                    <a:pt x="4" y="18"/>
                    <a:pt x="9" y="18"/>
                  </a:cubicBezTo>
                  <a:cubicBezTo>
                    <a:pt x="35" y="18"/>
                    <a:pt x="35" y="18"/>
                    <a:pt x="35" y="18"/>
                  </a:cubicBezTo>
                  <a:cubicBezTo>
                    <a:pt x="40" y="18"/>
                    <a:pt x="45" y="14"/>
                    <a:pt x="45" y="9"/>
                  </a:cubicBezTo>
                  <a:cubicBezTo>
                    <a:pt x="45" y="4"/>
                    <a:pt x="40" y="0"/>
                    <a:pt x="3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9" name="Freeform 124"/>
            <p:cNvSpPr>
              <a:spLocks/>
            </p:cNvSpPr>
            <p:nvPr/>
          </p:nvSpPr>
          <p:spPr bwMode="auto">
            <a:xfrm>
              <a:off x="6748464" y="1943101"/>
              <a:ext cx="44450" cy="19050"/>
            </a:xfrm>
            <a:custGeom>
              <a:avLst/>
              <a:gdLst>
                <a:gd name="T0" fmla="*/ 35 w 45"/>
                <a:gd name="T1" fmla="*/ 0 h 19"/>
                <a:gd name="T2" fmla="*/ 9 w 45"/>
                <a:gd name="T3" fmla="*/ 0 h 19"/>
                <a:gd name="T4" fmla="*/ 0 w 45"/>
                <a:gd name="T5" fmla="*/ 9 h 19"/>
                <a:gd name="T6" fmla="*/ 9 w 45"/>
                <a:gd name="T7" fmla="*/ 19 h 19"/>
                <a:gd name="T8" fmla="*/ 35 w 45"/>
                <a:gd name="T9" fmla="*/ 19 h 19"/>
                <a:gd name="T10" fmla="*/ 45 w 45"/>
                <a:gd name="T11" fmla="*/ 9 h 19"/>
                <a:gd name="T12" fmla="*/ 35 w 45"/>
                <a:gd name="T1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5" h="19">
                  <a:moveTo>
                    <a:pt x="35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5"/>
                    <a:pt x="4" y="19"/>
                    <a:pt x="9" y="19"/>
                  </a:cubicBezTo>
                  <a:cubicBezTo>
                    <a:pt x="35" y="19"/>
                    <a:pt x="35" y="19"/>
                    <a:pt x="35" y="19"/>
                  </a:cubicBezTo>
                  <a:cubicBezTo>
                    <a:pt x="40" y="19"/>
                    <a:pt x="45" y="15"/>
                    <a:pt x="45" y="9"/>
                  </a:cubicBezTo>
                  <a:cubicBezTo>
                    <a:pt x="45" y="4"/>
                    <a:pt x="40" y="0"/>
                    <a:pt x="3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0" name="Freeform 125"/>
            <p:cNvSpPr>
              <a:spLocks/>
            </p:cNvSpPr>
            <p:nvPr/>
          </p:nvSpPr>
          <p:spPr bwMode="auto">
            <a:xfrm>
              <a:off x="6748464" y="1995488"/>
              <a:ext cx="44450" cy="19050"/>
            </a:xfrm>
            <a:custGeom>
              <a:avLst/>
              <a:gdLst>
                <a:gd name="T0" fmla="*/ 35 w 45"/>
                <a:gd name="T1" fmla="*/ 0 h 19"/>
                <a:gd name="T2" fmla="*/ 9 w 45"/>
                <a:gd name="T3" fmla="*/ 0 h 19"/>
                <a:gd name="T4" fmla="*/ 0 w 45"/>
                <a:gd name="T5" fmla="*/ 10 h 19"/>
                <a:gd name="T6" fmla="*/ 9 w 45"/>
                <a:gd name="T7" fmla="*/ 19 h 19"/>
                <a:gd name="T8" fmla="*/ 35 w 45"/>
                <a:gd name="T9" fmla="*/ 19 h 19"/>
                <a:gd name="T10" fmla="*/ 45 w 45"/>
                <a:gd name="T11" fmla="*/ 10 h 19"/>
                <a:gd name="T12" fmla="*/ 35 w 45"/>
                <a:gd name="T1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5" h="19">
                  <a:moveTo>
                    <a:pt x="35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15"/>
                    <a:pt x="4" y="19"/>
                    <a:pt x="9" y="19"/>
                  </a:cubicBezTo>
                  <a:cubicBezTo>
                    <a:pt x="35" y="19"/>
                    <a:pt x="35" y="19"/>
                    <a:pt x="35" y="19"/>
                  </a:cubicBezTo>
                  <a:cubicBezTo>
                    <a:pt x="40" y="19"/>
                    <a:pt x="45" y="15"/>
                    <a:pt x="45" y="10"/>
                  </a:cubicBezTo>
                  <a:cubicBezTo>
                    <a:pt x="45" y="5"/>
                    <a:pt x="40" y="0"/>
                    <a:pt x="3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1" name="Freeform 126"/>
            <p:cNvSpPr>
              <a:spLocks/>
            </p:cNvSpPr>
            <p:nvPr/>
          </p:nvSpPr>
          <p:spPr bwMode="auto">
            <a:xfrm>
              <a:off x="6748464" y="2047876"/>
              <a:ext cx="44450" cy="19050"/>
            </a:xfrm>
            <a:custGeom>
              <a:avLst/>
              <a:gdLst>
                <a:gd name="T0" fmla="*/ 35 w 45"/>
                <a:gd name="T1" fmla="*/ 0 h 19"/>
                <a:gd name="T2" fmla="*/ 9 w 45"/>
                <a:gd name="T3" fmla="*/ 0 h 19"/>
                <a:gd name="T4" fmla="*/ 0 w 45"/>
                <a:gd name="T5" fmla="*/ 9 h 19"/>
                <a:gd name="T6" fmla="*/ 9 w 45"/>
                <a:gd name="T7" fmla="*/ 19 h 19"/>
                <a:gd name="T8" fmla="*/ 35 w 45"/>
                <a:gd name="T9" fmla="*/ 19 h 19"/>
                <a:gd name="T10" fmla="*/ 45 w 45"/>
                <a:gd name="T11" fmla="*/ 9 h 19"/>
                <a:gd name="T12" fmla="*/ 35 w 45"/>
                <a:gd name="T1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5" h="19">
                  <a:moveTo>
                    <a:pt x="35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4"/>
                    <a:pt x="4" y="19"/>
                    <a:pt x="9" y="19"/>
                  </a:cubicBezTo>
                  <a:cubicBezTo>
                    <a:pt x="35" y="19"/>
                    <a:pt x="35" y="19"/>
                    <a:pt x="35" y="19"/>
                  </a:cubicBezTo>
                  <a:cubicBezTo>
                    <a:pt x="40" y="19"/>
                    <a:pt x="45" y="14"/>
                    <a:pt x="45" y="9"/>
                  </a:cubicBezTo>
                  <a:cubicBezTo>
                    <a:pt x="45" y="4"/>
                    <a:pt x="40" y="0"/>
                    <a:pt x="3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75" name="Group 274"/>
          <p:cNvGrpSpPr/>
          <p:nvPr/>
        </p:nvGrpSpPr>
        <p:grpSpPr>
          <a:xfrm>
            <a:off x="9527119" y="2243669"/>
            <a:ext cx="738717" cy="563033"/>
            <a:chOff x="7145339" y="1682751"/>
            <a:chExt cx="554038" cy="422275"/>
          </a:xfrm>
          <a:solidFill>
            <a:schemeClr val="tx2"/>
          </a:solidFill>
        </p:grpSpPr>
        <p:sp>
          <p:nvSpPr>
            <p:cNvPr id="162" name="Freeform 127"/>
            <p:cNvSpPr>
              <a:spLocks noEditPoints="1"/>
            </p:cNvSpPr>
            <p:nvPr/>
          </p:nvSpPr>
          <p:spPr bwMode="auto">
            <a:xfrm>
              <a:off x="7145339" y="1682751"/>
              <a:ext cx="554038" cy="422275"/>
            </a:xfrm>
            <a:custGeom>
              <a:avLst/>
              <a:gdLst>
                <a:gd name="T0" fmla="*/ 521 w 556"/>
                <a:gd name="T1" fmla="*/ 79 h 425"/>
                <a:gd name="T2" fmla="*/ 422 w 556"/>
                <a:gd name="T3" fmla="*/ 79 h 425"/>
                <a:gd name="T4" fmla="*/ 399 w 556"/>
                <a:gd name="T5" fmla="*/ 55 h 425"/>
                <a:gd name="T6" fmla="*/ 399 w 556"/>
                <a:gd name="T7" fmla="*/ 42 h 425"/>
                <a:gd name="T8" fmla="*/ 344 w 556"/>
                <a:gd name="T9" fmla="*/ 0 h 425"/>
                <a:gd name="T10" fmla="*/ 213 w 556"/>
                <a:gd name="T11" fmla="*/ 0 h 425"/>
                <a:gd name="T12" fmla="*/ 158 w 556"/>
                <a:gd name="T13" fmla="*/ 42 h 425"/>
                <a:gd name="T14" fmla="*/ 158 w 556"/>
                <a:gd name="T15" fmla="*/ 55 h 425"/>
                <a:gd name="T16" fmla="*/ 134 w 556"/>
                <a:gd name="T17" fmla="*/ 79 h 425"/>
                <a:gd name="T18" fmla="*/ 36 w 556"/>
                <a:gd name="T19" fmla="*/ 79 h 425"/>
                <a:gd name="T20" fmla="*/ 0 w 556"/>
                <a:gd name="T21" fmla="*/ 114 h 425"/>
                <a:gd name="T22" fmla="*/ 0 w 556"/>
                <a:gd name="T23" fmla="*/ 350 h 425"/>
                <a:gd name="T24" fmla="*/ 36 w 556"/>
                <a:gd name="T25" fmla="*/ 386 h 425"/>
                <a:gd name="T26" fmla="*/ 114 w 556"/>
                <a:gd name="T27" fmla="*/ 386 h 425"/>
                <a:gd name="T28" fmla="*/ 124 w 556"/>
                <a:gd name="T29" fmla="*/ 376 h 425"/>
                <a:gd name="T30" fmla="*/ 114 w 556"/>
                <a:gd name="T31" fmla="*/ 367 h 425"/>
                <a:gd name="T32" fmla="*/ 36 w 556"/>
                <a:gd name="T33" fmla="*/ 367 h 425"/>
                <a:gd name="T34" fmla="*/ 19 w 556"/>
                <a:gd name="T35" fmla="*/ 350 h 425"/>
                <a:gd name="T36" fmla="*/ 19 w 556"/>
                <a:gd name="T37" fmla="*/ 189 h 425"/>
                <a:gd name="T38" fmla="*/ 117 w 556"/>
                <a:gd name="T39" fmla="*/ 189 h 425"/>
                <a:gd name="T40" fmla="*/ 105 w 556"/>
                <a:gd name="T41" fmla="*/ 252 h 425"/>
                <a:gd name="T42" fmla="*/ 278 w 556"/>
                <a:gd name="T43" fmla="*/ 425 h 425"/>
                <a:gd name="T44" fmla="*/ 451 w 556"/>
                <a:gd name="T45" fmla="*/ 252 h 425"/>
                <a:gd name="T46" fmla="*/ 440 w 556"/>
                <a:gd name="T47" fmla="*/ 189 h 425"/>
                <a:gd name="T48" fmla="*/ 537 w 556"/>
                <a:gd name="T49" fmla="*/ 189 h 425"/>
                <a:gd name="T50" fmla="*/ 537 w 556"/>
                <a:gd name="T51" fmla="*/ 350 h 425"/>
                <a:gd name="T52" fmla="*/ 521 w 556"/>
                <a:gd name="T53" fmla="*/ 367 h 425"/>
                <a:gd name="T54" fmla="*/ 429 w 556"/>
                <a:gd name="T55" fmla="*/ 367 h 425"/>
                <a:gd name="T56" fmla="*/ 420 w 556"/>
                <a:gd name="T57" fmla="*/ 376 h 425"/>
                <a:gd name="T58" fmla="*/ 429 w 556"/>
                <a:gd name="T59" fmla="*/ 386 h 425"/>
                <a:gd name="T60" fmla="*/ 521 w 556"/>
                <a:gd name="T61" fmla="*/ 386 h 425"/>
                <a:gd name="T62" fmla="*/ 556 w 556"/>
                <a:gd name="T63" fmla="*/ 350 h 425"/>
                <a:gd name="T64" fmla="*/ 556 w 556"/>
                <a:gd name="T65" fmla="*/ 114 h 425"/>
                <a:gd name="T66" fmla="*/ 521 w 556"/>
                <a:gd name="T67" fmla="*/ 79 h 425"/>
                <a:gd name="T68" fmla="*/ 278 w 556"/>
                <a:gd name="T69" fmla="*/ 406 h 425"/>
                <a:gd name="T70" fmla="*/ 124 w 556"/>
                <a:gd name="T71" fmla="*/ 252 h 425"/>
                <a:gd name="T72" fmla="*/ 278 w 556"/>
                <a:gd name="T73" fmla="*/ 97 h 425"/>
                <a:gd name="T74" fmla="*/ 433 w 556"/>
                <a:gd name="T75" fmla="*/ 252 h 425"/>
                <a:gd name="T76" fmla="*/ 278 w 556"/>
                <a:gd name="T77" fmla="*/ 406 h 425"/>
                <a:gd name="T78" fmla="*/ 432 w 556"/>
                <a:gd name="T79" fmla="*/ 170 h 425"/>
                <a:gd name="T80" fmla="*/ 431 w 556"/>
                <a:gd name="T81" fmla="*/ 170 h 425"/>
                <a:gd name="T82" fmla="*/ 278 w 556"/>
                <a:gd name="T83" fmla="*/ 79 h 425"/>
                <a:gd name="T84" fmla="*/ 125 w 556"/>
                <a:gd name="T85" fmla="*/ 170 h 425"/>
                <a:gd name="T86" fmla="*/ 124 w 556"/>
                <a:gd name="T87" fmla="*/ 170 h 425"/>
                <a:gd name="T88" fmla="*/ 19 w 556"/>
                <a:gd name="T89" fmla="*/ 170 h 425"/>
                <a:gd name="T90" fmla="*/ 19 w 556"/>
                <a:gd name="T91" fmla="*/ 114 h 425"/>
                <a:gd name="T92" fmla="*/ 36 w 556"/>
                <a:gd name="T93" fmla="*/ 97 h 425"/>
                <a:gd name="T94" fmla="*/ 134 w 556"/>
                <a:gd name="T95" fmla="*/ 97 h 425"/>
                <a:gd name="T96" fmla="*/ 177 w 556"/>
                <a:gd name="T97" fmla="*/ 55 h 425"/>
                <a:gd name="T98" fmla="*/ 177 w 556"/>
                <a:gd name="T99" fmla="*/ 42 h 425"/>
                <a:gd name="T100" fmla="*/ 213 w 556"/>
                <a:gd name="T101" fmla="*/ 19 h 425"/>
                <a:gd name="T102" fmla="*/ 344 w 556"/>
                <a:gd name="T103" fmla="*/ 19 h 425"/>
                <a:gd name="T104" fmla="*/ 380 w 556"/>
                <a:gd name="T105" fmla="*/ 42 h 425"/>
                <a:gd name="T106" fmla="*/ 380 w 556"/>
                <a:gd name="T107" fmla="*/ 55 h 425"/>
                <a:gd name="T108" fmla="*/ 422 w 556"/>
                <a:gd name="T109" fmla="*/ 97 h 425"/>
                <a:gd name="T110" fmla="*/ 521 w 556"/>
                <a:gd name="T111" fmla="*/ 97 h 425"/>
                <a:gd name="T112" fmla="*/ 537 w 556"/>
                <a:gd name="T113" fmla="*/ 114 h 425"/>
                <a:gd name="T114" fmla="*/ 537 w 556"/>
                <a:gd name="T115" fmla="*/ 170 h 425"/>
                <a:gd name="T116" fmla="*/ 432 w 556"/>
                <a:gd name="T117" fmla="*/ 170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556" h="425">
                  <a:moveTo>
                    <a:pt x="521" y="79"/>
                  </a:moveTo>
                  <a:cubicBezTo>
                    <a:pt x="422" y="79"/>
                    <a:pt x="422" y="79"/>
                    <a:pt x="422" y="79"/>
                  </a:cubicBezTo>
                  <a:cubicBezTo>
                    <a:pt x="400" y="79"/>
                    <a:pt x="399" y="59"/>
                    <a:pt x="399" y="55"/>
                  </a:cubicBezTo>
                  <a:cubicBezTo>
                    <a:pt x="399" y="42"/>
                    <a:pt x="399" y="42"/>
                    <a:pt x="399" y="42"/>
                  </a:cubicBezTo>
                  <a:cubicBezTo>
                    <a:pt x="399" y="25"/>
                    <a:pt x="381" y="0"/>
                    <a:pt x="344" y="0"/>
                  </a:cubicBezTo>
                  <a:cubicBezTo>
                    <a:pt x="213" y="0"/>
                    <a:pt x="213" y="0"/>
                    <a:pt x="213" y="0"/>
                  </a:cubicBezTo>
                  <a:cubicBezTo>
                    <a:pt x="173" y="0"/>
                    <a:pt x="158" y="25"/>
                    <a:pt x="158" y="42"/>
                  </a:cubicBezTo>
                  <a:cubicBezTo>
                    <a:pt x="158" y="55"/>
                    <a:pt x="158" y="55"/>
                    <a:pt x="158" y="55"/>
                  </a:cubicBezTo>
                  <a:cubicBezTo>
                    <a:pt x="158" y="59"/>
                    <a:pt x="156" y="79"/>
                    <a:pt x="134" y="79"/>
                  </a:cubicBezTo>
                  <a:cubicBezTo>
                    <a:pt x="36" y="79"/>
                    <a:pt x="36" y="79"/>
                    <a:pt x="36" y="79"/>
                  </a:cubicBezTo>
                  <a:cubicBezTo>
                    <a:pt x="16" y="79"/>
                    <a:pt x="0" y="95"/>
                    <a:pt x="0" y="114"/>
                  </a:cubicBezTo>
                  <a:cubicBezTo>
                    <a:pt x="0" y="350"/>
                    <a:pt x="0" y="350"/>
                    <a:pt x="0" y="350"/>
                  </a:cubicBezTo>
                  <a:cubicBezTo>
                    <a:pt x="0" y="370"/>
                    <a:pt x="16" y="386"/>
                    <a:pt x="36" y="386"/>
                  </a:cubicBezTo>
                  <a:cubicBezTo>
                    <a:pt x="114" y="386"/>
                    <a:pt x="114" y="386"/>
                    <a:pt x="114" y="386"/>
                  </a:cubicBezTo>
                  <a:cubicBezTo>
                    <a:pt x="120" y="386"/>
                    <a:pt x="124" y="381"/>
                    <a:pt x="124" y="376"/>
                  </a:cubicBezTo>
                  <a:cubicBezTo>
                    <a:pt x="124" y="371"/>
                    <a:pt x="120" y="367"/>
                    <a:pt x="114" y="367"/>
                  </a:cubicBezTo>
                  <a:cubicBezTo>
                    <a:pt x="36" y="367"/>
                    <a:pt x="36" y="367"/>
                    <a:pt x="36" y="367"/>
                  </a:cubicBezTo>
                  <a:cubicBezTo>
                    <a:pt x="27" y="367"/>
                    <a:pt x="19" y="359"/>
                    <a:pt x="19" y="350"/>
                  </a:cubicBezTo>
                  <a:cubicBezTo>
                    <a:pt x="19" y="189"/>
                    <a:pt x="19" y="189"/>
                    <a:pt x="19" y="189"/>
                  </a:cubicBezTo>
                  <a:cubicBezTo>
                    <a:pt x="117" y="189"/>
                    <a:pt x="117" y="189"/>
                    <a:pt x="117" y="189"/>
                  </a:cubicBezTo>
                  <a:cubicBezTo>
                    <a:pt x="109" y="208"/>
                    <a:pt x="105" y="230"/>
                    <a:pt x="105" y="252"/>
                  </a:cubicBezTo>
                  <a:cubicBezTo>
                    <a:pt x="105" y="347"/>
                    <a:pt x="183" y="425"/>
                    <a:pt x="278" y="425"/>
                  </a:cubicBezTo>
                  <a:cubicBezTo>
                    <a:pt x="374" y="425"/>
                    <a:pt x="451" y="347"/>
                    <a:pt x="451" y="252"/>
                  </a:cubicBezTo>
                  <a:cubicBezTo>
                    <a:pt x="451" y="230"/>
                    <a:pt x="447" y="208"/>
                    <a:pt x="440" y="189"/>
                  </a:cubicBezTo>
                  <a:cubicBezTo>
                    <a:pt x="537" y="189"/>
                    <a:pt x="537" y="189"/>
                    <a:pt x="537" y="189"/>
                  </a:cubicBezTo>
                  <a:cubicBezTo>
                    <a:pt x="537" y="350"/>
                    <a:pt x="537" y="350"/>
                    <a:pt x="537" y="350"/>
                  </a:cubicBezTo>
                  <a:cubicBezTo>
                    <a:pt x="537" y="359"/>
                    <a:pt x="530" y="367"/>
                    <a:pt x="521" y="367"/>
                  </a:cubicBezTo>
                  <a:cubicBezTo>
                    <a:pt x="429" y="367"/>
                    <a:pt x="429" y="367"/>
                    <a:pt x="429" y="367"/>
                  </a:cubicBezTo>
                  <a:cubicBezTo>
                    <a:pt x="424" y="367"/>
                    <a:pt x="420" y="371"/>
                    <a:pt x="420" y="376"/>
                  </a:cubicBezTo>
                  <a:cubicBezTo>
                    <a:pt x="420" y="381"/>
                    <a:pt x="424" y="386"/>
                    <a:pt x="429" y="386"/>
                  </a:cubicBezTo>
                  <a:cubicBezTo>
                    <a:pt x="521" y="386"/>
                    <a:pt x="521" y="386"/>
                    <a:pt x="521" y="386"/>
                  </a:cubicBezTo>
                  <a:cubicBezTo>
                    <a:pt x="540" y="386"/>
                    <a:pt x="556" y="370"/>
                    <a:pt x="556" y="350"/>
                  </a:cubicBezTo>
                  <a:cubicBezTo>
                    <a:pt x="556" y="114"/>
                    <a:pt x="556" y="114"/>
                    <a:pt x="556" y="114"/>
                  </a:cubicBezTo>
                  <a:cubicBezTo>
                    <a:pt x="556" y="95"/>
                    <a:pt x="540" y="79"/>
                    <a:pt x="521" y="79"/>
                  </a:cubicBezTo>
                  <a:close/>
                  <a:moveTo>
                    <a:pt x="278" y="406"/>
                  </a:moveTo>
                  <a:cubicBezTo>
                    <a:pt x="193" y="406"/>
                    <a:pt x="124" y="337"/>
                    <a:pt x="124" y="252"/>
                  </a:cubicBezTo>
                  <a:cubicBezTo>
                    <a:pt x="124" y="167"/>
                    <a:pt x="193" y="97"/>
                    <a:pt x="278" y="97"/>
                  </a:cubicBezTo>
                  <a:cubicBezTo>
                    <a:pt x="363" y="97"/>
                    <a:pt x="433" y="167"/>
                    <a:pt x="433" y="252"/>
                  </a:cubicBezTo>
                  <a:cubicBezTo>
                    <a:pt x="433" y="337"/>
                    <a:pt x="363" y="406"/>
                    <a:pt x="278" y="406"/>
                  </a:cubicBezTo>
                  <a:close/>
                  <a:moveTo>
                    <a:pt x="432" y="170"/>
                  </a:moveTo>
                  <a:cubicBezTo>
                    <a:pt x="432" y="170"/>
                    <a:pt x="431" y="170"/>
                    <a:pt x="431" y="170"/>
                  </a:cubicBezTo>
                  <a:cubicBezTo>
                    <a:pt x="402" y="116"/>
                    <a:pt x="344" y="79"/>
                    <a:pt x="278" y="79"/>
                  </a:cubicBezTo>
                  <a:cubicBezTo>
                    <a:pt x="212" y="79"/>
                    <a:pt x="155" y="116"/>
                    <a:pt x="125" y="170"/>
                  </a:cubicBezTo>
                  <a:cubicBezTo>
                    <a:pt x="125" y="170"/>
                    <a:pt x="125" y="170"/>
                    <a:pt x="124" y="170"/>
                  </a:cubicBezTo>
                  <a:cubicBezTo>
                    <a:pt x="19" y="170"/>
                    <a:pt x="19" y="170"/>
                    <a:pt x="19" y="170"/>
                  </a:cubicBezTo>
                  <a:cubicBezTo>
                    <a:pt x="19" y="114"/>
                    <a:pt x="19" y="114"/>
                    <a:pt x="19" y="114"/>
                  </a:cubicBezTo>
                  <a:cubicBezTo>
                    <a:pt x="19" y="105"/>
                    <a:pt x="27" y="97"/>
                    <a:pt x="36" y="97"/>
                  </a:cubicBezTo>
                  <a:cubicBezTo>
                    <a:pt x="134" y="97"/>
                    <a:pt x="134" y="97"/>
                    <a:pt x="134" y="97"/>
                  </a:cubicBezTo>
                  <a:cubicBezTo>
                    <a:pt x="167" y="97"/>
                    <a:pt x="176" y="70"/>
                    <a:pt x="177" y="55"/>
                  </a:cubicBezTo>
                  <a:cubicBezTo>
                    <a:pt x="177" y="42"/>
                    <a:pt x="177" y="42"/>
                    <a:pt x="177" y="42"/>
                  </a:cubicBezTo>
                  <a:cubicBezTo>
                    <a:pt x="177" y="33"/>
                    <a:pt x="186" y="19"/>
                    <a:pt x="213" y="19"/>
                  </a:cubicBezTo>
                  <a:cubicBezTo>
                    <a:pt x="344" y="19"/>
                    <a:pt x="344" y="19"/>
                    <a:pt x="344" y="19"/>
                  </a:cubicBezTo>
                  <a:cubicBezTo>
                    <a:pt x="369" y="19"/>
                    <a:pt x="380" y="34"/>
                    <a:pt x="380" y="42"/>
                  </a:cubicBezTo>
                  <a:cubicBezTo>
                    <a:pt x="380" y="55"/>
                    <a:pt x="380" y="55"/>
                    <a:pt x="380" y="55"/>
                  </a:cubicBezTo>
                  <a:cubicBezTo>
                    <a:pt x="380" y="72"/>
                    <a:pt x="391" y="97"/>
                    <a:pt x="422" y="97"/>
                  </a:cubicBezTo>
                  <a:cubicBezTo>
                    <a:pt x="521" y="97"/>
                    <a:pt x="521" y="97"/>
                    <a:pt x="521" y="97"/>
                  </a:cubicBezTo>
                  <a:cubicBezTo>
                    <a:pt x="530" y="97"/>
                    <a:pt x="537" y="105"/>
                    <a:pt x="537" y="114"/>
                  </a:cubicBezTo>
                  <a:cubicBezTo>
                    <a:pt x="537" y="170"/>
                    <a:pt x="537" y="170"/>
                    <a:pt x="537" y="170"/>
                  </a:cubicBezTo>
                  <a:lnTo>
                    <a:pt x="432" y="17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3" name="Freeform 128"/>
            <p:cNvSpPr>
              <a:spLocks/>
            </p:cNvSpPr>
            <p:nvPr/>
          </p:nvSpPr>
          <p:spPr bwMode="auto">
            <a:xfrm>
              <a:off x="7185026" y="1708151"/>
              <a:ext cx="96838" cy="44450"/>
            </a:xfrm>
            <a:custGeom>
              <a:avLst/>
              <a:gdLst>
                <a:gd name="T0" fmla="*/ 9 w 97"/>
                <a:gd name="T1" fmla="*/ 45 h 45"/>
                <a:gd name="T2" fmla="*/ 18 w 97"/>
                <a:gd name="T3" fmla="*/ 36 h 45"/>
                <a:gd name="T4" fmla="*/ 18 w 97"/>
                <a:gd name="T5" fmla="*/ 23 h 45"/>
                <a:gd name="T6" fmla="*/ 22 w 97"/>
                <a:gd name="T7" fmla="*/ 19 h 45"/>
                <a:gd name="T8" fmla="*/ 74 w 97"/>
                <a:gd name="T9" fmla="*/ 19 h 45"/>
                <a:gd name="T10" fmla="*/ 78 w 97"/>
                <a:gd name="T11" fmla="*/ 23 h 45"/>
                <a:gd name="T12" fmla="*/ 78 w 97"/>
                <a:gd name="T13" fmla="*/ 36 h 45"/>
                <a:gd name="T14" fmla="*/ 88 w 97"/>
                <a:gd name="T15" fmla="*/ 45 h 45"/>
                <a:gd name="T16" fmla="*/ 97 w 97"/>
                <a:gd name="T17" fmla="*/ 36 h 45"/>
                <a:gd name="T18" fmla="*/ 97 w 97"/>
                <a:gd name="T19" fmla="*/ 23 h 45"/>
                <a:gd name="T20" fmla="*/ 74 w 97"/>
                <a:gd name="T21" fmla="*/ 0 h 45"/>
                <a:gd name="T22" fmla="*/ 22 w 97"/>
                <a:gd name="T23" fmla="*/ 0 h 45"/>
                <a:gd name="T24" fmla="*/ 0 w 97"/>
                <a:gd name="T25" fmla="*/ 23 h 45"/>
                <a:gd name="T26" fmla="*/ 0 w 97"/>
                <a:gd name="T27" fmla="*/ 36 h 45"/>
                <a:gd name="T28" fmla="*/ 9 w 97"/>
                <a:gd name="T29" fmla="*/ 45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97" h="45">
                  <a:moveTo>
                    <a:pt x="9" y="45"/>
                  </a:moveTo>
                  <a:cubicBezTo>
                    <a:pt x="14" y="45"/>
                    <a:pt x="18" y="41"/>
                    <a:pt x="18" y="36"/>
                  </a:cubicBezTo>
                  <a:cubicBezTo>
                    <a:pt x="18" y="23"/>
                    <a:pt x="18" y="23"/>
                    <a:pt x="18" y="23"/>
                  </a:cubicBezTo>
                  <a:cubicBezTo>
                    <a:pt x="18" y="21"/>
                    <a:pt x="20" y="19"/>
                    <a:pt x="22" y="19"/>
                  </a:cubicBezTo>
                  <a:cubicBezTo>
                    <a:pt x="74" y="19"/>
                    <a:pt x="74" y="19"/>
                    <a:pt x="74" y="19"/>
                  </a:cubicBezTo>
                  <a:cubicBezTo>
                    <a:pt x="77" y="19"/>
                    <a:pt x="78" y="21"/>
                    <a:pt x="78" y="23"/>
                  </a:cubicBezTo>
                  <a:cubicBezTo>
                    <a:pt x="78" y="36"/>
                    <a:pt x="78" y="36"/>
                    <a:pt x="78" y="36"/>
                  </a:cubicBezTo>
                  <a:cubicBezTo>
                    <a:pt x="78" y="41"/>
                    <a:pt x="82" y="45"/>
                    <a:pt x="88" y="45"/>
                  </a:cubicBezTo>
                  <a:cubicBezTo>
                    <a:pt x="93" y="45"/>
                    <a:pt x="97" y="41"/>
                    <a:pt x="97" y="36"/>
                  </a:cubicBezTo>
                  <a:cubicBezTo>
                    <a:pt x="97" y="23"/>
                    <a:pt x="97" y="23"/>
                    <a:pt x="97" y="23"/>
                  </a:cubicBezTo>
                  <a:cubicBezTo>
                    <a:pt x="97" y="10"/>
                    <a:pt x="87" y="0"/>
                    <a:pt x="74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10" y="0"/>
                    <a:pt x="0" y="10"/>
                    <a:pt x="0" y="23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41"/>
                    <a:pt x="4" y="45"/>
                    <a:pt x="9" y="45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4" name="Freeform 129"/>
            <p:cNvSpPr>
              <a:spLocks noEditPoints="1"/>
            </p:cNvSpPr>
            <p:nvPr/>
          </p:nvSpPr>
          <p:spPr bwMode="auto">
            <a:xfrm>
              <a:off x="7300914" y="1812926"/>
              <a:ext cx="241300" cy="239713"/>
            </a:xfrm>
            <a:custGeom>
              <a:avLst/>
              <a:gdLst>
                <a:gd name="T0" fmla="*/ 121 w 242"/>
                <a:gd name="T1" fmla="*/ 0 h 241"/>
                <a:gd name="T2" fmla="*/ 0 w 242"/>
                <a:gd name="T3" fmla="*/ 121 h 241"/>
                <a:gd name="T4" fmla="*/ 121 w 242"/>
                <a:gd name="T5" fmla="*/ 241 h 241"/>
                <a:gd name="T6" fmla="*/ 242 w 242"/>
                <a:gd name="T7" fmla="*/ 121 h 241"/>
                <a:gd name="T8" fmla="*/ 121 w 242"/>
                <a:gd name="T9" fmla="*/ 0 h 241"/>
                <a:gd name="T10" fmla="*/ 121 w 242"/>
                <a:gd name="T11" fmla="*/ 223 h 241"/>
                <a:gd name="T12" fmla="*/ 19 w 242"/>
                <a:gd name="T13" fmla="*/ 121 h 241"/>
                <a:gd name="T14" fmla="*/ 121 w 242"/>
                <a:gd name="T15" fmla="*/ 19 h 241"/>
                <a:gd name="T16" fmla="*/ 223 w 242"/>
                <a:gd name="T17" fmla="*/ 121 h 241"/>
                <a:gd name="T18" fmla="*/ 121 w 242"/>
                <a:gd name="T19" fmla="*/ 223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42" h="241">
                  <a:moveTo>
                    <a:pt x="121" y="0"/>
                  </a:moveTo>
                  <a:cubicBezTo>
                    <a:pt x="55" y="0"/>
                    <a:pt x="0" y="54"/>
                    <a:pt x="0" y="121"/>
                  </a:cubicBezTo>
                  <a:cubicBezTo>
                    <a:pt x="0" y="187"/>
                    <a:pt x="55" y="241"/>
                    <a:pt x="121" y="241"/>
                  </a:cubicBezTo>
                  <a:cubicBezTo>
                    <a:pt x="188" y="241"/>
                    <a:pt x="242" y="187"/>
                    <a:pt x="242" y="121"/>
                  </a:cubicBezTo>
                  <a:cubicBezTo>
                    <a:pt x="242" y="54"/>
                    <a:pt x="188" y="0"/>
                    <a:pt x="121" y="0"/>
                  </a:cubicBezTo>
                  <a:close/>
                  <a:moveTo>
                    <a:pt x="121" y="223"/>
                  </a:moveTo>
                  <a:cubicBezTo>
                    <a:pt x="65" y="223"/>
                    <a:pt x="19" y="177"/>
                    <a:pt x="19" y="121"/>
                  </a:cubicBezTo>
                  <a:cubicBezTo>
                    <a:pt x="19" y="64"/>
                    <a:pt x="65" y="19"/>
                    <a:pt x="121" y="19"/>
                  </a:cubicBezTo>
                  <a:cubicBezTo>
                    <a:pt x="177" y="19"/>
                    <a:pt x="223" y="64"/>
                    <a:pt x="223" y="121"/>
                  </a:cubicBezTo>
                  <a:cubicBezTo>
                    <a:pt x="223" y="177"/>
                    <a:pt x="177" y="223"/>
                    <a:pt x="121" y="223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74" name="Group 273"/>
          <p:cNvGrpSpPr/>
          <p:nvPr/>
        </p:nvGrpSpPr>
        <p:grpSpPr>
          <a:xfrm>
            <a:off x="10640486" y="2243669"/>
            <a:ext cx="738717" cy="563033"/>
            <a:chOff x="7980364" y="1682751"/>
            <a:chExt cx="554038" cy="422275"/>
          </a:xfrm>
          <a:solidFill>
            <a:schemeClr val="tx2"/>
          </a:solidFill>
        </p:grpSpPr>
        <p:sp>
          <p:nvSpPr>
            <p:cNvPr id="165" name="Freeform 130"/>
            <p:cNvSpPr>
              <a:spLocks noEditPoints="1"/>
            </p:cNvSpPr>
            <p:nvPr/>
          </p:nvSpPr>
          <p:spPr bwMode="auto">
            <a:xfrm>
              <a:off x="7980364" y="1682751"/>
              <a:ext cx="554038" cy="357188"/>
            </a:xfrm>
            <a:custGeom>
              <a:avLst/>
              <a:gdLst>
                <a:gd name="T0" fmla="*/ 533 w 556"/>
                <a:gd name="T1" fmla="*/ 131 h 359"/>
                <a:gd name="T2" fmla="*/ 503 w 556"/>
                <a:gd name="T3" fmla="*/ 131 h 359"/>
                <a:gd name="T4" fmla="*/ 503 w 556"/>
                <a:gd name="T5" fmla="*/ 88 h 359"/>
                <a:gd name="T6" fmla="*/ 481 w 556"/>
                <a:gd name="T7" fmla="*/ 65 h 359"/>
                <a:gd name="T8" fmla="*/ 455 w 556"/>
                <a:gd name="T9" fmla="*/ 65 h 359"/>
                <a:gd name="T10" fmla="*/ 445 w 556"/>
                <a:gd name="T11" fmla="*/ 75 h 359"/>
                <a:gd name="T12" fmla="*/ 455 w 556"/>
                <a:gd name="T13" fmla="*/ 84 h 359"/>
                <a:gd name="T14" fmla="*/ 481 w 556"/>
                <a:gd name="T15" fmla="*/ 84 h 359"/>
                <a:gd name="T16" fmla="*/ 485 w 556"/>
                <a:gd name="T17" fmla="*/ 88 h 359"/>
                <a:gd name="T18" fmla="*/ 485 w 556"/>
                <a:gd name="T19" fmla="*/ 131 h 359"/>
                <a:gd name="T20" fmla="*/ 438 w 556"/>
                <a:gd name="T21" fmla="*/ 131 h 359"/>
                <a:gd name="T22" fmla="*/ 438 w 556"/>
                <a:gd name="T23" fmla="*/ 9 h 359"/>
                <a:gd name="T24" fmla="*/ 428 w 556"/>
                <a:gd name="T25" fmla="*/ 0 h 359"/>
                <a:gd name="T26" fmla="*/ 127 w 556"/>
                <a:gd name="T27" fmla="*/ 0 h 359"/>
                <a:gd name="T28" fmla="*/ 118 w 556"/>
                <a:gd name="T29" fmla="*/ 9 h 359"/>
                <a:gd name="T30" fmla="*/ 118 w 556"/>
                <a:gd name="T31" fmla="*/ 131 h 359"/>
                <a:gd name="T32" fmla="*/ 71 w 556"/>
                <a:gd name="T33" fmla="*/ 131 h 359"/>
                <a:gd name="T34" fmla="*/ 71 w 556"/>
                <a:gd name="T35" fmla="*/ 88 h 359"/>
                <a:gd name="T36" fmla="*/ 75 w 556"/>
                <a:gd name="T37" fmla="*/ 84 h 359"/>
                <a:gd name="T38" fmla="*/ 101 w 556"/>
                <a:gd name="T39" fmla="*/ 84 h 359"/>
                <a:gd name="T40" fmla="*/ 110 w 556"/>
                <a:gd name="T41" fmla="*/ 75 h 359"/>
                <a:gd name="T42" fmla="*/ 101 w 556"/>
                <a:gd name="T43" fmla="*/ 65 h 359"/>
                <a:gd name="T44" fmla="*/ 75 w 556"/>
                <a:gd name="T45" fmla="*/ 65 h 359"/>
                <a:gd name="T46" fmla="*/ 52 w 556"/>
                <a:gd name="T47" fmla="*/ 88 h 359"/>
                <a:gd name="T48" fmla="*/ 52 w 556"/>
                <a:gd name="T49" fmla="*/ 131 h 359"/>
                <a:gd name="T50" fmla="*/ 22 w 556"/>
                <a:gd name="T51" fmla="*/ 131 h 359"/>
                <a:gd name="T52" fmla="*/ 0 w 556"/>
                <a:gd name="T53" fmla="*/ 153 h 359"/>
                <a:gd name="T54" fmla="*/ 0 w 556"/>
                <a:gd name="T55" fmla="*/ 337 h 359"/>
                <a:gd name="T56" fmla="*/ 22 w 556"/>
                <a:gd name="T57" fmla="*/ 359 h 359"/>
                <a:gd name="T58" fmla="*/ 101 w 556"/>
                <a:gd name="T59" fmla="*/ 359 h 359"/>
                <a:gd name="T60" fmla="*/ 110 w 556"/>
                <a:gd name="T61" fmla="*/ 350 h 359"/>
                <a:gd name="T62" fmla="*/ 101 w 556"/>
                <a:gd name="T63" fmla="*/ 341 h 359"/>
                <a:gd name="T64" fmla="*/ 22 w 556"/>
                <a:gd name="T65" fmla="*/ 341 h 359"/>
                <a:gd name="T66" fmla="*/ 19 w 556"/>
                <a:gd name="T67" fmla="*/ 337 h 359"/>
                <a:gd name="T68" fmla="*/ 19 w 556"/>
                <a:gd name="T69" fmla="*/ 294 h 359"/>
                <a:gd name="T70" fmla="*/ 537 w 556"/>
                <a:gd name="T71" fmla="*/ 294 h 359"/>
                <a:gd name="T72" fmla="*/ 537 w 556"/>
                <a:gd name="T73" fmla="*/ 337 h 359"/>
                <a:gd name="T74" fmla="*/ 533 w 556"/>
                <a:gd name="T75" fmla="*/ 341 h 359"/>
                <a:gd name="T76" fmla="*/ 455 w 556"/>
                <a:gd name="T77" fmla="*/ 341 h 359"/>
                <a:gd name="T78" fmla="*/ 445 w 556"/>
                <a:gd name="T79" fmla="*/ 350 h 359"/>
                <a:gd name="T80" fmla="*/ 455 w 556"/>
                <a:gd name="T81" fmla="*/ 359 h 359"/>
                <a:gd name="T82" fmla="*/ 533 w 556"/>
                <a:gd name="T83" fmla="*/ 359 h 359"/>
                <a:gd name="T84" fmla="*/ 556 w 556"/>
                <a:gd name="T85" fmla="*/ 337 h 359"/>
                <a:gd name="T86" fmla="*/ 556 w 556"/>
                <a:gd name="T87" fmla="*/ 153 h 359"/>
                <a:gd name="T88" fmla="*/ 533 w 556"/>
                <a:gd name="T89" fmla="*/ 131 h 359"/>
                <a:gd name="T90" fmla="*/ 136 w 556"/>
                <a:gd name="T91" fmla="*/ 19 h 359"/>
                <a:gd name="T92" fmla="*/ 419 w 556"/>
                <a:gd name="T93" fmla="*/ 19 h 359"/>
                <a:gd name="T94" fmla="*/ 419 w 556"/>
                <a:gd name="T95" fmla="*/ 131 h 359"/>
                <a:gd name="T96" fmla="*/ 136 w 556"/>
                <a:gd name="T97" fmla="*/ 131 h 359"/>
                <a:gd name="T98" fmla="*/ 136 w 556"/>
                <a:gd name="T99" fmla="*/ 19 h 359"/>
                <a:gd name="T100" fmla="*/ 19 w 556"/>
                <a:gd name="T101" fmla="*/ 275 h 359"/>
                <a:gd name="T102" fmla="*/ 19 w 556"/>
                <a:gd name="T103" fmla="*/ 153 h 359"/>
                <a:gd name="T104" fmla="*/ 22 w 556"/>
                <a:gd name="T105" fmla="*/ 150 h 359"/>
                <a:gd name="T106" fmla="*/ 533 w 556"/>
                <a:gd name="T107" fmla="*/ 150 h 359"/>
                <a:gd name="T108" fmla="*/ 537 w 556"/>
                <a:gd name="T109" fmla="*/ 153 h 359"/>
                <a:gd name="T110" fmla="*/ 537 w 556"/>
                <a:gd name="T111" fmla="*/ 275 h 359"/>
                <a:gd name="T112" fmla="*/ 19 w 556"/>
                <a:gd name="T113" fmla="*/ 275 h 3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556" h="359">
                  <a:moveTo>
                    <a:pt x="533" y="131"/>
                  </a:moveTo>
                  <a:cubicBezTo>
                    <a:pt x="503" y="131"/>
                    <a:pt x="503" y="131"/>
                    <a:pt x="503" y="131"/>
                  </a:cubicBezTo>
                  <a:cubicBezTo>
                    <a:pt x="503" y="88"/>
                    <a:pt x="503" y="88"/>
                    <a:pt x="503" y="88"/>
                  </a:cubicBezTo>
                  <a:cubicBezTo>
                    <a:pt x="503" y="76"/>
                    <a:pt x="493" y="65"/>
                    <a:pt x="481" y="65"/>
                  </a:cubicBezTo>
                  <a:cubicBezTo>
                    <a:pt x="455" y="65"/>
                    <a:pt x="455" y="65"/>
                    <a:pt x="455" y="65"/>
                  </a:cubicBezTo>
                  <a:cubicBezTo>
                    <a:pt x="449" y="65"/>
                    <a:pt x="445" y="70"/>
                    <a:pt x="445" y="75"/>
                  </a:cubicBezTo>
                  <a:cubicBezTo>
                    <a:pt x="445" y="80"/>
                    <a:pt x="449" y="84"/>
                    <a:pt x="455" y="84"/>
                  </a:cubicBezTo>
                  <a:cubicBezTo>
                    <a:pt x="481" y="84"/>
                    <a:pt x="481" y="84"/>
                    <a:pt x="481" y="84"/>
                  </a:cubicBezTo>
                  <a:cubicBezTo>
                    <a:pt x="483" y="84"/>
                    <a:pt x="485" y="86"/>
                    <a:pt x="485" y="88"/>
                  </a:cubicBezTo>
                  <a:cubicBezTo>
                    <a:pt x="485" y="131"/>
                    <a:pt x="485" y="131"/>
                    <a:pt x="485" y="131"/>
                  </a:cubicBezTo>
                  <a:cubicBezTo>
                    <a:pt x="438" y="131"/>
                    <a:pt x="438" y="131"/>
                    <a:pt x="438" y="131"/>
                  </a:cubicBezTo>
                  <a:cubicBezTo>
                    <a:pt x="438" y="9"/>
                    <a:pt x="438" y="9"/>
                    <a:pt x="438" y="9"/>
                  </a:cubicBezTo>
                  <a:cubicBezTo>
                    <a:pt x="438" y="4"/>
                    <a:pt x="434" y="0"/>
                    <a:pt x="428" y="0"/>
                  </a:cubicBezTo>
                  <a:cubicBezTo>
                    <a:pt x="127" y="0"/>
                    <a:pt x="127" y="0"/>
                    <a:pt x="127" y="0"/>
                  </a:cubicBezTo>
                  <a:cubicBezTo>
                    <a:pt x="122" y="0"/>
                    <a:pt x="118" y="4"/>
                    <a:pt x="118" y="9"/>
                  </a:cubicBezTo>
                  <a:cubicBezTo>
                    <a:pt x="118" y="131"/>
                    <a:pt x="118" y="131"/>
                    <a:pt x="118" y="131"/>
                  </a:cubicBezTo>
                  <a:cubicBezTo>
                    <a:pt x="71" y="131"/>
                    <a:pt x="71" y="131"/>
                    <a:pt x="71" y="131"/>
                  </a:cubicBezTo>
                  <a:cubicBezTo>
                    <a:pt x="71" y="88"/>
                    <a:pt x="71" y="88"/>
                    <a:pt x="71" y="88"/>
                  </a:cubicBezTo>
                  <a:cubicBezTo>
                    <a:pt x="71" y="86"/>
                    <a:pt x="73" y="84"/>
                    <a:pt x="75" y="84"/>
                  </a:cubicBezTo>
                  <a:cubicBezTo>
                    <a:pt x="101" y="84"/>
                    <a:pt x="101" y="84"/>
                    <a:pt x="101" y="84"/>
                  </a:cubicBezTo>
                  <a:cubicBezTo>
                    <a:pt x="106" y="84"/>
                    <a:pt x="110" y="80"/>
                    <a:pt x="110" y="75"/>
                  </a:cubicBezTo>
                  <a:cubicBezTo>
                    <a:pt x="110" y="70"/>
                    <a:pt x="106" y="65"/>
                    <a:pt x="101" y="65"/>
                  </a:cubicBezTo>
                  <a:cubicBezTo>
                    <a:pt x="75" y="65"/>
                    <a:pt x="75" y="65"/>
                    <a:pt x="75" y="65"/>
                  </a:cubicBezTo>
                  <a:cubicBezTo>
                    <a:pt x="62" y="65"/>
                    <a:pt x="52" y="76"/>
                    <a:pt x="52" y="88"/>
                  </a:cubicBezTo>
                  <a:cubicBezTo>
                    <a:pt x="52" y="131"/>
                    <a:pt x="52" y="131"/>
                    <a:pt x="52" y="131"/>
                  </a:cubicBezTo>
                  <a:cubicBezTo>
                    <a:pt x="22" y="131"/>
                    <a:pt x="22" y="131"/>
                    <a:pt x="22" y="131"/>
                  </a:cubicBezTo>
                  <a:cubicBezTo>
                    <a:pt x="10" y="131"/>
                    <a:pt x="0" y="141"/>
                    <a:pt x="0" y="153"/>
                  </a:cubicBezTo>
                  <a:cubicBezTo>
                    <a:pt x="0" y="337"/>
                    <a:pt x="0" y="337"/>
                    <a:pt x="0" y="337"/>
                  </a:cubicBezTo>
                  <a:cubicBezTo>
                    <a:pt x="0" y="349"/>
                    <a:pt x="10" y="359"/>
                    <a:pt x="22" y="359"/>
                  </a:cubicBezTo>
                  <a:cubicBezTo>
                    <a:pt x="101" y="359"/>
                    <a:pt x="101" y="359"/>
                    <a:pt x="101" y="359"/>
                  </a:cubicBezTo>
                  <a:cubicBezTo>
                    <a:pt x="106" y="359"/>
                    <a:pt x="110" y="355"/>
                    <a:pt x="110" y="350"/>
                  </a:cubicBezTo>
                  <a:cubicBezTo>
                    <a:pt x="110" y="345"/>
                    <a:pt x="106" y="341"/>
                    <a:pt x="101" y="341"/>
                  </a:cubicBezTo>
                  <a:cubicBezTo>
                    <a:pt x="22" y="341"/>
                    <a:pt x="22" y="341"/>
                    <a:pt x="22" y="341"/>
                  </a:cubicBezTo>
                  <a:cubicBezTo>
                    <a:pt x="20" y="341"/>
                    <a:pt x="19" y="339"/>
                    <a:pt x="19" y="337"/>
                  </a:cubicBezTo>
                  <a:cubicBezTo>
                    <a:pt x="19" y="294"/>
                    <a:pt x="19" y="294"/>
                    <a:pt x="19" y="294"/>
                  </a:cubicBezTo>
                  <a:cubicBezTo>
                    <a:pt x="537" y="294"/>
                    <a:pt x="537" y="294"/>
                    <a:pt x="537" y="294"/>
                  </a:cubicBezTo>
                  <a:cubicBezTo>
                    <a:pt x="537" y="337"/>
                    <a:pt x="537" y="337"/>
                    <a:pt x="537" y="337"/>
                  </a:cubicBezTo>
                  <a:cubicBezTo>
                    <a:pt x="537" y="339"/>
                    <a:pt x="535" y="341"/>
                    <a:pt x="533" y="341"/>
                  </a:cubicBezTo>
                  <a:cubicBezTo>
                    <a:pt x="455" y="341"/>
                    <a:pt x="455" y="341"/>
                    <a:pt x="455" y="341"/>
                  </a:cubicBezTo>
                  <a:cubicBezTo>
                    <a:pt x="449" y="341"/>
                    <a:pt x="445" y="345"/>
                    <a:pt x="445" y="350"/>
                  </a:cubicBezTo>
                  <a:cubicBezTo>
                    <a:pt x="445" y="355"/>
                    <a:pt x="449" y="359"/>
                    <a:pt x="455" y="359"/>
                  </a:cubicBezTo>
                  <a:cubicBezTo>
                    <a:pt x="533" y="359"/>
                    <a:pt x="533" y="359"/>
                    <a:pt x="533" y="359"/>
                  </a:cubicBezTo>
                  <a:cubicBezTo>
                    <a:pt x="546" y="359"/>
                    <a:pt x="556" y="349"/>
                    <a:pt x="556" y="337"/>
                  </a:cubicBezTo>
                  <a:cubicBezTo>
                    <a:pt x="556" y="153"/>
                    <a:pt x="556" y="153"/>
                    <a:pt x="556" y="153"/>
                  </a:cubicBezTo>
                  <a:cubicBezTo>
                    <a:pt x="556" y="141"/>
                    <a:pt x="546" y="131"/>
                    <a:pt x="533" y="131"/>
                  </a:cubicBezTo>
                  <a:close/>
                  <a:moveTo>
                    <a:pt x="136" y="19"/>
                  </a:moveTo>
                  <a:cubicBezTo>
                    <a:pt x="419" y="19"/>
                    <a:pt x="419" y="19"/>
                    <a:pt x="419" y="19"/>
                  </a:cubicBezTo>
                  <a:cubicBezTo>
                    <a:pt x="419" y="131"/>
                    <a:pt x="419" y="131"/>
                    <a:pt x="419" y="131"/>
                  </a:cubicBezTo>
                  <a:cubicBezTo>
                    <a:pt x="136" y="131"/>
                    <a:pt x="136" y="131"/>
                    <a:pt x="136" y="131"/>
                  </a:cubicBezTo>
                  <a:lnTo>
                    <a:pt x="136" y="19"/>
                  </a:lnTo>
                  <a:close/>
                  <a:moveTo>
                    <a:pt x="19" y="275"/>
                  </a:moveTo>
                  <a:cubicBezTo>
                    <a:pt x="19" y="153"/>
                    <a:pt x="19" y="153"/>
                    <a:pt x="19" y="153"/>
                  </a:cubicBezTo>
                  <a:cubicBezTo>
                    <a:pt x="19" y="151"/>
                    <a:pt x="20" y="150"/>
                    <a:pt x="22" y="150"/>
                  </a:cubicBezTo>
                  <a:cubicBezTo>
                    <a:pt x="533" y="150"/>
                    <a:pt x="533" y="150"/>
                    <a:pt x="533" y="150"/>
                  </a:cubicBezTo>
                  <a:cubicBezTo>
                    <a:pt x="535" y="150"/>
                    <a:pt x="537" y="151"/>
                    <a:pt x="537" y="153"/>
                  </a:cubicBezTo>
                  <a:cubicBezTo>
                    <a:pt x="537" y="275"/>
                    <a:pt x="537" y="275"/>
                    <a:pt x="537" y="275"/>
                  </a:cubicBezTo>
                  <a:lnTo>
                    <a:pt x="19" y="275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6" name="Freeform 131"/>
            <p:cNvSpPr>
              <a:spLocks/>
            </p:cNvSpPr>
            <p:nvPr/>
          </p:nvSpPr>
          <p:spPr bwMode="auto">
            <a:xfrm>
              <a:off x="8097839" y="1982788"/>
              <a:ext cx="319088" cy="122238"/>
            </a:xfrm>
            <a:custGeom>
              <a:avLst/>
              <a:gdLst>
                <a:gd name="T0" fmla="*/ 310 w 320"/>
                <a:gd name="T1" fmla="*/ 0 h 124"/>
                <a:gd name="T2" fmla="*/ 301 w 320"/>
                <a:gd name="T3" fmla="*/ 10 h 124"/>
                <a:gd name="T4" fmla="*/ 301 w 320"/>
                <a:gd name="T5" fmla="*/ 105 h 124"/>
                <a:gd name="T6" fmla="*/ 18 w 320"/>
                <a:gd name="T7" fmla="*/ 105 h 124"/>
                <a:gd name="T8" fmla="*/ 18 w 320"/>
                <a:gd name="T9" fmla="*/ 10 h 124"/>
                <a:gd name="T10" fmla="*/ 9 w 320"/>
                <a:gd name="T11" fmla="*/ 0 h 124"/>
                <a:gd name="T12" fmla="*/ 0 w 320"/>
                <a:gd name="T13" fmla="*/ 10 h 124"/>
                <a:gd name="T14" fmla="*/ 0 w 320"/>
                <a:gd name="T15" fmla="*/ 114 h 124"/>
                <a:gd name="T16" fmla="*/ 9 w 320"/>
                <a:gd name="T17" fmla="*/ 124 h 124"/>
                <a:gd name="T18" fmla="*/ 310 w 320"/>
                <a:gd name="T19" fmla="*/ 124 h 124"/>
                <a:gd name="T20" fmla="*/ 320 w 320"/>
                <a:gd name="T21" fmla="*/ 114 h 124"/>
                <a:gd name="T22" fmla="*/ 320 w 320"/>
                <a:gd name="T23" fmla="*/ 10 h 124"/>
                <a:gd name="T24" fmla="*/ 310 w 320"/>
                <a:gd name="T25" fmla="*/ 0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20" h="124">
                  <a:moveTo>
                    <a:pt x="310" y="0"/>
                  </a:moveTo>
                  <a:cubicBezTo>
                    <a:pt x="305" y="0"/>
                    <a:pt x="301" y="4"/>
                    <a:pt x="301" y="10"/>
                  </a:cubicBezTo>
                  <a:cubicBezTo>
                    <a:pt x="301" y="105"/>
                    <a:pt x="301" y="105"/>
                    <a:pt x="301" y="105"/>
                  </a:cubicBezTo>
                  <a:cubicBezTo>
                    <a:pt x="18" y="105"/>
                    <a:pt x="18" y="105"/>
                    <a:pt x="18" y="105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18" y="4"/>
                    <a:pt x="14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114"/>
                    <a:pt x="0" y="114"/>
                    <a:pt x="0" y="114"/>
                  </a:cubicBezTo>
                  <a:cubicBezTo>
                    <a:pt x="0" y="120"/>
                    <a:pt x="4" y="124"/>
                    <a:pt x="9" y="124"/>
                  </a:cubicBezTo>
                  <a:cubicBezTo>
                    <a:pt x="310" y="124"/>
                    <a:pt x="310" y="124"/>
                    <a:pt x="310" y="124"/>
                  </a:cubicBezTo>
                  <a:cubicBezTo>
                    <a:pt x="316" y="124"/>
                    <a:pt x="320" y="120"/>
                    <a:pt x="320" y="114"/>
                  </a:cubicBezTo>
                  <a:cubicBezTo>
                    <a:pt x="320" y="10"/>
                    <a:pt x="320" y="10"/>
                    <a:pt x="320" y="10"/>
                  </a:cubicBezTo>
                  <a:cubicBezTo>
                    <a:pt x="320" y="4"/>
                    <a:pt x="316" y="0"/>
                    <a:pt x="31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7" name="Oval 132"/>
            <p:cNvSpPr>
              <a:spLocks noChangeArrowheads="1"/>
            </p:cNvSpPr>
            <p:nvPr/>
          </p:nvSpPr>
          <p:spPr bwMode="auto">
            <a:xfrm>
              <a:off x="8456614" y="1897063"/>
              <a:ext cx="44450" cy="4603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8" name="Oval 133"/>
            <p:cNvSpPr>
              <a:spLocks noChangeArrowheads="1"/>
            </p:cNvSpPr>
            <p:nvPr/>
          </p:nvSpPr>
          <p:spPr bwMode="auto">
            <a:xfrm>
              <a:off x="8404226" y="1897063"/>
              <a:ext cx="44450" cy="4603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84" name="Group 283"/>
          <p:cNvGrpSpPr/>
          <p:nvPr/>
        </p:nvGrpSpPr>
        <p:grpSpPr>
          <a:xfrm>
            <a:off x="903819" y="3147485"/>
            <a:ext cx="736600" cy="565151"/>
            <a:chOff x="677864" y="2360613"/>
            <a:chExt cx="552450" cy="423863"/>
          </a:xfrm>
          <a:solidFill>
            <a:schemeClr val="tx2"/>
          </a:solidFill>
        </p:grpSpPr>
        <p:sp>
          <p:nvSpPr>
            <p:cNvPr id="169" name="Freeform 134"/>
            <p:cNvSpPr>
              <a:spLocks/>
            </p:cNvSpPr>
            <p:nvPr/>
          </p:nvSpPr>
          <p:spPr bwMode="auto">
            <a:xfrm>
              <a:off x="677864" y="2582863"/>
              <a:ext cx="552450" cy="201613"/>
            </a:xfrm>
            <a:custGeom>
              <a:avLst/>
              <a:gdLst>
                <a:gd name="T0" fmla="*/ 546 w 555"/>
                <a:gd name="T1" fmla="*/ 0 h 202"/>
                <a:gd name="T2" fmla="*/ 537 w 555"/>
                <a:gd name="T3" fmla="*/ 9 h 202"/>
                <a:gd name="T4" fmla="*/ 537 w 555"/>
                <a:gd name="T5" fmla="*/ 180 h 202"/>
                <a:gd name="T6" fmla="*/ 533 w 555"/>
                <a:gd name="T7" fmla="*/ 183 h 202"/>
                <a:gd name="T8" fmla="*/ 22 w 555"/>
                <a:gd name="T9" fmla="*/ 183 h 202"/>
                <a:gd name="T10" fmla="*/ 18 w 555"/>
                <a:gd name="T11" fmla="*/ 180 h 202"/>
                <a:gd name="T12" fmla="*/ 18 w 555"/>
                <a:gd name="T13" fmla="*/ 9 h 202"/>
                <a:gd name="T14" fmla="*/ 9 w 555"/>
                <a:gd name="T15" fmla="*/ 0 h 202"/>
                <a:gd name="T16" fmla="*/ 0 w 555"/>
                <a:gd name="T17" fmla="*/ 9 h 202"/>
                <a:gd name="T18" fmla="*/ 0 w 555"/>
                <a:gd name="T19" fmla="*/ 180 h 202"/>
                <a:gd name="T20" fmla="*/ 22 w 555"/>
                <a:gd name="T21" fmla="*/ 202 h 202"/>
                <a:gd name="T22" fmla="*/ 533 w 555"/>
                <a:gd name="T23" fmla="*/ 202 h 202"/>
                <a:gd name="T24" fmla="*/ 555 w 555"/>
                <a:gd name="T25" fmla="*/ 180 h 202"/>
                <a:gd name="T26" fmla="*/ 555 w 555"/>
                <a:gd name="T27" fmla="*/ 9 h 202"/>
                <a:gd name="T28" fmla="*/ 546 w 555"/>
                <a:gd name="T29" fmla="*/ 0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55" h="202">
                  <a:moveTo>
                    <a:pt x="546" y="0"/>
                  </a:moveTo>
                  <a:cubicBezTo>
                    <a:pt x="541" y="0"/>
                    <a:pt x="537" y="4"/>
                    <a:pt x="537" y="9"/>
                  </a:cubicBezTo>
                  <a:cubicBezTo>
                    <a:pt x="537" y="180"/>
                    <a:pt x="537" y="180"/>
                    <a:pt x="537" y="180"/>
                  </a:cubicBezTo>
                  <a:cubicBezTo>
                    <a:pt x="537" y="182"/>
                    <a:pt x="535" y="183"/>
                    <a:pt x="533" y="183"/>
                  </a:cubicBezTo>
                  <a:cubicBezTo>
                    <a:pt x="22" y="183"/>
                    <a:pt x="22" y="183"/>
                    <a:pt x="22" y="183"/>
                  </a:cubicBezTo>
                  <a:cubicBezTo>
                    <a:pt x="20" y="183"/>
                    <a:pt x="18" y="182"/>
                    <a:pt x="18" y="180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18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80"/>
                    <a:pt x="0" y="180"/>
                    <a:pt x="0" y="180"/>
                  </a:cubicBezTo>
                  <a:cubicBezTo>
                    <a:pt x="0" y="192"/>
                    <a:pt x="10" y="202"/>
                    <a:pt x="22" y="202"/>
                  </a:cubicBezTo>
                  <a:cubicBezTo>
                    <a:pt x="533" y="202"/>
                    <a:pt x="533" y="202"/>
                    <a:pt x="533" y="202"/>
                  </a:cubicBezTo>
                  <a:cubicBezTo>
                    <a:pt x="545" y="202"/>
                    <a:pt x="555" y="192"/>
                    <a:pt x="555" y="180"/>
                  </a:cubicBezTo>
                  <a:cubicBezTo>
                    <a:pt x="555" y="9"/>
                    <a:pt x="555" y="9"/>
                    <a:pt x="555" y="9"/>
                  </a:cubicBezTo>
                  <a:cubicBezTo>
                    <a:pt x="555" y="4"/>
                    <a:pt x="551" y="0"/>
                    <a:pt x="54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0" name="Freeform 135"/>
            <p:cNvSpPr>
              <a:spLocks noEditPoints="1"/>
            </p:cNvSpPr>
            <p:nvPr/>
          </p:nvSpPr>
          <p:spPr bwMode="auto">
            <a:xfrm>
              <a:off x="677864" y="2452688"/>
              <a:ext cx="552450" cy="174625"/>
            </a:xfrm>
            <a:custGeom>
              <a:avLst/>
              <a:gdLst>
                <a:gd name="T0" fmla="*/ 533 w 555"/>
                <a:gd name="T1" fmla="*/ 0 h 176"/>
                <a:gd name="T2" fmla="*/ 22 w 555"/>
                <a:gd name="T3" fmla="*/ 0 h 176"/>
                <a:gd name="T4" fmla="*/ 0 w 555"/>
                <a:gd name="T5" fmla="*/ 22 h 176"/>
                <a:gd name="T6" fmla="*/ 0 w 555"/>
                <a:gd name="T7" fmla="*/ 101 h 176"/>
                <a:gd name="T8" fmla="*/ 9 w 555"/>
                <a:gd name="T9" fmla="*/ 110 h 176"/>
                <a:gd name="T10" fmla="*/ 183 w 555"/>
                <a:gd name="T11" fmla="*/ 110 h 176"/>
                <a:gd name="T12" fmla="*/ 183 w 555"/>
                <a:gd name="T13" fmla="*/ 153 h 176"/>
                <a:gd name="T14" fmla="*/ 205 w 555"/>
                <a:gd name="T15" fmla="*/ 176 h 176"/>
                <a:gd name="T16" fmla="*/ 350 w 555"/>
                <a:gd name="T17" fmla="*/ 176 h 176"/>
                <a:gd name="T18" fmla="*/ 372 w 555"/>
                <a:gd name="T19" fmla="*/ 153 h 176"/>
                <a:gd name="T20" fmla="*/ 372 w 555"/>
                <a:gd name="T21" fmla="*/ 110 h 176"/>
                <a:gd name="T22" fmla="*/ 546 w 555"/>
                <a:gd name="T23" fmla="*/ 110 h 176"/>
                <a:gd name="T24" fmla="*/ 555 w 555"/>
                <a:gd name="T25" fmla="*/ 101 h 176"/>
                <a:gd name="T26" fmla="*/ 555 w 555"/>
                <a:gd name="T27" fmla="*/ 22 h 176"/>
                <a:gd name="T28" fmla="*/ 533 w 555"/>
                <a:gd name="T29" fmla="*/ 0 h 176"/>
                <a:gd name="T30" fmla="*/ 353 w 555"/>
                <a:gd name="T31" fmla="*/ 153 h 176"/>
                <a:gd name="T32" fmla="*/ 350 w 555"/>
                <a:gd name="T33" fmla="*/ 157 h 176"/>
                <a:gd name="T34" fmla="*/ 205 w 555"/>
                <a:gd name="T35" fmla="*/ 157 h 176"/>
                <a:gd name="T36" fmla="*/ 202 w 555"/>
                <a:gd name="T37" fmla="*/ 153 h 176"/>
                <a:gd name="T38" fmla="*/ 202 w 555"/>
                <a:gd name="T39" fmla="*/ 110 h 176"/>
                <a:gd name="T40" fmla="*/ 353 w 555"/>
                <a:gd name="T41" fmla="*/ 110 h 176"/>
                <a:gd name="T42" fmla="*/ 353 w 555"/>
                <a:gd name="T43" fmla="*/ 153 h 176"/>
                <a:gd name="T44" fmla="*/ 537 w 555"/>
                <a:gd name="T45" fmla="*/ 92 h 176"/>
                <a:gd name="T46" fmla="*/ 18 w 555"/>
                <a:gd name="T47" fmla="*/ 92 h 176"/>
                <a:gd name="T48" fmla="*/ 18 w 555"/>
                <a:gd name="T49" fmla="*/ 22 h 176"/>
                <a:gd name="T50" fmla="*/ 22 w 555"/>
                <a:gd name="T51" fmla="*/ 19 h 176"/>
                <a:gd name="T52" fmla="*/ 533 w 555"/>
                <a:gd name="T53" fmla="*/ 19 h 176"/>
                <a:gd name="T54" fmla="*/ 537 w 555"/>
                <a:gd name="T55" fmla="*/ 22 h 176"/>
                <a:gd name="T56" fmla="*/ 537 w 555"/>
                <a:gd name="T57" fmla="*/ 92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555" h="176">
                  <a:moveTo>
                    <a:pt x="533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10" y="0"/>
                    <a:pt x="0" y="10"/>
                    <a:pt x="0" y="22"/>
                  </a:cubicBezTo>
                  <a:cubicBezTo>
                    <a:pt x="0" y="101"/>
                    <a:pt x="0" y="101"/>
                    <a:pt x="0" y="101"/>
                  </a:cubicBezTo>
                  <a:cubicBezTo>
                    <a:pt x="0" y="106"/>
                    <a:pt x="4" y="110"/>
                    <a:pt x="9" y="110"/>
                  </a:cubicBezTo>
                  <a:cubicBezTo>
                    <a:pt x="183" y="110"/>
                    <a:pt x="183" y="110"/>
                    <a:pt x="183" y="110"/>
                  </a:cubicBezTo>
                  <a:cubicBezTo>
                    <a:pt x="183" y="153"/>
                    <a:pt x="183" y="153"/>
                    <a:pt x="183" y="153"/>
                  </a:cubicBezTo>
                  <a:cubicBezTo>
                    <a:pt x="183" y="166"/>
                    <a:pt x="193" y="176"/>
                    <a:pt x="205" y="176"/>
                  </a:cubicBezTo>
                  <a:cubicBezTo>
                    <a:pt x="350" y="176"/>
                    <a:pt x="350" y="176"/>
                    <a:pt x="350" y="176"/>
                  </a:cubicBezTo>
                  <a:cubicBezTo>
                    <a:pt x="362" y="176"/>
                    <a:pt x="372" y="166"/>
                    <a:pt x="372" y="153"/>
                  </a:cubicBezTo>
                  <a:cubicBezTo>
                    <a:pt x="372" y="110"/>
                    <a:pt x="372" y="110"/>
                    <a:pt x="372" y="110"/>
                  </a:cubicBezTo>
                  <a:cubicBezTo>
                    <a:pt x="546" y="110"/>
                    <a:pt x="546" y="110"/>
                    <a:pt x="546" y="110"/>
                  </a:cubicBezTo>
                  <a:cubicBezTo>
                    <a:pt x="551" y="110"/>
                    <a:pt x="555" y="106"/>
                    <a:pt x="555" y="10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5" y="10"/>
                    <a:pt x="545" y="0"/>
                    <a:pt x="533" y="0"/>
                  </a:cubicBezTo>
                  <a:close/>
                  <a:moveTo>
                    <a:pt x="353" y="153"/>
                  </a:moveTo>
                  <a:cubicBezTo>
                    <a:pt x="353" y="156"/>
                    <a:pt x="352" y="157"/>
                    <a:pt x="350" y="157"/>
                  </a:cubicBezTo>
                  <a:cubicBezTo>
                    <a:pt x="205" y="157"/>
                    <a:pt x="205" y="157"/>
                    <a:pt x="205" y="157"/>
                  </a:cubicBezTo>
                  <a:cubicBezTo>
                    <a:pt x="203" y="157"/>
                    <a:pt x="202" y="156"/>
                    <a:pt x="202" y="153"/>
                  </a:cubicBezTo>
                  <a:cubicBezTo>
                    <a:pt x="202" y="110"/>
                    <a:pt x="202" y="110"/>
                    <a:pt x="202" y="110"/>
                  </a:cubicBezTo>
                  <a:cubicBezTo>
                    <a:pt x="353" y="110"/>
                    <a:pt x="353" y="110"/>
                    <a:pt x="353" y="110"/>
                  </a:cubicBezTo>
                  <a:lnTo>
                    <a:pt x="353" y="153"/>
                  </a:lnTo>
                  <a:close/>
                  <a:moveTo>
                    <a:pt x="537" y="92"/>
                  </a:moveTo>
                  <a:cubicBezTo>
                    <a:pt x="18" y="92"/>
                    <a:pt x="18" y="92"/>
                    <a:pt x="18" y="92"/>
                  </a:cubicBezTo>
                  <a:cubicBezTo>
                    <a:pt x="18" y="22"/>
                    <a:pt x="18" y="22"/>
                    <a:pt x="18" y="22"/>
                  </a:cubicBezTo>
                  <a:cubicBezTo>
                    <a:pt x="18" y="20"/>
                    <a:pt x="20" y="19"/>
                    <a:pt x="22" y="19"/>
                  </a:cubicBezTo>
                  <a:cubicBezTo>
                    <a:pt x="533" y="19"/>
                    <a:pt x="533" y="19"/>
                    <a:pt x="533" y="19"/>
                  </a:cubicBezTo>
                  <a:cubicBezTo>
                    <a:pt x="535" y="19"/>
                    <a:pt x="537" y="20"/>
                    <a:pt x="537" y="22"/>
                  </a:cubicBezTo>
                  <a:lnTo>
                    <a:pt x="537" y="92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1" name="Freeform 136"/>
            <p:cNvSpPr>
              <a:spLocks/>
            </p:cNvSpPr>
            <p:nvPr/>
          </p:nvSpPr>
          <p:spPr bwMode="auto">
            <a:xfrm>
              <a:off x="860426" y="2360613"/>
              <a:ext cx="187325" cy="84138"/>
            </a:xfrm>
            <a:custGeom>
              <a:avLst/>
              <a:gdLst>
                <a:gd name="T0" fmla="*/ 9 w 189"/>
                <a:gd name="T1" fmla="*/ 85 h 85"/>
                <a:gd name="T2" fmla="*/ 19 w 189"/>
                <a:gd name="T3" fmla="*/ 75 h 85"/>
                <a:gd name="T4" fmla="*/ 19 w 189"/>
                <a:gd name="T5" fmla="*/ 23 h 85"/>
                <a:gd name="T6" fmla="*/ 22 w 189"/>
                <a:gd name="T7" fmla="*/ 19 h 85"/>
                <a:gd name="T8" fmla="*/ 167 w 189"/>
                <a:gd name="T9" fmla="*/ 19 h 85"/>
                <a:gd name="T10" fmla="*/ 170 w 189"/>
                <a:gd name="T11" fmla="*/ 23 h 85"/>
                <a:gd name="T12" fmla="*/ 170 w 189"/>
                <a:gd name="T13" fmla="*/ 75 h 85"/>
                <a:gd name="T14" fmla="*/ 180 w 189"/>
                <a:gd name="T15" fmla="*/ 85 h 85"/>
                <a:gd name="T16" fmla="*/ 189 w 189"/>
                <a:gd name="T17" fmla="*/ 75 h 85"/>
                <a:gd name="T18" fmla="*/ 189 w 189"/>
                <a:gd name="T19" fmla="*/ 23 h 85"/>
                <a:gd name="T20" fmla="*/ 167 w 189"/>
                <a:gd name="T21" fmla="*/ 0 h 85"/>
                <a:gd name="T22" fmla="*/ 22 w 189"/>
                <a:gd name="T23" fmla="*/ 0 h 85"/>
                <a:gd name="T24" fmla="*/ 0 w 189"/>
                <a:gd name="T25" fmla="*/ 23 h 85"/>
                <a:gd name="T26" fmla="*/ 0 w 189"/>
                <a:gd name="T27" fmla="*/ 75 h 85"/>
                <a:gd name="T28" fmla="*/ 9 w 189"/>
                <a:gd name="T29" fmla="*/ 85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89" h="85">
                  <a:moveTo>
                    <a:pt x="9" y="85"/>
                  </a:moveTo>
                  <a:cubicBezTo>
                    <a:pt x="15" y="85"/>
                    <a:pt x="19" y="80"/>
                    <a:pt x="19" y="75"/>
                  </a:cubicBezTo>
                  <a:cubicBezTo>
                    <a:pt x="19" y="23"/>
                    <a:pt x="19" y="23"/>
                    <a:pt x="19" y="23"/>
                  </a:cubicBezTo>
                  <a:cubicBezTo>
                    <a:pt x="19" y="21"/>
                    <a:pt x="20" y="19"/>
                    <a:pt x="22" y="19"/>
                  </a:cubicBezTo>
                  <a:cubicBezTo>
                    <a:pt x="167" y="19"/>
                    <a:pt x="167" y="19"/>
                    <a:pt x="167" y="19"/>
                  </a:cubicBezTo>
                  <a:cubicBezTo>
                    <a:pt x="169" y="19"/>
                    <a:pt x="170" y="21"/>
                    <a:pt x="170" y="23"/>
                  </a:cubicBezTo>
                  <a:cubicBezTo>
                    <a:pt x="170" y="75"/>
                    <a:pt x="170" y="75"/>
                    <a:pt x="170" y="75"/>
                  </a:cubicBezTo>
                  <a:cubicBezTo>
                    <a:pt x="170" y="80"/>
                    <a:pt x="175" y="85"/>
                    <a:pt x="180" y="85"/>
                  </a:cubicBezTo>
                  <a:cubicBezTo>
                    <a:pt x="185" y="85"/>
                    <a:pt x="189" y="80"/>
                    <a:pt x="189" y="75"/>
                  </a:cubicBezTo>
                  <a:cubicBezTo>
                    <a:pt x="189" y="23"/>
                    <a:pt x="189" y="23"/>
                    <a:pt x="189" y="23"/>
                  </a:cubicBezTo>
                  <a:cubicBezTo>
                    <a:pt x="189" y="10"/>
                    <a:pt x="179" y="0"/>
                    <a:pt x="167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10" y="0"/>
                    <a:pt x="0" y="10"/>
                    <a:pt x="0" y="23"/>
                  </a:cubicBezTo>
                  <a:cubicBezTo>
                    <a:pt x="0" y="75"/>
                    <a:pt x="0" y="75"/>
                    <a:pt x="0" y="75"/>
                  </a:cubicBezTo>
                  <a:cubicBezTo>
                    <a:pt x="0" y="80"/>
                    <a:pt x="4" y="85"/>
                    <a:pt x="9" y="85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85" name="Group 284"/>
          <p:cNvGrpSpPr/>
          <p:nvPr/>
        </p:nvGrpSpPr>
        <p:grpSpPr>
          <a:xfrm>
            <a:off x="1894419" y="3147485"/>
            <a:ext cx="668867" cy="565151"/>
            <a:chOff x="1420814" y="2360613"/>
            <a:chExt cx="501650" cy="423863"/>
          </a:xfrm>
          <a:solidFill>
            <a:schemeClr val="tx2"/>
          </a:solidFill>
        </p:grpSpPr>
        <p:sp>
          <p:nvSpPr>
            <p:cNvPr id="172" name="Freeform 137"/>
            <p:cNvSpPr>
              <a:spLocks/>
            </p:cNvSpPr>
            <p:nvPr/>
          </p:nvSpPr>
          <p:spPr bwMode="auto">
            <a:xfrm>
              <a:off x="1420814" y="2595563"/>
              <a:ext cx="501650" cy="188913"/>
            </a:xfrm>
            <a:custGeom>
              <a:avLst/>
              <a:gdLst>
                <a:gd name="T0" fmla="*/ 495 w 504"/>
                <a:gd name="T1" fmla="*/ 0 h 189"/>
                <a:gd name="T2" fmla="*/ 485 w 504"/>
                <a:gd name="T3" fmla="*/ 9 h 189"/>
                <a:gd name="T4" fmla="*/ 485 w 504"/>
                <a:gd name="T5" fmla="*/ 167 h 189"/>
                <a:gd name="T6" fmla="*/ 481 w 504"/>
                <a:gd name="T7" fmla="*/ 170 h 189"/>
                <a:gd name="T8" fmla="*/ 23 w 504"/>
                <a:gd name="T9" fmla="*/ 170 h 189"/>
                <a:gd name="T10" fmla="*/ 19 w 504"/>
                <a:gd name="T11" fmla="*/ 167 h 189"/>
                <a:gd name="T12" fmla="*/ 19 w 504"/>
                <a:gd name="T13" fmla="*/ 9 h 189"/>
                <a:gd name="T14" fmla="*/ 10 w 504"/>
                <a:gd name="T15" fmla="*/ 0 h 189"/>
                <a:gd name="T16" fmla="*/ 0 w 504"/>
                <a:gd name="T17" fmla="*/ 9 h 189"/>
                <a:gd name="T18" fmla="*/ 0 w 504"/>
                <a:gd name="T19" fmla="*/ 167 h 189"/>
                <a:gd name="T20" fmla="*/ 23 w 504"/>
                <a:gd name="T21" fmla="*/ 189 h 189"/>
                <a:gd name="T22" fmla="*/ 481 w 504"/>
                <a:gd name="T23" fmla="*/ 189 h 189"/>
                <a:gd name="T24" fmla="*/ 504 w 504"/>
                <a:gd name="T25" fmla="*/ 167 h 189"/>
                <a:gd name="T26" fmla="*/ 504 w 504"/>
                <a:gd name="T27" fmla="*/ 9 h 189"/>
                <a:gd name="T28" fmla="*/ 495 w 504"/>
                <a:gd name="T29" fmla="*/ 0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04" h="189">
                  <a:moveTo>
                    <a:pt x="495" y="0"/>
                  </a:moveTo>
                  <a:cubicBezTo>
                    <a:pt x="489" y="0"/>
                    <a:pt x="485" y="4"/>
                    <a:pt x="485" y="9"/>
                  </a:cubicBezTo>
                  <a:cubicBezTo>
                    <a:pt x="485" y="167"/>
                    <a:pt x="485" y="167"/>
                    <a:pt x="485" y="167"/>
                  </a:cubicBezTo>
                  <a:cubicBezTo>
                    <a:pt x="485" y="169"/>
                    <a:pt x="483" y="170"/>
                    <a:pt x="481" y="170"/>
                  </a:cubicBezTo>
                  <a:cubicBezTo>
                    <a:pt x="23" y="170"/>
                    <a:pt x="23" y="170"/>
                    <a:pt x="23" y="170"/>
                  </a:cubicBezTo>
                  <a:cubicBezTo>
                    <a:pt x="21" y="170"/>
                    <a:pt x="19" y="169"/>
                    <a:pt x="19" y="167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67"/>
                    <a:pt x="0" y="167"/>
                    <a:pt x="0" y="167"/>
                  </a:cubicBezTo>
                  <a:cubicBezTo>
                    <a:pt x="0" y="179"/>
                    <a:pt x="10" y="189"/>
                    <a:pt x="23" y="189"/>
                  </a:cubicBezTo>
                  <a:cubicBezTo>
                    <a:pt x="481" y="189"/>
                    <a:pt x="481" y="189"/>
                    <a:pt x="481" y="189"/>
                  </a:cubicBezTo>
                  <a:cubicBezTo>
                    <a:pt x="494" y="189"/>
                    <a:pt x="504" y="179"/>
                    <a:pt x="504" y="167"/>
                  </a:cubicBezTo>
                  <a:cubicBezTo>
                    <a:pt x="504" y="9"/>
                    <a:pt x="504" y="9"/>
                    <a:pt x="504" y="9"/>
                  </a:cubicBezTo>
                  <a:cubicBezTo>
                    <a:pt x="504" y="4"/>
                    <a:pt x="500" y="0"/>
                    <a:pt x="49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3" name="Freeform 138"/>
            <p:cNvSpPr>
              <a:spLocks/>
            </p:cNvSpPr>
            <p:nvPr/>
          </p:nvSpPr>
          <p:spPr bwMode="auto">
            <a:xfrm>
              <a:off x="1577976" y="2360613"/>
              <a:ext cx="187325" cy="71438"/>
            </a:xfrm>
            <a:custGeom>
              <a:avLst/>
              <a:gdLst>
                <a:gd name="T0" fmla="*/ 9 w 189"/>
                <a:gd name="T1" fmla="*/ 71 h 71"/>
                <a:gd name="T2" fmla="*/ 18 w 189"/>
                <a:gd name="T3" fmla="*/ 62 h 71"/>
                <a:gd name="T4" fmla="*/ 18 w 189"/>
                <a:gd name="T5" fmla="*/ 23 h 71"/>
                <a:gd name="T6" fmla="*/ 22 w 189"/>
                <a:gd name="T7" fmla="*/ 19 h 71"/>
                <a:gd name="T8" fmla="*/ 166 w 189"/>
                <a:gd name="T9" fmla="*/ 19 h 71"/>
                <a:gd name="T10" fmla="*/ 170 w 189"/>
                <a:gd name="T11" fmla="*/ 23 h 71"/>
                <a:gd name="T12" fmla="*/ 170 w 189"/>
                <a:gd name="T13" fmla="*/ 62 h 71"/>
                <a:gd name="T14" fmla="*/ 179 w 189"/>
                <a:gd name="T15" fmla="*/ 71 h 71"/>
                <a:gd name="T16" fmla="*/ 189 w 189"/>
                <a:gd name="T17" fmla="*/ 62 h 71"/>
                <a:gd name="T18" fmla="*/ 189 w 189"/>
                <a:gd name="T19" fmla="*/ 23 h 71"/>
                <a:gd name="T20" fmla="*/ 166 w 189"/>
                <a:gd name="T21" fmla="*/ 0 h 71"/>
                <a:gd name="T22" fmla="*/ 22 w 189"/>
                <a:gd name="T23" fmla="*/ 0 h 71"/>
                <a:gd name="T24" fmla="*/ 0 w 189"/>
                <a:gd name="T25" fmla="*/ 23 h 71"/>
                <a:gd name="T26" fmla="*/ 0 w 189"/>
                <a:gd name="T27" fmla="*/ 62 h 71"/>
                <a:gd name="T28" fmla="*/ 9 w 189"/>
                <a:gd name="T29" fmla="*/ 71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89" h="71">
                  <a:moveTo>
                    <a:pt x="9" y="71"/>
                  </a:moveTo>
                  <a:cubicBezTo>
                    <a:pt x="14" y="71"/>
                    <a:pt x="18" y="67"/>
                    <a:pt x="18" y="62"/>
                  </a:cubicBezTo>
                  <a:cubicBezTo>
                    <a:pt x="18" y="23"/>
                    <a:pt x="18" y="23"/>
                    <a:pt x="18" y="23"/>
                  </a:cubicBezTo>
                  <a:cubicBezTo>
                    <a:pt x="18" y="21"/>
                    <a:pt x="20" y="19"/>
                    <a:pt x="22" y="19"/>
                  </a:cubicBezTo>
                  <a:cubicBezTo>
                    <a:pt x="166" y="19"/>
                    <a:pt x="166" y="19"/>
                    <a:pt x="166" y="19"/>
                  </a:cubicBezTo>
                  <a:cubicBezTo>
                    <a:pt x="168" y="19"/>
                    <a:pt x="170" y="21"/>
                    <a:pt x="170" y="23"/>
                  </a:cubicBezTo>
                  <a:cubicBezTo>
                    <a:pt x="170" y="62"/>
                    <a:pt x="170" y="62"/>
                    <a:pt x="170" y="62"/>
                  </a:cubicBezTo>
                  <a:cubicBezTo>
                    <a:pt x="170" y="67"/>
                    <a:pt x="174" y="71"/>
                    <a:pt x="179" y="71"/>
                  </a:cubicBezTo>
                  <a:cubicBezTo>
                    <a:pt x="184" y="71"/>
                    <a:pt x="189" y="67"/>
                    <a:pt x="189" y="62"/>
                  </a:cubicBezTo>
                  <a:cubicBezTo>
                    <a:pt x="189" y="23"/>
                    <a:pt x="189" y="23"/>
                    <a:pt x="189" y="23"/>
                  </a:cubicBezTo>
                  <a:cubicBezTo>
                    <a:pt x="189" y="10"/>
                    <a:pt x="179" y="0"/>
                    <a:pt x="166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10" y="0"/>
                    <a:pt x="0" y="10"/>
                    <a:pt x="0" y="23"/>
                  </a:cubicBezTo>
                  <a:cubicBezTo>
                    <a:pt x="0" y="62"/>
                    <a:pt x="0" y="62"/>
                    <a:pt x="0" y="62"/>
                  </a:cubicBezTo>
                  <a:cubicBezTo>
                    <a:pt x="0" y="67"/>
                    <a:pt x="4" y="71"/>
                    <a:pt x="9" y="7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4" name="Freeform 139"/>
            <p:cNvSpPr>
              <a:spLocks noEditPoints="1"/>
            </p:cNvSpPr>
            <p:nvPr/>
          </p:nvSpPr>
          <p:spPr bwMode="auto">
            <a:xfrm>
              <a:off x="1420814" y="2452688"/>
              <a:ext cx="501650" cy="174625"/>
            </a:xfrm>
            <a:custGeom>
              <a:avLst/>
              <a:gdLst>
                <a:gd name="T0" fmla="*/ 481 w 504"/>
                <a:gd name="T1" fmla="*/ 0 h 175"/>
                <a:gd name="T2" fmla="*/ 23 w 504"/>
                <a:gd name="T3" fmla="*/ 0 h 175"/>
                <a:gd name="T4" fmla="*/ 0 w 504"/>
                <a:gd name="T5" fmla="*/ 22 h 175"/>
                <a:gd name="T6" fmla="*/ 0 w 504"/>
                <a:gd name="T7" fmla="*/ 87 h 175"/>
                <a:gd name="T8" fmla="*/ 82 w 504"/>
                <a:gd name="T9" fmla="*/ 147 h 175"/>
                <a:gd name="T10" fmla="*/ 254 w 504"/>
                <a:gd name="T11" fmla="*/ 175 h 175"/>
                <a:gd name="T12" fmla="*/ 504 w 504"/>
                <a:gd name="T13" fmla="*/ 87 h 175"/>
                <a:gd name="T14" fmla="*/ 504 w 504"/>
                <a:gd name="T15" fmla="*/ 22 h 175"/>
                <a:gd name="T16" fmla="*/ 481 w 504"/>
                <a:gd name="T17" fmla="*/ 0 h 175"/>
                <a:gd name="T18" fmla="*/ 485 w 504"/>
                <a:gd name="T19" fmla="*/ 87 h 175"/>
                <a:gd name="T20" fmla="*/ 418 w 504"/>
                <a:gd name="T21" fmla="*/ 129 h 175"/>
                <a:gd name="T22" fmla="*/ 254 w 504"/>
                <a:gd name="T23" fmla="*/ 157 h 175"/>
                <a:gd name="T24" fmla="*/ 88 w 504"/>
                <a:gd name="T25" fmla="*/ 129 h 175"/>
                <a:gd name="T26" fmla="*/ 19 w 504"/>
                <a:gd name="T27" fmla="*/ 87 h 175"/>
                <a:gd name="T28" fmla="*/ 19 w 504"/>
                <a:gd name="T29" fmla="*/ 22 h 175"/>
                <a:gd name="T30" fmla="*/ 23 w 504"/>
                <a:gd name="T31" fmla="*/ 19 h 175"/>
                <a:gd name="T32" fmla="*/ 481 w 504"/>
                <a:gd name="T33" fmla="*/ 19 h 175"/>
                <a:gd name="T34" fmla="*/ 485 w 504"/>
                <a:gd name="T35" fmla="*/ 22 h 175"/>
                <a:gd name="T36" fmla="*/ 485 w 504"/>
                <a:gd name="T37" fmla="*/ 8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04" h="175">
                  <a:moveTo>
                    <a:pt x="481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10" y="0"/>
                    <a:pt x="0" y="10"/>
                    <a:pt x="0" y="22"/>
                  </a:cubicBezTo>
                  <a:cubicBezTo>
                    <a:pt x="0" y="87"/>
                    <a:pt x="0" y="87"/>
                    <a:pt x="0" y="87"/>
                  </a:cubicBezTo>
                  <a:cubicBezTo>
                    <a:pt x="0" y="115"/>
                    <a:pt x="57" y="138"/>
                    <a:pt x="82" y="147"/>
                  </a:cubicBezTo>
                  <a:cubicBezTo>
                    <a:pt x="133" y="165"/>
                    <a:pt x="196" y="175"/>
                    <a:pt x="254" y="175"/>
                  </a:cubicBezTo>
                  <a:cubicBezTo>
                    <a:pt x="373" y="175"/>
                    <a:pt x="504" y="129"/>
                    <a:pt x="504" y="87"/>
                  </a:cubicBezTo>
                  <a:cubicBezTo>
                    <a:pt x="504" y="22"/>
                    <a:pt x="504" y="22"/>
                    <a:pt x="504" y="22"/>
                  </a:cubicBezTo>
                  <a:cubicBezTo>
                    <a:pt x="504" y="10"/>
                    <a:pt x="494" y="0"/>
                    <a:pt x="481" y="0"/>
                  </a:cubicBezTo>
                  <a:close/>
                  <a:moveTo>
                    <a:pt x="485" y="87"/>
                  </a:moveTo>
                  <a:cubicBezTo>
                    <a:pt x="485" y="93"/>
                    <a:pt x="469" y="111"/>
                    <a:pt x="418" y="129"/>
                  </a:cubicBezTo>
                  <a:cubicBezTo>
                    <a:pt x="369" y="147"/>
                    <a:pt x="309" y="157"/>
                    <a:pt x="254" y="157"/>
                  </a:cubicBezTo>
                  <a:cubicBezTo>
                    <a:pt x="198" y="157"/>
                    <a:pt x="138" y="147"/>
                    <a:pt x="88" y="129"/>
                  </a:cubicBezTo>
                  <a:cubicBezTo>
                    <a:pt x="36" y="111"/>
                    <a:pt x="19" y="93"/>
                    <a:pt x="19" y="87"/>
                  </a:cubicBezTo>
                  <a:cubicBezTo>
                    <a:pt x="19" y="22"/>
                    <a:pt x="19" y="22"/>
                    <a:pt x="19" y="22"/>
                  </a:cubicBezTo>
                  <a:cubicBezTo>
                    <a:pt x="19" y="20"/>
                    <a:pt x="21" y="19"/>
                    <a:pt x="23" y="19"/>
                  </a:cubicBezTo>
                  <a:cubicBezTo>
                    <a:pt x="481" y="19"/>
                    <a:pt x="481" y="19"/>
                    <a:pt x="481" y="19"/>
                  </a:cubicBezTo>
                  <a:cubicBezTo>
                    <a:pt x="483" y="19"/>
                    <a:pt x="485" y="20"/>
                    <a:pt x="485" y="22"/>
                  </a:cubicBezTo>
                  <a:lnTo>
                    <a:pt x="485" y="87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5" name="Freeform 140"/>
            <p:cNvSpPr>
              <a:spLocks/>
            </p:cNvSpPr>
            <p:nvPr/>
          </p:nvSpPr>
          <p:spPr bwMode="auto">
            <a:xfrm>
              <a:off x="1622426" y="2644776"/>
              <a:ext cx="96838" cy="22225"/>
            </a:xfrm>
            <a:custGeom>
              <a:avLst/>
              <a:gdLst>
                <a:gd name="T0" fmla="*/ 51 w 98"/>
                <a:gd name="T1" fmla="*/ 21 h 21"/>
                <a:gd name="T2" fmla="*/ 89 w 98"/>
                <a:gd name="T3" fmla="*/ 20 h 21"/>
                <a:gd name="T4" fmla="*/ 98 w 98"/>
                <a:gd name="T5" fmla="*/ 10 h 21"/>
                <a:gd name="T6" fmla="*/ 88 w 98"/>
                <a:gd name="T7" fmla="*/ 1 h 21"/>
                <a:gd name="T8" fmla="*/ 51 w 98"/>
                <a:gd name="T9" fmla="*/ 3 h 21"/>
                <a:gd name="T10" fmla="*/ 11 w 98"/>
                <a:gd name="T11" fmla="*/ 1 h 21"/>
                <a:gd name="T12" fmla="*/ 1 w 98"/>
                <a:gd name="T13" fmla="*/ 9 h 21"/>
                <a:gd name="T14" fmla="*/ 9 w 98"/>
                <a:gd name="T15" fmla="*/ 19 h 21"/>
                <a:gd name="T16" fmla="*/ 51 w 98"/>
                <a:gd name="T17" fmla="*/ 2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8" h="21">
                  <a:moveTo>
                    <a:pt x="51" y="21"/>
                  </a:moveTo>
                  <a:cubicBezTo>
                    <a:pt x="63" y="21"/>
                    <a:pt x="76" y="21"/>
                    <a:pt x="89" y="20"/>
                  </a:cubicBezTo>
                  <a:cubicBezTo>
                    <a:pt x="94" y="19"/>
                    <a:pt x="98" y="15"/>
                    <a:pt x="98" y="10"/>
                  </a:cubicBezTo>
                  <a:cubicBezTo>
                    <a:pt x="97" y="5"/>
                    <a:pt x="93" y="1"/>
                    <a:pt x="88" y="1"/>
                  </a:cubicBezTo>
                  <a:cubicBezTo>
                    <a:pt x="75" y="2"/>
                    <a:pt x="63" y="3"/>
                    <a:pt x="51" y="3"/>
                  </a:cubicBezTo>
                  <a:cubicBezTo>
                    <a:pt x="38" y="3"/>
                    <a:pt x="24" y="2"/>
                    <a:pt x="11" y="1"/>
                  </a:cubicBezTo>
                  <a:cubicBezTo>
                    <a:pt x="5" y="0"/>
                    <a:pt x="1" y="4"/>
                    <a:pt x="1" y="9"/>
                  </a:cubicBezTo>
                  <a:cubicBezTo>
                    <a:pt x="0" y="14"/>
                    <a:pt x="4" y="19"/>
                    <a:pt x="9" y="19"/>
                  </a:cubicBezTo>
                  <a:cubicBezTo>
                    <a:pt x="23" y="21"/>
                    <a:pt x="37" y="21"/>
                    <a:pt x="51" y="2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87" name="Group 286"/>
          <p:cNvGrpSpPr/>
          <p:nvPr/>
        </p:nvGrpSpPr>
        <p:grpSpPr>
          <a:xfrm>
            <a:off x="4138085" y="3147485"/>
            <a:ext cx="736600" cy="565151"/>
            <a:chOff x="3103564" y="2360613"/>
            <a:chExt cx="552450" cy="423863"/>
          </a:xfrm>
          <a:solidFill>
            <a:schemeClr val="tx2"/>
          </a:solidFill>
        </p:grpSpPr>
        <p:sp>
          <p:nvSpPr>
            <p:cNvPr id="176" name="Freeform 141"/>
            <p:cNvSpPr>
              <a:spLocks/>
            </p:cNvSpPr>
            <p:nvPr/>
          </p:nvSpPr>
          <p:spPr bwMode="auto">
            <a:xfrm>
              <a:off x="3116264" y="2582863"/>
              <a:ext cx="161925" cy="187325"/>
            </a:xfrm>
            <a:custGeom>
              <a:avLst/>
              <a:gdLst>
                <a:gd name="T0" fmla="*/ 153 w 163"/>
                <a:gd name="T1" fmla="*/ 170 h 189"/>
                <a:gd name="T2" fmla="*/ 22 w 163"/>
                <a:gd name="T3" fmla="*/ 170 h 189"/>
                <a:gd name="T4" fmla="*/ 18 w 163"/>
                <a:gd name="T5" fmla="*/ 167 h 189"/>
                <a:gd name="T6" fmla="*/ 18 w 163"/>
                <a:gd name="T7" fmla="*/ 9 h 189"/>
                <a:gd name="T8" fmla="*/ 9 w 163"/>
                <a:gd name="T9" fmla="*/ 0 h 189"/>
                <a:gd name="T10" fmla="*/ 0 w 163"/>
                <a:gd name="T11" fmla="*/ 9 h 189"/>
                <a:gd name="T12" fmla="*/ 0 w 163"/>
                <a:gd name="T13" fmla="*/ 167 h 189"/>
                <a:gd name="T14" fmla="*/ 22 w 163"/>
                <a:gd name="T15" fmla="*/ 189 h 189"/>
                <a:gd name="T16" fmla="*/ 153 w 163"/>
                <a:gd name="T17" fmla="*/ 189 h 189"/>
                <a:gd name="T18" fmla="*/ 163 w 163"/>
                <a:gd name="T19" fmla="*/ 180 h 189"/>
                <a:gd name="T20" fmla="*/ 153 w 163"/>
                <a:gd name="T21" fmla="*/ 170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63" h="189">
                  <a:moveTo>
                    <a:pt x="153" y="170"/>
                  </a:moveTo>
                  <a:cubicBezTo>
                    <a:pt x="22" y="170"/>
                    <a:pt x="22" y="170"/>
                    <a:pt x="22" y="170"/>
                  </a:cubicBezTo>
                  <a:cubicBezTo>
                    <a:pt x="20" y="170"/>
                    <a:pt x="18" y="169"/>
                    <a:pt x="18" y="167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18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67"/>
                    <a:pt x="0" y="167"/>
                    <a:pt x="0" y="167"/>
                  </a:cubicBezTo>
                  <a:cubicBezTo>
                    <a:pt x="0" y="179"/>
                    <a:pt x="10" y="189"/>
                    <a:pt x="22" y="189"/>
                  </a:cubicBezTo>
                  <a:cubicBezTo>
                    <a:pt x="153" y="189"/>
                    <a:pt x="153" y="189"/>
                    <a:pt x="153" y="189"/>
                  </a:cubicBezTo>
                  <a:cubicBezTo>
                    <a:pt x="158" y="189"/>
                    <a:pt x="163" y="185"/>
                    <a:pt x="163" y="180"/>
                  </a:cubicBezTo>
                  <a:cubicBezTo>
                    <a:pt x="163" y="175"/>
                    <a:pt x="158" y="170"/>
                    <a:pt x="153" y="17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7" name="Freeform 142"/>
            <p:cNvSpPr>
              <a:spLocks/>
            </p:cNvSpPr>
            <p:nvPr/>
          </p:nvSpPr>
          <p:spPr bwMode="auto">
            <a:xfrm>
              <a:off x="3336926" y="2582863"/>
              <a:ext cx="306388" cy="187325"/>
            </a:xfrm>
            <a:custGeom>
              <a:avLst/>
              <a:gdLst>
                <a:gd name="T0" fmla="*/ 298 w 307"/>
                <a:gd name="T1" fmla="*/ 0 h 189"/>
                <a:gd name="T2" fmla="*/ 289 w 307"/>
                <a:gd name="T3" fmla="*/ 9 h 189"/>
                <a:gd name="T4" fmla="*/ 289 w 307"/>
                <a:gd name="T5" fmla="*/ 167 h 189"/>
                <a:gd name="T6" fmla="*/ 285 w 307"/>
                <a:gd name="T7" fmla="*/ 170 h 189"/>
                <a:gd name="T8" fmla="*/ 10 w 307"/>
                <a:gd name="T9" fmla="*/ 170 h 189"/>
                <a:gd name="T10" fmla="*/ 0 w 307"/>
                <a:gd name="T11" fmla="*/ 180 h 189"/>
                <a:gd name="T12" fmla="*/ 10 w 307"/>
                <a:gd name="T13" fmla="*/ 189 h 189"/>
                <a:gd name="T14" fmla="*/ 285 w 307"/>
                <a:gd name="T15" fmla="*/ 189 h 189"/>
                <a:gd name="T16" fmla="*/ 307 w 307"/>
                <a:gd name="T17" fmla="*/ 167 h 189"/>
                <a:gd name="T18" fmla="*/ 307 w 307"/>
                <a:gd name="T19" fmla="*/ 9 h 189"/>
                <a:gd name="T20" fmla="*/ 298 w 307"/>
                <a:gd name="T21" fmla="*/ 0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07" h="189">
                  <a:moveTo>
                    <a:pt x="298" y="0"/>
                  </a:moveTo>
                  <a:cubicBezTo>
                    <a:pt x="293" y="0"/>
                    <a:pt x="289" y="4"/>
                    <a:pt x="289" y="9"/>
                  </a:cubicBezTo>
                  <a:cubicBezTo>
                    <a:pt x="289" y="167"/>
                    <a:pt x="289" y="167"/>
                    <a:pt x="289" y="167"/>
                  </a:cubicBezTo>
                  <a:cubicBezTo>
                    <a:pt x="289" y="169"/>
                    <a:pt x="287" y="170"/>
                    <a:pt x="285" y="170"/>
                  </a:cubicBezTo>
                  <a:cubicBezTo>
                    <a:pt x="10" y="170"/>
                    <a:pt x="10" y="170"/>
                    <a:pt x="10" y="170"/>
                  </a:cubicBezTo>
                  <a:cubicBezTo>
                    <a:pt x="5" y="170"/>
                    <a:pt x="0" y="175"/>
                    <a:pt x="0" y="180"/>
                  </a:cubicBezTo>
                  <a:cubicBezTo>
                    <a:pt x="0" y="185"/>
                    <a:pt x="5" y="189"/>
                    <a:pt x="10" y="189"/>
                  </a:cubicBezTo>
                  <a:cubicBezTo>
                    <a:pt x="285" y="189"/>
                    <a:pt x="285" y="189"/>
                    <a:pt x="285" y="189"/>
                  </a:cubicBezTo>
                  <a:cubicBezTo>
                    <a:pt x="297" y="189"/>
                    <a:pt x="307" y="179"/>
                    <a:pt x="307" y="167"/>
                  </a:cubicBezTo>
                  <a:cubicBezTo>
                    <a:pt x="307" y="9"/>
                    <a:pt x="307" y="9"/>
                    <a:pt x="307" y="9"/>
                  </a:cubicBezTo>
                  <a:cubicBezTo>
                    <a:pt x="307" y="4"/>
                    <a:pt x="303" y="0"/>
                    <a:pt x="29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8" name="Freeform 143"/>
            <p:cNvSpPr>
              <a:spLocks/>
            </p:cNvSpPr>
            <p:nvPr/>
          </p:nvSpPr>
          <p:spPr bwMode="auto">
            <a:xfrm>
              <a:off x="3336926" y="2373313"/>
              <a:ext cx="306388" cy="149225"/>
            </a:xfrm>
            <a:custGeom>
              <a:avLst/>
              <a:gdLst>
                <a:gd name="T0" fmla="*/ 10 w 307"/>
                <a:gd name="T1" fmla="*/ 19 h 150"/>
                <a:gd name="T2" fmla="*/ 285 w 307"/>
                <a:gd name="T3" fmla="*/ 19 h 150"/>
                <a:gd name="T4" fmla="*/ 289 w 307"/>
                <a:gd name="T5" fmla="*/ 23 h 150"/>
                <a:gd name="T6" fmla="*/ 289 w 307"/>
                <a:gd name="T7" fmla="*/ 140 h 150"/>
                <a:gd name="T8" fmla="*/ 298 w 307"/>
                <a:gd name="T9" fmla="*/ 150 h 150"/>
                <a:gd name="T10" fmla="*/ 307 w 307"/>
                <a:gd name="T11" fmla="*/ 140 h 150"/>
                <a:gd name="T12" fmla="*/ 307 w 307"/>
                <a:gd name="T13" fmla="*/ 23 h 150"/>
                <a:gd name="T14" fmla="*/ 285 w 307"/>
                <a:gd name="T15" fmla="*/ 0 h 150"/>
                <a:gd name="T16" fmla="*/ 10 w 307"/>
                <a:gd name="T17" fmla="*/ 0 h 150"/>
                <a:gd name="T18" fmla="*/ 0 w 307"/>
                <a:gd name="T19" fmla="*/ 10 h 150"/>
                <a:gd name="T20" fmla="*/ 10 w 307"/>
                <a:gd name="T21" fmla="*/ 19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07" h="150">
                  <a:moveTo>
                    <a:pt x="10" y="19"/>
                  </a:moveTo>
                  <a:cubicBezTo>
                    <a:pt x="285" y="19"/>
                    <a:pt x="285" y="19"/>
                    <a:pt x="285" y="19"/>
                  </a:cubicBezTo>
                  <a:cubicBezTo>
                    <a:pt x="287" y="19"/>
                    <a:pt x="289" y="21"/>
                    <a:pt x="289" y="23"/>
                  </a:cubicBezTo>
                  <a:cubicBezTo>
                    <a:pt x="289" y="140"/>
                    <a:pt x="289" y="140"/>
                    <a:pt x="289" y="140"/>
                  </a:cubicBezTo>
                  <a:cubicBezTo>
                    <a:pt x="289" y="145"/>
                    <a:pt x="293" y="150"/>
                    <a:pt x="298" y="150"/>
                  </a:cubicBezTo>
                  <a:cubicBezTo>
                    <a:pt x="303" y="150"/>
                    <a:pt x="307" y="145"/>
                    <a:pt x="307" y="140"/>
                  </a:cubicBezTo>
                  <a:cubicBezTo>
                    <a:pt x="307" y="23"/>
                    <a:pt x="307" y="23"/>
                    <a:pt x="307" y="23"/>
                  </a:cubicBezTo>
                  <a:cubicBezTo>
                    <a:pt x="307" y="10"/>
                    <a:pt x="297" y="0"/>
                    <a:pt x="285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5" y="0"/>
                    <a:pt x="0" y="5"/>
                    <a:pt x="0" y="10"/>
                  </a:cubicBezTo>
                  <a:cubicBezTo>
                    <a:pt x="0" y="15"/>
                    <a:pt x="5" y="19"/>
                    <a:pt x="10" y="19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9" name="Freeform 144"/>
            <p:cNvSpPr>
              <a:spLocks/>
            </p:cNvSpPr>
            <p:nvPr/>
          </p:nvSpPr>
          <p:spPr bwMode="auto">
            <a:xfrm>
              <a:off x="3116264" y="2373313"/>
              <a:ext cx="161925" cy="149225"/>
            </a:xfrm>
            <a:custGeom>
              <a:avLst/>
              <a:gdLst>
                <a:gd name="T0" fmla="*/ 9 w 163"/>
                <a:gd name="T1" fmla="*/ 150 h 150"/>
                <a:gd name="T2" fmla="*/ 18 w 163"/>
                <a:gd name="T3" fmla="*/ 140 h 150"/>
                <a:gd name="T4" fmla="*/ 18 w 163"/>
                <a:gd name="T5" fmla="*/ 23 h 150"/>
                <a:gd name="T6" fmla="*/ 22 w 163"/>
                <a:gd name="T7" fmla="*/ 19 h 150"/>
                <a:gd name="T8" fmla="*/ 153 w 163"/>
                <a:gd name="T9" fmla="*/ 19 h 150"/>
                <a:gd name="T10" fmla="*/ 163 w 163"/>
                <a:gd name="T11" fmla="*/ 10 h 150"/>
                <a:gd name="T12" fmla="*/ 153 w 163"/>
                <a:gd name="T13" fmla="*/ 0 h 150"/>
                <a:gd name="T14" fmla="*/ 22 w 163"/>
                <a:gd name="T15" fmla="*/ 0 h 150"/>
                <a:gd name="T16" fmla="*/ 0 w 163"/>
                <a:gd name="T17" fmla="*/ 23 h 150"/>
                <a:gd name="T18" fmla="*/ 0 w 163"/>
                <a:gd name="T19" fmla="*/ 140 h 150"/>
                <a:gd name="T20" fmla="*/ 9 w 163"/>
                <a:gd name="T21" fmla="*/ 150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63" h="150">
                  <a:moveTo>
                    <a:pt x="9" y="150"/>
                  </a:moveTo>
                  <a:cubicBezTo>
                    <a:pt x="14" y="150"/>
                    <a:pt x="18" y="145"/>
                    <a:pt x="18" y="140"/>
                  </a:cubicBezTo>
                  <a:cubicBezTo>
                    <a:pt x="18" y="23"/>
                    <a:pt x="18" y="23"/>
                    <a:pt x="18" y="23"/>
                  </a:cubicBezTo>
                  <a:cubicBezTo>
                    <a:pt x="18" y="21"/>
                    <a:pt x="20" y="19"/>
                    <a:pt x="22" y="19"/>
                  </a:cubicBezTo>
                  <a:cubicBezTo>
                    <a:pt x="153" y="19"/>
                    <a:pt x="153" y="19"/>
                    <a:pt x="153" y="19"/>
                  </a:cubicBezTo>
                  <a:cubicBezTo>
                    <a:pt x="158" y="19"/>
                    <a:pt x="163" y="15"/>
                    <a:pt x="163" y="10"/>
                  </a:cubicBezTo>
                  <a:cubicBezTo>
                    <a:pt x="163" y="5"/>
                    <a:pt x="158" y="0"/>
                    <a:pt x="153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10" y="0"/>
                    <a:pt x="0" y="10"/>
                    <a:pt x="0" y="23"/>
                  </a:cubicBezTo>
                  <a:cubicBezTo>
                    <a:pt x="0" y="140"/>
                    <a:pt x="0" y="140"/>
                    <a:pt x="0" y="140"/>
                  </a:cubicBezTo>
                  <a:cubicBezTo>
                    <a:pt x="0" y="145"/>
                    <a:pt x="4" y="150"/>
                    <a:pt x="9" y="15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0" name="Freeform 145"/>
            <p:cNvSpPr>
              <a:spLocks noEditPoints="1"/>
            </p:cNvSpPr>
            <p:nvPr/>
          </p:nvSpPr>
          <p:spPr bwMode="auto">
            <a:xfrm>
              <a:off x="3103564" y="2360613"/>
              <a:ext cx="552450" cy="423863"/>
            </a:xfrm>
            <a:custGeom>
              <a:avLst/>
              <a:gdLst>
                <a:gd name="T0" fmla="*/ 546 w 555"/>
                <a:gd name="T1" fmla="*/ 183 h 425"/>
                <a:gd name="T2" fmla="*/ 290 w 555"/>
                <a:gd name="T3" fmla="*/ 183 h 425"/>
                <a:gd name="T4" fmla="*/ 294 w 555"/>
                <a:gd name="T5" fmla="*/ 180 h 425"/>
                <a:gd name="T6" fmla="*/ 294 w 555"/>
                <a:gd name="T7" fmla="*/ 104 h 425"/>
                <a:gd name="T8" fmla="*/ 256 w 555"/>
                <a:gd name="T9" fmla="*/ 88 h 425"/>
                <a:gd name="T10" fmla="*/ 218 w 555"/>
                <a:gd name="T11" fmla="*/ 104 h 425"/>
                <a:gd name="T12" fmla="*/ 215 w 555"/>
                <a:gd name="T13" fmla="*/ 108 h 425"/>
                <a:gd name="T14" fmla="*/ 215 w 555"/>
                <a:gd name="T15" fmla="*/ 10 h 425"/>
                <a:gd name="T16" fmla="*/ 205 w 555"/>
                <a:gd name="T17" fmla="*/ 0 h 425"/>
                <a:gd name="T18" fmla="*/ 196 w 555"/>
                <a:gd name="T19" fmla="*/ 10 h 425"/>
                <a:gd name="T20" fmla="*/ 196 w 555"/>
                <a:gd name="T21" fmla="*/ 179 h 425"/>
                <a:gd name="T22" fmla="*/ 132 w 555"/>
                <a:gd name="T23" fmla="*/ 137 h 425"/>
                <a:gd name="T24" fmla="*/ 130 w 555"/>
                <a:gd name="T25" fmla="*/ 106 h 425"/>
                <a:gd name="T26" fmla="*/ 151 w 555"/>
                <a:gd name="T27" fmla="*/ 82 h 425"/>
                <a:gd name="T28" fmla="*/ 155 w 555"/>
                <a:gd name="T29" fmla="*/ 69 h 425"/>
                <a:gd name="T30" fmla="*/ 142 w 555"/>
                <a:gd name="T31" fmla="*/ 65 h 425"/>
                <a:gd name="T32" fmla="*/ 112 w 555"/>
                <a:gd name="T33" fmla="*/ 100 h 425"/>
                <a:gd name="T34" fmla="*/ 115 w 555"/>
                <a:gd name="T35" fmla="*/ 146 h 425"/>
                <a:gd name="T36" fmla="*/ 162 w 555"/>
                <a:gd name="T37" fmla="*/ 183 h 425"/>
                <a:gd name="T38" fmla="*/ 9 w 555"/>
                <a:gd name="T39" fmla="*/ 183 h 425"/>
                <a:gd name="T40" fmla="*/ 0 w 555"/>
                <a:gd name="T41" fmla="*/ 193 h 425"/>
                <a:gd name="T42" fmla="*/ 9 w 555"/>
                <a:gd name="T43" fmla="*/ 202 h 425"/>
                <a:gd name="T44" fmla="*/ 121 w 555"/>
                <a:gd name="T45" fmla="*/ 202 h 425"/>
                <a:gd name="T46" fmla="*/ 117 w 555"/>
                <a:gd name="T47" fmla="*/ 205 h 425"/>
                <a:gd name="T48" fmla="*/ 117 w 555"/>
                <a:gd name="T49" fmla="*/ 281 h 425"/>
                <a:gd name="T50" fmla="*/ 155 w 555"/>
                <a:gd name="T51" fmla="*/ 297 h 425"/>
                <a:gd name="T52" fmla="*/ 193 w 555"/>
                <a:gd name="T53" fmla="*/ 281 h 425"/>
                <a:gd name="T54" fmla="*/ 196 w 555"/>
                <a:gd name="T55" fmla="*/ 277 h 425"/>
                <a:gd name="T56" fmla="*/ 196 w 555"/>
                <a:gd name="T57" fmla="*/ 416 h 425"/>
                <a:gd name="T58" fmla="*/ 205 w 555"/>
                <a:gd name="T59" fmla="*/ 425 h 425"/>
                <a:gd name="T60" fmla="*/ 215 w 555"/>
                <a:gd name="T61" fmla="*/ 416 h 425"/>
                <a:gd name="T62" fmla="*/ 215 w 555"/>
                <a:gd name="T63" fmla="*/ 206 h 425"/>
                <a:gd name="T64" fmla="*/ 279 w 555"/>
                <a:gd name="T65" fmla="*/ 248 h 425"/>
                <a:gd name="T66" fmla="*/ 281 w 555"/>
                <a:gd name="T67" fmla="*/ 279 h 425"/>
                <a:gd name="T68" fmla="*/ 260 w 555"/>
                <a:gd name="T69" fmla="*/ 303 h 425"/>
                <a:gd name="T70" fmla="*/ 256 w 555"/>
                <a:gd name="T71" fmla="*/ 316 h 425"/>
                <a:gd name="T72" fmla="*/ 264 w 555"/>
                <a:gd name="T73" fmla="*/ 321 h 425"/>
                <a:gd name="T74" fmla="*/ 268 w 555"/>
                <a:gd name="T75" fmla="*/ 320 h 425"/>
                <a:gd name="T76" fmla="*/ 299 w 555"/>
                <a:gd name="T77" fmla="*/ 285 h 425"/>
                <a:gd name="T78" fmla="*/ 296 w 555"/>
                <a:gd name="T79" fmla="*/ 239 h 425"/>
                <a:gd name="T80" fmla="*/ 249 w 555"/>
                <a:gd name="T81" fmla="*/ 202 h 425"/>
                <a:gd name="T82" fmla="*/ 546 w 555"/>
                <a:gd name="T83" fmla="*/ 202 h 425"/>
                <a:gd name="T84" fmla="*/ 555 w 555"/>
                <a:gd name="T85" fmla="*/ 193 h 425"/>
                <a:gd name="T86" fmla="*/ 546 w 555"/>
                <a:gd name="T87" fmla="*/ 183 h 425"/>
                <a:gd name="T88" fmla="*/ 231 w 555"/>
                <a:gd name="T89" fmla="*/ 117 h 425"/>
                <a:gd name="T90" fmla="*/ 256 w 555"/>
                <a:gd name="T91" fmla="*/ 107 h 425"/>
                <a:gd name="T92" fmla="*/ 280 w 555"/>
                <a:gd name="T93" fmla="*/ 117 h 425"/>
                <a:gd name="T94" fmla="*/ 280 w 555"/>
                <a:gd name="T95" fmla="*/ 167 h 425"/>
                <a:gd name="T96" fmla="*/ 215 w 555"/>
                <a:gd name="T97" fmla="*/ 183 h 425"/>
                <a:gd name="T98" fmla="*/ 231 w 555"/>
                <a:gd name="T99" fmla="*/ 117 h 425"/>
                <a:gd name="T100" fmla="*/ 179 w 555"/>
                <a:gd name="T101" fmla="*/ 268 h 425"/>
                <a:gd name="T102" fmla="*/ 155 w 555"/>
                <a:gd name="T103" fmla="*/ 278 h 425"/>
                <a:gd name="T104" fmla="*/ 130 w 555"/>
                <a:gd name="T105" fmla="*/ 268 h 425"/>
                <a:gd name="T106" fmla="*/ 130 w 555"/>
                <a:gd name="T107" fmla="*/ 218 h 425"/>
                <a:gd name="T108" fmla="*/ 195 w 555"/>
                <a:gd name="T109" fmla="*/ 202 h 425"/>
                <a:gd name="T110" fmla="*/ 179 w 555"/>
                <a:gd name="T111" fmla="*/ 268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555" h="425">
                  <a:moveTo>
                    <a:pt x="546" y="183"/>
                  </a:moveTo>
                  <a:cubicBezTo>
                    <a:pt x="290" y="183"/>
                    <a:pt x="290" y="183"/>
                    <a:pt x="290" y="183"/>
                  </a:cubicBezTo>
                  <a:cubicBezTo>
                    <a:pt x="291" y="182"/>
                    <a:pt x="293" y="181"/>
                    <a:pt x="294" y="180"/>
                  </a:cubicBezTo>
                  <a:cubicBezTo>
                    <a:pt x="315" y="159"/>
                    <a:pt x="315" y="125"/>
                    <a:pt x="294" y="104"/>
                  </a:cubicBezTo>
                  <a:cubicBezTo>
                    <a:pt x="284" y="94"/>
                    <a:pt x="270" y="88"/>
                    <a:pt x="256" y="88"/>
                  </a:cubicBezTo>
                  <a:cubicBezTo>
                    <a:pt x="242" y="88"/>
                    <a:pt x="228" y="94"/>
                    <a:pt x="218" y="104"/>
                  </a:cubicBezTo>
                  <a:cubicBezTo>
                    <a:pt x="217" y="105"/>
                    <a:pt x="216" y="106"/>
                    <a:pt x="215" y="108"/>
                  </a:cubicBezTo>
                  <a:cubicBezTo>
                    <a:pt x="215" y="10"/>
                    <a:pt x="215" y="10"/>
                    <a:pt x="215" y="10"/>
                  </a:cubicBezTo>
                  <a:cubicBezTo>
                    <a:pt x="215" y="4"/>
                    <a:pt x="211" y="0"/>
                    <a:pt x="205" y="0"/>
                  </a:cubicBezTo>
                  <a:cubicBezTo>
                    <a:pt x="200" y="0"/>
                    <a:pt x="196" y="4"/>
                    <a:pt x="196" y="10"/>
                  </a:cubicBezTo>
                  <a:cubicBezTo>
                    <a:pt x="196" y="179"/>
                    <a:pt x="196" y="179"/>
                    <a:pt x="196" y="179"/>
                  </a:cubicBezTo>
                  <a:cubicBezTo>
                    <a:pt x="171" y="168"/>
                    <a:pt x="138" y="151"/>
                    <a:pt x="132" y="137"/>
                  </a:cubicBezTo>
                  <a:cubicBezTo>
                    <a:pt x="127" y="127"/>
                    <a:pt x="126" y="116"/>
                    <a:pt x="130" y="106"/>
                  </a:cubicBezTo>
                  <a:cubicBezTo>
                    <a:pt x="133" y="95"/>
                    <a:pt x="141" y="87"/>
                    <a:pt x="151" y="82"/>
                  </a:cubicBezTo>
                  <a:cubicBezTo>
                    <a:pt x="155" y="80"/>
                    <a:pt x="157" y="74"/>
                    <a:pt x="155" y="69"/>
                  </a:cubicBezTo>
                  <a:cubicBezTo>
                    <a:pt x="152" y="65"/>
                    <a:pt x="147" y="63"/>
                    <a:pt x="142" y="65"/>
                  </a:cubicBezTo>
                  <a:cubicBezTo>
                    <a:pt x="128" y="72"/>
                    <a:pt x="117" y="84"/>
                    <a:pt x="112" y="100"/>
                  </a:cubicBezTo>
                  <a:cubicBezTo>
                    <a:pt x="107" y="115"/>
                    <a:pt x="108" y="131"/>
                    <a:pt x="115" y="146"/>
                  </a:cubicBezTo>
                  <a:cubicBezTo>
                    <a:pt x="122" y="160"/>
                    <a:pt x="142" y="173"/>
                    <a:pt x="162" y="183"/>
                  </a:cubicBezTo>
                  <a:cubicBezTo>
                    <a:pt x="9" y="183"/>
                    <a:pt x="9" y="183"/>
                    <a:pt x="9" y="183"/>
                  </a:cubicBezTo>
                  <a:cubicBezTo>
                    <a:pt x="4" y="183"/>
                    <a:pt x="0" y="187"/>
                    <a:pt x="0" y="193"/>
                  </a:cubicBezTo>
                  <a:cubicBezTo>
                    <a:pt x="0" y="198"/>
                    <a:pt x="4" y="202"/>
                    <a:pt x="9" y="202"/>
                  </a:cubicBezTo>
                  <a:cubicBezTo>
                    <a:pt x="121" y="202"/>
                    <a:pt x="121" y="202"/>
                    <a:pt x="121" y="202"/>
                  </a:cubicBezTo>
                  <a:cubicBezTo>
                    <a:pt x="119" y="203"/>
                    <a:pt x="118" y="204"/>
                    <a:pt x="117" y="205"/>
                  </a:cubicBezTo>
                  <a:cubicBezTo>
                    <a:pt x="96" y="226"/>
                    <a:pt x="96" y="260"/>
                    <a:pt x="117" y="281"/>
                  </a:cubicBezTo>
                  <a:cubicBezTo>
                    <a:pt x="127" y="291"/>
                    <a:pt x="140" y="297"/>
                    <a:pt x="155" y="297"/>
                  </a:cubicBezTo>
                  <a:cubicBezTo>
                    <a:pt x="169" y="297"/>
                    <a:pt x="182" y="291"/>
                    <a:pt x="193" y="281"/>
                  </a:cubicBezTo>
                  <a:cubicBezTo>
                    <a:pt x="194" y="280"/>
                    <a:pt x="195" y="278"/>
                    <a:pt x="196" y="277"/>
                  </a:cubicBezTo>
                  <a:cubicBezTo>
                    <a:pt x="196" y="416"/>
                    <a:pt x="196" y="416"/>
                    <a:pt x="196" y="416"/>
                  </a:cubicBezTo>
                  <a:cubicBezTo>
                    <a:pt x="196" y="421"/>
                    <a:pt x="200" y="425"/>
                    <a:pt x="205" y="425"/>
                  </a:cubicBezTo>
                  <a:cubicBezTo>
                    <a:pt x="211" y="425"/>
                    <a:pt x="215" y="421"/>
                    <a:pt x="215" y="416"/>
                  </a:cubicBezTo>
                  <a:cubicBezTo>
                    <a:pt x="215" y="206"/>
                    <a:pt x="215" y="206"/>
                    <a:pt x="215" y="206"/>
                  </a:cubicBezTo>
                  <a:cubicBezTo>
                    <a:pt x="240" y="217"/>
                    <a:pt x="272" y="234"/>
                    <a:pt x="279" y="248"/>
                  </a:cubicBezTo>
                  <a:cubicBezTo>
                    <a:pt x="284" y="258"/>
                    <a:pt x="284" y="269"/>
                    <a:pt x="281" y="279"/>
                  </a:cubicBezTo>
                  <a:cubicBezTo>
                    <a:pt x="277" y="290"/>
                    <a:pt x="270" y="298"/>
                    <a:pt x="260" y="303"/>
                  </a:cubicBezTo>
                  <a:cubicBezTo>
                    <a:pt x="255" y="305"/>
                    <a:pt x="253" y="311"/>
                    <a:pt x="256" y="316"/>
                  </a:cubicBezTo>
                  <a:cubicBezTo>
                    <a:pt x="257" y="319"/>
                    <a:pt x="261" y="321"/>
                    <a:pt x="264" y="321"/>
                  </a:cubicBezTo>
                  <a:cubicBezTo>
                    <a:pt x="266" y="321"/>
                    <a:pt x="267" y="320"/>
                    <a:pt x="268" y="320"/>
                  </a:cubicBezTo>
                  <a:cubicBezTo>
                    <a:pt x="283" y="313"/>
                    <a:pt x="293" y="300"/>
                    <a:pt x="299" y="285"/>
                  </a:cubicBezTo>
                  <a:cubicBezTo>
                    <a:pt x="304" y="270"/>
                    <a:pt x="303" y="254"/>
                    <a:pt x="296" y="239"/>
                  </a:cubicBezTo>
                  <a:cubicBezTo>
                    <a:pt x="289" y="225"/>
                    <a:pt x="268" y="212"/>
                    <a:pt x="249" y="202"/>
                  </a:cubicBezTo>
                  <a:cubicBezTo>
                    <a:pt x="546" y="202"/>
                    <a:pt x="546" y="202"/>
                    <a:pt x="546" y="202"/>
                  </a:cubicBezTo>
                  <a:cubicBezTo>
                    <a:pt x="551" y="202"/>
                    <a:pt x="555" y="198"/>
                    <a:pt x="555" y="193"/>
                  </a:cubicBezTo>
                  <a:cubicBezTo>
                    <a:pt x="555" y="187"/>
                    <a:pt x="551" y="183"/>
                    <a:pt x="546" y="183"/>
                  </a:cubicBezTo>
                  <a:close/>
                  <a:moveTo>
                    <a:pt x="231" y="117"/>
                  </a:moveTo>
                  <a:cubicBezTo>
                    <a:pt x="238" y="111"/>
                    <a:pt x="247" y="107"/>
                    <a:pt x="256" y="107"/>
                  </a:cubicBezTo>
                  <a:cubicBezTo>
                    <a:pt x="265" y="107"/>
                    <a:pt x="274" y="111"/>
                    <a:pt x="280" y="117"/>
                  </a:cubicBezTo>
                  <a:cubicBezTo>
                    <a:pt x="294" y="131"/>
                    <a:pt x="294" y="153"/>
                    <a:pt x="280" y="167"/>
                  </a:cubicBezTo>
                  <a:cubicBezTo>
                    <a:pt x="271" y="176"/>
                    <a:pt x="239" y="181"/>
                    <a:pt x="215" y="183"/>
                  </a:cubicBezTo>
                  <a:cubicBezTo>
                    <a:pt x="217" y="159"/>
                    <a:pt x="222" y="126"/>
                    <a:pt x="231" y="117"/>
                  </a:cubicBezTo>
                  <a:close/>
                  <a:moveTo>
                    <a:pt x="179" y="268"/>
                  </a:moveTo>
                  <a:cubicBezTo>
                    <a:pt x="173" y="274"/>
                    <a:pt x="164" y="278"/>
                    <a:pt x="155" y="278"/>
                  </a:cubicBezTo>
                  <a:cubicBezTo>
                    <a:pt x="145" y="278"/>
                    <a:pt x="137" y="274"/>
                    <a:pt x="130" y="268"/>
                  </a:cubicBezTo>
                  <a:cubicBezTo>
                    <a:pt x="116" y="254"/>
                    <a:pt x="116" y="232"/>
                    <a:pt x="130" y="218"/>
                  </a:cubicBezTo>
                  <a:cubicBezTo>
                    <a:pt x="139" y="209"/>
                    <a:pt x="172" y="204"/>
                    <a:pt x="195" y="202"/>
                  </a:cubicBezTo>
                  <a:cubicBezTo>
                    <a:pt x="194" y="226"/>
                    <a:pt x="189" y="258"/>
                    <a:pt x="179" y="26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86" name="Group 285"/>
          <p:cNvGrpSpPr/>
          <p:nvPr/>
        </p:nvGrpSpPr>
        <p:grpSpPr>
          <a:xfrm>
            <a:off x="2971801" y="3145368"/>
            <a:ext cx="668867" cy="567267"/>
            <a:chOff x="2228851" y="2359026"/>
            <a:chExt cx="501650" cy="425450"/>
          </a:xfrm>
          <a:solidFill>
            <a:schemeClr val="tx2"/>
          </a:solidFill>
        </p:grpSpPr>
        <p:sp>
          <p:nvSpPr>
            <p:cNvPr id="181" name="Freeform 146"/>
            <p:cNvSpPr>
              <a:spLocks/>
            </p:cNvSpPr>
            <p:nvPr/>
          </p:nvSpPr>
          <p:spPr bwMode="auto">
            <a:xfrm>
              <a:off x="2392364" y="2379663"/>
              <a:ext cx="273050" cy="84138"/>
            </a:xfrm>
            <a:custGeom>
              <a:avLst/>
              <a:gdLst>
                <a:gd name="T0" fmla="*/ 1 w 275"/>
                <a:gd name="T1" fmla="*/ 72 h 85"/>
                <a:gd name="T2" fmla="*/ 13 w 275"/>
                <a:gd name="T3" fmla="*/ 78 h 85"/>
                <a:gd name="T4" fmla="*/ 195 w 275"/>
                <a:gd name="T5" fmla="*/ 23 h 85"/>
                <a:gd name="T6" fmla="*/ 212 w 275"/>
                <a:gd name="T7" fmla="*/ 72 h 85"/>
                <a:gd name="T8" fmla="*/ 221 w 275"/>
                <a:gd name="T9" fmla="*/ 78 h 85"/>
                <a:gd name="T10" fmla="*/ 224 w 275"/>
                <a:gd name="T11" fmla="*/ 78 h 85"/>
                <a:gd name="T12" fmla="*/ 230 w 275"/>
                <a:gd name="T13" fmla="*/ 66 h 85"/>
                <a:gd name="T14" fmla="*/ 224 w 275"/>
                <a:gd name="T15" fmla="*/ 48 h 85"/>
                <a:gd name="T16" fmla="*/ 251 w 275"/>
                <a:gd name="T17" fmla="*/ 48 h 85"/>
                <a:gd name="T18" fmla="*/ 256 w 275"/>
                <a:gd name="T19" fmla="*/ 54 h 85"/>
                <a:gd name="T20" fmla="*/ 256 w 275"/>
                <a:gd name="T21" fmla="*/ 76 h 85"/>
                <a:gd name="T22" fmla="*/ 265 w 275"/>
                <a:gd name="T23" fmla="*/ 85 h 85"/>
                <a:gd name="T24" fmla="*/ 275 w 275"/>
                <a:gd name="T25" fmla="*/ 76 h 85"/>
                <a:gd name="T26" fmla="*/ 275 w 275"/>
                <a:gd name="T27" fmla="*/ 54 h 85"/>
                <a:gd name="T28" fmla="*/ 251 w 275"/>
                <a:gd name="T29" fmla="*/ 30 h 85"/>
                <a:gd name="T30" fmla="*/ 217 w 275"/>
                <a:gd name="T31" fmla="*/ 30 h 85"/>
                <a:gd name="T32" fmla="*/ 210 w 275"/>
                <a:gd name="T33" fmla="*/ 8 h 85"/>
                <a:gd name="T34" fmla="*/ 198 w 275"/>
                <a:gd name="T35" fmla="*/ 2 h 85"/>
                <a:gd name="T36" fmla="*/ 8 w 275"/>
                <a:gd name="T37" fmla="*/ 60 h 85"/>
                <a:gd name="T38" fmla="*/ 1 w 275"/>
                <a:gd name="T39" fmla="*/ 72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75" h="85">
                  <a:moveTo>
                    <a:pt x="1" y="72"/>
                  </a:moveTo>
                  <a:cubicBezTo>
                    <a:pt x="3" y="77"/>
                    <a:pt x="8" y="79"/>
                    <a:pt x="13" y="78"/>
                  </a:cubicBezTo>
                  <a:cubicBezTo>
                    <a:pt x="195" y="23"/>
                    <a:pt x="195" y="23"/>
                    <a:pt x="195" y="23"/>
                  </a:cubicBezTo>
                  <a:cubicBezTo>
                    <a:pt x="212" y="72"/>
                    <a:pt x="212" y="72"/>
                    <a:pt x="212" y="72"/>
                  </a:cubicBezTo>
                  <a:cubicBezTo>
                    <a:pt x="213" y="76"/>
                    <a:pt x="217" y="78"/>
                    <a:pt x="221" y="78"/>
                  </a:cubicBezTo>
                  <a:cubicBezTo>
                    <a:pt x="222" y="78"/>
                    <a:pt x="223" y="78"/>
                    <a:pt x="224" y="78"/>
                  </a:cubicBezTo>
                  <a:cubicBezTo>
                    <a:pt x="229" y="76"/>
                    <a:pt x="231" y="71"/>
                    <a:pt x="230" y="66"/>
                  </a:cubicBezTo>
                  <a:cubicBezTo>
                    <a:pt x="224" y="48"/>
                    <a:pt x="224" y="48"/>
                    <a:pt x="224" y="48"/>
                  </a:cubicBezTo>
                  <a:cubicBezTo>
                    <a:pt x="251" y="48"/>
                    <a:pt x="251" y="48"/>
                    <a:pt x="251" y="48"/>
                  </a:cubicBezTo>
                  <a:cubicBezTo>
                    <a:pt x="254" y="48"/>
                    <a:pt x="256" y="51"/>
                    <a:pt x="256" y="54"/>
                  </a:cubicBezTo>
                  <a:cubicBezTo>
                    <a:pt x="256" y="76"/>
                    <a:pt x="256" y="76"/>
                    <a:pt x="256" y="76"/>
                  </a:cubicBezTo>
                  <a:cubicBezTo>
                    <a:pt x="256" y="81"/>
                    <a:pt x="260" y="85"/>
                    <a:pt x="265" y="85"/>
                  </a:cubicBezTo>
                  <a:cubicBezTo>
                    <a:pt x="271" y="85"/>
                    <a:pt x="275" y="81"/>
                    <a:pt x="275" y="76"/>
                  </a:cubicBezTo>
                  <a:cubicBezTo>
                    <a:pt x="275" y="54"/>
                    <a:pt x="275" y="54"/>
                    <a:pt x="275" y="54"/>
                  </a:cubicBezTo>
                  <a:cubicBezTo>
                    <a:pt x="275" y="41"/>
                    <a:pt x="264" y="30"/>
                    <a:pt x="251" y="30"/>
                  </a:cubicBezTo>
                  <a:cubicBezTo>
                    <a:pt x="217" y="30"/>
                    <a:pt x="217" y="30"/>
                    <a:pt x="217" y="30"/>
                  </a:cubicBezTo>
                  <a:cubicBezTo>
                    <a:pt x="210" y="8"/>
                    <a:pt x="210" y="8"/>
                    <a:pt x="210" y="8"/>
                  </a:cubicBezTo>
                  <a:cubicBezTo>
                    <a:pt x="208" y="3"/>
                    <a:pt x="203" y="0"/>
                    <a:pt x="198" y="2"/>
                  </a:cubicBezTo>
                  <a:cubicBezTo>
                    <a:pt x="8" y="60"/>
                    <a:pt x="8" y="60"/>
                    <a:pt x="8" y="60"/>
                  </a:cubicBezTo>
                  <a:cubicBezTo>
                    <a:pt x="3" y="61"/>
                    <a:pt x="0" y="67"/>
                    <a:pt x="1" y="72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2" name="Freeform 147"/>
            <p:cNvSpPr>
              <a:spLocks/>
            </p:cNvSpPr>
            <p:nvPr/>
          </p:nvSpPr>
          <p:spPr bwMode="auto">
            <a:xfrm>
              <a:off x="2228851" y="2359026"/>
              <a:ext cx="501650" cy="425450"/>
            </a:xfrm>
            <a:custGeom>
              <a:avLst/>
              <a:gdLst>
                <a:gd name="T0" fmla="*/ 481 w 503"/>
                <a:gd name="T1" fmla="*/ 198 h 426"/>
                <a:gd name="T2" fmla="*/ 471 w 503"/>
                <a:gd name="T3" fmla="*/ 207 h 426"/>
                <a:gd name="T4" fmla="*/ 481 w 503"/>
                <a:gd name="T5" fmla="*/ 217 h 426"/>
                <a:gd name="T6" fmla="*/ 485 w 503"/>
                <a:gd name="T7" fmla="*/ 220 h 426"/>
                <a:gd name="T8" fmla="*/ 485 w 503"/>
                <a:gd name="T9" fmla="*/ 299 h 426"/>
                <a:gd name="T10" fmla="*/ 481 w 503"/>
                <a:gd name="T11" fmla="*/ 303 h 426"/>
                <a:gd name="T12" fmla="*/ 376 w 503"/>
                <a:gd name="T13" fmla="*/ 303 h 426"/>
                <a:gd name="T14" fmla="*/ 372 w 503"/>
                <a:gd name="T15" fmla="*/ 299 h 426"/>
                <a:gd name="T16" fmla="*/ 372 w 503"/>
                <a:gd name="T17" fmla="*/ 233 h 426"/>
                <a:gd name="T18" fmla="*/ 376 w 503"/>
                <a:gd name="T19" fmla="*/ 230 h 426"/>
                <a:gd name="T20" fmla="*/ 455 w 503"/>
                <a:gd name="T21" fmla="*/ 230 h 426"/>
                <a:gd name="T22" fmla="*/ 464 w 503"/>
                <a:gd name="T23" fmla="*/ 220 h 426"/>
                <a:gd name="T24" fmla="*/ 464 w 503"/>
                <a:gd name="T25" fmla="*/ 142 h 426"/>
                <a:gd name="T26" fmla="*/ 441 w 503"/>
                <a:gd name="T27" fmla="*/ 119 h 426"/>
                <a:gd name="T28" fmla="*/ 42 w 503"/>
                <a:gd name="T29" fmla="*/ 119 h 426"/>
                <a:gd name="T30" fmla="*/ 18 w 503"/>
                <a:gd name="T31" fmla="*/ 96 h 426"/>
                <a:gd name="T32" fmla="*/ 42 w 503"/>
                <a:gd name="T33" fmla="*/ 72 h 426"/>
                <a:gd name="T34" fmla="*/ 91 w 503"/>
                <a:gd name="T35" fmla="*/ 72 h 426"/>
                <a:gd name="T36" fmla="*/ 68 w 503"/>
                <a:gd name="T37" fmla="*/ 80 h 426"/>
                <a:gd name="T38" fmla="*/ 62 w 503"/>
                <a:gd name="T39" fmla="*/ 92 h 426"/>
                <a:gd name="T40" fmla="*/ 71 w 503"/>
                <a:gd name="T41" fmla="*/ 98 h 426"/>
                <a:gd name="T42" fmla="*/ 74 w 503"/>
                <a:gd name="T43" fmla="*/ 98 h 426"/>
                <a:gd name="T44" fmla="*/ 311 w 503"/>
                <a:gd name="T45" fmla="*/ 20 h 426"/>
                <a:gd name="T46" fmla="*/ 317 w 503"/>
                <a:gd name="T47" fmla="*/ 8 h 426"/>
                <a:gd name="T48" fmla="*/ 305 w 503"/>
                <a:gd name="T49" fmla="*/ 2 h 426"/>
                <a:gd name="T50" fmla="*/ 147 w 503"/>
                <a:gd name="T51" fmla="*/ 54 h 426"/>
                <a:gd name="T52" fmla="*/ 147 w 503"/>
                <a:gd name="T53" fmla="*/ 54 h 426"/>
                <a:gd name="T54" fmla="*/ 42 w 503"/>
                <a:gd name="T55" fmla="*/ 54 h 426"/>
                <a:gd name="T56" fmla="*/ 0 w 503"/>
                <a:gd name="T57" fmla="*/ 96 h 426"/>
                <a:gd name="T58" fmla="*/ 0 w 503"/>
                <a:gd name="T59" fmla="*/ 384 h 426"/>
                <a:gd name="T60" fmla="*/ 42 w 503"/>
                <a:gd name="T61" fmla="*/ 426 h 426"/>
                <a:gd name="T62" fmla="*/ 441 w 503"/>
                <a:gd name="T63" fmla="*/ 426 h 426"/>
                <a:gd name="T64" fmla="*/ 464 w 503"/>
                <a:gd name="T65" fmla="*/ 404 h 426"/>
                <a:gd name="T66" fmla="*/ 464 w 503"/>
                <a:gd name="T67" fmla="*/ 338 h 426"/>
                <a:gd name="T68" fmla="*/ 455 w 503"/>
                <a:gd name="T69" fmla="*/ 329 h 426"/>
                <a:gd name="T70" fmla="*/ 445 w 503"/>
                <a:gd name="T71" fmla="*/ 338 h 426"/>
                <a:gd name="T72" fmla="*/ 445 w 503"/>
                <a:gd name="T73" fmla="*/ 404 h 426"/>
                <a:gd name="T74" fmla="*/ 441 w 503"/>
                <a:gd name="T75" fmla="*/ 407 h 426"/>
                <a:gd name="T76" fmla="*/ 42 w 503"/>
                <a:gd name="T77" fmla="*/ 407 h 426"/>
                <a:gd name="T78" fmla="*/ 18 w 503"/>
                <a:gd name="T79" fmla="*/ 384 h 426"/>
                <a:gd name="T80" fmla="*/ 18 w 503"/>
                <a:gd name="T81" fmla="*/ 132 h 426"/>
                <a:gd name="T82" fmla="*/ 42 w 503"/>
                <a:gd name="T83" fmla="*/ 138 h 426"/>
                <a:gd name="T84" fmla="*/ 441 w 503"/>
                <a:gd name="T85" fmla="*/ 138 h 426"/>
                <a:gd name="T86" fmla="*/ 445 w 503"/>
                <a:gd name="T87" fmla="*/ 142 h 426"/>
                <a:gd name="T88" fmla="*/ 445 w 503"/>
                <a:gd name="T89" fmla="*/ 211 h 426"/>
                <a:gd name="T90" fmla="*/ 376 w 503"/>
                <a:gd name="T91" fmla="*/ 211 h 426"/>
                <a:gd name="T92" fmla="*/ 353 w 503"/>
                <a:gd name="T93" fmla="*/ 233 h 426"/>
                <a:gd name="T94" fmla="*/ 353 w 503"/>
                <a:gd name="T95" fmla="*/ 299 h 426"/>
                <a:gd name="T96" fmla="*/ 376 w 503"/>
                <a:gd name="T97" fmla="*/ 321 h 426"/>
                <a:gd name="T98" fmla="*/ 481 w 503"/>
                <a:gd name="T99" fmla="*/ 321 h 426"/>
                <a:gd name="T100" fmla="*/ 503 w 503"/>
                <a:gd name="T101" fmla="*/ 299 h 426"/>
                <a:gd name="T102" fmla="*/ 503 w 503"/>
                <a:gd name="T103" fmla="*/ 220 h 426"/>
                <a:gd name="T104" fmla="*/ 481 w 503"/>
                <a:gd name="T105" fmla="*/ 198 h 4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503" h="426">
                  <a:moveTo>
                    <a:pt x="481" y="198"/>
                  </a:moveTo>
                  <a:cubicBezTo>
                    <a:pt x="476" y="198"/>
                    <a:pt x="471" y="202"/>
                    <a:pt x="471" y="207"/>
                  </a:cubicBezTo>
                  <a:cubicBezTo>
                    <a:pt x="471" y="212"/>
                    <a:pt x="476" y="217"/>
                    <a:pt x="481" y="217"/>
                  </a:cubicBezTo>
                  <a:cubicBezTo>
                    <a:pt x="484" y="217"/>
                    <a:pt x="485" y="217"/>
                    <a:pt x="485" y="220"/>
                  </a:cubicBezTo>
                  <a:cubicBezTo>
                    <a:pt x="485" y="299"/>
                    <a:pt x="485" y="299"/>
                    <a:pt x="485" y="299"/>
                  </a:cubicBezTo>
                  <a:cubicBezTo>
                    <a:pt x="485" y="302"/>
                    <a:pt x="484" y="303"/>
                    <a:pt x="481" y="303"/>
                  </a:cubicBezTo>
                  <a:cubicBezTo>
                    <a:pt x="376" y="303"/>
                    <a:pt x="376" y="303"/>
                    <a:pt x="376" y="303"/>
                  </a:cubicBezTo>
                  <a:cubicBezTo>
                    <a:pt x="373" y="303"/>
                    <a:pt x="372" y="302"/>
                    <a:pt x="372" y="299"/>
                  </a:cubicBezTo>
                  <a:cubicBezTo>
                    <a:pt x="372" y="233"/>
                    <a:pt x="372" y="233"/>
                    <a:pt x="372" y="233"/>
                  </a:cubicBezTo>
                  <a:cubicBezTo>
                    <a:pt x="372" y="230"/>
                    <a:pt x="373" y="230"/>
                    <a:pt x="376" y="230"/>
                  </a:cubicBezTo>
                  <a:cubicBezTo>
                    <a:pt x="455" y="230"/>
                    <a:pt x="455" y="230"/>
                    <a:pt x="455" y="230"/>
                  </a:cubicBezTo>
                  <a:cubicBezTo>
                    <a:pt x="460" y="230"/>
                    <a:pt x="464" y="225"/>
                    <a:pt x="464" y="220"/>
                  </a:cubicBezTo>
                  <a:cubicBezTo>
                    <a:pt x="464" y="142"/>
                    <a:pt x="464" y="142"/>
                    <a:pt x="464" y="142"/>
                  </a:cubicBezTo>
                  <a:cubicBezTo>
                    <a:pt x="464" y="128"/>
                    <a:pt x="455" y="119"/>
                    <a:pt x="441" y="119"/>
                  </a:cubicBezTo>
                  <a:cubicBezTo>
                    <a:pt x="42" y="119"/>
                    <a:pt x="42" y="119"/>
                    <a:pt x="42" y="119"/>
                  </a:cubicBezTo>
                  <a:cubicBezTo>
                    <a:pt x="27" y="119"/>
                    <a:pt x="18" y="110"/>
                    <a:pt x="18" y="96"/>
                  </a:cubicBezTo>
                  <a:cubicBezTo>
                    <a:pt x="18" y="81"/>
                    <a:pt x="27" y="72"/>
                    <a:pt x="42" y="72"/>
                  </a:cubicBezTo>
                  <a:cubicBezTo>
                    <a:pt x="91" y="72"/>
                    <a:pt x="91" y="72"/>
                    <a:pt x="91" y="72"/>
                  </a:cubicBezTo>
                  <a:cubicBezTo>
                    <a:pt x="68" y="80"/>
                    <a:pt x="68" y="80"/>
                    <a:pt x="68" y="80"/>
                  </a:cubicBezTo>
                  <a:cubicBezTo>
                    <a:pt x="63" y="82"/>
                    <a:pt x="60" y="87"/>
                    <a:pt x="62" y="92"/>
                  </a:cubicBezTo>
                  <a:cubicBezTo>
                    <a:pt x="63" y="96"/>
                    <a:pt x="67" y="98"/>
                    <a:pt x="71" y="98"/>
                  </a:cubicBezTo>
                  <a:cubicBezTo>
                    <a:pt x="72" y="98"/>
                    <a:pt x="73" y="98"/>
                    <a:pt x="74" y="98"/>
                  </a:cubicBezTo>
                  <a:cubicBezTo>
                    <a:pt x="311" y="20"/>
                    <a:pt x="311" y="20"/>
                    <a:pt x="311" y="20"/>
                  </a:cubicBezTo>
                  <a:cubicBezTo>
                    <a:pt x="316" y="18"/>
                    <a:pt x="319" y="13"/>
                    <a:pt x="317" y="8"/>
                  </a:cubicBezTo>
                  <a:cubicBezTo>
                    <a:pt x="315" y="3"/>
                    <a:pt x="310" y="0"/>
                    <a:pt x="305" y="2"/>
                  </a:cubicBezTo>
                  <a:cubicBezTo>
                    <a:pt x="147" y="54"/>
                    <a:pt x="147" y="54"/>
                    <a:pt x="147" y="54"/>
                  </a:cubicBezTo>
                  <a:cubicBezTo>
                    <a:pt x="147" y="54"/>
                    <a:pt x="147" y="54"/>
                    <a:pt x="147" y="54"/>
                  </a:cubicBezTo>
                  <a:cubicBezTo>
                    <a:pt x="42" y="54"/>
                    <a:pt x="42" y="54"/>
                    <a:pt x="42" y="54"/>
                  </a:cubicBezTo>
                  <a:cubicBezTo>
                    <a:pt x="17" y="54"/>
                    <a:pt x="0" y="71"/>
                    <a:pt x="0" y="96"/>
                  </a:cubicBezTo>
                  <a:cubicBezTo>
                    <a:pt x="0" y="384"/>
                    <a:pt x="0" y="384"/>
                    <a:pt x="0" y="384"/>
                  </a:cubicBezTo>
                  <a:cubicBezTo>
                    <a:pt x="0" y="409"/>
                    <a:pt x="17" y="426"/>
                    <a:pt x="42" y="426"/>
                  </a:cubicBezTo>
                  <a:cubicBezTo>
                    <a:pt x="441" y="426"/>
                    <a:pt x="441" y="426"/>
                    <a:pt x="441" y="426"/>
                  </a:cubicBezTo>
                  <a:cubicBezTo>
                    <a:pt x="455" y="426"/>
                    <a:pt x="464" y="417"/>
                    <a:pt x="464" y="404"/>
                  </a:cubicBezTo>
                  <a:cubicBezTo>
                    <a:pt x="464" y="338"/>
                    <a:pt x="464" y="338"/>
                    <a:pt x="464" y="338"/>
                  </a:cubicBezTo>
                  <a:cubicBezTo>
                    <a:pt x="464" y="333"/>
                    <a:pt x="460" y="329"/>
                    <a:pt x="455" y="329"/>
                  </a:cubicBezTo>
                  <a:cubicBezTo>
                    <a:pt x="449" y="329"/>
                    <a:pt x="445" y="333"/>
                    <a:pt x="445" y="338"/>
                  </a:cubicBezTo>
                  <a:cubicBezTo>
                    <a:pt x="445" y="404"/>
                    <a:pt x="445" y="404"/>
                    <a:pt x="445" y="404"/>
                  </a:cubicBezTo>
                  <a:cubicBezTo>
                    <a:pt x="445" y="407"/>
                    <a:pt x="445" y="407"/>
                    <a:pt x="441" y="407"/>
                  </a:cubicBezTo>
                  <a:cubicBezTo>
                    <a:pt x="42" y="407"/>
                    <a:pt x="42" y="407"/>
                    <a:pt x="42" y="407"/>
                  </a:cubicBezTo>
                  <a:cubicBezTo>
                    <a:pt x="27" y="407"/>
                    <a:pt x="18" y="399"/>
                    <a:pt x="18" y="384"/>
                  </a:cubicBezTo>
                  <a:cubicBezTo>
                    <a:pt x="18" y="132"/>
                    <a:pt x="18" y="132"/>
                    <a:pt x="18" y="132"/>
                  </a:cubicBezTo>
                  <a:cubicBezTo>
                    <a:pt x="25" y="136"/>
                    <a:pt x="33" y="138"/>
                    <a:pt x="42" y="138"/>
                  </a:cubicBezTo>
                  <a:cubicBezTo>
                    <a:pt x="441" y="138"/>
                    <a:pt x="441" y="138"/>
                    <a:pt x="441" y="138"/>
                  </a:cubicBezTo>
                  <a:cubicBezTo>
                    <a:pt x="445" y="138"/>
                    <a:pt x="445" y="139"/>
                    <a:pt x="445" y="142"/>
                  </a:cubicBezTo>
                  <a:cubicBezTo>
                    <a:pt x="445" y="211"/>
                    <a:pt x="445" y="211"/>
                    <a:pt x="445" y="211"/>
                  </a:cubicBezTo>
                  <a:cubicBezTo>
                    <a:pt x="376" y="211"/>
                    <a:pt x="376" y="211"/>
                    <a:pt x="376" y="211"/>
                  </a:cubicBezTo>
                  <a:cubicBezTo>
                    <a:pt x="363" y="211"/>
                    <a:pt x="353" y="220"/>
                    <a:pt x="353" y="233"/>
                  </a:cubicBezTo>
                  <a:cubicBezTo>
                    <a:pt x="353" y="299"/>
                    <a:pt x="353" y="299"/>
                    <a:pt x="353" y="299"/>
                  </a:cubicBezTo>
                  <a:cubicBezTo>
                    <a:pt x="353" y="312"/>
                    <a:pt x="363" y="321"/>
                    <a:pt x="376" y="321"/>
                  </a:cubicBezTo>
                  <a:cubicBezTo>
                    <a:pt x="481" y="321"/>
                    <a:pt x="481" y="321"/>
                    <a:pt x="481" y="321"/>
                  </a:cubicBezTo>
                  <a:cubicBezTo>
                    <a:pt x="494" y="321"/>
                    <a:pt x="503" y="312"/>
                    <a:pt x="503" y="299"/>
                  </a:cubicBezTo>
                  <a:cubicBezTo>
                    <a:pt x="503" y="220"/>
                    <a:pt x="503" y="220"/>
                    <a:pt x="503" y="220"/>
                  </a:cubicBezTo>
                  <a:cubicBezTo>
                    <a:pt x="503" y="207"/>
                    <a:pt x="494" y="198"/>
                    <a:pt x="481" y="19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3" name="Oval 148"/>
            <p:cNvSpPr>
              <a:spLocks noChangeArrowheads="1"/>
            </p:cNvSpPr>
            <p:nvPr/>
          </p:nvSpPr>
          <p:spPr bwMode="auto">
            <a:xfrm>
              <a:off x="2627314" y="2601913"/>
              <a:ext cx="44450" cy="4603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88" name="Group 287"/>
          <p:cNvGrpSpPr/>
          <p:nvPr/>
        </p:nvGrpSpPr>
        <p:grpSpPr>
          <a:xfrm>
            <a:off x="5215469" y="3147485"/>
            <a:ext cx="582084" cy="565151"/>
            <a:chOff x="3911601" y="2360613"/>
            <a:chExt cx="436563" cy="423863"/>
          </a:xfrm>
          <a:solidFill>
            <a:schemeClr val="tx2"/>
          </a:solidFill>
        </p:grpSpPr>
        <p:sp>
          <p:nvSpPr>
            <p:cNvPr id="184" name="Freeform 149"/>
            <p:cNvSpPr>
              <a:spLocks noEditPoints="1"/>
            </p:cNvSpPr>
            <p:nvPr/>
          </p:nvSpPr>
          <p:spPr bwMode="auto">
            <a:xfrm>
              <a:off x="3911601" y="2360613"/>
              <a:ext cx="436563" cy="423863"/>
            </a:xfrm>
            <a:custGeom>
              <a:avLst/>
              <a:gdLst>
                <a:gd name="T0" fmla="*/ 409 w 438"/>
                <a:gd name="T1" fmla="*/ 0 h 425"/>
                <a:gd name="T2" fmla="*/ 29 w 438"/>
                <a:gd name="T3" fmla="*/ 0 h 425"/>
                <a:gd name="T4" fmla="*/ 0 w 438"/>
                <a:gd name="T5" fmla="*/ 29 h 425"/>
                <a:gd name="T6" fmla="*/ 0 w 438"/>
                <a:gd name="T7" fmla="*/ 396 h 425"/>
                <a:gd name="T8" fmla="*/ 29 w 438"/>
                <a:gd name="T9" fmla="*/ 425 h 425"/>
                <a:gd name="T10" fmla="*/ 409 w 438"/>
                <a:gd name="T11" fmla="*/ 425 h 425"/>
                <a:gd name="T12" fmla="*/ 438 w 438"/>
                <a:gd name="T13" fmla="*/ 396 h 425"/>
                <a:gd name="T14" fmla="*/ 438 w 438"/>
                <a:gd name="T15" fmla="*/ 29 h 425"/>
                <a:gd name="T16" fmla="*/ 409 w 438"/>
                <a:gd name="T17" fmla="*/ 0 h 425"/>
                <a:gd name="T18" fmla="*/ 419 w 438"/>
                <a:gd name="T19" fmla="*/ 396 h 425"/>
                <a:gd name="T20" fmla="*/ 409 w 438"/>
                <a:gd name="T21" fmla="*/ 406 h 425"/>
                <a:gd name="T22" fmla="*/ 29 w 438"/>
                <a:gd name="T23" fmla="*/ 406 h 425"/>
                <a:gd name="T24" fmla="*/ 19 w 438"/>
                <a:gd name="T25" fmla="*/ 396 h 425"/>
                <a:gd name="T26" fmla="*/ 19 w 438"/>
                <a:gd name="T27" fmla="*/ 30 h 425"/>
                <a:gd name="T28" fmla="*/ 29 w 438"/>
                <a:gd name="T29" fmla="*/ 19 h 425"/>
                <a:gd name="T30" fmla="*/ 409 w 438"/>
                <a:gd name="T31" fmla="*/ 19 h 425"/>
                <a:gd name="T32" fmla="*/ 419 w 438"/>
                <a:gd name="T33" fmla="*/ 30 h 425"/>
                <a:gd name="T34" fmla="*/ 419 w 438"/>
                <a:gd name="T35" fmla="*/ 396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38" h="425">
                  <a:moveTo>
                    <a:pt x="409" y="0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16" y="0"/>
                    <a:pt x="0" y="17"/>
                    <a:pt x="0" y="29"/>
                  </a:cubicBezTo>
                  <a:cubicBezTo>
                    <a:pt x="0" y="396"/>
                    <a:pt x="0" y="396"/>
                    <a:pt x="0" y="396"/>
                  </a:cubicBezTo>
                  <a:cubicBezTo>
                    <a:pt x="0" y="409"/>
                    <a:pt x="16" y="425"/>
                    <a:pt x="29" y="425"/>
                  </a:cubicBezTo>
                  <a:cubicBezTo>
                    <a:pt x="409" y="425"/>
                    <a:pt x="409" y="425"/>
                    <a:pt x="409" y="425"/>
                  </a:cubicBezTo>
                  <a:cubicBezTo>
                    <a:pt x="421" y="425"/>
                    <a:pt x="438" y="409"/>
                    <a:pt x="438" y="396"/>
                  </a:cubicBezTo>
                  <a:cubicBezTo>
                    <a:pt x="438" y="29"/>
                    <a:pt x="438" y="29"/>
                    <a:pt x="438" y="29"/>
                  </a:cubicBezTo>
                  <a:cubicBezTo>
                    <a:pt x="438" y="17"/>
                    <a:pt x="421" y="0"/>
                    <a:pt x="409" y="0"/>
                  </a:cubicBezTo>
                  <a:close/>
                  <a:moveTo>
                    <a:pt x="419" y="396"/>
                  </a:moveTo>
                  <a:cubicBezTo>
                    <a:pt x="418" y="399"/>
                    <a:pt x="412" y="406"/>
                    <a:pt x="409" y="406"/>
                  </a:cubicBezTo>
                  <a:cubicBezTo>
                    <a:pt x="29" y="406"/>
                    <a:pt x="29" y="406"/>
                    <a:pt x="29" y="406"/>
                  </a:cubicBezTo>
                  <a:cubicBezTo>
                    <a:pt x="26" y="406"/>
                    <a:pt x="19" y="399"/>
                    <a:pt x="19" y="396"/>
                  </a:cubicBezTo>
                  <a:cubicBezTo>
                    <a:pt x="19" y="30"/>
                    <a:pt x="19" y="30"/>
                    <a:pt x="19" y="30"/>
                  </a:cubicBezTo>
                  <a:cubicBezTo>
                    <a:pt x="19" y="26"/>
                    <a:pt x="26" y="20"/>
                    <a:pt x="29" y="19"/>
                  </a:cubicBezTo>
                  <a:cubicBezTo>
                    <a:pt x="409" y="19"/>
                    <a:pt x="409" y="19"/>
                    <a:pt x="409" y="19"/>
                  </a:cubicBezTo>
                  <a:cubicBezTo>
                    <a:pt x="412" y="20"/>
                    <a:pt x="418" y="26"/>
                    <a:pt x="419" y="30"/>
                  </a:cubicBezTo>
                  <a:lnTo>
                    <a:pt x="419" y="396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5" name="Freeform 150"/>
            <p:cNvSpPr>
              <a:spLocks noEditPoints="1"/>
            </p:cNvSpPr>
            <p:nvPr/>
          </p:nvSpPr>
          <p:spPr bwMode="auto">
            <a:xfrm>
              <a:off x="4100514" y="2432051"/>
              <a:ext cx="58738" cy="58738"/>
            </a:xfrm>
            <a:custGeom>
              <a:avLst/>
              <a:gdLst>
                <a:gd name="T0" fmla="*/ 29 w 58"/>
                <a:gd name="T1" fmla="*/ 0 h 58"/>
                <a:gd name="T2" fmla="*/ 0 w 58"/>
                <a:gd name="T3" fmla="*/ 29 h 58"/>
                <a:gd name="T4" fmla="*/ 29 w 58"/>
                <a:gd name="T5" fmla="*/ 58 h 58"/>
                <a:gd name="T6" fmla="*/ 58 w 58"/>
                <a:gd name="T7" fmla="*/ 29 h 58"/>
                <a:gd name="T8" fmla="*/ 29 w 58"/>
                <a:gd name="T9" fmla="*/ 0 h 58"/>
                <a:gd name="T10" fmla="*/ 29 w 58"/>
                <a:gd name="T11" fmla="*/ 40 h 58"/>
                <a:gd name="T12" fmla="*/ 19 w 58"/>
                <a:gd name="T13" fmla="*/ 29 h 58"/>
                <a:gd name="T14" fmla="*/ 29 w 58"/>
                <a:gd name="T15" fmla="*/ 19 h 58"/>
                <a:gd name="T16" fmla="*/ 39 w 58"/>
                <a:gd name="T17" fmla="*/ 29 h 58"/>
                <a:gd name="T18" fmla="*/ 29 w 58"/>
                <a:gd name="T19" fmla="*/ 40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8" h="58">
                  <a:moveTo>
                    <a:pt x="29" y="0"/>
                  </a:moveTo>
                  <a:cubicBezTo>
                    <a:pt x="13" y="0"/>
                    <a:pt x="0" y="13"/>
                    <a:pt x="0" y="29"/>
                  </a:cubicBezTo>
                  <a:cubicBezTo>
                    <a:pt x="0" y="45"/>
                    <a:pt x="13" y="58"/>
                    <a:pt x="29" y="58"/>
                  </a:cubicBezTo>
                  <a:cubicBezTo>
                    <a:pt x="45" y="58"/>
                    <a:pt x="58" y="45"/>
                    <a:pt x="58" y="29"/>
                  </a:cubicBezTo>
                  <a:cubicBezTo>
                    <a:pt x="58" y="13"/>
                    <a:pt x="45" y="0"/>
                    <a:pt x="29" y="0"/>
                  </a:cubicBezTo>
                  <a:close/>
                  <a:moveTo>
                    <a:pt x="29" y="40"/>
                  </a:moveTo>
                  <a:cubicBezTo>
                    <a:pt x="23" y="40"/>
                    <a:pt x="19" y="35"/>
                    <a:pt x="19" y="29"/>
                  </a:cubicBezTo>
                  <a:cubicBezTo>
                    <a:pt x="19" y="24"/>
                    <a:pt x="23" y="19"/>
                    <a:pt x="29" y="19"/>
                  </a:cubicBezTo>
                  <a:cubicBezTo>
                    <a:pt x="35" y="19"/>
                    <a:pt x="39" y="24"/>
                    <a:pt x="39" y="29"/>
                  </a:cubicBezTo>
                  <a:cubicBezTo>
                    <a:pt x="39" y="35"/>
                    <a:pt x="35" y="40"/>
                    <a:pt x="29" y="4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6" name="Freeform 151"/>
            <p:cNvSpPr>
              <a:spLocks noEditPoints="1"/>
            </p:cNvSpPr>
            <p:nvPr/>
          </p:nvSpPr>
          <p:spPr bwMode="auto">
            <a:xfrm>
              <a:off x="4205289" y="2641601"/>
              <a:ext cx="57150" cy="57150"/>
            </a:xfrm>
            <a:custGeom>
              <a:avLst/>
              <a:gdLst>
                <a:gd name="T0" fmla="*/ 29 w 58"/>
                <a:gd name="T1" fmla="*/ 0 h 58"/>
                <a:gd name="T2" fmla="*/ 0 w 58"/>
                <a:gd name="T3" fmla="*/ 29 h 58"/>
                <a:gd name="T4" fmla="*/ 29 w 58"/>
                <a:gd name="T5" fmla="*/ 58 h 58"/>
                <a:gd name="T6" fmla="*/ 58 w 58"/>
                <a:gd name="T7" fmla="*/ 29 h 58"/>
                <a:gd name="T8" fmla="*/ 29 w 58"/>
                <a:gd name="T9" fmla="*/ 0 h 58"/>
                <a:gd name="T10" fmla="*/ 29 w 58"/>
                <a:gd name="T11" fmla="*/ 39 h 58"/>
                <a:gd name="T12" fmla="*/ 18 w 58"/>
                <a:gd name="T13" fmla="*/ 29 h 58"/>
                <a:gd name="T14" fmla="*/ 29 w 58"/>
                <a:gd name="T15" fmla="*/ 19 h 58"/>
                <a:gd name="T16" fmla="*/ 39 w 58"/>
                <a:gd name="T17" fmla="*/ 29 h 58"/>
                <a:gd name="T18" fmla="*/ 29 w 58"/>
                <a:gd name="T19" fmla="*/ 39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8" h="58">
                  <a:moveTo>
                    <a:pt x="29" y="0"/>
                  </a:moveTo>
                  <a:cubicBezTo>
                    <a:pt x="13" y="0"/>
                    <a:pt x="0" y="13"/>
                    <a:pt x="0" y="29"/>
                  </a:cubicBezTo>
                  <a:cubicBezTo>
                    <a:pt x="0" y="45"/>
                    <a:pt x="13" y="58"/>
                    <a:pt x="29" y="58"/>
                  </a:cubicBezTo>
                  <a:cubicBezTo>
                    <a:pt x="45" y="58"/>
                    <a:pt x="58" y="45"/>
                    <a:pt x="58" y="29"/>
                  </a:cubicBezTo>
                  <a:cubicBezTo>
                    <a:pt x="58" y="13"/>
                    <a:pt x="45" y="0"/>
                    <a:pt x="29" y="0"/>
                  </a:cubicBezTo>
                  <a:close/>
                  <a:moveTo>
                    <a:pt x="29" y="39"/>
                  </a:moveTo>
                  <a:cubicBezTo>
                    <a:pt x="23" y="39"/>
                    <a:pt x="18" y="35"/>
                    <a:pt x="18" y="29"/>
                  </a:cubicBezTo>
                  <a:cubicBezTo>
                    <a:pt x="18" y="23"/>
                    <a:pt x="23" y="19"/>
                    <a:pt x="29" y="19"/>
                  </a:cubicBezTo>
                  <a:cubicBezTo>
                    <a:pt x="34" y="19"/>
                    <a:pt x="39" y="23"/>
                    <a:pt x="39" y="29"/>
                  </a:cubicBezTo>
                  <a:cubicBezTo>
                    <a:pt x="39" y="35"/>
                    <a:pt x="34" y="39"/>
                    <a:pt x="29" y="39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7" name="Freeform 152"/>
            <p:cNvSpPr>
              <a:spLocks noEditPoints="1"/>
            </p:cNvSpPr>
            <p:nvPr/>
          </p:nvSpPr>
          <p:spPr bwMode="auto">
            <a:xfrm>
              <a:off x="3995739" y="2576513"/>
              <a:ext cx="58738" cy="57150"/>
            </a:xfrm>
            <a:custGeom>
              <a:avLst/>
              <a:gdLst>
                <a:gd name="T0" fmla="*/ 29 w 58"/>
                <a:gd name="T1" fmla="*/ 0 h 58"/>
                <a:gd name="T2" fmla="*/ 0 w 58"/>
                <a:gd name="T3" fmla="*/ 29 h 58"/>
                <a:gd name="T4" fmla="*/ 29 w 58"/>
                <a:gd name="T5" fmla="*/ 58 h 58"/>
                <a:gd name="T6" fmla="*/ 58 w 58"/>
                <a:gd name="T7" fmla="*/ 29 h 58"/>
                <a:gd name="T8" fmla="*/ 29 w 58"/>
                <a:gd name="T9" fmla="*/ 0 h 58"/>
                <a:gd name="T10" fmla="*/ 29 w 58"/>
                <a:gd name="T11" fmla="*/ 40 h 58"/>
                <a:gd name="T12" fmla="*/ 19 w 58"/>
                <a:gd name="T13" fmla="*/ 29 h 58"/>
                <a:gd name="T14" fmla="*/ 29 w 58"/>
                <a:gd name="T15" fmla="*/ 19 h 58"/>
                <a:gd name="T16" fmla="*/ 39 w 58"/>
                <a:gd name="T17" fmla="*/ 29 h 58"/>
                <a:gd name="T18" fmla="*/ 29 w 58"/>
                <a:gd name="T19" fmla="*/ 40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8" h="58">
                  <a:moveTo>
                    <a:pt x="29" y="0"/>
                  </a:moveTo>
                  <a:cubicBezTo>
                    <a:pt x="13" y="0"/>
                    <a:pt x="0" y="13"/>
                    <a:pt x="0" y="29"/>
                  </a:cubicBezTo>
                  <a:cubicBezTo>
                    <a:pt x="0" y="45"/>
                    <a:pt x="13" y="58"/>
                    <a:pt x="29" y="58"/>
                  </a:cubicBezTo>
                  <a:cubicBezTo>
                    <a:pt x="45" y="58"/>
                    <a:pt x="58" y="45"/>
                    <a:pt x="58" y="29"/>
                  </a:cubicBezTo>
                  <a:cubicBezTo>
                    <a:pt x="58" y="13"/>
                    <a:pt x="45" y="0"/>
                    <a:pt x="29" y="0"/>
                  </a:cubicBezTo>
                  <a:close/>
                  <a:moveTo>
                    <a:pt x="29" y="40"/>
                  </a:moveTo>
                  <a:cubicBezTo>
                    <a:pt x="23" y="40"/>
                    <a:pt x="19" y="35"/>
                    <a:pt x="19" y="29"/>
                  </a:cubicBezTo>
                  <a:cubicBezTo>
                    <a:pt x="19" y="24"/>
                    <a:pt x="23" y="19"/>
                    <a:pt x="29" y="19"/>
                  </a:cubicBezTo>
                  <a:cubicBezTo>
                    <a:pt x="35" y="19"/>
                    <a:pt x="39" y="24"/>
                    <a:pt x="39" y="29"/>
                  </a:cubicBezTo>
                  <a:cubicBezTo>
                    <a:pt x="39" y="35"/>
                    <a:pt x="35" y="40"/>
                    <a:pt x="29" y="4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8" name="Freeform 153"/>
            <p:cNvSpPr>
              <a:spLocks/>
            </p:cNvSpPr>
            <p:nvPr/>
          </p:nvSpPr>
          <p:spPr bwMode="auto">
            <a:xfrm>
              <a:off x="4016376" y="2425701"/>
              <a:ext cx="17463" cy="136525"/>
            </a:xfrm>
            <a:custGeom>
              <a:avLst/>
              <a:gdLst>
                <a:gd name="T0" fmla="*/ 9 w 18"/>
                <a:gd name="T1" fmla="*/ 136 h 136"/>
                <a:gd name="T2" fmla="*/ 18 w 18"/>
                <a:gd name="T3" fmla="*/ 127 h 136"/>
                <a:gd name="T4" fmla="*/ 18 w 18"/>
                <a:gd name="T5" fmla="*/ 9 h 136"/>
                <a:gd name="T6" fmla="*/ 9 w 18"/>
                <a:gd name="T7" fmla="*/ 0 h 136"/>
                <a:gd name="T8" fmla="*/ 0 w 18"/>
                <a:gd name="T9" fmla="*/ 9 h 136"/>
                <a:gd name="T10" fmla="*/ 0 w 18"/>
                <a:gd name="T11" fmla="*/ 127 h 136"/>
                <a:gd name="T12" fmla="*/ 9 w 18"/>
                <a:gd name="T13" fmla="*/ 136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136">
                  <a:moveTo>
                    <a:pt x="9" y="136"/>
                  </a:moveTo>
                  <a:cubicBezTo>
                    <a:pt x="14" y="136"/>
                    <a:pt x="18" y="132"/>
                    <a:pt x="18" y="127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18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27"/>
                    <a:pt x="0" y="127"/>
                    <a:pt x="0" y="127"/>
                  </a:cubicBezTo>
                  <a:cubicBezTo>
                    <a:pt x="0" y="132"/>
                    <a:pt x="4" y="136"/>
                    <a:pt x="9" y="136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9" name="Freeform 154"/>
            <p:cNvSpPr>
              <a:spLocks/>
            </p:cNvSpPr>
            <p:nvPr/>
          </p:nvSpPr>
          <p:spPr bwMode="auto">
            <a:xfrm>
              <a:off x="4016376" y="2647951"/>
              <a:ext cx="17463" cy="58738"/>
            </a:xfrm>
            <a:custGeom>
              <a:avLst/>
              <a:gdLst>
                <a:gd name="T0" fmla="*/ 9 w 18"/>
                <a:gd name="T1" fmla="*/ 0 h 58"/>
                <a:gd name="T2" fmla="*/ 0 w 18"/>
                <a:gd name="T3" fmla="*/ 9 h 58"/>
                <a:gd name="T4" fmla="*/ 0 w 18"/>
                <a:gd name="T5" fmla="*/ 48 h 58"/>
                <a:gd name="T6" fmla="*/ 9 w 18"/>
                <a:gd name="T7" fmla="*/ 58 h 58"/>
                <a:gd name="T8" fmla="*/ 18 w 18"/>
                <a:gd name="T9" fmla="*/ 48 h 58"/>
                <a:gd name="T10" fmla="*/ 18 w 18"/>
                <a:gd name="T11" fmla="*/ 9 h 58"/>
                <a:gd name="T12" fmla="*/ 9 w 18"/>
                <a:gd name="T13" fmla="*/ 0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58">
                  <a:moveTo>
                    <a:pt x="9" y="0"/>
                  </a:moveTo>
                  <a:cubicBezTo>
                    <a:pt x="4" y="0"/>
                    <a:pt x="0" y="4"/>
                    <a:pt x="0" y="9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53"/>
                    <a:pt x="4" y="58"/>
                    <a:pt x="9" y="58"/>
                  </a:cubicBezTo>
                  <a:cubicBezTo>
                    <a:pt x="14" y="58"/>
                    <a:pt x="18" y="53"/>
                    <a:pt x="18" y="4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18" y="4"/>
                    <a:pt x="14" y="0"/>
                    <a:pt x="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0" name="Freeform 155"/>
            <p:cNvSpPr>
              <a:spLocks/>
            </p:cNvSpPr>
            <p:nvPr/>
          </p:nvSpPr>
          <p:spPr bwMode="auto">
            <a:xfrm>
              <a:off x="4121151" y="2503488"/>
              <a:ext cx="17463" cy="203200"/>
            </a:xfrm>
            <a:custGeom>
              <a:avLst/>
              <a:gdLst>
                <a:gd name="T0" fmla="*/ 9 w 18"/>
                <a:gd name="T1" fmla="*/ 0 h 203"/>
                <a:gd name="T2" fmla="*/ 0 w 18"/>
                <a:gd name="T3" fmla="*/ 10 h 203"/>
                <a:gd name="T4" fmla="*/ 0 w 18"/>
                <a:gd name="T5" fmla="*/ 193 h 203"/>
                <a:gd name="T6" fmla="*/ 9 w 18"/>
                <a:gd name="T7" fmla="*/ 203 h 203"/>
                <a:gd name="T8" fmla="*/ 18 w 18"/>
                <a:gd name="T9" fmla="*/ 193 h 203"/>
                <a:gd name="T10" fmla="*/ 18 w 18"/>
                <a:gd name="T11" fmla="*/ 10 h 203"/>
                <a:gd name="T12" fmla="*/ 9 w 18"/>
                <a:gd name="T13" fmla="*/ 0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203">
                  <a:moveTo>
                    <a:pt x="9" y="0"/>
                  </a:moveTo>
                  <a:cubicBezTo>
                    <a:pt x="4" y="0"/>
                    <a:pt x="0" y="5"/>
                    <a:pt x="0" y="10"/>
                  </a:cubicBezTo>
                  <a:cubicBezTo>
                    <a:pt x="0" y="193"/>
                    <a:pt x="0" y="193"/>
                    <a:pt x="0" y="193"/>
                  </a:cubicBezTo>
                  <a:cubicBezTo>
                    <a:pt x="0" y="198"/>
                    <a:pt x="4" y="203"/>
                    <a:pt x="9" y="203"/>
                  </a:cubicBezTo>
                  <a:cubicBezTo>
                    <a:pt x="14" y="203"/>
                    <a:pt x="18" y="198"/>
                    <a:pt x="18" y="193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18" y="5"/>
                    <a:pt x="14" y="0"/>
                    <a:pt x="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1" name="Freeform 156"/>
            <p:cNvSpPr>
              <a:spLocks/>
            </p:cNvSpPr>
            <p:nvPr/>
          </p:nvSpPr>
          <p:spPr bwMode="auto">
            <a:xfrm>
              <a:off x="4224339" y="2425701"/>
              <a:ext cx="19050" cy="201613"/>
            </a:xfrm>
            <a:custGeom>
              <a:avLst/>
              <a:gdLst>
                <a:gd name="T0" fmla="*/ 10 w 19"/>
                <a:gd name="T1" fmla="*/ 202 h 202"/>
                <a:gd name="T2" fmla="*/ 19 w 19"/>
                <a:gd name="T3" fmla="*/ 193 h 202"/>
                <a:gd name="T4" fmla="*/ 19 w 19"/>
                <a:gd name="T5" fmla="*/ 9 h 202"/>
                <a:gd name="T6" fmla="*/ 10 w 19"/>
                <a:gd name="T7" fmla="*/ 0 h 202"/>
                <a:gd name="T8" fmla="*/ 0 w 19"/>
                <a:gd name="T9" fmla="*/ 9 h 202"/>
                <a:gd name="T10" fmla="*/ 0 w 19"/>
                <a:gd name="T11" fmla="*/ 193 h 202"/>
                <a:gd name="T12" fmla="*/ 10 w 19"/>
                <a:gd name="T13" fmla="*/ 202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" h="202">
                  <a:moveTo>
                    <a:pt x="10" y="202"/>
                  </a:moveTo>
                  <a:cubicBezTo>
                    <a:pt x="15" y="202"/>
                    <a:pt x="19" y="198"/>
                    <a:pt x="19" y="193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93"/>
                    <a:pt x="0" y="193"/>
                    <a:pt x="0" y="193"/>
                  </a:cubicBezTo>
                  <a:cubicBezTo>
                    <a:pt x="0" y="198"/>
                    <a:pt x="5" y="202"/>
                    <a:pt x="10" y="202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92" name="Freeform 157"/>
          <p:cNvSpPr>
            <a:spLocks noEditPoints="1"/>
          </p:cNvSpPr>
          <p:nvPr/>
        </p:nvSpPr>
        <p:spPr bwMode="auto">
          <a:xfrm>
            <a:off x="6225119" y="3147485"/>
            <a:ext cx="632884" cy="565151"/>
          </a:xfrm>
          <a:custGeom>
            <a:avLst/>
            <a:gdLst>
              <a:gd name="T0" fmla="*/ 455 w 477"/>
              <a:gd name="T1" fmla="*/ 118 h 425"/>
              <a:gd name="T2" fmla="*/ 363 w 477"/>
              <a:gd name="T3" fmla="*/ 118 h 425"/>
              <a:gd name="T4" fmla="*/ 341 w 477"/>
              <a:gd name="T5" fmla="*/ 141 h 425"/>
              <a:gd name="T6" fmla="*/ 341 w 477"/>
              <a:gd name="T7" fmla="*/ 403 h 425"/>
              <a:gd name="T8" fmla="*/ 341 w 477"/>
              <a:gd name="T9" fmla="*/ 406 h 425"/>
              <a:gd name="T10" fmla="*/ 306 w 477"/>
              <a:gd name="T11" fmla="*/ 406 h 425"/>
              <a:gd name="T12" fmla="*/ 307 w 477"/>
              <a:gd name="T13" fmla="*/ 403 h 425"/>
              <a:gd name="T14" fmla="*/ 307 w 477"/>
              <a:gd name="T15" fmla="*/ 23 h 425"/>
              <a:gd name="T16" fmla="*/ 284 w 477"/>
              <a:gd name="T17" fmla="*/ 0 h 425"/>
              <a:gd name="T18" fmla="*/ 193 w 477"/>
              <a:gd name="T19" fmla="*/ 0 h 425"/>
              <a:gd name="T20" fmla="*/ 170 w 477"/>
              <a:gd name="T21" fmla="*/ 23 h 425"/>
              <a:gd name="T22" fmla="*/ 170 w 477"/>
              <a:gd name="T23" fmla="*/ 403 h 425"/>
              <a:gd name="T24" fmla="*/ 171 w 477"/>
              <a:gd name="T25" fmla="*/ 406 h 425"/>
              <a:gd name="T26" fmla="*/ 136 w 477"/>
              <a:gd name="T27" fmla="*/ 406 h 425"/>
              <a:gd name="T28" fmla="*/ 136 w 477"/>
              <a:gd name="T29" fmla="*/ 403 h 425"/>
              <a:gd name="T30" fmla="*/ 136 w 477"/>
              <a:gd name="T31" fmla="*/ 259 h 425"/>
              <a:gd name="T32" fmla="*/ 114 w 477"/>
              <a:gd name="T33" fmla="*/ 236 h 425"/>
              <a:gd name="T34" fmla="*/ 22 w 477"/>
              <a:gd name="T35" fmla="*/ 236 h 425"/>
              <a:gd name="T36" fmla="*/ 0 w 477"/>
              <a:gd name="T37" fmla="*/ 259 h 425"/>
              <a:gd name="T38" fmla="*/ 0 w 477"/>
              <a:gd name="T39" fmla="*/ 403 h 425"/>
              <a:gd name="T40" fmla="*/ 22 w 477"/>
              <a:gd name="T41" fmla="*/ 425 h 425"/>
              <a:gd name="T42" fmla="*/ 68 w 477"/>
              <a:gd name="T43" fmla="*/ 425 h 425"/>
              <a:gd name="T44" fmla="*/ 114 w 477"/>
              <a:gd name="T45" fmla="*/ 425 h 425"/>
              <a:gd name="T46" fmla="*/ 193 w 477"/>
              <a:gd name="T47" fmla="*/ 425 h 425"/>
              <a:gd name="T48" fmla="*/ 284 w 477"/>
              <a:gd name="T49" fmla="*/ 425 h 425"/>
              <a:gd name="T50" fmla="*/ 363 w 477"/>
              <a:gd name="T51" fmla="*/ 425 h 425"/>
              <a:gd name="T52" fmla="*/ 455 w 477"/>
              <a:gd name="T53" fmla="*/ 425 h 425"/>
              <a:gd name="T54" fmla="*/ 477 w 477"/>
              <a:gd name="T55" fmla="*/ 403 h 425"/>
              <a:gd name="T56" fmla="*/ 477 w 477"/>
              <a:gd name="T57" fmla="*/ 141 h 425"/>
              <a:gd name="T58" fmla="*/ 455 w 477"/>
              <a:gd name="T59" fmla="*/ 118 h 425"/>
              <a:gd name="T60" fmla="*/ 68 w 477"/>
              <a:gd name="T61" fmla="*/ 406 h 425"/>
              <a:gd name="T62" fmla="*/ 22 w 477"/>
              <a:gd name="T63" fmla="*/ 406 h 425"/>
              <a:gd name="T64" fmla="*/ 19 w 477"/>
              <a:gd name="T65" fmla="*/ 403 h 425"/>
              <a:gd name="T66" fmla="*/ 19 w 477"/>
              <a:gd name="T67" fmla="*/ 259 h 425"/>
              <a:gd name="T68" fmla="*/ 22 w 477"/>
              <a:gd name="T69" fmla="*/ 255 h 425"/>
              <a:gd name="T70" fmla="*/ 114 w 477"/>
              <a:gd name="T71" fmla="*/ 255 h 425"/>
              <a:gd name="T72" fmla="*/ 118 w 477"/>
              <a:gd name="T73" fmla="*/ 259 h 425"/>
              <a:gd name="T74" fmla="*/ 118 w 477"/>
              <a:gd name="T75" fmla="*/ 403 h 425"/>
              <a:gd name="T76" fmla="*/ 114 w 477"/>
              <a:gd name="T77" fmla="*/ 406 h 425"/>
              <a:gd name="T78" fmla="*/ 68 w 477"/>
              <a:gd name="T79" fmla="*/ 406 h 425"/>
              <a:gd name="T80" fmla="*/ 193 w 477"/>
              <a:gd name="T81" fmla="*/ 406 h 425"/>
              <a:gd name="T82" fmla="*/ 189 w 477"/>
              <a:gd name="T83" fmla="*/ 403 h 425"/>
              <a:gd name="T84" fmla="*/ 189 w 477"/>
              <a:gd name="T85" fmla="*/ 23 h 425"/>
              <a:gd name="T86" fmla="*/ 193 w 477"/>
              <a:gd name="T87" fmla="*/ 19 h 425"/>
              <a:gd name="T88" fmla="*/ 284 w 477"/>
              <a:gd name="T89" fmla="*/ 19 h 425"/>
              <a:gd name="T90" fmla="*/ 288 w 477"/>
              <a:gd name="T91" fmla="*/ 23 h 425"/>
              <a:gd name="T92" fmla="*/ 288 w 477"/>
              <a:gd name="T93" fmla="*/ 403 h 425"/>
              <a:gd name="T94" fmla="*/ 284 w 477"/>
              <a:gd name="T95" fmla="*/ 406 h 425"/>
              <a:gd name="T96" fmla="*/ 193 w 477"/>
              <a:gd name="T97" fmla="*/ 406 h 425"/>
              <a:gd name="T98" fmla="*/ 363 w 477"/>
              <a:gd name="T99" fmla="*/ 406 h 425"/>
              <a:gd name="T100" fmla="*/ 359 w 477"/>
              <a:gd name="T101" fmla="*/ 403 h 425"/>
              <a:gd name="T102" fmla="*/ 359 w 477"/>
              <a:gd name="T103" fmla="*/ 141 h 425"/>
              <a:gd name="T104" fmla="*/ 363 w 477"/>
              <a:gd name="T105" fmla="*/ 137 h 425"/>
              <a:gd name="T106" fmla="*/ 455 w 477"/>
              <a:gd name="T107" fmla="*/ 137 h 425"/>
              <a:gd name="T108" fmla="*/ 458 w 477"/>
              <a:gd name="T109" fmla="*/ 141 h 425"/>
              <a:gd name="T110" fmla="*/ 458 w 477"/>
              <a:gd name="T111" fmla="*/ 403 h 425"/>
              <a:gd name="T112" fmla="*/ 455 w 477"/>
              <a:gd name="T113" fmla="*/ 406 h 425"/>
              <a:gd name="T114" fmla="*/ 363 w 477"/>
              <a:gd name="T115" fmla="*/ 406 h 4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477" h="425">
                <a:moveTo>
                  <a:pt x="455" y="118"/>
                </a:moveTo>
                <a:cubicBezTo>
                  <a:pt x="363" y="118"/>
                  <a:pt x="363" y="118"/>
                  <a:pt x="363" y="118"/>
                </a:cubicBezTo>
                <a:cubicBezTo>
                  <a:pt x="351" y="118"/>
                  <a:pt x="341" y="128"/>
                  <a:pt x="341" y="141"/>
                </a:cubicBezTo>
                <a:cubicBezTo>
                  <a:pt x="341" y="403"/>
                  <a:pt x="341" y="403"/>
                  <a:pt x="341" y="403"/>
                </a:cubicBezTo>
                <a:cubicBezTo>
                  <a:pt x="341" y="404"/>
                  <a:pt x="341" y="405"/>
                  <a:pt x="341" y="406"/>
                </a:cubicBezTo>
                <a:cubicBezTo>
                  <a:pt x="306" y="406"/>
                  <a:pt x="306" y="406"/>
                  <a:pt x="306" y="406"/>
                </a:cubicBezTo>
                <a:cubicBezTo>
                  <a:pt x="307" y="405"/>
                  <a:pt x="307" y="404"/>
                  <a:pt x="307" y="403"/>
                </a:cubicBezTo>
                <a:cubicBezTo>
                  <a:pt x="307" y="23"/>
                  <a:pt x="307" y="23"/>
                  <a:pt x="307" y="23"/>
                </a:cubicBezTo>
                <a:cubicBezTo>
                  <a:pt x="307" y="10"/>
                  <a:pt x="297" y="0"/>
                  <a:pt x="284" y="0"/>
                </a:cubicBezTo>
                <a:cubicBezTo>
                  <a:pt x="193" y="0"/>
                  <a:pt x="193" y="0"/>
                  <a:pt x="193" y="0"/>
                </a:cubicBezTo>
                <a:cubicBezTo>
                  <a:pt x="180" y="0"/>
                  <a:pt x="170" y="10"/>
                  <a:pt x="170" y="23"/>
                </a:cubicBezTo>
                <a:cubicBezTo>
                  <a:pt x="170" y="403"/>
                  <a:pt x="170" y="403"/>
                  <a:pt x="170" y="403"/>
                </a:cubicBezTo>
                <a:cubicBezTo>
                  <a:pt x="170" y="404"/>
                  <a:pt x="170" y="405"/>
                  <a:pt x="171" y="406"/>
                </a:cubicBezTo>
                <a:cubicBezTo>
                  <a:pt x="136" y="406"/>
                  <a:pt x="136" y="406"/>
                  <a:pt x="136" y="406"/>
                </a:cubicBezTo>
                <a:cubicBezTo>
                  <a:pt x="136" y="405"/>
                  <a:pt x="136" y="404"/>
                  <a:pt x="136" y="403"/>
                </a:cubicBezTo>
                <a:cubicBezTo>
                  <a:pt x="136" y="259"/>
                  <a:pt x="136" y="259"/>
                  <a:pt x="136" y="259"/>
                </a:cubicBezTo>
                <a:cubicBezTo>
                  <a:pt x="136" y="246"/>
                  <a:pt x="126" y="236"/>
                  <a:pt x="114" y="236"/>
                </a:cubicBezTo>
                <a:cubicBezTo>
                  <a:pt x="22" y="236"/>
                  <a:pt x="22" y="236"/>
                  <a:pt x="22" y="236"/>
                </a:cubicBezTo>
                <a:cubicBezTo>
                  <a:pt x="10" y="236"/>
                  <a:pt x="0" y="246"/>
                  <a:pt x="0" y="259"/>
                </a:cubicBezTo>
                <a:cubicBezTo>
                  <a:pt x="0" y="403"/>
                  <a:pt x="0" y="403"/>
                  <a:pt x="0" y="403"/>
                </a:cubicBezTo>
                <a:cubicBezTo>
                  <a:pt x="0" y="415"/>
                  <a:pt x="10" y="425"/>
                  <a:pt x="22" y="425"/>
                </a:cubicBezTo>
                <a:cubicBezTo>
                  <a:pt x="68" y="425"/>
                  <a:pt x="68" y="425"/>
                  <a:pt x="68" y="425"/>
                </a:cubicBezTo>
                <a:cubicBezTo>
                  <a:pt x="114" y="425"/>
                  <a:pt x="114" y="425"/>
                  <a:pt x="114" y="425"/>
                </a:cubicBezTo>
                <a:cubicBezTo>
                  <a:pt x="193" y="425"/>
                  <a:pt x="193" y="425"/>
                  <a:pt x="193" y="425"/>
                </a:cubicBezTo>
                <a:cubicBezTo>
                  <a:pt x="284" y="425"/>
                  <a:pt x="284" y="425"/>
                  <a:pt x="284" y="425"/>
                </a:cubicBezTo>
                <a:cubicBezTo>
                  <a:pt x="363" y="425"/>
                  <a:pt x="363" y="425"/>
                  <a:pt x="363" y="425"/>
                </a:cubicBezTo>
                <a:cubicBezTo>
                  <a:pt x="455" y="425"/>
                  <a:pt x="455" y="425"/>
                  <a:pt x="455" y="425"/>
                </a:cubicBezTo>
                <a:cubicBezTo>
                  <a:pt x="467" y="425"/>
                  <a:pt x="477" y="415"/>
                  <a:pt x="477" y="403"/>
                </a:cubicBezTo>
                <a:cubicBezTo>
                  <a:pt x="477" y="141"/>
                  <a:pt x="477" y="141"/>
                  <a:pt x="477" y="141"/>
                </a:cubicBezTo>
                <a:cubicBezTo>
                  <a:pt x="477" y="128"/>
                  <a:pt x="467" y="118"/>
                  <a:pt x="455" y="118"/>
                </a:cubicBezTo>
                <a:close/>
                <a:moveTo>
                  <a:pt x="68" y="406"/>
                </a:moveTo>
                <a:cubicBezTo>
                  <a:pt x="22" y="406"/>
                  <a:pt x="22" y="406"/>
                  <a:pt x="22" y="406"/>
                </a:cubicBezTo>
                <a:cubicBezTo>
                  <a:pt x="20" y="406"/>
                  <a:pt x="19" y="405"/>
                  <a:pt x="19" y="403"/>
                </a:cubicBezTo>
                <a:cubicBezTo>
                  <a:pt x="19" y="259"/>
                  <a:pt x="19" y="259"/>
                  <a:pt x="19" y="259"/>
                </a:cubicBezTo>
                <a:cubicBezTo>
                  <a:pt x="19" y="257"/>
                  <a:pt x="20" y="255"/>
                  <a:pt x="22" y="255"/>
                </a:cubicBezTo>
                <a:cubicBezTo>
                  <a:pt x="114" y="255"/>
                  <a:pt x="114" y="255"/>
                  <a:pt x="114" y="255"/>
                </a:cubicBezTo>
                <a:cubicBezTo>
                  <a:pt x="116" y="255"/>
                  <a:pt x="118" y="257"/>
                  <a:pt x="118" y="259"/>
                </a:cubicBezTo>
                <a:cubicBezTo>
                  <a:pt x="118" y="403"/>
                  <a:pt x="118" y="403"/>
                  <a:pt x="118" y="403"/>
                </a:cubicBezTo>
                <a:cubicBezTo>
                  <a:pt x="118" y="405"/>
                  <a:pt x="116" y="406"/>
                  <a:pt x="114" y="406"/>
                </a:cubicBezTo>
                <a:lnTo>
                  <a:pt x="68" y="406"/>
                </a:lnTo>
                <a:close/>
                <a:moveTo>
                  <a:pt x="193" y="406"/>
                </a:moveTo>
                <a:cubicBezTo>
                  <a:pt x="191" y="406"/>
                  <a:pt x="189" y="405"/>
                  <a:pt x="189" y="403"/>
                </a:cubicBezTo>
                <a:cubicBezTo>
                  <a:pt x="189" y="23"/>
                  <a:pt x="189" y="23"/>
                  <a:pt x="189" y="23"/>
                </a:cubicBezTo>
                <a:cubicBezTo>
                  <a:pt x="189" y="21"/>
                  <a:pt x="191" y="19"/>
                  <a:pt x="193" y="19"/>
                </a:cubicBezTo>
                <a:cubicBezTo>
                  <a:pt x="284" y="19"/>
                  <a:pt x="284" y="19"/>
                  <a:pt x="284" y="19"/>
                </a:cubicBezTo>
                <a:cubicBezTo>
                  <a:pt x="286" y="19"/>
                  <a:pt x="288" y="21"/>
                  <a:pt x="288" y="23"/>
                </a:cubicBezTo>
                <a:cubicBezTo>
                  <a:pt x="288" y="403"/>
                  <a:pt x="288" y="403"/>
                  <a:pt x="288" y="403"/>
                </a:cubicBezTo>
                <a:cubicBezTo>
                  <a:pt x="288" y="405"/>
                  <a:pt x="286" y="406"/>
                  <a:pt x="284" y="406"/>
                </a:cubicBezTo>
                <a:lnTo>
                  <a:pt x="193" y="406"/>
                </a:lnTo>
                <a:close/>
                <a:moveTo>
                  <a:pt x="363" y="406"/>
                </a:moveTo>
                <a:cubicBezTo>
                  <a:pt x="361" y="406"/>
                  <a:pt x="359" y="405"/>
                  <a:pt x="359" y="403"/>
                </a:cubicBezTo>
                <a:cubicBezTo>
                  <a:pt x="359" y="141"/>
                  <a:pt x="359" y="141"/>
                  <a:pt x="359" y="141"/>
                </a:cubicBezTo>
                <a:cubicBezTo>
                  <a:pt x="359" y="139"/>
                  <a:pt x="361" y="137"/>
                  <a:pt x="363" y="137"/>
                </a:cubicBezTo>
                <a:cubicBezTo>
                  <a:pt x="455" y="137"/>
                  <a:pt x="455" y="137"/>
                  <a:pt x="455" y="137"/>
                </a:cubicBezTo>
                <a:cubicBezTo>
                  <a:pt x="457" y="137"/>
                  <a:pt x="458" y="139"/>
                  <a:pt x="458" y="141"/>
                </a:cubicBezTo>
                <a:cubicBezTo>
                  <a:pt x="458" y="403"/>
                  <a:pt x="458" y="403"/>
                  <a:pt x="458" y="403"/>
                </a:cubicBezTo>
                <a:cubicBezTo>
                  <a:pt x="458" y="405"/>
                  <a:pt x="457" y="406"/>
                  <a:pt x="455" y="406"/>
                </a:cubicBezTo>
                <a:lnTo>
                  <a:pt x="363" y="40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289" name="Group 288"/>
          <p:cNvGrpSpPr/>
          <p:nvPr/>
        </p:nvGrpSpPr>
        <p:grpSpPr>
          <a:xfrm>
            <a:off x="7459135" y="3147485"/>
            <a:ext cx="546100" cy="565151"/>
            <a:chOff x="5594351" y="2360613"/>
            <a:chExt cx="409575" cy="423863"/>
          </a:xfrm>
          <a:solidFill>
            <a:schemeClr val="tx2"/>
          </a:solidFill>
        </p:grpSpPr>
        <p:sp>
          <p:nvSpPr>
            <p:cNvPr id="193" name="Freeform 158"/>
            <p:cNvSpPr>
              <a:spLocks noEditPoints="1"/>
            </p:cNvSpPr>
            <p:nvPr/>
          </p:nvSpPr>
          <p:spPr bwMode="auto">
            <a:xfrm>
              <a:off x="5619751" y="2386013"/>
              <a:ext cx="358775" cy="371475"/>
            </a:xfrm>
            <a:custGeom>
              <a:avLst/>
              <a:gdLst>
                <a:gd name="T0" fmla="*/ 350 w 360"/>
                <a:gd name="T1" fmla="*/ 124 h 373"/>
                <a:gd name="T2" fmla="*/ 360 w 360"/>
                <a:gd name="T3" fmla="*/ 115 h 373"/>
                <a:gd name="T4" fmla="*/ 350 w 360"/>
                <a:gd name="T5" fmla="*/ 105 h 373"/>
                <a:gd name="T6" fmla="*/ 255 w 360"/>
                <a:gd name="T7" fmla="*/ 105 h 373"/>
                <a:gd name="T8" fmla="*/ 255 w 360"/>
                <a:gd name="T9" fmla="*/ 10 h 373"/>
                <a:gd name="T10" fmla="*/ 246 w 360"/>
                <a:gd name="T11" fmla="*/ 0 h 373"/>
                <a:gd name="T12" fmla="*/ 236 w 360"/>
                <a:gd name="T13" fmla="*/ 10 h 373"/>
                <a:gd name="T14" fmla="*/ 236 w 360"/>
                <a:gd name="T15" fmla="*/ 105 h 373"/>
                <a:gd name="T16" fmla="*/ 124 w 360"/>
                <a:gd name="T17" fmla="*/ 105 h 373"/>
                <a:gd name="T18" fmla="*/ 124 w 360"/>
                <a:gd name="T19" fmla="*/ 10 h 373"/>
                <a:gd name="T20" fmla="*/ 114 w 360"/>
                <a:gd name="T21" fmla="*/ 0 h 373"/>
                <a:gd name="T22" fmla="*/ 105 w 360"/>
                <a:gd name="T23" fmla="*/ 10 h 373"/>
                <a:gd name="T24" fmla="*/ 105 w 360"/>
                <a:gd name="T25" fmla="*/ 105 h 373"/>
                <a:gd name="T26" fmla="*/ 10 w 360"/>
                <a:gd name="T27" fmla="*/ 105 h 373"/>
                <a:gd name="T28" fmla="*/ 0 w 360"/>
                <a:gd name="T29" fmla="*/ 115 h 373"/>
                <a:gd name="T30" fmla="*/ 10 w 360"/>
                <a:gd name="T31" fmla="*/ 124 h 373"/>
                <a:gd name="T32" fmla="*/ 105 w 360"/>
                <a:gd name="T33" fmla="*/ 124 h 373"/>
                <a:gd name="T34" fmla="*/ 105 w 360"/>
                <a:gd name="T35" fmla="*/ 236 h 373"/>
                <a:gd name="T36" fmla="*/ 10 w 360"/>
                <a:gd name="T37" fmla="*/ 236 h 373"/>
                <a:gd name="T38" fmla="*/ 0 w 360"/>
                <a:gd name="T39" fmla="*/ 246 h 373"/>
                <a:gd name="T40" fmla="*/ 10 w 360"/>
                <a:gd name="T41" fmla="*/ 255 h 373"/>
                <a:gd name="T42" fmla="*/ 105 w 360"/>
                <a:gd name="T43" fmla="*/ 255 h 373"/>
                <a:gd name="T44" fmla="*/ 105 w 360"/>
                <a:gd name="T45" fmla="*/ 364 h 373"/>
                <a:gd name="T46" fmla="*/ 114 w 360"/>
                <a:gd name="T47" fmla="*/ 373 h 373"/>
                <a:gd name="T48" fmla="*/ 124 w 360"/>
                <a:gd name="T49" fmla="*/ 364 h 373"/>
                <a:gd name="T50" fmla="*/ 124 w 360"/>
                <a:gd name="T51" fmla="*/ 255 h 373"/>
                <a:gd name="T52" fmla="*/ 236 w 360"/>
                <a:gd name="T53" fmla="*/ 255 h 373"/>
                <a:gd name="T54" fmla="*/ 236 w 360"/>
                <a:gd name="T55" fmla="*/ 364 h 373"/>
                <a:gd name="T56" fmla="*/ 246 w 360"/>
                <a:gd name="T57" fmla="*/ 373 h 373"/>
                <a:gd name="T58" fmla="*/ 255 w 360"/>
                <a:gd name="T59" fmla="*/ 364 h 373"/>
                <a:gd name="T60" fmla="*/ 255 w 360"/>
                <a:gd name="T61" fmla="*/ 255 h 373"/>
                <a:gd name="T62" fmla="*/ 350 w 360"/>
                <a:gd name="T63" fmla="*/ 255 h 373"/>
                <a:gd name="T64" fmla="*/ 360 w 360"/>
                <a:gd name="T65" fmla="*/ 246 h 373"/>
                <a:gd name="T66" fmla="*/ 350 w 360"/>
                <a:gd name="T67" fmla="*/ 236 h 373"/>
                <a:gd name="T68" fmla="*/ 255 w 360"/>
                <a:gd name="T69" fmla="*/ 236 h 373"/>
                <a:gd name="T70" fmla="*/ 255 w 360"/>
                <a:gd name="T71" fmla="*/ 124 h 373"/>
                <a:gd name="T72" fmla="*/ 350 w 360"/>
                <a:gd name="T73" fmla="*/ 124 h 373"/>
                <a:gd name="T74" fmla="*/ 236 w 360"/>
                <a:gd name="T75" fmla="*/ 236 h 373"/>
                <a:gd name="T76" fmla="*/ 124 w 360"/>
                <a:gd name="T77" fmla="*/ 236 h 373"/>
                <a:gd name="T78" fmla="*/ 124 w 360"/>
                <a:gd name="T79" fmla="*/ 124 h 373"/>
                <a:gd name="T80" fmla="*/ 236 w 360"/>
                <a:gd name="T81" fmla="*/ 124 h 373"/>
                <a:gd name="T82" fmla="*/ 236 w 360"/>
                <a:gd name="T83" fmla="*/ 236 h 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360" h="373">
                  <a:moveTo>
                    <a:pt x="350" y="124"/>
                  </a:moveTo>
                  <a:cubicBezTo>
                    <a:pt x="355" y="124"/>
                    <a:pt x="360" y="120"/>
                    <a:pt x="360" y="115"/>
                  </a:cubicBezTo>
                  <a:cubicBezTo>
                    <a:pt x="360" y="109"/>
                    <a:pt x="355" y="105"/>
                    <a:pt x="350" y="105"/>
                  </a:cubicBezTo>
                  <a:cubicBezTo>
                    <a:pt x="255" y="105"/>
                    <a:pt x="255" y="105"/>
                    <a:pt x="255" y="105"/>
                  </a:cubicBezTo>
                  <a:cubicBezTo>
                    <a:pt x="255" y="10"/>
                    <a:pt x="255" y="10"/>
                    <a:pt x="255" y="10"/>
                  </a:cubicBezTo>
                  <a:cubicBezTo>
                    <a:pt x="255" y="5"/>
                    <a:pt x="251" y="0"/>
                    <a:pt x="246" y="0"/>
                  </a:cubicBezTo>
                  <a:cubicBezTo>
                    <a:pt x="240" y="0"/>
                    <a:pt x="236" y="5"/>
                    <a:pt x="236" y="10"/>
                  </a:cubicBezTo>
                  <a:cubicBezTo>
                    <a:pt x="236" y="105"/>
                    <a:pt x="236" y="105"/>
                    <a:pt x="236" y="105"/>
                  </a:cubicBezTo>
                  <a:cubicBezTo>
                    <a:pt x="124" y="105"/>
                    <a:pt x="124" y="105"/>
                    <a:pt x="124" y="105"/>
                  </a:cubicBezTo>
                  <a:cubicBezTo>
                    <a:pt x="124" y="10"/>
                    <a:pt x="124" y="10"/>
                    <a:pt x="124" y="10"/>
                  </a:cubicBezTo>
                  <a:cubicBezTo>
                    <a:pt x="124" y="5"/>
                    <a:pt x="120" y="0"/>
                    <a:pt x="114" y="0"/>
                  </a:cubicBezTo>
                  <a:cubicBezTo>
                    <a:pt x="109" y="0"/>
                    <a:pt x="105" y="5"/>
                    <a:pt x="105" y="10"/>
                  </a:cubicBezTo>
                  <a:cubicBezTo>
                    <a:pt x="105" y="105"/>
                    <a:pt x="105" y="105"/>
                    <a:pt x="105" y="105"/>
                  </a:cubicBezTo>
                  <a:cubicBezTo>
                    <a:pt x="10" y="105"/>
                    <a:pt x="10" y="105"/>
                    <a:pt x="10" y="105"/>
                  </a:cubicBezTo>
                  <a:cubicBezTo>
                    <a:pt x="4" y="105"/>
                    <a:pt x="0" y="109"/>
                    <a:pt x="0" y="115"/>
                  </a:cubicBezTo>
                  <a:cubicBezTo>
                    <a:pt x="0" y="120"/>
                    <a:pt x="4" y="124"/>
                    <a:pt x="10" y="124"/>
                  </a:cubicBezTo>
                  <a:cubicBezTo>
                    <a:pt x="105" y="124"/>
                    <a:pt x="105" y="124"/>
                    <a:pt x="105" y="124"/>
                  </a:cubicBezTo>
                  <a:cubicBezTo>
                    <a:pt x="105" y="236"/>
                    <a:pt x="105" y="236"/>
                    <a:pt x="105" y="236"/>
                  </a:cubicBezTo>
                  <a:cubicBezTo>
                    <a:pt x="10" y="236"/>
                    <a:pt x="10" y="236"/>
                    <a:pt x="10" y="236"/>
                  </a:cubicBezTo>
                  <a:cubicBezTo>
                    <a:pt x="4" y="236"/>
                    <a:pt x="0" y="241"/>
                    <a:pt x="0" y="246"/>
                  </a:cubicBezTo>
                  <a:cubicBezTo>
                    <a:pt x="0" y="251"/>
                    <a:pt x="4" y="255"/>
                    <a:pt x="10" y="255"/>
                  </a:cubicBezTo>
                  <a:cubicBezTo>
                    <a:pt x="105" y="255"/>
                    <a:pt x="105" y="255"/>
                    <a:pt x="105" y="255"/>
                  </a:cubicBezTo>
                  <a:cubicBezTo>
                    <a:pt x="105" y="364"/>
                    <a:pt x="105" y="364"/>
                    <a:pt x="105" y="364"/>
                  </a:cubicBezTo>
                  <a:cubicBezTo>
                    <a:pt x="105" y="369"/>
                    <a:pt x="109" y="373"/>
                    <a:pt x="114" y="373"/>
                  </a:cubicBezTo>
                  <a:cubicBezTo>
                    <a:pt x="120" y="373"/>
                    <a:pt x="124" y="369"/>
                    <a:pt x="124" y="364"/>
                  </a:cubicBezTo>
                  <a:cubicBezTo>
                    <a:pt x="124" y="255"/>
                    <a:pt x="124" y="255"/>
                    <a:pt x="124" y="255"/>
                  </a:cubicBezTo>
                  <a:cubicBezTo>
                    <a:pt x="236" y="255"/>
                    <a:pt x="236" y="255"/>
                    <a:pt x="236" y="255"/>
                  </a:cubicBezTo>
                  <a:cubicBezTo>
                    <a:pt x="236" y="364"/>
                    <a:pt x="236" y="364"/>
                    <a:pt x="236" y="364"/>
                  </a:cubicBezTo>
                  <a:cubicBezTo>
                    <a:pt x="236" y="369"/>
                    <a:pt x="240" y="373"/>
                    <a:pt x="246" y="373"/>
                  </a:cubicBezTo>
                  <a:cubicBezTo>
                    <a:pt x="251" y="373"/>
                    <a:pt x="255" y="369"/>
                    <a:pt x="255" y="364"/>
                  </a:cubicBezTo>
                  <a:cubicBezTo>
                    <a:pt x="255" y="255"/>
                    <a:pt x="255" y="255"/>
                    <a:pt x="255" y="255"/>
                  </a:cubicBezTo>
                  <a:cubicBezTo>
                    <a:pt x="350" y="255"/>
                    <a:pt x="350" y="255"/>
                    <a:pt x="350" y="255"/>
                  </a:cubicBezTo>
                  <a:cubicBezTo>
                    <a:pt x="355" y="255"/>
                    <a:pt x="360" y="251"/>
                    <a:pt x="360" y="246"/>
                  </a:cubicBezTo>
                  <a:cubicBezTo>
                    <a:pt x="360" y="241"/>
                    <a:pt x="355" y="236"/>
                    <a:pt x="350" y="236"/>
                  </a:cubicBezTo>
                  <a:cubicBezTo>
                    <a:pt x="255" y="236"/>
                    <a:pt x="255" y="236"/>
                    <a:pt x="255" y="236"/>
                  </a:cubicBezTo>
                  <a:cubicBezTo>
                    <a:pt x="255" y="124"/>
                    <a:pt x="255" y="124"/>
                    <a:pt x="255" y="124"/>
                  </a:cubicBezTo>
                  <a:lnTo>
                    <a:pt x="350" y="124"/>
                  </a:lnTo>
                  <a:close/>
                  <a:moveTo>
                    <a:pt x="236" y="236"/>
                  </a:moveTo>
                  <a:cubicBezTo>
                    <a:pt x="124" y="236"/>
                    <a:pt x="124" y="236"/>
                    <a:pt x="124" y="236"/>
                  </a:cubicBezTo>
                  <a:cubicBezTo>
                    <a:pt x="124" y="124"/>
                    <a:pt x="124" y="124"/>
                    <a:pt x="124" y="124"/>
                  </a:cubicBezTo>
                  <a:cubicBezTo>
                    <a:pt x="236" y="124"/>
                    <a:pt x="236" y="124"/>
                    <a:pt x="236" y="124"/>
                  </a:cubicBezTo>
                  <a:lnTo>
                    <a:pt x="236" y="236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4" name="Freeform 159"/>
            <p:cNvSpPr>
              <a:spLocks noEditPoints="1"/>
            </p:cNvSpPr>
            <p:nvPr/>
          </p:nvSpPr>
          <p:spPr bwMode="auto">
            <a:xfrm>
              <a:off x="5594351" y="2360613"/>
              <a:ext cx="409575" cy="423863"/>
            </a:xfrm>
            <a:custGeom>
              <a:avLst/>
              <a:gdLst>
                <a:gd name="T0" fmla="*/ 389 w 412"/>
                <a:gd name="T1" fmla="*/ 0 h 425"/>
                <a:gd name="T2" fmla="*/ 23 w 412"/>
                <a:gd name="T3" fmla="*/ 0 h 425"/>
                <a:gd name="T4" fmla="*/ 0 w 412"/>
                <a:gd name="T5" fmla="*/ 23 h 425"/>
                <a:gd name="T6" fmla="*/ 0 w 412"/>
                <a:gd name="T7" fmla="*/ 403 h 425"/>
                <a:gd name="T8" fmla="*/ 23 w 412"/>
                <a:gd name="T9" fmla="*/ 425 h 425"/>
                <a:gd name="T10" fmla="*/ 389 w 412"/>
                <a:gd name="T11" fmla="*/ 425 h 425"/>
                <a:gd name="T12" fmla="*/ 412 w 412"/>
                <a:gd name="T13" fmla="*/ 403 h 425"/>
                <a:gd name="T14" fmla="*/ 412 w 412"/>
                <a:gd name="T15" fmla="*/ 23 h 425"/>
                <a:gd name="T16" fmla="*/ 389 w 412"/>
                <a:gd name="T17" fmla="*/ 0 h 425"/>
                <a:gd name="T18" fmla="*/ 393 w 412"/>
                <a:gd name="T19" fmla="*/ 403 h 425"/>
                <a:gd name="T20" fmla="*/ 389 w 412"/>
                <a:gd name="T21" fmla="*/ 406 h 425"/>
                <a:gd name="T22" fmla="*/ 23 w 412"/>
                <a:gd name="T23" fmla="*/ 406 h 425"/>
                <a:gd name="T24" fmla="*/ 19 w 412"/>
                <a:gd name="T25" fmla="*/ 403 h 425"/>
                <a:gd name="T26" fmla="*/ 19 w 412"/>
                <a:gd name="T27" fmla="*/ 23 h 425"/>
                <a:gd name="T28" fmla="*/ 23 w 412"/>
                <a:gd name="T29" fmla="*/ 19 h 425"/>
                <a:gd name="T30" fmla="*/ 389 w 412"/>
                <a:gd name="T31" fmla="*/ 19 h 425"/>
                <a:gd name="T32" fmla="*/ 393 w 412"/>
                <a:gd name="T33" fmla="*/ 23 h 425"/>
                <a:gd name="T34" fmla="*/ 393 w 412"/>
                <a:gd name="T35" fmla="*/ 403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12" h="425">
                  <a:moveTo>
                    <a:pt x="389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10" y="0"/>
                    <a:pt x="0" y="10"/>
                    <a:pt x="0" y="23"/>
                  </a:cubicBezTo>
                  <a:cubicBezTo>
                    <a:pt x="0" y="403"/>
                    <a:pt x="0" y="403"/>
                    <a:pt x="0" y="403"/>
                  </a:cubicBezTo>
                  <a:cubicBezTo>
                    <a:pt x="0" y="415"/>
                    <a:pt x="10" y="425"/>
                    <a:pt x="23" y="425"/>
                  </a:cubicBezTo>
                  <a:cubicBezTo>
                    <a:pt x="389" y="425"/>
                    <a:pt x="389" y="425"/>
                    <a:pt x="389" y="425"/>
                  </a:cubicBezTo>
                  <a:cubicBezTo>
                    <a:pt x="402" y="425"/>
                    <a:pt x="412" y="415"/>
                    <a:pt x="412" y="403"/>
                  </a:cubicBezTo>
                  <a:cubicBezTo>
                    <a:pt x="412" y="23"/>
                    <a:pt x="412" y="23"/>
                    <a:pt x="412" y="23"/>
                  </a:cubicBezTo>
                  <a:cubicBezTo>
                    <a:pt x="412" y="10"/>
                    <a:pt x="402" y="0"/>
                    <a:pt x="389" y="0"/>
                  </a:cubicBezTo>
                  <a:close/>
                  <a:moveTo>
                    <a:pt x="393" y="403"/>
                  </a:moveTo>
                  <a:cubicBezTo>
                    <a:pt x="393" y="405"/>
                    <a:pt x="391" y="406"/>
                    <a:pt x="389" y="406"/>
                  </a:cubicBezTo>
                  <a:cubicBezTo>
                    <a:pt x="23" y="406"/>
                    <a:pt x="23" y="406"/>
                    <a:pt x="23" y="406"/>
                  </a:cubicBezTo>
                  <a:cubicBezTo>
                    <a:pt x="21" y="406"/>
                    <a:pt x="19" y="405"/>
                    <a:pt x="19" y="403"/>
                  </a:cubicBezTo>
                  <a:cubicBezTo>
                    <a:pt x="19" y="23"/>
                    <a:pt x="19" y="23"/>
                    <a:pt x="19" y="23"/>
                  </a:cubicBezTo>
                  <a:cubicBezTo>
                    <a:pt x="19" y="21"/>
                    <a:pt x="21" y="19"/>
                    <a:pt x="23" y="19"/>
                  </a:cubicBezTo>
                  <a:cubicBezTo>
                    <a:pt x="389" y="19"/>
                    <a:pt x="389" y="19"/>
                    <a:pt x="389" y="19"/>
                  </a:cubicBezTo>
                  <a:cubicBezTo>
                    <a:pt x="391" y="19"/>
                    <a:pt x="393" y="21"/>
                    <a:pt x="393" y="23"/>
                  </a:cubicBezTo>
                  <a:lnTo>
                    <a:pt x="393" y="403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58" name="Group 257"/>
          <p:cNvGrpSpPr/>
          <p:nvPr/>
        </p:nvGrpSpPr>
        <p:grpSpPr>
          <a:xfrm>
            <a:off x="10517719" y="3147485"/>
            <a:ext cx="565151" cy="565151"/>
            <a:chOff x="7888289" y="2360613"/>
            <a:chExt cx="423863" cy="423863"/>
          </a:xfrm>
          <a:solidFill>
            <a:schemeClr val="tx2"/>
          </a:solidFill>
        </p:grpSpPr>
        <p:sp>
          <p:nvSpPr>
            <p:cNvPr id="195" name="Freeform 160"/>
            <p:cNvSpPr>
              <a:spLocks noEditPoints="1"/>
            </p:cNvSpPr>
            <p:nvPr/>
          </p:nvSpPr>
          <p:spPr bwMode="auto">
            <a:xfrm>
              <a:off x="7888289" y="2360613"/>
              <a:ext cx="423863" cy="423863"/>
            </a:xfrm>
            <a:custGeom>
              <a:avLst/>
              <a:gdLst>
                <a:gd name="T0" fmla="*/ 403 w 425"/>
                <a:gd name="T1" fmla="*/ 0 h 425"/>
                <a:gd name="T2" fmla="*/ 23 w 425"/>
                <a:gd name="T3" fmla="*/ 0 h 425"/>
                <a:gd name="T4" fmla="*/ 0 w 425"/>
                <a:gd name="T5" fmla="*/ 23 h 425"/>
                <a:gd name="T6" fmla="*/ 0 w 425"/>
                <a:gd name="T7" fmla="*/ 403 h 425"/>
                <a:gd name="T8" fmla="*/ 23 w 425"/>
                <a:gd name="T9" fmla="*/ 425 h 425"/>
                <a:gd name="T10" fmla="*/ 403 w 425"/>
                <a:gd name="T11" fmla="*/ 425 h 425"/>
                <a:gd name="T12" fmla="*/ 425 w 425"/>
                <a:gd name="T13" fmla="*/ 403 h 425"/>
                <a:gd name="T14" fmla="*/ 425 w 425"/>
                <a:gd name="T15" fmla="*/ 23 h 425"/>
                <a:gd name="T16" fmla="*/ 403 w 425"/>
                <a:gd name="T17" fmla="*/ 0 h 425"/>
                <a:gd name="T18" fmla="*/ 406 w 425"/>
                <a:gd name="T19" fmla="*/ 403 h 425"/>
                <a:gd name="T20" fmla="*/ 403 w 425"/>
                <a:gd name="T21" fmla="*/ 406 h 425"/>
                <a:gd name="T22" fmla="*/ 23 w 425"/>
                <a:gd name="T23" fmla="*/ 406 h 425"/>
                <a:gd name="T24" fmla="*/ 19 w 425"/>
                <a:gd name="T25" fmla="*/ 403 h 425"/>
                <a:gd name="T26" fmla="*/ 19 w 425"/>
                <a:gd name="T27" fmla="*/ 23 h 425"/>
                <a:gd name="T28" fmla="*/ 23 w 425"/>
                <a:gd name="T29" fmla="*/ 19 h 425"/>
                <a:gd name="T30" fmla="*/ 403 w 425"/>
                <a:gd name="T31" fmla="*/ 19 h 425"/>
                <a:gd name="T32" fmla="*/ 406 w 425"/>
                <a:gd name="T33" fmla="*/ 23 h 425"/>
                <a:gd name="T34" fmla="*/ 406 w 425"/>
                <a:gd name="T35" fmla="*/ 403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25" h="425">
                  <a:moveTo>
                    <a:pt x="403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10" y="0"/>
                    <a:pt x="0" y="10"/>
                    <a:pt x="0" y="23"/>
                  </a:cubicBezTo>
                  <a:cubicBezTo>
                    <a:pt x="0" y="403"/>
                    <a:pt x="0" y="403"/>
                    <a:pt x="0" y="403"/>
                  </a:cubicBezTo>
                  <a:cubicBezTo>
                    <a:pt x="0" y="415"/>
                    <a:pt x="10" y="425"/>
                    <a:pt x="23" y="425"/>
                  </a:cubicBezTo>
                  <a:cubicBezTo>
                    <a:pt x="403" y="425"/>
                    <a:pt x="403" y="425"/>
                    <a:pt x="403" y="425"/>
                  </a:cubicBezTo>
                  <a:cubicBezTo>
                    <a:pt x="415" y="425"/>
                    <a:pt x="425" y="415"/>
                    <a:pt x="425" y="403"/>
                  </a:cubicBezTo>
                  <a:cubicBezTo>
                    <a:pt x="425" y="23"/>
                    <a:pt x="425" y="23"/>
                    <a:pt x="425" y="23"/>
                  </a:cubicBezTo>
                  <a:cubicBezTo>
                    <a:pt x="425" y="10"/>
                    <a:pt x="415" y="0"/>
                    <a:pt x="403" y="0"/>
                  </a:cubicBezTo>
                  <a:close/>
                  <a:moveTo>
                    <a:pt x="406" y="403"/>
                  </a:moveTo>
                  <a:cubicBezTo>
                    <a:pt x="406" y="405"/>
                    <a:pt x="405" y="406"/>
                    <a:pt x="403" y="406"/>
                  </a:cubicBezTo>
                  <a:cubicBezTo>
                    <a:pt x="23" y="406"/>
                    <a:pt x="23" y="406"/>
                    <a:pt x="23" y="406"/>
                  </a:cubicBezTo>
                  <a:cubicBezTo>
                    <a:pt x="20" y="406"/>
                    <a:pt x="19" y="405"/>
                    <a:pt x="19" y="403"/>
                  </a:cubicBezTo>
                  <a:cubicBezTo>
                    <a:pt x="19" y="23"/>
                    <a:pt x="19" y="23"/>
                    <a:pt x="19" y="23"/>
                  </a:cubicBezTo>
                  <a:cubicBezTo>
                    <a:pt x="19" y="21"/>
                    <a:pt x="20" y="19"/>
                    <a:pt x="23" y="19"/>
                  </a:cubicBezTo>
                  <a:cubicBezTo>
                    <a:pt x="403" y="19"/>
                    <a:pt x="403" y="19"/>
                    <a:pt x="403" y="19"/>
                  </a:cubicBezTo>
                  <a:cubicBezTo>
                    <a:pt x="405" y="19"/>
                    <a:pt x="406" y="21"/>
                    <a:pt x="406" y="23"/>
                  </a:cubicBezTo>
                  <a:lnTo>
                    <a:pt x="406" y="403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6" name="Freeform 161"/>
            <p:cNvSpPr>
              <a:spLocks noEditPoints="1"/>
            </p:cNvSpPr>
            <p:nvPr/>
          </p:nvSpPr>
          <p:spPr bwMode="auto">
            <a:xfrm>
              <a:off x="7934326" y="2405063"/>
              <a:ext cx="336550" cy="333375"/>
            </a:xfrm>
            <a:custGeom>
              <a:avLst/>
              <a:gdLst>
                <a:gd name="T0" fmla="*/ 260 w 338"/>
                <a:gd name="T1" fmla="*/ 9 h 335"/>
                <a:gd name="T2" fmla="*/ 227 w 338"/>
                <a:gd name="T3" fmla="*/ 9 h 335"/>
                <a:gd name="T4" fmla="*/ 178 w 338"/>
                <a:gd name="T5" fmla="*/ 58 h 335"/>
                <a:gd name="T6" fmla="*/ 177 w 338"/>
                <a:gd name="T7" fmla="*/ 60 h 335"/>
                <a:gd name="T8" fmla="*/ 45 w 338"/>
                <a:gd name="T9" fmla="*/ 192 h 335"/>
                <a:gd name="T10" fmla="*/ 43 w 338"/>
                <a:gd name="T11" fmla="*/ 195 h 335"/>
                <a:gd name="T12" fmla="*/ 1 w 338"/>
                <a:gd name="T13" fmla="*/ 323 h 335"/>
                <a:gd name="T14" fmla="*/ 4 w 338"/>
                <a:gd name="T15" fmla="*/ 332 h 335"/>
                <a:gd name="T16" fmla="*/ 10 w 338"/>
                <a:gd name="T17" fmla="*/ 335 h 335"/>
                <a:gd name="T18" fmla="*/ 13 w 338"/>
                <a:gd name="T19" fmla="*/ 335 h 335"/>
                <a:gd name="T20" fmla="*/ 144 w 338"/>
                <a:gd name="T21" fmla="*/ 296 h 335"/>
                <a:gd name="T22" fmla="*/ 148 w 338"/>
                <a:gd name="T23" fmla="*/ 293 h 335"/>
                <a:gd name="T24" fmla="*/ 280 w 338"/>
                <a:gd name="T25" fmla="*/ 160 h 335"/>
                <a:gd name="T26" fmla="*/ 281 w 338"/>
                <a:gd name="T27" fmla="*/ 158 h 335"/>
                <a:gd name="T28" fmla="*/ 329 w 338"/>
                <a:gd name="T29" fmla="*/ 111 h 335"/>
                <a:gd name="T30" fmla="*/ 329 w 338"/>
                <a:gd name="T31" fmla="*/ 78 h 335"/>
                <a:gd name="T32" fmla="*/ 260 w 338"/>
                <a:gd name="T33" fmla="*/ 9 h 335"/>
                <a:gd name="T34" fmla="*/ 124 w 338"/>
                <a:gd name="T35" fmla="*/ 238 h 335"/>
                <a:gd name="T36" fmla="*/ 98 w 338"/>
                <a:gd name="T37" fmla="*/ 238 h 335"/>
                <a:gd name="T38" fmla="*/ 98 w 338"/>
                <a:gd name="T39" fmla="*/ 211 h 335"/>
                <a:gd name="T40" fmla="*/ 208 w 338"/>
                <a:gd name="T41" fmla="*/ 101 h 335"/>
                <a:gd name="T42" fmla="*/ 236 w 338"/>
                <a:gd name="T43" fmla="*/ 129 h 335"/>
                <a:gd name="T44" fmla="*/ 124 w 338"/>
                <a:gd name="T45" fmla="*/ 238 h 335"/>
                <a:gd name="T46" fmla="*/ 86 w 338"/>
                <a:gd name="T47" fmla="*/ 197 h 335"/>
                <a:gd name="T48" fmla="*/ 70 w 338"/>
                <a:gd name="T49" fmla="*/ 193 h 335"/>
                <a:gd name="T50" fmla="*/ 185 w 338"/>
                <a:gd name="T51" fmla="*/ 78 h 335"/>
                <a:gd name="T52" fmla="*/ 195 w 338"/>
                <a:gd name="T53" fmla="*/ 88 h 335"/>
                <a:gd name="T54" fmla="*/ 86 w 338"/>
                <a:gd name="T55" fmla="*/ 197 h 335"/>
                <a:gd name="T56" fmla="*/ 58 w 338"/>
                <a:gd name="T57" fmla="*/ 209 h 335"/>
                <a:gd name="T58" fmla="*/ 80 w 338"/>
                <a:gd name="T59" fmla="*/ 214 h 335"/>
                <a:gd name="T60" fmla="*/ 80 w 338"/>
                <a:gd name="T61" fmla="*/ 247 h 335"/>
                <a:gd name="T62" fmla="*/ 89 w 338"/>
                <a:gd name="T63" fmla="*/ 257 h 335"/>
                <a:gd name="T64" fmla="*/ 121 w 338"/>
                <a:gd name="T65" fmla="*/ 257 h 335"/>
                <a:gd name="T66" fmla="*/ 128 w 338"/>
                <a:gd name="T67" fmla="*/ 281 h 335"/>
                <a:gd name="T68" fmla="*/ 25 w 338"/>
                <a:gd name="T69" fmla="*/ 312 h 335"/>
                <a:gd name="T70" fmla="*/ 58 w 338"/>
                <a:gd name="T71" fmla="*/ 209 h 335"/>
                <a:gd name="T72" fmla="*/ 145 w 338"/>
                <a:gd name="T73" fmla="*/ 270 h 335"/>
                <a:gd name="T74" fmla="*/ 139 w 338"/>
                <a:gd name="T75" fmla="*/ 250 h 335"/>
                <a:gd name="T76" fmla="*/ 249 w 338"/>
                <a:gd name="T77" fmla="*/ 142 h 335"/>
                <a:gd name="T78" fmla="*/ 260 w 338"/>
                <a:gd name="T79" fmla="*/ 153 h 335"/>
                <a:gd name="T80" fmla="*/ 145 w 338"/>
                <a:gd name="T81" fmla="*/ 270 h 335"/>
                <a:gd name="T82" fmla="*/ 316 w 338"/>
                <a:gd name="T83" fmla="*/ 97 h 335"/>
                <a:gd name="T84" fmla="*/ 273 w 338"/>
                <a:gd name="T85" fmla="*/ 140 h 335"/>
                <a:gd name="T86" fmla="*/ 198 w 338"/>
                <a:gd name="T87" fmla="*/ 65 h 335"/>
                <a:gd name="T88" fmla="*/ 241 w 338"/>
                <a:gd name="T89" fmla="*/ 22 h 335"/>
                <a:gd name="T90" fmla="*/ 244 w 338"/>
                <a:gd name="T91" fmla="*/ 21 h 335"/>
                <a:gd name="T92" fmla="*/ 247 w 338"/>
                <a:gd name="T93" fmla="*/ 22 h 335"/>
                <a:gd name="T94" fmla="*/ 316 w 338"/>
                <a:gd name="T95" fmla="*/ 91 h 335"/>
                <a:gd name="T96" fmla="*/ 316 w 338"/>
                <a:gd name="T97" fmla="*/ 97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38" h="335">
                  <a:moveTo>
                    <a:pt x="260" y="9"/>
                  </a:moveTo>
                  <a:cubicBezTo>
                    <a:pt x="251" y="0"/>
                    <a:pt x="236" y="0"/>
                    <a:pt x="227" y="9"/>
                  </a:cubicBezTo>
                  <a:cubicBezTo>
                    <a:pt x="178" y="58"/>
                    <a:pt x="178" y="58"/>
                    <a:pt x="178" y="58"/>
                  </a:cubicBezTo>
                  <a:cubicBezTo>
                    <a:pt x="178" y="59"/>
                    <a:pt x="177" y="59"/>
                    <a:pt x="177" y="60"/>
                  </a:cubicBezTo>
                  <a:cubicBezTo>
                    <a:pt x="45" y="192"/>
                    <a:pt x="45" y="192"/>
                    <a:pt x="45" y="192"/>
                  </a:cubicBezTo>
                  <a:cubicBezTo>
                    <a:pt x="44" y="193"/>
                    <a:pt x="43" y="194"/>
                    <a:pt x="43" y="195"/>
                  </a:cubicBezTo>
                  <a:cubicBezTo>
                    <a:pt x="1" y="323"/>
                    <a:pt x="1" y="323"/>
                    <a:pt x="1" y="323"/>
                  </a:cubicBezTo>
                  <a:cubicBezTo>
                    <a:pt x="0" y="326"/>
                    <a:pt x="1" y="330"/>
                    <a:pt x="4" y="332"/>
                  </a:cubicBezTo>
                  <a:cubicBezTo>
                    <a:pt x="5" y="334"/>
                    <a:pt x="8" y="335"/>
                    <a:pt x="10" y="335"/>
                  </a:cubicBezTo>
                  <a:cubicBezTo>
                    <a:pt x="11" y="335"/>
                    <a:pt x="12" y="335"/>
                    <a:pt x="13" y="335"/>
                  </a:cubicBezTo>
                  <a:cubicBezTo>
                    <a:pt x="144" y="296"/>
                    <a:pt x="144" y="296"/>
                    <a:pt x="144" y="296"/>
                  </a:cubicBezTo>
                  <a:cubicBezTo>
                    <a:pt x="146" y="295"/>
                    <a:pt x="147" y="294"/>
                    <a:pt x="148" y="293"/>
                  </a:cubicBezTo>
                  <a:cubicBezTo>
                    <a:pt x="280" y="160"/>
                    <a:pt x="280" y="160"/>
                    <a:pt x="280" y="160"/>
                  </a:cubicBezTo>
                  <a:cubicBezTo>
                    <a:pt x="281" y="159"/>
                    <a:pt x="281" y="158"/>
                    <a:pt x="281" y="158"/>
                  </a:cubicBezTo>
                  <a:cubicBezTo>
                    <a:pt x="329" y="111"/>
                    <a:pt x="329" y="111"/>
                    <a:pt x="329" y="111"/>
                  </a:cubicBezTo>
                  <a:cubicBezTo>
                    <a:pt x="338" y="102"/>
                    <a:pt x="338" y="87"/>
                    <a:pt x="329" y="78"/>
                  </a:cubicBezTo>
                  <a:lnTo>
                    <a:pt x="260" y="9"/>
                  </a:lnTo>
                  <a:close/>
                  <a:moveTo>
                    <a:pt x="124" y="238"/>
                  </a:moveTo>
                  <a:cubicBezTo>
                    <a:pt x="98" y="238"/>
                    <a:pt x="98" y="238"/>
                    <a:pt x="98" y="238"/>
                  </a:cubicBezTo>
                  <a:cubicBezTo>
                    <a:pt x="98" y="211"/>
                    <a:pt x="98" y="211"/>
                    <a:pt x="98" y="211"/>
                  </a:cubicBezTo>
                  <a:cubicBezTo>
                    <a:pt x="208" y="101"/>
                    <a:pt x="208" y="101"/>
                    <a:pt x="208" y="101"/>
                  </a:cubicBezTo>
                  <a:cubicBezTo>
                    <a:pt x="236" y="129"/>
                    <a:pt x="236" y="129"/>
                    <a:pt x="236" y="129"/>
                  </a:cubicBezTo>
                  <a:lnTo>
                    <a:pt x="124" y="238"/>
                  </a:lnTo>
                  <a:close/>
                  <a:moveTo>
                    <a:pt x="86" y="197"/>
                  </a:moveTo>
                  <a:cubicBezTo>
                    <a:pt x="70" y="193"/>
                    <a:pt x="70" y="193"/>
                    <a:pt x="70" y="193"/>
                  </a:cubicBezTo>
                  <a:cubicBezTo>
                    <a:pt x="185" y="78"/>
                    <a:pt x="185" y="78"/>
                    <a:pt x="185" y="78"/>
                  </a:cubicBezTo>
                  <a:cubicBezTo>
                    <a:pt x="195" y="88"/>
                    <a:pt x="195" y="88"/>
                    <a:pt x="195" y="88"/>
                  </a:cubicBezTo>
                  <a:lnTo>
                    <a:pt x="86" y="197"/>
                  </a:lnTo>
                  <a:close/>
                  <a:moveTo>
                    <a:pt x="58" y="209"/>
                  </a:moveTo>
                  <a:cubicBezTo>
                    <a:pt x="80" y="214"/>
                    <a:pt x="80" y="214"/>
                    <a:pt x="80" y="214"/>
                  </a:cubicBezTo>
                  <a:cubicBezTo>
                    <a:pt x="80" y="247"/>
                    <a:pt x="80" y="247"/>
                    <a:pt x="80" y="247"/>
                  </a:cubicBezTo>
                  <a:cubicBezTo>
                    <a:pt x="80" y="253"/>
                    <a:pt x="84" y="257"/>
                    <a:pt x="89" y="257"/>
                  </a:cubicBezTo>
                  <a:cubicBezTo>
                    <a:pt x="121" y="257"/>
                    <a:pt x="121" y="257"/>
                    <a:pt x="121" y="257"/>
                  </a:cubicBezTo>
                  <a:cubicBezTo>
                    <a:pt x="128" y="281"/>
                    <a:pt x="128" y="281"/>
                    <a:pt x="128" y="281"/>
                  </a:cubicBezTo>
                  <a:cubicBezTo>
                    <a:pt x="25" y="312"/>
                    <a:pt x="25" y="312"/>
                    <a:pt x="25" y="312"/>
                  </a:cubicBezTo>
                  <a:lnTo>
                    <a:pt x="58" y="209"/>
                  </a:lnTo>
                  <a:close/>
                  <a:moveTo>
                    <a:pt x="145" y="270"/>
                  </a:moveTo>
                  <a:cubicBezTo>
                    <a:pt x="139" y="250"/>
                    <a:pt x="139" y="250"/>
                    <a:pt x="139" y="250"/>
                  </a:cubicBezTo>
                  <a:cubicBezTo>
                    <a:pt x="249" y="142"/>
                    <a:pt x="249" y="142"/>
                    <a:pt x="249" y="142"/>
                  </a:cubicBezTo>
                  <a:cubicBezTo>
                    <a:pt x="260" y="153"/>
                    <a:pt x="260" y="153"/>
                    <a:pt x="260" y="153"/>
                  </a:cubicBezTo>
                  <a:lnTo>
                    <a:pt x="145" y="270"/>
                  </a:lnTo>
                  <a:close/>
                  <a:moveTo>
                    <a:pt x="316" y="97"/>
                  </a:moveTo>
                  <a:cubicBezTo>
                    <a:pt x="273" y="140"/>
                    <a:pt x="273" y="140"/>
                    <a:pt x="273" y="140"/>
                  </a:cubicBezTo>
                  <a:cubicBezTo>
                    <a:pt x="198" y="65"/>
                    <a:pt x="198" y="65"/>
                    <a:pt x="198" y="65"/>
                  </a:cubicBezTo>
                  <a:cubicBezTo>
                    <a:pt x="241" y="22"/>
                    <a:pt x="241" y="22"/>
                    <a:pt x="241" y="22"/>
                  </a:cubicBezTo>
                  <a:cubicBezTo>
                    <a:pt x="242" y="21"/>
                    <a:pt x="243" y="21"/>
                    <a:pt x="244" y="21"/>
                  </a:cubicBezTo>
                  <a:cubicBezTo>
                    <a:pt x="244" y="21"/>
                    <a:pt x="246" y="21"/>
                    <a:pt x="247" y="22"/>
                  </a:cubicBezTo>
                  <a:cubicBezTo>
                    <a:pt x="316" y="91"/>
                    <a:pt x="316" y="91"/>
                    <a:pt x="316" y="91"/>
                  </a:cubicBezTo>
                  <a:cubicBezTo>
                    <a:pt x="317" y="93"/>
                    <a:pt x="317" y="96"/>
                    <a:pt x="316" y="97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53" name="Group 252"/>
          <p:cNvGrpSpPr/>
          <p:nvPr/>
        </p:nvGrpSpPr>
        <p:grpSpPr>
          <a:xfrm>
            <a:off x="4138086" y="4053417"/>
            <a:ext cx="702733" cy="563035"/>
            <a:chOff x="3103564" y="3040063"/>
            <a:chExt cx="527050" cy="422276"/>
          </a:xfrm>
          <a:solidFill>
            <a:schemeClr val="tx2"/>
          </a:solidFill>
        </p:grpSpPr>
        <p:sp>
          <p:nvSpPr>
            <p:cNvPr id="197" name="Freeform 162"/>
            <p:cNvSpPr>
              <a:spLocks/>
            </p:cNvSpPr>
            <p:nvPr/>
          </p:nvSpPr>
          <p:spPr bwMode="auto">
            <a:xfrm>
              <a:off x="3611564" y="3040063"/>
              <a:ext cx="19050" cy="422275"/>
            </a:xfrm>
            <a:custGeom>
              <a:avLst/>
              <a:gdLst>
                <a:gd name="T0" fmla="*/ 9 w 18"/>
                <a:gd name="T1" fmla="*/ 0 h 424"/>
                <a:gd name="T2" fmla="*/ 0 w 18"/>
                <a:gd name="T3" fmla="*/ 9 h 424"/>
                <a:gd name="T4" fmla="*/ 0 w 18"/>
                <a:gd name="T5" fmla="*/ 415 h 424"/>
                <a:gd name="T6" fmla="*/ 9 w 18"/>
                <a:gd name="T7" fmla="*/ 424 h 424"/>
                <a:gd name="T8" fmla="*/ 18 w 18"/>
                <a:gd name="T9" fmla="*/ 415 h 424"/>
                <a:gd name="T10" fmla="*/ 18 w 18"/>
                <a:gd name="T11" fmla="*/ 9 h 424"/>
                <a:gd name="T12" fmla="*/ 9 w 18"/>
                <a:gd name="T13" fmla="*/ 0 h 4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424">
                  <a:moveTo>
                    <a:pt x="9" y="0"/>
                  </a:moveTo>
                  <a:cubicBezTo>
                    <a:pt x="4" y="0"/>
                    <a:pt x="0" y="4"/>
                    <a:pt x="0" y="9"/>
                  </a:cubicBezTo>
                  <a:cubicBezTo>
                    <a:pt x="0" y="415"/>
                    <a:pt x="0" y="415"/>
                    <a:pt x="0" y="415"/>
                  </a:cubicBezTo>
                  <a:cubicBezTo>
                    <a:pt x="0" y="420"/>
                    <a:pt x="4" y="424"/>
                    <a:pt x="9" y="424"/>
                  </a:cubicBezTo>
                  <a:cubicBezTo>
                    <a:pt x="14" y="424"/>
                    <a:pt x="18" y="420"/>
                    <a:pt x="18" y="415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18" y="4"/>
                    <a:pt x="14" y="0"/>
                    <a:pt x="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8" name="Freeform 163"/>
            <p:cNvSpPr>
              <a:spLocks noEditPoints="1"/>
            </p:cNvSpPr>
            <p:nvPr/>
          </p:nvSpPr>
          <p:spPr bwMode="auto">
            <a:xfrm>
              <a:off x="3128964" y="3054351"/>
              <a:ext cx="474663" cy="407988"/>
            </a:xfrm>
            <a:custGeom>
              <a:avLst/>
              <a:gdLst>
                <a:gd name="T0" fmla="*/ 472 w 477"/>
                <a:gd name="T1" fmla="*/ 2 h 410"/>
                <a:gd name="T2" fmla="*/ 462 w 477"/>
                <a:gd name="T3" fmla="*/ 3 h 410"/>
                <a:gd name="T4" fmla="*/ 455 w 477"/>
                <a:gd name="T5" fmla="*/ 9 h 410"/>
                <a:gd name="T6" fmla="*/ 219 w 477"/>
                <a:gd name="T7" fmla="*/ 90 h 410"/>
                <a:gd name="T8" fmla="*/ 37 w 477"/>
                <a:gd name="T9" fmla="*/ 90 h 410"/>
                <a:gd name="T10" fmla="*/ 0 w 477"/>
                <a:gd name="T11" fmla="*/ 128 h 410"/>
                <a:gd name="T12" fmla="*/ 0 w 477"/>
                <a:gd name="T13" fmla="*/ 269 h 410"/>
                <a:gd name="T14" fmla="*/ 37 w 477"/>
                <a:gd name="T15" fmla="*/ 306 h 410"/>
                <a:gd name="T16" fmla="*/ 79 w 477"/>
                <a:gd name="T17" fmla="*/ 306 h 410"/>
                <a:gd name="T18" fmla="*/ 112 w 477"/>
                <a:gd name="T19" fmla="*/ 380 h 410"/>
                <a:gd name="T20" fmla="*/ 193 w 477"/>
                <a:gd name="T21" fmla="*/ 410 h 410"/>
                <a:gd name="T22" fmla="*/ 202 w 477"/>
                <a:gd name="T23" fmla="*/ 401 h 410"/>
                <a:gd name="T24" fmla="*/ 193 w 477"/>
                <a:gd name="T25" fmla="*/ 392 h 410"/>
                <a:gd name="T26" fmla="*/ 125 w 477"/>
                <a:gd name="T27" fmla="*/ 367 h 410"/>
                <a:gd name="T28" fmla="*/ 98 w 477"/>
                <a:gd name="T29" fmla="*/ 306 h 410"/>
                <a:gd name="T30" fmla="*/ 131 w 477"/>
                <a:gd name="T31" fmla="*/ 306 h 410"/>
                <a:gd name="T32" fmla="*/ 149 w 477"/>
                <a:gd name="T33" fmla="*/ 342 h 410"/>
                <a:gd name="T34" fmla="*/ 193 w 477"/>
                <a:gd name="T35" fmla="*/ 358 h 410"/>
                <a:gd name="T36" fmla="*/ 202 w 477"/>
                <a:gd name="T37" fmla="*/ 349 h 410"/>
                <a:gd name="T38" fmla="*/ 193 w 477"/>
                <a:gd name="T39" fmla="*/ 339 h 410"/>
                <a:gd name="T40" fmla="*/ 150 w 477"/>
                <a:gd name="T41" fmla="*/ 306 h 410"/>
                <a:gd name="T42" fmla="*/ 218 w 477"/>
                <a:gd name="T43" fmla="*/ 306 h 410"/>
                <a:gd name="T44" fmla="*/ 455 w 477"/>
                <a:gd name="T45" fmla="*/ 388 h 410"/>
                <a:gd name="T46" fmla="*/ 462 w 477"/>
                <a:gd name="T47" fmla="*/ 393 h 410"/>
                <a:gd name="T48" fmla="*/ 468 w 477"/>
                <a:gd name="T49" fmla="*/ 395 h 410"/>
                <a:gd name="T50" fmla="*/ 472 w 477"/>
                <a:gd name="T51" fmla="*/ 394 h 410"/>
                <a:gd name="T52" fmla="*/ 477 w 477"/>
                <a:gd name="T53" fmla="*/ 386 h 410"/>
                <a:gd name="T54" fmla="*/ 477 w 477"/>
                <a:gd name="T55" fmla="*/ 10 h 410"/>
                <a:gd name="T56" fmla="*/ 472 w 477"/>
                <a:gd name="T57" fmla="*/ 2 h 410"/>
                <a:gd name="T58" fmla="*/ 19 w 477"/>
                <a:gd name="T59" fmla="*/ 269 h 410"/>
                <a:gd name="T60" fmla="*/ 19 w 477"/>
                <a:gd name="T61" fmla="*/ 128 h 410"/>
                <a:gd name="T62" fmla="*/ 37 w 477"/>
                <a:gd name="T63" fmla="*/ 109 h 410"/>
                <a:gd name="T64" fmla="*/ 78 w 477"/>
                <a:gd name="T65" fmla="*/ 109 h 410"/>
                <a:gd name="T66" fmla="*/ 78 w 477"/>
                <a:gd name="T67" fmla="*/ 287 h 410"/>
                <a:gd name="T68" fmla="*/ 37 w 477"/>
                <a:gd name="T69" fmla="*/ 287 h 410"/>
                <a:gd name="T70" fmla="*/ 19 w 477"/>
                <a:gd name="T71" fmla="*/ 269 h 410"/>
                <a:gd name="T72" fmla="*/ 458 w 477"/>
                <a:gd name="T73" fmla="*/ 367 h 410"/>
                <a:gd name="T74" fmla="*/ 218 w 477"/>
                <a:gd name="T75" fmla="*/ 287 h 410"/>
                <a:gd name="T76" fmla="*/ 143 w 477"/>
                <a:gd name="T77" fmla="*/ 287 h 410"/>
                <a:gd name="T78" fmla="*/ 140 w 477"/>
                <a:gd name="T79" fmla="*/ 287 h 410"/>
                <a:gd name="T80" fmla="*/ 140 w 477"/>
                <a:gd name="T81" fmla="*/ 287 h 410"/>
                <a:gd name="T82" fmla="*/ 137 w 477"/>
                <a:gd name="T83" fmla="*/ 287 h 410"/>
                <a:gd name="T84" fmla="*/ 97 w 477"/>
                <a:gd name="T85" fmla="*/ 287 h 410"/>
                <a:gd name="T86" fmla="*/ 97 w 477"/>
                <a:gd name="T87" fmla="*/ 109 h 410"/>
                <a:gd name="T88" fmla="*/ 219 w 477"/>
                <a:gd name="T89" fmla="*/ 109 h 410"/>
                <a:gd name="T90" fmla="*/ 458 w 477"/>
                <a:gd name="T91" fmla="*/ 29 h 410"/>
                <a:gd name="T92" fmla="*/ 458 w 477"/>
                <a:gd name="T93" fmla="*/ 367 h 4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477" h="410">
                  <a:moveTo>
                    <a:pt x="472" y="2"/>
                  </a:moveTo>
                  <a:cubicBezTo>
                    <a:pt x="469" y="0"/>
                    <a:pt x="465" y="0"/>
                    <a:pt x="462" y="3"/>
                  </a:cubicBezTo>
                  <a:cubicBezTo>
                    <a:pt x="460" y="5"/>
                    <a:pt x="457" y="6"/>
                    <a:pt x="455" y="9"/>
                  </a:cubicBezTo>
                  <a:cubicBezTo>
                    <a:pt x="416" y="39"/>
                    <a:pt x="351" y="90"/>
                    <a:pt x="219" y="90"/>
                  </a:cubicBezTo>
                  <a:cubicBezTo>
                    <a:pt x="37" y="90"/>
                    <a:pt x="37" y="90"/>
                    <a:pt x="37" y="90"/>
                  </a:cubicBezTo>
                  <a:cubicBezTo>
                    <a:pt x="17" y="90"/>
                    <a:pt x="0" y="107"/>
                    <a:pt x="0" y="128"/>
                  </a:cubicBezTo>
                  <a:cubicBezTo>
                    <a:pt x="0" y="269"/>
                    <a:pt x="0" y="269"/>
                    <a:pt x="0" y="269"/>
                  </a:cubicBezTo>
                  <a:cubicBezTo>
                    <a:pt x="0" y="289"/>
                    <a:pt x="17" y="306"/>
                    <a:pt x="37" y="306"/>
                  </a:cubicBezTo>
                  <a:cubicBezTo>
                    <a:pt x="79" y="306"/>
                    <a:pt x="79" y="306"/>
                    <a:pt x="79" y="306"/>
                  </a:cubicBezTo>
                  <a:cubicBezTo>
                    <a:pt x="81" y="322"/>
                    <a:pt x="87" y="355"/>
                    <a:pt x="112" y="380"/>
                  </a:cubicBezTo>
                  <a:cubicBezTo>
                    <a:pt x="132" y="400"/>
                    <a:pt x="159" y="410"/>
                    <a:pt x="193" y="410"/>
                  </a:cubicBezTo>
                  <a:cubicBezTo>
                    <a:pt x="198" y="410"/>
                    <a:pt x="202" y="406"/>
                    <a:pt x="202" y="401"/>
                  </a:cubicBezTo>
                  <a:cubicBezTo>
                    <a:pt x="202" y="396"/>
                    <a:pt x="198" y="392"/>
                    <a:pt x="193" y="392"/>
                  </a:cubicBezTo>
                  <a:cubicBezTo>
                    <a:pt x="164" y="392"/>
                    <a:pt x="141" y="384"/>
                    <a:pt x="125" y="367"/>
                  </a:cubicBezTo>
                  <a:cubicBezTo>
                    <a:pt x="105" y="347"/>
                    <a:pt x="100" y="320"/>
                    <a:pt x="98" y="306"/>
                  </a:cubicBezTo>
                  <a:cubicBezTo>
                    <a:pt x="131" y="306"/>
                    <a:pt x="131" y="306"/>
                    <a:pt x="131" y="306"/>
                  </a:cubicBezTo>
                  <a:cubicBezTo>
                    <a:pt x="133" y="315"/>
                    <a:pt x="137" y="330"/>
                    <a:pt x="149" y="342"/>
                  </a:cubicBezTo>
                  <a:cubicBezTo>
                    <a:pt x="160" y="353"/>
                    <a:pt x="174" y="358"/>
                    <a:pt x="193" y="358"/>
                  </a:cubicBezTo>
                  <a:cubicBezTo>
                    <a:pt x="198" y="358"/>
                    <a:pt x="202" y="354"/>
                    <a:pt x="202" y="349"/>
                  </a:cubicBezTo>
                  <a:cubicBezTo>
                    <a:pt x="202" y="344"/>
                    <a:pt x="198" y="339"/>
                    <a:pt x="193" y="339"/>
                  </a:cubicBezTo>
                  <a:cubicBezTo>
                    <a:pt x="162" y="339"/>
                    <a:pt x="153" y="319"/>
                    <a:pt x="150" y="306"/>
                  </a:cubicBezTo>
                  <a:cubicBezTo>
                    <a:pt x="218" y="306"/>
                    <a:pt x="218" y="306"/>
                    <a:pt x="218" y="306"/>
                  </a:cubicBezTo>
                  <a:cubicBezTo>
                    <a:pt x="351" y="306"/>
                    <a:pt x="416" y="357"/>
                    <a:pt x="455" y="388"/>
                  </a:cubicBezTo>
                  <a:cubicBezTo>
                    <a:pt x="457" y="390"/>
                    <a:pt x="460" y="392"/>
                    <a:pt x="462" y="393"/>
                  </a:cubicBezTo>
                  <a:cubicBezTo>
                    <a:pt x="464" y="395"/>
                    <a:pt x="466" y="395"/>
                    <a:pt x="468" y="395"/>
                  </a:cubicBezTo>
                  <a:cubicBezTo>
                    <a:pt x="469" y="395"/>
                    <a:pt x="470" y="395"/>
                    <a:pt x="472" y="394"/>
                  </a:cubicBezTo>
                  <a:cubicBezTo>
                    <a:pt x="475" y="393"/>
                    <a:pt x="477" y="390"/>
                    <a:pt x="477" y="386"/>
                  </a:cubicBezTo>
                  <a:cubicBezTo>
                    <a:pt x="477" y="10"/>
                    <a:pt x="477" y="10"/>
                    <a:pt x="477" y="10"/>
                  </a:cubicBezTo>
                  <a:cubicBezTo>
                    <a:pt x="477" y="6"/>
                    <a:pt x="475" y="3"/>
                    <a:pt x="472" y="2"/>
                  </a:cubicBezTo>
                  <a:close/>
                  <a:moveTo>
                    <a:pt x="19" y="269"/>
                  </a:moveTo>
                  <a:cubicBezTo>
                    <a:pt x="19" y="128"/>
                    <a:pt x="19" y="128"/>
                    <a:pt x="19" y="128"/>
                  </a:cubicBezTo>
                  <a:cubicBezTo>
                    <a:pt x="19" y="118"/>
                    <a:pt x="27" y="109"/>
                    <a:pt x="37" y="109"/>
                  </a:cubicBezTo>
                  <a:cubicBezTo>
                    <a:pt x="78" y="109"/>
                    <a:pt x="78" y="109"/>
                    <a:pt x="78" y="109"/>
                  </a:cubicBezTo>
                  <a:cubicBezTo>
                    <a:pt x="78" y="287"/>
                    <a:pt x="78" y="287"/>
                    <a:pt x="78" y="287"/>
                  </a:cubicBezTo>
                  <a:cubicBezTo>
                    <a:pt x="37" y="287"/>
                    <a:pt x="37" y="287"/>
                    <a:pt x="37" y="287"/>
                  </a:cubicBezTo>
                  <a:cubicBezTo>
                    <a:pt x="27" y="287"/>
                    <a:pt x="19" y="279"/>
                    <a:pt x="19" y="269"/>
                  </a:cubicBezTo>
                  <a:close/>
                  <a:moveTo>
                    <a:pt x="458" y="367"/>
                  </a:moveTo>
                  <a:cubicBezTo>
                    <a:pt x="417" y="334"/>
                    <a:pt x="348" y="287"/>
                    <a:pt x="218" y="287"/>
                  </a:cubicBezTo>
                  <a:cubicBezTo>
                    <a:pt x="143" y="287"/>
                    <a:pt x="143" y="287"/>
                    <a:pt x="143" y="287"/>
                  </a:cubicBezTo>
                  <a:cubicBezTo>
                    <a:pt x="142" y="287"/>
                    <a:pt x="141" y="287"/>
                    <a:pt x="140" y="287"/>
                  </a:cubicBezTo>
                  <a:cubicBezTo>
                    <a:pt x="140" y="287"/>
                    <a:pt x="140" y="287"/>
                    <a:pt x="140" y="287"/>
                  </a:cubicBezTo>
                  <a:cubicBezTo>
                    <a:pt x="139" y="287"/>
                    <a:pt x="138" y="287"/>
                    <a:pt x="137" y="287"/>
                  </a:cubicBezTo>
                  <a:cubicBezTo>
                    <a:pt x="97" y="287"/>
                    <a:pt x="97" y="287"/>
                    <a:pt x="97" y="287"/>
                  </a:cubicBezTo>
                  <a:cubicBezTo>
                    <a:pt x="97" y="109"/>
                    <a:pt x="97" y="109"/>
                    <a:pt x="97" y="109"/>
                  </a:cubicBezTo>
                  <a:cubicBezTo>
                    <a:pt x="219" y="109"/>
                    <a:pt x="219" y="109"/>
                    <a:pt x="219" y="109"/>
                  </a:cubicBezTo>
                  <a:cubicBezTo>
                    <a:pt x="349" y="109"/>
                    <a:pt x="417" y="62"/>
                    <a:pt x="458" y="29"/>
                  </a:cubicBezTo>
                  <a:lnTo>
                    <a:pt x="458" y="367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9" name="Freeform 164"/>
            <p:cNvSpPr>
              <a:spLocks/>
            </p:cNvSpPr>
            <p:nvPr/>
          </p:nvSpPr>
          <p:spPr bwMode="auto">
            <a:xfrm>
              <a:off x="3103564" y="3171826"/>
              <a:ext cx="17463" cy="158750"/>
            </a:xfrm>
            <a:custGeom>
              <a:avLst/>
              <a:gdLst>
                <a:gd name="T0" fmla="*/ 9 w 18"/>
                <a:gd name="T1" fmla="*/ 0 h 160"/>
                <a:gd name="T2" fmla="*/ 0 w 18"/>
                <a:gd name="T3" fmla="*/ 10 h 160"/>
                <a:gd name="T4" fmla="*/ 0 w 18"/>
                <a:gd name="T5" fmla="*/ 150 h 160"/>
                <a:gd name="T6" fmla="*/ 9 w 18"/>
                <a:gd name="T7" fmla="*/ 160 h 160"/>
                <a:gd name="T8" fmla="*/ 18 w 18"/>
                <a:gd name="T9" fmla="*/ 150 h 160"/>
                <a:gd name="T10" fmla="*/ 18 w 18"/>
                <a:gd name="T11" fmla="*/ 10 h 160"/>
                <a:gd name="T12" fmla="*/ 9 w 18"/>
                <a:gd name="T13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160">
                  <a:moveTo>
                    <a:pt x="9" y="0"/>
                  </a:moveTo>
                  <a:cubicBezTo>
                    <a:pt x="4" y="0"/>
                    <a:pt x="0" y="5"/>
                    <a:pt x="0" y="10"/>
                  </a:cubicBezTo>
                  <a:cubicBezTo>
                    <a:pt x="0" y="150"/>
                    <a:pt x="0" y="150"/>
                    <a:pt x="0" y="150"/>
                  </a:cubicBezTo>
                  <a:cubicBezTo>
                    <a:pt x="0" y="155"/>
                    <a:pt x="4" y="160"/>
                    <a:pt x="9" y="160"/>
                  </a:cubicBezTo>
                  <a:cubicBezTo>
                    <a:pt x="14" y="160"/>
                    <a:pt x="18" y="155"/>
                    <a:pt x="18" y="150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18" y="5"/>
                    <a:pt x="14" y="0"/>
                    <a:pt x="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52" name="Group 251"/>
          <p:cNvGrpSpPr/>
          <p:nvPr/>
        </p:nvGrpSpPr>
        <p:grpSpPr>
          <a:xfrm>
            <a:off x="1998135" y="4053417"/>
            <a:ext cx="372533" cy="563035"/>
            <a:chOff x="1498601" y="3040063"/>
            <a:chExt cx="279400" cy="422276"/>
          </a:xfrm>
          <a:solidFill>
            <a:schemeClr val="tx2"/>
          </a:solidFill>
        </p:grpSpPr>
        <p:sp>
          <p:nvSpPr>
            <p:cNvPr id="200" name="Freeform 165"/>
            <p:cNvSpPr>
              <a:spLocks/>
            </p:cNvSpPr>
            <p:nvPr/>
          </p:nvSpPr>
          <p:spPr bwMode="auto">
            <a:xfrm>
              <a:off x="1498601" y="3040063"/>
              <a:ext cx="279400" cy="17463"/>
            </a:xfrm>
            <a:custGeom>
              <a:avLst/>
              <a:gdLst>
                <a:gd name="T0" fmla="*/ 9 w 281"/>
                <a:gd name="T1" fmla="*/ 18 h 18"/>
                <a:gd name="T2" fmla="*/ 272 w 281"/>
                <a:gd name="T3" fmla="*/ 18 h 18"/>
                <a:gd name="T4" fmla="*/ 281 w 281"/>
                <a:gd name="T5" fmla="*/ 9 h 18"/>
                <a:gd name="T6" fmla="*/ 272 w 281"/>
                <a:gd name="T7" fmla="*/ 0 h 18"/>
                <a:gd name="T8" fmla="*/ 9 w 281"/>
                <a:gd name="T9" fmla="*/ 0 h 18"/>
                <a:gd name="T10" fmla="*/ 0 w 281"/>
                <a:gd name="T11" fmla="*/ 9 h 18"/>
                <a:gd name="T12" fmla="*/ 9 w 281"/>
                <a:gd name="T13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1" h="18">
                  <a:moveTo>
                    <a:pt x="9" y="18"/>
                  </a:moveTo>
                  <a:cubicBezTo>
                    <a:pt x="272" y="18"/>
                    <a:pt x="272" y="18"/>
                    <a:pt x="272" y="18"/>
                  </a:cubicBezTo>
                  <a:cubicBezTo>
                    <a:pt x="277" y="18"/>
                    <a:pt x="281" y="14"/>
                    <a:pt x="281" y="9"/>
                  </a:cubicBezTo>
                  <a:cubicBezTo>
                    <a:pt x="281" y="4"/>
                    <a:pt x="277" y="0"/>
                    <a:pt x="272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4"/>
                    <a:pt x="4" y="18"/>
                    <a:pt x="9" y="1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1" name="Freeform 166"/>
            <p:cNvSpPr>
              <a:spLocks noEditPoints="1"/>
            </p:cNvSpPr>
            <p:nvPr/>
          </p:nvSpPr>
          <p:spPr bwMode="auto">
            <a:xfrm>
              <a:off x="1511301" y="3065463"/>
              <a:ext cx="254000" cy="371475"/>
            </a:xfrm>
            <a:custGeom>
              <a:avLst/>
              <a:gdLst>
                <a:gd name="T0" fmla="*/ 255 w 255"/>
                <a:gd name="T1" fmla="*/ 56 h 372"/>
                <a:gd name="T2" fmla="*/ 255 w 255"/>
                <a:gd name="T3" fmla="*/ 9 h 372"/>
                <a:gd name="T4" fmla="*/ 245 w 255"/>
                <a:gd name="T5" fmla="*/ 0 h 372"/>
                <a:gd name="T6" fmla="*/ 11 w 255"/>
                <a:gd name="T7" fmla="*/ 0 h 372"/>
                <a:gd name="T8" fmla="*/ 1 w 255"/>
                <a:gd name="T9" fmla="*/ 9 h 372"/>
                <a:gd name="T10" fmla="*/ 1 w 255"/>
                <a:gd name="T11" fmla="*/ 56 h 372"/>
                <a:gd name="T12" fmla="*/ 78 w 255"/>
                <a:gd name="T13" fmla="*/ 186 h 372"/>
                <a:gd name="T14" fmla="*/ 0 w 255"/>
                <a:gd name="T15" fmla="*/ 316 h 372"/>
                <a:gd name="T16" fmla="*/ 0 w 255"/>
                <a:gd name="T17" fmla="*/ 363 h 372"/>
                <a:gd name="T18" fmla="*/ 9 w 255"/>
                <a:gd name="T19" fmla="*/ 372 h 372"/>
                <a:gd name="T20" fmla="*/ 245 w 255"/>
                <a:gd name="T21" fmla="*/ 372 h 372"/>
                <a:gd name="T22" fmla="*/ 255 w 255"/>
                <a:gd name="T23" fmla="*/ 363 h 372"/>
                <a:gd name="T24" fmla="*/ 255 w 255"/>
                <a:gd name="T25" fmla="*/ 316 h 372"/>
                <a:gd name="T26" fmla="*/ 177 w 255"/>
                <a:gd name="T27" fmla="*/ 186 h 372"/>
                <a:gd name="T28" fmla="*/ 255 w 255"/>
                <a:gd name="T29" fmla="*/ 56 h 372"/>
                <a:gd name="T30" fmla="*/ 127 w 255"/>
                <a:gd name="T31" fmla="*/ 297 h 372"/>
                <a:gd name="T32" fmla="*/ 184 w 255"/>
                <a:gd name="T33" fmla="*/ 354 h 372"/>
                <a:gd name="T34" fmla="*/ 71 w 255"/>
                <a:gd name="T35" fmla="*/ 354 h 372"/>
                <a:gd name="T36" fmla="*/ 127 w 255"/>
                <a:gd name="T37" fmla="*/ 297 h 372"/>
                <a:gd name="T38" fmla="*/ 155 w 255"/>
                <a:gd name="T39" fmla="*/ 178 h 372"/>
                <a:gd name="T40" fmla="*/ 151 w 255"/>
                <a:gd name="T41" fmla="*/ 186 h 372"/>
                <a:gd name="T42" fmla="*/ 155 w 255"/>
                <a:gd name="T43" fmla="*/ 194 h 372"/>
                <a:gd name="T44" fmla="*/ 236 w 255"/>
                <a:gd name="T45" fmla="*/ 316 h 372"/>
                <a:gd name="T46" fmla="*/ 236 w 255"/>
                <a:gd name="T47" fmla="*/ 354 h 372"/>
                <a:gd name="T48" fmla="*/ 210 w 255"/>
                <a:gd name="T49" fmla="*/ 354 h 372"/>
                <a:gd name="T50" fmla="*/ 137 w 255"/>
                <a:gd name="T51" fmla="*/ 280 h 372"/>
                <a:gd name="T52" fmla="*/ 137 w 255"/>
                <a:gd name="T53" fmla="*/ 271 h 372"/>
                <a:gd name="T54" fmla="*/ 127 w 255"/>
                <a:gd name="T55" fmla="*/ 262 h 372"/>
                <a:gd name="T56" fmla="*/ 118 w 255"/>
                <a:gd name="T57" fmla="*/ 271 h 372"/>
                <a:gd name="T58" fmla="*/ 118 w 255"/>
                <a:gd name="T59" fmla="*/ 280 h 372"/>
                <a:gd name="T60" fmla="*/ 45 w 255"/>
                <a:gd name="T61" fmla="*/ 354 h 372"/>
                <a:gd name="T62" fmla="*/ 19 w 255"/>
                <a:gd name="T63" fmla="*/ 354 h 372"/>
                <a:gd name="T64" fmla="*/ 19 w 255"/>
                <a:gd name="T65" fmla="*/ 316 h 372"/>
                <a:gd name="T66" fmla="*/ 100 w 255"/>
                <a:gd name="T67" fmla="*/ 194 h 372"/>
                <a:gd name="T68" fmla="*/ 104 w 255"/>
                <a:gd name="T69" fmla="*/ 186 h 372"/>
                <a:gd name="T70" fmla="*/ 100 w 255"/>
                <a:gd name="T71" fmla="*/ 178 h 372"/>
                <a:gd name="T72" fmla="*/ 20 w 255"/>
                <a:gd name="T73" fmla="*/ 56 h 372"/>
                <a:gd name="T74" fmla="*/ 20 w 255"/>
                <a:gd name="T75" fmla="*/ 19 h 372"/>
                <a:gd name="T76" fmla="*/ 236 w 255"/>
                <a:gd name="T77" fmla="*/ 19 h 372"/>
                <a:gd name="T78" fmla="*/ 236 w 255"/>
                <a:gd name="T79" fmla="*/ 56 h 372"/>
                <a:gd name="T80" fmla="*/ 155 w 255"/>
                <a:gd name="T81" fmla="*/ 178 h 3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55" h="372">
                  <a:moveTo>
                    <a:pt x="255" y="56"/>
                  </a:moveTo>
                  <a:cubicBezTo>
                    <a:pt x="255" y="9"/>
                    <a:pt x="255" y="9"/>
                    <a:pt x="255" y="9"/>
                  </a:cubicBezTo>
                  <a:cubicBezTo>
                    <a:pt x="255" y="4"/>
                    <a:pt x="250" y="0"/>
                    <a:pt x="245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5" y="0"/>
                    <a:pt x="1" y="4"/>
                    <a:pt x="1" y="9"/>
                  </a:cubicBezTo>
                  <a:cubicBezTo>
                    <a:pt x="1" y="56"/>
                    <a:pt x="1" y="56"/>
                    <a:pt x="1" y="56"/>
                  </a:cubicBezTo>
                  <a:cubicBezTo>
                    <a:pt x="1" y="121"/>
                    <a:pt x="48" y="165"/>
                    <a:pt x="78" y="186"/>
                  </a:cubicBezTo>
                  <a:cubicBezTo>
                    <a:pt x="45" y="210"/>
                    <a:pt x="0" y="253"/>
                    <a:pt x="0" y="316"/>
                  </a:cubicBezTo>
                  <a:cubicBezTo>
                    <a:pt x="0" y="363"/>
                    <a:pt x="0" y="363"/>
                    <a:pt x="0" y="363"/>
                  </a:cubicBezTo>
                  <a:cubicBezTo>
                    <a:pt x="0" y="368"/>
                    <a:pt x="4" y="372"/>
                    <a:pt x="9" y="372"/>
                  </a:cubicBezTo>
                  <a:cubicBezTo>
                    <a:pt x="245" y="372"/>
                    <a:pt x="245" y="372"/>
                    <a:pt x="245" y="372"/>
                  </a:cubicBezTo>
                  <a:cubicBezTo>
                    <a:pt x="250" y="372"/>
                    <a:pt x="255" y="368"/>
                    <a:pt x="255" y="363"/>
                  </a:cubicBezTo>
                  <a:cubicBezTo>
                    <a:pt x="255" y="316"/>
                    <a:pt x="255" y="316"/>
                    <a:pt x="255" y="316"/>
                  </a:cubicBezTo>
                  <a:cubicBezTo>
                    <a:pt x="255" y="252"/>
                    <a:pt x="207" y="208"/>
                    <a:pt x="177" y="186"/>
                  </a:cubicBezTo>
                  <a:cubicBezTo>
                    <a:pt x="210" y="162"/>
                    <a:pt x="255" y="119"/>
                    <a:pt x="255" y="56"/>
                  </a:cubicBezTo>
                  <a:close/>
                  <a:moveTo>
                    <a:pt x="127" y="297"/>
                  </a:moveTo>
                  <a:cubicBezTo>
                    <a:pt x="184" y="354"/>
                    <a:pt x="184" y="354"/>
                    <a:pt x="184" y="354"/>
                  </a:cubicBezTo>
                  <a:cubicBezTo>
                    <a:pt x="71" y="354"/>
                    <a:pt x="71" y="354"/>
                    <a:pt x="71" y="354"/>
                  </a:cubicBezTo>
                  <a:lnTo>
                    <a:pt x="127" y="297"/>
                  </a:lnTo>
                  <a:close/>
                  <a:moveTo>
                    <a:pt x="155" y="178"/>
                  </a:moveTo>
                  <a:cubicBezTo>
                    <a:pt x="152" y="180"/>
                    <a:pt x="151" y="183"/>
                    <a:pt x="151" y="186"/>
                  </a:cubicBezTo>
                  <a:cubicBezTo>
                    <a:pt x="151" y="189"/>
                    <a:pt x="152" y="192"/>
                    <a:pt x="155" y="194"/>
                  </a:cubicBezTo>
                  <a:cubicBezTo>
                    <a:pt x="179" y="209"/>
                    <a:pt x="236" y="252"/>
                    <a:pt x="236" y="316"/>
                  </a:cubicBezTo>
                  <a:cubicBezTo>
                    <a:pt x="236" y="354"/>
                    <a:pt x="236" y="354"/>
                    <a:pt x="236" y="354"/>
                  </a:cubicBezTo>
                  <a:cubicBezTo>
                    <a:pt x="210" y="354"/>
                    <a:pt x="210" y="354"/>
                    <a:pt x="210" y="354"/>
                  </a:cubicBezTo>
                  <a:cubicBezTo>
                    <a:pt x="137" y="280"/>
                    <a:pt x="137" y="280"/>
                    <a:pt x="137" y="280"/>
                  </a:cubicBezTo>
                  <a:cubicBezTo>
                    <a:pt x="137" y="271"/>
                    <a:pt x="137" y="271"/>
                    <a:pt x="137" y="271"/>
                  </a:cubicBezTo>
                  <a:cubicBezTo>
                    <a:pt x="137" y="266"/>
                    <a:pt x="133" y="262"/>
                    <a:pt x="127" y="262"/>
                  </a:cubicBezTo>
                  <a:cubicBezTo>
                    <a:pt x="122" y="262"/>
                    <a:pt x="118" y="266"/>
                    <a:pt x="118" y="271"/>
                  </a:cubicBezTo>
                  <a:cubicBezTo>
                    <a:pt x="118" y="280"/>
                    <a:pt x="118" y="280"/>
                    <a:pt x="118" y="280"/>
                  </a:cubicBezTo>
                  <a:cubicBezTo>
                    <a:pt x="45" y="354"/>
                    <a:pt x="45" y="354"/>
                    <a:pt x="45" y="354"/>
                  </a:cubicBezTo>
                  <a:cubicBezTo>
                    <a:pt x="19" y="354"/>
                    <a:pt x="19" y="354"/>
                    <a:pt x="19" y="354"/>
                  </a:cubicBezTo>
                  <a:cubicBezTo>
                    <a:pt x="19" y="316"/>
                    <a:pt x="19" y="316"/>
                    <a:pt x="19" y="316"/>
                  </a:cubicBezTo>
                  <a:cubicBezTo>
                    <a:pt x="19" y="254"/>
                    <a:pt x="69" y="213"/>
                    <a:pt x="100" y="194"/>
                  </a:cubicBezTo>
                  <a:cubicBezTo>
                    <a:pt x="102" y="192"/>
                    <a:pt x="104" y="189"/>
                    <a:pt x="104" y="186"/>
                  </a:cubicBezTo>
                  <a:cubicBezTo>
                    <a:pt x="104" y="183"/>
                    <a:pt x="102" y="180"/>
                    <a:pt x="100" y="178"/>
                  </a:cubicBezTo>
                  <a:cubicBezTo>
                    <a:pt x="76" y="163"/>
                    <a:pt x="20" y="121"/>
                    <a:pt x="20" y="56"/>
                  </a:cubicBezTo>
                  <a:cubicBezTo>
                    <a:pt x="20" y="19"/>
                    <a:pt x="20" y="19"/>
                    <a:pt x="20" y="19"/>
                  </a:cubicBezTo>
                  <a:cubicBezTo>
                    <a:pt x="236" y="19"/>
                    <a:pt x="236" y="19"/>
                    <a:pt x="236" y="19"/>
                  </a:cubicBezTo>
                  <a:cubicBezTo>
                    <a:pt x="236" y="56"/>
                    <a:pt x="236" y="56"/>
                    <a:pt x="236" y="56"/>
                  </a:cubicBezTo>
                  <a:cubicBezTo>
                    <a:pt x="236" y="118"/>
                    <a:pt x="185" y="159"/>
                    <a:pt x="155" y="17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2" name="Freeform 167"/>
            <p:cNvSpPr>
              <a:spLocks noEditPoints="1"/>
            </p:cNvSpPr>
            <p:nvPr/>
          </p:nvSpPr>
          <p:spPr bwMode="auto">
            <a:xfrm>
              <a:off x="1566864" y="3155951"/>
              <a:ext cx="147638" cy="77788"/>
            </a:xfrm>
            <a:custGeom>
              <a:avLst/>
              <a:gdLst>
                <a:gd name="T0" fmla="*/ 138 w 148"/>
                <a:gd name="T1" fmla="*/ 0 h 78"/>
                <a:gd name="T2" fmla="*/ 10 w 148"/>
                <a:gd name="T3" fmla="*/ 0 h 78"/>
                <a:gd name="T4" fmla="*/ 2 w 148"/>
                <a:gd name="T5" fmla="*/ 5 h 78"/>
                <a:gd name="T6" fmla="*/ 2 w 148"/>
                <a:gd name="T7" fmla="*/ 14 h 78"/>
                <a:gd name="T8" fmla="*/ 65 w 148"/>
                <a:gd name="T9" fmla="*/ 75 h 78"/>
                <a:gd name="T10" fmla="*/ 67 w 148"/>
                <a:gd name="T11" fmla="*/ 76 h 78"/>
                <a:gd name="T12" fmla="*/ 72 w 148"/>
                <a:gd name="T13" fmla="*/ 78 h 78"/>
                <a:gd name="T14" fmla="*/ 78 w 148"/>
                <a:gd name="T15" fmla="*/ 76 h 78"/>
                <a:gd name="T16" fmla="*/ 88 w 148"/>
                <a:gd name="T17" fmla="*/ 69 h 78"/>
                <a:gd name="T18" fmla="*/ 146 w 148"/>
                <a:gd name="T19" fmla="*/ 14 h 78"/>
                <a:gd name="T20" fmla="*/ 147 w 148"/>
                <a:gd name="T21" fmla="*/ 5 h 78"/>
                <a:gd name="T22" fmla="*/ 138 w 148"/>
                <a:gd name="T23" fmla="*/ 0 h 78"/>
                <a:gd name="T24" fmla="*/ 77 w 148"/>
                <a:gd name="T25" fmla="*/ 54 h 78"/>
                <a:gd name="T26" fmla="*/ 72 w 148"/>
                <a:gd name="T27" fmla="*/ 57 h 78"/>
                <a:gd name="T28" fmla="*/ 28 w 148"/>
                <a:gd name="T29" fmla="*/ 19 h 78"/>
                <a:gd name="T30" fmla="*/ 120 w 148"/>
                <a:gd name="T31" fmla="*/ 19 h 78"/>
                <a:gd name="T32" fmla="*/ 77 w 148"/>
                <a:gd name="T33" fmla="*/ 54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48" h="78">
                  <a:moveTo>
                    <a:pt x="138" y="0"/>
                  </a:moveTo>
                  <a:cubicBezTo>
                    <a:pt x="10" y="0"/>
                    <a:pt x="10" y="0"/>
                    <a:pt x="10" y="0"/>
                  </a:cubicBezTo>
                  <a:cubicBezTo>
                    <a:pt x="6" y="0"/>
                    <a:pt x="3" y="2"/>
                    <a:pt x="2" y="5"/>
                  </a:cubicBezTo>
                  <a:cubicBezTo>
                    <a:pt x="0" y="8"/>
                    <a:pt x="0" y="11"/>
                    <a:pt x="2" y="14"/>
                  </a:cubicBezTo>
                  <a:cubicBezTo>
                    <a:pt x="18" y="41"/>
                    <a:pt x="41" y="58"/>
                    <a:pt x="65" y="75"/>
                  </a:cubicBezTo>
                  <a:cubicBezTo>
                    <a:pt x="67" y="76"/>
                    <a:pt x="67" y="76"/>
                    <a:pt x="67" y="76"/>
                  </a:cubicBezTo>
                  <a:cubicBezTo>
                    <a:pt x="69" y="78"/>
                    <a:pt x="70" y="78"/>
                    <a:pt x="72" y="78"/>
                  </a:cubicBezTo>
                  <a:cubicBezTo>
                    <a:pt x="74" y="78"/>
                    <a:pt x="76" y="78"/>
                    <a:pt x="78" y="76"/>
                  </a:cubicBezTo>
                  <a:cubicBezTo>
                    <a:pt x="81" y="74"/>
                    <a:pt x="85" y="72"/>
                    <a:pt x="88" y="69"/>
                  </a:cubicBezTo>
                  <a:cubicBezTo>
                    <a:pt x="110" y="54"/>
                    <a:pt x="132" y="38"/>
                    <a:pt x="146" y="14"/>
                  </a:cubicBezTo>
                  <a:cubicBezTo>
                    <a:pt x="148" y="11"/>
                    <a:pt x="148" y="8"/>
                    <a:pt x="147" y="5"/>
                  </a:cubicBezTo>
                  <a:cubicBezTo>
                    <a:pt x="145" y="2"/>
                    <a:pt x="142" y="0"/>
                    <a:pt x="138" y="0"/>
                  </a:cubicBezTo>
                  <a:close/>
                  <a:moveTo>
                    <a:pt x="77" y="54"/>
                  </a:moveTo>
                  <a:cubicBezTo>
                    <a:pt x="76" y="55"/>
                    <a:pt x="74" y="56"/>
                    <a:pt x="72" y="57"/>
                  </a:cubicBezTo>
                  <a:cubicBezTo>
                    <a:pt x="55" y="45"/>
                    <a:pt x="40" y="34"/>
                    <a:pt x="28" y="19"/>
                  </a:cubicBezTo>
                  <a:cubicBezTo>
                    <a:pt x="120" y="19"/>
                    <a:pt x="120" y="19"/>
                    <a:pt x="120" y="19"/>
                  </a:cubicBezTo>
                  <a:cubicBezTo>
                    <a:pt x="108" y="32"/>
                    <a:pt x="93" y="43"/>
                    <a:pt x="77" y="54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3" name="Freeform 168"/>
            <p:cNvSpPr>
              <a:spLocks/>
            </p:cNvSpPr>
            <p:nvPr/>
          </p:nvSpPr>
          <p:spPr bwMode="auto">
            <a:xfrm>
              <a:off x="1498601" y="3444876"/>
              <a:ext cx="279400" cy="17463"/>
            </a:xfrm>
            <a:custGeom>
              <a:avLst/>
              <a:gdLst>
                <a:gd name="T0" fmla="*/ 272 w 281"/>
                <a:gd name="T1" fmla="*/ 0 h 18"/>
                <a:gd name="T2" fmla="*/ 9 w 281"/>
                <a:gd name="T3" fmla="*/ 0 h 18"/>
                <a:gd name="T4" fmla="*/ 0 w 281"/>
                <a:gd name="T5" fmla="*/ 9 h 18"/>
                <a:gd name="T6" fmla="*/ 9 w 281"/>
                <a:gd name="T7" fmla="*/ 18 h 18"/>
                <a:gd name="T8" fmla="*/ 272 w 281"/>
                <a:gd name="T9" fmla="*/ 18 h 18"/>
                <a:gd name="T10" fmla="*/ 281 w 281"/>
                <a:gd name="T11" fmla="*/ 9 h 18"/>
                <a:gd name="T12" fmla="*/ 272 w 281"/>
                <a:gd name="T13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1" h="18">
                  <a:moveTo>
                    <a:pt x="272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4"/>
                    <a:pt x="4" y="18"/>
                    <a:pt x="9" y="18"/>
                  </a:cubicBezTo>
                  <a:cubicBezTo>
                    <a:pt x="272" y="18"/>
                    <a:pt x="272" y="18"/>
                    <a:pt x="272" y="18"/>
                  </a:cubicBezTo>
                  <a:cubicBezTo>
                    <a:pt x="277" y="18"/>
                    <a:pt x="281" y="14"/>
                    <a:pt x="281" y="9"/>
                  </a:cubicBezTo>
                  <a:cubicBezTo>
                    <a:pt x="281" y="4"/>
                    <a:pt x="277" y="0"/>
                    <a:pt x="27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4" name="Freeform 169"/>
            <p:cNvSpPr>
              <a:spLocks/>
            </p:cNvSpPr>
            <p:nvPr/>
          </p:nvSpPr>
          <p:spPr bwMode="auto">
            <a:xfrm>
              <a:off x="1628776" y="3287713"/>
              <a:ext cx="19050" cy="30163"/>
            </a:xfrm>
            <a:custGeom>
              <a:avLst/>
              <a:gdLst>
                <a:gd name="T0" fmla="*/ 9 w 19"/>
                <a:gd name="T1" fmla="*/ 0 h 31"/>
                <a:gd name="T2" fmla="*/ 0 w 19"/>
                <a:gd name="T3" fmla="*/ 9 h 31"/>
                <a:gd name="T4" fmla="*/ 0 w 19"/>
                <a:gd name="T5" fmla="*/ 22 h 31"/>
                <a:gd name="T6" fmla="*/ 9 w 19"/>
                <a:gd name="T7" fmla="*/ 31 h 31"/>
                <a:gd name="T8" fmla="*/ 19 w 19"/>
                <a:gd name="T9" fmla="*/ 22 h 31"/>
                <a:gd name="T10" fmla="*/ 19 w 19"/>
                <a:gd name="T11" fmla="*/ 9 h 31"/>
                <a:gd name="T12" fmla="*/ 9 w 19"/>
                <a:gd name="T13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" h="31">
                  <a:moveTo>
                    <a:pt x="9" y="0"/>
                  </a:moveTo>
                  <a:cubicBezTo>
                    <a:pt x="4" y="0"/>
                    <a:pt x="0" y="4"/>
                    <a:pt x="0" y="9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27"/>
                    <a:pt x="4" y="31"/>
                    <a:pt x="9" y="31"/>
                  </a:cubicBezTo>
                  <a:cubicBezTo>
                    <a:pt x="15" y="31"/>
                    <a:pt x="19" y="27"/>
                    <a:pt x="19" y="22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19" y="4"/>
                    <a:pt x="15" y="0"/>
                    <a:pt x="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5" name="Freeform 170"/>
            <p:cNvSpPr>
              <a:spLocks/>
            </p:cNvSpPr>
            <p:nvPr/>
          </p:nvSpPr>
          <p:spPr bwMode="auto">
            <a:xfrm>
              <a:off x="1628776" y="3248026"/>
              <a:ext cx="19050" cy="31750"/>
            </a:xfrm>
            <a:custGeom>
              <a:avLst/>
              <a:gdLst>
                <a:gd name="T0" fmla="*/ 9 w 19"/>
                <a:gd name="T1" fmla="*/ 0 h 32"/>
                <a:gd name="T2" fmla="*/ 0 w 19"/>
                <a:gd name="T3" fmla="*/ 10 h 32"/>
                <a:gd name="T4" fmla="*/ 0 w 19"/>
                <a:gd name="T5" fmla="*/ 23 h 32"/>
                <a:gd name="T6" fmla="*/ 9 w 19"/>
                <a:gd name="T7" fmla="*/ 32 h 32"/>
                <a:gd name="T8" fmla="*/ 19 w 19"/>
                <a:gd name="T9" fmla="*/ 23 h 32"/>
                <a:gd name="T10" fmla="*/ 19 w 19"/>
                <a:gd name="T11" fmla="*/ 10 h 32"/>
                <a:gd name="T12" fmla="*/ 9 w 19"/>
                <a:gd name="T13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" h="32">
                  <a:moveTo>
                    <a:pt x="9" y="0"/>
                  </a:moveTo>
                  <a:cubicBezTo>
                    <a:pt x="4" y="0"/>
                    <a:pt x="0" y="4"/>
                    <a:pt x="0" y="10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28"/>
                    <a:pt x="4" y="32"/>
                    <a:pt x="9" y="32"/>
                  </a:cubicBezTo>
                  <a:cubicBezTo>
                    <a:pt x="15" y="32"/>
                    <a:pt x="19" y="28"/>
                    <a:pt x="19" y="23"/>
                  </a:cubicBezTo>
                  <a:cubicBezTo>
                    <a:pt x="19" y="10"/>
                    <a:pt x="19" y="10"/>
                    <a:pt x="19" y="10"/>
                  </a:cubicBezTo>
                  <a:cubicBezTo>
                    <a:pt x="19" y="4"/>
                    <a:pt x="15" y="0"/>
                    <a:pt x="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206" name="Freeform 171"/>
          <p:cNvSpPr>
            <a:spLocks noEditPoints="1"/>
          </p:cNvSpPr>
          <p:nvPr/>
        </p:nvSpPr>
        <p:spPr bwMode="auto">
          <a:xfrm>
            <a:off x="3007785" y="4053418"/>
            <a:ext cx="493184" cy="563033"/>
          </a:xfrm>
          <a:custGeom>
            <a:avLst/>
            <a:gdLst>
              <a:gd name="T0" fmla="*/ 320 w 372"/>
              <a:gd name="T1" fmla="*/ 170 h 424"/>
              <a:gd name="T2" fmla="*/ 186 w 372"/>
              <a:gd name="T3" fmla="*/ 0 h 424"/>
              <a:gd name="T4" fmla="*/ 52 w 372"/>
              <a:gd name="T5" fmla="*/ 170 h 424"/>
              <a:gd name="T6" fmla="*/ 0 w 372"/>
              <a:gd name="T7" fmla="*/ 205 h 424"/>
              <a:gd name="T8" fmla="*/ 35 w 372"/>
              <a:gd name="T9" fmla="*/ 424 h 424"/>
              <a:gd name="T10" fmla="*/ 372 w 372"/>
              <a:gd name="T11" fmla="*/ 389 h 424"/>
              <a:gd name="T12" fmla="*/ 337 w 372"/>
              <a:gd name="T13" fmla="*/ 170 h 424"/>
              <a:gd name="T14" fmla="*/ 262 w 372"/>
              <a:gd name="T15" fmla="*/ 280 h 424"/>
              <a:gd name="T16" fmla="*/ 254 w 372"/>
              <a:gd name="T17" fmla="*/ 340 h 424"/>
              <a:gd name="T18" fmla="*/ 124 w 372"/>
              <a:gd name="T19" fmla="*/ 340 h 424"/>
              <a:gd name="T20" fmla="*/ 236 w 372"/>
              <a:gd name="T21" fmla="*/ 280 h 424"/>
              <a:gd name="T22" fmla="*/ 124 w 372"/>
              <a:gd name="T23" fmla="*/ 340 h 424"/>
              <a:gd name="T24" fmla="*/ 105 w 372"/>
              <a:gd name="T25" fmla="*/ 280 h 424"/>
              <a:gd name="T26" fmla="*/ 97 w 372"/>
              <a:gd name="T27" fmla="*/ 340 h 424"/>
              <a:gd name="T28" fmla="*/ 19 w 372"/>
              <a:gd name="T29" fmla="*/ 280 h 424"/>
              <a:gd name="T30" fmla="*/ 19 w 372"/>
              <a:gd name="T31" fmla="*/ 340 h 424"/>
              <a:gd name="T32" fmla="*/ 341 w 372"/>
              <a:gd name="T33" fmla="*/ 280 h 424"/>
              <a:gd name="T34" fmla="*/ 354 w 372"/>
              <a:gd name="T35" fmla="*/ 340 h 424"/>
              <a:gd name="T36" fmla="*/ 341 w 372"/>
              <a:gd name="T37" fmla="*/ 280 h 424"/>
              <a:gd name="T38" fmla="*/ 186 w 372"/>
              <a:gd name="T39" fmla="*/ 18 h 424"/>
              <a:gd name="T40" fmla="*/ 301 w 372"/>
              <a:gd name="T41" fmla="*/ 170 h 424"/>
              <a:gd name="T42" fmla="*/ 268 w 372"/>
              <a:gd name="T43" fmla="*/ 133 h 424"/>
              <a:gd name="T44" fmla="*/ 105 w 372"/>
              <a:gd name="T45" fmla="*/ 133 h 424"/>
              <a:gd name="T46" fmla="*/ 71 w 372"/>
              <a:gd name="T47" fmla="*/ 170 h 424"/>
              <a:gd name="T48" fmla="*/ 249 w 372"/>
              <a:gd name="T49" fmla="*/ 170 h 424"/>
              <a:gd name="T50" fmla="*/ 123 w 372"/>
              <a:gd name="T51" fmla="*/ 133 h 424"/>
              <a:gd name="T52" fmla="*/ 249 w 372"/>
              <a:gd name="T53" fmla="*/ 133 h 424"/>
              <a:gd name="T54" fmla="*/ 35 w 372"/>
              <a:gd name="T55" fmla="*/ 189 h 424"/>
              <a:gd name="T56" fmla="*/ 354 w 372"/>
              <a:gd name="T57" fmla="*/ 205 h 424"/>
              <a:gd name="T58" fmla="*/ 19 w 372"/>
              <a:gd name="T59" fmla="*/ 262 h 424"/>
              <a:gd name="T60" fmla="*/ 35 w 372"/>
              <a:gd name="T61" fmla="*/ 189 h 424"/>
              <a:gd name="T62" fmla="*/ 35 w 372"/>
              <a:gd name="T63" fmla="*/ 406 h 424"/>
              <a:gd name="T64" fmla="*/ 19 w 372"/>
              <a:gd name="T65" fmla="*/ 359 h 424"/>
              <a:gd name="T66" fmla="*/ 354 w 372"/>
              <a:gd name="T67" fmla="*/ 389 h 4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372" h="424">
                <a:moveTo>
                  <a:pt x="337" y="170"/>
                </a:moveTo>
                <a:cubicBezTo>
                  <a:pt x="320" y="170"/>
                  <a:pt x="320" y="170"/>
                  <a:pt x="320" y="170"/>
                </a:cubicBezTo>
                <a:cubicBezTo>
                  <a:pt x="320" y="133"/>
                  <a:pt x="320" y="133"/>
                  <a:pt x="320" y="133"/>
                </a:cubicBezTo>
                <a:cubicBezTo>
                  <a:pt x="320" y="60"/>
                  <a:pt x="260" y="0"/>
                  <a:pt x="186" y="0"/>
                </a:cubicBezTo>
                <a:cubicBezTo>
                  <a:pt x="112" y="0"/>
                  <a:pt x="52" y="60"/>
                  <a:pt x="52" y="133"/>
                </a:cubicBezTo>
                <a:cubicBezTo>
                  <a:pt x="52" y="170"/>
                  <a:pt x="52" y="170"/>
                  <a:pt x="52" y="170"/>
                </a:cubicBezTo>
                <a:cubicBezTo>
                  <a:pt x="35" y="170"/>
                  <a:pt x="35" y="170"/>
                  <a:pt x="35" y="170"/>
                </a:cubicBezTo>
                <a:cubicBezTo>
                  <a:pt x="16" y="170"/>
                  <a:pt x="0" y="186"/>
                  <a:pt x="0" y="205"/>
                </a:cubicBezTo>
                <a:cubicBezTo>
                  <a:pt x="0" y="389"/>
                  <a:pt x="0" y="389"/>
                  <a:pt x="0" y="389"/>
                </a:cubicBezTo>
                <a:cubicBezTo>
                  <a:pt x="0" y="409"/>
                  <a:pt x="16" y="424"/>
                  <a:pt x="35" y="424"/>
                </a:cubicBezTo>
                <a:cubicBezTo>
                  <a:pt x="337" y="424"/>
                  <a:pt x="337" y="424"/>
                  <a:pt x="337" y="424"/>
                </a:cubicBezTo>
                <a:cubicBezTo>
                  <a:pt x="356" y="424"/>
                  <a:pt x="372" y="409"/>
                  <a:pt x="372" y="389"/>
                </a:cubicBezTo>
                <a:cubicBezTo>
                  <a:pt x="372" y="205"/>
                  <a:pt x="372" y="205"/>
                  <a:pt x="372" y="205"/>
                </a:cubicBezTo>
                <a:cubicBezTo>
                  <a:pt x="372" y="186"/>
                  <a:pt x="356" y="170"/>
                  <a:pt x="337" y="170"/>
                </a:cubicBezTo>
                <a:close/>
                <a:moveTo>
                  <a:pt x="202" y="340"/>
                </a:moveTo>
                <a:cubicBezTo>
                  <a:pt x="262" y="280"/>
                  <a:pt x="262" y="280"/>
                  <a:pt x="262" y="280"/>
                </a:cubicBezTo>
                <a:cubicBezTo>
                  <a:pt x="314" y="280"/>
                  <a:pt x="314" y="280"/>
                  <a:pt x="314" y="280"/>
                </a:cubicBezTo>
                <a:cubicBezTo>
                  <a:pt x="254" y="340"/>
                  <a:pt x="254" y="340"/>
                  <a:pt x="254" y="340"/>
                </a:cubicBezTo>
                <a:lnTo>
                  <a:pt x="202" y="340"/>
                </a:lnTo>
                <a:close/>
                <a:moveTo>
                  <a:pt x="124" y="340"/>
                </a:moveTo>
                <a:cubicBezTo>
                  <a:pt x="183" y="280"/>
                  <a:pt x="183" y="280"/>
                  <a:pt x="183" y="280"/>
                </a:cubicBezTo>
                <a:cubicBezTo>
                  <a:pt x="236" y="280"/>
                  <a:pt x="236" y="280"/>
                  <a:pt x="236" y="280"/>
                </a:cubicBezTo>
                <a:cubicBezTo>
                  <a:pt x="176" y="340"/>
                  <a:pt x="176" y="340"/>
                  <a:pt x="176" y="340"/>
                </a:cubicBezTo>
                <a:lnTo>
                  <a:pt x="124" y="340"/>
                </a:lnTo>
                <a:close/>
                <a:moveTo>
                  <a:pt x="45" y="340"/>
                </a:moveTo>
                <a:cubicBezTo>
                  <a:pt x="105" y="280"/>
                  <a:pt x="105" y="280"/>
                  <a:pt x="105" y="280"/>
                </a:cubicBezTo>
                <a:cubicBezTo>
                  <a:pt x="157" y="280"/>
                  <a:pt x="157" y="280"/>
                  <a:pt x="157" y="280"/>
                </a:cubicBezTo>
                <a:cubicBezTo>
                  <a:pt x="97" y="340"/>
                  <a:pt x="97" y="340"/>
                  <a:pt x="97" y="340"/>
                </a:cubicBezTo>
                <a:lnTo>
                  <a:pt x="45" y="340"/>
                </a:lnTo>
                <a:close/>
                <a:moveTo>
                  <a:pt x="19" y="280"/>
                </a:moveTo>
                <a:cubicBezTo>
                  <a:pt x="78" y="280"/>
                  <a:pt x="78" y="280"/>
                  <a:pt x="78" y="280"/>
                </a:cubicBezTo>
                <a:cubicBezTo>
                  <a:pt x="19" y="340"/>
                  <a:pt x="19" y="340"/>
                  <a:pt x="19" y="340"/>
                </a:cubicBezTo>
                <a:lnTo>
                  <a:pt x="19" y="280"/>
                </a:lnTo>
                <a:close/>
                <a:moveTo>
                  <a:pt x="341" y="280"/>
                </a:moveTo>
                <a:cubicBezTo>
                  <a:pt x="354" y="280"/>
                  <a:pt x="354" y="280"/>
                  <a:pt x="354" y="280"/>
                </a:cubicBezTo>
                <a:cubicBezTo>
                  <a:pt x="354" y="340"/>
                  <a:pt x="354" y="340"/>
                  <a:pt x="354" y="340"/>
                </a:cubicBezTo>
                <a:cubicBezTo>
                  <a:pt x="281" y="340"/>
                  <a:pt x="281" y="340"/>
                  <a:pt x="281" y="340"/>
                </a:cubicBezTo>
                <a:lnTo>
                  <a:pt x="341" y="280"/>
                </a:lnTo>
                <a:close/>
                <a:moveTo>
                  <a:pt x="71" y="133"/>
                </a:moveTo>
                <a:cubicBezTo>
                  <a:pt x="71" y="70"/>
                  <a:pt x="123" y="18"/>
                  <a:pt x="186" y="18"/>
                </a:cubicBezTo>
                <a:cubicBezTo>
                  <a:pt x="250" y="18"/>
                  <a:pt x="301" y="70"/>
                  <a:pt x="301" y="133"/>
                </a:cubicBezTo>
                <a:cubicBezTo>
                  <a:pt x="301" y="170"/>
                  <a:pt x="301" y="170"/>
                  <a:pt x="301" y="170"/>
                </a:cubicBezTo>
                <a:cubicBezTo>
                  <a:pt x="268" y="170"/>
                  <a:pt x="268" y="170"/>
                  <a:pt x="268" y="170"/>
                </a:cubicBezTo>
                <a:cubicBezTo>
                  <a:pt x="268" y="133"/>
                  <a:pt x="268" y="133"/>
                  <a:pt x="268" y="133"/>
                </a:cubicBezTo>
                <a:cubicBezTo>
                  <a:pt x="268" y="89"/>
                  <a:pt x="231" y="52"/>
                  <a:pt x="186" y="52"/>
                </a:cubicBezTo>
                <a:cubicBezTo>
                  <a:pt x="141" y="52"/>
                  <a:pt x="105" y="89"/>
                  <a:pt x="105" y="133"/>
                </a:cubicBezTo>
                <a:cubicBezTo>
                  <a:pt x="105" y="170"/>
                  <a:pt x="105" y="170"/>
                  <a:pt x="105" y="170"/>
                </a:cubicBezTo>
                <a:cubicBezTo>
                  <a:pt x="71" y="170"/>
                  <a:pt x="71" y="170"/>
                  <a:pt x="71" y="170"/>
                </a:cubicBezTo>
                <a:lnTo>
                  <a:pt x="71" y="133"/>
                </a:lnTo>
                <a:close/>
                <a:moveTo>
                  <a:pt x="249" y="170"/>
                </a:moveTo>
                <a:cubicBezTo>
                  <a:pt x="123" y="170"/>
                  <a:pt x="123" y="170"/>
                  <a:pt x="123" y="170"/>
                </a:cubicBezTo>
                <a:cubicBezTo>
                  <a:pt x="123" y="133"/>
                  <a:pt x="123" y="133"/>
                  <a:pt x="123" y="133"/>
                </a:cubicBezTo>
                <a:cubicBezTo>
                  <a:pt x="123" y="99"/>
                  <a:pt x="152" y="71"/>
                  <a:pt x="186" y="71"/>
                </a:cubicBezTo>
                <a:cubicBezTo>
                  <a:pt x="221" y="71"/>
                  <a:pt x="249" y="99"/>
                  <a:pt x="249" y="133"/>
                </a:cubicBezTo>
                <a:lnTo>
                  <a:pt x="249" y="170"/>
                </a:lnTo>
                <a:close/>
                <a:moveTo>
                  <a:pt x="35" y="189"/>
                </a:moveTo>
                <a:cubicBezTo>
                  <a:pt x="337" y="189"/>
                  <a:pt x="337" y="189"/>
                  <a:pt x="337" y="189"/>
                </a:cubicBezTo>
                <a:cubicBezTo>
                  <a:pt x="346" y="189"/>
                  <a:pt x="354" y="196"/>
                  <a:pt x="354" y="205"/>
                </a:cubicBezTo>
                <a:cubicBezTo>
                  <a:pt x="354" y="262"/>
                  <a:pt x="354" y="262"/>
                  <a:pt x="354" y="262"/>
                </a:cubicBezTo>
                <a:cubicBezTo>
                  <a:pt x="19" y="262"/>
                  <a:pt x="19" y="262"/>
                  <a:pt x="19" y="262"/>
                </a:cubicBezTo>
                <a:cubicBezTo>
                  <a:pt x="19" y="205"/>
                  <a:pt x="19" y="205"/>
                  <a:pt x="19" y="205"/>
                </a:cubicBezTo>
                <a:cubicBezTo>
                  <a:pt x="19" y="196"/>
                  <a:pt x="26" y="189"/>
                  <a:pt x="35" y="189"/>
                </a:cubicBezTo>
                <a:close/>
                <a:moveTo>
                  <a:pt x="337" y="406"/>
                </a:moveTo>
                <a:cubicBezTo>
                  <a:pt x="35" y="406"/>
                  <a:pt x="35" y="406"/>
                  <a:pt x="35" y="406"/>
                </a:cubicBezTo>
                <a:cubicBezTo>
                  <a:pt x="26" y="406"/>
                  <a:pt x="19" y="398"/>
                  <a:pt x="19" y="389"/>
                </a:cubicBezTo>
                <a:cubicBezTo>
                  <a:pt x="19" y="359"/>
                  <a:pt x="19" y="359"/>
                  <a:pt x="19" y="359"/>
                </a:cubicBezTo>
                <a:cubicBezTo>
                  <a:pt x="354" y="359"/>
                  <a:pt x="354" y="359"/>
                  <a:pt x="354" y="359"/>
                </a:cubicBezTo>
                <a:cubicBezTo>
                  <a:pt x="354" y="389"/>
                  <a:pt x="354" y="389"/>
                  <a:pt x="354" y="389"/>
                </a:cubicBezTo>
                <a:cubicBezTo>
                  <a:pt x="354" y="398"/>
                  <a:pt x="346" y="406"/>
                  <a:pt x="337" y="40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254" name="Group 253"/>
          <p:cNvGrpSpPr/>
          <p:nvPr/>
        </p:nvGrpSpPr>
        <p:grpSpPr>
          <a:xfrm>
            <a:off x="6309786" y="4053417"/>
            <a:ext cx="601133" cy="563035"/>
            <a:chOff x="4732339" y="3040063"/>
            <a:chExt cx="450850" cy="422276"/>
          </a:xfrm>
          <a:solidFill>
            <a:schemeClr val="tx2"/>
          </a:solidFill>
        </p:grpSpPr>
        <p:sp>
          <p:nvSpPr>
            <p:cNvPr id="207" name="Freeform 172"/>
            <p:cNvSpPr>
              <a:spLocks/>
            </p:cNvSpPr>
            <p:nvPr/>
          </p:nvSpPr>
          <p:spPr bwMode="auto">
            <a:xfrm>
              <a:off x="4837114" y="3040063"/>
              <a:ext cx="241300" cy="17463"/>
            </a:xfrm>
            <a:custGeom>
              <a:avLst/>
              <a:gdLst>
                <a:gd name="T0" fmla="*/ 10 w 242"/>
                <a:gd name="T1" fmla="*/ 18 h 18"/>
                <a:gd name="T2" fmla="*/ 232 w 242"/>
                <a:gd name="T3" fmla="*/ 18 h 18"/>
                <a:gd name="T4" fmla="*/ 242 w 242"/>
                <a:gd name="T5" fmla="*/ 9 h 18"/>
                <a:gd name="T6" fmla="*/ 232 w 242"/>
                <a:gd name="T7" fmla="*/ 0 h 18"/>
                <a:gd name="T8" fmla="*/ 10 w 242"/>
                <a:gd name="T9" fmla="*/ 0 h 18"/>
                <a:gd name="T10" fmla="*/ 0 w 242"/>
                <a:gd name="T11" fmla="*/ 9 h 18"/>
                <a:gd name="T12" fmla="*/ 10 w 242"/>
                <a:gd name="T13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2" h="18">
                  <a:moveTo>
                    <a:pt x="10" y="18"/>
                  </a:moveTo>
                  <a:cubicBezTo>
                    <a:pt x="232" y="18"/>
                    <a:pt x="232" y="18"/>
                    <a:pt x="232" y="18"/>
                  </a:cubicBezTo>
                  <a:cubicBezTo>
                    <a:pt x="237" y="18"/>
                    <a:pt x="242" y="14"/>
                    <a:pt x="242" y="9"/>
                  </a:cubicBezTo>
                  <a:cubicBezTo>
                    <a:pt x="242" y="4"/>
                    <a:pt x="237" y="0"/>
                    <a:pt x="232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4"/>
                    <a:pt x="4" y="18"/>
                    <a:pt x="10" y="1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8" name="Freeform 173"/>
            <p:cNvSpPr>
              <a:spLocks noEditPoints="1"/>
            </p:cNvSpPr>
            <p:nvPr/>
          </p:nvSpPr>
          <p:spPr bwMode="auto">
            <a:xfrm>
              <a:off x="4732339" y="3065463"/>
              <a:ext cx="450850" cy="331788"/>
            </a:xfrm>
            <a:custGeom>
              <a:avLst/>
              <a:gdLst>
                <a:gd name="T0" fmla="*/ 438 w 452"/>
                <a:gd name="T1" fmla="*/ 29 h 333"/>
                <a:gd name="T2" fmla="*/ 363 w 452"/>
                <a:gd name="T3" fmla="*/ 0 h 333"/>
                <a:gd name="T4" fmla="*/ 337 w 452"/>
                <a:gd name="T5" fmla="*/ 0 h 333"/>
                <a:gd name="T6" fmla="*/ 115 w 452"/>
                <a:gd name="T7" fmla="*/ 0 h 333"/>
                <a:gd name="T8" fmla="*/ 88 w 452"/>
                <a:gd name="T9" fmla="*/ 0 h 333"/>
                <a:gd name="T10" fmla="*/ 14 w 452"/>
                <a:gd name="T11" fmla="*/ 29 h 333"/>
                <a:gd name="T12" fmla="*/ 7 w 452"/>
                <a:gd name="T13" fmla="*/ 91 h 333"/>
                <a:gd name="T14" fmla="*/ 83 w 452"/>
                <a:gd name="T15" fmla="*/ 187 h 333"/>
                <a:gd name="T16" fmla="*/ 88 w 452"/>
                <a:gd name="T17" fmla="*/ 189 h 333"/>
                <a:gd name="T18" fmla="*/ 96 w 452"/>
                <a:gd name="T19" fmla="*/ 185 h 333"/>
                <a:gd name="T20" fmla="*/ 94 w 452"/>
                <a:gd name="T21" fmla="*/ 172 h 333"/>
                <a:gd name="T22" fmla="*/ 25 w 452"/>
                <a:gd name="T23" fmla="*/ 85 h 333"/>
                <a:gd name="T24" fmla="*/ 29 w 452"/>
                <a:gd name="T25" fmla="*/ 40 h 333"/>
                <a:gd name="T26" fmla="*/ 88 w 452"/>
                <a:gd name="T27" fmla="*/ 19 h 333"/>
                <a:gd name="T28" fmla="*/ 105 w 452"/>
                <a:gd name="T29" fmla="*/ 19 h 333"/>
                <a:gd name="T30" fmla="*/ 105 w 452"/>
                <a:gd name="T31" fmla="*/ 140 h 333"/>
                <a:gd name="T32" fmla="*/ 210 w 452"/>
                <a:gd name="T33" fmla="*/ 290 h 333"/>
                <a:gd name="T34" fmla="*/ 210 w 452"/>
                <a:gd name="T35" fmla="*/ 291 h 333"/>
                <a:gd name="T36" fmla="*/ 210 w 452"/>
                <a:gd name="T37" fmla="*/ 324 h 333"/>
                <a:gd name="T38" fmla="*/ 219 w 452"/>
                <a:gd name="T39" fmla="*/ 333 h 333"/>
                <a:gd name="T40" fmla="*/ 229 w 452"/>
                <a:gd name="T41" fmla="*/ 324 h 333"/>
                <a:gd name="T42" fmla="*/ 229 w 452"/>
                <a:gd name="T43" fmla="*/ 291 h 333"/>
                <a:gd name="T44" fmla="*/ 229 w 452"/>
                <a:gd name="T45" fmla="*/ 290 h 333"/>
                <a:gd name="T46" fmla="*/ 347 w 452"/>
                <a:gd name="T47" fmla="*/ 140 h 333"/>
                <a:gd name="T48" fmla="*/ 347 w 452"/>
                <a:gd name="T49" fmla="*/ 19 h 333"/>
                <a:gd name="T50" fmla="*/ 363 w 452"/>
                <a:gd name="T51" fmla="*/ 19 h 333"/>
                <a:gd name="T52" fmla="*/ 423 w 452"/>
                <a:gd name="T53" fmla="*/ 40 h 333"/>
                <a:gd name="T54" fmla="*/ 427 w 452"/>
                <a:gd name="T55" fmla="*/ 85 h 333"/>
                <a:gd name="T56" fmla="*/ 358 w 452"/>
                <a:gd name="T57" fmla="*/ 172 h 333"/>
                <a:gd name="T58" fmla="*/ 356 w 452"/>
                <a:gd name="T59" fmla="*/ 185 h 333"/>
                <a:gd name="T60" fmla="*/ 363 w 452"/>
                <a:gd name="T61" fmla="*/ 189 h 333"/>
                <a:gd name="T62" fmla="*/ 369 w 452"/>
                <a:gd name="T63" fmla="*/ 187 h 333"/>
                <a:gd name="T64" fmla="*/ 444 w 452"/>
                <a:gd name="T65" fmla="*/ 91 h 333"/>
                <a:gd name="T66" fmla="*/ 438 w 452"/>
                <a:gd name="T67" fmla="*/ 29 h 333"/>
                <a:gd name="T68" fmla="*/ 328 w 452"/>
                <a:gd name="T69" fmla="*/ 140 h 333"/>
                <a:gd name="T70" fmla="*/ 220 w 452"/>
                <a:gd name="T71" fmla="*/ 274 h 333"/>
                <a:gd name="T72" fmla="*/ 124 w 452"/>
                <a:gd name="T73" fmla="*/ 140 h 333"/>
                <a:gd name="T74" fmla="*/ 124 w 452"/>
                <a:gd name="T75" fmla="*/ 19 h 333"/>
                <a:gd name="T76" fmla="*/ 328 w 452"/>
                <a:gd name="T77" fmla="*/ 19 h 333"/>
                <a:gd name="T78" fmla="*/ 328 w 452"/>
                <a:gd name="T79" fmla="*/ 140 h 3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452" h="333">
                  <a:moveTo>
                    <a:pt x="438" y="29"/>
                  </a:moveTo>
                  <a:cubicBezTo>
                    <a:pt x="428" y="16"/>
                    <a:pt x="408" y="0"/>
                    <a:pt x="363" y="0"/>
                  </a:cubicBezTo>
                  <a:cubicBezTo>
                    <a:pt x="337" y="0"/>
                    <a:pt x="337" y="0"/>
                    <a:pt x="337" y="0"/>
                  </a:cubicBezTo>
                  <a:cubicBezTo>
                    <a:pt x="115" y="0"/>
                    <a:pt x="115" y="0"/>
                    <a:pt x="115" y="0"/>
                  </a:cubicBezTo>
                  <a:cubicBezTo>
                    <a:pt x="88" y="0"/>
                    <a:pt x="88" y="0"/>
                    <a:pt x="88" y="0"/>
                  </a:cubicBezTo>
                  <a:cubicBezTo>
                    <a:pt x="44" y="0"/>
                    <a:pt x="23" y="16"/>
                    <a:pt x="14" y="29"/>
                  </a:cubicBezTo>
                  <a:cubicBezTo>
                    <a:pt x="2" y="46"/>
                    <a:pt x="0" y="67"/>
                    <a:pt x="7" y="91"/>
                  </a:cubicBezTo>
                  <a:cubicBezTo>
                    <a:pt x="19" y="126"/>
                    <a:pt x="58" y="168"/>
                    <a:pt x="83" y="187"/>
                  </a:cubicBezTo>
                  <a:cubicBezTo>
                    <a:pt x="84" y="188"/>
                    <a:pt x="86" y="189"/>
                    <a:pt x="88" y="189"/>
                  </a:cubicBezTo>
                  <a:cubicBezTo>
                    <a:pt x="91" y="189"/>
                    <a:pt x="94" y="188"/>
                    <a:pt x="96" y="185"/>
                  </a:cubicBezTo>
                  <a:cubicBezTo>
                    <a:pt x="99" y="181"/>
                    <a:pt x="98" y="175"/>
                    <a:pt x="94" y="172"/>
                  </a:cubicBezTo>
                  <a:cubicBezTo>
                    <a:pt x="72" y="155"/>
                    <a:pt x="36" y="116"/>
                    <a:pt x="25" y="85"/>
                  </a:cubicBezTo>
                  <a:cubicBezTo>
                    <a:pt x="19" y="67"/>
                    <a:pt x="21" y="51"/>
                    <a:pt x="29" y="40"/>
                  </a:cubicBezTo>
                  <a:cubicBezTo>
                    <a:pt x="39" y="26"/>
                    <a:pt x="60" y="19"/>
                    <a:pt x="88" y="19"/>
                  </a:cubicBezTo>
                  <a:cubicBezTo>
                    <a:pt x="105" y="19"/>
                    <a:pt x="105" y="19"/>
                    <a:pt x="105" y="19"/>
                  </a:cubicBezTo>
                  <a:cubicBezTo>
                    <a:pt x="105" y="140"/>
                    <a:pt x="105" y="140"/>
                    <a:pt x="105" y="140"/>
                  </a:cubicBezTo>
                  <a:cubicBezTo>
                    <a:pt x="105" y="227"/>
                    <a:pt x="188" y="278"/>
                    <a:pt x="210" y="290"/>
                  </a:cubicBezTo>
                  <a:cubicBezTo>
                    <a:pt x="210" y="290"/>
                    <a:pt x="210" y="291"/>
                    <a:pt x="210" y="291"/>
                  </a:cubicBezTo>
                  <a:cubicBezTo>
                    <a:pt x="210" y="324"/>
                    <a:pt x="210" y="324"/>
                    <a:pt x="210" y="324"/>
                  </a:cubicBezTo>
                  <a:cubicBezTo>
                    <a:pt x="210" y="329"/>
                    <a:pt x="214" y="333"/>
                    <a:pt x="219" y="333"/>
                  </a:cubicBezTo>
                  <a:cubicBezTo>
                    <a:pt x="225" y="333"/>
                    <a:pt x="229" y="329"/>
                    <a:pt x="229" y="324"/>
                  </a:cubicBezTo>
                  <a:cubicBezTo>
                    <a:pt x="229" y="291"/>
                    <a:pt x="229" y="291"/>
                    <a:pt x="229" y="291"/>
                  </a:cubicBezTo>
                  <a:cubicBezTo>
                    <a:pt x="229" y="291"/>
                    <a:pt x="229" y="290"/>
                    <a:pt x="229" y="290"/>
                  </a:cubicBezTo>
                  <a:cubicBezTo>
                    <a:pt x="253" y="278"/>
                    <a:pt x="347" y="227"/>
                    <a:pt x="347" y="140"/>
                  </a:cubicBezTo>
                  <a:cubicBezTo>
                    <a:pt x="347" y="19"/>
                    <a:pt x="347" y="19"/>
                    <a:pt x="347" y="19"/>
                  </a:cubicBezTo>
                  <a:cubicBezTo>
                    <a:pt x="363" y="19"/>
                    <a:pt x="363" y="19"/>
                    <a:pt x="363" y="19"/>
                  </a:cubicBezTo>
                  <a:cubicBezTo>
                    <a:pt x="392" y="19"/>
                    <a:pt x="413" y="26"/>
                    <a:pt x="423" y="40"/>
                  </a:cubicBezTo>
                  <a:cubicBezTo>
                    <a:pt x="431" y="51"/>
                    <a:pt x="432" y="67"/>
                    <a:pt x="427" y="85"/>
                  </a:cubicBezTo>
                  <a:cubicBezTo>
                    <a:pt x="419" y="109"/>
                    <a:pt x="378" y="156"/>
                    <a:pt x="358" y="172"/>
                  </a:cubicBezTo>
                  <a:cubicBezTo>
                    <a:pt x="354" y="175"/>
                    <a:pt x="353" y="181"/>
                    <a:pt x="356" y="185"/>
                  </a:cubicBezTo>
                  <a:cubicBezTo>
                    <a:pt x="358" y="188"/>
                    <a:pt x="361" y="189"/>
                    <a:pt x="363" y="189"/>
                  </a:cubicBezTo>
                  <a:cubicBezTo>
                    <a:pt x="365" y="189"/>
                    <a:pt x="368" y="188"/>
                    <a:pt x="369" y="187"/>
                  </a:cubicBezTo>
                  <a:cubicBezTo>
                    <a:pt x="392" y="169"/>
                    <a:pt x="435" y="119"/>
                    <a:pt x="444" y="91"/>
                  </a:cubicBezTo>
                  <a:cubicBezTo>
                    <a:pt x="452" y="67"/>
                    <a:pt x="450" y="46"/>
                    <a:pt x="438" y="29"/>
                  </a:cubicBezTo>
                  <a:close/>
                  <a:moveTo>
                    <a:pt x="328" y="140"/>
                  </a:moveTo>
                  <a:cubicBezTo>
                    <a:pt x="328" y="217"/>
                    <a:pt x="240" y="264"/>
                    <a:pt x="220" y="274"/>
                  </a:cubicBezTo>
                  <a:cubicBezTo>
                    <a:pt x="201" y="264"/>
                    <a:pt x="124" y="217"/>
                    <a:pt x="124" y="140"/>
                  </a:cubicBezTo>
                  <a:cubicBezTo>
                    <a:pt x="124" y="19"/>
                    <a:pt x="124" y="19"/>
                    <a:pt x="124" y="19"/>
                  </a:cubicBezTo>
                  <a:cubicBezTo>
                    <a:pt x="328" y="19"/>
                    <a:pt x="328" y="19"/>
                    <a:pt x="328" y="19"/>
                  </a:cubicBezTo>
                  <a:lnTo>
                    <a:pt x="328" y="14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9" name="Freeform 174"/>
            <p:cNvSpPr>
              <a:spLocks noEditPoints="1"/>
            </p:cNvSpPr>
            <p:nvPr/>
          </p:nvSpPr>
          <p:spPr bwMode="auto">
            <a:xfrm>
              <a:off x="4849814" y="3403601"/>
              <a:ext cx="201613" cy="58738"/>
            </a:xfrm>
            <a:custGeom>
              <a:avLst/>
              <a:gdLst>
                <a:gd name="T0" fmla="*/ 173 w 202"/>
                <a:gd name="T1" fmla="*/ 0 h 58"/>
                <a:gd name="T2" fmla="*/ 29 w 202"/>
                <a:gd name="T3" fmla="*/ 0 h 58"/>
                <a:gd name="T4" fmla="*/ 0 w 202"/>
                <a:gd name="T5" fmla="*/ 29 h 58"/>
                <a:gd name="T6" fmla="*/ 0 w 202"/>
                <a:gd name="T7" fmla="*/ 49 h 58"/>
                <a:gd name="T8" fmla="*/ 10 w 202"/>
                <a:gd name="T9" fmla="*/ 58 h 58"/>
                <a:gd name="T10" fmla="*/ 193 w 202"/>
                <a:gd name="T11" fmla="*/ 58 h 58"/>
                <a:gd name="T12" fmla="*/ 202 w 202"/>
                <a:gd name="T13" fmla="*/ 49 h 58"/>
                <a:gd name="T14" fmla="*/ 202 w 202"/>
                <a:gd name="T15" fmla="*/ 30 h 58"/>
                <a:gd name="T16" fmla="*/ 173 w 202"/>
                <a:gd name="T17" fmla="*/ 0 h 58"/>
                <a:gd name="T18" fmla="*/ 184 w 202"/>
                <a:gd name="T19" fmla="*/ 40 h 58"/>
                <a:gd name="T20" fmla="*/ 19 w 202"/>
                <a:gd name="T21" fmla="*/ 40 h 58"/>
                <a:gd name="T22" fmla="*/ 19 w 202"/>
                <a:gd name="T23" fmla="*/ 29 h 58"/>
                <a:gd name="T24" fmla="*/ 29 w 202"/>
                <a:gd name="T25" fmla="*/ 19 h 58"/>
                <a:gd name="T26" fmla="*/ 173 w 202"/>
                <a:gd name="T27" fmla="*/ 19 h 58"/>
                <a:gd name="T28" fmla="*/ 184 w 202"/>
                <a:gd name="T29" fmla="*/ 30 h 58"/>
                <a:gd name="T30" fmla="*/ 184 w 202"/>
                <a:gd name="T31" fmla="*/ 40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02" h="58">
                  <a:moveTo>
                    <a:pt x="173" y="0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13" y="0"/>
                    <a:pt x="0" y="13"/>
                    <a:pt x="0" y="29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54"/>
                    <a:pt x="4" y="58"/>
                    <a:pt x="10" y="58"/>
                  </a:cubicBezTo>
                  <a:cubicBezTo>
                    <a:pt x="193" y="58"/>
                    <a:pt x="193" y="58"/>
                    <a:pt x="193" y="58"/>
                  </a:cubicBezTo>
                  <a:cubicBezTo>
                    <a:pt x="198" y="58"/>
                    <a:pt x="202" y="54"/>
                    <a:pt x="202" y="49"/>
                  </a:cubicBezTo>
                  <a:cubicBezTo>
                    <a:pt x="202" y="30"/>
                    <a:pt x="202" y="30"/>
                    <a:pt x="202" y="30"/>
                  </a:cubicBezTo>
                  <a:cubicBezTo>
                    <a:pt x="202" y="14"/>
                    <a:pt x="190" y="0"/>
                    <a:pt x="173" y="0"/>
                  </a:cubicBezTo>
                  <a:close/>
                  <a:moveTo>
                    <a:pt x="184" y="40"/>
                  </a:moveTo>
                  <a:cubicBezTo>
                    <a:pt x="19" y="40"/>
                    <a:pt x="19" y="40"/>
                    <a:pt x="19" y="40"/>
                  </a:cubicBezTo>
                  <a:cubicBezTo>
                    <a:pt x="19" y="29"/>
                    <a:pt x="19" y="29"/>
                    <a:pt x="19" y="29"/>
                  </a:cubicBezTo>
                  <a:cubicBezTo>
                    <a:pt x="19" y="23"/>
                    <a:pt x="23" y="19"/>
                    <a:pt x="29" y="19"/>
                  </a:cubicBezTo>
                  <a:cubicBezTo>
                    <a:pt x="173" y="19"/>
                    <a:pt x="173" y="19"/>
                    <a:pt x="173" y="19"/>
                  </a:cubicBezTo>
                  <a:cubicBezTo>
                    <a:pt x="179" y="19"/>
                    <a:pt x="184" y="24"/>
                    <a:pt x="184" y="30"/>
                  </a:cubicBezTo>
                  <a:lnTo>
                    <a:pt x="184" y="4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55" name="Group 254"/>
          <p:cNvGrpSpPr/>
          <p:nvPr/>
        </p:nvGrpSpPr>
        <p:grpSpPr>
          <a:xfrm>
            <a:off x="7476069" y="4053418"/>
            <a:ext cx="486833" cy="563033"/>
            <a:chOff x="5607051" y="3040063"/>
            <a:chExt cx="365125" cy="422275"/>
          </a:xfrm>
          <a:solidFill>
            <a:schemeClr val="tx2"/>
          </a:solidFill>
        </p:grpSpPr>
        <p:sp>
          <p:nvSpPr>
            <p:cNvPr id="210" name="Freeform 175"/>
            <p:cNvSpPr>
              <a:spLocks noEditPoints="1"/>
            </p:cNvSpPr>
            <p:nvPr/>
          </p:nvSpPr>
          <p:spPr bwMode="auto">
            <a:xfrm>
              <a:off x="5632451" y="3052763"/>
              <a:ext cx="188913" cy="239713"/>
            </a:xfrm>
            <a:custGeom>
              <a:avLst/>
              <a:gdLst>
                <a:gd name="T0" fmla="*/ 171 w 189"/>
                <a:gd name="T1" fmla="*/ 232 h 241"/>
                <a:gd name="T2" fmla="*/ 180 w 189"/>
                <a:gd name="T3" fmla="*/ 241 h 241"/>
                <a:gd name="T4" fmla="*/ 189 w 189"/>
                <a:gd name="T5" fmla="*/ 232 h 241"/>
                <a:gd name="T6" fmla="*/ 189 w 189"/>
                <a:gd name="T7" fmla="*/ 35 h 241"/>
                <a:gd name="T8" fmla="*/ 189 w 189"/>
                <a:gd name="T9" fmla="*/ 35 h 241"/>
                <a:gd name="T10" fmla="*/ 154 w 189"/>
                <a:gd name="T11" fmla="*/ 0 h 241"/>
                <a:gd name="T12" fmla="*/ 10 w 189"/>
                <a:gd name="T13" fmla="*/ 0 h 241"/>
                <a:gd name="T14" fmla="*/ 0 w 189"/>
                <a:gd name="T15" fmla="*/ 9 h 241"/>
                <a:gd name="T16" fmla="*/ 0 w 189"/>
                <a:gd name="T17" fmla="*/ 206 h 241"/>
                <a:gd name="T18" fmla="*/ 10 w 189"/>
                <a:gd name="T19" fmla="*/ 215 h 241"/>
                <a:gd name="T20" fmla="*/ 154 w 189"/>
                <a:gd name="T21" fmla="*/ 215 h 241"/>
                <a:gd name="T22" fmla="*/ 171 w 189"/>
                <a:gd name="T23" fmla="*/ 232 h 241"/>
                <a:gd name="T24" fmla="*/ 19 w 189"/>
                <a:gd name="T25" fmla="*/ 196 h 241"/>
                <a:gd name="T26" fmla="*/ 19 w 189"/>
                <a:gd name="T27" fmla="*/ 18 h 241"/>
                <a:gd name="T28" fmla="*/ 154 w 189"/>
                <a:gd name="T29" fmla="*/ 18 h 241"/>
                <a:gd name="T30" fmla="*/ 171 w 189"/>
                <a:gd name="T31" fmla="*/ 35 h 241"/>
                <a:gd name="T32" fmla="*/ 171 w 189"/>
                <a:gd name="T33" fmla="*/ 200 h 241"/>
                <a:gd name="T34" fmla="*/ 154 w 189"/>
                <a:gd name="T35" fmla="*/ 196 h 241"/>
                <a:gd name="T36" fmla="*/ 19 w 189"/>
                <a:gd name="T37" fmla="*/ 196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89" h="241">
                  <a:moveTo>
                    <a:pt x="171" y="232"/>
                  </a:moveTo>
                  <a:cubicBezTo>
                    <a:pt x="171" y="237"/>
                    <a:pt x="175" y="241"/>
                    <a:pt x="180" y="241"/>
                  </a:cubicBezTo>
                  <a:cubicBezTo>
                    <a:pt x="185" y="241"/>
                    <a:pt x="189" y="237"/>
                    <a:pt x="189" y="232"/>
                  </a:cubicBezTo>
                  <a:cubicBezTo>
                    <a:pt x="189" y="35"/>
                    <a:pt x="189" y="35"/>
                    <a:pt x="189" y="35"/>
                  </a:cubicBezTo>
                  <a:cubicBezTo>
                    <a:pt x="189" y="35"/>
                    <a:pt x="189" y="35"/>
                    <a:pt x="189" y="35"/>
                  </a:cubicBezTo>
                  <a:cubicBezTo>
                    <a:pt x="189" y="21"/>
                    <a:pt x="179" y="0"/>
                    <a:pt x="154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206"/>
                    <a:pt x="0" y="206"/>
                    <a:pt x="0" y="206"/>
                  </a:cubicBezTo>
                  <a:cubicBezTo>
                    <a:pt x="0" y="211"/>
                    <a:pt x="5" y="215"/>
                    <a:pt x="10" y="215"/>
                  </a:cubicBezTo>
                  <a:cubicBezTo>
                    <a:pt x="154" y="215"/>
                    <a:pt x="154" y="215"/>
                    <a:pt x="154" y="215"/>
                  </a:cubicBezTo>
                  <a:cubicBezTo>
                    <a:pt x="158" y="215"/>
                    <a:pt x="171" y="216"/>
                    <a:pt x="171" y="232"/>
                  </a:cubicBezTo>
                  <a:close/>
                  <a:moveTo>
                    <a:pt x="19" y="196"/>
                  </a:moveTo>
                  <a:cubicBezTo>
                    <a:pt x="19" y="18"/>
                    <a:pt x="19" y="18"/>
                    <a:pt x="19" y="18"/>
                  </a:cubicBezTo>
                  <a:cubicBezTo>
                    <a:pt x="154" y="18"/>
                    <a:pt x="154" y="18"/>
                    <a:pt x="154" y="18"/>
                  </a:cubicBezTo>
                  <a:cubicBezTo>
                    <a:pt x="169" y="18"/>
                    <a:pt x="171" y="31"/>
                    <a:pt x="171" y="35"/>
                  </a:cubicBezTo>
                  <a:cubicBezTo>
                    <a:pt x="171" y="200"/>
                    <a:pt x="171" y="200"/>
                    <a:pt x="171" y="200"/>
                  </a:cubicBezTo>
                  <a:cubicBezTo>
                    <a:pt x="165" y="197"/>
                    <a:pt x="159" y="196"/>
                    <a:pt x="154" y="196"/>
                  </a:cubicBezTo>
                  <a:lnTo>
                    <a:pt x="19" y="196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11" name="Freeform 176"/>
            <p:cNvSpPr>
              <a:spLocks/>
            </p:cNvSpPr>
            <p:nvPr/>
          </p:nvSpPr>
          <p:spPr bwMode="auto">
            <a:xfrm>
              <a:off x="5737226" y="3090863"/>
              <a:ext cx="234950" cy="241300"/>
            </a:xfrm>
            <a:custGeom>
              <a:avLst/>
              <a:gdLst>
                <a:gd name="T0" fmla="*/ 178 w 236"/>
                <a:gd name="T1" fmla="*/ 126 h 241"/>
                <a:gd name="T2" fmla="*/ 234 w 236"/>
                <a:gd name="T3" fmla="*/ 25 h 241"/>
                <a:gd name="T4" fmla="*/ 231 w 236"/>
                <a:gd name="T5" fmla="*/ 7 h 241"/>
                <a:gd name="T6" fmla="*/ 217 w 236"/>
                <a:gd name="T7" fmla="*/ 0 h 241"/>
                <a:gd name="T8" fmla="*/ 102 w 236"/>
                <a:gd name="T9" fmla="*/ 0 h 241"/>
                <a:gd name="T10" fmla="*/ 92 w 236"/>
                <a:gd name="T11" fmla="*/ 9 h 241"/>
                <a:gd name="T12" fmla="*/ 102 w 236"/>
                <a:gd name="T13" fmla="*/ 19 h 241"/>
                <a:gd name="T14" fmla="*/ 216 w 236"/>
                <a:gd name="T15" fmla="*/ 19 h 241"/>
                <a:gd name="T16" fmla="*/ 216 w 236"/>
                <a:gd name="T17" fmla="*/ 19 h 241"/>
                <a:gd name="T18" fmla="*/ 158 w 236"/>
                <a:gd name="T19" fmla="*/ 121 h 241"/>
                <a:gd name="T20" fmla="*/ 159 w 236"/>
                <a:gd name="T21" fmla="*/ 132 h 241"/>
                <a:gd name="T22" fmla="*/ 216 w 236"/>
                <a:gd name="T23" fmla="*/ 222 h 241"/>
                <a:gd name="T24" fmla="*/ 216 w 236"/>
                <a:gd name="T25" fmla="*/ 223 h 241"/>
                <a:gd name="T26" fmla="*/ 36 w 236"/>
                <a:gd name="T27" fmla="*/ 223 h 241"/>
                <a:gd name="T28" fmla="*/ 36 w 236"/>
                <a:gd name="T29" fmla="*/ 223 h 241"/>
                <a:gd name="T30" fmla="*/ 23 w 236"/>
                <a:gd name="T31" fmla="*/ 218 h 241"/>
                <a:gd name="T32" fmla="*/ 19 w 236"/>
                <a:gd name="T33" fmla="*/ 206 h 241"/>
                <a:gd name="T34" fmla="*/ 9 w 236"/>
                <a:gd name="T35" fmla="*/ 197 h 241"/>
                <a:gd name="T36" fmla="*/ 0 w 236"/>
                <a:gd name="T37" fmla="*/ 206 h 241"/>
                <a:gd name="T38" fmla="*/ 10 w 236"/>
                <a:gd name="T39" fmla="*/ 232 h 241"/>
                <a:gd name="T40" fmla="*/ 35 w 236"/>
                <a:gd name="T41" fmla="*/ 241 h 241"/>
                <a:gd name="T42" fmla="*/ 36 w 236"/>
                <a:gd name="T43" fmla="*/ 241 h 241"/>
                <a:gd name="T44" fmla="*/ 217 w 236"/>
                <a:gd name="T45" fmla="*/ 241 h 241"/>
                <a:gd name="T46" fmla="*/ 231 w 236"/>
                <a:gd name="T47" fmla="*/ 235 h 241"/>
                <a:gd name="T48" fmla="*/ 234 w 236"/>
                <a:gd name="T49" fmla="*/ 217 h 241"/>
                <a:gd name="T50" fmla="*/ 178 w 236"/>
                <a:gd name="T51" fmla="*/ 126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36" h="241">
                  <a:moveTo>
                    <a:pt x="178" y="126"/>
                  </a:moveTo>
                  <a:cubicBezTo>
                    <a:pt x="190" y="107"/>
                    <a:pt x="227" y="49"/>
                    <a:pt x="234" y="25"/>
                  </a:cubicBezTo>
                  <a:cubicBezTo>
                    <a:pt x="236" y="20"/>
                    <a:pt x="236" y="13"/>
                    <a:pt x="231" y="7"/>
                  </a:cubicBezTo>
                  <a:cubicBezTo>
                    <a:pt x="228" y="2"/>
                    <a:pt x="223" y="0"/>
                    <a:pt x="217" y="0"/>
                  </a:cubicBezTo>
                  <a:cubicBezTo>
                    <a:pt x="102" y="0"/>
                    <a:pt x="102" y="0"/>
                    <a:pt x="102" y="0"/>
                  </a:cubicBezTo>
                  <a:cubicBezTo>
                    <a:pt x="97" y="0"/>
                    <a:pt x="92" y="4"/>
                    <a:pt x="92" y="9"/>
                  </a:cubicBezTo>
                  <a:cubicBezTo>
                    <a:pt x="92" y="15"/>
                    <a:pt x="97" y="19"/>
                    <a:pt x="102" y="19"/>
                  </a:cubicBezTo>
                  <a:cubicBezTo>
                    <a:pt x="216" y="19"/>
                    <a:pt x="216" y="19"/>
                    <a:pt x="216" y="19"/>
                  </a:cubicBezTo>
                  <a:cubicBezTo>
                    <a:pt x="216" y="19"/>
                    <a:pt x="216" y="19"/>
                    <a:pt x="216" y="19"/>
                  </a:cubicBezTo>
                  <a:cubicBezTo>
                    <a:pt x="210" y="40"/>
                    <a:pt x="172" y="100"/>
                    <a:pt x="158" y="121"/>
                  </a:cubicBezTo>
                  <a:cubicBezTo>
                    <a:pt x="156" y="124"/>
                    <a:pt x="156" y="129"/>
                    <a:pt x="159" y="132"/>
                  </a:cubicBezTo>
                  <a:cubicBezTo>
                    <a:pt x="173" y="150"/>
                    <a:pt x="210" y="202"/>
                    <a:pt x="216" y="222"/>
                  </a:cubicBezTo>
                  <a:cubicBezTo>
                    <a:pt x="216" y="222"/>
                    <a:pt x="216" y="223"/>
                    <a:pt x="216" y="223"/>
                  </a:cubicBezTo>
                  <a:cubicBezTo>
                    <a:pt x="36" y="223"/>
                    <a:pt x="36" y="223"/>
                    <a:pt x="36" y="223"/>
                  </a:cubicBezTo>
                  <a:cubicBezTo>
                    <a:pt x="36" y="223"/>
                    <a:pt x="36" y="223"/>
                    <a:pt x="36" y="223"/>
                  </a:cubicBezTo>
                  <a:cubicBezTo>
                    <a:pt x="35" y="223"/>
                    <a:pt x="28" y="223"/>
                    <a:pt x="23" y="218"/>
                  </a:cubicBezTo>
                  <a:cubicBezTo>
                    <a:pt x="20" y="215"/>
                    <a:pt x="19" y="211"/>
                    <a:pt x="19" y="206"/>
                  </a:cubicBezTo>
                  <a:cubicBezTo>
                    <a:pt x="19" y="201"/>
                    <a:pt x="14" y="197"/>
                    <a:pt x="9" y="197"/>
                  </a:cubicBezTo>
                  <a:cubicBezTo>
                    <a:pt x="4" y="197"/>
                    <a:pt x="0" y="201"/>
                    <a:pt x="0" y="206"/>
                  </a:cubicBezTo>
                  <a:cubicBezTo>
                    <a:pt x="0" y="219"/>
                    <a:pt x="5" y="227"/>
                    <a:pt x="10" y="232"/>
                  </a:cubicBezTo>
                  <a:cubicBezTo>
                    <a:pt x="19" y="241"/>
                    <a:pt x="32" y="241"/>
                    <a:pt x="35" y="241"/>
                  </a:cubicBezTo>
                  <a:cubicBezTo>
                    <a:pt x="36" y="241"/>
                    <a:pt x="36" y="241"/>
                    <a:pt x="36" y="241"/>
                  </a:cubicBezTo>
                  <a:cubicBezTo>
                    <a:pt x="217" y="241"/>
                    <a:pt x="217" y="241"/>
                    <a:pt x="217" y="241"/>
                  </a:cubicBezTo>
                  <a:cubicBezTo>
                    <a:pt x="223" y="241"/>
                    <a:pt x="228" y="239"/>
                    <a:pt x="231" y="235"/>
                  </a:cubicBezTo>
                  <a:cubicBezTo>
                    <a:pt x="236" y="229"/>
                    <a:pt x="236" y="221"/>
                    <a:pt x="234" y="217"/>
                  </a:cubicBezTo>
                  <a:cubicBezTo>
                    <a:pt x="227" y="193"/>
                    <a:pt x="190" y="142"/>
                    <a:pt x="178" y="126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12" name="Freeform 177"/>
            <p:cNvSpPr>
              <a:spLocks/>
            </p:cNvSpPr>
            <p:nvPr/>
          </p:nvSpPr>
          <p:spPr bwMode="auto">
            <a:xfrm>
              <a:off x="5607051" y="3040063"/>
              <a:ext cx="19050" cy="422275"/>
            </a:xfrm>
            <a:custGeom>
              <a:avLst/>
              <a:gdLst>
                <a:gd name="T0" fmla="*/ 10 w 19"/>
                <a:gd name="T1" fmla="*/ 0 h 424"/>
                <a:gd name="T2" fmla="*/ 0 w 19"/>
                <a:gd name="T3" fmla="*/ 9 h 424"/>
                <a:gd name="T4" fmla="*/ 0 w 19"/>
                <a:gd name="T5" fmla="*/ 415 h 424"/>
                <a:gd name="T6" fmla="*/ 10 w 19"/>
                <a:gd name="T7" fmla="*/ 424 h 424"/>
                <a:gd name="T8" fmla="*/ 19 w 19"/>
                <a:gd name="T9" fmla="*/ 415 h 424"/>
                <a:gd name="T10" fmla="*/ 19 w 19"/>
                <a:gd name="T11" fmla="*/ 9 h 424"/>
                <a:gd name="T12" fmla="*/ 10 w 19"/>
                <a:gd name="T13" fmla="*/ 0 h 4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" h="424">
                  <a:moveTo>
                    <a:pt x="10" y="0"/>
                  </a:moveTo>
                  <a:cubicBezTo>
                    <a:pt x="4" y="0"/>
                    <a:pt x="0" y="4"/>
                    <a:pt x="0" y="9"/>
                  </a:cubicBezTo>
                  <a:cubicBezTo>
                    <a:pt x="0" y="415"/>
                    <a:pt x="0" y="415"/>
                    <a:pt x="0" y="415"/>
                  </a:cubicBezTo>
                  <a:cubicBezTo>
                    <a:pt x="0" y="420"/>
                    <a:pt x="4" y="424"/>
                    <a:pt x="10" y="424"/>
                  </a:cubicBezTo>
                  <a:cubicBezTo>
                    <a:pt x="15" y="424"/>
                    <a:pt x="19" y="420"/>
                    <a:pt x="19" y="415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19" y="4"/>
                    <a:pt x="15" y="0"/>
                    <a:pt x="1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56" name="Group 255"/>
          <p:cNvGrpSpPr/>
          <p:nvPr/>
        </p:nvGrpSpPr>
        <p:grpSpPr>
          <a:xfrm>
            <a:off x="8362952" y="4053417"/>
            <a:ext cx="721784" cy="563035"/>
            <a:chOff x="6272214" y="3040063"/>
            <a:chExt cx="541338" cy="422276"/>
          </a:xfrm>
          <a:solidFill>
            <a:schemeClr val="tx2"/>
          </a:solidFill>
        </p:grpSpPr>
        <p:sp>
          <p:nvSpPr>
            <p:cNvPr id="213" name="Freeform 178"/>
            <p:cNvSpPr>
              <a:spLocks/>
            </p:cNvSpPr>
            <p:nvPr/>
          </p:nvSpPr>
          <p:spPr bwMode="auto">
            <a:xfrm>
              <a:off x="6272214" y="3143251"/>
              <a:ext cx="541338" cy="319088"/>
            </a:xfrm>
            <a:custGeom>
              <a:avLst/>
              <a:gdLst>
                <a:gd name="T0" fmla="*/ 543 w 544"/>
                <a:gd name="T1" fmla="*/ 236 h 320"/>
                <a:gd name="T2" fmla="*/ 478 w 544"/>
                <a:gd name="T3" fmla="*/ 7 h 320"/>
                <a:gd name="T4" fmla="*/ 472 w 544"/>
                <a:gd name="T5" fmla="*/ 1 h 320"/>
                <a:gd name="T6" fmla="*/ 464 w 544"/>
                <a:gd name="T7" fmla="*/ 2 h 320"/>
                <a:gd name="T8" fmla="*/ 399 w 544"/>
                <a:gd name="T9" fmla="*/ 38 h 320"/>
                <a:gd name="T10" fmla="*/ 395 w 544"/>
                <a:gd name="T11" fmla="*/ 51 h 320"/>
                <a:gd name="T12" fmla="*/ 408 w 544"/>
                <a:gd name="T13" fmla="*/ 54 h 320"/>
                <a:gd name="T14" fmla="*/ 463 w 544"/>
                <a:gd name="T15" fmla="*/ 24 h 320"/>
                <a:gd name="T16" fmla="*/ 523 w 544"/>
                <a:gd name="T17" fmla="*/ 235 h 320"/>
                <a:gd name="T18" fmla="*/ 423 w 544"/>
                <a:gd name="T19" fmla="*/ 296 h 320"/>
                <a:gd name="T20" fmla="*/ 399 w 544"/>
                <a:gd name="T21" fmla="*/ 100 h 320"/>
                <a:gd name="T22" fmla="*/ 389 w 544"/>
                <a:gd name="T23" fmla="*/ 92 h 320"/>
                <a:gd name="T24" fmla="*/ 380 w 544"/>
                <a:gd name="T25" fmla="*/ 103 h 320"/>
                <a:gd name="T26" fmla="*/ 405 w 544"/>
                <a:gd name="T27" fmla="*/ 298 h 320"/>
                <a:gd name="T28" fmla="*/ 281 w 544"/>
                <a:gd name="T29" fmla="*/ 265 h 320"/>
                <a:gd name="T30" fmla="*/ 281 w 544"/>
                <a:gd name="T31" fmla="*/ 231 h 320"/>
                <a:gd name="T32" fmla="*/ 272 w 544"/>
                <a:gd name="T33" fmla="*/ 222 h 320"/>
                <a:gd name="T34" fmla="*/ 262 w 544"/>
                <a:gd name="T35" fmla="*/ 231 h 320"/>
                <a:gd name="T36" fmla="*/ 262 w 544"/>
                <a:gd name="T37" fmla="*/ 265 h 320"/>
                <a:gd name="T38" fmla="*/ 139 w 544"/>
                <a:gd name="T39" fmla="*/ 298 h 320"/>
                <a:gd name="T40" fmla="*/ 163 w 544"/>
                <a:gd name="T41" fmla="*/ 103 h 320"/>
                <a:gd name="T42" fmla="*/ 155 w 544"/>
                <a:gd name="T43" fmla="*/ 92 h 320"/>
                <a:gd name="T44" fmla="*/ 145 w 544"/>
                <a:gd name="T45" fmla="*/ 100 h 320"/>
                <a:gd name="T46" fmla="*/ 120 w 544"/>
                <a:gd name="T47" fmla="*/ 296 h 320"/>
                <a:gd name="T48" fmla="*/ 21 w 544"/>
                <a:gd name="T49" fmla="*/ 235 h 320"/>
                <a:gd name="T50" fmla="*/ 81 w 544"/>
                <a:gd name="T51" fmla="*/ 24 h 320"/>
                <a:gd name="T52" fmla="*/ 136 w 544"/>
                <a:gd name="T53" fmla="*/ 54 h 320"/>
                <a:gd name="T54" fmla="*/ 148 w 544"/>
                <a:gd name="T55" fmla="*/ 51 h 320"/>
                <a:gd name="T56" fmla="*/ 145 w 544"/>
                <a:gd name="T57" fmla="*/ 38 h 320"/>
                <a:gd name="T58" fmla="*/ 80 w 544"/>
                <a:gd name="T59" fmla="*/ 2 h 320"/>
                <a:gd name="T60" fmla="*/ 72 w 544"/>
                <a:gd name="T61" fmla="*/ 1 h 320"/>
                <a:gd name="T62" fmla="*/ 66 w 544"/>
                <a:gd name="T63" fmla="*/ 7 h 320"/>
                <a:gd name="T64" fmla="*/ 1 w 544"/>
                <a:gd name="T65" fmla="*/ 236 h 320"/>
                <a:gd name="T66" fmla="*/ 5 w 544"/>
                <a:gd name="T67" fmla="*/ 247 h 320"/>
                <a:gd name="T68" fmla="*/ 123 w 544"/>
                <a:gd name="T69" fmla="*/ 319 h 320"/>
                <a:gd name="T70" fmla="*/ 123 w 544"/>
                <a:gd name="T71" fmla="*/ 319 h 320"/>
                <a:gd name="T72" fmla="*/ 123 w 544"/>
                <a:gd name="T73" fmla="*/ 319 h 320"/>
                <a:gd name="T74" fmla="*/ 124 w 544"/>
                <a:gd name="T75" fmla="*/ 320 h 320"/>
                <a:gd name="T76" fmla="*/ 125 w 544"/>
                <a:gd name="T77" fmla="*/ 320 h 320"/>
                <a:gd name="T78" fmla="*/ 126 w 544"/>
                <a:gd name="T79" fmla="*/ 320 h 320"/>
                <a:gd name="T80" fmla="*/ 126 w 544"/>
                <a:gd name="T81" fmla="*/ 320 h 320"/>
                <a:gd name="T82" fmla="*/ 128 w 544"/>
                <a:gd name="T83" fmla="*/ 320 h 320"/>
                <a:gd name="T84" fmla="*/ 128 w 544"/>
                <a:gd name="T85" fmla="*/ 320 h 320"/>
                <a:gd name="T86" fmla="*/ 130 w 544"/>
                <a:gd name="T87" fmla="*/ 320 h 320"/>
                <a:gd name="T88" fmla="*/ 130 w 544"/>
                <a:gd name="T89" fmla="*/ 320 h 320"/>
                <a:gd name="T90" fmla="*/ 130 w 544"/>
                <a:gd name="T91" fmla="*/ 320 h 320"/>
                <a:gd name="T92" fmla="*/ 272 w 544"/>
                <a:gd name="T93" fmla="*/ 281 h 320"/>
                <a:gd name="T94" fmla="*/ 413 w 544"/>
                <a:gd name="T95" fmla="*/ 320 h 320"/>
                <a:gd name="T96" fmla="*/ 414 w 544"/>
                <a:gd name="T97" fmla="*/ 320 h 320"/>
                <a:gd name="T98" fmla="*/ 414 w 544"/>
                <a:gd name="T99" fmla="*/ 320 h 320"/>
                <a:gd name="T100" fmla="*/ 416 w 544"/>
                <a:gd name="T101" fmla="*/ 320 h 320"/>
                <a:gd name="T102" fmla="*/ 416 w 544"/>
                <a:gd name="T103" fmla="*/ 320 h 320"/>
                <a:gd name="T104" fmla="*/ 417 w 544"/>
                <a:gd name="T105" fmla="*/ 320 h 320"/>
                <a:gd name="T106" fmla="*/ 418 w 544"/>
                <a:gd name="T107" fmla="*/ 320 h 320"/>
                <a:gd name="T108" fmla="*/ 419 w 544"/>
                <a:gd name="T109" fmla="*/ 320 h 320"/>
                <a:gd name="T110" fmla="*/ 419 w 544"/>
                <a:gd name="T111" fmla="*/ 320 h 320"/>
                <a:gd name="T112" fmla="*/ 420 w 544"/>
                <a:gd name="T113" fmla="*/ 319 h 320"/>
                <a:gd name="T114" fmla="*/ 421 w 544"/>
                <a:gd name="T115" fmla="*/ 319 h 320"/>
                <a:gd name="T116" fmla="*/ 421 w 544"/>
                <a:gd name="T117" fmla="*/ 319 h 320"/>
                <a:gd name="T118" fmla="*/ 539 w 544"/>
                <a:gd name="T119" fmla="*/ 247 h 320"/>
                <a:gd name="T120" fmla="*/ 543 w 544"/>
                <a:gd name="T121" fmla="*/ 236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44" h="320">
                  <a:moveTo>
                    <a:pt x="543" y="236"/>
                  </a:moveTo>
                  <a:cubicBezTo>
                    <a:pt x="478" y="7"/>
                    <a:pt x="478" y="7"/>
                    <a:pt x="478" y="7"/>
                  </a:cubicBezTo>
                  <a:cubicBezTo>
                    <a:pt x="477" y="4"/>
                    <a:pt x="475" y="2"/>
                    <a:pt x="472" y="1"/>
                  </a:cubicBezTo>
                  <a:cubicBezTo>
                    <a:pt x="469" y="0"/>
                    <a:pt x="466" y="0"/>
                    <a:pt x="464" y="2"/>
                  </a:cubicBezTo>
                  <a:cubicBezTo>
                    <a:pt x="399" y="38"/>
                    <a:pt x="399" y="38"/>
                    <a:pt x="399" y="38"/>
                  </a:cubicBezTo>
                  <a:cubicBezTo>
                    <a:pt x="394" y="41"/>
                    <a:pt x="393" y="46"/>
                    <a:pt x="395" y="51"/>
                  </a:cubicBezTo>
                  <a:cubicBezTo>
                    <a:pt x="398" y="55"/>
                    <a:pt x="404" y="57"/>
                    <a:pt x="408" y="54"/>
                  </a:cubicBezTo>
                  <a:cubicBezTo>
                    <a:pt x="463" y="24"/>
                    <a:pt x="463" y="24"/>
                    <a:pt x="463" y="24"/>
                  </a:cubicBezTo>
                  <a:cubicBezTo>
                    <a:pt x="523" y="235"/>
                    <a:pt x="523" y="235"/>
                    <a:pt x="523" y="235"/>
                  </a:cubicBezTo>
                  <a:cubicBezTo>
                    <a:pt x="423" y="296"/>
                    <a:pt x="423" y="296"/>
                    <a:pt x="423" y="296"/>
                  </a:cubicBezTo>
                  <a:cubicBezTo>
                    <a:pt x="399" y="100"/>
                    <a:pt x="399" y="100"/>
                    <a:pt x="399" y="100"/>
                  </a:cubicBezTo>
                  <a:cubicBezTo>
                    <a:pt x="398" y="95"/>
                    <a:pt x="394" y="92"/>
                    <a:pt x="389" y="92"/>
                  </a:cubicBezTo>
                  <a:cubicBezTo>
                    <a:pt x="383" y="93"/>
                    <a:pt x="380" y="98"/>
                    <a:pt x="380" y="103"/>
                  </a:cubicBezTo>
                  <a:cubicBezTo>
                    <a:pt x="405" y="298"/>
                    <a:pt x="405" y="298"/>
                    <a:pt x="405" y="298"/>
                  </a:cubicBezTo>
                  <a:cubicBezTo>
                    <a:pt x="281" y="265"/>
                    <a:pt x="281" y="265"/>
                    <a:pt x="281" y="265"/>
                  </a:cubicBezTo>
                  <a:cubicBezTo>
                    <a:pt x="281" y="231"/>
                    <a:pt x="281" y="231"/>
                    <a:pt x="281" y="231"/>
                  </a:cubicBezTo>
                  <a:cubicBezTo>
                    <a:pt x="281" y="226"/>
                    <a:pt x="277" y="222"/>
                    <a:pt x="272" y="222"/>
                  </a:cubicBezTo>
                  <a:cubicBezTo>
                    <a:pt x="267" y="222"/>
                    <a:pt x="262" y="226"/>
                    <a:pt x="262" y="231"/>
                  </a:cubicBezTo>
                  <a:cubicBezTo>
                    <a:pt x="262" y="265"/>
                    <a:pt x="262" y="265"/>
                    <a:pt x="262" y="265"/>
                  </a:cubicBezTo>
                  <a:cubicBezTo>
                    <a:pt x="139" y="298"/>
                    <a:pt x="139" y="298"/>
                    <a:pt x="139" y="298"/>
                  </a:cubicBezTo>
                  <a:cubicBezTo>
                    <a:pt x="163" y="103"/>
                    <a:pt x="163" y="103"/>
                    <a:pt x="163" y="103"/>
                  </a:cubicBezTo>
                  <a:cubicBezTo>
                    <a:pt x="164" y="98"/>
                    <a:pt x="160" y="93"/>
                    <a:pt x="155" y="92"/>
                  </a:cubicBezTo>
                  <a:cubicBezTo>
                    <a:pt x="150" y="92"/>
                    <a:pt x="145" y="95"/>
                    <a:pt x="145" y="100"/>
                  </a:cubicBezTo>
                  <a:cubicBezTo>
                    <a:pt x="120" y="296"/>
                    <a:pt x="120" y="296"/>
                    <a:pt x="120" y="296"/>
                  </a:cubicBezTo>
                  <a:cubicBezTo>
                    <a:pt x="21" y="235"/>
                    <a:pt x="21" y="235"/>
                    <a:pt x="21" y="235"/>
                  </a:cubicBezTo>
                  <a:cubicBezTo>
                    <a:pt x="81" y="24"/>
                    <a:pt x="81" y="24"/>
                    <a:pt x="81" y="24"/>
                  </a:cubicBezTo>
                  <a:cubicBezTo>
                    <a:pt x="136" y="54"/>
                    <a:pt x="136" y="54"/>
                    <a:pt x="136" y="54"/>
                  </a:cubicBezTo>
                  <a:cubicBezTo>
                    <a:pt x="140" y="57"/>
                    <a:pt x="146" y="55"/>
                    <a:pt x="148" y="51"/>
                  </a:cubicBezTo>
                  <a:cubicBezTo>
                    <a:pt x="151" y="46"/>
                    <a:pt x="149" y="41"/>
                    <a:pt x="145" y="38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7" y="0"/>
                    <a:pt x="74" y="0"/>
                    <a:pt x="72" y="1"/>
                  </a:cubicBezTo>
                  <a:cubicBezTo>
                    <a:pt x="69" y="2"/>
                    <a:pt x="67" y="4"/>
                    <a:pt x="66" y="7"/>
                  </a:cubicBezTo>
                  <a:cubicBezTo>
                    <a:pt x="1" y="236"/>
                    <a:pt x="1" y="236"/>
                    <a:pt x="1" y="236"/>
                  </a:cubicBezTo>
                  <a:cubicBezTo>
                    <a:pt x="0" y="241"/>
                    <a:pt x="1" y="245"/>
                    <a:pt x="5" y="247"/>
                  </a:cubicBezTo>
                  <a:cubicBezTo>
                    <a:pt x="123" y="319"/>
                    <a:pt x="123" y="319"/>
                    <a:pt x="123" y="319"/>
                  </a:cubicBezTo>
                  <a:cubicBezTo>
                    <a:pt x="123" y="319"/>
                    <a:pt x="123" y="319"/>
                    <a:pt x="123" y="319"/>
                  </a:cubicBezTo>
                  <a:cubicBezTo>
                    <a:pt x="123" y="319"/>
                    <a:pt x="123" y="319"/>
                    <a:pt x="123" y="319"/>
                  </a:cubicBezTo>
                  <a:cubicBezTo>
                    <a:pt x="124" y="319"/>
                    <a:pt x="124" y="320"/>
                    <a:pt x="124" y="320"/>
                  </a:cubicBezTo>
                  <a:cubicBezTo>
                    <a:pt x="124" y="320"/>
                    <a:pt x="125" y="320"/>
                    <a:pt x="125" y="320"/>
                  </a:cubicBezTo>
                  <a:cubicBezTo>
                    <a:pt x="125" y="320"/>
                    <a:pt x="125" y="320"/>
                    <a:pt x="126" y="320"/>
                  </a:cubicBezTo>
                  <a:cubicBezTo>
                    <a:pt x="126" y="320"/>
                    <a:pt x="126" y="320"/>
                    <a:pt x="126" y="320"/>
                  </a:cubicBezTo>
                  <a:cubicBezTo>
                    <a:pt x="127" y="320"/>
                    <a:pt x="127" y="320"/>
                    <a:pt x="128" y="320"/>
                  </a:cubicBezTo>
                  <a:cubicBezTo>
                    <a:pt x="128" y="320"/>
                    <a:pt x="128" y="320"/>
                    <a:pt x="128" y="320"/>
                  </a:cubicBezTo>
                  <a:cubicBezTo>
                    <a:pt x="128" y="320"/>
                    <a:pt x="129" y="320"/>
                    <a:pt x="130" y="320"/>
                  </a:cubicBezTo>
                  <a:cubicBezTo>
                    <a:pt x="130" y="320"/>
                    <a:pt x="130" y="320"/>
                    <a:pt x="130" y="320"/>
                  </a:cubicBezTo>
                  <a:cubicBezTo>
                    <a:pt x="130" y="320"/>
                    <a:pt x="130" y="320"/>
                    <a:pt x="130" y="320"/>
                  </a:cubicBezTo>
                  <a:cubicBezTo>
                    <a:pt x="272" y="281"/>
                    <a:pt x="272" y="281"/>
                    <a:pt x="272" y="281"/>
                  </a:cubicBezTo>
                  <a:cubicBezTo>
                    <a:pt x="413" y="320"/>
                    <a:pt x="413" y="320"/>
                    <a:pt x="413" y="320"/>
                  </a:cubicBezTo>
                  <a:cubicBezTo>
                    <a:pt x="414" y="320"/>
                    <a:pt x="414" y="320"/>
                    <a:pt x="414" y="320"/>
                  </a:cubicBezTo>
                  <a:cubicBezTo>
                    <a:pt x="414" y="320"/>
                    <a:pt x="414" y="320"/>
                    <a:pt x="414" y="320"/>
                  </a:cubicBezTo>
                  <a:cubicBezTo>
                    <a:pt x="414" y="320"/>
                    <a:pt x="415" y="320"/>
                    <a:pt x="416" y="320"/>
                  </a:cubicBezTo>
                  <a:cubicBezTo>
                    <a:pt x="416" y="320"/>
                    <a:pt x="416" y="320"/>
                    <a:pt x="416" y="320"/>
                  </a:cubicBezTo>
                  <a:cubicBezTo>
                    <a:pt x="416" y="320"/>
                    <a:pt x="417" y="320"/>
                    <a:pt x="417" y="320"/>
                  </a:cubicBezTo>
                  <a:cubicBezTo>
                    <a:pt x="418" y="320"/>
                    <a:pt x="418" y="320"/>
                    <a:pt x="418" y="320"/>
                  </a:cubicBezTo>
                  <a:cubicBezTo>
                    <a:pt x="418" y="320"/>
                    <a:pt x="419" y="320"/>
                    <a:pt x="419" y="320"/>
                  </a:cubicBezTo>
                  <a:cubicBezTo>
                    <a:pt x="419" y="320"/>
                    <a:pt x="419" y="320"/>
                    <a:pt x="419" y="320"/>
                  </a:cubicBezTo>
                  <a:cubicBezTo>
                    <a:pt x="420" y="320"/>
                    <a:pt x="420" y="319"/>
                    <a:pt x="420" y="319"/>
                  </a:cubicBezTo>
                  <a:cubicBezTo>
                    <a:pt x="421" y="319"/>
                    <a:pt x="421" y="319"/>
                    <a:pt x="421" y="319"/>
                  </a:cubicBezTo>
                  <a:cubicBezTo>
                    <a:pt x="421" y="319"/>
                    <a:pt x="421" y="319"/>
                    <a:pt x="421" y="319"/>
                  </a:cubicBezTo>
                  <a:cubicBezTo>
                    <a:pt x="539" y="247"/>
                    <a:pt x="539" y="247"/>
                    <a:pt x="539" y="247"/>
                  </a:cubicBezTo>
                  <a:cubicBezTo>
                    <a:pt x="542" y="245"/>
                    <a:pt x="544" y="241"/>
                    <a:pt x="543" y="236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14" name="Freeform 179"/>
            <p:cNvSpPr>
              <a:spLocks noEditPoints="1"/>
            </p:cNvSpPr>
            <p:nvPr/>
          </p:nvSpPr>
          <p:spPr bwMode="auto">
            <a:xfrm>
              <a:off x="6429376" y="3040063"/>
              <a:ext cx="227013" cy="311150"/>
            </a:xfrm>
            <a:custGeom>
              <a:avLst/>
              <a:gdLst>
                <a:gd name="T0" fmla="*/ 107 w 228"/>
                <a:gd name="T1" fmla="*/ 311 h 313"/>
                <a:gd name="T2" fmla="*/ 114 w 228"/>
                <a:gd name="T3" fmla="*/ 313 h 313"/>
                <a:gd name="T4" fmla="*/ 120 w 228"/>
                <a:gd name="T5" fmla="*/ 311 h 313"/>
                <a:gd name="T6" fmla="*/ 228 w 228"/>
                <a:gd name="T7" fmla="*/ 114 h 313"/>
                <a:gd name="T8" fmla="*/ 114 w 228"/>
                <a:gd name="T9" fmla="*/ 0 h 313"/>
                <a:gd name="T10" fmla="*/ 0 w 228"/>
                <a:gd name="T11" fmla="*/ 114 h 313"/>
                <a:gd name="T12" fmla="*/ 107 w 228"/>
                <a:gd name="T13" fmla="*/ 311 h 313"/>
                <a:gd name="T14" fmla="*/ 114 w 228"/>
                <a:gd name="T15" fmla="*/ 18 h 313"/>
                <a:gd name="T16" fmla="*/ 209 w 228"/>
                <a:gd name="T17" fmla="*/ 114 h 313"/>
                <a:gd name="T18" fmla="*/ 114 w 228"/>
                <a:gd name="T19" fmla="*/ 291 h 313"/>
                <a:gd name="T20" fmla="*/ 18 w 228"/>
                <a:gd name="T21" fmla="*/ 114 h 313"/>
                <a:gd name="T22" fmla="*/ 114 w 228"/>
                <a:gd name="T23" fmla="*/ 18 h 3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28" h="313">
                  <a:moveTo>
                    <a:pt x="107" y="311"/>
                  </a:moveTo>
                  <a:cubicBezTo>
                    <a:pt x="109" y="312"/>
                    <a:pt x="112" y="313"/>
                    <a:pt x="114" y="313"/>
                  </a:cubicBezTo>
                  <a:cubicBezTo>
                    <a:pt x="116" y="313"/>
                    <a:pt x="118" y="312"/>
                    <a:pt x="120" y="311"/>
                  </a:cubicBezTo>
                  <a:cubicBezTo>
                    <a:pt x="125" y="307"/>
                    <a:pt x="228" y="212"/>
                    <a:pt x="228" y="114"/>
                  </a:cubicBezTo>
                  <a:cubicBezTo>
                    <a:pt x="228" y="50"/>
                    <a:pt x="178" y="0"/>
                    <a:pt x="114" y="0"/>
                  </a:cubicBezTo>
                  <a:cubicBezTo>
                    <a:pt x="50" y="0"/>
                    <a:pt x="0" y="50"/>
                    <a:pt x="0" y="114"/>
                  </a:cubicBezTo>
                  <a:cubicBezTo>
                    <a:pt x="0" y="210"/>
                    <a:pt x="103" y="307"/>
                    <a:pt x="107" y="311"/>
                  </a:cubicBezTo>
                  <a:close/>
                  <a:moveTo>
                    <a:pt x="114" y="18"/>
                  </a:moveTo>
                  <a:cubicBezTo>
                    <a:pt x="168" y="18"/>
                    <a:pt x="209" y="59"/>
                    <a:pt x="209" y="114"/>
                  </a:cubicBezTo>
                  <a:cubicBezTo>
                    <a:pt x="209" y="190"/>
                    <a:pt x="136" y="269"/>
                    <a:pt x="114" y="291"/>
                  </a:cubicBezTo>
                  <a:cubicBezTo>
                    <a:pt x="92" y="268"/>
                    <a:pt x="18" y="189"/>
                    <a:pt x="18" y="114"/>
                  </a:cubicBezTo>
                  <a:cubicBezTo>
                    <a:pt x="18" y="59"/>
                    <a:pt x="59" y="18"/>
                    <a:pt x="114" y="1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15" name="Freeform 180"/>
            <p:cNvSpPr>
              <a:spLocks noEditPoints="1"/>
            </p:cNvSpPr>
            <p:nvPr/>
          </p:nvSpPr>
          <p:spPr bwMode="auto">
            <a:xfrm>
              <a:off x="6480176" y="3090863"/>
              <a:ext cx="123825" cy="123825"/>
            </a:xfrm>
            <a:custGeom>
              <a:avLst/>
              <a:gdLst>
                <a:gd name="T0" fmla="*/ 124 w 124"/>
                <a:gd name="T1" fmla="*/ 62 h 124"/>
                <a:gd name="T2" fmla="*/ 62 w 124"/>
                <a:gd name="T3" fmla="*/ 0 h 124"/>
                <a:gd name="T4" fmla="*/ 0 w 124"/>
                <a:gd name="T5" fmla="*/ 62 h 124"/>
                <a:gd name="T6" fmla="*/ 62 w 124"/>
                <a:gd name="T7" fmla="*/ 124 h 124"/>
                <a:gd name="T8" fmla="*/ 124 w 124"/>
                <a:gd name="T9" fmla="*/ 62 h 124"/>
                <a:gd name="T10" fmla="*/ 62 w 124"/>
                <a:gd name="T11" fmla="*/ 105 h 124"/>
                <a:gd name="T12" fmla="*/ 19 w 124"/>
                <a:gd name="T13" fmla="*/ 62 h 124"/>
                <a:gd name="T14" fmla="*/ 62 w 124"/>
                <a:gd name="T15" fmla="*/ 19 h 124"/>
                <a:gd name="T16" fmla="*/ 105 w 124"/>
                <a:gd name="T17" fmla="*/ 62 h 124"/>
                <a:gd name="T18" fmla="*/ 62 w 124"/>
                <a:gd name="T19" fmla="*/ 105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4" h="124">
                  <a:moveTo>
                    <a:pt x="124" y="62"/>
                  </a:moveTo>
                  <a:cubicBezTo>
                    <a:pt x="124" y="28"/>
                    <a:pt x="96" y="0"/>
                    <a:pt x="62" y="0"/>
                  </a:cubicBezTo>
                  <a:cubicBezTo>
                    <a:pt x="28" y="0"/>
                    <a:pt x="0" y="28"/>
                    <a:pt x="0" y="62"/>
                  </a:cubicBezTo>
                  <a:cubicBezTo>
                    <a:pt x="0" y="96"/>
                    <a:pt x="28" y="124"/>
                    <a:pt x="62" y="124"/>
                  </a:cubicBezTo>
                  <a:cubicBezTo>
                    <a:pt x="96" y="124"/>
                    <a:pt x="124" y="96"/>
                    <a:pt x="124" y="62"/>
                  </a:cubicBezTo>
                  <a:close/>
                  <a:moveTo>
                    <a:pt x="62" y="105"/>
                  </a:moveTo>
                  <a:cubicBezTo>
                    <a:pt x="38" y="105"/>
                    <a:pt x="19" y="86"/>
                    <a:pt x="19" y="62"/>
                  </a:cubicBezTo>
                  <a:cubicBezTo>
                    <a:pt x="19" y="38"/>
                    <a:pt x="38" y="19"/>
                    <a:pt x="62" y="19"/>
                  </a:cubicBezTo>
                  <a:cubicBezTo>
                    <a:pt x="86" y="19"/>
                    <a:pt x="105" y="38"/>
                    <a:pt x="105" y="62"/>
                  </a:cubicBezTo>
                  <a:cubicBezTo>
                    <a:pt x="105" y="86"/>
                    <a:pt x="86" y="105"/>
                    <a:pt x="62" y="105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57" name="Group 256"/>
          <p:cNvGrpSpPr/>
          <p:nvPr/>
        </p:nvGrpSpPr>
        <p:grpSpPr>
          <a:xfrm>
            <a:off x="10517719" y="4051302"/>
            <a:ext cx="738717" cy="565151"/>
            <a:chOff x="7888289" y="3038476"/>
            <a:chExt cx="554038" cy="423863"/>
          </a:xfrm>
          <a:solidFill>
            <a:schemeClr val="tx2"/>
          </a:solidFill>
        </p:grpSpPr>
        <p:sp>
          <p:nvSpPr>
            <p:cNvPr id="216" name="Freeform 181"/>
            <p:cNvSpPr>
              <a:spLocks noEditPoints="1"/>
            </p:cNvSpPr>
            <p:nvPr/>
          </p:nvSpPr>
          <p:spPr bwMode="auto">
            <a:xfrm>
              <a:off x="7915276" y="3222626"/>
              <a:ext cx="501650" cy="239713"/>
            </a:xfrm>
            <a:custGeom>
              <a:avLst/>
              <a:gdLst>
                <a:gd name="T0" fmla="*/ 494 w 504"/>
                <a:gd name="T1" fmla="*/ 0 h 241"/>
                <a:gd name="T2" fmla="*/ 10 w 504"/>
                <a:gd name="T3" fmla="*/ 0 h 241"/>
                <a:gd name="T4" fmla="*/ 2 w 504"/>
                <a:gd name="T5" fmla="*/ 4 h 241"/>
                <a:gd name="T6" fmla="*/ 1 w 504"/>
                <a:gd name="T7" fmla="*/ 12 h 241"/>
                <a:gd name="T8" fmla="*/ 53 w 504"/>
                <a:gd name="T9" fmla="*/ 221 h 241"/>
                <a:gd name="T10" fmla="*/ 53 w 504"/>
                <a:gd name="T11" fmla="*/ 222 h 241"/>
                <a:gd name="T12" fmla="*/ 75 w 504"/>
                <a:gd name="T13" fmla="*/ 241 h 241"/>
                <a:gd name="T14" fmla="*/ 429 w 504"/>
                <a:gd name="T15" fmla="*/ 241 h 241"/>
                <a:gd name="T16" fmla="*/ 451 w 504"/>
                <a:gd name="T17" fmla="*/ 222 h 241"/>
                <a:gd name="T18" fmla="*/ 451 w 504"/>
                <a:gd name="T19" fmla="*/ 221 h 241"/>
                <a:gd name="T20" fmla="*/ 504 w 504"/>
                <a:gd name="T21" fmla="*/ 12 h 241"/>
                <a:gd name="T22" fmla="*/ 502 w 504"/>
                <a:gd name="T23" fmla="*/ 4 h 241"/>
                <a:gd name="T24" fmla="*/ 494 w 504"/>
                <a:gd name="T25" fmla="*/ 0 h 241"/>
                <a:gd name="T26" fmla="*/ 433 w 504"/>
                <a:gd name="T27" fmla="*/ 217 h 241"/>
                <a:gd name="T28" fmla="*/ 429 w 504"/>
                <a:gd name="T29" fmla="*/ 223 h 241"/>
                <a:gd name="T30" fmla="*/ 75 w 504"/>
                <a:gd name="T31" fmla="*/ 223 h 241"/>
                <a:gd name="T32" fmla="*/ 71 w 504"/>
                <a:gd name="T33" fmla="*/ 217 h 241"/>
                <a:gd name="T34" fmla="*/ 22 w 504"/>
                <a:gd name="T35" fmla="*/ 19 h 241"/>
                <a:gd name="T36" fmla="*/ 482 w 504"/>
                <a:gd name="T37" fmla="*/ 19 h 241"/>
                <a:gd name="T38" fmla="*/ 433 w 504"/>
                <a:gd name="T39" fmla="*/ 217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04" h="241">
                  <a:moveTo>
                    <a:pt x="494" y="0"/>
                  </a:moveTo>
                  <a:cubicBezTo>
                    <a:pt x="10" y="0"/>
                    <a:pt x="10" y="0"/>
                    <a:pt x="10" y="0"/>
                  </a:cubicBezTo>
                  <a:cubicBezTo>
                    <a:pt x="7" y="0"/>
                    <a:pt x="4" y="1"/>
                    <a:pt x="2" y="4"/>
                  </a:cubicBezTo>
                  <a:cubicBezTo>
                    <a:pt x="1" y="6"/>
                    <a:pt x="0" y="9"/>
                    <a:pt x="1" y="12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3" y="221"/>
                    <a:pt x="53" y="221"/>
                    <a:pt x="53" y="222"/>
                  </a:cubicBezTo>
                  <a:cubicBezTo>
                    <a:pt x="57" y="235"/>
                    <a:pt x="64" y="241"/>
                    <a:pt x="75" y="241"/>
                  </a:cubicBezTo>
                  <a:cubicBezTo>
                    <a:pt x="429" y="241"/>
                    <a:pt x="429" y="241"/>
                    <a:pt x="429" y="241"/>
                  </a:cubicBezTo>
                  <a:cubicBezTo>
                    <a:pt x="440" y="241"/>
                    <a:pt x="447" y="235"/>
                    <a:pt x="451" y="222"/>
                  </a:cubicBezTo>
                  <a:cubicBezTo>
                    <a:pt x="451" y="221"/>
                    <a:pt x="451" y="221"/>
                    <a:pt x="451" y="221"/>
                  </a:cubicBezTo>
                  <a:cubicBezTo>
                    <a:pt x="504" y="12"/>
                    <a:pt x="504" y="12"/>
                    <a:pt x="504" y="12"/>
                  </a:cubicBezTo>
                  <a:cubicBezTo>
                    <a:pt x="504" y="9"/>
                    <a:pt x="504" y="6"/>
                    <a:pt x="502" y="4"/>
                  </a:cubicBezTo>
                  <a:cubicBezTo>
                    <a:pt x="500" y="1"/>
                    <a:pt x="497" y="0"/>
                    <a:pt x="494" y="0"/>
                  </a:cubicBezTo>
                  <a:close/>
                  <a:moveTo>
                    <a:pt x="433" y="217"/>
                  </a:moveTo>
                  <a:cubicBezTo>
                    <a:pt x="431" y="223"/>
                    <a:pt x="430" y="223"/>
                    <a:pt x="429" y="223"/>
                  </a:cubicBezTo>
                  <a:cubicBezTo>
                    <a:pt x="75" y="223"/>
                    <a:pt x="75" y="223"/>
                    <a:pt x="75" y="223"/>
                  </a:cubicBezTo>
                  <a:cubicBezTo>
                    <a:pt x="74" y="223"/>
                    <a:pt x="73" y="223"/>
                    <a:pt x="71" y="217"/>
                  </a:cubicBezTo>
                  <a:cubicBezTo>
                    <a:pt x="22" y="19"/>
                    <a:pt x="22" y="19"/>
                    <a:pt x="22" y="19"/>
                  </a:cubicBezTo>
                  <a:cubicBezTo>
                    <a:pt x="482" y="19"/>
                    <a:pt x="482" y="19"/>
                    <a:pt x="482" y="19"/>
                  </a:cubicBezTo>
                  <a:lnTo>
                    <a:pt x="433" y="217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17" name="Freeform 182"/>
            <p:cNvSpPr>
              <a:spLocks/>
            </p:cNvSpPr>
            <p:nvPr/>
          </p:nvSpPr>
          <p:spPr bwMode="auto">
            <a:xfrm>
              <a:off x="8123239" y="3273426"/>
              <a:ext cx="19050" cy="136525"/>
            </a:xfrm>
            <a:custGeom>
              <a:avLst/>
              <a:gdLst>
                <a:gd name="T0" fmla="*/ 9 w 19"/>
                <a:gd name="T1" fmla="*/ 137 h 137"/>
                <a:gd name="T2" fmla="*/ 19 w 19"/>
                <a:gd name="T3" fmla="*/ 128 h 137"/>
                <a:gd name="T4" fmla="*/ 19 w 19"/>
                <a:gd name="T5" fmla="*/ 10 h 137"/>
                <a:gd name="T6" fmla="*/ 9 w 19"/>
                <a:gd name="T7" fmla="*/ 0 h 137"/>
                <a:gd name="T8" fmla="*/ 0 w 19"/>
                <a:gd name="T9" fmla="*/ 10 h 137"/>
                <a:gd name="T10" fmla="*/ 0 w 19"/>
                <a:gd name="T11" fmla="*/ 128 h 137"/>
                <a:gd name="T12" fmla="*/ 9 w 19"/>
                <a:gd name="T13" fmla="*/ 137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" h="137">
                  <a:moveTo>
                    <a:pt x="9" y="137"/>
                  </a:moveTo>
                  <a:cubicBezTo>
                    <a:pt x="14" y="137"/>
                    <a:pt x="19" y="133"/>
                    <a:pt x="19" y="128"/>
                  </a:cubicBezTo>
                  <a:cubicBezTo>
                    <a:pt x="19" y="10"/>
                    <a:pt x="19" y="10"/>
                    <a:pt x="19" y="10"/>
                  </a:cubicBezTo>
                  <a:cubicBezTo>
                    <a:pt x="19" y="5"/>
                    <a:pt x="14" y="0"/>
                    <a:pt x="9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128"/>
                    <a:pt x="0" y="128"/>
                    <a:pt x="0" y="128"/>
                  </a:cubicBezTo>
                  <a:cubicBezTo>
                    <a:pt x="0" y="133"/>
                    <a:pt x="4" y="137"/>
                    <a:pt x="9" y="137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18" name="Freeform 183"/>
            <p:cNvSpPr>
              <a:spLocks/>
            </p:cNvSpPr>
            <p:nvPr/>
          </p:nvSpPr>
          <p:spPr bwMode="auto">
            <a:xfrm>
              <a:off x="8020051" y="3273426"/>
              <a:ext cx="31750" cy="136525"/>
            </a:xfrm>
            <a:custGeom>
              <a:avLst/>
              <a:gdLst>
                <a:gd name="T0" fmla="*/ 13 w 32"/>
                <a:gd name="T1" fmla="*/ 129 h 137"/>
                <a:gd name="T2" fmla="*/ 23 w 32"/>
                <a:gd name="T3" fmla="*/ 137 h 137"/>
                <a:gd name="T4" fmla="*/ 24 w 32"/>
                <a:gd name="T5" fmla="*/ 137 h 137"/>
                <a:gd name="T6" fmla="*/ 32 w 32"/>
                <a:gd name="T7" fmla="*/ 127 h 137"/>
                <a:gd name="T8" fmla="*/ 19 w 32"/>
                <a:gd name="T9" fmla="*/ 9 h 137"/>
                <a:gd name="T10" fmla="*/ 8 w 32"/>
                <a:gd name="T11" fmla="*/ 0 h 137"/>
                <a:gd name="T12" fmla="*/ 0 w 32"/>
                <a:gd name="T13" fmla="*/ 11 h 137"/>
                <a:gd name="T14" fmla="*/ 13 w 32"/>
                <a:gd name="T15" fmla="*/ 129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2" h="137">
                  <a:moveTo>
                    <a:pt x="13" y="129"/>
                  </a:moveTo>
                  <a:cubicBezTo>
                    <a:pt x="14" y="134"/>
                    <a:pt x="18" y="137"/>
                    <a:pt x="23" y="137"/>
                  </a:cubicBezTo>
                  <a:cubicBezTo>
                    <a:pt x="23" y="137"/>
                    <a:pt x="23" y="137"/>
                    <a:pt x="24" y="137"/>
                  </a:cubicBezTo>
                  <a:cubicBezTo>
                    <a:pt x="29" y="136"/>
                    <a:pt x="32" y="132"/>
                    <a:pt x="32" y="127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18" y="4"/>
                    <a:pt x="14" y="0"/>
                    <a:pt x="8" y="0"/>
                  </a:cubicBezTo>
                  <a:cubicBezTo>
                    <a:pt x="3" y="1"/>
                    <a:pt x="0" y="6"/>
                    <a:pt x="0" y="11"/>
                  </a:cubicBezTo>
                  <a:lnTo>
                    <a:pt x="13" y="129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19" name="Freeform 184"/>
            <p:cNvSpPr>
              <a:spLocks/>
            </p:cNvSpPr>
            <p:nvPr/>
          </p:nvSpPr>
          <p:spPr bwMode="auto">
            <a:xfrm>
              <a:off x="8202614" y="3273426"/>
              <a:ext cx="17463" cy="136525"/>
            </a:xfrm>
            <a:custGeom>
              <a:avLst/>
              <a:gdLst>
                <a:gd name="T0" fmla="*/ 9 w 18"/>
                <a:gd name="T1" fmla="*/ 137 h 137"/>
                <a:gd name="T2" fmla="*/ 18 w 18"/>
                <a:gd name="T3" fmla="*/ 128 h 137"/>
                <a:gd name="T4" fmla="*/ 18 w 18"/>
                <a:gd name="T5" fmla="*/ 10 h 137"/>
                <a:gd name="T6" fmla="*/ 9 w 18"/>
                <a:gd name="T7" fmla="*/ 0 h 137"/>
                <a:gd name="T8" fmla="*/ 0 w 18"/>
                <a:gd name="T9" fmla="*/ 10 h 137"/>
                <a:gd name="T10" fmla="*/ 0 w 18"/>
                <a:gd name="T11" fmla="*/ 128 h 137"/>
                <a:gd name="T12" fmla="*/ 9 w 18"/>
                <a:gd name="T13" fmla="*/ 137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137">
                  <a:moveTo>
                    <a:pt x="9" y="137"/>
                  </a:moveTo>
                  <a:cubicBezTo>
                    <a:pt x="14" y="137"/>
                    <a:pt x="18" y="133"/>
                    <a:pt x="18" y="128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18" y="5"/>
                    <a:pt x="14" y="0"/>
                    <a:pt x="9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128"/>
                    <a:pt x="0" y="128"/>
                    <a:pt x="0" y="128"/>
                  </a:cubicBezTo>
                  <a:cubicBezTo>
                    <a:pt x="0" y="133"/>
                    <a:pt x="4" y="137"/>
                    <a:pt x="9" y="137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0" name="Freeform 185"/>
            <p:cNvSpPr>
              <a:spLocks/>
            </p:cNvSpPr>
            <p:nvPr/>
          </p:nvSpPr>
          <p:spPr bwMode="auto">
            <a:xfrm>
              <a:off x="8280401" y="3273426"/>
              <a:ext cx="31750" cy="136525"/>
            </a:xfrm>
            <a:custGeom>
              <a:avLst/>
              <a:gdLst>
                <a:gd name="T0" fmla="*/ 8 w 32"/>
                <a:gd name="T1" fmla="*/ 137 h 137"/>
                <a:gd name="T2" fmla="*/ 10 w 32"/>
                <a:gd name="T3" fmla="*/ 137 h 137"/>
                <a:gd name="T4" fmla="*/ 19 w 32"/>
                <a:gd name="T5" fmla="*/ 129 h 137"/>
                <a:gd name="T6" fmla="*/ 32 w 32"/>
                <a:gd name="T7" fmla="*/ 11 h 137"/>
                <a:gd name="T8" fmla="*/ 24 w 32"/>
                <a:gd name="T9" fmla="*/ 0 h 137"/>
                <a:gd name="T10" fmla="*/ 13 w 32"/>
                <a:gd name="T11" fmla="*/ 9 h 137"/>
                <a:gd name="T12" fmla="*/ 0 w 32"/>
                <a:gd name="T13" fmla="*/ 127 h 137"/>
                <a:gd name="T14" fmla="*/ 8 w 32"/>
                <a:gd name="T15" fmla="*/ 137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2" h="137">
                  <a:moveTo>
                    <a:pt x="8" y="137"/>
                  </a:moveTo>
                  <a:cubicBezTo>
                    <a:pt x="9" y="137"/>
                    <a:pt x="9" y="137"/>
                    <a:pt x="10" y="137"/>
                  </a:cubicBezTo>
                  <a:cubicBezTo>
                    <a:pt x="14" y="137"/>
                    <a:pt x="18" y="134"/>
                    <a:pt x="19" y="129"/>
                  </a:cubicBezTo>
                  <a:cubicBezTo>
                    <a:pt x="32" y="11"/>
                    <a:pt x="32" y="11"/>
                    <a:pt x="32" y="11"/>
                  </a:cubicBezTo>
                  <a:cubicBezTo>
                    <a:pt x="32" y="6"/>
                    <a:pt x="29" y="1"/>
                    <a:pt x="24" y="0"/>
                  </a:cubicBezTo>
                  <a:cubicBezTo>
                    <a:pt x="19" y="0"/>
                    <a:pt x="14" y="4"/>
                    <a:pt x="13" y="9"/>
                  </a:cubicBezTo>
                  <a:cubicBezTo>
                    <a:pt x="0" y="127"/>
                    <a:pt x="0" y="127"/>
                    <a:pt x="0" y="127"/>
                  </a:cubicBezTo>
                  <a:cubicBezTo>
                    <a:pt x="0" y="132"/>
                    <a:pt x="3" y="136"/>
                    <a:pt x="8" y="137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1" name="Freeform 186"/>
            <p:cNvSpPr>
              <a:spLocks/>
            </p:cNvSpPr>
            <p:nvPr/>
          </p:nvSpPr>
          <p:spPr bwMode="auto">
            <a:xfrm>
              <a:off x="8207376" y="3038476"/>
              <a:ext cx="144463" cy="161925"/>
            </a:xfrm>
            <a:custGeom>
              <a:avLst/>
              <a:gdLst>
                <a:gd name="T0" fmla="*/ 128 w 145"/>
                <a:gd name="T1" fmla="*/ 161 h 164"/>
                <a:gd name="T2" fmla="*/ 135 w 145"/>
                <a:gd name="T3" fmla="*/ 164 h 164"/>
                <a:gd name="T4" fmla="*/ 141 w 145"/>
                <a:gd name="T5" fmla="*/ 162 h 164"/>
                <a:gd name="T6" fmla="*/ 142 w 145"/>
                <a:gd name="T7" fmla="*/ 149 h 164"/>
                <a:gd name="T8" fmla="*/ 18 w 145"/>
                <a:gd name="T9" fmla="*/ 5 h 164"/>
                <a:gd name="T10" fmla="*/ 4 w 145"/>
                <a:gd name="T11" fmla="*/ 4 h 164"/>
                <a:gd name="T12" fmla="*/ 3 w 145"/>
                <a:gd name="T13" fmla="*/ 17 h 164"/>
                <a:gd name="T14" fmla="*/ 128 w 145"/>
                <a:gd name="T15" fmla="*/ 161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5" h="164">
                  <a:moveTo>
                    <a:pt x="128" y="161"/>
                  </a:moveTo>
                  <a:cubicBezTo>
                    <a:pt x="130" y="163"/>
                    <a:pt x="132" y="164"/>
                    <a:pt x="135" y="164"/>
                  </a:cubicBezTo>
                  <a:cubicBezTo>
                    <a:pt x="137" y="164"/>
                    <a:pt x="139" y="164"/>
                    <a:pt x="141" y="162"/>
                  </a:cubicBezTo>
                  <a:cubicBezTo>
                    <a:pt x="145" y="159"/>
                    <a:pt x="145" y="153"/>
                    <a:pt x="142" y="149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4" y="1"/>
                    <a:pt x="8" y="0"/>
                    <a:pt x="4" y="4"/>
                  </a:cubicBezTo>
                  <a:cubicBezTo>
                    <a:pt x="0" y="7"/>
                    <a:pt x="0" y="13"/>
                    <a:pt x="3" y="17"/>
                  </a:cubicBezTo>
                  <a:lnTo>
                    <a:pt x="128" y="16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2" name="Freeform 187"/>
            <p:cNvSpPr>
              <a:spLocks/>
            </p:cNvSpPr>
            <p:nvPr/>
          </p:nvSpPr>
          <p:spPr bwMode="auto">
            <a:xfrm>
              <a:off x="7993064" y="3038476"/>
              <a:ext cx="138113" cy="161925"/>
            </a:xfrm>
            <a:custGeom>
              <a:avLst/>
              <a:gdLst>
                <a:gd name="T0" fmla="*/ 10 w 139"/>
                <a:gd name="T1" fmla="*/ 164 h 164"/>
                <a:gd name="T2" fmla="*/ 18 w 139"/>
                <a:gd name="T3" fmla="*/ 161 h 164"/>
                <a:gd name="T4" fmla="*/ 135 w 139"/>
                <a:gd name="T5" fmla="*/ 17 h 164"/>
                <a:gd name="T6" fmla="*/ 134 w 139"/>
                <a:gd name="T7" fmla="*/ 4 h 164"/>
                <a:gd name="T8" fmla="*/ 121 w 139"/>
                <a:gd name="T9" fmla="*/ 5 h 164"/>
                <a:gd name="T10" fmla="*/ 3 w 139"/>
                <a:gd name="T11" fmla="*/ 149 h 164"/>
                <a:gd name="T12" fmla="*/ 4 w 139"/>
                <a:gd name="T13" fmla="*/ 162 h 164"/>
                <a:gd name="T14" fmla="*/ 10 w 139"/>
                <a:gd name="T15" fmla="*/ 164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9" h="164">
                  <a:moveTo>
                    <a:pt x="10" y="164"/>
                  </a:moveTo>
                  <a:cubicBezTo>
                    <a:pt x="13" y="164"/>
                    <a:pt x="16" y="163"/>
                    <a:pt x="18" y="161"/>
                  </a:cubicBezTo>
                  <a:cubicBezTo>
                    <a:pt x="135" y="17"/>
                    <a:pt x="135" y="17"/>
                    <a:pt x="135" y="17"/>
                  </a:cubicBezTo>
                  <a:cubicBezTo>
                    <a:pt x="139" y="13"/>
                    <a:pt x="138" y="7"/>
                    <a:pt x="134" y="4"/>
                  </a:cubicBezTo>
                  <a:cubicBezTo>
                    <a:pt x="130" y="0"/>
                    <a:pt x="124" y="1"/>
                    <a:pt x="121" y="5"/>
                  </a:cubicBezTo>
                  <a:cubicBezTo>
                    <a:pt x="3" y="149"/>
                    <a:pt x="3" y="149"/>
                    <a:pt x="3" y="149"/>
                  </a:cubicBezTo>
                  <a:cubicBezTo>
                    <a:pt x="0" y="153"/>
                    <a:pt x="0" y="159"/>
                    <a:pt x="4" y="162"/>
                  </a:cubicBezTo>
                  <a:cubicBezTo>
                    <a:pt x="6" y="164"/>
                    <a:pt x="8" y="164"/>
                    <a:pt x="10" y="164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3" name="Freeform 188"/>
            <p:cNvSpPr>
              <a:spLocks/>
            </p:cNvSpPr>
            <p:nvPr/>
          </p:nvSpPr>
          <p:spPr bwMode="auto">
            <a:xfrm>
              <a:off x="8370889" y="3170238"/>
              <a:ext cx="71438" cy="17463"/>
            </a:xfrm>
            <a:custGeom>
              <a:avLst/>
              <a:gdLst>
                <a:gd name="T0" fmla="*/ 62 w 71"/>
                <a:gd name="T1" fmla="*/ 0 h 18"/>
                <a:gd name="T2" fmla="*/ 9 w 71"/>
                <a:gd name="T3" fmla="*/ 0 h 18"/>
                <a:gd name="T4" fmla="*/ 0 w 71"/>
                <a:gd name="T5" fmla="*/ 9 h 18"/>
                <a:gd name="T6" fmla="*/ 9 w 71"/>
                <a:gd name="T7" fmla="*/ 18 h 18"/>
                <a:gd name="T8" fmla="*/ 62 w 71"/>
                <a:gd name="T9" fmla="*/ 18 h 18"/>
                <a:gd name="T10" fmla="*/ 71 w 71"/>
                <a:gd name="T11" fmla="*/ 9 h 18"/>
                <a:gd name="T12" fmla="*/ 62 w 71"/>
                <a:gd name="T13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1" h="18">
                  <a:moveTo>
                    <a:pt x="62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4"/>
                    <a:pt x="4" y="18"/>
                    <a:pt x="9" y="18"/>
                  </a:cubicBezTo>
                  <a:cubicBezTo>
                    <a:pt x="62" y="18"/>
                    <a:pt x="62" y="18"/>
                    <a:pt x="62" y="18"/>
                  </a:cubicBezTo>
                  <a:cubicBezTo>
                    <a:pt x="67" y="18"/>
                    <a:pt x="71" y="14"/>
                    <a:pt x="71" y="9"/>
                  </a:cubicBezTo>
                  <a:cubicBezTo>
                    <a:pt x="71" y="4"/>
                    <a:pt x="67" y="0"/>
                    <a:pt x="6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4" name="Freeform 189"/>
            <p:cNvSpPr>
              <a:spLocks/>
            </p:cNvSpPr>
            <p:nvPr/>
          </p:nvSpPr>
          <p:spPr bwMode="auto">
            <a:xfrm>
              <a:off x="8058151" y="3170238"/>
              <a:ext cx="228600" cy="17463"/>
            </a:xfrm>
            <a:custGeom>
              <a:avLst/>
              <a:gdLst>
                <a:gd name="T0" fmla="*/ 10 w 229"/>
                <a:gd name="T1" fmla="*/ 0 h 18"/>
                <a:gd name="T2" fmla="*/ 0 w 229"/>
                <a:gd name="T3" fmla="*/ 9 h 18"/>
                <a:gd name="T4" fmla="*/ 10 w 229"/>
                <a:gd name="T5" fmla="*/ 18 h 18"/>
                <a:gd name="T6" fmla="*/ 219 w 229"/>
                <a:gd name="T7" fmla="*/ 18 h 18"/>
                <a:gd name="T8" fmla="*/ 229 w 229"/>
                <a:gd name="T9" fmla="*/ 9 h 18"/>
                <a:gd name="T10" fmla="*/ 219 w 229"/>
                <a:gd name="T11" fmla="*/ 0 h 18"/>
                <a:gd name="T12" fmla="*/ 10 w 229"/>
                <a:gd name="T13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9" h="18">
                  <a:moveTo>
                    <a:pt x="10" y="0"/>
                  </a:moveTo>
                  <a:cubicBezTo>
                    <a:pt x="5" y="0"/>
                    <a:pt x="0" y="4"/>
                    <a:pt x="0" y="9"/>
                  </a:cubicBezTo>
                  <a:cubicBezTo>
                    <a:pt x="0" y="14"/>
                    <a:pt x="5" y="18"/>
                    <a:pt x="10" y="18"/>
                  </a:cubicBezTo>
                  <a:cubicBezTo>
                    <a:pt x="219" y="18"/>
                    <a:pt x="219" y="18"/>
                    <a:pt x="219" y="18"/>
                  </a:cubicBezTo>
                  <a:cubicBezTo>
                    <a:pt x="225" y="18"/>
                    <a:pt x="229" y="14"/>
                    <a:pt x="229" y="9"/>
                  </a:cubicBezTo>
                  <a:cubicBezTo>
                    <a:pt x="229" y="4"/>
                    <a:pt x="225" y="0"/>
                    <a:pt x="219" y="0"/>
                  </a:cubicBezTo>
                  <a:lnTo>
                    <a:pt x="10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5" name="Freeform 190"/>
            <p:cNvSpPr>
              <a:spLocks/>
            </p:cNvSpPr>
            <p:nvPr/>
          </p:nvSpPr>
          <p:spPr bwMode="auto">
            <a:xfrm>
              <a:off x="7888289" y="3170238"/>
              <a:ext cx="84138" cy="17463"/>
            </a:xfrm>
            <a:custGeom>
              <a:avLst/>
              <a:gdLst>
                <a:gd name="T0" fmla="*/ 84 w 84"/>
                <a:gd name="T1" fmla="*/ 9 h 18"/>
                <a:gd name="T2" fmla="*/ 75 w 84"/>
                <a:gd name="T3" fmla="*/ 0 h 18"/>
                <a:gd name="T4" fmla="*/ 9 w 84"/>
                <a:gd name="T5" fmla="*/ 0 h 18"/>
                <a:gd name="T6" fmla="*/ 0 w 84"/>
                <a:gd name="T7" fmla="*/ 9 h 18"/>
                <a:gd name="T8" fmla="*/ 9 w 84"/>
                <a:gd name="T9" fmla="*/ 18 h 18"/>
                <a:gd name="T10" fmla="*/ 75 w 84"/>
                <a:gd name="T11" fmla="*/ 18 h 18"/>
                <a:gd name="T12" fmla="*/ 84 w 84"/>
                <a:gd name="T13" fmla="*/ 9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4" h="18">
                  <a:moveTo>
                    <a:pt x="84" y="9"/>
                  </a:moveTo>
                  <a:cubicBezTo>
                    <a:pt x="84" y="4"/>
                    <a:pt x="80" y="0"/>
                    <a:pt x="75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4"/>
                    <a:pt x="4" y="18"/>
                    <a:pt x="9" y="18"/>
                  </a:cubicBezTo>
                  <a:cubicBezTo>
                    <a:pt x="75" y="18"/>
                    <a:pt x="75" y="18"/>
                    <a:pt x="75" y="18"/>
                  </a:cubicBezTo>
                  <a:cubicBezTo>
                    <a:pt x="80" y="18"/>
                    <a:pt x="84" y="14"/>
                    <a:pt x="84" y="9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90" name="Group 289"/>
          <p:cNvGrpSpPr/>
          <p:nvPr/>
        </p:nvGrpSpPr>
        <p:grpSpPr>
          <a:xfrm>
            <a:off x="8449736" y="3147485"/>
            <a:ext cx="563033" cy="565151"/>
            <a:chOff x="6337301" y="2360613"/>
            <a:chExt cx="422275" cy="423863"/>
          </a:xfrm>
          <a:solidFill>
            <a:schemeClr val="tx2"/>
          </a:solidFill>
        </p:grpSpPr>
        <p:sp>
          <p:nvSpPr>
            <p:cNvPr id="226" name="Freeform 191"/>
            <p:cNvSpPr>
              <a:spLocks/>
            </p:cNvSpPr>
            <p:nvPr/>
          </p:nvSpPr>
          <p:spPr bwMode="auto">
            <a:xfrm>
              <a:off x="6337301" y="2360613"/>
              <a:ext cx="422275" cy="423863"/>
            </a:xfrm>
            <a:custGeom>
              <a:avLst/>
              <a:gdLst>
                <a:gd name="T0" fmla="*/ 402 w 425"/>
                <a:gd name="T1" fmla="*/ 0 h 425"/>
                <a:gd name="T2" fmla="*/ 22 w 425"/>
                <a:gd name="T3" fmla="*/ 0 h 425"/>
                <a:gd name="T4" fmla="*/ 0 w 425"/>
                <a:gd name="T5" fmla="*/ 23 h 425"/>
                <a:gd name="T6" fmla="*/ 0 w 425"/>
                <a:gd name="T7" fmla="*/ 141 h 425"/>
                <a:gd name="T8" fmla="*/ 9 w 425"/>
                <a:gd name="T9" fmla="*/ 150 h 425"/>
                <a:gd name="T10" fmla="*/ 19 w 425"/>
                <a:gd name="T11" fmla="*/ 141 h 425"/>
                <a:gd name="T12" fmla="*/ 19 w 425"/>
                <a:gd name="T13" fmla="*/ 23 h 425"/>
                <a:gd name="T14" fmla="*/ 22 w 425"/>
                <a:gd name="T15" fmla="*/ 19 h 425"/>
                <a:gd name="T16" fmla="*/ 402 w 425"/>
                <a:gd name="T17" fmla="*/ 19 h 425"/>
                <a:gd name="T18" fmla="*/ 406 w 425"/>
                <a:gd name="T19" fmla="*/ 23 h 425"/>
                <a:gd name="T20" fmla="*/ 406 w 425"/>
                <a:gd name="T21" fmla="*/ 403 h 425"/>
                <a:gd name="T22" fmla="*/ 402 w 425"/>
                <a:gd name="T23" fmla="*/ 406 h 425"/>
                <a:gd name="T24" fmla="*/ 284 w 425"/>
                <a:gd name="T25" fmla="*/ 406 h 425"/>
                <a:gd name="T26" fmla="*/ 275 w 425"/>
                <a:gd name="T27" fmla="*/ 416 h 425"/>
                <a:gd name="T28" fmla="*/ 284 w 425"/>
                <a:gd name="T29" fmla="*/ 425 h 425"/>
                <a:gd name="T30" fmla="*/ 402 w 425"/>
                <a:gd name="T31" fmla="*/ 425 h 425"/>
                <a:gd name="T32" fmla="*/ 425 w 425"/>
                <a:gd name="T33" fmla="*/ 403 h 425"/>
                <a:gd name="T34" fmla="*/ 425 w 425"/>
                <a:gd name="T35" fmla="*/ 23 h 425"/>
                <a:gd name="T36" fmla="*/ 402 w 425"/>
                <a:gd name="T37" fmla="*/ 0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25" h="425">
                  <a:moveTo>
                    <a:pt x="402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10" y="0"/>
                    <a:pt x="0" y="10"/>
                    <a:pt x="0" y="23"/>
                  </a:cubicBezTo>
                  <a:cubicBezTo>
                    <a:pt x="0" y="141"/>
                    <a:pt x="0" y="141"/>
                    <a:pt x="0" y="141"/>
                  </a:cubicBezTo>
                  <a:cubicBezTo>
                    <a:pt x="0" y="146"/>
                    <a:pt x="4" y="150"/>
                    <a:pt x="9" y="150"/>
                  </a:cubicBezTo>
                  <a:cubicBezTo>
                    <a:pt x="14" y="150"/>
                    <a:pt x="19" y="146"/>
                    <a:pt x="19" y="141"/>
                  </a:cubicBezTo>
                  <a:cubicBezTo>
                    <a:pt x="19" y="23"/>
                    <a:pt x="19" y="23"/>
                    <a:pt x="19" y="23"/>
                  </a:cubicBezTo>
                  <a:cubicBezTo>
                    <a:pt x="19" y="21"/>
                    <a:pt x="20" y="19"/>
                    <a:pt x="22" y="19"/>
                  </a:cubicBezTo>
                  <a:cubicBezTo>
                    <a:pt x="402" y="19"/>
                    <a:pt x="402" y="19"/>
                    <a:pt x="402" y="19"/>
                  </a:cubicBezTo>
                  <a:cubicBezTo>
                    <a:pt x="404" y="19"/>
                    <a:pt x="406" y="21"/>
                    <a:pt x="406" y="23"/>
                  </a:cubicBezTo>
                  <a:cubicBezTo>
                    <a:pt x="406" y="403"/>
                    <a:pt x="406" y="403"/>
                    <a:pt x="406" y="403"/>
                  </a:cubicBezTo>
                  <a:cubicBezTo>
                    <a:pt x="406" y="405"/>
                    <a:pt x="404" y="406"/>
                    <a:pt x="402" y="406"/>
                  </a:cubicBezTo>
                  <a:cubicBezTo>
                    <a:pt x="284" y="406"/>
                    <a:pt x="284" y="406"/>
                    <a:pt x="284" y="406"/>
                  </a:cubicBezTo>
                  <a:cubicBezTo>
                    <a:pt x="279" y="406"/>
                    <a:pt x="275" y="411"/>
                    <a:pt x="275" y="416"/>
                  </a:cubicBezTo>
                  <a:cubicBezTo>
                    <a:pt x="275" y="421"/>
                    <a:pt x="279" y="425"/>
                    <a:pt x="284" y="425"/>
                  </a:cubicBezTo>
                  <a:cubicBezTo>
                    <a:pt x="402" y="425"/>
                    <a:pt x="402" y="425"/>
                    <a:pt x="402" y="425"/>
                  </a:cubicBezTo>
                  <a:cubicBezTo>
                    <a:pt x="415" y="425"/>
                    <a:pt x="425" y="415"/>
                    <a:pt x="425" y="403"/>
                  </a:cubicBezTo>
                  <a:cubicBezTo>
                    <a:pt x="425" y="23"/>
                    <a:pt x="425" y="23"/>
                    <a:pt x="425" y="23"/>
                  </a:cubicBezTo>
                  <a:cubicBezTo>
                    <a:pt x="425" y="10"/>
                    <a:pt x="415" y="0"/>
                    <a:pt x="40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7" name="Freeform 192"/>
            <p:cNvSpPr>
              <a:spLocks noEditPoints="1"/>
            </p:cNvSpPr>
            <p:nvPr/>
          </p:nvSpPr>
          <p:spPr bwMode="auto">
            <a:xfrm>
              <a:off x="6337301" y="2425701"/>
              <a:ext cx="357188" cy="358775"/>
            </a:xfrm>
            <a:custGeom>
              <a:avLst/>
              <a:gdLst>
                <a:gd name="T0" fmla="*/ 341 w 359"/>
                <a:gd name="T1" fmla="*/ 32 h 359"/>
                <a:gd name="T2" fmla="*/ 341 w 359"/>
                <a:gd name="T3" fmla="*/ 114 h 359"/>
                <a:gd name="T4" fmla="*/ 350 w 359"/>
                <a:gd name="T5" fmla="*/ 123 h 359"/>
                <a:gd name="T6" fmla="*/ 359 w 359"/>
                <a:gd name="T7" fmla="*/ 114 h 359"/>
                <a:gd name="T8" fmla="*/ 359 w 359"/>
                <a:gd name="T9" fmla="*/ 9 h 359"/>
                <a:gd name="T10" fmla="*/ 350 w 359"/>
                <a:gd name="T11" fmla="*/ 0 h 359"/>
                <a:gd name="T12" fmla="*/ 245 w 359"/>
                <a:gd name="T13" fmla="*/ 0 h 359"/>
                <a:gd name="T14" fmla="*/ 236 w 359"/>
                <a:gd name="T15" fmla="*/ 9 h 359"/>
                <a:gd name="T16" fmla="*/ 245 w 359"/>
                <a:gd name="T17" fmla="*/ 19 h 359"/>
                <a:gd name="T18" fmla="*/ 327 w 359"/>
                <a:gd name="T19" fmla="*/ 19 h 359"/>
                <a:gd name="T20" fmla="*/ 241 w 359"/>
                <a:gd name="T21" fmla="*/ 105 h 359"/>
                <a:gd name="T22" fmla="*/ 22 w 359"/>
                <a:gd name="T23" fmla="*/ 105 h 359"/>
                <a:gd name="T24" fmla="*/ 0 w 359"/>
                <a:gd name="T25" fmla="*/ 127 h 359"/>
                <a:gd name="T26" fmla="*/ 0 w 359"/>
                <a:gd name="T27" fmla="*/ 337 h 359"/>
                <a:gd name="T28" fmla="*/ 22 w 359"/>
                <a:gd name="T29" fmla="*/ 359 h 359"/>
                <a:gd name="T30" fmla="*/ 232 w 359"/>
                <a:gd name="T31" fmla="*/ 359 h 359"/>
                <a:gd name="T32" fmla="*/ 254 w 359"/>
                <a:gd name="T33" fmla="*/ 337 h 359"/>
                <a:gd name="T34" fmla="*/ 254 w 359"/>
                <a:gd name="T35" fmla="*/ 118 h 359"/>
                <a:gd name="T36" fmla="*/ 341 w 359"/>
                <a:gd name="T37" fmla="*/ 32 h 359"/>
                <a:gd name="T38" fmla="*/ 236 w 359"/>
                <a:gd name="T39" fmla="*/ 337 h 359"/>
                <a:gd name="T40" fmla="*/ 232 w 359"/>
                <a:gd name="T41" fmla="*/ 340 h 359"/>
                <a:gd name="T42" fmla="*/ 22 w 359"/>
                <a:gd name="T43" fmla="*/ 340 h 359"/>
                <a:gd name="T44" fmla="*/ 19 w 359"/>
                <a:gd name="T45" fmla="*/ 337 h 359"/>
                <a:gd name="T46" fmla="*/ 19 w 359"/>
                <a:gd name="T47" fmla="*/ 127 h 359"/>
                <a:gd name="T48" fmla="*/ 22 w 359"/>
                <a:gd name="T49" fmla="*/ 123 h 359"/>
                <a:gd name="T50" fmla="*/ 236 w 359"/>
                <a:gd name="T51" fmla="*/ 123 h 359"/>
                <a:gd name="T52" fmla="*/ 236 w 359"/>
                <a:gd name="T53" fmla="*/ 337 h 3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59" h="359">
                  <a:moveTo>
                    <a:pt x="341" y="32"/>
                  </a:moveTo>
                  <a:cubicBezTo>
                    <a:pt x="341" y="114"/>
                    <a:pt x="341" y="114"/>
                    <a:pt x="341" y="114"/>
                  </a:cubicBezTo>
                  <a:cubicBezTo>
                    <a:pt x="341" y="119"/>
                    <a:pt x="345" y="123"/>
                    <a:pt x="350" y="123"/>
                  </a:cubicBezTo>
                  <a:cubicBezTo>
                    <a:pt x="355" y="123"/>
                    <a:pt x="359" y="119"/>
                    <a:pt x="359" y="114"/>
                  </a:cubicBezTo>
                  <a:cubicBezTo>
                    <a:pt x="359" y="9"/>
                    <a:pt x="359" y="9"/>
                    <a:pt x="359" y="9"/>
                  </a:cubicBezTo>
                  <a:cubicBezTo>
                    <a:pt x="359" y="4"/>
                    <a:pt x="355" y="0"/>
                    <a:pt x="350" y="0"/>
                  </a:cubicBezTo>
                  <a:cubicBezTo>
                    <a:pt x="245" y="0"/>
                    <a:pt x="245" y="0"/>
                    <a:pt x="245" y="0"/>
                  </a:cubicBezTo>
                  <a:cubicBezTo>
                    <a:pt x="240" y="0"/>
                    <a:pt x="236" y="4"/>
                    <a:pt x="236" y="9"/>
                  </a:cubicBezTo>
                  <a:cubicBezTo>
                    <a:pt x="236" y="14"/>
                    <a:pt x="240" y="19"/>
                    <a:pt x="245" y="19"/>
                  </a:cubicBezTo>
                  <a:cubicBezTo>
                    <a:pt x="327" y="19"/>
                    <a:pt x="327" y="19"/>
                    <a:pt x="327" y="19"/>
                  </a:cubicBezTo>
                  <a:cubicBezTo>
                    <a:pt x="241" y="105"/>
                    <a:pt x="241" y="105"/>
                    <a:pt x="241" y="105"/>
                  </a:cubicBezTo>
                  <a:cubicBezTo>
                    <a:pt x="22" y="105"/>
                    <a:pt x="22" y="105"/>
                    <a:pt x="22" y="105"/>
                  </a:cubicBezTo>
                  <a:cubicBezTo>
                    <a:pt x="10" y="105"/>
                    <a:pt x="0" y="115"/>
                    <a:pt x="0" y="127"/>
                  </a:cubicBezTo>
                  <a:cubicBezTo>
                    <a:pt x="0" y="337"/>
                    <a:pt x="0" y="337"/>
                    <a:pt x="0" y="337"/>
                  </a:cubicBezTo>
                  <a:cubicBezTo>
                    <a:pt x="0" y="349"/>
                    <a:pt x="10" y="359"/>
                    <a:pt x="22" y="359"/>
                  </a:cubicBezTo>
                  <a:cubicBezTo>
                    <a:pt x="232" y="359"/>
                    <a:pt x="232" y="359"/>
                    <a:pt x="232" y="359"/>
                  </a:cubicBezTo>
                  <a:cubicBezTo>
                    <a:pt x="244" y="359"/>
                    <a:pt x="254" y="349"/>
                    <a:pt x="254" y="337"/>
                  </a:cubicBezTo>
                  <a:cubicBezTo>
                    <a:pt x="254" y="118"/>
                    <a:pt x="254" y="118"/>
                    <a:pt x="254" y="118"/>
                  </a:cubicBezTo>
                  <a:lnTo>
                    <a:pt x="341" y="32"/>
                  </a:lnTo>
                  <a:close/>
                  <a:moveTo>
                    <a:pt x="236" y="337"/>
                  </a:moveTo>
                  <a:cubicBezTo>
                    <a:pt x="236" y="339"/>
                    <a:pt x="234" y="340"/>
                    <a:pt x="232" y="340"/>
                  </a:cubicBezTo>
                  <a:cubicBezTo>
                    <a:pt x="22" y="340"/>
                    <a:pt x="22" y="340"/>
                    <a:pt x="22" y="340"/>
                  </a:cubicBezTo>
                  <a:cubicBezTo>
                    <a:pt x="20" y="340"/>
                    <a:pt x="19" y="339"/>
                    <a:pt x="19" y="337"/>
                  </a:cubicBezTo>
                  <a:cubicBezTo>
                    <a:pt x="19" y="127"/>
                    <a:pt x="19" y="127"/>
                    <a:pt x="19" y="127"/>
                  </a:cubicBezTo>
                  <a:cubicBezTo>
                    <a:pt x="19" y="125"/>
                    <a:pt x="20" y="123"/>
                    <a:pt x="22" y="123"/>
                  </a:cubicBezTo>
                  <a:cubicBezTo>
                    <a:pt x="236" y="123"/>
                    <a:pt x="236" y="123"/>
                    <a:pt x="236" y="123"/>
                  </a:cubicBezTo>
                  <a:lnTo>
                    <a:pt x="236" y="337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47" name="Group 246"/>
          <p:cNvGrpSpPr/>
          <p:nvPr/>
        </p:nvGrpSpPr>
        <p:grpSpPr>
          <a:xfrm>
            <a:off x="4032253" y="4955118"/>
            <a:ext cx="740833" cy="567268"/>
            <a:chOff x="3024189" y="3716338"/>
            <a:chExt cx="555625" cy="425451"/>
          </a:xfrm>
          <a:solidFill>
            <a:schemeClr val="tx2"/>
          </a:solidFill>
        </p:grpSpPr>
        <p:sp>
          <p:nvSpPr>
            <p:cNvPr id="228" name="Freeform 193"/>
            <p:cNvSpPr>
              <a:spLocks noEditPoints="1"/>
            </p:cNvSpPr>
            <p:nvPr/>
          </p:nvSpPr>
          <p:spPr bwMode="auto">
            <a:xfrm>
              <a:off x="3024189" y="3797301"/>
              <a:ext cx="344488" cy="344488"/>
            </a:xfrm>
            <a:custGeom>
              <a:avLst/>
              <a:gdLst>
                <a:gd name="T0" fmla="*/ 292 w 346"/>
                <a:gd name="T1" fmla="*/ 130 h 346"/>
                <a:gd name="T2" fmla="*/ 287 w 346"/>
                <a:gd name="T3" fmla="*/ 119 h 346"/>
                <a:gd name="T4" fmla="*/ 303 w 346"/>
                <a:gd name="T5" fmla="*/ 59 h 346"/>
                <a:gd name="T6" fmla="*/ 287 w 346"/>
                <a:gd name="T7" fmla="*/ 43 h 346"/>
                <a:gd name="T8" fmla="*/ 233 w 346"/>
                <a:gd name="T9" fmla="*/ 59 h 346"/>
                <a:gd name="T10" fmla="*/ 226 w 346"/>
                <a:gd name="T11" fmla="*/ 59 h 346"/>
                <a:gd name="T12" fmla="*/ 211 w 346"/>
                <a:gd name="T13" fmla="*/ 50 h 346"/>
                <a:gd name="T14" fmla="*/ 173 w 346"/>
                <a:gd name="T15" fmla="*/ 0 h 346"/>
                <a:gd name="T16" fmla="*/ 135 w 346"/>
                <a:gd name="T17" fmla="*/ 50 h 346"/>
                <a:gd name="T18" fmla="*/ 120 w 346"/>
                <a:gd name="T19" fmla="*/ 59 h 346"/>
                <a:gd name="T20" fmla="*/ 114 w 346"/>
                <a:gd name="T21" fmla="*/ 59 h 346"/>
                <a:gd name="T22" fmla="*/ 59 w 346"/>
                <a:gd name="T23" fmla="*/ 43 h 346"/>
                <a:gd name="T24" fmla="*/ 43 w 346"/>
                <a:gd name="T25" fmla="*/ 59 h 346"/>
                <a:gd name="T26" fmla="*/ 60 w 346"/>
                <a:gd name="T27" fmla="*/ 119 h 346"/>
                <a:gd name="T28" fmla="*/ 55 w 346"/>
                <a:gd name="T29" fmla="*/ 130 h 346"/>
                <a:gd name="T30" fmla="*/ 0 w 346"/>
                <a:gd name="T31" fmla="*/ 161 h 346"/>
                <a:gd name="T32" fmla="*/ 16 w 346"/>
                <a:gd name="T33" fmla="*/ 203 h 346"/>
                <a:gd name="T34" fmla="*/ 55 w 346"/>
                <a:gd name="T35" fmla="*/ 215 h 346"/>
                <a:gd name="T36" fmla="*/ 59 w 346"/>
                <a:gd name="T37" fmla="*/ 232 h 346"/>
                <a:gd name="T38" fmla="*/ 44 w 346"/>
                <a:gd name="T39" fmla="*/ 287 h 346"/>
                <a:gd name="T40" fmla="*/ 73 w 346"/>
                <a:gd name="T41" fmla="*/ 308 h 346"/>
                <a:gd name="T42" fmla="*/ 117 w 346"/>
                <a:gd name="T43" fmla="*/ 286 h 346"/>
                <a:gd name="T44" fmla="*/ 130 w 346"/>
                <a:gd name="T45" fmla="*/ 291 h 346"/>
                <a:gd name="T46" fmla="*/ 143 w 346"/>
                <a:gd name="T47" fmla="*/ 329 h 346"/>
                <a:gd name="T48" fmla="*/ 185 w 346"/>
                <a:gd name="T49" fmla="*/ 345 h 346"/>
                <a:gd name="T50" fmla="*/ 215 w 346"/>
                <a:gd name="T51" fmla="*/ 291 h 346"/>
                <a:gd name="T52" fmla="*/ 227 w 346"/>
                <a:gd name="T53" fmla="*/ 286 h 346"/>
                <a:gd name="T54" fmla="*/ 263 w 346"/>
                <a:gd name="T55" fmla="*/ 305 h 346"/>
                <a:gd name="T56" fmla="*/ 287 w 346"/>
                <a:gd name="T57" fmla="*/ 303 h 346"/>
                <a:gd name="T58" fmla="*/ 303 w 346"/>
                <a:gd name="T59" fmla="*/ 287 h 346"/>
                <a:gd name="T60" fmla="*/ 287 w 346"/>
                <a:gd name="T61" fmla="*/ 227 h 346"/>
                <a:gd name="T62" fmla="*/ 292 w 346"/>
                <a:gd name="T63" fmla="*/ 215 h 346"/>
                <a:gd name="T64" fmla="*/ 346 w 346"/>
                <a:gd name="T65" fmla="*/ 184 h 346"/>
                <a:gd name="T66" fmla="*/ 330 w 346"/>
                <a:gd name="T67" fmla="*/ 143 h 346"/>
                <a:gd name="T68" fmla="*/ 291 w 346"/>
                <a:gd name="T69" fmla="*/ 193 h 346"/>
                <a:gd name="T70" fmla="*/ 271 w 346"/>
                <a:gd name="T71" fmla="*/ 242 h 346"/>
                <a:gd name="T72" fmla="*/ 275 w 346"/>
                <a:gd name="T73" fmla="*/ 289 h 346"/>
                <a:gd name="T74" fmla="*/ 272 w 346"/>
                <a:gd name="T75" fmla="*/ 289 h 346"/>
                <a:gd name="T76" fmla="*/ 219 w 346"/>
                <a:gd name="T77" fmla="*/ 269 h 346"/>
                <a:gd name="T78" fmla="*/ 185 w 346"/>
                <a:gd name="T79" fmla="*/ 325 h 346"/>
                <a:gd name="T80" fmla="*/ 163 w 346"/>
                <a:gd name="T81" fmla="*/ 327 h 346"/>
                <a:gd name="T82" fmla="*/ 137 w 346"/>
                <a:gd name="T83" fmla="*/ 273 h 346"/>
                <a:gd name="T84" fmla="*/ 104 w 346"/>
                <a:gd name="T85" fmla="*/ 271 h 346"/>
                <a:gd name="T86" fmla="*/ 72 w 346"/>
                <a:gd name="T87" fmla="*/ 289 h 346"/>
                <a:gd name="T88" fmla="*/ 75 w 346"/>
                <a:gd name="T89" fmla="*/ 242 h 346"/>
                <a:gd name="T90" fmla="*/ 55 w 346"/>
                <a:gd name="T91" fmla="*/ 193 h 346"/>
                <a:gd name="T92" fmla="*/ 19 w 346"/>
                <a:gd name="T93" fmla="*/ 173 h 346"/>
                <a:gd name="T94" fmla="*/ 55 w 346"/>
                <a:gd name="T95" fmla="*/ 152 h 346"/>
                <a:gd name="T96" fmla="*/ 75 w 346"/>
                <a:gd name="T97" fmla="*/ 103 h 346"/>
                <a:gd name="T98" fmla="*/ 72 w 346"/>
                <a:gd name="T99" fmla="*/ 57 h 346"/>
                <a:gd name="T100" fmla="*/ 104 w 346"/>
                <a:gd name="T101" fmla="*/ 75 h 346"/>
                <a:gd name="T102" fmla="*/ 137 w 346"/>
                <a:gd name="T103" fmla="*/ 72 h 346"/>
                <a:gd name="T104" fmla="*/ 163 w 346"/>
                <a:gd name="T105" fmla="*/ 19 h 346"/>
                <a:gd name="T106" fmla="*/ 185 w 346"/>
                <a:gd name="T107" fmla="*/ 20 h 346"/>
                <a:gd name="T108" fmla="*/ 219 w 346"/>
                <a:gd name="T109" fmla="*/ 76 h 346"/>
                <a:gd name="T110" fmla="*/ 272 w 346"/>
                <a:gd name="T111" fmla="*/ 57 h 346"/>
                <a:gd name="T112" fmla="*/ 289 w 346"/>
                <a:gd name="T113" fmla="*/ 71 h 346"/>
                <a:gd name="T114" fmla="*/ 270 w 346"/>
                <a:gd name="T115" fmla="*/ 127 h 346"/>
                <a:gd name="T116" fmla="*/ 325 w 346"/>
                <a:gd name="T117" fmla="*/ 161 h 346"/>
                <a:gd name="T118" fmla="*/ 327 w 346"/>
                <a:gd name="T119" fmla="*/ 183 h 3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46" h="346">
                  <a:moveTo>
                    <a:pt x="330" y="143"/>
                  </a:moveTo>
                  <a:cubicBezTo>
                    <a:pt x="296" y="134"/>
                    <a:pt x="296" y="134"/>
                    <a:pt x="296" y="134"/>
                  </a:cubicBezTo>
                  <a:cubicBezTo>
                    <a:pt x="294" y="134"/>
                    <a:pt x="292" y="132"/>
                    <a:pt x="292" y="130"/>
                  </a:cubicBezTo>
                  <a:cubicBezTo>
                    <a:pt x="291" y="130"/>
                    <a:pt x="291" y="130"/>
                    <a:pt x="291" y="130"/>
                  </a:cubicBezTo>
                  <a:cubicBezTo>
                    <a:pt x="287" y="119"/>
                    <a:pt x="287" y="119"/>
                    <a:pt x="287" y="119"/>
                  </a:cubicBezTo>
                  <a:cubicBezTo>
                    <a:pt x="287" y="119"/>
                    <a:pt x="287" y="119"/>
                    <a:pt x="287" y="119"/>
                  </a:cubicBezTo>
                  <a:cubicBezTo>
                    <a:pt x="286" y="117"/>
                    <a:pt x="286" y="114"/>
                    <a:pt x="287" y="113"/>
                  </a:cubicBezTo>
                  <a:cubicBezTo>
                    <a:pt x="305" y="83"/>
                    <a:pt x="305" y="83"/>
                    <a:pt x="305" y="83"/>
                  </a:cubicBezTo>
                  <a:cubicBezTo>
                    <a:pt x="310" y="76"/>
                    <a:pt x="309" y="65"/>
                    <a:pt x="303" y="59"/>
                  </a:cubicBezTo>
                  <a:cubicBezTo>
                    <a:pt x="303" y="59"/>
                    <a:pt x="303" y="58"/>
                    <a:pt x="303" y="58"/>
                  </a:cubicBezTo>
                  <a:cubicBezTo>
                    <a:pt x="287" y="43"/>
                    <a:pt x="287" y="43"/>
                    <a:pt x="287" y="43"/>
                  </a:cubicBezTo>
                  <a:cubicBezTo>
                    <a:pt x="287" y="43"/>
                    <a:pt x="287" y="43"/>
                    <a:pt x="287" y="43"/>
                  </a:cubicBezTo>
                  <a:cubicBezTo>
                    <a:pt x="283" y="40"/>
                    <a:pt x="278" y="38"/>
                    <a:pt x="273" y="38"/>
                  </a:cubicBezTo>
                  <a:cubicBezTo>
                    <a:pt x="269" y="38"/>
                    <a:pt x="266" y="39"/>
                    <a:pt x="263" y="41"/>
                  </a:cubicBezTo>
                  <a:cubicBezTo>
                    <a:pt x="233" y="59"/>
                    <a:pt x="233" y="59"/>
                    <a:pt x="233" y="59"/>
                  </a:cubicBezTo>
                  <a:cubicBezTo>
                    <a:pt x="232" y="59"/>
                    <a:pt x="231" y="59"/>
                    <a:pt x="229" y="59"/>
                  </a:cubicBezTo>
                  <a:cubicBezTo>
                    <a:pt x="228" y="59"/>
                    <a:pt x="227" y="59"/>
                    <a:pt x="227" y="59"/>
                  </a:cubicBezTo>
                  <a:cubicBezTo>
                    <a:pt x="227" y="59"/>
                    <a:pt x="227" y="59"/>
                    <a:pt x="226" y="59"/>
                  </a:cubicBezTo>
                  <a:cubicBezTo>
                    <a:pt x="216" y="54"/>
                    <a:pt x="216" y="54"/>
                    <a:pt x="216" y="54"/>
                  </a:cubicBezTo>
                  <a:cubicBezTo>
                    <a:pt x="216" y="54"/>
                    <a:pt x="215" y="54"/>
                    <a:pt x="215" y="54"/>
                  </a:cubicBezTo>
                  <a:cubicBezTo>
                    <a:pt x="214" y="54"/>
                    <a:pt x="212" y="51"/>
                    <a:pt x="211" y="50"/>
                  </a:cubicBezTo>
                  <a:cubicBezTo>
                    <a:pt x="203" y="16"/>
                    <a:pt x="203" y="16"/>
                    <a:pt x="203" y="16"/>
                  </a:cubicBezTo>
                  <a:cubicBezTo>
                    <a:pt x="201" y="8"/>
                    <a:pt x="193" y="1"/>
                    <a:pt x="185" y="0"/>
                  </a:cubicBezTo>
                  <a:cubicBezTo>
                    <a:pt x="185" y="0"/>
                    <a:pt x="180" y="0"/>
                    <a:pt x="173" y="0"/>
                  </a:cubicBezTo>
                  <a:cubicBezTo>
                    <a:pt x="166" y="0"/>
                    <a:pt x="162" y="0"/>
                    <a:pt x="161" y="0"/>
                  </a:cubicBezTo>
                  <a:cubicBezTo>
                    <a:pt x="153" y="1"/>
                    <a:pt x="145" y="8"/>
                    <a:pt x="143" y="16"/>
                  </a:cubicBezTo>
                  <a:cubicBezTo>
                    <a:pt x="135" y="50"/>
                    <a:pt x="135" y="50"/>
                    <a:pt x="135" y="50"/>
                  </a:cubicBezTo>
                  <a:cubicBezTo>
                    <a:pt x="134" y="51"/>
                    <a:pt x="132" y="54"/>
                    <a:pt x="131" y="54"/>
                  </a:cubicBezTo>
                  <a:cubicBezTo>
                    <a:pt x="131" y="54"/>
                    <a:pt x="131" y="54"/>
                    <a:pt x="130" y="54"/>
                  </a:cubicBezTo>
                  <a:cubicBezTo>
                    <a:pt x="120" y="59"/>
                    <a:pt x="120" y="59"/>
                    <a:pt x="120" y="59"/>
                  </a:cubicBezTo>
                  <a:cubicBezTo>
                    <a:pt x="120" y="59"/>
                    <a:pt x="119" y="59"/>
                    <a:pt x="119" y="59"/>
                  </a:cubicBezTo>
                  <a:cubicBezTo>
                    <a:pt x="119" y="59"/>
                    <a:pt x="118" y="59"/>
                    <a:pt x="117" y="59"/>
                  </a:cubicBezTo>
                  <a:cubicBezTo>
                    <a:pt x="115" y="59"/>
                    <a:pt x="114" y="59"/>
                    <a:pt x="114" y="59"/>
                  </a:cubicBezTo>
                  <a:cubicBezTo>
                    <a:pt x="84" y="41"/>
                    <a:pt x="84" y="41"/>
                    <a:pt x="84" y="41"/>
                  </a:cubicBezTo>
                  <a:cubicBezTo>
                    <a:pt x="81" y="39"/>
                    <a:pt x="77" y="38"/>
                    <a:pt x="73" y="38"/>
                  </a:cubicBezTo>
                  <a:cubicBezTo>
                    <a:pt x="68" y="38"/>
                    <a:pt x="63" y="40"/>
                    <a:pt x="59" y="43"/>
                  </a:cubicBezTo>
                  <a:cubicBezTo>
                    <a:pt x="59" y="43"/>
                    <a:pt x="59" y="43"/>
                    <a:pt x="59" y="43"/>
                  </a:cubicBezTo>
                  <a:cubicBezTo>
                    <a:pt x="44" y="58"/>
                    <a:pt x="44" y="58"/>
                    <a:pt x="44" y="58"/>
                  </a:cubicBezTo>
                  <a:cubicBezTo>
                    <a:pt x="43" y="58"/>
                    <a:pt x="43" y="59"/>
                    <a:pt x="43" y="59"/>
                  </a:cubicBezTo>
                  <a:cubicBezTo>
                    <a:pt x="37" y="65"/>
                    <a:pt x="36" y="76"/>
                    <a:pt x="41" y="83"/>
                  </a:cubicBezTo>
                  <a:cubicBezTo>
                    <a:pt x="59" y="113"/>
                    <a:pt x="59" y="113"/>
                    <a:pt x="59" y="113"/>
                  </a:cubicBezTo>
                  <a:cubicBezTo>
                    <a:pt x="60" y="114"/>
                    <a:pt x="60" y="117"/>
                    <a:pt x="60" y="119"/>
                  </a:cubicBezTo>
                  <a:cubicBezTo>
                    <a:pt x="59" y="119"/>
                    <a:pt x="59" y="119"/>
                    <a:pt x="59" y="119"/>
                  </a:cubicBezTo>
                  <a:cubicBezTo>
                    <a:pt x="55" y="130"/>
                    <a:pt x="55" y="130"/>
                    <a:pt x="55" y="130"/>
                  </a:cubicBezTo>
                  <a:cubicBezTo>
                    <a:pt x="55" y="130"/>
                    <a:pt x="55" y="130"/>
                    <a:pt x="55" y="130"/>
                  </a:cubicBezTo>
                  <a:cubicBezTo>
                    <a:pt x="54" y="132"/>
                    <a:pt x="52" y="134"/>
                    <a:pt x="51" y="134"/>
                  </a:cubicBezTo>
                  <a:cubicBezTo>
                    <a:pt x="16" y="143"/>
                    <a:pt x="16" y="143"/>
                    <a:pt x="16" y="143"/>
                  </a:cubicBezTo>
                  <a:cubicBezTo>
                    <a:pt x="8" y="145"/>
                    <a:pt x="1" y="152"/>
                    <a:pt x="0" y="161"/>
                  </a:cubicBezTo>
                  <a:cubicBezTo>
                    <a:pt x="0" y="161"/>
                    <a:pt x="0" y="166"/>
                    <a:pt x="0" y="173"/>
                  </a:cubicBezTo>
                  <a:cubicBezTo>
                    <a:pt x="0" y="179"/>
                    <a:pt x="0" y="184"/>
                    <a:pt x="0" y="184"/>
                  </a:cubicBezTo>
                  <a:cubicBezTo>
                    <a:pt x="1" y="193"/>
                    <a:pt x="8" y="201"/>
                    <a:pt x="16" y="203"/>
                  </a:cubicBezTo>
                  <a:cubicBezTo>
                    <a:pt x="50" y="211"/>
                    <a:pt x="50" y="211"/>
                    <a:pt x="50" y="211"/>
                  </a:cubicBezTo>
                  <a:cubicBezTo>
                    <a:pt x="52" y="211"/>
                    <a:pt x="54" y="214"/>
                    <a:pt x="55" y="215"/>
                  </a:cubicBezTo>
                  <a:cubicBezTo>
                    <a:pt x="55" y="215"/>
                    <a:pt x="55" y="215"/>
                    <a:pt x="55" y="215"/>
                  </a:cubicBezTo>
                  <a:cubicBezTo>
                    <a:pt x="59" y="226"/>
                    <a:pt x="59" y="226"/>
                    <a:pt x="59" y="226"/>
                  </a:cubicBezTo>
                  <a:cubicBezTo>
                    <a:pt x="59" y="226"/>
                    <a:pt x="59" y="226"/>
                    <a:pt x="60" y="227"/>
                  </a:cubicBezTo>
                  <a:cubicBezTo>
                    <a:pt x="60" y="228"/>
                    <a:pt x="60" y="231"/>
                    <a:pt x="59" y="232"/>
                  </a:cubicBezTo>
                  <a:cubicBezTo>
                    <a:pt x="41" y="262"/>
                    <a:pt x="41" y="262"/>
                    <a:pt x="41" y="262"/>
                  </a:cubicBezTo>
                  <a:cubicBezTo>
                    <a:pt x="36" y="270"/>
                    <a:pt x="37" y="280"/>
                    <a:pt x="43" y="287"/>
                  </a:cubicBezTo>
                  <a:cubicBezTo>
                    <a:pt x="43" y="287"/>
                    <a:pt x="43" y="287"/>
                    <a:pt x="44" y="287"/>
                  </a:cubicBezTo>
                  <a:cubicBezTo>
                    <a:pt x="59" y="302"/>
                    <a:pt x="59" y="302"/>
                    <a:pt x="59" y="302"/>
                  </a:cubicBezTo>
                  <a:cubicBezTo>
                    <a:pt x="59" y="302"/>
                    <a:pt x="59" y="302"/>
                    <a:pt x="59" y="303"/>
                  </a:cubicBezTo>
                  <a:cubicBezTo>
                    <a:pt x="63" y="306"/>
                    <a:pt x="68" y="308"/>
                    <a:pt x="73" y="308"/>
                  </a:cubicBezTo>
                  <a:cubicBezTo>
                    <a:pt x="77" y="308"/>
                    <a:pt x="81" y="307"/>
                    <a:pt x="84" y="305"/>
                  </a:cubicBezTo>
                  <a:cubicBezTo>
                    <a:pt x="114" y="286"/>
                    <a:pt x="114" y="286"/>
                    <a:pt x="114" y="286"/>
                  </a:cubicBezTo>
                  <a:cubicBezTo>
                    <a:pt x="114" y="286"/>
                    <a:pt x="115" y="286"/>
                    <a:pt x="117" y="286"/>
                  </a:cubicBezTo>
                  <a:cubicBezTo>
                    <a:pt x="118" y="286"/>
                    <a:pt x="119" y="286"/>
                    <a:pt x="119" y="286"/>
                  </a:cubicBezTo>
                  <a:cubicBezTo>
                    <a:pt x="119" y="286"/>
                    <a:pt x="120" y="286"/>
                    <a:pt x="120" y="286"/>
                  </a:cubicBezTo>
                  <a:cubicBezTo>
                    <a:pt x="130" y="291"/>
                    <a:pt x="130" y="291"/>
                    <a:pt x="130" y="291"/>
                  </a:cubicBezTo>
                  <a:cubicBezTo>
                    <a:pt x="131" y="291"/>
                    <a:pt x="131" y="291"/>
                    <a:pt x="131" y="291"/>
                  </a:cubicBezTo>
                  <a:cubicBezTo>
                    <a:pt x="132" y="292"/>
                    <a:pt x="134" y="294"/>
                    <a:pt x="135" y="295"/>
                  </a:cubicBezTo>
                  <a:cubicBezTo>
                    <a:pt x="143" y="329"/>
                    <a:pt x="143" y="329"/>
                    <a:pt x="143" y="329"/>
                  </a:cubicBezTo>
                  <a:cubicBezTo>
                    <a:pt x="145" y="338"/>
                    <a:pt x="153" y="345"/>
                    <a:pt x="161" y="345"/>
                  </a:cubicBezTo>
                  <a:cubicBezTo>
                    <a:pt x="162" y="345"/>
                    <a:pt x="166" y="346"/>
                    <a:pt x="173" y="346"/>
                  </a:cubicBezTo>
                  <a:cubicBezTo>
                    <a:pt x="180" y="346"/>
                    <a:pt x="185" y="345"/>
                    <a:pt x="185" y="345"/>
                  </a:cubicBezTo>
                  <a:cubicBezTo>
                    <a:pt x="193" y="345"/>
                    <a:pt x="201" y="338"/>
                    <a:pt x="203" y="329"/>
                  </a:cubicBezTo>
                  <a:cubicBezTo>
                    <a:pt x="211" y="295"/>
                    <a:pt x="211" y="295"/>
                    <a:pt x="211" y="295"/>
                  </a:cubicBezTo>
                  <a:cubicBezTo>
                    <a:pt x="212" y="294"/>
                    <a:pt x="214" y="292"/>
                    <a:pt x="215" y="291"/>
                  </a:cubicBezTo>
                  <a:cubicBezTo>
                    <a:pt x="215" y="291"/>
                    <a:pt x="216" y="291"/>
                    <a:pt x="216" y="291"/>
                  </a:cubicBezTo>
                  <a:cubicBezTo>
                    <a:pt x="226" y="286"/>
                    <a:pt x="226" y="286"/>
                    <a:pt x="226" y="286"/>
                  </a:cubicBezTo>
                  <a:cubicBezTo>
                    <a:pt x="227" y="286"/>
                    <a:pt x="227" y="286"/>
                    <a:pt x="227" y="286"/>
                  </a:cubicBezTo>
                  <a:cubicBezTo>
                    <a:pt x="227" y="286"/>
                    <a:pt x="228" y="286"/>
                    <a:pt x="229" y="286"/>
                  </a:cubicBezTo>
                  <a:cubicBezTo>
                    <a:pt x="231" y="286"/>
                    <a:pt x="232" y="286"/>
                    <a:pt x="233" y="286"/>
                  </a:cubicBezTo>
                  <a:cubicBezTo>
                    <a:pt x="263" y="305"/>
                    <a:pt x="263" y="305"/>
                    <a:pt x="263" y="305"/>
                  </a:cubicBezTo>
                  <a:cubicBezTo>
                    <a:pt x="266" y="307"/>
                    <a:pt x="269" y="308"/>
                    <a:pt x="273" y="308"/>
                  </a:cubicBezTo>
                  <a:cubicBezTo>
                    <a:pt x="273" y="308"/>
                    <a:pt x="273" y="308"/>
                    <a:pt x="273" y="308"/>
                  </a:cubicBezTo>
                  <a:cubicBezTo>
                    <a:pt x="278" y="308"/>
                    <a:pt x="283" y="306"/>
                    <a:pt x="287" y="303"/>
                  </a:cubicBezTo>
                  <a:cubicBezTo>
                    <a:pt x="287" y="302"/>
                    <a:pt x="287" y="302"/>
                    <a:pt x="287" y="302"/>
                  </a:cubicBezTo>
                  <a:cubicBezTo>
                    <a:pt x="303" y="287"/>
                    <a:pt x="303" y="287"/>
                    <a:pt x="303" y="287"/>
                  </a:cubicBezTo>
                  <a:cubicBezTo>
                    <a:pt x="303" y="287"/>
                    <a:pt x="303" y="287"/>
                    <a:pt x="303" y="287"/>
                  </a:cubicBezTo>
                  <a:cubicBezTo>
                    <a:pt x="309" y="280"/>
                    <a:pt x="310" y="270"/>
                    <a:pt x="305" y="262"/>
                  </a:cubicBezTo>
                  <a:cubicBezTo>
                    <a:pt x="287" y="232"/>
                    <a:pt x="287" y="232"/>
                    <a:pt x="287" y="232"/>
                  </a:cubicBezTo>
                  <a:cubicBezTo>
                    <a:pt x="286" y="231"/>
                    <a:pt x="286" y="228"/>
                    <a:pt x="287" y="227"/>
                  </a:cubicBezTo>
                  <a:cubicBezTo>
                    <a:pt x="287" y="226"/>
                    <a:pt x="287" y="226"/>
                    <a:pt x="287" y="226"/>
                  </a:cubicBezTo>
                  <a:cubicBezTo>
                    <a:pt x="291" y="215"/>
                    <a:pt x="291" y="215"/>
                    <a:pt x="291" y="215"/>
                  </a:cubicBezTo>
                  <a:cubicBezTo>
                    <a:pt x="291" y="215"/>
                    <a:pt x="291" y="215"/>
                    <a:pt x="292" y="215"/>
                  </a:cubicBezTo>
                  <a:cubicBezTo>
                    <a:pt x="292" y="214"/>
                    <a:pt x="294" y="211"/>
                    <a:pt x="296" y="211"/>
                  </a:cubicBezTo>
                  <a:cubicBezTo>
                    <a:pt x="330" y="203"/>
                    <a:pt x="330" y="203"/>
                    <a:pt x="330" y="203"/>
                  </a:cubicBezTo>
                  <a:cubicBezTo>
                    <a:pt x="338" y="201"/>
                    <a:pt x="345" y="193"/>
                    <a:pt x="346" y="184"/>
                  </a:cubicBezTo>
                  <a:cubicBezTo>
                    <a:pt x="346" y="184"/>
                    <a:pt x="346" y="179"/>
                    <a:pt x="346" y="173"/>
                  </a:cubicBezTo>
                  <a:cubicBezTo>
                    <a:pt x="346" y="166"/>
                    <a:pt x="346" y="161"/>
                    <a:pt x="346" y="161"/>
                  </a:cubicBezTo>
                  <a:cubicBezTo>
                    <a:pt x="345" y="152"/>
                    <a:pt x="338" y="145"/>
                    <a:pt x="330" y="143"/>
                  </a:cubicBezTo>
                  <a:close/>
                  <a:moveTo>
                    <a:pt x="327" y="183"/>
                  </a:moveTo>
                  <a:cubicBezTo>
                    <a:pt x="327" y="183"/>
                    <a:pt x="326" y="184"/>
                    <a:pt x="325" y="185"/>
                  </a:cubicBezTo>
                  <a:cubicBezTo>
                    <a:pt x="291" y="193"/>
                    <a:pt x="291" y="193"/>
                    <a:pt x="291" y="193"/>
                  </a:cubicBezTo>
                  <a:cubicBezTo>
                    <a:pt x="284" y="195"/>
                    <a:pt x="277" y="201"/>
                    <a:pt x="274" y="208"/>
                  </a:cubicBezTo>
                  <a:cubicBezTo>
                    <a:pt x="270" y="219"/>
                    <a:pt x="270" y="219"/>
                    <a:pt x="270" y="219"/>
                  </a:cubicBezTo>
                  <a:cubicBezTo>
                    <a:pt x="266" y="226"/>
                    <a:pt x="267" y="235"/>
                    <a:pt x="271" y="242"/>
                  </a:cubicBezTo>
                  <a:cubicBezTo>
                    <a:pt x="289" y="272"/>
                    <a:pt x="289" y="272"/>
                    <a:pt x="289" y="272"/>
                  </a:cubicBezTo>
                  <a:cubicBezTo>
                    <a:pt x="289" y="272"/>
                    <a:pt x="289" y="274"/>
                    <a:pt x="289" y="274"/>
                  </a:cubicBezTo>
                  <a:cubicBezTo>
                    <a:pt x="275" y="289"/>
                    <a:pt x="275" y="289"/>
                    <a:pt x="275" y="289"/>
                  </a:cubicBezTo>
                  <a:cubicBezTo>
                    <a:pt x="274" y="289"/>
                    <a:pt x="274" y="289"/>
                    <a:pt x="273" y="289"/>
                  </a:cubicBezTo>
                  <a:cubicBezTo>
                    <a:pt x="273" y="289"/>
                    <a:pt x="273" y="289"/>
                    <a:pt x="273" y="289"/>
                  </a:cubicBezTo>
                  <a:cubicBezTo>
                    <a:pt x="273" y="289"/>
                    <a:pt x="272" y="289"/>
                    <a:pt x="272" y="289"/>
                  </a:cubicBezTo>
                  <a:cubicBezTo>
                    <a:pt x="242" y="271"/>
                    <a:pt x="242" y="271"/>
                    <a:pt x="242" y="271"/>
                  </a:cubicBezTo>
                  <a:cubicBezTo>
                    <a:pt x="239" y="268"/>
                    <a:pt x="234" y="267"/>
                    <a:pt x="229" y="267"/>
                  </a:cubicBezTo>
                  <a:cubicBezTo>
                    <a:pt x="226" y="267"/>
                    <a:pt x="222" y="268"/>
                    <a:pt x="219" y="269"/>
                  </a:cubicBezTo>
                  <a:cubicBezTo>
                    <a:pt x="209" y="273"/>
                    <a:pt x="209" y="273"/>
                    <a:pt x="209" y="273"/>
                  </a:cubicBezTo>
                  <a:cubicBezTo>
                    <a:pt x="202" y="276"/>
                    <a:pt x="195" y="283"/>
                    <a:pt x="193" y="291"/>
                  </a:cubicBezTo>
                  <a:cubicBezTo>
                    <a:pt x="185" y="325"/>
                    <a:pt x="185" y="325"/>
                    <a:pt x="185" y="325"/>
                  </a:cubicBezTo>
                  <a:cubicBezTo>
                    <a:pt x="185" y="326"/>
                    <a:pt x="184" y="327"/>
                    <a:pt x="183" y="327"/>
                  </a:cubicBezTo>
                  <a:cubicBezTo>
                    <a:pt x="183" y="327"/>
                    <a:pt x="179" y="327"/>
                    <a:pt x="173" y="327"/>
                  </a:cubicBezTo>
                  <a:cubicBezTo>
                    <a:pt x="167" y="327"/>
                    <a:pt x="163" y="327"/>
                    <a:pt x="163" y="327"/>
                  </a:cubicBezTo>
                  <a:cubicBezTo>
                    <a:pt x="163" y="327"/>
                    <a:pt x="161" y="326"/>
                    <a:pt x="161" y="325"/>
                  </a:cubicBezTo>
                  <a:cubicBezTo>
                    <a:pt x="153" y="291"/>
                    <a:pt x="153" y="291"/>
                    <a:pt x="153" y="291"/>
                  </a:cubicBezTo>
                  <a:cubicBezTo>
                    <a:pt x="151" y="283"/>
                    <a:pt x="145" y="276"/>
                    <a:pt x="137" y="273"/>
                  </a:cubicBezTo>
                  <a:cubicBezTo>
                    <a:pt x="127" y="269"/>
                    <a:pt x="127" y="269"/>
                    <a:pt x="127" y="269"/>
                  </a:cubicBezTo>
                  <a:cubicBezTo>
                    <a:pt x="124" y="268"/>
                    <a:pt x="121" y="267"/>
                    <a:pt x="117" y="267"/>
                  </a:cubicBezTo>
                  <a:cubicBezTo>
                    <a:pt x="112" y="267"/>
                    <a:pt x="107" y="268"/>
                    <a:pt x="104" y="271"/>
                  </a:cubicBezTo>
                  <a:cubicBezTo>
                    <a:pt x="74" y="289"/>
                    <a:pt x="74" y="289"/>
                    <a:pt x="74" y="289"/>
                  </a:cubicBezTo>
                  <a:cubicBezTo>
                    <a:pt x="74" y="289"/>
                    <a:pt x="74" y="289"/>
                    <a:pt x="73" y="289"/>
                  </a:cubicBezTo>
                  <a:cubicBezTo>
                    <a:pt x="72" y="289"/>
                    <a:pt x="72" y="289"/>
                    <a:pt x="72" y="289"/>
                  </a:cubicBezTo>
                  <a:cubicBezTo>
                    <a:pt x="57" y="274"/>
                    <a:pt x="57" y="274"/>
                    <a:pt x="57" y="274"/>
                  </a:cubicBezTo>
                  <a:cubicBezTo>
                    <a:pt x="57" y="274"/>
                    <a:pt x="57" y="272"/>
                    <a:pt x="57" y="272"/>
                  </a:cubicBezTo>
                  <a:cubicBezTo>
                    <a:pt x="75" y="242"/>
                    <a:pt x="75" y="242"/>
                    <a:pt x="75" y="242"/>
                  </a:cubicBezTo>
                  <a:cubicBezTo>
                    <a:pt x="79" y="235"/>
                    <a:pt x="80" y="226"/>
                    <a:pt x="77" y="219"/>
                  </a:cubicBezTo>
                  <a:cubicBezTo>
                    <a:pt x="72" y="208"/>
                    <a:pt x="72" y="208"/>
                    <a:pt x="72" y="208"/>
                  </a:cubicBezTo>
                  <a:cubicBezTo>
                    <a:pt x="70" y="201"/>
                    <a:pt x="62" y="195"/>
                    <a:pt x="55" y="193"/>
                  </a:cubicBezTo>
                  <a:cubicBezTo>
                    <a:pt x="21" y="185"/>
                    <a:pt x="21" y="185"/>
                    <a:pt x="21" y="185"/>
                  </a:cubicBezTo>
                  <a:cubicBezTo>
                    <a:pt x="20" y="184"/>
                    <a:pt x="19" y="183"/>
                    <a:pt x="19" y="183"/>
                  </a:cubicBezTo>
                  <a:cubicBezTo>
                    <a:pt x="19" y="183"/>
                    <a:pt x="19" y="179"/>
                    <a:pt x="19" y="173"/>
                  </a:cubicBezTo>
                  <a:cubicBezTo>
                    <a:pt x="19" y="167"/>
                    <a:pt x="19" y="163"/>
                    <a:pt x="19" y="163"/>
                  </a:cubicBezTo>
                  <a:cubicBezTo>
                    <a:pt x="19" y="162"/>
                    <a:pt x="20" y="161"/>
                    <a:pt x="21" y="161"/>
                  </a:cubicBezTo>
                  <a:cubicBezTo>
                    <a:pt x="55" y="152"/>
                    <a:pt x="55" y="152"/>
                    <a:pt x="55" y="152"/>
                  </a:cubicBezTo>
                  <a:cubicBezTo>
                    <a:pt x="62" y="151"/>
                    <a:pt x="70" y="144"/>
                    <a:pt x="72" y="137"/>
                  </a:cubicBezTo>
                  <a:cubicBezTo>
                    <a:pt x="77" y="127"/>
                    <a:pt x="77" y="127"/>
                    <a:pt x="77" y="127"/>
                  </a:cubicBezTo>
                  <a:cubicBezTo>
                    <a:pt x="80" y="120"/>
                    <a:pt x="79" y="110"/>
                    <a:pt x="75" y="103"/>
                  </a:cubicBezTo>
                  <a:cubicBezTo>
                    <a:pt x="57" y="73"/>
                    <a:pt x="57" y="73"/>
                    <a:pt x="57" y="73"/>
                  </a:cubicBezTo>
                  <a:cubicBezTo>
                    <a:pt x="57" y="73"/>
                    <a:pt x="57" y="72"/>
                    <a:pt x="57" y="71"/>
                  </a:cubicBezTo>
                  <a:cubicBezTo>
                    <a:pt x="72" y="57"/>
                    <a:pt x="72" y="57"/>
                    <a:pt x="72" y="57"/>
                  </a:cubicBezTo>
                  <a:cubicBezTo>
                    <a:pt x="72" y="57"/>
                    <a:pt x="72" y="56"/>
                    <a:pt x="73" y="56"/>
                  </a:cubicBezTo>
                  <a:cubicBezTo>
                    <a:pt x="74" y="56"/>
                    <a:pt x="74" y="56"/>
                    <a:pt x="74" y="57"/>
                  </a:cubicBezTo>
                  <a:cubicBezTo>
                    <a:pt x="104" y="75"/>
                    <a:pt x="104" y="75"/>
                    <a:pt x="104" y="75"/>
                  </a:cubicBezTo>
                  <a:cubicBezTo>
                    <a:pt x="107" y="77"/>
                    <a:pt x="112" y="78"/>
                    <a:pt x="117" y="78"/>
                  </a:cubicBezTo>
                  <a:cubicBezTo>
                    <a:pt x="121" y="78"/>
                    <a:pt x="124" y="77"/>
                    <a:pt x="127" y="76"/>
                  </a:cubicBezTo>
                  <a:cubicBezTo>
                    <a:pt x="137" y="72"/>
                    <a:pt x="137" y="72"/>
                    <a:pt x="137" y="72"/>
                  </a:cubicBezTo>
                  <a:cubicBezTo>
                    <a:pt x="145" y="69"/>
                    <a:pt x="151" y="62"/>
                    <a:pt x="153" y="54"/>
                  </a:cubicBezTo>
                  <a:cubicBezTo>
                    <a:pt x="161" y="20"/>
                    <a:pt x="161" y="20"/>
                    <a:pt x="161" y="20"/>
                  </a:cubicBezTo>
                  <a:cubicBezTo>
                    <a:pt x="161" y="20"/>
                    <a:pt x="163" y="19"/>
                    <a:pt x="163" y="19"/>
                  </a:cubicBezTo>
                  <a:cubicBezTo>
                    <a:pt x="163" y="19"/>
                    <a:pt x="167" y="18"/>
                    <a:pt x="173" y="18"/>
                  </a:cubicBezTo>
                  <a:cubicBezTo>
                    <a:pt x="179" y="18"/>
                    <a:pt x="183" y="19"/>
                    <a:pt x="183" y="19"/>
                  </a:cubicBezTo>
                  <a:cubicBezTo>
                    <a:pt x="184" y="19"/>
                    <a:pt x="185" y="20"/>
                    <a:pt x="185" y="20"/>
                  </a:cubicBezTo>
                  <a:cubicBezTo>
                    <a:pt x="193" y="54"/>
                    <a:pt x="193" y="54"/>
                    <a:pt x="193" y="54"/>
                  </a:cubicBezTo>
                  <a:cubicBezTo>
                    <a:pt x="195" y="62"/>
                    <a:pt x="202" y="69"/>
                    <a:pt x="209" y="72"/>
                  </a:cubicBezTo>
                  <a:cubicBezTo>
                    <a:pt x="219" y="76"/>
                    <a:pt x="219" y="76"/>
                    <a:pt x="219" y="76"/>
                  </a:cubicBezTo>
                  <a:cubicBezTo>
                    <a:pt x="222" y="77"/>
                    <a:pt x="226" y="78"/>
                    <a:pt x="229" y="78"/>
                  </a:cubicBezTo>
                  <a:cubicBezTo>
                    <a:pt x="234" y="78"/>
                    <a:pt x="239" y="77"/>
                    <a:pt x="242" y="75"/>
                  </a:cubicBezTo>
                  <a:cubicBezTo>
                    <a:pt x="272" y="57"/>
                    <a:pt x="272" y="57"/>
                    <a:pt x="272" y="57"/>
                  </a:cubicBezTo>
                  <a:cubicBezTo>
                    <a:pt x="272" y="56"/>
                    <a:pt x="273" y="56"/>
                    <a:pt x="273" y="56"/>
                  </a:cubicBezTo>
                  <a:cubicBezTo>
                    <a:pt x="274" y="56"/>
                    <a:pt x="274" y="57"/>
                    <a:pt x="275" y="57"/>
                  </a:cubicBezTo>
                  <a:cubicBezTo>
                    <a:pt x="289" y="71"/>
                    <a:pt x="289" y="71"/>
                    <a:pt x="289" y="71"/>
                  </a:cubicBezTo>
                  <a:cubicBezTo>
                    <a:pt x="289" y="72"/>
                    <a:pt x="289" y="73"/>
                    <a:pt x="289" y="73"/>
                  </a:cubicBezTo>
                  <a:cubicBezTo>
                    <a:pt x="271" y="103"/>
                    <a:pt x="271" y="103"/>
                    <a:pt x="271" y="103"/>
                  </a:cubicBezTo>
                  <a:cubicBezTo>
                    <a:pt x="267" y="110"/>
                    <a:pt x="266" y="120"/>
                    <a:pt x="270" y="127"/>
                  </a:cubicBezTo>
                  <a:cubicBezTo>
                    <a:pt x="274" y="137"/>
                    <a:pt x="274" y="137"/>
                    <a:pt x="274" y="137"/>
                  </a:cubicBezTo>
                  <a:cubicBezTo>
                    <a:pt x="277" y="144"/>
                    <a:pt x="284" y="151"/>
                    <a:pt x="291" y="152"/>
                  </a:cubicBezTo>
                  <a:cubicBezTo>
                    <a:pt x="325" y="161"/>
                    <a:pt x="325" y="161"/>
                    <a:pt x="325" y="161"/>
                  </a:cubicBezTo>
                  <a:cubicBezTo>
                    <a:pt x="326" y="161"/>
                    <a:pt x="327" y="162"/>
                    <a:pt x="327" y="163"/>
                  </a:cubicBezTo>
                  <a:cubicBezTo>
                    <a:pt x="327" y="163"/>
                    <a:pt x="328" y="167"/>
                    <a:pt x="328" y="173"/>
                  </a:cubicBezTo>
                  <a:cubicBezTo>
                    <a:pt x="328" y="179"/>
                    <a:pt x="327" y="183"/>
                    <a:pt x="327" y="183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9" name="Freeform 194"/>
            <p:cNvSpPr>
              <a:spLocks noEditPoints="1"/>
            </p:cNvSpPr>
            <p:nvPr/>
          </p:nvSpPr>
          <p:spPr bwMode="auto">
            <a:xfrm>
              <a:off x="3122614" y="3894138"/>
              <a:ext cx="149225" cy="149225"/>
            </a:xfrm>
            <a:custGeom>
              <a:avLst/>
              <a:gdLst>
                <a:gd name="T0" fmla="*/ 75 w 150"/>
                <a:gd name="T1" fmla="*/ 0 h 150"/>
                <a:gd name="T2" fmla="*/ 0 w 150"/>
                <a:gd name="T3" fmla="*/ 75 h 150"/>
                <a:gd name="T4" fmla="*/ 75 w 150"/>
                <a:gd name="T5" fmla="*/ 150 h 150"/>
                <a:gd name="T6" fmla="*/ 150 w 150"/>
                <a:gd name="T7" fmla="*/ 75 h 150"/>
                <a:gd name="T8" fmla="*/ 75 w 150"/>
                <a:gd name="T9" fmla="*/ 0 h 150"/>
                <a:gd name="T10" fmla="*/ 75 w 150"/>
                <a:gd name="T11" fmla="*/ 131 h 150"/>
                <a:gd name="T12" fmla="*/ 19 w 150"/>
                <a:gd name="T13" fmla="*/ 75 h 150"/>
                <a:gd name="T14" fmla="*/ 75 w 150"/>
                <a:gd name="T15" fmla="*/ 19 h 150"/>
                <a:gd name="T16" fmla="*/ 131 w 150"/>
                <a:gd name="T17" fmla="*/ 75 h 150"/>
                <a:gd name="T18" fmla="*/ 75 w 150"/>
                <a:gd name="T19" fmla="*/ 131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50" h="150">
                  <a:moveTo>
                    <a:pt x="75" y="0"/>
                  </a:moveTo>
                  <a:cubicBezTo>
                    <a:pt x="34" y="0"/>
                    <a:pt x="0" y="33"/>
                    <a:pt x="0" y="75"/>
                  </a:cubicBezTo>
                  <a:cubicBezTo>
                    <a:pt x="0" y="116"/>
                    <a:pt x="34" y="150"/>
                    <a:pt x="75" y="150"/>
                  </a:cubicBezTo>
                  <a:cubicBezTo>
                    <a:pt x="116" y="150"/>
                    <a:pt x="150" y="116"/>
                    <a:pt x="150" y="75"/>
                  </a:cubicBezTo>
                  <a:cubicBezTo>
                    <a:pt x="150" y="33"/>
                    <a:pt x="116" y="0"/>
                    <a:pt x="75" y="0"/>
                  </a:cubicBezTo>
                  <a:close/>
                  <a:moveTo>
                    <a:pt x="75" y="131"/>
                  </a:moveTo>
                  <a:cubicBezTo>
                    <a:pt x="44" y="131"/>
                    <a:pt x="19" y="106"/>
                    <a:pt x="19" y="75"/>
                  </a:cubicBezTo>
                  <a:cubicBezTo>
                    <a:pt x="19" y="44"/>
                    <a:pt x="44" y="19"/>
                    <a:pt x="75" y="19"/>
                  </a:cubicBezTo>
                  <a:cubicBezTo>
                    <a:pt x="106" y="19"/>
                    <a:pt x="131" y="44"/>
                    <a:pt x="131" y="75"/>
                  </a:cubicBezTo>
                  <a:cubicBezTo>
                    <a:pt x="131" y="106"/>
                    <a:pt x="106" y="131"/>
                    <a:pt x="75" y="13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30" name="Freeform 195"/>
            <p:cNvSpPr>
              <a:spLocks noEditPoints="1"/>
            </p:cNvSpPr>
            <p:nvPr/>
          </p:nvSpPr>
          <p:spPr bwMode="auto">
            <a:xfrm>
              <a:off x="3336926" y="3716338"/>
              <a:ext cx="242888" cy="241300"/>
            </a:xfrm>
            <a:custGeom>
              <a:avLst/>
              <a:gdLst>
                <a:gd name="T0" fmla="*/ 212 w 244"/>
                <a:gd name="T1" fmla="*/ 113 h 242"/>
                <a:gd name="T2" fmla="*/ 210 w 244"/>
                <a:gd name="T3" fmla="*/ 104 h 242"/>
                <a:gd name="T4" fmla="*/ 231 w 244"/>
                <a:gd name="T5" fmla="*/ 66 h 242"/>
                <a:gd name="T6" fmla="*/ 223 w 244"/>
                <a:gd name="T7" fmla="*/ 52 h 242"/>
                <a:gd name="T8" fmla="*/ 181 w 244"/>
                <a:gd name="T9" fmla="*/ 53 h 242"/>
                <a:gd name="T10" fmla="*/ 172 w 244"/>
                <a:gd name="T11" fmla="*/ 47 h 242"/>
                <a:gd name="T12" fmla="*/ 172 w 244"/>
                <a:gd name="T13" fmla="*/ 22 h 242"/>
                <a:gd name="T14" fmla="*/ 144 w 244"/>
                <a:gd name="T15" fmla="*/ 1 h 242"/>
                <a:gd name="T16" fmla="*/ 114 w 244"/>
                <a:gd name="T17" fmla="*/ 32 h 242"/>
                <a:gd name="T18" fmla="*/ 105 w 244"/>
                <a:gd name="T19" fmla="*/ 34 h 242"/>
                <a:gd name="T20" fmla="*/ 74 w 244"/>
                <a:gd name="T21" fmla="*/ 11 h 242"/>
                <a:gd name="T22" fmla="*/ 53 w 244"/>
                <a:gd name="T23" fmla="*/ 21 h 242"/>
                <a:gd name="T24" fmla="*/ 53 w 244"/>
                <a:gd name="T25" fmla="*/ 63 h 242"/>
                <a:gd name="T26" fmla="*/ 48 w 244"/>
                <a:gd name="T27" fmla="*/ 71 h 242"/>
                <a:gd name="T28" fmla="*/ 22 w 244"/>
                <a:gd name="T29" fmla="*/ 72 h 242"/>
                <a:gd name="T30" fmla="*/ 1 w 244"/>
                <a:gd name="T31" fmla="*/ 100 h 242"/>
                <a:gd name="T32" fmla="*/ 33 w 244"/>
                <a:gd name="T33" fmla="*/ 130 h 242"/>
                <a:gd name="T34" fmla="*/ 34 w 244"/>
                <a:gd name="T35" fmla="*/ 139 h 242"/>
                <a:gd name="T36" fmla="*/ 13 w 244"/>
                <a:gd name="T37" fmla="*/ 177 h 242"/>
                <a:gd name="T38" fmla="*/ 21 w 244"/>
                <a:gd name="T39" fmla="*/ 191 h 242"/>
                <a:gd name="T40" fmla="*/ 64 w 244"/>
                <a:gd name="T41" fmla="*/ 191 h 242"/>
                <a:gd name="T42" fmla="*/ 72 w 244"/>
                <a:gd name="T43" fmla="*/ 196 h 242"/>
                <a:gd name="T44" fmla="*/ 73 w 244"/>
                <a:gd name="T45" fmla="*/ 222 h 242"/>
                <a:gd name="T46" fmla="*/ 100 w 244"/>
                <a:gd name="T47" fmla="*/ 242 h 242"/>
                <a:gd name="T48" fmla="*/ 130 w 244"/>
                <a:gd name="T49" fmla="*/ 212 h 242"/>
                <a:gd name="T50" fmla="*/ 139 w 244"/>
                <a:gd name="T51" fmla="*/ 210 h 242"/>
                <a:gd name="T52" fmla="*/ 158 w 244"/>
                <a:gd name="T53" fmla="*/ 227 h 242"/>
                <a:gd name="T54" fmla="*/ 178 w 244"/>
                <a:gd name="T55" fmla="*/ 230 h 242"/>
                <a:gd name="T56" fmla="*/ 198 w 244"/>
                <a:gd name="T57" fmla="*/ 203 h 242"/>
                <a:gd name="T58" fmla="*/ 192 w 244"/>
                <a:gd name="T59" fmla="*/ 178 h 242"/>
                <a:gd name="T60" fmla="*/ 198 w 244"/>
                <a:gd name="T61" fmla="*/ 171 h 242"/>
                <a:gd name="T62" fmla="*/ 239 w 244"/>
                <a:gd name="T63" fmla="*/ 160 h 242"/>
                <a:gd name="T64" fmla="*/ 234 w 244"/>
                <a:gd name="T65" fmla="*/ 125 h 242"/>
                <a:gd name="T66" fmla="*/ 198 w 244"/>
                <a:gd name="T67" fmla="*/ 152 h 242"/>
                <a:gd name="T68" fmla="*/ 173 w 244"/>
                <a:gd name="T69" fmla="*/ 185 h 242"/>
                <a:gd name="T70" fmla="*/ 154 w 244"/>
                <a:gd name="T71" fmla="*/ 197 h 242"/>
                <a:gd name="T72" fmla="*/ 113 w 244"/>
                <a:gd name="T73" fmla="*/ 203 h 242"/>
                <a:gd name="T74" fmla="*/ 91 w 244"/>
                <a:gd name="T75" fmla="*/ 221 h 242"/>
                <a:gd name="T76" fmla="*/ 77 w 244"/>
                <a:gd name="T77" fmla="*/ 176 h 242"/>
                <a:gd name="T78" fmla="*/ 30 w 244"/>
                <a:gd name="T79" fmla="*/ 170 h 242"/>
                <a:gd name="T80" fmla="*/ 51 w 244"/>
                <a:gd name="T81" fmla="*/ 128 h 242"/>
                <a:gd name="T82" fmla="*/ 21 w 244"/>
                <a:gd name="T83" fmla="*/ 96 h 242"/>
                <a:gd name="T84" fmla="*/ 63 w 244"/>
                <a:gd name="T85" fmla="*/ 82 h 242"/>
                <a:gd name="T86" fmla="*/ 64 w 244"/>
                <a:gd name="T87" fmla="*/ 36 h 242"/>
                <a:gd name="T88" fmla="*/ 108 w 244"/>
                <a:gd name="T89" fmla="*/ 52 h 242"/>
                <a:gd name="T90" fmla="*/ 142 w 244"/>
                <a:gd name="T91" fmla="*/ 20 h 242"/>
                <a:gd name="T92" fmla="*/ 153 w 244"/>
                <a:gd name="T93" fmla="*/ 46 h 242"/>
                <a:gd name="T94" fmla="*/ 186 w 244"/>
                <a:gd name="T95" fmla="*/ 70 h 242"/>
                <a:gd name="T96" fmla="*/ 197 w 244"/>
                <a:gd name="T97" fmla="*/ 90 h 242"/>
                <a:gd name="T98" fmla="*/ 203 w 244"/>
                <a:gd name="T99" fmla="*/ 131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44" h="242">
                  <a:moveTo>
                    <a:pt x="234" y="125"/>
                  </a:moveTo>
                  <a:cubicBezTo>
                    <a:pt x="212" y="114"/>
                    <a:pt x="212" y="114"/>
                    <a:pt x="212" y="114"/>
                  </a:cubicBezTo>
                  <a:cubicBezTo>
                    <a:pt x="212" y="114"/>
                    <a:pt x="212" y="113"/>
                    <a:pt x="212" y="113"/>
                  </a:cubicBezTo>
                  <a:cubicBezTo>
                    <a:pt x="212" y="113"/>
                    <a:pt x="212" y="113"/>
                    <a:pt x="211" y="113"/>
                  </a:cubicBezTo>
                  <a:cubicBezTo>
                    <a:pt x="210" y="105"/>
                    <a:pt x="210" y="105"/>
                    <a:pt x="210" y="105"/>
                  </a:cubicBezTo>
                  <a:cubicBezTo>
                    <a:pt x="210" y="104"/>
                    <a:pt x="210" y="104"/>
                    <a:pt x="210" y="104"/>
                  </a:cubicBezTo>
                  <a:cubicBezTo>
                    <a:pt x="210" y="104"/>
                    <a:pt x="210" y="103"/>
                    <a:pt x="211" y="103"/>
                  </a:cubicBezTo>
                  <a:cubicBezTo>
                    <a:pt x="228" y="86"/>
                    <a:pt x="228" y="86"/>
                    <a:pt x="228" y="86"/>
                  </a:cubicBezTo>
                  <a:cubicBezTo>
                    <a:pt x="233" y="81"/>
                    <a:pt x="234" y="72"/>
                    <a:pt x="231" y="66"/>
                  </a:cubicBezTo>
                  <a:cubicBezTo>
                    <a:pt x="231" y="66"/>
                    <a:pt x="231" y="65"/>
                    <a:pt x="231" y="65"/>
                  </a:cubicBezTo>
                  <a:cubicBezTo>
                    <a:pt x="223" y="53"/>
                    <a:pt x="223" y="53"/>
                    <a:pt x="223" y="53"/>
                  </a:cubicBezTo>
                  <a:cubicBezTo>
                    <a:pt x="223" y="52"/>
                    <a:pt x="223" y="52"/>
                    <a:pt x="223" y="52"/>
                  </a:cubicBezTo>
                  <a:cubicBezTo>
                    <a:pt x="220" y="47"/>
                    <a:pt x="214" y="45"/>
                    <a:pt x="208" y="45"/>
                  </a:cubicBezTo>
                  <a:cubicBezTo>
                    <a:pt x="207" y="45"/>
                    <a:pt x="205" y="45"/>
                    <a:pt x="204" y="45"/>
                  </a:cubicBezTo>
                  <a:cubicBezTo>
                    <a:pt x="181" y="53"/>
                    <a:pt x="181" y="53"/>
                    <a:pt x="181" y="53"/>
                  </a:cubicBezTo>
                  <a:cubicBezTo>
                    <a:pt x="180" y="53"/>
                    <a:pt x="179" y="52"/>
                    <a:pt x="179" y="52"/>
                  </a:cubicBezTo>
                  <a:cubicBezTo>
                    <a:pt x="179" y="52"/>
                    <a:pt x="179" y="52"/>
                    <a:pt x="179" y="52"/>
                  </a:cubicBezTo>
                  <a:cubicBezTo>
                    <a:pt x="172" y="47"/>
                    <a:pt x="172" y="47"/>
                    <a:pt x="172" y="47"/>
                  </a:cubicBezTo>
                  <a:cubicBezTo>
                    <a:pt x="172" y="47"/>
                    <a:pt x="172" y="47"/>
                    <a:pt x="172" y="47"/>
                  </a:cubicBezTo>
                  <a:cubicBezTo>
                    <a:pt x="172" y="47"/>
                    <a:pt x="171" y="46"/>
                    <a:pt x="171" y="46"/>
                  </a:cubicBezTo>
                  <a:cubicBezTo>
                    <a:pt x="172" y="22"/>
                    <a:pt x="172" y="22"/>
                    <a:pt x="172" y="22"/>
                  </a:cubicBezTo>
                  <a:cubicBezTo>
                    <a:pt x="172" y="14"/>
                    <a:pt x="167" y="7"/>
                    <a:pt x="160" y="5"/>
                  </a:cubicBezTo>
                  <a:cubicBezTo>
                    <a:pt x="160" y="5"/>
                    <a:pt x="157" y="4"/>
                    <a:pt x="152" y="3"/>
                  </a:cubicBezTo>
                  <a:cubicBezTo>
                    <a:pt x="147" y="2"/>
                    <a:pt x="144" y="1"/>
                    <a:pt x="144" y="1"/>
                  </a:cubicBezTo>
                  <a:cubicBezTo>
                    <a:pt x="137" y="0"/>
                    <a:pt x="129" y="4"/>
                    <a:pt x="126" y="10"/>
                  </a:cubicBezTo>
                  <a:cubicBezTo>
                    <a:pt x="115" y="31"/>
                    <a:pt x="115" y="31"/>
                    <a:pt x="115" y="31"/>
                  </a:cubicBezTo>
                  <a:cubicBezTo>
                    <a:pt x="114" y="32"/>
                    <a:pt x="114" y="32"/>
                    <a:pt x="114" y="32"/>
                  </a:cubicBezTo>
                  <a:cubicBezTo>
                    <a:pt x="113" y="32"/>
                    <a:pt x="113" y="32"/>
                    <a:pt x="113" y="32"/>
                  </a:cubicBezTo>
                  <a:cubicBezTo>
                    <a:pt x="105" y="33"/>
                    <a:pt x="105" y="33"/>
                    <a:pt x="105" y="33"/>
                  </a:cubicBezTo>
                  <a:cubicBezTo>
                    <a:pt x="105" y="33"/>
                    <a:pt x="105" y="33"/>
                    <a:pt x="105" y="34"/>
                  </a:cubicBezTo>
                  <a:cubicBezTo>
                    <a:pt x="104" y="34"/>
                    <a:pt x="104" y="33"/>
                    <a:pt x="103" y="33"/>
                  </a:cubicBezTo>
                  <a:cubicBezTo>
                    <a:pt x="86" y="16"/>
                    <a:pt x="86" y="16"/>
                    <a:pt x="86" y="16"/>
                  </a:cubicBezTo>
                  <a:cubicBezTo>
                    <a:pt x="83" y="13"/>
                    <a:pt x="79" y="11"/>
                    <a:pt x="74" y="11"/>
                  </a:cubicBezTo>
                  <a:cubicBezTo>
                    <a:pt x="71" y="11"/>
                    <a:pt x="69" y="12"/>
                    <a:pt x="66" y="13"/>
                  </a:cubicBezTo>
                  <a:cubicBezTo>
                    <a:pt x="66" y="13"/>
                    <a:pt x="66" y="13"/>
                    <a:pt x="66" y="13"/>
                  </a:cubicBezTo>
                  <a:cubicBezTo>
                    <a:pt x="53" y="21"/>
                    <a:pt x="53" y="21"/>
                    <a:pt x="53" y="21"/>
                  </a:cubicBezTo>
                  <a:cubicBezTo>
                    <a:pt x="53" y="21"/>
                    <a:pt x="53" y="21"/>
                    <a:pt x="53" y="21"/>
                  </a:cubicBezTo>
                  <a:cubicBezTo>
                    <a:pt x="47" y="25"/>
                    <a:pt x="44" y="33"/>
                    <a:pt x="46" y="40"/>
                  </a:cubicBezTo>
                  <a:cubicBezTo>
                    <a:pt x="53" y="63"/>
                    <a:pt x="53" y="63"/>
                    <a:pt x="53" y="63"/>
                  </a:cubicBezTo>
                  <a:cubicBezTo>
                    <a:pt x="53" y="64"/>
                    <a:pt x="53" y="64"/>
                    <a:pt x="53" y="64"/>
                  </a:cubicBezTo>
                  <a:cubicBezTo>
                    <a:pt x="53" y="65"/>
                    <a:pt x="53" y="65"/>
                    <a:pt x="52" y="65"/>
                  </a:cubicBezTo>
                  <a:cubicBezTo>
                    <a:pt x="48" y="71"/>
                    <a:pt x="48" y="71"/>
                    <a:pt x="48" y="71"/>
                  </a:cubicBezTo>
                  <a:cubicBezTo>
                    <a:pt x="48" y="72"/>
                    <a:pt x="48" y="71"/>
                    <a:pt x="48" y="72"/>
                  </a:cubicBezTo>
                  <a:cubicBezTo>
                    <a:pt x="47" y="72"/>
                    <a:pt x="47" y="72"/>
                    <a:pt x="46" y="72"/>
                  </a:cubicBezTo>
                  <a:cubicBezTo>
                    <a:pt x="22" y="72"/>
                    <a:pt x="22" y="72"/>
                    <a:pt x="22" y="72"/>
                  </a:cubicBezTo>
                  <a:cubicBezTo>
                    <a:pt x="15" y="72"/>
                    <a:pt x="8" y="77"/>
                    <a:pt x="6" y="84"/>
                  </a:cubicBezTo>
                  <a:cubicBezTo>
                    <a:pt x="5" y="84"/>
                    <a:pt x="4" y="87"/>
                    <a:pt x="3" y="92"/>
                  </a:cubicBezTo>
                  <a:cubicBezTo>
                    <a:pt x="2" y="96"/>
                    <a:pt x="2" y="100"/>
                    <a:pt x="1" y="100"/>
                  </a:cubicBezTo>
                  <a:cubicBezTo>
                    <a:pt x="0" y="107"/>
                    <a:pt x="4" y="115"/>
                    <a:pt x="11" y="118"/>
                  </a:cubicBezTo>
                  <a:cubicBezTo>
                    <a:pt x="32" y="129"/>
                    <a:pt x="32" y="129"/>
                    <a:pt x="32" y="129"/>
                  </a:cubicBezTo>
                  <a:cubicBezTo>
                    <a:pt x="32" y="129"/>
                    <a:pt x="33" y="130"/>
                    <a:pt x="33" y="130"/>
                  </a:cubicBezTo>
                  <a:cubicBezTo>
                    <a:pt x="33" y="130"/>
                    <a:pt x="33" y="131"/>
                    <a:pt x="33" y="131"/>
                  </a:cubicBezTo>
                  <a:cubicBezTo>
                    <a:pt x="34" y="139"/>
                    <a:pt x="34" y="139"/>
                    <a:pt x="34" y="139"/>
                  </a:cubicBezTo>
                  <a:cubicBezTo>
                    <a:pt x="34" y="139"/>
                    <a:pt x="34" y="139"/>
                    <a:pt x="34" y="139"/>
                  </a:cubicBezTo>
                  <a:cubicBezTo>
                    <a:pt x="34" y="139"/>
                    <a:pt x="34" y="140"/>
                    <a:pt x="34" y="140"/>
                  </a:cubicBezTo>
                  <a:cubicBezTo>
                    <a:pt x="16" y="157"/>
                    <a:pt x="16" y="157"/>
                    <a:pt x="16" y="157"/>
                  </a:cubicBezTo>
                  <a:cubicBezTo>
                    <a:pt x="11" y="162"/>
                    <a:pt x="10" y="171"/>
                    <a:pt x="13" y="177"/>
                  </a:cubicBezTo>
                  <a:cubicBezTo>
                    <a:pt x="13" y="178"/>
                    <a:pt x="13" y="178"/>
                    <a:pt x="13" y="178"/>
                  </a:cubicBezTo>
                  <a:cubicBezTo>
                    <a:pt x="21" y="191"/>
                    <a:pt x="21" y="191"/>
                    <a:pt x="21" y="191"/>
                  </a:cubicBezTo>
                  <a:cubicBezTo>
                    <a:pt x="21" y="191"/>
                    <a:pt x="21" y="191"/>
                    <a:pt x="21" y="191"/>
                  </a:cubicBezTo>
                  <a:cubicBezTo>
                    <a:pt x="25" y="196"/>
                    <a:pt x="30" y="199"/>
                    <a:pt x="36" y="199"/>
                  </a:cubicBezTo>
                  <a:cubicBezTo>
                    <a:pt x="38" y="199"/>
                    <a:pt x="39" y="198"/>
                    <a:pt x="41" y="198"/>
                  </a:cubicBezTo>
                  <a:cubicBezTo>
                    <a:pt x="64" y="191"/>
                    <a:pt x="64" y="191"/>
                    <a:pt x="64" y="191"/>
                  </a:cubicBezTo>
                  <a:cubicBezTo>
                    <a:pt x="64" y="191"/>
                    <a:pt x="65" y="191"/>
                    <a:pt x="65" y="191"/>
                  </a:cubicBezTo>
                  <a:cubicBezTo>
                    <a:pt x="65" y="191"/>
                    <a:pt x="65" y="191"/>
                    <a:pt x="65" y="191"/>
                  </a:cubicBezTo>
                  <a:cubicBezTo>
                    <a:pt x="72" y="196"/>
                    <a:pt x="72" y="196"/>
                    <a:pt x="72" y="196"/>
                  </a:cubicBezTo>
                  <a:cubicBezTo>
                    <a:pt x="72" y="196"/>
                    <a:pt x="72" y="196"/>
                    <a:pt x="72" y="196"/>
                  </a:cubicBezTo>
                  <a:cubicBezTo>
                    <a:pt x="72" y="196"/>
                    <a:pt x="73" y="197"/>
                    <a:pt x="73" y="197"/>
                  </a:cubicBezTo>
                  <a:cubicBezTo>
                    <a:pt x="73" y="222"/>
                    <a:pt x="73" y="222"/>
                    <a:pt x="73" y="222"/>
                  </a:cubicBezTo>
                  <a:cubicBezTo>
                    <a:pt x="73" y="229"/>
                    <a:pt x="77" y="236"/>
                    <a:pt x="84" y="238"/>
                  </a:cubicBezTo>
                  <a:cubicBezTo>
                    <a:pt x="84" y="238"/>
                    <a:pt x="88" y="239"/>
                    <a:pt x="92" y="241"/>
                  </a:cubicBezTo>
                  <a:cubicBezTo>
                    <a:pt x="97" y="242"/>
                    <a:pt x="100" y="242"/>
                    <a:pt x="100" y="242"/>
                  </a:cubicBezTo>
                  <a:cubicBezTo>
                    <a:pt x="101" y="242"/>
                    <a:pt x="102" y="242"/>
                    <a:pt x="103" y="242"/>
                  </a:cubicBezTo>
                  <a:cubicBezTo>
                    <a:pt x="109" y="242"/>
                    <a:pt x="116" y="239"/>
                    <a:pt x="119" y="233"/>
                  </a:cubicBezTo>
                  <a:cubicBezTo>
                    <a:pt x="130" y="212"/>
                    <a:pt x="130" y="212"/>
                    <a:pt x="130" y="212"/>
                  </a:cubicBezTo>
                  <a:cubicBezTo>
                    <a:pt x="130" y="212"/>
                    <a:pt x="131" y="211"/>
                    <a:pt x="131" y="211"/>
                  </a:cubicBezTo>
                  <a:cubicBezTo>
                    <a:pt x="131" y="211"/>
                    <a:pt x="131" y="211"/>
                    <a:pt x="131" y="211"/>
                  </a:cubicBezTo>
                  <a:cubicBezTo>
                    <a:pt x="139" y="210"/>
                    <a:pt x="139" y="210"/>
                    <a:pt x="139" y="210"/>
                  </a:cubicBezTo>
                  <a:cubicBezTo>
                    <a:pt x="139" y="210"/>
                    <a:pt x="139" y="210"/>
                    <a:pt x="140" y="210"/>
                  </a:cubicBezTo>
                  <a:cubicBezTo>
                    <a:pt x="140" y="210"/>
                    <a:pt x="141" y="210"/>
                    <a:pt x="141" y="210"/>
                  </a:cubicBezTo>
                  <a:cubicBezTo>
                    <a:pt x="158" y="227"/>
                    <a:pt x="158" y="227"/>
                    <a:pt x="158" y="227"/>
                  </a:cubicBezTo>
                  <a:cubicBezTo>
                    <a:pt x="161" y="231"/>
                    <a:pt x="165" y="232"/>
                    <a:pt x="170" y="232"/>
                  </a:cubicBezTo>
                  <a:cubicBezTo>
                    <a:pt x="173" y="232"/>
                    <a:pt x="176" y="232"/>
                    <a:pt x="178" y="231"/>
                  </a:cubicBezTo>
                  <a:cubicBezTo>
                    <a:pt x="178" y="230"/>
                    <a:pt x="178" y="230"/>
                    <a:pt x="178" y="230"/>
                  </a:cubicBezTo>
                  <a:cubicBezTo>
                    <a:pt x="191" y="223"/>
                    <a:pt x="191" y="223"/>
                    <a:pt x="191" y="223"/>
                  </a:cubicBezTo>
                  <a:cubicBezTo>
                    <a:pt x="191" y="223"/>
                    <a:pt x="192" y="222"/>
                    <a:pt x="192" y="222"/>
                  </a:cubicBezTo>
                  <a:cubicBezTo>
                    <a:pt x="198" y="218"/>
                    <a:pt x="201" y="210"/>
                    <a:pt x="198" y="203"/>
                  </a:cubicBezTo>
                  <a:cubicBezTo>
                    <a:pt x="191" y="180"/>
                    <a:pt x="191" y="180"/>
                    <a:pt x="191" y="180"/>
                  </a:cubicBezTo>
                  <a:cubicBezTo>
                    <a:pt x="191" y="180"/>
                    <a:pt x="191" y="179"/>
                    <a:pt x="191" y="179"/>
                  </a:cubicBezTo>
                  <a:cubicBezTo>
                    <a:pt x="192" y="179"/>
                    <a:pt x="192" y="178"/>
                    <a:pt x="192" y="178"/>
                  </a:cubicBezTo>
                  <a:cubicBezTo>
                    <a:pt x="197" y="172"/>
                    <a:pt x="197" y="172"/>
                    <a:pt x="197" y="172"/>
                  </a:cubicBezTo>
                  <a:cubicBezTo>
                    <a:pt x="197" y="172"/>
                    <a:pt x="197" y="172"/>
                    <a:pt x="197" y="172"/>
                  </a:cubicBezTo>
                  <a:cubicBezTo>
                    <a:pt x="197" y="171"/>
                    <a:pt x="198" y="171"/>
                    <a:pt x="198" y="171"/>
                  </a:cubicBezTo>
                  <a:cubicBezTo>
                    <a:pt x="222" y="171"/>
                    <a:pt x="222" y="171"/>
                    <a:pt x="222" y="171"/>
                  </a:cubicBezTo>
                  <a:cubicBezTo>
                    <a:pt x="222" y="171"/>
                    <a:pt x="222" y="171"/>
                    <a:pt x="222" y="171"/>
                  </a:cubicBezTo>
                  <a:cubicBezTo>
                    <a:pt x="229" y="171"/>
                    <a:pt x="236" y="166"/>
                    <a:pt x="239" y="160"/>
                  </a:cubicBezTo>
                  <a:cubicBezTo>
                    <a:pt x="239" y="159"/>
                    <a:pt x="240" y="156"/>
                    <a:pt x="241" y="152"/>
                  </a:cubicBezTo>
                  <a:cubicBezTo>
                    <a:pt x="242" y="147"/>
                    <a:pt x="243" y="144"/>
                    <a:pt x="243" y="143"/>
                  </a:cubicBezTo>
                  <a:cubicBezTo>
                    <a:pt x="244" y="136"/>
                    <a:pt x="240" y="129"/>
                    <a:pt x="234" y="125"/>
                  </a:cubicBezTo>
                  <a:close/>
                  <a:moveTo>
                    <a:pt x="223" y="147"/>
                  </a:moveTo>
                  <a:cubicBezTo>
                    <a:pt x="222" y="149"/>
                    <a:pt x="222" y="151"/>
                    <a:pt x="221" y="152"/>
                  </a:cubicBezTo>
                  <a:cubicBezTo>
                    <a:pt x="198" y="152"/>
                    <a:pt x="198" y="152"/>
                    <a:pt x="198" y="152"/>
                  </a:cubicBezTo>
                  <a:cubicBezTo>
                    <a:pt x="192" y="152"/>
                    <a:pt x="185" y="156"/>
                    <a:pt x="181" y="161"/>
                  </a:cubicBezTo>
                  <a:cubicBezTo>
                    <a:pt x="177" y="167"/>
                    <a:pt x="177" y="167"/>
                    <a:pt x="177" y="167"/>
                  </a:cubicBezTo>
                  <a:cubicBezTo>
                    <a:pt x="173" y="172"/>
                    <a:pt x="171" y="180"/>
                    <a:pt x="173" y="185"/>
                  </a:cubicBezTo>
                  <a:cubicBezTo>
                    <a:pt x="180" y="207"/>
                    <a:pt x="180" y="207"/>
                    <a:pt x="180" y="207"/>
                  </a:cubicBezTo>
                  <a:cubicBezTo>
                    <a:pt x="170" y="213"/>
                    <a:pt x="170" y="213"/>
                    <a:pt x="170" y="213"/>
                  </a:cubicBezTo>
                  <a:cubicBezTo>
                    <a:pt x="154" y="197"/>
                    <a:pt x="154" y="197"/>
                    <a:pt x="154" y="197"/>
                  </a:cubicBezTo>
                  <a:cubicBezTo>
                    <a:pt x="150" y="193"/>
                    <a:pt x="142" y="190"/>
                    <a:pt x="136" y="191"/>
                  </a:cubicBezTo>
                  <a:cubicBezTo>
                    <a:pt x="129" y="192"/>
                    <a:pt x="129" y="192"/>
                    <a:pt x="129" y="192"/>
                  </a:cubicBezTo>
                  <a:cubicBezTo>
                    <a:pt x="122" y="193"/>
                    <a:pt x="116" y="197"/>
                    <a:pt x="113" y="203"/>
                  </a:cubicBezTo>
                  <a:cubicBezTo>
                    <a:pt x="102" y="224"/>
                    <a:pt x="102" y="224"/>
                    <a:pt x="102" y="224"/>
                  </a:cubicBezTo>
                  <a:cubicBezTo>
                    <a:pt x="101" y="223"/>
                    <a:pt x="99" y="223"/>
                    <a:pt x="97" y="222"/>
                  </a:cubicBezTo>
                  <a:cubicBezTo>
                    <a:pt x="94" y="222"/>
                    <a:pt x="92" y="221"/>
                    <a:pt x="91" y="221"/>
                  </a:cubicBezTo>
                  <a:cubicBezTo>
                    <a:pt x="92" y="198"/>
                    <a:pt x="92" y="198"/>
                    <a:pt x="92" y="198"/>
                  </a:cubicBezTo>
                  <a:cubicBezTo>
                    <a:pt x="92" y="191"/>
                    <a:pt x="88" y="184"/>
                    <a:pt x="83" y="181"/>
                  </a:cubicBezTo>
                  <a:cubicBezTo>
                    <a:pt x="77" y="176"/>
                    <a:pt x="77" y="176"/>
                    <a:pt x="77" y="176"/>
                  </a:cubicBezTo>
                  <a:cubicBezTo>
                    <a:pt x="72" y="173"/>
                    <a:pt x="64" y="171"/>
                    <a:pt x="58" y="173"/>
                  </a:cubicBezTo>
                  <a:cubicBezTo>
                    <a:pt x="36" y="180"/>
                    <a:pt x="36" y="180"/>
                    <a:pt x="36" y="180"/>
                  </a:cubicBezTo>
                  <a:cubicBezTo>
                    <a:pt x="30" y="170"/>
                    <a:pt x="30" y="170"/>
                    <a:pt x="30" y="170"/>
                  </a:cubicBezTo>
                  <a:cubicBezTo>
                    <a:pt x="47" y="154"/>
                    <a:pt x="47" y="154"/>
                    <a:pt x="47" y="154"/>
                  </a:cubicBezTo>
                  <a:cubicBezTo>
                    <a:pt x="51" y="149"/>
                    <a:pt x="54" y="142"/>
                    <a:pt x="52" y="136"/>
                  </a:cubicBezTo>
                  <a:cubicBezTo>
                    <a:pt x="51" y="128"/>
                    <a:pt x="51" y="128"/>
                    <a:pt x="51" y="128"/>
                  </a:cubicBezTo>
                  <a:cubicBezTo>
                    <a:pt x="51" y="122"/>
                    <a:pt x="46" y="116"/>
                    <a:pt x="41" y="113"/>
                  </a:cubicBezTo>
                  <a:cubicBezTo>
                    <a:pt x="20" y="102"/>
                    <a:pt x="20" y="102"/>
                    <a:pt x="20" y="102"/>
                  </a:cubicBezTo>
                  <a:cubicBezTo>
                    <a:pt x="20" y="101"/>
                    <a:pt x="21" y="99"/>
                    <a:pt x="21" y="96"/>
                  </a:cubicBezTo>
                  <a:cubicBezTo>
                    <a:pt x="22" y="94"/>
                    <a:pt x="23" y="92"/>
                    <a:pt x="23" y="91"/>
                  </a:cubicBezTo>
                  <a:cubicBezTo>
                    <a:pt x="46" y="91"/>
                    <a:pt x="46" y="91"/>
                    <a:pt x="46" y="91"/>
                  </a:cubicBezTo>
                  <a:cubicBezTo>
                    <a:pt x="53" y="91"/>
                    <a:pt x="59" y="87"/>
                    <a:pt x="63" y="82"/>
                  </a:cubicBezTo>
                  <a:cubicBezTo>
                    <a:pt x="67" y="76"/>
                    <a:pt x="67" y="76"/>
                    <a:pt x="67" y="76"/>
                  </a:cubicBezTo>
                  <a:cubicBezTo>
                    <a:pt x="71" y="71"/>
                    <a:pt x="73" y="64"/>
                    <a:pt x="71" y="58"/>
                  </a:cubicBezTo>
                  <a:cubicBezTo>
                    <a:pt x="64" y="36"/>
                    <a:pt x="64" y="36"/>
                    <a:pt x="64" y="36"/>
                  </a:cubicBezTo>
                  <a:cubicBezTo>
                    <a:pt x="74" y="30"/>
                    <a:pt x="74" y="30"/>
                    <a:pt x="74" y="30"/>
                  </a:cubicBezTo>
                  <a:cubicBezTo>
                    <a:pt x="90" y="46"/>
                    <a:pt x="90" y="46"/>
                    <a:pt x="90" y="46"/>
                  </a:cubicBezTo>
                  <a:cubicBezTo>
                    <a:pt x="94" y="51"/>
                    <a:pt x="102" y="53"/>
                    <a:pt x="108" y="52"/>
                  </a:cubicBezTo>
                  <a:cubicBezTo>
                    <a:pt x="116" y="51"/>
                    <a:pt x="116" y="51"/>
                    <a:pt x="116" y="51"/>
                  </a:cubicBezTo>
                  <a:cubicBezTo>
                    <a:pt x="122" y="50"/>
                    <a:pt x="128" y="46"/>
                    <a:pt x="131" y="40"/>
                  </a:cubicBezTo>
                  <a:cubicBezTo>
                    <a:pt x="142" y="20"/>
                    <a:pt x="142" y="20"/>
                    <a:pt x="142" y="20"/>
                  </a:cubicBezTo>
                  <a:cubicBezTo>
                    <a:pt x="143" y="20"/>
                    <a:pt x="145" y="20"/>
                    <a:pt x="147" y="21"/>
                  </a:cubicBezTo>
                  <a:cubicBezTo>
                    <a:pt x="150" y="21"/>
                    <a:pt x="152" y="22"/>
                    <a:pt x="153" y="22"/>
                  </a:cubicBezTo>
                  <a:cubicBezTo>
                    <a:pt x="153" y="46"/>
                    <a:pt x="153" y="46"/>
                    <a:pt x="153" y="46"/>
                  </a:cubicBezTo>
                  <a:cubicBezTo>
                    <a:pt x="153" y="52"/>
                    <a:pt x="156" y="59"/>
                    <a:pt x="161" y="62"/>
                  </a:cubicBezTo>
                  <a:cubicBezTo>
                    <a:pt x="168" y="67"/>
                    <a:pt x="168" y="67"/>
                    <a:pt x="168" y="67"/>
                  </a:cubicBezTo>
                  <a:cubicBezTo>
                    <a:pt x="172" y="71"/>
                    <a:pt x="180" y="72"/>
                    <a:pt x="186" y="70"/>
                  </a:cubicBezTo>
                  <a:cubicBezTo>
                    <a:pt x="208" y="64"/>
                    <a:pt x="208" y="64"/>
                    <a:pt x="208" y="64"/>
                  </a:cubicBezTo>
                  <a:cubicBezTo>
                    <a:pt x="214" y="73"/>
                    <a:pt x="214" y="73"/>
                    <a:pt x="214" y="73"/>
                  </a:cubicBezTo>
                  <a:cubicBezTo>
                    <a:pt x="197" y="90"/>
                    <a:pt x="197" y="90"/>
                    <a:pt x="197" y="90"/>
                  </a:cubicBezTo>
                  <a:cubicBezTo>
                    <a:pt x="193" y="94"/>
                    <a:pt x="191" y="101"/>
                    <a:pt x="192" y="108"/>
                  </a:cubicBezTo>
                  <a:cubicBezTo>
                    <a:pt x="193" y="115"/>
                    <a:pt x="193" y="115"/>
                    <a:pt x="193" y="115"/>
                  </a:cubicBezTo>
                  <a:cubicBezTo>
                    <a:pt x="194" y="121"/>
                    <a:pt x="198" y="128"/>
                    <a:pt x="203" y="131"/>
                  </a:cubicBezTo>
                  <a:cubicBezTo>
                    <a:pt x="224" y="141"/>
                    <a:pt x="224" y="141"/>
                    <a:pt x="224" y="141"/>
                  </a:cubicBezTo>
                  <a:cubicBezTo>
                    <a:pt x="224" y="142"/>
                    <a:pt x="224" y="144"/>
                    <a:pt x="223" y="147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31" name="Freeform 196"/>
            <p:cNvSpPr>
              <a:spLocks noEditPoints="1"/>
            </p:cNvSpPr>
            <p:nvPr/>
          </p:nvSpPr>
          <p:spPr bwMode="auto">
            <a:xfrm>
              <a:off x="3416301" y="3797301"/>
              <a:ext cx="82550" cy="82550"/>
            </a:xfrm>
            <a:custGeom>
              <a:avLst/>
              <a:gdLst>
                <a:gd name="T0" fmla="*/ 42 w 84"/>
                <a:gd name="T1" fmla="*/ 0 h 84"/>
                <a:gd name="T2" fmla="*/ 0 w 84"/>
                <a:gd name="T3" fmla="*/ 42 h 84"/>
                <a:gd name="T4" fmla="*/ 42 w 84"/>
                <a:gd name="T5" fmla="*/ 84 h 84"/>
                <a:gd name="T6" fmla="*/ 84 w 84"/>
                <a:gd name="T7" fmla="*/ 42 h 84"/>
                <a:gd name="T8" fmla="*/ 42 w 84"/>
                <a:gd name="T9" fmla="*/ 0 h 84"/>
                <a:gd name="T10" fmla="*/ 42 w 84"/>
                <a:gd name="T11" fmla="*/ 65 h 84"/>
                <a:gd name="T12" fmla="*/ 19 w 84"/>
                <a:gd name="T13" fmla="*/ 42 h 84"/>
                <a:gd name="T14" fmla="*/ 42 w 84"/>
                <a:gd name="T15" fmla="*/ 18 h 84"/>
                <a:gd name="T16" fmla="*/ 66 w 84"/>
                <a:gd name="T17" fmla="*/ 42 h 84"/>
                <a:gd name="T18" fmla="*/ 42 w 84"/>
                <a:gd name="T19" fmla="*/ 65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4" h="84">
                  <a:moveTo>
                    <a:pt x="42" y="0"/>
                  </a:moveTo>
                  <a:cubicBezTo>
                    <a:pt x="19" y="0"/>
                    <a:pt x="0" y="18"/>
                    <a:pt x="0" y="42"/>
                  </a:cubicBezTo>
                  <a:cubicBezTo>
                    <a:pt x="0" y="65"/>
                    <a:pt x="19" y="84"/>
                    <a:pt x="42" y="84"/>
                  </a:cubicBezTo>
                  <a:cubicBezTo>
                    <a:pt x="65" y="84"/>
                    <a:pt x="84" y="65"/>
                    <a:pt x="84" y="42"/>
                  </a:cubicBezTo>
                  <a:cubicBezTo>
                    <a:pt x="84" y="18"/>
                    <a:pt x="65" y="0"/>
                    <a:pt x="42" y="0"/>
                  </a:cubicBezTo>
                  <a:close/>
                  <a:moveTo>
                    <a:pt x="42" y="65"/>
                  </a:moveTo>
                  <a:cubicBezTo>
                    <a:pt x="29" y="65"/>
                    <a:pt x="19" y="55"/>
                    <a:pt x="19" y="42"/>
                  </a:cubicBezTo>
                  <a:cubicBezTo>
                    <a:pt x="19" y="29"/>
                    <a:pt x="29" y="18"/>
                    <a:pt x="42" y="18"/>
                  </a:cubicBezTo>
                  <a:cubicBezTo>
                    <a:pt x="55" y="18"/>
                    <a:pt x="66" y="29"/>
                    <a:pt x="66" y="42"/>
                  </a:cubicBezTo>
                  <a:cubicBezTo>
                    <a:pt x="66" y="55"/>
                    <a:pt x="55" y="65"/>
                    <a:pt x="42" y="65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48" name="Group 247"/>
          <p:cNvGrpSpPr/>
          <p:nvPr/>
        </p:nvGrpSpPr>
        <p:grpSpPr>
          <a:xfrm>
            <a:off x="2995086" y="4955117"/>
            <a:ext cx="611717" cy="567267"/>
            <a:chOff x="2246314" y="3716338"/>
            <a:chExt cx="458788" cy="425450"/>
          </a:xfrm>
          <a:solidFill>
            <a:schemeClr val="tx2"/>
          </a:solidFill>
        </p:grpSpPr>
        <p:sp>
          <p:nvSpPr>
            <p:cNvPr id="232" name="Freeform 197"/>
            <p:cNvSpPr>
              <a:spLocks noEditPoints="1"/>
            </p:cNvSpPr>
            <p:nvPr/>
          </p:nvSpPr>
          <p:spPr bwMode="auto">
            <a:xfrm>
              <a:off x="2246314" y="3743326"/>
              <a:ext cx="425450" cy="274638"/>
            </a:xfrm>
            <a:custGeom>
              <a:avLst/>
              <a:gdLst>
                <a:gd name="T0" fmla="*/ 361 w 428"/>
                <a:gd name="T1" fmla="*/ 6 h 276"/>
                <a:gd name="T2" fmla="*/ 356 w 428"/>
                <a:gd name="T3" fmla="*/ 1 h 276"/>
                <a:gd name="T4" fmla="*/ 348 w 428"/>
                <a:gd name="T5" fmla="*/ 1 h 276"/>
                <a:gd name="T6" fmla="*/ 192 w 428"/>
                <a:gd name="T7" fmla="*/ 83 h 276"/>
                <a:gd name="T8" fmla="*/ 188 w 428"/>
                <a:gd name="T9" fmla="*/ 95 h 276"/>
                <a:gd name="T10" fmla="*/ 190 w 428"/>
                <a:gd name="T11" fmla="*/ 101 h 276"/>
                <a:gd name="T12" fmla="*/ 102 w 428"/>
                <a:gd name="T13" fmla="*/ 149 h 276"/>
                <a:gd name="T14" fmla="*/ 98 w 428"/>
                <a:gd name="T15" fmla="*/ 161 h 276"/>
                <a:gd name="T16" fmla="*/ 100 w 428"/>
                <a:gd name="T17" fmla="*/ 166 h 276"/>
                <a:gd name="T18" fmla="*/ 7 w 428"/>
                <a:gd name="T19" fmla="*/ 211 h 276"/>
                <a:gd name="T20" fmla="*/ 2 w 428"/>
                <a:gd name="T21" fmla="*/ 223 h 276"/>
                <a:gd name="T22" fmla="*/ 22 w 428"/>
                <a:gd name="T23" fmla="*/ 270 h 276"/>
                <a:gd name="T24" fmla="*/ 30 w 428"/>
                <a:gd name="T25" fmla="*/ 276 h 276"/>
                <a:gd name="T26" fmla="*/ 33 w 428"/>
                <a:gd name="T27" fmla="*/ 275 h 276"/>
                <a:gd name="T28" fmla="*/ 131 w 428"/>
                <a:gd name="T29" fmla="*/ 241 h 276"/>
                <a:gd name="T30" fmla="*/ 133 w 428"/>
                <a:gd name="T31" fmla="*/ 245 h 276"/>
                <a:gd name="T32" fmla="*/ 141 w 428"/>
                <a:gd name="T33" fmla="*/ 251 h 276"/>
                <a:gd name="T34" fmla="*/ 144 w 428"/>
                <a:gd name="T35" fmla="*/ 251 h 276"/>
                <a:gd name="T36" fmla="*/ 237 w 428"/>
                <a:gd name="T37" fmla="*/ 224 h 276"/>
                <a:gd name="T38" fmla="*/ 239 w 428"/>
                <a:gd name="T39" fmla="*/ 229 h 276"/>
                <a:gd name="T40" fmla="*/ 248 w 428"/>
                <a:gd name="T41" fmla="*/ 235 h 276"/>
                <a:gd name="T42" fmla="*/ 250 w 428"/>
                <a:gd name="T43" fmla="*/ 235 h 276"/>
                <a:gd name="T44" fmla="*/ 421 w 428"/>
                <a:gd name="T45" fmla="*/ 182 h 276"/>
                <a:gd name="T46" fmla="*/ 426 w 428"/>
                <a:gd name="T47" fmla="*/ 177 h 276"/>
                <a:gd name="T48" fmla="*/ 427 w 428"/>
                <a:gd name="T49" fmla="*/ 170 h 276"/>
                <a:gd name="T50" fmla="*/ 361 w 428"/>
                <a:gd name="T51" fmla="*/ 6 h 276"/>
                <a:gd name="T52" fmla="*/ 36 w 428"/>
                <a:gd name="T53" fmla="*/ 254 h 276"/>
                <a:gd name="T54" fmla="*/ 23 w 428"/>
                <a:gd name="T55" fmla="*/ 224 h 276"/>
                <a:gd name="T56" fmla="*/ 107 w 428"/>
                <a:gd name="T57" fmla="*/ 183 h 276"/>
                <a:gd name="T58" fmla="*/ 124 w 428"/>
                <a:gd name="T59" fmla="*/ 223 h 276"/>
                <a:gd name="T60" fmla="*/ 36 w 428"/>
                <a:gd name="T61" fmla="*/ 254 h 276"/>
                <a:gd name="T62" fmla="*/ 147 w 428"/>
                <a:gd name="T63" fmla="*/ 230 h 276"/>
                <a:gd name="T64" fmla="*/ 118 w 428"/>
                <a:gd name="T65" fmla="*/ 162 h 276"/>
                <a:gd name="T66" fmla="*/ 196 w 428"/>
                <a:gd name="T67" fmla="*/ 119 h 276"/>
                <a:gd name="T68" fmla="*/ 226 w 428"/>
                <a:gd name="T69" fmla="*/ 196 h 276"/>
                <a:gd name="T70" fmla="*/ 230 w 428"/>
                <a:gd name="T71" fmla="*/ 206 h 276"/>
                <a:gd name="T72" fmla="*/ 147 w 428"/>
                <a:gd name="T73" fmla="*/ 230 h 276"/>
                <a:gd name="T74" fmla="*/ 253 w 428"/>
                <a:gd name="T75" fmla="*/ 214 h 276"/>
                <a:gd name="T76" fmla="*/ 252 w 428"/>
                <a:gd name="T77" fmla="*/ 210 h 276"/>
                <a:gd name="T78" fmla="*/ 251 w 428"/>
                <a:gd name="T79" fmla="*/ 209 h 276"/>
                <a:gd name="T80" fmla="*/ 244 w 428"/>
                <a:gd name="T81" fmla="*/ 189 h 276"/>
                <a:gd name="T82" fmla="*/ 208 w 428"/>
                <a:gd name="T83" fmla="*/ 96 h 276"/>
                <a:gd name="T84" fmla="*/ 348 w 428"/>
                <a:gd name="T85" fmla="*/ 23 h 276"/>
                <a:gd name="T86" fmla="*/ 405 w 428"/>
                <a:gd name="T87" fmla="*/ 167 h 276"/>
                <a:gd name="T88" fmla="*/ 253 w 428"/>
                <a:gd name="T89" fmla="*/ 214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428" h="276">
                  <a:moveTo>
                    <a:pt x="361" y="6"/>
                  </a:moveTo>
                  <a:cubicBezTo>
                    <a:pt x="360" y="4"/>
                    <a:pt x="358" y="2"/>
                    <a:pt x="356" y="1"/>
                  </a:cubicBezTo>
                  <a:cubicBezTo>
                    <a:pt x="353" y="0"/>
                    <a:pt x="350" y="0"/>
                    <a:pt x="348" y="1"/>
                  </a:cubicBezTo>
                  <a:cubicBezTo>
                    <a:pt x="192" y="83"/>
                    <a:pt x="192" y="83"/>
                    <a:pt x="192" y="83"/>
                  </a:cubicBezTo>
                  <a:cubicBezTo>
                    <a:pt x="188" y="86"/>
                    <a:pt x="186" y="91"/>
                    <a:pt x="188" y="95"/>
                  </a:cubicBezTo>
                  <a:cubicBezTo>
                    <a:pt x="190" y="101"/>
                    <a:pt x="190" y="101"/>
                    <a:pt x="190" y="101"/>
                  </a:cubicBezTo>
                  <a:cubicBezTo>
                    <a:pt x="102" y="149"/>
                    <a:pt x="102" y="149"/>
                    <a:pt x="102" y="149"/>
                  </a:cubicBezTo>
                  <a:cubicBezTo>
                    <a:pt x="98" y="152"/>
                    <a:pt x="96" y="157"/>
                    <a:pt x="98" y="161"/>
                  </a:cubicBezTo>
                  <a:cubicBezTo>
                    <a:pt x="100" y="166"/>
                    <a:pt x="100" y="166"/>
                    <a:pt x="100" y="166"/>
                  </a:cubicBezTo>
                  <a:cubicBezTo>
                    <a:pt x="7" y="211"/>
                    <a:pt x="7" y="211"/>
                    <a:pt x="7" y="211"/>
                  </a:cubicBezTo>
                  <a:cubicBezTo>
                    <a:pt x="2" y="213"/>
                    <a:pt x="0" y="218"/>
                    <a:pt x="2" y="223"/>
                  </a:cubicBezTo>
                  <a:cubicBezTo>
                    <a:pt x="22" y="270"/>
                    <a:pt x="22" y="270"/>
                    <a:pt x="22" y="270"/>
                  </a:cubicBezTo>
                  <a:cubicBezTo>
                    <a:pt x="23" y="273"/>
                    <a:pt x="27" y="276"/>
                    <a:pt x="30" y="276"/>
                  </a:cubicBezTo>
                  <a:cubicBezTo>
                    <a:pt x="31" y="276"/>
                    <a:pt x="32" y="275"/>
                    <a:pt x="33" y="275"/>
                  </a:cubicBezTo>
                  <a:cubicBezTo>
                    <a:pt x="131" y="241"/>
                    <a:pt x="131" y="241"/>
                    <a:pt x="131" y="241"/>
                  </a:cubicBezTo>
                  <a:cubicBezTo>
                    <a:pt x="133" y="245"/>
                    <a:pt x="133" y="245"/>
                    <a:pt x="133" y="245"/>
                  </a:cubicBezTo>
                  <a:cubicBezTo>
                    <a:pt x="134" y="249"/>
                    <a:pt x="138" y="251"/>
                    <a:pt x="141" y="251"/>
                  </a:cubicBezTo>
                  <a:cubicBezTo>
                    <a:pt x="142" y="251"/>
                    <a:pt x="143" y="251"/>
                    <a:pt x="144" y="251"/>
                  </a:cubicBezTo>
                  <a:cubicBezTo>
                    <a:pt x="237" y="224"/>
                    <a:pt x="237" y="224"/>
                    <a:pt x="237" y="224"/>
                  </a:cubicBezTo>
                  <a:cubicBezTo>
                    <a:pt x="239" y="229"/>
                    <a:pt x="239" y="229"/>
                    <a:pt x="239" y="229"/>
                  </a:cubicBezTo>
                  <a:cubicBezTo>
                    <a:pt x="240" y="233"/>
                    <a:pt x="244" y="235"/>
                    <a:pt x="248" y="235"/>
                  </a:cubicBezTo>
                  <a:cubicBezTo>
                    <a:pt x="248" y="235"/>
                    <a:pt x="249" y="235"/>
                    <a:pt x="250" y="235"/>
                  </a:cubicBezTo>
                  <a:cubicBezTo>
                    <a:pt x="421" y="182"/>
                    <a:pt x="421" y="182"/>
                    <a:pt x="421" y="182"/>
                  </a:cubicBezTo>
                  <a:cubicBezTo>
                    <a:pt x="423" y="181"/>
                    <a:pt x="425" y="180"/>
                    <a:pt x="426" y="177"/>
                  </a:cubicBezTo>
                  <a:cubicBezTo>
                    <a:pt x="427" y="175"/>
                    <a:pt x="428" y="172"/>
                    <a:pt x="427" y="170"/>
                  </a:cubicBezTo>
                  <a:lnTo>
                    <a:pt x="361" y="6"/>
                  </a:lnTo>
                  <a:close/>
                  <a:moveTo>
                    <a:pt x="36" y="254"/>
                  </a:moveTo>
                  <a:cubicBezTo>
                    <a:pt x="23" y="224"/>
                    <a:pt x="23" y="224"/>
                    <a:pt x="23" y="224"/>
                  </a:cubicBezTo>
                  <a:cubicBezTo>
                    <a:pt x="107" y="183"/>
                    <a:pt x="107" y="183"/>
                    <a:pt x="107" y="183"/>
                  </a:cubicBezTo>
                  <a:cubicBezTo>
                    <a:pt x="124" y="223"/>
                    <a:pt x="124" y="223"/>
                    <a:pt x="124" y="223"/>
                  </a:cubicBezTo>
                  <a:lnTo>
                    <a:pt x="36" y="254"/>
                  </a:lnTo>
                  <a:close/>
                  <a:moveTo>
                    <a:pt x="147" y="230"/>
                  </a:moveTo>
                  <a:cubicBezTo>
                    <a:pt x="118" y="162"/>
                    <a:pt x="118" y="162"/>
                    <a:pt x="118" y="162"/>
                  </a:cubicBezTo>
                  <a:cubicBezTo>
                    <a:pt x="196" y="119"/>
                    <a:pt x="196" y="119"/>
                    <a:pt x="196" y="119"/>
                  </a:cubicBezTo>
                  <a:cubicBezTo>
                    <a:pt x="226" y="196"/>
                    <a:pt x="226" y="196"/>
                    <a:pt x="226" y="196"/>
                  </a:cubicBezTo>
                  <a:cubicBezTo>
                    <a:pt x="230" y="206"/>
                    <a:pt x="230" y="206"/>
                    <a:pt x="230" y="206"/>
                  </a:cubicBezTo>
                  <a:lnTo>
                    <a:pt x="147" y="230"/>
                  </a:lnTo>
                  <a:close/>
                  <a:moveTo>
                    <a:pt x="253" y="214"/>
                  </a:moveTo>
                  <a:cubicBezTo>
                    <a:pt x="252" y="210"/>
                    <a:pt x="252" y="210"/>
                    <a:pt x="252" y="210"/>
                  </a:cubicBezTo>
                  <a:cubicBezTo>
                    <a:pt x="252" y="210"/>
                    <a:pt x="252" y="209"/>
                    <a:pt x="251" y="209"/>
                  </a:cubicBezTo>
                  <a:cubicBezTo>
                    <a:pt x="244" y="189"/>
                    <a:pt x="244" y="189"/>
                    <a:pt x="244" y="189"/>
                  </a:cubicBezTo>
                  <a:cubicBezTo>
                    <a:pt x="208" y="96"/>
                    <a:pt x="208" y="96"/>
                    <a:pt x="208" y="96"/>
                  </a:cubicBezTo>
                  <a:cubicBezTo>
                    <a:pt x="348" y="23"/>
                    <a:pt x="348" y="23"/>
                    <a:pt x="348" y="23"/>
                  </a:cubicBezTo>
                  <a:cubicBezTo>
                    <a:pt x="405" y="167"/>
                    <a:pt x="405" y="167"/>
                    <a:pt x="405" y="167"/>
                  </a:cubicBezTo>
                  <a:lnTo>
                    <a:pt x="253" y="21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33" name="Freeform 198"/>
            <p:cNvSpPr>
              <a:spLocks/>
            </p:cNvSpPr>
            <p:nvPr/>
          </p:nvSpPr>
          <p:spPr bwMode="auto">
            <a:xfrm>
              <a:off x="2605089" y="3716338"/>
              <a:ext cx="100013" cy="215900"/>
            </a:xfrm>
            <a:custGeom>
              <a:avLst/>
              <a:gdLst>
                <a:gd name="T0" fmla="*/ 98 w 100"/>
                <a:gd name="T1" fmla="*/ 203 h 216"/>
                <a:gd name="T2" fmla="*/ 20 w 100"/>
                <a:gd name="T3" fmla="*/ 7 h 216"/>
                <a:gd name="T4" fmla="*/ 8 w 100"/>
                <a:gd name="T5" fmla="*/ 2 h 216"/>
                <a:gd name="T6" fmla="*/ 2 w 100"/>
                <a:gd name="T7" fmla="*/ 14 h 216"/>
                <a:gd name="T8" fmla="*/ 81 w 100"/>
                <a:gd name="T9" fmla="*/ 210 h 216"/>
                <a:gd name="T10" fmla="*/ 90 w 100"/>
                <a:gd name="T11" fmla="*/ 216 h 216"/>
                <a:gd name="T12" fmla="*/ 93 w 100"/>
                <a:gd name="T13" fmla="*/ 215 h 216"/>
                <a:gd name="T14" fmla="*/ 98 w 100"/>
                <a:gd name="T15" fmla="*/ 203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0" h="216">
                  <a:moveTo>
                    <a:pt x="98" y="203"/>
                  </a:moveTo>
                  <a:cubicBezTo>
                    <a:pt x="20" y="7"/>
                    <a:pt x="20" y="7"/>
                    <a:pt x="20" y="7"/>
                  </a:cubicBezTo>
                  <a:cubicBezTo>
                    <a:pt x="18" y="2"/>
                    <a:pt x="12" y="0"/>
                    <a:pt x="8" y="2"/>
                  </a:cubicBezTo>
                  <a:cubicBezTo>
                    <a:pt x="3" y="3"/>
                    <a:pt x="0" y="9"/>
                    <a:pt x="2" y="14"/>
                  </a:cubicBezTo>
                  <a:cubicBezTo>
                    <a:pt x="81" y="210"/>
                    <a:pt x="81" y="210"/>
                    <a:pt x="81" y="210"/>
                  </a:cubicBezTo>
                  <a:cubicBezTo>
                    <a:pt x="82" y="214"/>
                    <a:pt x="86" y="216"/>
                    <a:pt x="90" y="216"/>
                  </a:cubicBezTo>
                  <a:cubicBezTo>
                    <a:pt x="91" y="216"/>
                    <a:pt x="92" y="216"/>
                    <a:pt x="93" y="215"/>
                  </a:cubicBezTo>
                  <a:cubicBezTo>
                    <a:pt x="98" y="214"/>
                    <a:pt x="100" y="208"/>
                    <a:pt x="98" y="203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34" name="Freeform 199"/>
            <p:cNvSpPr>
              <a:spLocks noEditPoints="1"/>
            </p:cNvSpPr>
            <p:nvPr/>
          </p:nvSpPr>
          <p:spPr bwMode="auto">
            <a:xfrm>
              <a:off x="2332039" y="3992563"/>
              <a:ext cx="255588" cy="149225"/>
            </a:xfrm>
            <a:custGeom>
              <a:avLst/>
              <a:gdLst>
                <a:gd name="T0" fmla="*/ 177 w 257"/>
                <a:gd name="T1" fmla="*/ 45 h 150"/>
                <a:gd name="T2" fmla="*/ 177 w 257"/>
                <a:gd name="T3" fmla="*/ 30 h 150"/>
                <a:gd name="T4" fmla="*/ 148 w 257"/>
                <a:gd name="T5" fmla="*/ 0 h 150"/>
                <a:gd name="T6" fmla="*/ 109 w 257"/>
                <a:gd name="T7" fmla="*/ 0 h 150"/>
                <a:gd name="T8" fmla="*/ 80 w 257"/>
                <a:gd name="T9" fmla="*/ 29 h 150"/>
                <a:gd name="T10" fmla="*/ 80 w 257"/>
                <a:gd name="T11" fmla="*/ 45 h 150"/>
                <a:gd name="T12" fmla="*/ 4 w 257"/>
                <a:gd name="T13" fmla="*/ 134 h 150"/>
                <a:gd name="T14" fmla="*/ 5 w 257"/>
                <a:gd name="T15" fmla="*/ 148 h 150"/>
                <a:gd name="T16" fmla="*/ 11 w 257"/>
                <a:gd name="T17" fmla="*/ 150 h 150"/>
                <a:gd name="T18" fmla="*/ 18 w 257"/>
                <a:gd name="T19" fmla="*/ 147 h 150"/>
                <a:gd name="T20" fmla="*/ 94 w 257"/>
                <a:gd name="T21" fmla="*/ 58 h 150"/>
                <a:gd name="T22" fmla="*/ 119 w 257"/>
                <a:gd name="T23" fmla="*/ 58 h 150"/>
                <a:gd name="T24" fmla="*/ 119 w 257"/>
                <a:gd name="T25" fmla="*/ 140 h 150"/>
                <a:gd name="T26" fmla="*/ 129 w 257"/>
                <a:gd name="T27" fmla="*/ 150 h 150"/>
                <a:gd name="T28" fmla="*/ 138 w 257"/>
                <a:gd name="T29" fmla="*/ 140 h 150"/>
                <a:gd name="T30" fmla="*/ 138 w 257"/>
                <a:gd name="T31" fmla="*/ 58 h 150"/>
                <a:gd name="T32" fmla="*/ 164 w 257"/>
                <a:gd name="T33" fmla="*/ 58 h 150"/>
                <a:gd name="T34" fmla="*/ 240 w 257"/>
                <a:gd name="T35" fmla="*/ 147 h 150"/>
                <a:gd name="T36" fmla="*/ 247 w 257"/>
                <a:gd name="T37" fmla="*/ 150 h 150"/>
                <a:gd name="T38" fmla="*/ 253 w 257"/>
                <a:gd name="T39" fmla="*/ 148 h 150"/>
                <a:gd name="T40" fmla="*/ 254 w 257"/>
                <a:gd name="T41" fmla="*/ 134 h 150"/>
                <a:gd name="T42" fmla="*/ 177 w 257"/>
                <a:gd name="T43" fmla="*/ 45 h 150"/>
                <a:gd name="T44" fmla="*/ 159 w 257"/>
                <a:gd name="T45" fmla="*/ 39 h 150"/>
                <a:gd name="T46" fmla="*/ 99 w 257"/>
                <a:gd name="T47" fmla="*/ 39 h 150"/>
                <a:gd name="T48" fmla="*/ 99 w 257"/>
                <a:gd name="T49" fmla="*/ 29 h 150"/>
                <a:gd name="T50" fmla="*/ 109 w 257"/>
                <a:gd name="T51" fmla="*/ 19 h 150"/>
                <a:gd name="T52" fmla="*/ 148 w 257"/>
                <a:gd name="T53" fmla="*/ 19 h 150"/>
                <a:gd name="T54" fmla="*/ 159 w 257"/>
                <a:gd name="T55" fmla="*/ 30 h 150"/>
                <a:gd name="T56" fmla="*/ 159 w 257"/>
                <a:gd name="T57" fmla="*/ 39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57" h="150">
                  <a:moveTo>
                    <a:pt x="177" y="45"/>
                  </a:moveTo>
                  <a:cubicBezTo>
                    <a:pt x="177" y="30"/>
                    <a:pt x="177" y="30"/>
                    <a:pt x="177" y="30"/>
                  </a:cubicBezTo>
                  <a:cubicBezTo>
                    <a:pt x="177" y="13"/>
                    <a:pt x="165" y="0"/>
                    <a:pt x="148" y="0"/>
                  </a:cubicBezTo>
                  <a:cubicBezTo>
                    <a:pt x="109" y="0"/>
                    <a:pt x="109" y="0"/>
                    <a:pt x="109" y="0"/>
                  </a:cubicBezTo>
                  <a:cubicBezTo>
                    <a:pt x="93" y="0"/>
                    <a:pt x="80" y="13"/>
                    <a:pt x="80" y="29"/>
                  </a:cubicBezTo>
                  <a:cubicBezTo>
                    <a:pt x="80" y="45"/>
                    <a:pt x="80" y="45"/>
                    <a:pt x="80" y="45"/>
                  </a:cubicBezTo>
                  <a:cubicBezTo>
                    <a:pt x="4" y="134"/>
                    <a:pt x="4" y="134"/>
                    <a:pt x="4" y="134"/>
                  </a:cubicBezTo>
                  <a:cubicBezTo>
                    <a:pt x="0" y="138"/>
                    <a:pt x="1" y="144"/>
                    <a:pt x="5" y="148"/>
                  </a:cubicBezTo>
                  <a:cubicBezTo>
                    <a:pt x="7" y="149"/>
                    <a:pt x="9" y="150"/>
                    <a:pt x="11" y="150"/>
                  </a:cubicBezTo>
                  <a:cubicBezTo>
                    <a:pt x="14" y="150"/>
                    <a:pt x="16" y="149"/>
                    <a:pt x="18" y="147"/>
                  </a:cubicBezTo>
                  <a:cubicBezTo>
                    <a:pt x="94" y="58"/>
                    <a:pt x="94" y="58"/>
                    <a:pt x="94" y="58"/>
                  </a:cubicBezTo>
                  <a:cubicBezTo>
                    <a:pt x="119" y="58"/>
                    <a:pt x="119" y="58"/>
                    <a:pt x="119" y="58"/>
                  </a:cubicBezTo>
                  <a:cubicBezTo>
                    <a:pt x="119" y="140"/>
                    <a:pt x="119" y="140"/>
                    <a:pt x="119" y="140"/>
                  </a:cubicBezTo>
                  <a:cubicBezTo>
                    <a:pt x="119" y="146"/>
                    <a:pt x="124" y="150"/>
                    <a:pt x="129" y="150"/>
                  </a:cubicBezTo>
                  <a:cubicBezTo>
                    <a:pt x="134" y="150"/>
                    <a:pt x="138" y="146"/>
                    <a:pt x="138" y="140"/>
                  </a:cubicBezTo>
                  <a:cubicBezTo>
                    <a:pt x="138" y="58"/>
                    <a:pt x="138" y="58"/>
                    <a:pt x="138" y="58"/>
                  </a:cubicBezTo>
                  <a:cubicBezTo>
                    <a:pt x="164" y="58"/>
                    <a:pt x="164" y="58"/>
                    <a:pt x="164" y="58"/>
                  </a:cubicBezTo>
                  <a:cubicBezTo>
                    <a:pt x="240" y="147"/>
                    <a:pt x="240" y="147"/>
                    <a:pt x="240" y="147"/>
                  </a:cubicBezTo>
                  <a:cubicBezTo>
                    <a:pt x="241" y="149"/>
                    <a:pt x="244" y="150"/>
                    <a:pt x="247" y="150"/>
                  </a:cubicBezTo>
                  <a:cubicBezTo>
                    <a:pt x="249" y="150"/>
                    <a:pt x="251" y="149"/>
                    <a:pt x="253" y="148"/>
                  </a:cubicBezTo>
                  <a:cubicBezTo>
                    <a:pt x="257" y="144"/>
                    <a:pt x="257" y="138"/>
                    <a:pt x="254" y="134"/>
                  </a:cubicBezTo>
                  <a:lnTo>
                    <a:pt x="177" y="45"/>
                  </a:lnTo>
                  <a:close/>
                  <a:moveTo>
                    <a:pt x="159" y="39"/>
                  </a:moveTo>
                  <a:cubicBezTo>
                    <a:pt x="99" y="39"/>
                    <a:pt x="99" y="39"/>
                    <a:pt x="99" y="39"/>
                  </a:cubicBezTo>
                  <a:cubicBezTo>
                    <a:pt x="99" y="29"/>
                    <a:pt x="99" y="29"/>
                    <a:pt x="99" y="29"/>
                  </a:cubicBezTo>
                  <a:cubicBezTo>
                    <a:pt x="99" y="23"/>
                    <a:pt x="103" y="19"/>
                    <a:pt x="109" y="19"/>
                  </a:cubicBezTo>
                  <a:cubicBezTo>
                    <a:pt x="148" y="19"/>
                    <a:pt x="148" y="19"/>
                    <a:pt x="148" y="19"/>
                  </a:cubicBezTo>
                  <a:cubicBezTo>
                    <a:pt x="154" y="19"/>
                    <a:pt x="159" y="24"/>
                    <a:pt x="159" y="30"/>
                  </a:cubicBezTo>
                  <a:lnTo>
                    <a:pt x="159" y="39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46" name="Group 245"/>
          <p:cNvGrpSpPr/>
          <p:nvPr/>
        </p:nvGrpSpPr>
        <p:grpSpPr>
          <a:xfrm>
            <a:off x="5145619" y="4957235"/>
            <a:ext cx="565151" cy="565151"/>
            <a:chOff x="3859214" y="3717926"/>
            <a:chExt cx="423863" cy="423863"/>
          </a:xfrm>
          <a:solidFill>
            <a:schemeClr val="tx2"/>
          </a:solidFill>
        </p:grpSpPr>
        <p:sp>
          <p:nvSpPr>
            <p:cNvPr id="235" name="Freeform 200"/>
            <p:cNvSpPr>
              <a:spLocks noEditPoints="1"/>
            </p:cNvSpPr>
            <p:nvPr/>
          </p:nvSpPr>
          <p:spPr bwMode="auto">
            <a:xfrm>
              <a:off x="3924301" y="3978276"/>
              <a:ext cx="96838" cy="96838"/>
            </a:xfrm>
            <a:custGeom>
              <a:avLst/>
              <a:gdLst>
                <a:gd name="T0" fmla="*/ 49 w 97"/>
                <a:gd name="T1" fmla="*/ 0 h 97"/>
                <a:gd name="T2" fmla="*/ 0 w 97"/>
                <a:gd name="T3" fmla="*/ 49 h 97"/>
                <a:gd name="T4" fmla="*/ 49 w 97"/>
                <a:gd name="T5" fmla="*/ 97 h 97"/>
                <a:gd name="T6" fmla="*/ 97 w 97"/>
                <a:gd name="T7" fmla="*/ 49 h 97"/>
                <a:gd name="T8" fmla="*/ 49 w 97"/>
                <a:gd name="T9" fmla="*/ 0 h 97"/>
                <a:gd name="T10" fmla="*/ 49 w 97"/>
                <a:gd name="T11" fmla="*/ 79 h 97"/>
                <a:gd name="T12" fmla="*/ 19 w 97"/>
                <a:gd name="T13" fmla="*/ 49 h 97"/>
                <a:gd name="T14" fmla="*/ 49 w 97"/>
                <a:gd name="T15" fmla="*/ 19 h 97"/>
                <a:gd name="T16" fmla="*/ 79 w 97"/>
                <a:gd name="T17" fmla="*/ 49 h 97"/>
                <a:gd name="T18" fmla="*/ 49 w 97"/>
                <a:gd name="T19" fmla="*/ 79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7" h="97">
                  <a:moveTo>
                    <a:pt x="49" y="0"/>
                  </a:moveTo>
                  <a:cubicBezTo>
                    <a:pt x="22" y="0"/>
                    <a:pt x="0" y="22"/>
                    <a:pt x="0" y="49"/>
                  </a:cubicBezTo>
                  <a:cubicBezTo>
                    <a:pt x="0" y="75"/>
                    <a:pt x="22" y="97"/>
                    <a:pt x="49" y="97"/>
                  </a:cubicBezTo>
                  <a:cubicBezTo>
                    <a:pt x="76" y="97"/>
                    <a:pt x="97" y="75"/>
                    <a:pt x="97" y="49"/>
                  </a:cubicBezTo>
                  <a:cubicBezTo>
                    <a:pt x="97" y="22"/>
                    <a:pt x="76" y="0"/>
                    <a:pt x="49" y="0"/>
                  </a:cubicBezTo>
                  <a:close/>
                  <a:moveTo>
                    <a:pt x="49" y="79"/>
                  </a:moveTo>
                  <a:cubicBezTo>
                    <a:pt x="32" y="79"/>
                    <a:pt x="19" y="65"/>
                    <a:pt x="19" y="49"/>
                  </a:cubicBezTo>
                  <a:cubicBezTo>
                    <a:pt x="19" y="32"/>
                    <a:pt x="32" y="19"/>
                    <a:pt x="49" y="19"/>
                  </a:cubicBezTo>
                  <a:cubicBezTo>
                    <a:pt x="65" y="19"/>
                    <a:pt x="79" y="32"/>
                    <a:pt x="79" y="49"/>
                  </a:cubicBezTo>
                  <a:cubicBezTo>
                    <a:pt x="79" y="65"/>
                    <a:pt x="65" y="79"/>
                    <a:pt x="49" y="79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36" name="Freeform 201"/>
            <p:cNvSpPr>
              <a:spLocks/>
            </p:cNvSpPr>
            <p:nvPr/>
          </p:nvSpPr>
          <p:spPr bwMode="auto">
            <a:xfrm>
              <a:off x="4043364" y="3765551"/>
              <a:ext cx="168275" cy="149225"/>
            </a:xfrm>
            <a:custGeom>
              <a:avLst/>
              <a:gdLst>
                <a:gd name="T0" fmla="*/ 153 w 169"/>
                <a:gd name="T1" fmla="*/ 4 h 150"/>
                <a:gd name="T2" fmla="*/ 5 w 169"/>
                <a:gd name="T3" fmla="*/ 134 h 150"/>
                <a:gd name="T4" fmla="*/ 4 w 169"/>
                <a:gd name="T5" fmla="*/ 147 h 150"/>
                <a:gd name="T6" fmla="*/ 11 w 169"/>
                <a:gd name="T7" fmla="*/ 150 h 150"/>
                <a:gd name="T8" fmla="*/ 17 w 169"/>
                <a:gd name="T9" fmla="*/ 148 h 150"/>
                <a:gd name="T10" fmla="*/ 165 w 169"/>
                <a:gd name="T11" fmla="*/ 18 h 150"/>
                <a:gd name="T12" fmla="*/ 166 w 169"/>
                <a:gd name="T13" fmla="*/ 5 h 150"/>
                <a:gd name="T14" fmla="*/ 153 w 169"/>
                <a:gd name="T15" fmla="*/ 4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69" h="150">
                  <a:moveTo>
                    <a:pt x="153" y="4"/>
                  </a:moveTo>
                  <a:cubicBezTo>
                    <a:pt x="5" y="134"/>
                    <a:pt x="5" y="134"/>
                    <a:pt x="5" y="134"/>
                  </a:cubicBezTo>
                  <a:cubicBezTo>
                    <a:pt x="1" y="137"/>
                    <a:pt x="0" y="143"/>
                    <a:pt x="4" y="147"/>
                  </a:cubicBezTo>
                  <a:cubicBezTo>
                    <a:pt x="6" y="149"/>
                    <a:pt x="8" y="150"/>
                    <a:pt x="11" y="150"/>
                  </a:cubicBezTo>
                  <a:cubicBezTo>
                    <a:pt x="13" y="150"/>
                    <a:pt x="15" y="149"/>
                    <a:pt x="17" y="148"/>
                  </a:cubicBezTo>
                  <a:cubicBezTo>
                    <a:pt x="165" y="18"/>
                    <a:pt x="165" y="18"/>
                    <a:pt x="165" y="18"/>
                  </a:cubicBezTo>
                  <a:cubicBezTo>
                    <a:pt x="169" y="14"/>
                    <a:pt x="169" y="8"/>
                    <a:pt x="166" y="5"/>
                  </a:cubicBezTo>
                  <a:cubicBezTo>
                    <a:pt x="163" y="1"/>
                    <a:pt x="157" y="0"/>
                    <a:pt x="153" y="4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37" name="Freeform 202"/>
            <p:cNvSpPr>
              <a:spLocks noEditPoints="1"/>
            </p:cNvSpPr>
            <p:nvPr/>
          </p:nvSpPr>
          <p:spPr bwMode="auto">
            <a:xfrm>
              <a:off x="3859214" y="3717926"/>
              <a:ext cx="423863" cy="423863"/>
            </a:xfrm>
            <a:custGeom>
              <a:avLst/>
              <a:gdLst>
                <a:gd name="T0" fmla="*/ 424 w 425"/>
                <a:gd name="T1" fmla="*/ 85 h 425"/>
                <a:gd name="T2" fmla="*/ 424 w 425"/>
                <a:gd name="T3" fmla="*/ 81 h 425"/>
                <a:gd name="T4" fmla="*/ 424 w 425"/>
                <a:gd name="T5" fmla="*/ 22 h 425"/>
                <a:gd name="T6" fmla="*/ 402 w 425"/>
                <a:gd name="T7" fmla="*/ 0 h 425"/>
                <a:gd name="T8" fmla="*/ 352 w 425"/>
                <a:gd name="T9" fmla="*/ 0 h 425"/>
                <a:gd name="T10" fmla="*/ 337 w 425"/>
                <a:gd name="T11" fmla="*/ 5 h 425"/>
                <a:gd name="T12" fmla="*/ 165 w 425"/>
                <a:gd name="T13" fmla="*/ 156 h 425"/>
                <a:gd name="T14" fmla="*/ 136 w 425"/>
                <a:gd name="T15" fmla="*/ 152 h 425"/>
                <a:gd name="T16" fmla="*/ 0 w 425"/>
                <a:gd name="T17" fmla="*/ 289 h 425"/>
                <a:gd name="T18" fmla="*/ 136 w 425"/>
                <a:gd name="T19" fmla="*/ 425 h 425"/>
                <a:gd name="T20" fmla="*/ 267 w 425"/>
                <a:gd name="T21" fmla="*/ 298 h 425"/>
                <a:gd name="T22" fmla="*/ 258 w 425"/>
                <a:gd name="T23" fmla="*/ 249 h 425"/>
                <a:gd name="T24" fmla="*/ 314 w 425"/>
                <a:gd name="T25" fmla="*/ 221 h 425"/>
                <a:gd name="T26" fmla="*/ 320 w 425"/>
                <a:gd name="T27" fmla="*/ 212 h 425"/>
                <a:gd name="T28" fmla="*/ 320 w 425"/>
                <a:gd name="T29" fmla="*/ 163 h 425"/>
                <a:gd name="T30" fmla="*/ 356 w 425"/>
                <a:gd name="T31" fmla="*/ 163 h 425"/>
                <a:gd name="T32" fmla="*/ 357 w 425"/>
                <a:gd name="T33" fmla="*/ 163 h 425"/>
                <a:gd name="T34" fmla="*/ 358 w 425"/>
                <a:gd name="T35" fmla="*/ 163 h 425"/>
                <a:gd name="T36" fmla="*/ 372 w 425"/>
                <a:gd name="T37" fmla="*/ 148 h 425"/>
                <a:gd name="T38" fmla="*/ 372 w 425"/>
                <a:gd name="T39" fmla="*/ 147 h 425"/>
                <a:gd name="T40" fmla="*/ 372 w 425"/>
                <a:gd name="T41" fmla="*/ 147 h 425"/>
                <a:gd name="T42" fmla="*/ 372 w 425"/>
                <a:gd name="T43" fmla="*/ 97 h 425"/>
                <a:gd name="T44" fmla="*/ 408 w 425"/>
                <a:gd name="T45" fmla="*/ 97 h 425"/>
                <a:gd name="T46" fmla="*/ 412 w 425"/>
                <a:gd name="T47" fmla="*/ 98 h 425"/>
                <a:gd name="T48" fmla="*/ 421 w 425"/>
                <a:gd name="T49" fmla="*/ 95 h 425"/>
                <a:gd name="T50" fmla="*/ 424 w 425"/>
                <a:gd name="T51" fmla="*/ 85 h 425"/>
                <a:gd name="T52" fmla="*/ 406 w 425"/>
                <a:gd name="T53" fmla="*/ 79 h 425"/>
                <a:gd name="T54" fmla="*/ 363 w 425"/>
                <a:gd name="T55" fmla="*/ 79 h 425"/>
                <a:gd name="T56" fmla="*/ 353 w 425"/>
                <a:gd name="T57" fmla="*/ 88 h 425"/>
                <a:gd name="T58" fmla="*/ 353 w 425"/>
                <a:gd name="T59" fmla="*/ 144 h 425"/>
                <a:gd name="T60" fmla="*/ 310 w 425"/>
                <a:gd name="T61" fmla="*/ 144 h 425"/>
                <a:gd name="T62" fmla="*/ 301 w 425"/>
                <a:gd name="T63" fmla="*/ 153 h 425"/>
                <a:gd name="T64" fmla="*/ 301 w 425"/>
                <a:gd name="T65" fmla="*/ 207 h 425"/>
                <a:gd name="T66" fmla="*/ 241 w 425"/>
                <a:gd name="T67" fmla="*/ 237 h 425"/>
                <a:gd name="T68" fmla="*/ 236 w 425"/>
                <a:gd name="T69" fmla="*/ 243 h 425"/>
                <a:gd name="T70" fmla="*/ 237 w 425"/>
                <a:gd name="T71" fmla="*/ 251 h 425"/>
                <a:gd name="T72" fmla="*/ 248 w 425"/>
                <a:gd name="T73" fmla="*/ 298 h 425"/>
                <a:gd name="T74" fmla="*/ 136 w 425"/>
                <a:gd name="T75" fmla="*/ 406 h 425"/>
                <a:gd name="T76" fmla="*/ 18 w 425"/>
                <a:gd name="T77" fmla="*/ 289 h 425"/>
                <a:gd name="T78" fmla="*/ 136 w 425"/>
                <a:gd name="T79" fmla="*/ 171 h 425"/>
                <a:gd name="T80" fmla="*/ 166 w 425"/>
                <a:gd name="T81" fmla="*/ 175 h 425"/>
                <a:gd name="T82" fmla="*/ 174 w 425"/>
                <a:gd name="T83" fmla="*/ 173 h 425"/>
                <a:gd name="T84" fmla="*/ 349 w 425"/>
                <a:gd name="T85" fmla="*/ 19 h 425"/>
                <a:gd name="T86" fmla="*/ 352 w 425"/>
                <a:gd name="T87" fmla="*/ 19 h 425"/>
                <a:gd name="T88" fmla="*/ 402 w 425"/>
                <a:gd name="T89" fmla="*/ 19 h 425"/>
                <a:gd name="T90" fmla="*/ 406 w 425"/>
                <a:gd name="T91" fmla="*/ 22 h 425"/>
                <a:gd name="T92" fmla="*/ 406 w 425"/>
                <a:gd name="T93" fmla="*/ 79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425" h="425">
                  <a:moveTo>
                    <a:pt x="424" y="85"/>
                  </a:moveTo>
                  <a:cubicBezTo>
                    <a:pt x="424" y="84"/>
                    <a:pt x="424" y="83"/>
                    <a:pt x="424" y="81"/>
                  </a:cubicBezTo>
                  <a:cubicBezTo>
                    <a:pt x="424" y="22"/>
                    <a:pt x="424" y="22"/>
                    <a:pt x="424" y="22"/>
                  </a:cubicBezTo>
                  <a:cubicBezTo>
                    <a:pt x="424" y="10"/>
                    <a:pt x="415" y="0"/>
                    <a:pt x="402" y="0"/>
                  </a:cubicBezTo>
                  <a:cubicBezTo>
                    <a:pt x="352" y="0"/>
                    <a:pt x="352" y="0"/>
                    <a:pt x="352" y="0"/>
                  </a:cubicBezTo>
                  <a:cubicBezTo>
                    <a:pt x="346" y="0"/>
                    <a:pt x="341" y="2"/>
                    <a:pt x="337" y="5"/>
                  </a:cubicBezTo>
                  <a:cubicBezTo>
                    <a:pt x="165" y="156"/>
                    <a:pt x="165" y="156"/>
                    <a:pt x="165" y="156"/>
                  </a:cubicBezTo>
                  <a:cubicBezTo>
                    <a:pt x="157" y="154"/>
                    <a:pt x="145" y="152"/>
                    <a:pt x="136" y="152"/>
                  </a:cubicBezTo>
                  <a:cubicBezTo>
                    <a:pt x="61" y="152"/>
                    <a:pt x="0" y="213"/>
                    <a:pt x="0" y="289"/>
                  </a:cubicBezTo>
                  <a:cubicBezTo>
                    <a:pt x="0" y="364"/>
                    <a:pt x="61" y="425"/>
                    <a:pt x="136" y="425"/>
                  </a:cubicBezTo>
                  <a:cubicBezTo>
                    <a:pt x="218" y="425"/>
                    <a:pt x="267" y="360"/>
                    <a:pt x="267" y="298"/>
                  </a:cubicBezTo>
                  <a:cubicBezTo>
                    <a:pt x="267" y="280"/>
                    <a:pt x="263" y="262"/>
                    <a:pt x="258" y="249"/>
                  </a:cubicBezTo>
                  <a:cubicBezTo>
                    <a:pt x="314" y="221"/>
                    <a:pt x="314" y="221"/>
                    <a:pt x="314" y="221"/>
                  </a:cubicBezTo>
                  <a:cubicBezTo>
                    <a:pt x="318" y="219"/>
                    <a:pt x="320" y="216"/>
                    <a:pt x="320" y="212"/>
                  </a:cubicBezTo>
                  <a:cubicBezTo>
                    <a:pt x="320" y="163"/>
                    <a:pt x="320" y="163"/>
                    <a:pt x="320" y="163"/>
                  </a:cubicBezTo>
                  <a:cubicBezTo>
                    <a:pt x="356" y="163"/>
                    <a:pt x="356" y="163"/>
                    <a:pt x="356" y="163"/>
                  </a:cubicBezTo>
                  <a:cubicBezTo>
                    <a:pt x="356" y="163"/>
                    <a:pt x="357" y="163"/>
                    <a:pt x="357" y="163"/>
                  </a:cubicBezTo>
                  <a:cubicBezTo>
                    <a:pt x="358" y="163"/>
                    <a:pt x="358" y="163"/>
                    <a:pt x="358" y="163"/>
                  </a:cubicBezTo>
                  <a:cubicBezTo>
                    <a:pt x="369" y="162"/>
                    <a:pt x="372" y="157"/>
                    <a:pt x="372" y="148"/>
                  </a:cubicBezTo>
                  <a:cubicBezTo>
                    <a:pt x="372" y="147"/>
                    <a:pt x="372" y="147"/>
                    <a:pt x="372" y="147"/>
                  </a:cubicBezTo>
                  <a:cubicBezTo>
                    <a:pt x="372" y="147"/>
                    <a:pt x="372" y="147"/>
                    <a:pt x="372" y="147"/>
                  </a:cubicBezTo>
                  <a:cubicBezTo>
                    <a:pt x="372" y="97"/>
                    <a:pt x="372" y="97"/>
                    <a:pt x="372" y="97"/>
                  </a:cubicBezTo>
                  <a:cubicBezTo>
                    <a:pt x="408" y="97"/>
                    <a:pt x="408" y="97"/>
                    <a:pt x="408" y="97"/>
                  </a:cubicBezTo>
                  <a:cubicBezTo>
                    <a:pt x="410" y="97"/>
                    <a:pt x="411" y="97"/>
                    <a:pt x="412" y="98"/>
                  </a:cubicBezTo>
                  <a:cubicBezTo>
                    <a:pt x="413" y="98"/>
                    <a:pt x="418" y="98"/>
                    <a:pt x="421" y="95"/>
                  </a:cubicBezTo>
                  <a:cubicBezTo>
                    <a:pt x="425" y="92"/>
                    <a:pt x="425" y="88"/>
                    <a:pt x="424" y="85"/>
                  </a:cubicBezTo>
                  <a:close/>
                  <a:moveTo>
                    <a:pt x="406" y="79"/>
                  </a:moveTo>
                  <a:cubicBezTo>
                    <a:pt x="363" y="79"/>
                    <a:pt x="363" y="79"/>
                    <a:pt x="363" y="79"/>
                  </a:cubicBezTo>
                  <a:cubicBezTo>
                    <a:pt x="357" y="79"/>
                    <a:pt x="353" y="83"/>
                    <a:pt x="353" y="88"/>
                  </a:cubicBezTo>
                  <a:cubicBezTo>
                    <a:pt x="353" y="144"/>
                    <a:pt x="353" y="144"/>
                    <a:pt x="353" y="144"/>
                  </a:cubicBezTo>
                  <a:cubicBezTo>
                    <a:pt x="310" y="144"/>
                    <a:pt x="310" y="144"/>
                    <a:pt x="310" y="144"/>
                  </a:cubicBezTo>
                  <a:cubicBezTo>
                    <a:pt x="305" y="144"/>
                    <a:pt x="301" y="148"/>
                    <a:pt x="301" y="153"/>
                  </a:cubicBezTo>
                  <a:cubicBezTo>
                    <a:pt x="301" y="207"/>
                    <a:pt x="301" y="207"/>
                    <a:pt x="301" y="207"/>
                  </a:cubicBezTo>
                  <a:cubicBezTo>
                    <a:pt x="241" y="237"/>
                    <a:pt x="241" y="237"/>
                    <a:pt x="241" y="237"/>
                  </a:cubicBezTo>
                  <a:cubicBezTo>
                    <a:pt x="238" y="238"/>
                    <a:pt x="236" y="240"/>
                    <a:pt x="236" y="243"/>
                  </a:cubicBezTo>
                  <a:cubicBezTo>
                    <a:pt x="235" y="246"/>
                    <a:pt x="236" y="248"/>
                    <a:pt x="237" y="251"/>
                  </a:cubicBezTo>
                  <a:cubicBezTo>
                    <a:pt x="243" y="258"/>
                    <a:pt x="248" y="278"/>
                    <a:pt x="248" y="298"/>
                  </a:cubicBezTo>
                  <a:cubicBezTo>
                    <a:pt x="248" y="351"/>
                    <a:pt x="206" y="406"/>
                    <a:pt x="136" y="406"/>
                  </a:cubicBezTo>
                  <a:cubicBezTo>
                    <a:pt x="71" y="406"/>
                    <a:pt x="18" y="353"/>
                    <a:pt x="18" y="289"/>
                  </a:cubicBezTo>
                  <a:cubicBezTo>
                    <a:pt x="18" y="224"/>
                    <a:pt x="71" y="171"/>
                    <a:pt x="136" y="171"/>
                  </a:cubicBezTo>
                  <a:cubicBezTo>
                    <a:pt x="142" y="171"/>
                    <a:pt x="153" y="172"/>
                    <a:pt x="166" y="175"/>
                  </a:cubicBezTo>
                  <a:cubicBezTo>
                    <a:pt x="169" y="176"/>
                    <a:pt x="172" y="175"/>
                    <a:pt x="174" y="173"/>
                  </a:cubicBezTo>
                  <a:cubicBezTo>
                    <a:pt x="349" y="19"/>
                    <a:pt x="349" y="19"/>
                    <a:pt x="349" y="19"/>
                  </a:cubicBezTo>
                  <a:cubicBezTo>
                    <a:pt x="350" y="19"/>
                    <a:pt x="351" y="19"/>
                    <a:pt x="352" y="19"/>
                  </a:cubicBezTo>
                  <a:cubicBezTo>
                    <a:pt x="402" y="19"/>
                    <a:pt x="402" y="19"/>
                    <a:pt x="402" y="19"/>
                  </a:cubicBezTo>
                  <a:cubicBezTo>
                    <a:pt x="404" y="19"/>
                    <a:pt x="406" y="20"/>
                    <a:pt x="406" y="22"/>
                  </a:cubicBezTo>
                  <a:lnTo>
                    <a:pt x="406" y="79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238" name="Freeform 203"/>
          <p:cNvSpPr>
            <a:spLocks/>
          </p:cNvSpPr>
          <p:nvPr/>
        </p:nvSpPr>
        <p:spPr bwMode="auto">
          <a:xfrm>
            <a:off x="6182785" y="4957235"/>
            <a:ext cx="603251" cy="560917"/>
          </a:xfrm>
          <a:custGeom>
            <a:avLst/>
            <a:gdLst>
              <a:gd name="T0" fmla="*/ 429 w 455"/>
              <a:gd name="T1" fmla="*/ 25 h 423"/>
              <a:gd name="T2" fmla="*/ 360 w 455"/>
              <a:gd name="T3" fmla="*/ 0 h 423"/>
              <a:gd name="T4" fmla="*/ 291 w 455"/>
              <a:gd name="T5" fmla="*/ 26 h 423"/>
              <a:gd name="T6" fmla="*/ 38 w 455"/>
              <a:gd name="T7" fmla="*/ 283 h 423"/>
              <a:gd name="T8" fmla="*/ 34 w 455"/>
              <a:gd name="T9" fmla="*/ 404 h 423"/>
              <a:gd name="T10" fmla="*/ 81 w 455"/>
              <a:gd name="T11" fmla="*/ 423 h 423"/>
              <a:gd name="T12" fmla="*/ 157 w 455"/>
              <a:gd name="T13" fmla="*/ 388 h 423"/>
              <a:gd name="T14" fmla="*/ 378 w 455"/>
              <a:gd name="T15" fmla="*/ 164 h 423"/>
              <a:gd name="T16" fmla="*/ 379 w 455"/>
              <a:gd name="T17" fmla="*/ 76 h 423"/>
              <a:gd name="T18" fmla="*/ 291 w 455"/>
              <a:gd name="T19" fmla="*/ 76 h 423"/>
              <a:gd name="T20" fmla="*/ 121 w 455"/>
              <a:gd name="T21" fmla="*/ 254 h 423"/>
              <a:gd name="T22" fmla="*/ 122 w 455"/>
              <a:gd name="T23" fmla="*/ 267 h 423"/>
              <a:gd name="T24" fmla="*/ 135 w 455"/>
              <a:gd name="T25" fmla="*/ 267 h 423"/>
              <a:gd name="T26" fmla="*/ 304 w 455"/>
              <a:gd name="T27" fmla="*/ 89 h 423"/>
              <a:gd name="T28" fmla="*/ 366 w 455"/>
              <a:gd name="T29" fmla="*/ 89 h 423"/>
              <a:gd name="T30" fmla="*/ 365 w 455"/>
              <a:gd name="T31" fmla="*/ 150 h 423"/>
              <a:gd name="T32" fmla="*/ 144 w 455"/>
              <a:gd name="T33" fmla="*/ 375 h 423"/>
              <a:gd name="T34" fmla="*/ 47 w 455"/>
              <a:gd name="T35" fmla="*/ 391 h 423"/>
              <a:gd name="T36" fmla="*/ 51 w 455"/>
              <a:gd name="T37" fmla="*/ 296 h 423"/>
              <a:gd name="T38" fmla="*/ 304 w 455"/>
              <a:gd name="T39" fmla="*/ 39 h 423"/>
              <a:gd name="T40" fmla="*/ 360 w 455"/>
              <a:gd name="T41" fmla="*/ 19 h 423"/>
              <a:gd name="T42" fmla="*/ 416 w 455"/>
              <a:gd name="T43" fmla="*/ 39 h 423"/>
              <a:gd name="T44" fmla="*/ 436 w 455"/>
              <a:gd name="T45" fmla="*/ 94 h 423"/>
              <a:gd name="T46" fmla="*/ 415 w 455"/>
              <a:gd name="T47" fmla="*/ 150 h 423"/>
              <a:gd name="T48" fmla="*/ 220 w 455"/>
              <a:gd name="T49" fmla="*/ 353 h 423"/>
              <a:gd name="T50" fmla="*/ 220 w 455"/>
              <a:gd name="T51" fmla="*/ 367 h 423"/>
              <a:gd name="T52" fmla="*/ 233 w 455"/>
              <a:gd name="T53" fmla="*/ 366 h 423"/>
              <a:gd name="T54" fmla="*/ 428 w 455"/>
              <a:gd name="T55" fmla="*/ 164 h 423"/>
              <a:gd name="T56" fmla="*/ 455 w 455"/>
              <a:gd name="T57" fmla="*/ 94 h 423"/>
              <a:gd name="T58" fmla="*/ 429 w 455"/>
              <a:gd name="T59" fmla="*/ 25 h 4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455" h="423">
                <a:moveTo>
                  <a:pt x="429" y="25"/>
                </a:moveTo>
                <a:cubicBezTo>
                  <a:pt x="413" y="9"/>
                  <a:pt x="388" y="0"/>
                  <a:pt x="360" y="0"/>
                </a:cubicBezTo>
                <a:cubicBezTo>
                  <a:pt x="333" y="0"/>
                  <a:pt x="307" y="10"/>
                  <a:pt x="291" y="26"/>
                </a:cubicBezTo>
                <a:cubicBezTo>
                  <a:pt x="38" y="283"/>
                  <a:pt x="38" y="283"/>
                  <a:pt x="38" y="283"/>
                </a:cubicBezTo>
                <a:cubicBezTo>
                  <a:pt x="2" y="319"/>
                  <a:pt x="0" y="370"/>
                  <a:pt x="34" y="404"/>
                </a:cubicBezTo>
                <a:cubicBezTo>
                  <a:pt x="47" y="417"/>
                  <a:pt x="63" y="423"/>
                  <a:pt x="81" y="423"/>
                </a:cubicBezTo>
                <a:cubicBezTo>
                  <a:pt x="108" y="423"/>
                  <a:pt x="137" y="409"/>
                  <a:pt x="157" y="388"/>
                </a:cubicBezTo>
                <a:cubicBezTo>
                  <a:pt x="378" y="164"/>
                  <a:pt x="378" y="164"/>
                  <a:pt x="378" y="164"/>
                </a:cubicBezTo>
                <a:cubicBezTo>
                  <a:pt x="403" y="139"/>
                  <a:pt x="403" y="100"/>
                  <a:pt x="379" y="76"/>
                </a:cubicBezTo>
                <a:cubicBezTo>
                  <a:pt x="355" y="52"/>
                  <a:pt x="315" y="52"/>
                  <a:pt x="291" y="76"/>
                </a:cubicBezTo>
                <a:cubicBezTo>
                  <a:pt x="121" y="254"/>
                  <a:pt x="121" y="254"/>
                  <a:pt x="121" y="254"/>
                </a:cubicBezTo>
                <a:cubicBezTo>
                  <a:pt x="118" y="257"/>
                  <a:pt x="118" y="263"/>
                  <a:pt x="122" y="267"/>
                </a:cubicBezTo>
                <a:cubicBezTo>
                  <a:pt x="125" y="270"/>
                  <a:pt x="131" y="270"/>
                  <a:pt x="135" y="267"/>
                </a:cubicBezTo>
                <a:cubicBezTo>
                  <a:pt x="304" y="89"/>
                  <a:pt x="304" y="89"/>
                  <a:pt x="304" y="89"/>
                </a:cubicBezTo>
                <a:cubicBezTo>
                  <a:pt x="321" y="72"/>
                  <a:pt x="349" y="72"/>
                  <a:pt x="366" y="89"/>
                </a:cubicBezTo>
                <a:cubicBezTo>
                  <a:pt x="382" y="106"/>
                  <a:pt x="382" y="133"/>
                  <a:pt x="365" y="150"/>
                </a:cubicBezTo>
                <a:cubicBezTo>
                  <a:pt x="144" y="375"/>
                  <a:pt x="144" y="375"/>
                  <a:pt x="144" y="375"/>
                </a:cubicBezTo>
                <a:cubicBezTo>
                  <a:pt x="121" y="398"/>
                  <a:pt x="75" y="418"/>
                  <a:pt x="47" y="391"/>
                </a:cubicBezTo>
                <a:cubicBezTo>
                  <a:pt x="21" y="364"/>
                  <a:pt x="22" y="325"/>
                  <a:pt x="51" y="296"/>
                </a:cubicBezTo>
                <a:cubicBezTo>
                  <a:pt x="304" y="39"/>
                  <a:pt x="304" y="39"/>
                  <a:pt x="304" y="39"/>
                </a:cubicBezTo>
                <a:cubicBezTo>
                  <a:pt x="317" y="26"/>
                  <a:pt x="338" y="19"/>
                  <a:pt x="360" y="19"/>
                </a:cubicBezTo>
                <a:cubicBezTo>
                  <a:pt x="382" y="19"/>
                  <a:pt x="403" y="26"/>
                  <a:pt x="416" y="39"/>
                </a:cubicBezTo>
                <a:cubicBezTo>
                  <a:pt x="429" y="52"/>
                  <a:pt x="436" y="72"/>
                  <a:pt x="436" y="94"/>
                </a:cubicBezTo>
                <a:cubicBezTo>
                  <a:pt x="436" y="117"/>
                  <a:pt x="428" y="137"/>
                  <a:pt x="415" y="150"/>
                </a:cubicBezTo>
                <a:cubicBezTo>
                  <a:pt x="220" y="353"/>
                  <a:pt x="220" y="353"/>
                  <a:pt x="220" y="353"/>
                </a:cubicBezTo>
                <a:cubicBezTo>
                  <a:pt x="216" y="357"/>
                  <a:pt x="216" y="363"/>
                  <a:pt x="220" y="367"/>
                </a:cubicBezTo>
                <a:cubicBezTo>
                  <a:pt x="224" y="370"/>
                  <a:pt x="230" y="370"/>
                  <a:pt x="233" y="366"/>
                </a:cubicBezTo>
                <a:cubicBezTo>
                  <a:pt x="428" y="164"/>
                  <a:pt x="428" y="164"/>
                  <a:pt x="428" y="164"/>
                </a:cubicBezTo>
                <a:cubicBezTo>
                  <a:pt x="445" y="147"/>
                  <a:pt x="454" y="122"/>
                  <a:pt x="455" y="94"/>
                </a:cubicBezTo>
                <a:cubicBezTo>
                  <a:pt x="455" y="67"/>
                  <a:pt x="445" y="42"/>
                  <a:pt x="429" y="2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245" name="Group 244"/>
          <p:cNvGrpSpPr/>
          <p:nvPr/>
        </p:nvGrpSpPr>
        <p:grpSpPr>
          <a:xfrm>
            <a:off x="7423151" y="4957235"/>
            <a:ext cx="554568" cy="565149"/>
            <a:chOff x="5567363" y="3717926"/>
            <a:chExt cx="415926" cy="423862"/>
          </a:xfrm>
          <a:solidFill>
            <a:schemeClr val="tx2"/>
          </a:solidFill>
        </p:grpSpPr>
        <p:sp>
          <p:nvSpPr>
            <p:cNvPr id="239" name="Freeform 204"/>
            <p:cNvSpPr>
              <a:spLocks/>
            </p:cNvSpPr>
            <p:nvPr/>
          </p:nvSpPr>
          <p:spPr bwMode="auto">
            <a:xfrm>
              <a:off x="5761039" y="3717926"/>
              <a:ext cx="222250" cy="220663"/>
            </a:xfrm>
            <a:custGeom>
              <a:avLst/>
              <a:gdLst>
                <a:gd name="T0" fmla="*/ 206 w 224"/>
                <a:gd name="T1" fmla="*/ 18 h 221"/>
                <a:gd name="T2" fmla="*/ 162 w 224"/>
                <a:gd name="T3" fmla="*/ 0 h 221"/>
                <a:gd name="T4" fmla="*/ 118 w 224"/>
                <a:gd name="T5" fmla="*/ 18 h 221"/>
                <a:gd name="T6" fmla="*/ 21 w 224"/>
                <a:gd name="T7" fmla="*/ 115 h 221"/>
                <a:gd name="T8" fmla="*/ 4 w 224"/>
                <a:gd name="T9" fmla="*/ 172 h 221"/>
                <a:gd name="T10" fmla="*/ 15 w 224"/>
                <a:gd name="T11" fmla="*/ 179 h 221"/>
                <a:gd name="T12" fmla="*/ 22 w 224"/>
                <a:gd name="T13" fmla="*/ 168 h 221"/>
                <a:gd name="T14" fmla="*/ 34 w 224"/>
                <a:gd name="T15" fmla="*/ 129 h 221"/>
                <a:gd name="T16" fmla="*/ 131 w 224"/>
                <a:gd name="T17" fmla="*/ 32 h 221"/>
                <a:gd name="T18" fmla="*/ 162 w 224"/>
                <a:gd name="T19" fmla="*/ 19 h 221"/>
                <a:gd name="T20" fmla="*/ 162 w 224"/>
                <a:gd name="T21" fmla="*/ 19 h 221"/>
                <a:gd name="T22" fmla="*/ 193 w 224"/>
                <a:gd name="T23" fmla="*/ 31 h 221"/>
                <a:gd name="T24" fmla="*/ 205 w 224"/>
                <a:gd name="T25" fmla="*/ 62 h 221"/>
                <a:gd name="T26" fmla="*/ 192 w 224"/>
                <a:gd name="T27" fmla="*/ 92 h 221"/>
                <a:gd name="T28" fmla="*/ 95 w 224"/>
                <a:gd name="T29" fmla="*/ 190 h 221"/>
                <a:gd name="T30" fmla="*/ 59 w 224"/>
                <a:gd name="T31" fmla="*/ 202 h 221"/>
                <a:gd name="T32" fmla="*/ 49 w 224"/>
                <a:gd name="T33" fmla="*/ 211 h 221"/>
                <a:gd name="T34" fmla="*/ 57 w 224"/>
                <a:gd name="T35" fmla="*/ 221 h 221"/>
                <a:gd name="T36" fmla="*/ 64 w 224"/>
                <a:gd name="T37" fmla="*/ 221 h 221"/>
                <a:gd name="T38" fmla="*/ 108 w 224"/>
                <a:gd name="T39" fmla="*/ 203 h 221"/>
                <a:gd name="T40" fmla="*/ 205 w 224"/>
                <a:gd name="T41" fmla="*/ 106 h 221"/>
                <a:gd name="T42" fmla="*/ 224 w 224"/>
                <a:gd name="T43" fmla="*/ 62 h 221"/>
                <a:gd name="T44" fmla="*/ 206 w 224"/>
                <a:gd name="T45" fmla="*/ 18 h 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24" h="221">
                  <a:moveTo>
                    <a:pt x="206" y="18"/>
                  </a:moveTo>
                  <a:cubicBezTo>
                    <a:pt x="194" y="6"/>
                    <a:pt x="179" y="0"/>
                    <a:pt x="162" y="0"/>
                  </a:cubicBezTo>
                  <a:cubicBezTo>
                    <a:pt x="145" y="0"/>
                    <a:pt x="130" y="7"/>
                    <a:pt x="118" y="18"/>
                  </a:cubicBezTo>
                  <a:cubicBezTo>
                    <a:pt x="21" y="115"/>
                    <a:pt x="21" y="115"/>
                    <a:pt x="21" y="115"/>
                  </a:cubicBezTo>
                  <a:cubicBezTo>
                    <a:pt x="6" y="130"/>
                    <a:pt x="0" y="151"/>
                    <a:pt x="4" y="172"/>
                  </a:cubicBezTo>
                  <a:cubicBezTo>
                    <a:pt x="5" y="177"/>
                    <a:pt x="10" y="180"/>
                    <a:pt x="15" y="179"/>
                  </a:cubicBezTo>
                  <a:cubicBezTo>
                    <a:pt x="20" y="178"/>
                    <a:pt x="23" y="173"/>
                    <a:pt x="22" y="168"/>
                  </a:cubicBezTo>
                  <a:cubicBezTo>
                    <a:pt x="19" y="154"/>
                    <a:pt x="24" y="139"/>
                    <a:pt x="34" y="129"/>
                  </a:cubicBezTo>
                  <a:cubicBezTo>
                    <a:pt x="131" y="32"/>
                    <a:pt x="131" y="32"/>
                    <a:pt x="131" y="32"/>
                  </a:cubicBezTo>
                  <a:cubicBezTo>
                    <a:pt x="139" y="23"/>
                    <a:pt x="150" y="19"/>
                    <a:pt x="162" y="19"/>
                  </a:cubicBezTo>
                  <a:cubicBezTo>
                    <a:pt x="162" y="19"/>
                    <a:pt x="162" y="19"/>
                    <a:pt x="162" y="19"/>
                  </a:cubicBezTo>
                  <a:cubicBezTo>
                    <a:pt x="174" y="19"/>
                    <a:pt x="185" y="23"/>
                    <a:pt x="193" y="31"/>
                  </a:cubicBezTo>
                  <a:cubicBezTo>
                    <a:pt x="201" y="39"/>
                    <a:pt x="205" y="50"/>
                    <a:pt x="205" y="62"/>
                  </a:cubicBezTo>
                  <a:cubicBezTo>
                    <a:pt x="205" y="73"/>
                    <a:pt x="200" y="84"/>
                    <a:pt x="192" y="92"/>
                  </a:cubicBezTo>
                  <a:cubicBezTo>
                    <a:pt x="95" y="190"/>
                    <a:pt x="95" y="190"/>
                    <a:pt x="95" y="190"/>
                  </a:cubicBezTo>
                  <a:cubicBezTo>
                    <a:pt x="86" y="199"/>
                    <a:pt x="72" y="204"/>
                    <a:pt x="59" y="202"/>
                  </a:cubicBezTo>
                  <a:cubicBezTo>
                    <a:pt x="54" y="202"/>
                    <a:pt x="49" y="205"/>
                    <a:pt x="49" y="211"/>
                  </a:cubicBezTo>
                  <a:cubicBezTo>
                    <a:pt x="48" y="216"/>
                    <a:pt x="52" y="220"/>
                    <a:pt x="57" y="221"/>
                  </a:cubicBezTo>
                  <a:cubicBezTo>
                    <a:pt x="59" y="221"/>
                    <a:pt x="62" y="221"/>
                    <a:pt x="64" y="221"/>
                  </a:cubicBezTo>
                  <a:cubicBezTo>
                    <a:pt x="80" y="221"/>
                    <a:pt x="96" y="215"/>
                    <a:pt x="108" y="203"/>
                  </a:cubicBezTo>
                  <a:cubicBezTo>
                    <a:pt x="205" y="106"/>
                    <a:pt x="205" y="106"/>
                    <a:pt x="205" y="106"/>
                  </a:cubicBezTo>
                  <a:cubicBezTo>
                    <a:pt x="217" y="94"/>
                    <a:pt x="224" y="78"/>
                    <a:pt x="224" y="62"/>
                  </a:cubicBezTo>
                  <a:cubicBezTo>
                    <a:pt x="224" y="45"/>
                    <a:pt x="217" y="30"/>
                    <a:pt x="206" y="1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" name="Freeform 206"/>
            <p:cNvSpPr>
              <a:spLocks/>
            </p:cNvSpPr>
            <p:nvPr/>
          </p:nvSpPr>
          <p:spPr bwMode="auto">
            <a:xfrm>
              <a:off x="5567363" y="3919538"/>
              <a:ext cx="223838" cy="222250"/>
            </a:xfrm>
            <a:custGeom>
              <a:avLst/>
              <a:gdLst>
                <a:gd name="T0" fmla="*/ 208 w 225"/>
                <a:gd name="T1" fmla="*/ 41 h 223"/>
                <a:gd name="T2" fmla="*/ 201 w 225"/>
                <a:gd name="T3" fmla="*/ 53 h 223"/>
                <a:gd name="T4" fmla="*/ 190 w 225"/>
                <a:gd name="T5" fmla="*/ 94 h 223"/>
                <a:gd name="T6" fmla="*/ 92 w 225"/>
                <a:gd name="T7" fmla="*/ 191 h 223"/>
                <a:gd name="T8" fmla="*/ 62 w 225"/>
                <a:gd name="T9" fmla="*/ 204 h 223"/>
                <a:gd name="T10" fmla="*/ 31 w 225"/>
                <a:gd name="T11" fmla="*/ 192 h 223"/>
                <a:gd name="T12" fmla="*/ 19 w 225"/>
                <a:gd name="T13" fmla="*/ 161 h 223"/>
                <a:gd name="T14" fmla="*/ 32 w 225"/>
                <a:gd name="T15" fmla="*/ 130 h 223"/>
                <a:gd name="T16" fmla="*/ 129 w 225"/>
                <a:gd name="T17" fmla="*/ 33 h 223"/>
                <a:gd name="T18" fmla="*/ 165 w 225"/>
                <a:gd name="T19" fmla="*/ 20 h 223"/>
                <a:gd name="T20" fmla="*/ 175 w 225"/>
                <a:gd name="T21" fmla="*/ 12 h 223"/>
                <a:gd name="T22" fmla="*/ 167 w 225"/>
                <a:gd name="T23" fmla="*/ 2 h 223"/>
                <a:gd name="T24" fmla="*/ 115 w 225"/>
                <a:gd name="T25" fmla="*/ 20 h 223"/>
                <a:gd name="T26" fmla="*/ 18 w 225"/>
                <a:gd name="T27" fmla="*/ 117 h 223"/>
                <a:gd name="T28" fmla="*/ 0 w 225"/>
                <a:gd name="T29" fmla="*/ 161 h 223"/>
                <a:gd name="T30" fmla="*/ 18 w 225"/>
                <a:gd name="T31" fmla="*/ 205 h 223"/>
                <a:gd name="T32" fmla="*/ 61 w 225"/>
                <a:gd name="T33" fmla="*/ 223 h 223"/>
                <a:gd name="T34" fmla="*/ 62 w 225"/>
                <a:gd name="T35" fmla="*/ 223 h 223"/>
                <a:gd name="T36" fmla="*/ 106 w 225"/>
                <a:gd name="T37" fmla="*/ 204 h 223"/>
                <a:gd name="T38" fmla="*/ 203 w 225"/>
                <a:gd name="T39" fmla="*/ 107 h 223"/>
                <a:gd name="T40" fmla="*/ 219 w 225"/>
                <a:gd name="T41" fmla="*/ 48 h 223"/>
                <a:gd name="T42" fmla="*/ 208 w 225"/>
                <a:gd name="T43" fmla="*/ 41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25" h="223">
                  <a:moveTo>
                    <a:pt x="208" y="41"/>
                  </a:moveTo>
                  <a:cubicBezTo>
                    <a:pt x="203" y="43"/>
                    <a:pt x="200" y="48"/>
                    <a:pt x="201" y="53"/>
                  </a:cubicBezTo>
                  <a:cubicBezTo>
                    <a:pt x="205" y="68"/>
                    <a:pt x="200" y="83"/>
                    <a:pt x="190" y="94"/>
                  </a:cubicBezTo>
                  <a:cubicBezTo>
                    <a:pt x="92" y="191"/>
                    <a:pt x="92" y="191"/>
                    <a:pt x="92" y="191"/>
                  </a:cubicBezTo>
                  <a:cubicBezTo>
                    <a:pt x="84" y="199"/>
                    <a:pt x="73" y="204"/>
                    <a:pt x="62" y="204"/>
                  </a:cubicBezTo>
                  <a:cubicBezTo>
                    <a:pt x="50" y="204"/>
                    <a:pt x="39" y="200"/>
                    <a:pt x="31" y="192"/>
                  </a:cubicBezTo>
                  <a:cubicBezTo>
                    <a:pt x="23" y="184"/>
                    <a:pt x="19" y="173"/>
                    <a:pt x="19" y="161"/>
                  </a:cubicBezTo>
                  <a:cubicBezTo>
                    <a:pt x="19" y="149"/>
                    <a:pt x="23" y="139"/>
                    <a:pt x="32" y="130"/>
                  </a:cubicBezTo>
                  <a:cubicBezTo>
                    <a:pt x="129" y="33"/>
                    <a:pt x="129" y="33"/>
                    <a:pt x="129" y="33"/>
                  </a:cubicBezTo>
                  <a:cubicBezTo>
                    <a:pt x="138" y="24"/>
                    <a:pt x="151" y="19"/>
                    <a:pt x="165" y="20"/>
                  </a:cubicBezTo>
                  <a:cubicBezTo>
                    <a:pt x="170" y="21"/>
                    <a:pt x="175" y="17"/>
                    <a:pt x="175" y="12"/>
                  </a:cubicBezTo>
                  <a:cubicBezTo>
                    <a:pt x="176" y="7"/>
                    <a:pt x="172" y="2"/>
                    <a:pt x="167" y="2"/>
                  </a:cubicBezTo>
                  <a:cubicBezTo>
                    <a:pt x="148" y="0"/>
                    <a:pt x="129" y="6"/>
                    <a:pt x="115" y="20"/>
                  </a:cubicBezTo>
                  <a:cubicBezTo>
                    <a:pt x="18" y="117"/>
                    <a:pt x="18" y="117"/>
                    <a:pt x="18" y="117"/>
                  </a:cubicBezTo>
                  <a:cubicBezTo>
                    <a:pt x="7" y="129"/>
                    <a:pt x="0" y="144"/>
                    <a:pt x="0" y="161"/>
                  </a:cubicBezTo>
                  <a:cubicBezTo>
                    <a:pt x="0" y="178"/>
                    <a:pt x="6" y="193"/>
                    <a:pt x="18" y="205"/>
                  </a:cubicBezTo>
                  <a:cubicBezTo>
                    <a:pt x="29" y="216"/>
                    <a:pt x="45" y="223"/>
                    <a:pt x="61" y="223"/>
                  </a:cubicBezTo>
                  <a:cubicBezTo>
                    <a:pt x="61" y="223"/>
                    <a:pt x="62" y="223"/>
                    <a:pt x="62" y="223"/>
                  </a:cubicBezTo>
                  <a:cubicBezTo>
                    <a:pt x="78" y="223"/>
                    <a:pt x="94" y="216"/>
                    <a:pt x="106" y="204"/>
                  </a:cubicBezTo>
                  <a:cubicBezTo>
                    <a:pt x="203" y="107"/>
                    <a:pt x="203" y="107"/>
                    <a:pt x="203" y="107"/>
                  </a:cubicBezTo>
                  <a:cubicBezTo>
                    <a:pt x="218" y="92"/>
                    <a:pt x="225" y="70"/>
                    <a:pt x="219" y="48"/>
                  </a:cubicBezTo>
                  <a:cubicBezTo>
                    <a:pt x="218" y="43"/>
                    <a:pt x="213" y="40"/>
                    <a:pt x="208" y="4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" name="Freeform 207"/>
            <p:cNvSpPr>
              <a:spLocks/>
            </p:cNvSpPr>
            <p:nvPr/>
          </p:nvSpPr>
          <p:spPr bwMode="auto">
            <a:xfrm>
              <a:off x="5675313" y="3832225"/>
              <a:ext cx="196850" cy="195263"/>
            </a:xfrm>
            <a:custGeom>
              <a:avLst/>
              <a:gdLst>
                <a:gd name="T0" fmla="*/ 4 w 198"/>
                <a:gd name="T1" fmla="*/ 193 h 196"/>
                <a:gd name="T2" fmla="*/ 11 w 198"/>
                <a:gd name="T3" fmla="*/ 196 h 196"/>
                <a:gd name="T4" fmla="*/ 17 w 198"/>
                <a:gd name="T5" fmla="*/ 193 h 196"/>
                <a:gd name="T6" fmla="*/ 194 w 198"/>
                <a:gd name="T7" fmla="*/ 17 h 196"/>
                <a:gd name="T8" fmla="*/ 194 w 198"/>
                <a:gd name="T9" fmla="*/ 3 h 196"/>
                <a:gd name="T10" fmla="*/ 181 w 198"/>
                <a:gd name="T11" fmla="*/ 3 h 196"/>
                <a:gd name="T12" fmla="*/ 4 w 198"/>
                <a:gd name="T13" fmla="*/ 180 h 196"/>
                <a:gd name="T14" fmla="*/ 4 w 198"/>
                <a:gd name="T15" fmla="*/ 193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8" h="196">
                  <a:moveTo>
                    <a:pt x="4" y="193"/>
                  </a:moveTo>
                  <a:cubicBezTo>
                    <a:pt x="6" y="195"/>
                    <a:pt x="8" y="196"/>
                    <a:pt x="11" y="196"/>
                  </a:cubicBezTo>
                  <a:cubicBezTo>
                    <a:pt x="13" y="196"/>
                    <a:pt x="16" y="195"/>
                    <a:pt x="17" y="193"/>
                  </a:cubicBezTo>
                  <a:cubicBezTo>
                    <a:pt x="194" y="17"/>
                    <a:pt x="194" y="17"/>
                    <a:pt x="194" y="17"/>
                  </a:cubicBezTo>
                  <a:cubicBezTo>
                    <a:pt x="198" y="13"/>
                    <a:pt x="198" y="7"/>
                    <a:pt x="194" y="3"/>
                  </a:cubicBezTo>
                  <a:cubicBezTo>
                    <a:pt x="191" y="0"/>
                    <a:pt x="185" y="0"/>
                    <a:pt x="181" y="3"/>
                  </a:cubicBezTo>
                  <a:cubicBezTo>
                    <a:pt x="4" y="180"/>
                    <a:pt x="4" y="180"/>
                    <a:pt x="4" y="180"/>
                  </a:cubicBezTo>
                  <a:cubicBezTo>
                    <a:pt x="0" y="184"/>
                    <a:pt x="0" y="190"/>
                    <a:pt x="4" y="193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49" name="Group 248"/>
          <p:cNvGrpSpPr/>
          <p:nvPr/>
        </p:nvGrpSpPr>
        <p:grpSpPr>
          <a:xfrm>
            <a:off x="2034118" y="4957234"/>
            <a:ext cx="512233" cy="565151"/>
            <a:chOff x="1525588" y="3717925"/>
            <a:chExt cx="384175" cy="423863"/>
          </a:xfrm>
          <a:solidFill>
            <a:schemeClr val="tx2"/>
          </a:solidFill>
        </p:grpSpPr>
        <p:sp>
          <p:nvSpPr>
            <p:cNvPr id="16" name="Freeform 208"/>
            <p:cNvSpPr>
              <a:spLocks/>
            </p:cNvSpPr>
            <p:nvPr/>
          </p:nvSpPr>
          <p:spPr bwMode="auto">
            <a:xfrm>
              <a:off x="1709738" y="3992563"/>
              <a:ext cx="17463" cy="149225"/>
            </a:xfrm>
            <a:custGeom>
              <a:avLst/>
              <a:gdLst>
                <a:gd name="T0" fmla="*/ 9 w 19"/>
                <a:gd name="T1" fmla="*/ 0 h 150"/>
                <a:gd name="T2" fmla="*/ 0 w 19"/>
                <a:gd name="T3" fmla="*/ 9 h 150"/>
                <a:gd name="T4" fmla="*/ 0 w 19"/>
                <a:gd name="T5" fmla="*/ 140 h 150"/>
                <a:gd name="T6" fmla="*/ 9 w 19"/>
                <a:gd name="T7" fmla="*/ 150 h 150"/>
                <a:gd name="T8" fmla="*/ 19 w 19"/>
                <a:gd name="T9" fmla="*/ 140 h 150"/>
                <a:gd name="T10" fmla="*/ 19 w 19"/>
                <a:gd name="T11" fmla="*/ 9 h 150"/>
                <a:gd name="T12" fmla="*/ 9 w 19"/>
                <a:gd name="T13" fmla="*/ 0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" h="150">
                  <a:moveTo>
                    <a:pt x="9" y="0"/>
                  </a:moveTo>
                  <a:cubicBezTo>
                    <a:pt x="4" y="0"/>
                    <a:pt x="0" y="4"/>
                    <a:pt x="0" y="9"/>
                  </a:cubicBezTo>
                  <a:cubicBezTo>
                    <a:pt x="0" y="140"/>
                    <a:pt x="0" y="140"/>
                    <a:pt x="0" y="140"/>
                  </a:cubicBezTo>
                  <a:cubicBezTo>
                    <a:pt x="0" y="146"/>
                    <a:pt x="4" y="150"/>
                    <a:pt x="9" y="150"/>
                  </a:cubicBezTo>
                  <a:cubicBezTo>
                    <a:pt x="14" y="150"/>
                    <a:pt x="19" y="146"/>
                    <a:pt x="19" y="140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19" y="4"/>
                    <a:pt x="14" y="0"/>
                    <a:pt x="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" name="Freeform 209"/>
            <p:cNvSpPr>
              <a:spLocks/>
            </p:cNvSpPr>
            <p:nvPr/>
          </p:nvSpPr>
          <p:spPr bwMode="auto">
            <a:xfrm>
              <a:off x="1709738" y="3717925"/>
              <a:ext cx="17463" cy="33338"/>
            </a:xfrm>
            <a:custGeom>
              <a:avLst/>
              <a:gdLst>
                <a:gd name="T0" fmla="*/ 9 w 19"/>
                <a:gd name="T1" fmla="*/ 33 h 33"/>
                <a:gd name="T2" fmla="*/ 19 w 19"/>
                <a:gd name="T3" fmla="*/ 23 h 33"/>
                <a:gd name="T4" fmla="*/ 19 w 19"/>
                <a:gd name="T5" fmla="*/ 9 h 33"/>
                <a:gd name="T6" fmla="*/ 9 w 19"/>
                <a:gd name="T7" fmla="*/ 0 h 33"/>
                <a:gd name="T8" fmla="*/ 0 w 19"/>
                <a:gd name="T9" fmla="*/ 9 h 33"/>
                <a:gd name="T10" fmla="*/ 0 w 19"/>
                <a:gd name="T11" fmla="*/ 23 h 33"/>
                <a:gd name="T12" fmla="*/ 9 w 19"/>
                <a:gd name="T13" fmla="*/ 3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" h="33">
                  <a:moveTo>
                    <a:pt x="9" y="33"/>
                  </a:moveTo>
                  <a:cubicBezTo>
                    <a:pt x="14" y="33"/>
                    <a:pt x="19" y="28"/>
                    <a:pt x="19" y="23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28"/>
                    <a:pt x="4" y="33"/>
                    <a:pt x="9" y="33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" name="Freeform 210"/>
            <p:cNvSpPr>
              <a:spLocks noEditPoints="1"/>
            </p:cNvSpPr>
            <p:nvPr/>
          </p:nvSpPr>
          <p:spPr bwMode="auto">
            <a:xfrm>
              <a:off x="1525588" y="3756025"/>
              <a:ext cx="266700" cy="111125"/>
            </a:xfrm>
            <a:custGeom>
              <a:avLst/>
              <a:gdLst>
                <a:gd name="T0" fmla="*/ 268 w 268"/>
                <a:gd name="T1" fmla="*/ 94 h 111"/>
                <a:gd name="T2" fmla="*/ 268 w 268"/>
                <a:gd name="T3" fmla="*/ 17 h 111"/>
                <a:gd name="T4" fmla="*/ 251 w 268"/>
                <a:gd name="T5" fmla="*/ 0 h 111"/>
                <a:gd name="T6" fmla="*/ 70 w 268"/>
                <a:gd name="T7" fmla="*/ 0 h 111"/>
                <a:gd name="T8" fmla="*/ 52 w 268"/>
                <a:gd name="T9" fmla="*/ 7 h 111"/>
                <a:gd name="T10" fmla="*/ 6 w 268"/>
                <a:gd name="T11" fmla="*/ 43 h 111"/>
                <a:gd name="T12" fmla="*/ 5 w 268"/>
                <a:gd name="T13" fmla="*/ 44 h 111"/>
                <a:gd name="T14" fmla="*/ 0 w 268"/>
                <a:gd name="T15" fmla="*/ 55 h 111"/>
                <a:gd name="T16" fmla="*/ 5 w 268"/>
                <a:gd name="T17" fmla="*/ 67 h 111"/>
                <a:gd name="T18" fmla="*/ 6 w 268"/>
                <a:gd name="T19" fmla="*/ 68 h 111"/>
                <a:gd name="T20" fmla="*/ 52 w 268"/>
                <a:gd name="T21" fmla="*/ 104 h 111"/>
                <a:gd name="T22" fmla="*/ 70 w 268"/>
                <a:gd name="T23" fmla="*/ 111 h 111"/>
                <a:gd name="T24" fmla="*/ 251 w 268"/>
                <a:gd name="T25" fmla="*/ 111 h 111"/>
                <a:gd name="T26" fmla="*/ 268 w 268"/>
                <a:gd name="T27" fmla="*/ 94 h 111"/>
                <a:gd name="T28" fmla="*/ 249 w 268"/>
                <a:gd name="T29" fmla="*/ 92 h 111"/>
                <a:gd name="T30" fmla="*/ 70 w 268"/>
                <a:gd name="T31" fmla="*/ 92 h 111"/>
                <a:gd name="T32" fmla="*/ 64 w 268"/>
                <a:gd name="T33" fmla="*/ 90 h 111"/>
                <a:gd name="T34" fmla="*/ 64 w 268"/>
                <a:gd name="T35" fmla="*/ 89 h 111"/>
                <a:gd name="T36" fmla="*/ 21 w 268"/>
                <a:gd name="T37" fmla="*/ 55 h 111"/>
                <a:gd name="T38" fmla="*/ 64 w 268"/>
                <a:gd name="T39" fmla="*/ 22 h 111"/>
                <a:gd name="T40" fmla="*/ 64 w 268"/>
                <a:gd name="T41" fmla="*/ 21 h 111"/>
                <a:gd name="T42" fmla="*/ 70 w 268"/>
                <a:gd name="T43" fmla="*/ 19 h 111"/>
                <a:gd name="T44" fmla="*/ 249 w 268"/>
                <a:gd name="T45" fmla="*/ 19 h 111"/>
                <a:gd name="T46" fmla="*/ 249 w 268"/>
                <a:gd name="T47" fmla="*/ 92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68" h="111">
                  <a:moveTo>
                    <a:pt x="268" y="94"/>
                  </a:moveTo>
                  <a:cubicBezTo>
                    <a:pt x="268" y="17"/>
                    <a:pt x="268" y="17"/>
                    <a:pt x="268" y="17"/>
                  </a:cubicBezTo>
                  <a:cubicBezTo>
                    <a:pt x="268" y="8"/>
                    <a:pt x="260" y="0"/>
                    <a:pt x="251" y="0"/>
                  </a:cubicBezTo>
                  <a:cubicBezTo>
                    <a:pt x="70" y="0"/>
                    <a:pt x="70" y="0"/>
                    <a:pt x="70" y="0"/>
                  </a:cubicBezTo>
                  <a:cubicBezTo>
                    <a:pt x="64" y="0"/>
                    <a:pt x="57" y="3"/>
                    <a:pt x="52" y="7"/>
                  </a:cubicBezTo>
                  <a:cubicBezTo>
                    <a:pt x="6" y="43"/>
                    <a:pt x="6" y="43"/>
                    <a:pt x="6" y="43"/>
                  </a:cubicBezTo>
                  <a:cubicBezTo>
                    <a:pt x="6" y="43"/>
                    <a:pt x="6" y="44"/>
                    <a:pt x="5" y="44"/>
                  </a:cubicBezTo>
                  <a:cubicBezTo>
                    <a:pt x="2" y="47"/>
                    <a:pt x="0" y="51"/>
                    <a:pt x="0" y="55"/>
                  </a:cubicBezTo>
                  <a:cubicBezTo>
                    <a:pt x="0" y="60"/>
                    <a:pt x="2" y="64"/>
                    <a:pt x="5" y="67"/>
                  </a:cubicBezTo>
                  <a:cubicBezTo>
                    <a:pt x="6" y="67"/>
                    <a:pt x="6" y="67"/>
                    <a:pt x="6" y="68"/>
                  </a:cubicBezTo>
                  <a:cubicBezTo>
                    <a:pt x="52" y="104"/>
                    <a:pt x="52" y="104"/>
                    <a:pt x="52" y="104"/>
                  </a:cubicBezTo>
                  <a:cubicBezTo>
                    <a:pt x="57" y="108"/>
                    <a:pt x="64" y="111"/>
                    <a:pt x="70" y="111"/>
                  </a:cubicBezTo>
                  <a:cubicBezTo>
                    <a:pt x="251" y="111"/>
                    <a:pt x="251" y="111"/>
                    <a:pt x="251" y="111"/>
                  </a:cubicBezTo>
                  <a:cubicBezTo>
                    <a:pt x="260" y="111"/>
                    <a:pt x="268" y="103"/>
                    <a:pt x="268" y="94"/>
                  </a:cubicBezTo>
                  <a:close/>
                  <a:moveTo>
                    <a:pt x="249" y="92"/>
                  </a:moveTo>
                  <a:cubicBezTo>
                    <a:pt x="70" y="92"/>
                    <a:pt x="70" y="92"/>
                    <a:pt x="70" y="92"/>
                  </a:cubicBezTo>
                  <a:cubicBezTo>
                    <a:pt x="69" y="92"/>
                    <a:pt x="65" y="91"/>
                    <a:pt x="64" y="90"/>
                  </a:cubicBezTo>
                  <a:cubicBezTo>
                    <a:pt x="64" y="89"/>
                    <a:pt x="64" y="89"/>
                    <a:pt x="64" y="89"/>
                  </a:cubicBezTo>
                  <a:cubicBezTo>
                    <a:pt x="21" y="55"/>
                    <a:pt x="21" y="55"/>
                    <a:pt x="21" y="55"/>
                  </a:cubicBezTo>
                  <a:cubicBezTo>
                    <a:pt x="64" y="22"/>
                    <a:pt x="64" y="22"/>
                    <a:pt x="64" y="22"/>
                  </a:cubicBezTo>
                  <a:cubicBezTo>
                    <a:pt x="64" y="22"/>
                    <a:pt x="64" y="21"/>
                    <a:pt x="64" y="21"/>
                  </a:cubicBezTo>
                  <a:cubicBezTo>
                    <a:pt x="65" y="20"/>
                    <a:pt x="69" y="19"/>
                    <a:pt x="70" y="19"/>
                  </a:cubicBezTo>
                  <a:cubicBezTo>
                    <a:pt x="249" y="19"/>
                    <a:pt x="249" y="19"/>
                    <a:pt x="249" y="19"/>
                  </a:cubicBezTo>
                  <a:lnTo>
                    <a:pt x="249" y="92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" name="Freeform 211"/>
            <p:cNvSpPr>
              <a:spLocks noEditPoints="1"/>
            </p:cNvSpPr>
            <p:nvPr/>
          </p:nvSpPr>
          <p:spPr bwMode="auto">
            <a:xfrm>
              <a:off x="1643063" y="3875088"/>
              <a:ext cx="266700" cy="109538"/>
            </a:xfrm>
            <a:custGeom>
              <a:avLst/>
              <a:gdLst>
                <a:gd name="T0" fmla="*/ 263 w 268"/>
                <a:gd name="T1" fmla="*/ 44 h 111"/>
                <a:gd name="T2" fmla="*/ 262 w 268"/>
                <a:gd name="T3" fmla="*/ 43 h 111"/>
                <a:gd name="T4" fmla="*/ 216 w 268"/>
                <a:gd name="T5" fmla="*/ 7 h 111"/>
                <a:gd name="T6" fmla="*/ 198 w 268"/>
                <a:gd name="T7" fmla="*/ 0 h 111"/>
                <a:gd name="T8" fmla="*/ 17 w 268"/>
                <a:gd name="T9" fmla="*/ 0 h 111"/>
                <a:gd name="T10" fmla="*/ 0 w 268"/>
                <a:gd name="T11" fmla="*/ 16 h 111"/>
                <a:gd name="T12" fmla="*/ 0 w 268"/>
                <a:gd name="T13" fmla="*/ 94 h 111"/>
                <a:gd name="T14" fmla="*/ 17 w 268"/>
                <a:gd name="T15" fmla="*/ 111 h 111"/>
                <a:gd name="T16" fmla="*/ 198 w 268"/>
                <a:gd name="T17" fmla="*/ 111 h 111"/>
                <a:gd name="T18" fmla="*/ 216 w 268"/>
                <a:gd name="T19" fmla="*/ 104 h 111"/>
                <a:gd name="T20" fmla="*/ 262 w 268"/>
                <a:gd name="T21" fmla="*/ 67 h 111"/>
                <a:gd name="T22" fmla="*/ 263 w 268"/>
                <a:gd name="T23" fmla="*/ 67 h 111"/>
                <a:gd name="T24" fmla="*/ 268 w 268"/>
                <a:gd name="T25" fmla="*/ 55 h 111"/>
                <a:gd name="T26" fmla="*/ 263 w 268"/>
                <a:gd name="T27" fmla="*/ 44 h 111"/>
                <a:gd name="T28" fmla="*/ 204 w 268"/>
                <a:gd name="T29" fmla="*/ 89 h 111"/>
                <a:gd name="T30" fmla="*/ 204 w 268"/>
                <a:gd name="T31" fmla="*/ 90 h 111"/>
                <a:gd name="T32" fmla="*/ 198 w 268"/>
                <a:gd name="T33" fmla="*/ 92 h 111"/>
                <a:gd name="T34" fmla="*/ 19 w 268"/>
                <a:gd name="T35" fmla="*/ 92 h 111"/>
                <a:gd name="T36" fmla="*/ 19 w 268"/>
                <a:gd name="T37" fmla="*/ 19 h 111"/>
                <a:gd name="T38" fmla="*/ 198 w 268"/>
                <a:gd name="T39" fmla="*/ 19 h 111"/>
                <a:gd name="T40" fmla="*/ 204 w 268"/>
                <a:gd name="T41" fmla="*/ 21 h 111"/>
                <a:gd name="T42" fmla="*/ 204 w 268"/>
                <a:gd name="T43" fmla="*/ 22 h 111"/>
                <a:gd name="T44" fmla="*/ 247 w 268"/>
                <a:gd name="T45" fmla="*/ 55 h 111"/>
                <a:gd name="T46" fmla="*/ 204 w 268"/>
                <a:gd name="T47" fmla="*/ 89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68" h="111">
                  <a:moveTo>
                    <a:pt x="263" y="44"/>
                  </a:moveTo>
                  <a:cubicBezTo>
                    <a:pt x="262" y="44"/>
                    <a:pt x="262" y="43"/>
                    <a:pt x="262" y="43"/>
                  </a:cubicBezTo>
                  <a:cubicBezTo>
                    <a:pt x="216" y="7"/>
                    <a:pt x="216" y="7"/>
                    <a:pt x="216" y="7"/>
                  </a:cubicBezTo>
                  <a:cubicBezTo>
                    <a:pt x="211" y="3"/>
                    <a:pt x="204" y="0"/>
                    <a:pt x="198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7" y="0"/>
                    <a:pt x="0" y="7"/>
                    <a:pt x="0" y="16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0" y="103"/>
                    <a:pt x="7" y="111"/>
                    <a:pt x="17" y="111"/>
                  </a:cubicBezTo>
                  <a:cubicBezTo>
                    <a:pt x="198" y="111"/>
                    <a:pt x="198" y="111"/>
                    <a:pt x="198" y="111"/>
                  </a:cubicBezTo>
                  <a:cubicBezTo>
                    <a:pt x="204" y="111"/>
                    <a:pt x="211" y="108"/>
                    <a:pt x="216" y="104"/>
                  </a:cubicBezTo>
                  <a:cubicBezTo>
                    <a:pt x="262" y="67"/>
                    <a:pt x="262" y="67"/>
                    <a:pt x="262" y="67"/>
                  </a:cubicBezTo>
                  <a:cubicBezTo>
                    <a:pt x="262" y="67"/>
                    <a:pt x="262" y="67"/>
                    <a:pt x="263" y="67"/>
                  </a:cubicBezTo>
                  <a:cubicBezTo>
                    <a:pt x="266" y="64"/>
                    <a:pt x="268" y="60"/>
                    <a:pt x="268" y="55"/>
                  </a:cubicBezTo>
                  <a:cubicBezTo>
                    <a:pt x="268" y="51"/>
                    <a:pt x="266" y="47"/>
                    <a:pt x="263" y="44"/>
                  </a:cubicBezTo>
                  <a:close/>
                  <a:moveTo>
                    <a:pt x="204" y="89"/>
                  </a:moveTo>
                  <a:cubicBezTo>
                    <a:pt x="204" y="89"/>
                    <a:pt x="204" y="89"/>
                    <a:pt x="204" y="90"/>
                  </a:cubicBezTo>
                  <a:cubicBezTo>
                    <a:pt x="203" y="91"/>
                    <a:pt x="199" y="92"/>
                    <a:pt x="198" y="92"/>
                  </a:cubicBezTo>
                  <a:cubicBezTo>
                    <a:pt x="19" y="92"/>
                    <a:pt x="19" y="92"/>
                    <a:pt x="19" y="92"/>
                  </a:cubicBezTo>
                  <a:cubicBezTo>
                    <a:pt x="19" y="19"/>
                    <a:pt x="19" y="19"/>
                    <a:pt x="19" y="19"/>
                  </a:cubicBezTo>
                  <a:cubicBezTo>
                    <a:pt x="198" y="19"/>
                    <a:pt x="198" y="19"/>
                    <a:pt x="198" y="19"/>
                  </a:cubicBezTo>
                  <a:cubicBezTo>
                    <a:pt x="199" y="19"/>
                    <a:pt x="203" y="20"/>
                    <a:pt x="204" y="21"/>
                  </a:cubicBezTo>
                  <a:cubicBezTo>
                    <a:pt x="204" y="21"/>
                    <a:pt x="204" y="21"/>
                    <a:pt x="204" y="22"/>
                  </a:cubicBezTo>
                  <a:cubicBezTo>
                    <a:pt x="247" y="55"/>
                    <a:pt x="247" y="55"/>
                    <a:pt x="247" y="55"/>
                  </a:cubicBezTo>
                  <a:lnTo>
                    <a:pt x="204" y="89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50" name="Group 249"/>
          <p:cNvGrpSpPr/>
          <p:nvPr/>
        </p:nvGrpSpPr>
        <p:grpSpPr>
          <a:xfrm>
            <a:off x="903818" y="4957234"/>
            <a:ext cx="666751" cy="565151"/>
            <a:chOff x="677863" y="3717925"/>
            <a:chExt cx="500063" cy="423863"/>
          </a:xfrm>
          <a:solidFill>
            <a:schemeClr val="tx2"/>
          </a:solidFill>
        </p:grpSpPr>
        <p:sp>
          <p:nvSpPr>
            <p:cNvPr id="20" name="Freeform 212"/>
            <p:cNvSpPr>
              <a:spLocks noEditPoints="1"/>
            </p:cNvSpPr>
            <p:nvPr/>
          </p:nvSpPr>
          <p:spPr bwMode="auto">
            <a:xfrm>
              <a:off x="677863" y="3717925"/>
              <a:ext cx="500063" cy="423863"/>
            </a:xfrm>
            <a:custGeom>
              <a:avLst/>
              <a:gdLst>
                <a:gd name="T0" fmla="*/ 498 w 503"/>
                <a:gd name="T1" fmla="*/ 146 h 425"/>
                <a:gd name="T2" fmla="*/ 267 w 503"/>
                <a:gd name="T3" fmla="*/ 6 h 425"/>
                <a:gd name="T4" fmla="*/ 251 w 503"/>
                <a:gd name="T5" fmla="*/ 0 h 425"/>
                <a:gd name="T6" fmla="*/ 236 w 503"/>
                <a:gd name="T7" fmla="*/ 6 h 425"/>
                <a:gd name="T8" fmla="*/ 4 w 503"/>
                <a:gd name="T9" fmla="*/ 146 h 425"/>
                <a:gd name="T10" fmla="*/ 0 w 503"/>
                <a:gd name="T11" fmla="*/ 154 h 425"/>
                <a:gd name="T12" fmla="*/ 0 w 503"/>
                <a:gd name="T13" fmla="*/ 401 h 425"/>
                <a:gd name="T14" fmla="*/ 23 w 503"/>
                <a:gd name="T15" fmla="*/ 425 h 425"/>
                <a:gd name="T16" fmla="*/ 479 w 503"/>
                <a:gd name="T17" fmla="*/ 425 h 425"/>
                <a:gd name="T18" fmla="*/ 503 w 503"/>
                <a:gd name="T19" fmla="*/ 401 h 425"/>
                <a:gd name="T20" fmla="*/ 503 w 503"/>
                <a:gd name="T21" fmla="*/ 154 h 425"/>
                <a:gd name="T22" fmla="*/ 498 w 503"/>
                <a:gd name="T23" fmla="*/ 146 h 425"/>
                <a:gd name="T24" fmla="*/ 246 w 503"/>
                <a:gd name="T25" fmla="*/ 21 h 425"/>
                <a:gd name="T26" fmla="*/ 248 w 503"/>
                <a:gd name="T27" fmla="*/ 20 h 425"/>
                <a:gd name="T28" fmla="*/ 251 w 503"/>
                <a:gd name="T29" fmla="*/ 19 h 425"/>
                <a:gd name="T30" fmla="*/ 255 w 503"/>
                <a:gd name="T31" fmla="*/ 20 h 425"/>
                <a:gd name="T32" fmla="*/ 256 w 503"/>
                <a:gd name="T33" fmla="*/ 21 h 425"/>
                <a:gd name="T34" fmla="*/ 478 w 503"/>
                <a:gd name="T35" fmla="*/ 155 h 425"/>
                <a:gd name="T36" fmla="*/ 319 w 503"/>
                <a:gd name="T37" fmla="*/ 250 h 425"/>
                <a:gd name="T38" fmla="*/ 315 w 503"/>
                <a:gd name="T39" fmla="*/ 263 h 425"/>
                <a:gd name="T40" fmla="*/ 323 w 503"/>
                <a:gd name="T41" fmla="*/ 268 h 425"/>
                <a:gd name="T42" fmla="*/ 328 w 503"/>
                <a:gd name="T43" fmla="*/ 266 h 425"/>
                <a:gd name="T44" fmla="*/ 484 w 503"/>
                <a:gd name="T45" fmla="*/ 173 h 425"/>
                <a:gd name="T46" fmla="*/ 484 w 503"/>
                <a:gd name="T47" fmla="*/ 396 h 425"/>
                <a:gd name="T48" fmla="*/ 267 w 503"/>
                <a:gd name="T49" fmla="*/ 251 h 425"/>
                <a:gd name="T50" fmla="*/ 236 w 503"/>
                <a:gd name="T51" fmla="*/ 251 h 425"/>
                <a:gd name="T52" fmla="*/ 18 w 503"/>
                <a:gd name="T53" fmla="*/ 396 h 425"/>
                <a:gd name="T54" fmla="*/ 18 w 503"/>
                <a:gd name="T55" fmla="*/ 173 h 425"/>
                <a:gd name="T56" fmla="*/ 174 w 503"/>
                <a:gd name="T57" fmla="*/ 266 h 425"/>
                <a:gd name="T58" fmla="*/ 179 w 503"/>
                <a:gd name="T59" fmla="*/ 268 h 425"/>
                <a:gd name="T60" fmla="*/ 187 w 503"/>
                <a:gd name="T61" fmla="*/ 263 h 425"/>
                <a:gd name="T62" fmla="*/ 184 w 503"/>
                <a:gd name="T63" fmla="*/ 250 h 425"/>
                <a:gd name="T64" fmla="*/ 25 w 503"/>
                <a:gd name="T65" fmla="*/ 155 h 425"/>
                <a:gd name="T66" fmla="*/ 246 w 503"/>
                <a:gd name="T67" fmla="*/ 21 h 425"/>
                <a:gd name="T68" fmla="*/ 466 w 503"/>
                <a:gd name="T69" fmla="*/ 406 h 425"/>
                <a:gd name="T70" fmla="*/ 37 w 503"/>
                <a:gd name="T71" fmla="*/ 406 h 425"/>
                <a:gd name="T72" fmla="*/ 247 w 503"/>
                <a:gd name="T73" fmla="*/ 266 h 425"/>
                <a:gd name="T74" fmla="*/ 247 w 503"/>
                <a:gd name="T75" fmla="*/ 266 h 425"/>
                <a:gd name="T76" fmla="*/ 255 w 503"/>
                <a:gd name="T77" fmla="*/ 266 h 425"/>
                <a:gd name="T78" fmla="*/ 256 w 503"/>
                <a:gd name="T79" fmla="*/ 266 h 425"/>
                <a:gd name="T80" fmla="*/ 466 w 503"/>
                <a:gd name="T81" fmla="*/ 406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503" h="425">
                  <a:moveTo>
                    <a:pt x="498" y="146"/>
                  </a:moveTo>
                  <a:cubicBezTo>
                    <a:pt x="267" y="6"/>
                    <a:pt x="267" y="6"/>
                    <a:pt x="267" y="6"/>
                  </a:cubicBezTo>
                  <a:cubicBezTo>
                    <a:pt x="263" y="2"/>
                    <a:pt x="257" y="0"/>
                    <a:pt x="251" y="0"/>
                  </a:cubicBezTo>
                  <a:cubicBezTo>
                    <a:pt x="246" y="0"/>
                    <a:pt x="240" y="2"/>
                    <a:pt x="236" y="6"/>
                  </a:cubicBezTo>
                  <a:cubicBezTo>
                    <a:pt x="4" y="146"/>
                    <a:pt x="4" y="146"/>
                    <a:pt x="4" y="146"/>
                  </a:cubicBezTo>
                  <a:cubicBezTo>
                    <a:pt x="1" y="147"/>
                    <a:pt x="0" y="150"/>
                    <a:pt x="0" y="154"/>
                  </a:cubicBezTo>
                  <a:cubicBezTo>
                    <a:pt x="0" y="401"/>
                    <a:pt x="0" y="401"/>
                    <a:pt x="0" y="401"/>
                  </a:cubicBezTo>
                  <a:cubicBezTo>
                    <a:pt x="0" y="414"/>
                    <a:pt x="10" y="425"/>
                    <a:pt x="23" y="425"/>
                  </a:cubicBezTo>
                  <a:cubicBezTo>
                    <a:pt x="479" y="425"/>
                    <a:pt x="479" y="425"/>
                    <a:pt x="479" y="425"/>
                  </a:cubicBezTo>
                  <a:cubicBezTo>
                    <a:pt x="492" y="425"/>
                    <a:pt x="503" y="414"/>
                    <a:pt x="503" y="401"/>
                  </a:cubicBezTo>
                  <a:cubicBezTo>
                    <a:pt x="503" y="154"/>
                    <a:pt x="503" y="154"/>
                    <a:pt x="503" y="154"/>
                  </a:cubicBezTo>
                  <a:cubicBezTo>
                    <a:pt x="503" y="150"/>
                    <a:pt x="501" y="147"/>
                    <a:pt x="498" y="146"/>
                  </a:cubicBezTo>
                  <a:close/>
                  <a:moveTo>
                    <a:pt x="246" y="21"/>
                  </a:moveTo>
                  <a:cubicBezTo>
                    <a:pt x="247" y="21"/>
                    <a:pt x="248" y="21"/>
                    <a:pt x="248" y="20"/>
                  </a:cubicBezTo>
                  <a:cubicBezTo>
                    <a:pt x="249" y="19"/>
                    <a:pt x="251" y="19"/>
                    <a:pt x="251" y="19"/>
                  </a:cubicBezTo>
                  <a:cubicBezTo>
                    <a:pt x="252" y="19"/>
                    <a:pt x="253" y="19"/>
                    <a:pt x="255" y="20"/>
                  </a:cubicBezTo>
                  <a:cubicBezTo>
                    <a:pt x="255" y="21"/>
                    <a:pt x="256" y="21"/>
                    <a:pt x="256" y="21"/>
                  </a:cubicBezTo>
                  <a:cubicBezTo>
                    <a:pt x="478" y="155"/>
                    <a:pt x="478" y="155"/>
                    <a:pt x="478" y="155"/>
                  </a:cubicBezTo>
                  <a:cubicBezTo>
                    <a:pt x="319" y="250"/>
                    <a:pt x="319" y="250"/>
                    <a:pt x="319" y="250"/>
                  </a:cubicBezTo>
                  <a:cubicBezTo>
                    <a:pt x="314" y="253"/>
                    <a:pt x="313" y="259"/>
                    <a:pt x="315" y="263"/>
                  </a:cubicBezTo>
                  <a:cubicBezTo>
                    <a:pt x="317" y="266"/>
                    <a:pt x="320" y="268"/>
                    <a:pt x="323" y="268"/>
                  </a:cubicBezTo>
                  <a:cubicBezTo>
                    <a:pt x="325" y="268"/>
                    <a:pt x="327" y="267"/>
                    <a:pt x="328" y="266"/>
                  </a:cubicBezTo>
                  <a:cubicBezTo>
                    <a:pt x="484" y="173"/>
                    <a:pt x="484" y="173"/>
                    <a:pt x="484" y="173"/>
                  </a:cubicBezTo>
                  <a:cubicBezTo>
                    <a:pt x="484" y="396"/>
                    <a:pt x="484" y="396"/>
                    <a:pt x="484" y="396"/>
                  </a:cubicBezTo>
                  <a:cubicBezTo>
                    <a:pt x="267" y="251"/>
                    <a:pt x="267" y="251"/>
                    <a:pt x="267" y="251"/>
                  </a:cubicBezTo>
                  <a:cubicBezTo>
                    <a:pt x="259" y="245"/>
                    <a:pt x="244" y="245"/>
                    <a:pt x="236" y="251"/>
                  </a:cubicBezTo>
                  <a:cubicBezTo>
                    <a:pt x="18" y="396"/>
                    <a:pt x="18" y="396"/>
                    <a:pt x="18" y="396"/>
                  </a:cubicBezTo>
                  <a:cubicBezTo>
                    <a:pt x="18" y="173"/>
                    <a:pt x="18" y="173"/>
                    <a:pt x="18" y="173"/>
                  </a:cubicBezTo>
                  <a:cubicBezTo>
                    <a:pt x="174" y="266"/>
                    <a:pt x="174" y="266"/>
                    <a:pt x="174" y="266"/>
                  </a:cubicBezTo>
                  <a:cubicBezTo>
                    <a:pt x="176" y="267"/>
                    <a:pt x="178" y="268"/>
                    <a:pt x="179" y="268"/>
                  </a:cubicBezTo>
                  <a:cubicBezTo>
                    <a:pt x="182" y="268"/>
                    <a:pt x="186" y="266"/>
                    <a:pt x="187" y="263"/>
                  </a:cubicBezTo>
                  <a:cubicBezTo>
                    <a:pt x="190" y="259"/>
                    <a:pt x="188" y="253"/>
                    <a:pt x="184" y="250"/>
                  </a:cubicBezTo>
                  <a:cubicBezTo>
                    <a:pt x="25" y="155"/>
                    <a:pt x="25" y="155"/>
                    <a:pt x="25" y="155"/>
                  </a:cubicBezTo>
                  <a:lnTo>
                    <a:pt x="246" y="21"/>
                  </a:lnTo>
                  <a:close/>
                  <a:moveTo>
                    <a:pt x="466" y="406"/>
                  </a:moveTo>
                  <a:cubicBezTo>
                    <a:pt x="37" y="406"/>
                    <a:pt x="37" y="406"/>
                    <a:pt x="37" y="406"/>
                  </a:cubicBezTo>
                  <a:cubicBezTo>
                    <a:pt x="247" y="266"/>
                    <a:pt x="247" y="266"/>
                    <a:pt x="247" y="266"/>
                  </a:cubicBezTo>
                  <a:cubicBezTo>
                    <a:pt x="247" y="266"/>
                    <a:pt x="247" y="266"/>
                    <a:pt x="247" y="266"/>
                  </a:cubicBezTo>
                  <a:cubicBezTo>
                    <a:pt x="249" y="265"/>
                    <a:pt x="254" y="265"/>
                    <a:pt x="255" y="266"/>
                  </a:cubicBezTo>
                  <a:cubicBezTo>
                    <a:pt x="256" y="266"/>
                    <a:pt x="256" y="266"/>
                    <a:pt x="256" y="266"/>
                  </a:cubicBezTo>
                  <a:lnTo>
                    <a:pt x="466" y="406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1" name="Freeform 213"/>
            <p:cNvSpPr>
              <a:spLocks/>
            </p:cNvSpPr>
            <p:nvPr/>
          </p:nvSpPr>
          <p:spPr bwMode="auto">
            <a:xfrm>
              <a:off x="755651" y="3875088"/>
              <a:ext cx="344488" cy="17463"/>
            </a:xfrm>
            <a:custGeom>
              <a:avLst/>
              <a:gdLst>
                <a:gd name="T0" fmla="*/ 10 w 346"/>
                <a:gd name="T1" fmla="*/ 19 h 19"/>
                <a:gd name="T2" fmla="*/ 337 w 346"/>
                <a:gd name="T3" fmla="*/ 19 h 19"/>
                <a:gd name="T4" fmla="*/ 346 w 346"/>
                <a:gd name="T5" fmla="*/ 9 h 19"/>
                <a:gd name="T6" fmla="*/ 337 w 346"/>
                <a:gd name="T7" fmla="*/ 0 h 19"/>
                <a:gd name="T8" fmla="*/ 10 w 346"/>
                <a:gd name="T9" fmla="*/ 0 h 19"/>
                <a:gd name="T10" fmla="*/ 0 w 346"/>
                <a:gd name="T11" fmla="*/ 9 h 19"/>
                <a:gd name="T12" fmla="*/ 10 w 346"/>
                <a:gd name="T13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46" h="19">
                  <a:moveTo>
                    <a:pt x="10" y="19"/>
                  </a:moveTo>
                  <a:cubicBezTo>
                    <a:pt x="337" y="19"/>
                    <a:pt x="337" y="19"/>
                    <a:pt x="337" y="19"/>
                  </a:cubicBezTo>
                  <a:cubicBezTo>
                    <a:pt x="342" y="19"/>
                    <a:pt x="346" y="15"/>
                    <a:pt x="346" y="9"/>
                  </a:cubicBezTo>
                  <a:cubicBezTo>
                    <a:pt x="346" y="4"/>
                    <a:pt x="342" y="0"/>
                    <a:pt x="337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5"/>
                    <a:pt x="4" y="19"/>
                    <a:pt x="10" y="19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42" name="Group 241"/>
          <p:cNvGrpSpPr/>
          <p:nvPr/>
        </p:nvGrpSpPr>
        <p:grpSpPr>
          <a:xfrm>
            <a:off x="10615085" y="4959351"/>
            <a:ext cx="556684" cy="560916"/>
            <a:chOff x="7961313" y="3719513"/>
            <a:chExt cx="417513" cy="420687"/>
          </a:xfrm>
          <a:solidFill>
            <a:schemeClr val="tx2"/>
          </a:solidFill>
        </p:grpSpPr>
        <p:sp>
          <p:nvSpPr>
            <p:cNvPr id="22" name="Freeform 214"/>
            <p:cNvSpPr>
              <a:spLocks noEditPoints="1"/>
            </p:cNvSpPr>
            <p:nvPr/>
          </p:nvSpPr>
          <p:spPr bwMode="auto">
            <a:xfrm>
              <a:off x="7961313" y="3719513"/>
              <a:ext cx="417513" cy="242888"/>
            </a:xfrm>
            <a:custGeom>
              <a:avLst/>
              <a:gdLst>
                <a:gd name="T0" fmla="*/ 19 w 420"/>
                <a:gd name="T1" fmla="*/ 150 h 245"/>
                <a:gd name="T2" fmla="*/ 171 w 420"/>
                <a:gd name="T3" fmla="*/ 236 h 245"/>
                <a:gd name="T4" fmla="*/ 210 w 420"/>
                <a:gd name="T5" fmla="*/ 245 h 245"/>
                <a:gd name="T6" fmla="*/ 249 w 420"/>
                <a:gd name="T7" fmla="*/ 236 h 245"/>
                <a:gd name="T8" fmla="*/ 401 w 420"/>
                <a:gd name="T9" fmla="*/ 150 h 245"/>
                <a:gd name="T10" fmla="*/ 420 w 420"/>
                <a:gd name="T11" fmla="*/ 123 h 245"/>
                <a:gd name="T12" fmla="*/ 401 w 420"/>
                <a:gd name="T13" fmla="*/ 95 h 245"/>
                <a:gd name="T14" fmla="*/ 249 w 420"/>
                <a:gd name="T15" fmla="*/ 9 h 245"/>
                <a:gd name="T16" fmla="*/ 210 w 420"/>
                <a:gd name="T17" fmla="*/ 0 h 245"/>
                <a:gd name="T18" fmla="*/ 171 w 420"/>
                <a:gd name="T19" fmla="*/ 9 h 245"/>
                <a:gd name="T20" fmla="*/ 19 w 420"/>
                <a:gd name="T21" fmla="*/ 95 h 245"/>
                <a:gd name="T22" fmla="*/ 0 w 420"/>
                <a:gd name="T23" fmla="*/ 123 h 245"/>
                <a:gd name="T24" fmla="*/ 19 w 420"/>
                <a:gd name="T25" fmla="*/ 150 h 245"/>
                <a:gd name="T26" fmla="*/ 29 w 420"/>
                <a:gd name="T27" fmla="*/ 111 h 245"/>
                <a:gd name="T28" fmla="*/ 180 w 420"/>
                <a:gd name="T29" fmla="*/ 26 h 245"/>
                <a:gd name="T30" fmla="*/ 210 w 420"/>
                <a:gd name="T31" fmla="*/ 19 h 245"/>
                <a:gd name="T32" fmla="*/ 240 w 420"/>
                <a:gd name="T33" fmla="*/ 26 h 245"/>
                <a:gd name="T34" fmla="*/ 391 w 420"/>
                <a:gd name="T35" fmla="*/ 111 h 245"/>
                <a:gd name="T36" fmla="*/ 401 w 420"/>
                <a:gd name="T37" fmla="*/ 123 h 245"/>
                <a:gd name="T38" fmla="*/ 391 w 420"/>
                <a:gd name="T39" fmla="*/ 134 h 245"/>
                <a:gd name="T40" fmla="*/ 240 w 420"/>
                <a:gd name="T41" fmla="*/ 220 h 245"/>
                <a:gd name="T42" fmla="*/ 210 w 420"/>
                <a:gd name="T43" fmla="*/ 226 h 245"/>
                <a:gd name="T44" fmla="*/ 180 w 420"/>
                <a:gd name="T45" fmla="*/ 220 h 245"/>
                <a:gd name="T46" fmla="*/ 29 w 420"/>
                <a:gd name="T47" fmla="*/ 134 h 245"/>
                <a:gd name="T48" fmla="*/ 19 w 420"/>
                <a:gd name="T49" fmla="*/ 123 h 245"/>
                <a:gd name="T50" fmla="*/ 29 w 420"/>
                <a:gd name="T51" fmla="*/ 11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20" h="245">
                  <a:moveTo>
                    <a:pt x="19" y="150"/>
                  </a:moveTo>
                  <a:cubicBezTo>
                    <a:pt x="171" y="236"/>
                    <a:pt x="171" y="236"/>
                    <a:pt x="171" y="236"/>
                  </a:cubicBezTo>
                  <a:cubicBezTo>
                    <a:pt x="181" y="242"/>
                    <a:pt x="195" y="245"/>
                    <a:pt x="210" y="245"/>
                  </a:cubicBezTo>
                  <a:cubicBezTo>
                    <a:pt x="225" y="245"/>
                    <a:pt x="239" y="242"/>
                    <a:pt x="249" y="236"/>
                  </a:cubicBezTo>
                  <a:cubicBezTo>
                    <a:pt x="401" y="150"/>
                    <a:pt x="401" y="150"/>
                    <a:pt x="401" y="150"/>
                  </a:cubicBezTo>
                  <a:cubicBezTo>
                    <a:pt x="413" y="144"/>
                    <a:pt x="420" y="133"/>
                    <a:pt x="420" y="123"/>
                  </a:cubicBezTo>
                  <a:cubicBezTo>
                    <a:pt x="420" y="112"/>
                    <a:pt x="413" y="102"/>
                    <a:pt x="401" y="95"/>
                  </a:cubicBezTo>
                  <a:cubicBezTo>
                    <a:pt x="249" y="9"/>
                    <a:pt x="249" y="9"/>
                    <a:pt x="249" y="9"/>
                  </a:cubicBezTo>
                  <a:cubicBezTo>
                    <a:pt x="239" y="3"/>
                    <a:pt x="225" y="0"/>
                    <a:pt x="210" y="0"/>
                  </a:cubicBezTo>
                  <a:cubicBezTo>
                    <a:pt x="195" y="0"/>
                    <a:pt x="181" y="3"/>
                    <a:pt x="171" y="9"/>
                  </a:cubicBezTo>
                  <a:cubicBezTo>
                    <a:pt x="19" y="95"/>
                    <a:pt x="19" y="95"/>
                    <a:pt x="19" y="95"/>
                  </a:cubicBezTo>
                  <a:cubicBezTo>
                    <a:pt x="7" y="102"/>
                    <a:pt x="0" y="112"/>
                    <a:pt x="0" y="123"/>
                  </a:cubicBezTo>
                  <a:cubicBezTo>
                    <a:pt x="0" y="133"/>
                    <a:pt x="7" y="144"/>
                    <a:pt x="19" y="150"/>
                  </a:cubicBezTo>
                  <a:close/>
                  <a:moveTo>
                    <a:pt x="29" y="111"/>
                  </a:moveTo>
                  <a:cubicBezTo>
                    <a:pt x="180" y="26"/>
                    <a:pt x="180" y="26"/>
                    <a:pt x="180" y="26"/>
                  </a:cubicBezTo>
                  <a:cubicBezTo>
                    <a:pt x="188" y="21"/>
                    <a:pt x="199" y="19"/>
                    <a:pt x="210" y="19"/>
                  </a:cubicBezTo>
                  <a:cubicBezTo>
                    <a:pt x="221" y="19"/>
                    <a:pt x="232" y="21"/>
                    <a:pt x="240" y="26"/>
                  </a:cubicBezTo>
                  <a:cubicBezTo>
                    <a:pt x="391" y="111"/>
                    <a:pt x="391" y="111"/>
                    <a:pt x="391" y="111"/>
                  </a:cubicBezTo>
                  <a:cubicBezTo>
                    <a:pt x="398" y="115"/>
                    <a:pt x="401" y="119"/>
                    <a:pt x="401" y="123"/>
                  </a:cubicBezTo>
                  <a:cubicBezTo>
                    <a:pt x="401" y="127"/>
                    <a:pt x="398" y="131"/>
                    <a:pt x="391" y="134"/>
                  </a:cubicBezTo>
                  <a:cubicBezTo>
                    <a:pt x="240" y="220"/>
                    <a:pt x="240" y="220"/>
                    <a:pt x="240" y="220"/>
                  </a:cubicBezTo>
                  <a:cubicBezTo>
                    <a:pt x="232" y="224"/>
                    <a:pt x="221" y="226"/>
                    <a:pt x="210" y="226"/>
                  </a:cubicBezTo>
                  <a:cubicBezTo>
                    <a:pt x="199" y="226"/>
                    <a:pt x="188" y="224"/>
                    <a:pt x="180" y="220"/>
                  </a:cubicBezTo>
                  <a:cubicBezTo>
                    <a:pt x="29" y="134"/>
                    <a:pt x="29" y="134"/>
                    <a:pt x="29" y="134"/>
                  </a:cubicBezTo>
                  <a:cubicBezTo>
                    <a:pt x="22" y="131"/>
                    <a:pt x="19" y="127"/>
                    <a:pt x="19" y="123"/>
                  </a:cubicBezTo>
                  <a:cubicBezTo>
                    <a:pt x="19" y="119"/>
                    <a:pt x="22" y="115"/>
                    <a:pt x="29" y="11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3" name="Freeform 215"/>
            <p:cNvSpPr>
              <a:spLocks/>
            </p:cNvSpPr>
            <p:nvPr/>
          </p:nvSpPr>
          <p:spPr bwMode="auto">
            <a:xfrm>
              <a:off x="7961313" y="3900488"/>
              <a:ext cx="417513" cy="152400"/>
            </a:xfrm>
            <a:custGeom>
              <a:avLst/>
              <a:gdLst>
                <a:gd name="T0" fmla="*/ 401 w 420"/>
                <a:gd name="T1" fmla="*/ 2 h 153"/>
                <a:gd name="T2" fmla="*/ 388 w 420"/>
                <a:gd name="T3" fmla="*/ 6 h 153"/>
                <a:gd name="T4" fmla="*/ 391 w 420"/>
                <a:gd name="T5" fmla="*/ 19 h 153"/>
                <a:gd name="T6" fmla="*/ 401 w 420"/>
                <a:gd name="T7" fmla="*/ 30 h 153"/>
                <a:gd name="T8" fmla="*/ 391 w 420"/>
                <a:gd name="T9" fmla="*/ 42 h 153"/>
                <a:gd name="T10" fmla="*/ 240 w 420"/>
                <a:gd name="T11" fmla="*/ 127 h 153"/>
                <a:gd name="T12" fmla="*/ 180 w 420"/>
                <a:gd name="T13" fmla="*/ 127 h 153"/>
                <a:gd name="T14" fmla="*/ 29 w 420"/>
                <a:gd name="T15" fmla="*/ 42 h 153"/>
                <a:gd name="T16" fmla="*/ 19 w 420"/>
                <a:gd name="T17" fmla="*/ 30 h 153"/>
                <a:gd name="T18" fmla="*/ 29 w 420"/>
                <a:gd name="T19" fmla="*/ 19 h 153"/>
                <a:gd name="T20" fmla="*/ 32 w 420"/>
                <a:gd name="T21" fmla="*/ 6 h 153"/>
                <a:gd name="T22" fmla="*/ 19 w 420"/>
                <a:gd name="T23" fmla="*/ 2 h 153"/>
                <a:gd name="T24" fmla="*/ 0 w 420"/>
                <a:gd name="T25" fmla="*/ 30 h 153"/>
                <a:gd name="T26" fmla="*/ 19 w 420"/>
                <a:gd name="T27" fmla="*/ 58 h 153"/>
                <a:gd name="T28" fmla="*/ 171 w 420"/>
                <a:gd name="T29" fmla="*/ 143 h 153"/>
                <a:gd name="T30" fmla="*/ 210 w 420"/>
                <a:gd name="T31" fmla="*/ 153 h 153"/>
                <a:gd name="T32" fmla="*/ 249 w 420"/>
                <a:gd name="T33" fmla="*/ 143 h 153"/>
                <a:gd name="T34" fmla="*/ 401 w 420"/>
                <a:gd name="T35" fmla="*/ 58 h 153"/>
                <a:gd name="T36" fmla="*/ 420 w 420"/>
                <a:gd name="T37" fmla="*/ 30 h 153"/>
                <a:gd name="T38" fmla="*/ 401 w 420"/>
                <a:gd name="T39" fmla="*/ 2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20" h="153">
                  <a:moveTo>
                    <a:pt x="401" y="2"/>
                  </a:moveTo>
                  <a:cubicBezTo>
                    <a:pt x="396" y="0"/>
                    <a:pt x="390" y="1"/>
                    <a:pt x="388" y="6"/>
                  </a:cubicBezTo>
                  <a:cubicBezTo>
                    <a:pt x="385" y="10"/>
                    <a:pt x="387" y="16"/>
                    <a:pt x="391" y="19"/>
                  </a:cubicBezTo>
                  <a:cubicBezTo>
                    <a:pt x="398" y="22"/>
                    <a:pt x="401" y="26"/>
                    <a:pt x="401" y="30"/>
                  </a:cubicBezTo>
                  <a:cubicBezTo>
                    <a:pt x="401" y="34"/>
                    <a:pt x="398" y="38"/>
                    <a:pt x="391" y="42"/>
                  </a:cubicBezTo>
                  <a:cubicBezTo>
                    <a:pt x="240" y="127"/>
                    <a:pt x="240" y="127"/>
                    <a:pt x="240" y="127"/>
                  </a:cubicBezTo>
                  <a:cubicBezTo>
                    <a:pt x="224" y="136"/>
                    <a:pt x="196" y="136"/>
                    <a:pt x="180" y="127"/>
                  </a:cubicBezTo>
                  <a:cubicBezTo>
                    <a:pt x="29" y="42"/>
                    <a:pt x="29" y="42"/>
                    <a:pt x="29" y="42"/>
                  </a:cubicBezTo>
                  <a:cubicBezTo>
                    <a:pt x="22" y="38"/>
                    <a:pt x="19" y="34"/>
                    <a:pt x="19" y="30"/>
                  </a:cubicBezTo>
                  <a:cubicBezTo>
                    <a:pt x="19" y="26"/>
                    <a:pt x="22" y="22"/>
                    <a:pt x="29" y="19"/>
                  </a:cubicBezTo>
                  <a:cubicBezTo>
                    <a:pt x="33" y="16"/>
                    <a:pt x="35" y="10"/>
                    <a:pt x="32" y="6"/>
                  </a:cubicBezTo>
                  <a:cubicBezTo>
                    <a:pt x="30" y="1"/>
                    <a:pt x="24" y="0"/>
                    <a:pt x="19" y="2"/>
                  </a:cubicBezTo>
                  <a:cubicBezTo>
                    <a:pt x="7" y="9"/>
                    <a:pt x="0" y="19"/>
                    <a:pt x="0" y="30"/>
                  </a:cubicBezTo>
                  <a:cubicBezTo>
                    <a:pt x="0" y="41"/>
                    <a:pt x="7" y="51"/>
                    <a:pt x="19" y="58"/>
                  </a:cubicBezTo>
                  <a:cubicBezTo>
                    <a:pt x="171" y="143"/>
                    <a:pt x="171" y="143"/>
                    <a:pt x="171" y="143"/>
                  </a:cubicBezTo>
                  <a:cubicBezTo>
                    <a:pt x="182" y="150"/>
                    <a:pt x="196" y="153"/>
                    <a:pt x="210" y="153"/>
                  </a:cubicBezTo>
                  <a:cubicBezTo>
                    <a:pt x="224" y="153"/>
                    <a:pt x="238" y="150"/>
                    <a:pt x="249" y="143"/>
                  </a:cubicBezTo>
                  <a:cubicBezTo>
                    <a:pt x="401" y="58"/>
                    <a:pt x="401" y="58"/>
                    <a:pt x="401" y="58"/>
                  </a:cubicBezTo>
                  <a:cubicBezTo>
                    <a:pt x="413" y="51"/>
                    <a:pt x="420" y="41"/>
                    <a:pt x="420" y="30"/>
                  </a:cubicBezTo>
                  <a:cubicBezTo>
                    <a:pt x="420" y="19"/>
                    <a:pt x="413" y="9"/>
                    <a:pt x="401" y="2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4" name="Freeform 216"/>
            <p:cNvSpPr>
              <a:spLocks/>
            </p:cNvSpPr>
            <p:nvPr/>
          </p:nvSpPr>
          <p:spPr bwMode="auto">
            <a:xfrm>
              <a:off x="7961313" y="3987800"/>
              <a:ext cx="417513" cy="152400"/>
            </a:xfrm>
            <a:custGeom>
              <a:avLst/>
              <a:gdLst>
                <a:gd name="T0" fmla="*/ 401 w 420"/>
                <a:gd name="T1" fmla="*/ 2 h 153"/>
                <a:gd name="T2" fmla="*/ 388 w 420"/>
                <a:gd name="T3" fmla="*/ 6 h 153"/>
                <a:gd name="T4" fmla="*/ 391 w 420"/>
                <a:gd name="T5" fmla="*/ 19 h 153"/>
                <a:gd name="T6" fmla="*/ 401 w 420"/>
                <a:gd name="T7" fmla="*/ 30 h 153"/>
                <a:gd name="T8" fmla="*/ 391 w 420"/>
                <a:gd name="T9" fmla="*/ 42 h 153"/>
                <a:gd name="T10" fmla="*/ 240 w 420"/>
                <a:gd name="T11" fmla="*/ 127 h 153"/>
                <a:gd name="T12" fmla="*/ 180 w 420"/>
                <a:gd name="T13" fmla="*/ 127 h 153"/>
                <a:gd name="T14" fmla="*/ 29 w 420"/>
                <a:gd name="T15" fmla="*/ 42 h 153"/>
                <a:gd name="T16" fmla="*/ 19 w 420"/>
                <a:gd name="T17" fmla="*/ 30 h 153"/>
                <a:gd name="T18" fmla="*/ 29 w 420"/>
                <a:gd name="T19" fmla="*/ 19 h 153"/>
                <a:gd name="T20" fmla="*/ 32 w 420"/>
                <a:gd name="T21" fmla="*/ 6 h 153"/>
                <a:gd name="T22" fmla="*/ 19 w 420"/>
                <a:gd name="T23" fmla="*/ 2 h 153"/>
                <a:gd name="T24" fmla="*/ 0 w 420"/>
                <a:gd name="T25" fmla="*/ 30 h 153"/>
                <a:gd name="T26" fmla="*/ 19 w 420"/>
                <a:gd name="T27" fmla="*/ 58 h 153"/>
                <a:gd name="T28" fmla="*/ 171 w 420"/>
                <a:gd name="T29" fmla="*/ 143 h 153"/>
                <a:gd name="T30" fmla="*/ 210 w 420"/>
                <a:gd name="T31" fmla="*/ 153 h 153"/>
                <a:gd name="T32" fmla="*/ 249 w 420"/>
                <a:gd name="T33" fmla="*/ 143 h 153"/>
                <a:gd name="T34" fmla="*/ 401 w 420"/>
                <a:gd name="T35" fmla="*/ 58 h 153"/>
                <a:gd name="T36" fmla="*/ 420 w 420"/>
                <a:gd name="T37" fmla="*/ 30 h 153"/>
                <a:gd name="T38" fmla="*/ 401 w 420"/>
                <a:gd name="T39" fmla="*/ 2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20" h="153">
                  <a:moveTo>
                    <a:pt x="401" y="2"/>
                  </a:moveTo>
                  <a:cubicBezTo>
                    <a:pt x="396" y="0"/>
                    <a:pt x="390" y="1"/>
                    <a:pt x="388" y="6"/>
                  </a:cubicBezTo>
                  <a:cubicBezTo>
                    <a:pt x="385" y="10"/>
                    <a:pt x="387" y="16"/>
                    <a:pt x="391" y="19"/>
                  </a:cubicBezTo>
                  <a:cubicBezTo>
                    <a:pt x="398" y="22"/>
                    <a:pt x="401" y="26"/>
                    <a:pt x="401" y="30"/>
                  </a:cubicBezTo>
                  <a:cubicBezTo>
                    <a:pt x="401" y="34"/>
                    <a:pt x="398" y="38"/>
                    <a:pt x="391" y="42"/>
                  </a:cubicBezTo>
                  <a:cubicBezTo>
                    <a:pt x="240" y="127"/>
                    <a:pt x="240" y="127"/>
                    <a:pt x="240" y="127"/>
                  </a:cubicBezTo>
                  <a:cubicBezTo>
                    <a:pt x="224" y="136"/>
                    <a:pt x="196" y="136"/>
                    <a:pt x="180" y="127"/>
                  </a:cubicBezTo>
                  <a:cubicBezTo>
                    <a:pt x="29" y="42"/>
                    <a:pt x="29" y="42"/>
                    <a:pt x="29" y="42"/>
                  </a:cubicBezTo>
                  <a:cubicBezTo>
                    <a:pt x="22" y="38"/>
                    <a:pt x="19" y="34"/>
                    <a:pt x="19" y="30"/>
                  </a:cubicBezTo>
                  <a:cubicBezTo>
                    <a:pt x="19" y="26"/>
                    <a:pt x="22" y="22"/>
                    <a:pt x="29" y="19"/>
                  </a:cubicBezTo>
                  <a:cubicBezTo>
                    <a:pt x="33" y="16"/>
                    <a:pt x="35" y="10"/>
                    <a:pt x="32" y="6"/>
                  </a:cubicBezTo>
                  <a:cubicBezTo>
                    <a:pt x="30" y="1"/>
                    <a:pt x="24" y="0"/>
                    <a:pt x="19" y="2"/>
                  </a:cubicBezTo>
                  <a:cubicBezTo>
                    <a:pt x="7" y="9"/>
                    <a:pt x="0" y="19"/>
                    <a:pt x="0" y="30"/>
                  </a:cubicBezTo>
                  <a:cubicBezTo>
                    <a:pt x="0" y="41"/>
                    <a:pt x="7" y="51"/>
                    <a:pt x="19" y="58"/>
                  </a:cubicBezTo>
                  <a:cubicBezTo>
                    <a:pt x="171" y="143"/>
                    <a:pt x="171" y="143"/>
                    <a:pt x="171" y="143"/>
                  </a:cubicBezTo>
                  <a:cubicBezTo>
                    <a:pt x="182" y="150"/>
                    <a:pt x="196" y="153"/>
                    <a:pt x="210" y="153"/>
                  </a:cubicBezTo>
                  <a:cubicBezTo>
                    <a:pt x="224" y="153"/>
                    <a:pt x="238" y="150"/>
                    <a:pt x="249" y="143"/>
                  </a:cubicBezTo>
                  <a:cubicBezTo>
                    <a:pt x="401" y="58"/>
                    <a:pt x="401" y="58"/>
                    <a:pt x="401" y="58"/>
                  </a:cubicBezTo>
                  <a:cubicBezTo>
                    <a:pt x="413" y="51"/>
                    <a:pt x="420" y="41"/>
                    <a:pt x="420" y="30"/>
                  </a:cubicBezTo>
                  <a:cubicBezTo>
                    <a:pt x="420" y="19"/>
                    <a:pt x="413" y="9"/>
                    <a:pt x="401" y="2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91" name="Group 290"/>
          <p:cNvGrpSpPr/>
          <p:nvPr/>
        </p:nvGrpSpPr>
        <p:grpSpPr>
          <a:xfrm>
            <a:off x="9527118" y="3147485"/>
            <a:ext cx="738717" cy="565151"/>
            <a:chOff x="7145338" y="2360613"/>
            <a:chExt cx="554038" cy="423863"/>
          </a:xfrm>
          <a:solidFill>
            <a:schemeClr val="tx2"/>
          </a:solidFill>
        </p:grpSpPr>
        <p:sp>
          <p:nvSpPr>
            <p:cNvPr id="25" name="Freeform 217"/>
            <p:cNvSpPr>
              <a:spLocks/>
            </p:cNvSpPr>
            <p:nvPr/>
          </p:nvSpPr>
          <p:spPr bwMode="auto">
            <a:xfrm>
              <a:off x="7145338" y="2360613"/>
              <a:ext cx="123825" cy="111125"/>
            </a:xfrm>
            <a:custGeom>
              <a:avLst/>
              <a:gdLst>
                <a:gd name="T0" fmla="*/ 114 w 124"/>
                <a:gd name="T1" fmla="*/ 0 h 111"/>
                <a:gd name="T2" fmla="*/ 23 w 124"/>
                <a:gd name="T3" fmla="*/ 0 h 111"/>
                <a:gd name="T4" fmla="*/ 0 w 124"/>
                <a:gd name="T5" fmla="*/ 23 h 111"/>
                <a:gd name="T6" fmla="*/ 0 w 124"/>
                <a:gd name="T7" fmla="*/ 101 h 111"/>
                <a:gd name="T8" fmla="*/ 10 w 124"/>
                <a:gd name="T9" fmla="*/ 111 h 111"/>
                <a:gd name="T10" fmla="*/ 19 w 124"/>
                <a:gd name="T11" fmla="*/ 101 h 111"/>
                <a:gd name="T12" fmla="*/ 19 w 124"/>
                <a:gd name="T13" fmla="*/ 23 h 111"/>
                <a:gd name="T14" fmla="*/ 23 w 124"/>
                <a:gd name="T15" fmla="*/ 19 h 111"/>
                <a:gd name="T16" fmla="*/ 114 w 124"/>
                <a:gd name="T17" fmla="*/ 19 h 111"/>
                <a:gd name="T18" fmla="*/ 124 w 124"/>
                <a:gd name="T19" fmla="*/ 10 h 111"/>
                <a:gd name="T20" fmla="*/ 114 w 124"/>
                <a:gd name="T21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4" h="111">
                  <a:moveTo>
                    <a:pt x="114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10" y="0"/>
                    <a:pt x="0" y="10"/>
                    <a:pt x="0" y="23"/>
                  </a:cubicBezTo>
                  <a:cubicBezTo>
                    <a:pt x="0" y="101"/>
                    <a:pt x="0" y="101"/>
                    <a:pt x="0" y="101"/>
                  </a:cubicBezTo>
                  <a:cubicBezTo>
                    <a:pt x="0" y="107"/>
                    <a:pt x="4" y="111"/>
                    <a:pt x="10" y="111"/>
                  </a:cubicBezTo>
                  <a:cubicBezTo>
                    <a:pt x="15" y="111"/>
                    <a:pt x="19" y="107"/>
                    <a:pt x="19" y="101"/>
                  </a:cubicBezTo>
                  <a:cubicBezTo>
                    <a:pt x="19" y="23"/>
                    <a:pt x="19" y="23"/>
                    <a:pt x="19" y="23"/>
                  </a:cubicBezTo>
                  <a:cubicBezTo>
                    <a:pt x="19" y="21"/>
                    <a:pt x="21" y="19"/>
                    <a:pt x="23" y="19"/>
                  </a:cubicBezTo>
                  <a:cubicBezTo>
                    <a:pt x="114" y="19"/>
                    <a:pt x="114" y="19"/>
                    <a:pt x="114" y="19"/>
                  </a:cubicBezTo>
                  <a:cubicBezTo>
                    <a:pt x="120" y="19"/>
                    <a:pt x="124" y="15"/>
                    <a:pt x="124" y="10"/>
                  </a:cubicBezTo>
                  <a:cubicBezTo>
                    <a:pt x="124" y="4"/>
                    <a:pt x="120" y="0"/>
                    <a:pt x="11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6" name="Freeform 218"/>
            <p:cNvSpPr>
              <a:spLocks/>
            </p:cNvSpPr>
            <p:nvPr/>
          </p:nvSpPr>
          <p:spPr bwMode="auto">
            <a:xfrm>
              <a:off x="7577138" y="2360613"/>
              <a:ext cx="122238" cy="111125"/>
            </a:xfrm>
            <a:custGeom>
              <a:avLst/>
              <a:gdLst>
                <a:gd name="T0" fmla="*/ 101 w 123"/>
                <a:gd name="T1" fmla="*/ 0 h 111"/>
                <a:gd name="T2" fmla="*/ 9 w 123"/>
                <a:gd name="T3" fmla="*/ 0 h 111"/>
                <a:gd name="T4" fmla="*/ 0 w 123"/>
                <a:gd name="T5" fmla="*/ 10 h 111"/>
                <a:gd name="T6" fmla="*/ 9 w 123"/>
                <a:gd name="T7" fmla="*/ 19 h 111"/>
                <a:gd name="T8" fmla="*/ 101 w 123"/>
                <a:gd name="T9" fmla="*/ 19 h 111"/>
                <a:gd name="T10" fmla="*/ 104 w 123"/>
                <a:gd name="T11" fmla="*/ 23 h 111"/>
                <a:gd name="T12" fmla="*/ 104 w 123"/>
                <a:gd name="T13" fmla="*/ 101 h 111"/>
                <a:gd name="T14" fmla="*/ 114 w 123"/>
                <a:gd name="T15" fmla="*/ 111 h 111"/>
                <a:gd name="T16" fmla="*/ 123 w 123"/>
                <a:gd name="T17" fmla="*/ 101 h 111"/>
                <a:gd name="T18" fmla="*/ 123 w 123"/>
                <a:gd name="T19" fmla="*/ 23 h 111"/>
                <a:gd name="T20" fmla="*/ 101 w 123"/>
                <a:gd name="T21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3" h="111">
                  <a:moveTo>
                    <a:pt x="101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15"/>
                    <a:pt x="4" y="19"/>
                    <a:pt x="9" y="19"/>
                  </a:cubicBezTo>
                  <a:cubicBezTo>
                    <a:pt x="101" y="19"/>
                    <a:pt x="101" y="19"/>
                    <a:pt x="101" y="19"/>
                  </a:cubicBezTo>
                  <a:cubicBezTo>
                    <a:pt x="103" y="19"/>
                    <a:pt x="104" y="21"/>
                    <a:pt x="104" y="23"/>
                  </a:cubicBezTo>
                  <a:cubicBezTo>
                    <a:pt x="104" y="101"/>
                    <a:pt x="104" y="101"/>
                    <a:pt x="104" y="101"/>
                  </a:cubicBezTo>
                  <a:cubicBezTo>
                    <a:pt x="104" y="107"/>
                    <a:pt x="109" y="111"/>
                    <a:pt x="114" y="111"/>
                  </a:cubicBezTo>
                  <a:cubicBezTo>
                    <a:pt x="119" y="111"/>
                    <a:pt x="123" y="107"/>
                    <a:pt x="123" y="101"/>
                  </a:cubicBezTo>
                  <a:cubicBezTo>
                    <a:pt x="123" y="23"/>
                    <a:pt x="123" y="23"/>
                    <a:pt x="123" y="23"/>
                  </a:cubicBezTo>
                  <a:cubicBezTo>
                    <a:pt x="123" y="10"/>
                    <a:pt x="113" y="0"/>
                    <a:pt x="10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7" name="Freeform 219"/>
            <p:cNvSpPr>
              <a:spLocks/>
            </p:cNvSpPr>
            <p:nvPr/>
          </p:nvSpPr>
          <p:spPr bwMode="auto">
            <a:xfrm>
              <a:off x="7577138" y="2674938"/>
              <a:ext cx="122238" cy="109538"/>
            </a:xfrm>
            <a:custGeom>
              <a:avLst/>
              <a:gdLst>
                <a:gd name="T0" fmla="*/ 114 w 123"/>
                <a:gd name="T1" fmla="*/ 0 h 110"/>
                <a:gd name="T2" fmla="*/ 104 w 123"/>
                <a:gd name="T3" fmla="*/ 9 h 110"/>
                <a:gd name="T4" fmla="*/ 104 w 123"/>
                <a:gd name="T5" fmla="*/ 88 h 110"/>
                <a:gd name="T6" fmla="*/ 101 w 123"/>
                <a:gd name="T7" fmla="*/ 91 h 110"/>
                <a:gd name="T8" fmla="*/ 9 w 123"/>
                <a:gd name="T9" fmla="*/ 91 h 110"/>
                <a:gd name="T10" fmla="*/ 0 w 123"/>
                <a:gd name="T11" fmla="*/ 101 h 110"/>
                <a:gd name="T12" fmla="*/ 9 w 123"/>
                <a:gd name="T13" fmla="*/ 110 h 110"/>
                <a:gd name="T14" fmla="*/ 101 w 123"/>
                <a:gd name="T15" fmla="*/ 110 h 110"/>
                <a:gd name="T16" fmla="*/ 123 w 123"/>
                <a:gd name="T17" fmla="*/ 88 h 110"/>
                <a:gd name="T18" fmla="*/ 123 w 123"/>
                <a:gd name="T19" fmla="*/ 9 h 110"/>
                <a:gd name="T20" fmla="*/ 114 w 123"/>
                <a:gd name="T21" fmla="*/ 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3" h="110">
                  <a:moveTo>
                    <a:pt x="114" y="0"/>
                  </a:moveTo>
                  <a:cubicBezTo>
                    <a:pt x="109" y="0"/>
                    <a:pt x="104" y="4"/>
                    <a:pt x="104" y="9"/>
                  </a:cubicBezTo>
                  <a:cubicBezTo>
                    <a:pt x="104" y="88"/>
                    <a:pt x="104" y="88"/>
                    <a:pt x="104" y="88"/>
                  </a:cubicBezTo>
                  <a:cubicBezTo>
                    <a:pt x="104" y="90"/>
                    <a:pt x="103" y="91"/>
                    <a:pt x="101" y="91"/>
                  </a:cubicBezTo>
                  <a:cubicBezTo>
                    <a:pt x="9" y="91"/>
                    <a:pt x="9" y="91"/>
                    <a:pt x="9" y="91"/>
                  </a:cubicBezTo>
                  <a:cubicBezTo>
                    <a:pt x="4" y="91"/>
                    <a:pt x="0" y="96"/>
                    <a:pt x="0" y="101"/>
                  </a:cubicBezTo>
                  <a:cubicBezTo>
                    <a:pt x="0" y="106"/>
                    <a:pt x="4" y="110"/>
                    <a:pt x="9" y="110"/>
                  </a:cubicBezTo>
                  <a:cubicBezTo>
                    <a:pt x="101" y="110"/>
                    <a:pt x="101" y="110"/>
                    <a:pt x="101" y="110"/>
                  </a:cubicBezTo>
                  <a:cubicBezTo>
                    <a:pt x="113" y="110"/>
                    <a:pt x="123" y="100"/>
                    <a:pt x="123" y="88"/>
                  </a:cubicBezTo>
                  <a:cubicBezTo>
                    <a:pt x="123" y="9"/>
                    <a:pt x="123" y="9"/>
                    <a:pt x="123" y="9"/>
                  </a:cubicBezTo>
                  <a:cubicBezTo>
                    <a:pt x="123" y="4"/>
                    <a:pt x="119" y="0"/>
                    <a:pt x="11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8" name="Freeform 220"/>
            <p:cNvSpPr>
              <a:spLocks/>
            </p:cNvSpPr>
            <p:nvPr/>
          </p:nvSpPr>
          <p:spPr bwMode="auto">
            <a:xfrm>
              <a:off x="7145338" y="2674938"/>
              <a:ext cx="123825" cy="109538"/>
            </a:xfrm>
            <a:custGeom>
              <a:avLst/>
              <a:gdLst>
                <a:gd name="T0" fmla="*/ 114 w 124"/>
                <a:gd name="T1" fmla="*/ 91 h 110"/>
                <a:gd name="T2" fmla="*/ 23 w 124"/>
                <a:gd name="T3" fmla="*/ 91 h 110"/>
                <a:gd name="T4" fmla="*/ 19 w 124"/>
                <a:gd name="T5" fmla="*/ 88 h 110"/>
                <a:gd name="T6" fmla="*/ 19 w 124"/>
                <a:gd name="T7" fmla="*/ 9 h 110"/>
                <a:gd name="T8" fmla="*/ 10 w 124"/>
                <a:gd name="T9" fmla="*/ 0 h 110"/>
                <a:gd name="T10" fmla="*/ 0 w 124"/>
                <a:gd name="T11" fmla="*/ 9 h 110"/>
                <a:gd name="T12" fmla="*/ 0 w 124"/>
                <a:gd name="T13" fmla="*/ 88 h 110"/>
                <a:gd name="T14" fmla="*/ 23 w 124"/>
                <a:gd name="T15" fmla="*/ 110 h 110"/>
                <a:gd name="T16" fmla="*/ 114 w 124"/>
                <a:gd name="T17" fmla="*/ 110 h 110"/>
                <a:gd name="T18" fmla="*/ 124 w 124"/>
                <a:gd name="T19" fmla="*/ 101 h 110"/>
                <a:gd name="T20" fmla="*/ 114 w 124"/>
                <a:gd name="T21" fmla="*/ 91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4" h="110">
                  <a:moveTo>
                    <a:pt x="114" y="91"/>
                  </a:moveTo>
                  <a:cubicBezTo>
                    <a:pt x="23" y="91"/>
                    <a:pt x="23" y="91"/>
                    <a:pt x="23" y="91"/>
                  </a:cubicBezTo>
                  <a:cubicBezTo>
                    <a:pt x="21" y="91"/>
                    <a:pt x="19" y="90"/>
                    <a:pt x="19" y="8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88"/>
                    <a:pt x="0" y="88"/>
                    <a:pt x="0" y="88"/>
                  </a:cubicBezTo>
                  <a:cubicBezTo>
                    <a:pt x="0" y="100"/>
                    <a:pt x="10" y="110"/>
                    <a:pt x="23" y="110"/>
                  </a:cubicBezTo>
                  <a:cubicBezTo>
                    <a:pt x="114" y="110"/>
                    <a:pt x="114" y="110"/>
                    <a:pt x="114" y="110"/>
                  </a:cubicBezTo>
                  <a:cubicBezTo>
                    <a:pt x="120" y="110"/>
                    <a:pt x="124" y="106"/>
                    <a:pt x="124" y="101"/>
                  </a:cubicBezTo>
                  <a:cubicBezTo>
                    <a:pt x="124" y="96"/>
                    <a:pt x="120" y="91"/>
                    <a:pt x="114" y="9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9" name="Freeform 221"/>
            <p:cNvSpPr>
              <a:spLocks noEditPoints="1"/>
            </p:cNvSpPr>
            <p:nvPr/>
          </p:nvSpPr>
          <p:spPr bwMode="auto">
            <a:xfrm>
              <a:off x="7380288" y="2530475"/>
              <a:ext cx="84138" cy="84138"/>
            </a:xfrm>
            <a:custGeom>
              <a:avLst/>
              <a:gdLst>
                <a:gd name="T0" fmla="*/ 75 w 84"/>
                <a:gd name="T1" fmla="*/ 0 h 84"/>
                <a:gd name="T2" fmla="*/ 9 w 84"/>
                <a:gd name="T3" fmla="*/ 0 h 84"/>
                <a:gd name="T4" fmla="*/ 0 w 84"/>
                <a:gd name="T5" fmla="*/ 9 h 84"/>
                <a:gd name="T6" fmla="*/ 0 w 84"/>
                <a:gd name="T7" fmla="*/ 74 h 84"/>
                <a:gd name="T8" fmla="*/ 9 w 84"/>
                <a:gd name="T9" fmla="*/ 84 h 84"/>
                <a:gd name="T10" fmla="*/ 75 w 84"/>
                <a:gd name="T11" fmla="*/ 84 h 84"/>
                <a:gd name="T12" fmla="*/ 84 w 84"/>
                <a:gd name="T13" fmla="*/ 74 h 84"/>
                <a:gd name="T14" fmla="*/ 84 w 84"/>
                <a:gd name="T15" fmla="*/ 9 h 84"/>
                <a:gd name="T16" fmla="*/ 75 w 84"/>
                <a:gd name="T17" fmla="*/ 0 h 84"/>
                <a:gd name="T18" fmla="*/ 66 w 84"/>
                <a:gd name="T19" fmla="*/ 65 h 84"/>
                <a:gd name="T20" fmla="*/ 19 w 84"/>
                <a:gd name="T21" fmla="*/ 65 h 84"/>
                <a:gd name="T22" fmla="*/ 19 w 84"/>
                <a:gd name="T23" fmla="*/ 18 h 84"/>
                <a:gd name="T24" fmla="*/ 66 w 84"/>
                <a:gd name="T25" fmla="*/ 18 h 84"/>
                <a:gd name="T26" fmla="*/ 66 w 84"/>
                <a:gd name="T27" fmla="*/ 65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84" h="84">
                  <a:moveTo>
                    <a:pt x="75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74"/>
                    <a:pt x="0" y="74"/>
                    <a:pt x="0" y="74"/>
                  </a:cubicBezTo>
                  <a:cubicBezTo>
                    <a:pt x="0" y="80"/>
                    <a:pt x="4" y="84"/>
                    <a:pt x="9" y="84"/>
                  </a:cubicBezTo>
                  <a:cubicBezTo>
                    <a:pt x="75" y="84"/>
                    <a:pt x="75" y="84"/>
                    <a:pt x="75" y="84"/>
                  </a:cubicBezTo>
                  <a:cubicBezTo>
                    <a:pt x="80" y="84"/>
                    <a:pt x="84" y="80"/>
                    <a:pt x="84" y="74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4" y="4"/>
                    <a:pt x="80" y="0"/>
                    <a:pt x="75" y="0"/>
                  </a:cubicBezTo>
                  <a:close/>
                  <a:moveTo>
                    <a:pt x="66" y="65"/>
                  </a:moveTo>
                  <a:cubicBezTo>
                    <a:pt x="19" y="65"/>
                    <a:pt x="19" y="65"/>
                    <a:pt x="19" y="65"/>
                  </a:cubicBezTo>
                  <a:cubicBezTo>
                    <a:pt x="19" y="18"/>
                    <a:pt x="19" y="18"/>
                    <a:pt x="19" y="18"/>
                  </a:cubicBezTo>
                  <a:cubicBezTo>
                    <a:pt x="66" y="18"/>
                    <a:pt x="66" y="18"/>
                    <a:pt x="66" y="18"/>
                  </a:cubicBezTo>
                  <a:lnTo>
                    <a:pt x="66" y="65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51" name="Group 250"/>
          <p:cNvGrpSpPr/>
          <p:nvPr/>
        </p:nvGrpSpPr>
        <p:grpSpPr>
          <a:xfrm>
            <a:off x="867835" y="4053418"/>
            <a:ext cx="495300" cy="563033"/>
            <a:chOff x="650876" y="3040063"/>
            <a:chExt cx="371475" cy="422275"/>
          </a:xfrm>
          <a:solidFill>
            <a:schemeClr val="tx2"/>
          </a:solidFill>
        </p:grpSpPr>
        <p:sp>
          <p:nvSpPr>
            <p:cNvPr id="30" name="Freeform 222"/>
            <p:cNvSpPr>
              <a:spLocks/>
            </p:cNvSpPr>
            <p:nvPr/>
          </p:nvSpPr>
          <p:spPr bwMode="auto">
            <a:xfrm>
              <a:off x="663576" y="3157538"/>
              <a:ext cx="346075" cy="304800"/>
            </a:xfrm>
            <a:custGeom>
              <a:avLst/>
              <a:gdLst>
                <a:gd name="T0" fmla="*/ 337 w 347"/>
                <a:gd name="T1" fmla="*/ 0 h 307"/>
                <a:gd name="T2" fmla="*/ 328 w 347"/>
                <a:gd name="T3" fmla="*/ 9 h 307"/>
                <a:gd name="T4" fmla="*/ 328 w 347"/>
                <a:gd name="T5" fmla="*/ 283 h 307"/>
                <a:gd name="T6" fmla="*/ 327 w 347"/>
                <a:gd name="T7" fmla="*/ 287 h 307"/>
                <a:gd name="T8" fmla="*/ 320 w 347"/>
                <a:gd name="T9" fmla="*/ 287 h 307"/>
                <a:gd name="T10" fmla="*/ 182 w 347"/>
                <a:gd name="T11" fmla="*/ 166 h 307"/>
                <a:gd name="T12" fmla="*/ 175 w 347"/>
                <a:gd name="T13" fmla="*/ 163 h 307"/>
                <a:gd name="T14" fmla="*/ 168 w 347"/>
                <a:gd name="T15" fmla="*/ 166 h 307"/>
                <a:gd name="T16" fmla="*/ 27 w 347"/>
                <a:gd name="T17" fmla="*/ 287 h 307"/>
                <a:gd name="T18" fmla="*/ 20 w 347"/>
                <a:gd name="T19" fmla="*/ 287 h 307"/>
                <a:gd name="T20" fmla="*/ 19 w 347"/>
                <a:gd name="T21" fmla="*/ 283 h 307"/>
                <a:gd name="T22" fmla="*/ 19 w 347"/>
                <a:gd name="T23" fmla="*/ 9 h 307"/>
                <a:gd name="T24" fmla="*/ 10 w 347"/>
                <a:gd name="T25" fmla="*/ 0 h 307"/>
                <a:gd name="T26" fmla="*/ 0 w 347"/>
                <a:gd name="T27" fmla="*/ 9 h 307"/>
                <a:gd name="T28" fmla="*/ 0 w 347"/>
                <a:gd name="T29" fmla="*/ 283 h 307"/>
                <a:gd name="T30" fmla="*/ 9 w 347"/>
                <a:gd name="T31" fmla="*/ 302 h 307"/>
                <a:gd name="T32" fmla="*/ 24 w 347"/>
                <a:gd name="T33" fmla="*/ 306 h 307"/>
                <a:gd name="T34" fmla="*/ 32 w 347"/>
                <a:gd name="T35" fmla="*/ 305 h 307"/>
                <a:gd name="T36" fmla="*/ 175 w 347"/>
                <a:gd name="T37" fmla="*/ 186 h 307"/>
                <a:gd name="T38" fmla="*/ 315 w 347"/>
                <a:gd name="T39" fmla="*/ 305 h 307"/>
                <a:gd name="T40" fmla="*/ 338 w 347"/>
                <a:gd name="T41" fmla="*/ 302 h 307"/>
                <a:gd name="T42" fmla="*/ 347 w 347"/>
                <a:gd name="T43" fmla="*/ 283 h 307"/>
                <a:gd name="T44" fmla="*/ 347 w 347"/>
                <a:gd name="T45" fmla="*/ 9 h 307"/>
                <a:gd name="T46" fmla="*/ 337 w 347"/>
                <a:gd name="T47" fmla="*/ 0 h 3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47" h="307">
                  <a:moveTo>
                    <a:pt x="337" y="0"/>
                  </a:moveTo>
                  <a:cubicBezTo>
                    <a:pt x="332" y="0"/>
                    <a:pt x="328" y="4"/>
                    <a:pt x="328" y="9"/>
                  </a:cubicBezTo>
                  <a:cubicBezTo>
                    <a:pt x="328" y="283"/>
                    <a:pt x="328" y="283"/>
                    <a:pt x="328" y="283"/>
                  </a:cubicBezTo>
                  <a:cubicBezTo>
                    <a:pt x="328" y="286"/>
                    <a:pt x="327" y="286"/>
                    <a:pt x="327" y="287"/>
                  </a:cubicBezTo>
                  <a:cubicBezTo>
                    <a:pt x="325" y="288"/>
                    <a:pt x="322" y="288"/>
                    <a:pt x="320" y="287"/>
                  </a:cubicBezTo>
                  <a:cubicBezTo>
                    <a:pt x="288" y="278"/>
                    <a:pt x="210" y="197"/>
                    <a:pt x="182" y="166"/>
                  </a:cubicBezTo>
                  <a:cubicBezTo>
                    <a:pt x="180" y="164"/>
                    <a:pt x="178" y="163"/>
                    <a:pt x="175" y="163"/>
                  </a:cubicBezTo>
                  <a:cubicBezTo>
                    <a:pt x="173" y="163"/>
                    <a:pt x="170" y="164"/>
                    <a:pt x="168" y="166"/>
                  </a:cubicBezTo>
                  <a:cubicBezTo>
                    <a:pt x="140" y="197"/>
                    <a:pt x="59" y="278"/>
                    <a:pt x="27" y="287"/>
                  </a:cubicBezTo>
                  <a:cubicBezTo>
                    <a:pt x="25" y="288"/>
                    <a:pt x="22" y="288"/>
                    <a:pt x="20" y="287"/>
                  </a:cubicBezTo>
                  <a:cubicBezTo>
                    <a:pt x="20" y="286"/>
                    <a:pt x="19" y="286"/>
                    <a:pt x="19" y="283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0" y="291"/>
                    <a:pt x="4" y="298"/>
                    <a:pt x="9" y="302"/>
                  </a:cubicBezTo>
                  <a:cubicBezTo>
                    <a:pt x="14" y="305"/>
                    <a:pt x="19" y="306"/>
                    <a:pt x="24" y="306"/>
                  </a:cubicBezTo>
                  <a:cubicBezTo>
                    <a:pt x="27" y="306"/>
                    <a:pt x="30" y="306"/>
                    <a:pt x="32" y="305"/>
                  </a:cubicBezTo>
                  <a:cubicBezTo>
                    <a:pt x="70" y="294"/>
                    <a:pt x="150" y="213"/>
                    <a:pt x="175" y="186"/>
                  </a:cubicBezTo>
                  <a:cubicBezTo>
                    <a:pt x="200" y="213"/>
                    <a:pt x="277" y="294"/>
                    <a:pt x="315" y="305"/>
                  </a:cubicBezTo>
                  <a:cubicBezTo>
                    <a:pt x="321" y="307"/>
                    <a:pt x="330" y="307"/>
                    <a:pt x="338" y="302"/>
                  </a:cubicBezTo>
                  <a:cubicBezTo>
                    <a:pt x="344" y="298"/>
                    <a:pt x="347" y="291"/>
                    <a:pt x="347" y="283"/>
                  </a:cubicBezTo>
                  <a:cubicBezTo>
                    <a:pt x="347" y="9"/>
                    <a:pt x="347" y="9"/>
                    <a:pt x="347" y="9"/>
                  </a:cubicBezTo>
                  <a:cubicBezTo>
                    <a:pt x="347" y="4"/>
                    <a:pt x="343" y="0"/>
                    <a:pt x="33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1" name="Freeform 223"/>
            <p:cNvSpPr>
              <a:spLocks noEditPoints="1"/>
            </p:cNvSpPr>
            <p:nvPr/>
          </p:nvSpPr>
          <p:spPr bwMode="auto">
            <a:xfrm>
              <a:off x="650876" y="3040063"/>
              <a:ext cx="371475" cy="96838"/>
            </a:xfrm>
            <a:custGeom>
              <a:avLst/>
              <a:gdLst>
                <a:gd name="T0" fmla="*/ 350 w 373"/>
                <a:gd name="T1" fmla="*/ 0 h 97"/>
                <a:gd name="T2" fmla="*/ 23 w 373"/>
                <a:gd name="T3" fmla="*/ 0 h 97"/>
                <a:gd name="T4" fmla="*/ 0 w 373"/>
                <a:gd name="T5" fmla="*/ 22 h 97"/>
                <a:gd name="T6" fmla="*/ 0 w 373"/>
                <a:gd name="T7" fmla="*/ 88 h 97"/>
                <a:gd name="T8" fmla="*/ 10 w 373"/>
                <a:gd name="T9" fmla="*/ 97 h 97"/>
                <a:gd name="T10" fmla="*/ 363 w 373"/>
                <a:gd name="T11" fmla="*/ 97 h 97"/>
                <a:gd name="T12" fmla="*/ 373 w 373"/>
                <a:gd name="T13" fmla="*/ 88 h 97"/>
                <a:gd name="T14" fmla="*/ 373 w 373"/>
                <a:gd name="T15" fmla="*/ 22 h 97"/>
                <a:gd name="T16" fmla="*/ 350 w 373"/>
                <a:gd name="T17" fmla="*/ 0 h 97"/>
                <a:gd name="T18" fmla="*/ 354 w 373"/>
                <a:gd name="T19" fmla="*/ 78 h 97"/>
                <a:gd name="T20" fmla="*/ 19 w 373"/>
                <a:gd name="T21" fmla="*/ 78 h 97"/>
                <a:gd name="T22" fmla="*/ 19 w 373"/>
                <a:gd name="T23" fmla="*/ 22 h 97"/>
                <a:gd name="T24" fmla="*/ 23 w 373"/>
                <a:gd name="T25" fmla="*/ 18 h 97"/>
                <a:gd name="T26" fmla="*/ 350 w 373"/>
                <a:gd name="T27" fmla="*/ 18 h 97"/>
                <a:gd name="T28" fmla="*/ 354 w 373"/>
                <a:gd name="T29" fmla="*/ 22 h 97"/>
                <a:gd name="T30" fmla="*/ 354 w 373"/>
                <a:gd name="T31" fmla="*/ 78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73" h="97">
                  <a:moveTo>
                    <a:pt x="350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10" y="0"/>
                    <a:pt x="0" y="10"/>
                    <a:pt x="0" y="22"/>
                  </a:cubicBezTo>
                  <a:cubicBezTo>
                    <a:pt x="0" y="88"/>
                    <a:pt x="0" y="88"/>
                    <a:pt x="0" y="88"/>
                  </a:cubicBezTo>
                  <a:cubicBezTo>
                    <a:pt x="0" y="93"/>
                    <a:pt x="5" y="97"/>
                    <a:pt x="10" y="97"/>
                  </a:cubicBezTo>
                  <a:cubicBezTo>
                    <a:pt x="363" y="97"/>
                    <a:pt x="363" y="97"/>
                    <a:pt x="363" y="97"/>
                  </a:cubicBezTo>
                  <a:cubicBezTo>
                    <a:pt x="369" y="97"/>
                    <a:pt x="373" y="93"/>
                    <a:pt x="373" y="88"/>
                  </a:cubicBezTo>
                  <a:cubicBezTo>
                    <a:pt x="373" y="22"/>
                    <a:pt x="373" y="22"/>
                    <a:pt x="373" y="22"/>
                  </a:cubicBezTo>
                  <a:cubicBezTo>
                    <a:pt x="373" y="10"/>
                    <a:pt x="363" y="0"/>
                    <a:pt x="350" y="0"/>
                  </a:cubicBezTo>
                  <a:close/>
                  <a:moveTo>
                    <a:pt x="354" y="78"/>
                  </a:moveTo>
                  <a:cubicBezTo>
                    <a:pt x="19" y="78"/>
                    <a:pt x="19" y="78"/>
                    <a:pt x="19" y="78"/>
                  </a:cubicBezTo>
                  <a:cubicBezTo>
                    <a:pt x="19" y="22"/>
                    <a:pt x="19" y="22"/>
                    <a:pt x="19" y="22"/>
                  </a:cubicBezTo>
                  <a:cubicBezTo>
                    <a:pt x="19" y="20"/>
                    <a:pt x="21" y="18"/>
                    <a:pt x="23" y="18"/>
                  </a:cubicBezTo>
                  <a:cubicBezTo>
                    <a:pt x="350" y="18"/>
                    <a:pt x="350" y="18"/>
                    <a:pt x="350" y="18"/>
                  </a:cubicBezTo>
                  <a:cubicBezTo>
                    <a:pt x="352" y="18"/>
                    <a:pt x="354" y="20"/>
                    <a:pt x="354" y="22"/>
                  </a:cubicBezTo>
                  <a:lnTo>
                    <a:pt x="354" y="78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32" name="Freeform 224"/>
          <p:cNvSpPr>
            <a:spLocks noEditPoints="1"/>
          </p:cNvSpPr>
          <p:nvPr/>
        </p:nvSpPr>
        <p:spPr bwMode="auto">
          <a:xfrm>
            <a:off x="9476318" y="4053418"/>
            <a:ext cx="615951" cy="563033"/>
          </a:xfrm>
          <a:custGeom>
            <a:avLst/>
            <a:gdLst>
              <a:gd name="T0" fmla="*/ 373 w 464"/>
              <a:gd name="T1" fmla="*/ 197 h 424"/>
              <a:gd name="T2" fmla="*/ 359 w 464"/>
              <a:gd name="T3" fmla="*/ 196 h 424"/>
              <a:gd name="T4" fmla="*/ 309 w 464"/>
              <a:gd name="T5" fmla="*/ 91 h 424"/>
              <a:gd name="T6" fmla="*/ 257 w 464"/>
              <a:gd name="T7" fmla="*/ 91 h 424"/>
              <a:gd name="T8" fmla="*/ 253 w 464"/>
              <a:gd name="T9" fmla="*/ 91 h 424"/>
              <a:gd name="T10" fmla="*/ 255 w 464"/>
              <a:gd name="T11" fmla="*/ 87 h 424"/>
              <a:gd name="T12" fmla="*/ 199 w 464"/>
              <a:gd name="T13" fmla="*/ 0 h 424"/>
              <a:gd name="T14" fmla="*/ 142 w 464"/>
              <a:gd name="T15" fmla="*/ 87 h 424"/>
              <a:gd name="T16" fmla="*/ 145 w 464"/>
              <a:gd name="T17" fmla="*/ 91 h 424"/>
              <a:gd name="T18" fmla="*/ 60 w 464"/>
              <a:gd name="T19" fmla="*/ 91 h 424"/>
              <a:gd name="T20" fmla="*/ 0 w 464"/>
              <a:gd name="T21" fmla="*/ 195 h 424"/>
              <a:gd name="T22" fmla="*/ 21 w 464"/>
              <a:gd name="T23" fmla="*/ 218 h 424"/>
              <a:gd name="T24" fmla="*/ 62 w 464"/>
              <a:gd name="T25" fmla="*/ 202 h 424"/>
              <a:gd name="T26" fmla="*/ 62 w 464"/>
              <a:gd name="T27" fmla="*/ 307 h 424"/>
              <a:gd name="T28" fmla="*/ 21 w 464"/>
              <a:gd name="T29" fmla="*/ 289 h 424"/>
              <a:gd name="T30" fmla="*/ 0 w 464"/>
              <a:gd name="T31" fmla="*/ 312 h 424"/>
              <a:gd name="T32" fmla="*/ 60 w 464"/>
              <a:gd name="T33" fmla="*/ 424 h 424"/>
              <a:gd name="T34" fmla="*/ 141 w 464"/>
              <a:gd name="T35" fmla="*/ 424 h 424"/>
              <a:gd name="T36" fmla="*/ 156 w 464"/>
              <a:gd name="T37" fmla="*/ 387 h 424"/>
              <a:gd name="T38" fmla="*/ 199 w 464"/>
              <a:gd name="T39" fmla="*/ 331 h 424"/>
              <a:gd name="T40" fmla="*/ 241 w 464"/>
              <a:gd name="T41" fmla="*/ 387 h 424"/>
              <a:gd name="T42" fmla="*/ 257 w 464"/>
              <a:gd name="T43" fmla="*/ 424 h 424"/>
              <a:gd name="T44" fmla="*/ 309 w 464"/>
              <a:gd name="T45" fmla="*/ 424 h 424"/>
              <a:gd name="T46" fmla="*/ 359 w 464"/>
              <a:gd name="T47" fmla="*/ 368 h 424"/>
              <a:gd name="T48" fmla="*/ 367 w 464"/>
              <a:gd name="T49" fmla="*/ 302 h 424"/>
              <a:gd name="T50" fmla="*/ 404 w 464"/>
              <a:gd name="T51" fmla="*/ 318 h 424"/>
              <a:gd name="T52" fmla="*/ 409 w 464"/>
              <a:gd name="T53" fmla="*/ 183 h 424"/>
              <a:gd name="T54" fmla="*/ 383 w 464"/>
              <a:gd name="T55" fmla="*/ 291 h 424"/>
              <a:gd name="T56" fmla="*/ 341 w 464"/>
              <a:gd name="T57" fmla="*/ 305 h 424"/>
              <a:gd name="T58" fmla="*/ 341 w 464"/>
              <a:gd name="T59" fmla="*/ 368 h 424"/>
              <a:gd name="T60" fmla="*/ 257 w 464"/>
              <a:gd name="T61" fmla="*/ 406 h 424"/>
              <a:gd name="T62" fmla="*/ 255 w 464"/>
              <a:gd name="T63" fmla="*/ 400 h 424"/>
              <a:gd name="T64" fmla="*/ 199 w 464"/>
              <a:gd name="T65" fmla="*/ 313 h 424"/>
              <a:gd name="T66" fmla="*/ 142 w 464"/>
              <a:gd name="T67" fmla="*/ 400 h 424"/>
              <a:gd name="T68" fmla="*/ 140 w 464"/>
              <a:gd name="T69" fmla="*/ 406 h 424"/>
              <a:gd name="T70" fmla="*/ 19 w 464"/>
              <a:gd name="T71" fmla="*/ 366 h 424"/>
              <a:gd name="T72" fmla="*/ 21 w 464"/>
              <a:gd name="T73" fmla="*/ 308 h 424"/>
              <a:gd name="T74" fmla="*/ 62 w 464"/>
              <a:gd name="T75" fmla="*/ 326 h 424"/>
              <a:gd name="T76" fmla="*/ 62 w 464"/>
              <a:gd name="T77" fmla="*/ 183 h 424"/>
              <a:gd name="T78" fmla="*/ 21 w 464"/>
              <a:gd name="T79" fmla="*/ 200 h 424"/>
              <a:gd name="T80" fmla="*/ 19 w 464"/>
              <a:gd name="T81" fmla="*/ 147 h 424"/>
              <a:gd name="T82" fmla="*/ 141 w 464"/>
              <a:gd name="T83" fmla="*/ 110 h 424"/>
              <a:gd name="T84" fmla="*/ 141 w 464"/>
              <a:gd name="T85" fmla="*/ 110 h 424"/>
              <a:gd name="T86" fmla="*/ 156 w 464"/>
              <a:gd name="T87" fmla="*/ 74 h 424"/>
              <a:gd name="T88" fmla="*/ 199 w 464"/>
              <a:gd name="T89" fmla="*/ 18 h 424"/>
              <a:gd name="T90" fmla="*/ 241 w 464"/>
              <a:gd name="T91" fmla="*/ 74 h 424"/>
              <a:gd name="T92" fmla="*/ 256 w 464"/>
              <a:gd name="T93" fmla="*/ 110 h 424"/>
              <a:gd name="T94" fmla="*/ 309 w 464"/>
              <a:gd name="T95" fmla="*/ 110 h 424"/>
              <a:gd name="T96" fmla="*/ 341 w 464"/>
              <a:gd name="T97" fmla="*/ 197 h 424"/>
              <a:gd name="T98" fmla="*/ 367 w 464"/>
              <a:gd name="T99" fmla="*/ 220 h 424"/>
              <a:gd name="T100" fmla="*/ 409 w 464"/>
              <a:gd name="T101" fmla="*/ 202 h 424"/>
              <a:gd name="T102" fmla="*/ 404 w 464"/>
              <a:gd name="T103" fmla="*/ 299 h 4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464" h="424">
                <a:moveTo>
                  <a:pt x="409" y="183"/>
                </a:moveTo>
                <a:cubicBezTo>
                  <a:pt x="390" y="183"/>
                  <a:pt x="380" y="191"/>
                  <a:pt x="373" y="197"/>
                </a:cubicBezTo>
                <a:cubicBezTo>
                  <a:pt x="371" y="199"/>
                  <a:pt x="368" y="201"/>
                  <a:pt x="367" y="201"/>
                </a:cubicBezTo>
                <a:cubicBezTo>
                  <a:pt x="363" y="201"/>
                  <a:pt x="360" y="197"/>
                  <a:pt x="359" y="196"/>
                </a:cubicBezTo>
                <a:cubicBezTo>
                  <a:pt x="359" y="149"/>
                  <a:pt x="359" y="149"/>
                  <a:pt x="359" y="149"/>
                </a:cubicBezTo>
                <a:cubicBezTo>
                  <a:pt x="359" y="116"/>
                  <a:pt x="338" y="91"/>
                  <a:pt x="309" y="91"/>
                </a:cubicBezTo>
                <a:cubicBezTo>
                  <a:pt x="258" y="91"/>
                  <a:pt x="258" y="91"/>
                  <a:pt x="258" y="91"/>
                </a:cubicBezTo>
                <a:cubicBezTo>
                  <a:pt x="258" y="91"/>
                  <a:pt x="257" y="91"/>
                  <a:pt x="257" y="91"/>
                </a:cubicBezTo>
                <a:cubicBezTo>
                  <a:pt x="257" y="91"/>
                  <a:pt x="257" y="91"/>
                  <a:pt x="257" y="91"/>
                </a:cubicBezTo>
                <a:cubicBezTo>
                  <a:pt x="256" y="91"/>
                  <a:pt x="254" y="91"/>
                  <a:pt x="253" y="91"/>
                </a:cubicBezTo>
                <a:cubicBezTo>
                  <a:pt x="253" y="91"/>
                  <a:pt x="253" y="91"/>
                  <a:pt x="253" y="90"/>
                </a:cubicBezTo>
                <a:cubicBezTo>
                  <a:pt x="253" y="90"/>
                  <a:pt x="254" y="88"/>
                  <a:pt x="255" y="87"/>
                </a:cubicBezTo>
                <a:cubicBezTo>
                  <a:pt x="261" y="81"/>
                  <a:pt x="268" y="73"/>
                  <a:pt x="268" y="54"/>
                </a:cubicBezTo>
                <a:cubicBezTo>
                  <a:pt x="268" y="27"/>
                  <a:pt x="247" y="0"/>
                  <a:pt x="199" y="0"/>
                </a:cubicBezTo>
                <a:cubicBezTo>
                  <a:pt x="151" y="0"/>
                  <a:pt x="129" y="27"/>
                  <a:pt x="129" y="54"/>
                </a:cubicBezTo>
                <a:cubicBezTo>
                  <a:pt x="129" y="73"/>
                  <a:pt x="137" y="81"/>
                  <a:pt x="142" y="87"/>
                </a:cubicBezTo>
                <a:cubicBezTo>
                  <a:pt x="143" y="88"/>
                  <a:pt x="145" y="90"/>
                  <a:pt x="145" y="90"/>
                </a:cubicBezTo>
                <a:cubicBezTo>
                  <a:pt x="145" y="91"/>
                  <a:pt x="145" y="91"/>
                  <a:pt x="145" y="91"/>
                </a:cubicBezTo>
                <a:cubicBezTo>
                  <a:pt x="144" y="91"/>
                  <a:pt x="142" y="91"/>
                  <a:pt x="141" y="91"/>
                </a:cubicBezTo>
                <a:cubicBezTo>
                  <a:pt x="60" y="91"/>
                  <a:pt x="60" y="91"/>
                  <a:pt x="60" y="91"/>
                </a:cubicBezTo>
                <a:cubicBezTo>
                  <a:pt x="28" y="91"/>
                  <a:pt x="0" y="117"/>
                  <a:pt x="0" y="147"/>
                </a:cubicBezTo>
                <a:cubicBezTo>
                  <a:pt x="0" y="195"/>
                  <a:pt x="0" y="195"/>
                  <a:pt x="0" y="195"/>
                </a:cubicBezTo>
                <a:cubicBezTo>
                  <a:pt x="0" y="195"/>
                  <a:pt x="0" y="195"/>
                  <a:pt x="0" y="196"/>
                </a:cubicBezTo>
                <a:cubicBezTo>
                  <a:pt x="1" y="209"/>
                  <a:pt x="9" y="218"/>
                  <a:pt x="21" y="218"/>
                </a:cubicBezTo>
                <a:cubicBezTo>
                  <a:pt x="28" y="218"/>
                  <a:pt x="33" y="214"/>
                  <a:pt x="38" y="211"/>
                </a:cubicBezTo>
                <a:cubicBezTo>
                  <a:pt x="44" y="206"/>
                  <a:pt x="50" y="202"/>
                  <a:pt x="62" y="202"/>
                </a:cubicBezTo>
                <a:cubicBezTo>
                  <a:pt x="83" y="202"/>
                  <a:pt x="105" y="219"/>
                  <a:pt x="105" y="251"/>
                </a:cubicBezTo>
                <a:cubicBezTo>
                  <a:pt x="105" y="284"/>
                  <a:pt x="82" y="307"/>
                  <a:pt x="62" y="307"/>
                </a:cubicBezTo>
                <a:cubicBezTo>
                  <a:pt x="50" y="307"/>
                  <a:pt x="44" y="302"/>
                  <a:pt x="38" y="297"/>
                </a:cubicBezTo>
                <a:cubicBezTo>
                  <a:pt x="34" y="293"/>
                  <a:pt x="28" y="289"/>
                  <a:pt x="21" y="289"/>
                </a:cubicBezTo>
                <a:cubicBezTo>
                  <a:pt x="9" y="289"/>
                  <a:pt x="1" y="298"/>
                  <a:pt x="0" y="312"/>
                </a:cubicBezTo>
                <a:cubicBezTo>
                  <a:pt x="0" y="312"/>
                  <a:pt x="0" y="312"/>
                  <a:pt x="0" y="312"/>
                </a:cubicBezTo>
                <a:cubicBezTo>
                  <a:pt x="0" y="366"/>
                  <a:pt x="0" y="366"/>
                  <a:pt x="0" y="366"/>
                </a:cubicBezTo>
                <a:cubicBezTo>
                  <a:pt x="0" y="396"/>
                  <a:pt x="29" y="424"/>
                  <a:pt x="60" y="424"/>
                </a:cubicBezTo>
                <a:cubicBezTo>
                  <a:pt x="140" y="424"/>
                  <a:pt x="140" y="424"/>
                  <a:pt x="140" y="424"/>
                </a:cubicBezTo>
                <a:cubicBezTo>
                  <a:pt x="141" y="424"/>
                  <a:pt x="141" y="424"/>
                  <a:pt x="141" y="424"/>
                </a:cubicBezTo>
                <a:cubicBezTo>
                  <a:pt x="155" y="424"/>
                  <a:pt x="164" y="416"/>
                  <a:pt x="164" y="403"/>
                </a:cubicBezTo>
                <a:cubicBezTo>
                  <a:pt x="164" y="396"/>
                  <a:pt x="159" y="391"/>
                  <a:pt x="156" y="387"/>
                </a:cubicBezTo>
                <a:cubicBezTo>
                  <a:pt x="152" y="383"/>
                  <a:pt x="148" y="378"/>
                  <a:pt x="148" y="367"/>
                </a:cubicBezTo>
                <a:cubicBezTo>
                  <a:pt x="148" y="345"/>
                  <a:pt x="168" y="331"/>
                  <a:pt x="199" y="331"/>
                </a:cubicBezTo>
                <a:cubicBezTo>
                  <a:pt x="230" y="331"/>
                  <a:pt x="249" y="345"/>
                  <a:pt x="249" y="367"/>
                </a:cubicBezTo>
                <a:cubicBezTo>
                  <a:pt x="249" y="378"/>
                  <a:pt x="246" y="383"/>
                  <a:pt x="241" y="387"/>
                </a:cubicBezTo>
                <a:cubicBezTo>
                  <a:pt x="238" y="391"/>
                  <a:pt x="234" y="396"/>
                  <a:pt x="234" y="403"/>
                </a:cubicBezTo>
                <a:cubicBezTo>
                  <a:pt x="234" y="416"/>
                  <a:pt x="243" y="424"/>
                  <a:pt x="257" y="424"/>
                </a:cubicBezTo>
                <a:cubicBezTo>
                  <a:pt x="257" y="424"/>
                  <a:pt x="257" y="424"/>
                  <a:pt x="257" y="424"/>
                </a:cubicBezTo>
                <a:cubicBezTo>
                  <a:pt x="309" y="424"/>
                  <a:pt x="309" y="424"/>
                  <a:pt x="309" y="424"/>
                </a:cubicBezTo>
                <a:cubicBezTo>
                  <a:pt x="309" y="424"/>
                  <a:pt x="309" y="424"/>
                  <a:pt x="309" y="424"/>
                </a:cubicBezTo>
                <a:cubicBezTo>
                  <a:pt x="338" y="424"/>
                  <a:pt x="359" y="401"/>
                  <a:pt x="359" y="368"/>
                </a:cubicBezTo>
                <a:cubicBezTo>
                  <a:pt x="359" y="308"/>
                  <a:pt x="359" y="308"/>
                  <a:pt x="359" y="308"/>
                </a:cubicBezTo>
                <a:cubicBezTo>
                  <a:pt x="360" y="306"/>
                  <a:pt x="363" y="302"/>
                  <a:pt x="367" y="302"/>
                </a:cubicBezTo>
                <a:cubicBezTo>
                  <a:pt x="368" y="303"/>
                  <a:pt x="369" y="304"/>
                  <a:pt x="371" y="305"/>
                </a:cubicBezTo>
                <a:cubicBezTo>
                  <a:pt x="376" y="310"/>
                  <a:pt x="385" y="318"/>
                  <a:pt x="404" y="318"/>
                </a:cubicBezTo>
                <a:cubicBezTo>
                  <a:pt x="434" y="318"/>
                  <a:pt x="464" y="295"/>
                  <a:pt x="464" y="251"/>
                </a:cubicBezTo>
                <a:cubicBezTo>
                  <a:pt x="464" y="204"/>
                  <a:pt x="436" y="183"/>
                  <a:pt x="409" y="183"/>
                </a:cubicBezTo>
                <a:close/>
                <a:moveTo>
                  <a:pt x="404" y="299"/>
                </a:moveTo>
                <a:cubicBezTo>
                  <a:pt x="392" y="299"/>
                  <a:pt x="388" y="295"/>
                  <a:pt x="383" y="291"/>
                </a:cubicBezTo>
                <a:cubicBezTo>
                  <a:pt x="379" y="288"/>
                  <a:pt x="374" y="284"/>
                  <a:pt x="367" y="284"/>
                </a:cubicBezTo>
                <a:cubicBezTo>
                  <a:pt x="353" y="284"/>
                  <a:pt x="342" y="296"/>
                  <a:pt x="341" y="305"/>
                </a:cubicBezTo>
                <a:cubicBezTo>
                  <a:pt x="341" y="305"/>
                  <a:pt x="341" y="306"/>
                  <a:pt x="341" y="307"/>
                </a:cubicBezTo>
                <a:cubicBezTo>
                  <a:pt x="341" y="368"/>
                  <a:pt x="341" y="368"/>
                  <a:pt x="341" y="368"/>
                </a:cubicBezTo>
                <a:cubicBezTo>
                  <a:pt x="341" y="387"/>
                  <a:pt x="331" y="406"/>
                  <a:pt x="309" y="406"/>
                </a:cubicBezTo>
                <a:cubicBezTo>
                  <a:pt x="257" y="406"/>
                  <a:pt x="257" y="406"/>
                  <a:pt x="257" y="406"/>
                </a:cubicBezTo>
                <a:cubicBezTo>
                  <a:pt x="253" y="406"/>
                  <a:pt x="253" y="404"/>
                  <a:pt x="253" y="403"/>
                </a:cubicBezTo>
                <a:cubicBezTo>
                  <a:pt x="253" y="403"/>
                  <a:pt x="254" y="401"/>
                  <a:pt x="255" y="400"/>
                </a:cubicBezTo>
                <a:cubicBezTo>
                  <a:pt x="261" y="394"/>
                  <a:pt x="268" y="385"/>
                  <a:pt x="268" y="367"/>
                </a:cubicBezTo>
                <a:cubicBezTo>
                  <a:pt x="268" y="340"/>
                  <a:pt x="247" y="313"/>
                  <a:pt x="199" y="313"/>
                </a:cubicBezTo>
                <a:cubicBezTo>
                  <a:pt x="151" y="313"/>
                  <a:pt x="129" y="340"/>
                  <a:pt x="129" y="367"/>
                </a:cubicBezTo>
                <a:cubicBezTo>
                  <a:pt x="129" y="385"/>
                  <a:pt x="137" y="394"/>
                  <a:pt x="142" y="400"/>
                </a:cubicBezTo>
                <a:cubicBezTo>
                  <a:pt x="143" y="401"/>
                  <a:pt x="145" y="403"/>
                  <a:pt x="145" y="403"/>
                </a:cubicBezTo>
                <a:cubicBezTo>
                  <a:pt x="145" y="404"/>
                  <a:pt x="145" y="406"/>
                  <a:pt x="140" y="406"/>
                </a:cubicBezTo>
                <a:cubicBezTo>
                  <a:pt x="60" y="406"/>
                  <a:pt x="60" y="406"/>
                  <a:pt x="60" y="406"/>
                </a:cubicBezTo>
                <a:cubicBezTo>
                  <a:pt x="39" y="406"/>
                  <a:pt x="19" y="386"/>
                  <a:pt x="19" y="366"/>
                </a:cubicBezTo>
                <a:cubicBezTo>
                  <a:pt x="19" y="312"/>
                  <a:pt x="19" y="312"/>
                  <a:pt x="19" y="312"/>
                </a:cubicBezTo>
                <a:cubicBezTo>
                  <a:pt x="19" y="308"/>
                  <a:pt x="20" y="308"/>
                  <a:pt x="21" y="308"/>
                </a:cubicBezTo>
                <a:cubicBezTo>
                  <a:pt x="22" y="308"/>
                  <a:pt x="24" y="310"/>
                  <a:pt x="26" y="311"/>
                </a:cubicBezTo>
                <a:cubicBezTo>
                  <a:pt x="33" y="317"/>
                  <a:pt x="43" y="326"/>
                  <a:pt x="62" y="326"/>
                </a:cubicBezTo>
                <a:cubicBezTo>
                  <a:pt x="92" y="326"/>
                  <a:pt x="124" y="296"/>
                  <a:pt x="124" y="251"/>
                </a:cubicBezTo>
                <a:cubicBezTo>
                  <a:pt x="124" y="207"/>
                  <a:pt x="92" y="183"/>
                  <a:pt x="62" y="183"/>
                </a:cubicBezTo>
                <a:cubicBezTo>
                  <a:pt x="43" y="183"/>
                  <a:pt x="33" y="191"/>
                  <a:pt x="26" y="196"/>
                </a:cubicBezTo>
                <a:cubicBezTo>
                  <a:pt x="25" y="197"/>
                  <a:pt x="22" y="199"/>
                  <a:pt x="21" y="200"/>
                </a:cubicBezTo>
                <a:cubicBezTo>
                  <a:pt x="20" y="200"/>
                  <a:pt x="19" y="200"/>
                  <a:pt x="19" y="195"/>
                </a:cubicBezTo>
                <a:cubicBezTo>
                  <a:pt x="19" y="147"/>
                  <a:pt x="19" y="147"/>
                  <a:pt x="19" y="147"/>
                </a:cubicBezTo>
                <a:cubicBezTo>
                  <a:pt x="19" y="125"/>
                  <a:pt x="41" y="110"/>
                  <a:pt x="60" y="110"/>
                </a:cubicBezTo>
                <a:cubicBezTo>
                  <a:pt x="141" y="110"/>
                  <a:pt x="141" y="110"/>
                  <a:pt x="141" y="110"/>
                </a:cubicBezTo>
                <a:cubicBezTo>
                  <a:pt x="141" y="110"/>
                  <a:pt x="141" y="110"/>
                  <a:pt x="141" y="110"/>
                </a:cubicBezTo>
                <a:cubicBezTo>
                  <a:pt x="141" y="110"/>
                  <a:pt x="141" y="110"/>
                  <a:pt x="141" y="110"/>
                </a:cubicBezTo>
                <a:cubicBezTo>
                  <a:pt x="161" y="109"/>
                  <a:pt x="164" y="97"/>
                  <a:pt x="164" y="90"/>
                </a:cubicBezTo>
                <a:cubicBezTo>
                  <a:pt x="164" y="83"/>
                  <a:pt x="159" y="78"/>
                  <a:pt x="156" y="74"/>
                </a:cubicBezTo>
                <a:cubicBezTo>
                  <a:pt x="152" y="70"/>
                  <a:pt x="148" y="65"/>
                  <a:pt x="148" y="54"/>
                </a:cubicBezTo>
                <a:cubicBezTo>
                  <a:pt x="148" y="32"/>
                  <a:pt x="169" y="18"/>
                  <a:pt x="199" y="18"/>
                </a:cubicBezTo>
                <a:cubicBezTo>
                  <a:pt x="230" y="18"/>
                  <a:pt x="249" y="32"/>
                  <a:pt x="249" y="54"/>
                </a:cubicBezTo>
                <a:cubicBezTo>
                  <a:pt x="249" y="65"/>
                  <a:pt x="246" y="70"/>
                  <a:pt x="241" y="74"/>
                </a:cubicBezTo>
                <a:cubicBezTo>
                  <a:pt x="238" y="78"/>
                  <a:pt x="234" y="83"/>
                  <a:pt x="234" y="90"/>
                </a:cubicBezTo>
                <a:cubicBezTo>
                  <a:pt x="234" y="97"/>
                  <a:pt x="237" y="109"/>
                  <a:pt x="256" y="110"/>
                </a:cubicBezTo>
                <a:cubicBezTo>
                  <a:pt x="256" y="110"/>
                  <a:pt x="256" y="110"/>
                  <a:pt x="257" y="110"/>
                </a:cubicBezTo>
                <a:cubicBezTo>
                  <a:pt x="309" y="110"/>
                  <a:pt x="309" y="110"/>
                  <a:pt x="309" y="110"/>
                </a:cubicBezTo>
                <a:cubicBezTo>
                  <a:pt x="331" y="110"/>
                  <a:pt x="341" y="130"/>
                  <a:pt x="341" y="149"/>
                </a:cubicBezTo>
                <a:cubicBezTo>
                  <a:pt x="341" y="197"/>
                  <a:pt x="341" y="197"/>
                  <a:pt x="341" y="197"/>
                </a:cubicBezTo>
                <a:cubicBezTo>
                  <a:pt x="341" y="197"/>
                  <a:pt x="341" y="198"/>
                  <a:pt x="341" y="199"/>
                </a:cubicBezTo>
                <a:cubicBezTo>
                  <a:pt x="342" y="208"/>
                  <a:pt x="353" y="220"/>
                  <a:pt x="367" y="220"/>
                </a:cubicBezTo>
                <a:cubicBezTo>
                  <a:pt x="374" y="220"/>
                  <a:pt x="379" y="216"/>
                  <a:pt x="384" y="212"/>
                </a:cubicBezTo>
                <a:cubicBezTo>
                  <a:pt x="390" y="207"/>
                  <a:pt x="397" y="202"/>
                  <a:pt x="409" y="202"/>
                </a:cubicBezTo>
                <a:cubicBezTo>
                  <a:pt x="431" y="202"/>
                  <a:pt x="445" y="221"/>
                  <a:pt x="445" y="251"/>
                </a:cubicBezTo>
                <a:cubicBezTo>
                  <a:pt x="445" y="284"/>
                  <a:pt x="424" y="299"/>
                  <a:pt x="404" y="29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243" name="Group 242"/>
          <p:cNvGrpSpPr/>
          <p:nvPr/>
        </p:nvGrpSpPr>
        <p:grpSpPr>
          <a:xfrm>
            <a:off x="9596968" y="4957234"/>
            <a:ext cx="391584" cy="565151"/>
            <a:chOff x="7197726" y="3717925"/>
            <a:chExt cx="293688" cy="423863"/>
          </a:xfrm>
          <a:solidFill>
            <a:schemeClr val="tx2"/>
          </a:solidFill>
        </p:grpSpPr>
        <p:sp>
          <p:nvSpPr>
            <p:cNvPr id="33" name="Freeform 225"/>
            <p:cNvSpPr>
              <a:spLocks/>
            </p:cNvSpPr>
            <p:nvPr/>
          </p:nvSpPr>
          <p:spPr bwMode="auto">
            <a:xfrm>
              <a:off x="7197726" y="3717925"/>
              <a:ext cx="293688" cy="354013"/>
            </a:xfrm>
            <a:custGeom>
              <a:avLst/>
              <a:gdLst>
                <a:gd name="T0" fmla="*/ 248 w 294"/>
                <a:gd name="T1" fmla="*/ 40 h 356"/>
                <a:gd name="T2" fmla="*/ 147 w 294"/>
                <a:gd name="T3" fmla="*/ 0 h 356"/>
                <a:gd name="T4" fmla="*/ 45 w 294"/>
                <a:gd name="T5" fmla="*/ 41 h 356"/>
                <a:gd name="T6" fmla="*/ 0 w 294"/>
                <a:gd name="T7" fmla="*/ 147 h 356"/>
                <a:gd name="T8" fmla="*/ 53 w 294"/>
                <a:gd name="T9" fmla="*/ 259 h 356"/>
                <a:gd name="T10" fmla="*/ 53 w 294"/>
                <a:gd name="T11" fmla="*/ 259 h 356"/>
                <a:gd name="T12" fmla="*/ 53 w 294"/>
                <a:gd name="T13" fmla="*/ 259 h 356"/>
                <a:gd name="T14" fmla="*/ 78 w 294"/>
                <a:gd name="T15" fmla="*/ 301 h 356"/>
                <a:gd name="T16" fmla="*/ 78 w 294"/>
                <a:gd name="T17" fmla="*/ 307 h 356"/>
                <a:gd name="T18" fmla="*/ 78 w 294"/>
                <a:gd name="T19" fmla="*/ 308 h 356"/>
                <a:gd name="T20" fmla="*/ 78 w 294"/>
                <a:gd name="T21" fmla="*/ 310 h 356"/>
                <a:gd name="T22" fmla="*/ 91 w 294"/>
                <a:gd name="T23" fmla="*/ 333 h 356"/>
                <a:gd name="T24" fmla="*/ 92 w 294"/>
                <a:gd name="T25" fmla="*/ 333 h 356"/>
                <a:gd name="T26" fmla="*/ 198 w 294"/>
                <a:gd name="T27" fmla="*/ 356 h 356"/>
                <a:gd name="T28" fmla="*/ 200 w 294"/>
                <a:gd name="T29" fmla="*/ 356 h 356"/>
                <a:gd name="T30" fmla="*/ 209 w 294"/>
                <a:gd name="T31" fmla="*/ 349 h 356"/>
                <a:gd name="T32" fmla="*/ 202 w 294"/>
                <a:gd name="T33" fmla="*/ 338 h 356"/>
                <a:gd name="T34" fmla="*/ 97 w 294"/>
                <a:gd name="T35" fmla="*/ 315 h 356"/>
                <a:gd name="T36" fmla="*/ 97 w 294"/>
                <a:gd name="T37" fmla="*/ 311 h 356"/>
                <a:gd name="T38" fmla="*/ 97 w 294"/>
                <a:gd name="T39" fmla="*/ 308 h 356"/>
                <a:gd name="T40" fmla="*/ 97 w 294"/>
                <a:gd name="T41" fmla="*/ 301 h 356"/>
                <a:gd name="T42" fmla="*/ 66 w 294"/>
                <a:gd name="T43" fmla="*/ 245 h 356"/>
                <a:gd name="T44" fmla="*/ 64 w 294"/>
                <a:gd name="T45" fmla="*/ 244 h 356"/>
                <a:gd name="T46" fmla="*/ 18 w 294"/>
                <a:gd name="T47" fmla="*/ 147 h 356"/>
                <a:gd name="T48" fmla="*/ 147 w 294"/>
                <a:gd name="T49" fmla="*/ 19 h 356"/>
                <a:gd name="T50" fmla="*/ 275 w 294"/>
                <a:gd name="T51" fmla="*/ 147 h 356"/>
                <a:gd name="T52" fmla="*/ 229 w 294"/>
                <a:gd name="T53" fmla="*/ 244 h 356"/>
                <a:gd name="T54" fmla="*/ 228 w 294"/>
                <a:gd name="T55" fmla="*/ 245 h 356"/>
                <a:gd name="T56" fmla="*/ 196 w 294"/>
                <a:gd name="T57" fmla="*/ 301 h 356"/>
                <a:gd name="T58" fmla="*/ 196 w 294"/>
                <a:gd name="T59" fmla="*/ 301 h 356"/>
                <a:gd name="T60" fmla="*/ 143 w 294"/>
                <a:gd name="T61" fmla="*/ 288 h 356"/>
                <a:gd name="T62" fmla="*/ 132 w 294"/>
                <a:gd name="T63" fmla="*/ 295 h 356"/>
                <a:gd name="T64" fmla="*/ 139 w 294"/>
                <a:gd name="T65" fmla="*/ 307 h 356"/>
                <a:gd name="T66" fmla="*/ 193 w 294"/>
                <a:gd name="T67" fmla="*/ 319 h 356"/>
                <a:gd name="T68" fmla="*/ 208 w 294"/>
                <a:gd name="T69" fmla="*/ 317 h 356"/>
                <a:gd name="T70" fmla="*/ 215 w 294"/>
                <a:gd name="T71" fmla="*/ 304 h 356"/>
                <a:gd name="T72" fmla="*/ 215 w 294"/>
                <a:gd name="T73" fmla="*/ 304 h 356"/>
                <a:gd name="T74" fmla="*/ 215 w 294"/>
                <a:gd name="T75" fmla="*/ 303 h 356"/>
                <a:gd name="T76" fmla="*/ 215 w 294"/>
                <a:gd name="T77" fmla="*/ 302 h 356"/>
                <a:gd name="T78" fmla="*/ 215 w 294"/>
                <a:gd name="T79" fmla="*/ 301 h 356"/>
                <a:gd name="T80" fmla="*/ 215 w 294"/>
                <a:gd name="T81" fmla="*/ 301 h 356"/>
                <a:gd name="T82" fmla="*/ 240 w 294"/>
                <a:gd name="T83" fmla="*/ 259 h 356"/>
                <a:gd name="T84" fmla="*/ 241 w 294"/>
                <a:gd name="T85" fmla="*/ 259 h 356"/>
                <a:gd name="T86" fmla="*/ 241 w 294"/>
                <a:gd name="T87" fmla="*/ 259 h 356"/>
                <a:gd name="T88" fmla="*/ 294 w 294"/>
                <a:gd name="T89" fmla="*/ 147 h 356"/>
                <a:gd name="T90" fmla="*/ 248 w 294"/>
                <a:gd name="T91" fmla="*/ 40 h 3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94" h="356">
                  <a:moveTo>
                    <a:pt x="248" y="40"/>
                  </a:moveTo>
                  <a:cubicBezTo>
                    <a:pt x="220" y="14"/>
                    <a:pt x="184" y="0"/>
                    <a:pt x="147" y="0"/>
                  </a:cubicBezTo>
                  <a:cubicBezTo>
                    <a:pt x="109" y="0"/>
                    <a:pt x="72" y="15"/>
                    <a:pt x="45" y="41"/>
                  </a:cubicBezTo>
                  <a:cubicBezTo>
                    <a:pt x="16" y="68"/>
                    <a:pt x="0" y="106"/>
                    <a:pt x="0" y="147"/>
                  </a:cubicBezTo>
                  <a:cubicBezTo>
                    <a:pt x="0" y="192"/>
                    <a:pt x="17" y="229"/>
                    <a:pt x="53" y="259"/>
                  </a:cubicBezTo>
                  <a:cubicBezTo>
                    <a:pt x="53" y="259"/>
                    <a:pt x="53" y="259"/>
                    <a:pt x="53" y="259"/>
                  </a:cubicBezTo>
                  <a:cubicBezTo>
                    <a:pt x="53" y="259"/>
                    <a:pt x="53" y="259"/>
                    <a:pt x="53" y="259"/>
                  </a:cubicBezTo>
                  <a:cubicBezTo>
                    <a:pt x="78" y="286"/>
                    <a:pt x="78" y="291"/>
                    <a:pt x="78" y="301"/>
                  </a:cubicBezTo>
                  <a:cubicBezTo>
                    <a:pt x="78" y="306"/>
                    <a:pt x="78" y="307"/>
                    <a:pt x="78" y="307"/>
                  </a:cubicBezTo>
                  <a:cubicBezTo>
                    <a:pt x="78" y="307"/>
                    <a:pt x="78" y="308"/>
                    <a:pt x="78" y="308"/>
                  </a:cubicBezTo>
                  <a:cubicBezTo>
                    <a:pt x="78" y="309"/>
                    <a:pt x="78" y="310"/>
                    <a:pt x="78" y="310"/>
                  </a:cubicBezTo>
                  <a:cubicBezTo>
                    <a:pt x="78" y="316"/>
                    <a:pt x="78" y="328"/>
                    <a:pt x="91" y="333"/>
                  </a:cubicBezTo>
                  <a:cubicBezTo>
                    <a:pt x="92" y="333"/>
                    <a:pt x="92" y="333"/>
                    <a:pt x="92" y="333"/>
                  </a:cubicBezTo>
                  <a:cubicBezTo>
                    <a:pt x="198" y="356"/>
                    <a:pt x="198" y="356"/>
                    <a:pt x="198" y="356"/>
                  </a:cubicBezTo>
                  <a:cubicBezTo>
                    <a:pt x="199" y="356"/>
                    <a:pt x="200" y="356"/>
                    <a:pt x="200" y="356"/>
                  </a:cubicBezTo>
                  <a:cubicBezTo>
                    <a:pt x="205" y="356"/>
                    <a:pt x="208" y="353"/>
                    <a:pt x="209" y="349"/>
                  </a:cubicBezTo>
                  <a:cubicBezTo>
                    <a:pt x="211" y="344"/>
                    <a:pt x="207" y="339"/>
                    <a:pt x="202" y="338"/>
                  </a:cubicBezTo>
                  <a:cubicBezTo>
                    <a:pt x="97" y="315"/>
                    <a:pt x="97" y="315"/>
                    <a:pt x="97" y="315"/>
                  </a:cubicBezTo>
                  <a:cubicBezTo>
                    <a:pt x="97" y="314"/>
                    <a:pt x="97" y="312"/>
                    <a:pt x="97" y="311"/>
                  </a:cubicBezTo>
                  <a:cubicBezTo>
                    <a:pt x="97" y="310"/>
                    <a:pt x="97" y="309"/>
                    <a:pt x="97" y="308"/>
                  </a:cubicBezTo>
                  <a:cubicBezTo>
                    <a:pt x="97" y="307"/>
                    <a:pt x="97" y="305"/>
                    <a:pt x="97" y="301"/>
                  </a:cubicBezTo>
                  <a:cubicBezTo>
                    <a:pt x="97" y="282"/>
                    <a:pt x="92" y="273"/>
                    <a:pt x="66" y="245"/>
                  </a:cubicBezTo>
                  <a:cubicBezTo>
                    <a:pt x="65" y="245"/>
                    <a:pt x="64" y="244"/>
                    <a:pt x="64" y="244"/>
                  </a:cubicBezTo>
                  <a:cubicBezTo>
                    <a:pt x="34" y="218"/>
                    <a:pt x="18" y="185"/>
                    <a:pt x="18" y="147"/>
                  </a:cubicBezTo>
                  <a:cubicBezTo>
                    <a:pt x="18" y="68"/>
                    <a:pt x="85" y="19"/>
                    <a:pt x="147" y="19"/>
                  </a:cubicBezTo>
                  <a:cubicBezTo>
                    <a:pt x="210" y="19"/>
                    <a:pt x="275" y="67"/>
                    <a:pt x="275" y="147"/>
                  </a:cubicBezTo>
                  <a:cubicBezTo>
                    <a:pt x="275" y="199"/>
                    <a:pt x="249" y="227"/>
                    <a:pt x="229" y="244"/>
                  </a:cubicBezTo>
                  <a:cubicBezTo>
                    <a:pt x="229" y="244"/>
                    <a:pt x="228" y="245"/>
                    <a:pt x="228" y="245"/>
                  </a:cubicBezTo>
                  <a:cubicBezTo>
                    <a:pt x="201" y="274"/>
                    <a:pt x="196" y="282"/>
                    <a:pt x="196" y="301"/>
                  </a:cubicBezTo>
                  <a:cubicBezTo>
                    <a:pt x="196" y="301"/>
                    <a:pt x="196" y="301"/>
                    <a:pt x="196" y="301"/>
                  </a:cubicBezTo>
                  <a:cubicBezTo>
                    <a:pt x="143" y="288"/>
                    <a:pt x="143" y="288"/>
                    <a:pt x="143" y="288"/>
                  </a:cubicBezTo>
                  <a:cubicBezTo>
                    <a:pt x="138" y="287"/>
                    <a:pt x="133" y="290"/>
                    <a:pt x="132" y="295"/>
                  </a:cubicBezTo>
                  <a:cubicBezTo>
                    <a:pt x="131" y="300"/>
                    <a:pt x="134" y="305"/>
                    <a:pt x="139" y="307"/>
                  </a:cubicBezTo>
                  <a:cubicBezTo>
                    <a:pt x="193" y="319"/>
                    <a:pt x="193" y="319"/>
                    <a:pt x="193" y="319"/>
                  </a:cubicBezTo>
                  <a:cubicBezTo>
                    <a:pt x="196" y="320"/>
                    <a:pt x="202" y="322"/>
                    <a:pt x="208" y="317"/>
                  </a:cubicBezTo>
                  <a:cubicBezTo>
                    <a:pt x="211" y="315"/>
                    <a:pt x="214" y="311"/>
                    <a:pt x="215" y="304"/>
                  </a:cubicBezTo>
                  <a:cubicBezTo>
                    <a:pt x="215" y="304"/>
                    <a:pt x="215" y="304"/>
                    <a:pt x="215" y="304"/>
                  </a:cubicBezTo>
                  <a:cubicBezTo>
                    <a:pt x="215" y="304"/>
                    <a:pt x="215" y="304"/>
                    <a:pt x="215" y="303"/>
                  </a:cubicBezTo>
                  <a:cubicBezTo>
                    <a:pt x="215" y="303"/>
                    <a:pt x="215" y="302"/>
                    <a:pt x="215" y="302"/>
                  </a:cubicBezTo>
                  <a:cubicBezTo>
                    <a:pt x="215" y="302"/>
                    <a:pt x="215" y="302"/>
                    <a:pt x="215" y="301"/>
                  </a:cubicBezTo>
                  <a:cubicBezTo>
                    <a:pt x="215" y="301"/>
                    <a:pt x="215" y="301"/>
                    <a:pt x="215" y="301"/>
                  </a:cubicBezTo>
                  <a:cubicBezTo>
                    <a:pt x="215" y="291"/>
                    <a:pt x="215" y="286"/>
                    <a:pt x="240" y="259"/>
                  </a:cubicBezTo>
                  <a:cubicBezTo>
                    <a:pt x="240" y="259"/>
                    <a:pt x="241" y="259"/>
                    <a:pt x="241" y="259"/>
                  </a:cubicBezTo>
                  <a:cubicBezTo>
                    <a:pt x="241" y="259"/>
                    <a:pt x="241" y="259"/>
                    <a:pt x="241" y="259"/>
                  </a:cubicBezTo>
                  <a:cubicBezTo>
                    <a:pt x="276" y="229"/>
                    <a:pt x="294" y="192"/>
                    <a:pt x="294" y="147"/>
                  </a:cubicBezTo>
                  <a:cubicBezTo>
                    <a:pt x="294" y="105"/>
                    <a:pt x="277" y="67"/>
                    <a:pt x="248" y="4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4" name="Freeform 226"/>
            <p:cNvSpPr>
              <a:spLocks/>
            </p:cNvSpPr>
            <p:nvPr/>
          </p:nvSpPr>
          <p:spPr bwMode="auto">
            <a:xfrm>
              <a:off x="7281863" y="4065588"/>
              <a:ext cx="123825" cy="42863"/>
            </a:xfrm>
            <a:custGeom>
              <a:avLst/>
              <a:gdLst>
                <a:gd name="T0" fmla="*/ 117 w 125"/>
                <a:gd name="T1" fmla="*/ 25 h 43"/>
                <a:gd name="T2" fmla="*/ 12 w 125"/>
                <a:gd name="T3" fmla="*/ 1 h 43"/>
                <a:gd name="T4" fmla="*/ 1 w 125"/>
                <a:gd name="T5" fmla="*/ 8 h 43"/>
                <a:gd name="T6" fmla="*/ 8 w 125"/>
                <a:gd name="T7" fmla="*/ 19 h 43"/>
                <a:gd name="T8" fmla="*/ 113 w 125"/>
                <a:gd name="T9" fmla="*/ 43 h 43"/>
                <a:gd name="T10" fmla="*/ 115 w 125"/>
                <a:gd name="T11" fmla="*/ 43 h 43"/>
                <a:gd name="T12" fmla="*/ 124 w 125"/>
                <a:gd name="T13" fmla="*/ 36 h 43"/>
                <a:gd name="T14" fmla="*/ 117 w 125"/>
                <a:gd name="T15" fmla="*/ 25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5" h="43">
                  <a:moveTo>
                    <a:pt x="117" y="25"/>
                  </a:moveTo>
                  <a:cubicBezTo>
                    <a:pt x="12" y="1"/>
                    <a:pt x="12" y="1"/>
                    <a:pt x="12" y="1"/>
                  </a:cubicBezTo>
                  <a:cubicBezTo>
                    <a:pt x="7" y="0"/>
                    <a:pt x="2" y="3"/>
                    <a:pt x="1" y="8"/>
                  </a:cubicBezTo>
                  <a:cubicBezTo>
                    <a:pt x="0" y="13"/>
                    <a:pt x="3" y="18"/>
                    <a:pt x="8" y="19"/>
                  </a:cubicBezTo>
                  <a:cubicBezTo>
                    <a:pt x="113" y="43"/>
                    <a:pt x="113" y="43"/>
                    <a:pt x="113" y="43"/>
                  </a:cubicBezTo>
                  <a:cubicBezTo>
                    <a:pt x="114" y="43"/>
                    <a:pt x="114" y="43"/>
                    <a:pt x="115" y="43"/>
                  </a:cubicBezTo>
                  <a:cubicBezTo>
                    <a:pt x="119" y="43"/>
                    <a:pt x="123" y="40"/>
                    <a:pt x="124" y="36"/>
                  </a:cubicBezTo>
                  <a:cubicBezTo>
                    <a:pt x="125" y="31"/>
                    <a:pt x="122" y="26"/>
                    <a:pt x="117" y="25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5" name="Freeform 227"/>
            <p:cNvSpPr>
              <a:spLocks/>
            </p:cNvSpPr>
            <p:nvPr/>
          </p:nvSpPr>
          <p:spPr bwMode="auto">
            <a:xfrm>
              <a:off x="7288213" y="4102100"/>
              <a:ext cx="104775" cy="39688"/>
            </a:xfrm>
            <a:custGeom>
              <a:avLst/>
              <a:gdLst>
                <a:gd name="T0" fmla="*/ 98 w 106"/>
                <a:gd name="T1" fmla="*/ 20 h 39"/>
                <a:gd name="T2" fmla="*/ 13 w 106"/>
                <a:gd name="T3" fmla="*/ 1 h 39"/>
                <a:gd name="T4" fmla="*/ 2 w 106"/>
                <a:gd name="T5" fmla="*/ 8 h 39"/>
                <a:gd name="T6" fmla="*/ 9 w 106"/>
                <a:gd name="T7" fmla="*/ 19 h 39"/>
                <a:gd name="T8" fmla="*/ 94 w 106"/>
                <a:gd name="T9" fmla="*/ 39 h 39"/>
                <a:gd name="T10" fmla="*/ 96 w 106"/>
                <a:gd name="T11" fmla="*/ 39 h 39"/>
                <a:gd name="T12" fmla="*/ 105 w 106"/>
                <a:gd name="T13" fmla="*/ 31 h 39"/>
                <a:gd name="T14" fmla="*/ 98 w 106"/>
                <a:gd name="T15" fmla="*/ 2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6" h="39">
                  <a:moveTo>
                    <a:pt x="98" y="20"/>
                  </a:moveTo>
                  <a:cubicBezTo>
                    <a:pt x="13" y="1"/>
                    <a:pt x="13" y="1"/>
                    <a:pt x="13" y="1"/>
                  </a:cubicBezTo>
                  <a:cubicBezTo>
                    <a:pt x="8" y="0"/>
                    <a:pt x="3" y="3"/>
                    <a:pt x="2" y="8"/>
                  </a:cubicBezTo>
                  <a:cubicBezTo>
                    <a:pt x="0" y="13"/>
                    <a:pt x="4" y="18"/>
                    <a:pt x="9" y="19"/>
                  </a:cubicBezTo>
                  <a:cubicBezTo>
                    <a:pt x="94" y="39"/>
                    <a:pt x="94" y="39"/>
                    <a:pt x="94" y="39"/>
                  </a:cubicBezTo>
                  <a:cubicBezTo>
                    <a:pt x="95" y="39"/>
                    <a:pt x="95" y="39"/>
                    <a:pt x="96" y="39"/>
                  </a:cubicBezTo>
                  <a:cubicBezTo>
                    <a:pt x="100" y="39"/>
                    <a:pt x="104" y="36"/>
                    <a:pt x="105" y="31"/>
                  </a:cubicBezTo>
                  <a:cubicBezTo>
                    <a:pt x="106" y="26"/>
                    <a:pt x="103" y="21"/>
                    <a:pt x="98" y="2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44" name="Group 243"/>
          <p:cNvGrpSpPr/>
          <p:nvPr/>
        </p:nvGrpSpPr>
        <p:grpSpPr>
          <a:xfrm>
            <a:off x="8447618" y="4957234"/>
            <a:ext cx="740833" cy="565151"/>
            <a:chOff x="6335713" y="3717925"/>
            <a:chExt cx="555625" cy="423863"/>
          </a:xfrm>
          <a:solidFill>
            <a:schemeClr val="tx2"/>
          </a:solidFill>
        </p:grpSpPr>
        <p:sp>
          <p:nvSpPr>
            <p:cNvPr id="36" name="Freeform 228"/>
            <p:cNvSpPr>
              <a:spLocks/>
            </p:cNvSpPr>
            <p:nvPr/>
          </p:nvSpPr>
          <p:spPr bwMode="auto">
            <a:xfrm>
              <a:off x="6624638" y="3717925"/>
              <a:ext cx="266700" cy="369888"/>
            </a:xfrm>
            <a:custGeom>
              <a:avLst/>
              <a:gdLst>
                <a:gd name="T0" fmla="*/ 244 w 267"/>
                <a:gd name="T1" fmla="*/ 0 h 372"/>
                <a:gd name="T2" fmla="*/ 113 w 267"/>
                <a:gd name="T3" fmla="*/ 0 h 372"/>
                <a:gd name="T4" fmla="*/ 85 w 267"/>
                <a:gd name="T5" fmla="*/ 12 h 372"/>
                <a:gd name="T6" fmla="*/ 67 w 267"/>
                <a:gd name="T7" fmla="*/ 30 h 372"/>
                <a:gd name="T8" fmla="*/ 67 w 267"/>
                <a:gd name="T9" fmla="*/ 43 h 372"/>
                <a:gd name="T10" fmla="*/ 80 w 267"/>
                <a:gd name="T11" fmla="*/ 43 h 372"/>
                <a:gd name="T12" fmla="*/ 98 w 267"/>
                <a:gd name="T13" fmla="*/ 25 h 372"/>
                <a:gd name="T14" fmla="*/ 113 w 267"/>
                <a:gd name="T15" fmla="*/ 19 h 372"/>
                <a:gd name="T16" fmla="*/ 244 w 267"/>
                <a:gd name="T17" fmla="*/ 19 h 372"/>
                <a:gd name="T18" fmla="*/ 248 w 267"/>
                <a:gd name="T19" fmla="*/ 22 h 372"/>
                <a:gd name="T20" fmla="*/ 248 w 267"/>
                <a:gd name="T21" fmla="*/ 154 h 372"/>
                <a:gd name="T22" fmla="*/ 241 w 267"/>
                <a:gd name="T23" fmla="*/ 170 h 372"/>
                <a:gd name="T24" fmla="*/ 57 w 267"/>
                <a:gd name="T25" fmla="*/ 353 h 372"/>
                <a:gd name="T26" fmla="*/ 51 w 267"/>
                <a:gd name="T27" fmla="*/ 353 h 372"/>
                <a:gd name="T28" fmla="*/ 17 w 267"/>
                <a:gd name="T29" fmla="*/ 318 h 372"/>
                <a:gd name="T30" fmla="*/ 3 w 267"/>
                <a:gd name="T31" fmla="*/ 318 h 372"/>
                <a:gd name="T32" fmla="*/ 3 w 267"/>
                <a:gd name="T33" fmla="*/ 331 h 372"/>
                <a:gd name="T34" fmla="*/ 38 w 267"/>
                <a:gd name="T35" fmla="*/ 366 h 372"/>
                <a:gd name="T36" fmla="*/ 54 w 267"/>
                <a:gd name="T37" fmla="*/ 372 h 372"/>
                <a:gd name="T38" fmla="*/ 70 w 267"/>
                <a:gd name="T39" fmla="*/ 366 h 372"/>
                <a:gd name="T40" fmla="*/ 255 w 267"/>
                <a:gd name="T41" fmla="*/ 183 h 372"/>
                <a:gd name="T42" fmla="*/ 267 w 267"/>
                <a:gd name="T43" fmla="*/ 154 h 372"/>
                <a:gd name="T44" fmla="*/ 267 w 267"/>
                <a:gd name="T45" fmla="*/ 22 h 372"/>
                <a:gd name="T46" fmla="*/ 244 w 267"/>
                <a:gd name="T47" fmla="*/ 0 h 3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67" h="372">
                  <a:moveTo>
                    <a:pt x="244" y="0"/>
                  </a:moveTo>
                  <a:cubicBezTo>
                    <a:pt x="113" y="0"/>
                    <a:pt x="113" y="0"/>
                    <a:pt x="113" y="0"/>
                  </a:cubicBezTo>
                  <a:cubicBezTo>
                    <a:pt x="104" y="0"/>
                    <a:pt x="91" y="5"/>
                    <a:pt x="85" y="12"/>
                  </a:cubicBezTo>
                  <a:cubicBezTo>
                    <a:pt x="85" y="12"/>
                    <a:pt x="77" y="20"/>
                    <a:pt x="67" y="30"/>
                  </a:cubicBezTo>
                  <a:cubicBezTo>
                    <a:pt x="63" y="33"/>
                    <a:pt x="64" y="39"/>
                    <a:pt x="67" y="43"/>
                  </a:cubicBezTo>
                  <a:cubicBezTo>
                    <a:pt x="71" y="47"/>
                    <a:pt x="77" y="47"/>
                    <a:pt x="80" y="43"/>
                  </a:cubicBezTo>
                  <a:cubicBezTo>
                    <a:pt x="90" y="33"/>
                    <a:pt x="98" y="25"/>
                    <a:pt x="98" y="25"/>
                  </a:cubicBezTo>
                  <a:cubicBezTo>
                    <a:pt x="101" y="22"/>
                    <a:pt x="109" y="19"/>
                    <a:pt x="113" y="19"/>
                  </a:cubicBezTo>
                  <a:cubicBezTo>
                    <a:pt x="244" y="19"/>
                    <a:pt x="244" y="19"/>
                    <a:pt x="244" y="19"/>
                  </a:cubicBezTo>
                  <a:cubicBezTo>
                    <a:pt x="246" y="19"/>
                    <a:pt x="248" y="20"/>
                    <a:pt x="248" y="22"/>
                  </a:cubicBezTo>
                  <a:cubicBezTo>
                    <a:pt x="248" y="154"/>
                    <a:pt x="248" y="154"/>
                    <a:pt x="248" y="154"/>
                  </a:cubicBezTo>
                  <a:cubicBezTo>
                    <a:pt x="248" y="159"/>
                    <a:pt x="245" y="166"/>
                    <a:pt x="241" y="170"/>
                  </a:cubicBezTo>
                  <a:cubicBezTo>
                    <a:pt x="57" y="353"/>
                    <a:pt x="57" y="353"/>
                    <a:pt x="57" y="353"/>
                  </a:cubicBezTo>
                  <a:cubicBezTo>
                    <a:pt x="55" y="354"/>
                    <a:pt x="53" y="354"/>
                    <a:pt x="51" y="353"/>
                  </a:cubicBezTo>
                  <a:cubicBezTo>
                    <a:pt x="17" y="318"/>
                    <a:pt x="17" y="318"/>
                    <a:pt x="17" y="318"/>
                  </a:cubicBezTo>
                  <a:cubicBezTo>
                    <a:pt x="13" y="314"/>
                    <a:pt x="7" y="314"/>
                    <a:pt x="3" y="318"/>
                  </a:cubicBezTo>
                  <a:cubicBezTo>
                    <a:pt x="0" y="321"/>
                    <a:pt x="0" y="327"/>
                    <a:pt x="3" y="331"/>
                  </a:cubicBezTo>
                  <a:cubicBezTo>
                    <a:pt x="38" y="366"/>
                    <a:pt x="38" y="366"/>
                    <a:pt x="38" y="366"/>
                  </a:cubicBezTo>
                  <a:cubicBezTo>
                    <a:pt x="42" y="370"/>
                    <a:pt x="48" y="372"/>
                    <a:pt x="54" y="372"/>
                  </a:cubicBezTo>
                  <a:cubicBezTo>
                    <a:pt x="60" y="372"/>
                    <a:pt x="66" y="370"/>
                    <a:pt x="70" y="366"/>
                  </a:cubicBezTo>
                  <a:cubicBezTo>
                    <a:pt x="255" y="183"/>
                    <a:pt x="255" y="183"/>
                    <a:pt x="255" y="183"/>
                  </a:cubicBezTo>
                  <a:cubicBezTo>
                    <a:pt x="262" y="176"/>
                    <a:pt x="267" y="164"/>
                    <a:pt x="267" y="154"/>
                  </a:cubicBezTo>
                  <a:cubicBezTo>
                    <a:pt x="267" y="22"/>
                    <a:pt x="267" y="22"/>
                    <a:pt x="267" y="22"/>
                  </a:cubicBezTo>
                  <a:cubicBezTo>
                    <a:pt x="267" y="10"/>
                    <a:pt x="257" y="0"/>
                    <a:pt x="24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7" name="Freeform 229"/>
            <p:cNvSpPr>
              <a:spLocks noEditPoints="1"/>
            </p:cNvSpPr>
            <p:nvPr/>
          </p:nvSpPr>
          <p:spPr bwMode="auto">
            <a:xfrm>
              <a:off x="6794501" y="3756025"/>
              <a:ext cx="57150" cy="58738"/>
            </a:xfrm>
            <a:custGeom>
              <a:avLst/>
              <a:gdLst>
                <a:gd name="T0" fmla="*/ 58 w 58"/>
                <a:gd name="T1" fmla="*/ 29 h 58"/>
                <a:gd name="T2" fmla="*/ 29 w 58"/>
                <a:gd name="T3" fmla="*/ 0 h 58"/>
                <a:gd name="T4" fmla="*/ 0 w 58"/>
                <a:gd name="T5" fmla="*/ 29 h 58"/>
                <a:gd name="T6" fmla="*/ 29 w 58"/>
                <a:gd name="T7" fmla="*/ 58 h 58"/>
                <a:gd name="T8" fmla="*/ 58 w 58"/>
                <a:gd name="T9" fmla="*/ 29 h 58"/>
                <a:gd name="T10" fmla="*/ 19 w 58"/>
                <a:gd name="T11" fmla="*/ 29 h 58"/>
                <a:gd name="T12" fmla="*/ 29 w 58"/>
                <a:gd name="T13" fmla="*/ 19 h 58"/>
                <a:gd name="T14" fmla="*/ 39 w 58"/>
                <a:gd name="T15" fmla="*/ 29 h 58"/>
                <a:gd name="T16" fmla="*/ 29 w 58"/>
                <a:gd name="T17" fmla="*/ 40 h 58"/>
                <a:gd name="T18" fmla="*/ 19 w 58"/>
                <a:gd name="T19" fmla="*/ 29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8" h="58">
                  <a:moveTo>
                    <a:pt x="58" y="29"/>
                  </a:moveTo>
                  <a:cubicBezTo>
                    <a:pt x="58" y="13"/>
                    <a:pt x="45" y="0"/>
                    <a:pt x="29" y="0"/>
                  </a:cubicBezTo>
                  <a:cubicBezTo>
                    <a:pt x="13" y="0"/>
                    <a:pt x="0" y="13"/>
                    <a:pt x="0" y="29"/>
                  </a:cubicBezTo>
                  <a:cubicBezTo>
                    <a:pt x="0" y="45"/>
                    <a:pt x="13" y="58"/>
                    <a:pt x="29" y="58"/>
                  </a:cubicBezTo>
                  <a:cubicBezTo>
                    <a:pt x="45" y="58"/>
                    <a:pt x="58" y="45"/>
                    <a:pt x="58" y="29"/>
                  </a:cubicBezTo>
                  <a:close/>
                  <a:moveTo>
                    <a:pt x="19" y="29"/>
                  </a:moveTo>
                  <a:cubicBezTo>
                    <a:pt x="19" y="24"/>
                    <a:pt x="23" y="19"/>
                    <a:pt x="29" y="19"/>
                  </a:cubicBezTo>
                  <a:cubicBezTo>
                    <a:pt x="35" y="19"/>
                    <a:pt x="39" y="24"/>
                    <a:pt x="39" y="29"/>
                  </a:cubicBezTo>
                  <a:cubicBezTo>
                    <a:pt x="39" y="35"/>
                    <a:pt x="35" y="40"/>
                    <a:pt x="29" y="40"/>
                  </a:cubicBezTo>
                  <a:cubicBezTo>
                    <a:pt x="23" y="40"/>
                    <a:pt x="19" y="35"/>
                    <a:pt x="19" y="29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8" name="Freeform 230"/>
            <p:cNvSpPr>
              <a:spLocks noEditPoints="1"/>
            </p:cNvSpPr>
            <p:nvPr/>
          </p:nvSpPr>
          <p:spPr bwMode="auto">
            <a:xfrm>
              <a:off x="6335713" y="3770313"/>
              <a:ext cx="371475" cy="371475"/>
            </a:xfrm>
            <a:custGeom>
              <a:avLst/>
              <a:gdLst>
                <a:gd name="T0" fmla="*/ 374 w 374"/>
                <a:gd name="T1" fmla="*/ 154 h 373"/>
                <a:gd name="T2" fmla="*/ 374 w 374"/>
                <a:gd name="T3" fmla="*/ 23 h 373"/>
                <a:gd name="T4" fmla="*/ 351 w 374"/>
                <a:gd name="T5" fmla="*/ 0 h 373"/>
                <a:gd name="T6" fmla="*/ 220 w 374"/>
                <a:gd name="T7" fmla="*/ 0 h 373"/>
                <a:gd name="T8" fmla="*/ 192 w 374"/>
                <a:gd name="T9" fmla="*/ 13 h 373"/>
                <a:gd name="T10" fmla="*/ 8 w 374"/>
                <a:gd name="T11" fmla="*/ 198 h 373"/>
                <a:gd name="T12" fmla="*/ 9 w 374"/>
                <a:gd name="T13" fmla="*/ 230 h 373"/>
                <a:gd name="T14" fmla="*/ 145 w 374"/>
                <a:gd name="T15" fmla="*/ 366 h 373"/>
                <a:gd name="T16" fmla="*/ 161 w 374"/>
                <a:gd name="T17" fmla="*/ 373 h 373"/>
                <a:gd name="T18" fmla="*/ 177 w 374"/>
                <a:gd name="T19" fmla="*/ 366 h 373"/>
                <a:gd name="T20" fmla="*/ 362 w 374"/>
                <a:gd name="T21" fmla="*/ 183 h 373"/>
                <a:gd name="T22" fmla="*/ 374 w 374"/>
                <a:gd name="T23" fmla="*/ 154 h 373"/>
                <a:gd name="T24" fmla="*/ 355 w 374"/>
                <a:gd name="T25" fmla="*/ 154 h 373"/>
                <a:gd name="T26" fmla="*/ 348 w 374"/>
                <a:gd name="T27" fmla="*/ 170 h 373"/>
                <a:gd name="T28" fmla="*/ 164 w 374"/>
                <a:gd name="T29" fmla="*/ 353 h 373"/>
                <a:gd name="T30" fmla="*/ 161 w 374"/>
                <a:gd name="T31" fmla="*/ 354 h 373"/>
                <a:gd name="T32" fmla="*/ 158 w 374"/>
                <a:gd name="T33" fmla="*/ 353 h 373"/>
                <a:gd name="T34" fmla="*/ 22 w 374"/>
                <a:gd name="T35" fmla="*/ 216 h 373"/>
                <a:gd name="T36" fmla="*/ 22 w 374"/>
                <a:gd name="T37" fmla="*/ 211 h 373"/>
                <a:gd name="T38" fmla="*/ 205 w 374"/>
                <a:gd name="T39" fmla="*/ 26 h 373"/>
                <a:gd name="T40" fmla="*/ 220 w 374"/>
                <a:gd name="T41" fmla="*/ 19 h 373"/>
                <a:gd name="T42" fmla="*/ 351 w 374"/>
                <a:gd name="T43" fmla="*/ 19 h 373"/>
                <a:gd name="T44" fmla="*/ 355 w 374"/>
                <a:gd name="T45" fmla="*/ 23 h 373"/>
                <a:gd name="T46" fmla="*/ 355 w 374"/>
                <a:gd name="T47" fmla="*/ 154 h 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74" h="373">
                  <a:moveTo>
                    <a:pt x="374" y="154"/>
                  </a:moveTo>
                  <a:cubicBezTo>
                    <a:pt x="374" y="23"/>
                    <a:pt x="374" y="23"/>
                    <a:pt x="374" y="23"/>
                  </a:cubicBezTo>
                  <a:cubicBezTo>
                    <a:pt x="374" y="10"/>
                    <a:pt x="364" y="0"/>
                    <a:pt x="351" y="0"/>
                  </a:cubicBezTo>
                  <a:cubicBezTo>
                    <a:pt x="220" y="0"/>
                    <a:pt x="220" y="0"/>
                    <a:pt x="220" y="0"/>
                  </a:cubicBezTo>
                  <a:cubicBezTo>
                    <a:pt x="211" y="0"/>
                    <a:pt x="198" y="6"/>
                    <a:pt x="192" y="13"/>
                  </a:cubicBezTo>
                  <a:cubicBezTo>
                    <a:pt x="8" y="198"/>
                    <a:pt x="8" y="198"/>
                    <a:pt x="8" y="198"/>
                  </a:cubicBezTo>
                  <a:cubicBezTo>
                    <a:pt x="0" y="207"/>
                    <a:pt x="0" y="221"/>
                    <a:pt x="9" y="230"/>
                  </a:cubicBezTo>
                  <a:cubicBezTo>
                    <a:pt x="145" y="366"/>
                    <a:pt x="145" y="366"/>
                    <a:pt x="145" y="366"/>
                  </a:cubicBezTo>
                  <a:cubicBezTo>
                    <a:pt x="149" y="370"/>
                    <a:pt x="155" y="373"/>
                    <a:pt x="161" y="373"/>
                  </a:cubicBezTo>
                  <a:cubicBezTo>
                    <a:pt x="167" y="373"/>
                    <a:pt x="173" y="371"/>
                    <a:pt x="177" y="366"/>
                  </a:cubicBezTo>
                  <a:cubicBezTo>
                    <a:pt x="362" y="183"/>
                    <a:pt x="362" y="183"/>
                    <a:pt x="362" y="183"/>
                  </a:cubicBezTo>
                  <a:cubicBezTo>
                    <a:pt x="369" y="177"/>
                    <a:pt x="374" y="164"/>
                    <a:pt x="374" y="154"/>
                  </a:cubicBezTo>
                  <a:close/>
                  <a:moveTo>
                    <a:pt x="355" y="154"/>
                  </a:moveTo>
                  <a:cubicBezTo>
                    <a:pt x="355" y="159"/>
                    <a:pt x="352" y="167"/>
                    <a:pt x="348" y="170"/>
                  </a:cubicBezTo>
                  <a:cubicBezTo>
                    <a:pt x="164" y="353"/>
                    <a:pt x="164" y="353"/>
                    <a:pt x="164" y="353"/>
                  </a:cubicBezTo>
                  <a:cubicBezTo>
                    <a:pt x="163" y="354"/>
                    <a:pt x="162" y="354"/>
                    <a:pt x="161" y="354"/>
                  </a:cubicBezTo>
                  <a:cubicBezTo>
                    <a:pt x="161" y="354"/>
                    <a:pt x="159" y="354"/>
                    <a:pt x="158" y="353"/>
                  </a:cubicBezTo>
                  <a:cubicBezTo>
                    <a:pt x="22" y="216"/>
                    <a:pt x="22" y="216"/>
                    <a:pt x="22" y="216"/>
                  </a:cubicBezTo>
                  <a:cubicBezTo>
                    <a:pt x="20" y="215"/>
                    <a:pt x="20" y="212"/>
                    <a:pt x="22" y="211"/>
                  </a:cubicBezTo>
                  <a:cubicBezTo>
                    <a:pt x="205" y="26"/>
                    <a:pt x="205" y="26"/>
                    <a:pt x="205" y="26"/>
                  </a:cubicBezTo>
                  <a:cubicBezTo>
                    <a:pt x="208" y="22"/>
                    <a:pt x="216" y="19"/>
                    <a:pt x="220" y="19"/>
                  </a:cubicBezTo>
                  <a:cubicBezTo>
                    <a:pt x="351" y="19"/>
                    <a:pt x="351" y="19"/>
                    <a:pt x="351" y="19"/>
                  </a:cubicBezTo>
                  <a:cubicBezTo>
                    <a:pt x="353" y="19"/>
                    <a:pt x="355" y="21"/>
                    <a:pt x="355" y="23"/>
                  </a:cubicBezTo>
                  <a:lnTo>
                    <a:pt x="355" y="15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9" name="Freeform 231"/>
            <p:cNvSpPr>
              <a:spLocks noEditPoints="1"/>
            </p:cNvSpPr>
            <p:nvPr/>
          </p:nvSpPr>
          <p:spPr bwMode="auto">
            <a:xfrm>
              <a:off x="6610351" y="3810000"/>
              <a:ext cx="58738" cy="57150"/>
            </a:xfrm>
            <a:custGeom>
              <a:avLst/>
              <a:gdLst>
                <a:gd name="T0" fmla="*/ 29 w 58"/>
                <a:gd name="T1" fmla="*/ 0 h 58"/>
                <a:gd name="T2" fmla="*/ 0 w 58"/>
                <a:gd name="T3" fmla="*/ 29 h 58"/>
                <a:gd name="T4" fmla="*/ 29 w 58"/>
                <a:gd name="T5" fmla="*/ 58 h 58"/>
                <a:gd name="T6" fmla="*/ 58 w 58"/>
                <a:gd name="T7" fmla="*/ 29 h 58"/>
                <a:gd name="T8" fmla="*/ 29 w 58"/>
                <a:gd name="T9" fmla="*/ 0 h 58"/>
                <a:gd name="T10" fmla="*/ 29 w 58"/>
                <a:gd name="T11" fmla="*/ 39 h 58"/>
                <a:gd name="T12" fmla="*/ 19 w 58"/>
                <a:gd name="T13" fmla="*/ 29 h 58"/>
                <a:gd name="T14" fmla="*/ 29 w 58"/>
                <a:gd name="T15" fmla="*/ 18 h 58"/>
                <a:gd name="T16" fmla="*/ 39 w 58"/>
                <a:gd name="T17" fmla="*/ 29 h 58"/>
                <a:gd name="T18" fmla="*/ 29 w 58"/>
                <a:gd name="T19" fmla="*/ 39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8" h="58">
                  <a:moveTo>
                    <a:pt x="29" y="0"/>
                  </a:moveTo>
                  <a:cubicBezTo>
                    <a:pt x="13" y="0"/>
                    <a:pt x="0" y="13"/>
                    <a:pt x="0" y="29"/>
                  </a:cubicBezTo>
                  <a:cubicBezTo>
                    <a:pt x="0" y="45"/>
                    <a:pt x="13" y="58"/>
                    <a:pt x="29" y="58"/>
                  </a:cubicBezTo>
                  <a:cubicBezTo>
                    <a:pt x="45" y="58"/>
                    <a:pt x="58" y="45"/>
                    <a:pt x="58" y="29"/>
                  </a:cubicBezTo>
                  <a:cubicBezTo>
                    <a:pt x="58" y="13"/>
                    <a:pt x="45" y="0"/>
                    <a:pt x="29" y="0"/>
                  </a:cubicBezTo>
                  <a:close/>
                  <a:moveTo>
                    <a:pt x="29" y="39"/>
                  </a:moveTo>
                  <a:cubicBezTo>
                    <a:pt x="23" y="39"/>
                    <a:pt x="19" y="34"/>
                    <a:pt x="19" y="29"/>
                  </a:cubicBezTo>
                  <a:cubicBezTo>
                    <a:pt x="19" y="23"/>
                    <a:pt x="23" y="18"/>
                    <a:pt x="29" y="18"/>
                  </a:cubicBezTo>
                  <a:cubicBezTo>
                    <a:pt x="35" y="18"/>
                    <a:pt x="39" y="23"/>
                    <a:pt x="39" y="29"/>
                  </a:cubicBezTo>
                  <a:cubicBezTo>
                    <a:pt x="39" y="34"/>
                    <a:pt x="35" y="39"/>
                    <a:pt x="29" y="39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</p:spTree>
    <p:extLst>
      <p:ext uri="{BB962C8B-B14F-4D97-AF65-F5344CB8AC3E}">
        <p14:creationId xmlns:p14="http://schemas.microsoft.com/office/powerpoint/2010/main" val="4118632056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6" name="Group 175"/>
          <p:cNvGrpSpPr/>
          <p:nvPr/>
        </p:nvGrpSpPr>
        <p:grpSpPr>
          <a:xfrm>
            <a:off x="791633" y="2279651"/>
            <a:ext cx="482600" cy="567267"/>
            <a:chOff x="593725" y="1709738"/>
            <a:chExt cx="361950" cy="425450"/>
          </a:xfrm>
          <a:solidFill>
            <a:schemeClr val="tx2"/>
          </a:solidFill>
        </p:grpSpPr>
        <p:sp>
          <p:nvSpPr>
            <p:cNvPr id="5" name="Freeform 5"/>
            <p:cNvSpPr>
              <a:spLocks/>
            </p:cNvSpPr>
            <p:nvPr/>
          </p:nvSpPr>
          <p:spPr bwMode="auto">
            <a:xfrm>
              <a:off x="700088" y="1709738"/>
              <a:ext cx="136525" cy="19050"/>
            </a:xfrm>
            <a:custGeom>
              <a:avLst/>
              <a:gdLst>
                <a:gd name="T0" fmla="*/ 9 w 137"/>
                <a:gd name="T1" fmla="*/ 18 h 18"/>
                <a:gd name="T2" fmla="*/ 127 w 137"/>
                <a:gd name="T3" fmla="*/ 18 h 18"/>
                <a:gd name="T4" fmla="*/ 137 w 137"/>
                <a:gd name="T5" fmla="*/ 9 h 18"/>
                <a:gd name="T6" fmla="*/ 127 w 137"/>
                <a:gd name="T7" fmla="*/ 0 h 18"/>
                <a:gd name="T8" fmla="*/ 9 w 137"/>
                <a:gd name="T9" fmla="*/ 0 h 18"/>
                <a:gd name="T10" fmla="*/ 0 w 137"/>
                <a:gd name="T11" fmla="*/ 9 h 18"/>
                <a:gd name="T12" fmla="*/ 9 w 137"/>
                <a:gd name="T13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7" h="18">
                  <a:moveTo>
                    <a:pt x="9" y="18"/>
                  </a:moveTo>
                  <a:cubicBezTo>
                    <a:pt x="127" y="18"/>
                    <a:pt x="127" y="18"/>
                    <a:pt x="127" y="18"/>
                  </a:cubicBezTo>
                  <a:cubicBezTo>
                    <a:pt x="132" y="18"/>
                    <a:pt x="137" y="14"/>
                    <a:pt x="137" y="9"/>
                  </a:cubicBezTo>
                  <a:cubicBezTo>
                    <a:pt x="137" y="4"/>
                    <a:pt x="132" y="0"/>
                    <a:pt x="127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4"/>
                    <a:pt x="4" y="18"/>
                    <a:pt x="9" y="1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" name="Freeform 6"/>
            <p:cNvSpPr>
              <a:spLocks noEditPoints="1"/>
            </p:cNvSpPr>
            <p:nvPr/>
          </p:nvSpPr>
          <p:spPr bwMode="auto">
            <a:xfrm>
              <a:off x="593725" y="1736725"/>
              <a:ext cx="361950" cy="398463"/>
            </a:xfrm>
            <a:custGeom>
              <a:avLst/>
              <a:gdLst>
                <a:gd name="T0" fmla="*/ 347 w 362"/>
                <a:gd name="T1" fmla="*/ 337 h 398"/>
                <a:gd name="T2" fmla="*/ 266 w 362"/>
                <a:gd name="T3" fmla="*/ 207 h 398"/>
                <a:gd name="T4" fmla="*/ 266 w 362"/>
                <a:gd name="T5" fmla="*/ 207 h 398"/>
                <a:gd name="T6" fmla="*/ 265 w 362"/>
                <a:gd name="T7" fmla="*/ 205 h 398"/>
                <a:gd name="T8" fmla="*/ 229 w 362"/>
                <a:gd name="T9" fmla="*/ 104 h 398"/>
                <a:gd name="T10" fmla="*/ 229 w 362"/>
                <a:gd name="T11" fmla="*/ 9 h 398"/>
                <a:gd name="T12" fmla="*/ 220 w 362"/>
                <a:gd name="T13" fmla="*/ 0 h 398"/>
                <a:gd name="T14" fmla="*/ 128 w 362"/>
                <a:gd name="T15" fmla="*/ 0 h 398"/>
                <a:gd name="T16" fmla="*/ 119 w 362"/>
                <a:gd name="T17" fmla="*/ 9 h 398"/>
                <a:gd name="T18" fmla="*/ 119 w 362"/>
                <a:gd name="T19" fmla="*/ 104 h 398"/>
                <a:gd name="T20" fmla="*/ 87 w 362"/>
                <a:gd name="T21" fmla="*/ 208 h 398"/>
                <a:gd name="T22" fmla="*/ 87 w 362"/>
                <a:gd name="T23" fmla="*/ 208 h 398"/>
                <a:gd name="T24" fmla="*/ 14 w 362"/>
                <a:gd name="T25" fmla="*/ 337 h 398"/>
                <a:gd name="T26" fmla="*/ 6 w 362"/>
                <a:gd name="T27" fmla="*/ 380 h 398"/>
                <a:gd name="T28" fmla="*/ 50 w 362"/>
                <a:gd name="T29" fmla="*/ 398 h 398"/>
                <a:gd name="T30" fmla="*/ 312 w 362"/>
                <a:gd name="T31" fmla="*/ 398 h 398"/>
                <a:gd name="T32" fmla="*/ 356 w 362"/>
                <a:gd name="T33" fmla="*/ 380 h 398"/>
                <a:gd name="T34" fmla="*/ 347 w 362"/>
                <a:gd name="T35" fmla="*/ 337 h 398"/>
                <a:gd name="T36" fmla="*/ 138 w 362"/>
                <a:gd name="T37" fmla="*/ 104 h 398"/>
                <a:gd name="T38" fmla="*/ 138 w 362"/>
                <a:gd name="T39" fmla="*/ 18 h 398"/>
                <a:gd name="T40" fmla="*/ 211 w 362"/>
                <a:gd name="T41" fmla="*/ 18 h 398"/>
                <a:gd name="T42" fmla="*/ 211 w 362"/>
                <a:gd name="T43" fmla="*/ 104 h 398"/>
                <a:gd name="T44" fmla="*/ 240 w 362"/>
                <a:gd name="T45" fmla="*/ 200 h 398"/>
                <a:gd name="T46" fmla="*/ 233 w 362"/>
                <a:gd name="T47" fmla="*/ 200 h 398"/>
                <a:gd name="T48" fmla="*/ 183 w 362"/>
                <a:gd name="T49" fmla="*/ 214 h 398"/>
                <a:gd name="T50" fmla="*/ 142 w 362"/>
                <a:gd name="T51" fmla="*/ 226 h 398"/>
                <a:gd name="T52" fmla="*/ 104 w 362"/>
                <a:gd name="T53" fmla="*/ 216 h 398"/>
                <a:gd name="T54" fmla="*/ 138 w 362"/>
                <a:gd name="T55" fmla="*/ 104 h 398"/>
                <a:gd name="T56" fmla="*/ 339 w 362"/>
                <a:gd name="T57" fmla="*/ 371 h 398"/>
                <a:gd name="T58" fmla="*/ 312 w 362"/>
                <a:gd name="T59" fmla="*/ 380 h 398"/>
                <a:gd name="T60" fmla="*/ 50 w 362"/>
                <a:gd name="T61" fmla="*/ 380 h 398"/>
                <a:gd name="T62" fmla="*/ 22 w 362"/>
                <a:gd name="T63" fmla="*/ 371 h 398"/>
                <a:gd name="T64" fmla="*/ 30 w 362"/>
                <a:gd name="T65" fmla="*/ 348 h 398"/>
                <a:gd name="T66" fmla="*/ 30 w 362"/>
                <a:gd name="T67" fmla="*/ 347 h 398"/>
                <a:gd name="T68" fmla="*/ 94 w 362"/>
                <a:gd name="T69" fmla="*/ 232 h 398"/>
                <a:gd name="T70" fmla="*/ 142 w 362"/>
                <a:gd name="T71" fmla="*/ 245 h 398"/>
                <a:gd name="T72" fmla="*/ 192 w 362"/>
                <a:gd name="T73" fmla="*/ 231 h 398"/>
                <a:gd name="T74" fmla="*/ 233 w 362"/>
                <a:gd name="T75" fmla="*/ 219 h 398"/>
                <a:gd name="T76" fmla="*/ 253 w 362"/>
                <a:gd name="T77" fmla="*/ 221 h 398"/>
                <a:gd name="T78" fmla="*/ 331 w 362"/>
                <a:gd name="T79" fmla="*/ 347 h 398"/>
                <a:gd name="T80" fmla="*/ 332 w 362"/>
                <a:gd name="T81" fmla="*/ 348 h 398"/>
                <a:gd name="T82" fmla="*/ 339 w 362"/>
                <a:gd name="T83" fmla="*/ 371 h 3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362" h="398">
                  <a:moveTo>
                    <a:pt x="347" y="337"/>
                  </a:moveTo>
                  <a:cubicBezTo>
                    <a:pt x="266" y="207"/>
                    <a:pt x="266" y="207"/>
                    <a:pt x="266" y="207"/>
                  </a:cubicBezTo>
                  <a:cubicBezTo>
                    <a:pt x="266" y="207"/>
                    <a:pt x="266" y="207"/>
                    <a:pt x="266" y="207"/>
                  </a:cubicBezTo>
                  <a:cubicBezTo>
                    <a:pt x="265" y="205"/>
                    <a:pt x="265" y="205"/>
                    <a:pt x="265" y="205"/>
                  </a:cubicBezTo>
                  <a:cubicBezTo>
                    <a:pt x="259" y="197"/>
                    <a:pt x="229" y="146"/>
                    <a:pt x="229" y="104"/>
                  </a:cubicBezTo>
                  <a:cubicBezTo>
                    <a:pt x="229" y="9"/>
                    <a:pt x="229" y="9"/>
                    <a:pt x="229" y="9"/>
                  </a:cubicBezTo>
                  <a:cubicBezTo>
                    <a:pt x="229" y="4"/>
                    <a:pt x="225" y="0"/>
                    <a:pt x="220" y="0"/>
                  </a:cubicBezTo>
                  <a:cubicBezTo>
                    <a:pt x="128" y="0"/>
                    <a:pt x="128" y="0"/>
                    <a:pt x="128" y="0"/>
                  </a:cubicBezTo>
                  <a:cubicBezTo>
                    <a:pt x="123" y="0"/>
                    <a:pt x="119" y="4"/>
                    <a:pt x="119" y="9"/>
                  </a:cubicBezTo>
                  <a:cubicBezTo>
                    <a:pt x="119" y="104"/>
                    <a:pt x="119" y="104"/>
                    <a:pt x="119" y="104"/>
                  </a:cubicBezTo>
                  <a:cubicBezTo>
                    <a:pt x="119" y="149"/>
                    <a:pt x="87" y="206"/>
                    <a:pt x="87" y="208"/>
                  </a:cubicBezTo>
                  <a:cubicBezTo>
                    <a:pt x="87" y="208"/>
                    <a:pt x="87" y="208"/>
                    <a:pt x="87" y="208"/>
                  </a:cubicBezTo>
                  <a:cubicBezTo>
                    <a:pt x="14" y="337"/>
                    <a:pt x="14" y="337"/>
                    <a:pt x="14" y="337"/>
                  </a:cubicBezTo>
                  <a:cubicBezTo>
                    <a:pt x="0" y="358"/>
                    <a:pt x="1" y="372"/>
                    <a:pt x="6" y="380"/>
                  </a:cubicBezTo>
                  <a:cubicBezTo>
                    <a:pt x="10" y="388"/>
                    <a:pt x="21" y="398"/>
                    <a:pt x="50" y="398"/>
                  </a:cubicBezTo>
                  <a:cubicBezTo>
                    <a:pt x="312" y="398"/>
                    <a:pt x="312" y="398"/>
                    <a:pt x="312" y="398"/>
                  </a:cubicBezTo>
                  <a:cubicBezTo>
                    <a:pt x="340" y="398"/>
                    <a:pt x="351" y="388"/>
                    <a:pt x="356" y="380"/>
                  </a:cubicBezTo>
                  <a:cubicBezTo>
                    <a:pt x="360" y="372"/>
                    <a:pt x="362" y="358"/>
                    <a:pt x="347" y="337"/>
                  </a:cubicBezTo>
                  <a:close/>
                  <a:moveTo>
                    <a:pt x="138" y="104"/>
                  </a:moveTo>
                  <a:cubicBezTo>
                    <a:pt x="138" y="18"/>
                    <a:pt x="138" y="18"/>
                    <a:pt x="138" y="18"/>
                  </a:cubicBezTo>
                  <a:cubicBezTo>
                    <a:pt x="211" y="18"/>
                    <a:pt x="211" y="18"/>
                    <a:pt x="211" y="18"/>
                  </a:cubicBezTo>
                  <a:cubicBezTo>
                    <a:pt x="211" y="104"/>
                    <a:pt x="211" y="104"/>
                    <a:pt x="211" y="104"/>
                  </a:cubicBezTo>
                  <a:cubicBezTo>
                    <a:pt x="211" y="139"/>
                    <a:pt x="228" y="178"/>
                    <a:pt x="240" y="200"/>
                  </a:cubicBezTo>
                  <a:cubicBezTo>
                    <a:pt x="238" y="200"/>
                    <a:pt x="235" y="200"/>
                    <a:pt x="233" y="200"/>
                  </a:cubicBezTo>
                  <a:cubicBezTo>
                    <a:pt x="208" y="200"/>
                    <a:pt x="195" y="208"/>
                    <a:pt x="183" y="214"/>
                  </a:cubicBezTo>
                  <a:cubicBezTo>
                    <a:pt x="172" y="221"/>
                    <a:pt x="162" y="226"/>
                    <a:pt x="142" y="226"/>
                  </a:cubicBezTo>
                  <a:cubicBezTo>
                    <a:pt x="123" y="226"/>
                    <a:pt x="114" y="222"/>
                    <a:pt x="104" y="216"/>
                  </a:cubicBezTo>
                  <a:cubicBezTo>
                    <a:pt x="109" y="206"/>
                    <a:pt x="138" y="151"/>
                    <a:pt x="138" y="104"/>
                  </a:cubicBezTo>
                  <a:close/>
                  <a:moveTo>
                    <a:pt x="339" y="371"/>
                  </a:moveTo>
                  <a:cubicBezTo>
                    <a:pt x="336" y="377"/>
                    <a:pt x="326" y="380"/>
                    <a:pt x="312" y="380"/>
                  </a:cubicBezTo>
                  <a:cubicBezTo>
                    <a:pt x="50" y="380"/>
                    <a:pt x="50" y="380"/>
                    <a:pt x="50" y="380"/>
                  </a:cubicBezTo>
                  <a:cubicBezTo>
                    <a:pt x="35" y="380"/>
                    <a:pt x="25" y="377"/>
                    <a:pt x="22" y="371"/>
                  </a:cubicBezTo>
                  <a:cubicBezTo>
                    <a:pt x="20" y="366"/>
                    <a:pt x="23" y="358"/>
                    <a:pt x="30" y="348"/>
                  </a:cubicBezTo>
                  <a:cubicBezTo>
                    <a:pt x="30" y="347"/>
                    <a:pt x="30" y="347"/>
                    <a:pt x="30" y="347"/>
                  </a:cubicBezTo>
                  <a:cubicBezTo>
                    <a:pt x="94" y="232"/>
                    <a:pt x="94" y="232"/>
                    <a:pt x="94" y="232"/>
                  </a:cubicBezTo>
                  <a:cubicBezTo>
                    <a:pt x="106" y="238"/>
                    <a:pt x="119" y="245"/>
                    <a:pt x="142" y="245"/>
                  </a:cubicBezTo>
                  <a:cubicBezTo>
                    <a:pt x="167" y="245"/>
                    <a:pt x="181" y="237"/>
                    <a:pt x="192" y="231"/>
                  </a:cubicBezTo>
                  <a:cubicBezTo>
                    <a:pt x="203" y="224"/>
                    <a:pt x="213" y="219"/>
                    <a:pt x="233" y="219"/>
                  </a:cubicBezTo>
                  <a:cubicBezTo>
                    <a:pt x="240" y="219"/>
                    <a:pt x="247" y="220"/>
                    <a:pt x="253" y="221"/>
                  </a:cubicBezTo>
                  <a:cubicBezTo>
                    <a:pt x="331" y="347"/>
                    <a:pt x="331" y="347"/>
                    <a:pt x="331" y="347"/>
                  </a:cubicBezTo>
                  <a:cubicBezTo>
                    <a:pt x="331" y="347"/>
                    <a:pt x="332" y="348"/>
                    <a:pt x="332" y="348"/>
                  </a:cubicBezTo>
                  <a:cubicBezTo>
                    <a:pt x="339" y="358"/>
                    <a:pt x="342" y="366"/>
                    <a:pt x="339" y="37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7" name="Freeform 7"/>
          <p:cNvSpPr>
            <a:spLocks noEditPoints="1"/>
          </p:cNvSpPr>
          <p:nvPr/>
        </p:nvSpPr>
        <p:spPr bwMode="auto">
          <a:xfrm>
            <a:off x="7084485" y="2279651"/>
            <a:ext cx="986367" cy="567267"/>
          </a:xfrm>
          <a:custGeom>
            <a:avLst/>
            <a:gdLst>
              <a:gd name="T0" fmla="*/ 531 w 739"/>
              <a:gd name="T1" fmla="*/ 161 h 424"/>
              <a:gd name="T2" fmla="*/ 563 w 739"/>
              <a:gd name="T3" fmla="*/ 31 h 424"/>
              <a:gd name="T4" fmla="*/ 520 w 739"/>
              <a:gd name="T5" fmla="*/ 65 h 424"/>
              <a:gd name="T6" fmla="*/ 520 w 739"/>
              <a:gd name="T7" fmla="*/ 84 h 424"/>
              <a:gd name="T8" fmla="*/ 582 w 739"/>
              <a:gd name="T9" fmla="*/ 21 h 424"/>
              <a:gd name="T10" fmla="*/ 428 w 739"/>
              <a:gd name="T11" fmla="*/ 13 h 424"/>
              <a:gd name="T12" fmla="*/ 421 w 739"/>
              <a:gd name="T13" fmla="*/ 27 h 424"/>
              <a:gd name="T14" fmla="*/ 254 w 739"/>
              <a:gd name="T15" fmla="*/ 80 h 424"/>
              <a:gd name="T16" fmla="*/ 284 w 739"/>
              <a:gd name="T17" fmla="*/ 18 h 424"/>
              <a:gd name="T18" fmla="*/ 284 w 739"/>
              <a:gd name="T19" fmla="*/ 0 h 424"/>
              <a:gd name="T20" fmla="*/ 157 w 739"/>
              <a:gd name="T21" fmla="*/ 9 h 424"/>
              <a:gd name="T22" fmla="*/ 195 w 739"/>
              <a:gd name="T23" fmla="*/ 18 h 424"/>
              <a:gd name="T24" fmla="*/ 201 w 739"/>
              <a:gd name="T25" fmla="*/ 157 h 424"/>
              <a:gd name="T26" fmla="*/ 0 w 739"/>
              <a:gd name="T27" fmla="*/ 284 h 424"/>
              <a:gd name="T28" fmla="*/ 280 w 739"/>
              <a:gd name="T29" fmla="*/ 295 h 424"/>
              <a:gd name="T30" fmla="*/ 411 w 739"/>
              <a:gd name="T31" fmla="*/ 315 h 424"/>
              <a:gd name="T32" fmla="*/ 367 w 739"/>
              <a:gd name="T33" fmla="*/ 336 h 424"/>
              <a:gd name="T34" fmla="*/ 426 w 739"/>
              <a:gd name="T35" fmla="*/ 327 h 424"/>
              <a:gd name="T36" fmla="*/ 429 w 739"/>
              <a:gd name="T37" fmla="*/ 276 h 424"/>
              <a:gd name="T38" fmla="*/ 470 w 739"/>
              <a:gd name="T39" fmla="*/ 103 h 424"/>
              <a:gd name="T40" fmla="*/ 458 w 739"/>
              <a:gd name="T41" fmla="*/ 284 h 424"/>
              <a:gd name="T42" fmla="*/ 739 w 739"/>
              <a:gd name="T43" fmla="*/ 284 h 424"/>
              <a:gd name="T44" fmla="*/ 451 w 739"/>
              <a:gd name="T45" fmla="*/ 98 h 424"/>
              <a:gd name="T46" fmla="*/ 265 w 739"/>
              <a:gd name="T47" fmla="*/ 98 h 424"/>
              <a:gd name="T48" fmla="*/ 250 w 739"/>
              <a:gd name="T49" fmla="*/ 109 h 424"/>
              <a:gd name="T50" fmla="*/ 280 w 739"/>
              <a:gd name="T51" fmla="*/ 276 h 424"/>
              <a:gd name="T52" fmla="*/ 250 w 739"/>
              <a:gd name="T53" fmla="*/ 109 h 424"/>
              <a:gd name="T54" fmla="*/ 155 w 739"/>
              <a:gd name="T55" fmla="*/ 276 h 424"/>
              <a:gd name="T56" fmla="*/ 262 w 739"/>
              <a:gd name="T57" fmla="*/ 276 h 424"/>
              <a:gd name="T58" fmla="*/ 19 w 739"/>
              <a:gd name="T59" fmla="*/ 284 h 424"/>
              <a:gd name="T60" fmla="*/ 191 w 739"/>
              <a:gd name="T61" fmla="*/ 174 h 424"/>
              <a:gd name="T62" fmla="*/ 131 w 739"/>
              <a:gd name="T63" fmla="*/ 290 h 424"/>
              <a:gd name="T64" fmla="*/ 261 w 739"/>
              <a:gd name="T65" fmla="*/ 295 h 424"/>
              <a:gd name="T66" fmla="*/ 599 w 739"/>
              <a:gd name="T67" fmla="*/ 406 h 424"/>
              <a:gd name="T68" fmla="*/ 525 w 739"/>
              <a:gd name="T69" fmla="*/ 187 h 424"/>
              <a:gd name="T70" fmla="*/ 600 w 739"/>
              <a:gd name="T71" fmla="*/ 295 h 424"/>
              <a:gd name="T72" fmla="*/ 608 w 739"/>
              <a:gd name="T73" fmla="*/ 280 h 424"/>
              <a:gd name="T74" fmla="*/ 599 w 739"/>
              <a:gd name="T75" fmla="*/ 162 h 424"/>
              <a:gd name="T76" fmla="*/ 599 w 739"/>
              <a:gd name="T77" fmla="*/ 406 h 4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739" h="424">
                <a:moveTo>
                  <a:pt x="599" y="144"/>
                </a:moveTo>
                <a:cubicBezTo>
                  <a:pt x="574" y="144"/>
                  <a:pt x="551" y="150"/>
                  <a:pt x="531" y="161"/>
                </a:cubicBezTo>
                <a:cubicBezTo>
                  <a:pt x="446" y="31"/>
                  <a:pt x="446" y="31"/>
                  <a:pt x="446" y="31"/>
                </a:cubicBezTo>
                <a:cubicBezTo>
                  <a:pt x="563" y="31"/>
                  <a:pt x="563" y="31"/>
                  <a:pt x="563" y="31"/>
                </a:cubicBezTo>
                <a:cubicBezTo>
                  <a:pt x="563" y="37"/>
                  <a:pt x="561" y="46"/>
                  <a:pt x="555" y="53"/>
                </a:cubicBezTo>
                <a:cubicBezTo>
                  <a:pt x="548" y="61"/>
                  <a:pt x="536" y="65"/>
                  <a:pt x="520" y="65"/>
                </a:cubicBezTo>
                <a:cubicBezTo>
                  <a:pt x="515" y="65"/>
                  <a:pt x="511" y="69"/>
                  <a:pt x="511" y="74"/>
                </a:cubicBezTo>
                <a:cubicBezTo>
                  <a:pt x="511" y="80"/>
                  <a:pt x="515" y="84"/>
                  <a:pt x="520" y="84"/>
                </a:cubicBezTo>
                <a:cubicBezTo>
                  <a:pt x="542" y="84"/>
                  <a:pt x="558" y="77"/>
                  <a:pt x="569" y="65"/>
                </a:cubicBezTo>
                <a:cubicBezTo>
                  <a:pt x="585" y="47"/>
                  <a:pt x="582" y="22"/>
                  <a:pt x="582" y="21"/>
                </a:cubicBezTo>
                <a:cubicBezTo>
                  <a:pt x="581" y="16"/>
                  <a:pt x="577" y="13"/>
                  <a:pt x="573" y="13"/>
                </a:cubicBezTo>
                <a:cubicBezTo>
                  <a:pt x="428" y="13"/>
                  <a:pt x="428" y="13"/>
                  <a:pt x="428" y="13"/>
                </a:cubicBezTo>
                <a:cubicBezTo>
                  <a:pt x="425" y="13"/>
                  <a:pt x="422" y="15"/>
                  <a:pt x="420" y="18"/>
                </a:cubicBezTo>
                <a:cubicBezTo>
                  <a:pt x="419" y="21"/>
                  <a:pt x="419" y="24"/>
                  <a:pt x="421" y="27"/>
                </a:cubicBezTo>
                <a:cubicBezTo>
                  <a:pt x="455" y="80"/>
                  <a:pt x="455" y="80"/>
                  <a:pt x="455" y="80"/>
                </a:cubicBezTo>
                <a:cubicBezTo>
                  <a:pt x="254" y="80"/>
                  <a:pt x="254" y="80"/>
                  <a:pt x="254" y="80"/>
                </a:cubicBezTo>
                <a:cubicBezTo>
                  <a:pt x="217" y="18"/>
                  <a:pt x="217" y="18"/>
                  <a:pt x="217" y="18"/>
                </a:cubicBezTo>
                <a:cubicBezTo>
                  <a:pt x="284" y="18"/>
                  <a:pt x="284" y="18"/>
                  <a:pt x="284" y="18"/>
                </a:cubicBezTo>
                <a:cubicBezTo>
                  <a:pt x="290" y="18"/>
                  <a:pt x="294" y="14"/>
                  <a:pt x="294" y="9"/>
                </a:cubicBezTo>
                <a:cubicBezTo>
                  <a:pt x="294" y="4"/>
                  <a:pt x="290" y="0"/>
                  <a:pt x="284" y="0"/>
                </a:cubicBezTo>
                <a:cubicBezTo>
                  <a:pt x="166" y="0"/>
                  <a:pt x="166" y="0"/>
                  <a:pt x="166" y="0"/>
                </a:cubicBezTo>
                <a:cubicBezTo>
                  <a:pt x="161" y="0"/>
                  <a:pt x="157" y="4"/>
                  <a:pt x="157" y="9"/>
                </a:cubicBezTo>
                <a:cubicBezTo>
                  <a:pt x="157" y="14"/>
                  <a:pt x="161" y="18"/>
                  <a:pt x="166" y="18"/>
                </a:cubicBezTo>
                <a:cubicBezTo>
                  <a:pt x="195" y="18"/>
                  <a:pt x="195" y="18"/>
                  <a:pt x="195" y="18"/>
                </a:cubicBezTo>
                <a:cubicBezTo>
                  <a:pt x="239" y="91"/>
                  <a:pt x="239" y="91"/>
                  <a:pt x="239" y="91"/>
                </a:cubicBezTo>
                <a:cubicBezTo>
                  <a:pt x="201" y="157"/>
                  <a:pt x="201" y="157"/>
                  <a:pt x="201" y="157"/>
                </a:cubicBezTo>
                <a:cubicBezTo>
                  <a:pt x="182" y="149"/>
                  <a:pt x="162" y="144"/>
                  <a:pt x="140" y="144"/>
                </a:cubicBezTo>
                <a:cubicBezTo>
                  <a:pt x="63" y="144"/>
                  <a:pt x="0" y="207"/>
                  <a:pt x="0" y="284"/>
                </a:cubicBezTo>
                <a:cubicBezTo>
                  <a:pt x="0" y="361"/>
                  <a:pt x="63" y="424"/>
                  <a:pt x="140" y="424"/>
                </a:cubicBezTo>
                <a:cubicBezTo>
                  <a:pt x="214" y="424"/>
                  <a:pt x="275" y="367"/>
                  <a:pt x="280" y="295"/>
                </a:cubicBezTo>
                <a:cubicBezTo>
                  <a:pt x="420" y="295"/>
                  <a:pt x="420" y="295"/>
                  <a:pt x="420" y="295"/>
                </a:cubicBezTo>
                <a:cubicBezTo>
                  <a:pt x="419" y="300"/>
                  <a:pt x="417" y="308"/>
                  <a:pt x="411" y="315"/>
                </a:cubicBezTo>
                <a:cubicBezTo>
                  <a:pt x="404" y="323"/>
                  <a:pt x="392" y="327"/>
                  <a:pt x="376" y="327"/>
                </a:cubicBezTo>
                <a:cubicBezTo>
                  <a:pt x="371" y="327"/>
                  <a:pt x="367" y="331"/>
                  <a:pt x="367" y="336"/>
                </a:cubicBezTo>
                <a:cubicBezTo>
                  <a:pt x="367" y="342"/>
                  <a:pt x="371" y="346"/>
                  <a:pt x="376" y="346"/>
                </a:cubicBezTo>
                <a:cubicBezTo>
                  <a:pt x="398" y="346"/>
                  <a:pt x="415" y="339"/>
                  <a:pt x="426" y="327"/>
                </a:cubicBezTo>
                <a:cubicBezTo>
                  <a:pt x="441" y="309"/>
                  <a:pt x="438" y="285"/>
                  <a:pt x="438" y="284"/>
                </a:cubicBezTo>
                <a:cubicBezTo>
                  <a:pt x="438" y="279"/>
                  <a:pt x="434" y="276"/>
                  <a:pt x="429" y="276"/>
                </a:cubicBezTo>
                <a:cubicBezTo>
                  <a:pt x="382" y="276"/>
                  <a:pt x="382" y="276"/>
                  <a:pt x="382" y="276"/>
                </a:cubicBezTo>
                <a:cubicBezTo>
                  <a:pt x="470" y="103"/>
                  <a:pt x="470" y="103"/>
                  <a:pt x="470" y="103"/>
                </a:cubicBezTo>
                <a:cubicBezTo>
                  <a:pt x="515" y="172"/>
                  <a:pt x="515" y="172"/>
                  <a:pt x="515" y="172"/>
                </a:cubicBezTo>
                <a:cubicBezTo>
                  <a:pt x="481" y="197"/>
                  <a:pt x="458" y="238"/>
                  <a:pt x="458" y="284"/>
                </a:cubicBezTo>
                <a:cubicBezTo>
                  <a:pt x="458" y="361"/>
                  <a:pt x="521" y="424"/>
                  <a:pt x="599" y="424"/>
                </a:cubicBezTo>
                <a:cubicBezTo>
                  <a:pt x="676" y="424"/>
                  <a:pt x="739" y="361"/>
                  <a:pt x="739" y="284"/>
                </a:cubicBezTo>
                <a:cubicBezTo>
                  <a:pt x="739" y="207"/>
                  <a:pt x="676" y="144"/>
                  <a:pt x="599" y="144"/>
                </a:cubicBezTo>
                <a:close/>
                <a:moveTo>
                  <a:pt x="451" y="98"/>
                </a:moveTo>
                <a:cubicBezTo>
                  <a:pt x="366" y="266"/>
                  <a:pt x="366" y="266"/>
                  <a:pt x="366" y="266"/>
                </a:cubicBezTo>
                <a:cubicBezTo>
                  <a:pt x="265" y="98"/>
                  <a:pt x="265" y="98"/>
                  <a:pt x="265" y="98"/>
                </a:cubicBezTo>
                <a:lnTo>
                  <a:pt x="451" y="98"/>
                </a:lnTo>
                <a:close/>
                <a:moveTo>
                  <a:pt x="250" y="109"/>
                </a:moveTo>
                <a:cubicBezTo>
                  <a:pt x="350" y="276"/>
                  <a:pt x="350" y="276"/>
                  <a:pt x="350" y="276"/>
                </a:cubicBezTo>
                <a:cubicBezTo>
                  <a:pt x="280" y="276"/>
                  <a:pt x="280" y="276"/>
                  <a:pt x="280" y="276"/>
                </a:cubicBezTo>
                <a:cubicBezTo>
                  <a:pt x="278" y="230"/>
                  <a:pt x="253" y="190"/>
                  <a:pt x="217" y="167"/>
                </a:cubicBezTo>
                <a:lnTo>
                  <a:pt x="250" y="109"/>
                </a:lnTo>
                <a:close/>
                <a:moveTo>
                  <a:pt x="262" y="276"/>
                </a:moveTo>
                <a:cubicBezTo>
                  <a:pt x="155" y="276"/>
                  <a:pt x="155" y="276"/>
                  <a:pt x="155" y="276"/>
                </a:cubicBezTo>
                <a:cubicBezTo>
                  <a:pt x="208" y="183"/>
                  <a:pt x="208" y="183"/>
                  <a:pt x="208" y="183"/>
                </a:cubicBezTo>
                <a:cubicBezTo>
                  <a:pt x="238" y="203"/>
                  <a:pt x="259" y="237"/>
                  <a:pt x="262" y="276"/>
                </a:cubicBezTo>
                <a:close/>
                <a:moveTo>
                  <a:pt x="140" y="406"/>
                </a:moveTo>
                <a:cubicBezTo>
                  <a:pt x="73" y="406"/>
                  <a:pt x="19" y="351"/>
                  <a:pt x="19" y="284"/>
                </a:cubicBezTo>
                <a:cubicBezTo>
                  <a:pt x="19" y="217"/>
                  <a:pt x="73" y="162"/>
                  <a:pt x="140" y="162"/>
                </a:cubicBezTo>
                <a:cubicBezTo>
                  <a:pt x="159" y="162"/>
                  <a:pt x="176" y="166"/>
                  <a:pt x="191" y="174"/>
                </a:cubicBezTo>
                <a:cubicBezTo>
                  <a:pt x="131" y="281"/>
                  <a:pt x="131" y="281"/>
                  <a:pt x="131" y="281"/>
                </a:cubicBezTo>
                <a:cubicBezTo>
                  <a:pt x="129" y="284"/>
                  <a:pt x="129" y="287"/>
                  <a:pt x="131" y="290"/>
                </a:cubicBezTo>
                <a:cubicBezTo>
                  <a:pt x="133" y="293"/>
                  <a:pt x="136" y="295"/>
                  <a:pt x="139" y="295"/>
                </a:cubicBezTo>
                <a:cubicBezTo>
                  <a:pt x="261" y="295"/>
                  <a:pt x="261" y="295"/>
                  <a:pt x="261" y="295"/>
                </a:cubicBezTo>
                <a:cubicBezTo>
                  <a:pt x="256" y="357"/>
                  <a:pt x="204" y="406"/>
                  <a:pt x="140" y="406"/>
                </a:cubicBezTo>
                <a:close/>
                <a:moveTo>
                  <a:pt x="599" y="406"/>
                </a:moveTo>
                <a:cubicBezTo>
                  <a:pt x="532" y="406"/>
                  <a:pt x="477" y="351"/>
                  <a:pt x="477" y="284"/>
                </a:cubicBezTo>
                <a:cubicBezTo>
                  <a:pt x="477" y="245"/>
                  <a:pt x="496" y="210"/>
                  <a:pt x="525" y="187"/>
                </a:cubicBezTo>
                <a:cubicBezTo>
                  <a:pt x="592" y="290"/>
                  <a:pt x="592" y="290"/>
                  <a:pt x="592" y="290"/>
                </a:cubicBezTo>
                <a:cubicBezTo>
                  <a:pt x="594" y="293"/>
                  <a:pt x="597" y="295"/>
                  <a:pt x="600" y="295"/>
                </a:cubicBezTo>
                <a:cubicBezTo>
                  <a:pt x="602" y="295"/>
                  <a:pt x="604" y="294"/>
                  <a:pt x="605" y="293"/>
                </a:cubicBezTo>
                <a:cubicBezTo>
                  <a:pt x="610" y="290"/>
                  <a:pt x="611" y="285"/>
                  <a:pt x="608" y="280"/>
                </a:cubicBezTo>
                <a:cubicBezTo>
                  <a:pt x="541" y="177"/>
                  <a:pt x="541" y="177"/>
                  <a:pt x="541" y="177"/>
                </a:cubicBezTo>
                <a:cubicBezTo>
                  <a:pt x="558" y="168"/>
                  <a:pt x="578" y="162"/>
                  <a:pt x="599" y="162"/>
                </a:cubicBezTo>
                <a:cubicBezTo>
                  <a:pt x="666" y="162"/>
                  <a:pt x="720" y="217"/>
                  <a:pt x="720" y="284"/>
                </a:cubicBezTo>
                <a:cubicBezTo>
                  <a:pt x="720" y="351"/>
                  <a:pt x="666" y="406"/>
                  <a:pt x="599" y="40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" name="Freeform 8"/>
          <p:cNvSpPr>
            <a:spLocks noEditPoints="1"/>
          </p:cNvSpPr>
          <p:nvPr/>
        </p:nvSpPr>
        <p:spPr bwMode="auto">
          <a:xfrm>
            <a:off x="8377767" y="2279651"/>
            <a:ext cx="406400" cy="567267"/>
          </a:xfrm>
          <a:custGeom>
            <a:avLst/>
            <a:gdLst>
              <a:gd name="T0" fmla="*/ 305 w 305"/>
              <a:gd name="T1" fmla="*/ 103 h 424"/>
              <a:gd name="T2" fmla="*/ 278 w 305"/>
              <a:gd name="T3" fmla="*/ 4 h 424"/>
              <a:gd name="T4" fmla="*/ 270 w 305"/>
              <a:gd name="T5" fmla="*/ 0 h 424"/>
              <a:gd name="T6" fmla="*/ 35 w 305"/>
              <a:gd name="T7" fmla="*/ 0 h 424"/>
              <a:gd name="T8" fmla="*/ 27 w 305"/>
              <a:gd name="T9" fmla="*/ 4 h 424"/>
              <a:gd name="T10" fmla="*/ 0 w 305"/>
              <a:gd name="T11" fmla="*/ 103 h 424"/>
              <a:gd name="T12" fmla="*/ 143 w 305"/>
              <a:gd name="T13" fmla="*/ 274 h 424"/>
              <a:gd name="T14" fmla="*/ 143 w 305"/>
              <a:gd name="T15" fmla="*/ 379 h 424"/>
              <a:gd name="T16" fmla="*/ 94 w 305"/>
              <a:gd name="T17" fmla="*/ 379 h 424"/>
              <a:gd name="T18" fmla="*/ 65 w 305"/>
              <a:gd name="T19" fmla="*/ 408 h 424"/>
              <a:gd name="T20" fmla="*/ 65 w 305"/>
              <a:gd name="T21" fmla="*/ 415 h 424"/>
              <a:gd name="T22" fmla="*/ 74 w 305"/>
              <a:gd name="T23" fmla="*/ 424 h 424"/>
              <a:gd name="T24" fmla="*/ 231 w 305"/>
              <a:gd name="T25" fmla="*/ 424 h 424"/>
              <a:gd name="T26" fmla="*/ 241 w 305"/>
              <a:gd name="T27" fmla="*/ 415 h 424"/>
              <a:gd name="T28" fmla="*/ 241 w 305"/>
              <a:gd name="T29" fmla="*/ 409 h 424"/>
              <a:gd name="T30" fmla="*/ 212 w 305"/>
              <a:gd name="T31" fmla="*/ 379 h 424"/>
              <a:gd name="T32" fmla="*/ 162 w 305"/>
              <a:gd name="T33" fmla="*/ 379 h 424"/>
              <a:gd name="T34" fmla="*/ 162 w 305"/>
              <a:gd name="T35" fmla="*/ 274 h 424"/>
              <a:gd name="T36" fmla="*/ 305 w 305"/>
              <a:gd name="T37" fmla="*/ 103 h 424"/>
              <a:gd name="T38" fmla="*/ 222 w 305"/>
              <a:gd name="T39" fmla="*/ 406 h 424"/>
              <a:gd name="T40" fmla="*/ 83 w 305"/>
              <a:gd name="T41" fmla="*/ 406 h 424"/>
              <a:gd name="T42" fmla="*/ 94 w 305"/>
              <a:gd name="T43" fmla="*/ 397 h 424"/>
              <a:gd name="T44" fmla="*/ 212 w 305"/>
              <a:gd name="T45" fmla="*/ 397 h 424"/>
              <a:gd name="T46" fmla="*/ 222 w 305"/>
              <a:gd name="T47" fmla="*/ 406 h 424"/>
              <a:gd name="T48" fmla="*/ 40 w 305"/>
              <a:gd name="T49" fmla="*/ 18 h 424"/>
              <a:gd name="T50" fmla="*/ 265 w 305"/>
              <a:gd name="T51" fmla="*/ 18 h 424"/>
              <a:gd name="T52" fmla="*/ 286 w 305"/>
              <a:gd name="T53" fmla="*/ 96 h 424"/>
              <a:gd name="T54" fmla="*/ 252 w 305"/>
              <a:gd name="T55" fmla="*/ 93 h 424"/>
              <a:gd name="T56" fmla="*/ 168 w 305"/>
              <a:gd name="T57" fmla="*/ 117 h 424"/>
              <a:gd name="T58" fmla="*/ 94 w 305"/>
              <a:gd name="T59" fmla="*/ 139 h 424"/>
              <a:gd name="T60" fmla="*/ 20 w 305"/>
              <a:gd name="T61" fmla="*/ 117 h 424"/>
              <a:gd name="T62" fmla="*/ 19 w 305"/>
              <a:gd name="T63" fmla="*/ 103 h 424"/>
              <a:gd name="T64" fmla="*/ 40 w 305"/>
              <a:gd name="T65" fmla="*/ 18 h 424"/>
              <a:gd name="T66" fmla="*/ 25 w 305"/>
              <a:gd name="T67" fmla="*/ 141 h 424"/>
              <a:gd name="T68" fmla="*/ 94 w 305"/>
              <a:gd name="T69" fmla="*/ 157 h 424"/>
              <a:gd name="T70" fmla="*/ 178 w 305"/>
              <a:gd name="T71" fmla="*/ 133 h 424"/>
              <a:gd name="T72" fmla="*/ 252 w 305"/>
              <a:gd name="T73" fmla="*/ 112 h 424"/>
              <a:gd name="T74" fmla="*/ 285 w 305"/>
              <a:gd name="T75" fmla="*/ 115 h 424"/>
              <a:gd name="T76" fmla="*/ 153 w 305"/>
              <a:gd name="T77" fmla="*/ 256 h 424"/>
              <a:gd name="T78" fmla="*/ 25 w 305"/>
              <a:gd name="T79" fmla="*/ 141 h 4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305" h="424">
                <a:moveTo>
                  <a:pt x="305" y="103"/>
                </a:moveTo>
                <a:cubicBezTo>
                  <a:pt x="305" y="73"/>
                  <a:pt x="296" y="29"/>
                  <a:pt x="278" y="4"/>
                </a:cubicBezTo>
                <a:cubicBezTo>
                  <a:pt x="276" y="1"/>
                  <a:pt x="273" y="0"/>
                  <a:pt x="270" y="0"/>
                </a:cubicBezTo>
                <a:cubicBezTo>
                  <a:pt x="35" y="0"/>
                  <a:pt x="35" y="0"/>
                  <a:pt x="35" y="0"/>
                </a:cubicBezTo>
                <a:cubicBezTo>
                  <a:pt x="32" y="0"/>
                  <a:pt x="29" y="1"/>
                  <a:pt x="27" y="4"/>
                </a:cubicBezTo>
                <a:cubicBezTo>
                  <a:pt x="10" y="29"/>
                  <a:pt x="0" y="73"/>
                  <a:pt x="0" y="103"/>
                </a:cubicBezTo>
                <a:cubicBezTo>
                  <a:pt x="0" y="181"/>
                  <a:pt x="61" y="268"/>
                  <a:pt x="143" y="274"/>
                </a:cubicBezTo>
                <a:cubicBezTo>
                  <a:pt x="143" y="379"/>
                  <a:pt x="143" y="379"/>
                  <a:pt x="143" y="379"/>
                </a:cubicBezTo>
                <a:cubicBezTo>
                  <a:pt x="94" y="379"/>
                  <a:pt x="94" y="379"/>
                  <a:pt x="94" y="379"/>
                </a:cubicBezTo>
                <a:cubicBezTo>
                  <a:pt x="77" y="379"/>
                  <a:pt x="65" y="391"/>
                  <a:pt x="65" y="408"/>
                </a:cubicBezTo>
                <a:cubicBezTo>
                  <a:pt x="65" y="415"/>
                  <a:pt x="65" y="415"/>
                  <a:pt x="65" y="415"/>
                </a:cubicBezTo>
                <a:cubicBezTo>
                  <a:pt x="65" y="420"/>
                  <a:pt x="69" y="424"/>
                  <a:pt x="74" y="424"/>
                </a:cubicBezTo>
                <a:cubicBezTo>
                  <a:pt x="231" y="424"/>
                  <a:pt x="231" y="424"/>
                  <a:pt x="231" y="424"/>
                </a:cubicBezTo>
                <a:cubicBezTo>
                  <a:pt x="236" y="424"/>
                  <a:pt x="241" y="420"/>
                  <a:pt x="241" y="415"/>
                </a:cubicBezTo>
                <a:cubicBezTo>
                  <a:pt x="241" y="409"/>
                  <a:pt x="241" y="409"/>
                  <a:pt x="241" y="409"/>
                </a:cubicBezTo>
                <a:cubicBezTo>
                  <a:pt x="241" y="392"/>
                  <a:pt x="228" y="379"/>
                  <a:pt x="212" y="379"/>
                </a:cubicBezTo>
                <a:cubicBezTo>
                  <a:pt x="162" y="379"/>
                  <a:pt x="162" y="379"/>
                  <a:pt x="162" y="379"/>
                </a:cubicBezTo>
                <a:cubicBezTo>
                  <a:pt x="162" y="274"/>
                  <a:pt x="162" y="274"/>
                  <a:pt x="162" y="274"/>
                </a:cubicBezTo>
                <a:cubicBezTo>
                  <a:pt x="244" y="268"/>
                  <a:pt x="305" y="181"/>
                  <a:pt x="305" y="103"/>
                </a:cubicBezTo>
                <a:close/>
                <a:moveTo>
                  <a:pt x="222" y="406"/>
                </a:moveTo>
                <a:cubicBezTo>
                  <a:pt x="83" y="406"/>
                  <a:pt x="83" y="406"/>
                  <a:pt x="83" y="406"/>
                </a:cubicBezTo>
                <a:cubicBezTo>
                  <a:pt x="84" y="401"/>
                  <a:pt x="88" y="397"/>
                  <a:pt x="94" y="397"/>
                </a:cubicBezTo>
                <a:cubicBezTo>
                  <a:pt x="212" y="397"/>
                  <a:pt x="212" y="397"/>
                  <a:pt x="212" y="397"/>
                </a:cubicBezTo>
                <a:cubicBezTo>
                  <a:pt x="217" y="397"/>
                  <a:pt x="220" y="401"/>
                  <a:pt x="222" y="406"/>
                </a:cubicBezTo>
                <a:close/>
                <a:moveTo>
                  <a:pt x="40" y="18"/>
                </a:moveTo>
                <a:cubicBezTo>
                  <a:pt x="265" y="18"/>
                  <a:pt x="265" y="18"/>
                  <a:pt x="265" y="18"/>
                </a:cubicBezTo>
                <a:cubicBezTo>
                  <a:pt x="278" y="39"/>
                  <a:pt x="285" y="71"/>
                  <a:pt x="286" y="96"/>
                </a:cubicBezTo>
                <a:cubicBezTo>
                  <a:pt x="276" y="94"/>
                  <a:pt x="265" y="93"/>
                  <a:pt x="252" y="93"/>
                </a:cubicBezTo>
                <a:cubicBezTo>
                  <a:pt x="210" y="93"/>
                  <a:pt x="189" y="105"/>
                  <a:pt x="168" y="117"/>
                </a:cubicBezTo>
                <a:cubicBezTo>
                  <a:pt x="149" y="128"/>
                  <a:pt x="131" y="139"/>
                  <a:pt x="94" y="139"/>
                </a:cubicBezTo>
                <a:cubicBezTo>
                  <a:pt x="57" y="139"/>
                  <a:pt x="39" y="128"/>
                  <a:pt x="20" y="117"/>
                </a:cubicBezTo>
                <a:cubicBezTo>
                  <a:pt x="19" y="112"/>
                  <a:pt x="19" y="108"/>
                  <a:pt x="19" y="103"/>
                </a:cubicBezTo>
                <a:cubicBezTo>
                  <a:pt x="19" y="78"/>
                  <a:pt x="26" y="41"/>
                  <a:pt x="40" y="18"/>
                </a:cubicBezTo>
                <a:close/>
                <a:moveTo>
                  <a:pt x="25" y="141"/>
                </a:moveTo>
                <a:cubicBezTo>
                  <a:pt x="41" y="150"/>
                  <a:pt x="61" y="157"/>
                  <a:pt x="94" y="157"/>
                </a:cubicBezTo>
                <a:cubicBezTo>
                  <a:pt x="136" y="157"/>
                  <a:pt x="157" y="145"/>
                  <a:pt x="178" y="133"/>
                </a:cubicBezTo>
                <a:cubicBezTo>
                  <a:pt x="197" y="122"/>
                  <a:pt x="215" y="112"/>
                  <a:pt x="252" y="112"/>
                </a:cubicBezTo>
                <a:cubicBezTo>
                  <a:pt x="265" y="112"/>
                  <a:pt x="276" y="113"/>
                  <a:pt x="285" y="115"/>
                </a:cubicBezTo>
                <a:cubicBezTo>
                  <a:pt x="279" y="183"/>
                  <a:pt x="223" y="256"/>
                  <a:pt x="153" y="256"/>
                </a:cubicBezTo>
                <a:cubicBezTo>
                  <a:pt x="91" y="256"/>
                  <a:pt x="41" y="200"/>
                  <a:pt x="25" y="14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58" name="Group 157"/>
          <p:cNvGrpSpPr/>
          <p:nvPr/>
        </p:nvGrpSpPr>
        <p:grpSpPr>
          <a:xfrm>
            <a:off x="9550400" y="4097867"/>
            <a:ext cx="567267" cy="567267"/>
            <a:chOff x="7162800" y="3073400"/>
            <a:chExt cx="425450" cy="425450"/>
          </a:xfrm>
          <a:solidFill>
            <a:schemeClr val="tx2"/>
          </a:solidFill>
        </p:grpSpPr>
        <p:sp>
          <p:nvSpPr>
            <p:cNvPr id="9" name="Freeform 9"/>
            <p:cNvSpPr>
              <a:spLocks/>
            </p:cNvSpPr>
            <p:nvPr/>
          </p:nvSpPr>
          <p:spPr bwMode="auto">
            <a:xfrm>
              <a:off x="7240588" y="3152775"/>
              <a:ext cx="279400" cy="266700"/>
            </a:xfrm>
            <a:custGeom>
              <a:avLst/>
              <a:gdLst>
                <a:gd name="T0" fmla="*/ 150 w 280"/>
                <a:gd name="T1" fmla="*/ 9 h 267"/>
                <a:gd name="T2" fmla="*/ 140 w 280"/>
                <a:gd name="T3" fmla="*/ 0 h 267"/>
                <a:gd name="T4" fmla="*/ 131 w 280"/>
                <a:gd name="T5" fmla="*/ 9 h 267"/>
                <a:gd name="T6" fmla="*/ 131 w 280"/>
                <a:gd name="T7" fmla="*/ 118 h 267"/>
                <a:gd name="T8" fmla="*/ 9 w 280"/>
                <a:gd name="T9" fmla="*/ 118 h 267"/>
                <a:gd name="T10" fmla="*/ 0 w 280"/>
                <a:gd name="T11" fmla="*/ 127 h 267"/>
                <a:gd name="T12" fmla="*/ 9 w 280"/>
                <a:gd name="T13" fmla="*/ 136 h 267"/>
                <a:gd name="T14" fmla="*/ 131 w 280"/>
                <a:gd name="T15" fmla="*/ 136 h 267"/>
                <a:gd name="T16" fmla="*/ 131 w 280"/>
                <a:gd name="T17" fmla="*/ 258 h 267"/>
                <a:gd name="T18" fmla="*/ 140 w 280"/>
                <a:gd name="T19" fmla="*/ 267 h 267"/>
                <a:gd name="T20" fmla="*/ 150 w 280"/>
                <a:gd name="T21" fmla="*/ 258 h 267"/>
                <a:gd name="T22" fmla="*/ 150 w 280"/>
                <a:gd name="T23" fmla="*/ 136 h 267"/>
                <a:gd name="T24" fmla="*/ 271 w 280"/>
                <a:gd name="T25" fmla="*/ 136 h 267"/>
                <a:gd name="T26" fmla="*/ 280 w 280"/>
                <a:gd name="T27" fmla="*/ 127 h 267"/>
                <a:gd name="T28" fmla="*/ 271 w 280"/>
                <a:gd name="T29" fmla="*/ 118 h 267"/>
                <a:gd name="T30" fmla="*/ 150 w 280"/>
                <a:gd name="T31" fmla="*/ 118 h 267"/>
                <a:gd name="T32" fmla="*/ 150 w 280"/>
                <a:gd name="T33" fmla="*/ 9 h 2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80" h="267">
                  <a:moveTo>
                    <a:pt x="150" y="9"/>
                  </a:moveTo>
                  <a:cubicBezTo>
                    <a:pt x="150" y="4"/>
                    <a:pt x="145" y="0"/>
                    <a:pt x="140" y="0"/>
                  </a:cubicBezTo>
                  <a:cubicBezTo>
                    <a:pt x="135" y="0"/>
                    <a:pt x="131" y="4"/>
                    <a:pt x="131" y="9"/>
                  </a:cubicBezTo>
                  <a:cubicBezTo>
                    <a:pt x="131" y="118"/>
                    <a:pt x="131" y="118"/>
                    <a:pt x="131" y="118"/>
                  </a:cubicBezTo>
                  <a:cubicBezTo>
                    <a:pt x="9" y="118"/>
                    <a:pt x="9" y="118"/>
                    <a:pt x="9" y="118"/>
                  </a:cubicBezTo>
                  <a:cubicBezTo>
                    <a:pt x="4" y="118"/>
                    <a:pt x="0" y="122"/>
                    <a:pt x="0" y="127"/>
                  </a:cubicBezTo>
                  <a:cubicBezTo>
                    <a:pt x="0" y="132"/>
                    <a:pt x="4" y="136"/>
                    <a:pt x="9" y="136"/>
                  </a:cubicBezTo>
                  <a:cubicBezTo>
                    <a:pt x="131" y="136"/>
                    <a:pt x="131" y="136"/>
                    <a:pt x="131" y="136"/>
                  </a:cubicBezTo>
                  <a:cubicBezTo>
                    <a:pt x="131" y="258"/>
                    <a:pt x="131" y="258"/>
                    <a:pt x="131" y="258"/>
                  </a:cubicBezTo>
                  <a:cubicBezTo>
                    <a:pt x="131" y="263"/>
                    <a:pt x="135" y="267"/>
                    <a:pt x="140" y="267"/>
                  </a:cubicBezTo>
                  <a:cubicBezTo>
                    <a:pt x="145" y="267"/>
                    <a:pt x="150" y="263"/>
                    <a:pt x="150" y="258"/>
                  </a:cubicBezTo>
                  <a:cubicBezTo>
                    <a:pt x="150" y="136"/>
                    <a:pt x="150" y="136"/>
                    <a:pt x="150" y="136"/>
                  </a:cubicBezTo>
                  <a:cubicBezTo>
                    <a:pt x="271" y="136"/>
                    <a:pt x="271" y="136"/>
                    <a:pt x="271" y="136"/>
                  </a:cubicBezTo>
                  <a:cubicBezTo>
                    <a:pt x="276" y="136"/>
                    <a:pt x="280" y="132"/>
                    <a:pt x="280" y="127"/>
                  </a:cubicBezTo>
                  <a:cubicBezTo>
                    <a:pt x="280" y="122"/>
                    <a:pt x="276" y="118"/>
                    <a:pt x="271" y="118"/>
                  </a:cubicBezTo>
                  <a:cubicBezTo>
                    <a:pt x="150" y="118"/>
                    <a:pt x="150" y="118"/>
                    <a:pt x="150" y="118"/>
                  </a:cubicBezTo>
                  <a:lnTo>
                    <a:pt x="150" y="9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" name="Freeform 10"/>
            <p:cNvSpPr>
              <a:spLocks noEditPoints="1"/>
            </p:cNvSpPr>
            <p:nvPr/>
          </p:nvSpPr>
          <p:spPr bwMode="auto">
            <a:xfrm>
              <a:off x="7162800" y="3073400"/>
              <a:ext cx="425450" cy="425450"/>
            </a:xfrm>
            <a:custGeom>
              <a:avLst/>
              <a:gdLst>
                <a:gd name="T0" fmla="*/ 416 w 425"/>
                <a:gd name="T1" fmla="*/ 197 h 425"/>
                <a:gd name="T2" fmla="*/ 384 w 425"/>
                <a:gd name="T3" fmla="*/ 197 h 425"/>
                <a:gd name="T4" fmla="*/ 228 w 425"/>
                <a:gd name="T5" fmla="*/ 40 h 425"/>
                <a:gd name="T6" fmla="*/ 228 w 425"/>
                <a:gd name="T7" fmla="*/ 10 h 425"/>
                <a:gd name="T8" fmla="*/ 218 w 425"/>
                <a:gd name="T9" fmla="*/ 0 h 425"/>
                <a:gd name="T10" fmla="*/ 209 w 425"/>
                <a:gd name="T11" fmla="*/ 10 h 425"/>
                <a:gd name="T12" fmla="*/ 209 w 425"/>
                <a:gd name="T13" fmla="*/ 40 h 425"/>
                <a:gd name="T14" fmla="*/ 39 w 425"/>
                <a:gd name="T15" fmla="*/ 197 h 425"/>
                <a:gd name="T16" fmla="*/ 9 w 425"/>
                <a:gd name="T17" fmla="*/ 197 h 425"/>
                <a:gd name="T18" fmla="*/ 0 w 425"/>
                <a:gd name="T19" fmla="*/ 206 h 425"/>
                <a:gd name="T20" fmla="*/ 9 w 425"/>
                <a:gd name="T21" fmla="*/ 215 h 425"/>
                <a:gd name="T22" fmla="*/ 39 w 425"/>
                <a:gd name="T23" fmla="*/ 215 h 425"/>
                <a:gd name="T24" fmla="*/ 209 w 425"/>
                <a:gd name="T25" fmla="*/ 386 h 425"/>
                <a:gd name="T26" fmla="*/ 209 w 425"/>
                <a:gd name="T27" fmla="*/ 416 h 425"/>
                <a:gd name="T28" fmla="*/ 218 w 425"/>
                <a:gd name="T29" fmla="*/ 425 h 425"/>
                <a:gd name="T30" fmla="*/ 228 w 425"/>
                <a:gd name="T31" fmla="*/ 416 h 425"/>
                <a:gd name="T32" fmla="*/ 228 w 425"/>
                <a:gd name="T33" fmla="*/ 385 h 425"/>
                <a:gd name="T34" fmla="*/ 385 w 425"/>
                <a:gd name="T35" fmla="*/ 215 h 425"/>
                <a:gd name="T36" fmla="*/ 416 w 425"/>
                <a:gd name="T37" fmla="*/ 215 h 425"/>
                <a:gd name="T38" fmla="*/ 425 w 425"/>
                <a:gd name="T39" fmla="*/ 206 h 425"/>
                <a:gd name="T40" fmla="*/ 416 w 425"/>
                <a:gd name="T41" fmla="*/ 197 h 425"/>
                <a:gd name="T42" fmla="*/ 212 w 425"/>
                <a:gd name="T43" fmla="*/ 367 h 425"/>
                <a:gd name="T44" fmla="*/ 57 w 425"/>
                <a:gd name="T45" fmla="*/ 213 h 425"/>
                <a:gd name="T46" fmla="*/ 212 w 425"/>
                <a:gd name="T47" fmla="*/ 58 h 425"/>
                <a:gd name="T48" fmla="*/ 366 w 425"/>
                <a:gd name="T49" fmla="*/ 213 h 425"/>
                <a:gd name="T50" fmla="*/ 212 w 425"/>
                <a:gd name="T51" fmla="*/ 367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25" h="425">
                  <a:moveTo>
                    <a:pt x="416" y="197"/>
                  </a:moveTo>
                  <a:cubicBezTo>
                    <a:pt x="384" y="197"/>
                    <a:pt x="384" y="197"/>
                    <a:pt x="384" y="197"/>
                  </a:cubicBezTo>
                  <a:cubicBezTo>
                    <a:pt x="377" y="114"/>
                    <a:pt x="310" y="48"/>
                    <a:pt x="228" y="40"/>
                  </a:cubicBezTo>
                  <a:cubicBezTo>
                    <a:pt x="228" y="10"/>
                    <a:pt x="228" y="10"/>
                    <a:pt x="228" y="10"/>
                  </a:cubicBezTo>
                  <a:cubicBezTo>
                    <a:pt x="228" y="4"/>
                    <a:pt x="223" y="0"/>
                    <a:pt x="218" y="0"/>
                  </a:cubicBezTo>
                  <a:cubicBezTo>
                    <a:pt x="213" y="0"/>
                    <a:pt x="209" y="4"/>
                    <a:pt x="209" y="10"/>
                  </a:cubicBezTo>
                  <a:cubicBezTo>
                    <a:pt x="209" y="40"/>
                    <a:pt x="209" y="40"/>
                    <a:pt x="209" y="40"/>
                  </a:cubicBezTo>
                  <a:cubicBezTo>
                    <a:pt x="120" y="41"/>
                    <a:pt x="47" y="110"/>
                    <a:pt x="39" y="197"/>
                  </a:cubicBezTo>
                  <a:cubicBezTo>
                    <a:pt x="9" y="197"/>
                    <a:pt x="9" y="197"/>
                    <a:pt x="9" y="197"/>
                  </a:cubicBezTo>
                  <a:cubicBezTo>
                    <a:pt x="4" y="197"/>
                    <a:pt x="0" y="201"/>
                    <a:pt x="0" y="206"/>
                  </a:cubicBezTo>
                  <a:cubicBezTo>
                    <a:pt x="0" y="211"/>
                    <a:pt x="4" y="215"/>
                    <a:pt x="9" y="215"/>
                  </a:cubicBezTo>
                  <a:cubicBezTo>
                    <a:pt x="39" y="215"/>
                    <a:pt x="39" y="215"/>
                    <a:pt x="39" y="215"/>
                  </a:cubicBezTo>
                  <a:cubicBezTo>
                    <a:pt x="40" y="309"/>
                    <a:pt x="116" y="384"/>
                    <a:pt x="209" y="386"/>
                  </a:cubicBezTo>
                  <a:cubicBezTo>
                    <a:pt x="209" y="416"/>
                    <a:pt x="209" y="416"/>
                    <a:pt x="209" y="416"/>
                  </a:cubicBezTo>
                  <a:cubicBezTo>
                    <a:pt x="209" y="421"/>
                    <a:pt x="213" y="425"/>
                    <a:pt x="218" y="425"/>
                  </a:cubicBezTo>
                  <a:cubicBezTo>
                    <a:pt x="223" y="425"/>
                    <a:pt x="228" y="421"/>
                    <a:pt x="228" y="416"/>
                  </a:cubicBezTo>
                  <a:cubicBezTo>
                    <a:pt x="228" y="385"/>
                    <a:pt x="228" y="385"/>
                    <a:pt x="228" y="385"/>
                  </a:cubicBezTo>
                  <a:cubicBezTo>
                    <a:pt x="315" y="377"/>
                    <a:pt x="383" y="304"/>
                    <a:pt x="385" y="215"/>
                  </a:cubicBezTo>
                  <a:cubicBezTo>
                    <a:pt x="416" y="215"/>
                    <a:pt x="416" y="215"/>
                    <a:pt x="416" y="215"/>
                  </a:cubicBezTo>
                  <a:cubicBezTo>
                    <a:pt x="421" y="215"/>
                    <a:pt x="425" y="211"/>
                    <a:pt x="425" y="206"/>
                  </a:cubicBezTo>
                  <a:cubicBezTo>
                    <a:pt x="425" y="201"/>
                    <a:pt x="421" y="197"/>
                    <a:pt x="416" y="197"/>
                  </a:cubicBezTo>
                  <a:close/>
                  <a:moveTo>
                    <a:pt x="212" y="367"/>
                  </a:moveTo>
                  <a:cubicBezTo>
                    <a:pt x="127" y="367"/>
                    <a:pt x="57" y="298"/>
                    <a:pt x="57" y="213"/>
                  </a:cubicBezTo>
                  <a:cubicBezTo>
                    <a:pt x="57" y="127"/>
                    <a:pt x="127" y="58"/>
                    <a:pt x="212" y="58"/>
                  </a:cubicBezTo>
                  <a:cubicBezTo>
                    <a:pt x="297" y="58"/>
                    <a:pt x="366" y="127"/>
                    <a:pt x="366" y="213"/>
                  </a:cubicBezTo>
                  <a:cubicBezTo>
                    <a:pt x="366" y="298"/>
                    <a:pt x="297" y="367"/>
                    <a:pt x="212" y="367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50" name="Group 149"/>
          <p:cNvGrpSpPr/>
          <p:nvPr/>
        </p:nvGrpSpPr>
        <p:grpSpPr>
          <a:xfrm>
            <a:off x="4042833" y="5005917"/>
            <a:ext cx="567267" cy="567267"/>
            <a:chOff x="3032125" y="3754438"/>
            <a:chExt cx="425450" cy="425450"/>
          </a:xfrm>
          <a:solidFill>
            <a:schemeClr val="tx2"/>
          </a:solidFill>
        </p:grpSpPr>
        <p:sp>
          <p:nvSpPr>
            <p:cNvPr id="11" name="Freeform 11"/>
            <p:cNvSpPr>
              <a:spLocks noEditPoints="1"/>
            </p:cNvSpPr>
            <p:nvPr/>
          </p:nvSpPr>
          <p:spPr bwMode="auto">
            <a:xfrm>
              <a:off x="3032125" y="3754438"/>
              <a:ext cx="425450" cy="425450"/>
            </a:xfrm>
            <a:custGeom>
              <a:avLst/>
              <a:gdLst>
                <a:gd name="T0" fmla="*/ 213 w 425"/>
                <a:gd name="T1" fmla="*/ 0 h 425"/>
                <a:gd name="T2" fmla="*/ 0 w 425"/>
                <a:gd name="T3" fmla="*/ 213 h 425"/>
                <a:gd name="T4" fmla="*/ 213 w 425"/>
                <a:gd name="T5" fmla="*/ 425 h 425"/>
                <a:gd name="T6" fmla="*/ 425 w 425"/>
                <a:gd name="T7" fmla="*/ 213 h 425"/>
                <a:gd name="T8" fmla="*/ 213 w 425"/>
                <a:gd name="T9" fmla="*/ 0 h 425"/>
                <a:gd name="T10" fmla="*/ 213 w 425"/>
                <a:gd name="T11" fmla="*/ 407 h 425"/>
                <a:gd name="T12" fmla="*/ 19 w 425"/>
                <a:gd name="T13" fmla="*/ 213 h 425"/>
                <a:gd name="T14" fmla="*/ 213 w 425"/>
                <a:gd name="T15" fmla="*/ 19 h 425"/>
                <a:gd name="T16" fmla="*/ 406 w 425"/>
                <a:gd name="T17" fmla="*/ 213 h 425"/>
                <a:gd name="T18" fmla="*/ 213 w 425"/>
                <a:gd name="T19" fmla="*/ 407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25" h="425">
                  <a:moveTo>
                    <a:pt x="213" y="0"/>
                  </a:moveTo>
                  <a:cubicBezTo>
                    <a:pt x="95" y="0"/>
                    <a:pt x="0" y="96"/>
                    <a:pt x="0" y="213"/>
                  </a:cubicBezTo>
                  <a:cubicBezTo>
                    <a:pt x="0" y="330"/>
                    <a:pt x="95" y="425"/>
                    <a:pt x="213" y="425"/>
                  </a:cubicBezTo>
                  <a:cubicBezTo>
                    <a:pt x="330" y="425"/>
                    <a:pt x="425" y="330"/>
                    <a:pt x="425" y="213"/>
                  </a:cubicBezTo>
                  <a:cubicBezTo>
                    <a:pt x="425" y="96"/>
                    <a:pt x="330" y="0"/>
                    <a:pt x="213" y="0"/>
                  </a:cubicBezTo>
                  <a:close/>
                  <a:moveTo>
                    <a:pt x="213" y="407"/>
                  </a:moveTo>
                  <a:cubicBezTo>
                    <a:pt x="106" y="407"/>
                    <a:pt x="19" y="320"/>
                    <a:pt x="19" y="213"/>
                  </a:cubicBezTo>
                  <a:cubicBezTo>
                    <a:pt x="19" y="106"/>
                    <a:pt x="106" y="19"/>
                    <a:pt x="213" y="19"/>
                  </a:cubicBezTo>
                  <a:cubicBezTo>
                    <a:pt x="319" y="19"/>
                    <a:pt x="406" y="106"/>
                    <a:pt x="406" y="213"/>
                  </a:cubicBezTo>
                  <a:cubicBezTo>
                    <a:pt x="406" y="320"/>
                    <a:pt x="319" y="407"/>
                    <a:pt x="213" y="407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" name="Freeform 12"/>
            <p:cNvSpPr>
              <a:spLocks noEditPoints="1"/>
            </p:cNvSpPr>
            <p:nvPr/>
          </p:nvSpPr>
          <p:spPr bwMode="auto">
            <a:xfrm>
              <a:off x="3176588" y="3846513"/>
              <a:ext cx="123825" cy="242888"/>
            </a:xfrm>
            <a:custGeom>
              <a:avLst/>
              <a:gdLst>
                <a:gd name="T0" fmla="*/ 114 w 124"/>
                <a:gd name="T1" fmla="*/ 0 h 242"/>
                <a:gd name="T2" fmla="*/ 79 w 124"/>
                <a:gd name="T3" fmla="*/ 0 h 242"/>
                <a:gd name="T4" fmla="*/ 26 w 124"/>
                <a:gd name="T5" fmla="*/ 60 h 242"/>
                <a:gd name="T6" fmla="*/ 26 w 124"/>
                <a:gd name="T7" fmla="*/ 79 h 242"/>
                <a:gd name="T8" fmla="*/ 10 w 124"/>
                <a:gd name="T9" fmla="*/ 79 h 242"/>
                <a:gd name="T10" fmla="*/ 0 w 124"/>
                <a:gd name="T11" fmla="*/ 88 h 242"/>
                <a:gd name="T12" fmla="*/ 0 w 124"/>
                <a:gd name="T13" fmla="*/ 127 h 242"/>
                <a:gd name="T14" fmla="*/ 10 w 124"/>
                <a:gd name="T15" fmla="*/ 137 h 242"/>
                <a:gd name="T16" fmla="*/ 26 w 124"/>
                <a:gd name="T17" fmla="*/ 137 h 242"/>
                <a:gd name="T18" fmla="*/ 26 w 124"/>
                <a:gd name="T19" fmla="*/ 232 h 242"/>
                <a:gd name="T20" fmla="*/ 36 w 124"/>
                <a:gd name="T21" fmla="*/ 242 h 242"/>
                <a:gd name="T22" fmla="*/ 76 w 124"/>
                <a:gd name="T23" fmla="*/ 242 h 242"/>
                <a:gd name="T24" fmla="*/ 85 w 124"/>
                <a:gd name="T25" fmla="*/ 232 h 242"/>
                <a:gd name="T26" fmla="*/ 85 w 124"/>
                <a:gd name="T27" fmla="*/ 137 h 242"/>
                <a:gd name="T28" fmla="*/ 114 w 124"/>
                <a:gd name="T29" fmla="*/ 137 h 242"/>
                <a:gd name="T30" fmla="*/ 124 w 124"/>
                <a:gd name="T31" fmla="*/ 127 h 242"/>
                <a:gd name="T32" fmla="*/ 124 w 124"/>
                <a:gd name="T33" fmla="*/ 88 h 242"/>
                <a:gd name="T34" fmla="*/ 114 w 124"/>
                <a:gd name="T35" fmla="*/ 79 h 242"/>
                <a:gd name="T36" fmla="*/ 85 w 124"/>
                <a:gd name="T37" fmla="*/ 79 h 242"/>
                <a:gd name="T38" fmla="*/ 85 w 124"/>
                <a:gd name="T39" fmla="*/ 63 h 242"/>
                <a:gd name="T40" fmla="*/ 86 w 124"/>
                <a:gd name="T41" fmla="*/ 58 h 242"/>
                <a:gd name="T42" fmla="*/ 91 w 124"/>
                <a:gd name="T43" fmla="*/ 57 h 242"/>
                <a:gd name="T44" fmla="*/ 114 w 124"/>
                <a:gd name="T45" fmla="*/ 58 h 242"/>
                <a:gd name="T46" fmla="*/ 121 w 124"/>
                <a:gd name="T47" fmla="*/ 56 h 242"/>
                <a:gd name="T48" fmla="*/ 124 w 124"/>
                <a:gd name="T49" fmla="*/ 49 h 242"/>
                <a:gd name="T50" fmla="*/ 124 w 124"/>
                <a:gd name="T51" fmla="*/ 10 h 242"/>
                <a:gd name="T52" fmla="*/ 114 w 124"/>
                <a:gd name="T53" fmla="*/ 0 h 242"/>
                <a:gd name="T54" fmla="*/ 105 w 124"/>
                <a:gd name="T55" fmla="*/ 39 h 242"/>
                <a:gd name="T56" fmla="*/ 91 w 124"/>
                <a:gd name="T57" fmla="*/ 39 h 242"/>
                <a:gd name="T58" fmla="*/ 91 w 124"/>
                <a:gd name="T59" fmla="*/ 39 h 242"/>
                <a:gd name="T60" fmla="*/ 67 w 124"/>
                <a:gd name="T61" fmla="*/ 63 h 242"/>
                <a:gd name="T62" fmla="*/ 66 w 124"/>
                <a:gd name="T63" fmla="*/ 88 h 242"/>
                <a:gd name="T64" fmla="*/ 69 w 124"/>
                <a:gd name="T65" fmla="*/ 95 h 242"/>
                <a:gd name="T66" fmla="*/ 76 w 124"/>
                <a:gd name="T67" fmla="*/ 98 h 242"/>
                <a:gd name="T68" fmla="*/ 105 w 124"/>
                <a:gd name="T69" fmla="*/ 98 h 242"/>
                <a:gd name="T70" fmla="*/ 105 w 124"/>
                <a:gd name="T71" fmla="*/ 118 h 242"/>
                <a:gd name="T72" fmla="*/ 76 w 124"/>
                <a:gd name="T73" fmla="*/ 118 h 242"/>
                <a:gd name="T74" fmla="*/ 66 w 124"/>
                <a:gd name="T75" fmla="*/ 127 h 242"/>
                <a:gd name="T76" fmla="*/ 66 w 124"/>
                <a:gd name="T77" fmla="*/ 223 h 242"/>
                <a:gd name="T78" fmla="*/ 45 w 124"/>
                <a:gd name="T79" fmla="*/ 223 h 242"/>
                <a:gd name="T80" fmla="*/ 45 w 124"/>
                <a:gd name="T81" fmla="*/ 127 h 242"/>
                <a:gd name="T82" fmla="*/ 36 w 124"/>
                <a:gd name="T83" fmla="*/ 118 h 242"/>
                <a:gd name="T84" fmla="*/ 19 w 124"/>
                <a:gd name="T85" fmla="*/ 118 h 242"/>
                <a:gd name="T86" fmla="*/ 19 w 124"/>
                <a:gd name="T87" fmla="*/ 98 h 242"/>
                <a:gd name="T88" fmla="*/ 36 w 124"/>
                <a:gd name="T89" fmla="*/ 98 h 242"/>
                <a:gd name="T90" fmla="*/ 42 w 124"/>
                <a:gd name="T91" fmla="*/ 95 h 242"/>
                <a:gd name="T92" fmla="*/ 45 w 124"/>
                <a:gd name="T93" fmla="*/ 88 h 242"/>
                <a:gd name="T94" fmla="*/ 45 w 124"/>
                <a:gd name="T95" fmla="*/ 60 h 242"/>
                <a:gd name="T96" fmla="*/ 79 w 124"/>
                <a:gd name="T97" fmla="*/ 19 h 242"/>
                <a:gd name="T98" fmla="*/ 105 w 124"/>
                <a:gd name="T99" fmla="*/ 19 h 242"/>
                <a:gd name="T100" fmla="*/ 105 w 124"/>
                <a:gd name="T101" fmla="*/ 39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24" h="242">
                  <a:moveTo>
                    <a:pt x="114" y="0"/>
                  </a:moveTo>
                  <a:cubicBezTo>
                    <a:pt x="79" y="0"/>
                    <a:pt x="79" y="0"/>
                    <a:pt x="79" y="0"/>
                  </a:cubicBezTo>
                  <a:cubicBezTo>
                    <a:pt x="33" y="0"/>
                    <a:pt x="26" y="29"/>
                    <a:pt x="26" y="60"/>
                  </a:cubicBezTo>
                  <a:cubicBezTo>
                    <a:pt x="26" y="79"/>
                    <a:pt x="26" y="79"/>
                    <a:pt x="26" y="79"/>
                  </a:cubicBezTo>
                  <a:cubicBezTo>
                    <a:pt x="10" y="79"/>
                    <a:pt x="10" y="79"/>
                    <a:pt x="10" y="79"/>
                  </a:cubicBezTo>
                  <a:cubicBezTo>
                    <a:pt x="4" y="79"/>
                    <a:pt x="0" y="83"/>
                    <a:pt x="0" y="88"/>
                  </a:cubicBezTo>
                  <a:cubicBezTo>
                    <a:pt x="0" y="127"/>
                    <a:pt x="0" y="127"/>
                    <a:pt x="0" y="127"/>
                  </a:cubicBezTo>
                  <a:cubicBezTo>
                    <a:pt x="0" y="133"/>
                    <a:pt x="4" y="137"/>
                    <a:pt x="10" y="137"/>
                  </a:cubicBezTo>
                  <a:cubicBezTo>
                    <a:pt x="26" y="137"/>
                    <a:pt x="26" y="137"/>
                    <a:pt x="26" y="137"/>
                  </a:cubicBezTo>
                  <a:cubicBezTo>
                    <a:pt x="26" y="232"/>
                    <a:pt x="26" y="232"/>
                    <a:pt x="26" y="232"/>
                  </a:cubicBezTo>
                  <a:cubicBezTo>
                    <a:pt x="26" y="237"/>
                    <a:pt x="31" y="242"/>
                    <a:pt x="36" y="242"/>
                  </a:cubicBezTo>
                  <a:cubicBezTo>
                    <a:pt x="76" y="242"/>
                    <a:pt x="76" y="242"/>
                    <a:pt x="76" y="242"/>
                  </a:cubicBezTo>
                  <a:cubicBezTo>
                    <a:pt x="81" y="242"/>
                    <a:pt x="85" y="237"/>
                    <a:pt x="85" y="232"/>
                  </a:cubicBezTo>
                  <a:cubicBezTo>
                    <a:pt x="85" y="137"/>
                    <a:pt x="85" y="137"/>
                    <a:pt x="85" y="137"/>
                  </a:cubicBezTo>
                  <a:cubicBezTo>
                    <a:pt x="114" y="137"/>
                    <a:pt x="114" y="137"/>
                    <a:pt x="114" y="137"/>
                  </a:cubicBezTo>
                  <a:cubicBezTo>
                    <a:pt x="120" y="137"/>
                    <a:pt x="124" y="133"/>
                    <a:pt x="124" y="127"/>
                  </a:cubicBezTo>
                  <a:cubicBezTo>
                    <a:pt x="124" y="88"/>
                    <a:pt x="124" y="88"/>
                    <a:pt x="124" y="88"/>
                  </a:cubicBezTo>
                  <a:cubicBezTo>
                    <a:pt x="124" y="83"/>
                    <a:pt x="120" y="79"/>
                    <a:pt x="114" y="79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5" y="63"/>
                    <a:pt x="85" y="63"/>
                    <a:pt x="85" y="63"/>
                  </a:cubicBezTo>
                  <a:cubicBezTo>
                    <a:pt x="85" y="62"/>
                    <a:pt x="85" y="59"/>
                    <a:pt x="86" y="58"/>
                  </a:cubicBezTo>
                  <a:cubicBezTo>
                    <a:pt x="86" y="58"/>
                    <a:pt x="88" y="57"/>
                    <a:pt x="91" y="57"/>
                  </a:cubicBezTo>
                  <a:cubicBezTo>
                    <a:pt x="114" y="58"/>
                    <a:pt x="114" y="58"/>
                    <a:pt x="114" y="58"/>
                  </a:cubicBezTo>
                  <a:cubicBezTo>
                    <a:pt x="117" y="58"/>
                    <a:pt x="119" y="57"/>
                    <a:pt x="121" y="56"/>
                  </a:cubicBezTo>
                  <a:cubicBezTo>
                    <a:pt x="123" y="54"/>
                    <a:pt x="124" y="51"/>
                    <a:pt x="124" y="49"/>
                  </a:cubicBezTo>
                  <a:cubicBezTo>
                    <a:pt x="124" y="10"/>
                    <a:pt x="124" y="10"/>
                    <a:pt x="124" y="10"/>
                  </a:cubicBezTo>
                  <a:cubicBezTo>
                    <a:pt x="124" y="4"/>
                    <a:pt x="120" y="0"/>
                    <a:pt x="114" y="0"/>
                  </a:cubicBezTo>
                  <a:close/>
                  <a:moveTo>
                    <a:pt x="105" y="39"/>
                  </a:moveTo>
                  <a:cubicBezTo>
                    <a:pt x="91" y="39"/>
                    <a:pt x="91" y="39"/>
                    <a:pt x="91" y="39"/>
                  </a:cubicBezTo>
                  <a:cubicBezTo>
                    <a:pt x="91" y="39"/>
                    <a:pt x="91" y="39"/>
                    <a:pt x="91" y="39"/>
                  </a:cubicBezTo>
                  <a:cubicBezTo>
                    <a:pt x="67" y="39"/>
                    <a:pt x="67" y="55"/>
                    <a:pt x="67" y="63"/>
                  </a:cubicBezTo>
                  <a:cubicBezTo>
                    <a:pt x="66" y="88"/>
                    <a:pt x="66" y="88"/>
                    <a:pt x="66" y="88"/>
                  </a:cubicBezTo>
                  <a:cubicBezTo>
                    <a:pt x="66" y="91"/>
                    <a:pt x="67" y="93"/>
                    <a:pt x="69" y="95"/>
                  </a:cubicBezTo>
                  <a:cubicBezTo>
                    <a:pt x="71" y="97"/>
                    <a:pt x="73" y="98"/>
                    <a:pt x="76" y="98"/>
                  </a:cubicBezTo>
                  <a:cubicBezTo>
                    <a:pt x="105" y="98"/>
                    <a:pt x="105" y="98"/>
                    <a:pt x="105" y="98"/>
                  </a:cubicBezTo>
                  <a:cubicBezTo>
                    <a:pt x="105" y="118"/>
                    <a:pt x="105" y="118"/>
                    <a:pt x="105" y="118"/>
                  </a:cubicBezTo>
                  <a:cubicBezTo>
                    <a:pt x="76" y="118"/>
                    <a:pt x="76" y="118"/>
                    <a:pt x="76" y="118"/>
                  </a:cubicBezTo>
                  <a:cubicBezTo>
                    <a:pt x="71" y="118"/>
                    <a:pt x="66" y="122"/>
                    <a:pt x="66" y="127"/>
                  </a:cubicBezTo>
                  <a:cubicBezTo>
                    <a:pt x="66" y="223"/>
                    <a:pt x="66" y="223"/>
                    <a:pt x="66" y="223"/>
                  </a:cubicBezTo>
                  <a:cubicBezTo>
                    <a:pt x="45" y="223"/>
                    <a:pt x="45" y="223"/>
                    <a:pt x="45" y="223"/>
                  </a:cubicBezTo>
                  <a:cubicBezTo>
                    <a:pt x="45" y="127"/>
                    <a:pt x="45" y="127"/>
                    <a:pt x="45" y="127"/>
                  </a:cubicBezTo>
                  <a:cubicBezTo>
                    <a:pt x="45" y="122"/>
                    <a:pt x="41" y="118"/>
                    <a:pt x="36" y="118"/>
                  </a:cubicBezTo>
                  <a:cubicBezTo>
                    <a:pt x="19" y="118"/>
                    <a:pt x="19" y="118"/>
                    <a:pt x="19" y="118"/>
                  </a:cubicBezTo>
                  <a:cubicBezTo>
                    <a:pt x="19" y="98"/>
                    <a:pt x="19" y="98"/>
                    <a:pt x="19" y="98"/>
                  </a:cubicBezTo>
                  <a:cubicBezTo>
                    <a:pt x="36" y="98"/>
                    <a:pt x="36" y="98"/>
                    <a:pt x="36" y="98"/>
                  </a:cubicBezTo>
                  <a:cubicBezTo>
                    <a:pt x="38" y="98"/>
                    <a:pt x="41" y="97"/>
                    <a:pt x="42" y="95"/>
                  </a:cubicBezTo>
                  <a:cubicBezTo>
                    <a:pt x="44" y="93"/>
                    <a:pt x="45" y="91"/>
                    <a:pt x="45" y="88"/>
                  </a:cubicBezTo>
                  <a:cubicBezTo>
                    <a:pt x="45" y="60"/>
                    <a:pt x="45" y="60"/>
                    <a:pt x="45" y="60"/>
                  </a:cubicBezTo>
                  <a:cubicBezTo>
                    <a:pt x="45" y="28"/>
                    <a:pt x="52" y="19"/>
                    <a:pt x="79" y="19"/>
                  </a:cubicBezTo>
                  <a:cubicBezTo>
                    <a:pt x="105" y="19"/>
                    <a:pt x="105" y="19"/>
                    <a:pt x="105" y="19"/>
                  </a:cubicBezTo>
                  <a:lnTo>
                    <a:pt x="105" y="39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52" name="Group 151"/>
          <p:cNvGrpSpPr/>
          <p:nvPr/>
        </p:nvGrpSpPr>
        <p:grpSpPr>
          <a:xfrm>
            <a:off x="6210300" y="5005917"/>
            <a:ext cx="567267" cy="567267"/>
            <a:chOff x="4657725" y="3754438"/>
            <a:chExt cx="425450" cy="425450"/>
          </a:xfrm>
          <a:solidFill>
            <a:schemeClr val="tx2"/>
          </a:solidFill>
        </p:grpSpPr>
        <p:sp>
          <p:nvSpPr>
            <p:cNvPr id="13" name="Freeform 13"/>
            <p:cNvSpPr>
              <a:spLocks noEditPoints="1"/>
            </p:cNvSpPr>
            <p:nvPr/>
          </p:nvSpPr>
          <p:spPr bwMode="auto">
            <a:xfrm>
              <a:off x="4657725" y="3754438"/>
              <a:ext cx="425450" cy="425450"/>
            </a:xfrm>
            <a:custGeom>
              <a:avLst/>
              <a:gdLst>
                <a:gd name="T0" fmla="*/ 212 w 425"/>
                <a:gd name="T1" fmla="*/ 0 h 425"/>
                <a:gd name="T2" fmla="*/ 0 w 425"/>
                <a:gd name="T3" fmla="*/ 213 h 425"/>
                <a:gd name="T4" fmla="*/ 212 w 425"/>
                <a:gd name="T5" fmla="*/ 425 h 425"/>
                <a:gd name="T6" fmla="*/ 425 w 425"/>
                <a:gd name="T7" fmla="*/ 213 h 425"/>
                <a:gd name="T8" fmla="*/ 212 w 425"/>
                <a:gd name="T9" fmla="*/ 0 h 425"/>
                <a:gd name="T10" fmla="*/ 212 w 425"/>
                <a:gd name="T11" fmla="*/ 407 h 425"/>
                <a:gd name="T12" fmla="*/ 18 w 425"/>
                <a:gd name="T13" fmla="*/ 213 h 425"/>
                <a:gd name="T14" fmla="*/ 212 w 425"/>
                <a:gd name="T15" fmla="*/ 19 h 425"/>
                <a:gd name="T16" fmla="*/ 406 w 425"/>
                <a:gd name="T17" fmla="*/ 213 h 425"/>
                <a:gd name="T18" fmla="*/ 212 w 425"/>
                <a:gd name="T19" fmla="*/ 407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25" h="425">
                  <a:moveTo>
                    <a:pt x="212" y="0"/>
                  </a:moveTo>
                  <a:cubicBezTo>
                    <a:pt x="95" y="0"/>
                    <a:pt x="0" y="96"/>
                    <a:pt x="0" y="213"/>
                  </a:cubicBezTo>
                  <a:cubicBezTo>
                    <a:pt x="0" y="330"/>
                    <a:pt x="95" y="425"/>
                    <a:pt x="212" y="425"/>
                  </a:cubicBezTo>
                  <a:cubicBezTo>
                    <a:pt x="329" y="425"/>
                    <a:pt x="425" y="330"/>
                    <a:pt x="425" y="213"/>
                  </a:cubicBezTo>
                  <a:cubicBezTo>
                    <a:pt x="425" y="96"/>
                    <a:pt x="329" y="0"/>
                    <a:pt x="212" y="0"/>
                  </a:cubicBezTo>
                  <a:close/>
                  <a:moveTo>
                    <a:pt x="212" y="407"/>
                  </a:moveTo>
                  <a:cubicBezTo>
                    <a:pt x="105" y="407"/>
                    <a:pt x="18" y="320"/>
                    <a:pt x="18" y="213"/>
                  </a:cubicBezTo>
                  <a:cubicBezTo>
                    <a:pt x="18" y="106"/>
                    <a:pt x="105" y="19"/>
                    <a:pt x="212" y="19"/>
                  </a:cubicBezTo>
                  <a:cubicBezTo>
                    <a:pt x="319" y="19"/>
                    <a:pt x="406" y="106"/>
                    <a:pt x="406" y="213"/>
                  </a:cubicBezTo>
                  <a:cubicBezTo>
                    <a:pt x="406" y="320"/>
                    <a:pt x="319" y="407"/>
                    <a:pt x="212" y="407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" name="Freeform 14"/>
            <p:cNvSpPr>
              <a:spLocks noEditPoints="1"/>
            </p:cNvSpPr>
            <p:nvPr/>
          </p:nvSpPr>
          <p:spPr bwMode="auto">
            <a:xfrm>
              <a:off x="4789488" y="3860800"/>
              <a:ext cx="149225" cy="228600"/>
            </a:xfrm>
            <a:custGeom>
              <a:avLst/>
              <a:gdLst>
                <a:gd name="T0" fmla="*/ 97 w 149"/>
                <a:gd name="T1" fmla="*/ 53 h 229"/>
                <a:gd name="T2" fmla="*/ 88 w 149"/>
                <a:gd name="T3" fmla="*/ 0 h 229"/>
                <a:gd name="T4" fmla="*/ 45 w 149"/>
                <a:gd name="T5" fmla="*/ 8 h 229"/>
                <a:gd name="T6" fmla="*/ 26 w 149"/>
                <a:gd name="T7" fmla="*/ 47 h 229"/>
                <a:gd name="T8" fmla="*/ 0 w 149"/>
                <a:gd name="T9" fmla="*/ 66 h 229"/>
                <a:gd name="T10" fmla="*/ 9 w 149"/>
                <a:gd name="T11" fmla="*/ 111 h 229"/>
                <a:gd name="T12" fmla="*/ 26 w 149"/>
                <a:gd name="T13" fmla="*/ 169 h 229"/>
                <a:gd name="T14" fmla="*/ 30 w 149"/>
                <a:gd name="T15" fmla="*/ 188 h 229"/>
                <a:gd name="T16" fmla="*/ 67 w 149"/>
                <a:gd name="T17" fmla="*/ 225 h 229"/>
                <a:gd name="T18" fmla="*/ 118 w 149"/>
                <a:gd name="T19" fmla="*/ 226 h 229"/>
                <a:gd name="T20" fmla="*/ 149 w 149"/>
                <a:gd name="T21" fmla="*/ 208 h 229"/>
                <a:gd name="T22" fmla="*/ 145 w 149"/>
                <a:gd name="T23" fmla="*/ 169 h 229"/>
                <a:gd name="T24" fmla="*/ 113 w 149"/>
                <a:gd name="T25" fmla="*/ 176 h 229"/>
                <a:gd name="T26" fmla="*/ 99 w 149"/>
                <a:gd name="T27" fmla="*/ 162 h 229"/>
                <a:gd name="T28" fmla="*/ 97 w 149"/>
                <a:gd name="T29" fmla="*/ 140 h 229"/>
                <a:gd name="T30" fmla="*/ 140 w 149"/>
                <a:gd name="T31" fmla="*/ 111 h 229"/>
                <a:gd name="T32" fmla="*/ 149 w 149"/>
                <a:gd name="T33" fmla="*/ 62 h 229"/>
                <a:gd name="T34" fmla="*/ 131 w 149"/>
                <a:gd name="T35" fmla="*/ 92 h 229"/>
                <a:gd name="T36" fmla="*/ 78 w 149"/>
                <a:gd name="T37" fmla="*/ 101 h 229"/>
                <a:gd name="T38" fmla="*/ 80 w 149"/>
                <a:gd name="T39" fmla="*/ 162 h 229"/>
                <a:gd name="T40" fmla="*/ 92 w 149"/>
                <a:gd name="T41" fmla="*/ 189 h 229"/>
                <a:gd name="T42" fmla="*/ 131 w 149"/>
                <a:gd name="T43" fmla="*/ 192 h 229"/>
                <a:gd name="T44" fmla="*/ 114 w 149"/>
                <a:gd name="T45" fmla="*/ 208 h 229"/>
                <a:gd name="T46" fmla="*/ 73 w 149"/>
                <a:gd name="T47" fmla="*/ 207 h 229"/>
                <a:gd name="T48" fmla="*/ 47 w 149"/>
                <a:gd name="T49" fmla="*/ 181 h 229"/>
                <a:gd name="T50" fmla="*/ 45 w 149"/>
                <a:gd name="T51" fmla="*/ 169 h 229"/>
                <a:gd name="T52" fmla="*/ 35 w 149"/>
                <a:gd name="T53" fmla="*/ 92 h 229"/>
                <a:gd name="T54" fmla="*/ 19 w 149"/>
                <a:gd name="T55" fmla="*/ 73 h 229"/>
                <a:gd name="T56" fmla="*/ 55 w 149"/>
                <a:gd name="T57" fmla="*/ 41 h 229"/>
                <a:gd name="T58" fmla="*/ 78 w 149"/>
                <a:gd name="T59" fmla="*/ 19 h 229"/>
                <a:gd name="T60" fmla="*/ 88 w 149"/>
                <a:gd name="T61" fmla="*/ 71 h 229"/>
                <a:gd name="T62" fmla="*/ 131 w 149"/>
                <a:gd name="T63" fmla="*/ 92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49" h="229">
                  <a:moveTo>
                    <a:pt x="140" y="53"/>
                  </a:moveTo>
                  <a:cubicBezTo>
                    <a:pt x="97" y="53"/>
                    <a:pt x="97" y="53"/>
                    <a:pt x="97" y="53"/>
                  </a:cubicBezTo>
                  <a:cubicBezTo>
                    <a:pt x="97" y="10"/>
                    <a:pt x="97" y="10"/>
                    <a:pt x="97" y="10"/>
                  </a:cubicBezTo>
                  <a:cubicBezTo>
                    <a:pt x="97" y="4"/>
                    <a:pt x="93" y="0"/>
                    <a:pt x="88" y="0"/>
                  </a:cubicBezTo>
                  <a:cubicBezTo>
                    <a:pt x="54" y="0"/>
                    <a:pt x="54" y="0"/>
                    <a:pt x="54" y="0"/>
                  </a:cubicBezTo>
                  <a:cubicBezTo>
                    <a:pt x="49" y="0"/>
                    <a:pt x="45" y="4"/>
                    <a:pt x="45" y="8"/>
                  </a:cubicBezTo>
                  <a:cubicBezTo>
                    <a:pt x="43" y="18"/>
                    <a:pt x="41" y="26"/>
                    <a:pt x="38" y="32"/>
                  </a:cubicBezTo>
                  <a:cubicBezTo>
                    <a:pt x="35" y="38"/>
                    <a:pt x="31" y="43"/>
                    <a:pt x="26" y="47"/>
                  </a:cubicBezTo>
                  <a:cubicBezTo>
                    <a:pt x="22" y="51"/>
                    <a:pt x="15" y="54"/>
                    <a:pt x="6" y="57"/>
                  </a:cubicBezTo>
                  <a:cubicBezTo>
                    <a:pt x="2" y="58"/>
                    <a:pt x="0" y="62"/>
                    <a:pt x="0" y="66"/>
                  </a:cubicBezTo>
                  <a:cubicBezTo>
                    <a:pt x="0" y="101"/>
                    <a:pt x="0" y="101"/>
                    <a:pt x="0" y="101"/>
                  </a:cubicBezTo>
                  <a:cubicBezTo>
                    <a:pt x="0" y="107"/>
                    <a:pt x="4" y="111"/>
                    <a:pt x="9" y="111"/>
                  </a:cubicBezTo>
                  <a:cubicBezTo>
                    <a:pt x="26" y="111"/>
                    <a:pt x="26" y="111"/>
                    <a:pt x="26" y="111"/>
                  </a:cubicBezTo>
                  <a:cubicBezTo>
                    <a:pt x="26" y="169"/>
                    <a:pt x="26" y="169"/>
                    <a:pt x="26" y="169"/>
                  </a:cubicBezTo>
                  <a:cubicBezTo>
                    <a:pt x="26" y="178"/>
                    <a:pt x="27" y="181"/>
                    <a:pt x="29" y="186"/>
                  </a:cubicBezTo>
                  <a:cubicBezTo>
                    <a:pt x="29" y="187"/>
                    <a:pt x="29" y="187"/>
                    <a:pt x="30" y="188"/>
                  </a:cubicBezTo>
                  <a:cubicBezTo>
                    <a:pt x="30" y="189"/>
                    <a:pt x="37" y="205"/>
                    <a:pt x="45" y="212"/>
                  </a:cubicBezTo>
                  <a:cubicBezTo>
                    <a:pt x="51" y="218"/>
                    <a:pt x="59" y="222"/>
                    <a:pt x="67" y="225"/>
                  </a:cubicBezTo>
                  <a:cubicBezTo>
                    <a:pt x="75" y="227"/>
                    <a:pt x="82" y="229"/>
                    <a:pt x="93" y="229"/>
                  </a:cubicBezTo>
                  <a:cubicBezTo>
                    <a:pt x="102" y="229"/>
                    <a:pt x="110" y="228"/>
                    <a:pt x="118" y="226"/>
                  </a:cubicBezTo>
                  <a:cubicBezTo>
                    <a:pt x="127" y="224"/>
                    <a:pt x="136" y="221"/>
                    <a:pt x="144" y="217"/>
                  </a:cubicBezTo>
                  <a:cubicBezTo>
                    <a:pt x="147" y="215"/>
                    <a:pt x="149" y="212"/>
                    <a:pt x="149" y="208"/>
                  </a:cubicBezTo>
                  <a:cubicBezTo>
                    <a:pt x="149" y="177"/>
                    <a:pt x="149" y="177"/>
                    <a:pt x="149" y="177"/>
                  </a:cubicBezTo>
                  <a:cubicBezTo>
                    <a:pt x="149" y="173"/>
                    <a:pt x="148" y="170"/>
                    <a:pt x="145" y="169"/>
                  </a:cubicBezTo>
                  <a:cubicBezTo>
                    <a:pt x="142" y="167"/>
                    <a:pt x="138" y="167"/>
                    <a:pt x="135" y="169"/>
                  </a:cubicBezTo>
                  <a:cubicBezTo>
                    <a:pt x="126" y="175"/>
                    <a:pt x="122" y="176"/>
                    <a:pt x="113" y="176"/>
                  </a:cubicBezTo>
                  <a:cubicBezTo>
                    <a:pt x="109" y="176"/>
                    <a:pt x="106" y="175"/>
                    <a:pt x="103" y="174"/>
                  </a:cubicBezTo>
                  <a:cubicBezTo>
                    <a:pt x="102" y="171"/>
                    <a:pt x="100" y="165"/>
                    <a:pt x="99" y="162"/>
                  </a:cubicBezTo>
                  <a:cubicBezTo>
                    <a:pt x="99" y="159"/>
                    <a:pt x="98" y="157"/>
                    <a:pt x="98" y="156"/>
                  </a:cubicBezTo>
                  <a:cubicBezTo>
                    <a:pt x="97" y="154"/>
                    <a:pt x="97" y="147"/>
                    <a:pt x="97" y="140"/>
                  </a:cubicBezTo>
                  <a:cubicBezTo>
                    <a:pt x="97" y="111"/>
                    <a:pt x="97" y="111"/>
                    <a:pt x="97" y="111"/>
                  </a:cubicBezTo>
                  <a:cubicBezTo>
                    <a:pt x="140" y="111"/>
                    <a:pt x="140" y="111"/>
                    <a:pt x="140" y="111"/>
                  </a:cubicBezTo>
                  <a:cubicBezTo>
                    <a:pt x="145" y="111"/>
                    <a:pt x="149" y="107"/>
                    <a:pt x="149" y="101"/>
                  </a:cubicBezTo>
                  <a:cubicBezTo>
                    <a:pt x="149" y="62"/>
                    <a:pt x="149" y="62"/>
                    <a:pt x="149" y="62"/>
                  </a:cubicBezTo>
                  <a:cubicBezTo>
                    <a:pt x="149" y="57"/>
                    <a:pt x="145" y="53"/>
                    <a:pt x="140" y="53"/>
                  </a:cubicBezTo>
                  <a:close/>
                  <a:moveTo>
                    <a:pt x="131" y="92"/>
                  </a:moveTo>
                  <a:cubicBezTo>
                    <a:pt x="88" y="92"/>
                    <a:pt x="88" y="92"/>
                    <a:pt x="88" y="92"/>
                  </a:cubicBezTo>
                  <a:cubicBezTo>
                    <a:pt x="83" y="92"/>
                    <a:pt x="78" y="96"/>
                    <a:pt x="78" y="101"/>
                  </a:cubicBezTo>
                  <a:cubicBezTo>
                    <a:pt x="78" y="140"/>
                    <a:pt x="78" y="140"/>
                    <a:pt x="78" y="140"/>
                  </a:cubicBezTo>
                  <a:cubicBezTo>
                    <a:pt x="78" y="151"/>
                    <a:pt x="78" y="157"/>
                    <a:pt x="80" y="162"/>
                  </a:cubicBezTo>
                  <a:cubicBezTo>
                    <a:pt x="80" y="163"/>
                    <a:pt x="81" y="165"/>
                    <a:pt x="81" y="166"/>
                  </a:cubicBezTo>
                  <a:cubicBezTo>
                    <a:pt x="84" y="178"/>
                    <a:pt x="87" y="186"/>
                    <a:pt x="92" y="189"/>
                  </a:cubicBezTo>
                  <a:cubicBezTo>
                    <a:pt x="98" y="193"/>
                    <a:pt x="105" y="195"/>
                    <a:pt x="113" y="195"/>
                  </a:cubicBezTo>
                  <a:cubicBezTo>
                    <a:pt x="119" y="195"/>
                    <a:pt x="125" y="194"/>
                    <a:pt x="131" y="192"/>
                  </a:cubicBezTo>
                  <a:cubicBezTo>
                    <a:pt x="131" y="202"/>
                    <a:pt x="131" y="202"/>
                    <a:pt x="131" y="202"/>
                  </a:cubicBezTo>
                  <a:cubicBezTo>
                    <a:pt x="125" y="205"/>
                    <a:pt x="120" y="206"/>
                    <a:pt x="114" y="208"/>
                  </a:cubicBezTo>
                  <a:cubicBezTo>
                    <a:pt x="107" y="209"/>
                    <a:pt x="100" y="210"/>
                    <a:pt x="93" y="210"/>
                  </a:cubicBezTo>
                  <a:cubicBezTo>
                    <a:pt x="84" y="210"/>
                    <a:pt x="79" y="209"/>
                    <a:pt x="73" y="207"/>
                  </a:cubicBezTo>
                  <a:cubicBezTo>
                    <a:pt x="67" y="205"/>
                    <a:pt x="61" y="202"/>
                    <a:pt x="57" y="198"/>
                  </a:cubicBezTo>
                  <a:cubicBezTo>
                    <a:pt x="54" y="196"/>
                    <a:pt x="49" y="187"/>
                    <a:pt x="47" y="181"/>
                  </a:cubicBezTo>
                  <a:cubicBezTo>
                    <a:pt x="47" y="180"/>
                    <a:pt x="46" y="180"/>
                    <a:pt x="46" y="179"/>
                  </a:cubicBezTo>
                  <a:cubicBezTo>
                    <a:pt x="45" y="176"/>
                    <a:pt x="45" y="175"/>
                    <a:pt x="45" y="169"/>
                  </a:cubicBezTo>
                  <a:cubicBezTo>
                    <a:pt x="45" y="101"/>
                    <a:pt x="45" y="101"/>
                    <a:pt x="45" y="101"/>
                  </a:cubicBezTo>
                  <a:cubicBezTo>
                    <a:pt x="45" y="96"/>
                    <a:pt x="40" y="92"/>
                    <a:pt x="35" y="92"/>
                  </a:cubicBezTo>
                  <a:cubicBezTo>
                    <a:pt x="19" y="92"/>
                    <a:pt x="19" y="92"/>
                    <a:pt x="19" y="92"/>
                  </a:cubicBezTo>
                  <a:cubicBezTo>
                    <a:pt x="19" y="73"/>
                    <a:pt x="19" y="73"/>
                    <a:pt x="19" y="73"/>
                  </a:cubicBezTo>
                  <a:cubicBezTo>
                    <a:pt x="27" y="69"/>
                    <a:pt x="34" y="66"/>
                    <a:pt x="39" y="62"/>
                  </a:cubicBezTo>
                  <a:cubicBezTo>
                    <a:pt x="45" y="56"/>
                    <a:pt x="51" y="49"/>
                    <a:pt x="55" y="41"/>
                  </a:cubicBezTo>
                  <a:cubicBezTo>
                    <a:pt x="58" y="35"/>
                    <a:pt x="60" y="27"/>
                    <a:pt x="62" y="19"/>
                  </a:cubicBezTo>
                  <a:cubicBezTo>
                    <a:pt x="78" y="19"/>
                    <a:pt x="78" y="19"/>
                    <a:pt x="78" y="19"/>
                  </a:cubicBezTo>
                  <a:cubicBezTo>
                    <a:pt x="78" y="62"/>
                    <a:pt x="78" y="62"/>
                    <a:pt x="78" y="62"/>
                  </a:cubicBezTo>
                  <a:cubicBezTo>
                    <a:pt x="78" y="67"/>
                    <a:pt x="83" y="71"/>
                    <a:pt x="88" y="71"/>
                  </a:cubicBezTo>
                  <a:cubicBezTo>
                    <a:pt x="131" y="71"/>
                    <a:pt x="131" y="71"/>
                    <a:pt x="131" y="71"/>
                  </a:cubicBezTo>
                  <a:lnTo>
                    <a:pt x="131" y="92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51" name="Group 150"/>
          <p:cNvGrpSpPr/>
          <p:nvPr/>
        </p:nvGrpSpPr>
        <p:grpSpPr>
          <a:xfrm>
            <a:off x="5126567" y="5005917"/>
            <a:ext cx="567267" cy="567267"/>
            <a:chOff x="3844925" y="3754438"/>
            <a:chExt cx="425450" cy="425450"/>
          </a:xfrm>
          <a:solidFill>
            <a:schemeClr val="tx2"/>
          </a:solidFill>
        </p:grpSpPr>
        <p:sp>
          <p:nvSpPr>
            <p:cNvPr id="15" name="Freeform 15"/>
            <p:cNvSpPr>
              <a:spLocks noEditPoints="1"/>
            </p:cNvSpPr>
            <p:nvPr/>
          </p:nvSpPr>
          <p:spPr bwMode="auto">
            <a:xfrm>
              <a:off x="3844925" y="3754438"/>
              <a:ext cx="425450" cy="425450"/>
            </a:xfrm>
            <a:custGeom>
              <a:avLst/>
              <a:gdLst>
                <a:gd name="T0" fmla="*/ 213 w 425"/>
                <a:gd name="T1" fmla="*/ 0 h 425"/>
                <a:gd name="T2" fmla="*/ 0 w 425"/>
                <a:gd name="T3" fmla="*/ 213 h 425"/>
                <a:gd name="T4" fmla="*/ 213 w 425"/>
                <a:gd name="T5" fmla="*/ 425 h 425"/>
                <a:gd name="T6" fmla="*/ 425 w 425"/>
                <a:gd name="T7" fmla="*/ 213 h 425"/>
                <a:gd name="T8" fmla="*/ 213 w 425"/>
                <a:gd name="T9" fmla="*/ 0 h 425"/>
                <a:gd name="T10" fmla="*/ 213 w 425"/>
                <a:gd name="T11" fmla="*/ 407 h 425"/>
                <a:gd name="T12" fmla="*/ 19 w 425"/>
                <a:gd name="T13" fmla="*/ 213 h 425"/>
                <a:gd name="T14" fmla="*/ 213 w 425"/>
                <a:gd name="T15" fmla="*/ 19 h 425"/>
                <a:gd name="T16" fmla="*/ 407 w 425"/>
                <a:gd name="T17" fmla="*/ 213 h 425"/>
                <a:gd name="T18" fmla="*/ 213 w 425"/>
                <a:gd name="T19" fmla="*/ 407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25" h="425">
                  <a:moveTo>
                    <a:pt x="213" y="0"/>
                  </a:moveTo>
                  <a:cubicBezTo>
                    <a:pt x="96" y="0"/>
                    <a:pt x="0" y="96"/>
                    <a:pt x="0" y="213"/>
                  </a:cubicBezTo>
                  <a:cubicBezTo>
                    <a:pt x="0" y="330"/>
                    <a:pt x="96" y="425"/>
                    <a:pt x="213" y="425"/>
                  </a:cubicBezTo>
                  <a:cubicBezTo>
                    <a:pt x="330" y="425"/>
                    <a:pt x="425" y="330"/>
                    <a:pt x="425" y="213"/>
                  </a:cubicBezTo>
                  <a:cubicBezTo>
                    <a:pt x="425" y="96"/>
                    <a:pt x="330" y="0"/>
                    <a:pt x="213" y="0"/>
                  </a:cubicBezTo>
                  <a:close/>
                  <a:moveTo>
                    <a:pt x="213" y="407"/>
                  </a:moveTo>
                  <a:cubicBezTo>
                    <a:pt x="106" y="407"/>
                    <a:pt x="19" y="320"/>
                    <a:pt x="19" y="213"/>
                  </a:cubicBezTo>
                  <a:cubicBezTo>
                    <a:pt x="19" y="106"/>
                    <a:pt x="106" y="19"/>
                    <a:pt x="213" y="19"/>
                  </a:cubicBezTo>
                  <a:cubicBezTo>
                    <a:pt x="320" y="19"/>
                    <a:pt x="407" y="106"/>
                    <a:pt x="407" y="213"/>
                  </a:cubicBezTo>
                  <a:cubicBezTo>
                    <a:pt x="407" y="320"/>
                    <a:pt x="320" y="407"/>
                    <a:pt x="213" y="407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" name="Freeform 16"/>
            <p:cNvSpPr>
              <a:spLocks noEditPoints="1"/>
            </p:cNvSpPr>
            <p:nvPr/>
          </p:nvSpPr>
          <p:spPr bwMode="auto">
            <a:xfrm>
              <a:off x="3956050" y="3879850"/>
              <a:ext cx="230188" cy="188913"/>
            </a:xfrm>
            <a:custGeom>
              <a:avLst/>
              <a:gdLst>
                <a:gd name="T0" fmla="*/ 221 w 230"/>
                <a:gd name="T1" fmla="*/ 20 h 189"/>
                <a:gd name="T2" fmla="*/ 223 w 230"/>
                <a:gd name="T3" fmla="*/ 15 h 189"/>
                <a:gd name="T4" fmla="*/ 220 w 230"/>
                <a:gd name="T5" fmla="*/ 5 h 189"/>
                <a:gd name="T6" fmla="*/ 209 w 230"/>
                <a:gd name="T7" fmla="*/ 4 h 189"/>
                <a:gd name="T8" fmla="*/ 189 w 230"/>
                <a:gd name="T9" fmla="*/ 13 h 189"/>
                <a:gd name="T10" fmla="*/ 155 w 230"/>
                <a:gd name="T11" fmla="*/ 0 h 189"/>
                <a:gd name="T12" fmla="*/ 103 w 230"/>
                <a:gd name="T13" fmla="*/ 52 h 189"/>
                <a:gd name="T14" fmla="*/ 32 w 230"/>
                <a:gd name="T15" fmla="*/ 11 h 189"/>
                <a:gd name="T16" fmla="*/ 24 w 230"/>
                <a:gd name="T17" fmla="*/ 8 h 189"/>
                <a:gd name="T18" fmla="*/ 17 w 230"/>
                <a:gd name="T19" fmla="*/ 12 h 189"/>
                <a:gd name="T20" fmla="*/ 10 w 230"/>
                <a:gd name="T21" fmla="*/ 39 h 189"/>
                <a:gd name="T22" fmla="*/ 14 w 230"/>
                <a:gd name="T23" fmla="*/ 61 h 189"/>
                <a:gd name="T24" fmla="*/ 14 w 230"/>
                <a:gd name="T25" fmla="*/ 61 h 189"/>
                <a:gd name="T26" fmla="*/ 9 w 230"/>
                <a:gd name="T27" fmla="*/ 69 h 189"/>
                <a:gd name="T28" fmla="*/ 9 w 230"/>
                <a:gd name="T29" fmla="*/ 70 h 189"/>
                <a:gd name="T30" fmla="*/ 26 w 230"/>
                <a:gd name="T31" fmla="*/ 108 h 189"/>
                <a:gd name="T32" fmla="*/ 25 w 230"/>
                <a:gd name="T33" fmla="*/ 115 h 189"/>
                <a:gd name="T34" fmla="*/ 50 w 230"/>
                <a:gd name="T35" fmla="*/ 146 h 189"/>
                <a:gd name="T36" fmla="*/ 20 w 230"/>
                <a:gd name="T37" fmla="*/ 152 h 189"/>
                <a:gd name="T38" fmla="*/ 11 w 230"/>
                <a:gd name="T39" fmla="*/ 151 h 189"/>
                <a:gd name="T40" fmla="*/ 1 w 230"/>
                <a:gd name="T41" fmla="*/ 157 h 189"/>
                <a:gd name="T42" fmla="*/ 5 w 230"/>
                <a:gd name="T43" fmla="*/ 168 h 189"/>
                <a:gd name="T44" fmla="*/ 76 w 230"/>
                <a:gd name="T45" fmla="*/ 189 h 189"/>
                <a:gd name="T46" fmla="*/ 208 w 230"/>
                <a:gd name="T47" fmla="*/ 57 h 189"/>
                <a:gd name="T48" fmla="*/ 208 w 230"/>
                <a:gd name="T49" fmla="*/ 56 h 189"/>
                <a:gd name="T50" fmla="*/ 228 w 230"/>
                <a:gd name="T51" fmla="*/ 35 h 189"/>
                <a:gd name="T52" fmla="*/ 227 w 230"/>
                <a:gd name="T53" fmla="*/ 23 h 189"/>
                <a:gd name="T54" fmla="*/ 221 w 230"/>
                <a:gd name="T55" fmla="*/ 20 h 189"/>
                <a:gd name="T56" fmla="*/ 189 w 230"/>
                <a:gd name="T57" fmla="*/ 57 h 189"/>
                <a:gd name="T58" fmla="*/ 76 w 230"/>
                <a:gd name="T59" fmla="*/ 170 h 189"/>
                <a:gd name="T60" fmla="*/ 47 w 230"/>
                <a:gd name="T61" fmla="*/ 167 h 189"/>
                <a:gd name="T62" fmla="*/ 80 w 230"/>
                <a:gd name="T63" fmla="*/ 150 h 189"/>
                <a:gd name="T64" fmla="*/ 83 w 230"/>
                <a:gd name="T65" fmla="*/ 140 h 189"/>
                <a:gd name="T66" fmla="*/ 74 w 230"/>
                <a:gd name="T67" fmla="*/ 133 h 189"/>
                <a:gd name="T68" fmla="*/ 50 w 230"/>
                <a:gd name="T69" fmla="*/ 122 h 189"/>
                <a:gd name="T70" fmla="*/ 55 w 230"/>
                <a:gd name="T71" fmla="*/ 121 h 189"/>
                <a:gd name="T72" fmla="*/ 62 w 230"/>
                <a:gd name="T73" fmla="*/ 112 h 189"/>
                <a:gd name="T74" fmla="*/ 55 w 230"/>
                <a:gd name="T75" fmla="*/ 103 h 189"/>
                <a:gd name="T76" fmla="*/ 31 w 230"/>
                <a:gd name="T77" fmla="*/ 83 h 189"/>
                <a:gd name="T78" fmla="*/ 38 w 230"/>
                <a:gd name="T79" fmla="*/ 84 h 189"/>
                <a:gd name="T80" fmla="*/ 47 w 230"/>
                <a:gd name="T81" fmla="*/ 77 h 189"/>
                <a:gd name="T82" fmla="*/ 43 w 230"/>
                <a:gd name="T83" fmla="*/ 67 h 189"/>
                <a:gd name="T84" fmla="*/ 28 w 230"/>
                <a:gd name="T85" fmla="*/ 39 h 189"/>
                <a:gd name="T86" fmla="*/ 28 w 230"/>
                <a:gd name="T87" fmla="*/ 35 h 189"/>
                <a:gd name="T88" fmla="*/ 113 w 230"/>
                <a:gd name="T89" fmla="*/ 71 h 189"/>
                <a:gd name="T90" fmla="*/ 121 w 230"/>
                <a:gd name="T91" fmla="*/ 68 h 189"/>
                <a:gd name="T92" fmla="*/ 122 w 230"/>
                <a:gd name="T93" fmla="*/ 60 h 189"/>
                <a:gd name="T94" fmla="*/ 122 w 230"/>
                <a:gd name="T95" fmla="*/ 52 h 189"/>
                <a:gd name="T96" fmla="*/ 155 w 230"/>
                <a:gd name="T97" fmla="*/ 19 h 189"/>
                <a:gd name="T98" fmla="*/ 180 w 230"/>
                <a:gd name="T99" fmla="*/ 29 h 189"/>
                <a:gd name="T100" fmla="*/ 187 w 230"/>
                <a:gd name="T101" fmla="*/ 32 h 189"/>
                <a:gd name="T102" fmla="*/ 186 w 230"/>
                <a:gd name="T103" fmla="*/ 39 h 189"/>
                <a:gd name="T104" fmla="*/ 192 w 230"/>
                <a:gd name="T105" fmla="*/ 45 h 189"/>
                <a:gd name="T106" fmla="*/ 189 w 230"/>
                <a:gd name="T107" fmla="*/ 52 h 189"/>
                <a:gd name="T108" fmla="*/ 189 w 230"/>
                <a:gd name="T109" fmla="*/ 57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30" h="189">
                  <a:moveTo>
                    <a:pt x="221" y="20"/>
                  </a:moveTo>
                  <a:cubicBezTo>
                    <a:pt x="222" y="19"/>
                    <a:pt x="222" y="17"/>
                    <a:pt x="223" y="15"/>
                  </a:cubicBezTo>
                  <a:cubicBezTo>
                    <a:pt x="224" y="12"/>
                    <a:pt x="223" y="8"/>
                    <a:pt x="220" y="5"/>
                  </a:cubicBezTo>
                  <a:cubicBezTo>
                    <a:pt x="217" y="3"/>
                    <a:pt x="213" y="2"/>
                    <a:pt x="209" y="4"/>
                  </a:cubicBezTo>
                  <a:cubicBezTo>
                    <a:pt x="203" y="8"/>
                    <a:pt x="196" y="11"/>
                    <a:pt x="189" y="13"/>
                  </a:cubicBezTo>
                  <a:cubicBezTo>
                    <a:pt x="180" y="5"/>
                    <a:pt x="168" y="0"/>
                    <a:pt x="155" y="0"/>
                  </a:cubicBezTo>
                  <a:cubicBezTo>
                    <a:pt x="127" y="0"/>
                    <a:pt x="103" y="23"/>
                    <a:pt x="103" y="52"/>
                  </a:cubicBezTo>
                  <a:cubicBezTo>
                    <a:pt x="75" y="48"/>
                    <a:pt x="50" y="33"/>
                    <a:pt x="32" y="11"/>
                  </a:cubicBezTo>
                  <a:cubicBezTo>
                    <a:pt x="30" y="9"/>
                    <a:pt x="27" y="8"/>
                    <a:pt x="24" y="8"/>
                  </a:cubicBezTo>
                  <a:cubicBezTo>
                    <a:pt x="21" y="8"/>
                    <a:pt x="18" y="10"/>
                    <a:pt x="17" y="12"/>
                  </a:cubicBezTo>
                  <a:cubicBezTo>
                    <a:pt x="12" y="20"/>
                    <a:pt x="10" y="30"/>
                    <a:pt x="10" y="39"/>
                  </a:cubicBezTo>
                  <a:cubicBezTo>
                    <a:pt x="10" y="47"/>
                    <a:pt x="11" y="54"/>
                    <a:pt x="14" y="61"/>
                  </a:cubicBezTo>
                  <a:cubicBezTo>
                    <a:pt x="14" y="61"/>
                    <a:pt x="14" y="61"/>
                    <a:pt x="14" y="61"/>
                  </a:cubicBezTo>
                  <a:cubicBezTo>
                    <a:pt x="11" y="63"/>
                    <a:pt x="9" y="66"/>
                    <a:pt x="9" y="69"/>
                  </a:cubicBezTo>
                  <a:cubicBezTo>
                    <a:pt x="9" y="70"/>
                    <a:pt x="9" y="70"/>
                    <a:pt x="9" y="70"/>
                  </a:cubicBezTo>
                  <a:cubicBezTo>
                    <a:pt x="9" y="85"/>
                    <a:pt x="15" y="98"/>
                    <a:pt x="26" y="108"/>
                  </a:cubicBezTo>
                  <a:cubicBezTo>
                    <a:pt x="24" y="110"/>
                    <a:pt x="24" y="113"/>
                    <a:pt x="25" y="115"/>
                  </a:cubicBezTo>
                  <a:cubicBezTo>
                    <a:pt x="29" y="129"/>
                    <a:pt x="38" y="139"/>
                    <a:pt x="50" y="146"/>
                  </a:cubicBezTo>
                  <a:cubicBezTo>
                    <a:pt x="41" y="150"/>
                    <a:pt x="31" y="152"/>
                    <a:pt x="20" y="152"/>
                  </a:cubicBezTo>
                  <a:cubicBezTo>
                    <a:pt x="17" y="152"/>
                    <a:pt x="14" y="151"/>
                    <a:pt x="11" y="151"/>
                  </a:cubicBezTo>
                  <a:cubicBezTo>
                    <a:pt x="7" y="151"/>
                    <a:pt x="3" y="153"/>
                    <a:pt x="1" y="157"/>
                  </a:cubicBezTo>
                  <a:cubicBezTo>
                    <a:pt x="0" y="161"/>
                    <a:pt x="1" y="166"/>
                    <a:pt x="5" y="168"/>
                  </a:cubicBezTo>
                  <a:cubicBezTo>
                    <a:pt x="26" y="182"/>
                    <a:pt x="51" y="189"/>
                    <a:pt x="76" y="189"/>
                  </a:cubicBezTo>
                  <a:cubicBezTo>
                    <a:pt x="159" y="189"/>
                    <a:pt x="208" y="122"/>
                    <a:pt x="208" y="57"/>
                  </a:cubicBezTo>
                  <a:cubicBezTo>
                    <a:pt x="208" y="57"/>
                    <a:pt x="208" y="57"/>
                    <a:pt x="208" y="56"/>
                  </a:cubicBezTo>
                  <a:cubicBezTo>
                    <a:pt x="215" y="50"/>
                    <a:pt x="222" y="43"/>
                    <a:pt x="228" y="35"/>
                  </a:cubicBezTo>
                  <a:cubicBezTo>
                    <a:pt x="230" y="31"/>
                    <a:pt x="230" y="27"/>
                    <a:pt x="227" y="23"/>
                  </a:cubicBezTo>
                  <a:cubicBezTo>
                    <a:pt x="225" y="22"/>
                    <a:pt x="223" y="21"/>
                    <a:pt x="221" y="20"/>
                  </a:cubicBezTo>
                  <a:close/>
                  <a:moveTo>
                    <a:pt x="189" y="57"/>
                  </a:moveTo>
                  <a:cubicBezTo>
                    <a:pt x="189" y="113"/>
                    <a:pt x="147" y="170"/>
                    <a:pt x="76" y="170"/>
                  </a:cubicBezTo>
                  <a:cubicBezTo>
                    <a:pt x="66" y="170"/>
                    <a:pt x="57" y="169"/>
                    <a:pt x="47" y="167"/>
                  </a:cubicBezTo>
                  <a:cubicBezTo>
                    <a:pt x="59" y="163"/>
                    <a:pt x="70" y="158"/>
                    <a:pt x="80" y="150"/>
                  </a:cubicBezTo>
                  <a:cubicBezTo>
                    <a:pt x="83" y="147"/>
                    <a:pt x="84" y="143"/>
                    <a:pt x="83" y="140"/>
                  </a:cubicBezTo>
                  <a:cubicBezTo>
                    <a:pt x="81" y="136"/>
                    <a:pt x="78" y="133"/>
                    <a:pt x="74" y="133"/>
                  </a:cubicBezTo>
                  <a:cubicBezTo>
                    <a:pt x="65" y="133"/>
                    <a:pt x="56" y="129"/>
                    <a:pt x="50" y="122"/>
                  </a:cubicBezTo>
                  <a:cubicBezTo>
                    <a:pt x="52" y="122"/>
                    <a:pt x="54" y="121"/>
                    <a:pt x="55" y="121"/>
                  </a:cubicBezTo>
                  <a:cubicBezTo>
                    <a:pt x="60" y="120"/>
                    <a:pt x="63" y="116"/>
                    <a:pt x="62" y="112"/>
                  </a:cubicBezTo>
                  <a:cubicBezTo>
                    <a:pt x="62" y="107"/>
                    <a:pt x="59" y="104"/>
                    <a:pt x="55" y="103"/>
                  </a:cubicBezTo>
                  <a:cubicBezTo>
                    <a:pt x="44" y="101"/>
                    <a:pt x="35" y="93"/>
                    <a:pt x="31" y="83"/>
                  </a:cubicBezTo>
                  <a:cubicBezTo>
                    <a:pt x="33" y="84"/>
                    <a:pt x="35" y="84"/>
                    <a:pt x="38" y="84"/>
                  </a:cubicBezTo>
                  <a:cubicBezTo>
                    <a:pt x="42" y="84"/>
                    <a:pt x="46" y="81"/>
                    <a:pt x="47" y="77"/>
                  </a:cubicBezTo>
                  <a:cubicBezTo>
                    <a:pt x="48" y="73"/>
                    <a:pt x="47" y="69"/>
                    <a:pt x="43" y="67"/>
                  </a:cubicBezTo>
                  <a:cubicBezTo>
                    <a:pt x="34" y="61"/>
                    <a:pt x="28" y="50"/>
                    <a:pt x="28" y="39"/>
                  </a:cubicBezTo>
                  <a:cubicBezTo>
                    <a:pt x="28" y="38"/>
                    <a:pt x="28" y="36"/>
                    <a:pt x="28" y="35"/>
                  </a:cubicBezTo>
                  <a:cubicBezTo>
                    <a:pt x="51" y="57"/>
                    <a:pt x="81" y="70"/>
                    <a:pt x="113" y="71"/>
                  </a:cubicBezTo>
                  <a:cubicBezTo>
                    <a:pt x="116" y="72"/>
                    <a:pt x="119" y="70"/>
                    <a:pt x="121" y="68"/>
                  </a:cubicBezTo>
                  <a:cubicBezTo>
                    <a:pt x="122" y="66"/>
                    <a:pt x="123" y="63"/>
                    <a:pt x="122" y="60"/>
                  </a:cubicBezTo>
                  <a:cubicBezTo>
                    <a:pt x="122" y="57"/>
                    <a:pt x="122" y="55"/>
                    <a:pt x="122" y="52"/>
                  </a:cubicBezTo>
                  <a:cubicBezTo>
                    <a:pt x="122" y="34"/>
                    <a:pt x="137" y="19"/>
                    <a:pt x="155" y="19"/>
                  </a:cubicBezTo>
                  <a:cubicBezTo>
                    <a:pt x="165" y="19"/>
                    <a:pt x="173" y="23"/>
                    <a:pt x="180" y="29"/>
                  </a:cubicBezTo>
                  <a:cubicBezTo>
                    <a:pt x="182" y="31"/>
                    <a:pt x="184" y="32"/>
                    <a:pt x="187" y="32"/>
                  </a:cubicBezTo>
                  <a:cubicBezTo>
                    <a:pt x="186" y="34"/>
                    <a:pt x="185" y="37"/>
                    <a:pt x="186" y="39"/>
                  </a:cubicBezTo>
                  <a:cubicBezTo>
                    <a:pt x="187" y="42"/>
                    <a:pt x="189" y="44"/>
                    <a:pt x="192" y="45"/>
                  </a:cubicBezTo>
                  <a:cubicBezTo>
                    <a:pt x="190" y="47"/>
                    <a:pt x="189" y="49"/>
                    <a:pt x="189" y="52"/>
                  </a:cubicBezTo>
                  <a:cubicBezTo>
                    <a:pt x="189" y="54"/>
                    <a:pt x="189" y="56"/>
                    <a:pt x="189" y="57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54" name="Group 153"/>
          <p:cNvGrpSpPr/>
          <p:nvPr/>
        </p:nvGrpSpPr>
        <p:grpSpPr>
          <a:xfrm>
            <a:off x="8377767" y="5005917"/>
            <a:ext cx="567267" cy="567267"/>
            <a:chOff x="6283325" y="3754438"/>
            <a:chExt cx="425450" cy="425450"/>
          </a:xfrm>
          <a:solidFill>
            <a:schemeClr val="tx2"/>
          </a:solidFill>
        </p:grpSpPr>
        <p:sp>
          <p:nvSpPr>
            <p:cNvPr id="17" name="Freeform 17"/>
            <p:cNvSpPr>
              <a:spLocks noEditPoints="1"/>
            </p:cNvSpPr>
            <p:nvPr/>
          </p:nvSpPr>
          <p:spPr bwMode="auto">
            <a:xfrm>
              <a:off x="6283325" y="3754438"/>
              <a:ext cx="425450" cy="425450"/>
            </a:xfrm>
            <a:custGeom>
              <a:avLst/>
              <a:gdLst>
                <a:gd name="T0" fmla="*/ 213 w 425"/>
                <a:gd name="T1" fmla="*/ 0 h 425"/>
                <a:gd name="T2" fmla="*/ 0 w 425"/>
                <a:gd name="T3" fmla="*/ 213 h 425"/>
                <a:gd name="T4" fmla="*/ 213 w 425"/>
                <a:gd name="T5" fmla="*/ 425 h 425"/>
                <a:gd name="T6" fmla="*/ 425 w 425"/>
                <a:gd name="T7" fmla="*/ 213 h 425"/>
                <a:gd name="T8" fmla="*/ 213 w 425"/>
                <a:gd name="T9" fmla="*/ 0 h 425"/>
                <a:gd name="T10" fmla="*/ 213 w 425"/>
                <a:gd name="T11" fmla="*/ 407 h 425"/>
                <a:gd name="T12" fmla="*/ 19 w 425"/>
                <a:gd name="T13" fmla="*/ 213 h 425"/>
                <a:gd name="T14" fmla="*/ 213 w 425"/>
                <a:gd name="T15" fmla="*/ 19 h 425"/>
                <a:gd name="T16" fmla="*/ 407 w 425"/>
                <a:gd name="T17" fmla="*/ 213 h 425"/>
                <a:gd name="T18" fmla="*/ 213 w 425"/>
                <a:gd name="T19" fmla="*/ 407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25" h="425">
                  <a:moveTo>
                    <a:pt x="213" y="0"/>
                  </a:moveTo>
                  <a:cubicBezTo>
                    <a:pt x="96" y="0"/>
                    <a:pt x="0" y="96"/>
                    <a:pt x="0" y="213"/>
                  </a:cubicBezTo>
                  <a:cubicBezTo>
                    <a:pt x="0" y="330"/>
                    <a:pt x="96" y="425"/>
                    <a:pt x="213" y="425"/>
                  </a:cubicBezTo>
                  <a:cubicBezTo>
                    <a:pt x="330" y="425"/>
                    <a:pt x="425" y="330"/>
                    <a:pt x="425" y="213"/>
                  </a:cubicBezTo>
                  <a:cubicBezTo>
                    <a:pt x="425" y="96"/>
                    <a:pt x="330" y="0"/>
                    <a:pt x="213" y="0"/>
                  </a:cubicBezTo>
                  <a:close/>
                  <a:moveTo>
                    <a:pt x="213" y="407"/>
                  </a:moveTo>
                  <a:cubicBezTo>
                    <a:pt x="106" y="407"/>
                    <a:pt x="19" y="320"/>
                    <a:pt x="19" y="213"/>
                  </a:cubicBezTo>
                  <a:cubicBezTo>
                    <a:pt x="19" y="106"/>
                    <a:pt x="106" y="19"/>
                    <a:pt x="213" y="19"/>
                  </a:cubicBezTo>
                  <a:cubicBezTo>
                    <a:pt x="320" y="19"/>
                    <a:pt x="407" y="106"/>
                    <a:pt x="407" y="213"/>
                  </a:cubicBezTo>
                  <a:cubicBezTo>
                    <a:pt x="407" y="320"/>
                    <a:pt x="320" y="407"/>
                    <a:pt x="213" y="407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" name="Freeform 18"/>
            <p:cNvSpPr>
              <a:spLocks/>
            </p:cNvSpPr>
            <p:nvPr/>
          </p:nvSpPr>
          <p:spPr bwMode="auto">
            <a:xfrm>
              <a:off x="6415088" y="3873500"/>
              <a:ext cx="188913" cy="188913"/>
            </a:xfrm>
            <a:custGeom>
              <a:avLst/>
              <a:gdLst>
                <a:gd name="T0" fmla="*/ 9 w 189"/>
                <a:gd name="T1" fmla="*/ 0 h 188"/>
                <a:gd name="T2" fmla="*/ 0 w 189"/>
                <a:gd name="T3" fmla="*/ 10 h 188"/>
                <a:gd name="T4" fmla="*/ 9 w 189"/>
                <a:gd name="T5" fmla="*/ 19 h 188"/>
                <a:gd name="T6" fmla="*/ 171 w 189"/>
                <a:gd name="T7" fmla="*/ 179 h 188"/>
                <a:gd name="T8" fmla="*/ 180 w 189"/>
                <a:gd name="T9" fmla="*/ 188 h 188"/>
                <a:gd name="T10" fmla="*/ 189 w 189"/>
                <a:gd name="T11" fmla="*/ 179 h 188"/>
                <a:gd name="T12" fmla="*/ 9 w 189"/>
                <a:gd name="T13" fmla="*/ 0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9" h="188">
                  <a:moveTo>
                    <a:pt x="9" y="0"/>
                  </a:moveTo>
                  <a:cubicBezTo>
                    <a:pt x="4" y="0"/>
                    <a:pt x="0" y="4"/>
                    <a:pt x="0" y="10"/>
                  </a:cubicBezTo>
                  <a:cubicBezTo>
                    <a:pt x="0" y="15"/>
                    <a:pt x="4" y="19"/>
                    <a:pt x="9" y="19"/>
                  </a:cubicBezTo>
                  <a:cubicBezTo>
                    <a:pt x="101" y="19"/>
                    <a:pt x="171" y="88"/>
                    <a:pt x="171" y="179"/>
                  </a:cubicBezTo>
                  <a:cubicBezTo>
                    <a:pt x="171" y="184"/>
                    <a:pt x="175" y="188"/>
                    <a:pt x="180" y="188"/>
                  </a:cubicBezTo>
                  <a:cubicBezTo>
                    <a:pt x="185" y="188"/>
                    <a:pt x="189" y="184"/>
                    <a:pt x="189" y="179"/>
                  </a:cubicBezTo>
                  <a:cubicBezTo>
                    <a:pt x="189" y="77"/>
                    <a:pt x="112" y="0"/>
                    <a:pt x="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" name="Freeform 19"/>
            <p:cNvSpPr>
              <a:spLocks/>
            </p:cNvSpPr>
            <p:nvPr/>
          </p:nvSpPr>
          <p:spPr bwMode="auto">
            <a:xfrm>
              <a:off x="6413500" y="3938588"/>
              <a:ext cx="125413" cy="123825"/>
            </a:xfrm>
            <a:custGeom>
              <a:avLst/>
              <a:gdLst>
                <a:gd name="T0" fmla="*/ 10 w 124"/>
                <a:gd name="T1" fmla="*/ 0 h 123"/>
                <a:gd name="T2" fmla="*/ 0 w 124"/>
                <a:gd name="T3" fmla="*/ 9 h 123"/>
                <a:gd name="T4" fmla="*/ 10 w 124"/>
                <a:gd name="T5" fmla="*/ 18 h 123"/>
                <a:gd name="T6" fmla="*/ 80 w 124"/>
                <a:gd name="T7" fmla="*/ 44 h 123"/>
                <a:gd name="T8" fmla="*/ 105 w 124"/>
                <a:gd name="T9" fmla="*/ 114 h 123"/>
                <a:gd name="T10" fmla="*/ 115 w 124"/>
                <a:gd name="T11" fmla="*/ 123 h 123"/>
                <a:gd name="T12" fmla="*/ 115 w 124"/>
                <a:gd name="T13" fmla="*/ 123 h 123"/>
                <a:gd name="T14" fmla="*/ 124 w 124"/>
                <a:gd name="T15" fmla="*/ 114 h 123"/>
                <a:gd name="T16" fmla="*/ 93 w 124"/>
                <a:gd name="T17" fmla="*/ 31 h 123"/>
                <a:gd name="T18" fmla="*/ 10 w 124"/>
                <a:gd name="T19" fmla="*/ 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4" h="123">
                  <a:moveTo>
                    <a:pt x="10" y="0"/>
                  </a:moveTo>
                  <a:cubicBezTo>
                    <a:pt x="5" y="0"/>
                    <a:pt x="0" y="4"/>
                    <a:pt x="0" y="9"/>
                  </a:cubicBezTo>
                  <a:cubicBezTo>
                    <a:pt x="0" y="14"/>
                    <a:pt x="5" y="18"/>
                    <a:pt x="10" y="18"/>
                  </a:cubicBezTo>
                  <a:cubicBezTo>
                    <a:pt x="39" y="18"/>
                    <a:pt x="63" y="27"/>
                    <a:pt x="80" y="44"/>
                  </a:cubicBezTo>
                  <a:cubicBezTo>
                    <a:pt x="96" y="61"/>
                    <a:pt x="105" y="85"/>
                    <a:pt x="105" y="114"/>
                  </a:cubicBezTo>
                  <a:cubicBezTo>
                    <a:pt x="105" y="119"/>
                    <a:pt x="109" y="123"/>
                    <a:pt x="115" y="123"/>
                  </a:cubicBezTo>
                  <a:cubicBezTo>
                    <a:pt x="115" y="123"/>
                    <a:pt x="115" y="123"/>
                    <a:pt x="115" y="123"/>
                  </a:cubicBezTo>
                  <a:cubicBezTo>
                    <a:pt x="120" y="123"/>
                    <a:pt x="124" y="119"/>
                    <a:pt x="124" y="114"/>
                  </a:cubicBezTo>
                  <a:cubicBezTo>
                    <a:pt x="124" y="80"/>
                    <a:pt x="113" y="51"/>
                    <a:pt x="93" y="31"/>
                  </a:cubicBezTo>
                  <a:cubicBezTo>
                    <a:pt x="73" y="11"/>
                    <a:pt x="44" y="0"/>
                    <a:pt x="1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" name="Freeform 20"/>
            <p:cNvSpPr>
              <a:spLocks noEditPoints="1"/>
            </p:cNvSpPr>
            <p:nvPr/>
          </p:nvSpPr>
          <p:spPr bwMode="auto">
            <a:xfrm>
              <a:off x="6413500" y="4003675"/>
              <a:ext cx="58738" cy="57150"/>
            </a:xfrm>
            <a:custGeom>
              <a:avLst/>
              <a:gdLst>
                <a:gd name="T0" fmla="*/ 29 w 58"/>
                <a:gd name="T1" fmla="*/ 0 h 58"/>
                <a:gd name="T2" fmla="*/ 0 w 58"/>
                <a:gd name="T3" fmla="*/ 29 h 58"/>
                <a:gd name="T4" fmla="*/ 29 w 58"/>
                <a:gd name="T5" fmla="*/ 58 h 58"/>
                <a:gd name="T6" fmla="*/ 58 w 58"/>
                <a:gd name="T7" fmla="*/ 29 h 58"/>
                <a:gd name="T8" fmla="*/ 29 w 58"/>
                <a:gd name="T9" fmla="*/ 0 h 58"/>
                <a:gd name="T10" fmla="*/ 29 w 58"/>
                <a:gd name="T11" fmla="*/ 40 h 58"/>
                <a:gd name="T12" fmla="*/ 19 w 58"/>
                <a:gd name="T13" fmla="*/ 29 h 58"/>
                <a:gd name="T14" fmla="*/ 29 w 58"/>
                <a:gd name="T15" fmla="*/ 19 h 58"/>
                <a:gd name="T16" fmla="*/ 40 w 58"/>
                <a:gd name="T17" fmla="*/ 29 h 58"/>
                <a:gd name="T18" fmla="*/ 29 w 58"/>
                <a:gd name="T19" fmla="*/ 40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8" h="58">
                  <a:moveTo>
                    <a:pt x="29" y="0"/>
                  </a:moveTo>
                  <a:cubicBezTo>
                    <a:pt x="13" y="0"/>
                    <a:pt x="0" y="13"/>
                    <a:pt x="0" y="29"/>
                  </a:cubicBezTo>
                  <a:cubicBezTo>
                    <a:pt x="0" y="45"/>
                    <a:pt x="13" y="58"/>
                    <a:pt x="29" y="58"/>
                  </a:cubicBezTo>
                  <a:cubicBezTo>
                    <a:pt x="45" y="58"/>
                    <a:pt x="58" y="45"/>
                    <a:pt x="58" y="29"/>
                  </a:cubicBezTo>
                  <a:cubicBezTo>
                    <a:pt x="58" y="13"/>
                    <a:pt x="45" y="0"/>
                    <a:pt x="29" y="0"/>
                  </a:cubicBezTo>
                  <a:close/>
                  <a:moveTo>
                    <a:pt x="29" y="40"/>
                  </a:moveTo>
                  <a:cubicBezTo>
                    <a:pt x="24" y="40"/>
                    <a:pt x="19" y="35"/>
                    <a:pt x="19" y="29"/>
                  </a:cubicBezTo>
                  <a:cubicBezTo>
                    <a:pt x="19" y="24"/>
                    <a:pt x="24" y="19"/>
                    <a:pt x="29" y="19"/>
                  </a:cubicBezTo>
                  <a:cubicBezTo>
                    <a:pt x="35" y="19"/>
                    <a:pt x="40" y="24"/>
                    <a:pt x="40" y="29"/>
                  </a:cubicBezTo>
                  <a:cubicBezTo>
                    <a:pt x="40" y="35"/>
                    <a:pt x="35" y="40"/>
                    <a:pt x="29" y="4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53" name="Group 152"/>
          <p:cNvGrpSpPr/>
          <p:nvPr/>
        </p:nvGrpSpPr>
        <p:grpSpPr>
          <a:xfrm>
            <a:off x="7294033" y="5005917"/>
            <a:ext cx="567267" cy="567267"/>
            <a:chOff x="5470525" y="3754438"/>
            <a:chExt cx="425450" cy="425450"/>
          </a:xfrm>
          <a:solidFill>
            <a:schemeClr val="tx2"/>
          </a:solidFill>
        </p:grpSpPr>
        <p:sp>
          <p:nvSpPr>
            <p:cNvPr id="21" name="Freeform 21"/>
            <p:cNvSpPr>
              <a:spLocks noEditPoints="1"/>
            </p:cNvSpPr>
            <p:nvPr/>
          </p:nvSpPr>
          <p:spPr bwMode="auto">
            <a:xfrm>
              <a:off x="5470525" y="3754438"/>
              <a:ext cx="425450" cy="425450"/>
            </a:xfrm>
            <a:custGeom>
              <a:avLst/>
              <a:gdLst>
                <a:gd name="T0" fmla="*/ 213 w 425"/>
                <a:gd name="T1" fmla="*/ 0 h 425"/>
                <a:gd name="T2" fmla="*/ 0 w 425"/>
                <a:gd name="T3" fmla="*/ 213 h 425"/>
                <a:gd name="T4" fmla="*/ 213 w 425"/>
                <a:gd name="T5" fmla="*/ 425 h 425"/>
                <a:gd name="T6" fmla="*/ 425 w 425"/>
                <a:gd name="T7" fmla="*/ 213 h 425"/>
                <a:gd name="T8" fmla="*/ 213 w 425"/>
                <a:gd name="T9" fmla="*/ 0 h 425"/>
                <a:gd name="T10" fmla="*/ 213 w 425"/>
                <a:gd name="T11" fmla="*/ 407 h 425"/>
                <a:gd name="T12" fmla="*/ 19 w 425"/>
                <a:gd name="T13" fmla="*/ 213 h 425"/>
                <a:gd name="T14" fmla="*/ 213 w 425"/>
                <a:gd name="T15" fmla="*/ 19 h 425"/>
                <a:gd name="T16" fmla="*/ 406 w 425"/>
                <a:gd name="T17" fmla="*/ 213 h 425"/>
                <a:gd name="T18" fmla="*/ 213 w 425"/>
                <a:gd name="T19" fmla="*/ 407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25" h="425">
                  <a:moveTo>
                    <a:pt x="213" y="0"/>
                  </a:moveTo>
                  <a:cubicBezTo>
                    <a:pt x="95" y="0"/>
                    <a:pt x="0" y="96"/>
                    <a:pt x="0" y="213"/>
                  </a:cubicBezTo>
                  <a:cubicBezTo>
                    <a:pt x="0" y="330"/>
                    <a:pt x="95" y="425"/>
                    <a:pt x="213" y="425"/>
                  </a:cubicBezTo>
                  <a:cubicBezTo>
                    <a:pt x="330" y="425"/>
                    <a:pt x="425" y="330"/>
                    <a:pt x="425" y="213"/>
                  </a:cubicBezTo>
                  <a:cubicBezTo>
                    <a:pt x="425" y="96"/>
                    <a:pt x="330" y="0"/>
                    <a:pt x="213" y="0"/>
                  </a:cubicBezTo>
                  <a:close/>
                  <a:moveTo>
                    <a:pt x="213" y="407"/>
                  </a:moveTo>
                  <a:cubicBezTo>
                    <a:pt x="106" y="407"/>
                    <a:pt x="19" y="320"/>
                    <a:pt x="19" y="213"/>
                  </a:cubicBezTo>
                  <a:cubicBezTo>
                    <a:pt x="19" y="106"/>
                    <a:pt x="106" y="19"/>
                    <a:pt x="213" y="19"/>
                  </a:cubicBezTo>
                  <a:cubicBezTo>
                    <a:pt x="319" y="19"/>
                    <a:pt x="406" y="106"/>
                    <a:pt x="406" y="213"/>
                  </a:cubicBezTo>
                  <a:cubicBezTo>
                    <a:pt x="406" y="320"/>
                    <a:pt x="319" y="407"/>
                    <a:pt x="213" y="407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" name="Freeform 22"/>
            <p:cNvSpPr>
              <a:spLocks noEditPoints="1"/>
            </p:cNvSpPr>
            <p:nvPr/>
          </p:nvSpPr>
          <p:spPr bwMode="auto">
            <a:xfrm>
              <a:off x="5575300" y="3860800"/>
              <a:ext cx="215900" cy="215900"/>
            </a:xfrm>
            <a:custGeom>
              <a:avLst/>
              <a:gdLst>
                <a:gd name="T0" fmla="*/ 0 w 215"/>
                <a:gd name="T1" fmla="*/ 97 h 216"/>
                <a:gd name="T2" fmla="*/ 108 w 215"/>
                <a:gd name="T3" fmla="*/ 216 h 216"/>
                <a:gd name="T4" fmla="*/ 211 w 215"/>
                <a:gd name="T5" fmla="*/ 136 h 216"/>
                <a:gd name="T6" fmla="*/ 186 w 215"/>
                <a:gd name="T7" fmla="*/ 34 h 216"/>
                <a:gd name="T8" fmla="*/ 165 w 215"/>
                <a:gd name="T9" fmla="*/ 45 h 216"/>
                <a:gd name="T10" fmla="*/ 160 w 215"/>
                <a:gd name="T11" fmla="*/ 51 h 216"/>
                <a:gd name="T12" fmla="*/ 153 w 215"/>
                <a:gd name="T13" fmla="*/ 57 h 216"/>
                <a:gd name="T14" fmla="*/ 146 w 215"/>
                <a:gd name="T15" fmla="*/ 63 h 216"/>
                <a:gd name="T16" fmla="*/ 137 w 215"/>
                <a:gd name="T17" fmla="*/ 70 h 216"/>
                <a:gd name="T18" fmla="*/ 128 w 215"/>
                <a:gd name="T19" fmla="*/ 75 h 216"/>
                <a:gd name="T20" fmla="*/ 117 w 215"/>
                <a:gd name="T21" fmla="*/ 80 h 216"/>
                <a:gd name="T22" fmla="*/ 109 w 215"/>
                <a:gd name="T23" fmla="*/ 63 h 216"/>
                <a:gd name="T24" fmla="*/ 100 w 215"/>
                <a:gd name="T25" fmla="*/ 48 h 216"/>
                <a:gd name="T26" fmla="*/ 92 w 215"/>
                <a:gd name="T27" fmla="*/ 34 h 216"/>
                <a:gd name="T28" fmla="*/ 85 w 215"/>
                <a:gd name="T29" fmla="*/ 22 h 216"/>
                <a:gd name="T30" fmla="*/ 67 w 215"/>
                <a:gd name="T31" fmla="*/ 29 h 216"/>
                <a:gd name="T32" fmla="*/ 75 w 215"/>
                <a:gd name="T33" fmla="*/ 41 h 216"/>
                <a:gd name="T34" fmla="*/ 83 w 215"/>
                <a:gd name="T35" fmla="*/ 55 h 216"/>
                <a:gd name="T36" fmla="*/ 91 w 215"/>
                <a:gd name="T37" fmla="*/ 70 h 216"/>
                <a:gd name="T38" fmla="*/ 99 w 215"/>
                <a:gd name="T39" fmla="*/ 86 h 216"/>
                <a:gd name="T40" fmla="*/ 82 w 215"/>
                <a:gd name="T41" fmla="*/ 90 h 216"/>
                <a:gd name="T42" fmla="*/ 63 w 215"/>
                <a:gd name="T43" fmla="*/ 91 h 216"/>
                <a:gd name="T44" fmla="*/ 43 w 215"/>
                <a:gd name="T45" fmla="*/ 92 h 216"/>
                <a:gd name="T46" fmla="*/ 22 w 215"/>
                <a:gd name="T47" fmla="*/ 90 h 216"/>
                <a:gd name="T48" fmla="*/ 19 w 215"/>
                <a:gd name="T49" fmla="*/ 109 h 216"/>
                <a:gd name="T50" fmla="*/ 45 w 215"/>
                <a:gd name="T51" fmla="*/ 110 h 216"/>
                <a:gd name="T52" fmla="*/ 56 w 215"/>
                <a:gd name="T53" fmla="*/ 110 h 216"/>
                <a:gd name="T54" fmla="*/ 89 w 215"/>
                <a:gd name="T55" fmla="*/ 107 h 216"/>
                <a:gd name="T56" fmla="*/ 107 w 215"/>
                <a:gd name="T57" fmla="*/ 103 h 216"/>
                <a:gd name="T58" fmla="*/ 116 w 215"/>
                <a:gd name="T59" fmla="*/ 125 h 216"/>
                <a:gd name="T60" fmla="*/ 104 w 215"/>
                <a:gd name="T61" fmla="*/ 129 h 216"/>
                <a:gd name="T62" fmla="*/ 92 w 215"/>
                <a:gd name="T63" fmla="*/ 135 h 216"/>
                <a:gd name="T64" fmla="*/ 79 w 215"/>
                <a:gd name="T65" fmla="*/ 142 h 216"/>
                <a:gd name="T66" fmla="*/ 68 w 215"/>
                <a:gd name="T67" fmla="*/ 149 h 216"/>
                <a:gd name="T68" fmla="*/ 58 w 215"/>
                <a:gd name="T69" fmla="*/ 158 h 216"/>
                <a:gd name="T70" fmla="*/ 50 w 215"/>
                <a:gd name="T71" fmla="*/ 166 h 216"/>
                <a:gd name="T72" fmla="*/ 45 w 215"/>
                <a:gd name="T73" fmla="*/ 171 h 216"/>
                <a:gd name="T74" fmla="*/ 63 w 215"/>
                <a:gd name="T75" fmla="*/ 179 h 216"/>
                <a:gd name="T76" fmla="*/ 70 w 215"/>
                <a:gd name="T77" fmla="*/ 172 h 216"/>
                <a:gd name="T78" fmla="*/ 79 w 215"/>
                <a:gd name="T79" fmla="*/ 164 h 216"/>
                <a:gd name="T80" fmla="*/ 89 w 215"/>
                <a:gd name="T81" fmla="*/ 158 h 216"/>
                <a:gd name="T82" fmla="*/ 100 w 215"/>
                <a:gd name="T83" fmla="*/ 151 h 216"/>
                <a:gd name="T84" fmla="*/ 112 w 215"/>
                <a:gd name="T85" fmla="*/ 146 h 216"/>
                <a:gd name="T86" fmla="*/ 124 w 215"/>
                <a:gd name="T87" fmla="*/ 147 h 216"/>
                <a:gd name="T88" fmla="*/ 135 w 215"/>
                <a:gd name="T89" fmla="*/ 181 h 216"/>
                <a:gd name="T90" fmla="*/ 59 w 215"/>
                <a:gd name="T91" fmla="*/ 183 h 216"/>
                <a:gd name="T92" fmla="*/ 149 w 215"/>
                <a:gd name="T93" fmla="*/ 161 h 216"/>
                <a:gd name="T94" fmla="*/ 141 w 215"/>
                <a:gd name="T95" fmla="*/ 138 h 216"/>
                <a:gd name="T96" fmla="*/ 164 w 215"/>
                <a:gd name="T97" fmla="*/ 137 h 216"/>
                <a:gd name="T98" fmla="*/ 182 w 215"/>
                <a:gd name="T99" fmla="*/ 139 h 216"/>
                <a:gd name="T100" fmla="*/ 195 w 215"/>
                <a:gd name="T101" fmla="*/ 122 h 216"/>
                <a:gd name="T102" fmla="*/ 175 w 215"/>
                <a:gd name="T103" fmla="*/ 119 h 216"/>
                <a:gd name="T104" fmla="*/ 159 w 215"/>
                <a:gd name="T105" fmla="*/ 118 h 216"/>
                <a:gd name="T106" fmla="*/ 144 w 215"/>
                <a:gd name="T107" fmla="*/ 119 h 216"/>
                <a:gd name="T108" fmla="*/ 134 w 215"/>
                <a:gd name="T109" fmla="*/ 119 h 216"/>
                <a:gd name="T110" fmla="*/ 125 w 215"/>
                <a:gd name="T111" fmla="*/ 97 h 216"/>
                <a:gd name="T112" fmla="*/ 136 w 215"/>
                <a:gd name="T113" fmla="*/ 92 h 216"/>
                <a:gd name="T114" fmla="*/ 147 w 215"/>
                <a:gd name="T115" fmla="*/ 86 h 216"/>
                <a:gd name="T116" fmla="*/ 157 w 215"/>
                <a:gd name="T117" fmla="*/ 78 h 216"/>
                <a:gd name="T118" fmla="*/ 166 w 215"/>
                <a:gd name="T119" fmla="*/ 71 h 216"/>
                <a:gd name="T120" fmla="*/ 174 w 215"/>
                <a:gd name="T121" fmla="*/ 63 h 216"/>
                <a:gd name="T122" fmla="*/ 180 w 215"/>
                <a:gd name="T123" fmla="*/ 56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15" h="216">
                  <a:moveTo>
                    <a:pt x="108" y="0"/>
                  </a:moveTo>
                  <a:cubicBezTo>
                    <a:pt x="93" y="0"/>
                    <a:pt x="80" y="3"/>
                    <a:pt x="67" y="8"/>
                  </a:cubicBezTo>
                  <a:cubicBezTo>
                    <a:pt x="67" y="8"/>
                    <a:pt x="67" y="8"/>
                    <a:pt x="67" y="8"/>
                  </a:cubicBezTo>
                  <a:cubicBezTo>
                    <a:pt x="30" y="24"/>
                    <a:pt x="4" y="58"/>
                    <a:pt x="0" y="97"/>
                  </a:cubicBezTo>
                  <a:cubicBezTo>
                    <a:pt x="0" y="101"/>
                    <a:pt x="0" y="104"/>
                    <a:pt x="0" y="108"/>
                  </a:cubicBezTo>
                  <a:cubicBezTo>
                    <a:pt x="0" y="140"/>
                    <a:pt x="14" y="171"/>
                    <a:pt x="40" y="191"/>
                  </a:cubicBezTo>
                  <a:cubicBezTo>
                    <a:pt x="40" y="191"/>
                    <a:pt x="40" y="191"/>
                    <a:pt x="40" y="191"/>
                  </a:cubicBezTo>
                  <a:cubicBezTo>
                    <a:pt x="59" y="207"/>
                    <a:pt x="83" y="216"/>
                    <a:pt x="108" y="216"/>
                  </a:cubicBezTo>
                  <a:cubicBezTo>
                    <a:pt x="123" y="216"/>
                    <a:pt x="138" y="212"/>
                    <a:pt x="152" y="206"/>
                  </a:cubicBezTo>
                  <a:cubicBezTo>
                    <a:pt x="152" y="206"/>
                    <a:pt x="152" y="206"/>
                    <a:pt x="152" y="206"/>
                  </a:cubicBezTo>
                  <a:cubicBezTo>
                    <a:pt x="152" y="206"/>
                    <a:pt x="152" y="206"/>
                    <a:pt x="152" y="206"/>
                  </a:cubicBezTo>
                  <a:cubicBezTo>
                    <a:pt x="182" y="192"/>
                    <a:pt x="203" y="167"/>
                    <a:pt x="211" y="136"/>
                  </a:cubicBezTo>
                  <a:cubicBezTo>
                    <a:pt x="211" y="136"/>
                    <a:pt x="211" y="136"/>
                    <a:pt x="211" y="136"/>
                  </a:cubicBezTo>
                  <a:cubicBezTo>
                    <a:pt x="211" y="136"/>
                    <a:pt x="211" y="136"/>
                    <a:pt x="211" y="136"/>
                  </a:cubicBezTo>
                  <a:cubicBezTo>
                    <a:pt x="214" y="126"/>
                    <a:pt x="215" y="117"/>
                    <a:pt x="215" y="108"/>
                  </a:cubicBezTo>
                  <a:cubicBezTo>
                    <a:pt x="215" y="81"/>
                    <a:pt x="205" y="54"/>
                    <a:pt x="186" y="34"/>
                  </a:cubicBezTo>
                  <a:cubicBezTo>
                    <a:pt x="165" y="12"/>
                    <a:pt x="137" y="0"/>
                    <a:pt x="108" y="0"/>
                  </a:cubicBezTo>
                  <a:close/>
                  <a:moveTo>
                    <a:pt x="108" y="19"/>
                  </a:moveTo>
                  <a:cubicBezTo>
                    <a:pt x="130" y="19"/>
                    <a:pt x="151" y="27"/>
                    <a:pt x="167" y="42"/>
                  </a:cubicBezTo>
                  <a:cubicBezTo>
                    <a:pt x="166" y="43"/>
                    <a:pt x="166" y="44"/>
                    <a:pt x="165" y="45"/>
                  </a:cubicBezTo>
                  <a:cubicBezTo>
                    <a:pt x="165" y="45"/>
                    <a:pt x="164" y="45"/>
                    <a:pt x="164" y="45"/>
                  </a:cubicBezTo>
                  <a:cubicBezTo>
                    <a:pt x="164" y="46"/>
                    <a:pt x="163" y="47"/>
                    <a:pt x="163" y="48"/>
                  </a:cubicBezTo>
                  <a:cubicBezTo>
                    <a:pt x="162" y="48"/>
                    <a:pt x="162" y="48"/>
                    <a:pt x="162" y="49"/>
                  </a:cubicBezTo>
                  <a:cubicBezTo>
                    <a:pt x="161" y="49"/>
                    <a:pt x="161" y="50"/>
                    <a:pt x="160" y="51"/>
                  </a:cubicBezTo>
                  <a:cubicBezTo>
                    <a:pt x="160" y="51"/>
                    <a:pt x="159" y="51"/>
                    <a:pt x="159" y="51"/>
                  </a:cubicBezTo>
                  <a:cubicBezTo>
                    <a:pt x="158" y="52"/>
                    <a:pt x="157" y="53"/>
                    <a:pt x="156" y="54"/>
                  </a:cubicBezTo>
                  <a:cubicBezTo>
                    <a:pt x="156" y="54"/>
                    <a:pt x="156" y="54"/>
                    <a:pt x="156" y="54"/>
                  </a:cubicBezTo>
                  <a:cubicBezTo>
                    <a:pt x="155" y="55"/>
                    <a:pt x="154" y="56"/>
                    <a:pt x="153" y="57"/>
                  </a:cubicBezTo>
                  <a:cubicBezTo>
                    <a:pt x="153" y="58"/>
                    <a:pt x="153" y="58"/>
                    <a:pt x="152" y="58"/>
                  </a:cubicBezTo>
                  <a:cubicBezTo>
                    <a:pt x="151" y="59"/>
                    <a:pt x="151" y="60"/>
                    <a:pt x="150" y="60"/>
                  </a:cubicBezTo>
                  <a:cubicBezTo>
                    <a:pt x="149" y="61"/>
                    <a:pt x="149" y="61"/>
                    <a:pt x="149" y="61"/>
                  </a:cubicBezTo>
                  <a:cubicBezTo>
                    <a:pt x="148" y="62"/>
                    <a:pt x="147" y="63"/>
                    <a:pt x="146" y="63"/>
                  </a:cubicBezTo>
                  <a:cubicBezTo>
                    <a:pt x="146" y="64"/>
                    <a:pt x="145" y="64"/>
                    <a:pt x="145" y="64"/>
                  </a:cubicBezTo>
                  <a:cubicBezTo>
                    <a:pt x="144" y="65"/>
                    <a:pt x="142" y="66"/>
                    <a:pt x="141" y="67"/>
                  </a:cubicBezTo>
                  <a:cubicBezTo>
                    <a:pt x="141" y="67"/>
                    <a:pt x="141" y="67"/>
                    <a:pt x="141" y="67"/>
                  </a:cubicBezTo>
                  <a:cubicBezTo>
                    <a:pt x="140" y="68"/>
                    <a:pt x="138" y="69"/>
                    <a:pt x="137" y="70"/>
                  </a:cubicBezTo>
                  <a:cubicBezTo>
                    <a:pt x="137" y="70"/>
                    <a:pt x="136" y="70"/>
                    <a:pt x="136" y="71"/>
                  </a:cubicBezTo>
                  <a:cubicBezTo>
                    <a:pt x="135" y="71"/>
                    <a:pt x="134" y="72"/>
                    <a:pt x="133" y="73"/>
                  </a:cubicBezTo>
                  <a:cubicBezTo>
                    <a:pt x="132" y="73"/>
                    <a:pt x="132" y="73"/>
                    <a:pt x="131" y="73"/>
                  </a:cubicBezTo>
                  <a:cubicBezTo>
                    <a:pt x="130" y="74"/>
                    <a:pt x="129" y="75"/>
                    <a:pt x="128" y="75"/>
                  </a:cubicBezTo>
                  <a:cubicBezTo>
                    <a:pt x="127" y="76"/>
                    <a:pt x="127" y="76"/>
                    <a:pt x="126" y="76"/>
                  </a:cubicBezTo>
                  <a:cubicBezTo>
                    <a:pt x="125" y="77"/>
                    <a:pt x="123" y="78"/>
                    <a:pt x="121" y="78"/>
                  </a:cubicBezTo>
                  <a:cubicBezTo>
                    <a:pt x="121" y="78"/>
                    <a:pt x="121" y="79"/>
                    <a:pt x="121" y="79"/>
                  </a:cubicBezTo>
                  <a:cubicBezTo>
                    <a:pt x="119" y="79"/>
                    <a:pt x="118" y="80"/>
                    <a:pt x="117" y="80"/>
                  </a:cubicBezTo>
                  <a:cubicBezTo>
                    <a:pt x="117" y="80"/>
                    <a:pt x="117" y="79"/>
                    <a:pt x="117" y="79"/>
                  </a:cubicBezTo>
                  <a:cubicBezTo>
                    <a:pt x="115" y="77"/>
                    <a:pt x="114" y="75"/>
                    <a:pt x="113" y="72"/>
                  </a:cubicBezTo>
                  <a:cubicBezTo>
                    <a:pt x="113" y="72"/>
                    <a:pt x="113" y="71"/>
                    <a:pt x="112" y="71"/>
                  </a:cubicBezTo>
                  <a:cubicBezTo>
                    <a:pt x="111" y="68"/>
                    <a:pt x="110" y="66"/>
                    <a:pt x="109" y="63"/>
                  </a:cubicBezTo>
                  <a:cubicBezTo>
                    <a:pt x="108" y="63"/>
                    <a:pt x="108" y="62"/>
                    <a:pt x="108" y="62"/>
                  </a:cubicBezTo>
                  <a:cubicBezTo>
                    <a:pt x="107" y="60"/>
                    <a:pt x="106" y="58"/>
                    <a:pt x="105" y="56"/>
                  </a:cubicBezTo>
                  <a:cubicBezTo>
                    <a:pt x="104" y="55"/>
                    <a:pt x="104" y="55"/>
                    <a:pt x="104" y="54"/>
                  </a:cubicBezTo>
                  <a:cubicBezTo>
                    <a:pt x="103" y="52"/>
                    <a:pt x="101" y="50"/>
                    <a:pt x="100" y="48"/>
                  </a:cubicBezTo>
                  <a:cubicBezTo>
                    <a:pt x="100" y="47"/>
                    <a:pt x="100" y="47"/>
                    <a:pt x="100" y="47"/>
                  </a:cubicBezTo>
                  <a:cubicBezTo>
                    <a:pt x="99" y="45"/>
                    <a:pt x="98" y="43"/>
                    <a:pt x="96" y="41"/>
                  </a:cubicBezTo>
                  <a:cubicBezTo>
                    <a:pt x="96" y="41"/>
                    <a:pt x="96" y="40"/>
                    <a:pt x="96" y="40"/>
                  </a:cubicBezTo>
                  <a:cubicBezTo>
                    <a:pt x="94" y="38"/>
                    <a:pt x="93" y="36"/>
                    <a:pt x="92" y="34"/>
                  </a:cubicBezTo>
                  <a:cubicBezTo>
                    <a:pt x="92" y="34"/>
                    <a:pt x="92" y="34"/>
                    <a:pt x="92" y="34"/>
                  </a:cubicBezTo>
                  <a:cubicBezTo>
                    <a:pt x="91" y="32"/>
                    <a:pt x="90" y="30"/>
                    <a:pt x="89" y="28"/>
                  </a:cubicBezTo>
                  <a:cubicBezTo>
                    <a:pt x="88" y="28"/>
                    <a:pt x="88" y="27"/>
                    <a:pt x="88" y="27"/>
                  </a:cubicBezTo>
                  <a:cubicBezTo>
                    <a:pt x="87" y="25"/>
                    <a:pt x="86" y="24"/>
                    <a:pt x="85" y="22"/>
                  </a:cubicBezTo>
                  <a:cubicBezTo>
                    <a:pt x="85" y="22"/>
                    <a:pt x="85" y="22"/>
                    <a:pt x="85" y="22"/>
                  </a:cubicBezTo>
                  <a:cubicBezTo>
                    <a:pt x="92" y="20"/>
                    <a:pt x="100" y="19"/>
                    <a:pt x="108" y="19"/>
                  </a:cubicBezTo>
                  <a:close/>
                  <a:moveTo>
                    <a:pt x="67" y="29"/>
                  </a:moveTo>
                  <a:cubicBezTo>
                    <a:pt x="67" y="29"/>
                    <a:pt x="67" y="29"/>
                    <a:pt x="67" y="29"/>
                  </a:cubicBezTo>
                  <a:cubicBezTo>
                    <a:pt x="68" y="31"/>
                    <a:pt x="69" y="32"/>
                    <a:pt x="70" y="34"/>
                  </a:cubicBezTo>
                  <a:cubicBezTo>
                    <a:pt x="70" y="34"/>
                    <a:pt x="70" y="34"/>
                    <a:pt x="71" y="35"/>
                  </a:cubicBezTo>
                  <a:cubicBezTo>
                    <a:pt x="72" y="36"/>
                    <a:pt x="73" y="38"/>
                    <a:pt x="74" y="40"/>
                  </a:cubicBezTo>
                  <a:cubicBezTo>
                    <a:pt x="74" y="40"/>
                    <a:pt x="74" y="41"/>
                    <a:pt x="75" y="41"/>
                  </a:cubicBezTo>
                  <a:cubicBezTo>
                    <a:pt x="75" y="43"/>
                    <a:pt x="76" y="44"/>
                    <a:pt x="77" y="46"/>
                  </a:cubicBezTo>
                  <a:cubicBezTo>
                    <a:pt x="78" y="46"/>
                    <a:pt x="78" y="47"/>
                    <a:pt x="78" y="47"/>
                  </a:cubicBezTo>
                  <a:cubicBezTo>
                    <a:pt x="79" y="49"/>
                    <a:pt x="81" y="51"/>
                    <a:pt x="82" y="53"/>
                  </a:cubicBezTo>
                  <a:cubicBezTo>
                    <a:pt x="82" y="54"/>
                    <a:pt x="82" y="54"/>
                    <a:pt x="83" y="55"/>
                  </a:cubicBezTo>
                  <a:cubicBezTo>
                    <a:pt x="84" y="56"/>
                    <a:pt x="85" y="58"/>
                    <a:pt x="86" y="60"/>
                  </a:cubicBezTo>
                  <a:cubicBezTo>
                    <a:pt x="86" y="61"/>
                    <a:pt x="86" y="61"/>
                    <a:pt x="86" y="62"/>
                  </a:cubicBezTo>
                  <a:cubicBezTo>
                    <a:pt x="88" y="64"/>
                    <a:pt x="89" y="66"/>
                    <a:pt x="90" y="68"/>
                  </a:cubicBezTo>
                  <a:cubicBezTo>
                    <a:pt x="90" y="69"/>
                    <a:pt x="91" y="69"/>
                    <a:pt x="91" y="70"/>
                  </a:cubicBezTo>
                  <a:cubicBezTo>
                    <a:pt x="92" y="72"/>
                    <a:pt x="93" y="74"/>
                    <a:pt x="94" y="76"/>
                  </a:cubicBezTo>
                  <a:cubicBezTo>
                    <a:pt x="94" y="77"/>
                    <a:pt x="95" y="77"/>
                    <a:pt x="95" y="78"/>
                  </a:cubicBezTo>
                  <a:cubicBezTo>
                    <a:pt x="96" y="80"/>
                    <a:pt x="97" y="83"/>
                    <a:pt x="99" y="85"/>
                  </a:cubicBezTo>
                  <a:cubicBezTo>
                    <a:pt x="99" y="86"/>
                    <a:pt x="99" y="86"/>
                    <a:pt x="99" y="86"/>
                  </a:cubicBezTo>
                  <a:cubicBezTo>
                    <a:pt x="99" y="86"/>
                    <a:pt x="99" y="86"/>
                    <a:pt x="99" y="86"/>
                  </a:cubicBezTo>
                  <a:cubicBezTo>
                    <a:pt x="97" y="87"/>
                    <a:pt x="94" y="87"/>
                    <a:pt x="92" y="88"/>
                  </a:cubicBezTo>
                  <a:cubicBezTo>
                    <a:pt x="91" y="88"/>
                    <a:pt x="90" y="88"/>
                    <a:pt x="89" y="88"/>
                  </a:cubicBezTo>
                  <a:cubicBezTo>
                    <a:pt x="87" y="89"/>
                    <a:pt x="84" y="89"/>
                    <a:pt x="82" y="90"/>
                  </a:cubicBezTo>
                  <a:cubicBezTo>
                    <a:pt x="81" y="90"/>
                    <a:pt x="81" y="90"/>
                    <a:pt x="80" y="90"/>
                  </a:cubicBezTo>
                  <a:cubicBezTo>
                    <a:pt x="78" y="90"/>
                    <a:pt x="76" y="90"/>
                    <a:pt x="74" y="91"/>
                  </a:cubicBezTo>
                  <a:cubicBezTo>
                    <a:pt x="73" y="91"/>
                    <a:pt x="72" y="91"/>
                    <a:pt x="71" y="91"/>
                  </a:cubicBezTo>
                  <a:cubicBezTo>
                    <a:pt x="69" y="91"/>
                    <a:pt x="66" y="91"/>
                    <a:pt x="63" y="91"/>
                  </a:cubicBezTo>
                  <a:cubicBezTo>
                    <a:pt x="63" y="92"/>
                    <a:pt x="62" y="92"/>
                    <a:pt x="61" y="92"/>
                  </a:cubicBezTo>
                  <a:cubicBezTo>
                    <a:pt x="58" y="92"/>
                    <a:pt x="56" y="92"/>
                    <a:pt x="54" y="92"/>
                  </a:cubicBezTo>
                  <a:cubicBezTo>
                    <a:pt x="53" y="92"/>
                    <a:pt x="53" y="92"/>
                    <a:pt x="52" y="92"/>
                  </a:cubicBezTo>
                  <a:cubicBezTo>
                    <a:pt x="49" y="92"/>
                    <a:pt x="46" y="92"/>
                    <a:pt x="43" y="92"/>
                  </a:cubicBezTo>
                  <a:cubicBezTo>
                    <a:pt x="42" y="92"/>
                    <a:pt x="42" y="92"/>
                    <a:pt x="41" y="92"/>
                  </a:cubicBezTo>
                  <a:cubicBezTo>
                    <a:pt x="38" y="91"/>
                    <a:pt x="35" y="91"/>
                    <a:pt x="32" y="91"/>
                  </a:cubicBezTo>
                  <a:cubicBezTo>
                    <a:pt x="31" y="91"/>
                    <a:pt x="31" y="91"/>
                    <a:pt x="31" y="91"/>
                  </a:cubicBezTo>
                  <a:cubicBezTo>
                    <a:pt x="28" y="91"/>
                    <a:pt x="25" y="90"/>
                    <a:pt x="22" y="90"/>
                  </a:cubicBezTo>
                  <a:cubicBezTo>
                    <a:pt x="21" y="90"/>
                    <a:pt x="21" y="90"/>
                    <a:pt x="20" y="90"/>
                  </a:cubicBezTo>
                  <a:cubicBezTo>
                    <a:pt x="26" y="64"/>
                    <a:pt x="43" y="41"/>
                    <a:pt x="67" y="29"/>
                  </a:cubicBezTo>
                  <a:close/>
                  <a:moveTo>
                    <a:pt x="19" y="109"/>
                  </a:moveTo>
                  <a:cubicBezTo>
                    <a:pt x="19" y="109"/>
                    <a:pt x="19" y="109"/>
                    <a:pt x="19" y="109"/>
                  </a:cubicBezTo>
                  <a:cubicBezTo>
                    <a:pt x="23" y="109"/>
                    <a:pt x="27" y="109"/>
                    <a:pt x="31" y="110"/>
                  </a:cubicBezTo>
                  <a:cubicBezTo>
                    <a:pt x="31" y="110"/>
                    <a:pt x="32" y="110"/>
                    <a:pt x="33" y="110"/>
                  </a:cubicBezTo>
                  <a:cubicBezTo>
                    <a:pt x="36" y="110"/>
                    <a:pt x="39" y="110"/>
                    <a:pt x="42" y="110"/>
                  </a:cubicBezTo>
                  <a:cubicBezTo>
                    <a:pt x="43" y="110"/>
                    <a:pt x="44" y="110"/>
                    <a:pt x="45" y="110"/>
                  </a:cubicBezTo>
                  <a:cubicBezTo>
                    <a:pt x="47" y="110"/>
                    <a:pt x="49" y="111"/>
                    <a:pt x="51" y="111"/>
                  </a:cubicBezTo>
                  <a:cubicBezTo>
                    <a:pt x="51" y="111"/>
                    <a:pt x="51" y="111"/>
                    <a:pt x="51" y="111"/>
                  </a:cubicBezTo>
                  <a:cubicBezTo>
                    <a:pt x="52" y="111"/>
                    <a:pt x="53" y="111"/>
                    <a:pt x="53" y="111"/>
                  </a:cubicBezTo>
                  <a:cubicBezTo>
                    <a:pt x="54" y="110"/>
                    <a:pt x="55" y="110"/>
                    <a:pt x="56" y="110"/>
                  </a:cubicBezTo>
                  <a:cubicBezTo>
                    <a:pt x="59" y="110"/>
                    <a:pt x="62" y="110"/>
                    <a:pt x="64" y="110"/>
                  </a:cubicBezTo>
                  <a:cubicBezTo>
                    <a:pt x="65" y="110"/>
                    <a:pt x="66" y="110"/>
                    <a:pt x="67" y="110"/>
                  </a:cubicBezTo>
                  <a:cubicBezTo>
                    <a:pt x="73" y="110"/>
                    <a:pt x="80" y="109"/>
                    <a:pt x="86" y="108"/>
                  </a:cubicBezTo>
                  <a:cubicBezTo>
                    <a:pt x="87" y="108"/>
                    <a:pt x="88" y="108"/>
                    <a:pt x="89" y="107"/>
                  </a:cubicBezTo>
                  <a:cubicBezTo>
                    <a:pt x="91" y="107"/>
                    <a:pt x="93" y="107"/>
                    <a:pt x="96" y="106"/>
                  </a:cubicBezTo>
                  <a:cubicBezTo>
                    <a:pt x="97" y="106"/>
                    <a:pt x="98" y="106"/>
                    <a:pt x="99" y="105"/>
                  </a:cubicBezTo>
                  <a:cubicBezTo>
                    <a:pt x="101" y="105"/>
                    <a:pt x="103" y="104"/>
                    <a:pt x="106" y="104"/>
                  </a:cubicBezTo>
                  <a:cubicBezTo>
                    <a:pt x="106" y="104"/>
                    <a:pt x="107" y="103"/>
                    <a:pt x="107" y="103"/>
                  </a:cubicBezTo>
                  <a:cubicBezTo>
                    <a:pt x="107" y="104"/>
                    <a:pt x="107" y="104"/>
                    <a:pt x="108" y="104"/>
                  </a:cubicBezTo>
                  <a:cubicBezTo>
                    <a:pt x="109" y="107"/>
                    <a:pt x="110" y="109"/>
                    <a:pt x="110" y="111"/>
                  </a:cubicBezTo>
                  <a:cubicBezTo>
                    <a:pt x="111" y="112"/>
                    <a:pt x="111" y="113"/>
                    <a:pt x="112" y="114"/>
                  </a:cubicBezTo>
                  <a:cubicBezTo>
                    <a:pt x="113" y="118"/>
                    <a:pt x="115" y="121"/>
                    <a:pt x="116" y="125"/>
                  </a:cubicBezTo>
                  <a:cubicBezTo>
                    <a:pt x="116" y="125"/>
                    <a:pt x="116" y="125"/>
                    <a:pt x="116" y="125"/>
                  </a:cubicBezTo>
                  <a:cubicBezTo>
                    <a:pt x="115" y="125"/>
                    <a:pt x="114" y="125"/>
                    <a:pt x="113" y="126"/>
                  </a:cubicBezTo>
                  <a:cubicBezTo>
                    <a:pt x="112" y="126"/>
                    <a:pt x="111" y="126"/>
                    <a:pt x="111" y="126"/>
                  </a:cubicBezTo>
                  <a:cubicBezTo>
                    <a:pt x="109" y="127"/>
                    <a:pt x="106" y="128"/>
                    <a:pt x="104" y="129"/>
                  </a:cubicBezTo>
                  <a:cubicBezTo>
                    <a:pt x="104" y="129"/>
                    <a:pt x="103" y="129"/>
                    <a:pt x="103" y="129"/>
                  </a:cubicBezTo>
                  <a:cubicBezTo>
                    <a:pt x="101" y="130"/>
                    <a:pt x="100" y="131"/>
                    <a:pt x="98" y="132"/>
                  </a:cubicBezTo>
                  <a:cubicBezTo>
                    <a:pt x="97" y="132"/>
                    <a:pt x="97" y="132"/>
                    <a:pt x="96" y="132"/>
                  </a:cubicBezTo>
                  <a:cubicBezTo>
                    <a:pt x="94" y="133"/>
                    <a:pt x="93" y="134"/>
                    <a:pt x="92" y="135"/>
                  </a:cubicBezTo>
                  <a:cubicBezTo>
                    <a:pt x="91" y="135"/>
                    <a:pt x="90" y="135"/>
                    <a:pt x="90" y="136"/>
                  </a:cubicBezTo>
                  <a:cubicBezTo>
                    <a:pt x="88" y="136"/>
                    <a:pt x="87" y="137"/>
                    <a:pt x="86" y="138"/>
                  </a:cubicBezTo>
                  <a:cubicBezTo>
                    <a:pt x="85" y="138"/>
                    <a:pt x="84" y="138"/>
                    <a:pt x="84" y="139"/>
                  </a:cubicBezTo>
                  <a:cubicBezTo>
                    <a:pt x="82" y="140"/>
                    <a:pt x="80" y="141"/>
                    <a:pt x="79" y="142"/>
                  </a:cubicBezTo>
                  <a:cubicBezTo>
                    <a:pt x="78" y="142"/>
                    <a:pt x="78" y="142"/>
                    <a:pt x="78" y="143"/>
                  </a:cubicBezTo>
                  <a:cubicBezTo>
                    <a:pt x="76" y="144"/>
                    <a:pt x="75" y="145"/>
                    <a:pt x="73" y="146"/>
                  </a:cubicBezTo>
                  <a:cubicBezTo>
                    <a:pt x="73" y="146"/>
                    <a:pt x="72" y="146"/>
                    <a:pt x="72" y="147"/>
                  </a:cubicBezTo>
                  <a:cubicBezTo>
                    <a:pt x="71" y="148"/>
                    <a:pt x="69" y="148"/>
                    <a:pt x="68" y="149"/>
                  </a:cubicBezTo>
                  <a:cubicBezTo>
                    <a:pt x="68" y="150"/>
                    <a:pt x="67" y="150"/>
                    <a:pt x="67" y="150"/>
                  </a:cubicBezTo>
                  <a:cubicBezTo>
                    <a:pt x="66" y="151"/>
                    <a:pt x="64" y="152"/>
                    <a:pt x="63" y="153"/>
                  </a:cubicBezTo>
                  <a:cubicBezTo>
                    <a:pt x="63" y="154"/>
                    <a:pt x="63" y="154"/>
                    <a:pt x="62" y="154"/>
                  </a:cubicBezTo>
                  <a:cubicBezTo>
                    <a:pt x="61" y="155"/>
                    <a:pt x="59" y="157"/>
                    <a:pt x="58" y="158"/>
                  </a:cubicBezTo>
                  <a:cubicBezTo>
                    <a:pt x="58" y="158"/>
                    <a:pt x="57" y="158"/>
                    <a:pt x="57" y="159"/>
                  </a:cubicBezTo>
                  <a:cubicBezTo>
                    <a:pt x="56" y="160"/>
                    <a:pt x="55" y="161"/>
                    <a:pt x="54" y="162"/>
                  </a:cubicBezTo>
                  <a:cubicBezTo>
                    <a:pt x="53" y="162"/>
                    <a:pt x="53" y="163"/>
                    <a:pt x="52" y="163"/>
                  </a:cubicBezTo>
                  <a:cubicBezTo>
                    <a:pt x="51" y="164"/>
                    <a:pt x="51" y="165"/>
                    <a:pt x="50" y="166"/>
                  </a:cubicBezTo>
                  <a:cubicBezTo>
                    <a:pt x="49" y="166"/>
                    <a:pt x="49" y="166"/>
                    <a:pt x="49" y="167"/>
                  </a:cubicBezTo>
                  <a:cubicBezTo>
                    <a:pt x="48" y="168"/>
                    <a:pt x="47" y="169"/>
                    <a:pt x="46" y="170"/>
                  </a:cubicBezTo>
                  <a:cubicBezTo>
                    <a:pt x="46" y="170"/>
                    <a:pt x="45" y="170"/>
                    <a:pt x="45" y="171"/>
                  </a:cubicBezTo>
                  <a:cubicBezTo>
                    <a:pt x="45" y="171"/>
                    <a:pt x="45" y="171"/>
                    <a:pt x="45" y="171"/>
                  </a:cubicBezTo>
                  <a:cubicBezTo>
                    <a:pt x="28" y="154"/>
                    <a:pt x="19" y="132"/>
                    <a:pt x="19" y="109"/>
                  </a:cubicBezTo>
                  <a:close/>
                  <a:moveTo>
                    <a:pt x="59" y="183"/>
                  </a:moveTo>
                  <a:cubicBezTo>
                    <a:pt x="60" y="182"/>
                    <a:pt x="61" y="181"/>
                    <a:pt x="62" y="180"/>
                  </a:cubicBezTo>
                  <a:cubicBezTo>
                    <a:pt x="62" y="179"/>
                    <a:pt x="63" y="179"/>
                    <a:pt x="63" y="179"/>
                  </a:cubicBezTo>
                  <a:cubicBezTo>
                    <a:pt x="64" y="178"/>
                    <a:pt x="65" y="177"/>
                    <a:pt x="66" y="176"/>
                  </a:cubicBezTo>
                  <a:cubicBezTo>
                    <a:pt x="66" y="176"/>
                    <a:pt x="66" y="176"/>
                    <a:pt x="67" y="175"/>
                  </a:cubicBezTo>
                  <a:cubicBezTo>
                    <a:pt x="68" y="174"/>
                    <a:pt x="68" y="174"/>
                    <a:pt x="69" y="173"/>
                  </a:cubicBezTo>
                  <a:cubicBezTo>
                    <a:pt x="70" y="172"/>
                    <a:pt x="70" y="172"/>
                    <a:pt x="70" y="172"/>
                  </a:cubicBezTo>
                  <a:cubicBezTo>
                    <a:pt x="71" y="171"/>
                    <a:pt x="72" y="170"/>
                    <a:pt x="73" y="169"/>
                  </a:cubicBezTo>
                  <a:cubicBezTo>
                    <a:pt x="74" y="169"/>
                    <a:pt x="74" y="169"/>
                    <a:pt x="74" y="168"/>
                  </a:cubicBezTo>
                  <a:cubicBezTo>
                    <a:pt x="76" y="167"/>
                    <a:pt x="77" y="166"/>
                    <a:pt x="78" y="165"/>
                  </a:cubicBezTo>
                  <a:cubicBezTo>
                    <a:pt x="79" y="165"/>
                    <a:pt x="79" y="165"/>
                    <a:pt x="79" y="164"/>
                  </a:cubicBezTo>
                  <a:cubicBezTo>
                    <a:pt x="80" y="163"/>
                    <a:pt x="82" y="163"/>
                    <a:pt x="83" y="162"/>
                  </a:cubicBezTo>
                  <a:cubicBezTo>
                    <a:pt x="83" y="162"/>
                    <a:pt x="84" y="161"/>
                    <a:pt x="84" y="161"/>
                  </a:cubicBezTo>
                  <a:cubicBezTo>
                    <a:pt x="85" y="160"/>
                    <a:pt x="86" y="159"/>
                    <a:pt x="87" y="159"/>
                  </a:cubicBezTo>
                  <a:cubicBezTo>
                    <a:pt x="88" y="158"/>
                    <a:pt x="88" y="158"/>
                    <a:pt x="89" y="158"/>
                  </a:cubicBezTo>
                  <a:cubicBezTo>
                    <a:pt x="90" y="157"/>
                    <a:pt x="91" y="156"/>
                    <a:pt x="93" y="155"/>
                  </a:cubicBezTo>
                  <a:cubicBezTo>
                    <a:pt x="93" y="155"/>
                    <a:pt x="93" y="155"/>
                    <a:pt x="94" y="155"/>
                  </a:cubicBezTo>
                  <a:cubicBezTo>
                    <a:pt x="95" y="154"/>
                    <a:pt x="97" y="153"/>
                    <a:pt x="99" y="152"/>
                  </a:cubicBezTo>
                  <a:cubicBezTo>
                    <a:pt x="99" y="152"/>
                    <a:pt x="100" y="152"/>
                    <a:pt x="100" y="151"/>
                  </a:cubicBezTo>
                  <a:cubicBezTo>
                    <a:pt x="101" y="151"/>
                    <a:pt x="103" y="150"/>
                    <a:pt x="104" y="149"/>
                  </a:cubicBezTo>
                  <a:cubicBezTo>
                    <a:pt x="105" y="149"/>
                    <a:pt x="105" y="149"/>
                    <a:pt x="106" y="149"/>
                  </a:cubicBezTo>
                  <a:cubicBezTo>
                    <a:pt x="107" y="148"/>
                    <a:pt x="108" y="147"/>
                    <a:pt x="110" y="147"/>
                  </a:cubicBezTo>
                  <a:cubicBezTo>
                    <a:pt x="110" y="147"/>
                    <a:pt x="111" y="146"/>
                    <a:pt x="112" y="146"/>
                  </a:cubicBezTo>
                  <a:cubicBezTo>
                    <a:pt x="113" y="145"/>
                    <a:pt x="115" y="145"/>
                    <a:pt x="116" y="144"/>
                  </a:cubicBezTo>
                  <a:cubicBezTo>
                    <a:pt x="117" y="144"/>
                    <a:pt x="117" y="144"/>
                    <a:pt x="117" y="144"/>
                  </a:cubicBezTo>
                  <a:cubicBezTo>
                    <a:pt x="119" y="143"/>
                    <a:pt x="121" y="143"/>
                    <a:pt x="123" y="142"/>
                  </a:cubicBezTo>
                  <a:cubicBezTo>
                    <a:pt x="123" y="144"/>
                    <a:pt x="124" y="146"/>
                    <a:pt x="124" y="147"/>
                  </a:cubicBezTo>
                  <a:cubicBezTo>
                    <a:pt x="125" y="149"/>
                    <a:pt x="125" y="150"/>
                    <a:pt x="126" y="152"/>
                  </a:cubicBezTo>
                  <a:cubicBezTo>
                    <a:pt x="127" y="156"/>
                    <a:pt x="129" y="161"/>
                    <a:pt x="130" y="165"/>
                  </a:cubicBezTo>
                  <a:cubicBezTo>
                    <a:pt x="130" y="166"/>
                    <a:pt x="130" y="166"/>
                    <a:pt x="131" y="166"/>
                  </a:cubicBezTo>
                  <a:cubicBezTo>
                    <a:pt x="132" y="171"/>
                    <a:pt x="133" y="176"/>
                    <a:pt x="135" y="181"/>
                  </a:cubicBezTo>
                  <a:cubicBezTo>
                    <a:pt x="135" y="183"/>
                    <a:pt x="136" y="184"/>
                    <a:pt x="136" y="186"/>
                  </a:cubicBezTo>
                  <a:cubicBezTo>
                    <a:pt x="136" y="188"/>
                    <a:pt x="137" y="190"/>
                    <a:pt x="137" y="192"/>
                  </a:cubicBezTo>
                  <a:cubicBezTo>
                    <a:pt x="128" y="195"/>
                    <a:pt x="118" y="197"/>
                    <a:pt x="108" y="197"/>
                  </a:cubicBezTo>
                  <a:cubicBezTo>
                    <a:pt x="90" y="197"/>
                    <a:pt x="74" y="192"/>
                    <a:pt x="59" y="183"/>
                  </a:cubicBezTo>
                  <a:close/>
                  <a:moveTo>
                    <a:pt x="155" y="183"/>
                  </a:moveTo>
                  <a:cubicBezTo>
                    <a:pt x="154" y="182"/>
                    <a:pt x="154" y="181"/>
                    <a:pt x="154" y="180"/>
                  </a:cubicBezTo>
                  <a:cubicBezTo>
                    <a:pt x="153" y="178"/>
                    <a:pt x="153" y="177"/>
                    <a:pt x="153" y="176"/>
                  </a:cubicBezTo>
                  <a:cubicBezTo>
                    <a:pt x="151" y="171"/>
                    <a:pt x="150" y="166"/>
                    <a:pt x="149" y="161"/>
                  </a:cubicBezTo>
                  <a:cubicBezTo>
                    <a:pt x="149" y="161"/>
                    <a:pt x="148" y="161"/>
                    <a:pt x="148" y="161"/>
                  </a:cubicBezTo>
                  <a:cubicBezTo>
                    <a:pt x="147" y="156"/>
                    <a:pt x="145" y="151"/>
                    <a:pt x="144" y="146"/>
                  </a:cubicBezTo>
                  <a:cubicBezTo>
                    <a:pt x="143" y="145"/>
                    <a:pt x="143" y="144"/>
                    <a:pt x="142" y="142"/>
                  </a:cubicBezTo>
                  <a:cubicBezTo>
                    <a:pt x="142" y="141"/>
                    <a:pt x="142" y="140"/>
                    <a:pt x="141" y="138"/>
                  </a:cubicBezTo>
                  <a:cubicBezTo>
                    <a:pt x="146" y="138"/>
                    <a:pt x="150" y="137"/>
                    <a:pt x="155" y="137"/>
                  </a:cubicBezTo>
                  <a:cubicBezTo>
                    <a:pt x="155" y="137"/>
                    <a:pt x="156" y="137"/>
                    <a:pt x="156" y="137"/>
                  </a:cubicBezTo>
                  <a:cubicBezTo>
                    <a:pt x="159" y="137"/>
                    <a:pt x="161" y="137"/>
                    <a:pt x="164" y="137"/>
                  </a:cubicBezTo>
                  <a:cubicBezTo>
                    <a:pt x="164" y="137"/>
                    <a:pt x="164" y="137"/>
                    <a:pt x="164" y="137"/>
                  </a:cubicBezTo>
                  <a:cubicBezTo>
                    <a:pt x="167" y="137"/>
                    <a:pt x="170" y="138"/>
                    <a:pt x="173" y="138"/>
                  </a:cubicBezTo>
                  <a:cubicBezTo>
                    <a:pt x="173" y="138"/>
                    <a:pt x="173" y="138"/>
                    <a:pt x="174" y="138"/>
                  </a:cubicBezTo>
                  <a:cubicBezTo>
                    <a:pt x="176" y="138"/>
                    <a:pt x="178" y="138"/>
                    <a:pt x="181" y="139"/>
                  </a:cubicBezTo>
                  <a:cubicBezTo>
                    <a:pt x="181" y="139"/>
                    <a:pt x="182" y="139"/>
                    <a:pt x="182" y="139"/>
                  </a:cubicBezTo>
                  <a:cubicBezTo>
                    <a:pt x="185" y="139"/>
                    <a:pt x="188" y="140"/>
                    <a:pt x="190" y="140"/>
                  </a:cubicBezTo>
                  <a:cubicBezTo>
                    <a:pt x="183" y="158"/>
                    <a:pt x="171" y="173"/>
                    <a:pt x="155" y="183"/>
                  </a:cubicBezTo>
                  <a:close/>
                  <a:moveTo>
                    <a:pt x="195" y="122"/>
                  </a:moveTo>
                  <a:cubicBezTo>
                    <a:pt x="195" y="122"/>
                    <a:pt x="195" y="122"/>
                    <a:pt x="195" y="122"/>
                  </a:cubicBezTo>
                  <a:cubicBezTo>
                    <a:pt x="194" y="122"/>
                    <a:pt x="193" y="122"/>
                    <a:pt x="192" y="122"/>
                  </a:cubicBezTo>
                  <a:cubicBezTo>
                    <a:pt x="190" y="121"/>
                    <a:pt x="187" y="121"/>
                    <a:pt x="185" y="120"/>
                  </a:cubicBezTo>
                  <a:cubicBezTo>
                    <a:pt x="184" y="120"/>
                    <a:pt x="183" y="120"/>
                    <a:pt x="182" y="120"/>
                  </a:cubicBezTo>
                  <a:cubicBezTo>
                    <a:pt x="180" y="120"/>
                    <a:pt x="177" y="119"/>
                    <a:pt x="175" y="119"/>
                  </a:cubicBezTo>
                  <a:cubicBezTo>
                    <a:pt x="174" y="119"/>
                    <a:pt x="173" y="119"/>
                    <a:pt x="173" y="119"/>
                  </a:cubicBezTo>
                  <a:cubicBezTo>
                    <a:pt x="170" y="119"/>
                    <a:pt x="168" y="119"/>
                    <a:pt x="165" y="119"/>
                  </a:cubicBezTo>
                  <a:cubicBezTo>
                    <a:pt x="165" y="119"/>
                    <a:pt x="164" y="119"/>
                    <a:pt x="163" y="119"/>
                  </a:cubicBezTo>
                  <a:cubicBezTo>
                    <a:pt x="162" y="119"/>
                    <a:pt x="161" y="118"/>
                    <a:pt x="159" y="118"/>
                  </a:cubicBezTo>
                  <a:cubicBezTo>
                    <a:pt x="158" y="118"/>
                    <a:pt x="156" y="119"/>
                    <a:pt x="155" y="119"/>
                  </a:cubicBezTo>
                  <a:cubicBezTo>
                    <a:pt x="155" y="119"/>
                    <a:pt x="155" y="119"/>
                    <a:pt x="155" y="119"/>
                  </a:cubicBezTo>
                  <a:cubicBezTo>
                    <a:pt x="152" y="119"/>
                    <a:pt x="149" y="119"/>
                    <a:pt x="146" y="119"/>
                  </a:cubicBezTo>
                  <a:cubicBezTo>
                    <a:pt x="145" y="119"/>
                    <a:pt x="145" y="119"/>
                    <a:pt x="144" y="119"/>
                  </a:cubicBezTo>
                  <a:cubicBezTo>
                    <a:pt x="142" y="119"/>
                    <a:pt x="139" y="120"/>
                    <a:pt x="137" y="120"/>
                  </a:cubicBezTo>
                  <a:cubicBezTo>
                    <a:pt x="136" y="120"/>
                    <a:pt x="136" y="120"/>
                    <a:pt x="135" y="120"/>
                  </a:cubicBezTo>
                  <a:cubicBezTo>
                    <a:pt x="135" y="120"/>
                    <a:pt x="135" y="120"/>
                    <a:pt x="135" y="120"/>
                  </a:cubicBezTo>
                  <a:cubicBezTo>
                    <a:pt x="134" y="120"/>
                    <a:pt x="134" y="120"/>
                    <a:pt x="134" y="119"/>
                  </a:cubicBezTo>
                  <a:cubicBezTo>
                    <a:pt x="133" y="117"/>
                    <a:pt x="132" y="114"/>
                    <a:pt x="131" y="111"/>
                  </a:cubicBezTo>
                  <a:cubicBezTo>
                    <a:pt x="130" y="110"/>
                    <a:pt x="130" y="109"/>
                    <a:pt x="130" y="108"/>
                  </a:cubicBezTo>
                  <a:cubicBezTo>
                    <a:pt x="128" y="105"/>
                    <a:pt x="127" y="101"/>
                    <a:pt x="125" y="97"/>
                  </a:cubicBezTo>
                  <a:cubicBezTo>
                    <a:pt x="125" y="97"/>
                    <a:pt x="125" y="97"/>
                    <a:pt x="125" y="97"/>
                  </a:cubicBezTo>
                  <a:cubicBezTo>
                    <a:pt x="126" y="97"/>
                    <a:pt x="127" y="96"/>
                    <a:pt x="128" y="96"/>
                  </a:cubicBezTo>
                  <a:cubicBezTo>
                    <a:pt x="129" y="96"/>
                    <a:pt x="129" y="95"/>
                    <a:pt x="129" y="95"/>
                  </a:cubicBezTo>
                  <a:cubicBezTo>
                    <a:pt x="131" y="94"/>
                    <a:pt x="133" y="93"/>
                    <a:pt x="135" y="93"/>
                  </a:cubicBezTo>
                  <a:cubicBezTo>
                    <a:pt x="135" y="92"/>
                    <a:pt x="136" y="92"/>
                    <a:pt x="136" y="92"/>
                  </a:cubicBezTo>
                  <a:cubicBezTo>
                    <a:pt x="138" y="91"/>
                    <a:pt x="139" y="90"/>
                    <a:pt x="140" y="90"/>
                  </a:cubicBezTo>
                  <a:cubicBezTo>
                    <a:pt x="141" y="89"/>
                    <a:pt x="141" y="89"/>
                    <a:pt x="142" y="89"/>
                  </a:cubicBezTo>
                  <a:cubicBezTo>
                    <a:pt x="144" y="88"/>
                    <a:pt x="145" y="87"/>
                    <a:pt x="147" y="86"/>
                  </a:cubicBezTo>
                  <a:cubicBezTo>
                    <a:pt x="147" y="86"/>
                    <a:pt x="147" y="86"/>
                    <a:pt x="147" y="86"/>
                  </a:cubicBezTo>
                  <a:cubicBezTo>
                    <a:pt x="149" y="85"/>
                    <a:pt x="150" y="84"/>
                    <a:pt x="152" y="83"/>
                  </a:cubicBezTo>
                  <a:cubicBezTo>
                    <a:pt x="152" y="82"/>
                    <a:pt x="152" y="82"/>
                    <a:pt x="153" y="82"/>
                  </a:cubicBezTo>
                  <a:cubicBezTo>
                    <a:pt x="154" y="81"/>
                    <a:pt x="155" y="80"/>
                    <a:pt x="156" y="79"/>
                  </a:cubicBezTo>
                  <a:cubicBezTo>
                    <a:pt x="157" y="79"/>
                    <a:pt x="157" y="79"/>
                    <a:pt x="157" y="78"/>
                  </a:cubicBezTo>
                  <a:cubicBezTo>
                    <a:pt x="159" y="77"/>
                    <a:pt x="160" y="76"/>
                    <a:pt x="161" y="75"/>
                  </a:cubicBezTo>
                  <a:cubicBezTo>
                    <a:pt x="162" y="75"/>
                    <a:pt x="162" y="75"/>
                    <a:pt x="162" y="75"/>
                  </a:cubicBezTo>
                  <a:cubicBezTo>
                    <a:pt x="163" y="74"/>
                    <a:pt x="164" y="73"/>
                    <a:pt x="165" y="72"/>
                  </a:cubicBezTo>
                  <a:cubicBezTo>
                    <a:pt x="166" y="71"/>
                    <a:pt x="166" y="71"/>
                    <a:pt x="166" y="71"/>
                  </a:cubicBezTo>
                  <a:cubicBezTo>
                    <a:pt x="167" y="70"/>
                    <a:pt x="168" y="69"/>
                    <a:pt x="169" y="68"/>
                  </a:cubicBezTo>
                  <a:cubicBezTo>
                    <a:pt x="169" y="68"/>
                    <a:pt x="170" y="68"/>
                    <a:pt x="170" y="67"/>
                  </a:cubicBezTo>
                  <a:cubicBezTo>
                    <a:pt x="171" y="66"/>
                    <a:pt x="172" y="65"/>
                    <a:pt x="173" y="64"/>
                  </a:cubicBezTo>
                  <a:cubicBezTo>
                    <a:pt x="173" y="64"/>
                    <a:pt x="174" y="63"/>
                    <a:pt x="174" y="63"/>
                  </a:cubicBezTo>
                  <a:cubicBezTo>
                    <a:pt x="175" y="62"/>
                    <a:pt x="175" y="61"/>
                    <a:pt x="176" y="60"/>
                  </a:cubicBezTo>
                  <a:cubicBezTo>
                    <a:pt x="176" y="60"/>
                    <a:pt x="177" y="60"/>
                    <a:pt x="177" y="60"/>
                  </a:cubicBezTo>
                  <a:cubicBezTo>
                    <a:pt x="178" y="59"/>
                    <a:pt x="179" y="57"/>
                    <a:pt x="179" y="56"/>
                  </a:cubicBezTo>
                  <a:cubicBezTo>
                    <a:pt x="179" y="56"/>
                    <a:pt x="180" y="56"/>
                    <a:pt x="180" y="56"/>
                  </a:cubicBezTo>
                  <a:cubicBezTo>
                    <a:pt x="180" y="56"/>
                    <a:pt x="180" y="56"/>
                    <a:pt x="180" y="56"/>
                  </a:cubicBezTo>
                  <a:cubicBezTo>
                    <a:pt x="191" y="71"/>
                    <a:pt x="196" y="89"/>
                    <a:pt x="196" y="108"/>
                  </a:cubicBezTo>
                  <a:cubicBezTo>
                    <a:pt x="196" y="113"/>
                    <a:pt x="196" y="117"/>
                    <a:pt x="195" y="122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55" name="Group 154"/>
          <p:cNvGrpSpPr/>
          <p:nvPr/>
        </p:nvGrpSpPr>
        <p:grpSpPr>
          <a:xfrm>
            <a:off x="9461500" y="5005917"/>
            <a:ext cx="567267" cy="567267"/>
            <a:chOff x="7096125" y="3754438"/>
            <a:chExt cx="425450" cy="425450"/>
          </a:xfrm>
          <a:solidFill>
            <a:schemeClr val="tx2"/>
          </a:solidFill>
        </p:grpSpPr>
        <p:sp>
          <p:nvSpPr>
            <p:cNvPr id="23" name="Freeform 23"/>
            <p:cNvSpPr>
              <a:spLocks noEditPoints="1"/>
            </p:cNvSpPr>
            <p:nvPr/>
          </p:nvSpPr>
          <p:spPr bwMode="auto">
            <a:xfrm>
              <a:off x="7096125" y="3754438"/>
              <a:ext cx="425450" cy="425450"/>
            </a:xfrm>
            <a:custGeom>
              <a:avLst/>
              <a:gdLst>
                <a:gd name="T0" fmla="*/ 212 w 425"/>
                <a:gd name="T1" fmla="*/ 0 h 425"/>
                <a:gd name="T2" fmla="*/ 0 w 425"/>
                <a:gd name="T3" fmla="*/ 213 h 425"/>
                <a:gd name="T4" fmla="*/ 212 w 425"/>
                <a:gd name="T5" fmla="*/ 425 h 425"/>
                <a:gd name="T6" fmla="*/ 425 w 425"/>
                <a:gd name="T7" fmla="*/ 213 h 425"/>
                <a:gd name="T8" fmla="*/ 212 w 425"/>
                <a:gd name="T9" fmla="*/ 0 h 425"/>
                <a:gd name="T10" fmla="*/ 212 w 425"/>
                <a:gd name="T11" fmla="*/ 407 h 425"/>
                <a:gd name="T12" fmla="*/ 18 w 425"/>
                <a:gd name="T13" fmla="*/ 213 h 425"/>
                <a:gd name="T14" fmla="*/ 212 w 425"/>
                <a:gd name="T15" fmla="*/ 19 h 425"/>
                <a:gd name="T16" fmla="*/ 406 w 425"/>
                <a:gd name="T17" fmla="*/ 213 h 425"/>
                <a:gd name="T18" fmla="*/ 212 w 425"/>
                <a:gd name="T19" fmla="*/ 407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25" h="425">
                  <a:moveTo>
                    <a:pt x="212" y="0"/>
                  </a:moveTo>
                  <a:cubicBezTo>
                    <a:pt x="95" y="0"/>
                    <a:pt x="0" y="96"/>
                    <a:pt x="0" y="213"/>
                  </a:cubicBezTo>
                  <a:cubicBezTo>
                    <a:pt x="0" y="330"/>
                    <a:pt x="95" y="425"/>
                    <a:pt x="212" y="425"/>
                  </a:cubicBezTo>
                  <a:cubicBezTo>
                    <a:pt x="329" y="425"/>
                    <a:pt x="425" y="330"/>
                    <a:pt x="425" y="213"/>
                  </a:cubicBezTo>
                  <a:cubicBezTo>
                    <a:pt x="425" y="96"/>
                    <a:pt x="329" y="0"/>
                    <a:pt x="212" y="0"/>
                  </a:cubicBezTo>
                  <a:close/>
                  <a:moveTo>
                    <a:pt x="212" y="407"/>
                  </a:moveTo>
                  <a:cubicBezTo>
                    <a:pt x="105" y="407"/>
                    <a:pt x="18" y="320"/>
                    <a:pt x="18" y="213"/>
                  </a:cubicBezTo>
                  <a:cubicBezTo>
                    <a:pt x="18" y="106"/>
                    <a:pt x="105" y="19"/>
                    <a:pt x="212" y="19"/>
                  </a:cubicBezTo>
                  <a:cubicBezTo>
                    <a:pt x="319" y="19"/>
                    <a:pt x="406" y="106"/>
                    <a:pt x="406" y="213"/>
                  </a:cubicBezTo>
                  <a:cubicBezTo>
                    <a:pt x="406" y="320"/>
                    <a:pt x="319" y="407"/>
                    <a:pt x="212" y="407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4" name="Freeform 24"/>
            <p:cNvSpPr>
              <a:spLocks noEditPoints="1"/>
            </p:cNvSpPr>
            <p:nvPr/>
          </p:nvSpPr>
          <p:spPr bwMode="auto">
            <a:xfrm>
              <a:off x="7202488" y="3873500"/>
              <a:ext cx="134938" cy="215900"/>
            </a:xfrm>
            <a:custGeom>
              <a:avLst/>
              <a:gdLst>
                <a:gd name="T0" fmla="*/ 135 w 135"/>
                <a:gd name="T1" fmla="*/ 10 h 215"/>
                <a:gd name="T2" fmla="*/ 126 w 135"/>
                <a:gd name="T3" fmla="*/ 0 h 215"/>
                <a:gd name="T4" fmla="*/ 70 w 135"/>
                <a:gd name="T5" fmla="*/ 0 h 215"/>
                <a:gd name="T6" fmla="*/ 69 w 135"/>
                <a:gd name="T7" fmla="*/ 0 h 215"/>
                <a:gd name="T8" fmla="*/ 67 w 135"/>
                <a:gd name="T9" fmla="*/ 0 h 215"/>
                <a:gd name="T10" fmla="*/ 12 w 135"/>
                <a:gd name="T11" fmla="*/ 48 h 215"/>
                <a:gd name="T12" fmla="*/ 67 w 135"/>
                <a:gd name="T13" fmla="*/ 95 h 215"/>
                <a:gd name="T14" fmla="*/ 75 w 135"/>
                <a:gd name="T15" fmla="*/ 94 h 215"/>
                <a:gd name="T16" fmla="*/ 75 w 135"/>
                <a:gd name="T17" fmla="*/ 105 h 215"/>
                <a:gd name="T18" fmla="*/ 78 w 135"/>
                <a:gd name="T19" fmla="*/ 115 h 215"/>
                <a:gd name="T20" fmla="*/ 67 w 135"/>
                <a:gd name="T21" fmla="*/ 114 h 215"/>
                <a:gd name="T22" fmla="*/ 0 w 135"/>
                <a:gd name="T23" fmla="*/ 165 h 215"/>
                <a:gd name="T24" fmla="*/ 67 w 135"/>
                <a:gd name="T25" fmla="*/ 215 h 215"/>
                <a:gd name="T26" fmla="*/ 135 w 135"/>
                <a:gd name="T27" fmla="*/ 165 h 215"/>
                <a:gd name="T28" fmla="*/ 115 w 135"/>
                <a:gd name="T29" fmla="*/ 128 h 215"/>
                <a:gd name="T30" fmla="*/ 111 w 135"/>
                <a:gd name="T31" fmla="*/ 125 h 215"/>
                <a:gd name="T32" fmla="*/ 94 w 135"/>
                <a:gd name="T33" fmla="*/ 103 h 215"/>
                <a:gd name="T34" fmla="*/ 98 w 135"/>
                <a:gd name="T35" fmla="*/ 88 h 215"/>
                <a:gd name="T36" fmla="*/ 99 w 135"/>
                <a:gd name="T37" fmla="*/ 86 h 215"/>
                <a:gd name="T38" fmla="*/ 122 w 135"/>
                <a:gd name="T39" fmla="*/ 48 h 215"/>
                <a:gd name="T40" fmla="*/ 111 w 135"/>
                <a:gd name="T41" fmla="*/ 19 h 215"/>
                <a:gd name="T42" fmla="*/ 126 w 135"/>
                <a:gd name="T43" fmla="*/ 19 h 215"/>
                <a:gd name="T44" fmla="*/ 135 w 135"/>
                <a:gd name="T45" fmla="*/ 10 h 215"/>
                <a:gd name="T46" fmla="*/ 67 w 135"/>
                <a:gd name="T47" fmla="*/ 197 h 215"/>
                <a:gd name="T48" fmla="*/ 18 w 135"/>
                <a:gd name="T49" fmla="*/ 165 h 215"/>
                <a:gd name="T50" fmla="*/ 67 w 135"/>
                <a:gd name="T51" fmla="*/ 133 h 215"/>
                <a:gd name="T52" fmla="*/ 116 w 135"/>
                <a:gd name="T53" fmla="*/ 165 h 215"/>
                <a:gd name="T54" fmla="*/ 67 w 135"/>
                <a:gd name="T55" fmla="*/ 197 h 215"/>
                <a:gd name="T56" fmla="*/ 67 w 135"/>
                <a:gd name="T57" fmla="*/ 76 h 215"/>
                <a:gd name="T58" fmla="*/ 30 w 135"/>
                <a:gd name="T59" fmla="*/ 48 h 215"/>
                <a:gd name="T60" fmla="*/ 67 w 135"/>
                <a:gd name="T61" fmla="*/ 19 h 215"/>
                <a:gd name="T62" fmla="*/ 103 w 135"/>
                <a:gd name="T63" fmla="*/ 48 h 215"/>
                <a:gd name="T64" fmla="*/ 67 w 135"/>
                <a:gd name="T65" fmla="*/ 76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35" h="215">
                  <a:moveTo>
                    <a:pt x="135" y="10"/>
                  </a:moveTo>
                  <a:cubicBezTo>
                    <a:pt x="135" y="4"/>
                    <a:pt x="131" y="0"/>
                    <a:pt x="126" y="0"/>
                  </a:cubicBezTo>
                  <a:cubicBezTo>
                    <a:pt x="70" y="0"/>
                    <a:pt x="70" y="0"/>
                    <a:pt x="70" y="0"/>
                  </a:cubicBezTo>
                  <a:cubicBezTo>
                    <a:pt x="70" y="0"/>
                    <a:pt x="69" y="0"/>
                    <a:pt x="69" y="0"/>
                  </a:cubicBezTo>
                  <a:cubicBezTo>
                    <a:pt x="68" y="0"/>
                    <a:pt x="68" y="0"/>
                    <a:pt x="67" y="0"/>
                  </a:cubicBezTo>
                  <a:cubicBezTo>
                    <a:pt x="36" y="0"/>
                    <a:pt x="12" y="22"/>
                    <a:pt x="12" y="48"/>
                  </a:cubicBezTo>
                  <a:cubicBezTo>
                    <a:pt x="12" y="74"/>
                    <a:pt x="36" y="95"/>
                    <a:pt x="67" y="95"/>
                  </a:cubicBezTo>
                  <a:cubicBezTo>
                    <a:pt x="70" y="95"/>
                    <a:pt x="73" y="95"/>
                    <a:pt x="75" y="94"/>
                  </a:cubicBezTo>
                  <a:cubicBezTo>
                    <a:pt x="75" y="98"/>
                    <a:pt x="75" y="101"/>
                    <a:pt x="75" y="105"/>
                  </a:cubicBezTo>
                  <a:cubicBezTo>
                    <a:pt x="76" y="108"/>
                    <a:pt x="77" y="112"/>
                    <a:pt x="78" y="115"/>
                  </a:cubicBezTo>
                  <a:cubicBezTo>
                    <a:pt x="75" y="114"/>
                    <a:pt x="71" y="114"/>
                    <a:pt x="67" y="114"/>
                  </a:cubicBezTo>
                  <a:cubicBezTo>
                    <a:pt x="30" y="114"/>
                    <a:pt x="0" y="137"/>
                    <a:pt x="0" y="165"/>
                  </a:cubicBezTo>
                  <a:cubicBezTo>
                    <a:pt x="0" y="193"/>
                    <a:pt x="30" y="215"/>
                    <a:pt x="67" y="215"/>
                  </a:cubicBezTo>
                  <a:cubicBezTo>
                    <a:pt x="105" y="215"/>
                    <a:pt x="135" y="193"/>
                    <a:pt x="135" y="165"/>
                  </a:cubicBezTo>
                  <a:cubicBezTo>
                    <a:pt x="135" y="150"/>
                    <a:pt x="127" y="138"/>
                    <a:pt x="115" y="128"/>
                  </a:cubicBezTo>
                  <a:cubicBezTo>
                    <a:pt x="114" y="127"/>
                    <a:pt x="113" y="126"/>
                    <a:pt x="111" y="125"/>
                  </a:cubicBezTo>
                  <a:cubicBezTo>
                    <a:pt x="101" y="118"/>
                    <a:pt x="95" y="110"/>
                    <a:pt x="94" y="103"/>
                  </a:cubicBezTo>
                  <a:cubicBezTo>
                    <a:pt x="93" y="95"/>
                    <a:pt x="97" y="89"/>
                    <a:pt x="98" y="88"/>
                  </a:cubicBezTo>
                  <a:cubicBezTo>
                    <a:pt x="98" y="88"/>
                    <a:pt x="99" y="87"/>
                    <a:pt x="99" y="86"/>
                  </a:cubicBezTo>
                  <a:cubicBezTo>
                    <a:pt x="113" y="77"/>
                    <a:pt x="122" y="63"/>
                    <a:pt x="122" y="48"/>
                  </a:cubicBezTo>
                  <a:cubicBezTo>
                    <a:pt x="122" y="37"/>
                    <a:pt x="118" y="27"/>
                    <a:pt x="111" y="19"/>
                  </a:cubicBezTo>
                  <a:cubicBezTo>
                    <a:pt x="126" y="19"/>
                    <a:pt x="126" y="19"/>
                    <a:pt x="126" y="19"/>
                  </a:cubicBezTo>
                  <a:cubicBezTo>
                    <a:pt x="131" y="19"/>
                    <a:pt x="135" y="15"/>
                    <a:pt x="135" y="10"/>
                  </a:cubicBezTo>
                  <a:close/>
                  <a:moveTo>
                    <a:pt x="67" y="197"/>
                  </a:moveTo>
                  <a:cubicBezTo>
                    <a:pt x="41" y="197"/>
                    <a:pt x="18" y="182"/>
                    <a:pt x="18" y="165"/>
                  </a:cubicBezTo>
                  <a:cubicBezTo>
                    <a:pt x="18" y="147"/>
                    <a:pt x="41" y="133"/>
                    <a:pt x="67" y="133"/>
                  </a:cubicBezTo>
                  <a:cubicBezTo>
                    <a:pt x="94" y="133"/>
                    <a:pt x="116" y="147"/>
                    <a:pt x="116" y="165"/>
                  </a:cubicBezTo>
                  <a:cubicBezTo>
                    <a:pt x="116" y="182"/>
                    <a:pt x="94" y="197"/>
                    <a:pt x="67" y="197"/>
                  </a:cubicBezTo>
                  <a:close/>
                  <a:moveTo>
                    <a:pt x="67" y="76"/>
                  </a:moveTo>
                  <a:cubicBezTo>
                    <a:pt x="47" y="76"/>
                    <a:pt x="30" y="63"/>
                    <a:pt x="30" y="48"/>
                  </a:cubicBezTo>
                  <a:cubicBezTo>
                    <a:pt x="30" y="32"/>
                    <a:pt x="47" y="19"/>
                    <a:pt x="67" y="19"/>
                  </a:cubicBezTo>
                  <a:cubicBezTo>
                    <a:pt x="87" y="19"/>
                    <a:pt x="103" y="32"/>
                    <a:pt x="103" y="48"/>
                  </a:cubicBezTo>
                  <a:cubicBezTo>
                    <a:pt x="103" y="63"/>
                    <a:pt x="87" y="76"/>
                    <a:pt x="67" y="76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5" name="Freeform 25"/>
            <p:cNvSpPr>
              <a:spLocks/>
            </p:cNvSpPr>
            <p:nvPr/>
          </p:nvSpPr>
          <p:spPr bwMode="auto">
            <a:xfrm>
              <a:off x="7346950" y="3875088"/>
              <a:ext cx="93663" cy="93663"/>
            </a:xfrm>
            <a:custGeom>
              <a:avLst/>
              <a:gdLst>
                <a:gd name="T0" fmla="*/ 84 w 94"/>
                <a:gd name="T1" fmla="*/ 38 h 94"/>
                <a:gd name="T2" fmla="*/ 56 w 94"/>
                <a:gd name="T3" fmla="*/ 38 h 94"/>
                <a:gd name="T4" fmla="*/ 56 w 94"/>
                <a:gd name="T5" fmla="*/ 9 h 94"/>
                <a:gd name="T6" fmla="*/ 47 w 94"/>
                <a:gd name="T7" fmla="*/ 0 h 94"/>
                <a:gd name="T8" fmla="*/ 37 w 94"/>
                <a:gd name="T9" fmla="*/ 9 h 94"/>
                <a:gd name="T10" fmla="*/ 37 w 94"/>
                <a:gd name="T11" fmla="*/ 38 h 94"/>
                <a:gd name="T12" fmla="*/ 9 w 94"/>
                <a:gd name="T13" fmla="*/ 38 h 94"/>
                <a:gd name="T14" fmla="*/ 0 w 94"/>
                <a:gd name="T15" fmla="*/ 47 h 94"/>
                <a:gd name="T16" fmla="*/ 9 w 94"/>
                <a:gd name="T17" fmla="*/ 56 h 94"/>
                <a:gd name="T18" fmla="*/ 37 w 94"/>
                <a:gd name="T19" fmla="*/ 56 h 94"/>
                <a:gd name="T20" fmla="*/ 37 w 94"/>
                <a:gd name="T21" fmla="*/ 85 h 94"/>
                <a:gd name="T22" fmla="*/ 47 w 94"/>
                <a:gd name="T23" fmla="*/ 94 h 94"/>
                <a:gd name="T24" fmla="*/ 56 w 94"/>
                <a:gd name="T25" fmla="*/ 85 h 94"/>
                <a:gd name="T26" fmla="*/ 56 w 94"/>
                <a:gd name="T27" fmla="*/ 56 h 94"/>
                <a:gd name="T28" fmla="*/ 84 w 94"/>
                <a:gd name="T29" fmla="*/ 56 h 94"/>
                <a:gd name="T30" fmla="*/ 94 w 94"/>
                <a:gd name="T31" fmla="*/ 47 h 94"/>
                <a:gd name="T32" fmla="*/ 84 w 94"/>
                <a:gd name="T33" fmla="*/ 38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4" h="94">
                  <a:moveTo>
                    <a:pt x="84" y="38"/>
                  </a:moveTo>
                  <a:cubicBezTo>
                    <a:pt x="56" y="38"/>
                    <a:pt x="56" y="38"/>
                    <a:pt x="56" y="38"/>
                  </a:cubicBezTo>
                  <a:cubicBezTo>
                    <a:pt x="56" y="9"/>
                    <a:pt x="56" y="9"/>
                    <a:pt x="56" y="9"/>
                  </a:cubicBezTo>
                  <a:cubicBezTo>
                    <a:pt x="56" y="4"/>
                    <a:pt x="52" y="0"/>
                    <a:pt x="47" y="0"/>
                  </a:cubicBezTo>
                  <a:cubicBezTo>
                    <a:pt x="41" y="0"/>
                    <a:pt x="37" y="4"/>
                    <a:pt x="37" y="9"/>
                  </a:cubicBezTo>
                  <a:cubicBezTo>
                    <a:pt x="37" y="38"/>
                    <a:pt x="37" y="38"/>
                    <a:pt x="37" y="38"/>
                  </a:cubicBezTo>
                  <a:cubicBezTo>
                    <a:pt x="9" y="38"/>
                    <a:pt x="9" y="38"/>
                    <a:pt x="9" y="38"/>
                  </a:cubicBezTo>
                  <a:cubicBezTo>
                    <a:pt x="4" y="38"/>
                    <a:pt x="0" y="42"/>
                    <a:pt x="0" y="47"/>
                  </a:cubicBezTo>
                  <a:cubicBezTo>
                    <a:pt x="0" y="52"/>
                    <a:pt x="4" y="56"/>
                    <a:pt x="9" y="56"/>
                  </a:cubicBezTo>
                  <a:cubicBezTo>
                    <a:pt x="37" y="56"/>
                    <a:pt x="37" y="56"/>
                    <a:pt x="37" y="56"/>
                  </a:cubicBezTo>
                  <a:cubicBezTo>
                    <a:pt x="37" y="85"/>
                    <a:pt x="37" y="85"/>
                    <a:pt x="37" y="85"/>
                  </a:cubicBezTo>
                  <a:cubicBezTo>
                    <a:pt x="37" y="90"/>
                    <a:pt x="41" y="94"/>
                    <a:pt x="47" y="94"/>
                  </a:cubicBezTo>
                  <a:cubicBezTo>
                    <a:pt x="52" y="94"/>
                    <a:pt x="56" y="90"/>
                    <a:pt x="56" y="85"/>
                  </a:cubicBezTo>
                  <a:cubicBezTo>
                    <a:pt x="56" y="56"/>
                    <a:pt x="56" y="56"/>
                    <a:pt x="56" y="56"/>
                  </a:cubicBezTo>
                  <a:cubicBezTo>
                    <a:pt x="84" y="56"/>
                    <a:pt x="84" y="56"/>
                    <a:pt x="84" y="56"/>
                  </a:cubicBezTo>
                  <a:cubicBezTo>
                    <a:pt x="89" y="56"/>
                    <a:pt x="94" y="52"/>
                    <a:pt x="94" y="47"/>
                  </a:cubicBezTo>
                  <a:cubicBezTo>
                    <a:pt x="94" y="42"/>
                    <a:pt x="89" y="38"/>
                    <a:pt x="84" y="3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56" name="Group 155"/>
          <p:cNvGrpSpPr/>
          <p:nvPr/>
        </p:nvGrpSpPr>
        <p:grpSpPr>
          <a:xfrm>
            <a:off x="10545233" y="5005917"/>
            <a:ext cx="567267" cy="567267"/>
            <a:chOff x="7908925" y="3754438"/>
            <a:chExt cx="425450" cy="425450"/>
          </a:xfrm>
          <a:solidFill>
            <a:schemeClr val="tx2"/>
          </a:solidFill>
        </p:grpSpPr>
        <p:sp>
          <p:nvSpPr>
            <p:cNvPr id="26" name="Freeform 26"/>
            <p:cNvSpPr>
              <a:spLocks noEditPoints="1"/>
            </p:cNvSpPr>
            <p:nvPr/>
          </p:nvSpPr>
          <p:spPr bwMode="auto">
            <a:xfrm>
              <a:off x="8026400" y="3913188"/>
              <a:ext cx="57150" cy="161925"/>
            </a:xfrm>
            <a:custGeom>
              <a:avLst/>
              <a:gdLst>
                <a:gd name="T0" fmla="*/ 49 w 58"/>
                <a:gd name="T1" fmla="*/ 0 h 162"/>
                <a:gd name="T2" fmla="*/ 10 w 58"/>
                <a:gd name="T3" fmla="*/ 0 h 162"/>
                <a:gd name="T4" fmla="*/ 0 w 58"/>
                <a:gd name="T5" fmla="*/ 9 h 162"/>
                <a:gd name="T6" fmla="*/ 0 w 58"/>
                <a:gd name="T7" fmla="*/ 153 h 162"/>
                <a:gd name="T8" fmla="*/ 10 w 58"/>
                <a:gd name="T9" fmla="*/ 162 h 162"/>
                <a:gd name="T10" fmla="*/ 49 w 58"/>
                <a:gd name="T11" fmla="*/ 162 h 162"/>
                <a:gd name="T12" fmla="*/ 58 w 58"/>
                <a:gd name="T13" fmla="*/ 153 h 162"/>
                <a:gd name="T14" fmla="*/ 58 w 58"/>
                <a:gd name="T15" fmla="*/ 9 h 162"/>
                <a:gd name="T16" fmla="*/ 49 w 58"/>
                <a:gd name="T17" fmla="*/ 0 h 162"/>
                <a:gd name="T18" fmla="*/ 39 w 58"/>
                <a:gd name="T19" fmla="*/ 144 h 162"/>
                <a:gd name="T20" fmla="*/ 19 w 58"/>
                <a:gd name="T21" fmla="*/ 144 h 162"/>
                <a:gd name="T22" fmla="*/ 19 w 58"/>
                <a:gd name="T23" fmla="*/ 18 h 162"/>
                <a:gd name="T24" fmla="*/ 39 w 58"/>
                <a:gd name="T25" fmla="*/ 18 h 162"/>
                <a:gd name="T26" fmla="*/ 39 w 58"/>
                <a:gd name="T27" fmla="*/ 144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8" h="162">
                  <a:moveTo>
                    <a:pt x="49" y="0"/>
                  </a:moveTo>
                  <a:cubicBezTo>
                    <a:pt x="10" y="0"/>
                    <a:pt x="10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0" y="158"/>
                    <a:pt x="5" y="162"/>
                    <a:pt x="10" y="162"/>
                  </a:cubicBezTo>
                  <a:cubicBezTo>
                    <a:pt x="49" y="162"/>
                    <a:pt x="49" y="162"/>
                    <a:pt x="49" y="162"/>
                  </a:cubicBezTo>
                  <a:cubicBezTo>
                    <a:pt x="54" y="162"/>
                    <a:pt x="58" y="158"/>
                    <a:pt x="58" y="153"/>
                  </a:cubicBezTo>
                  <a:cubicBezTo>
                    <a:pt x="58" y="9"/>
                    <a:pt x="58" y="9"/>
                    <a:pt x="58" y="9"/>
                  </a:cubicBezTo>
                  <a:cubicBezTo>
                    <a:pt x="58" y="4"/>
                    <a:pt x="54" y="0"/>
                    <a:pt x="49" y="0"/>
                  </a:cubicBezTo>
                  <a:close/>
                  <a:moveTo>
                    <a:pt x="39" y="144"/>
                  </a:moveTo>
                  <a:cubicBezTo>
                    <a:pt x="19" y="144"/>
                    <a:pt x="19" y="144"/>
                    <a:pt x="19" y="144"/>
                  </a:cubicBezTo>
                  <a:cubicBezTo>
                    <a:pt x="19" y="18"/>
                    <a:pt x="19" y="18"/>
                    <a:pt x="19" y="18"/>
                  </a:cubicBezTo>
                  <a:cubicBezTo>
                    <a:pt x="39" y="18"/>
                    <a:pt x="39" y="18"/>
                    <a:pt x="39" y="18"/>
                  </a:cubicBezTo>
                  <a:lnTo>
                    <a:pt x="39" y="14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7" name="Freeform 27"/>
            <p:cNvSpPr>
              <a:spLocks noEditPoints="1"/>
            </p:cNvSpPr>
            <p:nvPr/>
          </p:nvSpPr>
          <p:spPr bwMode="auto">
            <a:xfrm>
              <a:off x="8026400" y="3846513"/>
              <a:ext cx="58738" cy="58738"/>
            </a:xfrm>
            <a:custGeom>
              <a:avLst/>
              <a:gdLst>
                <a:gd name="T0" fmla="*/ 29 w 58"/>
                <a:gd name="T1" fmla="*/ 0 h 58"/>
                <a:gd name="T2" fmla="*/ 0 w 58"/>
                <a:gd name="T3" fmla="*/ 29 h 58"/>
                <a:gd name="T4" fmla="*/ 29 w 58"/>
                <a:gd name="T5" fmla="*/ 58 h 58"/>
                <a:gd name="T6" fmla="*/ 58 w 58"/>
                <a:gd name="T7" fmla="*/ 29 h 58"/>
                <a:gd name="T8" fmla="*/ 29 w 58"/>
                <a:gd name="T9" fmla="*/ 0 h 58"/>
                <a:gd name="T10" fmla="*/ 29 w 58"/>
                <a:gd name="T11" fmla="*/ 40 h 58"/>
                <a:gd name="T12" fmla="*/ 19 w 58"/>
                <a:gd name="T13" fmla="*/ 29 h 58"/>
                <a:gd name="T14" fmla="*/ 29 w 58"/>
                <a:gd name="T15" fmla="*/ 19 h 58"/>
                <a:gd name="T16" fmla="*/ 39 w 58"/>
                <a:gd name="T17" fmla="*/ 29 h 58"/>
                <a:gd name="T18" fmla="*/ 29 w 58"/>
                <a:gd name="T19" fmla="*/ 40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8" h="58">
                  <a:moveTo>
                    <a:pt x="29" y="0"/>
                  </a:moveTo>
                  <a:cubicBezTo>
                    <a:pt x="13" y="0"/>
                    <a:pt x="0" y="13"/>
                    <a:pt x="0" y="29"/>
                  </a:cubicBezTo>
                  <a:cubicBezTo>
                    <a:pt x="0" y="45"/>
                    <a:pt x="13" y="58"/>
                    <a:pt x="29" y="58"/>
                  </a:cubicBezTo>
                  <a:cubicBezTo>
                    <a:pt x="45" y="58"/>
                    <a:pt x="58" y="45"/>
                    <a:pt x="58" y="29"/>
                  </a:cubicBezTo>
                  <a:cubicBezTo>
                    <a:pt x="58" y="13"/>
                    <a:pt x="45" y="0"/>
                    <a:pt x="29" y="0"/>
                  </a:cubicBezTo>
                  <a:close/>
                  <a:moveTo>
                    <a:pt x="29" y="40"/>
                  </a:moveTo>
                  <a:cubicBezTo>
                    <a:pt x="23" y="40"/>
                    <a:pt x="19" y="35"/>
                    <a:pt x="19" y="29"/>
                  </a:cubicBezTo>
                  <a:cubicBezTo>
                    <a:pt x="19" y="24"/>
                    <a:pt x="23" y="19"/>
                    <a:pt x="29" y="19"/>
                  </a:cubicBezTo>
                  <a:cubicBezTo>
                    <a:pt x="35" y="19"/>
                    <a:pt x="39" y="24"/>
                    <a:pt x="39" y="29"/>
                  </a:cubicBezTo>
                  <a:cubicBezTo>
                    <a:pt x="39" y="35"/>
                    <a:pt x="35" y="40"/>
                    <a:pt x="29" y="4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8" name="Freeform 28"/>
            <p:cNvSpPr>
              <a:spLocks noEditPoints="1"/>
            </p:cNvSpPr>
            <p:nvPr/>
          </p:nvSpPr>
          <p:spPr bwMode="auto">
            <a:xfrm>
              <a:off x="8091488" y="3913188"/>
              <a:ext cx="138113" cy="161925"/>
            </a:xfrm>
            <a:custGeom>
              <a:avLst/>
              <a:gdLst>
                <a:gd name="T0" fmla="*/ 76 w 138"/>
                <a:gd name="T1" fmla="*/ 0 h 162"/>
                <a:gd name="T2" fmla="*/ 56 w 138"/>
                <a:gd name="T3" fmla="*/ 4 h 162"/>
                <a:gd name="T4" fmla="*/ 48 w 138"/>
                <a:gd name="T5" fmla="*/ 0 h 162"/>
                <a:gd name="T6" fmla="*/ 9 w 138"/>
                <a:gd name="T7" fmla="*/ 0 h 162"/>
                <a:gd name="T8" fmla="*/ 0 w 138"/>
                <a:gd name="T9" fmla="*/ 9 h 162"/>
                <a:gd name="T10" fmla="*/ 0 w 138"/>
                <a:gd name="T11" fmla="*/ 153 h 162"/>
                <a:gd name="T12" fmla="*/ 9 w 138"/>
                <a:gd name="T13" fmla="*/ 162 h 162"/>
                <a:gd name="T14" fmla="*/ 48 w 138"/>
                <a:gd name="T15" fmla="*/ 162 h 162"/>
                <a:gd name="T16" fmla="*/ 58 w 138"/>
                <a:gd name="T17" fmla="*/ 153 h 162"/>
                <a:gd name="T18" fmla="*/ 58 w 138"/>
                <a:gd name="T19" fmla="*/ 66 h 162"/>
                <a:gd name="T20" fmla="*/ 58 w 138"/>
                <a:gd name="T21" fmla="*/ 66 h 162"/>
                <a:gd name="T22" fmla="*/ 60 w 138"/>
                <a:gd name="T23" fmla="*/ 60 h 162"/>
                <a:gd name="T24" fmla="*/ 68 w 138"/>
                <a:gd name="T25" fmla="*/ 58 h 162"/>
                <a:gd name="T26" fmla="*/ 78 w 138"/>
                <a:gd name="T27" fmla="*/ 66 h 162"/>
                <a:gd name="T28" fmla="*/ 78 w 138"/>
                <a:gd name="T29" fmla="*/ 153 h 162"/>
                <a:gd name="T30" fmla="*/ 88 w 138"/>
                <a:gd name="T31" fmla="*/ 162 h 162"/>
                <a:gd name="T32" fmla="*/ 129 w 138"/>
                <a:gd name="T33" fmla="*/ 162 h 162"/>
                <a:gd name="T34" fmla="*/ 138 w 138"/>
                <a:gd name="T35" fmla="*/ 153 h 162"/>
                <a:gd name="T36" fmla="*/ 138 w 138"/>
                <a:gd name="T37" fmla="*/ 64 h 162"/>
                <a:gd name="T38" fmla="*/ 76 w 138"/>
                <a:gd name="T39" fmla="*/ 0 h 162"/>
                <a:gd name="T40" fmla="*/ 119 w 138"/>
                <a:gd name="T41" fmla="*/ 144 h 162"/>
                <a:gd name="T42" fmla="*/ 97 w 138"/>
                <a:gd name="T43" fmla="*/ 144 h 162"/>
                <a:gd name="T44" fmla="*/ 97 w 138"/>
                <a:gd name="T45" fmla="*/ 66 h 162"/>
                <a:gd name="T46" fmla="*/ 68 w 138"/>
                <a:gd name="T47" fmla="*/ 39 h 162"/>
                <a:gd name="T48" fmla="*/ 46 w 138"/>
                <a:gd name="T49" fmla="*/ 48 h 162"/>
                <a:gd name="T50" fmla="*/ 39 w 138"/>
                <a:gd name="T51" fmla="*/ 67 h 162"/>
                <a:gd name="T52" fmla="*/ 39 w 138"/>
                <a:gd name="T53" fmla="*/ 144 h 162"/>
                <a:gd name="T54" fmla="*/ 19 w 138"/>
                <a:gd name="T55" fmla="*/ 144 h 162"/>
                <a:gd name="T56" fmla="*/ 19 w 138"/>
                <a:gd name="T57" fmla="*/ 18 h 162"/>
                <a:gd name="T58" fmla="*/ 39 w 138"/>
                <a:gd name="T59" fmla="*/ 18 h 162"/>
                <a:gd name="T60" fmla="*/ 39 w 138"/>
                <a:gd name="T61" fmla="*/ 20 h 162"/>
                <a:gd name="T62" fmla="*/ 44 w 138"/>
                <a:gd name="T63" fmla="*/ 29 h 162"/>
                <a:gd name="T64" fmla="*/ 54 w 138"/>
                <a:gd name="T65" fmla="*/ 28 h 162"/>
                <a:gd name="T66" fmla="*/ 56 w 138"/>
                <a:gd name="T67" fmla="*/ 26 h 162"/>
                <a:gd name="T68" fmla="*/ 76 w 138"/>
                <a:gd name="T69" fmla="*/ 18 h 162"/>
                <a:gd name="T70" fmla="*/ 119 w 138"/>
                <a:gd name="T71" fmla="*/ 64 h 162"/>
                <a:gd name="T72" fmla="*/ 119 w 138"/>
                <a:gd name="T73" fmla="*/ 144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38" h="162">
                  <a:moveTo>
                    <a:pt x="76" y="0"/>
                  </a:moveTo>
                  <a:cubicBezTo>
                    <a:pt x="68" y="0"/>
                    <a:pt x="61" y="1"/>
                    <a:pt x="56" y="4"/>
                  </a:cubicBezTo>
                  <a:cubicBezTo>
                    <a:pt x="54" y="1"/>
                    <a:pt x="52" y="0"/>
                    <a:pt x="48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0" y="158"/>
                    <a:pt x="4" y="162"/>
                    <a:pt x="9" y="162"/>
                  </a:cubicBezTo>
                  <a:cubicBezTo>
                    <a:pt x="48" y="162"/>
                    <a:pt x="48" y="162"/>
                    <a:pt x="48" y="162"/>
                  </a:cubicBezTo>
                  <a:cubicBezTo>
                    <a:pt x="53" y="162"/>
                    <a:pt x="58" y="158"/>
                    <a:pt x="58" y="153"/>
                  </a:cubicBezTo>
                  <a:cubicBezTo>
                    <a:pt x="58" y="66"/>
                    <a:pt x="58" y="66"/>
                    <a:pt x="58" y="66"/>
                  </a:cubicBezTo>
                  <a:cubicBezTo>
                    <a:pt x="58" y="66"/>
                    <a:pt x="58" y="66"/>
                    <a:pt x="58" y="66"/>
                  </a:cubicBezTo>
                  <a:cubicBezTo>
                    <a:pt x="58" y="66"/>
                    <a:pt x="57" y="62"/>
                    <a:pt x="60" y="60"/>
                  </a:cubicBezTo>
                  <a:cubicBezTo>
                    <a:pt x="62" y="58"/>
                    <a:pt x="66" y="58"/>
                    <a:pt x="68" y="58"/>
                  </a:cubicBezTo>
                  <a:cubicBezTo>
                    <a:pt x="77" y="58"/>
                    <a:pt x="78" y="61"/>
                    <a:pt x="78" y="66"/>
                  </a:cubicBezTo>
                  <a:cubicBezTo>
                    <a:pt x="78" y="153"/>
                    <a:pt x="78" y="153"/>
                    <a:pt x="78" y="153"/>
                  </a:cubicBezTo>
                  <a:cubicBezTo>
                    <a:pt x="78" y="158"/>
                    <a:pt x="82" y="162"/>
                    <a:pt x="88" y="162"/>
                  </a:cubicBezTo>
                  <a:cubicBezTo>
                    <a:pt x="129" y="162"/>
                    <a:pt x="129" y="162"/>
                    <a:pt x="129" y="162"/>
                  </a:cubicBezTo>
                  <a:cubicBezTo>
                    <a:pt x="134" y="162"/>
                    <a:pt x="138" y="158"/>
                    <a:pt x="138" y="153"/>
                  </a:cubicBezTo>
                  <a:cubicBezTo>
                    <a:pt x="138" y="64"/>
                    <a:pt x="138" y="64"/>
                    <a:pt x="138" y="64"/>
                  </a:cubicBezTo>
                  <a:cubicBezTo>
                    <a:pt x="138" y="16"/>
                    <a:pt x="104" y="0"/>
                    <a:pt x="76" y="0"/>
                  </a:cubicBezTo>
                  <a:close/>
                  <a:moveTo>
                    <a:pt x="119" y="144"/>
                  </a:moveTo>
                  <a:cubicBezTo>
                    <a:pt x="97" y="144"/>
                    <a:pt x="97" y="144"/>
                    <a:pt x="97" y="144"/>
                  </a:cubicBezTo>
                  <a:cubicBezTo>
                    <a:pt x="97" y="66"/>
                    <a:pt x="97" y="66"/>
                    <a:pt x="97" y="66"/>
                  </a:cubicBezTo>
                  <a:cubicBezTo>
                    <a:pt x="97" y="50"/>
                    <a:pt x="86" y="39"/>
                    <a:pt x="68" y="39"/>
                  </a:cubicBezTo>
                  <a:cubicBezTo>
                    <a:pt x="56" y="39"/>
                    <a:pt x="49" y="44"/>
                    <a:pt x="46" y="48"/>
                  </a:cubicBezTo>
                  <a:cubicBezTo>
                    <a:pt x="39" y="55"/>
                    <a:pt x="39" y="64"/>
                    <a:pt x="39" y="67"/>
                  </a:cubicBezTo>
                  <a:cubicBezTo>
                    <a:pt x="39" y="144"/>
                    <a:pt x="39" y="144"/>
                    <a:pt x="39" y="144"/>
                  </a:cubicBezTo>
                  <a:cubicBezTo>
                    <a:pt x="19" y="144"/>
                    <a:pt x="19" y="144"/>
                    <a:pt x="19" y="144"/>
                  </a:cubicBezTo>
                  <a:cubicBezTo>
                    <a:pt x="19" y="18"/>
                    <a:pt x="19" y="18"/>
                    <a:pt x="19" y="18"/>
                  </a:cubicBezTo>
                  <a:cubicBezTo>
                    <a:pt x="39" y="18"/>
                    <a:pt x="39" y="18"/>
                    <a:pt x="39" y="18"/>
                  </a:cubicBezTo>
                  <a:cubicBezTo>
                    <a:pt x="39" y="20"/>
                    <a:pt x="39" y="20"/>
                    <a:pt x="39" y="20"/>
                  </a:cubicBezTo>
                  <a:cubicBezTo>
                    <a:pt x="39" y="24"/>
                    <a:pt x="41" y="27"/>
                    <a:pt x="44" y="29"/>
                  </a:cubicBezTo>
                  <a:cubicBezTo>
                    <a:pt x="47" y="30"/>
                    <a:pt x="51" y="30"/>
                    <a:pt x="54" y="28"/>
                  </a:cubicBezTo>
                  <a:cubicBezTo>
                    <a:pt x="55" y="27"/>
                    <a:pt x="55" y="27"/>
                    <a:pt x="56" y="26"/>
                  </a:cubicBezTo>
                  <a:cubicBezTo>
                    <a:pt x="61" y="22"/>
                    <a:pt x="66" y="18"/>
                    <a:pt x="76" y="18"/>
                  </a:cubicBezTo>
                  <a:cubicBezTo>
                    <a:pt x="86" y="18"/>
                    <a:pt x="119" y="22"/>
                    <a:pt x="119" y="64"/>
                  </a:cubicBezTo>
                  <a:lnTo>
                    <a:pt x="119" y="14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9" name="Freeform 29"/>
            <p:cNvSpPr>
              <a:spLocks noEditPoints="1"/>
            </p:cNvSpPr>
            <p:nvPr/>
          </p:nvSpPr>
          <p:spPr bwMode="auto">
            <a:xfrm>
              <a:off x="7908925" y="3754438"/>
              <a:ext cx="425450" cy="425450"/>
            </a:xfrm>
            <a:custGeom>
              <a:avLst/>
              <a:gdLst>
                <a:gd name="T0" fmla="*/ 213 w 425"/>
                <a:gd name="T1" fmla="*/ 0 h 425"/>
                <a:gd name="T2" fmla="*/ 0 w 425"/>
                <a:gd name="T3" fmla="*/ 213 h 425"/>
                <a:gd name="T4" fmla="*/ 213 w 425"/>
                <a:gd name="T5" fmla="*/ 425 h 425"/>
                <a:gd name="T6" fmla="*/ 425 w 425"/>
                <a:gd name="T7" fmla="*/ 213 h 425"/>
                <a:gd name="T8" fmla="*/ 213 w 425"/>
                <a:gd name="T9" fmla="*/ 0 h 425"/>
                <a:gd name="T10" fmla="*/ 213 w 425"/>
                <a:gd name="T11" fmla="*/ 407 h 425"/>
                <a:gd name="T12" fmla="*/ 19 w 425"/>
                <a:gd name="T13" fmla="*/ 213 h 425"/>
                <a:gd name="T14" fmla="*/ 213 w 425"/>
                <a:gd name="T15" fmla="*/ 19 h 425"/>
                <a:gd name="T16" fmla="*/ 406 w 425"/>
                <a:gd name="T17" fmla="*/ 213 h 425"/>
                <a:gd name="T18" fmla="*/ 213 w 425"/>
                <a:gd name="T19" fmla="*/ 407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25" h="425">
                  <a:moveTo>
                    <a:pt x="213" y="0"/>
                  </a:moveTo>
                  <a:cubicBezTo>
                    <a:pt x="95" y="0"/>
                    <a:pt x="0" y="96"/>
                    <a:pt x="0" y="213"/>
                  </a:cubicBezTo>
                  <a:cubicBezTo>
                    <a:pt x="0" y="330"/>
                    <a:pt x="95" y="425"/>
                    <a:pt x="213" y="425"/>
                  </a:cubicBezTo>
                  <a:cubicBezTo>
                    <a:pt x="330" y="425"/>
                    <a:pt x="425" y="330"/>
                    <a:pt x="425" y="213"/>
                  </a:cubicBezTo>
                  <a:cubicBezTo>
                    <a:pt x="425" y="96"/>
                    <a:pt x="330" y="0"/>
                    <a:pt x="213" y="0"/>
                  </a:cubicBezTo>
                  <a:close/>
                  <a:moveTo>
                    <a:pt x="213" y="407"/>
                  </a:moveTo>
                  <a:cubicBezTo>
                    <a:pt x="106" y="407"/>
                    <a:pt x="19" y="320"/>
                    <a:pt x="19" y="213"/>
                  </a:cubicBezTo>
                  <a:cubicBezTo>
                    <a:pt x="19" y="106"/>
                    <a:pt x="106" y="19"/>
                    <a:pt x="213" y="19"/>
                  </a:cubicBezTo>
                  <a:cubicBezTo>
                    <a:pt x="319" y="19"/>
                    <a:pt x="406" y="106"/>
                    <a:pt x="406" y="213"/>
                  </a:cubicBezTo>
                  <a:cubicBezTo>
                    <a:pt x="406" y="320"/>
                    <a:pt x="319" y="407"/>
                    <a:pt x="213" y="407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2961217" y="5005917"/>
            <a:ext cx="567267" cy="567267"/>
            <a:chOff x="2220913" y="3754438"/>
            <a:chExt cx="425450" cy="425450"/>
          </a:xfrm>
          <a:solidFill>
            <a:schemeClr val="tx2"/>
          </a:solidFill>
        </p:grpSpPr>
        <p:sp>
          <p:nvSpPr>
            <p:cNvPr id="30" name="Freeform 30"/>
            <p:cNvSpPr>
              <a:spLocks noEditPoints="1"/>
            </p:cNvSpPr>
            <p:nvPr/>
          </p:nvSpPr>
          <p:spPr bwMode="auto">
            <a:xfrm>
              <a:off x="2220913" y="3754438"/>
              <a:ext cx="425450" cy="425450"/>
            </a:xfrm>
            <a:custGeom>
              <a:avLst/>
              <a:gdLst>
                <a:gd name="T0" fmla="*/ 212 w 425"/>
                <a:gd name="T1" fmla="*/ 0 h 425"/>
                <a:gd name="T2" fmla="*/ 0 w 425"/>
                <a:gd name="T3" fmla="*/ 213 h 425"/>
                <a:gd name="T4" fmla="*/ 212 w 425"/>
                <a:gd name="T5" fmla="*/ 425 h 425"/>
                <a:gd name="T6" fmla="*/ 425 w 425"/>
                <a:gd name="T7" fmla="*/ 213 h 425"/>
                <a:gd name="T8" fmla="*/ 212 w 425"/>
                <a:gd name="T9" fmla="*/ 0 h 425"/>
                <a:gd name="T10" fmla="*/ 212 w 425"/>
                <a:gd name="T11" fmla="*/ 407 h 425"/>
                <a:gd name="T12" fmla="*/ 18 w 425"/>
                <a:gd name="T13" fmla="*/ 213 h 425"/>
                <a:gd name="T14" fmla="*/ 212 w 425"/>
                <a:gd name="T15" fmla="*/ 19 h 425"/>
                <a:gd name="T16" fmla="*/ 406 w 425"/>
                <a:gd name="T17" fmla="*/ 213 h 425"/>
                <a:gd name="T18" fmla="*/ 212 w 425"/>
                <a:gd name="T19" fmla="*/ 407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25" h="425">
                  <a:moveTo>
                    <a:pt x="212" y="0"/>
                  </a:moveTo>
                  <a:cubicBezTo>
                    <a:pt x="95" y="0"/>
                    <a:pt x="0" y="96"/>
                    <a:pt x="0" y="213"/>
                  </a:cubicBezTo>
                  <a:cubicBezTo>
                    <a:pt x="0" y="330"/>
                    <a:pt x="95" y="425"/>
                    <a:pt x="212" y="425"/>
                  </a:cubicBezTo>
                  <a:cubicBezTo>
                    <a:pt x="329" y="425"/>
                    <a:pt x="425" y="330"/>
                    <a:pt x="425" y="213"/>
                  </a:cubicBezTo>
                  <a:cubicBezTo>
                    <a:pt x="425" y="96"/>
                    <a:pt x="329" y="0"/>
                    <a:pt x="212" y="0"/>
                  </a:cubicBezTo>
                  <a:close/>
                  <a:moveTo>
                    <a:pt x="212" y="407"/>
                  </a:moveTo>
                  <a:cubicBezTo>
                    <a:pt x="105" y="407"/>
                    <a:pt x="18" y="320"/>
                    <a:pt x="18" y="213"/>
                  </a:cubicBezTo>
                  <a:cubicBezTo>
                    <a:pt x="18" y="106"/>
                    <a:pt x="105" y="19"/>
                    <a:pt x="212" y="19"/>
                  </a:cubicBezTo>
                  <a:cubicBezTo>
                    <a:pt x="319" y="19"/>
                    <a:pt x="406" y="106"/>
                    <a:pt x="406" y="213"/>
                  </a:cubicBezTo>
                  <a:cubicBezTo>
                    <a:pt x="406" y="320"/>
                    <a:pt x="319" y="407"/>
                    <a:pt x="212" y="407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1" name="Freeform 31"/>
            <p:cNvSpPr>
              <a:spLocks/>
            </p:cNvSpPr>
            <p:nvPr/>
          </p:nvSpPr>
          <p:spPr bwMode="auto">
            <a:xfrm>
              <a:off x="2332038" y="4016375"/>
              <a:ext cx="204788" cy="60325"/>
            </a:xfrm>
            <a:custGeom>
              <a:avLst/>
              <a:gdLst>
                <a:gd name="T0" fmla="*/ 102 w 205"/>
                <a:gd name="T1" fmla="*/ 0 h 60"/>
                <a:gd name="T2" fmla="*/ 4 w 205"/>
                <a:gd name="T3" fmla="*/ 43 h 60"/>
                <a:gd name="T4" fmla="*/ 4 w 205"/>
                <a:gd name="T5" fmla="*/ 56 h 60"/>
                <a:gd name="T6" fmla="*/ 18 w 205"/>
                <a:gd name="T7" fmla="*/ 55 h 60"/>
                <a:gd name="T8" fmla="*/ 102 w 205"/>
                <a:gd name="T9" fmla="*/ 18 h 60"/>
                <a:gd name="T10" fmla="*/ 188 w 205"/>
                <a:gd name="T11" fmla="*/ 56 h 60"/>
                <a:gd name="T12" fmla="*/ 195 w 205"/>
                <a:gd name="T13" fmla="*/ 60 h 60"/>
                <a:gd name="T14" fmla="*/ 201 w 205"/>
                <a:gd name="T15" fmla="*/ 57 h 60"/>
                <a:gd name="T16" fmla="*/ 202 w 205"/>
                <a:gd name="T17" fmla="*/ 44 h 60"/>
                <a:gd name="T18" fmla="*/ 102 w 205"/>
                <a:gd name="T19" fmla="*/ 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05" h="60">
                  <a:moveTo>
                    <a:pt x="102" y="0"/>
                  </a:moveTo>
                  <a:cubicBezTo>
                    <a:pt x="65" y="0"/>
                    <a:pt x="29" y="15"/>
                    <a:pt x="4" y="43"/>
                  </a:cubicBezTo>
                  <a:cubicBezTo>
                    <a:pt x="0" y="47"/>
                    <a:pt x="1" y="53"/>
                    <a:pt x="4" y="56"/>
                  </a:cubicBezTo>
                  <a:cubicBezTo>
                    <a:pt x="8" y="60"/>
                    <a:pt x="14" y="59"/>
                    <a:pt x="18" y="55"/>
                  </a:cubicBezTo>
                  <a:cubicBezTo>
                    <a:pt x="39" y="32"/>
                    <a:pt x="70" y="18"/>
                    <a:pt x="102" y="18"/>
                  </a:cubicBezTo>
                  <a:cubicBezTo>
                    <a:pt x="135" y="18"/>
                    <a:pt x="166" y="32"/>
                    <a:pt x="188" y="56"/>
                  </a:cubicBezTo>
                  <a:cubicBezTo>
                    <a:pt x="190" y="59"/>
                    <a:pt x="192" y="60"/>
                    <a:pt x="195" y="60"/>
                  </a:cubicBezTo>
                  <a:cubicBezTo>
                    <a:pt x="197" y="60"/>
                    <a:pt x="199" y="59"/>
                    <a:pt x="201" y="57"/>
                  </a:cubicBezTo>
                  <a:cubicBezTo>
                    <a:pt x="205" y="54"/>
                    <a:pt x="205" y="48"/>
                    <a:pt x="202" y="44"/>
                  </a:cubicBezTo>
                  <a:cubicBezTo>
                    <a:pt x="176" y="16"/>
                    <a:pt x="140" y="0"/>
                    <a:pt x="10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2" name="Freeform 32"/>
            <p:cNvSpPr>
              <a:spLocks noEditPoints="1"/>
            </p:cNvSpPr>
            <p:nvPr/>
          </p:nvSpPr>
          <p:spPr bwMode="auto">
            <a:xfrm>
              <a:off x="2332038" y="3919538"/>
              <a:ext cx="57150" cy="57150"/>
            </a:xfrm>
            <a:custGeom>
              <a:avLst/>
              <a:gdLst>
                <a:gd name="T0" fmla="*/ 29 w 58"/>
                <a:gd name="T1" fmla="*/ 58 h 58"/>
                <a:gd name="T2" fmla="*/ 58 w 58"/>
                <a:gd name="T3" fmla="*/ 29 h 58"/>
                <a:gd name="T4" fmla="*/ 29 w 58"/>
                <a:gd name="T5" fmla="*/ 0 h 58"/>
                <a:gd name="T6" fmla="*/ 0 w 58"/>
                <a:gd name="T7" fmla="*/ 29 h 58"/>
                <a:gd name="T8" fmla="*/ 29 w 58"/>
                <a:gd name="T9" fmla="*/ 58 h 58"/>
                <a:gd name="T10" fmla="*/ 29 w 58"/>
                <a:gd name="T11" fmla="*/ 19 h 58"/>
                <a:gd name="T12" fmla="*/ 39 w 58"/>
                <a:gd name="T13" fmla="*/ 29 h 58"/>
                <a:gd name="T14" fmla="*/ 29 w 58"/>
                <a:gd name="T15" fmla="*/ 40 h 58"/>
                <a:gd name="T16" fmla="*/ 19 w 58"/>
                <a:gd name="T17" fmla="*/ 29 h 58"/>
                <a:gd name="T18" fmla="*/ 29 w 58"/>
                <a:gd name="T19" fmla="*/ 19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8" h="58">
                  <a:moveTo>
                    <a:pt x="29" y="58"/>
                  </a:moveTo>
                  <a:cubicBezTo>
                    <a:pt x="45" y="58"/>
                    <a:pt x="58" y="45"/>
                    <a:pt x="58" y="29"/>
                  </a:cubicBezTo>
                  <a:cubicBezTo>
                    <a:pt x="58" y="13"/>
                    <a:pt x="45" y="0"/>
                    <a:pt x="29" y="0"/>
                  </a:cubicBezTo>
                  <a:cubicBezTo>
                    <a:pt x="13" y="0"/>
                    <a:pt x="0" y="13"/>
                    <a:pt x="0" y="29"/>
                  </a:cubicBezTo>
                  <a:cubicBezTo>
                    <a:pt x="0" y="45"/>
                    <a:pt x="13" y="58"/>
                    <a:pt x="29" y="58"/>
                  </a:cubicBezTo>
                  <a:close/>
                  <a:moveTo>
                    <a:pt x="29" y="19"/>
                  </a:moveTo>
                  <a:cubicBezTo>
                    <a:pt x="35" y="19"/>
                    <a:pt x="39" y="24"/>
                    <a:pt x="39" y="29"/>
                  </a:cubicBezTo>
                  <a:cubicBezTo>
                    <a:pt x="39" y="35"/>
                    <a:pt x="35" y="40"/>
                    <a:pt x="29" y="40"/>
                  </a:cubicBezTo>
                  <a:cubicBezTo>
                    <a:pt x="23" y="40"/>
                    <a:pt x="19" y="35"/>
                    <a:pt x="19" y="29"/>
                  </a:cubicBezTo>
                  <a:cubicBezTo>
                    <a:pt x="19" y="24"/>
                    <a:pt x="23" y="19"/>
                    <a:pt x="29" y="19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3" name="Freeform 33"/>
            <p:cNvSpPr>
              <a:spLocks noEditPoints="1"/>
            </p:cNvSpPr>
            <p:nvPr/>
          </p:nvSpPr>
          <p:spPr bwMode="auto">
            <a:xfrm>
              <a:off x="2474913" y="3919538"/>
              <a:ext cx="58738" cy="57150"/>
            </a:xfrm>
            <a:custGeom>
              <a:avLst/>
              <a:gdLst>
                <a:gd name="T0" fmla="*/ 29 w 58"/>
                <a:gd name="T1" fmla="*/ 58 h 58"/>
                <a:gd name="T2" fmla="*/ 58 w 58"/>
                <a:gd name="T3" fmla="*/ 29 h 58"/>
                <a:gd name="T4" fmla="*/ 29 w 58"/>
                <a:gd name="T5" fmla="*/ 0 h 58"/>
                <a:gd name="T6" fmla="*/ 0 w 58"/>
                <a:gd name="T7" fmla="*/ 29 h 58"/>
                <a:gd name="T8" fmla="*/ 29 w 58"/>
                <a:gd name="T9" fmla="*/ 58 h 58"/>
                <a:gd name="T10" fmla="*/ 29 w 58"/>
                <a:gd name="T11" fmla="*/ 19 h 58"/>
                <a:gd name="T12" fmla="*/ 40 w 58"/>
                <a:gd name="T13" fmla="*/ 29 h 58"/>
                <a:gd name="T14" fmla="*/ 29 w 58"/>
                <a:gd name="T15" fmla="*/ 40 h 58"/>
                <a:gd name="T16" fmla="*/ 19 w 58"/>
                <a:gd name="T17" fmla="*/ 29 h 58"/>
                <a:gd name="T18" fmla="*/ 29 w 58"/>
                <a:gd name="T19" fmla="*/ 19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8" h="58">
                  <a:moveTo>
                    <a:pt x="29" y="58"/>
                  </a:moveTo>
                  <a:cubicBezTo>
                    <a:pt x="45" y="58"/>
                    <a:pt x="58" y="45"/>
                    <a:pt x="58" y="29"/>
                  </a:cubicBezTo>
                  <a:cubicBezTo>
                    <a:pt x="58" y="13"/>
                    <a:pt x="45" y="0"/>
                    <a:pt x="29" y="0"/>
                  </a:cubicBezTo>
                  <a:cubicBezTo>
                    <a:pt x="13" y="0"/>
                    <a:pt x="0" y="13"/>
                    <a:pt x="0" y="29"/>
                  </a:cubicBezTo>
                  <a:cubicBezTo>
                    <a:pt x="0" y="45"/>
                    <a:pt x="13" y="58"/>
                    <a:pt x="29" y="58"/>
                  </a:cubicBezTo>
                  <a:close/>
                  <a:moveTo>
                    <a:pt x="29" y="19"/>
                  </a:moveTo>
                  <a:cubicBezTo>
                    <a:pt x="35" y="19"/>
                    <a:pt x="40" y="24"/>
                    <a:pt x="40" y="29"/>
                  </a:cubicBezTo>
                  <a:cubicBezTo>
                    <a:pt x="40" y="35"/>
                    <a:pt x="35" y="40"/>
                    <a:pt x="29" y="40"/>
                  </a:cubicBezTo>
                  <a:cubicBezTo>
                    <a:pt x="24" y="40"/>
                    <a:pt x="19" y="35"/>
                    <a:pt x="19" y="29"/>
                  </a:cubicBezTo>
                  <a:cubicBezTo>
                    <a:pt x="19" y="24"/>
                    <a:pt x="24" y="19"/>
                    <a:pt x="29" y="19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1875367" y="5005917"/>
            <a:ext cx="567267" cy="567267"/>
            <a:chOff x="1406525" y="3754438"/>
            <a:chExt cx="425450" cy="425450"/>
          </a:xfrm>
          <a:solidFill>
            <a:schemeClr val="tx2"/>
          </a:solidFill>
        </p:grpSpPr>
        <p:sp>
          <p:nvSpPr>
            <p:cNvPr id="34" name="Freeform 34"/>
            <p:cNvSpPr>
              <a:spLocks noEditPoints="1"/>
            </p:cNvSpPr>
            <p:nvPr/>
          </p:nvSpPr>
          <p:spPr bwMode="auto">
            <a:xfrm>
              <a:off x="1406525" y="3754438"/>
              <a:ext cx="425450" cy="425450"/>
            </a:xfrm>
            <a:custGeom>
              <a:avLst/>
              <a:gdLst>
                <a:gd name="T0" fmla="*/ 213 w 425"/>
                <a:gd name="T1" fmla="*/ 0 h 425"/>
                <a:gd name="T2" fmla="*/ 0 w 425"/>
                <a:gd name="T3" fmla="*/ 213 h 425"/>
                <a:gd name="T4" fmla="*/ 213 w 425"/>
                <a:gd name="T5" fmla="*/ 425 h 425"/>
                <a:gd name="T6" fmla="*/ 425 w 425"/>
                <a:gd name="T7" fmla="*/ 213 h 425"/>
                <a:gd name="T8" fmla="*/ 213 w 425"/>
                <a:gd name="T9" fmla="*/ 0 h 425"/>
                <a:gd name="T10" fmla="*/ 213 w 425"/>
                <a:gd name="T11" fmla="*/ 407 h 425"/>
                <a:gd name="T12" fmla="*/ 19 w 425"/>
                <a:gd name="T13" fmla="*/ 213 h 425"/>
                <a:gd name="T14" fmla="*/ 213 w 425"/>
                <a:gd name="T15" fmla="*/ 19 h 425"/>
                <a:gd name="T16" fmla="*/ 407 w 425"/>
                <a:gd name="T17" fmla="*/ 213 h 425"/>
                <a:gd name="T18" fmla="*/ 213 w 425"/>
                <a:gd name="T19" fmla="*/ 407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25" h="425">
                  <a:moveTo>
                    <a:pt x="213" y="0"/>
                  </a:moveTo>
                  <a:cubicBezTo>
                    <a:pt x="96" y="0"/>
                    <a:pt x="0" y="96"/>
                    <a:pt x="0" y="213"/>
                  </a:cubicBezTo>
                  <a:cubicBezTo>
                    <a:pt x="0" y="330"/>
                    <a:pt x="96" y="425"/>
                    <a:pt x="213" y="425"/>
                  </a:cubicBezTo>
                  <a:cubicBezTo>
                    <a:pt x="330" y="425"/>
                    <a:pt x="425" y="330"/>
                    <a:pt x="425" y="213"/>
                  </a:cubicBezTo>
                  <a:cubicBezTo>
                    <a:pt x="425" y="96"/>
                    <a:pt x="330" y="0"/>
                    <a:pt x="213" y="0"/>
                  </a:cubicBezTo>
                  <a:close/>
                  <a:moveTo>
                    <a:pt x="213" y="407"/>
                  </a:moveTo>
                  <a:cubicBezTo>
                    <a:pt x="106" y="407"/>
                    <a:pt x="19" y="320"/>
                    <a:pt x="19" y="213"/>
                  </a:cubicBezTo>
                  <a:cubicBezTo>
                    <a:pt x="19" y="106"/>
                    <a:pt x="106" y="19"/>
                    <a:pt x="213" y="19"/>
                  </a:cubicBezTo>
                  <a:cubicBezTo>
                    <a:pt x="320" y="19"/>
                    <a:pt x="407" y="106"/>
                    <a:pt x="407" y="213"/>
                  </a:cubicBezTo>
                  <a:cubicBezTo>
                    <a:pt x="407" y="320"/>
                    <a:pt x="320" y="407"/>
                    <a:pt x="213" y="407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5" name="Freeform 35"/>
            <p:cNvSpPr>
              <a:spLocks noEditPoints="1"/>
            </p:cNvSpPr>
            <p:nvPr/>
          </p:nvSpPr>
          <p:spPr bwMode="auto">
            <a:xfrm>
              <a:off x="1519238" y="3919538"/>
              <a:ext cx="57150" cy="57150"/>
            </a:xfrm>
            <a:custGeom>
              <a:avLst/>
              <a:gdLst>
                <a:gd name="T0" fmla="*/ 29 w 58"/>
                <a:gd name="T1" fmla="*/ 58 h 58"/>
                <a:gd name="T2" fmla="*/ 58 w 58"/>
                <a:gd name="T3" fmla="*/ 29 h 58"/>
                <a:gd name="T4" fmla="*/ 29 w 58"/>
                <a:gd name="T5" fmla="*/ 0 h 58"/>
                <a:gd name="T6" fmla="*/ 0 w 58"/>
                <a:gd name="T7" fmla="*/ 29 h 58"/>
                <a:gd name="T8" fmla="*/ 29 w 58"/>
                <a:gd name="T9" fmla="*/ 58 h 58"/>
                <a:gd name="T10" fmla="*/ 29 w 58"/>
                <a:gd name="T11" fmla="*/ 19 h 58"/>
                <a:gd name="T12" fmla="*/ 39 w 58"/>
                <a:gd name="T13" fmla="*/ 29 h 58"/>
                <a:gd name="T14" fmla="*/ 29 w 58"/>
                <a:gd name="T15" fmla="*/ 40 h 58"/>
                <a:gd name="T16" fmla="*/ 18 w 58"/>
                <a:gd name="T17" fmla="*/ 29 h 58"/>
                <a:gd name="T18" fmla="*/ 29 w 58"/>
                <a:gd name="T19" fmla="*/ 19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8" h="58">
                  <a:moveTo>
                    <a:pt x="29" y="58"/>
                  </a:moveTo>
                  <a:cubicBezTo>
                    <a:pt x="45" y="58"/>
                    <a:pt x="58" y="45"/>
                    <a:pt x="58" y="29"/>
                  </a:cubicBezTo>
                  <a:cubicBezTo>
                    <a:pt x="58" y="13"/>
                    <a:pt x="45" y="0"/>
                    <a:pt x="29" y="0"/>
                  </a:cubicBezTo>
                  <a:cubicBezTo>
                    <a:pt x="13" y="0"/>
                    <a:pt x="0" y="13"/>
                    <a:pt x="0" y="29"/>
                  </a:cubicBezTo>
                  <a:cubicBezTo>
                    <a:pt x="0" y="45"/>
                    <a:pt x="13" y="58"/>
                    <a:pt x="29" y="58"/>
                  </a:cubicBezTo>
                  <a:close/>
                  <a:moveTo>
                    <a:pt x="29" y="19"/>
                  </a:moveTo>
                  <a:cubicBezTo>
                    <a:pt x="34" y="19"/>
                    <a:pt x="39" y="24"/>
                    <a:pt x="39" y="29"/>
                  </a:cubicBezTo>
                  <a:cubicBezTo>
                    <a:pt x="39" y="35"/>
                    <a:pt x="34" y="40"/>
                    <a:pt x="29" y="40"/>
                  </a:cubicBezTo>
                  <a:cubicBezTo>
                    <a:pt x="23" y="40"/>
                    <a:pt x="18" y="35"/>
                    <a:pt x="18" y="29"/>
                  </a:cubicBezTo>
                  <a:cubicBezTo>
                    <a:pt x="18" y="24"/>
                    <a:pt x="23" y="19"/>
                    <a:pt x="29" y="19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6" name="Freeform 36"/>
            <p:cNvSpPr>
              <a:spLocks noEditPoints="1"/>
            </p:cNvSpPr>
            <p:nvPr/>
          </p:nvSpPr>
          <p:spPr bwMode="auto">
            <a:xfrm>
              <a:off x="1663700" y="3919538"/>
              <a:ext cx="57150" cy="57150"/>
            </a:xfrm>
            <a:custGeom>
              <a:avLst/>
              <a:gdLst>
                <a:gd name="T0" fmla="*/ 29 w 58"/>
                <a:gd name="T1" fmla="*/ 58 h 58"/>
                <a:gd name="T2" fmla="*/ 58 w 58"/>
                <a:gd name="T3" fmla="*/ 29 h 58"/>
                <a:gd name="T4" fmla="*/ 29 w 58"/>
                <a:gd name="T5" fmla="*/ 0 h 58"/>
                <a:gd name="T6" fmla="*/ 0 w 58"/>
                <a:gd name="T7" fmla="*/ 29 h 58"/>
                <a:gd name="T8" fmla="*/ 29 w 58"/>
                <a:gd name="T9" fmla="*/ 58 h 58"/>
                <a:gd name="T10" fmla="*/ 29 w 58"/>
                <a:gd name="T11" fmla="*/ 19 h 58"/>
                <a:gd name="T12" fmla="*/ 39 w 58"/>
                <a:gd name="T13" fmla="*/ 29 h 58"/>
                <a:gd name="T14" fmla="*/ 29 w 58"/>
                <a:gd name="T15" fmla="*/ 40 h 58"/>
                <a:gd name="T16" fmla="*/ 19 w 58"/>
                <a:gd name="T17" fmla="*/ 29 h 58"/>
                <a:gd name="T18" fmla="*/ 29 w 58"/>
                <a:gd name="T19" fmla="*/ 19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8" h="58">
                  <a:moveTo>
                    <a:pt x="29" y="58"/>
                  </a:moveTo>
                  <a:cubicBezTo>
                    <a:pt x="45" y="58"/>
                    <a:pt x="58" y="45"/>
                    <a:pt x="58" y="29"/>
                  </a:cubicBezTo>
                  <a:cubicBezTo>
                    <a:pt x="58" y="13"/>
                    <a:pt x="45" y="0"/>
                    <a:pt x="29" y="0"/>
                  </a:cubicBezTo>
                  <a:cubicBezTo>
                    <a:pt x="13" y="0"/>
                    <a:pt x="0" y="13"/>
                    <a:pt x="0" y="29"/>
                  </a:cubicBezTo>
                  <a:cubicBezTo>
                    <a:pt x="0" y="45"/>
                    <a:pt x="13" y="58"/>
                    <a:pt x="29" y="58"/>
                  </a:cubicBezTo>
                  <a:close/>
                  <a:moveTo>
                    <a:pt x="29" y="19"/>
                  </a:moveTo>
                  <a:cubicBezTo>
                    <a:pt x="35" y="19"/>
                    <a:pt x="39" y="24"/>
                    <a:pt x="39" y="29"/>
                  </a:cubicBezTo>
                  <a:cubicBezTo>
                    <a:pt x="39" y="35"/>
                    <a:pt x="35" y="40"/>
                    <a:pt x="29" y="40"/>
                  </a:cubicBezTo>
                  <a:cubicBezTo>
                    <a:pt x="23" y="40"/>
                    <a:pt x="19" y="35"/>
                    <a:pt x="19" y="29"/>
                  </a:cubicBezTo>
                  <a:cubicBezTo>
                    <a:pt x="19" y="24"/>
                    <a:pt x="23" y="19"/>
                    <a:pt x="29" y="19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7" name="Freeform 37"/>
            <p:cNvSpPr>
              <a:spLocks/>
            </p:cNvSpPr>
            <p:nvPr/>
          </p:nvSpPr>
          <p:spPr bwMode="auto">
            <a:xfrm>
              <a:off x="1520825" y="4041775"/>
              <a:ext cx="204788" cy="60325"/>
            </a:xfrm>
            <a:custGeom>
              <a:avLst/>
              <a:gdLst>
                <a:gd name="T0" fmla="*/ 187 w 205"/>
                <a:gd name="T1" fmla="*/ 5 h 61"/>
                <a:gd name="T2" fmla="*/ 103 w 205"/>
                <a:gd name="T3" fmla="*/ 42 h 61"/>
                <a:gd name="T4" fmla="*/ 17 w 205"/>
                <a:gd name="T5" fmla="*/ 4 h 61"/>
                <a:gd name="T6" fmla="*/ 4 w 205"/>
                <a:gd name="T7" fmla="*/ 3 h 61"/>
                <a:gd name="T8" fmla="*/ 4 w 205"/>
                <a:gd name="T9" fmla="*/ 16 h 61"/>
                <a:gd name="T10" fmla="*/ 103 w 205"/>
                <a:gd name="T11" fmla="*/ 61 h 61"/>
                <a:gd name="T12" fmla="*/ 201 w 205"/>
                <a:gd name="T13" fmla="*/ 18 h 61"/>
                <a:gd name="T14" fmla="*/ 201 w 205"/>
                <a:gd name="T15" fmla="*/ 4 h 61"/>
                <a:gd name="T16" fmla="*/ 187 w 205"/>
                <a:gd name="T17" fmla="*/ 5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05" h="61">
                  <a:moveTo>
                    <a:pt x="187" y="5"/>
                  </a:moveTo>
                  <a:cubicBezTo>
                    <a:pt x="166" y="29"/>
                    <a:pt x="135" y="42"/>
                    <a:pt x="103" y="42"/>
                  </a:cubicBezTo>
                  <a:cubicBezTo>
                    <a:pt x="70" y="42"/>
                    <a:pt x="39" y="28"/>
                    <a:pt x="17" y="4"/>
                  </a:cubicBezTo>
                  <a:cubicBezTo>
                    <a:pt x="14" y="0"/>
                    <a:pt x="8" y="0"/>
                    <a:pt x="4" y="3"/>
                  </a:cubicBezTo>
                  <a:cubicBezTo>
                    <a:pt x="0" y="7"/>
                    <a:pt x="0" y="13"/>
                    <a:pt x="4" y="16"/>
                  </a:cubicBezTo>
                  <a:cubicBezTo>
                    <a:pt x="29" y="45"/>
                    <a:pt x="65" y="61"/>
                    <a:pt x="103" y="61"/>
                  </a:cubicBezTo>
                  <a:cubicBezTo>
                    <a:pt x="140" y="61"/>
                    <a:pt x="176" y="45"/>
                    <a:pt x="201" y="18"/>
                  </a:cubicBezTo>
                  <a:cubicBezTo>
                    <a:pt x="205" y="14"/>
                    <a:pt x="205" y="8"/>
                    <a:pt x="201" y="4"/>
                  </a:cubicBezTo>
                  <a:cubicBezTo>
                    <a:pt x="197" y="1"/>
                    <a:pt x="191" y="1"/>
                    <a:pt x="187" y="5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895351" y="4986867"/>
            <a:ext cx="569384" cy="586317"/>
            <a:chOff x="671513" y="3740150"/>
            <a:chExt cx="427038" cy="439738"/>
          </a:xfrm>
          <a:solidFill>
            <a:schemeClr val="tx2"/>
          </a:solidFill>
        </p:grpSpPr>
        <p:sp>
          <p:nvSpPr>
            <p:cNvPr id="38" name="Freeform 38"/>
            <p:cNvSpPr>
              <a:spLocks/>
            </p:cNvSpPr>
            <p:nvPr/>
          </p:nvSpPr>
          <p:spPr bwMode="auto">
            <a:xfrm>
              <a:off x="801688" y="3795713"/>
              <a:ext cx="296863" cy="384175"/>
            </a:xfrm>
            <a:custGeom>
              <a:avLst/>
              <a:gdLst>
                <a:gd name="T0" fmla="*/ 234 w 297"/>
                <a:gd name="T1" fmla="*/ 23 h 385"/>
                <a:gd name="T2" fmla="*/ 230 w 297"/>
                <a:gd name="T3" fmla="*/ 19 h 385"/>
                <a:gd name="T4" fmla="*/ 287 w 297"/>
                <a:gd name="T5" fmla="*/ 19 h 385"/>
                <a:gd name="T6" fmla="*/ 297 w 297"/>
                <a:gd name="T7" fmla="*/ 9 h 385"/>
                <a:gd name="T8" fmla="*/ 287 w 297"/>
                <a:gd name="T9" fmla="*/ 0 h 385"/>
                <a:gd name="T10" fmla="*/ 209 w 297"/>
                <a:gd name="T11" fmla="*/ 0 h 385"/>
                <a:gd name="T12" fmla="*/ 199 w 297"/>
                <a:gd name="T13" fmla="*/ 9 h 385"/>
                <a:gd name="T14" fmla="*/ 199 w 297"/>
                <a:gd name="T15" fmla="*/ 88 h 385"/>
                <a:gd name="T16" fmla="*/ 209 w 297"/>
                <a:gd name="T17" fmla="*/ 97 h 385"/>
                <a:gd name="T18" fmla="*/ 218 w 297"/>
                <a:gd name="T19" fmla="*/ 88 h 385"/>
                <a:gd name="T20" fmla="*/ 218 w 297"/>
                <a:gd name="T21" fmla="*/ 33 h 385"/>
                <a:gd name="T22" fmla="*/ 221 w 297"/>
                <a:gd name="T23" fmla="*/ 36 h 385"/>
                <a:gd name="T24" fmla="*/ 278 w 297"/>
                <a:gd name="T25" fmla="*/ 173 h 385"/>
                <a:gd name="T26" fmla="*/ 221 w 297"/>
                <a:gd name="T27" fmla="*/ 310 h 385"/>
                <a:gd name="T28" fmla="*/ 14 w 297"/>
                <a:gd name="T29" fmla="*/ 353 h 385"/>
                <a:gd name="T30" fmla="*/ 2 w 297"/>
                <a:gd name="T31" fmla="*/ 359 h 385"/>
                <a:gd name="T32" fmla="*/ 7 w 297"/>
                <a:gd name="T33" fmla="*/ 371 h 385"/>
                <a:gd name="T34" fmla="*/ 84 w 297"/>
                <a:gd name="T35" fmla="*/ 385 h 385"/>
                <a:gd name="T36" fmla="*/ 234 w 297"/>
                <a:gd name="T37" fmla="*/ 323 h 385"/>
                <a:gd name="T38" fmla="*/ 297 w 297"/>
                <a:gd name="T39" fmla="*/ 173 h 385"/>
                <a:gd name="T40" fmla="*/ 234 w 297"/>
                <a:gd name="T41" fmla="*/ 23 h 3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97" h="385">
                  <a:moveTo>
                    <a:pt x="234" y="23"/>
                  </a:moveTo>
                  <a:cubicBezTo>
                    <a:pt x="230" y="19"/>
                    <a:pt x="230" y="19"/>
                    <a:pt x="230" y="19"/>
                  </a:cubicBezTo>
                  <a:cubicBezTo>
                    <a:pt x="287" y="19"/>
                    <a:pt x="287" y="19"/>
                    <a:pt x="287" y="19"/>
                  </a:cubicBezTo>
                  <a:cubicBezTo>
                    <a:pt x="292" y="19"/>
                    <a:pt x="297" y="14"/>
                    <a:pt x="297" y="9"/>
                  </a:cubicBezTo>
                  <a:cubicBezTo>
                    <a:pt x="297" y="4"/>
                    <a:pt x="292" y="0"/>
                    <a:pt x="287" y="0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03" y="0"/>
                    <a:pt x="199" y="4"/>
                    <a:pt x="199" y="9"/>
                  </a:cubicBezTo>
                  <a:cubicBezTo>
                    <a:pt x="199" y="88"/>
                    <a:pt x="199" y="88"/>
                    <a:pt x="199" y="88"/>
                  </a:cubicBezTo>
                  <a:cubicBezTo>
                    <a:pt x="199" y="93"/>
                    <a:pt x="203" y="97"/>
                    <a:pt x="209" y="97"/>
                  </a:cubicBezTo>
                  <a:cubicBezTo>
                    <a:pt x="214" y="97"/>
                    <a:pt x="218" y="93"/>
                    <a:pt x="218" y="88"/>
                  </a:cubicBezTo>
                  <a:cubicBezTo>
                    <a:pt x="218" y="33"/>
                    <a:pt x="218" y="33"/>
                    <a:pt x="218" y="33"/>
                  </a:cubicBezTo>
                  <a:cubicBezTo>
                    <a:pt x="221" y="36"/>
                    <a:pt x="221" y="36"/>
                    <a:pt x="221" y="36"/>
                  </a:cubicBezTo>
                  <a:cubicBezTo>
                    <a:pt x="258" y="73"/>
                    <a:pt x="278" y="121"/>
                    <a:pt x="278" y="173"/>
                  </a:cubicBezTo>
                  <a:cubicBezTo>
                    <a:pt x="278" y="225"/>
                    <a:pt x="258" y="273"/>
                    <a:pt x="221" y="310"/>
                  </a:cubicBezTo>
                  <a:cubicBezTo>
                    <a:pt x="167" y="364"/>
                    <a:pt x="85" y="381"/>
                    <a:pt x="14" y="353"/>
                  </a:cubicBezTo>
                  <a:cubicBezTo>
                    <a:pt x="9" y="352"/>
                    <a:pt x="4" y="354"/>
                    <a:pt x="2" y="359"/>
                  </a:cubicBezTo>
                  <a:cubicBezTo>
                    <a:pt x="0" y="364"/>
                    <a:pt x="2" y="369"/>
                    <a:pt x="7" y="371"/>
                  </a:cubicBezTo>
                  <a:cubicBezTo>
                    <a:pt x="32" y="381"/>
                    <a:pt x="58" y="385"/>
                    <a:pt x="84" y="385"/>
                  </a:cubicBezTo>
                  <a:cubicBezTo>
                    <a:pt x="139" y="385"/>
                    <a:pt x="194" y="364"/>
                    <a:pt x="234" y="323"/>
                  </a:cubicBezTo>
                  <a:cubicBezTo>
                    <a:pt x="275" y="283"/>
                    <a:pt x="297" y="230"/>
                    <a:pt x="297" y="173"/>
                  </a:cubicBezTo>
                  <a:cubicBezTo>
                    <a:pt x="297" y="116"/>
                    <a:pt x="275" y="63"/>
                    <a:pt x="234" y="23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9" name="Freeform 39"/>
            <p:cNvSpPr>
              <a:spLocks/>
            </p:cNvSpPr>
            <p:nvPr/>
          </p:nvSpPr>
          <p:spPr bwMode="auto">
            <a:xfrm>
              <a:off x="671513" y="3740150"/>
              <a:ext cx="293688" cy="401638"/>
            </a:xfrm>
            <a:custGeom>
              <a:avLst/>
              <a:gdLst>
                <a:gd name="T0" fmla="*/ 90 w 294"/>
                <a:gd name="T1" fmla="*/ 304 h 401"/>
                <a:gd name="T2" fmla="*/ 80 w 294"/>
                <a:gd name="T3" fmla="*/ 313 h 401"/>
                <a:gd name="T4" fmla="*/ 80 w 294"/>
                <a:gd name="T5" fmla="*/ 370 h 401"/>
                <a:gd name="T6" fmla="*/ 76 w 294"/>
                <a:gd name="T7" fmla="*/ 365 h 401"/>
                <a:gd name="T8" fmla="*/ 19 w 294"/>
                <a:gd name="T9" fmla="*/ 228 h 401"/>
                <a:gd name="T10" fmla="*/ 76 w 294"/>
                <a:gd name="T11" fmla="*/ 91 h 401"/>
                <a:gd name="T12" fmla="*/ 280 w 294"/>
                <a:gd name="T13" fmla="*/ 47 h 401"/>
                <a:gd name="T14" fmla="*/ 292 w 294"/>
                <a:gd name="T15" fmla="*/ 41 h 401"/>
                <a:gd name="T16" fmla="*/ 287 w 294"/>
                <a:gd name="T17" fmla="*/ 29 h 401"/>
                <a:gd name="T18" fmla="*/ 62 w 294"/>
                <a:gd name="T19" fmla="*/ 78 h 401"/>
                <a:gd name="T20" fmla="*/ 0 w 294"/>
                <a:gd name="T21" fmla="*/ 228 h 401"/>
                <a:gd name="T22" fmla="*/ 62 w 294"/>
                <a:gd name="T23" fmla="*/ 378 h 401"/>
                <a:gd name="T24" fmla="*/ 66 w 294"/>
                <a:gd name="T25" fmla="*/ 382 h 401"/>
                <a:gd name="T26" fmla="*/ 11 w 294"/>
                <a:gd name="T27" fmla="*/ 382 h 401"/>
                <a:gd name="T28" fmla="*/ 2 w 294"/>
                <a:gd name="T29" fmla="*/ 392 h 401"/>
                <a:gd name="T30" fmla="*/ 11 w 294"/>
                <a:gd name="T31" fmla="*/ 401 h 401"/>
                <a:gd name="T32" fmla="*/ 87 w 294"/>
                <a:gd name="T33" fmla="*/ 401 h 401"/>
                <a:gd name="T34" fmla="*/ 89 w 294"/>
                <a:gd name="T35" fmla="*/ 401 h 401"/>
                <a:gd name="T36" fmla="*/ 96 w 294"/>
                <a:gd name="T37" fmla="*/ 399 h 401"/>
                <a:gd name="T38" fmla="*/ 96 w 294"/>
                <a:gd name="T39" fmla="*/ 398 h 401"/>
                <a:gd name="T40" fmla="*/ 99 w 294"/>
                <a:gd name="T41" fmla="*/ 392 h 401"/>
                <a:gd name="T42" fmla="*/ 99 w 294"/>
                <a:gd name="T43" fmla="*/ 313 h 401"/>
                <a:gd name="T44" fmla="*/ 90 w 294"/>
                <a:gd name="T45" fmla="*/ 304 h 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94" h="401">
                  <a:moveTo>
                    <a:pt x="90" y="304"/>
                  </a:moveTo>
                  <a:cubicBezTo>
                    <a:pt x="84" y="304"/>
                    <a:pt x="80" y="308"/>
                    <a:pt x="80" y="313"/>
                  </a:cubicBezTo>
                  <a:cubicBezTo>
                    <a:pt x="80" y="370"/>
                    <a:pt x="80" y="370"/>
                    <a:pt x="80" y="370"/>
                  </a:cubicBezTo>
                  <a:cubicBezTo>
                    <a:pt x="76" y="365"/>
                    <a:pt x="76" y="365"/>
                    <a:pt x="76" y="365"/>
                  </a:cubicBezTo>
                  <a:cubicBezTo>
                    <a:pt x="39" y="329"/>
                    <a:pt x="19" y="280"/>
                    <a:pt x="19" y="228"/>
                  </a:cubicBezTo>
                  <a:cubicBezTo>
                    <a:pt x="19" y="176"/>
                    <a:pt x="39" y="128"/>
                    <a:pt x="76" y="91"/>
                  </a:cubicBezTo>
                  <a:cubicBezTo>
                    <a:pt x="129" y="38"/>
                    <a:pt x="209" y="20"/>
                    <a:pt x="280" y="47"/>
                  </a:cubicBezTo>
                  <a:cubicBezTo>
                    <a:pt x="285" y="48"/>
                    <a:pt x="290" y="46"/>
                    <a:pt x="292" y="41"/>
                  </a:cubicBezTo>
                  <a:cubicBezTo>
                    <a:pt x="294" y="36"/>
                    <a:pt x="292" y="31"/>
                    <a:pt x="287" y="29"/>
                  </a:cubicBezTo>
                  <a:cubicBezTo>
                    <a:pt x="209" y="0"/>
                    <a:pt x="121" y="19"/>
                    <a:pt x="62" y="78"/>
                  </a:cubicBezTo>
                  <a:cubicBezTo>
                    <a:pt x="22" y="118"/>
                    <a:pt x="0" y="171"/>
                    <a:pt x="0" y="228"/>
                  </a:cubicBezTo>
                  <a:cubicBezTo>
                    <a:pt x="0" y="285"/>
                    <a:pt x="22" y="338"/>
                    <a:pt x="62" y="378"/>
                  </a:cubicBezTo>
                  <a:cubicBezTo>
                    <a:pt x="66" y="382"/>
                    <a:pt x="66" y="382"/>
                    <a:pt x="66" y="382"/>
                  </a:cubicBezTo>
                  <a:cubicBezTo>
                    <a:pt x="11" y="382"/>
                    <a:pt x="11" y="382"/>
                    <a:pt x="11" y="382"/>
                  </a:cubicBezTo>
                  <a:cubicBezTo>
                    <a:pt x="6" y="382"/>
                    <a:pt x="2" y="387"/>
                    <a:pt x="2" y="392"/>
                  </a:cubicBezTo>
                  <a:cubicBezTo>
                    <a:pt x="2" y="397"/>
                    <a:pt x="6" y="401"/>
                    <a:pt x="11" y="401"/>
                  </a:cubicBezTo>
                  <a:cubicBezTo>
                    <a:pt x="87" y="401"/>
                    <a:pt x="87" y="401"/>
                    <a:pt x="87" y="401"/>
                  </a:cubicBezTo>
                  <a:cubicBezTo>
                    <a:pt x="88" y="401"/>
                    <a:pt x="89" y="401"/>
                    <a:pt x="89" y="401"/>
                  </a:cubicBezTo>
                  <a:cubicBezTo>
                    <a:pt x="92" y="401"/>
                    <a:pt x="94" y="400"/>
                    <a:pt x="96" y="399"/>
                  </a:cubicBezTo>
                  <a:cubicBezTo>
                    <a:pt x="96" y="399"/>
                    <a:pt x="96" y="399"/>
                    <a:pt x="96" y="398"/>
                  </a:cubicBezTo>
                  <a:cubicBezTo>
                    <a:pt x="98" y="397"/>
                    <a:pt x="99" y="394"/>
                    <a:pt x="99" y="392"/>
                  </a:cubicBezTo>
                  <a:cubicBezTo>
                    <a:pt x="99" y="313"/>
                    <a:pt x="99" y="313"/>
                    <a:pt x="99" y="313"/>
                  </a:cubicBezTo>
                  <a:cubicBezTo>
                    <a:pt x="99" y="308"/>
                    <a:pt x="95" y="304"/>
                    <a:pt x="90" y="304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57" name="Group 156"/>
          <p:cNvGrpSpPr/>
          <p:nvPr/>
        </p:nvGrpSpPr>
        <p:grpSpPr>
          <a:xfrm>
            <a:off x="10651067" y="4097867"/>
            <a:ext cx="529168" cy="567268"/>
            <a:chOff x="7988300" y="3073400"/>
            <a:chExt cx="396876" cy="425451"/>
          </a:xfrm>
          <a:solidFill>
            <a:schemeClr val="tx2"/>
          </a:solidFill>
        </p:grpSpPr>
        <p:sp>
          <p:nvSpPr>
            <p:cNvPr id="40" name="Freeform 40"/>
            <p:cNvSpPr>
              <a:spLocks noEditPoints="1"/>
            </p:cNvSpPr>
            <p:nvPr/>
          </p:nvSpPr>
          <p:spPr bwMode="auto">
            <a:xfrm>
              <a:off x="8001000" y="3098800"/>
              <a:ext cx="371475" cy="374650"/>
            </a:xfrm>
            <a:custGeom>
              <a:avLst/>
              <a:gdLst>
                <a:gd name="T0" fmla="*/ 186 w 372"/>
                <a:gd name="T1" fmla="*/ 0 h 373"/>
                <a:gd name="T2" fmla="*/ 0 w 372"/>
                <a:gd name="T3" fmla="*/ 187 h 373"/>
                <a:gd name="T4" fmla="*/ 186 w 372"/>
                <a:gd name="T5" fmla="*/ 373 h 373"/>
                <a:gd name="T6" fmla="*/ 372 w 372"/>
                <a:gd name="T7" fmla="*/ 187 h 373"/>
                <a:gd name="T8" fmla="*/ 186 w 372"/>
                <a:gd name="T9" fmla="*/ 0 h 373"/>
                <a:gd name="T10" fmla="*/ 186 w 372"/>
                <a:gd name="T11" fmla="*/ 354 h 373"/>
                <a:gd name="T12" fmla="*/ 19 w 372"/>
                <a:gd name="T13" fmla="*/ 187 h 373"/>
                <a:gd name="T14" fmla="*/ 186 w 372"/>
                <a:gd name="T15" fmla="*/ 19 h 373"/>
                <a:gd name="T16" fmla="*/ 354 w 372"/>
                <a:gd name="T17" fmla="*/ 187 h 373"/>
                <a:gd name="T18" fmla="*/ 186 w 372"/>
                <a:gd name="T19" fmla="*/ 354 h 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72" h="373">
                  <a:moveTo>
                    <a:pt x="186" y="0"/>
                  </a:moveTo>
                  <a:cubicBezTo>
                    <a:pt x="83" y="0"/>
                    <a:pt x="0" y="84"/>
                    <a:pt x="0" y="187"/>
                  </a:cubicBezTo>
                  <a:cubicBezTo>
                    <a:pt x="0" y="289"/>
                    <a:pt x="83" y="373"/>
                    <a:pt x="186" y="373"/>
                  </a:cubicBezTo>
                  <a:cubicBezTo>
                    <a:pt x="289" y="373"/>
                    <a:pt x="372" y="289"/>
                    <a:pt x="372" y="187"/>
                  </a:cubicBezTo>
                  <a:cubicBezTo>
                    <a:pt x="372" y="84"/>
                    <a:pt x="289" y="0"/>
                    <a:pt x="186" y="0"/>
                  </a:cubicBezTo>
                  <a:close/>
                  <a:moveTo>
                    <a:pt x="186" y="354"/>
                  </a:moveTo>
                  <a:cubicBezTo>
                    <a:pt x="94" y="354"/>
                    <a:pt x="19" y="279"/>
                    <a:pt x="19" y="187"/>
                  </a:cubicBezTo>
                  <a:cubicBezTo>
                    <a:pt x="19" y="94"/>
                    <a:pt x="94" y="19"/>
                    <a:pt x="186" y="19"/>
                  </a:cubicBezTo>
                  <a:cubicBezTo>
                    <a:pt x="278" y="19"/>
                    <a:pt x="354" y="94"/>
                    <a:pt x="354" y="187"/>
                  </a:cubicBezTo>
                  <a:cubicBezTo>
                    <a:pt x="354" y="279"/>
                    <a:pt x="278" y="354"/>
                    <a:pt x="186" y="354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1" name="Freeform 41"/>
            <p:cNvSpPr>
              <a:spLocks/>
            </p:cNvSpPr>
            <p:nvPr/>
          </p:nvSpPr>
          <p:spPr bwMode="auto">
            <a:xfrm>
              <a:off x="7988300" y="3073400"/>
              <a:ext cx="122238" cy="125413"/>
            </a:xfrm>
            <a:custGeom>
              <a:avLst/>
              <a:gdLst>
                <a:gd name="T0" fmla="*/ 18 w 122"/>
                <a:gd name="T1" fmla="*/ 115 h 125"/>
                <a:gd name="T2" fmla="*/ 18 w 122"/>
                <a:gd name="T3" fmla="*/ 101 h 125"/>
                <a:gd name="T4" fmla="*/ 101 w 122"/>
                <a:gd name="T5" fmla="*/ 19 h 125"/>
                <a:gd name="T6" fmla="*/ 112 w 122"/>
                <a:gd name="T7" fmla="*/ 19 h 125"/>
                <a:gd name="T8" fmla="*/ 122 w 122"/>
                <a:gd name="T9" fmla="*/ 10 h 125"/>
                <a:gd name="T10" fmla="*/ 112 w 122"/>
                <a:gd name="T11" fmla="*/ 0 h 125"/>
                <a:gd name="T12" fmla="*/ 101 w 122"/>
                <a:gd name="T13" fmla="*/ 0 h 125"/>
                <a:gd name="T14" fmla="*/ 0 w 122"/>
                <a:gd name="T15" fmla="*/ 101 h 125"/>
                <a:gd name="T16" fmla="*/ 0 w 122"/>
                <a:gd name="T17" fmla="*/ 115 h 125"/>
                <a:gd name="T18" fmla="*/ 9 w 122"/>
                <a:gd name="T19" fmla="*/ 125 h 125"/>
                <a:gd name="T20" fmla="*/ 18 w 122"/>
                <a:gd name="T21" fmla="*/ 115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2" h="125">
                  <a:moveTo>
                    <a:pt x="18" y="115"/>
                  </a:moveTo>
                  <a:cubicBezTo>
                    <a:pt x="18" y="101"/>
                    <a:pt x="18" y="101"/>
                    <a:pt x="18" y="101"/>
                  </a:cubicBezTo>
                  <a:cubicBezTo>
                    <a:pt x="18" y="56"/>
                    <a:pt x="55" y="19"/>
                    <a:pt x="101" y="19"/>
                  </a:cubicBezTo>
                  <a:cubicBezTo>
                    <a:pt x="112" y="19"/>
                    <a:pt x="112" y="19"/>
                    <a:pt x="112" y="19"/>
                  </a:cubicBezTo>
                  <a:cubicBezTo>
                    <a:pt x="117" y="19"/>
                    <a:pt x="122" y="15"/>
                    <a:pt x="122" y="10"/>
                  </a:cubicBezTo>
                  <a:cubicBezTo>
                    <a:pt x="122" y="4"/>
                    <a:pt x="117" y="0"/>
                    <a:pt x="112" y="0"/>
                  </a:cubicBezTo>
                  <a:cubicBezTo>
                    <a:pt x="101" y="0"/>
                    <a:pt x="101" y="0"/>
                    <a:pt x="101" y="0"/>
                  </a:cubicBezTo>
                  <a:cubicBezTo>
                    <a:pt x="45" y="0"/>
                    <a:pt x="0" y="46"/>
                    <a:pt x="0" y="101"/>
                  </a:cubicBezTo>
                  <a:cubicBezTo>
                    <a:pt x="0" y="115"/>
                    <a:pt x="0" y="115"/>
                    <a:pt x="0" y="115"/>
                  </a:cubicBezTo>
                  <a:cubicBezTo>
                    <a:pt x="0" y="120"/>
                    <a:pt x="4" y="125"/>
                    <a:pt x="9" y="125"/>
                  </a:cubicBezTo>
                  <a:cubicBezTo>
                    <a:pt x="14" y="125"/>
                    <a:pt x="18" y="120"/>
                    <a:pt x="18" y="115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2" name="Freeform 42"/>
            <p:cNvSpPr>
              <a:spLocks/>
            </p:cNvSpPr>
            <p:nvPr/>
          </p:nvSpPr>
          <p:spPr bwMode="auto">
            <a:xfrm>
              <a:off x="8262938" y="3073400"/>
              <a:ext cx="122238" cy="125413"/>
            </a:xfrm>
            <a:custGeom>
              <a:avLst/>
              <a:gdLst>
                <a:gd name="T0" fmla="*/ 21 w 122"/>
                <a:gd name="T1" fmla="*/ 0 h 125"/>
                <a:gd name="T2" fmla="*/ 9 w 122"/>
                <a:gd name="T3" fmla="*/ 0 h 125"/>
                <a:gd name="T4" fmla="*/ 0 w 122"/>
                <a:gd name="T5" fmla="*/ 10 h 125"/>
                <a:gd name="T6" fmla="*/ 9 w 122"/>
                <a:gd name="T7" fmla="*/ 19 h 125"/>
                <a:gd name="T8" fmla="*/ 21 w 122"/>
                <a:gd name="T9" fmla="*/ 19 h 125"/>
                <a:gd name="T10" fmla="*/ 103 w 122"/>
                <a:gd name="T11" fmla="*/ 101 h 125"/>
                <a:gd name="T12" fmla="*/ 103 w 122"/>
                <a:gd name="T13" fmla="*/ 115 h 125"/>
                <a:gd name="T14" fmla="*/ 112 w 122"/>
                <a:gd name="T15" fmla="*/ 125 h 125"/>
                <a:gd name="T16" fmla="*/ 122 w 122"/>
                <a:gd name="T17" fmla="*/ 115 h 125"/>
                <a:gd name="T18" fmla="*/ 122 w 122"/>
                <a:gd name="T19" fmla="*/ 101 h 125"/>
                <a:gd name="T20" fmla="*/ 21 w 122"/>
                <a:gd name="T21" fmla="*/ 0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2" h="125">
                  <a:moveTo>
                    <a:pt x="21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15"/>
                    <a:pt x="4" y="19"/>
                    <a:pt x="9" y="19"/>
                  </a:cubicBezTo>
                  <a:cubicBezTo>
                    <a:pt x="21" y="19"/>
                    <a:pt x="21" y="19"/>
                    <a:pt x="21" y="19"/>
                  </a:cubicBezTo>
                  <a:cubicBezTo>
                    <a:pt x="66" y="19"/>
                    <a:pt x="103" y="56"/>
                    <a:pt x="103" y="101"/>
                  </a:cubicBezTo>
                  <a:cubicBezTo>
                    <a:pt x="103" y="115"/>
                    <a:pt x="103" y="115"/>
                    <a:pt x="103" y="115"/>
                  </a:cubicBezTo>
                  <a:cubicBezTo>
                    <a:pt x="103" y="120"/>
                    <a:pt x="107" y="125"/>
                    <a:pt x="112" y="125"/>
                  </a:cubicBezTo>
                  <a:cubicBezTo>
                    <a:pt x="118" y="125"/>
                    <a:pt x="122" y="120"/>
                    <a:pt x="122" y="115"/>
                  </a:cubicBezTo>
                  <a:cubicBezTo>
                    <a:pt x="122" y="101"/>
                    <a:pt x="122" y="101"/>
                    <a:pt x="122" y="101"/>
                  </a:cubicBezTo>
                  <a:cubicBezTo>
                    <a:pt x="122" y="46"/>
                    <a:pt x="76" y="0"/>
                    <a:pt x="2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3" name="Freeform 43"/>
            <p:cNvSpPr>
              <a:spLocks/>
            </p:cNvSpPr>
            <p:nvPr/>
          </p:nvSpPr>
          <p:spPr bwMode="auto">
            <a:xfrm>
              <a:off x="8170863" y="3189288"/>
              <a:ext cx="84138" cy="177800"/>
            </a:xfrm>
            <a:custGeom>
              <a:avLst/>
              <a:gdLst>
                <a:gd name="T0" fmla="*/ 19 w 84"/>
                <a:gd name="T1" fmla="*/ 99 h 177"/>
                <a:gd name="T2" fmla="*/ 19 w 84"/>
                <a:gd name="T3" fmla="*/ 9 h 177"/>
                <a:gd name="T4" fmla="*/ 9 w 84"/>
                <a:gd name="T5" fmla="*/ 0 h 177"/>
                <a:gd name="T6" fmla="*/ 0 w 84"/>
                <a:gd name="T7" fmla="*/ 9 h 177"/>
                <a:gd name="T8" fmla="*/ 0 w 84"/>
                <a:gd name="T9" fmla="*/ 103 h 177"/>
                <a:gd name="T10" fmla="*/ 3 w 84"/>
                <a:gd name="T11" fmla="*/ 110 h 177"/>
                <a:gd name="T12" fmla="*/ 67 w 84"/>
                <a:gd name="T13" fmla="*/ 174 h 177"/>
                <a:gd name="T14" fmla="*/ 74 w 84"/>
                <a:gd name="T15" fmla="*/ 177 h 177"/>
                <a:gd name="T16" fmla="*/ 81 w 84"/>
                <a:gd name="T17" fmla="*/ 174 h 177"/>
                <a:gd name="T18" fmla="*/ 81 w 84"/>
                <a:gd name="T19" fmla="*/ 161 h 177"/>
                <a:gd name="T20" fmla="*/ 19 w 84"/>
                <a:gd name="T21" fmla="*/ 99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4" h="177">
                  <a:moveTo>
                    <a:pt x="19" y="99"/>
                  </a:moveTo>
                  <a:cubicBezTo>
                    <a:pt x="19" y="9"/>
                    <a:pt x="19" y="9"/>
                    <a:pt x="19" y="9"/>
                  </a:cubicBez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03"/>
                    <a:pt x="0" y="103"/>
                    <a:pt x="0" y="103"/>
                  </a:cubicBezTo>
                  <a:cubicBezTo>
                    <a:pt x="0" y="106"/>
                    <a:pt x="1" y="108"/>
                    <a:pt x="3" y="110"/>
                  </a:cubicBezTo>
                  <a:cubicBezTo>
                    <a:pt x="67" y="174"/>
                    <a:pt x="67" y="174"/>
                    <a:pt x="67" y="174"/>
                  </a:cubicBezTo>
                  <a:cubicBezTo>
                    <a:pt x="69" y="176"/>
                    <a:pt x="71" y="177"/>
                    <a:pt x="74" y="177"/>
                  </a:cubicBezTo>
                  <a:cubicBezTo>
                    <a:pt x="76" y="177"/>
                    <a:pt x="79" y="176"/>
                    <a:pt x="81" y="174"/>
                  </a:cubicBezTo>
                  <a:cubicBezTo>
                    <a:pt x="84" y="171"/>
                    <a:pt x="84" y="165"/>
                    <a:pt x="81" y="161"/>
                  </a:cubicBezTo>
                  <a:lnTo>
                    <a:pt x="19" y="99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4" name="Freeform 44"/>
            <p:cNvSpPr>
              <a:spLocks/>
            </p:cNvSpPr>
            <p:nvPr/>
          </p:nvSpPr>
          <p:spPr bwMode="auto">
            <a:xfrm>
              <a:off x="7999413" y="3427413"/>
              <a:ext cx="60325" cy="71438"/>
            </a:xfrm>
            <a:custGeom>
              <a:avLst/>
              <a:gdLst>
                <a:gd name="T0" fmla="*/ 55 w 60"/>
                <a:gd name="T1" fmla="*/ 3 h 72"/>
                <a:gd name="T2" fmla="*/ 42 w 60"/>
                <a:gd name="T3" fmla="*/ 5 h 72"/>
                <a:gd name="T4" fmla="*/ 3 w 60"/>
                <a:gd name="T5" fmla="*/ 57 h 72"/>
                <a:gd name="T6" fmla="*/ 5 w 60"/>
                <a:gd name="T7" fmla="*/ 70 h 72"/>
                <a:gd name="T8" fmla="*/ 10 w 60"/>
                <a:gd name="T9" fmla="*/ 72 h 72"/>
                <a:gd name="T10" fmla="*/ 18 w 60"/>
                <a:gd name="T11" fmla="*/ 68 h 72"/>
                <a:gd name="T12" fmla="*/ 57 w 60"/>
                <a:gd name="T13" fmla="*/ 16 h 72"/>
                <a:gd name="T14" fmla="*/ 55 w 60"/>
                <a:gd name="T15" fmla="*/ 3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0" h="72">
                  <a:moveTo>
                    <a:pt x="55" y="3"/>
                  </a:moveTo>
                  <a:cubicBezTo>
                    <a:pt x="51" y="0"/>
                    <a:pt x="45" y="1"/>
                    <a:pt x="42" y="5"/>
                  </a:cubicBezTo>
                  <a:cubicBezTo>
                    <a:pt x="3" y="57"/>
                    <a:pt x="3" y="57"/>
                    <a:pt x="3" y="57"/>
                  </a:cubicBezTo>
                  <a:cubicBezTo>
                    <a:pt x="0" y="61"/>
                    <a:pt x="0" y="67"/>
                    <a:pt x="5" y="70"/>
                  </a:cubicBezTo>
                  <a:cubicBezTo>
                    <a:pt x="6" y="71"/>
                    <a:pt x="8" y="72"/>
                    <a:pt x="10" y="72"/>
                  </a:cubicBezTo>
                  <a:cubicBezTo>
                    <a:pt x="13" y="72"/>
                    <a:pt x="16" y="71"/>
                    <a:pt x="18" y="68"/>
                  </a:cubicBezTo>
                  <a:cubicBezTo>
                    <a:pt x="57" y="16"/>
                    <a:pt x="57" y="16"/>
                    <a:pt x="57" y="16"/>
                  </a:cubicBezTo>
                  <a:cubicBezTo>
                    <a:pt x="60" y="12"/>
                    <a:pt x="59" y="6"/>
                    <a:pt x="55" y="3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5" name="Freeform 45"/>
            <p:cNvSpPr>
              <a:spLocks/>
            </p:cNvSpPr>
            <p:nvPr/>
          </p:nvSpPr>
          <p:spPr bwMode="auto">
            <a:xfrm>
              <a:off x="8313738" y="3427413"/>
              <a:ext cx="61913" cy="71438"/>
            </a:xfrm>
            <a:custGeom>
              <a:avLst/>
              <a:gdLst>
                <a:gd name="T0" fmla="*/ 18 w 61"/>
                <a:gd name="T1" fmla="*/ 5 h 72"/>
                <a:gd name="T2" fmla="*/ 5 w 61"/>
                <a:gd name="T3" fmla="*/ 3 h 72"/>
                <a:gd name="T4" fmla="*/ 3 w 61"/>
                <a:gd name="T5" fmla="*/ 16 h 72"/>
                <a:gd name="T6" fmla="*/ 42 w 61"/>
                <a:gd name="T7" fmla="*/ 68 h 72"/>
                <a:gd name="T8" fmla="*/ 50 w 61"/>
                <a:gd name="T9" fmla="*/ 72 h 72"/>
                <a:gd name="T10" fmla="*/ 56 w 61"/>
                <a:gd name="T11" fmla="*/ 70 h 72"/>
                <a:gd name="T12" fmla="*/ 57 w 61"/>
                <a:gd name="T13" fmla="*/ 57 h 72"/>
                <a:gd name="T14" fmla="*/ 18 w 61"/>
                <a:gd name="T15" fmla="*/ 5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1" h="72">
                  <a:moveTo>
                    <a:pt x="18" y="5"/>
                  </a:moveTo>
                  <a:cubicBezTo>
                    <a:pt x="15" y="1"/>
                    <a:pt x="9" y="0"/>
                    <a:pt x="5" y="3"/>
                  </a:cubicBezTo>
                  <a:cubicBezTo>
                    <a:pt x="1" y="6"/>
                    <a:pt x="0" y="12"/>
                    <a:pt x="3" y="16"/>
                  </a:cubicBezTo>
                  <a:cubicBezTo>
                    <a:pt x="42" y="68"/>
                    <a:pt x="42" y="68"/>
                    <a:pt x="42" y="68"/>
                  </a:cubicBezTo>
                  <a:cubicBezTo>
                    <a:pt x="44" y="71"/>
                    <a:pt x="47" y="72"/>
                    <a:pt x="50" y="72"/>
                  </a:cubicBezTo>
                  <a:cubicBezTo>
                    <a:pt x="52" y="72"/>
                    <a:pt x="54" y="71"/>
                    <a:pt x="56" y="70"/>
                  </a:cubicBezTo>
                  <a:cubicBezTo>
                    <a:pt x="60" y="67"/>
                    <a:pt x="61" y="61"/>
                    <a:pt x="57" y="57"/>
                  </a:cubicBezTo>
                  <a:lnTo>
                    <a:pt x="18" y="5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59" name="Group 158"/>
          <p:cNvGrpSpPr/>
          <p:nvPr/>
        </p:nvGrpSpPr>
        <p:grpSpPr>
          <a:xfrm>
            <a:off x="8377767" y="4097867"/>
            <a:ext cx="567267" cy="567267"/>
            <a:chOff x="6283325" y="3073400"/>
            <a:chExt cx="425450" cy="425450"/>
          </a:xfrm>
          <a:solidFill>
            <a:schemeClr val="tx2"/>
          </a:solidFill>
        </p:grpSpPr>
        <p:sp>
          <p:nvSpPr>
            <p:cNvPr id="46" name="Freeform 46"/>
            <p:cNvSpPr>
              <a:spLocks noEditPoints="1"/>
            </p:cNvSpPr>
            <p:nvPr/>
          </p:nvSpPr>
          <p:spPr bwMode="auto">
            <a:xfrm>
              <a:off x="6283325" y="3073400"/>
              <a:ext cx="425450" cy="425450"/>
            </a:xfrm>
            <a:custGeom>
              <a:avLst/>
              <a:gdLst>
                <a:gd name="T0" fmla="*/ 213 w 425"/>
                <a:gd name="T1" fmla="*/ 0 h 425"/>
                <a:gd name="T2" fmla="*/ 0 w 425"/>
                <a:gd name="T3" fmla="*/ 213 h 425"/>
                <a:gd name="T4" fmla="*/ 213 w 425"/>
                <a:gd name="T5" fmla="*/ 425 h 425"/>
                <a:gd name="T6" fmla="*/ 425 w 425"/>
                <a:gd name="T7" fmla="*/ 213 h 425"/>
                <a:gd name="T8" fmla="*/ 213 w 425"/>
                <a:gd name="T9" fmla="*/ 0 h 425"/>
                <a:gd name="T10" fmla="*/ 213 w 425"/>
                <a:gd name="T11" fmla="*/ 406 h 425"/>
                <a:gd name="T12" fmla="*/ 19 w 425"/>
                <a:gd name="T13" fmla="*/ 213 h 425"/>
                <a:gd name="T14" fmla="*/ 213 w 425"/>
                <a:gd name="T15" fmla="*/ 19 h 425"/>
                <a:gd name="T16" fmla="*/ 407 w 425"/>
                <a:gd name="T17" fmla="*/ 213 h 425"/>
                <a:gd name="T18" fmla="*/ 213 w 425"/>
                <a:gd name="T19" fmla="*/ 406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25" h="425">
                  <a:moveTo>
                    <a:pt x="213" y="0"/>
                  </a:moveTo>
                  <a:cubicBezTo>
                    <a:pt x="96" y="0"/>
                    <a:pt x="0" y="95"/>
                    <a:pt x="0" y="213"/>
                  </a:cubicBezTo>
                  <a:cubicBezTo>
                    <a:pt x="0" y="330"/>
                    <a:pt x="96" y="425"/>
                    <a:pt x="213" y="425"/>
                  </a:cubicBezTo>
                  <a:cubicBezTo>
                    <a:pt x="330" y="425"/>
                    <a:pt x="425" y="330"/>
                    <a:pt x="425" y="213"/>
                  </a:cubicBezTo>
                  <a:cubicBezTo>
                    <a:pt x="425" y="95"/>
                    <a:pt x="330" y="0"/>
                    <a:pt x="213" y="0"/>
                  </a:cubicBezTo>
                  <a:close/>
                  <a:moveTo>
                    <a:pt x="213" y="406"/>
                  </a:moveTo>
                  <a:cubicBezTo>
                    <a:pt x="106" y="406"/>
                    <a:pt x="19" y="319"/>
                    <a:pt x="19" y="213"/>
                  </a:cubicBezTo>
                  <a:cubicBezTo>
                    <a:pt x="19" y="106"/>
                    <a:pt x="106" y="19"/>
                    <a:pt x="213" y="19"/>
                  </a:cubicBezTo>
                  <a:cubicBezTo>
                    <a:pt x="320" y="19"/>
                    <a:pt x="407" y="106"/>
                    <a:pt x="407" y="213"/>
                  </a:cubicBezTo>
                  <a:cubicBezTo>
                    <a:pt x="407" y="319"/>
                    <a:pt x="320" y="406"/>
                    <a:pt x="213" y="406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7" name="Freeform 47"/>
            <p:cNvSpPr>
              <a:spLocks/>
            </p:cNvSpPr>
            <p:nvPr/>
          </p:nvSpPr>
          <p:spPr bwMode="auto">
            <a:xfrm>
              <a:off x="6403975" y="3194050"/>
              <a:ext cx="82550" cy="187325"/>
            </a:xfrm>
            <a:custGeom>
              <a:avLst/>
              <a:gdLst>
                <a:gd name="T0" fmla="*/ 60 w 83"/>
                <a:gd name="T1" fmla="*/ 12 h 187"/>
                <a:gd name="T2" fmla="*/ 16 w 83"/>
                <a:gd name="T3" fmla="*/ 8 h 187"/>
                <a:gd name="T4" fmla="*/ 2 w 83"/>
                <a:gd name="T5" fmla="*/ 27 h 187"/>
                <a:gd name="T6" fmla="*/ 6 w 83"/>
                <a:gd name="T7" fmla="*/ 50 h 187"/>
                <a:gd name="T8" fmla="*/ 25 w 83"/>
                <a:gd name="T9" fmla="*/ 65 h 187"/>
                <a:gd name="T10" fmla="*/ 45 w 83"/>
                <a:gd name="T11" fmla="*/ 61 h 187"/>
                <a:gd name="T12" fmla="*/ 48 w 83"/>
                <a:gd name="T13" fmla="*/ 48 h 187"/>
                <a:gd name="T14" fmla="*/ 35 w 83"/>
                <a:gd name="T15" fmla="*/ 45 h 187"/>
                <a:gd name="T16" fmla="*/ 29 w 83"/>
                <a:gd name="T17" fmla="*/ 47 h 187"/>
                <a:gd name="T18" fmla="*/ 22 w 83"/>
                <a:gd name="T19" fmla="*/ 41 h 187"/>
                <a:gd name="T20" fmla="*/ 21 w 83"/>
                <a:gd name="T21" fmla="*/ 31 h 187"/>
                <a:gd name="T22" fmla="*/ 26 w 83"/>
                <a:gd name="T23" fmla="*/ 24 h 187"/>
                <a:gd name="T24" fmla="*/ 48 w 83"/>
                <a:gd name="T25" fmla="*/ 27 h 187"/>
                <a:gd name="T26" fmla="*/ 64 w 83"/>
                <a:gd name="T27" fmla="*/ 73 h 187"/>
                <a:gd name="T28" fmla="*/ 17 w 83"/>
                <a:gd name="T29" fmla="*/ 169 h 187"/>
                <a:gd name="T30" fmla="*/ 12 w 83"/>
                <a:gd name="T31" fmla="*/ 182 h 187"/>
                <a:gd name="T32" fmla="*/ 21 w 83"/>
                <a:gd name="T33" fmla="*/ 187 h 187"/>
                <a:gd name="T34" fmla="*/ 25 w 83"/>
                <a:gd name="T35" fmla="*/ 186 h 187"/>
                <a:gd name="T36" fmla="*/ 83 w 83"/>
                <a:gd name="T37" fmla="*/ 73 h 187"/>
                <a:gd name="T38" fmla="*/ 60 w 83"/>
                <a:gd name="T39" fmla="*/ 12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3" h="187">
                  <a:moveTo>
                    <a:pt x="60" y="12"/>
                  </a:moveTo>
                  <a:cubicBezTo>
                    <a:pt x="46" y="2"/>
                    <a:pt x="29" y="0"/>
                    <a:pt x="16" y="8"/>
                  </a:cubicBezTo>
                  <a:cubicBezTo>
                    <a:pt x="9" y="12"/>
                    <a:pt x="4" y="19"/>
                    <a:pt x="2" y="27"/>
                  </a:cubicBezTo>
                  <a:cubicBezTo>
                    <a:pt x="0" y="35"/>
                    <a:pt x="2" y="43"/>
                    <a:pt x="6" y="50"/>
                  </a:cubicBezTo>
                  <a:cubicBezTo>
                    <a:pt x="11" y="58"/>
                    <a:pt x="18" y="63"/>
                    <a:pt x="25" y="65"/>
                  </a:cubicBezTo>
                  <a:cubicBezTo>
                    <a:pt x="32" y="67"/>
                    <a:pt x="39" y="65"/>
                    <a:pt x="45" y="61"/>
                  </a:cubicBezTo>
                  <a:cubicBezTo>
                    <a:pt x="50" y="58"/>
                    <a:pt x="51" y="53"/>
                    <a:pt x="48" y="48"/>
                  </a:cubicBezTo>
                  <a:cubicBezTo>
                    <a:pt x="46" y="44"/>
                    <a:pt x="40" y="43"/>
                    <a:pt x="35" y="45"/>
                  </a:cubicBezTo>
                  <a:cubicBezTo>
                    <a:pt x="33" y="47"/>
                    <a:pt x="31" y="47"/>
                    <a:pt x="29" y="47"/>
                  </a:cubicBezTo>
                  <a:cubicBezTo>
                    <a:pt x="27" y="46"/>
                    <a:pt x="24" y="44"/>
                    <a:pt x="22" y="41"/>
                  </a:cubicBezTo>
                  <a:cubicBezTo>
                    <a:pt x="20" y="38"/>
                    <a:pt x="20" y="35"/>
                    <a:pt x="21" y="31"/>
                  </a:cubicBezTo>
                  <a:cubicBezTo>
                    <a:pt x="21" y="28"/>
                    <a:pt x="23" y="26"/>
                    <a:pt x="26" y="24"/>
                  </a:cubicBezTo>
                  <a:cubicBezTo>
                    <a:pt x="33" y="19"/>
                    <a:pt x="42" y="22"/>
                    <a:pt x="48" y="27"/>
                  </a:cubicBezTo>
                  <a:cubicBezTo>
                    <a:pt x="59" y="35"/>
                    <a:pt x="64" y="49"/>
                    <a:pt x="64" y="73"/>
                  </a:cubicBezTo>
                  <a:cubicBezTo>
                    <a:pt x="64" y="109"/>
                    <a:pt x="48" y="154"/>
                    <a:pt x="17" y="169"/>
                  </a:cubicBezTo>
                  <a:cubicBezTo>
                    <a:pt x="12" y="172"/>
                    <a:pt x="10" y="177"/>
                    <a:pt x="12" y="182"/>
                  </a:cubicBezTo>
                  <a:cubicBezTo>
                    <a:pt x="14" y="185"/>
                    <a:pt x="17" y="187"/>
                    <a:pt x="21" y="187"/>
                  </a:cubicBezTo>
                  <a:cubicBezTo>
                    <a:pt x="22" y="187"/>
                    <a:pt x="24" y="187"/>
                    <a:pt x="25" y="186"/>
                  </a:cubicBezTo>
                  <a:cubicBezTo>
                    <a:pt x="65" y="166"/>
                    <a:pt x="83" y="113"/>
                    <a:pt x="83" y="73"/>
                  </a:cubicBezTo>
                  <a:cubicBezTo>
                    <a:pt x="83" y="54"/>
                    <a:pt x="80" y="27"/>
                    <a:pt x="60" y="12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8" name="Freeform 48"/>
            <p:cNvSpPr>
              <a:spLocks/>
            </p:cNvSpPr>
            <p:nvPr/>
          </p:nvSpPr>
          <p:spPr bwMode="auto">
            <a:xfrm>
              <a:off x="6508750" y="3194050"/>
              <a:ext cx="80963" cy="187325"/>
            </a:xfrm>
            <a:custGeom>
              <a:avLst/>
              <a:gdLst>
                <a:gd name="T0" fmla="*/ 59 w 82"/>
                <a:gd name="T1" fmla="*/ 12 h 187"/>
                <a:gd name="T2" fmla="*/ 16 w 82"/>
                <a:gd name="T3" fmla="*/ 8 h 187"/>
                <a:gd name="T4" fmla="*/ 2 w 82"/>
                <a:gd name="T5" fmla="*/ 27 h 187"/>
                <a:gd name="T6" fmla="*/ 6 w 82"/>
                <a:gd name="T7" fmla="*/ 50 h 187"/>
                <a:gd name="T8" fmla="*/ 25 w 82"/>
                <a:gd name="T9" fmla="*/ 65 h 187"/>
                <a:gd name="T10" fmla="*/ 45 w 82"/>
                <a:gd name="T11" fmla="*/ 61 h 187"/>
                <a:gd name="T12" fmla="*/ 48 w 82"/>
                <a:gd name="T13" fmla="*/ 48 h 187"/>
                <a:gd name="T14" fmla="*/ 35 w 82"/>
                <a:gd name="T15" fmla="*/ 45 h 187"/>
                <a:gd name="T16" fmla="*/ 29 w 82"/>
                <a:gd name="T17" fmla="*/ 47 h 187"/>
                <a:gd name="T18" fmla="*/ 22 w 82"/>
                <a:gd name="T19" fmla="*/ 41 h 187"/>
                <a:gd name="T20" fmla="*/ 20 w 82"/>
                <a:gd name="T21" fmla="*/ 31 h 187"/>
                <a:gd name="T22" fmla="*/ 26 w 82"/>
                <a:gd name="T23" fmla="*/ 24 h 187"/>
                <a:gd name="T24" fmla="*/ 48 w 82"/>
                <a:gd name="T25" fmla="*/ 27 h 187"/>
                <a:gd name="T26" fmla="*/ 64 w 82"/>
                <a:gd name="T27" fmla="*/ 73 h 187"/>
                <a:gd name="T28" fmla="*/ 16 w 82"/>
                <a:gd name="T29" fmla="*/ 169 h 187"/>
                <a:gd name="T30" fmla="*/ 12 w 82"/>
                <a:gd name="T31" fmla="*/ 182 h 187"/>
                <a:gd name="T32" fmla="*/ 21 w 82"/>
                <a:gd name="T33" fmla="*/ 187 h 187"/>
                <a:gd name="T34" fmla="*/ 25 w 82"/>
                <a:gd name="T35" fmla="*/ 186 h 187"/>
                <a:gd name="T36" fmla="*/ 82 w 82"/>
                <a:gd name="T37" fmla="*/ 73 h 187"/>
                <a:gd name="T38" fmla="*/ 59 w 82"/>
                <a:gd name="T39" fmla="*/ 12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2" h="187">
                  <a:moveTo>
                    <a:pt x="59" y="12"/>
                  </a:moveTo>
                  <a:cubicBezTo>
                    <a:pt x="46" y="2"/>
                    <a:pt x="28" y="0"/>
                    <a:pt x="16" y="8"/>
                  </a:cubicBezTo>
                  <a:cubicBezTo>
                    <a:pt x="9" y="12"/>
                    <a:pt x="4" y="19"/>
                    <a:pt x="2" y="27"/>
                  </a:cubicBezTo>
                  <a:cubicBezTo>
                    <a:pt x="0" y="35"/>
                    <a:pt x="2" y="43"/>
                    <a:pt x="6" y="50"/>
                  </a:cubicBezTo>
                  <a:cubicBezTo>
                    <a:pt x="11" y="58"/>
                    <a:pt x="18" y="63"/>
                    <a:pt x="25" y="65"/>
                  </a:cubicBezTo>
                  <a:cubicBezTo>
                    <a:pt x="32" y="67"/>
                    <a:pt x="39" y="65"/>
                    <a:pt x="45" y="61"/>
                  </a:cubicBezTo>
                  <a:cubicBezTo>
                    <a:pt x="50" y="58"/>
                    <a:pt x="51" y="53"/>
                    <a:pt x="48" y="48"/>
                  </a:cubicBezTo>
                  <a:cubicBezTo>
                    <a:pt x="45" y="44"/>
                    <a:pt x="40" y="43"/>
                    <a:pt x="35" y="45"/>
                  </a:cubicBezTo>
                  <a:cubicBezTo>
                    <a:pt x="33" y="47"/>
                    <a:pt x="31" y="47"/>
                    <a:pt x="29" y="47"/>
                  </a:cubicBezTo>
                  <a:cubicBezTo>
                    <a:pt x="27" y="46"/>
                    <a:pt x="24" y="44"/>
                    <a:pt x="22" y="41"/>
                  </a:cubicBezTo>
                  <a:cubicBezTo>
                    <a:pt x="20" y="38"/>
                    <a:pt x="20" y="35"/>
                    <a:pt x="20" y="31"/>
                  </a:cubicBezTo>
                  <a:cubicBezTo>
                    <a:pt x="21" y="28"/>
                    <a:pt x="23" y="26"/>
                    <a:pt x="26" y="24"/>
                  </a:cubicBezTo>
                  <a:cubicBezTo>
                    <a:pt x="33" y="19"/>
                    <a:pt x="42" y="22"/>
                    <a:pt x="48" y="27"/>
                  </a:cubicBezTo>
                  <a:cubicBezTo>
                    <a:pt x="59" y="35"/>
                    <a:pt x="64" y="49"/>
                    <a:pt x="64" y="73"/>
                  </a:cubicBezTo>
                  <a:cubicBezTo>
                    <a:pt x="64" y="109"/>
                    <a:pt x="47" y="154"/>
                    <a:pt x="16" y="169"/>
                  </a:cubicBezTo>
                  <a:cubicBezTo>
                    <a:pt x="12" y="172"/>
                    <a:pt x="10" y="177"/>
                    <a:pt x="12" y="182"/>
                  </a:cubicBezTo>
                  <a:cubicBezTo>
                    <a:pt x="14" y="185"/>
                    <a:pt x="17" y="187"/>
                    <a:pt x="21" y="187"/>
                  </a:cubicBezTo>
                  <a:cubicBezTo>
                    <a:pt x="22" y="187"/>
                    <a:pt x="23" y="187"/>
                    <a:pt x="25" y="186"/>
                  </a:cubicBezTo>
                  <a:cubicBezTo>
                    <a:pt x="64" y="166"/>
                    <a:pt x="82" y="113"/>
                    <a:pt x="82" y="73"/>
                  </a:cubicBezTo>
                  <a:cubicBezTo>
                    <a:pt x="82" y="54"/>
                    <a:pt x="80" y="27"/>
                    <a:pt x="59" y="12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49" name="Freeform 49"/>
          <p:cNvSpPr>
            <a:spLocks noEditPoints="1"/>
          </p:cNvSpPr>
          <p:nvPr/>
        </p:nvSpPr>
        <p:spPr bwMode="auto">
          <a:xfrm>
            <a:off x="7294033" y="4097867"/>
            <a:ext cx="567267" cy="567267"/>
          </a:xfrm>
          <a:custGeom>
            <a:avLst/>
            <a:gdLst>
              <a:gd name="T0" fmla="*/ 0 w 425"/>
              <a:gd name="T1" fmla="*/ 213 h 425"/>
              <a:gd name="T2" fmla="*/ 425 w 425"/>
              <a:gd name="T3" fmla="*/ 213 h 425"/>
              <a:gd name="T4" fmla="*/ 327 w 425"/>
              <a:gd name="T5" fmla="*/ 369 h 425"/>
              <a:gd name="T6" fmla="*/ 328 w 425"/>
              <a:gd name="T7" fmla="*/ 210 h 425"/>
              <a:gd name="T8" fmla="*/ 301 w 425"/>
              <a:gd name="T9" fmla="*/ 151 h 425"/>
              <a:gd name="T10" fmla="*/ 285 w 425"/>
              <a:gd name="T11" fmla="*/ 161 h 425"/>
              <a:gd name="T12" fmla="*/ 310 w 425"/>
              <a:gd name="T13" fmla="*/ 215 h 425"/>
              <a:gd name="T14" fmla="*/ 303 w 425"/>
              <a:gd name="T15" fmla="*/ 380 h 425"/>
              <a:gd name="T16" fmla="*/ 301 w 425"/>
              <a:gd name="T17" fmla="*/ 385 h 425"/>
              <a:gd name="T18" fmla="*/ 135 w 425"/>
              <a:gd name="T19" fmla="*/ 390 h 425"/>
              <a:gd name="T20" fmla="*/ 273 w 425"/>
              <a:gd name="T21" fmla="*/ 311 h 425"/>
              <a:gd name="T22" fmla="*/ 310 w 425"/>
              <a:gd name="T23" fmla="*/ 259 h 425"/>
              <a:gd name="T24" fmla="*/ 293 w 425"/>
              <a:gd name="T25" fmla="*/ 250 h 425"/>
              <a:gd name="T26" fmla="*/ 259 w 425"/>
              <a:gd name="T27" fmla="*/ 299 h 425"/>
              <a:gd name="T28" fmla="*/ 112 w 425"/>
              <a:gd name="T29" fmla="*/ 375 h 425"/>
              <a:gd name="T30" fmla="*/ 20 w 425"/>
              <a:gd name="T31" fmla="*/ 234 h 425"/>
              <a:gd name="T32" fmla="*/ 157 w 425"/>
              <a:gd name="T33" fmla="*/ 314 h 425"/>
              <a:gd name="T34" fmla="*/ 221 w 425"/>
              <a:gd name="T35" fmla="*/ 320 h 425"/>
              <a:gd name="T36" fmla="*/ 221 w 425"/>
              <a:gd name="T37" fmla="*/ 301 h 425"/>
              <a:gd name="T38" fmla="*/ 99 w 425"/>
              <a:gd name="T39" fmla="*/ 273 h 425"/>
              <a:gd name="T40" fmla="*/ 22 w 425"/>
              <a:gd name="T41" fmla="*/ 206 h 425"/>
              <a:gd name="T42" fmla="*/ 98 w 425"/>
              <a:gd name="T43" fmla="*/ 57 h 425"/>
              <a:gd name="T44" fmla="*/ 97 w 425"/>
              <a:gd name="T45" fmla="*/ 215 h 425"/>
              <a:gd name="T46" fmla="*/ 124 w 425"/>
              <a:gd name="T47" fmla="*/ 274 h 425"/>
              <a:gd name="T48" fmla="*/ 137 w 425"/>
              <a:gd name="T49" fmla="*/ 277 h 425"/>
              <a:gd name="T50" fmla="*/ 136 w 425"/>
              <a:gd name="T51" fmla="*/ 257 h 425"/>
              <a:gd name="T52" fmla="*/ 103 w 425"/>
              <a:gd name="T53" fmla="*/ 144 h 425"/>
              <a:gd name="T54" fmla="*/ 123 w 425"/>
              <a:gd name="T55" fmla="*/ 44 h 425"/>
              <a:gd name="T56" fmla="*/ 213 w 425"/>
              <a:gd name="T57" fmla="*/ 19 h 425"/>
              <a:gd name="T58" fmla="*/ 208 w 425"/>
              <a:gd name="T59" fmla="*/ 68 h 425"/>
              <a:gd name="T60" fmla="*/ 119 w 425"/>
              <a:gd name="T61" fmla="*/ 159 h 425"/>
              <a:gd name="T62" fmla="*/ 119 w 425"/>
              <a:gd name="T63" fmla="*/ 179 h 425"/>
              <a:gd name="T64" fmla="*/ 132 w 425"/>
              <a:gd name="T65" fmla="*/ 175 h 425"/>
              <a:gd name="T66" fmla="*/ 166 w 425"/>
              <a:gd name="T67" fmla="*/ 127 h 425"/>
              <a:gd name="T68" fmla="*/ 313 w 425"/>
              <a:gd name="T69" fmla="*/ 51 h 425"/>
              <a:gd name="T70" fmla="*/ 405 w 425"/>
              <a:gd name="T71" fmla="*/ 191 h 425"/>
              <a:gd name="T72" fmla="*/ 268 w 425"/>
              <a:gd name="T73" fmla="*/ 111 h 425"/>
              <a:gd name="T74" fmla="*/ 195 w 425"/>
              <a:gd name="T75" fmla="*/ 115 h 425"/>
              <a:gd name="T76" fmla="*/ 264 w 425"/>
              <a:gd name="T77" fmla="*/ 129 h 425"/>
              <a:gd name="T78" fmla="*/ 403 w 425"/>
              <a:gd name="T79" fmla="*/ 218 h 425"/>
              <a:gd name="T80" fmla="*/ 406 w 425"/>
              <a:gd name="T81" fmla="*/ 222 h 4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425" h="425">
                <a:moveTo>
                  <a:pt x="213" y="0"/>
                </a:moveTo>
                <a:cubicBezTo>
                  <a:pt x="95" y="0"/>
                  <a:pt x="0" y="95"/>
                  <a:pt x="0" y="213"/>
                </a:cubicBezTo>
                <a:cubicBezTo>
                  <a:pt x="0" y="330"/>
                  <a:pt x="95" y="425"/>
                  <a:pt x="213" y="425"/>
                </a:cubicBezTo>
                <a:cubicBezTo>
                  <a:pt x="330" y="425"/>
                  <a:pt x="425" y="330"/>
                  <a:pt x="425" y="213"/>
                </a:cubicBezTo>
                <a:cubicBezTo>
                  <a:pt x="425" y="95"/>
                  <a:pt x="330" y="0"/>
                  <a:pt x="213" y="0"/>
                </a:cubicBezTo>
                <a:close/>
                <a:moveTo>
                  <a:pt x="327" y="369"/>
                </a:moveTo>
                <a:cubicBezTo>
                  <a:pt x="337" y="340"/>
                  <a:pt x="341" y="311"/>
                  <a:pt x="340" y="281"/>
                </a:cubicBezTo>
                <a:cubicBezTo>
                  <a:pt x="340" y="257"/>
                  <a:pt x="336" y="233"/>
                  <a:pt x="328" y="210"/>
                </a:cubicBezTo>
                <a:cubicBezTo>
                  <a:pt x="322" y="192"/>
                  <a:pt x="315" y="175"/>
                  <a:pt x="306" y="159"/>
                </a:cubicBezTo>
                <a:cubicBezTo>
                  <a:pt x="304" y="156"/>
                  <a:pt x="303" y="154"/>
                  <a:pt x="301" y="151"/>
                </a:cubicBezTo>
                <a:cubicBezTo>
                  <a:pt x="298" y="147"/>
                  <a:pt x="293" y="146"/>
                  <a:pt x="288" y="148"/>
                </a:cubicBezTo>
                <a:cubicBezTo>
                  <a:pt x="284" y="151"/>
                  <a:pt x="283" y="157"/>
                  <a:pt x="285" y="161"/>
                </a:cubicBezTo>
                <a:cubicBezTo>
                  <a:pt x="287" y="163"/>
                  <a:pt x="288" y="166"/>
                  <a:pt x="290" y="168"/>
                </a:cubicBezTo>
                <a:cubicBezTo>
                  <a:pt x="298" y="183"/>
                  <a:pt x="305" y="199"/>
                  <a:pt x="310" y="215"/>
                </a:cubicBezTo>
                <a:cubicBezTo>
                  <a:pt x="317" y="237"/>
                  <a:pt x="321" y="259"/>
                  <a:pt x="322" y="281"/>
                </a:cubicBezTo>
                <a:cubicBezTo>
                  <a:pt x="322" y="315"/>
                  <a:pt x="316" y="348"/>
                  <a:pt x="303" y="380"/>
                </a:cubicBezTo>
                <a:cubicBezTo>
                  <a:pt x="303" y="381"/>
                  <a:pt x="303" y="381"/>
                  <a:pt x="303" y="381"/>
                </a:cubicBezTo>
                <a:cubicBezTo>
                  <a:pt x="302" y="382"/>
                  <a:pt x="301" y="384"/>
                  <a:pt x="301" y="385"/>
                </a:cubicBezTo>
                <a:cubicBezTo>
                  <a:pt x="274" y="399"/>
                  <a:pt x="244" y="406"/>
                  <a:pt x="213" y="406"/>
                </a:cubicBezTo>
                <a:cubicBezTo>
                  <a:pt x="185" y="406"/>
                  <a:pt x="158" y="400"/>
                  <a:pt x="135" y="390"/>
                </a:cubicBezTo>
                <a:cubicBezTo>
                  <a:pt x="164" y="384"/>
                  <a:pt x="192" y="373"/>
                  <a:pt x="217" y="357"/>
                </a:cubicBezTo>
                <a:cubicBezTo>
                  <a:pt x="238" y="345"/>
                  <a:pt x="256" y="329"/>
                  <a:pt x="273" y="311"/>
                </a:cubicBezTo>
                <a:cubicBezTo>
                  <a:pt x="286" y="297"/>
                  <a:pt x="297" y="282"/>
                  <a:pt x="306" y="266"/>
                </a:cubicBezTo>
                <a:cubicBezTo>
                  <a:pt x="307" y="264"/>
                  <a:pt x="309" y="261"/>
                  <a:pt x="310" y="259"/>
                </a:cubicBezTo>
                <a:cubicBezTo>
                  <a:pt x="312" y="254"/>
                  <a:pt x="311" y="248"/>
                  <a:pt x="306" y="246"/>
                </a:cubicBezTo>
                <a:cubicBezTo>
                  <a:pt x="302" y="244"/>
                  <a:pt x="296" y="245"/>
                  <a:pt x="293" y="250"/>
                </a:cubicBezTo>
                <a:cubicBezTo>
                  <a:pt x="292" y="252"/>
                  <a:pt x="291" y="255"/>
                  <a:pt x="290" y="257"/>
                </a:cubicBezTo>
                <a:cubicBezTo>
                  <a:pt x="281" y="272"/>
                  <a:pt x="271" y="286"/>
                  <a:pt x="259" y="299"/>
                </a:cubicBezTo>
                <a:cubicBezTo>
                  <a:pt x="244" y="315"/>
                  <a:pt x="226" y="330"/>
                  <a:pt x="208" y="341"/>
                </a:cubicBezTo>
                <a:cubicBezTo>
                  <a:pt x="179" y="359"/>
                  <a:pt x="147" y="370"/>
                  <a:pt x="112" y="375"/>
                </a:cubicBezTo>
                <a:cubicBezTo>
                  <a:pt x="111" y="375"/>
                  <a:pt x="109" y="375"/>
                  <a:pt x="107" y="375"/>
                </a:cubicBezTo>
                <a:cubicBezTo>
                  <a:pt x="60" y="344"/>
                  <a:pt x="26" y="293"/>
                  <a:pt x="20" y="234"/>
                </a:cubicBezTo>
                <a:cubicBezTo>
                  <a:pt x="40" y="256"/>
                  <a:pt x="63" y="275"/>
                  <a:pt x="90" y="289"/>
                </a:cubicBezTo>
                <a:cubicBezTo>
                  <a:pt x="111" y="301"/>
                  <a:pt x="133" y="309"/>
                  <a:pt x="157" y="314"/>
                </a:cubicBezTo>
                <a:cubicBezTo>
                  <a:pt x="176" y="318"/>
                  <a:pt x="194" y="320"/>
                  <a:pt x="213" y="320"/>
                </a:cubicBezTo>
                <a:cubicBezTo>
                  <a:pt x="215" y="320"/>
                  <a:pt x="218" y="320"/>
                  <a:pt x="221" y="320"/>
                </a:cubicBezTo>
                <a:cubicBezTo>
                  <a:pt x="227" y="320"/>
                  <a:pt x="231" y="316"/>
                  <a:pt x="230" y="310"/>
                </a:cubicBezTo>
                <a:cubicBezTo>
                  <a:pt x="230" y="305"/>
                  <a:pt x="226" y="301"/>
                  <a:pt x="221" y="301"/>
                </a:cubicBezTo>
                <a:cubicBezTo>
                  <a:pt x="201" y="302"/>
                  <a:pt x="181" y="300"/>
                  <a:pt x="161" y="296"/>
                </a:cubicBezTo>
                <a:cubicBezTo>
                  <a:pt x="139" y="291"/>
                  <a:pt x="118" y="283"/>
                  <a:pt x="99" y="273"/>
                </a:cubicBezTo>
                <a:cubicBezTo>
                  <a:pt x="69" y="257"/>
                  <a:pt x="43" y="235"/>
                  <a:pt x="22" y="207"/>
                </a:cubicBezTo>
                <a:cubicBezTo>
                  <a:pt x="22" y="206"/>
                  <a:pt x="22" y="206"/>
                  <a:pt x="22" y="206"/>
                </a:cubicBezTo>
                <a:cubicBezTo>
                  <a:pt x="21" y="205"/>
                  <a:pt x="20" y="204"/>
                  <a:pt x="19" y="203"/>
                </a:cubicBezTo>
                <a:cubicBezTo>
                  <a:pt x="22" y="143"/>
                  <a:pt x="52" y="90"/>
                  <a:pt x="98" y="57"/>
                </a:cubicBezTo>
                <a:cubicBezTo>
                  <a:pt x="88" y="85"/>
                  <a:pt x="84" y="115"/>
                  <a:pt x="85" y="145"/>
                </a:cubicBezTo>
                <a:cubicBezTo>
                  <a:pt x="85" y="168"/>
                  <a:pt x="90" y="192"/>
                  <a:pt x="97" y="215"/>
                </a:cubicBezTo>
                <a:cubicBezTo>
                  <a:pt x="103" y="233"/>
                  <a:pt x="110" y="251"/>
                  <a:pt x="119" y="266"/>
                </a:cubicBezTo>
                <a:cubicBezTo>
                  <a:pt x="121" y="269"/>
                  <a:pt x="122" y="271"/>
                  <a:pt x="124" y="274"/>
                </a:cubicBezTo>
                <a:cubicBezTo>
                  <a:pt x="126" y="277"/>
                  <a:pt x="129" y="278"/>
                  <a:pt x="132" y="278"/>
                </a:cubicBezTo>
                <a:cubicBezTo>
                  <a:pt x="133" y="278"/>
                  <a:pt x="135" y="278"/>
                  <a:pt x="137" y="277"/>
                </a:cubicBezTo>
                <a:cubicBezTo>
                  <a:pt x="141" y="274"/>
                  <a:pt x="142" y="268"/>
                  <a:pt x="140" y="264"/>
                </a:cubicBezTo>
                <a:cubicBezTo>
                  <a:pt x="138" y="262"/>
                  <a:pt x="137" y="259"/>
                  <a:pt x="136" y="257"/>
                </a:cubicBezTo>
                <a:cubicBezTo>
                  <a:pt x="127" y="242"/>
                  <a:pt x="120" y="227"/>
                  <a:pt x="115" y="210"/>
                </a:cubicBezTo>
                <a:cubicBezTo>
                  <a:pt x="108" y="188"/>
                  <a:pt x="104" y="166"/>
                  <a:pt x="103" y="144"/>
                </a:cubicBezTo>
                <a:cubicBezTo>
                  <a:pt x="103" y="110"/>
                  <a:pt x="109" y="77"/>
                  <a:pt x="122" y="45"/>
                </a:cubicBezTo>
                <a:cubicBezTo>
                  <a:pt x="123" y="44"/>
                  <a:pt x="123" y="44"/>
                  <a:pt x="123" y="44"/>
                </a:cubicBezTo>
                <a:cubicBezTo>
                  <a:pt x="123" y="43"/>
                  <a:pt x="124" y="42"/>
                  <a:pt x="124" y="40"/>
                </a:cubicBezTo>
                <a:cubicBezTo>
                  <a:pt x="151" y="27"/>
                  <a:pt x="181" y="19"/>
                  <a:pt x="213" y="19"/>
                </a:cubicBezTo>
                <a:cubicBezTo>
                  <a:pt x="240" y="19"/>
                  <a:pt x="267" y="25"/>
                  <a:pt x="290" y="35"/>
                </a:cubicBezTo>
                <a:cubicBezTo>
                  <a:pt x="261" y="41"/>
                  <a:pt x="233" y="52"/>
                  <a:pt x="208" y="68"/>
                </a:cubicBezTo>
                <a:cubicBezTo>
                  <a:pt x="187" y="80"/>
                  <a:pt x="169" y="96"/>
                  <a:pt x="152" y="114"/>
                </a:cubicBezTo>
                <a:cubicBezTo>
                  <a:pt x="140" y="128"/>
                  <a:pt x="128" y="143"/>
                  <a:pt x="119" y="159"/>
                </a:cubicBezTo>
                <a:cubicBezTo>
                  <a:pt x="118" y="161"/>
                  <a:pt x="116" y="164"/>
                  <a:pt x="115" y="166"/>
                </a:cubicBezTo>
                <a:cubicBezTo>
                  <a:pt x="113" y="171"/>
                  <a:pt x="114" y="177"/>
                  <a:pt x="119" y="179"/>
                </a:cubicBezTo>
                <a:cubicBezTo>
                  <a:pt x="120" y="180"/>
                  <a:pt x="122" y="180"/>
                  <a:pt x="123" y="180"/>
                </a:cubicBezTo>
                <a:cubicBezTo>
                  <a:pt x="127" y="180"/>
                  <a:pt x="130" y="178"/>
                  <a:pt x="132" y="175"/>
                </a:cubicBezTo>
                <a:cubicBezTo>
                  <a:pt x="133" y="173"/>
                  <a:pt x="134" y="171"/>
                  <a:pt x="136" y="168"/>
                </a:cubicBezTo>
                <a:cubicBezTo>
                  <a:pt x="144" y="154"/>
                  <a:pt x="154" y="140"/>
                  <a:pt x="166" y="127"/>
                </a:cubicBezTo>
                <a:cubicBezTo>
                  <a:pt x="181" y="110"/>
                  <a:pt x="199" y="95"/>
                  <a:pt x="217" y="84"/>
                </a:cubicBezTo>
                <a:cubicBezTo>
                  <a:pt x="246" y="66"/>
                  <a:pt x="278" y="55"/>
                  <a:pt x="313" y="51"/>
                </a:cubicBezTo>
                <a:cubicBezTo>
                  <a:pt x="314" y="50"/>
                  <a:pt x="316" y="50"/>
                  <a:pt x="318" y="50"/>
                </a:cubicBezTo>
                <a:cubicBezTo>
                  <a:pt x="365" y="81"/>
                  <a:pt x="399" y="132"/>
                  <a:pt x="405" y="191"/>
                </a:cubicBezTo>
                <a:cubicBezTo>
                  <a:pt x="385" y="169"/>
                  <a:pt x="362" y="150"/>
                  <a:pt x="335" y="136"/>
                </a:cubicBezTo>
                <a:cubicBezTo>
                  <a:pt x="314" y="125"/>
                  <a:pt x="292" y="116"/>
                  <a:pt x="268" y="111"/>
                </a:cubicBezTo>
                <a:cubicBezTo>
                  <a:pt x="246" y="106"/>
                  <a:pt x="225" y="104"/>
                  <a:pt x="204" y="105"/>
                </a:cubicBezTo>
                <a:cubicBezTo>
                  <a:pt x="199" y="105"/>
                  <a:pt x="195" y="110"/>
                  <a:pt x="195" y="115"/>
                </a:cubicBezTo>
                <a:cubicBezTo>
                  <a:pt x="195" y="120"/>
                  <a:pt x="199" y="124"/>
                  <a:pt x="204" y="124"/>
                </a:cubicBezTo>
                <a:cubicBezTo>
                  <a:pt x="224" y="123"/>
                  <a:pt x="244" y="125"/>
                  <a:pt x="264" y="129"/>
                </a:cubicBezTo>
                <a:cubicBezTo>
                  <a:pt x="286" y="134"/>
                  <a:pt x="307" y="142"/>
                  <a:pt x="326" y="152"/>
                </a:cubicBezTo>
                <a:cubicBezTo>
                  <a:pt x="356" y="169"/>
                  <a:pt x="382" y="191"/>
                  <a:pt x="403" y="218"/>
                </a:cubicBezTo>
                <a:cubicBezTo>
                  <a:pt x="404" y="219"/>
                  <a:pt x="404" y="219"/>
                  <a:pt x="404" y="219"/>
                </a:cubicBezTo>
                <a:cubicBezTo>
                  <a:pt x="404" y="220"/>
                  <a:pt x="405" y="221"/>
                  <a:pt x="406" y="222"/>
                </a:cubicBezTo>
                <a:cubicBezTo>
                  <a:pt x="403" y="282"/>
                  <a:pt x="373" y="335"/>
                  <a:pt x="327" y="36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61" name="Group 160"/>
          <p:cNvGrpSpPr/>
          <p:nvPr/>
        </p:nvGrpSpPr>
        <p:grpSpPr>
          <a:xfrm>
            <a:off x="5113867" y="4085167"/>
            <a:ext cx="592668" cy="579967"/>
            <a:chOff x="3835400" y="3063875"/>
            <a:chExt cx="444501" cy="434975"/>
          </a:xfrm>
          <a:solidFill>
            <a:schemeClr val="tx2"/>
          </a:solidFill>
        </p:grpSpPr>
        <p:sp>
          <p:nvSpPr>
            <p:cNvPr id="50" name="Freeform 50"/>
            <p:cNvSpPr>
              <a:spLocks/>
            </p:cNvSpPr>
            <p:nvPr/>
          </p:nvSpPr>
          <p:spPr bwMode="auto">
            <a:xfrm>
              <a:off x="3879850" y="3108325"/>
              <a:ext cx="58738" cy="57150"/>
            </a:xfrm>
            <a:custGeom>
              <a:avLst/>
              <a:gdLst>
                <a:gd name="T0" fmla="*/ 10 w 59"/>
                <a:gd name="T1" fmla="*/ 58 h 58"/>
                <a:gd name="T2" fmla="*/ 17 w 59"/>
                <a:gd name="T3" fmla="*/ 55 h 58"/>
                <a:gd name="T4" fmla="*/ 56 w 59"/>
                <a:gd name="T5" fmla="*/ 17 h 58"/>
                <a:gd name="T6" fmla="*/ 56 w 59"/>
                <a:gd name="T7" fmla="*/ 4 h 58"/>
                <a:gd name="T8" fmla="*/ 42 w 59"/>
                <a:gd name="T9" fmla="*/ 4 h 58"/>
                <a:gd name="T10" fmla="*/ 4 w 59"/>
                <a:gd name="T11" fmla="*/ 42 h 58"/>
                <a:gd name="T12" fmla="*/ 4 w 59"/>
                <a:gd name="T13" fmla="*/ 55 h 58"/>
                <a:gd name="T14" fmla="*/ 10 w 59"/>
                <a:gd name="T15" fmla="*/ 58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9" h="58">
                  <a:moveTo>
                    <a:pt x="10" y="58"/>
                  </a:moveTo>
                  <a:cubicBezTo>
                    <a:pt x="13" y="58"/>
                    <a:pt x="15" y="57"/>
                    <a:pt x="17" y="55"/>
                  </a:cubicBezTo>
                  <a:cubicBezTo>
                    <a:pt x="56" y="17"/>
                    <a:pt x="56" y="17"/>
                    <a:pt x="56" y="17"/>
                  </a:cubicBezTo>
                  <a:cubicBezTo>
                    <a:pt x="59" y="13"/>
                    <a:pt x="59" y="7"/>
                    <a:pt x="56" y="4"/>
                  </a:cubicBezTo>
                  <a:cubicBezTo>
                    <a:pt x="52" y="0"/>
                    <a:pt x="46" y="0"/>
                    <a:pt x="42" y="4"/>
                  </a:cubicBezTo>
                  <a:cubicBezTo>
                    <a:pt x="4" y="42"/>
                    <a:pt x="4" y="42"/>
                    <a:pt x="4" y="42"/>
                  </a:cubicBezTo>
                  <a:cubicBezTo>
                    <a:pt x="0" y="46"/>
                    <a:pt x="0" y="52"/>
                    <a:pt x="4" y="55"/>
                  </a:cubicBezTo>
                  <a:cubicBezTo>
                    <a:pt x="6" y="57"/>
                    <a:pt x="8" y="58"/>
                    <a:pt x="10" y="5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1" name="Freeform 51"/>
            <p:cNvSpPr>
              <a:spLocks/>
            </p:cNvSpPr>
            <p:nvPr/>
          </p:nvSpPr>
          <p:spPr bwMode="auto">
            <a:xfrm>
              <a:off x="4176713" y="3405188"/>
              <a:ext cx="60325" cy="58738"/>
            </a:xfrm>
            <a:custGeom>
              <a:avLst/>
              <a:gdLst>
                <a:gd name="T0" fmla="*/ 43 w 59"/>
                <a:gd name="T1" fmla="*/ 4 h 58"/>
                <a:gd name="T2" fmla="*/ 4 w 59"/>
                <a:gd name="T3" fmla="*/ 42 h 58"/>
                <a:gd name="T4" fmla="*/ 4 w 59"/>
                <a:gd name="T5" fmla="*/ 56 h 58"/>
                <a:gd name="T6" fmla="*/ 11 w 59"/>
                <a:gd name="T7" fmla="*/ 58 h 58"/>
                <a:gd name="T8" fmla="*/ 17 w 59"/>
                <a:gd name="T9" fmla="*/ 56 h 58"/>
                <a:gd name="T10" fmla="*/ 56 w 59"/>
                <a:gd name="T11" fmla="*/ 17 h 58"/>
                <a:gd name="T12" fmla="*/ 56 w 59"/>
                <a:gd name="T13" fmla="*/ 4 h 58"/>
                <a:gd name="T14" fmla="*/ 43 w 59"/>
                <a:gd name="T15" fmla="*/ 4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9" h="58">
                  <a:moveTo>
                    <a:pt x="43" y="4"/>
                  </a:moveTo>
                  <a:cubicBezTo>
                    <a:pt x="4" y="42"/>
                    <a:pt x="4" y="42"/>
                    <a:pt x="4" y="42"/>
                  </a:cubicBezTo>
                  <a:cubicBezTo>
                    <a:pt x="0" y="46"/>
                    <a:pt x="0" y="52"/>
                    <a:pt x="4" y="56"/>
                  </a:cubicBezTo>
                  <a:cubicBezTo>
                    <a:pt x="6" y="57"/>
                    <a:pt x="8" y="58"/>
                    <a:pt x="11" y="58"/>
                  </a:cubicBezTo>
                  <a:cubicBezTo>
                    <a:pt x="13" y="58"/>
                    <a:pt x="15" y="57"/>
                    <a:pt x="17" y="56"/>
                  </a:cubicBezTo>
                  <a:cubicBezTo>
                    <a:pt x="56" y="17"/>
                    <a:pt x="56" y="17"/>
                    <a:pt x="56" y="17"/>
                  </a:cubicBezTo>
                  <a:cubicBezTo>
                    <a:pt x="59" y="13"/>
                    <a:pt x="59" y="7"/>
                    <a:pt x="56" y="4"/>
                  </a:cubicBezTo>
                  <a:cubicBezTo>
                    <a:pt x="52" y="0"/>
                    <a:pt x="46" y="0"/>
                    <a:pt x="43" y="4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2" name="Freeform 52"/>
            <p:cNvSpPr>
              <a:spLocks/>
            </p:cNvSpPr>
            <p:nvPr/>
          </p:nvSpPr>
          <p:spPr bwMode="auto">
            <a:xfrm>
              <a:off x="4183063" y="3109913"/>
              <a:ext cx="55563" cy="55563"/>
            </a:xfrm>
            <a:custGeom>
              <a:avLst/>
              <a:gdLst>
                <a:gd name="T0" fmla="*/ 39 w 56"/>
                <a:gd name="T1" fmla="*/ 52 h 55"/>
                <a:gd name="T2" fmla="*/ 46 w 56"/>
                <a:gd name="T3" fmla="*/ 55 h 55"/>
                <a:gd name="T4" fmla="*/ 52 w 56"/>
                <a:gd name="T5" fmla="*/ 52 h 55"/>
                <a:gd name="T6" fmla="*/ 52 w 56"/>
                <a:gd name="T7" fmla="*/ 39 h 55"/>
                <a:gd name="T8" fmla="*/ 16 w 56"/>
                <a:gd name="T9" fmla="*/ 3 h 55"/>
                <a:gd name="T10" fmla="*/ 3 w 56"/>
                <a:gd name="T11" fmla="*/ 3 h 55"/>
                <a:gd name="T12" fmla="*/ 3 w 56"/>
                <a:gd name="T13" fmla="*/ 16 h 55"/>
                <a:gd name="T14" fmla="*/ 39 w 56"/>
                <a:gd name="T15" fmla="*/ 52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6" h="55">
                  <a:moveTo>
                    <a:pt x="39" y="52"/>
                  </a:moveTo>
                  <a:cubicBezTo>
                    <a:pt x="41" y="54"/>
                    <a:pt x="43" y="55"/>
                    <a:pt x="46" y="55"/>
                  </a:cubicBezTo>
                  <a:cubicBezTo>
                    <a:pt x="48" y="55"/>
                    <a:pt x="51" y="54"/>
                    <a:pt x="52" y="52"/>
                  </a:cubicBezTo>
                  <a:cubicBezTo>
                    <a:pt x="56" y="49"/>
                    <a:pt x="56" y="43"/>
                    <a:pt x="52" y="39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13" y="0"/>
                    <a:pt x="7" y="0"/>
                    <a:pt x="3" y="3"/>
                  </a:cubicBezTo>
                  <a:cubicBezTo>
                    <a:pt x="0" y="7"/>
                    <a:pt x="0" y="13"/>
                    <a:pt x="3" y="16"/>
                  </a:cubicBezTo>
                  <a:lnTo>
                    <a:pt x="39" y="52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3" name="Freeform 53"/>
            <p:cNvSpPr>
              <a:spLocks/>
            </p:cNvSpPr>
            <p:nvPr/>
          </p:nvSpPr>
          <p:spPr bwMode="auto">
            <a:xfrm>
              <a:off x="3881438" y="3411538"/>
              <a:ext cx="57150" cy="55563"/>
            </a:xfrm>
            <a:custGeom>
              <a:avLst/>
              <a:gdLst>
                <a:gd name="T0" fmla="*/ 17 w 56"/>
                <a:gd name="T1" fmla="*/ 4 h 56"/>
                <a:gd name="T2" fmla="*/ 3 w 56"/>
                <a:gd name="T3" fmla="*/ 4 h 56"/>
                <a:gd name="T4" fmla="*/ 3 w 56"/>
                <a:gd name="T5" fmla="*/ 17 h 56"/>
                <a:gd name="T6" fmla="*/ 39 w 56"/>
                <a:gd name="T7" fmla="*/ 53 h 56"/>
                <a:gd name="T8" fmla="*/ 46 w 56"/>
                <a:gd name="T9" fmla="*/ 56 h 56"/>
                <a:gd name="T10" fmla="*/ 53 w 56"/>
                <a:gd name="T11" fmla="*/ 53 h 56"/>
                <a:gd name="T12" fmla="*/ 53 w 56"/>
                <a:gd name="T13" fmla="*/ 40 h 56"/>
                <a:gd name="T14" fmla="*/ 17 w 56"/>
                <a:gd name="T15" fmla="*/ 4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6" h="56">
                  <a:moveTo>
                    <a:pt x="17" y="4"/>
                  </a:moveTo>
                  <a:cubicBezTo>
                    <a:pt x="13" y="0"/>
                    <a:pt x="7" y="0"/>
                    <a:pt x="3" y="4"/>
                  </a:cubicBezTo>
                  <a:cubicBezTo>
                    <a:pt x="0" y="8"/>
                    <a:pt x="0" y="14"/>
                    <a:pt x="3" y="17"/>
                  </a:cubicBezTo>
                  <a:cubicBezTo>
                    <a:pt x="39" y="53"/>
                    <a:pt x="39" y="53"/>
                    <a:pt x="39" y="53"/>
                  </a:cubicBezTo>
                  <a:cubicBezTo>
                    <a:pt x="41" y="55"/>
                    <a:pt x="44" y="56"/>
                    <a:pt x="46" y="56"/>
                  </a:cubicBezTo>
                  <a:cubicBezTo>
                    <a:pt x="48" y="56"/>
                    <a:pt x="51" y="55"/>
                    <a:pt x="53" y="53"/>
                  </a:cubicBezTo>
                  <a:cubicBezTo>
                    <a:pt x="56" y="49"/>
                    <a:pt x="56" y="44"/>
                    <a:pt x="53" y="40"/>
                  </a:cubicBezTo>
                  <a:lnTo>
                    <a:pt x="17" y="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4" name="Freeform 54"/>
            <p:cNvSpPr>
              <a:spLocks noEditPoints="1"/>
            </p:cNvSpPr>
            <p:nvPr/>
          </p:nvSpPr>
          <p:spPr bwMode="auto">
            <a:xfrm>
              <a:off x="3879850" y="3113088"/>
              <a:ext cx="355600" cy="346075"/>
            </a:xfrm>
            <a:custGeom>
              <a:avLst/>
              <a:gdLst>
                <a:gd name="T0" fmla="*/ 112 w 355"/>
                <a:gd name="T1" fmla="*/ 14 h 347"/>
                <a:gd name="T2" fmla="*/ 96 w 355"/>
                <a:gd name="T3" fmla="*/ 21 h 347"/>
                <a:gd name="T4" fmla="*/ 18 w 355"/>
                <a:gd name="T5" fmla="*/ 107 h 347"/>
                <a:gd name="T6" fmla="*/ 18 w 355"/>
                <a:gd name="T7" fmla="*/ 240 h 347"/>
                <a:gd name="T8" fmla="*/ 99 w 355"/>
                <a:gd name="T9" fmla="*/ 328 h 347"/>
                <a:gd name="T10" fmla="*/ 178 w 355"/>
                <a:gd name="T11" fmla="*/ 347 h 347"/>
                <a:gd name="T12" fmla="*/ 260 w 355"/>
                <a:gd name="T13" fmla="*/ 326 h 347"/>
                <a:gd name="T14" fmla="*/ 338 w 355"/>
                <a:gd name="T15" fmla="*/ 240 h 347"/>
                <a:gd name="T16" fmla="*/ 338 w 355"/>
                <a:gd name="T17" fmla="*/ 107 h 347"/>
                <a:gd name="T18" fmla="*/ 263 w 355"/>
                <a:gd name="T19" fmla="*/ 23 h 347"/>
                <a:gd name="T20" fmla="*/ 256 w 355"/>
                <a:gd name="T21" fmla="*/ 151 h 347"/>
                <a:gd name="T22" fmla="*/ 256 w 355"/>
                <a:gd name="T23" fmla="*/ 196 h 347"/>
                <a:gd name="T24" fmla="*/ 235 w 355"/>
                <a:gd name="T25" fmla="*/ 150 h 347"/>
                <a:gd name="T26" fmla="*/ 240 w 355"/>
                <a:gd name="T27" fmla="*/ 170 h 347"/>
                <a:gd name="T28" fmla="*/ 235 w 355"/>
                <a:gd name="T29" fmla="*/ 197 h 347"/>
                <a:gd name="T30" fmla="*/ 202 w 355"/>
                <a:gd name="T31" fmla="*/ 231 h 347"/>
                <a:gd name="T32" fmla="*/ 185 w 355"/>
                <a:gd name="T33" fmla="*/ 235 h 347"/>
                <a:gd name="T34" fmla="*/ 154 w 355"/>
                <a:gd name="T35" fmla="*/ 231 h 347"/>
                <a:gd name="T36" fmla="*/ 120 w 355"/>
                <a:gd name="T37" fmla="*/ 197 h 347"/>
                <a:gd name="T38" fmla="*/ 116 w 355"/>
                <a:gd name="T39" fmla="*/ 166 h 347"/>
                <a:gd name="T40" fmla="*/ 120 w 355"/>
                <a:gd name="T41" fmla="*/ 150 h 347"/>
                <a:gd name="T42" fmla="*/ 154 w 355"/>
                <a:gd name="T43" fmla="*/ 116 h 347"/>
                <a:gd name="T44" fmla="*/ 202 w 355"/>
                <a:gd name="T45" fmla="*/ 116 h 347"/>
                <a:gd name="T46" fmla="*/ 100 w 355"/>
                <a:gd name="T47" fmla="*/ 151 h 347"/>
                <a:gd name="T48" fmla="*/ 100 w 355"/>
                <a:gd name="T49" fmla="*/ 196 h 347"/>
                <a:gd name="T50" fmla="*/ 98 w 355"/>
                <a:gd name="T51" fmla="*/ 151 h 347"/>
                <a:gd name="T52" fmla="*/ 228 w 355"/>
                <a:gd name="T53" fmla="*/ 28 h 347"/>
                <a:gd name="T54" fmla="*/ 191 w 355"/>
                <a:gd name="T55" fmla="*/ 94 h 347"/>
                <a:gd name="T56" fmla="*/ 128 w 355"/>
                <a:gd name="T57" fmla="*/ 28 h 347"/>
                <a:gd name="T58" fmla="*/ 69 w 355"/>
                <a:gd name="T59" fmla="*/ 64 h 347"/>
                <a:gd name="T60" fmla="*/ 138 w 355"/>
                <a:gd name="T61" fmla="*/ 103 h 347"/>
                <a:gd name="T62" fmla="*/ 39 w 355"/>
                <a:gd name="T63" fmla="*/ 106 h 347"/>
                <a:gd name="T64" fmla="*/ 43 w 355"/>
                <a:gd name="T65" fmla="*/ 249 h 347"/>
                <a:gd name="T66" fmla="*/ 121 w 355"/>
                <a:gd name="T67" fmla="*/ 231 h 347"/>
                <a:gd name="T68" fmla="*/ 108 w 355"/>
                <a:gd name="T69" fmla="*/ 311 h 347"/>
                <a:gd name="T70" fmla="*/ 127 w 355"/>
                <a:gd name="T71" fmla="*/ 320 h 347"/>
                <a:gd name="T72" fmla="*/ 173 w 355"/>
                <a:gd name="T73" fmla="*/ 254 h 347"/>
                <a:gd name="T74" fmla="*/ 228 w 355"/>
                <a:gd name="T75" fmla="*/ 320 h 347"/>
                <a:gd name="T76" fmla="*/ 251 w 355"/>
                <a:gd name="T77" fmla="*/ 310 h 347"/>
                <a:gd name="T78" fmla="*/ 217 w 355"/>
                <a:gd name="T79" fmla="*/ 244 h 347"/>
                <a:gd name="T80" fmla="*/ 317 w 355"/>
                <a:gd name="T81" fmla="*/ 241 h 347"/>
                <a:gd name="T82" fmla="*/ 315 w 355"/>
                <a:gd name="T83" fmla="*/ 103 h 347"/>
                <a:gd name="T84" fmla="*/ 235 w 355"/>
                <a:gd name="T85" fmla="*/ 116 h 347"/>
                <a:gd name="T86" fmla="*/ 253 w 355"/>
                <a:gd name="T87" fmla="*/ 39 h 3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355" h="347">
                  <a:moveTo>
                    <a:pt x="244" y="14"/>
                  </a:moveTo>
                  <a:cubicBezTo>
                    <a:pt x="223" y="5"/>
                    <a:pt x="201" y="0"/>
                    <a:pt x="178" y="0"/>
                  </a:cubicBezTo>
                  <a:cubicBezTo>
                    <a:pt x="155" y="0"/>
                    <a:pt x="133" y="5"/>
                    <a:pt x="112" y="14"/>
                  </a:cubicBezTo>
                  <a:cubicBezTo>
                    <a:pt x="112" y="14"/>
                    <a:pt x="112" y="14"/>
                    <a:pt x="112" y="14"/>
                  </a:cubicBezTo>
                  <a:cubicBezTo>
                    <a:pt x="112" y="14"/>
                    <a:pt x="112" y="14"/>
                    <a:pt x="112" y="14"/>
                  </a:cubicBezTo>
                  <a:cubicBezTo>
                    <a:pt x="106" y="16"/>
                    <a:pt x="101" y="18"/>
                    <a:pt x="96" y="21"/>
                  </a:cubicBezTo>
                  <a:cubicBezTo>
                    <a:pt x="81" y="29"/>
                    <a:pt x="67" y="39"/>
                    <a:pt x="55" y="51"/>
                  </a:cubicBezTo>
                  <a:cubicBezTo>
                    <a:pt x="43" y="63"/>
                    <a:pt x="33" y="77"/>
                    <a:pt x="25" y="92"/>
                  </a:cubicBezTo>
                  <a:cubicBezTo>
                    <a:pt x="23" y="96"/>
                    <a:pt x="20" y="101"/>
                    <a:pt x="18" y="107"/>
                  </a:cubicBezTo>
                  <a:cubicBezTo>
                    <a:pt x="18" y="107"/>
                    <a:pt x="18" y="107"/>
                    <a:pt x="18" y="107"/>
                  </a:cubicBezTo>
                  <a:cubicBezTo>
                    <a:pt x="0" y="149"/>
                    <a:pt x="0" y="198"/>
                    <a:pt x="18" y="240"/>
                  </a:cubicBezTo>
                  <a:cubicBezTo>
                    <a:pt x="18" y="240"/>
                    <a:pt x="18" y="240"/>
                    <a:pt x="18" y="240"/>
                  </a:cubicBezTo>
                  <a:cubicBezTo>
                    <a:pt x="21" y="246"/>
                    <a:pt x="24" y="253"/>
                    <a:pt x="27" y="258"/>
                  </a:cubicBezTo>
                  <a:cubicBezTo>
                    <a:pt x="35" y="272"/>
                    <a:pt x="44" y="285"/>
                    <a:pt x="55" y="296"/>
                  </a:cubicBezTo>
                  <a:cubicBezTo>
                    <a:pt x="68" y="309"/>
                    <a:pt x="83" y="320"/>
                    <a:pt x="99" y="328"/>
                  </a:cubicBezTo>
                  <a:cubicBezTo>
                    <a:pt x="103" y="330"/>
                    <a:pt x="107" y="332"/>
                    <a:pt x="112" y="334"/>
                  </a:cubicBezTo>
                  <a:cubicBezTo>
                    <a:pt x="112" y="334"/>
                    <a:pt x="112" y="334"/>
                    <a:pt x="112" y="334"/>
                  </a:cubicBezTo>
                  <a:cubicBezTo>
                    <a:pt x="133" y="342"/>
                    <a:pt x="155" y="347"/>
                    <a:pt x="178" y="347"/>
                  </a:cubicBezTo>
                  <a:cubicBezTo>
                    <a:pt x="201" y="347"/>
                    <a:pt x="223" y="342"/>
                    <a:pt x="244" y="334"/>
                  </a:cubicBezTo>
                  <a:cubicBezTo>
                    <a:pt x="244" y="334"/>
                    <a:pt x="244" y="334"/>
                    <a:pt x="244" y="334"/>
                  </a:cubicBezTo>
                  <a:cubicBezTo>
                    <a:pt x="250" y="331"/>
                    <a:pt x="255" y="329"/>
                    <a:pt x="260" y="326"/>
                  </a:cubicBezTo>
                  <a:cubicBezTo>
                    <a:pt x="275" y="318"/>
                    <a:pt x="288" y="308"/>
                    <a:pt x="300" y="296"/>
                  </a:cubicBezTo>
                  <a:cubicBezTo>
                    <a:pt x="312" y="284"/>
                    <a:pt x="323" y="270"/>
                    <a:pt x="331" y="255"/>
                  </a:cubicBezTo>
                  <a:cubicBezTo>
                    <a:pt x="333" y="251"/>
                    <a:pt x="335" y="246"/>
                    <a:pt x="338" y="240"/>
                  </a:cubicBezTo>
                  <a:cubicBezTo>
                    <a:pt x="338" y="240"/>
                    <a:pt x="338" y="240"/>
                    <a:pt x="338" y="240"/>
                  </a:cubicBezTo>
                  <a:cubicBezTo>
                    <a:pt x="355" y="198"/>
                    <a:pt x="355" y="149"/>
                    <a:pt x="338" y="107"/>
                  </a:cubicBezTo>
                  <a:cubicBezTo>
                    <a:pt x="338" y="107"/>
                    <a:pt x="338" y="107"/>
                    <a:pt x="338" y="107"/>
                  </a:cubicBezTo>
                  <a:cubicBezTo>
                    <a:pt x="336" y="103"/>
                    <a:pt x="334" y="99"/>
                    <a:pt x="332" y="95"/>
                  </a:cubicBezTo>
                  <a:cubicBezTo>
                    <a:pt x="324" y="79"/>
                    <a:pt x="313" y="64"/>
                    <a:pt x="300" y="51"/>
                  </a:cubicBezTo>
                  <a:cubicBezTo>
                    <a:pt x="289" y="40"/>
                    <a:pt x="276" y="30"/>
                    <a:pt x="263" y="23"/>
                  </a:cubicBezTo>
                  <a:cubicBezTo>
                    <a:pt x="257" y="19"/>
                    <a:pt x="251" y="16"/>
                    <a:pt x="244" y="14"/>
                  </a:cubicBezTo>
                  <a:close/>
                  <a:moveTo>
                    <a:pt x="259" y="168"/>
                  </a:moveTo>
                  <a:cubicBezTo>
                    <a:pt x="258" y="163"/>
                    <a:pt x="257" y="157"/>
                    <a:pt x="256" y="151"/>
                  </a:cubicBezTo>
                  <a:cubicBezTo>
                    <a:pt x="324" y="123"/>
                    <a:pt x="324" y="123"/>
                    <a:pt x="324" y="123"/>
                  </a:cubicBezTo>
                  <a:cubicBezTo>
                    <a:pt x="335" y="156"/>
                    <a:pt x="335" y="191"/>
                    <a:pt x="324" y="224"/>
                  </a:cubicBezTo>
                  <a:cubicBezTo>
                    <a:pt x="256" y="196"/>
                    <a:pt x="256" y="196"/>
                    <a:pt x="256" y="196"/>
                  </a:cubicBezTo>
                  <a:cubicBezTo>
                    <a:pt x="257" y="192"/>
                    <a:pt x="258" y="187"/>
                    <a:pt x="258" y="183"/>
                  </a:cubicBezTo>
                  <a:cubicBezTo>
                    <a:pt x="259" y="178"/>
                    <a:pt x="259" y="173"/>
                    <a:pt x="259" y="168"/>
                  </a:cubicBezTo>
                  <a:close/>
                  <a:moveTo>
                    <a:pt x="235" y="150"/>
                  </a:moveTo>
                  <a:cubicBezTo>
                    <a:pt x="235" y="150"/>
                    <a:pt x="235" y="150"/>
                    <a:pt x="235" y="150"/>
                  </a:cubicBezTo>
                  <a:cubicBezTo>
                    <a:pt x="235" y="150"/>
                    <a:pt x="235" y="150"/>
                    <a:pt x="235" y="150"/>
                  </a:cubicBezTo>
                  <a:cubicBezTo>
                    <a:pt x="238" y="156"/>
                    <a:pt x="240" y="163"/>
                    <a:pt x="240" y="170"/>
                  </a:cubicBezTo>
                  <a:cubicBezTo>
                    <a:pt x="240" y="173"/>
                    <a:pt x="240" y="177"/>
                    <a:pt x="240" y="181"/>
                  </a:cubicBezTo>
                  <a:cubicBezTo>
                    <a:pt x="239" y="186"/>
                    <a:pt x="238" y="192"/>
                    <a:pt x="235" y="197"/>
                  </a:cubicBezTo>
                  <a:cubicBezTo>
                    <a:pt x="235" y="197"/>
                    <a:pt x="235" y="197"/>
                    <a:pt x="235" y="197"/>
                  </a:cubicBezTo>
                  <a:cubicBezTo>
                    <a:pt x="235" y="197"/>
                    <a:pt x="235" y="197"/>
                    <a:pt x="235" y="197"/>
                  </a:cubicBezTo>
                  <a:cubicBezTo>
                    <a:pt x="232" y="205"/>
                    <a:pt x="228" y="212"/>
                    <a:pt x="222" y="218"/>
                  </a:cubicBezTo>
                  <a:cubicBezTo>
                    <a:pt x="216" y="223"/>
                    <a:pt x="209" y="228"/>
                    <a:pt x="202" y="231"/>
                  </a:cubicBezTo>
                  <a:cubicBezTo>
                    <a:pt x="202" y="231"/>
                    <a:pt x="202" y="231"/>
                    <a:pt x="202" y="231"/>
                  </a:cubicBezTo>
                  <a:cubicBezTo>
                    <a:pt x="202" y="231"/>
                    <a:pt x="202" y="231"/>
                    <a:pt x="202" y="231"/>
                  </a:cubicBezTo>
                  <a:cubicBezTo>
                    <a:pt x="196" y="233"/>
                    <a:pt x="191" y="235"/>
                    <a:pt x="185" y="235"/>
                  </a:cubicBezTo>
                  <a:cubicBezTo>
                    <a:pt x="181" y="236"/>
                    <a:pt x="178" y="236"/>
                    <a:pt x="174" y="236"/>
                  </a:cubicBezTo>
                  <a:cubicBezTo>
                    <a:pt x="167" y="235"/>
                    <a:pt x="160" y="234"/>
                    <a:pt x="154" y="231"/>
                  </a:cubicBezTo>
                  <a:cubicBezTo>
                    <a:pt x="154" y="231"/>
                    <a:pt x="154" y="231"/>
                    <a:pt x="154" y="231"/>
                  </a:cubicBezTo>
                  <a:cubicBezTo>
                    <a:pt x="154" y="231"/>
                    <a:pt x="154" y="231"/>
                    <a:pt x="154" y="231"/>
                  </a:cubicBezTo>
                  <a:cubicBezTo>
                    <a:pt x="146" y="228"/>
                    <a:pt x="140" y="223"/>
                    <a:pt x="134" y="218"/>
                  </a:cubicBezTo>
                  <a:cubicBezTo>
                    <a:pt x="128" y="212"/>
                    <a:pt x="123" y="205"/>
                    <a:pt x="120" y="197"/>
                  </a:cubicBezTo>
                  <a:cubicBezTo>
                    <a:pt x="120" y="197"/>
                    <a:pt x="120" y="197"/>
                    <a:pt x="120" y="197"/>
                  </a:cubicBezTo>
                  <a:cubicBezTo>
                    <a:pt x="119" y="193"/>
                    <a:pt x="117" y="189"/>
                    <a:pt x="116" y="184"/>
                  </a:cubicBezTo>
                  <a:cubicBezTo>
                    <a:pt x="115" y="178"/>
                    <a:pt x="115" y="172"/>
                    <a:pt x="116" y="166"/>
                  </a:cubicBezTo>
                  <a:cubicBezTo>
                    <a:pt x="117" y="161"/>
                    <a:pt x="118" y="155"/>
                    <a:pt x="120" y="150"/>
                  </a:cubicBezTo>
                  <a:cubicBezTo>
                    <a:pt x="120" y="150"/>
                    <a:pt x="120" y="150"/>
                    <a:pt x="120" y="150"/>
                  </a:cubicBezTo>
                  <a:cubicBezTo>
                    <a:pt x="120" y="150"/>
                    <a:pt x="120" y="150"/>
                    <a:pt x="120" y="150"/>
                  </a:cubicBezTo>
                  <a:cubicBezTo>
                    <a:pt x="124" y="142"/>
                    <a:pt x="128" y="135"/>
                    <a:pt x="134" y="130"/>
                  </a:cubicBezTo>
                  <a:cubicBezTo>
                    <a:pt x="140" y="124"/>
                    <a:pt x="146" y="119"/>
                    <a:pt x="154" y="116"/>
                  </a:cubicBezTo>
                  <a:cubicBezTo>
                    <a:pt x="154" y="116"/>
                    <a:pt x="154" y="116"/>
                    <a:pt x="154" y="116"/>
                  </a:cubicBezTo>
                  <a:cubicBezTo>
                    <a:pt x="159" y="114"/>
                    <a:pt x="165" y="112"/>
                    <a:pt x="171" y="112"/>
                  </a:cubicBezTo>
                  <a:cubicBezTo>
                    <a:pt x="176" y="111"/>
                    <a:pt x="182" y="111"/>
                    <a:pt x="188" y="112"/>
                  </a:cubicBezTo>
                  <a:cubicBezTo>
                    <a:pt x="193" y="113"/>
                    <a:pt x="197" y="114"/>
                    <a:pt x="202" y="116"/>
                  </a:cubicBezTo>
                  <a:cubicBezTo>
                    <a:pt x="209" y="119"/>
                    <a:pt x="216" y="124"/>
                    <a:pt x="222" y="130"/>
                  </a:cubicBezTo>
                  <a:cubicBezTo>
                    <a:pt x="228" y="135"/>
                    <a:pt x="232" y="142"/>
                    <a:pt x="235" y="150"/>
                  </a:cubicBezTo>
                  <a:close/>
                  <a:moveTo>
                    <a:pt x="100" y="151"/>
                  </a:moveTo>
                  <a:cubicBezTo>
                    <a:pt x="99" y="156"/>
                    <a:pt x="98" y="160"/>
                    <a:pt x="97" y="164"/>
                  </a:cubicBezTo>
                  <a:cubicBezTo>
                    <a:pt x="97" y="172"/>
                    <a:pt x="97" y="179"/>
                    <a:pt x="98" y="187"/>
                  </a:cubicBezTo>
                  <a:cubicBezTo>
                    <a:pt x="98" y="190"/>
                    <a:pt x="99" y="193"/>
                    <a:pt x="100" y="196"/>
                  </a:cubicBezTo>
                  <a:cubicBezTo>
                    <a:pt x="32" y="224"/>
                    <a:pt x="32" y="224"/>
                    <a:pt x="32" y="224"/>
                  </a:cubicBezTo>
                  <a:cubicBezTo>
                    <a:pt x="21" y="192"/>
                    <a:pt x="21" y="156"/>
                    <a:pt x="32" y="123"/>
                  </a:cubicBezTo>
                  <a:cubicBezTo>
                    <a:pt x="98" y="151"/>
                    <a:pt x="98" y="151"/>
                    <a:pt x="98" y="151"/>
                  </a:cubicBezTo>
                  <a:lnTo>
                    <a:pt x="100" y="151"/>
                  </a:lnTo>
                  <a:close/>
                  <a:moveTo>
                    <a:pt x="178" y="19"/>
                  </a:moveTo>
                  <a:cubicBezTo>
                    <a:pt x="195" y="19"/>
                    <a:pt x="212" y="22"/>
                    <a:pt x="228" y="28"/>
                  </a:cubicBezTo>
                  <a:cubicBezTo>
                    <a:pt x="211" y="68"/>
                    <a:pt x="211" y="68"/>
                    <a:pt x="211" y="68"/>
                  </a:cubicBezTo>
                  <a:cubicBezTo>
                    <a:pt x="200" y="96"/>
                    <a:pt x="200" y="96"/>
                    <a:pt x="200" y="96"/>
                  </a:cubicBezTo>
                  <a:cubicBezTo>
                    <a:pt x="197" y="95"/>
                    <a:pt x="194" y="94"/>
                    <a:pt x="191" y="94"/>
                  </a:cubicBezTo>
                  <a:cubicBezTo>
                    <a:pt x="184" y="92"/>
                    <a:pt x="176" y="92"/>
                    <a:pt x="168" y="93"/>
                  </a:cubicBezTo>
                  <a:cubicBezTo>
                    <a:pt x="164" y="94"/>
                    <a:pt x="160" y="95"/>
                    <a:pt x="156" y="96"/>
                  </a:cubicBezTo>
                  <a:cubicBezTo>
                    <a:pt x="128" y="28"/>
                    <a:pt x="128" y="28"/>
                    <a:pt x="128" y="28"/>
                  </a:cubicBezTo>
                  <a:cubicBezTo>
                    <a:pt x="144" y="22"/>
                    <a:pt x="161" y="19"/>
                    <a:pt x="178" y="19"/>
                  </a:cubicBezTo>
                  <a:close/>
                  <a:moveTo>
                    <a:pt x="42" y="101"/>
                  </a:moveTo>
                  <a:cubicBezTo>
                    <a:pt x="49" y="87"/>
                    <a:pt x="58" y="75"/>
                    <a:pt x="69" y="64"/>
                  </a:cubicBezTo>
                  <a:cubicBezTo>
                    <a:pt x="79" y="54"/>
                    <a:pt x="92" y="45"/>
                    <a:pt x="105" y="37"/>
                  </a:cubicBezTo>
                  <a:cubicBezTo>
                    <a:pt x="107" y="36"/>
                    <a:pt x="108" y="36"/>
                    <a:pt x="110" y="35"/>
                  </a:cubicBezTo>
                  <a:cubicBezTo>
                    <a:pt x="138" y="103"/>
                    <a:pt x="138" y="103"/>
                    <a:pt x="138" y="103"/>
                  </a:cubicBezTo>
                  <a:cubicBezTo>
                    <a:pt x="132" y="107"/>
                    <a:pt x="126" y="111"/>
                    <a:pt x="121" y="116"/>
                  </a:cubicBezTo>
                  <a:cubicBezTo>
                    <a:pt x="115" y="122"/>
                    <a:pt x="111" y="128"/>
                    <a:pt x="107" y="134"/>
                  </a:cubicBezTo>
                  <a:cubicBezTo>
                    <a:pt x="39" y="106"/>
                    <a:pt x="39" y="106"/>
                    <a:pt x="39" y="106"/>
                  </a:cubicBezTo>
                  <a:cubicBezTo>
                    <a:pt x="40" y="104"/>
                    <a:pt x="41" y="102"/>
                    <a:pt x="42" y="101"/>
                  </a:cubicBezTo>
                  <a:close/>
                  <a:moveTo>
                    <a:pt x="69" y="283"/>
                  </a:moveTo>
                  <a:cubicBezTo>
                    <a:pt x="59" y="273"/>
                    <a:pt x="50" y="262"/>
                    <a:pt x="43" y="249"/>
                  </a:cubicBezTo>
                  <a:cubicBezTo>
                    <a:pt x="42" y="247"/>
                    <a:pt x="40" y="244"/>
                    <a:pt x="39" y="241"/>
                  </a:cubicBezTo>
                  <a:cubicBezTo>
                    <a:pt x="107" y="213"/>
                    <a:pt x="107" y="213"/>
                    <a:pt x="107" y="213"/>
                  </a:cubicBezTo>
                  <a:cubicBezTo>
                    <a:pt x="111" y="220"/>
                    <a:pt x="115" y="226"/>
                    <a:pt x="121" y="231"/>
                  </a:cubicBezTo>
                  <a:cubicBezTo>
                    <a:pt x="126" y="236"/>
                    <a:pt x="132" y="241"/>
                    <a:pt x="138" y="244"/>
                  </a:cubicBezTo>
                  <a:cubicBezTo>
                    <a:pt x="110" y="313"/>
                    <a:pt x="110" y="313"/>
                    <a:pt x="110" y="313"/>
                  </a:cubicBezTo>
                  <a:cubicBezTo>
                    <a:pt x="109" y="312"/>
                    <a:pt x="108" y="312"/>
                    <a:pt x="108" y="311"/>
                  </a:cubicBezTo>
                  <a:cubicBezTo>
                    <a:pt x="93" y="304"/>
                    <a:pt x="80" y="294"/>
                    <a:pt x="69" y="283"/>
                  </a:cubicBezTo>
                  <a:close/>
                  <a:moveTo>
                    <a:pt x="178" y="328"/>
                  </a:moveTo>
                  <a:cubicBezTo>
                    <a:pt x="161" y="328"/>
                    <a:pt x="144" y="325"/>
                    <a:pt x="127" y="320"/>
                  </a:cubicBezTo>
                  <a:cubicBezTo>
                    <a:pt x="136" y="298"/>
                    <a:pt x="136" y="298"/>
                    <a:pt x="136" y="298"/>
                  </a:cubicBezTo>
                  <a:cubicBezTo>
                    <a:pt x="156" y="251"/>
                    <a:pt x="156" y="251"/>
                    <a:pt x="156" y="251"/>
                  </a:cubicBezTo>
                  <a:cubicBezTo>
                    <a:pt x="161" y="253"/>
                    <a:pt x="167" y="254"/>
                    <a:pt x="173" y="254"/>
                  </a:cubicBezTo>
                  <a:cubicBezTo>
                    <a:pt x="177" y="255"/>
                    <a:pt x="182" y="255"/>
                    <a:pt x="187" y="254"/>
                  </a:cubicBezTo>
                  <a:cubicBezTo>
                    <a:pt x="192" y="254"/>
                    <a:pt x="196" y="253"/>
                    <a:pt x="200" y="251"/>
                  </a:cubicBezTo>
                  <a:cubicBezTo>
                    <a:pt x="228" y="320"/>
                    <a:pt x="228" y="320"/>
                    <a:pt x="228" y="320"/>
                  </a:cubicBezTo>
                  <a:cubicBezTo>
                    <a:pt x="212" y="325"/>
                    <a:pt x="195" y="328"/>
                    <a:pt x="178" y="328"/>
                  </a:cubicBezTo>
                  <a:close/>
                  <a:moveTo>
                    <a:pt x="287" y="283"/>
                  </a:moveTo>
                  <a:cubicBezTo>
                    <a:pt x="276" y="294"/>
                    <a:pt x="264" y="303"/>
                    <a:pt x="251" y="310"/>
                  </a:cubicBezTo>
                  <a:cubicBezTo>
                    <a:pt x="249" y="311"/>
                    <a:pt x="247" y="312"/>
                    <a:pt x="246" y="313"/>
                  </a:cubicBezTo>
                  <a:cubicBezTo>
                    <a:pt x="226" y="265"/>
                    <a:pt x="226" y="265"/>
                    <a:pt x="226" y="265"/>
                  </a:cubicBezTo>
                  <a:cubicBezTo>
                    <a:pt x="217" y="244"/>
                    <a:pt x="217" y="244"/>
                    <a:pt x="217" y="244"/>
                  </a:cubicBezTo>
                  <a:cubicBezTo>
                    <a:pt x="224" y="241"/>
                    <a:pt x="230" y="236"/>
                    <a:pt x="235" y="231"/>
                  </a:cubicBezTo>
                  <a:cubicBezTo>
                    <a:pt x="240" y="226"/>
                    <a:pt x="245" y="220"/>
                    <a:pt x="249" y="213"/>
                  </a:cubicBezTo>
                  <a:cubicBezTo>
                    <a:pt x="317" y="241"/>
                    <a:pt x="317" y="241"/>
                    <a:pt x="317" y="241"/>
                  </a:cubicBezTo>
                  <a:cubicBezTo>
                    <a:pt x="316" y="243"/>
                    <a:pt x="315" y="245"/>
                    <a:pt x="314" y="247"/>
                  </a:cubicBezTo>
                  <a:cubicBezTo>
                    <a:pt x="307" y="260"/>
                    <a:pt x="298" y="272"/>
                    <a:pt x="287" y="283"/>
                  </a:cubicBezTo>
                  <a:close/>
                  <a:moveTo>
                    <a:pt x="315" y="103"/>
                  </a:moveTo>
                  <a:cubicBezTo>
                    <a:pt x="316" y="104"/>
                    <a:pt x="316" y="105"/>
                    <a:pt x="317" y="106"/>
                  </a:cubicBezTo>
                  <a:cubicBezTo>
                    <a:pt x="249" y="134"/>
                    <a:pt x="249" y="134"/>
                    <a:pt x="249" y="134"/>
                  </a:cubicBezTo>
                  <a:cubicBezTo>
                    <a:pt x="245" y="128"/>
                    <a:pt x="240" y="122"/>
                    <a:pt x="235" y="116"/>
                  </a:cubicBezTo>
                  <a:cubicBezTo>
                    <a:pt x="230" y="111"/>
                    <a:pt x="224" y="106"/>
                    <a:pt x="217" y="103"/>
                  </a:cubicBezTo>
                  <a:cubicBezTo>
                    <a:pt x="245" y="35"/>
                    <a:pt x="245" y="35"/>
                    <a:pt x="245" y="35"/>
                  </a:cubicBezTo>
                  <a:cubicBezTo>
                    <a:pt x="248" y="36"/>
                    <a:pt x="251" y="37"/>
                    <a:pt x="253" y="39"/>
                  </a:cubicBezTo>
                  <a:cubicBezTo>
                    <a:pt x="266" y="46"/>
                    <a:pt x="277" y="54"/>
                    <a:pt x="287" y="64"/>
                  </a:cubicBezTo>
                  <a:cubicBezTo>
                    <a:pt x="299" y="76"/>
                    <a:pt x="308" y="89"/>
                    <a:pt x="315" y="103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5" name="Freeform 55"/>
            <p:cNvSpPr>
              <a:spLocks/>
            </p:cNvSpPr>
            <p:nvPr/>
          </p:nvSpPr>
          <p:spPr bwMode="auto">
            <a:xfrm>
              <a:off x="3946525" y="3451225"/>
              <a:ext cx="222250" cy="47625"/>
            </a:xfrm>
            <a:custGeom>
              <a:avLst/>
              <a:gdLst>
                <a:gd name="T0" fmla="*/ 207 w 222"/>
                <a:gd name="T1" fmla="*/ 3 h 47"/>
                <a:gd name="T2" fmla="*/ 15 w 222"/>
                <a:gd name="T3" fmla="*/ 3 h 47"/>
                <a:gd name="T4" fmla="*/ 2 w 222"/>
                <a:gd name="T5" fmla="*/ 7 h 47"/>
                <a:gd name="T6" fmla="*/ 6 w 222"/>
                <a:gd name="T7" fmla="*/ 19 h 47"/>
                <a:gd name="T8" fmla="*/ 111 w 222"/>
                <a:gd name="T9" fmla="*/ 47 h 47"/>
                <a:gd name="T10" fmla="*/ 216 w 222"/>
                <a:gd name="T11" fmla="*/ 19 h 47"/>
                <a:gd name="T12" fmla="*/ 219 w 222"/>
                <a:gd name="T13" fmla="*/ 7 h 47"/>
                <a:gd name="T14" fmla="*/ 207 w 222"/>
                <a:gd name="T15" fmla="*/ 3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22" h="47">
                  <a:moveTo>
                    <a:pt x="207" y="3"/>
                  </a:moveTo>
                  <a:cubicBezTo>
                    <a:pt x="148" y="37"/>
                    <a:pt x="74" y="37"/>
                    <a:pt x="15" y="3"/>
                  </a:cubicBezTo>
                  <a:cubicBezTo>
                    <a:pt x="11" y="0"/>
                    <a:pt x="5" y="2"/>
                    <a:pt x="2" y="7"/>
                  </a:cubicBezTo>
                  <a:cubicBezTo>
                    <a:pt x="0" y="11"/>
                    <a:pt x="1" y="17"/>
                    <a:pt x="6" y="19"/>
                  </a:cubicBezTo>
                  <a:cubicBezTo>
                    <a:pt x="38" y="38"/>
                    <a:pt x="75" y="47"/>
                    <a:pt x="111" y="47"/>
                  </a:cubicBezTo>
                  <a:cubicBezTo>
                    <a:pt x="147" y="47"/>
                    <a:pt x="184" y="38"/>
                    <a:pt x="216" y="19"/>
                  </a:cubicBezTo>
                  <a:cubicBezTo>
                    <a:pt x="220" y="17"/>
                    <a:pt x="222" y="11"/>
                    <a:pt x="219" y="7"/>
                  </a:cubicBezTo>
                  <a:cubicBezTo>
                    <a:pt x="217" y="2"/>
                    <a:pt x="211" y="0"/>
                    <a:pt x="207" y="3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6" name="Freeform 56"/>
            <p:cNvSpPr>
              <a:spLocks/>
            </p:cNvSpPr>
            <p:nvPr/>
          </p:nvSpPr>
          <p:spPr bwMode="auto">
            <a:xfrm>
              <a:off x="3835400" y="3175000"/>
              <a:ext cx="57150" cy="220663"/>
            </a:xfrm>
            <a:custGeom>
              <a:avLst/>
              <a:gdLst>
                <a:gd name="T0" fmla="*/ 53 w 56"/>
                <a:gd name="T1" fmla="*/ 207 h 221"/>
                <a:gd name="T2" fmla="*/ 53 w 56"/>
                <a:gd name="T3" fmla="*/ 16 h 221"/>
                <a:gd name="T4" fmla="*/ 50 w 56"/>
                <a:gd name="T5" fmla="*/ 3 h 221"/>
                <a:gd name="T6" fmla="*/ 37 w 56"/>
                <a:gd name="T7" fmla="*/ 7 h 221"/>
                <a:gd name="T8" fmla="*/ 37 w 56"/>
                <a:gd name="T9" fmla="*/ 217 h 221"/>
                <a:gd name="T10" fmla="*/ 45 w 56"/>
                <a:gd name="T11" fmla="*/ 221 h 221"/>
                <a:gd name="T12" fmla="*/ 50 w 56"/>
                <a:gd name="T13" fmla="*/ 220 h 221"/>
                <a:gd name="T14" fmla="*/ 53 w 56"/>
                <a:gd name="T15" fmla="*/ 207 h 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6" h="221">
                  <a:moveTo>
                    <a:pt x="53" y="207"/>
                  </a:moveTo>
                  <a:cubicBezTo>
                    <a:pt x="20" y="148"/>
                    <a:pt x="20" y="75"/>
                    <a:pt x="53" y="16"/>
                  </a:cubicBezTo>
                  <a:cubicBezTo>
                    <a:pt x="56" y="11"/>
                    <a:pt x="54" y="6"/>
                    <a:pt x="50" y="3"/>
                  </a:cubicBezTo>
                  <a:cubicBezTo>
                    <a:pt x="45" y="0"/>
                    <a:pt x="40" y="2"/>
                    <a:pt x="37" y="7"/>
                  </a:cubicBezTo>
                  <a:cubicBezTo>
                    <a:pt x="0" y="71"/>
                    <a:pt x="0" y="152"/>
                    <a:pt x="37" y="217"/>
                  </a:cubicBezTo>
                  <a:cubicBezTo>
                    <a:pt x="39" y="220"/>
                    <a:pt x="42" y="221"/>
                    <a:pt x="45" y="221"/>
                  </a:cubicBezTo>
                  <a:cubicBezTo>
                    <a:pt x="47" y="221"/>
                    <a:pt x="48" y="221"/>
                    <a:pt x="50" y="220"/>
                  </a:cubicBezTo>
                  <a:cubicBezTo>
                    <a:pt x="54" y="218"/>
                    <a:pt x="56" y="212"/>
                    <a:pt x="53" y="207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7" name="Freeform 57"/>
            <p:cNvSpPr>
              <a:spLocks/>
            </p:cNvSpPr>
            <p:nvPr/>
          </p:nvSpPr>
          <p:spPr bwMode="auto">
            <a:xfrm>
              <a:off x="4224338" y="3175000"/>
              <a:ext cx="55563" cy="220663"/>
            </a:xfrm>
            <a:custGeom>
              <a:avLst/>
              <a:gdLst>
                <a:gd name="T0" fmla="*/ 19 w 55"/>
                <a:gd name="T1" fmla="*/ 7 h 221"/>
                <a:gd name="T2" fmla="*/ 6 w 55"/>
                <a:gd name="T3" fmla="*/ 3 h 221"/>
                <a:gd name="T4" fmla="*/ 2 w 55"/>
                <a:gd name="T5" fmla="*/ 16 h 221"/>
                <a:gd name="T6" fmla="*/ 2 w 55"/>
                <a:gd name="T7" fmla="*/ 207 h 221"/>
                <a:gd name="T8" fmla="*/ 6 w 55"/>
                <a:gd name="T9" fmla="*/ 220 h 221"/>
                <a:gd name="T10" fmla="*/ 10 w 55"/>
                <a:gd name="T11" fmla="*/ 221 h 221"/>
                <a:gd name="T12" fmla="*/ 19 w 55"/>
                <a:gd name="T13" fmla="*/ 217 h 221"/>
                <a:gd name="T14" fmla="*/ 19 w 55"/>
                <a:gd name="T15" fmla="*/ 7 h 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5" h="221">
                  <a:moveTo>
                    <a:pt x="19" y="7"/>
                  </a:moveTo>
                  <a:cubicBezTo>
                    <a:pt x="16" y="2"/>
                    <a:pt x="10" y="0"/>
                    <a:pt x="6" y="3"/>
                  </a:cubicBezTo>
                  <a:cubicBezTo>
                    <a:pt x="1" y="6"/>
                    <a:pt x="0" y="11"/>
                    <a:pt x="2" y="16"/>
                  </a:cubicBezTo>
                  <a:cubicBezTo>
                    <a:pt x="36" y="75"/>
                    <a:pt x="36" y="148"/>
                    <a:pt x="2" y="207"/>
                  </a:cubicBezTo>
                  <a:cubicBezTo>
                    <a:pt x="0" y="212"/>
                    <a:pt x="1" y="218"/>
                    <a:pt x="6" y="220"/>
                  </a:cubicBezTo>
                  <a:cubicBezTo>
                    <a:pt x="7" y="221"/>
                    <a:pt x="9" y="221"/>
                    <a:pt x="10" y="221"/>
                  </a:cubicBezTo>
                  <a:cubicBezTo>
                    <a:pt x="14" y="221"/>
                    <a:pt x="17" y="220"/>
                    <a:pt x="19" y="217"/>
                  </a:cubicBezTo>
                  <a:cubicBezTo>
                    <a:pt x="55" y="152"/>
                    <a:pt x="55" y="71"/>
                    <a:pt x="19" y="7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8" name="Freeform 58"/>
            <p:cNvSpPr>
              <a:spLocks/>
            </p:cNvSpPr>
            <p:nvPr/>
          </p:nvSpPr>
          <p:spPr bwMode="auto">
            <a:xfrm>
              <a:off x="3946525" y="3063875"/>
              <a:ext cx="222250" cy="57150"/>
            </a:xfrm>
            <a:custGeom>
              <a:avLst/>
              <a:gdLst>
                <a:gd name="T0" fmla="*/ 15 w 222"/>
                <a:gd name="T1" fmla="*/ 53 h 56"/>
                <a:gd name="T2" fmla="*/ 207 w 222"/>
                <a:gd name="T3" fmla="*/ 53 h 56"/>
                <a:gd name="T4" fmla="*/ 211 w 222"/>
                <a:gd name="T5" fmla="*/ 54 h 56"/>
                <a:gd name="T6" fmla="*/ 219 w 222"/>
                <a:gd name="T7" fmla="*/ 50 h 56"/>
                <a:gd name="T8" fmla="*/ 216 w 222"/>
                <a:gd name="T9" fmla="*/ 37 h 56"/>
                <a:gd name="T10" fmla="*/ 6 w 222"/>
                <a:gd name="T11" fmla="*/ 37 h 56"/>
                <a:gd name="T12" fmla="*/ 2 w 222"/>
                <a:gd name="T13" fmla="*/ 50 h 56"/>
                <a:gd name="T14" fmla="*/ 15 w 222"/>
                <a:gd name="T15" fmla="*/ 53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22" h="56">
                  <a:moveTo>
                    <a:pt x="15" y="53"/>
                  </a:moveTo>
                  <a:cubicBezTo>
                    <a:pt x="74" y="20"/>
                    <a:pt x="148" y="20"/>
                    <a:pt x="207" y="53"/>
                  </a:cubicBezTo>
                  <a:cubicBezTo>
                    <a:pt x="208" y="54"/>
                    <a:pt x="210" y="54"/>
                    <a:pt x="211" y="54"/>
                  </a:cubicBezTo>
                  <a:cubicBezTo>
                    <a:pt x="215" y="54"/>
                    <a:pt x="218" y="53"/>
                    <a:pt x="219" y="50"/>
                  </a:cubicBezTo>
                  <a:cubicBezTo>
                    <a:pt x="222" y="45"/>
                    <a:pt x="220" y="39"/>
                    <a:pt x="216" y="37"/>
                  </a:cubicBezTo>
                  <a:cubicBezTo>
                    <a:pt x="151" y="0"/>
                    <a:pt x="71" y="0"/>
                    <a:pt x="6" y="37"/>
                  </a:cubicBezTo>
                  <a:cubicBezTo>
                    <a:pt x="1" y="39"/>
                    <a:pt x="0" y="45"/>
                    <a:pt x="2" y="50"/>
                  </a:cubicBezTo>
                  <a:cubicBezTo>
                    <a:pt x="5" y="54"/>
                    <a:pt x="11" y="56"/>
                    <a:pt x="15" y="53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60" name="Group 159"/>
          <p:cNvGrpSpPr/>
          <p:nvPr/>
        </p:nvGrpSpPr>
        <p:grpSpPr>
          <a:xfrm>
            <a:off x="6210300" y="4097867"/>
            <a:ext cx="567267" cy="567267"/>
            <a:chOff x="4657725" y="3073400"/>
            <a:chExt cx="425450" cy="425450"/>
          </a:xfrm>
          <a:solidFill>
            <a:schemeClr val="tx2"/>
          </a:solidFill>
        </p:grpSpPr>
        <p:sp>
          <p:nvSpPr>
            <p:cNvPr id="59" name="Freeform 59"/>
            <p:cNvSpPr>
              <a:spLocks noEditPoints="1"/>
            </p:cNvSpPr>
            <p:nvPr/>
          </p:nvSpPr>
          <p:spPr bwMode="auto">
            <a:xfrm>
              <a:off x="4657725" y="3073400"/>
              <a:ext cx="425450" cy="425450"/>
            </a:xfrm>
            <a:custGeom>
              <a:avLst/>
              <a:gdLst>
                <a:gd name="T0" fmla="*/ 212 w 425"/>
                <a:gd name="T1" fmla="*/ 0 h 425"/>
                <a:gd name="T2" fmla="*/ 0 w 425"/>
                <a:gd name="T3" fmla="*/ 213 h 425"/>
                <a:gd name="T4" fmla="*/ 212 w 425"/>
                <a:gd name="T5" fmla="*/ 425 h 425"/>
                <a:gd name="T6" fmla="*/ 425 w 425"/>
                <a:gd name="T7" fmla="*/ 213 h 425"/>
                <a:gd name="T8" fmla="*/ 212 w 425"/>
                <a:gd name="T9" fmla="*/ 0 h 425"/>
                <a:gd name="T10" fmla="*/ 212 w 425"/>
                <a:gd name="T11" fmla="*/ 406 h 425"/>
                <a:gd name="T12" fmla="*/ 18 w 425"/>
                <a:gd name="T13" fmla="*/ 213 h 425"/>
                <a:gd name="T14" fmla="*/ 212 w 425"/>
                <a:gd name="T15" fmla="*/ 19 h 425"/>
                <a:gd name="T16" fmla="*/ 406 w 425"/>
                <a:gd name="T17" fmla="*/ 213 h 425"/>
                <a:gd name="T18" fmla="*/ 212 w 425"/>
                <a:gd name="T19" fmla="*/ 406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25" h="425">
                  <a:moveTo>
                    <a:pt x="212" y="0"/>
                  </a:moveTo>
                  <a:cubicBezTo>
                    <a:pt x="95" y="0"/>
                    <a:pt x="0" y="95"/>
                    <a:pt x="0" y="213"/>
                  </a:cubicBezTo>
                  <a:cubicBezTo>
                    <a:pt x="0" y="330"/>
                    <a:pt x="95" y="425"/>
                    <a:pt x="212" y="425"/>
                  </a:cubicBezTo>
                  <a:cubicBezTo>
                    <a:pt x="329" y="425"/>
                    <a:pt x="425" y="330"/>
                    <a:pt x="425" y="213"/>
                  </a:cubicBezTo>
                  <a:cubicBezTo>
                    <a:pt x="425" y="95"/>
                    <a:pt x="329" y="0"/>
                    <a:pt x="212" y="0"/>
                  </a:cubicBezTo>
                  <a:close/>
                  <a:moveTo>
                    <a:pt x="212" y="406"/>
                  </a:moveTo>
                  <a:cubicBezTo>
                    <a:pt x="105" y="406"/>
                    <a:pt x="18" y="319"/>
                    <a:pt x="18" y="213"/>
                  </a:cubicBezTo>
                  <a:cubicBezTo>
                    <a:pt x="18" y="106"/>
                    <a:pt x="105" y="19"/>
                    <a:pt x="212" y="19"/>
                  </a:cubicBezTo>
                  <a:cubicBezTo>
                    <a:pt x="319" y="19"/>
                    <a:pt x="406" y="106"/>
                    <a:pt x="406" y="213"/>
                  </a:cubicBezTo>
                  <a:cubicBezTo>
                    <a:pt x="406" y="319"/>
                    <a:pt x="319" y="406"/>
                    <a:pt x="212" y="406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0" name="Freeform 60"/>
            <p:cNvSpPr>
              <a:spLocks/>
            </p:cNvSpPr>
            <p:nvPr/>
          </p:nvSpPr>
          <p:spPr bwMode="auto">
            <a:xfrm>
              <a:off x="4854575" y="3189288"/>
              <a:ext cx="84138" cy="177800"/>
            </a:xfrm>
            <a:custGeom>
              <a:avLst/>
              <a:gdLst>
                <a:gd name="T0" fmla="*/ 19 w 84"/>
                <a:gd name="T1" fmla="*/ 99 h 177"/>
                <a:gd name="T2" fmla="*/ 19 w 84"/>
                <a:gd name="T3" fmla="*/ 9 h 177"/>
                <a:gd name="T4" fmla="*/ 10 w 84"/>
                <a:gd name="T5" fmla="*/ 0 h 177"/>
                <a:gd name="T6" fmla="*/ 0 w 84"/>
                <a:gd name="T7" fmla="*/ 9 h 177"/>
                <a:gd name="T8" fmla="*/ 0 w 84"/>
                <a:gd name="T9" fmla="*/ 103 h 177"/>
                <a:gd name="T10" fmla="*/ 3 w 84"/>
                <a:gd name="T11" fmla="*/ 110 h 177"/>
                <a:gd name="T12" fmla="*/ 67 w 84"/>
                <a:gd name="T13" fmla="*/ 174 h 177"/>
                <a:gd name="T14" fmla="*/ 74 w 84"/>
                <a:gd name="T15" fmla="*/ 177 h 177"/>
                <a:gd name="T16" fmla="*/ 81 w 84"/>
                <a:gd name="T17" fmla="*/ 174 h 177"/>
                <a:gd name="T18" fmla="*/ 81 w 84"/>
                <a:gd name="T19" fmla="*/ 161 h 177"/>
                <a:gd name="T20" fmla="*/ 19 w 84"/>
                <a:gd name="T21" fmla="*/ 99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4" h="177">
                  <a:moveTo>
                    <a:pt x="19" y="99"/>
                  </a:moveTo>
                  <a:cubicBezTo>
                    <a:pt x="19" y="9"/>
                    <a:pt x="19" y="9"/>
                    <a:pt x="19" y="9"/>
                  </a:cubicBez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03"/>
                    <a:pt x="0" y="103"/>
                    <a:pt x="0" y="103"/>
                  </a:cubicBezTo>
                  <a:cubicBezTo>
                    <a:pt x="0" y="106"/>
                    <a:pt x="1" y="108"/>
                    <a:pt x="3" y="110"/>
                  </a:cubicBezTo>
                  <a:cubicBezTo>
                    <a:pt x="67" y="174"/>
                    <a:pt x="67" y="174"/>
                    <a:pt x="67" y="174"/>
                  </a:cubicBezTo>
                  <a:cubicBezTo>
                    <a:pt x="69" y="176"/>
                    <a:pt x="72" y="177"/>
                    <a:pt x="74" y="177"/>
                  </a:cubicBezTo>
                  <a:cubicBezTo>
                    <a:pt x="76" y="177"/>
                    <a:pt x="79" y="176"/>
                    <a:pt x="81" y="174"/>
                  </a:cubicBezTo>
                  <a:cubicBezTo>
                    <a:pt x="84" y="171"/>
                    <a:pt x="84" y="165"/>
                    <a:pt x="81" y="161"/>
                  </a:cubicBezTo>
                  <a:lnTo>
                    <a:pt x="19" y="99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1" name="Oval 61"/>
            <p:cNvSpPr>
              <a:spLocks noChangeArrowheads="1"/>
            </p:cNvSpPr>
            <p:nvPr/>
          </p:nvSpPr>
          <p:spPr bwMode="auto">
            <a:xfrm>
              <a:off x="4691063" y="3263900"/>
              <a:ext cx="44450" cy="4445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2" name="Oval 62"/>
            <p:cNvSpPr>
              <a:spLocks noChangeArrowheads="1"/>
            </p:cNvSpPr>
            <p:nvPr/>
          </p:nvSpPr>
          <p:spPr bwMode="auto">
            <a:xfrm>
              <a:off x="5005388" y="3263900"/>
              <a:ext cx="46038" cy="4445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3" name="Oval 63"/>
            <p:cNvSpPr>
              <a:spLocks noChangeArrowheads="1"/>
            </p:cNvSpPr>
            <p:nvPr/>
          </p:nvSpPr>
          <p:spPr bwMode="auto">
            <a:xfrm>
              <a:off x="4848225" y="3106738"/>
              <a:ext cx="46038" cy="4445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4" name="Oval 64"/>
            <p:cNvSpPr>
              <a:spLocks noChangeArrowheads="1"/>
            </p:cNvSpPr>
            <p:nvPr/>
          </p:nvSpPr>
          <p:spPr bwMode="auto">
            <a:xfrm>
              <a:off x="4848225" y="3421063"/>
              <a:ext cx="46038" cy="4445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5" name="Oval 65"/>
            <p:cNvSpPr>
              <a:spLocks noChangeArrowheads="1"/>
            </p:cNvSpPr>
            <p:nvPr/>
          </p:nvSpPr>
          <p:spPr bwMode="auto">
            <a:xfrm>
              <a:off x="4743450" y="3159125"/>
              <a:ext cx="44450" cy="4445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6" name="Oval 66"/>
            <p:cNvSpPr>
              <a:spLocks noChangeArrowheads="1"/>
            </p:cNvSpPr>
            <p:nvPr/>
          </p:nvSpPr>
          <p:spPr bwMode="auto">
            <a:xfrm>
              <a:off x="4953000" y="3368675"/>
              <a:ext cx="44450" cy="4445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7" name="Oval 67"/>
            <p:cNvSpPr>
              <a:spLocks noChangeArrowheads="1"/>
            </p:cNvSpPr>
            <p:nvPr/>
          </p:nvSpPr>
          <p:spPr bwMode="auto">
            <a:xfrm>
              <a:off x="4967288" y="3159125"/>
              <a:ext cx="44450" cy="4445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8" name="Oval 68"/>
            <p:cNvSpPr>
              <a:spLocks noChangeArrowheads="1"/>
            </p:cNvSpPr>
            <p:nvPr/>
          </p:nvSpPr>
          <p:spPr bwMode="auto">
            <a:xfrm>
              <a:off x="4743450" y="3368675"/>
              <a:ext cx="44450" cy="4445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62" name="Group 161"/>
          <p:cNvGrpSpPr/>
          <p:nvPr/>
        </p:nvGrpSpPr>
        <p:grpSpPr>
          <a:xfrm>
            <a:off x="4042833" y="4097867"/>
            <a:ext cx="567267" cy="567267"/>
            <a:chOff x="3032125" y="3073400"/>
            <a:chExt cx="425450" cy="425450"/>
          </a:xfrm>
          <a:solidFill>
            <a:schemeClr val="tx2"/>
          </a:solidFill>
        </p:grpSpPr>
        <p:sp>
          <p:nvSpPr>
            <p:cNvPr id="69" name="Freeform 69"/>
            <p:cNvSpPr>
              <a:spLocks noEditPoints="1"/>
            </p:cNvSpPr>
            <p:nvPr/>
          </p:nvSpPr>
          <p:spPr bwMode="auto">
            <a:xfrm>
              <a:off x="3032125" y="3073400"/>
              <a:ext cx="425450" cy="425450"/>
            </a:xfrm>
            <a:custGeom>
              <a:avLst/>
              <a:gdLst>
                <a:gd name="T0" fmla="*/ 213 w 425"/>
                <a:gd name="T1" fmla="*/ 0 h 425"/>
                <a:gd name="T2" fmla="*/ 0 w 425"/>
                <a:gd name="T3" fmla="*/ 213 h 425"/>
                <a:gd name="T4" fmla="*/ 213 w 425"/>
                <a:gd name="T5" fmla="*/ 425 h 425"/>
                <a:gd name="T6" fmla="*/ 425 w 425"/>
                <a:gd name="T7" fmla="*/ 213 h 425"/>
                <a:gd name="T8" fmla="*/ 213 w 425"/>
                <a:gd name="T9" fmla="*/ 0 h 425"/>
                <a:gd name="T10" fmla="*/ 213 w 425"/>
                <a:gd name="T11" fmla="*/ 406 h 425"/>
                <a:gd name="T12" fmla="*/ 19 w 425"/>
                <a:gd name="T13" fmla="*/ 213 h 425"/>
                <a:gd name="T14" fmla="*/ 213 w 425"/>
                <a:gd name="T15" fmla="*/ 19 h 425"/>
                <a:gd name="T16" fmla="*/ 406 w 425"/>
                <a:gd name="T17" fmla="*/ 213 h 425"/>
                <a:gd name="T18" fmla="*/ 213 w 425"/>
                <a:gd name="T19" fmla="*/ 406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25" h="425">
                  <a:moveTo>
                    <a:pt x="213" y="0"/>
                  </a:moveTo>
                  <a:cubicBezTo>
                    <a:pt x="95" y="0"/>
                    <a:pt x="0" y="95"/>
                    <a:pt x="0" y="213"/>
                  </a:cubicBezTo>
                  <a:cubicBezTo>
                    <a:pt x="0" y="330"/>
                    <a:pt x="95" y="425"/>
                    <a:pt x="213" y="425"/>
                  </a:cubicBezTo>
                  <a:cubicBezTo>
                    <a:pt x="330" y="425"/>
                    <a:pt x="425" y="330"/>
                    <a:pt x="425" y="213"/>
                  </a:cubicBezTo>
                  <a:cubicBezTo>
                    <a:pt x="425" y="95"/>
                    <a:pt x="330" y="0"/>
                    <a:pt x="213" y="0"/>
                  </a:cubicBezTo>
                  <a:close/>
                  <a:moveTo>
                    <a:pt x="213" y="406"/>
                  </a:moveTo>
                  <a:cubicBezTo>
                    <a:pt x="106" y="406"/>
                    <a:pt x="19" y="319"/>
                    <a:pt x="19" y="213"/>
                  </a:cubicBezTo>
                  <a:cubicBezTo>
                    <a:pt x="19" y="106"/>
                    <a:pt x="106" y="19"/>
                    <a:pt x="213" y="19"/>
                  </a:cubicBezTo>
                  <a:cubicBezTo>
                    <a:pt x="319" y="19"/>
                    <a:pt x="406" y="106"/>
                    <a:pt x="406" y="213"/>
                  </a:cubicBezTo>
                  <a:cubicBezTo>
                    <a:pt x="406" y="319"/>
                    <a:pt x="319" y="406"/>
                    <a:pt x="213" y="406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0" name="Freeform 70"/>
            <p:cNvSpPr>
              <a:spLocks noEditPoints="1"/>
            </p:cNvSpPr>
            <p:nvPr/>
          </p:nvSpPr>
          <p:spPr bwMode="auto">
            <a:xfrm>
              <a:off x="3071813" y="3113088"/>
              <a:ext cx="347663" cy="346075"/>
            </a:xfrm>
            <a:custGeom>
              <a:avLst/>
              <a:gdLst>
                <a:gd name="T0" fmla="*/ 174 w 347"/>
                <a:gd name="T1" fmla="*/ 0 h 347"/>
                <a:gd name="T2" fmla="*/ 0 w 347"/>
                <a:gd name="T3" fmla="*/ 174 h 347"/>
                <a:gd name="T4" fmla="*/ 174 w 347"/>
                <a:gd name="T5" fmla="*/ 347 h 347"/>
                <a:gd name="T6" fmla="*/ 347 w 347"/>
                <a:gd name="T7" fmla="*/ 174 h 347"/>
                <a:gd name="T8" fmla="*/ 174 w 347"/>
                <a:gd name="T9" fmla="*/ 0 h 347"/>
                <a:gd name="T10" fmla="*/ 176 w 347"/>
                <a:gd name="T11" fmla="*/ 328 h 347"/>
                <a:gd name="T12" fmla="*/ 176 w 347"/>
                <a:gd name="T13" fmla="*/ 310 h 347"/>
                <a:gd name="T14" fmla="*/ 167 w 347"/>
                <a:gd name="T15" fmla="*/ 301 h 347"/>
                <a:gd name="T16" fmla="*/ 158 w 347"/>
                <a:gd name="T17" fmla="*/ 310 h 347"/>
                <a:gd name="T18" fmla="*/ 158 w 347"/>
                <a:gd name="T19" fmla="*/ 327 h 347"/>
                <a:gd name="T20" fmla="*/ 19 w 347"/>
                <a:gd name="T21" fmla="*/ 176 h 347"/>
                <a:gd name="T22" fmla="*/ 37 w 347"/>
                <a:gd name="T23" fmla="*/ 176 h 347"/>
                <a:gd name="T24" fmla="*/ 46 w 347"/>
                <a:gd name="T25" fmla="*/ 167 h 347"/>
                <a:gd name="T26" fmla="*/ 37 w 347"/>
                <a:gd name="T27" fmla="*/ 158 h 347"/>
                <a:gd name="T28" fmla="*/ 20 w 347"/>
                <a:gd name="T29" fmla="*/ 158 h 347"/>
                <a:gd name="T30" fmla="*/ 158 w 347"/>
                <a:gd name="T31" fmla="*/ 20 h 347"/>
                <a:gd name="T32" fmla="*/ 158 w 347"/>
                <a:gd name="T33" fmla="*/ 37 h 347"/>
                <a:gd name="T34" fmla="*/ 167 w 347"/>
                <a:gd name="T35" fmla="*/ 46 h 347"/>
                <a:gd name="T36" fmla="*/ 176 w 347"/>
                <a:gd name="T37" fmla="*/ 37 h 347"/>
                <a:gd name="T38" fmla="*/ 176 w 347"/>
                <a:gd name="T39" fmla="*/ 19 h 347"/>
                <a:gd name="T40" fmla="*/ 327 w 347"/>
                <a:gd name="T41" fmla="*/ 158 h 347"/>
                <a:gd name="T42" fmla="*/ 310 w 347"/>
                <a:gd name="T43" fmla="*/ 158 h 347"/>
                <a:gd name="T44" fmla="*/ 301 w 347"/>
                <a:gd name="T45" fmla="*/ 167 h 347"/>
                <a:gd name="T46" fmla="*/ 310 w 347"/>
                <a:gd name="T47" fmla="*/ 176 h 347"/>
                <a:gd name="T48" fmla="*/ 328 w 347"/>
                <a:gd name="T49" fmla="*/ 176 h 347"/>
                <a:gd name="T50" fmla="*/ 176 w 347"/>
                <a:gd name="T51" fmla="*/ 328 h 3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47" h="347">
                  <a:moveTo>
                    <a:pt x="174" y="0"/>
                  </a:moveTo>
                  <a:cubicBezTo>
                    <a:pt x="78" y="0"/>
                    <a:pt x="0" y="78"/>
                    <a:pt x="0" y="174"/>
                  </a:cubicBezTo>
                  <a:cubicBezTo>
                    <a:pt x="0" y="269"/>
                    <a:pt x="78" y="347"/>
                    <a:pt x="174" y="347"/>
                  </a:cubicBezTo>
                  <a:cubicBezTo>
                    <a:pt x="269" y="347"/>
                    <a:pt x="347" y="269"/>
                    <a:pt x="347" y="174"/>
                  </a:cubicBezTo>
                  <a:cubicBezTo>
                    <a:pt x="347" y="78"/>
                    <a:pt x="269" y="0"/>
                    <a:pt x="174" y="0"/>
                  </a:cubicBezTo>
                  <a:close/>
                  <a:moveTo>
                    <a:pt x="176" y="328"/>
                  </a:moveTo>
                  <a:cubicBezTo>
                    <a:pt x="176" y="310"/>
                    <a:pt x="176" y="310"/>
                    <a:pt x="176" y="310"/>
                  </a:cubicBezTo>
                  <a:cubicBezTo>
                    <a:pt x="176" y="305"/>
                    <a:pt x="172" y="301"/>
                    <a:pt x="167" y="301"/>
                  </a:cubicBezTo>
                  <a:cubicBezTo>
                    <a:pt x="162" y="301"/>
                    <a:pt x="158" y="305"/>
                    <a:pt x="158" y="310"/>
                  </a:cubicBezTo>
                  <a:cubicBezTo>
                    <a:pt x="158" y="327"/>
                    <a:pt x="158" y="327"/>
                    <a:pt x="158" y="327"/>
                  </a:cubicBezTo>
                  <a:cubicBezTo>
                    <a:pt x="81" y="319"/>
                    <a:pt x="21" y="255"/>
                    <a:pt x="19" y="176"/>
                  </a:cubicBezTo>
                  <a:cubicBezTo>
                    <a:pt x="37" y="176"/>
                    <a:pt x="37" y="176"/>
                    <a:pt x="37" y="176"/>
                  </a:cubicBezTo>
                  <a:cubicBezTo>
                    <a:pt x="42" y="176"/>
                    <a:pt x="46" y="172"/>
                    <a:pt x="46" y="167"/>
                  </a:cubicBezTo>
                  <a:cubicBezTo>
                    <a:pt x="46" y="162"/>
                    <a:pt x="42" y="158"/>
                    <a:pt x="37" y="158"/>
                  </a:cubicBezTo>
                  <a:cubicBezTo>
                    <a:pt x="20" y="158"/>
                    <a:pt x="20" y="158"/>
                    <a:pt x="20" y="158"/>
                  </a:cubicBezTo>
                  <a:cubicBezTo>
                    <a:pt x="27" y="85"/>
                    <a:pt x="85" y="27"/>
                    <a:pt x="158" y="20"/>
                  </a:cubicBezTo>
                  <a:cubicBezTo>
                    <a:pt x="158" y="37"/>
                    <a:pt x="158" y="37"/>
                    <a:pt x="158" y="37"/>
                  </a:cubicBezTo>
                  <a:cubicBezTo>
                    <a:pt x="158" y="42"/>
                    <a:pt x="162" y="46"/>
                    <a:pt x="167" y="46"/>
                  </a:cubicBezTo>
                  <a:cubicBezTo>
                    <a:pt x="172" y="46"/>
                    <a:pt x="176" y="42"/>
                    <a:pt x="176" y="37"/>
                  </a:cubicBezTo>
                  <a:cubicBezTo>
                    <a:pt x="176" y="19"/>
                    <a:pt x="176" y="19"/>
                    <a:pt x="176" y="19"/>
                  </a:cubicBezTo>
                  <a:cubicBezTo>
                    <a:pt x="255" y="21"/>
                    <a:pt x="319" y="81"/>
                    <a:pt x="327" y="158"/>
                  </a:cubicBezTo>
                  <a:cubicBezTo>
                    <a:pt x="310" y="158"/>
                    <a:pt x="310" y="158"/>
                    <a:pt x="310" y="158"/>
                  </a:cubicBezTo>
                  <a:cubicBezTo>
                    <a:pt x="305" y="158"/>
                    <a:pt x="301" y="162"/>
                    <a:pt x="301" y="167"/>
                  </a:cubicBezTo>
                  <a:cubicBezTo>
                    <a:pt x="301" y="172"/>
                    <a:pt x="305" y="176"/>
                    <a:pt x="310" y="176"/>
                  </a:cubicBezTo>
                  <a:cubicBezTo>
                    <a:pt x="328" y="176"/>
                    <a:pt x="328" y="176"/>
                    <a:pt x="328" y="176"/>
                  </a:cubicBezTo>
                  <a:cubicBezTo>
                    <a:pt x="326" y="259"/>
                    <a:pt x="259" y="326"/>
                    <a:pt x="176" y="32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1" name="Freeform 71"/>
            <p:cNvSpPr>
              <a:spLocks noEditPoints="1"/>
            </p:cNvSpPr>
            <p:nvPr/>
          </p:nvSpPr>
          <p:spPr bwMode="auto">
            <a:xfrm>
              <a:off x="3149600" y="3189288"/>
              <a:ext cx="192088" cy="192088"/>
            </a:xfrm>
            <a:custGeom>
              <a:avLst/>
              <a:gdLst>
                <a:gd name="T0" fmla="*/ 178 w 193"/>
                <a:gd name="T1" fmla="*/ 2 h 193"/>
                <a:gd name="T2" fmla="*/ 103 w 193"/>
                <a:gd name="T3" fmla="*/ 56 h 193"/>
                <a:gd name="T4" fmla="*/ 97 w 193"/>
                <a:gd name="T5" fmla="*/ 56 h 193"/>
                <a:gd name="T6" fmla="*/ 54 w 193"/>
                <a:gd name="T7" fmla="*/ 98 h 193"/>
                <a:gd name="T8" fmla="*/ 55 w 193"/>
                <a:gd name="T9" fmla="*/ 104 h 193"/>
                <a:gd name="T10" fmla="*/ 2 w 193"/>
                <a:gd name="T11" fmla="*/ 178 h 193"/>
                <a:gd name="T12" fmla="*/ 3 w 193"/>
                <a:gd name="T13" fmla="*/ 190 h 193"/>
                <a:gd name="T14" fmla="*/ 10 w 193"/>
                <a:gd name="T15" fmla="*/ 193 h 193"/>
                <a:gd name="T16" fmla="*/ 15 w 193"/>
                <a:gd name="T17" fmla="*/ 191 h 193"/>
                <a:gd name="T18" fmla="*/ 88 w 193"/>
                <a:gd name="T19" fmla="*/ 139 h 193"/>
                <a:gd name="T20" fmla="*/ 97 w 193"/>
                <a:gd name="T21" fmla="*/ 140 h 193"/>
                <a:gd name="T22" fmla="*/ 139 w 193"/>
                <a:gd name="T23" fmla="*/ 98 h 193"/>
                <a:gd name="T24" fmla="*/ 138 w 193"/>
                <a:gd name="T25" fmla="*/ 89 h 193"/>
                <a:gd name="T26" fmla="*/ 191 w 193"/>
                <a:gd name="T27" fmla="*/ 15 h 193"/>
                <a:gd name="T28" fmla="*/ 190 w 193"/>
                <a:gd name="T29" fmla="*/ 3 h 193"/>
                <a:gd name="T30" fmla="*/ 178 w 193"/>
                <a:gd name="T31" fmla="*/ 2 h 193"/>
                <a:gd name="T32" fmla="*/ 51 w 193"/>
                <a:gd name="T33" fmla="*/ 142 h 193"/>
                <a:gd name="T34" fmla="*/ 64 w 193"/>
                <a:gd name="T35" fmla="*/ 124 h 193"/>
                <a:gd name="T36" fmla="*/ 69 w 193"/>
                <a:gd name="T37" fmla="*/ 129 h 193"/>
                <a:gd name="T38" fmla="*/ 51 w 193"/>
                <a:gd name="T39" fmla="*/ 142 h 193"/>
                <a:gd name="T40" fmla="*/ 97 w 193"/>
                <a:gd name="T41" fmla="*/ 121 h 193"/>
                <a:gd name="T42" fmla="*/ 73 w 193"/>
                <a:gd name="T43" fmla="*/ 98 h 193"/>
                <a:gd name="T44" fmla="*/ 97 w 193"/>
                <a:gd name="T45" fmla="*/ 74 h 193"/>
                <a:gd name="T46" fmla="*/ 120 w 193"/>
                <a:gd name="T47" fmla="*/ 98 h 193"/>
                <a:gd name="T48" fmla="*/ 97 w 193"/>
                <a:gd name="T49" fmla="*/ 121 h 193"/>
                <a:gd name="T50" fmla="*/ 128 w 193"/>
                <a:gd name="T51" fmla="*/ 70 h 193"/>
                <a:gd name="T52" fmla="*/ 123 w 193"/>
                <a:gd name="T53" fmla="*/ 65 h 193"/>
                <a:gd name="T54" fmla="*/ 142 w 193"/>
                <a:gd name="T55" fmla="*/ 51 h 193"/>
                <a:gd name="T56" fmla="*/ 128 w 193"/>
                <a:gd name="T57" fmla="*/ 70 h 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93" h="193">
                  <a:moveTo>
                    <a:pt x="178" y="2"/>
                  </a:moveTo>
                  <a:cubicBezTo>
                    <a:pt x="103" y="56"/>
                    <a:pt x="103" y="56"/>
                    <a:pt x="103" y="56"/>
                  </a:cubicBezTo>
                  <a:cubicBezTo>
                    <a:pt x="101" y="56"/>
                    <a:pt x="99" y="56"/>
                    <a:pt x="97" y="56"/>
                  </a:cubicBezTo>
                  <a:cubicBezTo>
                    <a:pt x="73" y="56"/>
                    <a:pt x="54" y="74"/>
                    <a:pt x="54" y="98"/>
                  </a:cubicBezTo>
                  <a:cubicBezTo>
                    <a:pt x="54" y="100"/>
                    <a:pt x="55" y="102"/>
                    <a:pt x="55" y="104"/>
                  </a:cubicBezTo>
                  <a:cubicBezTo>
                    <a:pt x="2" y="178"/>
                    <a:pt x="2" y="178"/>
                    <a:pt x="2" y="178"/>
                  </a:cubicBezTo>
                  <a:cubicBezTo>
                    <a:pt x="0" y="182"/>
                    <a:pt x="0" y="187"/>
                    <a:pt x="3" y="190"/>
                  </a:cubicBezTo>
                  <a:cubicBezTo>
                    <a:pt x="5" y="192"/>
                    <a:pt x="7" y="193"/>
                    <a:pt x="10" y="193"/>
                  </a:cubicBezTo>
                  <a:cubicBezTo>
                    <a:pt x="12" y="193"/>
                    <a:pt x="14" y="192"/>
                    <a:pt x="15" y="191"/>
                  </a:cubicBezTo>
                  <a:cubicBezTo>
                    <a:pt x="88" y="139"/>
                    <a:pt x="88" y="139"/>
                    <a:pt x="88" y="139"/>
                  </a:cubicBezTo>
                  <a:cubicBezTo>
                    <a:pt x="91" y="139"/>
                    <a:pt x="93" y="140"/>
                    <a:pt x="97" y="140"/>
                  </a:cubicBezTo>
                  <a:cubicBezTo>
                    <a:pt x="120" y="140"/>
                    <a:pt x="139" y="121"/>
                    <a:pt x="139" y="98"/>
                  </a:cubicBezTo>
                  <a:cubicBezTo>
                    <a:pt x="139" y="95"/>
                    <a:pt x="138" y="92"/>
                    <a:pt x="138" y="89"/>
                  </a:cubicBezTo>
                  <a:cubicBezTo>
                    <a:pt x="191" y="15"/>
                    <a:pt x="191" y="15"/>
                    <a:pt x="191" y="15"/>
                  </a:cubicBezTo>
                  <a:cubicBezTo>
                    <a:pt x="193" y="12"/>
                    <a:pt x="193" y="7"/>
                    <a:pt x="190" y="3"/>
                  </a:cubicBezTo>
                  <a:cubicBezTo>
                    <a:pt x="187" y="0"/>
                    <a:pt x="181" y="0"/>
                    <a:pt x="178" y="2"/>
                  </a:cubicBezTo>
                  <a:close/>
                  <a:moveTo>
                    <a:pt x="51" y="142"/>
                  </a:moveTo>
                  <a:cubicBezTo>
                    <a:pt x="64" y="124"/>
                    <a:pt x="64" y="124"/>
                    <a:pt x="64" y="124"/>
                  </a:cubicBezTo>
                  <a:cubicBezTo>
                    <a:pt x="65" y="126"/>
                    <a:pt x="67" y="128"/>
                    <a:pt x="69" y="129"/>
                  </a:cubicBezTo>
                  <a:lnTo>
                    <a:pt x="51" y="142"/>
                  </a:lnTo>
                  <a:close/>
                  <a:moveTo>
                    <a:pt x="97" y="121"/>
                  </a:moveTo>
                  <a:cubicBezTo>
                    <a:pt x="84" y="121"/>
                    <a:pt x="73" y="111"/>
                    <a:pt x="73" y="98"/>
                  </a:cubicBezTo>
                  <a:cubicBezTo>
                    <a:pt x="73" y="85"/>
                    <a:pt x="84" y="74"/>
                    <a:pt x="97" y="74"/>
                  </a:cubicBezTo>
                  <a:cubicBezTo>
                    <a:pt x="109" y="74"/>
                    <a:pt x="120" y="85"/>
                    <a:pt x="120" y="98"/>
                  </a:cubicBezTo>
                  <a:cubicBezTo>
                    <a:pt x="120" y="111"/>
                    <a:pt x="109" y="121"/>
                    <a:pt x="97" y="121"/>
                  </a:cubicBezTo>
                  <a:close/>
                  <a:moveTo>
                    <a:pt x="128" y="70"/>
                  </a:moveTo>
                  <a:cubicBezTo>
                    <a:pt x="127" y="68"/>
                    <a:pt x="125" y="66"/>
                    <a:pt x="123" y="65"/>
                  </a:cubicBezTo>
                  <a:cubicBezTo>
                    <a:pt x="142" y="51"/>
                    <a:pt x="142" y="51"/>
                    <a:pt x="142" y="51"/>
                  </a:cubicBezTo>
                  <a:lnTo>
                    <a:pt x="128" y="7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72" name="Freeform 72"/>
          <p:cNvSpPr>
            <a:spLocks noEditPoints="1"/>
          </p:cNvSpPr>
          <p:nvPr/>
        </p:nvSpPr>
        <p:spPr bwMode="auto">
          <a:xfrm>
            <a:off x="2961217" y="4097867"/>
            <a:ext cx="567267" cy="567267"/>
          </a:xfrm>
          <a:custGeom>
            <a:avLst/>
            <a:gdLst>
              <a:gd name="T0" fmla="*/ 425 w 425"/>
              <a:gd name="T1" fmla="*/ 213 h 425"/>
              <a:gd name="T2" fmla="*/ 0 w 425"/>
              <a:gd name="T3" fmla="*/ 213 h 425"/>
              <a:gd name="T4" fmla="*/ 0 w 425"/>
              <a:gd name="T5" fmla="*/ 219 h 425"/>
              <a:gd name="T6" fmla="*/ 212 w 425"/>
              <a:gd name="T7" fmla="*/ 425 h 425"/>
              <a:gd name="T8" fmla="*/ 425 w 425"/>
              <a:gd name="T9" fmla="*/ 219 h 425"/>
              <a:gd name="T10" fmla="*/ 280 w 425"/>
              <a:gd name="T11" fmla="*/ 210 h 425"/>
              <a:gd name="T12" fmla="*/ 328 w 425"/>
              <a:gd name="T13" fmla="*/ 128 h 425"/>
              <a:gd name="T14" fmla="*/ 280 w 425"/>
              <a:gd name="T15" fmla="*/ 210 h 425"/>
              <a:gd name="T16" fmla="*/ 166 w 425"/>
              <a:gd name="T17" fmla="*/ 147 h 425"/>
              <a:gd name="T18" fmla="*/ 259 w 425"/>
              <a:gd name="T19" fmla="*/ 147 h 425"/>
              <a:gd name="T20" fmla="*/ 163 w 425"/>
              <a:gd name="T21" fmla="*/ 210 h 425"/>
              <a:gd name="T22" fmla="*/ 259 w 425"/>
              <a:gd name="T23" fmla="*/ 279 h 425"/>
              <a:gd name="T24" fmla="*/ 166 w 425"/>
              <a:gd name="T25" fmla="*/ 279 h 425"/>
              <a:gd name="T26" fmla="*/ 262 w 425"/>
              <a:gd name="T27" fmla="*/ 229 h 425"/>
              <a:gd name="T28" fmla="*/ 247 w 425"/>
              <a:gd name="T29" fmla="*/ 26 h 425"/>
              <a:gd name="T30" fmla="*/ 275 w 425"/>
              <a:gd name="T31" fmla="*/ 125 h 425"/>
              <a:gd name="T32" fmla="*/ 212 w 425"/>
              <a:gd name="T33" fmla="*/ 131 h 425"/>
              <a:gd name="T34" fmla="*/ 212 w 425"/>
              <a:gd name="T35" fmla="*/ 19 h 425"/>
              <a:gd name="T36" fmla="*/ 178 w 425"/>
              <a:gd name="T37" fmla="*/ 26 h 425"/>
              <a:gd name="T38" fmla="*/ 103 w 425"/>
              <a:gd name="T39" fmla="*/ 111 h 425"/>
              <a:gd name="T40" fmla="*/ 147 w 425"/>
              <a:gd name="T41" fmla="*/ 143 h 425"/>
              <a:gd name="T42" fmla="*/ 84 w 425"/>
              <a:gd name="T43" fmla="*/ 210 h 425"/>
              <a:gd name="T44" fmla="*/ 147 w 425"/>
              <a:gd name="T45" fmla="*/ 143 h 425"/>
              <a:gd name="T46" fmla="*/ 19 w 425"/>
              <a:gd name="T47" fmla="*/ 210 h 425"/>
              <a:gd name="T48" fmla="*/ 80 w 425"/>
              <a:gd name="T49" fmla="*/ 121 h 425"/>
              <a:gd name="T50" fmla="*/ 66 w 425"/>
              <a:gd name="T51" fmla="*/ 229 h 425"/>
              <a:gd name="T52" fmla="*/ 52 w 425"/>
              <a:gd name="T53" fmla="*/ 321 h 425"/>
              <a:gd name="T54" fmla="*/ 66 w 425"/>
              <a:gd name="T55" fmla="*/ 229 h 425"/>
              <a:gd name="T56" fmla="*/ 144 w 425"/>
              <a:gd name="T57" fmla="*/ 229 h 425"/>
              <a:gd name="T58" fmla="*/ 97 w 425"/>
              <a:gd name="T59" fmla="*/ 297 h 425"/>
              <a:gd name="T60" fmla="*/ 150 w 425"/>
              <a:gd name="T61" fmla="*/ 301 h 425"/>
              <a:gd name="T62" fmla="*/ 103 w 425"/>
              <a:gd name="T63" fmla="*/ 315 h 425"/>
              <a:gd name="T64" fmla="*/ 168 w 425"/>
              <a:gd name="T65" fmla="*/ 297 h 425"/>
              <a:gd name="T66" fmla="*/ 256 w 425"/>
              <a:gd name="T67" fmla="*/ 297 h 425"/>
              <a:gd name="T68" fmla="*/ 168 w 425"/>
              <a:gd name="T69" fmla="*/ 297 h 425"/>
              <a:gd name="T70" fmla="*/ 275 w 425"/>
              <a:gd name="T71" fmla="*/ 301 h 425"/>
              <a:gd name="T72" fmla="*/ 247 w 425"/>
              <a:gd name="T73" fmla="*/ 399 h 425"/>
              <a:gd name="T74" fmla="*/ 280 w 425"/>
              <a:gd name="T75" fmla="*/ 229 h 425"/>
              <a:gd name="T76" fmla="*/ 328 w 425"/>
              <a:gd name="T77" fmla="*/ 297 h 425"/>
              <a:gd name="T78" fmla="*/ 359 w 425"/>
              <a:gd name="T79" fmla="*/ 229 h 425"/>
              <a:gd name="T80" fmla="*/ 373 w 425"/>
              <a:gd name="T81" fmla="*/ 321 h 425"/>
              <a:gd name="T82" fmla="*/ 359 w 425"/>
              <a:gd name="T83" fmla="*/ 229 h 425"/>
              <a:gd name="T84" fmla="*/ 345 w 425"/>
              <a:gd name="T85" fmla="*/ 121 h 425"/>
              <a:gd name="T86" fmla="*/ 406 w 425"/>
              <a:gd name="T87" fmla="*/ 210 h 425"/>
              <a:gd name="T88" fmla="*/ 361 w 425"/>
              <a:gd name="T89" fmla="*/ 89 h 425"/>
              <a:gd name="T90" fmla="*/ 295 w 425"/>
              <a:gd name="T91" fmla="*/ 38 h 425"/>
              <a:gd name="T92" fmla="*/ 129 w 425"/>
              <a:gd name="T93" fmla="*/ 38 h 425"/>
              <a:gd name="T94" fmla="*/ 63 w 425"/>
              <a:gd name="T95" fmla="*/ 89 h 425"/>
              <a:gd name="T96" fmla="*/ 63 w 425"/>
              <a:gd name="T97" fmla="*/ 336 h 425"/>
              <a:gd name="T98" fmla="*/ 129 w 425"/>
              <a:gd name="T99" fmla="*/ 387 h 425"/>
              <a:gd name="T100" fmla="*/ 295 w 425"/>
              <a:gd name="T101" fmla="*/ 387 h 425"/>
              <a:gd name="T102" fmla="*/ 361 w 425"/>
              <a:gd name="T103" fmla="*/ 336 h 4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425" h="425">
                <a:moveTo>
                  <a:pt x="424" y="218"/>
                </a:moveTo>
                <a:cubicBezTo>
                  <a:pt x="425" y="216"/>
                  <a:pt x="425" y="214"/>
                  <a:pt x="425" y="213"/>
                </a:cubicBezTo>
                <a:cubicBezTo>
                  <a:pt x="425" y="95"/>
                  <a:pt x="329" y="0"/>
                  <a:pt x="212" y="0"/>
                </a:cubicBezTo>
                <a:cubicBezTo>
                  <a:pt x="95" y="0"/>
                  <a:pt x="0" y="95"/>
                  <a:pt x="0" y="213"/>
                </a:cubicBezTo>
                <a:cubicBezTo>
                  <a:pt x="0" y="214"/>
                  <a:pt x="0" y="216"/>
                  <a:pt x="0" y="218"/>
                </a:cubicBezTo>
                <a:cubicBezTo>
                  <a:pt x="0" y="218"/>
                  <a:pt x="0" y="219"/>
                  <a:pt x="0" y="219"/>
                </a:cubicBezTo>
                <a:cubicBezTo>
                  <a:pt x="0" y="220"/>
                  <a:pt x="0" y="220"/>
                  <a:pt x="0" y="221"/>
                </a:cubicBezTo>
                <a:cubicBezTo>
                  <a:pt x="4" y="334"/>
                  <a:pt x="98" y="425"/>
                  <a:pt x="212" y="425"/>
                </a:cubicBezTo>
                <a:cubicBezTo>
                  <a:pt x="326" y="425"/>
                  <a:pt x="420" y="334"/>
                  <a:pt x="424" y="221"/>
                </a:cubicBezTo>
                <a:cubicBezTo>
                  <a:pt x="425" y="220"/>
                  <a:pt x="425" y="220"/>
                  <a:pt x="425" y="219"/>
                </a:cubicBezTo>
                <a:cubicBezTo>
                  <a:pt x="425" y="219"/>
                  <a:pt x="425" y="218"/>
                  <a:pt x="424" y="218"/>
                </a:cubicBezTo>
                <a:close/>
                <a:moveTo>
                  <a:pt x="280" y="210"/>
                </a:moveTo>
                <a:cubicBezTo>
                  <a:pt x="280" y="187"/>
                  <a:pt x="279" y="165"/>
                  <a:pt x="277" y="143"/>
                </a:cubicBezTo>
                <a:cubicBezTo>
                  <a:pt x="295" y="140"/>
                  <a:pt x="312" y="135"/>
                  <a:pt x="328" y="128"/>
                </a:cubicBezTo>
                <a:cubicBezTo>
                  <a:pt x="336" y="153"/>
                  <a:pt x="340" y="181"/>
                  <a:pt x="340" y="210"/>
                </a:cubicBezTo>
                <a:lnTo>
                  <a:pt x="280" y="210"/>
                </a:lnTo>
                <a:close/>
                <a:moveTo>
                  <a:pt x="163" y="210"/>
                </a:moveTo>
                <a:cubicBezTo>
                  <a:pt x="163" y="187"/>
                  <a:pt x="164" y="166"/>
                  <a:pt x="166" y="147"/>
                </a:cubicBezTo>
                <a:cubicBezTo>
                  <a:pt x="181" y="149"/>
                  <a:pt x="196" y="150"/>
                  <a:pt x="212" y="150"/>
                </a:cubicBezTo>
                <a:cubicBezTo>
                  <a:pt x="228" y="150"/>
                  <a:pt x="244" y="149"/>
                  <a:pt x="259" y="147"/>
                </a:cubicBezTo>
                <a:cubicBezTo>
                  <a:pt x="261" y="166"/>
                  <a:pt x="262" y="187"/>
                  <a:pt x="262" y="210"/>
                </a:cubicBezTo>
                <a:lnTo>
                  <a:pt x="163" y="210"/>
                </a:lnTo>
                <a:close/>
                <a:moveTo>
                  <a:pt x="262" y="229"/>
                </a:moveTo>
                <a:cubicBezTo>
                  <a:pt x="261" y="246"/>
                  <a:pt x="260" y="263"/>
                  <a:pt x="259" y="279"/>
                </a:cubicBezTo>
                <a:cubicBezTo>
                  <a:pt x="244" y="276"/>
                  <a:pt x="228" y="275"/>
                  <a:pt x="212" y="275"/>
                </a:cubicBezTo>
                <a:cubicBezTo>
                  <a:pt x="196" y="275"/>
                  <a:pt x="181" y="276"/>
                  <a:pt x="166" y="279"/>
                </a:cubicBezTo>
                <a:cubicBezTo>
                  <a:pt x="164" y="263"/>
                  <a:pt x="163" y="246"/>
                  <a:pt x="163" y="229"/>
                </a:cubicBezTo>
                <a:lnTo>
                  <a:pt x="262" y="229"/>
                </a:lnTo>
                <a:close/>
                <a:moveTo>
                  <a:pt x="275" y="125"/>
                </a:moveTo>
                <a:cubicBezTo>
                  <a:pt x="269" y="84"/>
                  <a:pt x="260" y="49"/>
                  <a:pt x="247" y="26"/>
                </a:cubicBezTo>
                <a:cubicBezTo>
                  <a:pt x="278" y="39"/>
                  <a:pt x="304" y="70"/>
                  <a:pt x="321" y="111"/>
                </a:cubicBezTo>
                <a:cubicBezTo>
                  <a:pt x="307" y="116"/>
                  <a:pt x="291" y="121"/>
                  <a:pt x="275" y="125"/>
                </a:cubicBezTo>
                <a:close/>
                <a:moveTo>
                  <a:pt x="256" y="128"/>
                </a:moveTo>
                <a:cubicBezTo>
                  <a:pt x="242" y="130"/>
                  <a:pt x="227" y="131"/>
                  <a:pt x="212" y="131"/>
                </a:cubicBezTo>
                <a:cubicBezTo>
                  <a:pt x="197" y="131"/>
                  <a:pt x="182" y="130"/>
                  <a:pt x="168" y="128"/>
                </a:cubicBezTo>
                <a:cubicBezTo>
                  <a:pt x="177" y="59"/>
                  <a:pt x="197" y="19"/>
                  <a:pt x="212" y="19"/>
                </a:cubicBezTo>
                <a:cubicBezTo>
                  <a:pt x="227" y="19"/>
                  <a:pt x="247" y="59"/>
                  <a:pt x="256" y="128"/>
                </a:cubicBezTo>
                <a:close/>
                <a:moveTo>
                  <a:pt x="178" y="26"/>
                </a:moveTo>
                <a:cubicBezTo>
                  <a:pt x="164" y="49"/>
                  <a:pt x="155" y="84"/>
                  <a:pt x="150" y="125"/>
                </a:cubicBezTo>
                <a:cubicBezTo>
                  <a:pt x="133" y="121"/>
                  <a:pt x="118" y="116"/>
                  <a:pt x="103" y="111"/>
                </a:cubicBezTo>
                <a:cubicBezTo>
                  <a:pt x="120" y="70"/>
                  <a:pt x="146" y="39"/>
                  <a:pt x="178" y="26"/>
                </a:cubicBezTo>
                <a:close/>
                <a:moveTo>
                  <a:pt x="147" y="143"/>
                </a:moveTo>
                <a:cubicBezTo>
                  <a:pt x="145" y="165"/>
                  <a:pt x="144" y="187"/>
                  <a:pt x="144" y="210"/>
                </a:cubicBezTo>
                <a:cubicBezTo>
                  <a:pt x="84" y="210"/>
                  <a:pt x="84" y="210"/>
                  <a:pt x="84" y="210"/>
                </a:cubicBezTo>
                <a:cubicBezTo>
                  <a:pt x="84" y="181"/>
                  <a:pt x="89" y="153"/>
                  <a:pt x="97" y="128"/>
                </a:cubicBezTo>
                <a:cubicBezTo>
                  <a:pt x="113" y="135"/>
                  <a:pt x="130" y="140"/>
                  <a:pt x="147" y="143"/>
                </a:cubicBezTo>
                <a:close/>
                <a:moveTo>
                  <a:pt x="65" y="210"/>
                </a:moveTo>
                <a:cubicBezTo>
                  <a:pt x="19" y="210"/>
                  <a:pt x="19" y="210"/>
                  <a:pt x="19" y="210"/>
                </a:cubicBezTo>
                <a:cubicBezTo>
                  <a:pt x="19" y="171"/>
                  <a:pt x="31" y="134"/>
                  <a:pt x="52" y="104"/>
                </a:cubicBezTo>
                <a:cubicBezTo>
                  <a:pt x="61" y="110"/>
                  <a:pt x="70" y="116"/>
                  <a:pt x="80" y="121"/>
                </a:cubicBezTo>
                <a:cubicBezTo>
                  <a:pt x="71" y="148"/>
                  <a:pt x="66" y="178"/>
                  <a:pt x="65" y="210"/>
                </a:cubicBezTo>
                <a:close/>
                <a:moveTo>
                  <a:pt x="66" y="229"/>
                </a:moveTo>
                <a:cubicBezTo>
                  <a:pt x="67" y="256"/>
                  <a:pt x="72" y="281"/>
                  <a:pt x="80" y="305"/>
                </a:cubicBezTo>
                <a:cubicBezTo>
                  <a:pt x="70" y="310"/>
                  <a:pt x="61" y="315"/>
                  <a:pt x="52" y="321"/>
                </a:cubicBezTo>
                <a:cubicBezTo>
                  <a:pt x="34" y="294"/>
                  <a:pt x="22" y="263"/>
                  <a:pt x="19" y="229"/>
                </a:cubicBezTo>
                <a:lnTo>
                  <a:pt x="66" y="229"/>
                </a:lnTo>
                <a:close/>
                <a:moveTo>
                  <a:pt x="84" y="229"/>
                </a:moveTo>
                <a:cubicBezTo>
                  <a:pt x="144" y="229"/>
                  <a:pt x="144" y="229"/>
                  <a:pt x="144" y="229"/>
                </a:cubicBezTo>
                <a:cubicBezTo>
                  <a:pt x="144" y="247"/>
                  <a:pt x="146" y="265"/>
                  <a:pt x="147" y="282"/>
                </a:cubicBezTo>
                <a:cubicBezTo>
                  <a:pt x="130" y="285"/>
                  <a:pt x="113" y="290"/>
                  <a:pt x="97" y="297"/>
                </a:cubicBezTo>
                <a:cubicBezTo>
                  <a:pt x="90" y="276"/>
                  <a:pt x="86" y="253"/>
                  <a:pt x="84" y="229"/>
                </a:cubicBezTo>
                <a:close/>
                <a:moveTo>
                  <a:pt x="150" y="301"/>
                </a:moveTo>
                <a:cubicBezTo>
                  <a:pt x="155" y="341"/>
                  <a:pt x="164" y="377"/>
                  <a:pt x="178" y="399"/>
                </a:cubicBezTo>
                <a:cubicBezTo>
                  <a:pt x="146" y="386"/>
                  <a:pt x="120" y="355"/>
                  <a:pt x="103" y="315"/>
                </a:cubicBezTo>
                <a:cubicBezTo>
                  <a:pt x="118" y="309"/>
                  <a:pt x="133" y="304"/>
                  <a:pt x="150" y="301"/>
                </a:cubicBezTo>
                <a:close/>
                <a:moveTo>
                  <a:pt x="168" y="297"/>
                </a:moveTo>
                <a:cubicBezTo>
                  <a:pt x="182" y="295"/>
                  <a:pt x="197" y="294"/>
                  <a:pt x="212" y="294"/>
                </a:cubicBezTo>
                <a:cubicBezTo>
                  <a:pt x="227" y="294"/>
                  <a:pt x="242" y="295"/>
                  <a:pt x="256" y="297"/>
                </a:cubicBezTo>
                <a:cubicBezTo>
                  <a:pt x="247" y="366"/>
                  <a:pt x="227" y="406"/>
                  <a:pt x="212" y="406"/>
                </a:cubicBezTo>
                <a:cubicBezTo>
                  <a:pt x="197" y="406"/>
                  <a:pt x="177" y="366"/>
                  <a:pt x="168" y="297"/>
                </a:cubicBezTo>
                <a:close/>
                <a:moveTo>
                  <a:pt x="247" y="399"/>
                </a:moveTo>
                <a:cubicBezTo>
                  <a:pt x="260" y="377"/>
                  <a:pt x="269" y="341"/>
                  <a:pt x="275" y="301"/>
                </a:cubicBezTo>
                <a:cubicBezTo>
                  <a:pt x="291" y="304"/>
                  <a:pt x="307" y="309"/>
                  <a:pt x="321" y="315"/>
                </a:cubicBezTo>
                <a:cubicBezTo>
                  <a:pt x="304" y="355"/>
                  <a:pt x="278" y="386"/>
                  <a:pt x="247" y="399"/>
                </a:cubicBezTo>
                <a:close/>
                <a:moveTo>
                  <a:pt x="277" y="282"/>
                </a:moveTo>
                <a:cubicBezTo>
                  <a:pt x="279" y="265"/>
                  <a:pt x="280" y="247"/>
                  <a:pt x="280" y="229"/>
                </a:cubicBezTo>
                <a:cubicBezTo>
                  <a:pt x="340" y="229"/>
                  <a:pt x="340" y="229"/>
                  <a:pt x="340" y="229"/>
                </a:cubicBezTo>
                <a:cubicBezTo>
                  <a:pt x="339" y="253"/>
                  <a:pt x="334" y="276"/>
                  <a:pt x="328" y="297"/>
                </a:cubicBezTo>
                <a:cubicBezTo>
                  <a:pt x="312" y="290"/>
                  <a:pt x="295" y="285"/>
                  <a:pt x="277" y="282"/>
                </a:cubicBezTo>
                <a:close/>
                <a:moveTo>
                  <a:pt x="359" y="229"/>
                </a:moveTo>
                <a:cubicBezTo>
                  <a:pt x="405" y="229"/>
                  <a:pt x="405" y="229"/>
                  <a:pt x="405" y="229"/>
                </a:cubicBezTo>
                <a:cubicBezTo>
                  <a:pt x="402" y="263"/>
                  <a:pt x="391" y="294"/>
                  <a:pt x="373" y="321"/>
                </a:cubicBezTo>
                <a:cubicBezTo>
                  <a:pt x="364" y="315"/>
                  <a:pt x="354" y="310"/>
                  <a:pt x="345" y="305"/>
                </a:cubicBezTo>
                <a:cubicBezTo>
                  <a:pt x="352" y="281"/>
                  <a:pt x="357" y="256"/>
                  <a:pt x="359" y="229"/>
                </a:cubicBezTo>
                <a:close/>
                <a:moveTo>
                  <a:pt x="359" y="210"/>
                </a:moveTo>
                <a:cubicBezTo>
                  <a:pt x="359" y="178"/>
                  <a:pt x="354" y="148"/>
                  <a:pt x="345" y="121"/>
                </a:cubicBezTo>
                <a:cubicBezTo>
                  <a:pt x="354" y="116"/>
                  <a:pt x="364" y="110"/>
                  <a:pt x="373" y="104"/>
                </a:cubicBezTo>
                <a:cubicBezTo>
                  <a:pt x="393" y="134"/>
                  <a:pt x="405" y="171"/>
                  <a:pt x="406" y="210"/>
                </a:cubicBezTo>
                <a:lnTo>
                  <a:pt x="359" y="210"/>
                </a:lnTo>
                <a:close/>
                <a:moveTo>
                  <a:pt x="361" y="89"/>
                </a:moveTo>
                <a:cubicBezTo>
                  <a:pt x="354" y="94"/>
                  <a:pt x="346" y="99"/>
                  <a:pt x="338" y="103"/>
                </a:cubicBezTo>
                <a:cubicBezTo>
                  <a:pt x="327" y="77"/>
                  <a:pt x="313" y="55"/>
                  <a:pt x="295" y="38"/>
                </a:cubicBezTo>
                <a:cubicBezTo>
                  <a:pt x="321" y="50"/>
                  <a:pt x="343" y="68"/>
                  <a:pt x="361" y="89"/>
                </a:cubicBezTo>
                <a:close/>
                <a:moveTo>
                  <a:pt x="129" y="38"/>
                </a:moveTo>
                <a:cubicBezTo>
                  <a:pt x="112" y="55"/>
                  <a:pt x="97" y="77"/>
                  <a:pt x="86" y="103"/>
                </a:cubicBezTo>
                <a:cubicBezTo>
                  <a:pt x="78" y="99"/>
                  <a:pt x="70" y="94"/>
                  <a:pt x="63" y="89"/>
                </a:cubicBezTo>
                <a:cubicBezTo>
                  <a:pt x="81" y="68"/>
                  <a:pt x="103" y="50"/>
                  <a:pt x="129" y="38"/>
                </a:cubicBezTo>
                <a:close/>
                <a:moveTo>
                  <a:pt x="63" y="336"/>
                </a:moveTo>
                <a:cubicBezTo>
                  <a:pt x="70" y="331"/>
                  <a:pt x="78" y="327"/>
                  <a:pt x="86" y="322"/>
                </a:cubicBezTo>
                <a:cubicBezTo>
                  <a:pt x="97" y="348"/>
                  <a:pt x="112" y="370"/>
                  <a:pt x="129" y="387"/>
                </a:cubicBezTo>
                <a:cubicBezTo>
                  <a:pt x="103" y="375"/>
                  <a:pt x="81" y="358"/>
                  <a:pt x="63" y="336"/>
                </a:cubicBezTo>
                <a:close/>
                <a:moveTo>
                  <a:pt x="295" y="387"/>
                </a:moveTo>
                <a:cubicBezTo>
                  <a:pt x="313" y="370"/>
                  <a:pt x="327" y="348"/>
                  <a:pt x="338" y="322"/>
                </a:cubicBezTo>
                <a:cubicBezTo>
                  <a:pt x="346" y="327"/>
                  <a:pt x="354" y="331"/>
                  <a:pt x="361" y="336"/>
                </a:cubicBezTo>
                <a:cubicBezTo>
                  <a:pt x="343" y="358"/>
                  <a:pt x="321" y="375"/>
                  <a:pt x="295" y="38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63" name="Group 162"/>
          <p:cNvGrpSpPr/>
          <p:nvPr/>
        </p:nvGrpSpPr>
        <p:grpSpPr>
          <a:xfrm>
            <a:off x="1875367" y="4097867"/>
            <a:ext cx="567267" cy="567267"/>
            <a:chOff x="1406525" y="3073400"/>
            <a:chExt cx="425450" cy="425450"/>
          </a:xfrm>
          <a:solidFill>
            <a:schemeClr val="tx2"/>
          </a:solidFill>
        </p:grpSpPr>
        <p:sp>
          <p:nvSpPr>
            <p:cNvPr id="73" name="Freeform 73"/>
            <p:cNvSpPr>
              <a:spLocks noEditPoints="1"/>
            </p:cNvSpPr>
            <p:nvPr/>
          </p:nvSpPr>
          <p:spPr bwMode="auto">
            <a:xfrm>
              <a:off x="1406525" y="3073400"/>
              <a:ext cx="425450" cy="425450"/>
            </a:xfrm>
            <a:custGeom>
              <a:avLst/>
              <a:gdLst>
                <a:gd name="T0" fmla="*/ 213 w 425"/>
                <a:gd name="T1" fmla="*/ 0 h 425"/>
                <a:gd name="T2" fmla="*/ 0 w 425"/>
                <a:gd name="T3" fmla="*/ 213 h 425"/>
                <a:gd name="T4" fmla="*/ 213 w 425"/>
                <a:gd name="T5" fmla="*/ 425 h 425"/>
                <a:gd name="T6" fmla="*/ 425 w 425"/>
                <a:gd name="T7" fmla="*/ 213 h 425"/>
                <a:gd name="T8" fmla="*/ 213 w 425"/>
                <a:gd name="T9" fmla="*/ 0 h 425"/>
                <a:gd name="T10" fmla="*/ 213 w 425"/>
                <a:gd name="T11" fmla="*/ 406 h 425"/>
                <a:gd name="T12" fmla="*/ 19 w 425"/>
                <a:gd name="T13" fmla="*/ 213 h 425"/>
                <a:gd name="T14" fmla="*/ 213 w 425"/>
                <a:gd name="T15" fmla="*/ 19 h 425"/>
                <a:gd name="T16" fmla="*/ 407 w 425"/>
                <a:gd name="T17" fmla="*/ 213 h 425"/>
                <a:gd name="T18" fmla="*/ 213 w 425"/>
                <a:gd name="T19" fmla="*/ 406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25" h="425">
                  <a:moveTo>
                    <a:pt x="213" y="0"/>
                  </a:moveTo>
                  <a:cubicBezTo>
                    <a:pt x="96" y="0"/>
                    <a:pt x="0" y="95"/>
                    <a:pt x="0" y="213"/>
                  </a:cubicBezTo>
                  <a:cubicBezTo>
                    <a:pt x="0" y="330"/>
                    <a:pt x="96" y="425"/>
                    <a:pt x="213" y="425"/>
                  </a:cubicBezTo>
                  <a:cubicBezTo>
                    <a:pt x="330" y="425"/>
                    <a:pt x="425" y="330"/>
                    <a:pt x="425" y="213"/>
                  </a:cubicBezTo>
                  <a:cubicBezTo>
                    <a:pt x="425" y="95"/>
                    <a:pt x="330" y="0"/>
                    <a:pt x="213" y="0"/>
                  </a:cubicBezTo>
                  <a:close/>
                  <a:moveTo>
                    <a:pt x="213" y="406"/>
                  </a:moveTo>
                  <a:cubicBezTo>
                    <a:pt x="106" y="406"/>
                    <a:pt x="19" y="319"/>
                    <a:pt x="19" y="213"/>
                  </a:cubicBezTo>
                  <a:cubicBezTo>
                    <a:pt x="19" y="106"/>
                    <a:pt x="106" y="19"/>
                    <a:pt x="213" y="19"/>
                  </a:cubicBezTo>
                  <a:cubicBezTo>
                    <a:pt x="320" y="19"/>
                    <a:pt x="407" y="106"/>
                    <a:pt x="407" y="213"/>
                  </a:cubicBezTo>
                  <a:cubicBezTo>
                    <a:pt x="407" y="319"/>
                    <a:pt x="320" y="406"/>
                    <a:pt x="213" y="406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4" name="Freeform 74"/>
            <p:cNvSpPr>
              <a:spLocks/>
            </p:cNvSpPr>
            <p:nvPr/>
          </p:nvSpPr>
          <p:spPr bwMode="auto">
            <a:xfrm>
              <a:off x="1617663" y="3113088"/>
              <a:ext cx="19050" cy="44450"/>
            </a:xfrm>
            <a:custGeom>
              <a:avLst/>
              <a:gdLst>
                <a:gd name="T0" fmla="*/ 9 w 19"/>
                <a:gd name="T1" fmla="*/ 45 h 45"/>
                <a:gd name="T2" fmla="*/ 19 w 19"/>
                <a:gd name="T3" fmla="*/ 36 h 45"/>
                <a:gd name="T4" fmla="*/ 19 w 19"/>
                <a:gd name="T5" fmla="*/ 10 h 45"/>
                <a:gd name="T6" fmla="*/ 9 w 19"/>
                <a:gd name="T7" fmla="*/ 0 h 45"/>
                <a:gd name="T8" fmla="*/ 0 w 19"/>
                <a:gd name="T9" fmla="*/ 10 h 45"/>
                <a:gd name="T10" fmla="*/ 0 w 19"/>
                <a:gd name="T11" fmla="*/ 36 h 45"/>
                <a:gd name="T12" fmla="*/ 9 w 19"/>
                <a:gd name="T13" fmla="*/ 45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" h="45">
                  <a:moveTo>
                    <a:pt x="9" y="45"/>
                  </a:moveTo>
                  <a:cubicBezTo>
                    <a:pt x="15" y="45"/>
                    <a:pt x="19" y="41"/>
                    <a:pt x="19" y="36"/>
                  </a:cubicBezTo>
                  <a:cubicBezTo>
                    <a:pt x="19" y="10"/>
                    <a:pt x="19" y="10"/>
                    <a:pt x="19" y="10"/>
                  </a:cubicBezTo>
                  <a:cubicBezTo>
                    <a:pt x="19" y="5"/>
                    <a:pt x="15" y="0"/>
                    <a:pt x="9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41"/>
                    <a:pt x="4" y="45"/>
                    <a:pt x="9" y="45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5" name="Freeform 75"/>
            <p:cNvSpPr>
              <a:spLocks/>
            </p:cNvSpPr>
            <p:nvPr/>
          </p:nvSpPr>
          <p:spPr bwMode="auto">
            <a:xfrm>
              <a:off x="1447800" y="3270250"/>
              <a:ext cx="44450" cy="19050"/>
            </a:xfrm>
            <a:custGeom>
              <a:avLst/>
              <a:gdLst>
                <a:gd name="T0" fmla="*/ 35 w 45"/>
                <a:gd name="T1" fmla="*/ 0 h 18"/>
                <a:gd name="T2" fmla="*/ 9 w 45"/>
                <a:gd name="T3" fmla="*/ 0 h 18"/>
                <a:gd name="T4" fmla="*/ 0 w 45"/>
                <a:gd name="T5" fmla="*/ 9 h 18"/>
                <a:gd name="T6" fmla="*/ 9 w 45"/>
                <a:gd name="T7" fmla="*/ 18 h 18"/>
                <a:gd name="T8" fmla="*/ 35 w 45"/>
                <a:gd name="T9" fmla="*/ 18 h 18"/>
                <a:gd name="T10" fmla="*/ 45 w 45"/>
                <a:gd name="T11" fmla="*/ 9 h 18"/>
                <a:gd name="T12" fmla="*/ 35 w 45"/>
                <a:gd name="T13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5" h="18">
                  <a:moveTo>
                    <a:pt x="35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4"/>
                    <a:pt x="4" y="18"/>
                    <a:pt x="9" y="18"/>
                  </a:cubicBezTo>
                  <a:cubicBezTo>
                    <a:pt x="35" y="18"/>
                    <a:pt x="35" y="18"/>
                    <a:pt x="35" y="18"/>
                  </a:cubicBezTo>
                  <a:cubicBezTo>
                    <a:pt x="40" y="18"/>
                    <a:pt x="45" y="14"/>
                    <a:pt x="45" y="9"/>
                  </a:cubicBezTo>
                  <a:cubicBezTo>
                    <a:pt x="45" y="4"/>
                    <a:pt x="40" y="0"/>
                    <a:pt x="3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6" name="Freeform 76"/>
            <p:cNvSpPr>
              <a:spLocks/>
            </p:cNvSpPr>
            <p:nvPr/>
          </p:nvSpPr>
          <p:spPr bwMode="auto">
            <a:xfrm>
              <a:off x="1747838" y="3270250"/>
              <a:ext cx="46038" cy="19050"/>
            </a:xfrm>
            <a:custGeom>
              <a:avLst/>
              <a:gdLst>
                <a:gd name="T0" fmla="*/ 36 w 45"/>
                <a:gd name="T1" fmla="*/ 0 h 18"/>
                <a:gd name="T2" fmla="*/ 9 w 45"/>
                <a:gd name="T3" fmla="*/ 0 h 18"/>
                <a:gd name="T4" fmla="*/ 0 w 45"/>
                <a:gd name="T5" fmla="*/ 9 h 18"/>
                <a:gd name="T6" fmla="*/ 9 w 45"/>
                <a:gd name="T7" fmla="*/ 18 h 18"/>
                <a:gd name="T8" fmla="*/ 36 w 45"/>
                <a:gd name="T9" fmla="*/ 18 h 18"/>
                <a:gd name="T10" fmla="*/ 45 w 45"/>
                <a:gd name="T11" fmla="*/ 9 h 18"/>
                <a:gd name="T12" fmla="*/ 36 w 45"/>
                <a:gd name="T13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5" h="18">
                  <a:moveTo>
                    <a:pt x="36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4"/>
                    <a:pt x="4" y="18"/>
                    <a:pt x="9" y="18"/>
                  </a:cubicBezTo>
                  <a:cubicBezTo>
                    <a:pt x="36" y="18"/>
                    <a:pt x="36" y="18"/>
                    <a:pt x="36" y="18"/>
                  </a:cubicBezTo>
                  <a:cubicBezTo>
                    <a:pt x="41" y="18"/>
                    <a:pt x="45" y="14"/>
                    <a:pt x="45" y="9"/>
                  </a:cubicBezTo>
                  <a:cubicBezTo>
                    <a:pt x="45" y="4"/>
                    <a:pt x="41" y="0"/>
                    <a:pt x="3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7" name="Freeform 77"/>
            <p:cNvSpPr>
              <a:spLocks/>
            </p:cNvSpPr>
            <p:nvPr/>
          </p:nvSpPr>
          <p:spPr bwMode="auto">
            <a:xfrm>
              <a:off x="1492250" y="3171825"/>
              <a:ext cx="41275" cy="39688"/>
            </a:xfrm>
            <a:custGeom>
              <a:avLst/>
              <a:gdLst>
                <a:gd name="T0" fmla="*/ 31 w 41"/>
                <a:gd name="T1" fmla="*/ 40 h 40"/>
                <a:gd name="T2" fmla="*/ 37 w 41"/>
                <a:gd name="T3" fmla="*/ 37 h 40"/>
                <a:gd name="T4" fmla="*/ 37 w 41"/>
                <a:gd name="T5" fmla="*/ 24 h 40"/>
                <a:gd name="T6" fmla="*/ 17 w 41"/>
                <a:gd name="T7" fmla="*/ 3 h 40"/>
                <a:gd name="T8" fmla="*/ 3 w 41"/>
                <a:gd name="T9" fmla="*/ 3 h 40"/>
                <a:gd name="T10" fmla="*/ 3 w 41"/>
                <a:gd name="T11" fmla="*/ 16 h 40"/>
                <a:gd name="T12" fmla="*/ 24 w 41"/>
                <a:gd name="T13" fmla="*/ 37 h 40"/>
                <a:gd name="T14" fmla="*/ 31 w 41"/>
                <a:gd name="T15" fmla="*/ 4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1" h="40">
                  <a:moveTo>
                    <a:pt x="31" y="40"/>
                  </a:moveTo>
                  <a:cubicBezTo>
                    <a:pt x="33" y="40"/>
                    <a:pt x="35" y="39"/>
                    <a:pt x="37" y="37"/>
                  </a:cubicBezTo>
                  <a:cubicBezTo>
                    <a:pt x="41" y="33"/>
                    <a:pt x="41" y="27"/>
                    <a:pt x="37" y="24"/>
                  </a:cubicBezTo>
                  <a:cubicBezTo>
                    <a:pt x="17" y="3"/>
                    <a:pt x="17" y="3"/>
                    <a:pt x="17" y="3"/>
                  </a:cubicBezTo>
                  <a:cubicBezTo>
                    <a:pt x="13" y="0"/>
                    <a:pt x="7" y="0"/>
                    <a:pt x="3" y="3"/>
                  </a:cubicBezTo>
                  <a:cubicBezTo>
                    <a:pt x="0" y="7"/>
                    <a:pt x="0" y="13"/>
                    <a:pt x="3" y="16"/>
                  </a:cubicBezTo>
                  <a:cubicBezTo>
                    <a:pt x="24" y="37"/>
                    <a:pt x="24" y="37"/>
                    <a:pt x="24" y="37"/>
                  </a:cubicBezTo>
                  <a:cubicBezTo>
                    <a:pt x="26" y="39"/>
                    <a:pt x="28" y="40"/>
                    <a:pt x="31" y="4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8" name="Freeform 78"/>
            <p:cNvSpPr>
              <a:spLocks/>
            </p:cNvSpPr>
            <p:nvPr/>
          </p:nvSpPr>
          <p:spPr bwMode="auto">
            <a:xfrm>
              <a:off x="1708150" y="3348038"/>
              <a:ext cx="39688" cy="39688"/>
            </a:xfrm>
            <a:custGeom>
              <a:avLst/>
              <a:gdLst>
                <a:gd name="T0" fmla="*/ 17 w 40"/>
                <a:gd name="T1" fmla="*/ 4 h 40"/>
                <a:gd name="T2" fmla="*/ 3 w 40"/>
                <a:gd name="T3" fmla="*/ 4 h 40"/>
                <a:gd name="T4" fmla="*/ 3 w 40"/>
                <a:gd name="T5" fmla="*/ 17 h 40"/>
                <a:gd name="T6" fmla="*/ 23 w 40"/>
                <a:gd name="T7" fmla="*/ 37 h 40"/>
                <a:gd name="T8" fmla="*/ 30 w 40"/>
                <a:gd name="T9" fmla="*/ 40 h 40"/>
                <a:gd name="T10" fmla="*/ 36 w 40"/>
                <a:gd name="T11" fmla="*/ 37 h 40"/>
                <a:gd name="T12" fmla="*/ 36 w 40"/>
                <a:gd name="T13" fmla="*/ 24 h 40"/>
                <a:gd name="T14" fmla="*/ 17 w 40"/>
                <a:gd name="T15" fmla="*/ 4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0" h="40">
                  <a:moveTo>
                    <a:pt x="17" y="4"/>
                  </a:moveTo>
                  <a:cubicBezTo>
                    <a:pt x="13" y="0"/>
                    <a:pt x="7" y="0"/>
                    <a:pt x="3" y="4"/>
                  </a:cubicBezTo>
                  <a:cubicBezTo>
                    <a:pt x="0" y="8"/>
                    <a:pt x="0" y="14"/>
                    <a:pt x="3" y="17"/>
                  </a:cubicBezTo>
                  <a:cubicBezTo>
                    <a:pt x="23" y="37"/>
                    <a:pt x="23" y="37"/>
                    <a:pt x="23" y="37"/>
                  </a:cubicBezTo>
                  <a:cubicBezTo>
                    <a:pt x="25" y="39"/>
                    <a:pt x="27" y="40"/>
                    <a:pt x="30" y="40"/>
                  </a:cubicBezTo>
                  <a:cubicBezTo>
                    <a:pt x="32" y="40"/>
                    <a:pt x="35" y="39"/>
                    <a:pt x="36" y="37"/>
                  </a:cubicBezTo>
                  <a:cubicBezTo>
                    <a:pt x="40" y="33"/>
                    <a:pt x="40" y="27"/>
                    <a:pt x="36" y="24"/>
                  </a:cubicBezTo>
                  <a:lnTo>
                    <a:pt x="17" y="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9" name="Freeform 79"/>
            <p:cNvSpPr>
              <a:spLocks/>
            </p:cNvSpPr>
            <p:nvPr/>
          </p:nvSpPr>
          <p:spPr bwMode="auto">
            <a:xfrm>
              <a:off x="1700213" y="3163888"/>
              <a:ext cx="41275" cy="41275"/>
            </a:xfrm>
            <a:custGeom>
              <a:avLst/>
              <a:gdLst>
                <a:gd name="T0" fmla="*/ 17 w 41"/>
                <a:gd name="T1" fmla="*/ 38 h 40"/>
                <a:gd name="T2" fmla="*/ 38 w 41"/>
                <a:gd name="T3" fmla="*/ 17 h 40"/>
                <a:gd name="T4" fmla="*/ 38 w 41"/>
                <a:gd name="T5" fmla="*/ 4 h 40"/>
                <a:gd name="T6" fmla="*/ 25 w 41"/>
                <a:gd name="T7" fmla="*/ 4 h 40"/>
                <a:gd name="T8" fmla="*/ 4 w 41"/>
                <a:gd name="T9" fmla="*/ 24 h 40"/>
                <a:gd name="T10" fmla="*/ 4 w 41"/>
                <a:gd name="T11" fmla="*/ 38 h 40"/>
                <a:gd name="T12" fmla="*/ 11 w 41"/>
                <a:gd name="T13" fmla="*/ 40 h 40"/>
                <a:gd name="T14" fmla="*/ 17 w 41"/>
                <a:gd name="T15" fmla="*/ 38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1" h="40">
                  <a:moveTo>
                    <a:pt x="17" y="38"/>
                  </a:moveTo>
                  <a:cubicBezTo>
                    <a:pt x="38" y="17"/>
                    <a:pt x="38" y="17"/>
                    <a:pt x="38" y="17"/>
                  </a:cubicBezTo>
                  <a:cubicBezTo>
                    <a:pt x="41" y="13"/>
                    <a:pt x="41" y="7"/>
                    <a:pt x="38" y="4"/>
                  </a:cubicBezTo>
                  <a:cubicBezTo>
                    <a:pt x="34" y="0"/>
                    <a:pt x="28" y="0"/>
                    <a:pt x="25" y="4"/>
                  </a:cubicBezTo>
                  <a:cubicBezTo>
                    <a:pt x="4" y="24"/>
                    <a:pt x="4" y="24"/>
                    <a:pt x="4" y="24"/>
                  </a:cubicBezTo>
                  <a:cubicBezTo>
                    <a:pt x="0" y="28"/>
                    <a:pt x="0" y="34"/>
                    <a:pt x="4" y="38"/>
                  </a:cubicBezTo>
                  <a:cubicBezTo>
                    <a:pt x="6" y="39"/>
                    <a:pt x="8" y="40"/>
                    <a:pt x="11" y="40"/>
                  </a:cubicBezTo>
                  <a:cubicBezTo>
                    <a:pt x="13" y="40"/>
                    <a:pt x="15" y="39"/>
                    <a:pt x="17" y="3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0" name="Freeform 80"/>
            <p:cNvSpPr>
              <a:spLocks/>
            </p:cNvSpPr>
            <p:nvPr/>
          </p:nvSpPr>
          <p:spPr bwMode="auto">
            <a:xfrm>
              <a:off x="1498600" y="3354388"/>
              <a:ext cx="39688" cy="39688"/>
            </a:xfrm>
            <a:custGeom>
              <a:avLst/>
              <a:gdLst>
                <a:gd name="T0" fmla="*/ 23 w 40"/>
                <a:gd name="T1" fmla="*/ 4 h 39"/>
                <a:gd name="T2" fmla="*/ 4 w 40"/>
                <a:gd name="T3" fmla="*/ 23 h 39"/>
                <a:gd name="T4" fmla="*/ 4 w 40"/>
                <a:gd name="T5" fmla="*/ 37 h 39"/>
                <a:gd name="T6" fmla="*/ 10 w 40"/>
                <a:gd name="T7" fmla="*/ 39 h 39"/>
                <a:gd name="T8" fmla="*/ 17 w 40"/>
                <a:gd name="T9" fmla="*/ 37 h 39"/>
                <a:gd name="T10" fmla="*/ 37 w 40"/>
                <a:gd name="T11" fmla="*/ 17 h 39"/>
                <a:gd name="T12" fmla="*/ 37 w 40"/>
                <a:gd name="T13" fmla="*/ 4 h 39"/>
                <a:gd name="T14" fmla="*/ 23 w 40"/>
                <a:gd name="T15" fmla="*/ 4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0" h="39">
                  <a:moveTo>
                    <a:pt x="23" y="4"/>
                  </a:moveTo>
                  <a:cubicBezTo>
                    <a:pt x="4" y="23"/>
                    <a:pt x="4" y="23"/>
                    <a:pt x="4" y="23"/>
                  </a:cubicBezTo>
                  <a:cubicBezTo>
                    <a:pt x="0" y="27"/>
                    <a:pt x="0" y="33"/>
                    <a:pt x="4" y="37"/>
                  </a:cubicBezTo>
                  <a:cubicBezTo>
                    <a:pt x="6" y="38"/>
                    <a:pt x="8" y="39"/>
                    <a:pt x="10" y="39"/>
                  </a:cubicBezTo>
                  <a:cubicBezTo>
                    <a:pt x="13" y="39"/>
                    <a:pt x="15" y="38"/>
                    <a:pt x="17" y="37"/>
                  </a:cubicBezTo>
                  <a:cubicBezTo>
                    <a:pt x="37" y="17"/>
                    <a:pt x="37" y="17"/>
                    <a:pt x="37" y="17"/>
                  </a:cubicBezTo>
                  <a:cubicBezTo>
                    <a:pt x="40" y="13"/>
                    <a:pt x="40" y="7"/>
                    <a:pt x="37" y="4"/>
                  </a:cubicBezTo>
                  <a:cubicBezTo>
                    <a:pt x="33" y="0"/>
                    <a:pt x="27" y="0"/>
                    <a:pt x="23" y="4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1" name="Freeform 81"/>
            <p:cNvSpPr>
              <a:spLocks noEditPoints="1"/>
            </p:cNvSpPr>
            <p:nvPr/>
          </p:nvSpPr>
          <p:spPr bwMode="auto">
            <a:xfrm>
              <a:off x="1581150" y="3216275"/>
              <a:ext cx="107950" cy="104775"/>
            </a:xfrm>
            <a:custGeom>
              <a:avLst/>
              <a:gdLst>
                <a:gd name="T0" fmla="*/ 91 w 108"/>
                <a:gd name="T1" fmla="*/ 4 h 105"/>
                <a:gd name="T2" fmla="*/ 56 w 108"/>
                <a:gd name="T3" fmla="*/ 39 h 105"/>
                <a:gd name="T4" fmla="*/ 39 w 108"/>
                <a:gd name="T5" fmla="*/ 34 h 105"/>
                <a:gd name="T6" fmla="*/ 14 w 108"/>
                <a:gd name="T7" fmla="*/ 44 h 105"/>
                <a:gd name="T8" fmla="*/ 14 w 108"/>
                <a:gd name="T9" fmla="*/ 95 h 105"/>
                <a:gd name="T10" fmla="*/ 39 w 108"/>
                <a:gd name="T11" fmla="*/ 105 h 105"/>
                <a:gd name="T12" fmla="*/ 64 w 108"/>
                <a:gd name="T13" fmla="*/ 95 h 105"/>
                <a:gd name="T14" fmla="*/ 74 w 108"/>
                <a:gd name="T15" fmla="*/ 70 h 105"/>
                <a:gd name="T16" fmla="*/ 70 w 108"/>
                <a:gd name="T17" fmla="*/ 52 h 105"/>
                <a:gd name="T18" fmla="*/ 104 w 108"/>
                <a:gd name="T19" fmla="*/ 17 h 105"/>
                <a:gd name="T20" fmla="*/ 104 w 108"/>
                <a:gd name="T21" fmla="*/ 4 h 105"/>
                <a:gd name="T22" fmla="*/ 91 w 108"/>
                <a:gd name="T23" fmla="*/ 4 h 105"/>
                <a:gd name="T24" fmla="*/ 51 w 108"/>
                <a:gd name="T25" fmla="*/ 82 h 105"/>
                <a:gd name="T26" fmla="*/ 39 w 108"/>
                <a:gd name="T27" fmla="*/ 86 h 105"/>
                <a:gd name="T28" fmla="*/ 27 w 108"/>
                <a:gd name="T29" fmla="*/ 82 h 105"/>
                <a:gd name="T30" fmla="*/ 27 w 108"/>
                <a:gd name="T31" fmla="*/ 58 h 105"/>
                <a:gd name="T32" fmla="*/ 39 w 108"/>
                <a:gd name="T33" fmla="*/ 53 h 105"/>
                <a:gd name="T34" fmla="*/ 51 w 108"/>
                <a:gd name="T35" fmla="*/ 58 h 105"/>
                <a:gd name="T36" fmla="*/ 56 w 108"/>
                <a:gd name="T37" fmla="*/ 70 h 105"/>
                <a:gd name="T38" fmla="*/ 51 w 108"/>
                <a:gd name="T39" fmla="*/ 82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08" h="105">
                  <a:moveTo>
                    <a:pt x="91" y="4"/>
                  </a:moveTo>
                  <a:cubicBezTo>
                    <a:pt x="56" y="39"/>
                    <a:pt x="56" y="39"/>
                    <a:pt x="56" y="39"/>
                  </a:cubicBezTo>
                  <a:cubicBezTo>
                    <a:pt x="51" y="36"/>
                    <a:pt x="45" y="34"/>
                    <a:pt x="39" y="34"/>
                  </a:cubicBezTo>
                  <a:cubicBezTo>
                    <a:pt x="29" y="34"/>
                    <a:pt x="20" y="38"/>
                    <a:pt x="14" y="44"/>
                  </a:cubicBezTo>
                  <a:cubicBezTo>
                    <a:pt x="0" y="58"/>
                    <a:pt x="0" y="81"/>
                    <a:pt x="14" y="95"/>
                  </a:cubicBezTo>
                  <a:cubicBezTo>
                    <a:pt x="20" y="101"/>
                    <a:pt x="29" y="105"/>
                    <a:pt x="39" y="105"/>
                  </a:cubicBezTo>
                  <a:cubicBezTo>
                    <a:pt x="48" y="105"/>
                    <a:pt x="57" y="101"/>
                    <a:pt x="64" y="95"/>
                  </a:cubicBezTo>
                  <a:cubicBezTo>
                    <a:pt x="71" y="88"/>
                    <a:pt x="74" y="79"/>
                    <a:pt x="74" y="70"/>
                  </a:cubicBezTo>
                  <a:cubicBezTo>
                    <a:pt x="74" y="63"/>
                    <a:pt x="73" y="57"/>
                    <a:pt x="70" y="52"/>
                  </a:cubicBezTo>
                  <a:cubicBezTo>
                    <a:pt x="104" y="17"/>
                    <a:pt x="104" y="17"/>
                    <a:pt x="104" y="17"/>
                  </a:cubicBezTo>
                  <a:cubicBezTo>
                    <a:pt x="108" y="14"/>
                    <a:pt x="108" y="8"/>
                    <a:pt x="104" y="4"/>
                  </a:cubicBezTo>
                  <a:cubicBezTo>
                    <a:pt x="101" y="0"/>
                    <a:pt x="95" y="0"/>
                    <a:pt x="91" y="4"/>
                  </a:cubicBezTo>
                  <a:close/>
                  <a:moveTo>
                    <a:pt x="51" y="82"/>
                  </a:moveTo>
                  <a:cubicBezTo>
                    <a:pt x="48" y="85"/>
                    <a:pt x="43" y="86"/>
                    <a:pt x="39" y="86"/>
                  </a:cubicBezTo>
                  <a:cubicBezTo>
                    <a:pt x="34" y="86"/>
                    <a:pt x="30" y="85"/>
                    <a:pt x="27" y="82"/>
                  </a:cubicBezTo>
                  <a:cubicBezTo>
                    <a:pt x="20" y="75"/>
                    <a:pt x="20" y="64"/>
                    <a:pt x="27" y="58"/>
                  </a:cubicBezTo>
                  <a:cubicBezTo>
                    <a:pt x="30" y="55"/>
                    <a:pt x="34" y="53"/>
                    <a:pt x="39" y="53"/>
                  </a:cubicBezTo>
                  <a:cubicBezTo>
                    <a:pt x="43" y="53"/>
                    <a:pt x="48" y="55"/>
                    <a:pt x="51" y="58"/>
                  </a:cubicBezTo>
                  <a:cubicBezTo>
                    <a:pt x="54" y="61"/>
                    <a:pt x="56" y="65"/>
                    <a:pt x="56" y="70"/>
                  </a:cubicBezTo>
                  <a:cubicBezTo>
                    <a:pt x="56" y="74"/>
                    <a:pt x="54" y="78"/>
                    <a:pt x="51" y="82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2" name="Freeform 82"/>
            <p:cNvSpPr>
              <a:spLocks noEditPoints="1"/>
            </p:cNvSpPr>
            <p:nvPr/>
          </p:nvSpPr>
          <p:spPr bwMode="auto">
            <a:xfrm>
              <a:off x="1552575" y="3389313"/>
              <a:ext cx="134938" cy="57150"/>
            </a:xfrm>
            <a:custGeom>
              <a:avLst/>
              <a:gdLst>
                <a:gd name="T0" fmla="*/ 114 w 136"/>
                <a:gd name="T1" fmla="*/ 0 h 58"/>
                <a:gd name="T2" fmla="*/ 22 w 136"/>
                <a:gd name="T3" fmla="*/ 0 h 58"/>
                <a:gd name="T4" fmla="*/ 0 w 136"/>
                <a:gd name="T5" fmla="*/ 22 h 58"/>
                <a:gd name="T6" fmla="*/ 0 w 136"/>
                <a:gd name="T7" fmla="*/ 35 h 58"/>
                <a:gd name="T8" fmla="*/ 22 w 136"/>
                <a:gd name="T9" fmla="*/ 58 h 58"/>
                <a:gd name="T10" fmla="*/ 114 w 136"/>
                <a:gd name="T11" fmla="*/ 58 h 58"/>
                <a:gd name="T12" fmla="*/ 136 w 136"/>
                <a:gd name="T13" fmla="*/ 35 h 58"/>
                <a:gd name="T14" fmla="*/ 136 w 136"/>
                <a:gd name="T15" fmla="*/ 22 h 58"/>
                <a:gd name="T16" fmla="*/ 114 w 136"/>
                <a:gd name="T17" fmla="*/ 0 h 58"/>
                <a:gd name="T18" fmla="*/ 117 w 136"/>
                <a:gd name="T19" fmla="*/ 35 h 58"/>
                <a:gd name="T20" fmla="*/ 114 w 136"/>
                <a:gd name="T21" fmla="*/ 39 h 58"/>
                <a:gd name="T22" fmla="*/ 22 w 136"/>
                <a:gd name="T23" fmla="*/ 39 h 58"/>
                <a:gd name="T24" fmla="*/ 18 w 136"/>
                <a:gd name="T25" fmla="*/ 35 h 58"/>
                <a:gd name="T26" fmla="*/ 18 w 136"/>
                <a:gd name="T27" fmla="*/ 22 h 58"/>
                <a:gd name="T28" fmla="*/ 22 w 136"/>
                <a:gd name="T29" fmla="*/ 18 h 58"/>
                <a:gd name="T30" fmla="*/ 114 w 136"/>
                <a:gd name="T31" fmla="*/ 18 h 58"/>
                <a:gd name="T32" fmla="*/ 117 w 136"/>
                <a:gd name="T33" fmla="*/ 22 h 58"/>
                <a:gd name="T34" fmla="*/ 117 w 136"/>
                <a:gd name="T35" fmla="*/ 35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6" h="58">
                  <a:moveTo>
                    <a:pt x="114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9" y="0"/>
                    <a:pt x="0" y="9"/>
                    <a:pt x="0" y="22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48"/>
                    <a:pt x="9" y="58"/>
                    <a:pt x="22" y="58"/>
                  </a:cubicBezTo>
                  <a:cubicBezTo>
                    <a:pt x="114" y="58"/>
                    <a:pt x="114" y="58"/>
                    <a:pt x="114" y="58"/>
                  </a:cubicBezTo>
                  <a:cubicBezTo>
                    <a:pt x="126" y="58"/>
                    <a:pt x="136" y="48"/>
                    <a:pt x="136" y="35"/>
                  </a:cubicBezTo>
                  <a:cubicBezTo>
                    <a:pt x="136" y="22"/>
                    <a:pt x="136" y="22"/>
                    <a:pt x="136" y="22"/>
                  </a:cubicBezTo>
                  <a:cubicBezTo>
                    <a:pt x="136" y="9"/>
                    <a:pt x="126" y="0"/>
                    <a:pt x="114" y="0"/>
                  </a:cubicBezTo>
                  <a:close/>
                  <a:moveTo>
                    <a:pt x="117" y="35"/>
                  </a:moveTo>
                  <a:cubicBezTo>
                    <a:pt x="117" y="35"/>
                    <a:pt x="117" y="39"/>
                    <a:pt x="114" y="39"/>
                  </a:cubicBezTo>
                  <a:cubicBezTo>
                    <a:pt x="22" y="39"/>
                    <a:pt x="22" y="39"/>
                    <a:pt x="22" y="39"/>
                  </a:cubicBezTo>
                  <a:cubicBezTo>
                    <a:pt x="18" y="39"/>
                    <a:pt x="18" y="35"/>
                    <a:pt x="18" y="35"/>
                  </a:cubicBezTo>
                  <a:cubicBezTo>
                    <a:pt x="18" y="22"/>
                    <a:pt x="18" y="22"/>
                    <a:pt x="18" y="22"/>
                  </a:cubicBezTo>
                  <a:cubicBezTo>
                    <a:pt x="18" y="20"/>
                    <a:pt x="19" y="18"/>
                    <a:pt x="22" y="18"/>
                  </a:cubicBezTo>
                  <a:cubicBezTo>
                    <a:pt x="114" y="18"/>
                    <a:pt x="114" y="18"/>
                    <a:pt x="114" y="18"/>
                  </a:cubicBezTo>
                  <a:cubicBezTo>
                    <a:pt x="116" y="18"/>
                    <a:pt x="117" y="20"/>
                    <a:pt x="117" y="22"/>
                  </a:cubicBezTo>
                  <a:lnTo>
                    <a:pt x="117" y="35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64" name="Group 163"/>
          <p:cNvGrpSpPr/>
          <p:nvPr/>
        </p:nvGrpSpPr>
        <p:grpSpPr>
          <a:xfrm>
            <a:off x="793751" y="4097867"/>
            <a:ext cx="565151" cy="567268"/>
            <a:chOff x="595313" y="3073400"/>
            <a:chExt cx="423863" cy="425451"/>
          </a:xfrm>
          <a:solidFill>
            <a:schemeClr val="tx2"/>
          </a:solidFill>
        </p:grpSpPr>
        <p:sp>
          <p:nvSpPr>
            <p:cNvPr id="83" name="Freeform 83"/>
            <p:cNvSpPr>
              <a:spLocks noEditPoints="1"/>
            </p:cNvSpPr>
            <p:nvPr/>
          </p:nvSpPr>
          <p:spPr bwMode="auto">
            <a:xfrm>
              <a:off x="595313" y="3113088"/>
              <a:ext cx="385763" cy="385763"/>
            </a:xfrm>
            <a:custGeom>
              <a:avLst/>
              <a:gdLst>
                <a:gd name="T0" fmla="*/ 376 w 386"/>
                <a:gd name="T1" fmla="*/ 184 h 386"/>
                <a:gd name="T2" fmla="*/ 202 w 386"/>
                <a:gd name="T3" fmla="*/ 184 h 386"/>
                <a:gd name="T4" fmla="*/ 202 w 386"/>
                <a:gd name="T5" fmla="*/ 10 h 386"/>
                <a:gd name="T6" fmla="*/ 193 w 386"/>
                <a:gd name="T7" fmla="*/ 0 h 386"/>
                <a:gd name="T8" fmla="*/ 0 w 386"/>
                <a:gd name="T9" fmla="*/ 193 h 386"/>
                <a:gd name="T10" fmla="*/ 193 w 386"/>
                <a:gd name="T11" fmla="*/ 386 h 386"/>
                <a:gd name="T12" fmla="*/ 328 w 386"/>
                <a:gd name="T13" fmla="*/ 329 h 386"/>
                <a:gd name="T14" fmla="*/ 386 w 386"/>
                <a:gd name="T15" fmla="*/ 193 h 386"/>
                <a:gd name="T16" fmla="*/ 376 w 386"/>
                <a:gd name="T17" fmla="*/ 184 h 386"/>
                <a:gd name="T18" fmla="*/ 193 w 386"/>
                <a:gd name="T19" fmla="*/ 367 h 386"/>
                <a:gd name="T20" fmla="*/ 19 w 386"/>
                <a:gd name="T21" fmla="*/ 193 h 386"/>
                <a:gd name="T22" fmla="*/ 183 w 386"/>
                <a:gd name="T23" fmla="*/ 19 h 386"/>
                <a:gd name="T24" fmla="*/ 183 w 386"/>
                <a:gd name="T25" fmla="*/ 193 h 386"/>
                <a:gd name="T26" fmla="*/ 193 w 386"/>
                <a:gd name="T27" fmla="*/ 203 h 386"/>
                <a:gd name="T28" fmla="*/ 367 w 386"/>
                <a:gd name="T29" fmla="*/ 203 h 386"/>
                <a:gd name="T30" fmla="*/ 193 w 386"/>
                <a:gd name="T31" fmla="*/ 367 h 3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86" h="386">
                  <a:moveTo>
                    <a:pt x="376" y="184"/>
                  </a:moveTo>
                  <a:cubicBezTo>
                    <a:pt x="202" y="184"/>
                    <a:pt x="202" y="184"/>
                    <a:pt x="202" y="184"/>
                  </a:cubicBezTo>
                  <a:cubicBezTo>
                    <a:pt x="202" y="10"/>
                    <a:pt x="202" y="10"/>
                    <a:pt x="202" y="10"/>
                  </a:cubicBezTo>
                  <a:cubicBezTo>
                    <a:pt x="202" y="5"/>
                    <a:pt x="198" y="0"/>
                    <a:pt x="193" y="0"/>
                  </a:cubicBezTo>
                  <a:cubicBezTo>
                    <a:pt x="87" y="0"/>
                    <a:pt x="0" y="87"/>
                    <a:pt x="0" y="193"/>
                  </a:cubicBezTo>
                  <a:cubicBezTo>
                    <a:pt x="0" y="303"/>
                    <a:pt x="83" y="386"/>
                    <a:pt x="193" y="386"/>
                  </a:cubicBezTo>
                  <a:cubicBezTo>
                    <a:pt x="242" y="386"/>
                    <a:pt x="291" y="365"/>
                    <a:pt x="328" y="329"/>
                  </a:cubicBezTo>
                  <a:cubicBezTo>
                    <a:pt x="365" y="292"/>
                    <a:pt x="386" y="244"/>
                    <a:pt x="386" y="193"/>
                  </a:cubicBezTo>
                  <a:cubicBezTo>
                    <a:pt x="386" y="188"/>
                    <a:pt x="381" y="184"/>
                    <a:pt x="376" y="184"/>
                  </a:cubicBezTo>
                  <a:close/>
                  <a:moveTo>
                    <a:pt x="193" y="367"/>
                  </a:moveTo>
                  <a:cubicBezTo>
                    <a:pt x="94" y="367"/>
                    <a:pt x="19" y="292"/>
                    <a:pt x="19" y="193"/>
                  </a:cubicBezTo>
                  <a:cubicBezTo>
                    <a:pt x="19" y="100"/>
                    <a:pt x="92" y="24"/>
                    <a:pt x="183" y="19"/>
                  </a:cubicBezTo>
                  <a:cubicBezTo>
                    <a:pt x="183" y="193"/>
                    <a:pt x="183" y="193"/>
                    <a:pt x="183" y="193"/>
                  </a:cubicBezTo>
                  <a:cubicBezTo>
                    <a:pt x="183" y="199"/>
                    <a:pt x="188" y="203"/>
                    <a:pt x="193" y="203"/>
                  </a:cubicBezTo>
                  <a:cubicBezTo>
                    <a:pt x="367" y="203"/>
                    <a:pt x="367" y="203"/>
                    <a:pt x="367" y="203"/>
                  </a:cubicBezTo>
                  <a:cubicBezTo>
                    <a:pt x="361" y="292"/>
                    <a:pt x="283" y="367"/>
                    <a:pt x="193" y="367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4" name="Freeform 84"/>
            <p:cNvSpPr>
              <a:spLocks noEditPoints="1"/>
            </p:cNvSpPr>
            <p:nvPr/>
          </p:nvSpPr>
          <p:spPr bwMode="auto">
            <a:xfrm>
              <a:off x="817563" y="3073400"/>
              <a:ext cx="201613" cy="203200"/>
            </a:xfrm>
            <a:custGeom>
              <a:avLst/>
              <a:gdLst>
                <a:gd name="T0" fmla="*/ 9 w 202"/>
                <a:gd name="T1" fmla="*/ 0 h 203"/>
                <a:gd name="T2" fmla="*/ 0 w 202"/>
                <a:gd name="T3" fmla="*/ 10 h 203"/>
                <a:gd name="T4" fmla="*/ 0 w 202"/>
                <a:gd name="T5" fmla="*/ 193 h 203"/>
                <a:gd name="T6" fmla="*/ 9 w 202"/>
                <a:gd name="T7" fmla="*/ 203 h 203"/>
                <a:gd name="T8" fmla="*/ 193 w 202"/>
                <a:gd name="T9" fmla="*/ 203 h 203"/>
                <a:gd name="T10" fmla="*/ 202 w 202"/>
                <a:gd name="T11" fmla="*/ 194 h 203"/>
                <a:gd name="T12" fmla="*/ 202 w 202"/>
                <a:gd name="T13" fmla="*/ 193 h 203"/>
                <a:gd name="T14" fmla="*/ 9 w 202"/>
                <a:gd name="T15" fmla="*/ 0 h 203"/>
                <a:gd name="T16" fmla="*/ 19 w 202"/>
                <a:gd name="T17" fmla="*/ 184 h 203"/>
                <a:gd name="T18" fmla="*/ 19 w 202"/>
                <a:gd name="T19" fmla="*/ 19 h 203"/>
                <a:gd name="T20" fmla="*/ 183 w 202"/>
                <a:gd name="T21" fmla="*/ 184 h 203"/>
                <a:gd name="T22" fmla="*/ 19 w 202"/>
                <a:gd name="T23" fmla="*/ 184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02" h="203">
                  <a:moveTo>
                    <a:pt x="9" y="0"/>
                  </a:moveTo>
                  <a:cubicBezTo>
                    <a:pt x="4" y="0"/>
                    <a:pt x="0" y="4"/>
                    <a:pt x="0" y="10"/>
                  </a:cubicBezTo>
                  <a:cubicBezTo>
                    <a:pt x="0" y="193"/>
                    <a:pt x="0" y="193"/>
                    <a:pt x="0" y="193"/>
                  </a:cubicBezTo>
                  <a:cubicBezTo>
                    <a:pt x="0" y="198"/>
                    <a:pt x="4" y="203"/>
                    <a:pt x="9" y="203"/>
                  </a:cubicBezTo>
                  <a:cubicBezTo>
                    <a:pt x="193" y="203"/>
                    <a:pt x="193" y="203"/>
                    <a:pt x="193" y="203"/>
                  </a:cubicBezTo>
                  <a:cubicBezTo>
                    <a:pt x="198" y="203"/>
                    <a:pt x="202" y="199"/>
                    <a:pt x="202" y="194"/>
                  </a:cubicBezTo>
                  <a:cubicBezTo>
                    <a:pt x="202" y="193"/>
                    <a:pt x="202" y="193"/>
                    <a:pt x="202" y="193"/>
                  </a:cubicBezTo>
                  <a:cubicBezTo>
                    <a:pt x="202" y="87"/>
                    <a:pt x="115" y="0"/>
                    <a:pt x="9" y="0"/>
                  </a:cubicBezTo>
                  <a:close/>
                  <a:moveTo>
                    <a:pt x="19" y="184"/>
                  </a:moveTo>
                  <a:cubicBezTo>
                    <a:pt x="19" y="19"/>
                    <a:pt x="19" y="19"/>
                    <a:pt x="19" y="19"/>
                  </a:cubicBezTo>
                  <a:cubicBezTo>
                    <a:pt x="107" y="24"/>
                    <a:pt x="178" y="95"/>
                    <a:pt x="183" y="184"/>
                  </a:cubicBezTo>
                  <a:lnTo>
                    <a:pt x="19" y="18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70" name="Group 169"/>
          <p:cNvGrpSpPr/>
          <p:nvPr/>
        </p:nvGrpSpPr>
        <p:grpSpPr>
          <a:xfrm>
            <a:off x="10545233" y="3189817"/>
            <a:ext cx="567267" cy="567267"/>
            <a:chOff x="7908925" y="2392363"/>
            <a:chExt cx="425450" cy="425450"/>
          </a:xfrm>
          <a:solidFill>
            <a:schemeClr val="tx2"/>
          </a:solidFill>
        </p:grpSpPr>
        <p:sp>
          <p:nvSpPr>
            <p:cNvPr id="85" name="Freeform 85"/>
            <p:cNvSpPr>
              <a:spLocks noEditPoints="1"/>
            </p:cNvSpPr>
            <p:nvPr/>
          </p:nvSpPr>
          <p:spPr bwMode="auto">
            <a:xfrm>
              <a:off x="7908925" y="2392363"/>
              <a:ext cx="425450" cy="425450"/>
            </a:xfrm>
            <a:custGeom>
              <a:avLst/>
              <a:gdLst>
                <a:gd name="T0" fmla="*/ 213 w 425"/>
                <a:gd name="T1" fmla="*/ 0 h 425"/>
                <a:gd name="T2" fmla="*/ 0 w 425"/>
                <a:gd name="T3" fmla="*/ 212 h 425"/>
                <a:gd name="T4" fmla="*/ 213 w 425"/>
                <a:gd name="T5" fmla="*/ 425 h 425"/>
                <a:gd name="T6" fmla="*/ 425 w 425"/>
                <a:gd name="T7" fmla="*/ 212 h 425"/>
                <a:gd name="T8" fmla="*/ 213 w 425"/>
                <a:gd name="T9" fmla="*/ 0 h 425"/>
                <a:gd name="T10" fmla="*/ 213 w 425"/>
                <a:gd name="T11" fmla="*/ 406 h 425"/>
                <a:gd name="T12" fmla="*/ 19 w 425"/>
                <a:gd name="T13" fmla="*/ 212 h 425"/>
                <a:gd name="T14" fmla="*/ 213 w 425"/>
                <a:gd name="T15" fmla="*/ 19 h 425"/>
                <a:gd name="T16" fmla="*/ 406 w 425"/>
                <a:gd name="T17" fmla="*/ 212 h 425"/>
                <a:gd name="T18" fmla="*/ 213 w 425"/>
                <a:gd name="T19" fmla="*/ 406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25" h="425">
                  <a:moveTo>
                    <a:pt x="213" y="0"/>
                  </a:moveTo>
                  <a:cubicBezTo>
                    <a:pt x="95" y="0"/>
                    <a:pt x="0" y="95"/>
                    <a:pt x="0" y="212"/>
                  </a:cubicBezTo>
                  <a:cubicBezTo>
                    <a:pt x="0" y="329"/>
                    <a:pt x="95" y="425"/>
                    <a:pt x="213" y="425"/>
                  </a:cubicBezTo>
                  <a:cubicBezTo>
                    <a:pt x="330" y="425"/>
                    <a:pt x="425" y="329"/>
                    <a:pt x="425" y="212"/>
                  </a:cubicBezTo>
                  <a:cubicBezTo>
                    <a:pt x="425" y="95"/>
                    <a:pt x="330" y="0"/>
                    <a:pt x="213" y="0"/>
                  </a:cubicBezTo>
                  <a:close/>
                  <a:moveTo>
                    <a:pt x="213" y="406"/>
                  </a:moveTo>
                  <a:cubicBezTo>
                    <a:pt x="106" y="406"/>
                    <a:pt x="19" y="319"/>
                    <a:pt x="19" y="212"/>
                  </a:cubicBezTo>
                  <a:cubicBezTo>
                    <a:pt x="19" y="105"/>
                    <a:pt x="106" y="19"/>
                    <a:pt x="213" y="19"/>
                  </a:cubicBezTo>
                  <a:cubicBezTo>
                    <a:pt x="319" y="19"/>
                    <a:pt x="406" y="105"/>
                    <a:pt x="406" y="212"/>
                  </a:cubicBezTo>
                  <a:cubicBezTo>
                    <a:pt x="406" y="319"/>
                    <a:pt x="319" y="406"/>
                    <a:pt x="213" y="406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6" name="Freeform 86"/>
            <p:cNvSpPr>
              <a:spLocks noEditPoints="1"/>
            </p:cNvSpPr>
            <p:nvPr/>
          </p:nvSpPr>
          <p:spPr bwMode="auto">
            <a:xfrm>
              <a:off x="7961313" y="2444750"/>
              <a:ext cx="320675" cy="300038"/>
            </a:xfrm>
            <a:custGeom>
              <a:avLst/>
              <a:gdLst>
                <a:gd name="T0" fmla="*/ 310 w 320"/>
                <a:gd name="T1" fmla="*/ 157 h 300"/>
                <a:gd name="T2" fmla="*/ 175 w 320"/>
                <a:gd name="T3" fmla="*/ 157 h 300"/>
                <a:gd name="T4" fmla="*/ 243 w 320"/>
                <a:gd name="T5" fmla="*/ 34 h 300"/>
                <a:gd name="T6" fmla="*/ 240 w 320"/>
                <a:gd name="T7" fmla="*/ 22 h 300"/>
                <a:gd name="T8" fmla="*/ 160 w 320"/>
                <a:gd name="T9" fmla="*/ 0 h 300"/>
                <a:gd name="T10" fmla="*/ 80 w 320"/>
                <a:gd name="T11" fmla="*/ 22 h 300"/>
                <a:gd name="T12" fmla="*/ 76 w 320"/>
                <a:gd name="T13" fmla="*/ 34 h 300"/>
                <a:gd name="T14" fmla="*/ 144 w 320"/>
                <a:gd name="T15" fmla="*/ 157 h 300"/>
                <a:gd name="T16" fmla="*/ 9 w 320"/>
                <a:gd name="T17" fmla="*/ 157 h 300"/>
                <a:gd name="T18" fmla="*/ 0 w 320"/>
                <a:gd name="T19" fmla="*/ 167 h 300"/>
                <a:gd name="T20" fmla="*/ 80 w 320"/>
                <a:gd name="T21" fmla="*/ 299 h 300"/>
                <a:gd name="T22" fmla="*/ 84 w 320"/>
                <a:gd name="T23" fmla="*/ 300 h 300"/>
                <a:gd name="T24" fmla="*/ 92 w 320"/>
                <a:gd name="T25" fmla="*/ 296 h 300"/>
                <a:gd name="T26" fmla="*/ 160 w 320"/>
                <a:gd name="T27" fmla="*/ 185 h 300"/>
                <a:gd name="T28" fmla="*/ 227 w 320"/>
                <a:gd name="T29" fmla="*/ 296 h 300"/>
                <a:gd name="T30" fmla="*/ 235 w 320"/>
                <a:gd name="T31" fmla="*/ 300 h 300"/>
                <a:gd name="T32" fmla="*/ 240 w 320"/>
                <a:gd name="T33" fmla="*/ 299 h 300"/>
                <a:gd name="T34" fmla="*/ 320 w 320"/>
                <a:gd name="T35" fmla="*/ 167 h 300"/>
                <a:gd name="T36" fmla="*/ 310 w 320"/>
                <a:gd name="T37" fmla="*/ 157 h 300"/>
                <a:gd name="T38" fmla="*/ 160 w 320"/>
                <a:gd name="T39" fmla="*/ 19 h 300"/>
                <a:gd name="T40" fmla="*/ 222 w 320"/>
                <a:gd name="T41" fmla="*/ 34 h 300"/>
                <a:gd name="T42" fmla="*/ 160 w 320"/>
                <a:gd name="T43" fmla="*/ 147 h 300"/>
                <a:gd name="T44" fmla="*/ 97 w 320"/>
                <a:gd name="T45" fmla="*/ 34 h 300"/>
                <a:gd name="T46" fmla="*/ 160 w 320"/>
                <a:gd name="T47" fmla="*/ 19 h 300"/>
                <a:gd name="T48" fmla="*/ 81 w 320"/>
                <a:gd name="T49" fmla="*/ 278 h 300"/>
                <a:gd name="T50" fmla="*/ 19 w 320"/>
                <a:gd name="T51" fmla="*/ 176 h 300"/>
                <a:gd name="T52" fmla="*/ 143 w 320"/>
                <a:gd name="T53" fmla="*/ 176 h 300"/>
                <a:gd name="T54" fmla="*/ 81 w 320"/>
                <a:gd name="T55" fmla="*/ 278 h 300"/>
                <a:gd name="T56" fmla="*/ 238 w 320"/>
                <a:gd name="T57" fmla="*/ 278 h 300"/>
                <a:gd name="T58" fmla="*/ 176 w 320"/>
                <a:gd name="T59" fmla="*/ 176 h 300"/>
                <a:gd name="T60" fmla="*/ 301 w 320"/>
                <a:gd name="T61" fmla="*/ 176 h 300"/>
                <a:gd name="T62" fmla="*/ 238 w 320"/>
                <a:gd name="T63" fmla="*/ 278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20" h="300">
                  <a:moveTo>
                    <a:pt x="310" y="157"/>
                  </a:moveTo>
                  <a:cubicBezTo>
                    <a:pt x="175" y="157"/>
                    <a:pt x="175" y="157"/>
                    <a:pt x="175" y="157"/>
                  </a:cubicBezTo>
                  <a:cubicBezTo>
                    <a:pt x="243" y="34"/>
                    <a:pt x="243" y="34"/>
                    <a:pt x="243" y="34"/>
                  </a:cubicBezTo>
                  <a:cubicBezTo>
                    <a:pt x="245" y="30"/>
                    <a:pt x="244" y="24"/>
                    <a:pt x="240" y="22"/>
                  </a:cubicBezTo>
                  <a:cubicBezTo>
                    <a:pt x="215" y="8"/>
                    <a:pt x="188" y="0"/>
                    <a:pt x="160" y="0"/>
                  </a:cubicBezTo>
                  <a:cubicBezTo>
                    <a:pt x="132" y="0"/>
                    <a:pt x="104" y="8"/>
                    <a:pt x="80" y="22"/>
                  </a:cubicBezTo>
                  <a:cubicBezTo>
                    <a:pt x="75" y="24"/>
                    <a:pt x="74" y="30"/>
                    <a:pt x="76" y="34"/>
                  </a:cubicBezTo>
                  <a:cubicBezTo>
                    <a:pt x="144" y="157"/>
                    <a:pt x="144" y="157"/>
                    <a:pt x="144" y="157"/>
                  </a:cubicBezTo>
                  <a:cubicBezTo>
                    <a:pt x="9" y="157"/>
                    <a:pt x="9" y="157"/>
                    <a:pt x="9" y="157"/>
                  </a:cubicBezTo>
                  <a:cubicBezTo>
                    <a:pt x="4" y="157"/>
                    <a:pt x="0" y="162"/>
                    <a:pt x="0" y="167"/>
                  </a:cubicBezTo>
                  <a:cubicBezTo>
                    <a:pt x="0" y="222"/>
                    <a:pt x="28" y="269"/>
                    <a:pt x="80" y="299"/>
                  </a:cubicBezTo>
                  <a:cubicBezTo>
                    <a:pt x="81" y="300"/>
                    <a:pt x="83" y="300"/>
                    <a:pt x="84" y="300"/>
                  </a:cubicBezTo>
                  <a:cubicBezTo>
                    <a:pt x="87" y="300"/>
                    <a:pt x="90" y="298"/>
                    <a:pt x="92" y="296"/>
                  </a:cubicBezTo>
                  <a:cubicBezTo>
                    <a:pt x="160" y="185"/>
                    <a:pt x="160" y="185"/>
                    <a:pt x="160" y="185"/>
                  </a:cubicBezTo>
                  <a:cubicBezTo>
                    <a:pt x="227" y="296"/>
                    <a:pt x="227" y="296"/>
                    <a:pt x="227" y="296"/>
                  </a:cubicBezTo>
                  <a:cubicBezTo>
                    <a:pt x="229" y="298"/>
                    <a:pt x="232" y="300"/>
                    <a:pt x="235" y="300"/>
                  </a:cubicBezTo>
                  <a:cubicBezTo>
                    <a:pt x="236" y="300"/>
                    <a:pt x="238" y="300"/>
                    <a:pt x="240" y="299"/>
                  </a:cubicBezTo>
                  <a:cubicBezTo>
                    <a:pt x="291" y="269"/>
                    <a:pt x="320" y="222"/>
                    <a:pt x="320" y="167"/>
                  </a:cubicBezTo>
                  <a:cubicBezTo>
                    <a:pt x="320" y="162"/>
                    <a:pt x="315" y="157"/>
                    <a:pt x="310" y="157"/>
                  </a:cubicBezTo>
                  <a:close/>
                  <a:moveTo>
                    <a:pt x="160" y="19"/>
                  </a:moveTo>
                  <a:cubicBezTo>
                    <a:pt x="181" y="19"/>
                    <a:pt x="203" y="24"/>
                    <a:pt x="222" y="34"/>
                  </a:cubicBezTo>
                  <a:cubicBezTo>
                    <a:pt x="160" y="147"/>
                    <a:pt x="160" y="147"/>
                    <a:pt x="160" y="147"/>
                  </a:cubicBezTo>
                  <a:cubicBezTo>
                    <a:pt x="97" y="34"/>
                    <a:pt x="97" y="34"/>
                    <a:pt x="97" y="34"/>
                  </a:cubicBezTo>
                  <a:cubicBezTo>
                    <a:pt x="116" y="24"/>
                    <a:pt x="138" y="19"/>
                    <a:pt x="160" y="19"/>
                  </a:cubicBezTo>
                  <a:close/>
                  <a:moveTo>
                    <a:pt x="81" y="278"/>
                  </a:moveTo>
                  <a:cubicBezTo>
                    <a:pt x="43" y="253"/>
                    <a:pt x="21" y="218"/>
                    <a:pt x="19" y="176"/>
                  </a:cubicBezTo>
                  <a:cubicBezTo>
                    <a:pt x="143" y="176"/>
                    <a:pt x="143" y="176"/>
                    <a:pt x="143" y="176"/>
                  </a:cubicBezTo>
                  <a:lnTo>
                    <a:pt x="81" y="278"/>
                  </a:lnTo>
                  <a:close/>
                  <a:moveTo>
                    <a:pt x="238" y="278"/>
                  </a:moveTo>
                  <a:cubicBezTo>
                    <a:pt x="176" y="176"/>
                    <a:pt x="176" y="176"/>
                    <a:pt x="176" y="176"/>
                  </a:cubicBezTo>
                  <a:cubicBezTo>
                    <a:pt x="301" y="176"/>
                    <a:pt x="301" y="176"/>
                    <a:pt x="301" y="176"/>
                  </a:cubicBezTo>
                  <a:cubicBezTo>
                    <a:pt x="298" y="218"/>
                    <a:pt x="276" y="253"/>
                    <a:pt x="238" y="27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87" name="Freeform 87"/>
          <p:cNvSpPr>
            <a:spLocks noEditPoints="1"/>
          </p:cNvSpPr>
          <p:nvPr/>
        </p:nvSpPr>
        <p:spPr bwMode="auto">
          <a:xfrm>
            <a:off x="9461501" y="3189817"/>
            <a:ext cx="742951" cy="567267"/>
          </a:xfrm>
          <a:custGeom>
            <a:avLst/>
            <a:gdLst>
              <a:gd name="T0" fmla="*/ 553 w 556"/>
              <a:gd name="T1" fmla="*/ 186 h 425"/>
              <a:gd name="T2" fmla="*/ 538 w 556"/>
              <a:gd name="T3" fmla="*/ 174 h 425"/>
              <a:gd name="T4" fmla="*/ 507 w 556"/>
              <a:gd name="T5" fmla="*/ 209 h 425"/>
              <a:gd name="T6" fmla="*/ 514 w 556"/>
              <a:gd name="T7" fmla="*/ 186 h 425"/>
              <a:gd name="T8" fmla="*/ 499 w 556"/>
              <a:gd name="T9" fmla="*/ 174 h 425"/>
              <a:gd name="T10" fmla="*/ 455 w 556"/>
              <a:gd name="T11" fmla="*/ 209 h 425"/>
              <a:gd name="T12" fmla="*/ 474 w 556"/>
              <a:gd name="T13" fmla="*/ 172 h 425"/>
              <a:gd name="T14" fmla="*/ 431 w 556"/>
              <a:gd name="T15" fmla="*/ 209 h 425"/>
              <a:gd name="T16" fmla="*/ 212 w 556"/>
              <a:gd name="T17" fmla="*/ 0 h 425"/>
              <a:gd name="T18" fmla="*/ 212 w 556"/>
              <a:gd name="T19" fmla="*/ 425 h 425"/>
              <a:gd name="T20" fmla="*/ 431 w 556"/>
              <a:gd name="T21" fmla="*/ 228 h 425"/>
              <a:gd name="T22" fmla="*/ 468 w 556"/>
              <a:gd name="T23" fmla="*/ 268 h 425"/>
              <a:gd name="T24" fmla="*/ 475 w 556"/>
              <a:gd name="T25" fmla="*/ 252 h 425"/>
              <a:gd name="T26" fmla="*/ 469 w 556"/>
              <a:gd name="T27" fmla="*/ 228 h 425"/>
              <a:gd name="T28" fmla="*/ 507 w 556"/>
              <a:gd name="T29" fmla="*/ 268 h 425"/>
              <a:gd name="T30" fmla="*/ 514 w 556"/>
              <a:gd name="T31" fmla="*/ 252 h 425"/>
              <a:gd name="T32" fmla="*/ 507 w 556"/>
              <a:gd name="T33" fmla="*/ 228 h 425"/>
              <a:gd name="T34" fmla="*/ 538 w 556"/>
              <a:gd name="T35" fmla="*/ 264 h 425"/>
              <a:gd name="T36" fmla="*/ 551 w 556"/>
              <a:gd name="T37" fmla="*/ 265 h 425"/>
              <a:gd name="T38" fmla="*/ 525 w 556"/>
              <a:gd name="T39" fmla="*/ 219 h 425"/>
              <a:gd name="T40" fmla="*/ 18 w 556"/>
              <a:gd name="T41" fmla="*/ 212 h 425"/>
              <a:gd name="T42" fmla="*/ 406 w 556"/>
              <a:gd name="T43" fmla="*/ 209 h 425"/>
              <a:gd name="T44" fmla="*/ 212 w 556"/>
              <a:gd name="T45" fmla="*/ 52 h 425"/>
              <a:gd name="T46" fmla="*/ 212 w 556"/>
              <a:gd name="T47" fmla="*/ 372 h 425"/>
              <a:gd name="T48" fmla="*/ 405 w 556"/>
              <a:gd name="T49" fmla="*/ 228 h 425"/>
              <a:gd name="T50" fmla="*/ 320 w 556"/>
              <a:gd name="T51" fmla="*/ 209 h 425"/>
              <a:gd name="T52" fmla="*/ 105 w 556"/>
              <a:gd name="T53" fmla="*/ 212 h 425"/>
              <a:gd name="T54" fmla="*/ 319 w 556"/>
              <a:gd name="T55" fmla="*/ 228 h 425"/>
              <a:gd name="T56" fmla="*/ 212 w 556"/>
              <a:gd name="T57" fmla="*/ 354 h 425"/>
              <a:gd name="T58" fmla="*/ 212 w 556"/>
              <a:gd name="T59" fmla="*/ 71 h 425"/>
              <a:gd name="T60" fmla="*/ 320 w 556"/>
              <a:gd name="T61" fmla="*/ 209 h 425"/>
              <a:gd name="T62" fmla="*/ 212 w 556"/>
              <a:gd name="T63" fmla="*/ 157 h 425"/>
              <a:gd name="T64" fmla="*/ 212 w 556"/>
              <a:gd name="T65" fmla="*/ 268 h 425"/>
              <a:gd name="T66" fmla="*/ 300 w 556"/>
              <a:gd name="T67" fmla="*/ 228 h 425"/>
              <a:gd name="T68" fmla="*/ 123 w 556"/>
              <a:gd name="T69" fmla="*/ 212 h 425"/>
              <a:gd name="T70" fmla="*/ 301 w 556"/>
              <a:gd name="T71" fmla="*/ 209 h 425"/>
              <a:gd name="T72" fmla="*/ 219 w 556"/>
              <a:gd name="T73" fmla="*/ 228 h 425"/>
              <a:gd name="T74" fmla="*/ 212 w 556"/>
              <a:gd name="T75" fmla="*/ 249 h 425"/>
              <a:gd name="T76" fmla="*/ 212 w 556"/>
              <a:gd name="T77" fmla="*/ 176 h 425"/>
              <a:gd name="T78" fmla="*/ 219 w 556"/>
              <a:gd name="T79" fmla="*/ 209 h 425"/>
              <a:gd name="T80" fmla="*/ 219 w 556"/>
              <a:gd name="T81" fmla="*/ 228 h 4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556" h="425">
                <a:moveTo>
                  <a:pt x="525" y="219"/>
                </a:moveTo>
                <a:cubicBezTo>
                  <a:pt x="553" y="186"/>
                  <a:pt x="553" y="186"/>
                  <a:pt x="553" y="186"/>
                </a:cubicBezTo>
                <a:cubicBezTo>
                  <a:pt x="556" y="182"/>
                  <a:pt x="555" y="176"/>
                  <a:pt x="551" y="172"/>
                </a:cubicBezTo>
                <a:cubicBezTo>
                  <a:pt x="548" y="169"/>
                  <a:pt x="542" y="170"/>
                  <a:pt x="538" y="174"/>
                </a:cubicBezTo>
                <a:cubicBezTo>
                  <a:pt x="508" y="210"/>
                  <a:pt x="508" y="210"/>
                  <a:pt x="508" y="210"/>
                </a:cubicBezTo>
                <a:cubicBezTo>
                  <a:pt x="508" y="210"/>
                  <a:pt x="507" y="209"/>
                  <a:pt x="507" y="209"/>
                </a:cubicBezTo>
                <a:cubicBezTo>
                  <a:pt x="494" y="209"/>
                  <a:pt x="494" y="209"/>
                  <a:pt x="494" y="209"/>
                </a:cubicBezTo>
                <a:cubicBezTo>
                  <a:pt x="514" y="186"/>
                  <a:pt x="514" y="186"/>
                  <a:pt x="514" y="186"/>
                </a:cubicBezTo>
                <a:cubicBezTo>
                  <a:pt x="517" y="182"/>
                  <a:pt x="517" y="176"/>
                  <a:pt x="513" y="172"/>
                </a:cubicBezTo>
                <a:cubicBezTo>
                  <a:pt x="509" y="169"/>
                  <a:pt x="503" y="170"/>
                  <a:pt x="499" y="174"/>
                </a:cubicBezTo>
                <a:cubicBezTo>
                  <a:pt x="469" y="209"/>
                  <a:pt x="469" y="209"/>
                  <a:pt x="469" y="209"/>
                </a:cubicBezTo>
                <a:cubicBezTo>
                  <a:pt x="455" y="209"/>
                  <a:pt x="455" y="209"/>
                  <a:pt x="455" y="209"/>
                </a:cubicBezTo>
                <a:cubicBezTo>
                  <a:pt x="475" y="186"/>
                  <a:pt x="475" y="186"/>
                  <a:pt x="475" y="186"/>
                </a:cubicBezTo>
                <a:cubicBezTo>
                  <a:pt x="478" y="182"/>
                  <a:pt x="478" y="176"/>
                  <a:pt x="474" y="172"/>
                </a:cubicBezTo>
                <a:cubicBezTo>
                  <a:pt x="470" y="169"/>
                  <a:pt x="464" y="170"/>
                  <a:pt x="461" y="174"/>
                </a:cubicBezTo>
                <a:cubicBezTo>
                  <a:pt x="431" y="209"/>
                  <a:pt x="431" y="209"/>
                  <a:pt x="431" y="209"/>
                </a:cubicBezTo>
                <a:cubicBezTo>
                  <a:pt x="425" y="209"/>
                  <a:pt x="425" y="209"/>
                  <a:pt x="425" y="209"/>
                </a:cubicBezTo>
                <a:cubicBezTo>
                  <a:pt x="423" y="94"/>
                  <a:pt x="328" y="0"/>
                  <a:pt x="212" y="0"/>
                </a:cubicBezTo>
                <a:cubicBezTo>
                  <a:pt x="95" y="0"/>
                  <a:pt x="0" y="95"/>
                  <a:pt x="0" y="212"/>
                </a:cubicBezTo>
                <a:cubicBezTo>
                  <a:pt x="0" y="329"/>
                  <a:pt x="95" y="425"/>
                  <a:pt x="212" y="425"/>
                </a:cubicBezTo>
                <a:cubicBezTo>
                  <a:pt x="324" y="425"/>
                  <a:pt x="416" y="338"/>
                  <a:pt x="424" y="228"/>
                </a:cubicBezTo>
                <a:cubicBezTo>
                  <a:pt x="431" y="228"/>
                  <a:pt x="431" y="228"/>
                  <a:pt x="431" y="228"/>
                </a:cubicBezTo>
                <a:cubicBezTo>
                  <a:pt x="461" y="264"/>
                  <a:pt x="461" y="264"/>
                  <a:pt x="461" y="264"/>
                </a:cubicBezTo>
                <a:cubicBezTo>
                  <a:pt x="462" y="266"/>
                  <a:pt x="465" y="268"/>
                  <a:pt x="468" y="268"/>
                </a:cubicBezTo>
                <a:cubicBezTo>
                  <a:pt x="470" y="268"/>
                  <a:pt x="472" y="267"/>
                  <a:pt x="474" y="265"/>
                </a:cubicBezTo>
                <a:cubicBezTo>
                  <a:pt x="478" y="262"/>
                  <a:pt x="478" y="256"/>
                  <a:pt x="475" y="252"/>
                </a:cubicBezTo>
                <a:cubicBezTo>
                  <a:pt x="455" y="228"/>
                  <a:pt x="455" y="228"/>
                  <a:pt x="455" y="228"/>
                </a:cubicBezTo>
                <a:cubicBezTo>
                  <a:pt x="469" y="228"/>
                  <a:pt x="469" y="228"/>
                  <a:pt x="469" y="228"/>
                </a:cubicBezTo>
                <a:cubicBezTo>
                  <a:pt x="499" y="264"/>
                  <a:pt x="499" y="264"/>
                  <a:pt x="499" y="264"/>
                </a:cubicBezTo>
                <a:cubicBezTo>
                  <a:pt x="501" y="266"/>
                  <a:pt x="504" y="268"/>
                  <a:pt x="507" y="268"/>
                </a:cubicBezTo>
                <a:cubicBezTo>
                  <a:pt x="509" y="268"/>
                  <a:pt x="511" y="267"/>
                  <a:pt x="513" y="265"/>
                </a:cubicBezTo>
                <a:cubicBezTo>
                  <a:pt x="517" y="262"/>
                  <a:pt x="517" y="256"/>
                  <a:pt x="514" y="252"/>
                </a:cubicBezTo>
                <a:cubicBezTo>
                  <a:pt x="494" y="228"/>
                  <a:pt x="494" y="228"/>
                  <a:pt x="494" y="228"/>
                </a:cubicBezTo>
                <a:cubicBezTo>
                  <a:pt x="507" y="228"/>
                  <a:pt x="507" y="228"/>
                  <a:pt x="507" y="228"/>
                </a:cubicBezTo>
                <a:cubicBezTo>
                  <a:pt x="507" y="228"/>
                  <a:pt x="508" y="228"/>
                  <a:pt x="508" y="228"/>
                </a:cubicBezTo>
                <a:cubicBezTo>
                  <a:pt x="538" y="264"/>
                  <a:pt x="538" y="264"/>
                  <a:pt x="538" y="264"/>
                </a:cubicBezTo>
                <a:cubicBezTo>
                  <a:pt x="540" y="266"/>
                  <a:pt x="543" y="268"/>
                  <a:pt x="545" y="268"/>
                </a:cubicBezTo>
                <a:cubicBezTo>
                  <a:pt x="548" y="268"/>
                  <a:pt x="550" y="267"/>
                  <a:pt x="551" y="265"/>
                </a:cubicBezTo>
                <a:cubicBezTo>
                  <a:pt x="555" y="262"/>
                  <a:pt x="556" y="256"/>
                  <a:pt x="553" y="252"/>
                </a:cubicBezTo>
                <a:lnTo>
                  <a:pt x="525" y="219"/>
                </a:lnTo>
                <a:close/>
                <a:moveTo>
                  <a:pt x="212" y="406"/>
                </a:moveTo>
                <a:cubicBezTo>
                  <a:pt x="105" y="406"/>
                  <a:pt x="18" y="319"/>
                  <a:pt x="18" y="212"/>
                </a:cubicBezTo>
                <a:cubicBezTo>
                  <a:pt x="18" y="105"/>
                  <a:pt x="105" y="19"/>
                  <a:pt x="212" y="19"/>
                </a:cubicBezTo>
                <a:cubicBezTo>
                  <a:pt x="318" y="19"/>
                  <a:pt x="404" y="104"/>
                  <a:pt x="406" y="209"/>
                </a:cubicBezTo>
                <a:cubicBezTo>
                  <a:pt x="372" y="209"/>
                  <a:pt x="372" y="209"/>
                  <a:pt x="372" y="209"/>
                </a:cubicBezTo>
                <a:cubicBezTo>
                  <a:pt x="371" y="123"/>
                  <a:pt x="299" y="52"/>
                  <a:pt x="212" y="52"/>
                </a:cubicBezTo>
                <a:cubicBezTo>
                  <a:pt x="124" y="52"/>
                  <a:pt x="52" y="124"/>
                  <a:pt x="52" y="212"/>
                </a:cubicBezTo>
                <a:cubicBezTo>
                  <a:pt x="52" y="301"/>
                  <a:pt x="124" y="372"/>
                  <a:pt x="212" y="372"/>
                </a:cubicBezTo>
                <a:cubicBezTo>
                  <a:pt x="295" y="372"/>
                  <a:pt x="363" y="309"/>
                  <a:pt x="371" y="228"/>
                </a:cubicBezTo>
                <a:cubicBezTo>
                  <a:pt x="405" y="228"/>
                  <a:pt x="405" y="228"/>
                  <a:pt x="405" y="228"/>
                </a:cubicBezTo>
                <a:cubicBezTo>
                  <a:pt x="397" y="328"/>
                  <a:pt x="314" y="406"/>
                  <a:pt x="212" y="406"/>
                </a:cubicBezTo>
                <a:close/>
                <a:moveTo>
                  <a:pt x="320" y="209"/>
                </a:moveTo>
                <a:cubicBezTo>
                  <a:pt x="318" y="151"/>
                  <a:pt x="271" y="105"/>
                  <a:pt x="212" y="105"/>
                </a:cubicBezTo>
                <a:cubicBezTo>
                  <a:pt x="153" y="105"/>
                  <a:pt x="105" y="153"/>
                  <a:pt x="105" y="212"/>
                </a:cubicBezTo>
                <a:cubicBezTo>
                  <a:pt x="105" y="272"/>
                  <a:pt x="153" y="320"/>
                  <a:pt x="212" y="320"/>
                </a:cubicBezTo>
                <a:cubicBezTo>
                  <a:pt x="266" y="320"/>
                  <a:pt x="311" y="280"/>
                  <a:pt x="319" y="228"/>
                </a:cubicBezTo>
                <a:cubicBezTo>
                  <a:pt x="353" y="228"/>
                  <a:pt x="353" y="228"/>
                  <a:pt x="353" y="228"/>
                </a:cubicBezTo>
                <a:cubicBezTo>
                  <a:pt x="345" y="299"/>
                  <a:pt x="285" y="354"/>
                  <a:pt x="212" y="354"/>
                </a:cubicBezTo>
                <a:cubicBezTo>
                  <a:pt x="134" y="354"/>
                  <a:pt x="71" y="290"/>
                  <a:pt x="71" y="212"/>
                </a:cubicBezTo>
                <a:cubicBezTo>
                  <a:pt x="71" y="134"/>
                  <a:pt x="134" y="71"/>
                  <a:pt x="212" y="71"/>
                </a:cubicBezTo>
                <a:cubicBezTo>
                  <a:pt x="289" y="71"/>
                  <a:pt x="352" y="133"/>
                  <a:pt x="353" y="209"/>
                </a:cubicBezTo>
                <a:lnTo>
                  <a:pt x="320" y="209"/>
                </a:lnTo>
                <a:close/>
                <a:moveTo>
                  <a:pt x="267" y="209"/>
                </a:moveTo>
                <a:cubicBezTo>
                  <a:pt x="266" y="180"/>
                  <a:pt x="242" y="157"/>
                  <a:pt x="212" y="157"/>
                </a:cubicBezTo>
                <a:cubicBezTo>
                  <a:pt x="182" y="157"/>
                  <a:pt x="157" y="182"/>
                  <a:pt x="157" y="212"/>
                </a:cubicBezTo>
                <a:cubicBezTo>
                  <a:pt x="157" y="243"/>
                  <a:pt x="182" y="268"/>
                  <a:pt x="212" y="268"/>
                </a:cubicBezTo>
                <a:cubicBezTo>
                  <a:pt x="237" y="268"/>
                  <a:pt x="258" y="251"/>
                  <a:pt x="265" y="228"/>
                </a:cubicBezTo>
                <a:cubicBezTo>
                  <a:pt x="300" y="228"/>
                  <a:pt x="300" y="228"/>
                  <a:pt x="300" y="228"/>
                </a:cubicBezTo>
                <a:cubicBezTo>
                  <a:pt x="292" y="270"/>
                  <a:pt x="256" y="301"/>
                  <a:pt x="212" y="301"/>
                </a:cubicBezTo>
                <a:cubicBezTo>
                  <a:pt x="163" y="301"/>
                  <a:pt x="123" y="261"/>
                  <a:pt x="123" y="212"/>
                </a:cubicBezTo>
                <a:cubicBezTo>
                  <a:pt x="123" y="163"/>
                  <a:pt x="163" y="123"/>
                  <a:pt x="212" y="123"/>
                </a:cubicBezTo>
                <a:cubicBezTo>
                  <a:pt x="260" y="123"/>
                  <a:pt x="300" y="162"/>
                  <a:pt x="301" y="209"/>
                </a:cubicBezTo>
                <a:lnTo>
                  <a:pt x="267" y="209"/>
                </a:lnTo>
                <a:close/>
                <a:moveTo>
                  <a:pt x="219" y="228"/>
                </a:moveTo>
                <a:cubicBezTo>
                  <a:pt x="245" y="228"/>
                  <a:pt x="245" y="228"/>
                  <a:pt x="245" y="228"/>
                </a:cubicBezTo>
                <a:cubicBezTo>
                  <a:pt x="239" y="240"/>
                  <a:pt x="227" y="249"/>
                  <a:pt x="212" y="249"/>
                </a:cubicBezTo>
                <a:cubicBezTo>
                  <a:pt x="192" y="249"/>
                  <a:pt x="176" y="232"/>
                  <a:pt x="176" y="212"/>
                </a:cubicBezTo>
                <a:cubicBezTo>
                  <a:pt x="176" y="192"/>
                  <a:pt x="192" y="176"/>
                  <a:pt x="212" y="176"/>
                </a:cubicBezTo>
                <a:cubicBezTo>
                  <a:pt x="231" y="176"/>
                  <a:pt x="247" y="191"/>
                  <a:pt x="249" y="209"/>
                </a:cubicBezTo>
                <a:cubicBezTo>
                  <a:pt x="219" y="209"/>
                  <a:pt x="219" y="209"/>
                  <a:pt x="219" y="209"/>
                </a:cubicBezTo>
                <a:cubicBezTo>
                  <a:pt x="214" y="209"/>
                  <a:pt x="209" y="214"/>
                  <a:pt x="209" y="219"/>
                </a:cubicBezTo>
                <a:cubicBezTo>
                  <a:pt x="209" y="224"/>
                  <a:pt x="214" y="228"/>
                  <a:pt x="219" y="22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8" name="Freeform 88"/>
          <p:cNvSpPr>
            <a:spLocks/>
          </p:cNvSpPr>
          <p:nvPr/>
        </p:nvSpPr>
        <p:spPr bwMode="auto">
          <a:xfrm>
            <a:off x="7294034" y="3189817"/>
            <a:ext cx="742951" cy="567267"/>
          </a:xfrm>
          <a:custGeom>
            <a:avLst/>
            <a:gdLst>
              <a:gd name="T0" fmla="*/ 451 w 556"/>
              <a:gd name="T1" fmla="*/ 170 h 425"/>
              <a:gd name="T2" fmla="*/ 405 w 556"/>
              <a:gd name="T3" fmla="*/ 57 h 425"/>
              <a:gd name="T4" fmla="*/ 271 w 556"/>
              <a:gd name="T5" fmla="*/ 0 h 425"/>
              <a:gd name="T6" fmla="*/ 86 w 556"/>
              <a:gd name="T7" fmla="*/ 176 h 425"/>
              <a:gd name="T8" fmla="*/ 0 w 556"/>
              <a:gd name="T9" fmla="*/ 297 h 425"/>
              <a:gd name="T10" fmla="*/ 121 w 556"/>
              <a:gd name="T11" fmla="*/ 425 h 425"/>
              <a:gd name="T12" fmla="*/ 206 w 556"/>
              <a:gd name="T13" fmla="*/ 425 h 425"/>
              <a:gd name="T14" fmla="*/ 215 w 556"/>
              <a:gd name="T15" fmla="*/ 415 h 425"/>
              <a:gd name="T16" fmla="*/ 206 w 556"/>
              <a:gd name="T17" fmla="*/ 406 h 425"/>
              <a:gd name="T18" fmla="*/ 121 w 556"/>
              <a:gd name="T19" fmla="*/ 406 h 425"/>
              <a:gd name="T20" fmla="*/ 19 w 556"/>
              <a:gd name="T21" fmla="*/ 297 h 425"/>
              <a:gd name="T22" fmla="*/ 121 w 556"/>
              <a:gd name="T23" fmla="*/ 189 h 425"/>
              <a:gd name="T24" fmla="*/ 140 w 556"/>
              <a:gd name="T25" fmla="*/ 189 h 425"/>
              <a:gd name="T26" fmla="*/ 150 w 556"/>
              <a:gd name="T27" fmla="*/ 180 h 425"/>
              <a:gd name="T28" fmla="*/ 140 w 556"/>
              <a:gd name="T29" fmla="*/ 170 h 425"/>
              <a:gd name="T30" fmla="*/ 121 w 556"/>
              <a:gd name="T31" fmla="*/ 170 h 425"/>
              <a:gd name="T32" fmla="*/ 105 w 556"/>
              <a:gd name="T33" fmla="*/ 171 h 425"/>
              <a:gd name="T34" fmla="*/ 271 w 556"/>
              <a:gd name="T35" fmla="*/ 19 h 425"/>
              <a:gd name="T36" fmla="*/ 432 w 556"/>
              <a:gd name="T37" fmla="*/ 186 h 425"/>
              <a:gd name="T38" fmla="*/ 432 w 556"/>
              <a:gd name="T39" fmla="*/ 206 h 425"/>
              <a:gd name="T40" fmla="*/ 442 w 556"/>
              <a:gd name="T41" fmla="*/ 215 h 425"/>
              <a:gd name="T42" fmla="*/ 451 w 556"/>
              <a:gd name="T43" fmla="*/ 206 h 425"/>
              <a:gd name="T44" fmla="*/ 451 w 556"/>
              <a:gd name="T45" fmla="*/ 189 h 425"/>
              <a:gd name="T46" fmla="*/ 537 w 556"/>
              <a:gd name="T47" fmla="*/ 297 h 425"/>
              <a:gd name="T48" fmla="*/ 435 w 556"/>
              <a:gd name="T49" fmla="*/ 406 h 425"/>
              <a:gd name="T50" fmla="*/ 337 w 556"/>
              <a:gd name="T51" fmla="*/ 406 h 425"/>
              <a:gd name="T52" fmla="*/ 281 w 556"/>
              <a:gd name="T53" fmla="*/ 350 h 425"/>
              <a:gd name="T54" fmla="*/ 281 w 556"/>
              <a:gd name="T55" fmla="*/ 177 h 425"/>
              <a:gd name="T56" fmla="*/ 329 w 556"/>
              <a:gd name="T57" fmla="*/ 225 h 425"/>
              <a:gd name="T58" fmla="*/ 336 w 556"/>
              <a:gd name="T59" fmla="*/ 228 h 425"/>
              <a:gd name="T60" fmla="*/ 343 w 556"/>
              <a:gd name="T61" fmla="*/ 225 h 425"/>
              <a:gd name="T62" fmla="*/ 343 w 556"/>
              <a:gd name="T63" fmla="*/ 212 h 425"/>
              <a:gd name="T64" fmla="*/ 284 w 556"/>
              <a:gd name="T65" fmla="*/ 154 h 425"/>
              <a:gd name="T66" fmla="*/ 259 w 556"/>
              <a:gd name="T67" fmla="*/ 154 h 425"/>
              <a:gd name="T68" fmla="*/ 200 w 556"/>
              <a:gd name="T69" fmla="*/ 212 h 425"/>
              <a:gd name="T70" fmla="*/ 200 w 556"/>
              <a:gd name="T71" fmla="*/ 225 h 425"/>
              <a:gd name="T72" fmla="*/ 213 w 556"/>
              <a:gd name="T73" fmla="*/ 225 h 425"/>
              <a:gd name="T74" fmla="*/ 262 w 556"/>
              <a:gd name="T75" fmla="*/ 177 h 425"/>
              <a:gd name="T76" fmla="*/ 262 w 556"/>
              <a:gd name="T77" fmla="*/ 350 h 425"/>
              <a:gd name="T78" fmla="*/ 337 w 556"/>
              <a:gd name="T79" fmla="*/ 425 h 425"/>
              <a:gd name="T80" fmla="*/ 435 w 556"/>
              <a:gd name="T81" fmla="*/ 425 h 425"/>
              <a:gd name="T82" fmla="*/ 556 w 556"/>
              <a:gd name="T83" fmla="*/ 297 h 425"/>
              <a:gd name="T84" fmla="*/ 451 w 556"/>
              <a:gd name="T85" fmla="*/ 170 h 4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556" h="425">
                <a:moveTo>
                  <a:pt x="451" y="170"/>
                </a:moveTo>
                <a:cubicBezTo>
                  <a:pt x="447" y="127"/>
                  <a:pt x="432" y="87"/>
                  <a:pt x="405" y="57"/>
                </a:cubicBezTo>
                <a:cubicBezTo>
                  <a:pt x="372" y="20"/>
                  <a:pt x="326" y="0"/>
                  <a:pt x="271" y="0"/>
                </a:cubicBezTo>
                <a:cubicBezTo>
                  <a:pt x="170" y="0"/>
                  <a:pt x="91" y="75"/>
                  <a:pt x="86" y="176"/>
                </a:cubicBezTo>
                <a:cubicBezTo>
                  <a:pt x="30" y="194"/>
                  <a:pt x="0" y="254"/>
                  <a:pt x="0" y="297"/>
                </a:cubicBezTo>
                <a:cubicBezTo>
                  <a:pt x="0" y="365"/>
                  <a:pt x="56" y="425"/>
                  <a:pt x="121" y="425"/>
                </a:cubicBezTo>
                <a:cubicBezTo>
                  <a:pt x="206" y="425"/>
                  <a:pt x="206" y="425"/>
                  <a:pt x="206" y="425"/>
                </a:cubicBezTo>
                <a:cubicBezTo>
                  <a:pt x="211" y="425"/>
                  <a:pt x="215" y="421"/>
                  <a:pt x="215" y="415"/>
                </a:cubicBezTo>
                <a:cubicBezTo>
                  <a:pt x="215" y="410"/>
                  <a:pt x="211" y="406"/>
                  <a:pt x="206" y="406"/>
                </a:cubicBezTo>
                <a:cubicBezTo>
                  <a:pt x="121" y="406"/>
                  <a:pt x="121" y="406"/>
                  <a:pt x="121" y="406"/>
                </a:cubicBezTo>
                <a:cubicBezTo>
                  <a:pt x="66" y="406"/>
                  <a:pt x="19" y="355"/>
                  <a:pt x="19" y="297"/>
                </a:cubicBezTo>
                <a:cubicBezTo>
                  <a:pt x="19" y="259"/>
                  <a:pt x="53" y="189"/>
                  <a:pt x="121" y="189"/>
                </a:cubicBezTo>
                <a:cubicBezTo>
                  <a:pt x="140" y="189"/>
                  <a:pt x="140" y="189"/>
                  <a:pt x="140" y="189"/>
                </a:cubicBezTo>
                <a:cubicBezTo>
                  <a:pt x="146" y="189"/>
                  <a:pt x="150" y="185"/>
                  <a:pt x="150" y="180"/>
                </a:cubicBezTo>
                <a:cubicBezTo>
                  <a:pt x="150" y="174"/>
                  <a:pt x="146" y="170"/>
                  <a:pt x="140" y="170"/>
                </a:cubicBezTo>
                <a:cubicBezTo>
                  <a:pt x="121" y="170"/>
                  <a:pt x="121" y="170"/>
                  <a:pt x="121" y="170"/>
                </a:cubicBezTo>
                <a:cubicBezTo>
                  <a:pt x="115" y="170"/>
                  <a:pt x="110" y="171"/>
                  <a:pt x="105" y="171"/>
                </a:cubicBezTo>
                <a:cubicBezTo>
                  <a:pt x="111" y="95"/>
                  <a:pt x="170" y="19"/>
                  <a:pt x="271" y="19"/>
                </a:cubicBezTo>
                <a:cubicBezTo>
                  <a:pt x="382" y="19"/>
                  <a:pt x="432" y="105"/>
                  <a:pt x="432" y="186"/>
                </a:cubicBezTo>
                <a:cubicBezTo>
                  <a:pt x="432" y="206"/>
                  <a:pt x="432" y="206"/>
                  <a:pt x="432" y="206"/>
                </a:cubicBezTo>
                <a:cubicBezTo>
                  <a:pt x="432" y="211"/>
                  <a:pt x="437" y="215"/>
                  <a:pt x="442" y="215"/>
                </a:cubicBezTo>
                <a:cubicBezTo>
                  <a:pt x="447" y="215"/>
                  <a:pt x="451" y="211"/>
                  <a:pt x="451" y="206"/>
                </a:cubicBezTo>
                <a:cubicBezTo>
                  <a:pt x="451" y="189"/>
                  <a:pt x="451" y="189"/>
                  <a:pt x="451" y="189"/>
                </a:cubicBezTo>
                <a:cubicBezTo>
                  <a:pt x="489" y="195"/>
                  <a:pt x="537" y="236"/>
                  <a:pt x="537" y="297"/>
                </a:cubicBezTo>
                <a:cubicBezTo>
                  <a:pt x="537" y="345"/>
                  <a:pt x="489" y="406"/>
                  <a:pt x="435" y="406"/>
                </a:cubicBezTo>
                <a:cubicBezTo>
                  <a:pt x="337" y="406"/>
                  <a:pt x="337" y="406"/>
                  <a:pt x="337" y="406"/>
                </a:cubicBezTo>
                <a:cubicBezTo>
                  <a:pt x="296" y="406"/>
                  <a:pt x="281" y="391"/>
                  <a:pt x="281" y="350"/>
                </a:cubicBezTo>
                <a:cubicBezTo>
                  <a:pt x="281" y="177"/>
                  <a:pt x="281" y="177"/>
                  <a:pt x="281" y="177"/>
                </a:cubicBezTo>
                <a:cubicBezTo>
                  <a:pt x="329" y="225"/>
                  <a:pt x="329" y="225"/>
                  <a:pt x="329" y="225"/>
                </a:cubicBezTo>
                <a:cubicBezTo>
                  <a:pt x="331" y="227"/>
                  <a:pt x="334" y="228"/>
                  <a:pt x="336" y="228"/>
                </a:cubicBezTo>
                <a:cubicBezTo>
                  <a:pt x="338" y="228"/>
                  <a:pt x="341" y="227"/>
                  <a:pt x="343" y="225"/>
                </a:cubicBezTo>
                <a:cubicBezTo>
                  <a:pt x="346" y="222"/>
                  <a:pt x="346" y="216"/>
                  <a:pt x="343" y="212"/>
                </a:cubicBezTo>
                <a:cubicBezTo>
                  <a:pt x="284" y="154"/>
                  <a:pt x="284" y="154"/>
                  <a:pt x="284" y="154"/>
                </a:cubicBezTo>
                <a:cubicBezTo>
                  <a:pt x="275" y="145"/>
                  <a:pt x="268" y="145"/>
                  <a:pt x="259" y="154"/>
                </a:cubicBezTo>
                <a:cubicBezTo>
                  <a:pt x="200" y="212"/>
                  <a:pt x="200" y="212"/>
                  <a:pt x="200" y="212"/>
                </a:cubicBezTo>
                <a:cubicBezTo>
                  <a:pt x="197" y="216"/>
                  <a:pt x="197" y="222"/>
                  <a:pt x="200" y="225"/>
                </a:cubicBezTo>
                <a:cubicBezTo>
                  <a:pt x="204" y="229"/>
                  <a:pt x="210" y="229"/>
                  <a:pt x="213" y="225"/>
                </a:cubicBezTo>
                <a:cubicBezTo>
                  <a:pt x="262" y="177"/>
                  <a:pt x="262" y="177"/>
                  <a:pt x="262" y="177"/>
                </a:cubicBezTo>
                <a:cubicBezTo>
                  <a:pt x="262" y="350"/>
                  <a:pt x="262" y="350"/>
                  <a:pt x="262" y="350"/>
                </a:cubicBezTo>
                <a:cubicBezTo>
                  <a:pt x="262" y="401"/>
                  <a:pt x="286" y="425"/>
                  <a:pt x="337" y="425"/>
                </a:cubicBezTo>
                <a:cubicBezTo>
                  <a:pt x="435" y="425"/>
                  <a:pt x="435" y="425"/>
                  <a:pt x="435" y="425"/>
                </a:cubicBezTo>
                <a:cubicBezTo>
                  <a:pt x="500" y="425"/>
                  <a:pt x="556" y="355"/>
                  <a:pt x="556" y="297"/>
                </a:cubicBezTo>
                <a:cubicBezTo>
                  <a:pt x="556" y="223"/>
                  <a:pt x="497" y="176"/>
                  <a:pt x="451" y="17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69" name="Group 168"/>
          <p:cNvGrpSpPr/>
          <p:nvPr/>
        </p:nvGrpSpPr>
        <p:grpSpPr>
          <a:xfrm>
            <a:off x="8377768" y="3189817"/>
            <a:ext cx="740833" cy="567267"/>
            <a:chOff x="6283325" y="2392363"/>
            <a:chExt cx="555625" cy="425450"/>
          </a:xfrm>
          <a:solidFill>
            <a:schemeClr val="tx2"/>
          </a:solidFill>
        </p:grpSpPr>
        <p:sp>
          <p:nvSpPr>
            <p:cNvPr id="89" name="Freeform 89"/>
            <p:cNvSpPr>
              <a:spLocks/>
            </p:cNvSpPr>
            <p:nvPr/>
          </p:nvSpPr>
          <p:spPr bwMode="auto">
            <a:xfrm>
              <a:off x="6283325" y="2444750"/>
              <a:ext cx="555625" cy="373063"/>
            </a:xfrm>
            <a:custGeom>
              <a:avLst/>
              <a:gdLst>
                <a:gd name="T0" fmla="*/ 442 w 556"/>
                <a:gd name="T1" fmla="*/ 118 h 373"/>
                <a:gd name="T2" fmla="*/ 433 w 556"/>
                <a:gd name="T3" fmla="*/ 127 h 373"/>
                <a:gd name="T4" fmla="*/ 442 w 556"/>
                <a:gd name="T5" fmla="*/ 136 h 373"/>
                <a:gd name="T6" fmla="*/ 538 w 556"/>
                <a:gd name="T7" fmla="*/ 245 h 373"/>
                <a:gd name="T8" fmla="*/ 436 w 556"/>
                <a:gd name="T9" fmla="*/ 354 h 373"/>
                <a:gd name="T10" fmla="*/ 121 w 556"/>
                <a:gd name="T11" fmla="*/ 354 h 373"/>
                <a:gd name="T12" fmla="*/ 19 w 556"/>
                <a:gd name="T13" fmla="*/ 245 h 373"/>
                <a:gd name="T14" fmla="*/ 121 w 556"/>
                <a:gd name="T15" fmla="*/ 137 h 373"/>
                <a:gd name="T16" fmla="*/ 141 w 556"/>
                <a:gd name="T17" fmla="*/ 137 h 373"/>
                <a:gd name="T18" fmla="*/ 150 w 556"/>
                <a:gd name="T19" fmla="*/ 128 h 373"/>
                <a:gd name="T20" fmla="*/ 141 w 556"/>
                <a:gd name="T21" fmla="*/ 118 h 373"/>
                <a:gd name="T22" fmla="*/ 124 w 556"/>
                <a:gd name="T23" fmla="*/ 118 h 373"/>
                <a:gd name="T24" fmla="*/ 124 w 556"/>
                <a:gd name="T25" fmla="*/ 95 h 373"/>
                <a:gd name="T26" fmla="*/ 200 w 556"/>
                <a:gd name="T27" fmla="*/ 18 h 373"/>
                <a:gd name="T28" fmla="*/ 276 w 556"/>
                <a:gd name="T29" fmla="*/ 95 h 373"/>
                <a:gd name="T30" fmla="*/ 276 w 556"/>
                <a:gd name="T31" fmla="*/ 259 h 373"/>
                <a:gd name="T32" fmla="*/ 226 w 556"/>
                <a:gd name="T33" fmla="*/ 212 h 373"/>
                <a:gd name="T34" fmla="*/ 213 w 556"/>
                <a:gd name="T35" fmla="*/ 213 h 373"/>
                <a:gd name="T36" fmla="*/ 213 w 556"/>
                <a:gd name="T37" fmla="*/ 226 h 373"/>
                <a:gd name="T38" fmla="*/ 272 w 556"/>
                <a:gd name="T39" fmla="*/ 281 h 373"/>
                <a:gd name="T40" fmla="*/ 285 w 556"/>
                <a:gd name="T41" fmla="*/ 288 h 373"/>
                <a:gd name="T42" fmla="*/ 298 w 556"/>
                <a:gd name="T43" fmla="*/ 281 h 373"/>
                <a:gd name="T44" fmla="*/ 357 w 556"/>
                <a:gd name="T45" fmla="*/ 226 h 373"/>
                <a:gd name="T46" fmla="*/ 357 w 556"/>
                <a:gd name="T47" fmla="*/ 213 h 373"/>
                <a:gd name="T48" fmla="*/ 344 w 556"/>
                <a:gd name="T49" fmla="*/ 212 h 373"/>
                <a:gd name="T50" fmla="*/ 294 w 556"/>
                <a:gd name="T51" fmla="*/ 259 h 373"/>
                <a:gd name="T52" fmla="*/ 294 w 556"/>
                <a:gd name="T53" fmla="*/ 95 h 373"/>
                <a:gd name="T54" fmla="*/ 200 w 556"/>
                <a:gd name="T55" fmla="*/ 0 h 373"/>
                <a:gd name="T56" fmla="*/ 105 w 556"/>
                <a:gd name="T57" fmla="*/ 95 h 373"/>
                <a:gd name="T58" fmla="*/ 105 w 556"/>
                <a:gd name="T59" fmla="*/ 119 h 373"/>
                <a:gd name="T60" fmla="*/ 0 w 556"/>
                <a:gd name="T61" fmla="*/ 245 h 373"/>
                <a:gd name="T62" fmla="*/ 37 w 556"/>
                <a:gd name="T63" fmla="*/ 339 h 373"/>
                <a:gd name="T64" fmla="*/ 121 w 556"/>
                <a:gd name="T65" fmla="*/ 373 h 373"/>
                <a:gd name="T66" fmla="*/ 436 w 556"/>
                <a:gd name="T67" fmla="*/ 373 h 373"/>
                <a:gd name="T68" fmla="*/ 520 w 556"/>
                <a:gd name="T69" fmla="*/ 337 h 373"/>
                <a:gd name="T70" fmla="*/ 556 w 556"/>
                <a:gd name="T71" fmla="*/ 245 h 373"/>
                <a:gd name="T72" fmla="*/ 442 w 556"/>
                <a:gd name="T73" fmla="*/ 118 h 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556" h="373">
                  <a:moveTo>
                    <a:pt x="442" y="118"/>
                  </a:moveTo>
                  <a:cubicBezTo>
                    <a:pt x="437" y="118"/>
                    <a:pt x="433" y="122"/>
                    <a:pt x="433" y="127"/>
                  </a:cubicBezTo>
                  <a:cubicBezTo>
                    <a:pt x="433" y="132"/>
                    <a:pt x="437" y="136"/>
                    <a:pt x="442" y="136"/>
                  </a:cubicBezTo>
                  <a:cubicBezTo>
                    <a:pt x="482" y="136"/>
                    <a:pt x="538" y="170"/>
                    <a:pt x="538" y="245"/>
                  </a:cubicBezTo>
                  <a:cubicBezTo>
                    <a:pt x="538" y="306"/>
                    <a:pt x="493" y="354"/>
                    <a:pt x="436" y="354"/>
                  </a:cubicBezTo>
                  <a:cubicBezTo>
                    <a:pt x="121" y="354"/>
                    <a:pt x="121" y="354"/>
                    <a:pt x="121" y="354"/>
                  </a:cubicBezTo>
                  <a:cubicBezTo>
                    <a:pt x="70" y="354"/>
                    <a:pt x="19" y="317"/>
                    <a:pt x="19" y="245"/>
                  </a:cubicBezTo>
                  <a:cubicBezTo>
                    <a:pt x="19" y="193"/>
                    <a:pt x="51" y="137"/>
                    <a:pt x="121" y="137"/>
                  </a:cubicBezTo>
                  <a:cubicBezTo>
                    <a:pt x="141" y="137"/>
                    <a:pt x="141" y="137"/>
                    <a:pt x="141" y="137"/>
                  </a:cubicBezTo>
                  <a:cubicBezTo>
                    <a:pt x="146" y="137"/>
                    <a:pt x="150" y="133"/>
                    <a:pt x="150" y="128"/>
                  </a:cubicBezTo>
                  <a:cubicBezTo>
                    <a:pt x="150" y="122"/>
                    <a:pt x="146" y="118"/>
                    <a:pt x="141" y="118"/>
                  </a:cubicBezTo>
                  <a:cubicBezTo>
                    <a:pt x="124" y="118"/>
                    <a:pt x="124" y="118"/>
                    <a:pt x="124" y="118"/>
                  </a:cubicBezTo>
                  <a:cubicBezTo>
                    <a:pt x="124" y="95"/>
                    <a:pt x="124" y="95"/>
                    <a:pt x="124" y="95"/>
                  </a:cubicBezTo>
                  <a:cubicBezTo>
                    <a:pt x="124" y="48"/>
                    <a:pt x="153" y="18"/>
                    <a:pt x="200" y="18"/>
                  </a:cubicBezTo>
                  <a:cubicBezTo>
                    <a:pt x="242" y="18"/>
                    <a:pt x="276" y="52"/>
                    <a:pt x="276" y="95"/>
                  </a:cubicBezTo>
                  <a:cubicBezTo>
                    <a:pt x="276" y="259"/>
                    <a:pt x="276" y="259"/>
                    <a:pt x="276" y="259"/>
                  </a:cubicBezTo>
                  <a:cubicBezTo>
                    <a:pt x="226" y="212"/>
                    <a:pt x="226" y="212"/>
                    <a:pt x="226" y="212"/>
                  </a:cubicBezTo>
                  <a:cubicBezTo>
                    <a:pt x="222" y="209"/>
                    <a:pt x="216" y="209"/>
                    <a:pt x="213" y="213"/>
                  </a:cubicBezTo>
                  <a:cubicBezTo>
                    <a:pt x="209" y="217"/>
                    <a:pt x="209" y="223"/>
                    <a:pt x="213" y="226"/>
                  </a:cubicBezTo>
                  <a:cubicBezTo>
                    <a:pt x="272" y="281"/>
                    <a:pt x="272" y="281"/>
                    <a:pt x="272" y="281"/>
                  </a:cubicBezTo>
                  <a:cubicBezTo>
                    <a:pt x="277" y="285"/>
                    <a:pt x="281" y="288"/>
                    <a:pt x="285" y="288"/>
                  </a:cubicBezTo>
                  <a:cubicBezTo>
                    <a:pt x="289" y="288"/>
                    <a:pt x="293" y="285"/>
                    <a:pt x="298" y="281"/>
                  </a:cubicBezTo>
                  <a:cubicBezTo>
                    <a:pt x="357" y="226"/>
                    <a:pt x="357" y="226"/>
                    <a:pt x="357" y="226"/>
                  </a:cubicBezTo>
                  <a:cubicBezTo>
                    <a:pt x="361" y="223"/>
                    <a:pt x="361" y="217"/>
                    <a:pt x="357" y="213"/>
                  </a:cubicBezTo>
                  <a:cubicBezTo>
                    <a:pt x="354" y="209"/>
                    <a:pt x="348" y="209"/>
                    <a:pt x="344" y="212"/>
                  </a:cubicBezTo>
                  <a:cubicBezTo>
                    <a:pt x="294" y="259"/>
                    <a:pt x="294" y="259"/>
                    <a:pt x="294" y="259"/>
                  </a:cubicBezTo>
                  <a:cubicBezTo>
                    <a:pt x="294" y="95"/>
                    <a:pt x="294" y="95"/>
                    <a:pt x="294" y="95"/>
                  </a:cubicBezTo>
                  <a:cubicBezTo>
                    <a:pt x="294" y="41"/>
                    <a:pt x="253" y="0"/>
                    <a:pt x="200" y="0"/>
                  </a:cubicBezTo>
                  <a:cubicBezTo>
                    <a:pt x="142" y="0"/>
                    <a:pt x="105" y="37"/>
                    <a:pt x="105" y="95"/>
                  </a:cubicBezTo>
                  <a:cubicBezTo>
                    <a:pt x="105" y="119"/>
                    <a:pt x="105" y="119"/>
                    <a:pt x="105" y="119"/>
                  </a:cubicBezTo>
                  <a:cubicBezTo>
                    <a:pt x="36" y="127"/>
                    <a:pt x="0" y="187"/>
                    <a:pt x="0" y="245"/>
                  </a:cubicBezTo>
                  <a:cubicBezTo>
                    <a:pt x="0" y="283"/>
                    <a:pt x="13" y="315"/>
                    <a:pt x="37" y="339"/>
                  </a:cubicBezTo>
                  <a:cubicBezTo>
                    <a:pt x="59" y="361"/>
                    <a:pt x="89" y="373"/>
                    <a:pt x="121" y="373"/>
                  </a:cubicBezTo>
                  <a:cubicBezTo>
                    <a:pt x="436" y="373"/>
                    <a:pt x="436" y="373"/>
                    <a:pt x="436" y="373"/>
                  </a:cubicBezTo>
                  <a:cubicBezTo>
                    <a:pt x="467" y="373"/>
                    <a:pt x="498" y="360"/>
                    <a:pt x="520" y="337"/>
                  </a:cubicBezTo>
                  <a:cubicBezTo>
                    <a:pt x="544" y="313"/>
                    <a:pt x="556" y="280"/>
                    <a:pt x="556" y="245"/>
                  </a:cubicBezTo>
                  <a:cubicBezTo>
                    <a:pt x="556" y="157"/>
                    <a:pt x="490" y="118"/>
                    <a:pt x="442" y="11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0" name="Freeform 90"/>
            <p:cNvSpPr>
              <a:spLocks/>
            </p:cNvSpPr>
            <p:nvPr/>
          </p:nvSpPr>
          <p:spPr bwMode="auto">
            <a:xfrm>
              <a:off x="6505575" y="2392363"/>
              <a:ext cx="230188" cy="214313"/>
            </a:xfrm>
            <a:custGeom>
              <a:avLst/>
              <a:gdLst>
                <a:gd name="T0" fmla="*/ 219 w 229"/>
                <a:gd name="T1" fmla="*/ 215 h 215"/>
                <a:gd name="T2" fmla="*/ 210 w 229"/>
                <a:gd name="T3" fmla="*/ 206 h 215"/>
                <a:gd name="T4" fmla="*/ 210 w 229"/>
                <a:gd name="T5" fmla="*/ 186 h 215"/>
                <a:gd name="T6" fmla="*/ 49 w 229"/>
                <a:gd name="T7" fmla="*/ 19 h 215"/>
                <a:gd name="T8" fmla="*/ 12 w 229"/>
                <a:gd name="T9" fmla="*/ 22 h 215"/>
                <a:gd name="T10" fmla="*/ 1 w 229"/>
                <a:gd name="T11" fmla="*/ 15 h 215"/>
                <a:gd name="T12" fmla="*/ 9 w 229"/>
                <a:gd name="T13" fmla="*/ 4 h 215"/>
                <a:gd name="T14" fmla="*/ 49 w 229"/>
                <a:gd name="T15" fmla="*/ 0 h 215"/>
                <a:gd name="T16" fmla="*/ 182 w 229"/>
                <a:gd name="T17" fmla="*/ 57 h 215"/>
                <a:gd name="T18" fmla="*/ 229 w 229"/>
                <a:gd name="T19" fmla="*/ 186 h 215"/>
                <a:gd name="T20" fmla="*/ 229 w 229"/>
                <a:gd name="T21" fmla="*/ 206 h 215"/>
                <a:gd name="T22" fmla="*/ 219 w 229"/>
                <a:gd name="T23" fmla="*/ 215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29" h="215">
                  <a:moveTo>
                    <a:pt x="219" y="215"/>
                  </a:moveTo>
                  <a:cubicBezTo>
                    <a:pt x="214" y="215"/>
                    <a:pt x="210" y="211"/>
                    <a:pt x="210" y="206"/>
                  </a:cubicBezTo>
                  <a:cubicBezTo>
                    <a:pt x="210" y="186"/>
                    <a:pt x="210" y="186"/>
                    <a:pt x="210" y="186"/>
                  </a:cubicBezTo>
                  <a:cubicBezTo>
                    <a:pt x="210" y="105"/>
                    <a:pt x="159" y="19"/>
                    <a:pt x="49" y="19"/>
                  </a:cubicBezTo>
                  <a:cubicBezTo>
                    <a:pt x="36" y="19"/>
                    <a:pt x="24" y="20"/>
                    <a:pt x="12" y="22"/>
                  </a:cubicBezTo>
                  <a:cubicBezTo>
                    <a:pt x="7" y="23"/>
                    <a:pt x="2" y="20"/>
                    <a:pt x="1" y="15"/>
                  </a:cubicBezTo>
                  <a:cubicBezTo>
                    <a:pt x="0" y="10"/>
                    <a:pt x="4" y="5"/>
                    <a:pt x="9" y="4"/>
                  </a:cubicBezTo>
                  <a:cubicBezTo>
                    <a:pt x="22" y="1"/>
                    <a:pt x="35" y="0"/>
                    <a:pt x="49" y="0"/>
                  </a:cubicBezTo>
                  <a:cubicBezTo>
                    <a:pt x="103" y="0"/>
                    <a:pt x="149" y="20"/>
                    <a:pt x="182" y="57"/>
                  </a:cubicBezTo>
                  <a:cubicBezTo>
                    <a:pt x="212" y="91"/>
                    <a:pt x="229" y="137"/>
                    <a:pt x="229" y="186"/>
                  </a:cubicBezTo>
                  <a:cubicBezTo>
                    <a:pt x="229" y="206"/>
                    <a:pt x="229" y="206"/>
                    <a:pt x="229" y="206"/>
                  </a:cubicBezTo>
                  <a:cubicBezTo>
                    <a:pt x="229" y="211"/>
                    <a:pt x="224" y="215"/>
                    <a:pt x="219" y="215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91" name="Freeform 91"/>
          <p:cNvSpPr>
            <a:spLocks noEditPoints="1"/>
          </p:cNvSpPr>
          <p:nvPr/>
        </p:nvSpPr>
        <p:spPr bwMode="auto">
          <a:xfrm>
            <a:off x="6210301" y="3189817"/>
            <a:ext cx="742951" cy="567267"/>
          </a:xfrm>
          <a:custGeom>
            <a:avLst/>
            <a:gdLst>
              <a:gd name="T0" fmla="*/ 450 w 556"/>
              <a:gd name="T1" fmla="*/ 170 h 425"/>
              <a:gd name="T2" fmla="*/ 405 w 556"/>
              <a:gd name="T3" fmla="*/ 57 h 425"/>
              <a:gd name="T4" fmla="*/ 271 w 556"/>
              <a:gd name="T5" fmla="*/ 0 h 425"/>
              <a:gd name="T6" fmla="*/ 85 w 556"/>
              <a:gd name="T7" fmla="*/ 176 h 425"/>
              <a:gd name="T8" fmla="*/ 0 w 556"/>
              <a:gd name="T9" fmla="*/ 297 h 425"/>
              <a:gd name="T10" fmla="*/ 120 w 556"/>
              <a:gd name="T11" fmla="*/ 425 h 425"/>
              <a:gd name="T12" fmla="*/ 435 w 556"/>
              <a:gd name="T13" fmla="*/ 425 h 425"/>
              <a:gd name="T14" fmla="*/ 556 w 556"/>
              <a:gd name="T15" fmla="*/ 297 h 425"/>
              <a:gd name="T16" fmla="*/ 450 w 556"/>
              <a:gd name="T17" fmla="*/ 170 h 425"/>
              <a:gd name="T18" fmla="*/ 435 w 556"/>
              <a:gd name="T19" fmla="*/ 406 h 425"/>
              <a:gd name="T20" fmla="*/ 120 w 556"/>
              <a:gd name="T21" fmla="*/ 406 h 425"/>
              <a:gd name="T22" fmla="*/ 18 w 556"/>
              <a:gd name="T23" fmla="*/ 297 h 425"/>
              <a:gd name="T24" fmla="*/ 120 w 556"/>
              <a:gd name="T25" fmla="*/ 189 h 425"/>
              <a:gd name="T26" fmla="*/ 140 w 556"/>
              <a:gd name="T27" fmla="*/ 189 h 425"/>
              <a:gd name="T28" fmla="*/ 149 w 556"/>
              <a:gd name="T29" fmla="*/ 180 h 425"/>
              <a:gd name="T30" fmla="*/ 140 w 556"/>
              <a:gd name="T31" fmla="*/ 170 h 425"/>
              <a:gd name="T32" fmla="*/ 120 w 556"/>
              <a:gd name="T33" fmla="*/ 170 h 425"/>
              <a:gd name="T34" fmla="*/ 104 w 556"/>
              <a:gd name="T35" fmla="*/ 171 h 425"/>
              <a:gd name="T36" fmla="*/ 271 w 556"/>
              <a:gd name="T37" fmla="*/ 19 h 425"/>
              <a:gd name="T38" fmla="*/ 432 w 556"/>
              <a:gd name="T39" fmla="*/ 186 h 425"/>
              <a:gd name="T40" fmla="*/ 432 w 556"/>
              <a:gd name="T41" fmla="*/ 206 h 425"/>
              <a:gd name="T42" fmla="*/ 441 w 556"/>
              <a:gd name="T43" fmla="*/ 215 h 425"/>
              <a:gd name="T44" fmla="*/ 451 w 556"/>
              <a:gd name="T45" fmla="*/ 206 h 425"/>
              <a:gd name="T46" fmla="*/ 451 w 556"/>
              <a:gd name="T47" fmla="*/ 189 h 425"/>
              <a:gd name="T48" fmla="*/ 537 w 556"/>
              <a:gd name="T49" fmla="*/ 297 h 425"/>
              <a:gd name="T50" fmla="*/ 435 w 556"/>
              <a:gd name="T51" fmla="*/ 406 h 4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556" h="425">
                <a:moveTo>
                  <a:pt x="450" y="170"/>
                </a:moveTo>
                <a:cubicBezTo>
                  <a:pt x="447" y="127"/>
                  <a:pt x="431" y="87"/>
                  <a:pt x="405" y="57"/>
                </a:cubicBezTo>
                <a:cubicBezTo>
                  <a:pt x="372" y="20"/>
                  <a:pt x="326" y="0"/>
                  <a:pt x="271" y="0"/>
                </a:cubicBezTo>
                <a:cubicBezTo>
                  <a:pt x="169" y="0"/>
                  <a:pt x="90" y="75"/>
                  <a:pt x="85" y="176"/>
                </a:cubicBezTo>
                <a:cubicBezTo>
                  <a:pt x="30" y="194"/>
                  <a:pt x="0" y="254"/>
                  <a:pt x="0" y="297"/>
                </a:cubicBezTo>
                <a:cubicBezTo>
                  <a:pt x="0" y="365"/>
                  <a:pt x="56" y="425"/>
                  <a:pt x="120" y="425"/>
                </a:cubicBezTo>
                <a:cubicBezTo>
                  <a:pt x="435" y="425"/>
                  <a:pt x="435" y="425"/>
                  <a:pt x="435" y="425"/>
                </a:cubicBezTo>
                <a:cubicBezTo>
                  <a:pt x="500" y="425"/>
                  <a:pt x="556" y="355"/>
                  <a:pt x="556" y="297"/>
                </a:cubicBezTo>
                <a:cubicBezTo>
                  <a:pt x="556" y="223"/>
                  <a:pt x="497" y="176"/>
                  <a:pt x="450" y="170"/>
                </a:cubicBezTo>
                <a:close/>
                <a:moveTo>
                  <a:pt x="435" y="406"/>
                </a:moveTo>
                <a:cubicBezTo>
                  <a:pt x="120" y="406"/>
                  <a:pt x="120" y="406"/>
                  <a:pt x="120" y="406"/>
                </a:cubicBezTo>
                <a:cubicBezTo>
                  <a:pt x="66" y="406"/>
                  <a:pt x="18" y="355"/>
                  <a:pt x="18" y="297"/>
                </a:cubicBezTo>
                <a:cubicBezTo>
                  <a:pt x="18" y="259"/>
                  <a:pt x="53" y="189"/>
                  <a:pt x="120" y="189"/>
                </a:cubicBezTo>
                <a:cubicBezTo>
                  <a:pt x="140" y="189"/>
                  <a:pt x="140" y="189"/>
                  <a:pt x="140" y="189"/>
                </a:cubicBezTo>
                <a:cubicBezTo>
                  <a:pt x="145" y="189"/>
                  <a:pt x="149" y="185"/>
                  <a:pt x="149" y="180"/>
                </a:cubicBezTo>
                <a:cubicBezTo>
                  <a:pt x="149" y="174"/>
                  <a:pt x="145" y="170"/>
                  <a:pt x="140" y="170"/>
                </a:cubicBezTo>
                <a:cubicBezTo>
                  <a:pt x="120" y="170"/>
                  <a:pt x="120" y="170"/>
                  <a:pt x="120" y="170"/>
                </a:cubicBezTo>
                <a:cubicBezTo>
                  <a:pt x="115" y="170"/>
                  <a:pt x="110" y="171"/>
                  <a:pt x="104" y="171"/>
                </a:cubicBezTo>
                <a:cubicBezTo>
                  <a:pt x="111" y="95"/>
                  <a:pt x="170" y="19"/>
                  <a:pt x="271" y="19"/>
                </a:cubicBezTo>
                <a:cubicBezTo>
                  <a:pt x="382" y="19"/>
                  <a:pt x="432" y="105"/>
                  <a:pt x="432" y="186"/>
                </a:cubicBezTo>
                <a:cubicBezTo>
                  <a:pt x="432" y="206"/>
                  <a:pt x="432" y="206"/>
                  <a:pt x="432" y="206"/>
                </a:cubicBezTo>
                <a:cubicBezTo>
                  <a:pt x="432" y="211"/>
                  <a:pt x="436" y="215"/>
                  <a:pt x="441" y="215"/>
                </a:cubicBezTo>
                <a:cubicBezTo>
                  <a:pt x="447" y="215"/>
                  <a:pt x="451" y="211"/>
                  <a:pt x="451" y="206"/>
                </a:cubicBezTo>
                <a:cubicBezTo>
                  <a:pt x="451" y="189"/>
                  <a:pt x="451" y="189"/>
                  <a:pt x="451" y="189"/>
                </a:cubicBezTo>
                <a:cubicBezTo>
                  <a:pt x="489" y="195"/>
                  <a:pt x="537" y="236"/>
                  <a:pt x="537" y="297"/>
                </a:cubicBezTo>
                <a:cubicBezTo>
                  <a:pt x="537" y="345"/>
                  <a:pt x="489" y="406"/>
                  <a:pt x="435" y="40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2" name="Freeform 92"/>
          <p:cNvSpPr>
            <a:spLocks noEditPoints="1"/>
          </p:cNvSpPr>
          <p:nvPr/>
        </p:nvSpPr>
        <p:spPr bwMode="auto">
          <a:xfrm>
            <a:off x="5126567" y="3189818"/>
            <a:ext cx="656167" cy="563033"/>
          </a:xfrm>
          <a:custGeom>
            <a:avLst/>
            <a:gdLst>
              <a:gd name="T0" fmla="*/ 357 w 491"/>
              <a:gd name="T1" fmla="*/ 0 h 423"/>
              <a:gd name="T2" fmla="*/ 267 w 491"/>
              <a:gd name="T3" fmla="*/ 35 h 423"/>
              <a:gd name="T4" fmla="*/ 246 w 491"/>
              <a:gd name="T5" fmla="*/ 60 h 423"/>
              <a:gd name="T6" fmla="*/ 224 w 491"/>
              <a:gd name="T7" fmla="*/ 35 h 423"/>
              <a:gd name="T8" fmla="*/ 134 w 491"/>
              <a:gd name="T9" fmla="*/ 0 h 423"/>
              <a:gd name="T10" fmla="*/ 0 w 491"/>
              <a:gd name="T11" fmla="*/ 134 h 423"/>
              <a:gd name="T12" fmla="*/ 52 w 491"/>
              <a:gd name="T13" fmla="*/ 264 h 423"/>
              <a:gd name="T14" fmla="*/ 240 w 491"/>
              <a:gd name="T15" fmla="*/ 421 h 423"/>
              <a:gd name="T16" fmla="*/ 246 w 491"/>
              <a:gd name="T17" fmla="*/ 423 h 423"/>
              <a:gd name="T18" fmla="*/ 251 w 491"/>
              <a:gd name="T19" fmla="*/ 421 h 423"/>
              <a:gd name="T20" fmla="*/ 439 w 491"/>
              <a:gd name="T21" fmla="*/ 264 h 423"/>
              <a:gd name="T22" fmla="*/ 491 w 491"/>
              <a:gd name="T23" fmla="*/ 134 h 423"/>
              <a:gd name="T24" fmla="*/ 357 w 491"/>
              <a:gd name="T25" fmla="*/ 0 h 423"/>
              <a:gd name="T26" fmla="*/ 425 w 491"/>
              <a:gd name="T27" fmla="*/ 252 h 423"/>
              <a:gd name="T28" fmla="*/ 246 w 491"/>
              <a:gd name="T29" fmla="*/ 402 h 423"/>
              <a:gd name="T30" fmla="*/ 66 w 491"/>
              <a:gd name="T31" fmla="*/ 252 h 423"/>
              <a:gd name="T32" fmla="*/ 19 w 491"/>
              <a:gd name="T33" fmla="*/ 134 h 423"/>
              <a:gd name="T34" fmla="*/ 134 w 491"/>
              <a:gd name="T35" fmla="*/ 19 h 423"/>
              <a:gd name="T36" fmla="*/ 211 w 491"/>
              <a:gd name="T37" fmla="*/ 48 h 423"/>
              <a:gd name="T38" fmla="*/ 237 w 491"/>
              <a:gd name="T39" fmla="*/ 83 h 423"/>
              <a:gd name="T40" fmla="*/ 246 w 491"/>
              <a:gd name="T41" fmla="*/ 88 h 423"/>
              <a:gd name="T42" fmla="*/ 254 w 491"/>
              <a:gd name="T43" fmla="*/ 83 h 423"/>
              <a:gd name="T44" fmla="*/ 280 w 491"/>
              <a:gd name="T45" fmla="*/ 48 h 423"/>
              <a:gd name="T46" fmla="*/ 357 w 491"/>
              <a:gd name="T47" fmla="*/ 19 h 423"/>
              <a:gd name="T48" fmla="*/ 472 w 491"/>
              <a:gd name="T49" fmla="*/ 134 h 423"/>
              <a:gd name="T50" fmla="*/ 425 w 491"/>
              <a:gd name="T51" fmla="*/ 252 h 4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491" h="423">
                <a:moveTo>
                  <a:pt x="357" y="0"/>
                </a:moveTo>
                <a:cubicBezTo>
                  <a:pt x="324" y="0"/>
                  <a:pt x="292" y="12"/>
                  <a:pt x="267" y="35"/>
                </a:cubicBezTo>
                <a:cubicBezTo>
                  <a:pt x="259" y="42"/>
                  <a:pt x="252" y="50"/>
                  <a:pt x="246" y="60"/>
                </a:cubicBezTo>
                <a:cubicBezTo>
                  <a:pt x="239" y="50"/>
                  <a:pt x="232" y="42"/>
                  <a:pt x="224" y="35"/>
                </a:cubicBezTo>
                <a:cubicBezTo>
                  <a:pt x="199" y="12"/>
                  <a:pt x="167" y="0"/>
                  <a:pt x="134" y="0"/>
                </a:cubicBezTo>
                <a:cubicBezTo>
                  <a:pt x="60" y="0"/>
                  <a:pt x="0" y="60"/>
                  <a:pt x="0" y="134"/>
                </a:cubicBezTo>
                <a:cubicBezTo>
                  <a:pt x="0" y="183"/>
                  <a:pt x="16" y="222"/>
                  <a:pt x="52" y="264"/>
                </a:cubicBezTo>
                <a:cubicBezTo>
                  <a:pt x="104" y="325"/>
                  <a:pt x="235" y="417"/>
                  <a:pt x="240" y="421"/>
                </a:cubicBezTo>
                <a:cubicBezTo>
                  <a:pt x="242" y="422"/>
                  <a:pt x="244" y="423"/>
                  <a:pt x="246" y="423"/>
                </a:cubicBezTo>
                <a:cubicBezTo>
                  <a:pt x="247" y="423"/>
                  <a:pt x="249" y="422"/>
                  <a:pt x="251" y="421"/>
                </a:cubicBezTo>
                <a:cubicBezTo>
                  <a:pt x="257" y="417"/>
                  <a:pt x="388" y="325"/>
                  <a:pt x="439" y="264"/>
                </a:cubicBezTo>
                <a:cubicBezTo>
                  <a:pt x="475" y="222"/>
                  <a:pt x="491" y="183"/>
                  <a:pt x="491" y="134"/>
                </a:cubicBezTo>
                <a:cubicBezTo>
                  <a:pt x="491" y="60"/>
                  <a:pt x="431" y="0"/>
                  <a:pt x="357" y="0"/>
                </a:cubicBezTo>
                <a:close/>
                <a:moveTo>
                  <a:pt x="425" y="252"/>
                </a:moveTo>
                <a:cubicBezTo>
                  <a:pt x="381" y="304"/>
                  <a:pt x="271" y="383"/>
                  <a:pt x="246" y="402"/>
                </a:cubicBezTo>
                <a:cubicBezTo>
                  <a:pt x="220" y="383"/>
                  <a:pt x="111" y="304"/>
                  <a:pt x="66" y="252"/>
                </a:cubicBezTo>
                <a:cubicBezTo>
                  <a:pt x="33" y="214"/>
                  <a:pt x="19" y="178"/>
                  <a:pt x="19" y="134"/>
                </a:cubicBezTo>
                <a:cubicBezTo>
                  <a:pt x="19" y="70"/>
                  <a:pt x="71" y="19"/>
                  <a:pt x="134" y="19"/>
                </a:cubicBezTo>
                <a:cubicBezTo>
                  <a:pt x="163" y="19"/>
                  <a:pt x="190" y="29"/>
                  <a:pt x="211" y="48"/>
                </a:cubicBezTo>
                <a:cubicBezTo>
                  <a:pt x="222" y="58"/>
                  <a:pt x="231" y="70"/>
                  <a:pt x="237" y="83"/>
                </a:cubicBezTo>
                <a:cubicBezTo>
                  <a:pt x="239" y="86"/>
                  <a:pt x="242" y="88"/>
                  <a:pt x="246" y="88"/>
                </a:cubicBezTo>
                <a:cubicBezTo>
                  <a:pt x="249" y="88"/>
                  <a:pt x="252" y="86"/>
                  <a:pt x="254" y="83"/>
                </a:cubicBezTo>
                <a:cubicBezTo>
                  <a:pt x="260" y="70"/>
                  <a:pt x="269" y="58"/>
                  <a:pt x="280" y="48"/>
                </a:cubicBezTo>
                <a:cubicBezTo>
                  <a:pt x="301" y="29"/>
                  <a:pt x="328" y="19"/>
                  <a:pt x="357" y="19"/>
                </a:cubicBezTo>
                <a:cubicBezTo>
                  <a:pt x="420" y="19"/>
                  <a:pt x="472" y="70"/>
                  <a:pt x="472" y="134"/>
                </a:cubicBezTo>
                <a:cubicBezTo>
                  <a:pt x="472" y="178"/>
                  <a:pt x="458" y="214"/>
                  <a:pt x="425" y="25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68" name="Group 167"/>
          <p:cNvGrpSpPr/>
          <p:nvPr/>
        </p:nvGrpSpPr>
        <p:grpSpPr>
          <a:xfrm>
            <a:off x="4042834" y="3189817"/>
            <a:ext cx="742951" cy="567267"/>
            <a:chOff x="3032125" y="2392363"/>
            <a:chExt cx="557213" cy="425450"/>
          </a:xfrm>
          <a:solidFill>
            <a:schemeClr val="tx2"/>
          </a:solidFill>
        </p:grpSpPr>
        <p:sp>
          <p:nvSpPr>
            <p:cNvPr id="93" name="Freeform 93"/>
            <p:cNvSpPr>
              <a:spLocks/>
            </p:cNvSpPr>
            <p:nvPr/>
          </p:nvSpPr>
          <p:spPr bwMode="auto">
            <a:xfrm>
              <a:off x="3346450" y="2573338"/>
              <a:ext cx="242888" cy="244475"/>
            </a:xfrm>
            <a:custGeom>
              <a:avLst/>
              <a:gdLst>
                <a:gd name="T0" fmla="*/ 158 w 243"/>
                <a:gd name="T1" fmla="*/ 2 h 243"/>
                <a:gd name="T2" fmla="*/ 146 w 243"/>
                <a:gd name="T3" fmla="*/ 8 h 243"/>
                <a:gd name="T4" fmla="*/ 152 w 243"/>
                <a:gd name="T5" fmla="*/ 20 h 243"/>
                <a:gd name="T6" fmla="*/ 224 w 243"/>
                <a:gd name="T7" fmla="*/ 96 h 243"/>
                <a:gd name="T8" fmla="*/ 176 w 243"/>
                <a:gd name="T9" fmla="*/ 167 h 243"/>
                <a:gd name="T10" fmla="*/ 172 w 243"/>
                <a:gd name="T11" fmla="*/ 174 h 243"/>
                <a:gd name="T12" fmla="*/ 172 w 243"/>
                <a:gd name="T13" fmla="*/ 220 h 243"/>
                <a:gd name="T14" fmla="*/ 136 w 243"/>
                <a:gd name="T15" fmla="*/ 194 h 243"/>
                <a:gd name="T16" fmla="*/ 127 w 243"/>
                <a:gd name="T17" fmla="*/ 191 h 243"/>
                <a:gd name="T18" fmla="*/ 115 w 243"/>
                <a:gd name="T19" fmla="*/ 194 h 243"/>
                <a:gd name="T20" fmla="*/ 96 w 243"/>
                <a:gd name="T21" fmla="*/ 198 h 243"/>
                <a:gd name="T22" fmla="*/ 16 w 243"/>
                <a:gd name="T23" fmla="*/ 173 h 243"/>
                <a:gd name="T24" fmla="*/ 3 w 243"/>
                <a:gd name="T25" fmla="*/ 175 h 243"/>
                <a:gd name="T26" fmla="*/ 5 w 243"/>
                <a:gd name="T27" fmla="*/ 189 h 243"/>
                <a:gd name="T28" fmla="*/ 96 w 243"/>
                <a:gd name="T29" fmla="*/ 217 h 243"/>
                <a:gd name="T30" fmla="*/ 120 w 243"/>
                <a:gd name="T31" fmla="*/ 212 h 243"/>
                <a:gd name="T32" fmla="*/ 126 w 243"/>
                <a:gd name="T33" fmla="*/ 211 h 243"/>
                <a:gd name="T34" fmla="*/ 179 w 243"/>
                <a:gd name="T35" fmla="*/ 243 h 243"/>
                <a:gd name="T36" fmla="*/ 181 w 243"/>
                <a:gd name="T37" fmla="*/ 243 h 243"/>
                <a:gd name="T38" fmla="*/ 187 w 243"/>
                <a:gd name="T39" fmla="*/ 241 h 243"/>
                <a:gd name="T40" fmla="*/ 191 w 243"/>
                <a:gd name="T41" fmla="*/ 233 h 243"/>
                <a:gd name="T42" fmla="*/ 191 w 243"/>
                <a:gd name="T43" fmla="*/ 179 h 243"/>
                <a:gd name="T44" fmla="*/ 243 w 243"/>
                <a:gd name="T45" fmla="*/ 96 h 243"/>
                <a:gd name="T46" fmla="*/ 158 w 243"/>
                <a:gd name="T47" fmla="*/ 2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43" h="243">
                  <a:moveTo>
                    <a:pt x="158" y="2"/>
                  </a:moveTo>
                  <a:cubicBezTo>
                    <a:pt x="153" y="0"/>
                    <a:pt x="148" y="3"/>
                    <a:pt x="146" y="8"/>
                  </a:cubicBezTo>
                  <a:cubicBezTo>
                    <a:pt x="145" y="13"/>
                    <a:pt x="147" y="18"/>
                    <a:pt x="152" y="20"/>
                  </a:cubicBezTo>
                  <a:cubicBezTo>
                    <a:pt x="203" y="36"/>
                    <a:pt x="224" y="58"/>
                    <a:pt x="224" y="96"/>
                  </a:cubicBezTo>
                  <a:cubicBezTo>
                    <a:pt x="224" y="129"/>
                    <a:pt x="194" y="154"/>
                    <a:pt x="176" y="167"/>
                  </a:cubicBezTo>
                  <a:cubicBezTo>
                    <a:pt x="173" y="168"/>
                    <a:pt x="172" y="171"/>
                    <a:pt x="172" y="174"/>
                  </a:cubicBezTo>
                  <a:cubicBezTo>
                    <a:pt x="172" y="220"/>
                    <a:pt x="172" y="220"/>
                    <a:pt x="172" y="220"/>
                  </a:cubicBezTo>
                  <a:cubicBezTo>
                    <a:pt x="162" y="216"/>
                    <a:pt x="148" y="209"/>
                    <a:pt x="136" y="194"/>
                  </a:cubicBezTo>
                  <a:cubicBezTo>
                    <a:pt x="134" y="192"/>
                    <a:pt x="130" y="191"/>
                    <a:pt x="127" y="191"/>
                  </a:cubicBezTo>
                  <a:cubicBezTo>
                    <a:pt x="123" y="192"/>
                    <a:pt x="119" y="193"/>
                    <a:pt x="115" y="194"/>
                  </a:cubicBezTo>
                  <a:cubicBezTo>
                    <a:pt x="109" y="196"/>
                    <a:pt x="102" y="198"/>
                    <a:pt x="96" y="198"/>
                  </a:cubicBezTo>
                  <a:cubicBezTo>
                    <a:pt x="63" y="198"/>
                    <a:pt x="40" y="191"/>
                    <a:pt x="16" y="173"/>
                  </a:cubicBezTo>
                  <a:cubicBezTo>
                    <a:pt x="12" y="170"/>
                    <a:pt x="6" y="171"/>
                    <a:pt x="3" y="175"/>
                  </a:cubicBezTo>
                  <a:cubicBezTo>
                    <a:pt x="0" y="180"/>
                    <a:pt x="1" y="185"/>
                    <a:pt x="5" y="189"/>
                  </a:cubicBezTo>
                  <a:cubicBezTo>
                    <a:pt x="32" y="208"/>
                    <a:pt x="59" y="217"/>
                    <a:pt x="96" y="217"/>
                  </a:cubicBezTo>
                  <a:cubicBezTo>
                    <a:pt x="105" y="217"/>
                    <a:pt x="113" y="214"/>
                    <a:pt x="120" y="212"/>
                  </a:cubicBezTo>
                  <a:cubicBezTo>
                    <a:pt x="122" y="212"/>
                    <a:pt x="124" y="211"/>
                    <a:pt x="126" y="211"/>
                  </a:cubicBezTo>
                  <a:cubicBezTo>
                    <a:pt x="150" y="236"/>
                    <a:pt x="178" y="242"/>
                    <a:pt x="179" y="243"/>
                  </a:cubicBezTo>
                  <a:cubicBezTo>
                    <a:pt x="180" y="243"/>
                    <a:pt x="181" y="243"/>
                    <a:pt x="181" y="243"/>
                  </a:cubicBezTo>
                  <a:cubicBezTo>
                    <a:pt x="183" y="243"/>
                    <a:pt x="185" y="242"/>
                    <a:pt x="187" y="241"/>
                  </a:cubicBezTo>
                  <a:cubicBezTo>
                    <a:pt x="189" y="239"/>
                    <a:pt x="191" y="236"/>
                    <a:pt x="191" y="233"/>
                  </a:cubicBezTo>
                  <a:cubicBezTo>
                    <a:pt x="191" y="179"/>
                    <a:pt x="191" y="179"/>
                    <a:pt x="191" y="179"/>
                  </a:cubicBezTo>
                  <a:cubicBezTo>
                    <a:pt x="224" y="155"/>
                    <a:pt x="243" y="125"/>
                    <a:pt x="243" y="96"/>
                  </a:cubicBezTo>
                  <a:cubicBezTo>
                    <a:pt x="243" y="36"/>
                    <a:pt x="194" y="13"/>
                    <a:pt x="158" y="2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4" name="Freeform 94"/>
            <p:cNvSpPr>
              <a:spLocks noEditPoints="1"/>
            </p:cNvSpPr>
            <p:nvPr/>
          </p:nvSpPr>
          <p:spPr bwMode="auto">
            <a:xfrm>
              <a:off x="3032125" y="2392363"/>
              <a:ext cx="438150" cy="403225"/>
            </a:xfrm>
            <a:custGeom>
              <a:avLst/>
              <a:gdLst>
                <a:gd name="T0" fmla="*/ 438 w 438"/>
                <a:gd name="T1" fmla="*/ 180 h 404"/>
                <a:gd name="T2" fmla="*/ 376 w 438"/>
                <a:gd name="T3" fmla="*/ 52 h 404"/>
                <a:gd name="T4" fmla="*/ 221 w 438"/>
                <a:gd name="T5" fmla="*/ 0 h 404"/>
                <a:gd name="T6" fmla="*/ 0 w 438"/>
                <a:gd name="T7" fmla="*/ 180 h 404"/>
                <a:gd name="T8" fmla="*/ 79 w 438"/>
                <a:gd name="T9" fmla="*/ 309 h 404"/>
                <a:gd name="T10" fmla="*/ 79 w 438"/>
                <a:gd name="T11" fmla="*/ 394 h 404"/>
                <a:gd name="T12" fmla="*/ 83 w 438"/>
                <a:gd name="T13" fmla="*/ 402 h 404"/>
                <a:gd name="T14" fmla="*/ 88 w 438"/>
                <a:gd name="T15" fmla="*/ 404 h 404"/>
                <a:gd name="T16" fmla="*/ 92 w 438"/>
                <a:gd name="T17" fmla="*/ 403 h 404"/>
                <a:gd name="T18" fmla="*/ 177 w 438"/>
                <a:gd name="T19" fmla="*/ 340 h 404"/>
                <a:gd name="T20" fmla="*/ 228 w 438"/>
                <a:gd name="T21" fmla="*/ 346 h 404"/>
                <a:gd name="T22" fmla="*/ 438 w 438"/>
                <a:gd name="T23" fmla="*/ 180 h 404"/>
                <a:gd name="T24" fmla="*/ 228 w 438"/>
                <a:gd name="T25" fmla="*/ 327 h 404"/>
                <a:gd name="T26" fmla="*/ 175 w 438"/>
                <a:gd name="T27" fmla="*/ 321 h 404"/>
                <a:gd name="T28" fmla="*/ 166 w 438"/>
                <a:gd name="T29" fmla="*/ 324 h 404"/>
                <a:gd name="T30" fmla="*/ 97 w 438"/>
                <a:gd name="T31" fmla="*/ 379 h 404"/>
                <a:gd name="T32" fmla="*/ 97 w 438"/>
                <a:gd name="T33" fmla="*/ 304 h 404"/>
                <a:gd name="T34" fmla="*/ 93 w 438"/>
                <a:gd name="T35" fmla="*/ 296 h 404"/>
                <a:gd name="T36" fmla="*/ 19 w 438"/>
                <a:gd name="T37" fmla="*/ 180 h 404"/>
                <a:gd name="T38" fmla="*/ 221 w 438"/>
                <a:gd name="T39" fmla="*/ 19 h 404"/>
                <a:gd name="T40" fmla="*/ 419 w 438"/>
                <a:gd name="T41" fmla="*/ 180 h 404"/>
                <a:gd name="T42" fmla="*/ 228 w 438"/>
                <a:gd name="T43" fmla="*/ 327 h 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38" h="404">
                  <a:moveTo>
                    <a:pt x="438" y="180"/>
                  </a:moveTo>
                  <a:cubicBezTo>
                    <a:pt x="438" y="131"/>
                    <a:pt x="416" y="85"/>
                    <a:pt x="376" y="52"/>
                  </a:cubicBezTo>
                  <a:cubicBezTo>
                    <a:pt x="336" y="18"/>
                    <a:pt x="281" y="0"/>
                    <a:pt x="221" y="0"/>
                  </a:cubicBezTo>
                  <a:cubicBezTo>
                    <a:pt x="97" y="0"/>
                    <a:pt x="0" y="79"/>
                    <a:pt x="0" y="180"/>
                  </a:cubicBezTo>
                  <a:cubicBezTo>
                    <a:pt x="0" y="228"/>
                    <a:pt x="27" y="272"/>
                    <a:pt x="79" y="309"/>
                  </a:cubicBezTo>
                  <a:cubicBezTo>
                    <a:pt x="79" y="394"/>
                    <a:pt x="79" y="394"/>
                    <a:pt x="79" y="394"/>
                  </a:cubicBezTo>
                  <a:cubicBezTo>
                    <a:pt x="79" y="398"/>
                    <a:pt x="80" y="401"/>
                    <a:pt x="83" y="402"/>
                  </a:cubicBezTo>
                  <a:cubicBezTo>
                    <a:pt x="84" y="403"/>
                    <a:pt x="86" y="404"/>
                    <a:pt x="88" y="404"/>
                  </a:cubicBezTo>
                  <a:cubicBezTo>
                    <a:pt x="89" y="404"/>
                    <a:pt x="91" y="403"/>
                    <a:pt x="92" y="403"/>
                  </a:cubicBezTo>
                  <a:cubicBezTo>
                    <a:pt x="94" y="402"/>
                    <a:pt x="138" y="382"/>
                    <a:pt x="177" y="340"/>
                  </a:cubicBezTo>
                  <a:cubicBezTo>
                    <a:pt x="193" y="343"/>
                    <a:pt x="211" y="346"/>
                    <a:pt x="228" y="346"/>
                  </a:cubicBezTo>
                  <a:cubicBezTo>
                    <a:pt x="354" y="346"/>
                    <a:pt x="438" y="279"/>
                    <a:pt x="438" y="180"/>
                  </a:cubicBezTo>
                  <a:close/>
                  <a:moveTo>
                    <a:pt x="228" y="327"/>
                  </a:moveTo>
                  <a:cubicBezTo>
                    <a:pt x="211" y="327"/>
                    <a:pt x="192" y="324"/>
                    <a:pt x="175" y="321"/>
                  </a:cubicBezTo>
                  <a:cubicBezTo>
                    <a:pt x="172" y="320"/>
                    <a:pt x="168" y="322"/>
                    <a:pt x="166" y="324"/>
                  </a:cubicBezTo>
                  <a:cubicBezTo>
                    <a:pt x="142" y="351"/>
                    <a:pt x="114" y="370"/>
                    <a:pt x="97" y="379"/>
                  </a:cubicBezTo>
                  <a:cubicBezTo>
                    <a:pt x="97" y="304"/>
                    <a:pt x="97" y="304"/>
                    <a:pt x="97" y="304"/>
                  </a:cubicBezTo>
                  <a:cubicBezTo>
                    <a:pt x="97" y="301"/>
                    <a:pt x="96" y="298"/>
                    <a:pt x="93" y="296"/>
                  </a:cubicBezTo>
                  <a:cubicBezTo>
                    <a:pt x="59" y="273"/>
                    <a:pt x="19" y="234"/>
                    <a:pt x="19" y="180"/>
                  </a:cubicBezTo>
                  <a:cubicBezTo>
                    <a:pt x="19" y="89"/>
                    <a:pt x="108" y="19"/>
                    <a:pt x="221" y="19"/>
                  </a:cubicBezTo>
                  <a:cubicBezTo>
                    <a:pt x="334" y="19"/>
                    <a:pt x="419" y="88"/>
                    <a:pt x="419" y="180"/>
                  </a:cubicBezTo>
                  <a:cubicBezTo>
                    <a:pt x="419" y="268"/>
                    <a:pt x="342" y="327"/>
                    <a:pt x="228" y="327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5" name="Freeform 95"/>
            <p:cNvSpPr>
              <a:spLocks noEditPoints="1"/>
            </p:cNvSpPr>
            <p:nvPr/>
          </p:nvSpPr>
          <p:spPr bwMode="auto">
            <a:xfrm>
              <a:off x="3222625" y="2543175"/>
              <a:ext cx="58738" cy="58738"/>
            </a:xfrm>
            <a:custGeom>
              <a:avLst/>
              <a:gdLst>
                <a:gd name="T0" fmla="*/ 29 w 58"/>
                <a:gd name="T1" fmla="*/ 0 h 58"/>
                <a:gd name="T2" fmla="*/ 0 w 58"/>
                <a:gd name="T3" fmla="*/ 29 h 58"/>
                <a:gd name="T4" fmla="*/ 29 w 58"/>
                <a:gd name="T5" fmla="*/ 58 h 58"/>
                <a:gd name="T6" fmla="*/ 58 w 58"/>
                <a:gd name="T7" fmla="*/ 29 h 58"/>
                <a:gd name="T8" fmla="*/ 29 w 58"/>
                <a:gd name="T9" fmla="*/ 0 h 58"/>
                <a:gd name="T10" fmla="*/ 29 w 58"/>
                <a:gd name="T11" fmla="*/ 39 h 58"/>
                <a:gd name="T12" fmla="*/ 19 w 58"/>
                <a:gd name="T13" fmla="*/ 29 h 58"/>
                <a:gd name="T14" fmla="*/ 29 w 58"/>
                <a:gd name="T15" fmla="*/ 18 h 58"/>
                <a:gd name="T16" fmla="*/ 39 w 58"/>
                <a:gd name="T17" fmla="*/ 29 h 58"/>
                <a:gd name="T18" fmla="*/ 29 w 58"/>
                <a:gd name="T19" fmla="*/ 39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8" h="58">
                  <a:moveTo>
                    <a:pt x="29" y="0"/>
                  </a:moveTo>
                  <a:cubicBezTo>
                    <a:pt x="13" y="0"/>
                    <a:pt x="0" y="13"/>
                    <a:pt x="0" y="29"/>
                  </a:cubicBezTo>
                  <a:cubicBezTo>
                    <a:pt x="0" y="45"/>
                    <a:pt x="13" y="58"/>
                    <a:pt x="29" y="58"/>
                  </a:cubicBezTo>
                  <a:cubicBezTo>
                    <a:pt x="45" y="58"/>
                    <a:pt x="58" y="45"/>
                    <a:pt x="58" y="29"/>
                  </a:cubicBezTo>
                  <a:cubicBezTo>
                    <a:pt x="58" y="13"/>
                    <a:pt x="45" y="0"/>
                    <a:pt x="29" y="0"/>
                  </a:cubicBezTo>
                  <a:close/>
                  <a:moveTo>
                    <a:pt x="29" y="39"/>
                  </a:moveTo>
                  <a:cubicBezTo>
                    <a:pt x="23" y="39"/>
                    <a:pt x="19" y="34"/>
                    <a:pt x="19" y="29"/>
                  </a:cubicBezTo>
                  <a:cubicBezTo>
                    <a:pt x="19" y="23"/>
                    <a:pt x="23" y="18"/>
                    <a:pt x="29" y="18"/>
                  </a:cubicBezTo>
                  <a:cubicBezTo>
                    <a:pt x="35" y="18"/>
                    <a:pt x="39" y="23"/>
                    <a:pt x="39" y="29"/>
                  </a:cubicBezTo>
                  <a:cubicBezTo>
                    <a:pt x="39" y="34"/>
                    <a:pt x="35" y="39"/>
                    <a:pt x="29" y="39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6" name="Freeform 96"/>
            <p:cNvSpPr>
              <a:spLocks noEditPoints="1"/>
            </p:cNvSpPr>
            <p:nvPr/>
          </p:nvSpPr>
          <p:spPr bwMode="auto">
            <a:xfrm>
              <a:off x="3314700" y="2543175"/>
              <a:ext cx="58738" cy="58738"/>
            </a:xfrm>
            <a:custGeom>
              <a:avLst/>
              <a:gdLst>
                <a:gd name="T0" fmla="*/ 29 w 58"/>
                <a:gd name="T1" fmla="*/ 0 h 58"/>
                <a:gd name="T2" fmla="*/ 0 w 58"/>
                <a:gd name="T3" fmla="*/ 29 h 58"/>
                <a:gd name="T4" fmla="*/ 29 w 58"/>
                <a:gd name="T5" fmla="*/ 58 h 58"/>
                <a:gd name="T6" fmla="*/ 58 w 58"/>
                <a:gd name="T7" fmla="*/ 29 h 58"/>
                <a:gd name="T8" fmla="*/ 29 w 58"/>
                <a:gd name="T9" fmla="*/ 0 h 58"/>
                <a:gd name="T10" fmla="*/ 29 w 58"/>
                <a:gd name="T11" fmla="*/ 39 h 58"/>
                <a:gd name="T12" fmla="*/ 18 w 58"/>
                <a:gd name="T13" fmla="*/ 29 h 58"/>
                <a:gd name="T14" fmla="*/ 29 w 58"/>
                <a:gd name="T15" fmla="*/ 18 h 58"/>
                <a:gd name="T16" fmla="*/ 39 w 58"/>
                <a:gd name="T17" fmla="*/ 29 h 58"/>
                <a:gd name="T18" fmla="*/ 29 w 58"/>
                <a:gd name="T19" fmla="*/ 39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8" h="58">
                  <a:moveTo>
                    <a:pt x="29" y="0"/>
                  </a:moveTo>
                  <a:cubicBezTo>
                    <a:pt x="13" y="0"/>
                    <a:pt x="0" y="13"/>
                    <a:pt x="0" y="29"/>
                  </a:cubicBezTo>
                  <a:cubicBezTo>
                    <a:pt x="0" y="45"/>
                    <a:pt x="13" y="58"/>
                    <a:pt x="29" y="58"/>
                  </a:cubicBezTo>
                  <a:cubicBezTo>
                    <a:pt x="45" y="58"/>
                    <a:pt x="58" y="45"/>
                    <a:pt x="58" y="29"/>
                  </a:cubicBezTo>
                  <a:cubicBezTo>
                    <a:pt x="58" y="13"/>
                    <a:pt x="45" y="0"/>
                    <a:pt x="29" y="0"/>
                  </a:cubicBezTo>
                  <a:close/>
                  <a:moveTo>
                    <a:pt x="29" y="39"/>
                  </a:moveTo>
                  <a:cubicBezTo>
                    <a:pt x="23" y="39"/>
                    <a:pt x="18" y="34"/>
                    <a:pt x="18" y="29"/>
                  </a:cubicBezTo>
                  <a:cubicBezTo>
                    <a:pt x="18" y="23"/>
                    <a:pt x="23" y="18"/>
                    <a:pt x="29" y="18"/>
                  </a:cubicBezTo>
                  <a:cubicBezTo>
                    <a:pt x="34" y="18"/>
                    <a:pt x="39" y="23"/>
                    <a:pt x="39" y="29"/>
                  </a:cubicBezTo>
                  <a:cubicBezTo>
                    <a:pt x="39" y="34"/>
                    <a:pt x="34" y="39"/>
                    <a:pt x="29" y="39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7" name="Freeform 97"/>
            <p:cNvSpPr>
              <a:spLocks noEditPoints="1"/>
            </p:cNvSpPr>
            <p:nvPr/>
          </p:nvSpPr>
          <p:spPr bwMode="auto">
            <a:xfrm>
              <a:off x="3130550" y="2544763"/>
              <a:ext cx="58738" cy="57150"/>
            </a:xfrm>
            <a:custGeom>
              <a:avLst/>
              <a:gdLst>
                <a:gd name="T0" fmla="*/ 29 w 58"/>
                <a:gd name="T1" fmla="*/ 0 h 58"/>
                <a:gd name="T2" fmla="*/ 0 w 58"/>
                <a:gd name="T3" fmla="*/ 29 h 58"/>
                <a:gd name="T4" fmla="*/ 29 w 58"/>
                <a:gd name="T5" fmla="*/ 58 h 58"/>
                <a:gd name="T6" fmla="*/ 58 w 58"/>
                <a:gd name="T7" fmla="*/ 29 h 58"/>
                <a:gd name="T8" fmla="*/ 29 w 58"/>
                <a:gd name="T9" fmla="*/ 0 h 58"/>
                <a:gd name="T10" fmla="*/ 29 w 58"/>
                <a:gd name="T11" fmla="*/ 39 h 58"/>
                <a:gd name="T12" fmla="*/ 19 w 58"/>
                <a:gd name="T13" fmla="*/ 29 h 58"/>
                <a:gd name="T14" fmla="*/ 29 w 58"/>
                <a:gd name="T15" fmla="*/ 18 h 58"/>
                <a:gd name="T16" fmla="*/ 40 w 58"/>
                <a:gd name="T17" fmla="*/ 29 h 58"/>
                <a:gd name="T18" fmla="*/ 29 w 58"/>
                <a:gd name="T19" fmla="*/ 39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8" h="58">
                  <a:moveTo>
                    <a:pt x="29" y="0"/>
                  </a:moveTo>
                  <a:cubicBezTo>
                    <a:pt x="13" y="0"/>
                    <a:pt x="0" y="13"/>
                    <a:pt x="0" y="29"/>
                  </a:cubicBezTo>
                  <a:cubicBezTo>
                    <a:pt x="0" y="45"/>
                    <a:pt x="13" y="58"/>
                    <a:pt x="29" y="58"/>
                  </a:cubicBezTo>
                  <a:cubicBezTo>
                    <a:pt x="45" y="58"/>
                    <a:pt x="58" y="45"/>
                    <a:pt x="58" y="29"/>
                  </a:cubicBezTo>
                  <a:cubicBezTo>
                    <a:pt x="58" y="13"/>
                    <a:pt x="45" y="0"/>
                    <a:pt x="29" y="0"/>
                  </a:cubicBezTo>
                  <a:close/>
                  <a:moveTo>
                    <a:pt x="29" y="39"/>
                  </a:moveTo>
                  <a:cubicBezTo>
                    <a:pt x="24" y="39"/>
                    <a:pt x="19" y="34"/>
                    <a:pt x="19" y="29"/>
                  </a:cubicBezTo>
                  <a:cubicBezTo>
                    <a:pt x="19" y="23"/>
                    <a:pt x="24" y="18"/>
                    <a:pt x="29" y="18"/>
                  </a:cubicBezTo>
                  <a:cubicBezTo>
                    <a:pt x="35" y="18"/>
                    <a:pt x="40" y="23"/>
                    <a:pt x="40" y="29"/>
                  </a:cubicBezTo>
                  <a:cubicBezTo>
                    <a:pt x="40" y="34"/>
                    <a:pt x="35" y="39"/>
                    <a:pt x="29" y="39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67" name="Group 166"/>
          <p:cNvGrpSpPr/>
          <p:nvPr/>
        </p:nvGrpSpPr>
        <p:grpSpPr>
          <a:xfrm>
            <a:off x="2950633" y="3179233"/>
            <a:ext cx="584200" cy="584200"/>
            <a:chOff x="2212975" y="2384425"/>
            <a:chExt cx="438150" cy="438150"/>
          </a:xfrm>
          <a:solidFill>
            <a:schemeClr val="tx2"/>
          </a:solidFill>
        </p:grpSpPr>
        <p:sp>
          <p:nvSpPr>
            <p:cNvPr id="98" name="Freeform 98"/>
            <p:cNvSpPr>
              <a:spLocks noEditPoints="1"/>
            </p:cNvSpPr>
            <p:nvPr/>
          </p:nvSpPr>
          <p:spPr bwMode="auto">
            <a:xfrm>
              <a:off x="2363788" y="2536825"/>
              <a:ext cx="138113" cy="136525"/>
            </a:xfrm>
            <a:custGeom>
              <a:avLst/>
              <a:gdLst>
                <a:gd name="T0" fmla="*/ 1 w 138"/>
                <a:gd name="T1" fmla="*/ 68 h 137"/>
                <a:gd name="T2" fmla="*/ 68 w 138"/>
                <a:gd name="T3" fmla="*/ 137 h 137"/>
                <a:gd name="T4" fmla="*/ 69 w 138"/>
                <a:gd name="T5" fmla="*/ 137 h 137"/>
                <a:gd name="T6" fmla="*/ 69 w 138"/>
                <a:gd name="T7" fmla="*/ 137 h 137"/>
                <a:gd name="T8" fmla="*/ 137 w 138"/>
                <a:gd name="T9" fmla="*/ 69 h 137"/>
                <a:gd name="T10" fmla="*/ 70 w 138"/>
                <a:gd name="T11" fmla="*/ 0 h 137"/>
                <a:gd name="T12" fmla="*/ 69 w 138"/>
                <a:gd name="T13" fmla="*/ 0 h 137"/>
                <a:gd name="T14" fmla="*/ 1 w 138"/>
                <a:gd name="T15" fmla="*/ 68 h 137"/>
                <a:gd name="T16" fmla="*/ 69 w 138"/>
                <a:gd name="T17" fmla="*/ 19 h 137"/>
                <a:gd name="T18" fmla="*/ 70 w 138"/>
                <a:gd name="T19" fmla="*/ 19 h 137"/>
                <a:gd name="T20" fmla="*/ 119 w 138"/>
                <a:gd name="T21" fmla="*/ 69 h 137"/>
                <a:gd name="T22" fmla="*/ 69 w 138"/>
                <a:gd name="T23" fmla="*/ 118 h 137"/>
                <a:gd name="T24" fmla="*/ 69 w 138"/>
                <a:gd name="T25" fmla="*/ 118 h 137"/>
                <a:gd name="T26" fmla="*/ 20 w 138"/>
                <a:gd name="T27" fmla="*/ 68 h 137"/>
                <a:gd name="T28" fmla="*/ 69 w 138"/>
                <a:gd name="T29" fmla="*/ 19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38" h="137">
                  <a:moveTo>
                    <a:pt x="1" y="68"/>
                  </a:moveTo>
                  <a:cubicBezTo>
                    <a:pt x="0" y="105"/>
                    <a:pt x="31" y="136"/>
                    <a:pt x="68" y="137"/>
                  </a:cubicBezTo>
                  <a:cubicBezTo>
                    <a:pt x="69" y="137"/>
                    <a:pt x="69" y="137"/>
                    <a:pt x="69" y="137"/>
                  </a:cubicBezTo>
                  <a:cubicBezTo>
                    <a:pt x="69" y="137"/>
                    <a:pt x="69" y="137"/>
                    <a:pt x="69" y="137"/>
                  </a:cubicBezTo>
                  <a:cubicBezTo>
                    <a:pt x="106" y="137"/>
                    <a:pt x="137" y="106"/>
                    <a:pt x="137" y="69"/>
                  </a:cubicBezTo>
                  <a:cubicBezTo>
                    <a:pt x="138" y="31"/>
                    <a:pt x="108" y="0"/>
                    <a:pt x="70" y="0"/>
                  </a:cubicBezTo>
                  <a:cubicBezTo>
                    <a:pt x="69" y="0"/>
                    <a:pt x="69" y="0"/>
                    <a:pt x="69" y="0"/>
                  </a:cubicBezTo>
                  <a:cubicBezTo>
                    <a:pt x="32" y="0"/>
                    <a:pt x="1" y="30"/>
                    <a:pt x="1" y="68"/>
                  </a:cubicBezTo>
                  <a:close/>
                  <a:moveTo>
                    <a:pt x="69" y="19"/>
                  </a:moveTo>
                  <a:cubicBezTo>
                    <a:pt x="70" y="19"/>
                    <a:pt x="70" y="19"/>
                    <a:pt x="70" y="19"/>
                  </a:cubicBezTo>
                  <a:cubicBezTo>
                    <a:pt x="97" y="19"/>
                    <a:pt x="119" y="41"/>
                    <a:pt x="119" y="69"/>
                  </a:cubicBezTo>
                  <a:cubicBezTo>
                    <a:pt x="118" y="96"/>
                    <a:pt x="96" y="118"/>
                    <a:pt x="69" y="118"/>
                  </a:cubicBezTo>
                  <a:cubicBezTo>
                    <a:pt x="69" y="118"/>
                    <a:pt x="69" y="118"/>
                    <a:pt x="69" y="118"/>
                  </a:cubicBezTo>
                  <a:cubicBezTo>
                    <a:pt x="41" y="118"/>
                    <a:pt x="19" y="95"/>
                    <a:pt x="20" y="68"/>
                  </a:cubicBezTo>
                  <a:cubicBezTo>
                    <a:pt x="20" y="41"/>
                    <a:pt x="42" y="19"/>
                    <a:pt x="69" y="19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9" name="Oval 99"/>
            <p:cNvSpPr>
              <a:spLocks noChangeArrowheads="1"/>
            </p:cNvSpPr>
            <p:nvPr/>
          </p:nvSpPr>
          <p:spPr bwMode="auto">
            <a:xfrm>
              <a:off x="2212975" y="2582863"/>
              <a:ext cx="46038" cy="4445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0" name="Oval 100"/>
            <p:cNvSpPr>
              <a:spLocks noChangeArrowheads="1"/>
            </p:cNvSpPr>
            <p:nvPr/>
          </p:nvSpPr>
          <p:spPr bwMode="auto">
            <a:xfrm>
              <a:off x="2606675" y="2582863"/>
              <a:ext cx="44450" cy="4445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1" name="Oval 101"/>
            <p:cNvSpPr>
              <a:spLocks noChangeArrowheads="1"/>
            </p:cNvSpPr>
            <p:nvPr/>
          </p:nvSpPr>
          <p:spPr bwMode="auto">
            <a:xfrm>
              <a:off x="2409825" y="2384425"/>
              <a:ext cx="46038" cy="4603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2" name="Oval 102"/>
            <p:cNvSpPr>
              <a:spLocks noChangeArrowheads="1"/>
            </p:cNvSpPr>
            <p:nvPr/>
          </p:nvSpPr>
          <p:spPr bwMode="auto">
            <a:xfrm>
              <a:off x="2409825" y="2778125"/>
              <a:ext cx="46038" cy="4445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3" name="Oval 103"/>
            <p:cNvSpPr>
              <a:spLocks noChangeArrowheads="1"/>
            </p:cNvSpPr>
            <p:nvPr/>
          </p:nvSpPr>
          <p:spPr bwMode="auto">
            <a:xfrm>
              <a:off x="2266950" y="2438400"/>
              <a:ext cx="44450" cy="4445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4" name="Oval 104"/>
            <p:cNvSpPr>
              <a:spLocks noChangeArrowheads="1"/>
            </p:cNvSpPr>
            <p:nvPr/>
          </p:nvSpPr>
          <p:spPr bwMode="auto">
            <a:xfrm>
              <a:off x="2554288" y="2725738"/>
              <a:ext cx="46038" cy="4603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5" name="Oval 105"/>
            <p:cNvSpPr>
              <a:spLocks noChangeArrowheads="1"/>
            </p:cNvSpPr>
            <p:nvPr/>
          </p:nvSpPr>
          <p:spPr bwMode="auto">
            <a:xfrm>
              <a:off x="2554288" y="2438400"/>
              <a:ext cx="46038" cy="4445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6" name="Oval 106"/>
            <p:cNvSpPr>
              <a:spLocks noChangeArrowheads="1"/>
            </p:cNvSpPr>
            <p:nvPr/>
          </p:nvSpPr>
          <p:spPr bwMode="auto">
            <a:xfrm>
              <a:off x="2266950" y="2725738"/>
              <a:ext cx="44450" cy="4603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7" name="Freeform 107"/>
            <p:cNvSpPr>
              <a:spLocks noEditPoints="1"/>
            </p:cNvSpPr>
            <p:nvPr/>
          </p:nvSpPr>
          <p:spPr bwMode="auto">
            <a:xfrm>
              <a:off x="2324100" y="2497138"/>
              <a:ext cx="215900" cy="214313"/>
            </a:xfrm>
            <a:custGeom>
              <a:avLst/>
              <a:gdLst>
                <a:gd name="T0" fmla="*/ 206 w 216"/>
                <a:gd name="T1" fmla="*/ 0 h 215"/>
                <a:gd name="T2" fmla="*/ 109 w 216"/>
                <a:gd name="T3" fmla="*/ 0 h 215"/>
                <a:gd name="T4" fmla="*/ 108 w 216"/>
                <a:gd name="T5" fmla="*/ 0 h 215"/>
                <a:gd name="T6" fmla="*/ 1 w 216"/>
                <a:gd name="T7" fmla="*/ 106 h 215"/>
                <a:gd name="T8" fmla="*/ 31 w 216"/>
                <a:gd name="T9" fmla="*/ 183 h 215"/>
                <a:gd name="T10" fmla="*/ 107 w 216"/>
                <a:gd name="T11" fmla="*/ 215 h 215"/>
                <a:gd name="T12" fmla="*/ 108 w 216"/>
                <a:gd name="T13" fmla="*/ 215 h 215"/>
                <a:gd name="T14" fmla="*/ 108 w 216"/>
                <a:gd name="T15" fmla="*/ 215 h 215"/>
                <a:gd name="T16" fmla="*/ 216 w 216"/>
                <a:gd name="T17" fmla="*/ 108 h 215"/>
                <a:gd name="T18" fmla="*/ 216 w 216"/>
                <a:gd name="T19" fmla="*/ 9 h 215"/>
                <a:gd name="T20" fmla="*/ 206 w 216"/>
                <a:gd name="T21" fmla="*/ 0 h 215"/>
                <a:gd name="T22" fmla="*/ 197 w 216"/>
                <a:gd name="T23" fmla="*/ 108 h 215"/>
                <a:gd name="T24" fmla="*/ 108 w 216"/>
                <a:gd name="T25" fmla="*/ 196 h 215"/>
                <a:gd name="T26" fmla="*/ 107 w 216"/>
                <a:gd name="T27" fmla="*/ 196 h 215"/>
                <a:gd name="T28" fmla="*/ 45 w 216"/>
                <a:gd name="T29" fmla="*/ 170 h 215"/>
                <a:gd name="T30" fmla="*/ 19 w 216"/>
                <a:gd name="T31" fmla="*/ 106 h 215"/>
                <a:gd name="T32" fmla="*/ 108 w 216"/>
                <a:gd name="T33" fmla="*/ 18 h 215"/>
                <a:gd name="T34" fmla="*/ 197 w 216"/>
                <a:gd name="T35" fmla="*/ 18 h 215"/>
                <a:gd name="T36" fmla="*/ 197 w 216"/>
                <a:gd name="T37" fmla="*/ 108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16" h="215">
                  <a:moveTo>
                    <a:pt x="206" y="0"/>
                  </a:moveTo>
                  <a:cubicBezTo>
                    <a:pt x="109" y="0"/>
                    <a:pt x="109" y="0"/>
                    <a:pt x="109" y="0"/>
                  </a:cubicBezTo>
                  <a:cubicBezTo>
                    <a:pt x="108" y="0"/>
                    <a:pt x="108" y="0"/>
                    <a:pt x="108" y="0"/>
                  </a:cubicBezTo>
                  <a:cubicBezTo>
                    <a:pt x="49" y="0"/>
                    <a:pt x="1" y="47"/>
                    <a:pt x="1" y="106"/>
                  </a:cubicBezTo>
                  <a:cubicBezTo>
                    <a:pt x="0" y="135"/>
                    <a:pt x="11" y="162"/>
                    <a:pt x="31" y="183"/>
                  </a:cubicBezTo>
                  <a:cubicBezTo>
                    <a:pt x="51" y="203"/>
                    <a:pt x="78" y="215"/>
                    <a:pt x="107" y="215"/>
                  </a:cubicBezTo>
                  <a:cubicBezTo>
                    <a:pt x="108" y="215"/>
                    <a:pt x="108" y="215"/>
                    <a:pt x="108" y="215"/>
                  </a:cubicBezTo>
                  <a:cubicBezTo>
                    <a:pt x="108" y="215"/>
                    <a:pt x="108" y="215"/>
                    <a:pt x="108" y="215"/>
                  </a:cubicBezTo>
                  <a:cubicBezTo>
                    <a:pt x="167" y="215"/>
                    <a:pt x="215" y="167"/>
                    <a:pt x="216" y="108"/>
                  </a:cubicBezTo>
                  <a:cubicBezTo>
                    <a:pt x="216" y="9"/>
                    <a:pt x="216" y="9"/>
                    <a:pt x="216" y="9"/>
                  </a:cubicBezTo>
                  <a:cubicBezTo>
                    <a:pt x="216" y="4"/>
                    <a:pt x="212" y="0"/>
                    <a:pt x="206" y="0"/>
                  </a:cubicBezTo>
                  <a:close/>
                  <a:moveTo>
                    <a:pt x="197" y="108"/>
                  </a:moveTo>
                  <a:cubicBezTo>
                    <a:pt x="197" y="157"/>
                    <a:pt x="157" y="196"/>
                    <a:pt x="108" y="196"/>
                  </a:cubicBezTo>
                  <a:cubicBezTo>
                    <a:pt x="107" y="196"/>
                    <a:pt x="107" y="196"/>
                    <a:pt x="107" y="196"/>
                  </a:cubicBezTo>
                  <a:cubicBezTo>
                    <a:pt x="84" y="196"/>
                    <a:pt x="61" y="186"/>
                    <a:pt x="45" y="170"/>
                  </a:cubicBezTo>
                  <a:cubicBezTo>
                    <a:pt x="28" y="153"/>
                    <a:pt x="19" y="130"/>
                    <a:pt x="19" y="106"/>
                  </a:cubicBezTo>
                  <a:cubicBezTo>
                    <a:pt x="20" y="58"/>
                    <a:pt x="60" y="18"/>
                    <a:pt x="108" y="18"/>
                  </a:cubicBezTo>
                  <a:cubicBezTo>
                    <a:pt x="197" y="18"/>
                    <a:pt x="197" y="18"/>
                    <a:pt x="197" y="18"/>
                  </a:cubicBezTo>
                  <a:lnTo>
                    <a:pt x="197" y="108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66" name="Group 165"/>
          <p:cNvGrpSpPr/>
          <p:nvPr/>
        </p:nvGrpSpPr>
        <p:grpSpPr>
          <a:xfrm>
            <a:off x="2034117" y="3189817"/>
            <a:ext cx="425451" cy="567267"/>
            <a:chOff x="1525588" y="2392363"/>
            <a:chExt cx="319088" cy="425450"/>
          </a:xfrm>
          <a:solidFill>
            <a:schemeClr val="tx2"/>
          </a:solidFill>
        </p:grpSpPr>
        <p:sp>
          <p:nvSpPr>
            <p:cNvPr id="108" name="Freeform 108"/>
            <p:cNvSpPr>
              <a:spLocks noEditPoints="1"/>
            </p:cNvSpPr>
            <p:nvPr/>
          </p:nvSpPr>
          <p:spPr bwMode="auto">
            <a:xfrm>
              <a:off x="1525588" y="2392363"/>
              <a:ext cx="319088" cy="425450"/>
            </a:xfrm>
            <a:custGeom>
              <a:avLst/>
              <a:gdLst>
                <a:gd name="T0" fmla="*/ 160 w 320"/>
                <a:gd name="T1" fmla="*/ 0 h 425"/>
                <a:gd name="T2" fmla="*/ 0 w 320"/>
                <a:gd name="T3" fmla="*/ 160 h 425"/>
                <a:gd name="T4" fmla="*/ 154 w 320"/>
                <a:gd name="T5" fmla="*/ 423 h 425"/>
                <a:gd name="T6" fmla="*/ 160 w 320"/>
                <a:gd name="T7" fmla="*/ 425 h 425"/>
                <a:gd name="T8" fmla="*/ 166 w 320"/>
                <a:gd name="T9" fmla="*/ 423 h 425"/>
                <a:gd name="T10" fmla="*/ 320 w 320"/>
                <a:gd name="T11" fmla="*/ 160 h 425"/>
                <a:gd name="T12" fmla="*/ 160 w 320"/>
                <a:gd name="T13" fmla="*/ 0 h 425"/>
                <a:gd name="T14" fmla="*/ 160 w 320"/>
                <a:gd name="T15" fmla="*/ 403 h 425"/>
                <a:gd name="T16" fmla="*/ 19 w 320"/>
                <a:gd name="T17" fmla="*/ 160 h 425"/>
                <a:gd name="T18" fmla="*/ 160 w 320"/>
                <a:gd name="T19" fmla="*/ 19 h 425"/>
                <a:gd name="T20" fmla="*/ 302 w 320"/>
                <a:gd name="T21" fmla="*/ 160 h 425"/>
                <a:gd name="T22" fmla="*/ 160 w 320"/>
                <a:gd name="T23" fmla="*/ 403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20" h="425">
                  <a:moveTo>
                    <a:pt x="160" y="0"/>
                  </a:moveTo>
                  <a:cubicBezTo>
                    <a:pt x="72" y="0"/>
                    <a:pt x="0" y="72"/>
                    <a:pt x="0" y="160"/>
                  </a:cubicBezTo>
                  <a:cubicBezTo>
                    <a:pt x="0" y="292"/>
                    <a:pt x="148" y="417"/>
                    <a:pt x="154" y="423"/>
                  </a:cubicBezTo>
                  <a:cubicBezTo>
                    <a:pt x="156" y="424"/>
                    <a:pt x="158" y="425"/>
                    <a:pt x="160" y="425"/>
                  </a:cubicBezTo>
                  <a:cubicBezTo>
                    <a:pt x="162" y="425"/>
                    <a:pt x="165" y="424"/>
                    <a:pt x="166" y="423"/>
                  </a:cubicBezTo>
                  <a:cubicBezTo>
                    <a:pt x="173" y="417"/>
                    <a:pt x="320" y="294"/>
                    <a:pt x="320" y="160"/>
                  </a:cubicBezTo>
                  <a:cubicBezTo>
                    <a:pt x="320" y="72"/>
                    <a:pt x="249" y="0"/>
                    <a:pt x="160" y="0"/>
                  </a:cubicBezTo>
                  <a:close/>
                  <a:moveTo>
                    <a:pt x="160" y="403"/>
                  </a:moveTo>
                  <a:cubicBezTo>
                    <a:pt x="133" y="378"/>
                    <a:pt x="19" y="269"/>
                    <a:pt x="19" y="160"/>
                  </a:cubicBezTo>
                  <a:cubicBezTo>
                    <a:pt x="19" y="82"/>
                    <a:pt x="82" y="19"/>
                    <a:pt x="160" y="19"/>
                  </a:cubicBezTo>
                  <a:cubicBezTo>
                    <a:pt x="238" y="19"/>
                    <a:pt x="302" y="82"/>
                    <a:pt x="302" y="160"/>
                  </a:cubicBezTo>
                  <a:cubicBezTo>
                    <a:pt x="302" y="270"/>
                    <a:pt x="188" y="378"/>
                    <a:pt x="160" y="403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9" name="Freeform 109"/>
            <p:cNvSpPr>
              <a:spLocks noEditPoints="1"/>
            </p:cNvSpPr>
            <p:nvPr/>
          </p:nvSpPr>
          <p:spPr bwMode="auto">
            <a:xfrm>
              <a:off x="1603375" y="2470150"/>
              <a:ext cx="163513" cy="163513"/>
            </a:xfrm>
            <a:custGeom>
              <a:avLst/>
              <a:gdLst>
                <a:gd name="T0" fmla="*/ 81 w 163"/>
                <a:gd name="T1" fmla="*/ 0 h 163"/>
                <a:gd name="T2" fmla="*/ 0 w 163"/>
                <a:gd name="T3" fmla="*/ 82 h 163"/>
                <a:gd name="T4" fmla="*/ 81 w 163"/>
                <a:gd name="T5" fmla="*/ 163 h 163"/>
                <a:gd name="T6" fmla="*/ 163 w 163"/>
                <a:gd name="T7" fmla="*/ 82 h 163"/>
                <a:gd name="T8" fmla="*/ 81 w 163"/>
                <a:gd name="T9" fmla="*/ 0 h 163"/>
                <a:gd name="T10" fmla="*/ 81 w 163"/>
                <a:gd name="T11" fmla="*/ 145 h 163"/>
                <a:gd name="T12" fmla="*/ 19 w 163"/>
                <a:gd name="T13" fmla="*/ 82 h 163"/>
                <a:gd name="T14" fmla="*/ 81 w 163"/>
                <a:gd name="T15" fmla="*/ 19 h 163"/>
                <a:gd name="T16" fmla="*/ 144 w 163"/>
                <a:gd name="T17" fmla="*/ 82 h 163"/>
                <a:gd name="T18" fmla="*/ 81 w 163"/>
                <a:gd name="T19" fmla="*/ 145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3" h="163">
                  <a:moveTo>
                    <a:pt x="81" y="0"/>
                  </a:moveTo>
                  <a:cubicBezTo>
                    <a:pt x="36" y="0"/>
                    <a:pt x="0" y="37"/>
                    <a:pt x="0" y="82"/>
                  </a:cubicBezTo>
                  <a:cubicBezTo>
                    <a:pt x="0" y="127"/>
                    <a:pt x="36" y="163"/>
                    <a:pt x="81" y="163"/>
                  </a:cubicBezTo>
                  <a:cubicBezTo>
                    <a:pt x="126" y="163"/>
                    <a:pt x="163" y="127"/>
                    <a:pt x="163" y="82"/>
                  </a:cubicBezTo>
                  <a:cubicBezTo>
                    <a:pt x="163" y="37"/>
                    <a:pt x="126" y="0"/>
                    <a:pt x="81" y="0"/>
                  </a:cubicBezTo>
                  <a:close/>
                  <a:moveTo>
                    <a:pt x="81" y="145"/>
                  </a:moveTo>
                  <a:cubicBezTo>
                    <a:pt x="47" y="145"/>
                    <a:pt x="19" y="116"/>
                    <a:pt x="19" y="82"/>
                  </a:cubicBezTo>
                  <a:cubicBezTo>
                    <a:pt x="19" y="47"/>
                    <a:pt x="47" y="19"/>
                    <a:pt x="81" y="19"/>
                  </a:cubicBezTo>
                  <a:cubicBezTo>
                    <a:pt x="116" y="19"/>
                    <a:pt x="144" y="47"/>
                    <a:pt x="144" y="82"/>
                  </a:cubicBezTo>
                  <a:cubicBezTo>
                    <a:pt x="144" y="116"/>
                    <a:pt x="116" y="145"/>
                    <a:pt x="81" y="145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65" name="Group 164"/>
          <p:cNvGrpSpPr/>
          <p:nvPr/>
        </p:nvGrpSpPr>
        <p:grpSpPr>
          <a:xfrm>
            <a:off x="781051" y="3189817"/>
            <a:ext cx="556684" cy="567267"/>
            <a:chOff x="585788" y="2392363"/>
            <a:chExt cx="417513" cy="425450"/>
          </a:xfrm>
          <a:solidFill>
            <a:schemeClr val="tx2"/>
          </a:solidFill>
        </p:grpSpPr>
        <p:sp>
          <p:nvSpPr>
            <p:cNvPr id="110" name="Freeform 110"/>
            <p:cNvSpPr>
              <a:spLocks noEditPoints="1"/>
            </p:cNvSpPr>
            <p:nvPr/>
          </p:nvSpPr>
          <p:spPr bwMode="auto">
            <a:xfrm>
              <a:off x="585788" y="2392363"/>
              <a:ext cx="417513" cy="425450"/>
            </a:xfrm>
            <a:custGeom>
              <a:avLst/>
              <a:gdLst>
                <a:gd name="T0" fmla="*/ 400 w 417"/>
                <a:gd name="T1" fmla="*/ 106 h 425"/>
                <a:gd name="T2" fmla="*/ 284 w 417"/>
                <a:gd name="T3" fmla="*/ 83 h 425"/>
                <a:gd name="T4" fmla="*/ 133 w 417"/>
                <a:gd name="T5" fmla="*/ 83 h 425"/>
                <a:gd name="T6" fmla="*/ 17 w 417"/>
                <a:gd name="T7" fmla="*/ 106 h 425"/>
                <a:gd name="T8" fmla="*/ 17 w 417"/>
                <a:gd name="T9" fmla="*/ 319 h 425"/>
                <a:gd name="T10" fmla="*/ 86 w 417"/>
                <a:gd name="T11" fmla="*/ 347 h 425"/>
                <a:gd name="T12" fmla="*/ 208 w 417"/>
                <a:gd name="T13" fmla="*/ 425 h 425"/>
                <a:gd name="T14" fmla="*/ 331 w 417"/>
                <a:gd name="T15" fmla="*/ 347 h 425"/>
                <a:gd name="T16" fmla="*/ 400 w 417"/>
                <a:gd name="T17" fmla="*/ 319 h 425"/>
                <a:gd name="T18" fmla="*/ 331 w 417"/>
                <a:gd name="T19" fmla="*/ 96 h 425"/>
                <a:gd name="T20" fmla="*/ 349 w 417"/>
                <a:gd name="T21" fmla="*/ 199 h 425"/>
                <a:gd name="T22" fmla="*/ 289 w 417"/>
                <a:gd name="T23" fmla="*/ 101 h 425"/>
                <a:gd name="T24" fmla="*/ 246 w 417"/>
                <a:gd name="T25" fmla="*/ 278 h 425"/>
                <a:gd name="T26" fmla="*/ 170 w 417"/>
                <a:gd name="T27" fmla="*/ 278 h 425"/>
                <a:gd name="T28" fmla="*/ 133 w 417"/>
                <a:gd name="T29" fmla="*/ 212 h 425"/>
                <a:gd name="T30" fmla="*/ 170 w 417"/>
                <a:gd name="T31" fmla="*/ 147 h 425"/>
                <a:gd name="T32" fmla="*/ 246 w 417"/>
                <a:gd name="T33" fmla="*/ 147 h 425"/>
                <a:gd name="T34" fmla="*/ 284 w 417"/>
                <a:gd name="T35" fmla="*/ 212 h 425"/>
                <a:gd name="T36" fmla="*/ 246 w 417"/>
                <a:gd name="T37" fmla="*/ 278 h 425"/>
                <a:gd name="T38" fmla="*/ 271 w 417"/>
                <a:gd name="T39" fmla="*/ 320 h 425"/>
                <a:gd name="T40" fmla="*/ 256 w 417"/>
                <a:gd name="T41" fmla="*/ 294 h 425"/>
                <a:gd name="T42" fmla="*/ 185 w 417"/>
                <a:gd name="T43" fmla="*/ 307 h 425"/>
                <a:gd name="T44" fmla="*/ 137 w 417"/>
                <a:gd name="T45" fmla="*/ 280 h 425"/>
                <a:gd name="T46" fmla="*/ 185 w 417"/>
                <a:gd name="T47" fmla="*/ 307 h 425"/>
                <a:gd name="T48" fmla="*/ 81 w 417"/>
                <a:gd name="T49" fmla="*/ 212 h 425"/>
                <a:gd name="T50" fmla="*/ 114 w 417"/>
                <a:gd name="T51" fmla="*/ 212 h 425"/>
                <a:gd name="T52" fmla="*/ 137 w 417"/>
                <a:gd name="T53" fmla="*/ 145 h 425"/>
                <a:gd name="T54" fmla="*/ 185 w 417"/>
                <a:gd name="T55" fmla="*/ 117 h 425"/>
                <a:gd name="T56" fmla="*/ 137 w 417"/>
                <a:gd name="T57" fmla="*/ 145 h 425"/>
                <a:gd name="T58" fmla="*/ 271 w 417"/>
                <a:gd name="T59" fmla="*/ 105 h 425"/>
                <a:gd name="T60" fmla="*/ 256 w 417"/>
                <a:gd name="T61" fmla="*/ 130 h 425"/>
                <a:gd name="T62" fmla="*/ 302 w 417"/>
                <a:gd name="T63" fmla="*/ 184 h 425"/>
                <a:gd name="T64" fmla="*/ 302 w 417"/>
                <a:gd name="T65" fmla="*/ 241 h 425"/>
                <a:gd name="T66" fmla="*/ 302 w 417"/>
                <a:gd name="T67" fmla="*/ 184 h 425"/>
                <a:gd name="T68" fmla="*/ 266 w 417"/>
                <a:gd name="T69" fmla="*/ 87 h 425"/>
                <a:gd name="T70" fmla="*/ 151 w 417"/>
                <a:gd name="T71" fmla="*/ 87 h 425"/>
                <a:gd name="T72" fmla="*/ 33 w 417"/>
                <a:gd name="T73" fmla="*/ 115 h 425"/>
                <a:gd name="T74" fmla="*/ 128 w 417"/>
                <a:gd name="T75" fmla="*/ 101 h 425"/>
                <a:gd name="T76" fmla="*/ 68 w 417"/>
                <a:gd name="T77" fmla="*/ 199 h 425"/>
                <a:gd name="T78" fmla="*/ 86 w 417"/>
                <a:gd name="T79" fmla="*/ 328 h 425"/>
                <a:gd name="T80" fmla="*/ 33 w 417"/>
                <a:gd name="T81" fmla="*/ 309 h 425"/>
                <a:gd name="T82" fmla="*/ 117 w 417"/>
                <a:gd name="T83" fmla="*/ 266 h 425"/>
                <a:gd name="T84" fmla="*/ 86 w 417"/>
                <a:gd name="T85" fmla="*/ 328 h 425"/>
                <a:gd name="T86" fmla="*/ 151 w 417"/>
                <a:gd name="T87" fmla="*/ 338 h 425"/>
                <a:gd name="T88" fmla="*/ 266 w 417"/>
                <a:gd name="T89" fmla="*/ 338 h 425"/>
                <a:gd name="T90" fmla="*/ 384 w 417"/>
                <a:gd name="T91" fmla="*/ 309 h 425"/>
                <a:gd name="T92" fmla="*/ 289 w 417"/>
                <a:gd name="T93" fmla="*/ 324 h 425"/>
                <a:gd name="T94" fmla="*/ 349 w 417"/>
                <a:gd name="T95" fmla="*/ 226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17" h="425">
                  <a:moveTo>
                    <a:pt x="362" y="212"/>
                  </a:moveTo>
                  <a:cubicBezTo>
                    <a:pt x="398" y="174"/>
                    <a:pt x="417" y="135"/>
                    <a:pt x="400" y="106"/>
                  </a:cubicBezTo>
                  <a:cubicBezTo>
                    <a:pt x="389" y="87"/>
                    <a:pt x="365" y="77"/>
                    <a:pt x="331" y="77"/>
                  </a:cubicBezTo>
                  <a:cubicBezTo>
                    <a:pt x="316" y="77"/>
                    <a:pt x="300" y="79"/>
                    <a:pt x="284" y="83"/>
                  </a:cubicBezTo>
                  <a:cubicBezTo>
                    <a:pt x="267" y="32"/>
                    <a:pt x="239" y="0"/>
                    <a:pt x="208" y="0"/>
                  </a:cubicBezTo>
                  <a:cubicBezTo>
                    <a:pt x="177" y="0"/>
                    <a:pt x="150" y="32"/>
                    <a:pt x="133" y="83"/>
                  </a:cubicBezTo>
                  <a:cubicBezTo>
                    <a:pt x="116" y="79"/>
                    <a:pt x="101" y="77"/>
                    <a:pt x="86" y="77"/>
                  </a:cubicBezTo>
                  <a:cubicBezTo>
                    <a:pt x="52" y="77"/>
                    <a:pt x="28" y="87"/>
                    <a:pt x="17" y="106"/>
                  </a:cubicBezTo>
                  <a:cubicBezTo>
                    <a:pt x="0" y="135"/>
                    <a:pt x="19" y="174"/>
                    <a:pt x="55" y="212"/>
                  </a:cubicBezTo>
                  <a:cubicBezTo>
                    <a:pt x="19" y="251"/>
                    <a:pt x="0" y="290"/>
                    <a:pt x="17" y="319"/>
                  </a:cubicBezTo>
                  <a:cubicBezTo>
                    <a:pt x="28" y="337"/>
                    <a:pt x="52" y="347"/>
                    <a:pt x="86" y="347"/>
                  </a:cubicBezTo>
                  <a:cubicBezTo>
                    <a:pt x="86" y="347"/>
                    <a:pt x="86" y="347"/>
                    <a:pt x="86" y="347"/>
                  </a:cubicBezTo>
                  <a:cubicBezTo>
                    <a:pt x="101" y="347"/>
                    <a:pt x="116" y="345"/>
                    <a:pt x="133" y="342"/>
                  </a:cubicBezTo>
                  <a:cubicBezTo>
                    <a:pt x="150" y="393"/>
                    <a:pt x="177" y="425"/>
                    <a:pt x="208" y="425"/>
                  </a:cubicBezTo>
                  <a:cubicBezTo>
                    <a:pt x="239" y="425"/>
                    <a:pt x="267" y="393"/>
                    <a:pt x="284" y="342"/>
                  </a:cubicBezTo>
                  <a:cubicBezTo>
                    <a:pt x="300" y="345"/>
                    <a:pt x="316" y="347"/>
                    <a:pt x="331" y="347"/>
                  </a:cubicBezTo>
                  <a:cubicBezTo>
                    <a:pt x="331" y="347"/>
                    <a:pt x="331" y="347"/>
                    <a:pt x="331" y="347"/>
                  </a:cubicBezTo>
                  <a:cubicBezTo>
                    <a:pt x="365" y="347"/>
                    <a:pt x="389" y="337"/>
                    <a:pt x="400" y="319"/>
                  </a:cubicBezTo>
                  <a:cubicBezTo>
                    <a:pt x="417" y="290"/>
                    <a:pt x="398" y="251"/>
                    <a:pt x="362" y="212"/>
                  </a:cubicBezTo>
                  <a:close/>
                  <a:moveTo>
                    <a:pt x="331" y="96"/>
                  </a:moveTo>
                  <a:cubicBezTo>
                    <a:pt x="358" y="96"/>
                    <a:pt x="377" y="103"/>
                    <a:pt x="384" y="115"/>
                  </a:cubicBezTo>
                  <a:cubicBezTo>
                    <a:pt x="395" y="134"/>
                    <a:pt x="380" y="166"/>
                    <a:pt x="349" y="199"/>
                  </a:cubicBezTo>
                  <a:cubicBezTo>
                    <a:pt x="334" y="185"/>
                    <a:pt x="318" y="172"/>
                    <a:pt x="300" y="159"/>
                  </a:cubicBezTo>
                  <a:cubicBezTo>
                    <a:pt x="298" y="138"/>
                    <a:pt x="294" y="118"/>
                    <a:pt x="289" y="101"/>
                  </a:cubicBezTo>
                  <a:cubicBezTo>
                    <a:pt x="304" y="98"/>
                    <a:pt x="318" y="96"/>
                    <a:pt x="331" y="96"/>
                  </a:cubicBezTo>
                  <a:close/>
                  <a:moveTo>
                    <a:pt x="246" y="278"/>
                  </a:moveTo>
                  <a:cubicBezTo>
                    <a:pt x="234" y="285"/>
                    <a:pt x="221" y="292"/>
                    <a:pt x="208" y="297"/>
                  </a:cubicBezTo>
                  <a:cubicBezTo>
                    <a:pt x="196" y="292"/>
                    <a:pt x="183" y="285"/>
                    <a:pt x="170" y="278"/>
                  </a:cubicBezTo>
                  <a:cubicBezTo>
                    <a:pt x="158" y="271"/>
                    <a:pt x="146" y="263"/>
                    <a:pt x="134" y="255"/>
                  </a:cubicBezTo>
                  <a:cubicBezTo>
                    <a:pt x="133" y="242"/>
                    <a:pt x="133" y="227"/>
                    <a:pt x="133" y="212"/>
                  </a:cubicBezTo>
                  <a:cubicBezTo>
                    <a:pt x="133" y="197"/>
                    <a:pt x="133" y="183"/>
                    <a:pt x="134" y="169"/>
                  </a:cubicBezTo>
                  <a:cubicBezTo>
                    <a:pt x="146" y="162"/>
                    <a:pt x="158" y="154"/>
                    <a:pt x="170" y="147"/>
                  </a:cubicBezTo>
                  <a:cubicBezTo>
                    <a:pt x="183" y="139"/>
                    <a:pt x="196" y="133"/>
                    <a:pt x="208" y="127"/>
                  </a:cubicBezTo>
                  <a:cubicBezTo>
                    <a:pt x="221" y="133"/>
                    <a:pt x="234" y="139"/>
                    <a:pt x="246" y="147"/>
                  </a:cubicBezTo>
                  <a:cubicBezTo>
                    <a:pt x="259" y="154"/>
                    <a:pt x="271" y="162"/>
                    <a:pt x="282" y="169"/>
                  </a:cubicBezTo>
                  <a:cubicBezTo>
                    <a:pt x="284" y="183"/>
                    <a:pt x="284" y="197"/>
                    <a:pt x="284" y="212"/>
                  </a:cubicBezTo>
                  <a:cubicBezTo>
                    <a:pt x="284" y="227"/>
                    <a:pt x="284" y="242"/>
                    <a:pt x="282" y="255"/>
                  </a:cubicBezTo>
                  <a:cubicBezTo>
                    <a:pt x="271" y="263"/>
                    <a:pt x="259" y="271"/>
                    <a:pt x="246" y="278"/>
                  </a:cubicBezTo>
                  <a:close/>
                  <a:moveTo>
                    <a:pt x="279" y="280"/>
                  </a:moveTo>
                  <a:cubicBezTo>
                    <a:pt x="277" y="294"/>
                    <a:pt x="274" y="308"/>
                    <a:pt x="271" y="320"/>
                  </a:cubicBezTo>
                  <a:cubicBezTo>
                    <a:pt x="258" y="317"/>
                    <a:pt x="245" y="312"/>
                    <a:pt x="231" y="307"/>
                  </a:cubicBezTo>
                  <a:cubicBezTo>
                    <a:pt x="240" y="303"/>
                    <a:pt x="248" y="299"/>
                    <a:pt x="256" y="294"/>
                  </a:cubicBezTo>
                  <a:cubicBezTo>
                    <a:pt x="264" y="290"/>
                    <a:pt x="272" y="285"/>
                    <a:pt x="279" y="280"/>
                  </a:cubicBezTo>
                  <a:close/>
                  <a:moveTo>
                    <a:pt x="185" y="307"/>
                  </a:moveTo>
                  <a:cubicBezTo>
                    <a:pt x="172" y="312"/>
                    <a:pt x="159" y="317"/>
                    <a:pt x="146" y="320"/>
                  </a:cubicBezTo>
                  <a:cubicBezTo>
                    <a:pt x="142" y="308"/>
                    <a:pt x="140" y="294"/>
                    <a:pt x="137" y="280"/>
                  </a:cubicBezTo>
                  <a:cubicBezTo>
                    <a:pt x="145" y="285"/>
                    <a:pt x="153" y="290"/>
                    <a:pt x="161" y="294"/>
                  </a:cubicBezTo>
                  <a:cubicBezTo>
                    <a:pt x="169" y="299"/>
                    <a:pt x="177" y="303"/>
                    <a:pt x="185" y="307"/>
                  </a:cubicBezTo>
                  <a:close/>
                  <a:moveTo>
                    <a:pt x="115" y="241"/>
                  </a:moveTo>
                  <a:cubicBezTo>
                    <a:pt x="102" y="231"/>
                    <a:pt x="91" y="222"/>
                    <a:pt x="81" y="212"/>
                  </a:cubicBezTo>
                  <a:cubicBezTo>
                    <a:pt x="91" y="203"/>
                    <a:pt x="102" y="193"/>
                    <a:pt x="115" y="184"/>
                  </a:cubicBezTo>
                  <a:cubicBezTo>
                    <a:pt x="114" y="193"/>
                    <a:pt x="114" y="203"/>
                    <a:pt x="114" y="212"/>
                  </a:cubicBezTo>
                  <a:cubicBezTo>
                    <a:pt x="114" y="222"/>
                    <a:pt x="114" y="231"/>
                    <a:pt x="115" y="241"/>
                  </a:cubicBezTo>
                  <a:close/>
                  <a:moveTo>
                    <a:pt x="137" y="145"/>
                  </a:moveTo>
                  <a:cubicBezTo>
                    <a:pt x="140" y="131"/>
                    <a:pt x="142" y="117"/>
                    <a:pt x="146" y="105"/>
                  </a:cubicBezTo>
                  <a:cubicBezTo>
                    <a:pt x="159" y="108"/>
                    <a:pt x="172" y="112"/>
                    <a:pt x="185" y="117"/>
                  </a:cubicBezTo>
                  <a:cubicBezTo>
                    <a:pt x="177" y="122"/>
                    <a:pt x="169" y="126"/>
                    <a:pt x="161" y="130"/>
                  </a:cubicBezTo>
                  <a:cubicBezTo>
                    <a:pt x="153" y="135"/>
                    <a:pt x="145" y="140"/>
                    <a:pt x="137" y="145"/>
                  </a:cubicBezTo>
                  <a:close/>
                  <a:moveTo>
                    <a:pt x="231" y="117"/>
                  </a:moveTo>
                  <a:cubicBezTo>
                    <a:pt x="245" y="112"/>
                    <a:pt x="258" y="108"/>
                    <a:pt x="271" y="105"/>
                  </a:cubicBezTo>
                  <a:cubicBezTo>
                    <a:pt x="274" y="117"/>
                    <a:pt x="277" y="131"/>
                    <a:pt x="279" y="145"/>
                  </a:cubicBezTo>
                  <a:cubicBezTo>
                    <a:pt x="272" y="140"/>
                    <a:pt x="264" y="135"/>
                    <a:pt x="256" y="130"/>
                  </a:cubicBezTo>
                  <a:cubicBezTo>
                    <a:pt x="248" y="126"/>
                    <a:pt x="240" y="122"/>
                    <a:pt x="231" y="117"/>
                  </a:cubicBezTo>
                  <a:close/>
                  <a:moveTo>
                    <a:pt x="302" y="184"/>
                  </a:moveTo>
                  <a:cubicBezTo>
                    <a:pt x="314" y="193"/>
                    <a:pt x="326" y="203"/>
                    <a:pt x="335" y="212"/>
                  </a:cubicBezTo>
                  <a:cubicBezTo>
                    <a:pt x="326" y="222"/>
                    <a:pt x="314" y="231"/>
                    <a:pt x="302" y="241"/>
                  </a:cubicBezTo>
                  <a:cubicBezTo>
                    <a:pt x="303" y="231"/>
                    <a:pt x="303" y="222"/>
                    <a:pt x="303" y="212"/>
                  </a:cubicBezTo>
                  <a:cubicBezTo>
                    <a:pt x="303" y="203"/>
                    <a:pt x="303" y="193"/>
                    <a:pt x="302" y="184"/>
                  </a:cubicBezTo>
                  <a:close/>
                  <a:moveTo>
                    <a:pt x="208" y="19"/>
                  </a:moveTo>
                  <a:cubicBezTo>
                    <a:pt x="229" y="19"/>
                    <a:pt x="251" y="44"/>
                    <a:pt x="266" y="87"/>
                  </a:cubicBezTo>
                  <a:cubicBezTo>
                    <a:pt x="247" y="92"/>
                    <a:pt x="228" y="98"/>
                    <a:pt x="208" y="107"/>
                  </a:cubicBezTo>
                  <a:cubicBezTo>
                    <a:pt x="189" y="98"/>
                    <a:pt x="170" y="92"/>
                    <a:pt x="151" y="87"/>
                  </a:cubicBezTo>
                  <a:cubicBezTo>
                    <a:pt x="166" y="44"/>
                    <a:pt x="188" y="19"/>
                    <a:pt x="208" y="19"/>
                  </a:cubicBezTo>
                  <a:close/>
                  <a:moveTo>
                    <a:pt x="33" y="115"/>
                  </a:moveTo>
                  <a:cubicBezTo>
                    <a:pt x="40" y="103"/>
                    <a:pt x="59" y="96"/>
                    <a:pt x="86" y="96"/>
                  </a:cubicBezTo>
                  <a:cubicBezTo>
                    <a:pt x="99" y="96"/>
                    <a:pt x="113" y="98"/>
                    <a:pt x="128" y="101"/>
                  </a:cubicBezTo>
                  <a:cubicBezTo>
                    <a:pt x="123" y="118"/>
                    <a:pt x="119" y="138"/>
                    <a:pt x="117" y="159"/>
                  </a:cubicBezTo>
                  <a:cubicBezTo>
                    <a:pt x="99" y="172"/>
                    <a:pt x="83" y="185"/>
                    <a:pt x="68" y="199"/>
                  </a:cubicBezTo>
                  <a:cubicBezTo>
                    <a:pt x="37" y="166"/>
                    <a:pt x="22" y="134"/>
                    <a:pt x="33" y="115"/>
                  </a:cubicBezTo>
                  <a:close/>
                  <a:moveTo>
                    <a:pt x="86" y="328"/>
                  </a:moveTo>
                  <a:cubicBezTo>
                    <a:pt x="86" y="328"/>
                    <a:pt x="86" y="328"/>
                    <a:pt x="86" y="328"/>
                  </a:cubicBezTo>
                  <a:cubicBezTo>
                    <a:pt x="59" y="328"/>
                    <a:pt x="40" y="322"/>
                    <a:pt x="33" y="309"/>
                  </a:cubicBezTo>
                  <a:cubicBezTo>
                    <a:pt x="22" y="290"/>
                    <a:pt x="37" y="259"/>
                    <a:pt x="68" y="226"/>
                  </a:cubicBezTo>
                  <a:cubicBezTo>
                    <a:pt x="83" y="239"/>
                    <a:pt x="99" y="253"/>
                    <a:pt x="117" y="266"/>
                  </a:cubicBezTo>
                  <a:cubicBezTo>
                    <a:pt x="119" y="287"/>
                    <a:pt x="123" y="306"/>
                    <a:pt x="128" y="324"/>
                  </a:cubicBezTo>
                  <a:cubicBezTo>
                    <a:pt x="113" y="327"/>
                    <a:pt x="99" y="328"/>
                    <a:pt x="86" y="328"/>
                  </a:cubicBezTo>
                  <a:close/>
                  <a:moveTo>
                    <a:pt x="208" y="406"/>
                  </a:moveTo>
                  <a:cubicBezTo>
                    <a:pt x="188" y="406"/>
                    <a:pt x="166" y="381"/>
                    <a:pt x="151" y="338"/>
                  </a:cubicBezTo>
                  <a:cubicBezTo>
                    <a:pt x="170" y="333"/>
                    <a:pt x="189" y="326"/>
                    <a:pt x="208" y="318"/>
                  </a:cubicBezTo>
                  <a:cubicBezTo>
                    <a:pt x="228" y="326"/>
                    <a:pt x="247" y="333"/>
                    <a:pt x="266" y="338"/>
                  </a:cubicBezTo>
                  <a:cubicBezTo>
                    <a:pt x="251" y="381"/>
                    <a:pt x="229" y="406"/>
                    <a:pt x="208" y="406"/>
                  </a:cubicBezTo>
                  <a:close/>
                  <a:moveTo>
                    <a:pt x="384" y="309"/>
                  </a:moveTo>
                  <a:cubicBezTo>
                    <a:pt x="377" y="322"/>
                    <a:pt x="358" y="328"/>
                    <a:pt x="331" y="328"/>
                  </a:cubicBezTo>
                  <a:cubicBezTo>
                    <a:pt x="318" y="328"/>
                    <a:pt x="304" y="327"/>
                    <a:pt x="289" y="324"/>
                  </a:cubicBezTo>
                  <a:cubicBezTo>
                    <a:pt x="294" y="306"/>
                    <a:pt x="298" y="287"/>
                    <a:pt x="300" y="266"/>
                  </a:cubicBezTo>
                  <a:cubicBezTo>
                    <a:pt x="318" y="253"/>
                    <a:pt x="334" y="239"/>
                    <a:pt x="349" y="226"/>
                  </a:cubicBezTo>
                  <a:cubicBezTo>
                    <a:pt x="380" y="259"/>
                    <a:pt x="395" y="290"/>
                    <a:pt x="384" y="309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1" name="Freeform 111"/>
            <p:cNvSpPr>
              <a:spLocks noEditPoints="1"/>
            </p:cNvSpPr>
            <p:nvPr/>
          </p:nvSpPr>
          <p:spPr bwMode="auto">
            <a:xfrm>
              <a:off x="758825" y="2568575"/>
              <a:ext cx="71438" cy="71438"/>
            </a:xfrm>
            <a:custGeom>
              <a:avLst/>
              <a:gdLst>
                <a:gd name="T0" fmla="*/ 35 w 71"/>
                <a:gd name="T1" fmla="*/ 0 h 71"/>
                <a:gd name="T2" fmla="*/ 0 w 71"/>
                <a:gd name="T3" fmla="*/ 35 h 71"/>
                <a:gd name="T4" fmla="*/ 35 w 71"/>
                <a:gd name="T5" fmla="*/ 71 h 71"/>
                <a:gd name="T6" fmla="*/ 71 w 71"/>
                <a:gd name="T7" fmla="*/ 35 h 71"/>
                <a:gd name="T8" fmla="*/ 35 w 71"/>
                <a:gd name="T9" fmla="*/ 0 h 71"/>
                <a:gd name="T10" fmla="*/ 35 w 71"/>
                <a:gd name="T11" fmla="*/ 52 h 71"/>
                <a:gd name="T12" fmla="*/ 19 w 71"/>
                <a:gd name="T13" fmla="*/ 35 h 71"/>
                <a:gd name="T14" fmla="*/ 35 w 71"/>
                <a:gd name="T15" fmla="*/ 18 h 71"/>
                <a:gd name="T16" fmla="*/ 52 w 71"/>
                <a:gd name="T17" fmla="*/ 35 h 71"/>
                <a:gd name="T18" fmla="*/ 35 w 71"/>
                <a:gd name="T19" fmla="*/ 52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1" h="71">
                  <a:moveTo>
                    <a:pt x="35" y="0"/>
                  </a:moveTo>
                  <a:cubicBezTo>
                    <a:pt x="16" y="0"/>
                    <a:pt x="0" y="16"/>
                    <a:pt x="0" y="35"/>
                  </a:cubicBezTo>
                  <a:cubicBezTo>
                    <a:pt x="0" y="55"/>
                    <a:pt x="16" y="71"/>
                    <a:pt x="35" y="71"/>
                  </a:cubicBezTo>
                  <a:cubicBezTo>
                    <a:pt x="55" y="71"/>
                    <a:pt x="71" y="55"/>
                    <a:pt x="71" y="35"/>
                  </a:cubicBezTo>
                  <a:cubicBezTo>
                    <a:pt x="71" y="16"/>
                    <a:pt x="55" y="0"/>
                    <a:pt x="35" y="0"/>
                  </a:cubicBezTo>
                  <a:close/>
                  <a:moveTo>
                    <a:pt x="35" y="52"/>
                  </a:moveTo>
                  <a:cubicBezTo>
                    <a:pt x="26" y="52"/>
                    <a:pt x="19" y="45"/>
                    <a:pt x="19" y="35"/>
                  </a:cubicBezTo>
                  <a:cubicBezTo>
                    <a:pt x="19" y="26"/>
                    <a:pt x="26" y="18"/>
                    <a:pt x="35" y="18"/>
                  </a:cubicBezTo>
                  <a:cubicBezTo>
                    <a:pt x="45" y="18"/>
                    <a:pt x="52" y="26"/>
                    <a:pt x="52" y="35"/>
                  </a:cubicBezTo>
                  <a:cubicBezTo>
                    <a:pt x="52" y="45"/>
                    <a:pt x="45" y="52"/>
                    <a:pt x="35" y="52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71" name="Group 170"/>
          <p:cNvGrpSpPr/>
          <p:nvPr/>
        </p:nvGrpSpPr>
        <p:grpSpPr>
          <a:xfrm>
            <a:off x="10545233" y="2283885"/>
            <a:ext cx="440267" cy="563033"/>
            <a:chOff x="7908925" y="1712913"/>
            <a:chExt cx="330200" cy="422275"/>
          </a:xfrm>
          <a:solidFill>
            <a:schemeClr val="tx2"/>
          </a:solidFill>
        </p:grpSpPr>
        <p:sp>
          <p:nvSpPr>
            <p:cNvPr id="112" name="Freeform 112"/>
            <p:cNvSpPr>
              <a:spLocks noEditPoints="1"/>
            </p:cNvSpPr>
            <p:nvPr/>
          </p:nvSpPr>
          <p:spPr bwMode="auto">
            <a:xfrm>
              <a:off x="7948613" y="1724025"/>
              <a:ext cx="280988" cy="279400"/>
            </a:xfrm>
            <a:custGeom>
              <a:avLst/>
              <a:gdLst>
                <a:gd name="T0" fmla="*/ 140 w 281"/>
                <a:gd name="T1" fmla="*/ 280 h 280"/>
                <a:gd name="T2" fmla="*/ 281 w 281"/>
                <a:gd name="T3" fmla="*/ 140 h 280"/>
                <a:gd name="T4" fmla="*/ 140 w 281"/>
                <a:gd name="T5" fmla="*/ 0 h 280"/>
                <a:gd name="T6" fmla="*/ 0 w 281"/>
                <a:gd name="T7" fmla="*/ 140 h 280"/>
                <a:gd name="T8" fmla="*/ 140 w 281"/>
                <a:gd name="T9" fmla="*/ 280 h 280"/>
                <a:gd name="T10" fmla="*/ 140 w 281"/>
                <a:gd name="T11" fmla="*/ 18 h 280"/>
                <a:gd name="T12" fmla="*/ 262 w 281"/>
                <a:gd name="T13" fmla="*/ 140 h 280"/>
                <a:gd name="T14" fmla="*/ 140 w 281"/>
                <a:gd name="T15" fmla="*/ 262 h 280"/>
                <a:gd name="T16" fmla="*/ 19 w 281"/>
                <a:gd name="T17" fmla="*/ 140 h 280"/>
                <a:gd name="T18" fmla="*/ 140 w 281"/>
                <a:gd name="T19" fmla="*/ 18 h 2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1" h="280">
                  <a:moveTo>
                    <a:pt x="140" y="280"/>
                  </a:moveTo>
                  <a:cubicBezTo>
                    <a:pt x="218" y="280"/>
                    <a:pt x="281" y="217"/>
                    <a:pt x="281" y="140"/>
                  </a:cubicBezTo>
                  <a:cubicBezTo>
                    <a:pt x="281" y="63"/>
                    <a:pt x="218" y="0"/>
                    <a:pt x="140" y="0"/>
                  </a:cubicBezTo>
                  <a:cubicBezTo>
                    <a:pt x="63" y="0"/>
                    <a:pt x="0" y="63"/>
                    <a:pt x="0" y="140"/>
                  </a:cubicBezTo>
                  <a:cubicBezTo>
                    <a:pt x="0" y="217"/>
                    <a:pt x="63" y="280"/>
                    <a:pt x="140" y="280"/>
                  </a:cubicBezTo>
                  <a:close/>
                  <a:moveTo>
                    <a:pt x="140" y="18"/>
                  </a:moveTo>
                  <a:cubicBezTo>
                    <a:pt x="208" y="18"/>
                    <a:pt x="262" y="73"/>
                    <a:pt x="262" y="140"/>
                  </a:cubicBezTo>
                  <a:cubicBezTo>
                    <a:pt x="262" y="207"/>
                    <a:pt x="208" y="262"/>
                    <a:pt x="140" y="262"/>
                  </a:cubicBezTo>
                  <a:cubicBezTo>
                    <a:pt x="73" y="262"/>
                    <a:pt x="19" y="207"/>
                    <a:pt x="19" y="140"/>
                  </a:cubicBezTo>
                  <a:cubicBezTo>
                    <a:pt x="19" y="73"/>
                    <a:pt x="73" y="18"/>
                    <a:pt x="140" y="1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3" name="Freeform 113"/>
            <p:cNvSpPr>
              <a:spLocks noEditPoints="1"/>
            </p:cNvSpPr>
            <p:nvPr/>
          </p:nvSpPr>
          <p:spPr bwMode="auto">
            <a:xfrm>
              <a:off x="8001000" y="2076450"/>
              <a:ext cx="176213" cy="58738"/>
            </a:xfrm>
            <a:custGeom>
              <a:avLst/>
              <a:gdLst>
                <a:gd name="T0" fmla="*/ 147 w 176"/>
                <a:gd name="T1" fmla="*/ 0 h 58"/>
                <a:gd name="T2" fmla="*/ 30 w 176"/>
                <a:gd name="T3" fmla="*/ 0 h 58"/>
                <a:gd name="T4" fmla="*/ 0 w 176"/>
                <a:gd name="T5" fmla="*/ 29 h 58"/>
                <a:gd name="T6" fmla="*/ 0 w 176"/>
                <a:gd name="T7" fmla="*/ 49 h 58"/>
                <a:gd name="T8" fmla="*/ 10 w 176"/>
                <a:gd name="T9" fmla="*/ 58 h 58"/>
                <a:gd name="T10" fmla="*/ 167 w 176"/>
                <a:gd name="T11" fmla="*/ 58 h 58"/>
                <a:gd name="T12" fmla="*/ 176 w 176"/>
                <a:gd name="T13" fmla="*/ 49 h 58"/>
                <a:gd name="T14" fmla="*/ 176 w 176"/>
                <a:gd name="T15" fmla="*/ 30 h 58"/>
                <a:gd name="T16" fmla="*/ 147 w 176"/>
                <a:gd name="T17" fmla="*/ 0 h 58"/>
                <a:gd name="T18" fmla="*/ 158 w 176"/>
                <a:gd name="T19" fmla="*/ 40 h 58"/>
                <a:gd name="T20" fmla="*/ 19 w 176"/>
                <a:gd name="T21" fmla="*/ 40 h 58"/>
                <a:gd name="T22" fmla="*/ 19 w 176"/>
                <a:gd name="T23" fmla="*/ 29 h 58"/>
                <a:gd name="T24" fmla="*/ 30 w 176"/>
                <a:gd name="T25" fmla="*/ 19 h 58"/>
                <a:gd name="T26" fmla="*/ 147 w 176"/>
                <a:gd name="T27" fmla="*/ 19 h 58"/>
                <a:gd name="T28" fmla="*/ 158 w 176"/>
                <a:gd name="T29" fmla="*/ 30 h 58"/>
                <a:gd name="T30" fmla="*/ 158 w 176"/>
                <a:gd name="T31" fmla="*/ 40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76" h="58">
                  <a:moveTo>
                    <a:pt x="147" y="0"/>
                  </a:moveTo>
                  <a:cubicBezTo>
                    <a:pt x="30" y="0"/>
                    <a:pt x="30" y="0"/>
                    <a:pt x="30" y="0"/>
                  </a:cubicBezTo>
                  <a:cubicBezTo>
                    <a:pt x="13" y="0"/>
                    <a:pt x="0" y="13"/>
                    <a:pt x="0" y="29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54"/>
                    <a:pt x="5" y="58"/>
                    <a:pt x="10" y="58"/>
                  </a:cubicBezTo>
                  <a:cubicBezTo>
                    <a:pt x="167" y="58"/>
                    <a:pt x="167" y="58"/>
                    <a:pt x="167" y="58"/>
                  </a:cubicBezTo>
                  <a:cubicBezTo>
                    <a:pt x="172" y="58"/>
                    <a:pt x="176" y="54"/>
                    <a:pt x="176" y="49"/>
                  </a:cubicBezTo>
                  <a:cubicBezTo>
                    <a:pt x="176" y="30"/>
                    <a:pt x="176" y="30"/>
                    <a:pt x="176" y="30"/>
                  </a:cubicBezTo>
                  <a:cubicBezTo>
                    <a:pt x="176" y="14"/>
                    <a:pt x="164" y="0"/>
                    <a:pt x="147" y="0"/>
                  </a:cubicBezTo>
                  <a:close/>
                  <a:moveTo>
                    <a:pt x="158" y="40"/>
                  </a:moveTo>
                  <a:cubicBezTo>
                    <a:pt x="19" y="40"/>
                    <a:pt x="19" y="40"/>
                    <a:pt x="19" y="40"/>
                  </a:cubicBezTo>
                  <a:cubicBezTo>
                    <a:pt x="19" y="29"/>
                    <a:pt x="19" y="29"/>
                    <a:pt x="19" y="29"/>
                  </a:cubicBezTo>
                  <a:cubicBezTo>
                    <a:pt x="19" y="23"/>
                    <a:pt x="23" y="19"/>
                    <a:pt x="30" y="19"/>
                  </a:cubicBezTo>
                  <a:cubicBezTo>
                    <a:pt x="147" y="19"/>
                    <a:pt x="147" y="19"/>
                    <a:pt x="147" y="19"/>
                  </a:cubicBezTo>
                  <a:cubicBezTo>
                    <a:pt x="153" y="19"/>
                    <a:pt x="158" y="24"/>
                    <a:pt x="158" y="30"/>
                  </a:cubicBezTo>
                  <a:lnTo>
                    <a:pt x="158" y="4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4" name="Freeform 114"/>
            <p:cNvSpPr>
              <a:spLocks/>
            </p:cNvSpPr>
            <p:nvPr/>
          </p:nvSpPr>
          <p:spPr bwMode="auto">
            <a:xfrm>
              <a:off x="7908925" y="1712913"/>
              <a:ext cx="330200" cy="357188"/>
            </a:xfrm>
            <a:custGeom>
              <a:avLst/>
              <a:gdLst>
                <a:gd name="T0" fmla="*/ 327 w 330"/>
                <a:gd name="T1" fmla="*/ 285 h 358"/>
                <a:gd name="T2" fmla="*/ 307 w 330"/>
                <a:gd name="T3" fmla="*/ 265 h 358"/>
                <a:gd name="T4" fmla="*/ 294 w 330"/>
                <a:gd name="T5" fmla="*/ 265 h 358"/>
                <a:gd name="T6" fmla="*/ 180 w 330"/>
                <a:gd name="T7" fmla="*/ 312 h 358"/>
                <a:gd name="T8" fmla="*/ 66 w 330"/>
                <a:gd name="T9" fmla="*/ 265 h 358"/>
                <a:gd name="T10" fmla="*/ 19 w 330"/>
                <a:gd name="T11" fmla="*/ 151 h 358"/>
                <a:gd name="T12" fmla="*/ 66 w 330"/>
                <a:gd name="T13" fmla="*/ 37 h 358"/>
                <a:gd name="T14" fmla="*/ 66 w 330"/>
                <a:gd name="T15" fmla="*/ 24 h 358"/>
                <a:gd name="T16" fmla="*/ 46 w 330"/>
                <a:gd name="T17" fmla="*/ 4 h 358"/>
                <a:gd name="T18" fmla="*/ 33 w 330"/>
                <a:gd name="T19" fmla="*/ 4 h 358"/>
                <a:gd name="T20" fmla="*/ 33 w 330"/>
                <a:gd name="T21" fmla="*/ 17 h 358"/>
                <a:gd name="T22" fmla="*/ 46 w 330"/>
                <a:gd name="T23" fmla="*/ 31 h 358"/>
                <a:gd name="T24" fmla="*/ 0 w 330"/>
                <a:gd name="T25" fmla="*/ 151 h 358"/>
                <a:gd name="T26" fmla="*/ 53 w 330"/>
                <a:gd name="T27" fmla="*/ 278 h 358"/>
                <a:gd name="T28" fmla="*/ 171 w 330"/>
                <a:gd name="T29" fmla="*/ 331 h 358"/>
                <a:gd name="T30" fmla="*/ 171 w 330"/>
                <a:gd name="T31" fmla="*/ 349 h 358"/>
                <a:gd name="T32" fmla="*/ 180 w 330"/>
                <a:gd name="T33" fmla="*/ 358 h 358"/>
                <a:gd name="T34" fmla="*/ 190 w 330"/>
                <a:gd name="T35" fmla="*/ 349 h 358"/>
                <a:gd name="T36" fmla="*/ 190 w 330"/>
                <a:gd name="T37" fmla="*/ 330 h 358"/>
                <a:gd name="T38" fmla="*/ 300 w 330"/>
                <a:gd name="T39" fmla="*/ 285 h 358"/>
                <a:gd name="T40" fmla="*/ 314 w 330"/>
                <a:gd name="T41" fmla="*/ 298 h 358"/>
                <a:gd name="T42" fmla="*/ 327 w 330"/>
                <a:gd name="T43" fmla="*/ 298 h 358"/>
                <a:gd name="T44" fmla="*/ 327 w 330"/>
                <a:gd name="T45" fmla="*/ 285 h 3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30" h="358">
                  <a:moveTo>
                    <a:pt x="327" y="285"/>
                  </a:moveTo>
                  <a:cubicBezTo>
                    <a:pt x="307" y="265"/>
                    <a:pt x="307" y="265"/>
                    <a:pt x="307" y="265"/>
                  </a:cubicBezTo>
                  <a:cubicBezTo>
                    <a:pt x="303" y="261"/>
                    <a:pt x="297" y="261"/>
                    <a:pt x="294" y="265"/>
                  </a:cubicBezTo>
                  <a:cubicBezTo>
                    <a:pt x="263" y="295"/>
                    <a:pt x="223" y="312"/>
                    <a:pt x="180" y="312"/>
                  </a:cubicBezTo>
                  <a:cubicBezTo>
                    <a:pt x="137" y="312"/>
                    <a:pt x="96" y="295"/>
                    <a:pt x="66" y="265"/>
                  </a:cubicBezTo>
                  <a:cubicBezTo>
                    <a:pt x="36" y="234"/>
                    <a:pt x="19" y="194"/>
                    <a:pt x="19" y="151"/>
                  </a:cubicBezTo>
                  <a:cubicBezTo>
                    <a:pt x="19" y="108"/>
                    <a:pt x="36" y="68"/>
                    <a:pt x="66" y="37"/>
                  </a:cubicBezTo>
                  <a:cubicBezTo>
                    <a:pt x="70" y="34"/>
                    <a:pt x="70" y="28"/>
                    <a:pt x="66" y="24"/>
                  </a:cubicBezTo>
                  <a:cubicBezTo>
                    <a:pt x="46" y="4"/>
                    <a:pt x="46" y="4"/>
                    <a:pt x="46" y="4"/>
                  </a:cubicBezTo>
                  <a:cubicBezTo>
                    <a:pt x="42" y="0"/>
                    <a:pt x="36" y="0"/>
                    <a:pt x="33" y="4"/>
                  </a:cubicBezTo>
                  <a:cubicBezTo>
                    <a:pt x="29" y="8"/>
                    <a:pt x="29" y="14"/>
                    <a:pt x="33" y="17"/>
                  </a:cubicBezTo>
                  <a:cubicBezTo>
                    <a:pt x="46" y="31"/>
                    <a:pt x="46" y="31"/>
                    <a:pt x="46" y="31"/>
                  </a:cubicBezTo>
                  <a:cubicBezTo>
                    <a:pt x="16" y="64"/>
                    <a:pt x="0" y="106"/>
                    <a:pt x="0" y="151"/>
                  </a:cubicBezTo>
                  <a:cubicBezTo>
                    <a:pt x="0" y="199"/>
                    <a:pt x="19" y="244"/>
                    <a:pt x="53" y="278"/>
                  </a:cubicBezTo>
                  <a:cubicBezTo>
                    <a:pt x="85" y="310"/>
                    <a:pt x="126" y="328"/>
                    <a:pt x="171" y="331"/>
                  </a:cubicBezTo>
                  <a:cubicBezTo>
                    <a:pt x="171" y="349"/>
                    <a:pt x="171" y="349"/>
                    <a:pt x="171" y="349"/>
                  </a:cubicBezTo>
                  <a:cubicBezTo>
                    <a:pt x="171" y="354"/>
                    <a:pt x="175" y="358"/>
                    <a:pt x="180" y="358"/>
                  </a:cubicBezTo>
                  <a:cubicBezTo>
                    <a:pt x="186" y="358"/>
                    <a:pt x="190" y="354"/>
                    <a:pt x="190" y="349"/>
                  </a:cubicBezTo>
                  <a:cubicBezTo>
                    <a:pt x="190" y="330"/>
                    <a:pt x="190" y="330"/>
                    <a:pt x="190" y="330"/>
                  </a:cubicBezTo>
                  <a:cubicBezTo>
                    <a:pt x="231" y="328"/>
                    <a:pt x="269" y="312"/>
                    <a:pt x="300" y="285"/>
                  </a:cubicBezTo>
                  <a:cubicBezTo>
                    <a:pt x="314" y="298"/>
                    <a:pt x="314" y="298"/>
                    <a:pt x="314" y="298"/>
                  </a:cubicBezTo>
                  <a:cubicBezTo>
                    <a:pt x="317" y="302"/>
                    <a:pt x="323" y="302"/>
                    <a:pt x="327" y="298"/>
                  </a:cubicBezTo>
                  <a:cubicBezTo>
                    <a:pt x="330" y="294"/>
                    <a:pt x="330" y="289"/>
                    <a:pt x="327" y="285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72" name="Group 171"/>
          <p:cNvGrpSpPr/>
          <p:nvPr/>
        </p:nvGrpSpPr>
        <p:grpSpPr>
          <a:xfrm>
            <a:off x="9461501" y="2279651"/>
            <a:ext cx="497417" cy="567267"/>
            <a:chOff x="7096125" y="1709738"/>
            <a:chExt cx="373063" cy="425450"/>
          </a:xfrm>
          <a:solidFill>
            <a:schemeClr val="tx2"/>
          </a:solidFill>
        </p:grpSpPr>
        <p:sp>
          <p:nvSpPr>
            <p:cNvPr id="115" name="Freeform 115"/>
            <p:cNvSpPr>
              <a:spLocks noEditPoints="1"/>
            </p:cNvSpPr>
            <p:nvPr/>
          </p:nvSpPr>
          <p:spPr bwMode="auto">
            <a:xfrm>
              <a:off x="7096125" y="1709738"/>
              <a:ext cx="373063" cy="339725"/>
            </a:xfrm>
            <a:custGeom>
              <a:avLst/>
              <a:gdLst>
                <a:gd name="T0" fmla="*/ 316 w 372"/>
                <a:gd name="T1" fmla="*/ 24 h 339"/>
                <a:gd name="T2" fmla="*/ 186 w 372"/>
                <a:gd name="T3" fmla="*/ 0 h 339"/>
                <a:gd name="T4" fmla="*/ 56 w 372"/>
                <a:gd name="T5" fmla="*/ 24 h 339"/>
                <a:gd name="T6" fmla="*/ 0 w 372"/>
                <a:gd name="T7" fmla="*/ 126 h 339"/>
                <a:gd name="T8" fmla="*/ 181 w 372"/>
                <a:gd name="T9" fmla="*/ 338 h 339"/>
                <a:gd name="T10" fmla="*/ 181 w 372"/>
                <a:gd name="T11" fmla="*/ 338 h 339"/>
                <a:gd name="T12" fmla="*/ 181 w 372"/>
                <a:gd name="T13" fmla="*/ 338 h 339"/>
                <a:gd name="T14" fmla="*/ 181 w 372"/>
                <a:gd name="T15" fmla="*/ 338 h 339"/>
                <a:gd name="T16" fmla="*/ 182 w 372"/>
                <a:gd name="T17" fmla="*/ 338 h 339"/>
                <a:gd name="T18" fmla="*/ 182 w 372"/>
                <a:gd name="T19" fmla="*/ 338 h 339"/>
                <a:gd name="T20" fmla="*/ 183 w 372"/>
                <a:gd name="T21" fmla="*/ 339 h 339"/>
                <a:gd name="T22" fmla="*/ 183 w 372"/>
                <a:gd name="T23" fmla="*/ 339 h 339"/>
                <a:gd name="T24" fmla="*/ 183 w 372"/>
                <a:gd name="T25" fmla="*/ 339 h 339"/>
                <a:gd name="T26" fmla="*/ 183 w 372"/>
                <a:gd name="T27" fmla="*/ 339 h 339"/>
                <a:gd name="T28" fmla="*/ 184 w 372"/>
                <a:gd name="T29" fmla="*/ 339 h 339"/>
                <a:gd name="T30" fmla="*/ 184 w 372"/>
                <a:gd name="T31" fmla="*/ 339 h 339"/>
                <a:gd name="T32" fmla="*/ 185 w 372"/>
                <a:gd name="T33" fmla="*/ 339 h 339"/>
                <a:gd name="T34" fmla="*/ 186 w 372"/>
                <a:gd name="T35" fmla="*/ 339 h 339"/>
                <a:gd name="T36" fmla="*/ 187 w 372"/>
                <a:gd name="T37" fmla="*/ 339 h 339"/>
                <a:gd name="T38" fmla="*/ 188 w 372"/>
                <a:gd name="T39" fmla="*/ 339 h 339"/>
                <a:gd name="T40" fmla="*/ 188 w 372"/>
                <a:gd name="T41" fmla="*/ 339 h 339"/>
                <a:gd name="T42" fmla="*/ 189 w 372"/>
                <a:gd name="T43" fmla="*/ 339 h 339"/>
                <a:gd name="T44" fmla="*/ 189 w 372"/>
                <a:gd name="T45" fmla="*/ 339 h 339"/>
                <a:gd name="T46" fmla="*/ 189 w 372"/>
                <a:gd name="T47" fmla="*/ 339 h 339"/>
                <a:gd name="T48" fmla="*/ 189 w 372"/>
                <a:gd name="T49" fmla="*/ 339 h 339"/>
                <a:gd name="T50" fmla="*/ 190 w 372"/>
                <a:gd name="T51" fmla="*/ 338 h 339"/>
                <a:gd name="T52" fmla="*/ 190 w 372"/>
                <a:gd name="T53" fmla="*/ 338 h 339"/>
                <a:gd name="T54" fmla="*/ 191 w 372"/>
                <a:gd name="T55" fmla="*/ 338 h 339"/>
                <a:gd name="T56" fmla="*/ 191 w 372"/>
                <a:gd name="T57" fmla="*/ 338 h 339"/>
                <a:gd name="T58" fmla="*/ 191 w 372"/>
                <a:gd name="T59" fmla="*/ 338 h 339"/>
                <a:gd name="T60" fmla="*/ 191 w 372"/>
                <a:gd name="T61" fmla="*/ 338 h 339"/>
                <a:gd name="T62" fmla="*/ 372 w 372"/>
                <a:gd name="T63" fmla="*/ 126 h 339"/>
                <a:gd name="T64" fmla="*/ 316 w 372"/>
                <a:gd name="T65" fmla="*/ 24 h 339"/>
                <a:gd name="T66" fmla="*/ 189 w 372"/>
                <a:gd name="T67" fmla="*/ 18 h 339"/>
                <a:gd name="T68" fmla="*/ 236 w 372"/>
                <a:gd name="T69" fmla="*/ 126 h 339"/>
                <a:gd name="T70" fmla="*/ 186 w 372"/>
                <a:gd name="T71" fmla="*/ 309 h 339"/>
                <a:gd name="T72" fmla="*/ 136 w 372"/>
                <a:gd name="T73" fmla="*/ 126 h 339"/>
                <a:gd name="T74" fmla="*/ 183 w 372"/>
                <a:gd name="T75" fmla="*/ 18 h 339"/>
                <a:gd name="T76" fmla="*/ 186 w 372"/>
                <a:gd name="T77" fmla="*/ 18 h 339"/>
                <a:gd name="T78" fmla="*/ 189 w 372"/>
                <a:gd name="T79" fmla="*/ 18 h 339"/>
                <a:gd name="T80" fmla="*/ 139 w 372"/>
                <a:gd name="T81" fmla="*/ 23 h 339"/>
                <a:gd name="T82" fmla="*/ 118 w 372"/>
                <a:gd name="T83" fmla="*/ 126 h 339"/>
                <a:gd name="T84" fmla="*/ 155 w 372"/>
                <a:gd name="T85" fmla="*/ 285 h 339"/>
                <a:gd name="T86" fmla="*/ 71 w 372"/>
                <a:gd name="T87" fmla="*/ 126 h 339"/>
                <a:gd name="T88" fmla="*/ 139 w 372"/>
                <a:gd name="T89" fmla="*/ 23 h 339"/>
                <a:gd name="T90" fmla="*/ 254 w 372"/>
                <a:gd name="T91" fmla="*/ 126 h 339"/>
                <a:gd name="T92" fmla="*/ 233 w 372"/>
                <a:gd name="T93" fmla="*/ 23 h 339"/>
                <a:gd name="T94" fmla="*/ 301 w 372"/>
                <a:gd name="T95" fmla="*/ 126 h 339"/>
                <a:gd name="T96" fmla="*/ 217 w 372"/>
                <a:gd name="T97" fmla="*/ 285 h 339"/>
                <a:gd name="T98" fmla="*/ 254 w 372"/>
                <a:gd name="T99" fmla="*/ 126 h 339"/>
                <a:gd name="T100" fmla="*/ 18 w 372"/>
                <a:gd name="T101" fmla="*/ 126 h 339"/>
                <a:gd name="T102" fmla="*/ 83 w 372"/>
                <a:gd name="T103" fmla="*/ 33 h 339"/>
                <a:gd name="T104" fmla="*/ 52 w 372"/>
                <a:gd name="T105" fmla="*/ 126 h 339"/>
                <a:gd name="T106" fmla="*/ 112 w 372"/>
                <a:gd name="T107" fmla="*/ 263 h 339"/>
                <a:gd name="T108" fmla="*/ 18 w 372"/>
                <a:gd name="T109" fmla="*/ 126 h 339"/>
                <a:gd name="T110" fmla="*/ 260 w 372"/>
                <a:gd name="T111" fmla="*/ 263 h 339"/>
                <a:gd name="T112" fmla="*/ 320 w 372"/>
                <a:gd name="T113" fmla="*/ 126 h 339"/>
                <a:gd name="T114" fmla="*/ 289 w 372"/>
                <a:gd name="T115" fmla="*/ 33 h 339"/>
                <a:gd name="T116" fmla="*/ 354 w 372"/>
                <a:gd name="T117" fmla="*/ 126 h 339"/>
                <a:gd name="T118" fmla="*/ 260 w 372"/>
                <a:gd name="T119" fmla="*/ 263 h 3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72" h="339">
                  <a:moveTo>
                    <a:pt x="316" y="24"/>
                  </a:moveTo>
                  <a:cubicBezTo>
                    <a:pt x="285" y="8"/>
                    <a:pt x="243" y="0"/>
                    <a:pt x="186" y="0"/>
                  </a:cubicBezTo>
                  <a:cubicBezTo>
                    <a:pt x="129" y="0"/>
                    <a:pt x="87" y="8"/>
                    <a:pt x="56" y="24"/>
                  </a:cubicBezTo>
                  <a:cubicBezTo>
                    <a:pt x="19" y="45"/>
                    <a:pt x="0" y="79"/>
                    <a:pt x="0" y="126"/>
                  </a:cubicBezTo>
                  <a:cubicBezTo>
                    <a:pt x="0" y="222"/>
                    <a:pt x="174" y="333"/>
                    <a:pt x="181" y="338"/>
                  </a:cubicBezTo>
                  <a:cubicBezTo>
                    <a:pt x="181" y="338"/>
                    <a:pt x="181" y="338"/>
                    <a:pt x="181" y="338"/>
                  </a:cubicBezTo>
                  <a:cubicBezTo>
                    <a:pt x="181" y="338"/>
                    <a:pt x="181" y="338"/>
                    <a:pt x="181" y="338"/>
                  </a:cubicBezTo>
                  <a:cubicBezTo>
                    <a:pt x="181" y="338"/>
                    <a:pt x="181" y="338"/>
                    <a:pt x="181" y="338"/>
                  </a:cubicBezTo>
                  <a:cubicBezTo>
                    <a:pt x="181" y="338"/>
                    <a:pt x="182" y="338"/>
                    <a:pt x="182" y="338"/>
                  </a:cubicBezTo>
                  <a:cubicBezTo>
                    <a:pt x="182" y="338"/>
                    <a:pt x="182" y="338"/>
                    <a:pt x="182" y="338"/>
                  </a:cubicBezTo>
                  <a:cubicBezTo>
                    <a:pt x="182" y="339"/>
                    <a:pt x="182" y="339"/>
                    <a:pt x="183" y="339"/>
                  </a:cubicBezTo>
                  <a:cubicBezTo>
                    <a:pt x="183" y="339"/>
                    <a:pt x="183" y="339"/>
                    <a:pt x="183" y="339"/>
                  </a:cubicBezTo>
                  <a:cubicBezTo>
                    <a:pt x="183" y="339"/>
                    <a:pt x="183" y="339"/>
                    <a:pt x="183" y="339"/>
                  </a:cubicBezTo>
                  <a:cubicBezTo>
                    <a:pt x="183" y="339"/>
                    <a:pt x="183" y="339"/>
                    <a:pt x="183" y="339"/>
                  </a:cubicBezTo>
                  <a:cubicBezTo>
                    <a:pt x="184" y="339"/>
                    <a:pt x="184" y="339"/>
                    <a:pt x="184" y="339"/>
                  </a:cubicBezTo>
                  <a:cubicBezTo>
                    <a:pt x="184" y="339"/>
                    <a:pt x="184" y="339"/>
                    <a:pt x="184" y="339"/>
                  </a:cubicBezTo>
                  <a:cubicBezTo>
                    <a:pt x="185" y="339"/>
                    <a:pt x="185" y="339"/>
                    <a:pt x="185" y="339"/>
                  </a:cubicBezTo>
                  <a:cubicBezTo>
                    <a:pt x="185" y="339"/>
                    <a:pt x="186" y="339"/>
                    <a:pt x="186" y="339"/>
                  </a:cubicBezTo>
                  <a:cubicBezTo>
                    <a:pt x="186" y="339"/>
                    <a:pt x="187" y="339"/>
                    <a:pt x="187" y="339"/>
                  </a:cubicBezTo>
                  <a:cubicBezTo>
                    <a:pt x="187" y="339"/>
                    <a:pt x="187" y="339"/>
                    <a:pt x="188" y="339"/>
                  </a:cubicBezTo>
                  <a:cubicBezTo>
                    <a:pt x="188" y="339"/>
                    <a:pt x="188" y="339"/>
                    <a:pt x="188" y="339"/>
                  </a:cubicBezTo>
                  <a:cubicBezTo>
                    <a:pt x="188" y="339"/>
                    <a:pt x="188" y="339"/>
                    <a:pt x="189" y="339"/>
                  </a:cubicBezTo>
                  <a:cubicBezTo>
                    <a:pt x="189" y="339"/>
                    <a:pt x="189" y="339"/>
                    <a:pt x="189" y="339"/>
                  </a:cubicBezTo>
                  <a:cubicBezTo>
                    <a:pt x="189" y="339"/>
                    <a:pt x="189" y="339"/>
                    <a:pt x="189" y="339"/>
                  </a:cubicBezTo>
                  <a:cubicBezTo>
                    <a:pt x="189" y="339"/>
                    <a:pt x="189" y="339"/>
                    <a:pt x="189" y="339"/>
                  </a:cubicBezTo>
                  <a:cubicBezTo>
                    <a:pt x="190" y="339"/>
                    <a:pt x="190" y="339"/>
                    <a:pt x="190" y="338"/>
                  </a:cubicBezTo>
                  <a:cubicBezTo>
                    <a:pt x="190" y="338"/>
                    <a:pt x="190" y="338"/>
                    <a:pt x="190" y="338"/>
                  </a:cubicBezTo>
                  <a:cubicBezTo>
                    <a:pt x="190" y="338"/>
                    <a:pt x="191" y="338"/>
                    <a:pt x="191" y="338"/>
                  </a:cubicBezTo>
                  <a:cubicBezTo>
                    <a:pt x="191" y="338"/>
                    <a:pt x="191" y="338"/>
                    <a:pt x="191" y="338"/>
                  </a:cubicBezTo>
                  <a:cubicBezTo>
                    <a:pt x="191" y="338"/>
                    <a:pt x="191" y="338"/>
                    <a:pt x="191" y="338"/>
                  </a:cubicBezTo>
                  <a:cubicBezTo>
                    <a:pt x="191" y="338"/>
                    <a:pt x="191" y="338"/>
                    <a:pt x="191" y="338"/>
                  </a:cubicBezTo>
                  <a:cubicBezTo>
                    <a:pt x="198" y="333"/>
                    <a:pt x="372" y="222"/>
                    <a:pt x="372" y="126"/>
                  </a:cubicBezTo>
                  <a:cubicBezTo>
                    <a:pt x="372" y="79"/>
                    <a:pt x="353" y="45"/>
                    <a:pt x="316" y="24"/>
                  </a:cubicBezTo>
                  <a:close/>
                  <a:moveTo>
                    <a:pt x="189" y="18"/>
                  </a:moveTo>
                  <a:cubicBezTo>
                    <a:pt x="205" y="19"/>
                    <a:pt x="236" y="26"/>
                    <a:pt x="236" y="126"/>
                  </a:cubicBezTo>
                  <a:cubicBezTo>
                    <a:pt x="236" y="194"/>
                    <a:pt x="202" y="274"/>
                    <a:pt x="186" y="309"/>
                  </a:cubicBezTo>
                  <a:cubicBezTo>
                    <a:pt x="170" y="274"/>
                    <a:pt x="136" y="194"/>
                    <a:pt x="136" y="126"/>
                  </a:cubicBezTo>
                  <a:cubicBezTo>
                    <a:pt x="136" y="26"/>
                    <a:pt x="167" y="19"/>
                    <a:pt x="183" y="18"/>
                  </a:cubicBezTo>
                  <a:cubicBezTo>
                    <a:pt x="184" y="18"/>
                    <a:pt x="185" y="18"/>
                    <a:pt x="186" y="18"/>
                  </a:cubicBezTo>
                  <a:cubicBezTo>
                    <a:pt x="187" y="18"/>
                    <a:pt x="188" y="18"/>
                    <a:pt x="189" y="18"/>
                  </a:cubicBezTo>
                  <a:close/>
                  <a:moveTo>
                    <a:pt x="139" y="23"/>
                  </a:moveTo>
                  <a:cubicBezTo>
                    <a:pt x="125" y="44"/>
                    <a:pt x="118" y="78"/>
                    <a:pt x="118" y="126"/>
                  </a:cubicBezTo>
                  <a:cubicBezTo>
                    <a:pt x="118" y="182"/>
                    <a:pt x="138" y="244"/>
                    <a:pt x="155" y="285"/>
                  </a:cubicBezTo>
                  <a:cubicBezTo>
                    <a:pt x="120" y="246"/>
                    <a:pt x="71" y="181"/>
                    <a:pt x="71" y="126"/>
                  </a:cubicBezTo>
                  <a:cubicBezTo>
                    <a:pt x="71" y="68"/>
                    <a:pt x="92" y="35"/>
                    <a:pt x="139" y="23"/>
                  </a:cubicBezTo>
                  <a:close/>
                  <a:moveTo>
                    <a:pt x="254" y="126"/>
                  </a:moveTo>
                  <a:cubicBezTo>
                    <a:pt x="254" y="78"/>
                    <a:pt x="247" y="44"/>
                    <a:pt x="233" y="23"/>
                  </a:cubicBezTo>
                  <a:cubicBezTo>
                    <a:pt x="280" y="35"/>
                    <a:pt x="301" y="68"/>
                    <a:pt x="301" y="126"/>
                  </a:cubicBezTo>
                  <a:cubicBezTo>
                    <a:pt x="301" y="181"/>
                    <a:pt x="252" y="246"/>
                    <a:pt x="217" y="285"/>
                  </a:cubicBezTo>
                  <a:cubicBezTo>
                    <a:pt x="234" y="244"/>
                    <a:pt x="254" y="182"/>
                    <a:pt x="254" y="126"/>
                  </a:cubicBezTo>
                  <a:close/>
                  <a:moveTo>
                    <a:pt x="18" y="126"/>
                  </a:moveTo>
                  <a:cubicBezTo>
                    <a:pt x="18" y="80"/>
                    <a:pt x="39" y="49"/>
                    <a:pt x="83" y="33"/>
                  </a:cubicBezTo>
                  <a:cubicBezTo>
                    <a:pt x="62" y="54"/>
                    <a:pt x="52" y="84"/>
                    <a:pt x="52" y="126"/>
                  </a:cubicBezTo>
                  <a:cubicBezTo>
                    <a:pt x="52" y="172"/>
                    <a:pt x="81" y="223"/>
                    <a:pt x="112" y="263"/>
                  </a:cubicBezTo>
                  <a:cubicBezTo>
                    <a:pt x="67" y="224"/>
                    <a:pt x="18" y="171"/>
                    <a:pt x="18" y="126"/>
                  </a:cubicBezTo>
                  <a:close/>
                  <a:moveTo>
                    <a:pt x="260" y="263"/>
                  </a:moveTo>
                  <a:cubicBezTo>
                    <a:pt x="291" y="223"/>
                    <a:pt x="320" y="172"/>
                    <a:pt x="320" y="126"/>
                  </a:cubicBezTo>
                  <a:cubicBezTo>
                    <a:pt x="320" y="84"/>
                    <a:pt x="310" y="54"/>
                    <a:pt x="289" y="33"/>
                  </a:cubicBezTo>
                  <a:cubicBezTo>
                    <a:pt x="333" y="49"/>
                    <a:pt x="354" y="80"/>
                    <a:pt x="354" y="126"/>
                  </a:cubicBezTo>
                  <a:cubicBezTo>
                    <a:pt x="354" y="171"/>
                    <a:pt x="306" y="224"/>
                    <a:pt x="260" y="263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6" name="Freeform 116"/>
            <p:cNvSpPr>
              <a:spLocks noEditPoints="1"/>
            </p:cNvSpPr>
            <p:nvPr/>
          </p:nvSpPr>
          <p:spPr bwMode="auto">
            <a:xfrm>
              <a:off x="7240588" y="2063750"/>
              <a:ext cx="84138" cy="71438"/>
            </a:xfrm>
            <a:custGeom>
              <a:avLst/>
              <a:gdLst>
                <a:gd name="T0" fmla="*/ 75 w 84"/>
                <a:gd name="T1" fmla="*/ 0 h 71"/>
                <a:gd name="T2" fmla="*/ 9 w 84"/>
                <a:gd name="T3" fmla="*/ 0 h 71"/>
                <a:gd name="T4" fmla="*/ 0 w 84"/>
                <a:gd name="T5" fmla="*/ 10 h 71"/>
                <a:gd name="T6" fmla="*/ 0 w 84"/>
                <a:gd name="T7" fmla="*/ 49 h 71"/>
                <a:gd name="T8" fmla="*/ 22 w 84"/>
                <a:gd name="T9" fmla="*/ 71 h 71"/>
                <a:gd name="T10" fmla="*/ 62 w 84"/>
                <a:gd name="T11" fmla="*/ 71 h 71"/>
                <a:gd name="T12" fmla="*/ 84 w 84"/>
                <a:gd name="T13" fmla="*/ 49 h 71"/>
                <a:gd name="T14" fmla="*/ 84 w 84"/>
                <a:gd name="T15" fmla="*/ 10 h 71"/>
                <a:gd name="T16" fmla="*/ 75 w 84"/>
                <a:gd name="T17" fmla="*/ 0 h 71"/>
                <a:gd name="T18" fmla="*/ 65 w 84"/>
                <a:gd name="T19" fmla="*/ 49 h 71"/>
                <a:gd name="T20" fmla="*/ 62 w 84"/>
                <a:gd name="T21" fmla="*/ 53 h 71"/>
                <a:gd name="T22" fmla="*/ 22 w 84"/>
                <a:gd name="T23" fmla="*/ 53 h 71"/>
                <a:gd name="T24" fmla="*/ 19 w 84"/>
                <a:gd name="T25" fmla="*/ 49 h 71"/>
                <a:gd name="T26" fmla="*/ 19 w 84"/>
                <a:gd name="T27" fmla="*/ 19 h 71"/>
                <a:gd name="T28" fmla="*/ 65 w 84"/>
                <a:gd name="T29" fmla="*/ 19 h 71"/>
                <a:gd name="T30" fmla="*/ 65 w 84"/>
                <a:gd name="T31" fmla="*/ 49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84" h="71">
                  <a:moveTo>
                    <a:pt x="75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62"/>
                    <a:pt x="10" y="71"/>
                    <a:pt x="22" y="71"/>
                  </a:cubicBezTo>
                  <a:cubicBezTo>
                    <a:pt x="62" y="71"/>
                    <a:pt x="62" y="71"/>
                    <a:pt x="62" y="71"/>
                  </a:cubicBezTo>
                  <a:cubicBezTo>
                    <a:pt x="74" y="71"/>
                    <a:pt x="84" y="62"/>
                    <a:pt x="84" y="49"/>
                  </a:cubicBezTo>
                  <a:cubicBezTo>
                    <a:pt x="84" y="10"/>
                    <a:pt x="84" y="10"/>
                    <a:pt x="84" y="10"/>
                  </a:cubicBezTo>
                  <a:cubicBezTo>
                    <a:pt x="84" y="4"/>
                    <a:pt x="80" y="0"/>
                    <a:pt x="75" y="0"/>
                  </a:cubicBezTo>
                  <a:close/>
                  <a:moveTo>
                    <a:pt x="65" y="49"/>
                  </a:moveTo>
                  <a:cubicBezTo>
                    <a:pt x="65" y="51"/>
                    <a:pt x="64" y="53"/>
                    <a:pt x="62" y="53"/>
                  </a:cubicBezTo>
                  <a:cubicBezTo>
                    <a:pt x="22" y="53"/>
                    <a:pt x="22" y="53"/>
                    <a:pt x="22" y="53"/>
                  </a:cubicBezTo>
                  <a:cubicBezTo>
                    <a:pt x="20" y="53"/>
                    <a:pt x="19" y="51"/>
                    <a:pt x="19" y="49"/>
                  </a:cubicBezTo>
                  <a:cubicBezTo>
                    <a:pt x="19" y="19"/>
                    <a:pt x="19" y="19"/>
                    <a:pt x="19" y="19"/>
                  </a:cubicBezTo>
                  <a:cubicBezTo>
                    <a:pt x="65" y="19"/>
                    <a:pt x="65" y="19"/>
                    <a:pt x="65" y="19"/>
                  </a:cubicBezTo>
                  <a:lnTo>
                    <a:pt x="65" y="49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17" name="Freeform 117"/>
          <p:cNvSpPr>
            <a:spLocks/>
          </p:cNvSpPr>
          <p:nvPr/>
        </p:nvSpPr>
        <p:spPr bwMode="auto">
          <a:xfrm>
            <a:off x="5128684" y="2279651"/>
            <a:ext cx="635000" cy="567267"/>
          </a:xfrm>
          <a:custGeom>
            <a:avLst/>
            <a:gdLst>
              <a:gd name="T0" fmla="*/ 475 w 476"/>
              <a:gd name="T1" fmla="*/ 413 h 425"/>
              <a:gd name="T2" fmla="*/ 363 w 476"/>
              <a:gd name="T3" fmla="*/ 333 h 425"/>
              <a:gd name="T4" fmla="*/ 346 w 476"/>
              <a:gd name="T5" fmla="*/ 328 h 425"/>
              <a:gd name="T6" fmla="*/ 303 w 476"/>
              <a:gd name="T7" fmla="*/ 284 h 425"/>
              <a:gd name="T8" fmla="*/ 355 w 476"/>
              <a:gd name="T9" fmla="*/ 201 h 425"/>
              <a:gd name="T10" fmla="*/ 373 w 476"/>
              <a:gd name="T11" fmla="*/ 156 h 425"/>
              <a:gd name="T12" fmla="*/ 364 w 476"/>
              <a:gd name="T13" fmla="*/ 133 h 425"/>
              <a:gd name="T14" fmla="*/ 241 w 476"/>
              <a:gd name="T15" fmla="*/ 0 h 425"/>
              <a:gd name="T16" fmla="*/ 239 w 476"/>
              <a:gd name="T17" fmla="*/ 0 h 425"/>
              <a:gd name="T18" fmla="*/ 115 w 476"/>
              <a:gd name="T19" fmla="*/ 130 h 425"/>
              <a:gd name="T20" fmla="*/ 103 w 476"/>
              <a:gd name="T21" fmla="*/ 156 h 425"/>
              <a:gd name="T22" fmla="*/ 127 w 476"/>
              <a:gd name="T23" fmla="*/ 209 h 425"/>
              <a:gd name="T24" fmla="*/ 173 w 476"/>
              <a:gd name="T25" fmla="*/ 281 h 425"/>
              <a:gd name="T26" fmla="*/ 130 w 476"/>
              <a:gd name="T27" fmla="*/ 326 h 425"/>
              <a:gd name="T28" fmla="*/ 114 w 476"/>
              <a:gd name="T29" fmla="*/ 330 h 425"/>
              <a:gd name="T30" fmla="*/ 1 w 476"/>
              <a:gd name="T31" fmla="*/ 413 h 425"/>
              <a:gd name="T32" fmla="*/ 8 w 476"/>
              <a:gd name="T33" fmla="*/ 424 h 425"/>
              <a:gd name="T34" fmla="*/ 19 w 476"/>
              <a:gd name="T35" fmla="*/ 417 h 425"/>
              <a:gd name="T36" fmla="*/ 119 w 476"/>
              <a:gd name="T37" fmla="*/ 348 h 425"/>
              <a:gd name="T38" fmla="*/ 138 w 476"/>
              <a:gd name="T39" fmla="*/ 343 h 425"/>
              <a:gd name="T40" fmla="*/ 193 w 476"/>
              <a:gd name="T41" fmla="*/ 279 h 425"/>
              <a:gd name="T42" fmla="*/ 190 w 476"/>
              <a:gd name="T43" fmla="*/ 271 h 425"/>
              <a:gd name="T44" fmla="*/ 144 w 476"/>
              <a:gd name="T45" fmla="*/ 201 h 425"/>
              <a:gd name="T46" fmla="*/ 142 w 476"/>
              <a:gd name="T47" fmla="*/ 198 h 425"/>
              <a:gd name="T48" fmla="*/ 122 w 476"/>
              <a:gd name="T49" fmla="*/ 156 h 425"/>
              <a:gd name="T50" fmla="*/ 129 w 476"/>
              <a:gd name="T51" fmla="*/ 143 h 425"/>
              <a:gd name="T52" fmla="*/ 134 w 476"/>
              <a:gd name="T53" fmla="*/ 135 h 425"/>
              <a:gd name="T54" fmla="*/ 239 w 476"/>
              <a:gd name="T55" fmla="*/ 18 h 425"/>
              <a:gd name="T56" fmla="*/ 240 w 476"/>
              <a:gd name="T57" fmla="*/ 18 h 425"/>
              <a:gd name="T58" fmla="*/ 241 w 476"/>
              <a:gd name="T59" fmla="*/ 18 h 425"/>
              <a:gd name="T60" fmla="*/ 346 w 476"/>
              <a:gd name="T61" fmla="*/ 138 h 425"/>
              <a:gd name="T62" fmla="*/ 349 w 476"/>
              <a:gd name="T63" fmla="*/ 145 h 425"/>
              <a:gd name="T64" fmla="*/ 354 w 476"/>
              <a:gd name="T65" fmla="*/ 156 h 425"/>
              <a:gd name="T66" fmla="*/ 339 w 476"/>
              <a:gd name="T67" fmla="*/ 191 h 425"/>
              <a:gd name="T68" fmla="*/ 337 w 476"/>
              <a:gd name="T69" fmla="*/ 194 h 425"/>
              <a:gd name="T70" fmla="*/ 287 w 476"/>
              <a:gd name="T71" fmla="*/ 273 h 425"/>
              <a:gd name="T72" fmla="*/ 283 w 476"/>
              <a:gd name="T73" fmla="*/ 282 h 425"/>
              <a:gd name="T74" fmla="*/ 338 w 476"/>
              <a:gd name="T75" fmla="*/ 346 h 425"/>
              <a:gd name="T76" fmla="*/ 359 w 476"/>
              <a:gd name="T77" fmla="*/ 351 h 425"/>
              <a:gd name="T78" fmla="*/ 457 w 476"/>
              <a:gd name="T79" fmla="*/ 417 h 425"/>
              <a:gd name="T80" fmla="*/ 466 w 476"/>
              <a:gd name="T81" fmla="*/ 424 h 425"/>
              <a:gd name="T82" fmla="*/ 468 w 476"/>
              <a:gd name="T83" fmla="*/ 424 h 425"/>
              <a:gd name="T84" fmla="*/ 475 w 476"/>
              <a:gd name="T85" fmla="*/ 413 h 4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476" h="425">
                <a:moveTo>
                  <a:pt x="475" y="413"/>
                </a:moveTo>
                <a:cubicBezTo>
                  <a:pt x="459" y="354"/>
                  <a:pt x="396" y="340"/>
                  <a:pt x="363" y="333"/>
                </a:cubicBezTo>
                <a:cubicBezTo>
                  <a:pt x="355" y="331"/>
                  <a:pt x="349" y="330"/>
                  <a:pt x="346" y="328"/>
                </a:cubicBezTo>
                <a:cubicBezTo>
                  <a:pt x="323" y="318"/>
                  <a:pt x="308" y="303"/>
                  <a:pt x="303" y="284"/>
                </a:cubicBezTo>
                <a:cubicBezTo>
                  <a:pt x="325" y="264"/>
                  <a:pt x="344" y="234"/>
                  <a:pt x="355" y="201"/>
                </a:cubicBezTo>
                <a:cubicBezTo>
                  <a:pt x="366" y="186"/>
                  <a:pt x="373" y="170"/>
                  <a:pt x="373" y="156"/>
                </a:cubicBezTo>
                <a:cubicBezTo>
                  <a:pt x="373" y="147"/>
                  <a:pt x="370" y="140"/>
                  <a:pt x="364" y="133"/>
                </a:cubicBezTo>
                <a:cubicBezTo>
                  <a:pt x="361" y="59"/>
                  <a:pt x="307" y="1"/>
                  <a:pt x="241" y="0"/>
                </a:cubicBezTo>
                <a:cubicBezTo>
                  <a:pt x="240" y="0"/>
                  <a:pt x="239" y="0"/>
                  <a:pt x="239" y="0"/>
                </a:cubicBezTo>
                <a:cubicBezTo>
                  <a:pt x="174" y="0"/>
                  <a:pt x="121" y="57"/>
                  <a:pt x="115" y="130"/>
                </a:cubicBezTo>
                <a:cubicBezTo>
                  <a:pt x="107" y="136"/>
                  <a:pt x="103" y="145"/>
                  <a:pt x="103" y="156"/>
                </a:cubicBezTo>
                <a:cubicBezTo>
                  <a:pt x="103" y="172"/>
                  <a:pt x="112" y="191"/>
                  <a:pt x="127" y="209"/>
                </a:cubicBezTo>
                <a:cubicBezTo>
                  <a:pt x="138" y="238"/>
                  <a:pt x="154" y="263"/>
                  <a:pt x="173" y="281"/>
                </a:cubicBezTo>
                <a:cubicBezTo>
                  <a:pt x="168" y="301"/>
                  <a:pt x="153" y="316"/>
                  <a:pt x="130" y="326"/>
                </a:cubicBezTo>
                <a:cubicBezTo>
                  <a:pt x="128" y="327"/>
                  <a:pt x="121" y="328"/>
                  <a:pt x="114" y="330"/>
                </a:cubicBezTo>
                <a:cubicBezTo>
                  <a:pt x="80" y="338"/>
                  <a:pt x="17" y="353"/>
                  <a:pt x="1" y="413"/>
                </a:cubicBezTo>
                <a:cubicBezTo>
                  <a:pt x="0" y="418"/>
                  <a:pt x="3" y="423"/>
                  <a:pt x="8" y="424"/>
                </a:cubicBezTo>
                <a:cubicBezTo>
                  <a:pt x="13" y="425"/>
                  <a:pt x="18" y="422"/>
                  <a:pt x="19" y="417"/>
                </a:cubicBezTo>
                <a:cubicBezTo>
                  <a:pt x="33" y="369"/>
                  <a:pt x="86" y="356"/>
                  <a:pt x="119" y="348"/>
                </a:cubicBezTo>
                <a:cubicBezTo>
                  <a:pt x="127" y="346"/>
                  <a:pt x="134" y="345"/>
                  <a:pt x="138" y="343"/>
                </a:cubicBezTo>
                <a:cubicBezTo>
                  <a:pt x="176" y="326"/>
                  <a:pt x="189" y="299"/>
                  <a:pt x="193" y="279"/>
                </a:cubicBezTo>
                <a:cubicBezTo>
                  <a:pt x="193" y="276"/>
                  <a:pt x="192" y="273"/>
                  <a:pt x="190" y="271"/>
                </a:cubicBezTo>
                <a:cubicBezTo>
                  <a:pt x="171" y="254"/>
                  <a:pt x="154" y="229"/>
                  <a:pt x="144" y="201"/>
                </a:cubicBezTo>
                <a:cubicBezTo>
                  <a:pt x="144" y="200"/>
                  <a:pt x="143" y="199"/>
                  <a:pt x="142" y="198"/>
                </a:cubicBezTo>
                <a:cubicBezTo>
                  <a:pt x="129" y="183"/>
                  <a:pt x="122" y="168"/>
                  <a:pt x="122" y="156"/>
                </a:cubicBezTo>
                <a:cubicBezTo>
                  <a:pt x="122" y="150"/>
                  <a:pt x="124" y="146"/>
                  <a:pt x="129" y="143"/>
                </a:cubicBezTo>
                <a:cubicBezTo>
                  <a:pt x="132" y="141"/>
                  <a:pt x="134" y="138"/>
                  <a:pt x="134" y="135"/>
                </a:cubicBezTo>
                <a:cubicBezTo>
                  <a:pt x="137" y="70"/>
                  <a:pt x="183" y="19"/>
                  <a:pt x="239" y="18"/>
                </a:cubicBezTo>
                <a:cubicBezTo>
                  <a:pt x="239" y="18"/>
                  <a:pt x="240" y="18"/>
                  <a:pt x="240" y="18"/>
                </a:cubicBezTo>
                <a:cubicBezTo>
                  <a:pt x="240" y="18"/>
                  <a:pt x="241" y="18"/>
                  <a:pt x="241" y="18"/>
                </a:cubicBezTo>
                <a:cubicBezTo>
                  <a:pt x="298" y="19"/>
                  <a:pt x="344" y="72"/>
                  <a:pt x="346" y="138"/>
                </a:cubicBezTo>
                <a:cubicBezTo>
                  <a:pt x="346" y="140"/>
                  <a:pt x="347" y="143"/>
                  <a:pt x="349" y="145"/>
                </a:cubicBezTo>
                <a:cubicBezTo>
                  <a:pt x="353" y="148"/>
                  <a:pt x="354" y="151"/>
                  <a:pt x="354" y="156"/>
                </a:cubicBezTo>
                <a:cubicBezTo>
                  <a:pt x="354" y="166"/>
                  <a:pt x="349" y="179"/>
                  <a:pt x="339" y="191"/>
                </a:cubicBezTo>
                <a:cubicBezTo>
                  <a:pt x="338" y="192"/>
                  <a:pt x="338" y="193"/>
                  <a:pt x="337" y="194"/>
                </a:cubicBezTo>
                <a:cubicBezTo>
                  <a:pt x="327" y="227"/>
                  <a:pt x="309" y="256"/>
                  <a:pt x="287" y="273"/>
                </a:cubicBezTo>
                <a:cubicBezTo>
                  <a:pt x="284" y="275"/>
                  <a:pt x="283" y="279"/>
                  <a:pt x="283" y="282"/>
                </a:cubicBezTo>
                <a:cubicBezTo>
                  <a:pt x="287" y="302"/>
                  <a:pt x="300" y="329"/>
                  <a:pt x="338" y="346"/>
                </a:cubicBezTo>
                <a:cubicBezTo>
                  <a:pt x="343" y="348"/>
                  <a:pt x="350" y="349"/>
                  <a:pt x="359" y="351"/>
                </a:cubicBezTo>
                <a:cubicBezTo>
                  <a:pt x="390" y="358"/>
                  <a:pt x="444" y="369"/>
                  <a:pt x="457" y="417"/>
                </a:cubicBezTo>
                <a:cubicBezTo>
                  <a:pt x="458" y="422"/>
                  <a:pt x="462" y="424"/>
                  <a:pt x="466" y="424"/>
                </a:cubicBezTo>
                <a:cubicBezTo>
                  <a:pt x="466" y="424"/>
                  <a:pt x="467" y="424"/>
                  <a:pt x="468" y="424"/>
                </a:cubicBezTo>
                <a:cubicBezTo>
                  <a:pt x="473" y="423"/>
                  <a:pt x="476" y="418"/>
                  <a:pt x="475" y="41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73" name="Group 172"/>
          <p:cNvGrpSpPr/>
          <p:nvPr/>
        </p:nvGrpSpPr>
        <p:grpSpPr>
          <a:xfrm>
            <a:off x="4042834" y="2279651"/>
            <a:ext cx="622301" cy="567267"/>
            <a:chOff x="3032125" y="1709738"/>
            <a:chExt cx="466726" cy="425450"/>
          </a:xfrm>
          <a:solidFill>
            <a:schemeClr val="tx2"/>
          </a:solidFill>
        </p:grpSpPr>
        <p:sp>
          <p:nvSpPr>
            <p:cNvPr id="118" name="Freeform 118"/>
            <p:cNvSpPr>
              <a:spLocks/>
            </p:cNvSpPr>
            <p:nvPr/>
          </p:nvSpPr>
          <p:spPr bwMode="auto">
            <a:xfrm>
              <a:off x="3032125" y="1905000"/>
              <a:ext cx="100013" cy="61913"/>
            </a:xfrm>
            <a:custGeom>
              <a:avLst/>
              <a:gdLst>
                <a:gd name="T0" fmla="*/ 90 w 100"/>
                <a:gd name="T1" fmla="*/ 60 h 61"/>
                <a:gd name="T2" fmla="*/ 84 w 100"/>
                <a:gd name="T3" fmla="*/ 57 h 61"/>
                <a:gd name="T4" fmla="*/ 50 w 100"/>
                <a:gd name="T5" fmla="*/ 24 h 61"/>
                <a:gd name="T6" fmla="*/ 17 w 100"/>
                <a:gd name="T7" fmla="*/ 57 h 61"/>
                <a:gd name="T8" fmla="*/ 3 w 100"/>
                <a:gd name="T9" fmla="*/ 57 h 61"/>
                <a:gd name="T10" fmla="*/ 3 w 100"/>
                <a:gd name="T11" fmla="*/ 44 h 61"/>
                <a:gd name="T12" fmla="*/ 43 w 100"/>
                <a:gd name="T13" fmla="*/ 4 h 61"/>
                <a:gd name="T14" fmla="*/ 56 w 100"/>
                <a:gd name="T15" fmla="*/ 4 h 61"/>
                <a:gd name="T16" fmla="*/ 97 w 100"/>
                <a:gd name="T17" fmla="*/ 44 h 61"/>
                <a:gd name="T18" fmla="*/ 97 w 100"/>
                <a:gd name="T19" fmla="*/ 57 h 61"/>
                <a:gd name="T20" fmla="*/ 90 w 100"/>
                <a:gd name="T21" fmla="*/ 60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0" h="61">
                  <a:moveTo>
                    <a:pt x="90" y="60"/>
                  </a:moveTo>
                  <a:cubicBezTo>
                    <a:pt x="88" y="60"/>
                    <a:pt x="85" y="59"/>
                    <a:pt x="84" y="57"/>
                  </a:cubicBezTo>
                  <a:cubicBezTo>
                    <a:pt x="50" y="24"/>
                    <a:pt x="50" y="24"/>
                    <a:pt x="50" y="24"/>
                  </a:cubicBezTo>
                  <a:cubicBezTo>
                    <a:pt x="17" y="57"/>
                    <a:pt x="17" y="57"/>
                    <a:pt x="17" y="57"/>
                  </a:cubicBezTo>
                  <a:cubicBezTo>
                    <a:pt x="13" y="61"/>
                    <a:pt x="7" y="61"/>
                    <a:pt x="3" y="57"/>
                  </a:cubicBezTo>
                  <a:cubicBezTo>
                    <a:pt x="0" y="53"/>
                    <a:pt x="0" y="47"/>
                    <a:pt x="3" y="44"/>
                  </a:cubicBezTo>
                  <a:cubicBezTo>
                    <a:pt x="43" y="4"/>
                    <a:pt x="43" y="4"/>
                    <a:pt x="43" y="4"/>
                  </a:cubicBezTo>
                  <a:cubicBezTo>
                    <a:pt x="47" y="0"/>
                    <a:pt x="53" y="0"/>
                    <a:pt x="56" y="4"/>
                  </a:cubicBezTo>
                  <a:cubicBezTo>
                    <a:pt x="97" y="44"/>
                    <a:pt x="97" y="44"/>
                    <a:pt x="97" y="44"/>
                  </a:cubicBezTo>
                  <a:cubicBezTo>
                    <a:pt x="100" y="48"/>
                    <a:pt x="100" y="54"/>
                    <a:pt x="97" y="57"/>
                  </a:cubicBezTo>
                  <a:cubicBezTo>
                    <a:pt x="95" y="59"/>
                    <a:pt x="93" y="60"/>
                    <a:pt x="90" y="6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9" name="Freeform 119"/>
            <p:cNvSpPr>
              <a:spLocks noEditPoints="1"/>
            </p:cNvSpPr>
            <p:nvPr/>
          </p:nvSpPr>
          <p:spPr bwMode="auto">
            <a:xfrm>
              <a:off x="3071813" y="1709738"/>
              <a:ext cx="427038" cy="425450"/>
            </a:xfrm>
            <a:custGeom>
              <a:avLst/>
              <a:gdLst>
                <a:gd name="T0" fmla="*/ 423 w 427"/>
                <a:gd name="T1" fmla="*/ 239 h 424"/>
                <a:gd name="T2" fmla="*/ 384 w 427"/>
                <a:gd name="T3" fmla="*/ 200 h 424"/>
                <a:gd name="T4" fmla="*/ 377 w 427"/>
                <a:gd name="T5" fmla="*/ 196 h 424"/>
                <a:gd name="T6" fmla="*/ 376 w 427"/>
                <a:gd name="T7" fmla="*/ 196 h 424"/>
                <a:gd name="T8" fmla="*/ 370 w 427"/>
                <a:gd name="T9" fmla="*/ 199 h 424"/>
                <a:gd name="T10" fmla="*/ 330 w 427"/>
                <a:gd name="T11" fmla="*/ 239 h 424"/>
                <a:gd name="T12" fmla="*/ 330 w 427"/>
                <a:gd name="T13" fmla="*/ 252 h 424"/>
                <a:gd name="T14" fmla="*/ 343 w 427"/>
                <a:gd name="T15" fmla="*/ 252 h 424"/>
                <a:gd name="T16" fmla="*/ 367 w 427"/>
                <a:gd name="T17" fmla="*/ 228 h 424"/>
                <a:gd name="T18" fmla="*/ 367 w 427"/>
                <a:gd name="T19" fmla="*/ 232 h 424"/>
                <a:gd name="T20" fmla="*/ 203 w 427"/>
                <a:gd name="T21" fmla="*/ 405 h 424"/>
                <a:gd name="T22" fmla="*/ 203 w 427"/>
                <a:gd name="T23" fmla="*/ 162 h 424"/>
                <a:gd name="T24" fmla="*/ 311 w 427"/>
                <a:gd name="T25" fmla="*/ 162 h 424"/>
                <a:gd name="T26" fmla="*/ 320 w 427"/>
                <a:gd name="T27" fmla="*/ 153 h 424"/>
                <a:gd name="T28" fmla="*/ 311 w 427"/>
                <a:gd name="T29" fmla="*/ 144 h 424"/>
                <a:gd name="T30" fmla="*/ 203 w 427"/>
                <a:gd name="T31" fmla="*/ 144 h 424"/>
                <a:gd name="T32" fmla="*/ 203 w 427"/>
                <a:gd name="T33" fmla="*/ 96 h 424"/>
                <a:gd name="T34" fmla="*/ 242 w 427"/>
                <a:gd name="T35" fmla="*/ 48 h 424"/>
                <a:gd name="T36" fmla="*/ 193 w 427"/>
                <a:gd name="T37" fmla="*/ 0 h 424"/>
                <a:gd name="T38" fmla="*/ 144 w 427"/>
                <a:gd name="T39" fmla="*/ 48 h 424"/>
                <a:gd name="T40" fmla="*/ 184 w 427"/>
                <a:gd name="T41" fmla="*/ 96 h 424"/>
                <a:gd name="T42" fmla="*/ 184 w 427"/>
                <a:gd name="T43" fmla="*/ 144 h 424"/>
                <a:gd name="T44" fmla="*/ 75 w 427"/>
                <a:gd name="T45" fmla="*/ 144 h 424"/>
                <a:gd name="T46" fmla="*/ 66 w 427"/>
                <a:gd name="T47" fmla="*/ 153 h 424"/>
                <a:gd name="T48" fmla="*/ 75 w 427"/>
                <a:gd name="T49" fmla="*/ 162 h 424"/>
                <a:gd name="T50" fmla="*/ 184 w 427"/>
                <a:gd name="T51" fmla="*/ 162 h 424"/>
                <a:gd name="T52" fmla="*/ 184 w 427"/>
                <a:gd name="T53" fmla="*/ 405 h 424"/>
                <a:gd name="T54" fmla="*/ 19 w 427"/>
                <a:gd name="T55" fmla="*/ 232 h 424"/>
                <a:gd name="T56" fmla="*/ 19 w 427"/>
                <a:gd name="T57" fmla="*/ 205 h 424"/>
                <a:gd name="T58" fmla="*/ 10 w 427"/>
                <a:gd name="T59" fmla="*/ 196 h 424"/>
                <a:gd name="T60" fmla="*/ 0 w 427"/>
                <a:gd name="T61" fmla="*/ 205 h 424"/>
                <a:gd name="T62" fmla="*/ 0 w 427"/>
                <a:gd name="T63" fmla="*/ 232 h 424"/>
                <a:gd name="T64" fmla="*/ 193 w 427"/>
                <a:gd name="T65" fmla="*/ 424 h 424"/>
                <a:gd name="T66" fmla="*/ 386 w 427"/>
                <a:gd name="T67" fmla="*/ 232 h 424"/>
                <a:gd name="T68" fmla="*/ 386 w 427"/>
                <a:gd name="T69" fmla="*/ 228 h 424"/>
                <a:gd name="T70" fmla="*/ 410 w 427"/>
                <a:gd name="T71" fmla="*/ 252 h 424"/>
                <a:gd name="T72" fmla="*/ 417 w 427"/>
                <a:gd name="T73" fmla="*/ 255 h 424"/>
                <a:gd name="T74" fmla="*/ 423 w 427"/>
                <a:gd name="T75" fmla="*/ 252 h 424"/>
                <a:gd name="T76" fmla="*/ 423 w 427"/>
                <a:gd name="T77" fmla="*/ 239 h 424"/>
                <a:gd name="T78" fmla="*/ 163 w 427"/>
                <a:gd name="T79" fmla="*/ 48 h 424"/>
                <a:gd name="T80" fmla="*/ 193 w 427"/>
                <a:gd name="T81" fmla="*/ 18 h 424"/>
                <a:gd name="T82" fmla="*/ 223 w 427"/>
                <a:gd name="T83" fmla="*/ 48 h 424"/>
                <a:gd name="T84" fmla="*/ 193 w 427"/>
                <a:gd name="T85" fmla="*/ 78 h 424"/>
                <a:gd name="T86" fmla="*/ 163 w 427"/>
                <a:gd name="T87" fmla="*/ 48 h 4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427" h="424">
                  <a:moveTo>
                    <a:pt x="423" y="239"/>
                  </a:moveTo>
                  <a:cubicBezTo>
                    <a:pt x="384" y="200"/>
                    <a:pt x="384" y="200"/>
                    <a:pt x="384" y="200"/>
                  </a:cubicBezTo>
                  <a:cubicBezTo>
                    <a:pt x="383" y="198"/>
                    <a:pt x="380" y="196"/>
                    <a:pt x="377" y="196"/>
                  </a:cubicBezTo>
                  <a:cubicBezTo>
                    <a:pt x="377" y="196"/>
                    <a:pt x="377" y="196"/>
                    <a:pt x="376" y="196"/>
                  </a:cubicBezTo>
                  <a:cubicBezTo>
                    <a:pt x="374" y="196"/>
                    <a:pt x="372" y="197"/>
                    <a:pt x="370" y="199"/>
                  </a:cubicBezTo>
                  <a:cubicBezTo>
                    <a:pt x="330" y="239"/>
                    <a:pt x="330" y="239"/>
                    <a:pt x="330" y="239"/>
                  </a:cubicBezTo>
                  <a:cubicBezTo>
                    <a:pt x="326" y="242"/>
                    <a:pt x="326" y="248"/>
                    <a:pt x="330" y="252"/>
                  </a:cubicBezTo>
                  <a:cubicBezTo>
                    <a:pt x="334" y="256"/>
                    <a:pt x="339" y="256"/>
                    <a:pt x="343" y="252"/>
                  </a:cubicBezTo>
                  <a:cubicBezTo>
                    <a:pt x="367" y="228"/>
                    <a:pt x="367" y="228"/>
                    <a:pt x="367" y="228"/>
                  </a:cubicBezTo>
                  <a:cubicBezTo>
                    <a:pt x="367" y="232"/>
                    <a:pt x="367" y="232"/>
                    <a:pt x="367" y="232"/>
                  </a:cubicBezTo>
                  <a:cubicBezTo>
                    <a:pt x="367" y="320"/>
                    <a:pt x="290" y="400"/>
                    <a:pt x="203" y="405"/>
                  </a:cubicBezTo>
                  <a:cubicBezTo>
                    <a:pt x="203" y="162"/>
                    <a:pt x="203" y="162"/>
                    <a:pt x="203" y="162"/>
                  </a:cubicBezTo>
                  <a:cubicBezTo>
                    <a:pt x="311" y="162"/>
                    <a:pt x="311" y="162"/>
                    <a:pt x="311" y="162"/>
                  </a:cubicBezTo>
                  <a:cubicBezTo>
                    <a:pt x="316" y="162"/>
                    <a:pt x="320" y="158"/>
                    <a:pt x="320" y="153"/>
                  </a:cubicBezTo>
                  <a:cubicBezTo>
                    <a:pt x="320" y="148"/>
                    <a:pt x="316" y="144"/>
                    <a:pt x="311" y="144"/>
                  </a:cubicBezTo>
                  <a:cubicBezTo>
                    <a:pt x="203" y="144"/>
                    <a:pt x="203" y="144"/>
                    <a:pt x="203" y="144"/>
                  </a:cubicBezTo>
                  <a:cubicBezTo>
                    <a:pt x="203" y="96"/>
                    <a:pt x="203" y="96"/>
                    <a:pt x="203" y="96"/>
                  </a:cubicBezTo>
                  <a:cubicBezTo>
                    <a:pt x="225" y="92"/>
                    <a:pt x="242" y="72"/>
                    <a:pt x="242" y="48"/>
                  </a:cubicBezTo>
                  <a:cubicBezTo>
                    <a:pt x="242" y="21"/>
                    <a:pt x="220" y="0"/>
                    <a:pt x="193" y="0"/>
                  </a:cubicBezTo>
                  <a:cubicBezTo>
                    <a:pt x="166" y="0"/>
                    <a:pt x="144" y="21"/>
                    <a:pt x="144" y="48"/>
                  </a:cubicBezTo>
                  <a:cubicBezTo>
                    <a:pt x="144" y="72"/>
                    <a:pt x="161" y="92"/>
                    <a:pt x="184" y="96"/>
                  </a:cubicBezTo>
                  <a:cubicBezTo>
                    <a:pt x="184" y="144"/>
                    <a:pt x="184" y="144"/>
                    <a:pt x="184" y="144"/>
                  </a:cubicBezTo>
                  <a:cubicBezTo>
                    <a:pt x="75" y="144"/>
                    <a:pt x="75" y="144"/>
                    <a:pt x="75" y="144"/>
                  </a:cubicBezTo>
                  <a:cubicBezTo>
                    <a:pt x="70" y="144"/>
                    <a:pt x="66" y="148"/>
                    <a:pt x="66" y="153"/>
                  </a:cubicBezTo>
                  <a:cubicBezTo>
                    <a:pt x="66" y="158"/>
                    <a:pt x="70" y="162"/>
                    <a:pt x="75" y="162"/>
                  </a:cubicBezTo>
                  <a:cubicBezTo>
                    <a:pt x="184" y="162"/>
                    <a:pt x="184" y="162"/>
                    <a:pt x="184" y="162"/>
                  </a:cubicBezTo>
                  <a:cubicBezTo>
                    <a:pt x="184" y="405"/>
                    <a:pt x="184" y="405"/>
                    <a:pt x="184" y="405"/>
                  </a:cubicBezTo>
                  <a:cubicBezTo>
                    <a:pt x="96" y="400"/>
                    <a:pt x="19" y="320"/>
                    <a:pt x="19" y="232"/>
                  </a:cubicBezTo>
                  <a:cubicBezTo>
                    <a:pt x="19" y="205"/>
                    <a:pt x="19" y="205"/>
                    <a:pt x="19" y="205"/>
                  </a:cubicBezTo>
                  <a:cubicBezTo>
                    <a:pt x="19" y="200"/>
                    <a:pt x="15" y="196"/>
                    <a:pt x="10" y="196"/>
                  </a:cubicBezTo>
                  <a:cubicBezTo>
                    <a:pt x="5" y="196"/>
                    <a:pt x="0" y="200"/>
                    <a:pt x="0" y="205"/>
                  </a:cubicBezTo>
                  <a:cubicBezTo>
                    <a:pt x="0" y="232"/>
                    <a:pt x="0" y="232"/>
                    <a:pt x="0" y="232"/>
                  </a:cubicBezTo>
                  <a:cubicBezTo>
                    <a:pt x="0" y="333"/>
                    <a:pt x="92" y="424"/>
                    <a:pt x="193" y="424"/>
                  </a:cubicBezTo>
                  <a:cubicBezTo>
                    <a:pt x="294" y="424"/>
                    <a:pt x="386" y="333"/>
                    <a:pt x="386" y="232"/>
                  </a:cubicBezTo>
                  <a:cubicBezTo>
                    <a:pt x="386" y="228"/>
                    <a:pt x="386" y="228"/>
                    <a:pt x="386" y="228"/>
                  </a:cubicBezTo>
                  <a:cubicBezTo>
                    <a:pt x="410" y="252"/>
                    <a:pt x="410" y="252"/>
                    <a:pt x="410" y="252"/>
                  </a:cubicBezTo>
                  <a:cubicBezTo>
                    <a:pt x="412" y="254"/>
                    <a:pt x="414" y="255"/>
                    <a:pt x="417" y="255"/>
                  </a:cubicBezTo>
                  <a:cubicBezTo>
                    <a:pt x="419" y="255"/>
                    <a:pt x="422" y="254"/>
                    <a:pt x="423" y="252"/>
                  </a:cubicBezTo>
                  <a:cubicBezTo>
                    <a:pt x="427" y="249"/>
                    <a:pt x="427" y="243"/>
                    <a:pt x="423" y="239"/>
                  </a:cubicBezTo>
                  <a:close/>
                  <a:moveTo>
                    <a:pt x="163" y="48"/>
                  </a:moveTo>
                  <a:cubicBezTo>
                    <a:pt x="163" y="32"/>
                    <a:pt x="177" y="18"/>
                    <a:pt x="193" y="18"/>
                  </a:cubicBezTo>
                  <a:cubicBezTo>
                    <a:pt x="210" y="18"/>
                    <a:pt x="223" y="32"/>
                    <a:pt x="223" y="48"/>
                  </a:cubicBezTo>
                  <a:cubicBezTo>
                    <a:pt x="223" y="65"/>
                    <a:pt x="210" y="78"/>
                    <a:pt x="193" y="78"/>
                  </a:cubicBezTo>
                  <a:cubicBezTo>
                    <a:pt x="177" y="78"/>
                    <a:pt x="163" y="65"/>
                    <a:pt x="163" y="4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74" name="Group 173"/>
          <p:cNvGrpSpPr/>
          <p:nvPr/>
        </p:nvGrpSpPr>
        <p:grpSpPr>
          <a:xfrm>
            <a:off x="2956985" y="2279651"/>
            <a:ext cx="571500" cy="567267"/>
            <a:chOff x="2217738" y="1709738"/>
            <a:chExt cx="428625" cy="425450"/>
          </a:xfrm>
          <a:solidFill>
            <a:schemeClr val="tx2"/>
          </a:solidFill>
        </p:grpSpPr>
        <p:sp>
          <p:nvSpPr>
            <p:cNvPr id="120" name="Freeform 120"/>
            <p:cNvSpPr>
              <a:spLocks/>
            </p:cNvSpPr>
            <p:nvPr/>
          </p:nvSpPr>
          <p:spPr bwMode="auto">
            <a:xfrm>
              <a:off x="2336800" y="1709738"/>
              <a:ext cx="244475" cy="190500"/>
            </a:xfrm>
            <a:custGeom>
              <a:avLst/>
              <a:gdLst>
                <a:gd name="T0" fmla="*/ 133 w 244"/>
                <a:gd name="T1" fmla="*/ 46 h 189"/>
                <a:gd name="T2" fmla="*/ 202 w 244"/>
                <a:gd name="T3" fmla="*/ 166 h 189"/>
                <a:gd name="T4" fmla="*/ 157 w 244"/>
                <a:gd name="T5" fmla="*/ 157 h 189"/>
                <a:gd name="T6" fmla="*/ 146 w 244"/>
                <a:gd name="T7" fmla="*/ 164 h 189"/>
                <a:gd name="T8" fmla="*/ 153 w 244"/>
                <a:gd name="T9" fmla="*/ 175 h 189"/>
                <a:gd name="T10" fmla="*/ 219 w 244"/>
                <a:gd name="T11" fmla="*/ 188 h 189"/>
                <a:gd name="T12" fmla="*/ 219 w 244"/>
                <a:gd name="T13" fmla="*/ 188 h 189"/>
                <a:gd name="T14" fmla="*/ 221 w 244"/>
                <a:gd name="T15" fmla="*/ 189 h 189"/>
                <a:gd name="T16" fmla="*/ 221 w 244"/>
                <a:gd name="T17" fmla="*/ 189 h 189"/>
                <a:gd name="T18" fmla="*/ 221 w 244"/>
                <a:gd name="T19" fmla="*/ 189 h 189"/>
                <a:gd name="T20" fmla="*/ 221 w 244"/>
                <a:gd name="T21" fmla="*/ 189 h 189"/>
                <a:gd name="T22" fmla="*/ 222 w 244"/>
                <a:gd name="T23" fmla="*/ 188 h 189"/>
                <a:gd name="T24" fmla="*/ 223 w 244"/>
                <a:gd name="T25" fmla="*/ 188 h 189"/>
                <a:gd name="T26" fmla="*/ 224 w 244"/>
                <a:gd name="T27" fmla="*/ 188 h 189"/>
                <a:gd name="T28" fmla="*/ 224 w 244"/>
                <a:gd name="T29" fmla="*/ 188 h 189"/>
                <a:gd name="T30" fmla="*/ 225 w 244"/>
                <a:gd name="T31" fmla="*/ 187 h 189"/>
                <a:gd name="T32" fmla="*/ 225 w 244"/>
                <a:gd name="T33" fmla="*/ 187 h 189"/>
                <a:gd name="T34" fmla="*/ 225 w 244"/>
                <a:gd name="T35" fmla="*/ 187 h 189"/>
                <a:gd name="T36" fmla="*/ 225 w 244"/>
                <a:gd name="T37" fmla="*/ 187 h 189"/>
                <a:gd name="T38" fmla="*/ 227 w 244"/>
                <a:gd name="T39" fmla="*/ 186 h 189"/>
                <a:gd name="T40" fmla="*/ 227 w 244"/>
                <a:gd name="T41" fmla="*/ 186 h 189"/>
                <a:gd name="T42" fmla="*/ 228 w 244"/>
                <a:gd name="T43" fmla="*/ 185 h 189"/>
                <a:gd name="T44" fmla="*/ 228 w 244"/>
                <a:gd name="T45" fmla="*/ 185 h 189"/>
                <a:gd name="T46" fmla="*/ 229 w 244"/>
                <a:gd name="T47" fmla="*/ 184 h 189"/>
                <a:gd name="T48" fmla="*/ 229 w 244"/>
                <a:gd name="T49" fmla="*/ 183 h 189"/>
                <a:gd name="T50" fmla="*/ 230 w 244"/>
                <a:gd name="T51" fmla="*/ 182 h 189"/>
                <a:gd name="T52" fmla="*/ 230 w 244"/>
                <a:gd name="T53" fmla="*/ 181 h 189"/>
                <a:gd name="T54" fmla="*/ 230 w 244"/>
                <a:gd name="T55" fmla="*/ 181 h 189"/>
                <a:gd name="T56" fmla="*/ 243 w 244"/>
                <a:gd name="T57" fmla="*/ 116 h 189"/>
                <a:gd name="T58" fmla="*/ 236 w 244"/>
                <a:gd name="T59" fmla="*/ 105 h 189"/>
                <a:gd name="T60" fmla="*/ 225 w 244"/>
                <a:gd name="T61" fmla="*/ 112 h 189"/>
                <a:gd name="T62" fmla="*/ 216 w 244"/>
                <a:gd name="T63" fmla="*/ 153 h 189"/>
                <a:gd name="T64" fmla="*/ 149 w 244"/>
                <a:gd name="T65" fmla="*/ 36 h 189"/>
                <a:gd name="T66" fmla="*/ 96 w 244"/>
                <a:gd name="T67" fmla="*/ 0 h 189"/>
                <a:gd name="T68" fmla="*/ 43 w 244"/>
                <a:gd name="T69" fmla="*/ 36 h 189"/>
                <a:gd name="T70" fmla="*/ 3 w 244"/>
                <a:gd name="T71" fmla="*/ 95 h 189"/>
                <a:gd name="T72" fmla="*/ 6 w 244"/>
                <a:gd name="T73" fmla="*/ 108 h 189"/>
                <a:gd name="T74" fmla="*/ 19 w 244"/>
                <a:gd name="T75" fmla="*/ 106 h 189"/>
                <a:gd name="T76" fmla="*/ 59 w 244"/>
                <a:gd name="T77" fmla="*/ 46 h 189"/>
                <a:gd name="T78" fmla="*/ 59 w 244"/>
                <a:gd name="T79" fmla="*/ 46 h 189"/>
                <a:gd name="T80" fmla="*/ 96 w 244"/>
                <a:gd name="T81" fmla="*/ 18 h 189"/>
                <a:gd name="T82" fmla="*/ 133 w 244"/>
                <a:gd name="T83" fmla="*/ 46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44" h="189">
                  <a:moveTo>
                    <a:pt x="133" y="46"/>
                  </a:moveTo>
                  <a:cubicBezTo>
                    <a:pt x="202" y="166"/>
                    <a:pt x="202" y="166"/>
                    <a:pt x="202" y="166"/>
                  </a:cubicBezTo>
                  <a:cubicBezTo>
                    <a:pt x="157" y="157"/>
                    <a:pt x="157" y="157"/>
                    <a:pt x="157" y="157"/>
                  </a:cubicBezTo>
                  <a:cubicBezTo>
                    <a:pt x="152" y="156"/>
                    <a:pt x="147" y="159"/>
                    <a:pt x="146" y="164"/>
                  </a:cubicBezTo>
                  <a:cubicBezTo>
                    <a:pt x="145" y="169"/>
                    <a:pt x="148" y="174"/>
                    <a:pt x="153" y="175"/>
                  </a:cubicBezTo>
                  <a:cubicBezTo>
                    <a:pt x="219" y="188"/>
                    <a:pt x="219" y="188"/>
                    <a:pt x="219" y="188"/>
                  </a:cubicBezTo>
                  <a:cubicBezTo>
                    <a:pt x="219" y="188"/>
                    <a:pt x="219" y="188"/>
                    <a:pt x="219" y="188"/>
                  </a:cubicBezTo>
                  <a:cubicBezTo>
                    <a:pt x="220" y="189"/>
                    <a:pt x="220" y="189"/>
                    <a:pt x="221" y="189"/>
                  </a:cubicBezTo>
                  <a:cubicBezTo>
                    <a:pt x="221" y="189"/>
                    <a:pt x="221" y="189"/>
                    <a:pt x="221" y="189"/>
                  </a:cubicBezTo>
                  <a:cubicBezTo>
                    <a:pt x="221" y="189"/>
                    <a:pt x="221" y="189"/>
                    <a:pt x="221" y="189"/>
                  </a:cubicBezTo>
                  <a:cubicBezTo>
                    <a:pt x="221" y="189"/>
                    <a:pt x="221" y="189"/>
                    <a:pt x="221" y="189"/>
                  </a:cubicBezTo>
                  <a:cubicBezTo>
                    <a:pt x="221" y="189"/>
                    <a:pt x="222" y="189"/>
                    <a:pt x="222" y="188"/>
                  </a:cubicBezTo>
                  <a:cubicBezTo>
                    <a:pt x="222" y="188"/>
                    <a:pt x="222" y="188"/>
                    <a:pt x="223" y="188"/>
                  </a:cubicBezTo>
                  <a:cubicBezTo>
                    <a:pt x="223" y="188"/>
                    <a:pt x="223" y="188"/>
                    <a:pt x="224" y="188"/>
                  </a:cubicBezTo>
                  <a:cubicBezTo>
                    <a:pt x="224" y="188"/>
                    <a:pt x="224" y="188"/>
                    <a:pt x="224" y="188"/>
                  </a:cubicBezTo>
                  <a:cubicBezTo>
                    <a:pt x="224" y="188"/>
                    <a:pt x="225" y="188"/>
                    <a:pt x="225" y="187"/>
                  </a:cubicBezTo>
                  <a:cubicBezTo>
                    <a:pt x="225" y="187"/>
                    <a:pt x="225" y="187"/>
                    <a:pt x="225" y="187"/>
                  </a:cubicBezTo>
                  <a:cubicBezTo>
                    <a:pt x="225" y="187"/>
                    <a:pt x="225" y="187"/>
                    <a:pt x="225" y="187"/>
                  </a:cubicBezTo>
                  <a:cubicBezTo>
                    <a:pt x="225" y="187"/>
                    <a:pt x="225" y="187"/>
                    <a:pt x="225" y="187"/>
                  </a:cubicBezTo>
                  <a:cubicBezTo>
                    <a:pt x="226" y="187"/>
                    <a:pt x="226" y="187"/>
                    <a:pt x="227" y="186"/>
                  </a:cubicBezTo>
                  <a:cubicBezTo>
                    <a:pt x="227" y="186"/>
                    <a:pt x="227" y="186"/>
                    <a:pt x="227" y="186"/>
                  </a:cubicBezTo>
                  <a:cubicBezTo>
                    <a:pt x="227" y="186"/>
                    <a:pt x="228" y="185"/>
                    <a:pt x="228" y="185"/>
                  </a:cubicBezTo>
                  <a:cubicBezTo>
                    <a:pt x="228" y="185"/>
                    <a:pt x="228" y="185"/>
                    <a:pt x="228" y="185"/>
                  </a:cubicBezTo>
                  <a:cubicBezTo>
                    <a:pt x="229" y="184"/>
                    <a:pt x="229" y="184"/>
                    <a:pt x="229" y="184"/>
                  </a:cubicBezTo>
                  <a:cubicBezTo>
                    <a:pt x="229" y="183"/>
                    <a:pt x="229" y="183"/>
                    <a:pt x="229" y="183"/>
                  </a:cubicBezTo>
                  <a:cubicBezTo>
                    <a:pt x="229" y="183"/>
                    <a:pt x="229" y="182"/>
                    <a:pt x="230" y="182"/>
                  </a:cubicBezTo>
                  <a:cubicBezTo>
                    <a:pt x="230" y="182"/>
                    <a:pt x="230" y="182"/>
                    <a:pt x="230" y="181"/>
                  </a:cubicBezTo>
                  <a:cubicBezTo>
                    <a:pt x="230" y="181"/>
                    <a:pt x="230" y="181"/>
                    <a:pt x="230" y="181"/>
                  </a:cubicBezTo>
                  <a:cubicBezTo>
                    <a:pt x="243" y="116"/>
                    <a:pt x="243" y="116"/>
                    <a:pt x="243" y="116"/>
                  </a:cubicBezTo>
                  <a:cubicBezTo>
                    <a:pt x="244" y="110"/>
                    <a:pt x="241" y="106"/>
                    <a:pt x="236" y="105"/>
                  </a:cubicBezTo>
                  <a:cubicBezTo>
                    <a:pt x="231" y="104"/>
                    <a:pt x="226" y="107"/>
                    <a:pt x="225" y="112"/>
                  </a:cubicBezTo>
                  <a:cubicBezTo>
                    <a:pt x="216" y="153"/>
                    <a:pt x="216" y="153"/>
                    <a:pt x="216" y="153"/>
                  </a:cubicBezTo>
                  <a:cubicBezTo>
                    <a:pt x="149" y="36"/>
                    <a:pt x="149" y="36"/>
                    <a:pt x="149" y="36"/>
                  </a:cubicBezTo>
                  <a:cubicBezTo>
                    <a:pt x="136" y="13"/>
                    <a:pt x="117" y="0"/>
                    <a:pt x="96" y="0"/>
                  </a:cubicBezTo>
                  <a:cubicBezTo>
                    <a:pt x="76" y="0"/>
                    <a:pt x="57" y="12"/>
                    <a:pt x="43" y="36"/>
                  </a:cubicBezTo>
                  <a:cubicBezTo>
                    <a:pt x="3" y="95"/>
                    <a:pt x="3" y="95"/>
                    <a:pt x="3" y="95"/>
                  </a:cubicBezTo>
                  <a:cubicBezTo>
                    <a:pt x="0" y="100"/>
                    <a:pt x="1" y="106"/>
                    <a:pt x="6" y="108"/>
                  </a:cubicBezTo>
                  <a:cubicBezTo>
                    <a:pt x="10" y="111"/>
                    <a:pt x="16" y="110"/>
                    <a:pt x="19" y="106"/>
                  </a:cubicBezTo>
                  <a:cubicBezTo>
                    <a:pt x="59" y="46"/>
                    <a:pt x="59" y="46"/>
                    <a:pt x="59" y="46"/>
                  </a:cubicBezTo>
                  <a:cubicBezTo>
                    <a:pt x="59" y="46"/>
                    <a:pt x="59" y="46"/>
                    <a:pt x="59" y="46"/>
                  </a:cubicBezTo>
                  <a:cubicBezTo>
                    <a:pt x="69" y="28"/>
                    <a:pt x="83" y="18"/>
                    <a:pt x="96" y="18"/>
                  </a:cubicBezTo>
                  <a:cubicBezTo>
                    <a:pt x="110" y="18"/>
                    <a:pt x="123" y="28"/>
                    <a:pt x="133" y="46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1" name="Freeform 121"/>
            <p:cNvSpPr>
              <a:spLocks/>
            </p:cNvSpPr>
            <p:nvPr/>
          </p:nvSpPr>
          <p:spPr bwMode="auto">
            <a:xfrm>
              <a:off x="2217738" y="1854200"/>
              <a:ext cx="141288" cy="241300"/>
            </a:xfrm>
            <a:custGeom>
              <a:avLst/>
              <a:gdLst>
                <a:gd name="T0" fmla="*/ 101 w 140"/>
                <a:gd name="T1" fmla="*/ 31 h 241"/>
                <a:gd name="T2" fmla="*/ 120 w 140"/>
                <a:gd name="T3" fmla="*/ 78 h 241"/>
                <a:gd name="T4" fmla="*/ 129 w 140"/>
                <a:gd name="T5" fmla="*/ 84 h 241"/>
                <a:gd name="T6" fmla="*/ 132 w 140"/>
                <a:gd name="T7" fmla="*/ 83 h 241"/>
                <a:gd name="T8" fmla="*/ 138 w 140"/>
                <a:gd name="T9" fmla="*/ 71 h 241"/>
                <a:gd name="T10" fmla="*/ 111 w 140"/>
                <a:gd name="T11" fmla="*/ 6 h 241"/>
                <a:gd name="T12" fmla="*/ 111 w 140"/>
                <a:gd name="T13" fmla="*/ 5 h 241"/>
                <a:gd name="T14" fmla="*/ 111 w 140"/>
                <a:gd name="T15" fmla="*/ 5 h 241"/>
                <a:gd name="T16" fmla="*/ 110 w 140"/>
                <a:gd name="T17" fmla="*/ 4 h 241"/>
                <a:gd name="T18" fmla="*/ 110 w 140"/>
                <a:gd name="T19" fmla="*/ 3 h 241"/>
                <a:gd name="T20" fmla="*/ 109 w 140"/>
                <a:gd name="T21" fmla="*/ 2 h 241"/>
                <a:gd name="T22" fmla="*/ 109 w 140"/>
                <a:gd name="T23" fmla="*/ 2 h 241"/>
                <a:gd name="T24" fmla="*/ 108 w 140"/>
                <a:gd name="T25" fmla="*/ 1 h 241"/>
                <a:gd name="T26" fmla="*/ 107 w 140"/>
                <a:gd name="T27" fmla="*/ 1 h 241"/>
                <a:gd name="T28" fmla="*/ 107 w 140"/>
                <a:gd name="T29" fmla="*/ 1 h 241"/>
                <a:gd name="T30" fmla="*/ 104 w 140"/>
                <a:gd name="T31" fmla="*/ 0 h 241"/>
                <a:gd name="T32" fmla="*/ 104 w 140"/>
                <a:gd name="T33" fmla="*/ 0 h 241"/>
                <a:gd name="T34" fmla="*/ 102 w 140"/>
                <a:gd name="T35" fmla="*/ 0 h 241"/>
                <a:gd name="T36" fmla="*/ 102 w 140"/>
                <a:gd name="T37" fmla="*/ 0 h 241"/>
                <a:gd name="T38" fmla="*/ 101 w 140"/>
                <a:gd name="T39" fmla="*/ 0 h 241"/>
                <a:gd name="T40" fmla="*/ 35 w 140"/>
                <a:gd name="T41" fmla="*/ 13 h 241"/>
                <a:gd name="T42" fmla="*/ 28 w 140"/>
                <a:gd name="T43" fmla="*/ 24 h 241"/>
                <a:gd name="T44" fmla="*/ 39 w 140"/>
                <a:gd name="T45" fmla="*/ 31 h 241"/>
                <a:gd name="T46" fmla="*/ 84 w 140"/>
                <a:gd name="T47" fmla="*/ 22 h 241"/>
                <a:gd name="T48" fmla="*/ 16 w 140"/>
                <a:gd name="T49" fmla="*/ 142 h 241"/>
                <a:gd name="T50" fmla="*/ 12 w 140"/>
                <a:gd name="T51" fmla="*/ 212 h 241"/>
                <a:gd name="T52" fmla="*/ 70 w 140"/>
                <a:gd name="T53" fmla="*/ 241 h 241"/>
                <a:gd name="T54" fmla="*/ 129 w 140"/>
                <a:gd name="T55" fmla="*/ 241 h 241"/>
                <a:gd name="T56" fmla="*/ 138 w 140"/>
                <a:gd name="T57" fmla="*/ 232 h 241"/>
                <a:gd name="T58" fmla="*/ 129 w 140"/>
                <a:gd name="T59" fmla="*/ 223 h 241"/>
                <a:gd name="T60" fmla="*/ 70 w 140"/>
                <a:gd name="T61" fmla="*/ 223 h 241"/>
                <a:gd name="T62" fmla="*/ 28 w 140"/>
                <a:gd name="T63" fmla="*/ 202 h 241"/>
                <a:gd name="T64" fmla="*/ 32 w 140"/>
                <a:gd name="T65" fmla="*/ 152 h 241"/>
                <a:gd name="T66" fmla="*/ 101 w 140"/>
                <a:gd name="T67" fmla="*/ 3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40" h="241">
                  <a:moveTo>
                    <a:pt x="101" y="31"/>
                  </a:moveTo>
                  <a:cubicBezTo>
                    <a:pt x="120" y="78"/>
                    <a:pt x="120" y="78"/>
                    <a:pt x="120" y="78"/>
                  </a:cubicBezTo>
                  <a:cubicBezTo>
                    <a:pt x="122" y="82"/>
                    <a:pt x="125" y="84"/>
                    <a:pt x="129" y="84"/>
                  </a:cubicBezTo>
                  <a:cubicBezTo>
                    <a:pt x="130" y="84"/>
                    <a:pt x="131" y="84"/>
                    <a:pt x="132" y="83"/>
                  </a:cubicBezTo>
                  <a:cubicBezTo>
                    <a:pt x="137" y="81"/>
                    <a:pt x="140" y="76"/>
                    <a:pt x="138" y="71"/>
                  </a:cubicBezTo>
                  <a:cubicBezTo>
                    <a:pt x="111" y="6"/>
                    <a:pt x="111" y="6"/>
                    <a:pt x="111" y="6"/>
                  </a:cubicBezTo>
                  <a:cubicBezTo>
                    <a:pt x="111" y="5"/>
                    <a:pt x="111" y="5"/>
                    <a:pt x="111" y="5"/>
                  </a:cubicBezTo>
                  <a:cubicBezTo>
                    <a:pt x="111" y="5"/>
                    <a:pt x="111" y="5"/>
                    <a:pt x="111" y="5"/>
                  </a:cubicBezTo>
                  <a:cubicBezTo>
                    <a:pt x="111" y="4"/>
                    <a:pt x="111" y="4"/>
                    <a:pt x="110" y="4"/>
                  </a:cubicBezTo>
                  <a:cubicBezTo>
                    <a:pt x="110" y="3"/>
                    <a:pt x="110" y="3"/>
                    <a:pt x="110" y="3"/>
                  </a:cubicBezTo>
                  <a:cubicBezTo>
                    <a:pt x="110" y="3"/>
                    <a:pt x="110" y="3"/>
                    <a:pt x="109" y="2"/>
                  </a:cubicBezTo>
                  <a:cubicBezTo>
                    <a:pt x="109" y="2"/>
                    <a:pt x="109" y="2"/>
                    <a:pt x="109" y="2"/>
                  </a:cubicBezTo>
                  <a:cubicBezTo>
                    <a:pt x="108" y="2"/>
                    <a:pt x="108" y="1"/>
                    <a:pt x="108" y="1"/>
                  </a:cubicBezTo>
                  <a:cubicBezTo>
                    <a:pt x="108" y="1"/>
                    <a:pt x="108" y="1"/>
                    <a:pt x="107" y="1"/>
                  </a:cubicBezTo>
                  <a:cubicBezTo>
                    <a:pt x="107" y="1"/>
                    <a:pt x="107" y="1"/>
                    <a:pt x="107" y="1"/>
                  </a:cubicBezTo>
                  <a:cubicBezTo>
                    <a:pt x="106" y="0"/>
                    <a:pt x="105" y="0"/>
                    <a:pt x="104" y="0"/>
                  </a:cubicBezTo>
                  <a:cubicBezTo>
                    <a:pt x="104" y="0"/>
                    <a:pt x="104" y="0"/>
                    <a:pt x="104" y="0"/>
                  </a:cubicBezTo>
                  <a:cubicBezTo>
                    <a:pt x="103" y="0"/>
                    <a:pt x="103" y="0"/>
                    <a:pt x="102" y="0"/>
                  </a:cubicBezTo>
                  <a:cubicBezTo>
                    <a:pt x="102" y="0"/>
                    <a:pt x="102" y="0"/>
                    <a:pt x="102" y="0"/>
                  </a:cubicBezTo>
                  <a:cubicBezTo>
                    <a:pt x="101" y="0"/>
                    <a:pt x="101" y="0"/>
                    <a:pt x="101" y="0"/>
                  </a:cubicBezTo>
                  <a:cubicBezTo>
                    <a:pt x="35" y="13"/>
                    <a:pt x="35" y="13"/>
                    <a:pt x="35" y="13"/>
                  </a:cubicBezTo>
                  <a:cubicBezTo>
                    <a:pt x="30" y="14"/>
                    <a:pt x="27" y="19"/>
                    <a:pt x="28" y="24"/>
                  </a:cubicBezTo>
                  <a:cubicBezTo>
                    <a:pt x="29" y="29"/>
                    <a:pt x="34" y="32"/>
                    <a:pt x="39" y="31"/>
                  </a:cubicBezTo>
                  <a:cubicBezTo>
                    <a:pt x="84" y="22"/>
                    <a:pt x="84" y="22"/>
                    <a:pt x="84" y="22"/>
                  </a:cubicBezTo>
                  <a:cubicBezTo>
                    <a:pt x="16" y="142"/>
                    <a:pt x="16" y="142"/>
                    <a:pt x="16" y="142"/>
                  </a:cubicBezTo>
                  <a:cubicBezTo>
                    <a:pt x="2" y="167"/>
                    <a:pt x="0" y="192"/>
                    <a:pt x="12" y="212"/>
                  </a:cubicBezTo>
                  <a:cubicBezTo>
                    <a:pt x="23" y="230"/>
                    <a:pt x="44" y="241"/>
                    <a:pt x="70" y="241"/>
                  </a:cubicBezTo>
                  <a:cubicBezTo>
                    <a:pt x="129" y="241"/>
                    <a:pt x="129" y="241"/>
                    <a:pt x="129" y="241"/>
                  </a:cubicBezTo>
                  <a:cubicBezTo>
                    <a:pt x="134" y="241"/>
                    <a:pt x="138" y="237"/>
                    <a:pt x="138" y="232"/>
                  </a:cubicBezTo>
                  <a:cubicBezTo>
                    <a:pt x="138" y="227"/>
                    <a:pt x="134" y="223"/>
                    <a:pt x="129" y="223"/>
                  </a:cubicBezTo>
                  <a:cubicBezTo>
                    <a:pt x="70" y="223"/>
                    <a:pt x="70" y="223"/>
                    <a:pt x="70" y="223"/>
                  </a:cubicBezTo>
                  <a:cubicBezTo>
                    <a:pt x="51" y="223"/>
                    <a:pt x="36" y="215"/>
                    <a:pt x="28" y="202"/>
                  </a:cubicBezTo>
                  <a:cubicBezTo>
                    <a:pt x="20" y="188"/>
                    <a:pt x="22" y="170"/>
                    <a:pt x="32" y="152"/>
                  </a:cubicBezTo>
                  <a:lnTo>
                    <a:pt x="101" y="3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2" name="Freeform 122"/>
            <p:cNvSpPr>
              <a:spLocks/>
            </p:cNvSpPr>
            <p:nvPr/>
          </p:nvSpPr>
          <p:spPr bwMode="auto">
            <a:xfrm>
              <a:off x="2416175" y="1931988"/>
              <a:ext cx="230188" cy="203200"/>
            </a:xfrm>
            <a:custGeom>
              <a:avLst/>
              <a:gdLst>
                <a:gd name="T0" fmla="*/ 215 w 230"/>
                <a:gd name="T1" fmla="*/ 66 h 203"/>
                <a:gd name="T2" fmla="*/ 189 w 230"/>
                <a:gd name="T3" fmla="*/ 7 h 203"/>
                <a:gd name="T4" fmla="*/ 176 w 230"/>
                <a:gd name="T5" fmla="*/ 2 h 203"/>
                <a:gd name="T6" fmla="*/ 171 w 230"/>
                <a:gd name="T7" fmla="*/ 14 h 203"/>
                <a:gd name="T8" fmla="*/ 198 w 230"/>
                <a:gd name="T9" fmla="*/ 74 h 203"/>
                <a:gd name="T10" fmla="*/ 198 w 230"/>
                <a:gd name="T11" fmla="*/ 75 h 203"/>
                <a:gd name="T12" fmla="*/ 202 w 230"/>
                <a:gd name="T13" fmla="*/ 125 h 203"/>
                <a:gd name="T14" fmla="*/ 160 w 230"/>
                <a:gd name="T15" fmla="*/ 145 h 203"/>
                <a:gd name="T16" fmla="*/ 32 w 230"/>
                <a:gd name="T17" fmla="*/ 146 h 203"/>
                <a:gd name="T18" fmla="*/ 56 w 230"/>
                <a:gd name="T19" fmla="*/ 122 h 203"/>
                <a:gd name="T20" fmla="*/ 56 w 230"/>
                <a:gd name="T21" fmla="*/ 109 h 203"/>
                <a:gd name="T22" fmla="*/ 42 w 230"/>
                <a:gd name="T23" fmla="*/ 109 h 203"/>
                <a:gd name="T24" fmla="*/ 3 w 230"/>
                <a:gd name="T25" fmla="*/ 148 h 203"/>
                <a:gd name="T26" fmla="*/ 0 w 230"/>
                <a:gd name="T27" fmla="*/ 155 h 203"/>
                <a:gd name="T28" fmla="*/ 0 w 230"/>
                <a:gd name="T29" fmla="*/ 155 h 203"/>
                <a:gd name="T30" fmla="*/ 0 w 230"/>
                <a:gd name="T31" fmla="*/ 155 h 203"/>
                <a:gd name="T32" fmla="*/ 4 w 230"/>
                <a:gd name="T33" fmla="*/ 163 h 203"/>
                <a:gd name="T34" fmla="*/ 42 w 230"/>
                <a:gd name="T35" fmla="*/ 201 h 203"/>
                <a:gd name="T36" fmla="*/ 49 w 230"/>
                <a:gd name="T37" fmla="*/ 203 h 203"/>
                <a:gd name="T38" fmla="*/ 56 w 230"/>
                <a:gd name="T39" fmla="*/ 201 h 203"/>
                <a:gd name="T40" fmla="*/ 56 w 230"/>
                <a:gd name="T41" fmla="*/ 187 h 203"/>
                <a:gd name="T42" fmla="*/ 32 w 230"/>
                <a:gd name="T43" fmla="*/ 164 h 203"/>
                <a:gd name="T44" fmla="*/ 160 w 230"/>
                <a:gd name="T45" fmla="*/ 164 h 203"/>
                <a:gd name="T46" fmla="*/ 219 w 230"/>
                <a:gd name="T47" fmla="*/ 134 h 203"/>
                <a:gd name="T48" fmla="*/ 215 w 230"/>
                <a:gd name="T49" fmla="*/ 66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30" h="203">
                  <a:moveTo>
                    <a:pt x="215" y="66"/>
                  </a:moveTo>
                  <a:cubicBezTo>
                    <a:pt x="189" y="7"/>
                    <a:pt x="189" y="7"/>
                    <a:pt x="189" y="7"/>
                  </a:cubicBezTo>
                  <a:cubicBezTo>
                    <a:pt x="186" y="2"/>
                    <a:pt x="181" y="0"/>
                    <a:pt x="176" y="2"/>
                  </a:cubicBezTo>
                  <a:cubicBezTo>
                    <a:pt x="171" y="4"/>
                    <a:pt x="169" y="10"/>
                    <a:pt x="171" y="14"/>
                  </a:cubicBezTo>
                  <a:cubicBezTo>
                    <a:pt x="198" y="74"/>
                    <a:pt x="198" y="74"/>
                    <a:pt x="198" y="74"/>
                  </a:cubicBezTo>
                  <a:cubicBezTo>
                    <a:pt x="198" y="75"/>
                    <a:pt x="198" y="75"/>
                    <a:pt x="198" y="75"/>
                  </a:cubicBezTo>
                  <a:cubicBezTo>
                    <a:pt x="209" y="93"/>
                    <a:pt x="210" y="112"/>
                    <a:pt x="202" y="125"/>
                  </a:cubicBezTo>
                  <a:cubicBezTo>
                    <a:pt x="195" y="138"/>
                    <a:pt x="180" y="145"/>
                    <a:pt x="160" y="145"/>
                  </a:cubicBezTo>
                  <a:cubicBezTo>
                    <a:pt x="32" y="146"/>
                    <a:pt x="32" y="146"/>
                    <a:pt x="32" y="146"/>
                  </a:cubicBezTo>
                  <a:cubicBezTo>
                    <a:pt x="56" y="122"/>
                    <a:pt x="56" y="122"/>
                    <a:pt x="56" y="122"/>
                  </a:cubicBezTo>
                  <a:cubicBezTo>
                    <a:pt x="59" y="118"/>
                    <a:pt x="59" y="112"/>
                    <a:pt x="56" y="109"/>
                  </a:cubicBezTo>
                  <a:cubicBezTo>
                    <a:pt x="52" y="105"/>
                    <a:pt x="46" y="105"/>
                    <a:pt x="42" y="109"/>
                  </a:cubicBezTo>
                  <a:cubicBezTo>
                    <a:pt x="3" y="148"/>
                    <a:pt x="3" y="148"/>
                    <a:pt x="3" y="148"/>
                  </a:cubicBezTo>
                  <a:cubicBezTo>
                    <a:pt x="1" y="150"/>
                    <a:pt x="0" y="152"/>
                    <a:pt x="0" y="155"/>
                  </a:cubicBezTo>
                  <a:cubicBezTo>
                    <a:pt x="0" y="155"/>
                    <a:pt x="0" y="155"/>
                    <a:pt x="0" y="155"/>
                  </a:cubicBezTo>
                  <a:cubicBezTo>
                    <a:pt x="0" y="155"/>
                    <a:pt x="0" y="155"/>
                    <a:pt x="0" y="155"/>
                  </a:cubicBezTo>
                  <a:cubicBezTo>
                    <a:pt x="0" y="158"/>
                    <a:pt x="2" y="161"/>
                    <a:pt x="4" y="163"/>
                  </a:cubicBezTo>
                  <a:cubicBezTo>
                    <a:pt x="42" y="201"/>
                    <a:pt x="42" y="201"/>
                    <a:pt x="42" y="201"/>
                  </a:cubicBezTo>
                  <a:cubicBezTo>
                    <a:pt x="44" y="203"/>
                    <a:pt x="47" y="203"/>
                    <a:pt x="49" y="203"/>
                  </a:cubicBezTo>
                  <a:cubicBezTo>
                    <a:pt x="51" y="203"/>
                    <a:pt x="54" y="203"/>
                    <a:pt x="56" y="201"/>
                  </a:cubicBezTo>
                  <a:cubicBezTo>
                    <a:pt x="59" y="197"/>
                    <a:pt x="59" y="191"/>
                    <a:pt x="56" y="187"/>
                  </a:cubicBezTo>
                  <a:cubicBezTo>
                    <a:pt x="32" y="164"/>
                    <a:pt x="32" y="164"/>
                    <a:pt x="32" y="164"/>
                  </a:cubicBezTo>
                  <a:cubicBezTo>
                    <a:pt x="160" y="164"/>
                    <a:pt x="160" y="164"/>
                    <a:pt x="160" y="164"/>
                  </a:cubicBezTo>
                  <a:cubicBezTo>
                    <a:pt x="187" y="164"/>
                    <a:pt x="208" y="153"/>
                    <a:pt x="219" y="134"/>
                  </a:cubicBezTo>
                  <a:cubicBezTo>
                    <a:pt x="230" y="115"/>
                    <a:pt x="228" y="90"/>
                    <a:pt x="215" y="66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77" name="Group 176"/>
          <p:cNvGrpSpPr/>
          <p:nvPr/>
        </p:nvGrpSpPr>
        <p:grpSpPr>
          <a:xfrm>
            <a:off x="1871134" y="1365251"/>
            <a:ext cx="573617" cy="571500"/>
            <a:chOff x="1403350" y="1023938"/>
            <a:chExt cx="430213" cy="428625"/>
          </a:xfrm>
          <a:solidFill>
            <a:schemeClr val="tx2"/>
          </a:solidFill>
        </p:grpSpPr>
        <p:sp>
          <p:nvSpPr>
            <p:cNvPr id="123" name="Freeform 123"/>
            <p:cNvSpPr>
              <a:spLocks/>
            </p:cNvSpPr>
            <p:nvPr/>
          </p:nvSpPr>
          <p:spPr bwMode="auto">
            <a:xfrm>
              <a:off x="1631950" y="1252538"/>
              <a:ext cx="201613" cy="200025"/>
            </a:xfrm>
            <a:custGeom>
              <a:avLst/>
              <a:gdLst>
                <a:gd name="T0" fmla="*/ 105 w 202"/>
                <a:gd name="T1" fmla="*/ 4 h 199"/>
                <a:gd name="T2" fmla="*/ 92 w 202"/>
                <a:gd name="T3" fmla="*/ 4 h 199"/>
                <a:gd name="T4" fmla="*/ 92 w 202"/>
                <a:gd name="T5" fmla="*/ 17 h 199"/>
                <a:gd name="T6" fmla="*/ 180 w 202"/>
                <a:gd name="T7" fmla="*/ 105 h 199"/>
                <a:gd name="T8" fmla="*/ 179 w 202"/>
                <a:gd name="T9" fmla="*/ 112 h 199"/>
                <a:gd name="T10" fmla="*/ 113 w 202"/>
                <a:gd name="T11" fmla="*/ 178 h 199"/>
                <a:gd name="T12" fmla="*/ 106 w 202"/>
                <a:gd name="T13" fmla="*/ 181 h 199"/>
                <a:gd name="T14" fmla="*/ 106 w 202"/>
                <a:gd name="T15" fmla="*/ 181 h 199"/>
                <a:gd name="T16" fmla="*/ 100 w 202"/>
                <a:gd name="T17" fmla="*/ 178 h 199"/>
                <a:gd name="T18" fmla="*/ 87 w 202"/>
                <a:gd name="T19" fmla="*/ 165 h 199"/>
                <a:gd name="T20" fmla="*/ 133 w 202"/>
                <a:gd name="T21" fmla="*/ 119 h 199"/>
                <a:gd name="T22" fmla="*/ 133 w 202"/>
                <a:gd name="T23" fmla="*/ 106 h 199"/>
                <a:gd name="T24" fmla="*/ 120 w 202"/>
                <a:gd name="T25" fmla="*/ 106 h 199"/>
                <a:gd name="T26" fmla="*/ 74 w 202"/>
                <a:gd name="T27" fmla="*/ 151 h 199"/>
                <a:gd name="T28" fmla="*/ 49 w 202"/>
                <a:gd name="T29" fmla="*/ 125 h 199"/>
                <a:gd name="T30" fmla="*/ 68 w 202"/>
                <a:gd name="T31" fmla="*/ 106 h 199"/>
                <a:gd name="T32" fmla="*/ 68 w 202"/>
                <a:gd name="T33" fmla="*/ 92 h 199"/>
                <a:gd name="T34" fmla="*/ 54 w 202"/>
                <a:gd name="T35" fmla="*/ 92 h 199"/>
                <a:gd name="T36" fmla="*/ 35 w 202"/>
                <a:gd name="T37" fmla="*/ 111 h 199"/>
                <a:gd name="T38" fmla="*/ 17 w 202"/>
                <a:gd name="T39" fmla="*/ 93 h 199"/>
                <a:gd name="T40" fmla="*/ 4 w 202"/>
                <a:gd name="T41" fmla="*/ 93 h 199"/>
                <a:gd name="T42" fmla="*/ 4 w 202"/>
                <a:gd name="T43" fmla="*/ 106 h 199"/>
                <a:gd name="T44" fmla="*/ 87 w 202"/>
                <a:gd name="T45" fmla="*/ 191 h 199"/>
                <a:gd name="T46" fmla="*/ 87 w 202"/>
                <a:gd name="T47" fmla="*/ 192 h 199"/>
                <a:gd name="T48" fmla="*/ 106 w 202"/>
                <a:gd name="T49" fmla="*/ 199 h 199"/>
                <a:gd name="T50" fmla="*/ 106 w 202"/>
                <a:gd name="T51" fmla="*/ 199 h 199"/>
                <a:gd name="T52" fmla="*/ 127 w 202"/>
                <a:gd name="T53" fmla="*/ 192 h 199"/>
                <a:gd name="T54" fmla="*/ 192 w 202"/>
                <a:gd name="T55" fmla="*/ 125 h 199"/>
                <a:gd name="T56" fmla="*/ 193 w 202"/>
                <a:gd name="T57" fmla="*/ 91 h 199"/>
                <a:gd name="T58" fmla="*/ 105 w 202"/>
                <a:gd name="T59" fmla="*/ 4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02" h="199">
                  <a:moveTo>
                    <a:pt x="105" y="4"/>
                  </a:moveTo>
                  <a:cubicBezTo>
                    <a:pt x="101" y="0"/>
                    <a:pt x="96" y="0"/>
                    <a:pt x="92" y="4"/>
                  </a:cubicBezTo>
                  <a:cubicBezTo>
                    <a:pt x="88" y="7"/>
                    <a:pt x="88" y="13"/>
                    <a:pt x="92" y="17"/>
                  </a:cubicBezTo>
                  <a:cubicBezTo>
                    <a:pt x="180" y="105"/>
                    <a:pt x="180" y="105"/>
                    <a:pt x="180" y="105"/>
                  </a:cubicBezTo>
                  <a:cubicBezTo>
                    <a:pt x="181" y="106"/>
                    <a:pt x="181" y="110"/>
                    <a:pt x="179" y="112"/>
                  </a:cubicBezTo>
                  <a:cubicBezTo>
                    <a:pt x="113" y="178"/>
                    <a:pt x="113" y="178"/>
                    <a:pt x="113" y="178"/>
                  </a:cubicBezTo>
                  <a:cubicBezTo>
                    <a:pt x="112" y="179"/>
                    <a:pt x="109" y="181"/>
                    <a:pt x="106" y="181"/>
                  </a:cubicBezTo>
                  <a:cubicBezTo>
                    <a:pt x="106" y="181"/>
                    <a:pt x="106" y="181"/>
                    <a:pt x="106" y="181"/>
                  </a:cubicBezTo>
                  <a:cubicBezTo>
                    <a:pt x="104" y="181"/>
                    <a:pt x="102" y="180"/>
                    <a:pt x="100" y="178"/>
                  </a:cubicBezTo>
                  <a:cubicBezTo>
                    <a:pt x="100" y="178"/>
                    <a:pt x="95" y="173"/>
                    <a:pt x="87" y="165"/>
                  </a:cubicBezTo>
                  <a:cubicBezTo>
                    <a:pt x="133" y="119"/>
                    <a:pt x="133" y="119"/>
                    <a:pt x="133" y="119"/>
                  </a:cubicBezTo>
                  <a:cubicBezTo>
                    <a:pt x="137" y="115"/>
                    <a:pt x="137" y="109"/>
                    <a:pt x="133" y="106"/>
                  </a:cubicBezTo>
                  <a:cubicBezTo>
                    <a:pt x="129" y="102"/>
                    <a:pt x="123" y="102"/>
                    <a:pt x="120" y="106"/>
                  </a:cubicBezTo>
                  <a:cubicBezTo>
                    <a:pt x="74" y="151"/>
                    <a:pt x="74" y="151"/>
                    <a:pt x="74" y="151"/>
                  </a:cubicBezTo>
                  <a:cubicBezTo>
                    <a:pt x="67" y="143"/>
                    <a:pt x="58" y="135"/>
                    <a:pt x="49" y="125"/>
                  </a:cubicBezTo>
                  <a:cubicBezTo>
                    <a:pt x="68" y="106"/>
                    <a:pt x="68" y="106"/>
                    <a:pt x="68" y="106"/>
                  </a:cubicBezTo>
                  <a:cubicBezTo>
                    <a:pt x="71" y="102"/>
                    <a:pt x="71" y="96"/>
                    <a:pt x="68" y="92"/>
                  </a:cubicBezTo>
                  <a:cubicBezTo>
                    <a:pt x="64" y="89"/>
                    <a:pt x="58" y="89"/>
                    <a:pt x="54" y="92"/>
                  </a:cubicBezTo>
                  <a:cubicBezTo>
                    <a:pt x="35" y="111"/>
                    <a:pt x="35" y="111"/>
                    <a:pt x="35" y="111"/>
                  </a:cubicBezTo>
                  <a:cubicBezTo>
                    <a:pt x="30" y="105"/>
                    <a:pt x="24" y="99"/>
                    <a:pt x="17" y="93"/>
                  </a:cubicBezTo>
                  <a:cubicBezTo>
                    <a:pt x="14" y="89"/>
                    <a:pt x="8" y="89"/>
                    <a:pt x="4" y="93"/>
                  </a:cubicBezTo>
                  <a:cubicBezTo>
                    <a:pt x="0" y="97"/>
                    <a:pt x="0" y="103"/>
                    <a:pt x="4" y="106"/>
                  </a:cubicBezTo>
                  <a:cubicBezTo>
                    <a:pt x="53" y="155"/>
                    <a:pt x="86" y="191"/>
                    <a:pt x="87" y="191"/>
                  </a:cubicBezTo>
                  <a:cubicBezTo>
                    <a:pt x="87" y="191"/>
                    <a:pt x="87" y="192"/>
                    <a:pt x="87" y="192"/>
                  </a:cubicBezTo>
                  <a:cubicBezTo>
                    <a:pt x="92" y="197"/>
                    <a:pt x="99" y="199"/>
                    <a:pt x="106" y="199"/>
                  </a:cubicBezTo>
                  <a:cubicBezTo>
                    <a:pt x="106" y="199"/>
                    <a:pt x="106" y="199"/>
                    <a:pt x="106" y="199"/>
                  </a:cubicBezTo>
                  <a:cubicBezTo>
                    <a:pt x="114" y="199"/>
                    <a:pt x="122" y="196"/>
                    <a:pt x="127" y="192"/>
                  </a:cubicBezTo>
                  <a:cubicBezTo>
                    <a:pt x="192" y="125"/>
                    <a:pt x="192" y="125"/>
                    <a:pt x="192" y="125"/>
                  </a:cubicBezTo>
                  <a:cubicBezTo>
                    <a:pt x="201" y="116"/>
                    <a:pt x="202" y="100"/>
                    <a:pt x="193" y="91"/>
                  </a:cubicBezTo>
                  <a:lnTo>
                    <a:pt x="105" y="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4" name="Freeform 124"/>
            <p:cNvSpPr>
              <a:spLocks/>
            </p:cNvSpPr>
            <p:nvPr/>
          </p:nvSpPr>
          <p:spPr bwMode="auto">
            <a:xfrm>
              <a:off x="1403350" y="1023938"/>
              <a:ext cx="206375" cy="204788"/>
            </a:xfrm>
            <a:custGeom>
              <a:avLst/>
              <a:gdLst>
                <a:gd name="T0" fmla="*/ 98 w 205"/>
                <a:gd name="T1" fmla="*/ 203 h 205"/>
                <a:gd name="T2" fmla="*/ 105 w 205"/>
                <a:gd name="T3" fmla="*/ 205 h 205"/>
                <a:gd name="T4" fmla="*/ 112 w 205"/>
                <a:gd name="T5" fmla="*/ 203 h 205"/>
                <a:gd name="T6" fmla="*/ 112 w 205"/>
                <a:gd name="T7" fmla="*/ 189 h 205"/>
                <a:gd name="T8" fmla="*/ 92 w 205"/>
                <a:gd name="T9" fmla="*/ 170 h 205"/>
                <a:gd name="T10" fmla="*/ 111 w 205"/>
                <a:gd name="T11" fmla="*/ 151 h 205"/>
                <a:gd name="T12" fmla="*/ 111 w 205"/>
                <a:gd name="T13" fmla="*/ 138 h 205"/>
                <a:gd name="T14" fmla="*/ 98 w 205"/>
                <a:gd name="T15" fmla="*/ 138 h 205"/>
                <a:gd name="T16" fmla="*/ 79 w 205"/>
                <a:gd name="T17" fmla="*/ 157 h 205"/>
                <a:gd name="T18" fmla="*/ 53 w 205"/>
                <a:gd name="T19" fmla="*/ 131 h 205"/>
                <a:gd name="T20" fmla="*/ 98 w 205"/>
                <a:gd name="T21" fmla="*/ 86 h 205"/>
                <a:gd name="T22" fmla="*/ 98 w 205"/>
                <a:gd name="T23" fmla="*/ 72 h 205"/>
                <a:gd name="T24" fmla="*/ 85 w 205"/>
                <a:gd name="T25" fmla="*/ 72 h 205"/>
                <a:gd name="T26" fmla="*/ 39 w 205"/>
                <a:gd name="T27" fmla="*/ 118 h 205"/>
                <a:gd name="T28" fmla="*/ 26 w 205"/>
                <a:gd name="T29" fmla="*/ 105 h 205"/>
                <a:gd name="T30" fmla="*/ 26 w 205"/>
                <a:gd name="T31" fmla="*/ 92 h 205"/>
                <a:gd name="T32" fmla="*/ 91 w 205"/>
                <a:gd name="T33" fmla="*/ 27 h 205"/>
                <a:gd name="T34" fmla="*/ 104 w 205"/>
                <a:gd name="T35" fmla="*/ 27 h 205"/>
                <a:gd name="T36" fmla="*/ 188 w 205"/>
                <a:gd name="T37" fmla="*/ 115 h 205"/>
                <a:gd name="T38" fmla="*/ 201 w 205"/>
                <a:gd name="T39" fmla="*/ 115 h 205"/>
                <a:gd name="T40" fmla="*/ 201 w 205"/>
                <a:gd name="T41" fmla="*/ 102 h 205"/>
                <a:gd name="T42" fmla="*/ 118 w 205"/>
                <a:gd name="T43" fmla="*/ 14 h 205"/>
                <a:gd name="T44" fmla="*/ 118 w 205"/>
                <a:gd name="T45" fmla="*/ 14 h 205"/>
                <a:gd name="T46" fmla="*/ 78 w 205"/>
                <a:gd name="T47" fmla="*/ 14 h 205"/>
                <a:gd name="T48" fmla="*/ 13 w 205"/>
                <a:gd name="T49" fmla="*/ 79 h 205"/>
                <a:gd name="T50" fmla="*/ 13 w 205"/>
                <a:gd name="T51" fmla="*/ 119 h 205"/>
                <a:gd name="T52" fmla="*/ 98 w 205"/>
                <a:gd name="T53" fmla="*/ 203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05" h="205">
                  <a:moveTo>
                    <a:pt x="98" y="203"/>
                  </a:moveTo>
                  <a:cubicBezTo>
                    <a:pt x="100" y="205"/>
                    <a:pt x="103" y="205"/>
                    <a:pt x="105" y="205"/>
                  </a:cubicBezTo>
                  <a:cubicBezTo>
                    <a:pt x="108" y="205"/>
                    <a:pt x="110" y="205"/>
                    <a:pt x="112" y="203"/>
                  </a:cubicBezTo>
                  <a:cubicBezTo>
                    <a:pt x="115" y="199"/>
                    <a:pt x="115" y="193"/>
                    <a:pt x="112" y="189"/>
                  </a:cubicBezTo>
                  <a:cubicBezTo>
                    <a:pt x="105" y="183"/>
                    <a:pt x="98" y="176"/>
                    <a:pt x="92" y="170"/>
                  </a:cubicBezTo>
                  <a:cubicBezTo>
                    <a:pt x="111" y="151"/>
                    <a:pt x="111" y="151"/>
                    <a:pt x="111" y="151"/>
                  </a:cubicBezTo>
                  <a:cubicBezTo>
                    <a:pt x="115" y="148"/>
                    <a:pt x="115" y="142"/>
                    <a:pt x="111" y="138"/>
                  </a:cubicBezTo>
                  <a:cubicBezTo>
                    <a:pt x="107" y="134"/>
                    <a:pt x="102" y="134"/>
                    <a:pt x="98" y="138"/>
                  </a:cubicBezTo>
                  <a:cubicBezTo>
                    <a:pt x="79" y="157"/>
                    <a:pt x="79" y="157"/>
                    <a:pt x="79" y="157"/>
                  </a:cubicBezTo>
                  <a:cubicBezTo>
                    <a:pt x="69" y="147"/>
                    <a:pt x="60" y="138"/>
                    <a:pt x="53" y="131"/>
                  </a:cubicBezTo>
                  <a:cubicBezTo>
                    <a:pt x="98" y="86"/>
                    <a:pt x="98" y="86"/>
                    <a:pt x="98" y="86"/>
                  </a:cubicBezTo>
                  <a:cubicBezTo>
                    <a:pt x="102" y="82"/>
                    <a:pt x="102" y="76"/>
                    <a:pt x="98" y="72"/>
                  </a:cubicBezTo>
                  <a:cubicBezTo>
                    <a:pt x="94" y="69"/>
                    <a:pt x="88" y="69"/>
                    <a:pt x="85" y="72"/>
                  </a:cubicBezTo>
                  <a:cubicBezTo>
                    <a:pt x="39" y="118"/>
                    <a:pt x="39" y="118"/>
                    <a:pt x="39" y="118"/>
                  </a:cubicBezTo>
                  <a:cubicBezTo>
                    <a:pt x="31" y="110"/>
                    <a:pt x="26" y="105"/>
                    <a:pt x="26" y="105"/>
                  </a:cubicBezTo>
                  <a:cubicBezTo>
                    <a:pt x="26" y="105"/>
                    <a:pt x="20" y="98"/>
                    <a:pt x="26" y="92"/>
                  </a:cubicBezTo>
                  <a:cubicBezTo>
                    <a:pt x="91" y="27"/>
                    <a:pt x="91" y="27"/>
                    <a:pt x="91" y="27"/>
                  </a:cubicBezTo>
                  <a:cubicBezTo>
                    <a:pt x="96" y="23"/>
                    <a:pt x="100" y="22"/>
                    <a:pt x="104" y="27"/>
                  </a:cubicBezTo>
                  <a:cubicBezTo>
                    <a:pt x="107" y="30"/>
                    <a:pt x="140" y="67"/>
                    <a:pt x="188" y="115"/>
                  </a:cubicBezTo>
                  <a:cubicBezTo>
                    <a:pt x="192" y="119"/>
                    <a:pt x="198" y="119"/>
                    <a:pt x="201" y="115"/>
                  </a:cubicBezTo>
                  <a:cubicBezTo>
                    <a:pt x="205" y="111"/>
                    <a:pt x="205" y="105"/>
                    <a:pt x="201" y="102"/>
                  </a:cubicBezTo>
                  <a:cubicBezTo>
                    <a:pt x="151" y="52"/>
                    <a:pt x="118" y="14"/>
                    <a:pt x="118" y="14"/>
                  </a:cubicBezTo>
                  <a:cubicBezTo>
                    <a:pt x="118" y="14"/>
                    <a:pt x="118" y="14"/>
                    <a:pt x="118" y="14"/>
                  </a:cubicBezTo>
                  <a:cubicBezTo>
                    <a:pt x="104" y="0"/>
                    <a:pt x="88" y="4"/>
                    <a:pt x="78" y="14"/>
                  </a:cubicBezTo>
                  <a:cubicBezTo>
                    <a:pt x="13" y="79"/>
                    <a:pt x="13" y="79"/>
                    <a:pt x="13" y="79"/>
                  </a:cubicBezTo>
                  <a:cubicBezTo>
                    <a:pt x="0" y="91"/>
                    <a:pt x="3" y="109"/>
                    <a:pt x="13" y="119"/>
                  </a:cubicBezTo>
                  <a:cubicBezTo>
                    <a:pt x="13" y="119"/>
                    <a:pt x="49" y="153"/>
                    <a:pt x="98" y="203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5" name="Freeform 125"/>
            <p:cNvSpPr>
              <a:spLocks noEditPoints="1"/>
            </p:cNvSpPr>
            <p:nvPr/>
          </p:nvSpPr>
          <p:spPr bwMode="auto">
            <a:xfrm>
              <a:off x="1406525" y="1027113"/>
              <a:ext cx="427038" cy="425450"/>
            </a:xfrm>
            <a:custGeom>
              <a:avLst/>
              <a:gdLst>
                <a:gd name="T0" fmla="*/ 373 w 427"/>
                <a:gd name="T1" fmla="*/ 156 h 425"/>
                <a:gd name="T2" fmla="*/ 420 w 427"/>
                <a:gd name="T3" fmla="*/ 109 h 425"/>
                <a:gd name="T4" fmla="*/ 427 w 427"/>
                <a:gd name="T5" fmla="*/ 92 h 425"/>
                <a:gd name="T6" fmla="*/ 420 w 427"/>
                <a:gd name="T7" fmla="*/ 76 h 425"/>
                <a:gd name="T8" fmla="*/ 351 w 427"/>
                <a:gd name="T9" fmla="*/ 7 h 425"/>
                <a:gd name="T10" fmla="*/ 335 w 427"/>
                <a:gd name="T11" fmla="*/ 0 h 425"/>
                <a:gd name="T12" fmla="*/ 319 w 427"/>
                <a:gd name="T13" fmla="*/ 7 h 425"/>
                <a:gd name="T14" fmla="*/ 270 w 427"/>
                <a:gd name="T15" fmla="*/ 56 h 425"/>
                <a:gd name="T16" fmla="*/ 268 w 427"/>
                <a:gd name="T17" fmla="*/ 58 h 425"/>
                <a:gd name="T18" fmla="*/ 45 w 427"/>
                <a:gd name="T19" fmla="*/ 282 h 425"/>
                <a:gd name="T20" fmla="*/ 42 w 427"/>
                <a:gd name="T21" fmla="*/ 285 h 425"/>
                <a:gd name="T22" fmla="*/ 1 w 427"/>
                <a:gd name="T23" fmla="*/ 413 h 425"/>
                <a:gd name="T24" fmla="*/ 3 w 427"/>
                <a:gd name="T25" fmla="*/ 422 h 425"/>
                <a:gd name="T26" fmla="*/ 10 w 427"/>
                <a:gd name="T27" fmla="*/ 425 h 425"/>
                <a:gd name="T28" fmla="*/ 12 w 427"/>
                <a:gd name="T29" fmla="*/ 424 h 425"/>
                <a:gd name="T30" fmla="*/ 143 w 427"/>
                <a:gd name="T31" fmla="*/ 385 h 425"/>
                <a:gd name="T32" fmla="*/ 147 w 427"/>
                <a:gd name="T33" fmla="*/ 383 h 425"/>
                <a:gd name="T34" fmla="*/ 371 w 427"/>
                <a:gd name="T35" fmla="*/ 158 h 425"/>
                <a:gd name="T36" fmla="*/ 373 w 427"/>
                <a:gd name="T37" fmla="*/ 156 h 425"/>
                <a:gd name="T38" fmla="*/ 332 w 427"/>
                <a:gd name="T39" fmla="*/ 20 h 425"/>
                <a:gd name="T40" fmla="*/ 335 w 427"/>
                <a:gd name="T41" fmla="*/ 19 h 425"/>
                <a:gd name="T42" fmla="*/ 338 w 427"/>
                <a:gd name="T43" fmla="*/ 20 h 425"/>
                <a:gd name="T44" fmla="*/ 407 w 427"/>
                <a:gd name="T45" fmla="*/ 89 h 425"/>
                <a:gd name="T46" fmla="*/ 408 w 427"/>
                <a:gd name="T47" fmla="*/ 92 h 425"/>
                <a:gd name="T48" fmla="*/ 407 w 427"/>
                <a:gd name="T49" fmla="*/ 95 h 425"/>
                <a:gd name="T50" fmla="*/ 365 w 427"/>
                <a:gd name="T51" fmla="*/ 138 h 425"/>
                <a:gd name="T52" fmla="*/ 290 w 427"/>
                <a:gd name="T53" fmla="*/ 63 h 425"/>
                <a:gd name="T54" fmla="*/ 332 w 427"/>
                <a:gd name="T55" fmla="*/ 20 h 425"/>
                <a:gd name="T56" fmla="*/ 124 w 427"/>
                <a:gd name="T57" fmla="*/ 328 h 425"/>
                <a:gd name="T58" fmla="*/ 98 w 427"/>
                <a:gd name="T59" fmla="*/ 328 h 425"/>
                <a:gd name="T60" fmla="*/ 98 w 427"/>
                <a:gd name="T61" fmla="*/ 301 h 425"/>
                <a:gd name="T62" fmla="*/ 299 w 427"/>
                <a:gd name="T63" fmla="*/ 99 h 425"/>
                <a:gd name="T64" fmla="*/ 327 w 427"/>
                <a:gd name="T65" fmla="*/ 127 h 425"/>
                <a:gd name="T66" fmla="*/ 124 w 427"/>
                <a:gd name="T67" fmla="*/ 328 h 425"/>
                <a:gd name="T68" fmla="*/ 277 w 427"/>
                <a:gd name="T69" fmla="*/ 76 h 425"/>
                <a:gd name="T70" fmla="*/ 286 w 427"/>
                <a:gd name="T71" fmla="*/ 86 h 425"/>
                <a:gd name="T72" fmla="*/ 86 w 427"/>
                <a:gd name="T73" fmla="*/ 287 h 425"/>
                <a:gd name="T74" fmla="*/ 70 w 427"/>
                <a:gd name="T75" fmla="*/ 283 h 425"/>
                <a:gd name="T76" fmla="*/ 277 w 427"/>
                <a:gd name="T77" fmla="*/ 76 h 425"/>
                <a:gd name="T78" fmla="*/ 57 w 427"/>
                <a:gd name="T79" fmla="*/ 299 h 425"/>
                <a:gd name="T80" fmla="*/ 79 w 427"/>
                <a:gd name="T81" fmla="*/ 304 h 425"/>
                <a:gd name="T82" fmla="*/ 79 w 427"/>
                <a:gd name="T83" fmla="*/ 337 h 425"/>
                <a:gd name="T84" fmla="*/ 88 w 427"/>
                <a:gd name="T85" fmla="*/ 346 h 425"/>
                <a:gd name="T86" fmla="*/ 121 w 427"/>
                <a:gd name="T87" fmla="*/ 346 h 425"/>
                <a:gd name="T88" fmla="*/ 128 w 427"/>
                <a:gd name="T89" fmla="*/ 371 h 425"/>
                <a:gd name="T90" fmla="*/ 24 w 427"/>
                <a:gd name="T91" fmla="*/ 401 h 425"/>
                <a:gd name="T92" fmla="*/ 57 w 427"/>
                <a:gd name="T93" fmla="*/ 299 h 425"/>
                <a:gd name="T94" fmla="*/ 144 w 427"/>
                <a:gd name="T95" fmla="*/ 360 h 425"/>
                <a:gd name="T96" fmla="*/ 138 w 427"/>
                <a:gd name="T97" fmla="*/ 340 h 425"/>
                <a:gd name="T98" fmla="*/ 341 w 427"/>
                <a:gd name="T99" fmla="*/ 140 h 425"/>
                <a:gd name="T100" fmla="*/ 351 w 427"/>
                <a:gd name="T101" fmla="*/ 151 h 425"/>
                <a:gd name="T102" fmla="*/ 144 w 427"/>
                <a:gd name="T103" fmla="*/ 360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427" h="425">
                  <a:moveTo>
                    <a:pt x="373" y="156"/>
                  </a:moveTo>
                  <a:cubicBezTo>
                    <a:pt x="420" y="109"/>
                    <a:pt x="420" y="109"/>
                    <a:pt x="420" y="109"/>
                  </a:cubicBezTo>
                  <a:cubicBezTo>
                    <a:pt x="424" y="104"/>
                    <a:pt x="427" y="98"/>
                    <a:pt x="427" y="92"/>
                  </a:cubicBezTo>
                  <a:cubicBezTo>
                    <a:pt x="427" y="86"/>
                    <a:pt x="424" y="80"/>
                    <a:pt x="420" y="76"/>
                  </a:cubicBezTo>
                  <a:cubicBezTo>
                    <a:pt x="351" y="7"/>
                    <a:pt x="351" y="7"/>
                    <a:pt x="351" y="7"/>
                  </a:cubicBezTo>
                  <a:cubicBezTo>
                    <a:pt x="347" y="3"/>
                    <a:pt x="341" y="0"/>
                    <a:pt x="335" y="0"/>
                  </a:cubicBezTo>
                  <a:cubicBezTo>
                    <a:pt x="329" y="0"/>
                    <a:pt x="323" y="3"/>
                    <a:pt x="319" y="7"/>
                  </a:cubicBezTo>
                  <a:cubicBezTo>
                    <a:pt x="270" y="56"/>
                    <a:pt x="270" y="56"/>
                    <a:pt x="270" y="56"/>
                  </a:cubicBezTo>
                  <a:cubicBezTo>
                    <a:pt x="269" y="57"/>
                    <a:pt x="269" y="57"/>
                    <a:pt x="268" y="58"/>
                  </a:cubicBezTo>
                  <a:cubicBezTo>
                    <a:pt x="45" y="282"/>
                    <a:pt x="45" y="282"/>
                    <a:pt x="45" y="282"/>
                  </a:cubicBezTo>
                  <a:cubicBezTo>
                    <a:pt x="43" y="283"/>
                    <a:pt x="43" y="284"/>
                    <a:pt x="42" y="285"/>
                  </a:cubicBezTo>
                  <a:cubicBezTo>
                    <a:pt x="1" y="413"/>
                    <a:pt x="1" y="413"/>
                    <a:pt x="1" y="413"/>
                  </a:cubicBezTo>
                  <a:cubicBezTo>
                    <a:pt x="0" y="416"/>
                    <a:pt x="1" y="420"/>
                    <a:pt x="3" y="422"/>
                  </a:cubicBezTo>
                  <a:cubicBezTo>
                    <a:pt x="5" y="424"/>
                    <a:pt x="7" y="425"/>
                    <a:pt x="10" y="425"/>
                  </a:cubicBezTo>
                  <a:cubicBezTo>
                    <a:pt x="11" y="425"/>
                    <a:pt x="12" y="425"/>
                    <a:pt x="12" y="424"/>
                  </a:cubicBezTo>
                  <a:cubicBezTo>
                    <a:pt x="143" y="385"/>
                    <a:pt x="143" y="385"/>
                    <a:pt x="143" y="385"/>
                  </a:cubicBezTo>
                  <a:cubicBezTo>
                    <a:pt x="145" y="385"/>
                    <a:pt x="146" y="384"/>
                    <a:pt x="147" y="383"/>
                  </a:cubicBezTo>
                  <a:cubicBezTo>
                    <a:pt x="371" y="158"/>
                    <a:pt x="371" y="158"/>
                    <a:pt x="371" y="158"/>
                  </a:cubicBezTo>
                  <a:cubicBezTo>
                    <a:pt x="372" y="157"/>
                    <a:pt x="372" y="157"/>
                    <a:pt x="373" y="156"/>
                  </a:cubicBezTo>
                  <a:close/>
                  <a:moveTo>
                    <a:pt x="332" y="20"/>
                  </a:moveTo>
                  <a:cubicBezTo>
                    <a:pt x="333" y="19"/>
                    <a:pt x="334" y="19"/>
                    <a:pt x="335" y="19"/>
                  </a:cubicBezTo>
                  <a:cubicBezTo>
                    <a:pt x="336" y="19"/>
                    <a:pt x="337" y="19"/>
                    <a:pt x="338" y="20"/>
                  </a:cubicBezTo>
                  <a:cubicBezTo>
                    <a:pt x="407" y="89"/>
                    <a:pt x="407" y="89"/>
                    <a:pt x="407" y="89"/>
                  </a:cubicBezTo>
                  <a:cubicBezTo>
                    <a:pt x="408" y="90"/>
                    <a:pt x="408" y="92"/>
                    <a:pt x="408" y="92"/>
                  </a:cubicBezTo>
                  <a:cubicBezTo>
                    <a:pt x="408" y="93"/>
                    <a:pt x="408" y="94"/>
                    <a:pt x="407" y="95"/>
                  </a:cubicBezTo>
                  <a:cubicBezTo>
                    <a:pt x="365" y="138"/>
                    <a:pt x="365" y="138"/>
                    <a:pt x="365" y="138"/>
                  </a:cubicBezTo>
                  <a:cubicBezTo>
                    <a:pt x="290" y="63"/>
                    <a:pt x="290" y="63"/>
                    <a:pt x="290" y="63"/>
                  </a:cubicBezTo>
                  <a:lnTo>
                    <a:pt x="332" y="20"/>
                  </a:lnTo>
                  <a:close/>
                  <a:moveTo>
                    <a:pt x="124" y="328"/>
                  </a:moveTo>
                  <a:cubicBezTo>
                    <a:pt x="98" y="328"/>
                    <a:pt x="98" y="328"/>
                    <a:pt x="98" y="328"/>
                  </a:cubicBezTo>
                  <a:cubicBezTo>
                    <a:pt x="98" y="301"/>
                    <a:pt x="98" y="301"/>
                    <a:pt x="98" y="301"/>
                  </a:cubicBezTo>
                  <a:cubicBezTo>
                    <a:pt x="299" y="99"/>
                    <a:pt x="299" y="99"/>
                    <a:pt x="299" y="99"/>
                  </a:cubicBezTo>
                  <a:cubicBezTo>
                    <a:pt x="327" y="127"/>
                    <a:pt x="327" y="127"/>
                    <a:pt x="327" y="127"/>
                  </a:cubicBezTo>
                  <a:lnTo>
                    <a:pt x="124" y="328"/>
                  </a:lnTo>
                  <a:close/>
                  <a:moveTo>
                    <a:pt x="277" y="76"/>
                  </a:moveTo>
                  <a:cubicBezTo>
                    <a:pt x="286" y="86"/>
                    <a:pt x="286" y="86"/>
                    <a:pt x="286" y="86"/>
                  </a:cubicBezTo>
                  <a:cubicBezTo>
                    <a:pt x="86" y="287"/>
                    <a:pt x="86" y="287"/>
                    <a:pt x="86" y="287"/>
                  </a:cubicBezTo>
                  <a:cubicBezTo>
                    <a:pt x="70" y="283"/>
                    <a:pt x="70" y="283"/>
                    <a:pt x="70" y="283"/>
                  </a:cubicBezTo>
                  <a:lnTo>
                    <a:pt x="277" y="76"/>
                  </a:lnTo>
                  <a:close/>
                  <a:moveTo>
                    <a:pt x="57" y="299"/>
                  </a:moveTo>
                  <a:cubicBezTo>
                    <a:pt x="79" y="304"/>
                    <a:pt x="79" y="304"/>
                    <a:pt x="79" y="304"/>
                  </a:cubicBezTo>
                  <a:cubicBezTo>
                    <a:pt x="79" y="337"/>
                    <a:pt x="79" y="337"/>
                    <a:pt x="79" y="337"/>
                  </a:cubicBezTo>
                  <a:cubicBezTo>
                    <a:pt x="79" y="342"/>
                    <a:pt x="83" y="346"/>
                    <a:pt x="88" y="346"/>
                  </a:cubicBezTo>
                  <a:cubicBezTo>
                    <a:pt x="121" y="346"/>
                    <a:pt x="121" y="346"/>
                    <a:pt x="121" y="346"/>
                  </a:cubicBezTo>
                  <a:cubicBezTo>
                    <a:pt x="128" y="371"/>
                    <a:pt x="128" y="371"/>
                    <a:pt x="128" y="371"/>
                  </a:cubicBezTo>
                  <a:cubicBezTo>
                    <a:pt x="24" y="401"/>
                    <a:pt x="24" y="401"/>
                    <a:pt x="24" y="401"/>
                  </a:cubicBezTo>
                  <a:lnTo>
                    <a:pt x="57" y="299"/>
                  </a:lnTo>
                  <a:close/>
                  <a:moveTo>
                    <a:pt x="144" y="360"/>
                  </a:moveTo>
                  <a:cubicBezTo>
                    <a:pt x="138" y="340"/>
                    <a:pt x="138" y="340"/>
                    <a:pt x="138" y="340"/>
                  </a:cubicBezTo>
                  <a:cubicBezTo>
                    <a:pt x="341" y="140"/>
                    <a:pt x="341" y="140"/>
                    <a:pt x="341" y="140"/>
                  </a:cubicBezTo>
                  <a:cubicBezTo>
                    <a:pt x="351" y="151"/>
                    <a:pt x="351" y="151"/>
                    <a:pt x="351" y="151"/>
                  </a:cubicBezTo>
                  <a:lnTo>
                    <a:pt x="144" y="36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78" name="Group 177"/>
          <p:cNvGrpSpPr/>
          <p:nvPr/>
        </p:nvGrpSpPr>
        <p:grpSpPr>
          <a:xfrm>
            <a:off x="2950633" y="1369484"/>
            <a:ext cx="584200" cy="569384"/>
            <a:chOff x="2212975" y="1027113"/>
            <a:chExt cx="438150" cy="427038"/>
          </a:xfrm>
          <a:solidFill>
            <a:schemeClr val="tx2"/>
          </a:solidFill>
        </p:grpSpPr>
        <p:sp>
          <p:nvSpPr>
            <p:cNvPr id="126" name="Freeform 126"/>
            <p:cNvSpPr>
              <a:spLocks noEditPoints="1"/>
            </p:cNvSpPr>
            <p:nvPr/>
          </p:nvSpPr>
          <p:spPr bwMode="auto">
            <a:xfrm>
              <a:off x="2212975" y="1027113"/>
              <a:ext cx="438150" cy="427038"/>
            </a:xfrm>
            <a:custGeom>
              <a:avLst/>
              <a:gdLst>
                <a:gd name="T0" fmla="*/ 345 w 438"/>
                <a:gd name="T1" fmla="*/ 169 h 426"/>
                <a:gd name="T2" fmla="*/ 424 w 438"/>
                <a:gd name="T3" fmla="*/ 52 h 426"/>
                <a:gd name="T4" fmla="*/ 409 w 438"/>
                <a:gd name="T5" fmla="*/ 49 h 426"/>
                <a:gd name="T6" fmla="*/ 360 w 438"/>
                <a:gd name="T7" fmla="*/ 96 h 426"/>
                <a:gd name="T8" fmla="*/ 337 w 438"/>
                <a:gd name="T9" fmla="*/ 75 h 426"/>
                <a:gd name="T10" fmla="*/ 383 w 438"/>
                <a:gd name="T11" fmla="*/ 23 h 426"/>
                <a:gd name="T12" fmla="*/ 380 w 438"/>
                <a:gd name="T13" fmla="*/ 8 h 426"/>
                <a:gd name="T14" fmla="*/ 288 w 438"/>
                <a:gd name="T15" fmla="*/ 24 h 426"/>
                <a:gd name="T16" fmla="*/ 119 w 438"/>
                <a:gd name="T17" fmla="*/ 261 h 426"/>
                <a:gd name="T18" fmla="*/ 31 w 438"/>
                <a:gd name="T19" fmla="*/ 282 h 426"/>
                <a:gd name="T20" fmla="*/ 21 w 438"/>
                <a:gd name="T21" fmla="*/ 379 h 426"/>
                <a:gd name="T22" fmla="*/ 75 w 438"/>
                <a:gd name="T23" fmla="*/ 331 h 426"/>
                <a:gd name="T24" fmla="*/ 101 w 438"/>
                <a:gd name="T25" fmla="*/ 350 h 426"/>
                <a:gd name="T26" fmla="*/ 55 w 438"/>
                <a:gd name="T27" fmla="*/ 403 h 426"/>
                <a:gd name="T28" fmla="*/ 58 w 438"/>
                <a:gd name="T29" fmla="*/ 418 h 426"/>
                <a:gd name="T30" fmla="*/ 93 w 438"/>
                <a:gd name="T31" fmla="*/ 426 h 426"/>
                <a:gd name="T32" fmla="*/ 171 w 438"/>
                <a:gd name="T33" fmla="*/ 313 h 426"/>
                <a:gd name="T34" fmla="*/ 137 w 438"/>
                <a:gd name="T35" fmla="*/ 388 h 426"/>
                <a:gd name="T36" fmla="*/ 79 w 438"/>
                <a:gd name="T37" fmla="*/ 405 h 426"/>
                <a:gd name="T38" fmla="*/ 115 w 438"/>
                <a:gd name="T39" fmla="*/ 337 h 426"/>
                <a:gd name="T40" fmla="*/ 79 w 438"/>
                <a:gd name="T41" fmla="*/ 310 h 426"/>
                <a:gd name="T42" fmla="*/ 27 w 438"/>
                <a:gd name="T43" fmla="*/ 352 h 426"/>
                <a:gd name="T44" fmla="*/ 93 w 438"/>
                <a:gd name="T45" fmla="*/ 275 h 426"/>
                <a:gd name="T46" fmla="*/ 128 w 438"/>
                <a:gd name="T47" fmla="*/ 278 h 426"/>
                <a:gd name="T48" fmla="*/ 287 w 438"/>
                <a:gd name="T49" fmla="*/ 111 h 426"/>
                <a:gd name="T50" fmla="*/ 345 w 438"/>
                <a:gd name="T51" fmla="*/ 18 h 426"/>
                <a:gd name="T52" fmla="*/ 324 w 438"/>
                <a:gd name="T53" fmla="*/ 55 h 426"/>
                <a:gd name="T54" fmla="*/ 344 w 438"/>
                <a:gd name="T55" fmla="*/ 108 h 426"/>
                <a:gd name="T56" fmla="*/ 377 w 438"/>
                <a:gd name="T57" fmla="*/ 108 h 426"/>
                <a:gd name="T58" fmla="*/ 394 w 438"/>
                <a:gd name="T59" fmla="*/ 130 h 426"/>
                <a:gd name="T60" fmla="*/ 321 w 438"/>
                <a:gd name="T61" fmla="*/ 145 h 426"/>
                <a:gd name="T62" fmla="*/ 154 w 438"/>
                <a:gd name="T63" fmla="*/ 304 h 426"/>
                <a:gd name="T64" fmla="*/ 137 w 438"/>
                <a:gd name="T65" fmla="*/ 388 h 4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38" h="426">
                  <a:moveTo>
                    <a:pt x="320" y="165"/>
                  </a:moveTo>
                  <a:cubicBezTo>
                    <a:pt x="328" y="167"/>
                    <a:pt x="336" y="169"/>
                    <a:pt x="345" y="169"/>
                  </a:cubicBezTo>
                  <a:cubicBezTo>
                    <a:pt x="368" y="169"/>
                    <a:pt x="391" y="159"/>
                    <a:pt x="407" y="143"/>
                  </a:cubicBezTo>
                  <a:cubicBezTo>
                    <a:pt x="431" y="119"/>
                    <a:pt x="438" y="83"/>
                    <a:pt x="424" y="52"/>
                  </a:cubicBezTo>
                  <a:cubicBezTo>
                    <a:pt x="423" y="49"/>
                    <a:pt x="420" y="47"/>
                    <a:pt x="417" y="46"/>
                  </a:cubicBezTo>
                  <a:cubicBezTo>
                    <a:pt x="414" y="46"/>
                    <a:pt x="411" y="47"/>
                    <a:pt x="409" y="49"/>
                  </a:cubicBezTo>
                  <a:cubicBezTo>
                    <a:pt x="363" y="95"/>
                    <a:pt x="363" y="95"/>
                    <a:pt x="363" y="95"/>
                  </a:cubicBezTo>
                  <a:cubicBezTo>
                    <a:pt x="362" y="96"/>
                    <a:pt x="361" y="96"/>
                    <a:pt x="360" y="96"/>
                  </a:cubicBezTo>
                  <a:cubicBezTo>
                    <a:pt x="359" y="96"/>
                    <a:pt x="358" y="96"/>
                    <a:pt x="357" y="95"/>
                  </a:cubicBezTo>
                  <a:cubicBezTo>
                    <a:pt x="337" y="75"/>
                    <a:pt x="337" y="75"/>
                    <a:pt x="337" y="75"/>
                  </a:cubicBezTo>
                  <a:cubicBezTo>
                    <a:pt x="335" y="73"/>
                    <a:pt x="335" y="70"/>
                    <a:pt x="337" y="69"/>
                  </a:cubicBezTo>
                  <a:cubicBezTo>
                    <a:pt x="383" y="23"/>
                    <a:pt x="383" y="23"/>
                    <a:pt x="383" y="23"/>
                  </a:cubicBezTo>
                  <a:cubicBezTo>
                    <a:pt x="385" y="21"/>
                    <a:pt x="386" y="18"/>
                    <a:pt x="386" y="15"/>
                  </a:cubicBezTo>
                  <a:cubicBezTo>
                    <a:pt x="385" y="12"/>
                    <a:pt x="383" y="9"/>
                    <a:pt x="380" y="8"/>
                  </a:cubicBezTo>
                  <a:cubicBezTo>
                    <a:pt x="369" y="2"/>
                    <a:pt x="357" y="0"/>
                    <a:pt x="345" y="0"/>
                  </a:cubicBezTo>
                  <a:cubicBezTo>
                    <a:pt x="324" y="0"/>
                    <a:pt x="304" y="8"/>
                    <a:pt x="288" y="24"/>
                  </a:cubicBezTo>
                  <a:cubicBezTo>
                    <a:pt x="266" y="47"/>
                    <a:pt x="257" y="82"/>
                    <a:pt x="267" y="112"/>
                  </a:cubicBezTo>
                  <a:cubicBezTo>
                    <a:pt x="119" y="261"/>
                    <a:pt x="119" y="261"/>
                    <a:pt x="119" y="261"/>
                  </a:cubicBezTo>
                  <a:cubicBezTo>
                    <a:pt x="111" y="258"/>
                    <a:pt x="102" y="257"/>
                    <a:pt x="93" y="257"/>
                  </a:cubicBezTo>
                  <a:cubicBezTo>
                    <a:pt x="70" y="257"/>
                    <a:pt x="47" y="266"/>
                    <a:pt x="31" y="282"/>
                  </a:cubicBezTo>
                  <a:cubicBezTo>
                    <a:pt x="7" y="306"/>
                    <a:pt x="0" y="342"/>
                    <a:pt x="14" y="374"/>
                  </a:cubicBezTo>
                  <a:cubicBezTo>
                    <a:pt x="15" y="376"/>
                    <a:pt x="18" y="379"/>
                    <a:pt x="21" y="379"/>
                  </a:cubicBezTo>
                  <a:cubicBezTo>
                    <a:pt x="24" y="380"/>
                    <a:pt x="27" y="379"/>
                    <a:pt x="29" y="376"/>
                  </a:cubicBezTo>
                  <a:cubicBezTo>
                    <a:pt x="75" y="331"/>
                    <a:pt x="75" y="331"/>
                    <a:pt x="75" y="331"/>
                  </a:cubicBezTo>
                  <a:cubicBezTo>
                    <a:pt x="77" y="329"/>
                    <a:pt x="80" y="328"/>
                    <a:pt x="81" y="330"/>
                  </a:cubicBezTo>
                  <a:cubicBezTo>
                    <a:pt x="101" y="350"/>
                    <a:pt x="101" y="350"/>
                    <a:pt x="101" y="350"/>
                  </a:cubicBezTo>
                  <a:cubicBezTo>
                    <a:pt x="103" y="352"/>
                    <a:pt x="103" y="355"/>
                    <a:pt x="101" y="357"/>
                  </a:cubicBezTo>
                  <a:cubicBezTo>
                    <a:pt x="55" y="403"/>
                    <a:pt x="55" y="403"/>
                    <a:pt x="55" y="403"/>
                  </a:cubicBezTo>
                  <a:cubicBezTo>
                    <a:pt x="53" y="405"/>
                    <a:pt x="52" y="408"/>
                    <a:pt x="53" y="411"/>
                  </a:cubicBezTo>
                  <a:cubicBezTo>
                    <a:pt x="53" y="414"/>
                    <a:pt x="55" y="416"/>
                    <a:pt x="58" y="418"/>
                  </a:cubicBezTo>
                  <a:cubicBezTo>
                    <a:pt x="69" y="423"/>
                    <a:pt x="81" y="426"/>
                    <a:pt x="93" y="426"/>
                  </a:cubicBezTo>
                  <a:cubicBezTo>
                    <a:pt x="93" y="426"/>
                    <a:pt x="93" y="426"/>
                    <a:pt x="93" y="426"/>
                  </a:cubicBezTo>
                  <a:cubicBezTo>
                    <a:pt x="114" y="426"/>
                    <a:pt x="135" y="417"/>
                    <a:pt x="150" y="401"/>
                  </a:cubicBezTo>
                  <a:cubicBezTo>
                    <a:pt x="173" y="379"/>
                    <a:pt x="181" y="343"/>
                    <a:pt x="171" y="313"/>
                  </a:cubicBezTo>
                  <a:lnTo>
                    <a:pt x="320" y="165"/>
                  </a:lnTo>
                  <a:close/>
                  <a:moveTo>
                    <a:pt x="137" y="388"/>
                  </a:moveTo>
                  <a:cubicBezTo>
                    <a:pt x="125" y="400"/>
                    <a:pt x="109" y="407"/>
                    <a:pt x="93" y="407"/>
                  </a:cubicBezTo>
                  <a:cubicBezTo>
                    <a:pt x="88" y="407"/>
                    <a:pt x="84" y="406"/>
                    <a:pt x="79" y="405"/>
                  </a:cubicBezTo>
                  <a:cubicBezTo>
                    <a:pt x="114" y="370"/>
                    <a:pt x="114" y="370"/>
                    <a:pt x="114" y="370"/>
                  </a:cubicBezTo>
                  <a:cubicBezTo>
                    <a:pt x="123" y="361"/>
                    <a:pt x="124" y="346"/>
                    <a:pt x="115" y="337"/>
                  </a:cubicBezTo>
                  <a:cubicBezTo>
                    <a:pt x="95" y="317"/>
                    <a:pt x="95" y="317"/>
                    <a:pt x="95" y="317"/>
                  </a:cubicBezTo>
                  <a:cubicBezTo>
                    <a:pt x="91" y="312"/>
                    <a:pt x="85" y="310"/>
                    <a:pt x="79" y="310"/>
                  </a:cubicBezTo>
                  <a:cubicBezTo>
                    <a:pt x="73" y="310"/>
                    <a:pt x="66" y="313"/>
                    <a:pt x="62" y="317"/>
                  </a:cubicBezTo>
                  <a:cubicBezTo>
                    <a:pt x="27" y="352"/>
                    <a:pt x="27" y="352"/>
                    <a:pt x="27" y="352"/>
                  </a:cubicBezTo>
                  <a:cubicBezTo>
                    <a:pt x="23" y="332"/>
                    <a:pt x="29" y="311"/>
                    <a:pt x="45" y="295"/>
                  </a:cubicBezTo>
                  <a:cubicBezTo>
                    <a:pt x="57" y="283"/>
                    <a:pt x="75" y="275"/>
                    <a:pt x="93" y="275"/>
                  </a:cubicBezTo>
                  <a:cubicBezTo>
                    <a:pt x="102" y="275"/>
                    <a:pt x="110" y="277"/>
                    <a:pt x="117" y="280"/>
                  </a:cubicBezTo>
                  <a:cubicBezTo>
                    <a:pt x="121" y="282"/>
                    <a:pt x="125" y="281"/>
                    <a:pt x="128" y="278"/>
                  </a:cubicBezTo>
                  <a:cubicBezTo>
                    <a:pt x="285" y="121"/>
                    <a:pt x="285" y="121"/>
                    <a:pt x="285" y="121"/>
                  </a:cubicBezTo>
                  <a:cubicBezTo>
                    <a:pt x="287" y="118"/>
                    <a:pt x="288" y="114"/>
                    <a:pt x="287" y="111"/>
                  </a:cubicBezTo>
                  <a:cubicBezTo>
                    <a:pt x="277" y="87"/>
                    <a:pt x="283" y="56"/>
                    <a:pt x="301" y="37"/>
                  </a:cubicBezTo>
                  <a:cubicBezTo>
                    <a:pt x="313" y="25"/>
                    <a:pt x="329" y="18"/>
                    <a:pt x="345" y="18"/>
                  </a:cubicBezTo>
                  <a:cubicBezTo>
                    <a:pt x="350" y="18"/>
                    <a:pt x="355" y="19"/>
                    <a:pt x="359" y="20"/>
                  </a:cubicBezTo>
                  <a:cubicBezTo>
                    <a:pt x="324" y="55"/>
                    <a:pt x="324" y="55"/>
                    <a:pt x="324" y="55"/>
                  </a:cubicBezTo>
                  <a:cubicBezTo>
                    <a:pt x="315" y="65"/>
                    <a:pt x="315" y="79"/>
                    <a:pt x="324" y="88"/>
                  </a:cubicBezTo>
                  <a:cubicBezTo>
                    <a:pt x="344" y="108"/>
                    <a:pt x="344" y="108"/>
                    <a:pt x="344" y="108"/>
                  </a:cubicBezTo>
                  <a:cubicBezTo>
                    <a:pt x="348" y="112"/>
                    <a:pt x="354" y="115"/>
                    <a:pt x="360" y="115"/>
                  </a:cubicBezTo>
                  <a:cubicBezTo>
                    <a:pt x="366" y="115"/>
                    <a:pt x="372" y="112"/>
                    <a:pt x="377" y="108"/>
                  </a:cubicBezTo>
                  <a:cubicBezTo>
                    <a:pt x="411" y="73"/>
                    <a:pt x="411" y="73"/>
                    <a:pt x="411" y="73"/>
                  </a:cubicBezTo>
                  <a:cubicBezTo>
                    <a:pt x="415" y="93"/>
                    <a:pt x="409" y="115"/>
                    <a:pt x="394" y="130"/>
                  </a:cubicBezTo>
                  <a:cubicBezTo>
                    <a:pt x="381" y="143"/>
                    <a:pt x="363" y="150"/>
                    <a:pt x="345" y="150"/>
                  </a:cubicBezTo>
                  <a:cubicBezTo>
                    <a:pt x="337" y="150"/>
                    <a:pt x="329" y="148"/>
                    <a:pt x="321" y="145"/>
                  </a:cubicBezTo>
                  <a:cubicBezTo>
                    <a:pt x="318" y="144"/>
                    <a:pt x="314" y="144"/>
                    <a:pt x="311" y="147"/>
                  </a:cubicBezTo>
                  <a:cubicBezTo>
                    <a:pt x="154" y="304"/>
                    <a:pt x="154" y="304"/>
                    <a:pt x="154" y="304"/>
                  </a:cubicBezTo>
                  <a:cubicBezTo>
                    <a:pt x="151" y="307"/>
                    <a:pt x="150" y="311"/>
                    <a:pt x="152" y="315"/>
                  </a:cubicBezTo>
                  <a:cubicBezTo>
                    <a:pt x="162" y="339"/>
                    <a:pt x="156" y="370"/>
                    <a:pt x="137" y="38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7" name="Freeform 127"/>
            <p:cNvSpPr>
              <a:spLocks/>
            </p:cNvSpPr>
            <p:nvPr/>
          </p:nvSpPr>
          <p:spPr bwMode="auto">
            <a:xfrm>
              <a:off x="2447925" y="1257300"/>
              <a:ext cx="198438" cy="193675"/>
            </a:xfrm>
            <a:custGeom>
              <a:avLst/>
              <a:gdLst>
                <a:gd name="T0" fmla="*/ 56 w 197"/>
                <a:gd name="T1" fmla="*/ 3 h 194"/>
                <a:gd name="T2" fmla="*/ 43 w 197"/>
                <a:gd name="T3" fmla="*/ 3 h 194"/>
                <a:gd name="T4" fmla="*/ 43 w 197"/>
                <a:gd name="T5" fmla="*/ 16 h 194"/>
                <a:gd name="T6" fmla="*/ 174 w 197"/>
                <a:gd name="T7" fmla="*/ 147 h 194"/>
                <a:gd name="T8" fmla="*/ 174 w 197"/>
                <a:gd name="T9" fmla="*/ 154 h 194"/>
                <a:gd name="T10" fmla="*/ 155 w 197"/>
                <a:gd name="T11" fmla="*/ 174 h 194"/>
                <a:gd name="T12" fmla="*/ 152 w 197"/>
                <a:gd name="T13" fmla="*/ 175 h 194"/>
                <a:gd name="T14" fmla="*/ 152 w 197"/>
                <a:gd name="T15" fmla="*/ 175 h 194"/>
                <a:gd name="T16" fmla="*/ 148 w 197"/>
                <a:gd name="T17" fmla="*/ 174 h 194"/>
                <a:gd name="T18" fmla="*/ 17 w 197"/>
                <a:gd name="T19" fmla="*/ 43 h 194"/>
                <a:gd name="T20" fmla="*/ 4 w 197"/>
                <a:gd name="T21" fmla="*/ 43 h 194"/>
                <a:gd name="T22" fmla="*/ 4 w 197"/>
                <a:gd name="T23" fmla="*/ 56 h 194"/>
                <a:gd name="T24" fmla="*/ 135 w 197"/>
                <a:gd name="T25" fmla="*/ 187 h 194"/>
                <a:gd name="T26" fmla="*/ 152 w 197"/>
                <a:gd name="T27" fmla="*/ 194 h 194"/>
                <a:gd name="T28" fmla="*/ 152 w 197"/>
                <a:gd name="T29" fmla="*/ 194 h 194"/>
                <a:gd name="T30" fmla="*/ 169 w 197"/>
                <a:gd name="T31" fmla="*/ 187 h 194"/>
                <a:gd name="T32" fmla="*/ 187 w 197"/>
                <a:gd name="T33" fmla="*/ 167 h 194"/>
                <a:gd name="T34" fmla="*/ 187 w 197"/>
                <a:gd name="T35" fmla="*/ 134 h 194"/>
                <a:gd name="T36" fmla="*/ 56 w 197"/>
                <a:gd name="T37" fmla="*/ 3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97" h="194">
                  <a:moveTo>
                    <a:pt x="56" y="3"/>
                  </a:moveTo>
                  <a:cubicBezTo>
                    <a:pt x="53" y="0"/>
                    <a:pt x="47" y="0"/>
                    <a:pt x="43" y="3"/>
                  </a:cubicBezTo>
                  <a:cubicBezTo>
                    <a:pt x="39" y="7"/>
                    <a:pt x="39" y="13"/>
                    <a:pt x="43" y="16"/>
                  </a:cubicBezTo>
                  <a:cubicBezTo>
                    <a:pt x="174" y="147"/>
                    <a:pt x="174" y="147"/>
                    <a:pt x="174" y="147"/>
                  </a:cubicBezTo>
                  <a:cubicBezTo>
                    <a:pt x="176" y="149"/>
                    <a:pt x="176" y="152"/>
                    <a:pt x="174" y="154"/>
                  </a:cubicBezTo>
                  <a:cubicBezTo>
                    <a:pt x="155" y="174"/>
                    <a:pt x="155" y="174"/>
                    <a:pt x="155" y="174"/>
                  </a:cubicBezTo>
                  <a:cubicBezTo>
                    <a:pt x="154" y="175"/>
                    <a:pt x="153" y="175"/>
                    <a:pt x="152" y="175"/>
                  </a:cubicBezTo>
                  <a:cubicBezTo>
                    <a:pt x="152" y="175"/>
                    <a:pt x="152" y="175"/>
                    <a:pt x="152" y="175"/>
                  </a:cubicBezTo>
                  <a:cubicBezTo>
                    <a:pt x="151" y="175"/>
                    <a:pt x="149" y="175"/>
                    <a:pt x="148" y="174"/>
                  </a:cubicBezTo>
                  <a:cubicBezTo>
                    <a:pt x="17" y="43"/>
                    <a:pt x="17" y="43"/>
                    <a:pt x="17" y="43"/>
                  </a:cubicBezTo>
                  <a:cubicBezTo>
                    <a:pt x="13" y="39"/>
                    <a:pt x="7" y="39"/>
                    <a:pt x="4" y="43"/>
                  </a:cubicBezTo>
                  <a:cubicBezTo>
                    <a:pt x="0" y="46"/>
                    <a:pt x="0" y="52"/>
                    <a:pt x="4" y="56"/>
                  </a:cubicBezTo>
                  <a:cubicBezTo>
                    <a:pt x="135" y="187"/>
                    <a:pt x="135" y="187"/>
                    <a:pt x="135" y="187"/>
                  </a:cubicBezTo>
                  <a:cubicBezTo>
                    <a:pt x="140" y="191"/>
                    <a:pt x="146" y="194"/>
                    <a:pt x="152" y="194"/>
                  </a:cubicBezTo>
                  <a:cubicBezTo>
                    <a:pt x="152" y="194"/>
                    <a:pt x="152" y="194"/>
                    <a:pt x="152" y="194"/>
                  </a:cubicBezTo>
                  <a:cubicBezTo>
                    <a:pt x="158" y="194"/>
                    <a:pt x="164" y="191"/>
                    <a:pt x="169" y="187"/>
                  </a:cubicBezTo>
                  <a:cubicBezTo>
                    <a:pt x="187" y="167"/>
                    <a:pt x="187" y="167"/>
                    <a:pt x="187" y="167"/>
                  </a:cubicBezTo>
                  <a:cubicBezTo>
                    <a:pt x="197" y="158"/>
                    <a:pt x="197" y="143"/>
                    <a:pt x="187" y="134"/>
                  </a:cubicBezTo>
                  <a:lnTo>
                    <a:pt x="56" y="3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8" name="Freeform 128"/>
            <p:cNvSpPr>
              <a:spLocks noEditPoints="1"/>
            </p:cNvSpPr>
            <p:nvPr/>
          </p:nvSpPr>
          <p:spPr bwMode="auto">
            <a:xfrm>
              <a:off x="2219325" y="1027113"/>
              <a:ext cx="177800" cy="176213"/>
            </a:xfrm>
            <a:custGeom>
              <a:avLst/>
              <a:gdLst>
                <a:gd name="T0" fmla="*/ 43 w 178"/>
                <a:gd name="T1" fmla="*/ 83 h 177"/>
                <a:gd name="T2" fmla="*/ 49 w 178"/>
                <a:gd name="T3" fmla="*/ 85 h 177"/>
                <a:gd name="T4" fmla="*/ 56 w 178"/>
                <a:gd name="T5" fmla="*/ 83 h 177"/>
                <a:gd name="T6" fmla="*/ 62 w 178"/>
                <a:gd name="T7" fmla="*/ 76 h 177"/>
                <a:gd name="T8" fmla="*/ 161 w 178"/>
                <a:gd name="T9" fmla="*/ 174 h 177"/>
                <a:gd name="T10" fmla="*/ 167 w 178"/>
                <a:gd name="T11" fmla="*/ 177 h 177"/>
                <a:gd name="T12" fmla="*/ 174 w 178"/>
                <a:gd name="T13" fmla="*/ 174 h 177"/>
                <a:gd name="T14" fmla="*/ 174 w 178"/>
                <a:gd name="T15" fmla="*/ 161 h 177"/>
                <a:gd name="T16" fmla="*/ 76 w 178"/>
                <a:gd name="T17" fmla="*/ 63 h 177"/>
                <a:gd name="T18" fmla="*/ 82 w 178"/>
                <a:gd name="T19" fmla="*/ 57 h 177"/>
                <a:gd name="T20" fmla="*/ 82 w 178"/>
                <a:gd name="T21" fmla="*/ 43 h 177"/>
                <a:gd name="T22" fmla="*/ 43 w 178"/>
                <a:gd name="T23" fmla="*/ 4 h 177"/>
                <a:gd name="T24" fmla="*/ 30 w 178"/>
                <a:gd name="T25" fmla="*/ 4 h 177"/>
                <a:gd name="T26" fmla="*/ 3 w 178"/>
                <a:gd name="T27" fmla="*/ 30 h 177"/>
                <a:gd name="T28" fmla="*/ 3 w 178"/>
                <a:gd name="T29" fmla="*/ 43 h 177"/>
                <a:gd name="T30" fmla="*/ 43 w 178"/>
                <a:gd name="T31" fmla="*/ 83 h 177"/>
                <a:gd name="T32" fmla="*/ 36 w 178"/>
                <a:gd name="T33" fmla="*/ 24 h 177"/>
                <a:gd name="T34" fmla="*/ 62 w 178"/>
                <a:gd name="T35" fmla="*/ 50 h 177"/>
                <a:gd name="T36" fmla="*/ 49 w 178"/>
                <a:gd name="T37" fmla="*/ 63 h 177"/>
                <a:gd name="T38" fmla="*/ 23 w 178"/>
                <a:gd name="T39" fmla="*/ 37 h 177"/>
                <a:gd name="T40" fmla="*/ 36 w 178"/>
                <a:gd name="T41" fmla="*/ 24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78" h="177">
                  <a:moveTo>
                    <a:pt x="43" y="83"/>
                  </a:moveTo>
                  <a:cubicBezTo>
                    <a:pt x="45" y="85"/>
                    <a:pt x="47" y="85"/>
                    <a:pt x="49" y="85"/>
                  </a:cubicBezTo>
                  <a:cubicBezTo>
                    <a:pt x="52" y="85"/>
                    <a:pt x="54" y="85"/>
                    <a:pt x="56" y="83"/>
                  </a:cubicBezTo>
                  <a:cubicBezTo>
                    <a:pt x="62" y="76"/>
                    <a:pt x="62" y="76"/>
                    <a:pt x="62" y="76"/>
                  </a:cubicBezTo>
                  <a:cubicBezTo>
                    <a:pt x="161" y="174"/>
                    <a:pt x="161" y="174"/>
                    <a:pt x="161" y="174"/>
                  </a:cubicBezTo>
                  <a:cubicBezTo>
                    <a:pt x="163" y="176"/>
                    <a:pt x="165" y="177"/>
                    <a:pt x="167" y="177"/>
                  </a:cubicBezTo>
                  <a:cubicBezTo>
                    <a:pt x="170" y="177"/>
                    <a:pt x="172" y="176"/>
                    <a:pt x="174" y="174"/>
                  </a:cubicBezTo>
                  <a:cubicBezTo>
                    <a:pt x="178" y="171"/>
                    <a:pt x="178" y="165"/>
                    <a:pt x="174" y="161"/>
                  </a:cubicBezTo>
                  <a:cubicBezTo>
                    <a:pt x="76" y="63"/>
                    <a:pt x="76" y="63"/>
                    <a:pt x="76" y="63"/>
                  </a:cubicBezTo>
                  <a:cubicBezTo>
                    <a:pt x="82" y="57"/>
                    <a:pt x="82" y="57"/>
                    <a:pt x="82" y="57"/>
                  </a:cubicBezTo>
                  <a:cubicBezTo>
                    <a:pt x="86" y="53"/>
                    <a:pt x="86" y="47"/>
                    <a:pt x="82" y="43"/>
                  </a:cubicBezTo>
                  <a:cubicBezTo>
                    <a:pt x="43" y="4"/>
                    <a:pt x="43" y="4"/>
                    <a:pt x="43" y="4"/>
                  </a:cubicBezTo>
                  <a:cubicBezTo>
                    <a:pt x="39" y="0"/>
                    <a:pt x="33" y="0"/>
                    <a:pt x="30" y="4"/>
                  </a:cubicBezTo>
                  <a:cubicBezTo>
                    <a:pt x="3" y="30"/>
                    <a:pt x="3" y="30"/>
                    <a:pt x="3" y="30"/>
                  </a:cubicBezTo>
                  <a:cubicBezTo>
                    <a:pt x="0" y="34"/>
                    <a:pt x="0" y="40"/>
                    <a:pt x="3" y="43"/>
                  </a:cubicBezTo>
                  <a:lnTo>
                    <a:pt x="43" y="83"/>
                  </a:lnTo>
                  <a:close/>
                  <a:moveTo>
                    <a:pt x="36" y="24"/>
                  </a:moveTo>
                  <a:cubicBezTo>
                    <a:pt x="62" y="50"/>
                    <a:pt x="62" y="50"/>
                    <a:pt x="62" y="50"/>
                  </a:cubicBezTo>
                  <a:cubicBezTo>
                    <a:pt x="49" y="63"/>
                    <a:pt x="49" y="63"/>
                    <a:pt x="49" y="63"/>
                  </a:cubicBezTo>
                  <a:cubicBezTo>
                    <a:pt x="23" y="37"/>
                    <a:pt x="23" y="37"/>
                    <a:pt x="23" y="37"/>
                  </a:cubicBezTo>
                  <a:lnTo>
                    <a:pt x="36" y="2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79" name="Group 178"/>
          <p:cNvGrpSpPr/>
          <p:nvPr/>
        </p:nvGrpSpPr>
        <p:grpSpPr>
          <a:xfrm>
            <a:off x="4042833" y="1369484"/>
            <a:ext cx="567267" cy="567267"/>
            <a:chOff x="3032125" y="1027113"/>
            <a:chExt cx="425450" cy="425450"/>
          </a:xfrm>
          <a:solidFill>
            <a:schemeClr val="tx2"/>
          </a:solidFill>
        </p:grpSpPr>
        <p:sp>
          <p:nvSpPr>
            <p:cNvPr id="129" name="Freeform 129"/>
            <p:cNvSpPr>
              <a:spLocks noEditPoints="1"/>
            </p:cNvSpPr>
            <p:nvPr/>
          </p:nvSpPr>
          <p:spPr bwMode="auto">
            <a:xfrm>
              <a:off x="3073400" y="1027113"/>
              <a:ext cx="384175" cy="425450"/>
            </a:xfrm>
            <a:custGeom>
              <a:avLst/>
              <a:gdLst>
                <a:gd name="T0" fmla="*/ 293 w 384"/>
                <a:gd name="T1" fmla="*/ 251 h 426"/>
                <a:gd name="T2" fmla="*/ 218 w 384"/>
                <a:gd name="T3" fmla="*/ 221 h 426"/>
                <a:gd name="T4" fmla="*/ 217 w 384"/>
                <a:gd name="T5" fmla="*/ 219 h 426"/>
                <a:gd name="T6" fmla="*/ 16 w 384"/>
                <a:gd name="T7" fmla="*/ 4 h 426"/>
                <a:gd name="T8" fmla="*/ 6 w 384"/>
                <a:gd name="T9" fmla="*/ 2 h 426"/>
                <a:gd name="T10" fmla="*/ 0 w 384"/>
                <a:gd name="T11" fmla="*/ 11 h 426"/>
                <a:gd name="T12" fmla="*/ 147 w 384"/>
                <a:gd name="T13" fmla="*/ 254 h 426"/>
                <a:gd name="T14" fmla="*/ 204 w 384"/>
                <a:gd name="T15" fmla="*/ 318 h 426"/>
                <a:gd name="T16" fmla="*/ 216 w 384"/>
                <a:gd name="T17" fmla="*/ 375 h 426"/>
                <a:gd name="T18" fmla="*/ 293 w 384"/>
                <a:gd name="T19" fmla="*/ 426 h 426"/>
                <a:gd name="T20" fmla="*/ 384 w 384"/>
                <a:gd name="T21" fmla="*/ 336 h 426"/>
                <a:gd name="T22" fmla="*/ 293 w 384"/>
                <a:gd name="T23" fmla="*/ 251 h 426"/>
                <a:gd name="T24" fmla="*/ 20 w 384"/>
                <a:gd name="T25" fmla="*/ 36 h 426"/>
                <a:gd name="T26" fmla="*/ 185 w 384"/>
                <a:gd name="T27" fmla="*/ 212 h 426"/>
                <a:gd name="T28" fmla="*/ 172 w 384"/>
                <a:gd name="T29" fmla="*/ 207 h 426"/>
                <a:gd name="T30" fmla="*/ 152 w 384"/>
                <a:gd name="T31" fmla="*/ 227 h 426"/>
                <a:gd name="T32" fmla="*/ 154 w 384"/>
                <a:gd name="T33" fmla="*/ 236 h 426"/>
                <a:gd name="T34" fmla="*/ 20 w 384"/>
                <a:gd name="T35" fmla="*/ 36 h 426"/>
                <a:gd name="T36" fmla="*/ 293 w 384"/>
                <a:gd name="T37" fmla="*/ 407 h 426"/>
                <a:gd name="T38" fmla="*/ 233 w 384"/>
                <a:gd name="T39" fmla="*/ 368 h 426"/>
                <a:gd name="T40" fmla="*/ 233 w 384"/>
                <a:gd name="T41" fmla="*/ 368 h 426"/>
                <a:gd name="T42" fmla="*/ 223 w 384"/>
                <a:gd name="T43" fmla="*/ 318 h 426"/>
                <a:gd name="T44" fmla="*/ 166 w 384"/>
                <a:gd name="T45" fmla="*/ 246 h 426"/>
                <a:gd name="T46" fmla="*/ 172 w 384"/>
                <a:gd name="T47" fmla="*/ 246 h 426"/>
                <a:gd name="T48" fmla="*/ 191 w 384"/>
                <a:gd name="T49" fmla="*/ 227 h 426"/>
                <a:gd name="T50" fmla="*/ 187 w 384"/>
                <a:gd name="T51" fmla="*/ 214 h 426"/>
                <a:gd name="T52" fmla="*/ 203 w 384"/>
                <a:gd name="T53" fmla="*/ 231 h 426"/>
                <a:gd name="T54" fmla="*/ 293 w 384"/>
                <a:gd name="T55" fmla="*/ 270 h 426"/>
                <a:gd name="T56" fmla="*/ 365 w 384"/>
                <a:gd name="T57" fmla="*/ 336 h 426"/>
                <a:gd name="T58" fmla="*/ 293 w 384"/>
                <a:gd name="T59" fmla="*/ 407 h 4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84" h="426">
                  <a:moveTo>
                    <a:pt x="293" y="251"/>
                  </a:moveTo>
                  <a:cubicBezTo>
                    <a:pt x="237" y="251"/>
                    <a:pt x="219" y="222"/>
                    <a:pt x="218" y="221"/>
                  </a:cubicBezTo>
                  <a:cubicBezTo>
                    <a:pt x="218" y="220"/>
                    <a:pt x="218" y="219"/>
                    <a:pt x="217" y="219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3" y="1"/>
                    <a:pt x="9" y="0"/>
                    <a:pt x="6" y="2"/>
                  </a:cubicBezTo>
                  <a:cubicBezTo>
                    <a:pt x="2" y="3"/>
                    <a:pt x="0" y="7"/>
                    <a:pt x="0" y="11"/>
                  </a:cubicBezTo>
                  <a:cubicBezTo>
                    <a:pt x="0" y="138"/>
                    <a:pt x="85" y="205"/>
                    <a:pt x="147" y="254"/>
                  </a:cubicBezTo>
                  <a:cubicBezTo>
                    <a:pt x="178" y="278"/>
                    <a:pt x="204" y="300"/>
                    <a:pt x="204" y="318"/>
                  </a:cubicBezTo>
                  <a:cubicBezTo>
                    <a:pt x="204" y="337"/>
                    <a:pt x="209" y="361"/>
                    <a:pt x="216" y="375"/>
                  </a:cubicBezTo>
                  <a:cubicBezTo>
                    <a:pt x="229" y="409"/>
                    <a:pt x="255" y="426"/>
                    <a:pt x="293" y="426"/>
                  </a:cubicBezTo>
                  <a:cubicBezTo>
                    <a:pt x="343" y="426"/>
                    <a:pt x="384" y="385"/>
                    <a:pt x="384" y="336"/>
                  </a:cubicBezTo>
                  <a:cubicBezTo>
                    <a:pt x="384" y="288"/>
                    <a:pt x="345" y="251"/>
                    <a:pt x="293" y="251"/>
                  </a:cubicBezTo>
                  <a:close/>
                  <a:moveTo>
                    <a:pt x="20" y="36"/>
                  </a:moveTo>
                  <a:cubicBezTo>
                    <a:pt x="185" y="212"/>
                    <a:pt x="185" y="212"/>
                    <a:pt x="185" y="212"/>
                  </a:cubicBezTo>
                  <a:cubicBezTo>
                    <a:pt x="181" y="209"/>
                    <a:pt x="177" y="207"/>
                    <a:pt x="172" y="207"/>
                  </a:cubicBezTo>
                  <a:cubicBezTo>
                    <a:pt x="161" y="207"/>
                    <a:pt x="152" y="216"/>
                    <a:pt x="152" y="227"/>
                  </a:cubicBezTo>
                  <a:cubicBezTo>
                    <a:pt x="152" y="230"/>
                    <a:pt x="152" y="233"/>
                    <a:pt x="154" y="236"/>
                  </a:cubicBezTo>
                  <a:cubicBezTo>
                    <a:pt x="100" y="193"/>
                    <a:pt x="30" y="136"/>
                    <a:pt x="20" y="36"/>
                  </a:cubicBezTo>
                  <a:close/>
                  <a:moveTo>
                    <a:pt x="293" y="407"/>
                  </a:moveTo>
                  <a:cubicBezTo>
                    <a:pt x="263" y="407"/>
                    <a:pt x="244" y="395"/>
                    <a:pt x="233" y="368"/>
                  </a:cubicBezTo>
                  <a:cubicBezTo>
                    <a:pt x="233" y="368"/>
                    <a:pt x="233" y="368"/>
                    <a:pt x="233" y="368"/>
                  </a:cubicBezTo>
                  <a:cubicBezTo>
                    <a:pt x="228" y="358"/>
                    <a:pt x="223" y="337"/>
                    <a:pt x="223" y="318"/>
                  </a:cubicBezTo>
                  <a:cubicBezTo>
                    <a:pt x="223" y="293"/>
                    <a:pt x="199" y="271"/>
                    <a:pt x="166" y="246"/>
                  </a:cubicBezTo>
                  <a:cubicBezTo>
                    <a:pt x="168" y="246"/>
                    <a:pt x="170" y="246"/>
                    <a:pt x="172" y="246"/>
                  </a:cubicBezTo>
                  <a:cubicBezTo>
                    <a:pt x="182" y="246"/>
                    <a:pt x="191" y="238"/>
                    <a:pt x="191" y="227"/>
                  </a:cubicBezTo>
                  <a:cubicBezTo>
                    <a:pt x="191" y="222"/>
                    <a:pt x="190" y="218"/>
                    <a:pt x="187" y="214"/>
                  </a:cubicBezTo>
                  <a:cubicBezTo>
                    <a:pt x="203" y="231"/>
                    <a:pt x="203" y="231"/>
                    <a:pt x="203" y="231"/>
                  </a:cubicBezTo>
                  <a:cubicBezTo>
                    <a:pt x="207" y="238"/>
                    <a:pt x="231" y="270"/>
                    <a:pt x="293" y="270"/>
                  </a:cubicBezTo>
                  <a:cubicBezTo>
                    <a:pt x="335" y="270"/>
                    <a:pt x="365" y="298"/>
                    <a:pt x="365" y="336"/>
                  </a:cubicBezTo>
                  <a:cubicBezTo>
                    <a:pt x="365" y="375"/>
                    <a:pt x="333" y="407"/>
                    <a:pt x="293" y="407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0" name="Freeform 130"/>
            <p:cNvSpPr>
              <a:spLocks noEditPoints="1"/>
            </p:cNvSpPr>
            <p:nvPr/>
          </p:nvSpPr>
          <p:spPr bwMode="auto">
            <a:xfrm>
              <a:off x="3321050" y="1316038"/>
              <a:ext cx="98425" cy="98425"/>
            </a:xfrm>
            <a:custGeom>
              <a:avLst/>
              <a:gdLst>
                <a:gd name="T0" fmla="*/ 49 w 98"/>
                <a:gd name="T1" fmla="*/ 0 h 98"/>
                <a:gd name="T2" fmla="*/ 0 w 98"/>
                <a:gd name="T3" fmla="*/ 49 h 98"/>
                <a:gd name="T4" fmla="*/ 49 w 98"/>
                <a:gd name="T5" fmla="*/ 98 h 98"/>
                <a:gd name="T6" fmla="*/ 98 w 98"/>
                <a:gd name="T7" fmla="*/ 49 h 98"/>
                <a:gd name="T8" fmla="*/ 49 w 98"/>
                <a:gd name="T9" fmla="*/ 0 h 98"/>
                <a:gd name="T10" fmla="*/ 49 w 98"/>
                <a:gd name="T11" fmla="*/ 79 h 98"/>
                <a:gd name="T12" fmla="*/ 19 w 98"/>
                <a:gd name="T13" fmla="*/ 49 h 98"/>
                <a:gd name="T14" fmla="*/ 49 w 98"/>
                <a:gd name="T15" fmla="*/ 19 h 98"/>
                <a:gd name="T16" fmla="*/ 79 w 98"/>
                <a:gd name="T17" fmla="*/ 49 h 98"/>
                <a:gd name="T18" fmla="*/ 49 w 98"/>
                <a:gd name="T19" fmla="*/ 79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8" h="98">
                  <a:moveTo>
                    <a:pt x="49" y="0"/>
                  </a:moveTo>
                  <a:cubicBezTo>
                    <a:pt x="22" y="0"/>
                    <a:pt x="0" y="22"/>
                    <a:pt x="0" y="49"/>
                  </a:cubicBezTo>
                  <a:cubicBezTo>
                    <a:pt x="0" y="76"/>
                    <a:pt x="22" y="98"/>
                    <a:pt x="49" y="98"/>
                  </a:cubicBezTo>
                  <a:cubicBezTo>
                    <a:pt x="76" y="98"/>
                    <a:pt x="98" y="76"/>
                    <a:pt x="98" y="49"/>
                  </a:cubicBezTo>
                  <a:cubicBezTo>
                    <a:pt x="98" y="22"/>
                    <a:pt x="76" y="0"/>
                    <a:pt x="49" y="0"/>
                  </a:cubicBezTo>
                  <a:close/>
                  <a:moveTo>
                    <a:pt x="49" y="79"/>
                  </a:moveTo>
                  <a:cubicBezTo>
                    <a:pt x="32" y="79"/>
                    <a:pt x="19" y="66"/>
                    <a:pt x="19" y="49"/>
                  </a:cubicBezTo>
                  <a:cubicBezTo>
                    <a:pt x="19" y="33"/>
                    <a:pt x="32" y="19"/>
                    <a:pt x="49" y="19"/>
                  </a:cubicBezTo>
                  <a:cubicBezTo>
                    <a:pt x="65" y="19"/>
                    <a:pt x="79" y="33"/>
                    <a:pt x="79" y="49"/>
                  </a:cubicBezTo>
                  <a:cubicBezTo>
                    <a:pt x="79" y="66"/>
                    <a:pt x="65" y="79"/>
                    <a:pt x="49" y="79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1" name="Freeform 131"/>
            <p:cNvSpPr>
              <a:spLocks/>
            </p:cNvSpPr>
            <p:nvPr/>
          </p:nvSpPr>
          <p:spPr bwMode="auto">
            <a:xfrm>
              <a:off x="3032125" y="1262063"/>
              <a:ext cx="211138" cy="190500"/>
            </a:xfrm>
            <a:custGeom>
              <a:avLst/>
              <a:gdLst>
                <a:gd name="T0" fmla="*/ 192 w 210"/>
                <a:gd name="T1" fmla="*/ 38 h 191"/>
                <a:gd name="T2" fmla="*/ 180 w 210"/>
                <a:gd name="T3" fmla="*/ 49 h 191"/>
                <a:gd name="T4" fmla="*/ 157 w 210"/>
                <a:gd name="T5" fmla="*/ 77 h 191"/>
                <a:gd name="T6" fmla="*/ 151 w 210"/>
                <a:gd name="T7" fmla="*/ 133 h 191"/>
                <a:gd name="T8" fmla="*/ 151 w 210"/>
                <a:gd name="T9" fmla="*/ 133 h 191"/>
                <a:gd name="T10" fmla="*/ 91 w 210"/>
                <a:gd name="T11" fmla="*/ 172 h 191"/>
                <a:gd name="T12" fmla="*/ 19 w 210"/>
                <a:gd name="T13" fmla="*/ 101 h 191"/>
                <a:gd name="T14" fmla="*/ 91 w 210"/>
                <a:gd name="T15" fmla="*/ 35 h 191"/>
                <a:gd name="T16" fmla="*/ 139 w 210"/>
                <a:gd name="T17" fmla="*/ 23 h 191"/>
                <a:gd name="T18" fmla="*/ 147 w 210"/>
                <a:gd name="T19" fmla="*/ 19 h 191"/>
                <a:gd name="T20" fmla="*/ 152 w 210"/>
                <a:gd name="T21" fmla="*/ 7 h 191"/>
                <a:gd name="T22" fmla="*/ 140 w 210"/>
                <a:gd name="T23" fmla="*/ 2 h 191"/>
                <a:gd name="T24" fmla="*/ 131 w 210"/>
                <a:gd name="T25" fmla="*/ 6 h 191"/>
                <a:gd name="T26" fmla="*/ 91 w 210"/>
                <a:gd name="T27" fmla="*/ 16 h 191"/>
                <a:gd name="T28" fmla="*/ 0 w 210"/>
                <a:gd name="T29" fmla="*/ 101 h 191"/>
                <a:gd name="T30" fmla="*/ 91 w 210"/>
                <a:gd name="T31" fmla="*/ 191 h 191"/>
                <a:gd name="T32" fmla="*/ 168 w 210"/>
                <a:gd name="T33" fmla="*/ 140 h 191"/>
                <a:gd name="T34" fmla="*/ 176 w 210"/>
                <a:gd name="T35" fmla="*/ 77 h 191"/>
                <a:gd name="T36" fmla="*/ 191 w 210"/>
                <a:gd name="T37" fmla="*/ 64 h 191"/>
                <a:gd name="T38" fmla="*/ 206 w 210"/>
                <a:gd name="T39" fmla="*/ 50 h 191"/>
                <a:gd name="T40" fmla="*/ 206 w 210"/>
                <a:gd name="T41" fmla="*/ 37 h 191"/>
                <a:gd name="T42" fmla="*/ 192 w 210"/>
                <a:gd name="T43" fmla="*/ 38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10" h="191">
                  <a:moveTo>
                    <a:pt x="192" y="38"/>
                  </a:moveTo>
                  <a:cubicBezTo>
                    <a:pt x="190" y="41"/>
                    <a:pt x="184" y="45"/>
                    <a:pt x="180" y="49"/>
                  </a:cubicBezTo>
                  <a:cubicBezTo>
                    <a:pt x="169" y="57"/>
                    <a:pt x="157" y="65"/>
                    <a:pt x="157" y="77"/>
                  </a:cubicBezTo>
                  <a:cubicBezTo>
                    <a:pt x="157" y="103"/>
                    <a:pt x="155" y="125"/>
                    <a:pt x="151" y="133"/>
                  </a:cubicBezTo>
                  <a:cubicBezTo>
                    <a:pt x="151" y="133"/>
                    <a:pt x="151" y="133"/>
                    <a:pt x="151" y="133"/>
                  </a:cubicBezTo>
                  <a:cubicBezTo>
                    <a:pt x="140" y="160"/>
                    <a:pt x="121" y="172"/>
                    <a:pt x="91" y="172"/>
                  </a:cubicBezTo>
                  <a:cubicBezTo>
                    <a:pt x="51" y="172"/>
                    <a:pt x="19" y="140"/>
                    <a:pt x="19" y="101"/>
                  </a:cubicBezTo>
                  <a:cubicBezTo>
                    <a:pt x="19" y="63"/>
                    <a:pt x="49" y="35"/>
                    <a:pt x="91" y="35"/>
                  </a:cubicBezTo>
                  <a:cubicBezTo>
                    <a:pt x="111" y="35"/>
                    <a:pt x="127" y="28"/>
                    <a:pt x="139" y="23"/>
                  </a:cubicBezTo>
                  <a:cubicBezTo>
                    <a:pt x="142" y="21"/>
                    <a:pt x="144" y="20"/>
                    <a:pt x="147" y="19"/>
                  </a:cubicBezTo>
                  <a:cubicBezTo>
                    <a:pt x="152" y="17"/>
                    <a:pt x="154" y="12"/>
                    <a:pt x="152" y="7"/>
                  </a:cubicBezTo>
                  <a:cubicBezTo>
                    <a:pt x="150" y="2"/>
                    <a:pt x="145" y="0"/>
                    <a:pt x="140" y="2"/>
                  </a:cubicBezTo>
                  <a:cubicBezTo>
                    <a:pt x="137" y="3"/>
                    <a:pt x="134" y="4"/>
                    <a:pt x="131" y="6"/>
                  </a:cubicBezTo>
                  <a:cubicBezTo>
                    <a:pt x="120" y="11"/>
                    <a:pt x="107" y="16"/>
                    <a:pt x="91" y="16"/>
                  </a:cubicBezTo>
                  <a:cubicBezTo>
                    <a:pt x="39" y="16"/>
                    <a:pt x="0" y="53"/>
                    <a:pt x="0" y="101"/>
                  </a:cubicBezTo>
                  <a:cubicBezTo>
                    <a:pt x="0" y="150"/>
                    <a:pt x="41" y="191"/>
                    <a:pt x="91" y="191"/>
                  </a:cubicBezTo>
                  <a:cubicBezTo>
                    <a:pt x="129" y="191"/>
                    <a:pt x="155" y="174"/>
                    <a:pt x="168" y="140"/>
                  </a:cubicBezTo>
                  <a:cubicBezTo>
                    <a:pt x="175" y="126"/>
                    <a:pt x="176" y="95"/>
                    <a:pt x="176" y="77"/>
                  </a:cubicBezTo>
                  <a:cubicBezTo>
                    <a:pt x="177" y="74"/>
                    <a:pt x="186" y="67"/>
                    <a:pt x="191" y="64"/>
                  </a:cubicBezTo>
                  <a:cubicBezTo>
                    <a:pt x="196" y="59"/>
                    <a:pt x="202" y="55"/>
                    <a:pt x="206" y="50"/>
                  </a:cubicBezTo>
                  <a:cubicBezTo>
                    <a:pt x="210" y="47"/>
                    <a:pt x="209" y="41"/>
                    <a:pt x="206" y="37"/>
                  </a:cubicBezTo>
                  <a:cubicBezTo>
                    <a:pt x="202" y="34"/>
                    <a:pt x="196" y="34"/>
                    <a:pt x="192" y="3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2" name="Freeform 132"/>
            <p:cNvSpPr>
              <a:spLocks/>
            </p:cNvSpPr>
            <p:nvPr/>
          </p:nvSpPr>
          <p:spPr bwMode="auto">
            <a:xfrm>
              <a:off x="3254375" y="1027113"/>
              <a:ext cx="161925" cy="220663"/>
            </a:xfrm>
            <a:custGeom>
              <a:avLst/>
              <a:gdLst>
                <a:gd name="T0" fmla="*/ 17 w 162"/>
                <a:gd name="T1" fmla="*/ 170 h 221"/>
                <a:gd name="T2" fmla="*/ 142 w 162"/>
                <a:gd name="T3" fmla="*/ 36 h 221"/>
                <a:gd name="T4" fmla="*/ 49 w 162"/>
                <a:gd name="T5" fmla="*/ 205 h 221"/>
                <a:gd name="T6" fmla="*/ 49 w 162"/>
                <a:gd name="T7" fmla="*/ 218 h 221"/>
                <a:gd name="T8" fmla="*/ 56 w 162"/>
                <a:gd name="T9" fmla="*/ 221 h 221"/>
                <a:gd name="T10" fmla="*/ 62 w 162"/>
                <a:gd name="T11" fmla="*/ 218 h 221"/>
                <a:gd name="T12" fmla="*/ 162 w 162"/>
                <a:gd name="T13" fmla="*/ 11 h 221"/>
                <a:gd name="T14" fmla="*/ 156 w 162"/>
                <a:gd name="T15" fmla="*/ 2 h 221"/>
                <a:gd name="T16" fmla="*/ 146 w 162"/>
                <a:gd name="T17" fmla="*/ 4 h 221"/>
                <a:gd name="T18" fmla="*/ 3 w 162"/>
                <a:gd name="T19" fmla="*/ 157 h 221"/>
                <a:gd name="T20" fmla="*/ 3 w 162"/>
                <a:gd name="T21" fmla="*/ 170 h 221"/>
                <a:gd name="T22" fmla="*/ 17 w 162"/>
                <a:gd name="T23" fmla="*/ 170 h 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2" h="221">
                  <a:moveTo>
                    <a:pt x="17" y="170"/>
                  </a:moveTo>
                  <a:cubicBezTo>
                    <a:pt x="142" y="36"/>
                    <a:pt x="142" y="36"/>
                    <a:pt x="142" y="36"/>
                  </a:cubicBezTo>
                  <a:cubicBezTo>
                    <a:pt x="135" y="117"/>
                    <a:pt x="89" y="168"/>
                    <a:pt x="49" y="205"/>
                  </a:cubicBezTo>
                  <a:cubicBezTo>
                    <a:pt x="46" y="208"/>
                    <a:pt x="45" y="214"/>
                    <a:pt x="49" y="218"/>
                  </a:cubicBezTo>
                  <a:cubicBezTo>
                    <a:pt x="51" y="220"/>
                    <a:pt x="53" y="221"/>
                    <a:pt x="56" y="221"/>
                  </a:cubicBezTo>
                  <a:cubicBezTo>
                    <a:pt x="58" y="221"/>
                    <a:pt x="60" y="220"/>
                    <a:pt x="62" y="218"/>
                  </a:cubicBezTo>
                  <a:cubicBezTo>
                    <a:pt x="105" y="179"/>
                    <a:pt x="162" y="115"/>
                    <a:pt x="162" y="11"/>
                  </a:cubicBezTo>
                  <a:cubicBezTo>
                    <a:pt x="162" y="7"/>
                    <a:pt x="160" y="3"/>
                    <a:pt x="156" y="2"/>
                  </a:cubicBezTo>
                  <a:cubicBezTo>
                    <a:pt x="153" y="0"/>
                    <a:pt x="149" y="1"/>
                    <a:pt x="146" y="4"/>
                  </a:cubicBezTo>
                  <a:cubicBezTo>
                    <a:pt x="3" y="157"/>
                    <a:pt x="3" y="157"/>
                    <a:pt x="3" y="157"/>
                  </a:cubicBezTo>
                  <a:cubicBezTo>
                    <a:pt x="0" y="161"/>
                    <a:pt x="0" y="166"/>
                    <a:pt x="3" y="170"/>
                  </a:cubicBezTo>
                  <a:cubicBezTo>
                    <a:pt x="7" y="174"/>
                    <a:pt x="13" y="173"/>
                    <a:pt x="17" y="17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3" name="Freeform 133"/>
            <p:cNvSpPr>
              <a:spLocks noEditPoints="1"/>
            </p:cNvSpPr>
            <p:nvPr/>
          </p:nvSpPr>
          <p:spPr bwMode="auto">
            <a:xfrm>
              <a:off x="3071813" y="1316038"/>
              <a:ext cx="98425" cy="98425"/>
            </a:xfrm>
            <a:custGeom>
              <a:avLst/>
              <a:gdLst>
                <a:gd name="T0" fmla="*/ 0 w 98"/>
                <a:gd name="T1" fmla="*/ 49 h 98"/>
                <a:gd name="T2" fmla="*/ 49 w 98"/>
                <a:gd name="T3" fmla="*/ 98 h 98"/>
                <a:gd name="T4" fmla="*/ 98 w 98"/>
                <a:gd name="T5" fmla="*/ 49 h 98"/>
                <a:gd name="T6" fmla="*/ 49 w 98"/>
                <a:gd name="T7" fmla="*/ 0 h 98"/>
                <a:gd name="T8" fmla="*/ 0 w 98"/>
                <a:gd name="T9" fmla="*/ 49 h 98"/>
                <a:gd name="T10" fmla="*/ 79 w 98"/>
                <a:gd name="T11" fmla="*/ 49 h 98"/>
                <a:gd name="T12" fmla="*/ 49 w 98"/>
                <a:gd name="T13" fmla="*/ 79 h 98"/>
                <a:gd name="T14" fmla="*/ 19 w 98"/>
                <a:gd name="T15" fmla="*/ 49 h 98"/>
                <a:gd name="T16" fmla="*/ 49 w 98"/>
                <a:gd name="T17" fmla="*/ 19 h 98"/>
                <a:gd name="T18" fmla="*/ 79 w 98"/>
                <a:gd name="T19" fmla="*/ 49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8" h="98">
                  <a:moveTo>
                    <a:pt x="0" y="49"/>
                  </a:moveTo>
                  <a:cubicBezTo>
                    <a:pt x="0" y="76"/>
                    <a:pt x="22" y="98"/>
                    <a:pt x="49" y="98"/>
                  </a:cubicBezTo>
                  <a:cubicBezTo>
                    <a:pt x="76" y="98"/>
                    <a:pt x="98" y="76"/>
                    <a:pt x="98" y="49"/>
                  </a:cubicBezTo>
                  <a:cubicBezTo>
                    <a:pt x="98" y="22"/>
                    <a:pt x="76" y="0"/>
                    <a:pt x="49" y="0"/>
                  </a:cubicBezTo>
                  <a:cubicBezTo>
                    <a:pt x="22" y="0"/>
                    <a:pt x="0" y="22"/>
                    <a:pt x="0" y="49"/>
                  </a:cubicBezTo>
                  <a:close/>
                  <a:moveTo>
                    <a:pt x="79" y="49"/>
                  </a:moveTo>
                  <a:cubicBezTo>
                    <a:pt x="79" y="66"/>
                    <a:pt x="66" y="79"/>
                    <a:pt x="49" y="79"/>
                  </a:cubicBezTo>
                  <a:cubicBezTo>
                    <a:pt x="33" y="79"/>
                    <a:pt x="19" y="66"/>
                    <a:pt x="19" y="49"/>
                  </a:cubicBezTo>
                  <a:cubicBezTo>
                    <a:pt x="19" y="33"/>
                    <a:pt x="33" y="19"/>
                    <a:pt x="49" y="19"/>
                  </a:cubicBezTo>
                  <a:cubicBezTo>
                    <a:pt x="66" y="19"/>
                    <a:pt x="79" y="33"/>
                    <a:pt x="79" y="49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82" name="Group 181"/>
          <p:cNvGrpSpPr/>
          <p:nvPr/>
        </p:nvGrpSpPr>
        <p:grpSpPr>
          <a:xfrm>
            <a:off x="9461500" y="1369484"/>
            <a:ext cx="270933" cy="567267"/>
            <a:chOff x="7096125" y="1027113"/>
            <a:chExt cx="203200" cy="425450"/>
          </a:xfrm>
          <a:solidFill>
            <a:schemeClr val="tx2"/>
          </a:solidFill>
        </p:grpSpPr>
        <p:sp>
          <p:nvSpPr>
            <p:cNvPr id="134" name="Freeform 134"/>
            <p:cNvSpPr>
              <a:spLocks noEditPoints="1"/>
            </p:cNvSpPr>
            <p:nvPr/>
          </p:nvSpPr>
          <p:spPr bwMode="auto">
            <a:xfrm>
              <a:off x="7096125" y="1211263"/>
              <a:ext cx="203200" cy="241300"/>
            </a:xfrm>
            <a:custGeom>
              <a:avLst/>
              <a:gdLst>
                <a:gd name="T0" fmla="*/ 202 w 202"/>
                <a:gd name="T1" fmla="*/ 34 h 241"/>
                <a:gd name="T2" fmla="*/ 202 w 202"/>
                <a:gd name="T3" fmla="*/ 10 h 241"/>
                <a:gd name="T4" fmla="*/ 193 w 202"/>
                <a:gd name="T5" fmla="*/ 0 h 241"/>
                <a:gd name="T6" fmla="*/ 183 w 202"/>
                <a:gd name="T7" fmla="*/ 10 h 241"/>
                <a:gd name="T8" fmla="*/ 183 w 202"/>
                <a:gd name="T9" fmla="*/ 34 h 241"/>
                <a:gd name="T10" fmla="*/ 101 w 202"/>
                <a:gd name="T11" fmla="*/ 118 h 241"/>
                <a:gd name="T12" fmla="*/ 18 w 202"/>
                <a:gd name="T13" fmla="*/ 34 h 241"/>
                <a:gd name="T14" fmla="*/ 18 w 202"/>
                <a:gd name="T15" fmla="*/ 10 h 241"/>
                <a:gd name="T16" fmla="*/ 9 w 202"/>
                <a:gd name="T17" fmla="*/ 0 h 241"/>
                <a:gd name="T18" fmla="*/ 0 w 202"/>
                <a:gd name="T19" fmla="*/ 10 h 241"/>
                <a:gd name="T20" fmla="*/ 0 w 202"/>
                <a:gd name="T21" fmla="*/ 34 h 241"/>
                <a:gd name="T22" fmla="*/ 91 w 202"/>
                <a:gd name="T23" fmla="*/ 136 h 241"/>
                <a:gd name="T24" fmla="*/ 91 w 202"/>
                <a:gd name="T25" fmla="*/ 183 h 241"/>
                <a:gd name="T26" fmla="*/ 55 w 202"/>
                <a:gd name="T27" fmla="*/ 183 h 241"/>
                <a:gd name="T28" fmla="*/ 26 w 202"/>
                <a:gd name="T29" fmla="*/ 212 h 241"/>
                <a:gd name="T30" fmla="*/ 26 w 202"/>
                <a:gd name="T31" fmla="*/ 232 h 241"/>
                <a:gd name="T32" fmla="*/ 35 w 202"/>
                <a:gd name="T33" fmla="*/ 241 h 241"/>
                <a:gd name="T34" fmla="*/ 166 w 202"/>
                <a:gd name="T35" fmla="*/ 241 h 241"/>
                <a:gd name="T36" fmla="*/ 176 w 202"/>
                <a:gd name="T37" fmla="*/ 232 h 241"/>
                <a:gd name="T38" fmla="*/ 176 w 202"/>
                <a:gd name="T39" fmla="*/ 213 h 241"/>
                <a:gd name="T40" fmla="*/ 147 w 202"/>
                <a:gd name="T41" fmla="*/ 183 h 241"/>
                <a:gd name="T42" fmla="*/ 110 w 202"/>
                <a:gd name="T43" fmla="*/ 183 h 241"/>
                <a:gd name="T44" fmla="*/ 110 w 202"/>
                <a:gd name="T45" fmla="*/ 136 h 241"/>
                <a:gd name="T46" fmla="*/ 202 w 202"/>
                <a:gd name="T47" fmla="*/ 34 h 241"/>
                <a:gd name="T48" fmla="*/ 157 w 202"/>
                <a:gd name="T49" fmla="*/ 213 h 241"/>
                <a:gd name="T50" fmla="*/ 157 w 202"/>
                <a:gd name="T51" fmla="*/ 222 h 241"/>
                <a:gd name="T52" fmla="*/ 45 w 202"/>
                <a:gd name="T53" fmla="*/ 222 h 241"/>
                <a:gd name="T54" fmla="*/ 45 w 202"/>
                <a:gd name="T55" fmla="*/ 212 h 241"/>
                <a:gd name="T56" fmla="*/ 55 w 202"/>
                <a:gd name="T57" fmla="*/ 202 h 241"/>
                <a:gd name="T58" fmla="*/ 147 w 202"/>
                <a:gd name="T59" fmla="*/ 202 h 241"/>
                <a:gd name="T60" fmla="*/ 157 w 202"/>
                <a:gd name="T61" fmla="*/ 213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02" h="241">
                  <a:moveTo>
                    <a:pt x="202" y="34"/>
                  </a:moveTo>
                  <a:cubicBezTo>
                    <a:pt x="202" y="10"/>
                    <a:pt x="202" y="10"/>
                    <a:pt x="202" y="10"/>
                  </a:cubicBezTo>
                  <a:cubicBezTo>
                    <a:pt x="202" y="5"/>
                    <a:pt x="198" y="0"/>
                    <a:pt x="193" y="0"/>
                  </a:cubicBezTo>
                  <a:cubicBezTo>
                    <a:pt x="187" y="0"/>
                    <a:pt x="183" y="5"/>
                    <a:pt x="183" y="10"/>
                  </a:cubicBezTo>
                  <a:cubicBezTo>
                    <a:pt x="183" y="34"/>
                    <a:pt x="183" y="34"/>
                    <a:pt x="183" y="34"/>
                  </a:cubicBezTo>
                  <a:cubicBezTo>
                    <a:pt x="183" y="80"/>
                    <a:pt x="146" y="118"/>
                    <a:pt x="101" y="118"/>
                  </a:cubicBezTo>
                  <a:cubicBezTo>
                    <a:pt x="55" y="118"/>
                    <a:pt x="18" y="80"/>
                    <a:pt x="18" y="34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18" y="5"/>
                    <a:pt x="14" y="0"/>
                    <a:pt x="9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34"/>
                    <a:pt x="0" y="34"/>
                    <a:pt x="0" y="34"/>
                  </a:cubicBezTo>
                  <a:cubicBezTo>
                    <a:pt x="0" y="87"/>
                    <a:pt x="40" y="131"/>
                    <a:pt x="91" y="136"/>
                  </a:cubicBezTo>
                  <a:cubicBezTo>
                    <a:pt x="91" y="183"/>
                    <a:pt x="91" y="183"/>
                    <a:pt x="91" y="183"/>
                  </a:cubicBezTo>
                  <a:cubicBezTo>
                    <a:pt x="55" y="183"/>
                    <a:pt x="55" y="183"/>
                    <a:pt x="55" y="183"/>
                  </a:cubicBezTo>
                  <a:cubicBezTo>
                    <a:pt x="38" y="183"/>
                    <a:pt x="26" y="196"/>
                    <a:pt x="26" y="212"/>
                  </a:cubicBezTo>
                  <a:cubicBezTo>
                    <a:pt x="26" y="232"/>
                    <a:pt x="26" y="232"/>
                    <a:pt x="26" y="232"/>
                  </a:cubicBezTo>
                  <a:cubicBezTo>
                    <a:pt x="26" y="237"/>
                    <a:pt x="30" y="241"/>
                    <a:pt x="35" y="241"/>
                  </a:cubicBezTo>
                  <a:cubicBezTo>
                    <a:pt x="166" y="241"/>
                    <a:pt x="166" y="241"/>
                    <a:pt x="166" y="241"/>
                  </a:cubicBezTo>
                  <a:cubicBezTo>
                    <a:pt x="172" y="241"/>
                    <a:pt x="176" y="237"/>
                    <a:pt x="176" y="232"/>
                  </a:cubicBezTo>
                  <a:cubicBezTo>
                    <a:pt x="176" y="213"/>
                    <a:pt x="176" y="213"/>
                    <a:pt x="176" y="213"/>
                  </a:cubicBezTo>
                  <a:cubicBezTo>
                    <a:pt x="176" y="196"/>
                    <a:pt x="163" y="183"/>
                    <a:pt x="147" y="183"/>
                  </a:cubicBezTo>
                  <a:cubicBezTo>
                    <a:pt x="110" y="183"/>
                    <a:pt x="110" y="183"/>
                    <a:pt x="110" y="183"/>
                  </a:cubicBezTo>
                  <a:cubicBezTo>
                    <a:pt x="110" y="136"/>
                    <a:pt x="110" y="136"/>
                    <a:pt x="110" y="136"/>
                  </a:cubicBezTo>
                  <a:cubicBezTo>
                    <a:pt x="162" y="131"/>
                    <a:pt x="202" y="87"/>
                    <a:pt x="202" y="34"/>
                  </a:cubicBezTo>
                  <a:close/>
                  <a:moveTo>
                    <a:pt x="157" y="213"/>
                  </a:moveTo>
                  <a:cubicBezTo>
                    <a:pt x="157" y="222"/>
                    <a:pt x="157" y="222"/>
                    <a:pt x="157" y="222"/>
                  </a:cubicBezTo>
                  <a:cubicBezTo>
                    <a:pt x="45" y="222"/>
                    <a:pt x="45" y="222"/>
                    <a:pt x="45" y="222"/>
                  </a:cubicBezTo>
                  <a:cubicBezTo>
                    <a:pt x="45" y="212"/>
                    <a:pt x="45" y="212"/>
                    <a:pt x="45" y="212"/>
                  </a:cubicBezTo>
                  <a:cubicBezTo>
                    <a:pt x="45" y="206"/>
                    <a:pt x="49" y="202"/>
                    <a:pt x="55" y="202"/>
                  </a:cubicBezTo>
                  <a:cubicBezTo>
                    <a:pt x="147" y="202"/>
                    <a:pt x="147" y="202"/>
                    <a:pt x="147" y="202"/>
                  </a:cubicBezTo>
                  <a:cubicBezTo>
                    <a:pt x="153" y="202"/>
                    <a:pt x="157" y="207"/>
                    <a:pt x="157" y="213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5" name="Freeform 135"/>
            <p:cNvSpPr>
              <a:spLocks noEditPoints="1"/>
            </p:cNvSpPr>
            <p:nvPr/>
          </p:nvSpPr>
          <p:spPr bwMode="auto">
            <a:xfrm>
              <a:off x="7135813" y="1027113"/>
              <a:ext cx="123825" cy="282575"/>
            </a:xfrm>
            <a:custGeom>
              <a:avLst/>
              <a:gdLst>
                <a:gd name="T0" fmla="*/ 62 w 124"/>
                <a:gd name="T1" fmla="*/ 281 h 281"/>
                <a:gd name="T2" fmla="*/ 124 w 124"/>
                <a:gd name="T3" fmla="*/ 218 h 281"/>
                <a:gd name="T4" fmla="*/ 124 w 124"/>
                <a:gd name="T5" fmla="*/ 63 h 281"/>
                <a:gd name="T6" fmla="*/ 62 w 124"/>
                <a:gd name="T7" fmla="*/ 0 h 281"/>
                <a:gd name="T8" fmla="*/ 0 w 124"/>
                <a:gd name="T9" fmla="*/ 63 h 281"/>
                <a:gd name="T10" fmla="*/ 0 w 124"/>
                <a:gd name="T11" fmla="*/ 218 h 281"/>
                <a:gd name="T12" fmla="*/ 62 w 124"/>
                <a:gd name="T13" fmla="*/ 281 h 281"/>
                <a:gd name="T14" fmla="*/ 19 w 124"/>
                <a:gd name="T15" fmla="*/ 63 h 281"/>
                <a:gd name="T16" fmla="*/ 62 w 124"/>
                <a:gd name="T17" fmla="*/ 19 h 281"/>
                <a:gd name="T18" fmla="*/ 105 w 124"/>
                <a:gd name="T19" fmla="*/ 63 h 281"/>
                <a:gd name="T20" fmla="*/ 105 w 124"/>
                <a:gd name="T21" fmla="*/ 218 h 281"/>
                <a:gd name="T22" fmla="*/ 62 w 124"/>
                <a:gd name="T23" fmla="*/ 262 h 281"/>
                <a:gd name="T24" fmla="*/ 19 w 124"/>
                <a:gd name="T25" fmla="*/ 218 h 281"/>
                <a:gd name="T26" fmla="*/ 19 w 124"/>
                <a:gd name="T27" fmla="*/ 63 h 2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24" h="281">
                  <a:moveTo>
                    <a:pt x="62" y="281"/>
                  </a:moveTo>
                  <a:cubicBezTo>
                    <a:pt x="96" y="281"/>
                    <a:pt x="124" y="253"/>
                    <a:pt x="124" y="218"/>
                  </a:cubicBezTo>
                  <a:cubicBezTo>
                    <a:pt x="124" y="63"/>
                    <a:pt x="124" y="63"/>
                    <a:pt x="124" y="63"/>
                  </a:cubicBezTo>
                  <a:cubicBezTo>
                    <a:pt x="124" y="28"/>
                    <a:pt x="96" y="0"/>
                    <a:pt x="62" y="0"/>
                  </a:cubicBezTo>
                  <a:cubicBezTo>
                    <a:pt x="28" y="0"/>
                    <a:pt x="0" y="28"/>
                    <a:pt x="0" y="63"/>
                  </a:cubicBezTo>
                  <a:cubicBezTo>
                    <a:pt x="0" y="218"/>
                    <a:pt x="0" y="218"/>
                    <a:pt x="0" y="218"/>
                  </a:cubicBezTo>
                  <a:cubicBezTo>
                    <a:pt x="0" y="253"/>
                    <a:pt x="28" y="281"/>
                    <a:pt x="62" y="281"/>
                  </a:cubicBezTo>
                  <a:close/>
                  <a:moveTo>
                    <a:pt x="19" y="63"/>
                  </a:moveTo>
                  <a:cubicBezTo>
                    <a:pt x="19" y="39"/>
                    <a:pt x="38" y="19"/>
                    <a:pt x="62" y="19"/>
                  </a:cubicBezTo>
                  <a:cubicBezTo>
                    <a:pt x="86" y="19"/>
                    <a:pt x="105" y="39"/>
                    <a:pt x="105" y="63"/>
                  </a:cubicBezTo>
                  <a:cubicBezTo>
                    <a:pt x="105" y="218"/>
                    <a:pt x="105" y="218"/>
                    <a:pt x="105" y="218"/>
                  </a:cubicBezTo>
                  <a:cubicBezTo>
                    <a:pt x="105" y="243"/>
                    <a:pt x="86" y="262"/>
                    <a:pt x="62" y="262"/>
                  </a:cubicBezTo>
                  <a:cubicBezTo>
                    <a:pt x="38" y="262"/>
                    <a:pt x="19" y="243"/>
                    <a:pt x="19" y="218"/>
                  </a:cubicBezTo>
                  <a:lnTo>
                    <a:pt x="19" y="63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36" name="Freeform 136"/>
          <p:cNvSpPr>
            <a:spLocks noEditPoints="1"/>
          </p:cNvSpPr>
          <p:nvPr/>
        </p:nvSpPr>
        <p:spPr bwMode="auto">
          <a:xfrm>
            <a:off x="5304367" y="1369484"/>
            <a:ext cx="387351" cy="567267"/>
          </a:xfrm>
          <a:custGeom>
            <a:avLst/>
            <a:gdLst>
              <a:gd name="T0" fmla="*/ 263 w 291"/>
              <a:gd name="T1" fmla="*/ 0 h 425"/>
              <a:gd name="T2" fmla="*/ 28 w 291"/>
              <a:gd name="T3" fmla="*/ 0 h 425"/>
              <a:gd name="T4" fmla="*/ 0 w 291"/>
              <a:gd name="T5" fmla="*/ 28 h 425"/>
              <a:gd name="T6" fmla="*/ 0 w 291"/>
              <a:gd name="T7" fmla="*/ 253 h 425"/>
              <a:gd name="T8" fmla="*/ 28 w 291"/>
              <a:gd name="T9" fmla="*/ 281 h 425"/>
              <a:gd name="T10" fmla="*/ 92 w 291"/>
              <a:gd name="T11" fmla="*/ 281 h 425"/>
              <a:gd name="T12" fmla="*/ 93 w 291"/>
              <a:gd name="T13" fmla="*/ 281 h 425"/>
              <a:gd name="T14" fmla="*/ 117 w 291"/>
              <a:gd name="T15" fmla="*/ 298 h 425"/>
              <a:gd name="T16" fmla="*/ 107 w 291"/>
              <a:gd name="T17" fmla="*/ 354 h 425"/>
              <a:gd name="T18" fmla="*/ 107 w 291"/>
              <a:gd name="T19" fmla="*/ 355 h 425"/>
              <a:gd name="T20" fmla="*/ 107 w 291"/>
              <a:gd name="T21" fmla="*/ 355 h 425"/>
              <a:gd name="T22" fmla="*/ 106 w 291"/>
              <a:gd name="T23" fmla="*/ 356 h 425"/>
              <a:gd name="T24" fmla="*/ 106 w 291"/>
              <a:gd name="T25" fmla="*/ 358 h 425"/>
              <a:gd name="T26" fmla="*/ 102 w 291"/>
              <a:gd name="T27" fmla="*/ 375 h 425"/>
              <a:gd name="T28" fmla="*/ 145 w 291"/>
              <a:gd name="T29" fmla="*/ 425 h 425"/>
              <a:gd name="T30" fmla="*/ 189 w 291"/>
              <a:gd name="T31" fmla="*/ 375 h 425"/>
              <a:gd name="T32" fmla="*/ 186 w 291"/>
              <a:gd name="T33" fmla="*/ 358 h 425"/>
              <a:gd name="T34" fmla="*/ 185 w 291"/>
              <a:gd name="T35" fmla="*/ 356 h 425"/>
              <a:gd name="T36" fmla="*/ 184 w 291"/>
              <a:gd name="T37" fmla="*/ 355 h 425"/>
              <a:gd name="T38" fmla="*/ 184 w 291"/>
              <a:gd name="T39" fmla="*/ 355 h 425"/>
              <a:gd name="T40" fmla="*/ 183 w 291"/>
              <a:gd name="T41" fmla="*/ 352 h 425"/>
              <a:gd name="T42" fmla="*/ 174 w 291"/>
              <a:gd name="T43" fmla="*/ 298 h 425"/>
              <a:gd name="T44" fmla="*/ 203 w 291"/>
              <a:gd name="T45" fmla="*/ 281 h 425"/>
              <a:gd name="T46" fmla="*/ 263 w 291"/>
              <a:gd name="T47" fmla="*/ 281 h 425"/>
              <a:gd name="T48" fmla="*/ 291 w 291"/>
              <a:gd name="T49" fmla="*/ 253 h 425"/>
              <a:gd name="T50" fmla="*/ 291 w 291"/>
              <a:gd name="T51" fmla="*/ 28 h 425"/>
              <a:gd name="T52" fmla="*/ 263 w 291"/>
              <a:gd name="T53" fmla="*/ 0 h 425"/>
              <a:gd name="T54" fmla="*/ 19 w 291"/>
              <a:gd name="T55" fmla="*/ 164 h 425"/>
              <a:gd name="T56" fmla="*/ 272 w 291"/>
              <a:gd name="T57" fmla="*/ 164 h 425"/>
              <a:gd name="T58" fmla="*/ 272 w 291"/>
              <a:gd name="T59" fmla="*/ 210 h 425"/>
              <a:gd name="T60" fmla="*/ 19 w 291"/>
              <a:gd name="T61" fmla="*/ 210 h 425"/>
              <a:gd name="T62" fmla="*/ 19 w 291"/>
              <a:gd name="T63" fmla="*/ 164 h 425"/>
              <a:gd name="T64" fmla="*/ 28 w 291"/>
              <a:gd name="T65" fmla="*/ 19 h 425"/>
              <a:gd name="T66" fmla="*/ 263 w 291"/>
              <a:gd name="T67" fmla="*/ 19 h 425"/>
              <a:gd name="T68" fmla="*/ 272 w 291"/>
              <a:gd name="T69" fmla="*/ 28 h 425"/>
              <a:gd name="T70" fmla="*/ 272 w 291"/>
              <a:gd name="T71" fmla="*/ 145 h 425"/>
              <a:gd name="T72" fmla="*/ 19 w 291"/>
              <a:gd name="T73" fmla="*/ 145 h 425"/>
              <a:gd name="T74" fmla="*/ 19 w 291"/>
              <a:gd name="T75" fmla="*/ 28 h 425"/>
              <a:gd name="T76" fmla="*/ 28 w 291"/>
              <a:gd name="T77" fmla="*/ 19 h 425"/>
              <a:gd name="T78" fmla="*/ 263 w 291"/>
              <a:gd name="T79" fmla="*/ 262 h 425"/>
              <a:gd name="T80" fmla="*/ 203 w 291"/>
              <a:gd name="T81" fmla="*/ 262 h 425"/>
              <a:gd name="T82" fmla="*/ 156 w 291"/>
              <a:gd name="T83" fmla="*/ 298 h 425"/>
              <a:gd name="T84" fmla="*/ 166 w 291"/>
              <a:gd name="T85" fmla="*/ 361 h 425"/>
              <a:gd name="T86" fmla="*/ 167 w 291"/>
              <a:gd name="T87" fmla="*/ 363 h 425"/>
              <a:gd name="T88" fmla="*/ 168 w 291"/>
              <a:gd name="T89" fmla="*/ 363 h 425"/>
              <a:gd name="T90" fmla="*/ 168 w 291"/>
              <a:gd name="T91" fmla="*/ 364 h 425"/>
              <a:gd name="T92" fmla="*/ 170 w 291"/>
              <a:gd name="T93" fmla="*/ 375 h 425"/>
              <a:gd name="T94" fmla="*/ 145 w 291"/>
              <a:gd name="T95" fmla="*/ 406 h 425"/>
              <a:gd name="T96" fmla="*/ 121 w 291"/>
              <a:gd name="T97" fmla="*/ 375 h 425"/>
              <a:gd name="T98" fmla="*/ 123 w 291"/>
              <a:gd name="T99" fmla="*/ 364 h 425"/>
              <a:gd name="T100" fmla="*/ 124 w 291"/>
              <a:gd name="T101" fmla="*/ 363 h 425"/>
              <a:gd name="T102" fmla="*/ 124 w 291"/>
              <a:gd name="T103" fmla="*/ 361 h 425"/>
              <a:gd name="T104" fmla="*/ 136 w 291"/>
              <a:gd name="T105" fmla="*/ 298 h 425"/>
              <a:gd name="T106" fmla="*/ 93 w 291"/>
              <a:gd name="T107" fmla="*/ 262 h 425"/>
              <a:gd name="T108" fmla="*/ 28 w 291"/>
              <a:gd name="T109" fmla="*/ 262 h 425"/>
              <a:gd name="T110" fmla="*/ 19 w 291"/>
              <a:gd name="T111" fmla="*/ 253 h 425"/>
              <a:gd name="T112" fmla="*/ 19 w 291"/>
              <a:gd name="T113" fmla="*/ 229 h 425"/>
              <a:gd name="T114" fmla="*/ 272 w 291"/>
              <a:gd name="T115" fmla="*/ 229 h 425"/>
              <a:gd name="T116" fmla="*/ 272 w 291"/>
              <a:gd name="T117" fmla="*/ 253 h 425"/>
              <a:gd name="T118" fmla="*/ 263 w 291"/>
              <a:gd name="T119" fmla="*/ 262 h 4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291" h="425">
                <a:moveTo>
                  <a:pt x="263" y="0"/>
                </a:moveTo>
                <a:cubicBezTo>
                  <a:pt x="28" y="0"/>
                  <a:pt x="28" y="0"/>
                  <a:pt x="28" y="0"/>
                </a:cubicBezTo>
                <a:cubicBezTo>
                  <a:pt x="12" y="0"/>
                  <a:pt x="0" y="13"/>
                  <a:pt x="0" y="28"/>
                </a:cubicBezTo>
                <a:cubicBezTo>
                  <a:pt x="0" y="253"/>
                  <a:pt x="0" y="253"/>
                  <a:pt x="0" y="253"/>
                </a:cubicBezTo>
                <a:cubicBezTo>
                  <a:pt x="0" y="269"/>
                  <a:pt x="12" y="281"/>
                  <a:pt x="28" y="281"/>
                </a:cubicBezTo>
                <a:cubicBezTo>
                  <a:pt x="92" y="281"/>
                  <a:pt x="92" y="281"/>
                  <a:pt x="92" y="281"/>
                </a:cubicBezTo>
                <a:cubicBezTo>
                  <a:pt x="92" y="281"/>
                  <a:pt x="93" y="281"/>
                  <a:pt x="93" y="281"/>
                </a:cubicBezTo>
                <a:cubicBezTo>
                  <a:pt x="98" y="281"/>
                  <a:pt x="117" y="282"/>
                  <a:pt x="117" y="298"/>
                </a:cubicBezTo>
                <a:cubicBezTo>
                  <a:pt x="117" y="332"/>
                  <a:pt x="110" y="348"/>
                  <a:pt x="107" y="354"/>
                </a:cubicBezTo>
                <a:cubicBezTo>
                  <a:pt x="107" y="354"/>
                  <a:pt x="107" y="355"/>
                  <a:pt x="107" y="355"/>
                </a:cubicBezTo>
                <a:cubicBezTo>
                  <a:pt x="107" y="355"/>
                  <a:pt x="107" y="355"/>
                  <a:pt x="107" y="355"/>
                </a:cubicBezTo>
                <a:cubicBezTo>
                  <a:pt x="107" y="356"/>
                  <a:pt x="106" y="356"/>
                  <a:pt x="106" y="356"/>
                </a:cubicBezTo>
                <a:cubicBezTo>
                  <a:pt x="106" y="357"/>
                  <a:pt x="106" y="357"/>
                  <a:pt x="106" y="358"/>
                </a:cubicBezTo>
                <a:cubicBezTo>
                  <a:pt x="103" y="364"/>
                  <a:pt x="102" y="369"/>
                  <a:pt x="102" y="375"/>
                </a:cubicBezTo>
                <a:cubicBezTo>
                  <a:pt x="102" y="405"/>
                  <a:pt x="120" y="425"/>
                  <a:pt x="145" y="425"/>
                </a:cubicBezTo>
                <a:cubicBezTo>
                  <a:pt x="171" y="425"/>
                  <a:pt x="189" y="405"/>
                  <a:pt x="189" y="375"/>
                </a:cubicBezTo>
                <a:cubicBezTo>
                  <a:pt x="189" y="370"/>
                  <a:pt x="188" y="364"/>
                  <a:pt x="186" y="358"/>
                </a:cubicBezTo>
                <a:cubicBezTo>
                  <a:pt x="186" y="357"/>
                  <a:pt x="185" y="356"/>
                  <a:pt x="185" y="356"/>
                </a:cubicBezTo>
                <a:cubicBezTo>
                  <a:pt x="185" y="355"/>
                  <a:pt x="185" y="355"/>
                  <a:pt x="184" y="355"/>
                </a:cubicBezTo>
                <a:cubicBezTo>
                  <a:pt x="184" y="355"/>
                  <a:pt x="184" y="355"/>
                  <a:pt x="184" y="355"/>
                </a:cubicBezTo>
                <a:cubicBezTo>
                  <a:pt x="184" y="354"/>
                  <a:pt x="183" y="353"/>
                  <a:pt x="183" y="352"/>
                </a:cubicBezTo>
                <a:cubicBezTo>
                  <a:pt x="180" y="347"/>
                  <a:pt x="174" y="336"/>
                  <a:pt x="174" y="298"/>
                </a:cubicBezTo>
                <a:cubicBezTo>
                  <a:pt x="174" y="291"/>
                  <a:pt x="182" y="281"/>
                  <a:pt x="203" y="281"/>
                </a:cubicBezTo>
                <a:cubicBezTo>
                  <a:pt x="263" y="281"/>
                  <a:pt x="263" y="281"/>
                  <a:pt x="263" y="281"/>
                </a:cubicBezTo>
                <a:cubicBezTo>
                  <a:pt x="278" y="281"/>
                  <a:pt x="291" y="269"/>
                  <a:pt x="291" y="253"/>
                </a:cubicBezTo>
                <a:cubicBezTo>
                  <a:pt x="291" y="28"/>
                  <a:pt x="291" y="28"/>
                  <a:pt x="291" y="28"/>
                </a:cubicBezTo>
                <a:cubicBezTo>
                  <a:pt x="291" y="13"/>
                  <a:pt x="278" y="0"/>
                  <a:pt x="263" y="0"/>
                </a:cubicBezTo>
                <a:close/>
                <a:moveTo>
                  <a:pt x="19" y="164"/>
                </a:moveTo>
                <a:cubicBezTo>
                  <a:pt x="272" y="164"/>
                  <a:pt x="272" y="164"/>
                  <a:pt x="272" y="164"/>
                </a:cubicBezTo>
                <a:cubicBezTo>
                  <a:pt x="272" y="210"/>
                  <a:pt x="272" y="210"/>
                  <a:pt x="272" y="210"/>
                </a:cubicBezTo>
                <a:cubicBezTo>
                  <a:pt x="19" y="210"/>
                  <a:pt x="19" y="210"/>
                  <a:pt x="19" y="210"/>
                </a:cubicBezTo>
                <a:lnTo>
                  <a:pt x="19" y="164"/>
                </a:lnTo>
                <a:close/>
                <a:moveTo>
                  <a:pt x="28" y="19"/>
                </a:moveTo>
                <a:cubicBezTo>
                  <a:pt x="263" y="19"/>
                  <a:pt x="263" y="19"/>
                  <a:pt x="263" y="19"/>
                </a:cubicBezTo>
                <a:cubicBezTo>
                  <a:pt x="268" y="19"/>
                  <a:pt x="272" y="23"/>
                  <a:pt x="272" y="28"/>
                </a:cubicBezTo>
                <a:cubicBezTo>
                  <a:pt x="272" y="145"/>
                  <a:pt x="272" y="145"/>
                  <a:pt x="272" y="145"/>
                </a:cubicBezTo>
                <a:cubicBezTo>
                  <a:pt x="19" y="145"/>
                  <a:pt x="19" y="145"/>
                  <a:pt x="19" y="145"/>
                </a:cubicBezTo>
                <a:cubicBezTo>
                  <a:pt x="19" y="28"/>
                  <a:pt x="19" y="28"/>
                  <a:pt x="19" y="28"/>
                </a:cubicBezTo>
                <a:cubicBezTo>
                  <a:pt x="19" y="23"/>
                  <a:pt x="23" y="19"/>
                  <a:pt x="28" y="19"/>
                </a:cubicBezTo>
                <a:close/>
                <a:moveTo>
                  <a:pt x="263" y="262"/>
                </a:moveTo>
                <a:cubicBezTo>
                  <a:pt x="203" y="262"/>
                  <a:pt x="203" y="262"/>
                  <a:pt x="203" y="262"/>
                </a:cubicBezTo>
                <a:cubicBezTo>
                  <a:pt x="168" y="262"/>
                  <a:pt x="156" y="284"/>
                  <a:pt x="156" y="298"/>
                </a:cubicBezTo>
                <a:cubicBezTo>
                  <a:pt x="156" y="341"/>
                  <a:pt x="163" y="354"/>
                  <a:pt x="166" y="361"/>
                </a:cubicBezTo>
                <a:cubicBezTo>
                  <a:pt x="167" y="362"/>
                  <a:pt x="167" y="362"/>
                  <a:pt x="167" y="363"/>
                </a:cubicBezTo>
                <a:cubicBezTo>
                  <a:pt x="168" y="363"/>
                  <a:pt x="168" y="363"/>
                  <a:pt x="168" y="363"/>
                </a:cubicBezTo>
                <a:cubicBezTo>
                  <a:pt x="168" y="363"/>
                  <a:pt x="168" y="364"/>
                  <a:pt x="168" y="364"/>
                </a:cubicBezTo>
                <a:cubicBezTo>
                  <a:pt x="169" y="368"/>
                  <a:pt x="170" y="371"/>
                  <a:pt x="170" y="375"/>
                </a:cubicBezTo>
                <a:cubicBezTo>
                  <a:pt x="170" y="390"/>
                  <a:pt x="164" y="406"/>
                  <a:pt x="145" y="406"/>
                </a:cubicBezTo>
                <a:cubicBezTo>
                  <a:pt x="123" y="406"/>
                  <a:pt x="121" y="383"/>
                  <a:pt x="121" y="375"/>
                </a:cubicBezTo>
                <a:cubicBezTo>
                  <a:pt x="121" y="371"/>
                  <a:pt x="122" y="368"/>
                  <a:pt x="123" y="364"/>
                </a:cubicBezTo>
                <a:cubicBezTo>
                  <a:pt x="123" y="364"/>
                  <a:pt x="124" y="363"/>
                  <a:pt x="124" y="363"/>
                </a:cubicBezTo>
                <a:cubicBezTo>
                  <a:pt x="124" y="361"/>
                  <a:pt x="124" y="361"/>
                  <a:pt x="124" y="361"/>
                </a:cubicBezTo>
                <a:cubicBezTo>
                  <a:pt x="128" y="354"/>
                  <a:pt x="136" y="336"/>
                  <a:pt x="136" y="298"/>
                </a:cubicBezTo>
                <a:cubicBezTo>
                  <a:pt x="136" y="273"/>
                  <a:pt x="114" y="262"/>
                  <a:pt x="93" y="262"/>
                </a:cubicBezTo>
                <a:cubicBezTo>
                  <a:pt x="28" y="262"/>
                  <a:pt x="28" y="262"/>
                  <a:pt x="28" y="262"/>
                </a:cubicBezTo>
                <a:cubicBezTo>
                  <a:pt x="23" y="262"/>
                  <a:pt x="19" y="258"/>
                  <a:pt x="19" y="253"/>
                </a:cubicBezTo>
                <a:cubicBezTo>
                  <a:pt x="19" y="229"/>
                  <a:pt x="19" y="229"/>
                  <a:pt x="19" y="229"/>
                </a:cubicBezTo>
                <a:cubicBezTo>
                  <a:pt x="272" y="229"/>
                  <a:pt x="272" y="229"/>
                  <a:pt x="272" y="229"/>
                </a:cubicBezTo>
                <a:cubicBezTo>
                  <a:pt x="272" y="253"/>
                  <a:pt x="272" y="253"/>
                  <a:pt x="272" y="253"/>
                </a:cubicBezTo>
                <a:cubicBezTo>
                  <a:pt x="272" y="258"/>
                  <a:pt x="268" y="262"/>
                  <a:pt x="263" y="26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80" name="Group 179"/>
          <p:cNvGrpSpPr/>
          <p:nvPr/>
        </p:nvGrpSpPr>
        <p:grpSpPr>
          <a:xfrm>
            <a:off x="6210301" y="1369484"/>
            <a:ext cx="571500" cy="567267"/>
            <a:chOff x="4657725" y="1027113"/>
            <a:chExt cx="428625" cy="425450"/>
          </a:xfrm>
          <a:solidFill>
            <a:schemeClr val="tx2"/>
          </a:solidFill>
        </p:grpSpPr>
        <p:sp>
          <p:nvSpPr>
            <p:cNvPr id="137" name="Freeform 137"/>
            <p:cNvSpPr>
              <a:spLocks noEditPoints="1"/>
            </p:cNvSpPr>
            <p:nvPr/>
          </p:nvSpPr>
          <p:spPr bwMode="auto">
            <a:xfrm>
              <a:off x="4697413" y="1068388"/>
              <a:ext cx="201613" cy="201613"/>
            </a:xfrm>
            <a:custGeom>
              <a:avLst/>
              <a:gdLst>
                <a:gd name="T0" fmla="*/ 101 w 202"/>
                <a:gd name="T1" fmla="*/ 0 h 202"/>
                <a:gd name="T2" fmla="*/ 0 w 202"/>
                <a:gd name="T3" fmla="*/ 101 h 202"/>
                <a:gd name="T4" fmla="*/ 101 w 202"/>
                <a:gd name="T5" fmla="*/ 202 h 202"/>
                <a:gd name="T6" fmla="*/ 202 w 202"/>
                <a:gd name="T7" fmla="*/ 101 h 202"/>
                <a:gd name="T8" fmla="*/ 101 w 202"/>
                <a:gd name="T9" fmla="*/ 0 h 202"/>
                <a:gd name="T10" fmla="*/ 101 w 202"/>
                <a:gd name="T11" fmla="*/ 183 h 202"/>
                <a:gd name="T12" fmla="*/ 19 w 202"/>
                <a:gd name="T13" fmla="*/ 101 h 202"/>
                <a:gd name="T14" fmla="*/ 101 w 202"/>
                <a:gd name="T15" fmla="*/ 18 h 202"/>
                <a:gd name="T16" fmla="*/ 183 w 202"/>
                <a:gd name="T17" fmla="*/ 101 h 202"/>
                <a:gd name="T18" fmla="*/ 101 w 202"/>
                <a:gd name="T19" fmla="*/ 183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02" h="202">
                  <a:moveTo>
                    <a:pt x="101" y="0"/>
                  </a:moveTo>
                  <a:cubicBezTo>
                    <a:pt x="45" y="0"/>
                    <a:pt x="0" y="45"/>
                    <a:pt x="0" y="101"/>
                  </a:cubicBezTo>
                  <a:cubicBezTo>
                    <a:pt x="0" y="156"/>
                    <a:pt x="45" y="202"/>
                    <a:pt x="101" y="202"/>
                  </a:cubicBezTo>
                  <a:cubicBezTo>
                    <a:pt x="157" y="202"/>
                    <a:pt x="202" y="156"/>
                    <a:pt x="202" y="101"/>
                  </a:cubicBezTo>
                  <a:cubicBezTo>
                    <a:pt x="202" y="45"/>
                    <a:pt x="157" y="0"/>
                    <a:pt x="101" y="0"/>
                  </a:cubicBezTo>
                  <a:close/>
                  <a:moveTo>
                    <a:pt x="101" y="183"/>
                  </a:moveTo>
                  <a:cubicBezTo>
                    <a:pt x="56" y="183"/>
                    <a:pt x="19" y="146"/>
                    <a:pt x="19" y="101"/>
                  </a:cubicBezTo>
                  <a:cubicBezTo>
                    <a:pt x="19" y="55"/>
                    <a:pt x="56" y="18"/>
                    <a:pt x="101" y="18"/>
                  </a:cubicBezTo>
                  <a:cubicBezTo>
                    <a:pt x="147" y="18"/>
                    <a:pt x="183" y="55"/>
                    <a:pt x="183" y="101"/>
                  </a:cubicBezTo>
                  <a:cubicBezTo>
                    <a:pt x="183" y="146"/>
                    <a:pt x="147" y="183"/>
                    <a:pt x="101" y="183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8" name="Freeform 138"/>
            <p:cNvSpPr>
              <a:spLocks noEditPoints="1"/>
            </p:cNvSpPr>
            <p:nvPr/>
          </p:nvSpPr>
          <p:spPr bwMode="auto">
            <a:xfrm>
              <a:off x="4657725" y="1027113"/>
              <a:ext cx="428625" cy="425450"/>
            </a:xfrm>
            <a:custGeom>
              <a:avLst/>
              <a:gdLst>
                <a:gd name="T0" fmla="*/ 416 w 427"/>
                <a:gd name="T1" fmla="*/ 376 h 425"/>
                <a:gd name="T2" fmla="*/ 305 w 427"/>
                <a:gd name="T3" fmla="*/ 264 h 425"/>
                <a:gd name="T4" fmla="*/ 284 w 427"/>
                <a:gd name="T5" fmla="*/ 256 h 425"/>
                <a:gd name="T6" fmla="*/ 272 w 427"/>
                <a:gd name="T7" fmla="*/ 259 h 425"/>
                <a:gd name="T8" fmla="*/ 246 w 427"/>
                <a:gd name="T9" fmla="*/ 233 h 425"/>
                <a:gd name="T10" fmla="*/ 281 w 427"/>
                <a:gd name="T11" fmla="*/ 141 h 425"/>
                <a:gd name="T12" fmla="*/ 140 w 427"/>
                <a:gd name="T13" fmla="*/ 0 h 425"/>
                <a:gd name="T14" fmla="*/ 0 w 427"/>
                <a:gd name="T15" fmla="*/ 141 h 425"/>
                <a:gd name="T16" fmla="*/ 140 w 427"/>
                <a:gd name="T17" fmla="*/ 281 h 425"/>
                <a:gd name="T18" fmla="*/ 232 w 427"/>
                <a:gd name="T19" fmla="*/ 246 h 425"/>
                <a:gd name="T20" fmla="*/ 258 w 427"/>
                <a:gd name="T21" fmla="*/ 272 h 425"/>
                <a:gd name="T22" fmla="*/ 255 w 427"/>
                <a:gd name="T23" fmla="*/ 285 h 425"/>
                <a:gd name="T24" fmla="*/ 264 w 427"/>
                <a:gd name="T25" fmla="*/ 305 h 425"/>
                <a:gd name="T26" fmla="*/ 375 w 427"/>
                <a:gd name="T27" fmla="*/ 417 h 425"/>
                <a:gd name="T28" fmla="*/ 396 w 427"/>
                <a:gd name="T29" fmla="*/ 425 h 425"/>
                <a:gd name="T30" fmla="*/ 416 w 427"/>
                <a:gd name="T31" fmla="*/ 417 h 425"/>
                <a:gd name="T32" fmla="*/ 416 w 427"/>
                <a:gd name="T33" fmla="*/ 376 h 425"/>
                <a:gd name="T34" fmla="*/ 140 w 427"/>
                <a:gd name="T35" fmla="*/ 262 h 425"/>
                <a:gd name="T36" fmla="*/ 18 w 427"/>
                <a:gd name="T37" fmla="*/ 141 h 425"/>
                <a:gd name="T38" fmla="*/ 140 w 427"/>
                <a:gd name="T39" fmla="*/ 19 h 425"/>
                <a:gd name="T40" fmla="*/ 262 w 427"/>
                <a:gd name="T41" fmla="*/ 141 h 425"/>
                <a:gd name="T42" fmla="*/ 140 w 427"/>
                <a:gd name="T43" fmla="*/ 262 h 425"/>
                <a:gd name="T44" fmla="*/ 403 w 427"/>
                <a:gd name="T45" fmla="*/ 403 h 425"/>
                <a:gd name="T46" fmla="*/ 388 w 427"/>
                <a:gd name="T47" fmla="*/ 403 h 425"/>
                <a:gd name="T48" fmla="*/ 277 w 427"/>
                <a:gd name="T49" fmla="*/ 292 h 425"/>
                <a:gd name="T50" fmla="*/ 274 w 427"/>
                <a:gd name="T51" fmla="*/ 285 h 425"/>
                <a:gd name="T52" fmla="*/ 277 w 427"/>
                <a:gd name="T53" fmla="*/ 278 h 425"/>
                <a:gd name="T54" fmla="*/ 284 w 427"/>
                <a:gd name="T55" fmla="*/ 275 h 425"/>
                <a:gd name="T56" fmla="*/ 292 w 427"/>
                <a:gd name="T57" fmla="*/ 278 h 425"/>
                <a:gd name="T58" fmla="*/ 403 w 427"/>
                <a:gd name="T59" fmla="*/ 389 h 425"/>
                <a:gd name="T60" fmla="*/ 403 w 427"/>
                <a:gd name="T61" fmla="*/ 403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427" h="425">
                  <a:moveTo>
                    <a:pt x="416" y="376"/>
                  </a:moveTo>
                  <a:cubicBezTo>
                    <a:pt x="305" y="264"/>
                    <a:pt x="305" y="264"/>
                    <a:pt x="305" y="264"/>
                  </a:cubicBezTo>
                  <a:cubicBezTo>
                    <a:pt x="299" y="259"/>
                    <a:pt x="292" y="256"/>
                    <a:pt x="284" y="256"/>
                  </a:cubicBezTo>
                  <a:cubicBezTo>
                    <a:pt x="280" y="256"/>
                    <a:pt x="276" y="257"/>
                    <a:pt x="272" y="259"/>
                  </a:cubicBezTo>
                  <a:cubicBezTo>
                    <a:pt x="246" y="233"/>
                    <a:pt x="246" y="233"/>
                    <a:pt x="246" y="233"/>
                  </a:cubicBezTo>
                  <a:cubicBezTo>
                    <a:pt x="267" y="208"/>
                    <a:pt x="281" y="176"/>
                    <a:pt x="281" y="141"/>
                  </a:cubicBezTo>
                  <a:cubicBezTo>
                    <a:pt x="281" y="63"/>
                    <a:pt x="218" y="0"/>
                    <a:pt x="140" y="0"/>
                  </a:cubicBezTo>
                  <a:cubicBezTo>
                    <a:pt x="63" y="0"/>
                    <a:pt x="0" y="63"/>
                    <a:pt x="0" y="141"/>
                  </a:cubicBezTo>
                  <a:cubicBezTo>
                    <a:pt x="0" y="218"/>
                    <a:pt x="63" y="281"/>
                    <a:pt x="140" y="281"/>
                  </a:cubicBezTo>
                  <a:cubicBezTo>
                    <a:pt x="175" y="281"/>
                    <a:pt x="208" y="268"/>
                    <a:pt x="232" y="246"/>
                  </a:cubicBezTo>
                  <a:cubicBezTo>
                    <a:pt x="258" y="272"/>
                    <a:pt x="258" y="272"/>
                    <a:pt x="258" y="272"/>
                  </a:cubicBezTo>
                  <a:cubicBezTo>
                    <a:pt x="256" y="276"/>
                    <a:pt x="255" y="280"/>
                    <a:pt x="255" y="285"/>
                  </a:cubicBezTo>
                  <a:cubicBezTo>
                    <a:pt x="255" y="293"/>
                    <a:pt x="258" y="300"/>
                    <a:pt x="264" y="305"/>
                  </a:cubicBezTo>
                  <a:cubicBezTo>
                    <a:pt x="375" y="417"/>
                    <a:pt x="375" y="417"/>
                    <a:pt x="375" y="417"/>
                  </a:cubicBezTo>
                  <a:cubicBezTo>
                    <a:pt x="381" y="422"/>
                    <a:pt x="388" y="425"/>
                    <a:pt x="396" y="425"/>
                  </a:cubicBezTo>
                  <a:cubicBezTo>
                    <a:pt x="403" y="425"/>
                    <a:pt x="411" y="422"/>
                    <a:pt x="416" y="417"/>
                  </a:cubicBezTo>
                  <a:cubicBezTo>
                    <a:pt x="427" y="405"/>
                    <a:pt x="427" y="387"/>
                    <a:pt x="416" y="376"/>
                  </a:cubicBezTo>
                  <a:close/>
                  <a:moveTo>
                    <a:pt x="140" y="262"/>
                  </a:moveTo>
                  <a:cubicBezTo>
                    <a:pt x="73" y="262"/>
                    <a:pt x="18" y="208"/>
                    <a:pt x="18" y="141"/>
                  </a:cubicBezTo>
                  <a:cubicBezTo>
                    <a:pt x="18" y="74"/>
                    <a:pt x="73" y="19"/>
                    <a:pt x="140" y="19"/>
                  </a:cubicBezTo>
                  <a:cubicBezTo>
                    <a:pt x="207" y="19"/>
                    <a:pt x="262" y="74"/>
                    <a:pt x="262" y="141"/>
                  </a:cubicBezTo>
                  <a:cubicBezTo>
                    <a:pt x="262" y="208"/>
                    <a:pt x="207" y="262"/>
                    <a:pt x="140" y="262"/>
                  </a:cubicBezTo>
                  <a:close/>
                  <a:moveTo>
                    <a:pt x="403" y="403"/>
                  </a:moveTo>
                  <a:cubicBezTo>
                    <a:pt x="399" y="407"/>
                    <a:pt x="392" y="407"/>
                    <a:pt x="388" y="403"/>
                  </a:cubicBezTo>
                  <a:cubicBezTo>
                    <a:pt x="277" y="292"/>
                    <a:pt x="277" y="292"/>
                    <a:pt x="277" y="292"/>
                  </a:cubicBezTo>
                  <a:cubicBezTo>
                    <a:pt x="275" y="290"/>
                    <a:pt x="274" y="288"/>
                    <a:pt x="274" y="285"/>
                  </a:cubicBezTo>
                  <a:cubicBezTo>
                    <a:pt x="274" y="282"/>
                    <a:pt x="275" y="280"/>
                    <a:pt x="277" y="278"/>
                  </a:cubicBezTo>
                  <a:cubicBezTo>
                    <a:pt x="279" y="276"/>
                    <a:pt x="282" y="275"/>
                    <a:pt x="284" y="275"/>
                  </a:cubicBezTo>
                  <a:cubicBezTo>
                    <a:pt x="287" y="275"/>
                    <a:pt x="290" y="276"/>
                    <a:pt x="292" y="278"/>
                  </a:cubicBezTo>
                  <a:cubicBezTo>
                    <a:pt x="403" y="389"/>
                    <a:pt x="403" y="389"/>
                    <a:pt x="403" y="389"/>
                  </a:cubicBezTo>
                  <a:cubicBezTo>
                    <a:pt x="407" y="393"/>
                    <a:pt x="407" y="399"/>
                    <a:pt x="403" y="403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39" name="Freeform 139"/>
          <p:cNvSpPr>
            <a:spLocks noEditPoints="1"/>
          </p:cNvSpPr>
          <p:nvPr/>
        </p:nvSpPr>
        <p:spPr bwMode="auto">
          <a:xfrm>
            <a:off x="793751" y="1369484"/>
            <a:ext cx="567267" cy="567267"/>
          </a:xfrm>
          <a:custGeom>
            <a:avLst/>
            <a:gdLst>
              <a:gd name="T0" fmla="*/ 425 w 426"/>
              <a:gd name="T1" fmla="*/ 420 h 425"/>
              <a:gd name="T2" fmla="*/ 426 w 426"/>
              <a:gd name="T3" fmla="*/ 419 h 425"/>
              <a:gd name="T4" fmla="*/ 426 w 426"/>
              <a:gd name="T5" fmla="*/ 417 h 425"/>
              <a:gd name="T6" fmla="*/ 426 w 426"/>
              <a:gd name="T7" fmla="*/ 415 h 425"/>
              <a:gd name="T8" fmla="*/ 426 w 426"/>
              <a:gd name="T9" fmla="*/ 414 h 425"/>
              <a:gd name="T10" fmla="*/ 426 w 426"/>
              <a:gd name="T11" fmla="*/ 413 h 425"/>
              <a:gd name="T12" fmla="*/ 382 w 426"/>
              <a:gd name="T13" fmla="*/ 282 h 425"/>
              <a:gd name="T14" fmla="*/ 157 w 426"/>
              <a:gd name="T15" fmla="*/ 56 h 425"/>
              <a:gd name="T16" fmla="*/ 92 w 426"/>
              <a:gd name="T17" fmla="*/ 0 h 425"/>
              <a:gd name="T18" fmla="*/ 7 w 426"/>
              <a:gd name="T19" fmla="*/ 76 h 425"/>
              <a:gd name="T20" fmla="*/ 7 w 426"/>
              <a:gd name="T21" fmla="*/ 109 h 425"/>
              <a:gd name="T22" fmla="*/ 55 w 426"/>
              <a:gd name="T23" fmla="*/ 158 h 425"/>
              <a:gd name="T24" fmla="*/ 283 w 426"/>
              <a:gd name="T25" fmla="*/ 385 h 425"/>
              <a:gd name="T26" fmla="*/ 9 w 426"/>
              <a:gd name="T27" fmla="*/ 406 h 425"/>
              <a:gd name="T28" fmla="*/ 9 w 426"/>
              <a:gd name="T29" fmla="*/ 425 h 425"/>
              <a:gd name="T30" fmla="*/ 417 w 426"/>
              <a:gd name="T31" fmla="*/ 425 h 425"/>
              <a:gd name="T32" fmla="*/ 421 w 426"/>
              <a:gd name="T33" fmla="*/ 424 h 425"/>
              <a:gd name="T34" fmla="*/ 422 w 426"/>
              <a:gd name="T35" fmla="*/ 423 h 425"/>
              <a:gd name="T36" fmla="*/ 424 w 426"/>
              <a:gd name="T37" fmla="*/ 422 h 425"/>
              <a:gd name="T38" fmla="*/ 425 w 426"/>
              <a:gd name="T39" fmla="*/ 421 h 425"/>
              <a:gd name="T40" fmla="*/ 299 w 426"/>
              <a:gd name="T41" fmla="*/ 371 h 425"/>
              <a:gd name="T42" fmla="*/ 338 w 426"/>
              <a:gd name="T43" fmla="*/ 346 h 425"/>
              <a:gd name="T44" fmla="*/ 348 w 426"/>
              <a:gd name="T45" fmla="*/ 304 h 425"/>
              <a:gd name="T46" fmla="*/ 403 w 426"/>
              <a:gd name="T47" fmla="*/ 401 h 425"/>
              <a:gd name="T48" fmla="*/ 357 w 426"/>
              <a:gd name="T49" fmla="*/ 283 h 425"/>
              <a:gd name="T50" fmla="*/ 141 w 426"/>
              <a:gd name="T51" fmla="*/ 86 h 425"/>
              <a:gd name="T52" fmla="*/ 127 w 426"/>
              <a:gd name="T53" fmla="*/ 99 h 425"/>
              <a:gd name="T54" fmla="*/ 329 w 426"/>
              <a:gd name="T55" fmla="*/ 328 h 425"/>
              <a:gd name="T56" fmla="*/ 99 w 426"/>
              <a:gd name="T57" fmla="*/ 127 h 425"/>
              <a:gd name="T58" fmla="*/ 19 w 426"/>
              <a:gd name="T59" fmla="*/ 92 h 425"/>
              <a:gd name="T60" fmla="*/ 89 w 426"/>
              <a:gd name="T61" fmla="*/ 20 h 425"/>
              <a:gd name="T62" fmla="*/ 95 w 426"/>
              <a:gd name="T63" fmla="*/ 20 h 425"/>
              <a:gd name="T64" fmla="*/ 62 w 426"/>
              <a:gd name="T65" fmla="*/ 138 h 425"/>
              <a:gd name="T66" fmla="*/ 19 w 426"/>
              <a:gd name="T67" fmla="*/ 92 h 425"/>
              <a:gd name="T68" fmla="*/ 289 w 426"/>
              <a:gd name="T69" fmla="*/ 340 h 425"/>
              <a:gd name="T70" fmla="*/ 75 w 426"/>
              <a:gd name="T71" fmla="*/ 151 h 4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426" h="425">
                <a:moveTo>
                  <a:pt x="425" y="421"/>
                </a:moveTo>
                <a:cubicBezTo>
                  <a:pt x="425" y="421"/>
                  <a:pt x="425" y="421"/>
                  <a:pt x="425" y="420"/>
                </a:cubicBezTo>
                <a:cubicBezTo>
                  <a:pt x="425" y="420"/>
                  <a:pt x="425" y="420"/>
                  <a:pt x="426" y="419"/>
                </a:cubicBezTo>
                <a:cubicBezTo>
                  <a:pt x="426" y="419"/>
                  <a:pt x="426" y="419"/>
                  <a:pt x="426" y="419"/>
                </a:cubicBezTo>
                <a:cubicBezTo>
                  <a:pt x="426" y="418"/>
                  <a:pt x="426" y="418"/>
                  <a:pt x="426" y="417"/>
                </a:cubicBezTo>
                <a:cubicBezTo>
                  <a:pt x="426" y="417"/>
                  <a:pt x="426" y="417"/>
                  <a:pt x="426" y="417"/>
                </a:cubicBezTo>
                <a:cubicBezTo>
                  <a:pt x="426" y="417"/>
                  <a:pt x="426" y="416"/>
                  <a:pt x="426" y="416"/>
                </a:cubicBezTo>
                <a:cubicBezTo>
                  <a:pt x="426" y="416"/>
                  <a:pt x="426" y="416"/>
                  <a:pt x="426" y="415"/>
                </a:cubicBezTo>
                <a:cubicBezTo>
                  <a:pt x="426" y="415"/>
                  <a:pt x="426" y="415"/>
                  <a:pt x="426" y="415"/>
                </a:cubicBezTo>
                <a:cubicBezTo>
                  <a:pt x="426" y="415"/>
                  <a:pt x="426" y="414"/>
                  <a:pt x="426" y="414"/>
                </a:cubicBezTo>
                <a:cubicBezTo>
                  <a:pt x="426" y="414"/>
                  <a:pt x="426" y="413"/>
                  <a:pt x="426" y="413"/>
                </a:cubicBezTo>
                <a:cubicBezTo>
                  <a:pt x="426" y="413"/>
                  <a:pt x="426" y="413"/>
                  <a:pt x="426" y="413"/>
                </a:cubicBezTo>
                <a:cubicBezTo>
                  <a:pt x="385" y="285"/>
                  <a:pt x="385" y="285"/>
                  <a:pt x="385" y="285"/>
                </a:cubicBezTo>
                <a:cubicBezTo>
                  <a:pt x="384" y="284"/>
                  <a:pt x="383" y="283"/>
                  <a:pt x="382" y="282"/>
                </a:cubicBezTo>
                <a:cubicBezTo>
                  <a:pt x="159" y="58"/>
                  <a:pt x="159" y="58"/>
                  <a:pt x="159" y="58"/>
                </a:cubicBezTo>
                <a:cubicBezTo>
                  <a:pt x="158" y="57"/>
                  <a:pt x="158" y="57"/>
                  <a:pt x="157" y="56"/>
                </a:cubicBezTo>
                <a:cubicBezTo>
                  <a:pt x="108" y="7"/>
                  <a:pt x="108" y="7"/>
                  <a:pt x="108" y="7"/>
                </a:cubicBezTo>
                <a:cubicBezTo>
                  <a:pt x="104" y="3"/>
                  <a:pt x="98" y="0"/>
                  <a:pt x="92" y="0"/>
                </a:cubicBezTo>
                <a:cubicBezTo>
                  <a:pt x="86" y="0"/>
                  <a:pt x="80" y="3"/>
                  <a:pt x="75" y="7"/>
                </a:cubicBezTo>
                <a:cubicBezTo>
                  <a:pt x="7" y="76"/>
                  <a:pt x="7" y="76"/>
                  <a:pt x="7" y="76"/>
                </a:cubicBezTo>
                <a:cubicBezTo>
                  <a:pt x="2" y="80"/>
                  <a:pt x="0" y="86"/>
                  <a:pt x="0" y="92"/>
                </a:cubicBezTo>
                <a:cubicBezTo>
                  <a:pt x="0" y="98"/>
                  <a:pt x="2" y="104"/>
                  <a:pt x="7" y="109"/>
                </a:cubicBezTo>
                <a:cubicBezTo>
                  <a:pt x="54" y="156"/>
                  <a:pt x="54" y="156"/>
                  <a:pt x="54" y="156"/>
                </a:cubicBezTo>
                <a:cubicBezTo>
                  <a:pt x="55" y="157"/>
                  <a:pt x="55" y="157"/>
                  <a:pt x="55" y="158"/>
                </a:cubicBezTo>
                <a:cubicBezTo>
                  <a:pt x="279" y="383"/>
                  <a:pt x="279" y="383"/>
                  <a:pt x="279" y="383"/>
                </a:cubicBezTo>
                <a:cubicBezTo>
                  <a:pt x="280" y="384"/>
                  <a:pt x="282" y="385"/>
                  <a:pt x="283" y="385"/>
                </a:cubicBezTo>
                <a:cubicBezTo>
                  <a:pt x="353" y="406"/>
                  <a:pt x="353" y="406"/>
                  <a:pt x="353" y="406"/>
                </a:cubicBezTo>
                <a:cubicBezTo>
                  <a:pt x="9" y="406"/>
                  <a:pt x="9" y="406"/>
                  <a:pt x="9" y="406"/>
                </a:cubicBezTo>
                <a:cubicBezTo>
                  <a:pt x="4" y="406"/>
                  <a:pt x="0" y="410"/>
                  <a:pt x="0" y="415"/>
                </a:cubicBezTo>
                <a:cubicBezTo>
                  <a:pt x="0" y="421"/>
                  <a:pt x="4" y="425"/>
                  <a:pt x="9" y="425"/>
                </a:cubicBezTo>
                <a:cubicBezTo>
                  <a:pt x="417" y="425"/>
                  <a:pt x="417" y="425"/>
                  <a:pt x="417" y="425"/>
                </a:cubicBezTo>
                <a:cubicBezTo>
                  <a:pt x="417" y="425"/>
                  <a:pt x="417" y="425"/>
                  <a:pt x="417" y="425"/>
                </a:cubicBezTo>
                <a:cubicBezTo>
                  <a:pt x="418" y="425"/>
                  <a:pt x="418" y="425"/>
                  <a:pt x="419" y="425"/>
                </a:cubicBezTo>
                <a:cubicBezTo>
                  <a:pt x="419" y="425"/>
                  <a:pt x="420" y="424"/>
                  <a:pt x="421" y="424"/>
                </a:cubicBezTo>
                <a:cubicBezTo>
                  <a:pt x="421" y="424"/>
                  <a:pt x="421" y="424"/>
                  <a:pt x="421" y="424"/>
                </a:cubicBezTo>
                <a:cubicBezTo>
                  <a:pt x="421" y="424"/>
                  <a:pt x="422" y="424"/>
                  <a:pt x="422" y="423"/>
                </a:cubicBezTo>
                <a:cubicBezTo>
                  <a:pt x="422" y="423"/>
                  <a:pt x="422" y="423"/>
                  <a:pt x="422" y="423"/>
                </a:cubicBezTo>
                <a:cubicBezTo>
                  <a:pt x="423" y="423"/>
                  <a:pt x="423" y="422"/>
                  <a:pt x="424" y="422"/>
                </a:cubicBezTo>
                <a:cubicBezTo>
                  <a:pt x="424" y="422"/>
                  <a:pt x="424" y="422"/>
                  <a:pt x="424" y="422"/>
                </a:cubicBezTo>
                <a:cubicBezTo>
                  <a:pt x="424" y="422"/>
                  <a:pt x="424" y="421"/>
                  <a:pt x="425" y="421"/>
                </a:cubicBezTo>
                <a:close/>
                <a:moveTo>
                  <a:pt x="403" y="401"/>
                </a:moveTo>
                <a:cubicBezTo>
                  <a:pt x="299" y="371"/>
                  <a:pt x="299" y="371"/>
                  <a:pt x="299" y="371"/>
                </a:cubicBezTo>
                <a:cubicBezTo>
                  <a:pt x="306" y="346"/>
                  <a:pt x="306" y="346"/>
                  <a:pt x="306" y="346"/>
                </a:cubicBezTo>
                <a:cubicBezTo>
                  <a:pt x="338" y="346"/>
                  <a:pt x="338" y="346"/>
                  <a:pt x="338" y="346"/>
                </a:cubicBezTo>
                <a:cubicBezTo>
                  <a:pt x="344" y="346"/>
                  <a:pt x="348" y="342"/>
                  <a:pt x="348" y="337"/>
                </a:cubicBezTo>
                <a:cubicBezTo>
                  <a:pt x="348" y="304"/>
                  <a:pt x="348" y="304"/>
                  <a:pt x="348" y="304"/>
                </a:cubicBezTo>
                <a:cubicBezTo>
                  <a:pt x="369" y="299"/>
                  <a:pt x="369" y="299"/>
                  <a:pt x="369" y="299"/>
                </a:cubicBezTo>
                <a:lnTo>
                  <a:pt x="403" y="401"/>
                </a:lnTo>
                <a:close/>
                <a:moveTo>
                  <a:pt x="150" y="76"/>
                </a:moveTo>
                <a:cubicBezTo>
                  <a:pt x="357" y="283"/>
                  <a:pt x="357" y="283"/>
                  <a:pt x="357" y="283"/>
                </a:cubicBezTo>
                <a:cubicBezTo>
                  <a:pt x="341" y="287"/>
                  <a:pt x="341" y="287"/>
                  <a:pt x="341" y="287"/>
                </a:cubicBezTo>
                <a:cubicBezTo>
                  <a:pt x="141" y="86"/>
                  <a:pt x="141" y="86"/>
                  <a:pt x="141" y="86"/>
                </a:cubicBezTo>
                <a:lnTo>
                  <a:pt x="150" y="76"/>
                </a:lnTo>
                <a:close/>
                <a:moveTo>
                  <a:pt x="127" y="99"/>
                </a:moveTo>
                <a:cubicBezTo>
                  <a:pt x="329" y="301"/>
                  <a:pt x="329" y="301"/>
                  <a:pt x="329" y="301"/>
                </a:cubicBezTo>
                <a:cubicBezTo>
                  <a:pt x="329" y="328"/>
                  <a:pt x="329" y="328"/>
                  <a:pt x="329" y="328"/>
                </a:cubicBezTo>
                <a:cubicBezTo>
                  <a:pt x="303" y="328"/>
                  <a:pt x="303" y="328"/>
                  <a:pt x="303" y="328"/>
                </a:cubicBezTo>
                <a:cubicBezTo>
                  <a:pt x="99" y="127"/>
                  <a:pt x="99" y="127"/>
                  <a:pt x="99" y="127"/>
                </a:cubicBezTo>
                <a:lnTo>
                  <a:pt x="127" y="99"/>
                </a:lnTo>
                <a:close/>
                <a:moveTo>
                  <a:pt x="19" y="92"/>
                </a:moveTo>
                <a:cubicBezTo>
                  <a:pt x="19" y="92"/>
                  <a:pt x="19" y="90"/>
                  <a:pt x="20" y="89"/>
                </a:cubicBezTo>
                <a:cubicBezTo>
                  <a:pt x="89" y="20"/>
                  <a:pt x="89" y="20"/>
                  <a:pt x="89" y="20"/>
                </a:cubicBezTo>
                <a:cubicBezTo>
                  <a:pt x="90" y="19"/>
                  <a:pt x="91" y="19"/>
                  <a:pt x="92" y="19"/>
                </a:cubicBezTo>
                <a:cubicBezTo>
                  <a:pt x="93" y="19"/>
                  <a:pt x="94" y="19"/>
                  <a:pt x="95" y="20"/>
                </a:cubicBezTo>
                <a:cubicBezTo>
                  <a:pt x="137" y="63"/>
                  <a:pt x="137" y="63"/>
                  <a:pt x="137" y="63"/>
                </a:cubicBezTo>
                <a:cubicBezTo>
                  <a:pt x="62" y="138"/>
                  <a:pt x="62" y="138"/>
                  <a:pt x="62" y="138"/>
                </a:cubicBezTo>
                <a:cubicBezTo>
                  <a:pt x="20" y="95"/>
                  <a:pt x="20" y="95"/>
                  <a:pt x="20" y="95"/>
                </a:cubicBezTo>
                <a:cubicBezTo>
                  <a:pt x="19" y="94"/>
                  <a:pt x="19" y="93"/>
                  <a:pt x="19" y="92"/>
                </a:cubicBezTo>
                <a:close/>
                <a:moveTo>
                  <a:pt x="86" y="140"/>
                </a:moveTo>
                <a:cubicBezTo>
                  <a:pt x="289" y="340"/>
                  <a:pt x="289" y="340"/>
                  <a:pt x="289" y="340"/>
                </a:cubicBezTo>
                <a:cubicBezTo>
                  <a:pt x="283" y="360"/>
                  <a:pt x="283" y="360"/>
                  <a:pt x="283" y="360"/>
                </a:cubicBezTo>
                <a:cubicBezTo>
                  <a:pt x="75" y="151"/>
                  <a:pt x="75" y="151"/>
                  <a:pt x="75" y="151"/>
                </a:cubicBezTo>
                <a:lnTo>
                  <a:pt x="86" y="14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83" name="Group 182"/>
          <p:cNvGrpSpPr/>
          <p:nvPr/>
        </p:nvGrpSpPr>
        <p:grpSpPr>
          <a:xfrm>
            <a:off x="10549467" y="1369484"/>
            <a:ext cx="404284" cy="567267"/>
            <a:chOff x="7912100" y="1027113"/>
            <a:chExt cx="303213" cy="425450"/>
          </a:xfrm>
          <a:solidFill>
            <a:schemeClr val="tx2"/>
          </a:solidFill>
        </p:grpSpPr>
        <p:sp>
          <p:nvSpPr>
            <p:cNvPr id="140" name="Freeform 140"/>
            <p:cNvSpPr>
              <a:spLocks/>
            </p:cNvSpPr>
            <p:nvPr/>
          </p:nvSpPr>
          <p:spPr bwMode="auto">
            <a:xfrm>
              <a:off x="7948613" y="1433513"/>
              <a:ext cx="254000" cy="19050"/>
            </a:xfrm>
            <a:custGeom>
              <a:avLst/>
              <a:gdLst>
                <a:gd name="T0" fmla="*/ 246 w 255"/>
                <a:gd name="T1" fmla="*/ 0 h 19"/>
                <a:gd name="T2" fmla="*/ 10 w 255"/>
                <a:gd name="T3" fmla="*/ 0 h 19"/>
                <a:gd name="T4" fmla="*/ 0 w 255"/>
                <a:gd name="T5" fmla="*/ 10 h 19"/>
                <a:gd name="T6" fmla="*/ 10 w 255"/>
                <a:gd name="T7" fmla="*/ 19 h 19"/>
                <a:gd name="T8" fmla="*/ 246 w 255"/>
                <a:gd name="T9" fmla="*/ 19 h 19"/>
                <a:gd name="T10" fmla="*/ 255 w 255"/>
                <a:gd name="T11" fmla="*/ 10 h 19"/>
                <a:gd name="T12" fmla="*/ 246 w 255"/>
                <a:gd name="T1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55" h="19">
                  <a:moveTo>
                    <a:pt x="246" y="0"/>
                  </a:moveTo>
                  <a:cubicBezTo>
                    <a:pt x="10" y="0"/>
                    <a:pt x="10" y="0"/>
                    <a:pt x="10" y="0"/>
                  </a:cubicBezTo>
                  <a:cubicBezTo>
                    <a:pt x="5" y="0"/>
                    <a:pt x="0" y="5"/>
                    <a:pt x="0" y="10"/>
                  </a:cubicBezTo>
                  <a:cubicBezTo>
                    <a:pt x="0" y="15"/>
                    <a:pt x="5" y="19"/>
                    <a:pt x="10" y="19"/>
                  </a:cubicBezTo>
                  <a:cubicBezTo>
                    <a:pt x="246" y="19"/>
                    <a:pt x="246" y="19"/>
                    <a:pt x="246" y="19"/>
                  </a:cubicBezTo>
                  <a:cubicBezTo>
                    <a:pt x="251" y="19"/>
                    <a:pt x="255" y="15"/>
                    <a:pt x="255" y="10"/>
                  </a:cubicBezTo>
                  <a:cubicBezTo>
                    <a:pt x="255" y="5"/>
                    <a:pt x="251" y="0"/>
                    <a:pt x="24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1" name="Freeform 141"/>
            <p:cNvSpPr>
              <a:spLocks/>
            </p:cNvSpPr>
            <p:nvPr/>
          </p:nvSpPr>
          <p:spPr bwMode="auto">
            <a:xfrm>
              <a:off x="7912100" y="1027113"/>
              <a:ext cx="277813" cy="400050"/>
            </a:xfrm>
            <a:custGeom>
              <a:avLst/>
              <a:gdLst>
                <a:gd name="T0" fmla="*/ 68 w 278"/>
                <a:gd name="T1" fmla="*/ 189 h 399"/>
                <a:gd name="T2" fmla="*/ 105 w 278"/>
                <a:gd name="T3" fmla="*/ 165 h 399"/>
                <a:gd name="T4" fmla="*/ 134 w 278"/>
                <a:gd name="T5" fmla="*/ 168 h 399"/>
                <a:gd name="T6" fmla="*/ 92 w 278"/>
                <a:gd name="T7" fmla="*/ 230 h 399"/>
                <a:gd name="T8" fmla="*/ 40 w 278"/>
                <a:gd name="T9" fmla="*/ 337 h 399"/>
                <a:gd name="T10" fmla="*/ 66 w 278"/>
                <a:gd name="T11" fmla="*/ 396 h 399"/>
                <a:gd name="T12" fmla="*/ 72 w 278"/>
                <a:gd name="T13" fmla="*/ 399 h 399"/>
                <a:gd name="T14" fmla="*/ 255 w 278"/>
                <a:gd name="T15" fmla="*/ 399 h 399"/>
                <a:gd name="T16" fmla="*/ 265 w 278"/>
                <a:gd name="T17" fmla="*/ 390 h 399"/>
                <a:gd name="T18" fmla="*/ 255 w 278"/>
                <a:gd name="T19" fmla="*/ 380 h 399"/>
                <a:gd name="T20" fmla="*/ 76 w 278"/>
                <a:gd name="T21" fmla="*/ 380 h 399"/>
                <a:gd name="T22" fmla="*/ 59 w 278"/>
                <a:gd name="T23" fmla="*/ 336 h 399"/>
                <a:gd name="T24" fmla="*/ 104 w 278"/>
                <a:gd name="T25" fmla="*/ 244 h 399"/>
                <a:gd name="T26" fmla="*/ 153 w 278"/>
                <a:gd name="T27" fmla="*/ 160 h 399"/>
                <a:gd name="T28" fmla="*/ 170 w 278"/>
                <a:gd name="T29" fmla="*/ 145 h 399"/>
                <a:gd name="T30" fmla="*/ 179 w 278"/>
                <a:gd name="T31" fmla="*/ 97 h 399"/>
                <a:gd name="T32" fmla="*/ 166 w 278"/>
                <a:gd name="T33" fmla="*/ 93 h 399"/>
                <a:gd name="T34" fmla="*/ 162 w 278"/>
                <a:gd name="T35" fmla="*/ 105 h 399"/>
                <a:gd name="T36" fmla="*/ 155 w 278"/>
                <a:gd name="T37" fmla="*/ 135 h 399"/>
                <a:gd name="T38" fmla="*/ 133 w 278"/>
                <a:gd name="T39" fmla="*/ 149 h 399"/>
                <a:gd name="T40" fmla="*/ 110 w 278"/>
                <a:gd name="T41" fmla="*/ 146 h 399"/>
                <a:gd name="T42" fmla="*/ 99 w 278"/>
                <a:gd name="T43" fmla="*/ 146 h 399"/>
                <a:gd name="T44" fmla="*/ 58 w 278"/>
                <a:gd name="T45" fmla="*/ 173 h 399"/>
                <a:gd name="T46" fmla="*/ 50 w 278"/>
                <a:gd name="T47" fmla="*/ 174 h 399"/>
                <a:gd name="T48" fmla="*/ 25 w 278"/>
                <a:gd name="T49" fmla="*/ 149 h 399"/>
                <a:gd name="T50" fmla="*/ 25 w 278"/>
                <a:gd name="T51" fmla="*/ 139 h 399"/>
                <a:gd name="T52" fmla="*/ 26 w 278"/>
                <a:gd name="T53" fmla="*/ 138 h 399"/>
                <a:gd name="T54" fmla="*/ 96 w 278"/>
                <a:gd name="T55" fmla="*/ 56 h 399"/>
                <a:gd name="T56" fmla="*/ 96 w 278"/>
                <a:gd name="T57" fmla="*/ 49 h 399"/>
                <a:gd name="T58" fmla="*/ 91 w 278"/>
                <a:gd name="T59" fmla="*/ 28 h 399"/>
                <a:gd name="T60" fmla="*/ 149 w 278"/>
                <a:gd name="T61" fmla="*/ 45 h 399"/>
                <a:gd name="T62" fmla="*/ 259 w 278"/>
                <a:gd name="T63" fmla="*/ 173 h 399"/>
                <a:gd name="T64" fmla="*/ 233 w 278"/>
                <a:gd name="T65" fmla="*/ 308 h 399"/>
                <a:gd name="T66" fmla="*/ 239 w 278"/>
                <a:gd name="T67" fmla="*/ 320 h 399"/>
                <a:gd name="T68" fmla="*/ 242 w 278"/>
                <a:gd name="T69" fmla="*/ 320 h 399"/>
                <a:gd name="T70" fmla="*/ 251 w 278"/>
                <a:gd name="T71" fmla="*/ 314 h 399"/>
                <a:gd name="T72" fmla="*/ 278 w 278"/>
                <a:gd name="T73" fmla="*/ 173 h 399"/>
                <a:gd name="T74" fmla="*/ 149 w 278"/>
                <a:gd name="T75" fmla="*/ 27 h 399"/>
                <a:gd name="T76" fmla="*/ 84 w 278"/>
                <a:gd name="T77" fmla="*/ 2 h 399"/>
                <a:gd name="T78" fmla="*/ 74 w 278"/>
                <a:gd name="T79" fmla="*/ 1 h 399"/>
                <a:gd name="T80" fmla="*/ 69 w 278"/>
                <a:gd name="T81" fmla="*/ 10 h 399"/>
                <a:gd name="T82" fmla="*/ 77 w 278"/>
                <a:gd name="T83" fmla="*/ 50 h 399"/>
                <a:gd name="T84" fmla="*/ 14 w 278"/>
                <a:gd name="T85" fmla="*/ 124 h 399"/>
                <a:gd name="T86" fmla="*/ 8 w 278"/>
                <a:gd name="T87" fmla="*/ 157 h 399"/>
                <a:gd name="T88" fmla="*/ 45 w 278"/>
                <a:gd name="T89" fmla="*/ 192 h 399"/>
                <a:gd name="T90" fmla="*/ 68 w 278"/>
                <a:gd name="T91" fmla="*/ 189 h 3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78" h="399">
                  <a:moveTo>
                    <a:pt x="68" y="189"/>
                  </a:moveTo>
                  <a:cubicBezTo>
                    <a:pt x="81" y="181"/>
                    <a:pt x="97" y="170"/>
                    <a:pt x="105" y="165"/>
                  </a:cubicBezTo>
                  <a:cubicBezTo>
                    <a:pt x="114" y="169"/>
                    <a:pt x="124" y="170"/>
                    <a:pt x="134" y="168"/>
                  </a:cubicBezTo>
                  <a:cubicBezTo>
                    <a:pt x="133" y="186"/>
                    <a:pt x="125" y="200"/>
                    <a:pt x="92" y="230"/>
                  </a:cubicBezTo>
                  <a:cubicBezTo>
                    <a:pt x="59" y="260"/>
                    <a:pt x="40" y="300"/>
                    <a:pt x="40" y="337"/>
                  </a:cubicBezTo>
                  <a:cubicBezTo>
                    <a:pt x="40" y="361"/>
                    <a:pt x="49" y="381"/>
                    <a:pt x="66" y="396"/>
                  </a:cubicBezTo>
                  <a:cubicBezTo>
                    <a:pt x="67" y="398"/>
                    <a:pt x="70" y="399"/>
                    <a:pt x="72" y="399"/>
                  </a:cubicBezTo>
                  <a:cubicBezTo>
                    <a:pt x="255" y="399"/>
                    <a:pt x="255" y="399"/>
                    <a:pt x="255" y="399"/>
                  </a:cubicBezTo>
                  <a:cubicBezTo>
                    <a:pt x="261" y="399"/>
                    <a:pt x="265" y="395"/>
                    <a:pt x="265" y="390"/>
                  </a:cubicBezTo>
                  <a:cubicBezTo>
                    <a:pt x="265" y="384"/>
                    <a:pt x="261" y="380"/>
                    <a:pt x="255" y="380"/>
                  </a:cubicBezTo>
                  <a:cubicBezTo>
                    <a:pt x="76" y="380"/>
                    <a:pt x="76" y="380"/>
                    <a:pt x="76" y="380"/>
                  </a:cubicBezTo>
                  <a:cubicBezTo>
                    <a:pt x="65" y="369"/>
                    <a:pt x="59" y="354"/>
                    <a:pt x="59" y="336"/>
                  </a:cubicBezTo>
                  <a:cubicBezTo>
                    <a:pt x="59" y="306"/>
                    <a:pt x="76" y="270"/>
                    <a:pt x="104" y="244"/>
                  </a:cubicBezTo>
                  <a:cubicBezTo>
                    <a:pt x="143" y="208"/>
                    <a:pt x="153" y="191"/>
                    <a:pt x="153" y="160"/>
                  </a:cubicBezTo>
                  <a:cubicBezTo>
                    <a:pt x="160" y="156"/>
                    <a:pt x="166" y="151"/>
                    <a:pt x="170" y="145"/>
                  </a:cubicBezTo>
                  <a:cubicBezTo>
                    <a:pt x="182" y="128"/>
                    <a:pt x="185" y="111"/>
                    <a:pt x="179" y="97"/>
                  </a:cubicBezTo>
                  <a:cubicBezTo>
                    <a:pt x="176" y="93"/>
                    <a:pt x="171" y="91"/>
                    <a:pt x="166" y="93"/>
                  </a:cubicBezTo>
                  <a:cubicBezTo>
                    <a:pt x="162" y="95"/>
                    <a:pt x="160" y="101"/>
                    <a:pt x="162" y="105"/>
                  </a:cubicBezTo>
                  <a:cubicBezTo>
                    <a:pt x="166" y="114"/>
                    <a:pt x="161" y="126"/>
                    <a:pt x="155" y="135"/>
                  </a:cubicBezTo>
                  <a:cubicBezTo>
                    <a:pt x="150" y="141"/>
                    <a:pt x="142" y="146"/>
                    <a:pt x="133" y="149"/>
                  </a:cubicBezTo>
                  <a:cubicBezTo>
                    <a:pt x="124" y="151"/>
                    <a:pt x="116" y="150"/>
                    <a:pt x="110" y="146"/>
                  </a:cubicBezTo>
                  <a:cubicBezTo>
                    <a:pt x="107" y="144"/>
                    <a:pt x="103" y="144"/>
                    <a:pt x="99" y="146"/>
                  </a:cubicBezTo>
                  <a:cubicBezTo>
                    <a:pt x="99" y="146"/>
                    <a:pt x="76" y="162"/>
                    <a:pt x="58" y="173"/>
                  </a:cubicBezTo>
                  <a:cubicBezTo>
                    <a:pt x="56" y="175"/>
                    <a:pt x="53" y="175"/>
                    <a:pt x="50" y="174"/>
                  </a:cubicBezTo>
                  <a:cubicBezTo>
                    <a:pt x="41" y="171"/>
                    <a:pt x="30" y="159"/>
                    <a:pt x="25" y="149"/>
                  </a:cubicBezTo>
                  <a:cubicBezTo>
                    <a:pt x="22" y="143"/>
                    <a:pt x="24" y="140"/>
                    <a:pt x="25" y="139"/>
                  </a:cubicBezTo>
                  <a:cubicBezTo>
                    <a:pt x="26" y="139"/>
                    <a:pt x="26" y="139"/>
                    <a:pt x="26" y="138"/>
                  </a:cubicBezTo>
                  <a:cubicBezTo>
                    <a:pt x="72" y="99"/>
                    <a:pt x="95" y="58"/>
                    <a:pt x="96" y="56"/>
                  </a:cubicBezTo>
                  <a:cubicBezTo>
                    <a:pt x="97" y="54"/>
                    <a:pt x="97" y="51"/>
                    <a:pt x="96" y="49"/>
                  </a:cubicBezTo>
                  <a:cubicBezTo>
                    <a:pt x="95" y="45"/>
                    <a:pt x="93" y="37"/>
                    <a:pt x="91" y="28"/>
                  </a:cubicBezTo>
                  <a:cubicBezTo>
                    <a:pt x="105" y="36"/>
                    <a:pt x="126" y="45"/>
                    <a:pt x="149" y="45"/>
                  </a:cubicBezTo>
                  <a:cubicBezTo>
                    <a:pt x="182" y="45"/>
                    <a:pt x="259" y="58"/>
                    <a:pt x="259" y="173"/>
                  </a:cubicBezTo>
                  <a:cubicBezTo>
                    <a:pt x="259" y="174"/>
                    <a:pt x="259" y="238"/>
                    <a:pt x="233" y="308"/>
                  </a:cubicBezTo>
                  <a:cubicBezTo>
                    <a:pt x="232" y="313"/>
                    <a:pt x="234" y="318"/>
                    <a:pt x="239" y="320"/>
                  </a:cubicBezTo>
                  <a:cubicBezTo>
                    <a:pt x="240" y="320"/>
                    <a:pt x="241" y="320"/>
                    <a:pt x="242" y="320"/>
                  </a:cubicBezTo>
                  <a:cubicBezTo>
                    <a:pt x="246" y="320"/>
                    <a:pt x="250" y="318"/>
                    <a:pt x="251" y="314"/>
                  </a:cubicBezTo>
                  <a:cubicBezTo>
                    <a:pt x="278" y="241"/>
                    <a:pt x="278" y="176"/>
                    <a:pt x="278" y="173"/>
                  </a:cubicBezTo>
                  <a:cubicBezTo>
                    <a:pt x="278" y="37"/>
                    <a:pt x="179" y="27"/>
                    <a:pt x="149" y="27"/>
                  </a:cubicBezTo>
                  <a:cubicBezTo>
                    <a:pt x="117" y="27"/>
                    <a:pt x="85" y="2"/>
                    <a:pt x="84" y="2"/>
                  </a:cubicBezTo>
                  <a:cubicBezTo>
                    <a:pt x="81" y="0"/>
                    <a:pt x="78" y="0"/>
                    <a:pt x="74" y="1"/>
                  </a:cubicBezTo>
                  <a:cubicBezTo>
                    <a:pt x="71" y="3"/>
                    <a:pt x="69" y="6"/>
                    <a:pt x="69" y="10"/>
                  </a:cubicBezTo>
                  <a:cubicBezTo>
                    <a:pt x="69" y="22"/>
                    <a:pt x="75" y="42"/>
                    <a:pt x="77" y="50"/>
                  </a:cubicBezTo>
                  <a:cubicBezTo>
                    <a:pt x="71" y="61"/>
                    <a:pt x="50" y="93"/>
                    <a:pt x="14" y="124"/>
                  </a:cubicBezTo>
                  <a:cubicBezTo>
                    <a:pt x="8" y="128"/>
                    <a:pt x="0" y="140"/>
                    <a:pt x="8" y="157"/>
                  </a:cubicBezTo>
                  <a:cubicBezTo>
                    <a:pt x="13" y="168"/>
                    <a:pt x="27" y="187"/>
                    <a:pt x="45" y="192"/>
                  </a:cubicBezTo>
                  <a:cubicBezTo>
                    <a:pt x="53" y="194"/>
                    <a:pt x="61" y="193"/>
                    <a:pt x="68" y="189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2" name="Freeform 142"/>
            <p:cNvSpPr>
              <a:spLocks/>
            </p:cNvSpPr>
            <p:nvPr/>
          </p:nvSpPr>
          <p:spPr bwMode="auto">
            <a:xfrm>
              <a:off x="8053388" y="1027113"/>
              <a:ext cx="161925" cy="282575"/>
            </a:xfrm>
            <a:custGeom>
              <a:avLst/>
              <a:gdLst>
                <a:gd name="T0" fmla="*/ 10 w 163"/>
                <a:gd name="T1" fmla="*/ 19 h 281"/>
                <a:gd name="T2" fmla="*/ 79 w 163"/>
                <a:gd name="T3" fmla="*/ 36 h 281"/>
                <a:gd name="T4" fmla="*/ 144 w 163"/>
                <a:gd name="T5" fmla="*/ 173 h 281"/>
                <a:gd name="T6" fmla="*/ 132 w 163"/>
                <a:gd name="T7" fmla="*/ 269 h 281"/>
                <a:gd name="T8" fmla="*/ 138 w 163"/>
                <a:gd name="T9" fmla="*/ 281 h 281"/>
                <a:gd name="T10" fmla="*/ 141 w 163"/>
                <a:gd name="T11" fmla="*/ 281 h 281"/>
                <a:gd name="T12" fmla="*/ 150 w 163"/>
                <a:gd name="T13" fmla="*/ 274 h 281"/>
                <a:gd name="T14" fmla="*/ 163 w 163"/>
                <a:gd name="T15" fmla="*/ 173 h 281"/>
                <a:gd name="T16" fmla="*/ 90 w 163"/>
                <a:gd name="T17" fmla="*/ 21 h 281"/>
                <a:gd name="T18" fmla="*/ 10 w 163"/>
                <a:gd name="T19" fmla="*/ 0 h 281"/>
                <a:gd name="T20" fmla="*/ 0 w 163"/>
                <a:gd name="T21" fmla="*/ 10 h 281"/>
                <a:gd name="T22" fmla="*/ 10 w 163"/>
                <a:gd name="T23" fmla="*/ 19 h 2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3" h="281">
                  <a:moveTo>
                    <a:pt x="10" y="19"/>
                  </a:moveTo>
                  <a:cubicBezTo>
                    <a:pt x="40" y="19"/>
                    <a:pt x="61" y="24"/>
                    <a:pt x="79" y="36"/>
                  </a:cubicBezTo>
                  <a:cubicBezTo>
                    <a:pt x="109" y="56"/>
                    <a:pt x="144" y="97"/>
                    <a:pt x="144" y="173"/>
                  </a:cubicBezTo>
                  <a:cubicBezTo>
                    <a:pt x="144" y="192"/>
                    <a:pt x="144" y="218"/>
                    <a:pt x="132" y="269"/>
                  </a:cubicBezTo>
                  <a:cubicBezTo>
                    <a:pt x="130" y="274"/>
                    <a:pt x="133" y="279"/>
                    <a:pt x="138" y="281"/>
                  </a:cubicBezTo>
                  <a:cubicBezTo>
                    <a:pt x="139" y="281"/>
                    <a:pt x="140" y="281"/>
                    <a:pt x="141" y="281"/>
                  </a:cubicBezTo>
                  <a:cubicBezTo>
                    <a:pt x="145" y="281"/>
                    <a:pt x="149" y="278"/>
                    <a:pt x="150" y="274"/>
                  </a:cubicBezTo>
                  <a:cubicBezTo>
                    <a:pt x="163" y="220"/>
                    <a:pt x="163" y="193"/>
                    <a:pt x="163" y="173"/>
                  </a:cubicBezTo>
                  <a:cubicBezTo>
                    <a:pt x="163" y="84"/>
                    <a:pt x="117" y="39"/>
                    <a:pt x="90" y="21"/>
                  </a:cubicBezTo>
                  <a:cubicBezTo>
                    <a:pt x="68" y="6"/>
                    <a:pt x="44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15"/>
                    <a:pt x="4" y="19"/>
                    <a:pt x="10" y="19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43" name="Freeform 143"/>
          <p:cNvSpPr>
            <a:spLocks/>
          </p:cNvSpPr>
          <p:nvPr/>
        </p:nvSpPr>
        <p:spPr bwMode="auto">
          <a:xfrm>
            <a:off x="6210300" y="2279651"/>
            <a:ext cx="635000" cy="567267"/>
          </a:xfrm>
          <a:custGeom>
            <a:avLst/>
            <a:gdLst>
              <a:gd name="T0" fmla="*/ 475 w 476"/>
              <a:gd name="T1" fmla="*/ 413 h 425"/>
              <a:gd name="T2" fmla="*/ 363 w 476"/>
              <a:gd name="T3" fmla="*/ 333 h 425"/>
              <a:gd name="T4" fmla="*/ 346 w 476"/>
              <a:gd name="T5" fmla="*/ 328 h 425"/>
              <a:gd name="T6" fmla="*/ 306 w 476"/>
              <a:gd name="T7" fmla="*/ 291 h 425"/>
              <a:gd name="T8" fmla="*/ 395 w 476"/>
              <a:gd name="T9" fmla="*/ 269 h 425"/>
              <a:gd name="T10" fmla="*/ 398 w 476"/>
              <a:gd name="T11" fmla="*/ 261 h 425"/>
              <a:gd name="T12" fmla="*/ 394 w 476"/>
              <a:gd name="T13" fmla="*/ 254 h 425"/>
              <a:gd name="T14" fmla="*/ 359 w 476"/>
              <a:gd name="T15" fmla="*/ 138 h 425"/>
              <a:gd name="T16" fmla="*/ 326 w 476"/>
              <a:gd name="T17" fmla="*/ 41 h 425"/>
              <a:gd name="T18" fmla="*/ 242 w 476"/>
              <a:gd name="T19" fmla="*/ 0 h 425"/>
              <a:gd name="T20" fmla="*/ 239 w 476"/>
              <a:gd name="T21" fmla="*/ 0 h 425"/>
              <a:gd name="T22" fmla="*/ 118 w 476"/>
              <a:gd name="T23" fmla="*/ 135 h 425"/>
              <a:gd name="T24" fmla="*/ 83 w 476"/>
              <a:gd name="T25" fmla="*/ 251 h 425"/>
              <a:gd name="T26" fmla="*/ 78 w 476"/>
              <a:gd name="T27" fmla="*/ 258 h 425"/>
              <a:gd name="T28" fmla="*/ 82 w 476"/>
              <a:gd name="T29" fmla="*/ 266 h 425"/>
              <a:gd name="T30" fmla="*/ 170 w 476"/>
              <a:gd name="T31" fmla="*/ 290 h 425"/>
              <a:gd name="T32" fmla="*/ 131 w 476"/>
              <a:gd name="T33" fmla="*/ 326 h 425"/>
              <a:gd name="T34" fmla="*/ 115 w 476"/>
              <a:gd name="T35" fmla="*/ 330 h 425"/>
              <a:gd name="T36" fmla="*/ 2 w 476"/>
              <a:gd name="T37" fmla="*/ 413 h 425"/>
              <a:gd name="T38" fmla="*/ 8 w 476"/>
              <a:gd name="T39" fmla="*/ 424 h 425"/>
              <a:gd name="T40" fmla="*/ 20 w 476"/>
              <a:gd name="T41" fmla="*/ 417 h 425"/>
              <a:gd name="T42" fmla="*/ 119 w 476"/>
              <a:gd name="T43" fmla="*/ 348 h 425"/>
              <a:gd name="T44" fmla="*/ 138 w 476"/>
              <a:gd name="T45" fmla="*/ 343 h 425"/>
              <a:gd name="T46" fmla="*/ 193 w 476"/>
              <a:gd name="T47" fmla="*/ 279 h 425"/>
              <a:gd name="T48" fmla="*/ 190 w 476"/>
              <a:gd name="T49" fmla="*/ 271 h 425"/>
              <a:gd name="T50" fmla="*/ 181 w 476"/>
              <a:gd name="T51" fmla="*/ 269 h 425"/>
              <a:gd name="T52" fmla="*/ 104 w 476"/>
              <a:gd name="T53" fmla="*/ 258 h 425"/>
              <a:gd name="T54" fmla="*/ 136 w 476"/>
              <a:gd name="T55" fmla="*/ 135 h 425"/>
              <a:gd name="T56" fmla="*/ 239 w 476"/>
              <a:gd name="T57" fmla="*/ 18 h 425"/>
              <a:gd name="T58" fmla="*/ 240 w 476"/>
              <a:gd name="T59" fmla="*/ 18 h 425"/>
              <a:gd name="T60" fmla="*/ 241 w 476"/>
              <a:gd name="T61" fmla="*/ 18 h 425"/>
              <a:gd name="T62" fmla="*/ 340 w 476"/>
              <a:gd name="T63" fmla="*/ 138 h 425"/>
              <a:gd name="T64" fmla="*/ 373 w 476"/>
              <a:gd name="T65" fmla="*/ 261 h 425"/>
              <a:gd name="T66" fmla="*/ 294 w 476"/>
              <a:gd name="T67" fmla="*/ 271 h 425"/>
              <a:gd name="T68" fmla="*/ 286 w 476"/>
              <a:gd name="T69" fmla="*/ 274 h 425"/>
              <a:gd name="T70" fmla="*/ 284 w 476"/>
              <a:gd name="T71" fmla="*/ 282 h 425"/>
              <a:gd name="T72" fmla="*/ 339 w 476"/>
              <a:gd name="T73" fmla="*/ 346 h 425"/>
              <a:gd name="T74" fmla="*/ 359 w 476"/>
              <a:gd name="T75" fmla="*/ 351 h 425"/>
              <a:gd name="T76" fmla="*/ 457 w 476"/>
              <a:gd name="T77" fmla="*/ 417 h 425"/>
              <a:gd name="T78" fmla="*/ 466 w 476"/>
              <a:gd name="T79" fmla="*/ 424 h 425"/>
              <a:gd name="T80" fmla="*/ 468 w 476"/>
              <a:gd name="T81" fmla="*/ 424 h 425"/>
              <a:gd name="T82" fmla="*/ 475 w 476"/>
              <a:gd name="T83" fmla="*/ 413 h 4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476" h="425">
                <a:moveTo>
                  <a:pt x="475" y="413"/>
                </a:moveTo>
                <a:cubicBezTo>
                  <a:pt x="459" y="354"/>
                  <a:pt x="397" y="340"/>
                  <a:pt x="363" y="333"/>
                </a:cubicBezTo>
                <a:cubicBezTo>
                  <a:pt x="356" y="331"/>
                  <a:pt x="349" y="330"/>
                  <a:pt x="346" y="328"/>
                </a:cubicBezTo>
                <a:cubicBezTo>
                  <a:pt x="326" y="320"/>
                  <a:pt x="312" y="307"/>
                  <a:pt x="306" y="291"/>
                </a:cubicBezTo>
                <a:cubicBezTo>
                  <a:pt x="366" y="294"/>
                  <a:pt x="394" y="270"/>
                  <a:pt x="395" y="269"/>
                </a:cubicBezTo>
                <a:cubicBezTo>
                  <a:pt x="398" y="267"/>
                  <a:pt x="399" y="264"/>
                  <a:pt x="398" y="261"/>
                </a:cubicBezTo>
                <a:cubicBezTo>
                  <a:pt x="398" y="258"/>
                  <a:pt x="396" y="255"/>
                  <a:pt x="394" y="254"/>
                </a:cubicBezTo>
                <a:cubicBezTo>
                  <a:pt x="359" y="234"/>
                  <a:pt x="359" y="164"/>
                  <a:pt x="359" y="138"/>
                </a:cubicBezTo>
                <a:cubicBezTo>
                  <a:pt x="359" y="101"/>
                  <a:pt x="347" y="67"/>
                  <a:pt x="326" y="41"/>
                </a:cubicBezTo>
                <a:cubicBezTo>
                  <a:pt x="304" y="15"/>
                  <a:pt x="274" y="0"/>
                  <a:pt x="242" y="0"/>
                </a:cubicBezTo>
                <a:cubicBezTo>
                  <a:pt x="241" y="0"/>
                  <a:pt x="240" y="0"/>
                  <a:pt x="239" y="0"/>
                </a:cubicBezTo>
                <a:cubicBezTo>
                  <a:pt x="172" y="0"/>
                  <a:pt x="118" y="61"/>
                  <a:pt x="118" y="135"/>
                </a:cubicBezTo>
                <a:cubicBezTo>
                  <a:pt x="118" y="161"/>
                  <a:pt x="118" y="231"/>
                  <a:pt x="83" y="251"/>
                </a:cubicBezTo>
                <a:cubicBezTo>
                  <a:pt x="80" y="252"/>
                  <a:pt x="79" y="255"/>
                  <a:pt x="78" y="258"/>
                </a:cubicBezTo>
                <a:cubicBezTo>
                  <a:pt x="78" y="261"/>
                  <a:pt x="79" y="264"/>
                  <a:pt x="82" y="266"/>
                </a:cubicBezTo>
                <a:cubicBezTo>
                  <a:pt x="84" y="268"/>
                  <a:pt x="122" y="297"/>
                  <a:pt x="170" y="290"/>
                </a:cubicBezTo>
                <a:cubicBezTo>
                  <a:pt x="163" y="305"/>
                  <a:pt x="150" y="317"/>
                  <a:pt x="131" y="326"/>
                </a:cubicBezTo>
                <a:cubicBezTo>
                  <a:pt x="128" y="327"/>
                  <a:pt x="122" y="328"/>
                  <a:pt x="115" y="330"/>
                </a:cubicBezTo>
                <a:cubicBezTo>
                  <a:pt x="81" y="338"/>
                  <a:pt x="18" y="353"/>
                  <a:pt x="2" y="413"/>
                </a:cubicBezTo>
                <a:cubicBezTo>
                  <a:pt x="0" y="418"/>
                  <a:pt x="3" y="423"/>
                  <a:pt x="8" y="424"/>
                </a:cubicBezTo>
                <a:cubicBezTo>
                  <a:pt x="13" y="425"/>
                  <a:pt x="18" y="422"/>
                  <a:pt x="20" y="417"/>
                </a:cubicBezTo>
                <a:cubicBezTo>
                  <a:pt x="33" y="369"/>
                  <a:pt x="87" y="356"/>
                  <a:pt x="119" y="348"/>
                </a:cubicBezTo>
                <a:cubicBezTo>
                  <a:pt x="127" y="346"/>
                  <a:pt x="134" y="345"/>
                  <a:pt x="138" y="343"/>
                </a:cubicBezTo>
                <a:cubicBezTo>
                  <a:pt x="177" y="326"/>
                  <a:pt x="189" y="299"/>
                  <a:pt x="193" y="279"/>
                </a:cubicBezTo>
                <a:cubicBezTo>
                  <a:pt x="194" y="276"/>
                  <a:pt x="193" y="273"/>
                  <a:pt x="190" y="271"/>
                </a:cubicBezTo>
                <a:cubicBezTo>
                  <a:pt x="188" y="269"/>
                  <a:pt x="184" y="268"/>
                  <a:pt x="181" y="269"/>
                </a:cubicBezTo>
                <a:cubicBezTo>
                  <a:pt x="149" y="279"/>
                  <a:pt x="119" y="267"/>
                  <a:pt x="104" y="258"/>
                </a:cubicBezTo>
                <a:cubicBezTo>
                  <a:pt x="136" y="228"/>
                  <a:pt x="136" y="164"/>
                  <a:pt x="136" y="135"/>
                </a:cubicBezTo>
                <a:cubicBezTo>
                  <a:pt x="136" y="71"/>
                  <a:pt x="183" y="19"/>
                  <a:pt x="239" y="18"/>
                </a:cubicBezTo>
                <a:cubicBezTo>
                  <a:pt x="240" y="18"/>
                  <a:pt x="240" y="18"/>
                  <a:pt x="240" y="18"/>
                </a:cubicBezTo>
                <a:cubicBezTo>
                  <a:pt x="240" y="18"/>
                  <a:pt x="241" y="18"/>
                  <a:pt x="241" y="18"/>
                </a:cubicBezTo>
                <a:cubicBezTo>
                  <a:pt x="298" y="19"/>
                  <a:pt x="340" y="70"/>
                  <a:pt x="340" y="138"/>
                </a:cubicBezTo>
                <a:cubicBezTo>
                  <a:pt x="340" y="166"/>
                  <a:pt x="340" y="230"/>
                  <a:pt x="373" y="261"/>
                </a:cubicBezTo>
                <a:cubicBezTo>
                  <a:pt x="360" y="268"/>
                  <a:pt x="334" y="276"/>
                  <a:pt x="294" y="271"/>
                </a:cubicBezTo>
                <a:cubicBezTo>
                  <a:pt x="291" y="271"/>
                  <a:pt x="288" y="272"/>
                  <a:pt x="286" y="274"/>
                </a:cubicBezTo>
                <a:cubicBezTo>
                  <a:pt x="284" y="276"/>
                  <a:pt x="283" y="279"/>
                  <a:pt x="284" y="282"/>
                </a:cubicBezTo>
                <a:cubicBezTo>
                  <a:pt x="287" y="302"/>
                  <a:pt x="300" y="329"/>
                  <a:pt x="339" y="346"/>
                </a:cubicBezTo>
                <a:cubicBezTo>
                  <a:pt x="343" y="348"/>
                  <a:pt x="350" y="349"/>
                  <a:pt x="359" y="351"/>
                </a:cubicBezTo>
                <a:cubicBezTo>
                  <a:pt x="391" y="358"/>
                  <a:pt x="444" y="369"/>
                  <a:pt x="457" y="417"/>
                </a:cubicBezTo>
                <a:cubicBezTo>
                  <a:pt x="458" y="422"/>
                  <a:pt x="462" y="424"/>
                  <a:pt x="466" y="424"/>
                </a:cubicBezTo>
                <a:cubicBezTo>
                  <a:pt x="467" y="424"/>
                  <a:pt x="468" y="424"/>
                  <a:pt x="468" y="424"/>
                </a:cubicBezTo>
                <a:cubicBezTo>
                  <a:pt x="473" y="423"/>
                  <a:pt x="476" y="418"/>
                  <a:pt x="475" y="41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75" name="Group 174"/>
          <p:cNvGrpSpPr/>
          <p:nvPr/>
        </p:nvGrpSpPr>
        <p:grpSpPr>
          <a:xfrm>
            <a:off x="1907117" y="2279651"/>
            <a:ext cx="628651" cy="567267"/>
            <a:chOff x="1430338" y="1709738"/>
            <a:chExt cx="471488" cy="425450"/>
          </a:xfrm>
          <a:solidFill>
            <a:schemeClr val="tx2"/>
          </a:solidFill>
        </p:grpSpPr>
        <p:sp>
          <p:nvSpPr>
            <p:cNvPr id="144" name="Freeform 144"/>
            <p:cNvSpPr>
              <a:spLocks noEditPoints="1"/>
            </p:cNvSpPr>
            <p:nvPr/>
          </p:nvSpPr>
          <p:spPr bwMode="auto">
            <a:xfrm>
              <a:off x="1430338" y="1709738"/>
              <a:ext cx="471488" cy="425450"/>
            </a:xfrm>
            <a:custGeom>
              <a:avLst/>
              <a:gdLst>
                <a:gd name="T0" fmla="*/ 454 w 471"/>
                <a:gd name="T1" fmla="*/ 317 h 424"/>
                <a:gd name="T2" fmla="*/ 293 w 471"/>
                <a:gd name="T3" fmla="*/ 40 h 424"/>
                <a:gd name="T4" fmla="*/ 236 w 471"/>
                <a:gd name="T5" fmla="*/ 0 h 424"/>
                <a:gd name="T6" fmla="*/ 178 w 471"/>
                <a:gd name="T7" fmla="*/ 40 h 424"/>
                <a:gd name="T8" fmla="*/ 17 w 471"/>
                <a:gd name="T9" fmla="*/ 317 h 424"/>
                <a:gd name="T10" fmla="*/ 13 w 471"/>
                <a:gd name="T11" fmla="*/ 392 h 424"/>
                <a:gd name="T12" fmla="*/ 76 w 471"/>
                <a:gd name="T13" fmla="*/ 424 h 424"/>
                <a:gd name="T14" fmla="*/ 395 w 471"/>
                <a:gd name="T15" fmla="*/ 424 h 424"/>
                <a:gd name="T16" fmla="*/ 395 w 471"/>
                <a:gd name="T17" fmla="*/ 424 h 424"/>
                <a:gd name="T18" fmla="*/ 459 w 471"/>
                <a:gd name="T19" fmla="*/ 392 h 424"/>
                <a:gd name="T20" fmla="*/ 454 w 471"/>
                <a:gd name="T21" fmla="*/ 317 h 424"/>
                <a:gd name="T22" fmla="*/ 442 w 471"/>
                <a:gd name="T23" fmla="*/ 383 h 424"/>
                <a:gd name="T24" fmla="*/ 395 w 471"/>
                <a:gd name="T25" fmla="*/ 406 h 424"/>
                <a:gd name="T26" fmla="*/ 76 w 471"/>
                <a:gd name="T27" fmla="*/ 406 h 424"/>
                <a:gd name="T28" fmla="*/ 29 w 471"/>
                <a:gd name="T29" fmla="*/ 383 h 424"/>
                <a:gd name="T30" fmla="*/ 33 w 471"/>
                <a:gd name="T31" fmla="*/ 326 h 424"/>
                <a:gd name="T32" fmla="*/ 194 w 471"/>
                <a:gd name="T33" fmla="*/ 49 h 424"/>
                <a:gd name="T34" fmla="*/ 236 w 471"/>
                <a:gd name="T35" fmla="*/ 18 h 424"/>
                <a:gd name="T36" fmla="*/ 277 w 471"/>
                <a:gd name="T37" fmla="*/ 49 h 424"/>
                <a:gd name="T38" fmla="*/ 438 w 471"/>
                <a:gd name="T39" fmla="*/ 326 h 424"/>
                <a:gd name="T40" fmla="*/ 442 w 471"/>
                <a:gd name="T41" fmla="*/ 383 h 4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71" h="424">
                  <a:moveTo>
                    <a:pt x="454" y="317"/>
                  </a:moveTo>
                  <a:cubicBezTo>
                    <a:pt x="293" y="40"/>
                    <a:pt x="293" y="40"/>
                    <a:pt x="293" y="40"/>
                  </a:cubicBezTo>
                  <a:cubicBezTo>
                    <a:pt x="278" y="14"/>
                    <a:pt x="258" y="0"/>
                    <a:pt x="236" y="0"/>
                  </a:cubicBezTo>
                  <a:cubicBezTo>
                    <a:pt x="213" y="0"/>
                    <a:pt x="193" y="14"/>
                    <a:pt x="178" y="40"/>
                  </a:cubicBezTo>
                  <a:cubicBezTo>
                    <a:pt x="17" y="317"/>
                    <a:pt x="17" y="317"/>
                    <a:pt x="17" y="317"/>
                  </a:cubicBezTo>
                  <a:cubicBezTo>
                    <a:pt x="2" y="343"/>
                    <a:pt x="0" y="370"/>
                    <a:pt x="13" y="392"/>
                  </a:cubicBezTo>
                  <a:cubicBezTo>
                    <a:pt x="24" y="413"/>
                    <a:pt x="48" y="424"/>
                    <a:pt x="76" y="424"/>
                  </a:cubicBezTo>
                  <a:cubicBezTo>
                    <a:pt x="395" y="424"/>
                    <a:pt x="395" y="424"/>
                    <a:pt x="395" y="424"/>
                  </a:cubicBezTo>
                  <a:cubicBezTo>
                    <a:pt x="395" y="424"/>
                    <a:pt x="395" y="424"/>
                    <a:pt x="395" y="424"/>
                  </a:cubicBezTo>
                  <a:cubicBezTo>
                    <a:pt x="424" y="424"/>
                    <a:pt x="447" y="413"/>
                    <a:pt x="459" y="392"/>
                  </a:cubicBezTo>
                  <a:cubicBezTo>
                    <a:pt x="471" y="371"/>
                    <a:pt x="469" y="343"/>
                    <a:pt x="454" y="317"/>
                  </a:cubicBezTo>
                  <a:close/>
                  <a:moveTo>
                    <a:pt x="442" y="383"/>
                  </a:moveTo>
                  <a:cubicBezTo>
                    <a:pt x="434" y="397"/>
                    <a:pt x="417" y="406"/>
                    <a:pt x="395" y="406"/>
                  </a:cubicBezTo>
                  <a:cubicBezTo>
                    <a:pt x="76" y="406"/>
                    <a:pt x="76" y="406"/>
                    <a:pt x="76" y="406"/>
                  </a:cubicBezTo>
                  <a:cubicBezTo>
                    <a:pt x="54" y="406"/>
                    <a:pt x="37" y="397"/>
                    <a:pt x="29" y="383"/>
                  </a:cubicBezTo>
                  <a:cubicBezTo>
                    <a:pt x="20" y="367"/>
                    <a:pt x="21" y="346"/>
                    <a:pt x="33" y="326"/>
                  </a:cubicBezTo>
                  <a:cubicBezTo>
                    <a:pt x="194" y="49"/>
                    <a:pt x="194" y="49"/>
                    <a:pt x="194" y="49"/>
                  </a:cubicBezTo>
                  <a:cubicBezTo>
                    <a:pt x="205" y="29"/>
                    <a:pt x="220" y="18"/>
                    <a:pt x="236" y="18"/>
                  </a:cubicBezTo>
                  <a:cubicBezTo>
                    <a:pt x="251" y="18"/>
                    <a:pt x="266" y="29"/>
                    <a:pt x="277" y="49"/>
                  </a:cubicBezTo>
                  <a:cubicBezTo>
                    <a:pt x="438" y="326"/>
                    <a:pt x="438" y="326"/>
                    <a:pt x="438" y="326"/>
                  </a:cubicBezTo>
                  <a:cubicBezTo>
                    <a:pt x="450" y="347"/>
                    <a:pt x="451" y="367"/>
                    <a:pt x="442" y="383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5" name="Freeform 145"/>
            <p:cNvSpPr>
              <a:spLocks/>
            </p:cNvSpPr>
            <p:nvPr/>
          </p:nvSpPr>
          <p:spPr bwMode="auto">
            <a:xfrm>
              <a:off x="1657350" y="1827213"/>
              <a:ext cx="19050" cy="150813"/>
            </a:xfrm>
            <a:custGeom>
              <a:avLst/>
              <a:gdLst>
                <a:gd name="T0" fmla="*/ 10 w 19"/>
                <a:gd name="T1" fmla="*/ 150 h 150"/>
                <a:gd name="T2" fmla="*/ 19 w 19"/>
                <a:gd name="T3" fmla="*/ 141 h 150"/>
                <a:gd name="T4" fmla="*/ 19 w 19"/>
                <a:gd name="T5" fmla="*/ 10 h 150"/>
                <a:gd name="T6" fmla="*/ 10 w 19"/>
                <a:gd name="T7" fmla="*/ 0 h 150"/>
                <a:gd name="T8" fmla="*/ 0 w 19"/>
                <a:gd name="T9" fmla="*/ 10 h 150"/>
                <a:gd name="T10" fmla="*/ 0 w 19"/>
                <a:gd name="T11" fmla="*/ 141 h 150"/>
                <a:gd name="T12" fmla="*/ 10 w 19"/>
                <a:gd name="T13" fmla="*/ 150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" h="150">
                  <a:moveTo>
                    <a:pt x="10" y="150"/>
                  </a:moveTo>
                  <a:cubicBezTo>
                    <a:pt x="15" y="150"/>
                    <a:pt x="19" y="146"/>
                    <a:pt x="19" y="141"/>
                  </a:cubicBezTo>
                  <a:cubicBezTo>
                    <a:pt x="19" y="10"/>
                    <a:pt x="19" y="10"/>
                    <a:pt x="19" y="10"/>
                  </a:cubicBezTo>
                  <a:cubicBezTo>
                    <a:pt x="19" y="5"/>
                    <a:pt x="15" y="0"/>
                    <a:pt x="10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141"/>
                    <a:pt x="0" y="141"/>
                    <a:pt x="0" y="141"/>
                  </a:cubicBezTo>
                  <a:cubicBezTo>
                    <a:pt x="0" y="146"/>
                    <a:pt x="4" y="150"/>
                    <a:pt x="10" y="15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6" name="Freeform 146"/>
            <p:cNvSpPr>
              <a:spLocks noEditPoints="1"/>
            </p:cNvSpPr>
            <p:nvPr/>
          </p:nvSpPr>
          <p:spPr bwMode="auto">
            <a:xfrm>
              <a:off x="1636713" y="2005013"/>
              <a:ext cx="58738" cy="57150"/>
            </a:xfrm>
            <a:custGeom>
              <a:avLst/>
              <a:gdLst>
                <a:gd name="T0" fmla="*/ 29 w 58"/>
                <a:gd name="T1" fmla="*/ 0 h 58"/>
                <a:gd name="T2" fmla="*/ 0 w 58"/>
                <a:gd name="T3" fmla="*/ 29 h 58"/>
                <a:gd name="T4" fmla="*/ 29 w 58"/>
                <a:gd name="T5" fmla="*/ 58 h 58"/>
                <a:gd name="T6" fmla="*/ 58 w 58"/>
                <a:gd name="T7" fmla="*/ 29 h 58"/>
                <a:gd name="T8" fmla="*/ 29 w 58"/>
                <a:gd name="T9" fmla="*/ 0 h 58"/>
                <a:gd name="T10" fmla="*/ 29 w 58"/>
                <a:gd name="T11" fmla="*/ 40 h 58"/>
                <a:gd name="T12" fmla="*/ 18 w 58"/>
                <a:gd name="T13" fmla="*/ 29 h 58"/>
                <a:gd name="T14" fmla="*/ 29 w 58"/>
                <a:gd name="T15" fmla="*/ 19 h 58"/>
                <a:gd name="T16" fmla="*/ 39 w 58"/>
                <a:gd name="T17" fmla="*/ 29 h 58"/>
                <a:gd name="T18" fmla="*/ 29 w 58"/>
                <a:gd name="T19" fmla="*/ 40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8" h="58">
                  <a:moveTo>
                    <a:pt x="29" y="0"/>
                  </a:moveTo>
                  <a:cubicBezTo>
                    <a:pt x="13" y="0"/>
                    <a:pt x="0" y="13"/>
                    <a:pt x="0" y="29"/>
                  </a:cubicBezTo>
                  <a:cubicBezTo>
                    <a:pt x="0" y="45"/>
                    <a:pt x="13" y="58"/>
                    <a:pt x="29" y="58"/>
                  </a:cubicBezTo>
                  <a:cubicBezTo>
                    <a:pt x="45" y="58"/>
                    <a:pt x="58" y="45"/>
                    <a:pt x="58" y="29"/>
                  </a:cubicBezTo>
                  <a:cubicBezTo>
                    <a:pt x="58" y="13"/>
                    <a:pt x="45" y="0"/>
                    <a:pt x="29" y="0"/>
                  </a:cubicBezTo>
                  <a:close/>
                  <a:moveTo>
                    <a:pt x="29" y="40"/>
                  </a:moveTo>
                  <a:cubicBezTo>
                    <a:pt x="23" y="40"/>
                    <a:pt x="18" y="35"/>
                    <a:pt x="18" y="29"/>
                  </a:cubicBezTo>
                  <a:cubicBezTo>
                    <a:pt x="18" y="24"/>
                    <a:pt x="23" y="19"/>
                    <a:pt x="29" y="19"/>
                  </a:cubicBezTo>
                  <a:cubicBezTo>
                    <a:pt x="34" y="19"/>
                    <a:pt x="39" y="24"/>
                    <a:pt x="39" y="29"/>
                  </a:cubicBezTo>
                  <a:cubicBezTo>
                    <a:pt x="39" y="35"/>
                    <a:pt x="34" y="40"/>
                    <a:pt x="29" y="4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81" name="Group 180"/>
          <p:cNvGrpSpPr/>
          <p:nvPr/>
        </p:nvGrpSpPr>
        <p:grpSpPr>
          <a:xfrm>
            <a:off x="7294034" y="1369485"/>
            <a:ext cx="410633" cy="565151"/>
            <a:chOff x="5470525" y="1027113"/>
            <a:chExt cx="307975" cy="423863"/>
          </a:xfrm>
          <a:solidFill>
            <a:schemeClr val="tx2"/>
          </a:solidFill>
        </p:grpSpPr>
        <p:sp>
          <p:nvSpPr>
            <p:cNvPr id="147" name="Freeform 147"/>
            <p:cNvSpPr>
              <a:spLocks noEditPoints="1"/>
            </p:cNvSpPr>
            <p:nvPr/>
          </p:nvSpPr>
          <p:spPr bwMode="auto">
            <a:xfrm>
              <a:off x="5470525" y="1119188"/>
              <a:ext cx="307975" cy="331788"/>
            </a:xfrm>
            <a:custGeom>
              <a:avLst/>
              <a:gdLst>
                <a:gd name="T0" fmla="*/ 307 w 309"/>
                <a:gd name="T1" fmla="*/ 319 h 332"/>
                <a:gd name="T2" fmla="*/ 252 w 309"/>
                <a:gd name="T3" fmla="*/ 214 h 332"/>
                <a:gd name="T4" fmla="*/ 286 w 309"/>
                <a:gd name="T5" fmla="*/ 187 h 332"/>
                <a:gd name="T6" fmla="*/ 286 w 309"/>
                <a:gd name="T7" fmla="*/ 137 h 332"/>
                <a:gd name="T8" fmla="*/ 261 w 309"/>
                <a:gd name="T9" fmla="*/ 126 h 332"/>
                <a:gd name="T10" fmla="*/ 236 w 309"/>
                <a:gd name="T11" fmla="*/ 137 h 332"/>
                <a:gd name="T12" fmla="*/ 219 w 309"/>
                <a:gd name="T13" fmla="*/ 151 h 332"/>
                <a:gd name="T14" fmla="*/ 191 w 309"/>
                <a:gd name="T15" fmla="*/ 97 h 332"/>
                <a:gd name="T16" fmla="*/ 210 w 309"/>
                <a:gd name="T17" fmla="*/ 55 h 332"/>
                <a:gd name="T18" fmla="*/ 155 w 309"/>
                <a:gd name="T19" fmla="*/ 0 h 332"/>
                <a:gd name="T20" fmla="*/ 100 w 309"/>
                <a:gd name="T21" fmla="*/ 55 h 332"/>
                <a:gd name="T22" fmla="*/ 119 w 309"/>
                <a:gd name="T23" fmla="*/ 97 h 332"/>
                <a:gd name="T24" fmla="*/ 90 w 309"/>
                <a:gd name="T25" fmla="*/ 151 h 332"/>
                <a:gd name="T26" fmla="*/ 73 w 309"/>
                <a:gd name="T27" fmla="*/ 137 h 332"/>
                <a:gd name="T28" fmla="*/ 48 w 309"/>
                <a:gd name="T29" fmla="*/ 126 h 332"/>
                <a:gd name="T30" fmla="*/ 23 w 309"/>
                <a:gd name="T31" fmla="*/ 137 h 332"/>
                <a:gd name="T32" fmla="*/ 23 w 309"/>
                <a:gd name="T33" fmla="*/ 187 h 332"/>
                <a:gd name="T34" fmla="*/ 57 w 309"/>
                <a:gd name="T35" fmla="*/ 214 h 332"/>
                <a:gd name="T36" fmla="*/ 2 w 309"/>
                <a:gd name="T37" fmla="*/ 319 h 332"/>
                <a:gd name="T38" fmla="*/ 6 w 309"/>
                <a:gd name="T39" fmla="*/ 331 h 332"/>
                <a:gd name="T40" fmla="*/ 10 w 309"/>
                <a:gd name="T41" fmla="*/ 332 h 332"/>
                <a:gd name="T42" fmla="*/ 19 w 309"/>
                <a:gd name="T43" fmla="*/ 327 h 332"/>
                <a:gd name="T44" fmla="*/ 74 w 309"/>
                <a:gd name="T45" fmla="*/ 223 h 332"/>
                <a:gd name="T46" fmla="*/ 155 w 309"/>
                <a:gd name="T47" fmla="*/ 241 h 332"/>
                <a:gd name="T48" fmla="*/ 236 w 309"/>
                <a:gd name="T49" fmla="*/ 223 h 332"/>
                <a:gd name="T50" fmla="*/ 290 w 309"/>
                <a:gd name="T51" fmla="*/ 327 h 332"/>
                <a:gd name="T52" fmla="*/ 299 w 309"/>
                <a:gd name="T53" fmla="*/ 332 h 332"/>
                <a:gd name="T54" fmla="*/ 303 w 309"/>
                <a:gd name="T55" fmla="*/ 331 h 332"/>
                <a:gd name="T56" fmla="*/ 307 w 309"/>
                <a:gd name="T57" fmla="*/ 319 h 332"/>
                <a:gd name="T58" fmla="*/ 155 w 309"/>
                <a:gd name="T59" fmla="*/ 19 h 332"/>
                <a:gd name="T60" fmla="*/ 191 w 309"/>
                <a:gd name="T61" fmla="*/ 55 h 332"/>
                <a:gd name="T62" fmla="*/ 155 w 309"/>
                <a:gd name="T63" fmla="*/ 91 h 332"/>
                <a:gd name="T64" fmla="*/ 119 w 309"/>
                <a:gd name="T65" fmla="*/ 55 h 332"/>
                <a:gd name="T66" fmla="*/ 155 w 309"/>
                <a:gd name="T67" fmla="*/ 19 h 332"/>
                <a:gd name="T68" fmla="*/ 135 w 309"/>
                <a:gd name="T69" fmla="*/ 106 h 332"/>
                <a:gd name="T70" fmla="*/ 155 w 309"/>
                <a:gd name="T71" fmla="*/ 110 h 332"/>
                <a:gd name="T72" fmla="*/ 175 w 309"/>
                <a:gd name="T73" fmla="*/ 106 h 332"/>
                <a:gd name="T74" fmla="*/ 203 w 309"/>
                <a:gd name="T75" fmla="*/ 160 h 332"/>
                <a:gd name="T76" fmla="*/ 155 w 309"/>
                <a:gd name="T77" fmla="*/ 170 h 332"/>
                <a:gd name="T78" fmla="*/ 107 w 309"/>
                <a:gd name="T79" fmla="*/ 160 h 332"/>
                <a:gd name="T80" fmla="*/ 135 w 309"/>
                <a:gd name="T81" fmla="*/ 106 h 332"/>
                <a:gd name="T82" fmla="*/ 36 w 309"/>
                <a:gd name="T83" fmla="*/ 174 h 332"/>
                <a:gd name="T84" fmla="*/ 36 w 309"/>
                <a:gd name="T85" fmla="*/ 150 h 332"/>
                <a:gd name="T86" fmla="*/ 48 w 309"/>
                <a:gd name="T87" fmla="*/ 145 h 332"/>
                <a:gd name="T88" fmla="*/ 60 w 309"/>
                <a:gd name="T89" fmla="*/ 150 h 332"/>
                <a:gd name="T90" fmla="*/ 155 w 309"/>
                <a:gd name="T91" fmla="*/ 189 h 332"/>
                <a:gd name="T92" fmla="*/ 249 w 309"/>
                <a:gd name="T93" fmla="*/ 150 h 332"/>
                <a:gd name="T94" fmla="*/ 261 w 309"/>
                <a:gd name="T95" fmla="*/ 145 h 332"/>
                <a:gd name="T96" fmla="*/ 273 w 309"/>
                <a:gd name="T97" fmla="*/ 150 h 332"/>
                <a:gd name="T98" fmla="*/ 273 w 309"/>
                <a:gd name="T99" fmla="*/ 174 h 332"/>
                <a:gd name="T100" fmla="*/ 155 w 309"/>
                <a:gd name="T101" fmla="*/ 223 h 332"/>
                <a:gd name="T102" fmla="*/ 36 w 309"/>
                <a:gd name="T103" fmla="*/ 174 h 3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09" h="332">
                  <a:moveTo>
                    <a:pt x="307" y="319"/>
                  </a:moveTo>
                  <a:cubicBezTo>
                    <a:pt x="252" y="214"/>
                    <a:pt x="252" y="214"/>
                    <a:pt x="252" y="214"/>
                  </a:cubicBezTo>
                  <a:cubicBezTo>
                    <a:pt x="264" y="206"/>
                    <a:pt x="276" y="197"/>
                    <a:pt x="286" y="187"/>
                  </a:cubicBezTo>
                  <a:cubicBezTo>
                    <a:pt x="300" y="173"/>
                    <a:pt x="300" y="151"/>
                    <a:pt x="286" y="137"/>
                  </a:cubicBezTo>
                  <a:cubicBezTo>
                    <a:pt x="280" y="130"/>
                    <a:pt x="271" y="126"/>
                    <a:pt x="261" y="126"/>
                  </a:cubicBezTo>
                  <a:cubicBezTo>
                    <a:pt x="252" y="126"/>
                    <a:pt x="243" y="130"/>
                    <a:pt x="236" y="137"/>
                  </a:cubicBezTo>
                  <a:cubicBezTo>
                    <a:pt x="231" y="142"/>
                    <a:pt x="225" y="147"/>
                    <a:pt x="219" y="151"/>
                  </a:cubicBezTo>
                  <a:cubicBezTo>
                    <a:pt x="191" y="97"/>
                    <a:pt x="191" y="97"/>
                    <a:pt x="191" y="97"/>
                  </a:cubicBezTo>
                  <a:cubicBezTo>
                    <a:pt x="202" y="87"/>
                    <a:pt x="210" y="72"/>
                    <a:pt x="210" y="55"/>
                  </a:cubicBezTo>
                  <a:cubicBezTo>
                    <a:pt x="210" y="25"/>
                    <a:pt x="185" y="0"/>
                    <a:pt x="155" y="0"/>
                  </a:cubicBezTo>
                  <a:cubicBezTo>
                    <a:pt x="125" y="0"/>
                    <a:pt x="100" y="25"/>
                    <a:pt x="100" y="55"/>
                  </a:cubicBezTo>
                  <a:cubicBezTo>
                    <a:pt x="100" y="72"/>
                    <a:pt x="107" y="87"/>
                    <a:pt x="119" y="97"/>
                  </a:cubicBezTo>
                  <a:cubicBezTo>
                    <a:pt x="90" y="151"/>
                    <a:pt x="90" y="151"/>
                    <a:pt x="90" y="151"/>
                  </a:cubicBezTo>
                  <a:cubicBezTo>
                    <a:pt x="84" y="147"/>
                    <a:pt x="79" y="142"/>
                    <a:pt x="73" y="137"/>
                  </a:cubicBezTo>
                  <a:cubicBezTo>
                    <a:pt x="67" y="130"/>
                    <a:pt x="58" y="126"/>
                    <a:pt x="48" y="126"/>
                  </a:cubicBezTo>
                  <a:cubicBezTo>
                    <a:pt x="39" y="126"/>
                    <a:pt x="30" y="130"/>
                    <a:pt x="23" y="137"/>
                  </a:cubicBezTo>
                  <a:cubicBezTo>
                    <a:pt x="9" y="151"/>
                    <a:pt x="9" y="173"/>
                    <a:pt x="23" y="187"/>
                  </a:cubicBezTo>
                  <a:cubicBezTo>
                    <a:pt x="33" y="197"/>
                    <a:pt x="45" y="206"/>
                    <a:pt x="57" y="214"/>
                  </a:cubicBezTo>
                  <a:cubicBezTo>
                    <a:pt x="2" y="319"/>
                    <a:pt x="2" y="319"/>
                    <a:pt x="2" y="319"/>
                  </a:cubicBezTo>
                  <a:cubicBezTo>
                    <a:pt x="0" y="323"/>
                    <a:pt x="2" y="329"/>
                    <a:pt x="6" y="331"/>
                  </a:cubicBezTo>
                  <a:cubicBezTo>
                    <a:pt x="7" y="332"/>
                    <a:pt x="9" y="332"/>
                    <a:pt x="10" y="332"/>
                  </a:cubicBezTo>
                  <a:cubicBezTo>
                    <a:pt x="14" y="332"/>
                    <a:pt x="17" y="331"/>
                    <a:pt x="19" y="327"/>
                  </a:cubicBezTo>
                  <a:cubicBezTo>
                    <a:pt x="74" y="223"/>
                    <a:pt x="74" y="223"/>
                    <a:pt x="74" y="223"/>
                  </a:cubicBezTo>
                  <a:cubicBezTo>
                    <a:pt x="99" y="235"/>
                    <a:pt x="126" y="241"/>
                    <a:pt x="155" y="241"/>
                  </a:cubicBezTo>
                  <a:cubicBezTo>
                    <a:pt x="183" y="241"/>
                    <a:pt x="211" y="235"/>
                    <a:pt x="236" y="223"/>
                  </a:cubicBezTo>
                  <a:cubicBezTo>
                    <a:pt x="290" y="327"/>
                    <a:pt x="290" y="327"/>
                    <a:pt x="290" y="327"/>
                  </a:cubicBezTo>
                  <a:cubicBezTo>
                    <a:pt x="292" y="331"/>
                    <a:pt x="295" y="332"/>
                    <a:pt x="299" y="332"/>
                  </a:cubicBezTo>
                  <a:cubicBezTo>
                    <a:pt x="300" y="332"/>
                    <a:pt x="302" y="332"/>
                    <a:pt x="303" y="331"/>
                  </a:cubicBezTo>
                  <a:cubicBezTo>
                    <a:pt x="308" y="329"/>
                    <a:pt x="309" y="323"/>
                    <a:pt x="307" y="319"/>
                  </a:cubicBezTo>
                  <a:close/>
                  <a:moveTo>
                    <a:pt x="155" y="19"/>
                  </a:moveTo>
                  <a:cubicBezTo>
                    <a:pt x="175" y="19"/>
                    <a:pt x="191" y="35"/>
                    <a:pt x="191" y="55"/>
                  </a:cubicBezTo>
                  <a:cubicBezTo>
                    <a:pt x="191" y="75"/>
                    <a:pt x="175" y="91"/>
                    <a:pt x="155" y="91"/>
                  </a:cubicBezTo>
                  <a:cubicBezTo>
                    <a:pt x="135" y="91"/>
                    <a:pt x="119" y="75"/>
                    <a:pt x="119" y="55"/>
                  </a:cubicBezTo>
                  <a:cubicBezTo>
                    <a:pt x="119" y="35"/>
                    <a:pt x="135" y="19"/>
                    <a:pt x="155" y="19"/>
                  </a:cubicBezTo>
                  <a:close/>
                  <a:moveTo>
                    <a:pt x="135" y="106"/>
                  </a:moveTo>
                  <a:cubicBezTo>
                    <a:pt x="141" y="109"/>
                    <a:pt x="148" y="110"/>
                    <a:pt x="155" y="110"/>
                  </a:cubicBezTo>
                  <a:cubicBezTo>
                    <a:pt x="162" y="110"/>
                    <a:pt x="168" y="109"/>
                    <a:pt x="175" y="106"/>
                  </a:cubicBezTo>
                  <a:cubicBezTo>
                    <a:pt x="203" y="160"/>
                    <a:pt x="203" y="160"/>
                    <a:pt x="203" y="160"/>
                  </a:cubicBezTo>
                  <a:cubicBezTo>
                    <a:pt x="188" y="167"/>
                    <a:pt x="172" y="170"/>
                    <a:pt x="155" y="170"/>
                  </a:cubicBezTo>
                  <a:cubicBezTo>
                    <a:pt x="138" y="170"/>
                    <a:pt x="122" y="167"/>
                    <a:pt x="107" y="160"/>
                  </a:cubicBezTo>
                  <a:lnTo>
                    <a:pt x="135" y="106"/>
                  </a:lnTo>
                  <a:close/>
                  <a:moveTo>
                    <a:pt x="36" y="174"/>
                  </a:moveTo>
                  <a:cubicBezTo>
                    <a:pt x="30" y="167"/>
                    <a:pt x="30" y="156"/>
                    <a:pt x="36" y="150"/>
                  </a:cubicBezTo>
                  <a:cubicBezTo>
                    <a:pt x="39" y="147"/>
                    <a:pt x="44" y="145"/>
                    <a:pt x="48" y="145"/>
                  </a:cubicBezTo>
                  <a:cubicBezTo>
                    <a:pt x="53" y="145"/>
                    <a:pt x="57" y="147"/>
                    <a:pt x="60" y="150"/>
                  </a:cubicBezTo>
                  <a:cubicBezTo>
                    <a:pt x="85" y="175"/>
                    <a:pt x="119" y="189"/>
                    <a:pt x="155" y="189"/>
                  </a:cubicBezTo>
                  <a:cubicBezTo>
                    <a:pt x="191" y="189"/>
                    <a:pt x="224" y="175"/>
                    <a:pt x="249" y="150"/>
                  </a:cubicBezTo>
                  <a:cubicBezTo>
                    <a:pt x="253" y="147"/>
                    <a:pt x="257" y="145"/>
                    <a:pt x="261" y="145"/>
                  </a:cubicBezTo>
                  <a:cubicBezTo>
                    <a:pt x="266" y="145"/>
                    <a:pt x="270" y="147"/>
                    <a:pt x="273" y="150"/>
                  </a:cubicBezTo>
                  <a:cubicBezTo>
                    <a:pt x="280" y="156"/>
                    <a:pt x="280" y="167"/>
                    <a:pt x="273" y="174"/>
                  </a:cubicBezTo>
                  <a:cubicBezTo>
                    <a:pt x="242" y="205"/>
                    <a:pt x="200" y="223"/>
                    <a:pt x="155" y="223"/>
                  </a:cubicBezTo>
                  <a:cubicBezTo>
                    <a:pt x="110" y="223"/>
                    <a:pt x="68" y="205"/>
                    <a:pt x="36" y="174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8" name="Freeform 148"/>
            <p:cNvSpPr>
              <a:spLocks noEditPoints="1"/>
            </p:cNvSpPr>
            <p:nvPr/>
          </p:nvSpPr>
          <p:spPr bwMode="auto">
            <a:xfrm>
              <a:off x="5602288" y="1027113"/>
              <a:ext cx="44450" cy="84138"/>
            </a:xfrm>
            <a:custGeom>
              <a:avLst/>
              <a:gdLst>
                <a:gd name="T0" fmla="*/ 9 w 45"/>
                <a:gd name="T1" fmla="*/ 58 h 84"/>
                <a:gd name="T2" fmla="*/ 13 w 45"/>
                <a:gd name="T3" fmla="*/ 58 h 84"/>
                <a:gd name="T4" fmla="*/ 13 w 45"/>
                <a:gd name="T5" fmla="*/ 75 h 84"/>
                <a:gd name="T6" fmla="*/ 23 w 45"/>
                <a:gd name="T7" fmla="*/ 84 h 84"/>
                <a:gd name="T8" fmla="*/ 32 w 45"/>
                <a:gd name="T9" fmla="*/ 75 h 84"/>
                <a:gd name="T10" fmla="*/ 32 w 45"/>
                <a:gd name="T11" fmla="*/ 58 h 84"/>
                <a:gd name="T12" fmla="*/ 36 w 45"/>
                <a:gd name="T13" fmla="*/ 58 h 84"/>
                <a:gd name="T14" fmla="*/ 45 w 45"/>
                <a:gd name="T15" fmla="*/ 49 h 84"/>
                <a:gd name="T16" fmla="*/ 45 w 45"/>
                <a:gd name="T17" fmla="*/ 10 h 84"/>
                <a:gd name="T18" fmla="*/ 36 w 45"/>
                <a:gd name="T19" fmla="*/ 0 h 84"/>
                <a:gd name="T20" fmla="*/ 9 w 45"/>
                <a:gd name="T21" fmla="*/ 0 h 84"/>
                <a:gd name="T22" fmla="*/ 0 w 45"/>
                <a:gd name="T23" fmla="*/ 10 h 84"/>
                <a:gd name="T24" fmla="*/ 0 w 45"/>
                <a:gd name="T25" fmla="*/ 49 h 84"/>
                <a:gd name="T26" fmla="*/ 9 w 45"/>
                <a:gd name="T27" fmla="*/ 58 h 84"/>
                <a:gd name="T28" fmla="*/ 19 w 45"/>
                <a:gd name="T29" fmla="*/ 19 h 84"/>
                <a:gd name="T30" fmla="*/ 26 w 45"/>
                <a:gd name="T31" fmla="*/ 19 h 84"/>
                <a:gd name="T32" fmla="*/ 26 w 45"/>
                <a:gd name="T33" fmla="*/ 40 h 84"/>
                <a:gd name="T34" fmla="*/ 19 w 45"/>
                <a:gd name="T35" fmla="*/ 40 h 84"/>
                <a:gd name="T36" fmla="*/ 19 w 45"/>
                <a:gd name="T37" fmla="*/ 19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5" h="84">
                  <a:moveTo>
                    <a:pt x="9" y="58"/>
                  </a:moveTo>
                  <a:cubicBezTo>
                    <a:pt x="13" y="58"/>
                    <a:pt x="13" y="58"/>
                    <a:pt x="13" y="58"/>
                  </a:cubicBezTo>
                  <a:cubicBezTo>
                    <a:pt x="13" y="75"/>
                    <a:pt x="13" y="75"/>
                    <a:pt x="13" y="75"/>
                  </a:cubicBezTo>
                  <a:cubicBezTo>
                    <a:pt x="13" y="80"/>
                    <a:pt x="18" y="84"/>
                    <a:pt x="23" y="84"/>
                  </a:cubicBezTo>
                  <a:cubicBezTo>
                    <a:pt x="28" y="84"/>
                    <a:pt x="32" y="80"/>
                    <a:pt x="32" y="75"/>
                  </a:cubicBezTo>
                  <a:cubicBezTo>
                    <a:pt x="32" y="58"/>
                    <a:pt x="32" y="58"/>
                    <a:pt x="32" y="58"/>
                  </a:cubicBezTo>
                  <a:cubicBezTo>
                    <a:pt x="36" y="58"/>
                    <a:pt x="36" y="58"/>
                    <a:pt x="36" y="58"/>
                  </a:cubicBezTo>
                  <a:cubicBezTo>
                    <a:pt x="41" y="58"/>
                    <a:pt x="45" y="54"/>
                    <a:pt x="45" y="49"/>
                  </a:cubicBezTo>
                  <a:cubicBezTo>
                    <a:pt x="45" y="10"/>
                    <a:pt x="45" y="10"/>
                    <a:pt x="45" y="10"/>
                  </a:cubicBezTo>
                  <a:cubicBezTo>
                    <a:pt x="45" y="4"/>
                    <a:pt x="41" y="0"/>
                    <a:pt x="36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54"/>
                    <a:pt x="4" y="58"/>
                    <a:pt x="9" y="58"/>
                  </a:cubicBezTo>
                  <a:close/>
                  <a:moveTo>
                    <a:pt x="19" y="19"/>
                  </a:moveTo>
                  <a:cubicBezTo>
                    <a:pt x="26" y="19"/>
                    <a:pt x="26" y="19"/>
                    <a:pt x="26" y="19"/>
                  </a:cubicBezTo>
                  <a:cubicBezTo>
                    <a:pt x="26" y="40"/>
                    <a:pt x="26" y="40"/>
                    <a:pt x="26" y="40"/>
                  </a:cubicBezTo>
                  <a:cubicBezTo>
                    <a:pt x="19" y="40"/>
                    <a:pt x="19" y="40"/>
                    <a:pt x="19" y="40"/>
                  </a:cubicBezTo>
                  <a:lnTo>
                    <a:pt x="19" y="19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49" name="Freeform 149"/>
          <p:cNvSpPr>
            <a:spLocks noEditPoints="1"/>
          </p:cNvSpPr>
          <p:nvPr/>
        </p:nvSpPr>
        <p:spPr bwMode="auto">
          <a:xfrm>
            <a:off x="8377768" y="1369484"/>
            <a:ext cx="740833" cy="567267"/>
          </a:xfrm>
          <a:custGeom>
            <a:avLst/>
            <a:gdLst>
              <a:gd name="T0" fmla="*/ 514 w 556"/>
              <a:gd name="T1" fmla="*/ 0 h 425"/>
              <a:gd name="T2" fmla="*/ 472 w 556"/>
              <a:gd name="T3" fmla="*/ 42 h 425"/>
              <a:gd name="T4" fmla="*/ 484 w 556"/>
              <a:gd name="T5" fmla="*/ 72 h 425"/>
              <a:gd name="T6" fmla="*/ 372 w 556"/>
              <a:gd name="T7" fmla="*/ 252 h 425"/>
              <a:gd name="T8" fmla="*/ 357 w 556"/>
              <a:gd name="T9" fmla="*/ 249 h 425"/>
              <a:gd name="T10" fmla="*/ 328 w 556"/>
              <a:gd name="T11" fmla="*/ 261 h 425"/>
              <a:gd name="T12" fmla="*/ 213 w 556"/>
              <a:gd name="T13" fmla="*/ 188 h 425"/>
              <a:gd name="T14" fmla="*/ 216 w 556"/>
              <a:gd name="T15" fmla="*/ 173 h 425"/>
              <a:gd name="T16" fmla="*/ 174 w 556"/>
              <a:gd name="T17" fmla="*/ 131 h 425"/>
              <a:gd name="T18" fmla="*/ 131 w 556"/>
              <a:gd name="T19" fmla="*/ 173 h 425"/>
              <a:gd name="T20" fmla="*/ 144 w 556"/>
              <a:gd name="T21" fmla="*/ 204 h 425"/>
              <a:gd name="T22" fmla="*/ 56 w 556"/>
              <a:gd name="T23" fmla="*/ 343 h 425"/>
              <a:gd name="T24" fmla="*/ 43 w 556"/>
              <a:gd name="T25" fmla="*/ 341 h 425"/>
              <a:gd name="T26" fmla="*/ 0 w 556"/>
              <a:gd name="T27" fmla="*/ 383 h 425"/>
              <a:gd name="T28" fmla="*/ 43 w 556"/>
              <a:gd name="T29" fmla="*/ 425 h 425"/>
              <a:gd name="T30" fmla="*/ 85 w 556"/>
              <a:gd name="T31" fmla="*/ 383 h 425"/>
              <a:gd name="T32" fmla="*/ 72 w 556"/>
              <a:gd name="T33" fmla="*/ 353 h 425"/>
              <a:gd name="T34" fmla="*/ 160 w 556"/>
              <a:gd name="T35" fmla="*/ 213 h 425"/>
              <a:gd name="T36" fmla="*/ 174 w 556"/>
              <a:gd name="T37" fmla="*/ 215 h 425"/>
              <a:gd name="T38" fmla="*/ 203 w 556"/>
              <a:gd name="T39" fmla="*/ 204 h 425"/>
              <a:gd name="T40" fmla="*/ 318 w 556"/>
              <a:gd name="T41" fmla="*/ 277 h 425"/>
              <a:gd name="T42" fmla="*/ 315 w 556"/>
              <a:gd name="T43" fmla="*/ 291 h 425"/>
              <a:gd name="T44" fmla="*/ 357 w 556"/>
              <a:gd name="T45" fmla="*/ 333 h 425"/>
              <a:gd name="T46" fmla="*/ 399 w 556"/>
              <a:gd name="T47" fmla="*/ 291 h 425"/>
              <a:gd name="T48" fmla="*/ 387 w 556"/>
              <a:gd name="T49" fmla="*/ 262 h 425"/>
              <a:gd name="T50" fmla="*/ 500 w 556"/>
              <a:gd name="T51" fmla="*/ 82 h 425"/>
              <a:gd name="T52" fmla="*/ 514 w 556"/>
              <a:gd name="T53" fmla="*/ 84 h 425"/>
              <a:gd name="T54" fmla="*/ 556 w 556"/>
              <a:gd name="T55" fmla="*/ 42 h 425"/>
              <a:gd name="T56" fmla="*/ 514 w 556"/>
              <a:gd name="T57" fmla="*/ 0 h 425"/>
              <a:gd name="T58" fmla="*/ 43 w 556"/>
              <a:gd name="T59" fmla="*/ 406 h 425"/>
              <a:gd name="T60" fmla="*/ 19 w 556"/>
              <a:gd name="T61" fmla="*/ 383 h 425"/>
              <a:gd name="T62" fmla="*/ 43 w 556"/>
              <a:gd name="T63" fmla="*/ 360 h 425"/>
              <a:gd name="T64" fmla="*/ 66 w 556"/>
              <a:gd name="T65" fmla="*/ 383 h 425"/>
              <a:gd name="T66" fmla="*/ 43 w 556"/>
              <a:gd name="T67" fmla="*/ 406 h 425"/>
              <a:gd name="T68" fmla="*/ 174 w 556"/>
              <a:gd name="T69" fmla="*/ 197 h 425"/>
              <a:gd name="T70" fmla="*/ 150 w 556"/>
              <a:gd name="T71" fmla="*/ 173 h 425"/>
              <a:gd name="T72" fmla="*/ 174 w 556"/>
              <a:gd name="T73" fmla="*/ 150 h 425"/>
              <a:gd name="T74" fmla="*/ 197 w 556"/>
              <a:gd name="T75" fmla="*/ 173 h 425"/>
              <a:gd name="T76" fmla="*/ 174 w 556"/>
              <a:gd name="T77" fmla="*/ 197 h 425"/>
              <a:gd name="T78" fmla="*/ 357 w 556"/>
              <a:gd name="T79" fmla="*/ 315 h 425"/>
              <a:gd name="T80" fmla="*/ 334 w 556"/>
              <a:gd name="T81" fmla="*/ 291 h 425"/>
              <a:gd name="T82" fmla="*/ 357 w 556"/>
              <a:gd name="T83" fmla="*/ 268 h 425"/>
              <a:gd name="T84" fmla="*/ 380 w 556"/>
              <a:gd name="T85" fmla="*/ 291 h 425"/>
              <a:gd name="T86" fmla="*/ 357 w 556"/>
              <a:gd name="T87" fmla="*/ 315 h 425"/>
              <a:gd name="T88" fmla="*/ 514 w 556"/>
              <a:gd name="T89" fmla="*/ 66 h 425"/>
              <a:gd name="T90" fmla="*/ 491 w 556"/>
              <a:gd name="T91" fmla="*/ 42 h 425"/>
              <a:gd name="T92" fmla="*/ 514 w 556"/>
              <a:gd name="T93" fmla="*/ 19 h 425"/>
              <a:gd name="T94" fmla="*/ 538 w 556"/>
              <a:gd name="T95" fmla="*/ 42 h 425"/>
              <a:gd name="T96" fmla="*/ 514 w 556"/>
              <a:gd name="T97" fmla="*/ 66 h 4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556" h="425">
                <a:moveTo>
                  <a:pt x="514" y="0"/>
                </a:moveTo>
                <a:cubicBezTo>
                  <a:pt x="491" y="0"/>
                  <a:pt x="472" y="19"/>
                  <a:pt x="472" y="42"/>
                </a:cubicBezTo>
                <a:cubicBezTo>
                  <a:pt x="472" y="54"/>
                  <a:pt x="477" y="65"/>
                  <a:pt x="484" y="72"/>
                </a:cubicBezTo>
                <a:cubicBezTo>
                  <a:pt x="372" y="252"/>
                  <a:pt x="372" y="252"/>
                  <a:pt x="372" y="252"/>
                </a:cubicBezTo>
                <a:cubicBezTo>
                  <a:pt x="367" y="250"/>
                  <a:pt x="362" y="249"/>
                  <a:pt x="357" y="249"/>
                </a:cubicBezTo>
                <a:cubicBezTo>
                  <a:pt x="346" y="249"/>
                  <a:pt x="335" y="254"/>
                  <a:pt x="328" y="261"/>
                </a:cubicBezTo>
                <a:cubicBezTo>
                  <a:pt x="213" y="188"/>
                  <a:pt x="213" y="188"/>
                  <a:pt x="213" y="188"/>
                </a:cubicBezTo>
                <a:cubicBezTo>
                  <a:pt x="215" y="184"/>
                  <a:pt x="216" y="179"/>
                  <a:pt x="216" y="173"/>
                </a:cubicBezTo>
                <a:cubicBezTo>
                  <a:pt x="216" y="150"/>
                  <a:pt x="197" y="131"/>
                  <a:pt x="174" y="131"/>
                </a:cubicBezTo>
                <a:cubicBezTo>
                  <a:pt x="150" y="131"/>
                  <a:pt x="131" y="150"/>
                  <a:pt x="131" y="173"/>
                </a:cubicBezTo>
                <a:cubicBezTo>
                  <a:pt x="131" y="185"/>
                  <a:pt x="136" y="196"/>
                  <a:pt x="144" y="204"/>
                </a:cubicBezTo>
                <a:cubicBezTo>
                  <a:pt x="56" y="343"/>
                  <a:pt x="56" y="343"/>
                  <a:pt x="56" y="343"/>
                </a:cubicBezTo>
                <a:cubicBezTo>
                  <a:pt x="52" y="342"/>
                  <a:pt x="47" y="341"/>
                  <a:pt x="43" y="341"/>
                </a:cubicBezTo>
                <a:cubicBezTo>
                  <a:pt x="19" y="341"/>
                  <a:pt x="0" y="360"/>
                  <a:pt x="0" y="383"/>
                </a:cubicBezTo>
                <a:cubicBezTo>
                  <a:pt x="0" y="406"/>
                  <a:pt x="19" y="425"/>
                  <a:pt x="43" y="425"/>
                </a:cubicBezTo>
                <a:cubicBezTo>
                  <a:pt x="66" y="425"/>
                  <a:pt x="85" y="406"/>
                  <a:pt x="85" y="383"/>
                </a:cubicBezTo>
                <a:cubicBezTo>
                  <a:pt x="85" y="371"/>
                  <a:pt x="80" y="361"/>
                  <a:pt x="72" y="353"/>
                </a:cubicBezTo>
                <a:cubicBezTo>
                  <a:pt x="160" y="213"/>
                  <a:pt x="160" y="213"/>
                  <a:pt x="160" y="213"/>
                </a:cubicBezTo>
                <a:cubicBezTo>
                  <a:pt x="164" y="215"/>
                  <a:pt x="169" y="215"/>
                  <a:pt x="174" y="215"/>
                </a:cubicBezTo>
                <a:cubicBezTo>
                  <a:pt x="185" y="215"/>
                  <a:pt x="195" y="211"/>
                  <a:pt x="203" y="204"/>
                </a:cubicBezTo>
                <a:cubicBezTo>
                  <a:pt x="318" y="277"/>
                  <a:pt x="318" y="277"/>
                  <a:pt x="318" y="277"/>
                </a:cubicBezTo>
                <a:cubicBezTo>
                  <a:pt x="316" y="281"/>
                  <a:pt x="315" y="286"/>
                  <a:pt x="315" y="291"/>
                </a:cubicBezTo>
                <a:cubicBezTo>
                  <a:pt x="315" y="315"/>
                  <a:pt x="334" y="333"/>
                  <a:pt x="357" y="333"/>
                </a:cubicBezTo>
                <a:cubicBezTo>
                  <a:pt x="380" y="333"/>
                  <a:pt x="399" y="315"/>
                  <a:pt x="399" y="291"/>
                </a:cubicBezTo>
                <a:cubicBezTo>
                  <a:pt x="399" y="280"/>
                  <a:pt x="395" y="270"/>
                  <a:pt x="387" y="262"/>
                </a:cubicBezTo>
                <a:cubicBezTo>
                  <a:pt x="500" y="82"/>
                  <a:pt x="500" y="82"/>
                  <a:pt x="500" y="82"/>
                </a:cubicBezTo>
                <a:cubicBezTo>
                  <a:pt x="505" y="84"/>
                  <a:pt x="509" y="84"/>
                  <a:pt x="514" y="84"/>
                </a:cubicBezTo>
                <a:cubicBezTo>
                  <a:pt x="537" y="84"/>
                  <a:pt x="556" y="66"/>
                  <a:pt x="556" y="42"/>
                </a:cubicBezTo>
                <a:cubicBezTo>
                  <a:pt x="556" y="19"/>
                  <a:pt x="537" y="0"/>
                  <a:pt x="514" y="0"/>
                </a:cubicBezTo>
                <a:close/>
                <a:moveTo>
                  <a:pt x="43" y="406"/>
                </a:moveTo>
                <a:cubicBezTo>
                  <a:pt x="30" y="406"/>
                  <a:pt x="19" y="396"/>
                  <a:pt x="19" y="383"/>
                </a:cubicBezTo>
                <a:cubicBezTo>
                  <a:pt x="19" y="370"/>
                  <a:pt x="30" y="360"/>
                  <a:pt x="43" y="360"/>
                </a:cubicBezTo>
                <a:cubicBezTo>
                  <a:pt x="55" y="360"/>
                  <a:pt x="66" y="370"/>
                  <a:pt x="66" y="383"/>
                </a:cubicBezTo>
                <a:cubicBezTo>
                  <a:pt x="66" y="396"/>
                  <a:pt x="55" y="406"/>
                  <a:pt x="43" y="406"/>
                </a:cubicBezTo>
                <a:close/>
                <a:moveTo>
                  <a:pt x="174" y="197"/>
                </a:moveTo>
                <a:cubicBezTo>
                  <a:pt x="161" y="197"/>
                  <a:pt x="150" y="186"/>
                  <a:pt x="150" y="173"/>
                </a:cubicBezTo>
                <a:cubicBezTo>
                  <a:pt x="150" y="160"/>
                  <a:pt x="161" y="150"/>
                  <a:pt x="174" y="150"/>
                </a:cubicBezTo>
                <a:cubicBezTo>
                  <a:pt x="186" y="150"/>
                  <a:pt x="197" y="160"/>
                  <a:pt x="197" y="173"/>
                </a:cubicBezTo>
                <a:cubicBezTo>
                  <a:pt x="197" y="186"/>
                  <a:pt x="186" y="197"/>
                  <a:pt x="174" y="197"/>
                </a:cubicBezTo>
                <a:close/>
                <a:moveTo>
                  <a:pt x="357" y="315"/>
                </a:moveTo>
                <a:cubicBezTo>
                  <a:pt x="344" y="315"/>
                  <a:pt x="334" y="304"/>
                  <a:pt x="334" y="291"/>
                </a:cubicBezTo>
                <a:cubicBezTo>
                  <a:pt x="334" y="278"/>
                  <a:pt x="344" y="268"/>
                  <a:pt x="357" y="268"/>
                </a:cubicBezTo>
                <a:cubicBezTo>
                  <a:pt x="370" y="268"/>
                  <a:pt x="380" y="278"/>
                  <a:pt x="380" y="291"/>
                </a:cubicBezTo>
                <a:cubicBezTo>
                  <a:pt x="380" y="304"/>
                  <a:pt x="370" y="315"/>
                  <a:pt x="357" y="315"/>
                </a:cubicBezTo>
                <a:close/>
                <a:moveTo>
                  <a:pt x="514" y="66"/>
                </a:moveTo>
                <a:cubicBezTo>
                  <a:pt x="501" y="66"/>
                  <a:pt x="491" y="55"/>
                  <a:pt x="491" y="42"/>
                </a:cubicBezTo>
                <a:cubicBezTo>
                  <a:pt x="491" y="29"/>
                  <a:pt x="501" y="19"/>
                  <a:pt x="514" y="19"/>
                </a:cubicBezTo>
                <a:cubicBezTo>
                  <a:pt x="527" y="19"/>
                  <a:pt x="538" y="29"/>
                  <a:pt x="538" y="42"/>
                </a:cubicBezTo>
                <a:cubicBezTo>
                  <a:pt x="538" y="55"/>
                  <a:pt x="527" y="66"/>
                  <a:pt x="514" y="6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</p:spTree>
    <p:extLst>
      <p:ext uri="{BB962C8B-B14F-4D97-AF65-F5344CB8AC3E}">
        <p14:creationId xmlns:p14="http://schemas.microsoft.com/office/powerpoint/2010/main" val="2737799557"/>
      </p:ext>
    </p:extLst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" name="Freeform 58"/>
          <p:cNvSpPr>
            <a:spLocks noEditPoints="1"/>
          </p:cNvSpPr>
          <p:nvPr/>
        </p:nvSpPr>
        <p:spPr bwMode="auto">
          <a:xfrm>
            <a:off x="840317" y="931335"/>
            <a:ext cx="577851" cy="577851"/>
          </a:xfrm>
          <a:custGeom>
            <a:avLst/>
            <a:gdLst>
              <a:gd name="T0" fmla="*/ 351 w 353"/>
              <a:gd name="T1" fmla="*/ 171 h 353"/>
              <a:gd name="T2" fmla="*/ 289 w 353"/>
              <a:gd name="T3" fmla="*/ 109 h 353"/>
              <a:gd name="T4" fmla="*/ 289 w 353"/>
              <a:gd name="T5" fmla="*/ 24 h 353"/>
              <a:gd name="T6" fmla="*/ 281 w 353"/>
              <a:gd name="T7" fmla="*/ 16 h 353"/>
              <a:gd name="T8" fmla="*/ 233 w 353"/>
              <a:gd name="T9" fmla="*/ 16 h 353"/>
              <a:gd name="T10" fmla="*/ 225 w 353"/>
              <a:gd name="T11" fmla="*/ 24 h 353"/>
              <a:gd name="T12" fmla="*/ 225 w 353"/>
              <a:gd name="T13" fmla="*/ 45 h 353"/>
              <a:gd name="T14" fmla="*/ 182 w 353"/>
              <a:gd name="T15" fmla="*/ 2 h 353"/>
              <a:gd name="T16" fmla="*/ 177 w 353"/>
              <a:gd name="T17" fmla="*/ 0 h 353"/>
              <a:gd name="T18" fmla="*/ 171 w 353"/>
              <a:gd name="T19" fmla="*/ 2 h 353"/>
              <a:gd name="T20" fmla="*/ 2 w 353"/>
              <a:gd name="T21" fmla="*/ 171 h 353"/>
              <a:gd name="T22" fmla="*/ 0 w 353"/>
              <a:gd name="T23" fmla="*/ 176 h 353"/>
              <a:gd name="T24" fmla="*/ 8 w 353"/>
              <a:gd name="T25" fmla="*/ 184 h 353"/>
              <a:gd name="T26" fmla="*/ 14 w 353"/>
              <a:gd name="T27" fmla="*/ 182 h 353"/>
              <a:gd name="T28" fmla="*/ 48 w 353"/>
              <a:gd name="T29" fmla="*/ 148 h 353"/>
              <a:gd name="T30" fmla="*/ 48 w 353"/>
              <a:gd name="T31" fmla="*/ 345 h 353"/>
              <a:gd name="T32" fmla="*/ 56 w 353"/>
              <a:gd name="T33" fmla="*/ 353 h 353"/>
              <a:gd name="T34" fmla="*/ 297 w 353"/>
              <a:gd name="T35" fmla="*/ 353 h 353"/>
              <a:gd name="T36" fmla="*/ 305 w 353"/>
              <a:gd name="T37" fmla="*/ 345 h 353"/>
              <a:gd name="T38" fmla="*/ 305 w 353"/>
              <a:gd name="T39" fmla="*/ 148 h 353"/>
              <a:gd name="T40" fmla="*/ 339 w 353"/>
              <a:gd name="T41" fmla="*/ 182 h 353"/>
              <a:gd name="T42" fmla="*/ 345 w 353"/>
              <a:gd name="T43" fmla="*/ 184 h 353"/>
              <a:gd name="T44" fmla="*/ 353 w 353"/>
              <a:gd name="T45" fmla="*/ 176 h 353"/>
              <a:gd name="T46" fmla="*/ 351 w 353"/>
              <a:gd name="T47" fmla="*/ 171 h 353"/>
              <a:gd name="T48" fmla="*/ 241 w 353"/>
              <a:gd name="T49" fmla="*/ 32 h 353"/>
              <a:gd name="T50" fmla="*/ 273 w 353"/>
              <a:gd name="T51" fmla="*/ 32 h 353"/>
              <a:gd name="T52" fmla="*/ 273 w 353"/>
              <a:gd name="T53" fmla="*/ 93 h 353"/>
              <a:gd name="T54" fmla="*/ 241 w 353"/>
              <a:gd name="T55" fmla="*/ 61 h 353"/>
              <a:gd name="T56" fmla="*/ 241 w 353"/>
              <a:gd name="T57" fmla="*/ 32 h 353"/>
              <a:gd name="T58" fmla="*/ 128 w 353"/>
              <a:gd name="T59" fmla="*/ 337 h 353"/>
              <a:gd name="T60" fmla="*/ 64 w 353"/>
              <a:gd name="T61" fmla="*/ 337 h 353"/>
              <a:gd name="T62" fmla="*/ 64 w 353"/>
              <a:gd name="T63" fmla="*/ 321 h 353"/>
              <a:gd name="T64" fmla="*/ 128 w 353"/>
              <a:gd name="T65" fmla="*/ 321 h 353"/>
              <a:gd name="T66" fmla="*/ 128 w 353"/>
              <a:gd name="T67" fmla="*/ 337 h 353"/>
              <a:gd name="T68" fmla="*/ 209 w 353"/>
              <a:gd name="T69" fmla="*/ 337 h 353"/>
              <a:gd name="T70" fmla="*/ 144 w 353"/>
              <a:gd name="T71" fmla="*/ 337 h 353"/>
              <a:gd name="T72" fmla="*/ 144 w 353"/>
              <a:gd name="T73" fmla="*/ 208 h 353"/>
              <a:gd name="T74" fmla="*/ 209 w 353"/>
              <a:gd name="T75" fmla="*/ 208 h 353"/>
              <a:gd name="T76" fmla="*/ 209 w 353"/>
              <a:gd name="T77" fmla="*/ 337 h 353"/>
              <a:gd name="T78" fmla="*/ 289 w 353"/>
              <a:gd name="T79" fmla="*/ 337 h 353"/>
              <a:gd name="T80" fmla="*/ 225 w 353"/>
              <a:gd name="T81" fmla="*/ 337 h 353"/>
              <a:gd name="T82" fmla="*/ 225 w 353"/>
              <a:gd name="T83" fmla="*/ 321 h 353"/>
              <a:gd name="T84" fmla="*/ 289 w 353"/>
              <a:gd name="T85" fmla="*/ 321 h 353"/>
              <a:gd name="T86" fmla="*/ 289 w 353"/>
              <a:gd name="T87" fmla="*/ 337 h 353"/>
              <a:gd name="T88" fmla="*/ 289 w 353"/>
              <a:gd name="T89" fmla="*/ 305 h 353"/>
              <a:gd name="T90" fmla="*/ 225 w 353"/>
              <a:gd name="T91" fmla="*/ 305 h 353"/>
              <a:gd name="T92" fmla="*/ 225 w 353"/>
              <a:gd name="T93" fmla="*/ 200 h 353"/>
              <a:gd name="T94" fmla="*/ 217 w 353"/>
              <a:gd name="T95" fmla="*/ 192 h 353"/>
              <a:gd name="T96" fmla="*/ 136 w 353"/>
              <a:gd name="T97" fmla="*/ 192 h 353"/>
              <a:gd name="T98" fmla="*/ 128 w 353"/>
              <a:gd name="T99" fmla="*/ 200 h 353"/>
              <a:gd name="T100" fmla="*/ 128 w 353"/>
              <a:gd name="T101" fmla="*/ 305 h 353"/>
              <a:gd name="T102" fmla="*/ 64 w 353"/>
              <a:gd name="T103" fmla="*/ 305 h 353"/>
              <a:gd name="T104" fmla="*/ 64 w 353"/>
              <a:gd name="T105" fmla="*/ 132 h 353"/>
              <a:gd name="T106" fmla="*/ 177 w 353"/>
              <a:gd name="T107" fmla="*/ 19 h 353"/>
              <a:gd name="T108" fmla="*/ 289 w 353"/>
              <a:gd name="T109" fmla="*/ 132 h 353"/>
              <a:gd name="T110" fmla="*/ 289 w 353"/>
              <a:gd name="T111" fmla="*/ 305 h 353"/>
              <a:gd name="T112" fmla="*/ 185 w 353"/>
              <a:gd name="T113" fmla="*/ 289 h 353"/>
              <a:gd name="T114" fmla="*/ 193 w 353"/>
              <a:gd name="T115" fmla="*/ 281 h 353"/>
              <a:gd name="T116" fmla="*/ 185 w 353"/>
              <a:gd name="T117" fmla="*/ 273 h 353"/>
              <a:gd name="T118" fmla="*/ 177 w 353"/>
              <a:gd name="T119" fmla="*/ 281 h 353"/>
              <a:gd name="T120" fmla="*/ 185 w 353"/>
              <a:gd name="T121" fmla="*/ 289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353" h="353">
                <a:moveTo>
                  <a:pt x="351" y="171"/>
                </a:moveTo>
                <a:cubicBezTo>
                  <a:pt x="289" y="109"/>
                  <a:pt x="289" y="109"/>
                  <a:pt x="289" y="109"/>
                </a:cubicBezTo>
                <a:cubicBezTo>
                  <a:pt x="289" y="24"/>
                  <a:pt x="289" y="24"/>
                  <a:pt x="289" y="24"/>
                </a:cubicBezTo>
                <a:cubicBezTo>
                  <a:pt x="289" y="19"/>
                  <a:pt x="285" y="16"/>
                  <a:pt x="281" y="16"/>
                </a:cubicBezTo>
                <a:cubicBezTo>
                  <a:pt x="233" y="16"/>
                  <a:pt x="233" y="16"/>
                  <a:pt x="233" y="16"/>
                </a:cubicBezTo>
                <a:cubicBezTo>
                  <a:pt x="228" y="16"/>
                  <a:pt x="225" y="19"/>
                  <a:pt x="225" y="24"/>
                </a:cubicBezTo>
                <a:cubicBezTo>
                  <a:pt x="225" y="45"/>
                  <a:pt x="225" y="45"/>
                  <a:pt x="225" y="45"/>
                </a:cubicBezTo>
                <a:cubicBezTo>
                  <a:pt x="182" y="2"/>
                  <a:pt x="182" y="2"/>
                  <a:pt x="182" y="2"/>
                </a:cubicBezTo>
                <a:cubicBezTo>
                  <a:pt x="181" y="1"/>
                  <a:pt x="179" y="0"/>
                  <a:pt x="177" y="0"/>
                </a:cubicBezTo>
                <a:cubicBezTo>
                  <a:pt x="174" y="0"/>
                  <a:pt x="172" y="1"/>
                  <a:pt x="171" y="2"/>
                </a:cubicBezTo>
                <a:cubicBezTo>
                  <a:pt x="2" y="171"/>
                  <a:pt x="2" y="171"/>
                  <a:pt x="2" y="171"/>
                </a:cubicBezTo>
                <a:cubicBezTo>
                  <a:pt x="1" y="172"/>
                  <a:pt x="0" y="174"/>
                  <a:pt x="0" y="176"/>
                </a:cubicBezTo>
                <a:cubicBezTo>
                  <a:pt x="0" y="181"/>
                  <a:pt x="3" y="184"/>
                  <a:pt x="8" y="184"/>
                </a:cubicBezTo>
                <a:cubicBezTo>
                  <a:pt x="10" y="184"/>
                  <a:pt x="12" y="184"/>
                  <a:pt x="14" y="182"/>
                </a:cubicBezTo>
                <a:cubicBezTo>
                  <a:pt x="48" y="148"/>
                  <a:pt x="48" y="148"/>
                  <a:pt x="48" y="148"/>
                </a:cubicBezTo>
                <a:cubicBezTo>
                  <a:pt x="48" y="345"/>
                  <a:pt x="48" y="345"/>
                  <a:pt x="48" y="345"/>
                </a:cubicBezTo>
                <a:cubicBezTo>
                  <a:pt x="48" y="349"/>
                  <a:pt x="52" y="353"/>
                  <a:pt x="56" y="353"/>
                </a:cubicBezTo>
                <a:cubicBezTo>
                  <a:pt x="297" y="353"/>
                  <a:pt x="297" y="353"/>
                  <a:pt x="297" y="353"/>
                </a:cubicBezTo>
                <a:cubicBezTo>
                  <a:pt x="301" y="353"/>
                  <a:pt x="305" y="349"/>
                  <a:pt x="305" y="345"/>
                </a:cubicBezTo>
                <a:cubicBezTo>
                  <a:pt x="305" y="148"/>
                  <a:pt x="305" y="148"/>
                  <a:pt x="305" y="148"/>
                </a:cubicBezTo>
                <a:cubicBezTo>
                  <a:pt x="339" y="182"/>
                  <a:pt x="339" y="182"/>
                  <a:pt x="339" y="182"/>
                </a:cubicBezTo>
                <a:cubicBezTo>
                  <a:pt x="341" y="184"/>
                  <a:pt x="343" y="184"/>
                  <a:pt x="345" y="184"/>
                </a:cubicBezTo>
                <a:cubicBezTo>
                  <a:pt x="350" y="184"/>
                  <a:pt x="353" y="181"/>
                  <a:pt x="353" y="176"/>
                </a:cubicBezTo>
                <a:cubicBezTo>
                  <a:pt x="353" y="174"/>
                  <a:pt x="352" y="172"/>
                  <a:pt x="351" y="171"/>
                </a:cubicBezTo>
                <a:moveTo>
                  <a:pt x="241" y="32"/>
                </a:moveTo>
                <a:cubicBezTo>
                  <a:pt x="273" y="32"/>
                  <a:pt x="273" y="32"/>
                  <a:pt x="273" y="32"/>
                </a:cubicBezTo>
                <a:cubicBezTo>
                  <a:pt x="273" y="93"/>
                  <a:pt x="273" y="93"/>
                  <a:pt x="273" y="93"/>
                </a:cubicBezTo>
                <a:cubicBezTo>
                  <a:pt x="241" y="61"/>
                  <a:pt x="241" y="61"/>
                  <a:pt x="241" y="61"/>
                </a:cubicBezTo>
                <a:lnTo>
                  <a:pt x="241" y="32"/>
                </a:lnTo>
                <a:close/>
                <a:moveTo>
                  <a:pt x="128" y="337"/>
                </a:moveTo>
                <a:cubicBezTo>
                  <a:pt x="64" y="337"/>
                  <a:pt x="64" y="337"/>
                  <a:pt x="64" y="337"/>
                </a:cubicBezTo>
                <a:cubicBezTo>
                  <a:pt x="64" y="321"/>
                  <a:pt x="64" y="321"/>
                  <a:pt x="64" y="321"/>
                </a:cubicBezTo>
                <a:cubicBezTo>
                  <a:pt x="128" y="321"/>
                  <a:pt x="128" y="321"/>
                  <a:pt x="128" y="321"/>
                </a:cubicBezTo>
                <a:lnTo>
                  <a:pt x="128" y="337"/>
                </a:lnTo>
                <a:close/>
                <a:moveTo>
                  <a:pt x="209" y="337"/>
                </a:moveTo>
                <a:cubicBezTo>
                  <a:pt x="144" y="337"/>
                  <a:pt x="144" y="337"/>
                  <a:pt x="144" y="337"/>
                </a:cubicBezTo>
                <a:cubicBezTo>
                  <a:pt x="144" y="208"/>
                  <a:pt x="144" y="208"/>
                  <a:pt x="144" y="208"/>
                </a:cubicBezTo>
                <a:cubicBezTo>
                  <a:pt x="209" y="208"/>
                  <a:pt x="209" y="208"/>
                  <a:pt x="209" y="208"/>
                </a:cubicBezTo>
                <a:lnTo>
                  <a:pt x="209" y="337"/>
                </a:lnTo>
                <a:close/>
                <a:moveTo>
                  <a:pt x="289" y="337"/>
                </a:moveTo>
                <a:cubicBezTo>
                  <a:pt x="225" y="337"/>
                  <a:pt x="225" y="337"/>
                  <a:pt x="225" y="337"/>
                </a:cubicBezTo>
                <a:cubicBezTo>
                  <a:pt x="225" y="321"/>
                  <a:pt x="225" y="321"/>
                  <a:pt x="225" y="321"/>
                </a:cubicBezTo>
                <a:cubicBezTo>
                  <a:pt x="289" y="321"/>
                  <a:pt x="289" y="321"/>
                  <a:pt x="289" y="321"/>
                </a:cubicBezTo>
                <a:lnTo>
                  <a:pt x="289" y="337"/>
                </a:lnTo>
                <a:close/>
                <a:moveTo>
                  <a:pt x="289" y="305"/>
                </a:moveTo>
                <a:cubicBezTo>
                  <a:pt x="225" y="305"/>
                  <a:pt x="225" y="305"/>
                  <a:pt x="225" y="305"/>
                </a:cubicBezTo>
                <a:cubicBezTo>
                  <a:pt x="225" y="200"/>
                  <a:pt x="225" y="200"/>
                  <a:pt x="225" y="200"/>
                </a:cubicBezTo>
                <a:cubicBezTo>
                  <a:pt x="225" y="196"/>
                  <a:pt x="221" y="192"/>
                  <a:pt x="217" y="192"/>
                </a:cubicBezTo>
                <a:cubicBezTo>
                  <a:pt x="136" y="192"/>
                  <a:pt x="136" y="192"/>
                  <a:pt x="136" y="192"/>
                </a:cubicBezTo>
                <a:cubicBezTo>
                  <a:pt x="132" y="192"/>
                  <a:pt x="128" y="196"/>
                  <a:pt x="128" y="200"/>
                </a:cubicBezTo>
                <a:cubicBezTo>
                  <a:pt x="128" y="305"/>
                  <a:pt x="128" y="305"/>
                  <a:pt x="128" y="305"/>
                </a:cubicBezTo>
                <a:cubicBezTo>
                  <a:pt x="64" y="305"/>
                  <a:pt x="64" y="305"/>
                  <a:pt x="64" y="305"/>
                </a:cubicBezTo>
                <a:cubicBezTo>
                  <a:pt x="64" y="132"/>
                  <a:pt x="64" y="132"/>
                  <a:pt x="64" y="132"/>
                </a:cubicBezTo>
                <a:cubicBezTo>
                  <a:pt x="177" y="19"/>
                  <a:pt x="177" y="19"/>
                  <a:pt x="177" y="19"/>
                </a:cubicBezTo>
                <a:cubicBezTo>
                  <a:pt x="289" y="132"/>
                  <a:pt x="289" y="132"/>
                  <a:pt x="289" y="132"/>
                </a:cubicBezTo>
                <a:lnTo>
                  <a:pt x="289" y="305"/>
                </a:lnTo>
                <a:close/>
                <a:moveTo>
                  <a:pt x="185" y="289"/>
                </a:moveTo>
                <a:cubicBezTo>
                  <a:pt x="189" y="289"/>
                  <a:pt x="193" y="285"/>
                  <a:pt x="193" y="281"/>
                </a:cubicBezTo>
                <a:cubicBezTo>
                  <a:pt x="193" y="276"/>
                  <a:pt x="189" y="273"/>
                  <a:pt x="185" y="273"/>
                </a:cubicBezTo>
                <a:cubicBezTo>
                  <a:pt x="180" y="273"/>
                  <a:pt x="177" y="276"/>
                  <a:pt x="177" y="281"/>
                </a:cubicBezTo>
                <a:cubicBezTo>
                  <a:pt x="177" y="285"/>
                  <a:pt x="180" y="289"/>
                  <a:pt x="185" y="289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0" name="Freeform 59"/>
          <p:cNvSpPr>
            <a:spLocks noEditPoints="1"/>
          </p:cNvSpPr>
          <p:nvPr/>
        </p:nvSpPr>
        <p:spPr bwMode="auto">
          <a:xfrm>
            <a:off x="1943100" y="931335"/>
            <a:ext cx="577851" cy="577851"/>
          </a:xfrm>
          <a:custGeom>
            <a:avLst/>
            <a:gdLst>
              <a:gd name="T0" fmla="*/ 289 w 353"/>
              <a:gd name="T1" fmla="*/ 176 h 353"/>
              <a:gd name="T2" fmla="*/ 305 w 353"/>
              <a:gd name="T3" fmla="*/ 176 h 353"/>
              <a:gd name="T4" fmla="*/ 121 w 353"/>
              <a:gd name="T5" fmla="*/ 274 h 353"/>
              <a:gd name="T6" fmla="*/ 113 w 353"/>
              <a:gd name="T7" fmla="*/ 288 h 353"/>
              <a:gd name="T8" fmla="*/ 121 w 353"/>
              <a:gd name="T9" fmla="*/ 274 h 353"/>
              <a:gd name="T10" fmla="*/ 66 w 353"/>
              <a:gd name="T11" fmla="*/ 241 h 353"/>
              <a:gd name="T12" fmla="*/ 80 w 353"/>
              <a:gd name="T13" fmla="*/ 233 h 353"/>
              <a:gd name="T14" fmla="*/ 113 w 353"/>
              <a:gd name="T15" fmla="*/ 65 h 353"/>
              <a:gd name="T16" fmla="*/ 121 w 353"/>
              <a:gd name="T17" fmla="*/ 79 h 353"/>
              <a:gd name="T18" fmla="*/ 113 w 353"/>
              <a:gd name="T19" fmla="*/ 65 h 353"/>
              <a:gd name="T20" fmla="*/ 48 w 353"/>
              <a:gd name="T21" fmla="*/ 176 h 353"/>
              <a:gd name="T22" fmla="*/ 64 w 353"/>
              <a:gd name="T23" fmla="*/ 176 h 353"/>
              <a:gd name="T24" fmla="*/ 233 w 353"/>
              <a:gd name="T25" fmla="*/ 79 h 353"/>
              <a:gd name="T26" fmla="*/ 241 w 353"/>
              <a:gd name="T27" fmla="*/ 65 h 353"/>
              <a:gd name="T28" fmla="*/ 233 w 353"/>
              <a:gd name="T29" fmla="*/ 79 h 353"/>
              <a:gd name="T30" fmla="*/ 66 w 353"/>
              <a:gd name="T31" fmla="*/ 112 h 353"/>
              <a:gd name="T32" fmla="*/ 80 w 353"/>
              <a:gd name="T33" fmla="*/ 120 h 353"/>
              <a:gd name="T34" fmla="*/ 285 w 353"/>
              <a:gd name="T35" fmla="*/ 230 h 353"/>
              <a:gd name="T36" fmla="*/ 277 w 353"/>
              <a:gd name="T37" fmla="*/ 244 h 353"/>
              <a:gd name="T38" fmla="*/ 285 w 353"/>
              <a:gd name="T39" fmla="*/ 230 h 353"/>
              <a:gd name="T40" fmla="*/ 169 w 353"/>
              <a:gd name="T41" fmla="*/ 297 h 353"/>
              <a:gd name="T42" fmla="*/ 185 w 353"/>
              <a:gd name="T43" fmla="*/ 297 h 353"/>
              <a:gd name="T44" fmla="*/ 277 w 353"/>
              <a:gd name="T45" fmla="*/ 109 h 353"/>
              <a:gd name="T46" fmla="*/ 285 w 353"/>
              <a:gd name="T47" fmla="*/ 123 h 353"/>
              <a:gd name="T48" fmla="*/ 277 w 353"/>
              <a:gd name="T49" fmla="*/ 109 h 353"/>
              <a:gd name="T50" fmla="*/ 208 w 353"/>
              <a:gd name="T51" fmla="*/ 168 h 353"/>
              <a:gd name="T52" fmla="*/ 185 w 353"/>
              <a:gd name="T53" fmla="*/ 56 h 353"/>
              <a:gd name="T54" fmla="*/ 169 w 353"/>
              <a:gd name="T55" fmla="*/ 56 h 353"/>
              <a:gd name="T56" fmla="*/ 145 w 353"/>
              <a:gd name="T57" fmla="*/ 176 h 353"/>
              <a:gd name="T58" fmla="*/ 208 w 353"/>
              <a:gd name="T59" fmla="*/ 184 h 353"/>
              <a:gd name="T60" fmla="*/ 257 w 353"/>
              <a:gd name="T61" fmla="*/ 176 h 353"/>
              <a:gd name="T62" fmla="*/ 177 w 353"/>
              <a:gd name="T63" fmla="*/ 192 h 353"/>
              <a:gd name="T64" fmla="*/ 177 w 353"/>
              <a:gd name="T65" fmla="*/ 160 h 353"/>
              <a:gd name="T66" fmla="*/ 177 w 353"/>
              <a:gd name="T67" fmla="*/ 192 h 353"/>
              <a:gd name="T68" fmla="*/ 230 w 353"/>
              <a:gd name="T69" fmla="*/ 285 h 353"/>
              <a:gd name="T70" fmla="*/ 244 w 353"/>
              <a:gd name="T71" fmla="*/ 277 h 353"/>
              <a:gd name="T72" fmla="*/ 177 w 353"/>
              <a:gd name="T73" fmla="*/ 0 h 353"/>
              <a:gd name="T74" fmla="*/ 177 w 353"/>
              <a:gd name="T75" fmla="*/ 353 h 353"/>
              <a:gd name="T76" fmla="*/ 177 w 353"/>
              <a:gd name="T77" fmla="*/ 0 h 353"/>
              <a:gd name="T78" fmla="*/ 16 w 353"/>
              <a:gd name="T79" fmla="*/ 176 h 353"/>
              <a:gd name="T80" fmla="*/ 337 w 353"/>
              <a:gd name="T81" fmla="*/ 176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353" h="353">
                <a:moveTo>
                  <a:pt x="297" y="168"/>
                </a:moveTo>
                <a:cubicBezTo>
                  <a:pt x="293" y="168"/>
                  <a:pt x="289" y="172"/>
                  <a:pt x="289" y="176"/>
                </a:cubicBezTo>
                <a:cubicBezTo>
                  <a:pt x="289" y="181"/>
                  <a:pt x="293" y="184"/>
                  <a:pt x="297" y="184"/>
                </a:cubicBezTo>
                <a:cubicBezTo>
                  <a:pt x="302" y="184"/>
                  <a:pt x="305" y="181"/>
                  <a:pt x="305" y="176"/>
                </a:cubicBezTo>
                <a:cubicBezTo>
                  <a:pt x="305" y="172"/>
                  <a:pt x="302" y="168"/>
                  <a:pt x="297" y="168"/>
                </a:cubicBezTo>
                <a:moveTo>
                  <a:pt x="121" y="274"/>
                </a:moveTo>
                <a:cubicBezTo>
                  <a:pt x="117" y="271"/>
                  <a:pt x="112" y="273"/>
                  <a:pt x="110" y="277"/>
                </a:cubicBezTo>
                <a:cubicBezTo>
                  <a:pt x="107" y="280"/>
                  <a:pt x="109" y="285"/>
                  <a:pt x="113" y="288"/>
                </a:cubicBezTo>
                <a:cubicBezTo>
                  <a:pt x="116" y="290"/>
                  <a:pt x="121" y="289"/>
                  <a:pt x="124" y="285"/>
                </a:cubicBezTo>
                <a:cubicBezTo>
                  <a:pt x="126" y="281"/>
                  <a:pt x="124" y="276"/>
                  <a:pt x="121" y="274"/>
                </a:cubicBezTo>
                <a:moveTo>
                  <a:pt x="69" y="230"/>
                </a:moveTo>
                <a:cubicBezTo>
                  <a:pt x="65" y="232"/>
                  <a:pt x="63" y="237"/>
                  <a:pt x="66" y="241"/>
                </a:cubicBezTo>
                <a:cubicBezTo>
                  <a:pt x="68" y="244"/>
                  <a:pt x="73" y="246"/>
                  <a:pt x="77" y="244"/>
                </a:cubicBezTo>
                <a:cubicBezTo>
                  <a:pt x="80" y="241"/>
                  <a:pt x="82" y="236"/>
                  <a:pt x="80" y="233"/>
                </a:cubicBezTo>
                <a:cubicBezTo>
                  <a:pt x="77" y="229"/>
                  <a:pt x="72" y="227"/>
                  <a:pt x="69" y="230"/>
                </a:cubicBezTo>
                <a:moveTo>
                  <a:pt x="113" y="65"/>
                </a:moveTo>
                <a:cubicBezTo>
                  <a:pt x="109" y="67"/>
                  <a:pt x="107" y="72"/>
                  <a:pt x="110" y="76"/>
                </a:cubicBezTo>
                <a:cubicBezTo>
                  <a:pt x="112" y="80"/>
                  <a:pt x="117" y="81"/>
                  <a:pt x="121" y="79"/>
                </a:cubicBezTo>
                <a:cubicBezTo>
                  <a:pt x="124" y="77"/>
                  <a:pt x="126" y="72"/>
                  <a:pt x="124" y="68"/>
                </a:cubicBezTo>
                <a:cubicBezTo>
                  <a:pt x="121" y="64"/>
                  <a:pt x="116" y="63"/>
                  <a:pt x="113" y="65"/>
                </a:cubicBezTo>
                <a:moveTo>
                  <a:pt x="56" y="168"/>
                </a:moveTo>
                <a:cubicBezTo>
                  <a:pt x="52" y="168"/>
                  <a:pt x="48" y="172"/>
                  <a:pt x="48" y="176"/>
                </a:cubicBezTo>
                <a:cubicBezTo>
                  <a:pt x="48" y="181"/>
                  <a:pt x="52" y="184"/>
                  <a:pt x="56" y="184"/>
                </a:cubicBezTo>
                <a:cubicBezTo>
                  <a:pt x="61" y="184"/>
                  <a:pt x="64" y="181"/>
                  <a:pt x="64" y="176"/>
                </a:cubicBezTo>
                <a:cubicBezTo>
                  <a:pt x="64" y="172"/>
                  <a:pt x="61" y="168"/>
                  <a:pt x="56" y="168"/>
                </a:cubicBezTo>
                <a:moveTo>
                  <a:pt x="233" y="79"/>
                </a:moveTo>
                <a:cubicBezTo>
                  <a:pt x="237" y="81"/>
                  <a:pt x="242" y="80"/>
                  <a:pt x="244" y="76"/>
                </a:cubicBezTo>
                <a:cubicBezTo>
                  <a:pt x="246" y="72"/>
                  <a:pt x="245" y="67"/>
                  <a:pt x="241" y="65"/>
                </a:cubicBezTo>
                <a:cubicBezTo>
                  <a:pt x="237" y="63"/>
                  <a:pt x="232" y="64"/>
                  <a:pt x="230" y="68"/>
                </a:cubicBezTo>
                <a:cubicBezTo>
                  <a:pt x="228" y="72"/>
                  <a:pt x="229" y="77"/>
                  <a:pt x="233" y="79"/>
                </a:cubicBezTo>
                <a:moveTo>
                  <a:pt x="77" y="109"/>
                </a:moveTo>
                <a:cubicBezTo>
                  <a:pt x="73" y="107"/>
                  <a:pt x="68" y="108"/>
                  <a:pt x="66" y="112"/>
                </a:cubicBezTo>
                <a:cubicBezTo>
                  <a:pt x="63" y="116"/>
                  <a:pt x="65" y="121"/>
                  <a:pt x="69" y="123"/>
                </a:cubicBezTo>
                <a:cubicBezTo>
                  <a:pt x="72" y="125"/>
                  <a:pt x="77" y="124"/>
                  <a:pt x="80" y="120"/>
                </a:cubicBezTo>
                <a:cubicBezTo>
                  <a:pt x="82" y="116"/>
                  <a:pt x="80" y="111"/>
                  <a:pt x="77" y="109"/>
                </a:cubicBezTo>
                <a:moveTo>
                  <a:pt x="285" y="230"/>
                </a:moveTo>
                <a:cubicBezTo>
                  <a:pt x="281" y="227"/>
                  <a:pt x="276" y="229"/>
                  <a:pt x="274" y="233"/>
                </a:cubicBezTo>
                <a:cubicBezTo>
                  <a:pt x="272" y="236"/>
                  <a:pt x="273" y="241"/>
                  <a:pt x="277" y="244"/>
                </a:cubicBezTo>
                <a:cubicBezTo>
                  <a:pt x="281" y="246"/>
                  <a:pt x="286" y="244"/>
                  <a:pt x="288" y="241"/>
                </a:cubicBezTo>
                <a:cubicBezTo>
                  <a:pt x="290" y="237"/>
                  <a:pt x="289" y="232"/>
                  <a:pt x="285" y="230"/>
                </a:cubicBezTo>
                <a:moveTo>
                  <a:pt x="177" y="289"/>
                </a:moveTo>
                <a:cubicBezTo>
                  <a:pt x="172" y="289"/>
                  <a:pt x="169" y="292"/>
                  <a:pt x="169" y="297"/>
                </a:cubicBezTo>
                <a:cubicBezTo>
                  <a:pt x="169" y="301"/>
                  <a:pt x="172" y="305"/>
                  <a:pt x="177" y="305"/>
                </a:cubicBezTo>
                <a:cubicBezTo>
                  <a:pt x="181" y="305"/>
                  <a:pt x="185" y="301"/>
                  <a:pt x="185" y="297"/>
                </a:cubicBezTo>
                <a:cubicBezTo>
                  <a:pt x="185" y="292"/>
                  <a:pt x="181" y="289"/>
                  <a:pt x="177" y="289"/>
                </a:cubicBezTo>
                <a:moveTo>
                  <a:pt x="277" y="109"/>
                </a:moveTo>
                <a:cubicBezTo>
                  <a:pt x="273" y="111"/>
                  <a:pt x="272" y="116"/>
                  <a:pt x="274" y="120"/>
                </a:cubicBezTo>
                <a:cubicBezTo>
                  <a:pt x="276" y="124"/>
                  <a:pt x="281" y="125"/>
                  <a:pt x="285" y="123"/>
                </a:cubicBezTo>
                <a:cubicBezTo>
                  <a:pt x="289" y="121"/>
                  <a:pt x="290" y="116"/>
                  <a:pt x="288" y="112"/>
                </a:cubicBezTo>
                <a:cubicBezTo>
                  <a:pt x="286" y="108"/>
                  <a:pt x="281" y="107"/>
                  <a:pt x="277" y="109"/>
                </a:cubicBezTo>
                <a:moveTo>
                  <a:pt x="249" y="168"/>
                </a:moveTo>
                <a:cubicBezTo>
                  <a:pt x="208" y="168"/>
                  <a:pt x="208" y="168"/>
                  <a:pt x="208" y="168"/>
                </a:cubicBezTo>
                <a:cubicBezTo>
                  <a:pt x="205" y="157"/>
                  <a:pt x="196" y="148"/>
                  <a:pt x="185" y="145"/>
                </a:cubicBezTo>
                <a:cubicBezTo>
                  <a:pt x="185" y="56"/>
                  <a:pt x="185" y="56"/>
                  <a:pt x="185" y="56"/>
                </a:cubicBezTo>
                <a:cubicBezTo>
                  <a:pt x="185" y="52"/>
                  <a:pt x="181" y="48"/>
                  <a:pt x="177" y="48"/>
                </a:cubicBezTo>
                <a:cubicBezTo>
                  <a:pt x="172" y="48"/>
                  <a:pt x="169" y="52"/>
                  <a:pt x="169" y="56"/>
                </a:cubicBezTo>
                <a:cubicBezTo>
                  <a:pt x="169" y="145"/>
                  <a:pt x="169" y="145"/>
                  <a:pt x="169" y="145"/>
                </a:cubicBezTo>
                <a:cubicBezTo>
                  <a:pt x="155" y="149"/>
                  <a:pt x="145" y="161"/>
                  <a:pt x="145" y="176"/>
                </a:cubicBezTo>
                <a:cubicBezTo>
                  <a:pt x="145" y="194"/>
                  <a:pt x="159" y="208"/>
                  <a:pt x="177" y="208"/>
                </a:cubicBezTo>
                <a:cubicBezTo>
                  <a:pt x="192" y="208"/>
                  <a:pt x="204" y="198"/>
                  <a:pt x="208" y="184"/>
                </a:cubicBezTo>
                <a:cubicBezTo>
                  <a:pt x="249" y="184"/>
                  <a:pt x="249" y="184"/>
                  <a:pt x="249" y="184"/>
                </a:cubicBezTo>
                <a:cubicBezTo>
                  <a:pt x="254" y="184"/>
                  <a:pt x="257" y="181"/>
                  <a:pt x="257" y="176"/>
                </a:cubicBezTo>
                <a:cubicBezTo>
                  <a:pt x="257" y="172"/>
                  <a:pt x="254" y="168"/>
                  <a:pt x="249" y="168"/>
                </a:cubicBezTo>
                <a:moveTo>
                  <a:pt x="177" y="192"/>
                </a:moveTo>
                <a:cubicBezTo>
                  <a:pt x="168" y="192"/>
                  <a:pt x="161" y="185"/>
                  <a:pt x="161" y="176"/>
                </a:cubicBezTo>
                <a:cubicBezTo>
                  <a:pt x="161" y="168"/>
                  <a:pt x="168" y="160"/>
                  <a:pt x="177" y="160"/>
                </a:cubicBezTo>
                <a:cubicBezTo>
                  <a:pt x="186" y="160"/>
                  <a:pt x="193" y="168"/>
                  <a:pt x="193" y="176"/>
                </a:cubicBezTo>
                <a:cubicBezTo>
                  <a:pt x="193" y="185"/>
                  <a:pt x="186" y="192"/>
                  <a:pt x="177" y="192"/>
                </a:cubicBezTo>
                <a:moveTo>
                  <a:pt x="233" y="274"/>
                </a:moveTo>
                <a:cubicBezTo>
                  <a:pt x="229" y="276"/>
                  <a:pt x="228" y="281"/>
                  <a:pt x="230" y="285"/>
                </a:cubicBezTo>
                <a:cubicBezTo>
                  <a:pt x="232" y="289"/>
                  <a:pt x="237" y="290"/>
                  <a:pt x="241" y="288"/>
                </a:cubicBezTo>
                <a:cubicBezTo>
                  <a:pt x="245" y="285"/>
                  <a:pt x="246" y="280"/>
                  <a:pt x="244" y="277"/>
                </a:cubicBezTo>
                <a:cubicBezTo>
                  <a:pt x="242" y="273"/>
                  <a:pt x="237" y="271"/>
                  <a:pt x="233" y="274"/>
                </a:cubicBezTo>
                <a:moveTo>
                  <a:pt x="177" y="0"/>
                </a:moveTo>
                <a:cubicBezTo>
                  <a:pt x="79" y="0"/>
                  <a:pt x="0" y="79"/>
                  <a:pt x="0" y="176"/>
                </a:cubicBezTo>
                <a:cubicBezTo>
                  <a:pt x="0" y="274"/>
                  <a:pt x="79" y="353"/>
                  <a:pt x="177" y="353"/>
                </a:cubicBezTo>
                <a:cubicBezTo>
                  <a:pt x="274" y="353"/>
                  <a:pt x="353" y="274"/>
                  <a:pt x="353" y="176"/>
                </a:cubicBezTo>
                <a:cubicBezTo>
                  <a:pt x="353" y="79"/>
                  <a:pt x="274" y="0"/>
                  <a:pt x="177" y="0"/>
                </a:cubicBezTo>
                <a:moveTo>
                  <a:pt x="177" y="337"/>
                </a:moveTo>
                <a:cubicBezTo>
                  <a:pt x="88" y="337"/>
                  <a:pt x="16" y="265"/>
                  <a:pt x="16" y="176"/>
                </a:cubicBezTo>
                <a:cubicBezTo>
                  <a:pt x="16" y="88"/>
                  <a:pt x="88" y="16"/>
                  <a:pt x="177" y="16"/>
                </a:cubicBezTo>
                <a:cubicBezTo>
                  <a:pt x="266" y="16"/>
                  <a:pt x="337" y="88"/>
                  <a:pt x="337" y="176"/>
                </a:cubicBezTo>
                <a:cubicBezTo>
                  <a:pt x="337" y="265"/>
                  <a:pt x="266" y="337"/>
                  <a:pt x="177" y="337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1" name="Freeform 60"/>
          <p:cNvSpPr>
            <a:spLocks noEditPoints="1"/>
          </p:cNvSpPr>
          <p:nvPr/>
        </p:nvSpPr>
        <p:spPr bwMode="auto">
          <a:xfrm>
            <a:off x="3048000" y="931335"/>
            <a:ext cx="577851" cy="577851"/>
          </a:xfrm>
          <a:custGeom>
            <a:avLst/>
            <a:gdLst>
              <a:gd name="T0" fmla="*/ 176 w 353"/>
              <a:gd name="T1" fmla="*/ 32 h 353"/>
              <a:gd name="T2" fmla="*/ 32 w 353"/>
              <a:gd name="T3" fmla="*/ 176 h 353"/>
              <a:gd name="T4" fmla="*/ 176 w 353"/>
              <a:gd name="T5" fmla="*/ 321 h 353"/>
              <a:gd name="T6" fmla="*/ 321 w 353"/>
              <a:gd name="T7" fmla="*/ 176 h 353"/>
              <a:gd name="T8" fmla="*/ 176 w 353"/>
              <a:gd name="T9" fmla="*/ 32 h 353"/>
              <a:gd name="T10" fmla="*/ 176 w 353"/>
              <a:gd name="T11" fmla="*/ 305 h 353"/>
              <a:gd name="T12" fmla="*/ 48 w 353"/>
              <a:gd name="T13" fmla="*/ 176 h 353"/>
              <a:gd name="T14" fmla="*/ 176 w 353"/>
              <a:gd name="T15" fmla="*/ 48 h 353"/>
              <a:gd name="T16" fmla="*/ 305 w 353"/>
              <a:gd name="T17" fmla="*/ 176 h 353"/>
              <a:gd name="T18" fmla="*/ 176 w 353"/>
              <a:gd name="T19" fmla="*/ 305 h 353"/>
              <a:gd name="T20" fmla="*/ 176 w 353"/>
              <a:gd name="T21" fmla="*/ 0 h 353"/>
              <a:gd name="T22" fmla="*/ 0 w 353"/>
              <a:gd name="T23" fmla="*/ 176 h 353"/>
              <a:gd name="T24" fmla="*/ 176 w 353"/>
              <a:gd name="T25" fmla="*/ 353 h 353"/>
              <a:gd name="T26" fmla="*/ 353 w 353"/>
              <a:gd name="T27" fmla="*/ 176 h 353"/>
              <a:gd name="T28" fmla="*/ 176 w 353"/>
              <a:gd name="T29" fmla="*/ 0 h 353"/>
              <a:gd name="T30" fmla="*/ 176 w 353"/>
              <a:gd name="T31" fmla="*/ 337 h 353"/>
              <a:gd name="T32" fmla="*/ 16 w 353"/>
              <a:gd name="T33" fmla="*/ 176 h 353"/>
              <a:gd name="T34" fmla="*/ 176 w 353"/>
              <a:gd name="T35" fmla="*/ 16 h 353"/>
              <a:gd name="T36" fmla="*/ 337 w 353"/>
              <a:gd name="T37" fmla="*/ 176 h 353"/>
              <a:gd name="T38" fmla="*/ 176 w 353"/>
              <a:gd name="T39" fmla="*/ 337 h 353"/>
              <a:gd name="T40" fmla="*/ 232 w 353"/>
              <a:gd name="T41" fmla="*/ 168 h 353"/>
              <a:gd name="T42" fmla="*/ 207 w 353"/>
              <a:gd name="T43" fmla="*/ 168 h 353"/>
              <a:gd name="T44" fmla="*/ 184 w 353"/>
              <a:gd name="T45" fmla="*/ 145 h 353"/>
              <a:gd name="T46" fmla="*/ 184 w 353"/>
              <a:gd name="T47" fmla="*/ 88 h 353"/>
              <a:gd name="T48" fmla="*/ 176 w 353"/>
              <a:gd name="T49" fmla="*/ 80 h 353"/>
              <a:gd name="T50" fmla="*/ 168 w 353"/>
              <a:gd name="T51" fmla="*/ 88 h 353"/>
              <a:gd name="T52" fmla="*/ 168 w 353"/>
              <a:gd name="T53" fmla="*/ 145 h 353"/>
              <a:gd name="T54" fmla="*/ 144 w 353"/>
              <a:gd name="T55" fmla="*/ 176 h 353"/>
              <a:gd name="T56" fmla="*/ 176 w 353"/>
              <a:gd name="T57" fmla="*/ 208 h 353"/>
              <a:gd name="T58" fmla="*/ 207 w 353"/>
              <a:gd name="T59" fmla="*/ 184 h 353"/>
              <a:gd name="T60" fmla="*/ 232 w 353"/>
              <a:gd name="T61" fmla="*/ 184 h 353"/>
              <a:gd name="T62" fmla="*/ 240 w 353"/>
              <a:gd name="T63" fmla="*/ 176 h 353"/>
              <a:gd name="T64" fmla="*/ 232 w 353"/>
              <a:gd name="T65" fmla="*/ 168 h 353"/>
              <a:gd name="T66" fmla="*/ 176 w 353"/>
              <a:gd name="T67" fmla="*/ 192 h 353"/>
              <a:gd name="T68" fmla="*/ 160 w 353"/>
              <a:gd name="T69" fmla="*/ 176 h 353"/>
              <a:gd name="T70" fmla="*/ 176 w 353"/>
              <a:gd name="T71" fmla="*/ 160 h 353"/>
              <a:gd name="T72" fmla="*/ 192 w 353"/>
              <a:gd name="T73" fmla="*/ 176 h 353"/>
              <a:gd name="T74" fmla="*/ 176 w 353"/>
              <a:gd name="T75" fmla="*/ 192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353" h="353">
                <a:moveTo>
                  <a:pt x="176" y="32"/>
                </a:moveTo>
                <a:cubicBezTo>
                  <a:pt x="96" y="32"/>
                  <a:pt x="32" y="97"/>
                  <a:pt x="32" y="176"/>
                </a:cubicBezTo>
                <a:cubicBezTo>
                  <a:pt x="32" y="256"/>
                  <a:pt x="96" y="321"/>
                  <a:pt x="176" y="321"/>
                </a:cubicBezTo>
                <a:cubicBezTo>
                  <a:pt x="256" y="321"/>
                  <a:pt x="321" y="256"/>
                  <a:pt x="321" y="176"/>
                </a:cubicBezTo>
                <a:cubicBezTo>
                  <a:pt x="321" y="97"/>
                  <a:pt x="256" y="32"/>
                  <a:pt x="176" y="32"/>
                </a:cubicBezTo>
                <a:moveTo>
                  <a:pt x="176" y="305"/>
                </a:moveTo>
                <a:cubicBezTo>
                  <a:pt x="105" y="305"/>
                  <a:pt x="48" y="247"/>
                  <a:pt x="48" y="176"/>
                </a:cubicBezTo>
                <a:cubicBezTo>
                  <a:pt x="48" y="105"/>
                  <a:pt x="105" y="48"/>
                  <a:pt x="176" y="48"/>
                </a:cubicBezTo>
                <a:cubicBezTo>
                  <a:pt x="247" y="48"/>
                  <a:pt x="305" y="105"/>
                  <a:pt x="305" y="176"/>
                </a:cubicBezTo>
                <a:cubicBezTo>
                  <a:pt x="305" y="247"/>
                  <a:pt x="247" y="305"/>
                  <a:pt x="176" y="305"/>
                </a:cubicBezTo>
                <a:moveTo>
                  <a:pt x="176" y="0"/>
                </a:moveTo>
                <a:cubicBezTo>
                  <a:pt x="79" y="0"/>
                  <a:pt x="0" y="79"/>
                  <a:pt x="0" y="176"/>
                </a:cubicBezTo>
                <a:cubicBezTo>
                  <a:pt x="0" y="274"/>
                  <a:pt x="79" y="353"/>
                  <a:pt x="176" y="353"/>
                </a:cubicBezTo>
                <a:cubicBezTo>
                  <a:pt x="274" y="353"/>
                  <a:pt x="353" y="274"/>
                  <a:pt x="353" y="176"/>
                </a:cubicBezTo>
                <a:cubicBezTo>
                  <a:pt x="353" y="79"/>
                  <a:pt x="274" y="0"/>
                  <a:pt x="176" y="0"/>
                </a:cubicBezTo>
                <a:moveTo>
                  <a:pt x="176" y="337"/>
                </a:moveTo>
                <a:cubicBezTo>
                  <a:pt x="87" y="337"/>
                  <a:pt x="16" y="265"/>
                  <a:pt x="16" y="176"/>
                </a:cubicBezTo>
                <a:cubicBezTo>
                  <a:pt x="16" y="88"/>
                  <a:pt x="87" y="16"/>
                  <a:pt x="176" y="16"/>
                </a:cubicBezTo>
                <a:cubicBezTo>
                  <a:pt x="265" y="16"/>
                  <a:pt x="337" y="88"/>
                  <a:pt x="337" y="176"/>
                </a:cubicBezTo>
                <a:cubicBezTo>
                  <a:pt x="337" y="265"/>
                  <a:pt x="265" y="337"/>
                  <a:pt x="176" y="337"/>
                </a:cubicBezTo>
                <a:moveTo>
                  <a:pt x="232" y="168"/>
                </a:moveTo>
                <a:cubicBezTo>
                  <a:pt x="207" y="168"/>
                  <a:pt x="207" y="168"/>
                  <a:pt x="207" y="168"/>
                </a:cubicBezTo>
                <a:cubicBezTo>
                  <a:pt x="204" y="157"/>
                  <a:pt x="195" y="148"/>
                  <a:pt x="184" y="145"/>
                </a:cubicBezTo>
                <a:cubicBezTo>
                  <a:pt x="184" y="88"/>
                  <a:pt x="184" y="88"/>
                  <a:pt x="184" y="88"/>
                </a:cubicBezTo>
                <a:cubicBezTo>
                  <a:pt x="184" y="84"/>
                  <a:pt x="181" y="80"/>
                  <a:pt x="176" y="80"/>
                </a:cubicBezTo>
                <a:cubicBezTo>
                  <a:pt x="172" y="80"/>
                  <a:pt x="168" y="84"/>
                  <a:pt x="168" y="88"/>
                </a:cubicBezTo>
                <a:cubicBezTo>
                  <a:pt x="168" y="145"/>
                  <a:pt x="168" y="145"/>
                  <a:pt x="168" y="145"/>
                </a:cubicBezTo>
                <a:cubicBezTo>
                  <a:pt x="154" y="149"/>
                  <a:pt x="144" y="161"/>
                  <a:pt x="144" y="176"/>
                </a:cubicBezTo>
                <a:cubicBezTo>
                  <a:pt x="144" y="194"/>
                  <a:pt x="158" y="208"/>
                  <a:pt x="176" y="208"/>
                </a:cubicBezTo>
                <a:cubicBezTo>
                  <a:pt x="191" y="208"/>
                  <a:pt x="204" y="198"/>
                  <a:pt x="207" y="184"/>
                </a:cubicBezTo>
                <a:cubicBezTo>
                  <a:pt x="232" y="184"/>
                  <a:pt x="232" y="184"/>
                  <a:pt x="232" y="184"/>
                </a:cubicBezTo>
                <a:cubicBezTo>
                  <a:pt x="237" y="184"/>
                  <a:pt x="240" y="181"/>
                  <a:pt x="240" y="176"/>
                </a:cubicBezTo>
                <a:cubicBezTo>
                  <a:pt x="240" y="172"/>
                  <a:pt x="237" y="168"/>
                  <a:pt x="232" y="168"/>
                </a:cubicBezTo>
                <a:moveTo>
                  <a:pt x="176" y="192"/>
                </a:moveTo>
                <a:cubicBezTo>
                  <a:pt x="167" y="192"/>
                  <a:pt x="160" y="185"/>
                  <a:pt x="160" y="176"/>
                </a:cubicBezTo>
                <a:cubicBezTo>
                  <a:pt x="160" y="168"/>
                  <a:pt x="167" y="160"/>
                  <a:pt x="176" y="160"/>
                </a:cubicBezTo>
                <a:cubicBezTo>
                  <a:pt x="185" y="160"/>
                  <a:pt x="192" y="168"/>
                  <a:pt x="192" y="176"/>
                </a:cubicBezTo>
                <a:cubicBezTo>
                  <a:pt x="192" y="185"/>
                  <a:pt x="185" y="192"/>
                  <a:pt x="176" y="192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2" name="Freeform 61"/>
          <p:cNvSpPr>
            <a:spLocks noEditPoints="1"/>
          </p:cNvSpPr>
          <p:nvPr/>
        </p:nvSpPr>
        <p:spPr bwMode="auto">
          <a:xfrm>
            <a:off x="4231218" y="931335"/>
            <a:ext cx="419100" cy="577851"/>
          </a:xfrm>
          <a:custGeom>
            <a:avLst/>
            <a:gdLst>
              <a:gd name="T0" fmla="*/ 129 w 257"/>
              <a:gd name="T1" fmla="*/ 208 h 353"/>
              <a:gd name="T2" fmla="*/ 96 w 257"/>
              <a:gd name="T3" fmla="*/ 241 h 353"/>
              <a:gd name="T4" fmla="*/ 105 w 257"/>
              <a:gd name="T5" fmla="*/ 262 h 353"/>
              <a:gd name="T6" fmla="*/ 104 w 257"/>
              <a:gd name="T7" fmla="*/ 265 h 353"/>
              <a:gd name="T8" fmla="*/ 129 w 257"/>
              <a:gd name="T9" fmla="*/ 289 h 353"/>
              <a:gd name="T10" fmla="*/ 153 w 257"/>
              <a:gd name="T11" fmla="*/ 265 h 353"/>
              <a:gd name="T12" fmla="*/ 152 w 257"/>
              <a:gd name="T13" fmla="*/ 262 h 353"/>
              <a:gd name="T14" fmla="*/ 161 w 257"/>
              <a:gd name="T15" fmla="*/ 241 h 353"/>
              <a:gd name="T16" fmla="*/ 129 w 257"/>
              <a:gd name="T17" fmla="*/ 208 h 353"/>
              <a:gd name="T18" fmla="*/ 137 w 257"/>
              <a:gd name="T19" fmla="*/ 254 h 353"/>
              <a:gd name="T20" fmla="*/ 137 w 257"/>
              <a:gd name="T21" fmla="*/ 265 h 353"/>
              <a:gd name="T22" fmla="*/ 129 w 257"/>
              <a:gd name="T23" fmla="*/ 273 h 353"/>
              <a:gd name="T24" fmla="*/ 120 w 257"/>
              <a:gd name="T25" fmla="*/ 265 h 353"/>
              <a:gd name="T26" fmla="*/ 120 w 257"/>
              <a:gd name="T27" fmla="*/ 254 h 353"/>
              <a:gd name="T28" fmla="*/ 112 w 257"/>
              <a:gd name="T29" fmla="*/ 241 h 353"/>
              <a:gd name="T30" fmla="*/ 129 w 257"/>
              <a:gd name="T31" fmla="*/ 225 h 353"/>
              <a:gd name="T32" fmla="*/ 145 w 257"/>
              <a:gd name="T33" fmla="*/ 241 h 353"/>
              <a:gd name="T34" fmla="*/ 137 w 257"/>
              <a:gd name="T35" fmla="*/ 254 h 353"/>
              <a:gd name="T36" fmla="*/ 225 w 257"/>
              <a:gd name="T37" fmla="*/ 144 h 353"/>
              <a:gd name="T38" fmla="*/ 225 w 257"/>
              <a:gd name="T39" fmla="*/ 96 h 353"/>
              <a:gd name="T40" fmla="*/ 129 w 257"/>
              <a:gd name="T41" fmla="*/ 0 h 353"/>
              <a:gd name="T42" fmla="*/ 32 w 257"/>
              <a:gd name="T43" fmla="*/ 96 h 353"/>
              <a:gd name="T44" fmla="*/ 32 w 257"/>
              <a:gd name="T45" fmla="*/ 144 h 353"/>
              <a:gd name="T46" fmla="*/ 0 w 257"/>
              <a:gd name="T47" fmla="*/ 176 h 353"/>
              <a:gd name="T48" fmla="*/ 0 w 257"/>
              <a:gd name="T49" fmla="*/ 321 h 353"/>
              <a:gd name="T50" fmla="*/ 32 w 257"/>
              <a:gd name="T51" fmla="*/ 353 h 353"/>
              <a:gd name="T52" fmla="*/ 225 w 257"/>
              <a:gd name="T53" fmla="*/ 353 h 353"/>
              <a:gd name="T54" fmla="*/ 257 w 257"/>
              <a:gd name="T55" fmla="*/ 321 h 353"/>
              <a:gd name="T56" fmla="*/ 257 w 257"/>
              <a:gd name="T57" fmla="*/ 176 h 353"/>
              <a:gd name="T58" fmla="*/ 225 w 257"/>
              <a:gd name="T59" fmla="*/ 144 h 353"/>
              <a:gd name="T60" fmla="*/ 48 w 257"/>
              <a:gd name="T61" fmla="*/ 96 h 353"/>
              <a:gd name="T62" fmla="*/ 129 w 257"/>
              <a:gd name="T63" fmla="*/ 16 h 353"/>
              <a:gd name="T64" fmla="*/ 209 w 257"/>
              <a:gd name="T65" fmla="*/ 96 h 353"/>
              <a:gd name="T66" fmla="*/ 209 w 257"/>
              <a:gd name="T67" fmla="*/ 144 h 353"/>
              <a:gd name="T68" fmla="*/ 48 w 257"/>
              <a:gd name="T69" fmla="*/ 144 h 353"/>
              <a:gd name="T70" fmla="*/ 48 w 257"/>
              <a:gd name="T71" fmla="*/ 96 h 353"/>
              <a:gd name="T72" fmla="*/ 241 w 257"/>
              <a:gd name="T73" fmla="*/ 321 h 353"/>
              <a:gd name="T74" fmla="*/ 225 w 257"/>
              <a:gd name="T75" fmla="*/ 337 h 353"/>
              <a:gd name="T76" fmla="*/ 32 w 257"/>
              <a:gd name="T77" fmla="*/ 337 h 353"/>
              <a:gd name="T78" fmla="*/ 16 w 257"/>
              <a:gd name="T79" fmla="*/ 321 h 353"/>
              <a:gd name="T80" fmla="*/ 16 w 257"/>
              <a:gd name="T81" fmla="*/ 176 h 353"/>
              <a:gd name="T82" fmla="*/ 32 w 257"/>
              <a:gd name="T83" fmla="*/ 160 h 353"/>
              <a:gd name="T84" fmla="*/ 225 w 257"/>
              <a:gd name="T85" fmla="*/ 160 h 353"/>
              <a:gd name="T86" fmla="*/ 241 w 257"/>
              <a:gd name="T87" fmla="*/ 176 h 353"/>
              <a:gd name="T88" fmla="*/ 241 w 257"/>
              <a:gd name="T89" fmla="*/ 321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257" h="353">
                <a:moveTo>
                  <a:pt x="129" y="208"/>
                </a:moveTo>
                <a:cubicBezTo>
                  <a:pt x="111" y="208"/>
                  <a:pt x="96" y="223"/>
                  <a:pt x="96" y="241"/>
                </a:cubicBezTo>
                <a:cubicBezTo>
                  <a:pt x="96" y="249"/>
                  <a:pt x="100" y="256"/>
                  <a:pt x="105" y="262"/>
                </a:cubicBezTo>
                <a:cubicBezTo>
                  <a:pt x="105" y="263"/>
                  <a:pt x="104" y="264"/>
                  <a:pt x="104" y="265"/>
                </a:cubicBezTo>
                <a:cubicBezTo>
                  <a:pt x="104" y="278"/>
                  <a:pt x="115" y="289"/>
                  <a:pt x="129" y="289"/>
                </a:cubicBezTo>
                <a:cubicBezTo>
                  <a:pt x="142" y="289"/>
                  <a:pt x="153" y="278"/>
                  <a:pt x="153" y="265"/>
                </a:cubicBezTo>
                <a:cubicBezTo>
                  <a:pt x="153" y="264"/>
                  <a:pt x="152" y="263"/>
                  <a:pt x="152" y="262"/>
                </a:cubicBezTo>
                <a:cubicBezTo>
                  <a:pt x="157" y="256"/>
                  <a:pt x="161" y="249"/>
                  <a:pt x="161" y="241"/>
                </a:cubicBezTo>
                <a:cubicBezTo>
                  <a:pt x="161" y="223"/>
                  <a:pt x="146" y="208"/>
                  <a:pt x="129" y="208"/>
                </a:cubicBezTo>
                <a:moveTo>
                  <a:pt x="137" y="254"/>
                </a:moveTo>
                <a:cubicBezTo>
                  <a:pt x="137" y="265"/>
                  <a:pt x="137" y="265"/>
                  <a:pt x="137" y="265"/>
                </a:cubicBezTo>
                <a:cubicBezTo>
                  <a:pt x="137" y="269"/>
                  <a:pt x="133" y="273"/>
                  <a:pt x="129" y="273"/>
                </a:cubicBezTo>
                <a:cubicBezTo>
                  <a:pt x="124" y="273"/>
                  <a:pt x="120" y="269"/>
                  <a:pt x="120" y="265"/>
                </a:cubicBezTo>
                <a:cubicBezTo>
                  <a:pt x="120" y="254"/>
                  <a:pt x="120" y="254"/>
                  <a:pt x="120" y="254"/>
                </a:cubicBezTo>
                <a:cubicBezTo>
                  <a:pt x="116" y="252"/>
                  <a:pt x="112" y="247"/>
                  <a:pt x="112" y="241"/>
                </a:cubicBezTo>
                <a:cubicBezTo>
                  <a:pt x="112" y="232"/>
                  <a:pt x="120" y="225"/>
                  <a:pt x="129" y="225"/>
                </a:cubicBezTo>
                <a:cubicBezTo>
                  <a:pt x="137" y="225"/>
                  <a:pt x="145" y="232"/>
                  <a:pt x="145" y="241"/>
                </a:cubicBezTo>
                <a:cubicBezTo>
                  <a:pt x="145" y="247"/>
                  <a:pt x="141" y="252"/>
                  <a:pt x="137" y="254"/>
                </a:cubicBezTo>
                <a:moveTo>
                  <a:pt x="225" y="144"/>
                </a:moveTo>
                <a:cubicBezTo>
                  <a:pt x="225" y="96"/>
                  <a:pt x="225" y="96"/>
                  <a:pt x="225" y="96"/>
                </a:cubicBezTo>
                <a:cubicBezTo>
                  <a:pt x="225" y="43"/>
                  <a:pt x="182" y="0"/>
                  <a:pt x="129" y="0"/>
                </a:cubicBezTo>
                <a:cubicBezTo>
                  <a:pt x="75" y="0"/>
                  <a:pt x="32" y="43"/>
                  <a:pt x="32" y="96"/>
                </a:cubicBezTo>
                <a:cubicBezTo>
                  <a:pt x="32" y="144"/>
                  <a:pt x="32" y="144"/>
                  <a:pt x="32" y="144"/>
                </a:cubicBezTo>
                <a:cubicBezTo>
                  <a:pt x="14" y="144"/>
                  <a:pt x="0" y="159"/>
                  <a:pt x="0" y="176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4" y="353"/>
                  <a:pt x="32" y="353"/>
                </a:cubicBezTo>
                <a:cubicBezTo>
                  <a:pt x="225" y="353"/>
                  <a:pt x="225" y="353"/>
                  <a:pt x="225" y="353"/>
                </a:cubicBezTo>
                <a:cubicBezTo>
                  <a:pt x="243" y="353"/>
                  <a:pt x="257" y="339"/>
                  <a:pt x="257" y="321"/>
                </a:cubicBezTo>
                <a:cubicBezTo>
                  <a:pt x="257" y="176"/>
                  <a:pt x="257" y="176"/>
                  <a:pt x="257" y="176"/>
                </a:cubicBezTo>
                <a:cubicBezTo>
                  <a:pt x="257" y="159"/>
                  <a:pt x="243" y="144"/>
                  <a:pt x="225" y="144"/>
                </a:cubicBezTo>
                <a:moveTo>
                  <a:pt x="48" y="96"/>
                </a:moveTo>
                <a:cubicBezTo>
                  <a:pt x="48" y="52"/>
                  <a:pt x="84" y="16"/>
                  <a:pt x="129" y="16"/>
                </a:cubicBezTo>
                <a:cubicBezTo>
                  <a:pt x="173" y="16"/>
                  <a:pt x="209" y="52"/>
                  <a:pt x="209" y="96"/>
                </a:cubicBezTo>
                <a:cubicBezTo>
                  <a:pt x="209" y="144"/>
                  <a:pt x="209" y="144"/>
                  <a:pt x="209" y="144"/>
                </a:cubicBezTo>
                <a:cubicBezTo>
                  <a:pt x="48" y="144"/>
                  <a:pt x="48" y="144"/>
                  <a:pt x="48" y="144"/>
                </a:cubicBezTo>
                <a:lnTo>
                  <a:pt x="48" y="96"/>
                </a:lnTo>
                <a:close/>
                <a:moveTo>
                  <a:pt x="241" y="321"/>
                </a:moveTo>
                <a:cubicBezTo>
                  <a:pt x="241" y="330"/>
                  <a:pt x="234" y="337"/>
                  <a:pt x="225" y="337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23" y="337"/>
                  <a:pt x="16" y="330"/>
                  <a:pt x="16" y="321"/>
                </a:cubicBezTo>
                <a:cubicBezTo>
                  <a:pt x="16" y="176"/>
                  <a:pt x="16" y="176"/>
                  <a:pt x="16" y="176"/>
                </a:cubicBezTo>
                <a:cubicBezTo>
                  <a:pt x="16" y="168"/>
                  <a:pt x="23" y="160"/>
                  <a:pt x="32" y="160"/>
                </a:cubicBezTo>
                <a:cubicBezTo>
                  <a:pt x="225" y="160"/>
                  <a:pt x="225" y="160"/>
                  <a:pt x="225" y="160"/>
                </a:cubicBezTo>
                <a:cubicBezTo>
                  <a:pt x="234" y="160"/>
                  <a:pt x="241" y="168"/>
                  <a:pt x="241" y="176"/>
                </a:cubicBezTo>
                <a:lnTo>
                  <a:pt x="241" y="32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3" name="Freeform 62"/>
          <p:cNvSpPr>
            <a:spLocks noEditPoints="1"/>
          </p:cNvSpPr>
          <p:nvPr/>
        </p:nvSpPr>
        <p:spPr bwMode="auto">
          <a:xfrm>
            <a:off x="5334001" y="931335"/>
            <a:ext cx="421217" cy="577851"/>
          </a:xfrm>
          <a:custGeom>
            <a:avLst/>
            <a:gdLst>
              <a:gd name="T0" fmla="*/ 225 w 257"/>
              <a:gd name="T1" fmla="*/ 144 h 353"/>
              <a:gd name="T2" fmla="*/ 225 w 257"/>
              <a:gd name="T3" fmla="*/ 96 h 353"/>
              <a:gd name="T4" fmla="*/ 129 w 257"/>
              <a:gd name="T5" fmla="*/ 0 h 353"/>
              <a:gd name="T6" fmla="*/ 33 w 257"/>
              <a:gd name="T7" fmla="*/ 96 h 353"/>
              <a:gd name="T8" fmla="*/ 41 w 257"/>
              <a:gd name="T9" fmla="*/ 104 h 353"/>
              <a:gd name="T10" fmla="*/ 49 w 257"/>
              <a:gd name="T11" fmla="*/ 96 h 353"/>
              <a:gd name="T12" fmla="*/ 129 w 257"/>
              <a:gd name="T13" fmla="*/ 16 h 353"/>
              <a:gd name="T14" fmla="*/ 209 w 257"/>
              <a:gd name="T15" fmla="*/ 96 h 353"/>
              <a:gd name="T16" fmla="*/ 209 w 257"/>
              <a:gd name="T17" fmla="*/ 144 h 353"/>
              <a:gd name="T18" fmla="*/ 33 w 257"/>
              <a:gd name="T19" fmla="*/ 144 h 353"/>
              <a:gd name="T20" fmla="*/ 0 w 257"/>
              <a:gd name="T21" fmla="*/ 176 h 353"/>
              <a:gd name="T22" fmla="*/ 0 w 257"/>
              <a:gd name="T23" fmla="*/ 321 h 353"/>
              <a:gd name="T24" fmla="*/ 33 w 257"/>
              <a:gd name="T25" fmla="*/ 353 h 353"/>
              <a:gd name="T26" fmla="*/ 225 w 257"/>
              <a:gd name="T27" fmla="*/ 353 h 353"/>
              <a:gd name="T28" fmla="*/ 257 w 257"/>
              <a:gd name="T29" fmla="*/ 321 h 353"/>
              <a:gd name="T30" fmla="*/ 257 w 257"/>
              <a:gd name="T31" fmla="*/ 176 h 353"/>
              <a:gd name="T32" fmla="*/ 225 w 257"/>
              <a:gd name="T33" fmla="*/ 144 h 353"/>
              <a:gd name="T34" fmla="*/ 241 w 257"/>
              <a:gd name="T35" fmla="*/ 321 h 353"/>
              <a:gd name="T36" fmla="*/ 225 w 257"/>
              <a:gd name="T37" fmla="*/ 337 h 353"/>
              <a:gd name="T38" fmla="*/ 33 w 257"/>
              <a:gd name="T39" fmla="*/ 337 h 353"/>
              <a:gd name="T40" fmla="*/ 16 w 257"/>
              <a:gd name="T41" fmla="*/ 321 h 353"/>
              <a:gd name="T42" fmla="*/ 16 w 257"/>
              <a:gd name="T43" fmla="*/ 176 h 353"/>
              <a:gd name="T44" fmla="*/ 33 w 257"/>
              <a:gd name="T45" fmla="*/ 160 h 353"/>
              <a:gd name="T46" fmla="*/ 225 w 257"/>
              <a:gd name="T47" fmla="*/ 160 h 353"/>
              <a:gd name="T48" fmla="*/ 241 w 257"/>
              <a:gd name="T49" fmla="*/ 176 h 353"/>
              <a:gd name="T50" fmla="*/ 241 w 257"/>
              <a:gd name="T51" fmla="*/ 321 h 353"/>
              <a:gd name="T52" fmla="*/ 129 w 257"/>
              <a:gd name="T53" fmla="*/ 208 h 353"/>
              <a:gd name="T54" fmla="*/ 97 w 257"/>
              <a:gd name="T55" fmla="*/ 241 h 353"/>
              <a:gd name="T56" fmla="*/ 105 w 257"/>
              <a:gd name="T57" fmla="*/ 262 h 353"/>
              <a:gd name="T58" fmla="*/ 105 w 257"/>
              <a:gd name="T59" fmla="*/ 265 h 353"/>
              <a:gd name="T60" fmla="*/ 129 w 257"/>
              <a:gd name="T61" fmla="*/ 289 h 353"/>
              <a:gd name="T62" fmla="*/ 153 w 257"/>
              <a:gd name="T63" fmla="*/ 265 h 353"/>
              <a:gd name="T64" fmla="*/ 153 w 257"/>
              <a:gd name="T65" fmla="*/ 262 h 353"/>
              <a:gd name="T66" fmla="*/ 161 w 257"/>
              <a:gd name="T67" fmla="*/ 241 h 353"/>
              <a:gd name="T68" fmla="*/ 129 w 257"/>
              <a:gd name="T69" fmla="*/ 208 h 353"/>
              <a:gd name="T70" fmla="*/ 137 w 257"/>
              <a:gd name="T71" fmla="*/ 254 h 353"/>
              <a:gd name="T72" fmla="*/ 137 w 257"/>
              <a:gd name="T73" fmla="*/ 265 h 353"/>
              <a:gd name="T74" fmla="*/ 129 w 257"/>
              <a:gd name="T75" fmla="*/ 273 h 353"/>
              <a:gd name="T76" fmla="*/ 121 w 257"/>
              <a:gd name="T77" fmla="*/ 265 h 353"/>
              <a:gd name="T78" fmla="*/ 121 w 257"/>
              <a:gd name="T79" fmla="*/ 254 h 353"/>
              <a:gd name="T80" fmla="*/ 113 w 257"/>
              <a:gd name="T81" fmla="*/ 241 h 353"/>
              <a:gd name="T82" fmla="*/ 129 w 257"/>
              <a:gd name="T83" fmla="*/ 225 h 353"/>
              <a:gd name="T84" fmla="*/ 145 w 257"/>
              <a:gd name="T85" fmla="*/ 241 h 353"/>
              <a:gd name="T86" fmla="*/ 137 w 257"/>
              <a:gd name="T87" fmla="*/ 254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257" h="353">
                <a:moveTo>
                  <a:pt x="225" y="144"/>
                </a:moveTo>
                <a:cubicBezTo>
                  <a:pt x="225" y="96"/>
                  <a:pt x="225" y="96"/>
                  <a:pt x="225" y="96"/>
                </a:cubicBezTo>
                <a:cubicBezTo>
                  <a:pt x="225" y="43"/>
                  <a:pt x="182" y="0"/>
                  <a:pt x="129" y="0"/>
                </a:cubicBezTo>
                <a:cubicBezTo>
                  <a:pt x="76" y="0"/>
                  <a:pt x="33" y="43"/>
                  <a:pt x="33" y="96"/>
                </a:cubicBezTo>
                <a:cubicBezTo>
                  <a:pt x="33" y="101"/>
                  <a:pt x="36" y="104"/>
                  <a:pt x="41" y="104"/>
                </a:cubicBezTo>
                <a:cubicBezTo>
                  <a:pt x="45" y="104"/>
                  <a:pt x="49" y="101"/>
                  <a:pt x="49" y="96"/>
                </a:cubicBezTo>
                <a:cubicBezTo>
                  <a:pt x="49" y="52"/>
                  <a:pt x="84" y="16"/>
                  <a:pt x="129" y="16"/>
                </a:cubicBezTo>
                <a:cubicBezTo>
                  <a:pt x="173" y="16"/>
                  <a:pt x="209" y="52"/>
                  <a:pt x="209" y="96"/>
                </a:cubicBezTo>
                <a:cubicBezTo>
                  <a:pt x="209" y="144"/>
                  <a:pt x="209" y="144"/>
                  <a:pt x="209" y="144"/>
                </a:cubicBezTo>
                <a:cubicBezTo>
                  <a:pt x="33" y="144"/>
                  <a:pt x="33" y="144"/>
                  <a:pt x="33" y="144"/>
                </a:cubicBezTo>
                <a:cubicBezTo>
                  <a:pt x="15" y="144"/>
                  <a:pt x="0" y="159"/>
                  <a:pt x="0" y="176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5" y="353"/>
                  <a:pt x="33" y="353"/>
                </a:cubicBezTo>
                <a:cubicBezTo>
                  <a:pt x="225" y="353"/>
                  <a:pt x="225" y="353"/>
                  <a:pt x="225" y="353"/>
                </a:cubicBezTo>
                <a:cubicBezTo>
                  <a:pt x="243" y="353"/>
                  <a:pt x="257" y="339"/>
                  <a:pt x="257" y="321"/>
                </a:cubicBezTo>
                <a:cubicBezTo>
                  <a:pt x="257" y="176"/>
                  <a:pt x="257" y="176"/>
                  <a:pt x="257" y="176"/>
                </a:cubicBezTo>
                <a:cubicBezTo>
                  <a:pt x="257" y="159"/>
                  <a:pt x="243" y="144"/>
                  <a:pt x="225" y="144"/>
                </a:cubicBezTo>
                <a:moveTo>
                  <a:pt x="241" y="321"/>
                </a:moveTo>
                <a:cubicBezTo>
                  <a:pt x="241" y="330"/>
                  <a:pt x="234" y="337"/>
                  <a:pt x="225" y="337"/>
                </a:cubicBezTo>
                <a:cubicBezTo>
                  <a:pt x="33" y="337"/>
                  <a:pt x="33" y="337"/>
                  <a:pt x="33" y="337"/>
                </a:cubicBezTo>
                <a:cubicBezTo>
                  <a:pt x="24" y="337"/>
                  <a:pt x="16" y="330"/>
                  <a:pt x="16" y="321"/>
                </a:cubicBezTo>
                <a:cubicBezTo>
                  <a:pt x="16" y="176"/>
                  <a:pt x="16" y="176"/>
                  <a:pt x="16" y="176"/>
                </a:cubicBezTo>
                <a:cubicBezTo>
                  <a:pt x="16" y="168"/>
                  <a:pt x="24" y="160"/>
                  <a:pt x="33" y="160"/>
                </a:cubicBezTo>
                <a:cubicBezTo>
                  <a:pt x="225" y="160"/>
                  <a:pt x="225" y="160"/>
                  <a:pt x="225" y="160"/>
                </a:cubicBezTo>
                <a:cubicBezTo>
                  <a:pt x="234" y="160"/>
                  <a:pt x="241" y="168"/>
                  <a:pt x="241" y="176"/>
                </a:cubicBezTo>
                <a:lnTo>
                  <a:pt x="241" y="321"/>
                </a:lnTo>
                <a:close/>
                <a:moveTo>
                  <a:pt x="129" y="208"/>
                </a:moveTo>
                <a:cubicBezTo>
                  <a:pt x="111" y="208"/>
                  <a:pt x="97" y="223"/>
                  <a:pt x="97" y="241"/>
                </a:cubicBezTo>
                <a:cubicBezTo>
                  <a:pt x="97" y="249"/>
                  <a:pt x="100" y="256"/>
                  <a:pt x="105" y="262"/>
                </a:cubicBezTo>
                <a:cubicBezTo>
                  <a:pt x="105" y="263"/>
                  <a:pt x="105" y="264"/>
                  <a:pt x="105" y="265"/>
                </a:cubicBezTo>
                <a:cubicBezTo>
                  <a:pt x="105" y="278"/>
                  <a:pt x="116" y="289"/>
                  <a:pt x="129" y="289"/>
                </a:cubicBezTo>
                <a:cubicBezTo>
                  <a:pt x="142" y="289"/>
                  <a:pt x="153" y="278"/>
                  <a:pt x="153" y="265"/>
                </a:cubicBezTo>
                <a:cubicBezTo>
                  <a:pt x="153" y="264"/>
                  <a:pt x="153" y="263"/>
                  <a:pt x="153" y="262"/>
                </a:cubicBezTo>
                <a:cubicBezTo>
                  <a:pt x="158" y="256"/>
                  <a:pt x="161" y="249"/>
                  <a:pt x="161" y="241"/>
                </a:cubicBezTo>
                <a:cubicBezTo>
                  <a:pt x="161" y="223"/>
                  <a:pt x="147" y="208"/>
                  <a:pt x="129" y="208"/>
                </a:cubicBezTo>
                <a:moveTo>
                  <a:pt x="137" y="254"/>
                </a:moveTo>
                <a:cubicBezTo>
                  <a:pt x="137" y="265"/>
                  <a:pt x="137" y="265"/>
                  <a:pt x="137" y="265"/>
                </a:cubicBezTo>
                <a:cubicBezTo>
                  <a:pt x="137" y="269"/>
                  <a:pt x="133" y="273"/>
                  <a:pt x="129" y="273"/>
                </a:cubicBezTo>
                <a:cubicBezTo>
                  <a:pt x="124" y="273"/>
                  <a:pt x="121" y="269"/>
                  <a:pt x="121" y="265"/>
                </a:cubicBezTo>
                <a:cubicBezTo>
                  <a:pt x="121" y="254"/>
                  <a:pt x="121" y="254"/>
                  <a:pt x="121" y="254"/>
                </a:cubicBezTo>
                <a:cubicBezTo>
                  <a:pt x="116" y="252"/>
                  <a:pt x="113" y="247"/>
                  <a:pt x="113" y="241"/>
                </a:cubicBezTo>
                <a:cubicBezTo>
                  <a:pt x="113" y="232"/>
                  <a:pt x="120" y="225"/>
                  <a:pt x="129" y="225"/>
                </a:cubicBezTo>
                <a:cubicBezTo>
                  <a:pt x="138" y="225"/>
                  <a:pt x="145" y="232"/>
                  <a:pt x="145" y="241"/>
                </a:cubicBezTo>
                <a:cubicBezTo>
                  <a:pt x="145" y="247"/>
                  <a:pt x="142" y="252"/>
                  <a:pt x="137" y="254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4" name="Freeform 63"/>
          <p:cNvSpPr>
            <a:spLocks noEditPoints="1"/>
          </p:cNvSpPr>
          <p:nvPr/>
        </p:nvSpPr>
        <p:spPr bwMode="auto">
          <a:xfrm>
            <a:off x="6413501" y="931335"/>
            <a:ext cx="472017" cy="577851"/>
          </a:xfrm>
          <a:custGeom>
            <a:avLst/>
            <a:gdLst>
              <a:gd name="T0" fmla="*/ 257 w 289"/>
              <a:gd name="T1" fmla="*/ 0 h 353"/>
              <a:gd name="T2" fmla="*/ 32 w 289"/>
              <a:gd name="T3" fmla="*/ 0 h 353"/>
              <a:gd name="T4" fmla="*/ 0 w 289"/>
              <a:gd name="T5" fmla="*/ 32 h 353"/>
              <a:gd name="T6" fmla="*/ 0 w 289"/>
              <a:gd name="T7" fmla="*/ 321 h 353"/>
              <a:gd name="T8" fmla="*/ 32 w 289"/>
              <a:gd name="T9" fmla="*/ 353 h 353"/>
              <a:gd name="T10" fmla="*/ 257 w 289"/>
              <a:gd name="T11" fmla="*/ 353 h 353"/>
              <a:gd name="T12" fmla="*/ 289 w 289"/>
              <a:gd name="T13" fmla="*/ 321 h 353"/>
              <a:gd name="T14" fmla="*/ 289 w 289"/>
              <a:gd name="T15" fmla="*/ 32 h 353"/>
              <a:gd name="T16" fmla="*/ 257 w 289"/>
              <a:gd name="T17" fmla="*/ 0 h 353"/>
              <a:gd name="T18" fmla="*/ 192 w 289"/>
              <a:gd name="T19" fmla="*/ 16 h 353"/>
              <a:gd name="T20" fmla="*/ 224 w 289"/>
              <a:gd name="T21" fmla="*/ 16 h 353"/>
              <a:gd name="T22" fmla="*/ 224 w 289"/>
              <a:gd name="T23" fmla="*/ 72 h 353"/>
              <a:gd name="T24" fmla="*/ 208 w 289"/>
              <a:gd name="T25" fmla="*/ 56 h 353"/>
              <a:gd name="T26" fmla="*/ 192 w 289"/>
              <a:gd name="T27" fmla="*/ 72 h 353"/>
              <a:gd name="T28" fmla="*/ 192 w 289"/>
              <a:gd name="T29" fmla="*/ 16 h 353"/>
              <a:gd name="T30" fmla="*/ 64 w 289"/>
              <a:gd name="T31" fmla="*/ 337 h 353"/>
              <a:gd name="T32" fmla="*/ 32 w 289"/>
              <a:gd name="T33" fmla="*/ 337 h 353"/>
              <a:gd name="T34" fmla="*/ 16 w 289"/>
              <a:gd name="T35" fmla="*/ 321 h 353"/>
              <a:gd name="T36" fmla="*/ 16 w 289"/>
              <a:gd name="T37" fmla="*/ 32 h 353"/>
              <a:gd name="T38" fmla="*/ 32 w 289"/>
              <a:gd name="T39" fmla="*/ 16 h 353"/>
              <a:gd name="T40" fmla="*/ 64 w 289"/>
              <a:gd name="T41" fmla="*/ 16 h 353"/>
              <a:gd name="T42" fmla="*/ 64 w 289"/>
              <a:gd name="T43" fmla="*/ 337 h 353"/>
              <a:gd name="T44" fmla="*/ 273 w 289"/>
              <a:gd name="T45" fmla="*/ 321 h 353"/>
              <a:gd name="T46" fmla="*/ 257 w 289"/>
              <a:gd name="T47" fmla="*/ 337 h 353"/>
              <a:gd name="T48" fmla="*/ 80 w 289"/>
              <a:gd name="T49" fmla="*/ 337 h 353"/>
              <a:gd name="T50" fmla="*/ 80 w 289"/>
              <a:gd name="T51" fmla="*/ 16 h 353"/>
              <a:gd name="T52" fmla="*/ 176 w 289"/>
              <a:gd name="T53" fmla="*/ 16 h 353"/>
              <a:gd name="T54" fmla="*/ 176 w 289"/>
              <a:gd name="T55" fmla="*/ 112 h 353"/>
              <a:gd name="T56" fmla="*/ 208 w 289"/>
              <a:gd name="T57" fmla="*/ 80 h 353"/>
              <a:gd name="T58" fmla="*/ 241 w 289"/>
              <a:gd name="T59" fmla="*/ 112 h 353"/>
              <a:gd name="T60" fmla="*/ 241 w 289"/>
              <a:gd name="T61" fmla="*/ 16 h 353"/>
              <a:gd name="T62" fmla="*/ 257 w 289"/>
              <a:gd name="T63" fmla="*/ 16 h 353"/>
              <a:gd name="T64" fmla="*/ 273 w 289"/>
              <a:gd name="T65" fmla="*/ 32 h 353"/>
              <a:gd name="T66" fmla="*/ 273 w 289"/>
              <a:gd name="T67" fmla="*/ 321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289" h="353">
                <a:moveTo>
                  <a:pt x="257" y="0"/>
                </a:move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4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4" y="353"/>
                  <a:pt x="32" y="353"/>
                </a:cubicBezTo>
                <a:cubicBezTo>
                  <a:pt x="257" y="353"/>
                  <a:pt x="257" y="353"/>
                  <a:pt x="257" y="353"/>
                </a:cubicBezTo>
                <a:cubicBezTo>
                  <a:pt x="274" y="353"/>
                  <a:pt x="289" y="339"/>
                  <a:pt x="289" y="321"/>
                </a:cubicBezTo>
                <a:cubicBezTo>
                  <a:pt x="289" y="32"/>
                  <a:pt x="289" y="32"/>
                  <a:pt x="289" y="32"/>
                </a:cubicBezTo>
                <a:cubicBezTo>
                  <a:pt x="289" y="14"/>
                  <a:pt x="274" y="0"/>
                  <a:pt x="257" y="0"/>
                </a:cubicBezTo>
                <a:moveTo>
                  <a:pt x="192" y="16"/>
                </a:moveTo>
                <a:cubicBezTo>
                  <a:pt x="224" y="16"/>
                  <a:pt x="224" y="16"/>
                  <a:pt x="224" y="16"/>
                </a:cubicBezTo>
                <a:cubicBezTo>
                  <a:pt x="224" y="72"/>
                  <a:pt x="224" y="72"/>
                  <a:pt x="224" y="72"/>
                </a:cubicBezTo>
                <a:cubicBezTo>
                  <a:pt x="208" y="56"/>
                  <a:pt x="208" y="56"/>
                  <a:pt x="208" y="56"/>
                </a:cubicBezTo>
                <a:cubicBezTo>
                  <a:pt x="192" y="72"/>
                  <a:pt x="192" y="72"/>
                  <a:pt x="192" y="72"/>
                </a:cubicBezTo>
                <a:lnTo>
                  <a:pt x="192" y="16"/>
                </a:lnTo>
                <a:close/>
                <a:moveTo>
                  <a:pt x="64" y="337"/>
                </a:moveTo>
                <a:cubicBezTo>
                  <a:pt x="32" y="337"/>
                  <a:pt x="32" y="337"/>
                  <a:pt x="32" y="337"/>
                </a:cubicBezTo>
                <a:cubicBezTo>
                  <a:pt x="23" y="337"/>
                  <a:pt x="16" y="330"/>
                  <a:pt x="16" y="32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3"/>
                  <a:pt x="23" y="16"/>
                  <a:pt x="32" y="16"/>
                </a:cubicBezTo>
                <a:cubicBezTo>
                  <a:pt x="64" y="16"/>
                  <a:pt x="64" y="16"/>
                  <a:pt x="64" y="16"/>
                </a:cubicBezTo>
                <a:lnTo>
                  <a:pt x="64" y="337"/>
                </a:lnTo>
                <a:close/>
                <a:moveTo>
                  <a:pt x="273" y="321"/>
                </a:moveTo>
                <a:cubicBezTo>
                  <a:pt x="273" y="330"/>
                  <a:pt x="265" y="337"/>
                  <a:pt x="257" y="337"/>
                </a:cubicBezTo>
                <a:cubicBezTo>
                  <a:pt x="80" y="337"/>
                  <a:pt x="80" y="337"/>
                  <a:pt x="80" y="337"/>
                </a:cubicBezTo>
                <a:cubicBezTo>
                  <a:pt x="80" y="16"/>
                  <a:pt x="80" y="16"/>
                  <a:pt x="80" y="16"/>
                </a:cubicBezTo>
                <a:cubicBezTo>
                  <a:pt x="176" y="16"/>
                  <a:pt x="176" y="16"/>
                  <a:pt x="176" y="16"/>
                </a:cubicBezTo>
                <a:cubicBezTo>
                  <a:pt x="176" y="112"/>
                  <a:pt x="176" y="112"/>
                  <a:pt x="176" y="112"/>
                </a:cubicBezTo>
                <a:cubicBezTo>
                  <a:pt x="208" y="80"/>
                  <a:pt x="208" y="80"/>
                  <a:pt x="208" y="80"/>
                </a:cubicBezTo>
                <a:cubicBezTo>
                  <a:pt x="241" y="112"/>
                  <a:pt x="241" y="112"/>
                  <a:pt x="241" y="112"/>
                </a:cubicBezTo>
                <a:cubicBezTo>
                  <a:pt x="241" y="16"/>
                  <a:pt x="241" y="16"/>
                  <a:pt x="241" y="16"/>
                </a:cubicBezTo>
                <a:cubicBezTo>
                  <a:pt x="257" y="16"/>
                  <a:pt x="257" y="16"/>
                  <a:pt x="257" y="16"/>
                </a:cubicBezTo>
                <a:cubicBezTo>
                  <a:pt x="265" y="16"/>
                  <a:pt x="273" y="23"/>
                  <a:pt x="273" y="32"/>
                </a:cubicBezTo>
                <a:lnTo>
                  <a:pt x="273" y="32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5" name="Freeform 64"/>
          <p:cNvSpPr>
            <a:spLocks noEditPoints="1"/>
          </p:cNvSpPr>
          <p:nvPr/>
        </p:nvSpPr>
        <p:spPr bwMode="auto">
          <a:xfrm>
            <a:off x="7516284" y="931335"/>
            <a:ext cx="474133" cy="577851"/>
          </a:xfrm>
          <a:custGeom>
            <a:avLst/>
            <a:gdLst>
              <a:gd name="T0" fmla="*/ 48 w 289"/>
              <a:gd name="T1" fmla="*/ 0 h 353"/>
              <a:gd name="T2" fmla="*/ 16 w 289"/>
              <a:gd name="T3" fmla="*/ 48 h 353"/>
              <a:gd name="T4" fmla="*/ 0 w 289"/>
              <a:gd name="T5" fmla="*/ 56 h 353"/>
              <a:gd name="T6" fmla="*/ 16 w 289"/>
              <a:gd name="T7" fmla="*/ 64 h 353"/>
              <a:gd name="T8" fmla="*/ 8 w 289"/>
              <a:gd name="T9" fmla="*/ 96 h 353"/>
              <a:gd name="T10" fmla="*/ 8 w 289"/>
              <a:gd name="T11" fmla="*/ 112 h 353"/>
              <a:gd name="T12" fmla="*/ 16 w 289"/>
              <a:gd name="T13" fmla="*/ 144 h 353"/>
              <a:gd name="T14" fmla="*/ 0 w 289"/>
              <a:gd name="T15" fmla="*/ 152 h 353"/>
              <a:gd name="T16" fmla="*/ 16 w 289"/>
              <a:gd name="T17" fmla="*/ 160 h 353"/>
              <a:gd name="T18" fmla="*/ 8 w 289"/>
              <a:gd name="T19" fmla="*/ 192 h 353"/>
              <a:gd name="T20" fmla="*/ 8 w 289"/>
              <a:gd name="T21" fmla="*/ 208 h 353"/>
              <a:gd name="T22" fmla="*/ 16 w 289"/>
              <a:gd name="T23" fmla="*/ 241 h 353"/>
              <a:gd name="T24" fmla="*/ 0 w 289"/>
              <a:gd name="T25" fmla="*/ 249 h 353"/>
              <a:gd name="T26" fmla="*/ 16 w 289"/>
              <a:gd name="T27" fmla="*/ 257 h 353"/>
              <a:gd name="T28" fmla="*/ 8 w 289"/>
              <a:gd name="T29" fmla="*/ 289 h 353"/>
              <a:gd name="T30" fmla="*/ 8 w 289"/>
              <a:gd name="T31" fmla="*/ 305 h 353"/>
              <a:gd name="T32" fmla="*/ 16 w 289"/>
              <a:gd name="T33" fmla="*/ 321 h 353"/>
              <a:gd name="T34" fmla="*/ 257 w 289"/>
              <a:gd name="T35" fmla="*/ 353 h 353"/>
              <a:gd name="T36" fmla="*/ 289 w 289"/>
              <a:gd name="T37" fmla="*/ 32 h 353"/>
              <a:gd name="T38" fmla="*/ 80 w 289"/>
              <a:gd name="T39" fmla="*/ 337 h 353"/>
              <a:gd name="T40" fmla="*/ 32 w 289"/>
              <a:gd name="T41" fmla="*/ 321 h 353"/>
              <a:gd name="T42" fmla="*/ 40 w 289"/>
              <a:gd name="T43" fmla="*/ 305 h 353"/>
              <a:gd name="T44" fmla="*/ 40 w 289"/>
              <a:gd name="T45" fmla="*/ 289 h 353"/>
              <a:gd name="T46" fmla="*/ 32 w 289"/>
              <a:gd name="T47" fmla="*/ 257 h 353"/>
              <a:gd name="T48" fmla="*/ 48 w 289"/>
              <a:gd name="T49" fmla="*/ 249 h 353"/>
              <a:gd name="T50" fmla="*/ 32 w 289"/>
              <a:gd name="T51" fmla="*/ 241 h 353"/>
              <a:gd name="T52" fmla="*/ 40 w 289"/>
              <a:gd name="T53" fmla="*/ 208 h 353"/>
              <a:gd name="T54" fmla="*/ 40 w 289"/>
              <a:gd name="T55" fmla="*/ 192 h 353"/>
              <a:gd name="T56" fmla="*/ 32 w 289"/>
              <a:gd name="T57" fmla="*/ 160 h 353"/>
              <a:gd name="T58" fmla="*/ 48 w 289"/>
              <a:gd name="T59" fmla="*/ 152 h 353"/>
              <a:gd name="T60" fmla="*/ 32 w 289"/>
              <a:gd name="T61" fmla="*/ 144 h 353"/>
              <a:gd name="T62" fmla="*/ 40 w 289"/>
              <a:gd name="T63" fmla="*/ 112 h 353"/>
              <a:gd name="T64" fmla="*/ 40 w 289"/>
              <a:gd name="T65" fmla="*/ 96 h 353"/>
              <a:gd name="T66" fmla="*/ 32 w 289"/>
              <a:gd name="T67" fmla="*/ 64 h 353"/>
              <a:gd name="T68" fmla="*/ 48 w 289"/>
              <a:gd name="T69" fmla="*/ 56 h 353"/>
              <a:gd name="T70" fmla="*/ 32 w 289"/>
              <a:gd name="T71" fmla="*/ 48 h 353"/>
              <a:gd name="T72" fmla="*/ 48 w 289"/>
              <a:gd name="T73" fmla="*/ 16 h 353"/>
              <a:gd name="T74" fmla="*/ 80 w 289"/>
              <a:gd name="T75" fmla="*/ 337 h 353"/>
              <a:gd name="T76" fmla="*/ 257 w 289"/>
              <a:gd name="T77" fmla="*/ 337 h 353"/>
              <a:gd name="T78" fmla="*/ 96 w 289"/>
              <a:gd name="T79" fmla="*/ 16 h 353"/>
              <a:gd name="T80" fmla="*/ 273 w 289"/>
              <a:gd name="T81" fmla="*/ 32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289" h="353">
                <a:moveTo>
                  <a:pt x="257" y="0"/>
                </a:moveTo>
                <a:cubicBezTo>
                  <a:pt x="48" y="0"/>
                  <a:pt x="48" y="0"/>
                  <a:pt x="48" y="0"/>
                </a:cubicBezTo>
                <a:cubicBezTo>
                  <a:pt x="30" y="0"/>
                  <a:pt x="16" y="14"/>
                  <a:pt x="16" y="32"/>
                </a:cubicBezTo>
                <a:cubicBezTo>
                  <a:pt x="16" y="48"/>
                  <a:pt x="16" y="48"/>
                  <a:pt x="16" y="48"/>
                </a:cubicBezTo>
                <a:cubicBezTo>
                  <a:pt x="8" y="48"/>
                  <a:pt x="8" y="48"/>
                  <a:pt x="8" y="48"/>
                </a:cubicBezTo>
                <a:cubicBezTo>
                  <a:pt x="4" y="48"/>
                  <a:pt x="0" y="52"/>
                  <a:pt x="0" y="56"/>
                </a:cubicBezTo>
                <a:cubicBezTo>
                  <a:pt x="0" y="60"/>
                  <a:pt x="4" y="64"/>
                  <a:pt x="8" y="64"/>
                </a:cubicBezTo>
                <a:cubicBezTo>
                  <a:pt x="16" y="64"/>
                  <a:pt x="16" y="64"/>
                  <a:pt x="16" y="64"/>
                </a:cubicBezTo>
                <a:cubicBezTo>
                  <a:pt x="16" y="96"/>
                  <a:pt x="16" y="96"/>
                  <a:pt x="16" y="96"/>
                </a:cubicBezTo>
                <a:cubicBezTo>
                  <a:pt x="8" y="96"/>
                  <a:pt x="8" y="96"/>
                  <a:pt x="8" y="96"/>
                </a:cubicBezTo>
                <a:cubicBezTo>
                  <a:pt x="4" y="96"/>
                  <a:pt x="0" y="100"/>
                  <a:pt x="0" y="104"/>
                </a:cubicBezTo>
                <a:cubicBezTo>
                  <a:pt x="0" y="109"/>
                  <a:pt x="4" y="112"/>
                  <a:pt x="8" y="112"/>
                </a:cubicBezTo>
                <a:cubicBezTo>
                  <a:pt x="16" y="112"/>
                  <a:pt x="16" y="112"/>
                  <a:pt x="16" y="112"/>
                </a:cubicBezTo>
                <a:cubicBezTo>
                  <a:pt x="16" y="144"/>
                  <a:pt x="16" y="144"/>
                  <a:pt x="16" y="144"/>
                </a:cubicBezTo>
                <a:cubicBezTo>
                  <a:pt x="8" y="144"/>
                  <a:pt x="8" y="144"/>
                  <a:pt x="8" y="144"/>
                </a:cubicBezTo>
                <a:cubicBezTo>
                  <a:pt x="4" y="144"/>
                  <a:pt x="0" y="148"/>
                  <a:pt x="0" y="152"/>
                </a:cubicBezTo>
                <a:cubicBezTo>
                  <a:pt x="0" y="157"/>
                  <a:pt x="4" y="160"/>
                  <a:pt x="8" y="160"/>
                </a:cubicBezTo>
                <a:cubicBezTo>
                  <a:pt x="16" y="160"/>
                  <a:pt x="16" y="160"/>
                  <a:pt x="16" y="160"/>
                </a:cubicBezTo>
                <a:cubicBezTo>
                  <a:pt x="16" y="192"/>
                  <a:pt x="16" y="192"/>
                  <a:pt x="16" y="192"/>
                </a:cubicBezTo>
                <a:cubicBezTo>
                  <a:pt x="8" y="192"/>
                  <a:pt x="8" y="192"/>
                  <a:pt x="8" y="192"/>
                </a:cubicBezTo>
                <a:cubicBezTo>
                  <a:pt x="4" y="192"/>
                  <a:pt x="0" y="196"/>
                  <a:pt x="0" y="200"/>
                </a:cubicBezTo>
                <a:cubicBezTo>
                  <a:pt x="0" y="205"/>
                  <a:pt x="4" y="208"/>
                  <a:pt x="8" y="208"/>
                </a:cubicBezTo>
                <a:cubicBezTo>
                  <a:pt x="16" y="208"/>
                  <a:pt x="16" y="208"/>
                  <a:pt x="16" y="208"/>
                </a:cubicBezTo>
                <a:cubicBezTo>
                  <a:pt x="16" y="241"/>
                  <a:pt x="16" y="241"/>
                  <a:pt x="16" y="241"/>
                </a:cubicBezTo>
                <a:cubicBezTo>
                  <a:pt x="8" y="241"/>
                  <a:pt x="8" y="241"/>
                  <a:pt x="8" y="241"/>
                </a:cubicBezTo>
                <a:cubicBezTo>
                  <a:pt x="4" y="241"/>
                  <a:pt x="0" y="244"/>
                  <a:pt x="0" y="249"/>
                </a:cubicBezTo>
                <a:cubicBezTo>
                  <a:pt x="0" y="253"/>
                  <a:pt x="4" y="257"/>
                  <a:pt x="8" y="257"/>
                </a:cubicBezTo>
                <a:cubicBezTo>
                  <a:pt x="16" y="257"/>
                  <a:pt x="16" y="257"/>
                  <a:pt x="16" y="257"/>
                </a:cubicBezTo>
                <a:cubicBezTo>
                  <a:pt x="16" y="289"/>
                  <a:pt x="16" y="289"/>
                  <a:pt x="16" y="289"/>
                </a:cubicBezTo>
                <a:cubicBezTo>
                  <a:pt x="8" y="289"/>
                  <a:pt x="8" y="289"/>
                  <a:pt x="8" y="289"/>
                </a:cubicBezTo>
                <a:cubicBezTo>
                  <a:pt x="4" y="289"/>
                  <a:pt x="0" y="292"/>
                  <a:pt x="0" y="297"/>
                </a:cubicBezTo>
                <a:cubicBezTo>
                  <a:pt x="0" y="301"/>
                  <a:pt x="4" y="305"/>
                  <a:pt x="8" y="305"/>
                </a:cubicBezTo>
                <a:cubicBezTo>
                  <a:pt x="16" y="305"/>
                  <a:pt x="16" y="305"/>
                  <a:pt x="16" y="305"/>
                </a:cubicBezTo>
                <a:cubicBezTo>
                  <a:pt x="16" y="321"/>
                  <a:pt x="16" y="321"/>
                  <a:pt x="16" y="321"/>
                </a:cubicBezTo>
                <a:cubicBezTo>
                  <a:pt x="16" y="339"/>
                  <a:pt x="30" y="353"/>
                  <a:pt x="48" y="353"/>
                </a:cubicBezTo>
                <a:cubicBezTo>
                  <a:pt x="257" y="353"/>
                  <a:pt x="257" y="353"/>
                  <a:pt x="257" y="353"/>
                </a:cubicBezTo>
                <a:cubicBezTo>
                  <a:pt x="275" y="353"/>
                  <a:pt x="289" y="339"/>
                  <a:pt x="289" y="321"/>
                </a:cubicBezTo>
                <a:cubicBezTo>
                  <a:pt x="289" y="32"/>
                  <a:pt x="289" y="32"/>
                  <a:pt x="289" y="32"/>
                </a:cubicBezTo>
                <a:cubicBezTo>
                  <a:pt x="289" y="14"/>
                  <a:pt x="275" y="0"/>
                  <a:pt x="257" y="0"/>
                </a:cubicBezTo>
                <a:moveTo>
                  <a:pt x="80" y="337"/>
                </a:moveTo>
                <a:cubicBezTo>
                  <a:pt x="48" y="337"/>
                  <a:pt x="48" y="337"/>
                  <a:pt x="48" y="337"/>
                </a:cubicBezTo>
                <a:cubicBezTo>
                  <a:pt x="39" y="337"/>
                  <a:pt x="32" y="330"/>
                  <a:pt x="32" y="321"/>
                </a:cubicBezTo>
                <a:cubicBezTo>
                  <a:pt x="32" y="305"/>
                  <a:pt x="32" y="305"/>
                  <a:pt x="32" y="305"/>
                </a:cubicBezTo>
                <a:cubicBezTo>
                  <a:pt x="40" y="305"/>
                  <a:pt x="40" y="305"/>
                  <a:pt x="40" y="305"/>
                </a:cubicBezTo>
                <a:cubicBezTo>
                  <a:pt x="45" y="305"/>
                  <a:pt x="48" y="301"/>
                  <a:pt x="48" y="297"/>
                </a:cubicBezTo>
                <a:cubicBezTo>
                  <a:pt x="48" y="292"/>
                  <a:pt x="45" y="289"/>
                  <a:pt x="40" y="289"/>
                </a:cubicBezTo>
                <a:cubicBezTo>
                  <a:pt x="32" y="289"/>
                  <a:pt x="32" y="289"/>
                  <a:pt x="32" y="289"/>
                </a:cubicBezTo>
                <a:cubicBezTo>
                  <a:pt x="32" y="257"/>
                  <a:pt x="32" y="257"/>
                  <a:pt x="32" y="257"/>
                </a:cubicBezTo>
                <a:cubicBezTo>
                  <a:pt x="40" y="257"/>
                  <a:pt x="40" y="257"/>
                  <a:pt x="40" y="257"/>
                </a:cubicBezTo>
                <a:cubicBezTo>
                  <a:pt x="45" y="257"/>
                  <a:pt x="48" y="253"/>
                  <a:pt x="48" y="249"/>
                </a:cubicBezTo>
                <a:cubicBezTo>
                  <a:pt x="48" y="244"/>
                  <a:pt x="45" y="241"/>
                  <a:pt x="40" y="241"/>
                </a:cubicBezTo>
                <a:cubicBezTo>
                  <a:pt x="32" y="241"/>
                  <a:pt x="32" y="241"/>
                  <a:pt x="32" y="241"/>
                </a:cubicBezTo>
                <a:cubicBezTo>
                  <a:pt x="32" y="208"/>
                  <a:pt x="32" y="208"/>
                  <a:pt x="32" y="208"/>
                </a:cubicBezTo>
                <a:cubicBezTo>
                  <a:pt x="40" y="208"/>
                  <a:pt x="40" y="208"/>
                  <a:pt x="40" y="208"/>
                </a:cubicBezTo>
                <a:cubicBezTo>
                  <a:pt x="45" y="208"/>
                  <a:pt x="48" y="205"/>
                  <a:pt x="48" y="200"/>
                </a:cubicBezTo>
                <a:cubicBezTo>
                  <a:pt x="48" y="196"/>
                  <a:pt x="45" y="192"/>
                  <a:pt x="40" y="192"/>
                </a:cubicBezTo>
                <a:cubicBezTo>
                  <a:pt x="32" y="192"/>
                  <a:pt x="32" y="192"/>
                  <a:pt x="32" y="192"/>
                </a:cubicBezTo>
                <a:cubicBezTo>
                  <a:pt x="32" y="160"/>
                  <a:pt x="32" y="160"/>
                  <a:pt x="32" y="160"/>
                </a:cubicBezTo>
                <a:cubicBezTo>
                  <a:pt x="40" y="160"/>
                  <a:pt x="40" y="160"/>
                  <a:pt x="40" y="160"/>
                </a:cubicBezTo>
                <a:cubicBezTo>
                  <a:pt x="45" y="160"/>
                  <a:pt x="48" y="157"/>
                  <a:pt x="48" y="152"/>
                </a:cubicBezTo>
                <a:cubicBezTo>
                  <a:pt x="48" y="148"/>
                  <a:pt x="45" y="144"/>
                  <a:pt x="40" y="144"/>
                </a:cubicBezTo>
                <a:cubicBezTo>
                  <a:pt x="32" y="144"/>
                  <a:pt x="32" y="144"/>
                  <a:pt x="32" y="144"/>
                </a:cubicBezTo>
                <a:cubicBezTo>
                  <a:pt x="32" y="112"/>
                  <a:pt x="32" y="112"/>
                  <a:pt x="32" y="112"/>
                </a:cubicBezTo>
                <a:cubicBezTo>
                  <a:pt x="40" y="112"/>
                  <a:pt x="40" y="112"/>
                  <a:pt x="40" y="112"/>
                </a:cubicBezTo>
                <a:cubicBezTo>
                  <a:pt x="45" y="112"/>
                  <a:pt x="48" y="109"/>
                  <a:pt x="48" y="104"/>
                </a:cubicBezTo>
                <a:cubicBezTo>
                  <a:pt x="48" y="100"/>
                  <a:pt x="45" y="96"/>
                  <a:pt x="40" y="96"/>
                </a:cubicBezTo>
                <a:cubicBezTo>
                  <a:pt x="32" y="96"/>
                  <a:pt x="32" y="96"/>
                  <a:pt x="32" y="96"/>
                </a:cubicBezTo>
                <a:cubicBezTo>
                  <a:pt x="32" y="64"/>
                  <a:pt x="32" y="64"/>
                  <a:pt x="32" y="64"/>
                </a:cubicBezTo>
                <a:cubicBezTo>
                  <a:pt x="40" y="64"/>
                  <a:pt x="40" y="64"/>
                  <a:pt x="40" y="64"/>
                </a:cubicBezTo>
                <a:cubicBezTo>
                  <a:pt x="45" y="64"/>
                  <a:pt x="48" y="60"/>
                  <a:pt x="48" y="56"/>
                </a:cubicBezTo>
                <a:cubicBezTo>
                  <a:pt x="48" y="52"/>
                  <a:pt x="45" y="48"/>
                  <a:pt x="40" y="48"/>
                </a:cubicBezTo>
                <a:cubicBezTo>
                  <a:pt x="32" y="48"/>
                  <a:pt x="32" y="48"/>
                  <a:pt x="32" y="48"/>
                </a:cubicBezTo>
                <a:cubicBezTo>
                  <a:pt x="32" y="32"/>
                  <a:pt x="32" y="32"/>
                  <a:pt x="32" y="32"/>
                </a:cubicBezTo>
                <a:cubicBezTo>
                  <a:pt x="32" y="23"/>
                  <a:pt x="39" y="16"/>
                  <a:pt x="48" y="16"/>
                </a:cubicBezTo>
                <a:cubicBezTo>
                  <a:pt x="80" y="16"/>
                  <a:pt x="80" y="16"/>
                  <a:pt x="80" y="16"/>
                </a:cubicBezTo>
                <a:lnTo>
                  <a:pt x="80" y="337"/>
                </a:lnTo>
                <a:close/>
                <a:moveTo>
                  <a:pt x="273" y="321"/>
                </a:moveTo>
                <a:cubicBezTo>
                  <a:pt x="273" y="330"/>
                  <a:pt x="266" y="337"/>
                  <a:pt x="257" y="337"/>
                </a:cubicBezTo>
                <a:cubicBezTo>
                  <a:pt x="96" y="337"/>
                  <a:pt x="96" y="337"/>
                  <a:pt x="96" y="337"/>
                </a:cubicBezTo>
                <a:cubicBezTo>
                  <a:pt x="96" y="16"/>
                  <a:pt x="96" y="16"/>
                  <a:pt x="96" y="16"/>
                </a:cubicBezTo>
                <a:cubicBezTo>
                  <a:pt x="257" y="16"/>
                  <a:pt x="257" y="16"/>
                  <a:pt x="257" y="16"/>
                </a:cubicBezTo>
                <a:cubicBezTo>
                  <a:pt x="266" y="16"/>
                  <a:pt x="273" y="23"/>
                  <a:pt x="273" y="32"/>
                </a:cubicBezTo>
                <a:lnTo>
                  <a:pt x="273" y="32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6" name="Freeform 65"/>
          <p:cNvSpPr>
            <a:spLocks noEditPoints="1"/>
          </p:cNvSpPr>
          <p:nvPr/>
        </p:nvSpPr>
        <p:spPr bwMode="auto">
          <a:xfrm>
            <a:off x="8619067" y="931335"/>
            <a:ext cx="474133" cy="577851"/>
          </a:xfrm>
          <a:custGeom>
            <a:avLst/>
            <a:gdLst>
              <a:gd name="T0" fmla="*/ 169 w 289"/>
              <a:gd name="T1" fmla="*/ 265 h 353"/>
              <a:gd name="T2" fmla="*/ 73 w 289"/>
              <a:gd name="T3" fmla="*/ 265 h 353"/>
              <a:gd name="T4" fmla="*/ 65 w 289"/>
              <a:gd name="T5" fmla="*/ 273 h 353"/>
              <a:gd name="T6" fmla="*/ 73 w 289"/>
              <a:gd name="T7" fmla="*/ 281 h 353"/>
              <a:gd name="T8" fmla="*/ 169 w 289"/>
              <a:gd name="T9" fmla="*/ 281 h 353"/>
              <a:gd name="T10" fmla="*/ 177 w 289"/>
              <a:gd name="T11" fmla="*/ 273 h 353"/>
              <a:gd name="T12" fmla="*/ 169 w 289"/>
              <a:gd name="T13" fmla="*/ 265 h 353"/>
              <a:gd name="T14" fmla="*/ 73 w 289"/>
              <a:gd name="T15" fmla="*/ 88 h 353"/>
              <a:gd name="T16" fmla="*/ 113 w 289"/>
              <a:gd name="T17" fmla="*/ 88 h 353"/>
              <a:gd name="T18" fmla="*/ 121 w 289"/>
              <a:gd name="T19" fmla="*/ 80 h 353"/>
              <a:gd name="T20" fmla="*/ 113 w 289"/>
              <a:gd name="T21" fmla="*/ 72 h 353"/>
              <a:gd name="T22" fmla="*/ 73 w 289"/>
              <a:gd name="T23" fmla="*/ 72 h 353"/>
              <a:gd name="T24" fmla="*/ 65 w 289"/>
              <a:gd name="T25" fmla="*/ 80 h 353"/>
              <a:gd name="T26" fmla="*/ 73 w 289"/>
              <a:gd name="T27" fmla="*/ 88 h 353"/>
              <a:gd name="T28" fmla="*/ 217 w 289"/>
              <a:gd name="T29" fmla="*/ 200 h 353"/>
              <a:gd name="T30" fmla="*/ 73 w 289"/>
              <a:gd name="T31" fmla="*/ 200 h 353"/>
              <a:gd name="T32" fmla="*/ 65 w 289"/>
              <a:gd name="T33" fmla="*/ 208 h 353"/>
              <a:gd name="T34" fmla="*/ 73 w 289"/>
              <a:gd name="T35" fmla="*/ 217 h 353"/>
              <a:gd name="T36" fmla="*/ 217 w 289"/>
              <a:gd name="T37" fmla="*/ 217 h 353"/>
              <a:gd name="T38" fmla="*/ 225 w 289"/>
              <a:gd name="T39" fmla="*/ 208 h 353"/>
              <a:gd name="T40" fmla="*/ 217 w 289"/>
              <a:gd name="T41" fmla="*/ 200 h 353"/>
              <a:gd name="T42" fmla="*/ 65 w 289"/>
              <a:gd name="T43" fmla="*/ 144 h 353"/>
              <a:gd name="T44" fmla="*/ 73 w 289"/>
              <a:gd name="T45" fmla="*/ 152 h 353"/>
              <a:gd name="T46" fmla="*/ 217 w 289"/>
              <a:gd name="T47" fmla="*/ 152 h 353"/>
              <a:gd name="T48" fmla="*/ 225 w 289"/>
              <a:gd name="T49" fmla="*/ 144 h 353"/>
              <a:gd name="T50" fmla="*/ 217 w 289"/>
              <a:gd name="T51" fmla="*/ 136 h 353"/>
              <a:gd name="T52" fmla="*/ 73 w 289"/>
              <a:gd name="T53" fmla="*/ 136 h 353"/>
              <a:gd name="T54" fmla="*/ 65 w 289"/>
              <a:gd name="T55" fmla="*/ 144 h 353"/>
              <a:gd name="T56" fmla="*/ 209 w 289"/>
              <a:gd name="T57" fmla="*/ 0 h 353"/>
              <a:gd name="T58" fmla="*/ 32 w 289"/>
              <a:gd name="T59" fmla="*/ 0 h 353"/>
              <a:gd name="T60" fmla="*/ 0 w 289"/>
              <a:gd name="T61" fmla="*/ 32 h 353"/>
              <a:gd name="T62" fmla="*/ 0 w 289"/>
              <a:gd name="T63" fmla="*/ 321 h 353"/>
              <a:gd name="T64" fmla="*/ 32 w 289"/>
              <a:gd name="T65" fmla="*/ 353 h 353"/>
              <a:gd name="T66" fmla="*/ 257 w 289"/>
              <a:gd name="T67" fmla="*/ 353 h 353"/>
              <a:gd name="T68" fmla="*/ 289 w 289"/>
              <a:gd name="T69" fmla="*/ 321 h 353"/>
              <a:gd name="T70" fmla="*/ 289 w 289"/>
              <a:gd name="T71" fmla="*/ 88 h 353"/>
              <a:gd name="T72" fmla="*/ 209 w 289"/>
              <a:gd name="T73" fmla="*/ 0 h 353"/>
              <a:gd name="T74" fmla="*/ 273 w 289"/>
              <a:gd name="T75" fmla="*/ 321 h 353"/>
              <a:gd name="T76" fmla="*/ 257 w 289"/>
              <a:gd name="T77" fmla="*/ 337 h 353"/>
              <a:gd name="T78" fmla="*/ 32 w 289"/>
              <a:gd name="T79" fmla="*/ 337 h 353"/>
              <a:gd name="T80" fmla="*/ 16 w 289"/>
              <a:gd name="T81" fmla="*/ 321 h 353"/>
              <a:gd name="T82" fmla="*/ 16 w 289"/>
              <a:gd name="T83" fmla="*/ 32 h 353"/>
              <a:gd name="T84" fmla="*/ 32 w 289"/>
              <a:gd name="T85" fmla="*/ 16 h 353"/>
              <a:gd name="T86" fmla="*/ 177 w 289"/>
              <a:gd name="T87" fmla="*/ 16 h 353"/>
              <a:gd name="T88" fmla="*/ 177 w 289"/>
              <a:gd name="T89" fmla="*/ 96 h 353"/>
              <a:gd name="T90" fmla="*/ 193 w 289"/>
              <a:gd name="T91" fmla="*/ 112 h 353"/>
              <a:gd name="T92" fmla="*/ 273 w 289"/>
              <a:gd name="T93" fmla="*/ 112 h 353"/>
              <a:gd name="T94" fmla="*/ 273 w 289"/>
              <a:gd name="T95" fmla="*/ 321 h 353"/>
              <a:gd name="T96" fmla="*/ 193 w 289"/>
              <a:gd name="T97" fmla="*/ 96 h 353"/>
              <a:gd name="T98" fmla="*/ 193 w 289"/>
              <a:gd name="T99" fmla="*/ 16 h 353"/>
              <a:gd name="T100" fmla="*/ 201 w 289"/>
              <a:gd name="T101" fmla="*/ 16 h 353"/>
              <a:gd name="T102" fmla="*/ 273 w 289"/>
              <a:gd name="T103" fmla="*/ 96 h 353"/>
              <a:gd name="T104" fmla="*/ 193 w 289"/>
              <a:gd name="T105" fmla="*/ 96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289" h="353">
                <a:moveTo>
                  <a:pt x="169" y="265"/>
                </a:moveTo>
                <a:cubicBezTo>
                  <a:pt x="73" y="265"/>
                  <a:pt x="73" y="265"/>
                  <a:pt x="73" y="265"/>
                </a:cubicBezTo>
                <a:cubicBezTo>
                  <a:pt x="68" y="265"/>
                  <a:pt x="65" y="268"/>
                  <a:pt x="65" y="273"/>
                </a:cubicBezTo>
                <a:cubicBezTo>
                  <a:pt x="65" y="277"/>
                  <a:pt x="68" y="281"/>
                  <a:pt x="73" y="281"/>
                </a:cubicBezTo>
                <a:cubicBezTo>
                  <a:pt x="169" y="281"/>
                  <a:pt x="169" y="281"/>
                  <a:pt x="169" y="281"/>
                </a:cubicBezTo>
                <a:cubicBezTo>
                  <a:pt x="173" y="281"/>
                  <a:pt x="177" y="277"/>
                  <a:pt x="177" y="273"/>
                </a:cubicBezTo>
                <a:cubicBezTo>
                  <a:pt x="177" y="268"/>
                  <a:pt x="173" y="265"/>
                  <a:pt x="169" y="265"/>
                </a:cubicBezTo>
                <a:moveTo>
                  <a:pt x="73" y="88"/>
                </a:moveTo>
                <a:cubicBezTo>
                  <a:pt x="113" y="88"/>
                  <a:pt x="113" y="88"/>
                  <a:pt x="113" y="88"/>
                </a:cubicBezTo>
                <a:cubicBezTo>
                  <a:pt x="117" y="88"/>
                  <a:pt x="121" y="84"/>
                  <a:pt x="121" y="80"/>
                </a:cubicBezTo>
                <a:cubicBezTo>
                  <a:pt x="121" y="76"/>
                  <a:pt x="117" y="72"/>
                  <a:pt x="113" y="72"/>
                </a:cubicBezTo>
                <a:cubicBezTo>
                  <a:pt x="73" y="72"/>
                  <a:pt x="73" y="72"/>
                  <a:pt x="73" y="72"/>
                </a:cubicBezTo>
                <a:cubicBezTo>
                  <a:pt x="68" y="72"/>
                  <a:pt x="65" y="76"/>
                  <a:pt x="65" y="80"/>
                </a:cubicBezTo>
                <a:cubicBezTo>
                  <a:pt x="65" y="84"/>
                  <a:pt x="68" y="88"/>
                  <a:pt x="73" y="88"/>
                </a:cubicBezTo>
                <a:moveTo>
                  <a:pt x="217" y="200"/>
                </a:moveTo>
                <a:cubicBezTo>
                  <a:pt x="73" y="200"/>
                  <a:pt x="73" y="200"/>
                  <a:pt x="73" y="200"/>
                </a:cubicBezTo>
                <a:cubicBezTo>
                  <a:pt x="68" y="200"/>
                  <a:pt x="65" y="204"/>
                  <a:pt x="65" y="208"/>
                </a:cubicBezTo>
                <a:cubicBezTo>
                  <a:pt x="65" y="213"/>
                  <a:pt x="68" y="217"/>
                  <a:pt x="73" y="217"/>
                </a:cubicBezTo>
                <a:cubicBezTo>
                  <a:pt x="217" y="217"/>
                  <a:pt x="217" y="217"/>
                  <a:pt x="217" y="217"/>
                </a:cubicBezTo>
                <a:cubicBezTo>
                  <a:pt x="222" y="217"/>
                  <a:pt x="225" y="213"/>
                  <a:pt x="225" y="208"/>
                </a:cubicBezTo>
                <a:cubicBezTo>
                  <a:pt x="225" y="204"/>
                  <a:pt x="222" y="200"/>
                  <a:pt x="217" y="200"/>
                </a:cubicBezTo>
                <a:moveTo>
                  <a:pt x="65" y="144"/>
                </a:moveTo>
                <a:cubicBezTo>
                  <a:pt x="65" y="149"/>
                  <a:pt x="68" y="152"/>
                  <a:pt x="73" y="152"/>
                </a:cubicBezTo>
                <a:cubicBezTo>
                  <a:pt x="217" y="152"/>
                  <a:pt x="217" y="152"/>
                  <a:pt x="217" y="152"/>
                </a:cubicBezTo>
                <a:cubicBezTo>
                  <a:pt x="222" y="152"/>
                  <a:pt x="225" y="149"/>
                  <a:pt x="225" y="144"/>
                </a:cubicBezTo>
                <a:cubicBezTo>
                  <a:pt x="225" y="140"/>
                  <a:pt x="222" y="136"/>
                  <a:pt x="217" y="136"/>
                </a:cubicBezTo>
                <a:cubicBezTo>
                  <a:pt x="73" y="136"/>
                  <a:pt x="73" y="136"/>
                  <a:pt x="73" y="136"/>
                </a:cubicBezTo>
                <a:cubicBezTo>
                  <a:pt x="68" y="136"/>
                  <a:pt x="65" y="140"/>
                  <a:pt x="65" y="144"/>
                </a:cubicBezTo>
                <a:moveTo>
                  <a:pt x="209" y="0"/>
                </a:moveTo>
                <a:cubicBezTo>
                  <a:pt x="32" y="0"/>
                  <a:pt x="32" y="0"/>
                  <a:pt x="32" y="0"/>
                </a:cubicBezTo>
                <a:cubicBezTo>
                  <a:pt x="15" y="0"/>
                  <a:pt x="0" y="14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5" y="353"/>
                  <a:pt x="32" y="353"/>
                </a:cubicBezTo>
                <a:cubicBezTo>
                  <a:pt x="257" y="353"/>
                  <a:pt x="257" y="353"/>
                  <a:pt x="257" y="353"/>
                </a:cubicBezTo>
                <a:cubicBezTo>
                  <a:pt x="275" y="353"/>
                  <a:pt x="289" y="339"/>
                  <a:pt x="289" y="321"/>
                </a:cubicBezTo>
                <a:cubicBezTo>
                  <a:pt x="289" y="88"/>
                  <a:pt x="289" y="88"/>
                  <a:pt x="289" y="88"/>
                </a:cubicBezTo>
                <a:lnTo>
                  <a:pt x="209" y="0"/>
                </a:lnTo>
                <a:close/>
                <a:moveTo>
                  <a:pt x="273" y="321"/>
                </a:moveTo>
                <a:cubicBezTo>
                  <a:pt x="273" y="330"/>
                  <a:pt x="266" y="337"/>
                  <a:pt x="257" y="337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24" y="337"/>
                  <a:pt x="16" y="330"/>
                  <a:pt x="16" y="32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3"/>
                  <a:pt x="24" y="16"/>
                  <a:pt x="32" y="16"/>
                </a:cubicBezTo>
                <a:cubicBezTo>
                  <a:pt x="177" y="16"/>
                  <a:pt x="177" y="16"/>
                  <a:pt x="177" y="16"/>
                </a:cubicBezTo>
                <a:cubicBezTo>
                  <a:pt x="177" y="96"/>
                  <a:pt x="177" y="96"/>
                  <a:pt x="177" y="96"/>
                </a:cubicBezTo>
                <a:cubicBezTo>
                  <a:pt x="177" y="105"/>
                  <a:pt x="184" y="112"/>
                  <a:pt x="193" y="112"/>
                </a:cubicBezTo>
                <a:cubicBezTo>
                  <a:pt x="273" y="112"/>
                  <a:pt x="273" y="112"/>
                  <a:pt x="273" y="112"/>
                </a:cubicBezTo>
                <a:lnTo>
                  <a:pt x="273" y="321"/>
                </a:lnTo>
                <a:close/>
                <a:moveTo>
                  <a:pt x="193" y="96"/>
                </a:moveTo>
                <a:cubicBezTo>
                  <a:pt x="193" y="16"/>
                  <a:pt x="193" y="16"/>
                  <a:pt x="193" y="16"/>
                </a:cubicBezTo>
                <a:cubicBezTo>
                  <a:pt x="201" y="16"/>
                  <a:pt x="201" y="16"/>
                  <a:pt x="201" y="16"/>
                </a:cubicBezTo>
                <a:cubicBezTo>
                  <a:pt x="273" y="96"/>
                  <a:pt x="273" y="96"/>
                  <a:pt x="273" y="96"/>
                </a:cubicBezTo>
                <a:lnTo>
                  <a:pt x="193" y="9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7" name="Freeform 66"/>
          <p:cNvSpPr>
            <a:spLocks noEditPoints="1"/>
          </p:cNvSpPr>
          <p:nvPr/>
        </p:nvSpPr>
        <p:spPr bwMode="auto">
          <a:xfrm>
            <a:off x="9723967" y="931335"/>
            <a:ext cx="474133" cy="577851"/>
          </a:xfrm>
          <a:custGeom>
            <a:avLst/>
            <a:gdLst>
              <a:gd name="T0" fmla="*/ 56 w 289"/>
              <a:gd name="T1" fmla="*/ 241 h 353"/>
              <a:gd name="T2" fmla="*/ 56 w 289"/>
              <a:gd name="T3" fmla="*/ 257 h 353"/>
              <a:gd name="T4" fmla="*/ 160 w 289"/>
              <a:gd name="T5" fmla="*/ 249 h 353"/>
              <a:gd name="T6" fmla="*/ 120 w 289"/>
              <a:gd name="T7" fmla="*/ 289 h 353"/>
              <a:gd name="T8" fmla="*/ 48 w 289"/>
              <a:gd name="T9" fmla="*/ 297 h 353"/>
              <a:gd name="T10" fmla="*/ 120 w 289"/>
              <a:gd name="T11" fmla="*/ 305 h 353"/>
              <a:gd name="T12" fmla="*/ 120 w 289"/>
              <a:gd name="T13" fmla="*/ 289 h 353"/>
              <a:gd name="T14" fmla="*/ 88 w 289"/>
              <a:gd name="T15" fmla="*/ 160 h 353"/>
              <a:gd name="T16" fmla="*/ 88 w 289"/>
              <a:gd name="T17" fmla="*/ 144 h 353"/>
              <a:gd name="T18" fmla="*/ 48 w 289"/>
              <a:gd name="T19" fmla="*/ 152 h 353"/>
              <a:gd name="T20" fmla="*/ 48 w 289"/>
              <a:gd name="T21" fmla="*/ 200 h 353"/>
              <a:gd name="T22" fmla="*/ 152 w 289"/>
              <a:gd name="T23" fmla="*/ 208 h 353"/>
              <a:gd name="T24" fmla="*/ 152 w 289"/>
              <a:gd name="T25" fmla="*/ 192 h 353"/>
              <a:gd name="T26" fmla="*/ 48 w 289"/>
              <a:gd name="T27" fmla="*/ 200 h 353"/>
              <a:gd name="T28" fmla="*/ 112 w 289"/>
              <a:gd name="T29" fmla="*/ 0 h 353"/>
              <a:gd name="T30" fmla="*/ 80 w 289"/>
              <a:gd name="T31" fmla="*/ 56 h 353"/>
              <a:gd name="T32" fmla="*/ 96 w 289"/>
              <a:gd name="T33" fmla="*/ 56 h 353"/>
              <a:gd name="T34" fmla="*/ 112 w 289"/>
              <a:gd name="T35" fmla="*/ 16 h 353"/>
              <a:gd name="T36" fmla="*/ 208 w 289"/>
              <a:gd name="T37" fmla="*/ 64 h 353"/>
              <a:gd name="T38" fmla="*/ 273 w 289"/>
              <a:gd name="T39" fmla="*/ 80 h 353"/>
              <a:gd name="T40" fmla="*/ 257 w 289"/>
              <a:gd name="T41" fmla="*/ 257 h 353"/>
              <a:gd name="T42" fmla="*/ 224 w 289"/>
              <a:gd name="T43" fmla="*/ 265 h 353"/>
              <a:gd name="T44" fmla="*/ 257 w 289"/>
              <a:gd name="T45" fmla="*/ 273 h 353"/>
              <a:gd name="T46" fmla="*/ 289 w 289"/>
              <a:gd name="T47" fmla="*/ 64 h 353"/>
              <a:gd name="T48" fmla="*/ 224 w 289"/>
              <a:gd name="T49" fmla="*/ 64 h 353"/>
              <a:gd name="T50" fmla="*/ 266 w 289"/>
              <a:gd name="T51" fmla="*/ 64 h 353"/>
              <a:gd name="T52" fmla="*/ 32 w 289"/>
              <a:gd name="T53" fmla="*/ 80 h 353"/>
              <a:gd name="T54" fmla="*/ 0 w 289"/>
              <a:gd name="T55" fmla="*/ 321 h 353"/>
              <a:gd name="T56" fmla="*/ 176 w 289"/>
              <a:gd name="T57" fmla="*/ 353 h 353"/>
              <a:gd name="T58" fmla="*/ 208 w 289"/>
              <a:gd name="T59" fmla="*/ 144 h 353"/>
              <a:gd name="T60" fmla="*/ 32 w 289"/>
              <a:gd name="T61" fmla="*/ 80 h 353"/>
              <a:gd name="T62" fmla="*/ 176 w 289"/>
              <a:gd name="T63" fmla="*/ 337 h 353"/>
              <a:gd name="T64" fmla="*/ 16 w 289"/>
              <a:gd name="T65" fmla="*/ 321 h 353"/>
              <a:gd name="T66" fmla="*/ 32 w 289"/>
              <a:gd name="T67" fmla="*/ 96 h 353"/>
              <a:gd name="T68" fmla="*/ 128 w 289"/>
              <a:gd name="T69" fmla="*/ 144 h 353"/>
              <a:gd name="T70" fmla="*/ 192 w 289"/>
              <a:gd name="T71" fmla="*/ 160 h 353"/>
              <a:gd name="T72" fmla="*/ 144 w 289"/>
              <a:gd name="T73" fmla="*/ 144 h 353"/>
              <a:gd name="T74" fmla="*/ 186 w 289"/>
              <a:gd name="T75" fmla="*/ 144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289" h="353">
                <a:moveTo>
                  <a:pt x="152" y="241"/>
                </a:moveTo>
                <a:cubicBezTo>
                  <a:pt x="56" y="241"/>
                  <a:pt x="56" y="241"/>
                  <a:pt x="56" y="241"/>
                </a:cubicBezTo>
                <a:cubicBezTo>
                  <a:pt x="51" y="241"/>
                  <a:pt x="48" y="244"/>
                  <a:pt x="48" y="249"/>
                </a:cubicBezTo>
                <a:cubicBezTo>
                  <a:pt x="48" y="253"/>
                  <a:pt x="51" y="257"/>
                  <a:pt x="56" y="257"/>
                </a:cubicBezTo>
                <a:cubicBezTo>
                  <a:pt x="152" y="257"/>
                  <a:pt x="152" y="257"/>
                  <a:pt x="152" y="257"/>
                </a:cubicBezTo>
                <a:cubicBezTo>
                  <a:pt x="157" y="257"/>
                  <a:pt x="160" y="253"/>
                  <a:pt x="160" y="249"/>
                </a:cubicBezTo>
                <a:cubicBezTo>
                  <a:pt x="160" y="244"/>
                  <a:pt x="157" y="241"/>
                  <a:pt x="152" y="241"/>
                </a:cubicBezTo>
                <a:moveTo>
                  <a:pt x="120" y="289"/>
                </a:moveTo>
                <a:cubicBezTo>
                  <a:pt x="56" y="289"/>
                  <a:pt x="56" y="289"/>
                  <a:pt x="56" y="289"/>
                </a:cubicBezTo>
                <a:cubicBezTo>
                  <a:pt x="51" y="289"/>
                  <a:pt x="48" y="292"/>
                  <a:pt x="48" y="297"/>
                </a:cubicBezTo>
                <a:cubicBezTo>
                  <a:pt x="48" y="301"/>
                  <a:pt x="51" y="305"/>
                  <a:pt x="56" y="305"/>
                </a:cubicBezTo>
                <a:cubicBezTo>
                  <a:pt x="120" y="305"/>
                  <a:pt x="120" y="305"/>
                  <a:pt x="120" y="305"/>
                </a:cubicBezTo>
                <a:cubicBezTo>
                  <a:pt x="125" y="305"/>
                  <a:pt x="128" y="301"/>
                  <a:pt x="128" y="297"/>
                </a:cubicBezTo>
                <a:cubicBezTo>
                  <a:pt x="128" y="292"/>
                  <a:pt x="125" y="289"/>
                  <a:pt x="120" y="289"/>
                </a:cubicBezTo>
                <a:moveTo>
                  <a:pt x="56" y="160"/>
                </a:moveTo>
                <a:cubicBezTo>
                  <a:pt x="88" y="160"/>
                  <a:pt x="88" y="160"/>
                  <a:pt x="88" y="160"/>
                </a:cubicBezTo>
                <a:cubicBezTo>
                  <a:pt x="92" y="160"/>
                  <a:pt x="96" y="157"/>
                  <a:pt x="96" y="152"/>
                </a:cubicBezTo>
                <a:cubicBezTo>
                  <a:pt x="96" y="148"/>
                  <a:pt x="92" y="144"/>
                  <a:pt x="88" y="144"/>
                </a:cubicBezTo>
                <a:cubicBezTo>
                  <a:pt x="56" y="144"/>
                  <a:pt x="56" y="144"/>
                  <a:pt x="56" y="144"/>
                </a:cubicBezTo>
                <a:cubicBezTo>
                  <a:pt x="51" y="144"/>
                  <a:pt x="48" y="148"/>
                  <a:pt x="48" y="152"/>
                </a:cubicBezTo>
                <a:cubicBezTo>
                  <a:pt x="48" y="157"/>
                  <a:pt x="51" y="160"/>
                  <a:pt x="56" y="160"/>
                </a:cubicBezTo>
                <a:moveTo>
                  <a:pt x="48" y="200"/>
                </a:moveTo>
                <a:cubicBezTo>
                  <a:pt x="48" y="205"/>
                  <a:pt x="51" y="208"/>
                  <a:pt x="56" y="208"/>
                </a:cubicBezTo>
                <a:cubicBezTo>
                  <a:pt x="152" y="208"/>
                  <a:pt x="152" y="208"/>
                  <a:pt x="152" y="208"/>
                </a:cubicBezTo>
                <a:cubicBezTo>
                  <a:pt x="157" y="208"/>
                  <a:pt x="160" y="205"/>
                  <a:pt x="160" y="200"/>
                </a:cubicBezTo>
                <a:cubicBezTo>
                  <a:pt x="160" y="196"/>
                  <a:pt x="157" y="192"/>
                  <a:pt x="152" y="192"/>
                </a:cubicBezTo>
                <a:cubicBezTo>
                  <a:pt x="56" y="192"/>
                  <a:pt x="56" y="192"/>
                  <a:pt x="56" y="192"/>
                </a:cubicBezTo>
                <a:cubicBezTo>
                  <a:pt x="51" y="192"/>
                  <a:pt x="48" y="196"/>
                  <a:pt x="48" y="200"/>
                </a:cubicBezTo>
                <a:moveTo>
                  <a:pt x="232" y="0"/>
                </a:moveTo>
                <a:cubicBezTo>
                  <a:pt x="112" y="0"/>
                  <a:pt x="112" y="0"/>
                  <a:pt x="112" y="0"/>
                </a:cubicBezTo>
                <a:cubicBezTo>
                  <a:pt x="94" y="0"/>
                  <a:pt x="80" y="14"/>
                  <a:pt x="80" y="32"/>
                </a:cubicBezTo>
                <a:cubicBezTo>
                  <a:pt x="80" y="56"/>
                  <a:pt x="80" y="56"/>
                  <a:pt x="80" y="56"/>
                </a:cubicBezTo>
                <a:cubicBezTo>
                  <a:pt x="80" y="60"/>
                  <a:pt x="84" y="64"/>
                  <a:pt x="88" y="64"/>
                </a:cubicBezTo>
                <a:cubicBezTo>
                  <a:pt x="92" y="64"/>
                  <a:pt x="96" y="60"/>
                  <a:pt x="96" y="56"/>
                </a:cubicBezTo>
                <a:cubicBezTo>
                  <a:pt x="96" y="32"/>
                  <a:pt x="96" y="32"/>
                  <a:pt x="96" y="32"/>
                </a:cubicBezTo>
                <a:cubicBezTo>
                  <a:pt x="96" y="23"/>
                  <a:pt x="103" y="16"/>
                  <a:pt x="112" y="16"/>
                </a:cubicBezTo>
                <a:cubicBezTo>
                  <a:pt x="208" y="16"/>
                  <a:pt x="208" y="16"/>
                  <a:pt x="208" y="16"/>
                </a:cubicBezTo>
                <a:cubicBezTo>
                  <a:pt x="208" y="64"/>
                  <a:pt x="208" y="64"/>
                  <a:pt x="208" y="64"/>
                </a:cubicBezTo>
                <a:cubicBezTo>
                  <a:pt x="208" y="73"/>
                  <a:pt x="216" y="80"/>
                  <a:pt x="224" y="80"/>
                </a:cubicBezTo>
                <a:cubicBezTo>
                  <a:pt x="273" y="80"/>
                  <a:pt x="273" y="80"/>
                  <a:pt x="273" y="80"/>
                </a:cubicBezTo>
                <a:cubicBezTo>
                  <a:pt x="273" y="241"/>
                  <a:pt x="273" y="241"/>
                  <a:pt x="273" y="241"/>
                </a:cubicBezTo>
                <a:cubicBezTo>
                  <a:pt x="273" y="249"/>
                  <a:pt x="265" y="257"/>
                  <a:pt x="257" y="257"/>
                </a:cubicBezTo>
                <a:cubicBezTo>
                  <a:pt x="232" y="257"/>
                  <a:pt x="232" y="257"/>
                  <a:pt x="232" y="257"/>
                </a:cubicBezTo>
                <a:cubicBezTo>
                  <a:pt x="228" y="257"/>
                  <a:pt x="224" y="260"/>
                  <a:pt x="224" y="265"/>
                </a:cubicBezTo>
                <a:cubicBezTo>
                  <a:pt x="224" y="269"/>
                  <a:pt x="228" y="273"/>
                  <a:pt x="232" y="273"/>
                </a:cubicBezTo>
                <a:cubicBezTo>
                  <a:pt x="257" y="273"/>
                  <a:pt x="257" y="273"/>
                  <a:pt x="257" y="273"/>
                </a:cubicBezTo>
                <a:cubicBezTo>
                  <a:pt x="274" y="273"/>
                  <a:pt x="289" y="258"/>
                  <a:pt x="289" y="241"/>
                </a:cubicBezTo>
                <a:cubicBezTo>
                  <a:pt x="289" y="64"/>
                  <a:pt x="289" y="64"/>
                  <a:pt x="289" y="64"/>
                </a:cubicBezTo>
                <a:lnTo>
                  <a:pt x="232" y="0"/>
                </a:lnTo>
                <a:close/>
                <a:moveTo>
                  <a:pt x="224" y="64"/>
                </a:moveTo>
                <a:cubicBezTo>
                  <a:pt x="224" y="17"/>
                  <a:pt x="224" y="17"/>
                  <a:pt x="224" y="17"/>
                </a:cubicBezTo>
                <a:cubicBezTo>
                  <a:pt x="266" y="64"/>
                  <a:pt x="266" y="64"/>
                  <a:pt x="266" y="64"/>
                </a:cubicBezTo>
                <a:lnTo>
                  <a:pt x="224" y="64"/>
                </a:lnTo>
                <a:close/>
                <a:moveTo>
                  <a:pt x="32" y="80"/>
                </a:moveTo>
                <a:cubicBezTo>
                  <a:pt x="14" y="80"/>
                  <a:pt x="0" y="94"/>
                  <a:pt x="0" y="11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4" y="353"/>
                  <a:pt x="32" y="353"/>
                </a:cubicBezTo>
                <a:cubicBezTo>
                  <a:pt x="176" y="353"/>
                  <a:pt x="176" y="353"/>
                  <a:pt x="176" y="353"/>
                </a:cubicBezTo>
                <a:cubicBezTo>
                  <a:pt x="194" y="353"/>
                  <a:pt x="208" y="339"/>
                  <a:pt x="208" y="321"/>
                </a:cubicBezTo>
                <a:cubicBezTo>
                  <a:pt x="208" y="144"/>
                  <a:pt x="208" y="144"/>
                  <a:pt x="208" y="144"/>
                </a:cubicBezTo>
                <a:cubicBezTo>
                  <a:pt x="152" y="80"/>
                  <a:pt x="152" y="80"/>
                  <a:pt x="152" y="80"/>
                </a:cubicBezTo>
                <a:lnTo>
                  <a:pt x="32" y="80"/>
                </a:lnTo>
                <a:close/>
                <a:moveTo>
                  <a:pt x="192" y="321"/>
                </a:moveTo>
                <a:cubicBezTo>
                  <a:pt x="192" y="330"/>
                  <a:pt x="185" y="337"/>
                  <a:pt x="176" y="337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23" y="337"/>
                  <a:pt x="16" y="330"/>
                  <a:pt x="16" y="321"/>
                </a:cubicBezTo>
                <a:cubicBezTo>
                  <a:pt x="16" y="112"/>
                  <a:pt x="16" y="112"/>
                  <a:pt x="16" y="112"/>
                </a:cubicBezTo>
                <a:cubicBezTo>
                  <a:pt x="16" y="103"/>
                  <a:pt x="23" y="96"/>
                  <a:pt x="32" y="96"/>
                </a:cubicBezTo>
                <a:cubicBezTo>
                  <a:pt x="128" y="96"/>
                  <a:pt x="128" y="96"/>
                  <a:pt x="128" y="96"/>
                </a:cubicBezTo>
                <a:cubicBezTo>
                  <a:pt x="128" y="144"/>
                  <a:pt x="128" y="144"/>
                  <a:pt x="128" y="144"/>
                </a:cubicBezTo>
                <a:cubicBezTo>
                  <a:pt x="128" y="153"/>
                  <a:pt x="135" y="160"/>
                  <a:pt x="144" y="160"/>
                </a:cubicBezTo>
                <a:cubicBezTo>
                  <a:pt x="192" y="160"/>
                  <a:pt x="192" y="160"/>
                  <a:pt x="192" y="160"/>
                </a:cubicBezTo>
                <a:lnTo>
                  <a:pt x="192" y="321"/>
                </a:lnTo>
                <a:close/>
                <a:moveTo>
                  <a:pt x="144" y="144"/>
                </a:moveTo>
                <a:cubicBezTo>
                  <a:pt x="144" y="97"/>
                  <a:pt x="144" y="97"/>
                  <a:pt x="144" y="97"/>
                </a:cubicBezTo>
                <a:cubicBezTo>
                  <a:pt x="186" y="144"/>
                  <a:pt x="186" y="144"/>
                  <a:pt x="186" y="144"/>
                </a:cubicBezTo>
                <a:lnTo>
                  <a:pt x="144" y="14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8" name="Freeform 67"/>
          <p:cNvSpPr>
            <a:spLocks noEditPoints="1"/>
          </p:cNvSpPr>
          <p:nvPr/>
        </p:nvSpPr>
        <p:spPr bwMode="auto">
          <a:xfrm>
            <a:off x="10828868" y="931335"/>
            <a:ext cx="472017" cy="577851"/>
          </a:xfrm>
          <a:custGeom>
            <a:avLst/>
            <a:gdLst>
              <a:gd name="T0" fmla="*/ 209 w 289"/>
              <a:gd name="T1" fmla="*/ 0 h 353"/>
              <a:gd name="T2" fmla="*/ 32 w 289"/>
              <a:gd name="T3" fmla="*/ 0 h 353"/>
              <a:gd name="T4" fmla="*/ 0 w 289"/>
              <a:gd name="T5" fmla="*/ 32 h 353"/>
              <a:gd name="T6" fmla="*/ 0 w 289"/>
              <a:gd name="T7" fmla="*/ 321 h 353"/>
              <a:gd name="T8" fmla="*/ 32 w 289"/>
              <a:gd name="T9" fmla="*/ 353 h 353"/>
              <a:gd name="T10" fmla="*/ 257 w 289"/>
              <a:gd name="T11" fmla="*/ 353 h 353"/>
              <a:gd name="T12" fmla="*/ 289 w 289"/>
              <a:gd name="T13" fmla="*/ 321 h 353"/>
              <a:gd name="T14" fmla="*/ 289 w 289"/>
              <a:gd name="T15" fmla="*/ 88 h 353"/>
              <a:gd name="T16" fmla="*/ 209 w 289"/>
              <a:gd name="T17" fmla="*/ 0 h 353"/>
              <a:gd name="T18" fmla="*/ 273 w 289"/>
              <a:gd name="T19" fmla="*/ 321 h 353"/>
              <a:gd name="T20" fmla="*/ 257 w 289"/>
              <a:gd name="T21" fmla="*/ 337 h 353"/>
              <a:gd name="T22" fmla="*/ 32 w 289"/>
              <a:gd name="T23" fmla="*/ 337 h 353"/>
              <a:gd name="T24" fmla="*/ 16 w 289"/>
              <a:gd name="T25" fmla="*/ 321 h 353"/>
              <a:gd name="T26" fmla="*/ 16 w 289"/>
              <a:gd name="T27" fmla="*/ 32 h 353"/>
              <a:gd name="T28" fmla="*/ 32 w 289"/>
              <a:gd name="T29" fmla="*/ 16 h 353"/>
              <a:gd name="T30" fmla="*/ 177 w 289"/>
              <a:gd name="T31" fmla="*/ 16 h 353"/>
              <a:gd name="T32" fmla="*/ 177 w 289"/>
              <a:gd name="T33" fmla="*/ 96 h 353"/>
              <a:gd name="T34" fmla="*/ 193 w 289"/>
              <a:gd name="T35" fmla="*/ 112 h 353"/>
              <a:gd name="T36" fmla="*/ 273 w 289"/>
              <a:gd name="T37" fmla="*/ 112 h 353"/>
              <a:gd name="T38" fmla="*/ 273 w 289"/>
              <a:gd name="T39" fmla="*/ 321 h 353"/>
              <a:gd name="T40" fmla="*/ 193 w 289"/>
              <a:gd name="T41" fmla="*/ 96 h 353"/>
              <a:gd name="T42" fmla="*/ 193 w 289"/>
              <a:gd name="T43" fmla="*/ 16 h 353"/>
              <a:gd name="T44" fmla="*/ 201 w 289"/>
              <a:gd name="T45" fmla="*/ 16 h 353"/>
              <a:gd name="T46" fmla="*/ 273 w 289"/>
              <a:gd name="T47" fmla="*/ 96 h 353"/>
              <a:gd name="T48" fmla="*/ 193 w 289"/>
              <a:gd name="T49" fmla="*/ 96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289" h="353">
                <a:moveTo>
                  <a:pt x="209" y="0"/>
                </a:move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4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4" y="353"/>
                  <a:pt x="32" y="353"/>
                </a:cubicBezTo>
                <a:cubicBezTo>
                  <a:pt x="257" y="353"/>
                  <a:pt x="257" y="353"/>
                  <a:pt x="257" y="353"/>
                </a:cubicBezTo>
                <a:cubicBezTo>
                  <a:pt x="275" y="353"/>
                  <a:pt x="289" y="339"/>
                  <a:pt x="289" y="321"/>
                </a:cubicBezTo>
                <a:cubicBezTo>
                  <a:pt x="289" y="88"/>
                  <a:pt x="289" y="88"/>
                  <a:pt x="289" y="88"/>
                </a:cubicBezTo>
                <a:lnTo>
                  <a:pt x="209" y="0"/>
                </a:lnTo>
                <a:close/>
                <a:moveTo>
                  <a:pt x="273" y="321"/>
                </a:moveTo>
                <a:cubicBezTo>
                  <a:pt x="273" y="330"/>
                  <a:pt x="266" y="337"/>
                  <a:pt x="257" y="337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23" y="337"/>
                  <a:pt x="16" y="330"/>
                  <a:pt x="16" y="32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3"/>
                  <a:pt x="23" y="16"/>
                  <a:pt x="32" y="16"/>
                </a:cubicBezTo>
                <a:cubicBezTo>
                  <a:pt x="177" y="16"/>
                  <a:pt x="177" y="16"/>
                  <a:pt x="177" y="16"/>
                </a:cubicBezTo>
                <a:cubicBezTo>
                  <a:pt x="177" y="96"/>
                  <a:pt x="177" y="96"/>
                  <a:pt x="177" y="96"/>
                </a:cubicBezTo>
                <a:cubicBezTo>
                  <a:pt x="177" y="105"/>
                  <a:pt x="184" y="112"/>
                  <a:pt x="193" y="112"/>
                </a:cubicBezTo>
                <a:cubicBezTo>
                  <a:pt x="273" y="112"/>
                  <a:pt x="273" y="112"/>
                  <a:pt x="273" y="112"/>
                </a:cubicBezTo>
                <a:lnTo>
                  <a:pt x="273" y="321"/>
                </a:lnTo>
                <a:close/>
                <a:moveTo>
                  <a:pt x="193" y="96"/>
                </a:moveTo>
                <a:cubicBezTo>
                  <a:pt x="193" y="16"/>
                  <a:pt x="193" y="16"/>
                  <a:pt x="193" y="16"/>
                </a:cubicBezTo>
                <a:cubicBezTo>
                  <a:pt x="201" y="16"/>
                  <a:pt x="201" y="16"/>
                  <a:pt x="201" y="16"/>
                </a:cubicBezTo>
                <a:cubicBezTo>
                  <a:pt x="273" y="96"/>
                  <a:pt x="273" y="96"/>
                  <a:pt x="273" y="96"/>
                </a:cubicBezTo>
                <a:lnTo>
                  <a:pt x="193" y="9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9" name="Freeform 68"/>
          <p:cNvSpPr>
            <a:spLocks noEditPoints="1"/>
          </p:cNvSpPr>
          <p:nvPr/>
        </p:nvSpPr>
        <p:spPr bwMode="auto">
          <a:xfrm>
            <a:off x="893234" y="2036235"/>
            <a:ext cx="472017" cy="577851"/>
          </a:xfrm>
          <a:custGeom>
            <a:avLst/>
            <a:gdLst>
              <a:gd name="T0" fmla="*/ 233 w 289"/>
              <a:gd name="T1" fmla="*/ 0 h 353"/>
              <a:gd name="T2" fmla="*/ 112 w 289"/>
              <a:gd name="T3" fmla="*/ 0 h 353"/>
              <a:gd name="T4" fmla="*/ 80 w 289"/>
              <a:gd name="T5" fmla="*/ 32 h 353"/>
              <a:gd name="T6" fmla="*/ 80 w 289"/>
              <a:gd name="T7" fmla="*/ 56 h 353"/>
              <a:gd name="T8" fmla="*/ 88 w 289"/>
              <a:gd name="T9" fmla="*/ 64 h 353"/>
              <a:gd name="T10" fmla="*/ 96 w 289"/>
              <a:gd name="T11" fmla="*/ 56 h 353"/>
              <a:gd name="T12" fmla="*/ 96 w 289"/>
              <a:gd name="T13" fmla="*/ 32 h 353"/>
              <a:gd name="T14" fmla="*/ 112 w 289"/>
              <a:gd name="T15" fmla="*/ 16 h 353"/>
              <a:gd name="T16" fmla="*/ 209 w 289"/>
              <a:gd name="T17" fmla="*/ 16 h 353"/>
              <a:gd name="T18" fmla="*/ 209 w 289"/>
              <a:gd name="T19" fmla="*/ 64 h 353"/>
              <a:gd name="T20" fmla="*/ 225 w 289"/>
              <a:gd name="T21" fmla="*/ 80 h 353"/>
              <a:gd name="T22" fmla="*/ 273 w 289"/>
              <a:gd name="T23" fmla="*/ 80 h 353"/>
              <a:gd name="T24" fmla="*/ 273 w 289"/>
              <a:gd name="T25" fmla="*/ 241 h 353"/>
              <a:gd name="T26" fmla="*/ 257 w 289"/>
              <a:gd name="T27" fmla="*/ 257 h 353"/>
              <a:gd name="T28" fmla="*/ 233 w 289"/>
              <a:gd name="T29" fmla="*/ 257 h 353"/>
              <a:gd name="T30" fmla="*/ 225 w 289"/>
              <a:gd name="T31" fmla="*/ 265 h 353"/>
              <a:gd name="T32" fmla="*/ 233 w 289"/>
              <a:gd name="T33" fmla="*/ 273 h 353"/>
              <a:gd name="T34" fmla="*/ 257 w 289"/>
              <a:gd name="T35" fmla="*/ 273 h 353"/>
              <a:gd name="T36" fmla="*/ 289 w 289"/>
              <a:gd name="T37" fmla="*/ 241 h 353"/>
              <a:gd name="T38" fmla="*/ 289 w 289"/>
              <a:gd name="T39" fmla="*/ 64 h 353"/>
              <a:gd name="T40" fmla="*/ 233 w 289"/>
              <a:gd name="T41" fmla="*/ 0 h 353"/>
              <a:gd name="T42" fmla="*/ 225 w 289"/>
              <a:gd name="T43" fmla="*/ 64 h 353"/>
              <a:gd name="T44" fmla="*/ 225 w 289"/>
              <a:gd name="T45" fmla="*/ 17 h 353"/>
              <a:gd name="T46" fmla="*/ 267 w 289"/>
              <a:gd name="T47" fmla="*/ 64 h 353"/>
              <a:gd name="T48" fmla="*/ 225 w 289"/>
              <a:gd name="T49" fmla="*/ 64 h 353"/>
              <a:gd name="T50" fmla="*/ 32 w 289"/>
              <a:gd name="T51" fmla="*/ 80 h 353"/>
              <a:gd name="T52" fmla="*/ 0 w 289"/>
              <a:gd name="T53" fmla="*/ 112 h 353"/>
              <a:gd name="T54" fmla="*/ 0 w 289"/>
              <a:gd name="T55" fmla="*/ 321 h 353"/>
              <a:gd name="T56" fmla="*/ 32 w 289"/>
              <a:gd name="T57" fmla="*/ 353 h 353"/>
              <a:gd name="T58" fmla="*/ 177 w 289"/>
              <a:gd name="T59" fmla="*/ 353 h 353"/>
              <a:gd name="T60" fmla="*/ 209 w 289"/>
              <a:gd name="T61" fmla="*/ 321 h 353"/>
              <a:gd name="T62" fmla="*/ 209 w 289"/>
              <a:gd name="T63" fmla="*/ 145 h 353"/>
              <a:gd name="T64" fmla="*/ 153 w 289"/>
              <a:gd name="T65" fmla="*/ 80 h 353"/>
              <a:gd name="T66" fmla="*/ 32 w 289"/>
              <a:gd name="T67" fmla="*/ 80 h 353"/>
              <a:gd name="T68" fmla="*/ 193 w 289"/>
              <a:gd name="T69" fmla="*/ 321 h 353"/>
              <a:gd name="T70" fmla="*/ 177 w 289"/>
              <a:gd name="T71" fmla="*/ 337 h 353"/>
              <a:gd name="T72" fmla="*/ 32 w 289"/>
              <a:gd name="T73" fmla="*/ 337 h 353"/>
              <a:gd name="T74" fmla="*/ 16 w 289"/>
              <a:gd name="T75" fmla="*/ 321 h 353"/>
              <a:gd name="T76" fmla="*/ 16 w 289"/>
              <a:gd name="T77" fmla="*/ 112 h 353"/>
              <a:gd name="T78" fmla="*/ 32 w 289"/>
              <a:gd name="T79" fmla="*/ 96 h 353"/>
              <a:gd name="T80" fmla="*/ 128 w 289"/>
              <a:gd name="T81" fmla="*/ 96 h 353"/>
              <a:gd name="T82" fmla="*/ 128 w 289"/>
              <a:gd name="T83" fmla="*/ 145 h 353"/>
              <a:gd name="T84" fmla="*/ 145 w 289"/>
              <a:gd name="T85" fmla="*/ 161 h 353"/>
              <a:gd name="T86" fmla="*/ 193 w 289"/>
              <a:gd name="T87" fmla="*/ 161 h 353"/>
              <a:gd name="T88" fmla="*/ 193 w 289"/>
              <a:gd name="T89" fmla="*/ 321 h 353"/>
              <a:gd name="T90" fmla="*/ 145 w 289"/>
              <a:gd name="T91" fmla="*/ 145 h 353"/>
              <a:gd name="T92" fmla="*/ 145 w 289"/>
              <a:gd name="T93" fmla="*/ 98 h 353"/>
              <a:gd name="T94" fmla="*/ 186 w 289"/>
              <a:gd name="T95" fmla="*/ 145 h 353"/>
              <a:gd name="T96" fmla="*/ 145 w 289"/>
              <a:gd name="T97" fmla="*/ 145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289" h="353">
                <a:moveTo>
                  <a:pt x="233" y="0"/>
                </a:moveTo>
                <a:cubicBezTo>
                  <a:pt x="112" y="0"/>
                  <a:pt x="112" y="0"/>
                  <a:pt x="112" y="0"/>
                </a:cubicBezTo>
                <a:cubicBezTo>
                  <a:pt x="95" y="0"/>
                  <a:pt x="80" y="14"/>
                  <a:pt x="80" y="32"/>
                </a:cubicBezTo>
                <a:cubicBezTo>
                  <a:pt x="80" y="56"/>
                  <a:pt x="80" y="56"/>
                  <a:pt x="80" y="56"/>
                </a:cubicBezTo>
                <a:cubicBezTo>
                  <a:pt x="80" y="61"/>
                  <a:pt x="84" y="64"/>
                  <a:pt x="88" y="64"/>
                </a:cubicBezTo>
                <a:cubicBezTo>
                  <a:pt x="93" y="64"/>
                  <a:pt x="96" y="61"/>
                  <a:pt x="96" y="56"/>
                </a:cubicBezTo>
                <a:cubicBezTo>
                  <a:pt x="96" y="32"/>
                  <a:pt x="96" y="32"/>
                  <a:pt x="96" y="32"/>
                </a:cubicBezTo>
                <a:cubicBezTo>
                  <a:pt x="96" y="23"/>
                  <a:pt x="104" y="16"/>
                  <a:pt x="112" y="16"/>
                </a:cubicBezTo>
                <a:cubicBezTo>
                  <a:pt x="209" y="16"/>
                  <a:pt x="209" y="16"/>
                  <a:pt x="209" y="16"/>
                </a:cubicBezTo>
                <a:cubicBezTo>
                  <a:pt x="209" y="64"/>
                  <a:pt x="209" y="64"/>
                  <a:pt x="209" y="64"/>
                </a:cubicBezTo>
                <a:cubicBezTo>
                  <a:pt x="209" y="73"/>
                  <a:pt x="216" y="80"/>
                  <a:pt x="225" y="80"/>
                </a:cubicBezTo>
                <a:cubicBezTo>
                  <a:pt x="273" y="80"/>
                  <a:pt x="273" y="80"/>
                  <a:pt x="273" y="80"/>
                </a:cubicBezTo>
                <a:cubicBezTo>
                  <a:pt x="273" y="241"/>
                  <a:pt x="273" y="241"/>
                  <a:pt x="273" y="241"/>
                </a:cubicBezTo>
                <a:cubicBezTo>
                  <a:pt x="273" y="250"/>
                  <a:pt x="266" y="257"/>
                  <a:pt x="257" y="257"/>
                </a:cubicBezTo>
                <a:cubicBezTo>
                  <a:pt x="233" y="257"/>
                  <a:pt x="233" y="257"/>
                  <a:pt x="233" y="257"/>
                </a:cubicBezTo>
                <a:cubicBezTo>
                  <a:pt x="228" y="257"/>
                  <a:pt x="225" y="261"/>
                  <a:pt x="225" y="265"/>
                </a:cubicBezTo>
                <a:cubicBezTo>
                  <a:pt x="225" y="269"/>
                  <a:pt x="228" y="273"/>
                  <a:pt x="233" y="273"/>
                </a:cubicBezTo>
                <a:cubicBezTo>
                  <a:pt x="257" y="273"/>
                  <a:pt x="257" y="273"/>
                  <a:pt x="257" y="273"/>
                </a:cubicBezTo>
                <a:cubicBezTo>
                  <a:pt x="275" y="273"/>
                  <a:pt x="289" y="259"/>
                  <a:pt x="289" y="241"/>
                </a:cubicBezTo>
                <a:cubicBezTo>
                  <a:pt x="289" y="64"/>
                  <a:pt x="289" y="64"/>
                  <a:pt x="289" y="64"/>
                </a:cubicBezTo>
                <a:lnTo>
                  <a:pt x="233" y="0"/>
                </a:lnTo>
                <a:close/>
                <a:moveTo>
                  <a:pt x="225" y="64"/>
                </a:moveTo>
                <a:cubicBezTo>
                  <a:pt x="225" y="17"/>
                  <a:pt x="225" y="17"/>
                  <a:pt x="225" y="17"/>
                </a:cubicBezTo>
                <a:cubicBezTo>
                  <a:pt x="267" y="64"/>
                  <a:pt x="267" y="64"/>
                  <a:pt x="267" y="64"/>
                </a:cubicBezTo>
                <a:lnTo>
                  <a:pt x="225" y="64"/>
                </a:lnTo>
                <a:close/>
                <a:moveTo>
                  <a:pt x="32" y="80"/>
                </a:moveTo>
                <a:cubicBezTo>
                  <a:pt x="14" y="80"/>
                  <a:pt x="0" y="95"/>
                  <a:pt x="0" y="11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4" y="353"/>
                  <a:pt x="32" y="353"/>
                </a:cubicBezTo>
                <a:cubicBezTo>
                  <a:pt x="177" y="353"/>
                  <a:pt x="177" y="353"/>
                  <a:pt x="177" y="353"/>
                </a:cubicBezTo>
                <a:cubicBezTo>
                  <a:pt x="194" y="353"/>
                  <a:pt x="209" y="339"/>
                  <a:pt x="209" y="321"/>
                </a:cubicBezTo>
                <a:cubicBezTo>
                  <a:pt x="209" y="145"/>
                  <a:pt x="209" y="145"/>
                  <a:pt x="209" y="145"/>
                </a:cubicBezTo>
                <a:cubicBezTo>
                  <a:pt x="153" y="80"/>
                  <a:pt x="153" y="80"/>
                  <a:pt x="153" y="80"/>
                </a:cubicBezTo>
                <a:lnTo>
                  <a:pt x="32" y="80"/>
                </a:lnTo>
                <a:close/>
                <a:moveTo>
                  <a:pt x="193" y="321"/>
                </a:moveTo>
                <a:cubicBezTo>
                  <a:pt x="193" y="330"/>
                  <a:pt x="185" y="337"/>
                  <a:pt x="177" y="337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23" y="337"/>
                  <a:pt x="16" y="330"/>
                  <a:pt x="16" y="321"/>
                </a:cubicBezTo>
                <a:cubicBezTo>
                  <a:pt x="16" y="112"/>
                  <a:pt x="16" y="112"/>
                  <a:pt x="16" y="112"/>
                </a:cubicBezTo>
                <a:cubicBezTo>
                  <a:pt x="16" y="104"/>
                  <a:pt x="23" y="96"/>
                  <a:pt x="32" y="96"/>
                </a:cubicBezTo>
                <a:cubicBezTo>
                  <a:pt x="128" y="96"/>
                  <a:pt x="128" y="96"/>
                  <a:pt x="128" y="96"/>
                </a:cubicBezTo>
                <a:cubicBezTo>
                  <a:pt x="128" y="145"/>
                  <a:pt x="128" y="145"/>
                  <a:pt x="128" y="145"/>
                </a:cubicBezTo>
                <a:cubicBezTo>
                  <a:pt x="128" y="153"/>
                  <a:pt x="136" y="161"/>
                  <a:pt x="145" y="161"/>
                </a:cubicBezTo>
                <a:cubicBezTo>
                  <a:pt x="193" y="161"/>
                  <a:pt x="193" y="161"/>
                  <a:pt x="193" y="161"/>
                </a:cubicBezTo>
                <a:lnTo>
                  <a:pt x="193" y="321"/>
                </a:lnTo>
                <a:close/>
                <a:moveTo>
                  <a:pt x="145" y="145"/>
                </a:moveTo>
                <a:cubicBezTo>
                  <a:pt x="145" y="98"/>
                  <a:pt x="145" y="98"/>
                  <a:pt x="145" y="98"/>
                </a:cubicBezTo>
                <a:cubicBezTo>
                  <a:pt x="186" y="145"/>
                  <a:pt x="186" y="145"/>
                  <a:pt x="186" y="145"/>
                </a:cubicBezTo>
                <a:lnTo>
                  <a:pt x="145" y="14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0" name="Freeform 69"/>
          <p:cNvSpPr>
            <a:spLocks noEditPoints="1"/>
          </p:cNvSpPr>
          <p:nvPr/>
        </p:nvSpPr>
        <p:spPr bwMode="auto">
          <a:xfrm>
            <a:off x="1943100" y="2036235"/>
            <a:ext cx="577851" cy="577851"/>
          </a:xfrm>
          <a:custGeom>
            <a:avLst/>
            <a:gdLst>
              <a:gd name="T0" fmla="*/ 72 w 353"/>
              <a:gd name="T1" fmla="*/ 96 h 353"/>
              <a:gd name="T2" fmla="*/ 169 w 353"/>
              <a:gd name="T3" fmla="*/ 96 h 353"/>
              <a:gd name="T4" fmla="*/ 177 w 353"/>
              <a:gd name="T5" fmla="*/ 88 h 353"/>
              <a:gd name="T6" fmla="*/ 169 w 353"/>
              <a:gd name="T7" fmla="*/ 80 h 353"/>
              <a:gd name="T8" fmla="*/ 72 w 353"/>
              <a:gd name="T9" fmla="*/ 80 h 353"/>
              <a:gd name="T10" fmla="*/ 64 w 353"/>
              <a:gd name="T11" fmla="*/ 88 h 353"/>
              <a:gd name="T12" fmla="*/ 72 w 353"/>
              <a:gd name="T13" fmla="*/ 96 h 353"/>
              <a:gd name="T14" fmla="*/ 72 w 353"/>
              <a:gd name="T15" fmla="*/ 145 h 353"/>
              <a:gd name="T16" fmla="*/ 281 w 353"/>
              <a:gd name="T17" fmla="*/ 145 h 353"/>
              <a:gd name="T18" fmla="*/ 289 w 353"/>
              <a:gd name="T19" fmla="*/ 137 h 353"/>
              <a:gd name="T20" fmla="*/ 281 w 353"/>
              <a:gd name="T21" fmla="*/ 129 h 353"/>
              <a:gd name="T22" fmla="*/ 72 w 353"/>
              <a:gd name="T23" fmla="*/ 129 h 353"/>
              <a:gd name="T24" fmla="*/ 64 w 353"/>
              <a:gd name="T25" fmla="*/ 137 h 353"/>
              <a:gd name="T26" fmla="*/ 72 w 353"/>
              <a:gd name="T27" fmla="*/ 145 h 353"/>
              <a:gd name="T28" fmla="*/ 337 w 353"/>
              <a:gd name="T29" fmla="*/ 0 h 353"/>
              <a:gd name="T30" fmla="*/ 16 w 353"/>
              <a:gd name="T31" fmla="*/ 0 h 353"/>
              <a:gd name="T32" fmla="*/ 0 w 353"/>
              <a:gd name="T33" fmla="*/ 16 h 353"/>
              <a:gd name="T34" fmla="*/ 0 w 353"/>
              <a:gd name="T35" fmla="*/ 273 h 353"/>
              <a:gd name="T36" fmla="*/ 81 w 353"/>
              <a:gd name="T37" fmla="*/ 353 h 353"/>
              <a:gd name="T38" fmla="*/ 337 w 353"/>
              <a:gd name="T39" fmla="*/ 353 h 353"/>
              <a:gd name="T40" fmla="*/ 353 w 353"/>
              <a:gd name="T41" fmla="*/ 337 h 353"/>
              <a:gd name="T42" fmla="*/ 353 w 353"/>
              <a:gd name="T43" fmla="*/ 16 h 353"/>
              <a:gd name="T44" fmla="*/ 337 w 353"/>
              <a:gd name="T45" fmla="*/ 0 h 353"/>
              <a:gd name="T46" fmla="*/ 81 w 353"/>
              <a:gd name="T47" fmla="*/ 329 h 353"/>
              <a:gd name="T48" fmla="*/ 24 w 353"/>
              <a:gd name="T49" fmla="*/ 273 h 353"/>
              <a:gd name="T50" fmla="*/ 81 w 353"/>
              <a:gd name="T51" fmla="*/ 273 h 353"/>
              <a:gd name="T52" fmla="*/ 81 w 353"/>
              <a:gd name="T53" fmla="*/ 329 h 353"/>
              <a:gd name="T54" fmla="*/ 337 w 353"/>
              <a:gd name="T55" fmla="*/ 337 h 353"/>
              <a:gd name="T56" fmla="*/ 97 w 353"/>
              <a:gd name="T57" fmla="*/ 337 h 353"/>
              <a:gd name="T58" fmla="*/ 97 w 353"/>
              <a:gd name="T59" fmla="*/ 265 h 353"/>
              <a:gd name="T60" fmla="*/ 89 w 353"/>
              <a:gd name="T61" fmla="*/ 257 h 353"/>
              <a:gd name="T62" fmla="*/ 16 w 353"/>
              <a:gd name="T63" fmla="*/ 257 h 353"/>
              <a:gd name="T64" fmla="*/ 16 w 353"/>
              <a:gd name="T65" fmla="*/ 16 h 353"/>
              <a:gd name="T66" fmla="*/ 337 w 353"/>
              <a:gd name="T67" fmla="*/ 16 h 353"/>
              <a:gd name="T68" fmla="*/ 337 w 353"/>
              <a:gd name="T69" fmla="*/ 337 h 353"/>
              <a:gd name="T70" fmla="*/ 72 w 353"/>
              <a:gd name="T71" fmla="*/ 193 h 353"/>
              <a:gd name="T72" fmla="*/ 233 w 353"/>
              <a:gd name="T73" fmla="*/ 193 h 353"/>
              <a:gd name="T74" fmla="*/ 241 w 353"/>
              <a:gd name="T75" fmla="*/ 185 h 353"/>
              <a:gd name="T76" fmla="*/ 233 w 353"/>
              <a:gd name="T77" fmla="*/ 177 h 353"/>
              <a:gd name="T78" fmla="*/ 72 w 353"/>
              <a:gd name="T79" fmla="*/ 177 h 353"/>
              <a:gd name="T80" fmla="*/ 64 w 353"/>
              <a:gd name="T81" fmla="*/ 185 h 353"/>
              <a:gd name="T82" fmla="*/ 72 w 353"/>
              <a:gd name="T83" fmla="*/ 193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353" h="353">
                <a:moveTo>
                  <a:pt x="72" y="96"/>
                </a:moveTo>
                <a:cubicBezTo>
                  <a:pt x="169" y="96"/>
                  <a:pt x="169" y="96"/>
                  <a:pt x="169" y="96"/>
                </a:cubicBezTo>
                <a:cubicBezTo>
                  <a:pt x="173" y="96"/>
                  <a:pt x="177" y="93"/>
                  <a:pt x="177" y="88"/>
                </a:cubicBezTo>
                <a:cubicBezTo>
                  <a:pt x="177" y="84"/>
                  <a:pt x="173" y="80"/>
                  <a:pt x="169" y="80"/>
                </a:cubicBezTo>
                <a:cubicBezTo>
                  <a:pt x="72" y="80"/>
                  <a:pt x="72" y="80"/>
                  <a:pt x="72" y="80"/>
                </a:cubicBezTo>
                <a:cubicBezTo>
                  <a:pt x="68" y="80"/>
                  <a:pt x="64" y="84"/>
                  <a:pt x="64" y="88"/>
                </a:cubicBezTo>
                <a:cubicBezTo>
                  <a:pt x="64" y="93"/>
                  <a:pt x="68" y="96"/>
                  <a:pt x="72" y="96"/>
                </a:cubicBezTo>
                <a:moveTo>
                  <a:pt x="72" y="145"/>
                </a:moveTo>
                <a:cubicBezTo>
                  <a:pt x="281" y="145"/>
                  <a:pt x="281" y="145"/>
                  <a:pt x="281" y="145"/>
                </a:cubicBezTo>
                <a:cubicBezTo>
                  <a:pt x="286" y="145"/>
                  <a:pt x="289" y="141"/>
                  <a:pt x="289" y="137"/>
                </a:cubicBezTo>
                <a:cubicBezTo>
                  <a:pt x="289" y="132"/>
                  <a:pt x="286" y="129"/>
                  <a:pt x="281" y="129"/>
                </a:cubicBezTo>
                <a:cubicBezTo>
                  <a:pt x="72" y="129"/>
                  <a:pt x="72" y="129"/>
                  <a:pt x="72" y="129"/>
                </a:cubicBezTo>
                <a:cubicBezTo>
                  <a:pt x="68" y="129"/>
                  <a:pt x="64" y="132"/>
                  <a:pt x="64" y="137"/>
                </a:cubicBezTo>
                <a:cubicBezTo>
                  <a:pt x="64" y="141"/>
                  <a:pt x="68" y="145"/>
                  <a:pt x="72" y="145"/>
                </a:cubicBezTo>
                <a:moveTo>
                  <a:pt x="337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273"/>
                  <a:pt x="0" y="273"/>
                  <a:pt x="0" y="273"/>
                </a:cubicBezTo>
                <a:cubicBezTo>
                  <a:pt x="81" y="353"/>
                  <a:pt x="81" y="353"/>
                  <a:pt x="81" y="353"/>
                </a:cubicBezTo>
                <a:cubicBezTo>
                  <a:pt x="337" y="353"/>
                  <a:pt x="337" y="353"/>
                  <a:pt x="337" y="353"/>
                </a:cubicBezTo>
                <a:cubicBezTo>
                  <a:pt x="346" y="353"/>
                  <a:pt x="353" y="346"/>
                  <a:pt x="353" y="337"/>
                </a:cubicBezTo>
                <a:cubicBezTo>
                  <a:pt x="353" y="16"/>
                  <a:pt x="353" y="16"/>
                  <a:pt x="353" y="16"/>
                </a:cubicBezTo>
                <a:cubicBezTo>
                  <a:pt x="353" y="7"/>
                  <a:pt x="346" y="0"/>
                  <a:pt x="337" y="0"/>
                </a:cubicBezTo>
                <a:moveTo>
                  <a:pt x="81" y="329"/>
                </a:moveTo>
                <a:cubicBezTo>
                  <a:pt x="24" y="273"/>
                  <a:pt x="24" y="273"/>
                  <a:pt x="24" y="273"/>
                </a:cubicBezTo>
                <a:cubicBezTo>
                  <a:pt x="81" y="273"/>
                  <a:pt x="81" y="273"/>
                  <a:pt x="81" y="273"/>
                </a:cubicBezTo>
                <a:lnTo>
                  <a:pt x="81" y="329"/>
                </a:lnTo>
                <a:close/>
                <a:moveTo>
                  <a:pt x="337" y="337"/>
                </a:moveTo>
                <a:cubicBezTo>
                  <a:pt x="97" y="337"/>
                  <a:pt x="97" y="337"/>
                  <a:pt x="97" y="337"/>
                </a:cubicBezTo>
                <a:cubicBezTo>
                  <a:pt x="97" y="265"/>
                  <a:pt x="97" y="265"/>
                  <a:pt x="97" y="265"/>
                </a:cubicBezTo>
                <a:cubicBezTo>
                  <a:pt x="97" y="261"/>
                  <a:pt x="93" y="257"/>
                  <a:pt x="89" y="257"/>
                </a:cubicBezTo>
                <a:cubicBezTo>
                  <a:pt x="16" y="257"/>
                  <a:pt x="16" y="257"/>
                  <a:pt x="16" y="257"/>
                </a:cubicBezTo>
                <a:cubicBezTo>
                  <a:pt x="16" y="16"/>
                  <a:pt x="16" y="16"/>
                  <a:pt x="16" y="16"/>
                </a:cubicBezTo>
                <a:cubicBezTo>
                  <a:pt x="337" y="16"/>
                  <a:pt x="337" y="16"/>
                  <a:pt x="337" y="16"/>
                </a:cubicBezTo>
                <a:lnTo>
                  <a:pt x="337" y="337"/>
                </a:lnTo>
                <a:close/>
                <a:moveTo>
                  <a:pt x="72" y="193"/>
                </a:moveTo>
                <a:cubicBezTo>
                  <a:pt x="233" y="193"/>
                  <a:pt x="233" y="193"/>
                  <a:pt x="233" y="193"/>
                </a:cubicBezTo>
                <a:cubicBezTo>
                  <a:pt x="237" y="193"/>
                  <a:pt x="241" y="189"/>
                  <a:pt x="241" y="185"/>
                </a:cubicBezTo>
                <a:cubicBezTo>
                  <a:pt x="241" y="180"/>
                  <a:pt x="237" y="177"/>
                  <a:pt x="233" y="177"/>
                </a:cubicBezTo>
                <a:cubicBezTo>
                  <a:pt x="72" y="177"/>
                  <a:pt x="72" y="177"/>
                  <a:pt x="72" y="177"/>
                </a:cubicBezTo>
                <a:cubicBezTo>
                  <a:pt x="68" y="177"/>
                  <a:pt x="64" y="180"/>
                  <a:pt x="64" y="185"/>
                </a:cubicBezTo>
                <a:cubicBezTo>
                  <a:pt x="64" y="189"/>
                  <a:pt x="68" y="193"/>
                  <a:pt x="72" y="193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1" name="Freeform 70"/>
          <p:cNvSpPr>
            <a:spLocks noEditPoints="1"/>
          </p:cNvSpPr>
          <p:nvPr/>
        </p:nvSpPr>
        <p:spPr bwMode="auto">
          <a:xfrm>
            <a:off x="3100918" y="2036235"/>
            <a:ext cx="472017" cy="577851"/>
          </a:xfrm>
          <a:custGeom>
            <a:avLst/>
            <a:gdLst>
              <a:gd name="T0" fmla="*/ 144 w 289"/>
              <a:gd name="T1" fmla="*/ 145 h 353"/>
              <a:gd name="T2" fmla="*/ 144 w 289"/>
              <a:gd name="T3" fmla="*/ 129 h 353"/>
              <a:gd name="T4" fmla="*/ 40 w 289"/>
              <a:gd name="T5" fmla="*/ 137 h 353"/>
              <a:gd name="T6" fmla="*/ 273 w 289"/>
              <a:gd name="T7" fmla="*/ 32 h 353"/>
              <a:gd name="T8" fmla="*/ 232 w 289"/>
              <a:gd name="T9" fmla="*/ 8 h 353"/>
              <a:gd name="T10" fmla="*/ 216 w 289"/>
              <a:gd name="T11" fmla="*/ 8 h 353"/>
              <a:gd name="T12" fmla="*/ 200 w 289"/>
              <a:gd name="T13" fmla="*/ 32 h 353"/>
              <a:gd name="T14" fmla="*/ 192 w 289"/>
              <a:gd name="T15" fmla="*/ 0 h 353"/>
              <a:gd name="T16" fmla="*/ 184 w 289"/>
              <a:gd name="T17" fmla="*/ 32 h 353"/>
              <a:gd name="T18" fmla="*/ 168 w 289"/>
              <a:gd name="T19" fmla="*/ 8 h 353"/>
              <a:gd name="T20" fmla="*/ 152 w 289"/>
              <a:gd name="T21" fmla="*/ 8 h 353"/>
              <a:gd name="T22" fmla="*/ 136 w 289"/>
              <a:gd name="T23" fmla="*/ 32 h 353"/>
              <a:gd name="T24" fmla="*/ 128 w 289"/>
              <a:gd name="T25" fmla="*/ 0 h 353"/>
              <a:gd name="T26" fmla="*/ 120 w 289"/>
              <a:gd name="T27" fmla="*/ 32 h 353"/>
              <a:gd name="T28" fmla="*/ 104 w 289"/>
              <a:gd name="T29" fmla="*/ 8 h 353"/>
              <a:gd name="T30" fmla="*/ 88 w 289"/>
              <a:gd name="T31" fmla="*/ 8 h 353"/>
              <a:gd name="T32" fmla="*/ 72 w 289"/>
              <a:gd name="T33" fmla="*/ 32 h 353"/>
              <a:gd name="T34" fmla="*/ 64 w 289"/>
              <a:gd name="T35" fmla="*/ 0 h 353"/>
              <a:gd name="T36" fmla="*/ 56 w 289"/>
              <a:gd name="T37" fmla="*/ 32 h 353"/>
              <a:gd name="T38" fmla="*/ 0 w 289"/>
              <a:gd name="T39" fmla="*/ 48 h 353"/>
              <a:gd name="T40" fmla="*/ 16 w 289"/>
              <a:gd name="T41" fmla="*/ 353 h 353"/>
              <a:gd name="T42" fmla="*/ 289 w 289"/>
              <a:gd name="T43" fmla="*/ 337 h 353"/>
              <a:gd name="T44" fmla="*/ 273 w 289"/>
              <a:gd name="T45" fmla="*/ 32 h 353"/>
              <a:gd name="T46" fmla="*/ 16 w 289"/>
              <a:gd name="T47" fmla="*/ 289 h 353"/>
              <a:gd name="T48" fmla="*/ 16 w 289"/>
              <a:gd name="T49" fmla="*/ 337 h 353"/>
              <a:gd name="T50" fmla="*/ 88 w 289"/>
              <a:gd name="T51" fmla="*/ 337 h 353"/>
              <a:gd name="T52" fmla="*/ 16 w 289"/>
              <a:gd name="T53" fmla="*/ 48 h 353"/>
              <a:gd name="T54" fmla="*/ 56 w 289"/>
              <a:gd name="T55" fmla="*/ 72 h 353"/>
              <a:gd name="T56" fmla="*/ 72 w 289"/>
              <a:gd name="T57" fmla="*/ 72 h 353"/>
              <a:gd name="T58" fmla="*/ 88 w 289"/>
              <a:gd name="T59" fmla="*/ 48 h 353"/>
              <a:gd name="T60" fmla="*/ 96 w 289"/>
              <a:gd name="T61" fmla="*/ 80 h 353"/>
              <a:gd name="T62" fmla="*/ 104 w 289"/>
              <a:gd name="T63" fmla="*/ 48 h 353"/>
              <a:gd name="T64" fmla="*/ 120 w 289"/>
              <a:gd name="T65" fmla="*/ 72 h 353"/>
              <a:gd name="T66" fmla="*/ 136 w 289"/>
              <a:gd name="T67" fmla="*/ 72 h 353"/>
              <a:gd name="T68" fmla="*/ 152 w 289"/>
              <a:gd name="T69" fmla="*/ 48 h 353"/>
              <a:gd name="T70" fmla="*/ 160 w 289"/>
              <a:gd name="T71" fmla="*/ 80 h 353"/>
              <a:gd name="T72" fmla="*/ 168 w 289"/>
              <a:gd name="T73" fmla="*/ 48 h 353"/>
              <a:gd name="T74" fmla="*/ 184 w 289"/>
              <a:gd name="T75" fmla="*/ 72 h 353"/>
              <a:gd name="T76" fmla="*/ 200 w 289"/>
              <a:gd name="T77" fmla="*/ 72 h 353"/>
              <a:gd name="T78" fmla="*/ 216 w 289"/>
              <a:gd name="T79" fmla="*/ 48 h 353"/>
              <a:gd name="T80" fmla="*/ 224 w 289"/>
              <a:gd name="T81" fmla="*/ 80 h 353"/>
              <a:gd name="T82" fmla="*/ 232 w 289"/>
              <a:gd name="T83" fmla="*/ 48 h 353"/>
              <a:gd name="T84" fmla="*/ 273 w 289"/>
              <a:gd name="T85" fmla="*/ 337 h 353"/>
              <a:gd name="T86" fmla="*/ 48 w 289"/>
              <a:gd name="T87" fmla="*/ 193 h 353"/>
              <a:gd name="T88" fmla="*/ 249 w 289"/>
              <a:gd name="T89" fmla="*/ 185 h 353"/>
              <a:gd name="T90" fmla="*/ 48 w 289"/>
              <a:gd name="T91" fmla="*/ 177 h 353"/>
              <a:gd name="T92" fmla="*/ 192 w 289"/>
              <a:gd name="T93" fmla="*/ 225 h 353"/>
              <a:gd name="T94" fmla="*/ 40 w 289"/>
              <a:gd name="T95" fmla="*/ 233 h 353"/>
              <a:gd name="T96" fmla="*/ 192 w 289"/>
              <a:gd name="T97" fmla="*/ 241 h 353"/>
              <a:gd name="T98" fmla="*/ 192 w 289"/>
              <a:gd name="T99" fmla="*/ 225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289" h="353">
                <a:moveTo>
                  <a:pt x="48" y="145"/>
                </a:moveTo>
                <a:cubicBezTo>
                  <a:pt x="144" y="145"/>
                  <a:pt x="144" y="145"/>
                  <a:pt x="144" y="145"/>
                </a:cubicBezTo>
                <a:cubicBezTo>
                  <a:pt x="149" y="145"/>
                  <a:pt x="152" y="141"/>
                  <a:pt x="152" y="137"/>
                </a:cubicBezTo>
                <a:cubicBezTo>
                  <a:pt x="152" y="132"/>
                  <a:pt x="149" y="129"/>
                  <a:pt x="144" y="129"/>
                </a:cubicBezTo>
                <a:cubicBezTo>
                  <a:pt x="48" y="129"/>
                  <a:pt x="48" y="129"/>
                  <a:pt x="48" y="129"/>
                </a:cubicBezTo>
                <a:cubicBezTo>
                  <a:pt x="43" y="129"/>
                  <a:pt x="40" y="132"/>
                  <a:pt x="40" y="137"/>
                </a:cubicBezTo>
                <a:cubicBezTo>
                  <a:pt x="40" y="141"/>
                  <a:pt x="43" y="145"/>
                  <a:pt x="48" y="145"/>
                </a:cubicBezTo>
                <a:moveTo>
                  <a:pt x="273" y="32"/>
                </a:moveTo>
                <a:cubicBezTo>
                  <a:pt x="232" y="32"/>
                  <a:pt x="232" y="32"/>
                  <a:pt x="232" y="32"/>
                </a:cubicBezTo>
                <a:cubicBezTo>
                  <a:pt x="232" y="8"/>
                  <a:pt x="232" y="8"/>
                  <a:pt x="232" y="8"/>
                </a:cubicBezTo>
                <a:cubicBezTo>
                  <a:pt x="232" y="4"/>
                  <a:pt x="229" y="0"/>
                  <a:pt x="224" y="0"/>
                </a:cubicBezTo>
                <a:cubicBezTo>
                  <a:pt x="220" y="0"/>
                  <a:pt x="216" y="4"/>
                  <a:pt x="216" y="8"/>
                </a:cubicBezTo>
                <a:cubicBezTo>
                  <a:pt x="216" y="32"/>
                  <a:pt x="216" y="32"/>
                  <a:pt x="216" y="32"/>
                </a:cubicBezTo>
                <a:cubicBezTo>
                  <a:pt x="200" y="32"/>
                  <a:pt x="200" y="32"/>
                  <a:pt x="200" y="32"/>
                </a:cubicBezTo>
                <a:cubicBezTo>
                  <a:pt x="200" y="8"/>
                  <a:pt x="200" y="8"/>
                  <a:pt x="200" y="8"/>
                </a:cubicBezTo>
                <a:cubicBezTo>
                  <a:pt x="200" y="4"/>
                  <a:pt x="197" y="0"/>
                  <a:pt x="192" y="0"/>
                </a:cubicBezTo>
                <a:cubicBezTo>
                  <a:pt x="188" y="0"/>
                  <a:pt x="184" y="4"/>
                  <a:pt x="184" y="8"/>
                </a:cubicBezTo>
                <a:cubicBezTo>
                  <a:pt x="184" y="32"/>
                  <a:pt x="184" y="32"/>
                  <a:pt x="184" y="32"/>
                </a:cubicBezTo>
                <a:cubicBezTo>
                  <a:pt x="168" y="32"/>
                  <a:pt x="168" y="32"/>
                  <a:pt x="168" y="32"/>
                </a:cubicBezTo>
                <a:cubicBezTo>
                  <a:pt x="168" y="8"/>
                  <a:pt x="168" y="8"/>
                  <a:pt x="168" y="8"/>
                </a:cubicBezTo>
                <a:cubicBezTo>
                  <a:pt x="168" y="4"/>
                  <a:pt x="165" y="0"/>
                  <a:pt x="160" y="0"/>
                </a:cubicBezTo>
                <a:cubicBezTo>
                  <a:pt x="156" y="0"/>
                  <a:pt x="152" y="4"/>
                  <a:pt x="152" y="8"/>
                </a:cubicBezTo>
                <a:cubicBezTo>
                  <a:pt x="152" y="32"/>
                  <a:pt x="152" y="32"/>
                  <a:pt x="152" y="32"/>
                </a:cubicBezTo>
                <a:cubicBezTo>
                  <a:pt x="136" y="32"/>
                  <a:pt x="136" y="32"/>
                  <a:pt x="136" y="32"/>
                </a:cubicBezTo>
                <a:cubicBezTo>
                  <a:pt x="136" y="8"/>
                  <a:pt x="136" y="8"/>
                  <a:pt x="136" y="8"/>
                </a:cubicBezTo>
                <a:cubicBezTo>
                  <a:pt x="136" y="4"/>
                  <a:pt x="133" y="0"/>
                  <a:pt x="128" y="0"/>
                </a:cubicBezTo>
                <a:cubicBezTo>
                  <a:pt x="124" y="0"/>
                  <a:pt x="120" y="4"/>
                  <a:pt x="120" y="8"/>
                </a:cubicBezTo>
                <a:cubicBezTo>
                  <a:pt x="120" y="32"/>
                  <a:pt x="120" y="32"/>
                  <a:pt x="120" y="32"/>
                </a:cubicBezTo>
                <a:cubicBezTo>
                  <a:pt x="104" y="32"/>
                  <a:pt x="104" y="32"/>
                  <a:pt x="104" y="32"/>
                </a:cubicBezTo>
                <a:cubicBezTo>
                  <a:pt x="104" y="8"/>
                  <a:pt x="104" y="8"/>
                  <a:pt x="104" y="8"/>
                </a:cubicBezTo>
                <a:cubicBezTo>
                  <a:pt x="104" y="4"/>
                  <a:pt x="100" y="0"/>
                  <a:pt x="96" y="0"/>
                </a:cubicBezTo>
                <a:cubicBezTo>
                  <a:pt x="92" y="0"/>
                  <a:pt x="88" y="4"/>
                  <a:pt x="88" y="8"/>
                </a:cubicBezTo>
                <a:cubicBezTo>
                  <a:pt x="88" y="32"/>
                  <a:pt x="88" y="32"/>
                  <a:pt x="88" y="32"/>
                </a:cubicBezTo>
                <a:cubicBezTo>
                  <a:pt x="72" y="32"/>
                  <a:pt x="72" y="32"/>
                  <a:pt x="72" y="32"/>
                </a:cubicBezTo>
                <a:cubicBezTo>
                  <a:pt x="72" y="8"/>
                  <a:pt x="72" y="8"/>
                  <a:pt x="72" y="8"/>
                </a:cubicBezTo>
                <a:cubicBezTo>
                  <a:pt x="72" y="4"/>
                  <a:pt x="68" y="0"/>
                  <a:pt x="64" y="0"/>
                </a:cubicBezTo>
                <a:cubicBezTo>
                  <a:pt x="59" y="0"/>
                  <a:pt x="56" y="4"/>
                  <a:pt x="56" y="8"/>
                </a:cubicBezTo>
                <a:cubicBezTo>
                  <a:pt x="56" y="32"/>
                  <a:pt x="56" y="32"/>
                  <a:pt x="56" y="32"/>
                </a:cubicBezTo>
                <a:cubicBezTo>
                  <a:pt x="16" y="32"/>
                  <a:pt x="16" y="32"/>
                  <a:pt x="16" y="32"/>
                </a:cubicBezTo>
                <a:cubicBezTo>
                  <a:pt x="7" y="32"/>
                  <a:pt x="0" y="39"/>
                  <a:pt x="0" y="48"/>
                </a:cubicBezTo>
                <a:cubicBezTo>
                  <a:pt x="0" y="337"/>
                  <a:pt x="0" y="337"/>
                  <a:pt x="0" y="337"/>
                </a:cubicBezTo>
                <a:cubicBezTo>
                  <a:pt x="0" y="346"/>
                  <a:pt x="7" y="353"/>
                  <a:pt x="16" y="353"/>
                </a:cubicBezTo>
                <a:cubicBezTo>
                  <a:pt x="273" y="353"/>
                  <a:pt x="273" y="353"/>
                  <a:pt x="273" y="353"/>
                </a:cubicBezTo>
                <a:cubicBezTo>
                  <a:pt x="281" y="353"/>
                  <a:pt x="289" y="346"/>
                  <a:pt x="289" y="337"/>
                </a:cubicBezTo>
                <a:cubicBezTo>
                  <a:pt x="289" y="48"/>
                  <a:pt x="289" y="48"/>
                  <a:pt x="289" y="48"/>
                </a:cubicBezTo>
                <a:cubicBezTo>
                  <a:pt x="289" y="39"/>
                  <a:pt x="281" y="32"/>
                  <a:pt x="273" y="32"/>
                </a:cubicBezTo>
                <a:moveTo>
                  <a:pt x="16" y="337"/>
                </a:moveTo>
                <a:cubicBezTo>
                  <a:pt x="16" y="289"/>
                  <a:pt x="16" y="289"/>
                  <a:pt x="16" y="289"/>
                </a:cubicBezTo>
                <a:cubicBezTo>
                  <a:pt x="64" y="337"/>
                  <a:pt x="64" y="337"/>
                  <a:pt x="64" y="337"/>
                </a:cubicBezTo>
                <a:lnTo>
                  <a:pt x="16" y="337"/>
                </a:lnTo>
                <a:close/>
                <a:moveTo>
                  <a:pt x="273" y="337"/>
                </a:moveTo>
                <a:cubicBezTo>
                  <a:pt x="88" y="337"/>
                  <a:pt x="88" y="337"/>
                  <a:pt x="88" y="337"/>
                </a:cubicBezTo>
                <a:cubicBezTo>
                  <a:pt x="16" y="265"/>
                  <a:pt x="16" y="265"/>
                  <a:pt x="16" y="265"/>
                </a:cubicBezTo>
                <a:cubicBezTo>
                  <a:pt x="16" y="48"/>
                  <a:pt x="16" y="48"/>
                  <a:pt x="16" y="48"/>
                </a:cubicBezTo>
                <a:cubicBezTo>
                  <a:pt x="56" y="48"/>
                  <a:pt x="56" y="48"/>
                  <a:pt x="56" y="48"/>
                </a:cubicBezTo>
                <a:cubicBezTo>
                  <a:pt x="56" y="72"/>
                  <a:pt x="56" y="72"/>
                  <a:pt x="56" y="72"/>
                </a:cubicBezTo>
                <a:cubicBezTo>
                  <a:pt x="56" y="77"/>
                  <a:pt x="59" y="80"/>
                  <a:pt x="64" y="80"/>
                </a:cubicBezTo>
                <a:cubicBezTo>
                  <a:pt x="68" y="80"/>
                  <a:pt x="72" y="77"/>
                  <a:pt x="72" y="72"/>
                </a:cubicBezTo>
                <a:cubicBezTo>
                  <a:pt x="72" y="48"/>
                  <a:pt x="72" y="48"/>
                  <a:pt x="72" y="48"/>
                </a:cubicBezTo>
                <a:cubicBezTo>
                  <a:pt x="88" y="48"/>
                  <a:pt x="88" y="48"/>
                  <a:pt x="88" y="48"/>
                </a:cubicBezTo>
                <a:cubicBezTo>
                  <a:pt x="88" y="72"/>
                  <a:pt x="88" y="72"/>
                  <a:pt x="88" y="72"/>
                </a:cubicBezTo>
                <a:cubicBezTo>
                  <a:pt x="88" y="77"/>
                  <a:pt x="92" y="80"/>
                  <a:pt x="96" y="80"/>
                </a:cubicBezTo>
                <a:cubicBezTo>
                  <a:pt x="100" y="80"/>
                  <a:pt x="104" y="77"/>
                  <a:pt x="104" y="72"/>
                </a:cubicBezTo>
                <a:cubicBezTo>
                  <a:pt x="104" y="48"/>
                  <a:pt x="104" y="48"/>
                  <a:pt x="104" y="48"/>
                </a:cubicBezTo>
                <a:cubicBezTo>
                  <a:pt x="120" y="48"/>
                  <a:pt x="120" y="48"/>
                  <a:pt x="120" y="48"/>
                </a:cubicBezTo>
                <a:cubicBezTo>
                  <a:pt x="120" y="72"/>
                  <a:pt x="120" y="72"/>
                  <a:pt x="120" y="72"/>
                </a:cubicBezTo>
                <a:cubicBezTo>
                  <a:pt x="120" y="77"/>
                  <a:pt x="124" y="80"/>
                  <a:pt x="128" y="80"/>
                </a:cubicBezTo>
                <a:cubicBezTo>
                  <a:pt x="133" y="80"/>
                  <a:pt x="136" y="77"/>
                  <a:pt x="136" y="72"/>
                </a:cubicBezTo>
                <a:cubicBezTo>
                  <a:pt x="136" y="48"/>
                  <a:pt x="136" y="48"/>
                  <a:pt x="136" y="48"/>
                </a:cubicBezTo>
                <a:cubicBezTo>
                  <a:pt x="152" y="48"/>
                  <a:pt x="152" y="48"/>
                  <a:pt x="152" y="48"/>
                </a:cubicBezTo>
                <a:cubicBezTo>
                  <a:pt x="152" y="72"/>
                  <a:pt x="152" y="72"/>
                  <a:pt x="152" y="72"/>
                </a:cubicBezTo>
                <a:cubicBezTo>
                  <a:pt x="152" y="77"/>
                  <a:pt x="156" y="80"/>
                  <a:pt x="160" y="80"/>
                </a:cubicBezTo>
                <a:cubicBezTo>
                  <a:pt x="165" y="80"/>
                  <a:pt x="168" y="77"/>
                  <a:pt x="168" y="72"/>
                </a:cubicBezTo>
                <a:cubicBezTo>
                  <a:pt x="168" y="48"/>
                  <a:pt x="168" y="48"/>
                  <a:pt x="168" y="48"/>
                </a:cubicBezTo>
                <a:cubicBezTo>
                  <a:pt x="184" y="48"/>
                  <a:pt x="184" y="48"/>
                  <a:pt x="184" y="48"/>
                </a:cubicBezTo>
                <a:cubicBezTo>
                  <a:pt x="184" y="72"/>
                  <a:pt x="184" y="72"/>
                  <a:pt x="184" y="72"/>
                </a:cubicBezTo>
                <a:cubicBezTo>
                  <a:pt x="184" y="77"/>
                  <a:pt x="188" y="80"/>
                  <a:pt x="192" y="80"/>
                </a:cubicBezTo>
                <a:cubicBezTo>
                  <a:pt x="197" y="80"/>
                  <a:pt x="200" y="77"/>
                  <a:pt x="200" y="72"/>
                </a:cubicBezTo>
                <a:cubicBezTo>
                  <a:pt x="200" y="48"/>
                  <a:pt x="200" y="48"/>
                  <a:pt x="200" y="48"/>
                </a:cubicBezTo>
                <a:cubicBezTo>
                  <a:pt x="216" y="48"/>
                  <a:pt x="216" y="48"/>
                  <a:pt x="216" y="48"/>
                </a:cubicBezTo>
                <a:cubicBezTo>
                  <a:pt x="216" y="72"/>
                  <a:pt x="216" y="72"/>
                  <a:pt x="216" y="72"/>
                </a:cubicBezTo>
                <a:cubicBezTo>
                  <a:pt x="216" y="77"/>
                  <a:pt x="220" y="80"/>
                  <a:pt x="224" y="80"/>
                </a:cubicBezTo>
                <a:cubicBezTo>
                  <a:pt x="229" y="80"/>
                  <a:pt x="232" y="77"/>
                  <a:pt x="232" y="72"/>
                </a:cubicBezTo>
                <a:cubicBezTo>
                  <a:pt x="232" y="48"/>
                  <a:pt x="232" y="48"/>
                  <a:pt x="232" y="48"/>
                </a:cubicBezTo>
                <a:cubicBezTo>
                  <a:pt x="273" y="48"/>
                  <a:pt x="273" y="48"/>
                  <a:pt x="273" y="48"/>
                </a:cubicBezTo>
                <a:lnTo>
                  <a:pt x="273" y="337"/>
                </a:lnTo>
                <a:close/>
                <a:moveTo>
                  <a:pt x="40" y="185"/>
                </a:moveTo>
                <a:cubicBezTo>
                  <a:pt x="40" y="189"/>
                  <a:pt x="43" y="193"/>
                  <a:pt x="48" y="193"/>
                </a:cubicBezTo>
                <a:cubicBezTo>
                  <a:pt x="241" y="193"/>
                  <a:pt x="241" y="193"/>
                  <a:pt x="241" y="193"/>
                </a:cubicBezTo>
                <a:cubicBezTo>
                  <a:pt x="245" y="193"/>
                  <a:pt x="249" y="189"/>
                  <a:pt x="249" y="185"/>
                </a:cubicBezTo>
                <a:cubicBezTo>
                  <a:pt x="249" y="180"/>
                  <a:pt x="245" y="177"/>
                  <a:pt x="241" y="177"/>
                </a:cubicBezTo>
                <a:cubicBezTo>
                  <a:pt x="48" y="177"/>
                  <a:pt x="48" y="177"/>
                  <a:pt x="48" y="177"/>
                </a:cubicBezTo>
                <a:cubicBezTo>
                  <a:pt x="43" y="177"/>
                  <a:pt x="40" y="180"/>
                  <a:pt x="40" y="185"/>
                </a:cubicBezTo>
                <a:moveTo>
                  <a:pt x="192" y="225"/>
                </a:moveTo>
                <a:cubicBezTo>
                  <a:pt x="48" y="225"/>
                  <a:pt x="48" y="225"/>
                  <a:pt x="48" y="225"/>
                </a:cubicBezTo>
                <a:cubicBezTo>
                  <a:pt x="43" y="225"/>
                  <a:pt x="40" y="228"/>
                  <a:pt x="40" y="233"/>
                </a:cubicBezTo>
                <a:cubicBezTo>
                  <a:pt x="40" y="237"/>
                  <a:pt x="43" y="241"/>
                  <a:pt x="48" y="241"/>
                </a:cubicBezTo>
                <a:cubicBezTo>
                  <a:pt x="192" y="241"/>
                  <a:pt x="192" y="241"/>
                  <a:pt x="192" y="241"/>
                </a:cubicBezTo>
                <a:cubicBezTo>
                  <a:pt x="197" y="241"/>
                  <a:pt x="200" y="237"/>
                  <a:pt x="200" y="233"/>
                </a:cubicBezTo>
                <a:cubicBezTo>
                  <a:pt x="200" y="228"/>
                  <a:pt x="197" y="225"/>
                  <a:pt x="192" y="225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2" name="Freeform 71"/>
          <p:cNvSpPr>
            <a:spLocks noEditPoints="1"/>
          </p:cNvSpPr>
          <p:nvPr/>
        </p:nvSpPr>
        <p:spPr bwMode="auto">
          <a:xfrm>
            <a:off x="4203700" y="2036235"/>
            <a:ext cx="474133" cy="577851"/>
          </a:xfrm>
          <a:custGeom>
            <a:avLst/>
            <a:gdLst>
              <a:gd name="T0" fmla="*/ 56 w 289"/>
              <a:gd name="T1" fmla="*/ 177 h 353"/>
              <a:gd name="T2" fmla="*/ 153 w 289"/>
              <a:gd name="T3" fmla="*/ 177 h 353"/>
              <a:gd name="T4" fmla="*/ 161 w 289"/>
              <a:gd name="T5" fmla="*/ 169 h 353"/>
              <a:gd name="T6" fmla="*/ 153 w 289"/>
              <a:gd name="T7" fmla="*/ 161 h 353"/>
              <a:gd name="T8" fmla="*/ 56 w 289"/>
              <a:gd name="T9" fmla="*/ 161 h 353"/>
              <a:gd name="T10" fmla="*/ 48 w 289"/>
              <a:gd name="T11" fmla="*/ 169 h 353"/>
              <a:gd name="T12" fmla="*/ 56 w 289"/>
              <a:gd name="T13" fmla="*/ 177 h 353"/>
              <a:gd name="T14" fmla="*/ 56 w 289"/>
              <a:gd name="T15" fmla="*/ 225 h 353"/>
              <a:gd name="T16" fmla="*/ 233 w 289"/>
              <a:gd name="T17" fmla="*/ 225 h 353"/>
              <a:gd name="T18" fmla="*/ 241 w 289"/>
              <a:gd name="T19" fmla="*/ 217 h 353"/>
              <a:gd name="T20" fmla="*/ 233 w 289"/>
              <a:gd name="T21" fmla="*/ 209 h 353"/>
              <a:gd name="T22" fmla="*/ 56 w 289"/>
              <a:gd name="T23" fmla="*/ 209 h 353"/>
              <a:gd name="T24" fmla="*/ 48 w 289"/>
              <a:gd name="T25" fmla="*/ 217 h 353"/>
              <a:gd name="T26" fmla="*/ 56 w 289"/>
              <a:gd name="T27" fmla="*/ 225 h 353"/>
              <a:gd name="T28" fmla="*/ 56 w 289"/>
              <a:gd name="T29" fmla="*/ 273 h 353"/>
              <a:gd name="T30" fmla="*/ 201 w 289"/>
              <a:gd name="T31" fmla="*/ 273 h 353"/>
              <a:gd name="T32" fmla="*/ 209 w 289"/>
              <a:gd name="T33" fmla="*/ 265 h 353"/>
              <a:gd name="T34" fmla="*/ 201 w 289"/>
              <a:gd name="T35" fmla="*/ 257 h 353"/>
              <a:gd name="T36" fmla="*/ 56 w 289"/>
              <a:gd name="T37" fmla="*/ 257 h 353"/>
              <a:gd name="T38" fmla="*/ 48 w 289"/>
              <a:gd name="T39" fmla="*/ 265 h 353"/>
              <a:gd name="T40" fmla="*/ 56 w 289"/>
              <a:gd name="T41" fmla="*/ 273 h 353"/>
              <a:gd name="T42" fmla="*/ 273 w 289"/>
              <a:gd name="T43" fmla="*/ 48 h 353"/>
              <a:gd name="T44" fmla="*/ 209 w 289"/>
              <a:gd name="T45" fmla="*/ 48 h 353"/>
              <a:gd name="T46" fmla="*/ 209 w 289"/>
              <a:gd name="T47" fmla="*/ 32 h 353"/>
              <a:gd name="T48" fmla="*/ 193 w 289"/>
              <a:gd name="T49" fmla="*/ 16 h 353"/>
              <a:gd name="T50" fmla="*/ 161 w 289"/>
              <a:gd name="T51" fmla="*/ 16 h 353"/>
              <a:gd name="T52" fmla="*/ 145 w 289"/>
              <a:gd name="T53" fmla="*/ 0 h 353"/>
              <a:gd name="T54" fmla="*/ 128 w 289"/>
              <a:gd name="T55" fmla="*/ 16 h 353"/>
              <a:gd name="T56" fmla="*/ 96 w 289"/>
              <a:gd name="T57" fmla="*/ 16 h 353"/>
              <a:gd name="T58" fmla="*/ 80 w 289"/>
              <a:gd name="T59" fmla="*/ 32 h 353"/>
              <a:gd name="T60" fmla="*/ 80 w 289"/>
              <a:gd name="T61" fmla="*/ 48 h 353"/>
              <a:gd name="T62" fmla="*/ 16 w 289"/>
              <a:gd name="T63" fmla="*/ 48 h 353"/>
              <a:gd name="T64" fmla="*/ 0 w 289"/>
              <a:gd name="T65" fmla="*/ 64 h 353"/>
              <a:gd name="T66" fmla="*/ 0 w 289"/>
              <a:gd name="T67" fmla="*/ 337 h 353"/>
              <a:gd name="T68" fmla="*/ 16 w 289"/>
              <a:gd name="T69" fmla="*/ 353 h 353"/>
              <a:gd name="T70" fmla="*/ 273 w 289"/>
              <a:gd name="T71" fmla="*/ 353 h 353"/>
              <a:gd name="T72" fmla="*/ 289 w 289"/>
              <a:gd name="T73" fmla="*/ 337 h 353"/>
              <a:gd name="T74" fmla="*/ 289 w 289"/>
              <a:gd name="T75" fmla="*/ 64 h 353"/>
              <a:gd name="T76" fmla="*/ 273 w 289"/>
              <a:gd name="T77" fmla="*/ 48 h 353"/>
              <a:gd name="T78" fmla="*/ 96 w 289"/>
              <a:gd name="T79" fmla="*/ 32 h 353"/>
              <a:gd name="T80" fmla="*/ 193 w 289"/>
              <a:gd name="T81" fmla="*/ 32 h 353"/>
              <a:gd name="T82" fmla="*/ 193 w 289"/>
              <a:gd name="T83" fmla="*/ 64 h 353"/>
              <a:gd name="T84" fmla="*/ 96 w 289"/>
              <a:gd name="T85" fmla="*/ 64 h 353"/>
              <a:gd name="T86" fmla="*/ 96 w 289"/>
              <a:gd name="T87" fmla="*/ 32 h 353"/>
              <a:gd name="T88" fmla="*/ 273 w 289"/>
              <a:gd name="T89" fmla="*/ 337 h 353"/>
              <a:gd name="T90" fmla="*/ 16 w 289"/>
              <a:gd name="T91" fmla="*/ 337 h 353"/>
              <a:gd name="T92" fmla="*/ 16 w 289"/>
              <a:gd name="T93" fmla="*/ 112 h 353"/>
              <a:gd name="T94" fmla="*/ 273 w 289"/>
              <a:gd name="T95" fmla="*/ 112 h 353"/>
              <a:gd name="T96" fmla="*/ 273 w 289"/>
              <a:gd name="T97" fmla="*/ 337 h 353"/>
              <a:gd name="T98" fmla="*/ 273 w 289"/>
              <a:gd name="T99" fmla="*/ 96 h 353"/>
              <a:gd name="T100" fmla="*/ 16 w 289"/>
              <a:gd name="T101" fmla="*/ 96 h 353"/>
              <a:gd name="T102" fmla="*/ 16 w 289"/>
              <a:gd name="T103" fmla="*/ 64 h 353"/>
              <a:gd name="T104" fmla="*/ 80 w 289"/>
              <a:gd name="T105" fmla="*/ 64 h 353"/>
              <a:gd name="T106" fmla="*/ 96 w 289"/>
              <a:gd name="T107" fmla="*/ 80 h 353"/>
              <a:gd name="T108" fmla="*/ 193 w 289"/>
              <a:gd name="T109" fmla="*/ 80 h 353"/>
              <a:gd name="T110" fmla="*/ 209 w 289"/>
              <a:gd name="T111" fmla="*/ 64 h 353"/>
              <a:gd name="T112" fmla="*/ 273 w 289"/>
              <a:gd name="T113" fmla="*/ 64 h 353"/>
              <a:gd name="T114" fmla="*/ 273 w 289"/>
              <a:gd name="T115" fmla="*/ 96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289" h="353">
                <a:moveTo>
                  <a:pt x="56" y="177"/>
                </a:moveTo>
                <a:cubicBezTo>
                  <a:pt x="153" y="177"/>
                  <a:pt x="153" y="177"/>
                  <a:pt x="153" y="177"/>
                </a:cubicBezTo>
                <a:cubicBezTo>
                  <a:pt x="157" y="177"/>
                  <a:pt x="161" y="173"/>
                  <a:pt x="161" y="169"/>
                </a:cubicBezTo>
                <a:cubicBezTo>
                  <a:pt x="161" y="164"/>
                  <a:pt x="157" y="161"/>
                  <a:pt x="153" y="161"/>
                </a:cubicBezTo>
                <a:cubicBezTo>
                  <a:pt x="56" y="161"/>
                  <a:pt x="56" y="161"/>
                  <a:pt x="56" y="161"/>
                </a:cubicBezTo>
                <a:cubicBezTo>
                  <a:pt x="52" y="161"/>
                  <a:pt x="48" y="164"/>
                  <a:pt x="48" y="169"/>
                </a:cubicBezTo>
                <a:cubicBezTo>
                  <a:pt x="48" y="173"/>
                  <a:pt x="52" y="177"/>
                  <a:pt x="56" y="177"/>
                </a:cubicBezTo>
                <a:moveTo>
                  <a:pt x="56" y="225"/>
                </a:moveTo>
                <a:cubicBezTo>
                  <a:pt x="233" y="225"/>
                  <a:pt x="233" y="225"/>
                  <a:pt x="233" y="225"/>
                </a:cubicBezTo>
                <a:cubicBezTo>
                  <a:pt x="237" y="225"/>
                  <a:pt x="241" y="221"/>
                  <a:pt x="241" y="217"/>
                </a:cubicBezTo>
                <a:cubicBezTo>
                  <a:pt x="241" y="212"/>
                  <a:pt x="237" y="209"/>
                  <a:pt x="233" y="209"/>
                </a:cubicBezTo>
                <a:cubicBezTo>
                  <a:pt x="56" y="209"/>
                  <a:pt x="56" y="209"/>
                  <a:pt x="56" y="209"/>
                </a:cubicBezTo>
                <a:cubicBezTo>
                  <a:pt x="52" y="209"/>
                  <a:pt x="48" y="212"/>
                  <a:pt x="48" y="217"/>
                </a:cubicBezTo>
                <a:cubicBezTo>
                  <a:pt x="48" y="221"/>
                  <a:pt x="52" y="225"/>
                  <a:pt x="56" y="225"/>
                </a:cubicBezTo>
                <a:moveTo>
                  <a:pt x="56" y="273"/>
                </a:moveTo>
                <a:cubicBezTo>
                  <a:pt x="201" y="273"/>
                  <a:pt x="201" y="273"/>
                  <a:pt x="201" y="273"/>
                </a:cubicBezTo>
                <a:cubicBezTo>
                  <a:pt x="205" y="273"/>
                  <a:pt x="209" y="269"/>
                  <a:pt x="209" y="265"/>
                </a:cubicBezTo>
                <a:cubicBezTo>
                  <a:pt x="209" y="261"/>
                  <a:pt x="205" y="257"/>
                  <a:pt x="201" y="257"/>
                </a:cubicBezTo>
                <a:cubicBezTo>
                  <a:pt x="56" y="257"/>
                  <a:pt x="56" y="257"/>
                  <a:pt x="56" y="257"/>
                </a:cubicBezTo>
                <a:cubicBezTo>
                  <a:pt x="52" y="257"/>
                  <a:pt x="48" y="261"/>
                  <a:pt x="48" y="265"/>
                </a:cubicBezTo>
                <a:cubicBezTo>
                  <a:pt x="48" y="269"/>
                  <a:pt x="52" y="273"/>
                  <a:pt x="56" y="273"/>
                </a:cubicBezTo>
                <a:moveTo>
                  <a:pt x="273" y="48"/>
                </a:moveTo>
                <a:cubicBezTo>
                  <a:pt x="209" y="48"/>
                  <a:pt x="209" y="48"/>
                  <a:pt x="209" y="48"/>
                </a:cubicBezTo>
                <a:cubicBezTo>
                  <a:pt x="209" y="32"/>
                  <a:pt x="209" y="32"/>
                  <a:pt x="209" y="32"/>
                </a:cubicBezTo>
                <a:cubicBezTo>
                  <a:pt x="209" y="23"/>
                  <a:pt x="202" y="16"/>
                  <a:pt x="193" y="16"/>
                </a:cubicBezTo>
                <a:cubicBezTo>
                  <a:pt x="161" y="16"/>
                  <a:pt x="161" y="16"/>
                  <a:pt x="161" y="16"/>
                </a:cubicBezTo>
                <a:cubicBezTo>
                  <a:pt x="161" y="7"/>
                  <a:pt x="153" y="0"/>
                  <a:pt x="145" y="0"/>
                </a:cubicBezTo>
                <a:cubicBezTo>
                  <a:pt x="136" y="0"/>
                  <a:pt x="128" y="7"/>
                  <a:pt x="128" y="16"/>
                </a:cubicBezTo>
                <a:cubicBezTo>
                  <a:pt x="96" y="16"/>
                  <a:pt x="96" y="16"/>
                  <a:pt x="96" y="16"/>
                </a:cubicBezTo>
                <a:cubicBezTo>
                  <a:pt x="87" y="16"/>
                  <a:pt x="80" y="23"/>
                  <a:pt x="80" y="32"/>
                </a:cubicBezTo>
                <a:cubicBezTo>
                  <a:pt x="80" y="48"/>
                  <a:pt x="80" y="48"/>
                  <a:pt x="80" y="48"/>
                </a:cubicBezTo>
                <a:cubicBezTo>
                  <a:pt x="16" y="48"/>
                  <a:pt x="16" y="48"/>
                  <a:pt x="16" y="48"/>
                </a:cubicBezTo>
                <a:cubicBezTo>
                  <a:pt x="7" y="48"/>
                  <a:pt x="0" y="55"/>
                  <a:pt x="0" y="64"/>
                </a:cubicBezTo>
                <a:cubicBezTo>
                  <a:pt x="0" y="337"/>
                  <a:pt x="0" y="337"/>
                  <a:pt x="0" y="337"/>
                </a:cubicBezTo>
                <a:cubicBezTo>
                  <a:pt x="0" y="346"/>
                  <a:pt x="7" y="353"/>
                  <a:pt x="16" y="353"/>
                </a:cubicBezTo>
                <a:cubicBezTo>
                  <a:pt x="273" y="353"/>
                  <a:pt x="273" y="353"/>
                  <a:pt x="273" y="353"/>
                </a:cubicBezTo>
                <a:cubicBezTo>
                  <a:pt x="282" y="353"/>
                  <a:pt x="289" y="346"/>
                  <a:pt x="289" y="337"/>
                </a:cubicBezTo>
                <a:cubicBezTo>
                  <a:pt x="289" y="64"/>
                  <a:pt x="289" y="64"/>
                  <a:pt x="289" y="64"/>
                </a:cubicBezTo>
                <a:cubicBezTo>
                  <a:pt x="289" y="55"/>
                  <a:pt x="282" y="48"/>
                  <a:pt x="273" y="48"/>
                </a:cubicBezTo>
                <a:moveTo>
                  <a:pt x="96" y="32"/>
                </a:moveTo>
                <a:cubicBezTo>
                  <a:pt x="193" y="32"/>
                  <a:pt x="193" y="32"/>
                  <a:pt x="193" y="32"/>
                </a:cubicBezTo>
                <a:cubicBezTo>
                  <a:pt x="193" y="64"/>
                  <a:pt x="193" y="64"/>
                  <a:pt x="193" y="64"/>
                </a:cubicBezTo>
                <a:cubicBezTo>
                  <a:pt x="96" y="64"/>
                  <a:pt x="96" y="64"/>
                  <a:pt x="96" y="64"/>
                </a:cubicBezTo>
                <a:lnTo>
                  <a:pt x="96" y="32"/>
                </a:lnTo>
                <a:close/>
                <a:moveTo>
                  <a:pt x="273" y="337"/>
                </a:moveTo>
                <a:cubicBezTo>
                  <a:pt x="16" y="337"/>
                  <a:pt x="16" y="337"/>
                  <a:pt x="16" y="337"/>
                </a:cubicBezTo>
                <a:cubicBezTo>
                  <a:pt x="16" y="112"/>
                  <a:pt x="16" y="112"/>
                  <a:pt x="16" y="112"/>
                </a:cubicBezTo>
                <a:cubicBezTo>
                  <a:pt x="273" y="112"/>
                  <a:pt x="273" y="112"/>
                  <a:pt x="273" y="112"/>
                </a:cubicBezTo>
                <a:lnTo>
                  <a:pt x="273" y="337"/>
                </a:lnTo>
                <a:close/>
                <a:moveTo>
                  <a:pt x="273" y="96"/>
                </a:moveTo>
                <a:cubicBezTo>
                  <a:pt x="16" y="96"/>
                  <a:pt x="16" y="96"/>
                  <a:pt x="16" y="96"/>
                </a:cubicBezTo>
                <a:cubicBezTo>
                  <a:pt x="16" y="64"/>
                  <a:pt x="16" y="64"/>
                  <a:pt x="16" y="64"/>
                </a:cubicBezTo>
                <a:cubicBezTo>
                  <a:pt x="80" y="64"/>
                  <a:pt x="80" y="64"/>
                  <a:pt x="80" y="64"/>
                </a:cubicBezTo>
                <a:cubicBezTo>
                  <a:pt x="80" y="73"/>
                  <a:pt x="87" y="80"/>
                  <a:pt x="96" y="80"/>
                </a:cubicBezTo>
                <a:cubicBezTo>
                  <a:pt x="193" y="80"/>
                  <a:pt x="193" y="80"/>
                  <a:pt x="193" y="80"/>
                </a:cubicBezTo>
                <a:cubicBezTo>
                  <a:pt x="202" y="80"/>
                  <a:pt x="209" y="73"/>
                  <a:pt x="209" y="64"/>
                </a:cubicBezTo>
                <a:cubicBezTo>
                  <a:pt x="273" y="64"/>
                  <a:pt x="273" y="64"/>
                  <a:pt x="273" y="64"/>
                </a:cubicBezTo>
                <a:lnTo>
                  <a:pt x="273" y="9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3" name="Freeform 72"/>
          <p:cNvSpPr>
            <a:spLocks/>
          </p:cNvSpPr>
          <p:nvPr/>
        </p:nvSpPr>
        <p:spPr bwMode="auto">
          <a:xfrm>
            <a:off x="5255684" y="2127251"/>
            <a:ext cx="577851" cy="393700"/>
          </a:xfrm>
          <a:custGeom>
            <a:avLst/>
            <a:gdLst>
              <a:gd name="T0" fmla="*/ 353 w 353"/>
              <a:gd name="T1" fmla="*/ 8 h 241"/>
              <a:gd name="T2" fmla="*/ 345 w 353"/>
              <a:gd name="T3" fmla="*/ 0 h 241"/>
              <a:gd name="T4" fmla="*/ 340 w 353"/>
              <a:gd name="T5" fmla="*/ 3 h 241"/>
              <a:gd name="T6" fmla="*/ 340 w 353"/>
              <a:gd name="T7" fmla="*/ 3 h 241"/>
              <a:gd name="T8" fmla="*/ 129 w 353"/>
              <a:gd name="T9" fmla="*/ 222 h 241"/>
              <a:gd name="T10" fmla="*/ 14 w 353"/>
              <a:gd name="T11" fmla="*/ 107 h 241"/>
              <a:gd name="T12" fmla="*/ 8 w 353"/>
              <a:gd name="T13" fmla="*/ 105 h 241"/>
              <a:gd name="T14" fmla="*/ 0 w 353"/>
              <a:gd name="T15" fmla="*/ 113 h 241"/>
              <a:gd name="T16" fmla="*/ 3 w 353"/>
              <a:gd name="T17" fmla="*/ 118 h 241"/>
              <a:gd name="T18" fmla="*/ 123 w 353"/>
              <a:gd name="T19" fmla="*/ 239 h 241"/>
              <a:gd name="T20" fmla="*/ 129 w 353"/>
              <a:gd name="T21" fmla="*/ 241 h 241"/>
              <a:gd name="T22" fmla="*/ 134 w 353"/>
              <a:gd name="T23" fmla="*/ 239 h 241"/>
              <a:gd name="T24" fmla="*/ 134 w 353"/>
              <a:gd name="T25" fmla="*/ 239 h 241"/>
              <a:gd name="T26" fmla="*/ 351 w 353"/>
              <a:gd name="T27" fmla="*/ 14 h 241"/>
              <a:gd name="T28" fmla="*/ 351 w 353"/>
              <a:gd name="T29" fmla="*/ 14 h 241"/>
              <a:gd name="T30" fmla="*/ 353 w 353"/>
              <a:gd name="T31" fmla="*/ 8 h 2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353" h="241">
                <a:moveTo>
                  <a:pt x="353" y="8"/>
                </a:moveTo>
                <a:cubicBezTo>
                  <a:pt x="353" y="4"/>
                  <a:pt x="350" y="0"/>
                  <a:pt x="345" y="0"/>
                </a:cubicBezTo>
                <a:cubicBezTo>
                  <a:pt x="343" y="0"/>
                  <a:pt x="341" y="1"/>
                  <a:pt x="340" y="3"/>
                </a:cubicBezTo>
                <a:cubicBezTo>
                  <a:pt x="340" y="3"/>
                  <a:pt x="340" y="3"/>
                  <a:pt x="340" y="3"/>
                </a:cubicBezTo>
                <a:cubicBezTo>
                  <a:pt x="129" y="222"/>
                  <a:pt x="129" y="222"/>
                  <a:pt x="129" y="222"/>
                </a:cubicBezTo>
                <a:cubicBezTo>
                  <a:pt x="14" y="107"/>
                  <a:pt x="14" y="107"/>
                  <a:pt x="14" y="107"/>
                </a:cubicBezTo>
                <a:cubicBezTo>
                  <a:pt x="12" y="106"/>
                  <a:pt x="10" y="105"/>
                  <a:pt x="8" y="105"/>
                </a:cubicBezTo>
                <a:cubicBezTo>
                  <a:pt x="4" y="105"/>
                  <a:pt x="0" y="108"/>
                  <a:pt x="0" y="113"/>
                </a:cubicBezTo>
                <a:cubicBezTo>
                  <a:pt x="0" y="115"/>
                  <a:pt x="1" y="117"/>
                  <a:pt x="3" y="118"/>
                </a:cubicBezTo>
                <a:cubicBezTo>
                  <a:pt x="123" y="239"/>
                  <a:pt x="123" y="239"/>
                  <a:pt x="123" y="239"/>
                </a:cubicBezTo>
                <a:cubicBezTo>
                  <a:pt x="124" y="240"/>
                  <a:pt x="126" y="241"/>
                  <a:pt x="129" y="241"/>
                </a:cubicBezTo>
                <a:cubicBezTo>
                  <a:pt x="131" y="241"/>
                  <a:pt x="133" y="240"/>
                  <a:pt x="134" y="239"/>
                </a:cubicBezTo>
                <a:cubicBezTo>
                  <a:pt x="134" y="239"/>
                  <a:pt x="134" y="239"/>
                  <a:pt x="134" y="239"/>
                </a:cubicBezTo>
                <a:cubicBezTo>
                  <a:pt x="351" y="14"/>
                  <a:pt x="351" y="14"/>
                  <a:pt x="351" y="14"/>
                </a:cubicBezTo>
                <a:cubicBezTo>
                  <a:pt x="351" y="14"/>
                  <a:pt x="351" y="14"/>
                  <a:pt x="351" y="14"/>
                </a:cubicBezTo>
                <a:cubicBezTo>
                  <a:pt x="353" y="12"/>
                  <a:pt x="353" y="10"/>
                  <a:pt x="353" y="8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4" name="Freeform 73"/>
          <p:cNvSpPr>
            <a:spLocks noEditPoints="1"/>
          </p:cNvSpPr>
          <p:nvPr/>
        </p:nvSpPr>
        <p:spPr bwMode="auto">
          <a:xfrm>
            <a:off x="6360584" y="2036235"/>
            <a:ext cx="577851" cy="577851"/>
          </a:xfrm>
          <a:custGeom>
            <a:avLst/>
            <a:gdLst>
              <a:gd name="T0" fmla="*/ 176 w 353"/>
              <a:gd name="T1" fmla="*/ 221 h 353"/>
              <a:gd name="T2" fmla="*/ 102 w 353"/>
              <a:gd name="T3" fmla="*/ 147 h 353"/>
              <a:gd name="T4" fmla="*/ 96 w 353"/>
              <a:gd name="T5" fmla="*/ 145 h 353"/>
              <a:gd name="T6" fmla="*/ 88 w 353"/>
              <a:gd name="T7" fmla="*/ 153 h 353"/>
              <a:gd name="T8" fmla="*/ 90 w 353"/>
              <a:gd name="T9" fmla="*/ 158 h 353"/>
              <a:gd name="T10" fmla="*/ 170 w 353"/>
              <a:gd name="T11" fmla="*/ 239 h 353"/>
              <a:gd name="T12" fmla="*/ 176 w 353"/>
              <a:gd name="T13" fmla="*/ 241 h 353"/>
              <a:gd name="T14" fmla="*/ 182 w 353"/>
              <a:gd name="T15" fmla="*/ 238 h 353"/>
              <a:gd name="T16" fmla="*/ 182 w 353"/>
              <a:gd name="T17" fmla="*/ 238 h 353"/>
              <a:gd name="T18" fmla="*/ 316 w 353"/>
              <a:gd name="T19" fmla="*/ 98 h 353"/>
              <a:gd name="T20" fmla="*/ 316 w 353"/>
              <a:gd name="T21" fmla="*/ 98 h 353"/>
              <a:gd name="T22" fmla="*/ 328 w 353"/>
              <a:gd name="T23" fmla="*/ 86 h 353"/>
              <a:gd name="T24" fmla="*/ 327 w 353"/>
              <a:gd name="T25" fmla="*/ 86 h 353"/>
              <a:gd name="T26" fmla="*/ 351 w 353"/>
              <a:gd name="T27" fmla="*/ 62 h 353"/>
              <a:gd name="T28" fmla="*/ 351 w 353"/>
              <a:gd name="T29" fmla="*/ 62 h 353"/>
              <a:gd name="T30" fmla="*/ 353 w 353"/>
              <a:gd name="T31" fmla="*/ 56 h 353"/>
              <a:gd name="T32" fmla="*/ 345 w 353"/>
              <a:gd name="T33" fmla="*/ 48 h 353"/>
              <a:gd name="T34" fmla="*/ 339 w 353"/>
              <a:gd name="T35" fmla="*/ 51 h 353"/>
              <a:gd name="T36" fmla="*/ 339 w 353"/>
              <a:gd name="T37" fmla="*/ 51 h 353"/>
              <a:gd name="T38" fmla="*/ 318 w 353"/>
              <a:gd name="T39" fmla="*/ 72 h 353"/>
              <a:gd name="T40" fmla="*/ 318 w 353"/>
              <a:gd name="T41" fmla="*/ 72 h 353"/>
              <a:gd name="T42" fmla="*/ 307 w 353"/>
              <a:gd name="T43" fmla="*/ 84 h 353"/>
              <a:gd name="T44" fmla="*/ 307 w 353"/>
              <a:gd name="T45" fmla="*/ 84 h 353"/>
              <a:gd name="T46" fmla="*/ 176 w 353"/>
              <a:gd name="T47" fmla="*/ 221 h 353"/>
              <a:gd name="T48" fmla="*/ 339 w 353"/>
              <a:gd name="T49" fmla="*/ 109 h 353"/>
              <a:gd name="T50" fmla="*/ 327 w 353"/>
              <a:gd name="T51" fmla="*/ 109 h 353"/>
              <a:gd name="T52" fmla="*/ 325 w 353"/>
              <a:gd name="T53" fmla="*/ 117 h 353"/>
              <a:gd name="T54" fmla="*/ 325 w 353"/>
              <a:gd name="T55" fmla="*/ 117 h 353"/>
              <a:gd name="T56" fmla="*/ 337 w 353"/>
              <a:gd name="T57" fmla="*/ 177 h 353"/>
              <a:gd name="T58" fmla="*/ 176 w 353"/>
              <a:gd name="T59" fmla="*/ 337 h 353"/>
              <a:gd name="T60" fmla="*/ 16 w 353"/>
              <a:gd name="T61" fmla="*/ 177 h 353"/>
              <a:gd name="T62" fmla="*/ 176 w 353"/>
              <a:gd name="T63" fmla="*/ 16 h 353"/>
              <a:gd name="T64" fmla="*/ 292 w 353"/>
              <a:gd name="T65" fmla="*/ 65 h 353"/>
              <a:gd name="T66" fmla="*/ 292 w 353"/>
              <a:gd name="T67" fmla="*/ 65 h 353"/>
              <a:gd name="T68" fmla="*/ 303 w 353"/>
              <a:gd name="T69" fmla="*/ 65 h 353"/>
              <a:gd name="T70" fmla="*/ 303 w 353"/>
              <a:gd name="T71" fmla="*/ 54 h 353"/>
              <a:gd name="T72" fmla="*/ 302 w 353"/>
              <a:gd name="T73" fmla="*/ 53 h 353"/>
              <a:gd name="T74" fmla="*/ 176 w 353"/>
              <a:gd name="T75" fmla="*/ 0 h 353"/>
              <a:gd name="T76" fmla="*/ 0 w 353"/>
              <a:gd name="T77" fmla="*/ 177 h 353"/>
              <a:gd name="T78" fmla="*/ 176 w 353"/>
              <a:gd name="T79" fmla="*/ 353 h 353"/>
              <a:gd name="T80" fmla="*/ 353 w 353"/>
              <a:gd name="T81" fmla="*/ 177 h 353"/>
              <a:gd name="T82" fmla="*/ 341 w 353"/>
              <a:gd name="T83" fmla="*/ 112 h 353"/>
              <a:gd name="T84" fmla="*/ 339 w 353"/>
              <a:gd name="T85" fmla="*/ 109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353" h="353">
                <a:moveTo>
                  <a:pt x="176" y="221"/>
                </a:moveTo>
                <a:cubicBezTo>
                  <a:pt x="102" y="147"/>
                  <a:pt x="102" y="147"/>
                  <a:pt x="102" y="147"/>
                </a:cubicBezTo>
                <a:cubicBezTo>
                  <a:pt x="100" y="146"/>
                  <a:pt x="98" y="145"/>
                  <a:pt x="96" y="145"/>
                </a:cubicBezTo>
                <a:cubicBezTo>
                  <a:pt x="91" y="145"/>
                  <a:pt x="88" y="148"/>
                  <a:pt x="88" y="153"/>
                </a:cubicBezTo>
                <a:cubicBezTo>
                  <a:pt x="88" y="155"/>
                  <a:pt x="89" y="157"/>
                  <a:pt x="90" y="158"/>
                </a:cubicBezTo>
                <a:cubicBezTo>
                  <a:pt x="170" y="239"/>
                  <a:pt x="170" y="239"/>
                  <a:pt x="170" y="239"/>
                </a:cubicBezTo>
                <a:cubicBezTo>
                  <a:pt x="172" y="240"/>
                  <a:pt x="174" y="241"/>
                  <a:pt x="176" y="241"/>
                </a:cubicBezTo>
                <a:cubicBezTo>
                  <a:pt x="178" y="241"/>
                  <a:pt x="180" y="240"/>
                  <a:pt x="182" y="238"/>
                </a:cubicBezTo>
                <a:cubicBezTo>
                  <a:pt x="182" y="238"/>
                  <a:pt x="182" y="238"/>
                  <a:pt x="182" y="238"/>
                </a:cubicBezTo>
                <a:cubicBezTo>
                  <a:pt x="316" y="98"/>
                  <a:pt x="316" y="98"/>
                  <a:pt x="316" y="98"/>
                </a:cubicBezTo>
                <a:cubicBezTo>
                  <a:pt x="316" y="98"/>
                  <a:pt x="316" y="98"/>
                  <a:pt x="316" y="98"/>
                </a:cubicBezTo>
                <a:cubicBezTo>
                  <a:pt x="328" y="86"/>
                  <a:pt x="328" y="86"/>
                  <a:pt x="328" y="86"/>
                </a:cubicBezTo>
                <a:cubicBezTo>
                  <a:pt x="328" y="86"/>
                  <a:pt x="328" y="86"/>
                  <a:pt x="327" y="86"/>
                </a:cubicBezTo>
                <a:cubicBezTo>
                  <a:pt x="351" y="62"/>
                  <a:pt x="351" y="62"/>
                  <a:pt x="351" y="62"/>
                </a:cubicBezTo>
                <a:cubicBezTo>
                  <a:pt x="351" y="62"/>
                  <a:pt x="351" y="62"/>
                  <a:pt x="351" y="62"/>
                </a:cubicBezTo>
                <a:cubicBezTo>
                  <a:pt x="352" y="60"/>
                  <a:pt x="353" y="58"/>
                  <a:pt x="353" y="56"/>
                </a:cubicBezTo>
                <a:cubicBezTo>
                  <a:pt x="353" y="52"/>
                  <a:pt x="349" y="48"/>
                  <a:pt x="345" y="48"/>
                </a:cubicBezTo>
                <a:cubicBezTo>
                  <a:pt x="342" y="48"/>
                  <a:pt x="340" y="49"/>
                  <a:pt x="339" y="51"/>
                </a:cubicBezTo>
                <a:cubicBezTo>
                  <a:pt x="339" y="51"/>
                  <a:pt x="339" y="51"/>
                  <a:pt x="339" y="51"/>
                </a:cubicBezTo>
                <a:cubicBezTo>
                  <a:pt x="318" y="72"/>
                  <a:pt x="318" y="72"/>
                  <a:pt x="318" y="72"/>
                </a:cubicBezTo>
                <a:cubicBezTo>
                  <a:pt x="318" y="72"/>
                  <a:pt x="318" y="72"/>
                  <a:pt x="318" y="72"/>
                </a:cubicBezTo>
                <a:cubicBezTo>
                  <a:pt x="307" y="84"/>
                  <a:pt x="307" y="84"/>
                  <a:pt x="307" y="84"/>
                </a:cubicBezTo>
                <a:cubicBezTo>
                  <a:pt x="307" y="84"/>
                  <a:pt x="307" y="84"/>
                  <a:pt x="307" y="84"/>
                </a:cubicBezTo>
                <a:lnTo>
                  <a:pt x="176" y="221"/>
                </a:lnTo>
                <a:close/>
                <a:moveTo>
                  <a:pt x="339" y="109"/>
                </a:moveTo>
                <a:cubicBezTo>
                  <a:pt x="335" y="106"/>
                  <a:pt x="330" y="106"/>
                  <a:pt x="327" y="109"/>
                </a:cubicBezTo>
                <a:cubicBezTo>
                  <a:pt x="325" y="111"/>
                  <a:pt x="324" y="115"/>
                  <a:pt x="325" y="117"/>
                </a:cubicBezTo>
                <a:cubicBezTo>
                  <a:pt x="325" y="117"/>
                  <a:pt x="325" y="117"/>
                  <a:pt x="325" y="117"/>
                </a:cubicBezTo>
                <a:cubicBezTo>
                  <a:pt x="333" y="136"/>
                  <a:pt x="337" y="156"/>
                  <a:pt x="337" y="177"/>
                </a:cubicBezTo>
                <a:cubicBezTo>
                  <a:pt x="337" y="265"/>
                  <a:pt x="265" y="337"/>
                  <a:pt x="176" y="337"/>
                </a:cubicBezTo>
                <a:cubicBezTo>
                  <a:pt x="88" y="337"/>
                  <a:pt x="16" y="265"/>
                  <a:pt x="16" y="177"/>
                </a:cubicBezTo>
                <a:cubicBezTo>
                  <a:pt x="16" y="88"/>
                  <a:pt x="88" y="16"/>
                  <a:pt x="176" y="16"/>
                </a:cubicBezTo>
                <a:cubicBezTo>
                  <a:pt x="222" y="16"/>
                  <a:pt x="262" y="35"/>
                  <a:pt x="292" y="65"/>
                </a:cubicBezTo>
                <a:cubicBezTo>
                  <a:pt x="292" y="65"/>
                  <a:pt x="292" y="65"/>
                  <a:pt x="292" y="65"/>
                </a:cubicBezTo>
                <a:cubicBezTo>
                  <a:pt x="295" y="68"/>
                  <a:pt x="300" y="68"/>
                  <a:pt x="303" y="65"/>
                </a:cubicBezTo>
                <a:cubicBezTo>
                  <a:pt x="306" y="62"/>
                  <a:pt x="306" y="57"/>
                  <a:pt x="303" y="54"/>
                </a:cubicBezTo>
                <a:cubicBezTo>
                  <a:pt x="302" y="53"/>
                  <a:pt x="302" y="53"/>
                  <a:pt x="302" y="53"/>
                </a:cubicBezTo>
                <a:cubicBezTo>
                  <a:pt x="270" y="20"/>
                  <a:pt x="225" y="0"/>
                  <a:pt x="176" y="0"/>
                </a:cubicBezTo>
                <a:cubicBezTo>
                  <a:pt x="79" y="0"/>
                  <a:pt x="0" y="79"/>
                  <a:pt x="0" y="177"/>
                </a:cubicBezTo>
                <a:cubicBezTo>
                  <a:pt x="0" y="274"/>
                  <a:pt x="79" y="353"/>
                  <a:pt x="176" y="353"/>
                </a:cubicBezTo>
                <a:cubicBezTo>
                  <a:pt x="274" y="353"/>
                  <a:pt x="353" y="274"/>
                  <a:pt x="353" y="177"/>
                </a:cubicBezTo>
                <a:cubicBezTo>
                  <a:pt x="353" y="154"/>
                  <a:pt x="348" y="132"/>
                  <a:pt x="341" y="112"/>
                </a:cubicBezTo>
                <a:cubicBezTo>
                  <a:pt x="340" y="111"/>
                  <a:pt x="340" y="110"/>
                  <a:pt x="339" y="109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5" name="Freeform 74"/>
          <p:cNvSpPr>
            <a:spLocks/>
          </p:cNvSpPr>
          <p:nvPr/>
        </p:nvSpPr>
        <p:spPr bwMode="auto">
          <a:xfrm>
            <a:off x="7516284" y="2087035"/>
            <a:ext cx="474133" cy="474133"/>
          </a:xfrm>
          <a:custGeom>
            <a:avLst/>
            <a:gdLst>
              <a:gd name="T0" fmla="*/ 156 w 289"/>
              <a:gd name="T1" fmla="*/ 145 h 289"/>
              <a:gd name="T2" fmla="*/ 287 w 289"/>
              <a:gd name="T3" fmla="*/ 14 h 289"/>
              <a:gd name="T4" fmla="*/ 289 w 289"/>
              <a:gd name="T5" fmla="*/ 8 h 289"/>
              <a:gd name="T6" fmla="*/ 281 w 289"/>
              <a:gd name="T7" fmla="*/ 0 h 289"/>
              <a:gd name="T8" fmla="*/ 275 w 289"/>
              <a:gd name="T9" fmla="*/ 3 h 289"/>
              <a:gd name="T10" fmla="*/ 144 w 289"/>
              <a:gd name="T11" fmla="*/ 133 h 289"/>
              <a:gd name="T12" fmla="*/ 14 w 289"/>
              <a:gd name="T13" fmla="*/ 3 h 289"/>
              <a:gd name="T14" fmla="*/ 8 w 289"/>
              <a:gd name="T15" fmla="*/ 0 h 289"/>
              <a:gd name="T16" fmla="*/ 0 w 289"/>
              <a:gd name="T17" fmla="*/ 8 h 289"/>
              <a:gd name="T18" fmla="*/ 2 w 289"/>
              <a:gd name="T19" fmla="*/ 14 h 289"/>
              <a:gd name="T20" fmla="*/ 133 w 289"/>
              <a:gd name="T21" fmla="*/ 145 h 289"/>
              <a:gd name="T22" fmla="*/ 2 w 289"/>
              <a:gd name="T23" fmla="*/ 276 h 289"/>
              <a:gd name="T24" fmla="*/ 0 w 289"/>
              <a:gd name="T25" fmla="*/ 281 h 289"/>
              <a:gd name="T26" fmla="*/ 8 w 289"/>
              <a:gd name="T27" fmla="*/ 289 h 289"/>
              <a:gd name="T28" fmla="*/ 14 w 289"/>
              <a:gd name="T29" fmla="*/ 287 h 289"/>
              <a:gd name="T30" fmla="*/ 144 w 289"/>
              <a:gd name="T31" fmla="*/ 156 h 289"/>
              <a:gd name="T32" fmla="*/ 275 w 289"/>
              <a:gd name="T33" fmla="*/ 287 h 289"/>
              <a:gd name="T34" fmla="*/ 281 w 289"/>
              <a:gd name="T35" fmla="*/ 289 h 289"/>
              <a:gd name="T36" fmla="*/ 289 w 289"/>
              <a:gd name="T37" fmla="*/ 281 h 289"/>
              <a:gd name="T38" fmla="*/ 287 w 289"/>
              <a:gd name="T39" fmla="*/ 276 h 289"/>
              <a:gd name="T40" fmla="*/ 156 w 289"/>
              <a:gd name="T41" fmla="*/ 145 h 2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289" h="289">
                <a:moveTo>
                  <a:pt x="156" y="145"/>
                </a:moveTo>
                <a:cubicBezTo>
                  <a:pt x="287" y="14"/>
                  <a:pt x="287" y="14"/>
                  <a:pt x="287" y="14"/>
                </a:cubicBezTo>
                <a:cubicBezTo>
                  <a:pt x="288" y="12"/>
                  <a:pt x="289" y="10"/>
                  <a:pt x="289" y="8"/>
                </a:cubicBezTo>
                <a:cubicBezTo>
                  <a:pt x="289" y="4"/>
                  <a:pt x="285" y="0"/>
                  <a:pt x="281" y="0"/>
                </a:cubicBezTo>
                <a:cubicBezTo>
                  <a:pt x="279" y="0"/>
                  <a:pt x="277" y="1"/>
                  <a:pt x="275" y="3"/>
                </a:cubicBezTo>
                <a:cubicBezTo>
                  <a:pt x="144" y="133"/>
                  <a:pt x="144" y="133"/>
                  <a:pt x="144" y="133"/>
                </a:cubicBezTo>
                <a:cubicBezTo>
                  <a:pt x="14" y="3"/>
                  <a:pt x="14" y="3"/>
                  <a:pt x="14" y="3"/>
                </a:cubicBezTo>
                <a:cubicBezTo>
                  <a:pt x="12" y="1"/>
                  <a:pt x="10" y="0"/>
                  <a:pt x="8" y="0"/>
                </a:cubicBezTo>
                <a:cubicBezTo>
                  <a:pt x="4" y="0"/>
                  <a:pt x="0" y="4"/>
                  <a:pt x="0" y="8"/>
                </a:cubicBezTo>
                <a:cubicBezTo>
                  <a:pt x="0" y="10"/>
                  <a:pt x="1" y="12"/>
                  <a:pt x="2" y="14"/>
                </a:cubicBezTo>
                <a:cubicBezTo>
                  <a:pt x="133" y="145"/>
                  <a:pt x="133" y="145"/>
                  <a:pt x="133" y="145"/>
                </a:cubicBezTo>
                <a:cubicBezTo>
                  <a:pt x="2" y="276"/>
                  <a:pt x="2" y="276"/>
                  <a:pt x="2" y="276"/>
                </a:cubicBezTo>
                <a:cubicBezTo>
                  <a:pt x="1" y="277"/>
                  <a:pt x="0" y="279"/>
                  <a:pt x="0" y="281"/>
                </a:cubicBezTo>
                <a:cubicBezTo>
                  <a:pt x="0" y="286"/>
                  <a:pt x="4" y="289"/>
                  <a:pt x="8" y="289"/>
                </a:cubicBezTo>
                <a:cubicBezTo>
                  <a:pt x="10" y="289"/>
                  <a:pt x="12" y="288"/>
                  <a:pt x="14" y="287"/>
                </a:cubicBezTo>
                <a:cubicBezTo>
                  <a:pt x="144" y="156"/>
                  <a:pt x="144" y="156"/>
                  <a:pt x="144" y="156"/>
                </a:cubicBezTo>
                <a:cubicBezTo>
                  <a:pt x="275" y="287"/>
                  <a:pt x="275" y="287"/>
                  <a:pt x="275" y="287"/>
                </a:cubicBezTo>
                <a:cubicBezTo>
                  <a:pt x="277" y="288"/>
                  <a:pt x="279" y="289"/>
                  <a:pt x="281" y="289"/>
                </a:cubicBezTo>
                <a:cubicBezTo>
                  <a:pt x="285" y="289"/>
                  <a:pt x="289" y="286"/>
                  <a:pt x="289" y="281"/>
                </a:cubicBezTo>
                <a:cubicBezTo>
                  <a:pt x="289" y="279"/>
                  <a:pt x="288" y="277"/>
                  <a:pt x="287" y="276"/>
                </a:cubicBezTo>
                <a:lnTo>
                  <a:pt x="156" y="14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6" name="Freeform 75"/>
          <p:cNvSpPr>
            <a:spLocks noEditPoints="1"/>
          </p:cNvSpPr>
          <p:nvPr/>
        </p:nvSpPr>
        <p:spPr bwMode="auto">
          <a:xfrm>
            <a:off x="8568267" y="2036235"/>
            <a:ext cx="577851" cy="577851"/>
          </a:xfrm>
          <a:custGeom>
            <a:avLst/>
            <a:gdLst>
              <a:gd name="T0" fmla="*/ 48 w 353"/>
              <a:gd name="T1" fmla="*/ 145 h 353"/>
              <a:gd name="T2" fmla="*/ 32 w 353"/>
              <a:gd name="T3" fmla="*/ 129 h 353"/>
              <a:gd name="T4" fmla="*/ 32 w 353"/>
              <a:gd name="T5" fmla="*/ 80 h 353"/>
              <a:gd name="T6" fmla="*/ 48 w 353"/>
              <a:gd name="T7" fmla="*/ 64 h 353"/>
              <a:gd name="T8" fmla="*/ 32 w 353"/>
              <a:gd name="T9" fmla="*/ 80 h 353"/>
              <a:gd name="T10" fmla="*/ 48 w 353"/>
              <a:gd name="T11" fmla="*/ 112 h 353"/>
              <a:gd name="T12" fmla="*/ 32 w 353"/>
              <a:gd name="T13" fmla="*/ 96 h 353"/>
              <a:gd name="T14" fmla="*/ 48 w 353"/>
              <a:gd name="T15" fmla="*/ 209 h 353"/>
              <a:gd name="T16" fmla="*/ 32 w 353"/>
              <a:gd name="T17" fmla="*/ 225 h 353"/>
              <a:gd name="T18" fmla="*/ 48 w 353"/>
              <a:gd name="T19" fmla="*/ 209 h 353"/>
              <a:gd name="T20" fmla="*/ 32 w 353"/>
              <a:gd name="T21" fmla="*/ 241 h 353"/>
              <a:gd name="T22" fmla="*/ 48 w 353"/>
              <a:gd name="T23" fmla="*/ 257 h 353"/>
              <a:gd name="T24" fmla="*/ 32 w 353"/>
              <a:gd name="T25" fmla="*/ 48 h 353"/>
              <a:gd name="T26" fmla="*/ 48 w 353"/>
              <a:gd name="T27" fmla="*/ 32 h 353"/>
              <a:gd name="T28" fmla="*/ 32 w 353"/>
              <a:gd name="T29" fmla="*/ 48 h 353"/>
              <a:gd name="T30" fmla="*/ 32 w 353"/>
              <a:gd name="T31" fmla="*/ 273 h 353"/>
              <a:gd name="T32" fmla="*/ 48 w 353"/>
              <a:gd name="T33" fmla="*/ 289 h 353"/>
              <a:gd name="T34" fmla="*/ 48 w 353"/>
              <a:gd name="T35" fmla="*/ 305 h 353"/>
              <a:gd name="T36" fmla="*/ 32 w 353"/>
              <a:gd name="T37" fmla="*/ 321 h 353"/>
              <a:gd name="T38" fmla="*/ 48 w 353"/>
              <a:gd name="T39" fmla="*/ 305 h 353"/>
              <a:gd name="T40" fmla="*/ 305 w 353"/>
              <a:gd name="T41" fmla="*/ 305 h 353"/>
              <a:gd name="T42" fmla="*/ 321 w 353"/>
              <a:gd name="T43" fmla="*/ 321 h 353"/>
              <a:gd name="T44" fmla="*/ 321 w 353"/>
              <a:gd name="T45" fmla="*/ 273 h 353"/>
              <a:gd name="T46" fmla="*/ 305 w 353"/>
              <a:gd name="T47" fmla="*/ 289 h 353"/>
              <a:gd name="T48" fmla="*/ 321 w 353"/>
              <a:gd name="T49" fmla="*/ 273 h 353"/>
              <a:gd name="T50" fmla="*/ 321 w 353"/>
              <a:gd name="T51" fmla="*/ 145 h 353"/>
              <a:gd name="T52" fmla="*/ 305 w 353"/>
              <a:gd name="T53" fmla="*/ 129 h 353"/>
              <a:gd name="T54" fmla="*/ 305 w 353"/>
              <a:gd name="T55" fmla="*/ 112 h 353"/>
              <a:gd name="T56" fmla="*/ 321 w 353"/>
              <a:gd name="T57" fmla="*/ 96 h 353"/>
              <a:gd name="T58" fmla="*/ 305 w 353"/>
              <a:gd name="T59" fmla="*/ 112 h 353"/>
              <a:gd name="T60" fmla="*/ 305 w 353"/>
              <a:gd name="T61" fmla="*/ 241 h 353"/>
              <a:gd name="T62" fmla="*/ 321 w 353"/>
              <a:gd name="T63" fmla="*/ 257 h 353"/>
              <a:gd name="T64" fmla="*/ 321 w 353"/>
              <a:gd name="T65" fmla="*/ 0 h 353"/>
              <a:gd name="T66" fmla="*/ 0 w 353"/>
              <a:gd name="T67" fmla="*/ 32 h 353"/>
              <a:gd name="T68" fmla="*/ 32 w 353"/>
              <a:gd name="T69" fmla="*/ 353 h 353"/>
              <a:gd name="T70" fmla="*/ 353 w 353"/>
              <a:gd name="T71" fmla="*/ 321 h 353"/>
              <a:gd name="T72" fmla="*/ 321 w 353"/>
              <a:gd name="T73" fmla="*/ 0 h 353"/>
              <a:gd name="T74" fmla="*/ 32 w 353"/>
              <a:gd name="T75" fmla="*/ 337 h 353"/>
              <a:gd name="T76" fmla="*/ 16 w 353"/>
              <a:gd name="T77" fmla="*/ 185 h 353"/>
              <a:gd name="T78" fmla="*/ 64 w 353"/>
              <a:gd name="T79" fmla="*/ 337 h 353"/>
              <a:gd name="T80" fmla="*/ 16 w 353"/>
              <a:gd name="T81" fmla="*/ 169 h 353"/>
              <a:gd name="T82" fmla="*/ 32 w 353"/>
              <a:gd name="T83" fmla="*/ 16 h 353"/>
              <a:gd name="T84" fmla="*/ 64 w 353"/>
              <a:gd name="T85" fmla="*/ 169 h 353"/>
              <a:gd name="T86" fmla="*/ 80 w 353"/>
              <a:gd name="T87" fmla="*/ 337 h 353"/>
              <a:gd name="T88" fmla="*/ 273 w 353"/>
              <a:gd name="T89" fmla="*/ 185 h 353"/>
              <a:gd name="T90" fmla="*/ 273 w 353"/>
              <a:gd name="T91" fmla="*/ 169 h 353"/>
              <a:gd name="T92" fmla="*/ 80 w 353"/>
              <a:gd name="T93" fmla="*/ 16 h 353"/>
              <a:gd name="T94" fmla="*/ 273 w 353"/>
              <a:gd name="T95" fmla="*/ 169 h 353"/>
              <a:gd name="T96" fmla="*/ 321 w 353"/>
              <a:gd name="T97" fmla="*/ 337 h 353"/>
              <a:gd name="T98" fmla="*/ 289 w 353"/>
              <a:gd name="T99" fmla="*/ 185 h 353"/>
              <a:gd name="T100" fmla="*/ 337 w 353"/>
              <a:gd name="T101" fmla="*/ 321 h 353"/>
              <a:gd name="T102" fmla="*/ 289 w 353"/>
              <a:gd name="T103" fmla="*/ 169 h 353"/>
              <a:gd name="T104" fmla="*/ 321 w 353"/>
              <a:gd name="T105" fmla="*/ 16 h 353"/>
              <a:gd name="T106" fmla="*/ 337 w 353"/>
              <a:gd name="T107" fmla="*/ 169 h 353"/>
              <a:gd name="T108" fmla="*/ 321 w 353"/>
              <a:gd name="T109" fmla="*/ 48 h 353"/>
              <a:gd name="T110" fmla="*/ 305 w 353"/>
              <a:gd name="T111" fmla="*/ 32 h 353"/>
              <a:gd name="T112" fmla="*/ 321 w 353"/>
              <a:gd name="T113" fmla="*/ 209 h 353"/>
              <a:gd name="T114" fmla="*/ 305 w 353"/>
              <a:gd name="T115" fmla="*/ 225 h 353"/>
              <a:gd name="T116" fmla="*/ 321 w 353"/>
              <a:gd name="T117" fmla="*/ 209 h 353"/>
              <a:gd name="T118" fmla="*/ 321 w 353"/>
              <a:gd name="T119" fmla="*/ 80 h 353"/>
              <a:gd name="T120" fmla="*/ 305 w 353"/>
              <a:gd name="T121" fmla="*/ 64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353" h="353">
                <a:moveTo>
                  <a:pt x="32" y="145"/>
                </a:moveTo>
                <a:cubicBezTo>
                  <a:pt x="48" y="145"/>
                  <a:pt x="48" y="145"/>
                  <a:pt x="48" y="145"/>
                </a:cubicBezTo>
                <a:cubicBezTo>
                  <a:pt x="48" y="129"/>
                  <a:pt x="48" y="129"/>
                  <a:pt x="48" y="129"/>
                </a:cubicBezTo>
                <a:cubicBezTo>
                  <a:pt x="32" y="129"/>
                  <a:pt x="32" y="129"/>
                  <a:pt x="32" y="129"/>
                </a:cubicBezTo>
                <a:lnTo>
                  <a:pt x="32" y="145"/>
                </a:lnTo>
                <a:close/>
                <a:moveTo>
                  <a:pt x="32" y="80"/>
                </a:moveTo>
                <a:cubicBezTo>
                  <a:pt x="48" y="80"/>
                  <a:pt x="48" y="80"/>
                  <a:pt x="48" y="80"/>
                </a:cubicBezTo>
                <a:cubicBezTo>
                  <a:pt x="48" y="64"/>
                  <a:pt x="48" y="64"/>
                  <a:pt x="48" y="64"/>
                </a:cubicBezTo>
                <a:cubicBezTo>
                  <a:pt x="32" y="64"/>
                  <a:pt x="32" y="64"/>
                  <a:pt x="32" y="64"/>
                </a:cubicBezTo>
                <a:lnTo>
                  <a:pt x="32" y="80"/>
                </a:lnTo>
                <a:close/>
                <a:moveTo>
                  <a:pt x="32" y="112"/>
                </a:moveTo>
                <a:cubicBezTo>
                  <a:pt x="48" y="112"/>
                  <a:pt x="48" y="112"/>
                  <a:pt x="48" y="112"/>
                </a:cubicBezTo>
                <a:cubicBezTo>
                  <a:pt x="48" y="96"/>
                  <a:pt x="48" y="96"/>
                  <a:pt x="48" y="96"/>
                </a:cubicBezTo>
                <a:cubicBezTo>
                  <a:pt x="32" y="96"/>
                  <a:pt x="32" y="96"/>
                  <a:pt x="32" y="96"/>
                </a:cubicBezTo>
                <a:lnTo>
                  <a:pt x="32" y="112"/>
                </a:lnTo>
                <a:close/>
                <a:moveTo>
                  <a:pt x="48" y="209"/>
                </a:moveTo>
                <a:cubicBezTo>
                  <a:pt x="32" y="209"/>
                  <a:pt x="32" y="209"/>
                  <a:pt x="32" y="209"/>
                </a:cubicBezTo>
                <a:cubicBezTo>
                  <a:pt x="32" y="225"/>
                  <a:pt x="32" y="225"/>
                  <a:pt x="32" y="225"/>
                </a:cubicBezTo>
                <a:cubicBezTo>
                  <a:pt x="48" y="225"/>
                  <a:pt x="48" y="225"/>
                  <a:pt x="48" y="225"/>
                </a:cubicBezTo>
                <a:lnTo>
                  <a:pt x="48" y="209"/>
                </a:lnTo>
                <a:close/>
                <a:moveTo>
                  <a:pt x="48" y="241"/>
                </a:moveTo>
                <a:cubicBezTo>
                  <a:pt x="32" y="241"/>
                  <a:pt x="32" y="241"/>
                  <a:pt x="32" y="241"/>
                </a:cubicBezTo>
                <a:cubicBezTo>
                  <a:pt x="32" y="257"/>
                  <a:pt x="32" y="257"/>
                  <a:pt x="32" y="257"/>
                </a:cubicBezTo>
                <a:cubicBezTo>
                  <a:pt x="48" y="257"/>
                  <a:pt x="48" y="257"/>
                  <a:pt x="48" y="257"/>
                </a:cubicBezTo>
                <a:lnTo>
                  <a:pt x="48" y="241"/>
                </a:lnTo>
                <a:close/>
                <a:moveTo>
                  <a:pt x="32" y="48"/>
                </a:moveTo>
                <a:cubicBezTo>
                  <a:pt x="48" y="48"/>
                  <a:pt x="48" y="48"/>
                  <a:pt x="48" y="48"/>
                </a:cubicBezTo>
                <a:cubicBezTo>
                  <a:pt x="48" y="32"/>
                  <a:pt x="48" y="32"/>
                  <a:pt x="48" y="32"/>
                </a:cubicBezTo>
                <a:cubicBezTo>
                  <a:pt x="32" y="32"/>
                  <a:pt x="32" y="32"/>
                  <a:pt x="32" y="32"/>
                </a:cubicBezTo>
                <a:lnTo>
                  <a:pt x="32" y="48"/>
                </a:lnTo>
                <a:close/>
                <a:moveTo>
                  <a:pt x="48" y="273"/>
                </a:moveTo>
                <a:cubicBezTo>
                  <a:pt x="32" y="273"/>
                  <a:pt x="32" y="273"/>
                  <a:pt x="32" y="273"/>
                </a:cubicBezTo>
                <a:cubicBezTo>
                  <a:pt x="32" y="289"/>
                  <a:pt x="32" y="289"/>
                  <a:pt x="32" y="289"/>
                </a:cubicBezTo>
                <a:cubicBezTo>
                  <a:pt x="48" y="289"/>
                  <a:pt x="48" y="289"/>
                  <a:pt x="48" y="289"/>
                </a:cubicBezTo>
                <a:lnTo>
                  <a:pt x="48" y="273"/>
                </a:lnTo>
                <a:close/>
                <a:moveTo>
                  <a:pt x="48" y="305"/>
                </a:moveTo>
                <a:cubicBezTo>
                  <a:pt x="32" y="305"/>
                  <a:pt x="32" y="305"/>
                  <a:pt x="32" y="305"/>
                </a:cubicBezTo>
                <a:cubicBezTo>
                  <a:pt x="32" y="321"/>
                  <a:pt x="32" y="321"/>
                  <a:pt x="32" y="321"/>
                </a:cubicBezTo>
                <a:cubicBezTo>
                  <a:pt x="48" y="321"/>
                  <a:pt x="48" y="321"/>
                  <a:pt x="48" y="321"/>
                </a:cubicBezTo>
                <a:lnTo>
                  <a:pt x="48" y="305"/>
                </a:lnTo>
                <a:close/>
                <a:moveTo>
                  <a:pt x="321" y="305"/>
                </a:moveTo>
                <a:cubicBezTo>
                  <a:pt x="305" y="305"/>
                  <a:pt x="305" y="305"/>
                  <a:pt x="305" y="305"/>
                </a:cubicBezTo>
                <a:cubicBezTo>
                  <a:pt x="305" y="321"/>
                  <a:pt x="305" y="321"/>
                  <a:pt x="305" y="321"/>
                </a:cubicBezTo>
                <a:cubicBezTo>
                  <a:pt x="321" y="321"/>
                  <a:pt x="321" y="321"/>
                  <a:pt x="321" y="321"/>
                </a:cubicBezTo>
                <a:lnTo>
                  <a:pt x="321" y="305"/>
                </a:lnTo>
                <a:close/>
                <a:moveTo>
                  <a:pt x="321" y="273"/>
                </a:moveTo>
                <a:cubicBezTo>
                  <a:pt x="305" y="273"/>
                  <a:pt x="305" y="273"/>
                  <a:pt x="305" y="273"/>
                </a:cubicBezTo>
                <a:cubicBezTo>
                  <a:pt x="305" y="289"/>
                  <a:pt x="305" y="289"/>
                  <a:pt x="305" y="289"/>
                </a:cubicBezTo>
                <a:cubicBezTo>
                  <a:pt x="321" y="289"/>
                  <a:pt x="321" y="289"/>
                  <a:pt x="321" y="289"/>
                </a:cubicBezTo>
                <a:lnTo>
                  <a:pt x="321" y="273"/>
                </a:lnTo>
                <a:close/>
                <a:moveTo>
                  <a:pt x="305" y="145"/>
                </a:moveTo>
                <a:cubicBezTo>
                  <a:pt x="321" y="145"/>
                  <a:pt x="321" y="145"/>
                  <a:pt x="321" y="145"/>
                </a:cubicBezTo>
                <a:cubicBezTo>
                  <a:pt x="321" y="129"/>
                  <a:pt x="321" y="129"/>
                  <a:pt x="321" y="129"/>
                </a:cubicBezTo>
                <a:cubicBezTo>
                  <a:pt x="305" y="129"/>
                  <a:pt x="305" y="129"/>
                  <a:pt x="305" y="129"/>
                </a:cubicBezTo>
                <a:lnTo>
                  <a:pt x="305" y="145"/>
                </a:lnTo>
                <a:close/>
                <a:moveTo>
                  <a:pt x="305" y="112"/>
                </a:moveTo>
                <a:cubicBezTo>
                  <a:pt x="321" y="112"/>
                  <a:pt x="321" y="112"/>
                  <a:pt x="321" y="112"/>
                </a:cubicBezTo>
                <a:cubicBezTo>
                  <a:pt x="321" y="96"/>
                  <a:pt x="321" y="96"/>
                  <a:pt x="321" y="96"/>
                </a:cubicBezTo>
                <a:cubicBezTo>
                  <a:pt x="305" y="96"/>
                  <a:pt x="305" y="96"/>
                  <a:pt x="305" y="96"/>
                </a:cubicBezTo>
                <a:lnTo>
                  <a:pt x="305" y="112"/>
                </a:lnTo>
                <a:close/>
                <a:moveTo>
                  <a:pt x="321" y="241"/>
                </a:moveTo>
                <a:cubicBezTo>
                  <a:pt x="305" y="241"/>
                  <a:pt x="305" y="241"/>
                  <a:pt x="305" y="241"/>
                </a:cubicBezTo>
                <a:cubicBezTo>
                  <a:pt x="305" y="257"/>
                  <a:pt x="305" y="257"/>
                  <a:pt x="305" y="257"/>
                </a:cubicBezTo>
                <a:cubicBezTo>
                  <a:pt x="321" y="257"/>
                  <a:pt x="321" y="257"/>
                  <a:pt x="321" y="257"/>
                </a:cubicBezTo>
                <a:lnTo>
                  <a:pt x="321" y="241"/>
                </a:lnTo>
                <a:close/>
                <a:moveTo>
                  <a:pt x="321" y="0"/>
                </a:moveTo>
                <a:cubicBezTo>
                  <a:pt x="32" y="0"/>
                  <a:pt x="32" y="0"/>
                  <a:pt x="32" y="0"/>
                </a:cubicBezTo>
                <a:cubicBezTo>
                  <a:pt x="15" y="0"/>
                  <a:pt x="0" y="14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5" y="353"/>
                  <a:pt x="32" y="353"/>
                </a:cubicBezTo>
                <a:cubicBezTo>
                  <a:pt x="321" y="353"/>
                  <a:pt x="321" y="353"/>
                  <a:pt x="321" y="353"/>
                </a:cubicBezTo>
                <a:cubicBezTo>
                  <a:pt x="339" y="353"/>
                  <a:pt x="353" y="339"/>
                  <a:pt x="353" y="321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14"/>
                  <a:pt x="339" y="0"/>
                  <a:pt x="321" y="0"/>
                </a:cubicBezTo>
                <a:moveTo>
                  <a:pt x="64" y="337"/>
                </a:moveTo>
                <a:cubicBezTo>
                  <a:pt x="32" y="337"/>
                  <a:pt x="32" y="337"/>
                  <a:pt x="32" y="337"/>
                </a:cubicBezTo>
                <a:cubicBezTo>
                  <a:pt x="23" y="337"/>
                  <a:pt x="16" y="330"/>
                  <a:pt x="16" y="321"/>
                </a:cubicBezTo>
                <a:cubicBezTo>
                  <a:pt x="16" y="185"/>
                  <a:pt x="16" y="185"/>
                  <a:pt x="16" y="185"/>
                </a:cubicBezTo>
                <a:cubicBezTo>
                  <a:pt x="64" y="185"/>
                  <a:pt x="64" y="185"/>
                  <a:pt x="64" y="185"/>
                </a:cubicBezTo>
                <a:lnTo>
                  <a:pt x="64" y="337"/>
                </a:lnTo>
                <a:close/>
                <a:moveTo>
                  <a:pt x="64" y="169"/>
                </a:moveTo>
                <a:cubicBezTo>
                  <a:pt x="16" y="169"/>
                  <a:pt x="16" y="169"/>
                  <a:pt x="16" y="169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3"/>
                  <a:pt x="23" y="16"/>
                  <a:pt x="32" y="16"/>
                </a:cubicBezTo>
                <a:cubicBezTo>
                  <a:pt x="64" y="16"/>
                  <a:pt x="64" y="16"/>
                  <a:pt x="64" y="16"/>
                </a:cubicBezTo>
                <a:lnTo>
                  <a:pt x="64" y="169"/>
                </a:lnTo>
                <a:close/>
                <a:moveTo>
                  <a:pt x="273" y="337"/>
                </a:moveTo>
                <a:cubicBezTo>
                  <a:pt x="80" y="337"/>
                  <a:pt x="80" y="337"/>
                  <a:pt x="80" y="337"/>
                </a:cubicBezTo>
                <a:cubicBezTo>
                  <a:pt x="80" y="185"/>
                  <a:pt x="80" y="185"/>
                  <a:pt x="80" y="185"/>
                </a:cubicBezTo>
                <a:cubicBezTo>
                  <a:pt x="273" y="185"/>
                  <a:pt x="273" y="185"/>
                  <a:pt x="273" y="185"/>
                </a:cubicBezTo>
                <a:lnTo>
                  <a:pt x="273" y="337"/>
                </a:lnTo>
                <a:close/>
                <a:moveTo>
                  <a:pt x="273" y="169"/>
                </a:moveTo>
                <a:cubicBezTo>
                  <a:pt x="80" y="169"/>
                  <a:pt x="80" y="169"/>
                  <a:pt x="80" y="169"/>
                </a:cubicBezTo>
                <a:cubicBezTo>
                  <a:pt x="80" y="16"/>
                  <a:pt x="80" y="16"/>
                  <a:pt x="80" y="16"/>
                </a:cubicBezTo>
                <a:cubicBezTo>
                  <a:pt x="273" y="16"/>
                  <a:pt x="273" y="16"/>
                  <a:pt x="273" y="16"/>
                </a:cubicBezTo>
                <a:lnTo>
                  <a:pt x="273" y="169"/>
                </a:lnTo>
                <a:close/>
                <a:moveTo>
                  <a:pt x="337" y="321"/>
                </a:moveTo>
                <a:cubicBezTo>
                  <a:pt x="337" y="330"/>
                  <a:pt x="330" y="337"/>
                  <a:pt x="321" y="337"/>
                </a:cubicBezTo>
                <a:cubicBezTo>
                  <a:pt x="289" y="337"/>
                  <a:pt x="289" y="337"/>
                  <a:pt x="289" y="337"/>
                </a:cubicBezTo>
                <a:cubicBezTo>
                  <a:pt x="289" y="185"/>
                  <a:pt x="289" y="185"/>
                  <a:pt x="289" y="185"/>
                </a:cubicBezTo>
                <a:cubicBezTo>
                  <a:pt x="337" y="185"/>
                  <a:pt x="337" y="185"/>
                  <a:pt x="337" y="185"/>
                </a:cubicBezTo>
                <a:lnTo>
                  <a:pt x="337" y="321"/>
                </a:lnTo>
                <a:close/>
                <a:moveTo>
                  <a:pt x="337" y="169"/>
                </a:moveTo>
                <a:cubicBezTo>
                  <a:pt x="289" y="169"/>
                  <a:pt x="289" y="169"/>
                  <a:pt x="289" y="169"/>
                </a:cubicBezTo>
                <a:cubicBezTo>
                  <a:pt x="289" y="16"/>
                  <a:pt x="289" y="16"/>
                  <a:pt x="289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3"/>
                  <a:pt x="337" y="32"/>
                </a:cubicBezTo>
                <a:lnTo>
                  <a:pt x="337" y="169"/>
                </a:lnTo>
                <a:close/>
                <a:moveTo>
                  <a:pt x="305" y="48"/>
                </a:moveTo>
                <a:cubicBezTo>
                  <a:pt x="321" y="48"/>
                  <a:pt x="321" y="48"/>
                  <a:pt x="321" y="48"/>
                </a:cubicBezTo>
                <a:cubicBezTo>
                  <a:pt x="321" y="32"/>
                  <a:pt x="321" y="32"/>
                  <a:pt x="321" y="32"/>
                </a:cubicBezTo>
                <a:cubicBezTo>
                  <a:pt x="305" y="32"/>
                  <a:pt x="305" y="32"/>
                  <a:pt x="305" y="32"/>
                </a:cubicBezTo>
                <a:lnTo>
                  <a:pt x="305" y="48"/>
                </a:lnTo>
                <a:close/>
                <a:moveTo>
                  <a:pt x="321" y="209"/>
                </a:moveTo>
                <a:cubicBezTo>
                  <a:pt x="305" y="209"/>
                  <a:pt x="305" y="209"/>
                  <a:pt x="305" y="209"/>
                </a:cubicBezTo>
                <a:cubicBezTo>
                  <a:pt x="305" y="225"/>
                  <a:pt x="305" y="225"/>
                  <a:pt x="305" y="225"/>
                </a:cubicBezTo>
                <a:cubicBezTo>
                  <a:pt x="321" y="225"/>
                  <a:pt x="321" y="225"/>
                  <a:pt x="321" y="225"/>
                </a:cubicBezTo>
                <a:lnTo>
                  <a:pt x="321" y="209"/>
                </a:lnTo>
                <a:close/>
                <a:moveTo>
                  <a:pt x="305" y="80"/>
                </a:moveTo>
                <a:cubicBezTo>
                  <a:pt x="321" y="80"/>
                  <a:pt x="321" y="80"/>
                  <a:pt x="321" y="80"/>
                </a:cubicBezTo>
                <a:cubicBezTo>
                  <a:pt x="321" y="64"/>
                  <a:pt x="321" y="64"/>
                  <a:pt x="321" y="64"/>
                </a:cubicBezTo>
                <a:cubicBezTo>
                  <a:pt x="305" y="64"/>
                  <a:pt x="305" y="64"/>
                  <a:pt x="305" y="64"/>
                </a:cubicBezTo>
                <a:lnTo>
                  <a:pt x="305" y="8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7" name="Freeform 76"/>
          <p:cNvSpPr>
            <a:spLocks noEditPoints="1"/>
          </p:cNvSpPr>
          <p:nvPr/>
        </p:nvSpPr>
        <p:spPr bwMode="auto">
          <a:xfrm>
            <a:off x="9673167" y="2036235"/>
            <a:ext cx="577851" cy="577851"/>
          </a:xfrm>
          <a:custGeom>
            <a:avLst/>
            <a:gdLst>
              <a:gd name="T0" fmla="*/ 32 w 353"/>
              <a:gd name="T1" fmla="*/ 305 h 353"/>
              <a:gd name="T2" fmla="*/ 48 w 353"/>
              <a:gd name="T3" fmla="*/ 321 h 353"/>
              <a:gd name="T4" fmla="*/ 48 w 353"/>
              <a:gd name="T5" fmla="*/ 241 h 353"/>
              <a:gd name="T6" fmla="*/ 32 w 353"/>
              <a:gd name="T7" fmla="*/ 257 h 353"/>
              <a:gd name="T8" fmla="*/ 48 w 353"/>
              <a:gd name="T9" fmla="*/ 241 h 353"/>
              <a:gd name="T10" fmla="*/ 48 w 353"/>
              <a:gd name="T11" fmla="*/ 112 h 353"/>
              <a:gd name="T12" fmla="*/ 32 w 353"/>
              <a:gd name="T13" fmla="*/ 96 h 353"/>
              <a:gd name="T14" fmla="*/ 48 w 353"/>
              <a:gd name="T15" fmla="*/ 273 h 353"/>
              <a:gd name="T16" fmla="*/ 32 w 353"/>
              <a:gd name="T17" fmla="*/ 289 h 353"/>
              <a:gd name="T18" fmla="*/ 48 w 353"/>
              <a:gd name="T19" fmla="*/ 273 h 353"/>
              <a:gd name="T20" fmla="*/ 48 w 353"/>
              <a:gd name="T21" fmla="*/ 177 h 353"/>
              <a:gd name="T22" fmla="*/ 32 w 353"/>
              <a:gd name="T23" fmla="*/ 161 h 353"/>
              <a:gd name="T24" fmla="*/ 32 w 353"/>
              <a:gd name="T25" fmla="*/ 145 h 353"/>
              <a:gd name="T26" fmla="*/ 48 w 353"/>
              <a:gd name="T27" fmla="*/ 129 h 353"/>
              <a:gd name="T28" fmla="*/ 32 w 353"/>
              <a:gd name="T29" fmla="*/ 145 h 353"/>
              <a:gd name="T30" fmla="*/ 32 w 353"/>
              <a:gd name="T31" fmla="*/ 64 h 353"/>
              <a:gd name="T32" fmla="*/ 0 w 353"/>
              <a:gd name="T33" fmla="*/ 321 h 353"/>
              <a:gd name="T34" fmla="*/ 256 w 353"/>
              <a:gd name="T35" fmla="*/ 353 h 353"/>
              <a:gd name="T36" fmla="*/ 289 w 353"/>
              <a:gd name="T37" fmla="*/ 96 h 353"/>
              <a:gd name="T38" fmla="*/ 64 w 353"/>
              <a:gd name="T39" fmla="*/ 337 h 353"/>
              <a:gd name="T40" fmla="*/ 16 w 353"/>
              <a:gd name="T41" fmla="*/ 321 h 353"/>
              <a:gd name="T42" fmla="*/ 64 w 353"/>
              <a:gd name="T43" fmla="*/ 217 h 353"/>
              <a:gd name="T44" fmla="*/ 64 w 353"/>
              <a:gd name="T45" fmla="*/ 201 h 353"/>
              <a:gd name="T46" fmla="*/ 16 w 353"/>
              <a:gd name="T47" fmla="*/ 96 h 353"/>
              <a:gd name="T48" fmla="*/ 64 w 353"/>
              <a:gd name="T49" fmla="*/ 80 h 353"/>
              <a:gd name="T50" fmla="*/ 208 w 353"/>
              <a:gd name="T51" fmla="*/ 337 h 353"/>
              <a:gd name="T52" fmla="*/ 80 w 353"/>
              <a:gd name="T53" fmla="*/ 217 h 353"/>
              <a:gd name="T54" fmla="*/ 208 w 353"/>
              <a:gd name="T55" fmla="*/ 337 h 353"/>
              <a:gd name="T56" fmla="*/ 80 w 353"/>
              <a:gd name="T57" fmla="*/ 201 h 353"/>
              <a:gd name="T58" fmla="*/ 208 w 353"/>
              <a:gd name="T59" fmla="*/ 80 h 353"/>
              <a:gd name="T60" fmla="*/ 272 w 353"/>
              <a:gd name="T61" fmla="*/ 321 h 353"/>
              <a:gd name="T62" fmla="*/ 224 w 353"/>
              <a:gd name="T63" fmla="*/ 337 h 353"/>
              <a:gd name="T64" fmla="*/ 272 w 353"/>
              <a:gd name="T65" fmla="*/ 217 h 353"/>
              <a:gd name="T66" fmla="*/ 272 w 353"/>
              <a:gd name="T67" fmla="*/ 201 h 353"/>
              <a:gd name="T68" fmla="*/ 224 w 353"/>
              <a:gd name="T69" fmla="*/ 80 h 353"/>
              <a:gd name="T70" fmla="*/ 272 w 353"/>
              <a:gd name="T71" fmla="*/ 96 h 353"/>
              <a:gd name="T72" fmla="*/ 240 w 353"/>
              <a:gd name="T73" fmla="*/ 112 h 353"/>
              <a:gd name="T74" fmla="*/ 256 w 353"/>
              <a:gd name="T75" fmla="*/ 96 h 353"/>
              <a:gd name="T76" fmla="*/ 240 w 353"/>
              <a:gd name="T77" fmla="*/ 112 h 353"/>
              <a:gd name="T78" fmla="*/ 96 w 353"/>
              <a:gd name="T79" fmla="*/ 0 h 353"/>
              <a:gd name="T80" fmla="*/ 64 w 353"/>
              <a:gd name="T81" fmla="*/ 40 h 353"/>
              <a:gd name="T82" fmla="*/ 80 w 353"/>
              <a:gd name="T83" fmla="*/ 40 h 353"/>
              <a:gd name="T84" fmla="*/ 96 w 353"/>
              <a:gd name="T85" fmla="*/ 16 h 353"/>
              <a:gd name="T86" fmla="*/ 337 w 353"/>
              <a:gd name="T87" fmla="*/ 32 h 353"/>
              <a:gd name="T88" fmla="*/ 321 w 353"/>
              <a:gd name="T89" fmla="*/ 273 h 353"/>
              <a:gd name="T90" fmla="*/ 305 w 353"/>
              <a:gd name="T91" fmla="*/ 281 h 353"/>
              <a:gd name="T92" fmla="*/ 321 w 353"/>
              <a:gd name="T93" fmla="*/ 289 h 353"/>
              <a:gd name="T94" fmla="*/ 353 w 353"/>
              <a:gd name="T95" fmla="*/ 32 h 353"/>
              <a:gd name="T96" fmla="*/ 240 w 353"/>
              <a:gd name="T97" fmla="*/ 145 h 353"/>
              <a:gd name="T98" fmla="*/ 256 w 353"/>
              <a:gd name="T99" fmla="*/ 129 h 353"/>
              <a:gd name="T100" fmla="*/ 240 w 353"/>
              <a:gd name="T101" fmla="*/ 145 h 353"/>
              <a:gd name="T102" fmla="*/ 240 w 353"/>
              <a:gd name="T103" fmla="*/ 273 h 353"/>
              <a:gd name="T104" fmla="*/ 256 w 353"/>
              <a:gd name="T105" fmla="*/ 289 h 353"/>
              <a:gd name="T106" fmla="*/ 240 w 353"/>
              <a:gd name="T107" fmla="*/ 177 h 353"/>
              <a:gd name="T108" fmla="*/ 256 w 353"/>
              <a:gd name="T109" fmla="*/ 161 h 353"/>
              <a:gd name="T110" fmla="*/ 240 w 353"/>
              <a:gd name="T111" fmla="*/ 177 h 353"/>
              <a:gd name="T112" fmla="*/ 240 w 353"/>
              <a:gd name="T113" fmla="*/ 241 h 353"/>
              <a:gd name="T114" fmla="*/ 256 w 353"/>
              <a:gd name="T115" fmla="*/ 257 h 353"/>
              <a:gd name="T116" fmla="*/ 256 w 353"/>
              <a:gd name="T117" fmla="*/ 305 h 353"/>
              <a:gd name="T118" fmla="*/ 240 w 353"/>
              <a:gd name="T119" fmla="*/ 321 h 353"/>
              <a:gd name="T120" fmla="*/ 256 w 353"/>
              <a:gd name="T121" fmla="*/ 305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353" h="353">
                <a:moveTo>
                  <a:pt x="48" y="305"/>
                </a:moveTo>
                <a:cubicBezTo>
                  <a:pt x="32" y="305"/>
                  <a:pt x="32" y="305"/>
                  <a:pt x="32" y="305"/>
                </a:cubicBezTo>
                <a:cubicBezTo>
                  <a:pt x="32" y="321"/>
                  <a:pt x="32" y="321"/>
                  <a:pt x="32" y="321"/>
                </a:cubicBezTo>
                <a:cubicBezTo>
                  <a:pt x="48" y="321"/>
                  <a:pt x="48" y="321"/>
                  <a:pt x="48" y="321"/>
                </a:cubicBezTo>
                <a:lnTo>
                  <a:pt x="48" y="305"/>
                </a:lnTo>
                <a:close/>
                <a:moveTo>
                  <a:pt x="48" y="241"/>
                </a:moveTo>
                <a:cubicBezTo>
                  <a:pt x="32" y="241"/>
                  <a:pt x="32" y="241"/>
                  <a:pt x="32" y="241"/>
                </a:cubicBezTo>
                <a:cubicBezTo>
                  <a:pt x="32" y="257"/>
                  <a:pt x="32" y="257"/>
                  <a:pt x="32" y="257"/>
                </a:cubicBezTo>
                <a:cubicBezTo>
                  <a:pt x="48" y="257"/>
                  <a:pt x="48" y="257"/>
                  <a:pt x="48" y="257"/>
                </a:cubicBezTo>
                <a:lnTo>
                  <a:pt x="48" y="241"/>
                </a:lnTo>
                <a:close/>
                <a:moveTo>
                  <a:pt x="32" y="112"/>
                </a:moveTo>
                <a:cubicBezTo>
                  <a:pt x="48" y="112"/>
                  <a:pt x="48" y="112"/>
                  <a:pt x="48" y="112"/>
                </a:cubicBezTo>
                <a:cubicBezTo>
                  <a:pt x="48" y="96"/>
                  <a:pt x="48" y="96"/>
                  <a:pt x="48" y="96"/>
                </a:cubicBezTo>
                <a:cubicBezTo>
                  <a:pt x="32" y="96"/>
                  <a:pt x="32" y="96"/>
                  <a:pt x="32" y="96"/>
                </a:cubicBezTo>
                <a:lnTo>
                  <a:pt x="32" y="112"/>
                </a:lnTo>
                <a:close/>
                <a:moveTo>
                  <a:pt x="48" y="273"/>
                </a:moveTo>
                <a:cubicBezTo>
                  <a:pt x="32" y="273"/>
                  <a:pt x="32" y="273"/>
                  <a:pt x="32" y="273"/>
                </a:cubicBezTo>
                <a:cubicBezTo>
                  <a:pt x="32" y="289"/>
                  <a:pt x="32" y="289"/>
                  <a:pt x="32" y="289"/>
                </a:cubicBezTo>
                <a:cubicBezTo>
                  <a:pt x="48" y="289"/>
                  <a:pt x="48" y="289"/>
                  <a:pt x="48" y="289"/>
                </a:cubicBezTo>
                <a:lnTo>
                  <a:pt x="48" y="273"/>
                </a:lnTo>
                <a:close/>
                <a:moveTo>
                  <a:pt x="32" y="177"/>
                </a:moveTo>
                <a:cubicBezTo>
                  <a:pt x="48" y="177"/>
                  <a:pt x="48" y="177"/>
                  <a:pt x="48" y="177"/>
                </a:cubicBezTo>
                <a:cubicBezTo>
                  <a:pt x="48" y="161"/>
                  <a:pt x="48" y="161"/>
                  <a:pt x="48" y="161"/>
                </a:cubicBezTo>
                <a:cubicBezTo>
                  <a:pt x="32" y="161"/>
                  <a:pt x="32" y="161"/>
                  <a:pt x="32" y="161"/>
                </a:cubicBezTo>
                <a:lnTo>
                  <a:pt x="32" y="177"/>
                </a:lnTo>
                <a:close/>
                <a:moveTo>
                  <a:pt x="32" y="145"/>
                </a:moveTo>
                <a:cubicBezTo>
                  <a:pt x="48" y="145"/>
                  <a:pt x="48" y="145"/>
                  <a:pt x="48" y="145"/>
                </a:cubicBezTo>
                <a:cubicBezTo>
                  <a:pt x="48" y="129"/>
                  <a:pt x="48" y="129"/>
                  <a:pt x="48" y="129"/>
                </a:cubicBezTo>
                <a:cubicBezTo>
                  <a:pt x="32" y="129"/>
                  <a:pt x="32" y="129"/>
                  <a:pt x="32" y="129"/>
                </a:cubicBezTo>
                <a:lnTo>
                  <a:pt x="32" y="145"/>
                </a:lnTo>
                <a:close/>
                <a:moveTo>
                  <a:pt x="256" y="64"/>
                </a:moveTo>
                <a:cubicBezTo>
                  <a:pt x="32" y="64"/>
                  <a:pt x="32" y="64"/>
                  <a:pt x="32" y="64"/>
                </a:cubicBezTo>
                <a:cubicBezTo>
                  <a:pt x="14" y="64"/>
                  <a:pt x="0" y="79"/>
                  <a:pt x="0" y="96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4" y="353"/>
                  <a:pt x="32" y="353"/>
                </a:cubicBezTo>
                <a:cubicBezTo>
                  <a:pt x="256" y="353"/>
                  <a:pt x="256" y="353"/>
                  <a:pt x="256" y="353"/>
                </a:cubicBezTo>
                <a:cubicBezTo>
                  <a:pt x="274" y="353"/>
                  <a:pt x="289" y="339"/>
                  <a:pt x="289" y="321"/>
                </a:cubicBezTo>
                <a:cubicBezTo>
                  <a:pt x="289" y="96"/>
                  <a:pt x="289" y="96"/>
                  <a:pt x="289" y="96"/>
                </a:cubicBezTo>
                <a:cubicBezTo>
                  <a:pt x="289" y="79"/>
                  <a:pt x="274" y="64"/>
                  <a:pt x="256" y="64"/>
                </a:cubicBezTo>
                <a:moveTo>
                  <a:pt x="64" y="337"/>
                </a:moveTo>
                <a:cubicBezTo>
                  <a:pt x="32" y="337"/>
                  <a:pt x="32" y="337"/>
                  <a:pt x="32" y="337"/>
                </a:cubicBezTo>
                <a:cubicBezTo>
                  <a:pt x="23" y="337"/>
                  <a:pt x="16" y="330"/>
                  <a:pt x="16" y="321"/>
                </a:cubicBezTo>
                <a:cubicBezTo>
                  <a:pt x="16" y="217"/>
                  <a:pt x="16" y="217"/>
                  <a:pt x="16" y="217"/>
                </a:cubicBezTo>
                <a:cubicBezTo>
                  <a:pt x="64" y="217"/>
                  <a:pt x="64" y="217"/>
                  <a:pt x="64" y="217"/>
                </a:cubicBezTo>
                <a:lnTo>
                  <a:pt x="64" y="337"/>
                </a:lnTo>
                <a:close/>
                <a:moveTo>
                  <a:pt x="64" y="201"/>
                </a:moveTo>
                <a:cubicBezTo>
                  <a:pt x="16" y="201"/>
                  <a:pt x="16" y="201"/>
                  <a:pt x="16" y="201"/>
                </a:cubicBezTo>
                <a:cubicBezTo>
                  <a:pt x="16" y="96"/>
                  <a:pt x="16" y="96"/>
                  <a:pt x="16" y="96"/>
                </a:cubicBezTo>
                <a:cubicBezTo>
                  <a:pt x="16" y="88"/>
                  <a:pt x="23" y="80"/>
                  <a:pt x="32" y="80"/>
                </a:cubicBezTo>
                <a:cubicBezTo>
                  <a:pt x="64" y="80"/>
                  <a:pt x="64" y="80"/>
                  <a:pt x="64" y="80"/>
                </a:cubicBezTo>
                <a:lnTo>
                  <a:pt x="64" y="201"/>
                </a:lnTo>
                <a:close/>
                <a:moveTo>
                  <a:pt x="208" y="337"/>
                </a:moveTo>
                <a:cubicBezTo>
                  <a:pt x="80" y="337"/>
                  <a:pt x="80" y="337"/>
                  <a:pt x="80" y="337"/>
                </a:cubicBezTo>
                <a:cubicBezTo>
                  <a:pt x="80" y="217"/>
                  <a:pt x="80" y="217"/>
                  <a:pt x="80" y="217"/>
                </a:cubicBezTo>
                <a:cubicBezTo>
                  <a:pt x="208" y="217"/>
                  <a:pt x="208" y="217"/>
                  <a:pt x="208" y="217"/>
                </a:cubicBezTo>
                <a:lnTo>
                  <a:pt x="208" y="337"/>
                </a:lnTo>
                <a:close/>
                <a:moveTo>
                  <a:pt x="208" y="201"/>
                </a:moveTo>
                <a:cubicBezTo>
                  <a:pt x="80" y="201"/>
                  <a:pt x="80" y="201"/>
                  <a:pt x="80" y="201"/>
                </a:cubicBezTo>
                <a:cubicBezTo>
                  <a:pt x="80" y="80"/>
                  <a:pt x="80" y="80"/>
                  <a:pt x="80" y="80"/>
                </a:cubicBezTo>
                <a:cubicBezTo>
                  <a:pt x="208" y="80"/>
                  <a:pt x="208" y="80"/>
                  <a:pt x="208" y="80"/>
                </a:cubicBezTo>
                <a:lnTo>
                  <a:pt x="208" y="201"/>
                </a:lnTo>
                <a:close/>
                <a:moveTo>
                  <a:pt x="272" y="321"/>
                </a:moveTo>
                <a:cubicBezTo>
                  <a:pt x="272" y="330"/>
                  <a:pt x="265" y="337"/>
                  <a:pt x="256" y="337"/>
                </a:cubicBezTo>
                <a:cubicBezTo>
                  <a:pt x="224" y="337"/>
                  <a:pt x="224" y="337"/>
                  <a:pt x="224" y="337"/>
                </a:cubicBezTo>
                <a:cubicBezTo>
                  <a:pt x="224" y="217"/>
                  <a:pt x="224" y="217"/>
                  <a:pt x="224" y="217"/>
                </a:cubicBezTo>
                <a:cubicBezTo>
                  <a:pt x="272" y="217"/>
                  <a:pt x="272" y="217"/>
                  <a:pt x="272" y="217"/>
                </a:cubicBezTo>
                <a:lnTo>
                  <a:pt x="272" y="321"/>
                </a:lnTo>
                <a:close/>
                <a:moveTo>
                  <a:pt x="272" y="201"/>
                </a:moveTo>
                <a:cubicBezTo>
                  <a:pt x="224" y="201"/>
                  <a:pt x="224" y="201"/>
                  <a:pt x="224" y="201"/>
                </a:cubicBezTo>
                <a:cubicBezTo>
                  <a:pt x="224" y="80"/>
                  <a:pt x="224" y="80"/>
                  <a:pt x="224" y="80"/>
                </a:cubicBezTo>
                <a:cubicBezTo>
                  <a:pt x="256" y="80"/>
                  <a:pt x="256" y="80"/>
                  <a:pt x="256" y="80"/>
                </a:cubicBezTo>
                <a:cubicBezTo>
                  <a:pt x="265" y="80"/>
                  <a:pt x="272" y="88"/>
                  <a:pt x="272" y="96"/>
                </a:cubicBezTo>
                <a:lnTo>
                  <a:pt x="272" y="201"/>
                </a:lnTo>
                <a:close/>
                <a:moveTo>
                  <a:pt x="240" y="112"/>
                </a:moveTo>
                <a:cubicBezTo>
                  <a:pt x="256" y="112"/>
                  <a:pt x="256" y="112"/>
                  <a:pt x="256" y="112"/>
                </a:cubicBezTo>
                <a:cubicBezTo>
                  <a:pt x="256" y="96"/>
                  <a:pt x="256" y="96"/>
                  <a:pt x="256" y="96"/>
                </a:cubicBezTo>
                <a:cubicBezTo>
                  <a:pt x="240" y="96"/>
                  <a:pt x="240" y="96"/>
                  <a:pt x="240" y="96"/>
                </a:cubicBezTo>
                <a:lnTo>
                  <a:pt x="240" y="112"/>
                </a:lnTo>
                <a:close/>
                <a:moveTo>
                  <a:pt x="321" y="0"/>
                </a:moveTo>
                <a:cubicBezTo>
                  <a:pt x="96" y="0"/>
                  <a:pt x="96" y="0"/>
                  <a:pt x="96" y="0"/>
                </a:cubicBezTo>
                <a:cubicBezTo>
                  <a:pt x="78" y="0"/>
                  <a:pt x="64" y="14"/>
                  <a:pt x="64" y="32"/>
                </a:cubicBezTo>
                <a:cubicBezTo>
                  <a:pt x="64" y="40"/>
                  <a:pt x="64" y="40"/>
                  <a:pt x="64" y="40"/>
                </a:cubicBezTo>
                <a:cubicBezTo>
                  <a:pt x="64" y="45"/>
                  <a:pt x="67" y="48"/>
                  <a:pt x="72" y="48"/>
                </a:cubicBezTo>
                <a:cubicBezTo>
                  <a:pt x="76" y="48"/>
                  <a:pt x="80" y="45"/>
                  <a:pt x="80" y="40"/>
                </a:cubicBezTo>
                <a:cubicBezTo>
                  <a:pt x="80" y="32"/>
                  <a:pt x="80" y="32"/>
                  <a:pt x="80" y="32"/>
                </a:cubicBezTo>
                <a:cubicBezTo>
                  <a:pt x="80" y="23"/>
                  <a:pt x="87" y="16"/>
                  <a:pt x="96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3"/>
                  <a:pt x="337" y="32"/>
                </a:cubicBezTo>
                <a:cubicBezTo>
                  <a:pt x="337" y="257"/>
                  <a:pt x="337" y="257"/>
                  <a:pt x="337" y="257"/>
                </a:cubicBezTo>
                <a:cubicBezTo>
                  <a:pt x="337" y="266"/>
                  <a:pt x="330" y="273"/>
                  <a:pt x="321" y="273"/>
                </a:cubicBezTo>
                <a:cubicBezTo>
                  <a:pt x="313" y="273"/>
                  <a:pt x="313" y="273"/>
                  <a:pt x="313" y="273"/>
                </a:cubicBezTo>
                <a:cubicBezTo>
                  <a:pt x="308" y="273"/>
                  <a:pt x="305" y="277"/>
                  <a:pt x="305" y="281"/>
                </a:cubicBezTo>
                <a:cubicBezTo>
                  <a:pt x="305" y="286"/>
                  <a:pt x="308" y="289"/>
                  <a:pt x="313" y="289"/>
                </a:cubicBezTo>
                <a:cubicBezTo>
                  <a:pt x="321" y="289"/>
                  <a:pt x="321" y="289"/>
                  <a:pt x="321" y="289"/>
                </a:cubicBezTo>
                <a:cubicBezTo>
                  <a:pt x="338" y="289"/>
                  <a:pt x="353" y="275"/>
                  <a:pt x="353" y="257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14"/>
                  <a:pt x="338" y="0"/>
                  <a:pt x="321" y="0"/>
                </a:cubicBezTo>
                <a:moveTo>
                  <a:pt x="240" y="145"/>
                </a:moveTo>
                <a:cubicBezTo>
                  <a:pt x="256" y="145"/>
                  <a:pt x="256" y="145"/>
                  <a:pt x="256" y="145"/>
                </a:cubicBezTo>
                <a:cubicBezTo>
                  <a:pt x="256" y="129"/>
                  <a:pt x="256" y="129"/>
                  <a:pt x="256" y="129"/>
                </a:cubicBezTo>
                <a:cubicBezTo>
                  <a:pt x="240" y="129"/>
                  <a:pt x="240" y="129"/>
                  <a:pt x="240" y="129"/>
                </a:cubicBezTo>
                <a:lnTo>
                  <a:pt x="240" y="145"/>
                </a:lnTo>
                <a:close/>
                <a:moveTo>
                  <a:pt x="256" y="273"/>
                </a:moveTo>
                <a:cubicBezTo>
                  <a:pt x="240" y="273"/>
                  <a:pt x="240" y="273"/>
                  <a:pt x="240" y="273"/>
                </a:cubicBezTo>
                <a:cubicBezTo>
                  <a:pt x="240" y="289"/>
                  <a:pt x="240" y="289"/>
                  <a:pt x="240" y="289"/>
                </a:cubicBezTo>
                <a:cubicBezTo>
                  <a:pt x="256" y="289"/>
                  <a:pt x="256" y="289"/>
                  <a:pt x="256" y="289"/>
                </a:cubicBezTo>
                <a:lnTo>
                  <a:pt x="256" y="273"/>
                </a:lnTo>
                <a:close/>
                <a:moveTo>
                  <a:pt x="240" y="177"/>
                </a:moveTo>
                <a:cubicBezTo>
                  <a:pt x="256" y="177"/>
                  <a:pt x="256" y="177"/>
                  <a:pt x="256" y="177"/>
                </a:cubicBezTo>
                <a:cubicBezTo>
                  <a:pt x="256" y="161"/>
                  <a:pt x="256" y="161"/>
                  <a:pt x="256" y="161"/>
                </a:cubicBezTo>
                <a:cubicBezTo>
                  <a:pt x="240" y="161"/>
                  <a:pt x="240" y="161"/>
                  <a:pt x="240" y="161"/>
                </a:cubicBezTo>
                <a:lnTo>
                  <a:pt x="240" y="177"/>
                </a:lnTo>
                <a:close/>
                <a:moveTo>
                  <a:pt x="256" y="241"/>
                </a:moveTo>
                <a:cubicBezTo>
                  <a:pt x="240" y="241"/>
                  <a:pt x="240" y="241"/>
                  <a:pt x="240" y="241"/>
                </a:cubicBezTo>
                <a:cubicBezTo>
                  <a:pt x="240" y="257"/>
                  <a:pt x="240" y="257"/>
                  <a:pt x="240" y="257"/>
                </a:cubicBezTo>
                <a:cubicBezTo>
                  <a:pt x="256" y="257"/>
                  <a:pt x="256" y="257"/>
                  <a:pt x="256" y="257"/>
                </a:cubicBezTo>
                <a:lnTo>
                  <a:pt x="256" y="241"/>
                </a:lnTo>
                <a:close/>
                <a:moveTo>
                  <a:pt x="256" y="305"/>
                </a:moveTo>
                <a:cubicBezTo>
                  <a:pt x="240" y="305"/>
                  <a:pt x="240" y="305"/>
                  <a:pt x="240" y="305"/>
                </a:cubicBezTo>
                <a:cubicBezTo>
                  <a:pt x="240" y="321"/>
                  <a:pt x="240" y="321"/>
                  <a:pt x="240" y="321"/>
                </a:cubicBezTo>
                <a:cubicBezTo>
                  <a:pt x="256" y="321"/>
                  <a:pt x="256" y="321"/>
                  <a:pt x="256" y="321"/>
                </a:cubicBezTo>
                <a:lnTo>
                  <a:pt x="256" y="30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8" name="Freeform 77"/>
          <p:cNvSpPr>
            <a:spLocks noEditPoints="1"/>
          </p:cNvSpPr>
          <p:nvPr/>
        </p:nvSpPr>
        <p:spPr bwMode="auto">
          <a:xfrm>
            <a:off x="10775951" y="2036235"/>
            <a:ext cx="577851" cy="577851"/>
          </a:xfrm>
          <a:custGeom>
            <a:avLst/>
            <a:gdLst>
              <a:gd name="T0" fmla="*/ 48 w 353"/>
              <a:gd name="T1" fmla="*/ 64 h 353"/>
              <a:gd name="T2" fmla="*/ 32 w 353"/>
              <a:gd name="T3" fmla="*/ 112 h 353"/>
              <a:gd name="T4" fmla="*/ 32 w 353"/>
              <a:gd name="T5" fmla="*/ 96 h 353"/>
              <a:gd name="T6" fmla="*/ 32 w 353"/>
              <a:gd name="T7" fmla="*/ 305 h 353"/>
              <a:gd name="T8" fmla="*/ 48 w 353"/>
              <a:gd name="T9" fmla="*/ 305 h 353"/>
              <a:gd name="T10" fmla="*/ 32 w 353"/>
              <a:gd name="T11" fmla="*/ 257 h 353"/>
              <a:gd name="T12" fmla="*/ 48 w 353"/>
              <a:gd name="T13" fmla="*/ 209 h 353"/>
              <a:gd name="T14" fmla="*/ 48 w 353"/>
              <a:gd name="T15" fmla="*/ 225 h 353"/>
              <a:gd name="T16" fmla="*/ 32 w 353"/>
              <a:gd name="T17" fmla="*/ 273 h 353"/>
              <a:gd name="T18" fmla="*/ 48 w 353"/>
              <a:gd name="T19" fmla="*/ 273 h 353"/>
              <a:gd name="T20" fmla="*/ 48 w 353"/>
              <a:gd name="T21" fmla="*/ 129 h 353"/>
              <a:gd name="T22" fmla="*/ 32 w 353"/>
              <a:gd name="T23" fmla="*/ 48 h 353"/>
              <a:gd name="T24" fmla="*/ 32 w 353"/>
              <a:gd name="T25" fmla="*/ 32 h 353"/>
              <a:gd name="T26" fmla="*/ 321 w 353"/>
              <a:gd name="T27" fmla="*/ 80 h 353"/>
              <a:gd name="T28" fmla="*/ 305 w 353"/>
              <a:gd name="T29" fmla="*/ 80 h 353"/>
              <a:gd name="T30" fmla="*/ 321 w 353"/>
              <a:gd name="T31" fmla="*/ 96 h 353"/>
              <a:gd name="T32" fmla="*/ 305 w 353"/>
              <a:gd name="T33" fmla="*/ 145 h 353"/>
              <a:gd name="T34" fmla="*/ 305 w 353"/>
              <a:gd name="T35" fmla="*/ 129 h 353"/>
              <a:gd name="T36" fmla="*/ 32 w 353"/>
              <a:gd name="T37" fmla="*/ 0 h 353"/>
              <a:gd name="T38" fmla="*/ 32 w 353"/>
              <a:gd name="T39" fmla="*/ 353 h 353"/>
              <a:gd name="T40" fmla="*/ 353 w 353"/>
              <a:gd name="T41" fmla="*/ 32 h 353"/>
              <a:gd name="T42" fmla="*/ 32 w 353"/>
              <a:gd name="T43" fmla="*/ 337 h 353"/>
              <a:gd name="T44" fmla="*/ 64 w 353"/>
              <a:gd name="T45" fmla="*/ 185 h 353"/>
              <a:gd name="T46" fmla="*/ 16 w 353"/>
              <a:gd name="T47" fmla="*/ 169 h 353"/>
              <a:gd name="T48" fmla="*/ 64 w 353"/>
              <a:gd name="T49" fmla="*/ 16 h 353"/>
              <a:gd name="T50" fmla="*/ 80 w 353"/>
              <a:gd name="T51" fmla="*/ 337 h 353"/>
              <a:gd name="T52" fmla="*/ 273 w 353"/>
              <a:gd name="T53" fmla="*/ 337 h 353"/>
              <a:gd name="T54" fmla="*/ 289 w 353"/>
              <a:gd name="T55" fmla="*/ 337 h 353"/>
              <a:gd name="T56" fmla="*/ 337 w 353"/>
              <a:gd name="T57" fmla="*/ 321 h 353"/>
              <a:gd name="T58" fmla="*/ 289 w 353"/>
              <a:gd name="T59" fmla="*/ 16 h 353"/>
              <a:gd name="T60" fmla="*/ 337 w 353"/>
              <a:gd name="T61" fmla="*/ 169 h 353"/>
              <a:gd name="T62" fmla="*/ 321 w 353"/>
              <a:gd name="T63" fmla="*/ 32 h 353"/>
              <a:gd name="T64" fmla="*/ 321 w 353"/>
              <a:gd name="T65" fmla="*/ 273 h 353"/>
              <a:gd name="T66" fmla="*/ 321 w 353"/>
              <a:gd name="T67" fmla="*/ 289 h 353"/>
              <a:gd name="T68" fmla="*/ 305 w 353"/>
              <a:gd name="T69" fmla="*/ 209 h 353"/>
              <a:gd name="T70" fmla="*/ 321 w 353"/>
              <a:gd name="T71" fmla="*/ 209 h 353"/>
              <a:gd name="T72" fmla="*/ 305 w 353"/>
              <a:gd name="T73" fmla="*/ 257 h 353"/>
              <a:gd name="T74" fmla="*/ 321 w 353"/>
              <a:gd name="T75" fmla="*/ 305 h 353"/>
              <a:gd name="T76" fmla="*/ 321 w 353"/>
              <a:gd name="T77" fmla="*/ 321 h 353"/>
              <a:gd name="T78" fmla="*/ 141 w 353"/>
              <a:gd name="T79" fmla="*/ 239 h 353"/>
              <a:gd name="T80" fmla="*/ 230 w 353"/>
              <a:gd name="T81" fmla="*/ 183 h 353"/>
              <a:gd name="T82" fmla="*/ 230 w 353"/>
              <a:gd name="T83" fmla="*/ 170 h 353"/>
              <a:gd name="T84" fmla="*/ 136 w 353"/>
              <a:gd name="T85" fmla="*/ 112 h 353"/>
              <a:gd name="T86" fmla="*/ 136 w 353"/>
              <a:gd name="T87" fmla="*/ 241 h 353"/>
              <a:gd name="T88" fmla="*/ 144 w 353"/>
              <a:gd name="T89" fmla="*/ 218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353" h="353">
                <a:moveTo>
                  <a:pt x="32" y="80"/>
                </a:moveTo>
                <a:cubicBezTo>
                  <a:pt x="48" y="80"/>
                  <a:pt x="48" y="80"/>
                  <a:pt x="48" y="80"/>
                </a:cubicBezTo>
                <a:cubicBezTo>
                  <a:pt x="48" y="64"/>
                  <a:pt x="48" y="64"/>
                  <a:pt x="48" y="64"/>
                </a:cubicBezTo>
                <a:cubicBezTo>
                  <a:pt x="32" y="64"/>
                  <a:pt x="32" y="64"/>
                  <a:pt x="32" y="64"/>
                </a:cubicBezTo>
                <a:lnTo>
                  <a:pt x="32" y="80"/>
                </a:lnTo>
                <a:close/>
                <a:moveTo>
                  <a:pt x="32" y="112"/>
                </a:moveTo>
                <a:cubicBezTo>
                  <a:pt x="48" y="112"/>
                  <a:pt x="48" y="112"/>
                  <a:pt x="48" y="112"/>
                </a:cubicBezTo>
                <a:cubicBezTo>
                  <a:pt x="48" y="96"/>
                  <a:pt x="48" y="96"/>
                  <a:pt x="48" y="96"/>
                </a:cubicBezTo>
                <a:cubicBezTo>
                  <a:pt x="32" y="96"/>
                  <a:pt x="32" y="96"/>
                  <a:pt x="32" y="96"/>
                </a:cubicBezTo>
                <a:lnTo>
                  <a:pt x="32" y="112"/>
                </a:lnTo>
                <a:close/>
                <a:moveTo>
                  <a:pt x="48" y="305"/>
                </a:moveTo>
                <a:cubicBezTo>
                  <a:pt x="32" y="305"/>
                  <a:pt x="32" y="305"/>
                  <a:pt x="32" y="305"/>
                </a:cubicBezTo>
                <a:cubicBezTo>
                  <a:pt x="32" y="321"/>
                  <a:pt x="32" y="321"/>
                  <a:pt x="32" y="321"/>
                </a:cubicBezTo>
                <a:cubicBezTo>
                  <a:pt x="48" y="321"/>
                  <a:pt x="48" y="321"/>
                  <a:pt x="48" y="321"/>
                </a:cubicBezTo>
                <a:lnTo>
                  <a:pt x="48" y="305"/>
                </a:lnTo>
                <a:close/>
                <a:moveTo>
                  <a:pt x="48" y="241"/>
                </a:moveTo>
                <a:cubicBezTo>
                  <a:pt x="32" y="241"/>
                  <a:pt x="32" y="241"/>
                  <a:pt x="32" y="241"/>
                </a:cubicBezTo>
                <a:cubicBezTo>
                  <a:pt x="32" y="257"/>
                  <a:pt x="32" y="257"/>
                  <a:pt x="32" y="257"/>
                </a:cubicBezTo>
                <a:cubicBezTo>
                  <a:pt x="48" y="257"/>
                  <a:pt x="48" y="257"/>
                  <a:pt x="48" y="257"/>
                </a:cubicBezTo>
                <a:lnTo>
                  <a:pt x="48" y="241"/>
                </a:lnTo>
                <a:close/>
                <a:moveTo>
                  <a:pt x="48" y="209"/>
                </a:moveTo>
                <a:cubicBezTo>
                  <a:pt x="32" y="209"/>
                  <a:pt x="32" y="209"/>
                  <a:pt x="32" y="209"/>
                </a:cubicBezTo>
                <a:cubicBezTo>
                  <a:pt x="32" y="225"/>
                  <a:pt x="32" y="225"/>
                  <a:pt x="32" y="225"/>
                </a:cubicBezTo>
                <a:cubicBezTo>
                  <a:pt x="48" y="225"/>
                  <a:pt x="48" y="225"/>
                  <a:pt x="48" y="225"/>
                </a:cubicBezTo>
                <a:lnTo>
                  <a:pt x="48" y="209"/>
                </a:lnTo>
                <a:close/>
                <a:moveTo>
                  <a:pt x="48" y="273"/>
                </a:moveTo>
                <a:cubicBezTo>
                  <a:pt x="32" y="273"/>
                  <a:pt x="32" y="273"/>
                  <a:pt x="32" y="273"/>
                </a:cubicBezTo>
                <a:cubicBezTo>
                  <a:pt x="32" y="289"/>
                  <a:pt x="32" y="289"/>
                  <a:pt x="32" y="289"/>
                </a:cubicBezTo>
                <a:cubicBezTo>
                  <a:pt x="48" y="289"/>
                  <a:pt x="48" y="289"/>
                  <a:pt x="48" y="289"/>
                </a:cubicBezTo>
                <a:lnTo>
                  <a:pt x="48" y="273"/>
                </a:lnTo>
                <a:close/>
                <a:moveTo>
                  <a:pt x="32" y="145"/>
                </a:moveTo>
                <a:cubicBezTo>
                  <a:pt x="48" y="145"/>
                  <a:pt x="48" y="145"/>
                  <a:pt x="48" y="145"/>
                </a:cubicBezTo>
                <a:cubicBezTo>
                  <a:pt x="48" y="129"/>
                  <a:pt x="48" y="129"/>
                  <a:pt x="48" y="129"/>
                </a:cubicBezTo>
                <a:cubicBezTo>
                  <a:pt x="32" y="129"/>
                  <a:pt x="32" y="129"/>
                  <a:pt x="32" y="129"/>
                </a:cubicBezTo>
                <a:lnTo>
                  <a:pt x="32" y="145"/>
                </a:lnTo>
                <a:close/>
                <a:moveTo>
                  <a:pt x="32" y="48"/>
                </a:moveTo>
                <a:cubicBezTo>
                  <a:pt x="48" y="48"/>
                  <a:pt x="48" y="48"/>
                  <a:pt x="48" y="48"/>
                </a:cubicBezTo>
                <a:cubicBezTo>
                  <a:pt x="48" y="32"/>
                  <a:pt x="48" y="32"/>
                  <a:pt x="48" y="32"/>
                </a:cubicBezTo>
                <a:cubicBezTo>
                  <a:pt x="32" y="32"/>
                  <a:pt x="32" y="32"/>
                  <a:pt x="32" y="32"/>
                </a:cubicBezTo>
                <a:lnTo>
                  <a:pt x="32" y="48"/>
                </a:lnTo>
                <a:close/>
                <a:moveTo>
                  <a:pt x="305" y="80"/>
                </a:moveTo>
                <a:cubicBezTo>
                  <a:pt x="321" y="80"/>
                  <a:pt x="321" y="80"/>
                  <a:pt x="321" y="80"/>
                </a:cubicBezTo>
                <a:cubicBezTo>
                  <a:pt x="321" y="64"/>
                  <a:pt x="321" y="64"/>
                  <a:pt x="321" y="64"/>
                </a:cubicBezTo>
                <a:cubicBezTo>
                  <a:pt x="305" y="64"/>
                  <a:pt x="305" y="64"/>
                  <a:pt x="305" y="64"/>
                </a:cubicBezTo>
                <a:lnTo>
                  <a:pt x="305" y="80"/>
                </a:lnTo>
                <a:close/>
                <a:moveTo>
                  <a:pt x="305" y="112"/>
                </a:moveTo>
                <a:cubicBezTo>
                  <a:pt x="321" y="112"/>
                  <a:pt x="321" y="112"/>
                  <a:pt x="321" y="112"/>
                </a:cubicBezTo>
                <a:cubicBezTo>
                  <a:pt x="321" y="96"/>
                  <a:pt x="321" y="96"/>
                  <a:pt x="321" y="96"/>
                </a:cubicBezTo>
                <a:cubicBezTo>
                  <a:pt x="305" y="96"/>
                  <a:pt x="305" y="96"/>
                  <a:pt x="305" y="96"/>
                </a:cubicBezTo>
                <a:lnTo>
                  <a:pt x="305" y="112"/>
                </a:lnTo>
                <a:close/>
                <a:moveTo>
                  <a:pt x="305" y="145"/>
                </a:moveTo>
                <a:cubicBezTo>
                  <a:pt x="321" y="145"/>
                  <a:pt x="321" y="145"/>
                  <a:pt x="321" y="145"/>
                </a:cubicBezTo>
                <a:cubicBezTo>
                  <a:pt x="321" y="129"/>
                  <a:pt x="321" y="129"/>
                  <a:pt x="321" y="129"/>
                </a:cubicBezTo>
                <a:cubicBezTo>
                  <a:pt x="305" y="129"/>
                  <a:pt x="305" y="129"/>
                  <a:pt x="305" y="129"/>
                </a:cubicBezTo>
                <a:lnTo>
                  <a:pt x="305" y="145"/>
                </a:lnTo>
                <a:close/>
                <a:moveTo>
                  <a:pt x="321" y="0"/>
                </a:move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4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4" y="353"/>
                  <a:pt x="32" y="353"/>
                </a:cubicBezTo>
                <a:cubicBezTo>
                  <a:pt x="321" y="353"/>
                  <a:pt x="321" y="353"/>
                  <a:pt x="321" y="353"/>
                </a:cubicBezTo>
                <a:cubicBezTo>
                  <a:pt x="339" y="353"/>
                  <a:pt x="353" y="339"/>
                  <a:pt x="353" y="321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14"/>
                  <a:pt x="339" y="0"/>
                  <a:pt x="321" y="0"/>
                </a:cubicBezTo>
                <a:moveTo>
                  <a:pt x="64" y="337"/>
                </a:moveTo>
                <a:cubicBezTo>
                  <a:pt x="32" y="337"/>
                  <a:pt x="32" y="337"/>
                  <a:pt x="32" y="337"/>
                </a:cubicBezTo>
                <a:cubicBezTo>
                  <a:pt x="23" y="337"/>
                  <a:pt x="16" y="330"/>
                  <a:pt x="16" y="321"/>
                </a:cubicBezTo>
                <a:cubicBezTo>
                  <a:pt x="16" y="185"/>
                  <a:pt x="16" y="185"/>
                  <a:pt x="16" y="185"/>
                </a:cubicBezTo>
                <a:cubicBezTo>
                  <a:pt x="64" y="185"/>
                  <a:pt x="64" y="185"/>
                  <a:pt x="64" y="185"/>
                </a:cubicBezTo>
                <a:lnTo>
                  <a:pt x="64" y="337"/>
                </a:lnTo>
                <a:close/>
                <a:moveTo>
                  <a:pt x="64" y="169"/>
                </a:moveTo>
                <a:cubicBezTo>
                  <a:pt x="16" y="169"/>
                  <a:pt x="16" y="169"/>
                  <a:pt x="16" y="169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3"/>
                  <a:pt x="23" y="16"/>
                  <a:pt x="32" y="16"/>
                </a:cubicBezTo>
                <a:cubicBezTo>
                  <a:pt x="64" y="16"/>
                  <a:pt x="64" y="16"/>
                  <a:pt x="64" y="16"/>
                </a:cubicBezTo>
                <a:lnTo>
                  <a:pt x="64" y="169"/>
                </a:lnTo>
                <a:close/>
                <a:moveTo>
                  <a:pt x="273" y="337"/>
                </a:moveTo>
                <a:cubicBezTo>
                  <a:pt x="80" y="337"/>
                  <a:pt x="80" y="337"/>
                  <a:pt x="80" y="337"/>
                </a:cubicBezTo>
                <a:cubicBezTo>
                  <a:pt x="80" y="16"/>
                  <a:pt x="80" y="16"/>
                  <a:pt x="80" y="16"/>
                </a:cubicBezTo>
                <a:cubicBezTo>
                  <a:pt x="273" y="16"/>
                  <a:pt x="273" y="16"/>
                  <a:pt x="273" y="16"/>
                </a:cubicBezTo>
                <a:lnTo>
                  <a:pt x="273" y="337"/>
                </a:lnTo>
                <a:close/>
                <a:moveTo>
                  <a:pt x="337" y="321"/>
                </a:moveTo>
                <a:cubicBezTo>
                  <a:pt x="337" y="330"/>
                  <a:pt x="330" y="337"/>
                  <a:pt x="321" y="337"/>
                </a:cubicBezTo>
                <a:cubicBezTo>
                  <a:pt x="289" y="337"/>
                  <a:pt x="289" y="337"/>
                  <a:pt x="289" y="337"/>
                </a:cubicBezTo>
                <a:cubicBezTo>
                  <a:pt x="289" y="185"/>
                  <a:pt x="289" y="185"/>
                  <a:pt x="289" y="185"/>
                </a:cubicBezTo>
                <a:cubicBezTo>
                  <a:pt x="337" y="185"/>
                  <a:pt x="337" y="185"/>
                  <a:pt x="337" y="185"/>
                </a:cubicBezTo>
                <a:lnTo>
                  <a:pt x="337" y="321"/>
                </a:lnTo>
                <a:close/>
                <a:moveTo>
                  <a:pt x="337" y="169"/>
                </a:moveTo>
                <a:cubicBezTo>
                  <a:pt x="289" y="169"/>
                  <a:pt x="289" y="169"/>
                  <a:pt x="289" y="169"/>
                </a:cubicBezTo>
                <a:cubicBezTo>
                  <a:pt x="289" y="16"/>
                  <a:pt x="289" y="16"/>
                  <a:pt x="289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3"/>
                  <a:pt x="337" y="32"/>
                </a:cubicBezTo>
                <a:lnTo>
                  <a:pt x="337" y="169"/>
                </a:lnTo>
                <a:close/>
                <a:moveTo>
                  <a:pt x="305" y="48"/>
                </a:moveTo>
                <a:cubicBezTo>
                  <a:pt x="321" y="48"/>
                  <a:pt x="321" y="48"/>
                  <a:pt x="321" y="48"/>
                </a:cubicBezTo>
                <a:cubicBezTo>
                  <a:pt x="321" y="32"/>
                  <a:pt x="321" y="32"/>
                  <a:pt x="321" y="32"/>
                </a:cubicBezTo>
                <a:cubicBezTo>
                  <a:pt x="305" y="32"/>
                  <a:pt x="305" y="32"/>
                  <a:pt x="305" y="32"/>
                </a:cubicBezTo>
                <a:lnTo>
                  <a:pt x="305" y="48"/>
                </a:lnTo>
                <a:close/>
                <a:moveTo>
                  <a:pt x="321" y="273"/>
                </a:moveTo>
                <a:cubicBezTo>
                  <a:pt x="305" y="273"/>
                  <a:pt x="305" y="273"/>
                  <a:pt x="305" y="273"/>
                </a:cubicBezTo>
                <a:cubicBezTo>
                  <a:pt x="305" y="289"/>
                  <a:pt x="305" y="289"/>
                  <a:pt x="305" y="289"/>
                </a:cubicBezTo>
                <a:cubicBezTo>
                  <a:pt x="321" y="289"/>
                  <a:pt x="321" y="289"/>
                  <a:pt x="321" y="289"/>
                </a:cubicBezTo>
                <a:lnTo>
                  <a:pt x="321" y="273"/>
                </a:lnTo>
                <a:close/>
                <a:moveTo>
                  <a:pt x="321" y="209"/>
                </a:moveTo>
                <a:cubicBezTo>
                  <a:pt x="305" y="209"/>
                  <a:pt x="305" y="209"/>
                  <a:pt x="305" y="209"/>
                </a:cubicBezTo>
                <a:cubicBezTo>
                  <a:pt x="305" y="225"/>
                  <a:pt x="305" y="225"/>
                  <a:pt x="305" y="225"/>
                </a:cubicBezTo>
                <a:cubicBezTo>
                  <a:pt x="321" y="225"/>
                  <a:pt x="321" y="225"/>
                  <a:pt x="321" y="225"/>
                </a:cubicBezTo>
                <a:lnTo>
                  <a:pt x="321" y="209"/>
                </a:lnTo>
                <a:close/>
                <a:moveTo>
                  <a:pt x="321" y="241"/>
                </a:moveTo>
                <a:cubicBezTo>
                  <a:pt x="305" y="241"/>
                  <a:pt x="305" y="241"/>
                  <a:pt x="305" y="241"/>
                </a:cubicBezTo>
                <a:cubicBezTo>
                  <a:pt x="305" y="257"/>
                  <a:pt x="305" y="257"/>
                  <a:pt x="305" y="257"/>
                </a:cubicBezTo>
                <a:cubicBezTo>
                  <a:pt x="321" y="257"/>
                  <a:pt x="321" y="257"/>
                  <a:pt x="321" y="257"/>
                </a:cubicBezTo>
                <a:lnTo>
                  <a:pt x="321" y="241"/>
                </a:lnTo>
                <a:close/>
                <a:moveTo>
                  <a:pt x="321" y="305"/>
                </a:moveTo>
                <a:cubicBezTo>
                  <a:pt x="305" y="305"/>
                  <a:pt x="305" y="305"/>
                  <a:pt x="305" y="305"/>
                </a:cubicBezTo>
                <a:cubicBezTo>
                  <a:pt x="305" y="321"/>
                  <a:pt x="305" y="321"/>
                  <a:pt x="305" y="321"/>
                </a:cubicBezTo>
                <a:cubicBezTo>
                  <a:pt x="321" y="321"/>
                  <a:pt x="321" y="321"/>
                  <a:pt x="321" y="321"/>
                </a:cubicBezTo>
                <a:lnTo>
                  <a:pt x="321" y="305"/>
                </a:lnTo>
                <a:close/>
                <a:moveTo>
                  <a:pt x="136" y="241"/>
                </a:moveTo>
                <a:cubicBezTo>
                  <a:pt x="138" y="241"/>
                  <a:pt x="140" y="240"/>
                  <a:pt x="141" y="239"/>
                </a:cubicBezTo>
                <a:cubicBezTo>
                  <a:pt x="141" y="239"/>
                  <a:pt x="141" y="239"/>
                  <a:pt x="141" y="239"/>
                </a:cubicBezTo>
                <a:cubicBezTo>
                  <a:pt x="230" y="183"/>
                  <a:pt x="230" y="183"/>
                  <a:pt x="230" y="183"/>
                </a:cubicBezTo>
                <a:cubicBezTo>
                  <a:pt x="230" y="183"/>
                  <a:pt x="230" y="183"/>
                  <a:pt x="230" y="183"/>
                </a:cubicBezTo>
                <a:cubicBezTo>
                  <a:pt x="231" y="181"/>
                  <a:pt x="233" y="179"/>
                  <a:pt x="233" y="177"/>
                </a:cubicBezTo>
                <a:cubicBezTo>
                  <a:pt x="233" y="174"/>
                  <a:pt x="231" y="172"/>
                  <a:pt x="230" y="171"/>
                </a:cubicBezTo>
                <a:cubicBezTo>
                  <a:pt x="230" y="170"/>
                  <a:pt x="230" y="170"/>
                  <a:pt x="230" y="170"/>
                </a:cubicBezTo>
                <a:cubicBezTo>
                  <a:pt x="141" y="114"/>
                  <a:pt x="141" y="114"/>
                  <a:pt x="141" y="114"/>
                </a:cubicBezTo>
                <a:cubicBezTo>
                  <a:pt x="141" y="114"/>
                  <a:pt x="141" y="114"/>
                  <a:pt x="141" y="114"/>
                </a:cubicBezTo>
                <a:cubicBezTo>
                  <a:pt x="140" y="113"/>
                  <a:pt x="138" y="112"/>
                  <a:pt x="136" y="112"/>
                </a:cubicBezTo>
                <a:cubicBezTo>
                  <a:pt x="132" y="112"/>
                  <a:pt x="128" y="116"/>
                  <a:pt x="128" y="121"/>
                </a:cubicBezTo>
                <a:cubicBezTo>
                  <a:pt x="128" y="233"/>
                  <a:pt x="128" y="233"/>
                  <a:pt x="128" y="233"/>
                </a:cubicBezTo>
                <a:cubicBezTo>
                  <a:pt x="128" y="237"/>
                  <a:pt x="132" y="241"/>
                  <a:pt x="136" y="241"/>
                </a:cubicBezTo>
                <a:moveTo>
                  <a:pt x="144" y="135"/>
                </a:moveTo>
                <a:cubicBezTo>
                  <a:pt x="210" y="177"/>
                  <a:pt x="210" y="177"/>
                  <a:pt x="210" y="177"/>
                </a:cubicBezTo>
                <a:cubicBezTo>
                  <a:pt x="144" y="218"/>
                  <a:pt x="144" y="218"/>
                  <a:pt x="144" y="218"/>
                </a:cubicBezTo>
                <a:lnTo>
                  <a:pt x="144" y="13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9" name="Freeform 78"/>
          <p:cNvSpPr>
            <a:spLocks noEditPoints="1"/>
          </p:cNvSpPr>
          <p:nvPr/>
        </p:nvSpPr>
        <p:spPr bwMode="auto">
          <a:xfrm>
            <a:off x="840317" y="3139018"/>
            <a:ext cx="577851" cy="579967"/>
          </a:xfrm>
          <a:custGeom>
            <a:avLst/>
            <a:gdLst>
              <a:gd name="T0" fmla="*/ 177 w 353"/>
              <a:gd name="T1" fmla="*/ 0 h 354"/>
              <a:gd name="T2" fmla="*/ 0 w 353"/>
              <a:gd name="T3" fmla="*/ 177 h 354"/>
              <a:gd name="T4" fmla="*/ 177 w 353"/>
              <a:gd name="T5" fmla="*/ 354 h 354"/>
              <a:gd name="T6" fmla="*/ 353 w 353"/>
              <a:gd name="T7" fmla="*/ 177 h 354"/>
              <a:gd name="T8" fmla="*/ 177 w 353"/>
              <a:gd name="T9" fmla="*/ 0 h 354"/>
              <a:gd name="T10" fmla="*/ 337 w 353"/>
              <a:gd name="T11" fmla="*/ 169 h 354"/>
              <a:gd name="T12" fmla="*/ 196 w 353"/>
              <a:gd name="T13" fmla="*/ 169 h 354"/>
              <a:gd name="T14" fmla="*/ 295 w 353"/>
              <a:gd name="T15" fmla="*/ 69 h 354"/>
              <a:gd name="T16" fmla="*/ 337 w 353"/>
              <a:gd name="T17" fmla="*/ 169 h 354"/>
              <a:gd name="T18" fmla="*/ 177 w 353"/>
              <a:gd name="T19" fmla="*/ 338 h 354"/>
              <a:gd name="T20" fmla="*/ 16 w 353"/>
              <a:gd name="T21" fmla="*/ 177 h 354"/>
              <a:gd name="T22" fmla="*/ 177 w 353"/>
              <a:gd name="T23" fmla="*/ 16 h 354"/>
              <a:gd name="T24" fmla="*/ 284 w 353"/>
              <a:gd name="T25" fmla="*/ 58 h 354"/>
              <a:gd name="T26" fmla="*/ 171 w 353"/>
              <a:gd name="T27" fmla="*/ 171 h 354"/>
              <a:gd name="T28" fmla="*/ 168 w 353"/>
              <a:gd name="T29" fmla="*/ 177 h 354"/>
              <a:gd name="T30" fmla="*/ 177 w 353"/>
              <a:gd name="T31" fmla="*/ 185 h 354"/>
              <a:gd name="T32" fmla="*/ 337 w 353"/>
              <a:gd name="T33" fmla="*/ 185 h 354"/>
              <a:gd name="T34" fmla="*/ 177 w 353"/>
              <a:gd name="T35" fmla="*/ 338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353" h="354">
                <a:moveTo>
                  <a:pt x="177" y="0"/>
                </a:moveTo>
                <a:cubicBezTo>
                  <a:pt x="79" y="0"/>
                  <a:pt x="0" y="80"/>
                  <a:pt x="0" y="177"/>
                </a:cubicBezTo>
                <a:cubicBezTo>
                  <a:pt x="0" y="275"/>
                  <a:pt x="79" y="354"/>
                  <a:pt x="177" y="354"/>
                </a:cubicBezTo>
                <a:cubicBezTo>
                  <a:pt x="274" y="354"/>
                  <a:pt x="353" y="275"/>
                  <a:pt x="353" y="177"/>
                </a:cubicBezTo>
                <a:cubicBezTo>
                  <a:pt x="353" y="80"/>
                  <a:pt x="274" y="0"/>
                  <a:pt x="177" y="0"/>
                </a:cubicBezTo>
                <a:moveTo>
                  <a:pt x="337" y="169"/>
                </a:moveTo>
                <a:cubicBezTo>
                  <a:pt x="196" y="169"/>
                  <a:pt x="196" y="169"/>
                  <a:pt x="196" y="169"/>
                </a:cubicBezTo>
                <a:cubicBezTo>
                  <a:pt x="295" y="69"/>
                  <a:pt x="295" y="69"/>
                  <a:pt x="295" y="69"/>
                </a:cubicBezTo>
                <a:cubicBezTo>
                  <a:pt x="319" y="96"/>
                  <a:pt x="335" y="131"/>
                  <a:pt x="337" y="169"/>
                </a:cubicBezTo>
                <a:moveTo>
                  <a:pt x="177" y="338"/>
                </a:moveTo>
                <a:cubicBezTo>
                  <a:pt x="88" y="338"/>
                  <a:pt x="16" y="266"/>
                  <a:pt x="16" y="177"/>
                </a:cubicBezTo>
                <a:cubicBezTo>
                  <a:pt x="16" y="88"/>
                  <a:pt x="88" y="16"/>
                  <a:pt x="177" y="16"/>
                </a:cubicBezTo>
                <a:cubicBezTo>
                  <a:pt x="218" y="16"/>
                  <a:pt x="256" y="32"/>
                  <a:pt x="284" y="58"/>
                </a:cubicBezTo>
                <a:cubicBezTo>
                  <a:pt x="171" y="171"/>
                  <a:pt x="171" y="171"/>
                  <a:pt x="171" y="171"/>
                </a:cubicBezTo>
                <a:cubicBezTo>
                  <a:pt x="169" y="173"/>
                  <a:pt x="168" y="175"/>
                  <a:pt x="168" y="177"/>
                </a:cubicBezTo>
                <a:cubicBezTo>
                  <a:pt x="168" y="181"/>
                  <a:pt x="172" y="185"/>
                  <a:pt x="177" y="185"/>
                </a:cubicBezTo>
                <a:cubicBezTo>
                  <a:pt x="337" y="185"/>
                  <a:pt x="337" y="185"/>
                  <a:pt x="337" y="185"/>
                </a:cubicBezTo>
                <a:cubicBezTo>
                  <a:pt x="332" y="270"/>
                  <a:pt x="262" y="338"/>
                  <a:pt x="177" y="338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0" name="Freeform 79"/>
          <p:cNvSpPr>
            <a:spLocks noEditPoints="1"/>
          </p:cNvSpPr>
          <p:nvPr/>
        </p:nvSpPr>
        <p:spPr bwMode="auto">
          <a:xfrm>
            <a:off x="1943100" y="3194052"/>
            <a:ext cx="577851" cy="472017"/>
          </a:xfrm>
          <a:custGeom>
            <a:avLst/>
            <a:gdLst>
              <a:gd name="T0" fmla="*/ 56 w 353"/>
              <a:gd name="T1" fmla="*/ 176 h 289"/>
              <a:gd name="T2" fmla="*/ 8 w 353"/>
              <a:gd name="T3" fmla="*/ 176 h 289"/>
              <a:gd name="T4" fmla="*/ 0 w 353"/>
              <a:gd name="T5" fmla="*/ 184 h 289"/>
              <a:gd name="T6" fmla="*/ 0 w 353"/>
              <a:gd name="T7" fmla="*/ 281 h 289"/>
              <a:gd name="T8" fmla="*/ 8 w 353"/>
              <a:gd name="T9" fmla="*/ 289 h 289"/>
              <a:gd name="T10" fmla="*/ 56 w 353"/>
              <a:gd name="T11" fmla="*/ 289 h 289"/>
              <a:gd name="T12" fmla="*/ 64 w 353"/>
              <a:gd name="T13" fmla="*/ 281 h 289"/>
              <a:gd name="T14" fmla="*/ 64 w 353"/>
              <a:gd name="T15" fmla="*/ 184 h 289"/>
              <a:gd name="T16" fmla="*/ 56 w 353"/>
              <a:gd name="T17" fmla="*/ 176 h 289"/>
              <a:gd name="T18" fmla="*/ 48 w 353"/>
              <a:gd name="T19" fmla="*/ 272 h 289"/>
              <a:gd name="T20" fmla="*/ 16 w 353"/>
              <a:gd name="T21" fmla="*/ 272 h 289"/>
              <a:gd name="T22" fmla="*/ 16 w 353"/>
              <a:gd name="T23" fmla="*/ 192 h 289"/>
              <a:gd name="T24" fmla="*/ 48 w 353"/>
              <a:gd name="T25" fmla="*/ 192 h 289"/>
              <a:gd name="T26" fmla="*/ 48 w 353"/>
              <a:gd name="T27" fmla="*/ 272 h 289"/>
              <a:gd name="T28" fmla="*/ 249 w 353"/>
              <a:gd name="T29" fmla="*/ 128 h 289"/>
              <a:gd name="T30" fmla="*/ 201 w 353"/>
              <a:gd name="T31" fmla="*/ 128 h 289"/>
              <a:gd name="T32" fmla="*/ 193 w 353"/>
              <a:gd name="T33" fmla="*/ 136 h 289"/>
              <a:gd name="T34" fmla="*/ 193 w 353"/>
              <a:gd name="T35" fmla="*/ 281 h 289"/>
              <a:gd name="T36" fmla="*/ 201 w 353"/>
              <a:gd name="T37" fmla="*/ 289 h 289"/>
              <a:gd name="T38" fmla="*/ 249 w 353"/>
              <a:gd name="T39" fmla="*/ 289 h 289"/>
              <a:gd name="T40" fmla="*/ 257 w 353"/>
              <a:gd name="T41" fmla="*/ 281 h 289"/>
              <a:gd name="T42" fmla="*/ 257 w 353"/>
              <a:gd name="T43" fmla="*/ 136 h 289"/>
              <a:gd name="T44" fmla="*/ 249 w 353"/>
              <a:gd name="T45" fmla="*/ 128 h 289"/>
              <a:gd name="T46" fmla="*/ 241 w 353"/>
              <a:gd name="T47" fmla="*/ 272 h 289"/>
              <a:gd name="T48" fmla="*/ 209 w 353"/>
              <a:gd name="T49" fmla="*/ 272 h 289"/>
              <a:gd name="T50" fmla="*/ 209 w 353"/>
              <a:gd name="T51" fmla="*/ 144 h 289"/>
              <a:gd name="T52" fmla="*/ 241 w 353"/>
              <a:gd name="T53" fmla="*/ 144 h 289"/>
              <a:gd name="T54" fmla="*/ 241 w 353"/>
              <a:gd name="T55" fmla="*/ 272 h 289"/>
              <a:gd name="T56" fmla="*/ 153 w 353"/>
              <a:gd name="T57" fmla="*/ 32 h 289"/>
              <a:gd name="T58" fmla="*/ 105 w 353"/>
              <a:gd name="T59" fmla="*/ 32 h 289"/>
              <a:gd name="T60" fmla="*/ 97 w 353"/>
              <a:gd name="T61" fmla="*/ 40 h 289"/>
              <a:gd name="T62" fmla="*/ 97 w 353"/>
              <a:gd name="T63" fmla="*/ 281 h 289"/>
              <a:gd name="T64" fmla="*/ 105 w 353"/>
              <a:gd name="T65" fmla="*/ 289 h 289"/>
              <a:gd name="T66" fmla="*/ 153 w 353"/>
              <a:gd name="T67" fmla="*/ 289 h 289"/>
              <a:gd name="T68" fmla="*/ 161 w 353"/>
              <a:gd name="T69" fmla="*/ 281 h 289"/>
              <a:gd name="T70" fmla="*/ 161 w 353"/>
              <a:gd name="T71" fmla="*/ 40 h 289"/>
              <a:gd name="T72" fmla="*/ 153 w 353"/>
              <a:gd name="T73" fmla="*/ 32 h 289"/>
              <a:gd name="T74" fmla="*/ 145 w 353"/>
              <a:gd name="T75" fmla="*/ 272 h 289"/>
              <a:gd name="T76" fmla="*/ 113 w 353"/>
              <a:gd name="T77" fmla="*/ 272 h 289"/>
              <a:gd name="T78" fmla="*/ 113 w 353"/>
              <a:gd name="T79" fmla="*/ 48 h 289"/>
              <a:gd name="T80" fmla="*/ 145 w 353"/>
              <a:gd name="T81" fmla="*/ 48 h 289"/>
              <a:gd name="T82" fmla="*/ 145 w 353"/>
              <a:gd name="T83" fmla="*/ 272 h 289"/>
              <a:gd name="T84" fmla="*/ 345 w 353"/>
              <a:gd name="T85" fmla="*/ 0 h 289"/>
              <a:gd name="T86" fmla="*/ 297 w 353"/>
              <a:gd name="T87" fmla="*/ 0 h 289"/>
              <a:gd name="T88" fmla="*/ 289 w 353"/>
              <a:gd name="T89" fmla="*/ 8 h 289"/>
              <a:gd name="T90" fmla="*/ 289 w 353"/>
              <a:gd name="T91" fmla="*/ 281 h 289"/>
              <a:gd name="T92" fmla="*/ 297 w 353"/>
              <a:gd name="T93" fmla="*/ 289 h 289"/>
              <a:gd name="T94" fmla="*/ 345 w 353"/>
              <a:gd name="T95" fmla="*/ 289 h 289"/>
              <a:gd name="T96" fmla="*/ 353 w 353"/>
              <a:gd name="T97" fmla="*/ 281 h 289"/>
              <a:gd name="T98" fmla="*/ 353 w 353"/>
              <a:gd name="T99" fmla="*/ 8 h 289"/>
              <a:gd name="T100" fmla="*/ 345 w 353"/>
              <a:gd name="T101" fmla="*/ 0 h 289"/>
              <a:gd name="T102" fmla="*/ 337 w 353"/>
              <a:gd name="T103" fmla="*/ 272 h 289"/>
              <a:gd name="T104" fmla="*/ 305 w 353"/>
              <a:gd name="T105" fmla="*/ 272 h 289"/>
              <a:gd name="T106" fmla="*/ 305 w 353"/>
              <a:gd name="T107" fmla="*/ 16 h 289"/>
              <a:gd name="T108" fmla="*/ 337 w 353"/>
              <a:gd name="T109" fmla="*/ 16 h 289"/>
              <a:gd name="T110" fmla="*/ 337 w 353"/>
              <a:gd name="T111" fmla="*/ 272 h 2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353" h="289">
                <a:moveTo>
                  <a:pt x="56" y="176"/>
                </a:moveTo>
                <a:cubicBezTo>
                  <a:pt x="8" y="176"/>
                  <a:pt x="8" y="176"/>
                  <a:pt x="8" y="176"/>
                </a:cubicBezTo>
                <a:cubicBezTo>
                  <a:pt x="4" y="176"/>
                  <a:pt x="0" y="180"/>
                  <a:pt x="0" y="184"/>
                </a:cubicBezTo>
                <a:cubicBezTo>
                  <a:pt x="0" y="281"/>
                  <a:pt x="0" y="281"/>
                  <a:pt x="0" y="281"/>
                </a:cubicBezTo>
                <a:cubicBezTo>
                  <a:pt x="0" y="285"/>
                  <a:pt x="4" y="289"/>
                  <a:pt x="8" y="289"/>
                </a:cubicBezTo>
                <a:cubicBezTo>
                  <a:pt x="56" y="289"/>
                  <a:pt x="56" y="289"/>
                  <a:pt x="56" y="289"/>
                </a:cubicBezTo>
                <a:cubicBezTo>
                  <a:pt x="61" y="289"/>
                  <a:pt x="64" y="285"/>
                  <a:pt x="64" y="281"/>
                </a:cubicBezTo>
                <a:cubicBezTo>
                  <a:pt x="64" y="184"/>
                  <a:pt x="64" y="184"/>
                  <a:pt x="64" y="184"/>
                </a:cubicBezTo>
                <a:cubicBezTo>
                  <a:pt x="64" y="180"/>
                  <a:pt x="61" y="176"/>
                  <a:pt x="56" y="176"/>
                </a:cubicBezTo>
                <a:moveTo>
                  <a:pt x="48" y="272"/>
                </a:moveTo>
                <a:cubicBezTo>
                  <a:pt x="16" y="272"/>
                  <a:pt x="16" y="272"/>
                  <a:pt x="16" y="272"/>
                </a:cubicBezTo>
                <a:cubicBezTo>
                  <a:pt x="16" y="192"/>
                  <a:pt x="16" y="192"/>
                  <a:pt x="16" y="192"/>
                </a:cubicBezTo>
                <a:cubicBezTo>
                  <a:pt x="48" y="192"/>
                  <a:pt x="48" y="192"/>
                  <a:pt x="48" y="192"/>
                </a:cubicBezTo>
                <a:lnTo>
                  <a:pt x="48" y="272"/>
                </a:lnTo>
                <a:close/>
                <a:moveTo>
                  <a:pt x="249" y="128"/>
                </a:moveTo>
                <a:cubicBezTo>
                  <a:pt x="201" y="128"/>
                  <a:pt x="201" y="128"/>
                  <a:pt x="201" y="128"/>
                </a:cubicBezTo>
                <a:cubicBezTo>
                  <a:pt x="196" y="128"/>
                  <a:pt x="193" y="132"/>
                  <a:pt x="193" y="136"/>
                </a:cubicBezTo>
                <a:cubicBezTo>
                  <a:pt x="193" y="281"/>
                  <a:pt x="193" y="281"/>
                  <a:pt x="193" y="281"/>
                </a:cubicBezTo>
                <a:cubicBezTo>
                  <a:pt x="193" y="285"/>
                  <a:pt x="196" y="289"/>
                  <a:pt x="201" y="289"/>
                </a:cubicBezTo>
                <a:cubicBezTo>
                  <a:pt x="249" y="289"/>
                  <a:pt x="249" y="289"/>
                  <a:pt x="249" y="289"/>
                </a:cubicBezTo>
                <a:cubicBezTo>
                  <a:pt x="254" y="289"/>
                  <a:pt x="257" y="285"/>
                  <a:pt x="257" y="281"/>
                </a:cubicBezTo>
                <a:cubicBezTo>
                  <a:pt x="257" y="136"/>
                  <a:pt x="257" y="136"/>
                  <a:pt x="257" y="136"/>
                </a:cubicBezTo>
                <a:cubicBezTo>
                  <a:pt x="257" y="132"/>
                  <a:pt x="254" y="128"/>
                  <a:pt x="249" y="128"/>
                </a:cubicBezTo>
                <a:moveTo>
                  <a:pt x="241" y="272"/>
                </a:moveTo>
                <a:cubicBezTo>
                  <a:pt x="209" y="272"/>
                  <a:pt x="209" y="272"/>
                  <a:pt x="209" y="272"/>
                </a:cubicBezTo>
                <a:cubicBezTo>
                  <a:pt x="209" y="144"/>
                  <a:pt x="209" y="144"/>
                  <a:pt x="209" y="144"/>
                </a:cubicBezTo>
                <a:cubicBezTo>
                  <a:pt x="241" y="144"/>
                  <a:pt x="241" y="144"/>
                  <a:pt x="241" y="144"/>
                </a:cubicBezTo>
                <a:lnTo>
                  <a:pt x="241" y="272"/>
                </a:lnTo>
                <a:close/>
                <a:moveTo>
                  <a:pt x="153" y="32"/>
                </a:moveTo>
                <a:cubicBezTo>
                  <a:pt x="105" y="32"/>
                  <a:pt x="105" y="32"/>
                  <a:pt x="105" y="32"/>
                </a:cubicBezTo>
                <a:cubicBezTo>
                  <a:pt x="100" y="32"/>
                  <a:pt x="97" y="35"/>
                  <a:pt x="97" y="40"/>
                </a:cubicBezTo>
                <a:cubicBezTo>
                  <a:pt x="97" y="281"/>
                  <a:pt x="97" y="281"/>
                  <a:pt x="97" y="281"/>
                </a:cubicBezTo>
                <a:cubicBezTo>
                  <a:pt x="97" y="285"/>
                  <a:pt x="100" y="289"/>
                  <a:pt x="105" y="289"/>
                </a:cubicBezTo>
                <a:cubicBezTo>
                  <a:pt x="153" y="289"/>
                  <a:pt x="153" y="289"/>
                  <a:pt x="153" y="289"/>
                </a:cubicBezTo>
                <a:cubicBezTo>
                  <a:pt x="157" y="289"/>
                  <a:pt x="161" y="285"/>
                  <a:pt x="161" y="281"/>
                </a:cubicBezTo>
                <a:cubicBezTo>
                  <a:pt x="161" y="40"/>
                  <a:pt x="161" y="40"/>
                  <a:pt x="161" y="40"/>
                </a:cubicBezTo>
                <a:cubicBezTo>
                  <a:pt x="161" y="35"/>
                  <a:pt x="157" y="32"/>
                  <a:pt x="153" y="32"/>
                </a:cubicBezTo>
                <a:moveTo>
                  <a:pt x="145" y="272"/>
                </a:moveTo>
                <a:cubicBezTo>
                  <a:pt x="113" y="272"/>
                  <a:pt x="113" y="272"/>
                  <a:pt x="113" y="272"/>
                </a:cubicBezTo>
                <a:cubicBezTo>
                  <a:pt x="113" y="48"/>
                  <a:pt x="113" y="48"/>
                  <a:pt x="113" y="48"/>
                </a:cubicBezTo>
                <a:cubicBezTo>
                  <a:pt x="145" y="48"/>
                  <a:pt x="145" y="48"/>
                  <a:pt x="145" y="48"/>
                </a:cubicBezTo>
                <a:lnTo>
                  <a:pt x="145" y="272"/>
                </a:lnTo>
                <a:close/>
                <a:moveTo>
                  <a:pt x="345" y="0"/>
                </a:moveTo>
                <a:cubicBezTo>
                  <a:pt x="297" y="0"/>
                  <a:pt x="297" y="0"/>
                  <a:pt x="297" y="0"/>
                </a:cubicBezTo>
                <a:cubicBezTo>
                  <a:pt x="293" y="0"/>
                  <a:pt x="289" y="3"/>
                  <a:pt x="289" y="8"/>
                </a:cubicBezTo>
                <a:cubicBezTo>
                  <a:pt x="289" y="281"/>
                  <a:pt x="289" y="281"/>
                  <a:pt x="289" y="281"/>
                </a:cubicBezTo>
                <a:cubicBezTo>
                  <a:pt x="289" y="285"/>
                  <a:pt x="293" y="289"/>
                  <a:pt x="297" y="289"/>
                </a:cubicBezTo>
                <a:cubicBezTo>
                  <a:pt x="345" y="289"/>
                  <a:pt x="345" y="289"/>
                  <a:pt x="345" y="289"/>
                </a:cubicBezTo>
                <a:cubicBezTo>
                  <a:pt x="350" y="289"/>
                  <a:pt x="353" y="285"/>
                  <a:pt x="353" y="281"/>
                </a:cubicBezTo>
                <a:cubicBezTo>
                  <a:pt x="353" y="8"/>
                  <a:pt x="353" y="8"/>
                  <a:pt x="353" y="8"/>
                </a:cubicBezTo>
                <a:cubicBezTo>
                  <a:pt x="353" y="3"/>
                  <a:pt x="350" y="0"/>
                  <a:pt x="345" y="0"/>
                </a:cubicBezTo>
                <a:moveTo>
                  <a:pt x="337" y="272"/>
                </a:moveTo>
                <a:cubicBezTo>
                  <a:pt x="305" y="272"/>
                  <a:pt x="305" y="272"/>
                  <a:pt x="305" y="272"/>
                </a:cubicBezTo>
                <a:cubicBezTo>
                  <a:pt x="305" y="16"/>
                  <a:pt x="305" y="16"/>
                  <a:pt x="305" y="16"/>
                </a:cubicBezTo>
                <a:cubicBezTo>
                  <a:pt x="337" y="16"/>
                  <a:pt x="337" y="16"/>
                  <a:pt x="337" y="16"/>
                </a:cubicBezTo>
                <a:lnTo>
                  <a:pt x="337" y="27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1" name="Freeform 80"/>
          <p:cNvSpPr>
            <a:spLocks noEditPoints="1"/>
          </p:cNvSpPr>
          <p:nvPr/>
        </p:nvSpPr>
        <p:spPr bwMode="auto">
          <a:xfrm>
            <a:off x="3048000" y="3139018"/>
            <a:ext cx="577851" cy="579967"/>
          </a:xfrm>
          <a:custGeom>
            <a:avLst/>
            <a:gdLst>
              <a:gd name="T0" fmla="*/ 176 w 353"/>
              <a:gd name="T1" fmla="*/ 0 h 354"/>
              <a:gd name="T2" fmla="*/ 0 w 353"/>
              <a:gd name="T3" fmla="*/ 177 h 354"/>
              <a:gd name="T4" fmla="*/ 176 w 353"/>
              <a:gd name="T5" fmla="*/ 354 h 354"/>
              <a:gd name="T6" fmla="*/ 353 w 353"/>
              <a:gd name="T7" fmla="*/ 177 h 354"/>
              <a:gd name="T8" fmla="*/ 176 w 353"/>
              <a:gd name="T9" fmla="*/ 0 h 354"/>
              <a:gd name="T10" fmla="*/ 176 w 353"/>
              <a:gd name="T11" fmla="*/ 16 h 354"/>
              <a:gd name="T12" fmla="*/ 284 w 353"/>
              <a:gd name="T13" fmla="*/ 58 h 354"/>
              <a:gd name="T14" fmla="*/ 244 w 353"/>
              <a:gd name="T15" fmla="*/ 98 h 354"/>
              <a:gd name="T16" fmla="*/ 176 w 353"/>
              <a:gd name="T17" fmla="*/ 73 h 354"/>
              <a:gd name="T18" fmla="*/ 108 w 353"/>
              <a:gd name="T19" fmla="*/ 98 h 354"/>
              <a:gd name="T20" fmla="*/ 69 w 353"/>
              <a:gd name="T21" fmla="*/ 58 h 354"/>
              <a:gd name="T22" fmla="*/ 176 w 353"/>
              <a:gd name="T23" fmla="*/ 16 h 354"/>
              <a:gd name="T24" fmla="*/ 264 w 353"/>
              <a:gd name="T25" fmla="*/ 177 h 354"/>
              <a:gd name="T26" fmla="*/ 176 w 353"/>
              <a:gd name="T27" fmla="*/ 265 h 354"/>
              <a:gd name="T28" fmla="*/ 88 w 353"/>
              <a:gd name="T29" fmla="*/ 177 h 354"/>
              <a:gd name="T30" fmla="*/ 176 w 353"/>
              <a:gd name="T31" fmla="*/ 89 h 354"/>
              <a:gd name="T32" fmla="*/ 264 w 353"/>
              <a:gd name="T33" fmla="*/ 177 h 354"/>
              <a:gd name="T34" fmla="*/ 16 w 353"/>
              <a:gd name="T35" fmla="*/ 177 h 354"/>
              <a:gd name="T36" fmla="*/ 57 w 353"/>
              <a:gd name="T37" fmla="*/ 69 h 354"/>
              <a:gd name="T38" fmla="*/ 97 w 353"/>
              <a:gd name="T39" fmla="*/ 109 h 354"/>
              <a:gd name="T40" fmla="*/ 72 w 353"/>
              <a:gd name="T41" fmla="*/ 177 h 354"/>
              <a:gd name="T42" fmla="*/ 97 w 353"/>
              <a:gd name="T43" fmla="*/ 245 h 354"/>
              <a:gd name="T44" fmla="*/ 57 w 353"/>
              <a:gd name="T45" fmla="*/ 285 h 354"/>
              <a:gd name="T46" fmla="*/ 16 w 353"/>
              <a:gd name="T47" fmla="*/ 177 h 354"/>
              <a:gd name="T48" fmla="*/ 176 w 353"/>
              <a:gd name="T49" fmla="*/ 338 h 354"/>
              <a:gd name="T50" fmla="*/ 69 w 353"/>
              <a:gd name="T51" fmla="*/ 296 h 354"/>
              <a:gd name="T52" fmla="*/ 108 w 353"/>
              <a:gd name="T53" fmla="*/ 256 h 354"/>
              <a:gd name="T54" fmla="*/ 176 w 353"/>
              <a:gd name="T55" fmla="*/ 281 h 354"/>
              <a:gd name="T56" fmla="*/ 244 w 353"/>
              <a:gd name="T57" fmla="*/ 256 h 354"/>
              <a:gd name="T58" fmla="*/ 284 w 353"/>
              <a:gd name="T59" fmla="*/ 296 h 354"/>
              <a:gd name="T60" fmla="*/ 176 w 353"/>
              <a:gd name="T61" fmla="*/ 338 h 354"/>
              <a:gd name="T62" fmla="*/ 295 w 353"/>
              <a:gd name="T63" fmla="*/ 285 h 354"/>
              <a:gd name="T64" fmla="*/ 255 w 353"/>
              <a:gd name="T65" fmla="*/ 245 h 354"/>
              <a:gd name="T66" fmla="*/ 281 w 353"/>
              <a:gd name="T67" fmla="*/ 177 h 354"/>
              <a:gd name="T68" fmla="*/ 255 w 353"/>
              <a:gd name="T69" fmla="*/ 109 h 354"/>
              <a:gd name="T70" fmla="*/ 295 w 353"/>
              <a:gd name="T71" fmla="*/ 69 h 354"/>
              <a:gd name="T72" fmla="*/ 337 w 353"/>
              <a:gd name="T73" fmla="*/ 177 h 354"/>
              <a:gd name="T74" fmla="*/ 295 w 353"/>
              <a:gd name="T75" fmla="*/ 285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353" h="354">
                <a:moveTo>
                  <a:pt x="176" y="0"/>
                </a:moveTo>
                <a:cubicBezTo>
                  <a:pt x="79" y="0"/>
                  <a:pt x="0" y="79"/>
                  <a:pt x="0" y="177"/>
                </a:cubicBezTo>
                <a:cubicBezTo>
                  <a:pt x="0" y="275"/>
                  <a:pt x="79" y="354"/>
                  <a:pt x="176" y="354"/>
                </a:cubicBezTo>
                <a:cubicBezTo>
                  <a:pt x="274" y="354"/>
                  <a:pt x="353" y="275"/>
                  <a:pt x="353" y="177"/>
                </a:cubicBezTo>
                <a:cubicBezTo>
                  <a:pt x="353" y="79"/>
                  <a:pt x="274" y="0"/>
                  <a:pt x="176" y="0"/>
                </a:cubicBezTo>
                <a:moveTo>
                  <a:pt x="176" y="16"/>
                </a:moveTo>
                <a:cubicBezTo>
                  <a:pt x="218" y="16"/>
                  <a:pt x="255" y="32"/>
                  <a:pt x="284" y="58"/>
                </a:cubicBezTo>
                <a:cubicBezTo>
                  <a:pt x="244" y="98"/>
                  <a:pt x="244" y="98"/>
                  <a:pt x="244" y="98"/>
                </a:cubicBezTo>
                <a:cubicBezTo>
                  <a:pt x="226" y="82"/>
                  <a:pt x="202" y="73"/>
                  <a:pt x="176" y="73"/>
                </a:cubicBezTo>
                <a:cubicBezTo>
                  <a:pt x="150" y="73"/>
                  <a:pt x="127" y="82"/>
                  <a:pt x="108" y="98"/>
                </a:cubicBezTo>
                <a:cubicBezTo>
                  <a:pt x="69" y="58"/>
                  <a:pt x="69" y="58"/>
                  <a:pt x="69" y="58"/>
                </a:cubicBezTo>
                <a:cubicBezTo>
                  <a:pt x="97" y="32"/>
                  <a:pt x="135" y="16"/>
                  <a:pt x="176" y="16"/>
                </a:cubicBezTo>
                <a:moveTo>
                  <a:pt x="264" y="177"/>
                </a:moveTo>
                <a:cubicBezTo>
                  <a:pt x="264" y="226"/>
                  <a:pt x="225" y="265"/>
                  <a:pt x="176" y="265"/>
                </a:cubicBezTo>
                <a:cubicBezTo>
                  <a:pt x="127" y="265"/>
                  <a:pt x="88" y="226"/>
                  <a:pt x="88" y="177"/>
                </a:cubicBezTo>
                <a:cubicBezTo>
                  <a:pt x="88" y="128"/>
                  <a:pt x="127" y="89"/>
                  <a:pt x="176" y="89"/>
                </a:cubicBezTo>
                <a:cubicBezTo>
                  <a:pt x="225" y="89"/>
                  <a:pt x="264" y="128"/>
                  <a:pt x="264" y="177"/>
                </a:cubicBezTo>
                <a:moveTo>
                  <a:pt x="16" y="177"/>
                </a:moveTo>
                <a:cubicBezTo>
                  <a:pt x="16" y="136"/>
                  <a:pt x="31" y="98"/>
                  <a:pt x="57" y="69"/>
                </a:cubicBezTo>
                <a:cubicBezTo>
                  <a:pt x="97" y="109"/>
                  <a:pt x="97" y="109"/>
                  <a:pt x="97" y="109"/>
                </a:cubicBezTo>
                <a:cubicBezTo>
                  <a:pt x="81" y="127"/>
                  <a:pt x="72" y="151"/>
                  <a:pt x="72" y="177"/>
                </a:cubicBezTo>
                <a:cubicBezTo>
                  <a:pt x="72" y="203"/>
                  <a:pt x="81" y="227"/>
                  <a:pt x="97" y="245"/>
                </a:cubicBezTo>
                <a:cubicBezTo>
                  <a:pt x="57" y="285"/>
                  <a:pt x="57" y="285"/>
                  <a:pt x="57" y="285"/>
                </a:cubicBezTo>
                <a:cubicBezTo>
                  <a:pt x="31" y="256"/>
                  <a:pt x="16" y="218"/>
                  <a:pt x="16" y="177"/>
                </a:cubicBezTo>
                <a:moveTo>
                  <a:pt x="176" y="338"/>
                </a:moveTo>
                <a:cubicBezTo>
                  <a:pt x="135" y="338"/>
                  <a:pt x="97" y="322"/>
                  <a:pt x="69" y="296"/>
                </a:cubicBezTo>
                <a:cubicBezTo>
                  <a:pt x="108" y="256"/>
                  <a:pt x="108" y="256"/>
                  <a:pt x="108" y="256"/>
                </a:cubicBezTo>
                <a:cubicBezTo>
                  <a:pt x="127" y="272"/>
                  <a:pt x="150" y="281"/>
                  <a:pt x="176" y="281"/>
                </a:cubicBezTo>
                <a:cubicBezTo>
                  <a:pt x="202" y="281"/>
                  <a:pt x="226" y="272"/>
                  <a:pt x="244" y="256"/>
                </a:cubicBezTo>
                <a:cubicBezTo>
                  <a:pt x="284" y="296"/>
                  <a:pt x="284" y="296"/>
                  <a:pt x="284" y="296"/>
                </a:cubicBezTo>
                <a:cubicBezTo>
                  <a:pt x="255" y="322"/>
                  <a:pt x="218" y="338"/>
                  <a:pt x="176" y="338"/>
                </a:cubicBezTo>
                <a:moveTo>
                  <a:pt x="295" y="285"/>
                </a:moveTo>
                <a:cubicBezTo>
                  <a:pt x="255" y="245"/>
                  <a:pt x="255" y="245"/>
                  <a:pt x="255" y="245"/>
                </a:cubicBezTo>
                <a:cubicBezTo>
                  <a:pt x="271" y="227"/>
                  <a:pt x="281" y="203"/>
                  <a:pt x="281" y="177"/>
                </a:cubicBezTo>
                <a:cubicBezTo>
                  <a:pt x="281" y="151"/>
                  <a:pt x="271" y="127"/>
                  <a:pt x="255" y="109"/>
                </a:cubicBezTo>
                <a:cubicBezTo>
                  <a:pt x="295" y="69"/>
                  <a:pt x="295" y="69"/>
                  <a:pt x="295" y="69"/>
                </a:cubicBezTo>
                <a:cubicBezTo>
                  <a:pt x="321" y="98"/>
                  <a:pt x="337" y="136"/>
                  <a:pt x="337" y="177"/>
                </a:cubicBezTo>
                <a:cubicBezTo>
                  <a:pt x="337" y="218"/>
                  <a:pt x="321" y="256"/>
                  <a:pt x="295" y="285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2" name="Freeform 81"/>
          <p:cNvSpPr>
            <a:spLocks noEditPoints="1"/>
          </p:cNvSpPr>
          <p:nvPr/>
        </p:nvSpPr>
        <p:spPr bwMode="auto">
          <a:xfrm>
            <a:off x="4150785" y="3363385"/>
            <a:ext cx="579967" cy="131233"/>
          </a:xfrm>
          <a:custGeom>
            <a:avLst/>
            <a:gdLst>
              <a:gd name="T0" fmla="*/ 40 w 353"/>
              <a:gd name="T1" fmla="*/ 0 h 80"/>
              <a:gd name="T2" fmla="*/ 0 w 353"/>
              <a:gd name="T3" fmla="*/ 40 h 80"/>
              <a:gd name="T4" fmla="*/ 40 w 353"/>
              <a:gd name="T5" fmla="*/ 80 h 80"/>
              <a:gd name="T6" fmla="*/ 80 w 353"/>
              <a:gd name="T7" fmla="*/ 40 h 80"/>
              <a:gd name="T8" fmla="*/ 40 w 353"/>
              <a:gd name="T9" fmla="*/ 0 h 80"/>
              <a:gd name="T10" fmla="*/ 40 w 353"/>
              <a:gd name="T11" fmla="*/ 64 h 80"/>
              <a:gd name="T12" fmla="*/ 16 w 353"/>
              <a:gd name="T13" fmla="*/ 40 h 80"/>
              <a:gd name="T14" fmla="*/ 40 w 353"/>
              <a:gd name="T15" fmla="*/ 16 h 80"/>
              <a:gd name="T16" fmla="*/ 64 w 353"/>
              <a:gd name="T17" fmla="*/ 40 h 80"/>
              <a:gd name="T18" fmla="*/ 40 w 353"/>
              <a:gd name="T19" fmla="*/ 64 h 80"/>
              <a:gd name="T20" fmla="*/ 177 w 353"/>
              <a:gd name="T21" fmla="*/ 0 h 80"/>
              <a:gd name="T22" fmla="*/ 136 w 353"/>
              <a:gd name="T23" fmla="*/ 40 h 80"/>
              <a:gd name="T24" fmla="*/ 177 w 353"/>
              <a:gd name="T25" fmla="*/ 80 h 80"/>
              <a:gd name="T26" fmla="*/ 217 w 353"/>
              <a:gd name="T27" fmla="*/ 40 h 80"/>
              <a:gd name="T28" fmla="*/ 177 w 353"/>
              <a:gd name="T29" fmla="*/ 0 h 80"/>
              <a:gd name="T30" fmla="*/ 177 w 353"/>
              <a:gd name="T31" fmla="*/ 64 h 80"/>
              <a:gd name="T32" fmla="*/ 152 w 353"/>
              <a:gd name="T33" fmla="*/ 40 h 80"/>
              <a:gd name="T34" fmla="*/ 177 w 353"/>
              <a:gd name="T35" fmla="*/ 16 h 80"/>
              <a:gd name="T36" fmla="*/ 201 w 353"/>
              <a:gd name="T37" fmla="*/ 40 h 80"/>
              <a:gd name="T38" fmla="*/ 177 w 353"/>
              <a:gd name="T39" fmla="*/ 64 h 80"/>
              <a:gd name="T40" fmla="*/ 313 w 353"/>
              <a:gd name="T41" fmla="*/ 0 h 80"/>
              <a:gd name="T42" fmla="*/ 273 w 353"/>
              <a:gd name="T43" fmla="*/ 40 h 80"/>
              <a:gd name="T44" fmla="*/ 313 w 353"/>
              <a:gd name="T45" fmla="*/ 80 h 80"/>
              <a:gd name="T46" fmla="*/ 353 w 353"/>
              <a:gd name="T47" fmla="*/ 40 h 80"/>
              <a:gd name="T48" fmla="*/ 313 w 353"/>
              <a:gd name="T49" fmla="*/ 0 h 80"/>
              <a:gd name="T50" fmla="*/ 313 w 353"/>
              <a:gd name="T51" fmla="*/ 64 h 80"/>
              <a:gd name="T52" fmla="*/ 289 w 353"/>
              <a:gd name="T53" fmla="*/ 40 h 80"/>
              <a:gd name="T54" fmla="*/ 313 w 353"/>
              <a:gd name="T55" fmla="*/ 16 h 80"/>
              <a:gd name="T56" fmla="*/ 337 w 353"/>
              <a:gd name="T57" fmla="*/ 40 h 80"/>
              <a:gd name="T58" fmla="*/ 313 w 353"/>
              <a:gd name="T59" fmla="*/ 64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353" h="80">
                <a:moveTo>
                  <a:pt x="40" y="0"/>
                </a:moveTo>
                <a:cubicBezTo>
                  <a:pt x="18" y="0"/>
                  <a:pt x="0" y="18"/>
                  <a:pt x="0" y="40"/>
                </a:cubicBezTo>
                <a:cubicBezTo>
                  <a:pt x="0" y="62"/>
                  <a:pt x="18" y="80"/>
                  <a:pt x="40" y="80"/>
                </a:cubicBezTo>
                <a:cubicBezTo>
                  <a:pt x="62" y="80"/>
                  <a:pt x="80" y="62"/>
                  <a:pt x="80" y="40"/>
                </a:cubicBezTo>
                <a:cubicBezTo>
                  <a:pt x="80" y="18"/>
                  <a:pt x="62" y="0"/>
                  <a:pt x="40" y="0"/>
                </a:cubicBezTo>
                <a:moveTo>
                  <a:pt x="40" y="64"/>
                </a:moveTo>
                <a:cubicBezTo>
                  <a:pt x="27" y="64"/>
                  <a:pt x="16" y="53"/>
                  <a:pt x="16" y="40"/>
                </a:cubicBezTo>
                <a:cubicBezTo>
                  <a:pt x="16" y="27"/>
                  <a:pt x="27" y="16"/>
                  <a:pt x="40" y="16"/>
                </a:cubicBezTo>
                <a:cubicBezTo>
                  <a:pt x="53" y="16"/>
                  <a:pt x="64" y="27"/>
                  <a:pt x="64" y="40"/>
                </a:cubicBezTo>
                <a:cubicBezTo>
                  <a:pt x="64" y="53"/>
                  <a:pt x="53" y="64"/>
                  <a:pt x="40" y="64"/>
                </a:cubicBezTo>
                <a:moveTo>
                  <a:pt x="177" y="0"/>
                </a:moveTo>
                <a:cubicBezTo>
                  <a:pt x="154" y="0"/>
                  <a:pt x="136" y="18"/>
                  <a:pt x="136" y="40"/>
                </a:cubicBezTo>
                <a:cubicBezTo>
                  <a:pt x="136" y="62"/>
                  <a:pt x="154" y="80"/>
                  <a:pt x="177" y="80"/>
                </a:cubicBezTo>
                <a:cubicBezTo>
                  <a:pt x="199" y="80"/>
                  <a:pt x="217" y="62"/>
                  <a:pt x="217" y="40"/>
                </a:cubicBezTo>
                <a:cubicBezTo>
                  <a:pt x="217" y="18"/>
                  <a:pt x="199" y="0"/>
                  <a:pt x="177" y="0"/>
                </a:cubicBezTo>
                <a:moveTo>
                  <a:pt x="177" y="64"/>
                </a:moveTo>
                <a:cubicBezTo>
                  <a:pt x="163" y="64"/>
                  <a:pt x="152" y="53"/>
                  <a:pt x="152" y="40"/>
                </a:cubicBezTo>
                <a:cubicBezTo>
                  <a:pt x="152" y="27"/>
                  <a:pt x="163" y="16"/>
                  <a:pt x="177" y="16"/>
                </a:cubicBezTo>
                <a:cubicBezTo>
                  <a:pt x="190" y="16"/>
                  <a:pt x="201" y="27"/>
                  <a:pt x="201" y="40"/>
                </a:cubicBezTo>
                <a:cubicBezTo>
                  <a:pt x="201" y="53"/>
                  <a:pt x="190" y="64"/>
                  <a:pt x="177" y="64"/>
                </a:cubicBezTo>
                <a:moveTo>
                  <a:pt x="313" y="0"/>
                </a:moveTo>
                <a:cubicBezTo>
                  <a:pt x="291" y="0"/>
                  <a:pt x="273" y="18"/>
                  <a:pt x="273" y="40"/>
                </a:cubicBezTo>
                <a:cubicBezTo>
                  <a:pt x="273" y="62"/>
                  <a:pt x="291" y="80"/>
                  <a:pt x="313" y="80"/>
                </a:cubicBezTo>
                <a:cubicBezTo>
                  <a:pt x="335" y="80"/>
                  <a:pt x="353" y="62"/>
                  <a:pt x="353" y="40"/>
                </a:cubicBezTo>
                <a:cubicBezTo>
                  <a:pt x="353" y="18"/>
                  <a:pt x="335" y="0"/>
                  <a:pt x="313" y="0"/>
                </a:cubicBezTo>
                <a:moveTo>
                  <a:pt x="313" y="64"/>
                </a:moveTo>
                <a:cubicBezTo>
                  <a:pt x="300" y="64"/>
                  <a:pt x="289" y="53"/>
                  <a:pt x="289" y="40"/>
                </a:cubicBezTo>
                <a:cubicBezTo>
                  <a:pt x="289" y="27"/>
                  <a:pt x="300" y="16"/>
                  <a:pt x="313" y="16"/>
                </a:cubicBezTo>
                <a:cubicBezTo>
                  <a:pt x="326" y="16"/>
                  <a:pt x="337" y="27"/>
                  <a:pt x="337" y="40"/>
                </a:cubicBezTo>
                <a:cubicBezTo>
                  <a:pt x="337" y="53"/>
                  <a:pt x="326" y="64"/>
                  <a:pt x="313" y="64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3" name="Freeform 82"/>
          <p:cNvSpPr>
            <a:spLocks noEditPoints="1"/>
          </p:cNvSpPr>
          <p:nvPr/>
        </p:nvSpPr>
        <p:spPr bwMode="auto">
          <a:xfrm>
            <a:off x="5255684" y="3139018"/>
            <a:ext cx="577851" cy="579967"/>
          </a:xfrm>
          <a:custGeom>
            <a:avLst/>
            <a:gdLst>
              <a:gd name="T0" fmla="*/ 265 w 353"/>
              <a:gd name="T1" fmla="*/ 153 h 354"/>
              <a:gd name="T2" fmla="*/ 241 w 353"/>
              <a:gd name="T3" fmla="*/ 177 h 354"/>
              <a:gd name="T4" fmla="*/ 265 w 353"/>
              <a:gd name="T5" fmla="*/ 201 h 354"/>
              <a:gd name="T6" fmla="*/ 289 w 353"/>
              <a:gd name="T7" fmla="*/ 177 h 354"/>
              <a:gd name="T8" fmla="*/ 265 w 353"/>
              <a:gd name="T9" fmla="*/ 153 h 354"/>
              <a:gd name="T10" fmla="*/ 265 w 353"/>
              <a:gd name="T11" fmla="*/ 185 h 354"/>
              <a:gd name="T12" fmla="*/ 257 w 353"/>
              <a:gd name="T13" fmla="*/ 177 h 354"/>
              <a:gd name="T14" fmla="*/ 265 w 353"/>
              <a:gd name="T15" fmla="*/ 169 h 354"/>
              <a:gd name="T16" fmla="*/ 273 w 353"/>
              <a:gd name="T17" fmla="*/ 177 h 354"/>
              <a:gd name="T18" fmla="*/ 265 w 353"/>
              <a:gd name="T19" fmla="*/ 185 h 354"/>
              <a:gd name="T20" fmla="*/ 89 w 353"/>
              <a:gd name="T21" fmla="*/ 153 h 354"/>
              <a:gd name="T22" fmla="*/ 64 w 353"/>
              <a:gd name="T23" fmla="*/ 177 h 354"/>
              <a:gd name="T24" fmla="*/ 89 w 353"/>
              <a:gd name="T25" fmla="*/ 201 h 354"/>
              <a:gd name="T26" fmla="*/ 113 w 353"/>
              <a:gd name="T27" fmla="*/ 177 h 354"/>
              <a:gd name="T28" fmla="*/ 89 w 353"/>
              <a:gd name="T29" fmla="*/ 153 h 354"/>
              <a:gd name="T30" fmla="*/ 89 w 353"/>
              <a:gd name="T31" fmla="*/ 185 h 354"/>
              <a:gd name="T32" fmla="*/ 81 w 353"/>
              <a:gd name="T33" fmla="*/ 177 h 354"/>
              <a:gd name="T34" fmla="*/ 89 w 353"/>
              <a:gd name="T35" fmla="*/ 169 h 354"/>
              <a:gd name="T36" fmla="*/ 97 w 353"/>
              <a:gd name="T37" fmla="*/ 177 h 354"/>
              <a:gd name="T38" fmla="*/ 89 w 353"/>
              <a:gd name="T39" fmla="*/ 185 h 354"/>
              <a:gd name="T40" fmla="*/ 177 w 353"/>
              <a:gd name="T41" fmla="*/ 153 h 354"/>
              <a:gd name="T42" fmla="*/ 153 w 353"/>
              <a:gd name="T43" fmla="*/ 177 h 354"/>
              <a:gd name="T44" fmla="*/ 177 w 353"/>
              <a:gd name="T45" fmla="*/ 201 h 354"/>
              <a:gd name="T46" fmla="*/ 201 w 353"/>
              <a:gd name="T47" fmla="*/ 177 h 354"/>
              <a:gd name="T48" fmla="*/ 177 w 353"/>
              <a:gd name="T49" fmla="*/ 153 h 354"/>
              <a:gd name="T50" fmla="*/ 177 w 353"/>
              <a:gd name="T51" fmla="*/ 185 h 354"/>
              <a:gd name="T52" fmla="*/ 169 w 353"/>
              <a:gd name="T53" fmla="*/ 177 h 354"/>
              <a:gd name="T54" fmla="*/ 177 w 353"/>
              <a:gd name="T55" fmla="*/ 169 h 354"/>
              <a:gd name="T56" fmla="*/ 185 w 353"/>
              <a:gd name="T57" fmla="*/ 177 h 354"/>
              <a:gd name="T58" fmla="*/ 177 w 353"/>
              <a:gd name="T59" fmla="*/ 185 h 354"/>
              <a:gd name="T60" fmla="*/ 177 w 353"/>
              <a:gd name="T61" fmla="*/ 0 h 354"/>
              <a:gd name="T62" fmla="*/ 0 w 353"/>
              <a:gd name="T63" fmla="*/ 177 h 354"/>
              <a:gd name="T64" fmla="*/ 177 w 353"/>
              <a:gd name="T65" fmla="*/ 354 h 354"/>
              <a:gd name="T66" fmla="*/ 353 w 353"/>
              <a:gd name="T67" fmla="*/ 177 h 354"/>
              <a:gd name="T68" fmla="*/ 177 w 353"/>
              <a:gd name="T69" fmla="*/ 0 h 354"/>
              <a:gd name="T70" fmla="*/ 177 w 353"/>
              <a:gd name="T71" fmla="*/ 338 h 354"/>
              <a:gd name="T72" fmla="*/ 16 w 353"/>
              <a:gd name="T73" fmla="*/ 177 h 354"/>
              <a:gd name="T74" fmla="*/ 177 w 353"/>
              <a:gd name="T75" fmla="*/ 16 h 354"/>
              <a:gd name="T76" fmla="*/ 337 w 353"/>
              <a:gd name="T77" fmla="*/ 177 h 354"/>
              <a:gd name="T78" fmla="*/ 177 w 353"/>
              <a:gd name="T79" fmla="*/ 338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353" h="354">
                <a:moveTo>
                  <a:pt x="265" y="153"/>
                </a:moveTo>
                <a:cubicBezTo>
                  <a:pt x="252" y="153"/>
                  <a:pt x="241" y="164"/>
                  <a:pt x="241" y="177"/>
                </a:cubicBezTo>
                <a:cubicBezTo>
                  <a:pt x="241" y="190"/>
                  <a:pt x="252" y="201"/>
                  <a:pt x="265" y="201"/>
                </a:cubicBezTo>
                <a:cubicBezTo>
                  <a:pt x="278" y="201"/>
                  <a:pt x="289" y="190"/>
                  <a:pt x="289" y="177"/>
                </a:cubicBezTo>
                <a:cubicBezTo>
                  <a:pt x="289" y="164"/>
                  <a:pt x="278" y="153"/>
                  <a:pt x="265" y="153"/>
                </a:cubicBezTo>
                <a:moveTo>
                  <a:pt x="265" y="185"/>
                </a:moveTo>
                <a:cubicBezTo>
                  <a:pt x="261" y="185"/>
                  <a:pt x="257" y="181"/>
                  <a:pt x="257" y="177"/>
                </a:cubicBezTo>
                <a:cubicBezTo>
                  <a:pt x="257" y="173"/>
                  <a:pt x="261" y="169"/>
                  <a:pt x="265" y="169"/>
                </a:cubicBezTo>
                <a:cubicBezTo>
                  <a:pt x="270" y="169"/>
                  <a:pt x="273" y="173"/>
                  <a:pt x="273" y="177"/>
                </a:cubicBezTo>
                <a:cubicBezTo>
                  <a:pt x="273" y="181"/>
                  <a:pt x="270" y="185"/>
                  <a:pt x="265" y="185"/>
                </a:cubicBezTo>
                <a:moveTo>
                  <a:pt x="89" y="153"/>
                </a:moveTo>
                <a:cubicBezTo>
                  <a:pt x="75" y="153"/>
                  <a:pt x="64" y="164"/>
                  <a:pt x="64" y="177"/>
                </a:cubicBezTo>
                <a:cubicBezTo>
                  <a:pt x="64" y="190"/>
                  <a:pt x="75" y="201"/>
                  <a:pt x="89" y="201"/>
                </a:cubicBezTo>
                <a:cubicBezTo>
                  <a:pt x="102" y="201"/>
                  <a:pt x="113" y="190"/>
                  <a:pt x="113" y="177"/>
                </a:cubicBezTo>
                <a:cubicBezTo>
                  <a:pt x="113" y="164"/>
                  <a:pt x="102" y="153"/>
                  <a:pt x="89" y="153"/>
                </a:cubicBezTo>
                <a:moveTo>
                  <a:pt x="89" y="185"/>
                </a:moveTo>
                <a:cubicBezTo>
                  <a:pt x="84" y="185"/>
                  <a:pt x="81" y="181"/>
                  <a:pt x="81" y="177"/>
                </a:cubicBezTo>
                <a:cubicBezTo>
                  <a:pt x="81" y="173"/>
                  <a:pt x="84" y="169"/>
                  <a:pt x="89" y="169"/>
                </a:cubicBezTo>
                <a:cubicBezTo>
                  <a:pt x="93" y="169"/>
                  <a:pt x="97" y="173"/>
                  <a:pt x="97" y="177"/>
                </a:cubicBezTo>
                <a:cubicBezTo>
                  <a:pt x="97" y="181"/>
                  <a:pt x="93" y="185"/>
                  <a:pt x="89" y="185"/>
                </a:cubicBezTo>
                <a:moveTo>
                  <a:pt x="177" y="153"/>
                </a:moveTo>
                <a:cubicBezTo>
                  <a:pt x="164" y="153"/>
                  <a:pt x="153" y="164"/>
                  <a:pt x="153" y="177"/>
                </a:cubicBezTo>
                <a:cubicBezTo>
                  <a:pt x="153" y="190"/>
                  <a:pt x="164" y="201"/>
                  <a:pt x="177" y="201"/>
                </a:cubicBezTo>
                <a:cubicBezTo>
                  <a:pt x="190" y="201"/>
                  <a:pt x="201" y="190"/>
                  <a:pt x="201" y="177"/>
                </a:cubicBezTo>
                <a:cubicBezTo>
                  <a:pt x="201" y="164"/>
                  <a:pt x="190" y="153"/>
                  <a:pt x="177" y="153"/>
                </a:cubicBezTo>
                <a:moveTo>
                  <a:pt x="177" y="185"/>
                </a:moveTo>
                <a:cubicBezTo>
                  <a:pt x="172" y="185"/>
                  <a:pt x="169" y="181"/>
                  <a:pt x="169" y="177"/>
                </a:cubicBezTo>
                <a:cubicBezTo>
                  <a:pt x="169" y="173"/>
                  <a:pt x="172" y="169"/>
                  <a:pt x="177" y="169"/>
                </a:cubicBezTo>
                <a:cubicBezTo>
                  <a:pt x="181" y="169"/>
                  <a:pt x="185" y="173"/>
                  <a:pt x="185" y="177"/>
                </a:cubicBezTo>
                <a:cubicBezTo>
                  <a:pt x="185" y="181"/>
                  <a:pt x="181" y="185"/>
                  <a:pt x="177" y="185"/>
                </a:cubicBezTo>
                <a:moveTo>
                  <a:pt x="177" y="0"/>
                </a:moveTo>
                <a:cubicBezTo>
                  <a:pt x="79" y="0"/>
                  <a:pt x="0" y="80"/>
                  <a:pt x="0" y="177"/>
                </a:cubicBezTo>
                <a:cubicBezTo>
                  <a:pt x="0" y="275"/>
                  <a:pt x="79" y="354"/>
                  <a:pt x="177" y="354"/>
                </a:cubicBezTo>
                <a:cubicBezTo>
                  <a:pt x="274" y="354"/>
                  <a:pt x="353" y="275"/>
                  <a:pt x="353" y="177"/>
                </a:cubicBezTo>
                <a:cubicBezTo>
                  <a:pt x="353" y="80"/>
                  <a:pt x="274" y="0"/>
                  <a:pt x="177" y="0"/>
                </a:cubicBezTo>
                <a:moveTo>
                  <a:pt x="177" y="338"/>
                </a:moveTo>
                <a:cubicBezTo>
                  <a:pt x="88" y="338"/>
                  <a:pt x="16" y="266"/>
                  <a:pt x="16" y="177"/>
                </a:cubicBezTo>
                <a:cubicBezTo>
                  <a:pt x="16" y="88"/>
                  <a:pt x="88" y="16"/>
                  <a:pt x="177" y="16"/>
                </a:cubicBezTo>
                <a:cubicBezTo>
                  <a:pt x="266" y="16"/>
                  <a:pt x="337" y="88"/>
                  <a:pt x="337" y="177"/>
                </a:cubicBezTo>
                <a:cubicBezTo>
                  <a:pt x="337" y="266"/>
                  <a:pt x="266" y="338"/>
                  <a:pt x="177" y="338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4" name="Freeform 83"/>
          <p:cNvSpPr>
            <a:spLocks noEditPoints="1"/>
          </p:cNvSpPr>
          <p:nvPr/>
        </p:nvSpPr>
        <p:spPr bwMode="auto">
          <a:xfrm>
            <a:off x="6360584" y="3139018"/>
            <a:ext cx="577851" cy="579967"/>
          </a:xfrm>
          <a:custGeom>
            <a:avLst/>
            <a:gdLst>
              <a:gd name="T0" fmla="*/ 88 w 353"/>
              <a:gd name="T1" fmla="*/ 265 h 354"/>
              <a:gd name="T2" fmla="*/ 156 w 353"/>
              <a:gd name="T3" fmla="*/ 254 h 354"/>
              <a:gd name="T4" fmla="*/ 341 w 353"/>
              <a:gd name="T5" fmla="*/ 69 h 354"/>
              <a:gd name="T6" fmla="*/ 353 w 353"/>
              <a:gd name="T7" fmla="*/ 41 h 354"/>
              <a:gd name="T8" fmla="*/ 313 w 353"/>
              <a:gd name="T9" fmla="*/ 0 h 354"/>
              <a:gd name="T10" fmla="*/ 284 w 353"/>
              <a:gd name="T11" fmla="*/ 12 h 354"/>
              <a:gd name="T12" fmla="*/ 100 w 353"/>
              <a:gd name="T13" fmla="*/ 197 h 354"/>
              <a:gd name="T14" fmla="*/ 88 w 353"/>
              <a:gd name="T15" fmla="*/ 265 h 354"/>
              <a:gd name="T16" fmla="*/ 296 w 353"/>
              <a:gd name="T17" fmla="*/ 24 h 354"/>
              <a:gd name="T18" fmla="*/ 313 w 353"/>
              <a:gd name="T19" fmla="*/ 16 h 354"/>
              <a:gd name="T20" fmla="*/ 337 w 353"/>
              <a:gd name="T21" fmla="*/ 41 h 354"/>
              <a:gd name="T22" fmla="*/ 330 w 353"/>
              <a:gd name="T23" fmla="*/ 58 h 354"/>
              <a:gd name="T24" fmla="*/ 319 w 353"/>
              <a:gd name="T25" fmla="*/ 68 h 354"/>
              <a:gd name="T26" fmla="*/ 285 w 353"/>
              <a:gd name="T27" fmla="*/ 34 h 354"/>
              <a:gd name="T28" fmla="*/ 296 w 353"/>
              <a:gd name="T29" fmla="*/ 24 h 354"/>
              <a:gd name="T30" fmla="*/ 274 w 353"/>
              <a:gd name="T31" fmla="*/ 45 h 354"/>
              <a:gd name="T32" fmla="*/ 308 w 353"/>
              <a:gd name="T33" fmla="*/ 79 h 354"/>
              <a:gd name="T34" fmla="*/ 160 w 353"/>
              <a:gd name="T35" fmla="*/ 227 h 354"/>
              <a:gd name="T36" fmla="*/ 160 w 353"/>
              <a:gd name="T37" fmla="*/ 193 h 354"/>
              <a:gd name="T38" fmla="*/ 126 w 353"/>
              <a:gd name="T39" fmla="*/ 193 h 354"/>
              <a:gd name="T40" fmla="*/ 274 w 353"/>
              <a:gd name="T41" fmla="*/ 45 h 354"/>
              <a:gd name="T42" fmla="*/ 114 w 353"/>
              <a:gd name="T43" fmla="*/ 209 h 354"/>
              <a:gd name="T44" fmla="*/ 144 w 353"/>
              <a:gd name="T45" fmla="*/ 209 h 354"/>
              <a:gd name="T46" fmla="*/ 144 w 353"/>
              <a:gd name="T47" fmla="*/ 239 h 354"/>
              <a:gd name="T48" fmla="*/ 108 w 353"/>
              <a:gd name="T49" fmla="*/ 245 h 354"/>
              <a:gd name="T50" fmla="*/ 114 w 353"/>
              <a:gd name="T51" fmla="*/ 209 h 354"/>
              <a:gd name="T52" fmla="*/ 345 w 353"/>
              <a:gd name="T53" fmla="*/ 121 h 354"/>
              <a:gd name="T54" fmla="*/ 337 w 353"/>
              <a:gd name="T55" fmla="*/ 129 h 354"/>
              <a:gd name="T56" fmla="*/ 337 w 353"/>
              <a:gd name="T57" fmla="*/ 305 h 354"/>
              <a:gd name="T58" fmla="*/ 305 w 353"/>
              <a:gd name="T59" fmla="*/ 338 h 354"/>
              <a:gd name="T60" fmla="*/ 48 w 353"/>
              <a:gd name="T61" fmla="*/ 338 h 354"/>
              <a:gd name="T62" fmla="*/ 16 w 353"/>
              <a:gd name="T63" fmla="*/ 305 h 354"/>
              <a:gd name="T64" fmla="*/ 16 w 353"/>
              <a:gd name="T65" fmla="*/ 49 h 354"/>
              <a:gd name="T66" fmla="*/ 48 w 353"/>
              <a:gd name="T67" fmla="*/ 16 h 354"/>
              <a:gd name="T68" fmla="*/ 224 w 353"/>
              <a:gd name="T69" fmla="*/ 16 h 354"/>
              <a:gd name="T70" fmla="*/ 232 w 353"/>
              <a:gd name="T71" fmla="*/ 8 h 354"/>
              <a:gd name="T72" fmla="*/ 224 w 353"/>
              <a:gd name="T73" fmla="*/ 0 h 354"/>
              <a:gd name="T74" fmla="*/ 48 w 353"/>
              <a:gd name="T75" fmla="*/ 0 h 354"/>
              <a:gd name="T76" fmla="*/ 0 w 353"/>
              <a:gd name="T77" fmla="*/ 49 h 354"/>
              <a:gd name="T78" fmla="*/ 0 w 353"/>
              <a:gd name="T79" fmla="*/ 305 h 354"/>
              <a:gd name="T80" fmla="*/ 48 w 353"/>
              <a:gd name="T81" fmla="*/ 354 h 354"/>
              <a:gd name="T82" fmla="*/ 305 w 353"/>
              <a:gd name="T83" fmla="*/ 354 h 354"/>
              <a:gd name="T84" fmla="*/ 353 w 353"/>
              <a:gd name="T85" fmla="*/ 305 h 354"/>
              <a:gd name="T86" fmla="*/ 353 w 353"/>
              <a:gd name="T87" fmla="*/ 129 h 354"/>
              <a:gd name="T88" fmla="*/ 345 w 353"/>
              <a:gd name="T89" fmla="*/ 121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353" h="354">
                <a:moveTo>
                  <a:pt x="88" y="265"/>
                </a:moveTo>
                <a:cubicBezTo>
                  <a:pt x="156" y="254"/>
                  <a:pt x="156" y="254"/>
                  <a:pt x="156" y="254"/>
                </a:cubicBezTo>
                <a:cubicBezTo>
                  <a:pt x="341" y="69"/>
                  <a:pt x="341" y="69"/>
                  <a:pt x="341" y="69"/>
                </a:cubicBezTo>
                <a:cubicBezTo>
                  <a:pt x="348" y="62"/>
                  <a:pt x="353" y="52"/>
                  <a:pt x="353" y="41"/>
                </a:cubicBezTo>
                <a:cubicBezTo>
                  <a:pt x="353" y="18"/>
                  <a:pt x="335" y="0"/>
                  <a:pt x="313" y="0"/>
                </a:cubicBezTo>
                <a:cubicBezTo>
                  <a:pt x="302" y="0"/>
                  <a:pt x="292" y="5"/>
                  <a:pt x="284" y="12"/>
                </a:cubicBezTo>
                <a:cubicBezTo>
                  <a:pt x="100" y="197"/>
                  <a:pt x="100" y="197"/>
                  <a:pt x="100" y="197"/>
                </a:cubicBezTo>
                <a:lnTo>
                  <a:pt x="88" y="265"/>
                </a:lnTo>
                <a:close/>
                <a:moveTo>
                  <a:pt x="296" y="24"/>
                </a:moveTo>
                <a:cubicBezTo>
                  <a:pt x="300" y="19"/>
                  <a:pt x="306" y="16"/>
                  <a:pt x="313" y="16"/>
                </a:cubicBezTo>
                <a:cubicBezTo>
                  <a:pt x="326" y="16"/>
                  <a:pt x="337" y="27"/>
                  <a:pt x="337" y="41"/>
                </a:cubicBezTo>
                <a:cubicBezTo>
                  <a:pt x="337" y="47"/>
                  <a:pt x="334" y="53"/>
                  <a:pt x="330" y="58"/>
                </a:cubicBezTo>
                <a:cubicBezTo>
                  <a:pt x="319" y="68"/>
                  <a:pt x="319" y="68"/>
                  <a:pt x="319" y="68"/>
                </a:cubicBezTo>
                <a:cubicBezTo>
                  <a:pt x="285" y="34"/>
                  <a:pt x="285" y="34"/>
                  <a:pt x="285" y="34"/>
                </a:cubicBezTo>
                <a:lnTo>
                  <a:pt x="296" y="24"/>
                </a:lnTo>
                <a:close/>
                <a:moveTo>
                  <a:pt x="274" y="45"/>
                </a:moveTo>
                <a:cubicBezTo>
                  <a:pt x="308" y="79"/>
                  <a:pt x="308" y="79"/>
                  <a:pt x="308" y="79"/>
                </a:cubicBezTo>
                <a:cubicBezTo>
                  <a:pt x="160" y="227"/>
                  <a:pt x="160" y="227"/>
                  <a:pt x="160" y="227"/>
                </a:cubicBezTo>
                <a:cubicBezTo>
                  <a:pt x="160" y="193"/>
                  <a:pt x="160" y="193"/>
                  <a:pt x="160" y="193"/>
                </a:cubicBezTo>
                <a:cubicBezTo>
                  <a:pt x="126" y="193"/>
                  <a:pt x="126" y="193"/>
                  <a:pt x="126" y="193"/>
                </a:cubicBezTo>
                <a:lnTo>
                  <a:pt x="274" y="45"/>
                </a:lnTo>
                <a:close/>
                <a:moveTo>
                  <a:pt x="114" y="209"/>
                </a:moveTo>
                <a:cubicBezTo>
                  <a:pt x="144" y="209"/>
                  <a:pt x="144" y="209"/>
                  <a:pt x="144" y="209"/>
                </a:cubicBezTo>
                <a:cubicBezTo>
                  <a:pt x="144" y="239"/>
                  <a:pt x="144" y="239"/>
                  <a:pt x="144" y="239"/>
                </a:cubicBezTo>
                <a:cubicBezTo>
                  <a:pt x="108" y="245"/>
                  <a:pt x="108" y="245"/>
                  <a:pt x="108" y="245"/>
                </a:cubicBezTo>
                <a:lnTo>
                  <a:pt x="114" y="209"/>
                </a:lnTo>
                <a:close/>
                <a:moveTo>
                  <a:pt x="345" y="121"/>
                </a:moveTo>
                <a:cubicBezTo>
                  <a:pt x="340" y="121"/>
                  <a:pt x="337" y="124"/>
                  <a:pt x="337" y="129"/>
                </a:cubicBezTo>
                <a:cubicBezTo>
                  <a:pt x="337" y="305"/>
                  <a:pt x="337" y="305"/>
                  <a:pt x="337" y="305"/>
                </a:cubicBezTo>
                <a:cubicBezTo>
                  <a:pt x="337" y="323"/>
                  <a:pt x="322" y="338"/>
                  <a:pt x="305" y="338"/>
                </a:cubicBezTo>
                <a:cubicBezTo>
                  <a:pt x="48" y="338"/>
                  <a:pt x="48" y="338"/>
                  <a:pt x="48" y="338"/>
                </a:cubicBezTo>
                <a:cubicBezTo>
                  <a:pt x="30" y="338"/>
                  <a:pt x="16" y="323"/>
                  <a:pt x="16" y="305"/>
                </a:cubicBezTo>
                <a:cubicBezTo>
                  <a:pt x="16" y="49"/>
                  <a:pt x="16" y="49"/>
                  <a:pt x="16" y="49"/>
                </a:cubicBezTo>
                <a:cubicBezTo>
                  <a:pt x="16" y="31"/>
                  <a:pt x="30" y="16"/>
                  <a:pt x="48" y="16"/>
                </a:cubicBezTo>
                <a:cubicBezTo>
                  <a:pt x="224" y="16"/>
                  <a:pt x="224" y="16"/>
                  <a:pt x="224" y="16"/>
                </a:cubicBezTo>
                <a:cubicBezTo>
                  <a:pt x="229" y="16"/>
                  <a:pt x="232" y="13"/>
                  <a:pt x="232" y="8"/>
                </a:cubicBezTo>
                <a:cubicBezTo>
                  <a:pt x="232" y="4"/>
                  <a:pt x="229" y="0"/>
                  <a:pt x="224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21" y="0"/>
                  <a:pt x="0" y="22"/>
                  <a:pt x="0" y="49"/>
                </a:cubicBezTo>
                <a:cubicBezTo>
                  <a:pt x="0" y="305"/>
                  <a:pt x="0" y="305"/>
                  <a:pt x="0" y="305"/>
                </a:cubicBezTo>
                <a:cubicBezTo>
                  <a:pt x="0" y="332"/>
                  <a:pt x="21" y="354"/>
                  <a:pt x="48" y="354"/>
                </a:cubicBezTo>
                <a:cubicBezTo>
                  <a:pt x="305" y="354"/>
                  <a:pt x="305" y="354"/>
                  <a:pt x="305" y="354"/>
                </a:cubicBezTo>
                <a:cubicBezTo>
                  <a:pt x="331" y="354"/>
                  <a:pt x="353" y="332"/>
                  <a:pt x="353" y="305"/>
                </a:cubicBezTo>
                <a:cubicBezTo>
                  <a:pt x="353" y="129"/>
                  <a:pt x="353" y="129"/>
                  <a:pt x="353" y="129"/>
                </a:cubicBezTo>
                <a:cubicBezTo>
                  <a:pt x="353" y="124"/>
                  <a:pt x="349" y="121"/>
                  <a:pt x="345" y="121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5" name="Freeform 84"/>
          <p:cNvSpPr>
            <a:spLocks noEditPoints="1"/>
          </p:cNvSpPr>
          <p:nvPr/>
        </p:nvSpPr>
        <p:spPr bwMode="auto">
          <a:xfrm>
            <a:off x="7463367" y="3139018"/>
            <a:ext cx="577851" cy="579967"/>
          </a:xfrm>
          <a:custGeom>
            <a:avLst/>
            <a:gdLst>
              <a:gd name="T0" fmla="*/ 289 w 353"/>
              <a:gd name="T1" fmla="*/ 0 h 354"/>
              <a:gd name="T2" fmla="*/ 243 w 353"/>
              <a:gd name="T3" fmla="*/ 19 h 354"/>
              <a:gd name="T4" fmla="*/ 27 w 353"/>
              <a:gd name="T5" fmla="*/ 236 h 354"/>
              <a:gd name="T6" fmla="*/ 0 w 353"/>
              <a:gd name="T7" fmla="*/ 354 h 354"/>
              <a:gd name="T8" fmla="*/ 118 w 353"/>
              <a:gd name="T9" fmla="*/ 327 h 354"/>
              <a:gd name="T10" fmla="*/ 334 w 353"/>
              <a:gd name="T11" fmla="*/ 110 h 354"/>
              <a:gd name="T12" fmla="*/ 353 w 353"/>
              <a:gd name="T13" fmla="*/ 65 h 354"/>
              <a:gd name="T14" fmla="*/ 289 w 353"/>
              <a:gd name="T15" fmla="*/ 0 h 354"/>
              <a:gd name="T16" fmla="*/ 104 w 353"/>
              <a:gd name="T17" fmla="*/ 312 h 354"/>
              <a:gd name="T18" fmla="*/ 48 w 353"/>
              <a:gd name="T19" fmla="*/ 325 h 354"/>
              <a:gd name="T20" fmla="*/ 48 w 353"/>
              <a:gd name="T21" fmla="*/ 305 h 354"/>
              <a:gd name="T22" fmla="*/ 29 w 353"/>
              <a:gd name="T23" fmla="*/ 305 h 354"/>
              <a:gd name="T24" fmla="*/ 42 w 353"/>
              <a:gd name="T25" fmla="*/ 249 h 354"/>
              <a:gd name="T26" fmla="*/ 104 w 353"/>
              <a:gd name="T27" fmla="*/ 249 h 354"/>
              <a:gd name="T28" fmla="*/ 104 w 353"/>
              <a:gd name="T29" fmla="*/ 312 h 354"/>
              <a:gd name="T30" fmla="*/ 120 w 353"/>
              <a:gd name="T31" fmla="*/ 301 h 354"/>
              <a:gd name="T32" fmla="*/ 120 w 353"/>
              <a:gd name="T33" fmla="*/ 241 h 354"/>
              <a:gd name="T34" fmla="*/ 112 w 353"/>
              <a:gd name="T35" fmla="*/ 233 h 354"/>
              <a:gd name="T36" fmla="*/ 52 w 353"/>
              <a:gd name="T37" fmla="*/ 233 h 354"/>
              <a:gd name="T38" fmla="*/ 225 w 353"/>
              <a:gd name="T39" fmla="*/ 60 h 354"/>
              <a:gd name="T40" fmla="*/ 293 w 353"/>
              <a:gd name="T41" fmla="*/ 128 h 354"/>
              <a:gd name="T42" fmla="*/ 120 w 353"/>
              <a:gd name="T43" fmla="*/ 301 h 354"/>
              <a:gd name="T44" fmla="*/ 323 w 353"/>
              <a:gd name="T45" fmla="*/ 99 h 354"/>
              <a:gd name="T46" fmla="*/ 305 w 353"/>
              <a:gd name="T47" fmla="*/ 117 h 354"/>
              <a:gd name="T48" fmla="*/ 236 w 353"/>
              <a:gd name="T49" fmla="*/ 49 h 354"/>
              <a:gd name="T50" fmla="*/ 255 w 353"/>
              <a:gd name="T51" fmla="*/ 31 h 354"/>
              <a:gd name="T52" fmla="*/ 289 w 353"/>
              <a:gd name="T53" fmla="*/ 16 h 354"/>
              <a:gd name="T54" fmla="*/ 337 w 353"/>
              <a:gd name="T55" fmla="*/ 65 h 354"/>
              <a:gd name="T56" fmla="*/ 323 w 353"/>
              <a:gd name="T57" fmla="*/ 99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353" h="354">
                <a:moveTo>
                  <a:pt x="289" y="0"/>
                </a:moveTo>
                <a:cubicBezTo>
                  <a:pt x="271" y="0"/>
                  <a:pt x="255" y="8"/>
                  <a:pt x="243" y="19"/>
                </a:cubicBezTo>
                <a:cubicBezTo>
                  <a:pt x="27" y="236"/>
                  <a:pt x="27" y="236"/>
                  <a:pt x="27" y="236"/>
                </a:cubicBezTo>
                <a:cubicBezTo>
                  <a:pt x="0" y="354"/>
                  <a:pt x="0" y="354"/>
                  <a:pt x="0" y="354"/>
                </a:cubicBezTo>
                <a:cubicBezTo>
                  <a:pt x="118" y="327"/>
                  <a:pt x="118" y="327"/>
                  <a:pt x="118" y="327"/>
                </a:cubicBezTo>
                <a:cubicBezTo>
                  <a:pt x="334" y="110"/>
                  <a:pt x="334" y="110"/>
                  <a:pt x="334" y="110"/>
                </a:cubicBezTo>
                <a:cubicBezTo>
                  <a:pt x="346" y="98"/>
                  <a:pt x="353" y="82"/>
                  <a:pt x="353" y="65"/>
                </a:cubicBezTo>
                <a:cubicBezTo>
                  <a:pt x="353" y="29"/>
                  <a:pt x="324" y="0"/>
                  <a:pt x="289" y="0"/>
                </a:cubicBezTo>
                <a:moveTo>
                  <a:pt x="104" y="312"/>
                </a:moveTo>
                <a:cubicBezTo>
                  <a:pt x="48" y="325"/>
                  <a:pt x="48" y="325"/>
                  <a:pt x="48" y="325"/>
                </a:cubicBezTo>
                <a:cubicBezTo>
                  <a:pt x="48" y="305"/>
                  <a:pt x="48" y="305"/>
                  <a:pt x="48" y="305"/>
                </a:cubicBezTo>
                <a:cubicBezTo>
                  <a:pt x="29" y="305"/>
                  <a:pt x="29" y="305"/>
                  <a:pt x="29" y="305"/>
                </a:cubicBezTo>
                <a:cubicBezTo>
                  <a:pt x="42" y="249"/>
                  <a:pt x="42" y="249"/>
                  <a:pt x="42" y="249"/>
                </a:cubicBezTo>
                <a:cubicBezTo>
                  <a:pt x="104" y="249"/>
                  <a:pt x="104" y="249"/>
                  <a:pt x="104" y="249"/>
                </a:cubicBezTo>
                <a:lnTo>
                  <a:pt x="104" y="312"/>
                </a:lnTo>
                <a:close/>
                <a:moveTo>
                  <a:pt x="120" y="301"/>
                </a:moveTo>
                <a:cubicBezTo>
                  <a:pt x="120" y="241"/>
                  <a:pt x="120" y="241"/>
                  <a:pt x="120" y="241"/>
                </a:cubicBezTo>
                <a:cubicBezTo>
                  <a:pt x="120" y="237"/>
                  <a:pt x="117" y="233"/>
                  <a:pt x="112" y="233"/>
                </a:cubicBezTo>
                <a:cubicBezTo>
                  <a:pt x="52" y="233"/>
                  <a:pt x="52" y="233"/>
                  <a:pt x="52" y="233"/>
                </a:cubicBezTo>
                <a:cubicBezTo>
                  <a:pt x="225" y="60"/>
                  <a:pt x="225" y="60"/>
                  <a:pt x="225" y="60"/>
                </a:cubicBezTo>
                <a:cubicBezTo>
                  <a:pt x="293" y="128"/>
                  <a:pt x="293" y="128"/>
                  <a:pt x="293" y="128"/>
                </a:cubicBezTo>
                <a:lnTo>
                  <a:pt x="120" y="301"/>
                </a:lnTo>
                <a:close/>
                <a:moveTo>
                  <a:pt x="323" y="99"/>
                </a:moveTo>
                <a:cubicBezTo>
                  <a:pt x="305" y="117"/>
                  <a:pt x="305" y="117"/>
                  <a:pt x="305" y="117"/>
                </a:cubicBezTo>
                <a:cubicBezTo>
                  <a:pt x="236" y="49"/>
                  <a:pt x="236" y="49"/>
                  <a:pt x="236" y="49"/>
                </a:cubicBezTo>
                <a:cubicBezTo>
                  <a:pt x="255" y="31"/>
                  <a:pt x="255" y="31"/>
                  <a:pt x="255" y="31"/>
                </a:cubicBezTo>
                <a:cubicBezTo>
                  <a:pt x="255" y="31"/>
                  <a:pt x="268" y="16"/>
                  <a:pt x="289" y="16"/>
                </a:cubicBezTo>
                <a:cubicBezTo>
                  <a:pt x="315" y="16"/>
                  <a:pt x="337" y="38"/>
                  <a:pt x="337" y="65"/>
                </a:cubicBezTo>
                <a:cubicBezTo>
                  <a:pt x="337" y="78"/>
                  <a:pt x="332" y="90"/>
                  <a:pt x="323" y="99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6" name="Freeform 85"/>
          <p:cNvSpPr>
            <a:spLocks noEditPoints="1"/>
          </p:cNvSpPr>
          <p:nvPr/>
        </p:nvSpPr>
        <p:spPr bwMode="auto">
          <a:xfrm>
            <a:off x="8568267" y="3164418"/>
            <a:ext cx="577851" cy="529167"/>
          </a:xfrm>
          <a:custGeom>
            <a:avLst/>
            <a:gdLst>
              <a:gd name="T0" fmla="*/ 177 w 353"/>
              <a:gd name="T1" fmla="*/ 0 h 322"/>
              <a:gd name="T2" fmla="*/ 0 w 353"/>
              <a:gd name="T3" fmla="*/ 145 h 322"/>
              <a:gd name="T4" fmla="*/ 50 w 353"/>
              <a:gd name="T5" fmla="*/ 246 h 322"/>
              <a:gd name="T6" fmla="*/ 32 w 353"/>
              <a:gd name="T7" fmla="*/ 322 h 322"/>
              <a:gd name="T8" fmla="*/ 127 w 353"/>
              <a:gd name="T9" fmla="*/ 284 h 322"/>
              <a:gd name="T10" fmla="*/ 177 w 353"/>
              <a:gd name="T11" fmla="*/ 289 h 322"/>
              <a:gd name="T12" fmla="*/ 353 w 353"/>
              <a:gd name="T13" fmla="*/ 145 h 322"/>
              <a:gd name="T14" fmla="*/ 177 w 353"/>
              <a:gd name="T15" fmla="*/ 0 h 322"/>
              <a:gd name="T16" fmla="*/ 177 w 353"/>
              <a:gd name="T17" fmla="*/ 273 h 322"/>
              <a:gd name="T18" fmla="*/ 131 w 353"/>
              <a:gd name="T19" fmla="*/ 268 h 322"/>
              <a:gd name="T20" fmla="*/ 127 w 353"/>
              <a:gd name="T21" fmla="*/ 268 h 322"/>
              <a:gd name="T22" fmla="*/ 121 w 353"/>
              <a:gd name="T23" fmla="*/ 269 h 322"/>
              <a:gd name="T24" fmla="*/ 55 w 353"/>
              <a:gd name="T25" fmla="*/ 295 h 322"/>
              <a:gd name="T26" fmla="*/ 66 w 353"/>
              <a:gd name="T27" fmla="*/ 249 h 322"/>
              <a:gd name="T28" fmla="*/ 61 w 353"/>
              <a:gd name="T29" fmla="*/ 233 h 322"/>
              <a:gd name="T30" fmla="*/ 16 w 353"/>
              <a:gd name="T31" fmla="*/ 145 h 322"/>
              <a:gd name="T32" fmla="*/ 177 w 353"/>
              <a:gd name="T33" fmla="*/ 17 h 322"/>
              <a:gd name="T34" fmla="*/ 337 w 353"/>
              <a:gd name="T35" fmla="*/ 145 h 322"/>
              <a:gd name="T36" fmla="*/ 177 w 353"/>
              <a:gd name="T37" fmla="*/ 273 h 3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353" h="322">
                <a:moveTo>
                  <a:pt x="177" y="0"/>
                </a:moveTo>
                <a:cubicBezTo>
                  <a:pt x="79" y="0"/>
                  <a:pt x="0" y="65"/>
                  <a:pt x="0" y="145"/>
                </a:cubicBezTo>
                <a:cubicBezTo>
                  <a:pt x="0" y="184"/>
                  <a:pt x="19" y="220"/>
                  <a:pt x="50" y="246"/>
                </a:cubicBezTo>
                <a:cubicBezTo>
                  <a:pt x="32" y="322"/>
                  <a:pt x="32" y="322"/>
                  <a:pt x="32" y="322"/>
                </a:cubicBezTo>
                <a:cubicBezTo>
                  <a:pt x="127" y="284"/>
                  <a:pt x="127" y="284"/>
                  <a:pt x="127" y="284"/>
                </a:cubicBezTo>
                <a:cubicBezTo>
                  <a:pt x="143" y="287"/>
                  <a:pt x="160" y="289"/>
                  <a:pt x="177" y="289"/>
                </a:cubicBezTo>
                <a:cubicBezTo>
                  <a:pt x="274" y="289"/>
                  <a:pt x="353" y="225"/>
                  <a:pt x="353" y="145"/>
                </a:cubicBezTo>
                <a:cubicBezTo>
                  <a:pt x="353" y="65"/>
                  <a:pt x="274" y="0"/>
                  <a:pt x="177" y="0"/>
                </a:cubicBezTo>
                <a:moveTo>
                  <a:pt x="177" y="273"/>
                </a:moveTo>
                <a:cubicBezTo>
                  <a:pt x="162" y="273"/>
                  <a:pt x="146" y="272"/>
                  <a:pt x="131" y="268"/>
                </a:cubicBezTo>
                <a:cubicBezTo>
                  <a:pt x="130" y="268"/>
                  <a:pt x="129" y="268"/>
                  <a:pt x="127" y="268"/>
                </a:cubicBezTo>
                <a:cubicBezTo>
                  <a:pt x="125" y="268"/>
                  <a:pt x="123" y="268"/>
                  <a:pt x="121" y="269"/>
                </a:cubicBezTo>
                <a:cubicBezTo>
                  <a:pt x="55" y="295"/>
                  <a:pt x="55" y="295"/>
                  <a:pt x="55" y="295"/>
                </a:cubicBezTo>
                <a:cubicBezTo>
                  <a:pt x="66" y="249"/>
                  <a:pt x="66" y="249"/>
                  <a:pt x="66" y="249"/>
                </a:cubicBezTo>
                <a:cubicBezTo>
                  <a:pt x="67" y="243"/>
                  <a:pt x="65" y="237"/>
                  <a:pt x="61" y="233"/>
                </a:cubicBezTo>
                <a:cubicBezTo>
                  <a:pt x="32" y="209"/>
                  <a:pt x="16" y="178"/>
                  <a:pt x="16" y="145"/>
                </a:cubicBezTo>
                <a:cubicBezTo>
                  <a:pt x="16" y="74"/>
                  <a:pt x="88" y="17"/>
                  <a:pt x="177" y="17"/>
                </a:cubicBezTo>
                <a:cubicBezTo>
                  <a:pt x="265" y="17"/>
                  <a:pt x="337" y="74"/>
                  <a:pt x="337" y="145"/>
                </a:cubicBezTo>
                <a:cubicBezTo>
                  <a:pt x="337" y="216"/>
                  <a:pt x="265" y="273"/>
                  <a:pt x="177" y="273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7" name="Freeform 86"/>
          <p:cNvSpPr>
            <a:spLocks noEditPoints="1"/>
          </p:cNvSpPr>
          <p:nvPr/>
        </p:nvSpPr>
        <p:spPr bwMode="auto">
          <a:xfrm>
            <a:off x="9673167" y="3164418"/>
            <a:ext cx="577851" cy="529167"/>
          </a:xfrm>
          <a:custGeom>
            <a:avLst/>
            <a:gdLst>
              <a:gd name="T0" fmla="*/ 96 w 353"/>
              <a:gd name="T1" fmla="*/ 121 h 322"/>
              <a:gd name="T2" fmla="*/ 72 w 353"/>
              <a:gd name="T3" fmla="*/ 145 h 322"/>
              <a:gd name="T4" fmla="*/ 96 w 353"/>
              <a:gd name="T5" fmla="*/ 169 h 322"/>
              <a:gd name="T6" fmla="*/ 120 w 353"/>
              <a:gd name="T7" fmla="*/ 145 h 322"/>
              <a:gd name="T8" fmla="*/ 96 w 353"/>
              <a:gd name="T9" fmla="*/ 121 h 322"/>
              <a:gd name="T10" fmla="*/ 176 w 353"/>
              <a:gd name="T11" fmla="*/ 121 h 322"/>
              <a:gd name="T12" fmla="*/ 152 w 353"/>
              <a:gd name="T13" fmla="*/ 145 h 322"/>
              <a:gd name="T14" fmla="*/ 176 w 353"/>
              <a:gd name="T15" fmla="*/ 169 h 322"/>
              <a:gd name="T16" fmla="*/ 200 w 353"/>
              <a:gd name="T17" fmla="*/ 145 h 322"/>
              <a:gd name="T18" fmla="*/ 176 w 353"/>
              <a:gd name="T19" fmla="*/ 121 h 322"/>
              <a:gd name="T20" fmla="*/ 176 w 353"/>
              <a:gd name="T21" fmla="*/ 0 h 322"/>
              <a:gd name="T22" fmla="*/ 0 w 353"/>
              <a:gd name="T23" fmla="*/ 145 h 322"/>
              <a:gd name="T24" fmla="*/ 50 w 353"/>
              <a:gd name="T25" fmla="*/ 246 h 322"/>
              <a:gd name="T26" fmla="*/ 32 w 353"/>
              <a:gd name="T27" fmla="*/ 322 h 322"/>
              <a:gd name="T28" fmla="*/ 127 w 353"/>
              <a:gd name="T29" fmla="*/ 284 h 322"/>
              <a:gd name="T30" fmla="*/ 176 w 353"/>
              <a:gd name="T31" fmla="*/ 289 h 322"/>
              <a:gd name="T32" fmla="*/ 353 w 353"/>
              <a:gd name="T33" fmla="*/ 145 h 322"/>
              <a:gd name="T34" fmla="*/ 176 w 353"/>
              <a:gd name="T35" fmla="*/ 0 h 322"/>
              <a:gd name="T36" fmla="*/ 176 w 353"/>
              <a:gd name="T37" fmla="*/ 273 h 322"/>
              <a:gd name="T38" fmla="*/ 130 w 353"/>
              <a:gd name="T39" fmla="*/ 268 h 322"/>
              <a:gd name="T40" fmla="*/ 127 w 353"/>
              <a:gd name="T41" fmla="*/ 268 h 322"/>
              <a:gd name="T42" fmla="*/ 121 w 353"/>
              <a:gd name="T43" fmla="*/ 269 h 322"/>
              <a:gd name="T44" fmla="*/ 54 w 353"/>
              <a:gd name="T45" fmla="*/ 295 h 322"/>
              <a:gd name="T46" fmla="*/ 65 w 353"/>
              <a:gd name="T47" fmla="*/ 249 h 322"/>
              <a:gd name="T48" fmla="*/ 60 w 353"/>
              <a:gd name="T49" fmla="*/ 233 h 322"/>
              <a:gd name="T50" fmla="*/ 16 w 353"/>
              <a:gd name="T51" fmla="*/ 145 h 322"/>
              <a:gd name="T52" fmla="*/ 176 w 353"/>
              <a:gd name="T53" fmla="*/ 17 h 322"/>
              <a:gd name="T54" fmla="*/ 337 w 353"/>
              <a:gd name="T55" fmla="*/ 145 h 322"/>
              <a:gd name="T56" fmla="*/ 176 w 353"/>
              <a:gd name="T57" fmla="*/ 273 h 322"/>
              <a:gd name="T58" fmla="*/ 256 w 353"/>
              <a:gd name="T59" fmla="*/ 121 h 322"/>
              <a:gd name="T60" fmla="*/ 232 w 353"/>
              <a:gd name="T61" fmla="*/ 145 h 322"/>
              <a:gd name="T62" fmla="*/ 256 w 353"/>
              <a:gd name="T63" fmla="*/ 169 h 322"/>
              <a:gd name="T64" fmla="*/ 281 w 353"/>
              <a:gd name="T65" fmla="*/ 145 h 322"/>
              <a:gd name="T66" fmla="*/ 256 w 353"/>
              <a:gd name="T67" fmla="*/ 121 h 3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353" h="322">
                <a:moveTo>
                  <a:pt x="96" y="121"/>
                </a:moveTo>
                <a:cubicBezTo>
                  <a:pt x="83" y="121"/>
                  <a:pt x="72" y="132"/>
                  <a:pt x="72" y="145"/>
                </a:cubicBezTo>
                <a:cubicBezTo>
                  <a:pt x="72" y="158"/>
                  <a:pt x="83" y="169"/>
                  <a:pt x="96" y="169"/>
                </a:cubicBezTo>
                <a:cubicBezTo>
                  <a:pt x="109" y="169"/>
                  <a:pt x="120" y="158"/>
                  <a:pt x="120" y="145"/>
                </a:cubicBezTo>
                <a:cubicBezTo>
                  <a:pt x="120" y="132"/>
                  <a:pt x="109" y="121"/>
                  <a:pt x="96" y="121"/>
                </a:cubicBezTo>
                <a:moveTo>
                  <a:pt x="176" y="121"/>
                </a:moveTo>
                <a:cubicBezTo>
                  <a:pt x="163" y="121"/>
                  <a:pt x="152" y="132"/>
                  <a:pt x="152" y="145"/>
                </a:cubicBezTo>
                <a:cubicBezTo>
                  <a:pt x="152" y="158"/>
                  <a:pt x="163" y="169"/>
                  <a:pt x="176" y="169"/>
                </a:cubicBezTo>
                <a:cubicBezTo>
                  <a:pt x="189" y="169"/>
                  <a:pt x="200" y="158"/>
                  <a:pt x="200" y="145"/>
                </a:cubicBezTo>
                <a:cubicBezTo>
                  <a:pt x="200" y="132"/>
                  <a:pt x="189" y="121"/>
                  <a:pt x="176" y="121"/>
                </a:cubicBezTo>
                <a:moveTo>
                  <a:pt x="176" y="0"/>
                </a:moveTo>
                <a:cubicBezTo>
                  <a:pt x="79" y="0"/>
                  <a:pt x="0" y="65"/>
                  <a:pt x="0" y="145"/>
                </a:cubicBezTo>
                <a:cubicBezTo>
                  <a:pt x="0" y="184"/>
                  <a:pt x="19" y="220"/>
                  <a:pt x="50" y="246"/>
                </a:cubicBezTo>
                <a:cubicBezTo>
                  <a:pt x="32" y="322"/>
                  <a:pt x="32" y="322"/>
                  <a:pt x="32" y="322"/>
                </a:cubicBezTo>
                <a:cubicBezTo>
                  <a:pt x="127" y="284"/>
                  <a:pt x="127" y="284"/>
                  <a:pt x="127" y="284"/>
                </a:cubicBezTo>
                <a:cubicBezTo>
                  <a:pt x="142" y="287"/>
                  <a:pt x="159" y="289"/>
                  <a:pt x="176" y="289"/>
                </a:cubicBezTo>
                <a:cubicBezTo>
                  <a:pt x="274" y="289"/>
                  <a:pt x="353" y="225"/>
                  <a:pt x="353" y="145"/>
                </a:cubicBezTo>
                <a:cubicBezTo>
                  <a:pt x="353" y="65"/>
                  <a:pt x="274" y="0"/>
                  <a:pt x="176" y="0"/>
                </a:cubicBezTo>
                <a:moveTo>
                  <a:pt x="176" y="273"/>
                </a:moveTo>
                <a:cubicBezTo>
                  <a:pt x="161" y="273"/>
                  <a:pt x="145" y="272"/>
                  <a:pt x="130" y="268"/>
                </a:cubicBezTo>
                <a:cubicBezTo>
                  <a:pt x="129" y="268"/>
                  <a:pt x="128" y="268"/>
                  <a:pt x="127" y="268"/>
                </a:cubicBezTo>
                <a:cubicBezTo>
                  <a:pt x="125" y="268"/>
                  <a:pt x="123" y="268"/>
                  <a:pt x="121" y="269"/>
                </a:cubicBezTo>
                <a:cubicBezTo>
                  <a:pt x="54" y="295"/>
                  <a:pt x="54" y="295"/>
                  <a:pt x="54" y="295"/>
                </a:cubicBezTo>
                <a:cubicBezTo>
                  <a:pt x="65" y="249"/>
                  <a:pt x="65" y="249"/>
                  <a:pt x="65" y="249"/>
                </a:cubicBezTo>
                <a:cubicBezTo>
                  <a:pt x="67" y="243"/>
                  <a:pt x="65" y="237"/>
                  <a:pt x="60" y="233"/>
                </a:cubicBezTo>
                <a:cubicBezTo>
                  <a:pt x="31" y="209"/>
                  <a:pt x="16" y="178"/>
                  <a:pt x="16" y="145"/>
                </a:cubicBezTo>
                <a:cubicBezTo>
                  <a:pt x="16" y="74"/>
                  <a:pt x="88" y="17"/>
                  <a:pt x="176" y="17"/>
                </a:cubicBezTo>
                <a:cubicBezTo>
                  <a:pt x="265" y="17"/>
                  <a:pt x="337" y="74"/>
                  <a:pt x="337" y="145"/>
                </a:cubicBezTo>
                <a:cubicBezTo>
                  <a:pt x="337" y="216"/>
                  <a:pt x="265" y="273"/>
                  <a:pt x="176" y="273"/>
                </a:cubicBezTo>
                <a:moveTo>
                  <a:pt x="256" y="121"/>
                </a:moveTo>
                <a:cubicBezTo>
                  <a:pt x="243" y="121"/>
                  <a:pt x="232" y="132"/>
                  <a:pt x="232" y="145"/>
                </a:cubicBezTo>
                <a:cubicBezTo>
                  <a:pt x="232" y="158"/>
                  <a:pt x="243" y="169"/>
                  <a:pt x="256" y="169"/>
                </a:cubicBezTo>
                <a:cubicBezTo>
                  <a:pt x="270" y="169"/>
                  <a:pt x="281" y="158"/>
                  <a:pt x="281" y="145"/>
                </a:cubicBezTo>
                <a:cubicBezTo>
                  <a:pt x="281" y="132"/>
                  <a:pt x="270" y="121"/>
                  <a:pt x="256" y="121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8" name="Freeform 87"/>
          <p:cNvSpPr>
            <a:spLocks noEditPoints="1"/>
          </p:cNvSpPr>
          <p:nvPr/>
        </p:nvSpPr>
        <p:spPr bwMode="auto">
          <a:xfrm>
            <a:off x="10775951" y="3164418"/>
            <a:ext cx="577851" cy="529167"/>
          </a:xfrm>
          <a:custGeom>
            <a:avLst/>
            <a:gdLst>
              <a:gd name="T0" fmla="*/ 353 w 353"/>
              <a:gd name="T1" fmla="*/ 109 h 322"/>
              <a:gd name="T2" fmla="*/ 225 w 353"/>
              <a:gd name="T3" fmla="*/ 0 h 322"/>
              <a:gd name="T4" fmla="*/ 107 w 353"/>
              <a:gd name="T5" fmla="*/ 66 h 322"/>
              <a:gd name="T6" fmla="*/ 126 w 353"/>
              <a:gd name="T7" fmla="*/ 65 h 322"/>
              <a:gd name="T8" fmla="*/ 225 w 353"/>
              <a:gd name="T9" fmla="*/ 17 h 322"/>
              <a:gd name="T10" fmla="*/ 337 w 353"/>
              <a:gd name="T11" fmla="*/ 109 h 322"/>
              <a:gd name="T12" fmla="*/ 303 w 353"/>
              <a:gd name="T13" fmla="*/ 175 h 322"/>
              <a:gd name="T14" fmla="*/ 298 w 353"/>
              <a:gd name="T15" fmla="*/ 191 h 322"/>
              <a:gd name="T16" fmla="*/ 305 w 353"/>
              <a:gd name="T17" fmla="*/ 215 h 322"/>
              <a:gd name="T18" fmla="*/ 272 w 353"/>
              <a:gd name="T19" fmla="*/ 202 h 322"/>
              <a:gd name="T20" fmla="*/ 268 w 353"/>
              <a:gd name="T21" fmla="*/ 218 h 322"/>
              <a:gd name="T22" fmla="*/ 329 w 353"/>
              <a:gd name="T23" fmla="*/ 241 h 322"/>
              <a:gd name="T24" fmla="*/ 314 w 353"/>
              <a:gd name="T25" fmla="*/ 187 h 322"/>
              <a:gd name="T26" fmla="*/ 353 w 353"/>
              <a:gd name="T27" fmla="*/ 109 h 322"/>
              <a:gd name="T28" fmla="*/ 128 w 353"/>
              <a:gd name="T29" fmla="*/ 81 h 322"/>
              <a:gd name="T30" fmla="*/ 0 w 353"/>
              <a:gd name="T31" fmla="*/ 189 h 322"/>
              <a:gd name="T32" fmla="*/ 39 w 353"/>
              <a:gd name="T33" fmla="*/ 267 h 322"/>
              <a:gd name="T34" fmla="*/ 24 w 353"/>
              <a:gd name="T35" fmla="*/ 322 h 322"/>
              <a:gd name="T36" fmla="*/ 96 w 353"/>
              <a:gd name="T37" fmla="*/ 294 h 322"/>
              <a:gd name="T38" fmla="*/ 128 w 353"/>
              <a:gd name="T39" fmla="*/ 298 h 322"/>
              <a:gd name="T40" fmla="*/ 257 w 353"/>
              <a:gd name="T41" fmla="*/ 189 h 322"/>
              <a:gd name="T42" fmla="*/ 128 w 353"/>
              <a:gd name="T43" fmla="*/ 81 h 322"/>
              <a:gd name="T44" fmla="*/ 128 w 353"/>
              <a:gd name="T45" fmla="*/ 281 h 322"/>
              <a:gd name="T46" fmla="*/ 99 w 353"/>
              <a:gd name="T47" fmla="*/ 278 h 322"/>
              <a:gd name="T48" fmla="*/ 96 w 353"/>
              <a:gd name="T49" fmla="*/ 278 h 322"/>
              <a:gd name="T50" fmla="*/ 90 w 353"/>
              <a:gd name="T51" fmla="*/ 279 h 322"/>
              <a:gd name="T52" fmla="*/ 48 w 353"/>
              <a:gd name="T53" fmla="*/ 295 h 322"/>
              <a:gd name="T54" fmla="*/ 55 w 353"/>
              <a:gd name="T55" fmla="*/ 272 h 322"/>
              <a:gd name="T56" fmla="*/ 50 w 353"/>
              <a:gd name="T57" fmla="*/ 255 h 322"/>
              <a:gd name="T58" fmla="*/ 16 w 353"/>
              <a:gd name="T59" fmla="*/ 189 h 322"/>
              <a:gd name="T60" fmla="*/ 128 w 353"/>
              <a:gd name="T61" fmla="*/ 97 h 322"/>
              <a:gd name="T62" fmla="*/ 241 w 353"/>
              <a:gd name="T63" fmla="*/ 189 h 322"/>
              <a:gd name="T64" fmla="*/ 128 w 353"/>
              <a:gd name="T65" fmla="*/ 281 h 3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353" h="322">
                <a:moveTo>
                  <a:pt x="353" y="109"/>
                </a:moveTo>
                <a:cubicBezTo>
                  <a:pt x="353" y="49"/>
                  <a:pt x="296" y="0"/>
                  <a:pt x="225" y="0"/>
                </a:cubicBezTo>
                <a:cubicBezTo>
                  <a:pt x="172" y="0"/>
                  <a:pt x="126" y="28"/>
                  <a:pt x="107" y="66"/>
                </a:cubicBezTo>
                <a:cubicBezTo>
                  <a:pt x="113" y="65"/>
                  <a:pt x="119" y="65"/>
                  <a:pt x="126" y="65"/>
                </a:cubicBezTo>
                <a:cubicBezTo>
                  <a:pt x="145" y="36"/>
                  <a:pt x="182" y="17"/>
                  <a:pt x="225" y="17"/>
                </a:cubicBezTo>
                <a:cubicBezTo>
                  <a:pt x="287" y="17"/>
                  <a:pt x="337" y="58"/>
                  <a:pt x="337" y="109"/>
                </a:cubicBezTo>
                <a:cubicBezTo>
                  <a:pt x="337" y="134"/>
                  <a:pt x="325" y="157"/>
                  <a:pt x="303" y="175"/>
                </a:cubicBezTo>
                <a:cubicBezTo>
                  <a:pt x="298" y="179"/>
                  <a:pt x="296" y="185"/>
                  <a:pt x="298" y="191"/>
                </a:cubicBezTo>
                <a:cubicBezTo>
                  <a:pt x="305" y="215"/>
                  <a:pt x="305" y="215"/>
                  <a:pt x="305" y="215"/>
                </a:cubicBezTo>
                <a:cubicBezTo>
                  <a:pt x="272" y="202"/>
                  <a:pt x="272" y="202"/>
                  <a:pt x="272" y="202"/>
                </a:cubicBezTo>
                <a:cubicBezTo>
                  <a:pt x="271" y="207"/>
                  <a:pt x="270" y="213"/>
                  <a:pt x="268" y="218"/>
                </a:cubicBezTo>
                <a:cubicBezTo>
                  <a:pt x="329" y="241"/>
                  <a:pt x="329" y="241"/>
                  <a:pt x="329" y="241"/>
                </a:cubicBezTo>
                <a:cubicBezTo>
                  <a:pt x="314" y="187"/>
                  <a:pt x="314" y="187"/>
                  <a:pt x="314" y="187"/>
                </a:cubicBezTo>
                <a:cubicBezTo>
                  <a:pt x="338" y="167"/>
                  <a:pt x="353" y="140"/>
                  <a:pt x="353" y="109"/>
                </a:cubicBezTo>
                <a:moveTo>
                  <a:pt x="128" y="81"/>
                </a:moveTo>
                <a:cubicBezTo>
                  <a:pt x="57" y="81"/>
                  <a:pt x="0" y="129"/>
                  <a:pt x="0" y="189"/>
                </a:cubicBezTo>
                <a:cubicBezTo>
                  <a:pt x="0" y="220"/>
                  <a:pt x="15" y="248"/>
                  <a:pt x="39" y="267"/>
                </a:cubicBezTo>
                <a:cubicBezTo>
                  <a:pt x="24" y="322"/>
                  <a:pt x="24" y="322"/>
                  <a:pt x="24" y="322"/>
                </a:cubicBezTo>
                <a:cubicBezTo>
                  <a:pt x="96" y="294"/>
                  <a:pt x="96" y="294"/>
                  <a:pt x="96" y="294"/>
                </a:cubicBezTo>
                <a:cubicBezTo>
                  <a:pt x="106" y="296"/>
                  <a:pt x="117" y="298"/>
                  <a:pt x="128" y="298"/>
                </a:cubicBezTo>
                <a:cubicBezTo>
                  <a:pt x="199" y="298"/>
                  <a:pt x="257" y="249"/>
                  <a:pt x="257" y="189"/>
                </a:cubicBezTo>
                <a:cubicBezTo>
                  <a:pt x="257" y="129"/>
                  <a:pt x="199" y="81"/>
                  <a:pt x="128" y="81"/>
                </a:cubicBezTo>
                <a:moveTo>
                  <a:pt x="128" y="281"/>
                </a:moveTo>
                <a:cubicBezTo>
                  <a:pt x="119" y="281"/>
                  <a:pt x="109" y="280"/>
                  <a:pt x="99" y="278"/>
                </a:cubicBezTo>
                <a:cubicBezTo>
                  <a:pt x="98" y="278"/>
                  <a:pt x="97" y="278"/>
                  <a:pt x="96" y="278"/>
                </a:cubicBezTo>
                <a:cubicBezTo>
                  <a:pt x="94" y="278"/>
                  <a:pt x="92" y="278"/>
                  <a:pt x="90" y="279"/>
                </a:cubicBezTo>
                <a:cubicBezTo>
                  <a:pt x="48" y="295"/>
                  <a:pt x="48" y="295"/>
                  <a:pt x="48" y="295"/>
                </a:cubicBezTo>
                <a:cubicBezTo>
                  <a:pt x="55" y="272"/>
                  <a:pt x="55" y="272"/>
                  <a:pt x="55" y="272"/>
                </a:cubicBezTo>
                <a:cubicBezTo>
                  <a:pt x="57" y="266"/>
                  <a:pt x="55" y="259"/>
                  <a:pt x="50" y="255"/>
                </a:cubicBezTo>
                <a:cubicBezTo>
                  <a:pt x="28" y="237"/>
                  <a:pt x="16" y="214"/>
                  <a:pt x="16" y="189"/>
                </a:cubicBezTo>
                <a:cubicBezTo>
                  <a:pt x="16" y="138"/>
                  <a:pt x="66" y="97"/>
                  <a:pt x="128" y="97"/>
                </a:cubicBezTo>
                <a:cubicBezTo>
                  <a:pt x="190" y="97"/>
                  <a:pt x="241" y="138"/>
                  <a:pt x="241" y="189"/>
                </a:cubicBezTo>
                <a:cubicBezTo>
                  <a:pt x="241" y="240"/>
                  <a:pt x="190" y="281"/>
                  <a:pt x="128" y="281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9" name="Freeform 88"/>
          <p:cNvSpPr>
            <a:spLocks noEditPoints="1"/>
          </p:cNvSpPr>
          <p:nvPr/>
        </p:nvSpPr>
        <p:spPr bwMode="auto">
          <a:xfrm>
            <a:off x="840317" y="4243917"/>
            <a:ext cx="577851" cy="577851"/>
          </a:xfrm>
          <a:custGeom>
            <a:avLst/>
            <a:gdLst>
              <a:gd name="T0" fmla="*/ 177 w 353"/>
              <a:gd name="T1" fmla="*/ 0 h 353"/>
              <a:gd name="T2" fmla="*/ 0 w 353"/>
              <a:gd name="T3" fmla="*/ 176 h 353"/>
              <a:gd name="T4" fmla="*/ 177 w 353"/>
              <a:gd name="T5" fmla="*/ 353 h 353"/>
              <a:gd name="T6" fmla="*/ 353 w 353"/>
              <a:gd name="T7" fmla="*/ 176 h 353"/>
              <a:gd name="T8" fmla="*/ 177 w 353"/>
              <a:gd name="T9" fmla="*/ 0 h 353"/>
              <a:gd name="T10" fmla="*/ 177 w 353"/>
              <a:gd name="T11" fmla="*/ 337 h 353"/>
              <a:gd name="T12" fmla="*/ 16 w 353"/>
              <a:gd name="T13" fmla="*/ 176 h 353"/>
              <a:gd name="T14" fmla="*/ 58 w 353"/>
              <a:gd name="T15" fmla="*/ 69 h 353"/>
              <a:gd name="T16" fmla="*/ 284 w 353"/>
              <a:gd name="T17" fmla="*/ 295 h 353"/>
              <a:gd name="T18" fmla="*/ 177 w 353"/>
              <a:gd name="T19" fmla="*/ 337 h 353"/>
              <a:gd name="T20" fmla="*/ 295 w 353"/>
              <a:gd name="T21" fmla="*/ 284 h 353"/>
              <a:gd name="T22" fmla="*/ 69 w 353"/>
              <a:gd name="T23" fmla="*/ 57 h 353"/>
              <a:gd name="T24" fmla="*/ 177 w 353"/>
              <a:gd name="T25" fmla="*/ 16 h 353"/>
              <a:gd name="T26" fmla="*/ 337 w 353"/>
              <a:gd name="T27" fmla="*/ 176 h 353"/>
              <a:gd name="T28" fmla="*/ 295 w 353"/>
              <a:gd name="T29" fmla="*/ 284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353" h="353">
                <a:moveTo>
                  <a:pt x="177" y="0"/>
                </a:moveTo>
                <a:cubicBezTo>
                  <a:pt x="79" y="0"/>
                  <a:pt x="0" y="79"/>
                  <a:pt x="0" y="176"/>
                </a:cubicBezTo>
                <a:cubicBezTo>
                  <a:pt x="0" y="274"/>
                  <a:pt x="79" y="353"/>
                  <a:pt x="177" y="353"/>
                </a:cubicBezTo>
                <a:cubicBezTo>
                  <a:pt x="274" y="353"/>
                  <a:pt x="353" y="274"/>
                  <a:pt x="353" y="176"/>
                </a:cubicBezTo>
                <a:cubicBezTo>
                  <a:pt x="353" y="79"/>
                  <a:pt x="274" y="0"/>
                  <a:pt x="177" y="0"/>
                </a:cubicBezTo>
                <a:moveTo>
                  <a:pt x="177" y="337"/>
                </a:moveTo>
                <a:cubicBezTo>
                  <a:pt x="88" y="337"/>
                  <a:pt x="16" y="265"/>
                  <a:pt x="16" y="176"/>
                </a:cubicBezTo>
                <a:cubicBezTo>
                  <a:pt x="16" y="135"/>
                  <a:pt x="32" y="97"/>
                  <a:pt x="58" y="69"/>
                </a:cubicBezTo>
                <a:cubicBezTo>
                  <a:pt x="284" y="295"/>
                  <a:pt x="284" y="295"/>
                  <a:pt x="284" y="295"/>
                </a:cubicBezTo>
                <a:cubicBezTo>
                  <a:pt x="256" y="321"/>
                  <a:pt x="218" y="337"/>
                  <a:pt x="177" y="337"/>
                </a:cubicBezTo>
                <a:moveTo>
                  <a:pt x="295" y="284"/>
                </a:moveTo>
                <a:cubicBezTo>
                  <a:pt x="69" y="57"/>
                  <a:pt x="69" y="57"/>
                  <a:pt x="69" y="57"/>
                </a:cubicBezTo>
                <a:cubicBezTo>
                  <a:pt x="97" y="32"/>
                  <a:pt x="135" y="16"/>
                  <a:pt x="177" y="16"/>
                </a:cubicBezTo>
                <a:cubicBezTo>
                  <a:pt x="265" y="16"/>
                  <a:pt x="337" y="88"/>
                  <a:pt x="337" y="176"/>
                </a:cubicBezTo>
                <a:cubicBezTo>
                  <a:pt x="337" y="218"/>
                  <a:pt x="321" y="255"/>
                  <a:pt x="295" y="284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0" name="Freeform 89"/>
          <p:cNvSpPr>
            <a:spLocks noEditPoints="1"/>
          </p:cNvSpPr>
          <p:nvPr/>
        </p:nvSpPr>
        <p:spPr bwMode="auto">
          <a:xfrm>
            <a:off x="1943100" y="4243917"/>
            <a:ext cx="577851" cy="577851"/>
          </a:xfrm>
          <a:custGeom>
            <a:avLst/>
            <a:gdLst>
              <a:gd name="T0" fmla="*/ 200 w 353"/>
              <a:gd name="T1" fmla="*/ 249 h 353"/>
              <a:gd name="T2" fmla="*/ 190 w 353"/>
              <a:gd name="T3" fmla="*/ 246 h 353"/>
              <a:gd name="T4" fmla="*/ 187 w 353"/>
              <a:gd name="T5" fmla="*/ 238 h 353"/>
              <a:gd name="T6" fmla="*/ 188 w 353"/>
              <a:gd name="T7" fmla="*/ 230 h 353"/>
              <a:gd name="T8" fmla="*/ 190 w 353"/>
              <a:gd name="T9" fmla="*/ 221 h 353"/>
              <a:gd name="T10" fmla="*/ 200 w 353"/>
              <a:gd name="T11" fmla="*/ 188 h 353"/>
              <a:gd name="T12" fmla="*/ 201 w 353"/>
              <a:gd name="T13" fmla="*/ 178 h 353"/>
              <a:gd name="T14" fmla="*/ 202 w 353"/>
              <a:gd name="T15" fmla="*/ 171 h 353"/>
              <a:gd name="T16" fmla="*/ 195 w 353"/>
              <a:gd name="T17" fmla="*/ 154 h 353"/>
              <a:gd name="T18" fmla="*/ 173 w 353"/>
              <a:gd name="T19" fmla="*/ 148 h 353"/>
              <a:gd name="T20" fmla="*/ 157 w 353"/>
              <a:gd name="T21" fmla="*/ 150 h 353"/>
              <a:gd name="T22" fmla="*/ 139 w 353"/>
              <a:gd name="T23" fmla="*/ 157 h 353"/>
              <a:gd name="T24" fmla="*/ 137 w 353"/>
              <a:gd name="T25" fmla="*/ 167 h 353"/>
              <a:gd name="T26" fmla="*/ 143 w 353"/>
              <a:gd name="T27" fmla="*/ 165 h 353"/>
              <a:gd name="T28" fmla="*/ 151 w 353"/>
              <a:gd name="T29" fmla="*/ 164 h 353"/>
              <a:gd name="T30" fmla="*/ 161 w 353"/>
              <a:gd name="T31" fmla="*/ 166 h 353"/>
              <a:gd name="T32" fmla="*/ 164 w 353"/>
              <a:gd name="T33" fmla="*/ 175 h 353"/>
              <a:gd name="T34" fmla="*/ 163 w 353"/>
              <a:gd name="T35" fmla="*/ 182 h 353"/>
              <a:gd name="T36" fmla="*/ 161 w 353"/>
              <a:gd name="T37" fmla="*/ 191 h 353"/>
              <a:gd name="T38" fmla="*/ 151 w 353"/>
              <a:gd name="T39" fmla="*/ 224 h 353"/>
              <a:gd name="T40" fmla="*/ 149 w 353"/>
              <a:gd name="T41" fmla="*/ 233 h 353"/>
              <a:gd name="T42" fmla="*/ 149 w 353"/>
              <a:gd name="T43" fmla="*/ 241 h 353"/>
              <a:gd name="T44" fmla="*/ 157 w 353"/>
              <a:gd name="T45" fmla="*/ 258 h 353"/>
              <a:gd name="T46" fmla="*/ 178 w 353"/>
              <a:gd name="T47" fmla="*/ 265 h 353"/>
              <a:gd name="T48" fmla="*/ 194 w 353"/>
              <a:gd name="T49" fmla="*/ 262 h 353"/>
              <a:gd name="T50" fmla="*/ 212 w 353"/>
              <a:gd name="T51" fmla="*/ 256 h 353"/>
              <a:gd name="T52" fmla="*/ 215 w 353"/>
              <a:gd name="T53" fmla="*/ 246 h 353"/>
              <a:gd name="T54" fmla="*/ 208 w 353"/>
              <a:gd name="T55" fmla="*/ 248 h 353"/>
              <a:gd name="T56" fmla="*/ 200 w 353"/>
              <a:gd name="T57" fmla="*/ 249 h 353"/>
              <a:gd name="T58" fmla="*/ 194 w 353"/>
              <a:gd name="T59" fmla="*/ 88 h 353"/>
              <a:gd name="T60" fmla="*/ 178 w 353"/>
              <a:gd name="T61" fmla="*/ 94 h 353"/>
              <a:gd name="T62" fmla="*/ 172 w 353"/>
              <a:gd name="T63" fmla="*/ 109 h 353"/>
              <a:gd name="T64" fmla="*/ 178 w 353"/>
              <a:gd name="T65" fmla="*/ 123 h 353"/>
              <a:gd name="T66" fmla="*/ 194 w 353"/>
              <a:gd name="T67" fmla="*/ 129 h 353"/>
              <a:gd name="T68" fmla="*/ 210 w 353"/>
              <a:gd name="T69" fmla="*/ 123 h 353"/>
              <a:gd name="T70" fmla="*/ 217 w 353"/>
              <a:gd name="T71" fmla="*/ 109 h 353"/>
              <a:gd name="T72" fmla="*/ 210 w 353"/>
              <a:gd name="T73" fmla="*/ 94 h 353"/>
              <a:gd name="T74" fmla="*/ 194 w 353"/>
              <a:gd name="T75" fmla="*/ 88 h 353"/>
              <a:gd name="T76" fmla="*/ 177 w 353"/>
              <a:gd name="T77" fmla="*/ 0 h 353"/>
              <a:gd name="T78" fmla="*/ 0 w 353"/>
              <a:gd name="T79" fmla="*/ 176 h 353"/>
              <a:gd name="T80" fmla="*/ 177 w 353"/>
              <a:gd name="T81" fmla="*/ 353 h 353"/>
              <a:gd name="T82" fmla="*/ 353 w 353"/>
              <a:gd name="T83" fmla="*/ 176 h 353"/>
              <a:gd name="T84" fmla="*/ 177 w 353"/>
              <a:gd name="T85" fmla="*/ 0 h 353"/>
              <a:gd name="T86" fmla="*/ 177 w 353"/>
              <a:gd name="T87" fmla="*/ 337 h 353"/>
              <a:gd name="T88" fmla="*/ 16 w 353"/>
              <a:gd name="T89" fmla="*/ 176 h 353"/>
              <a:gd name="T90" fmla="*/ 177 w 353"/>
              <a:gd name="T91" fmla="*/ 16 h 353"/>
              <a:gd name="T92" fmla="*/ 337 w 353"/>
              <a:gd name="T93" fmla="*/ 176 h 353"/>
              <a:gd name="T94" fmla="*/ 177 w 353"/>
              <a:gd name="T95" fmla="*/ 337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53" h="353">
                <a:moveTo>
                  <a:pt x="200" y="249"/>
                </a:moveTo>
                <a:cubicBezTo>
                  <a:pt x="196" y="249"/>
                  <a:pt x="192" y="248"/>
                  <a:pt x="190" y="246"/>
                </a:cubicBezTo>
                <a:cubicBezTo>
                  <a:pt x="188" y="245"/>
                  <a:pt x="187" y="242"/>
                  <a:pt x="187" y="238"/>
                </a:cubicBezTo>
                <a:cubicBezTo>
                  <a:pt x="187" y="236"/>
                  <a:pt x="187" y="233"/>
                  <a:pt x="188" y="230"/>
                </a:cubicBezTo>
                <a:cubicBezTo>
                  <a:pt x="189" y="227"/>
                  <a:pt x="189" y="224"/>
                  <a:pt x="190" y="221"/>
                </a:cubicBezTo>
                <a:cubicBezTo>
                  <a:pt x="200" y="188"/>
                  <a:pt x="200" y="188"/>
                  <a:pt x="200" y="188"/>
                </a:cubicBezTo>
                <a:cubicBezTo>
                  <a:pt x="200" y="185"/>
                  <a:pt x="201" y="182"/>
                  <a:pt x="201" y="178"/>
                </a:cubicBezTo>
                <a:cubicBezTo>
                  <a:pt x="202" y="175"/>
                  <a:pt x="202" y="172"/>
                  <a:pt x="202" y="171"/>
                </a:cubicBezTo>
                <a:cubicBezTo>
                  <a:pt x="202" y="164"/>
                  <a:pt x="199" y="159"/>
                  <a:pt x="195" y="154"/>
                </a:cubicBezTo>
                <a:cubicBezTo>
                  <a:pt x="190" y="150"/>
                  <a:pt x="182" y="148"/>
                  <a:pt x="173" y="148"/>
                </a:cubicBezTo>
                <a:cubicBezTo>
                  <a:pt x="168" y="148"/>
                  <a:pt x="163" y="149"/>
                  <a:pt x="157" y="150"/>
                </a:cubicBezTo>
                <a:cubicBezTo>
                  <a:pt x="151" y="152"/>
                  <a:pt x="145" y="154"/>
                  <a:pt x="139" y="157"/>
                </a:cubicBezTo>
                <a:cubicBezTo>
                  <a:pt x="137" y="167"/>
                  <a:pt x="137" y="167"/>
                  <a:pt x="137" y="167"/>
                </a:cubicBezTo>
                <a:cubicBezTo>
                  <a:pt x="139" y="166"/>
                  <a:pt x="141" y="165"/>
                  <a:pt x="143" y="165"/>
                </a:cubicBezTo>
                <a:cubicBezTo>
                  <a:pt x="146" y="164"/>
                  <a:pt x="148" y="164"/>
                  <a:pt x="151" y="164"/>
                </a:cubicBezTo>
                <a:cubicBezTo>
                  <a:pt x="156" y="164"/>
                  <a:pt x="159" y="164"/>
                  <a:pt x="161" y="166"/>
                </a:cubicBezTo>
                <a:cubicBezTo>
                  <a:pt x="163" y="168"/>
                  <a:pt x="164" y="171"/>
                  <a:pt x="164" y="175"/>
                </a:cubicBezTo>
                <a:cubicBezTo>
                  <a:pt x="164" y="177"/>
                  <a:pt x="164" y="180"/>
                  <a:pt x="163" y="182"/>
                </a:cubicBezTo>
                <a:cubicBezTo>
                  <a:pt x="162" y="185"/>
                  <a:pt x="162" y="188"/>
                  <a:pt x="161" y="191"/>
                </a:cubicBezTo>
                <a:cubicBezTo>
                  <a:pt x="151" y="224"/>
                  <a:pt x="151" y="224"/>
                  <a:pt x="151" y="224"/>
                </a:cubicBezTo>
                <a:cubicBezTo>
                  <a:pt x="150" y="228"/>
                  <a:pt x="150" y="231"/>
                  <a:pt x="149" y="233"/>
                </a:cubicBezTo>
                <a:cubicBezTo>
                  <a:pt x="149" y="236"/>
                  <a:pt x="149" y="239"/>
                  <a:pt x="149" y="241"/>
                </a:cubicBezTo>
                <a:cubicBezTo>
                  <a:pt x="149" y="248"/>
                  <a:pt x="151" y="254"/>
                  <a:pt x="157" y="258"/>
                </a:cubicBezTo>
                <a:cubicBezTo>
                  <a:pt x="162" y="262"/>
                  <a:pt x="169" y="265"/>
                  <a:pt x="178" y="265"/>
                </a:cubicBezTo>
                <a:cubicBezTo>
                  <a:pt x="184" y="265"/>
                  <a:pt x="189" y="264"/>
                  <a:pt x="194" y="262"/>
                </a:cubicBezTo>
                <a:cubicBezTo>
                  <a:pt x="198" y="261"/>
                  <a:pt x="204" y="259"/>
                  <a:pt x="212" y="256"/>
                </a:cubicBezTo>
                <a:cubicBezTo>
                  <a:pt x="215" y="246"/>
                  <a:pt x="215" y="246"/>
                  <a:pt x="215" y="246"/>
                </a:cubicBezTo>
                <a:cubicBezTo>
                  <a:pt x="213" y="246"/>
                  <a:pt x="211" y="247"/>
                  <a:pt x="208" y="248"/>
                </a:cubicBezTo>
                <a:cubicBezTo>
                  <a:pt x="205" y="248"/>
                  <a:pt x="203" y="249"/>
                  <a:pt x="200" y="249"/>
                </a:cubicBezTo>
                <a:moveTo>
                  <a:pt x="194" y="88"/>
                </a:moveTo>
                <a:cubicBezTo>
                  <a:pt x="188" y="88"/>
                  <a:pt x="183" y="90"/>
                  <a:pt x="178" y="94"/>
                </a:cubicBezTo>
                <a:cubicBezTo>
                  <a:pt x="174" y="98"/>
                  <a:pt x="172" y="103"/>
                  <a:pt x="172" y="109"/>
                </a:cubicBezTo>
                <a:cubicBezTo>
                  <a:pt x="172" y="114"/>
                  <a:pt x="174" y="119"/>
                  <a:pt x="178" y="123"/>
                </a:cubicBezTo>
                <a:cubicBezTo>
                  <a:pt x="183" y="127"/>
                  <a:pt x="188" y="129"/>
                  <a:pt x="194" y="129"/>
                </a:cubicBezTo>
                <a:cubicBezTo>
                  <a:pt x="201" y="129"/>
                  <a:pt x="206" y="127"/>
                  <a:pt x="210" y="123"/>
                </a:cubicBezTo>
                <a:cubicBezTo>
                  <a:pt x="215" y="119"/>
                  <a:pt x="217" y="114"/>
                  <a:pt x="217" y="109"/>
                </a:cubicBezTo>
                <a:cubicBezTo>
                  <a:pt x="217" y="103"/>
                  <a:pt x="215" y="98"/>
                  <a:pt x="210" y="94"/>
                </a:cubicBezTo>
                <a:cubicBezTo>
                  <a:pt x="206" y="90"/>
                  <a:pt x="201" y="88"/>
                  <a:pt x="194" y="88"/>
                </a:cubicBezTo>
                <a:moveTo>
                  <a:pt x="177" y="0"/>
                </a:moveTo>
                <a:cubicBezTo>
                  <a:pt x="79" y="0"/>
                  <a:pt x="0" y="79"/>
                  <a:pt x="0" y="176"/>
                </a:cubicBezTo>
                <a:cubicBezTo>
                  <a:pt x="0" y="274"/>
                  <a:pt x="79" y="353"/>
                  <a:pt x="177" y="353"/>
                </a:cubicBezTo>
                <a:cubicBezTo>
                  <a:pt x="274" y="353"/>
                  <a:pt x="353" y="274"/>
                  <a:pt x="353" y="176"/>
                </a:cubicBezTo>
                <a:cubicBezTo>
                  <a:pt x="353" y="79"/>
                  <a:pt x="274" y="0"/>
                  <a:pt x="177" y="0"/>
                </a:cubicBezTo>
                <a:moveTo>
                  <a:pt x="177" y="337"/>
                </a:moveTo>
                <a:cubicBezTo>
                  <a:pt x="88" y="337"/>
                  <a:pt x="16" y="265"/>
                  <a:pt x="16" y="176"/>
                </a:cubicBezTo>
                <a:cubicBezTo>
                  <a:pt x="16" y="88"/>
                  <a:pt x="88" y="16"/>
                  <a:pt x="177" y="16"/>
                </a:cubicBezTo>
                <a:cubicBezTo>
                  <a:pt x="266" y="16"/>
                  <a:pt x="337" y="88"/>
                  <a:pt x="337" y="176"/>
                </a:cubicBezTo>
                <a:cubicBezTo>
                  <a:pt x="337" y="265"/>
                  <a:pt x="266" y="337"/>
                  <a:pt x="177" y="337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1" name="Freeform 90"/>
          <p:cNvSpPr>
            <a:spLocks noEditPoints="1"/>
          </p:cNvSpPr>
          <p:nvPr/>
        </p:nvSpPr>
        <p:spPr bwMode="auto">
          <a:xfrm>
            <a:off x="3048000" y="4243917"/>
            <a:ext cx="577851" cy="577851"/>
          </a:xfrm>
          <a:custGeom>
            <a:avLst/>
            <a:gdLst>
              <a:gd name="T0" fmla="*/ 176 w 353"/>
              <a:gd name="T1" fmla="*/ 0 h 353"/>
              <a:gd name="T2" fmla="*/ 0 w 353"/>
              <a:gd name="T3" fmla="*/ 176 h 353"/>
              <a:gd name="T4" fmla="*/ 176 w 353"/>
              <a:gd name="T5" fmla="*/ 353 h 353"/>
              <a:gd name="T6" fmla="*/ 353 w 353"/>
              <a:gd name="T7" fmla="*/ 176 h 353"/>
              <a:gd name="T8" fmla="*/ 176 w 353"/>
              <a:gd name="T9" fmla="*/ 0 h 353"/>
              <a:gd name="T10" fmla="*/ 176 w 353"/>
              <a:gd name="T11" fmla="*/ 337 h 353"/>
              <a:gd name="T12" fmla="*/ 16 w 353"/>
              <a:gd name="T13" fmla="*/ 176 h 353"/>
              <a:gd name="T14" fmla="*/ 176 w 353"/>
              <a:gd name="T15" fmla="*/ 16 h 353"/>
              <a:gd name="T16" fmla="*/ 337 w 353"/>
              <a:gd name="T17" fmla="*/ 176 h 353"/>
              <a:gd name="T18" fmla="*/ 176 w 353"/>
              <a:gd name="T19" fmla="*/ 337 h 353"/>
              <a:gd name="T20" fmla="*/ 166 w 353"/>
              <a:gd name="T21" fmla="*/ 257 h 353"/>
              <a:gd name="T22" fmla="*/ 189 w 353"/>
              <a:gd name="T23" fmla="*/ 257 h 353"/>
              <a:gd name="T24" fmla="*/ 189 w 353"/>
              <a:gd name="T25" fmla="*/ 230 h 353"/>
              <a:gd name="T26" fmla="*/ 166 w 353"/>
              <a:gd name="T27" fmla="*/ 230 h 353"/>
              <a:gd name="T28" fmla="*/ 166 w 353"/>
              <a:gd name="T29" fmla="*/ 257 h 353"/>
              <a:gd name="T30" fmla="*/ 212 w 353"/>
              <a:gd name="T31" fmla="*/ 107 h 353"/>
              <a:gd name="T32" fmla="*/ 197 w 353"/>
              <a:gd name="T33" fmla="*/ 99 h 353"/>
              <a:gd name="T34" fmla="*/ 179 w 353"/>
              <a:gd name="T35" fmla="*/ 96 h 353"/>
              <a:gd name="T36" fmla="*/ 157 w 353"/>
              <a:gd name="T37" fmla="*/ 100 h 353"/>
              <a:gd name="T38" fmla="*/ 141 w 353"/>
              <a:gd name="T39" fmla="*/ 110 h 353"/>
              <a:gd name="T40" fmla="*/ 130 w 353"/>
              <a:gd name="T41" fmla="*/ 127 h 353"/>
              <a:gd name="T42" fmla="*/ 127 w 353"/>
              <a:gd name="T43" fmla="*/ 149 h 353"/>
              <a:gd name="T44" fmla="*/ 127 w 353"/>
              <a:gd name="T45" fmla="*/ 150 h 353"/>
              <a:gd name="T46" fmla="*/ 145 w 353"/>
              <a:gd name="T47" fmla="*/ 150 h 353"/>
              <a:gd name="T48" fmla="*/ 145 w 353"/>
              <a:gd name="T49" fmla="*/ 148 h 353"/>
              <a:gd name="T50" fmla="*/ 147 w 353"/>
              <a:gd name="T51" fmla="*/ 134 h 353"/>
              <a:gd name="T52" fmla="*/ 153 w 353"/>
              <a:gd name="T53" fmla="*/ 122 h 353"/>
              <a:gd name="T54" fmla="*/ 163 w 353"/>
              <a:gd name="T55" fmla="*/ 114 h 353"/>
              <a:gd name="T56" fmla="*/ 178 w 353"/>
              <a:gd name="T57" fmla="*/ 111 h 353"/>
              <a:gd name="T58" fmla="*/ 190 w 353"/>
              <a:gd name="T59" fmla="*/ 113 h 353"/>
              <a:gd name="T60" fmla="*/ 199 w 353"/>
              <a:gd name="T61" fmla="*/ 119 h 353"/>
              <a:gd name="T62" fmla="*/ 206 w 353"/>
              <a:gd name="T63" fmla="*/ 127 h 353"/>
              <a:gd name="T64" fmla="*/ 208 w 353"/>
              <a:gd name="T65" fmla="*/ 138 h 353"/>
              <a:gd name="T66" fmla="*/ 204 w 353"/>
              <a:gd name="T67" fmla="*/ 153 h 353"/>
              <a:gd name="T68" fmla="*/ 194 w 353"/>
              <a:gd name="T69" fmla="*/ 165 h 353"/>
              <a:gd name="T70" fmla="*/ 182 w 353"/>
              <a:gd name="T71" fmla="*/ 176 h 353"/>
              <a:gd name="T72" fmla="*/ 174 w 353"/>
              <a:gd name="T73" fmla="*/ 187 h 353"/>
              <a:gd name="T74" fmla="*/ 169 w 353"/>
              <a:gd name="T75" fmla="*/ 199 h 353"/>
              <a:gd name="T76" fmla="*/ 168 w 353"/>
              <a:gd name="T77" fmla="*/ 216 h 353"/>
              <a:gd name="T78" fmla="*/ 168 w 353"/>
              <a:gd name="T79" fmla="*/ 218 h 353"/>
              <a:gd name="T80" fmla="*/ 186 w 353"/>
              <a:gd name="T81" fmla="*/ 218 h 353"/>
              <a:gd name="T82" fmla="*/ 186 w 353"/>
              <a:gd name="T83" fmla="*/ 216 h 353"/>
              <a:gd name="T84" fmla="*/ 187 w 353"/>
              <a:gd name="T85" fmla="*/ 201 h 353"/>
              <a:gd name="T86" fmla="*/ 189 w 353"/>
              <a:gd name="T87" fmla="*/ 193 h 353"/>
              <a:gd name="T88" fmla="*/ 195 w 353"/>
              <a:gd name="T89" fmla="*/ 186 h 353"/>
              <a:gd name="T90" fmla="*/ 206 w 353"/>
              <a:gd name="T91" fmla="*/ 176 h 353"/>
              <a:gd name="T92" fmla="*/ 220 w 353"/>
              <a:gd name="T93" fmla="*/ 159 h 353"/>
              <a:gd name="T94" fmla="*/ 226 w 353"/>
              <a:gd name="T95" fmla="*/ 138 h 353"/>
              <a:gd name="T96" fmla="*/ 222 w 353"/>
              <a:gd name="T97" fmla="*/ 120 h 353"/>
              <a:gd name="T98" fmla="*/ 212 w 353"/>
              <a:gd name="T99" fmla="*/ 107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353" h="353">
                <a:moveTo>
                  <a:pt x="176" y="0"/>
                </a:moveTo>
                <a:cubicBezTo>
                  <a:pt x="79" y="0"/>
                  <a:pt x="0" y="79"/>
                  <a:pt x="0" y="176"/>
                </a:cubicBezTo>
                <a:cubicBezTo>
                  <a:pt x="0" y="274"/>
                  <a:pt x="79" y="353"/>
                  <a:pt x="176" y="353"/>
                </a:cubicBezTo>
                <a:cubicBezTo>
                  <a:pt x="274" y="353"/>
                  <a:pt x="353" y="274"/>
                  <a:pt x="353" y="176"/>
                </a:cubicBezTo>
                <a:cubicBezTo>
                  <a:pt x="353" y="79"/>
                  <a:pt x="274" y="0"/>
                  <a:pt x="176" y="0"/>
                </a:cubicBezTo>
                <a:moveTo>
                  <a:pt x="176" y="337"/>
                </a:moveTo>
                <a:cubicBezTo>
                  <a:pt x="88" y="337"/>
                  <a:pt x="16" y="265"/>
                  <a:pt x="16" y="176"/>
                </a:cubicBezTo>
                <a:cubicBezTo>
                  <a:pt x="16" y="88"/>
                  <a:pt x="88" y="16"/>
                  <a:pt x="176" y="16"/>
                </a:cubicBezTo>
                <a:cubicBezTo>
                  <a:pt x="265" y="16"/>
                  <a:pt x="337" y="88"/>
                  <a:pt x="337" y="176"/>
                </a:cubicBezTo>
                <a:cubicBezTo>
                  <a:pt x="337" y="265"/>
                  <a:pt x="265" y="337"/>
                  <a:pt x="176" y="337"/>
                </a:cubicBezTo>
                <a:moveTo>
                  <a:pt x="166" y="257"/>
                </a:moveTo>
                <a:cubicBezTo>
                  <a:pt x="189" y="257"/>
                  <a:pt x="189" y="257"/>
                  <a:pt x="189" y="257"/>
                </a:cubicBezTo>
                <a:cubicBezTo>
                  <a:pt x="189" y="230"/>
                  <a:pt x="189" y="230"/>
                  <a:pt x="189" y="230"/>
                </a:cubicBezTo>
                <a:cubicBezTo>
                  <a:pt x="166" y="230"/>
                  <a:pt x="166" y="230"/>
                  <a:pt x="166" y="230"/>
                </a:cubicBezTo>
                <a:lnTo>
                  <a:pt x="166" y="257"/>
                </a:lnTo>
                <a:close/>
                <a:moveTo>
                  <a:pt x="212" y="107"/>
                </a:moveTo>
                <a:cubicBezTo>
                  <a:pt x="208" y="103"/>
                  <a:pt x="203" y="101"/>
                  <a:pt x="197" y="99"/>
                </a:cubicBezTo>
                <a:cubicBezTo>
                  <a:pt x="192" y="97"/>
                  <a:pt x="185" y="96"/>
                  <a:pt x="179" y="96"/>
                </a:cubicBezTo>
                <a:cubicBezTo>
                  <a:pt x="171" y="96"/>
                  <a:pt x="163" y="97"/>
                  <a:pt x="157" y="100"/>
                </a:cubicBezTo>
                <a:cubicBezTo>
                  <a:pt x="151" y="102"/>
                  <a:pt x="145" y="106"/>
                  <a:pt x="141" y="110"/>
                </a:cubicBezTo>
                <a:cubicBezTo>
                  <a:pt x="136" y="115"/>
                  <a:pt x="133" y="121"/>
                  <a:pt x="130" y="127"/>
                </a:cubicBezTo>
                <a:cubicBezTo>
                  <a:pt x="128" y="134"/>
                  <a:pt x="127" y="141"/>
                  <a:pt x="127" y="149"/>
                </a:cubicBezTo>
                <a:cubicBezTo>
                  <a:pt x="127" y="150"/>
                  <a:pt x="127" y="150"/>
                  <a:pt x="127" y="150"/>
                </a:cubicBezTo>
                <a:cubicBezTo>
                  <a:pt x="145" y="150"/>
                  <a:pt x="145" y="150"/>
                  <a:pt x="145" y="150"/>
                </a:cubicBezTo>
                <a:cubicBezTo>
                  <a:pt x="145" y="148"/>
                  <a:pt x="145" y="148"/>
                  <a:pt x="145" y="148"/>
                </a:cubicBezTo>
                <a:cubicBezTo>
                  <a:pt x="145" y="143"/>
                  <a:pt x="145" y="138"/>
                  <a:pt x="147" y="134"/>
                </a:cubicBezTo>
                <a:cubicBezTo>
                  <a:pt x="148" y="129"/>
                  <a:pt x="150" y="125"/>
                  <a:pt x="153" y="122"/>
                </a:cubicBezTo>
                <a:cubicBezTo>
                  <a:pt x="156" y="119"/>
                  <a:pt x="159" y="116"/>
                  <a:pt x="163" y="114"/>
                </a:cubicBezTo>
                <a:cubicBezTo>
                  <a:pt x="168" y="112"/>
                  <a:pt x="173" y="111"/>
                  <a:pt x="178" y="111"/>
                </a:cubicBezTo>
                <a:cubicBezTo>
                  <a:pt x="182" y="111"/>
                  <a:pt x="186" y="112"/>
                  <a:pt x="190" y="113"/>
                </a:cubicBezTo>
                <a:cubicBezTo>
                  <a:pt x="193" y="115"/>
                  <a:pt x="197" y="117"/>
                  <a:pt x="199" y="119"/>
                </a:cubicBezTo>
                <a:cubicBezTo>
                  <a:pt x="202" y="121"/>
                  <a:pt x="204" y="124"/>
                  <a:pt x="206" y="127"/>
                </a:cubicBezTo>
                <a:cubicBezTo>
                  <a:pt x="207" y="131"/>
                  <a:pt x="208" y="134"/>
                  <a:pt x="208" y="138"/>
                </a:cubicBezTo>
                <a:cubicBezTo>
                  <a:pt x="208" y="144"/>
                  <a:pt x="207" y="148"/>
                  <a:pt x="204" y="153"/>
                </a:cubicBezTo>
                <a:cubicBezTo>
                  <a:pt x="202" y="157"/>
                  <a:pt x="198" y="161"/>
                  <a:pt x="194" y="165"/>
                </a:cubicBezTo>
                <a:cubicBezTo>
                  <a:pt x="190" y="169"/>
                  <a:pt x="186" y="173"/>
                  <a:pt x="182" y="176"/>
                </a:cubicBezTo>
                <a:cubicBezTo>
                  <a:pt x="179" y="179"/>
                  <a:pt x="176" y="183"/>
                  <a:pt x="174" y="187"/>
                </a:cubicBezTo>
                <a:cubicBezTo>
                  <a:pt x="172" y="190"/>
                  <a:pt x="170" y="195"/>
                  <a:pt x="169" y="199"/>
                </a:cubicBezTo>
                <a:cubicBezTo>
                  <a:pt x="168" y="204"/>
                  <a:pt x="168" y="210"/>
                  <a:pt x="168" y="216"/>
                </a:cubicBezTo>
                <a:cubicBezTo>
                  <a:pt x="168" y="218"/>
                  <a:pt x="168" y="218"/>
                  <a:pt x="168" y="218"/>
                </a:cubicBezTo>
                <a:cubicBezTo>
                  <a:pt x="186" y="218"/>
                  <a:pt x="186" y="218"/>
                  <a:pt x="186" y="218"/>
                </a:cubicBezTo>
                <a:cubicBezTo>
                  <a:pt x="186" y="216"/>
                  <a:pt x="186" y="216"/>
                  <a:pt x="186" y="216"/>
                </a:cubicBezTo>
                <a:cubicBezTo>
                  <a:pt x="186" y="210"/>
                  <a:pt x="187" y="205"/>
                  <a:pt x="187" y="201"/>
                </a:cubicBezTo>
                <a:cubicBezTo>
                  <a:pt x="187" y="198"/>
                  <a:pt x="188" y="195"/>
                  <a:pt x="189" y="193"/>
                </a:cubicBezTo>
                <a:cubicBezTo>
                  <a:pt x="191" y="191"/>
                  <a:pt x="193" y="188"/>
                  <a:pt x="195" y="186"/>
                </a:cubicBezTo>
                <a:cubicBezTo>
                  <a:pt x="198" y="184"/>
                  <a:pt x="202" y="180"/>
                  <a:pt x="206" y="176"/>
                </a:cubicBezTo>
                <a:cubicBezTo>
                  <a:pt x="212" y="170"/>
                  <a:pt x="217" y="165"/>
                  <a:pt x="220" y="159"/>
                </a:cubicBezTo>
                <a:cubicBezTo>
                  <a:pt x="224" y="153"/>
                  <a:pt x="226" y="146"/>
                  <a:pt x="226" y="138"/>
                </a:cubicBezTo>
                <a:cubicBezTo>
                  <a:pt x="226" y="131"/>
                  <a:pt x="225" y="125"/>
                  <a:pt x="222" y="120"/>
                </a:cubicBezTo>
                <a:cubicBezTo>
                  <a:pt x="220" y="115"/>
                  <a:pt x="216" y="111"/>
                  <a:pt x="212" y="107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2" name="Freeform 91"/>
          <p:cNvSpPr>
            <a:spLocks noEditPoints="1"/>
          </p:cNvSpPr>
          <p:nvPr/>
        </p:nvSpPr>
        <p:spPr bwMode="auto">
          <a:xfrm>
            <a:off x="4150785" y="4243917"/>
            <a:ext cx="579967" cy="577851"/>
          </a:xfrm>
          <a:custGeom>
            <a:avLst/>
            <a:gdLst>
              <a:gd name="T0" fmla="*/ 177 w 353"/>
              <a:gd name="T1" fmla="*/ 225 h 353"/>
              <a:gd name="T2" fmla="*/ 160 w 353"/>
              <a:gd name="T3" fmla="*/ 241 h 353"/>
              <a:gd name="T4" fmla="*/ 177 w 353"/>
              <a:gd name="T5" fmla="*/ 257 h 353"/>
              <a:gd name="T6" fmla="*/ 193 w 353"/>
              <a:gd name="T7" fmla="*/ 241 h 353"/>
              <a:gd name="T8" fmla="*/ 177 w 353"/>
              <a:gd name="T9" fmla="*/ 225 h 353"/>
              <a:gd name="T10" fmla="*/ 193 w 353"/>
              <a:gd name="T11" fmla="*/ 96 h 353"/>
              <a:gd name="T12" fmla="*/ 160 w 353"/>
              <a:gd name="T13" fmla="*/ 96 h 353"/>
              <a:gd name="T14" fmla="*/ 152 w 353"/>
              <a:gd name="T15" fmla="*/ 104 h 353"/>
              <a:gd name="T16" fmla="*/ 153 w 353"/>
              <a:gd name="T17" fmla="*/ 105 h 353"/>
              <a:gd name="T18" fmla="*/ 152 w 353"/>
              <a:gd name="T19" fmla="*/ 105 h 353"/>
              <a:gd name="T20" fmla="*/ 160 w 353"/>
              <a:gd name="T21" fmla="*/ 201 h 353"/>
              <a:gd name="T22" fmla="*/ 161 w 353"/>
              <a:gd name="T23" fmla="*/ 201 h 353"/>
              <a:gd name="T24" fmla="*/ 168 w 353"/>
              <a:gd name="T25" fmla="*/ 208 h 353"/>
              <a:gd name="T26" fmla="*/ 185 w 353"/>
              <a:gd name="T27" fmla="*/ 208 h 353"/>
              <a:gd name="T28" fmla="*/ 192 w 353"/>
              <a:gd name="T29" fmla="*/ 201 h 353"/>
              <a:gd name="T30" fmla="*/ 193 w 353"/>
              <a:gd name="T31" fmla="*/ 201 h 353"/>
              <a:gd name="T32" fmla="*/ 201 w 353"/>
              <a:gd name="T33" fmla="*/ 105 h 353"/>
              <a:gd name="T34" fmla="*/ 200 w 353"/>
              <a:gd name="T35" fmla="*/ 105 h 353"/>
              <a:gd name="T36" fmla="*/ 201 w 353"/>
              <a:gd name="T37" fmla="*/ 104 h 353"/>
              <a:gd name="T38" fmla="*/ 193 w 353"/>
              <a:gd name="T39" fmla="*/ 96 h 353"/>
              <a:gd name="T40" fmla="*/ 177 w 353"/>
              <a:gd name="T41" fmla="*/ 0 h 353"/>
              <a:gd name="T42" fmla="*/ 0 w 353"/>
              <a:gd name="T43" fmla="*/ 176 h 353"/>
              <a:gd name="T44" fmla="*/ 177 w 353"/>
              <a:gd name="T45" fmla="*/ 353 h 353"/>
              <a:gd name="T46" fmla="*/ 353 w 353"/>
              <a:gd name="T47" fmla="*/ 176 h 353"/>
              <a:gd name="T48" fmla="*/ 177 w 353"/>
              <a:gd name="T49" fmla="*/ 0 h 353"/>
              <a:gd name="T50" fmla="*/ 177 w 353"/>
              <a:gd name="T51" fmla="*/ 337 h 353"/>
              <a:gd name="T52" fmla="*/ 16 w 353"/>
              <a:gd name="T53" fmla="*/ 176 h 353"/>
              <a:gd name="T54" fmla="*/ 177 w 353"/>
              <a:gd name="T55" fmla="*/ 16 h 353"/>
              <a:gd name="T56" fmla="*/ 337 w 353"/>
              <a:gd name="T57" fmla="*/ 176 h 353"/>
              <a:gd name="T58" fmla="*/ 177 w 353"/>
              <a:gd name="T59" fmla="*/ 337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353" h="353">
                <a:moveTo>
                  <a:pt x="177" y="225"/>
                </a:moveTo>
                <a:cubicBezTo>
                  <a:pt x="168" y="225"/>
                  <a:pt x="160" y="232"/>
                  <a:pt x="160" y="241"/>
                </a:cubicBezTo>
                <a:cubicBezTo>
                  <a:pt x="160" y="249"/>
                  <a:pt x="168" y="257"/>
                  <a:pt x="177" y="257"/>
                </a:cubicBezTo>
                <a:cubicBezTo>
                  <a:pt x="185" y="257"/>
                  <a:pt x="193" y="249"/>
                  <a:pt x="193" y="241"/>
                </a:cubicBezTo>
                <a:cubicBezTo>
                  <a:pt x="193" y="232"/>
                  <a:pt x="185" y="225"/>
                  <a:pt x="177" y="225"/>
                </a:cubicBezTo>
                <a:moveTo>
                  <a:pt x="193" y="96"/>
                </a:moveTo>
                <a:cubicBezTo>
                  <a:pt x="160" y="96"/>
                  <a:pt x="160" y="96"/>
                  <a:pt x="160" y="96"/>
                </a:cubicBezTo>
                <a:cubicBezTo>
                  <a:pt x="156" y="96"/>
                  <a:pt x="152" y="100"/>
                  <a:pt x="152" y="104"/>
                </a:cubicBezTo>
                <a:cubicBezTo>
                  <a:pt x="152" y="104"/>
                  <a:pt x="153" y="104"/>
                  <a:pt x="153" y="105"/>
                </a:cubicBezTo>
                <a:cubicBezTo>
                  <a:pt x="152" y="105"/>
                  <a:pt x="152" y="105"/>
                  <a:pt x="152" y="105"/>
                </a:cubicBezTo>
                <a:cubicBezTo>
                  <a:pt x="160" y="201"/>
                  <a:pt x="160" y="201"/>
                  <a:pt x="160" y="201"/>
                </a:cubicBezTo>
                <a:cubicBezTo>
                  <a:pt x="161" y="201"/>
                  <a:pt x="161" y="201"/>
                  <a:pt x="161" y="201"/>
                </a:cubicBezTo>
                <a:cubicBezTo>
                  <a:pt x="161" y="205"/>
                  <a:pt x="164" y="208"/>
                  <a:pt x="168" y="208"/>
                </a:cubicBezTo>
                <a:cubicBezTo>
                  <a:pt x="185" y="208"/>
                  <a:pt x="185" y="208"/>
                  <a:pt x="185" y="208"/>
                </a:cubicBezTo>
                <a:cubicBezTo>
                  <a:pt x="189" y="208"/>
                  <a:pt x="192" y="205"/>
                  <a:pt x="192" y="201"/>
                </a:cubicBezTo>
                <a:cubicBezTo>
                  <a:pt x="193" y="201"/>
                  <a:pt x="193" y="201"/>
                  <a:pt x="193" y="201"/>
                </a:cubicBezTo>
                <a:cubicBezTo>
                  <a:pt x="201" y="105"/>
                  <a:pt x="201" y="105"/>
                  <a:pt x="201" y="105"/>
                </a:cubicBezTo>
                <a:cubicBezTo>
                  <a:pt x="200" y="105"/>
                  <a:pt x="200" y="105"/>
                  <a:pt x="200" y="105"/>
                </a:cubicBezTo>
                <a:cubicBezTo>
                  <a:pt x="200" y="104"/>
                  <a:pt x="201" y="104"/>
                  <a:pt x="201" y="104"/>
                </a:cubicBezTo>
                <a:cubicBezTo>
                  <a:pt x="201" y="100"/>
                  <a:pt x="197" y="96"/>
                  <a:pt x="193" y="96"/>
                </a:cubicBezTo>
                <a:moveTo>
                  <a:pt x="177" y="0"/>
                </a:moveTo>
                <a:cubicBezTo>
                  <a:pt x="79" y="0"/>
                  <a:pt x="0" y="79"/>
                  <a:pt x="0" y="176"/>
                </a:cubicBezTo>
                <a:cubicBezTo>
                  <a:pt x="0" y="274"/>
                  <a:pt x="79" y="353"/>
                  <a:pt x="177" y="353"/>
                </a:cubicBezTo>
                <a:cubicBezTo>
                  <a:pt x="274" y="353"/>
                  <a:pt x="353" y="274"/>
                  <a:pt x="353" y="176"/>
                </a:cubicBezTo>
                <a:cubicBezTo>
                  <a:pt x="353" y="79"/>
                  <a:pt x="274" y="0"/>
                  <a:pt x="177" y="0"/>
                </a:cubicBezTo>
                <a:moveTo>
                  <a:pt x="177" y="337"/>
                </a:moveTo>
                <a:cubicBezTo>
                  <a:pt x="88" y="337"/>
                  <a:pt x="16" y="265"/>
                  <a:pt x="16" y="176"/>
                </a:cubicBezTo>
                <a:cubicBezTo>
                  <a:pt x="16" y="88"/>
                  <a:pt x="88" y="16"/>
                  <a:pt x="177" y="16"/>
                </a:cubicBezTo>
                <a:cubicBezTo>
                  <a:pt x="265" y="16"/>
                  <a:pt x="337" y="88"/>
                  <a:pt x="337" y="176"/>
                </a:cubicBezTo>
                <a:cubicBezTo>
                  <a:pt x="337" y="265"/>
                  <a:pt x="265" y="337"/>
                  <a:pt x="177" y="337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3" name="Freeform 92"/>
          <p:cNvSpPr>
            <a:spLocks noEditPoints="1"/>
          </p:cNvSpPr>
          <p:nvPr/>
        </p:nvSpPr>
        <p:spPr bwMode="auto">
          <a:xfrm>
            <a:off x="5255684" y="4296835"/>
            <a:ext cx="577851" cy="474133"/>
          </a:xfrm>
          <a:custGeom>
            <a:avLst/>
            <a:gdLst>
              <a:gd name="T0" fmla="*/ 337 w 353"/>
              <a:gd name="T1" fmla="*/ 64 h 289"/>
              <a:gd name="T2" fmla="*/ 81 w 353"/>
              <a:gd name="T3" fmla="*/ 64 h 289"/>
              <a:gd name="T4" fmla="*/ 64 w 353"/>
              <a:gd name="T5" fmla="*/ 80 h 289"/>
              <a:gd name="T6" fmla="*/ 64 w 353"/>
              <a:gd name="T7" fmla="*/ 273 h 289"/>
              <a:gd name="T8" fmla="*/ 81 w 353"/>
              <a:gd name="T9" fmla="*/ 289 h 289"/>
              <a:gd name="T10" fmla="*/ 337 w 353"/>
              <a:gd name="T11" fmla="*/ 289 h 289"/>
              <a:gd name="T12" fmla="*/ 353 w 353"/>
              <a:gd name="T13" fmla="*/ 273 h 289"/>
              <a:gd name="T14" fmla="*/ 353 w 353"/>
              <a:gd name="T15" fmla="*/ 80 h 289"/>
              <a:gd name="T16" fmla="*/ 337 w 353"/>
              <a:gd name="T17" fmla="*/ 64 h 289"/>
              <a:gd name="T18" fmla="*/ 337 w 353"/>
              <a:gd name="T19" fmla="*/ 273 h 289"/>
              <a:gd name="T20" fmla="*/ 81 w 353"/>
              <a:gd name="T21" fmla="*/ 273 h 289"/>
              <a:gd name="T22" fmla="*/ 81 w 353"/>
              <a:gd name="T23" fmla="*/ 80 h 289"/>
              <a:gd name="T24" fmla="*/ 337 w 353"/>
              <a:gd name="T25" fmla="*/ 80 h 289"/>
              <a:gd name="T26" fmla="*/ 337 w 353"/>
              <a:gd name="T27" fmla="*/ 273 h 289"/>
              <a:gd name="T28" fmla="*/ 40 w 353"/>
              <a:gd name="T29" fmla="*/ 209 h 289"/>
              <a:gd name="T30" fmla="*/ 16 w 353"/>
              <a:gd name="T31" fmla="*/ 209 h 289"/>
              <a:gd name="T32" fmla="*/ 16 w 353"/>
              <a:gd name="T33" fmla="*/ 16 h 289"/>
              <a:gd name="T34" fmla="*/ 273 w 353"/>
              <a:gd name="T35" fmla="*/ 16 h 289"/>
              <a:gd name="T36" fmla="*/ 273 w 353"/>
              <a:gd name="T37" fmla="*/ 40 h 289"/>
              <a:gd name="T38" fmla="*/ 281 w 353"/>
              <a:gd name="T39" fmla="*/ 48 h 289"/>
              <a:gd name="T40" fmla="*/ 289 w 353"/>
              <a:gd name="T41" fmla="*/ 40 h 289"/>
              <a:gd name="T42" fmla="*/ 289 w 353"/>
              <a:gd name="T43" fmla="*/ 16 h 289"/>
              <a:gd name="T44" fmla="*/ 273 w 353"/>
              <a:gd name="T45" fmla="*/ 0 h 289"/>
              <a:gd name="T46" fmla="*/ 16 w 353"/>
              <a:gd name="T47" fmla="*/ 0 h 289"/>
              <a:gd name="T48" fmla="*/ 0 w 353"/>
              <a:gd name="T49" fmla="*/ 16 h 289"/>
              <a:gd name="T50" fmla="*/ 0 w 353"/>
              <a:gd name="T51" fmla="*/ 209 h 289"/>
              <a:gd name="T52" fmla="*/ 16 w 353"/>
              <a:gd name="T53" fmla="*/ 225 h 289"/>
              <a:gd name="T54" fmla="*/ 40 w 353"/>
              <a:gd name="T55" fmla="*/ 225 h 289"/>
              <a:gd name="T56" fmla="*/ 48 w 353"/>
              <a:gd name="T57" fmla="*/ 217 h 289"/>
              <a:gd name="T58" fmla="*/ 40 w 353"/>
              <a:gd name="T59" fmla="*/ 209 h 2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353" h="289">
                <a:moveTo>
                  <a:pt x="337" y="64"/>
                </a:moveTo>
                <a:cubicBezTo>
                  <a:pt x="81" y="64"/>
                  <a:pt x="81" y="64"/>
                  <a:pt x="81" y="64"/>
                </a:cubicBezTo>
                <a:cubicBezTo>
                  <a:pt x="72" y="64"/>
                  <a:pt x="64" y="71"/>
                  <a:pt x="64" y="80"/>
                </a:cubicBezTo>
                <a:cubicBezTo>
                  <a:pt x="64" y="273"/>
                  <a:pt x="64" y="273"/>
                  <a:pt x="64" y="273"/>
                </a:cubicBezTo>
                <a:cubicBezTo>
                  <a:pt x="64" y="282"/>
                  <a:pt x="72" y="289"/>
                  <a:pt x="81" y="289"/>
                </a:cubicBezTo>
                <a:cubicBezTo>
                  <a:pt x="337" y="289"/>
                  <a:pt x="337" y="289"/>
                  <a:pt x="337" y="289"/>
                </a:cubicBezTo>
                <a:cubicBezTo>
                  <a:pt x="346" y="289"/>
                  <a:pt x="353" y="282"/>
                  <a:pt x="353" y="273"/>
                </a:cubicBezTo>
                <a:cubicBezTo>
                  <a:pt x="353" y="80"/>
                  <a:pt x="353" y="80"/>
                  <a:pt x="353" y="80"/>
                </a:cubicBezTo>
                <a:cubicBezTo>
                  <a:pt x="353" y="71"/>
                  <a:pt x="346" y="64"/>
                  <a:pt x="337" y="64"/>
                </a:cubicBezTo>
                <a:moveTo>
                  <a:pt x="337" y="273"/>
                </a:moveTo>
                <a:cubicBezTo>
                  <a:pt x="81" y="273"/>
                  <a:pt x="81" y="273"/>
                  <a:pt x="81" y="273"/>
                </a:cubicBezTo>
                <a:cubicBezTo>
                  <a:pt x="81" y="80"/>
                  <a:pt x="81" y="80"/>
                  <a:pt x="81" y="80"/>
                </a:cubicBezTo>
                <a:cubicBezTo>
                  <a:pt x="337" y="80"/>
                  <a:pt x="337" y="80"/>
                  <a:pt x="337" y="80"/>
                </a:cubicBezTo>
                <a:lnTo>
                  <a:pt x="337" y="273"/>
                </a:lnTo>
                <a:close/>
                <a:moveTo>
                  <a:pt x="40" y="209"/>
                </a:moveTo>
                <a:cubicBezTo>
                  <a:pt x="16" y="209"/>
                  <a:pt x="16" y="209"/>
                  <a:pt x="16" y="209"/>
                </a:cubicBezTo>
                <a:cubicBezTo>
                  <a:pt x="16" y="16"/>
                  <a:pt x="16" y="16"/>
                  <a:pt x="16" y="16"/>
                </a:cubicBezTo>
                <a:cubicBezTo>
                  <a:pt x="273" y="16"/>
                  <a:pt x="273" y="16"/>
                  <a:pt x="273" y="16"/>
                </a:cubicBezTo>
                <a:cubicBezTo>
                  <a:pt x="273" y="40"/>
                  <a:pt x="273" y="40"/>
                  <a:pt x="273" y="40"/>
                </a:cubicBezTo>
                <a:cubicBezTo>
                  <a:pt x="273" y="44"/>
                  <a:pt x="277" y="48"/>
                  <a:pt x="281" y="48"/>
                </a:cubicBezTo>
                <a:cubicBezTo>
                  <a:pt x="286" y="48"/>
                  <a:pt x="289" y="44"/>
                  <a:pt x="289" y="40"/>
                </a:cubicBezTo>
                <a:cubicBezTo>
                  <a:pt x="289" y="16"/>
                  <a:pt x="289" y="16"/>
                  <a:pt x="289" y="16"/>
                </a:cubicBezTo>
                <a:cubicBezTo>
                  <a:pt x="289" y="7"/>
                  <a:pt x="282" y="0"/>
                  <a:pt x="273" y="0"/>
                </a:cubicBez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209"/>
                  <a:pt x="0" y="209"/>
                  <a:pt x="0" y="209"/>
                </a:cubicBezTo>
                <a:cubicBezTo>
                  <a:pt x="0" y="217"/>
                  <a:pt x="7" y="225"/>
                  <a:pt x="16" y="225"/>
                </a:cubicBezTo>
                <a:cubicBezTo>
                  <a:pt x="40" y="225"/>
                  <a:pt x="40" y="225"/>
                  <a:pt x="40" y="225"/>
                </a:cubicBezTo>
                <a:cubicBezTo>
                  <a:pt x="45" y="225"/>
                  <a:pt x="48" y="221"/>
                  <a:pt x="48" y="217"/>
                </a:cubicBezTo>
                <a:cubicBezTo>
                  <a:pt x="48" y="212"/>
                  <a:pt x="45" y="209"/>
                  <a:pt x="40" y="209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4" name="Freeform 93"/>
          <p:cNvSpPr>
            <a:spLocks noEditPoints="1"/>
          </p:cNvSpPr>
          <p:nvPr/>
        </p:nvSpPr>
        <p:spPr bwMode="auto">
          <a:xfrm>
            <a:off x="6360584" y="4243917"/>
            <a:ext cx="577851" cy="577851"/>
          </a:xfrm>
          <a:custGeom>
            <a:avLst/>
            <a:gdLst>
              <a:gd name="T0" fmla="*/ 337 w 353"/>
              <a:gd name="T1" fmla="*/ 64 h 353"/>
              <a:gd name="T2" fmla="*/ 80 w 353"/>
              <a:gd name="T3" fmla="*/ 64 h 353"/>
              <a:gd name="T4" fmla="*/ 64 w 353"/>
              <a:gd name="T5" fmla="*/ 80 h 353"/>
              <a:gd name="T6" fmla="*/ 64 w 353"/>
              <a:gd name="T7" fmla="*/ 337 h 353"/>
              <a:gd name="T8" fmla="*/ 80 w 353"/>
              <a:gd name="T9" fmla="*/ 353 h 353"/>
              <a:gd name="T10" fmla="*/ 337 w 353"/>
              <a:gd name="T11" fmla="*/ 353 h 353"/>
              <a:gd name="T12" fmla="*/ 353 w 353"/>
              <a:gd name="T13" fmla="*/ 337 h 353"/>
              <a:gd name="T14" fmla="*/ 353 w 353"/>
              <a:gd name="T15" fmla="*/ 80 h 353"/>
              <a:gd name="T16" fmla="*/ 337 w 353"/>
              <a:gd name="T17" fmla="*/ 64 h 353"/>
              <a:gd name="T18" fmla="*/ 337 w 353"/>
              <a:gd name="T19" fmla="*/ 337 h 353"/>
              <a:gd name="T20" fmla="*/ 80 w 353"/>
              <a:gd name="T21" fmla="*/ 337 h 353"/>
              <a:gd name="T22" fmla="*/ 80 w 353"/>
              <a:gd name="T23" fmla="*/ 289 h 353"/>
              <a:gd name="T24" fmla="*/ 337 w 353"/>
              <a:gd name="T25" fmla="*/ 289 h 353"/>
              <a:gd name="T26" fmla="*/ 337 w 353"/>
              <a:gd name="T27" fmla="*/ 337 h 353"/>
              <a:gd name="T28" fmla="*/ 337 w 353"/>
              <a:gd name="T29" fmla="*/ 273 h 353"/>
              <a:gd name="T30" fmla="*/ 80 w 353"/>
              <a:gd name="T31" fmla="*/ 273 h 353"/>
              <a:gd name="T32" fmla="*/ 80 w 353"/>
              <a:gd name="T33" fmla="*/ 80 h 353"/>
              <a:gd name="T34" fmla="*/ 337 w 353"/>
              <a:gd name="T35" fmla="*/ 80 h 353"/>
              <a:gd name="T36" fmla="*/ 337 w 353"/>
              <a:gd name="T37" fmla="*/ 273 h 353"/>
              <a:gd name="T38" fmla="*/ 40 w 353"/>
              <a:gd name="T39" fmla="*/ 225 h 353"/>
              <a:gd name="T40" fmla="*/ 48 w 353"/>
              <a:gd name="T41" fmla="*/ 217 h 353"/>
              <a:gd name="T42" fmla="*/ 40 w 353"/>
              <a:gd name="T43" fmla="*/ 208 h 353"/>
              <a:gd name="T44" fmla="*/ 16 w 353"/>
              <a:gd name="T45" fmla="*/ 208 h 353"/>
              <a:gd name="T46" fmla="*/ 16 w 353"/>
              <a:gd name="T47" fmla="*/ 16 h 353"/>
              <a:gd name="T48" fmla="*/ 273 w 353"/>
              <a:gd name="T49" fmla="*/ 16 h 353"/>
              <a:gd name="T50" fmla="*/ 273 w 353"/>
              <a:gd name="T51" fmla="*/ 40 h 353"/>
              <a:gd name="T52" fmla="*/ 281 w 353"/>
              <a:gd name="T53" fmla="*/ 48 h 353"/>
              <a:gd name="T54" fmla="*/ 289 w 353"/>
              <a:gd name="T55" fmla="*/ 40 h 353"/>
              <a:gd name="T56" fmla="*/ 289 w 353"/>
              <a:gd name="T57" fmla="*/ 16 h 353"/>
              <a:gd name="T58" fmla="*/ 273 w 353"/>
              <a:gd name="T59" fmla="*/ 0 h 353"/>
              <a:gd name="T60" fmla="*/ 16 w 353"/>
              <a:gd name="T61" fmla="*/ 0 h 353"/>
              <a:gd name="T62" fmla="*/ 0 w 353"/>
              <a:gd name="T63" fmla="*/ 16 h 353"/>
              <a:gd name="T64" fmla="*/ 0 w 353"/>
              <a:gd name="T65" fmla="*/ 273 h 353"/>
              <a:gd name="T66" fmla="*/ 16 w 353"/>
              <a:gd name="T67" fmla="*/ 289 h 353"/>
              <a:gd name="T68" fmla="*/ 40 w 353"/>
              <a:gd name="T69" fmla="*/ 289 h 353"/>
              <a:gd name="T70" fmla="*/ 48 w 353"/>
              <a:gd name="T71" fmla="*/ 281 h 353"/>
              <a:gd name="T72" fmla="*/ 40 w 353"/>
              <a:gd name="T73" fmla="*/ 273 h 353"/>
              <a:gd name="T74" fmla="*/ 16 w 353"/>
              <a:gd name="T75" fmla="*/ 273 h 353"/>
              <a:gd name="T76" fmla="*/ 16 w 353"/>
              <a:gd name="T77" fmla="*/ 225 h 353"/>
              <a:gd name="T78" fmla="*/ 40 w 353"/>
              <a:gd name="T79" fmla="*/ 225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353" h="353">
                <a:moveTo>
                  <a:pt x="337" y="64"/>
                </a:moveTo>
                <a:cubicBezTo>
                  <a:pt x="80" y="64"/>
                  <a:pt x="80" y="64"/>
                  <a:pt x="80" y="64"/>
                </a:cubicBezTo>
                <a:cubicBezTo>
                  <a:pt x="71" y="64"/>
                  <a:pt x="64" y="71"/>
                  <a:pt x="64" y="80"/>
                </a:cubicBezTo>
                <a:cubicBezTo>
                  <a:pt x="64" y="337"/>
                  <a:pt x="64" y="337"/>
                  <a:pt x="64" y="337"/>
                </a:cubicBezTo>
                <a:cubicBezTo>
                  <a:pt x="64" y="346"/>
                  <a:pt x="71" y="353"/>
                  <a:pt x="80" y="353"/>
                </a:cubicBezTo>
                <a:cubicBezTo>
                  <a:pt x="337" y="353"/>
                  <a:pt x="337" y="353"/>
                  <a:pt x="337" y="353"/>
                </a:cubicBezTo>
                <a:cubicBezTo>
                  <a:pt x="346" y="353"/>
                  <a:pt x="353" y="346"/>
                  <a:pt x="353" y="337"/>
                </a:cubicBezTo>
                <a:cubicBezTo>
                  <a:pt x="353" y="80"/>
                  <a:pt x="353" y="80"/>
                  <a:pt x="353" y="80"/>
                </a:cubicBezTo>
                <a:cubicBezTo>
                  <a:pt x="353" y="71"/>
                  <a:pt x="346" y="64"/>
                  <a:pt x="337" y="64"/>
                </a:cubicBezTo>
                <a:moveTo>
                  <a:pt x="337" y="337"/>
                </a:moveTo>
                <a:cubicBezTo>
                  <a:pt x="80" y="337"/>
                  <a:pt x="80" y="337"/>
                  <a:pt x="80" y="337"/>
                </a:cubicBezTo>
                <a:cubicBezTo>
                  <a:pt x="80" y="289"/>
                  <a:pt x="80" y="289"/>
                  <a:pt x="80" y="289"/>
                </a:cubicBezTo>
                <a:cubicBezTo>
                  <a:pt x="337" y="289"/>
                  <a:pt x="337" y="289"/>
                  <a:pt x="337" y="289"/>
                </a:cubicBezTo>
                <a:lnTo>
                  <a:pt x="337" y="337"/>
                </a:lnTo>
                <a:close/>
                <a:moveTo>
                  <a:pt x="337" y="273"/>
                </a:moveTo>
                <a:cubicBezTo>
                  <a:pt x="80" y="273"/>
                  <a:pt x="80" y="273"/>
                  <a:pt x="80" y="273"/>
                </a:cubicBezTo>
                <a:cubicBezTo>
                  <a:pt x="80" y="80"/>
                  <a:pt x="80" y="80"/>
                  <a:pt x="80" y="80"/>
                </a:cubicBezTo>
                <a:cubicBezTo>
                  <a:pt x="337" y="80"/>
                  <a:pt x="337" y="80"/>
                  <a:pt x="337" y="80"/>
                </a:cubicBezTo>
                <a:lnTo>
                  <a:pt x="337" y="273"/>
                </a:lnTo>
                <a:close/>
                <a:moveTo>
                  <a:pt x="40" y="225"/>
                </a:moveTo>
                <a:cubicBezTo>
                  <a:pt x="44" y="225"/>
                  <a:pt x="48" y="221"/>
                  <a:pt x="48" y="217"/>
                </a:cubicBezTo>
                <a:cubicBezTo>
                  <a:pt x="48" y="212"/>
                  <a:pt x="44" y="208"/>
                  <a:pt x="40" y="208"/>
                </a:cubicBezTo>
                <a:cubicBezTo>
                  <a:pt x="16" y="208"/>
                  <a:pt x="16" y="208"/>
                  <a:pt x="16" y="208"/>
                </a:cubicBezTo>
                <a:cubicBezTo>
                  <a:pt x="16" y="16"/>
                  <a:pt x="16" y="16"/>
                  <a:pt x="16" y="16"/>
                </a:cubicBezTo>
                <a:cubicBezTo>
                  <a:pt x="273" y="16"/>
                  <a:pt x="273" y="16"/>
                  <a:pt x="273" y="16"/>
                </a:cubicBezTo>
                <a:cubicBezTo>
                  <a:pt x="273" y="40"/>
                  <a:pt x="273" y="40"/>
                  <a:pt x="273" y="40"/>
                </a:cubicBezTo>
                <a:cubicBezTo>
                  <a:pt x="273" y="44"/>
                  <a:pt x="276" y="48"/>
                  <a:pt x="281" y="48"/>
                </a:cubicBezTo>
                <a:cubicBezTo>
                  <a:pt x="285" y="48"/>
                  <a:pt x="289" y="44"/>
                  <a:pt x="289" y="40"/>
                </a:cubicBezTo>
                <a:cubicBezTo>
                  <a:pt x="289" y="16"/>
                  <a:pt x="289" y="16"/>
                  <a:pt x="289" y="16"/>
                </a:cubicBezTo>
                <a:cubicBezTo>
                  <a:pt x="289" y="7"/>
                  <a:pt x="281" y="0"/>
                  <a:pt x="273" y="0"/>
                </a:cubicBez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273"/>
                  <a:pt x="0" y="273"/>
                  <a:pt x="0" y="273"/>
                </a:cubicBezTo>
                <a:cubicBezTo>
                  <a:pt x="0" y="282"/>
                  <a:pt x="7" y="289"/>
                  <a:pt x="16" y="289"/>
                </a:cubicBezTo>
                <a:cubicBezTo>
                  <a:pt x="40" y="289"/>
                  <a:pt x="40" y="289"/>
                  <a:pt x="40" y="289"/>
                </a:cubicBezTo>
                <a:cubicBezTo>
                  <a:pt x="44" y="289"/>
                  <a:pt x="48" y="285"/>
                  <a:pt x="48" y="281"/>
                </a:cubicBezTo>
                <a:cubicBezTo>
                  <a:pt x="48" y="276"/>
                  <a:pt x="44" y="273"/>
                  <a:pt x="40" y="273"/>
                </a:cubicBezTo>
                <a:cubicBezTo>
                  <a:pt x="16" y="273"/>
                  <a:pt x="16" y="273"/>
                  <a:pt x="16" y="273"/>
                </a:cubicBezTo>
                <a:cubicBezTo>
                  <a:pt x="16" y="225"/>
                  <a:pt x="16" y="225"/>
                  <a:pt x="16" y="225"/>
                </a:cubicBezTo>
                <a:lnTo>
                  <a:pt x="40" y="22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5" name="Freeform 94"/>
          <p:cNvSpPr>
            <a:spLocks noEditPoints="1"/>
          </p:cNvSpPr>
          <p:nvPr/>
        </p:nvSpPr>
        <p:spPr bwMode="auto">
          <a:xfrm>
            <a:off x="7463367" y="4296835"/>
            <a:ext cx="577851" cy="474133"/>
          </a:xfrm>
          <a:custGeom>
            <a:avLst/>
            <a:gdLst>
              <a:gd name="T0" fmla="*/ 72 w 353"/>
              <a:gd name="T1" fmla="*/ 16 h 289"/>
              <a:gd name="T2" fmla="*/ 281 w 353"/>
              <a:gd name="T3" fmla="*/ 16 h 289"/>
              <a:gd name="T4" fmla="*/ 289 w 353"/>
              <a:gd name="T5" fmla="*/ 8 h 289"/>
              <a:gd name="T6" fmla="*/ 281 w 353"/>
              <a:gd name="T7" fmla="*/ 0 h 289"/>
              <a:gd name="T8" fmla="*/ 72 w 353"/>
              <a:gd name="T9" fmla="*/ 0 h 289"/>
              <a:gd name="T10" fmla="*/ 64 w 353"/>
              <a:gd name="T11" fmla="*/ 8 h 289"/>
              <a:gd name="T12" fmla="*/ 72 w 353"/>
              <a:gd name="T13" fmla="*/ 16 h 289"/>
              <a:gd name="T14" fmla="*/ 337 w 353"/>
              <a:gd name="T15" fmla="*/ 64 h 289"/>
              <a:gd name="T16" fmla="*/ 16 w 353"/>
              <a:gd name="T17" fmla="*/ 64 h 289"/>
              <a:gd name="T18" fmla="*/ 0 w 353"/>
              <a:gd name="T19" fmla="*/ 80 h 289"/>
              <a:gd name="T20" fmla="*/ 0 w 353"/>
              <a:gd name="T21" fmla="*/ 273 h 289"/>
              <a:gd name="T22" fmla="*/ 16 w 353"/>
              <a:gd name="T23" fmla="*/ 289 h 289"/>
              <a:gd name="T24" fmla="*/ 337 w 353"/>
              <a:gd name="T25" fmla="*/ 289 h 289"/>
              <a:gd name="T26" fmla="*/ 353 w 353"/>
              <a:gd name="T27" fmla="*/ 273 h 289"/>
              <a:gd name="T28" fmla="*/ 353 w 353"/>
              <a:gd name="T29" fmla="*/ 80 h 289"/>
              <a:gd name="T30" fmla="*/ 337 w 353"/>
              <a:gd name="T31" fmla="*/ 64 h 289"/>
              <a:gd name="T32" fmla="*/ 337 w 353"/>
              <a:gd name="T33" fmla="*/ 273 h 289"/>
              <a:gd name="T34" fmla="*/ 16 w 353"/>
              <a:gd name="T35" fmla="*/ 273 h 289"/>
              <a:gd name="T36" fmla="*/ 16 w 353"/>
              <a:gd name="T37" fmla="*/ 80 h 289"/>
              <a:gd name="T38" fmla="*/ 337 w 353"/>
              <a:gd name="T39" fmla="*/ 80 h 289"/>
              <a:gd name="T40" fmla="*/ 337 w 353"/>
              <a:gd name="T41" fmla="*/ 273 h 289"/>
              <a:gd name="T42" fmla="*/ 40 w 353"/>
              <a:gd name="T43" fmla="*/ 48 h 289"/>
              <a:gd name="T44" fmla="*/ 313 w 353"/>
              <a:gd name="T45" fmla="*/ 48 h 289"/>
              <a:gd name="T46" fmla="*/ 321 w 353"/>
              <a:gd name="T47" fmla="*/ 40 h 289"/>
              <a:gd name="T48" fmla="*/ 313 w 353"/>
              <a:gd name="T49" fmla="*/ 32 h 289"/>
              <a:gd name="T50" fmla="*/ 40 w 353"/>
              <a:gd name="T51" fmla="*/ 32 h 289"/>
              <a:gd name="T52" fmla="*/ 32 w 353"/>
              <a:gd name="T53" fmla="*/ 40 h 289"/>
              <a:gd name="T54" fmla="*/ 40 w 353"/>
              <a:gd name="T55" fmla="*/ 48 h 2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353" h="289">
                <a:moveTo>
                  <a:pt x="72" y="16"/>
                </a:moveTo>
                <a:cubicBezTo>
                  <a:pt x="281" y="16"/>
                  <a:pt x="281" y="16"/>
                  <a:pt x="281" y="16"/>
                </a:cubicBezTo>
                <a:cubicBezTo>
                  <a:pt x="285" y="16"/>
                  <a:pt x="289" y="12"/>
                  <a:pt x="289" y="8"/>
                </a:cubicBezTo>
                <a:cubicBezTo>
                  <a:pt x="289" y="3"/>
                  <a:pt x="285" y="0"/>
                  <a:pt x="281" y="0"/>
                </a:cubicBezTo>
                <a:cubicBezTo>
                  <a:pt x="72" y="0"/>
                  <a:pt x="72" y="0"/>
                  <a:pt x="72" y="0"/>
                </a:cubicBezTo>
                <a:cubicBezTo>
                  <a:pt x="68" y="0"/>
                  <a:pt x="64" y="3"/>
                  <a:pt x="64" y="8"/>
                </a:cubicBezTo>
                <a:cubicBezTo>
                  <a:pt x="64" y="12"/>
                  <a:pt x="68" y="16"/>
                  <a:pt x="72" y="16"/>
                </a:cubicBezTo>
                <a:moveTo>
                  <a:pt x="337" y="64"/>
                </a:moveTo>
                <a:cubicBezTo>
                  <a:pt x="16" y="64"/>
                  <a:pt x="16" y="64"/>
                  <a:pt x="16" y="64"/>
                </a:cubicBezTo>
                <a:cubicBezTo>
                  <a:pt x="7" y="64"/>
                  <a:pt x="0" y="71"/>
                  <a:pt x="0" y="80"/>
                </a:cubicBezTo>
                <a:cubicBezTo>
                  <a:pt x="0" y="273"/>
                  <a:pt x="0" y="273"/>
                  <a:pt x="0" y="273"/>
                </a:cubicBezTo>
                <a:cubicBezTo>
                  <a:pt x="0" y="282"/>
                  <a:pt x="7" y="289"/>
                  <a:pt x="16" y="289"/>
                </a:cubicBezTo>
                <a:cubicBezTo>
                  <a:pt x="337" y="289"/>
                  <a:pt x="337" y="289"/>
                  <a:pt x="337" y="289"/>
                </a:cubicBezTo>
                <a:cubicBezTo>
                  <a:pt x="346" y="289"/>
                  <a:pt x="353" y="282"/>
                  <a:pt x="353" y="273"/>
                </a:cubicBezTo>
                <a:cubicBezTo>
                  <a:pt x="353" y="80"/>
                  <a:pt x="353" y="80"/>
                  <a:pt x="353" y="80"/>
                </a:cubicBezTo>
                <a:cubicBezTo>
                  <a:pt x="353" y="71"/>
                  <a:pt x="346" y="64"/>
                  <a:pt x="337" y="64"/>
                </a:cubicBezTo>
                <a:moveTo>
                  <a:pt x="337" y="273"/>
                </a:moveTo>
                <a:cubicBezTo>
                  <a:pt x="16" y="273"/>
                  <a:pt x="16" y="273"/>
                  <a:pt x="16" y="273"/>
                </a:cubicBezTo>
                <a:cubicBezTo>
                  <a:pt x="16" y="80"/>
                  <a:pt x="16" y="80"/>
                  <a:pt x="16" y="80"/>
                </a:cubicBezTo>
                <a:cubicBezTo>
                  <a:pt x="337" y="80"/>
                  <a:pt x="337" y="80"/>
                  <a:pt x="337" y="80"/>
                </a:cubicBezTo>
                <a:lnTo>
                  <a:pt x="337" y="273"/>
                </a:lnTo>
                <a:close/>
                <a:moveTo>
                  <a:pt x="40" y="48"/>
                </a:moveTo>
                <a:cubicBezTo>
                  <a:pt x="313" y="48"/>
                  <a:pt x="313" y="48"/>
                  <a:pt x="313" y="48"/>
                </a:cubicBezTo>
                <a:cubicBezTo>
                  <a:pt x="317" y="48"/>
                  <a:pt x="321" y="44"/>
                  <a:pt x="321" y="40"/>
                </a:cubicBezTo>
                <a:cubicBezTo>
                  <a:pt x="321" y="36"/>
                  <a:pt x="317" y="32"/>
                  <a:pt x="313" y="32"/>
                </a:cubicBezTo>
                <a:cubicBezTo>
                  <a:pt x="40" y="32"/>
                  <a:pt x="40" y="32"/>
                  <a:pt x="40" y="32"/>
                </a:cubicBezTo>
                <a:cubicBezTo>
                  <a:pt x="36" y="32"/>
                  <a:pt x="32" y="36"/>
                  <a:pt x="32" y="40"/>
                </a:cubicBezTo>
                <a:cubicBezTo>
                  <a:pt x="32" y="44"/>
                  <a:pt x="36" y="48"/>
                  <a:pt x="40" y="48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6" name="Freeform 95"/>
          <p:cNvSpPr>
            <a:spLocks noEditPoints="1"/>
          </p:cNvSpPr>
          <p:nvPr/>
        </p:nvSpPr>
        <p:spPr bwMode="auto">
          <a:xfrm>
            <a:off x="8568267" y="4243917"/>
            <a:ext cx="577851" cy="577851"/>
          </a:xfrm>
          <a:custGeom>
            <a:avLst/>
            <a:gdLst>
              <a:gd name="T0" fmla="*/ 89 w 353"/>
              <a:gd name="T1" fmla="*/ 128 h 353"/>
              <a:gd name="T2" fmla="*/ 129 w 353"/>
              <a:gd name="T3" fmla="*/ 88 h 353"/>
              <a:gd name="T4" fmla="*/ 89 w 353"/>
              <a:gd name="T5" fmla="*/ 48 h 353"/>
              <a:gd name="T6" fmla="*/ 48 w 353"/>
              <a:gd name="T7" fmla="*/ 88 h 353"/>
              <a:gd name="T8" fmla="*/ 89 w 353"/>
              <a:gd name="T9" fmla="*/ 128 h 353"/>
              <a:gd name="T10" fmla="*/ 89 w 353"/>
              <a:gd name="T11" fmla="*/ 64 h 353"/>
              <a:gd name="T12" fmla="*/ 113 w 353"/>
              <a:gd name="T13" fmla="*/ 88 h 353"/>
              <a:gd name="T14" fmla="*/ 89 w 353"/>
              <a:gd name="T15" fmla="*/ 112 h 353"/>
              <a:gd name="T16" fmla="*/ 64 w 353"/>
              <a:gd name="T17" fmla="*/ 88 h 353"/>
              <a:gd name="T18" fmla="*/ 89 w 353"/>
              <a:gd name="T19" fmla="*/ 64 h 353"/>
              <a:gd name="T20" fmla="*/ 305 w 353"/>
              <a:gd name="T21" fmla="*/ 294 h 353"/>
              <a:gd name="T22" fmla="*/ 305 w 353"/>
              <a:gd name="T23" fmla="*/ 294 h 353"/>
              <a:gd name="T24" fmla="*/ 303 w 353"/>
              <a:gd name="T25" fmla="*/ 291 h 353"/>
              <a:gd name="T26" fmla="*/ 232 w 353"/>
              <a:gd name="T27" fmla="*/ 189 h 353"/>
              <a:gd name="T28" fmla="*/ 232 w 353"/>
              <a:gd name="T29" fmla="*/ 189 h 353"/>
              <a:gd name="T30" fmla="*/ 225 w 353"/>
              <a:gd name="T31" fmla="*/ 184 h 353"/>
              <a:gd name="T32" fmla="*/ 219 w 353"/>
              <a:gd name="T33" fmla="*/ 187 h 353"/>
              <a:gd name="T34" fmla="*/ 186 w 353"/>
              <a:gd name="T35" fmla="*/ 220 h 353"/>
              <a:gd name="T36" fmla="*/ 144 w 353"/>
              <a:gd name="T37" fmla="*/ 157 h 353"/>
              <a:gd name="T38" fmla="*/ 137 w 353"/>
              <a:gd name="T39" fmla="*/ 152 h 353"/>
              <a:gd name="T40" fmla="*/ 130 w 353"/>
              <a:gd name="T41" fmla="*/ 156 h 353"/>
              <a:gd name="T42" fmla="*/ 130 w 353"/>
              <a:gd name="T43" fmla="*/ 156 h 353"/>
              <a:gd name="T44" fmla="*/ 50 w 353"/>
              <a:gd name="T45" fmla="*/ 292 h 353"/>
              <a:gd name="T46" fmla="*/ 50 w 353"/>
              <a:gd name="T47" fmla="*/ 292 h 353"/>
              <a:gd name="T48" fmla="*/ 48 w 353"/>
              <a:gd name="T49" fmla="*/ 297 h 353"/>
              <a:gd name="T50" fmla="*/ 56 w 353"/>
              <a:gd name="T51" fmla="*/ 305 h 353"/>
              <a:gd name="T52" fmla="*/ 297 w 353"/>
              <a:gd name="T53" fmla="*/ 305 h 353"/>
              <a:gd name="T54" fmla="*/ 305 w 353"/>
              <a:gd name="T55" fmla="*/ 297 h 353"/>
              <a:gd name="T56" fmla="*/ 305 w 353"/>
              <a:gd name="T57" fmla="*/ 294 h 353"/>
              <a:gd name="T58" fmla="*/ 70 w 353"/>
              <a:gd name="T59" fmla="*/ 289 h 353"/>
              <a:gd name="T60" fmla="*/ 137 w 353"/>
              <a:gd name="T61" fmla="*/ 175 h 353"/>
              <a:gd name="T62" fmla="*/ 177 w 353"/>
              <a:gd name="T63" fmla="*/ 236 h 353"/>
              <a:gd name="T64" fmla="*/ 179 w 353"/>
              <a:gd name="T65" fmla="*/ 238 h 353"/>
              <a:gd name="T66" fmla="*/ 179 w 353"/>
              <a:gd name="T67" fmla="*/ 238 h 353"/>
              <a:gd name="T68" fmla="*/ 185 w 353"/>
              <a:gd name="T69" fmla="*/ 241 h 353"/>
              <a:gd name="T70" fmla="*/ 191 w 353"/>
              <a:gd name="T71" fmla="*/ 238 h 353"/>
              <a:gd name="T72" fmla="*/ 224 w 353"/>
              <a:gd name="T73" fmla="*/ 205 h 353"/>
              <a:gd name="T74" fmla="*/ 282 w 353"/>
              <a:gd name="T75" fmla="*/ 289 h 353"/>
              <a:gd name="T76" fmla="*/ 70 w 353"/>
              <a:gd name="T77" fmla="*/ 289 h 353"/>
              <a:gd name="T78" fmla="*/ 321 w 353"/>
              <a:gd name="T79" fmla="*/ 0 h 353"/>
              <a:gd name="T80" fmla="*/ 32 w 353"/>
              <a:gd name="T81" fmla="*/ 0 h 353"/>
              <a:gd name="T82" fmla="*/ 0 w 353"/>
              <a:gd name="T83" fmla="*/ 32 h 353"/>
              <a:gd name="T84" fmla="*/ 0 w 353"/>
              <a:gd name="T85" fmla="*/ 321 h 353"/>
              <a:gd name="T86" fmla="*/ 32 w 353"/>
              <a:gd name="T87" fmla="*/ 353 h 353"/>
              <a:gd name="T88" fmla="*/ 321 w 353"/>
              <a:gd name="T89" fmla="*/ 353 h 353"/>
              <a:gd name="T90" fmla="*/ 353 w 353"/>
              <a:gd name="T91" fmla="*/ 321 h 353"/>
              <a:gd name="T92" fmla="*/ 353 w 353"/>
              <a:gd name="T93" fmla="*/ 32 h 353"/>
              <a:gd name="T94" fmla="*/ 321 w 353"/>
              <a:gd name="T95" fmla="*/ 0 h 353"/>
              <a:gd name="T96" fmla="*/ 337 w 353"/>
              <a:gd name="T97" fmla="*/ 321 h 353"/>
              <a:gd name="T98" fmla="*/ 321 w 353"/>
              <a:gd name="T99" fmla="*/ 337 h 353"/>
              <a:gd name="T100" fmla="*/ 32 w 353"/>
              <a:gd name="T101" fmla="*/ 337 h 353"/>
              <a:gd name="T102" fmla="*/ 16 w 353"/>
              <a:gd name="T103" fmla="*/ 321 h 353"/>
              <a:gd name="T104" fmla="*/ 16 w 353"/>
              <a:gd name="T105" fmla="*/ 32 h 353"/>
              <a:gd name="T106" fmla="*/ 32 w 353"/>
              <a:gd name="T107" fmla="*/ 16 h 353"/>
              <a:gd name="T108" fmla="*/ 321 w 353"/>
              <a:gd name="T109" fmla="*/ 16 h 353"/>
              <a:gd name="T110" fmla="*/ 337 w 353"/>
              <a:gd name="T111" fmla="*/ 32 h 353"/>
              <a:gd name="T112" fmla="*/ 337 w 353"/>
              <a:gd name="T113" fmla="*/ 321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353" h="353">
                <a:moveTo>
                  <a:pt x="89" y="128"/>
                </a:moveTo>
                <a:cubicBezTo>
                  <a:pt x="111" y="128"/>
                  <a:pt x="129" y="110"/>
                  <a:pt x="129" y="88"/>
                </a:cubicBezTo>
                <a:cubicBezTo>
                  <a:pt x="129" y="66"/>
                  <a:pt x="111" y="48"/>
                  <a:pt x="89" y="48"/>
                </a:cubicBezTo>
                <a:cubicBezTo>
                  <a:pt x="66" y="48"/>
                  <a:pt x="48" y="66"/>
                  <a:pt x="48" y="88"/>
                </a:cubicBezTo>
                <a:cubicBezTo>
                  <a:pt x="48" y="110"/>
                  <a:pt x="66" y="128"/>
                  <a:pt x="89" y="128"/>
                </a:cubicBezTo>
                <a:moveTo>
                  <a:pt x="89" y="64"/>
                </a:moveTo>
                <a:cubicBezTo>
                  <a:pt x="102" y="64"/>
                  <a:pt x="113" y="75"/>
                  <a:pt x="113" y="88"/>
                </a:cubicBezTo>
                <a:cubicBezTo>
                  <a:pt x="113" y="101"/>
                  <a:pt x="102" y="112"/>
                  <a:pt x="89" y="112"/>
                </a:cubicBezTo>
                <a:cubicBezTo>
                  <a:pt x="75" y="112"/>
                  <a:pt x="64" y="101"/>
                  <a:pt x="64" y="88"/>
                </a:cubicBezTo>
                <a:cubicBezTo>
                  <a:pt x="64" y="75"/>
                  <a:pt x="75" y="64"/>
                  <a:pt x="89" y="64"/>
                </a:cubicBezTo>
                <a:moveTo>
                  <a:pt x="305" y="294"/>
                </a:moveTo>
                <a:cubicBezTo>
                  <a:pt x="305" y="294"/>
                  <a:pt x="305" y="294"/>
                  <a:pt x="305" y="294"/>
                </a:cubicBezTo>
                <a:cubicBezTo>
                  <a:pt x="304" y="293"/>
                  <a:pt x="304" y="292"/>
                  <a:pt x="303" y="291"/>
                </a:cubicBezTo>
                <a:cubicBezTo>
                  <a:pt x="232" y="189"/>
                  <a:pt x="232" y="189"/>
                  <a:pt x="232" y="189"/>
                </a:cubicBezTo>
                <a:cubicBezTo>
                  <a:pt x="232" y="189"/>
                  <a:pt x="232" y="189"/>
                  <a:pt x="232" y="189"/>
                </a:cubicBezTo>
                <a:cubicBezTo>
                  <a:pt x="231" y="187"/>
                  <a:pt x="228" y="184"/>
                  <a:pt x="225" y="184"/>
                </a:cubicBezTo>
                <a:cubicBezTo>
                  <a:pt x="223" y="184"/>
                  <a:pt x="221" y="185"/>
                  <a:pt x="219" y="187"/>
                </a:cubicBezTo>
                <a:cubicBezTo>
                  <a:pt x="186" y="220"/>
                  <a:pt x="186" y="220"/>
                  <a:pt x="186" y="220"/>
                </a:cubicBezTo>
                <a:cubicBezTo>
                  <a:pt x="144" y="157"/>
                  <a:pt x="144" y="157"/>
                  <a:pt x="144" y="157"/>
                </a:cubicBezTo>
                <a:cubicBezTo>
                  <a:pt x="143" y="154"/>
                  <a:pt x="140" y="152"/>
                  <a:pt x="137" y="152"/>
                </a:cubicBezTo>
                <a:cubicBezTo>
                  <a:pt x="134" y="152"/>
                  <a:pt x="132" y="154"/>
                  <a:pt x="130" y="156"/>
                </a:cubicBezTo>
                <a:cubicBezTo>
                  <a:pt x="130" y="156"/>
                  <a:pt x="130" y="156"/>
                  <a:pt x="130" y="156"/>
                </a:cubicBezTo>
                <a:cubicBezTo>
                  <a:pt x="50" y="292"/>
                  <a:pt x="50" y="292"/>
                  <a:pt x="50" y="292"/>
                </a:cubicBezTo>
                <a:cubicBezTo>
                  <a:pt x="50" y="292"/>
                  <a:pt x="50" y="292"/>
                  <a:pt x="50" y="292"/>
                </a:cubicBezTo>
                <a:cubicBezTo>
                  <a:pt x="49" y="294"/>
                  <a:pt x="48" y="295"/>
                  <a:pt x="48" y="297"/>
                </a:cubicBezTo>
                <a:cubicBezTo>
                  <a:pt x="48" y="301"/>
                  <a:pt x="52" y="305"/>
                  <a:pt x="56" y="305"/>
                </a:cubicBezTo>
                <a:cubicBezTo>
                  <a:pt x="297" y="305"/>
                  <a:pt x="297" y="305"/>
                  <a:pt x="297" y="305"/>
                </a:cubicBezTo>
                <a:cubicBezTo>
                  <a:pt x="302" y="305"/>
                  <a:pt x="305" y="301"/>
                  <a:pt x="305" y="297"/>
                </a:cubicBezTo>
                <a:cubicBezTo>
                  <a:pt x="305" y="296"/>
                  <a:pt x="305" y="295"/>
                  <a:pt x="305" y="294"/>
                </a:cubicBezTo>
                <a:close/>
                <a:moveTo>
                  <a:pt x="70" y="289"/>
                </a:moveTo>
                <a:cubicBezTo>
                  <a:pt x="137" y="175"/>
                  <a:pt x="137" y="175"/>
                  <a:pt x="137" y="175"/>
                </a:cubicBezTo>
                <a:cubicBezTo>
                  <a:pt x="177" y="236"/>
                  <a:pt x="177" y="236"/>
                  <a:pt x="177" y="236"/>
                </a:cubicBezTo>
                <a:cubicBezTo>
                  <a:pt x="178" y="237"/>
                  <a:pt x="178" y="237"/>
                  <a:pt x="179" y="238"/>
                </a:cubicBezTo>
                <a:cubicBezTo>
                  <a:pt x="179" y="238"/>
                  <a:pt x="179" y="238"/>
                  <a:pt x="179" y="238"/>
                </a:cubicBezTo>
                <a:cubicBezTo>
                  <a:pt x="181" y="240"/>
                  <a:pt x="183" y="241"/>
                  <a:pt x="185" y="241"/>
                </a:cubicBezTo>
                <a:cubicBezTo>
                  <a:pt x="187" y="241"/>
                  <a:pt x="189" y="240"/>
                  <a:pt x="191" y="238"/>
                </a:cubicBezTo>
                <a:cubicBezTo>
                  <a:pt x="224" y="205"/>
                  <a:pt x="224" y="205"/>
                  <a:pt x="224" y="205"/>
                </a:cubicBezTo>
                <a:cubicBezTo>
                  <a:pt x="282" y="289"/>
                  <a:pt x="282" y="289"/>
                  <a:pt x="282" y="289"/>
                </a:cubicBezTo>
                <a:lnTo>
                  <a:pt x="70" y="289"/>
                </a:lnTo>
                <a:close/>
                <a:moveTo>
                  <a:pt x="321" y="0"/>
                </a:moveTo>
                <a:cubicBezTo>
                  <a:pt x="32" y="0"/>
                  <a:pt x="32" y="0"/>
                  <a:pt x="32" y="0"/>
                </a:cubicBezTo>
                <a:cubicBezTo>
                  <a:pt x="15" y="0"/>
                  <a:pt x="0" y="14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5" y="353"/>
                  <a:pt x="32" y="353"/>
                </a:cubicBezTo>
                <a:cubicBezTo>
                  <a:pt x="321" y="353"/>
                  <a:pt x="321" y="353"/>
                  <a:pt x="321" y="353"/>
                </a:cubicBezTo>
                <a:cubicBezTo>
                  <a:pt x="339" y="353"/>
                  <a:pt x="353" y="339"/>
                  <a:pt x="353" y="321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14"/>
                  <a:pt x="339" y="0"/>
                  <a:pt x="321" y="0"/>
                </a:cubicBezTo>
                <a:moveTo>
                  <a:pt x="337" y="321"/>
                </a:moveTo>
                <a:cubicBezTo>
                  <a:pt x="337" y="330"/>
                  <a:pt x="330" y="337"/>
                  <a:pt x="321" y="337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23" y="337"/>
                  <a:pt x="16" y="330"/>
                  <a:pt x="16" y="32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3"/>
                  <a:pt x="23" y="16"/>
                  <a:pt x="32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3"/>
                  <a:pt x="337" y="32"/>
                </a:cubicBezTo>
                <a:lnTo>
                  <a:pt x="337" y="32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7" name="Freeform 96"/>
          <p:cNvSpPr>
            <a:spLocks noEditPoints="1"/>
          </p:cNvSpPr>
          <p:nvPr/>
        </p:nvSpPr>
        <p:spPr bwMode="auto">
          <a:xfrm>
            <a:off x="9673167" y="4243917"/>
            <a:ext cx="577851" cy="577851"/>
          </a:xfrm>
          <a:custGeom>
            <a:avLst/>
            <a:gdLst>
              <a:gd name="T0" fmla="*/ 32 w 353"/>
              <a:gd name="T1" fmla="*/ 64 h 353"/>
              <a:gd name="T2" fmla="*/ 0 w 353"/>
              <a:gd name="T3" fmla="*/ 321 h 353"/>
              <a:gd name="T4" fmla="*/ 256 w 353"/>
              <a:gd name="T5" fmla="*/ 353 h 353"/>
              <a:gd name="T6" fmla="*/ 289 w 353"/>
              <a:gd name="T7" fmla="*/ 96 h 353"/>
              <a:gd name="T8" fmla="*/ 272 w 353"/>
              <a:gd name="T9" fmla="*/ 321 h 353"/>
              <a:gd name="T10" fmla="*/ 32 w 353"/>
              <a:gd name="T11" fmla="*/ 337 h 353"/>
              <a:gd name="T12" fmla="*/ 16 w 353"/>
              <a:gd name="T13" fmla="*/ 96 h 353"/>
              <a:gd name="T14" fmla="*/ 256 w 353"/>
              <a:gd name="T15" fmla="*/ 80 h 353"/>
              <a:gd name="T16" fmla="*/ 272 w 353"/>
              <a:gd name="T17" fmla="*/ 321 h 353"/>
              <a:gd name="T18" fmla="*/ 112 w 353"/>
              <a:gd name="T19" fmla="*/ 144 h 353"/>
              <a:gd name="T20" fmla="*/ 48 w 353"/>
              <a:gd name="T21" fmla="*/ 144 h 353"/>
              <a:gd name="T22" fmla="*/ 80 w 353"/>
              <a:gd name="T23" fmla="*/ 128 h 353"/>
              <a:gd name="T24" fmla="*/ 80 w 353"/>
              <a:gd name="T25" fmla="*/ 160 h 353"/>
              <a:gd name="T26" fmla="*/ 80 w 353"/>
              <a:gd name="T27" fmla="*/ 128 h 353"/>
              <a:gd name="T28" fmla="*/ 240 w 353"/>
              <a:gd name="T29" fmla="*/ 294 h 353"/>
              <a:gd name="T30" fmla="*/ 192 w 353"/>
              <a:gd name="T31" fmla="*/ 214 h 353"/>
              <a:gd name="T32" fmla="*/ 184 w 353"/>
              <a:gd name="T33" fmla="*/ 208 h 353"/>
              <a:gd name="T34" fmla="*/ 153 w 353"/>
              <a:gd name="T35" fmla="*/ 236 h 353"/>
              <a:gd name="T36" fmla="*/ 120 w 353"/>
              <a:gd name="T37" fmla="*/ 192 h 353"/>
              <a:gd name="T38" fmla="*/ 113 w 353"/>
              <a:gd name="T39" fmla="*/ 196 h 353"/>
              <a:gd name="T40" fmla="*/ 49 w 353"/>
              <a:gd name="T41" fmla="*/ 292 h 353"/>
              <a:gd name="T42" fmla="*/ 56 w 353"/>
              <a:gd name="T43" fmla="*/ 305 h 353"/>
              <a:gd name="T44" fmla="*/ 240 w 353"/>
              <a:gd name="T45" fmla="*/ 297 h 353"/>
              <a:gd name="T46" fmla="*/ 71 w 353"/>
              <a:gd name="T47" fmla="*/ 289 h 353"/>
              <a:gd name="T48" fmla="*/ 145 w 353"/>
              <a:gd name="T49" fmla="*/ 252 h 353"/>
              <a:gd name="T50" fmla="*/ 158 w 353"/>
              <a:gd name="T51" fmla="*/ 254 h 353"/>
              <a:gd name="T52" fmla="*/ 218 w 353"/>
              <a:gd name="T53" fmla="*/ 289 h 353"/>
              <a:gd name="T54" fmla="*/ 321 w 353"/>
              <a:gd name="T55" fmla="*/ 0 h 353"/>
              <a:gd name="T56" fmla="*/ 64 w 353"/>
              <a:gd name="T57" fmla="*/ 32 h 353"/>
              <a:gd name="T58" fmla="*/ 72 w 353"/>
              <a:gd name="T59" fmla="*/ 48 h 353"/>
              <a:gd name="T60" fmla="*/ 80 w 353"/>
              <a:gd name="T61" fmla="*/ 32 h 353"/>
              <a:gd name="T62" fmla="*/ 321 w 353"/>
              <a:gd name="T63" fmla="*/ 16 h 353"/>
              <a:gd name="T64" fmla="*/ 337 w 353"/>
              <a:gd name="T65" fmla="*/ 257 h 353"/>
              <a:gd name="T66" fmla="*/ 313 w 353"/>
              <a:gd name="T67" fmla="*/ 273 h 353"/>
              <a:gd name="T68" fmla="*/ 313 w 353"/>
              <a:gd name="T69" fmla="*/ 289 h 353"/>
              <a:gd name="T70" fmla="*/ 353 w 353"/>
              <a:gd name="T71" fmla="*/ 257 h 353"/>
              <a:gd name="T72" fmla="*/ 321 w 353"/>
              <a:gd name="T73" fmla="*/ 0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353" h="353">
                <a:moveTo>
                  <a:pt x="256" y="64"/>
                </a:moveTo>
                <a:cubicBezTo>
                  <a:pt x="32" y="64"/>
                  <a:pt x="32" y="64"/>
                  <a:pt x="32" y="64"/>
                </a:cubicBezTo>
                <a:cubicBezTo>
                  <a:pt x="14" y="64"/>
                  <a:pt x="0" y="78"/>
                  <a:pt x="0" y="96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4" y="353"/>
                  <a:pt x="32" y="353"/>
                </a:cubicBezTo>
                <a:cubicBezTo>
                  <a:pt x="256" y="353"/>
                  <a:pt x="256" y="353"/>
                  <a:pt x="256" y="353"/>
                </a:cubicBezTo>
                <a:cubicBezTo>
                  <a:pt x="274" y="353"/>
                  <a:pt x="289" y="339"/>
                  <a:pt x="289" y="321"/>
                </a:cubicBezTo>
                <a:cubicBezTo>
                  <a:pt x="289" y="96"/>
                  <a:pt x="289" y="96"/>
                  <a:pt x="289" y="96"/>
                </a:cubicBezTo>
                <a:cubicBezTo>
                  <a:pt x="289" y="78"/>
                  <a:pt x="274" y="64"/>
                  <a:pt x="256" y="64"/>
                </a:cubicBezTo>
                <a:moveTo>
                  <a:pt x="272" y="321"/>
                </a:moveTo>
                <a:cubicBezTo>
                  <a:pt x="272" y="330"/>
                  <a:pt x="265" y="337"/>
                  <a:pt x="256" y="337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23" y="337"/>
                  <a:pt x="16" y="330"/>
                  <a:pt x="16" y="321"/>
                </a:cubicBezTo>
                <a:cubicBezTo>
                  <a:pt x="16" y="96"/>
                  <a:pt x="16" y="96"/>
                  <a:pt x="16" y="96"/>
                </a:cubicBezTo>
                <a:cubicBezTo>
                  <a:pt x="16" y="87"/>
                  <a:pt x="23" y="80"/>
                  <a:pt x="32" y="80"/>
                </a:cubicBezTo>
                <a:cubicBezTo>
                  <a:pt x="256" y="80"/>
                  <a:pt x="256" y="80"/>
                  <a:pt x="256" y="80"/>
                </a:cubicBezTo>
                <a:cubicBezTo>
                  <a:pt x="265" y="80"/>
                  <a:pt x="272" y="87"/>
                  <a:pt x="272" y="96"/>
                </a:cubicBezTo>
                <a:lnTo>
                  <a:pt x="272" y="321"/>
                </a:lnTo>
                <a:close/>
                <a:moveTo>
                  <a:pt x="80" y="176"/>
                </a:moveTo>
                <a:cubicBezTo>
                  <a:pt x="98" y="176"/>
                  <a:pt x="112" y="162"/>
                  <a:pt x="112" y="144"/>
                </a:cubicBezTo>
                <a:cubicBezTo>
                  <a:pt x="112" y="127"/>
                  <a:pt x="98" y="112"/>
                  <a:pt x="80" y="112"/>
                </a:cubicBezTo>
                <a:cubicBezTo>
                  <a:pt x="62" y="112"/>
                  <a:pt x="48" y="127"/>
                  <a:pt x="48" y="144"/>
                </a:cubicBezTo>
                <a:cubicBezTo>
                  <a:pt x="48" y="162"/>
                  <a:pt x="62" y="176"/>
                  <a:pt x="80" y="176"/>
                </a:cubicBezTo>
                <a:moveTo>
                  <a:pt x="80" y="128"/>
                </a:moveTo>
                <a:cubicBezTo>
                  <a:pt x="89" y="128"/>
                  <a:pt x="96" y="135"/>
                  <a:pt x="96" y="144"/>
                </a:cubicBezTo>
                <a:cubicBezTo>
                  <a:pt x="96" y="153"/>
                  <a:pt x="89" y="160"/>
                  <a:pt x="80" y="160"/>
                </a:cubicBezTo>
                <a:cubicBezTo>
                  <a:pt x="71" y="160"/>
                  <a:pt x="64" y="153"/>
                  <a:pt x="64" y="144"/>
                </a:cubicBezTo>
                <a:cubicBezTo>
                  <a:pt x="64" y="135"/>
                  <a:pt x="71" y="128"/>
                  <a:pt x="80" y="128"/>
                </a:cubicBezTo>
                <a:moveTo>
                  <a:pt x="240" y="294"/>
                </a:moveTo>
                <a:cubicBezTo>
                  <a:pt x="240" y="294"/>
                  <a:pt x="240" y="294"/>
                  <a:pt x="240" y="294"/>
                </a:cubicBezTo>
                <a:cubicBezTo>
                  <a:pt x="240" y="294"/>
                  <a:pt x="240" y="293"/>
                  <a:pt x="239" y="293"/>
                </a:cubicBezTo>
                <a:cubicBezTo>
                  <a:pt x="192" y="214"/>
                  <a:pt x="192" y="214"/>
                  <a:pt x="192" y="214"/>
                </a:cubicBezTo>
                <a:cubicBezTo>
                  <a:pt x="192" y="214"/>
                  <a:pt x="192" y="214"/>
                  <a:pt x="192" y="214"/>
                </a:cubicBezTo>
                <a:cubicBezTo>
                  <a:pt x="190" y="211"/>
                  <a:pt x="188" y="208"/>
                  <a:pt x="184" y="208"/>
                </a:cubicBezTo>
                <a:cubicBezTo>
                  <a:pt x="182" y="208"/>
                  <a:pt x="180" y="209"/>
                  <a:pt x="179" y="211"/>
                </a:cubicBezTo>
                <a:cubicBezTo>
                  <a:pt x="153" y="236"/>
                  <a:pt x="153" y="236"/>
                  <a:pt x="153" y="236"/>
                </a:cubicBezTo>
                <a:cubicBezTo>
                  <a:pt x="127" y="197"/>
                  <a:pt x="127" y="197"/>
                  <a:pt x="127" y="197"/>
                </a:cubicBezTo>
                <a:cubicBezTo>
                  <a:pt x="126" y="194"/>
                  <a:pt x="123" y="192"/>
                  <a:pt x="120" y="192"/>
                </a:cubicBezTo>
                <a:cubicBezTo>
                  <a:pt x="117" y="192"/>
                  <a:pt x="115" y="194"/>
                  <a:pt x="113" y="196"/>
                </a:cubicBezTo>
                <a:cubicBezTo>
                  <a:pt x="113" y="196"/>
                  <a:pt x="113" y="196"/>
                  <a:pt x="113" y="196"/>
                </a:cubicBezTo>
                <a:cubicBezTo>
                  <a:pt x="49" y="292"/>
                  <a:pt x="49" y="292"/>
                  <a:pt x="49" y="292"/>
                </a:cubicBezTo>
                <a:cubicBezTo>
                  <a:pt x="49" y="292"/>
                  <a:pt x="49" y="292"/>
                  <a:pt x="49" y="292"/>
                </a:cubicBezTo>
                <a:cubicBezTo>
                  <a:pt x="48" y="294"/>
                  <a:pt x="48" y="295"/>
                  <a:pt x="48" y="297"/>
                </a:cubicBezTo>
                <a:cubicBezTo>
                  <a:pt x="48" y="301"/>
                  <a:pt x="51" y="305"/>
                  <a:pt x="56" y="305"/>
                </a:cubicBezTo>
                <a:cubicBezTo>
                  <a:pt x="232" y="305"/>
                  <a:pt x="232" y="305"/>
                  <a:pt x="232" y="305"/>
                </a:cubicBezTo>
                <a:cubicBezTo>
                  <a:pt x="237" y="305"/>
                  <a:pt x="240" y="301"/>
                  <a:pt x="240" y="297"/>
                </a:cubicBezTo>
                <a:cubicBezTo>
                  <a:pt x="240" y="296"/>
                  <a:pt x="240" y="295"/>
                  <a:pt x="240" y="294"/>
                </a:cubicBezTo>
                <a:close/>
                <a:moveTo>
                  <a:pt x="71" y="289"/>
                </a:moveTo>
                <a:cubicBezTo>
                  <a:pt x="120" y="215"/>
                  <a:pt x="120" y="215"/>
                  <a:pt x="120" y="215"/>
                </a:cubicBezTo>
                <a:cubicBezTo>
                  <a:pt x="145" y="252"/>
                  <a:pt x="145" y="252"/>
                  <a:pt x="145" y="252"/>
                </a:cubicBezTo>
                <a:cubicBezTo>
                  <a:pt x="146" y="255"/>
                  <a:pt x="149" y="257"/>
                  <a:pt x="152" y="257"/>
                </a:cubicBezTo>
                <a:cubicBezTo>
                  <a:pt x="154" y="257"/>
                  <a:pt x="156" y="256"/>
                  <a:pt x="158" y="254"/>
                </a:cubicBezTo>
                <a:cubicBezTo>
                  <a:pt x="183" y="229"/>
                  <a:pt x="183" y="229"/>
                  <a:pt x="183" y="229"/>
                </a:cubicBezTo>
                <a:cubicBezTo>
                  <a:pt x="218" y="289"/>
                  <a:pt x="218" y="289"/>
                  <a:pt x="218" y="289"/>
                </a:cubicBezTo>
                <a:lnTo>
                  <a:pt x="71" y="289"/>
                </a:lnTo>
                <a:close/>
                <a:moveTo>
                  <a:pt x="321" y="0"/>
                </a:moveTo>
                <a:cubicBezTo>
                  <a:pt x="96" y="0"/>
                  <a:pt x="96" y="0"/>
                  <a:pt x="96" y="0"/>
                </a:cubicBezTo>
                <a:cubicBezTo>
                  <a:pt x="78" y="0"/>
                  <a:pt x="64" y="14"/>
                  <a:pt x="64" y="32"/>
                </a:cubicBezTo>
                <a:cubicBezTo>
                  <a:pt x="64" y="40"/>
                  <a:pt x="64" y="40"/>
                  <a:pt x="64" y="40"/>
                </a:cubicBezTo>
                <a:cubicBezTo>
                  <a:pt x="64" y="44"/>
                  <a:pt x="67" y="48"/>
                  <a:pt x="72" y="48"/>
                </a:cubicBezTo>
                <a:cubicBezTo>
                  <a:pt x="76" y="48"/>
                  <a:pt x="80" y="44"/>
                  <a:pt x="80" y="40"/>
                </a:cubicBezTo>
                <a:cubicBezTo>
                  <a:pt x="80" y="32"/>
                  <a:pt x="80" y="32"/>
                  <a:pt x="80" y="32"/>
                </a:cubicBezTo>
                <a:cubicBezTo>
                  <a:pt x="80" y="23"/>
                  <a:pt x="87" y="16"/>
                  <a:pt x="96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3"/>
                  <a:pt x="337" y="32"/>
                </a:cubicBezTo>
                <a:cubicBezTo>
                  <a:pt x="337" y="257"/>
                  <a:pt x="337" y="257"/>
                  <a:pt x="337" y="257"/>
                </a:cubicBezTo>
                <a:cubicBezTo>
                  <a:pt x="337" y="266"/>
                  <a:pt x="330" y="273"/>
                  <a:pt x="321" y="273"/>
                </a:cubicBezTo>
                <a:cubicBezTo>
                  <a:pt x="313" y="273"/>
                  <a:pt x="313" y="273"/>
                  <a:pt x="313" y="273"/>
                </a:cubicBezTo>
                <a:cubicBezTo>
                  <a:pt x="308" y="273"/>
                  <a:pt x="305" y="276"/>
                  <a:pt x="305" y="281"/>
                </a:cubicBezTo>
                <a:cubicBezTo>
                  <a:pt x="305" y="285"/>
                  <a:pt x="308" y="289"/>
                  <a:pt x="313" y="289"/>
                </a:cubicBezTo>
                <a:cubicBezTo>
                  <a:pt x="321" y="289"/>
                  <a:pt x="321" y="289"/>
                  <a:pt x="321" y="289"/>
                </a:cubicBezTo>
                <a:cubicBezTo>
                  <a:pt x="338" y="289"/>
                  <a:pt x="353" y="274"/>
                  <a:pt x="353" y="257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14"/>
                  <a:pt x="338" y="0"/>
                  <a:pt x="321" y="0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8" name="Freeform 97"/>
          <p:cNvSpPr>
            <a:spLocks noEditPoints="1"/>
          </p:cNvSpPr>
          <p:nvPr/>
        </p:nvSpPr>
        <p:spPr bwMode="auto">
          <a:xfrm>
            <a:off x="10775951" y="4243917"/>
            <a:ext cx="577851" cy="577851"/>
          </a:xfrm>
          <a:custGeom>
            <a:avLst/>
            <a:gdLst>
              <a:gd name="T0" fmla="*/ 337 w 353"/>
              <a:gd name="T1" fmla="*/ 8 h 353"/>
              <a:gd name="T2" fmla="*/ 16 w 353"/>
              <a:gd name="T3" fmla="*/ 8 h 353"/>
              <a:gd name="T4" fmla="*/ 0 w 353"/>
              <a:gd name="T5" fmla="*/ 40 h 353"/>
              <a:gd name="T6" fmla="*/ 16 w 353"/>
              <a:gd name="T7" fmla="*/ 345 h 353"/>
              <a:gd name="T8" fmla="*/ 337 w 353"/>
              <a:gd name="T9" fmla="*/ 345 h 353"/>
              <a:gd name="T10" fmla="*/ 353 w 353"/>
              <a:gd name="T11" fmla="*/ 40 h 353"/>
              <a:gd name="T12" fmla="*/ 160 w 353"/>
              <a:gd name="T13" fmla="*/ 337 h 353"/>
              <a:gd name="T14" fmla="*/ 193 w 353"/>
              <a:gd name="T15" fmla="*/ 337 h 353"/>
              <a:gd name="T16" fmla="*/ 209 w 353"/>
              <a:gd name="T17" fmla="*/ 249 h 353"/>
              <a:gd name="T18" fmla="*/ 144 w 353"/>
              <a:gd name="T19" fmla="*/ 249 h 353"/>
              <a:gd name="T20" fmla="*/ 32 w 353"/>
              <a:gd name="T21" fmla="*/ 48 h 353"/>
              <a:gd name="T22" fmla="*/ 321 w 353"/>
              <a:gd name="T23" fmla="*/ 32 h 353"/>
              <a:gd name="T24" fmla="*/ 321 w 353"/>
              <a:gd name="T25" fmla="*/ 16 h 353"/>
              <a:gd name="T26" fmla="*/ 281 w 353"/>
              <a:gd name="T27" fmla="*/ 144 h 353"/>
              <a:gd name="T28" fmla="*/ 281 w 353"/>
              <a:gd name="T29" fmla="*/ 80 h 353"/>
              <a:gd name="T30" fmla="*/ 225 w 353"/>
              <a:gd name="T31" fmla="*/ 136 h 353"/>
              <a:gd name="T32" fmla="*/ 273 w 353"/>
              <a:gd name="T33" fmla="*/ 96 h 353"/>
              <a:gd name="T34" fmla="*/ 241 w 353"/>
              <a:gd name="T35" fmla="*/ 96 h 353"/>
              <a:gd name="T36" fmla="*/ 128 w 353"/>
              <a:gd name="T37" fmla="*/ 136 h 353"/>
              <a:gd name="T38" fmla="*/ 72 w 353"/>
              <a:gd name="T39" fmla="*/ 80 h 353"/>
              <a:gd name="T40" fmla="*/ 72 w 353"/>
              <a:gd name="T41" fmla="*/ 144 h 353"/>
              <a:gd name="T42" fmla="*/ 112 w 353"/>
              <a:gd name="T43" fmla="*/ 128 h 353"/>
              <a:gd name="T44" fmla="*/ 72 w 353"/>
              <a:gd name="T45" fmla="*/ 225 h 353"/>
              <a:gd name="T46" fmla="*/ 128 w 353"/>
              <a:gd name="T47" fmla="*/ 168 h 353"/>
              <a:gd name="T48" fmla="*/ 64 w 353"/>
              <a:gd name="T49" fmla="*/ 168 h 353"/>
              <a:gd name="T50" fmla="*/ 80 w 353"/>
              <a:gd name="T51" fmla="*/ 176 h 353"/>
              <a:gd name="T52" fmla="*/ 80 w 353"/>
              <a:gd name="T53" fmla="*/ 208 h 353"/>
              <a:gd name="T54" fmla="*/ 281 w 353"/>
              <a:gd name="T55" fmla="*/ 225 h 353"/>
              <a:gd name="T56" fmla="*/ 281 w 353"/>
              <a:gd name="T57" fmla="*/ 160 h 353"/>
              <a:gd name="T58" fmla="*/ 225 w 353"/>
              <a:gd name="T59" fmla="*/ 217 h 353"/>
              <a:gd name="T60" fmla="*/ 273 w 353"/>
              <a:gd name="T61" fmla="*/ 176 h 353"/>
              <a:gd name="T62" fmla="*/ 241 w 353"/>
              <a:gd name="T63" fmla="*/ 176 h 353"/>
              <a:gd name="T64" fmla="*/ 128 w 353"/>
              <a:gd name="T65" fmla="*/ 297 h 353"/>
              <a:gd name="T66" fmla="*/ 72 w 353"/>
              <a:gd name="T67" fmla="*/ 241 h 353"/>
              <a:gd name="T68" fmla="*/ 72 w 353"/>
              <a:gd name="T69" fmla="*/ 305 h 353"/>
              <a:gd name="T70" fmla="*/ 112 w 353"/>
              <a:gd name="T71" fmla="*/ 289 h 353"/>
              <a:gd name="T72" fmla="*/ 152 w 353"/>
              <a:gd name="T73" fmla="*/ 144 h 353"/>
              <a:gd name="T74" fmla="*/ 209 w 353"/>
              <a:gd name="T75" fmla="*/ 88 h 353"/>
              <a:gd name="T76" fmla="*/ 144 w 353"/>
              <a:gd name="T77" fmla="*/ 88 h 353"/>
              <a:gd name="T78" fmla="*/ 160 w 353"/>
              <a:gd name="T79" fmla="*/ 96 h 353"/>
              <a:gd name="T80" fmla="*/ 160 w 353"/>
              <a:gd name="T81" fmla="*/ 128 h 353"/>
              <a:gd name="T82" fmla="*/ 281 w 353"/>
              <a:gd name="T83" fmla="*/ 305 h 353"/>
              <a:gd name="T84" fmla="*/ 281 w 353"/>
              <a:gd name="T85" fmla="*/ 241 h 353"/>
              <a:gd name="T86" fmla="*/ 225 w 353"/>
              <a:gd name="T87" fmla="*/ 297 h 353"/>
              <a:gd name="T88" fmla="*/ 273 w 353"/>
              <a:gd name="T89" fmla="*/ 257 h 353"/>
              <a:gd name="T90" fmla="*/ 241 w 353"/>
              <a:gd name="T91" fmla="*/ 257 h 353"/>
              <a:gd name="T92" fmla="*/ 209 w 353"/>
              <a:gd name="T93" fmla="*/ 217 h 353"/>
              <a:gd name="T94" fmla="*/ 152 w 353"/>
              <a:gd name="T95" fmla="*/ 160 h 353"/>
              <a:gd name="T96" fmla="*/ 152 w 353"/>
              <a:gd name="T97" fmla="*/ 225 h 353"/>
              <a:gd name="T98" fmla="*/ 193 w 353"/>
              <a:gd name="T99" fmla="*/ 208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353" h="353">
                <a:moveTo>
                  <a:pt x="345" y="32"/>
                </a:moveTo>
                <a:cubicBezTo>
                  <a:pt x="337" y="32"/>
                  <a:pt x="337" y="32"/>
                  <a:pt x="337" y="32"/>
                </a:cubicBezTo>
                <a:cubicBezTo>
                  <a:pt x="337" y="8"/>
                  <a:pt x="337" y="8"/>
                  <a:pt x="337" y="8"/>
                </a:cubicBezTo>
                <a:cubicBezTo>
                  <a:pt x="337" y="3"/>
                  <a:pt x="333" y="0"/>
                  <a:pt x="329" y="0"/>
                </a:cubicBezTo>
                <a:cubicBezTo>
                  <a:pt x="24" y="0"/>
                  <a:pt x="24" y="0"/>
                  <a:pt x="24" y="0"/>
                </a:cubicBezTo>
                <a:cubicBezTo>
                  <a:pt x="20" y="0"/>
                  <a:pt x="16" y="3"/>
                  <a:pt x="16" y="8"/>
                </a:cubicBezTo>
                <a:cubicBezTo>
                  <a:pt x="16" y="32"/>
                  <a:pt x="16" y="32"/>
                  <a:pt x="16" y="32"/>
                </a:cubicBezTo>
                <a:cubicBezTo>
                  <a:pt x="8" y="32"/>
                  <a:pt x="8" y="32"/>
                  <a:pt x="8" y="32"/>
                </a:cubicBezTo>
                <a:cubicBezTo>
                  <a:pt x="3" y="32"/>
                  <a:pt x="0" y="35"/>
                  <a:pt x="0" y="40"/>
                </a:cubicBezTo>
                <a:cubicBezTo>
                  <a:pt x="0" y="44"/>
                  <a:pt x="3" y="48"/>
                  <a:pt x="8" y="48"/>
                </a:cubicBezTo>
                <a:cubicBezTo>
                  <a:pt x="16" y="48"/>
                  <a:pt x="16" y="48"/>
                  <a:pt x="16" y="48"/>
                </a:cubicBezTo>
                <a:cubicBezTo>
                  <a:pt x="16" y="345"/>
                  <a:pt x="16" y="345"/>
                  <a:pt x="16" y="345"/>
                </a:cubicBezTo>
                <a:cubicBezTo>
                  <a:pt x="16" y="349"/>
                  <a:pt x="20" y="353"/>
                  <a:pt x="24" y="353"/>
                </a:cubicBezTo>
                <a:cubicBezTo>
                  <a:pt x="329" y="353"/>
                  <a:pt x="329" y="353"/>
                  <a:pt x="329" y="353"/>
                </a:cubicBezTo>
                <a:cubicBezTo>
                  <a:pt x="333" y="353"/>
                  <a:pt x="337" y="349"/>
                  <a:pt x="337" y="345"/>
                </a:cubicBezTo>
                <a:cubicBezTo>
                  <a:pt x="337" y="48"/>
                  <a:pt x="337" y="48"/>
                  <a:pt x="337" y="48"/>
                </a:cubicBezTo>
                <a:cubicBezTo>
                  <a:pt x="345" y="48"/>
                  <a:pt x="345" y="48"/>
                  <a:pt x="345" y="48"/>
                </a:cubicBezTo>
                <a:cubicBezTo>
                  <a:pt x="350" y="48"/>
                  <a:pt x="353" y="44"/>
                  <a:pt x="353" y="40"/>
                </a:cubicBezTo>
                <a:cubicBezTo>
                  <a:pt x="353" y="35"/>
                  <a:pt x="350" y="32"/>
                  <a:pt x="345" y="32"/>
                </a:cubicBezTo>
                <a:moveTo>
                  <a:pt x="193" y="337"/>
                </a:moveTo>
                <a:cubicBezTo>
                  <a:pt x="160" y="337"/>
                  <a:pt x="160" y="337"/>
                  <a:pt x="160" y="337"/>
                </a:cubicBezTo>
                <a:cubicBezTo>
                  <a:pt x="160" y="257"/>
                  <a:pt x="160" y="257"/>
                  <a:pt x="160" y="257"/>
                </a:cubicBezTo>
                <a:cubicBezTo>
                  <a:pt x="193" y="257"/>
                  <a:pt x="193" y="257"/>
                  <a:pt x="193" y="257"/>
                </a:cubicBezTo>
                <a:lnTo>
                  <a:pt x="193" y="337"/>
                </a:lnTo>
                <a:close/>
                <a:moveTo>
                  <a:pt x="321" y="337"/>
                </a:moveTo>
                <a:cubicBezTo>
                  <a:pt x="209" y="337"/>
                  <a:pt x="209" y="337"/>
                  <a:pt x="209" y="337"/>
                </a:cubicBezTo>
                <a:cubicBezTo>
                  <a:pt x="209" y="249"/>
                  <a:pt x="209" y="249"/>
                  <a:pt x="209" y="249"/>
                </a:cubicBezTo>
                <a:cubicBezTo>
                  <a:pt x="209" y="244"/>
                  <a:pt x="205" y="241"/>
                  <a:pt x="201" y="241"/>
                </a:cubicBezTo>
                <a:cubicBezTo>
                  <a:pt x="152" y="241"/>
                  <a:pt x="152" y="241"/>
                  <a:pt x="152" y="241"/>
                </a:cubicBezTo>
                <a:cubicBezTo>
                  <a:pt x="148" y="241"/>
                  <a:pt x="144" y="244"/>
                  <a:pt x="144" y="249"/>
                </a:cubicBezTo>
                <a:cubicBezTo>
                  <a:pt x="144" y="337"/>
                  <a:pt x="144" y="337"/>
                  <a:pt x="144" y="337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32" y="48"/>
                  <a:pt x="32" y="48"/>
                  <a:pt x="32" y="48"/>
                </a:cubicBezTo>
                <a:cubicBezTo>
                  <a:pt x="321" y="48"/>
                  <a:pt x="321" y="48"/>
                  <a:pt x="321" y="48"/>
                </a:cubicBezTo>
                <a:lnTo>
                  <a:pt x="321" y="337"/>
                </a:lnTo>
                <a:close/>
                <a:moveTo>
                  <a:pt x="321" y="32"/>
                </a:moveTo>
                <a:cubicBezTo>
                  <a:pt x="32" y="32"/>
                  <a:pt x="32" y="32"/>
                  <a:pt x="32" y="32"/>
                </a:cubicBezTo>
                <a:cubicBezTo>
                  <a:pt x="32" y="16"/>
                  <a:pt x="32" y="16"/>
                  <a:pt x="32" y="16"/>
                </a:cubicBezTo>
                <a:cubicBezTo>
                  <a:pt x="321" y="16"/>
                  <a:pt x="321" y="16"/>
                  <a:pt x="321" y="16"/>
                </a:cubicBezTo>
                <a:lnTo>
                  <a:pt x="321" y="32"/>
                </a:lnTo>
                <a:close/>
                <a:moveTo>
                  <a:pt x="233" y="144"/>
                </a:moveTo>
                <a:cubicBezTo>
                  <a:pt x="281" y="144"/>
                  <a:pt x="281" y="144"/>
                  <a:pt x="281" y="144"/>
                </a:cubicBezTo>
                <a:cubicBezTo>
                  <a:pt x="285" y="144"/>
                  <a:pt x="289" y="141"/>
                  <a:pt x="289" y="136"/>
                </a:cubicBezTo>
                <a:cubicBezTo>
                  <a:pt x="289" y="88"/>
                  <a:pt x="289" y="88"/>
                  <a:pt x="289" y="88"/>
                </a:cubicBezTo>
                <a:cubicBezTo>
                  <a:pt x="289" y="84"/>
                  <a:pt x="285" y="80"/>
                  <a:pt x="281" y="80"/>
                </a:cubicBezTo>
                <a:cubicBezTo>
                  <a:pt x="233" y="80"/>
                  <a:pt x="233" y="80"/>
                  <a:pt x="233" y="80"/>
                </a:cubicBezTo>
                <a:cubicBezTo>
                  <a:pt x="228" y="80"/>
                  <a:pt x="225" y="84"/>
                  <a:pt x="225" y="88"/>
                </a:cubicBezTo>
                <a:cubicBezTo>
                  <a:pt x="225" y="136"/>
                  <a:pt x="225" y="136"/>
                  <a:pt x="225" y="136"/>
                </a:cubicBezTo>
                <a:cubicBezTo>
                  <a:pt x="225" y="141"/>
                  <a:pt x="228" y="144"/>
                  <a:pt x="233" y="144"/>
                </a:cubicBezTo>
                <a:moveTo>
                  <a:pt x="241" y="96"/>
                </a:moveTo>
                <a:cubicBezTo>
                  <a:pt x="273" y="96"/>
                  <a:pt x="273" y="96"/>
                  <a:pt x="273" y="96"/>
                </a:cubicBezTo>
                <a:cubicBezTo>
                  <a:pt x="273" y="128"/>
                  <a:pt x="273" y="128"/>
                  <a:pt x="273" y="128"/>
                </a:cubicBezTo>
                <a:cubicBezTo>
                  <a:pt x="241" y="128"/>
                  <a:pt x="241" y="128"/>
                  <a:pt x="241" y="128"/>
                </a:cubicBezTo>
                <a:lnTo>
                  <a:pt x="241" y="96"/>
                </a:lnTo>
                <a:close/>
                <a:moveTo>
                  <a:pt x="72" y="144"/>
                </a:moveTo>
                <a:cubicBezTo>
                  <a:pt x="120" y="144"/>
                  <a:pt x="120" y="144"/>
                  <a:pt x="120" y="144"/>
                </a:cubicBezTo>
                <a:cubicBezTo>
                  <a:pt x="125" y="144"/>
                  <a:pt x="128" y="141"/>
                  <a:pt x="128" y="136"/>
                </a:cubicBezTo>
                <a:cubicBezTo>
                  <a:pt x="128" y="88"/>
                  <a:pt x="128" y="88"/>
                  <a:pt x="128" y="88"/>
                </a:cubicBezTo>
                <a:cubicBezTo>
                  <a:pt x="128" y="84"/>
                  <a:pt x="125" y="80"/>
                  <a:pt x="120" y="80"/>
                </a:cubicBezTo>
                <a:cubicBezTo>
                  <a:pt x="72" y="80"/>
                  <a:pt x="72" y="80"/>
                  <a:pt x="72" y="80"/>
                </a:cubicBezTo>
                <a:cubicBezTo>
                  <a:pt x="68" y="80"/>
                  <a:pt x="64" y="84"/>
                  <a:pt x="64" y="88"/>
                </a:cubicBezTo>
                <a:cubicBezTo>
                  <a:pt x="64" y="136"/>
                  <a:pt x="64" y="136"/>
                  <a:pt x="64" y="136"/>
                </a:cubicBezTo>
                <a:cubicBezTo>
                  <a:pt x="64" y="141"/>
                  <a:pt x="68" y="144"/>
                  <a:pt x="72" y="144"/>
                </a:cubicBezTo>
                <a:moveTo>
                  <a:pt x="80" y="96"/>
                </a:moveTo>
                <a:cubicBezTo>
                  <a:pt x="112" y="96"/>
                  <a:pt x="112" y="96"/>
                  <a:pt x="112" y="96"/>
                </a:cubicBezTo>
                <a:cubicBezTo>
                  <a:pt x="112" y="128"/>
                  <a:pt x="112" y="128"/>
                  <a:pt x="112" y="128"/>
                </a:cubicBezTo>
                <a:cubicBezTo>
                  <a:pt x="80" y="128"/>
                  <a:pt x="80" y="128"/>
                  <a:pt x="80" y="128"/>
                </a:cubicBezTo>
                <a:lnTo>
                  <a:pt x="80" y="96"/>
                </a:lnTo>
                <a:close/>
                <a:moveTo>
                  <a:pt x="72" y="225"/>
                </a:moveTo>
                <a:cubicBezTo>
                  <a:pt x="120" y="225"/>
                  <a:pt x="120" y="225"/>
                  <a:pt x="120" y="225"/>
                </a:cubicBezTo>
                <a:cubicBezTo>
                  <a:pt x="125" y="225"/>
                  <a:pt x="128" y="221"/>
                  <a:pt x="128" y="217"/>
                </a:cubicBezTo>
                <a:cubicBezTo>
                  <a:pt x="128" y="168"/>
                  <a:pt x="128" y="168"/>
                  <a:pt x="128" y="168"/>
                </a:cubicBezTo>
                <a:cubicBezTo>
                  <a:pt x="128" y="164"/>
                  <a:pt x="125" y="160"/>
                  <a:pt x="120" y="160"/>
                </a:cubicBezTo>
                <a:cubicBezTo>
                  <a:pt x="72" y="160"/>
                  <a:pt x="72" y="160"/>
                  <a:pt x="72" y="160"/>
                </a:cubicBezTo>
                <a:cubicBezTo>
                  <a:pt x="68" y="160"/>
                  <a:pt x="64" y="164"/>
                  <a:pt x="64" y="168"/>
                </a:cubicBezTo>
                <a:cubicBezTo>
                  <a:pt x="64" y="217"/>
                  <a:pt x="64" y="217"/>
                  <a:pt x="64" y="217"/>
                </a:cubicBezTo>
                <a:cubicBezTo>
                  <a:pt x="64" y="221"/>
                  <a:pt x="68" y="225"/>
                  <a:pt x="72" y="225"/>
                </a:cubicBezTo>
                <a:moveTo>
                  <a:pt x="80" y="176"/>
                </a:moveTo>
                <a:cubicBezTo>
                  <a:pt x="112" y="176"/>
                  <a:pt x="112" y="176"/>
                  <a:pt x="112" y="176"/>
                </a:cubicBezTo>
                <a:cubicBezTo>
                  <a:pt x="112" y="208"/>
                  <a:pt x="112" y="208"/>
                  <a:pt x="112" y="208"/>
                </a:cubicBezTo>
                <a:cubicBezTo>
                  <a:pt x="80" y="208"/>
                  <a:pt x="80" y="208"/>
                  <a:pt x="80" y="208"/>
                </a:cubicBezTo>
                <a:lnTo>
                  <a:pt x="80" y="176"/>
                </a:lnTo>
                <a:close/>
                <a:moveTo>
                  <a:pt x="233" y="225"/>
                </a:moveTo>
                <a:cubicBezTo>
                  <a:pt x="281" y="225"/>
                  <a:pt x="281" y="225"/>
                  <a:pt x="281" y="225"/>
                </a:cubicBezTo>
                <a:cubicBezTo>
                  <a:pt x="285" y="225"/>
                  <a:pt x="289" y="221"/>
                  <a:pt x="289" y="217"/>
                </a:cubicBezTo>
                <a:cubicBezTo>
                  <a:pt x="289" y="168"/>
                  <a:pt x="289" y="168"/>
                  <a:pt x="289" y="168"/>
                </a:cubicBezTo>
                <a:cubicBezTo>
                  <a:pt x="289" y="164"/>
                  <a:pt x="285" y="160"/>
                  <a:pt x="281" y="160"/>
                </a:cubicBezTo>
                <a:cubicBezTo>
                  <a:pt x="233" y="160"/>
                  <a:pt x="233" y="160"/>
                  <a:pt x="233" y="160"/>
                </a:cubicBezTo>
                <a:cubicBezTo>
                  <a:pt x="228" y="160"/>
                  <a:pt x="225" y="164"/>
                  <a:pt x="225" y="168"/>
                </a:cubicBezTo>
                <a:cubicBezTo>
                  <a:pt x="225" y="217"/>
                  <a:pt x="225" y="217"/>
                  <a:pt x="225" y="217"/>
                </a:cubicBezTo>
                <a:cubicBezTo>
                  <a:pt x="225" y="221"/>
                  <a:pt x="228" y="225"/>
                  <a:pt x="233" y="225"/>
                </a:cubicBezTo>
                <a:moveTo>
                  <a:pt x="241" y="176"/>
                </a:moveTo>
                <a:cubicBezTo>
                  <a:pt x="273" y="176"/>
                  <a:pt x="273" y="176"/>
                  <a:pt x="273" y="176"/>
                </a:cubicBezTo>
                <a:cubicBezTo>
                  <a:pt x="273" y="208"/>
                  <a:pt x="273" y="208"/>
                  <a:pt x="273" y="208"/>
                </a:cubicBezTo>
                <a:cubicBezTo>
                  <a:pt x="241" y="208"/>
                  <a:pt x="241" y="208"/>
                  <a:pt x="241" y="208"/>
                </a:cubicBezTo>
                <a:lnTo>
                  <a:pt x="241" y="176"/>
                </a:lnTo>
                <a:close/>
                <a:moveTo>
                  <a:pt x="72" y="305"/>
                </a:moveTo>
                <a:cubicBezTo>
                  <a:pt x="120" y="305"/>
                  <a:pt x="120" y="305"/>
                  <a:pt x="120" y="305"/>
                </a:cubicBezTo>
                <a:cubicBezTo>
                  <a:pt x="125" y="305"/>
                  <a:pt x="128" y="301"/>
                  <a:pt x="128" y="297"/>
                </a:cubicBezTo>
                <a:cubicBezTo>
                  <a:pt x="128" y="249"/>
                  <a:pt x="128" y="249"/>
                  <a:pt x="128" y="249"/>
                </a:cubicBezTo>
                <a:cubicBezTo>
                  <a:pt x="128" y="244"/>
                  <a:pt x="125" y="241"/>
                  <a:pt x="120" y="241"/>
                </a:cubicBezTo>
                <a:cubicBezTo>
                  <a:pt x="72" y="241"/>
                  <a:pt x="72" y="241"/>
                  <a:pt x="72" y="241"/>
                </a:cubicBezTo>
                <a:cubicBezTo>
                  <a:pt x="68" y="241"/>
                  <a:pt x="64" y="244"/>
                  <a:pt x="64" y="249"/>
                </a:cubicBezTo>
                <a:cubicBezTo>
                  <a:pt x="64" y="297"/>
                  <a:pt x="64" y="297"/>
                  <a:pt x="64" y="297"/>
                </a:cubicBezTo>
                <a:cubicBezTo>
                  <a:pt x="64" y="301"/>
                  <a:pt x="68" y="305"/>
                  <a:pt x="72" y="305"/>
                </a:cubicBezTo>
                <a:moveTo>
                  <a:pt x="80" y="257"/>
                </a:moveTo>
                <a:cubicBezTo>
                  <a:pt x="112" y="257"/>
                  <a:pt x="112" y="257"/>
                  <a:pt x="112" y="257"/>
                </a:cubicBezTo>
                <a:cubicBezTo>
                  <a:pt x="112" y="289"/>
                  <a:pt x="112" y="289"/>
                  <a:pt x="112" y="289"/>
                </a:cubicBezTo>
                <a:cubicBezTo>
                  <a:pt x="80" y="289"/>
                  <a:pt x="80" y="289"/>
                  <a:pt x="80" y="289"/>
                </a:cubicBezTo>
                <a:lnTo>
                  <a:pt x="80" y="257"/>
                </a:lnTo>
                <a:close/>
                <a:moveTo>
                  <a:pt x="152" y="144"/>
                </a:moveTo>
                <a:cubicBezTo>
                  <a:pt x="201" y="144"/>
                  <a:pt x="201" y="144"/>
                  <a:pt x="201" y="144"/>
                </a:cubicBezTo>
                <a:cubicBezTo>
                  <a:pt x="205" y="144"/>
                  <a:pt x="209" y="141"/>
                  <a:pt x="209" y="136"/>
                </a:cubicBezTo>
                <a:cubicBezTo>
                  <a:pt x="209" y="88"/>
                  <a:pt x="209" y="88"/>
                  <a:pt x="209" y="88"/>
                </a:cubicBezTo>
                <a:cubicBezTo>
                  <a:pt x="209" y="84"/>
                  <a:pt x="205" y="80"/>
                  <a:pt x="201" y="80"/>
                </a:cubicBezTo>
                <a:cubicBezTo>
                  <a:pt x="152" y="80"/>
                  <a:pt x="152" y="80"/>
                  <a:pt x="152" y="80"/>
                </a:cubicBezTo>
                <a:cubicBezTo>
                  <a:pt x="148" y="80"/>
                  <a:pt x="144" y="84"/>
                  <a:pt x="144" y="88"/>
                </a:cubicBezTo>
                <a:cubicBezTo>
                  <a:pt x="144" y="136"/>
                  <a:pt x="144" y="136"/>
                  <a:pt x="144" y="136"/>
                </a:cubicBezTo>
                <a:cubicBezTo>
                  <a:pt x="144" y="141"/>
                  <a:pt x="148" y="144"/>
                  <a:pt x="152" y="144"/>
                </a:cubicBezTo>
                <a:moveTo>
                  <a:pt x="160" y="96"/>
                </a:moveTo>
                <a:cubicBezTo>
                  <a:pt x="193" y="96"/>
                  <a:pt x="193" y="96"/>
                  <a:pt x="193" y="96"/>
                </a:cubicBezTo>
                <a:cubicBezTo>
                  <a:pt x="193" y="128"/>
                  <a:pt x="193" y="128"/>
                  <a:pt x="193" y="128"/>
                </a:cubicBezTo>
                <a:cubicBezTo>
                  <a:pt x="160" y="128"/>
                  <a:pt x="160" y="128"/>
                  <a:pt x="160" y="128"/>
                </a:cubicBezTo>
                <a:lnTo>
                  <a:pt x="160" y="96"/>
                </a:lnTo>
                <a:close/>
                <a:moveTo>
                  <a:pt x="233" y="305"/>
                </a:moveTo>
                <a:cubicBezTo>
                  <a:pt x="281" y="305"/>
                  <a:pt x="281" y="305"/>
                  <a:pt x="281" y="305"/>
                </a:cubicBezTo>
                <a:cubicBezTo>
                  <a:pt x="285" y="305"/>
                  <a:pt x="289" y="301"/>
                  <a:pt x="289" y="297"/>
                </a:cubicBezTo>
                <a:cubicBezTo>
                  <a:pt x="289" y="249"/>
                  <a:pt x="289" y="249"/>
                  <a:pt x="289" y="249"/>
                </a:cubicBezTo>
                <a:cubicBezTo>
                  <a:pt x="289" y="244"/>
                  <a:pt x="285" y="241"/>
                  <a:pt x="281" y="241"/>
                </a:cubicBezTo>
                <a:cubicBezTo>
                  <a:pt x="233" y="241"/>
                  <a:pt x="233" y="241"/>
                  <a:pt x="233" y="241"/>
                </a:cubicBezTo>
                <a:cubicBezTo>
                  <a:pt x="228" y="241"/>
                  <a:pt x="225" y="244"/>
                  <a:pt x="225" y="249"/>
                </a:cubicBezTo>
                <a:cubicBezTo>
                  <a:pt x="225" y="297"/>
                  <a:pt x="225" y="297"/>
                  <a:pt x="225" y="297"/>
                </a:cubicBezTo>
                <a:cubicBezTo>
                  <a:pt x="225" y="301"/>
                  <a:pt x="228" y="305"/>
                  <a:pt x="233" y="305"/>
                </a:cubicBezTo>
                <a:moveTo>
                  <a:pt x="241" y="257"/>
                </a:moveTo>
                <a:cubicBezTo>
                  <a:pt x="273" y="257"/>
                  <a:pt x="273" y="257"/>
                  <a:pt x="273" y="257"/>
                </a:cubicBezTo>
                <a:cubicBezTo>
                  <a:pt x="273" y="289"/>
                  <a:pt x="273" y="289"/>
                  <a:pt x="273" y="289"/>
                </a:cubicBezTo>
                <a:cubicBezTo>
                  <a:pt x="241" y="289"/>
                  <a:pt x="241" y="289"/>
                  <a:pt x="241" y="289"/>
                </a:cubicBezTo>
                <a:lnTo>
                  <a:pt x="241" y="257"/>
                </a:lnTo>
                <a:close/>
                <a:moveTo>
                  <a:pt x="152" y="225"/>
                </a:moveTo>
                <a:cubicBezTo>
                  <a:pt x="201" y="225"/>
                  <a:pt x="201" y="225"/>
                  <a:pt x="201" y="225"/>
                </a:cubicBezTo>
                <a:cubicBezTo>
                  <a:pt x="205" y="225"/>
                  <a:pt x="209" y="221"/>
                  <a:pt x="209" y="217"/>
                </a:cubicBezTo>
                <a:cubicBezTo>
                  <a:pt x="209" y="168"/>
                  <a:pt x="209" y="168"/>
                  <a:pt x="209" y="168"/>
                </a:cubicBezTo>
                <a:cubicBezTo>
                  <a:pt x="209" y="164"/>
                  <a:pt x="205" y="160"/>
                  <a:pt x="201" y="160"/>
                </a:cubicBezTo>
                <a:cubicBezTo>
                  <a:pt x="152" y="160"/>
                  <a:pt x="152" y="160"/>
                  <a:pt x="152" y="160"/>
                </a:cubicBezTo>
                <a:cubicBezTo>
                  <a:pt x="148" y="160"/>
                  <a:pt x="144" y="164"/>
                  <a:pt x="144" y="168"/>
                </a:cubicBezTo>
                <a:cubicBezTo>
                  <a:pt x="144" y="217"/>
                  <a:pt x="144" y="217"/>
                  <a:pt x="144" y="217"/>
                </a:cubicBezTo>
                <a:cubicBezTo>
                  <a:pt x="144" y="221"/>
                  <a:pt x="148" y="225"/>
                  <a:pt x="152" y="225"/>
                </a:cubicBezTo>
                <a:moveTo>
                  <a:pt x="160" y="176"/>
                </a:moveTo>
                <a:cubicBezTo>
                  <a:pt x="193" y="176"/>
                  <a:pt x="193" y="176"/>
                  <a:pt x="193" y="176"/>
                </a:cubicBezTo>
                <a:cubicBezTo>
                  <a:pt x="193" y="208"/>
                  <a:pt x="193" y="208"/>
                  <a:pt x="193" y="208"/>
                </a:cubicBezTo>
                <a:cubicBezTo>
                  <a:pt x="160" y="208"/>
                  <a:pt x="160" y="208"/>
                  <a:pt x="160" y="208"/>
                </a:cubicBezTo>
                <a:lnTo>
                  <a:pt x="160" y="17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9" name="Freeform 98"/>
          <p:cNvSpPr>
            <a:spLocks noEditPoints="1"/>
          </p:cNvSpPr>
          <p:nvPr/>
        </p:nvSpPr>
        <p:spPr bwMode="auto">
          <a:xfrm>
            <a:off x="840317" y="5399618"/>
            <a:ext cx="577851" cy="474133"/>
          </a:xfrm>
          <a:custGeom>
            <a:avLst/>
            <a:gdLst>
              <a:gd name="T0" fmla="*/ 337 w 353"/>
              <a:gd name="T1" fmla="*/ 0 h 289"/>
              <a:gd name="T2" fmla="*/ 16 w 353"/>
              <a:gd name="T3" fmla="*/ 0 h 289"/>
              <a:gd name="T4" fmla="*/ 0 w 353"/>
              <a:gd name="T5" fmla="*/ 16 h 289"/>
              <a:gd name="T6" fmla="*/ 0 w 353"/>
              <a:gd name="T7" fmla="*/ 48 h 289"/>
              <a:gd name="T8" fmla="*/ 16 w 353"/>
              <a:gd name="T9" fmla="*/ 64 h 289"/>
              <a:gd name="T10" fmla="*/ 32 w 353"/>
              <a:gd name="T11" fmla="*/ 64 h 289"/>
              <a:gd name="T12" fmla="*/ 32 w 353"/>
              <a:gd name="T13" fmla="*/ 273 h 289"/>
              <a:gd name="T14" fmla="*/ 48 w 353"/>
              <a:gd name="T15" fmla="*/ 289 h 289"/>
              <a:gd name="T16" fmla="*/ 305 w 353"/>
              <a:gd name="T17" fmla="*/ 289 h 289"/>
              <a:gd name="T18" fmla="*/ 321 w 353"/>
              <a:gd name="T19" fmla="*/ 273 h 289"/>
              <a:gd name="T20" fmla="*/ 321 w 353"/>
              <a:gd name="T21" fmla="*/ 64 h 289"/>
              <a:gd name="T22" fmla="*/ 337 w 353"/>
              <a:gd name="T23" fmla="*/ 64 h 289"/>
              <a:gd name="T24" fmla="*/ 353 w 353"/>
              <a:gd name="T25" fmla="*/ 48 h 289"/>
              <a:gd name="T26" fmla="*/ 353 w 353"/>
              <a:gd name="T27" fmla="*/ 16 h 289"/>
              <a:gd name="T28" fmla="*/ 337 w 353"/>
              <a:gd name="T29" fmla="*/ 0 h 289"/>
              <a:gd name="T30" fmla="*/ 305 w 353"/>
              <a:gd name="T31" fmla="*/ 273 h 289"/>
              <a:gd name="T32" fmla="*/ 48 w 353"/>
              <a:gd name="T33" fmla="*/ 273 h 289"/>
              <a:gd name="T34" fmla="*/ 48 w 353"/>
              <a:gd name="T35" fmla="*/ 64 h 289"/>
              <a:gd name="T36" fmla="*/ 305 w 353"/>
              <a:gd name="T37" fmla="*/ 64 h 289"/>
              <a:gd name="T38" fmla="*/ 305 w 353"/>
              <a:gd name="T39" fmla="*/ 273 h 289"/>
              <a:gd name="T40" fmla="*/ 337 w 353"/>
              <a:gd name="T41" fmla="*/ 48 h 289"/>
              <a:gd name="T42" fmla="*/ 16 w 353"/>
              <a:gd name="T43" fmla="*/ 48 h 289"/>
              <a:gd name="T44" fmla="*/ 16 w 353"/>
              <a:gd name="T45" fmla="*/ 16 h 289"/>
              <a:gd name="T46" fmla="*/ 337 w 353"/>
              <a:gd name="T47" fmla="*/ 16 h 289"/>
              <a:gd name="T48" fmla="*/ 337 w 353"/>
              <a:gd name="T49" fmla="*/ 48 h 289"/>
              <a:gd name="T50" fmla="*/ 128 w 353"/>
              <a:gd name="T51" fmla="*/ 145 h 289"/>
              <a:gd name="T52" fmla="*/ 225 w 353"/>
              <a:gd name="T53" fmla="*/ 145 h 289"/>
              <a:gd name="T54" fmla="*/ 241 w 353"/>
              <a:gd name="T55" fmla="*/ 129 h 289"/>
              <a:gd name="T56" fmla="*/ 241 w 353"/>
              <a:gd name="T57" fmla="*/ 113 h 289"/>
              <a:gd name="T58" fmla="*/ 225 w 353"/>
              <a:gd name="T59" fmla="*/ 97 h 289"/>
              <a:gd name="T60" fmla="*/ 128 w 353"/>
              <a:gd name="T61" fmla="*/ 97 h 289"/>
              <a:gd name="T62" fmla="*/ 112 w 353"/>
              <a:gd name="T63" fmla="*/ 113 h 289"/>
              <a:gd name="T64" fmla="*/ 112 w 353"/>
              <a:gd name="T65" fmla="*/ 129 h 289"/>
              <a:gd name="T66" fmla="*/ 128 w 353"/>
              <a:gd name="T67" fmla="*/ 145 h 289"/>
              <a:gd name="T68" fmla="*/ 128 w 353"/>
              <a:gd name="T69" fmla="*/ 113 h 289"/>
              <a:gd name="T70" fmla="*/ 225 w 353"/>
              <a:gd name="T71" fmla="*/ 113 h 289"/>
              <a:gd name="T72" fmla="*/ 225 w 353"/>
              <a:gd name="T73" fmla="*/ 129 h 289"/>
              <a:gd name="T74" fmla="*/ 128 w 353"/>
              <a:gd name="T75" fmla="*/ 129 h 289"/>
              <a:gd name="T76" fmla="*/ 128 w 353"/>
              <a:gd name="T77" fmla="*/ 113 h 2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353" h="289">
                <a:moveTo>
                  <a:pt x="337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48"/>
                  <a:pt x="0" y="48"/>
                  <a:pt x="0" y="48"/>
                </a:cubicBezTo>
                <a:cubicBezTo>
                  <a:pt x="0" y="57"/>
                  <a:pt x="7" y="64"/>
                  <a:pt x="16" y="64"/>
                </a:cubicBezTo>
                <a:cubicBezTo>
                  <a:pt x="32" y="64"/>
                  <a:pt x="32" y="64"/>
                  <a:pt x="32" y="64"/>
                </a:cubicBezTo>
                <a:cubicBezTo>
                  <a:pt x="32" y="273"/>
                  <a:pt x="32" y="273"/>
                  <a:pt x="32" y="273"/>
                </a:cubicBezTo>
                <a:cubicBezTo>
                  <a:pt x="32" y="282"/>
                  <a:pt x="39" y="289"/>
                  <a:pt x="48" y="289"/>
                </a:cubicBezTo>
                <a:cubicBezTo>
                  <a:pt x="305" y="289"/>
                  <a:pt x="305" y="289"/>
                  <a:pt x="305" y="289"/>
                </a:cubicBezTo>
                <a:cubicBezTo>
                  <a:pt x="314" y="289"/>
                  <a:pt x="321" y="282"/>
                  <a:pt x="321" y="273"/>
                </a:cubicBezTo>
                <a:cubicBezTo>
                  <a:pt x="321" y="64"/>
                  <a:pt x="321" y="64"/>
                  <a:pt x="321" y="64"/>
                </a:cubicBezTo>
                <a:cubicBezTo>
                  <a:pt x="337" y="64"/>
                  <a:pt x="337" y="64"/>
                  <a:pt x="337" y="64"/>
                </a:cubicBezTo>
                <a:cubicBezTo>
                  <a:pt x="346" y="64"/>
                  <a:pt x="353" y="57"/>
                  <a:pt x="353" y="48"/>
                </a:cubicBezTo>
                <a:cubicBezTo>
                  <a:pt x="353" y="16"/>
                  <a:pt x="353" y="16"/>
                  <a:pt x="353" y="16"/>
                </a:cubicBezTo>
                <a:cubicBezTo>
                  <a:pt x="353" y="7"/>
                  <a:pt x="346" y="0"/>
                  <a:pt x="337" y="0"/>
                </a:cubicBezTo>
                <a:moveTo>
                  <a:pt x="305" y="273"/>
                </a:moveTo>
                <a:cubicBezTo>
                  <a:pt x="48" y="273"/>
                  <a:pt x="48" y="273"/>
                  <a:pt x="48" y="273"/>
                </a:cubicBezTo>
                <a:cubicBezTo>
                  <a:pt x="48" y="64"/>
                  <a:pt x="48" y="64"/>
                  <a:pt x="48" y="64"/>
                </a:cubicBezTo>
                <a:cubicBezTo>
                  <a:pt x="305" y="64"/>
                  <a:pt x="305" y="64"/>
                  <a:pt x="305" y="64"/>
                </a:cubicBezTo>
                <a:lnTo>
                  <a:pt x="305" y="273"/>
                </a:lnTo>
                <a:close/>
                <a:moveTo>
                  <a:pt x="337" y="48"/>
                </a:moveTo>
                <a:cubicBezTo>
                  <a:pt x="16" y="48"/>
                  <a:pt x="16" y="48"/>
                  <a:pt x="16" y="48"/>
                </a:cubicBezTo>
                <a:cubicBezTo>
                  <a:pt x="16" y="16"/>
                  <a:pt x="16" y="16"/>
                  <a:pt x="16" y="16"/>
                </a:cubicBezTo>
                <a:cubicBezTo>
                  <a:pt x="337" y="16"/>
                  <a:pt x="337" y="16"/>
                  <a:pt x="337" y="16"/>
                </a:cubicBezTo>
                <a:lnTo>
                  <a:pt x="337" y="48"/>
                </a:lnTo>
                <a:close/>
                <a:moveTo>
                  <a:pt x="128" y="145"/>
                </a:moveTo>
                <a:cubicBezTo>
                  <a:pt x="225" y="145"/>
                  <a:pt x="225" y="145"/>
                  <a:pt x="225" y="145"/>
                </a:cubicBezTo>
                <a:cubicBezTo>
                  <a:pt x="234" y="145"/>
                  <a:pt x="241" y="138"/>
                  <a:pt x="241" y="129"/>
                </a:cubicBezTo>
                <a:cubicBezTo>
                  <a:pt x="241" y="113"/>
                  <a:pt x="241" y="113"/>
                  <a:pt x="241" y="113"/>
                </a:cubicBezTo>
                <a:cubicBezTo>
                  <a:pt x="241" y="104"/>
                  <a:pt x="234" y="97"/>
                  <a:pt x="225" y="97"/>
                </a:cubicBezTo>
                <a:cubicBezTo>
                  <a:pt x="128" y="97"/>
                  <a:pt x="128" y="97"/>
                  <a:pt x="128" y="97"/>
                </a:cubicBezTo>
                <a:cubicBezTo>
                  <a:pt x="119" y="97"/>
                  <a:pt x="112" y="104"/>
                  <a:pt x="112" y="113"/>
                </a:cubicBezTo>
                <a:cubicBezTo>
                  <a:pt x="112" y="129"/>
                  <a:pt x="112" y="129"/>
                  <a:pt x="112" y="129"/>
                </a:cubicBezTo>
                <a:cubicBezTo>
                  <a:pt x="112" y="138"/>
                  <a:pt x="119" y="145"/>
                  <a:pt x="128" y="145"/>
                </a:cubicBezTo>
                <a:moveTo>
                  <a:pt x="128" y="113"/>
                </a:moveTo>
                <a:cubicBezTo>
                  <a:pt x="225" y="113"/>
                  <a:pt x="225" y="113"/>
                  <a:pt x="225" y="113"/>
                </a:cubicBezTo>
                <a:cubicBezTo>
                  <a:pt x="225" y="129"/>
                  <a:pt x="225" y="129"/>
                  <a:pt x="225" y="129"/>
                </a:cubicBezTo>
                <a:cubicBezTo>
                  <a:pt x="128" y="129"/>
                  <a:pt x="128" y="129"/>
                  <a:pt x="128" y="129"/>
                </a:cubicBezTo>
                <a:lnTo>
                  <a:pt x="128" y="11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00" name="Freeform 99"/>
          <p:cNvSpPr>
            <a:spLocks noEditPoints="1"/>
          </p:cNvSpPr>
          <p:nvPr/>
        </p:nvSpPr>
        <p:spPr bwMode="auto">
          <a:xfrm>
            <a:off x="1943100" y="5399618"/>
            <a:ext cx="577851" cy="474133"/>
          </a:xfrm>
          <a:custGeom>
            <a:avLst/>
            <a:gdLst>
              <a:gd name="T0" fmla="*/ 249 w 353"/>
              <a:gd name="T1" fmla="*/ 193 h 289"/>
              <a:gd name="T2" fmla="*/ 273 w 353"/>
              <a:gd name="T3" fmla="*/ 169 h 289"/>
              <a:gd name="T4" fmla="*/ 249 w 353"/>
              <a:gd name="T5" fmla="*/ 145 h 289"/>
              <a:gd name="T6" fmla="*/ 225 w 353"/>
              <a:gd name="T7" fmla="*/ 169 h 289"/>
              <a:gd name="T8" fmla="*/ 249 w 353"/>
              <a:gd name="T9" fmla="*/ 193 h 289"/>
              <a:gd name="T10" fmla="*/ 249 w 353"/>
              <a:gd name="T11" fmla="*/ 161 h 289"/>
              <a:gd name="T12" fmla="*/ 257 w 353"/>
              <a:gd name="T13" fmla="*/ 169 h 289"/>
              <a:gd name="T14" fmla="*/ 249 w 353"/>
              <a:gd name="T15" fmla="*/ 177 h 289"/>
              <a:gd name="T16" fmla="*/ 241 w 353"/>
              <a:gd name="T17" fmla="*/ 169 h 289"/>
              <a:gd name="T18" fmla="*/ 249 w 353"/>
              <a:gd name="T19" fmla="*/ 161 h 289"/>
              <a:gd name="T20" fmla="*/ 177 w 353"/>
              <a:gd name="T21" fmla="*/ 193 h 289"/>
              <a:gd name="T22" fmla="*/ 201 w 353"/>
              <a:gd name="T23" fmla="*/ 169 h 289"/>
              <a:gd name="T24" fmla="*/ 177 w 353"/>
              <a:gd name="T25" fmla="*/ 145 h 289"/>
              <a:gd name="T26" fmla="*/ 153 w 353"/>
              <a:gd name="T27" fmla="*/ 169 h 289"/>
              <a:gd name="T28" fmla="*/ 177 w 353"/>
              <a:gd name="T29" fmla="*/ 193 h 289"/>
              <a:gd name="T30" fmla="*/ 177 w 353"/>
              <a:gd name="T31" fmla="*/ 161 h 289"/>
              <a:gd name="T32" fmla="*/ 185 w 353"/>
              <a:gd name="T33" fmla="*/ 169 h 289"/>
              <a:gd name="T34" fmla="*/ 177 w 353"/>
              <a:gd name="T35" fmla="*/ 177 h 289"/>
              <a:gd name="T36" fmla="*/ 169 w 353"/>
              <a:gd name="T37" fmla="*/ 169 h 289"/>
              <a:gd name="T38" fmla="*/ 177 w 353"/>
              <a:gd name="T39" fmla="*/ 161 h 289"/>
              <a:gd name="T40" fmla="*/ 337 w 353"/>
              <a:gd name="T41" fmla="*/ 0 h 289"/>
              <a:gd name="T42" fmla="*/ 16 w 353"/>
              <a:gd name="T43" fmla="*/ 0 h 289"/>
              <a:gd name="T44" fmla="*/ 0 w 353"/>
              <a:gd name="T45" fmla="*/ 16 h 289"/>
              <a:gd name="T46" fmla="*/ 0 w 353"/>
              <a:gd name="T47" fmla="*/ 48 h 289"/>
              <a:gd name="T48" fmla="*/ 16 w 353"/>
              <a:gd name="T49" fmla="*/ 64 h 289"/>
              <a:gd name="T50" fmla="*/ 32 w 353"/>
              <a:gd name="T51" fmla="*/ 64 h 289"/>
              <a:gd name="T52" fmla="*/ 32 w 353"/>
              <a:gd name="T53" fmla="*/ 273 h 289"/>
              <a:gd name="T54" fmla="*/ 48 w 353"/>
              <a:gd name="T55" fmla="*/ 289 h 289"/>
              <a:gd name="T56" fmla="*/ 305 w 353"/>
              <a:gd name="T57" fmla="*/ 289 h 289"/>
              <a:gd name="T58" fmla="*/ 321 w 353"/>
              <a:gd name="T59" fmla="*/ 273 h 289"/>
              <a:gd name="T60" fmla="*/ 321 w 353"/>
              <a:gd name="T61" fmla="*/ 64 h 289"/>
              <a:gd name="T62" fmla="*/ 337 w 353"/>
              <a:gd name="T63" fmla="*/ 64 h 289"/>
              <a:gd name="T64" fmla="*/ 353 w 353"/>
              <a:gd name="T65" fmla="*/ 48 h 289"/>
              <a:gd name="T66" fmla="*/ 353 w 353"/>
              <a:gd name="T67" fmla="*/ 16 h 289"/>
              <a:gd name="T68" fmla="*/ 337 w 353"/>
              <a:gd name="T69" fmla="*/ 0 h 289"/>
              <a:gd name="T70" fmla="*/ 305 w 353"/>
              <a:gd name="T71" fmla="*/ 273 h 289"/>
              <a:gd name="T72" fmla="*/ 48 w 353"/>
              <a:gd name="T73" fmla="*/ 273 h 289"/>
              <a:gd name="T74" fmla="*/ 48 w 353"/>
              <a:gd name="T75" fmla="*/ 64 h 289"/>
              <a:gd name="T76" fmla="*/ 305 w 353"/>
              <a:gd name="T77" fmla="*/ 64 h 289"/>
              <a:gd name="T78" fmla="*/ 305 w 353"/>
              <a:gd name="T79" fmla="*/ 273 h 289"/>
              <a:gd name="T80" fmla="*/ 337 w 353"/>
              <a:gd name="T81" fmla="*/ 48 h 289"/>
              <a:gd name="T82" fmla="*/ 16 w 353"/>
              <a:gd name="T83" fmla="*/ 48 h 289"/>
              <a:gd name="T84" fmla="*/ 16 w 353"/>
              <a:gd name="T85" fmla="*/ 16 h 289"/>
              <a:gd name="T86" fmla="*/ 337 w 353"/>
              <a:gd name="T87" fmla="*/ 16 h 289"/>
              <a:gd name="T88" fmla="*/ 337 w 353"/>
              <a:gd name="T89" fmla="*/ 48 h 289"/>
              <a:gd name="T90" fmla="*/ 105 w 353"/>
              <a:gd name="T91" fmla="*/ 193 h 289"/>
              <a:gd name="T92" fmla="*/ 129 w 353"/>
              <a:gd name="T93" fmla="*/ 169 h 289"/>
              <a:gd name="T94" fmla="*/ 105 w 353"/>
              <a:gd name="T95" fmla="*/ 145 h 289"/>
              <a:gd name="T96" fmla="*/ 81 w 353"/>
              <a:gd name="T97" fmla="*/ 169 h 289"/>
              <a:gd name="T98" fmla="*/ 105 w 353"/>
              <a:gd name="T99" fmla="*/ 193 h 289"/>
              <a:gd name="T100" fmla="*/ 105 w 353"/>
              <a:gd name="T101" fmla="*/ 161 h 289"/>
              <a:gd name="T102" fmla="*/ 113 w 353"/>
              <a:gd name="T103" fmla="*/ 169 h 289"/>
              <a:gd name="T104" fmla="*/ 105 w 353"/>
              <a:gd name="T105" fmla="*/ 177 h 289"/>
              <a:gd name="T106" fmla="*/ 97 w 353"/>
              <a:gd name="T107" fmla="*/ 169 h 289"/>
              <a:gd name="T108" fmla="*/ 105 w 353"/>
              <a:gd name="T109" fmla="*/ 161 h 2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353" h="289">
                <a:moveTo>
                  <a:pt x="249" y="193"/>
                </a:moveTo>
                <a:cubicBezTo>
                  <a:pt x="262" y="193"/>
                  <a:pt x="273" y="182"/>
                  <a:pt x="273" y="169"/>
                </a:cubicBezTo>
                <a:cubicBezTo>
                  <a:pt x="273" y="155"/>
                  <a:pt x="262" y="145"/>
                  <a:pt x="249" y="145"/>
                </a:cubicBezTo>
                <a:cubicBezTo>
                  <a:pt x="236" y="145"/>
                  <a:pt x="225" y="155"/>
                  <a:pt x="225" y="169"/>
                </a:cubicBezTo>
                <a:cubicBezTo>
                  <a:pt x="225" y="182"/>
                  <a:pt x="236" y="193"/>
                  <a:pt x="249" y="193"/>
                </a:cubicBezTo>
                <a:moveTo>
                  <a:pt x="249" y="161"/>
                </a:moveTo>
                <a:cubicBezTo>
                  <a:pt x="254" y="161"/>
                  <a:pt x="257" y="164"/>
                  <a:pt x="257" y="169"/>
                </a:cubicBezTo>
                <a:cubicBezTo>
                  <a:pt x="257" y="173"/>
                  <a:pt x="254" y="177"/>
                  <a:pt x="249" y="177"/>
                </a:cubicBezTo>
                <a:cubicBezTo>
                  <a:pt x="245" y="177"/>
                  <a:pt x="241" y="173"/>
                  <a:pt x="241" y="169"/>
                </a:cubicBezTo>
                <a:cubicBezTo>
                  <a:pt x="241" y="164"/>
                  <a:pt x="245" y="161"/>
                  <a:pt x="249" y="161"/>
                </a:cubicBezTo>
                <a:moveTo>
                  <a:pt x="177" y="193"/>
                </a:moveTo>
                <a:cubicBezTo>
                  <a:pt x="190" y="193"/>
                  <a:pt x="201" y="182"/>
                  <a:pt x="201" y="169"/>
                </a:cubicBezTo>
                <a:cubicBezTo>
                  <a:pt x="201" y="155"/>
                  <a:pt x="190" y="145"/>
                  <a:pt x="177" y="145"/>
                </a:cubicBezTo>
                <a:cubicBezTo>
                  <a:pt x="164" y="145"/>
                  <a:pt x="153" y="155"/>
                  <a:pt x="153" y="169"/>
                </a:cubicBezTo>
                <a:cubicBezTo>
                  <a:pt x="153" y="182"/>
                  <a:pt x="164" y="193"/>
                  <a:pt x="177" y="193"/>
                </a:cubicBezTo>
                <a:moveTo>
                  <a:pt x="177" y="161"/>
                </a:moveTo>
                <a:cubicBezTo>
                  <a:pt x="181" y="161"/>
                  <a:pt x="185" y="164"/>
                  <a:pt x="185" y="169"/>
                </a:cubicBezTo>
                <a:cubicBezTo>
                  <a:pt x="185" y="173"/>
                  <a:pt x="181" y="177"/>
                  <a:pt x="177" y="177"/>
                </a:cubicBezTo>
                <a:cubicBezTo>
                  <a:pt x="172" y="177"/>
                  <a:pt x="169" y="173"/>
                  <a:pt x="169" y="169"/>
                </a:cubicBezTo>
                <a:cubicBezTo>
                  <a:pt x="169" y="164"/>
                  <a:pt x="172" y="161"/>
                  <a:pt x="177" y="161"/>
                </a:cubicBezTo>
                <a:moveTo>
                  <a:pt x="337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48"/>
                  <a:pt x="0" y="48"/>
                  <a:pt x="0" y="48"/>
                </a:cubicBezTo>
                <a:cubicBezTo>
                  <a:pt x="0" y="57"/>
                  <a:pt x="7" y="64"/>
                  <a:pt x="16" y="64"/>
                </a:cubicBezTo>
                <a:cubicBezTo>
                  <a:pt x="32" y="64"/>
                  <a:pt x="32" y="64"/>
                  <a:pt x="32" y="64"/>
                </a:cubicBezTo>
                <a:cubicBezTo>
                  <a:pt x="32" y="273"/>
                  <a:pt x="32" y="273"/>
                  <a:pt x="32" y="273"/>
                </a:cubicBezTo>
                <a:cubicBezTo>
                  <a:pt x="32" y="282"/>
                  <a:pt x="40" y="289"/>
                  <a:pt x="48" y="289"/>
                </a:cubicBezTo>
                <a:cubicBezTo>
                  <a:pt x="305" y="289"/>
                  <a:pt x="305" y="289"/>
                  <a:pt x="305" y="289"/>
                </a:cubicBezTo>
                <a:cubicBezTo>
                  <a:pt x="314" y="289"/>
                  <a:pt x="321" y="282"/>
                  <a:pt x="321" y="273"/>
                </a:cubicBezTo>
                <a:cubicBezTo>
                  <a:pt x="321" y="64"/>
                  <a:pt x="321" y="64"/>
                  <a:pt x="321" y="64"/>
                </a:cubicBezTo>
                <a:cubicBezTo>
                  <a:pt x="337" y="64"/>
                  <a:pt x="337" y="64"/>
                  <a:pt x="337" y="64"/>
                </a:cubicBezTo>
                <a:cubicBezTo>
                  <a:pt x="346" y="64"/>
                  <a:pt x="353" y="57"/>
                  <a:pt x="353" y="48"/>
                </a:cubicBezTo>
                <a:cubicBezTo>
                  <a:pt x="353" y="16"/>
                  <a:pt x="353" y="16"/>
                  <a:pt x="353" y="16"/>
                </a:cubicBezTo>
                <a:cubicBezTo>
                  <a:pt x="353" y="7"/>
                  <a:pt x="346" y="0"/>
                  <a:pt x="337" y="0"/>
                </a:cubicBezTo>
                <a:moveTo>
                  <a:pt x="305" y="273"/>
                </a:moveTo>
                <a:cubicBezTo>
                  <a:pt x="48" y="273"/>
                  <a:pt x="48" y="273"/>
                  <a:pt x="48" y="273"/>
                </a:cubicBezTo>
                <a:cubicBezTo>
                  <a:pt x="48" y="64"/>
                  <a:pt x="48" y="64"/>
                  <a:pt x="48" y="64"/>
                </a:cubicBezTo>
                <a:cubicBezTo>
                  <a:pt x="305" y="64"/>
                  <a:pt x="305" y="64"/>
                  <a:pt x="305" y="64"/>
                </a:cubicBezTo>
                <a:lnTo>
                  <a:pt x="305" y="273"/>
                </a:lnTo>
                <a:close/>
                <a:moveTo>
                  <a:pt x="337" y="48"/>
                </a:moveTo>
                <a:cubicBezTo>
                  <a:pt x="16" y="48"/>
                  <a:pt x="16" y="48"/>
                  <a:pt x="16" y="48"/>
                </a:cubicBezTo>
                <a:cubicBezTo>
                  <a:pt x="16" y="16"/>
                  <a:pt x="16" y="16"/>
                  <a:pt x="16" y="16"/>
                </a:cubicBezTo>
                <a:cubicBezTo>
                  <a:pt x="337" y="16"/>
                  <a:pt x="337" y="16"/>
                  <a:pt x="337" y="16"/>
                </a:cubicBezTo>
                <a:lnTo>
                  <a:pt x="337" y="48"/>
                </a:lnTo>
                <a:close/>
                <a:moveTo>
                  <a:pt x="105" y="193"/>
                </a:moveTo>
                <a:cubicBezTo>
                  <a:pt x="118" y="193"/>
                  <a:pt x="129" y="182"/>
                  <a:pt x="129" y="169"/>
                </a:cubicBezTo>
                <a:cubicBezTo>
                  <a:pt x="129" y="155"/>
                  <a:pt x="118" y="145"/>
                  <a:pt x="105" y="145"/>
                </a:cubicBezTo>
                <a:cubicBezTo>
                  <a:pt x="91" y="145"/>
                  <a:pt x="81" y="155"/>
                  <a:pt x="81" y="169"/>
                </a:cubicBezTo>
                <a:cubicBezTo>
                  <a:pt x="81" y="182"/>
                  <a:pt x="91" y="193"/>
                  <a:pt x="105" y="193"/>
                </a:cubicBezTo>
                <a:moveTo>
                  <a:pt x="105" y="161"/>
                </a:moveTo>
                <a:cubicBezTo>
                  <a:pt x="109" y="161"/>
                  <a:pt x="113" y="164"/>
                  <a:pt x="113" y="169"/>
                </a:cubicBezTo>
                <a:cubicBezTo>
                  <a:pt x="113" y="173"/>
                  <a:pt x="109" y="177"/>
                  <a:pt x="105" y="177"/>
                </a:cubicBezTo>
                <a:cubicBezTo>
                  <a:pt x="100" y="177"/>
                  <a:pt x="97" y="173"/>
                  <a:pt x="97" y="169"/>
                </a:cubicBezTo>
                <a:cubicBezTo>
                  <a:pt x="97" y="164"/>
                  <a:pt x="100" y="161"/>
                  <a:pt x="105" y="161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01" name="Freeform 100"/>
          <p:cNvSpPr>
            <a:spLocks noEditPoints="1"/>
          </p:cNvSpPr>
          <p:nvPr/>
        </p:nvSpPr>
        <p:spPr bwMode="auto">
          <a:xfrm>
            <a:off x="3048000" y="5348817"/>
            <a:ext cx="577851" cy="577851"/>
          </a:xfrm>
          <a:custGeom>
            <a:avLst/>
            <a:gdLst>
              <a:gd name="T0" fmla="*/ 128 w 353"/>
              <a:gd name="T1" fmla="*/ 193 h 353"/>
              <a:gd name="T2" fmla="*/ 120 w 353"/>
              <a:gd name="T3" fmla="*/ 201 h 353"/>
              <a:gd name="T4" fmla="*/ 122 w 353"/>
              <a:gd name="T5" fmla="*/ 206 h 353"/>
              <a:gd name="T6" fmla="*/ 170 w 353"/>
              <a:gd name="T7" fmla="*/ 255 h 353"/>
              <a:gd name="T8" fmla="*/ 176 w 353"/>
              <a:gd name="T9" fmla="*/ 257 h 353"/>
              <a:gd name="T10" fmla="*/ 182 w 353"/>
              <a:gd name="T11" fmla="*/ 255 h 353"/>
              <a:gd name="T12" fmla="*/ 230 w 353"/>
              <a:gd name="T13" fmla="*/ 206 h 353"/>
              <a:gd name="T14" fmla="*/ 232 w 353"/>
              <a:gd name="T15" fmla="*/ 201 h 353"/>
              <a:gd name="T16" fmla="*/ 224 w 353"/>
              <a:gd name="T17" fmla="*/ 193 h 353"/>
              <a:gd name="T18" fmla="*/ 219 w 353"/>
              <a:gd name="T19" fmla="*/ 195 h 353"/>
              <a:gd name="T20" fmla="*/ 184 w 353"/>
              <a:gd name="T21" fmla="*/ 230 h 353"/>
              <a:gd name="T22" fmla="*/ 184 w 353"/>
              <a:gd name="T23" fmla="*/ 8 h 353"/>
              <a:gd name="T24" fmla="*/ 184 w 353"/>
              <a:gd name="T25" fmla="*/ 8 h 353"/>
              <a:gd name="T26" fmla="*/ 176 w 353"/>
              <a:gd name="T27" fmla="*/ 0 h 353"/>
              <a:gd name="T28" fmla="*/ 168 w 353"/>
              <a:gd name="T29" fmla="*/ 8 h 353"/>
              <a:gd name="T30" fmla="*/ 168 w 353"/>
              <a:gd name="T31" fmla="*/ 230 h 353"/>
              <a:gd name="T32" fmla="*/ 134 w 353"/>
              <a:gd name="T33" fmla="*/ 195 h 353"/>
              <a:gd name="T34" fmla="*/ 128 w 353"/>
              <a:gd name="T35" fmla="*/ 193 h 353"/>
              <a:gd name="T36" fmla="*/ 337 w 353"/>
              <a:gd name="T37" fmla="*/ 80 h 353"/>
              <a:gd name="T38" fmla="*/ 208 w 353"/>
              <a:gd name="T39" fmla="*/ 80 h 353"/>
              <a:gd name="T40" fmla="*/ 200 w 353"/>
              <a:gd name="T41" fmla="*/ 88 h 353"/>
              <a:gd name="T42" fmla="*/ 208 w 353"/>
              <a:gd name="T43" fmla="*/ 96 h 353"/>
              <a:gd name="T44" fmla="*/ 337 w 353"/>
              <a:gd name="T45" fmla="*/ 96 h 353"/>
              <a:gd name="T46" fmla="*/ 337 w 353"/>
              <a:gd name="T47" fmla="*/ 129 h 353"/>
              <a:gd name="T48" fmla="*/ 208 w 353"/>
              <a:gd name="T49" fmla="*/ 129 h 353"/>
              <a:gd name="T50" fmla="*/ 200 w 353"/>
              <a:gd name="T51" fmla="*/ 137 h 353"/>
              <a:gd name="T52" fmla="*/ 208 w 353"/>
              <a:gd name="T53" fmla="*/ 145 h 353"/>
              <a:gd name="T54" fmla="*/ 305 w 353"/>
              <a:gd name="T55" fmla="*/ 145 h 353"/>
              <a:gd name="T56" fmla="*/ 305 w 353"/>
              <a:gd name="T57" fmla="*/ 337 h 353"/>
              <a:gd name="T58" fmla="*/ 48 w 353"/>
              <a:gd name="T59" fmla="*/ 337 h 353"/>
              <a:gd name="T60" fmla="*/ 48 w 353"/>
              <a:gd name="T61" fmla="*/ 145 h 353"/>
              <a:gd name="T62" fmla="*/ 144 w 353"/>
              <a:gd name="T63" fmla="*/ 145 h 353"/>
              <a:gd name="T64" fmla="*/ 152 w 353"/>
              <a:gd name="T65" fmla="*/ 137 h 353"/>
              <a:gd name="T66" fmla="*/ 144 w 353"/>
              <a:gd name="T67" fmla="*/ 129 h 353"/>
              <a:gd name="T68" fmla="*/ 16 w 353"/>
              <a:gd name="T69" fmla="*/ 129 h 353"/>
              <a:gd name="T70" fmla="*/ 16 w 353"/>
              <a:gd name="T71" fmla="*/ 96 h 353"/>
              <a:gd name="T72" fmla="*/ 144 w 353"/>
              <a:gd name="T73" fmla="*/ 96 h 353"/>
              <a:gd name="T74" fmla="*/ 152 w 353"/>
              <a:gd name="T75" fmla="*/ 88 h 353"/>
              <a:gd name="T76" fmla="*/ 144 w 353"/>
              <a:gd name="T77" fmla="*/ 80 h 353"/>
              <a:gd name="T78" fmla="*/ 16 w 353"/>
              <a:gd name="T79" fmla="*/ 80 h 353"/>
              <a:gd name="T80" fmla="*/ 0 w 353"/>
              <a:gd name="T81" fmla="*/ 96 h 353"/>
              <a:gd name="T82" fmla="*/ 0 w 353"/>
              <a:gd name="T83" fmla="*/ 129 h 353"/>
              <a:gd name="T84" fmla="*/ 16 w 353"/>
              <a:gd name="T85" fmla="*/ 145 h 353"/>
              <a:gd name="T86" fmla="*/ 32 w 353"/>
              <a:gd name="T87" fmla="*/ 145 h 353"/>
              <a:gd name="T88" fmla="*/ 32 w 353"/>
              <a:gd name="T89" fmla="*/ 337 h 353"/>
              <a:gd name="T90" fmla="*/ 48 w 353"/>
              <a:gd name="T91" fmla="*/ 353 h 353"/>
              <a:gd name="T92" fmla="*/ 305 w 353"/>
              <a:gd name="T93" fmla="*/ 353 h 353"/>
              <a:gd name="T94" fmla="*/ 321 w 353"/>
              <a:gd name="T95" fmla="*/ 337 h 353"/>
              <a:gd name="T96" fmla="*/ 321 w 353"/>
              <a:gd name="T97" fmla="*/ 145 h 353"/>
              <a:gd name="T98" fmla="*/ 337 w 353"/>
              <a:gd name="T99" fmla="*/ 145 h 353"/>
              <a:gd name="T100" fmla="*/ 353 w 353"/>
              <a:gd name="T101" fmla="*/ 129 h 353"/>
              <a:gd name="T102" fmla="*/ 353 w 353"/>
              <a:gd name="T103" fmla="*/ 96 h 353"/>
              <a:gd name="T104" fmla="*/ 337 w 353"/>
              <a:gd name="T105" fmla="*/ 80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353" h="353">
                <a:moveTo>
                  <a:pt x="128" y="193"/>
                </a:moveTo>
                <a:cubicBezTo>
                  <a:pt x="124" y="193"/>
                  <a:pt x="120" y="196"/>
                  <a:pt x="120" y="201"/>
                </a:cubicBezTo>
                <a:cubicBezTo>
                  <a:pt x="120" y="203"/>
                  <a:pt x="121" y="205"/>
                  <a:pt x="122" y="206"/>
                </a:cubicBezTo>
                <a:cubicBezTo>
                  <a:pt x="170" y="255"/>
                  <a:pt x="170" y="255"/>
                  <a:pt x="170" y="255"/>
                </a:cubicBezTo>
                <a:cubicBezTo>
                  <a:pt x="172" y="256"/>
                  <a:pt x="174" y="257"/>
                  <a:pt x="176" y="257"/>
                </a:cubicBezTo>
                <a:cubicBezTo>
                  <a:pt x="178" y="257"/>
                  <a:pt x="180" y="256"/>
                  <a:pt x="182" y="255"/>
                </a:cubicBezTo>
                <a:cubicBezTo>
                  <a:pt x="230" y="206"/>
                  <a:pt x="230" y="206"/>
                  <a:pt x="230" y="206"/>
                </a:cubicBezTo>
                <a:cubicBezTo>
                  <a:pt x="231" y="205"/>
                  <a:pt x="232" y="203"/>
                  <a:pt x="232" y="201"/>
                </a:cubicBezTo>
                <a:cubicBezTo>
                  <a:pt x="232" y="196"/>
                  <a:pt x="229" y="193"/>
                  <a:pt x="224" y="193"/>
                </a:cubicBezTo>
                <a:cubicBezTo>
                  <a:pt x="222" y="193"/>
                  <a:pt x="220" y="194"/>
                  <a:pt x="219" y="195"/>
                </a:cubicBezTo>
                <a:cubicBezTo>
                  <a:pt x="184" y="230"/>
                  <a:pt x="184" y="230"/>
                  <a:pt x="184" y="230"/>
                </a:cubicBezTo>
                <a:cubicBezTo>
                  <a:pt x="184" y="8"/>
                  <a:pt x="184" y="8"/>
                  <a:pt x="184" y="8"/>
                </a:cubicBezTo>
                <a:cubicBezTo>
                  <a:pt x="184" y="8"/>
                  <a:pt x="184" y="8"/>
                  <a:pt x="184" y="8"/>
                </a:cubicBezTo>
                <a:cubicBezTo>
                  <a:pt x="184" y="4"/>
                  <a:pt x="181" y="0"/>
                  <a:pt x="176" y="0"/>
                </a:cubicBezTo>
                <a:cubicBezTo>
                  <a:pt x="172" y="0"/>
                  <a:pt x="168" y="4"/>
                  <a:pt x="168" y="8"/>
                </a:cubicBezTo>
                <a:cubicBezTo>
                  <a:pt x="168" y="230"/>
                  <a:pt x="168" y="230"/>
                  <a:pt x="168" y="230"/>
                </a:cubicBezTo>
                <a:cubicBezTo>
                  <a:pt x="134" y="195"/>
                  <a:pt x="134" y="195"/>
                  <a:pt x="134" y="195"/>
                </a:cubicBezTo>
                <a:cubicBezTo>
                  <a:pt x="132" y="194"/>
                  <a:pt x="130" y="193"/>
                  <a:pt x="128" y="193"/>
                </a:cubicBezTo>
                <a:moveTo>
                  <a:pt x="337" y="80"/>
                </a:moveTo>
                <a:cubicBezTo>
                  <a:pt x="208" y="80"/>
                  <a:pt x="208" y="80"/>
                  <a:pt x="208" y="80"/>
                </a:cubicBezTo>
                <a:cubicBezTo>
                  <a:pt x="204" y="80"/>
                  <a:pt x="200" y="84"/>
                  <a:pt x="200" y="88"/>
                </a:cubicBezTo>
                <a:cubicBezTo>
                  <a:pt x="200" y="93"/>
                  <a:pt x="204" y="96"/>
                  <a:pt x="208" y="96"/>
                </a:cubicBezTo>
                <a:cubicBezTo>
                  <a:pt x="337" y="96"/>
                  <a:pt x="337" y="96"/>
                  <a:pt x="337" y="96"/>
                </a:cubicBezTo>
                <a:cubicBezTo>
                  <a:pt x="337" y="129"/>
                  <a:pt x="337" y="129"/>
                  <a:pt x="337" y="129"/>
                </a:cubicBezTo>
                <a:cubicBezTo>
                  <a:pt x="208" y="129"/>
                  <a:pt x="208" y="129"/>
                  <a:pt x="208" y="129"/>
                </a:cubicBezTo>
                <a:cubicBezTo>
                  <a:pt x="204" y="129"/>
                  <a:pt x="200" y="132"/>
                  <a:pt x="200" y="137"/>
                </a:cubicBezTo>
                <a:cubicBezTo>
                  <a:pt x="200" y="141"/>
                  <a:pt x="204" y="145"/>
                  <a:pt x="208" y="145"/>
                </a:cubicBezTo>
                <a:cubicBezTo>
                  <a:pt x="305" y="145"/>
                  <a:pt x="305" y="145"/>
                  <a:pt x="305" y="145"/>
                </a:cubicBezTo>
                <a:cubicBezTo>
                  <a:pt x="305" y="337"/>
                  <a:pt x="305" y="337"/>
                  <a:pt x="305" y="337"/>
                </a:cubicBezTo>
                <a:cubicBezTo>
                  <a:pt x="48" y="337"/>
                  <a:pt x="48" y="337"/>
                  <a:pt x="48" y="337"/>
                </a:cubicBezTo>
                <a:cubicBezTo>
                  <a:pt x="48" y="145"/>
                  <a:pt x="48" y="145"/>
                  <a:pt x="48" y="145"/>
                </a:cubicBezTo>
                <a:cubicBezTo>
                  <a:pt x="144" y="145"/>
                  <a:pt x="144" y="145"/>
                  <a:pt x="144" y="145"/>
                </a:cubicBezTo>
                <a:cubicBezTo>
                  <a:pt x="148" y="145"/>
                  <a:pt x="152" y="141"/>
                  <a:pt x="152" y="137"/>
                </a:cubicBezTo>
                <a:cubicBezTo>
                  <a:pt x="152" y="132"/>
                  <a:pt x="148" y="129"/>
                  <a:pt x="144" y="129"/>
                </a:cubicBezTo>
                <a:cubicBezTo>
                  <a:pt x="16" y="129"/>
                  <a:pt x="16" y="129"/>
                  <a:pt x="16" y="129"/>
                </a:cubicBezTo>
                <a:cubicBezTo>
                  <a:pt x="16" y="96"/>
                  <a:pt x="16" y="96"/>
                  <a:pt x="16" y="96"/>
                </a:cubicBezTo>
                <a:cubicBezTo>
                  <a:pt x="144" y="96"/>
                  <a:pt x="144" y="96"/>
                  <a:pt x="144" y="96"/>
                </a:cubicBezTo>
                <a:cubicBezTo>
                  <a:pt x="148" y="96"/>
                  <a:pt x="152" y="93"/>
                  <a:pt x="152" y="88"/>
                </a:cubicBezTo>
                <a:cubicBezTo>
                  <a:pt x="152" y="84"/>
                  <a:pt x="148" y="80"/>
                  <a:pt x="144" y="80"/>
                </a:cubicBezTo>
                <a:cubicBezTo>
                  <a:pt x="16" y="80"/>
                  <a:pt x="16" y="80"/>
                  <a:pt x="16" y="80"/>
                </a:cubicBezTo>
                <a:cubicBezTo>
                  <a:pt x="7" y="80"/>
                  <a:pt x="0" y="88"/>
                  <a:pt x="0" y="96"/>
                </a:cubicBezTo>
                <a:cubicBezTo>
                  <a:pt x="0" y="129"/>
                  <a:pt x="0" y="129"/>
                  <a:pt x="0" y="129"/>
                </a:cubicBezTo>
                <a:cubicBezTo>
                  <a:pt x="0" y="137"/>
                  <a:pt x="7" y="145"/>
                  <a:pt x="16" y="145"/>
                </a:cubicBezTo>
                <a:cubicBezTo>
                  <a:pt x="32" y="145"/>
                  <a:pt x="32" y="145"/>
                  <a:pt x="32" y="145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32" y="346"/>
                  <a:pt x="39" y="353"/>
                  <a:pt x="48" y="353"/>
                </a:cubicBezTo>
                <a:cubicBezTo>
                  <a:pt x="305" y="353"/>
                  <a:pt x="305" y="353"/>
                  <a:pt x="305" y="353"/>
                </a:cubicBezTo>
                <a:cubicBezTo>
                  <a:pt x="313" y="353"/>
                  <a:pt x="321" y="346"/>
                  <a:pt x="321" y="337"/>
                </a:cubicBezTo>
                <a:cubicBezTo>
                  <a:pt x="321" y="145"/>
                  <a:pt x="321" y="145"/>
                  <a:pt x="321" y="145"/>
                </a:cubicBezTo>
                <a:cubicBezTo>
                  <a:pt x="337" y="145"/>
                  <a:pt x="337" y="145"/>
                  <a:pt x="337" y="145"/>
                </a:cubicBezTo>
                <a:cubicBezTo>
                  <a:pt x="346" y="145"/>
                  <a:pt x="353" y="137"/>
                  <a:pt x="353" y="129"/>
                </a:cubicBezTo>
                <a:cubicBezTo>
                  <a:pt x="353" y="96"/>
                  <a:pt x="353" y="96"/>
                  <a:pt x="353" y="96"/>
                </a:cubicBezTo>
                <a:cubicBezTo>
                  <a:pt x="353" y="88"/>
                  <a:pt x="346" y="80"/>
                  <a:pt x="337" y="80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02" name="Freeform 101"/>
          <p:cNvSpPr>
            <a:spLocks noEditPoints="1"/>
          </p:cNvSpPr>
          <p:nvPr/>
        </p:nvSpPr>
        <p:spPr bwMode="auto">
          <a:xfrm>
            <a:off x="4150785" y="5348817"/>
            <a:ext cx="579967" cy="577851"/>
          </a:xfrm>
          <a:custGeom>
            <a:avLst/>
            <a:gdLst>
              <a:gd name="T0" fmla="*/ 128 w 353"/>
              <a:gd name="T1" fmla="*/ 64 h 353"/>
              <a:gd name="T2" fmla="*/ 134 w 353"/>
              <a:gd name="T3" fmla="*/ 62 h 353"/>
              <a:gd name="T4" fmla="*/ 168 w 353"/>
              <a:gd name="T5" fmla="*/ 27 h 353"/>
              <a:gd name="T6" fmla="*/ 168 w 353"/>
              <a:gd name="T7" fmla="*/ 249 h 353"/>
              <a:gd name="T8" fmla="*/ 168 w 353"/>
              <a:gd name="T9" fmla="*/ 249 h 353"/>
              <a:gd name="T10" fmla="*/ 177 w 353"/>
              <a:gd name="T11" fmla="*/ 257 h 353"/>
              <a:gd name="T12" fmla="*/ 185 w 353"/>
              <a:gd name="T13" fmla="*/ 249 h 353"/>
              <a:gd name="T14" fmla="*/ 185 w 353"/>
              <a:gd name="T15" fmla="*/ 27 h 353"/>
              <a:gd name="T16" fmla="*/ 219 w 353"/>
              <a:gd name="T17" fmla="*/ 62 h 353"/>
              <a:gd name="T18" fmla="*/ 225 w 353"/>
              <a:gd name="T19" fmla="*/ 64 h 353"/>
              <a:gd name="T20" fmla="*/ 233 w 353"/>
              <a:gd name="T21" fmla="*/ 56 h 353"/>
              <a:gd name="T22" fmla="*/ 230 w 353"/>
              <a:gd name="T23" fmla="*/ 51 h 353"/>
              <a:gd name="T24" fmla="*/ 182 w 353"/>
              <a:gd name="T25" fmla="*/ 2 h 353"/>
              <a:gd name="T26" fmla="*/ 177 w 353"/>
              <a:gd name="T27" fmla="*/ 0 h 353"/>
              <a:gd name="T28" fmla="*/ 171 w 353"/>
              <a:gd name="T29" fmla="*/ 2 h 353"/>
              <a:gd name="T30" fmla="*/ 123 w 353"/>
              <a:gd name="T31" fmla="*/ 51 h 353"/>
              <a:gd name="T32" fmla="*/ 120 w 353"/>
              <a:gd name="T33" fmla="*/ 56 h 353"/>
              <a:gd name="T34" fmla="*/ 128 w 353"/>
              <a:gd name="T35" fmla="*/ 64 h 353"/>
              <a:gd name="T36" fmla="*/ 337 w 353"/>
              <a:gd name="T37" fmla="*/ 80 h 353"/>
              <a:gd name="T38" fmla="*/ 209 w 353"/>
              <a:gd name="T39" fmla="*/ 80 h 353"/>
              <a:gd name="T40" fmla="*/ 201 w 353"/>
              <a:gd name="T41" fmla="*/ 88 h 353"/>
              <a:gd name="T42" fmla="*/ 209 w 353"/>
              <a:gd name="T43" fmla="*/ 96 h 353"/>
              <a:gd name="T44" fmla="*/ 337 w 353"/>
              <a:gd name="T45" fmla="*/ 96 h 353"/>
              <a:gd name="T46" fmla="*/ 337 w 353"/>
              <a:gd name="T47" fmla="*/ 129 h 353"/>
              <a:gd name="T48" fmla="*/ 209 w 353"/>
              <a:gd name="T49" fmla="*/ 129 h 353"/>
              <a:gd name="T50" fmla="*/ 201 w 353"/>
              <a:gd name="T51" fmla="*/ 137 h 353"/>
              <a:gd name="T52" fmla="*/ 209 w 353"/>
              <a:gd name="T53" fmla="*/ 145 h 353"/>
              <a:gd name="T54" fmla="*/ 305 w 353"/>
              <a:gd name="T55" fmla="*/ 145 h 353"/>
              <a:gd name="T56" fmla="*/ 305 w 353"/>
              <a:gd name="T57" fmla="*/ 337 h 353"/>
              <a:gd name="T58" fmla="*/ 48 w 353"/>
              <a:gd name="T59" fmla="*/ 337 h 353"/>
              <a:gd name="T60" fmla="*/ 48 w 353"/>
              <a:gd name="T61" fmla="*/ 145 h 353"/>
              <a:gd name="T62" fmla="*/ 144 w 353"/>
              <a:gd name="T63" fmla="*/ 145 h 353"/>
              <a:gd name="T64" fmla="*/ 152 w 353"/>
              <a:gd name="T65" fmla="*/ 137 h 353"/>
              <a:gd name="T66" fmla="*/ 144 w 353"/>
              <a:gd name="T67" fmla="*/ 129 h 353"/>
              <a:gd name="T68" fmla="*/ 16 w 353"/>
              <a:gd name="T69" fmla="*/ 129 h 353"/>
              <a:gd name="T70" fmla="*/ 16 w 353"/>
              <a:gd name="T71" fmla="*/ 96 h 353"/>
              <a:gd name="T72" fmla="*/ 144 w 353"/>
              <a:gd name="T73" fmla="*/ 96 h 353"/>
              <a:gd name="T74" fmla="*/ 152 w 353"/>
              <a:gd name="T75" fmla="*/ 88 h 353"/>
              <a:gd name="T76" fmla="*/ 144 w 353"/>
              <a:gd name="T77" fmla="*/ 80 h 353"/>
              <a:gd name="T78" fmla="*/ 16 w 353"/>
              <a:gd name="T79" fmla="*/ 80 h 353"/>
              <a:gd name="T80" fmla="*/ 0 w 353"/>
              <a:gd name="T81" fmla="*/ 96 h 353"/>
              <a:gd name="T82" fmla="*/ 0 w 353"/>
              <a:gd name="T83" fmla="*/ 129 h 353"/>
              <a:gd name="T84" fmla="*/ 16 w 353"/>
              <a:gd name="T85" fmla="*/ 145 h 353"/>
              <a:gd name="T86" fmla="*/ 32 w 353"/>
              <a:gd name="T87" fmla="*/ 145 h 353"/>
              <a:gd name="T88" fmla="*/ 32 w 353"/>
              <a:gd name="T89" fmla="*/ 337 h 353"/>
              <a:gd name="T90" fmla="*/ 48 w 353"/>
              <a:gd name="T91" fmla="*/ 353 h 353"/>
              <a:gd name="T92" fmla="*/ 305 w 353"/>
              <a:gd name="T93" fmla="*/ 353 h 353"/>
              <a:gd name="T94" fmla="*/ 321 w 353"/>
              <a:gd name="T95" fmla="*/ 337 h 353"/>
              <a:gd name="T96" fmla="*/ 321 w 353"/>
              <a:gd name="T97" fmla="*/ 145 h 353"/>
              <a:gd name="T98" fmla="*/ 337 w 353"/>
              <a:gd name="T99" fmla="*/ 145 h 353"/>
              <a:gd name="T100" fmla="*/ 353 w 353"/>
              <a:gd name="T101" fmla="*/ 129 h 353"/>
              <a:gd name="T102" fmla="*/ 353 w 353"/>
              <a:gd name="T103" fmla="*/ 96 h 353"/>
              <a:gd name="T104" fmla="*/ 337 w 353"/>
              <a:gd name="T105" fmla="*/ 80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353" h="353">
                <a:moveTo>
                  <a:pt x="128" y="64"/>
                </a:moveTo>
                <a:cubicBezTo>
                  <a:pt x="131" y="64"/>
                  <a:pt x="133" y="63"/>
                  <a:pt x="134" y="62"/>
                </a:cubicBezTo>
                <a:cubicBezTo>
                  <a:pt x="168" y="27"/>
                  <a:pt x="168" y="27"/>
                  <a:pt x="168" y="27"/>
                </a:cubicBezTo>
                <a:cubicBezTo>
                  <a:pt x="168" y="249"/>
                  <a:pt x="168" y="249"/>
                  <a:pt x="168" y="249"/>
                </a:cubicBezTo>
                <a:cubicBezTo>
                  <a:pt x="168" y="249"/>
                  <a:pt x="168" y="249"/>
                  <a:pt x="168" y="249"/>
                </a:cubicBezTo>
                <a:cubicBezTo>
                  <a:pt x="168" y="253"/>
                  <a:pt x="172" y="257"/>
                  <a:pt x="177" y="257"/>
                </a:cubicBezTo>
                <a:cubicBezTo>
                  <a:pt x="181" y="257"/>
                  <a:pt x="185" y="253"/>
                  <a:pt x="185" y="249"/>
                </a:cubicBezTo>
                <a:cubicBezTo>
                  <a:pt x="185" y="27"/>
                  <a:pt x="185" y="27"/>
                  <a:pt x="185" y="27"/>
                </a:cubicBezTo>
                <a:cubicBezTo>
                  <a:pt x="219" y="62"/>
                  <a:pt x="219" y="62"/>
                  <a:pt x="219" y="62"/>
                </a:cubicBezTo>
                <a:cubicBezTo>
                  <a:pt x="220" y="63"/>
                  <a:pt x="222" y="64"/>
                  <a:pt x="225" y="64"/>
                </a:cubicBezTo>
                <a:cubicBezTo>
                  <a:pt x="229" y="64"/>
                  <a:pt x="233" y="61"/>
                  <a:pt x="233" y="56"/>
                </a:cubicBezTo>
                <a:cubicBezTo>
                  <a:pt x="233" y="54"/>
                  <a:pt x="232" y="52"/>
                  <a:pt x="230" y="51"/>
                </a:cubicBezTo>
                <a:cubicBezTo>
                  <a:pt x="182" y="2"/>
                  <a:pt x="182" y="2"/>
                  <a:pt x="182" y="2"/>
                </a:cubicBezTo>
                <a:cubicBezTo>
                  <a:pt x="181" y="1"/>
                  <a:pt x="179" y="0"/>
                  <a:pt x="177" y="0"/>
                </a:cubicBezTo>
                <a:cubicBezTo>
                  <a:pt x="174" y="0"/>
                  <a:pt x="172" y="1"/>
                  <a:pt x="171" y="2"/>
                </a:cubicBezTo>
                <a:cubicBezTo>
                  <a:pt x="123" y="51"/>
                  <a:pt x="123" y="51"/>
                  <a:pt x="123" y="51"/>
                </a:cubicBezTo>
                <a:cubicBezTo>
                  <a:pt x="121" y="52"/>
                  <a:pt x="120" y="54"/>
                  <a:pt x="120" y="56"/>
                </a:cubicBezTo>
                <a:cubicBezTo>
                  <a:pt x="120" y="61"/>
                  <a:pt x="124" y="64"/>
                  <a:pt x="128" y="64"/>
                </a:cubicBezTo>
                <a:moveTo>
                  <a:pt x="337" y="80"/>
                </a:moveTo>
                <a:cubicBezTo>
                  <a:pt x="209" y="80"/>
                  <a:pt x="209" y="80"/>
                  <a:pt x="209" y="80"/>
                </a:cubicBezTo>
                <a:cubicBezTo>
                  <a:pt x="204" y="80"/>
                  <a:pt x="201" y="84"/>
                  <a:pt x="201" y="88"/>
                </a:cubicBezTo>
                <a:cubicBezTo>
                  <a:pt x="201" y="93"/>
                  <a:pt x="204" y="96"/>
                  <a:pt x="209" y="96"/>
                </a:cubicBezTo>
                <a:cubicBezTo>
                  <a:pt x="337" y="96"/>
                  <a:pt x="337" y="96"/>
                  <a:pt x="337" y="96"/>
                </a:cubicBezTo>
                <a:cubicBezTo>
                  <a:pt x="337" y="129"/>
                  <a:pt x="337" y="129"/>
                  <a:pt x="337" y="129"/>
                </a:cubicBezTo>
                <a:cubicBezTo>
                  <a:pt x="209" y="129"/>
                  <a:pt x="209" y="129"/>
                  <a:pt x="209" y="129"/>
                </a:cubicBezTo>
                <a:cubicBezTo>
                  <a:pt x="204" y="129"/>
                  <a:pt x="201" y="132"/>
                  <a:pt x="201" y="137"/>
                </a:cubicBezTo>
                <a:cubicBezTo>
                  <a:pt x="201" y="141"/>
                  <a:pt x="204" y="145"/>
                  <a:pt x="209" y="145"/>
                </a:cubicBezTo>
                <a:cubicBezTo>
                  <a:pt x="305" y="145"/>
                  <a:pt x="305" y="145"/>
                  <a:pt x="305" y="145"/>
                </a:cubicBezTo>
                <a:cubicBezTo>
                  <a:pt x="305" y="337"/>
                  <a:pt x="305" y="337"/>
                  <a:pt x="305" y="337"/>
                </a:cubicBezTo>
                <a:cubicBezTo>
                  <a:pt x="48" y="337"/>
                  <a:pt x="48" y="337"/>
                  <a:pt x="48" y="337"/>
                </a:cubicBezTo>
                <a:cubicBezTo>
                  <a:pt x="48" y="145"/>
                  <a:pt x="48" y="145"/>
                  <a:pt x="48" y="145"/>
                </a:cubicBezTo>
                <a:cubicBezTo>
                  <a:pt x="144" y="145"/>
                  <a:pt x="144" y="145"/>
                  <a:pt x="144" y="145"/>
                </a:cubicBezTo>
                <a:cubicBezTo>
                  <a:pt x="149" y="145"/>
                  <a:pt x="152" y="141"/>
                  <a:pt x="152" y="137"/>
                </a:cubicBezTo>
                <a:cubicBezTo>
                  <a:pt x="152" y="132"/>
                  <a:pt x="149" y="129"/>
                  <a:pt x="144" y="129"/>
                </a:cubicBezTo>
                <a:cubicBezTo>
                  <a:pt x="16" y="129"/>
                  <a:pt x="16" y="129"/>
                  <a:pt x="16" y="129"/>
                </a:cubicBezTo>
                <a:cubicBezTo>
                  <a:pt x="16" y="96"/>
                  <a:pt x="16" y="96"/>
                  <a:pt x="16" y="96"/>
                </a:cubicBezTo>
                <a:cubicBezTo>
                  <a:pt x="144" y="96"/>
                  <a:pt x="144" y="96"/>
                  <a:pt x="144" y="96"/>
                </a:cubicBezTo>
                <a:cubicBezTo>
                  <a:pt x="149" y="96"/>
                  <a:pt x="152" y="93"/>
                  <a:pt x="152" y="88"/>
                </a:cubicBezTo>
                <a:cubicBezTo>
                  <a:pt x="152" y="84"/>
                  <a:pt x="149" y="80"/>
                  <a:pt x="144" y="80"/>
                </a:cubicBezTo>
                <a:cubicBezTo>
                  <a:pt x="16" y="80"/>
                  <a:pt x="16" y="80"/>
                  <a:pt x="16" y="80"/>
                </a:cubicBezTo>
                <a:cubicBezTo>
                  <a:pt x="7" y="80"/>
                  <a:pt x="0" y="88"/>
                  <a:pt x="0" y="96"/>
                </a:cubicBezTo>
                <a:cubicBezTo>
                  <a:pt x="0" y="129"/>
                  <a:pt x="0" y="129"/>
                  <a:pt x="0" y="129"/>
                </a:cubicBezTo>
                <a:cubicBezTo>
                  <a:pt x="0" y="137"/>
                  <a:pt x="7" y="145"/>
                  <a:pt x="16" y="145"/>
                </a:cubicBezTo>
                <a:cubicBezTo>
                  <a:pt x="32" y="145"/>
                  <a:pt x="32" y="145"/>
                  <a:pt x="32" y="145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32" y="346"/>
                  <a:pt x="39" y="353"/>
                  <a:pt x="48" y="353"/>
                </a:cubicBezTo>
                <a:cubicBezTo>
                  <a:pt x="305" y="353"/>
                  <a:pt x="305" y="353"/>
                  <a:pt x="305" y="353"/>
                </a:cubicBezTo>
                <a:cubicBezTo>
                  <a:pt x="314" y="353"/>
                  <a:pt x="321" y="346"/>
                  <a:pt x="321" y="337"/>
                </a:cubicBezTo>
                <a:cubicBezTo>
                  <a:pt x="321" y="145"/>
                  <a:pt x="321" y="145"/>
                  <a:pt x="321" y="145"/>
                </a:cubicBezTo>
                <a:cubicBezTo>
                  <a:pt x="337" y="145"/>
                  <a:pt x="337" y="145"/>
                  <a:pt x="337" y="145"/>
                </a:cubicBezTo>
                <a:cubicBezTo>
                  <a:pt x="346" y="145"/>
                  <a:pt x="353" y="137"/>
                  <a:pt x="353" y="129"/>
                </a:cubicBezTo>
                <a:cubicBezTo>
                  <a:pt x="353" y="96"/>
                  <a:pt x="353" y="96"/>
                  <a:pt x="353" y="96"/>
                </a:cubicBezTo>
                <a:cubicBezTo>
                  <a:pt x="353" y="88"/>
                  <a:pt x="346" y="80"/>
                  <a:pt x="337" y="80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03" name="Freeform 102"/>
          <p:cNvSpPr>
            <a:spLocks noEditPoints="1"/>
          </p:cNvSpPr>
          <p:nvPr/>
        </p:nvSpPr>
        <p:spPr bwMode="auto">
          <a:xfrm>
            <a:off x="5255684" y="5348817"/>
            <a:ext cx="577851" cy="577851"/>
          </a:xfrm>
          <a:custGeom>
            <a:avLst/>
            <a:gdLst>
              <a:gd name="T0" fmla="*/ 225 w 353"/>
              <a:gd name="T1" fmla="*/ 241 h 353"/>
              <a:gd name="T2" fmla="*/ 241 w 353"/>
              <a:gd name="T3" fmla="*/ 209 h 353"/>
              <a:gd name="T4" fmla="*/ 129 w 353"/>
              <a:gd name="T5" fmla="*/ 193 h 353"/>
              <a:gd name="T6" fmla="*/ 113 w 353"/>
              <a:gd name="T7" fmla="*/ 225 h 353"/>
              <a:gd name="T8" fmla="*/ 129 w 353"/>
              <a:gd name="T9" fmla="*/ 209 h 353"/>
              <a:gd name="T10" fmla="*/ 225 w 353"/>
              <a:gd name="T11" fmla="*/ 225 h 353"/>
              <a:gd name="T12" fmla="*/ 129 w 353"/>
              <a:gd name="T13" fmla="*/ 209 h 353"/>
              <a:gd name="T14" fmla="*/ 305 w 353"/>
              <a:gd name="T15" fmla="*/ 96 h 353"/>
              <a:gd name="T16" fmla="*/ 289 w 353"/>
              <a:gd name="T17" fmla="*/ 16 h 353"/>
              <a:gd name="T18" fmla="*/ 209 w 353"/>
              <a:gd name="T19" fmla="*/ 0 h 353"/>
              <a:gd name="T20" fmla="*/ 48 w 353"/>
              <a:gd name="T21" fmla="*/ 16 h 353"/>
              <a:gd name="T22" fmla="*/ 16 w 353"/>
              <a:gd name="T23" fmla="*/ 96 h 353"/>
              <a:gd name="T24" fmla="*/ 0 w 353"/>
              <a:gd name="T25" fmla="*/ 145 h 353"/>
              <a:gd name="T26" fmla="*/ 32 w 353"/>
              <a:gd name="T27" fmla="*/ 161 h 353"/>
              <a:gd name="T28" fmla="*/ 48 w 353"/>
              <a:gd name="T29" fmla="*/ 353 h 353"/>
              <a:gd name="T30" fmla="*/ 321 w 353"/>
              <a:gd name="T31" fmla="*/ 337 h 353"/>
              <a:gd name="T32" fmla="*/ 337 w 353"/>
              <a:gd name="T33" fmla="*/ 161 h 353"/>
              <a:gd name="T34" fmla="*/ 353 w 353"/>
              <a:gd name="T35" fmla="*/ 112 h 353"/>
              <a:gd name="T36" fmla="*/ 289 w 353"/>
              <a:gd name="T37" fmla="*/ 32 h 353"/>
              <a:gd name="T38" fmla="*/ 257 w 353"/>
              <a:gd name="T39" fmla="*/ 96 h 353"/>
              <a:gd name="T40" fmla="*/ 241 w 353"/>
              <a:gd name="T41" fmla="*/ 32 h 353"/>
              <a:gd name="T42" fmla="*/ 209 w 353"/>
              <a:gd name="T43" fmla="*/ 24 h 353"/>
              <a:gd name="T44" fmla="*/ 209 w 353"/>
              <a:gd name="T45" fmla="*/ 48 h 353"/>
              <a:gd name="T46" fmla="*/ 64 w 353"/>
              <a:gd name="T47" fmla="*/ 16 h 353"/>
              <a:gd name="T48" fmla="*/ 193 w 353"/>
              <a:gd name="T49" fmla="*/ 56 h 353"/>
              <a:gd name="T50" fmla="*/ 241 w 353"/>
              <a:gd name="T51" fmla="*/ 64 h 353"/>
              <a:gd name="T52" fmla="*/ 64 w 353"/>
              <a:gd name="T53" fmla="*/ 96 h 353"/>
              <a:gd name="T54" fmla="*/ 305 w 353"/>
              <a:gd name="T55" fmla="*/ 337 h 353"/>
              <a:gd name="T56" fmla="*/ 48 w 353"/>
              <a:gd name="T57" fmla="*/ 161 h 353"/>
              <a:gd name="T58" fmla="*/ 305 w 353"/>
              <a:gd name="T59" fmla="*/ 337 h 353"/>
              <a:gd name="T60" fmla="*/ 16 w 353"/>
              <a:gd name="T61" fmla="*/ 145 h 353"/>
              <a:gd name="T62" fmla="*/ 337 w 353"/>
              <a:gd name="T63" fmla="*/ 112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353" h="353">
                <a:moveTo>
                  <a:pt x="129" y="241"/>
                </a:moveTo>
                <a:cubicBezTo>
                  <a:pt x="225" y="241"/>
                  <a:pt x="225" y="241"/>
                  <a:pt x="225" y="241"/>
                </a:cubicBezTo>
                <a:cubicBezTo>
                  <a:pt x="234" y="241"/>
                  <a:pt x="241" y="234"/>
                  <a:pt x="241" y="225"/>
                </a:cubicBezTo>
                <a:cubicBezTo>
                  <a:pt x="241" y="209"/>
                  <a:pt x="241" y="209"/>
                  <a:pt x="241" y="209"/>
                </a:cubicBezTo>
                <a:cubicBezTo>
                  <a:pt x="241" y="200"/>
                  <a:pt x="234" y="193"/>
                  <a:pt x="225" y="193"/>
                </a:cubicBezTo>
                <a:cubicBezTo>
                  <a:pt x="129" y="193"/>
                  <a:pt x="129" y="193"/>
                  <a:pt x="129" y="193"/>
                </a:cubicBezTo>
                <a:cubicBezTo>
                  <a:pt x="120" y="193"/>
                  <a:pt x="113" y="200"/>
                  <a:pt x="113" y="209"/>
                </a:cubicBezTo>
                <a:cubicBezTo>
                  <a:pt x="113" y="225"/>
                  <a:pt x="113" y="225"/>
                  <a:pt x="113" y="225"/>
                </a:cubicBezTo>
                <a:cubicBezTo>
                  <a:pt x="113" y="234"/>
                  <a:pt x="120" y="241"/>
                  <a:pt x="129" y="241"/>
                </a:cubicBezTo>
                <a:moveTo>
                  <a:pt x="129" y="209"/>
                </a:moveTo>
                <a:cubicBezTo>
                  <a:pt x="225" y="209"/>
                  <a:pt x="225" y="209"/>
                  <a:pt x="225" y="209"/>
                </a:cubicBezTo>
                <a:cubicBezTo>
                  <a:pt x="225" y="225"/>
                  <a:pt x="225" y="225"/>
                  <a:pt x="225" y="225"/>
                </a:cubicBezTo>
                <a:cubicBezTo>
                  <a:pt x="129" y="225"/>
                  <a:pt x="129" y="225"/>
                  <a:pt x="129" y="225"/>
                </a:cubicBezTo>
                <a:lnTo>
                  <a:pt x="129" y="209"/>
                </a:lnTo>
                <a:close/>
                <a:moveTo>
                  <a:pt x="337" y="96"/>
                </a:moveTo>
                <a:cubicBezTo>
                  <a:pt x="305" y="96"/>
                  <a:pt x="305" y="96"/>
                  <a:pt x="305" y="96"/>
                </a:cubicBezTo>
                <a:cubicBezTo>
                  <a:pt x="305" y="32"/>
                  <a:pt x="305" y="32"/>
                  <a:pt x="305" y="32"/>
                </a:cubicBezTo>
                <a:cubicBezTo>
                  <a:pt x="305" y="23"/>
                  <a:pt x="298" y="16"/>
                  <a:pt x="289" y="16"/>
                </a:cubicBezTo>
                <a:cubicBezTo>
                  <a:pt x="225" y="16"/>
                  <a:pt x="225" y="16"/>
                  <a:pt x="225" y="16"/>
                </a:cubicBezTo>
                <a:cubicBezTo>
                  <a:pt x="209" y="0"/>
                  <a:pt x="209" y="0"/>
                  <a:pt x="209" y="0"/>
                </a:cubicBezTo>
                <a:cubicBezTo>
                  <a:pt x="64" y="0"/>
                  <a:pt x="64" y="0"/>
                  <a:pt x="64" y="0"/>
                </a:cubicBezTo>
                <a:cubicBezTo>
                  <a:pt x="56" y="0"/>
                  <a:pt x="48" y="7"/>
                  <a:pt x="48" y="16"/>
                </a:cubicBezTo>
                <a:cubicBezTo>
                  <a:pt x="48" y="96"/>
                  <a:pt x="48" y="96"/>
                  <a:pt x="48" y="96"/>
                </a:cubicBezTo>
                <a:cubicBezTo>
                  <a:pt x="16" y="96"/>
                  <a:pt x="16" y="96"/>
                  <a:pt x="16" y="96"/>
                </a:cubicBezTo>
                <a:cubicBezTo>
                  <a:pt x="7" y="96"/>
                  <a:pt x="0" y="104"/>
                  <a:pt x="0" y="112"/>
                </a:cubicBezTo>
                <a:cubicBezTo>
                  <a:pt x="0" y="145"/>
                  <a:pt x="0" y="145"/>
                  <a:pt x="0" y="145"/>
                </a:cubicBezTo>
                <a:cubicBezTo>
                  <a:pt x="0" y="153"/>
                  <a:pt x="7" y="161"/>
                  <a:pt x="16" y="161"/>
                </a:cubicBezTo>
                <a:cubicBezTo>
                  <a:pt x="32" y="161"/>
                  <a:pt x="32" y="161"/>
                  <a:pt x="32" y="161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32" y="346"/>
                  <a:pt x="40" y="353"/>
                  <a:pt x="48" y="353"/>
                </a:cubicBezTo>
                <a:cubicBezTo>
                  <a:pt x="305" y="353"/>
                  <a:pt x="305" y="353"/>
                  <a:pt x="305" y="353"/>
                </a:cubicBezTo>
                <a:cubicBezTo>
                  <a:pt x="314" y="353"/>
                  <a:pt x="321" y="346"/>
                  <a:pt x="321" y="337"/>
                </a:cubicBezTo>
                <a:cubicBezTo>
                  <a:pt x="321" y="161"/>
                  <a:pt x="321" y="161"/>
                  <a:pt x="321" y="161"/>
                </a:cubicBezTo>
                <a:cubicBezTo>
                  <a:pt x="337" y="161"/>
                  <a:pt x="337" y="161"/>
                  <a:pt x="337" y="161"/>
                </a:cubicBezTo>
                <a:cubicBezTo>
                  <a:pt x="346" y="161"/>
                  <a:pt x="353" y="153"/>
                  <a:pt x="353" y="145"/>
                </a:cubicBezTo>
                <a:cubicBezTo>
                  <a:pt x="353" y="112"/>
                  <a:pt x="353" y="112"/>
                  <a:pt x="353" y="112"/>
                </a:cubicBezTo>
                <a:cubicBezTo>
                  <a:pt x="353" y="104"/>
                  <a:pt x="346" y="96"/>
                  <a:pt x="337" y="96"/>
                </a:cubicBezTo>
                <a:moveTo>
                  <a:pt x="289" y="32"/>
                </a:moveTo>
                <a:cubicBezTo>
                  <a:pt x="289" y="96"/>
                  <a:pt x="289" y="96"/>
                  <a:pt x="289" y="96"/>
                </a:cubicBezTo>
                <a:cubicBezTo>
                  <a:pt x="257" y="96"/>
                  <a:pt x="257" y="96"/>
                  <a:pt x="257" y="96"/>
                </a:cubicBezTo>
                <a:cubicBezTo>
                  <a:pt x="257" y="48"/>
                  <a:pt x="257" y="48"/>
                  <a:pt x="257" y="48"/>
                </a:cubicBezTo>
                <a:cubicBezTo>
                  <a:pt x="241" y="32"/>
                  <a:pt x="241" y="32"/>
                  <a:pt x="241" y="32"/>
                </a:cubicBezTo>
                <a:lnTo>
                  <a:pt x="289" y="32"/>
                </a:lnTo>
                <a:close/>
                <a:moveTo>
                  <a:pt x="209" y="24"/>
                </a:moveTo>
                <a:cubicBezTo>
                  <a:pt x="233" y="48"/>
                  <a:pt x="233" y="48"/>
                  <a:pt x="233" y="48"/>
                </a:cubicBezTo>
                <a:cubicBezTo>
                  <a:pt x="209" y="48"/>
                  <a:pt x="209" y="48"/>
                  <a:pt x="209" y="48"/>
                </a:cubicBezTo>
                <a:lnTo>
                  <a:pt x="209" y="24"/>
                </a:lnTo>
                <a:close/>
                <a:moveTo>
                  <a:pt x="64" y="16"/>
                </a:moveTo>
                <a:cubicBezTo>
                  <a:pt x="193" y="16"/>
                  <a:pt x="193" y="16"/>
                  <a:pt x="193" y="16"/>
                </a:cubicBezTo>
                <a:cubicBezTo>
                  <a:pt x="193" y="56"/>
                  <a:pt x="193" y="56"/>
                  <a:pt x="193" y="56"/>
                </a:cubicBezTo>
                <a:cubicBezTo>
                  <a:pt x="193" y="61"/>
                  <a:pt x="196" y="64"/>
                  <a:pt x="201" y="64"/>
                </a:cubicBezTo>
                <a:cubicBezTo>
                  <a:pt x="241" y="64"/>
                  <a:pt x="241" y="64"/>
                  <a:pt x="241" y="64"/>
                </a:cubicBezTo>
                <a:cubicBezTo>
                  <a:pt x="241" y="96"/>
                  <a:pt x="241" y="96"/>
                  <a:pt x="241" y="96"/>
                </a:cubicBezTo>
                <a:cubicBezTo>
                  <a:pt x="64" y="96"/>
                  <a:pt x="64" y="96"/>
                  <a:pt x="64" y="96"/>
                </a:cubicBezTo>
                <a:lnTo>
                  <a:pt x="64" y="16"/>
                </a:lnTo>
                <a:close/>
                <a:moveTo>
                  <a:pt x="305" y="337"/>
                </a:moveTo>
                <a:cubicBezTo>
                  <a:pt x="48" y="337"/>
                  <a:pt x="48" y="337"/>
                  <a:pt x="48" y="337"/>
                </a:cubicBezTo>
                <a:cubicBezTo>
                  <a:pt x="48" y="161"/>
                  <a:pt x="48" y="161"/>
                  <a:pt x="48" y="161"/>
                </a:cubicBezTo>
                <a:cubicBezTo>
                  <a:pt x="305" y="161"/>
                  <a:pt x="305" y="161"/>
                  <a:pt x="305" y="161"/>
                </a:cubicBezTo>
                <a:lnTo>
                  <a:pt x="305" y="337"/>
                </a:lnTo>
                <a:close/>
                <a:moveTo>
                  <a:pt x="337" y="145"/>
                </a:moveTo>
                <a:cubicBezTo>
                  <a:pt x="16" y="145"/>
                  <a:pt x="16" y="145"/>
                  <a:pt x="16" y="145"/>
                </a:cubicBezTo>
                <a:cubicBezTo>
                  <a:pt x="16" y="112"/>
                  <a:pt x="16" y="112"/>
                  <a:pt x="16" y="112"/>
                </a:cubicBezTo>
                <a:cubicBezTo>
                  <a:pt x="337" y="112"/>
                  <a:pt x="337" y="112"/>
                  <a:pt x="337" y="112"/>
                </a:cubicBezTo>
                <a:lnTo>
                  <a:pt x="337" y="14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04" name="Freeform 103"/>
          <p:cNvSpPr>
            <a:spLocks noEditPoints="1"/>
          </p:cNvSpPr>
          <p:nvPr/>
        </p:nvSpPr>
        <p:spPr bwMode="auto">
          <a:xfrm>
            <a:off x="6360584" y="5355169"/>
            <a:ext cx="577851" cy="571500"/>
          </a:xfrm>
          <a:custGeom>
            <a:avLst/>
            <a:gdLst>
              <a:gd name="T0" fmla="*/ 224 w 353"/>
              <a:gd name="T1" fmla="*/ 237 h 349"/>
              <a:gd name="T2" fmla="*/ 240 w 353"/>
              <a:gd name="T3" fmla="*/ 205 h 349"/>
              <a:gd name="T4" fmla="*/ 128 w 353"/>
              <a:gd name="T5" fmla="*/ 189 h 349"/>
              <a:gd name="T6" fmla="*/ 112 w 353"/>
              <a:gd name="T7" fmla="*/ 221 h 349"/>
              <a:gd name="T8" fmla="*/ 128 w 353"/>
              <a:gd name="T9" fmla="*/ 205 h 349"/>
              <a:gd name="T10" fmla="*/ 224 w 353"/>
              <a:gd name="T11" fmla="*/ 221 h 349"/>
              <a:gd name="T12" fmla="*/ 128 w 353"/>
              <a:gd name="T13" fmla="*/ 205 h 349"/>
              <a:gd name="T14" fmla="*/ 305 w 353"/>
              <a:gd name="T15" fmla="*/ 92 h 349"/>
              <a:gd name="T16" fmla="*/ 256 w 353"/>
              <a:gd name="T17" fmla="*/ 33 h 349"/>
              <a:gd name="T18" fmla="*/ 141 w 353"/>
              <a:gd name="T19" fmla="*/ 8 h 349"/>
              <a:gd name="T20" fmla="*/ 55 w 353"/>
              <a:gd name="T21" fmla="*/ 92 h 349"/>
              <a:gd name="T22" fmla="*/ 0 w 353"/>
              <a:gd name="T23" fmla="*/ 108 h 349"/>
              <a:gd name="T24" fmla="*/ 16 w 353"/>
              <a:gd name="T25" fmla="*/ 157 h 349"/>
              <a:gd name="T26" fmla="*/ 32 w 353"/>
              <a:gd name="T27" fmla="*/ 333 h 349"/>
              <a:gd name="T28" fmla="*/ 305 w 353"/>
              <a:gd name="T29" fmla="*/ 349 h 349"/>
              <a:gd name="T30" fmla="*/ 321 w 353"/>
              <a:gd name="T31" fmla="*/ 157 h 349"/>
              <a:gd name="T32" fmla="*/ 353 w 353"/>
              <a:gd name="T33" fmla="*/ 141 h 349"/>
              <a:gd name="T34" fmla="*/ 337 w 353"/>
              <a:gd name="T35" fmla="*/ 92 h 349"/>
              <a:gd name="T36" fmla="*/ 280 w 353"/>
              <a:gd name="T37" fmla="*/ 60 h 349"/>
              <a:gd name="T38" fmla="*/ 286 w 353"/>
              <a:gd name="T39" fmla="*/ 92 h 349"/>
              <a:gd name="T40" fmla="*/ 268 w 353"/>
              <a:gd name="T41" fmla="*/ 80 h 349"/>
              <a:gd name="T42" fmla="*/ 249 w 353"/>
              <a:gd name="T43" fmla="*/ 68 h 349"/>
              <a:gd name="T44" fmla="*/ 230 w 353"/>
              <a:gd name="T45" fmla="*/ 60 h 349"/>
              <a:gd name="T46" fmla="*/ 260 w 353"/>
              <a:gd name="T47" fmla="*/ 49 h 349"/>
              <a:gd name="T48" fmla="*/ 148 w 353"/>
              <a:gd name="T49" fmla="*/ 92 h 349"/>
              <a:gd name="T50" fmla="*/ 254 w 353"/>
              <a:gd name="T51" fmla="*/ 92 h 349"/>
              <a:gd name="T52" fmla="*/ 133 w 353"/>
              <a:gd name="T53" fmla="*/ 22 h 349"/>
              <a:gd name="T54" fmla="*/ 129 w 353"/>
              <a:gd name="T55" fmla="*/ 92 h 349"/>
              <a:gd name="T56" fmla="*/ 93 w 353"/>
              <a:gd name="T57" fmla="*/ 92 h 349"/>
              <a:gd name="T58" fmla="*/ 74 w 353"/>
              <a:gd name="T59" fmla="*/ 92 h 349"/>
              <a:gd name="T60" fmla="*/ 305 w 353"/>
              <a:gd name="T61" fmla="*/ 333 h 349"/>
              <a:gd name="T62" fmla="*/ 48 w 353"/>
              <a:gd name="T63" fmla="*/ 157 h 349"/>
              <a:gd name="T64" fmla="*/ 305 w 353"/>
              <a:gd name="T65" fmla="*/ 333 h 349"/>
              <a:gd name="T66" fmla="*/ 16 w 353"/>
              <a:gd name="T67" fmla="*/ 141 h 349"/>
              <a:gd name="T68" fmla="*/ 337 w 353"/>
              <a:gd name="T69" fmla="*/ 108 h 349"/>
              <a:gd name="T70" fmla="*/ 139 w 353"/>
              <a:gd name="T71" fmla="*/ 44 h 349"/>
              <a:gd name="T72" fmla="*/ 117 w 353"/>
              <a:gd name="T73" fmla="*/ 50 h 349"/>
              <a:gd name="T74" fmla="*/ 139 w 353"/>
              <a:gd name="T75" fmla="*/ 44 h 349"/>
              <a:gd name="T76" fmla="*/ 109 w 353"/>
              <a:gd name="T77" fmla="*/ 64 h 349"/>
              <a:gd name="T78" fmla="*/ 115 w 353"/>
              <a:gd name="T79" fmla="*/ 86 h 3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353" h="349">
                <a:moveTo>
                  <a:pt x="128" y="237"/>
                </a:moveTo>
                <a:cubicBezTo>
                  <a:pt x="224" y="237"/>
                  <a:pt x="224" y="237"/>
                  <a:pt x="224" y="237"/>
                </a:cubicBezTo>
                <a:cubicBezTo>
                  <a:pt x="233" y="237"/>
                  <a:pt x="240" y="230"/>
                  <a:pt x="240" y="221"/>
                </a:cubicBezTo>
                <a:cubicBezTo>
                  <a:pt x="240" y="205"/>
                  <a:pt x="240" y="205"/>
                  <a:pt x="240" y="205"/>
                </a:cubicBezTo>
                <a:cubicBezTo>
                  <a:pt x="240" y="196"/>
                  <a:pt x="233" y="189"/>
                  <a:pt x="224" y="189"/>
                </a:cubicBezTo>
                <a:cubicBezTo>
                  <a:pt x="128" y="189"/>
                  <a:pt x="128" y="189"/>
                  <a:pt x="128" y="189"/>
                </a:cubicBezTo>
                <a:cubicBezTo>
                  <a:pt x="119" y="189"/>
                  <a:pt x="112" y="196"/>
                  <a:pt x="112" y="205"/>
                </a:cubicBezTo>
                <a:cubicBezTo>
                  <a:pt x="112" y="221"/>
                  <a:pt x="112" y="221"/>
                  <a:pt x="112" y="221"/>
                </a:cubicBezTo>
                <a:cubicBezTo>
                  <a:pt x="112" y="230"/>
                  <a:pt x="119" y="237"/>
                  <a:pt x="128" y="237"/>
                </a:cubicBezTo>
                <a:moveTo>
                  <a:pt x="128" y="205"/>
                </a:moveTo>
                <a:cubicBezTo>
                  <a:pt x="224" y="205"/>
                  <a:pt x="224" y="205"/>
                  <a:pt x="224" y="205"/>
                </a:cubicBezTo>
                <a:cubicBezTo>
                  <a:pt x="224" y="221"/>
                  <a:pt x="224" y="221"/>
                  <a:pt x="224" y="221"/>
                </a:cubicBezTo>
                <a:cubicBezTo>
                  <a:pt x="128" y="221"/>
                  <a:pt x="128" y="221"/>
                  <a:pt x="128" y="221"/>
                </a:cubicBezTo>
                <a:lnTo>
                  <a:pt x="128" y="205"/>
                </a:lnTo>
                <a:close/>
                <a:moveTo>
                  <a:pt x="337" y="92"/>
                </a:moveTo>
                <a:cubicBezTo>
                  <a:pt x="305" y="92"/>
                  <a:pt x="305" y="92"/>
                  <a:pt x="305" y="92"/>
                </a:cubicBezTo>
                <a:cubicBezTo>
                  <a:pt x="295" y="56"/>
                  <a:pt x="295" y="56"/>
                  <a:pt x="295" y="56"/>
                </a:cubicBezTo>
                <a:cubicBezTo>
                  <a:pt x="291" y="39"/>
                  <a:pt x="273" y="29"/>
                  <a:pt x="256" y="33"/>
                </a:cubicBezTo>
                <a:cubicBezTo>
                  <a:pt x="207" y="46"/>
                  <a:pt x="207" y="46"/>
                  <a:pt x="207" y="46"/>
                </a:cubicBezTo>
                <a:cubicBezTo>
                  <a:pt x="141" y="8"/>
                  <a:pt x="141" y="8"/>
                  <a:pt x="141" y="8"/>
                </a:cubicBezTo>
                <a:cubicBezTo>
                  <a:pt x="126" y="0"/>
                  <a:pt x="106" y="5"/>
                  <a:pt x="97" y="20"/>
                </a:cubicBezTo>
                <a:cubicBezTo>
                  <a:pt x="55" y="92"/>
                  <a:pt x="55" y="92"/>
                  <a:pt x="55" y="92"/>
                </a:cubicBezTo>
                <a:cubicBezTo>
                  <a:pt x="16" y="92"/>
                  <a:pt x="16" y="92"/>
                  <a:pt x="16" y="92"/>
                </a:cubicBezTo>
                <a:cubicBezTo>
                  <a:pt x="7" y="92"/>
                  <a:pt x="0" y="100"/>
                  <a:pt x="0" y="108"/>
                </a:cubicBezTo>
                <a:cubicBezTo>
                  <a:pt x="0" y="141"/>
                  <a:pt x="0" y="141"/>
                  <a:pt x="0" y="141"/>
                </a:cubicBezTo>
                <a:cubicBezTo>
                  <a:pt x="0" y="149"/>
                  <a:pt x="7" y="157"/>
                  <a:pt x="16" y="157"/>
                </a:cubicBezTo>
                <a:cubicBezTo>
                  <a:pt x="32" y="157"/>
                  <a:pt x="32" y="157"/>
                  <a:pt x="32" y="157"/>
                </a:cubicBezTo>
                <a:cubicBezTo>
                  <a:pt x="32" y="333"/>
                  <a:pt x="32" y="333"/>
                  <a:pt x="32" y="333"/>
                </a:cubicBezTo>
                <a:cubicBezTo>
                  <a:pt x="32" y="342"/>
                  <a:pt x="39" y="349"/>
                  <a:pt x="48" y="349"/>
                </a:cubicBezTo>
                <a:cubicBezTo>
                  <a:pt x="305" y="349"/>
                  <a:pt x="305" y="349"/>
                  <a:pt x="305" y="349"/>
                </a:cubicBezTo>
                <a:cubicBezTo>
                  <a:pt x="313" y="349"/>
                  <a:pt x="321" y="342"/>
                  <a:pt x="321" y="333"/>
                </a:cubicBezTo>
                <a:cubicBezTo>
                  <a:pt x="321" y="157"/>
                  <a:pt x="321" y="157"/>
                  <a:pt x="321" y="157"/>
                </a:cubicBezTo>
                <a:cubicBezTo>
                  <a:pt x="337" y="157"/>
                  <a:pt x="337" y="157"/>
                  <a:pt x="337" y="157"/>
                </a:cubicBezTo>
                <a:cubicBezTo>
                  <a:pt x="346" y="157"/>
                  <a:pt x="353" y="149"/>
                  <a:pt x="353" y="141"/>
                </a:cubicBezTo>
                <a:cubicBezTo>
                  <a:pt x="353" y="108"/>
                  <a:pt x="353" y="108"/>
                  <a:pt x="353" y="108"/>
                </a:cubicBezTo>
                <a:cubicBezTo>
                  <a:pt x="353" y="100"/>
                  <a:pt x="346" y="92"/>
                  <a:pt x="337" y="92"/>
                </a:cubicBezTo>
                <a:moveTo>
                  <a:pt x="260" y="49"/>
                </a:moveTo>
                <a:cubicBezTo>
                  <a:pt x="269" y="46"/>
                  <a:pt x="277" y="52"/>
                  <a:pt x="280" y="60"/>
                </a:cubicBezTo>
                <a:cubicBezTo>
                  <a:pt x="288" y="92"/>
                  <a:pt x="288" y="92"/>
                  <a:pt x="288" y="92"/>
                </a:cubicBezTo>
                <a:cubicBezTo>
                  <a:pt x="286" y="92"/>
                  <a:pt x="286" y="92"/>
                  <a:pt x="286" y="92"/>
                </a:cubicBezTo>
                <a:cubicBezTo>
                  <a:pt x="266" y="81"/>
                  <a:pt x="266" y="81"/>
                  <a:pt x="266" y="81"/>
                </a:cubicBezTo>
                <a:cubicBezTo>
                  <a:pt x="268" y="80"/>
                  <a:pt x="268" y="80"/>
                  <a:pt x="268" y="80"/>
                </a:cubicBezTo>
                <a:cubicBezTo>
                  <a:pt x="264" y="64"/>
                  <a:pt x="264" y="64"/>
                  <a:pt x="264" y="64"/>
                </a:cubicBezTo>
                <a:cubicBezTo>
                  <a:pt x="249" y="68"/>
                  <a:pt x="249" y="68"/>
                  <a:pt x="249" y="68"/>
                </a:cubicBezTo>
                <a:cubicBezTo>
                  <a:pt x="249" y="71"/>
                  <a:pt x="249" y="71"/>
                  <a:pt x="249" y="71"/>
                </a:cubicBezTo>
                <a:cubicBezTo>
                  <a:pt x="230" y="60"/>
                  <a:pt x="230" y="60"/>
                  <a:pt x="230" y="60"/>
                </a:cubicBezTo>
                <a:cubicBezTo>
                  <a:pt x="229" y="57"/>
                  <a:pt x="229" y="57"/>
                  <a:pt x="229" y="57"/>
                </a:cubicBezTo>
                <a:lnTo>
                  <a:pt x="260" y="49"/>
                </a:lnTo>
                <a:close/>
                <a:moveTo>
                  <a:pt x="254" y="92"/>
                </a:moveTo>
                <a:cubicBezTo>
                  <a:pt x="148" y="92"/>
                  <a:pt x="148" y="92"/>
                  <a:pt x="148" y="92"/>
                </a:cubicBezTo>
                <a:cubicBezTo>
                  <a:pt x="175" y="46"/>
                  <a:pt x="175" y="46"/>
                  <a:pt x="175" y="46"/>
                </a:cubicBezTo>
                <a:lnTo>
                  <a:pt x="254" y="92"/>
                </a:lnTo>
                <a:close/>
                <a:moveTo>
                  <a:pt x="111" y="28"/>
                </a:moveTo>
                <a:cubicBezTo>
                  <a:pt x="115" y="21"/>
                  <a:pt x="125" y="18"/>
                  <a:pt x="133" y="22"/>
                </a:cubicBezTo>
                <a:cubicBezTo>
                  <a:pt x="161" y="38"/>
                  <a:pt x="161" y="38"/>
                  <a:pt x="161" y="38"/>
                </a:cubicBezTo>
                <a:cubicBezTo>
                  <a:pt x="129" y="92"/>
                  <a:pt x="129" y="92"/>
                  <a:pt x="129" y="92"/>
                </a:cubicBezTo>
                <a:cubicBezTo>
                  <a:pt x="94" y="92"/>
                  <a:pt x="94" y="92"/>
                  <a:pt x="94" y="92"/>
                </a:cubicBezTo>
                <a:cubicBezTo>
                  <a:pt x="93" y="92"/>
                  <a:pt x="93" y="92"/>
                  <a:pt x="93" y="92"/>
                </a:cubicBezTo>
                <a:cubicBezTo>
                  <a:pt x="92" y="92"/>
                  <a:pt x="92" y="92"/>
                  <a:pt x="92" y="92"/>
                </a:cubicBezTo>
                <a:cubicBezTo>
                  <a:pt x="74" y="92"/>
                  <a:pt x="74" y="92"/>
                  <a:pt x="74" y="92"/>
                </a:cubicBezTo>
                <a:lnTo>
                  <a:pt x="111" y="28"/>
                </a:lnTo>
                <a:close/>
                <a:moveTo>
                  <a:pt x="305" y="333"/>
                </a:moveTo>
                <a:cubicBezTo>
                  <a:pt x="48" y="333"/>
                  <a:pt x="48" y="333"/>
                  <a:pt x="48" y="333"/>
                </a:cubicBezTo>
                <a:cubicBezTo>
                  <a:pt x="48" y="157"/>
                  <a:pt x="48" y="157"/>
                  <a:pt x="48" y="157"/>
                </a:cubicBezTo>
                <a:cubicBezTo>
                  <a:pt x="305" y="157"/>
                  <a:pt x="305" y="157"/>
                  <a:pt x="305" y="157"/>
                </a:cubicBezTo>
                <a:lnTo>
                  <a:pt x="305" y="333"/>
                </a:lnTo>
                <a:close/>
                <a:moveTo>
                  <a:pt x="337" y="141"/>
                </a:moveTo>
                <a:cubicBezTo>
                  <a:pt x="16" y="141"/>
                  <a:pt x="16" y="141"/>
                  <a:pt x="16" y="141"/>
                </a:cubicBezTo>
                <a:cubicBezTo>
                  <a:pt x="16" y="108"/>
                  <a:pt x="16" y="108"/>
                  <a:pt x="16" y="108"/>
                </a:cubicBezTo>
                <a:cubicBezTo>
                  <a:pt x="337" y="108"/>
                  <a:pt x="337" y="108"/>
                  <a:pt x="337" y="108"/>
                </a:cubicBezTo>
                <a:lnTo>
                  <a:pt x="337" y="141"/>
                </a:lnTo>
                <a:close/>
                <a:moveTo>
                  <a:pt x="139" y="44"/>
                </a:moveTo>
                <a:cubicBezTo>
                  <a:pt x="125" y="36"/>
                  <a:pt x="125" y="36"/>
                  <a:pt x="125" y="36"/>
                </a:cubicBezTo>
                <a:cubicBezTo>
                  <a:pt x="117" y="50"/>
                  <a:pt x="117" y="50"/>
                  <a:pt x="117" y="50"/>
                </a:cubicBezTo>
                <a:cubicBezTo>
                  <a:pt x="131" y="58"/>
                  <a:pt x="131" y="58"/>
                  <a:pt x="131" y="58"/>
                </a:cubicBezTo>
                <a:lnTo>
                  <a:pt x="139" y="44"/>
                </a:lnTo>
                <a:close/>
                <a:moveTo>
                  <a:pt x="123" y="72"/>
                </a:moveTo>
                <a:cubicBezTo>
                  <a:pt x="109" y="64"/>
                  <a:pt x="109" y="64"/>
                  <a:pt x="109" y="64"/>
                </a:cubicBezTo>
                <a:cubicBezTo>
                  <a:pt x="101" y="78"/>
                  <a:pt x="101" y="78"/>
                  <a:pt x="101" y="78"/>
                </a:cubicBezTo>
                <a:cubicBezTo>
                  <a:pt x="115" y="86"/>
                  <a:pt x="115" y="86"/>
                  <a:pt x="115" y="86"/>
                </a:cubicBezTo>
                <a:lnTo>
                  <a:pt x="123" y="7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05" name="Freeform 104"/>
          <p:cNvSpPr>
            <a:spLocks noEditPoints="1"/>
          </p:cNvSpPr>
          <p:nvPr/>
        </p:nvSpPr>
        <p:spPr bwMode="auto">
          <a:xfrm>
            <a:off x="7463367" y="5348817"/>
            <a:ext cx="577851" cy="577851"/>
          </a:xfrm>
          <a:custGeom>
            <a:avLst/>
            <a:gdLst>
              <a:gd name="T0" fmla="*/ 351 w 353"/>
              <a:gd name="T1" fmla="*/ 340 h 353"/>
              <a:gd name="T2" fmla="*/ 266 w 353"/>
              <a:gd name="T3" fmla="*/ 255 h 353"/>
              <a:gd name="T4" fmla="*/ 305 w 353"/>
              <a:gd name="T5" fmla="*/ 153 h 353"/>
              <a:gd name="T6" fmla="*/ 152 w 353"/>
              <a:gd name="T7" fmla="*/ 0 h 353"/>
              <a:gd name="T8" fmla="*/ 0 w 353"/>
              <a:gd name="T9" fmla="*/ 153 h 353"/>
              <a:gd name="T10" fmla="*/ 152 w 353"/>
              <a:gd name="T11" fmla="*/ 305 h 353"/>
              <a:gd name="T12" fmla="*/ 254 w 353"/>
              <a:gd name="T13" fmla="*/ 266 h 353"/>
              <a:gd name="T14" fmla="*/ 339 w 353"/>
              <a:gd name="T15" fmla="*/ 351 h 353"/>
              <a:gd name="T16" fmla="*/ 345 w 353"/>
              <a:gd name="T17" fmla="*/ 353 h 353"/>
              <a:gd name="T18" fmla="*/ 353 w 353"/>
              <a:gd name="T19" fmla="*/ 345 h 353"/>
              <a:gd name="T20" fmla="*/ 351 w 353"/>
              <a:gd name="T21" fmla="*/ 340 h 353"/>
              <a:gd name="T22" fmla="*/ 152 w 353"/>
              <a:gd name="T23" fmla="*/ 289 h 353"/>
              <a:gd name="T24" fmla="*/ 16 w 353"/>
              <a:gd name="T25" fmla="*/ 153 h 353"/>
              <a:gd name="T26" fmla="*/ 152 w 353"/>
              <a:gd name="T27" fmla="*/ 16 h 353"/>
              <a:gd name="T28" fmla="*/ 289 w 353"/>
              <a:gd name="T29" fmla="*/ 153 h 353"/>
              <a:gd name="T30" fmla="*/ 152 w 353"/>
              <a:gd name="T31" fmla="*/ 289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353" h="353">
                <a:moveTo>
                  <a:pt x="351" y="340"/>
                </a:moveTo>
                <a:cubicBezTo>
                  <a:pt x="266" y="255"/>
                  <a:pt x="266" y="255"/>
                  <a:pt x="266" y="255"/>
                </a:cubicBezTo>
                <a:cubicBezTo>
                  <a:pt x="290" y="228"/>
                  <a:pt x="305" y="192"/>
                  <a:pt x="305" y="153"/>
                </a:cubicBezTo>
                <a:cubicBezTo>
                  <a:pt x="305" y="68"/>
                  <a:pt x="237" y="0"/>
                  <a:pt x="152" y="0"/>
                </a:cubicBezTo>
                <a:cubicBezTo>
                  <a:pt x="68" y="0"/>
                  <a:pt x="0" y="68"/>
                  <a:pt x="0" y="153"/>
                </a:cubicBezTo>
                <a:cubicBezTo>
                  <a:pt x="0" y="237"/>
                  <a:pt x="68" y="305"/>
                  <a:pt x="152" y="305"/>
                </a:cubicBezTo>
                <a:cubicBezTo>
                  <a:pt x="192" y="305"/>
                  <a:pt x="227" y="290"/>
                  <a:pt x="254" y="266"/>
                </a:cubicBezTo>
                <a:cubicBezTo>
                  <a:pt x="339" y="351"/>
                  <a:pt x="339" y="351"/>
                  <a:pt x="339" y="351"/>
                </a:cubicBezTo>
                <a:cubicBezTo>
                  <a:pt x="341" y="352"/>
                  <a:pt x="343" y="353"/>
                  <a:pt x="345" y="353"/>
                </a:cubicBezTo>
                <a:cubicBezTo>
                  <a:pt x="350" y="353"/>
                  <a:pt x="353" y="350"/>
                  <a:pt x="353" y="345"/>
                </a:cubicBezTo>
                <a:cubicBezTo>
                  <a:pt x="353" y="343"/>
                  <a:pt x="352" y="341"/>
                  <a:pt x="351" y="340"/>
                </a:cubicBezTo>
                <a:moveTo>
                  <a:pt x="152" y="289"/>
                </a:moveTo>
                <a:cubicBezTo>
                  <a:pt x="77" y="289"/>
                  <a:pt x="16" y="228"/>
                  <a:pt x="16" y="153"/>
                </a:cubicBezTo>
                <a:cubicBezTo>
                  <a:pt x="16" y="77"/>
                  <a:pt x="77" y="16"/>
                  <a:pt x="152" y="16"/>
                </a:cubicBezTo>
                <a:cubicBezTo>
                  <a:pt x="228" y="16"/>
                  <a:pt x="289" y="77"/>
                  <a:pt x="289" y="153"/>
                </a:cubicBezTo>
                <a:cubicBezTo>
                  <a:pt x="289" y="228"/>
                  <a:pt x="228" y="289"/>
                  <a:pt x="152" y="289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06" name="Freeform 105"/>
          <p:cNvSpPr>
            <a:spLocks noEditPoints="1"/>
          </p:cNvSpPr>
          <p:nvPr/>
        </p:nvSpPr>
        <p:spPr bwMode="auto">
          <a:xfrm>
            <a:off x="8568267" y="5348817"/>
            <a:ext cx="577851" cy="577851"/>
          </a:xfrm>
          <a:custGeom>
            <a:avLst/>
            <a:gdLst>
              <a:gd name="T0" fmla="*/ 225 w 353"/>
              <a:gd name="T1" fmla="*/ 145 h 353"/>
              <a:gd name="T2" fmla="*/ 161 w 353"/>
              <a:gd name="T3" fmla="*/ 145 h 353"/>
              <a:gd name="T4" fmla="*/ 161 w 353"/>
              <a:gd name="T5" fmla="*/ 80 h 353"/>
              <a:gd name="T6" fmla="*/ 153 w 353"/>
              <a:gd name="T7" fmla="*/ 72 h 353"/>
              <a:gd name="T8" fmla="*/ 145 w 353"/>
              <a:gd name="T9" fmla="*/ 80 h 353"/>
              <a:gd name="T10" fmla="*/ 145 w 353"/>
              <a:gd name="T11" fmla="*/ 145 h 353"/>
              <a:gd name="T12" fmla="*/ 80 w 353"/>
              <a:gd name="T13" fmla="*/ 145 h 353"/>
              <a:gd name="T14" fmla="*/ 72 w 353"/>
              <a:gd name="T15" fmla="*/ 153 h 353"/>
              <a:gd name="T16" fmla="*/ 80 w 353"/>
              <a:gd name="T17" fmla="*/ 161 h 353"/>
              <a:gd name="T18" fmla="*/ 145 w 353"/>
              <a:gd name="T19" fmla="*/ 161 h 353"/>
              <a:gd name="T20" fmla="*/ 145 w 353"/>
              <a:gd name="T21" fmla="*/ 225 h 353"/>
              <a:gd name="T22" fmla="*/ 153 w 353"/>
              <a:gd name="T23" fmla="*/ 233 h 353"/>
              <a:gd name="T24" fmla="*/ 161 w 353"/>
              <a:gd name="T25" fmla="*/ 225 h 353"/>
              <a:gd name="T26" fmla="*/ 161 w 353"/>
              <a:gd name="T27" fmla="*/ 161 h 353"/>
              <a:gd name="T28" fmla="*/ 225 w 353"/>
              <a:gd name="T29" fmla="*/ 161 h 353"/>
              <a:gd name="T30" fmla="*/ 233 w 353"/>
              <a:gd name="T31" fmla="*/ 153 h 353"/>
              <a:gd name="T32" fmla="*/ 225 w 353"/>
              <a:gd name="T33" fmla="*/ 145 h 353"/>
              <a:gd name="T34" fmla="*/ 351 w 353"/>
              <a:gd name="T35" fmla="*/ 340 h 353"/>
              <a:gd name="T36" fmla="*/ 266 w 353"/>
              <a:gd name="T37" fmla="*/ 255 h 353"/>
              <a:gd name="T38" fmla="*/ 305 w 353"/>
              <a:gd name="T39" fmla="*/ 153 h 353"/>
              <a:gd name="T40" fmla="*/ 153 w 353"/>
              <a:gd name="T41" fmla="*/ 0 h 353"/>
              <a:gd name="T42" fmla="*/ 0 w 353"/>
              <a:gd name="T43" fmla="*/ 153 h 353"/>
              <a:gd name="T44" fmla="*/ 153 w 353"/>
              <a:gd name="T45" fmla="*/ 305 h 353"/>
              <a:gd name="T46" fmla="*/ 255 w 353"/>
              <a:gd name="T47" fmla="*/ 266 h 353"/>
              <a:gd name="T48" fmla="*/ 340 w 353"/>
              <a:gd name="T49" fmla="*/ 351 h 353"/>
              <a:gd name="T50" fmla="*/ 345 w 353"/>
              <a:gd name="T51" fmla="*/ 353 h 353"/>
              <a:gd name="T52" fmla="*/ 353 w 353"/>
              <a:gd name="T53" fmla="*/ 345 h 353"/>
              <a:gd name="T54" fmla="*/ 351 w 353"/>
              <a:gd name="T55" fmla="*/ 340 h 353"/>
              <a:gd name="T56" fmla="*/ 153 w 353"/>
              <a:gd name="T57" fmla="*/ 289 h 353"/>
              <a:gd name="T58" fmla="*/ 16 w 353"/>
              <a:gd name="T59" fmla="*/ 153 h 353"/>
              <a:gd name="T60" fmla="*/ 153 w 353"/>
              <a:gd name="T61" fmla="*/ 16 h 353"/>
              <a:gd name="T62" fmla="*/ 289 w 353"/>
              <a:gd name="T63" fmla="*/ 153 h 353"/>
              <a:gd name="T64" fmla="*/ 153 w 353"/>
              <a:gd name="T65" fmla="*/ 289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353" h="353">
                <a:moveTo>
                  <a:pt x="225" y="145"/>
                </a:moveTo>
                <a:cubicBezTo>
                  <a:pt x="161" y="145"/>
                  <a:pt x="161" y="145"/>
                  <a:pt x="161" y="145"/>
                </a:cubicBezTo>
                <a:cubicBezTo>
                  <a:pt x="161" y="80"/>
                  <a:pt x="161" y="80"/>
                  <a:pt x="161" y="80"/>
                </a:cubicBezTo>
                <a:cubicBezTo>
                  <a:pt x="161" y="76"/>
                  <a:pt x="157" y="72"/>
                  <a:pt x="153" y="72"/>
                </a:cubicBezTo>
                <a:cubicBezTo>
                  <a:pt x="148" y="72"/>
                  <a:pt x="145" y="76"/>
                  <a:pt x="145" y="80"/>
                </a:cubicBezTo>
                <a:cubicBezTo>
                  <a:pt x="145" y="145"/>
                  <a:pt x="145" y="145"/>
                  <a:pt x="145" y="145"/>
                </a:cubicBezTo>
                <a:cubicBezTo>
                  <a:pt x="80" y="145"/>
                  <a:pt x="80" y="145"/>
                  <a:pt x="80" y="145"/>
                </a:cubicBezTo>
                <a:cubicBezTo>
                  <a:pt x="76" y="145"/>
                  <a:pt x="72" y="148"/>
                  <a:pt x="72" y="153"/>
                </a:cubicBezTo>
                <a:cubicBezTo>
                  <a:pt x="72" y="157"/>
                  <a:pt x="76" y="161"/>
                  <a:pt x="80" y="161"/>
                </a:cubicBezTo>
                <a:cubicBezTo>
                  <a:pt x="145" y="161"/>
                  <a:pt x="145" y="161"/>
                  <a:pt x="145" y="161"/>
                </a:cubicBezTo>
                <a:cubicBezTo>
                  <a:pt x="145" y="225"/>
                  <a:pt x="145" y="225"/>
                  <a:pt x="145" y="225"/>
                </a:cubicBezTo>
                <a:cubicBezTo>
                  <a:pt x="145" y="229"/>
                  <a:pt x="148" y="233"/>
                  <a:pt x="153" y="233"/>
                </a:cubicBezTo>
                <a:cubicBezTo>
                  <a:pt x="157" y="233"/>
                  <a:pt x="161" y="229"/>
                  <a:pt x="161" y="225"/>
                </a:cubicBezTo>
                <a:cubicBezTo>
                  <a:pt x="161" y="161"/>
                  <a:pt x="161" y="161"/>
                  <a:pt x="161" y="161"/>
                </a:cubicBezTo>
                <a:cubicBezTo>
                  <a:pt x="225" y="161"/>
                  <a:pt x="225" y="161"/>
                  <a:pt x="225" y="161"/>
                </a:cubicBezTo>
                <a:cubicBezTo>
                  <a:pt x="229" y="161"/>
                  <a:pt x="233" y="157"/>
                  <a:pt x="233" y="153"/>
                </a:cubicBezTo>
                <a:cubicBezTo>
                  <a:pt x="233" y="148"/>
                  <a:pt x="229" y="145"/>
                  <a:pt x="225" y="145"/>
                </a:cubicBezTo>
                <a:moveTo>
                  <a:pt x="351" y="340"/>
                </a:moveTo>
                <a:cubicBezTo>
                  <a:pt x="266" y="255"/>
                  <a:pt x="266" y="255"/>
                  <a:pt x="266" y="255"/>
                </a:cubicBezTo>
                <a:cubicBezTo>
                  <a:pt x="290" y="228"/>
                  <a:pt x="305" y="192"/>
                  <a:pt x="305" y="153"/>
                </a:cubicBezTo>
                <a:cubicBezTo>
                  <a:pt x="305" y="68"/>
                  <a:pt x="237" y="0"/>
                  <a:pt x="153" y="0"/>
                </a:cubicBezTo>
                <a:cubicBezTo>
                  <a:pt x="69" y="0"/>
                  <a:pt x="0" y="68"/>
                  <a:pt x="0" y="153"/>
                </a:cubicBezTo>
                <a:cubicBezTo>
                  <a:pt x="0" y="237"/>
                  <a:pt x="69" y="305"/>
                  <a:pt x="153" y="305"/>
                </a:cubicBezTo>
                <a:cubicBezTo>
                  <a:pt x="192" y="305"/>
                  <a:pt x="228" y="290"/>
                  <a:pt x="255" y="266"/>
                </a:cubicBezTo>
                <a:cubicBezTo>
                  <a:pt x="340" y="351"/>
                  <a:pt x="340" y="351"/>
                  <a:pt x="340" y="351"/>
                </a:cubicBezTo>
                <a:cubicBezTo>
                  <a:pt x="341" y="352"/>
                  <a:pt x="343" y="353"/>
                  <a:pt x="345" y="353"/>
                </a:cubicBezTo>
                <a:cubicBezTo>
                  <a:pt x="350" y="353"/>
                  <a:pt x="353" y="350"/>
                  <a:pt x="353" y="345"/>
                </a:cubicBezTo>
                <a:cubicBezTo>
                  <a:pt x="353" y="343"/>
                  <a:pt x="353" y="341"/>
                  <a:pt x="351" y="340"/>
                </a:cubicBezTo>
                <a:moveTo>
                  <a:pt x="153" y="289"/>
                </a:moveTo>
                <a:cubicBezTo>
                  <a:pt x="77" y="289"/>
                  <a:pt x="16" y="228"/>
                  <a:pt x="16" y="153"/>
                </a:cubicBezTo>
                <a:cubicBezTo>
                  <a:pt x="16" y="77"/>
                  <a:pt x="77" y="16"/>
                  <a:pt x="153" y="16"/>
                </a:cubicBezTo>
                <a:cubicBezTo>
                  <a:pt x="228" y="16"/>
                  <a:pt x="289" y="77"/>
                  <a:pt x="289" y="153"/>
                </a:cubicBezTo>
                <a:cubicBezTo>
                  <a:pt x="289" y="228"/>
                  <a:pt x="228" y="289"/>
                  <a:pt x="153" y="289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07" name="Freeform 106"/>
          <p:cNvSpPr>
            <a:spLocks noEditPoints="1"/>
          </p:cNvSpPr>
          <p:nvPr/>
        </p:nvSpPr>
        <p:spPr bwMode="auto">
          <a:xfrm>
            <a:off x="9673167" y="5348817"/>
            <a:ext cx="577851" cy="577851"/>
          </a:xfrm>
          <a:custGeom>
            <a:avLst/>
            <a:gdLst>
              <a:gd name="T0" fmla="*/ 224 w 353"/>
              <a:gd name="T1" fmla="*/ 145 h 353"/>
              <a:gd name="T2" fmla="*/ 80 w 353"/>
              <a:gd name="T3" fmla="*/ 145 h 353"/>
              <a:gd name="T4" fmla="*/ 72 w 353"/>
              <a:gd name="T5" fmla="*/ 153 h 353"/>
              <a:gd name="T6" fmla="*/ 80 w 353"/>
              <a:gd name="T7" fmla="*/ 161 h 353"/>
              <a:gd name="T8" fmla="*/ 224 w 353"/>
              <a:gd name="T9" fmla="*/ 161 h 353"/>
              <a:gd name="T10" fmla="*/ 232 w 353"/>
              <a:gd name="T11" fmla="*/ 153 h 353"/>
              <a:gd name="T12" fmla="*/ 224 w 353"/>
              <a:gd name="T13" fmla="*/ 145 h 353"/>
              <a:gd name="T14" fmla="*/ 350 w 353"/>
              <a:gd name="T15" fmla="*/ 340 h 353"/>
              <a:gd name="T16" fmla="*/ 265 w 353"/>
              <a:gd name="T17" fmla="*/ 255 h 353"/>
              <a:gd name="T18" fmla="*/ 305 w 353"/>
              <a:gd name="T19" fmla="*/ 153 h 353"/>
              <a:gd name="T20" fmla="*/ 152 w 353"/>
              <a:gd name="T21" fmla="*/ 0 h 353"/>
              <a:gd name="T22" fmla="*/ 0 w 353"/>
              <a:gd name="T23" fmla="*/ 153 h 353"/>
              <a:gd name="T24" fmla="*/ 152 w 353"/>
              <a:gd name="T25" fmla="*/ 305 h 353"/>
              <a:gd name="T26" fmla="*/ 254 w 353"/>
              <a:gd name="T27" fmla="*/ 266 h 353"/>
              <a:gd name="T28" fmla="*/ 339 w 353"/>
              <a:gd name="T29" fmla="*/ 351 h 353"/>
              <a:gd name="T30" fmla="*/ 345 w 353"/>
              <a:gd name="T31" fmla="*/ 353 h 353"/>
              <a:gd name="T32" fmla="*/ 353 w 353"/>
              <a:gd name="T33" fmla="*/ 345 h 353"/>
              <a:gd name="T34" fmla="*/ 350 w 353"/>
              <a:gd name="T35" fmla="*/ 340 h 353"/>
              <a:gd name="T36" fmla="*/ 152 w 353"/>
              <a:gd name="T37" fmla="*/ 289 h 353"/>
              <a:gd name="T38" fmla="*/ 16 w 353"/>
              <a:gd name="T39" fmla="*/ 153 h 353"/>
              <a:gd name="T40" fmla="*/ 152 w 353"/>
              <a:gd name="T41" fmla="*/ 16 h 353"/>
              <a:gd name="T42" fmla="*/ 289 w 353"/>
              <a:gd name="T43" fmla="*/ 153 h 353"/>
              <a:gd name="T44" fmla="*/ 152 w 353"/>
              <a:gd name="T45" fmla="*/ 289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353" h="353">
                <a:moveTo>
                  <a:pt x="224" y="145"/>
                </a:moveTo>
                <a:cubicBezTo>
                  <a:pt x="80" y="145"/>
                  <a:pt x="80" y="145"/>
                  <a:pt x="80" y="145"/>
                </a:cubicBezTo>
                <a:cubicBezTo>
                  <a:pt x="75" y="145"/>
                  <a:pt x="72" y="148"/>
                  <a:pt x="72" y="153"/>
                </a:cubicBezTo>
                <a:cubicBezTo>
                  <a:pt x="72" y="157"/>
                  <a:pt x="75" y="161"/>
                  <a:pt x="80" y="161"/>
                </a:cubicBezTo>
                <a:cubicBezTo>
                  <a:pt x="224" y="161"/>
                  <a:pt x="224" y="161"/>
                  <a:pt x="224" y="161"/>
                </a:cubicBezTo>
                <a:cubicBezTo>
                  <a:pt x="229" y="161"/>
                  <a:pt x="232" y="157"/>
                  <a:pt x="232" y="153"/>
                </a:cubicBezTo>
                <a:cubicBezTo>
                  <a:pt x="232" y="148"/>
                  <a:pt x="229" y="145"/>
                  <a:pt x="224" y="145"/>
                </a:cubicBezTo>
                <a:moveTo>
                  <a:pt x="350" y="340"/>
                </a:moveTo>
                <a:cubicBezTo>
                  <a:pt x="265" y="255"/>
                  <a:pt x="265" y="255"/>
                  <a:pt x="265" y="255"/>
                </a:cubicBezTo>
                <a:cubicBezTo>
                  <a:pt x="290" y="228"/>
                  <a:pt x="305" y="192"/>
                  <a:pt x="305" y="153"/>
                </a:cubicBezTo>
                <a:cubicBezTo>
                  <a:pt x="305" y="68"/>
                  <a:pt x="236" y="0"/>
                  <a:pt x="152" y="0"/>
                </a:cubicBezTo>
                <a:cubicBezTo>
                  <a:pt x="68" y="0"/>
                  <a:pt x="0" y="68"/>
                  <a:pt x="0" y="153"/>
                </a:cubicBezTo>
                <a:cubicBezTo>
                  <a:pt x="0" y="237"/>
                  <a:pt x="68" y="305"/>
                  <a:pt x="152" y="305"/>
                </a:cubicBezTo>
                <a:cubicBezTo>
                  <a:pt x="191" y="305"/>
                  <a:pt x="227" y="290"/>
                  <a:pt x="254" y="266"/>
                </a:cubicBezTo>
                <a:cubicBezTo>
                  <a:pt x="339" y="351"/>
                  <a:pt x="339" y="351"/>
                  <a:pt x="339" y="351"/>
                </a:cubicBezTo>
                <a:cubicBezTo>
                  <a:pt x="341" y="352"/>
                  <a:pt x="343" y="353"/>
                  <a:pt x="345" y="353"/>
                </a:cubicBezTo>
                <a:cubicBezTo>
                  <a:pt x="349" y="353"/>
                  <a:pt x="353" y="350"/>
                  <a:pt x="353" y="345"/>
                </a:cubicBezTo>
                <a:cubicBezTo>
                  <a:pt x="353" y="343"/>
                  <a:pt x="352" y="341"/>
                  <a:pt x="350" y="340"/>
                </a:cubicBezTo>
                <a:moveTo>
                  <a:pt x="152" y="289"/>
                </a:moveTo>
                <a:cubicBezTo>
                  <a:pt x="77" y="289"/>
                  <a:pt x="16" y="228"/>
                  <a:pt x="16" y="153"/>
                </a:cubicBezTo>
                <a:cubicBezTo>
                  <a:pt x="16" y="77"/>
                  <a:pt x="77" y="16"/>
                  <a:pt x="152" y="16"/>
                </a:cubicBezTo>
                <a:cubicBezTo>
                  <a:pt x="227" y="16"/>
                  <a:pt x="289" y="77"/>
                  <a:pt x="289" y="153"/>
                </a:cubicBezTo>
                <a:cubicBezTo>
                  <a:pt x="289" y="228"/>
                  <a:pt x="227" y="289"/>
                  <a:pt x="152" y="289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08" name="Freeform 107"/>
          <p:cNvSpPr>
            <a:spLocks noEditPoints="1"/>
          </p:cNvSpPr>
          <p:nvPr/>
        </p:nvSpPr>
        <p:spPr bwMode="auto">
          <a:xfrm>
            <a:off x="10801351" y="5348817"/>
            <a:ext cx="527051" cy="577851"/>
          </a:xfrm>
          <a:custGeom>
            <a:avLst/>
            <a:gdLst>
              <a:gd name="T0" fmla="*/ 160 w 321"/>
              <a:gd name="T1" fmla="*/ 0 h 353"/>
              <a:gd name="T2" fmla="*/ 0 w 321"/>
              <a:gd name="T3" fmla="*/ 48 h 353"/>
              <a:gd name="T4" fmla="*/ 128 w 321"/>
              <a:gd name="T5" fmla="*/ 241 h 353"/>
              <a:gd name="T6" fmla="*/ 128 w 321"/>
              <a:gd name="T7" fmla="*/ 249 h 353"/>
              <a:gd name="T8" fmla="*/ 128 w 321"/>
              <a:gd name="T9" fmla="*/ 249 h 353"/>
              <a:gd name="T10" fmla="*/ 128 w 321"/>
              <a:gd name="T11" fmla="*/ 249 h 353"/>
              <a:gd name="T12" fmla="*/ 129 w 321"/>
              <a:gd name="T13" fmla="*/ 280 h 353"/>
              <a:gd name="T14" fmla="*/ 128 w 321"/>
              <a:gd name="T15" fmla="*/ 281 h 353"/>
              <a:gd name="T16" fmla="*/ 129 w 321"/>
              <a:gd name="T17" fmla="*/ 282 h 353"/>
              <a:gd name="T18" fmla="*/ 160 w 321"/>
              <a:gd name="T19" fmla="*/ 353 h 353"/>
              <a:gd name="T20" fmla="*/ 193 w 321"/>
              <a:gd name="T21" fmla="*/ 241 h 353"/>
              <a:gd name="T22" fmla="*/ 321 w 321"/>
              <a:gd name="T23" fmla="*/ 48 h 353"/>
              <a:gd name="T24" fmla="*/ 160 w 321"/>
              <a:gd name="T25" fmla="*/ 0 h 353"/>
              <a:gd name="T26" fmla="*/ 242 w 321"/>
              <a:gd name="T27" fmla="*/ 142 h 353"/>
              <a:gd name="T28" fmla="*/ 177 w 321"/>
              <a:gd name="T29" fmla="*/ 241 h 353"/>
              <a:gd name="T30" fmla="*/ 173 w 321"/>
              <a:gd name="T31" fmla="*/ 329 h 353"/>
              <a:gd name="T32" fmla="*/ 160 w 321"/>
              <a:gd name="T33" fmla="*/ 337 h 353"/>
              <a:gd name="T34" fmla="*/ 148 w 321"/>
              <a:gd name="T35" fmla="*/ 329 h 353"/>
              <a:gd name="T36" fmla="*/ 145 w 321"/>
              <a:gd name="T37" fmla="*/ 289 h 353"/>
              <a:gd name="T38" fmla="*/ 152 w 321"/>
              <a:gd name="T39" fmla="*/ 289 h 353"/>
              <a:gd name="T40" fmla="*/ 160 w 321"/>
              <a:gd name="T41" fmla="*/ 281 h 353"/>
              <a:gd name="T42" fmla="*/ 152 w 321"/>
              <a:gd name="T43" fmla="*/ 273 h 353"/>
              <a:gd name="T44" fmla="*/ 145 w 321"/>
              <a:gd name="T45" fmla="*/ 273 h 353"/>
              <a:gd name="T46" fmla="*/ 144 w 321"/>
              <a:gd name="T47" fmla="*/ 257 h 353"/>
              <a:gd name="T48" fmla="*/ 152 w 321"/>
              <a:gd name="T49" fmla="*/ 257 h 353"/>
              <a:gd name="T50" fmla="*/ 160 w 321"/>
              <a:gd name="T51" fmla="*/ 249 h 353"/>
              <a:gd name="T52" fmla="*/ 152 w 321"/>
              <a:gd name="T53" fmla="*/ 241 h 353"/>
              <a:gd name="T54" fmla="*/ 144 w 321"/>
              <a:gd name="T55" fmla="*/ 241 h 353"/>
              <a:gd name="T56" fmla="*/ 79 w 321"/>
              <a:gd name="T57" fmla="*/ 142 h 353"/>
              <a:gd name="T58" fmla="*/ 19 w 321"/>
              <a:gd name="T59" fmla="*/ 71 h 353"/>
              <a:gd name="T60" fmla="*/ 160 w 321"/>
              <a:gd name="T61" fmla="*/ 96 h 353"/>
              <a:gd name="T62" fmla="*/ 302 w 321"/>
              <a:gd name="T63" fmla="*/ 71 h 353"/>
              <a:gd name="T64" fmla="*/ 242 w 321"/>
              <a:gd name="T65" fmla="*/ 142 h 353"/>
              <a:gd name="T66" fmla="*/ 160 w 321"/>
              <a:gd name="T67" fmla="*/ 80 h 353"/>
              <a:gd name="T68" fmla="*/ 16 w 321"/>
              <a:gd name="T69" fmla="*/ 48 h 353"/>
              <a:gd name="T70" fmla="*/ 160 w 321"/>
              <a:gd name="T71" fmla="*/ 16 h 353"/>
              <a:gd name="T72" fmla="*/ 305 w 321"/>
              <a:gd name="T73" fmla="*/ 48 h 353"/>
              <a:gd name="T74" fmla="*/ 160 w 321"/>
              <a:gd name="T75" fmla="*/ 80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321" h="353">
                <a:moveTo>
                  <a:pt x="160" y="0"/>
                </a:moveTo>
                <a:cubicBezTo>
                  <a:pt x="72" y="0"/>
                  <a:pt x="0" y="22"/>
                  <a:pt x="0" y="48"/>
                </a:cubicBezTo>
                <a:cubicBezTo>
                  <a:pt x="0" y="145"/>
                  <a:pt x="128" y="161"/>
                  <a:pt x="128" y="241"/>
                </a:cubicBezTo>
                <a:cubicBezTo>
                  <a:pt x="128" y="249"/>
                  <a:pt x="128" y="249"/>
                  <a:pt x="128" y="249"/>
                </a:cubicBezTo>
                <a:cubicBezTo>
                  <a:pt x="128" y="249"/>
                  <a:pt x="128" y="249"/>
                  <a:pt x="128" y="249"/>
                </a:cubicBezTo>
                <a:cubicBezTo>
                  <a:pt x="128" y="249"/>
                  <a:pt x="128" y="249"/>
                  <a:pt x="128" y="249"/>
                </a:cubicBezTo>
                <a:cubicBezTo>
                  <a:pt x="128" y="261"/>
                  <a:pt x="128" y="271"/>
                  <a:pt x="129" y="280"/>
                </a:cubicBezTo>
                <a:cubicBezTo>
                  <a:pt x="128" y="281"/>
                  <a:pt x="128" y="281"/>
                  <a:pt x="128" y="281"/>
                </a:cubicBezTo>
                <a:cubicBezTo>
                  <a:pt x="128" y="281"/>
                  <a:pt x="129" y="282"/>
                  <a:pt x="129" y="282"/>
                </a:cubicBezTo>
                <a:cubicBezTo>
                  <a:pt x="129" y="342"/>
                  <a:pt x="134" y="353"/>
                  <a:pt x="160" y="353"/>
                </a:cubicBezTo>
                <a:cubicBezTo>
                  <a:pt x="193" y="353"/>
                  <a:pt x="193" y="337"/>
                  <a:pt x="193" y="241"/>
                </a:cubicBezTo>
                <a:cubicBezTo>
                  <a:pt x="193" y="161"/>
                  <a:pt x="321" y="145"/>
                  <a:pt x="321" y="48"/>
                </a:cubicBezTo>
                <a:cubicBezTo>
                  <a:pt x="321" y="22"/>
                  <a:pt x="249" y="0"/>
                  <a:pt x="160" y="0"/>
                </a:cubicBezTo>
                <a:moveTo>
                  <a:pt x="242" y="142"/>
                </a:moveTo>
                <a:cubicBezTo>
                  <a:pt x="210" y="168"/>
                  <a:pt x="177" y="195"/>
                  <a:pt x="177" y="241"/>
                </a:cubicBezTo>
                <a:cubicBezTo>
                  <a:pt x="177" y="287"/>
                  <a:pt x="177" y="315"/>
                  <a:pt x="173" y="329"/>
                </a:cubicBezTo>
                <a:cubicBezTo>
                  <a:pt x="171" y="337"/>
                  <a:pt x="171" y="337"/>
                  <a:pt x="160" y="337"/>
                </a:cubicBezTo>
                <a:cubicBezTo>
                  <a:pt x="150" y="337"/>
                  <a:pt x="150" y="337"/>
                  <a:pt x="148" y="329"/>
                </a:cubicBezTo>
                <a:cubicBezTo>
                  <a:pt x="146" y="321"/>
                  <a:pt x="145" y="308"/>
                  <a:pt x="145" y="289"/>
                </a:cubicBezTo>
                <a:cubicBezTo>
                  <a:pt x="152" y="289"/>
                  <a:pt x="152" y="289"/>
                  <a:pt x="152" y="289"/>
                </a:cubicBezTo>
                <a:cubicBezTo>
                  <a:pt x="157" y="289"/>
                  <a:pt x="160" y="285"/>
                  <a:pt x="160" y="281"/>
                </a:cubicBezTo>
                <a:cubicBezTo>
                  <a:pt x="160" y="277"/>
                  <a:pt x="157" y="273"/>
                  <a:pt x="152" y="273"/>
                </a:cubicBezTo>
                <a:cubicBezTo>
                  <a:pt x="145" y="273"/>
                  <a:pt x="145" y="273"/>
                  <a:pt x="145" y="273"/>
                </a:cubicBezTo>
                <a:cubicBezTo>
                  <a:pt x="144" y="268"/>
                  <a:pt x="144" y="263"/>
                  <a:pt x="144" y="257"/>
                </a:cubicBezTo>
                <a:cubicBezTo>
                  <a:pt x="152" y="257"/>
                  <a:pt x="152" y="257"/>
                  <a:pt x="152" y="257"/>
                </a:cubicBezTo>
                <a:cubicBezTo>
                  <a:pt x="157" y="257"/>
                  <a:pt x="160" y="253"/>
                  <a:pt x="160" y="249"/>
                </a:cubicBezTo>
                <a:cubicBezTo>
                  <a:pt x="160" y="245"/>
                  <a:pt x="157" y="241"/>
                  <a:pt x="152" y="241"/>
                </a:cubicBezTo>
                <a:cubicBezTo>
                  <a:pt x="144" y="241"/>
                  <a:pt x="144" y="241"/>
                  <a:pt x="144" y="241"/>
                </a:cubicBezTo>
                <a:cubicBezTo>
                  <a:pt x="144" y="195"/>
                  <a:pt x="111" y="168"/>
                  <a:pt x="79" y="142"/>
                </a:cubicBezTo>
                <a:cubicBezTo>
                  <a:pt x="53" y="121"/>
                  <a:pt x="28" y="100"/>
                  <a:pt x="19" y="71"/>
                </a:cubicBezTo>
                <a:cubicBezTo>
                  <a:pt x="46" y="86"/>
                  <a:pt x="99" y="96"/>
                  <a:pt x="160" y="96"/>
                </a:cubicBezTo>
                <a:cubicBezTo>
                  <a:pt x="222" y="96"/>
                  <a:pt x="275" y="86"/>
                  <a:pt x="302" y="71"/>
                </a:cubicBezTo>
                <a:cubicBezTo>
                  <a:pt x="293" y="101"/>
                  <a:pt x="268" y="121"/>
                  <a:pt x="242" y="142"/>
                </a:cubicBezTo>
                <a:moveTo>
                  <a:pt x="160" y="80"/>
                </a:moveTo>
                <a:cubicBezTo>
                  <a:pt x="81" y="80"/>
                  <a:pt x="16" y="66"/>
                  <a:pt x="16" y="48"/>
                </a:cubicBezTo>
                <a:cubicBezTo>
                  <a:pt x="16" y="31"/>
                  <a:pt x="81" y="16"/>
                  <a:pt x="160" y="16"/>
                </a:cubicBezTo>
                <a:cubicBezTo>
                  <a:pt x="240" y="16"/>
                  <a:pt x="305" y="31"/>
                  <a:pt x="305" y="48"/>
                </a:cubicBezTo>
                <a:cubicBezTo>
                  <a:pt x="305" y="66"/>
                  <a:pt x="240" y="80"/>
                  <a:pt x="160" y="80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</p:spTree>
    <p:extLst>
      <p:ext uri="{BB962C8B-B14F-4D97-AF65-F5344CB8AC3E}">
        <p14:creationId xmlns:p14="http://schemas.microsoft.com/office/powerpoint/2010/main" val="835846853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" name="Freeform 68"/>
          <p:cNvSpPr>
            <a:spLocks noEditPoints="1"/>
          </p:cNvSpPr>
          <p:nvPr/>
        </p:nvSpPr>
        <p:spPr bwMode="auto">
          <a:xfrm>
            <a:off x="806451" y="916517"/>
            <a:ext cx="575733" cy="577851"/>
          </a:xfrm>
          <a:custGeom>
            <a:avLst/>
            <a:gdLst>
              <a:gd name="T0" fmla="*/ 321 w 353"/>
              <a:gd name="T1" fmla="*/ 49 h 354"/>
              <a:gd name="T2" fmla="*/ 160 w 353"/>
              <a:gd name="T3" fmla="*/ 0 h 354"/>
              <a:gd name="T4" fmla="*/ 0 w 353"/>
              <a:gd name="T5" fmla="*/ 49 h 354"/>
              <a:gd name="T6" fmla="*/ 128 w 353"/>
              <a:gd name="T7" fmla="*/ 241 h 354"/>
              <a:gd name="T8" fmla="*/ 128 w 353"/>
              <a:gd name="T9" fmla="*/ 249 h 354"/>
              <a:gd name="T10" fmla="*/ 128 w 353"/>
              <a:gd name="T11" fmla="*/ 249 h 354"/>
              <a:gd name="T12" fmla="*/ 128 w 353"/>
              <a:gd name="T13" fmla="*/ 249 h 354"/>
              <a:gd name="T14" fmla="*/ 128 w 353"/>
              <a:gd name="T15" fmla="*/ 281 h 354"/>
              <a:gd name="T16" fmla="*/ 128 w 353"/>
              <a:gd name="T17" fmla="*/ 281 h 354"/>
              <a:gd name="T18" fmla="*/ 128 w 353"/>
              <a:gd name="T19" fmla="*/ 282 h 354"/>
              <a:gd name="T20" fmla="*/ 160 w 353"/>
              <a:gd name="T21" fmla="*/ 354 h 354"/>
              <a:gd name="T22" fmla="*/ 193 w 353"/>
              <a:gd name="T23" fmla="*/ 241 h 354"/>
              <a:gd name="T24" fmla="*/ 321 w 353"/>
              <a:gd name="T25" fmla="*/ 49 h 354"/>
              <a:gd name="T26" fmla="*/ 16 w 353"/>
              <a:gd name="T27" fmla="*/ 49 h 354"/>
              <a:gd name="T28" fmla="*/ 160 w 353"/>
              <a:gd name="T29" fmla="*/ 16 h 354"/>
              <a:gd name="T30" fmla="*/ 305 w 353"/>
              <a:gd name="T31" fmla="*/ 49 h 354"/>
              <a:gd name="T32" fmla="*/ 160 w 353"/>
              <a:gd name="T33" fmla="*/ 81 h 354"/>
              <a:gd name="T34" fmla="*/ 16 w 353"/>
              <a:gd name="T35" fmla="*/ 49 h 354"/>
              <a:gd name="T36" fmla="*/ 242 w 353"/>
              <a:gd name="T37" fmla="*/ 142 h 354"/>
              <a:gd name="T38" fmla="*/ 177 w 353"/>
              <a:gd name="T39" fmla="*/ 241 h 354"/>
              <a:gd name="T40" fmla="*/ 173 w 353"/>
              <a:gd name="T41" fmla="*/ 330 h 354"/>
              <a:gd name="T42" fmla="*/ 160 w 353"/>
              <a:gd name="T43" fmla="*/ 338 h 354"/>
              <a:gd name="T44" fmla="*/ 148 w 353"/>
              <a:gd name="T45" fmla="*/ 330 h 354"/>
              <a:gd name="T46" fmla="*/ 145 w 353"/>
              <a:gd name="T47" fmla="*/ 289 h 354"/>
              <a:gd name="T48" fmla="*/ 152 w 353"/>
              <a:gd name="T49" fmla="*/ 289 h 354"/>
              <a:gd name="T50" fmla="*/ 160 w 353"/>
              <a:gd name="T51" fmla="*/ 281 h 354"/>
              <a:gd name="T52" fmla="*/ 152 w 353"/>
              <a:gd name="T53" fmla="*/ 273 h 354"/>
              <a:gd name="T54" fmla="*/ 144 w 353"/>
              <a:gd name="T55" fmla="*/ 273 h 354"/>
              <a:gd name="T56" fmla="*/ 144 w 353"/>
              <a:gd name="T57" fmla="*/ 257 h 354"/>
              <a:gd name="T58" fmla="*/ 152 w 353"/>
              <a:gd name="T59" fmla="*/ 257 h 354"/>
              <a:gd name="T60" fmla="*/ 160 w 353"/>
              <a:gd name="T61" fmla="*/ 249 h 354"/>
              <a:gd name="T62" fmla="*/ 152 w 353"/>
              <a:gd name="T63" fmla="*/ 241 h 354"/>
              <a:gd name="T64" fmla="*/ 144 w 353"/>
              <a:gd name="T65" fmla="*/ 241 h 354"/>
              <a:gd name="T66" fmla="*/ 79 w 353"/>
              <a:gd name="T67" fmla="*/ 142 h 354"/>
              <a:gd name="T68" fmla="*/ 19 w 353"/>
              <a:gd name="T69" fmla="*/ 71 h 354"/>
              <a:gd name="T70" fmla="*/ 160 w 353"/>
              <a:gd name="T71" fmla="*/ 97 h 354"/>
              <a:gd name="T72" fmla="*/ 302 w 353"/>
              <a:gd name="T73" fmla="*/ 72 h 354"/>
              <a:gd name="T74" fmla="*/ 242 w 353"/>
              <a:gd name="T75" fmla="*/ 142 h 354"/>
              <a:gd name="T76" fmla="*/ 345 w 353"/>
              <a:gd name="T77" fmla="*/ 241 h 354"/>
              <a:gd name="T78" fmla="*/ 305 w 353"/>
              <a:gd name="T79" fmla="*/ 241 h 354"/>
              <a:gd name="T80" fmla="*/ 305 w 353"/>
              <a:gd name="T81" fmla="*/ 201 h 354"/>
              <a:gd name="T82" fmla="*/ 297 w 353"/>
              <a:gd name="T83" fmla="*/ 193 h 354"/>
              <a:gd name="T84" fmla="*/ 289 w 353"/>
              <a:gd name="T85" fmla="*/ 201 h 354"/>
              <a:gd name="T86" fmla="*/ 289 w 353"/>
              <a:gd name="T87" fmla="*/ 241 h 354"/>
              <a:gd name="T88" fmla="*/ 249 w 353"/>
              <a:gd name="T89" fmla="*/ 241 h 354"/>
              <a:gd name="T90" fmla="*/ 241 w 353"/>
              <a:gd name="T91" fmla="*/ 249 h 354"/>
              <a:gd name="T92" fmla="*/ 249 w 353"/>
              <a:gd name="T93" fmla="*/ 257 h 354"/>
              <a:gd name="T94" fmla="*/ 289 w 353"/>
              <a:gd name="T95" fmla="*/ 257 h 354"/>
              <a:gd name="T96" fmla="*/ 289 w 353"/>
              <a:gd name="T97" fmla="*/ 297 h 354"/>
              <a:gd name="T98" fmla="*/ 297 w 353"/>
              <a:gd name="T99" fmla="*/ 305 h 354"/>
              <a:gd name="T100" fmla="*/ 305 w 353"/>
              <a:gd name="T101" fmla="*/ 297 h 354"/>
              <a:gd name="T102" fmla="*/ 305 w 353"/>
              <a:gd name="T103" fmla="*/ 257 h 354"/>
              <a:gd name="T104" fmla="*/ 345 w 353"/>
              <a:gd name="T105" fmla="*/ 257 h 354"/>
              <a:gd name="T106" fmla="*/ 353 w 353"/>
              <a:gd name="T107" fmla="*/ 249 h 354"/>
              <a:gd name="T108" fmla="*/ 345 w 353"/>
              <a:gd name="T109" fmla="*/ 241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353" h="354">
                <a:moveTo>
                  <a:pt x="321" y="49"/>
                </a:moveTo>
                <a:cubicBezTo>
                  <a:pt x="321" y="22"/>
                  <a:pt x="249" y="0"/>
                  <a:pt x="160" y="0"/>
                </a:cubicBezTo>
                <a:cubicBezTo>
                  <a:pt x="72" y="0"/>
                  <a:pt x="0" y="22"/>
                  <a:pt x="0" y="49"/>
                </a:cubicBezTo>
                <a:cubicBezTo>
                  <a:pt x="0" y="145"/>
                  <a:pt x="128" y="161"/>
                  <a:pt x="128" y="241"/>
                </a:cubicBezTo>
                <a:cubicBezTo>
                  <a:pt x="128" y="244"/>
                  <a:pt x="128" y="247"/>
                  <a:pt x="128" y="249"/>
                </a:cubicBezTo>
                <a:cubicBezTo>
                  <a:pt x="128" y="249"/>
                  <a:pt x="128" y="249"/>
                  <a:pt x="128" y="249"/>
                </a:cubicBezTo>
                <a:cubicBezTo>
                  <a:pt x="128" y="249"/>
                  <a:pt x="128" y="249"/>
                  <a:pt x="128" y="249"/>
                </a:cubicBezTo>
                <a:cubicBezTo>
                  <a:pt x="128" y="261"/>
                  <a:pt x="128" y="271"/>
                  <a:pt x="128" y="281"/>
                </a:cubicBezTo>
                <a:cubicBezTo>
                  <a:pt x="128" y="281"/>
                  <a:pt x="128" y="281"/>
                  <a:pt x="128" y="281"/>
                </a:cubicBezTo>
                <a:cubicBezTo>
                  <a:pt x="128" y="282"/>
                  <a:pt x="128" y="282"/>
                  <a:pt x="128" y="282"/>
                </a:cubicBezTo>
                <a:cubicBezTo>
                  <a:pt x="129" y="342"/>
                  <a:pt x="134" y="354"/>
                  <a:pt x="160" y="354"/>
                </a:cubicBezTo>
                <a:cubicBezTo>
                  <a:pt x="193" y="354"/>
                  <a:pt x="193" y="338"/>
                  <a:pt x="193" y="241"/>
                </a:cubicBezTo>
                <a:cubicBezTo>
                  <a:pt x="193" y="161"/>
                  <a:pt x="321" y="145"/>
                  <a:pt x="321" y="49"/>
                </a:cubicBezTo>
                <a:moveTo>
                  <a:pt x="16" y="49"/>
                </a:moveTo>
                <a:cubicBezTo>
                  <a:pt x="16" y="31"/>
                  <a:pt x="81" y="16"/>
                  <a:pt x="160" y="16"/>
                </a:cubicBezTo>
                <a:cubicBezTo>
                  <a:pt x="240" y="16"/>
                  <a:pt x="305" y="31"/>
                  <a:pt x="305" y="49"/>
                </a:cubicBezTo>
                <a:cubicBezTo>
                  <a:pt x="305" y="66"/>
                  <a:pt x="240" y="81"/>
                  <a:pt x="160" y="81"/>
                </a:cubicBezTo>
                <a:cubicBezTo>
                  <a:pt x="81" y="81"/>
                  <a:pt x="16" y="66"/>
                  <a:pt x="16" y="49"/>
                </a:cubicBezTo>
                <a:moveTo>
                  <a:pt x="242" y="142"/>
                </a:moveTo>
                <a:cubicBezTo>
                  <a:pt x="210" y="168"/>
                  <a:pt x="177" y="195"/>
                  <a:pt x="177" y="241"/>
                </a:cubicBezTo>
                <a:cubicBezTo>
                  <a:pt x="177" y="288"/>
                  <a:pt x="177" y="316"/>
                  <a:pt x="173" y="330"/>
                </a:cubicBezTo>
                <a:cubicBezTo>
                  <a:pt x="171" y="337"/>
                  <a:pt x="171" y="338"/>
                  <a:pt x="160" y="338"/>
                </a:cubicBezTo>
                <a:cubicBezTo>
                  <a:pt x="150" y="338"/>
                  <a:pt x="150" y="337"/>
                  <a:pt x="148" y="330"/>
                </a:cubicBezTo>
                <a:cubicBezTo>
                  <a:pt x="146" y="321"/>
                  <a:pt x="145" y="308"/>
                  <a:pt x="145" y="289"/>
                </a:cubicBezTo>
                <a:cubicBezTo>
                  <a:pt x="152" y="289"/>
                  <a:pt x="152" y="289"/>
                  <a:pt x="152" y="289"/>
                </a:cubicBezTo>
                <a:cubicBezTo>
                  <a:pt x="157" y="289"/>
                  <a:pt x="160" y="286"/>
                  <a:pt x="160" y="281"/>
                </a:cubicBezTo>
                <a:cubicBezTo>
                  <a:pt x="160" y="277"/>
                  <a:pt x="157" y="273"/>
                  <a:pt x="152" y="273"/>
                </a:cubicBezTo>
                <a:cubicBezTo>
                  <a:pt x="144" y="273"/>
                  <a:pt x="144" y="273"/>
                  <a:pt x="144" y="273"/>
                </a:cubicBezTo>
                <a:cubicBezTo>
                  <a:pt x="144" y="268"/>
                  <a:pt x="144" y="263"/>
                  <a:pt x="144" y="257"/>
                </a:cubicBezTo>
                <a:cubicBezTo>
                  <a:pt x="152" y="257"/>
                  <a:pt x="152" y="257"/>
                  <a:pt x="152" y="257"/>
                </a:cubicBezTo>
                <a:cubicBezTo>
                  <a:pt x="157" y="257"/>
                  <a:pt x="160" y="254"/>
                  <a:pt x="160" y="249"/>
                </a:cubicBezTo>
                <a:cubicBezTo>
                  <a:pt x="160" y="245"/>
                  <a:pt x="157" y="241"/>
                  <a:pt x="152" y="241"/>
                </a:cubicBezTo>
                <a:cubicBezTo>
                  <a:pt x="144" y="241"/>
                  <a:pt x="144" y="241"/>
                  <a:pt x="144" y="241"/>
                </a:cubicBezTo>
                <a:cubicBezTo>
                  <a:pt x="144" y="195"/>
                  <a:pt x="111" y="168"/>
                  <a:pt x="79" y="142"/>
                </a:cubicBezTo>
                <a:cubicBezTo>
                  <a:pt x="53" y="121"/>
                  <a:pt x="28" y="101"/>
                  <a:pt x="19" y="71"/>
                </a:cubicBezTo>
                <a:cubicBezTo>
                  <a:pt x="46" y="87"/>
                  <a:pt x="99" y="97"/>
                  <a:pt x="160" y="97"/>
                </a:cubicBezTo>
                <a:cubicBezTo>
                  <a:pt x="221" y="97"/>
                  <a:pt x="275" y="87"/>
                  <a:pt x="302" y="72"/>
                </a:cubicBezTo>
                <a:cubicBezTo>
                  <a:pt x="293" y="101"/>
                  <a:pt x="268" y="121"/>
                  <a:pt x="242" y="142"/>
                </a:cubicBezTo>
                <a:moveTo>
                  <a:pt x="345" y="241"/>
                </a:moveTo>
                <a:cubicBezTo>
                  <a:pt x="305" y="241"/>
                  <a:pt x="305" y="241"/>
                  <a:pt x="305" y="241"/>
                </a:cubicBezTo>
                <a:cubicBezTo>
                  <a:pt x="305" y="201"/>
                  <a:pt x="305" y="201"/>
                  <a:pt x="305" y="201"/>
                </a:cubicBezTo>
                <a:cubicBezTo>
                  <a:pt x="305" y="197"/>
                  <a:pt x="301" y="193"/>
                  <a:pt x="297" y="193"/>
                </a:cubicBezTo>
                <a:cubicBezTo>
                  <a:pt x="292" y="193"/>
                  <a:pt x="289" y="197"/>
                  <a:pt x="289" y="201"/>
                </a:cubicBezTo>
                <a:cubicBezTo>
                  <a:pt x="289" y="241"/>
                  <a:pt x="289" y="241"/>
                  <a:pt x="289" y="241"/>
                </a:cubicBezTo>
                <a:cubicBezTo>
                  <a:pt x="249" y="241"/>
                  <a:pt x="249" y="241"/>
                  <a:pt x="249" y="241"/>
                </a:cubicBezTo>
                <a:cubicBezTo>
                  <a:pt x="244" y="241"/>
                  <a:pt x="241" y="245"/>
                  <a:pt x="241" y="249"/>
                </a:cubicBezTo>
                <a:cubicBezTo>
                  <a:pt x="241" y="254"/>
                  <a:pt x="244" y="257"/>
                  <a:pt x="249" y="257"/>
                </a:cubicBezTo>
                <a:cubicBezTo>
                  <a:pt x="289" y="257"/>
                  <a:pt x="289" y="257"/>
                  <a:pt x="289" y="257"/>
                </a:cubicBezTo>
                <a:cubicBezTo>
                  <a:pt x="289" y="297"/>
                  <a:pt x="289" y="297"/>
                  <a:pt x="289" y="297"/>
                </a:cubicBezTo>
                <a:cubicBezTo>
                  <a:pt x="289" y="302"/>
                  <a:pt x="292" y="305"/>
                  <a:pt x="297" y="305"/>
                </a:cubicBezTo>
                <a:cubicBezTo>
                  <a:pt x="301" y="305"/>
                  <a:pt x="305" y="302"/>
                  <a:pt x="305" y="297"/>
                </a:cubicBezTo>
                <a:cubicBezTo>
                  <a:pt x="305" y="257"/>
                  <a:pt x="305" y="257"/>
                  <a:pt x="305" y="257"/>
                </a:cubicBezTo>
                <a:cubicBezTo>
                  <a:pt x="345" y="257"/>
                  <a:pt x="345" y="257"/>
                  <a:pt x="345" y="257"/>
                </a:cubicBezTo>
                <a:cubicBezTo>
                  <a:pt x="350" y="257"/>
                  <a:pt x="353" y="254"/>
                  <a:pt x="353" y="249"/>
                </a:cubicBezTo>
                <a:cubicBezTo>
                  <a:pt x="353" y="245"/>
                  <a:pt x="350" y="241"/>
                  <a:pt x="345" y="241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9" name="Freeform 69"/>
          <p:cNvSpPr>
            <a:spLocks noEditPoints="1"/>
          </p:cNvSpPr>
          <p:nvPr/>
        </p:nvSpPr>
        <p:spPr bwMode="auto">
          <a:xfrm>
            <a:off x="1905000" y="916517"/>
            <a:ext cx="575733" cy="577851"/>
          </a:xfrm>
          <a:custGeom>
            <a:avLst/>
            <a:gdLst>
              <a:gd name="T0" fmla="*/ 321 w 353"/>
              <a:gd name="T1" fmla="*/ 49 h 354"/>
              <a:gd name="T2" fmla="*/ 161 w 353"/>
              <a:gd name="T3" fmla="*/ 0 h 354"/>
              <a:gd name="T4" fmla="*/ 0 w 353"/>
              <a:gd name="T5" fmla="*/ 49 h 354"/>
              <a:gd name="T6" fmla="*/ 129 w 353"/>
              <a:gd name="T7" fmla="*/ 241 h 354"/>
              <a:gd name="T8" fmla="*/ 129 w 353"/>
              <a:gd name="T9" fmla="*/ 249 h 354"/>
              <a:gd name="T10" fmla="*/ 129 w 353"/>
              <a:gd name="T11" fmla="*/ 249 h 354"/>
              <a:gd name="T12" fmla="*/ 129 w 353"/>
              <a:gd name="T13" fmla="*/ 249 h 354"/>
              <a:gd name="T14" fmla="*/ 129 w 353"/>
              <a:gd name="T15" fmla="*/ 281 h 354"/>
              <a:gd name="T16" fmla="*/ 129 w 353"/>
              <a:gd name="T17" fmla="*/ 281 h 354"/>
              <a:gd name="T18" fmla="*/ 129 w 353"/>
              <a:gd name="T19" fmla="*/ 282 h 354"/>
              <a:gd name="T20" fmla="*/ 161 w 353"/>
              <a:gd name="T21" fmla="*/ 354 h 354"/>
              <a:gd name="T22" fmla="*/ 193 w 353"/>
              <a:gd name="T23" fmla="*/ 241 h 354"/>
              <a:gd name="T24" fmla="*/ 321 w 353"/>
              <a:gd name="T25" fmla="*/ 49 h 354"/>
              <a:gd name="T26" fmla="*/ 16 w 353"/>
              <a:gd name="T27" fmla="*/ 49 h 354"/>
              <a:gd name="T28" fmla="*/ 161 w 353"/>
              <a:gd name="T29" fmla="*/ 16 h 354"/>
              <a:gd name="T30" fmla="*/ 305 w 353"/>
              <a:gd name="T31" fmla="*/ 49 h 354"/>
              <a:gd name="T32" fmla="*/ 161 w 353"/>
              <a:gd name="T33" fmla="*/ 81 h 354"/>
              <a:gd name="T34" fmla="*/ 16 w 353"/>
              <a:gd name="T35" fmla="*/ 49 h 354"/>
              <a:gd name="T36" fmla="*/ 243 w 353"/>
              <a:gd name="T37" fmla="*/ 142 h 354"/>
              <a:gd name="T38" fmla="*/ 177 w 353"/>
              <a:gd name="T39" fmla="*/ 241 h 354"/>
              <a:gd name="T40" fmla="*/ 173 w 353"/>
              <a:gd name="T41" fmla="*/ 330 h 354"/>
              <a:gd name="T42" fmla="*/ 161 w 353"/>
              <a:gd name="T43" fmla="*/ 338 h 354"/>
              <a:gd name="T44" fmla="*/ 148 w 353"/>
              <a:gd name="T45" fmla="*/ 330 h 354"/>
              <a:gd name="T46" fmla="*/ 145 w 353"/>
              <a:gd name="T47" fmla="*/ 289 h 354"/>
              <a:gd name="T48" fmla="*/ 153 w 353"/>
              <a:gd name="T49" fmla="*/ 289 h 354"/>
              <a:gd name="T50" fmla="*/ 161 w 353"/>
              <a:gd name="T51" fmla="*/ 281 h 354"/>
              <a:gd name="T52" fmla="*/ 153 w 353"/>
              <a:gd name="T53" fmla="*/ 273 h 354"/>
              <a:gd name="T54" fmla="*/ 145 w 353"/>
              <a:gd name="T55" fmla="*/ 273 h 354"/>
              <a:gd name="T56" fmla="*/ 145 w 353"/>
              <a:gd name="T57" fmla="*/ 257 h 354"/>
              <a:gd name="T58" fmla="*/ 153 w 353"/>
              <a:gd name="T59" fmla="*/ 257 h 354"/>
              <a:gd name="T60" fmla="*/ 161 w 353"/>
              <a:gd name="T61" fmla="*/ 249 h 354"/>
              <a:gd name="T62" fmla="*/ 153 w 353"/>
              <a:gd name="T63" fmla="*/ 241 h 354"/>
              <a:gd name="T64" fmla="*/ 145 w 353"/>
              <a:gd name="T65" fmla="*/ 241 h 354"/>
              <a:gd name="T66" fmla="*/ 79 w 353"/>
              <a:gd name="T67" fmla="*/ 142 h 354"/>
              <a:gd name="T68" fmla="*/ 19 w 353"/>
              <a:gd name="T69" fmla="*/ 71 h 354"/>
              <a:gd name="T70" fmla="*/ 161 w 353"/>
              <a:gd name="T71" fmla="*/ 97 h 354"/>
              <a:gd name="T72" fmla="*/ 302 w 353"/>
              <a:gd name="T73" fmla="*/ 72 h 354"/>
              <a:gd name="T74" fmla="*/ 243 w 353"/>
              <a:gd name="T75" fmla="*/ 142 h 354"/>
              <a:gd name="T76" fmla="*/ 345 w 353"/>
              <a:gd name="T77" fmla="*/ 241 h 354"/>
              <a:gd name="T78" fmla="*/ 249 w 353"/>
              <a:gd name="T79" fmla="*/ 241 h 354"/>
              <a:gd name="T80" fmla="*/ 241 w 353"/>
              <a:gd name="T81" fmla="*/ 249 h 354"/>
              <a:gd name="T82" fmla="*/ 249 w 353"/>
              <a:gd name="T83" fmla="*/ 257 h 354"/>
              <a:gd name="T84" fmla="*/ 345 w 353"/>
              <a:gd name="T85" fmla="*/ 257 h 354"/>
              <a:gd name="T86" fmla="*/ 353 w 353"/>
              <a:gd name="T87" fmla="*/ 249 h 354"/>
              <a:gd name="T88" fmla="*/ 345 w 353"/>
              <a:gd name="T89" fmla="*/ 241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353" h="354">
                <a:moveTo>
                  <a:pt x="321" y="49"/>
                </a:moveTo>
                <a:cubicBezTo>
                  <a:pt x="321" y="22"/>
                  <a:pt x="249" y="0"/>
                  <a:pt x="161" y="0"/>
                </a:cubicBezTo>
                <a:cubicBezTo>
                  <a:pt x="72" y="0"/>
                  <a:pt x="0" y="22"/>
                  <a:pt x="0" y="49"/>
                </a:cubicBezTo>
                <a:cubicBezTo>
                  <a:pt x="0" y="145"/>
                  <a:pt x="129" y="161"/>
                  <a:pt x="129" y="241"/>
                </a:cubicBezTo>
                <a:cubicBezTo>
                  <a:pt x="129" y="244"/>
                  <a:pt x="129" y="247"/>
                  <a:pt x="129" y="249"/>
                </a:cubicBezTo>
                <a:cubicBezTo>
                  <a:pt x="129" y="249"/>
                  <a:pt x="129" y="249"/>
                  <a:pt x="129" y="249"/>
                </a:cubicBezTo>
                <a:cubicBezTo>
                  <a:pt x="129" y="249"/>
                  <a:pt x="129" y="249"/>
                  <a:pt x="129" y="249"/>
                </a:cubicBezTo>
                <a:cubicBezTo>
                  <a:pt x="129" y="261"/>
                  <a:pt x="129" y="271"/>
                  <a:pt x="129" y="281"/>
                </a:cubicBezTo>
                <a:cubicBezTo>
                  <a:pt x="129" y="281"/>
                  <a:pt x="129" y="281"/>
                  <a:pt x="129" y="281"/>
                </a:cubicBezTo>
                <a:cubicBezTo>
                  <a:pt x="129" y="282"/>
                  <a:pt x="129" y="282"/>
                  <a:pt x="129" y="282"/>
                </a:cubicBezTo>
                <a:cubicBezTo>
                  <a:pt x="130" y="342"/>
                  <a:pt x="134" y="354"/>
                  <a:pt x="161" y="354"/>
                </a:cubicBezTo>
                <a:cubicBezTo>
                  <a:pt x="193" y="354"/>
                  <a:pt x="193" y="338"/>
                  <a:pt x="193" y="241"/>
                </a:cubicBezTo>
                <a:cubicBezTo>
                  <a:pt x="193" y="161"/>
                  <a:pt x="321" y="145"/>
                  <a:pt x="321" y="49"/>
                </a:cubicBezTo>
                <a:moveTo>
                  <a:pt x="16" y="49"/>
                </a:moveTo>
                <a:cubicBezTo>
                  <a:pt x="16" y="31"/>
                  <a:pt x="81" y="16"/>
                  <a:pt x="161" y="16"/>
                </a:cubicBezTo>
                <a:cubicBezTo>
                  <a:pt x="241" y="16"/>
                  <a:pt x="305" y="31"/>
                  <a:pt x="305" y="49"/>
                </a:cubicBezTo>
                <a:cubicBezTo>
                  <a:pt x="305" y="66"/>
                  <a:pt x="241" y="81"/>
                  <a:pt x="161" y="81"/>
                </a:cubicBezTo>
                <a:cubicBezTo>
                  <a:pt x="81" y="81"/>
                  <a:pt x="16" y="66"/>
                  <a:pt x="16" y="49"/>
                </a:cubicBezTo>
                <a:moveTo>
                  <a:pt x="243" y="142"/>
                </a:moveTo>
                <a:cubicBezTo>
                  <a:pt x="210" y="168"/>
                  <a:pt x="177" y="195"/>
                  <a:pt x="177" y="241"/>
                </a:cubicBezTo>
                <a:cubicBezTo>
                  <a:pt x="177" y="288"/>
                  <a:pt x="177" y="316"/>
                  <a:pt x="173" y="330"/>
                </a:cubicBezTo>
                <a:cubicBezTo>
                  <a:pt x="172" y="337"/>
                  <a:pt x="171" y="338"/>
                  <a:pt x="161" y="338"/>
                </a:cubicBezTo>
                <a:cubicBezTo>
                  <a:pt x="150" y="338"/>
                  <a:pt x="150" y="337"/>
                  <a:pt x="148" y="330"/>
                </a:cubicBezTo>
                <a:cubicBezTo>
                  <a:pt x="146" y="321"/>
                  <a:pt x="145" y="308"/>
                  <a:pt x="145" y="289"/>
                </a:cubicBezTo>
                <a:cubicBezTo>
                  <a:pt x="153" y="289"/>
                  <a:pt x="153" y="289"/>
                  <a:pt x="153" y="289"/>
                </a:cubicBezTo>
                <a:cubicBezTo>
                  <a:pt x="157" y="289"/>
                  <a:pt x="161" y="286"/>
                  <a:pt x="161" y="281"/>
                </a:cubicBezTo>
                <a:cubicBezTo>
                  <a:pt x="161" y="277"/>
                  <a:pt x="157" y="273"/>
                  <a:pt x="153" y="273"/>
                </a:cubicBezTo>
                <a:cubicBezTo>
                  <a:pt x="145" y="273"/>
                  <a:pt x="145" y="273"/>
                  <a:pt x="145" y="273"/>
                </a:cubicBezTo>
                <a:cubicBezTo>
                  <a:pt x="145" y="268"/>
                  <a:pt x="145" y="263"/>
                  <a:pt x="145" y="257"/>
                </a:cubicBezTo>
                <a:cubicBezTo>
                  <a:pt x="153" y="257"/>
                  <a:pt x="153" y="257"/>
                  <a:pt x="153" y="257"/>
                </a:cubicBezTo>
                <a:cubicBezTo>
                  <a:pt x="157" y="257"/>
                  <a:pt x="161" y="254"/>
                  <a:pt x="161" y="249"/>
                </a:cubicBezTo>
                <a:cubicBezTo>
                  <a:pt x="161" y="245"/>
                  <a:pt x="157" y="241"/>
                  <a:pt x="153" y="241"/>
                </a:cubicBezTo>
                <a:cubicBezTo>
                  <a:pt x="145" y="241"/>
                  <a:pt x="145" y="241"/>
                  <a:pt x="145" y="241"/>
                </a:cubicBezTo>
                <a:cubicBezTo>
                  <a:pt x="145" y="195"/>
                  <a:pt x="111" y="168"/>
                  <a:pt x="79" y="142"/>
                </a:cubicBezTo>
                <a:cubicBezTo>
                  <a:pt x="53" y="121"/>
                  <a:pt x="28" y="101"/>
                  <a:pt x="19" y="71"/>
                </a:cubicBezTo>
                <a:cubicBezTo>
                  <a:pt x="47" y="87"/>
                  <a:pt x="100" y="97"/>
                  <a:pt x="161" y="97"/>
                </a:cubicBezTo>
                <a:cubicBezTo>
                  <a:pt x="222" y="97"/>
                  <a:pt x="275" y="87"/>
                  <a:pt x="302" y="72"/>
                </a:cubicBezTo>
                <a:cubicBezTo>
                  <a:pt x="293" y="101"/>
                  <a:pt x="269" y="121"/>
                  <a:pt x="243" y="142"/>
                </a:cubicBezTo>
                <a:moveTo>
                  <a:pt x="345" y="241"/>
                </a:moveTo>
                <a:cubicBezTo>
                  <a:pt x="249" y="241"/>
                  <a:pt x="249" y="241"/>
                  <a:pt x="249" y="241"/>
                </a:cubicBezTo>
                <a:cubicBezTo>
                  <a:pt x="245" y="241"/>
                  <a:pt x="241" y="245"/>
                  <a:pt x="241" y="249"/>
                </a:cubicBezTo>
                <a:cubicBezTo>
                  <a:pt x="241" y="254"/>
                  <a:pt x="245" y="257"/>
                  <a:pt x="249" y="257"/>
                </a:cubicBezTo>
                <a:cubicBezTo>
                  <a:pt x="345" y="257"/>
                  <a:pt x="345" y="257"/>
                  <a:pt x="345" y="257"/>
                </a:cubicBezTo>
                <a:cubicBezTo>
                  <a:pt x="350" y="257"/>
                  <a:pt x="353" y="254"/>
                  <a:pt x="353" y="249"/>
                </a:cubicBezTo>
                <a:cubicBezTo>
                  <a:pt x="353" y="245"/>
                  <a:pt x="350" y="241"/>
                  <a:pt x="345" y="241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0" name="Freeform 70"/>
          <p:cNvSpPr>
            <a:spLocks noEditPoints="1"/>
          </p:cNvSpPr>
          <p:nvPr/>
        </p:nvSpPr>
        <p:spPr bwMode="auto">
          <a:xfrm>
            <a:off x="3033185" y="916517"/>
            <a:ext cx="522817" cy="577851"/>
          </a:xfrm>
          <a:custGeom>
            <a:avLst/>
            <a:gdLst>
              <a:gd name="T0" fmla="*/ 313 w 321"/>
              <a:gd name="T1" fmla="*/ 0 h 354"/>
              <a:gd name="T2" fmla="*/ 312 w 321"/>
              <a:gd name="T3" fmla="*/ 1 h 354"/>
              <a:gd name="T4" fmla="*/ 311 w 321"/>
              <a:gd name="T5" fmla="*/ 1 h 354"/>
              <a:gd name="T6" fmla="*/ 103 w 321"/>
              <a:gd name="T7" fmla="*/ 33 h 354"/>
              <a:gd name="T8" fmla="*/ 103 w 321"/>
              <a:gd name="T9" fmla="*/ 33 h 354"/>
              <a:gd name="T10" fmla="*/ 96 w 321"/>
              <a:gd name="T11" fmla="*/ 41 h 354"/>
              <a:gd name="T12" fmla="*/ 96 w 321"/>
              <a:gd name="T13" fmla="*/ 282 h 354"/>
              <a:gd name="T14" fmla="*/ 72 w 321"/>
              <a:gd name="T15" fmla="*/ 273 h 354"/>
              <a:gd name="T16" fmla="*/ 40 w 321"/>
              <a:gd name="T17" fmla="*/ 273 h 354"/>
              <a:gd name="T18" fmla="*/ 0 w 321"/>
              <a:gd name="T19" fmla="*/ 314 h 354"/>
              <a:gd name="T20" fmla="*/ 40 w 321"/>
              <a:gd name="T21" fmla="*/ 354 h 354"/>
              <a:gd name="T22" fmla="*/ 72 w 321"/>
              <a:gd name="T23" fmla="*/ 354 h 354"/>
              <a:gd name="T24" fmla="*/ 112 w 321"/>
              <a:gd name="T25" fmla="*/ 314 h 354"/>
              <a:gd name="T26" fmla="*/ 112 w 321"/>
              <a:gd name="T27" fmla="*/ 128 h 354"/>
              <a:gd name="T28" fmla="*/ 305 w 321"/>
              <a:gd name="T29" fmla="*/ 98 h 354"/>
              <a:gd name="T30" fmla="*/ 305 w 321"/>
              <a:gd name="T31" fmla="*/ 233 h 354"/>
              <a:gd name="T32" fmla="*/ 281 w 321"/>
              <a:gd name="T33" fmla="*/ 225 h 354"/>
              <a:gd name="T34" fmla="*/ 248 w 321"/>
              <a:gd name="T35" fmla="*/ 225 h 354"/>
              <a:gd name="T36" fmla="*/ 208 w 321"/>
              <a:gd name="T37" fmla="*/ 265 h 354"/>
              <a:gd name="T38" fmla="*/ 248 w 321"/>
              <a:gd name="T39" fmla="*/ 305 h 354"/>
              <a:gd name="T40" fmla="*/ 281 w 321"/>
              <a:gd name="T41" fmla="*/ 305 h 354"/>
              <a:gd name="T42" fmla="*/ 321 w 321"/>
              <a:gd name="T43" fmla="*/ 265 h 354"/>
              <a:gd name="T44" fmla="*/ 321 w 321"/>
              <a:gd name="T45" fmla="*/ 8 h 354"/>
              <a:gd name="T46" fmla="*/ 313 w 321"/>
              <a:gd name="T47" fmla="*/ 0 h 354"/>
              <a:gd name="T48" fmla="*/ 72 w 321"/>
              <a:gd name="T49" fmla="*/ 338 h 354"/>
              <a:gd name="T50" fmla="*/ 40 w 321"/>
              <a:gd name="T51" fmla="*/ 338 h 354"/>
              <a:gd name="T52" fmla="*/ 16 w 321"/>
              <a:gd name="T53" fmla="*/ 314 h 354"/>
              <a:gd name="T54" fmla="*/ 40 w 321"/>
              <a:gd name="T55" fmla="*/ 289 h 354"/>
              <a:gd name="T56" fmla="*/ 72 w 321"/>
              <a:gd name="T57" fmla="*/ 289 h 354"/>
              <a:gd name="T58" fmla="*/ 96 w 321"/>
              <a:gd name="T59" fmla="*/ 314 h 354"/>
              <a:gd name="T60" fmla="*/ 72 w 321"/>
              <a:gd name="T61" fmla="*/ 338 h 354"/>
              <a:gd name="T62" fmla="*/ 281 w 321"/>
              <a:gd name="T63" fmla="*/ 289 h 354"/>
              <a:gd name="T64" fmla="*/ 248 w 321"/>
              <a:gd name="T65" fmla="*/ 289 h 354"/>
              <a:gd name="T66" fmla="*/ 224 w 321"/>
              <a:gd name="T67" fmla="*/ 265 h 354"/>
              <a:gd name="T68" fmla="*/ 248 w 321"/>
              <a:gd name="T69" fmla="*/ 241 h 354"/>
              <a:gd name="T70" fmla="*/ 281 w 321"/>
              <a:gd name="T71" fmla="*/ 241 h 354"/>
              <a:gd name="T72" fmla="*/ 305 w 321"/>
              <a:gd name="T73" fmla="*/ 265 h 354"/>
              <a:gd name="T74" fmla="*/ 281 w 321"/>
              <a:gd name="T75" fmla="*/ 289 h 354"/>
              <a:gd name="T76" fmla="*/ 305 w 321"/>
              <a:gd name="T77" fmla="*/ 82 h 354"/>
              <a:gd name="T78" fmla="*/ 112 w 321"/>
              <a:gd name="T79" fmla="*/ 111 h 354"/>
              <a:gd name="T80" fmla="*/ 112 w 321"/>
              <a:gd name="T81" fmla="*/ 47 h 354"/>
              <a:gd name="T82" fmla="*/ 305 w 321"/>
              <a:gd name="T83" fmla="*/ 18 h 354"/>
              <a:gd name="T84" fmla="*/ 305 w 321"/>
              <a:gd name="T85" fmla="*/ 82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321" h="354">
                <a:moveTo>
                  <a:pt x="313" y="0"/>
                </a:moveTo>
                <a:cubicBezTo>
                  <a:pt x="312" y="0"/>
                  <a:pt x="312" y="1"/>
                  <a:pt x="312" y="1"/>
                </a:cubicBezTo>
                <a:cubicBezTo>
                  <a:pt x="311" y="1"/>
                  <a:pt x="311" y="1"/>
                  <a:pt x="311" y="1"/>
                </a:cubicBezTo>
                <a:cubicBezTo>
                  <a:pt x="103" y="33"/>
                  <a:pt x="103" y="33"/>
                  <a:pt x="103" y="33"/>
                </a:cubicBezTo>
                <a:cubicBezTo>
                  <a:pt x="103" y="33"/>
                  <a:pt x="103" y="33"/>
                  <a:pt x="103" y="33"/>
                </a:cubicBezTo>
                <a:cubicBezTo>
                  <a:pt x="99" y="33"/>
                  <a:pt x="96" y="37"/>
                  <a:pt x="96" y="41"/>
                </a:cubicBezTo>
                <a:cubicBezTo>
                  <a:pt x="96" y="282"/>
                  <a:pt x="96" y="282"/>
                  <a:pt x="96" y="282"/>
                </a:cubicBezTo>
                <a:cubicBezTo>
                  <a:pt x="89" y="276"/>
                  <a:pt x="81" y="273"/>
                  <a:pt x="72" y="273"/>
                </a:cubicBezTo>
                <a:cubicBezTo>
                  <a:pt x="40" y="273"/>
                  <a:pt x="40" y="273"/>
                  <a:pt x="40" y="273"/>
                </a:cubicBezTo>
                <a:cubicBezTo>
                  <a:pt x="18" y="273"/>
                  <a:pt x="0" y="291"/>
                  <a:pt x="0" y="314"/>
                </a:cubicBezTo>
                <a:cubicBezTo>
                  <a:pt x="0" y="336"/>
                  <a:pt x="18" y="354"/>
                  <a:pt x="40" y="354"/>
                </a:cubicBezTo>
                <a:cubicBezTo>
                  <a:pt x="72" y="354"/>
                  <a:pt x="72" y="354"/>
                  <a:pt x="72" y="354"/>
                </a:cubicBezTo>
                <a:cubicBezTo>
                  <a:pt x="94" y="354"/>
                  <a:pt x="112" y="336"/>
                  <a:pt x="112" y="314"/>
                </a:cubicBezTo>
                <a:cubicBezTo>
                  <a:pt x="112" y="128"/>
                  <a:pt x="112" y="128"/>
                  <a:pt x="112" y="128"/>
                </a:cubicBezTo>
                <a:cubicBezTo>
                  <a:pt x="305" y="98"/>
                  <a:pt x="305" y="98"/>
                  <a:pt x="305" y="98"/>
                </a:cubicBezTo>
                <a:cubicBezTo>
                  <a:pt x="305" y="233"/>
                  <a:pt x="305" y="233"/>
                  <a:pt x="305" y="233"/>
                </a:cubicBezTo>
                <a:cubicBezTo>
                  <a:pt x="298" y="228"/>
                  <a:pt x="290" y="225"/>
                  <a:pt x="281" y="225"/>
                </a:cubicBezTo>
                <a:cubicBezTo>
                  <a:pt x="248" y="225"/>
                  <a:pt x="248" y="225"/>
                  <a:pt x="248" y="225"/>
                </a:cubicBezTo>
                <a:cubicBezTo>
                  <a:pt x="226" y="225"/>
                  <a:pt x="208" y="243"/>
                  <a:pt x="208" y="265"/>
                </a:cubicBezTo>
                <a:cubicBezTo>
                  <a:pt x="208" y="288"/>
                  <a:pt x="226" y="305"/>
                  <a:pt x="248" y="305"/>
                </a:cubicBezTo>
                <a:cubicBezTo>
                  <a:pt x="281" y="305"/>
                  <a:pt x="281" y="305"/>
                  <a:pt x="281" y="305"/>
                </a:cubicBezTo>
                <a:cubicBezTo>
                  <a:pt x="303" y="305"/>
                  <a:pt x="321" y="288"/>
                  <a:pt x="321" y="265"/>
                </a:cubicBezTo>
                <a:cubicBezTo>
                  <a:pt x="321" y="8"/>
                  <a:pt x="321" y="8"/>
                  <a:pt x="321" y="8"/>
                </a:cubicBezTo>
                <a:cubicBezTo>
                  <a:pt x="321" y="4"/>
                  <a:pt x="317" y="0"/>
                  <a:pt x="313" y="0"/>
                </a:cubicBezTo>
                <a:moveTo>
                  <a:pt x="72" y="338"/>
                </a:moveTo>
                <a:cubicBezTo>
                  <a:pt x="40" y="338"/>
                  <a:pt x="40" y="338"/>
                  <a:pt x="40" y="338"/>
                </a:cubicBezTo>
                <a:cubicBezTo>
                  <a:pt x="26" y="338"/>
                  <a:pt x="16" y="327"/>
                  <a:pt x="16" y="314"/>
                </a:cubicBezTo>
                <a:cubicBezTo>
                  <a:pt x="16" y="300"/>
                  <a:pt x="26" y="289"/>
                  <a:pt x="40" y="289"/>
                </a:cubicBezTo>
                <a:cubicBezTo>
                  <a:pt x="72" y="289"/>
                  <a:pt x="72" y="289"/>
                  <a:pt x="72" y="289"/>
                </a:cubicBezTo>
                <a:cubicBezTo>
                  <a:pt x="85" y="289"/>
                  <a:pt x="96" y="300"/>
                  <a:pt x="96" y="314"/>
                </a:cubicBezTo>
                <a:cubicBezTo>
                  <a:pt x="96" y="327"/>
                  <a:pt x="85" y="338"/>
                  <a:pt x="72" y="338"/>
                </a:cubicBezTo>
                <a:moveTo>
                  <a:pt x="281" y="289"/>
                </a:moveTo>
                <a:cubicBezTo>
                  <a:pt x="248" y="289"/>
                  <a:pt x="248" y="289"/>
                  <a:pt x="248" y="289"/>
                </a:cubicBezTo>
                <a:cubicBezTo>
                  <a:pt x="235" y="289"/>
                  <a:pt x="224" y="279"/>
                  <a:pt x="224" y="265"/>
                </a:cubicBezTo>
                <a:cubicBezTo>
                  <a:pt x="224" y="252"/>
                  <a:pt x="235" y="241"/>
                  <a:pt x="248" y="241"/>
                </a:cubicBezTo>
                <a:cubicBezTo>
                  <a:pt x="281" y="241"/>
                  <a:pt x="281" y="241"/>
                  <a:pt x="281" y="241"/>
                </a:cubicBezTo>
                <a:cubicBezTo>
                  <a:pt x="294" y="241"/>
                  <a:pt x="305" y="252"/>
                  <a:pt x="305" y="265"/>
                </a:cubicBezTo>
                <a:cubicBezTo>
                  <a:pt x="305" y="279"/>
                  <a:pt x="294" y="289"/>
                  <a:pt x="281" y="289"/>
                </a:cubicBezTo>
                <a:moveTo>
                  <a:pt x="305" y="82"/>
                </a:moveTo>
                <a:cubicBezTo>
                  <a:pt x="112" y="111"/>
                  <a:pt x="112" y="111"/>
                  <a:pt x="112" y="111"/>
                </a:cubicBezTo>
                <a:cubicBezTo>
                  <a:pt x="112" y="47"/>
                  <a:pt x="112" y="47"/>
                  <a:pt x="112" y="47"/>
                </a:cubicBezTo>
                <a:cubicBezTo>
                  <a:pt x="305" y="18"/>
                  <a:pt x="305" y="18"/>
                  <a:pt x="305" y="18"/>
                </a:cubicBezTo>
                <a:lnTo>
                  <a:pt x="305" y="8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1" name="Freeform 71"/>
          <p:cNvSpPr>
            <a:spLocks noEditPoints="1"/>
          </p:cNvSpPr>
          <p:nvPr/>
        </p:nvSpPr>
        <p:spPr bwMode="auto">
          <a:xfrm>
            <a:off x="4210051" y="916517"/>
            <a:ext cx="366184" cy="577851"/>
          </a:xfrm>
          <a:custGeom>
            <a:avLst/>
            <a:gdLst>
              <a:gd name="T0" fmla="*/ 217 w 225"/>
              <a:gd name="T1" fmla="*/ 16 h 354"/>
              <a:gd name="T2" fmla="*/ 216 w 225"/>
              <a:gd name="T3" fmla="*/ 17 h 354"/>
              <a:gd name="T4" fmla="*/ 216 w 225"/>
              <a:gd name="T5" fmla="*/ 17 h 354"/>
              <a:gd name="T6" fmla="*/ 108 w 225"/>
              <a:gd name="T7" fmla="*/ 1 h 354"/>
              <a:gd name="T8" fmla="*/ 104 w 225"/>
              <a:gd name="T9" fmla="*/ 0 h 354"/>
              <a:gd name="T10" fmla="*/ 104 w 225"/>
              <a:gd name="T11" fmla="*/ 1 h 354"/>
              <a:gd name="T12" fmla="*/ 103 w 225"/>
              <a:gd name="T13" fmla="*/ 1 h 354"/>
              <a:gd name="T14" fmla="*/ 103 w 225"/>
              <a:gd name="T15" fmla="*/ 1 h 354"/>
              <a:gd name="T16" fmla="*/ 96 w 225"/>
              <a:gd name="T17" fmla="*/ 8 h 354"/>
              <a:gd name="T18" fmla="*/ 96 w 225"/>
              <a:gd name="T19" fmla="*/ 282 h 354"/>
              <a:gd name="T20" fmla="*/ 72 w 225"/>
              <a:gd name="T21" fmla="*/ 273 h 354"/>
              <a:gd name="T22" fmla="*/ 40 w 225"/>
              <a:gd name="T23" fmla="*/ 273 h 354"/>
              <a:gd name="T24" fmla="*/ 0 w 225"/>
              <a:gd name="T25" fmla="*/ 314 h 354"/>
              <a:gd name="T26" fmla="*/ 40 w 225"/>
              <a:gd name="T27" fmla="*/ 354 h 354"/>
              <a:gd name="T28" fmla="*/ 72 w 225"/>
              <a:gd name="T29" fmla="*/ 354 h 354"/>
              <a:gd name="T30" fmla="*/ 113 w 225"/>
              <a:gd name="T31" fmla="*/ 314 h 354"/>
              <a:gd name="T32" fmla="*/ 113 w 225"/>
              <a:gd name="T33" fmla="*/ 98 h 354"/>
              <a:gd name="T34" fmla="*/ 214 w 225"/>
              <a:gd name="T35" fmla="*/ 112 h 354"/>
              <a:gd name="T36" fmla="*/ 217 w 225"/>
              <a:gd name="T37" fmla="*/ 113 h 354"/>
              <a:gd name="T38" fmla="*/ 218 w 225"/>
              <a:gd name="T39" fmla="*/ 113 h 354"/>
              <a:gd name="T40" fmla="*/ 218 w 225"/>
              <a:gd name="T41" fmla="*/ 113 h 354"/>
              <a:gd name="T42" fmla="*/ 218 w 225"/>
              <a:gd name="T43" fmla="*/ 113 h 354"/>
              <a:gd name="T44" fmla="*/ 225 w 225"/>
              <a:gd name="T45" fmla="*/ 105 h 354"/>
              <a:gd name="T46" fmla="*/ 225 w 225"/>
              <a:gd name="T47" fmla="*/ 25 h 354"/>
              <a:gd name="T48" fmla="*/ 217 w 225"/>
              <a:gd name="T49" fmla="*/ 16 h 354"/>
              <a:gd name="T50" fmla="*/ 72 w 225"/>
              <a:gd name="T51" fmla="*/ 338 h 354"/>
              <a:gd name="T52" fmla="*/ 40 w 225"/>
              <a:gd name="T53" fmla="*/ 338 h 354"/>
              <a:gd name="T54" fmla="*/ 16 w 225"/>
              <a:gd name="T55" fmla="*/ 314 h 354"/>
              <a:gd name="T56" fmla="*/ 40 w 225"/>
              <a:gd name="T57" fmla="*/ 289 h 354"/>
              <a:gd name="T58" fmla="*/ 72 w 225"/>
              <a:gd name="T59" fmla="*/ 289 h 354"/>
              <a:gd name="T60" fmla="*/ 96 w 225"/>
              <a:gd name="T61" fmla="*/ 314 h 354"/>
              <a:gd name="T62" fmla="*/ 72 w 225"/>
              <a:gd name="T63" fmla="*/ 338 h 354"/>
              <a:gd name="T64" fmla="*/ 209 w 225"/>
              <a:gd name="T65" fmla="*/ 96 h 354"/>
              <a:gd name="T66" fmla="*/ 113 w 225"/>
              <a:gd name="T67" fmla="*/ 82 h 354"/>
              <a:gd name="T68" fmla="*/ 113 w 225"/>
              <a:gd name="T69" fmla="*/ 17 h 354"/>
              <a:gd name="T70" fmla="*/ 209 w 225"/>
              <a:gd name="T71" fmla="*/ 31 h 354"/>
              <a:gd name="T72" fmla="*/ 209 w 225"/>
              <a:gd name="T73" fmla="*/ 96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225" h="354">
                <a:moveTo>
                  <a:pt x="217" y="16"/>
                </a:moveTo>
                <a:cubicBezTo>
                  <a:pt x="216" y="16"/>
                  <a:pt x="216" y="17"/>
                  <a:pt x="216" y="17"/>
                </a:cubicBezTo>
                <a:cubicBezTo>
                  <a:pt x="216" y="17"/>
                  <a:pt x="216" y="17"/>
                  <a:pt x="216" y="17"/>
                </a:cubicBezTo>
                <a:cubicBezTo>
                  <a:pt x="108" y="1"/>
                  <a:pt x="108" y="1"/>
                  <a:pt x="108" y="1"/>
                </a:cubicBezTo>
                <a:cubicBezTo>
                  <a:pt x="107" y="1"/>
                  <a:pt x="106" y="0"/>
                  <a:pt x="104" y="0"/>
                </a:cubicBezTo>
                <a:cubicBezTo>
                  <a:pt x="104" y="0"/>
                  <a:pt x="104" y="1"/>
                  <a:pt x="104" y="1"/>
                </a:cubicBezTo>
                <a:cubicBezTo>
                  <a:pt x="103" y="1"/>
                  <a:pt x="103" y="1"/>
                  <a:pt x="103" y="1"/>
                </a:cubicBezTo>
                <a:cubicBezTo>
                  <a:pt x="103" y="1"/>
                  <a:pt x="103" y="1"/>
                  <a:pt x="103" y="1"/>
                </a:cubicBezTo>
                <a:cubicBezTo>
                  <a:pt x="99" y="1"/>
                  <a:pt x="96" y="4"/>
                  <a:pt x="96" y="8"/>
                </a:cubicBezTo>
                <a:cubicBezTo>
                  <a:pt x="96" y="282"/>
                  <a:pt x="96" y="282"/>
                  <a:pt x="96" y="282"/>
                </a:cubicBezTo>
                <a:cubicBezTo>
                  <a:pt x="90" y="276"/>
                  <a:pt x="81" y="273"/>
                  <a:pt x="72" y="273"/>
                </a:cubicBezTo>
                <a:cubicBezTo>
                  <a:pt x="40" y="273"/>
                  <a:pt x="40" y="273"/>
                  <a:pt x="40" y="273"/>
                </a:cubicBezTo>
                <a:cubicBezTo>
                  <a:pt x="18" y="273"/>
                  <a:pt x="0" y="291"/>
                  <a:pt x="0" y="314"/>
                </a:cubicBezTo>
                <a:cubicBezTo>
                  <a:pt x="0" y="336"/>
                  <a:pt x="18" y="354"/>
                  <a:pt x="40" y="354"/>
                </a:cubicBezTo>
                <a:cubicBezTo>
                  <a:pt x="72" y="354"/>
                  <a:pt x="72" y="354"/>
                  <a:pt x="72" y="354"/>
                </a:cubicBezTo>
                <a:cubicBezTo>
                  <a:pt x="95" y="354"/>
                  <a:pt x="113" y="336"/>
                  <a:pt x="113" y="314"/>
                </a:cubicBezTo>
                <a:cubicBezTo>
                  <a:pt x="113" y="98"/>
                  <a:pt x="113" y="98"/>
                  <a:pt x="113" y="98"/>
                </a:cubicBezTo>
                <a:cubicBezTo>
                  <a:pt x="214" y="112"/>
                  <a:pt x="214" y="112"/>
                  <a:pt x="214" y="112"/>
                </a:cubicBezTo>
                <a:cubicBezTo>
                  <a:pt x="215" y="113"/>
                  <a:pt x="216" y="113"/>
                  <a:pt x="217" y="113"/>
                </a:cubicBezTo>
                <a:cubicBezTo>
                  <a:pt x="217" y="113"/>
                  <a:pt x="217" y="113"/>
                  <a:pt x="218" y="113"/>
                </a:cubicBezTo>
                <a:cubicBezTo>
                  <a:pt x="218" y="113"/>
                  <a:pt x="218" y="113"/>
                  <a:pt x="218" y="113"/>
                </a:cubicBezTo>
                <a:cubicBezTo>
                  <a:pt x="218" y="113"/>
                  <a:pt x="218" y="113"/>
                  <a:pt x="218" y="113"/>
                </a:cubicBezTo>
                <a:cubicBezTo>
                  <a:pt x="222" y="112"/>
                  <a:pt x="225" y="109"/>
                  <a:pt x="225" y="105"/>
                </a:cubicBezTo>
                <a:cubicBezTo>
                  <a:pt x="225" y="25"/>
                  <a:pt x="225" y="25"/>
                  <a:pt x="225" y="25"/>
                </a:cubicBezTo>
                <a:cubicBezTo>
                  <a:pt x="225" y="20"/>
                  <a:pt x="221" y="16"/>
                  <a:pt x="217" y="16"/>
                </a:cubicBezTo>
                <a:moveTo>
                  <a:pt x="72" y="338"/>
                </a:moveTo>
                <a:cubicBezTo>
                  <a:pt x="40" y="338"/>
                  <a:pt x="40" y="338"/>
                  <a:pt x="40" y="338"/>
                </a:cubicBezTo>
                <a:cubicBezTo>
                  <a:pt x="27" y="338"/>
                  <a:pt x="16" y="327"/>
                  <a:pt x="16" y="314"/>
                </a:cubicBezTo>
                <a:cubicBezTo>
                  <a:pt x="16" y="300"/>
                  <a:pt x="27" y="289"/>
                  <a:pt x="40" y="289"/>
                </a:cubicBezTo>
                <a:cubicBezTo>
                  <a:pt x="72" y="289"/>
                  <a:pt x="72" y="289"/>
                  <a:pt x="72" y="289"/>
                </a:cubicBezTo>
                <a:cubicBezTo>
                  <a:pt x="86" y="289"/>
                  <a:pt x="96" y="300"/>
                  <a:pt x="96" y="314"/>
                </a:cubicBezTo>
                <a:cubicBezTo>
                  <a:pt x="96" y="327"/>
                  <a:pt x="86" y="338"/>
                  <a:pt x="72" y="338"/>
                </a:cubicBezTo>
                <a:moveTo>
                  <a:pt x="209" y="96"/>
                </a:moveTo>
                <a:cubicBezTo>
                  <a:pt x="113" y="82"/>
                  <a:pt x="113" y="82"/>
                  <a:pt x="113" y="82"/>
                </a:cubicBezTo>
                <a:cubicBezTo>
                  <a:pt x="113" y="17"/>
                  <a:pt x="113" y="17"/>
                  <a:pt x="113" y="17"/>
                </a:cubicBezTo>
                <a:cubicBezTo>
                  <a:pt x="209" y="31"/>
                  <a:pt x="209" y="31"/>
                  <a:pt x="209" y="31"/>
                </a:cubicBezTo>
                <a:lnTo>
                  <a:pt x="209" y="9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2" name="Freeform 72"/>
          <p:cNvSpPr>
            <a:spLocks noEditPoints="1"/>
          </p:cNvSpPr>
          <p:nvPr/>
        </p:nvSpPr>
        <p:spPr bwMode="auto">
          <a:xfrm>
            <a:off x="5204884" y="916517"/>
            <a:ext cx="575733" cy="577851"/>
          </a:xfrm>
          <a:custGeom>
            <a:avLst/>
            <a:gdLst>
              <a:gd name="T0" fmla="*/ 272 w 272"/>
              <a:gd name="T1" fmla="*/ 99 h 273"/>
              <a:gd name="T2" fmla="*/ 173 w 272"/>
              <a:gd name="T3" fmla="*/ 99 h 273"/>
              <a:gd name="T4" fmla="*/ 136 w 272"/>
              <a:gd name="T5" fmla="*/ 0 h 273"/>
              <a:gd name="T6" fmla="*/ 99 w 272"/>
              <a:gd name="T7" fmla="*/ 99 h 273"/>
              <a:gd name="T8" fmla="*/ 0 w 272"/>
              <a:gd name="T9" fmla="*/ 99 h 273"/>
              <a:gd name="T10" fmla="*/ 81 w 272"/>
              <a:gd name="T11" fmla="*/ 161 h 273"/>
              <a:gd name="T12" fmla="*/ 43 w 272"/>
              <a:gd name="T13" fmla="*/ 273 h 273"/>
              <a:gd name="T14" fmla="*/ 136 w 272"/>
              <a:gd name="T15" fmla="*/ 204 h 273"/>
              <a:gd name="T16" fmla="*/ 229 w 272"/>
              <a:gd name="T17" fmla="*/ 273 h 273"/>
              <a:gd name="T18" fmla="*/ 192 w 272"/>
              <a:gd name="T19" fmla="*/ 161 h 273"/>
              <a:gd name="T20" fmla="*/ 272 w 272"/>
              <a:gd name="T21" fmla="*/ 99 h 273"/>
              <a:gd name="T22" fmla="*/ 205 w 272"/>
              <a:gd name="T23" fmla="*/ 240 h 273"/>
              <a:gd name="T24" fmla="*/ 143 w 272"/>
              <a:gd name="T25" fmla="*/ 194 h 273"/>
              <a:gd name="T26" fmla="*/ 136 w 272"/>
              <a:gd name="T27" fmla="*/ 189 h 273"/>
              <a:gd name="T28" fmla="*/ 129 w 272"/>
              <a:gd name="T29" fmla="*/ 194 h 273"/>
              <a:gd name="T30" fmla="*/ 68 w 272"/>
              <a:gd name="T31" fmla="*/ 240 h 273"/>
              <a:gd name="T32" fmla="*/ 92 w 272"/>
              <a:gd name="T33" fmla="*/ 165 h 273"/>
              <a:gd name="T34" fmla="*/ 95 w 272"/>
              <a:gd name="T35" fmla="*/ 156 h 273"/>
              <a:gd name="T36" fmla="*/ 88 w 272"/>
              <a:gd name="T37" fmla="*/ 151 h 273"/>
              <a:gd name="T38" fmla="*/ 36 w 272"/>
              <a:gd name="T39" fmla="*/ 112 h 273"/>
              <a:gd name="T40" fmla="*/ 108 w 272"/>
              <a:gd name="T41" fmla="*/ 112 h 273"/>
              <a:gd name="T42" fmla="*/ 111 w 272"/>
              <a:gd name="T43" fmla="*/ 104 h 273"/>
              <a:gd name="T44" fmla="*/ 136 w 272"/>
              <a:gd name="T45" fmla="*/ 35 h 273"/>
              <a:gd name="T46" fmla="*/ 162 w 272"/>
              <a:gd name="T47" fmla="*/ 104 h 273"/>
              <a:gd name="T48" fmla="*/ 165 w 272"/>
              <a:gd name="T49" fmla="*/ 112 h 273"/>
              <a:gd name="T50" fmla="*/ 236 w 272"/>
              <a:gd name="T51" fmla="*/ 112 h 273"/>
              <a:gd name="T52" fmla="*/ 184 w 272"/>
              <a:gd name="T53" fmla="*/ 151 h 273"/>
              <a:gd name="T54" fmla="*/ 177 w 272"/>
              <a:gd name="T55" fmla="*/ 156 h 273"/>
              <a:gd name="T56" fmla="*/ 205 w 272"/>
              <a:gd name="T57" fmla="*/ 240 h 2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272" h="273">
                <a:moveTo>
                  <a:pt x="272" y="99"/>
                </a:moveTo>
                <a:lnTo>
                  <a:pt x="173" y="99"/>
                </a:lnTo>
                <a:lnTo>
                  <a:pt x="136" y="0"/>
                </a:lnTo>
                <a:lnTo>
                  <a:pt x="99" y="99"/>
                </a:lnTo>
                <a:lnTo>
                  <a:pt x="0" y="99"/>
                </a:lnTo>
                <a:lnTo>
                  <a:pt x="81" y="161"/>
                </a:lnTo>
                <a:lnTo>
                  <a:pt x="43" y="273"/>
                </a:lnTo>
                <a:lnTo>
                  <a:pt x="136" y="204"/>
                </a:lnTo>
                <a:lnTo>
                  <a:pt x="229" y="273"/>
                </a:lnTo>
                <a:lnTo>
                  <a:pt x="192" y="161"/>
                </a:lnTo>
                <a:lnTo>
                  <a:pt x="272" y="99"/>
                </a:lnTo>
                <a:close/>
                <a:moveTo>
                  <a:pt x="205" y="240"/>
                </a:moveTo>
                <a:lnTo>
                  <a:pt x="143" y="194"/>
                </a:lnTo>
                <a:lnTo>
                  <a:pt x="136" y="189"/>
                </a:lnTo>
                <a:lnTo>
                  <a:pt x="129" y="194"/>
                </a:lnTo>
                <a:lnTo>
                  <a:pt x="68" y="240"/>
                </a:lnTo>
                <a:lnTo>
                  <a:pt x="92" y="165"/>
                </a:lnTo>
                <a:lnTo>
                  <a:pt x="95" y="156"/>
                </a:lnTo>
                <a:lnTo>
                  <a:pt x="88" y="151"/>
                </a:lnTo>
                <a:lnTo>
                  <a:pt x="36" y="112"/>
                </a:lnTo>
                <a:lnTo>
                  <a:pt x="108" y="112"/>
                </a:lnTo>
                <a:lnTo>
                  <a:pt x="111" y="104"/>
                </a:lnTo>
                <a:lnTo>
                  <a:pt x="136" y="35"/>
                </a:lnTo>
                <a:lnTo>
                  <a:pt x="162" y="104"/>
                </a:lnTo>
                <a:lnTo>
                  <a:pt x="165" y="112"/>
                </a:lnTo>
                <a:lnTo>
                  <a:pt x="236" y="112"/>
                </a:lnTo>
                <a:lnTo>
                  <a:pt x="184" y="151"/>
                </a:lnTo>
                <a:lnTo>
                  <a:pt x="177" y="156"/>
                </a:lnTo>
                <a:lnTo>
                  <a:pt x="205" y="24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3" name="Freeform 73"/>
          <p:cNvSpPr>
            <a:spLocks noEditPoints="1"/>
          </p:cNvSpPr>
          <p:nvPr/>
        </p:nvSpPr>
        <p:spPr bwMode="auto">
          <a:xfrm>
            <a:off x="6305551" y="916517"/>
            <a:ext cx="575733" cy="577851"/>
          </a:xfrm>
          <a:custGeom>
            <a:avLst/>
            <a:gdLst>
              <a:gd name="T0" fmla="*/ 272 w 272"/>
              <a:gd name="T1" fmla="*/ 50 h 273"/>
              <a:gd name="T2" fmla="*/ 223 w 272"/>
              <a:gd name="T3" fmla="*/ 50 h 273"/>
              <a:gd name="T4" fmla="*/ 203 w 272"/>
              <a:gd name="T5" fmla="*/ 0 h 273"/>
              <a:gd name="T6" fmla="*/ 185 w 272"/>
              <a:gd name="T7" fmla="*/ 50 h 273"/>
              <a:gd name="T8" fmla="*/ 136 w 272"/>
              <a:gd name="T9" fmla="*/ 50 h 273"/>
              <a:gd name="T10" fmla="*/ 176 w 272"/>
              <a:gd name="T11" fmla="*/ 81 h 273"/>
              <a:gd name="T12" fmla="*/ 157 w 272"/>
              <a:gd name="T13" fmla="*/ 136 h 273"/>
              <a:gd name="T14" fmla="*/ 203 w 272"/>
              <a:gd name="T15" fmla="*/ 102 h 273"/>
              <a:gd name="T16" fmla="*/ 250 w 272"/>
              <a:gd name="T17" fmla="*/ 136 h 273"/>
              <a:gd name="T18" fmla="*/ 232 w 272"/>
              <a:gd name="T19" fmla="*/ 81 h 273"/>
              <a:gd name="T20" fmla="*/ 272 w 272"/>
              <a:gd name="T21" fmla="*/ 50 h 273"/>
              <a:gd name="T22" fmla="*/ 211 w 272"/>
              <a:gd name="T23" fmla="*/ 92 h 273"/>
              <a:gd name="T24" fmla="*/ 203 w 272"/>
              <a:gd name="T25" fmla="*/ 87 h 273"/>
              <a:gd name="T26" fmla="*/ 196 w 272"/>
              <a:gd name="T27" fmla="*/ 92 h 273"/>
              <a:gd name="T28" fmla="*/ 181 w 272"/>
              <a:gd name="T29" fmla="*/ 103 h 273"/>
              <a:gd name="T30" fmla="*/ 188 w 272"/>
              <a:gd name="T31" fmla="*/ 85 h 273"/>
              <a:gd name="T32" fmla="*/ 190 w 272"/>
              <a:gd name="T33" fmla="*/ 76 h 273"/>
              <a:gd name="T34" fmla="*/ 183 w 272"/>
              <a:gd name="T35" fmla="*/ 71 h 273"/>
              <a:gd name="T36" fmla="*/ 172 w 272"/>
              <a:gd name="T37" fmla="*/ 62 h 273"/>
              <a:gd name="T38" fmla="*/ 194 w 272"/>
              <a:gd name="T39" fmla="*/ 62 h 273"/>
              <a:gd name="T40" fmla="*/ 196 w 272"/>
              <a:gd name="T41" fmla="*/ 54 h 273"/>
              <a:gd name="T42" fmla="*/ 203 w 272"/>
              <a:gd name="T43" fmla="*/ 35 h 273"/>
              <a:gd name="T44" fmla="*/ 211 w 272"/>
              <a:gd name="T45" fmla="*/ 54 h 273"/>
              <a:gd name="T46" fmla="*/ 213 w 272"/>
              <a:gd name="T47" fmla="*/ 62 h 273"/>
              <a:gd name="T48" fmla="*/ 236 w 272"/>
              <a:gd name="T49" fmla="*/ 62 h 273"/>
              <a:gd name="T50" fmla="*/ 224 w 272"/>
              <a:gd name="T51" fmla="*/ 71 h 273"/>
              <a:gd name="T52" fmla="*/ 217 w 272"/>
              <a:gd name="T53" fmla="*/ 76 h 273"/>
              <a:gd name="T54" fmla="*/ 220 w 272"/>
              <a:gd name="T55" fmla="*/ 85 h 273"/>
              <a:gd name="T56" fmla="*/ 226 w 272"/>
              <a:gd name="T57" fmla="*/ 103 h 273"/>
              <a:gd name="T58" fmla="*/ 211 w 272"/>
              <a:gd name="T59" fmla="*/ 92 h 273"/>
              <a:gd name="T60" fmla="*/ 118 w 272"/>
              <a:gd name="T61" fmla="*/ 155 h 273"/>
              <a:gd name="T62" fmla="*/ 92 w 272"/>
              <a:gd name="T63" fmla="*/ 87 h 273"/>
              <a:gd name="T64" fmla="*/ 67 w 272"/>
              <a:gd name="T65" fmla="*/ 155 h 273"/>
              <a:gd name="T66" fmla="*/ 0 w 272"/>
              <a:gd name="T67" fmla="*/ 155 h 273"/>
              <a:gd name="T68" fmla="*/ 55 w 272"/>
              <a:gd name="T69" fmla="*/ 196 h 273"/>
              <a:gd name="T70" fmla="*/ 29 w 272"/>
              <a:gd name="T71" fmla="*/ 273 h 273"/>
              <a:gd name="T72" fmla="*/ 92 w 272"/>
              <a:gd name="T73" fmla="*/ 226 h 273"/>
              <a:gd name="T74" fmla="*/ 156 w 272"/>
              <a:gd name="T75" fmla="*/ 273 h 273"/>
              <a:gd name="T76" fmla="*/ 130 w 272"/>
              <a:gd name="T77" fmla="*/ 196 h 273"/>
              <a:gd name="T78" fmla="*/ 185 w 272"/>
              <a:gd name="T79" fmla="*/ 155 h 273"/>
              <a:gd name="T80" fmla="*/ 118 w 272"/>
              <a:gd name="T81" fmla="*/ 155 h 273"/>
              <a:gd name="T82" fmla="*/ 119 w 272"/>
              <a:gd name="T83" fmla="*/ 200 h 273"/>
              <a:gd name="T84" fmla="*/ 132 w 272"/>
              <a:gd name="T85" fmla="*/ 240 h 273"/>
              <a:gd name="T86" fmla="*/ 99 w 272"/>
              <a:gd name="T87" fmla="*/ 216 h 273"/>
              <a:gd name="T88" fmla="*/ 92 w 272"/>
              <a:gd name="T89" fmla="*/ 211 h 273"/>
              <a:gd name="T90" fmla="*/ 85 w 272"/>
              <a:gd name="T91" fmla="*/ 216 h 273"/>
              <a:gd name="T92" fmla="*/ 53 w 272"/>
              <a:gd name="T93" fmla="*/ 240 h 273"/>
              <a:gd name="T94" fmla="*/ 66 w 272"/>
              <a:gd name="T95" fmla="*/ 200 h 273"/>
              <a:gd name="T96" fmla="*/ 69 w 272"/>
              <a:gd name="T97" fmla="*/ 192 h 273"/>
              <a:gd name="T98" fmla="*/ 62 w 272"/>
              <a:gd name="T99" fmla="*/ 186 h 273"/>
              <a:gd name="T100" fmla="*/ 36 w 272"/>
              <a:gd name="T101" fmla="*/ 167 h 273"/>
              <a:gd name="T102" fmla="*/ 75 w 272"/>
              <a:gd name="T103" fmla="*/ 167 h 273"/>
              <a:gd name="T104" fmla="*/ 79 w 272"/>
              <a:gd name="T105" fmla="*/ 159 h 273"/>
              <a:gd name="T106" fmla="*/ 92 w 272"/>
              <a:gd name="T107" fmla="*/ 122 h 273"/>
              <a:gd name="T108" fmla="*/ 106 w 272"/>
              <a:gd name="T109" fmla="*/ 159 h 273"/>
              <a:gd name="T110" fmla="*/ 109 w 272"/>
              <a:gd name="T111" fmla="*/ 167 h 273"/>
              <a:gd name="T112" fmla="*/ 149 w 272"/>
              <a:gd name="T113" fmla="*/ 167 h 273"/>
              <a:gd name="T114" fmla="*/ 123 w 272"/>
              <a:gd name="T115" fmla="*/ 186 h 273"/>
              <a:gd name="T116" fmla="*/ 116 w 272"/>
              <a:gd name="T117" fmla="*/ 192 h 273"/>
              <a:gd name="T118" fmla="*/ 119 w 272"/>
              <a:gd name="T119" fmla="*/ 200 h 2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272" h="273">
                <a:moveTo>
                  <a:pt x="272" y="50"/>
                </a:moveTo>
                <a:lnTo>
                  <a:pt x="223" y="50"/>
                </a:lnTo>
                <a:lnTo>
                  <a:pt x="203" y="0"/>
                </a:lnTo>
                <a:lnTo>
                  <a:pt x="185" y="50"/>
                </a:lnTo>
                <a:lnTo>
                  <a:pt x="136" y="50"/>
                </a:lnTo>
                <a:lnTo>
                  <a:pt x="176" y="81"/>
                </a:lnTo>
                <a:lnTo>
                  <a:pt x="157" y="136"/>
                </a:lnTo>
                <a:lnTo>
                  <a:pt x="203" y="102"/>
                </a:lnTo>
                <a:lnTo>
                  <a:pt x="250" y="136"/>
                </a:lnTo>
                <a:lnTo>
                  <a:pt x="232" y="81"/>
                </a:lnTo>
                <a:lnTo>
                  <a:pt x="272" y="50"/>
                </a:lnTo>
                <a:close/>
                <a:moveTo>
                  <a:pt x="211" y="92"/>
                </a:moveTo>
                <a:lnTo>
                  <a:pt x="203" y="87"/>
                </a:lnTo>
                <a:lnTo>
                  <a:pt x="196" y="92"/>
                </a:lnTo>
                <a:lnTo>
                  <a:pt x="181" y="103"/>
                </a:lnTo>
                <a:lnTo>
                  <a:pt x="188" y="85"/>
                </a:lnTo>
                <a:lnTo>
                  <a:pt x="190" y="76"/>
                </a:lnTo>
                <a:lnTo>
                  <a:pt x="183" y="71"/>
                </a:lnTo>
                <a:lnTo>
                  <a:pt x="172" y="62"/>
                </a:lnTo>
                <a:lnTo>
                  <a:pt x="194" y="62"/>
                </a:lnTo>
                <a:lnTo>
                  <a:pt x="196" y="54"/>
                </a:lnTo>
                <a:lnTo>
                  <a:pt x="203" y="35"/>
                </a:lnTo>
                <a:lnTo>
                  <a:pt x="211" y="54"/>
                </a:lnTo>
                <a:lnTo>
                  <a:pt x="213" y="62"/>
                </a:lnTo>
                <a:lnTo>
                  <a:pt x="236" y="62"/>
                </a:lnTo>
                <a:lnTo>
                  <a:pt x="224" y="71"/>
                </a:lnTo>
                <a:lnTo>
                  <a:pt x="217" y="76"/>
                </a:lnTo>
                <a:lnTo>
                  <a:pt x="220" y="85"/>
                </a:lnTo>
                <a:lnTo>
                  <a:pt x="226" y="103"/>
                </a:lnTo>
                <a:lnTo>
                  <a:pt x="211" y="92"/>
                </a:lnTo>
                <a:close/>
                <a:moveTo>
                  <a:pt x="118" y="155"/>
                </a:moveTo>
                <a:lnTo>
                  <a:pt x="92" y="87"/>
                </a:lnTo>
                <a:lnTo>
                  <a:pt x="67" y="155"/>
                </a:lnTo>
                <a:lnTo>
                  <a:pt x="0" y="155"/>
                </a:lnTo>
                <a:lnTo>
                  <a:pt x="55" y="196"/>
                </a:lnTo>
                <a:lnTo>
                  <a:pt x="29" y="273"/>
                </a:lnTo>
                <a:lnTo>
                  <a:pt x="92" y="226"/>
                </a:lnTo>
                <a:lnTo>
                  <a:pt x="156" y="273"/>
                </a:lnTo>
                <a:lnTo>
                  <a:pt x="130" y="196"/>
                </a:lnTo>
                <a:lnTo>
                  <a:pt x="185" y="155"/>
                </a:lnTo>
                <a:lnTo>
                  <a:pt x="118" y="155"/>
                </a:lnTo>
                <a:close/>
                <a:moveTo>
                  <a:pt x="119" y="200"/>
                </a:moveTo>
                <a:lnTo>
                  <a:pt x="132" y="240"/>
                </a:lnTo>
                <a:lnTo>
                  <a:pt x="99" y="216"/>
                </a:lnTo>
                <a:lnTo>
                  <a:pt x="92" y="211"/>
                </a:lnTo>
                <a:lnTo>
                  <a:pt x="85" y="216"/>
                </a:lnTo>
                <a:lnTo>
                  <a:pt x="53" y="240"/>
                </a:lnTo>
                <a:lnTo>
                  <a:pt x="66" y="200"/>
                </a:lnTo>
                <a:lnTo>
                  <a:pt x="69" y="192"/>
                </a:lnTo>
                <a:lnTo>
                  <a:pt x="62" y="186"/>
                </a:lnTo>
                <a:lnTo>
                  <a:pt x="36" y="167"/>
                </a:lnTo>
                <a:lnTo>
                  <a:pt x="75" y="167"/>
                </a:lnTo>
                <a:lnTo>
                  <a:pt x="79" y="159"/>
                </a:lnTo>
                <a:lnTo>
                  <a:pt x="92" y="122"/>
                </a:lnTo>
                <a:lnTo>
                  <a:pt x="106" y="159"/>
                </a:lnTo>
                <a:lnTo>
                  <a:pt x="109" y="167"/>
                </a:lnTo>
                <a:lnTo>
                  <a:pt x="149" y="167"/>
                </a:lnTo>
                <a:lnTo>
                  <a:pt x="123" y="186"/>
                </a:lnTo>
                <a:lnTo>
                  <a:pt x="116" y="192"/>
                </a:lnTo>
                <a:lnTo>
                  <a:pt x="119" y="20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4" name="Freeform 74"/>
          <p:cNvSpPr>
            <a:spLocks noEditPoints="1"/>
          </p:cNvSpPr>
          <p:nvPr/>
        </p:nvSpPr>
        <p:spPr bwMode="auto">
          <a:xfrm>
            <a:off x="7404100" y="916517"/>
            <a:ext cx="575733" cy="577851"/>
          </a:xfrm>
          <a:custGeom>
            <a:avLst/>
            <a:gdLst>
              <a:gd name="T0" fmla="*/ 176 w 353"/>
              <a:gd name="T1" fmla="*/ 0 h 354"/>
              <a:gd name="T2" fmla="*/ 0 w 353"/>
              <a:gd name="T3" fmla="*/ 177 h 354"/>
              <a:gd name="T4" fmla="*/ 176 w 353"/>
              <a:gd name="T5" fmla="*/ 354 h 354"/>
              <a:gd name="T6" fmla="*/ 353 w 353"/>
              <a:gd name="T7" fmla="*/ 177 h 354"/>
              <a:gd name="T8" fmla="*/ 176 w 353"/>
              <a:gd name="T9" fmla="*/ 0 h 354"/>
              <a:gd name="T10" fmla="*/ 176 w 353"/>
              <a:gd name="T11" fmla="*/ 338 h 354"/>
              <a:gd name="T12" fmla="*/ 16 w 353"/>
              <a:gd name="T13" fmla="*/ 177 h 354"/>
              <a:gd name="T14" fmla="*/ 176 w 353"/>
              <a:gd name="T15" fmla="*/ 16 h 354"/>
              <a:gd name="T16" fmla="*/ 337 w 353"/>
              <a:gd name="T17" fmla="*/ 177 h 354"/>
              <a:gd name="T18" fmla="*/ 176 w 353"/>
              <a:gd name="T19" fmla="*/ 338 h 354"/>
              <a:gd name="T20" fmla="*/ 200 w 353"/>
              <a:gd name="T21" fmla="*/ 145 h 354"/>
              <a:gd name="T22" fmla="*/ 172 w 353"/>
              <a:gd name="T23" fmla="*/ 72 h 354"/>
              <a:gd name="T24" fmla="*/ 145 w 353"/>
              <a:gd name="T25" fmla="*/ 145 h 354"/>
              <a:gd name="T26" fmla="*/ 72 w 353"/>
              <a:gd name="T27" fmla="*/ 145 h 354"/>
              <a:gd name="T28" fmla="*/ 131 w 353"/>
              <a:gd name="T29" fmla="*/ 191 h 354"/>
              <a:gd name="T30" fmla="*/ 104 w 353"/>
              <a:gd name="T31" fmla="*/ 273 h 354"/>
              <a:gd name="T32" fmla="*/ 172 w 353"/>
              <a:gd name="T33" fmla="*/ 223 h 354"/>
              <a:gd name="T34" fmla="*/ 241 w 353"/>
              <a:gd name="T35" fmla="*/ 273 h 354"/>
              <a:gd name="T36" fmla="*/ 214 w 353"/>
              <a:gd name="T37" fmla="*/ 191 h 354"/>
              <a:gd name="T38" fmla="*/ 273 w 353"/>
              <a:gd name="T39" fmla="*/ 145 h 354"/>
              <a:gd name="T40" fmla="*/ 200 w 353"/>
              <a:gd name="T41" fmla="*/ 145 h 354"/>
              <a:gd name="T42" fmla="*/ 198 w 353"/>
              <a:gd name="T43" fmla="*/ 196 h 354"/>
              <a:gd name="T44" fmla="*/ 210 w 353"/>
              <a:gd name="T45" fmla="*/ 230 h 354"/>
              <a:gd name="T46" fmla="*/ 182 w 353"/>
              <a:gd name="T47" fmla="*/ 210 h 354"/>
              <a:gd name="T48" fmla="*/ 172 w 353"/>
              <a:gd name="T49" fmla="*/ 203 h 354"/>
              <a:gd name="T50" fmla="*/ 163 w 353"/>
              <a:gd name="T51" fmla="*/ 210 h 354"/>
              <a:gd name="T52" fmla="*/ 135 w 353"/>
              <a:gd name="T53" fmla="*/ 230 h 354"/>
              <a:gd name="T54" fmla="*/ 147 w 353"/>
              <a:gd name="T55" fmla="*/ 196 h 354"/>
              <a:gd name="T56" fmla="*/ 150 w 353"/>
              <a:gd name="T57" fmla="*/ 185 h 354"/>
              <a:gd name="T58" fmla="*/ 141 w 353"/>
              <a:gd name="T59" fmla="*/ 178 h 354"/>
              <a:gd name="T60" fmla="*/ 119 w 353"/>
              <a:gd name="T61" fmla="*/ 161 h 354"/>
              <a:gd name="T62" fmla="*/ 156 w 353"/>
              <a:gd name="T63" fmla="*/ 161 h 354"/>
              <a:gd name="T64" fmla="*/ 160 w 353"/>
              <a:gd name="T65" fmla="*/ 150 h 354"/>
              <a:gd name="T66" fmla="*/ 172 w 353"/>
              <a:gd name="T67" fmla="*/ 118 h 354"/>
              <a:gd name="T68" fmla="*/ 185 w 353"/>
              <a:gd name="T69" fmla="*/ 150 h 354"/>
              <a:gd name="T70" fmla="*/ 189 w 353"/>
              <a:gd name="T71" fmla="*/ 161 h 354"/>
              <a:gd name="T72" fmla="*/ 226 w 353"/>
              <a:gd name="T73" fmla="*/ 161 h 354"/>
              <a:gd name="T74" fmla="*/ 204 w 353"/>
              <a:gd name="T75" fmla="*/ 178 h 354"/>
              <a:gd name="T76" fmla="*/ 195 w 353"/>
              <a:gd name="T77" fmla="*/ 185 h 354"/>
              <a:gd name="T78" fmla="*/ 198 w 353"/>
              <a:gd name="T79" fmla="*/ 196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353" h="354">
                <a:moveTo>
                  <a:pt x="176" y="0"/>
                </a:moveTo>
                <a:cubicBezTo>
                  <a:pt x="79" y="0"/>
                  <a:pt x="0" y="79"/>
                  <a:pt x="0" y="177"/>
                </a:cubicBezTo>
                <a:cubicBezTo>
                  <a:pt x="0" y="275"/>
                  <a:pt x="79" y="354"/>
                  <a:pt x="176" y="354"/>
                </a:cubicBezTo>
                <a:cubicBezTo>
                  <a:pt x="274" y="354"/>
                  <a:pt x="353" y="275"/>
                  <a:pt x="353" y="177"/>
                </a:cubicBezTo>
                <a:cubicBezTo>
                  <a:pt x="353" y="79"/>
                  <a:pt x="274" y="0"/>
                  <a:pt x="176" y="0"/>
                </a:cubicBezTo>
                <a:moveTo>
                  <a:pt x="176" y="338"/>
                </a:moveTo>
                <a:cubicBezTo>
                  <a:pt x="88" y="338"/>
                  <a:pt x="16" y="266"/>
                  <a:pt x="16" y="177"/>
                </a:cubicBezTo>
                <a:cubicBezTo>
                  <a:pt x="16" y="88"/>
                  <a:pt x="88" y="16"/>
                  <a:pt x="176" y="16"/>
                </a:cubicBezTo>
                <a:cubicBezTo>
                  <a:pt x="265" y="16"/>
                  <a:pt x="337" y="88"/>
                  <a:pt x="337" y="177"/>
                </a:cubicBezTo>
                <a:cubicBezTo>
                  <a:pt x="337" y="266"/>
                  <a:pt x="265" y="338"/>
                  <a:pt x="176" y="338"/>
                </a:cubicBezTo>
                <a:moveTo>
                  <a:pt x="200" y="145"/>
                </a:moveTo>
                <a:cubicBezTo>
                  <a:pt x="172" y="72"/>
                  <a:pt x="172" y="72"/>
                  <a:pt x="172" y="72"/>
                </a:cubicBezTo>
                <a:cubicBezTo>
                  <a:pt x="145" y="145"/>
                  <a:pt x="145" y="145"/>
                  <a:pt x="145" y="145"/>
                </a:cubicBezTo>
                <a:cubicBezTo>
                  <a:pt x="72" y="145"/>
                  <a:pt x="72" y="145"/>
                  <a:pt x="72" y="145"/>
                </a:cubicBezTo>
                <a:cubicBezTo>
                  <a:pt x="131" y="191"/>
                  <a:pt x="131" y="191"/>
                  <a:pt x="131" y="191"/>
                </a:cubicBezTo>
                <a:cubicBezTo>
                  <a:pt x="104" y="273"/>
                  <a:pt x="104" y="273"/>
                  <a:pt x="104" y="273"/>
                </a:cubicBezTo>
                <a:cubicBezTo>
                  <a:pt x="172" y="223"/>
                  <a:pt x="172" y="223"/>
                  <a:pt x="172" y="223"/>
                </a:cubicBezTo>
                <a:cubicBezTo>
                  <a:pt x="241" y="273"/>
                  <a:pt x="241" y="273"/>
                  <a:pt x="241" y="273"/>
                </a:cubicBezTo>
                <a:cubicBezTo>
                  <a:pt x="214" y="191"/>
                  <a:pt x="214" y="191"/>
                  <a:pt x="214" y="191"/>
                </a:cubicBezTo>
                <a:cubicBezTo>
                  <a:pt x="273" y="145"/>
                  <a:pt x="273" y="145"/>
                  <a:pt x="273" y="145"/>
                </a:cubicBezTo>
                <a:lnTo>
                  <a:pt x="200" y="145"/>
                </a:lnTo>
                <a:close/>
                <a:moveTo>
                  <a:pt x="198" y="196"/>
                </a:moveTo>
                <a:cubicBezTo>
                  <a:pt x="210" y="230"/>
                  <a:pt x="210" y="230"/>
                  <a:pt x="210" y="230"/>
                </a:cubicBezTo>
                <a:cubicBezTo>
                  <a:pt x="182" y="210"/>
                  <a:pt x="182" y="210"/>
                  <a:pt x="182" y="210"/>
                </a:cubicBezTo>
                <a:cubicBezTo>
                  <a:pt x="172" y="203"/>
                  <a:pt x="172" y="203"/>
                  <a:pt x="172" y="203"/>
                </a:cubicBezTo>
                <a:cubicBezTo>
                  <a:pt x="163" y="210"/>
                  <a:pt x="163" y="210"/>
                  <a:pt x="163" y="210"/>
                </a:cubicBezTo>
                <a:cubicBezTo>
                  <a:pt x="135" y="230"/>
                  <a:pt x="135" y="230"/>
                  <a:pt x="135" y="230"/>
                </a:cubicBezTo>
                <a:cubicBezTo>
                  <a:pt x="147" y="196"/>
                  <a:pt x="147" y="196"/>
                  <a:pt x="147" y="196"/>
                </a:cubicBezTo>
                <a:cubicBezTo>
                  <a:pt x="150" y="185"/>
                  <a:pt x="150" y="185"/>
                  <a:pt x="150" y="185"/>
                </a:cubicBezTo>
                <a:cubicBezTo>
                  <a:pt x="141" y="178"/>
                  <a:pt x="141" y="178"/>
                  <a:pt x="141" y="178"/>
                </a:cubicBezTo>
                <a:cubicBezTo>
                  <a:pt x="119" y="161"/>
                  <a:pt x="119" y="161"/>
                  <a:pt x="119" y="161"/>
                </a:cubicBezTo>
                <a:cubicBezTo>
                  <a:pt x="156" y="161"/>
                  <a:pt x="156" y="161"/>
                  <a:pt x="156" y="161"/>
                </a:cubicBezTo>
                <a:cubicBezTo>
                  <a:pt x="160" y="150"/>
                  <a:pt x="160" y="150"/>
                  <a:pt x="160" y="150"/>
                </a:cubicBezTo>
                <a:cubicBezTo>
                  <a:pt x="172" y="118"/>
                  <a:pt x="172" y="118"/>
                  <a:pt x="172" y="118"/>
                </a:cubicBezTo>
                <a:cubicBezTo>
                  <a:pt x="185" y="150"/>
                  <a:pt x="185" y="150"/>
                  <a:pt x="185" y="150"/>
                </a:cubicBezTo>
                <a:cubicBezTo>
                  <a:pt x="189" y="161"/>
                  <a:pt x="189" y="161"/>
                  <a:pt x="189" y="161"/>
                </a:cubicBezTo>
                <a:cubicBezTo>
                  <a:pt x="226" y="161"/>
                  <a:pt x="226" y="161"/>
                  <a:pt x="226" y="161"/>
                </a:cubicBezTo>
                <a:cubicBezTo>
                  <a:pt x="204" y="178"/>
                  <a:pt x="204" y="178"/>
                  <a:pt x="204" y="178"/>
                </a:cubicBezTo>
                <a:cubicBezTo>
                  <a:pt x="195" y="185"/>
                  <a:pt x="195" y="185"/>
                  <a:pt x="195" y="185"/>
                </a:cubicBezTo>
                <a:lnTo>
                  <a:pt x="198" y="19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5" name="Freeform 75"/>
          <p:cNvSpPr>
            <a:spLocks noEditPoints="1"/>
          </p:cNvSpPr>
          <p:nvPr/>
        </p:nvSpPr>
        <p:spPr bwMode="auto">
          <a:xfrm>
            <a:off x="8504767" y="916517"/>
            <a:ext cx="575733" cy="577851"/>
          </a:xfrm>
          <a:custGeom>
            <a:avLst/>
            <a:gdLst>
              <a:gd name="T0" fmla="*/ 153 w 353"/>
              <a:gd name="T1" fmla="*/ 265 h 354"/>
              <a:gd name="T2" fmla="*/ 153 w 353"/>
              <a:gd name="T3" fmla="*/ 281 h 354"/>
              <a:gd name="T4" fmla="*/ 305 w 353"/>
              <a:gd name="T5" fmla="*/ 273 h 354"/>
              <a:gd name="T6" fmla="*/ 80 w 353"/>
              <a:gd name="T7" fmla="*/ 49 h 354"/>
              <a:gd name="T8" fmla="*/ 48 w 353"/>
              <a:gd name="T9" fmla="*/ 72 h 354"/>
              <a:gd name="T10" fmla="*/ 59 w 353"/>
              <a:gd name="T11" fmla="*/ 113 h 354"/>
              <a:gd name="T12" fmla="*/ 102 w 353"/>
              <a:gd name="T13" fmla="*/ 113 h 354"/>
              <a:gd name="T14" fmla="*/ 113 w 353"/>
              <a:gd name="T15" fmla="*/ 72 h 354"/>
              <a:gd name="T16" fmla="*/ 80 w 353"/>
              <a:gd name="T17" fmla="*/ 49 h 354"/>
              <a:gd name="T18" fmla="*/ 72 w 353"/>
              <a:gd name="T19" fmla="*/ 168 h 354"/>
              <a:gd name="T20" fmla="*/ 67 w 353"/>
              <a:gd name="T21" fmla="*/ 183 h 354"/>
              <a:gd name="T22" fmla="*/ 80 w 353"/>
              <a:gd name="T23" fmla="*/ 193 h 354"/>
              <a:gd name="T24" fmla="*/ 94 w 353"/>
              <a:gd name="T25" fmla="*/ 183 h 354"/>
              <a:gd name="T26" fmla="*/ 89 w 353"/>
              <a:gd name="T27" fmla="*/ 168 h 354"/>
              <a:gd name="T28" fmla="*/ 89 w 353"/>
              <a:gd name="T29" fmla="*/ 265 h 354"/>
              <a:gd name="T30" fmla="*/ 72 w 353"/>
              <a:gd name="T31" fmla="*/ 265 h 354"/>
              <a:gd name="T32" fmla="*/ 67 w 353"/>
              <a:gd name="T33" fmla="*/ 279 h 354"/>
              <a:gd name="T34" fmla="*/ 80 w 353"/>
              <a:gd name="T35" fmla="*/ 289 h 354"/>
              <a:gd name="T36" fmla="*/ 94 w 353"/>
              <a:gd name="T37" fmla="*/ 279 h 354"/>
              <a:gd name="T38" fmla="*/ 89 w 353"/>
              <a:gd name="T39" fmla="*/ 265 h 354"/>
              <a:gd name="T40" fmla="*/ 153 w 353"/>
              <a:gd name="T41" fmla="*/ 169 h 354"/>
              <a:gd name="T42" fmla="*/ 153 w 353"/>
              <a:gd name="T43" fmla="*/ 185 h 354"/>
              <a:gd name="T44" fmla="*/ 305 w 353"/>
              <a:gd name="T45" fmla="*/ 177 h 354"/>
              <a:gd name="T46" fmla="*/ 321 w 353"/>
              <a:gd name="T47" fmla="*/ 0 h 354"/>
              <a:gd name="T48" fmla="*/ 0 w 353"/>
              <a:gd name="T49" fmla="*/ 33 h 354"/>
              <a:gd name="T50" fmla="*/ 32 w 353"/>
              <a:gd name="T51" fmla="*/ 354 h 354"/>
              <a:gd name="T52" fmla="*/ 353 w 353"/>
              <a:gd name="T53" fmla="*/ 322 h 354"/>
              <a:gd name="T54" fmla="*/ 321 w 353"/>
              <a:gd name="T55" fmla="*/ 0 h 354"/>
              <a:gd name="T56" fmla="*/ 321 w 353"/>
              <a:gd name="T57" fmla="*/ 338 h 354"/>
              <a:gd name="T58" fmla="*/ 16 w 353"/>
              <a:gd name="T59" fmla="*/ 322 h 354"/>
              <a:gd name="T60" fmla="*/ 32 w 353"/>
              <a:gd name="T61" fmla="*/ 16 h 354"/>
              <a:gd name="T62" fmla="*/ 337 w 353"/>
              <a:gd name="T63" fmla="*/ 33 h 354"/>
              <a:gd name="T64" fmla="*/ 297 w 353"/>
              <a:gd name="T65" fmla="*/ 73 h 354"/>
              <a:gd name="T66" fmla="*/ 145 w 353"/>
              <a:gd name="T67" fmla="*/ 81 h 354"/>
              <a:gd name="T68" fmla="*/ 297 w 353"/>
              <a:gd name="T69" fmla="*/ 89 h 354"/>
              <a:gd name="T70" fmla="*/ 297 w 353"/>
              <a:gd name="T71" fmla="*/ 73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353" h="354">
                <a:moveTo>
                  <a:pt x="297" y="265"/>
                </a:moveTo>
                <a:cubicBezTo>
                  <a:pt x="153" y="265"/>
                  <a:pt x="153" y="265"/>
                  <a:pt x="153" y="265"/>
                </a:cubicBezTo>
                <a:cubicBezTo>
                  <a:pt x="148" y="265"/>
                  <a:pt x="145" y="269"/>
                  <a:pt x="145" y="273"/>
                </a:cubicBezTo>
                <a:cubicBezTo>
                  <a:pt x="145" y="278"/>
                  <a:pt x="148" y="281"/>
                  <a:pt x="153" y="281"/>
                </a:cubicBezTo>
                <a:cubicBezTo>
                  <a:pt x="297" y="281"/>
                  <a:pt x="297" y="281"/>
                  <a:pt x="297" y="281"/>
                </a:cubicBezTo>
                <a:cubicBezTo>
                  <a:pt x="302" y="281"/>
                  <a:pt x="305" y="278"/>
                  <a:pt x="305" y="273"/>
                </a:cubicBezTo>
                <a:cubicBezTo>
                  <a:pt x="305" y="269"/>
                  <a:pt x="302" y="265"/>
                  <a:pt x="297" y="265"/>
                </a:cubicBezTo>
                <a:moveTo>
                  <a:pt x="80" y="49"/>
                </a:moveTo>
                <a:cubicBezTo>
                  <a:pt x="72" y="72"/>
                  <a:pt x="72" y="72"/>
                  <a:pt x="72" y="72"/>
                </a:cubicBezTo>
                <a:cubicBezTo>
                  <a:pt x="48" y="72"/>
                  <a:pt x="48" y="72"/>
                  <a:pt x="48" y="72"/>
                </a:cubicBezTo>
                <a:cubicBezTo>
                  <a:pt x="67" y="87"/>
                  <a:pt x="67" y="87"/>
                  <a:pt x="67" y="87"/>
                </a:cubicBezTo>
                <a:cubicBezTo>
                  <a:pt x="59" y="113"/>
                  <a:pt x="59" y="113"/>
                  <a:pt x="59" y="113"/>
                </a:cubicBezTo>
                <a:cubicBezTo>
                  <a:pt x="80" y="97"/>
                  <a:pt x="80" y="97"/>
                  <a:pt x="80" y="97"/>
                </a:cubicBezTo>
                <a:cubicBezTo>
                  <a:pt x="102" y="113"/>
                  <a:pt x="102" y="113"/>
                  <a:pt x="102" y="113"/>
                </a:cubicBezTo>
                <a:cubicBezTo>
                  <a:pt x="94" y="87"/>
                  <a:pt x="94" y="87"/>
                  <a:pt x="94" y="87"/>
                </a:cubicBezTo>
                <a:cubicBezTo>
                  <a:pt x="113" y="72"/>
                  <a:pt x="113" y="72"/>
                  <a:pt x="113" y="72"/>
                </a:cubicBezTo>
                <a:cubicBezTo>
                  <a:pt x="89" y="72"/>
                  <a:pt x="89" y="72"/>
                  <a:pt x="89" y="72"/>
                </a:cubicBezTo>
                <a:lnTo>
                  <a:pt x="80" y="49"/>
                </a:lnTo>
                <a:close/>
                <a:moveTo>
                  <a:pt x="80" y="145"/>
                </a:moveTo>
                <a:cubicBezTo>
                  <a:pt x="72" y="168"/>
                  <a:pt x="72" y="168"/>
                  <a:pt x="72" y="168"/>
                </a:cubicBezTo>
                <a:cubicBezTo>
                  <a:pt x="48" y="168"/>
                  <a:pt x="48" y="168"/>
                  <a:pt x="48" y="168"/>
                </a:cubicBezTo>
                <a:cubicBezTo>
                  <a:pt x="67" y="183"/>
                  <a:pt x="67" y="183"/>
                  <a:pt x="67" y="183"/>
                </a:cubicBezTo>
                <a:cubicBezTo>
                  <a:pt x="59" y="209"/>
                  <a:pt x="59" y="209"/>
                  <a:pt x="59" y="209"/>
                </a:cubicBezTo>
                <a:cubicBezTo>
                  <a:pt x="80" y="193"/>
                  <a:pt x="80" y="193"/>
                  <a:pt x="80" y="193"/>
                </a:cubicBezTo>
                <a:cubicBezTo>
                  <a:pt x="102" y="209"/>
                  <a:pt x="102" y="209"/>
                  <a:pt x="102" y="209"/>
                </a:cubicBezTo>
                <a:cubicBezTo>
                  <a:pt x="94" y="183"/>
                  <a:pt x="94" y="183"/>
                  <a:pt x="94" y="183"/>
                </a:cubicBezTo>
                <a:cubicBezTo>
                  <a:pt x="113" y="168"/>
                  <a:pt x="113" y="168"/>
                  <a:pt x="113" y="168"/>
                </a:cubicBezTo>
                <a:cubicBezTo>
                  <a:pt x="89" y="168"/>
                  <a:pt x="89" y="168"/>
                  <a:pt x="89" y="168"/>
                </a:cubicBezTo>
                <a:lnTo>
                  <a:pt x="80" y="145"/>
                </a:lnTo>
                <a:close/>
                <a:moveTo>
                  <a:pt x="89" y="265"/>
                </a:moveTo>
                <a:cubicBezTo>
                  <a:pt x="80" y="241"/>
                  <a:pt x="80" y="241"/>
                  <a:pt x="80" y="241"/>
                </a:cubicBezTo>
                <a:cubicBezTo>
                  <a:pt x="72" y="265"/>
                  <a:pt x="72" y="265"/>
                  <a:pt x="72" y="265"/>
                </a:cubicBezTo>
                <a:cubicBezTo>
                  <a:pt x="48" y="265"/>
                  <a:pt x="48" y="265"/>
                  <a:pt x="48" y="265"/>
                </a:cubicBezTo>
                <a:cubicBezTo>
                  <a:pt x="67" y="279"/>
                  <a:pt x="67" y="279"/>
                  <a:pt x="67" y="279"/>
                </a:cubicBezTo>
                <a:cubicBezTo>
                  <a:pt x="59" y="305"/>
                  <a:pt x="59" y="305"/>
                  <a:pt x="59" y="305"/>
                </a:cubicBezTo>
                <a:cubicBezTo>
                  <a:pt x="80" y="289"/>
                  <a:pt x="80" y="289"/>
                  <a:pt x="80" y="289"/>
                </a:cubicBezTo>
                <a:cubicBezTo>
                  <a:pt x="102" y="305"/>
                  <a:pt x="102" y="305"/>
                  <a:pt x="102" y="305"/>
                </a:cubicBezTo>
                <a:cubicBezTo>
                  <a:pt x="94" y="279"/>
                  <a:pt x="94" y="279"/>
                  <a:pt x="94" y="279"/>
                </a:cubicBezTo>
                <a:cubicBezTo>
                  <a:pt x="113" y="265"/>
                  <a:pt x="113" y="265"/>
                  <a:pt x="113" y="265"/>
                </a:cubicBezTo>
                <a:lnTo>
                  <a:pt x="89" y="265"/>
                </a:lnTo>
                <a:close/>
                <a:moveTo>
                  <a:pt x="297" y="169"/>
                </a:moveTo>
                <a:cubicBezTo>
                  <a:pt x="153" y="169"/>
                  <a:pt x="153" y="169"/>
                  <a:pt x="153" y="169"/>
                </a:cubicBezTo>
                <a:cubicBezTo>
                  <a:pt x="148" y="169"/>
                  <a:pt x="145" y="173"/>
                  <a:pt x="145" y="177"/>
                </a:cubicBezTo>
                <a:cubicBezTo>
                  <a:pt x="145" y="181"/>
                  <a:pt x="148" y="185"/>
                  <a:pt x="153" y="185"/>
                </a:cubicBezTo>
                <a:cubicBezTo>
                  <a:pt x="297" y="185"/>
                  <a:pt x="297" y="185"/>
                  <a:pt x="297" y="185"/>
                </a:cubicBezTo>
                <a:cubicBezTo>
                  <a:pt x="302" y="185"/>
                  <a:pt x="305" y="181"/>
                  <a:pt x="305" y="177"/>
                </a:cubicBezTo>
                <a:cubicBezTo>
                  <a:pt x="305" y="173"/>
                  <a:pt x="302" y="169"/>
                  <a:pt x="297" y="169"/>
                </a:cubicBezTo>
                <a:moveTo>
                  <a:pt x="321" y="0"/>
                </a:moveTo>
                <a:cubicBezTo>
                  <a:pt x="32" y="0"/>
                  <a:pt x="32" y="0"/>
                  <a:pt x="32" y="0"/>
                </a:cubicBezTo>
                <a:cubicBezTo>
                  <a:pt x="15" y="0"/>
                  <a:pt x="0" y="15"/>
                  <a:pt x="0" y="33"/>
                </a:cubicBezTo>
                <a:cubicBezTo>
                  <a:pt x="0" y="322"/>
                  <a:pt x="0" y="322"/>
                  <a:pt x="0" y="322"/>
                </a:cubicBezTo>
                <a:cubicBezTo>
                  <a:pt x="0" y="339"/>
                  <a:pt x="15" y="354"/>
                  <a:pt x="32" y="354"/>
                </a:cubicBezTo>
                <a:cubicBezTo>
                  <a:pt x="321" y="354"/>
                  <a:pt x="321" y="354"/>
                  <a:pt x="321" y="354"/>
                </a:cubicBezTo>
                <a:cubicBezTo>
                  <a:pt x="339" y="354"/>
                  <a:pt x="353" y="339"/>
                  <a:pt x="353" y="322"/>
                </a:cubicBezTo>
                <a:cubicBezTo>
                  <a:pt x="353" y="33"/>
                  <a:pt x="353" y="33"/>
                  <a:pt x="353" y="33"/>
                </a:cubicBezTo>
                <a:cubicBezTo>
                  <a:pt x="353" y="15"/>
                  <a:pt x="339" y="0"/>
                  <a:pt x="321" y="0"/>
                </a:cubicBezTo>
                <a:moveTo>
                  <a:pt x="337" y="322"/>
                </a:moveTo>
                <a:cubicBezTo>
                  <a:pt x="337" y="330"/>
                  <a:pt x="330" y="338"/>
                  <a:pt x="321" y="338"/>
                </a:cubicBezTo>
                <a:cubicBezTo>
                  <a:pt x="32" y="338"/>
                  <a:pt x="32" y="338"/>
                  <a:pt x="32" y="338"/>
                </a:cubicBezTo>
                <a:cubicBezTo>
                  <a:pt x="23" y="338"/>
                  <a:pt x="16" y="330"/>
                  <a:pt x="16" y="322"/>
                </a:cubicBezTo>
                <a:cubicBezTo>
                  <a:pt x="16" y="33"/>
                  <a:pt x="16" y="33"/>
                  <a:pt x="16" y="33"/>
                </a:cubicBezTo>
                <a:cubicBezTo>
                  <a:pt x="16" y="24"/>
                  <a:pt x="23" y="16"/>
                  <a:pt x="32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4"/>
                  <a:pt x="337" y="33"/>
                </a:cubicBezTo>
                <a:lnTo>
                  <a:pt x="337" y="322"/>
                </a:lnTo>
                <a:close/>
                <a:moveTo>
                  <a:pt x="297" y="73"/>
                </a:moveTo>
                <a:cubicBezTo>
                  <a:pt x="153" y="73"/>
                  <a:pt x="153" y="73"/>
                  <a:pt x="153" y="73"/>
                </a:cubicBezTo>
                <a:cubicBezTo>
                  <a:pt x="148" y="73"/>
                  <a:pt x="145" y="76"/>
                  <a:pt x="145" y="81"/>
                </a:cubicBezTo>
                <a:cubicBezTo>
                  <a:pt x="145" y="85"/>
                  <a:pt x="148" y="89"/>
                  <a:pt x="153" y="89"/>
                </a:cubicBezTo>
                <a:cubicBezTo>
                  <a:pt x="297" y="89"/>
                  <a:pt x="297" y="89"/>
                  <a:pt x="297" y="89"/>
                </a:cubicBezTo>
                <a:cubicBezTo>
                  <a:pt x="302" y="89"/>
                  <a:pt x="305" y="85"/>
                  <a:pt x="305" y="81"/>
                </a:cubicBezTo>
                <a:cubicBezTo>
                  <a:pt x="305" y="76"/>
                  <a:pt x="302" y="73"/>
                  <a:pt x="297" y="73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6" name="Freeform 76"/>
          <p:cNvSpPr>
            <a:spLocks noEditPoints="1"/>
          </p:cNvSpPr>
          <p:nvPr/>
        </p:nvSpPr>
        <p:spPr bwMode="auto">
          <a:xfrm>
            <a:off x="9605434" y="916517"/>
            <a:ext cx="575733" cy="577851"/>
          </a:xfrm>
          <a:custGeom>
            <a:avLst/>
            <a:gdLst>
              <a:gd name="T0" fmla="*/ 72 w 353"/>
              <a:gd name="T1" fmla="*/ 49 h 354"/>
              <a:gd name="T2" fmla="*/ 48 w 353"/>
              <a:gd name="T3" fmla="*/ 73 h 354"/>
              <a:gd name="T4" fmla="*/ 72 w 353"/>
              <a:gd name="T5" fmla="*/ 97 h 354"/>
              <a:gd name="T6" fmla="*/ 96 w 353"/>
              <a:gd name="T7" fmla="*/ 73 h 354"/>
              <a:gd name="T8" fmla="*/ 72 w 353"/>
              <a:gd name="T9" fmla="*/ 49 h 354"/>
              <a:gd name="T10" fmla="*/ 72 w 353"/>
              <a:gd name="T11" fmla="*/ 81 h 354"/>
              <a:gd name="T12" fmla="*/ 64 w 353"/>
              <a:gd name="T13" fmla="*/ 73 h 354"/>
              <a:gd name="T14" fmla="*/ 72 w 353"/>
              <a:gd name="T15" fmla="*/ 65 h 354"/>
              <a:gd name="T16" fmla="*/ 80 w 353"/>
              <a:gd name="T17" fmla="*/ 73 h 354"/>
              <a:gd name="T18" fmla="*/ 72 w 353"/>
              <a:gd name="T19" fmla="*/ 81 h 354"/>
              <a:gd name="T20" fmla="*/ 192 w 353"/>
              <a:gd name="T21" fmla="*/ 217 h 354"/>
              <a:gd name="T22" fmla="*/ 198 w 353"/>
              <a:gd name="T23" fmla="*/ 215 h 354"/>
              <a:gd name="T24" fmla="*/ 230 w 353"/>
              <a:gd name="T25" fmla="*/ 183 h 354"/>
              <a:gd name="T26" fmla="*/ 232 w 353"/>
              <a:gd name="T27" fmla="*/ 177 h 354"/>
              <a:gd name="T28" fmla="*/ 224 w 353"/>
              <a:gd name="T29" fmla="*/ 169 h 354"/>
              <a:gd name="T30" fmla="*/ 219 w 353"/>
              <a:gd name="T31" fmla="*/ 171 h 354"/>
              <a:gd name="T32" fmla="*/ 187 w 353"/>
              <a:gd name="T33" fmla="*/ 203 h 354"/>
              <a:gd name="T34" fmla="*/ 184 w 353"/>
              <a:gd name="T35" fmla="*/ 209 h 354"/>
              <a:gd name="T36" fmla="*/ 192 w 353"/>
              <a:gd name="T37" fmla="*/ 217 h 354"/>
              <a:gd name="T38" fmla="*/ 350 w 353"/>
              <a:gd name="T39" fmla="*/ 179 h 354"/>
              <a:gd name="T40" fmla="*/ 174 w 353"/>
              <a:gd name="T41" fmla="*/ 3 h 354"/>
              <a:gd name="T42" fmla="*/ 168 w 353"/>
              <a:gd name="T43" fmla="*/ 0 h 354"/>
              <a:gd name="T44" fmla="*/ 24 w 353"/>
              <a:gd name="T45" fmla="*/ 0 h 354"/>
              <a:gd name="T46" fmla="*/ 0 w 353"/>
              <a:gd name="T47" fmla="*/ 25 h 354"/>
              <a:gd name="T48" fmla="*/ 0 w 353"/>
              <a:gd name="T49" fmla="*/ 169 h 354"/>
              <a:gd name="T50" fmla="*/ 2 w 353"/>
              <a:gd name="T51" fmla="*/ 175 h 354"/>
              <a:gd name="T52" fmla="*/ 179 w 353"/>
              <a:gd name="T53" fmla="*/ 351 h 354"/>
              <a:gd name="T54" fmla="*/ 184 w 353"/>
              <a:gd name="T55" fmla="*/ 354 h 354"/>
              <a:gd name="T56" fmla="*/ 190 w 353"/>
              <a:gd name="T57" fmla="*/ 351 h 354"/>
              <a:gd name="T58" fmla="*/ 350 w 353"/>
              <a:gd name="T59" fmla="*/ 191 h 354"/>
              <a:gd name="T60" fmla="*/ 353 w 353"/>
              <a:gd name="T61" fmla="*/ 185 h 354"/>
              <a:gd name="T62" fmla="*/ 350 w 353"/>
              <a:gd name="T63" fmla="*/ 179 h 354"/>
              <a:gd name="T64" fmla="*/ 184 w 353"/>
              <a:gd name="T65" fmla="*/ 334 h 354"/>
              <a:gd name="T66" fmla="*/ 16 w 353"/>
              <a:gd name="T67" fmla="*/ 166 h 354"/>
              <a:gd name="T68" fmla="*/ 16 w 353"/>
              <a:gd name="T69" fmla="*/ 25 h 354"/>
              <a:gd name="T70" fmla="*/ 24 w 353"/>
              <a:gd name="T71" fmla="*/ 16 h 354"/>
              <a:gd name="T72" fmla="*/ 165 w 353"/>
              <a:gd name="T73" fmla="*/ 16 h 354"/>
              <a:gd name="T74" fmla="*/ 333 w 353"/>
              <a:gd name="T75" fmla="*/ 185 h 354"/>
              <a:gd name="T76" fmla="*/ 184 w 353"/>
              <a:gd name="T77" fmla="*/ 334 h 354"/>
              <a:gd name="T78" fmla="*/ 146 w 353"/>
              <a:gd name="T79" fmla="*/ 244 h 354"/>
              <a:gd name="T80" fmla="*/ 144 w 353"/>
              <a:gd name="T81" fmla="*/ 249 h 354"/>
              <a:gd name="T82" fmla="*/ 152 w 353"/>
              <a:gd name="T83" fmla="*/ 257 h 354"/>
              <a:gd name="T84" fmla="*/ 158 w 353"/>
              <a:gd name="T85" fmla="*/ 255 h 354"/>
              <a:gd name="T86" fmla="*/ 174 w 353"/>
              <a:gd name="T87" fmla="*/ 239 h 354"/>
              <a:gd name="T88" fmla="*/ 176 w 353"/>
              <a:gd name="T89" fmla="*/ 233 h 354"/>
              <a:gd name="T90" fmla="*/ 168 w 353"/>
              <a:gd name="T91" fmla="*/ 225 h 354"/>
              <a:gd name="T92" fmla="*/ 162 w 353"/>
              <a:gd name="T93" fmla="*/ 228 h 354"/>
              <a:gd name="T94" fmla="*/ 146 w 353"/>
              <a:gd name="T95" fmla="*/ 244 h 354"/>
              <a:gd name="T96" fmla="*/ 184 w 353"/>
              <a:gd name="T97" fmla="*/ 289 h 354"/>
              <a:gd name="T98" fmla="*/ 190 w 353"/>
              <a:gd name="T99" fmla="*/ 287 h 354"/>
              <a:gd name="T100" fmla="*/ 238 w 353"/>
              <a:gd name="T101" fmla="*/ 239 h 354"/>
              <a:gd name="T102" fmla="*/ 240 w 353"/>
              <a:gd name="T103" fmla="*/ 233 h 354"/>
              <a:gd name="T104" fmla="*/ 232 w 353"/>
              <a:gd name="T105" fmla="*/ 225 h 354"/>
              <a:gd name="T106" fmla="*/ 227 w 353"/>
              <a:gd name="T107" fmla="*/ 228 h 354"/>
              <a:gd name="T108" fmla="*/ 179 w 353"/>
              <a:gd name="T109" fmla="*/ 276 h 354"/>
              <a:gd name="T110" fmla="*/ 176 w 353"/>
              <a:gd name="T111" fmla="*/ 281 h 354"/>
              <a:gd name="T112" fmla="*/ 184 w 353"/>
              <a:gd name="T113" fmla="*/ 289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353" h="354">
                <a:moveTo>
                  <a:pt x="72" y="49"/>
                </a:moveTo>
                <a:cubicBezTo>
                  <a:pt x="59" y="49"/>
                  <a:pt x="48" y="59"/>
                  <a:pt x="48" y="73"/>
                </a:cubicBezTo>
                <a:cubicBezTo>
                  <a:pt x="48" y="86"/>
                  <a:pt x="59" y="97"/>
                  <a:pt x="72" y="97"/>
                </a:cubicBezTo>
                <a:cubicBezTo>
                  <a:pt x="85" y="97"/>
                  <a:pt x="96" y="86"/>
                  <a:pt x="96" y="73"/>
                </a:cubicBezTo>
                <a:cubicBezTo>
                  <a:pt x="96" y="59"/>
                  <a:pt x="85" y="49"/>
                  <a:pt x="72" y="49"/>
                </a:cubicBezTo>
                <a:moveTo>
                  <a:pt x="72" y="81"/>
                </a:moveTo>
                <a:cubicBezTo>
                  <a:pt x="67" y="81"/>
                  <a:pt x="64" y="77"/>
                  <a:pt x="64" y="73"/>
                </a:cubicBezTo>
                <a:cubicBezTo>
                  <a:pt x="64" y="68"/>
                  <a:pt x="67" y="65"/>
                  <a:pt x="72" y="65"/>
                </a:cubicBezTo>
                <a:cubicBezTo>
                  <a:pt x="76" y="65"/>
                  <a:pt x="80" y="68"/>
                  <a:pt x="80" y="73"/>
                </a:cubicBezTo>
                <a:cubicBezTo>
                  <a:pt x="80" y="77"/>
                  <a:pt x="76" y="81"/>
                  <a:pt x="72" y="81"/>
                </a:cubicBezTo>
                <a:moveTo>
                  <a:pt x="192" y="217"/>
                </a:moveTo>
                <a:cubicBezTo>
                  <a:pt x="194" y="217"/>
                  <a:pt x="196" y="216"/>
                  <a:pt x="198" y="215"/>
                </a:cubicBezTo>
                <a:cubicBezTo>
                  <a:pt x="230" y="183"/>
                  <a:pt x="230" y="183"/>
                  <a:pt x="230" y="183"/>
                </a:cubicBezTo>
                <a:cubicBezTo>
                  <a:pt x="231" y="181"/>
                  <a:pt x="232" y="179"/>
                  <a:pt x="232" y="177"/>
                </a:cubicBezTo>
                <a:cubicBezTo>
                  <a:pt x="232" y="173"/>
                  <a:pt x="229" y="169"/>
                  <a:pt x="224" y="169"/>
                </a:cubicBezTo>
                <a:cubicBezTo>
                  <a:pt x="222" y="169"/>
                  <a:pt x="220" y="170"/>
                  <a:pt x="219" y="171"/>
                </a:cubicBezTo>
                <a:cubicBezTo>
                  <a:pt x="187" y="203"/>
                  <a:pt x="187" y="203"/>
                  <a:pt x="187" y="203"/>
                </a:cubicBezTo>
                <a:cubicBezTo>
                  <a:pt x="185" y="205"/>
                  <a:pt x="184" y="207"/>
                  <a:pt x="184" y="209"/>
                </a:cubicBezTo>
                <a:cubicBezTo>
                  <a:pt x="184" y="214"/>
                  <a:pt x="188" y="217"/>
                  <a:pt x="192" y="217"/>
                </a:cubicBezTo>
                <a:moveTo>
                  <a:pt x="350" y="179"/>
                </a:moveTo>
                <a:cubicBezTo>
                  <a:pt x="174" y="3"/>
                  <a:pt x="174" y="3"/>
                  <a:pt x="174" y="3"/>
                </a:cubicBezTo>
                <a:cubicBezTo>
                  <a:pt x="172" y="1"/>
                  <a:pt x="170" y="0"/>
                  <a:pt x="168" y="0"/>
                </a:cubicBezTo>
                <a:cubicBezTo>
                  <a:pt x="24" y="0"/>
                  <a:pt x="24" y="0"/>
                  <a:pt x="24" y="0"/>
                </a:cubicBezTo>
                <a:cubicBezTo>
                  <a:pt x="10" y="0"/>
                  <a:pt x="0" y="11"/>
                  <a:pt x="0" y="25"/>
                </a:cubicBezTo>
                <a:cubicBezTo>
                  <a:pt x="0" y="169"/>
                  <a:pt x="0" y="169"/>
                  <a:pt x="0" y="169"/>
                </a:cubicBezTo>
                <a:cubicBezTo>
                  <a:pt x="0" y="171"/>
                  <a:pt x="0" y="173"/>
                  <a:pt x="2" y="175"/>
                </a:cubicBezTo>
                <a:cubicBezTo>
                  <a:pt x="179" y="351"/>
                  <a:pt x="179" y="351"/>
                  <a:pt x="179" y="351"/>
                </a:cubicBezTo>
                <a:cubicBezTo>
                  <a:pt x="180" y="353"/>
                  <a:pt x="182" y="354"/>
                  <a:pt x="184" y="354"/>
                </a:cubicBezTo>
                <a:cubicBezTo>
                  <a:pt x="186" y="354"/>
                  <a:pt x="188" y="353"/>
                  <a:pt x="190" y="351"/>
                </a:cubicBezTo>
                <a:cubicBezTo>
                  <a:pt x="350" y="191"/>
                  <a:pt x="350" y="191"/>
                  <a:pt x="350" y="191"/>
                </a:cubicBezTo>
                <a:cubicBezTo>
                  <a:pt x="352" y="189"/>
                  <a:pt x="353" y="187"/>
                  <a:pt x="353" y="185"/>
                </a:cubicBezTo>
                <a:cubicBezTo>
                  <a:pt x="353" y="183"/>
                  <a:pt x="352" y="181"/>
                  <a:pt x="350" y="179"/>
                </a:cubicBezTo>
                <a:moveTo>
                  <a:pt x="184" y="334"/>
                </a:moveTo>
                <a:cubicBezTo>
                  <a:pt x="16" y="166"/>
                  <a:pt x="16" y="166"/>
                  <a:pt x="16" y="166"/>
                </a:cubicBezTo>
                <a:cubicBezTo>
                  <a:pt x="16" y="25"/>
                  <a:pt x="16" y="25"/>
                  <a:pt x="16" y="25"/>
                </a:cubicBezTo>
                <a:cubicBezTo>
                  <a:pt x="16" y="20"/>
                  <a:pt x="19" y="16"/>
                  <a:pt x="24" y="16"/>
                </a:cubicBezTo>
                <a:cubicBezTo>
                  <a:pt x="165" y="16"/>
                  <a:pt x="165" y="16"/>
                  <a:pt x="165" y="16"/>
                </a:cubicBezTo>
                <a:cubicBezTo>
                  <a:pt x="333" y="185"/>
                  <a:pt x="333" y="185"/>
                  <a:pt x="333" y="185"/>
                </a:cubicBezTo>
                <a:lnTo>
                  <a:pt x="184" y="334"/>
                </a:lnTo>
                <a:close/>
                <a:moveTo>
                  <a:pt x="146" y="244"/>
                </a:moveTo>
                <a:cubicBezTo>
                  <a:pt x="145" y="245"/>
                  <a:pt x="144" y="247"/>
                  <a:pt x="144" y="249"/>
                </a:cubicBezTo>
                <a:cubicBezTo>
                  <a:pt x="144" y="254"/>
                  <a:pt x="148" y="257"/>
                  <a:pt x="152" y="257"/>
                </a:cubicBezTo>
                <a:cubicBezTo>
                  <a:pt x="154" y="257"/>
                  <a:pt x="156" y="256"/>
                  <a:pt x="158" y="255"/>
                </a:cubicBezTo>
                <a:cubicBezTo>
                  <a:pt x="174" y="239"/>
                  <a:pt x="174" y="239"/>
                  <a:pt x="174" y="239"/>
                </a:cubicBezTo>
                <a:cubicBezTo>
                  <a:pt x="175" y="237"/>
                  <a:pt x="176" y="235"/>
                  <a:pt x="176" y="233"/>
                </a:cubicBezTo>
                <a:cubicBezTo>
                  <a:pt x="176" y="229"/>
                  <a:pt x="173" y="225"/>
                  <a:pt x="168" y="225"/>
                </a:cubicBezTo>
                <a:cubicBezTo>
                  <a:pt x="166" y="225"/>
                  <a:pt x="164" y="226"/>
                  <a:pt x="162" y="228"/>
                </a:cubicBezTo>
                <a:lnTo>
                  <a:pt x="146" y="244"/>
                </a:lnTo>
                <a:close/>
                <a:moveTo>
                  <a:pt x="184" y="289"/>
                </a:moveTo>
                <a:cubicBezTo>
                  <a:pt x="186" y="289"/>
                  <a:pt x="188" y="289"/>
                  <a:pt x="190" y="287"/>
                </a:cubicBezTo>
                <a:cubicBezTo>
                  <a:pt x="238" y="239"/>
                  <a:pt x="238" y="239"/>
                  <a:pt x="238" y="239"/>
                </a:cubicBezTo>
                <a:cubicBezTo>
                  <a:pt x="239" y="237"/>
                  <a:pt x="240" y="235"/>
                  <a:pt x="240" y="233"/>
                </a:cubicBezTo>
                <a:cubicBezTo>
                  <a:pt x="240" y="229"/>
                  <a:pt x="237" y="225"/>
                  <a:pt x="232" y="225"/>
                </a:cubicBezTo>
                <a:cubicBezTo>
                  <a:pt x="230" y="225"/>
                  <a:pt x="228" y="226"/>
                  <a:pt x="227" y="228"/>
                </a:cubicBezTo>
                <a:cubicBezTo>
                  <a:pt x="179" y="276"/>
                  <a:pt x="179" y="276"/>
                  <a:pt x="179" y="276"/>
                </a:cubicBezTo>
                <a:cubicBezTo>
                  <a:pt x="177" y="277"/>
                  <a:pt x="176" y="279"/>
                  <a:pt x="176" y="281"/>
                </a:cubicBezTo>
                <a:cubicBezTo>
                  <a:pt x="176" y="286"/>
                  <a:pt x="180" y="289"/>
                  <a:pt x="184" y="289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7" name="Freeform 77"/>
          <p:cNvSpPr>
            <a:spLocks noEditPoints="1"/>
          </p:cNvSpPr>
          <p:nvPr/>
        </p:nvSpPr>
        <p:spPr bwMode="auto">
          <a:xfrm>
            <a:off x="10703984" y="916517"/>
            <a:ext cx="575733" cy="577851"/>
          </a:xfrm>
          <a:custGeom>
            <a:avLst/>
            <a:gdLst>
              <a:gd name="T0" fmla="*/ 48 w 353"/>
              <a:gd name="T1" fmla="*/ 121 h 354"/>
              <a:gd name="T2" fmla="*/ 96 w 353"/>
              <a:gd name="T3" fmla="*/ 121 h 354"/>
              <a:gd name="T4" fmla="*/ 72 w 353"/>
              <a:gd name="T5" fmla="*/ 129 h 354"/>
              <a:gd name="T6" fmla="*/ 72 w 353"/>
              <a:gd name="T7" fmla="*/ 113 h 354"/>
              <a:gd name="T8" fmla="*/ 72 w 353"/>
              <a:gd name="T9" fmla="*/ 129 h 354"/>
              <a:gd name="T10" fmla="*/ 174 w 353"/>
              <a:gd name="T11" fmla="*/ 223 h 354"/>
              <a:gd name="T12" fmla="*/ 193 w 353"/>
              <a:gd name="T13" fmla="*/ 201 h 354"/>
              <a:gd name="T14" fmla="*/ 179 w 353"/>
              <a:gd name="T15" fmla="*/ 195 h 354"/>
              <a:gd name="T16" fmla="*/ 160 w 353"/>
              <a:gd name="T17" fmla="*/ 217 h 354"/>
              <a:gd name="T18" fmla="*/ 351 w 353"/>
              <a:gd name="T19" fmla="*/ 163 h 354"/>
              <a:gd name="T20" fmla="*/ 185 w 353"/>
              <a:gd name="T21" fmla="*/ 0 h 354"/>
              <a:gd name="T22" fmla="*/ 48 w 353"/>
              <a:gd name="T23" fmla="*/ 25 h 354"/>
              <a:gd name="T24" fmla="*/ 64 w 353"/>
              <a:gd name="T25" fmla="*/ 25 h 354"/>
              <a:gd name="T26" fmla="*/ 181 w 353"/>
              <a:gd name="T27" fmla="*/ 16 h 354"/>
              <a:gd name="T28" fmla="*/ 315 w 353"/>
              <a:gd name="T29" fmla="*/ 187 h 354"/>
              <a:gd name="T30" fmla="*/ 321 w 353"/>
              <a:gd name="T31" fmla="*/ 201 h 354"/>
              <a:gd name="T32" fmla="*/ 351 w 353"/>
              <a:gd name="T33" fmla="*/ 175 h 354"/>
              <a:gd name="T34" fmla="*/ 351 w 353"/>
              <a:gd name="T35" fmla="*/ 163 h 354"/>
              <a:gd name="T36" fmla="*/ 136 w 353"/>
              <a:gd name="T37" fmla="*/ 257 h 354"/>
              <a:gd name="T38" fmla="*/ 150 w 353"/>
              <a:gd name="T39" fmla="*/ 247 h 354"/>
              <a:gd name="T40" fmla="*/ 144 w 353"/>
              <a:gd name="T41" fmla="*/ 233 h 354"/>
              <a:gd name="T42" fmla="*/ 131 w 353"/>
              <a:gd name="T43" fmla="*/ 244 h 354"/>
              <a:gd name="T44" fmla="*/ 142 w 353"/>
              <a:gd name="T45" fmla="*/ 51 h 354"/>
              <a:gd name="T46" fmla="*/ 24 w 353"/>
              <a:gd name="T47" fmla="*/ 49 h 354"/>
              <a:gd name="T48" fmla="*/ 0 w 353"/>
              <a:gd name="T49" fmla="*/ 185 h 354"/>
              <a:gd name="T50" fmla="*/ 163 w 353"/>
              <a:gd name="T51" fmla="*/ 351 h 354"/>
              <a:gd name="T52" fmla="*/ 174 w 353"/>
              <a:gd name="T53" fmla="*/ 351 h 354"/>
              <a:gd name="T54" fmla="*/ 305 w 353"/>
              <a:gd name="T55" fmla="*/ 217 h 354"/>
              <a:gd name="T56" fmla="*/ 142 w 353"/>
              <a:gd name="T57" fmla="*/ 51 h 354"/>
              <a:gd name="T58" fmla="*/ 16 w 353"/>
              <a:gd name="T59" fmla="*/ 182 h 354"/>
              <a:gd name="T60" fmla="*/ 24 w 353"/>
              <a:gd name="T61" fmla="*/ 65 h 354"/>
              <a:gd name="T62" fmla="*/ 286 w 353"/>
              <a:gd name="T63" fmla="*/ 217 h 354"/>
              <a:gd name="T64" fmla="*/ 168 w 353"/>
              <a:gd name="T65" fmla="*/ 289 h 354"/>
              <a:gd name="T66" fmla="*/ 206 w 353"/>
              <a:gd name="T67" fmla="*/ 255 h 354"/>
              <a:gd name="T68" fmla="*/ 201 w 353"/>
              <a:gd name="T69" fmla="*/ 241 h 354"/>
              <a:gd name="T70" fmla="*/ 163 w 353"/>
              <a:gd name="T71" fmla="*/ 276 h 354"/>
              <a:gd name="T72" fmla="*/ 168 w 353"/>
              <a:gd name="T73" fmla="*/ 289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353" h="354">
                <a:moveTo>
                  <a:pt x="72" y="97"/>
                </a:moveTo>
                <a:cubicBezTo>
                  <a:pt x="59" y="97"/>
                  <a:pt x="48" y="108"/>
                  <a:pt x="48" y="121"/>
                </a:cubicBezTo>
                <a:cubicBezTo>
                  <a:pt x="48" y="134"/>
                  <a:pt x="59" y="145"/>
                  <a:pt x="72" y="145"/>
                </a:cubicBezTo>
                <a:cubicBezTo>
                  <a:pt x="85" y="145"/>
                  <a:pt x="96" y="134"/>
                  <a:pt x="96" y="121"/>
                </a:cubicBezTo>
                <a:cubicBezTo>
                  <a:pt x="96" y="108"/>
                  <a:pt x="85" y="97"/>
                  <a:pt x="72" y="97"/>
                </a:cubicBezTo>
                <a:moveTo>
                  <a:pt x="72" y="129"/>
                </a:moveTo>
                <a:cubicBezTo>
                  <a:pt x="68" y="129"/>
                  <a:pt x="64" y="125"/>
                  <a:pt x="64" y="121"/>
                </a:cubicBezTo>
                <a:cubicBezTo>
                  <a:pt x="64" y="116"/>
                  <a:pt x="68" y="113"/>
                  <a:pt x="72" y="113"/>
                </a:cubicBezTo>
                <a:cubicBezTo>
                  <a:pt x="77" y="113"/>
                  <a:pt x="80" y="116"/>
                  <a:pt x="80" y="121"/>
                </a:cubicBezTo>
                <a:cubicBezTo>
                  <a:pt x="80" y="125"/>
                  <a:pt x="77" y="129"/>
                  <a:pt x="72" y="129"/>
                </a:cubicBezTo>
                <a:moveTo>
                  <a:pt x="168" y="225"/>
                </a:moveTo>
                <a:cubicBezTo>
                  <a:pt x="171" y="225"/>
                  <a:pt x="173" y="224"/>
                  <a:pt x="174" y="223"/>
                </a:cubicBezTo>
                <a:cubicBezTo>
                  <a:pt x="190" y="207"/>
                  <a:pt x="190" y="207"/>
                  <a:pt x="190" y="207"/>
                </a:cubicBezTo>
                <a:cubicBezTo>
                  <a:pt x="192" y="205"/>
                  <a:pt x="193" y="203"/>
                  <a:pt x="193" y="201"/>
                </a:cubicBezTo>
                <a:cubicBezTo>
                  <a:pt x="193" y="197"/>
                  <a:pt x="189" y="193"/>
                  <a:pt x="185" y="193"/>
                </a:cubicBezTo>
                <a:cubicBezTo>
                  <a:pt x="182" y="193"/>
                  <a:pt x="180" y="194"/>
                  <a:pt x="179" y="195"/>
                </a:cubicBezTo>
                <a:cubicBezTo>
                  <a:pt x="163" y="212"/>
                  <a:pt x="163" y="212"/>
                  <a:pt x="163" y="212"/>
                </a:cubicBezTo>
                <a:cubicBezTo>
                  <a:pt x="161" y="213"/>
                  <a:pt x="160" y="215"/>
                  <a:pt x="160" y="217"/>
                </a:cubicBezTo>
                <a:cubicBezTo>
                  <a:pt x="160" y="222"/>
                  <a:pt x="164" y="225"/>
                  <a:pt x="168" y="225"/>
                </a:cubicBezTo>
                <a:moveTo>
                  <a:pt x="351" y="163"/>
                </a:moveTo>
                <a:cubicBezTo>
                  <a:pt x="190" y="3"/>
                  <a:pt x="190" y="3"/>
                  <a:pt x="190" y="3"/>
                </a:cubicBezTo>
                <a:cubicBezTo>
                  <a:pt x="189" y="1"/>
                  <a:pt x="187" y="0"/>
                  <a:pt x="185" y="0"/>
                </a:cubicBezTo>
                <a:cubicBezTo>
                  <a:pt x="72" y="0"/>
                  <a:pt x="72" y="0"/>
                  <a:pt x="72" y="0"/>
                </a:cubicBezTo>
                <a:cubicBezTo>
                  <a:pt x="59" y="0"/>
                  <a:pt x="48" y="11"/>
                  <a:pt x="48" y="25"/>
                </a:cubicBezTo>
                <a:cubicBezTo>
                  <a:pt x="48" y="29"/>
                  <a:pt x="52" y="33"/>
                  <a:pt x="56" y="33"/>
                </a:cubicBezTo>
                <a:cubicBezTo>
                  <a:pt x="61" y="33"/>
                  <a:pt x="64" y="29"/>
                  <a:pt x="64" y="25"/>
                </a:cubicBezTo>
                <a:cubicBezTo>
                  <a:pt x="64" y="20"/>
                  <a:pt x="68" y="16"/>
                  <a:pt x="72" y="16"/>
                </a:cubicBezTo>
                <a:cubicBezTo>
                  <a:pt x="181" y="16"/>
                  <a:pt x="181" y="16"/>
                  <a:pt x="181" y="16"/>
                </a:cubicBezTo>
                <a:cubicBezTo>
                  <a:pt x="334" y="169"/>
                  <a:pt x="334" y="169"/>
                  <a:pt x="334" y="169"/>
                </a:cubicBezTo>
                <a:cubicBezTo>
                  <a:pt x="315" y="187"/>
                  <a:pt x="315" y="187"/>
                  <a:pt x="315" y="187"/>
                </a:cubicBezTo>
                <a:cubicBezTo>
                  <a:pt x="314" y="189"/>
                  <a:pt x="313" y="191"/>
                  <a:pt x="313" y="193"/>
                </a:cubicBezTo>
                <a:cubicBezTo>
                  <a:pt x="313" y="198"/>
                  <a:pt x="317" y="201"/>
                  <a:pt x="321" y="201"/>
                </a:cubicBezTo>
                <a:cubicBezTo>
                  <a:pt x="323" y="201"/>
                  <a:pt x="325" y="200"/>
                  <a:pt x="327" y="199"/>
                </a:cubicBezTo>
                <a:cubicBezTo>
                  <a:pt x="351" y="175"/>
                  <a:pt x="351" y="175"/>
                  <a:pt x="351" y="175"/>
                </a:cubicBezTo>
                <a:cubicBezTo>
                  <a:pt x="352" y="173"/>
                  <a:pt x="353" y="171"/>
                  <a:pt x="353" y="169"/>
                </a:cubicBezTo>
                <a:cubicBezTo>
                  <a:pt x="353" y="167"/>
                  <a:pt x="352" y="165"/>
                  <a:pt x="351" y="163"/>
                </a:cubicBezTo>
                <a:moveTo>
                  <a:pt x="128" y="249"/>
                </a:moveTo>
                <a:cubicBezTo>
                  <a:pt x="128" y="254"/>
                  <a:pt x="132" y="257"/>
                  <a:pt x="136" y="257"/>
                </a:cubicBezTo>
                <a:cubicBezTo>
                  <a:pt x="139" y="257"/>
                  <a:pt x="141" y="256"/>
                  <a:pt x="142" y="255"/>
                </a:cubicBezTo>
                <a:cubicBezTo>
                  <a:pt x="150" y="247"/>
                  <a:pt x="150" y="247"/>
                  <a:pt x="150" y="247"/>
                </a:cubicBezTo>
                <a:cubicBezTo>
                  <a:pt x="152" y="245"/>
                  <a:pt x="152" y="243"/>
                  <a:pt x="152" y="241"/>
                </a:cubicBezTo>
                <a:cubicBezTo>
                  <a:pt x="152" y="237"/>
                  <a:pt x="149" y="233"/>
                  <a:pt x="144" y="233"/>
                </a:cubicBezTo>
                <a:cubicBezTo>
                  <a:pt x="142" y="233"/>
                  <a:pt x="140" y="234"/>
                  <a:pt x="139" y="236"/>
                </a:cubicBezTo>
                <a:cubicBezTo>
                  <a:pt x="131" y="244"/>
                  <a:pt x="131" y="244"/>
                  <a:pt x="131" y="244"/>
                </a:cubicBezTo>
                <a:cubicBezTo>
                  <a:pt x="129" y="245"/>
                  <a:pt x="128" y="247"/>
                  <a:pt x="128" y="249"/>
                </a:cubicBezTo>
                <a:moveTo>
                  <a:pt x="142" y="51"/>
                </a:moveTo>
                <a:cubicBezTo>
                  <a:pt x="141" y="49"/>
                  <a:pt x="139" y="49"/>
                  <a:pt x="136" y="49"/>
                </a:cubicBezTo>
                <a:cubicBezTo>
                  <a:pt x="24" y="49"/>
                  <a:pt x="24" y="49"/>
                  <a:pt x="24" y="49"/>
                </a:cubicBezTo>
                <a:cubicBezTo>
                  <a:pt x="11" y="49"/>
                  <a:pt x="0" y="59"/>
                  <a:pt x="0" y="73"/>
                </a:cubicBezTo>
                <a:cubicBezTo>
                  <a:pt x="0" y="185"/>
                  <a:pt x="0" y="185"/>
                  <a:pt x="0" y="185"/>
                </a:cubicBezTo>
                <a:cubicBezTo>
                  <a:pt x="0" y="187"/>
                  <a:pt x="1" y="189"/>
                  <a:pt x="2" y="191"/>
                </a:cubicBezTo>
                <a:cubicBezTo>
                  <a:pt x="163" y="351"/>
                  <a:pt x="163" y="351"/>
                  <a:pt x="163" y="351"/>
                </a:cubicBezTo>
                <a:cubicBezTo>
                  <a:pt x="164" y="353"/>
                  <a:pt x="166" y="354"/>
                  <a:pt x="168" y="354"/>
                </a:cubicBezTo>
                <a:cubicBezTo>
                  <a:pt x="171" y="354"/>
                  <a:pt x="173" y="353"/>
                  <a:pt x="174" y="351"/>
                </a:cubicBezTo>
                <a:cubicBezTo>
                  <a:pt x="303" y="223"/>
                  <a:pt x="303" y="223"/>
                  <a:pt x="303" y="223"/>
                </a:cubicBezTo>
                <a:cubicBezTo>
                  <a:pt x="304" y="221"/>
                  <a:pt x="305" y="219"/>
                  <a:pt x="305" y="217"/>
                </a:cubicBezTo>
                <a:cubicBezTo>
                  <a:pt x="305" y="215"/>
                  <a:pt x="304" y="213"/>
                  <a:pt x="303" y="212"/>
                </a:cubicBezTo>
                <a:lnTo>
                  <a:pt x="142" y="51"/>
                </a:lnTo>
                <a:close/>
                <a:moveTo>
                  <a:pt x="168" y="334"/>
                </a:moveTo>
                <a:cubicBezTo>
                  <a:pt x="16" y="182"/>
                  <a:pt x="16" y="182"/>
                  <a:pt x="16" y="182"/>
                </a:cubicBezTo>
                <a:cubicBezTo>
                  <a:pt x="16" y="73"/>
                  <a:pt x="16" y="73"/>
                  <a:pt x="16" y="73"/>
                </a:cubicBezTo>
                <a:cubicBezTo>
                  <a:pt x="16" y="68"/>
                  <a:pt x="20" y="65"/>
                  <a:pt x="24" y="65"/>
                </a:cubicBezTo>
                <a:cubicBezTo>
                  <a:pt x="133" y="65"/>
                  <a:pt x="133" y="65"/>
                  <a:pt x="133" y="65"/>
                </a:cubicBezTo>
                <a:cubicBezTo>
                  <a:pt x="286" y="217"/>
                  <a:pt x="286" y="217"/>
                  <a:pt x="286" y="217"/>
                </a:cubicBezTo>
                <a:lnTo>
                  <a:pt x="168" y="334"/>
                </a:lnTo>
                <a:close/>
                <a:moveTo>
                  <a:pt x="168" y="289"/>
                </a:moveTo>
                <a:cubicBezTo>
                  <a:pt x="171" y="289"/>
                  <a:pt x="173" y="289"/>
                  <a:pt x="174" y="287"/>
                </a:cubicBezTo>
                <a:cubicBezTo>
                  <a:pt x="206" y="255"/>
                  <a:pt x="206" y="255"/>
                  <a:pt x="206" y="255"/>
                </a:cubicBezTo>
                <a:cubicBezTo>
                  <a:pt x="208" y="254"/>
                  <a:pt x="209" y="252"/>
                  <a:pt x="209" y="249"/>
                </a:cubicBezTo>
                <a:cubicBezTo>
                  <a:pt x="209" y="245"/>
                  <a:pt x="205" y="241"/>
                  <a:pt x="201" y="241"/>
                </a:cubicBezTo>
                <a:cubicBezTo>
                  <a:pt x="198" y="241"/>
                  <a:pt x="196" y="242"/>
                  <a:pt x="195" y="244"/>
                </a:cubicBezTo>
                <a:cubicBezTo>
                  <a:pt x="163" y="276"/>
                  <a:pt x="163" y="276"/>
                  <a:pt x="163" y="276"/>
                </a:cubicBezTo>
                <a:cubicBezTo>
                  <a:pt x="161" y="277"/>
                  <a:pt x="160" y="279"/>
                  <a:pt x="160" y="281"/>
                </a:cubicBezTo>
                <a:cubicBezTo>
                  <a:pt x="160" y="286"/>
                  <a:pt x="164" y="289"/>
                  <a:pt x="168" y="289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8" name="Freeform 78"/>
          <p:cNvSpPr>
            <a:spLocks noEditPoints="1"/>
          </p:cNvSpPr>
          <p:nvPr/>
        </p:nvSpPr>
        <p:spPr bwMode="auto">
          <a:xfrm>
            <a:off x="857252" y="2017184"/>
            <a:ext cx="472017" cy="575733"/>
          </a:xfrm>
          <a:custGeom>
            <a:avLst/>
            <a:gdLst>
              <a:gd name="T0" fmla="*/ 104 w 289"/>
              <a:gd name="T1" fmla="*/ 273 h 353"/>
              <a:gd name="T2" fmla="*/ 72 w 289"/>
              <a:gd name="T3" fmla="*/ 273 h 353"/>
              <a:gd name="T4" fmla="*/ 64 w 289"/>
              <a:gd name="T5" fmla="*/ 281 h 353"/>
              <a:gd name="T6" fmla="*/ 72 w 289"/>
              <a:gd name="T7" fmla="*/ 289 h 353"/>
              <a:gd name="T8" fmla="*/ 104 w 289"/>
              <a:gd name="T9" fmla="*/ 289 h 353"/>
              <a:gd name="T10" fmla="*/ 112 w 289"/>
              <a:gd name="T11" fmla="*/ 281 h 353"/>
              <a:gd name="T12" fmla="*/ 104 w 289"/>
              <a:gd name="T13" fmla="*/ 273 h 353"/>
              <a:gd name="T14" fmla="*/ 257 w 289"/>
              <a:gd name="T15" fmla="*/ 0 h 353"/>
              <a:gd name="T16" fmla="*/ 32 w 289"/>
              <a:gd name="T17" fmla="*/ 0 h 353"/>
              <a:gd name="T18" fmla="*/ 0 w 289"/>
              <a:gd name="T19" fmla="*/ 32 h 353"/>
              <a:gd name="T20" fmla="*/ 0 w 289"/>
              <a:gd name="T21" fmla="*/ 321 h 353"/>
              <a:gd name="T22" fmla="*/ 32 w 289"/>
              <a:gd name="T23" fmla="*/ 353 h 353"/>
              <a:gd name="T24" fmla="*/ 257 w 289"/>
              <a:gd name="T25" fmla="*/ 353 h 353"/>
              <a:gd name="T26" fmla="*/ 289 w 289"/>
              <a:gd name="T27" fmla="*/ 321 h 353"/>
              <a:gd name="T28" fmla="*/ 289 w 289"/>
              <a:gd name="T29" fmla="*/ 32 h 353"/>
              <a:gd name="T30" fmla="*/ 257 w 289"/>
              <a:gd name="T31" fmla="*/ 0 h 353"/>
              <a:gd name="T32" fmla="*/ 273 w 289"/>
              <a:gd name="T33" fmla="*/ 321 h 353"/>
              <a:gd name="T34" fmla="*/ 257 w 289"/>
              <a:gd name="T35" fmla="*/ 337 h 353"/>
              <a:gd name="T36" fmla="*/ 32 w 289"/>
              <a:gd name="T37" fmla="*/ 337 h 353"/>
              <a:gd name="T38" fmla="*/ 16 w 289"/>
              <a:gd name="T39" fmla="*/ 321 h 353"/>
              <a:gd name="T40" fmla="*/ 16 w 289"/>
              <a:gd name="T41" fmla="*/ 63 h 353"/>
              <a:gd name="T42" fmla="*/ 122 w 289"/>
              <a:gd name="T43" fmla="*/ 95 h 353"/>
              <a:gd name="T44" fmla="*/ 145 w 289"/>
              <a:gd name="T45" fmla="*/ 112 h 353"/>
              <a:gd name="T46" fmla="*/ 167 w 289"/>
              <a:gd name="T47" fmla="*/ 95 h 353"/>
              <a:gd name="T48" fmla="*/ 273 w 289"/>
              <a:gd name="T49" fmla="*/ 63 h 353"/>
              <a:gd name="T50" fmla="*/ 273 w 289"/>
              <a:gd name="T51" fmla="*/ 321 h 353"/>
              <a:gd name="T52" fmla="*/ 136 w 289"/>
              <a:gd name="T53" fmla="*/ 88 h 353"/>
              <a:gd name="T54" fmla="*/ 145 w 289"/>
              <a:gd name="T55" fmla="*/ 80 h 353"/>
              <a:gd name="T56" fmla="*/ 153 w 289"/>
              <a:gd name="T57" fmla="*/ 88 h 353"/>
              <a:gd name="T58" fmla="*/ 145 w 289"/>
              <a:gd name="T59" fmla="*/ 96 h 353"/>
              <a:gd name="T60" fmla="*/ 136 w 289"/>
              <a:gd name="T61" fmla="*/ 88 h 353"/>
              <a:gd name="T62" fmla="*/ 273 w 289"/>
              <a:gd name="T63" fmla="*/ 42 h 353"/>
              <a:gd name="T64" fmla="*/ 167 w 289"/>
              <a:gd name="T65" fmla="*/ 79 h 353"/>
              <a:gd name="T66" fmla="*/ 145 w 289"/>
              <a:gd name="T67" fmla="*/ 64 h 353"/>
              <a:gd name="T68" fmla="*/ 122 w 289"/>
              <a:gd name="T69" fmla="*/ 79 h 353"/>
              <a:gd name="T70" fmla="*/ 16 w 289"/>
              <a:gd name="T71" fmla="*/ 42 h 353"/>
              <a:gd name="T72" fmla="*/ 16 w 289"/>
              <a:gd name="T73" fmla="*/ 32 h 353"/>
              <a:gd name="T74" fmla="*/ 32 w 289"/>
              <a:gd name="T75" fmla="*/ 16 h 353"/>
              <a:gd name="T76" fmla="*/ 257 w 289"/>
              <a:gd name="T77" fmla="*/ 16 h 353"/>
              <a:gd name="T78" fmla="*/ 273 w 289"/>
              <a:gd name="T79" fmla="*/ 32 h 353"/>
              <a:gd name="T80" fmla="*/ 273 w 289"/>
              <a:gd name="T81" fmla="*/ 42 h 353"/>
              <a:gd name="T82" fmla="*/ 120 w 289"/>
              <a:gd name="T83" fmla="*/ 241 h 353"/>
              <a:gd name="T84" fmla="*/ 72 w 289"/>
              <a:gd name="T85" fmla="*/ 241 h 353"/>
              <a:gd name="T86" fmla="*/ 64 w 289"/>
              <a:gd name="T87" fmla="*/ 249 h 353"/>
              <a:gd name="T88" fmla="*/ 72 w 289"/>
              <a:gd name="T89" fmla="*/ 257 h 353"/>
              <a:gd name="T90" fmla="*/ 120 w 289"/>
              <a:gd name="T91" fmla="*/ 257 h 353"/>
              <a:gd name="T92" fmla="*/ 128 w 289"/>
              <a:gd name="T93" fmla="*/ 249 h 353"/>
              <a:gd name="T94" fmla="*/ 120 w 289"/>
              <a:gd name="T95" fmla="*/ 241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289" h="353">
                <a:moveTo>
                  <a:pt x="104" y="273"/>
                </a:moveTo>
                <a:cubicBezTo>
                  <a:pt x="72" y="273"/>
                  <a:pt x="72" y="273"/>
                  <a:pt x="72" y="273"/>
                </a:cubicBezTo>
                <a:cubicBezTo>
                  <a:pt x="68" y="273"/>
                  <a:pt x="64" y="276"/>
                  <a:pt x="64" y="281"/>
                </a:cubicBezTo>
                <a:cubicBezTo>
                  <a:pt x="64" y="285"/>
                  <a:pt x="68" y="289"/>
                  <a:pt x="72" y="289"/>
                </a:cubicBezTo>
                <a:cubicBezTo>
                  <a:pt x="104" y="289"/>
                  <a:pt x="104" y="289"/>
                  <a:pt x="104" y="289"/>
                </a:cubicBezTo>
                <a:cubicBezTo>
                  <a:pt x="109" y="289"/>
                  <a:pt x="112" y="285"/>
                  <a:pt x="112" y="281"/>
                </a:cubicBezTo>
                <a:cubicBezTo>
                  <a:pt x="112" y="276"/>
                  <a:pt x="109" y="273"/>
                  <a:pt x="104" y="273"/>
                </a:cubicBezTo>
                <a:moveTo>
                  <a:pt x="257" y="0"/>
                </a:move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4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4" y="353"/>
                  <a:pt x="32" y="353"/>
                </a:cubicBezTo>
                <a:cubicBezTo>
                  <a:pt x="257" y="353"/>
                  <a:pt x="257" y="353"/>
                  <a:pt x="257" y="353"/>
                </a:cubicBezTo>
                <a:cubicBezTo>
                  <a:pt x="275" y="353"/>
                  <a:pt x="289" y="339"/>
                  <a:pt x="289" y="321"/>
                </a:cubicBezTo>
                <a:cubicBezTo>
                  <a:pt x="289" y="32"/>
                  <a:pt x="289" y="32"/>
                  <a:pt x="289" y="32"/>
                </a:cubicBezTo>
                <a:cubicBezTo>
                  <a:pt x="289" y="14"/>
                  <a:pt x="275" y="0"/>
                  <a:pt x="257" y="0"/>
                </a:cubicBezTo>
                <a:moveTo>
                  <a:pt x="273" y="321"/>
                </a:moveTo>
                <a:cubicBezTo>
                  <a:pt x="273" y="330"/>
                  <a:pt x="266" y="337"/>
                  <a:pt x="257" y="337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23" y="337"/>
                  <a:pt x="16" y="330"/>
                  <a:pt x="16" y="321"/>
                </a:cubicBezTo>
                <a:cubicBezTo>
                  <a:pt x="16" y="63"/>
                  <a:pt x="16" y="63"/>
                  <a:pt x="16" y="63"/>
                </a:cubicBezTo>
                <a:cubicBezTo>
                  <a:pt x="40" y="80"/>
                  <a:pt x="82" y="92"/>
                  <a:pt x="122" y="95"/>
                </a:cubicBezTo>
                <a:cubicBezTo>
                  <a:pt x="125" y="105"/>
                  <a:pt x="134" y="112"/>
                  <a:pt x="145" y="112"/>
                </a:cubicBezTo>
                <a:cubicBezTo>
                  <a:pt x="155" y="112"/>
                  <a:pt x="164" y="105"/>
                  <a:pt x="167" y="95"/>
                </a:cubicBezTo>
                <a:cubicBezTo>
                  <a:pt x="207" y="92"/>
                  <a:pt x="249" y="80"/>
                  <a:pt x="273" y="63"/>
                </a:cubicBezTo>
                <a:lnTo>
                  <a:pt x="273" y="321"/>
                </a:lnTo>
                <a:close/>
                <a:moveTo>
                  <a:pt x="136" y="88"/>
                </a:moveTo>
                <a:cubicBezTo>
                  <a:pt x="136" y="84"/>
                  <a:pt x="140" y="80"/>
                  <a:pt x="145" y="80"/>
                </a:cubicBezTo>
                <a:cubicBezTo>
                  <a:pt x="149" y="80"/>
                  <a:pt x="153" y="84"/>
                  <a:pt x="153" y="88"/>
                </a:cubicBezTo>
                <a:cubicBezTo>
                  <a:pt x="153" y="93"/>
                  <a:pt x="149" y="96"/>
                  <a:pt x="145" y="96"/>
                </a:cubicBezTo>
                <a:cubicBezTo>
                  <a:pt x="140" y="96"/>
                  <a:pt x="136" y="93"/>
                  <a:pt x="136" y="88"/>
                </a:cubicBezTo>
                <a:moveTo>
                  <a:pt x="273" y="42"/>
                </a:moveTo>
                <a:cubicBezTo>
                  <a:pt x="252" y="61"/>
                  <a:pt x="209" y="75"/>
                  <a:pt x="167" y="79"/>
                </a:cubicBezTo>
                <a:cubicBezTo>
                  <a:pt x="163" y="70"/>
                  <a:pt x="155" y="64"/>
                  <a:pt x="145" y="64"/>
                </a:cubicBezTo>
                <a:cubicBezTo>
                  <a:pt x="134" y="64"/>
                  <a:pt x="126" y="70"/>
                  <a:pt x="122" y="79"/>
                </a:cubicBezTo>
                <a:cubicBezTo>
                  <a:pt x="80" y="75"/>
                  <a:pt x="37" y="61"/>
                  <a:pt x="16" y="42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3"/>
                  <a:pt x="23" y="16"/>
                  <a:pt x="32" y="16"/>
                </a:cubicBezTo>
                <a:cubicBezTo>
                  <a:pt x="257" y="16"/>
                  <a:pt x="257" y="16"/>
                  <a:pt x="257" y="16"/>
                </a:cubicBezTo>
                <a:cubicBezTo>
                  <a:pt x="266" y="16"/>
                  <a:pt x="273" y="23"/>
                  <a:pt x="273" y="32"/>
                </a:cubicBezTo>
                <a:lnTo>
                  <a:pt x="273" y="42"/>
                </a:lnTo>
                <a:close/>
                <a:moveTo>
                  <a:pt x="120" y="241"/>
                </a:moveTo>
                <a:cubicBezTo>
                  <a:pt x="72" y="241"/>
                  <a:pt x="72" y="241"/>
                  <a:pt x="72" y="241"/>
                </a:cubicBezTo>
                <a:cubicBezTo>
                  <a:pt x="68" y="241"/>
                  <a:pt x="64" y="244"/>
                  <a:pt x="64" y="249"/>
                </a:cubicBezTo>
                <a:cubicBezTo>
                  <a:pt x="64" y="253"/>
                  <a:pt x="68" y="257"/>
                  <a:pt x="72" y="257"/>
                </a:cubicBezTo>
                <a:cubicBezTo>
                  <a:pt x="120" y="257"/>
                  <a:pt x="120" y="257"/>
                  <a:pt x="120" y="257"/>
                </a:cubicBezTo>
                <a:cubicBezTo>
                  <a:pt x="125" y="257"/>
                  <a:pt x="128" y="253"/>
                  <a:pt x="128" y="249"/>
                </a:cubicBezTo>
                <a:cubicBezTo>
                  <a:pt x="128" y="244"/>
                  <a:pt x="125" y="241"/>
                  <a:pt x="120" y="241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9" name="Freeform 79"/>
          <p:cNvSpPr>
            <a:spLocks noEditPoints="1"/>
          </p:cNvSpPr>
          <p:nvPr/>
        </p:nvSpPr>
        <p:spPr bwMode="auto">
          <a:xfrm>
            <a:off x="1957918" y="2017184"/>
            <a:ext cx="469900" cy="575733"/>
          </a:xfrm>
          <a:custGeom>
            <a:avLst/>
            <a:gdLst>
              <a:gd name="T0" fmla="*/ 97 w 289"/>
              <a:gd name="T1" fmla="*/ 0 h 353"/>
              <a:gd name="T2" fmla="*/ 65 w 289"/>
              <a:gd name="T3" fmla="*/ 40 h 353"/>
              <a:gd name="T4" fmla="*/ 81 w 289"/>
              <a:gd name="T5" fmla="*/ 40 h 353"/>
              <a:gd name="T6" fmla="*/ 97 w 289"/>
              <a:gd name="T7" fmla="*/ 16 h 353"/>
              <a:gd name="T8" fmla="*/ 273 w 289"/>
              <a:gd name="T9" fmla="*/ 32 h 353"/>
              <a:gd name="T10" fmla="*/ 257 w 289"/>
              <a:gd name="T11" fmla="*/ 273 h 353"/>
              <a:gd name="T12" fmla="*/ 241 w 289"/>
              <a:gd name="T13" fmla="*/ 281 h 353"/>
              <a:gd name="T14" fmla="*/ 257 w 289"/>
              <a:gd name="T15" fmla="*/ 289 h 353"/>
              <a:gd name="T16" fmla="*/ 289 w 289"/>
              <a:gd name="T17" fmla="*/ 32 h 353"/>
              <a:gd name="T18" fmla="*/ 89 w 289"/>
              <a:gd name="T19" fmla="*/ 257 h 353"/>
              <a:gd name="T20" fmla="*/ 49 w 289"/>
              <a:gd name="T21" fmla="*/ 265 h 353"/>
              <a:gd name="T22" fmla="*/ 89 w 289"/>
              <a:gd name="T23" fmla="*/ 273 h 353"/>
              <a:gd name="T24" fmla="*/ 89 w 289"/>
              <a:gd name="T25" fmla="*/ 257 h 353"/>
              <a:gd name="T26" fmla="*/ 57 w 289"/>
              <a:gd name="T27" fmla="*/ 289 h 353"/>
              <a:gd name="T28" fmla="*/ 57 w 289"/>
              <a:gd name="T29" fmla="*/ 305 h 353"/>
              <a:gd name="T30" fmla="*/ 81 w 289"/>
              <a:gd name="T31" fmla="*/ 297 h 353"/>
              <a:gd name="T32" fmla="*/ 193 w 289"/>
              <a:gd name="T33" fmla="*/ 64 h 353"/>
              <a:gd name="T34" fmla="*/ 0 w 289"/>
              <a:gd name="T35" fmla="*/ 96 h 353"/>
              <a:gd name="T36" fmla="*/ 32 w 289"/>
              <a:gd name="T37" fmla="*/ 353 h 353"/>
              <a:gd name="T38" fmla="*/ 225 w 289"/>
              <a:gd name="T39" fmla="*/ 321 h 353"/>
              <a:gd name="T40" fmla="*/ 193 w 289"/>
              <a:gd name="T41" fmla="*/ 64 h 353"/>
              <a:gd name="T42" fmla="*/ 193 w 289"/>
              <a:gd name="T43" fmla="*/ 337 h 353"/>
              <a:gd name="T44" fmla="*/ 16 w 289"/>
              <a:gd name="T45" fmla="*/ 321 h 353"/>
              <a:gd name="T46" fmla="*/ 90 w 289"/>
              <a:gd name="T47" fmla="*/ 144 h 353"/>
              <a:gd name="T48" fmla="*/ 136 w 289"/>
              <a:gd name="T49" fmla="*/ 144 h 353"/>
              <a:gd name="T50" fmla="*/ 209 w 289"/>
              <a:gd name="T51" fmla="*/ 321 h 353"/>
              <a:gd name="T52" fmla="*/ 113 w 289"/>
              <a:gd name="T53" fmla="*/ 128 h 353"/>
              <a:gd name="T54" fmla="*/ 113 w 289"/>
              <a:gd name="T55" fmla="*/ 144 h 353"/>
              <a:gd name="T56" fmla="*/ 209 w 289"/>
              <a:gd name="T57" fmla="*/ 99 h 353"/>
              <a:gd name="T58" fmla="*/ 113 w 289"/>
              <a:gd name="T59" fmla="*/ 112 h 353"/>
              <a:gd name="T60" fmla="*/ 16 w 289"/>
              <a:gd name="T61" fmla="*/ 99 h 353"/>
              <a:gd name="T62" fmla="*/ 32 w 289"/>
              <a:gd name="T63" fmla="*/ 80 h 353"/>
              <a:gd name="T64" fmla="*/ 209 w 289"/>
              <a:gd name="T65" fmla="*/ 96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289" h="353">
                <a:moveTo>
                  <a:pt x="257" y="0"/>
                </a:moveTo>
                <a:cubicBezTo>
                  <a:pt x="97" y="0"/>
                  <a:pt x="97" y="0"/>
                  <a:pt x="97" y="0"/>
                </a:cubicBezTo>
                <a:cubicBezTo>
                  <a:pt x="79" y="0"/>
                  <a:pt x="65" y="14"/>
                  <a:pt x="65" y="32"/>
                </a:cubicBezTo>
                <a:cubicBezTo>
                  <a:pt x="65" y="40"/>
                  <a:pt x="65" y="40"/>
                  <a:pt x="65" y="40"/>
                </a:cubicBezTo>
                <a:cubicBezTo>
                  <a:pt x="65" y="44"/>
                  <a:pt x="68" y="48"/>
                  <a:pt x="73" y="48"/>
                </a:cubicBezTo>
                <a:cubicBezTo>
                  <a:pt x="77" y="48"/>
                  <a:pt x="81" y="44"/>
                  <a:pt x="81" y="40"/>
                </a:cubicBezTo>
                <a:cubicBezTo>
                  <a:pt x="81" y="32"/>
                  <a:pt x="81" y="32"/>
                  <a:pt x="81" y="32"/>
                </a:cubicBezTo>
                <a:cubicBezTo>
                  <a:pt x="81" y="23"/>
                  <a:pt x="88" y="16"/>
                  <a:pt x="97" y="16"/>
                </a:cubicBezTo>
                <a:cubicBezTo>
                  <a:pt x="257" y="16"/>
                  <a:pt x="257" y="16"/>
                  <a:pt x="257" y="16"/>
                </a:cubicBezTo>
                <a:cubicBezTo>
                  <a:pt x="266" y="16"/>
                  <a:pt x="273" y="23"/>
                  <a:pt x="273" y="32"/>
                </a:cubicBezTo>
                <a:cubicBezTo>
                  <a:pt x="273" y="257"/>
                  <a:pt x="273" y="257"/>
                  <a:pt x="273" y="257"/>
                </a:cubicBezTo>
                <a:cubicBezTo>
                  <a:pt x="273" y="266"/>
                  <a:pt x="266" y="273"/>
                  <a:pt x="257" y="273"/>
                </a:cubicBezTo>
                <a:cubicBezTo>
                  <a:pt x="249" y="273"/>
                  <a:pt x="249" y="273"/>
                  <a:pt x="249" y="273"/>
                </a:cubicBezTo>
                <a:cubicBezTo>
                  <a:pt x="245" y="273"/>
                  <a:pt x="241" y="276"/>
                  <a:pt x="241" y="281"/>
                </a:cubicBezTo>
                <a:cubicBezTo>
                  <a:pt x="241" y="285"/>
                  <a:pt x="245" y="289"/>
                  <a:pt x="249" y="289"/>
                </a:cubicBezTo>
                <a:cubicBezTo>
                  <a:pt x="257" y="289"/>
                  <a:pt x="257" y="289"/>
                  <a:pt x="257" y="289"/>
                </a:cubicBezTo>
                <a:cubicBezTo>
                  <a:pt x="275" y="289"/>
                  <a:pt x="289" y="274"/>
                  <a:pt x="289" y="257"/>
                </a:cubicBezTo>
                <a:cubicBezTo>
                  <a:pt x="289" y="32"/>
                  <a:pt x="289" y="32"/>
                  <a:pt x="289" y="32"/>
                </a:cubicBezTo>
                <a:cubicBezTo>
                  <a:pt x="289" y="14"/>
                  <a:pt x="275" y="0"/>
                  <a:pt x="257" y="0"/>
                </a:cubicBezTo>
                <a:moveTo>
                  <a:pt x="89" y="257"/>
                </a:moveTo>
                <a:cubicBezTo>
                  <a:pt x="57" y="257"/>
                  <a:pt x="57" y="257"/>
                  <a:pt x="57" y="257"/>
                </a:cubicBezTo>
                <a:cubicBezTo>
                  <a:pt x="52" y="257"/>
                  <a:pt x="49" y="260"/>
                  <a:pt x="49" y="265"/>
                </a:cubicBezTo>
                <a:cubicBezTo>
                  <a:pt x="49" y="269"/>
                  <a:pt x="52" y="273"/>
                  <a:pt x="57" y="273"/>
                </a:cubicBezTo>
                <a:cubicBezTo>
                  <a:pt x="89" y="273"/>
                  <a:pt x="89" y="273"/>
                  <a:pt x="89" y="273"/>
                </a:cubicBezTo>
                <a:cubicBezTo>
                  <a:pt x="93" y="273"/>
                  <a:pt x="97" y="269"/>
                  <a:pt x="97" y="265"/>
                </a:cubicBezTo>
                <a:cubicBezTo>
                  <a:pt x="97" y="260"/>
                  <a:pt x="93" y="257"/>
                  <a:pt x="89" y="257"/>
                </a:cubicBezTo>
                <a:moveTo>
                  <a:pt x="73" y="289"/>
                </a:moveTo>
                <a:cubicBezTo>
                  <a:pt x="57" y="289"/>
                  <a:pt x="57" y="289"/>
                  <a:pt x="57" y="289"/>
                </a:cubicBezTo>
                <a:cubicBezTo>
                  <a:pt x="52" y="289"/>
                  <a:pt x="49" y="292"/>
                  <a:pt x="49" y="297"/>
                </a:cubicBezTo>
                <a:cubicBezTo>
                  <a:pt x="49" y="301"/>
                  <a:pt x="52" y="305"/>
                  <a:pt x="57" y="305"/>
                </a:cubicBezTo>
                <a:cubicBezTo>
                  <a:pt x="73" y="305"/>
                  <a:pt x="73" y="305"/>
                  <a:pt x="73" y="305"/>
                </a:cubicBezTo>
                <a:cubicBezTo>
                  <a:pt x="77" y="305"/>
                  <a:pt x="81" y="301"/>
                  <a:pt x="81" y="297"/>
                </a:cubicBezTo>
                <a:cubicBezTo>
                  <a:pt x="81" y="292"/>
                  <a:pt x="77" y="289"/>
                  <a:pt x="73" y="289"/>
                </a:cubicBezTo>
                <a:moveTo>
                  <a:pt x="193" y="64"/>
                </a:moveTo>
                <a:cubicBezTo>
                  <a:pt x="32" y="64"/>
                  <a:pt x="32" y="64"/>
                  <a:pt x="32" y="64"/>
                </a:cubicBezTo>
                <a:cubicBezTo>
                  <a:pt x="15" y="64"/>
                  <a:pt x="0" y="78"/>
                  <a:pt x="0" y="96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5" y="353"/>
                  <a:pt x="32" y="353"/>
                </a:cubicBezTo>
                <a:cubicBezTo>
                  <a:pt x="193" y="353"/>
                  <a:pt x="193" y="353"/>
                  <a:pt x="193" y="353"/>
                </a:cubicBezTo>
                <a:cubicBezTo>
                  <a:pt x="211" y="353"/>
                  <a:pt x="225" y="339"/>
                  <a:pt x="225" y="321"/>
                </a:cubicBezTo>
                <a:cubicBezTo>
                  <a:pt x="225" y="96"/>
                  <a:pt x="225" y="96"/>
                  <a:pt x="225" y="96"/>
                </a:cubicBezTo>
                <a:cubicBezTo>
                  <a:pt x="225" y="78"/>
                  <a:pt x="211" y="64"/>
                  <a:pt x="193" y="64"/>
                </a:cubicBezTo>
                <a:moveTo>
                  <a:pt x="209" y="321"/>
                </a:moveTo>
                <a:cubicBezTo>
                  <a:pt x="209" y="330"/>
                  <a:pt x="202" y="337"/>
                  <a:pt x="193" y="337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24" y="337"/>
                  <a:pt x="16" y="330"/>
                  <a:pt x="16" y="321"/>
                </a:cubicBezTo>
                <a:cubicBezTo>
                  <a:pt x="16" y="119"/>
                  <a:pt x="16" y="119"/>
                  <a:pt x="16" y="119"/>
                </a:cubicBezTo>
                <a:cubicBezTo>
                  <a:pt x="36" y="135"/>
                  <a:pt x="58" y="141"/>
                  <a:pt x="90" y="144"/>
                </a:cubicBezTo>
                <a:cubicBezTo>
                  <a:pt x="93" y="153"/>
                  <a:pt x="102" y="160"/>
                  <a:pt x="113" y="160"/>
                </a:cubicBezTo>
                <a:cubicBezTo>
                  <a:pt x="123" y="160"/>
                  <a:pt x="132" y="153"/>
                  <a:pt x="136" y="144"/>
                </a:cubicBezTo>
                <a:cubicBezTo>
                  <a:pt x="168" y="141"/>
                  <a:pt x="190" y="135"/>
                  <a:pt x="209" y="119"/>
                </a:cubicBezTo>
                <a:lnTo>
                  <a:pt x="209" y="321"/>
                </a:lnTo>
                <a:close/>
                <a:moveTo>
                  <a:pt x="105" y="136"/>
                </a:moveTo>
                <a:cubicBezTo>
                  <a:pt x="105" y="132"/>
                  <a:pt x="108" y="128"/>
                  <a:pt x="113" y="128"/>
                </a:cubicBezTo>
                <a:cubicBezTo>
                  <a:pt x="117" y="128"/>
                  <a:pt x="121" y="132"/>
                  <a:pt x="121" y="136"/>
                </a:cubicBezTo>
                <a:cubicBezTo>
                  <a:pt x="121" y="141"/>
                  <a:pt x="117" y="144"/>
                  <a:pt x="113" y="144"/>
                </a:cubicBezTo>
                <a:cubicBezTo>
                  <a:pt x="108" y="144"/>
                  <a:pt x="105" y="141"/>
                  <a:pt x="105" y="136"/>
                </a:cubicBezTo>
                <a:moveTo>
                  <a:pt x="209" y="99"/>
                </a:moveTo>
                <a:cubicBezTo>
                  <a:pt x="193" y="116"/>
                  <a:pt x="170" y="125"/>
                  <a:pt x="135" y="127"/>
                </a:cubicBezTo>
                <a:cubicBezTo>
                  <a:pt x="132" y="118"/>
                  <a:pt x="123" y="112"/>
                  <a:pt x="113" y="112"/>
                </a:cubicBezTo>
                <a:cubicBezTo>
                  <a:pt x="103" y="112"/>
                  <a:pt x="94" y="118"/>
                  <a:pt x="90" y="127"/>
                </a:cubicBezTo>
                <a:cubicBezTo>
                  <a:pt x="55" y="125"/>
                  <a:pt x="32" y="116"/>
                  <a:pt x="16" y="99"/>
                </a:cubicBezTo>
                <a:cubicBezTo>
                  <a:pt x="16" y="96"/>
                  <a:pt x="16" y="96"/>
                  <a:pt x="16" y="96"/>
                </a:cubicBezTo>
                <a:cubicBezTo>
                  <a:pt x="16" y="87"/>
                  <a:pt x="24" y="80"/>
                  <a:pt x="32" y="80"/>
                </a:cubicBezTo>
                <a:cubicBezTo>
                  <a:pt x="193" y="80"/>
                  <a:pt x="193" y="80"/>
                  <a:pt x="193" y="80"/>
                </a:cubicBezTo>
                <a:cubicBezTo>
                  <a:pt x="202" y="80"/>
                  <a:pt x="209" y="87"/>
                  <a:pt x="209" y="96"/>
                </a:cubicBezTo>
                <a:lnTo>
                  <a:pt x="209" y="9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0" name="Freeform 80"/>
          <p:cNvSpPr>
            <a:spLocks noEditPoints="1"/>
          </p:cNvSpPr>
          <p:nvPr/>
        </p:nvSpPr>
        <p:spPr bwMode="auto">
          <a:xfrm>
            <a:off x="3005667" y="2017184"/>
            <a:ext cx="575733" cy="575733"/>
          </a:xfrm>
          <a:custGeom>
            <a:avLst/>
            <a:gdLst>
              <a:gd name="T0" fmla="*/ 77 w 353"/>
              <a:gd name="T1" fmla="*/ 238 h 353"/>
              <a:gd name="T2" fmla="*/ 86 w 353"/>
              <a:gd name="T3" fmla="*/ 230 h 353"/>
              <a:gd name="T4" fmla="*/ 88 w 353"/>
              <a:gd name="T5" fmla="*/ 225 h 353"/>
              <a:gd name="T6" fmla="*/ 80 w 353"/>
              <a:gd name="T7" fmla="*/ 217 h 353"/>
              <a:gd name="T8" fmla="*/ 74 w 353"/>
              <a:gd name="T9" fmla="*/ 219 h 353"/>
              <a:gd name="T10" fmla="*/ 66 w 353"/>
              <a:gd name="T11" fmla="*/ 227 h 353"/>
              <a:gd name="T12" fmla="*/ 64 w 353"/>
              <a:gd name="T13" fmla="*/ 233 h 353"/>
              <a:gd name="T14" fmla="*/ 72 w 353"/>
              <a:gd name="T15" fmla="*/ 241 h 353"/>
              <a:gd name="T16" fmla="*/ 77 w 353"/>
              <a:gd name="T17" fmla="*/ 238 h 353"/>
              <a:gd name="T18" fmla="*/ 128 w 353"/>
              <a:gd name="T19" fmla="*/ 233 h 353"/>
              <a:gd name="T20" fmla="*/ 120 w 353"/>
              <a:gd name="T21" fmla="*/ 225 h 353"/>
              <a:gd name="T22" fmla="*/ 114 w 353"/>
              <a:gd name="T23" fmla="*/ 227 h 353"/>
              <a:gd name="T24" fmla="*/ 34 w 353"/>
              <a:gd name="T25" fmla="*/ 307 h 353"/>
              <a:gd name="T26" fmla="*/ 32 w 353"/>
              <a:gd name="T27" fmla="*/ 313 h 353"/>
              <a:gd name="T28" fmla="*/ 40 w 353"/>
              <a:gd name="T29" fmla="*/ 321 h 353"/>
              <a:gd name="T30" fmla="*/ 45 w 353"/>
              <a:gd name="T31" fmla="*/ 319 h 353"/>
              <a:gd name="T32" fmla="*/ 126 w 353"/>
              <a:gd name="T33" fmla="*/ 238 h 353"/>
              <a:gd name="T34" fmla="*/ 128 w 353"/>
              <a:gd name="T35" fmla="*/ 233 h 353"/>
              <a:gd name="T36" fmla="*/ 128 w 353"/>
              <a:gd name="T37" fmla="*/ 265 h 353"/>
              <a:gd name="T38" fmla="*/ 122 w 353"/>
              <a:gd name="T39" fmla="*/ 267 h 353"/>
              <a:gd name="T40" fmla="*/ 98 w 353"/>
              <a:gd name="T41" fmla="*/ 291 h 353"/>
              <a:gd name="T42" fmla="*/ 96 w 353"/>
              <a:gd name="T43" fmla="*/ 297 h 353"/>
              <a:gd name="T44" fmla="*/ 104 w 353"/>
              <a:gd name="T45" fmla="*/ 305 h 353"/>
              <a:gd name="T46" fmla="*/ 110 w 353"/>
              <a:gd name="T47" fmla="*/ 302 h 353"/>
              <a:gd name="T48" fmla="*/ 134 w 353"/>
              <a:gd name="T49" fmla="*/ 278 h 353"/>
              <a:gd name="T50" fmla="*/ 136 w 353"/>
              <a:gd name="T51" fmla="*/ 273 h 353"/>
              <a:gd name="T52" fmla="*/ 128 w 353"/>
              <a:gd name="T53" fmla="*/ 265 h 353"/>
              <a:gd name="T54" fmla="*/ 353 w 353"/>
              <a:gd name="T55" fmla="*/ 8 h 353"/>
              <a:gd name="T56" fmla="*/ 345 w 353"/>
              <a:gd name="T57" fmla="*/ 0 h 353"/>
              <a:gd name="T58" fmla="*/ 341 w 353"/>
              <a:gd name="T59" fmla="*/ 1 h 353"/>
              <a:gd name="T60" fmla="*/ 341 w 353"/>
              <a:gd name="T61" fmla="*/ 1 h 353"/>
              <a:gd name="T62" fmla="*/ 4 w 353"/>
              <a:gd name="T63" fmla="*/ 145 h 353"/>
              <a:gd name="T64" fmla="*/ 4 w 353"/>
              <a:gd name="T65" fmla="*/ 145 h 353"/>
              <a:gd name="T66" fmla="*/ 4 w 353"/>
              <a:gd name="T67" fmla="*/ 145 h 353"/>
              <a:gd name="T68" fmla="*/ 4 w 353"/>
              <a:gd name="T69" fmla="*/ 145 h 353"/>
              <a:gd name="T70" fmla="*/ 0 w 353"/>
              <a:gd name="T71" fmla="*/ 152 h 353"/>
              <a:gd name="T72" fmla="*/ 5 w 353"/>
              <a:gd name="T73" fmla="*/ 160 h 353"/>
              <a:gd name="T74" fmla="*/ 5 w 353"/>
              <a:gd name="T75" fmla="*/ 160 h 353"/>
              <a:gd name="T76" fmla="*/ 138 w 353"/>
              <a:gd name="T77" fmla="*/ 215 h 353"/>
              <a:gd name="T78" fmla="*/ 193 w 353"/>
              <a:gd name="T79" fmla="*/ 347 h 353"/>
              <a:gd name="T80" fmla="*/ 193 w 353"/>
              <a:gd name="T81" fmla="*/ 347 h 353"/>
              <a:gd name="T82" fmla="*/ 200 w 353"/>
              <a:gd name="T83" fmla="*/ 353 h 353"/>
              <a:gd name="T84" fmla="*/ 207 w 353"/>
              <a:gd name="T85" fmla="*/ 348 h 353"/>
              <a:gd name="T86" fmla="*/ 208 w 353"/>
              <a:gd name="T87" fmla="*/ 348 h 353"/>
              <a:gd name="T88" fmla="*/ 208 w 353"/>
              <a:gd name="T89" fmla="*/ 348 h 353"/>
              <a:gd name="T90" fmla="*/ 208 w 353"/>
              <a:gd name="T91" fmla="*/ 348 h 353"/>
              <a:gd name="T92" fmla="*/ 352 w 353"/>
              <a:gd name="T93" fmla="*/ 11 h 353"/>
              <a:gd name="T94" fmla="*/ 352 w 353"/>
              <a:gd name="T95" fmla="*/ 11 h 353"/>
              <a:gd name="T96" fmla="*/ 353 w 353"/>
              <a:gd name="T97" fmla="*/ 8 h 353"/>
              <a:gd name="T98" fmla="*/ 28 w 353"/>
              <a:gd name="T99" fmla="*/ 152 h 353"/>
              <a:gd name="T100" fmla="*/ 310 w 353"/>
              <a:gd name="T101" fmla="*/ 32 h 353"/>
              <a:gd name="T102" fmla="*/ 142 w 353"/>
              <a:gd name="T103" fmla="*/ 199 h 353"/>
              <a:gd name="T104" fmla="*/ 28 w 353"/>
              <a:gd name="T105" fmla="*/ 152 h 353"/>
              <a:gd name="T106" fmla="*/ 200 w 353"/>
              <a:gd name="T107" fmla="*/ 324 h 353"/>
              <a:gd name="T108" fmla="*/ 153 w 353"/>
              <a:gd name="T109" fmla="*/ 210 h 353"/>
              <a:gd name="T110" fmla="*/ 321 w 353"/>
              <a:gd name="T111" fmla="*/ 43 h 353"/>
              <a:gd name="T112" fmla="*/ 200 w 353"/>
              <a:gd name="T113" fmla="*/ 324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353" h="353">
                <a:moveTo>
                  <a:pt x="77" y="238"/>
                </a:moveTo>
                <a:cubicBezTo>
                  <a:pt x="86" y="230"/>
                  <a:pt x="86" y="230"/>
                  <a:pt x="86" y="230"/>
                </a:cubicBezTo>
                <a:cubicBezTo>
                  <a:pt x="87" y="229"/>
                  <a:pt x="88" y="227"/>
                  <a:pt x="88" y="225"/>
                </a:cubicBezTo>
                <a:cubicBezTo>
                  <a:pt x="88" y="220"/>
                  <a:pt x="84" y="217"/>
                  <a:pt x="80" y="217"/>
                </a:cubicBezTo>
                <a:cubicBezTo>
                  <a:pt x="78" y="217"/>
                  <a:pt x="76" y="217"/>
                  <a:pt x="74" y="219"/>
                </a:cubicBezTo>
                <a:cubicBezTo>
                  <a:pt x="66" y="227"/>
                  <a:pt x="66" y="227"/>
                  <a:pt x="66" y="227"/>
                </a:cubicBezTo>
                <a:cubicBezTo>
                  <a:pt x="65" y="228"/>
                  <a:pt x="64" y="230"/>
                  <a:pt x="64" y="233"/>
                </a:cubicBezTo>
                <a:cubicBezTo>
                  <a:pt x="64" y="237"/>
                  <a:pt x="67" y="241"/>
                  <a:pt x="72" y="241"/>
                </a:cubicBezTo>
                <a:cubicBezTo>
                  <a:pt x="74" y="241"/>
                  <a:pt x="76" y="240"/>
                  <a:pt x="77" y="238"/>
                </a:cubicBezTo>
                <a:moveTo>
                  <a:pt x="128" y="233"/>
                </a:moveTo>
                <a:cubicBezTo>
                  <a:pt x="128" y="228"/>
                  <a:pt x="124" y="225"/>
                  <a:pt x="120" y="225"/>
                </a:cubicBezTo>
                <a:cubicBezTo>
                  <a:pt x="118" y="225"/>
                  <a:pt x="116" y="225"/>
                  <a:pt x="114" y="227"/>
                </a:cubicBezTo>
                <a:cubicBezTo>
                  <a:pt x="34" y="307"/>
                  <a:pt x="34" y="307"/>
                  <a:pt x="34" y="307"/>
                </a:cubicBezTo>
                <a:cubicBezTo>
                  <a:pt x="33" y="309"/>
                  <a:pt x="32" y="311"/>
                  <a:pt x="32" y="313"/>
                </a:cubicBezTo>
                <a:cubicBezTo>
                  <a:pt x="32" y="317"/>
                  <a:pt x="35" y="321"/>
                  <a:pt x="40" y="321"/>
                </a:cubicBezTo>
                <a:cubicBezTo>
                  <a:pt x="42" y="321"/>
                  <a:pt x="44" y="320"/>
                  <a:pt x="45" y="319"/>
                </a:cubicBezTo>
                <a:cubicBezTo>
                  <a:pt x="126" y="238"/>
                  <a:pt x="126" y="238"/>
                  <a:pt x="126" y="238"/>
                </a:cubicBezTo>
                <a:cubicBezTo>
                  <a:pt x="127" y="237"/>
                  <a:pt x="128" y="235"/>
                  <a:pt x="128" y="233"/>
                </a:cubicBezTo>
                <a:moveTo>
                  <a:pt x="128" y="265"/>
                </a:moveTo>
                <a:cubicBezTo>
                  <a:pt x="126" y="265"/>
                  <a:pt x="124" y="266"/>
                  <a:pt x="122" y="267"/>
                </a:cubicBezTo>
                <a:cubicBezTo>
                  <a:pt x="98" y="291"/>
                  <a:pt x="98" y="291"/>
                  <a:pt x="98" y="291"/>
                </a:cubicBezTo>
                <a:cubicBezTo>
                  <a:pt x="97" y="293"/>
                  <a:pt x="96" y="295"/>
                  <a:pt x="96" y="297"/>
                </a:cubicBezTo>
                <a:cubicBezTo>
                  <a:pt x="96" y="301"/>
                  <a:pt x="99" y="305"/>
                  <a:pt x="104" y="305"/>
                </a:cubicBezTo>
                <a:cubicBezTo>
                  <a:pt x="106" y="305"/>
                  <a:pt x="108" y="304"/>
                  <a:pt x="110" y="302"/>
                </a:cubicBezTo>
                <a:cubicBezTo>
                  <a:pt x="134" y="278"/>
                  <a:pt x="134" y="278"/>
                  <a:pt x="134" y="278"/>
                </a:cubicBezTo>
                <a:cubicBezTo>
                  <a:pt x="135" y="277"/>
                  <a:pt x="136" y="275"/>
                  <a:pt x="136" y="273"/>
                </a:cubicBezTo>
                <a:cubicBezTo>
                  <a:pt x="136" y="268"/>
                  <a:pt x="132" y="265"/>
                  <a:pt x="128" y="265"/>
                </a:cubicBezTo>
                <a:moveTo>
                  <a:pt x="353" y="8"/>
                </a:moveTo>
                <a:cubicBezTo>
                  <a:pt x="353" y="3"/>
                  <a:pt x="349" y="0"/>
                  <a:pt x="345" y="0"/>
                </a:cubicBezTo>
                <a:cubicBezTo>
                  <a:pt x="344" y="0"/>
                  <a:pt x="342" y="0"/>
                  <a:pt x="341" y="1"/>
                </a:cubicBezTo>
                <a:cubicBezTo>
                  <a:pt x="341" y="1"/>
                  <a:pt x="341" y="1"/>
                  <a:pt x="341" y="1"/>
                </a:cubicBezTo>
                <a:cubicBezTo>
                  <a:pt x="4" y="145"/>
                  <a:pt x="4" y="145"/>
                  <a:pt x="4" y="145"/>
                </a:cubicBezTo>
                <a:cubicBezTo>
                  <a:pt x="4" y="145"/>
                  <a:pt x="4" y="145"/>
                  <a:pt x="4" y="145"/>
                </a:cubicBezTo>
                <a:cubicBezTo>
                  <a:pt x="4" y="145"/>
                  <a:pt x="4" y="145"/>
                  <a:pt x="4" y="145"/>
                </a:cubicBezTo>
                <a:cubicBezTo>
                  <a:pt x="4" y="145"/>
                  <a:pt x="4" y="145"/>
                  <a:pt x="4" y="145"/>
                </a:cubicBezTo>
                <a:cubicBezTo>
                  <a:pt x="1" y="146"/>
                  <a:pt x="0" y="149"/>
                  <a:pt x="0" y="152"/>
                </a:cubicBezTo>
                <a:cubicBezTo>
                  <a:pt x="0" y="156"/>
                  <a:pt x="2" y="159"/>
                  <a:pt x="5" y="160"/>
                </a:cubicBezTo>
                <a:cubicBezTo>
                  <a:pt x="5" y="160"/>
                  <a:pt x="5" y="160"/>
                  <a:pt x="5" y="160"/>
                </a:cubicBezTo>
                <a:cubicBezTo>
                  <a:pt x="138" y="215"/>
                  <a:pt x="138" y="215"/>
                  <a:pt x="138" y="215"/>
                </a:cubicBezTo>
                <a:cubicBezTo>
                  <a:pt x="193" y="347"/>
                  <a:pt x="193" y="347"/>
                  <a:pt x="193" y="347"/>
                </a:cubicBezTo>
                <a:cubicBezTo>
                  <a:pt x="193" y="347"/>
                  <a:pt x="193" y="347"/>
                  <a:pt x="193" y="347"/>
                </a:cubicBezTo>
                <a:cubicBezTo>
                  <a:pt x="194" y="351"/>
                  <a:pt x="197" y="353"/>
                  <a:pt x="200" y="353"/>
                </a:cubicBezTo>
                <a:cubicBezTo>
                  <a:pt x="203" y="353"/>
                  <a:pt x="206" y="351"/>
                  <a:pt x="207" y="348"/>
                </a:cubicBezTo>
                <a:cubicBezTo>
                  <a:pt x="208" y="348"/>
                  <a:pt x="208" y="348"/>
                  <a:pt x="208" y="348"/>
                </a:cubicBezTo>
                <a:cubicBezTo>
                  <a:pt x="208" y="348"/>
                  <a:pt x="208" y="348"/>
                  <a:pt x="208" y="348"/>
                </a:cubicBezTo>
                <a:cubicBezTo>
                  <a:pt x="208" y="348"/>
                  <a:pt x="208" y="348"/>
                  <a:pt x="208" y="348"/>
                </a:cubicBezTo>
                <a:cubicBezTo>
                  <a:pt x="352" y="11"/>
                  <a:pt x="352" y="11"/>
                  <a:pt x="352" y="11"/>
                </a:cubicBezTo>
                <a:cubicBezTo>
                  <a:pt x="352" y="11"/>
                  <a:pt x="352" y="11"/>
                  <a:pt x="352" y="11"/>
                </a:cubicBezTo>
                <a:cubicBezTo>
                  <a:pt x="352" y="10"/>
                  <a:pt x="353" y="9"/>
                  <a:pt x="353" y="8"/>
                </a:cubicBezTo>
                <a:moveTo>
                  <a:pt x="28" y="152"/>
                </a:moveTo>
                <a:cubicBezTo>
                  <a:pt x="310" y="32"/>
                  <a:pt x="310" y="32"/>
                  <a:pt x="310" y="32"/>
                </a:cubicBezTo>
                <a:cubicBezTo>
                  <a:pt x="142" y="199"/>
                  <a:pt x="142" y="199"/>
                  <a:pt x="142" y="199"/>
                </a:cubicBezTo>
                <a:lnTo>
                  <a:pt x="28" y="152"/>
                </a:lnTo>
                <a:close/>
                <a:moveTo>
                  <a:pt x="200" y="324"/>
                </a:moveTo>
                <a:cubicBezTo>
                  <a:pt x="153" y="210"/>
                  <a:pt x="153" y="210"/>
                  <a:pt x="153" y="210"/>
                </a:cubicBezTo>
                <a:cubicBezTo>
                  <a:pt x="321" y="43"/>
                  <a:pt x="321" y="43"/>
                  <a:pt x="321" y="43"/>
                </a:cubicBezTo>
                <a:lnTo>
                  <a:pt x="200" y="32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1" name="Freeform 81"/>
          <p:cNvSpPr>
            <a:spLocks noEditPoints="1"/>
          </p:cNvSpPr>
          <p:nvPr/>
        </p:nvSpPr>
        <p:spPr bwMode="auto">
          <a:xfrm>
            <a:off x="4106334" y="2042584"/>
            <a:ext cx="575733" cy="524933"/>
          </a:xfrm>
          <a:custGeom>
            <a:avLst/>
            <a:gdLst>
              <a:gd name="T0" fmla="*/ 345 w 353"/>
              <a:gd name="T1" fmla="*/ 273 h 321"/>
              <a:gd name="T2" fmla="*/ 192 w 353"/>
              <a:gd name="T3" fmla="*/ 273 h 321"/>
              <a:gd name="T4" fmla="*/ 152 w 353"/>
              <a:gd name="T5" fmla="*/ 241 h 321"/>
              <a:gd name="T6" fmla="*/ 113 w 353"/>
              <a:gd name="T7" fmla="*/ 273 h 321"/>
              <a:gd name="T8" fmla="*/ 8 w 353"/>
              <a:gd name="T9" fmla="*/ 273 h 321"/>
              <a:gd name="T10" fmla="*/ 0 w 353"/>
              <a:gd name="T11" fmla="*/ 281 h 321"/>
              <a:gd name="T12" fmla="*/ 8 w 353"/>
              <a:gd name="T13" fmla="*/ 289 h 321"/>
              <a:gd name="T14" fmla="*/ 113 w 353"/>
              <a:gd name="T15" fmla="*/ 289 h 321"/>
              <a:gd name="T16" fmla="*/ 152 w 353"/>
              <a:gd name="T17" fmla="*/ 321 h 321"/>
              <a:gd name="T18" fmla="*/ 192 w 353"/>
              <a:gd name="T19" fmla="*/ 289 h 321"/>
              <a:gd name="T20" fmla="*/ 345 w 353"/>
              <a:gd name="T21" fmla="*/ 289 h 321"/>
              <a:gd name="T22" fmla="*/ 353 w 353"/>
              <a:gd name="T23" fmla="*/ 281 h 321"/>
              <a:gd name="T24" fmla="*/ 345 w 353"/>
              <a:gd name="T25" fmla="*/ 273 h 321"/>
              <a:gd name="T26" fmla="*/ 152 w 353"/>
              <a:gd name="T27" fmla="*/ 305 h 321"/>
              <a:gd name="T28" fmla="*/ 128 w 353"/>
              <a:gd name="T29" fmla="*/ 281 h 321"/>
              <a:gd name="T30" fmla="*/ 152 w 353"/>
              <a:gd name="T31" fmla="*/ 257 h 321"/>
              <a:gd name="T32" fmla="*/ 177 w 353"/>
              <a:gd name="T33" fmla="*/ 281 h 321"/>
              <a:gd name="T34" fmla="*/ 152 w 353"/>
              <a:gd name="T35" fmla="*/ 305 h 321"/>
              <a:gd name="T36" fmla="*/ 8 w 353"/>
              <a:gd name="T37" fmla="*/ 48 h 321"/>
              <a:gd name="T38" fmla="*/ 49 w 353"/>
              <a:gd name="T39" fmla="*/ 48 h 321"/>
              <a:gd name="T40" fmla="*/ 88 w 353"/>
              <a:gd name="T41" fmla="*/ 80 h 321"/>
              <a:gd name="T42" fmla="*/ 128 w 353"/>
              <a:gd name="T43" fmla="*/ 48 h 321"/>
              <a:gd name="T44" fmla="*/ 345 w 353"/>
              <a:gd name="T45" fmla="*/ 48 h 321"/>
              <a:gd name="T46" fmla="*/ 353 w 353"/>
              <a:gd name="T47" fmla="*/ 40 h 321"/>
              <a:gd name="T48" fmla="*/ 345 w 353"/>
              <a:gd name="T49" fmla="*/ 32 h 321"/>
              <a:gd name="T50" fmla="*/ 128 w 353"/>
              <a:gd name="T51" fmla="*/ 32 h 321"/>
              <a:gd name="T52" fmla="*/ 88 w 353"/>
              <a:gd name="T53" fmla="*/ 0 h 321"/>
              <a:gd name="T54" fmla="*/ 49 w 353"/>
              <a:gd name="T55" fmla="*/ 32 h 321"/>
              <a:gd name="T56" fmla="*/ 8 w 353"/>
              <a:gd name="T57" fmla="*/ 32 h 321"/>
              <a:gd name="T58" fmla="*/ 0 w 353"/>
              <a:gd name="T59" fmla="*/ 40 h 321"/>
              <a:gd name="T60" fmla="*/ 8 w 353"/>
              <a:gd name="T61" fmla="*/ 48 h 321"/>
              <a:gd name="T62" fmla="*/ 88 w 353"/>
              <a:gd name="T63" fmla="*/ 16 h 321"/>
              <a:gd name="T64" fmla="*/ 112 w 353"/>
              <a:gd name="T65" fmla="*/ 40 h 321"/>
              <a:gd name="T66" fmla="*/ 88 w 353"/>
              <a:gd name="T67" fmla="*/ 64 h 321"/>
              <a:gd name="T68" fmla="*/ 64 w 353"/>
              <a:gd name="T69" fmla="*/ 40 h 321"/>
              <a:gd name="T70" fmla="*/ 88 w 353"/>
              <a:gd name="T71" fmla="*/ 16 h 321"/>
              <a:gd name="T72" fmla="*/ 345 w 353"/>
              <a:gd name="T73" fmla="*/ 152 h 321"/>
              <a:gd name="T74" fmla="*/ 320 w 353"/>
              <a:gd name="T75" fmla="*/ 152 h 321"/>
              <a:gd name="T76" fmla="*/ 281 w 353"/>
              <a:gd name="T77" fmla="*/ 120 h 321"/>
              <a:gd name="T78" fmla="*/ 242 w 353"/>
              <a:gd name="T79" fmla="*/ 152 h 321"/>
              <a:gd name="T80" fmla="*/ 8 w 353"/>
              <a:gd name="T81" fmla="*/ 152 h 321"/>
              <a:gd name="T82" fmla="*/ 0 w 353"/>
              <a:gd name="T83" fmla="*/ 160 h 321"/>
              <a:gd name="T84" fmla="*/ 8 w 353"/>
              <a:gd name="T85" fmla="*/ 168 h 321"/>
              <a:gd name="T86" fmla="*/ 242 w 353"/>
              <a:gd name="T87" fmla="*/ 168 h 321"/>
              <a:gd name="T88" fmla="*/ 281 w 353"/>
              <a:gd name="T89" fmla="*/ 201 h 321"/>
              <a:gd name="T90" fmla="*/ 320 w 353"/>
              <a:gd name="T91" fmla="*/ 168 h 321"/>
              <a:gd name="T92" fmla="*/ 345 w 353"/>
              <a:gd name="T93" fmla="*/ 168 h 321"/>
              <a:gd name="T94" fmla="*/ 353 w 353"/>
              <a:gd name="T95" fmla="*/ 160 h 321"/>
              <a:gd name="T96" fmla="*/ 345 w 353"/>
              <a:gd name="T97" fmla="*/ 152 h 321"/>
              <a:gd name="T98" fmla="*/ 281 w 353"/>
              <a:gd name="T99" fmla="*/ 184 h 321"/>
              <a:gd name="T100" fmla="*/ 257 w 353"/>
              <a:gd name="T101" fmla="*/ 160 h 321"/>
              <a:gd name="T102" fmla="*/ 281 w 353"/>
              <a:gd name="T103" fmla="*/ 136 h 321"/>
              <a:gd name="T104" fmla="*/ 305 w 353"/>
              <a:gd name="T105" fmla="*/ 160 h 321"/>
              <a:gd name="T106" fmla="*/ 281 w 353"/>
              <a:gd name="T107" fmla="*/ 184 h 3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353" h="321">
                <a:moveTo>
                  <a:pt x="345" y="273"/>
                </a:moveTo>
                <a:cubicBezTo>
                  <a:pt x="192" y="273"/>
                  <a:pt x="192" y="273"/>
                  <a:pt x="192" y="273"/>
                </a:cubicBezTo>
                <a:cubicBezTo>
                  <a:pt x="188" y="254"/>
                  <a:pt x="172" y="241"/>
                  <a:pt x="152" y="241"/>
                </a:cubicBezTo>
                <a:cubicBezTo>
                  <a:pt x="133" y="241"/>
                  <a:pt x="117" y="254"/>
                  <a:pt x="113" y="273"/>
                </a:cubicBezTo>
                <a:cubicBezTo>
                  <a:pt x="8" y="273"/>
                  <a:pt x="8" y="273"/>
                  <a:pt x="8" y="273"/>
                </a:cubicBezTo>
                <a:cubicBezTo>
                  <a:pt x="3" y="273"/>
                  <a:pt x="0" y="276"/>
                  <a:pt x="0" y="281"/>
                </a:cubicBezTo>
                <a:cubicBezTo>
                  <a:pt x="0" y="285"/>
                  <a:pt x="3" y="289"/>
                  <a:pt x="8" y="289"/>
                </a:cubicBezTo>
                <a:cubicBezTo>
                  <a:pt x="113" y="289"/>
                  <a:pt x="113" y="289"/>
                  <a:pt x="113" y="289"/>
                </a:cubicBezTo>
                <a:cubicBezTo>
                  <a:pt x="117" y="307"/>
                  <a:pt x="133" y="321"/>
                  <a:pt x="152" y="321"/>
                </a:cubicBezTo>
                <a:cubicBezTo>
                  <a:pt x="172" y="321"/>
                  <a:pt x="188" y="307"/>
                  <a:pt x="192" y="289"/>
                </a:cubicBezTo>
                <a:cubicBezTo>
                  <a:pt x="345" y="289"/>
                  <a:pt x="345" y="289"/>
                  <a:pt x="345" y="289"/>
                </a:cubicBezTo>
                <a:cubicBezTo>
                  <a:pt x="350" y="289"/>
                  <a:pt x="353" y="285"/>
                  <a:pt x="353" y="281"/>
                </a:cubicBezTo>
                <a:cubicBezTo>
                  <a:pt x="353" y="276"/>
                  <a:pt x="350" y="273"/>
                  <a:pt x="345" y="273"/>
                </a:cubicBezTo>
                <a:moveTo>
                  <a:pt x="152" y="305"/>
                </a:moveTo>
                <a:cubicBezTo>
                  <a:pt x="139" y="305"/>
                  <a:pt x="128" y="294"/>
                  <a:pt x="128" y="281"/>
                </a:cubicBezTo>
                <a:cubicBezTo>
                  <a:pt x="128" y="267"/>
                  <a:pt x="139" y="257"/>
                  <a:pt x="152" y="257"/>
                </a:cubicBezTo>
                <a:cubicBezTo>
                  <a:pt x="166" y="257"/>
                  <a:pt x="177" y="267"/>
                  <a:pt x="177" y="281"/>
                </a:cubicBezTo>
                <a:cubicBezTo>
                  <a:pt x="177" y="294"/>
                  <a:pt x="166" y="305"/>
                  <a:pt x="152" y="305"/>
                </a:cubicBezTo>
                <a:moveTo>
                  <a:pt x="8" y="48"/>
                </a:moveTo>
                <a:cubicBezTo>
                  <a:pt x="49" y="48"/>
                  <a:pt x="49" y="48"/>
                  <a:pt x="49" y="48"/>
                </a:cubicBezTo>
                <a:cubicBezTo>
                  <a:pt x="53" y="66"/>
                  <a:pt x="69" y="80"/>
                  <a:pt x="88" y="80"/>
                </a:cubicBezTo>
                <a:cubicBezTo>
                  <a:pt x="108" y="80"/>
                  <a:pt x="124" y="66"/>
                  <a:pt x="128" y="48"/>
                </a:cubicBezTo>
                <a:cubicBezTo>
                  <a:pt x="345" y="48"/>
                  <a:pt x="345" y="48"/>
                  <a:pt x="345" y="48"/>
                </a:cubicBezTo>
                <a:cubicBezTo>
                  <a:pt x="350" y="48"/>
                  <a:pt x="353" y="44"/>
                  <a:pt x="353" y="40"/>
                </a:cubicBezTo>
                <a:cubicBezTo>
                  <a:pt x="353" y="36"/>
                  <a:pt x="350" y="32"/>
                  <a:pt x="345" y="32"/>
                </a:cubicBezTo>
                <a:cubicBezTo>
                  <a:pt x="128" y="32"/>
                  <a:pt x="128" y="32"/>
                  <a:pt x="128" y="32"/>
                </a:cubicBezTo>
                <a:cubicBezTo>
                  <a:pt x="124" y="14"/>
                  <a:pt x="108" y="0"/>
                  <a:pt x="88" y="0"/>
                </a:cubicBezTo>
                <a:cubicBezTo>
                  <a:pt x="69" y="0"/>
                  <a:pt x="53" y="14"/>
                  <a:pt x="49" y="32"/>
                </a:cubicBezTo>
                <a:cubicBezTo>
                  <a:pt x="8" y="32"/>
                  <a:pt x="8" y="32"/>
                  <a:pt x="8" y="32"/>
                </a:cubicBezTo>
                <a:cubicBezTo>
                  <a:pt x="3" y="32"/>
                  <a:pt x="0" y="36"/>
                  <a:pt x="0" y="40"/>
                </a:cubicBezTo>
                <a:cubicBezTo>
                  <a:pt x="0" y="44"/>
                  <a:pt x="3" y="48"/>
                  <a:pt x="8" y="48"/>
                </a:cubicBezTo>
                <a:moveTo>
                  <a:pt x="88" y="16"/>
                </a:moveTo>
                <a:cubicBezTo>
                  <a:pt x="102" y="16"/>
                  <a:pt x="112" y="27"/>
                  <a:pt x="112" y="40"/>
                </a:cubicBezTo>
                <a:cubicBezTo>
                  <a:pt x="112" y="53"/>
                  <a:pt x="102" y="64"/>
                  <a:pt x="88" y="64"/>
                </a:cubicBezTo>
                <a:cubicBezTo>
                  <a:pt x="75" y="64"/>
                  <a:pt x="64" y="53"/>
                  <a:pt x="64" y="40"/>
                </a:cubicBezTo>
                <a:cubicBezTo>
                  <a:pt x="64" y="27"/>
                  <a:pt x="75" y="16"/>
                  <a:pt x="88" y="16"/>
                </a:cubicBezTo>
                <a:moveTo>
                  <a:pt x="345" y="152"/>
                </a:moveTo>
                <a:cubicBezTo>
                  <a:pt x="320" y="152"/>
                  <a:pt x="320" y="152"/>
                  <a:pt x="320" y="152"/>
                </a:cubicBezTo>
                <a:cubicBezTo>
                  <a:pt x="316" y="134"/>
                  <a:pt x="300" y="120"/>
                  <a:pt x="281" y="120"/>
                </a:cubicBezTo>
                <a:cubicBezTo>
                  <a:pt x="261" y="120"/>
                  <a:pt x="245" y="134"/>
                  <a:pt x="242" y="152"/>
                </a:cubicBezTo>
                <a:cubicBezTo>
                  <a:pt x="8" y="152"/>
                  <a:pt x="8" y="152"/>
                  <a:pt x="8" y="152"/>
                </a:cubicBezTo>
                <a:cubicBezTo>
                  <a:pt x="3" y="152"/>
                  <a:pt x="0" y="156"/>
                  <a:pt x="0" y="160"/>
                </a:cubicBezTo>
                <a:cubicBezTo>
                  <a:pt x="0" y="165"/>
                  <a:pt x="3" y="168"/>
                  <a:pt x="8" y="168"/>
                </a:cubicBezTo>
                <a:cubicBezTo>
                  <a:pt x="242" y="168"/>
                  <a:pt x="242" y="168"/>
                  <a:pt x="242" y="168"/>
                </a:cubicBezTo>
                <a:cubicBezTo>
                  <a:pt x="245" y="187"/>
                  <a:pt x="261" y="201"/>
                  <a:pt x="281" y="201"/>
                </a:cubicBezTo>
                <a:cubicBezTo>
                  <a:pt x="300" y="201"/>
                  <a:pt x="316" y="187"/>
                  <a:pt x="320" y="168"/>
                </a:cubicBezTo>
                <a:cubicBezTo>
                  <a:pt x="345" y="168"/>
                  <a:pt x="345" y="168"/>
                  <a:pt x="345" y="168"/>
                </a:cubicBezTo>
                <a:cubicBezTo>
                  <a:pt x="350" y="168"/>
                  <a:pt x="353" y="165"/>
                  <a:pt x="353" y="160"/>
                </a:cubicBezTo>
                <a:cubicBezTo>
                  <a:pt x="353" y="156"/>
                  <a:pt x="350" y="152"/>
                  <a:pt x="345" y="152"/>
                </a:cubicBezTo>
                <a:moveTo>
                  <a:pt x="281" y="184"/>
                </a:moveTo>
                <a:cubicBezTo>
                  <a:pt x="268" y="184"/>
                  <a:pt x="257" y="174"/>
                  <a:pt x="257" y="160"/>
                </a:cubicBezTo>
                <a:cubicBezTo>
                  <a:pt x="257" y="147"/>
                  <a:pt x="268" y="136"/>
                  <a:pt x="281" y="136"/>
                </a:cubicBezTo>
                <a:cubicBezTo>
                  <a:pt x="294" y="136"/>
                  <a:pt x="305" y="147"/>
                  <a:pt x="305" y="160"/>
                </a:cubicBezTo>
                <a:cubicBezTo>
                  <a:pt x="305" y="174"/>
                  <a:pt x="294" y="184"/>
                  <a:pt x="281" y="184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2" name="Freeform 82"/>
          <p:cNvSpPr>
            <a:spLocks noEditPoints="1"/>
          </p:cNvSpPr>
          <p:nvPr/>
        </p:nvSpPr>
        <p:spPr bwMode="auto">
          <a:xfrm>
            <a:off x="5204884" y="2042584"/>
            <a:ext cx="575733" cy="524933"/>
          </a:xfrm>
          <a:custGeom>
            <a:avLst/>
            <a:gdLst>
              <a:gd name="T0" fmla="*/ 305 w 353"/>
              <a:gd name="T1" fmla="*/ 281 h 321"/>
              <a:gd name="T2" fmla="*/ 321 w 353"/>
              <a:gd name="T3" fmla="*/ 281 h 321"/>
              <a:gd name="T4" fmla="*/ 249 w 353"/>
              <a:gd name="T5" fmla="*/ 144 h 321"/>
              <a:gd name="T6" fmla="*/ 249 w 353"/>
              <a:gd name="T7" fmla="*/ 96 h 321"/>
              <a:gd name="T8" fmla="*/ 249 w 353"/>
              <a:gd name="T9" fmla="*/ 144 h 321"/>
              <a:gd name="T10" fmla="*/ 305 w 353"/>
              <a:gd name="T11" fmla="*/ 201 h 321"/>
              <a:gd name="T12" fmla="*/ 249 w 353"/>
              <a:gd name="T13" fmla="*/ 64 h 321"/>
              <a:gd name="T14" fmla="*/ 193 w 353"/>
              <a:gd name="T15" fmla="*/ 201 h 321"/>
              <a:gd name="T16" fmla="*/ 209 w 353"/>
              <a:gd name="T17" fmla="*/ 120 h 321"/>
              <a:gd name="T18" fmla="*/ 289 w 353"/>
              <a:gd name="T19" fmla="*/ 120 h 321"/>
              <a:gd name="T20" fmla="*/ 249 w 353"/>
              <a:gd name="T21" fmla="*/ 241 h 321"/>
              <a:gd name="T22" fmla="*/ 209 w 353"/>
              <a:gd name="T23" fmla="*/ 120 h 321"/>
              <a:gd name="T24" fmla="*/ 321 w 353"/>
              <a:gd name="T25" fmla="*/ 40 h 321"/>
              <a:gd name="T26" fmla="*/ 305 w 353"/>
              <a:gd name="T27" fmla="*/ 40 h 321"/>
              <a:gd name="T28" fmla="*/ 337 w 353"/>
              <a:gd name="T29" fmla="*/ 0 h 321"/>
              <a:gd name="T30" fmla="*/ 0 w 353"/>
              <a:gd name="T31" fmla="*/ 16 h 321"/>
              <a:gd name="T32" fmla="*/ 16 w 353"/>
              <a:gd name="T33" fmla="*/ 321 h 321"/>
              <a:gd name="T34" fmla="*/ 353 w 353"/>
              <a:gd name="T35" fmla="*/ 305 h 321"/>
              <a:gd name="T36" fmla="*/ 337 w 353"/>
              <a:gd name="T37" fmla="*/ 0 h 321"/>
              <a:gd name="T38" fmla="*/ 16 w 353"/>
              <a:gd name="T39" fmla="*/ 305 h 321"/>
              <a:gd name="T40" fmla="*/ 337 w 353"/>
              <a:gd name="T41" fmla="*/ 16 h 321"/>
              <a:gd name="T42" fmla="*/ 40 w 353"/>
              <a:gd name="T43" fmla="*/ 289 h 321"/>
              <a:gd name="T44" fmla="*/ 40 w 353"/>
              <a:gd name="T45" fmla="*/ 273 h 321"/>
              <a:gd name="T46" fmla="*/ 40 w 353"/>
              <a:gd name="T47" fmla="*/ 289 h 321"/>
              <a:gd name="T48" fmla="*/ 105 w 353"/>
              <a:gd name="T49" fmla="*/ 257 h 321"/>
              <a:gd name="T50" fmla="*/ 161 w 353"/>
              <a:gd name="T51" fmla="*/ 120 h 321"/>
              <a:gd name="T52" fmla="*/ 48 w 353"/>
              <a:gd name="T53" fmla="*/ 120 h 321"/>
              <a:gd name="T54" fmla="*/ 64 w 353"/>
              <a:gd name="T55" fmla="*/ 120 h 321"/>
              <a:gd name="T56" fmla="*/ 145 w 353"/>
              <a:gd name="T57" fmla="*/ 120 h 321"/>
              <a:gd name="T58" fmla="*/ 105 w 353"/>
              <a:gd name="T59" fmla="*/ 241 h 321"/>
              <a:gd name="T60" fmla="*/ 64 w 353"/>
              <a:gd name="T61" fmla="*/ 120 h 321"/>
              <a:gd name="T62" fmla="*/ 48 w 353"/>
              <a:gd name="T63" fmla="*/ 40 h 321"/>
              <a:gd name="T64" fmla="*/ 32 w 353"/>
              <a:gd name="T65" fmla="*/ 40 h 321"/>
              <a:gd name="T66" fmla="*/ 105 w 353"/>
              <a:gd name="T67" fmla="*/ 225 h 321"/>
              <a:gd name="T68" fmla="*/ 105 w 353"/>
              <a:gd name="T69" fmla="*/ 176 h 321"/>
              <a:gd name="T70" fmla="*/ 105 w 353"/>
              <a:gd name="T71" fmla="*/ 225 h 3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353" h="321">
                <a:moveTo>
                  <a:pt x="313" y="273"/>
                </a:moveTo>
                <a:cubicBezTo>
                  <a:pt x="309" y="273"/>
                  <a:pt x="305" y="276"/>
                  <a:pt x="305" y="281"/>
                </a:cubicBezTo>
                <a:cubicBezTo>
                  <a:pt x="305" y="285"/>
                  <a:pt x="309" y="289"/>
                  <a:pt x="313" y="289"/>
                </a:cubicBezTo>
                <a:cubicBezTo>
                  <a:pt x="318" y="289"/>
                  <a:pt x="321" y="285"/>
                  <a:pt x="321" y="281"/>
                </a:cubicBezTo>
                <a:cubicBezTo>
                  <a:pt x="321" y="276"/>
                  <a:pt x="318" y="273"/>
                  <a:pt x="313" y="273"/>
                </a:cubicBezTo>
                <a:moveTo>
                  <a:pt x="249" y="144"/>
                </a:moveTo>
                <a:cubicBezTo>
                  <a:pt x="262" y="144"/>
                  <a:pt x="273" y="134"/>
                  <a:pt x="273" y="120"/>
                </a:cubicBezTo>
                <a:cubicBezTo>
                  <a:pt x="273" y="107"/>
                  <a:pt x="262" y="96"/>
                  <a:pt x="249" y="96"/>
                </a:cubicBezTo>
                <a:cubicBezTo>
                  <a:pt x="236" y="96"/>
                  <a:pt x="225" y="107"/>
                  <a:pt x="225" y="120"/>
                </a:cubicBezTo>
                <a:cubicBezTo>
                  <a:pt x="225" y="134"/>
                  <a:pt x="236" y="144"/>
                  <a:pt x="249" y="144"/>
                </a:cubicBezTo>
                <a:moveTo>
                  <a:pt x="249" y="257"/>
                </a:moveTo>
                <a:cubicBezTo>
                  <a:pt x="280" y="257"/>
                  <a:pt x="305" y="232"/>
                  <a:pt x="305" y="201"/>
                </a:cubicBezTo>
                <a:cubicBezTo>
                  <a:pt x="305" y="120"/>
                  <a:pt x="305" y="120"/>
                  <a:pt x="305" y="120"/>
                </a:cubicBezTo>
                <a:cubicBezTo>
                  <a:pt x="305" y="89"/>
                  <a:pt x="280" y="64"/>
                  <a:pt x="249" y="64"/>
                </a:cubicBezTo>
                <a:cubicBezTo>
                  <a:pt x="218" y="64"/>
                  <a:pt x="193" y="89"/>
                  <a:pt x="193" y="120"/>
                </a:cubicBezTo>
                <a:cubicBezTo>
                  <a:pt x="193" y="201"/>
                  <a:pt x="193" y="201"/>
                  <a:pt x="193" y="201"/>
                </a:cubicBezTo>
                <a:cubicBezTo>
                  <a:pt x="193" y="232"/>
                  <a:pt x="218" y="257"/>
                  <a:pt x="249" y="257"/>
                </a:cubicBezTo>
                <a:moveTo>
                  <a:pt x="209" y="120"/>
                </a:moveTo>
                <a:cubicBezTo>
                  <a:pt x="209" y="98"/>
                  <a:pt x="227" y="80"/>
                  <a:pt x="249" y="80"/>
                </a:cubicBezTo>
                <a:cubicBezTo>
                  <a:pt x="271" y="80"/>
                  <a:pt x="289" y="98"/>
                  <a:pt x="289" y="120"/>
                </a:cubicBezTo>
                <a:cubicBezTo>
                  <a:pt x="289" y="201"/>
                  <a:pt x="289" y="201"/>
                  <a:pt x="289" y="201"/>
                </a:cubicBezTo>
                <a:cubicBezTo>
                  <a:pt x="289" y="223"/>
                  <a:pt x="271" y="241"/>
                  <a:pt x="249" y="241"/>
                </a:cubicBezTo>
                <a:cubicBezTo>
                  <a:pt x="227" y="241"/>
                  <a:pt x="209" y="223"/>
                  <a:pt x="209" y="201"/>
                </a:cubicBezTo>
                <a:lnTo>
                  <a:pt x="209" y="120"/>
                </a:lnTo>
                <a:close/>
                <a:moveTo>
                  <a:pt x="313" y="48"/>
                </a:moveTo>
                <a:cubicBezTo>
                  <a:pt x="318" y="48"/>
                  <a:pt x="321" y="44"/>
                  <a:pt x="321" y="40"/>
                </a:cubicBezTo>
                <a:cubicBezTo>
                  <a:pt x="321" y="36"/>
                  <a:pt x="318" y="32"/>
                  <a:pt x="313" y="32"/>
                </a:cubicBezTo>
                <a:cubicBezTo>
                  <a:pt x="309" y="32"/>
                  <a:pt x="305" y="36"/>
                  <a:pt x="305" y="40"/>
                </a:cubicBezTo>
                <a:cubicBezTo>
                  <a:pt x="305" y="44"/>
                  <a:pt x="309" y="48"/>
                  <a:pt x="313" y="48"/>
                </a:cubicBezTo>
                <a:moveTo>
                  <a:pt x="337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305"/>
                  <a:pt x="0" y="305"/>
                  <a:pt x="0" y="305"/>
                </a:cubicBezTo>
                <a:cubicBezTo>
                  <a:pt x="0" y="314"/>
                  <a:pt x="7" y="321"/>
                  <a:pt x="16" y="321"/>
                </a:cubicBezTo>
                <a:cubicBezTo>
                  <a:pt x="337" y="321"/>
                  <a:pt x="337" y="321"/>
                  <a:pt x="337" y="321"/>
                </a:cubicBezTo>
                <a:cubicBezTo>
                  <a:pt x="346" y="321"/>
                  <a:pt x="353" y="314"/>
                  <a:pt x="353" y="305"/>
                </a:cubicBezTo>
                <a:cubicBezTo>
                  <a:pt x="353" y="16"/>
                  <a:pt x="353" y="16"/>
                  <a:pt x="353" y="16"/>
                </a:cubicBezTo>
                <a:cubicBezTo>
                  <a:pt x="353" y="7"/>
                  <a:pt x="346" y="0"/>
                  <a:pt x="337" y="0"/>
                </a:cubicBezTo>
                <a:moveTo>
                  <a:pt x="337" y="305"/>
                </a:moveTo>
                <a:cubicBezTo>
                  <a:pt x="16" y="305"/>
                  <a:pt x="16" y="305"/>
                  <a:pt x="16" y="305"/>
                </a:cubicBezTo>
                <a:cubicBezTo>
                  <a:pt x="16" y="16"/>
                  <a:pt x="16" y="16"/>
                  <a:pt x="16" y="16"/>
                </a:cubicBezTo>
                <a:cubicBezTo>
                  <a:pt x="337" y="16"/>
                  <a:pt x="337" y="16"/>
                  <a:pt x="337" y="16"/>
                </a:cubicBezTo>
                <a:lnTo>
                  <a:pt x="337" y="305"/>
                </a:lnTo>
                <a:close/>
                <a:moveTo>
                  <a:pt x="40" y="289"/>
                </a:moveTo>
                <a:cubicBezTo>
                  <a:pt x="45" y="289"/>
                  <a:pt x="48" y="285"/>
                  <a:pt x="48" y="281"/>
                </a:cubicBezTo>
                <a:cubicBezTo>
                  <a:pt x="48" y="276"/>
                  <a:pt x="45" y="273"/>
                  <a:pt x="40" y="273"/>
                </a:cubicBezTo>
                <a:cubicBezTo>
                  <a:pt x="36" y="273"/>
                  <a:pt x="32" y="276"/>
                  <a:pt x="32" y="281"/>
                </a:cubicBezTo>
                <a:cubicBezTo>
                  <a:pt x="32" y="285"/>
                  <a:pt x="36" y="289"/>
                  <a:pt x="40" y="289"/>
                </a:cubicBezTo>
                <a:moveTo>
                  <a:pt x="48" y="201"/>
                </a:moveTo>
                <a:cubicBezTo>
                  <a:pt x="48" y="232"/>
                  <a:pt x="74" y="257"/>
                  <a:pt x="105" y="257"/>
                </a:cubicBezTo>
                <a:cubicBezTo>
                  <a:pt x="136" y="257"/>
                  <a:pt x="161" y="232"/>
                  <a:pt x="161" y="201"/>
                </a:cubicBezTo>
                <a:cubicBezTo>
                  <a:pt x="161" y="120"/>
                  <a:pt x="161" y="120"/>
                  <a:pt x="161" y="120"/>
                </a:cubicBezTo>
                <a:cubicBezTo>
                  <a:pt x="161" y="89"/>
                  <a:pt x="136" y="64"/>
                  <a:pt x="105" y="64"/>
                </a:cubicBezTo>
                <a:cubicBezTo>
                  <a:pt x="74" y="64"/>
                  <a:pt x="48" y="89"/>
                  <a:pt x="48" y="120"/>
                </a:cubicBezTo>
                <a:lnTo>
                  <a:pt x="48" y="201"/>
                </a:lnTo>
                <a:close/>
                <a:moveTo>
                  <a:pt x="64" y="120"/>
                </a:moveTo>
                <a:cubicBezTo>
                  <a:pt x="64" y="98"/>
                  <a:pt x="82" y="80"/>
                  <a:pt x="105" y="80"/>
                </a:cubicBezTo>
                <a:cubicBezTo>
                  <a:pt x="127" y="80"/>
                  <a:pt x="145" y="98"/>
                  <a:pt x="145" y="120"/>
                </a:cubicBezTo>
                <a:cubicBezTo>
                  <a:pt x="145" y="201"/>
                  <a:pt x="145" y="201"/>
                  <a:pt x="145" y="201"/>
                </a:cubicBezTo>
                <a:cubicBezTo>
                  <a:pt x="145" y="223"/>
                  <a:pt x="127" y="241"/>
                  <a:pt x="105" y="241"/>
                </a:cubicBezTo>
                <a:cubicBezTo>
                  <a:pt x="82" y="241"/>
                  <a:pt x="64" y="223"/>
                  <a:pt x="64" y="201"/>
                </a:cubicBezTo>
                <a:lnTo>
                  <a:pt x="64" y="120"/>
                </a:lnTo>
                <a:close/>
                <a:moveTo>
                  <a:pt x="40" y="48"/>
                </a:moveTo>
                <a:cubicBezTo>
                  <a:pt x="45" y="48"/>
                  <a:pt x="48" y="44"/>
                  <a:pt x="48" y="40"/>
                </a:cubicBezTo>
                <a:cubicBezTo>
                  <a:pt x="48" y="36"/>
                  <a:pt x="45" y="32"/>
                  <a:pt x="40" y="32"/>
                </a:cubicBezTo>
                <a:cubicBezTo>
                  <a:pt x="36" y="32"/>
                  <a:pt x="32" y="36"/>
                  <a:pt x="32" y="40"/>
                </a:cubicBezTo>
                <a:cubicBezTo>
                  <a:pt x="32" y="44"/>
                  <a:pt x="36" y="48"/>
                  <a:pt x="40" y="48"/>
                </a:cubicBezTo>
                <a:moveTo>
                  <a:pt x="105" y="225"/>
                </a:moveTo>
                <a:cubicBezTo>
                  <a:pt x="118" y="225"/>
                  <a:pt x="129" y="214"/>
                  <a:pt x="129" y="201"/>
                </a:cubicBezTo>
                <a:cubicBezTo>
                  <a:pt x="129" y="187"/>
                  <a:pt x="118" y="176"/>
                  <a:pt x="105" y="176"/>
                </a:cubicBezTo>
                <a:cubicBezTo>
                  <a:pt x="91" y="176"/>
                  <a:pt x="81" y="187"/>
                  <a:pt x="81" y="201"/>
                </a:cubicBezTo>
                <a:cubicBezTo>
                  <a:pt x="81" y="214"/>
                  <a:pt x="91" y="225"/>
                  <a:pt x="105" y="225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3" name="Freeform 83"/>
          <p:cNvSpPr>
            <a:spLocks noEditPoints="1"/>
          </p:cNvSpPr>
          <p:nvPr/>
        </p:nvSpPr>
        <p:spPr bwMode="auto">
          <a:xfrm>
            <a:off x="6305551" y="2017184"/>
            <a:ext cx="575733" cy="575733"/>
          </a:xfrm>
          <a:custGeom>
            <a:avLst/>
            <a:gdLst>
              <a:gd name="T0" fmla="*/ 191 w 353"/>
              <a:gd name="T1" fmla="*/ 257 h 353"/>
              <a:gd name="T2" fmla="*/ 129 w 353"/>
              <a:gd name="T3" fmla="*/ 257 h 353"/>
              <a:gd name="T4" fmla="*/ 48 w 353"/>
              <a:gd name="T5" fmla="*/ 265 h 353"/>
              <a:gd name="T6" fmla="*/ 129 w 353"/>
              <a:gd name="T7" fmla="*/ 273 h 353"/>
              <a:gd name="T8" fmla="*/ 191 w 353"/>
              <a:gd name="T9" fmla="*/ 273 h 353"/>
              <a:gd name="T10" fmla="*/ 305 w 353"/>
              <a:gd name="T11" fmla="*/ 265 h 353"/>
              <a:gd name="T12" fmla="*/ 160 w 353"/>
              <a:gd name="T13" fmla="*/ 281 h 353"/>
              <a:gd name="T14" fmla="*/ 160 w 353"/>
              <a:gd name="T15" fmla="*/ 249 h 353"/>
              <a:gd name="T16" fmla="*/ 160 w 353"/>
              <a:gd name="T17" fmla="*/ 281 h 353"/>
              <a:gd name="T18" fmla="*/ 271 w 353"/>
              <a:gd name="T19" fmla="*/ 168 h 353"/>
              <a:gd name="T20" fmla="*/ 209 w 353"/>
              <a:gd name="T21" fmla="*/ 168 h 353"/>
              <a:gd name="T22" fmla="*/ 48 w 353"/>
              <a:gd name="T23" fmla="*/ 176 h 353"/>
              <a:gd name="T24" fmla="*/ 209 w 353"/>
              <a:gd name="T25" fmla="*/ 184 h 353"/>
              <a:gd name="T26" fmla="*/ 271 w 353"/>
              <a:gd name="T27" fmla="*/ 184 h 353"/>
              <a:gd name="T28" fmla="*/ 305 w 353"/>
              <a:gd name="T29" fmla="*/ 176 h 353"/>
              <a:gd name="T30" fmla="*/ 240 w 353"/>
              <a:gd name="T31" fmla="*/ 192 h 353"/>
              <a:gd name="T32" fmla="*/ 240 w 353"/>
              <a:gd name="T33" fmla="*/ 160 h 353"/>
              <a:gd name="T34" fmla="*/ 240 w 353"/>
              <a:gd name="T35" fmla="*/ 192 h 353"/>
              <a:gd name="T36" fmla="*/ 159 w 353"/>
              <a:gd name="T37" fmla="*/ 80 h 353"/>
              <a:gd name="T38" fmla="*/ 97 w 353"/>
              <a:gd name="T39" fmla="*/ 80 h 353"/>
              <a:gd name="T40" fmla="*/ 48 w 353"/>
              <a:gd name="T41" fmla="*/ 88 h 353"/>
              <a:gd name="T42" fmla="*/ 97 w 353"/>
              <a:gd name="T43" fmla="*/ 96 h 353"/>
              <a:gd name="T44" fmla="*/ 159 w 353"/>
              <a:gd name="T45" fmla="*/ 96 h 353"/>
              <a:gd name="T46" fmla="*/ 305 w 353"/>
              <a:gd name="T47" fmla="*/ 88 h 353"/>
              <a:gd name="T48" fmla="*/ 128 w 353"/>
              <a:gd name="T49" fmla="*/ 104 h 353"/>
              <a:gd name="T50" fmla="*/ 128 w 353"/>
              <a:gd name="T51" fmla="*/ 72 h 353"/>
              <a:gd name="T52" fmla="*/ 128 w 353"/>
              <a:gd name="T53" fmla="*/ 104 h 353"/>
              <a:gd name="T54" fmla="*/ 32 w 353"/>
              <a:gd name="T55" fmla="*/ 0 h 353"/>
              <a:gd name="T56" fmla="*/ 0 w 353"/>
              <a:gd name="T57" fmla="*/ 321 h 353"/>
              <a:gd name="T58" fmla="*/ 321 w 353"/>
              <a:gd name="T59" fmla="*/ 353 h 353"/>
              <a:gd name="T60" fmla="*/ 353 w 353"/>
              <a:gd name="T61" fmla="*/ 32 h 353"/>
              <a:gd name="T62" fmla="*/ 337 w 353"/>
              <a:gd name="T63" fmla="*/ 321 h 353"/>
              <a:gd name="T64" fmla="*/ 32 w 353"/>
              <a:gd name="T65" fmla="*/ 337 h 353"/>
              <a:gd name="T66" fmla="*/ 16 w 353"/>
              <a:gd name="T67" fmla="*/ 32 h 353"/>
              <a:gd name="T68" fmla="*/ 321 w 353"/>
              <a:gd name="T69" fmla="*/ 16 h 353"/>
              <a:gd name="T70" fmla="*/ 337 w 353"/>
              <a:gd name="T71" fmla="*/ 321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353" h="353">
                <a:moveTo>
                  <a:pt x="297" y="257"/>
                </a:moveTo>
                <a:cubicBezTo>
                  <a:pt x="191" y="257"/>
                  <a:pt x="191" y="257"/>
                  <a:pt x="191" y="257"/>
                </a:cubicBezTo>
                <a:cubicBezTo>
                  <a:pt x="188" y="243"/>
                  <a:pt x="175" y="233"/>
                  <a:pt x="160" y="233"/>
                </a:cubicBezTo>
                <a:cubicBezTo>
                  <a:pt x="145" y="233"/>
                  <a:pt x="133" y="243"/>
                  <a:pt x="129" y="257"/>
                </a:cubicBezTo>
                <a:cubicBezTo>
                  <a:pt x="56" y="257"/>
                  <a:pt x="56" y="257"/>
                  <a:pt x="56" y="257"/>
                </a:cubicBezTo>
                <a:cubicBezTo>
                  <a:pt x="51" y="257"/>
                  <a:pt x="48" y="260"/>
                  <a:pt x="48" y="265"/>
                </a:cubicBezTo>
                <a:cubicBezTo>
                  <a:pt x="48" y="269"/>
                  <a:pt x="51" y="273"/>
                  <a:pt x="56" y="273"/>
                </a:cubicBezTo>
                <a:cubicBezTo>
                  <a:pt x="129" y="273"/>
                  <a:pt x="129" y="273"/>
                  <a:pt x="129" y="273"/>
                </a:cubicBezTo>
                <a:cubicBezTo>
                  <a:pt x="133" y="287"/>
                  <a:pt x="145" y="297"/>
                  <a:pt x="160" y="297"/>
                </a:cubicBezTo>
                <a:cubicBezTo>
                  <a:pt x="175" y="297"/>
                  <a:pt x="188" y="287"/>
                  <a:pt x="191" y="273"/>
                </a:cubicBezTo>
                <a:cubicBezTo>
                  <a:pt x="297" y="273"/>
                  <a:pt x="297" y="273"/>
                  <a:pt x="297" y="273"/>
                </a:cubicBezTo>
                <a:cubicBezTo>
                  <a:pt x="301" y="273"/>
                  <a:pt x="305" y="269"/>
                  <a:pt x="305" y="265"/>
                </a:cubicBezTo>
                <a:cubicBezTo>
                  <a:pt x="305" y="260"/>
                  <a:pt x="301" y="257"/>
                  <a:pt x="297" y="257"/>
                </a:cubicBezTo>
                <a:moveTo>
                  <a:pt x="160" y="281"/>
                </a:moveTo>
                <a:cubicBezTo>
                  <a:pt x="151" y="281"/>
                  <a:pt x="144" y="274"/>
                  <a:pt x="144" y="265"/>
                </a:cubicBezTo>
                <a:cubicBezTo>
                  <a:pt x="144" y="256"/>
                  <a:pt x="151" y="249"/>
                  <a:pt x="160" y="249"/>
                </a:cubicBezTo>
                <a:cubicBezTo>
                  <a:pt x="169" y="249"/>
                  <a:pt x="176" y="256"/>
                  <a:pt x="176" y="265"/>
                </a:cubicBezTo>
                <a:cubicBezTo>
                  <a:pt x="176" y="274"/>
                  <a:pt x="169" y="281"/>
                  <a:pt x="160" y="281"/>
                </a:cubicBezTo>
                <a:moveTo>
                  <a:pt x="297" y="168"/>
                </a:moveTo>
                <a:cubicBezTo>
                  <a:pt x="271" y="168"/>
                  <a:pt x="271" y="168"/>
                  <a:pt x="271" y="168"/>
                </a:cubicBezTo>
                <a:cubicBezTo>
                  <a:pt x="268" y="155"/>
                  <a:pt x="255" y="144"/>
                  <a:pt x="240" y="144"/>
                </a:cubicBezTo>
                <a:cubicBezTo>
                  <a:pt x="225" y="144"/>
                  <a:pt x="213" y="155"/>
                  <a:pt x="209" y="168"/>
                </a:cubicBezTo>
                <a:cubicBezTo>
                  <a:pt x="56" y="168"/>
                  <a:pt x="56" y="168"/>
                  <a:pt x="56" y="168"/>
                </a:cubicBezTo>
                <a:cubicBezTo>
                  <a:pt x="51" y="168"/>
                  <a:pt x="48" y="172"/>
                  <a:pt x="48" y="176"/>
                </a:cubicBezTo>
                <a:cubicBezTo>
                  <a:pt x="48" y="181"/>
                  <a:pt x="51" y="184"/>
                  <a:pt x="56" y="184"/>
                </a:cubicBezTo>
                <a:cubicBezTo>
                  <a:pt x="209" y="184"/>
                  <a:pt x="209" y="184"/>
                  <a:pt x="209" y="184"/>
                </a:cubicBezTo>
                <a:cubicBezTo>
                  <a:pt x="213" y="198"/>
                  <a:pt x="225" y="208"/>
                  <a:pt x="240" y="208"/>
                </a:cubicBezTo>
                <a:cubicBezTo>
                  <a:pt x="255" y="208"/>
                  <a:pt x="268" y="198"/>
                  <a:pt x="271" y="184"/>
                </a:cubicBezTo>
                <a:cubicBezTo>
                  <a:pt x="297" y="184"/>
                  <a:pt x="297" y="184"/>
                  <a:pt x="297" y="184"/>
                </a:cubicBezTo>
                <a:cubicBezTo>
                  <a:pt x="301" y="184"/>
                  <a:pt x="305" y="181"/>
                  <a:pt x="305" y="176"/>
                </a:cubicBezTo>
                <a:cubicBezTo>
                  <a:pt x="305" y="172"/>
                  <a:pt x="301" y="168"/>
                  <a:pt x="297" y="168"/>
                </a:cubicBezTo>
                <a:moveTo>
                  <a:pt x="240" y="192"/>
                </a:moveTo>
                <a:cubicBezTo>
                  <a:pt x="232" y="192"/>
                  <a:pt x="224" y="185"/>
                  <a:pt x="224" y="176"/>
                </a:cubicBezTo>
                <a:cubicBezTo>
                  <a:pt x="224" y="168"/>
                  <a:pt x="232" y="160"/>
                  <a:pt x="240" y="160"/>
                </a:cubicBezTo>
                <a:cubicBezTo>
                  <a:pt x="249" y="160"/>
                  <a:pt x="256" y="168"/>
                  <a:pt x="256" y="176"/>
                </a:cubicBezTo>
                <a:cubicBezTo>
                  <a:pt x="256" y="185"/>
                  <a:pt x="249" y="192"/>
                  <a:pt x="240" y="192"/>
                </a:cubicBezTo>
                <a:moveTo>
                  <a:pt x="297" y="80"/>
                </a:moveTo>
                <a:cubicBezTo>
                  <a:pt x="159" y="80"/>
                  <a:pt x="159" y="80"/>
                  <a:pt x="159" y="80"/>
                </a:cubicBezTo>
                <a:cubicBezTo>
                  <a:pt x="155" y="66"/>
                  <a:pt x="143" y="56"/>
                  <a:pt x="128" y="56"/>
                </a:cubicBezTo>
                <a:cubicBezTo>
                  <a:pt x="113" y="56"/>
                  <a:pt x="101" y="66"/>
                  <a:pt x="97" y="80"/>
                </a:cubicBezTo>
                <a:cubicBezTo>
                  <a:pt x="56" y="80"/>
                  <a:pt x="56" y="80"/>
                  <a:pt x="56" y="80"/>
                </a:cubicBezTo>
                <a:cubicBezTo>
                  <a:pt x="51" y="80"/>
                  <a:pt x="48" y="84"/>
                  <a:pt x="48" y="88"/>
                </a:cubicBezTo>
                <a:cubicBezTo>
                  <a:pt x="48" y="93"/>
                  <a:pt x="51" y="96"/>
                  <a:pt x="56" y="96"/>
                </a:cubicBezTo>
                <a:cubicBezTo>
                  <a:pt x="97" y="96"/>
                  <a:pt x="97" y="96"/>
                  <a:pt x="97" y="96"/>
                </a:cubicBezTo>
                <a:cubicBezTo>
                  <a:pt x="101" y="110"/>
                  <a:pt x="113" y="120"/>
                  <a:pt x="128" y="120"/>
                </a:cubicBezTo>
                <a:cubicBezTo>
                  <a:pt x="143" y="120"/>
                  <a:pt x="155" y="110"/>
                  <a:pt x="159" y="96"/>
                </a:cubicBezTo>
                <a:cubicBezTo>
                  <a:pt x="297" y="96"/>
                  <a:pt x="297" y="96"/>
                  <a:pt x="297" y="96"/>
                </a:cubicBezTo>
                <a:cubicBezTo>
                  <a:pt x="301" y="96"/>
                  <a:pt x="305" y="93"/>
                  <a:pt x="305" y="88"/>
                </a:cubicBezTo>
                <a:cubicBezTo>
                  <a:pt x="305" y="84"/>
                  <a:pt x="301" y="80"/>
                  <a:pt x="297" y="80"/>
                </a:cubicBezTo>
                <a:moveTo>
                  <a:pt x="128" y="104"/>
                </a:moveTo>
                <a:cubicBezTo>
                  <a:pt x="119" y="104"/>
                  <a:pt x="112" y="97"/>
                  <a:pt x="112" y="88"/>
                </a:cubicBezTo>
                <a:cubicBezTo>
                  <a:pt x="112" y="79"/>
                  <a:pt x="119" y="72"/>
                  <a:pt x="128" y="72"/>
                </a:cubicBezTo>
                <a:cubicBezTo>
                  <a:pt x="137" y="72"/>
                  <a:pt x="144" y="79"/>
                  <a:pt x="144" y="88"/>
                </a:cubicBezTo>
                <a:cubicBezTo>
                  <a:pt x="144" y="97"/>
                  <a:pt x="137" y="104"/>
                  <a:pt x="128" y="104"/>
                </a:cubicBezTo>
                <a:moveTo>
                  <a:pt x="321" y="0"/>
                </a:move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4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4" y="353"/>
                  <a:pt x="32" y="353"/>
                </a:cubicBezTo>
                <a:cubicBezTo>
                  <a:pt x="321" y="353"/>
                  <a:pt x="321" y="353"/>
                  <a:pt x="321" y="353"/>
                </a:cubicBezTo>
                <a:cubicBezTo>
                  <a:pt x="338" y="353"/>
                  <a:pt x="353" y="339"/>
                  <a:pt x="353" y="321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14"/>
                  <a:pt x="338" y="0"/>
                  <a:pt x="321" y="0"/>
                </a:cubicBezTo>
                <a:moveTo>
                  <a:pt x="337" y="321"/>
                </a:moveTo>
                <a:cubicBezTo>
                  <a:pt x="337" y="330"/>
                  <a:pt x="330" y="337"/>
                  <a:pt x="321" y="337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23" y="337"/>
                  <a:pt x="16" y="330"/>
                  <a:pt x="16" y="32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3"/>
                  <a:pt x="23" y="16"/>
                  <a:pt x="32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3"/>
                  <a:pt x="337" y="32"/>
                </a:cubicBezTo>
                <a:lnTo>
                  <a:pt x="337" y="32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4" name="Freeform 84"/>
          <p:cNvSpPr>
            <a:spLocks noEditPoints="1"/>
          </p:cNvSpPr>
          <p:nvPr/>
        </p:nvSpPr>
        <p:spPr bwMode="auto">
          <a:xfrm>
            <a:off x="7404100" y="2017184"/>
            <a:ext cx="575733" cy="575733"/>
          </a:xfrm>
          <a:custGeom>
            <a:avLst/>
            <a:gdLst>
              <a:gd name="T0" fmla="*/ 324 w 353"/>
              <a:gd name="T1" fmla="*/ 137 h 353"/>
              <a:gd name="T2" fmla="*/ 318 w 353"/>
              <a:gd name="T3" fmla="*/ 85 h 353"/>
              <a:gd name="T4" fmla="*/ 285 w 353"/>
              <a:gd name="T5" fmla="*/ 35 h 353"/>
              <a:gd name="T6" fmla="*/ 268 w 353"/>
              <a:gd name="T7" fmla="*/ 35 h 353"/>
              <a:gd name="T8" fmla="*/ 216 w 353"/>
              <a:gd name="T9" fmla="*/ 29 h 353"/>
              <a:gd name="T10" fmla="*/ 200 w 353"/>
              <a:gd name="T11" fmla="*/ 0 h 353"/>
              <a:gd name="T12" fmla="*/ 141 w 353"/>
              <a:gd name="T13" fmla="*/ 12 h 353"/>
              <a:gd name="T14" fmla="*/ 100 w 353"/>
              <a:gd name="T15" fmla="*/ 44 h 353"/>
              <a:gd name="T16" fmla="*/ 76 w 353"/>
              <a:gd name="T17" fmla="*/ 32 h 353"/>
              <a:gd name="T18" fmla="*/ 35 w 353"/>
              <a:gd name="T19" fmla="*/ 68 h 353"/>
              <a:gd name="T20" fmla="*/ 44 w 353"/>
              <a:gd name="T21" fmla="*/ 100 h 353"/>
              <a:gd name="T22" fmla="*/ 12 w 353"/>
              <a:gd name="T23" fmla="*/ 141 h 353"/>
              <a:gd name="T24" fmla="*/ 0 w 353"/>
              <a:gd name="T25" fmla="*/ 200 h 353"/>
              <a:gd name="T26" fmla="*/ 29 w 353"/>
              <a:gd name="T27" fmla="*/ 216 h 353"/>
              <a:gd name="T28" fmla="*/ 35 w 353"/>
              <a:gd name="T29" fmla="*/ 268 h 353"/>
              <a:gd name="T30" fmla="*/ 68 w 353"/>
              <a:gd name="T31" fmla="*/ 318 h 353"/>
              <a:gd name="T32" fmla="*/ 85 w 353"/>
              <a:gd name="T33" fmla="*/ 318 h 353"/>
              <a:gd name="T34" fmla="*/ 137 w 353"/>
              <a:gd name="T35" fmla="*/ 324 h 353"/>
              <a:gd name="T36" fmla="*/ 153 w 353"/>
              <a:gd name="T37" fmla="*/ 353 h 353"/>
              <a:gd name="T38" fmla="*/ 212 w 353"/>
              <a:gd name="T39" fmla="*/ 341 h 353"/>
              <a:gd name="T40" fmla="*/ 253 w 353"/>
              <a:gd name="T41" fmla="*/ 309 h 353"/>
              <a:gd name="T42" fmla="*/ 278 w 353"/>
              <a:gd name="T43" fmla="*/ 321 h 353"/>
              <a:gd name="T44" fmla="*/ 318 w 353"/>
              <a:gd name="T45" fmla="*/ 285 h 353"/>
              <a:gd name="T46" fmla="*/ 309 w 353"/>
              <a:gd name="T47" fmla="*/ 253 h 353"/>
              <a:gd name="T48" fmla="*/ 341 w 353"/>
              <a:gd name="T49" fmla="*/ 212 h 353"/>
              <a:gd name="T50" fmla="*/ 353 w 353"/>
              <a:gd name="T51" fmla="*/ 153 h 353"/>
              <a:gd name="T52" fmla="*/ 337 w 353"/>
              <a:gd name="T53" fmla="*/ 196 h 353"/>
              <a:gd name="T54" fmla="*/ 320 w 353"/>
              <a:gd name="T55" fmla="*/ 200 h 353"/>
              <a:gd name="T56" fmla="*/ 295 w 353"/>
              <a:gd name="T57" fmla="*/ 245 h 353"/>
              <a:gd name="T58" fmla="*/ 304 w 353"/>
              <a:gd name="T59" fmla="*/ 276 h 353"/>
              <a:gd name="T60" fmla="*/ 276 w 353"/>
              <a:gd name="T61" fmla="*/ 304 h 353"/>
              <a:gd name="T62" fmla="*/ 253 w 353"/>
              <a:gd name="T63" fmla="*/ 293 h 353"/>
              <a:gd name="T64" fmla="*/ 212 w 353"/>
              <a:gd name="T65" fmla="*/ 309 h 353"/>
              <a:gd name="T66" fmla="*/ 196 w 353"/>
              <a:gd name="T67" fmla="*/ 337 h 353"/>
              <a:gd name="T68" fmla="*/ 157 w 353"/>
              <a:gd name="T69" fmla="*/ 337 h 353"/>
              <a:gd name="T70" fmla="*/ 141 w 353"/>
              <a:gd name="T71" fmla="*/ 309 h 353"/>
              <a:gd name="T72" fmla="*/ 100 w 353"/>
              <a:gd name="T73" fmla="*/ 293 h 353"/>
              <a:gd name="T74" fmla="*/ 77 w 353"/>
              <a:gd name="T75" fmla="*/ 304 h 353"/>
              <a:gd name="T76" fmla="*/ 49 w 353"/>
              <a:gd name="T77" fmla="*/ 276 h 353"/>
              <a:gd name="T78" fmla="*/ 58 w 353"/>
              <a:gd name="T79" fmla="*/ 245 h 353"/>
              <a:gd name="T80" fmla="*/ 33 w 353"/>
              <a:gd name="T81" fmla="*/ 200 h 353"/>
              <a:gd name="T82" fmla="*/ 16 w 353"/>
              <a:gd name="T83" fmla="*/ 196 h 353"/>
              <a:gd name="T84" fmla="*/ 33 w 353"/>
              <a:gd name="T85" fmla="*/ 152 h 353"/>
              <a:gd name="T86" fmla="*/ 58 w 353"/>
              <a:gd name="T87" fmla="*/ 108 h 353"/>
              <a:gd name="T88" fmla="*/ 49 w 353"/>
              <a:gd name="T89" fmla="*/ 77 h 353"/>
              <a:gd name="T90" fmla="*/ 77 w 353"/>
              <a:gd name="T91" fmla="*/ 49 h 353"/>
              <a:gd name="T92" fmla="*/ 100 w 353"/>
              <a:gd name="T93" fmla="*/ 60 h 353"/>
              <a:gd name="T94" fmla="*/ 141 w 353"/>
              <a:gd name="T95" fmla="*/ 44 h 353"/>
              <a:gd name="T96" fmla="*/ 157 w 353"/>
              <a:gd name="T97" fmla="*/ 16 h 353"/>
              <a:gd name="T98" fmla="*/ 196 w 353"/>
              <a:gd name="T99" fmla="*/ 16 h 353"/>
              <a:gd name="T100" fmla="*/ 212 w 353"/>
              <a:gd name="T101" fmla="*/ 44 h 353"/>
              <a:gd name="T102" fmla="*/ 253 w 353"/>
              <a:gd name="T103" fmla="*/ 60 h 353"/>
              <a:gd name="T104" fmla="*/ 276 w 353"/>
              <a:gd name="T105" fmla="*/ 49 h 353"/>
              <a:gd name="T106" fmla="*/ 304 w 353"/>
              <a:gd name="T107" fmla="*/ 77 h 353"/>
              <a:gd name="T108" fmla="*/ 295 w 353"/>
              <a:gd name="T109" fmla="*/ 108 h 353"/>
              <a:gd name="T110" fmla="*/ 320 w 353"/>
              <a:gd name="T111" fmla="*/ 152 h 353"/>
              <a:gd name="T112" fmla="*/ 337 w 353"/>
              <a:gd name="T113" fmla="*/ 196 h 353"/>
              <a:gd name="T114" fmla="*/ 96 w 353"/>
              <a:gd name="T115" fmla="*/ 176 h 353"/>
              <a:gd name="T116" fmla="*/ 257 w 353"/>
              <a:gd name="T117" fmla="*/ 176 h 353"/>
              <a:gd name="T118" fmla="*/ 176 w 353"/>
              <a:gd name="T119" fmla="*/ 241 h 353"/>
              <a:gd name="T120" fmla="*/ 176 w 353"/>
              <a:gd name="T121" fmla="*/ 112 h 353"/>
              <a:gd name="T122" fmla="*/ 176 w 353"/>
              <a:gd name="T123" fmla="*/ 241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353" h="353">
                <a:moveTo>
                  <a:pt x="341" y="141"/>
                </a:moveTo>
                <a:cubicBezTo>
                  <a:pt x="324" y="137"/>
                  <a:pt x="324" y="137"/>
                  <a:pt x="324" y="137"/>
                </a:cubicBezTo>
                <a:cubicBezTo>
                  <a:pt x="321" y="124"/>
                  <a:pt x="316" y="111"/>
                  <a:pt x="309" y="100"/>
                </a:cubicBezTo>
                <a:cubicBezTo>
                  <a:pt x="318" y="85"/>
                  <a:pt x="318" y="85"/>
                  <a:pt x="318" y="85"/>
                </a:cubicBezTo>
                <a:cubicBezTo>
                  <a:pt x="321" y="79"/>
                  <a:pt x="323" y="73"/>
                  <a:pt x="318" y="68"/>
                </a:cubicBezTo>
                <a:cubicBezTo>
                  <a:pt x="285" y="35"/>
                  <a:pt x="285" y="35"/>
                  <a:pt x="285" y="35"/>
                </a:cubicBezTo>
                <a:cubicBezTo>
                  <a:pt x="283" y="33"/>
                  <a:pt x="280" y="32"/>
                  <a:pt x="277" y="32"/>
                </a:cubicBezTo>
                <a:cubicBezTo>
                  <a:pt x="274" y="32"/>
                  <a:pt x="271" y="33"/>
                  <a:pt x="268" y="35"/>
                </a:cubicBezTo>
                <a:cubicBezTo>
                  <a:pt x="253" y="44"/>
                  <a:pt x="253" y="44"/>
                  <a:pt x="253" y="44"/>
                </a:cubicBezTo>
                <a:cubicBezTo>
                  <a:pt x="241" y="37"/>
                  <a:pt x="229" y="32"/>
                  <a:pt x="216" y="29"/>
                </a:cubicBezTo>
                <a:cubicBezTo>
                  <a:pt x="212" y="12"/>
                  <a:pt x="212" y="12"/>
                  <a:pt x="212" y="12"/>
                </a:cubicBezTo>
                <a:cubicBezTo>
                  <a:pt x="210" y="6"/>
                  <a:pt x="207" y="0"/>
                  <a:pt x="200" y="0"/>
                </a:cubicBezTo>
                <a:cubicBezTo>
                  <a:pt x="153" y="0"/>
                  <a:pt x="153" y="0"/>
                  <a:pt x="153" y="0"/>
                </a:cubicBezTo>
                <a:cubicBezTo>
                  <a:pt x="146" y="0"/>
                  <a:pt x="143" y="6"/>
                  <a:pt x="141" y="12"/>
                </a:cubicBezTo>
                <a:cubicBezTo>
                  <a:pt x="137" y="29"/>
                  <a:pt x="137" y="29"/>
                  <a:pt x="137" y="29"/>
                </a:cubicBezTo>
                <a:cubicBezTo>
                  <a:pt x="124" y="32"/>
                  <a:pt x="112" y="37"/>
                  <a:pt x="100" y="44"/>
                </a:cubicBezTo>
                <a:cubicBezTo>
                  <a:pt x="85" y="35"/>
                  <a:pt x="85" y="35"/>
                  <a:pt x="85" y="35"/>
                </a:cubicBezTo>
                <a:cubicBezTo>
                  <a:pt x="82" y="33"/>
                  <a:pt x="79" y="32"/>
                  <a:pt x="76" y="32"/>
                </a:cubicBezTo>
                <a:cubicBezTo>
                  <a:pt x="73" y="32"/>
                  <a:pt x="70" y="33"/>
                  <a:pt x="68" y="35"/>
                </a:cubicBezTo>
                <a:cubicBezTo>
                  <a:pt x="35" y="68"/>
                  <a:pt x="35" y="68"/>
                  <a:pt x="35" y="68"/>
                </a:cubicBezTo>
                <a:cubicBezTo>
                  <a:pt x="30" y="73"/>
                  <a:pt x="32" y="79"/>
                  <a:pt x="35" y="85"/>
                </a:cubicBezTo>
                <a:cubicBezTo>
                  <a:pt x="44" y="100"/>
                  <a:pt x="44" y="100"/>
                  <a:pt x="44" y="100"/>
                </a:cubicBezTo>
                <a:cubicBezTo>
                  <a:pt x="37" y="111"/>
                  <a:pt x="32" y="124"/>
                  <a:pt x="29" y="137"/>
                </a:cubicBezTo>
                <a:cubicBezTo>
                  <a:pt x="12" y="141"/>
                  <a:pt x="12" y="141"/>
                  <a:pt x="12" y="141"/>
                </a:cubicBezTo>
                <a:cubicBezTo>
                  <a:pt x="6" y="143"/>
                  <a:pt x="0" y="146"/>
                  <a:pt x="0" y="153"/>
                </a:cubicBezTo>
                <a:cubicBezTo>
                  <a:pt x="0" y="200"/>
                  <a:pt x="0" y="200"/>
                  <a:pt x="0" y="200"/>
                </a:cubicBezTo>
                <a:cubicBezTo>
                  <a:pt x="0" y="206"/>
                  <a:pt x="6" y="210"/>
                  <a:pt x="12" y="212"/>
                </a:cubicBezTo>
                <a:cubicBezTo>
                  <a:pt x="29" y="216"/>
                  <a:pt x="29" y="216"/>
                  <a:pt x="29" y="216"/>
                </a:cubicBezTo>
                <a:cubicBezTo>
                  <a:pt x="32" y="229"/>
                  <a:pt x="37" y="241"/>
                  <a:pt x="44" y="253"/>
                </a:cubicBezTo>
                <a:cubicBezTo>
                  <a:pt x="35" y="268"/>
                  <a:pt x="35" y="268"/>
                  <a:pt x="35" y="268"/>
                </a:cubicBezTo>
                <a:cubicBezTo>
                  <a:pt x="32" y="273"/>
                  <a:pt x="30" y="280"/>
                  <a:pt x="35" y="285"/>
                </a:cubicBezTo>
                <a:cubicBezTo>
                  <a:pt x="68" y="318"/>
                  <a:pt x="68" y="318"/>
                  <a:pt x="68" y="318"/>
                </a:cubicBezTo>
                <a:cubicBezTo>
                  <a:pt x="70" y="320"/>
                  <a:pt x="73" y="321"/>
                  <a:pt x="75" y="321"/>
                </a:cubicBezTo>
                <a:cubicBezTo>
                  <a:pt x="79" y="321"/>
                  <a:pt x="82" y="319"/>
                  <a:pt x="85" y="318"/>
                </a:cubicBezTo>
                <a:cubicBezTo>
                  <a:pt x="100" y="309"/>
                  <a:pt x="100" y="309"/>
                  <a:pt x="100" y="309"/>
                </a:cubicBezTo>
                <a:cubicBezTo>
                  <a:pt x="112" y="315"/>
                  <a:pt x="124" y="321"/>
                  <a:pt x="137" y="324"/>
                </a:cubicBezTo>
                <a:cubicBezTo>
                  <a:pt x="141" y="341"/>
                  <a:pt x="141" y="341"/>
                  <a:pt x="141" y="341"/>
                </a:cubicBezTo>
                <a:cubicBezTo>
                  <a:pt x="143" y="347"/>
                  <a:pt x="146" y="353"/>
                  <a:pt x="153" y="353"/>
                </a:cubicBezTo>
                <a:cubicBezTo>
                  <a:pt x="200" y="353"/>
                  <a:pt x="200" y="353"/>
                  <a:pt x="200" y="353"/>
                </a:cubicBezTo>
                <a:cubicBezTo>
                  <a:pt x="207" y="353"/>
                  <a:pt x="210" y="347"/>
                  <a:pt x="212" y="341"/>
                </a:cubicBezTo>
                <a:cubicBezTo>
                  <a:pt x="216" y="324"/>
                  <a:pt x="216" y="324"/>
                  <a:pt x="216" y="324"/>
                </a:cubicBezTo>
                <a:cubicBezTo>
                  <a:pt x="229" y="321"/>
                  <a:pt x="241" y="315"/>
                  <a:pt x="253" y="309"/>
                </a:cubicBezTo>
                <a:cubicBezTo>
                  <a:pt x="268" y="318"/>
                  <a:pt x="268" y="318"/>
                  <a:pt x="268" y="318"/>
                </a:cubicBezTo>
                <a:cubicBezTo>
                  <a:pt x="271" y="319"/>
                  <a:pt x="275" y="321"/>
                  <a:pt x="278" y="321"/>
                </a:cubicBezTo>
                <a:cubicBezTo>
                  <a:pt x="280" y="321"/>
                  <a:pt x="283" y="320"/>
                  <a:pt x="285" y="318"/>
                </a:cubicBezTo>
                <a:cubicBezTo>
                  <a:pt x="318" y="285"/>
                  <a:pt x="318" y="285"/>
                  <a:pt x="318" y="285"/>
                </a:cubicBezTo>
                <a:cubicBezTo>
                  <a:pt x="323" y="280"/>
                  <a:pt x="321" y="273"/>
                  <a:pt x="318" y="268"/>
                </a:cubicBezTo>
                <a:cubicBezTo>
                  <a:pt x="309" y="253"/>
                  <a:pt x="309" y="253"/>
                  <a:pt x="309" y="253"/>
                </a:cubicBezTo>
                <a:cubicBezTo>
                  <a:pt x="316" y="241"/>
                  <a:pt x="321" y="229"/>
                  <a:pt x="324" y="216"/>
                </a:cubicBezTo>
                <a:cubicBezTo>
                  <a:pt x="341" y="212"/>
                  <a:pt x="341" y="212"/>
                  <a:pt x="341" y="212"/>
                </a:cubicBezTo>
                <a:cubicBezTo>
                  <a:pt x="347" y="210"/>
                  <a:pt x="353" y="206"/>
                  <a:pt x="353" y="200"/>
                </a:cubicBezTo>
                <a:cubicBezTo>
                  <a:pt x="353" y="153"/>
                  <a:pt x="353" y="153"/>
                  <a:pt x="353" y="153"/>
                </a:cubicBezTo>
                <a:cubicBezTo>
                  <a:pt x="353" y="146"/>
                  <a:pt x="347" y="143"/>
                  <a:pt x="341" y="141"/>
                </a:cubicBezTo>
                <a:moveTo>
                  <a:pt x="337" y="196"/>
                </a:moveTo>
                <a:cubicBezTo>
                  <a:pt x="337" y="196"/>
                  <a:pt x="337" y="196"/>
                  <a:pt x="337" y="196"/>
                </a:cubicBezTo>
                <a:cubicBezTo>
                  <a:pt x="320" y="200"/>
                  <a:pt x="320" y="200"/>
                  <a:pt x="320" y="200"/>
                </a:cubicBezTo>
                <a:cubicBezTo>
                  <a:pt x="315" y="202"/>
                  <a:pt x="310" y="206"/>
                  <a:pt x="309" y="212"/>
                </a:cubicBezTo>
                <a:cubicBezTo>
                  <a:pt x="306" y="223"/>
                  <a:pt x="301" y="234"/>
                  <a:pt x="295" y="245"/>
                </a:cubicBezTo>
                <a:cubicBezTo>
                  <a:pt x="292" y="250"/>
                  <a:pt x="292" y="256"/>
                  <a:pt x="295" y="261"/>
                </a:cubicBezTo>
                <a:cubicBezTo>
                  <a:pt x="304" y="276"/>
                  <a:pt x="304" y="276"/>
                  <a:pt x="304" y="276"/>
                </a:cubicBezTo>
                <a:cubicBezTo>
                  <a:pt x="276" y="304"/>
                  <a:pt x="276" y="304"/>
                  <a:pt x="276" y="304"/>
                </a:cubicBezTo>
                <a:cubicBezTo>
                  <a:pt x="276" y="304"/>
                  <a:pt x="276" y="304"/>
                  <a:pt x="276" y="304"/>
                </a:cubicBezTo>
                <a:cubicBezTo>
                  <a:pt x="261" y="295"/>
                  <a:pt x="261" y="295"/>
                  <a:pt x="261" y="295"/>
                </a:cubicBezTo>
                <a:cubicBezTo>
                  <a:pt x="259" y="294"/>
                  <a:pt x="256" y="293"/>
                  <a:pt x="253" y="293"/>
                </a:cubicBezTo>
                <a:cubicBezTo>
                  <a:pt x="250" y="293"/>
                  <a:pt x="247" y="293"/>
                  <a:pt x="245" y="295"/>
                </a:cubicBezTo>
                <a:cubicBezTo>
                  <a:pt x="235" y="301"/>
                  <a:pt x="223" y="305"/>
                  <a:pt x="212" y="309"/>
                </a:cubicBezTo>
                <a:cubicBezTo>
                  <a:pt x="206" y="310"/>
                  <a:pt x="202" y="315"/>
                  <a:pt x="201" y="320"/>
                </a:cubicBezTo>
                <a:cubicBezTo>
                  <a:pt x="196" y="337"/>
                  <a:pt x="196" y="337"/>
                  <a:pt x="196" y="337"/>
                </a:cubicBezTo>
                <a:cubicBezTo>
                  <a:pt x="196" y="337"/>
                  <a:pt x="196" y="337"/>
                  <a:pt x="196" y="337"/>
                </a:cubicBezTo>
                <a:cubicBezTo>
                  <a:pt x="157" y="337"/>
                  <a:pt x="157" y="337"/>
                  <a:pt x="157" y="337"/>
                </a:cubicBezTo>
                <a:cubicBezTo>
                  <a:pt x="152" y="320"/>
                  <a:pt x="152" y="320"/>
                  <a:pt x="152" y="320"/>
                </a:cubicBezTo>
                <a:cubicBezTo>
                  <a:pt x="151" y="315"/>
                  <a:pt x="147" y="310"/>
                  <a:pt x="141" y="309"/>
                </a:cubicBezTo>
                <a:cubicBezTo>
                  <a:pt x="130" y="305"/>
                  <a:pt x="118" y="301"/>
                  <a:pt x="108" y="295"/>
                </a:cubicBezTo>
                <a:cubicBezTo>
                  <a:pt x="106" y="293"/>
                  <a:pt x="103" y="293"/>
                  <a:pt x="100" y="293"/>
                </a:cubicBezTo>
                <a:cubicBezTo>
                  <a:pt x="97" y="293"/>
                  <a:pt x="94" y="294"/>
                  <a:pt x="92" y="295"/>
                </a:cubicBezTo>
                <a:cubicBezTo>
                  <a:pt x="77" y="304"/>
                  <a:pt x="77" y="304"/>
                  <a:pt x="77" y="304"/>
                </a:cubicBezTo>
                <a:cubicBezTo>
                  <a:pt x="77" y="304"/>
                  <a:pt x="77" y="304"/>
                  <a:pt x="77" y="304"/>
                </a:cubicBezTo>
                <a:cubicBezTo>
                  <a:pt x="49" y="276"/>
                  <a:pt x="49" y="276"/>
                  <a:pt x="49" y="276"/>
                </a:cubicBezTo>
                <a:cubicBezTo>
                  <a:pt x="58" y="261"/>
                  <a:pt x="58" y="261"/>
                  <a:pt x="58" y="261"/>
                </a:cubicBezTo>
                <a:cubicBezTo>
                  <a:pt x="61" y="256"/>
                  <a:pt x="61" y="250"/>
                  <a:pt x="58" y="245"/>
                </a:cubicBezTo>
                <a:cubicBezTo>
                  <a:pt x="52" y="234"/>
                  <a:pt x="47" y="223"/>
                  <a:pt x="44" y="212"/>
                </a:cubicBezTo>
                <a:cubicBezTo>
                  <a:pt x="43" y="206"/>
                  <a:pt x="38" y="202"/>
                  <a:pt x="33" y="200"/>
                </a:cubicBezTo>
                <a:cubicBezTo>
                  <a:pt x="16" y="196"/>
                  <a:pt x="16" y="196"/>
                  <a:pt x="16" y="196"/>
                </a:cubicBezTo>
                <a:cubicBezTo>
                  <a:pt x="16" y="196"/>
                  <a:pt x="16" y="196"/>
                  <a:pt x="16" y="196"/>
                </a:cubicBezTo>
                <a:cubicBezTo>
                  <a:pt x="16" y="157"/>
                  <a:pt x="16" y="157"/>
                  <a:pt x="16" y="157"/>
                </a:cubicBezTo>
                <a:cubicBezTo>
                  <a:pt x="33" y="152"/>
                  <a:pt x="33" y="152"/>
                  <a:pt x="33" y="152"/>
                </a:cubicBezTo>
                <a:cubicBezTo>
                  <a:pt x="38" y="151"/>
                  <a:pt x="43" y="147"/>
                  <a:pt x="44" y="141"/>
                </a:cubicBezTo>
                <a:cubicBezTo>
                  <a:pt x="47" y="129"/>
                  <a:pt x="52" y="118"/>
                  <a:pt x="58" y="108"/>
                </a:cubicBezTo>
                <a:cubicBezTo>
                  <a:pt x="61" y="103"/>
                  <a:pt x="61" y="97"/>
                  <a:pt x="58" y="92"/>
                </a:cubicBezTo>
                <a:cubicBezTo>
                  <a:pt x="49" y="77"/>
                  <a:pt x="49" y="77"/>
                  <a:pt x="49" y="77"/>
                </a:cubicBezTo>
                <a:cubicBezTo>
                  <a:pt x="49" y="77"/>
                  <a:pt x="49" y="77"/>
                  <a:pt x="49" y="77"/>
                </a:cubicBezTo>
                <a:cubicBezTo>
                  <a:pt x="77" y="49"/>
                  <a:pt x="77" y="49"/>
                  <a:pt x="77" y="49"/>
                </a:cubicBezTo>
                <a:cubicBezTo>
                  <a:pt x="92" y="58"/>
                  <a:pt x="92" y="58"/>
                  <a:pt x="92" y="58"/>
                </a:cubicBezTo>
                <a:cubicBezTo>
                  <a:pt x="94" y="59"/>
                  <a:pt x="97" y="60"/>
                  <a:pt x="100" y="60"/>
                </a:cubicBezTo>
                <a:cubicBezTo>
                  <a:pt x="103" y="60"/>
                  <a:pt x="106" y="59"/>
                  <a:pt x="108" y="58"/>
                </a:cubicBezTo>
                <a:cubicBezTo>
                  <a:pt x="118" y="52"/>
                  <a:pt x="130" y="47"/>
                  <a:pt x="141" y="44"/>
                </a:cubicBezTo>
                <a:cubicBezTo>
                  <a:pt x="147" y="43"/>
                  <a:pt x="151" y="38"/>
                  <a:pt x="152" y="33"/>
                </a:cubicBezTo>
                <a:cubicBezTo>
                  <a:pt x="157" y="16"/>
                  <a:pt x="157" y="16"/>
                  <a:pt x="157" y="16"/>
                </a:cubicBezTo>
                <a:cubicBezTo>
                  <a:pt x="196" y="16"/>
                  <a:pt x="196" y="16"/>
                  <a:pt x="196" y="16"/>
                </a:cubicBezTo>
                <a:cubicBezTo>
                  <a:pt x="196" y="16"/>
                  <a:pt x="196" y="16"/>
                  <a:pt x="196" y="16"/>
                </a:cubicBezTo>
                <a:cubicBezTo>
                  <a:pt x="201" y="33"/>
                  <a:pt x="201" y="33"/>
                  <a:pt x="201" y="33"/>
                </a:cubicBezTo>
                <a:cubicBezTo>
                  <a:pt x="202" y="38"/>
                  <a:pt x="206" y="43"/>
                  <a:pt x="212" y="44"/>
                </a:cubicBezTo>
                <a:cubicBezTo>
                  <a:pt x="223" y="47"/>
                  <a:pt x="235" y="52"/>
                  <a:pt x="245" y="58"/>
                </a:cubicBezTo>
                <a:cubicBezTo>
                  <a:pt x="247" y="59"/>
                  <a:pt x="250" y="60"/>
                  <a:pt x="253" y="60"/>
                </a:cubicBezTo>
                <a:cubicBezTo>
                  <a:pt x="256" y="60"/>
                  <a:pt x="259" y="59"/>
                  <a:pt x="261" y="58"/>
                </a:cubicBezTo>
                <a:cubicBezTo>
                  <a:pt x="276" y="49"/>
                  <a:pt x="276" y="49"/>
                  <a:pt x="276" y="49"/>
                </a:cubicBezTo>
                <a:cubicBezTo>
                  <a:pt x="304" y="77"/>
                  <a:pt x="304" y="77"/>
                  <a:pt x="304" y="77"/>
                </a:cubicBezTo>
                <a:cubicBezTo>
                  <a:pt x="304" y="77"/>
                  <a:pt x="304" y="77"/>
                  <a:pt x="304" y="77"/>
                </a:cubicBezTo>
                <a:cubicBezTo>
                  <a:pt x="295" y="92"/>
                  <a:pt x="295" y="92"/>
                  <a:pt x="295" y="92"/>
                </a:cubicBezTo>
                <a:cubicBezTo>
                  <a:pt x="292" y="97"/>
                  <a:pt x="292" y="103"/>
                  <a:pt x="295" y="108"/>
                </a:cubicBezTo>
                <a:cubicBezTo>
                  <a:pt x="301" y="118"/>
                  <a:pt x="306" y="129"/>
                  <a:pt x="309" y="141"/>
                </a:cubicBezTo>
                <a:cubicBezTo>
                  <a:pt x="310" y="147"/>
                  <a:pt x="315" y="151"/>
                  <a:pt x="320" y="152"/>
                </a:cubicBezTo>
                <a:cubicBezTo>
                  <a:pt x="337" y="157"/>
                  <a:pt x="337" y="157"/>
                  <a:pt x="337" y="157"/>
                </a:cubicBezTo>
                <a:lnTo>
                  <a:pt x="337" y="196"/>
                </a:lnTo>
                <a:close/>
                <a:moveTo>
                  <a:pt x="176" y="96"/>
                </a:moveTo>
                <a:cubicBezTo>
                  <a:pt x="132" y="96"/>
                  <a:pt x="96" y="132"/>
                  <a:pt x="96" y="176"/>
                </a:cubicBezTo>
                <a:cubicBezTo>
                  <a:pt x="96" y="221"/>
                  <a:pt x="132" y="257"/>
                  <a:pt x="176" y="257"/>
                </a:cubicBezTo>
                <a:cubicBezTo>
                  <a:pt x="221" y="257"/>
                  <a:pt x="257" y="221"/>
                  <a:pt x="257" y="176"/>
                </a:cubicBezTo>
                <a:cubicBezTo>
                  <a:pt x="257" y="132"/>
                  <a:pt x="221" y="96"/>
                  <a:pt x="176" y="96"/>
                </a:cubicBezTo>
                <a:moveTo>
                  <a:pt x="176" y="241"/>
                </a:moveTo>
                <a:cubicBezTo>
                  <a:pt x="141" y="241"/>
                  <a:pt x="112" y="212"/>
                  <a:pt x="112" y="176"/>
                </a:cubicBezTo>
                <a:cubicBezTo>
                  <a:pt x="112" y="141"/>
                  <a:pt x="141" y="112"/>
                  <a:pt x="176" y="112"/>
                </a:cubicBezTo>
                <a:cubicBezTo>
                  <a:pt x="212" y="112"/>
                  <a:pt x="241" y="141"/>
                  <a:pt x="241" y="176"/>
                </a:cubicBezTo>
                <a:cubicBezTo>
                  <a:pt x="241" y="212"/>
                  <a:pt x="212" y="241"/>
                  <a:pt x="176" y="241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5" name="Freeform 85"/>
          <p:cNvSpPr>
            <a:spLocks noEditPoints="1"/>
          </p:cNvSpPr>
          <p:nvPr/>
        </p:nvSpPr>
        <p:spPr bwMode="auto">
          <a:xfrm>
            <a:off x="8504767" y="2017184"/>
            <a:ext cx="575733" cy="575733"/>
          </a:xfrm>
          <a:custGeom>
            <a:avLst/>
            <a:gdLst>
              <a:gd name="T0" fmla="*/ 177 w 353"/>
              <a:gd name="T1" fmla="*/ 273 h 353"/>
              <a:gd name="T2" fmla="*/ 177 w 353"/>
              <a:gd name="T3" fmla="*/ 96 h 353"/>
              <a:gd name="T4" fmla="*/ 177 w 353"/>
              <a:gd name="T5" fmla="*/ 144 h 353"/>
              <a:gd name="T6" fmla="*/ 177 w 353"/>
              <a:gd name="T7" fmla="*/ 96 h 353"/>
              <a:gd name="T8" fmla="*/ 103 w 353"/>
              <a:gd name="T9" fmla="*/ 145 h 353"/>
              <a:gd name="T10" fmla="*/ 169 w 353"/>
              <a:gd name="T11" fmla="*/ 207 h 353"/>
              <a:gd name="T12" fmla="*/ 177 w 353"/>
              <a:gd name="T13" fmla="*/ 160 h 353"/>
              <a:gd name="T14" fmla="*/ 161 w 353"/>
              <a:gd name="T15" fmla="*/ 176 h 353"/>
              <a:gd name="T16" fmla="*/ 185 w 353"/>
              <a:gd name="T17" fmla="*/ 207 h 353"/>
              <a:gd name="T18" fmla="*/ 251 w 353"/>
              <a:gd name="T19" fmla="*/ 145 h 353"/>
              <a:gd name="T20" fmla="*/ 325 w 353"/>
              <a:gd name="T21" fmla="*/ 137 h 353"/>
              <a:gd name="T22" fmla="*/ 318 w 353"/>
              <a:gd name="T23" fmla="*/ 68 h 353"/>
              <a:gd name="T24" fmla="*/ 268 w 353"/>
              <a:gd name="T25" fmla="*/ 35 h 353"/>
              <a:gd name="T26" fmla="*/ 212 w 353"/>
              <a:gd name="T27" fmla="*/ 12 h 353"/>
              <a:gd name="T28" fmla="*/ 142 w 353"/>
              <a:gd name="T29" fmla="*/ 12 h 353"/>
              <a:gd name="T30" fmla="*/ 85 w 353"/>
              <a:gd name="T31" fmla="*/ 35 h 353"/>
              <a:gd name="T32" fmla="*/ 35 w 353"/>
              <a:gd name="T33" fmla="*/ 68 h 353"/>
              <a:gd name="T34" fmla="*/ 29 w 353"/>
              <a:gd name="T35" fmla="*/ 137 h 353"/>
              <a:gd name="T36" fmla="*/ 0 w 353"/>
              <a:gd name="T37" fmla="*/ 200 h 353"/>
              <a:gd name="T38" fmla="*/ 44 w 353"/>
              <a:gd name="T39" fmla="*/ 253 h 353"/>
              <a:gd name="T40" fmla="*/ 69 w 353"/>
              <a:gd name="T41" fmla="*/ 318 h 353"/>
              <a:gd name="T42" fmla="*/ 100 w 353"/>
              <a:gd name="T43" fmla="*/ 309 h 353"/>
              <a:gd name="T44" fmla="*/ 153 w 353"/>
              <a:gd name="T45" fmla="*/ 353 h 353"/>
              <a:gd name="T46" fmla="*/ 216 w 353"/>
              <a:gd name="T47" fmla="*/ 324 h 353"/>
              <a:gd name="T48" fmla="*/ 278 w 353"/>
              <a:gd name="T49" fmla="*/ 321 h 353"/>
              <a:gd name="T50" fmla="*/ 318 w 353"/>
              <a:gd name="T51" fmla="*/ 268 h 353"/>
              <a:gd name="T52" fmla="*/ 342 w 353"/>
              <a:gd name="T53" fmla="*/ 212 h 353"/>
              <a:gd name="T54" fmla="*/ 342 w 353"/>
              <a:gd name="T55" fmla="*/ 141 h 353"/>
              <a:gd name="T56" fmla="*/ 321 w 353"/>
              <a:gd name="T57" fmla="*/ 200 h 353"/>
              <a:gd name="T58" fmla="*/ 296 w 353"/>
              <a:gd name="T59" fmla="*/ 261 h 353"/>
              <a:gd name="T60" fmla="*/ 276 w 353"/>
              <a:gd name="T61" fmla="*/ 304 h 353"/>
              <a:gd name="T62" fmla="*/ 245 w 353"/>
              <a:gd name="T63" fmla="*/ 295 h 353"/>
              <a:gd name="T64" fmla="*/ 197 w 353"/>
              <a:gd name="T65" fmla="*/ 337 h 353"/>
              <a:gd name="T66" fmla="*/ 153 w 353"/>
              <a:gd name="T67" fmla="*/ 320 h 353"/>
              <a:gd name="T68" fmla="*/ 100 w 353"/>
              <a:gd name="T69" fmla="*/ 293 h 353"/>
              <a:gd name="T70" fmla="*/ 77 w 353"/>
              <a:gd name="T71" fmla="*/ 304 h 353"/>
              <a:gd name="T72" fmla="*/ 58 w 353"/>
              <a:gd name="T73" fmla="*/ 245 h 353"/>
              <a:gd name="T74" fmla="*/ 16 w 353"/>
              <a:gd name="T75" fmla="*/ 196 h 353"/>
              <a:gd name="T76" fmla="*/ 33 w 353"/>
              <a:gd name="T77" fmla="*/ 152 h 353"/>
              <a:gd name="T78" fmla="*/ 58 w 353"/>
              <a:gd name="T79" fmla="*/ 92 h 353"/>
              <a:gd name="T80" fmla="*/ 77 w 353"/>
              <a:gd name="T81" fmla="*/ 49 h 353"/>
              <a:gd name="T82" fmla="*/ 108 w 353"/>
              <a:gd name="T83" fmla="*/ 58 h 353"/>
              <a:gd name="T84" fmla="*/ 157 w 353"/>
              <a:gd name="T85" fmla="*/ 16 h 353"/>
              <a:gd name="T86" fmla="*/ 201 w 353"/>
              <a:gd name="T87" fmla="*/ 33 h 353"/>
              <a:gd name="T88" fmla="*/ 253 w 353"/>
              <a:gd name="T89" fmla="*/ 60 h 353"/>
              <a:gd name="T90" fmla="*/ 304 w 353"/>
              <a:gd name="T91" fmla="*/ 77 h 353"/>
              <a:gd name="T92" fmla="*/ 295 w 353"/>
              <a:gd name="T93" fmla="*/ 108 h 353"/>
              <a:gd name="T94" fmla="*/ 337 w 353"/>
              <a:gd name="T95" fmla="*/ 157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53" h="353">
                <a:moveTo>
                  <a:pt x="177" y="80"/>
                </a:moveTo>
                <a:cubicBezTo>
                  <a:pt x="124" y="80"/>
                  <a:pt x="80" y="123"/>
                  <a:pt x="80" y="176"/>
                </a:cubicBezTo>
                <a:cubicBezTo>
                  <a:pt x="80" y="230"/>
                  <a:pt x="124" y="273"/>
                  <a:pt x="177" y="273"/>
                </a:cubicBezTo>
                <a:cubicBezTo>
                  <a:pt x="230" y="273"/>
                  <a:pt x="273" y="230"/>
                  <a:pt x="273" y="176"/>
                </a:cubicBezTo>
                <a:cubicBezTo>
                  <a:pt x="273" y="123"/>
                  <a:pt x="230" y="80"/>
                  <a:pt x="177" y="80"/>
                </a:cubicBezTo>
                <a:moveTo>
                  <a:pt x="177" y="96"/>
                </a:moveTo>
                <a:cubicBezTo>
                  <a:pt x="204" y="96"/>
                  <a:pt x="228" y="110"/>
                  <a:pt x="243" y="131"/>
                </a:cubicBezTo>
                <a:cubicBezTo>
                  <a:pt x="200" y="154"/>
                  <a:pt x="200" y="154"/>
                  <a:pt x="200" y="154"/>
                </a:cubicBezTo>
                <a:cubicBezTo>
                  <a:pt x="194" y="148"/>
                  <a:pt x="186" y="144"/>
                  <a:pt x="177" y="144"/>
                </a:cubicBezTo>
                <a:cubicBezTo>
                  <a:pt x="168" y="144"/>
                  <a:pt x="159" y="148"/>
                  <a:pt x="154" y="154"/>
                </a:cubicBezTo>
                <a:cubicBezTo>
                  <a:pt x="111" y="131"/>
                  <a:pt x="111" y="131"/>
                  <a:pt x="111" y="131"/>
                </a:cubicBezTo>
                <a:cubicBezTo>
                  <a:pt x="125" y="110"/>
                  <a:pt x="150" y="96"/>
                  <a:pt x="177" y="96"/>
                </a:cubicBezTo>
                <a:moveTo>
                  <a:pt x="169" y="256"/>
                </a:moveTo>
                <a:cubicBezTo>
                  <a:pt x="128" y="252"/>
                  <a:pt x="97" y="218"/>
                  <a:pt x="97" y="176"/>
                </a:cubicBezTo>
                <a:cubicBezTo>
                  <a:pt x="97" y="165"/>
                  <a:pt x="99" y="154"/>
                  <a:pt x="103" y="145"/>
                </a:cubicBezTo>
                <a:cubicBezTo>
                  <a:pt x="146" y="168"/>
                  <a:pt x="146" y="168"/>
                  <a:pt x="146" y="168"/>
                </a:cubicBezTo>
                <a:cubicBezTo>
                  <a:pt x="145" y="171"/>
                  <a:pt x="145" y="174"/>
                  <a:pt x="145" y="176"/>
                </a:cubicBezTo>
                <a:cubicBezTo>
                  <a:pt x="145" y="191"/>
                  <a:pt x="155" y="204"/>
                  <a:pt x="169" y="207"/>
                </a:cubicBezTo>
                <a:lnTo>
                  <a:pt x="169" y="256"/>
                </a:lnTo>
                <a:close/>
                <a:moveTo>
                  <a:pt x="161" y="176"/>
                </a:moveTo>
                <a:cubicBezTo>
                  <a:pt x="161" y="168"/>
                  <a:pt x="168" y="160"/>
                  <a:pt x="177" y="160"/>
                </a:cubicBezTo>
                <a:cubicBezTo>
                  <a:pt x="186" y="160"/>
                  <a:pt x="193" y="168"/>
                  <a:pt x="193" y="176"/>
                </a:cubicBezTo>
                <a:cubicBezTo>
                  <a:pt x="193" y="185"/>
                  <a:pt x="186" y="192"/>
                  <a:pt x="177" y="192"/>
                </a:cubicBezTo>
                <a:cubicBezTo>
                  <a:pt x="168" y="192"/>
                  <a:pt x="161" y="185"/>
                  <a:pt x="161" y="176"/>
                </a:cubicBezTo>
                <a:moveTo>
                  <a:pt x="257" y="176"/>
                </a:moveTo>
                <a:cubicBezTo>
                  <a:pt x="257" y="218"/>
                  <a:pt x="225" y="252"/>
                  <a:pt x="185" y="256"/>
                </a:cubicBezTo>
                <a:cubicBezTo>
                  <a:pt x="185" y="207"/>
                  <a:pt x="185" y="207"/>
                  <a:pt x="185" y="207"/>
                </a:cubicBezTo>
                <a:cubicBezTo>
                  <a:pt x="199" y="204"/>
                  <a:pt x="209" y="191"/>
                  <a:pt x="209" y="176"/>
                </a:cubicBezTo>
                <a:cubicBezTo>
                  <a:pt x="209" y="174"/>
                  <a:pt x="208" y="171"/>
                  <a:pt x="208" y="168"/>
                </a:cubicBezTo>
                <a:cubicBezTo>
                  <a:pt x="251" y="145"/>
                  <a:pt x="251" y="145"/>
                  <a:pt x="251" y="145"/>
                </a:cubicBezTo>
                <a:cubicBezTo>
                  <a:pt x="255" y="154"/>
                  <a:pt x="257" y="165"/>
                  <a:pt x="257" y="176"/>
                </a:cubicBezTo>
                <a:moveTo>
                  <a:pt x="342" y="141"/>
                </a:moveTo>
                <a:cubicBezTo>
                  <a:pt x="325" y="137"/>
                  <a:pt x="325" y="137"/>
                  <a:pt x="325" y="137"/>
                </a:cubicBezTo>
                <a:cubicBezTo>
                  <a:pt x="321" y="124"/>
                  <a:pt x="316" y="111"/>
                  <a:pt x="309" y="100"/>
                </a:cubicBezTo>
                <a:cubicBezTo>
                  <a:pt x="318" y="85"/>
                  <a:pt x="318" y="85"/>
                  <a:pt x="318" y="85"/>
                </a:cubicBezTo>
                <a:cubicBezTo>
                  <a:pt x="321" y="79"/>
                  <a:pt x="323" y="73"/>
                  <a:pt x="318" y="68"/>
                </a:cubicBezTo>
                <a:cubicBezTo>
                  <a:pt x="285" y="35"/>
                  <a:pt x="285" y="35"/>
                  <a:pt x="285" y="35"/>
                </a:cubicBezTo>
                <a:cubicBezTo>
                  <a:pt x="283" y="33"/>
                  <a:pt x="280" y="32"/>
                  <a:pt x="278" y="32"/>
                </a:cubicBezTo>
                <a:cubicBezTo>
                  <a:pt x="275" y="32"/>
                  <a:pt x="271" y="33"/>
                  <a:pt x="268" y="35"/>
                </a:cubicBezTo>
                <a:cubicBezTo>
                  <a:pt x="253" y="44"/>
                  <a:pt x="253" y="44"/>
                  <a:pt x="253" y="44"/>
                </a:cubicBezTo>
                <a:cubicBezTo>
                  <a:pt x="242" y="37"/>
                  <a:pt x="229" y="32"/>
                  <a:pt x="216" y="29"/>
                </a:cubicBezTo>
                <a:cubicBezTo>
                  <a:pt x="212" y="12"/>
                  <a:pt x="212" y="12"/>
                  <a:pt x="212" y="12"/>
                </a:cubicBezTo>
                <a:cubicBezTo>
                  <a:pt x="210" y="6"/>
                  <a:pt x="207" y="0"/>
                  <a:pt x="200" y="0"/>
                </a:cubicBezTo>
                <a:cubicBezTo>
                  <a:pt x="153" y="0"/>
                  <a:pt x="153" y="0"/>
                  <a:pt x="153" y="0"/>
                </a:cubicBezTo>
                <a:cubicBezTo>
                  <a:pt x="147" y="0"/>
                  <a:pt x="143" y="6"/>
                  <a:pt x="142" y="12"/>
                </a:cubicBezTo>
                <a:cubicBezTo>
                  <a:pt x="137" y="29"/>
                  <a:pt x="137" y="29"/>
                  <a:pt x="137" y="29"/>
                </a:cubicBezTo>
                <a:cubicBezTo>
                  <a:pt x="124" y="32"/>
                  <a:pt x="112" y="37"/>
                  <a:pt x="100" y="44"/>
                </a:cubicBezTo>
                <a:cubicBezTo>
                  <a:pt x="85" y="35"/>
                  <a:pt x="85" y="35"/>
                  <a:pt x="85" y="35"/>
                </a:cubicBezTo>
                <a:cubicBezTo>
                  <a:pt x="82" y="33"/>
                  <a:pt x="79" y="32"/>
                  <a:pt x="76" y="32"/>
                </a:cubicBezTo>
                <a:cubicBezTo>
                  <a:pt x="73" y="32"/>
                  <a:pt x="71" y="33"/>
                  <a:pt x="69" y="35"/>
                </a:cubicBezTo>
                <a:cubicBezTo>
                  <a:pt x="35" y="68"/>
                  <a:pt x="35" y="68"/>
                  <a:pt x="35" y="68"/>
                </a:cubicBezTo>
                <a:cubicBezTo>
                  <a:pt x="31" y="73"/>
                  <a:pt x="33" y="79"/>
                  <a:pt x="35" y="85"/>
                </a:cubicBezTo>
                <a:cubicBezTo>
                  <a:pt x="44" y="100"/>
                  <a:pt x="44" y="100"/>
                  <a:pt x="44" y="100"/>
                </a:cubicBezTo>
                <a:cubicBezTo>
                  <a:pt x="38" y="111"/>
                  <a:pt x="32" y="124"/>
                  <a:pt x="29" y="137"/>
                </a:cubicBezTo>
                <a:cubicBezTo>
                  <a:pt x="12" y="141"/>
                  <a:pt x="12" y="141"/>
                  <a:pt x="12" y="141"/>
                </a:cubicBezTo>
                <a:cubicBezTo>
                  <a:pt x="6" y="143"/>
                  <a:pt x="0" y="146"/>
                  <a:pt x="0" y="153"/>
                </a:cubicBezTo>
                <a:cubicBezTo>
                  <a:pt x="0" y="200"/>
                  <a:pt x="0" y="200"/>
                  <a:pt x="0" y="200"/>
                </a:cubicBezTo>
                <a:cubicBezTo>
                  <a:pt x="0" y="206"/>
                  <a:pt x="6" y="210"/>
                  <a:pt x="12" y="212"/>
                </a:cubicBezTo>
                <a:cubicBezTo>
                  <a:pt x="29" y="216"/>
                  <a:pt x="29" y="216"/>
                  <a:pt x="29" y="216"/>
                </a:cubicBezTo>
                <a:cubicBezTo>
                  <a:pt x="32" y="229"/>
                  <a:pt x="38" y="241"/>
                  <a:pt x="44" y="253"/>
                </a:cubicBezTo>
                <a:cubicBezTo>
                  <a:pt x="35" y="268"/>
                  <a:pt x="35" y="268"/>
                  <a:pt x="35" y="268"/>
                </a:cubicBezTo>
                <a:cubicBezTo>
                  <a:pt x="32" y="273"/>
                  <a:pt x="31" y="280"/>
                  <a:pt x="35" y="285"/>
                </a:cubicBezTo>
                <a:cubicBezTo>
                  <a:pt x="69" y="318"/>
                  <a:pt x="69" y="318"/>
                  <a:pt x="69" y="318"/>
                </a:cubicBezTo>
                <a:cubicBezTo>
                  <a:pt x="71" y="320"/>
                  <a:pt x="73" y="321"/>
                  <a:pt x="76" y="321"/>
                </a:cubicBezTo>
                <a:cubicBezTo>
                  <a:pt x="79" y="321"/>
                  <a:pt x="82" y="319"/>
                  <a:pt x="85" y="318"/>
                </a:cubicBezTo>
                <a:cubicBezTo>
                  <a:pt x="100" y="309"/>
                  <a:pt x="100" y="309"/>
                  <a:pt x="100" y="309"/>
                </a:cubicBezTo>
                <a:cubicBezTo>
                  <a:pt x="112" y="315"/>
                  <a:pt x="124" y="321"/>
                  <a:pt x="137" y="324"/>
                </a:cubicBezTo>
                <a:cubicBezTo>
                  <a:pt x="142" y="341"/>
                  <a:pt x="142" y="341"/>
                  <a:pt x="142" y="341"/>
                </a:cubicBezTo>
                <a:cubicBezTo>
                  <a:pt x="143" y="347"/>
                  <a:pt x="147" y="353"/>
                  <a:pt x="153" y="353"/>
                </a:cubicBezTo>
                <a:cubicBezTo>
                  <a:pt x="200" y="353"/>
                  <a:pt x="200" y="353"/>
                  <a:pt x="200" y="353"/>
                </a:cubicBezTo>
                <a:cubicBezTo>
                  <a:pt x="207" y="353"/>
                  <a:pt x="210" y="347"/>
                  <a:pt x="212" y="341"/>
                </a:cubicBezTo>
                <a:cubicBezTo>
                  <a:pt x="216" y="324"/>
                  <a:pt x="216" y="324"/>
                  <a:pt x="216" y="324"/>
                </a:cubicBezTo>
                <a:cubicBezTo>
                  <a:pt x="229" y="321"/>
                  <a:pt x="242" y="315"/>
                  <a:pt x="253" y="309"/>
                </a:cubicBezTo>
                <a:cubicBezTo>
                  <a:pt x="268" y="318"/>
                  <a:pt x="268" y="318"/>
                  <a:pt x="268" y="318"/>
                </a:cubicBezTo>
                <a:cubicBezTo>
                  <a:pt x="271" y="319"/>
                  <a:pt x="275" y="321"/>
                  <a:pt x="278" y="321"/>
                </a:cubicBezTo>
                <a:cubicBezTo>
                  <a:pt x="281" y="321"/>
                  <a:pt x="283" y="320"/>
                  <a:pt x="285" y="318"/>
                </a:cubicBezTo>
                <a:cubicBezTo>
                  <a:pt x="318" y="285"/>
                  <a:pt x="318" y="285"/>
                  <a:pt x="318" y="285"/>
                </a:cubicBezTo>
                <a:cubicBezTo>
                  <a:pt x="323" y="280"/>
                  <a:pt x="321" y="273"/>
                  <a:pt x="318" y="268"/>
                </a:cubicBezTo>
                <a:cubicBezTo>
                  <a:pt x="309" y="253"/>
                  <a:pt x="309" y="253"/>
                  <a:pt x="309" y="253"/>
                </a:cubicBezTo>
                <a:cubicBezTo>
                  <a:pt x="316" y="241"/>
                  <a:pt x="321" y="229"/>
                  <a:pt x="325" y="216"/>
                </a:cubicBezTo>
                <a:cubicBezTo>
                  <a:pt x="342" y="212"/>
                  <a:pt x="342" y="212"/>
                  <a:pt x="342" y="212"/>
                </a:cubicBezTo>
                <a:cubicBezTo>
                  <a:pt x="347" y="210"/>
                  <a:pt x="353" y="206"/>
                  <a:pt x="353" y="200"/>
                </a:cubicBezTo>
                <a:cubicBezTo>
                  <a:pt x="353" y="153"/>
                  <a:pt x="353" y="153"/>
                  <a:pt x="353" y="153"/>
                </a:cubicBezTo>
                <a:cubicBezTo>
                  <a:pt x="353" y="146"/>
                  <a:pt x="347" y="143"/>
                  <a:pt x="342" y="141"/>
                </a:cubicBezTo>
                <a:moveTo>
                  <a:pt x="337" y="196"/>
                </a:moveTo>
                <a:cubicBezTo>
                  <a:pt x="337" y="196"/>
                  <a:pt x="337" y="196"/>
                  <a:pt x="337" y="196"/>
                </a:cubicBezTo>
                <a:cubicBezTo>
                  <a:pt x="321" y="200"/>
                  <a:pt x="321" y="200"/>
                  <a:pt x="321" y="200"/>
                </a:cubicBezTo>
                <a:cubicBezTo>
                  <a:pt x="315" y="202"/>
                  <a:pt x="311" y="206"/>
                  <a:pt x="309" y="212"/>
                </a:cubicBezTo>
                <a:cubicBezTo>
                  <a:pt x="306" y="223"/>
                  <a:pt x="301" y="234"/>
                  <a:pt x="295" y="245"/>
                </a:cubicBezTo>
                <a:cubicBezTo>
                  <a:pt x="292" y="250"/>
                  <a:pt x="293" y="256"/>
                  <a:pt x="296" y="261"/>
                </a:cubicBezTo>
                <a:cubicBezTo>
                  <a:pt x="304" y="276"/>
                  <a:pt x="304" y="276"/>
                  <a:pt x="304" y="276"/>
                </a:cubicBezTo>
                <a:cubicBezTo>
                  <a:pt x="276" y="304"/>
                  <a:pt x="276" y="304"/>
                  <a:pt x="276" y="304"/>
                </a:cubicBezTo>
                <a:cubicBezTo>
                  <a:pt x="276" y="304"/>
                  <a:pt x="276" y="304"/>
                  <a:pt x="276" y="304"/>
                </a:cubicBezTo>
                <a:cubicBezTo>
                  <a:pt x="262" y="295"/>
                  <a:pt x="262" y="295"/>
                  <a:pt x="262" y="295"/>
                </a:cubicBezTo>
                <a:cubicBezTo>
                  <a:pt x="259" y="294"/>
                  <a:pt x="256" y="293"/>
                  <a:pt x="253" y="293"/>
                </a:cubicBezTo>
                <a:cubicBezTo>
                  <a:pt x="250" y="293"/>
                  <a:pt x="248" y="293"/>
                  <a:pt x="245" y="295"/>
                </a:cubicBezTo>
                <a:cubicBezTo>
                  <a:pt x="235" y="301"/>
                  <a:pt x="224" y="305"/>
                  <a:pt x="212" y="309"/>
                </a:cubicBezTo>
                <a:cubicBezTo>
                  <a:pt x="207" y="310"/>
                  <a:pt x="202" y="315"/>
                  <a:pt x="201" y="320"/>
                </a:cubicBezTo>
                <a:cubicBezTo>
                  <a:pt x="197" y="337"/>
                  <a:pt x="197" y="337"/>
                  <a:pt x="197" y="337"/>
                </a:cubicBezTo>
                <a:cubicBezTo>
                  <a:pt x="197" y="337"/>
                  <a:pt x="197" y="337"/>
                  <a:pt x="197" y="337"/>
                </a:cubicBezTo>
                <a:cubicBezTo>
                  <a:pt x="157" y="337"/>
                  <a:pt x="157" y="337"/>
                  <a:pt x="157" y="337"/>
                </a:cubicBezTo>
                <a:cubicBezTo>
                  <a:pt x="153" y="320"/>
                  <a:pt x="153" y="320"/>
                  <a:pt x="153" y="320"/>
                </a:cubicBezTo>
                <a:cubicBezTo>
                  <a:pt x="151" y="315"/>
                  <a:pt x="147" y="310"/>
                  <a:pt x="141" y="309"/>
                </a:cubicBezTo>
                <a:cubicBezTo>
                  <a:pt x="130" y="305"/>
                  <a:pt x="119" y="301"/>
                  <a:pt x="108" y="295"/>
                </a:cubicBezTo>
                <a:cubicBezTo>
                  <a:pt x="106" y="293"/>
                  <a:pt x="103" y="293"/>
                  <a:pt x="100" y="293"/>
                </a:cubicBezTo>
                <a:cubicBezTo>
                  <a:pt x="98" y="293"/>
                  <a:pt x="95" y="294"/>
                  <a:pt x="92" y="295"/>
                </a:cubicBezTo>
                <a:cubicBezTo>
                  <a:pt x="77" y="304"/>
                  <a:pt x="77" y="304"/>
                  <a:pt x="77" y="304"/>
                </a:cubicBezTo>
                <a:cubicBezTo>
                  <a:pt x="77" y="304"/>
                  <a:pt x="77" y="304"/>
                  <a:pt x="77" y="304"/>
                </a:cubicBezTo>
                <a:cubicBezTo>
                  <a:pt x="49" y="276"/>
                  <a:pt x="49" y="276"/>
                  <a:pt x="49" y="276"/>
                </a:cubicBezTo>
                <a:cubicBezTo>
                  <a:pt x="58" y="261"/>
                  <a:pt x="58" y="261"/>
                  <a:pt x="58" y="261"/>
                </a:cubicBezTo>
                <a:cubicBezTo>
                  <a:pt x="61" y="256"/>
                  <a:pt x="61" y="250"/>
                  <a:pt x="58" y="245"/>
                </a:cubicBezTo>
                <a:cubicBezTo>
                  <a:pt x="52" y="234"/>
                  <a:pt x="48" y="223"/>
                  <a:pt x="44" y="212"/>
                </a:cubicBezTo>
                <a:cubicBezTo>
                  <a:pt x="43" y="206"/>
                  <a:pt x="39" y="202"/>
                  <a:pt x="33" y="200"/>
                </a:cubicBezTo>
                <a:cubicBezTo>
                  <a:pt x="16" y="196"/>
                  <a:pt x="16" y="196"/>
                  <a:pt x="16" y="196"/>
                </a:cubicBezTo>
                <a:cubicBezTo>
                  <a:pt x="16" y="196"/>
                  <a:pt x="16" y="196"/>
                  <a:pt x="16" y="196"/>
                </a:cubicBezTo>
                <a:cubicBezTo>
                  <a:pt x="16" y="157"/>
                  <a:pt x="16" y="157"/>
                  <a:pt x="16" y="157"/>
                </a:cubicBezTo>
                <a:cubicBezTo>
                  <a:pt x="33" y="152"/>
                  <a:pt x="33" y="152"/>
                  <a:pt x="33" y="152"/>
                </a:cubicBezTo>
                <a:cubicBezTo>
                  <a:pt x="39" y="151"/>
                  <a:pt x="43" y="147"/>
                  <a:pt x="44" y="141"/>
                </a:cubicBezTo>
                <a:cubicBezTo>
                  <a:pt x="48" y="129"/>
                  <a:pt x="52" y="118"/>
                  <a:pt x="58" y="108"/>
                </a:cubicBezTo>
                <a:cubicBezTo>
                  <a:pt x="61" y="103"/>
                  <a:pt x="61" y="97"/>
                  <a:pt x="58" y="92"/>
                </a:cubicBezTo>
                <a:cubicBezTo>
                  <a:pt x="49" y="77"/>
                  <a:pt x="49" y="77"/>
                  <a:pt x="49" y="77"/>
                </a:cubicBezTo>
                <a:cubicBezTo>
                  <a:pt x="49" y="77"/>
                  <a:pt x="49" y="77"/>
                  <a:pt x="49" y="77"/>
                </a:cubicBezTo>
                <a:cubicBezTo>
                  <a:pt x="77" y="49"/>
                  <a:pt x="77" y="49"/>
                  <a:pt x="77" y="49"/>
                </a:cubicBezTo>
                <a:cubicBezTo>
                  <a:pt x="92" y="58"/>
                  <a:pt x="92" y="58"/>
                  <a:pt x="92" y="58"/>
                </a:cubicBezTo>
                <a:cubicBezTo>
                  <a:pt x="95" y="59"/>
                  <a:pt x="98" y="60"/>
                  <a:pt x="100" y="60"/>
                </a:cubicBezTo>
                <a:cubicBezTo>
                  <a:pt x="103" y="60"/>
                  <a:pt x="106" y="59"/>
                  <a:pt x="108" y="58"/>
                </a:cubicBezTo>
                <a:cubicBezTo>
                  <a:pt x="119" y="52"/>
                  <a:pt x="130" y="47"/>
                  <a:pt x="141" y="44"/>
                </a:cubicBezTo>
                <a:cubicBezTo>
                  <a:pt x="147" y="43"/>
                  <a:pt x="151" y="38"/>
                  <a:pt x="153" y="33"/>
                </a:cubicBezTo>
                <a:cubicBezTo>
                  <a:pt x="157" y="16"/>
                  <a:pt x="157" y="16"/>
                  <a:pt x="157" y="16"/>
                </a:cubicBezTo>
                <a:cubicBezTo>
                  <a:pt x="197" y="16"/>
                  <a:pt x="197" y="16"/>
                  <a:pt x="197" y="16"/>
                </a:cubicBezTo>
                <a:cubicBezTo>
                  <a:pt x="197" y="16"/>
                  <a:pt x="197" y="16"/>
                  <a:pt x="197" y="16"/>
                </a:cubicBezTo>
                <a:cubicBezTo>
                  <a:pt x="201" y="33"/>
                  <a:pt x="201" y="33"/>
                  <a:pt x="201" y="33"/>
                </a:cubicBezTo>
                <a:cubicBezTo>
                  <a:pt x="202" y="38"/>
                  <a:pt x="207" y="43"/>
                  <a:pt x="212" y="44"/>
                </a:cubicBezTo>
                <a:cubicBezTo>
                  <a:pt x="224" y="47"/>
                  <a:pt x="235" y="52"/>
                  <a:pt x="245" y="58"/>
                </a:cubicBezTo>
                <a:cubicBezTo>
                  <a:pt x="248" y="59"/>
                  <a:pt x="250" y="60"/>
                  <a:pt x="253" y="60"/>
                </a:cubicBezTo>
                <a:cubicBezTo>
                  <a:pt x="256" y="60"/>
                  <a:pt x="259" y="59"/>
                  <a:pt x="262" y="58"/>
                </a:cubicBezTo>
                <a:cubicBezTo>
                  <a:pt x="276" y="49"/>
                  <a:pt x="276" y="49"/>
                  <a:pt x="276" y="49"/>
                </a:cubicBezTo>
                <a:cubicBezTo>
                  <a:pt x="304" y="77"/>
                  <a:pt x="304" y="77"/>
                  <a:pt x="304" y="77"/>
                </a:cubicBezTo>
                <a:cubicBezTo>
                  <a:pt x="304" y="77"/>
                  <a:pt x="304" y="77"/>
                  <a:pt x="304" y="77"/>
                </a:cubicBezTo>
                <a:cubicBezTo>
                  <a:pt x="296" y="92"/>
                  <a:pt x="296" y="92"/>
                  <a:pt x="296" y="92"/>
                </a:cubicBezTo>
                <a:cubicBezTo>
                  <a:pt x="293" y="97"/>
                  <a:pt x="292" y="103"/>
                  <a:pt x="295" y="108"/>
                </a:cubicBezTo>
                <a:cubicBezTo>
                  <a:pt x="301" y="118"/>
                  <a:pt x="306" y="129"/>
                  <a:pt x="309" y="141"/>
                </a:cubicBezTo>
                <a:cubicBezTo>
                  <a:pt x="311" y="147"/>
                  <a:pt x="315" y="151"/>
                  <a:pt x="321" y="152"/>
                </a:cubicBezTo>
                <a:cubicBezTo>
                  <a:pt x="337" y="157"/>
                  <a:pt x="337" y="157"/>
                  <a:pt x="337" y="157"/>
                </a:cubicBezTo>
                <a:lnTo>
                  <a:pt x="337" y="19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6" name="Freeform 86"/>
          <p:cNvSpPr>
            <a:spLocks noEditPoints="1"/>
          </p:cNvSpPr>
          <p:nvPr/>
        </p:nvSpPr>
        <p:spPr bwMode="auto">
          <a:xfrm>
            <a:off x="9605434" y="2017184"/>
            <a:ext cx="575733" cy="575733"/>
          </a:xfrm>
          <a:custGeom>
            <a:avLst/>
            <a:gdLst>
              <a:gd name="T0" fmla="*/ 0 w 353"/>
              <a:gd name="T1" fmla="*/ 32 h 353"/>
              <a:gd name="T2" fmla="*/ 321 w 353"/>
              <a:gd name="T3" fmla="*/ 353 h 353"/>
              <a:gd name="T4" fmla="*/ 321 w 353"/>
              <a:gd name="T5" fmla="*/ 0 h 353"/>
              <a:gd name="T6" fmla="*/ 71 w 353"/>
              <a:gd name="T7" fmla="*/ 16 h 353"/>
              <a:gd name="T8" fmla="*/ 16 w 353"/>
              <a:gd name="T9" fmla="*/ 88 h 353"/>
              <a:gd name="T10" fmla="*/ 168 w 353"/>
              <a:gd name="T11" fmla="*/ 28 h 353"/>
              <a:gd name="T12" fmla="*/ 140 w 353"/>
              <a:gd name="T13" fmla="*/ 43 h 353"/>
              <a:gd name="T14" fmla="*/ 135 w 353"/>
              <a:gd name="T15" fmla="*/ 107 h 353"/>
              <a:gd name="T16" fmla="*/ 92 w 353"/>
              <a:gd name="T17" fmla="*/ 126 h 353"/>
              <a:gd name="T18" fmla="*/ 43 w 353"/>
              <a:gd name="T19" fmla="*/ 140 h 353"/>
              <a:gd name="T20" fmla="*/ 27 w 353"/>
              <a:gd name="T21" fmla="*/ 168 h 353"/>
              <a:gd name="T22" fmla="*/ 281 w 353"/>
              <a:gd name="T23" fmla="*/ 337 h 353"/>
              <a:gd name="T24" fmla="*/ 215 w 353"/>
              <a:gd name="T25" fmla="*/ 257 h 353"/>
              <a:gd name="T26" fmla="*/ 281 w 353"/>
              <a:gd name="T27" fmla="*/ 320 h 353"/>
              <a:gd name="T28" fmla="*/ 289 w 353"/>
              <a:gd name="T29" fmla="*/ 273 h 353"/>
              <a:gd name="T30" fmla="*/ 272 w 353"/>
              <a:gd name="T31" fmla="*/ 289 h 353"/>
              <a:gd name="T32" fmla="*/ 297 w 353"/>
              <a:gd name="T33" fmla="*/ 337 h 353"/>
              <a:gd name="T34" fmla="*/ 320 w 353"/>
              <a:gd name="T35" fmla="*/ 281 h 353"/>
              <a:gd name="T36" fmla="*/ 337 w 353"/>
              <a:gd name="T37" fmla="*/ 253 h 353"/>
              <a:gd name="T38" fmla="*/ 265 w 353"/>
              <a:gd name="T39" fmla="*/ 267 h 353"/>
              <a:gd name="T40" fmla="*/ 337 w 353"/>
              <a:gd name="T41" fmla="*/ 225 h 353"/>
              <a:gd name="T42" fmla="*/ 289 w 353"/>
              <a:gd name="T43" fmla="*/ 192 h 353"/>
              <a:gd name="T44" fmla="*/ 135 w 353"/>
              <a:gd name="T45" fmla="*/ 337 h 353"/>
              <a:gd name="T46" fmla="*/ 152 w 353"/>
              <a:gd name="T47" fmla="*/ 289 h 353"/>
              <a:gd name="T48" fmla="*/ 140 w 353"/>
              <a:gd name="T49" fmla="*/ 226 h 353"/>
              <a:gd name="T50" fmla="*/ 176 w 353"/>
              <a:gd name="T51" fmla="*/ 196 h 353"/>
              <a:gd name="T52" fmla="*/ 228 w 353"/>
              <a:gd name="T53" fmla="*/ 156 h 353"/>
              <a:gd name="T54" fmla="*/ 266 w 353"/>
              <a:gd name="T55" fmla="*/ 129 h 353"/>
              <a:gd name="T56" fmla="*/ 289 w 353"/>
              <a:gd name="T57" fmla="*/ 152 h 353"/>
              <a:gd name="T58" fmla="*/ 337 w 353"/>
              <a:gd name="T59" fmla="*/ 206 h 353"/>
              <a:gd name="T60" fmla="*/ 289 w 353"/>
              <a:gd name="T61" fmla="*/ 136 h 353"/>
              <a:gd name="T62" fmla="*/ 266 w 353"/>
              <a:gd name="T63" fmla="*/ 112 h 353"/>
              <a:gd name="T64" fmla="*/ 212 w 353"/>
              <a:gd name="T65" fmla="*/ 156 h 353"/>
              <a:gd name="T66" fmla="*/ 147 w 353"/>
              <a:gd name="T67" fmla="*/ 180 h 353"/>
              <a:gd name="T68" fmla="*/ 141 w 353"/>
              <a:gd name="T69" fmla="*/ 249 h 353"/>
              <a:gd name="T70" fmla="*/ 112 w 353"/>
              <a:gd name="T71" fmla="*/ 312 h 353"/>
              <a:gd name="T72" fmla="*/ 16 w 353"/>
              <a:gd name="T73" fmla="*/ 321 h 353"/>
              <a:gd name="T74" fmla="*/ 43 w 353"/>
              <a:gd name="T75" fmla="*/ 173 h 353"/>
              <a:gd name="T76" fmla="*/ 99 w 353"/>
              <a:gd name="T77" fmla="*/ 149 h 353"/>
              <a:gd name="T78" fmla="*/ 149 w 353"/>
              <a:gd name="T79" fmla="*/ 116 h 353"/>
              <a:gd name="T80" fmla="*/ 155 w 353"/>
              <a:gd name="T81" fmla="*/ 47 h 353"/>
              <a:gd name="T82" fmla="*/ 184 w 353"/>
              <a:gd name="T83" fmla="*/ 16 h 353"/>
              <a:gd name="T84" fmla="*/ 337 w 353"/>
              <a:gd name="T85" fmla="*/ 132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353" h="353">
                <a:moveTo>
                  <a:pt x="321" y="0"/>
                </a:move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4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4" y="353"/>
                  <a:pt x="32" y="353"/>
                </a:cubicBezTo>
                <a:cubicBezTo>
                  <a:pt x="321" y="353"/>
                  <a:pt x="321" y="353"/>
                  <a:pt x="321" y="353"/>
                </a:cubicBezTo>
                <a:cubicBezTo>
                  <a:pt x="338" y="353"/>
                  <a:pt x="353" y="339"/>
                  <a:pt x="353" y="321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14"/>
                  <a:pt x="338" y="0"/>
                  <a:pt x="321" y="0"/>
                </a:cubicBezTo>
                <a:moveTo>
                  <a:pt x="16" y="32"/>
                </a:moveTo>
                <a:cubicBezTo>
                  <a:pt x="16" y="23"/>
                  <a:pt x="23" y="16"/>
                  <a:pt x="32" y="16"/>
                </a:cubicBezTo>
                <a:cubicBezTo>
                  <a:pt x="71" y="16"/>
                  <a:pt x="71" y="16"/>
                  <a:pt x="71" y="16"/>
                </a:cubicBezTo>
                <a:cubicBezTo>
                  <a:pt x="68" y="45"/>
                  <a:pt x="45" y="68"/>
                  <a:pt x="16" y="71"/>
                </a:cubicBezTo>
                <a:lnTo>
                  <a:pt x="16" y="32"/>
                </a:lnTo>
                <a:close/>
                <a:moveTo>
                  <a:pt x="16" y="88"/>
                </a:moveTo>
                <a:cubicBezTo>
                  <a:pt x="54" y="84"/>
                  <a:pt x="84" y="54"/>
                  <a:pt x="87" y="16"/>
                </a:cubicBezTo>
                <a:cubicBezTo>
                  <a:pt x="168" y="16"/>
                  <a:pt x="168" y="16"/>
                  <a:pt x="168" y="16"/>
                </a:cubicBezTo>
                <a:cubicBezTo>
                  <a:pt x="168" y="28"/>
                  <a:pt x="168" y="28"/>
                  <a:pt x="168" y="28"/>
                </a:cubicBezTo>
                <a:cubicBezTo>
                  <a:pt x="168" y="28"/>
                  <a:pt x="168" y="28"/>
                  <a:pt x="168" y="28"/>
                </a:cubicBezTo>
                <a:cubicBezTo>
                  <a:pt x="152" y="32"/>
                  <a:pt x="152" y="32"/>
                  <a:pt x="152" y="32"/>
                </a:cubicBezTo>
                <a:cubicBezTo>
                  <a:pt x="146" y="33"/>
                  <a:pt x="141" y="38"/>
                  <a:pt x="140" y="43"/>
                </a:cubicBezTo>
                <a:cubicBezTo>
                  <a:pt x="137" y="55"/>
                  <a:pt x="132" y="66"/>
                  <a:pt x="126" y="76"/>
                </a:cubicBezTo>
                <a:cubicBezTo>
                  <a:pt x="123" y="81"/>
                  <a:pt x="123" y="88"/>
                  <a:pt x="126" y="93"/>
                </a:cubicBezTo>
                <a:cubicBezTo>
                  <a:pt x="135" y="107"/>
                  <a:pt x="135" y="107"/>
                  <a:pt x="135" y="107"/>
                </a:cubicBezTo>
                <a:cubicBezTo>
                  <a:pt x="107" y="135"/>
                  <a:pt x="107" y="135"/>
                  <a:pt x="107" y="135"/>
                </a:cubicBezTo>
                <a:cubicBezTo>
                  <a:pt x="107" y="135"/>
                  <a:pt x="107" y="135"/>
                  <a:pt x="107" y="135"/>
                </a:cubicBezTo>
                <a:cubicBezTo>
                  <a:pt x="92" y="126"/>
                  <a:pt x="92" y="126"/>
                  <a:pt x="92" y="126"/>
                </a:cubicBezTo>
                <a:cubicBezTo>
                  <a:pt x="90" y="125"/>
                  <a:pt x="87" y="124"/>
                  <a:pt x="84" y="124"/>
                </a:cubicBezTo>
                <a:cubicBezTo>
                  <a:pt x="81" y="124"/>
                  <a:pt x="78" y="125"/>
                  <a:pt x="76" y="126"/>
                </a:cubicBezTo>
                <a:cubicBezTo>
                  <a:pt x="66" y="132"/>
                  <a:pt x="55" y="137"/>
                  <a:pt x="43" y="140"/>
                </a:cubicBezTo>
                <a:cubicBezTo>
                  <a:pt x="37" y="141"/>
                  <a:pt x="33" y="146"/>
                  <a:pt x="32" y="152"/>
                </a:cubicBezTo>
                <a:cubicBezTo>
                  <a:pt x="27" y="168"/>
                  <a:pt x="27" y="168"/>
                  <a:pt x="27" y="168"/>
                </a:cubicBezTo>
                <a:cubicBezTo>
                  <a:pt x="27" y="168"/>
                  <a:pt x="27" y="168"/>
                  <a:pt x="27" y="168"/>
                </a:cubicBezTo>
                <a:cubicBezTo>
                  <a:pt x="16" y="168"/>
                  <a:pt x="16" y="168"/>
                  <a:pt x="16" y="168"/>
                </a:cubicBezTo>
                <a:lnTo>
                  <a:pt x="16" y="88"/>
                </a:lnTo>
                <a:close/>
                <a:moveTo>
                  <a:pt x="281" y="337"/>
                </a:moveTo>
                <a:cubicBezTo>
                  <a:pt x="225" y="337"/>
                  <a:pt x="225" y="337"/>
                  <a:pt x="225" y="337"/>
                </a:cubicBezTo>
                <a:cubicBezTo>
                  <a:pt x="214" y="324"/>
                  <a:pt x="208" y="307"/>
                  <a:pt x="208" y="289"/>
                </a:cubicBezTo>
                <a:cubicBezTo>
                  <a:pt x="208" y="277"/>
                  <a:pt x="211" y="267"/>
                  <a:pt x="215" y="257"/>
                </a:cubicBezTo>
                <a:cubicBezTo>
                  <a:pt x="258" y="281"/>
                  <a:pt x="258" y="281"/>
                  <a:pt x="258" y="281"/>
                </a:cubicBezTo>
                <a:cubicBezTo>
                  <a:pt x="257" y="283"/>
                  <a:pt x="256" y="286"/>
                  <a:pt x="256" y="289"/>
                </a:cubicBezTo>
                <a:cubicBezTo>
                  <a:pt x="256" y="304"/>
                  <a:pt x="267" y="316"/>
                  <a:pt x="281" y="320"/>
                </a:cubicBezTo>
                <a:lnTo>
                  <a:pt x="281" y="337"/>
                </a:lnTo>
                <a:close/>
                <a:moveTo>
                  <a:pt x="272" y="289"/>
                </a:moveTo>
                <a:cubicBezTo>
                  <a:pt x="272" y="280"/>
                  <a:pt x="280" y="273"/>
                  <a:pt x="289" y="273"/>
                </a:cubicBezTo>
                <a:cubicBezTo>
                  <a:pt x="297" y="273"/>
                  <a:pt x="305" y="280"/>
                  <a:pt x="305" y="289"/>
                </a:cubicBezTo>
                <a:cubicBezTo>
                  <a:pt x="305" y="298"/>
                  <a:pt x="297" y="305"/>
                  <a:pt x="289" y="305"/>
                </a:cubicBezTo>
                <a:cubicBezTo>
                  <a:pt x="280" y="305"/>
                  <a:pt x="272" y="298"/>
                  <a:pt x="272" y="289"/>
                </a:cubicBezTo>
                <a:moveTo>
                  <a:pt x="337" y="321"/>
                </a:moveTo>
                <a:cubicBezTo>
                  <a:pt x="337" y="330"/>
                  <a:pt x="330" y="337"/>
                  <a:pt x="321" y="337"/>
                </a:cubicBezTo>
                <a:cubicBezTo>
                  <a:pt x="297" y="337"/>
                  <a:pt x="297" y="337"/>
                  <a:pt x="297" y="337"/>
                </a:cubicBezTo>
                <a:cubicBezTo>
                  <a:pt x="297" y="320"/>
                  <a:pt x="297" y="320"/>
                  <a:pt x="297" y="320"/>
                </a:cubicBezTo>
                <a:cubicBezTo>
                  <a:pt x="310" y="316"/>
                  <a:pt x="321" y="304"/>
                  <a:pt x="321" y="289"/>
                </a:cubicBezTo>
                <a:cubicBezTo>
                  <a:pt x="321" y="286"/>
                  <a:pt x="320" y="283"/>
                  <a:pt x="320" y="281"/>
                </a:cubicBezTo>
                <a:cubicBezTo>
                  <a:pt x="337" y="271"/>
                  <a:pt x="337" y="271"/>
                  <a:pt x="337" y="271"/>
                </a:cubicBezTo>
                <a:lnTo>
                  <a:pt x="337" y="321"/>
                </a:lnTo>
                <a:close/>
                <a:moveTo>
                  <a:pt x="337" y="253"/>
                </a:moveTo>
                <a:cubicBezTo>
                  <a:pt x="312" y="267"/>
                  <a:pt x="312" y="267"/>
                  <a:pt x="312" y="267"/>
                </a:cubicBezTo>
                <a:cubicBezTo>
                  <a:pt x="306" y="261"/>
                  <a:pt x="298" y="257"/>
                  <a:pt x="289" y="257"/>
                </a:cubicBezTo>
                <a:cubicBezTo>
                  <a:pt x="279" y="257"/>
                  <a:pt x="271" y="261"/>
                  <a:pt x="265" y="267"/>
                </a:cubicBezTo>
                <a:cubicBezTo>
                  <a:pt x="223" y="243"/>
                  <a:pt x="223" y="243"/>
                  <a:pt x="223" y="243"/>
                </a:cubicBezTo>
                <a:cubicBezTo>
                  <a:pt x="237" y="222"/>
                  <a:pt x="261" y="208"/>
                  <a:pt x="289" y="208"/>
                </a:cubicBezTo>
                <a:cubicBezTo>
                  <a:pt x="307" y="208"/>
                  <a:pt x="323" y="215"/>
                  <a:pt x="337" y="225"/>
                </a:cubicBezTo>
                <a:lnTo>
                  <a:pt x="337" y="253"/>
                </a:lnTo>
                <a:close/>
                <a:moveTo>
                  <a:pt x="337" y="206"/>
                </a:moveTo>
                <a:cubicBezTo>
                  <a:pt x="323" y="197"/>
                  <a:pt x="306" y="192"/>
                  <a:pt x="289" y="192"/>
                </a:cubicBezTo>
                <a:cubicBezTo>
                  <a:pt x="235" y="192"/>
                  <a:pt x="192" y="236"/>
                  <a:pt x="192" y="289"/>
                </a:cubicBezTo>
                <a:cubicBezTo>
                  <a:pt x="192" y="306"/>
                  <a:pt x="197" y="323"/>
                  <a:pt x="205" y="337"/>
                </a:cubicBezTo>
                <a:cubicBezTo>
                  <a:pt x="135" y="337"/>
                  <a:pt x="135" y="337"/>
                  <a:pt x="135" y="337"/>
                </a:cubicBezTo>
                <a:cubicBezTo>
                  <a:pt x="128" y="311"/>
                  <a:pt x="128" y="311"/>
                  <a:pt x="128" y="311"/>
                </a:cubicBezTo>
                <a:cubicBezTo>
                  <a:pt x="143" y="303"/>
                  <a:pt x="143" y="303"/>
                  <a:pt x="143" y="303"/>
                </a:cubicBezTo>
                <a:cubicBezTo>
                  <a:pt x="148" y="300"/>
                  <a:pt x="152" y="295"/>
                  <a:pt x="152" y="289"/>
                </a:cubicBezTo>
                <a:cubicBezTo>
                  <a:pt x="152" y="277"/>
                  <a:pt x="153" y="265"/>
                  <a:pt x="156" y="253"/>
                </a:cubicBezTo>
                <a:cubicBezTo>
                  <a:pt x="158" y="248"/>
                  <a:pt x="156" y="242"/>
                  <a:pt x="152" y="238"/>
                </a:cubicBezTo>
                <a:cubicBezTo>
                  <a:pt x="140" y="226"/>
                  <a:pt x="140" y="226"/>
                  <a:pt x="140" y="226"/>
                </a:cubicBezTo>
                <a:cubicBezTo>
                  <a:pt x="140" y="226"/>
                  <a:pt x="140" y="226"/>
                  <a:pt x="140" y="226"/>
                </a:cubicBezTo>
                <a:cubicBezTo>
                  <a:pt x="159" y="191"/>
                  <a:pt x="159" y="191"/>
                  <a:pt x="159" y="191"/>
                </a:cubicBezTo>
                <a:cubicBezTo>
                  <a:pt x="176" y="196"/>
                  <a:pt x="176" y="196"/>
                  <a:pt x="176" y="196"/>
                </a:cubicBezTo>
                <a:cubicBezTo>
                  <a:pt x="181" y="198"/>
                  <a:pt x="188" y="196"/>
                  <a:pt x="192" y="192"/>
                </a:cubicBezTo>
                <a:cubicBezTo>
                  <a:pt x="200" y="183"/>
                  <a:pt x="210" y="176"/>
                  <a:pt x="220" y="170"/>
                </a:cubicBezTo>
                <a:cubicBezTo>
                  <a:pt x="225" y="167"/>
                  <a:pt x="228" y="162"/>
                  <a:pt x="228" y="156"/>
                </a:cubicBezTo>
                <a:cubicBezTo>
                  <a:pt x="228" y="139"/>
                  <a:pt x="228" y="139"/>
                  <a:pt x="228" y="139"/>
                </a:cubicBezTo>
                <a:cubicBezTo>
                  <a:pt x="228" y="139"/>
                  <a:pt x="228" y="139"/>
                  <a:pt x="228" y="139"/>
                </a:cubicBezTo>
                <a:cubicBezTo>
                  <a:pt x="266" y="129"/>
                  <a:pt x="266" y="129"/>
                  <a:pt x="266" y="129"/>
                </a:cubicBezTo>
                <a:cubicBezTo>
                  <a:pt x="275" y="144"/>
                  <a:pt x="275" y="144"/>
                  <a:pt x="275" y="144"/>
                </a:cubicBezTo>
                <a:cubicBezTo>
                  <a:pt x="276" y="146"/>
                  <a:pt x="278" y="148"/>
                  <a:pt x="281" y="150"/>
                </a:cubicBezTo>
                <a:cubicBezTo>
                  <a:pt x="283" y="151"/>
                  <a:pt x="286" y="152"/>
                  <a:pt x="289" y="152"/>
                </a:cubicBezTo>
                <a:cubicBezTo>
                  <a:pt x="301" y="152"/>
                  <a:pt x="312" y="153"/>
                  <a:pt x="324" y="157"/>
                </a:cubicBezTo>
                <a:cubicBezTo>
                  <a:pt x="328" y="158"/>
                  <a:pt x="333" y="157"/>
                  <a:pt x="337" y="155"/>
                </a:cubicBezTo>
                <a:lnTo>
                  <a:pt x="337" y="206"/>
                </a:lnTo>
                <a:close/>
                <a:moveTo>
                  <a:pt x="337" y="132"/>
                </a:moveTo>
                <a:cubicBezTo>
                  <a:pt x="328" y="141"/>
                  <a:pt x="328" y="141"/>
                  <a:pt x="328" y="141"/>
                </a:cubicBezTo>
                <a:cubicBezTo>
                  <a:pt x="315" y="138"/>
                  <a:pt x="302" y="136"/>
                  <a:pt x="289" y="136"/>
                </a:cubicBezTo>
                <a:cubicBezTo>
                  <a:pt x="280" y="120"/>
                  <a:pt x="280" y="120"/>
                  <a:pt x="280" y="120"/>
                </a:cubicBezTo>
                <a:cubicBezTo>
                  <a:pt x="278" y="118"/>
                  <a:pt x="276" y="115"/>
                  <a:pt x="273" y="113"/>
                </a:cubicBezTo>
                <a:cubicBezTo>
                  <a:pt x="271" y="112"/>
                  <a:pt x="268" y="111"/>
                  <a:pt x="266" y="112"/>
                </a:cubicBezTo>
                <a:cubicBezTo>
                  <a:pt x="220" y="124"/>
                  <a:pt x="220" y="124"/>
                  <a:pt x="220" y="124"/>
                </a:cubicBezTo>
                <a:cubicBezTo>
                  <a:pt x="214" y="126"/>
                  <a:pt x="212" y="133"/>
                  <a:pt x="212" y="139"/>
                </a:cubicBezTo>
                <a:cubicBezTo>
                  <a:pt x="212" y="156"/>
                  <a:pt x="212" y="156"/>
                  <a:pt x="212" y="156"/>
                </a:cubicBezTo>
                <a:cubicBezTo>
                  <a:pt x="201" y="163"/>
                  <a:pt x="190" y="171"/>
                  <a:pt x="180" y="181"/>
                </a:cubicBezTo>
                <a:cubicBezTo>
                  <a:pt x="163" y="176"/>
                  <a:pt x="163" y="176"/>
                  <a:pt x="163" y="176"/>
                </a:cubicBezTo>
                <a:cubicBezTo>
                  <a:pt x="158" y="174"/>
                  <a:pt x="151" y="174"/>
                  <a:pt x="147" y="180"/>
                </a:cubicBezTo>
                <a:cubicBezTo>
                  <a:pt x="124" y="221"/>
                  <a:pt x="124" y="221"/>
                  <a:pt x="124" y="221"/>
                </a:cubicBezTo>
                <a:cubicBezTo>
                  <a:pt x="121" y="226"/>
                  <a:pt x="124" y="232"/>
                  <a:pt x="128" y="237"/>
                </a:cubicBezTo>
                <a:cubicBezTo>
                  <a:pt x="141" y="249"/>
                  <a:pt x="141" y="249"/>
                  <a:pt x="141" y="249"/>
                </a:cubicBezTo>
                <a:cubicBezTo>
                  <a:pt x="137" y="262"/>
                  <a:pt x="136" y="276"/>
                  <a:pt x="136" y="289"/>
                </a:cubicBezTo>
                <a:cubicBezTo>
                  <a:pt x="120" y="297"/>
                  <a:pt x="120" y="297"/>
                  <a:pt x="120" y="297"/>
                </a:cubicBezTo>
                <a:cubicBezTo>
                  <a:pt x="115" y="300"/>
                  <a:pt x="110" y="305"/>
                  <a:pt x="112" y="312"/>
                </a:cubicBezTo>
                <a:cubicBezTo>
                  <a:pt x="119" y="337"/>
                  <a:pt x="119" y="337"/>
                  <a:pt x="119" y="337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23" y="337"/>
                  <a:pt x="16" y="330"/>
                  <a:pt x="16" y="321"/>
                </a:cubicBezTo>
                <a:cubicBezTo>
                  <a:pt x="16" y="184"/>
                  <a:pt x="16" y="184"/>
                  <a:pt x="16" y="184"/>
                </a:cubicBezTo>
                <a:cubicBezTo>
                  <a:pt x="31" y="184"/>
                  <a:pt x="31" y="184"/>
                  <a:pt x="31" y="184"/>
                </a:cubicBezTo>
                <a:cubicBezTo>
                  <a:pt x="38" y="184"/>
                  <a:pt x="41" y="178"/>
                  <a:pt x="43" y="173"/>
                </a:cubicBezTo>
                <a:cubicBezTo>
                  <a:pt x="47" y="155"/>
                  <a:pt x="47" y="155"/>
                  <a:pt x="47" y="155"/>
                </a:cubicBezTo>
                <a:cubicBezTo>
                  <a:pt x="60" y="152"/>
                  <a:pt x="73" y="147"/>
                  <a:pt x="84" y="140"/>
                </a:cubicBezTo>
                <a:cubicBezTo>
                  <a:pt x="99" y="149"/>
                  <a:pt x="99" y="149"/>
                  <a:pt x="99" y="149"/>
                </a:cubicBezTo>
                <a:cubicBezTo>
                  <a:pt x="102" y="151"/>
                  <a:pt x="106" y="152"/>
                  <a:pt x="109" y="152"/>
                </a:cubicBezTo>
                <a:cubicBezTo>
                  <a:pt x="111" y="152"/>
                  <a:pt x="114" y="151"/>
                  <a:pt x="116" y="149"/>
                </a:cubicBezTo>
                <a:cubicBezTo>
                  <a:pt x="149" y="116"/>
                  <a:pt x="149" y="116"/>
                  <a:pt x="149" y="116"/>
                </a:cubicBezTo>
                <a:cubicBezTo>
                  <a:pt x="154" y="111"/>
                  <a:pt x="152" y="104"/>
                  <a:pt x="149" y="99"/>
                </a:cubicBezTo>
                <a:cubicBezTo>
                  <a:pt x="140" y="84"/>
                  <a:pt x="140" y="84"/>
                  <a:pt x="140" y="84"/>
                </a:cubicBezTo>
                <a:cubicBezTo>
                  <a:pt x="147" y="73"/>
                  <a:pt x="152" y="60"/>
                  <a:pt x="155" y="47"/>
                </a:cubicBezTo>
                <a:cubicBezTo>
                  <a:pt x="172" y="43"/>
                  <a:pt x="172" y="43"/>
                  <a:pt x="172" y="43"/>
                </a:cubicBezTo>
                <a:cubicBezTo>
                  <a:pt x="178" y="41"/>
                  <a:pt x="184" y="38"/>
                  <a:pt x="184" y="31"/>
                </a:cubicBezTo>
                <a:cubicBezTo>
                  <a:pt x="184" y="16"/>
                  <a:pt x="184" y="16"/>
                  <a:pt x="184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3"/>
                  <a:pt x="337" y="32"/>
                </a:cubicBezTo>
                <a:lnTo>
                  <a:pt x="337" y="13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7" name="Freeform 87"/>
          <p:cNvSpPr>
            <a:spLocks noEditPoints="1"/>
          </p:cNvSpPr>
          <p:nvPr/>
        </p:nvSpPr>
        <p:spPr bwMode="auto">
          <a:xfrm>
            <a:off x="10703984" y="2070101"/>
            <a:ext cx="575733" cy="472017"/>
          </a:xfrm>
          <a:custGeom>
            <a:avLst/>
            <a:gdLst>
              <a:gd name="T0" fmla="*/ 249 w 353"/>
              <a:gd name="T1" fmla="*/ 265 h 289"/>
              <a:gd name="T2" fmla="*/ 257 w 353"/>
              <a:gd name="T3" fmla="*/ 289 h 289"/>
              <a:gd name="T4" fmla="*/ 265 w 353"/>
              <a:gd name="T5" fmla="*/ 265 h 289"/>
              <a:gd name="T6" fmla="*/ 56 w 353"/>
              <a:gd name="T7" fmla="*/ 80 h 289"/>
              <a:gd name="T8" fmla="*/ 305 w 353"/>
              <a:gd name="T9" fmla="*/ 72 h 289"/>
              <a:gd name="T10" fmla="*/ 56 w 353"/>
              <a:gd name="T11" fmla="*/ 64 h 289"/>
              <a:gd name="T12" fmla="*/ 56 w 353"/>
              <a:gd name="T13" fmla="*/ 80 h 289"/>
              <a:gd name="T14" fmla="*/ 88 w 353"/>
              <a:gd name="T15" fmla="*/ 265 h 289"/>
              <a:gd name="T16" fmla="*/ 96 w 353"/>
              <a:gd name="T17" fmla="*/ 289 h 289"/>
              <a:gd name="T18" fmla="*/ 104 w 353"/>
              <a:gd name="T19" fmla="*/ 265 h 289"/>
              <a:gd name="T20" fmla="*/ 337 w 353"/>
              <a:gd name="T21" fmla="*/ 0 h 289"/>
              <a:gd name="T22" fmla="*/ 0 w 353"/>
              <a:gd name="T23" fmla="*/ 16 h 289"/>
              <a:gd name="T24" fmla="*/ 16 w 353"/>
              <a:gd name="T25" fmla="*/ 273 h 289"/>
              <a:gd name="T26" fmla="*/ 72 w 353"/>
              <a:gd name="T27" fmla="*/ 265 h 289"/>
              <a:gd name="T28" fmla="*/ 120 w 353"/>
              <a:gd name="T29" fmla="*/ 265 h 289"/>
              <a:gd name="T30" fmla="*/ 225 w 353"/>
              <a:gd name="T31" fmla="*/ 273 h 289"/>
              <a:gd name="T32" fmla="*/ 257 w 353"/>
              <a:gd name="T33" fmla="*/ 241 h 289"/>
              <a:gd name="T34" fmla="*/ 289 w 353"/>
              <a:gd name="T35" fmla="*/ 273 h 289"/>
              <a:gd name="T36" fmla="*/ 353 w 353"/>
              <a:gd name="T37" fmla="*/ 257 h 289"/>
              <a:gd name="T38" fmla="*/ 337 w 353"/>
              <a:gd name="T39" fmla="*/ 0 h 289"/>
              <a:gd name="T40" fmla="*/ 296 w 353"/>
              <a:gd name="T41" fmla="*/ 257 h 289"/>
              <a:gd name="T42" fmla="*/ 217 w 353"/>
              <a:gd name="T43" fmla="*/ 257 h 289"/>
              <a:gd name="T44" fmla="*/ 96 w 353"/>
              <a:gd name="T45" fmla="*/ 225 h 289"/>
              <a:gd name="T46" fmla="*/ 16 w 353"/>
              <a:gd name="T47" fmla="*/ 257 h 289"/>
              <a:gd name="T48" fmla="*/ 337 w 353"/>
              <a:gd name="T49" fmla="*/ 16 h 289"/>
              <a:gd name="T50" fmla="*/ 56 w 353"/>
              <a:gd name="T51" fmla="*/ 176 h 289"/>
              <a:gd name="T52" fmla="*/ 225 w 353"/>
              <a:gd name="T53" fmla="*/ 168 h 289"/>
              <a:gd name="T54" fmla="*/ 56 w 353"/>
              <a:gd name="T55" fmla="*/ 160 h 289"/>
              <a:gd name="T56" fmla="*/ 56 w 353"/>
              <a:gd name="T57" fmla="*/ 176 h 289"/>
              <a:gd name="T58" fmla="*/ 297 w 353"/>
              <a:gd name="T59" fmla="*/ 144 h 289"/>
              <a:gd name="T60" fmla="*/ 297 w 353"/>
              <a:gd name="T61" fmla="*/ 128 h 289"/>
              <a:gd name="T62" fmla="*/ 48 w 353"/>
              <a:gd name="T63" fmla="*/ 136 h 289"/>
              <a:gd name="T64" fmla="*/ 56 w 353"/>
              <a:gd name="T65" fmla="*/ 112 h 289"/>
              <a:gd name="T66" fmla="*/ 305 w 353"/>
              <a:gd name="T67" fmla="*/ 104 h 289"/>
              <a:gd name="T68" fmla="*/ 56 w 353"/>
              <a:gd name="T69" fmla="*/ 96 h 289"/>
              <a:gd name="T70" fmla="*/ 56 w 353"/>
              <a:gd name="T71" fmla="*/ 112 h 2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353" h="289">
                <a:moveTo>
                  <a:pt x="257" y="257"/>
                </a:moveTo>
                <a:cubicBezTo>
                  <a:pt x="252" y="257"/>
                  <a:pt x="249" y="260"/>
                  <a:pt x="249" y="265"/>
                </a:cubicBezTo>
                <a:cubicBezTo>
                  <a:pt x="249" y="281"/>
                  <a:pt x="249" y="281"/>
                  <a:pt x="249" y="281"/>
                </a:cubicBezTo>
                <a:cubicBezTo>
                  <a:pt x="249" y="285"/>
                  <a:pt x="252" y="289"/>
                  <a:pt x="257" y="289"/>
                </a:cubicBezTo>
                <a:cubicBezTo>
                  <a:pt x="261" y="289"/>
                  <a:pt x="265" y="285"/>
                  <a:pt x="265" y="281"/>
                </a:cubicBezTo>
                <a:cubicBezTo>
                  <a:pt x="265" y="265"/>
                  <a:pt x="265" y="265"/>
                  <a:pt x="265" y="265"/>
                </a:cubicBezTo>
                <a:cubicBezTo>
                  <a:pt x="265" y="260"/>
                  <a:pt x="261" y="257"/>
                  <a:pt x="257" y="257"/>
                </a:cubicBezTo>
                <a:moveTo>
                  <a:pt x="56" y="80"/>
                </a:moveTo>
                <a:cubicBezTo>
                  <a:pt x="297" y="80"/>
                  <a:pt x="297" y="80"/>
                  <a:pt x="297" y="80"/>
                </a:cubicBezTo>
                <a:cubicBezTo>
                  <a:pt x="301" y="80"/>
                  <a:pt x="305" y="77"/>
                  <a:pt x="305" y="72"/>
                </a:cubicBezTo>
                <a:cubicBezTo>
                  <a:pt x="305" y="68"/>
                  <a:pt x="301" y="64"/>
                  <a:pt x="297" y="64"/>
                </a:cubicBezTo>
                <a:cubicBezTo>
                  <a:pt x="56" y="64"/>
                  <a:pt x="56" y="64"/>
                  <a:pt x="56" y="64"/>
                </a:cubicBezTo>
                <a:cubicBezTo>
                  <a:pt x="52" y="64"/>
                  <a:pt x="48" y="68"/>
                  <a:pt x="48" y="72"/>
                </a:cubicBezTo>
                <a:cubicBezTo>
                  <a:pt x="48" y="77"/>
                  <a:pt x="52" y="80"/>
                  <a:pt x="56" y="80"/>
                </a:cubicBezTo>
                <a:moveTo>
                  <a:pt x="96" y="257"/>
                </a:moveTo>
                <a:cubicBezTo>
                  <a:pt x="92" y="257"/>
                  <a:pt x="88" y="260"/>
                  <a:pt x="88" y="265"/>
                </a:cubicBezTo>
                <a:cubicBezTo>
                  <a:pt x="88" y="281"/>
                  <a:pt x="88" y="281"/>
                  <a:pt x="88" y="281"/>
                </a:cubicBezTo>
                <a:cubicBezTo>
                  <a:pt x="88" y="285"/>
                  <a:pt x="92" y="289"/>
                  <a:pt x="96" y="289"/>
                </a:cubicBezTo>
                <a:cubicBezTo>
                  <a:pt x="101" y="289"/>
                  <a:pt x="104" y="285"/>
                  <a:pt x="104" y="281"/>
                </a:cubicBezTo>
                <a:cubicBezTo>
                  <a:pt x="104" y="265"/>
                  <a:pt x="104" y="265"/>
                  <a:pt x="104" y="265"/>
                </a:cubicBezTo>
                <a:cubicBezTo>
                  <a:pt x="104" y="260"/>
                  <a:pt x="101" y="257"/>
                  <a:pt x="96" y="257"/>
                </a:cubicBezTo>
                <a:moveTo>
                  <a:pt x="337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257"/>
                  <a:pt x="0" y="257"/>
                  <a:pt x="0" y="257"/>
                </a:cubicBezTo>
                <a:cubicBezTo>
                  <a:pt x="0" y="266"/>
                  <a:pt x="7" y="273"/>
                  <a:pt x="16" y="273"/>
                </a:cubicBezTo>
                <a:cubicBezTo>
                  <a:pt x="64" y="273"/>
                  <a:pt x="64" y="273"/>
                  <a:pt x="64" y="273"/>
                </a:cubicBezTo>
                <a:cubicBezTo>
                  <a:pt x="69" y="273"/>
                  <a:pt x="72" y="269"/>
                  <a:pt x="72" y="265"/>
                </a:cubicBezTo>
                <a:cubicBezTo>
                  <a:pt x="72" y="251"/>
                  <a:pt x="83" y="241"/>
                  <a:pt x="96" y="241"/>
                </a:cubicBezTo>
                <a:cubicBezTo>
                  <a:pt x="110" y="241"/>
                  <a:pt x="120" y="251"/>
                  <a:pt x="120" y="265"/>
                </a:cubicBezTo>
                <a:cubicBezTo>
                  <a:pt x="120" y="269"/>
                  <a:pt x="124" y="273"/>
                  <a:pt x="128" y="273"/>
                </a:cubicBezTo>
                <a:cubicBezTo>
                  <a:pt x="225" y="273"/>
                  <a:pt x="225" y="273"/>
                  <a:pt x="225" y="273"/>
                </a:cubicBezTo>
                <a:cubicBezTo>
                  <a:pt x="229" y="273"/>
                  <a:pt x="233" y="269"/>
                  <a:pt x="233" y="265"/>
                </a:cubicBezTo>
                <a:cubicBezTo>
                  <a:pt x="233" y="251"/>
                  <a:pt x="243" y="241"/>
                  <a:pt x="257" y="241"/>
                </a:cubicBezTo>
                <a:cubicBezTo>
                  <a:pt x="270" y="241"/>
                  <a:pt x="281" y="251"/>
                  <a:pt x="281" y="265"/>
                </a:cubicBezTo>
                <a:cubicBezTo>
                  <a:pt x="281" y="269"/>
                  <a:pt x="284" y="273"/>
                  <a:pt x="289" y="273"/>
                </a:cubicBezTo>
                <a:cubicBezTo>
                  <a:pt x="337" y="273"/>
                  <a:pt x="337" y="273"/>
                  <a:pt x="337" y="273"/>
                </a:cubicBezTo>
                <a:cubicBezTo>
                  <a:pt x="346" y="273"/>
                  <a:pt x="353" y="266"/>
                  <a:pt x="353" y="257"/>
                </a:cubicBezTo>
                <a:cubicBezTo>
                  <a:pt x="353" y="16"/>
                  <a:pt x="353" y="16"/>
                  <a:pt x="353" y="16"/>
                </a:cubicBezTo>
                <a:cubicBezTo>
                  <a:pt x="353" y="7"/>
                  <a:pt x="346" y="0"/>
                  <a:pt x="337" y="0"/>
                </a:cubicBezTo>
                <a:moveTo>
                  <a:pt x="337" y="257"/>
                </a:moveTo>
                <a:cubicBezTo>
                  <a:pt x="296" y="257"/>
                  <a:pt x="296" y="257"/>
                  <a:pt x="296" y="257"/>
                </a:cubicBezTo>
                <a:cubicBezTo>
                  <a:pt x="292" y="238"/>
                  <a:pt x="276" y="225"/>
                  <a:pt x="257" y="225"/>
                </a:cubicBezTo>
                <a:cubicBezTo>
                  <a:pt x="237" y="225"/>
                  <a:pt x="221" y="238"/>
                  <a:pt x="217" y="257"/>
                </a:cubicBezTo>
                <a:cubicBezTo>
                  <a:pt x="136" y="257"/>
                  <a:pt x="136" y="257"/>
                  <a:pt x="136" y="257"/>
                </a:cubicBezTo>
                <a:cubicBezTo>
                  <a:pt x="132" y="238"/>
                  <a:pt x="116" y="225"/>
                  <a:pt x="96" y="225"/>
                </a:cubicBezTo>
                <a:cubicBezTo>
                  <a:pt x="77" y="225"/>
                  <a:pt x="61" y="238"/>
                  <a:pt x="57" y="257"/>
                </a:cubicBezTo>
                <a:cubicBezTo>
                  <a:pt x="16" y="257"/>
                  <a:pt x="16" y="257"/>
                  <a:pt x="16" y="257"/>
                </a:cubicBezTo>
                <a:cubicBezTo>
                  <a:pt x="16" y="16"/>
                  <a:pt x="16" y="16"/>
                  <a:pt x="16" y="16"/>
                </a:cubicBezTo>
                <a:cubicBezTo>
                  <a:pt x="337" y="16"/>
                  <a:pt x="337" y="16"/>
                  <a:pt x="337" y="16"/>
                </a:cubicBezTo>
                <a:lnTo>
                  <a:pt x="337" y="257"/>
                </a:lnTo>
                <a:close/>
                <a:moveTo>
                  <a:pt x="56" y="176"/>
                </a:moveTo>
                <a:cubicBezTo>
                  <a:pt x="217" y="176"/>
                  <a:pt x="217" y="176"/>
                  <a:pt x="217" y="176"/>
                </a:cubicBezTo>
                <a:cubicBezTo>
                  <a:pt x="221" y="176"/>
                  <a:pt x="225" y="173"/>
                  <a:pt x="225" y="168"/>
                </a:cubicBezTo>
                <a:cubicBezTo>
                  <a:pt x="225" y="164"/>
                  <a:pt x="221" y="160"/>
                  <a:pt x="217" y="160"/>
                </a:cubicBezTo>
                <a:cubicBezTo>
                  <a:pt x="56" y="160"/>
                  <a:pt x="56" y="160"/>
                  <a:pt x="56" y="160"/>
                </a:cubicBezTo>
                <a:cubicBezTo>
                  <a:pt x="52" y="160"/>
                  <a:pt x="48" y="164"/>
                  <a:pt x="48" y="168"/>
                </a:cubicBezTo>
                <a:cubicBezTo>
                  <a:pt x="48" y="173"/>
                  <a:pt x="52" y="176"/>
                  <a:pt x="56" y="176"/>
                </a:cubicBezTo>
                <a:moveTo>
                  <a:pt x="56" y="144"/>
                </a:moveTo>
                <a:cubicBezTo>
                  <a:pt x="297" y="144"/>
                  <a:pt x="297" y="144"/>
                  <a:pt x="297" y="144"/>
                </a:cubicBezTo>
                <a:cubicBezTo>
                  <a:pt x="301" y="144"/>
                  <a:pt x="305" y="141"/>
                  <a:pt x="305" y="136"/>
                </a:cubicBezTo>
                <a:cubicBezTo>
                  <a:pt x="305" y="132"/>
                  <a:pt x="301" y="128"/>
                  <a:pt x="297" y="128"/>
                </a:cubicBezTo>
                <a:cubicBezTo>
                  <a:pt x="56" y="128"/>
                  <a:pt x="56" y="128"/>
                  <a:pt x="56" y="128"/>
                </a:cubicBezTo>
                <a:cubicBezTo>
                  <a:pt x="52" y="128"/>
                  <a:pt x="48" y="132"/>
                  <a:pt x="48" y="136"/>
                </a:cubicBezTo>
                <a:cubicBezTo>
                  <a:pt x="48" y="141"/>
                  <a:pt x="52" y="144"/>
                  <a:pt x="56" y="144"/>
                </a:cubicBezTo>
                <a:moveTo>
                  <a:pt x="56" y="112"/>
                </a:moveTo>
                <a:cubicBezTo>
                  <a:pt x="297" y="112"/>
                  <a:pt x="297" y="112"/>
                  <a:pt x="297" y="112"/>
                </a:cubicBezTo>
                <a:cubicBezTo>
                  <a:pt x="301" y="112"/>
                  <a:pt x="305" y="109"/>
                  <a:pt x="305" y="104"/>
                </a:cubicBezTo>
                <a:cubicBezTo>
                  <a:pt x="305" y="100"/>
                  <a:pt x="301" y="96"/>
                  <a:pt x="297" y="96"/>
                </a:cubicBezTo>
                <a:cubicBezTo>
                  <a:pt x="56" y="96"/>
                  <a:pt x="56" y="96"/>
                  <a:pt x="56" y="96"/>
                </a:cubicBezTo>
                <a:cubicBezTo>
                  <a:pt x="52" y="96"/>
                  <a:pt x="48" y="100"/>
                  <a:pt x="48" y="104"/>
                </a:cubicBezTo>
                <a:cubicBezTo>
                  <a:pt x="48" y="109"/>
                  <a:pt x="52" y="112"/>
                  <a:pt x="56" y="112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8" name="Freeform 88"/>
          <p:cNvSpPr>
            <a:spLocks noEditPoints="1"/>
          </p:cNvSpPr>
          <p:nvPr/>
        </p:nvSpPr>
        <p:spPr bwMode="auto">
          <a:xfrm>
            <a:off x="806451" y="3143251"/>
            <a:ext cx="575733" cy="524933"/>
          </a:xfrm>
          <a:custGeom>
            <a:avLst/>
            <a:gdLst>
              <a:gd name="T0" fmla="*/ 257 w 353"/>
              <a:gd name="T1" fmla="*/ 297 h 321"/>
              <a:gd name="T2" fmla="*/ 265 w 353"/>
              <a:gd name="T3" fmla="*/ 321 h 321"/>
              <a:gd name="T4" fmla="*/ 273 w 353"/>
              <a:gd name="T5" fmla="*/ 297 h 321"/>
              <a:gd name="T6" fmla="*/ 40 w 353"/>
              <a:gd name="T7" fmla="*/ 225 h 321"/>
              <a:gd name="T8" fmla="*/ 16 w 353"/>
              <a:gd name="T9" fmla="*/ 16 h 321"/>
              <a:gd name="T10" fmla="*/ 273 w 353"/>
              <a:gd name="T11" fmla="*/ 40 h 321"/>
              <a:gd name="T12" fmla="*/ 289 w 353"/>
              <a:gd name="T13" fmla="*/ 40 h 321"/>
              <a:gd name="T14" fmla="*/ 273 w 353"/>
              <a:gd name="T15" fmla="*/ 0 h 321"/>
              <a:gd name="T16" fmla="*/ 0 w 353"/>
              <a:gd name="T17" fmla="*/ 16 h 321"/>
              <a:gd name="T18" fmla="*/ 16 w 353"/>
              <a:gd name="T19" fmla="*/ 241 h 321"/>
              <a:gd name="T20" fmla="*/ 48 w 353"/>
              <a:gd name="T21" fmla="*/ 233 h 321"/>
              <a:gd name="T22" fmla="*/ 152 w 353"/>
              <a:gd name="T23" fmla="*/ 289 h 321"/>
              <a:gd name="T24" fmla="*/ 144 w 353"/>
              <a:gd name="T25" fmla="*/ 313 h 321"/>
              <a:gd name="T26" fmla="*/ 160 w 353"/>
              <a:gd name="T27" fmla="*/ 313 h 321"/>
              <a:gd name="T28" fmla="*/ 152 w 353"/>
              <a:gd name="T29" fmla="*/ 289 h 321"/>
              <a:gd name="T30" fmla="*/ 297 w 353"/>
              <a:gd name="T31" fmla="*/ 145 h 321"/>
              <a:gd name="T32" fmla="*/ 297 w 353"/>
              <a:gd name="T33" fmla="*/ 129 h 321"/>
              <a:gd name="T34" fmla="*/ 112 w 353"/>
              <a:gd name="T35" fmla="*/ 137 h 321"/>
              <a:gd name="T36" fmla="*/ 337 w 353"/>
              <a:gd name="T37" fmla="*/ 64 h 321"/>
              <a:gd name="T38" fmla="*/ 64 w 353"/>
              <a:gd name="T39" fmla="*/ 80 h 321"/>
              <a:gd name="T40" fmla="*/ 80 w 353"/>
              <a:gd name="T41" fmla="*/ 305 h 321"/>
              <a:gd name="T42" fmla="*/ 128 w 353"/>
              <a:gd name="T43" fmla="*/ 297 h 321"/>
              <a:gd name="T44" fmla="*/ 177 w 353"/>
              <a:gd name="T45" fmla="*/ 297 h 321"/>
              <a:gd name="T46" fmla="*/ 233 w 353"/>
              <a:gd name="T47" fmla="*/ 305 h 321"/>
              <a:gd name="T48" fmla="*/ 265 w 353"/>
              <a:gd name="T49" fmla="*/ 273 h 321"/>
              <a:gd name="T50" fmla="*/ 297 w 353"/>
              <a:gd name="T51" fmla="*/ 305 h 321"/>
              <a:gd name="T52" fmla="*/ 353 w 353"/>
              <a:gd name="T53" fmla="*/ 289 h 321"/>
              <a:gd name="T54" fmla="*/ 337 w 353"/>
              <a:gd name="T55" fmla="*/ 64 h 321"/>
              <a:gd name="T56" fmla="*/ 304 w 353"/>
              <a:gd name="T57" fmla="*/ 289 h 321"/>
              <a:gd name="T58" fmla="*/ 225 w 353"/>
              <a:gd name="T59" fmla="*/ 289 h 321"/>
              <a:gd name="T60" fmla="*/ 152 w 353"/>
              <a:gd name="T61" fmla="*/ 257 h 321"/>
              <a:gd name="T62" fmla="*/ 80 w 353"/>
              <a:gd name="T63" fmla="*/ 289 h 321"/>
              <a:gd name="T64" fmla="*/ 337 w 353"/>
              <a:gd name="T65" fmla="*/ 80 h 321"/>
              <a:gd name="T66" fmla="*/ 120 w 353"/>
              <a:gd name="T67" fmla="*/ 177 h 321"/>
              <a:gd name="T68" fmla="*/ 305 w 353"/>
              <a:gd name="T69" fmla="*/ 169 h 321"/>
              <a:gd name="T70" fmla="*/ 120 w 353"/>
              <a:gd name="T71" fmla="*/ 161 h 321"/>
              <a:gd name="T72" fmla="*/ 120 w 353"/>
              <a:gd name="T73" fmla="*/ 177 h 321"/>
              <a:gd name="T74" fmla="*/ 233 w 353"/>
              <a:gd name="T75" fmla="*/ 209 h 321"/>
              <a:gd name="T76" fmla="*/ 233 w 353"/>
              <a:gd name="T77" fmla="*/ 193 h 321"/>
              <a:gd name="T78" fmla="*/ 112 w 353"/>
              <a:gd name="T79" fmla="*/ 201 h 3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353" h="321">
                <a:moveTo>
                  <a:pt x="265" y="289"/>
                </a:moveTo>
                <a:cubicBezTo>
                  <a:pt x="260" y="289"/>
                  <a:pt x="257" y="293"/>
                  <a:pt x="257" y="297"/>
                </a:cubicBezTo>
                <a:cubicBezTo>
                  <a:pt x="257" y="313"/>
                  <a:pt x="257" y="313"/>
                  <a:pt x="257" y="313"/>
                </a:cubicBezTo>
                <a:cubicBezTo>
                  <a:pt x="257" y="318"/>
                  <a:pt x="260" y="321"/>
                  <a:pt x="265" y="321"/>
                </a:cubicBezTo>
                <a:cubicBezTo>
                  <a:pt x="269" y="321"/>
                  <a:pt x="273" y="318"/>
                  <a:pt x="273" y="313"/>
                </a:cubicBezTo>
                <a:cubicBezTo>
                  <a:pt x="273" y="297"/>
                  <a:pt x="273" y="297"/>
                  <a:pt x="273" y="297"/>
                </a:cubicBezTo>
                <a:cubicBezTo>
                  <a:pt x="273" y="293"/>
                  <a:pt x="269" y="289"/>
                  <a:pt x="265" y="289"/>
                </a:cubicBezTo>
                <a:moveTo>
                  <a:pt x="40" y="225"/>
                </a:moveTo>
                <a:cubicBezTo>
                  <a:pt x="16" y="225"/>
                  <a:pt x="16" y="225"/>
                  <a:pt x="16" y="225"/>
                </a:cubicBezTo>
                <a:cubicBezTo>
                  <a:pt x="16" y="16"/>
                  <a:pt x="16" y="16"/>
                  <a:pt x="16" y="16"/>
                </a:cubicBezTo>
                <a:cubicBezTo>
                  <a:pt x="273" y="16"/>
                  <a:pt x="273" y="16"/>
                  <a:pt x="273" y="16"/>
                </a:cubicBezTo>
                <a:cubicBezTo>
                  <a:pt x="273" y="40"/>
                  <a:pt x="273" y="40"/>
                  <a:pt x="273" y="40"/>
                </a:cubicBezTo>
                <a:cubicBezTo>
                  <a:pt x="273" y="45"/>
                  <a:pt x="276" y="48"/>
                  <a:pt x="281" y="48"/>
                </a:cubicBezTo>
                <a:cubicBezTo>
                  <a:pt x="285" y="48"/>
                  <a:pt x="289" y="45"/>
                  <a:pt x="289" y="40"/>
                </a:cubicBezTo>
                <a:cubicBezTo>
                  <a:pt x="289" y="16"/>
                  <a:pt x="289" y="16"/>
                  <a:pt x="289" y="16"/>
                </a:cubicBezTo>
                <a:cubicBezTo>
                  <a:pt x="289" y="7"/>
                  <a:pt x="282" y="0"/>
                  <a:pt x="273" y="0"/>
                </a:cubicBez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225"/>
                  <a:pt x="0" y="225"/>
                  <a:pt x="0" y="225"/>
                </a:cubicBezTo>
                <a:cubicBezTo>
                  <a:pt x="0" y="234"/>
                  <a:pt x="7" y="241"/>
                  <a:pt x="16" y="241"/>
                </a:cubicBezTo>
                <a:cubicBezTo>
                  <a:pt x="40" y="241"/>
                  <a:pt x="40" y="241"/>
                  <a:pt x="40" y="241"/>
                </a:cubicBezTo>
                <a:cubicBezTo>
                  <a:pt x="44" y="241"/>
                  <a:pt x="48" y="237"/>
                  <a:pt x="48" y="233"/>
                </a:cubicBezTo>
                <a:cubicBezTo>
                  <a:pt x="48" y="229"/>
                  <a:pt x="44" y="225"/>
                  <a:pt x="40" y="225"/>
                </a:cubicBezTo>
                <a:moveTo>
                  <a:pt x="152" y="289"/>
                </a:moveTo>
                <a:cubicBezTo>
                  <a:pt x="148" y="289"/>
                  <a:pt x="144" y="293"/>
                  <a:pt x="144" y="297"/>
                </a:cubicBezTo>
                <a:cubicBezTo>
                  <a:pt x="144" y="313"/>
                  <a:pt x="144" y="313"/>
                  <a:pt x="144" y="313"/>
                </a:cubicBezTo>
                <a:cubicBezTo>
                  <a:pt x="144" y="318"/>
                  <a:pt x="148" y="321"/>
                  <a:pt x="152" y="321"/>
                </a:cubicBezTo>
                <a:cubicBezTo>
                  <a:pt x="157" y="321"/>
                  <a:pt x="160" y="318"/>
                  <a:pt x="160" y="313"/>
                </a:cubicBezTo>
                <a:cubicBezTo>
                  <a:pt x="160" y="297"/>
                  <a:pt x="160" y="297"/>
                  <a:pt x="160" y="297"/>
                </a:cubicBezTo>
                <a:cubicBezTo>
                  <a:pt x="160" y="293"/>
                  <a:pt x="157" y="289"/>
                  <a:pt x="152" y="289"/>
                </a:cubicBezTo>
                <a:moveTo>
                  <a:pt x="120" y="145"/>
                </a:moveTo>
                <a:cubicBezTo>
                  <a:pt x="297" y="145"/>
                  <a:pt x="297" y="145"/>
                  <a:pt x="297" y="145"/>
                </a:cubicBezTo>
                <a:cubicBezTo>
                  <a:pt x="301" y="145"/>
                  <a:pt x="305" y="141"/>
                  <a:pt x="305" y="137"/>
                </a:cubicBezTo>
                <a:cubicBezTo>
                  <a:pt x="305" y="132"/>
                  <a:pt x="301" y="129"/>
                  <a:pt x="297" y="129"/>
                </a:cubicBezTo>
                <a:cubicBezTo>
                  <a:pt x="120" y="129"/>
                  <a:pt x="120" y="129"/>
                  <a:pt x="120" y="129"/>
                </a:cubicBezTo>
                <a:cubicBezTo>
                  <a:pt x="116" y="129"/>
                  <a:pt x="112" y="132"/>
                  <a:pt x="112" y="137"/>
                </a:cubicBezTo>
                <a:cubicBezTo>
                  <a:pt x="112" y="141"/>
                  <a:pt x="116" y="145"/>
                  <a:pt x="120" y="145"/>
                </a:cubicBezTo>
                <a:moveTo>
                  <a:pt x="337" y="64"/>
                </a:moveTo>
                <a:cubicBezTo>
                  <a:pt x="80" y="64"/>
                  <a:pt x="80" y="64"/>
                  <a:pt x="80" y="64"/>
                </a:cubicBezTo>
                <a:cubicBezTo>
                  <a:pt x="71" y="64"/>
                  <a:pt x="64" y="72"/>
                  <a:pt x="64" y="80"/>
                </a:cubicBezTo>
                <a:cubicBezTo>
                  <a:pt x="64" y="289"/>
                  <a:pt x="64" y="289"/>
                  <a:pt x="64" y="289"/>
                </a:cubicBezTo>
                <a:cubicBezTo>
                  <a:pt x="64" y="298"/>
                  <a:pt x="71" y="305"/>
                  <a:pt x="80" y="305"/>
                </a:cubicBezTo>
                <a:cubicBezTo>
                  <a:pt x="120" y="305"/>
                  <a:pt x="120" y="305"/>
                  <a:pt x="120" y="305"/>
                </a:cubicBezTo>
                <a:cubicBezTo>
                  <a:pt x="125" y="305"/>
                  <a:pt x="128" y="302"/>
                  <a:pt x="128" y="297"/>
                </a:cubicBezTo>
                <a:cubicBezTo>
                  <a:pt x="128" y="284"/>
                  <a:pt x="139" y="273"/>
                  <a:pt x="152" y="273"/>
                </a:cubicBezTo>
                <a:cubicBezTo>
                  <a:pt x="166" y="273"/>
                  <a:pt x="177" y="284"/>
                  <a:pt x="177" y="297"/>
                </a:cubicBezTo>
                <a:cubicBezTo>
                  <a:pt x="177" y="302"/>
                  <a:pt x="180" y="305"/>
                  <a:pt x="185" y="305"/>
                </a:cubicBezTo>
                <a:cubicBezTo>
                  <a:pt x="233" y="305"/>
                  <a:pt x="233" y="305"/>
                  <a:pt x="233" y="305"/>
                </a:cubicBezTo>
                <a:cubicBezTo>
                  <a:pt x="237" y="305"/>
                  <a:pt x="241" y="302"/>
                  <a:pt x="241" y="297"/>
                </a:cubicBezTo>
                <a:cubicBezTo>
                  <a:pt x="241" y="284"/>
                  <a:pt x="252" y="273"/>
                  <a:pt x="265" y="273"/>
                </a:cubicBezTo>
                <a:cubicBezTo>
                  <a:pt x="278" y="273"/>
                  <a:pt x="289" y="284"/>
                  <a:pt x="289" y="297"/>
                </a:cubicBezTo>
                <a:cubicBezTo>
                  <a:pt x="289" y="302"/>
                  <a:pt x="292" y="305"/>
                  <a:pt x="297" y="305"/>
                </a:cubicBezTo>
                <a:cubicBezTo>
                  <a:pt x="337" y="305"/>
                  <a:pt x="337" y="305"/>
                  <a:pt x="337" y="305"/>
                </a:cubicBezTo>
                <a:cubicBezTo>
                  <a:pt x="346" y="305"/>
                  <a:pt x="353" y="298"/>
                  <a:pt x="353" y="289"/>
                </a:cubicBezTo>
                <a:cubicBezTo>
                  <a:pt x="353" y="80"/>
                  <a:pt x="353" y="80"/>
                  <a:pt x="353" y="80"/>
                </a:cubicBezTo>
                <a:cubicBezTo>
                  <a:pt x="353" y="72"/>
                  <a:pt x="346" y="64"/>
                  <a:pt x="337" y="64"/>
                </a:cubicBezTo>
                <a:moveTo>
                  <a:pt x="337" y="289"/>
                </a:moveTo>
                <a:cubicBezTo>
                  <a:pt x="304" y="289"/>
                  <a:pt x="304" y="289"/>
                  <a:pt x="304" y="289"/>
                </a:cubicBezTo>
                <a:cubicBezTo>
                  <a:pt x="300" y="271"/>
                  <a:pt x="284" y="257"/>
                  <a:pt x="265" y="257"/>
                </a:cubicBezTo>
                <a:cubicBezTo>
                  <a:pt x="245" y="257"/>
                  <a:pt x="229" y="271"/>
                  <a:pt x="225" y="289"/>
                </a:cubicBezTo>
                <a:cubicBezTo>
                  <a:pt x="192" y="289"/>
                  <a:pt x="192" y="289"/>
                  <a:pt x="192" y="289"/>
                </a:cubicBezTo>
                <a:cubicBezTo>
                  <a:pt x="188" y="271"/>
                  <a:pt x="172" y="257"/>
                  <a:pt x="152" y="257"/>
                </a:cubicBezTo>
                <a:cubicBezTo>
                  <a:pt x="133" y="257"/>
                  <a:pt x="117" y="271"/>
                  <a:pt x="113" y="289"/>
                </a:cubicBezTo>
                <a:cubicBezTo>
                  <a:pt x="80" y="289"/>
                  <a:pt x="80" y="289"/>
                  <a:pt x="80" y="289"/>
                </a:cubicBezTo>
                <a:cubicBezTo>
                  <a:pt x="80" y="80"/>
                  <a:pt x="80" y="80"/>
                  <a:pt x="80" y="80"/>
                </a:cubicBezTo>
                <a:cubicBezTo>
                  <a:pt x="337" y="80"/>
                  <a:pt x="337" y="80"/>
                  <a:pt x="337" y="80"/>
                </a:cubicBezTo>
                <a:lnTo>
                  <a:pt x="337" y="289"/>
                </a:lnTo>
                <a:close/>
                <a:moveTo>
                  <a:pt x="120" y="177"/>
                </a:moveTo>
                <a:cubicBezTo>
                  <a:pt x="297" y="177"/>
                  <a:pt x="297" y="177"/>
                  <a:pt x="297" y="177"/>
                </a:cubicBezTo>
                <a:cubicBezTo>
                  <a:pt x="301" y="177"/>
                  <a:pt x="305" y="173"/>
                  <a:pt x="305" y="169"/>
                </a:cubicBezTo>
                <a:cubicBezTo>
                  <a:pt x="305" y="164"/>
                  <a:pt x="301" y="161"/>
                  <a:pt x="297" y="161"/>
                </a:cubicBezTo>
                <a:cubicBezTo>
                  <a:pt x="120" y="161"/>
                  <a:pt x="120" y="161"/>
                  <a:pt x="120" y="161"/>
                </a:cubicBezTo>
                <a:cubicBezTo>
                  <a:pt x="116" y="161"/>
                  <a:pt x="112" y="164"/>
                  <a:pt x="112" y="169"/>
                </a:cubicBezTo>
                <a:cubicBezTo>
                  <a:pt x="112" y="173"/>
                  <a:pt x="116" y="177"/>
                  <a:pt x="120" y="177"/>
                </a:cubicBezTo>
                <a:moveTo>
                  <a:pt x="120" y="209"/>
                </a:moveTo>
                <a:cubicBezTo>
                  <a:pt x="233" y="209"/>
                  <a:pt x="233" y="209"/>
                  <a:pt x="233" y="209"/>
                </a:cubicBezTo>
                <a:cubicBezTo>
                  <a:pt x="237" y="209"/>
                  <a:pt x="241" y="205"/>
                  <a:pt x="241" y="201"/>
                </a:cubicBezTo>
                <a:cubicBezTo>
                  <a:pt x="241" y="196"/>
                  <a:pt x="237" y="193"/>
                  <a:pt x="233" y="193"/>
                </a:cubicBezTo>
                <a:cubicBezTo>
                  <a:pt x="120" y="193"/>
                  <a:pt x="120" y="193"/>
                  <a:pt x="120" y="193"/>
                </a:cubicBezTo>
                <a:cubicBezTo>
                  <a:pt x="116" y="193"/>
                  <a:pt x="112" y="196"/>
                  <a:pt x="112" y="201"/>
                </a:cubicBezTo>
                <a:cubicBezTo>
                  <a:pt x="112" y="205"/>
                  <a:pt x="116" y="209"/>
                  <a:pt x="120" y="209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9" name="Freeform 89"/>
          <p:cNvSpPr>
            <a:spLocks noEditPoints="1"/>
          </p:cNvSpPr>
          <p:nvPr/>
        </p:nvSpPr>
        <p:spPr bwMode="auto">
          <a:xfrm>
            <a:off x="1905000" y="3196167"/>
            <a:ext cx="575733" cy="419100"/>
          </a:xfrm>
          <a:custGeom>
            <a:avLst/>
            <a:gdLst>
              <a:gd name="T0" fmla="*/ 297 w 353"/>
              <a:gd name="T1" fmla="*/ 97 h 257"/>
              <a:gd name="T2" fmla="*/ 297 w 353"/>
              <a:gd name="T3" fmla="*/ 81 h 257"/>
              <a:gd name="T4" fmla="*/ 193 w 353"/>
              <a:gd name="T5" fmla="*/ 89 h 257"/>
              <a:gd name="T6" fmla="*/ 201 w 353"/>
              <a:gd name="T7" fmla="*/ 161 h 257"/>
              <a:gd name="T8" fmla="*/ 305 w 353"/>
              <a:gd name="T9" fmla="*/ 153 h 257"/>
              <a:gd name="T10" fmla="*/ 201 w 353"/>
              <a:gd name="T11" fmla="*/ 145 h 257"/>
              <a:gd name="T12" fmla="*/ 201 w 353"/>
              <a:gd name="T13" fmla="*/ 161 h 257"/>
              <a:gd name="T14" fmla="*/ 265 w 353"/>
              <a:gd name="T15" fmla="*/ 129 h 257"/>
              <a:gd name="T16" fmla="*/ 265 w 353"/>
              <a:gd name="T17" fmla="*/ 113 h 257"/>
              <a:gd name="T18" fmla="*/ 193 w 353"/>
              <a:gd name="T19" fmla="*/ 121 h 257"/>
              <a:gd name="T20" fmla="*/ 201 w 353"/>
              <a:gd name="T21" fmla="*/ 64 h 257"/>
              <a:gd name="T22" fmla="*/ 273 w 353"/>
              <a:gd name="T23" fmla="*/ 56 h 257"/>
              <a:gd name="T24" fmla="*/ 201 w 353"/>
              <a:gd name="T25" fmla="*/ 48 h 257"/>
              <a:gd name="T26" fmla="*/ 201 w 353"/>
              <a:gd name="T27" fmla="*/ 64 h 257"/>
              <a:gd name="T28" fmla="*/ 121 w 353"/>
              <a:gd name="T29" fmla="*/ 161 h 257"/>
              <a:gd name="T30" fmla="*/ 121 w 353"/>
              <a:gd name="T31" fmla="*/ 145 h 257"/>
              <a:gd name="T32" fmla="*/ 48 w 353"/>
              <a:gd name="T33" fmla="*/ 153 h 257"/>
              <a:gd name="T34" fmla="*/ 337 w 353"/>
              <a:gd name="T35" fmla="*/ 0 h 257"/>
              <a:gd name="T36" fmla="*/ 0 w 353"/>
              <a:gd name="T37" fmla="*/ 16 h 257"/>
              <a:gd name="T38" fmla="*/ 16 w 353"/>
              <a:gd name="T39" fmla="*/ 257 h 257"/>
              <a:gd name="T40" fmla="*/ 353 w 353"/>
              <a:gd name="T41" fmla="*/ 241 h 257"/>
              <a:gd name="T42" fmla="*/ 337 w 353"/>
              <a:gd name="T43" fmla="*/ 0 h 257"/>
              <a:gd name="T44" fmla="*/ 257 w 353"/>
              <a:gd name="T45" fmla="*/ 241 h 257"/>
              <a:gd name="T46" fmla="*/ 273 w 353"/>
              <a:gd name="T47" fmla="*/ 209 h 257"/>
              <a:gd name="T48" fmla="*/ 273 w 353"/>
              <a:gd name="T49" fmla="*/ 193 h 257"/>
              <a:gd name="T50" fmla="*/ 217 w 353"/>
              <a:gd name="T51" fmla="*/ 201 h 257"/>
              <a:gd name="T52" fmla="*/ 241 w 353"/>
              <a:gd name="T53" fmla="*/ 209 h 257"/>
              <a:gd name="T54" fmla="*/ 113 w 353"/>
              <a:gd name="T55" fmla="*/ 241 h 257"/>
              <a:gd name="T56" fmla="*/ 129 w 353"/>
              <a:gd name="T57" fmla="*/ 209 h 257"/>
              <a:gd name="T58" fmla="*/ 129 w 353"/>
              <a:gd name="T59" fmla="*/ 193 h 257"/>
              <a:gd name="T60" fmla="*/ 72 w 353"/>
              <a:gd name="T61" fmla="*/ 201 h 257"/>
              <a:gd name="T62" fmla="*/ 97 w 353"/>
              <a:gd name="T63" fmla="*/ 209 h 257"/>
              <a:gd name="T64" fmla="*/ 16 w 353"/>
              <a:gd name="T65" fmla="*/ 241 h 257"/>
              <a:gd name="T66" fmla="*/ 337 w 353"/>
              <a:gd name="T67" fmla="*/ 16 h 257"/>
              <a:gd name="T68" fmla="*/ 56 w 353"/>
              <a:gd name="T69" fmla="*/ 129 h 257"/>
              <a:gd name="T70" fmla="*/ 161 w 353"/>
              <a:gd name="T71" fmla="*/ 121 h 257"/>
              <a:gd name="T72" fmla="*/ 56 w 353"/>
              <a:gd name="T73" fmla="*/ 113 h 257"/>
              <a:gd name="T74" fmla="*/ 56 w 353"/>
              <a:gd name="T75" fmla="*/ 129 h 257"/>
              <a:gd name="T76" fmla="*/ 121 w 353"/>
              <a:gd name="T77" fmla="*/ 97 h 257"/>
              <a:gd name="T78" fmla="*/ 121 w 353"/>
              <a:gd name="T79" fmla="*/ 81 h 257"/>
              <a:gd name="T80" fmla="*/ 48 w 353"/>
              <a:gd name="T81" fmla="*/ 89 h 257"/>
              <a:gd name="T82" fmla="*/ 56 w 353"/>
              <a:gd name="T83" fmla="*/ 64 h 257"/>
              <a:gd name="T84" fmla="*/ 161 w 353"/>
              <a:gd name="T85" fmla="*/ 56 h 257"/>
              <a:gd name="T86" fmla="*/ 56 w 353"/>
              <a:gd name="T87" fmla="*/ 48 h 257"/>
              <a:gd name="T88" fmla="*/ 56 w 353"/>
              <a:gd name="T89" fmla="*/ 64 h 2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353" h="257">
                <a:moveTo>
                  <a:pt x="201" y="97"/>
                </a:moveTo>
                <a:cubicBezTo>
                  <a:pt x="297" y="97"/>
                  <a:pt x="297" y="97"/>
                  <a:pt x="297" y="97"/>
                </a:cubicBezTo>
                <a:cubicBezTo>
                  <a:pt x="302" y="97"/>
                  <a:pt x="305" y="93"/>
                  <a:pt x="305" y="89"/>
                </a:cubicBezTo>
                <a:cubicBezTo>
                  <a:pt x="305" y="84"/>
                  <a:pt x="302" y="81"/>
                  <a:pt x="297" y="81"/>
                </a:cubicBezTo>
                <a:cubicBezTo>
                  <a:pt x="201" y="81"/>
                  <a:pt x="201" y="81"/>
                  <a:pt x="201" y="81"/>
                </a:cubicBezTo>
                <a:cubicBezTo>
                  <a:pt x="196" y="81"/>
                  <a:pt x="193" y="84"/>
                  <a:pt x="193" y="89"/>
                </a:cubicBezTo>
                <a:cubicBezTo>
                  <a:pt x="193" y="93"/>
                  <a:pt x="196" y="97"/>
                  <a:pt x="201" y="97"/>
                </a:cubicBezTo>
                <a:moveTo>
                  <a:pt x="201" y="161"/>
                </a:moveTo>
                <a:cubicBezTo>
                  <a:pt x="297" y="161"/>
                  <a:pt x="297" y="161"/>
                  <a:pt x="297" y="161"/>
                </a:cubicBezTo>
                <a:cubicBezTo>
                  <a:pt x="302" y="161"/>
                  <a:pt x="305" y="157"/>
                  <a:pt x="305" y="153"/>
                </a:cubicBezTo>
                <a:cubicBezTo>
                  <a:pt x="305" y="148"/>
                  <a:pt x="302" y="145"/>
                  <a:pt x="297" y="145"/>
                </a:cubicBezTo>
                <a:cubicBezTo>
                  <a:pt x="201" y="145"/>
                  <a:pt x="201" y="145"/>
                  <a:pt x="201" y="145"/>
                </a:cubicBezTo>
                <a:cubicBezTo>
                  <a:pt x="196" y="145"/>
                  <a:pt x="193" y="148"/>
                  <a:pt x="193" y="153"/>
                </a:cubicBezTo>
                <a:cubicBezTo>
                  <a:pt x="193" y="157"/>
                  <a:pt x="196" y="161"/>
                  <a:pt x="201" y="161"/>
                </a:cubicBezTo>
                <a:moveTo>
                  <a:pt x="201" y="129"/>
                </a:moveTo>
                <a:cubicBezTo>
                  <a:pt x="265" y="129"/>
                  <a:pt x="265" y="129"/>
                  <a:pt x="265" y="129"/>
                </a:cubicBezTo>
                <a:cubicBezTo>
                  <a:pt x="270" y="129"/>
                  <a:pt x="273" y="125"/>
                  <a:pt x="273" y="121"/>
                </a:cubicBezTo>
                <a:cubicBezTo>
                  <a:pt x="273" y="116"/>
                  <a:pt x="270" y="113"/>
                  <a:pt x="265" y="113"/>
                </a:cubicBezTo>
                <a:cubicBezTo>
                  <a:pt x="201" y="113"/>
                  <a:pt x="201" y="113"/>
                  <a:pt x="201" y="113"/>
                </a:cubicBezTo>
                <a:cubicBezTo>
                  <a:pt x="196" y="113"/>
                  <a:pt x="193" y="116"/>
                  <a:pt x="193" y="121"/>
                </a:cubicBezTo>
                <a:cubicBezTo>
                  <a:pt x="193" y="125"/>
                  <a:pt x="196" y="129"/>
                  <a:pt x="201" y="129"/>
                </a:cubicBezTo>
                <a:moveTo>
                  <a:pt x="201" y="64"/>
                </a:moveTo>
                <a:cubicBezTo>
                  <a:pt x="265" y="64"/>
                  <a:pt x="265" y="64"/>
                  <a:pt x="265" y="64"/>
                </a:cubicBezTo>
                <a:cubicBezTo>
                  <a:pt x="270" y="64"/>
                  <a:pt x="273" y="61"/>
                  <a:pt x="273" y="56"/>
                </a:cubicBezTo>
                <a:cubicBezTo>
                  <a:pt x="273" y="52"/>
                  <a:pt x="270" y="48"/>
                  <a:pt x="265" y="48"/>
                </a:cubicBezTo>
                <a:cubicBezTo>
                  <a:pt x="201" y="48"/>
                  <a:pt x="201" y="48"/>
                  <a:pt x="201" y="48"/>
                </a:cubicBezTo>
                <a:cubicBezTo>
                  <a:pt x="196" y="48"/>
                  <a:pt x="193" y="52"/>
                  <a:pt x="193" y="56"/>
                </a:cubicBezTo>
                <a:cubicBezTo>
                  <a:pt x="193" y="61"/>
                  <a:pt x="196" y="64"/>
                  <a:pt x="201" y="64"/>
                </a:cubicBezTo>
                <a:moveTo>
                  <a:pt x="56" y="161"/>
                </a:moveTo>
                <a:cubicBezTo>
                  <a:pt x="121" y="161"/>
                  <a:pt x="121" y="161"/>
                  <a:pt x="121" y="161"/>
                </a:cubicBezTo>
                <a:cubicBezTo>
                  <a:pt x="125" y="161"/>
                  <a:pt x="129" y="157"/>
                  <a:pt x="129" y="153"/>
                </a:cubicBezTo>
                <a:cubicBezTo>
                  <a:pt x="129" y="148"/>
                  <a:pt x="125" y="145"/>
                  <a:pt x="121" y="145"/>
                </a:cubicBezTo>
                <a:cubicBezTo>
                  <a:pt x="56" y="145"/>
                  <a:pt x="56" y="145"/>
                  <a:pt x="56" y="145"/>
                </a:cubicBezTo>
                <a:cubicBezTo>
                  <a:pt x="52" y="145"/>
                  <a:pt x="48" y="148"/>
                  <a:pt x="48" y="153"/>
                </a:cubicBezTo>
                <a:cubicBezTo>
                  <a:pt x="48" y="157"/>
                  <a:pt x="52" y="161"/>
                  <a:pt x="56" y="161"/>
                </a:cubicBezTo>
                <a:moveTo>
                  <a:pt x="337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241"/>
                  <a:pt x="0" y="241"/>
                  <a:pt x="0" y="241"/>
                </a:cubicBezTo>
                <a:cubicBezTo>
                  <a:pt x="0" y="250"/>
                  <a:pt x="7" y="257"/>
                  <a:pt x="16" y="257"/>
                </a:cubicBezTo>
                <a:cubicBezTo>
                  <a:pt x="337" y="257"/>
                  <a:pt x="337" y="257"/>
                  <a:pt x="337" y="257"/>
                </a:cubicBezTo>
                <a:cubicBezTo>
                  <a:pt x="346" y="257"/>
                  <a:pt x="353" y="250"/>
                  <a:pt x="353" y="241"/>
                </a:cubicBezTo>
                <a:cubicBezTo>
                  <a:pt x="353" y="16"/>
                  <a:pt x="353" y="16"/>
                  <a:pt x="353" y="16"/>
                </a:cubicBezTo>
                <a:cubicBezTo>
                  <a:pt x="353" y="7"/>
                  <a:pt x="346" y="0"/>
                  <a:pt x="337" y="0"/>
                </a:cubicBezTo>
                <a:moveTo>
                  <a:pt x="337" y="241"/>
                </a:moveTo>
                <a:cubicBezTo>
                  <a:pt x="257" y="241"/>
                  <a:pt x="257" y="241"/>
                  <a:pt x="257" y="241"/>
                </a:cubicBezTo>
                <a:cubicBezTo>
                  <a:pt x="257" y="209"/>
                  <a:pt x="257" y="209"/>
                  <a:pt x="257" y="209"/>
                </a:cubicBezTo>
                <a:cubicBezTo>
                  <a:pt x="273" y="209"/>
                  <a:pt x="273" y="209"/>
                  <a:pt x="273" y="209"/>
                </a:cubicBezTo>
                <a:cubicBezTo>
                  <a:pt x="278" y="209"/>
                  <a:pt x="281" y="205"/>
                  <a:pt x="281" y="201"/>
                </a:cubicBezTo>
                <a:cubicBezTo>
                  <a:pt x="281" y="197"/>
                  <a:pt x="278" y="193"/>
                  <a:pt x="273" y="193"/>
                </a:cubicBezTo>
                <a:cubicBezTo>
                  <a:pt x="225" y="193"/>
                  <a:pt x="225" y="193"/>
                  <a:pt x="225" y="193"/>
                </a:cubicBezTo>
                <a:cubicBezTo>
                  <a:pt x="221" y="193"/>
                  <a:pt x="217" y="197"/>
                  <a:pt x="217" y="201"/>
                </a:cubicBezTo>
                <a:cubicBezTo>
                  <a:pt x="217" y="205"/>
                  <a:pt x="221" y="209"/>
                  <a:pt x="225" y="209"/>
                </a:cubicBezTo>
                <a:cubicBezTo>
                  <a:pt x="241" y="209"/>
                  <a:pt x="241" y="209"/>
                  <a:pt x="241" y="209"/>
                </a:cubicBezTo>
                <a:cubicBezTo>
                  <a:pt x="241" y="241"/>
                  <a:pt x="241" y="241"/>
                  <a:pt x="241" y="241"/>
                </a:cubicBezTo>
                <a:cubicBezTo>
                  <a:pt x="113" y="241"/>
                  <a:pt x="113" y="241"/>
                  <a:pt x="113" y="241"/>
                </a:cubicBezTo>
                <a:cubicBezTo>
                  <a:pt x="113" y="209"/>
                  <a:pt x="113" y="209"/>
                  <a:pt x="113" y="209"/>
                </a:cubicBezTo>
                <a:cubicBezTo>
                  <a:pt x="129" y="209"/>
                  <a:pt x="129" y="209"/>
                  <a:pt x="129" y="209"/>
                </a:cubicBezTo>
                <a:cubicBezTo>
                  <a:pt x="133" y="209"/>
                  <a:pt x="137" y="205"/>
                  <a:pt x="137" y="201"/>
                </a:cubicBezTo>
                <a:cubicBezTo>
                  <a:pt x="137" y="197"/>
                  <a:pt x="133" y="193"/>
                  <a:pt x="129" y="193"/>
                </a:cubicBezTo>
                <a:cubicBezTo>
                  <a:pt x="81" y="193"/>
                  <a:pt x="81" y="193"/>
                  <a:pt x="81" y="193"/>
                </a:cubicBezTo>
                <a:cubicBezTo>
                  <a:pt x="76" y="193"/>
                  <a:pt x="72" y="197"/>
                  <a:pt x="72" y="201"/>
                </a:cubicBezTo>
                <a:cubicBezTo>
                  <a:pt x="72" y="205"/>
                  <a:pt x="76" y="209"/>
                  <a:pt x="81" y="209"/>
                </a:cubicBezTo>
                <a:cubicBezTo>
                  <a:pt x="97" y="209"/>
                  <a:pt x="97" y="209"/>
                  <a:pt x="97" y="209"/>
                </a:cubicBezTo>
                <a:cubicBezTo>
                  <a:pt x="97" y="241"/>
                  <a:pt x="97" y="241"/>
                  <a:pt x="97" y="241"/>
                </a:cubicBezTo>
                <a:cubicBezTo>
                  <a:pt x="16" y="241"/>
                  <a:pt x="16" y="241"/>
                  <a:pt x="16" y="241"/>
                </a:cubicBezTo>
                <a:cubicBezTo>
                  <a:pt x="16" y="16"/>
                  <a:pt x="16" y="16"/>
                  <a:pt x="16" y="16"/>
                </a:cubicBezTo>
                <a:cubicBezTo>
                  <a:pt x="337" y="16"/>
                  <a:pt x="337" y="16"/>
                  <a:pt x="337" y="16"/>
                </a:cubicBezTo>
                <a:lnTo>
                  <a:pt x="337" y="241"/>
                </a:lnTo>
                <a:close/>
                <a:moveTo>
                  <a:pt x="56" y="129"/>
                </a:moveTo>
                <a:cubicBezTo>
                  <a:pt x="153" y="129"/>
                  <a:pt x="153" y="129"/>
                  <a:pt x="153" y="129"/>
                </a:cubicBezTo>
                <a:cubicBezTo>
                  <a:pt x="157" y="129"/>
                  <a:pt x="161" y="125"/>
                  <a:pt x="161" y="121"/>
                </a:cubicBezTo>
                <a:cubicBezTo>
                  <a:pt x="161" y="116"/>
                  <a:pt x="157" y="113"/>
                  <a:pt x="153" y="113"/>
                </a:cubicBezTo>
                <a:cubicBezTo>
                  <a:pt x="56" y="113"/>
                  <a:pt x="56" y="113"/>
                  <a:pt x="56" y="113"/>
                </a:cubicBezTo>
                <a:cubicBezTo>
                  <a:pt x="52" y="113"/>
                  <a:pt x="48" y="116"/>
                  <a:pt x="48" y="121"/>
                </a:cubicBezTo>
                <a:cubicBezTo>
                  <a:pt x="48" y="125"/>
                  <a:pt x="52" y="129"/>
                  <a:pt x="56" y="129"/>
                </a:cubicBezTo>
                <a:moveTo>
                  <a:pt x="56" y="97"/>
                </a:moveTo>
                <a:cubicBezTo>
                  <a:pt x="121" y="97"/>
                  <a:pt x="121" y="97"/>
                  <a:pt x="121" y="97"/>
                </a:cubicBezTo>
                <a:cubicBezTo>
                  <a:pt x="125" y="97"/>
                  <a:pt x="129" y="93"/>
                  <a:pt x="129" y="89"/>
                </a:cubicBezTo>
                <a:cubicBezTo>
                  <a:pt x="129" y="84"/>
                  <a:pt x="125" y="81"/>
                  <a:pt x="121" y="81"/>
                </a:cubicBezTo>
                <a:cubicBezTo>
                  <a:pt x="56" y="81"/>
                  <a:pt x="56" y="81"/>
                  <a:pt x="56" y="81"/>
                </a:cubicBezTo>
                <a:cubicBezTo>
                  <a:pt x="52" y="81"/>
                  <a:pt x="48" y="84"/>
                  <a:pt x="48" y="89"/>
                </a:cubicBezTo>
                <a:cubicBezTo>
                  <a:pt x="48" y="93"/>
                  <a:pt x="52" y="97"/>
                  <a:pt x="56" y="97"/>
                </a:cubicBezTo>
                <a:moveTo>
                  <a:pt x="56" y="64"/>
                </a:moveTo>
                <a:cubicBezTo>
                  <a:pt x="153" y="64"/>
                  <a:pt x="153" y="64"/>
                  <a:pt x="153" y="64"/>
                </a:cubicBezTo>
                <a:cubicBezTo>
                  <a:pt x="157" y="64"/>
                  <a:pt x="161" y="61"/>
                  <a:pt x="161" y="56"/>
                </a:cubicBezTo>
                <a:cubicBezTo>
                  <a:pt x="161" y="52"/>
                  <a:pt x="157" y="48"/>
                  <a:pt x="153" y="48"/>
                </a:cubicBezTo>
                <a:cubicBezTo>
                  <a:pt x="56" y="48"/>
                  <a:pt x="56" y="48"/>
                  <a:pt x="56" y="48"/>
                </a:cubicBezTo>
                <a:cubicBezTo>
                  <a:pt x="52" y="48"/>
                  <a:pt x="48" y="52"/>
                  <a:pt x="48" y="56"/>
                </a:cubicBezTo>
                <a:cubicBezTo>
                  <a:pt x="48" y="61"/>
                  <a:pt x="52" y="64"/>
                  <a:pt x="56" y="64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0" name="Freeform 90"/>
          <p:cNvSpPr>
            <a:spLocks noEditPoints="1"/>
          </p:cNvSpPr>
          <p:nvPr/>
        </p:nvSpPr>
        <p:spPr bwMode="auto">
          <a:xfrm>
            <a:off x="3005667" y="3168652"/>
            <a:ext cx="575733" cy="472017"/>
          </a:xfrm>
          <a:custGeom>
            <a:avLst/>
            <a:gdLst>
              <a:gd name="T0" fmla="*/ 297 w 353"/>
              <a:gd name="T1" fmla="*/ 161 h 289"/>
              <a:gd name="T2" fmla="*/ 297 w 353"/>
              <a:gd name="T3" fmla="*/ 145 h 289"/>
              <a:gd name="T4" fmla="*/ 224 w 353"/>
              <a:gd name="T5" fmla="*/ 153 h 289"/>
              <a:gd name="T6" fmla="*/ 232 w 353"/>
              <a:gd name="T7" fmla="*/ 129 h 289"/>
              <a:gd name="T8" fmla="*/ 273 w 353"/>
              <a:gd name="T9" fmla="*/ 121 h 289"/>
              <a:gd name="T10" fmla="*/ 232 w 353"/>
              <a:gd name="T11" fmla="*/ 113 h 289"/>
              <a:gd name="T12" fmla="*/ 232 w 353"/>
              <a:gd name="T13" fmla="*/ 129 h 289"/>
              <a:gd name="T14" fmla="*/ 264 w 353"/>
              <a:gd name="T15" fmla="*/ 193 h 289"/>
              <a:gd name="T16" fmla="*/ 264 w 353"/>
              <a:gd name="T17" fmla="*/ 177 h 289"/>
              <a:gd name="T18" fmla="*/ 224 w 353"/>
              <a:gd name="T19" fmla="*/ 185 h 289"/>
              <a:gd name="T20" fmla="*/ 40 w 353"/>
              <a:gd name="T21" fmla="*/ 209 h 289"/>
              <a:gd name="T22" fmla="*/ 16 w 353"/>
              <a:gd name="T23" fmla="*/ 16 h 289"/>
              <a:gd name="T24" fmla="*/ 273 w 353"/>
              <a:gd name="T25" fmla="*/ 40 h 289"/>
              <a:gd name="T26" fmla="*/ 289 w 353"/>
              <a:gd name="T27" fmla="*/ 40 h 289"/>
              <a:gd name="T28" fmla="*/ 273 w 353"/>
              <a:gd name="T29" fmla="*/ 0 h 289"/>
              <a:gd name="T30" fmla="*/ 0 w 353"/>
              <a:gd name="T31" fmla="*/ 16 h 289"/>
              <a:gd name="T32" fmla="*/ 16 w 353"/>
              <a:gd name="T33" fmla="*/ 225 h 289"/>
              <a:gd name="T34" fmla="*/ 48 w 353"/>
              <a:gd name="T35" fmla="*/ 217 h 289"/>
              <a:gd name="T36" fmla="*/ 120 w 353"/>
              <a:gd name="T37" fmla="*/ 193 h 289"/>
              <a:gd name="T38" fmla="*/ 192 w 353"/>
              <a:gd name="T39" fmla="*/ 185 h 289"/>
              <a:gd name="T40" fmla="*/ 120 w 353"/>
              <a:gd name="T41" fmla="*/ 177 h 289"/>
              <a:gd name="T42" fmla="*/ 120 w 353"/>
              <a:gd name="T43" fmla="*/ 193 h 289"/>
              <a:gd name="T44" fmla="*/ 80 w 353"/>
              <a:gd name="T45" fmla="*/ 64 h 289"/>
              <a:gd name="T46" fmla="*/ 64 w 353"/>
              <a:gd name="T47" fmla="*/ 273 h 289"/>
              <a:gd name="T48" fmla="*/ 337 w 353"/>
              <a:gd name="T49" fmla="*/ 289 h 289"/>
              <a:gd name="T50" fmla="*/ 353 w 353"/>
              <a:gd name="T51" fmla="*/ 80 h 289"/>
              <a:gd name="T52" fmla="*/ 337 w 353"/>
              <a:gd name="T53" fmla="*/ 273 h 289"/>
              <a:gd name="T54" fmla="*/ 273 w 353"/>
              <a:gd name="T55" fmla="*/ 257 h 289"/>
              <a:gd name="T56" fmla="*/ 289 w 353"/>
              <a:gd name="T57" fmla="*/ 249 h 289"/>
              <a:gd name="T58" fmla="*/ 248 w 353"/>
              <a:gd name="T59" fmla="*/ 241 h 289"/>
              <a:gd name="T60" fmla="*/ 248 w 353"/>
              <a:gd name="T61" fmla="*/ 257 h 289"/>
              <a:gd name="T62" fmla="*/ 256 w 353"/>
              <a:gd name="T63" fmla="*/ 273 h 289"/>
              <a:gd name="T64" fmla="*/ 160 w 353"/>
              <a:gd name="T65" fmla="*/ 257 h 289"/>
              <a:gd name="T66" fmla="*/ 176 w 353"/>
              <a:gd name="T67" fmla="*/ 249 h 289"/>
              <a:gd name="T68" fmla="*/ 136 w 353"/>
              <a:gd name="T69" fmla="*/ 241 h 289"/>
              <a:gd name="T70" fmla="*/ 136 w 353"/>
              <a:gd name="T71" fmla="*/ 257 h 289"/>
              <a:gd name="T72" fmla="*/ 144 w 353"/>
              <a:gd name="T73" fmla="*/ 273 h 289"/>
              <a:gd name="T74" fmla="*/ 80 w 353"/>
              <a:gd name="T75" fmla="*/ 80 h 289"/>
              <a:gd name="T76" fmla="*/ 337 w 353"/>
              <a:gd name="T77" fmla="*/ 273 h 289"/>
              <a:gd name="T78" fmla="*/ 152 w 353"/>
              <a:gd name="T79" fmla="*/ 161 h 289"/>
              <a:gd name="T80" fmla="*/ 152 w 353"/>
              <a:gd name="T81" fmla="*/ 145 h 289"/>
              <a:gd name="T82" fmla="*/ 112 w 353"/>
              <a:gd name="T83" fmla="*/ 153 h 289"/>
              <a:gd name="T84" fmla="*/ 120 w 353"/>
              <a:gd name="T85" fmla="*/ 129 h 289"/>
              <a:gd name="T86" fmla="*/ 192 w 353"/>
              <a:gd name="T87" fmla="*/ 121 h 289"/>
              <a:gd name="T88" fmla="*/ 120 w 353"/>
              <a:gd name="T89" fmla="*/ 113 h 289"/>
              <a:gd name="T90" fmla="*/ 120 w 353"/>
              <a:gd name="T91" fmla="*/ 129 h 2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353" h="289">
                <a:moveTo>
                  <a:pt x="232" y="161"/>
                </a:moveTo>
                <a:cubicBezTo>
                  <a:pt x="297" y="161"/>
                  <a:pt x="297" y="161"/>
                  <a:pt x="297" y="161"/>
                </a:cubicBezTo>
                <a:cubicBezTo>
                  <a:pt x="301" y="161"/>
                  <a:pt x="305" y="157"/>
                  <a:pt x="305" y="153"/>
                </a:cubicBezTo>
                <a:cubicBezTo>
                  <a:pt x="305" y="148"/>
                  <a:pt x="301" y="145"/>
                  <a:pt x="297" y="145"/>
                </a:cubicBezTo>
                <a:cubicBezTo>
                  <a:pt x="232" y="145"/>
                  <a:pt x="232" y="145"/>
                  <a:pt x="232" y="145"/>
                </a:cubicBezTo>
                <a:cubicBezTo>
                  <a:pt x="228" y="145"/>
                  <a:pt x="224" y="148"/>
                  <a:pt x="224" y="153"/>
                </a:cubicBezTo>
                <a:cubicBezTo>
                  <a:pt x="224" y="157"/>
                  <a:pt x="228" y="161"/>
                  <a:pt x="232" y="161"/>
                </a:cubicBezTo>
                <a:moveTo>
                  <a:pt x="232" y="129"/>
                </a:moveTo>
                <a:cubicBezTo>
                  <a:pt x="264" y="129"/>
                  <a:pt x="264" y="129"/>
                  <a:pt x="264" y="129"/>
                </a:cubicBezTo>
                <a:cubicBezTo>
                  <a:pt x="269" y="129"/>
                  <a:pt x="273" y="125"/>
                  <a:pt x="273" y="121"/>
                </a:cubicBezTo>
                <a:cubicBezTo>
                  <a:pt x="273" y="116"/>
                  <a:pt x="269" y="113"/>
                  <a:pt x="264" y="113"/>
                </a:cubicBezTo>
                <a:cubicBezTo>
                  <a:pt x="232" y="113"/>
                  <a:pt x="232" y="113"/>
                  <a:pt x="232" y="113"/>
                </a:cubicBezTo>
                <a:cubicBezTo>
                  <a:pt x="228" y="113"/>
                  <a:pt x="224" y="116"/>
                  <a:pt x="224" y="121"/>
                </a:cubicBezTo>
                <a:cubicBezTo>
                  <a:pt x="224" y="125"/>
                  <a:pt x="228" y="129"/>
                  <a:pt x="232" y="129"/>
                </a:cubicBezTo>
                <a:moveTo>
                  <a:pt x="232" y="193"/>
                </a:moveTo>
                <a:cubicBezTo>
                  <a:pt x="264" y="193"/>
                  <a:pt x="264" y="193"/>
                  <a:pt x="264" y="193"/>
                </a:cubicBezTo>
                <a:cubicBezTo>
                  <a:pt x="269" y="193"/>
                  <a:pt x="273" y="189"/>
                  <a:pt x="273" y="185"/>
                </a:cubicBezTo>
                <a:cubicBezTo>
                  <a:pt x="273" y="180"/>
                  <a:pt x="269" y="177"/>
                  <a:pt x="264" y="177"/>
                </a:cubicBezTo>
                <a:cubicBezTo>
                  <a:pt x="232" y="177"/>
                  <a:pt x="232" y="177"/>
                  <a:pt x="232" y="177"/>
                </a:cubicBezTo>
                <a:cubicBezTo>
                  <a:pt x="228" y="177"/>
                  <a:pt x="224" y="180"/>
                  <a:pt x="224" y="185"/>
                </a:cubicBezTo>
                <a:cubicBezTo>
                  <a:pt x="224" y="189"/>
                  <a:pt x="228" y="193"/>
                  <a:pt x="232" y="193"/>
                </a:cubicBezTo>
                <a:moveTo>
                  <a:pt x="40" y="209"/>
                </a:moveTo>
                <a:cubicBezTo>
                  <a:pt x="16" y="209"/>
                  <a:pt x="16" y="209"/>
                  <a:pt x="16" y="209"/>
                </a:cubicBezTo>
                <a:cubicBezTo>
                  <a:pt x="16" y="16"/>
                  <a:pt x="16" y="16"/>
                  <a:pt x="16" y="16"/>
                </a:cubicBezTo>
                <a:cubicBezTo>
                  <a:pt x="273" y="16"/>
                  <a:pt x="273" y="16"/>
                  <a:pt x="273" y="16"/>
                </a:cubicBezTo>
                <a:cubicBezTo>
                  <a:pt x="273" y="40"/>
                  <a:pt x="273" y="40"/>
                  <a:pt x="273" y="40"/>
                </a:cubicBezTo>
                <a:cubicBezTo>
                  <a:pt x="273" y="45"/>
                  <a:pt x="276" y="48"/>
                  <a:pt x="281" y="48"/>
                </a:cubicBezTo>
                <a:cubicBezTo>
                  <a:pt x="285" y="48"/>
                  <a:pt x="289" y="45"/>
                  <a:pt x="289" y="40"/>
                </a:cubicBezTo>
                <a:cubicBezTo>
                  <a:pt x="289" y="16"/>
                  <a:pt x="289" y="16"/>
                  <a:pt x="289" y="16"/>
                </a:cubicBezTo>
                <a:cubicBezTo>
                  <a:pt x="289" y="7"/>
                  <a:pt x="281" y="0"/>
                  <a:pt x="273" y="0"/>
                </a:cubicBez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209"/>
                  <a:pt x="0" y="209"/>
                  <a:pt x="0" y="209"/>
                </a:cubicBezTo>
                <a:cubicBezTo>
                  <a:pt x="0" y="218"/>
                  <a:pt x="7" y="225"/>
                  <a:pt x="16" y="225"/>
                </a:cubicBezTo>
                <a:cubicBezTo>
                  <a:pt x="40" y="225"/>
                  <a:pt x="40" y="225"/>
                  <a:pt x="40" y="225"/>
                </a:cubicBezTo>
                <a:cubicBezTo>
                  <a:pt x="44" y="225"/>
                  <a:pt x="48" y="221"/>
                  <a:pt x="48" y="217"/>
                </a:cubicBezTo>
                <a:cubicBezTo>
                  <a:pt x="48" y="213"/>
                  <a:pt x="44" y="209"/>
                  <a:pt x="40" y="209"/>
                </a:cubicBezTo>
                <a:moveTo>
                  <a:pt x="120" y="193"/>
                </a:moveTo>
                <a:cubicBezTo>
                  <a:pt x="184" y="193"/>
                  <a:pt x="184" y="193"/>
                  <a:pt x="184" y="193"/>
                </a:cubicBezTo>
                <a:cubicBezTo>
                  <a:pt x="189" y="193"/>
                  <a:pt x="192" y="189"/>
                  <a:pt x="192" y="185"/>
                </a:cubicBezTo>
                <a:cubicBezTo>
                  <a:pt x="192" y="180"/>
                  <a:pt x="189" y="177"/>
                  <a:pt x="184" y="177"/>
                </a:cubicBezTo>
                <a:cubicBezTo>
                  <a:pt x="120" y="177"/>
                  <a:pt x="120" y="177"/>
                  <a:pt x="120" y="177"/>
                </a:cubicBezTo>
                <a:cubicBezTo>
                  <a:pt x="116" y="177"/>
                  <a:pt x="112" y="180"/>
                  <a:pt x="112" y="185"/>
                </a:cubicBezTo>
                <a:cubicBezTo>
                  <a:pt x="112" y="189"/>
                  <a:pt x="116" y="193"/>
                  <a:pt x="120" y="193"/>
                </a:cubicBezTo>
                <a:moveTo>
                  <a:pt x="337" y="64"/>
                </a:moveTo>
                <a:cubicBezTo>
                  <a:pt x="80" y="64"/>
                  <a:pt x="80" y="64"/>
                  <a:pt x="80" y="64"/>
                </a:cubicBezTo>
                <a:cubicBezTo>
                  <a:pt x="71" y="64"/>
                  <a:pt x="64" y="72"/>
                  <a:pt x="64" y="80"/>
                </a:cubicBezTo>
                <a:cubicBezTo>
                  <a:pt x="64" y="273"/>
                  <a:pt x="64" y="273"/>
                  <a:pt x="64" y="273"/>
                </a:cubicBezTo>
                <a:cubicBezTo>
                  <a:pt x="64" y="282"/>
                  <a:pt x="71" y="289"/>
                  <a:pt x="80" y="289"/>
                </a:cubicBezTo>
                <a:cubicBezTo>
                  <a:pt x="337" y="289"/>
                  <a:pt x="337" y="289"/>
                  <a:pt x="337" y="289"/>
                </a:cubicBezTo>
                <a:cubicBezTo>
                  <a:pt x="346" y="289"/>
                  <a:pt x="353" y="282"/>
                  <a:pt x="353" y="273"/>
                </a:cubicBezTo>
                <a:cubicBezTo>
                  <a:pt x="353" y="80"/>
                  <a:pt x="353" y="80"/>
                  <a:pt x="353" y="80"/>
                </a:cubicBezTo>
                <a:cubicBezTo>
                  <a:pt x="353" y="72"/>
                  <a:pt x="346" y="64"/>
                  <a:pt x="337" y="64"/>
                </a:cubicBezTo>
                <a:moveTo>
                  <a:pt x="337" y="273"/>
                </a:moveTo>
                <a:cubicBezTo>
                  <a:pt x="273" y="273"/>
                  <a:pt x="273" y="273"/>
                  <a:pt x="273" y="273"/>
                </a:cubicBezTo>
                <a:cubicBezTo>
                  <a:pt x="273" y="257"/>
                  <a:pt x="273" y="257"/>
                  <a:pt x="273" y="257"/>
                </a:cubicBezTo>
                <a:cubicBezTo>
                  <a:pt x="281" y="257"/>
                  <a:pt x="281" y="257"/>
                  <a:pt x="281" y="257"/>
                </a:cubicBezTo>
                <a:cubicBezTo>
                  <a:pt x="285" y="257"/>
                  <a:pt x="289" y="254"/>
                  <a:pt x="289" y="249"/>
                </a:cubicBezTo>
                <a:cubicBezTo>
                  <a:pt x="289" y="245"/>
                  <a:pt x="285" y="241"/>
                  <a:pt x="281" y="241"/>
                </a:cubicBezTo>
                <a:cubicBezTo>
                  <a:pt x="248" y="241"/>
                  <a:pt x="248" y="241"/>
                  <a:pt x="248" y="241"/>
                </a:cubicBezTo>
                <a:cubicBezTo>
                  <a:pt x="244" y="241"/>
                  <a:pt x="240" y="245"/>
                  <a:pt x="240" y="249"/>
                </a:cubicBezTo>
                <a:cubicBezTo>
                  <a:pt x="240" y="254"/>
                  <a:pt x="244" y="257"/>
                  <a:pt x="248" y="257"/>
                </a:cubicBezTo>
                <a:cubicBezTo>
                  <a:pt x="256" y="257"/>
                  <a:pt x="256" y="257"/>
                  <a:pt x="256" y="257"/>
                </a:cubicBezTo>
                <a:cubicBezTo>
                  <a:pt x="256" y="273"/>
                  <a:pt x="256" y="273"/>
                  <a:pt x="256" y="273"/>
                </a:cubicBezTo>
                <a:cubicBezTo>
                  <a:pt x="160" y="273"/>
                  <a:pt x="160" y="273"/>
                  <a:pt x="160" y="273"/>
                </a:cubicBezTo>
                <a:cubicBezTo>
                  <a:pt x="160" y="257"/>
                  <a:pt x="160" y="257"/>
                  <a:pt x="160" y="257"/>
                </a:cubicBezTo>
                <a:cubicBezTo>
                  <a:pt x="168" y="257"/>
                  <a:pt x="168" y="257"/>
                  <a:pt x="168" y="257"/>
                </a:cubicBezTo>
                <a:cubicBezTo>
                  <a:pt x="173" y="257"/>
                  <a:pt x="176" y="254"/>
                  <a:pt x="176" y="249"/>
                </a:cubicBezTo>
                <a:cubicBezTo>
                  <a:pt x="176" y="245"/>
                  <a:pt x="173" y="241"/>
                  <a:pt x="168" y="241"/>
                </a:cubicBezTo>
                <a:cubicBezTo>
                  <a:pt x="136" y="241"/>
                  <a:pt x="136" y="241"/>
                  <a:pt x="136" y="241"/>
                </a:cubicBezTo>
                <a:cubicBezTo>
                  <a:pt x="132" y="241"/>
                  <a:pt x="128" y="245"/>
                  <a:pt x="128" y="249"/>
                </a:cubicBezTo>
                <a:cubicBezTo>
                  <a:pt x="128" y="254"/>
                  <a:pt x="132" y="257"/>
                  <a:pt x="136" y="257"/>
                </a:cubicBezTo>
                <a:cubicBezTo>
                  <a:pt x="144" y="257"/>
                  <a:pt x="144" y="257"/>
                  <a:pt x="144" y="257"/>
                </a:cubicBezTo>
                <a:cubicBezTo>
                  <a:pt x="144" y="273"/>
                  <a:pt x="144" y="273"/>
                  <a:pt x="144" y="273"/>
                </a:cubicBezTo>
                <a:cubicBezTo>
                  <a:pt x="80" y="273"/>
                  <a:pt x="80" y="273"/>
                  <a:pt x="80" y="273"/>
                </a:cubicBezTo>
                <a:cubicBezTo>
                  <a:pt x="80" y="80"/>
                  <a:pt x="80" y="80"/>
                  <a:pt x="80" y="80"/>
                </a:cubicBezTo>
                <a:cubicBezTo>
                  <a:pt x="337" y="80"/>
                  <a:pt x="337" y="80"/>
                  <a:pt x="337" y="80"/>
                </a:cubicBezTo>
                <a:lnTo>
                  <a:pt x="337" y="273"/>
                </a:lnTo>
                <a:close/>
                <a:moveTo>
                  <a:pt x="120" y="161"/>
                </a:moveTo>
                <a:cubicBezTo>
                  <a:pt x="152" y="161"/>
                  <a:pt x="152" y="161"/>
                  <a:pt x="152" y="161"/>
                </a:cubicBezTo>
                <a:cubicBezTo>
                  <a:pt x="157" y="161"/>
                  <a:pt x="160" y="157"/>
                  <a:pt x="160" y="153"/>
                </a:cubicBezTo>
                <a:cubicBezTo>
                  <a:pt x="160" y="148"/>
                  <a:pt x="157" y="145"/>
                  <a:pt x="152" y="145"/>
                </a:cubicBezTo>
                <a:cubicBezTo>
                  <a:pt x="120" y="145"/>
                  <a:pt x="120" y="145"/>
                  <a:pt x="120" y="145"/>
                </a:cubicBezTo>
                <a:cubicBezTo>
                  <a:pt x="116" y="145"/>
                  <a:pt x="112" y="148"/>
                  <a:pt x="112" y="153"/>
                </a:cubicBezTo>
                <a:cubicBezTo>
                  <a:pt x="112" y="157"/>
                  <a:pt x="116" y="161"/>
                  <a:pt x="120" y="161"/>
                </a:cubicBezTo>
                <a:moveTo>
                  <a:pt x="120" y="129"/>
                </a:moveTo>
                <a:cubicBezTo>
                  <a:pt x="184" y="129"/>
                  <a:pt x="184" y="129"/>
                  <a:pt x="184" y="129"/>
                </a:cubicBezTo>
                <a:cubicBezTo>
                  <a:pt x="189" y="129"/>
                  <a:pt x="192" y="125"/>
                  <a:pt x="192" y="121"/>
                </a:cubicBezTo>
                <a:cubicBezTo>
                  <a:pt x="192" y="116"/>
                  <a:pt x="189" y="113"/>
                  <a:pt x="184" y="113"/>
                </a:cubicBezTo>
                <a:cubicBezTo>
                  <a:pt x="120" y="113"/>
                  <a:pt x="120" y="113"/>
                  <a:pt x="120" y="113"/>
                </a:cubicBezTo>
                <a:cubicBezTo>
                  <a:pt x="116" y="113"/>
                  <a:pt x="112" y="116"/>
                  <a:pt x="112" y="121"/>
                </a:cubicBezTo>
                <a:cubicBezTo>
                  <a:pt x="112" y="125"/>
                  <a:pt x="116" y="129"/>
                  <a:pt x="120" y="129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1" name="Freeform 91"/>
          <p:cNvSpPr>
            <a:spLocks noEditPoints="1"/>
          </p:cNvSpPr>
          <p:nvPr/>
        </p:nvSpPr>
        <p:spPr bwMode="auto">
          <a:xfrm>
            <a:off x="4106334" y="3168652"/>
            <a:ext cx="575733" cy="472017"/>
          </a:xfrm>
          <a:custGeom>
            <a:avLst/>
            <a:gdLst>
              <a:gd name="T0" fmla="*/ 233 w 353"/>
              <a:gd name="T1" fmla="*/ 64 h 289"/>
              <a:gd name="T2" fmla="*/ 233 w 353"/>
              <a:gd name="T3" fmla="*/ 48 h 289"/>
              <a:gd name="T4" fmla="*/ 160 w 353"/>
              <a:gd name="T5" fmla="*/ 56 h 289"/>
              <a:gd name="T6" fmla="*/ 265 w 353"/>
              <a:gd name="T7" fmla="*/ 64 h 289"/>
              <a:gd name="T8" fmla="*/ 265 w 353"/>
              <a:gd name="T9" fmla="*/ 48 h 289"/>
              <a:gd name="T10" fmla="*/ 265 w 353"/>
              <a:gd name="T11" fmla="*/ 64 h 289"/>
              <a:gd name="T12" fmla="*/ 305 w 353"/>
              <a:gd name="T13" fmla="*/ 56 h 289"/>
              <a:gd name="T14" fmla="*/ 289 w 353"/>
              <a:gd name="T15" fmla="*/ 56 h 289"/>
              <a:gd name="T16" fmla="*/ 297 w 353"/>
              <a:gd name="T17" fmla="*/ 129 h 289"/>
              <a:gd name="T18" fmla="*/ 225 w 353"/>
              <a:gd name="T19" fmla="*/ 137 h 289"/>
              <a:gd name="T20" fmla="*/ 297 w 353"/>
              <a:gd name="T21" fmla="*/ 145 h 289"/>
              <a:gd name="T22" fmla="*/ 297 w 353"/>
              <a:gd name="T23" fmla="*/ 129 h 289"/>
              <a:gd name="T24" fmla="*/ 233 w 353"/>
              <a:gd name="T25" fmla="*/ 161 h 289"/>
              <a:gd name="T26" fmla="*/ 233 w 353"/>
              <a:gd name="T27" fmla="*/ 177 h 289"/>
              <a:gd name="T28" fmla="*/ 305 w 353"/>
              <a:gd name="T29" fmla="*/ 169 h 289"/>
              <a:gd name="T30" fmla="*/ 297 w 353"/>
              <a:gd name="T31" fmla="*/ 97 h 289"/>
              <a:gd name="T32" fmla="*/ 225 w 353"/>
              <a:gd name="T33" fmla="*/ 105 h 289"/>
              <a:gd name="T34" fmla="*/ 297 w 353"/>
              <a:gd name="T35" fmla="*/ 113 h 289"/>
              <a:gd name="T36" fmla="*/ 297 w 353"/>
              <a:gd name="T37" fmla="*/ 97 h 289"/>
              <a:gd name="T38" fmla="*/ 144 w 353"/>
              <a:gd name="T39" fmla="*/ 56 h 289"/>
              <a:gd name="T40" fmla="*/ 128 w 353"/>
              <a:gd name="T41" fmla="*/ 56 h 289"/>
              <a:gd name="T42" fmla="*/ 104 w 353"/>
              <a:gd name="T43" fmla="*/ 209 h 289"/>
              <a:gd name="T44" fmla="*/ 305 w 353"/>
              <a:gd name="T45" fmla="*/ 201 h 289"/>
              <a:gd name="T46" fmla="*/ 104 w 353"/>
              <a:gd name="T47" fmla="*/ 193 h 289"/>
              <a:gd name="T48" fmla="*/ 104 w 353"/>
              <a:gd name="T49" fmla="*/ 209 h 289"/>
              <a:gd name="T50" fmla="*/ 297 w 353"/>
              <a:gd name="T51" fmla="*/ 241 h 289"/>
              <a:gd name="T52" fmla="*/ 297 w 353"/>
              <a:gd name="T53" fmla="*/ 225 h 289"/>
              <a:gd name="T54" fmla="*/ 96 w 353"/>
              <a:gd name="T55" fmla="*/ 233 h 289"/>
              <a:gd name="T56" fmla="*/ 337 w 353"/>
              <a:gd name="T57" fmla="*/ 0 h 289"/>
              <a:gd name="T58" fmla="*/ 48 w 353"/>
              <a:gd name="T59" fmla="*/ 16 h 289"/>
              <a:gd name="T60" fmla="*/ 16 w 353"/>
              <a:gd name="T61" fmla="*/ 48 h 289"/>
              <a:gd name="T62" fmla="*/ 0 w 353"/>
              <a:gd name="T63" fmla="*/ 241 h 289"/>
              <a:gd name="T64" fmla="*/ 337 w 353"/>
              <a:gd name="T65" fmla="*/ 289 h 289"/>
              <a:gd name="T66" fmla="*/ 353 w 353"/>
              <a:gd name="T67" fmla="*/ 16 h 289"/>
              <a:gd name="T68" fmla="*/ 337 w 353"/>
              <a:gd name="T69" fmla="*/ 273 h 289"/>
              <a:gd name="T70" fmla="*/ 16 w 353"/>
              <a:gd name="T71" fmla="*/ 241 h 289"/>
              <a:gd name="T72" fmla="*/ 48 w 353"/>
              <a:gd name="T73" fmla="*/ 64 h 289"/>
              <a:gd name="T74" fmla="*/ 56 w 353"/>
              <a:gd name="T75" fmla="*/ 241 h 289"/>
              <a:gd name="T76" fmla="*/ 64 w 353"/>
              <a:gd name="T77" fmla="*/ 16 h 289"/>
              <a:gd name="T78" fmla="*/ 337 w 353"/>
              <a:gd name="T79" fmla="*/ 273 h 289"/>
              <a:gd name="T80" fmla="*/ 112 w 353"/>
              <a:gd name="T81" fmla="*/ 56 h 289"/>
              <a:gd name="T82" fmla="*/ 96 w 353"/>
              <a:gd name="T83" fmla="*/ 56 h 289"/>
              <a:gd name="T84" fmla="*/ 104 w 353"/>
              <a:gd name="T85" fmla="*/ 177 h 289"/>
              <a:gd name="T86" fmla="*/ 193 w 353"/>
              <a:gd name="T87" fmla="*/ 169 h 289"/>
              <a:gd name="T88" fmla="*/ 185 w 353"/>
              <a:gd name="T89" fmla="*/ 97 h 289"/>
              <a:gd name="T90" fmla="*/ 96 w 353"/>
              <a:gd name="T91" fmla="*/ 105 h 289"/>
              <a:gd name="T92" fmla="*/ 104 w 353"/>
              <a:gd name="T93" fmla="*/ 177 h 289"/>
              <a:gd name="T94" fmla="*/ 177 w 353"/>
              <a:gd name="T95" fmla="*/ 113 h 289"/>
              <a:gd name="T96" fmla="*/ 112 w 353"/>
              <a:gd name="T97" fmla="*/ 161 h 2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353" h="289">
                <a:moveTo>
                  <a:pt x="168" y="64"/>
                </a:moveTo>
                <a:cubicBezTo>
                  <a:pt x="233" y="64"/>
                  <a:pt x="233" y="64"/>
                  <a:pt x="233" y="64"/>
                </a:cubicBezTo>
                <a:cubicBezTo>
                  <a:pt x="237" y="64"/>
                  <a:pt x="241" y="61"/>
                  <a:pt x="241" y="56"/>
                </a:cubicBezTo>
                <a:cubicBezTo>
                  <a:pt x="241" y="52"/>
                  <a:pt x="237" y="48"/>
                  <a:pt x="233" y="48"/>
                </a:cubicBezTo>
                <a:cubicBezTo>
                  <a:pt x="168" y="48"/>
                  <a:pt x="168" y="48"/>
                  <a:pt x="168" y="48"/>
                </a:cubicBezTo>
                <a:cubicBezTo>
                  <a:pt x="164" y="48"/>
                  <a:pt x="160" y="52"/>
                  <a:pt x="160" y="56"/>
                </a:cubicBezTo>
                <a:cubicBezTo>
                  <a:pt x="160" y="61"/>
                  <a:pt x="164" y="64"/>
                  <a:pt x="168" y="64"/>
                </a:cubicBezTo>
                <a:moveTo>
                  <a:pt x="265" y="64"/>
                </a:moveTo>
                <a:cubicBezTo>
                  <a:pt x="269" y="64"/>
                  <a:pt x="273" y="61"/>
                  <a:pt x="273" y="56"/>
                </a:cubicBezTo>
                <a:cubicBezTo>
                  <a:pt x="273" y="52"/>
                  <a:pt x="269" y="48"/>
                  <a:pt x="265" y="48"/>
                </a:cubicBezTo>
                <a:cubicBezTo>
                  <a:pt x="260" y="48"/>
                  <a:pt x="257" y="52"/>
                  <a:pt x="257" y="56"/>
                </a:cubicBezTo>
                <a:cubicBezTo>
                  <a:pt x="257" y="61"/>
                  <a:pt x="260" y="64"/>
                  <a:pt x="265" y="64"/>
                </a:cubicBezTo>
                <a:moveTo>
                  <a:pt x="297" y="64"/>
                </a:moveTo>
                <a:cubicBezTo>
                  <a:pt x="301" y="64"/>
                  <a:pt x="305" y="61"/>
                  <a:pt x="305" y="56"/>
                </a:cubicBezTo>
                <a:cubicBezTo>
                  <a:pt x="305" y="52"/>
                  <a:pt x="301" y="48"/>
                  <a:pt x="297" y="48"/>
                </a:cubicBezTo>
                <a:cubicBezTo>
                  <a:pt x="292" y="48"/>
                  <a:pt x="289" y="52"/>
                  <a:pt x="289" y="56"/>
                </a:cubicBezTo>
                <a:cubicBezTo>
                  <a:pt x="289" y="61"/>
                  <a:pt x="292" y="64"/>
                  <a:pt x="297" y="64"/>
                </a:cubicBezTo>
                <a:moveTo>
                  <a:pt x="297" y="129"/>
                </a:moveTo>
                <a:cubicBezTo>
                  <a:pt x="233" y="129"/>
                  <a:pt x="233" y="129"/>
                  <a:pt x="233" y="129"/>
                </a:cubicBezTo>
                <a:cubicBezTo>
                  <a:pt x="228" y="129"/>
                  <a:pt x="225" y="132"/>
                  <a:pt x="225" y="137"/>
                </a:cubicBezTo>
                <a:cubicBezTo>
                  <a:pt x="225" y="141"/>
                  <a:pt x="228" y="145"/>
                  <a:pt x="233" y="145"/>
                </a:cubicBezTo>
                <a:cubicBezTo>
                  <a:pt x="297" y="145"/>
                  <a:pt x="297" y="145"/>
                  <a:pt x="297" y="145"/>
                </a:cubicBezTo>
                <a:cubicBezTo>
                  <a:pt x="301" y="145"/>
                  <a:pt x="305" y="141"/>
                  <a:pt x="305" y="137"/>
                </a:cubicBezTo>
                <a:cubicBezTo>
                  <a:pt x="305" y="132"/>
                  <a:pt x="301" y="129"/>
                  <a:pt x="297" y="129"/>
                </a:cubicBezTo>
                <a:moveTo>
                  <a:pt x="297" y="161"/>
                </a:moveTo>
                <a:cubicBezTo>
                  <a:pt x="233" y="161"/>
                  <a:pt x="233" y="161"/>
                  <a:pt x="233" y="161"/>
                </a:cubicBezTo>
                <a:cubicBezTo>
                  <a:pt x="228" y="161"/>
                  <a:pt x="225" y="164"/>
                  <a:pt x="225" y="169"/>
                </a:cubicBezTo>
                <a:cubicBezTo>
                  <a:pt x="225" y="173"/>
                  <a:pt x="228" y="177"/>
                  <a:pt x="233" y="177"/>
                </a:cubicBezTo>
                <a:cubicBezTo>
                  <a:pt x="297" y="177"/>
                  <a:pt x="297" y="177"/>
                  <a:pt x="297" y="177"/>
                </a:cubicBezTo>
                <a:cubicBezTo>
                  <a:pt x="301" y="177"/>
                  <a:pt x="305" y="173"/>
                  <a:pt x="305" y="169"/>
                </a:cubicBezTo>
                <a:cubicBezTo>
                  <a:pt x="305" y="164"/>
                  <a:pt x="301" y="161"/>
                  <a:pt x="297" y="161"/>
                </a:cubicBezTo>
                <a:moveTo>
                  <a:pt x="297" y="97"/>
                </a:moveTo>
                <a:cubicBezTo>
                  <a:pt x="233" y="97"/>
                  <a:pt x="233" y="97"/>
                  <a:pt x="233" y="97"/>
                </a:cubicBezTo>
                <a:cubicBezTo>
                  <a:pt x="228" y="97"/>
                  <a:pt x="225" y="100"/>
                  <a:pt x="225" y="105"/>
                </a:cubicBezTo>
                <a:cubicBezTo>
                  <a:pt x="225" y="109"/>
                  <a:pt x="228" y="113"/>
                  <a:pt x="233" y="113"/>
                </a:cubicBezTo>
                <a:cubicBezTo>
                  <a:pt x="297" y="113"/>
                  <a:pt x="297" y="113"/>
                  <a:pt x="297" y="113"/>
                </a:cubicBezTo>
                <a:cubicBezTo>
                  <a:pt x="301" y="113"/>
                  <a:pt x="305" y="109"/>
                  <a:pt x="305" y="105"/>
                </a:cubicBezTo>
                <a:cubicBezTo>
                  <a:pt x="305" y="100"/>
                  <a:pt x="301" y="97"/>
                  <a:pt x="297" y="97"/>
                </a:cubicBezTo>
                <a:moveTo>
                  <a:pt x="136" y="64"/>
                </a:moveTo>
                <a:cubicBezTo>
                  <a:pt x="141" y="64"/>
                  <a:pt x="144" y="61"/>
                  <a:pt x="144" y="56"/>
                </a:cubicBezTo>
                <a:cubicBezTo>
                  <a:pt x="144" y="52"/>
                  <a:pt x="141" y="48"/>
                  <a:pt x="136" y="48"/>
                </a:cubicBezTo>
                <a:cubicBezTo>
                  <a:pt x="132" y="48"/>
                  <a:pt x="128" y="52"/>
                  <a:pt x="128" y="56"/>
                </a:cubicBezTo>
                <a:cubicBezTo>
                  <a:pt x="128" y="61"/>
                  <a:pt x="132" y="64"/>
                  <a:pt x="136" y="64"/>
                </a:cubicBezTo>
                <a:moveTo>
                  <a:pt x="104" y="209"/>
                </a:moveTo>
                <a:cubicBezTo>
                  <a:pt x="297" y="209"/>
                  <a:pt x="297" y="209"/>
                  <a:pt x="297" y="209"/>
                </a:cubicBezTo>
                <a:cubicBezTo>
                  <a:pt x="301" y="209"/>
                  <a:pt x="305" y="205"/>
                  <a:pt x="305" y="201"/>
                </a:cubicBezTo>
                <a:cubicBezTo>
                  <a:pt x="305" y="196"/>
                  <a:pt x="301" y="193"/>
                  <a:pt x="297" y="193"/>
                </a:cubicBezTo>
                <a:cubicBezTo>
                  <a:pt x="104" y="193"/>
                  <a:pt x="104" y="193"/>
                  <a:pt x="104" y="193"/>
                </a:cubicBezTo>
                <a:cubicBezTo>
                  <a:pt x="100" y="193"/>
                  <a:pt x="96" y="196"/>
                  <a:pt x="96" y="201"/>
                </a:cubicBezTo>
                <a:cubicBezTo>
                  <a:pt x="96" y="205"/>
                  <a:pt x="100" y="209"/>
                  <a:pt x="104" y="209"/>
                </a:cubicBezTo>
                <a:moveTo>
                  <a:pt x="104" y="241"/>
                </a:moveTo>
                <a:cubicBezTo>
                  <a:pt x="297" y="241"/>
                  <a:pt x="297" y="241"/>
                  <a:pt x="297" y="241"/>
                </a:cubicBezTo>
                <a:cubicBezTo>
                  <a:pt x="301" y="241"/>
                  <a:pt x="305" y="237"/>
                  <a:pt x="305" y="233"/>
                </a:cubicBezTo>
                <a:cubicBezTo>
                  <a:pt x="305" y="229"/>
                  <a:pt x="301" y="225"/>
                  <a:pt x="297" y="225"/>
                </a:cubicBezTo>
                <a:cubicBezTo>
                  <a:pt x="104" y="225"/>
                  <a:pt x="104" y="225"/>
                  <a:pt x="104" y="225"/>
                </a:cubicBezTo>
                <a:cubicBezTo>
                  <a:pt x="100" y="225"/>
                  <a:pt x="96" y="229"/>
                  <a:pt x="96" y="233"/>
                </a:cubicBezTo>
                <a:cubicBezTo>
                  <a:pt x="96" y="237"/>
                  <a:pt x="100" y="241"/>
                  <a:pt x="104" y="241"/>
                </a:cubicBezTo>
                <a:moveTo>
                  <a:pt x="337" y="0"/>
                </a:moveTo>
                <a:cubicBezTo>
                  <a:pt x="64" y="0"/>
                  <a:pt x="64" y="0"/>
                  <a:pt x="64" y="0"/>
                </a:cubicBezTo>
                <a:cubicBezTo>
                  <a:pt x="55" y="0"/>
                  <a:pt x="48" y="7"/>
                  <a:pt x="48" y="16"/>
                </a:cubicBezTo>
                <a:cubicBezTo>
                  <a:pt x="48" y="48"/>
                  <a:pt x="48" y="48"/>
                  <a:pt x="48" y="48"/>
                </a:cubicBezTo>
                <a:cubicBezTo>
                  <a:pt x="16" y="48"/>
                  <a:pt x="16" y="48"/>
                  <a:pt x="16" y="48"/>
                </a:cubicBezTo>
                <a:cubicBezTo>
                  <a:pt x="7" y="48"/>
                  <a:pt x="0" y="56"/>
                  <a:pt x="0" y="64"/>
                </a:cubicBezTo>
                <a:cubicBezTo>
                  <a:pt x="0" y="241"/>
                  <a:pt x="0" y="241"/>
                  <a:pt x="0" y="241"/>
                </a:cubicBezTo>
                <a:cubicBezTo>
                  <a:pt x="0" y="268"/>
                  <a:pt x="21" y="289"/>
                  <a:pt x="48" y="289"/>
                </a:cubicBezTo>
                <a:cubicBezTo>
                  <a:pt x="337" y="289"/>
                  <a:pt x="337" y="289"/>
                  <a:pt x="337" y="289"/>
                </a:cubicBezTo>
                <a:cubicBezTo>
                  <a:pt x="346" y="289"/>
                  <a:pt x="353" y="282"/>
                  <a:pt x="353" y="273"/>
                </a:cubicBezTo>
                <a:cubicBezTo>
                  <a:pt x="353" y="16"/>
                  <a:pt x="353" y="16"/>
                  <a:pt x="353" y="16"/>
                </a:cubicBezTo>
                <a:cubicBezTo>
                  <a:pt x="353" y="7"/>
                  <a:pt x="346" y="0"/>
                  <a:pt x="337" y="0"/>
                </a:cubicBezTo>
                <a:moveTo>
                  <a:pt x="337" y="273"/>
                </a:moveTo>
                <a:cubicBezTo>
                  <a:pt x="48" y="273"/>
                  <a:pt x="48" y="273"/>
                  <a:pt x="48" y="273"/>
                </a:cubicBezTo>
                <a:cubicBezTo>
                  <a:pt x="30" y="273"/>
                  <a:pt x="16" y="259"/>
                  <a:pt x="16" y="241"/>
                </a:cubicBezTo>
                <a:cubicBezTo>
                  <a:pt x="16" y="64"/>
                  <a:pt x="16" y="64"/>
                  <a:pt x="16" y="64"/>
                </a:cubicBezTo>
                <a:cubicBezTo>
                  <a:pt x="48" y="64"/>
                  <a:pt x="48" y="64"/>
                  <a:pt x="48" y="64"/>
                </a:cubicBezTo>
                <a:cubicBezTo>
                  <a:pt x="48" y="233"/>
                  <a:pt x="48" y="233"/>
                  <a:pt x="48" y="233"/>
                </a:cubicBezTo>
                <a:cubicBezTo>
                  <a:pt x="48" y="237"/>
                  <a:pt x="52" y="241"/>
                  <a:pt x="56" y="241"/>
                </a:cubicBezTo>
                <a:cubicBezTo>
                  <a:pt x="61" y="241"/>
                  <a:pt x="64" y="237"/>
                  <a:pt x="64" y="233"/>
                </a:cubicBezTo>
                <a:cubicBezTo>
                  <a:pt x="64" y="16"/>
                  <a:pt x="64" y="16"/>
                  <a:pt x="64" y="16"/>
                </a:cubicBezTo>
                <a:cubicBezTo>
                  <a:pt x="337" y="16"/>
                  <a:pt x="337" y="16"/>
                  <a:pt x="337" y="16"/>
                </a:cubicBezTo>
                <a:lnTo>
                  <a:pt x="337" y="273"/>
                </a:lnTo>
                <a:close/>
                <a:moveTo>
                  <a:pt x="104" y="64"/>
                </a:moveTo>
                <a:cubicBezTo>
                  <a:pt x="109" y="64"/>
                  <a:pt x="112" y="61"/>
                  <a:pt x="112" y="56"/>
                </a:cubicBezTo>
                <a:cubicBezTo>
                  <a:pt x="112" y="52"/>
                  <a:pt x="109" y="48"/>
                  <a:pt x="104" y="48"/>
                </a:cubicBezTo>
                <a:cubicBezTo>
                  <a:pt x="100" y="48"/>
                  <a:pt x="96" y="52"/>
                  <a:pt x="96" y="56"/>
                </a:cubicBezTo>
                <a:cubicBezTo>
                  <a:pt x="96" y="61"/>
                  <a:pt x="100" y="64"/>
                  <a:pt x="104" y="64"/>
                </a:cubicBezTo>
                <a:moveTo>
                  <a:pt x="104" y="177"/>
                </a:moveTo>
                <a:cubicBezTo>
                  <a:pt x="185" y="177"/>
                  <a:pt x="185" y="177"/>
                  <a:pt x="185" y="177"/>
                </a:cubicBezTo>
                <a:cubicBezTo>
                  <a:pt x="189" y="177"/>
                  <a:pt x="193" y="173"/>
                  <a:pt x="193" y="169"/>
                </a:cubicBezTo>
                <a:cubicBezTo>
                  <a:pt x="193" y="105"/>
                  <a:pt x="193" y="105"/>
                  <a:pt x="193" y="105"/>
                </a:cubicBezTo>
                <a:cubicBezTo>
                  <a:pt x="193" y="100"/>
                  <a:pt x="189" y="97"/>
                  <a:pt x="185" y="97"/>
                </a:cubicBezTo>
                <a:cubicBezTo>
                  <a:pt x="104" y="97"/>
                  <a:pt x="104" y="97"/>
                  <a:pt x="104" y="97"/>
                </a:cubicBezTo>
                <a:cubicBezTo>
                  <a:pt x="100" y="97"/>
                  <a:pt x="96" y="100"/>
                  <a:pt x="96" y="105"/>
                </a:cubicBezTo>
                <a:cubicBezTo>
                  <a:pt x="96" y="169"/>
                  <a:pt x="96" y="169"/>
                  <a:pt x="96" y="169"/>
                </a:cubicBezTo>
                <a:cubicBezTo>
                  <a:pt x="96" y="173"/>
                  <a:pt x="100" y="177"/>
                  <a:pt x="104" y="177"/>
                </a:cubicBezTo>
                <a:moveTo>
                  <a:pt x="112" y="113"/>
                </a:moveTo>
                <a:cubicBezTo>
                  <a:pt x="177" y="113"/>
                  <a:pt x="177" y="113"/>
                  <a:pt x="177" y="113"/>
                </a:cubicBezTo>
                <a:cubicBezTo>
                  <a:pt x="177" y="161"/>
                  <a:pt x="177" y="161"/>
                  <a:pt x="177" y="161"/>
                </a:cubicBezTo>
                <a:cubicBezTo>
                  <a:pt x="112" y="161"/>
                  <a:pt x="112" y="161"/>
                  <a:pt x="112" y="161"/>
                </a:cubicBezTo>
                <a:lnTo>
                  <a:pt x="112" y="11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2" name="Freeform 92"/>
          <p:cNvSpPr>
            <a:spLocks noEditPoints="1"/>
          </p:cNvSpPr>
          <p:nvPr/>
        </p:nvSpPr>
        <p:spPr bwMode="auto">
          <a:xfrm>
            <a:off x="5204884" y="3117851"/>
            <a:ext cx="575733" cy="575733"/>
          </a:xfrm>
          <a:custGeom>
            <a:avLst/>
            <a:gdLst>
              <a:gd name="T0" fmla="*/ 233 w 353"/>
              <a:gd name="T1" fmla="*/ 161 h 353"/>
              <a:gd name="T2" fmla="*/ 233 w 353"/>
              <a:gd name="T3" fmla="*/ 177 h 353"/>
              <a:gd name="T4" fmla="*/ 305 w 353"/>
              <a:gd name="T5" fmla="*/ 169 h 353"/>
              <a:gd name="T6" fmla="*/ 297 w 353"/>
              <a:gd name="T7" fmla="*/ 129 h 353"/>
              <a:gd name="T8" fmla="*/ 297 w 353"/>
              <a:gd name="T9" fmla="*/ 112 h 353"/>
              <a:gd name="T10" fmla="*/ 297 w 353"/>
              <a:gd name="T11" fmla="*/ 129 h 353"/>
              <a:gd name="T12" fmla="*/ 273 w 353"/>
              <a:gd name="T13" fmla="*/ 121 h 353"/>
              <a:gd name="T14" fmla="*/ 257 w 353"/>
              <a:gd name="T15" fmla="*/ 121 h 353"/>
              <a:gd name="T16" fmla="*/ 297 w 353"/>
              <a:gd name="T17" fmla="*/ 225 h 353"/>
              <a:gd name="T18" fmla="*/ 225 w 353"/>
              <a:gd name="T19" fmla="*/ 233 h 353"/>
              <a:gd name="T20" fmla="*/ 297 w 353"/>
              <a:gd name="T21" fmla="*/ 241 h 353"/>
              <a:gd name="T22" fmla="*/ 297 w 353"/>
              <a:gd name="T23" fmla="*/ 225 h 353"/>
              <a:gd name="T24" fmla="*/ 313 w 353"/>
              <a:gd name="T25" fmla="*/ 16 h 353"/>
              <a:gd name="T26" fmla="*/ 313 w 353"/>
              <a:gd name="T27" fmla="*/ 0 h 353"/>
              <a:gd name="T28" fmla="*/ 97 w 353"/>
              <a:gd name="T29" fmla="*/ 8 h 353"/>
              <a:gd name="T30" fmla="*/ 297 w 353"/>
              <a:gd name="T31" fmla="*/ 193 h 353"/>
              <a:gd name="T32" fmla="*/ 225 w 353"/>
              <a:gd name="T33" fmla="*/ 201 h 353"/>
              <a:gd name="T34" fmla="*/ 297 w 353"/>
              <a:gd name="T35" fmla="*/ 209 h 353"/>
              <a:gd name="T36" fmla="*/ 297 w 353"/>
              <a:gd name="T37" fmla="*/ 193 h 353"/>
              <a:gd name="T38" fmla="*/ 329 w 353"/>
              <a:gd name="T39" fmla="*/ 48 h 353"/>
              <a:gd name="T40" fmla="*/ 329 w 353"/>
              <a:gd name="T41" fmla="*/ 32 h 353"/>
              <a:gd name="T42" fmla="*/ 72 w 353"/>
              <a:gd name="T43" fmla="*/ 40 h 353"/>
              <a:gd name="T44" fmla="*/ 105 w 353"/>
              <a:gd name="T45" fmla="*/ 305 h 353"/>
              <a:gd name="T46" fmla="*/ 305 w 353"/>
              <a:gd name="T47" fmla="*/ 297 h 353"/>
              <a:gd name="T48" fmla="*/ 105 w 353"/>
              <a:gd name="T49" fmla="*/ 289 h 353"/>
              <a:gd name="T50" fmla="*/ 105 w 353"/>
              <a:gd name="T51" fmla="*/ 305 h 353"/>
              <a:gd name="T52" fmla="*/ 233 w 353"/>
              <a:gd name="T53" fmla="*/ 129 h 353"/>
              <a:gd name="T54" fmla="*/ 233 w 353"/>
              <a:gd name="T55" fmla="*/ 112 h 353"/>
              <a:gd name="T56" fmla="*/ 161 w 353"/>
              <a:gd name="T57" fmla="*/ 121 h 353"/>
              <a:gd name="T58" fmla="*/ 105 w 353"/>
              <a:gd name="T59" fmla="*/ 273 h 353"/>
              <a:gd name="T60" fmla="*/ 305 w 353"/>
              <a:gd name="T61" fmla="*/ 265 h 353"/>
              <a:gd name="T62" fmla="*/ 105 w 353"/>
              <a:gd name="T63" fmla="*/ 257 h 353"/>
              <a:gd name="T64" fmla="*/ 105 w 353"/>
              <a:gd name="T65" fmla="*/ 273 h 353"/>
              <a:gd name="T66" fmla="*/ 64 w 353"/>
              <a:gd name="T67" fmla="*/ 64 h 353"/>
              <a:gd name="T68" fmla="*/ 48 w 353"/>
              <a:gd name="T69" fmla="*/ 112 h 353"/>
              <a:gd name="T70" fmla="*/ 0 w 353"/>
              <a:gd name="T71" fmla="*/ 129 h 353"/>
              <a:gd name="T72" fmla="*/ 48 w 353"/>
              <a:gd name="T73" fmla="*/ 353 h 353"/>
              <a:gd name="T74" fmla="*/ 353 w 353"/>
              <a:gd name="T75" fmla="*/ 337 h 353"/>
              <a:gd name="T76" fmla="*/ 337 w 353"/>
              <a:gd name="T77" fmla="*/ 64 h 353"/>
              <a:gd name="T78" fmla="*/ 48 w 353"/>
              <a:gd name="T79" fmla="*/ 337 h 353"/>
              <a:gd name="T80" fmla="*/ 16 w 353"/>
              <a:gd name="T81" fmla="*/ 129 h 353"/>
              <a:gd name="T82" fmla="*/ 48 w 353"/>
              <a:gd name="T83" fmla="*/ 297 h 353"/>
              <a:gd name="T84" fmla="*/ 64 w 353"/>
              <a:gd name="T85" fmla="*/ 297 h 353"/>
              <a:gd name="T86" fmla="*/ 337 w 353"/>
              <a:gd name="T87" fmla="*/ 80 h 353"/>
              <a:gd name="T88" fmla="*/ 137 w 353"/>
              <a:gd name="T89" fmla="*/ 129 h 353"/>
              <a:gd name="T90" fmla="*/ 137 w 353"/>
              <a:gd name="T91" fmla="*/ 112 h 353"/>
              <a:gd name="T92" fmla="*/ 137 w 353"/>
              <a:gd name="T93" fmla="*/ 129 h 353"/>
              <a:gd name="T94" fmla="*/ 185 w 353"/>
              <a:gd name="T95" fmla="*/ 241 h 353"/>
              <a:gd name="T96" fmla="*/ 193 w 353"/>
              <a:gd name="T97" fmla="*/ 169 h 353"/>
              <a:gd name="T98" fmla="*/ 105 w 353"/>
              <a:gd name="T99" fmla="*/ 161 h 353"/>
              <a:gd name="T100" fmla="*/ 97 w 353"/>
              <a:gd name="T101" fmla="*/ 233 h 353"/>
              <a:gd name="T102" fmla="*/ 113 w 353"/>
              <a:gd name="T103" fmla="*/ 177 h 353"/>
              <a:gd name="T104" fmla="*/ 177 w 353"/>
              <a:gd name="T105" fmla="*/ 225 h 353"/>
              <a:gd name="T106" fmla="*/ 113 w 353"/>
              <a:gd name="T107" fmla="*/ 177 h 353"/>
              <a:gd name="T108" fmla="*/ 113 w 353"/>
              <a:gd name="T109" fmla="*/ 121 h 353"/>
              <a:gd name="T110" fmla="*/ 97 w 353"/>
              <a:gd name="T111" fmla="*/ 121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353" h="353">
                <a:moveTo>
                  <a:pt x="297" y="161"/>
                </a:moveTo>
                <a:cubicBezTo>
                  <a:pt x="233" y="161"/>
                  <a:pt x="233" y="161"/>
                  <a:pt x="233" y="161"/>
                </a:cubicBezTo>
                <a:cubicBezTo>
                  <a:pt x="229" y="161"/>
                  <a:pt x="225" y="164"/>
                  <a:pt x="225" y="169"/>
                </a:cubicBezTo>
                <a:cubicBezTo>
                  <a:pt x="225" y="173"/>
                  <a:pt x="229" y="177"/>
                  <a:pt x="233" y="177"/>
                </a:cubicBezTo>
                <a:cubicBezTo>
                  <a:pt x="297" y="177"/>
                  <a:pt x="297" y="177"/>
                  <a:pt x="297" y="177"/>
                </a:cubicBezTo>
                <a:cubicBezTo>
                  <a:pt x="302" y="177"/>
                  <a:pt x="305" y="173"/>
                  <a:pt x="305" y="169"/>
                </a:cubicBezTo>
                <a:cubicBezTo>
                  <a:pt x="305" y="164"/>
                  <a:pt x="302" y="161"/>
                  <a:pt x="297" y="161"/>
                </a:cubicBezTo>
                <a:moveTo>
                  <a:pt x="297" y="129"/>
                </a:moveTo>
                <a:cubicBezTo>
                  <a:pt x="302" y="129"/>
                  <a:pt x="305" y="125"/>
                  <a:pt x="305" y="121"/>
                </a:cubicBezTo>
                <a:cubicBezTo>
                  <a:pt x="305" y="116"/>
                  <a:pt x="302" y="112"/>
                  <a:pt x="297" y="112"/>
                </a:cubicBezTo>
                <a:cubicBezTo>
                  <a:pt x="293" y="112"/>
                  <a:pt x="289" y="116"/>
                  <a:pt x="289" y="121"/>
                </a:cubicBezTo>
                <a:cubicBezTo>
                  <a:pt x="289" y="125"/>
                  <a:pt x="293" y="129"/>
                  <a:pt x="297" y="129"/>
                </a:cubicBezTo>
                <a:moveTo>
                  <a:pt x="265" y="129"/>
                </a:moveTo>
                <a:cubicBezTo>
                  <a:pt x="270" y="129"/>
                  <a:pt x="273" y="125"/>
                  <a:pt x="273" y="121"/>
                </a:cubicBezTo>
                <a:cubicBezTo>
                  <a:pt x="273" y="116"/>
                  <a:pt x="270" y="112"/>
                  <a:pt x="265" y="112"/>
                </a:cubicBezTo>
                <a:cubicBezTo>
                  <a:pt x="261" y="112"/>
                  <a:pt x="257" y="116"/>
                  <a:pt x="257" y="121"/>
                </a:cubicBezTo>
                <a:cubicBezTo>
                  <a:pt x="257" y="125"/>
                  <a:pt x="261" y="129"/>
                  <a:pt x="265" y="129"/>
                </a:cubicBezTo>
                <a:moveTo>
                  <a:pt x="297" y="225"/>
                </a:moveTo>
                <a:cubicBezTo>
                  <a:pt x="233" y="225"/>
                  <a:pt x="233" y="225"/>
                  <a:pt x="233" y="225"/>
                </a:cubicBezTo>
                <a:cubicBezTo>
                  <a:pt x="229" y="225"/>
                  <a:pt x="225" y="228"/>
                  <a:pt x="225" y="233"/>
                </a:cubicBezTo>
                <a:cubicBezTo>
                  <a:pt x="225" y="237"/>
                  <a:pt x="229" y="241"/>
                  <a:pt x="233" y="241"/>
                </a:cubicBezTo>
                <a:cubicBezTo>
                  <a:pt x="297" y="241"/>
                  <a:pt x="297" y="241"/>
                  <a:pt x="297" y="241"/>
                </a:cubicBezTo>
                <a:cubicBezTo>
                  <a:pt x="302" y="241"/>
                  <a:pt x="305" y="237"/>
                  <a:pt x="305" y="233"/>
                </a:cubicBezTo>
                <a:cubicBezTo>
                  <a:pt x="305" y="228"/>
                  <a:pt x="302" y="225"/>
                  <a:pt x="297" y="225"/>
                </a:cubicBezTo>
                <a:moveTo>
                  <a:pt x="105" y="16"/>
                </a:moveTo>
                <a:cubicBezTo>
                  <a:pt x="313" y="16"/>
                  <a:pt x="313" y="16"/>
                  <a:pt x="313" y="16"/>
                </a:cubicBezTo>
                <a:cubicBezTo>
                  <a:pt x="318" y="16"/>
                  <a:pt x="321" y="13"/>
                  <a:pt x="321" y="8"/>
                </a:cubicBezTo>
                <a:cubicBezTo>
                  <a:pt x="321" y="4"/>
                  <a:pt x="318" y="0"/>
                  <a:pt x="313" y="0"/>
                </a:cubicBezTo>
                <a:cubicBezTo>
                  <a:pt x="105" y="0"/>
                  <a:pt x="105" y="0"/>
                  <a:pt x="105" y="0"/>
                </a:cubicBezTo>
                <a:cubicBezTo>
                  <a:pt x="100" y="0"/>
                  <a:pt x="97" y="4"/>
                  <a:pt x="97" y="8"/>
                </a:cubicBezTo>
                <a:cubicBezTo>
                  <a:pt x="97" y="13"/>
                  <a:pt x="100" y="16"/>
                  <a:pt x="105" y="16"/>
                </a:cubicBezTo>
                <a:moveTo>
                  <a:pt x="297" y="193"/>
                </a:moveTo>
                <a:cubicBezTo>
                  <a:pt x="233" y="193"/>
                  <a:pt x="233" y="193"/>
                  <a:pt x="233" y="193"/>
                </a:cubicBezTo>
                <a:cubicBezTo>
                  <a:pt x="229" y="193"/>
                  <a:pt x="225" y="196"/>
                  <a:pt x="225" y="201"/>
                </a:cubicBezTo>
                <a:cubicBezTo>
                  <a:pt x="225" y="205"/>
                  <a:pt x="229" y="209"/>
                  <a:pt x="233" y="209"/>
                </a:cubicBezTo>
                <a:cubicBezTo>
                  <a:pt x="297" y="209"/>
                  <a:pt x="297" y="209"/>
                  <a:pt x="297" y="209"/>
                </a:cubicBezTo>
                <a:cubicBezTo>
                  <a:pt x="302" y="209"/>
                  <a:pt x="305" y="205"/>
                  <a:pt x="305" y="201"/>
                </a:cubicBezTo>
                <a:cubicBezTo>
                  <a:pt x="305" y="196"/>
                  <a:pt x="302" y="193"/>
                  <a:pt x="297" y="193"/>
                </a:cubicBezTo>
                <a:moveTo>
                  <a:pt x="81" y="48"/>
                </a:moveTo>
                <a:cubicBezTo>
                  <a:pt x="329" y="48"/>
                  <a:pt x="329" y="48"/>
                  <a:pt x="329" y="48"/>
                </a:cubicBezTo>
                <a:cubicBezTo>
                  <a:pt x="334" y="48"/>
                  <a:pt x="337" y="45"/>
                  <a:pt x="337" y="40"/>
                </a:cubicBezTo>
                <a:cubicBezTo>
                  <a:pt x="337" y="36"/>
                  <a:pt x="334" y="32"/>
                  <a:pt x="329" y="32"/>
                </a:cubicBezTo>
                <a:cubicBezTo>
                  <a:pt x="81" y="32"/>
                  <a:pt x="81" y="32"/>
                  <a:pt x="81" y="32"/>
                </a:cubicBezTo>
                <a:cubicBezTo>
                  <a:pt x="76" y="32"/>
                  <a:pt x="72" y="36"/>
                  <a:pt x="72" y="40"/>
                </a:cubicBezTo>
                <a:cubicBezTo>
                  <a:pt x="72" y="45"/>
                  <a:pt x="76" y="48"/>
                  <a:pt x="81" y="48"/>
                </a:cubicBezTo>
                <a:moveTo>
                  <a:pt x="105" y="305"/>
                </a:moveTo>
                <a:cubicBezTo>
                  <a:pt x="297" y="305"/>
                  <a:pt x="297" y="305"/>
                  <a:pt x="297" y="305"/>
                </a:cubicBezTo>
                <a:cubicBezTo>
                  <a:pt x="302" y="305"/>
                  <a:pt x="305" y="302"/>
                  <a:pt x="305" y="297"/>
                </a:cubicBezTo>
                <a:cubicBezTo>
                  <a:pt x="305" y="293"/>
                  <a:pt x="302" y="289"/>
                  <a:pt x="297" y="289"/>
                </a:cubicBezTo>
                <a:cubicBezTo>
                  <a:pt x="105" y="289"/>
                  <a:pt x="105" y="289"/>
                  <a:pt x="105" y="289"/>
                </a:cubicBezTo>
                <a:cubicBezTo>
                  <a:pt x="100" y="289"/>
                  <a:pt x="97" y="293"/>
                  <a:pt x="97" y="297"/>
                </a:cubicBezTo>
                <a:cubicBezTo>
                  <a:pt x="97" y="302"/>
                  <a:pt x="100" y="305"/>
                  <a:pt x="105" y="305"/>
                </a:cubicBezTo>
                <a:moveTo>
                  <a:pt x="169" y="129"/>
                </a:moveTo>
                <a:cubicBezTo>
                  <a:pt x="233" y="129"/>
                  <a:pt x="233" y="129"/>
                  <a:pt x="233" y="129"/>
                </a:cubicBezTo>
                <a:cubicBezTo>
                  <a:pt x="237" y="129"/>
                  <a:pt x="241" y="125"/>
                  <a:pt x="241" y="121"/>
                </a:cubicBezTo>
                <a:cubicBezTo>
                  <a:pt x="241" y="116"/>
                  <a:pt x="237" y="112"/>
                  <a:pt x="233" y="112"/>
                </a:cubicBezTo>
                <a:cubicBezTo>
                  <a:pt x="169" y="112"/>
                  <a:pt x="169" y="112"/>
                  <a:pt x="169" y="112"/>
                </a:cubicBezTo>
                <a:cubicBezTo>
                  <a:pt x="164" y="112"/>
                  <a:pt x="161" y="116"/>
                  <a:pt x="161" y="121"/>
                </a:cubicBezTo>
                <a:cubicBezTo>
                  <a:pt x="161" y="125"/>
                  <a:pt x="164" y="129"/>
                  <a:pt x="169" y="129"/>
                </a:cubicBezTo>
                <a:moveTo>
                  <a:pt x="105" y="273"/>
                </a:moveTo>
                <a:cubicBezTo>
                  <a:pt x="297" y="273"/>
                  <a:pt x="297" y="273"/>
                  <a:pt x="297" y="273"/>
                </a:cubicBezTo>
                <a:cubicBezTo>
                  <a:pt x="302" y="273"/>
                  <a:pt x="305" y="269"/>
                  <a:pt x="305" y="265"/>
                </a:cubicBezTo>
                <a:cubicBezTo>
                  <a:pt x="305" y="261"/>
                  <a:pt x="302" y="257"/>
                  <a:pt x="297" y="257"/>
                </a:cubicBezTo>
                <a:cubicBezTo>
                  <a:pt x="105" y="257"/>
                  <a:pt x="105" y="257"/>
                  <a:pt x="105" y="257"/>
                </a:cubicBezTo>
                <a:cubicBezTo>
                  <a:pt x="100" y="257"/>
                  <a:pt x="97" y="261"/>
                  <a:pt x="97" y="265"/>
                </a:cubicBezTo>
                <a:cubicBezTo>
                  <a:pt x="97" y="269"/>
                  <a:pt x="100" y="273"/>
                  <a:pt x="105" y="273"/>
                </a:cubicBezTo>
                <a:moveTo>
                  <a:pt x="337" y="64"/>
                </a:moveTo>
                <a:cubicBezTo>
                  <a:pt x="64" y="64"/>
                  <a:pt x="64" y="64"/>
                  <a:pt x="64" y="64"/>
                </a:cubicBezTo>
                <a:cubicBezTo>
                  <a:pt x="56" y="64"/>
                  <a:pt x="48" y="72"/>
                  <a:pt x="48" y="80"/>
                </a:cubicBezTo>
                <a:cubicBezTo>
                  <a:pt x="48" y="112"/>
                  <a:pt x="48" y="112"/>
                  <a:pt x="48" y="112"/>
                </a:cubicBezTo>
                <a:cubicBezTo>
                  <a:pt x="16" y="112"/>
                  <a:pt x="16" y="112"/>
                  <a:pt x="16" y="112"/>
                </a:cubicBezTo>
                <a:cubicBezTo>
                  <a:pt x="7" y="112"/>
                  <a:pt x="0" y="120"/>
                  <a:pt x="0" y="129"/>
                </a:cubicBezTo>
                <a:cubicBezTo>
                  <a:pt x="0" y="305"/>
                  <a:pt x="0" y="305"/>
                  <a:pt x="0" y="305"/>
                </a:cubicBezTo>
                <a:cubicBezTo>
                  <a:pt x="0" y="332"/>
                  <a:pt x="22" y="353"/>
                  <a:pt x="48" y="353"/>
                </a:cubicBezTo>
                <a:cubicBezTo>
                  <a:pt x="337" y="353"/>
                  <a:pt x="337" y="353"/>
                  <a:pt x="337" y="353"/>
                </a:cubicBezTo>
                <a:cubicBezTo>
                  <a:pt x="346" y="353"/>
                  <a:pt x="353" y="346"/>
                  <a:pt x="353" y="337"/>
                </a:cubicBezTo>
                <a:cubicBezTo>
                  <a:pt x="353" y="80"/>
                  <a:pt x="353" y="80"/>
                  <a:pt x="353" y="80"/>
                </a:cubicBezTo>
                <a:cubicBezTo>
                  <a:pt x="353" y="72"/>
                  <a:pt x="346" y="64"/>
                  <a:pt x="337" y="64"/>
                </a:cubicBezTo>
                <a:moveTo>
                  <a:pt x="337" y="337"/>
                </a:moveTo>
                <a:cubicBezTo>
                  <a:pt x="48" y="337"/>
                  <a:pt x="48" y="337"/>
                  <a:pt x="48" y="337"/>
                </a:cubicBezTo>
                <a:cubicBezTo>
                  <a:pt x="31" y="337"/>
                  <a:pt x="16" y="323"/>
                  <a:pt x="16" y="305"/>
                </a:cubicBezTo>
                <a:cubicBezTo>
                  <a:pt x="16" y="129"/>
                  <a:pt x="16" y="129"/>
                  <a:pt x="16" y="129"/>
                </a:cubicBezTo>
                <a:cubicBezTo>
                  <a:pt x="48" y="129"/>
                  <a:pt x="48" y="129"/>
                  <a:pt x="48" y="129"/>
                </a:cubicBezTo>
                <a:cubicBezTo>
                  <a:pt x="48" y="297"/>
                  <a:pt x="48" y="297"/>
                  <a:pt x="48" y="297"/>
                </a:cubicBezTo>
                <a:cubicBezTo>
                  <a:pt x="48" y="302"/>
                  <a:pt x="52" y="305"/>
                  <a:pt x="56" y="305"/>
                </a:cubicBezTo>
                <a:cubicBezTo>
                  <a:pt x="61" y="305"/>
                  <a:pt x="64" y="302"/>
                  <a:pt x="64" y="297"/>
                </a:cubicBezTo>
                <a:cubicBezTo>
                  <a:pt x="64" y="80"/>
                  <a:pt x="64" y="80"/>
                  <a:pt x="64" y="80"/>
                </a:cubicBezTo>
                <a:cubicBezTo>
                  <a:pt x="337" y="80"/>
                  <a:pt x="337" y="80"/>
                  <a:pt x="337" y="80"/>
                </a:cubicBezTo>
                <a:lnTo>
                  <a:pt x="337" y="337"/>
                </a:lnTo>
                <a:close/>
                <a:moveTo>
                  <a:pt x="137" y="129"/>
                </a:moveTo>
                <a:cubicBezTo>
                  <a:pt x="141" y="129"/>
                  <a:pt x="145" y="125"/>
                  <a:pt x="145" y="121"/>
                </a:cubicBezTo>
                <a:cubicBezTo>
                  <a:pt x="145" y="116"/>
                  <a:pt x="141" y="112"/>
                  <a:pt x="137" y="112"/>
                </a:cubicBezTo>
                <a:cubicBezTo>
                  <a:pt x="132" y="112"/>
                  <a:pt x="129" y="116"/>
                  <a:pt x="129" y="121"/>
                </a:cubicBezTo>
                <a:cubicBezTo>
                  <a:pt x="129" y="125"/>
                  <a:pt x="132" y="129"/>
                  <a:pt x="137" y="129"/>
                </a:cubicBezTo>
                <a:moveTo>
                  <a:pt x="105" y="241"/>
                </a:moveTo>
                <a:cubicBezTo>
                  <a:pt x="185" y="241"/>
                  <a:pt x="185" y="241"/>
                  <a:pt x="185" y="241"/>
                </a:cubicBezTo>
                <a:cubicBezTo>
                  <a:pt x="189" y="241"/>
                  <a:pt x="193" y="237"/>
                  <a:pt x="193" y="233"/>
                </a:cubicBezTo>
                <a:cubicBezTo>
                  <a:pt x="193" y="169"/>
                  <a:pt x="193" y="169"/>
                  <a:pt x="193" y="169"/>
                </a:cubicBezTo>
                <a:cubicBezTo>
                  <a:pt x="193" y="164"/>
                  <a:pt x="189" y="161"/>
                  <a:pt x="185" y="161"/>
                </a:cubicBezTo>
                <a:cubicBezTo>
                  <a:pt x="105" y="161"/>
                  <a:pt x="105" y="161"/>
                  <a:pt x="105" y="161"/>
                </a:cubicBezTo>
                <a:cubicBezTo>
                  <a:pt x="100" y="161"/>
                  <a:pt x="97" y="164"/>
                  <a:pt x="97" y="169"/>
                </a:cubicBezTo>
                <a:cubicBezTo>
                  <a:pt x="97" y="233"/>
                  <a:pt x="97" y="233"/>
                  <a:pt x="97" y="233"/>
                </a:cubicBezTo>
                <a:cubicBezTo>
                  <a:pt x="97" y="237"/>
                  <a:pt x="100" y="241"/>
                  <a:pt x="105" y="241"/>
                </a:cubicBezTo>
                <a:moveTo>
                  <a:pt x="113" y="177"/>
                </a:moveTo>
                <a:cubicBezTo>
                  <a:pt x="177" y="177"/>
                  <a:pt x="177" y="177"/>
                  <a:pt x="177" y="177"/>
                </a:cubicBezTo>
                <a:cubicBezTo>
                  <a:pt x="177" y="225"/>
                  <a:pt x="177" y="225"/>
                  <a:pt x="177" y="225"/>
                </a:cubicBezTo>
                <a:cubicBezTo>
                  <a:pt x="113" y="225"/>
                  <a:pt x="113" y="225"/>
                  <a:pt x="113" y="225"/>
                </a:cubicBezTo>
                <a:lnTo>
                  <a:pt x="113" y="177"/>
                </a:lnTo>
                <a:close/>
                <a:moveTo>
                  <a:pt x="105" y="129"/>
                </a:moveTo>
                <a:cubicBezTo>
                  <a:pt x="109" y="129"/>
                  <a:pt x="113" y="125"/>
                  <a:pt x="113" y="121"/>
                </a:cubicBezTo>
                <a:cubicBezTo>
                  <a:pt x="113" y="116"/>
                  <a:pt x="109" y="112"/>
                  <a:pt x="105" y="112"/>
                </a:cubicBezTo>
                <a:cubicBezTo>
                  <a:pt x="100" y="112"/>
                  <a:pt x="97" y="116"/>
                  <a:pt x="97" y="121"/>
                </a:cubicBezTo>
                <a:cubicBezTo>
                  <a:pt x="97" y="125"/>
                  <a:pt x="100" y="129"/>
                  <a:pt x="105" y="129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3" name="Freeform 93"/>
          <p:cNvSpPr>
            <a:spLocks noEditPoints="1"/>
          </p:cNvSpPr>
          <p:nvPr/>
        </p:nvSpPr>
        <p:spPr bwMode="auto">
          <a:xfrm>
            <a:off x="6305551" y="3117851"/>
            <a:ext cx="575733" cy="575733"/>
          </a:xfrm>
          <a:custGeom>
            <a:avLst/>
            <a:gdLst>
              <a:gd name="T0" fmla="*/ 264 w 353"/>
              <a:gd name="T1" fmla="*/ 169 h 353"/>
              <a:gd name="T2" fmla="*/ 184 w 353"/>
              <a:gd name="T3" fmla="*/ 169 h 353"/>
              <a:gd name="T4" fmla="*/ 184 w 353"/>
              <a:gd name="T5" fmla="*/ 88 h 353"/>
              <a:gd name="T6" fmla="*/ 176 w 353"/>
              <a:gd name="T7" fmla="*/ 80 h 353"/>
              <a:gd name="T8" fmla="*/ 168 w 353"/>
              <a:gd name="T9" fmla="*/ 88 h 353"/>
              <a:gd name="T10" fmla="*/ 168 w 353"/>
              <a:gd name="T11" fmla="*/ 169 h 353"/>
              <a:gd name="T12" fmla="*/ 88 w 353"/>
              <a:gd name="T13" fmla="*/ 169 h 353"/>
              <a:gd name="T14" fmla="*/ 80 w 353"/>
              <a:gd name="T15" fmla="*/ 177 h 353"/>
              <a:gd name="T16" fmla="*/ 88 w 353"/>
              <a:gd name="T17" fmla="*/ 185 h 353"/>
              <a:gd name="T18" fmla="*/ 168 w 353"/>
              <a:gd name="T19" fmla="*/ 185 h 353"/>
              <a:gd name="T20" fmla="*/ 168 w 353"/>
              <a:gd name="T21" fmla="*/ 265 h 353"/>
              <a:gd name="T22" fmla="*/ 176 w 353"/>
              <a:gd name="T23" fmla="*/ 273 h 353"/>
              <a:gd name="T24" fmla="*/ 184 w 353"/>
              <a:gd name="T25" fmla="*/ 265 h 353"/>
              <a:gd name="T26" fmla="*/ 184 w 353"/>
              <a:gd name="T27" fmla="*/ 185 h 353"/>
              <a:gd name="T28" fmla="*/ 264 w 353"/>
              <a:gd name="T29" fmla="*/ 185 h 353"/>
              <a:gd name="T30" fmla="*/ 273 w 353"/>
              <a:gd name="T31" fmla="*/ 177 h 353"/>
              <a:gd name="T32" fmla="*/ 264 w 353"/>
              <a:gd name="T33" fmla="*/ 169 h 353"/>
              <a:gd name="T34" fmla="*/ 176 w 353"/>
              <a:gd name="T35" fmla="*/ 0 h 353"/>
              <a:gd name="T36" fmla="*/ 0 w 353"/>
              <a:gd name="T37" fmla="*/ 177 h 353"/>
              <a:gd name="T38" fmla="*/ 176 w 353"/>
              <a:gd name="T39" fmla="*/ 353 h 353"/>
              <a:gd name="T40" fmla="*/ 353 w 353"/>
              <a:gd name="T41" fmla="*/ 177 h 353"/>
              <a:gd name="T42" fmla="*/ 176 w 353"/>
              <a:gd name="T43" fmla="*/ 0 h 353"/>
              <a:gd name="T44" fmla="*/ 176 w 353"/>
              <a:gd name="T45" fmla="*/ 337 h 353"/>
              <a:gd name="T46" fmla="*/ 16 w 353"/>
              <a:gd name="T47" fmla="*/ 177 h 353"/>
              <a:gd name="T48" fmla="*/ 176 w 353"/>
              <a:gd name="T49" fmla="*/ 16 h 353"/>
              <a:gd name="T50" fmla="*/ 337 w 353"/>
              <a:gd name="T51" fmla="*/ 177 h 353"/>
              <a:gd name="T52" fmla="*/ 176 w 353"/>
              <a:gd name="T53" fmla="*/ 337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353" h="353">
                <a:moveTo>
                  <a:pt x="264" y="169"/>
                </a:moveTo>
                <a:cubicBezTo>
                  <a:pt x="184" y="169"/>
                  <a:pt x="184" y="169"/>
                  <a:pt x="184" y="169"/>
                </a:cubicBezTo>
                <a:cubicBezTo>
                  <a:pt x="184" y="88"/>
                  <a:pt x="184" y="88"/>
                  <a:pt x="184" y="88"/>
                </a:cubicBezTo>
                <a:cubicBezTo>
                  <a:pt x="184" y="84"/>
                  <a:pt x="181" y="80"/>
                  <a:pt x="176" y="80"/>
                </a:cubicBezTo>
                <a:cubicBezTo>
                  <a:pt x="172" y="80"/>
                  <a:pt x="168" y="84"/>
                  <a:pt x="168" y="88"/>
                </a:cubicBezTo>
                <a:cubicBezTo>
                  <a:pt x="168" y="169"/>
                  <a:pt x="168" y="169"/>
                  <a:pt x="168" y="169"/>
                </a:cubicBezTo>
                <a:cubicBezTo>
                  <a:pt x="88" y="169"/>
                  <a:pt x="88" y="169"/>
                  <a:pt x="88" y="169"/>
                </a:cubicBezTo>
                <a:cubicBezTo>
                  <a:pt x="83" y="169"/>
                  <a:pt x="80" y="172"/>
                  <a:pt x="80" y="177"/>
                </a:cubicBezTo>
                <a:cubicBezTo>
                  <a:pt x="80" y="181"/>
                  <a:pt x="83" y="185"/>
                  <a:pt x="88" y="185"/>
                </a:cubicBezTo>
                <a:cubicBezTo>
                  <a:pt x="168" y="185"/>
                  <a:pt x="168" y="185"/>
                  <a:pt x="168" y="185"/>
                </a:cubicBezTo>
                <a:cubicBezTo>
                  <a:pt x="168" y="265"/>
                  <a:pt x="168" y="265"/>
                  <a:pt x="168" y="265"/>
                </a:cubicBezTo>
                <a:cubicBezTo>
                  <a:pt x="168" y="269"/>
                  <a:pt x="172" y="273"/>
                  <a:pt x="176" y="273"/>
                </a:cubicBezTo>
                <a:cubicBezTo>
                  <a:pt x="181" y="273"/>
                  <a:pt x="184" y="269"/>
                  <a:pt x="184" y="265"/>
                </a:cubicBezTo>
                <a:cubicBezTo>
                  <a:pt x="184" y="185"/>
                  <a:pt x="184" y="185"/>
                  <a:pt x="184" y="185"/>
                </a:cubicBezTo>
                <a:cubicBezTo>
                  <a:pt x="264" y="185"/>
                  <a:pt x="264" y="185"/>
                  <a:pt x="264" y="185"/>
                </a:cubicBezTo>
                <a:cubicBezTo>
                  <a:pt x="269" y="185"/>
                  <a:pt x="273" y="181"/>
                  <a:pt x="273" y="177"/>
                </a:cubicBezTo>
                <a:cubicBezTo>
                  <a:pt x="273" y="172"/>
                  <a:pt x="269" y="169"/>
                  <a:pt x="264" y="169"/>
                </a:cubicBezTo>
                <a:moveTo>
                  <a:pt x="176" y="0"/>
                </a:moveTo>
                <a:cubicBezTo>
                  <a:pt x="79" y="0"/>
                  <a:pt x="0" y="79"/>
                  <a:pt x="0" y="177"/>
                </a:cubicBezTo>
                <a:cubicBezTo>
                  <a:pt x="0" y="274"/>
                  <a:pt x="79" y="353"/>
                  <a:pt x="176" y="353"/>
                </a:cubicBezTo>
                <a:cubicBezTo>
                  <a:pt x="274" y="353"/>
                  <a:pt x="353" y="274"/>
                  <a:pt x="353" y="177"/>
                </a:cubicBezTo>
                <a:cubicBezTo>
                  <a:pt x="353" y="79"/>
                  <a:pt x="274" y="0"/>
                  <a:pt x="176" y="0"/>
                </a:cubicBezTo>
                <a:moveTo>
                  <a:pt x="176" y="337"/>
                </a:moveTo>
                <a:cubicBezTo>
                  <a:pt x="88" y="337"/>
                  <a:pt x="16" y="265"/>
                  <a:pt x="16" y="177"/>
                </a:cubicBezTo>
                <a:cubicBezTo>
                  <a:pt x="16" y="88"/>
                  <a:pt x="88" y="16"/>
                  <a:pt x="176" y="16"/>
                </a:cubicBezTo>
                <a:cubicBezTo>
                  <a:pt x="265" y="16"/>
                  <a:pt x="337" y="88"/>
                  <a:pt x="337" y="177"/>
                </a:cubicBezTo>
                <a:cubicBezTo>
                  <a:pt x="337" y="265"/>
                  <a:pt x="265" y="337"/>
                  <a:pt x="176" y="337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4" name="Freeform 94"/>
          <p:cNvSpPr>
            <a:spLocks noEditPoints="1"/>
          </p:cNvSpPr>
          <p:nvPr/>
        </p:nvSpPr>
        <p:spPr bwMode="auto">
          <a:xfrm>
            <a:off x="7404100" y="3117851"/>
            <a:ext cx="575733" cy="575733"/>
          </a:xfrm>
          <a:custGeom>
            <a:avLst/>
            <a:gdLst>
              <a:gd name="T0" fmla="*/ 265 w 353"/>
              <a:gd name="T1" fmla="*/ 169 h 353"/>
              <a:gd name="T2" fmla="*/ 88 w 353"/>
              <a:gd name="T3" fmla="*/ 169 h 353"/>
              <a:gd name="T4" fmla="*/ 80 w 353"/>
              <a:gd name="T5" fmla="*/ 177 h 353"/>
              <a:gd name="T6" fmla="*/ 88 w 353"/>
              <a:gd name="T7" fmla="*/ 185 h 353"/>
              <a:gd name="T8" fmla="*/ 265 w 353"/>
              <a:gd name="T9" fmla="*/ 185 h 353"/>
              <a:gd name="T10" fmla="*/ 273 w 353"/>
              <a:gd name="T11" fmla="*/ 177 h 353"/>
              <a:gd name="T12" fmla="*/ 265 w 353"/>
              <a:gd name="T13" fmla="*/ 169 h 353"/>
              <a:gd name="T14" fmla="*/ 176 w 353"/>
              <a:gd name="T15" fmla="*/ 0 h 353"/>
              <a:gd name="T16" fmla="*/ 0 w 353"/>
              <a:gd name="T17" fmla="*/ 177 h 353"/>
              <a:gd name="T18" fmla="*/ 176 w 353"/>
              <a:gd name="T19" fmla="*/ 353 h 353"/>
              <a:gd name="T20" fmla="*/ 353 w 353"/>
              <a:gd name="T21" fmla="*/ 177 h 353"/>
              <a:gd name="T22" fmla="*/ 176 w 353"/>
              <a:gd name="T23" fmla="*/ 0 h 353"/>
              <a:gd name="T24" fmla="*/ 176 w 353"/>
              <a:gd name="T25" fmla="*/ 337 h 353"/>
              <a:gd name="T26" fmla="*/ 16 w 353"/>
              <a:gd name="T27" fmla="*/ 177 h 353"/>
              <a:gd name="T28" fmla="*/ 176 w 353"/>
              <a:gd name="T29" fmla="*/ 16 h 353"/>
              <a:gd name="T30" fmla="*/ 337 w 353"/>
              <a:gd name="T31" fmla="*/ 177 h 353"/>
              <a:gd name="T32" fmla="*/ 176 w 353"/>
              <a:gd name="T33" fmla="*/ 337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353" h="353">
                <a:moveTo>
                  <a:pt x="265" y="169"/>
                </a:moveTo>
                <a:cubicBezTo>
                  <a:pt x="88" y="169"/>
                  <a:pt x="88" y="169"/>
                  <a:pt x="88" y="169"/>
                </a:cubicBezTo>
                <a:cubicBezTo>
                  <a:pt x="84" y="169"/>
                  <a:pt x="80" y="172"/>
                  <a:pt x="80" y="177"/>
                </a:cubicBezTo>
                <a:cubicBezTo>
                  <a:pt x="80" y="181"/>
                  <a:pt x="84" y="185"/>
                  <a:pt x="88" y="185"/>
                </a:cubicBezTo>
                <a:cubicBezTo>
                  <a:pt x="265" y="185"/>
                  <a:pt x="265" y="185"/>
                  <a:pt x="265" y="185"/>
                </a:cubicBezTo>
                <a:cubicBezTo>
                  <a:pt x="269" y="185"/>
                  <a:pt x="273" y="181"/>
                  <a:pt x="273" y="177"/>
                </a:cubicBezTo>
                <a:cubicBezTo>
                  <a:pt x="273" y="172"/>
                  <a:pt x="269" y="169"/>
                  <a:pt x="265" y="169"/>
                </a:cubicBezTo>
                <a:moveTo>
                  <a:pt x="176" y="0"/>
                </a:moveTo>
                <a:cubicBezTo>
                  <a:pt x="79" y="0"/>
                  <a:pt x="0" y="79"/>
                  <a:pt x="0" y="177"/>
                </a:cubicBezTo>
                <a:cubicBezTo>
                  <a:pt x="0" y="274"/>
                  <a:pt x="79" y="353"/>
                  <a:pt x="176" y="353"/>
                </a:cubicBezTo>
                <a:cubicBezTo>
                  <a:pt x="274" y="353"/>
                  <a:pt x="353" y="274"/>
                  <a:pt x="353" y="177"/>
                </a:cubicBezTo>
                <a:cubicBezTo>
                  <a:pt x="353" y="79"/>
                  <a:pt x="274" y="0"/>
                  <a:pt x="176" y="0"/>
                </a:cubicBezTo>
                <a:moveTo>
                  <a:pt x="176" y="337"/>
                </a:moveTo>
                <a:cubicBezTo>
                  <a:pt x="88" y="337"/>
                  <a:pt x="16" y="265"/>
                  <a:pt x="16" y="177"/>
                </a:cubicBezTo>
                <a:cubicBezTo>
                  <a:pt x="16" y="88"/>
                  <a:pt x="88" y="16"/>
                  <a:pt x="176" y="16"/>
                </a:cubicBezTo>
                <a:cubicBezTo>
                  <a:pt x="265" y="16"/>
                  <a:pt x="337" y="88"/>
                  <a:pt x="337" y="177"/>
                </a:cubicBezTo>
                <a:cubicBezTo>
                  <a:pt x="337" y="265"/>
                  <a:pt x="265" y="337"/>
                  <a:pt x="176" y="337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5" name="Freeform 95"/>
          <p:cNvSpPr>
            <a:spLocks noEditPoints="1"/>
          </p:cNvSpPr>
          <p:nvPr/>
        </p:nvSpPr>
        <p:spPr bwMode="auto">
          <a:xfrm>
            <a:off x="8504767" y="3168652"/>
            <a:ext cx="575733" cy="472017"/>
          </a:xfrm>
          <a:custGeom>
            <a:avLst/>
            <a:gdLst>
              <a:gd name="T0" fmla="*/ 89 w 353"/>
              <a:gd name="T1" fmla="*/ 113 h 289"/>
              <a:gd name="T2" fmla="*/ 105 w 353"/>
              <a:gd name="T3" fmla="*/ 113 h 289"/>
              <a:gd name="T4" fmla="*/ 113 w 353"/>
              <a:gd name="T5" fmla="*/ 105 h 289"/>
              <a:gd name="T6" fmla="*/ 105 w 353"/>
              <a:gd name="T7" fmla="*/ 97 h 289"/>
              <a:gd name="T8" fmla="*/ 89 w 353"/>
              <a:gd name="T9" fmla="*/ 97 h 289"/>
              <a:gd name="T10" fmla="*/ 80 w 353"/>
              <a:gd name="T11" fmla="*/ 105 h 289"/>
              <a:gd name="T12" fmla="*/ 89 w 353"/>
              <a:gd name="T13" fmla="*/ 113 h 289"/>
              <a:gd name="T14" fmla="*/ 337 w 353"/>
              <a:gd name="T15" fmla="*/ 32 h 289"/>
              <a:gd name="T16" fmla="*/ 241 w 353"/>
              <a:gd name="T17" fmla="*/ 32 h 289"/>
              <a:gd name="T18" fmla="*/ 209 w 353"/>
              <a:gd name="T19" fmla="*/ 0 h 289"/>
              <a:gd name="T20" fmla="*/ 145 w 353"/>
              <a:gd name="T21" fmla="*/ 0 h 289"/>
              <a:gd name="T22" fmla="*/ 113 w 353"/>
              <a:gd name="T23" fmla="*/ 32 h 289"/>
              <a:gd name="T24" fmla="*/ 16 w 353"/>
              <a:gd name="T25" fmla="*/ 32 h 289"/>
              <a:gd name="T26" fmla="*/ 0 w 353"/>
              <a:gd name="T27" fmla="*/ 48 h 289"/>
              <a:gd name="T28" fmla="*/ 0 w 353"/>
              <a:gd name="T29" fmla="*/ 273 h 289"/>
              <a:gd name="T30" fmla="*/ 16 w 353"/>
              <a:gd name="T31" fmla="*/ 289 h 289"/>
              <a:gd name="T32" fmla="*/ 337 w 353"/>
              <a:gd name="T33" fmla="*/ 289 h 289"/>
              <a:gd name="T34" fmla="*/ 353 w 353"/>
              <a:gd name="T35" fmla="*/ 273 h 289"/>
              <a:gd name="T36" fmla="*/ 353 w 353"/>
              <a:gd name="T37" fmla="*/ 48 h 289"/>
              <a:gd name="T38" fmla="*/ 337 w 353"/>
              <a:gd name="T39" fmla="*/ 32 h 289"/>
              <a:gd name="T40" fmla="*/ 145 w 353"/>
              <a:gd name="T41" fmla="*/ 16 h 289"/>
              <a:gd name="T42" fmla="*/ 209 w 353"/>
              <a:gd name="T43" fmla="*/ 16 h 289"/>
              <a:gd name="T44" fmla="*/ 225 w 353"/>
              <a:gd name="T45" fmla="*/ 32 h 289"/>
              <a:gd name="T46" fmla="*/ 129 w 353"/>
              <a:gd name="T47" fmla="*/ 32 h 289"/>
              <a:gd name="T48" fmla="*/ 145 w 353"/>
              <a:gd name="T49" fmla="*/ 16 h 289"/>
              <a:gd name="T50" fmla="*/ 48 w 353"/>
              <a:gd name="T51" fmla="*/ 225 h 289"/>
              <a:gd name="T52" fmla="*/ 40 w 353"/>
              <a:gd name="T53" fmla="*/ 233 h 289"/>
              <a:gd name="T54" fmla="*/ 48 w 353"/>
              <a:gd name="T55" fmla="*/ 241 h 289"/>
              <a:gd name="T56" fmla="*/ 48 w 353"/>
              <a:gd name="T57" fmla="*/ 273 h 289"/>
              <a:gd name="T58" fmla="*/ 16 w 353"/>
              <a:gd name="T59" fmla="*/ 273 h 289"/>
              <a:gd name="T60" fmla="*/ 16 w 353"/>
              <a:gd name="T61" fmla="*/ 48 h 289"/>
              <a:gd name="T62" fmla="*/ 48 w 353"/>
              <a:gd name="T63" fmla="*/ 48 h 289"/>
              <a:gd name="T64" fmla="*/ 48 w 353"/>
              <a:gd name="T65" fmla="*/ 225 h 289"/>
              <a:gd name="T66" fmla="*/ 289 w 353"/>
              <a:gd name="T67" fmla="*/ 225 h 289"/>
              <a:gd name="T68" fmla="*/ 281 w 353"/>
              <a:gd name="T69" fmla="*/ 233 h 289"/>
              <a:gd name="T70" fmla="*/ 289 w 353"/>
              <a:gd name="T71" fmla="*/ 241 h 289"/>
              <a:gd name="T72" fmla="*/ 289 w 353"/>
              <a:gd name="T73" fmla="*/ 273 h 289"/>
              <a:gd name="T74" fmla="*/ 64 w 353"/>
              <a:gd name="T75" fmla="*/ 273 h 289"/>
              <a:gd name="T76" fmla="*/ 64 w 353"/>
              <a:gd name="T77" fmla="*/ 241 h 289"/>
              <a:gd name="T78" fmla="*/ 72 w 353"/>
              <a:gd name="T79" fmla="*/ 233 h 289"/>
              <a:gd name="T80" fmla="*/ 64 w 353"/>
              <a:gd name="T81" fmla="*/ 225 h 289"/>
              <a:gd name="T82" fmla="*/ 64 w 353"/>
              <a:gd name="T83" fmla="*/ 48 h 289"/>
              <a:gd name="T84" fmla="*/ 289 w 353"/>
              <a:gd name="T85" fmla="*/ 48 h 289"/>
              <a:gd name="T86" fmla="*/ 289 w 353"/>
              <a:gd name="T87" fmla="*/ 225 h 289"/>
              <a:gd name="T88" fmla="*/ 337 w 353"/>
              <a:gd name="T89" fmla="*/ 273 h 289"/>
              <a:gd name="T90" fmla="*/ 305 w 353"/>
              <a:gd name="T91" fmla="*/ 273 h 289"/>
              <a:gd name="T92" fmla="*/ 305 w 353"/>
              <a:gd name="T93" fmla="*/ 241 h 289"/>
              <a:gd name="T94" fmla="*/ 313 w 353"/>
              <a:gd name="T95" fmla="*/ 233 h 289"/>
              <a:gd name="T96" fmla="*/ 305 w 353"/>
              <a:gd name="T97" fmla="*/ 225 h 289"/>
              <a:gd name="T98" fmla="*/ 305 w 353"/>
              <a:gd name="T99" fmla="*/ 48 h 289"/>
              <a:gd name="T100" fmla="*/ 337 w 353"/>
              <a:gd name="T101" fmla="*/ 48 h 289"/>
              <a:gd name="T102" fmla="*/ 337 w 353"/>
              <a:gd name="T103" fmla="*/ 273 h 289"/>
              <a:gd name="T104" fmla="*/ 89 w 353"/>
              <a:gd name="T105" fmla="*/ 80 h 289"/>
              <a:gd name="T106" fmla="*/ 137 w 353"/>
              <a:gd name="T107" fmla="*/ 80 h 289"/>
              <a:gd name="T108" fmla="*/ 145 w 353"/>
              <a:gd name="T109" fmla="*/ 72 h 289"/>
              <a:gd name="T110" fmla="*/ 137 w 353"/>
              <a:gd name="T111" fmla="*/ 64 h 289"/>
              <a:gd name="T112" fmla="*/ 89 w 353"/>
              <a:gd name="T113" fmla="*/ 64 h 289"/>
              <a:gd name="T114" fmla="*/ 80 w 353"/>
              <a:gd name="T115" fmla="*/ 72 h 289"/>
              <a:gd name="T116" fmla="*/ 89 w 353"/>
              <a:gd name="T117" fmla="*/ 80 h 2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353" h="289">
                <a:moveTo>
                  <a:pt x="89" y="113"/>
                </a:moveTo>
                <a:cubicBezTo>
                  <a:pt x="105" y="113"/>
                  <a:pt x="105" y="113"/>
                  <a:pt x="105" y="113"/>
                </a:cubicBezTo>
                <a:cubicBezTo>
                  <a:pt x="109" y="113"/>
                  <a:pt x="113" y="109"/>
                  <a:pt x="113" y="105"/>
                </a:cubicBezTo>
                <a:cubicBezTo>
                  <a:pt x="113" y="100"/>
                  <a:pt x="109" y="97"/>
                  <a:pt x="105" y="97"/>
                </a:cubicBezTo>
                <a:cubicBezTo>
                  <a:pt x="89" y="97"/>
                  <a:pt x="89" y="97"/>
                  <a:pt x="89" y="97"/>
                </a:cubicBezTo>
                <a:cubicBezTo>
                  <a:pt x="84" y="97"/>
                  <a:pt x="80" y="100"/>
                  <a:pt x="80" y="105"/>
                </a:cubicBezTo>
                <a:cubicBezTo>
                  <a:pt x="80" y="109"/>
                  <a:pt x="84" y="113"/>
                  <a:pt x="89" y="113"/>
                </a:cubicBezTo>
                <a:moveTo>
                  <a:pt x="337" y="32"/>
                </a:moveTo>
                <a:cubicBezTo>
                  <a:pt x="241" y="32"/>
                  <a:pt x="241" y="32"/>
                  <a:pt x="241" y="32"/>
                </a:cubicBezTo>
                <a:cubicBezTo>
                  <a:pt x="241" y="15"/>
                  <a:pt x="227" y="0"/>
                  <a:pt x="209" y="0"/>
                </a:cubicBezTo>
                <a:cubicBezTo>
                  <a:pt x="145" y="0"/>
                  <a:pt x="145" y="0"/>
                  <a:pt x="145" y="0"/>
                </a:cubicBezTo>
                <a:cubicBezTo>
                  <a:pt x="127" y="0"/>
                  <a:pt x="113" y="15"/>
                  <a:pt x="113" y="32"/>
                </a:cubicBezTo>
                <a:cubicBezTo>
                  <a:pt x="16" y="32"/>
                  <a:pt x="16" y="32"/>
                  <a:pt x="16" y="32"/>
                </a:cubicBezTo>
                <a:cubicBezTo>
                  <a:pt x="7" y="32"/>
                  <a:pt x="0" y="40"/>
                  <a:pt x="0" y="48"/>
                </a:cubicBezTo>
                <a:cubicBezTo>
                  <a:pt x="0" y="273"/>
                  <a:pt x="0" y="273"/>
                  <a:pt x="0" y="273"/>
                </a:cubicBezTo>
                <a:cubicBezTo>
                  <a:pt x="0" y="282"/>
                  <a:pt x="7" y="289"/>
                  <a:pt x="16" y="289"/>
                </a:cubicBezTo>
                <a:cubicBezTo>
                  <a:pt x="337" y="289"/>
                  <a:pt x="337" y="289"/>
                  <a:pt x="337" y="289"/>
                </a:cubicBezTo>
                <a:cubicBezTo>
                  <a:pt x="346" y="289"/>
                  <a:pt x="353" y="282"/>
                  <a:pt x="353" y="273"/>
                </a:cubicBezTo>
                <a:cubicBezTo>
                  <a:pt x="353" y="48"/>
                  <a:pt x="353" y="48"/>
                  <a:pt x="353" y="48"/>
                </a:cubicBezTo>
                <a:cubicBezTo>
                  <a:pt x="353" y="40"/>
                  <a:pt x="346" y="32"/>
                  <a:pt x="337" y="32"/>
                </a:cubicBezTo>
                <a:moveTo>
                  <a:pt x="145" y="16"/>
                </a:moveTo>
                <a:cubicBezTo>
                  <a:pt x="209" y="16"/>
                  <a:pt x="209" y="16"/>
                  <a:pt x="209" y="16"/>
                </a:cubicBezTo>
                <a:cubicBezTo>
                  <a:pt x="218" y="16"/>
                  <a:pt x="225" y="23"/>
                  <a:pt x="225" y="32"/>
                </a:cubicBezTo>
                <a:cubicBezTo>
                  <a:pt x="129" y="32"/>
                  <a:pt x="129" y="32"/>
                  <a:pt x="129" y="32"/>
                </a:cubicBezTo>
                <a:cubicBezTo>
                  <a:pt x="129" y="23"/>
                  <a:pt x="136" y="16"/>
                  <a:pt x="145" y="16"/>
                </a:cubicBezTo>
                <a:moveTo>
                  <a:pt x="48" y="225"/>
                </a:moveTo>
                <a:cubicBezTo>
                  <a:pt x="44" y="225"/>
                  <a:pt x="40" y="229"/>
                  <a:pt x="40" y="233"/>
                </a:cubicBezTo>
                <a:cubicBezTo>
                  <a:pt x="40" y="237"/>
                  <a:pt x="44" y="241"/>
                  <a:pt x="48" y="241"/>
                </a:cubicBezTo>
                <a:cubicBezTo>
                  <a:pt x="48" y="273"/>
                  <a:pt x="48" y="273"/>
                  <a:pt x="48" y="273"/>
                </a:cubicBezTo>
                <a:cubicBezTo>
                  <a:pt x="16" y="273"/>
                  <a:pt x="16" y="273"/>
                  <a:pt x="16" y="273"/>
                </a:cubicBezTo>
                <a:cubicBezTo>
                  <a:pt x="16" y="48"/>
                  <a:pt x="16" y="48"/>
                  <a:pt x="16" y="48"/>
                </a:cubicBezTo>
                <a:cubicBezTo>
                  <a:pt x="48" y="48"/>
                  <a:pt x="48" y="48"/>
                  <a:pt x="48" y="48"/>
                </a:cubicBezTo>
                <a:lnTo>
                  <a:pt x="48" y="225"/>
                </a:lnTo>
                <a:close/>
                <a:moveTo>
                  <a:pt x="289" y="225"/>
                </a:moveTo>
                <a:cubicBezTo>
                  <a:pt x="285" y="225"/>
                  <a:pt x="281" y="229"/>
                  <a:pt x="281" y="233"/>
                </a:cubicBezTo>
                <a:cubicBezTo>
                  <a:pt x="281" y="237"/>
                  <a:pt x="285" y="241"/>
                  <a:pt x="289" y="241"/>
                </a:cubicBezTo>
                <a:cubicBezTo>
                  <a:pt x="289" y="273"/>
                  <a:pt x="289" y="273"/>
                  <a:pt x="289" y="273"/>
                </a:cubicBezTo>
                <a:cubicBezTo>
                  <a:pt x="64" y="273"/>
                  <a:pt x="64" y="273"/>
                  <a:pt x="64" y="273"/>
                </a:cubicBezTo>
                <a:cubicBezTo>
                  <a:pt x="64" y="241"/>
                  <a:pt x="64" y="241"/>
                  <a:pt x="64" y="241"/>
                </a:cubicBezTo>
                <a:cubicBezTo>
                  <a:pt x="69" y="241"/>
                  <a:pt x="72" y="237"/>
                  <a:pt x="72" y="233"/>
                </a:cubicBezTo>
                <a:cubicBezTo>
                  <a:pt x="72" y="229"/>
                  <a:pt x="69" y="225"/>
                  <a:pt x="64" y="225"/>
                </a:cubicBezTo>
                <a:cubicBezTo>
                  <a:pt x="64" y="48"/>
                  <a:pt x="64" y="48"/>
                  <a:pt x="64" y="48"/>
                </a:cubicBezTo>
                <a:cubicBezTo>
                  <a:pt x="289" y="48"/>
                  <a:pt x="289" y="48"/>
                  <a:pt x="289" y="48"/>
                </a:cubicBezTo>
                <a:lnTo>
                  <a:pt x="289" y="225"/>
                </a:lnTo>
                <a:close/>
                <a:moveTo>
                  <a:pt x="337" y="273"/>
                </a:moveTo>
                <a:cubicBezTo>
                  <a:pt x="305" y="273"/>
                  <a:pt x="305" y="273"/>
                  <a:pt x="305" y="273"/>
                </a:cubicBezTo>
                <a:cubicBezTo>
                  <a:pt x="305" y="241"/>
                  <a:pt x="305" y="241"/>
                  <a:pt x="305" y="241"/>
                </a:cubicBezTo>
                <a:cubicBezTo>
                  <a:pt x="310" y="241"/>
                  <a:pt x="313" y="237"/>
                  <a:pt x="313" y="233"/>
                </a:cubicBezTo>
                <a:cubicBezTo>
                  <a:pt x="313" y="229"/>
                  <a:pt x="310" y="225"/>
                  <a:pt x="305" y="225"/>
                </a:cubicBezTo>
                <a:cubicBezTo>
                  <a:pt x="305" y="48"/>
                  <a:pt x="305" y="48"/>
                  <a:pt x="305" y="48"/>
                </a:cubicBezTo>
                <a:cubicBezTo>
                  <a:pt x="337" y="48"/>
                  <a:pt x="337" y="48"/>
                  <a:pt x="337" y="48"/>
                </a:cubicBezTo>
                <a:lnTo>
                  <a:pt x="337" y="273"/>
                </a:lnTo>
                <a:close/>
                <a:moveTo>
                  <a:pt x="89" y="80"/>
                </a:moveTo>
                <a:cubicBezTo>
                  <a:pt x="137" y="80"/>
                  <a:pt x="137" y="80"/>
                  <a:pt x="137" y="80"/>
                </a:cubicBezTo>
                <a:cubicBezTo>
                  <a:pt x="141" y="80"/>
                  <a:pt x="145" y="77"/>
                  <a:pt x="145" y="72"/>
                </a:cubicBezTo>
                <a:cubicBezTo>
                  <a:pt x="145" y="68"/>
                  <a:pt x="141" y="64"/>
                  <a:pt x="137" y="64"/>
                </a:cubicBezTo>
                <a:cubicBezTo>
                  <a:pt x="89" y="64"/>
                  <a:pt x="89" y="64"/>
                  <a:pt x="89" y="64"/>
                </a:cubicBezTo>
                <a:cubicBezTo>
                  <a:pt x="84" y="64"/>
                  <a:pt x="80" y="68"/>
                  <a:pt x="80" y="72"/>
                </a:cubicBezTo>
                <a:cubicBezTo>
                  <a:pt x="80" y="77"/>
                  <a:pt x="84" y="80"/>
                  <a:pt x="89" y="80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6" name="Freeform 96"/>
          <p:cNvSpPr>
            <a:spLocks noEditPoints="1"/>
          </p:cNvSpPr>
          <p:nvPr/>
        </p:nvSpPr>
        <p:spPr bwMode="auto">
          <a:xfrm>
            <a:off x="9605434" y="3143251"/>
            <a:ext cx="575733" cy="524933"/>
          </a:xfrm>
          <a:custGeom>
            <a:avLst/>
            <a:gdLst>
              <a:gd name="T0" fmla="*/ 136 w 353"/>
              <a:gd name="T1" fmla="*/ 145 h 321"/>
              <a:gd name="T2" fmla="*/ 136 w 353"/>
              <a:gd name="T3" fmla="*/ 129 h 321"/>
              <a:gd name="T4" fmla="*/ 80 w 353"/>
              <a:gd name="T5" fmla="*/ 137 h 321"/>
              <a:gd name="T6" fmla="*/ 88 w 353"/>
              <a:gd name="T7" fmla="*/ 177 h 321"/>
              <a:gd name="T8" fmla="*/ 112 w 353"/>
              <a:gd name="T9" fmla="*/ 169 h 321"/>
              <a:gd name="T10" fmla="*/ 88 w 353"/>
              <a:gd name="T11" fmla="*/ 161 h 321"/>
              <a:gd name="T12" fmla="*/ 88 w 353"/>
              <a:gd name="T13" fmla="*/ 177 h 321"/>
              <a:gd name="T14" fmla="*/ 256 w 353"/>
              <a:gd name="T15" fmla="*/ 32 h 321"/>
              <a:gd name="T16" fmla="*/ 192 w 353"/>
              <a:gd name="T17" fmla="*/ 0 h 321"/>
              <a:gd name="T18" fmla="*/ 80 w 353"/>
              <a:gd name="T19" fmla="*/ 32 h 321"/>
              <a:gd name="T20" fmla="*/ 64 w 353"/>
              <a:gd name="T21" fmla="*/ 72 h 321"/>
              <a:gd name="T22" fmla="*/ 80 w 353"/>
              <a:gd name="T23" fmla="*/ 72 h 321"/>
              <a:gd name="T24" fmla="*/ 337 w 353"/>
              <a:gd name="T25" fmla="*/ 48 h 321"/>
              <a:gd name="T26" fmla="*/ 313 w 353"/>
              <a:gd name="T27" fmla="*/ 241 h 321"/>
              <a:gd name="T28" fmla="*/ 313 w 353"/>
              <a:gd name="T29" fmla="*/ 257 h 321"/>
              <a:gd name="T30" fmla="*/ 353 w 353"/>
              <a:gd name="T31" fmla="*/ 241 h 321"/>
              <a:gd name="T32" fmla="*/ 337 w 353"/>
              <a:gd name="T33" fmla="*/ 32 h 321"/>
              <a:gd name="T34" fmla="*/ 192 w 353"/>
              <a:gd name="T35" fmla="*/ 16 h 321"/>
              <a:gd name="T36" fmla="*/ 240 w 353"/>
              <a:gd name="T37" fmla="*/ 32 h 321"/>
              <a:gd name="T38" fmla="*/ 272 w 353"/>
              <a:gd name="T39" fmla="*/ 96 h 321"/>
              <a:gd name="T40" fmla="*/ 160 w 353"/>
              <a:gd name="T41" fmla="*/ 64 h 321"/>
              <a:gd name="T42" fmla="*/ 96 w 353"/>
              <a:gd name="T43" fmla="*/ 96 h 321"/>
              <a:gd name="T44" fmla="*/ 0 w 353"/>
              <a:gd name="T45" fmla="*/ 113 h 321"/>
              <a:gd name="T46" fmla="*/ 16 w 353"/>
              <a:gd name="T47" fmla="*/ 321 h 321"/>
              <a:gd name="T48" fmla="*/ 289 w 353"/>
              <a:gd name="T49" fmla="*/ 305 h 321"/>
              <a:gd name="T50" fmla="*/ 272 w 353"/>
              <a:gd name="T51" fmla="*/ 96 h 321"/>
              <a:gd name="T52" fmla="*/ 160 w 353"/>
              <a:gd name="T53" fmla="*/ 80 h 321"/>
              <a:gd name="T54" fmla="*/ 112 w 353"/>
              <a:gd name="T55" fmla="*/ 96 h 321"/>
              <a:gd name="T56" fmla="*/ 48 w 353"/>
              <a:gd name="T57" fmla="*/ 257 h 321"/>
              <a:gd name="T58" fmla="*/ 48 w 353"/>
              <a:gd name="T59" fmla="*/ 273 h 321"/>
              <a:gd name="T60" fmla="*/ 16 w 353"/>
              <a:gd name="T61" fmla="*/ 305 h 321"/>
              <a:gd name="T62" fmla="*/ 48 w 353"/>
              <a:gd name="T63" fmla="*/ 113 h 321"/>
              <a:gd name="T64" fmla="*/ 224 w 353"/>
              <a:gd name="T65" fmla="*/ 257 h 321"/>
              <a:gd name="T66" fmla="*/ 224 w 353"/>
              <a:gd name="T67" fmla="*/ 273 h 321"/>
              <a:gd name="T68" fmla="*/ 64 w 353"/>
              <a:gd name="T69" fmla="*/ 305 h 321"/>
              <a:gd name="T70" fmla="*/ 72 w 353"/>
              <a:gd name="T71" fmla="*/ 265 h 321"/>
              <a:gd name="T72" fmla="*/ 64 w 353"/>
              <a:gd name="T73" fmla="*/ 113 h 321"/>
              <a:gd name="T74" fmla="*/ 224 w 353"/>
              <a:gd name="T75" fmla="*/ 257 h 321"/>
              <a:gd name="T76" fmla="*/ 240 w 353"/>
              <a:gd name="T77" fmla="*/ 305 h 321"/>
              <a:gd name="T78" fmla="*/ 248 w 353"/>
              <a:gd name="T79" fmla="*/ 265 h 321"/>
              <a:gd name="T80" fmla="*/ 240 w 353"/>
              <a:gd name="T81" fmla="*/ 113 h 321"/>
              <a:gd name="T82" fmla="*/ 272 w 353"/>
              <a:gd name="T83" fmla="*/ 305 h 3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353" h="321">
                <a:moveTo>
                  <a:pt x="88" y="145"/>
                </a:moveTo>
                <a:cubicBezTo>
                  <a:pt x="136" y="145"/>
                  <a:pt x="136" y="145"/>
                  <a:pt x="136" y="145"/>
                </a:cubicBezTo>
                <a:cubicBezTo>
                  <a:pt x="140" y="145"/>
                  <a:pt x="144" y="141"/>
                  <a:pt x="144" y="137"/>
                </a:cubicBezTo>
                <a:cubicBezTo>
                  <a:pt x="144" y="132"/>
                  <a:pt x="140" y="129"/>
                  <a:pt x="136" y="129"/>
                </a:cubicBezTo>
                <a:cubicBezTo>
                  <a:pt x="88" y="129"/>
                  <a:pt x="88" y="129"/>
                  <a:pt x="88" y="129"/>
                </a:cubicBezTo>
                <a:cubicBezTo>
                  <a:pt x="83" y="129"/>
                  <a:pt x="80" y="132"/>
                  <a:pt x="80" y="137"/>
                </a:cubicBezTo>
                <a:cubicBezTo>
                  <a:pt x="80" y="141"/>
                  <a:pt x="83" y="145"/>
                  <a:pt x="88" y="145"/>
                </a:cubicBezTo>
                <a:moveTo>
                  <a:pt x="88" y="177"/>
                </a:moveTo>
                <a:cubicBezTo>
                  <a:pt x="104" y="177"/>
                  <a:pt x="104" y="177"/>
                  <a:pt x="104" y="177"/>
                </a:cubicBezTo>
                <a:cubicBezTo>
                  <a:pt x="108" y="177"/>
                  <a:pt x="112" y="173"/>
                  <a:pt x="112" y="169"/>
                </a:cubicBezTo>
                <a:cubicBezTo>
                  <a:pt x="112" y="164"/>
                  <a:pt x="108" y="161"/>
                  <a:pt x="104" y="161"/>
                </a:cubicBezTo>
                <a:cubicBezTo>
                  <a:pt x="88" y="161"/>
                  <a:pt x="88" y="161"/>
                  <a:pt x="88" y="161"/>
                </a:cubicBezTo>
                <a:cubicBezTo>
                  <a:pt x="83" y="161"/>
                  <a:pt x="80" y="164"/>
                  <a:pt x="80" y="169"/>
                </a:cubicBezTo>
                <a:cubicBezTo>
                  <a:pt x="80" y="173"/>
                  <a:pt x="83" y="177"/>
                  <a:pt x="88" y="177"/>
                </a:cubicBezTo>
                <a:moveTo>
                  <a:pt x="337" y="32"/>
                </a:moveTo>
                <a:cubicBezTo>
                  <a:pt x="256" y="32"/>
                  <a:pt x="256" y="32"/>
                  <a:pt x="256" y="32"/>
                </a:cubicBezTo>
                <a:cubicBezTo>
                  <a:pt x="256" y="15"/>
                  <a:pt x="242" y="0"/>
                  <a:pt x="224" y="0"/>
                </a:cubicBezTo>
                <a:cubicBezTo>
                  <a:pt x="192" y="0"/>
                  <a:pt x="192" y="0"/>
                  <a:pt x="192" y="0"/>
                </a:cubicBezTo>
                <a:cubicBezTo>
                  <a:pt x="174" y="0"/>
                  <a:pt x="160" y="15"/>
                  <a:pt x="160" y="32"/>
                </a:cubicBezTo>
                <a:cubicBezTo>
                  <a:pt x="80" y="32"/>
                  <a:pt x="80" y="32"/>
                  <a:pt x="80" y="32"/>
                </a:cubicBezTo>
                <a:cubicBezTo>
                  <a:pt x="71" y="32"/>
                  <a:pt x="64" y="39"/>
                  <a:pt x="64" y="48"/>
                </a:cubicBezTo>
                <a:cubicBezTo>
                  <a:pt x="64" y="72"/>
                  <a:pt x="64" y="72"/>
                  <a:pt x="64" y="72"/>
                </a:cubicBezTo>
                <a:cubicBezTo>
                  <a:pt x="64" y="77"/>
                  <a:pt x="67" y="80"/>
                  <a:pt x="72" y="80"/>
                </a:cubicBezTo>
                <a:cubicBezTo>
                  <a:pt x="76" y="80"/>
                  <a:pt x="80" y="77"/>
                  <a:pt x="80" y="72"/>
                </a:cubicBezTo>
                <a:cubicBezTo>
                  <a:pt x="80" y="48"/>
                  <a:pt x="80" y="48"/>
                  <a:pt x="80" y="48"/>
                </a:cubicBezTo>
                <a:cubicBezTo>
                  <a:pt x="337" y="48"/>
                  <a:pt x="337" y="48"/>
                  <a:pt x="337" y="48"/>
                </a:cubicBezTo>
                <a:cubicBezTo>
                  <a:pt x="337" y="241"/>
                  <a:pt x="337" y="241"/>
                  <a:pt x="337" y="241"/>
                </a:cubicBezTo>
                <a:cubicBezTo>
                  <a:pt x="313" y="241"/>
                  <a:pt x="313" y="241"/>
                  <a:pt x="313" y="241"/>
                </a:cubicBezTo>
                <a:cubicBezTo>
                  <a:pt x="308" y="241"/>
                  <a:pt x="305" y="245"/>
                  <a:pt x="305" y="249"/>
                </a:cubicBezTo>
                <a:cubicBezTo>
                  <a:pt x="305" y="253"/>
                  <a:pt x="308" y="257"/>
                  <a:pt x="313" y="257"/>
                </a:cubicBezTo>
                <a:cubicBezTo>
                  <a:pt x="337" y="257"/>
                  <a:pt x="337" y="257"/>
                  <a:pt x="337" y="257"/>
                </a:cubicBezTo>
                <a:cubicBezTo>
                  <a:pt x="346" y="257"/>
                  <a:pt x="353" y="250"/>
                  <a:pt x="353" y="241"/>
                </a:cubicBezTo>
                <a:cubicBezTo>
                  <a:pt x="353" y="48"/>
                  <a:pt x="353" y="48"/>
                  <a:pt x="353" y="48"/>
                </a:cubicBezTo>
                <a:cubicBezTo>
                  <a:pt x="353" y="39"/>
                  <a:pt x="346" y="32"/>
                  <a:pt x="337" y="32"/>
                </a:cubicBezTo>
                <a:moveTo>
                  <a:pt x="176" y="32"/>
                </a:moveTo>
                <a:cubicBezTo>
                  <a:pt x="176" y="23"/>
                  <a:pt x="183" y="16"/>
                  <a:pt x="192" y="16"/>
                </a:cubicBezTo>
                <a:cubicBezTo>
                  <a:pt x="224" y="16"/>
                  <a:pt x="224" y="16"/>
                  <a:pt x="224" y="16"/>
                </a:cubicBezTo>
                <a:cubicBezTo>
                  <a:pt x="233" y="16"/>
                  <a:pt x="240" y="23"/>
                  <a:pt x="240" y="32"/>
                </a:cubicBezTo>
                <a:lnTo>
                  <a:pt x="176" y="32"/>
                </a:lnTo>
                <a:close/>
                <a:moveTo>
                  <a:pt x="272" y="96"/>
                </a:moveTo>
                <a:cubicBezTo>
                  <a:pt x="192" y="96"/>
                  <a:pt x="192" y="96"/>
                  <a:pt x="192" y="96"/>
                </a:cubicBezTo>
                <a:cubicBezTo>
                  <a:pt x="192" y="79"/>
                  <a:pt x="178" y="64"/>
                  <a:pt x="160" y="64"/>
                </a:cubicBezTo>
                <a:cubicBezTo>
                  <a:pt x="128" y="64"/>
                  <a:pt x="128" y="64"/>
                  <a:pt x="128" y="64"/>
                </a:cubicBezTo>
                <a:cubicBezTo>
                  <a:pt x="110" y="64"/>
                  <a:pt x="96" y="79"/>
                  <a:pt x="96" y="96"/>
                </a:cubicBezTo>
                <a:cubicBezTo>
                  <a:pt x="16" y="96"/>
                  <a:pt x="16" y="96"/>
                  <a:pt x="16" y="96"/>
                </a:cubicBezTo>
                <a:cubicBezTo>
                  <a:pt x="7" y="96"/>
                  <a:pt x="0" y="104"/>
                  <a:pt x="0" y="113"/>
                </a:cubicBezTo>
                <a:cubicBezTo>
                  <a:pt x="0" y="305"/>
                  <a:pt x="0" y="305"/>
                  <a:pt x="0" y="305"/>
                </a:cubicBezTo>
                <a:cubicBezTo>
                  <a:pt x="0" y="314"/>
                  <a:pt x="7" y="321"/>
                  <a:pt x="16" y="321"/>
                </a:cubicBezTo>
                <a:cubicBezTo>
                  <a:pt x="272" y="321"/>
                  <a:pt x="272" y="321"/>
                  <a:pt x="272" y="321"/>
                </a:cubicBezTo>
                <a:cubicBezTo>
                  <a:pt x="281" y="321"/>
                  <a:pt x="289" y="314"/>
                  <a:pt x="289" y="305"/>
                </a:cubicBezTo>
                <a:cubicBezTo>
                  <a:pt x="289" y="113"/>
                  <a:pt x="289" y="113"/>
                  <a:pt x="289" y="113"/>
                </a:cubicBezTo>
                <a:cubicBezTo>
                  <a:pt x="289" y="104"/>
                  <a:pt x="281" y="96"/>
                  <a:pt x="272" y="96"/>
                </a:cubicBezTo>
                <a:moveTo>
                  <a:pt x="128" y="80"/>
                </a:moveTo>
                <a:cubicBezTo>
                  <a:pt x="160" y="80"/>
                  <a:pt x="160" y="80"/>
                  <a:pt x="160" y="80"/>
                </a:cubicBezTo>
                <a:cubicBezTo>
                  <a:pt x="169" y="80"/>
                  <a:pt x="176" y="88"/>
                  <a:pt x="176" y="96"/>
                </a:cubicBezTo>
                <a:cubicBezTo>
                  <a:pt x="112" y="96"/>
                  <a:pt x="112" y="96"/>
                  <a:pt x="112" y="96"/>
                </a:cubicBezTo>
                <a:cubicBezTo>
                  <a:pt x="112" y="88"/>
                  <a:pt x="119" y="80"/>
                  <a:pt x="128" y="80"/>
                </a:cubicBezTo>
                <a:moveTo>
                  <a:pt x="48" y="257"/>
                </a:moveTo>
                <a:cubicBezTo>
                  <a:pt x="43" y="257"/>
                  <a:pt x="40" y="261"/>
                  <a:pt x="40" y="265"/>
                </a:cubicBezTo>
                <a:cubicBezTo>
                  <a:pt x="40" y="270"/>
                  <a:pt x="43" y="273"/>
                  <a:pt x="48" y="273"/>
                </a:cubicBezTo>
                <a:cubicBezTo>
                  <a:pt x="48" y="305"/>
                  <a:pt x="48" y="305"/>
                  <a:pt x="48" y="305"/>
                </a:cubicBezTo>
                <a:cubicBezTo>
                  <a:pt x="16" y="305"/>
                  <a:pt x="16" y="305"/>
                  <a:pt x="16" y="305"/>
                </a:cubicBezTo>
                <a:cubicBezTo>
                  <a:pt x="16" y="113"/>
                  <a:pt x="16" y="113"/>
                  <a:pt x="16" y="113"/>
                </a:cubicBezTo>
                <a:cubicBezTo>
                  <a:pt x="48" y="113"/>
                  <a:pt x="48" y="113"/>
                  <a:pt x="48" y="113"/>
                </a:cubicBezTo>
                <a:lnTo>
                  <a:pt x="48" y="257"/>
                </a:lnTo>
                <a:close/>
                <a:moveTo>
                  <a:pt x="224" y="257"/>
                </a:moveTo>
                <a:cubicBezTo>
                  <a:pt x="220" y="257"/>
                  <a:pt x="216" y="261"/>
                  <a:pt x="216" y="265"/>
                </a:cubicBezTo>
                <a:cubicBezTo>
                  <a:pt x="216" y="270"/>
                  <a:pt x="220" y="273"/>
                  <a:pt x="224" y="273"/>
                </a:cubicBezTo>
                <a:cubicBezTo>
                  <a:pt x="224" y="305"/>
                  <a:pt x="224" y="305"/>
                  <a:pt x="224" y="305"/>
                </a:cubicBezTo>
                <a:cubicBezTo>
                  <a:pt x="64" y="305"/>
                  <a:pt x="64" y="305"/>
                  <a:pt x="64" y="305"/>
                </a:cubicBezTo>
                <a:cubicBezTo>
                  <a:pt x="64" y="273"/>
                  <a:pt x="64" y="273"/>
                  <a:pt x="64" y="273"/>
                </a:cubicBezTo>
                <a:cubicBezTo>
                  <a:pt x="68" y="273"/>
                  <a:pt x="72" y="270"/>
                  <a:pt x="72" y="265"/>
                </a:cubicBezTo>
                <a:cubicBezTo>
                  <a:pt x="72" y="261"/>
                  <a:pt x="68" y="257"/>
                  <a:pt x="64" y="257"/>
                </a:cubicBezTo>
                <a:cubicBezTo>
                  <a:pt x="64" y="113"/>
                  <a:pt x="64" y="113"/>
                  <a:pt x="64" y="113"/>
                </a:cubicBezTo>
                <a:cubicBezTo>
                  <a:pt x="224" y="113"/>
                  <a:pt x="224" y="113"/>
                  <a:pt x="224" y="113"/>
                </a:cubicBezTo>
                <a:lnTo>
                  <a:pt x="224" y="257"/>
                </a:lnTo>
                <a:close/>
                <a:moveTo>
                  <a:pt x="272" y="305"/>
                </a:moveTo>
                <a:cubicBezTo>
                  <a:pt x="240" y="305"/>
                  <a:pt x="240" y="305"/>
                  <a:pt x="240" y="305"/>
                </a:cubicBezTo>
                <a:cubicBezTo>
                  <a:pt x="240" y="273"/>
                  <a:pt x="240" y="273"/>
                  <a:pt x="240" y="273"/>
                </a:cubicBezTo>
                <a:cubicBezTo>
                  <a:pt x="245" y="273"/>
                  <a:pt x="248" y="270"/>
                  <a:pt x="248" y="265"/>
                </a:cubicBezTo>
                <a:cubicBezTo>
                  <a:pt x="248" y="261"/>
                  <a:pt x="245" y="257"/>
                  <a:pt x="240" y="257"/>
                </a:cubicBezTo>
                <a:cubicBezTo>
                  <a:pt x="240" y="113"/>
                  <a:pt x="240" y="113"/>
                  <a:pt x="240" y="113"/>
                </a:cubicBezTo>
                <a:cubicBezTo>
                  <a:pt x="272" y="113"/>
                  <a:pt x="272" y="113"/>
                  <a:pt x="272" y="113"/>
                </a:cubicBezTo>
                <a:lnTo>
                  <a:pt x="272" y="30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7" name="Freeform 97"/>
          <p:cNvSpPr>
            <a:spLocks noEditPoints="1"/>
          </p:cNvSpPr>
          <p:nvPr/>
        </p:nvSpPr>
        <p:spPr bwMode="auto">
          <a:xfrm>
            <a:off x="10703984" y="3168652"/>
            <a:ext cx="575733" cy="472017"/>
          </a:xfrm>
          <a:custGeom>
            <a:avLst/>
            <a:gdLst>
              <a:gd name="T0" fmla="*/ 241 w 353"/>
              <a:gd name="T1" fmla="*/ 32 h 289"/>
              <a:gd name="T2" fmla="*/ 144 w 353"/>
              <a:gd name="T3" fmla="*/ 0 h 289"/>
              <a:gd name="T4" fmla="*/ 16 w 353"/>
              <a:gd name="T5" fmla="*/ 32 h 289"/>
              <a:gd name="T6" fmla="*/ 0 w 353"/>
              <a:gd name="T7" fmla="*/ 129 h 289"/>
              <a:gd name="T8" fmla="*/ 16 w 353"/>
              <a:gd name="T9" fmla="*/ 273 h 289"/>
              <a:gd name="T10" fmla="*/ 321 w 353"/>
              <a:gd name="T11" fmla="*/ 289 h 289"/>
              <a:gd name="T12" fmla="*/ 337 w 353"/>
              <a:gd name="T13" fmla="*/ 145 h 289"/>
              <a:gd name="T14" fmla="*/ 353 w 353"/>
              <a:gd name="T15" fmla="*/ 48 h 289"/>
              <a:gd name="T16" fmla="*/ 144 w 353"/>
              <a:gd name="T17" fmla="*/ 16 h 289"/>
              <a:gd name="T18" fmla="*/ 225 w 353"/>
              <a:gd name="T19" fmla="*/ 32 h 289"/>
              <a:gd name="T20" fmla="*/ 144 w 353"/>
              <a:gd name="T21" fmla="*/ 16 h 289"/>
              <a:gd name="T22" fmla="*/ 32 w 353"/>
              <a:gd name="T23" fmla="*/ 273 h 289"/>
              <a:gd name="T24" fmla="*/ 64 w 353"/>
              <a:gd name="T25" fmla="*/ 145 h 289"/>
              <a:gd name="T26" fmla="*/ 80 w 353"/>
              <a:gd name="T27" fmla="*/ 177 h 289"/>
              <a:gd name="T28" fmla="*/ 128 w 353"/>
              <a:gd name="T29" fmla="*/ 161 h 289"/>
              <a:gd name="T30" fmla="*/ 225 w 353"/>
              <a:gd name="T31" fmla="*/ 145 h 289"/>
              <a:gd name="T32" fmla="*/ 241 w 353"/>
              <a:gd name="T33" fmla="*/ 177 h 289"/>
              <a:gd name="T34" fmla="*/ 289 w 353"/>
              <a:gd name="T35" fmla="*/ 161 h 289"/>
              <a:gd name="T36" fmla="*/ 321 w 353"/>
              <a:gd name="T37" fmla="*/ 145 h 289"/>
              <a:gd name="T38" fmla="*/ 80 w 353"/>
              <a:gd name="T39" fmla="*/ 113 h 289"/>
              <a:gd name="T40" fmla="*/ 112 w 353"/>
              <a:gd name="T41" fmla="*/ 161 h 289"/>
              <a:gd name="T42" fmla="*/ 80 w 353"/>
              <a:gd name="T43" fmla="*/ 113 h 289"/>
              <a:gd name="T44" fmla="*/ 273 w 353"/>
              <a:gd name="T45" fmla="*/ 113 h 289"/>
              <a:gd name="T46" fmla="*/ 241 w 353"/>
              <a:gd name="T47" fmla="*/ 161 h 289"/>
              <a:gd name="T48" fmla="*/ 337 w 353"/>
              <a:gd name="T49" fmla="*/ 129 h 289"/>
              <a:gd name="T50" fmla="*/ 289 w 353"/>
              <a:gd name="T51" fmla="*/ 113 h 289"/>
              <a:gd name="T52" fmla="*/ 241 w 353"/>
              <a:gd name="T53" fmla="*/ 97 h 289"/>
              <a:gd name="T54" fmla="*/ 225 w 353"/>
              <a:gd name="T55" fmla="*/ 129 h 289"/>
              <a:gd name="T56" fmla="*/ 128 w 353"/>
              <a:gd name="T57" fmla="*/ 113 h 289"/>
              <a:gd name="T58" fmla="*/ 80 w 353"/>
              <a:gd name="T59" fmla="*/ 97 h 289"/>
              <a:gd name="T60" fmla="*/ 64 w 353"/>
              <a:gd name="T61" fmla="*/ 129 h 289"/>
              <a:gd name="T62" fmla="*/ 16 w 353"/>
              <a:gd name="T63" fmla="*/ 48 h 289"/>
              <a:gd name="T64" fmla="*/ 337 w 353"/>
              <a:gd name="T65" fmla="*/ 129 h 2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353" h="289">
                <a:moveTo>
                  <a:pt x="337" y="32"/>
                </a:moveTo>
                <a:cubicBezTo>
                  <a:pt x="241" y="32"/>
                  <a:pt x="241" y="32"/>
                  <a:pt x="241" y="32"/>
                </a:cubicBezTo>
                <a:cubicBezTo>
                  <a:pt x="241" y="15"/>
                  <a:pt x="226" y="0"/>
                  <a:pt x="209" y="0"/>
                </a:cubicBezTo>
                <a:cubicBezTo>
                  <a:pt x="144" y="0"/>
                  <a:pt x="144" y="0"/>
                  <a:pt x="144" y="0"/>
                </a:cubicBezTo>
                <a:cubicBezTo>
                  <a:pt x="127" y="0"/>
                  <a:pt x="112" y="15"/>
                  <a:pt x="112" y="32"/>
                </a:cubicBezTo>
                <a:cubicBezTo>
                  <a:pt x="16" y="32"/>
                  <a:pt x="16" y="32"/>
                  <a:pt x="16" y="32"/>
                </a:cubicBezTo>
                <a:cubicBezTo>
                  <a:pt x="7" y="32"/>
                  <a:pt x="0" y="40"/>
                  <a:pt x="0" y="48"/>
                </a:cubicBezTo>
                <a:cubicBezTo>
                  <a:pt x="0" y="129"/>
                  <a:pt x="0" y="129"/>
                  <a:pt x="0" y="129"/>
                </a:cubicBezTo>
                <a:cubicBezTo>
                  <a:pt x="0" y="138"/>
                  <a:pt x="7" y="145"/>
                  <a:pt x="16" y="145"/>
                </a:cubicBezTo>
                <a:cubicBezTo>
                  <a:pt x="16" y="273"/>
                  <a:pt x="16" y="273"/>
                  <a:pt x="16" y="273"/>
                </a:cubicBezTo>
                <a:cubicBezTo>
                  <a:pt x="16" y="282"/>
                  <a:pt x="23" y="289"/>
                  <a:pt x="32" y="289"/>
                </a:cubicBezTo>
                <a:cubicBezTo>
                  <a:pt x="321" y="289"/>
                  <a:pt x="321" y="289"/>
                  <a:pt x="321" y="289"/>
                </a:cubicBezTo>
                <a:cubicBezTo>
                  <a:pt x="330" y="289"/>
                  <a:pt x="337" y="282"/>
                  <a:pt x="337" y="273"/>
                </a:cubicBezTo>
                <a:cubicBezTo>
                  <a:pt x="337" y="145"/>
                  <a:pt x="337" y="145"/>
                  <a:pt x="337" y="145"/>
                </a:cubicBezTo>
                <a:cubicBezTo>
                  <a:pt x="346" y="145"/>
                  <a:pt x="353" y="138"/>
                  <a:pt x="353" y="129"/>
                </a:cubicBezTo>
                <a:cubicBezTo>
                  <a:pt x="353" y="48"/>
                  <a:pt x="353" y="48"/>
                  <a:pt x="353" y="48"/>
                </a:cubicBezTo>
                <a:cubicBezTo>
                  <a:pt x="353" y="40"/>
                  <a:pt x="346" y="32"/>
                  <a:pt x="337" y="32"/>
                </a:cubicBezTo>
                <a:moveTo>
                  <a:pt x="144" y="16"/>
                </a:moveTo>
                <a:cubicBezTo>
                  <a:pt x="209" y="16"/>
                  <a:pt x="209" y="16"/>
                  <a:pt x="209" y="16"/>
                </a:cubicBezTo>
                <a:cubicBezTo>
                  <a:pt x="217" y="16"/>
                  <a:pt x="225" y="23"/>
                  <a:pt x="225" y="32"/>
                </a:cubicBezTo>
                <a:cubicBezTo>
                  <a:pt x="128" y="32"/>
                  <a:pt x="128" y="32"/>
                  <a:pt x="128" y="32"/>
                </a:cubicBezTo>
                <a:cubicBezTo>
                  <a:pt x="128" y="23"/>
                  <a:pt x="136" y="16"/>
                  <a:pt x="144" y="16"/>
                </a:cubicBezTo>
                <a:moveTo>
                  <a:pt x="321" y="273"/>
                </a:moveTo>
                <a:cubicBezTo>
                  <a:pt x="32" y="273"/>
                  <a:pt x="32" y="273"/>
                  <a:pt x="32" y="273"/>
                </a:cubicBezTo>
                <a:cubicBezTo>
                  <a:pt x="32" y="145"/>
                  <a:pt x="32" y="145"/>
                  <a:pt x="32" y="145"/>
                </a:cubicBezTo>
                <a:cubicBezTo>
                  <a:pt x="64" y="145"/>
                  <a:pt x="64" y="145"/>
                  <a:pt x="64" y="145"/>
                </a:cubicBezTo>
                <a:cubicBezTo>
                  <a:pt x="64" y="161"/>
                  <a:pt x="64" y="161"/>
                  <a:pt x="64" y="161"/>
                </a:cubicBezTo>
                <a:cubicBezTo>
                  <a:pt x="64" y="170"/>
                  <a:pt x="71" y="177"/>
                  <a:pt x="80" y="177"/>
                </a:cubicBezTo>
                <a:cubicBezTo>
                  <a:pt x="112" y="177"/>
                  <a:pt x="112" y="177"/>
                  <a:pt x="112" y="177"/>
                </a:cubicBezTo>
                <a:cubicBezTo>
                  <a:pt x="121" y="177"/>
                  <a:pt x="128" y="170"/>
                  <a:pt x="128" y="161"/>
                </a:cubicBezTo>
                <a:cubicBezTo>
                  <a:pt x="128" y="145"/>
                  <a:pt x="128" y="145"/>
                  <a:pt x="128" y="145"/>
                </a:cubicBezTo>
                <a:cubicBezTo>
                  <a:pt x="225" y="145"/>
                  <a:pt x="225" y="145"/>
                  <a:pt x="225" y="145"/>
                </a:cubicBezTo>
                <a:cubicBezTo>
                  <a:pt x="225" y="161"/>
                  <a:pt x="225" y="161"/>
                  <a:pt x="225" y="161"/>
                </a:cubicBezTo>
                <a:cubicBezTo>
                  <a:pt x="225" y="170"/>
                  <a:pt x="232" y="177"/>
                  <a:pt x="241" y="177"/>
                </a:cubicBezTo>
                <a:cubicBezTo>
                  <a:pt x="273" y="177"/>
                  <a:pt x="273" y="177"/>
                  <a:pt x="273" y="177"/>
                </a:cubicBezTo>
                <a:cubicBezTo>
                  <a:pt x="282" y="177"/>
                  <a:pt x="289" y="170"/>
                  <a:pt x="289" y="161"/>
                </a:cubicBezTo>
                <a:cubicBezTo>
                  <a:pt x="289" y="145"/>
                  <a:pt x="289" y="145"/>
                  <a:pt x="289" y="145"/>
                </a:cubicBezTo>
                <a:cubicBezTo>
                  <a:pt x="321" y="145"/>
                  <a:pt x="321" y="145"/>
                  <a:pt x="321" y="145"/>
                </a:cubicBezTo>
                <a:lnTo>
                  <a:pt x="321" y="273"/>
                </a:lnTo>
                <a:close/>
                <a:moveTo>
                  <a:pt x="80" y="113"/>
                </a:moveTo>
                <a:cubicBezTo>
                  <a:pt x="112" y="113"/>
                  <a:pt x="112" y="113"/>
                  <a:pt x="112" y="113"/>
                </a:cubicBezTo>
                <a:cubicBezTo>
                  <a:pt x="112" y="161"/>
                  <a:pt x="112" y="161"/>
                  <a:pt x="112" y="161"/>
                </a:cubicBezTo>
                <a:cubicBezTo>
                  <a:pt x="80" y="161"/>
                  <a:pt x="80" y="161"/>
                  <a:pt x="80" y="161"/>
                </a:cubicBezTo>
                <a:lnTo>
                  <a:pt x="80" y="113"/>
                </a:lnTo>
                <a:close/>
                <a:moveTo>
                  <a:pt x="241" y="113"/>
                </a:moveTo>
                <a:cubicBezTo>
                  <a:pt x="273" y="113"/>
                  <a:pt x="273" y="113"/>
                  <a:pt x="273" y="113"/>
                </a:cubicBezTo>
                <a:cubicBezTo>
                  <a:pt x="273" y="161"/>
                  <a:pt x="273" y="161"/>
                  <a:pt x="273" y="161"/>
                </a:cubicBezTo>
                <a:cubicBezTo>
                  <a:pt x="241" y="161"/>
                  <a:pt x="241" y="161"/>
                  <a:pt x="241" y="161"/>
                </a:cubicBezTo>
                <a:lnTo>
                  <a:pt x="241" y="113"/>
                </a:lnTo>
                <a:close/>
                <a:moveTo>
                  <a:pt x="337" y="129"/>
                </a:moveTo>
                <a:cubicBezTo>
                  <a:pt x="289" y="129"/>
                  <a:pt x="289" y="129"/>
                  <a:pt x="289" y="129"/>
                </a:cubicBezTo>
                <a:cubicBezTo>
                  <a:pt x="289" y="113"/>
                  <a:pt x="289" y="113"/>
                  <a:pt x="289" y="113"/>
                </a:cubicBezTo>
                <a:cubicBezTo>
                  <a:pt x="289" y="104"/>
                  <a:pt x="282" y="97"/>
                  <a:pt x="273" y="97"/>
                </a:cubicBezTo>
                <a:cubicBezTo>
                  <a:pt x="241" y="97"/>
                  <a:pt x="241" y="97"/>
                  <a:pt x="241" y="97"/>
                </a:cubicBezTo>
                <a:cubicBezTo>
                  <a:pt x="232" y="97"/>
                  <a:pt x="225" y="104"/>
                  <a:pt x="225" y="113"/>
                </a:cubicBezTo>
                <a:cubicBezTo>
                  <a:pt x="225" y="129"/>
                  <a:pt x="225" y="129"/>
                  <a:pt x="225" y="129"/>
                </a:cubicBezTo>
                <a:cubicBezTo>
                  <a:pt x="128" y="129"/>
                  <a:pt x="128" y="129"/>
                  <a:pt x="128" y="129"/>
                </a:cubicBezTo>
                <a:cubicBezTo>
                  <a:pt x="128" y="113"/>
                  <a:pt x="128" y="113"/>
                  <a:pt x="128" y="113"/>
                </a:cubicBezTo>
                <a:cubicBezTo>
                  <a:pt x="128" y="104"/>
                  <a:pt x="121" y="97"/>
                  <a:pt x="112" y="97"/>
                </a:cubicBezTo>
                <a:cubicBezTo>
                  <a:pt x="80" y="97"/>
                  <a:pt x="80" y="97"/>
                  <a:pt x="80" y="97"/>
                </a:cubicBezTo>
                <a:cubicBezTo>
                  <a:pt x="71" y="97"/>
                  <a:pt x="64" y="104"/>
                  <a:pt x="64" y="113"/>
                </a:cubicBezTo>
                <a:cubicBezTo>
                  <a:pt x="64" y="129"/>
                  <a:pt x="64" y="129"/>
                  <a:pt x="64" y="129"/>
                </a:cubicBezTo>
                <a:cubicBezTo>
                  <a:pt x="16" y="129"/>
                  <a:pt x="16" y="129"/>
                  <a:pt x="16" y="129"/>
                </a:cubicBezTo>
                <a:cubicBezTo>
                  <a:pt x="16" y="48"/>
                  <a:pt x="16" y="48"/>
                  <a:pt x="16" y="48"/>
                </a:cubicBezTo>
                <a:cubicBezTo>
                  <a:pt x="337" y="48"/>
                  <a:pt x="337" y="48"/>
                  <a:pt x="337" y="48"/>
                </a:cubicBezTo>
                <a:lnTo>
                  <a:pt x="337" y="12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8" name="Freeform 98"/>
          <p:cNvSpPr>
            <a:spLocks noEditPoints="1"/>
          </p:cNvSpPr>
          <p:nvPr/>
        </p:nvSpPr>
        <p:spPr bwMode="auto">
          <a:xfrm>
            <a:off x="800101" y="4212167"/>
            <a:ext cx="582084" cy="582084"/>
          </a:xfrm>
          <a:custGeom>
            <a:avLst/>
            <a:gdLst>
              <a:gd name="T0" fmla="*/ 115 w 356"/>
              <a:gd name="T1" fmla="*/ 84 h 357"/>
              <a:gd name="T2" fmla="*/ 83 w 356"/>
              <a:gd name="T3" fmla="*/ 116 h 357"/>
              <a:gd name="T4" fmla="*/ 115 w 356"/>
              <a:gd name="T5" fmla="*/ 148 h 357"/>
              <a:gd name="T6" fmla="*/ 147 w 356"/>
              <a:gd name="T7" fmla="*/ 116 h 357"/>
              <a:gd name="T8" fmla="*/ 115 w 356"/>
              <a:gd name="T9" fmla="*/ 84 h 357"/>
              <a:gd name="T10" fmla="*/ 115 w 356"/>
              <a:gd name="T11" fmla="*/ 132 h 357"/>
              <a:gd name="T12" fmla="*/ 99 w 356"/>
              <a:gd name="T13" fmla="*/ 116 h 357"/>
              <a:gd name="T14" fmla="*/ 115 w 356"/>
              <a:gd name="T15" fmla="*/ 100 h 357"/>
              <a:gd name="T16" fmla="*/ 131 w 356"/>
              <a:gd name="T17" fmla="*/ 116 h 357"/>
              <a:gd name="T18" fmla="*/ 115 w 356"/>
              <a:gd name="T19" fmla="*/ 132 h 357"/>
              <a:gd name="T20" fmla="*/ 354 w 356"/>
              <a:gd name="T21" fmla="*/ 279 h 357"/>
              <a:gd name="T22" fmla="*/ 243 w 356"/>
              <a:gd name="T23" fmla="*/ 168 h 357"/>
              <a:gd name="T24" fmla="*/ 250 w 356"/>
              <a:gd name="T25" fmla="*/ 160 h 357"/>
              <a:gd name="T26" fmla="*/ 250 w 356"/>
              <a:gd name="T27" fmla="*/ 115 h 357"/>
              <a:gd name="T28" fmla="*/ 148 w 356"/>
              <a:gd name="T29" fmla="*/ 13 h 357"/>
              <a:gd name="T30" fmla="*/ 103 w 356"/>
              <a:gd name="T31" fmla="*/ 13 h 357"/>
              <a:gd name="T32" fmla="*/ 12 w 356"/>
              <a:gd name="T33" fmla="*/ 103 h 357"/>
              <a:gd name="T34" fmla="*/ 12 w 356"/>
              <a:gd name="T35" fmla="*/ 149 h 357"/>
              <a:gd name="T36" fmla="*/ 114 w 356"/>
              <a:gd name="T37" fmla="*/ 251 h 357"/>
              <a:gd name="T38" fmla="*/ 160 w 356"/>
              <a:gd name="T39" fmla="*/ 251 h 357"/>
              <a:gd name="T40" fmla="*/ 167 w 356"/>
              <a:gd name="T41" fmla="*/ 243 h 357"/>
              <a:gd name="T42" fmla="*/ 214 w 356"/>
              <a:gd name="T43" fmla="*/ 290 h 357"/>
              <a:gd name="T44" fmla="*/ 220 w 356"/>
              <a:gd name="T45" fmla="*/ 292 h 357"/>
              <a:gd name="T46" fmla="*/ 244 w 356"/>
              <a:gd name="T47" fmla="*/ 292 h 357"/>
              <a:gd name="T48" fmla="*/ 244 w 356"/>
              <a:gd name="T49" fmla="*/ 317 h 357"/>
              <a:gd name="T50" fmla="*/ 252 w 356"/>
              <a:gd name="T51" fmla="*/ 325 h 357"/>
              <a:gd name="T52" fmla="*/ 276 w 356"/>
              <a:gd name="T53" fmla="*/ 325 h 357"/>
              <a:gd name="T54" fmla="*/ 276 w 356"/>
              <a:gd name="T55" fmla="*/ 349 h 357"/>
              <a:gd name="T56" fmla="*/ 284 w 356"/>
              <a:gd name="T57" fmla="*/ 357 h 357"/>
              <a:gd name="T58" fmla="*/ 348 w 356"/>
              <a:gd name="T59" fmla="*/ 357 h 357"/>
              <a:gd name="T60" fmla="*/ 356 w 356"/>
              <a:gd name="T61" fmla="*/ 349 h 357"/>
              <a:gd name="T62" fmla="*/ 356 w 356"/>
              <a:gd name="T63" fmla="*/ 284 h 357"/>
              <a:gd name="T64" fmla="*/ 354 w 356"/>
              <a:gd name="T65" fmla="*/ 279 h 357"/>
              <a:gd name="T66" fmla="*/ 340 w 356"/>
              <a:gd name="T67" fmla="*/ 341 h 357"/>
              <a:gd name="T68" fmla="*/ 292 w 356"/>
              <a:gd name="T69" fmla="*/ 341 h 357"/>
              <a:gd name="T70" fmla="*/ 292 w 356"/>
              <a:gd name="T71" fmla="*/ 317 h 357"/>
              <a:gd name="T72" fmla="*/ 284 w 356"/>
              <a:gd name="T73" fmla="*/ 308 h 357"/>
              <a:gd name="T74" fmla="*/ 260 w 356"/>
              <a:gd name="T75" fmla="*/ 308 h 357"/>
              <a:gd name="T76" fmla="*/ 260 w 356"/>
              <a:gd name="T77" fmla="*/ 284 h 357"/>
              <a:gd name="T78" fmla="*/ 252 w 356"/>
              <a:gd name="T79" fmla="*/ 276 h 357"/>
              <a:gd name="T80" fmla="*/ 223 w 356"/>
              <a:gd name="T81" fmla="*/ 276 h 357"/>
              <a:gd name="T82" fmla="*/ 173 w 356"/>
              <a:gd name="T83" fmla="*/ 226 h 357"/>
              <a:gd name="T84" fmla="*/ 167 w 356"/>
              <a:gd name="T85" fmla="*/ 224 h 357"/>
              <a:gd name="T86" fmla="*/ 161 w 356"/>
              <a:gd name="T87" fmla="*/ 226 h 357"/>
              <a:gd name="T88" fmla="*/ 148 w 356"/>
              <a:gd name="T89" fmla="*/ 239 h 357"/>
              <a:gd name="T90" fmla="*/ 126 w 356"/>
              <a:gd name="T91" fmla="*/ 239 h 357"/>
              <a:gd name="T92" fmla="*/ 23 w 356"/>
              <a:gd name="T93" fmla="*/ 137 h 357"/>
              <a:gd name="T94" fmla="*/ 23 w 356"/>
              <a:gd name="T95" fmla="*/ 115 h 357"/>
              <a:gd name="T96" fmla="*/ 114 w 356"/>
              <a:gd name="T97" fmla="*/ 24 h 357"/>
              <a:gd name="T98" fmla="*/ 137 w 356"/>
              <a:gd name="T99" fmla="*/ 24 h 357"/>
              <a:gd name="T100" fmla="*/ 239 w 356"/>
              <a:gd name="T101" fmla="*/ 126 h 357"/>
              <a:gd name="T102" fmla="*/ 239 w 356"/>
              <a:gd name="T103" fmla="*/ 149 h 357"/>
              <a:gd name="T104" fmla="*/ 226 w 356"/>
              <a:gd name="T105" fmla="*/ 162 h 357"/>
              <a:gd name="T106" fmla="*/ 223 w 356"/>
              <a:gd name="T107" fmla="*/ 167 h 357"/>
              <a:gd name="T108" fmla="*/ 226 w 356"/>
              <a:gd name="T109" fmla="*/ 173 h 357"/>
              <a:gd name="T110" fmla="*/ 340 w 356"/>
              <a:gd name="T111" fmla="*/ 288 h 357"/>
              <a:gd name="T112" fmla="*/ 340 w 356"/>
              <a:gd name="T113" fmla="*/ 341 h 3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356" h="357">
                <a:moveTo>
                  <a:pt x="115" y="84"/>
                </a:moveTo>
                <a:cubicBezTo>
                  <a:pt x="98" y="84"/>
                  <a:pt x="83" y="98"/>
                  <a:pt x="83" y="116"/>
                </a:cubicBezTo>
                <a:cubicBezTo>
                  <a:pt x="83" y="134"/>
                  <a:pt x="98" y="148"/>
                  <a:pt x="115" y="148"/>
                </a:cubicBezTo>
                <a:cubicBezTo>
                  <a:pt x="133" y="148"/>
                  <a:pt x="147" y="134"/>
                  <a:pt x="147" y="116"/>
                </a:cubicBezTo>
                <a:cubicBezTo>
                  <a:pt x="147" y="98"/>
                  <a:pt x="133" y="84"/>
                  <a:pt x="115" y="84"/>
                </a:cubicBezTo>
                <a:moveTo>
                  <a:pt x="115" y="132"/>
                </a:moveTo>
                <a:cubicBezTo>
                  <a:pt x="106" y="132"/>
                  <a:pt x="99" y="125"/>
                  <a:pt x="99" y="116"/>
                </a:cubicBezTo>
                <a:cubicBezTo>
                  <a:pt x="99" y="107"/>
                  <a:pt x="106" y="100"/>
                  <a:pt x="115" y="100"/>
                </a:cubicBezTo>
                <a:cubicBezTo>
                  <a:pt x="124" y="100"/>
                  <a:pt x="131" y="107"/>
                  <a:pt x="131" y="116"/>
                </a:cubicBezTo>
                <a:cubicBezTo>
                  <a:pt x="131" y="125"/>
                  <a:pt x="124" y="132"/>
                  <a:pt x="115" y="132"/>
                </a:cubicBezTo>
                <a:moveTo>
                  <a:pt x="354" y="279"/>
                </a:moveTo>
                <a:cubicBezTo>
                  <a:pt x="243" y="168"/>
                  <a:pt x="243" y="168"/>
                  <a:pt x="243" y="168"/>
                </a:cubicBezTo>
                <a:cubicBezTo>
                  <a:pt x="250" y="160"/>
                  <a:pt x="250" y="160"/>
                  <a:pt x="250" y="160"/>
                </a:cubicBezTo>
                <a:cubicBezTo>
                  <a:pt x="263" y="148"/>
                  <a:pt x="263" y="127"/>
                  <a:pt x="250" y="115"/>
                </a:cubicBezTo>
                <a:cubicBezTo>
                  <a:pt x="148" y="13"/>
                  <a:pt x="148" y="13"/>
                  <a:pt x="148" y="13"/>
                </a:cubicBezTo>
                <a:cubicBezTo>
                  <a:pt x="136" y="0"/>
                  <a:pt x="115" y="0"/>
                  <a:pt x="103" y="13"/>
                </a:cubicBezTo>
                <a:cubicBezTo>
                  <a:pt x="12" y="103"/>
                  <a:pt x="12" y="103"/>
                  <a:pt x="12" y="103"/>
                </a:cubicBezTo>
                <a:cubicBezTo>
                  <a:pt x="0" y="116"/>
                  <a:pt x="0" y="136"/>
                  <a:pt x="12" y="149"/>
                </a:cubicBezTo>
                <a:cubicBezTo>
                  <a:pt x="114" y="251"/>
                  <a:pt x="114" y="251"/>
                  <a:pt x="114" y="251"/>
                </a:cubicBezTo>
                <a:cubicBezTo>
                  <a:pt x="127" y="263"/>
                  <a:pt x="147" y="263"/>
                  <a:pt x="160" y="251"/>
                </a:cubicBezTo>
                <a:cubicBezTo>
                  <a:pt x="167" y="243"/>
                  <a:pt x="167" y="243"/>
                  <a:pt x="167" y="243"/>
                </a:cubicBezTo>
                <a:cubicBezTo>
                  <a:pt x="214" y="290"/>
                  <a:pt x="214" y="290"/>
                  <a:pt x="214" y="290"/>
                </a:cubicBezTo>
                <a:cubicBezTo>
                  <a:pt x="215" y="292"/>
                  <a:pt x="217" y="292"/>
                  <a:pt x="220" y="292"/>
                </a:cubicBezTo>
                <a:cubicBezTo>
                  <a:pt x="244" y="292"/>
                  <a:pt x="244" y="292"/>
                  <a:pt x="244" y="292"/>
                </a:cubicBezTo>
                <a:cubicBezTo>
                  <a:pt x="244" y="317"/>
                  <a:pt x="244" y="317"/>
                  <a:pt x="244" y="317"/>
                </a:cubicBezTo>
                <a:cubicBezTo>
                  <a:pt x="244" y="321"/>
                  <a:pt x="247" y="325"/>
                  <a:pt x="252" y="325"/>
                </a:cubicBezTo>
                <a:cubicBezTo>
                  <a:pt x="276" y="325"/>
                  <a:pt x="276" y="325"/>
                  <a:pt x="276" y="325"/>
                </a:cubicBezTo>
                <a:cubicBezTo>
                  <a:pt x="276" y="349"/>
                  <a:pt x="276" y="349"/>
                  <a:pt x="276" y="349"/>
                </a:cubicBezTo>
                <a:cubicBezTo>
                  <a:pt x="276" y="353"/>
                  <a:pt x="279" y="357"/>
                  <a:pt x="284" y="357"/>
                </a:cubicBezTo>
                <a:cubicBezTo>
                  <a:pt x="348" y="357"/>
                  <a:pt x="348" y="357"/>
                  <a:pt x="348" y="357"/>
                </a:cubicBezTo>
                <a:cubicBezTo>
                  <a:pt x="353" y="357"/>
                  <a:pt x="356" y="353"/>
                  <a:pt x="356" y="349"/>
                </a:cubicBezTo>
                <a:cubicBezTo>
                  <a:pt x="356" y="284"/>
                  <a:pt x="356" y="284"/>
                  <a:pt x="356" y="284"/>
                </a:cubicBezTo>
                <a:cubicBezTo>
                  <a:pt x="356" y="282"/>
                  <a:pt x="355" y="280"/>
                  <a:pt x="354" y="279"/>
                </a:cubicBezTo>
                <a:moveTo>
                  <a:pt x="340" y="341"/>
                </a:moveTo>
                <a:cubicBezTo>
                  <a:pt x="292" y="341"/>
                  <a:pt x="292" y="341"/>
                  <a:pt x="292" y="341"/>
                </a:cubicBezTo>
                <a:cubicBezTo>
                  <a:pt x="292" y="317"/>
                  <a:pt x="292" y="317"/>
                  <a:pt x="292" y="317"/>
                </a:cubicBezTo>
                <a:cubicBezTo>
                  <a:pt x="292" y="312"/>
                  <a:pt x="288" y="308"/>
                  <a:pt x="284" y="308"/>
                </a:cubicBezTo>
                <a:cubicBezTo>
                  <a:pt x="260" y="308"/>
                  <a:pt x="260" y="308"/>
                  <a:pt x="260" y="308"/>
                </a:cubicBezTo>
                <a:cubicBezTo>
                  <a:pt x="260" y="284"/>
                  <a:pt x="260" y="284"/>
                  <a:pt x="260" y="284"/>
                </a:cubicBezTo>
                <a:cubicBezTo>
                  <a:pt x="260" y="280"/>
                  <a:pt x="256" y="276"/>
                  <a:pt x="252" y="276"/>
                </a:cubicBezTo>
                <a:cubicBezTo>
                  <a:pt x="223" y="276"/>
                  <a:pt x="223" y="276"/>
                  <a:pt x="223" y="276"/>
                </a:cubicBezTo>
                <a:cubicBezTo>
                  <a:pt x="173" y="226"/>
                  <a:pt x="173" y="226"/>
                  <a:pt x="173" y="226"/>
                </a:cubicBezTo>
                <a:cubicBezTo>
                  <a:pt x="171" y="225"/>
                  <a:pt x="169" y="224"/>
                  <a:pt x="167" y="224"/>
                </a:cubicBezTo>
                <a:cubicBezTo>
                  <a:pt x="165" y="224"/>
                  <a:pt x="163" y="225"/>
                  <a:pt x="161" y="226"/>
                </a:cubicBezTo>
                <a:cubicBezTo>
                  <a:pt x="148" y="239"/>
                  <a:pt x="148" y="239"/>
                  <a:pt x="148" y="239"/>
                </a:cubicBezTo>
                <a:cubicBezTo>
                  <a:pt x="142" y="246"/>
                  <a:pt x="132" y="246"/>
                  <a:pt x="126" y="239"/>
                </a:cubicBezTo>
                <a:cubicBezTo>
                  <a:pt x="23" y="137"/>
                  <a:pt x="23" y="137"/>
                  <a:pt x="23" y="137"/>
                </a:cubicBezTo>
                <a:cubicBezTo>
                  <a:pt x="17" y="131"/>
                  <a:pt x="17" y="121"/>
                  <a:pt x="23" y="115"/>
                </a:cubicBezTo>
                <a:cubicBezTo>
                  <a:pt x="114" y="24"/>
                  <a:pt x="114" y="24"/>
                  <a:pt x="114" y="24"/>
                </a:cubicBezTo>
                <a:cubicBezTo>
                  <a:pt x="120" y="18"/>
                  <a:pt x="131" y="18"/>
                  <a:pt x="137" y="24"/>
                </a:cubicBezTo>
                <a:cubicBezTo>
                  <a:pt x="239" y="126"/>
                  <a:pt x="239" y="126"/>
                  <a:pt x="239" y="126"/>
                </a:cubicBezTo>
                <a:cubicBezTo>
                  <a:pt x="245" y="132"/>
                  <a:pt x="245" y="142"/>
                  <a:pt x="239" y="149"/>
                </a:cubicBezTo>
                <a:cubicBezTo>
                  <a:pt x="226" y="162"/>
                  <a:pt x="226" y="162"/>
                  <a:pt x="226" y="162"/>
                </a:cubicBezTo>
                <a:cubicBezTo>
                  <a:pt x="225" y="163"/>
                  <a:pt x="223" y="165"/>
                  <a:pt x="223" y="167"/>
                </a:cubicBezTo>
                <a:cubicBezTo>
                  <a:pt x="223" y="170"/>
                  <a:pt x="224" y="172"/>
                  <a:pt x="226" y="173"/>
                </a:cubicBezTo>
                <a:cubicBezTo>
                  <a:pt x="340" y="288"/>
                  <a:pt x="340" y="288"/>
                  <a:pt x="340" y="288"/>
                </a:cubicBezTo>
                <a:lnTo>
                  <a:pt x="340" y="34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9" name="Freeform 99"/>
          <p:cNvSpPr>
            <a:spLocks noEditPoints="1"/>
          </p:cNvSpPr>
          <p:nvPr/>
        </p:nvSpPr>
        <p:spPr bwMode="auto">
          <a:xfrm>
            <a:off x="1905000" y="4216400"/>
            <a:ext cx="575733" cy="577851"/>
          </a:xfrm>
          <a:custGeom>
            <a:avLst/>
            <a:gdLst>
              <a:gd name="T0" fmla="*/ 264 w 353"/>
              <a:gd name="T1" fmla="*/ 205 h 354"/>
              <a:gd name="T2" fmla="*/ 209 w 353"/>
              <a:gd name="T3" fmla="*/ 105 h 354"/>
              <a:gd name="T4" fmla="*/ 105 w 353"/>
              <a:gd name="T5" fmla="*/ 0 h 354"/>
              <a:gd name="T6" fmla="*/ 105 w 353"/>
              <a:gd name="T7" fmla="*/ 209 h 354"/>
              <a:gd name="T8" fmla="*/ 160 w 353"/>
              <a:gd name="T9" fmla="*/ 264 h 354"/>
              <a:gd name="T10" fmla="*/ 227 w 353"/>
              <a:gd name="T11" fmla="*/ 287 h 354"/>
              <a:gd name="T12" fmla="*/ 257 w 353"/>
              <a:gd name="T13" fmla="*/ 289 h 354"/>
              <a:gd name="T14" fmla="*/ 265 w 353"/>
              <a:gd name="T15" fmla="*/ 322 h 354"/>
              <a:gd name="T16" fmla="*/ 289 w 353"/>
              <a:gd name="T17" fmla="*/ 346 h 354"/>
              <a:gd name="T18" fmla="*/ 345 w 353"/>
              <a:gd name="T19" fmla="*/ 354 h 354"/>
              <a:gd name="T20" fmla="*/ 353 w 353"/>
              <a:gd name="T21" fmla="*/ 297 h 354"/>
              <a:gd name="T22" fmla="*/ 88 w 353"/>
              <a:gd name="T23" fmla="*/ 191 h 354"/>
              <a:gd name="T24" fmla="*/ 105 w 353"/>
              <a:gd name="T25" fmla="*/ 16 h 354"/>
              <a:gd name="T26" fmla="*/ 148 w 353"/>
              <a:gd name="T27" fmla="*/ 90 h 354"/>
              <a:gd name="T28" fmla="*/ 88 w 353"/>
              <a:gd name="T29" fmla="*/ 191 h 354"/>
              <a:gd name="T30" fmla="*/ 305 w 353"/>
              <a:gd name="T31" fmla="*/ 338 h 354"/>
              <a:gd name="T32" fmla="*/ 297 w 353"/>
              <a:gd name="T33" fmla="*/ 305 h 354"/>
              <a:gd name="T34" fmla="*/ 273 w 353"/>
              <a:gd name="T35" fmla="*/ 281 h 354"/>
              <a:gd name="T36" fmla="*/ 236 w 353"/>
              <a:gd name="T37" fmla="*/ 273 h 354"/>
              <a:gd name="T38" fmla="*/ 205 w 353"/>
              <a:gd name="T39" fmla="*/ 245 h 354"/>
              <a:gd name="T40" fmla="*/ 194 w 353"/>
              <a:gd name="T41" fmla="*/ 253 h 354"/>
              <a:gd name="T42" fmla="*/ 101 w 353"/>
              <a:gd name="T43" fmla="*/ 183 h 354"/>
              <a:gd name="T44" fmla="*/ 160 w 353"/>
              <a:gd name="T45" fmla="*/ 101 h 354"/>
              <a:gd name="T46" fmla="*/ 193 w 353"/>
              <a:gd name="T47" fmla="*/ 111 h 354"/>
              <a:gd name="T48" fmla="*/ 169 w 353"/>
              <a:gd name="T49" fmla="*/ 145 h 354"/>
              <a:gd name="T50" fmla="*/ 169 w 353"/>
              <a:gd name="T51" fmla="*/ 193 h 354"/>
              <a:gd name="T52" fmla="*/ 192 w 353"/>
              <a:gd name="T53" fmla="*/ 162 h 354"/>
              <a:gd name="T54" fmla="*/ 252 w 353"/>
              <a:gd name="T55" fmla="*/ 171 h 354"/>
              <a:gd name="T56" fmla="*/ 248 w 353"/>
              <a:gd name="T57" fmla="*/ 199 h 354"/>
              <a:gd name="T58" fmla="*/ 247 w 353"/>
              <a:gd name="T59" fmla="*/ 210 h 354"/>
              <a:gd name="T60" fmla="*/ 337 w 353"/>
              <a:gd name="T61" fmla="*/ 338 h 354"/>
              <a:gd name="T62" fmla="*/ 169 w 353"/>
              <a:gd name="T63" fmla="*/ 177 h 354"/>
              <a:gd name="T64" fmla="*/ 169 w 353"/>
              <a:gd name="T65" fmla="*/ 161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353" h="354">
                <a:moveTo>
                  <a:pt x="351" y="292"/>
                </a:moveTo>
                <a:cubicBezTo>
                  <a:pt x="264" y="205"/>
                  <a:pt x="264" y="205"/>
                  <a:pt x="264" y="205"/>
                </a:cubicBezTo>
                <a:cubicBezTo>
                  <a:pt x="276" y="192"/>
                  <a:pt x="276" y="172"/>
                  <a:pt x="264" y="160"/>
                </a:cubicBezTo>
                <a:cubicBezTo>
                  <a:pt x="209" y="105"/>
                  <a:pt x="209" y="105"/>
                  <a:pt x="209" y="105"/>
                </a:cubicBezTo>
                <a:cubicBezTo>
                  <a:pt x="209" y="105"/>
                  <a:pt x="209" y="105"/>
                  <a:pt x="209" y="105"/>
                </a:cubicBezTo>
                <a:cubicBezTo>
                  <a:pt x="209" y="47"/>
                  <a:pt x="162" y="0"/>
                  <a:pt x="105" y="0"/>
                </a:cubicBezTo>
                <a:cubicBezTo>
                  <a:pt x="47" y="0"/>
                  <a:pt x="0" y="47"/>
                  <a:pt x="0" y="105"/>
                </a:cubicBezTo>
                <a:cubicBezTo>
                  <a:pt x="0" y="162"/>
                  <a:pt x="47" y="209"/>
                  <a:pt x="105" y="209"/>
                </a:cubicBezTo>
                <a:cubicBezTo>
                  <a:pt x="105" y="209"/>
                  <a:pt x="105" y="209"/>
                  <a:pt x="105" y="209"/>
                </a:cubicBezTo>
                <a:cubicBezTo>
                  <a:pt x="160" y="264"/>
                  <a:pt x="160" y="264"/>
                  <a:pt x="160" y="264"/>
                </a:cubicBezTo>
                <a:cubicBezTo>
                  <a:pt x="172" y="276"/>
                  <a:pt x="192" y="276"/>
                  <a:pt x="205" y="264"/>
                </a:cubicBezTo>
                <a:cubicBezTo>
                  <a:pt x="227" y="287"/>
                  <a:pt x="227" y="287"/>
                  <a:pt x="227" y="287"/>
                </a:cubicBezTo>
                <a:cubicBezTo>
                  <a:pt x="229" y="289"/>
                  <a:pt x="231" y="289"/>
                  <a:pt x="233" y="289"/>
                </a:cubicBezTo>
                <a:cubicBezTo>
                  <a:pt x="257" y="289"/>
                  <a:pt x="257" y="289"/>
                  <a:pt x="257" y="289"/>
                </a:cubicBezTo>
                <a:cubicBezTo>
                  <a:pt x="257" y="314"/>
                  <a:pt x="257" y="314"/>
                  <a:pt x="257" y="314"/>
                </a:cubicBezTo>
                <a:cubicBezTo>
                  <a:pt x="257" y="318"/>
                  <a:pt x="261" y="322"/>
                  <a:pt x="265" y="322"/>
                </a:cubicBezTo>
                <a:cubicBezTo>
                  <a:pt x="289" y="322"/>
                  <a:pt x="289" y="322"/>
                  <a:pt x="289" y="322"/>
                </a:cubicBezTo>
                <a:cubicBezTo>
                  <a:pt x="289" y="346"/>
                  <a:pt x="289" y="346"/>
                  <a:pt x="289" y="346"/>
                </a:cubicBezTo>
                <a:cubicBezTo>
                  <a:pt x="289" y="350"/>
                  <a:pt x="293" y="354"/>
                  <a:pt x="297" y="354"/>
                </a:cubicBezTo>
                <a:cubicBezTo>
                  <a:pt x="345" y="354"/>
                  <a:pt x="345" y="354"/>
                  <a:pt x="345" y="354"/>
                </a:cubicBezTo>
                <a:cubicBezTo>
                  <a:pt x="350" y="354"/>
                  <a:pt x="353" y="350"/>
                  <a:pt x="353" y="346"/>
                </a:cubicBezTo>
                <a:cubicBezTo>
                  <a:pt x="353" y="297"/>
                  <a:pt x="353" y="297"/>
                  <a:pt x="353" y="297"/>
                </a:cubicBezTo>
                <a:cubicBezTo>
                  <a:pt x="353" y="295"/>
                  <a:pt x="353" y="293"/>
                  <a:pt x="351" y="292"/>
                </a:cubicBezTo>
                <a:moveTo>
                  <a:pt x="88" y="191"/>
                </a:moveTo>
                <a:cubicBezTo>
                  <a:pt x="47" y="183"/>
                  <a:pt x="16" y="148"/>
                  <a:pt x="16" y="105"/>
                </a:cubicBezTo>
                <a:cubicBezTo>
                  <a:pt x="16" y="56"/>
                  <a:pt x="56" y="16"/>
                  <a:pt x="105" y="16"/>
                </a:cubicBezTo>
                <a:cubicBezTo>
                  <a:pt x="148" y="16"/>
                  <a:pt x="183" y="47"/>
                  <a:pt x="191" y="88"/>
                </a:cubicBezTo>
                <a:cubicBezTo>
                  <a:pt x="179" y="78"/>
                  <a:pt x="160" y="78"/>
                  <a:pt x="148" y="90"/>
                </a:cubicBezTo>
                <a:cubicBezTo>
                  <a:pt x="90" y="149"/>
                  <a:pt x="90" y="149"/>
                  <a:pt x="90" y="149"/>
                </a:cubicBezTo>
                <a:cubicBezTo>
                  <a:pt x="78" y="160"/>
                  <a:pt x="77" y="179"/>
                  <a:pt x="88" y="191"/>
                </a:cubicBezTo>
                <a:moveTo>
                  <a:pt x="337" y="338"/>
                </a:moveTo>
                <a:cubicBezTo>
                  <a:pt x="305" y="338"/>
                  <a:pt x="305" y="338"/>
                  <a:pt x="305" y="338"/>
                </a:cubicBezTo>
                <a:cubicBezTo>
                  <a:pt x="305" y="314"/>
                  <a:pt x="305" y="314"/>
                  <a:pt x="305" y="314"/>
                </a:cubicBezTo>
                <a:cubicBezTo>
                  <a:pt x="305" y="309"/>
                  <a:pt x="302" y="305"/>
                  <a:pt x="297" y="305"/>
                </a:cubicBezTo>
                <a:cubicBezTo>
                  <a:pt x="273" y="305"/>
                  <a:pt x="273" y="305"/>
                  <a:pt x="273" y="305"/>
                </a:cubicBezTo>
                <a:cubicBezTo>
                  <a:pt x="273" y="281"/>
                  <a:pt x="273" y="281"/>
                  <a:pt x="273" y="281"/>
                </a:cubicBezTo>
                <a:cubicBezTo>
                  <a:pt x="273" y="277"/>
                  <a:pt x="270" y="273"/>
                  <a:pt x="265" y="273"/>
                </a:cubicBezTo>
                <a:cubicBezTo>
                  <a:pt x="236" y="273"/>
                  <a:pt x="236" y="273"/>
                  <a:pt x="236" y="273"/>
                </a:cubicBezTo>
                <a:cubicBezTo>
                  <a:pt x="210" y="247"/>
                  <a:pt x="210" y="247"/>
                  <a:pt x="210" y="247"/>
                </a:cubicBezTo>
                <a:cubicBezTo>
                  <a:pt x="209" y="246"/>
                  <a:pt x="207" y="245"/>
                  <a:pt x="205" y="245"/>
                </a:cubicBezTo>
                <a:cubicBezTo>
                  <a:pt x="202" y="245"/>
                  <a:pt x="200" y="246"/>
                  <a:pt x="199" y="248"/>
                </a:cubicBezTo>
                <a:cubicBezTo>
                  <a:pt x="194" y="253"/>
                  <a:pt x="194" y="253"/>
                  <a:pt x="194" y="253"/>
                </a:cubicBezTo>
                <a:cubicBezTo>
                  <a:pt x="187" y="259"/>
                  <a:pt x="177" y="259"/>
                  <a:pt x="171" y="253"/>
                </a:cubicBezTo>
                <a:cubicBezTo>
                  <a:pt x="101" y="183"/>
                  <a:pt x="101" y="183"/>
                  <a:pt x="101" y="183"/>
                </a:cubicBezTo>
                <a:cubicBezTo>
                  <a:pt x="95" y="176"/>
                  <a:pt x="95" y="166"/>
                  <a:pt x="101" y="160"/>
                </a:cubicBezTo>
                <a:cubicBezTo>
                  <a:pt x="160" y="101"/>
                  <a:pt x="160" y="101"/>
                  <a:pt x="160" y="101"/>
                </a:cubicBezTo>
                <a:cubicBezTo>
                  <a:pt x="166" y="95"/>
                  <a:pt x="176" y="95"/>
                  <a:pt x="182" y="101"/>
                </a:cubicBezTo>
                <a:cubicBezTo>
                  <a:pt x="193" y="111"/>
                  <a:pt x="193" y="111"/>
                  <a:pt x="193" y="111"/>
                </a:cubicBezTo>
                <a:cubicBezTo>
                  <a:pt x="192" y="125"/>
                  <a:pt x="188" y="137"/>
                  <a:pt x="181" y="148"/>
                </a:cubicBezTo>
                <a:cubicBezTo>
                  <a:pt x="178" y="146"/>
                  <a:pt x="173" y="145"/>
                  <a:pt x="169" y="145"/>
                </a:cubicBezTo>
                <a:cubicBezTo>
                  <a:pt x="156" y="145"/>
                  <a:pt x="145" y="156"/>
                  <a:pt x="145" y="169"/>
                </a:cubicBezTo>
                <a:cubicBezTo>
                  <a:pt x="145" y="182"/>
                  <a:pt x="156" y="193"/>
                  <a:pt x="169" y="193"/>
                </a:cubicBezTo>
                <a:cubicBezTo>
                  <a:pt x="182" y="193"/>
                  <a:pt x="193" y="182"/>
                  <a:pt x="193" y="169"/>
                </a:cubicBezTo>
                <a:cubicBezTo>
                  <a:pt x="193" y="167"/>
                  <a:pt x="192" y="164"/>
                  <a:pt x="192" y="162"/>
                </a:cubicBezTo>
                <a:cubicBezTo>
                  <a:pt x="199" y="151"/>
                  <a:pt x="204" y="139"/>
                  <a:pt x="207" y="126"/>
                </a:cubicBezTo>
                <a:cubicBezTo>
                  <a:pt x="252" y="171"/>
                  <a:pt x="252" y="171"/>
                  <a:pt x="252" y="171"/>
                </a:cubicBezTo>
                <a:cubicBezTo>
                  <a:pt x="259" y="178"/>
                  <a:pt x="259" y="188"/>
                  <a:pt x="252" y="194"/>
                </a:cubicBezTo>
                <a:cubicBezTo>
                  <a:pt x="248" y="199"/>
                  <a:pt x="248" y="199"/>
                  <a:pt x="248" y="199"/>
                </a:cubicBezTo>
                <a:cubicBezTo>
                  <a:pt x="246" y="200"/>
                  <a:pt x="245" y="202"/>
                  <a:pt x="245" y="205"/>
                </a:cubicBezTo>
                <a:cubicBezTo>
                  <a:pt x="245" y="207"/>
                  <a:pt x="246" y="209"/>
                  <a:pt x="247" y="210"/>
                </a:cubicBezTo>
                <a:cubicBezTo>
                  <a:pt x="337" y="301"/>
                  <a:pt x="337" y="301"/>
                  <a:pt x="337" y="301"/>
                </a:cubicBezTo>
                <a:lnTo>
                  <a:pt x="337" y="338"/>
                </a:lnTo>
                <a:close/>
                <a:moveTo>
                  <a:pt x="177" y="169"/>
                </a:moveTo>
                <a:cubicBezTo>
                  <a:pt x="177" y="173"/>
                  <a:pt x="173" y="177"/>
                  <a:pt x="169" y="177"/>
                </a:cubicBezTo>
                <a:cubicBezTo>
                  <a:pt x="164" y="177"/>
                  <a:pt x="161" y="173"/>
                  <a:pt x="161" y="169"/>
                </a:cubicBezTo>
                <a:cubicBezTo>
                  <a:pt x="161" y="165"/>
                  <a:pt x="164" y="161"/>
                  <a:pt x="169" y="161"/>
                </a:cubicBezTo>
                <a:cubicBezTo>
                  <a:pt x="173" y="161"/>
                  <a:pt x="177" y="165"/>
                  <a:pt x="177" y="169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00" name="Freeform 100"/>
          <p:cNvSpPr>
            <a:spLocks noEditPoints="1"/>
          </p:cNvSpPr>
          <p:nvPr/>
        </p:nvSpPr>
        <p:spPr bwMode="auto">
          <a:xfrm>
            <a:off x="3005667" y="4271434"/>
            <a:ext cx="575733" cy="472017"/>
          </a:xfrm>
          <a:custGeom>
            <a:avLst/>
            <a:gdLst>
              <a:gd name="T0" fmla="*/ 321 w 353"/>
              <a:gd name="T1" fmla="*/ 112 h 289"/>
              <a:gd name="T2" fmla="*/ 32 w 353"/>
              <a:gd name="T3" fmla="*/ 112 h 289"/>
              <a:gd name="T4" fmla="*/ 0 w 353"/>
              <a:gd name="T5" fmla="*/ 144 h 289"/>
              <a:gd name="T6" fmla="*/ 32 w 353"/>
              <a:gd name="T7" fmla="*/ 176 h 289"/>
              <a:gd name="T8" fmla="*/ 321 w 353"/>
              <a:gd name="T9" fmla="*/ 176 h 289"/>
              <a:gd name="T10" fmla="*/ 353 w 353"/>
              <a:gd name="T11" fmla="*/ 144 h 289"/>
              <a:gd name="T12" fmla="*/ 321 w 353"/>
              <a:gd name="T13" fmla="*/ 112 h 289"/>
              <a:gd name="T14" fmla="*/ 321 w 353"/>
              <a:gd name="T15" fmla="*/ 160 h 289"/>
              <a:gd name="T16" fmla="*/ 32 w 353"/>
              <a:gd name="T17" fmla="*/ 160 h 289"/>
              <a:gd name="T18" fmla="*/ 16 w 353"/>
              <a:gd name="T19" fmla="*/ 144 h 289"/>
              <a:gd name="T20" fmla="*/ 32 w 353"/>
              <a:gd name="T21" fmla="*/ 128 h 289"/>
              <a:gd name="T22" fmla="*/ 321 w 353"/>
              <a:gd name="T23" fmla="*/ 128 h 289"/>
              <a:gd name="T24" fmla="*/ 337 w 353"/>
              <a:gd name="T25" fmla="*/ 144 h 289"/>
              <a:gd name="T26" fmla="*/ 321 w 353"/>
              <a:gd name="T27" fmla="*/ 160 h 289"/>
              <a:gd name="T28" fmla="*/ 32 w 353"/>
              <a:gd name="T29" fmla="*/ 64 h 289"/>
              <a:gd name="T30" fmla="*/ 321 w 353"/>
              <a:gd name="T31" fmla="*/ 64 h 289"/>
              <a:gd name="T32" fmla="*/ 353 w 353"/>
              <a:gd name="T33" fmla="*/ 32 h 289"/>
              <a:gd name="T34" fmla="*/ 321 w 353"/>
              <a:gd name="T35" fmla="*/ 0 h 289"/>
              <a:gd name="T36" fmla="*/ 32 w 353"/>
              <a:gd name="T37" fmla="*/ 0 h 289"/>
              <a:gd name="T38" fmla="*/ 0 w 353"/>
              <a:gd name="T39" fmla="*/ 32 h 289"/>
              <a:gd name="T40" fmla="*/ 32 w 353"/>
              <a:gd name="T41" fmla="*/ 64 h 289"/>
              <a:gd name="T42" fmla="*/ 32 w 353"/>
              <a:gd name="T43" fmla="*/ 16 h 289"/>
              <a:gd name="T44" fmla="*/ 321 w 353"/>
              <a:gd name="T45" fmla="*/ 16 h 289"/>
              <a:gd name="T46" fmla="*/ 337 w 353"/>
              <a:gd name="T47" fmla="*/ 32 h 289"/>
              <a:gd name="T48" fmla="*/ 321 w 353"/>
              <a:gd name="T49" fmla="*/ 48 h 289"/>
              <a:gd name="T50" fmla="*/ 32 w 353"/>
              <a:gd name="T51" fmla="*/ 48 h 289"/>
              <a:gd name="T52" fmla="*/ 16 w 353"/>
              <a:gd name="T53" fmla="*/ 32 h 289"/>
              <a:gd name="T54" fmla="*/ 32 w 353"/>
              <a:gd name="T55" fmla="*/ 16 h 289"/>
              <a:gd name="T56" fmla="*/ 321 w 353"/>
              <a:gd name="T57" fmla="*/ 224 h 289"/>
              <a:gd name="T58" fmla="*/ 32 w 353"/>
              <a:gd name="T59" fmla="*/ 224 h 289"/>
              <a:gd name="T60" fmla="*/ 0 w 353"/>
              <a:gd name="T61" fmla="*/ 256 h 289"/>
              <a:gd name="T62" fmla="*/ 32 w 353"/>
              <a:gd name="T63" fmla="*/ 289 h 289"/>
              <a:gd name="T64" fmla="*/ 321 w 353"/>
              <a:gd name="T65" fmla="*/ 289 h 289"/>
              <a:gd name="T66" fmla="*/ 353 w 353"/>
              <a:gd name="T67" fmla="*/ 256 h 289"/>
              <a:gd name="T68" fmla="*/ 321 w 353"/>
              <a:gd name="T69" fmla="*/ 224 h 289"/>
              <a:gd name="T70" fmla="*/ 321 w 353"/>
              <a:gd name="T71" fmla="*/ 272 h 289"/>
              <a:gd name="T72" fmla="*/ 32 w 353"/>
              <a:gd name="T73" fmla="*/ 272 h 289"/>
              <a:gd name="T74" fmla="*/ 16 w 353"/>
              <a:gd name="T75" fmla="*/ 256 h 289"/>
              <a:gd name="T76" fmla="*/ 32 w 353"/>
              <a:gd name="T77" fmla="*/ 240 h 289"/>
              <a:gd name="T78" fmla="*/ 321 w 353"/>
              <a:gd name="T79" fmla="*/ 240 h 289"/>
              <a:gd name="T80" fmla="*/ 337 w 353"/>
              <a:gd name="T81" fmla="*/ 256 h 289"/>
              <a:gd name="T82" fmla="*/ 321 w 353"/>
              <a:gd name="T83" fmla="*/ 272 h 2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353" h="289">
                <a:moveTo>
                  <a:pt x="321" y="112"/>
                </a:moveTo>
                <a:cubicBezTo>
                  <a:pt x="32" y="112"/>
                  <a:pt x="32" y="112"/>
                  <a:pt x="32" y="112"/>
                </a:cubicBezTo>
                <a:cubicBezTo>
                  <a:pt x="14" y="112"/>
                  <a:pt x="0" y="126"/>
                  <a:pt x="0" y="144"/>
                </a:cubicBezTo>
                <a:cubicBezTo>
                  <a:pt x="0" y="162"/>
                  <a:pt x="14" y="176"/>
                  <a:pt x="32" y="176"/>
                </a:cubicBezTo>
                <a:cubicBezTo>
                  <a:pt x="321" y="176"/>
                  <a:pt x="321" y="176"/>
                  <a:pt x="321" y="176"/>
                </a:cubicBezTo>
                <a:cubicBezTo>
                  <a:pt x="338" y="176"/>
                  <a:pt x="353" y="162"/>
                  <a:pt x="353" y="144"/>
                </a:cubicBezTo>
                <a:cubicBezTo>
                  <a:pt x="353" y="126"/>
                  <a:pt x="338" y="112"/>
                  <a:pt x="321" y="112"/>
                </a:cubicBezTo>
                <a:moveTo>
                  <a:pt x="321" y="160"/>
                </a:moveTo>
                <a:cubicBezTo>
                  <a:pt x="32" y="160"/>
                  <a:pt x="32" y="160"/>
                  <a:pt x="32" y="160"/>
                </a:cubicBezTo>
                <a:cubicBezTo>
                  <a:pt x="23" y="160"/>
                  <a:pt x="16" y="153"/>
                  <a:pt x="16" y="144"/>
                </a:cubicBezTo>
                <a:cubicBezTo>
                  <a:pt x="16" y="135"/>
                  <a:pt x="23" y="128"/>
                  <a:pt x="32" y="128"/>
                </a:cubicBezTo>
                <a:cubicBezTo>
                  <a:pt x="321" y="128"/>
                  <a:pt x="321" y="128"/>
                  <a:pt x="321" y="128"/>
                </a:cubicBezTo>
                <a:cubicBezTo>
                  <a:pt x="330" y="128"/>
                  <a:pt x="337" y="135"/>
                  <a:pt x="337" y="144"/>
                </a:cubicBezTo>
                <a:cubicBezTo>
                  <a:pt x="337" y="153"/>
                  <a:pt x="330" y="160"/>
                  <a:pt x="321" y="160"/>
                </a:cubicBezTo>
                <a:moveTo>
                  <a:pt x="32" y="64"/>
                </a:moveTo>
                <a:cubicBezTo>
                  <a:pt x="321" y="64"/>
                  <a:pt x="321" y="64"/>
                  <a:pt x="321" y="64"/>
                </a:cubicBezTo>
                <a:cubicBezTo>
                  <a:pt x="338" y="64"/>
                  <a:pt x="353" y="49"/>
                  <a:pt x="353" y="32"/>
                </a:cubicBezTo>
                <a:cubicBezTo>
                  <a:pt x="353" y="14"/>
                  <a:pt x="338" y="0"/>
                  <a:pt x="321" y="0"/>
                </a:cubicBez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4"/>
                  <a:pt x="0" y="32"/>
                </a:cubicBezTo>
                <a:cubicBezTo>
                  <a:pt x="0" y="49"/>
                  <a:pt x="14" y="64"/>
                  <a:pt x="32" y="64"/>
                </a:cubicBezTo>
                <a:moveTo>
                  <a:pt x="32" y="16"/>
                </a:move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3"/>
                  <a:pt x="337" y="32"/>
                </a:cubicBezTo>
                <a:cubicBezTo>
                  <a:pt x="337" y="41"/>
                  <a:pt x="330" y="48"/>
                  <a:pt x="321" y="48"/>
                </a:cubicBezTo>
                <a:cubicBezTo>
                  <a:pt x="32" y="48"/>
                  <a:pt x="32" y="48"/>
                  <a:pt x="32" y="48"/>
                </a:cubicBezTo>
                <a:cubicBezTo>
                  <a:pt x="23" y="48"/>
                  <a:pt x="16" y="41"/>
                  <a:pt x="16" y="32"/>
                </a:cubicBezTo>
                <a:cubicBezTo>
                  <a:pt x="16" y="23"/>
                  <a:pt x="23" y="16"/>
                  <a:pt x="32" y="16"/>
                </a:cubicBezTo>
                <a:moveTo>
                  <a:pt x="321" y="224"/>
                </a:moveTo>
                <a:cubicBezTo>
                  <a:pt x="32" y="224"/>
                  <a:pt x="32" y="224"/>
                  <a:pt x="32" y="224"/>
                </a:cubicBezTo>
                <a:cubicBezTo>
                  <a:pt x="14" y="224"/>
                  <a:pt x="0" y="239"/>
                  <a:pt x="0" y="256"/>
                </a:cubicBezTo>
                <a:cubicBezTo>
                  <a:pt x="0" y="274"/>
                  <a:pt x="14" y="289"/>
                  <a:pt x="32" y="289"/>
                </a:cubicBezTo>
                <a:cubicBezTo>
                  <a:pt x="321" y="289"/>
                  <a:pt x="321" y="289"/>
                  <a:pt x="321" y="289"/>
                </a:cubicBezTo>
                <a:cubicBezTo>
                  <a:pt x="338" y="289"/>
                  <a:pt x="353" y="274"/>
                  <a:pt x="353" y="256"/>
                </a:cubicBezTo>
                <a:cubicBezTo>
                  <a:pt x="353" y="239"/>
                  <a:pt x="338" y="224"/>
                  <a:pt x="321" y="224"/>
                </a:cubicBezTo>
                <a:moveTo>
                  <a:pt x="321" y="272"/>
                </a:moveTo>
                <a:cubicBezTo>
                  <a:pt x="32" y="272"/>
                  <a:pt x="32" y="272"/>
                  <a:pt x="32" y="272"/>
                </a:cubicBezTo>
                <a:cubicBezTo>
                  <a:pt x="23" y="272"/>
                  <a:pt x="16" y="265"/>
                  <a:pt x="16" y="256"/>
                </a:cubicBezTo>
                <a:cubicBezTo>
                  <a:pt x="16" y="248"/>
                  <a:pt x="23" y="240"/>
                  <a:pt x="32" y="240"/>
                </a:cubicBezTo>
                <a:cubicBezTo>
                  <a:pt x="321" y="240"/>
                  <a:pt x="321" y="240"/>
                  <a:pt x="321" y="240"/>
                </a:cubicBezTo>
                <a:cubicBezTo>
                  <a:pt x="330" y="240"/>
                  <a:pt x="337" y="248"/>
                  <a:pt x="337" y="256"/>
                </a:cubicBezTo>
                <a:cubicBezTo>
                  <a:pt x="337" y="265"/>
                  <a:pt x="330" y="272"/>
                  <a:pt x="321" y="272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01" name="Freeform 101"/>
          <p:cNvSpPr>
            <a:spLocks noEditPoints="1"/>
          </p:cNvSpPr>
          <p:nvPr/>
        </p:nvSpPr>
        <p:spPr bwMode="auto">
          <a:xfrm>
            <a:off x="4106334" y="4271434"/>
            <a:ext cx="575733" cy="472017"/>
          </a:xfrm>
          <a:custGeom>
            <a:avLst/>
            <a:gdLst>
              <a:gd name="T0" fmla="*/ 0 w 353"/>
              <a:gd name="T1" fmla="*/ 256 h 289"/>
              <a:gd name="T2" fmla="*/ 64 w 353"/>
              <a:gd name="T3" fmla="*/ 256 h 289"/>
              <a:gd name="T4" fmla="*/ 32 w 353"/>
              <a:gd name="T5" fmla="*/ 272 h 289"/>
              <a:gd name="T6" fmla="*/ 32 w 353"/>
              <a:gd name="T7" fmla="*/ 240 h 289"/>
              <a:gd name="T8" fmla="*/ 32 w 353"/>
              <a:gd name="T9" fmla="*/ 272 h 289"/>
              <a:gd name="T10" fmla="*/ 321 w 353"/>
              <a:gd name="T11" fmla="*/ 64 h 289"/>
              <a:gd name="T12" fmla="*/ 321 w 353"/>
              <a:gd name="T13" fmla="*/ 0 h 289"/>
              <a:gd name="T14" fmla="*/ 96 w 353"/>
              <a:gd name="T15" fmla="*/ 32 h 289"/>
              <a:gd name="T16" fmla="*/ 128 w 353"/>
              <a:gd name="T17" fmla="*/ 16 h 289"/>
              <a:gd name="T18" fmla="*/ 337 w 353"/>
              <a:gd name="T19" fmla="*/ 32 h 289"/>
              <a:gd name="T20" fmla="*/ 128 w 353"/>
              <a:gd name="T21" fmla="*/ 48 h 289"/>
              <a:gd name="T22" fmla="*/ 128 w 353"/>
              <a:gd name="T23" fmla="*/ 16 h 289"/>
              <a:gd name="T24" fmla="*/ 128 w 353"/>
              <a:gd name="T25" fmla="*/ 224 h 289"/>
              <a:gd name="T26" fmla="*/ 128 w 353"/>
              <a:gd name="T27" fmla="*/ 289 h 289"/>
              <a:gd name="T28" fmla="*/ 353 w 353"/>
              <a:gd name="T29" fmla="*/ 256 h 289"/>
              <a:gd name="T30" fmla="*/ 321 w 353"/>
              <a:gd name="T31" fmla="*/ 272 h 289"/>
              <a:gd name="T32" fmla="*/ 112 w 353"/>
              <a:gd name="T33" fmla="*/ 256 h 289"/>
              <a:gd name="T34" fmla="*/ 321 w 353"/>
              <a:gd name="T35" fmla="*/ 240 h 289"/>
              <a:gd name="T36" fmla="*/ 321 w 353"/>
              <a:gd name="T37" fmla="*/ 272 h 289"/>
              <a:gd name="T38" fmla="*/ 128 w 353"/>
              <a:gd name="T39" fmla="*/ 112 h 289"/>
              <a:gd name="T40" fmla="*/ 128 w 353"/>
              <a:gd name="T41" fmla="*/ 176 h 289"/>
              <a:gd name="T42" fmla="*/ 353 w 353"/>
              <a:gd name="T43" fmla="*/ 144 h 289"/>
              <a:gd name="T44" fmla="*/ 321 w 353"/>
              <a:gd name="T45" fmla="*/ 160 h 289"/>
              <a:gd name="T46" fmla="*/ 112 w 353"/>
              <a:gd name="T47" fmla="*/ 144 h 289"/>
              <a:gd name="T48" fmla="*/ 321 w 353"/>
              <a:gd name="T49" fmla="*/ 128 h 289"/>
              <a:gd name="T50" fmla="*/ 321 w 353"/>
              <a:gd name="T51" fmla="*/ 160 h 289"/>
              <a:gd name="T52" fmla="*/ 0 w 353"/>
              <a:gd name="T53" fmla="*/ 144 h 289"/>
              <a:gd name="T54" fmla="*/ 64 w 353"/>
              <a:gd name="T55" fmla="*/ 144 h 289"/>
              <a:gd name="T56" fmla="*/ 32 w 353"/>
              <a:gd name="T57" fmla="*/ 160 h 289"/>
              <a:gd name="T58" fmla="*/ 32 w 353"/>
              <a:gd name="T59" fmla="*/ 128 h 289"/>
              <a:gd name="T60" fmla="*/ 32 w 353"/>
              <a:gd name="T61" fmla="*/ 160 h 289"/>
              <a:gd name="T62" fmla="*/ 0 w 353"/>
              <a:gd name="T63" fmla="*/ 32 h 289"/>
              <a:gd name="T64" fmla="*/ 64 w 353"/>
              <a:gd name="T65" fmla="*/ 32 h 289"/>
              <a:gd name="T66" fmla="*/ 32 w 353"/>
              <a:gd name="T67" fmla="*/ 48 h 289"/>
              <a:gd name="T68" fmla="*/ 32 w 353"/>
              <a:gd name="T69" fmla="*/ 16 h 289"/>
              <a:gd name="T70" fmla="*/ 32 w 353"/>
              <a:gd name="T71" fmla="*/ 48 h 2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353" h="289">
                <a:moveTo>
                  <a:pt x="32" y="224"/>
                </a:moveTo>
                <a:cubicBezTo>
                  <a:pt x="14" y="224"/>
                  <a:pt x="0" y="239"/>
                  <a:pt x="0" y="256"/>
                </a:cubicBezTo>
                <a:cubicBezTo>
                  <a:pt x="0" y="274"/>
                  <a:pt x="14" y="289"/>
                  <a:pt x="32" y="289"/>
                </a:cubicBezTo>
                <a:cubicBezTo>
                  <a:pt x="50" y="289"/>
                  <a:pt x="64" y="274"/>
                  <a:pt x="64" y="256"/>
                </a:cubicBezTo>
                <a:cubicBezTo>
                  <a:pt x="64" y="239"/>
                  <a:pt x="50" y="224"/>
                  <a:pt x="32" y="224"/>
                </a:cubicBezTo>
                <a:moveTo>
                  <a:pt x="32" y="272"/>
                </a:moveTo>
                <a:cubicBezTo>
                  <a:pt x="23" y="272"/>
                  <a:pt x="16" y="265"/>
                  <a:pt x="16" y="256"/>
                </a:cubicBezTo>
                <a:cubicBezTo>
                  <a:pt x="16" y="248"/>
                  <a:pt x="23" y="240"/>
                  <a:pt x="32" y="240"/>
                </a:cubicBezTo>
                <a:cubicBezTo>
                  <a:pt x="41" y="240"/>
                  <a:pt x="48" y="248"/>
                  <a:pt x="48" y="256"/>
                </a:cubicBezTo>
                <a:cubicBezTo>
                  <a:pt x="48" y="265"/>
                  <a:pt x="41" y="272"/>
                  <a:pt x="32" y="272"/>
                </a:cubicBezTo>
                <a:moveTo>
                  <a:pt x="128" y="64"/>
                </a:moveTo>
                <a:cubicBezTo>
                  <a:pt x="321" y="64"/>
                  <a:pt x="321" y="64"/>
                  <a:pt x="321" y="64"/>
                </a:cubicBezTo>
                <a:cubicBezTo>
                  <a:pt x="339" y="64"/>
                  <a:pt x="353" y="49"/>
                  <a:pt x="353" y="32"/>
                </a:cubicBezTo>
                <a:cubicBezTo>
                  <a:pt x="353" y="14"/>
                  <a:pt x="339" y="0"/>
                  <a:pt x="321" y="0"/>
                </a:cubicBezTo>
                <a:cubicBezTo>
                  <a:pt x="128" y="0"/>
                  <a:pt x="128" y="0"/>
                  <a:pt x="128" y="0"/>
                </a:cubicBezTo>
                <a:cubicBezTo>
                  <a:pt x="111" y="0"/>
                  <a:pt x="96" y="14"/>
                  <a:pt x="96" y="32"/>
                </a:cubicBezTo>
                <a:cubicBezTo>
                  <a:pt x="96" y="49"/>
                  <a:pt x="111" y="64"/>
                  <a:pt x="128" y="64"/>
                </a:cubicBezTo>
                <a:moveTo>
                  <a:pt x="128" y="16"/>
                </a:move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3"/>
                  <a:pt x="337" y="32"/>
                </a:cubicBezTo>
                <a:cubicBezTo>
                  <a:pt x="337" y="41"/>
                  <a:pt x="330" y="48"/>
                  <a:pt x="321" y="48"/>
                </a:cubicBezTo>
                <a:cubicBezTo>
                  <a:pt x="128" y="48"/>
                  <a:pt x="128" y="48"/>
                  <a:pt x="128" y="48"/>
                </a:cubicBezTo>
                <a:cubicBezTo>
                  <a:pt x="119" y="48"/>
                  <a:pt x="112" y="41"/>
                  <a:pt x="112" y="32"/>
                </a:cubicBezTo>
                <a:cubicBezTo>
                  <a:pt x="112" y="23"/>
                  <a:pt x="119" y="16"/>
                  <a:pt x="128" y="16"/>
                </a:cubicBezTo>
                <a:moveTo>
                  <a:pt x="321" y="224"/>
                </a:moveTo>
                <a:cubicBezTo>
                  <a:pt x="128" y="224"/>
                  <a:pt x="128" y="224"/>
                  <a:pt x="128" y="224"/>
                </a:cubicBezTo>
                <a:cubicBezTo>
                  <a:pt x="111" y="224"/>
                  <a:pt x="96" y="239"/>
                  <a:pt x="96" y="256"/>
                </a:cubicBezTo>
                <a:cubicBezTo>
                  <a:pt x="96" y="274"/>
                  <a:pt x="111" y="289"/>
                  <a:pt x="128" y="289"/>
                </a:cubicBezTo>
                <a:cubicBezTo>
                  <a:pt x="321" y="289"/>
                  <a:pt x="321" y="289"/>
                  <a:pt x="321" y="289"/>
                </a:cubicBezTo>
                <a:cubicBezTo>
                  <a:pt x="339" y="289"/>
                  <a:pt x="353" y="274"/>
                  <a:pt x="353" y="256"/>
                </a:cubicBezTo>
                <a:cubicBezTo>
                  <a:pt x="353" y="239"/>
                  <a:pt x="339" y="224"/>
                  <a:pt x="321" y="224"/>
                </a:cubicBezTo>
                <a:moveTo>
                  <a:pt x="321" y="272"/>
                </a:moveTo>
                <a:cubicBezTo>
                  <a:pt x="128" y="272"/>
                  <a:pt x="128" y="272"/>
                  <a:pt x="128" y="272"/>
                </a:cubicBezTo>
                <a:cubicBezTo>
                  <a:pt x="119" y="272"/>
                  <a:pt x="112" y="265"/>
                  <a:pt x="112" y="256"/>
                </a:cubicBezTo>
                <a:cubicBezTo>
                  <a:pt x="112" y="248"/>
                  <a:pt x="119" y="240"/>
                  <a:pt x="128" y="240"/>
                </a:cubicBezTo>
                <a:cubicBezTo>
                  <a:pt x="321" y="240"/>
                  <a:pt x="321" y="240"/>
                  <a:pt x="321" y="240"/>
                </a:cubicBezTo>
                <a:cubicBezTo>
                  <a:pt x="330" y="240"/>
                  <a:pt x="337" y="248"/>
                  <a:pt x="337" y="256"/>
                </a:cubicBezTo>
                <a:cubicBezTo>
                  <a:pt x="337" y="265"/>
                  <a:pt x="330" y="272"/>
                  <a:pt x="321" y="272"/>
                </a:cubicBezTo>
                <a:moveTo>
                  <a:pt x="321" y="112"/>
                </a:moveTo>
                <a:cubicBezTo>
                  <a:pt x="128" y="112"/>
                  <a:pt x="128" y="112"/>
                  <a:pt x="128" y="112"/>
                </a:cubicBezTo>
                <a:cubicBezTo>
                  <a:pt x="111" y="112"/>
                  <a:pt x="96" y="126"/>
                  <a:pt x="96" y="144"/>
                </a:cubicBezTo>
                <a:cubicBezTo>
                  <a:pt x="96" y="162"/>
                  <a:pt x="111" y="176"/>
                  <a:pt x="128" y="176"/>
                </a:cubicBezTo>
                <a:cubicBezTo>
                  <a:pt x="321" y="176"/>
                  <a:pt x="321" y="176"/>
                  <a:pt x="321" y="176"/>
                </a:cubicBezTo>
                <a:cubicBezTo>
                  <a:pt x="339" y="176"/>
                  <a:pt x="353" y="162"/>
                  <a:pt x="353" y="144"/>
                </a:cubicBezTo>
                <a:cubicBezTo>
                  <a:pt x="353" y="126"/>
                  <a:pt x="339" y="112"/>
                  <a:pt x="321" y="112"/>
                </a:cubicBezTo>
                <a:moveTo>
                  <a:pt x="321" y="160"/>
                </a:moveTo>
                <a:cubicBezTo>
                  <a:pt x="128" y="160"/>
                  <a:pt x="128" y="160"/>
                  <a:pt x="128" y="160"/>
                </a:cubicBezTo>
                <a:cubicBezTo>
                  <a:pt x="119" y="160"/>
                  <a:pt x="112" y="153"/>
                  <a:pt x="112" y="144"/>
                </a:cubicBezTo>
                <a:cubicBezTo>
                  <a:pt x="112" y="135"/>
                  <a:pt x="119" y="128"/>
                  <a:pt x="128" y="128"/>
                </a:cubicBezTo>
                <a:cubicBezTo>
                  <a:pt x="321" y="128"/>
                  <a:pt x="321" y="128"/>
                  <a:pt x="321" y="128"/>
                </a:cubicBezTo>
                <a:cubicBezTo>
                  <a:pt x="330" y="128"/>
                  <a:pt x="337" y="135"/>
                  <a:pt x="337" y="144"/>
                </a:cubicBezTo>
                <a:cubicBezTo>
                  <a:pt x="337" y="153"/>
                  <a:pt x="330" y="160"/>
                  <a:pt x="321" y="160"/>
                </a:cubicBezTo>
                <a:moveTo>
                  <a:pt x="32" y="112"/>
                </a:moveTo>
                <a:cubicBezTo>
                  <a:pt x="14" y="112"/>
                  <a:pt x="0" y="126"/>
                  <a:pt x="0" y="144"/>
                </a:cubicBezTo>
                <a:cubicBezTo>
                  <a:pt x="0" y="162"/>
                  <a:pt x="14" y="176"/>
                  <a:pt x="32" y="176"/>
                </a:cubicBezTo>
                <a:cubicBezTo>
                  <a:pt x="50" y="176"/>
                  <a:pt x="64" y="162"/>
                  <a:pt x="64" y="144"/>
                </a:cubicBezTo>
                <a:cubicBezTo>
                  <a:pt x="64" y="126"/>
                  <a:pt x="50" y="112"/>
                  <a:pt x="32" y="112"/>
                </a:cubicBezTo>
                <a:moveTo>
                  <a:pt x="32" y="160"/>
                </a:moveTo>
                <a:cubicBezTo>
                  <a:pt x="23" y="160"/>
                  <a:pt x="16" y="153"/>
                  <a:pt x="16" y="144"/>
                </a:cubicBezTo>
                <a:cubicBezTo>
                  <a:pt x="16" y="135"/>
                  <a:pt x="23" y="128"/>
                  <a:pt x="32" y="128"/>
                </a:cubicBezTo>
                <a:cubicBezTo>
                  <a:pt x="41" y="128"/>
                  <a:pt x="48" y="135"/>
                  <a:pt x="48" y="144"/>
                </a:cubicBezTo>
                <a:cubicBezTo>
                  <a:pt x="48" y="153"/>
                  <a:pt x="41" y="160"/>
                  <a:pt x="32" y="160"/>
                </a:cubicBezTo>
                <a:moveTo>
                  <a:pt x="32" y="0"/>
                </a:moveTo>
                <a:cubicBezTo>
                  <a:pt x="14" y="0"/>
                  <a:pt x="0" y="14"/>
                  <a:pt x="0" y="32"/>
                </a:cubicBezTo>
                <a:cubicBezTo>
                  <a:pt x="0" y="49"/>
                  <a:pt x="14" y="64"/>
                  <a:pt x="32" y="64"/>
                </a:cubicBezTo>
                <a:cubicBezTo>
                  <a:pt x="50" y="64"/>
                  <a:pt x="64" y="49"/>
                  <a:pt x="64" y="32"/>
                </a:cubicBezTo>
                <a:cubicBezTo>
                  <a:pt x="64" y="14"/>
                  <a:pt x="50" y="0"/>
                  <a:pt x="32" y="0"/>
                </a:cubicBezTo>
                <a:moveTo>
                  <a:pt x="32" y="48"/>
                </a:moveTo>
                <a:cubicBezTo>
                  <a:pt x="23" y="48"/>
                  <a:pt x="16" y="41"/>
                  <a:pt x="16" y="32"/>
                </a:cubicBezTo>
                <a:cubicBezTo>
                  <a:pt x="16" y="23"/>
                  <a:pt x="23" y="16"/>
                  <a:pt x="32" y="16"/>
                </a:cubicBezTo>
                <a:cubicBezTo>
                  <a:pt x="41" y="16"/>
                  <a:pt x="48" y="23"/>
                  <a:pt x="48" y="32"/>
                </a:cubicBezTo>
                <a:cubicBezTo>
                  <a:pt x="48" y="41"/>
                  <a:pt x="41" y="48"/>
                  <a:pt x="32" y="48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02" name="Freeform 102"/>
          <p:cNvSpPr>
            <a:spLocks noEditPoints="1"/>
          </p:cNvSpPr>
          <p:nvPr/>
        </p:nvSpPr>
        <p:spPr bwMode="auto">
          <a:xfrm>
            <a:off x="5204884" y="4271434"/>
            <a:ext cx="575733" cy="472017"/>
          </a:xfrm>
          <a:custGeom>
            <a:avLst/>
            <a:gdLst>
              <a:gd name="T0" fmla="*/ 24 w 353"/>
              <a:gd name="T1" fmla="*/ 160 h 289"/>
              <a:gd name="T2" fmla="*/ 0 w 353"/>
              <a:gd name="T3" fmla="*/ 184 h 289"/>
              <a:gd name="T4" fmla="*/ 24 w 353"/>
              <a:gd name="T5" fmla="*/ 208 h 289"/>
              <a:gd name="T6" fmla="*/ 48 w 353"/>
              <a:gd name="T7" fmla="*/ 184 h 289"/>
              <a:gd name="T8" fmla="*/ 24 w 353"/>
              <a:gd name="T9" fmla="*/ 160 h 289"/>
              <a:gd name="T10" fmla="*/ 24 w 353"/>
              <a:gd name="T11" fmla="*/ 80 h 289"/>
              <a:gd name="T12" fmla="*/ 0 w 353"/>
              <a:gd name="T13" fmla="*/ 104 h 289"/>
              <a:gd name="T14" fmla="*/ 24 w 353"/>
              <a:gd name="T15" fmla="*/ 128 h 289"/>
              <a:gd name="T16" fmla="*/ 48 w 353"/>
              <a:gd name="T17" fmla="*/ 104 h 289"/>
              <a:gd name="T18" fmla="*/ 24 w 353"/>
              <a:gd name="T19" fmla="*/ 80 h 289"/>
              <a:gd name="T20" fmla="*/ 24 w 353"/>
              <a:gd name="T21" fmla="*/ 240 h 289"/>
              <a:gd name="T22" fmla="*/ 0 w 353"/>
              <a:gd name="T23" fmla="*/ 264 h 289"/>
              <a:gd name="T24" fmla="*/ 24 w 353"/>
              <a:gd name="T25" fmla="*/ 289 h 289"/>
              <a:gd name="T26" fmla="*/ 48 w 353"/>
              <a:gd name="T27" fmla="*/ 264 h 289"/>
              <a:gd name="T28" fmla="*/ 24 w 353"/>
              <a:gd name="T29" fmla="*/ 240 h 289"/>
              <a:gd name="T30" fmla="*/ 89 w 353"/>
              <a:gd name="T31" fmla="*/ 32 h 289"/>
              <a:gd name="T32" fmla="*/ 345 w 353"/>
              <a:gd name="T33" fmla="*/ 32 h 289"/>
              <a:gd name="T34" fmla="*/ 353 w 353"/>
              <a:gd name="T35" fmla="*/ 24 h 289"/>
              <a:gd name="T36" fmla="*/ 345 w 353"/>
              <a:gd name="T37" fmla="*/ 16 h 289"/>
              <a:gd name="T38" fmla="*/ 89 w 353"/>
              <a:gd name="T39" fmla="*/ 16 h 289"/>
              <a:gd name="T40" fmla="*/ 81 w 353"/>
              <a:gd name="T41" fmla="*/ 24 h 289"/>
              <a:gd name="T42" fmla="*/ 89 w 353"/>
              <a:gd name="T43" fmla="*/ 32 h 289"/>
              <a:gd name="T44" fmla="*/ 345 w 353"/>
              <a:gd name="T45" fmla="*/ 256 h 289"/>
              <a:gd name="T46" fmla="*/ 89 w 353"/>
              <a:gd name="T47" fmla="*/ 256 h 289"/>
              <a:gd name="T48" fmla="*/ 81 w 353"/>
              <a:gd name="T49" fmla="*/ 264 h 289"/>
              <a:gd name="T50" fmla="*/ 89 w 353"/>
              <a:gd name="T51" fmla="*/ 272 h 289"/>
              <a:gd name="T52" fmla="*/ 345 w 353"/>
              <a:gd name="T53" fmla="*/ 272 h 289"/>
              <a:gd name="T54" fmla="*/ 353 w 353"/>
              <a:gd name="T55" fmla="*/ 264 h 289"/>
              <a:gd name="T56" fmla="*/ 345 w 353"/>
              <a:gd name="T57" fmla="*/ 256 h 289"/>
              <a:gd name="T58" fmla="*/ 24 w 353"/>
              <a:gd name="T59" fmla="*/ 0 h 289"/>
              <a:gd name="T60" fmla="*/ 0 w 353"/>
              <a:gd name="T61" fmla="*/ 24 h 289"/>
              <a:gd name="T62" fmla="*/ 24 w 353"/>
              <a:gd name="T63" fmla="*/ 48 h 289"/>
              <a:gd name="T64" fmla="*/ 48 w 353"/>
              <a:gd name="T65" fmla="*/ 24 h 289"/>
              <a:gd name="T66" fmla="*/ 24 w 353"/>
              <a:gd name="T67" fmla="*/ 0 h 289"/>
              <a:gd name="T68" fmla="*/ 345 w 353"/>
              <a:gd name="T69" fmla="*/ 96 h 289"/>
              <a:gd name="T70" fmla="*/ 89 w 353"/>
              <a:gd name="T71" fmla="*/ 96 h 289"/>
              <a:gd name="T72" fmla="*/ 81 w 353"/>
              <a:gd name="T73" fmla="*/ 104 h 289"/>
              <a:gd name="T74" fmla="*/ 89 w 353"/>
              <a:gd name="T75" fmla="*/ 112 h 289"/>
              <a:gd name="T76" fmla="*/ 345 w 353"/>
              <a:gd name="T77" fmla="*/ 112 h 289"/>
              <a:gd name="T78" fmla="*/ 353 w 353"/>
              <a:gd name="T79" fmla="*/ 104 h 289"/>
              <a:gd name="T80" fmla="*/ 345 w 353"/>
              <a:gd name="T81" fmla="*/ 96 h 289"/>
              <a:gd name="T82" fmla="*/ 345 w 353"/>
              <a:gd name="T83" fmla="*/ 176 h 289"/>
              <a:gd name="T84" fmla="*/ 89 w 353"/>
              <a:gd name="T85" fmla="*/ 176 h 289"/>
              <a:gd name="T86" fmla="*/ 81 w 353"/>
              <a:gd name="T87" fmla="*/ 184 h 289"/>
              <a:gd name="T88" fmla="*/ 89 w 353"/>
              <a:gd name="T89" fmla="*/ 192 h 289"/>
              <a:gd name="T90" fmla="*/ 345 w 353"/>
              <a:gd name="T91" fmla="*/ 192 h 289"/>
              <a:gd name="T92" fmla="*/ 353 w 353"/>
              <a:gd name="T93" fmla="*/ 184 h 289"/>
              <a:gd name="T94" fmla="*/ 345 w 353"/>
              <a:gd name="T95" fmla="*/ 176 h 2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53" h="289">
                <a:moveTo>
                  <a:pt x="24" y="160"/>
                </a:moveTo>
                <a:cubicBezTo>
                  <a:pt x="11" y="160"/>
                  <a:pt x="0" y="171"/>
                  <a:pt x="0" y="184"/>
                </a:cubicBezTo>
                <a:cubicBezTo>
                  <a:pt x="0" y="197"/>
                  <a:pt x="11" y="208"/>
                  <a:pt x="24" y="208"/>
                </a:cubicBezTo>
                <a:cubicBezTo>
                  <a:pt x="38" y="208"/>
                  <a:pt x="48" y="197"/>
                  <a:pt x="48" y="184"/>
                </a:cubicBezTo>
                <a:cubicBezTo>
                  <a:pt x="48" y="171"/>
                  <a:pt x="38" y="160"/>
                  <a:pt x="24" y="160"/>
                </a:cubicBezTo>
                <a:moveTo>
                  <a:pt x="24" y="80"/>
                </a:moveTo>
                <a:cubicBezTo>
                  <a:pt x="11" y="80"/>
                  <a:pt x="0" y="91"/>
                  <a:pt x="0" y="104"/>
                </a:cubicBezTo>
                <a:cubicBezTo>
                  <a:pt x="0" y="117"/>
                  <a:pt x="11" y="128"/>
                  <a:pt x="24" y="128"/>
                </a:cubicBezTo>
                <a:cubicBezTo>
                  <a:pt x="38" y="128"/>
                  <a:pt x="48" y="117"/>
                  <a:pt x="48" y="104"/>
                </a:cubicBezTo>
                <a:cubicBezTo>
                  <a:pt x="48" y="91"/>
                  <a:pt x="38" y="80"/>
                  <a:pt x="24" y="80"/>
                </a:cubicBezTo>
                <a:moveTo>
                  <a:pt x="24" y="240"/>
                </a:moveTo>
                <a:cubicBezTo>
                  <a:pt x="11" y="240"/>
                  <a:pt x="0" y="251"/>
                  <a:pt x="0" y="264"/>
                </a:cubicBezTo>
                <a:cubicBezTo>
                  <a:pt x="0" y="278"/>
                  <a:pt x="11" y="289"/>
                  <a:pt x="24" y="289"/>
                </a:cubicBezTo>
                <a:cubicBezTo>
                  <a:pt x="38" y="289"/>
                  <a:pt x="48" y="278"/>
                  <a:pt x="48" y="264"/>
                </a:cubicBezTo>
                <a:cubicBezTo>
                  <a:pt x="48" y="251"/>
                  <a:pt x="38" y="240"/>
                  <a:pt x="24" y="240"/>
                </a:cubicBezTo>
                <a:moveTo>
                  <a:pt x="89" y="32"/>
                </a:moveTo>
                <a:cubicBezTo>
                  <a:pt x="345" y="32"/>
                  <a:pt x="345" y="32"/>
                  <a:pt x="345" y="32"/>
                </a:cubicBezTo>
                <a:cubicBezTo>
                  <a:pt x="350" y="32"/>
                  <a:pt x="353" y="28"/>
                  <a:pt x="353" y="24"/>
                </a:cubicBezTo>
                <a:cubicBezTo>
                  <a:pt x="353" y="19"/>
                  <a:pt x="350" y="16"/>
                  <a:pt x="345" y="16"/>
                </a:cubicBezTo>
                <a:cubicBezTo>
                  <a:pt x="89" y="16"/>
                  <a:pt x="89" y="16"/>
                  <a:pt x="89" y="16"/>
                </a:cubicBezTo>
                <a:cubicBezTo>
                  <a:pt x="84" y="16"/>
                  <a:pt x="81" y="19"/>
                  <a:pt x="81" y="24"/>
                </a:cubicBezTo>
                <a:cubicBezTo>
                  <a:pt x="81" y="28"/>
                  <a:pt x="84" y="32"/>
                  <a:pt x="89" y="32"/>
                </a:cubicBezTo>
                <a:moveTo>
                  <a:pt x="345" y="256"/>
                </a:moveTo>
                <a:cubicBezTo>
                  <a:pt x="89" y="256"/>
                  <a:pt x="89" y="256"/>
                  <a:pt x="89" y="256"/>
                </a:cubicBezTo>
                <a:cubicBezTo>
                  <a:pt x="84" y="256"/>
                  <a:pt x="81" y="260"/>
                  <a:pt x="81" y="264"/>
                </a:cubicBezTo>
                <a:cubicBezTo>
                  <a:pt x="81" y="269"/>
                  <a:pt x="84" y="272"/>
                  <a:pt x="89" y="272"/>
                </a:cubicBezTo>
                <a:cubicBezTo>
                  <a:pt x="345" y="272"/>
                  <a:pt x="345" y="272"/>
                  <a:pt x="345" y="272"/>
                </a:cubicBezTo>
                <a:cubicBezTo>
                  <a:pt x="350" y="272"/>
                  <a:pt x="353" y="269"/>
                  <a:pt x="353" y="264"/>
                </a:cubicBezTo>
                <a:cubicBezTo>
                  <a:pt x="353" y="260"/>
                  <a:pt x="350" y="256"/>
                  <a:pt x="345" y="256"/>
                </a:cubicBezTo>
                <a:moveTo>
                  <a:pt x="24" y="0"/>
                </a:moveTo>
                <a:cubicBezTo>
                  <a:pt x="11" y="0"/>
                  <a:pt x="0" y="10"/>
                  <a:pt x="0" y="24"/>
                </a:cubicBezTo>
                <a:cubicBezTo>
                  <a:pt x="0" y="37"/>
                  <a:pt x="11" y="48"/>
                  <a:pt x="24" y="48"/>
                </a:cubicBezTo>
                <a:cubicBezTo>
                  <a:pt x="38" y="48"/>
                  <a:pt x="48" y="37"/>
                  <a:pt x="48" y="24"/>
                </a:cubicBezTo>
                <a:cubicBezTo>
                  <a:pt x="48" y="10"/>
                  <a:pt x="38" y="0"/>
                  <a:pt x="24" y="0"/>
                </a:cubicBezTo>
                <a:moveTo>
                  <a:pt x="345" y="96"/>
                </a:moveTo>
                <a:cubicBezTo>
                  <a:pt x="89" y="96"/>
                  <a:pt x="89" y="96"/>
                  <a:pt x="89" y="96"/>
                </a:cubicBezTo>
                <a:cubicBezTo>
                  <a:pt x="84" y="96"/>
                  <a:pt x="81" y="99"/>
                  <a:pt x="81" y="104"/>
                </a:cubicBezTo>
                <a:cubicBezTo>
                  <a:pt x="81" y="108"/>
                  <a:pt x="84" y="112"/>
                  <a:pt x="89" y="112"/>
                </a:cubicBezTo>
                <a:cubicBezTo>
                  <a:pt x="345" y="112"/>
                  <a:pt x="345" y="112"/>
                  <a:pt x="345" y="112"/>
                </a:cubicBezTo>
                <a:cubicBezTo>
                  <a:pt x="350" y="112"/>
                  <a:pt x="353" y="108"/>
                  <a:pt x="353" y="104"/>
                </a:cubicBezTo>
                <a:cubicBezTo>
                  <a:pt x="353" y="99"/>
                  <a:pt x="350" y="96"/>
                  <a:pt x="345" y="96"/>
                </a:cubicBezTo>
                <a:moveTo>
                  <a:pt x="345" y="176"/>
                </a:moveTo>
                <a:cubicBezTo>
                  <a:pt x="89" y="176"/>
                  <a:pt x="89" y="176"/>
                  <a:pt x="89" y="176"/>
                </a:cubicBezTo>
                <a:cubicBezTo>
                  <a:pt x="84" y="176"/>
                  <a:pt x="81" y="180"/>
                  <a:pt x="81" y="184"/>
                </a:cubicBezTo>
                <a:cubicBezTo>
                  <a:pt x="81" y="189"/>
                  <a:pt x="84" y="192"/>
                  <a:pt x="89" y="192"/>
                </a:cubicBezTo>
                <a:cubicBezTo>
                  <a:pt x="345" y="192"/>
                  <a:pt x="345" y="192"/>
                  <a:pt x="345" y="192"/>
                </a:cubicBezTo>
                <a:cubicBezTo>
                  <a:pt x="350" y="192"/>
                  <a:pt x="353" y="189"/>
                  <a:pt x="353" y="184"/>
                </a:cubicBezTo>
                <a:cubicBezTo>
                  <a:pt x="353" y="180"/>
                  <a:pt x="350" y="176"/>
                  <a:pt x="345" y="176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03" name="Freeform 103"/>
          <p:cNvSpPr>
            <a:spLocks noEditPoints="1"/>
          </p:cNvSpPr>
          <p:nvPr/>
        </p:nvSpPr>
        <p:spPr bwMode="auto">
          <a:xfrm>
            <a:off x="6305551" y="4271434"/>
            <a:ext cx="575733" cy="472017"/>
          </a:xfrm>
          <a:custGeom>
            <a:avLst/>
            <a:gdLst>
              <a:gd name="T0" fmla="*/ 321 w 353"/>
              <a:gd name="T1" fmla="*/ 32 h 289"/>
              <a:gd name="T2" fmla="*/ 176 w 353"/>
              <a:gd name="T3" fmla="*/ 32 h 289"/>
              <a:gd name="T4" fmla="*/ 112 w 353"/>
              <a:gd name="T5" fmla="*/ 0 h 289"/>
              <a:gd name="T6" fmla="*/ 32 w 353"/>
              <a:gd name="T7" fmla="*/ 0 h 289"/>
              <a:gd name="T8" fmla="*/ 0 w 353"/>
              <a:gd name="T9" fmla="*/ 32 h 289"/>
              <a:gd name="T10" fmla="*/ 0 w 353"/>
              <a:gd name="T11" fmla="*/ 256 h 289"/>
              <a:gd name="T12" fmla="*/ 32 w 353"/>
              <a:gd name="T13" fmla="*/ 289 h 289"/>
              <a:gd name="T14" fmla="*/ 321 w 353"/>
              <a:gd name="T15" fmla="*/ 289 h 289"/>
              <a:gd name="T16" fmla="*/ 353 w 353"/>
              <a:gd name="T17" fmla="*/ 256 h 289"/>
              <a:gd name="T18" fmla="*/ 353 w 353"/>
              <a:gd name="T19" fmla="*/ 64 h 289"/>
              <a:gd name="T20" fmla="*/ 321 w 353"/>
              <a:gd name="T21" fmla="*/ 32 h 289"/>
              <a:gd name="T22" fmla="*/ 337 w 353"/>
              <a:gd name="T23" fmla="*/ 256 h 289"/>
              <a:gd name="T24" fmla="*/ 321 w 353"/>
              <a:gd name="T25" fmla="*/ 272 h 289"/>
              <a:gd name="T26" fmla="*/ 32 w 353"/>
              <a:gd name="T27" fmla="*/ 272 h 289"/>
              <a:gd name="T28" fmla="*/ 16 w 353"/>
              <a:gd name="T29" fmla="*/ 256 h 289"/>
              <a:gd name="T30" fmla="*/ 16 w 353"/>
              <a:gd name="T31" fmla="*/ 96 h 289"/>
              <a:gd name="T32" fmla="*/ 337 w 353"/>
              <a:gd name="T33" fmla="*/ 96 h 289"/>
              <a:gd name="T34" fmla="*/ 337 w 353"/>
              <a:gd name="T35" fmla="*/ 256 h 289"/>
              <a:gd name="T36" fmla="*/ 337 w 353"/>
              <a:gd name="T37" fmla="*/ 80 h 289"/>
              <a:gd name="T38" fmla="*/ 16 w 353"/>
              <a:gd name="T39" fmla="*/ 80 h 289"/>
              <a:gd name="T40" fmla="*/ 16 w 353"/>
              <a:gd name="T41" fmla="*/ 32 h 289"/>
              <a:gd name="T42" fmla="*/ 32 w 353"/>
              <a:gd name="T43" fmla="*/ 16 h 289"/>
              <a:gd name="T44" fmla="*/ 112 w 353"/>
              <a:gd name="T45" fmla="*/ 16 h 289"/>
              <a:gd name="T46" fmla="*/ 176 w 353"/>
              <a:gd name="T47" fmla="*/ 48 h 289"/>
              <a:gd name="T48" fmla="*/ 321 w 353"/>
              <a:gd name="T49" fmla="*/ 48 h 289"/>
              <a:gd name="T50" fmla="*/ 337 w 353"/>
              <a:gd name="T51" fmla="*/ 64 h 289"/>
              <a:gd name="T52" fmla="*/ 337 w 353"/>
              <a:gd name="T53" fmla="*/ 80 h 2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353" h="289">
                <a:moveTo>
                  <a:pt x="321" y="32"/>
                </a:moveTo>
                <a:cubicBezTo>
                  <a:pt x="176" y="32"/>
                  <a:pt x="176" y="32"/>
                  <a:pt x="176" y="32"/>
                </a:cubicBezTo>
                <a:cubicBezTo>
                  <a:pt x="144" y="32"/>
                  <a:pt x="144" y="0"/>
                  <a:pt x="112" y="0"/>
                </a:cubicBez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4"/>
                  <a:pt x="0" y="32"/>
                </a:cubicBezTo>
                <a:cubicBezTo>
                  <a:pt x="0" y="256"/>
                  <a:pt x="0" y="256"/>
                  <a:pt x="0" y="256"/>
                </a:cubicBezTo>
                <a:cubicBezTo>
                  <a:pt x="0" y="274"/>
                  <a:pt x="14" y="289"/>
                  <a:pt x="32" y="289"/>
                </a:cubicBezTo>
                <a:cubicBezTo>
                  <a:pt x="321" y="289"/>
                  <a:pt x="321" y="289"/>
                  <a:pt x="321" y="289"/>
                </a:cubicBezTo>
                <a:cubicBezTo>
                  <a:pt x="338" y="289"/>
                  <a:pt x="353" y="274"/>
                  <a:pt x="353" y="256"/>
                </a:cubicBezTo>
                <a:cubicBezTo>
                  <a:pt x="353" y="64"/>
                  <a:pt x="353" y="64"/>
                  <a:pt x="353" y="64"/>
                </a:cubicBezTo>
                <a:cubicBezTo>
                  <a:pt x="353" y="46"/>
                  <a:pt x="338" y="32"/>
                  <a:pt x="321" y="32"/>
                </a:cubicBezTo>
                <a:moveTo>
                  <a:pt x="337" y="256"/>
                </a:moveTo>
                <a:cubicBezTo>
                  <a:pt x="337" y="265"/>
                  <a:pt x="330" y="272"/>
                  <a:pt x="321" y="272"/>
                </a:cubicBezTo>
                <a:cubicBezTo>
                  <a:pt x="32" y="272"/>
                  <a:pt x="32" y="272"/>
                  <a:pt x="32" y="272"/>
                </a:cubicBezTo>
                <a:cubicBezTo>
                  <a:pt x="23" y="272"/>
                  <a:pt x="16" y="265"/>
                  <a:pt x="16" y="256"/>
                </a:cubicBezTo>
                <a:cubicBezTo>
                  <a:pt x="16" y="96"/>
                  <a:pt x="16" y="96"/>
                  <a:pt x="16" y="96"/>
                </a:cubicBezTo>
                <a:cubicBezTo>
                  <a:pt x="337" y="96"/>
                  <a:pt x="337" y="96"/>
                  <a:pt x="337" y="96"/>
                </a:cubicBezTo>
                <a:lnTo>
                  <a:pt x="337" y="256"/>
                </a:lnTo>
                <a:close/>
                <a:moveTo>
                  <a:pt x="337" y="80"/>
                </a:moveTo>
                <a:cubicBezTo>
                  <a:pt x="16" y="80"/>
                  <a:pt x="16" y="80"/>
                  <a:pt x="16" y="80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3"/>
                  <a:pt x="23" y="16"/>
                  <a:pt x="32" y="16"/>
                </a:cubicBezTo>
                <a:cubicBezTo>
                  <a:pt x="112" y="16"/>
                  <a:pt x="112" y="16"/>
                  <a:pt x="112" y="16"/>
                </a:cubicBezTo>
                <a:cubicBezTo>
                  <a:pt x="136" y="16"/>
                  <a:pt x="136" y="48"/>
                  <a:pt x="176" y="48"/>
                </a:cubicBezTo>
                <a:cubicBezTo>
                  <a:pt x="321" y="48"/>
                  <a:pt x="321" y="48"/>
                  <a:pt x="321" y="48"/>
                </a:cubicBezTo>
                <a:cubicBezTo>
                  <a:pt x="330" y="48"/>
                  <a:pt x="337" y="55"/>
                  <a:pt x="337" y="64"/>
                </a:cubicBezTo>
                <a:lnTo>
                  <a:pt x="337" y="8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04" name="Freeform 104"/>
          <p:cNvSpPr>
            <a:spLocks noEditPoints="1"/>
          </p:cNvSpPr>
          <p:nvPr/>
        </p:nvSpPr>
        <p:spPr bwMode="auto">
          <a:xfrm>
            <a:off x="7404100" y="4243918"/>
            <a:ext cx="575733" cy="524933"/>
          </a:xfrm>
          <a:custGeom>
            <a:avLst/>
            <a:gdLst>
              <a:gd name="T0" fmla="*/ 257 w 353"/>
              <a:gd name="T1" fmla="*/ 97 h 322"/>
              <a:gd name="T2" fmla="*/ 160 w 353"/>
              <a:gd name="T3" fmla="*/ 97 h 322"/>
              <a:gd name="T4" fmla="*/ 96 w 353"/>
              <a:gd name="T5" fmla="*/ 65 h 322"/>
              <a:gd name="T6" fmla="*/ 32 w 353"/>
              <a:gd name="T7" fmla="*/ 65 h 322"/>
              <a:gd name="T8" fmla="*/ 0 w 353"/>
              <a:gd name="T9" fmla="*/ 97 h 322"/>
              <a:gd name="T10" fmla="*/ 0 w 353"/>
              <a:gd name="T11" fmla="*/ 289 h 322"/>
              <a:gd name="T12" fmla="*/ 32 w 353"/>
              <a:gd name="T13" fmla="*/ 322 h 322"/>
              <a:gd name="T14" fmla="*/ 257 w 353"/>
              <a:gd name="T15" fmla="*/ 322 h 322"/>
              <a:gd name="T16" fmla="*/ 289 w 353"/>
              <a:gd name="T17" fmla="*/ 289 h 322"/>
              <a:gd name="T18" fmla="*/ 289 w 353"/>
              <a:gd name="T19" fmla="*/ 129 h 322"/>
              <a:gd name="T20" fmla="*/ 257 w 353"/>
              <a:gd name="T21" fmla="*/ 97 h 322"/>
              <a:gd name="T22" fmla="*/ 273 w 353"/>
              <a:gd name="T23" fmla="*/ 289 h 322"/>
              <a:gd name="T24" fmla="*/ 257 w 353"/>
              <a:gd name="T25" fmla="*/ 306 h 322"/>
              <a:gd name="T26" fmla="*/ 32 w 353"/>
              <a:gd name="T27" fmla="*/ 306 h 322"/>
              <a:gd name="T28" fmla="*/ 16 w 353"/>
              <a:gd name="T29" fmla="*/ 289 h 322"/>
              <a:gd name="T30" fmla="*/ 16 w 353"/>
              <a:gd name="T31" fmla="*/ 161 h 322"/>
              <a:gd name="T32" fmla="*/ 273 w 353"/>
              <a:gd name="T33" fmla="*/ 161 h 322"/>
              <a:gd name="T34" fmla="*/ 273 w 353"/>
              <a:gd name="T35" fmla="*/ 289 h 322"/>
              <a:gd name="T36" fmla="*/ 273 w 353"/>
              <a:gd name="T37" fmla="*/ 145 h 322"/>
              <a:gd name="T38" fmla="*/ 16 w 353"/>
              <a:gd name="T39" fmla="*/ 145 h 322"/>
              <a:gd name="T40" fmla="*/ 16 w 353"/>
              <a:gd name="T41" fmla="*/ 97 h 322"/>
              <a:gd name="T42" fmla="*/ 32 w 353"/>
              <a:gd name="T43" fmla="*/ 81 h 322"/>
              <a:gd name="T44" fmla="*/ 96 w 353"/>
              <a:gd name="T45" fmla="*/ 81 h 322"/>
              <a:gd name="T46" fmla="*/ 160 w 353"/>
              <a:gd name="T47" fmla="*/ 113 h 322"/>
              <a:gd name="T48" fmla="*/ 257 w 353"/>
              <a:gd name="T49" fmla="*/ 113 h 322"/>
              <a:gd name="T50" fmla="*/ 273 w 353"/>
              <a:gd name="T51" fmla="*/ 129 h 322"/>
              <a:gd name="T52" fmla="*/ 273 w 353"/>
              <a:gd name="T53" fmla="*/ 145 h 322"/>
              <a:gd name="T54" fmla="*/ 321 w 353"/>
              <a:gd name="T55" fmla="*/ 33 h 322"/>
              <a:gd name="T56" fmla="*/ 225 w 353"/>
              <a:gd name="T57" fmla="*/ 33 h 322"/>
              <a:gd name="T58" fmla="*/ 160 w 353"/>
              <a:gd name="T59" fmla="*/ 0 h 322"/>
              <a:gd name="T60" fmla="*/ 96 w 353"/>
              <a:gd name="T61" fmla="*/ 0 h 322"/>
              <a:gd name="T62" fmla="*/ 64 w 353"/>
              <a:gd name="T63" fmla="*/ 33 h 322"/>
              <a:gd name="T64" fmla="*/ 64 w 353"/>
              <a:gd name="T65" fmla="*/ 41 h 322"/>
              <a:gd name="T66" fmla="*/ 72 w 353"/>
              <a:gd name="T67" fmla="*/ 49 h 322"/>
              <a:gd name="T68" fmla="*/ 80 w 353"/>
              <a:gd name="T69" fmla="*/ 41 h 322"/>
              <a:gd name="T70" fmla="*/ 80 w 353"/>
              <a:gd name="T71" fmla="*/ 33 h 322"/>
              <a:gd name="T72" fmla="*/ 96 w 353"/>
              <a:gd name="T73" fmla="*/ 17 h 322"/>
              <a:gd name="T74" fmla="*/ 160 w 353"/>
              <a:gd name="T75" fmla="*/ 17 h 322"/>
              <a:gd name="T76" fmla="*/ 225 w 353"/>
              <a:gd name="T77" fmla="*/ 49 h 322"/>
              <a:gd name="T78" fmla="*/ 321 w 353"/>
              <a:gd name="T79" fmla="*/ 49 h 322"/>
              <a:gd name="T80" fmla="*/ 337 w 353"/>
              <a:gd name="T81" fmla="*/ 65 h 322"/>
              <a:gd name="T82" fmla="*/ 337 w 353"/>
              <a:gd name="T83" fmla="*/ 225 h 322"/>
              <a:gd name="T84" fmla="*/ 321 w 353"/>
              <a:gd name="T85" fmla="*/ 241 h 322"/>
              <a:gd name="T86" fmla="*/ 313 w 353"/>
              <a:gd name="T87" fmla="*/ 241 h 322"/>
              <a:gd name="T88" fmla="*/ 305 w 353"/>
              <a:gd name="T89" fmla="*/ 249 h 322"/>
              <a:gd name="T90" fmla="*/ 313 w 353"/>
              <a:gd name="T91" fmla="*/ 257 h 322"/>
              <a:gd name="T92" fmla="*/ 321 w 353"/>
              <a:gd name="T93" fmla="*/ 257 h 322"/>
              <a:gd name="T94" fmla="*/ 353 w 353"/>
              <a:gd name="T95" fmla="*/ 225 h 322"/>
              <a:gd name="T96" fmla="*/ 353 w 353"/>
              <a:gd name="T97" fmla="*/ 65 h 322"/>
              <a:gd name="T98" fmla="*/ 321 w 353"/>
              <a:gd name="T99" fmla="*/ 33 h 3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353" h="322">
                <a:moveTo>
                  <a:pt x="257" y="97"/>
                </a:moveTo>
                <a:cubicBezTo>
                  <a:pt x="160" y="97"/>
                  <a:pt x="160" y="97"/>
                  <a:pt x="160" y="97"/>
                </a:cubicBezTo>
                <a:cubicBezTo>
                  <a:pt x="128" y="97"/>
                  <a:pt x="128" y="65"/>
                  <a:pt x="96" y="65"/>
                </a:cubicBezTo>
                <a:cubicBezTo>
                  <a:pt x="32" y="65"/>
                  <a:pt x="32" y="65"/>
                  <a:pt x="32" y="65"/>
                </a:cubicBezTo>
                <a:cubicBezTo>
                  <a:pt x="14" y="65"/>
                  <a:pt x="0" y="79"/>
                  <a:pt x="0" y="97"/>
                </a:cubicBezTo>
                <a:cubicBezTo>
                  <a:pt x="0" y="289"/>
                  <a:pt x="0" y="289"/>
                  <a:pt x="0" y="289"/>
                </a:cubicBezTo>
                <a:cubicBezTo>
                  <a:pt x="0" y="307"/>
                  <a:pt x="14" y="322"/>
                  <a:pt x="32" y="322"/>
                </a:cubicBezTo>
                <a:cubicBezTo>
                  <a:pt x="257" y="322"/>
                  <a:pt x="257" y="322"/>
                  <a:pt x="257" y="322"/>
                </a:cubicBezTo>
                <a:cubicBezTo>
                  <a:pt x="275" y="322"/>
                  <a:pt x="289" y="307"/>
                  <a:pt x="289" y="289"/>
                </a:cubicBezTo>
                <a:cubicBezTo>
                  <a:pt x="289" y="129"/>
                  <a:pt x="289" y="129"/>
                  <a:pt x="289" y="129"/>
                </a:cubicBezTo>
                <a:cubicBezTo>
                  <a:pt x="289" y="111"/>
                  <a:pt x="275" y="97"/>
                  <a:pt x="257" y="97"/>
                </a:cubicBezTo>
                <a:moveTo>
                  <a:pt x="273" y="289"/>
                </a:moveTo>
                <a:cubicBezTo>
                  <a:pt x="273" y="298"/>
                  <a:pt x="266" y="306"/>
                  <a:pt x="257" y="306"/>
                </a:cubicBezTo>
                <a:cubicBezTo>
                  <a:pt x="32" y="306"/>
                  <a:pt x="32" y="306"/>
                  <a:pt x="32" y="306"/>
                </a:cubicBezTo>
                <a:cubicBezTo>
                  <a:pt x="23" y="306"/>
                  <a:pt x="16" y="298"/>
                  <a:pt x="16" y="289"/>
                </a:cubicBezTo>
                <a:cubicBezTo>
                  <a:pt x="16" y="161"/>
                  <a:pt x="16" y="161"/>
                  <a:pt x="16" y="161"/>
                </a:cubicBezTo>
                <a:cubicBezTo>
                  <a:pt x="273" y="161"/>
                  <a:pt x="273" y="161"/>
                  <a:pt x="273" y="161"/>
                </a:cubicBezTo>
                <a:lnTo>
                  <a:pt x="273" y="289"/>
                </a:lnTo>
                <a:close/>
                <a:moveTo>
                  <a:pt x="273" y="145"/>
                </a:moveTo>
                <a:cubicBezTo>
                  <a:pt x="16" y="145"/>
                  <a:pt x="16" y="145"/>
                  <a:pt x="16" y="145"/>
                </a:cubicBezTo>
                <a:cubicBezTo>
                  <a:pt x="16" y="97"/>
                  <a:pt x="16" y="97"/>
                  <a:pt x="16" y="97"/>
                </a:cubicBezTo>
                <a:cubicBezTo>
                  <a:pt x="16" y="88"/>
                  <a:pt x="23" y="81"/>
                  <a:pt x="32" y="81"/>
                </a:cubicBezTo>
                <a:cubicBezTo>
                  <a:pt x="96" y="81"/>
                  <a:pt x="96" y="81"/>
                  <a:pt x="96" y="81"/>
                </a:cubicBezTo>
                <a:cubicBezTo>
                  <a:pt x="120" y="81"/>
                  <a:pt x="120" y="113"/>
                  <a:pt x="160" y="113"/>
                </a:cubicBezTo>
                <a:cubicBezTo>
                  <a:pt x="257" y="113"/>
                  <a:pt x="257" y="113"/>
                  <a:pt x="257" y="113"/>
                </a:cubicBezTo>
                <a:cubicBezTo>
                  <a:pt x="266" y="113"/>
                  <a:pt x="273" y="120"/>
                  <a:pt x="273" y="129"/>
                </a:cubicBezTo>
                <a:lnTo>
                  <a:pt x="273" y="145"/>
                </a:lnTo>
                <a:close/>
                <a:moveTo>
                  <a:pt x="321" y="33"/>
                </a:moveTo>
                <a:cubicBezTo>
                  <a:pt x="225" y="33"/>
                  <a:pt x="225" y="33"/>
                  <a:pt x="225" y="33"/>
                </a:cubicBezTo>
                <a:cubicBezTo>
                  <a:pt x="193" y="33"/>
                  <a:pt x="193" y="0"/>
                  <a:pt x="160" y="0"/>
                </a:cubicBezTo>
                <a:cubicBezTo>
                  <a:pt x="96" y="0"/>
                  <a:pt x="96" y="0"/>
                  <a:pt x="96" y="0"/>
                </a:cubicBezTo>
                <a:cubicBezTo>
                  <a:pt x="78" y="0"/>
                  <a:pt x="64" y="15"/>
                  <a:pt x="64" y="33"/>
                </a:cubicBezTo>
                <a:cubicBezTo>
                  <a:pt x="64" y="41"/>
                  <a:pt x="64" y="41"/>
                  <a:pt x="64" y="41"/>
                </a:cubicBezTo>
                <a:cubicBezTo>
                  <a:pt x="64" y="45"/>
                  <a:pt x="68" y="49"/>
                  <a:pt x="72" y="49"/>
                </a:cubicBezTo>
                <a:cubicBezTo>
                  <a:pt x="77" y="49"/>
                  <a:pt x="80" y="45"/>
                  <a:pt x="80" y="41"/>
                </a:cubicBezTo>
                <a:cubicBezTo>
                  <a:pt x="80" y="33"/>
                  <a:pt x="80" y="33"/>
                  <a:pt x="80" y="33"/>
                </a:cubicBezTo>
                <a:cubicBezTo>
                  <a:pt x="80" y="24"/>
                  <a:pt x="87" y="17"/>
                  <a:pt x="96" y="17"/>
                </a:cubicBezTo>
                <a:cubicBezTo>
                  <a:pt x="160" y="17"/>
                  <a:pt x="160" y="17"/>
                  <a:pt x="160" y="17"/>
                </a:cubicBezTo>
                <a:cubicBezTo>
                  <a:pt x="185" y="17"/>
                  <a:pt x="185" y="49"/>
                  <a:pt x="225" y="49"/>
                </a:cubicBezTo>
                <a:cubicBezTo>
                  <a:pt x="321" y="49"/>
                  <a:pt x="321" y="49"/>
                  <a:pt x="321" y="49"/>
                </a:cubicBezTo>
                <a:cubicBezTo>
                  <a:pt x="330" y="49"/>
                  <a:pt x="337" y="56"/>
                  <a:pt x="337" y="65"/>
                </a:cubicBezTo>
                <a:cubicBezTo>
                  <a:pt x="337" y="225"/>
                  <a:pt x="337" y="225"/>
                  <a:pt x="337" y="225"/>
                </a:cubicBezTo>
                <a:cubicBezTo>
                  <a:pt x="337" y="234"/>
                  <a:pt x="330" y="241"/>
                  <a:pt x="321" y="241"/>
                </a:cubicBezTo>
                <a:cubicBezTo>
                  <a:pt x="313" y="241"/>
                  <a:pt x="313" y="241"/>
                  <a:pt x="313" y="241"/>
                </a:cubicBezTo>
                <a:cubicBezTo>
                  <a:pt x="309" y="241"/>
                  <a:pt x="305" y="245"/>
                  <a:pt x="305" y="249"/>
                </a:cubicBezTo>
                <a:cubicBezTo>
                  <a:pt x="305" y="254"/>
                  <a:pt x="309" y="257"/>
                  <a:pt x="313" y="257"/>
                </a:cubicBezTo>
                <a:cubicBezTo>
                  <a:pt x="321" y="257"/>
                  <a:pt x="321" y="257"/>
                  <a:pt x="321" y="257"/>
                </a:cubicBezTo>
                <a:cubicBezTo>
                  <a:pt x="339" y="257"/>
                  <a:pt x="353" y="243"/>
                  <a:pt x="353" y="225"/>
                </a:cubicBezTo>
                <a:cubicBezTo>
                  <a:pt x="353" y="65"/>
                  <a:pt x="353" y="65"/>
                  <a:pt x="353" y="65"/>
                </a:cubicBezTo>
                <a:cubicBezTo>
                  <a:pt x="353" y="47"/>
                  <a:pt x="339" y="33"/>
                  <a:pt x="321" y="33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05" name="Freeform 105"/>
          <p:cNvSpPr>
            <a:spLocks noEditPoints="1"/>
          </p:cNvSpPr>
          <p:nvPr/>
        </p:nvSpPr>
        <p:spPr bwMode="auto">
          <a:xfrm>
            <a:off x="8504767" y="4271434"/>
            <a:ext cx="575733" cy="472017"/>
          </a:xfrm>
          <a:custGeom>
            <a:avLst/>
            <a:gdLst>
              <a:gd name="T0" fmla="*/ 265 w 353"/>
              <a:gd name="T1" fmla="*/ 208 h 289"/>
              <a:gd name="T2" fmla="*/ 289 w 353"/>
              <a:gd name="T3" fmla="*/ 184 h 289"/>
              <a:gd name="T4" fmla="*/ 265 w 353"/>
              <a:gd name="T5" fmla="*/ 160 h 289"/>
              <a:gd name="T6" fmla="*/ 241 w 353"/>
              <a:gd name="T7" fmla="*/ 184 h 289"/>
              <a:gd name="T8" fmla="*/ 265 w 353"/>
              <a:gd name="T9" fmla="*/ 208 h 289"/>
              <a:gd name="T10" fmla="*/ 265 w 353"/>
              <a:gd name="T11" fmla="*/ 176 h 289"/>
              <a:gd name="T12" fmla="*/ 273 w 353"/>
              <a:gd name="T13" fmla="*/ 184 h 289"/>
              <a:gd name="T14" fmla="*/ 265 w 353"/>
              <a:gd name="T15" fmla="*/ 192 h 289"/>
              <a:gd name="T16" fmla="*/ 257 w 353"/>
              <a:gd name="T17" fmla="*/ 184 h 289"/>
              <a:gd name="T18" fmla="*/ 265 w 353"/>
              <a:gd name="T19" fmla="*/ 176 h 289"/>
              <a:gd name="T20" fmla="*/ 321 w 353"/>
              <a:gd name="T21" fmla="*/ 32 h 289"/>
              <a:gd name="T22" fmla="*/ 177 w 353"/>
              <a:gd name="T23" fmla="*/ 32 h 289"/>
              <a:gd name="T24" fmla="*/ 113 w 353"/>
              <a:gd name="T25" fmla="*/ 0 h 289"/>
              <a:gd name="T26" fmla="*/ 32 w 353"/>
              <a:gd name="T27" fmla="*/ 0 h 289"/>
              <a:gd name="T28" fmla="*/ 0 w 353"/>
              <a:gd name="T29" fmla="*/ 32 h 289"/>
              <a:gd name="T30" fmla="*/ 0 w 353"/>
              <a:gd name="T31" fmla="*/ 256 h 289"/>
              <a:gd name="T32" fmla="*/ 32 w 353"/>
              <a:gd name="T33" fmla="*/ 289 h 289"/>
              <a:gd name="T34" fmla="*/ 321 w 353"/>
              <a:gd name="T35" fmla="*/ 289 h 289"/>
              <a:gd name="T36" fmla="*/ 353 w 353"/>
              <a:gd name="T37" fmla="*/ 256 h 289"/>
              <a:gd name="T38" fmla="*/ 353 w 353"/>
              <a:gd name="T39" fmla="*/ 64 h 289"/>
              <a:gd name="T40" fmla="*/ 321 w 353"/>
              <a:gd name="T41" fmla="*/ 32 h 289"/>
              <a:gd name="T42" fmla="*/ 337 w 353"/>
              <a:gd name="T43" fmla="*/ 256 h 289"/>
              <a:gd name="T44" fmla="*/ 321 w 353"/>
              <a:gd name="T45" fmla="*/ 272 h 289"/>
              <a:gd name="T46" fmla="*/ 32 w 353"/>
              <a:gd name="T47" fmla="*/ 272 h 289"/>
              <a:gd name="T48" fmla="*/ 16 w 353"/>
              <a:gd name="T49" fmla="*/ 256 h 289"/>
              <a:gd name="T50" fmla="*/ 16 w 353"/>
              <a:gd name="T51" fmla="*/ 96 h 289"/>
              <a:gd name="T52" fmla="*/ 337 w 353"/>
              <a:gd name="T53" fmla="*/ 96 h 289"/>
              <a:gd name="T54" fmla="*/ 337 w 353"/>
              <a:gd name="T55" fmla="*/ 256 h 289"/>
              <a:gd name="T56" fmla="*/ 337 w 353"/>
              <a:gd name="T57" fmla="*/ 80 h 289"/>
              <a:gd name="T58" fmla="*/ 16 w 353"/>
              <a:gd name="T59" fmla="*/ 80 h 289"/>
              <a:gd name="T60" fmla="*/ 16 w 353"/>
              <a:gd name="T61" fmla="*/ 32 h 289"/>
              <a:gd name="T62" fmla="*/ 32 w 353"/>
              <a:gd name="T63" fmla="*/ 16 h 289"/>
              <a:gd name="T64" fmla="*/ 113 w 353"/>
              <a:gd name="T65" fmla="*/ 16 h 289"/>
              <a:gd name="T66" fmla="*/ 177 w 353"/>
              <a:gd name="T67" fmla="*/ 48 h 289"/>
              <a:gd name="T68" fmla="*/ 321 w 353"/>
              <a:gd name="T69" fmla="*/ 48 h 289"/>
              <a:gd name="T70" fmla="*/ 337 w 353"/>
              <a:gd name="T71" fmla="*/ 64 h 289"/>
              <a:gd name="T72" fmla="*/ 337 w 353"/>
              <a:gd name="T73" fmla="*/ 80 h 289"/>
              <a:gd name="T74" fmla="*/ 89 w 353"/>
              <a:gd name="T75" fmla="*/ 208 h 289"/>
              <a:gd name="T76" fmla="*/ 113 w 353"/>
              <a:gd name="T77" fmla="*/ 184 h 289"/>
              <a:gd name="T78" fmla="*/ 89 w 353"/>
              <a:gd name="T79" fmla="*/ 160 h 289"/>
              <a:gd name="T80" fmla="*/ 64 w 353"/>
              <a:gd name="T81" fmla="*/ 184 h 289"/>
              <a:gd name="T82" fmla="*/ 89 w 353"/>
              <a:gd name="T83" fmla="*/ 208 h 289"/>
              <a:gd name="T84" fmla="*/ 89 w 353"/>
              <a:gd name="T85" fmla="*/ 176 h 289"/>
              <a:gd name="T86" fmla="*/ 97 w 353"/>
              <a:gd name="T87" fmla="*/ 184 h 289"/>
              <a:gd name="T88" fmla="*/ 89 w 353"/>
              <a:gd name="T89" fmla="*/ 192 h 289"/>
              <a:gd name="T90" fmla="*/ 80 w 353"/>
              <a:gd name="T91" fmla="*/ 184 h 289"/>
              <a:gd name="T92" fmla="*/ 89 w 353"/>
              <a:gd name="T93" fmla="*/ 176 h 289"/>
              <a:gd name="T94" fmla="*/ 177 w 353"/>
              <a:gd name="T95" fmla="*/ 208 h 289"/>
              <a:gd name="T96" fmla="*/ 201 w 353"/>
              <a:gd name="T97" fmla="*/ 184 h 289"/>
              <a:gd name="T98" fmla="*/ 177 w 353"/>
              <a:gd name="T99" fmla="*/ 160 h 289"/>
              <a:gd name="T100" fmla="*/ 153 w 353"/>
              <a:gd name="T101" fmla="*/ 184 h 289"/>
              <a:gd name="T102" fmla="*/ 177 w 353"/>
              <a:gd name="T103" fmla="*/ 208 h 289"/>
              <a:gd name="T104" fmla="*/ 177 w 353"/>
              <a:gd name="T105" fmla="*/ 176 h 289"/>
              <a:gd name="T106" fmla="*/ 185 w 353"/>
              <a:gd name="T107" fmla="*/ 184 h 289"/>
              <a:gd name="T108" fmla="*/ 177 w 353"/>
              <a:gd name="T109" fmla="*/ 192 h 289"/>
              <a:gd name="T110" fmla="*/ 169 w 353"/>
              <a:gd name="T111" fmla="*/ 184 h 289"/>
              <a:gd name="T112" fmla="*/ 177 w 353"/>
              <a:gd name="T113" fmla="*/ 176 h 2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353" h="289">
                <a:moveTo>
                  <a:pt x="265" y="208"/>
                </a:moveTo>
                <a:cubicBezTo>
                  <a:pt x="278" y="208"/>
                  <a:pt x="289" y="197"/>
                  <a:pt x="289" y="184"/>
                </a:cubicBezTo>
                <a:cubicBezTo>
                  <a:pt x="289" y="171"/>
                  <a:pt x="278" y="160"/>
                  <a:pt x="265" y="160"/>
                </a:cubicBezTo>
                <a:cubicBezTo>
                  <a:pt x="252" y="160"/>
                  <a:pt x="241" y="171"/>
                  <a:pt x="241" y="184"/>
                </a:cubicBezTo>
                <a:cubicBezTo>
                  <a:pt x="241" y="197"/>
                  <a:pt x="252" y="208"/>
                  <a:pt x="265" y="208"/>
                </a:cubicBezTo>
                <a:moveTo>
                  <a:pt x="265" y="176"/>
                </a:moveTo>
                <a:cubicBezTo>
                  <a:pt x="270" y="176"/>
                  <a:pt x="273" y="180"/>
                  <a:pt x="273" y="184"/>
                </a:cubicBezTo>
                <a:cubicBezTo>
                  <a:pt x="273" y="189"/>
                  <a:pt x="270" y="192"/>
                  <a:pt x="265" y="192"/>
                </a:cubicBezTo>
                <a:cubicBezTo>
                  <a:pt x="261" y="192"/>
                  <a:pt x="257" y="189"/>
                  <a:pt x="257" y="184"/>
                </a:cubicBezTo>
                <a:cubicBezTo>
                  <a:pt x="257" y="180"/>
                  <a:pt x="261" y="176"/>
                  <a:pt x="265" y="176"/>
                </a:cubicBezTo>
                <a:moveTo>
                  <a:pt x="321" y="32"/>
                </a:moveTo>
                <a:cubicBezTo>
                  <a:pt x="177" y="32"/>
                  <a:pt x="177" y="32"/>
                  <a:pt x="177" y="32"/>
                </a:cubicBezTo>
                <a:cubicBezTo>
                  <a:pt x="145" y="32"/>
                  <a:pt x="145" y="0"/>
                  <a:pt x="113" y="0"/>
                </a:cubicBezTo>
                <a:cubicBezTo>
                  <a:pt x="32" y="0"/>
                  <a:pt x="32" y="0"/>
                  <a:pt x="32" y="0"/>
                </a:cubicBezTo>
                <a:cubicBezTo>
                  <a:pt x="15" y="0"/>
                  <a:pt x="0" y="14"/>
                  <a:pt x="0" y="32"/>
                </a:cubicBezTo>
                <a:cubicBezTo>
                  <a:pt x="0" y="256"/>
                  <a:pt x="0" y="256"/>
                  <a:pt x="0" y="256"/>
                </a:cubicBezTo>
                <a:cubicBezTo>
                  <a:pt x="0" y="274"/>
                  <a:pt x="15" y="289"/>
                  <a:pt x="32" y="289"/>
                </a:cubicBezTo>
                <a:cubicBezTo>
                  <a:pt x="321" y="289"/>
                  <a:pt x="321" y="289"/>
                  <a:pt x="321" y="289"/>
                </a:cubicBezTo>
                <a:cubicBezTo>
                  <a:pt x="339" y="289"/>
                  <a:pt x="353" y="274"/>
                  <a:pt x="353" y="256"/>
                </a:cubicBezTo>
                <a:cubicBezTo>
                  <a:pt x="353" y="64"/>
                  <a:pt x="353" y="64"/>
                  <a:pt x="353" y="64"/>
                </a:cubicBezTo>
                <a:cubicBezTo>
                  <a:pt x="353" y="46"/>
                  <a:pt x="339" y="32"/>
                  <a:pt x="321" y="32"/>
                </a:cubicBezTo>
                <a:moveTo>
                  <a:pt x="337" y="256"/>
                </a:moveTo>
                <a:cubicBezTo>
                  <a:pt x="337" y="265"/>
                  <a:pt x="330" y="272"/>
                  <a:pt x="321" y="272"/>
                </a:cubicBezTo>
                <a:cubicBezTo>
                  <a:pt x="32" y="272"/>
                  <a:pt x="32" y="272"/>
                  <a:pt x="32" y="272"/>
                </a:cubicBezTo>
                <a:cubicBezTo>
                  <a:pt x="23" y="272"/>
                  <a:pt x="16" y="265"/>
                  <a:pt x="16" y="256"/>
                </a:cubicBezTo>
                <a:cubicBezTo>
                  <a:pt x="16" y="96"/>
                  <a:pt x="16" y="96"/>
                  <a:pt x="16" y="96"/>
                </a:cubicBezTo>
                <a:cubicBezTo>
                  <a:pt x="337" y="96"/>
                  <a:pt x="337" y="96"/>
                  <a:pt x="337" y="96"/>
                </a:cubicBezTo>
                <a:lnTo>
                  <a:pt x="337" y="256"/>
                </a:lnTo>
                <a:close/>
                <a:moveTo>
                  <a:pt x="337" y="80"/>
                </a:moveTo>
                <a:cubicBezTo>
                  <a:pt x="16" y="80"/>
                  <a:pt x="16" y="80"/>
                  <a:pt x="16" y="80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3"/>
                  <a:pt x="23" y="16"/>
                  <a:pt x="32" y="16"/>
                </a:cubicBezTo>
                <a:cubicBezTo>
                  <a:pt x="113" y="16"/>
                  <a:pt x="113" y="16"/>
                  <a:pt x="113" y="16"/>
                </a:cubicBezTo>
                <a:cubicBezTo>
                  <a:pt x="137" y="16"/>
                  <a:pt x="137" y="48"/>
                  <a:pt x="177" y="48"/>
                </a:cubicBezTo>
                <a:cubicBezTo>
                  <a:pt x="321" y="48"/>
                  <a:pt x="321" y="48"/>
                  <a:pt x="321" y="48"/>
                </a:cubicBezTo>
                <a:cubicBezTo>
                  <a:pt x="330" y="48"/>
                  <a:pt x="337" y="55"/>
                  <a:pt x="337" y="64"/>
                </a:cubicBezTo>
                <a:lnTo>
                  <a:pt x="337" y="80"/>
                </a:lnTo>
                <a:close/>
                <a:moveTo>
                  <a:pt x="89" y="208"/>
                </a:moveTo>
                <a:cubicBezTo>
                  <a:pt x="102" y="208"/>
                  <a:pt x="113" y="197"/>
                  <a:pt x="113" y="184"/>
                </a:cubicBezTo>
                <a:cubicBezTo>
                  <a:pt x="113" y="171"/>
                  <a:pt x="102" y="160"/>
                  <a:pt x="89" y="160"/>
                </a:cubicBezTo>
                <a:cubicBezTo>
                  <a:pt x="75" y="160"/>
                  <a:pt x="64" y="171"/>
                  <a:pt x="64" y="184"/>
                </a:cubicBezTo>
                <a:cubicBezTo>
                  <a:pt x="64" y="197"/>
                  <a:pt x="75" y="208"/>
                  <a:pt x="89" y="208"/>
                </a:cubicBezTo>
                <a:moveTo>
                  <a:pt x="89" y="176"/>
                </a:moveTo>
                <a:cubicBezTo>
                  <a:pt x="93" y="176"/>
                  <a:pt x="97" y="180"/>
                  <a:pt x="97" y="184"/>
                </a:cubicBezTo>
                <a:cubicBezTo>
                  <a:pt x="97" y="189"/>
                  <a:pt x="93" y="192"/>
                  <a:pt x="89" y="192"/>
                </a:cubicBezTo>
                <a:cubicBezTo>
                  <a:pt x="84" y="192"/>
                  <a:pt x="80" y="189"/>
                  <a:pt x="80" y="184"/>
                </a:cubicBezTo>
                <a:cubicBezTo>
                  <a:pt x="80" y="180"/>
                  <a:pt x="84" y="176"/>
                  <a:pt x="89" y="176"/>
                </a:cubicBezTo>
                <a:moveTo>
                  <a:pt x="177" y="208"/>
                </a:moveTo>
                <a:cubicBezTo>
                  <a:pt x="190" y="208"/>
                  <a:pt x="201" y="197"/>
                  <a:pt x="201" y="184"/>
                </a:cubicBezTo>
                <a:cubicBezTo>
                  <a:pt x="201" y="171"/>
                  <a:pt x="190" y="160"/>
                  <a:pt x="177" y="160"/>
                </a:cubicBezTo>
                <a:cubicBezTo>
                  <a:pt x="164" y="160"/>
                  <a:pt x="153" y="171"/>
                  <a:pt x="153" y="184"/>
                </a:cubicBezTo>
                <a:cubicBezTo>
                  <a:pt x="153" y="197"/>
                  <a:pt x="164" y="208"/>
                  <a:pt x="177" y="208"/>
                </a:cubicBezTo>
                <a:moveTo>
                  <a:pt x="177" y="176"/>
                </a:moveTo>
                <a:cubicBezTo>
                  <a:pt x="181" y="176"/>
                  <a:pt x="185" y="180"/>
                  <a:pt x="185" y="184"/>
                </a:cubicBezTo>
                <a:cubicBezTo>
                  <a:pt x="185" y="189"/>
                  <a:pt x="181" y="192"/>
                  <a:pt x="177" y="192"/>
                </a:cubicBezTo>
                <a:cubicBezTo>
                  <a:pt x="172" y="192"/>
                  <a:pt x="169" y="189"/>
                  <a:pt x="169" y="184"/>
                </a:cubicBezTo>
                <a:cubicBezTo>
                  <a:pt x="169" y="180"/>
                  <a:pt x="172" y="176"/>
                  <a:pt x="177" y="176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06" name="Freeform 106"/>
          <p:cNvSpPr>
            <a:spLocks noEditPoints="1"/>
          </p:cNvSpPr>
          <p:nvPr/>
        </p:nvSpPr>
        <p:spPr bwMode="auto">
          <a:xfrm>
            <a:off x="9605434" y="4216400"/>
            <a:ext cx="575733" cy="577851"/>
          </a:xfrm>
          <a:custGeom>
            <a:avLst/>
            <a:gdLst>
              <a:gd name="T0" fmla="*/ 277 w 353"/>
              <a:gd name="T1" fmla="*/ 267 h 354"/>
              <a:gd name="T2" fmla="*/ 305 w 353"/>
              <a:gd name="T3" fmla="*/ 193 h 354"/>
              <a:gd name="T4" fmla="*/ 192 w 353"/>
              <a:gd name="T5" fmla="*/ 81 h 354"/>
              <a:gd name="T6" fmla="*/ 80 w 353"/>
              <a:gd name="T7" fmla="*/ 193 h 354"/>
              <a:gd name="T8" fmla="*/ 192 w 353"/>
              <a:gd name="T9" fmla="*/ 305 h 354"/>
              <a:gd name="T10" fmla="*/ 266 w 353"/>
              <a:gd name="T11" fmla="*/ 278 h 354"/>
              <a:gd name="T12" fmla="*/ 277 w 353"/>
              <a:gd name="T13" fmla="*/ 289 h 354"/>
              <a:gd name="T14" fmla="*/ 277 w 353"/>
              <a:gd name="T15" fmla="*/ 289 h 354"/>
              <a:gd name="T16" fmla="*/ 277 w 353"/>
              <a:gd name="T17" fmla="*/ 289 h 354"/>
              <a:gd name="T18" fmla="*/ 339 w 353"/>
              <a:gd name="T19" fmla="*/ 351 h 354"/>
              <a:gd name="T20" fmla="*/ 345 w 353"/>
              <a:gd name="T21" fmla="*/ 354 h 354"/>
              <a:gd name="T22" fmla="*/ 353 w 353"/>
              <a:gd name="T23" fmla="*/ 346 h 354"/>
              <a:gd name="T24" fmla="*/ 350 w 353"/>
              <a:gd name="T25" fmla="*/ 340 h 354"/>
              <a:gd name="T26" fmla="*/ 277 w 353"/>
              <a:gd name="T27" fmla="*/ 267 h 354"/>
              <a:gd name="T28" fmla="*/ 192 w 353"/>
              <a:gd name="T29" fmla="*/ 289 h 354"/>
              <a:gd name="T30" fmla="*/ 96 w 353"/>
              <a:gd name="T31" fmla="*/ 193 h 354"/>
              <a:gd name="T32" fmla="*/ 192 w 353"/>
              <a:gd name="T33" fmla="*/ 97 h 354"/>
              <a:gd name="T34" fmla="*/ 289 w 353"/>
              <a:gd name="T35" fmla="*/ 193 h 354"/>
              <a:gd name="T36" fmla="*/ 192 w 353"/>
              <a:gd name="T37" fmla="*/ 289 h 354"/>
              <a:gd name="T38" fmla="*/ 321 w 353"/>
              <a:gd name="T39" fmla="*/ 33 h 354"/>
              <a:gd name="T40" fmla="*/ 176 w 353"/>
              <a:gd name="T41" fmla="*/ 33 h 354"/>
              <a:gd name="T42" fmla="*/ 112 w 353"/>
              <a:gd name="T43" fmla="*/ 0 h 354"/>
              <a:gd name="T44" fmla="*/ 32 w 353"/>
              <a:gd name="T45" fmla="*/ 0 h 354"/>
              <a:gd name="T46" fmla="*/ 0 w 353"/>
              <a:gd name="T47" fmla="*/ 33 h 354"/>
              <a:gd name="T48" fmla="*/ 0 w 353"/>
              <a:gd name="T49" fmla="*/ 257 h 354"/>
              <a:gd name="T50" fmla="*/ 32 w 353"/>
              <a:gd name="T51" fmla="*/ 289 h 354"/>
              <a:gd name="T52" fmla="*/ 107 w 353"/>
              <a:gd name="T53" fmla="*/ 289 h 354"/>
              <a:gd name="T54" fmla="*/ 92 w 353"/>
              <a:gd name="T55" fmla="*/ 273 h 354"/>
              <a:gd name="T56" fmla="*/ 32 w 353"/>
              <a:gd name="T57" fmla="*/ 273 h 354"/>
              <a:gd name="T58" fmla="*/ 16 w 353"/>
              <a:gd name="T59" fmla="*/ 257 h 354"/>
              <a:gd name="T60" fmla="*/ 16 w 353"/>
              <a:gd name="T61" fmla="*/ 97 h 354"/>
              <a:gd name="T62" fmla="*/ 107 w 353"/>
              <a:gd name="T63" fmla="*/ 97 h 354"/>
              <a:gd name="T64" fmla="*/ 130 w 353"/>
              <a:gd name="T65" fmla="*/ 81 h 354"/>
              <a:gd name="T66" fmla="*/ 16 w 353"/>
              <a:gd name="T67" fmla="*/ 81 h 354"/>
              <a:gd name="T68" fmla="*/ 16 w 353"/>
              <a:gd name="T69" fmla="*/ 33 h 354"/>
              <a:gd name="T70" fmla="*/ 32 w 353"/>
              <a:gd name="T71" fmla="*/ 16 h 354"/>
              <a:gd name="T72" fmla="*/ 112 w 353"/>
              <a:gd name="T73" fmla="*/ 16 h 354"/>
              <a:gd name="T74" fmla="*/ 176 w 353"/>
              <a:gd name="T75" fmla="*/ 49 h 354"/>
              <a:gd name="T76" fmla="*/ 321 w 353"/>
              <a:gd name="T77" fmla="*/ 49 h 354"/>
              <a:gd name="T78" fmla="*/ 337 w 353"/>
              <a:gd name="T79" fmla="*/ 65 h 354"/>
              <a:gd name="T80" fmla="*/ 337 w 353"/>
              <a:gd name="T81" fmla="*/ 81 h 354"/>
              <a:gd name="T82" fmla="*/ 254 w 353"/>
              <a:gd name="T83" fmla="*/ 81 h 354"/>
              <a:gd name="T84" fmla="*/ 277 w 353"/>
              <a:gd name="T85" fmla="*/ 97 h 354"/>
              <a:gd name="T86" fmla="*/ 337 w 353"/>
              <a:gd name="T87" fmla="*/ 97 h 354"/>
              <a:gd name="T88" fmla="*/ 337 w 353"/>
              <a:gd name="T89" fmla="*/ 257 h 354"/>
              <a:gd name="T90" fmla="*/ 321 w 353"/>
              <a:gd name="T91" fmla="*/ 273 h 354"/>
              <a:gd name="T92" fmla="*/ 306 w 353"/>
              <a:gd name="T93" fmla="*/ 273 h 354"/>
              <a:gd name="T94" fmla="*/ 322 w 353"/>
              <a:gd name="T95" fmla="*/ 289 h 354"/>
              <a:gd name="T96" fmla="*/ 353 w 353"/>
              <a:gd name="T97" fmla="*/ 257 h 354"/>
              <a:gd name="T98" fmla="*/ 353 w 353"/>
              <a:gd name="T99" fmla="*/ 65 h 354"/>
              <a:gd name="T100" fmla="*/ 321 w 353"/>
              <a:gd name="T101" fmla="*/ 33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353" h="354">
                <a:moveTo>
                  <a:pt x="277" y="267"/>
                </a:moveTo>
                <a:cubicBezTo>
                  <a:pt x="294" y="247"/>
                  <a:pt x="305" y="221"/>
                  <a:pt x="305" y="193"/>
                </a:cubicBezTo>
                <a:cubicBezTo>
                  <a:pt x="305" y="131"/>
                  <a:pt x="254" y="81"/>
                  <a:pt x="192" y="81"/>
                </a:cubicBezTo>
                <a:cubicBezTo>
                  <a:pt x="130" y="81"/>
                  <a:pt x="80" y="131"/>
                  <a:pt x="80" y="193"/>
                </a:cubicBezTo>
                <a:cubicBezTo>
                  <a:pt x="80" y="255"/>
                  <a:pt x="130" y="305"/>
                  <a:pt x="192" y="305"/>
                </a:cubicBezTo>
                <a:cubicBezTo>
                  <a:pt x="220" y="305"/>
                  <a:pt x="246" y="295"/>
                  <a:pt x="266" y="278"/>
                </a:cubicBezTo>
                <a:cubicBezTo>
                  <a:pt x="277" y="289"/>
                  <a:pt x="277" y="289"/>
                  <a:pt x="277" y="289"/>
                </a:cubicBezTo>
                <a:cubicBezTo>
                  <a:pt x="277" y="289"/>
                  <a:pt x="277" y="289"/>
                  <a:pt x="277" y="289"/>
                </a:cubicBezTo>
                <a:cubicBezTo>
                  <a:pt x="277" y="289"/>
                  <a:pt x="277" y="289"/>
                  <a:pt x="277" y="289"/>
                </a:cubicBezTo>
                <a:cubicBezTo>
                  <a:pt x="339" y="351"/>
                  <a:pt x="339" y="351"/>
                  <a:pt x="339" y="351"/>
                </a:cubicBezTo>
                <a:cubicBezTo>
                  <a:pt x="341" y="353"/>
                  <a:pt x="343" y="354"/>
                  <a:pt x="345" y="354"/>
                </a:cubicBezTo>
                <a:cubicBezTo>
                  <a:pt x="349" y="354"/>
                  <a:pt x="353" y="350"/>
                  <a:pt x="353" y="346"/>
                </a:cubicBezTo>
                <a:cubicBezTo>
                  <a:pt x="353" y="343"/>
                  <a:pt x="352" y="341"/>
                  <a:pt x="350" y="340"/>
                </a:cubicBezTo>
                <a:lnTo>
                  <a:pt x="277" y="267"/>
                </a:lnTo>
                <a:close/>
                <a:moveTo>
                  <a:pt x="192" y="289"/>
                </a:moveTo>
                <a:cubicBezTo>
                  <a:pt x="139" y="289"/>
                  <a:pt x="96" y="246"/>
                  <a:pt x="96" y="193"/>
                </a:cubicBezTo>
                <a:cubicBezTo>
                  <a:pt x="96" y="140"/>
                  <a:pt x="139" y="97"/>
                  <a:pt x="192" y="97"/>
                </a:cubicBezTo>
                <a:cubicBezTo>
                  <a:pt x="245" y="97"/>
                  <a:pt x="289" y="140"/>
                  <a:pt x="289" y="193"/>
                </a:cubicBezTo>
                <a:cubicBezTo>
                  <a:pt x="289" y="246"/>
                  <a:pt x="245" y="289"/>
                  <a:pt x="192" y="289"/>
                </a:cubicBezTo>
                <a:moveTo>
                  <a:pt x="321" y="33"/>
                </a:moveTo>
                <a:cubicBezTo>
                  <a:pt x="176" y="33"/>
                  <a:pt x="176" y="33"/>
                  <a:pt x="176" y="33"/>
                </a:cubicBezTo>
                <a:cubicBezTo>
                  <a:pt x="144" y="33"/>
                  <a:pt x="144" y="0"/>
                  <a:pt x="112" y="0"/>
                </a:cubicBez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5"/>
                  <a:pt x="0" y="33"/>
                </a:cubicBezTo>
                <a:cubicBezTo>
                  <a:pt x="0" y="257"/>
                  <a:pt x="0" y="257"/>
                  <a:pt x="0" y="257"/>
                </a:cubicBezTo>
                <a:cubicBezTo>
                  <a:pt x="0" y="275"/>
                  <a:pt x="14" y="289"/>
                  <a:pt x="32" y="289"/>
                </a:cubicBezTo>
                <a:cubicBezTo>
                  <a:pt x="107" y="289"/>
                  <a:pt x="107" y="289"/>
                  <a:pt x="107" y="289"/>
                </a:cubicBezTo>
                <a:cubicBezTo>
                  <a:pt x="102" y="285"/>
                  <a:pt x="97" y="279"/>
                  <a:pt x="92" y="273"/>
                </a:cubicBezTo>
                <a:cubicBezTo>
                  <a:pt x="32" y="273"/>
                  <a:pt x="32" y="273"/>
                  <a:pt x="32" y="273"/>
                </a:cubicBezTo>
                <a:cubicBezTo>
                  <a:pt x="23" y="273"/>
                  <a:pt x="16" y="266"/>
                  <a:pt x="16" y="257"/>
                </a:cubicBezTo>
                <a:cubicBezTo>
                  <a:pt x="16" y="97"/>
                  <a:pt x="16" y="97"/>
                  <a:pt x="16" y="97"/>
                </a:cubicBezTo>
                <a:cubicBezTo>
                  <a:pt x="107" y="97"/>
                  <a:pt x="107" y="97"/>
                  <a:pt x="107" y="97"/>
                </a:cubicBezTo>
                <a:cubicBezTo>
                  <a:pt x="114" y="91"/>
                  <a:pt x="122" y="85"/>
                  <a:pt x="130" y="81"/>
                </a:cubicBezTo>
                <a:cubicBezTo>
                  <a:pt x="16" y="81"/>
                  <a:pt x="16" y="81"/>
                  <a:pt x="16" y="81"/>
                </a:cubicBezTo>
                <a:cubicBezTo>
                  <a:pt x="16" y="33"/>
                  <a:pt x="16" y="33"/>
                  <a:pt x="16" y="33"/>
                </a:cubicBezTo>
                <a:cubicBezTo>
                  <a:pt x="16" y="24"/>
                  <a:pt x="23" y="16"/>
                  <a:pt x="32" y="16"/>
                </a:cubicBezTo>
                <a:cubicBezTo>
                  <a:pt x="112" y="16"/>
                  <a:pt x="112" y="16"/>
                  <a:pt x="112" y="16"/>
                </a:cubicBezTo>
                <a:cubicBezTo>
                  <a:pt x="136" y="16"/>
                  <a:pt x="136" y="49"/>
                  <a:pt x="176" y="49"/>
                </a:cubicBezTo>
                <a:cubicBezTo>
                  <a:pt x="321" y="49"/>
                  <a:pt x="321" y="49"/>
                  <a:pt x="321" y="49"/>
                </a:cubicBezTo>
                <a:cubicBezTo>
                  <a:pt x="330" y="49"/>
                  <a:pt x="337" y="56"/>
                  <a:pt x="337" y="65"/>
                </a:cubicBezTo>
                <a:cubicBezTo>
                  <a:pt x="337" y="81"/>
                  <a:pt x="337" y="81"/>
                  <a:pt x="337" y="81"/>
                </a:cubicBezTo>
                <a:cubicBezTo>
                  <a:pt x="254" y="81"/>
                  <a:pt x="254" y="81"/>
                  <a:pt x="254" y="81"/>
                </a:cubicBezTo>
                <a:cubicBezTo>
                  <a:pt x="263" y="85"/>
                  <a:pt x="270" y="91"/>
                  <a:pt x="277" y="97"/>
                </a:cubicBezTo>
                <a:cubicBezTo>
                  <a:pt x="337" y="97"/>
                  <a:pt x="337" y="97"/>
                  <a:pt x="337" y="97"/>
                </a:cubicBezTo>
                <a:cubicBezTo>
                  <a:pt x="337" y="257"/>
                  <a:pt x="337" y="257"/>
                  <a:pt x="337" y="257"/>
                </a:cubicBezTo>
                <a:cubicBezTo>
                  <a:pt x="337" y="266"/>
                  <a:pt x="330" y="273"/>
                  <a:pt x="321" y="273"/>
                </a:cubicBezTo>
                <a:cubicBezTo>
                  <a:pt x="306" y="273"/>
                  <a:pt x="306" y="273"/>
                  <a:pt x="306" y="273"/>
                </a:cubicBezTo>
                <a:cubicBezTo>
                  <a:pt x="322" y="289"/>
                  <a:pt x="322" y="289"/>
                  <a:pt x="322" y="289"/>
                </a:cubicBezTo>
                <a:cubicBezTo>
                  <a:pt x="339" y="288"/>
                  <a:pt x="353" y="274"/>
                  <a:pt x="353" y="257"/>
                </a:cubicBezTo>
                <a:cubicBezTo>
                  <a:pt x="353" y="65"/>
                  <a:pt x="353" y="65"/>
                  <a:pt x="353" y="65"/>
                </a:cubicBezTo>
                <a:cubicBezTo>
                  <a:pt x="353" y="47"/>
                  <a:pt x="338" y="33"/>
                  <a:pt x="321" y="33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07" name="Freeform 107"/>
          <p:cNvSpPr>
            <a:spLocks noEditPoints="1"/>
          </p:cNvSpPr>
          <p:nvPr/>
        </p:nvSpPr>
        <p:spPr bwMode="auto">
          <a:xfrm>
            <a:off x="10703984" y="4216400"/>
            <a:ext cx="575733" cy="577851"/>
          </a:xfrm>
          <a:custGeom>
            <a:avLst/>
            <a:gdLst>
              <a:gd name="T0" fmla="*/ 176 w 353"/>
              <a:gd name="T1" fmla="*/ 0 h 354"/>
              <a:gd name="T2" fmla="*/ 0 w 353"/>
              <a:gd name="T3" fmla="*/ 177 h 354"/>
              <a:gd name="T4" fmla="*/ 176 w 353"/>
              <a:gd name="T5" fmla="*/ 354 h 354"/>
              <a:gd name="T6" fmla="*/ 353 w 353"/>
              <a:gd name="T7" fmla="*/ 177 h 354"/>
              <a:gd name="T8" fmla="*/ 176 w 353"/>
              <a:gd name="T9" fmla="*/ 0 h 354"/>
              <a:gd name="T10" fmla="*/ 176 w 353"/>
              <a:gd name="T11" fmla="*/ 338 h 354"/>
              <a:gd name="T12" fmla="*/ 72 w 353"/>
              <a:gd name="T13" fmla="*/ 299 h 354"/>
              <a:gd name="T14" fmla="*/ 128 w 353"/>
              <a:gd name="T15" fmla="*/ 264 h 354"/>
              <a:gd name="T16" fmla="*/ 154 w 353"/>
              <a:gd name="T17" fmla="*/ 205 h 354"/>
              <a:gd name="T18" fmla="*/ 147 w 353"/>
              <a:gd name="T19" fmla="*/ 191 h 354"/>
              <a:gd name="T20" fmla="*/ 128 w 353"/>
              <a:gd name="T21" fmla="*/ 119 h 354"/>
              <a:gd name="T22" fmla="*/ 169 w 353"/>
              <a:gd name="T23" fmla="*/ 71 h 354"/>
              <a:gd name="T24" fmla="*/ 192 w 353"/>
              <a:gd name="T25" fmla="*/ 67 h 354"/>
              <a:gd name="T26" fmla="*/ 201 w 353"/>
              <a:gd name="T27" fmla="*/ 65 h 354"/>
              <a:gd name="T28" fmla="*/ 232 w 353"/>
              <a:gd name="T29" fmla="*/ 121 h 354"/>
              <a:gd name="T30" fmla="*/ 217 w 353"/>
              <a:gd name="T31" fmla="*/ 189 h 354"/>
              <a:gd name="T32" fmla="*/ 209 w 353"/>
              <a:gd name="T33" fmla="*/ 204 h 354"/>
              <a:gd name="T34" fmla="*/ 205 w 353"/>
              <a:gd name="T35" fmla="*/ 236 h 354"/>
              <a:gd name="T36" fmla="*/ 240 w 353"/>
              <a:gd name="T37" fmla="*/ 267 h 354"/>
              <a:gd name="T38" fmla="*/ 282 w 353"/>
              <a:gd name="T39" fmla="*/ 298 h 354"/>
              <a:gd name="T40" fmla="*/ 176 w 353"/>
              <a:gd name="T41" fmla="*/ 338 h 354"/>
              <a:gd name="T42" fmla="*/ 294 w 353"/>
              <a:gd name="T43" fmla="*/ 287 h 354"/>
              <a:gd name="T44" fmla="*/ 247 w 353"/>
              <a:gd name="T45" fmla="*/ 252 h 354"/>
              <a:gd name="T46" fmla="*/ 221 w 353"/>
              <a:gd name="T47" fmla="*/ 230 h 354"/>
              <a:gd name="T48" fmla="*/ 223 w 353"/>
              <a:gd name="T49" fmla="*/ 211 h 354"/>
              <a:gd name="T50" fmla="*/ 231 w 353"/>
              <a:gd name="T51" fmla="*/ 197 h 354"/>
              <a:gd name="T52" fmla="*/ 248 w 353"/>
              <a:gd name="T53" fmla="*/ 121 h 354"/>
              <a:gd name="T54" fmla="*/ 201 w 353"/>
              <a:gd name="T55" fmla="*/ 49 h 354"/>
              <a:gd name="T56" fmla="*/ 187 w 353"/>
              <a:gd name="T57" fmla="*/ 51 h 354"/>
              <a:gd name="T58" fmla="*/ 168 w 353"/>
              <a:gd name="T59" fmla="*/ 55 h 354"/>
              <a:gd name="T60" fmla="*/ 112 w 353"/>
              <a:gd name="T61" fmla="*/ 119 h 354"/>
              <a:gd name="T62" fmla="*/ 133 w 353"/>
              <a:gd name="T63" fmla="*/ 199 h 354"/>
              <a:gd name="T64" fmla="*/ 139 w 353"/>
              <a:gd name="T65" fmla="*/ 211 h 354"/>
              <a:gd name="T66" fmla="*/ 121 w 353"/>
              <a:gd name="T67" fmla="*/ 249 h 354"/>
              <a:gd name="T68" fmla="*/ 60 w 353"/>
              <a:gd name="T69" fmla="*/ 288 h 354"/>
              <a:gd name="T70" fmla="*/ 16 w 353"/>
              <a:gd name="T71" fmla="*/ 177 h 354"/>
              <a:gd name="T72" fmla="*/ 176 w 353"/>
              <a:gd name="T73" fmla="*/ 16 h 354"/>
              <a:gd name="T74" fmla="*/ 337 w 353"/>
              <a:gd name="T75" fmla="*/ 177 h 354"/>
              <a:gd name="T76" fmla="*/ 294 w 353"/>
              <a:gd name="T77" fmla="*/ 287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353" h="354">
                <a:moveTo>
                  <a:pt x="176" y="0"/>
                </a:moveTo>
                <a:cubicBezTo>
                  <a:pt x="79" y="0"/>
                  <a:pt x="0" y="79"/>
                  <a:pt x="0" y="177"/>
                </a:cubicBezTo>
                <a:cubicBezTo>
                  <a:pt x="0" y="275"/>
                  <a:pt x="79" y="354"/>
                  <a:pt x="176" y="354"/>
                </a:cubicBezTo>
                <a:cubicBezTo>
                  <a:pt x="274" y="354"/>
                  <a:pt x="353" y="275"/>
                  <a:pt x="353" y="177"/>
                </a:cubicBezTo>
                <a:cubicBezTo>
                  <a:pt x="353" y="79"/>
                  <a:pt x="274" y="0"/>
                  <a:pt x="176" y="0"/>
                </a:cubicBezTo>
                <a:moveTo>
                  <a:pt x="176" y="338"/>
                </a:moveTo>
                <a:cubicBezTo>
                  <a:pt x="137" y="338"/>
                  <a:pt x="100" y="323"/>
                  <a:pt x="72" y="299"/>
                </a:cubicBezTo>
                <a:cubicBezTo>
                  <a:pt x="94" y="280"/>
                  <a:pt x="104" y="275"/>
                  <a:pt x="128" y="264"/>
                </a:cubicBezTo>
                <a:cubicBezTo>
                  <a:pt x="155" y="252"/>
                  <a:pt x="165" y="230"/>
                  <a:pt x="154" y="205"/>
                </a:cubicBezTo>
                <a:cubicBezTo>
                  <a:pt x="152" y="200"/>
                  <a:pt x="149" y="196"/>
                  <a:pt x="147" y="191"/>
                </a:cubicBezTo>
                <a:cubicBezTo>
                  <a:pt x="138" y="176"/>
                  <a:pt x="128" y="158"/>
                  <a:pt x="128" y="119"/>
                </a:cubicBezTo>
                <a:cubicBezTo>
                  <a:pt x="128" y="71"/>
                  <a:pt x="151" y="71"/>
                  <a:pt x="169" y="71"/>
                </a:cubicBezTo>
                <a:cubicBezTo>
                  <a:pt x="181" y="71"/>
                  <a:pt x="187" y="68"/>
                  <a:pt x="192" y="67"/>
                </a:cubicBezTo>
                <a:cubicBezTo>
                  <a:pt x="196" y="65"/>
                  <a:pt x="198" y="65"/>
                  <a:pt x="201" y="65"/>
                </a:cubicBezTo>
                <a:cubicBezTo>
                  <a:pt x="216" y="65"/>
                  <a:pt x="232" y="79"/>
                  <a:pt x="232" y="121"/>
                </a:cubicBezTo>
                <a:cubicBezTo>
                  <a:pt x="232" y="162"/>
                  <a:pt x="226" y="172"/>
                  <a:pt x="217" y="189"/>
                </a:cubicBezTo>
                <a:cubicBezTo>
                  <a:pt x="214" y="194"/>
                  <a:pt x="212" y="199"/>
                  <a:pt x="209" y="204"/>
                </a:cubicBezTo>
                <a:cubicBezTo>
                  <a:pt x="203" y="216"/>
                  <a:pt x="202" y="226"/>
                  <a:pt x="205" y="236"/>
                </a:cubicBezTo>
                <a:cubicBezTo>
                  <a:pt x="210" y="248"/>
                  <a:pt x="221" y="258"/>
                  <a:pt x="240" y="267"/>
                </a:cubicBezTo>
                <a:cubicBezTo>
                  <a:pt x="256" y="275"/>
                  <a:pt x="273" y="289"/>
                  <a:pt x="282" y="298"/>
                </a:cubicBezTo>
                <a:cubicBezTo>
                  <a:pt x="254" y="323"/>
                  <a:pt x="217" y="338"/>
                  <a:pt x="176" y="338"/>
                </a:cubicBezTo>
                <a:moveTo>
                  <a:pt x="294" y="287"/>
                </a:moveTo>
                <a:cubicBezTo>
                  <a:pt x="284" y="278"/>
                  <a:pt x="265" y="261"/>
                  <a:pt x="247" y="252"/>
                </a:cubicBezTo>
                <a:cubicBezTo>
                  <a:pt x="232" y="245"/>
                  <a:pt x="223" y="238"/>
                  <a:pt x="221" y="230"/>
                </a:cubicBezTo>
                <a:cubicBezTo>
                  <a:pt x="219" y="225"/>
                  <a:pt x="219" y="219"/>
                  <a:pt x="223" y="211"/>
                </a:cubicBezTo>
                <a:cubicBezTo>
                  <a:pt x="226" y="206"/>
                  <a:pt x="228" y="201"/>
                  <a:pt x="231" y="197"/>
                </a:cubicBezTo>
                <a:cubicBezTo>
                  <a:pt x="241" y="179"/>
                  <a:pt x="248" y="166"/>
                  <a:pt x="248" y="121"/>
                </a:cubicBezTo>
                <a:cubicBezTo>
                  <a:pt x="248" y="52"/>
                  <a:pt x="209" y="49"/>
                  <a:pt x="201" y="49"/>
                </a:cubicBezTo>
                <a:cubicBezTo>
                  <a:pt x="195" y="49"/>
                  <a:pt x="191" y="50"/>
                  <a:pt x="187" y="51"/>
                </a:cubicBezTo>
                <a:cubicBezTo>
                  <a:pt x="183" y="53"/>
                  <a:pt x="178" y="55"/>
                  <a:pt x="168" y="55"/>
                </a:cubicBezTo>
                <a:cubicBezTo>
                  <a:pt x="150" y="55"/>
                  <a:pt x="112" y="56"/>
                  <a:pt x="112" y="119"/>
                </a:cubicBezTo>
                <a:cubicBezTo>
                  <a:pt x="112" y="163"/>
                  <a:pt x="124" y="183"/>
                  <a:pt x="133" y="199"/>
                </a:cubicBezTo>
                <a:cubicBezTo>
                  <a:pt x="135" y="203"/>
                  <a:pt x="137" y="207"/>
                  <a:pt x="139" y="211"/>
                </a:cubicBezTo>
                <a:cubicBezTo>
                  <a:pt x="147" y="229"/>
                  <a:pt x="141" y="241"/>
                  <a:pt x="121" y="249"/>
                </a:cubicBezTo>
                <a:cubicBezTo>
                  <a:pt x="96" y="260"/>
                  <a:pt x="85" y="266"/>
                  <a:pt x="60" y="288"/>
                </a:cubicBezTo>
                <a:cubicBezTo>
                  <a:pt x="33" y="259"/>
                  <a:pt x="16" y="220"/>
                  <a:pt x="16" y="177"/>
                </a:cubicBezTo>
                <a:cubicBezTo>
                  <a:pt x="16" y="88"/>
                  <a:pt x="88" y="16"/>
                  <a:pt x="176" y="16"/>
                </a:cubicBezTo>
                <a:cubicBezTo>
                  <a:pt x="265" y="16"/>
                  <a:pt x="337" y="88"/>
                  <a:pt x="337" y="177"/>
                </a:cubicBezTo>
                <a:cubicBezTo>
                  <a:pt x="337" y="219"/>
                  <a:pt x="320" y="258"/>
                  <a:pt x="294" y="287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08" name="Freeform 108"/>
          <p:cNvSpPr>
            <a:spLocks noEditPoints="1"/>
          </p:cNvSpPr>
          <p:nvPr/>
        </p:nvSpPr>
        <p:spPr bwMode="auto">
          <a:xfrm>
            <a:off x="806451" y="5319184"/>
            <a:ext cx="575733" cy="575733"/>
          </a:xfrm>
          <a:custGeom>
            <a:avLst/>
            <a:gdLst>
              <a:gd name="T0" fmla="*/ 177 w 353"/>
              <a:gd name="T1" fmla="*/ 0 h 353"/>
              <a:gd name="T2" fmla="*/ 0 w 353"/>
              <a:gd name="T3" fmla="*/ 176 h 353"/>
              <a:gd name="T4" fmla="*/ 177 w 353"/>
              <a:gd name="T5" fmla="*/ 353 h 353"/>
              <a:gd name="T6" fmla="*/ 353 w 353"/>
              <a:gd name="T7" fmla="*/ 176 h 353"/>
              <a:gd name="T8" fmla="*/ 177 w 353"/>
              <a:gd name="T9" fmla="*/ 0 h 353"/>
              <a:gd name="T10" fmla="*/ 177 w 353"/>
              <a:gd name="T11" fmla="*/ 337 h 353"/>
              <a:gd name="T12" fmla="*/ 77 w 353"/>
              <a:gd name="T13" fmla="*/ 302 h 353"/>
              <a:gd name="T14" fmla="*/ 129 w 353"/>
              <a:gd name="T15" fmla="*/ 266 h 353"/>
              <a:gd name="T16" fmla="*/ 148 w 353"/>
              <a:gd name="T17" fmla="*/ 249 h 353"/>
              <a:gd name="T18" fmla="*/ 143 w 353"/>
              <a:gd name="T19" fmla="*/ 232 h 353"/>
              <a:gd name="T20" fmla="*/ 135 w 353"/>
              <a:gd name="T21" fmla="*/ 230 h 353"/>
              <a:gd name="T22" fmla="*/ 99 w 353"/>
              <a:gd name="T23" fmla="*/ 224 h 353"/>
              <a:gd name="T24" fmla="*/ 112 w 353"/>
              <a:gd name="T25" fmla="*/ 144 h 353"/>
              <a:gd name="T26" fmla="*/ 181 w 353"/>
              <a:gd name="T27" fmla="*/ 64 h 353"/>
              <a:gd name="T28" fmla="*/ 240 w 353"/>
              <a:gd name="T29" fmla="*/ 148 h 353"/>
              <a:gd name="T30" fmla="*/ 253 w 353"/>
              <a:gd name="T31" fmla="*/ 222 h 353"/>
              <a:gd name="T32" fmla="*/ 214 w 353"/>
              <a:gd name="T33" fmla="*/ 229 h 353"/>
              <a:gd name="T34" fmla="*/ 206 w 353"/>
              <a:gd name="T35" fmla="*/ 233 h 353"/>
              <a:gd name="T36" fmla="*/ 224 w 353"/>
              <a:gd name="T37" fmla="*/ 265 h 353"/>
              <a:gd name="T38" fmla="*/ 275 w 353"/>
              <a:gd name="T39" fmla="*/ 303 h 353"/>
              <a:gd name="T40" fmla="*/ 177 w 353"/>
              <a:gd name="T41" fmla="*/ 337 h 353"/>
              <a:gd name="T42" fmla="*/ 288 w 353"/>
              <a:gd name="T43" fmla="*/ 292 h 353"/>
              <a:gd name="T44" fmla="*/ 230 w 353"/>
              <a:gd name="T45" fmla="*/ 250 h 353"/>
              <a:gd name="T46" fmla="*/ 222 w 353"/>
              <a:gd name="T47" fmla="*/ 245 h 353"/>
              <a:gd name="T48" fmla="*/ 271 w 353"/>
              <a:gd name="T49" fmla="*/ 232 h 353"/>
              <a:gd name="T50" fmla="*/ 275 w 353"/>
              <a:gd name="T51" fmla="*/ 224 h 353"/>
              <a:gd name="T52" fmla="*/ 270 w 353"/>
              <a:gd name="T53" fmla="*/ 218 h 353"/>
              <a:gd name="T54" fmla="*/ 256 w 353"/>
              <a:gd name="T55" fmla="*/ 148 h 353"/>
              <a:gd name="T56" fmla="*/ 181 w 353"/>
              <a:gd name="T57" fmla="*/ 48 h 353"/>
              <a:gd name="T58" fmla="*/ 95 w 353"/>
              <a:gd name="T59" fmla="*/ 144 h 353"/>
              <a:gd name="T60" fmla="*/ 84 w 353"/>
              <a:gd name="T61" fmla="*/ 218 h 353"/>
              <a:gd name="T62" fmla="*/ 78 w 353"/>
              <a:gd name="T63" fmla="*/ 224 h 353"/>
              <a:gd name="T64" fmla="*/ 82 w 353"/>
              <a:gd name="T65" fmla="*/ 233 h 353"/>
              <a:gd name="T66" fmla="*/ 132 w 353"/>
              <a:gd name="T67" fmla="*/ 247 h 353"/>
              <a:gd name="T68" fmla="*/ 124 w 353"/>
              <a:gd name="T69" fmla="*/ 251 h 353"/>
              <a:gd name="T70" fmla="*/ 65 w 353"/>
              <a:gd name="T71" fmla="*/ 291 h 353"/>
              <a:gd name="T72" fmla="*/ 16 w 353"/>
              <a:gd name="T73" fmla="*/ 176 h 353"/>
              <a:gd name="T74" fmla="*/ 177 w 353"/>
              <a:gd name="T75" fmla="*/ 16 h 353"/>
              <a:gd name="T76" fmla="*/ 337 w 353"/>
              <a:gd name="T77" fmla="*/ 176 h 353"/>
              <a:gd name="T78" fmla="*/ 288 w 353"/>
              <a:gd name="T79" fmla="*/ 292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353" h="353">
                <a:moveTo>
                  <a:pt x="177" y="0"/>
                </a:moveTo>
                <a:cubicBezTo>
                  <a:pt x="79" y="0"/>
                  <a:pt x="0" y="79"/>
                  <a:pt x="0" y="176"/>
                </a:cubicBezTo>
                <a:cubicBezTo>
                  <a:pt x="0" y="274"/>
                  <a:pt x="79" y="353"/>
                  <a:pt x="177" y="353"/>
                </a:cubicBezTo>
                <a:cubicBezTo>
                  <a:pt x="274" y="353"/>
                  <a:pt x="353" y="274"/>
                  <a:pt x="353" y="176"/>
                </a:cubicBezTo>
                <a:cubicBezTo>
                  <a:pt x="353" y="79"/>
                  <a:pt x="274" y="0"/>
                  <a:pt x="177" y="0"/>
                </a:cubicBezTo>
                <a:moveTo>
                  <a:pt x="177" y="337"/>
                </a:moveTo>
                <a:cubicBezTo>
                  <a:pt x="139" y="337"/>
                  <a:pt x="104" y="324"/>
                  <a:pt x="77" y="302"/>
                </a:cubicBezTo>
                <a:cubicBezTo>
                  <a:pt x="88" y="288"/>
                  <a:pt x="109" y="272"/>
                  <a:pt x="129" y="266"/>
                </a:cubicBezTo>
                <a:cubicBezTo>
                  <a:pt x="140" y="262"/>
                  <a:pt x="147" y="256"/>
                  <a:pt x="148" y="249"/>
                </a:cubicBezTo>
                <a:cubicBezTo>
                  <a:pt x="151" y="239"/>
                  <a:pt x="143" y="232"/>
                  <a:pt x="143" y="232"/>
                </a:cubicBezTo>
                <a:cubicBezTo>
                  <a:pt x="140" y="230"/>
                  <a:pt x="137" y="229"/>
                  <a:pt x="135" y="230"/>
                </a:cubicBezTo>
                <a:cubicBezTo>
                  <a:pt x="134" y="230"/>
                  <a:pt x="121" y="234"/>
                  <a:pt x="99" y="224"/>
                </a:cubicBezTo>
                <a:cubicBezTo>
                  <a:pt x="106" y="213"/>
                  <a:pt x="112" y="190"/>
                  <a:pt x="112" y="144"/>
                </a:cubicBezTo>
                <a:cubicBezTo>
                  <a:pt x="112" y="70"/>
                  <a:pt x="144" y="64"/>
                  <a:pt x="181" y="64"/>
                </a:cubicBezTo>
                <a:cubicBezTo>
                  <a:pt x="206" y="64"/>
                  <a:pt x="240" y="73"/>
                  <a:pt x="240" y="148"/>
                </a:cubicBezTo>
                <a:cubicBezTo>
                  <a:pt x="240" y="190"/>
                  <a:pt x="247" y="212"/>
                  <a:pt x="253" y="222"/>
                </a:cubicBezTo>
                <a:cubicBezTo>
                  <a:pt x="244" y="226"/>
                  <a:pt x="230" y="230"/>
                  <a:pt x="214" y="229"/>
                </a:cubicBezTo>
                <a:cubicBezTo>
                  <a:pt x="211" y="228"/>
                  <a:pt x="207" y="230"/>
                  <a:pt x="206" y="233"/>
                </a:cubicBezTo>
                <a:cubicBezTo>
                  <a:pt x="203" y="240"/>
                  <a:pt x="203" y="256"/>
                  <a:pt x="224" y="265"/>
                </a:cubicBezTo>
                <a:cubicBezTo>
                  <a:pt x="240" y="272"/>
                  <a:pt x="260" y="283"/>
                  <a:pt x="275" y="303"/>
                </a:cubicBezTo>
                <a:cubicBezTo>
                  <a:pt x="248" y="324"/>
                  <a:pt x="214" y="337"/>
                  <a:pt x="177" y="337"/>
                </a:cubicBezTo>
                <a:moveTo>
                  <a:pt x="288" y="292"/>
                </a:moveTo>
                <a:cubicBezTo>
                  <a:pt x="270" y="270"/>
                  <a:pt x="248" y="258"/>
                  <a:pt x="230" y="250"/>
                </a:cubicBezTo>
                <a:cubicBezTo>
                  <a:pt x="226" y="249"/>
                  <a:pt x="224" y="247"/>
                  <a:pt x="222" y="245"/>
                </a:cubicBezTo>
                <a:cubicBezTo>
                  <a:pt x="249" y="244"/>
                  <a:pt x="270" y="233"/>
                  <a:pt x="271" y="232"/>
                </a:cubicBezTo>
                <a:cubicBezTo>
                  <a:pt x="274" y="230"/>
                  <a:pt x="275" y="227"/>
                  <a:pt x="275" y="224"/>
                </a:cubicBezTo>
                <a:cubicBezTo>
                  <a:pt x="275" y="221"/>
                  <a:pt x="273" y="219"/>
                  <a:pt x="270" y="218"/>
                </a:cubicBezTo>
                <a:cubicBezTo>
                  <a:pt x="269" y="217"/>
                  <a:pt x="256" y="206"/>
                  <a:pt x="256" y="148"/>
                </a:cubicBezTo>
                <a:cubicBezTo>
                  <a:pt x="256" y="82"/>
                  <a:pt x="231" y="48"/>
                  <a:pt x="181" y="48"/>
                </a:cubicBezTo>
                <a:cubicBezTo>
                  <a:pt x="139" y="48"/>
                  <a:pt x="95" y="59"/>
                  <a:pt x="95" y="144"/>
                </a:cubicBezTo>
                <a:cubicBezTo>
                  <a:pt x="95" y="205"/>
                  <a:pt x="85" y="217"/>
                  <a:pt x="84" y="218"/>
                </a:cubicBezTo>
                <a:cubicBezTo>
                  <a:pt x="81" y="219"/>
                  <a:pt x="79" y="221"/>
                  <a:pt x="78" y="224"/>
                </a:cubicBezTo>
                <a:cubicBezTo>
                  <a:pt x="77" y="228"/>
                  <a:pt x="79" y="231"/>
                  <a:pt x="82" y="233"/>
                </a:cubicBezTo>
                <a:cubicBezTo>
                  <a:pt x="104" y="246"/>
                  <a:pt x="122" y="247"/>
                  <a:pt x="132" y="247"/>
                </a:cubicBezTo>
                <a:cubicBezTo>
                  <a:pt x="131" y="248"/>
                  <a:pt x="128" y="249"/>
                  <a:pt x="124" y="251"/>
                </a:cubicBezTo>
                <a:cubicBezTo>
                  <a:pt x="101" y="258"/>
                  <a:pt x="78" y="275"/>
                  <a:pt x="65" y="291"/>
                </a:cubicBezTo>
                <a:cubicBezTo>
                  <a:pt x="35" y="262"/>
                  <a:pt x="16" y="222"/>
                  <a:pt x="16" y="176"/>
                </a:cubicBezTo>
                <a:cubicBezTo>
                  <a:pt x="16" y="88"/>
                  <a:pt x="88" y="16"/>
                  <a:pt x="177" y="16"/>
                </a:cubicBezTo>
                <a:cubicBezTo>
                  <a:pt x="265" y="16"/>
                  <a:pt x="337" y="88"/>
                  <a:pt x="337" y="176"/>
                </a:cubicBezTo>
                <a:cubicBezTo>
                  <a:pt x="337" y="222"/>
                  <a:pt x="318" y="263"/>
                  <a:pt x="288" y="292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09" name="Freeform 109"/>
          <p:cNvSpPr>
            <a:spLocks noEditPoints="1"/>
          </p:cNvSpPr>
          <p:nvPr/>
        </p:nvSpPr>
        <p:spPr bwMode="auto">
          <a:xfrm>
            <a:off x="1905000" y="5344585"/>
            <a:ext cx="575733" cy="522817"/>
          </a:xfrm>
          <a:custGeom>
            <a:avLst/>
            <a:gdLst>
              <a:gd name="T0" fmla="*/ 265 w 353"/>
              <a:gd name="T1" fmla="*/ 197 h 321"/>
              <a:gd name="T2" fmla="*/ 288 w 353"/>
              <a:gd name="T3" fmla="*/ 121 h 321"/>
              <a:gd name="T4" fmla="*/ 263 w 353"/>
              <a:gd name="T5" fmla="*/ 21 h 321"/>
              <a:gd name="T6" fmla="*/ 209 w 353"/>
              <a:gd name="T7" fmla="*/ 22 h 321"/>
              <a:gd name="T8" fmla="*/ 215 w 353"/>
              <a:gd name="T9" fmla="*/ 37 h 321"/>
              <a:gd name="T10" fmla="*/ 255 w 353"/>
              <a:gd name="T11" fmla="*/ 35 h 321"/>
              <a:gd name="T12" fmla="*/ 275 w 353"/>
              <a:gd name="T13" fmla="*/ 111 h 321"/>
              <a:gd name="T14" fmla="*/ 273 w 353"/>
              <a:gd name="T15" fmla="*/ 144 h 321"/>
              <a:gd name="T16" fmla="*/ 269 w 353"/>
              <a:gd name="T17" fmla="*/ 148 h 321"/>
              <a:gd name="T18" fmla="*/ 291 w 353"/>
              <a:gd name="T19" fmla="*/ 250 h 321"/>
              <a:gd name="T20" fmla="*/ 286 w 353"/>
              <a:gd name="T21" fmla="*/ 289 h 321"/>
              <a:gd name="T22" fmla="*/ 346 w 353"/>
              <a:gd name="T23" fmla="*/ 305 h 321"/>
              <a:gd name="T24" fmla="*/ 295 w 353"/>
              <a:gd name="T25" fmla="*/ 234 h 321"/>
              <a:gd name="T26" fmla="*/ 177 w 353"/>
              <a:gd name="T27" fmla="*/ 202 h 321"/>
              <a:gd name="T28" fmla="*/ 199 w 353"/>
              <a:gd name="T29" fmla="*/ 116 h 321"/>
              <a:gd name="T30" fmla="*/ 174 w 353"/>
              <a:gd name="T31" fmla="*/ 6 h 321"/>
              <a:gd name="T32" fmla="*/ 110 w 353"/>
              <a:gd name="T33" fmla="*/ 9 h 321"/>
              <a:gd name="T34" fmla="*/ 75 w 353"/>
              <a:gd name="T35" fmla="*/ 115 h 321"/>
              <a:gd name="T36" fmla="*/ 97 w 353"/>
              <a:gd name="T37" fmla="*/ 202 h 321"/>
              <a:gd name="T38" fmla="*/ 0 w 353"/>
              <a:gd name="T39" fmla="*/ 313 h 321"/>
              <a:gd name="T40" fmla="*/ 265 w 353"/>
              <a:gd name="T41" fmla="*/ 321 h 321"/>
              <a:gd name="T42" fmla="*/ 209 w 353"/>
              <a:gd name="T43" fmla="*/ 243 h 321"/>
              <a:gd name="T44" fmla="*/ 69 w 353"/>
              <a:gd name="T45" fmla="*/ 258 h 321"/>
              <a:gd name="T46" fmla="*/ 93 w 353"/>
              <a:gd name="T47" fmla="*/ 148 h 321"/>
              <a:gd name="T48" fmla="*/ 91 w 353"/>
              <a:gd name="T49" fmla="*/ 145 h 321"/>
              <a:gd name="T50" fmla="*/ 90 w 353"/>
              <a:gd name="T51" fmla="*/ 108 h 321"/>
              <a:gd name="T52" fmla="*/ 116 w 353"/>
              <a:gd name="T53" fmla="*/ 24 h 321"/>
              <a:gd name="T54" fmla="*/ 148 w 353"/>
              <a:gd name="T55" fmla="*/ 16 h 321"/>
              <a:gd name="T56" fmla="*/ 185 w 353"/>
              <a:gd name="T57" fmla="*/ 48 h 321"/>
              <a:gd name="T58" fmla="*/ 183 w 353"/>
              <a:gd name="T59" fmla="*/ 120 h 321"/>
              <a:gd name="T60" fmla="*/ 182 w 353"/>
              <a:gd name="T61" fmla="*/ 145 h 321"/>
              <a:gd name="T62" fmla="*/ 161 w 353"/>
              <a:gd name="T63" fmla="*/ 202 h 321"/>
              <a:gd name="T64" fmla="*/ 257 w 353"/>
              <a:gd name="T65" fmla="*/ 305 h 3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353" h="321">
                <a:moveTo>
                  <a:pt x="295" y="234"/>
                </a:moveTo>
                <a:cubicBezTo>
                  <a:pt x="295" y="234"/>
                  <a:pt x="265" y="227"/>
                  <a:pt x="265" y="197"/>
                </a:cubicBezTo>
                <a:cubicBezTo>
                  <a:pt x="265" y="171"/>
                  <a:pt x="280" y="162"/>
                  <a:pt x="284" y="155"/>
                </a:cubicBezTo>
                <a:cubicBezTo>
                  <a:pt x="284" y="155"/>
                  <a:pt x="294" y="147"/>
                  <a:pt x="288" y="121"/>
                </a:cubicBezTo>
                <a:cubicBezTo>
                  <a:pt x="298" y="106"/>
                  <a:pt x="301" y="80"/>
                  <a:pt x="289" y="53"/>
                </a:cubicBezTo>
                <a:cubicBezTo>
                  <a:pt x="282" y="36"/>
                  <a:pt x="273" y="27"/>
                  <a:pt x="263" y="21"/>
                </a:cubicBezTo>
                <a:cubicBezTo>
                  <a:pt x="256" y="17"/>
                  <a:pt x="247" y="16"/>
                  <a:pt x="239" y="16"/>
                </a:cubicBezTo>
                <a:cubicBezTo>
                  <a:pt x="227" y="16"/>
                  <a:pt x="216" y="19"/>
                  <a:pt x="209" y="22"/>
                </a:cubicBezTo>
                <a:cubicBezTo>
                  <a:pt x="211" y="26"/>
                  <a:pt x="213" y="30"/>
                  <a:pt x="215" y="35"/>
                </a:cubicBezTo>
                <a:cubicBezTo>
                  <a:pt x="215" y="36"/>
                  <a:pt x="215" y="36"/>
                  <a:pt x="215" y="37"/>
                </a:cubicBezTo>
                <a:cubicBezTo>
                  <a:pt x="220" y="35"/>
                  <a:pt x="229" y="32"/>
                  <a:pt x="239" y="32"/>
                </a:cubicBezTo>
                <a:cubicBezTo>
                  <a:pt x="246" y="32"/>
                  <a:pt x="251" y="33"/>
                  <a:pt x="255" y="35"/>
                </a:cubicBezTo>
                <a:cubicBezTo>
                  <a:pt x="260" y="38"/>
                  <a:pt x="268" y="44"/>
                  <a:pt x="274" y="60"/>
                </a:cubicBezTo>
                <a:cubicBezTo>
                  <a:pt x="284" y="82"/>
                  <a:pt x="282" y="102"/>
                  <a:pt x="275" y="111"/>
                </a:cubicBezTo>
                <a:cubicBezTo>
                  <a:pt x="272" y="115"/>
                  <a:pt x="271" y="120"/>
                  <a:pt x="272" y="124"/>
                </a:cubicBezTo>
                <a:cubicBezTo>
                  <a:pt x="275" y="138"/>
                  <a:pt x="273" y="143"/>
                  <a:pt x="273" y="144"/>
                </a:cubicBezTo>
                <a:cubicBezTo>
                  <a:pt x="272" y="145"/>
                  <a:pt x="272" y="145"/>
                  <a:pt x="271" y="146"/>
                </a:cubicBezTo>
                <a:cubicBezTo>
                  <a:pt x="271" y="146"/>
                  <a:pt x="270" y="147"/>
                  <a:pt x="269" y="148"/>
                </a:cubicBezTo>
                <a:cubicBezTo>
                  <a:pt x="262" y="156"/>
                  <a:pt x="249" y="170"/>
                  <a:pt x="249" y="197"/>
                </a:cubicBezTo>
                <a:cubicBezTo>
                  <a:pt x="249" y="231"/>
                  <a:pt x="276" y="246"/>
                  <a:pt x="291" y="250"/>
                </a:cubicBezTo>
                <a:cubicBezTo>
                  <a:pt x="312" y="257"/>
                  <a:pt x="332" y="266"/>
                  <a:pt x="337" y="289"/>
                </a:cubicBezTo>
                <a:cubicBezTo>
                  <a:pt x="286" y="289"/>
                  <a:pt x="286" y="289"/>
                  <a:pt x="286" y="289"/>
                </a:cubicBezTo>
                <a:cubicBezTo>
                  <a:pt x="287" y="294"/>
                  <a:pt x="288" y="299"/>
                  <a:pt x="289" y="305"/>
                </a:cubicBezTo>
                <a:cubicBezTo>
                  <a:pt x="346" y="305"/>
                  <a:pt x="346" y="305"/>
                  <a:pt x="346" y="305"/>
                </a:cubicBezTo>
                <a:cubicBezTo>
                  <a:pt x="353" y="305"/>
                  <a:pt x="353" y="298"/>
                  <a:pt x="353" y="298"/>
                </a:cubicBezTo>
                <a:cubicBezTo>
                  <a:pt x="353" y="254"/>
                  <a:pt x="314" y="241"/>
                  <a:pt x="295" y="234"/>
                </a:cubicBezTo>
                <a:moveTo>
                  <a:pt x="209" y="243"/>
                </a:moveTo>
                <a:cubicBezTo>
                  <a:pt x="209" y="243"/>
                  <a:pt x="177" y="235"/>
                  <a:pt x="177" y="202"/>
                </a:cubicBezTo>
                <a:cubicBezTo>
                  <a:pt x="177" y="172"/>
                  <a:pt x="190" y="162"/>
                  <a:pt x="195" y="155"/>
                </a:cubicBezTo>
                <a:cubicBezTo>
                  <a:pt x="195" y="155"/>
                  <a:pt x="206" y="146"/>
                  <a:pt x="199" y="116"/>
                </a:cubicBezTo>
                <a:cubicBezTo>
                  <a:pt x="211" y="100"/>
                  <a:pt x="213" y="71"/>
                  <a:pt x="200" y="41"/>
                </a:cubicBezTo>
                <a:cubicBezTo>
                  <a:pt x="192" y="22"/>
                  <a:pt x="185" y="12"/>
                  <a:pt x="174" y="6"/>
                </a:cubicBezTo>
                <a:cubicBezTo>
                  <a:pt x="166" y="1"/>
                  <a:pt x="157" y="0"/>
                  <a:pt x="148" y="0"/>
                </a:cubicBezTo>
                <a:cubicBezTo>
                  <a:pt x="131" y="0"/>
                  <a:pt x="116" y="5"/>
                  <a:pt x="110" y="9"/>
                </a:cubicBezTo>
                <a:cubicBezTo>
                  <a:pt x="91" y="17"/>
                  <a:pt x="79" y="25"/>
                  <a:pt x="68" y="53"/>
                </a:cubicBezTo>
                <a:cubicBezTo>
                  <a:pt x="58" y="76"/>
                  <a:pt x="70" y="102"/>
                  <a:pt x="75" y="115"/>
                </a:cubicBezTo>
                <a:cubicBezTo>
                  <a:pt x="68" y="145"/>
                  <a:pt x="78" y="155"/>
                  <a:pt x="78" y="155"/>
                </a:cubicBezTo>
                <a:cubicBezTo>
                  <a:pt x="83" y="162"/>
                  <a:pt x="97" y="172"/>
                  <a:pt x="97" y="202"/>
                </a:cubicBezTo>
                <a:cubicBezTo>
                  <a:pt x="97" y="235"/>
                  <a:pt x="64" y="243"/>
                  <a:pt x="64" y="243"/>
                </a:cubicBezTo>
                <a:cubicBezTo>
                  <a:pt x="43" y="250"/>
                  <a:pt x="0" y="265"/>
                  <a:pt x="0" y="313"/>
                </a:cubicBezTo>
                <a:cubicBezTo>
                  <a:pt x="0" y="313"/>
                  <a:pt x="0" y="321"/>
                  <a:pt x="8" y="321"/>
                </a:cubicBezTo>
                <a:cubicBezTo>
                  <a:pt x="265" y="321"/>
                  <a:pt x="265" y="321"/>
                  <a:pt x="265" y="321"/>
                </a:cubicBezTo>
                <a:cubicBezTo>
                  <a:pt x="273" y="321"/>
                  <a:pt x="273" y="313"/>
                  <a:pt x="273" y="313"/>
                </a:cubicBezTo>
                <a:cubicBezTo>
                  <a:pt x="273" y="265"/>
                  <a:pt x="230" y="250"/>
                  <a:pt x="209" y="243"/>
                </a:cubicBezTo>
                <a:moveTo>
                  <a:pt x="17" y="305"/>
                </a:moveTo>
                <a:cubicBezTo>
                  <a:pt x="21" y="277"/>
                  <a:pt x="45" y="266"/>
                  <a:pt x="69" y="258"/>
                </a:cubicBezTo>
                <a:cubicBezTo>
                  <a:pt x="85" y="254"/>
                  <a:pt x="113" y="237"/>
                  <a:pt x="113" y="202"/>
                </a:cubicBezTo>
                <a:cubicBezTo>
                  <a:pt x="113" y="171"/>
                  <a:pt x="100" y="156"/>
                  <a:pt x="93" y="148"/>
                </a:cubicBezTo>
                <a:cubicBezTo>
                  <a:pt x="93" y="147"/>
                  <a:pt x="92" y="146"/>
                  <a:pt x="91" y="145"/>
                </a:cubicBezTo>
                <a:cubicBezTo>
                  <a:pt x="91" y="145"/>
                  <a:pt x="91" y="145"/>
                  <a:pt x="91" y="145"/>
                </a:cubicBezTo>
                <a:cubicBezTo>
                  <a:pt x="90" y="143"/>
                  <a:pt x="87" y="136"/>
                  <a:pt x="91" y="119"/>
                </a:cubicBezTo>
                <a:cubicBezTo>
                  <a:pt x="92" y="115"/>
                  <a:pt x="92" y="112"/>
                  <a:pt x="90" y="108"/>
                </a:cubicBezTo>
                <a:cubicBezTo>
                  <a:pt x="86" y="100"/>
                  <a:pt x="75" y="76"/>
                  <a:pt x="83" y="59"/>
                </a:cubicBezTo>
                <a:cubicBezTo>
                  <a:pt x="92" y="36"/>
                  <a:pt x="101" y="31"/>
                  <a:pt x="116" y="24"/>
                </a:cubicBezTo>
                <a:cubicBezTo>
                  <a:pt x="117" y="24"/>
                  <a:pt x="118" y="23"/>
                  <a:pt x="118" y="23"/>
                </a:cubicBezTo>
                <a:cubicBezTo>
                  <a:pt x="122" y="20"/>
                  <a:pt x="135" y="16"/>
                  <a:pt x="148" y="16"/>
                </a:cubicBezTo>
                <a:cubicBezTo>
                  <a:pt x="155" y="16"/>
                  <a:pt x="161" y="17"/>
                  <a:pt x="166" y="20"/>
                </a:cubicBezTo>
                <a:cubicBezTo>
                  <a:pt x="172" y="23"/>
                  <a:pt x="177" y="29"/>
                  <a:pt x="185" y="48"/>
                </a:cubicBezTo>
                <a:cubicBezTo>
                  <a:pt x="196" y="74"/>
                  <a:pt x="194" y="96"/>
                  <a:pt x="186" y="107"/>
                </a:cubicBezTo>
                <a:cubicBezTo>
                  <a:pt x="183" y="110"/>
                  <a:pt x="182" y="115"/>
                  <a:pt x="183" y="120"/>
                </a:cubicBezTo>
                <a:cubicBezTo>
                  <a:pt x="187" y="136"/>
                  <a:pt x="184" y="143"/>
                  <a:pt x="184" y="144"/>
                </a:cubicBezTo>
                <a:cubicBezTo>
                  <a:pt x="183" y="144"/>
                  <a:pt x="183" y="145"/>
                  <a:pt x="182" y="145"/>
                </a:cubicBezTo>
                <a:cubicBezTo>
                  <a:pt x="182" y="146"/>
                  <a:pt x="181" y="147"/>
                  <a:pt x="180" y="148"/>
                </a:cubicBezTo>
                <a:cubicBezTo>
                  <a:pt x="173" y="156"/>
                  <a:pt x="161" y="171"/>
                  <a:pt x="161" y="202"/>
                </a:cubicBezTo>
                <a:cubicBezTo>
                  <a:pt x="161" y="237"/>
                  <a:pt x="189" y="254"/>
                  <a:pt x="205" y="258"/>
                </a:cubicBezTo>
                <a:cubicBezTo>
                  <a:pt x="228" y="266"/>
                  <a:pt x="253" y="277"/>
                  <a:pt x="257" y="305"/>
                </a:cubicBezTo>
                <a:lnTo>
                  <a:pt x="17" y="30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10" name="Freeform 110"/>
          <p:cNvSpPr>
            <a:spLocks noEditPoints="1"/>
          </p:cNvSpPr>
          <p:nvPr/>
        </p:nvSpPr>
        <p:spPr bwMode="auto">
          <a:xfrm>
            <a:off x="3005667" y="5369985"/>
            <a:ext cx="575733" cy="472017"/>
          </a:xfrm>
          <a:custGeom>
            <a:avLst/>
            <a:gdLst>
              <a:gd name="T0" fmla="*/ 68 w 353"/>
              <a:gd name="T1" fmla="*/ 173 h 289"/>
              <a:gd name="T2" fmla="*/ 55 w 353"/>
              <a:gd name="T3" fmla="*/ 131 h 289"/>
              <a:gd name="T4" fmla="*/ 55 w 353"/>
              <a:gd name="T5" fmla="*/ 117 h 289"/>
              <a:gd name="T6" fmla="*/ 49 w 353"/>
              <a:gd name="T7" fmla="*/ 75 h 289"/>
              <a:gd name="T8" fmla="*/ 69 w 353"/>
              <a:gd name="T9" fmla="*/ 52 h 289"/>
              <a:gd name="T10" fmla="*/ 98 w 353"/>
              <a:gd name="T11" fmla="*/ 50 h 289"/>
              <a:gd name="T12" fmla="*/ 103 w 353"/>
              <a:gd name="T13" fmla="*/ 35 h 289"/>
              <a:gd name="T14" fmla="*/ 61 w 353"/>
              <a:gd name="T15" fmla="*/ 39 h 289"/>
              <a:gd name="T16" fmla="*/ 40 w 353"/>
              <a:gd name="T17" fmla="*/ 113 h 289"/>
              <a:gd name="T18" fmla="*/ 52 w 353"/>
              <a:gd name="T19" fmla="*/ 173 h 289"/>
              <a:gd name="T20" fmla="*/ 0 w 353"/>
              <a:gd name="T21" fmla="*/ 249 h 289"/>
              <a:gd name="T22" fmla="*/ 43 w 353"/>
              <a:gd name="T23" fmla="*/ 257 h 289"/>
              <a:gd name="T24" fmla="*/ 16 w 353"/>
              <a:gd name="T25" fmla="*/ 241 h 289"/>
              <a:gd name="T26" fmla="*/ 319 w 353"/>
              <a:gd name="T27" fmla="*/ 201 h 289"/>
              <a:gd name="T28" fmla="*/ 311 w 353"/>
              <a:gd name="T29" fmla="*/ 140 h 289"/>
              <a:gd name="T30" fmla="*/ 318 w 353"/>
              <a:gd name="T31" fmla="*/ 69 h 289"/>
              <a:gd name="T32" fmla="*/ 265 w 353"/>
              <a:gd name="T33" fmla="*/ 32 h 289"/>
              <a:gd name="T34" fmla="*/ 253 w 353"/>
              <a:gd name="T35" fmla="*/ 51 h 289"/>
              <a:gd name="T36" fmla="*/ 265 w 353"/>
              <a:gd name="T37" fmla="*/ 48 h 289"/>
              <a:gd name="T38" fmla="*/ 285 w 353"/>
              <a:gd name="T39" fmla="*/ 53 h 289"/>
              <a:gd name="T40" fmla="*/ 298 w 353"/>
              <a:gd name="T41" fmla="*/ 106 h 289"/>
              <a:gd name="T42" fmla="*/ 298 w 353"/>
              <a:gd name="T43" fmla="*/ 131 h 289"/>
              <a:gd name="T44" fmla="*/ 297 w 353"/>
              <a:gd name="T45" fmla="*/ 132 h 289"/>
              <a:gd name="T46" fmla="*/ 314 w 353"/>
              <a:gd name="T47" fmla="*/ 216 h 289"/>
              <a:gd name="T48" fmla="*/ 301 w 353"/>
              <a:gd name="T49" fmla="*/ 241 h 289"/>
              <a:gd name="T50" fmla="*/ 345 w 353"/>
              <a:gd name="T51" fmla="*/ 257 h 289"/>
              <a:gd name="T52" fmla="*/ 319 w 353"/>
              <a:gd name="T53" fmla="*/ 201 h 289"/>
              <a:gd name="T54" fmla="*/ 211 w 353"/>
              <a:gd name="T55" fmla="*/ 181 h 289"/>
              <a:gd name="T56" fmla="*/ 231 w 353"/>
              <a:gd name="T57" fmla="*/ 105 h 289"/>
              <a:gd name="T58" fmla="*/ 209 w 353"/>
              <a:gd name="T59" fmla="*/ 5 h 289"/>
              <a:gd name="T60" fmla="*/ 152 w 353"/>
              <a:gd name="T61" fmla="*/ 9 h 289"/>
              <a:gd name="T62" fmla="*/ 122 w 353"/>
              <a:gd name="T63" fmla="*/ 104 h 289"/>
              <a:gd name="T64" fmla="*/ 141 w 353"/>
              <a:gd name="T65" fmla="*/ 181 h 289"/>
              <a:gd name="T66" fmla="*/ 56 w 353"/>
              <a:gd name="T67" fmla="*/ 281 h 289"/>
              <a:gd name="T68" fmla="*/ 289 w 353"/>
              <a:gd name="T69" fmla="*/ 289 h 289"/>
              <a:gd name="T70" fmla="*/ 240 w 353"/>
              <a:gd name="T71" fmla="*/ 218 h 289"/>
              <a:gd name="T72" fmla="*/ 116 w 353"/>
              <a:gd name="T73" fmla="*/ 234 h 289"/>
              <a:gd name="T74" fmla="*/ 157 w 353"/>
              <a:gd name="T75" fmla="*/ 181 h 289"/>
              <a:gd name="T76" fmla="*/ 137 w 353"/>
              <a:gd name="T77" fmla="*/ 129 h 289"/>
              <a:gd name="T78" fmla="*/ 137 w 353"/>
              <a:gd name="T79" fmla="*/ 97 h 289"/>
              <a:gd name="T80" fmla="*/ 159 w 353"/>
              <a:gd name="T81" fmla="*/ 23 h 289"/>
              <a:gd name="T82" fmla="*/ 186 w 353"/>
              <a:gd name="T83" fmla="*/ 16 h 289"/>
              <a:gd name="T84" fmla="*/ 217 w 353"/>
              <a:gd name="T85" fmla="*/ 44 h 289"/>
              <a:gd name="T86" fmla="*/ 215 w 353"/>
              <a:gd name="T87" fmla="*/ 108 h 289"/>
              <a:gd name="T88" fmla="*/ 213 w 353"/>
              <a:gd name="T89" fmla="*/ 132 h 289"/>
              <a:gd name="T90" fmla="*/ 235 w 353"/>
              <a:gd name="T91" fmla="*/ 234 h 289"/>
              <a:gd name="T92" fmla="*/ 280 w 353"/>
              <a:gd name="T93" fmla="*/ 273 h 2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353" h="289">
                <a:moveTo>
                  <a:pt x="38" y="216"/>
                </a:moveTo>
                <a:cubicBezTo>
                  <a:pt x="49" y="213"/>
                  <a:pt x="68" y="201"/>
                  <a:pt x="68" y="173"/>
                </a:cubicBezTo>
                <a:cubicBezTo>
                  <a:pt x="68" y="148"/>
                  <a:pt x="60" y="138"/>
                  <a:pt x="55" y="132"/>
                </a:cubicBezTo>
                <a:cubicBezTo>
                  <a:pt x="55" y="131"/>
                  <a:pt x="55" y="131"/>
                  <a:pt x="55" y="131"/>
                </a:cubicBezTo>
                <a:cubicBezTo>
                  <a:pt x="55" y="131"/>
                  <a:pt x="55" y="131"/>
                  <a:pt x="55" y="131"/>
                </a:cubicBezTo>
                <a:cubicBezTo>
                  <a:pt x="54" y="130"/>
                  <a:pt x="53" y="126"/>
                  <a:pt x="55" y="117"/>
                </a:cubicBezTo>
                <a:cubicBezTo>
                  <a:pt x="56" y="113"/>
                  <a:pt x="56" y="109"/>
                  <a:pt x="54" y="106"/>
                </a:cubicBezTo>
                <a:cubicBezTo>
                  <a:pt x="51" y="99"/>
                  <a:pt x="45" y="85"/>
                  <a:pt x="49" y="75"/>
                </a:cubicBezTo>
                <a:cubicBezTo>
                  <a:pt x="56" y="58"/>
                  <a:pt x="59" y="57"/>
                  <a:pt x="67" y="53"/>
                </a:cubicBezTo>
                <a:cubicBezTo>
                  <a:pt x="68" y="53"/>
                  <a:pt x="69" y="53"/>
                  <a:pt x="69" y="52"/>
                </a:cubicBezTo>
                <a:cubicBezTo>
                  <a:pt x="71" y="51"/>
                  <a:pt x="79" y="48"/>
                  <a:pt x="88" y="48"/>
                </a:cubicBezTo>
                <a:cubicBezTo>
                  <a:pt x="92" y="48"/>
                  <a:pt x="95" y="49"/>
                  <a:pt x="98" y="50"/>
                </a:cubicBezTo>
                <a:cubicBezTo>
                  <a:pt x="98" y="47"/>
                  <a:pt x="99" y="45"/>
                  <a:pt x="100" y="42"/>
                </a:cubicBezTo>
                <a:cubicBezTo>
                  <a:pt x="101" y="39"/>
                  <a:pt x="102" y="37"/>
                  <a:pt x="103" y="35"/>
                </a:cubicBezTo>
                <a:cubicBezTo>
                  <a:pt x="98" y="33"/>
                  <a:pt x="93" y="32"/>
                  <a:pt x="88" y="32"/>
                </a:cubicBezTo>
                <a:cubicBezTo>
                  <a:pt x="76" y="32"/>
                  <a:pt x="65" y="36"/>
                  <a:pt x="61" y="39"/>
                </a:cubicBezTo>
                <a:cubicBezTo>
                  <a:pt x="48" y="44"/>
                  <a:pt x="42" y="50"/>
                  <a:pt x="34" y="69"/>
                </a:cubicBezTo>
                <a:cubicBezTo>
                  <a:pt x="27" y="86"/>
                  <a:pt x="36" y="104"/>
                  <a:pt x="40" y="113"/>
                </a:cubicBezTo>
                <a:cubicBezTo>
                  <a:pt x="35" y="133"/>
                  <a:pt x="42" y="140"/>
                  <a:pt x="42" y="140"/>
                </a:cubicBezTo>
                <a:cubicBezTo>
                  <a:pt x="45" y="145"/>
                  <a:pt x="52" y="153"/>
                  <a:pt x="52" y="173"/>
                </a:cubicBezTo>
                <a:cubicBezTo>
                  <a:pt x="52" y="197"/>
                  <a:pt x="34" y="201"/>
                  <a:pt x="34" y="201"/>
                </a:cubicBezTo>
                <a:cubicBezTo>
                  <a:pt x="19" y="206"/>
                  <a:pt x="0" y="217"/>
                  <a:pt x="0" y="249"/>
                </a:cubicBezTo>
                <a:cubicBezTo>
                  <a:pt x="0" y="249"/>
                  <a:pt x="0" y="257"/>
                  <a:pt x="8" y="257"/>
                </a:cubicBezTo>
                <a:cubicBezTo>
                  <a:pt x="43" y="257"/>
                  <a:pt x="43" y="257"/>
                  <a:pt x="43" y="257"/>
                </a:cubicBezTo>
                <a:cubicBezTo>
                  <a:pt x="45" y="251"/>
                  <a:pt x="48" y="245"/>
                  <a:pt x="51" y="241"/>
                </a:cubicBezTo>
                <a:cubicBezTo>
                  <a:pt x="16" y="241"/>
                  <a:pt x="16" y="241"/>
                  <a:pt x="16" y="241"/>
                </a:cubicBezTo>
                <a:cubicBezTo>
                  <a:pt x="19" y="225"/>
                  <a:pt x="28" y="220"/>
                  <a:pt x="38" y="216"/>
                </a:cubicBezTo>
                <a:moveTo>
                  <a:pt x="319" y="201"/>
                </a:moveTo>
                <a:cubicBezTo>
                  <a:pt x="319" y="201"/>
                  <a:pt x="301" y="197"/>
                  <a:pt x="301" y="173"/>
                </a:cubicBezTo>
                <a:cubicBezTo>
                  <a:pt x="301" y="153"/>
                  <a:pt x="307" y="145"/>
                  <a:pt x="311" y="140"/>
                </a:cubicBezTo>
                <a:cubicBezTo>
                  <a:pt x="311" y="140"/>
                  <a:pt x="318" y="133"/>
                  <a:pt x="312" y="113"/>
                </a:cubicBezTo>
                <a:cubicBezTo>
                  <a:pt x="317" y="104"/>
                  <a:pt x="325" y="86"/>
                  <a:pt x="318" y="69"/>
                </a:cubicBezTo>
                <a:cubicBezTo>
                  <a:pt x="310" y="50"/>
                  <a:pt x="304" y="44"/>
                  <a:pt x="292" y="39"/>
                </a:cubicBezTo>
                <a:cubicBezTo>
                  <a:pt x="287" y="36"/>
                  <a:pt x="276" y="32"/>
                  <a:pt x="265" y="32"/>
                </a:cubicBezTo>
                <a:cubicBezTo>
                  <a:pt x="259" y="32"/>
                  <a:pt x="254" y="33"/>
                  <a:pt x="248" y="35"/>
                </a:cubicBezTo>
                <a:cubicBezTo>
                  <a:pt x="250" y="40"/>
                  <a:pt x="252" y="46"/>
                  <a:pt x="253" y="51"/>
                </a:cubicBezTo>
                <a:cubicBezTo>
                  <a:pt x="254" y="51"/>
                  <a:pt x="254" y="50"/>
                  <a:pt x="254" y="50"/>
                </a:cubicBezTo>
                <a:cubicBezTo>
                  <a:pt x="257" y="49"/>
                  <a:pt x="260" y="48"/>
                  <a:pt x="265" y="48"/>
                </a:cubicBezTo>
                <a:cubicBezTo>
                  <a:pt x="273" y="48"/>
                  <a:pt x="281" y="51"/>
                  <a:pt x="283" y="52"/>
                </a:cubicBezTo>
                <a:cubicBezTo>
                  <a:pt x="284" y="53"/>
                  <a:pt x="284" y="53"/>
                  <a:pt x="285" y="53"/>
                </a:cubicBezTo>
                <a:cubicBezTo>
                  <a:pt x="293" y="57"/>
                  <a:pt x="296" y="58"/>
                  <a:pt x="303" y="75"/>
                </a:cubicBezTo>
                <a:cubicBezTo>
                  <a:pt x="307" y="85"/>
                  <a:pt x="301" y="99"/>
                  <a:pt x="298" y="106"/>
                </a:cubicBezTo>
                <a:cubicBezTo>
                  <a:pt x="297" y="109"/>
                  <a:pt x="296" y="113"/>
                  <a:pt x="297" y="117"/>
                </a:cubicBezTo>
                <a:cubicBezTo>
                  <a:pt x="299" y="126"/>
                  <a:pt x="298" y="130"/>
                  <a:pt x="298" y="131"/>
                </a:cubicBezTo>
                <a:cubicBezTo>
                  <a:pt x="298" y="131"/>
                  <a:pt x="298" y="131"/>
                  <a:pt x="298" y="131"/>
                </a:cubicBezTo>
                <a:cubicBezTo>
                  <a:pt x="297" y="132"/>
                  <a:pt x="297" y="132"/>
                  <a:pt x="297" y="132"/>
                </a:cubicBezTo>
                <a:cubicBezTo>
                  <a:pt x="293" y="138"/>
                  <a:pt x="285" y="148"/>
                  <a:pt x="285" y="173"/>
                </a:cubicBezTo>
                <a:cubicBezTo>
                  <a:pt x="285" y="201"/>
                  <a:pt x="303" y="213"/>
                  <a:pt x="314" y="216"/>
                </a:cubicBezTo>
                <a:cubicBezTo>
                  <a:pt x="324" y="220"/>
                  <a:pt x="334" y="225"/>
                  <a:pt x="336" y="241"/>
                </a:cubicBezTo>
                <a:cubicBezTo>
                  <a:pt x="301" y="241"/>
                  <a:pt x="301" y="241"/>
                  <a:pt x="301" y="241"/>
                </a:cubicBezTo>
                <a:cubicBezTo>
                  <a:pt x="304" y="245"/>
                  <a:pt x="307" y="251"/>
                  <a:pt x="309" y="257"/>
                </a:cubicBezTo>
                <a:cubicBezTo>
                  <a:pt x="345" y="257"/>
                  <a:pt x="345" y="257"/>
                  <a:pt x="345" y="257"/>
                </a:cubicBezTo>
                <a:cubicBezTo>
                  <a:pt x="353" y="257"/>
                  <a:pt x="353" y="249"/>
                  <a:pt x="353" y="249"/>
                </a:cubicBezTo>
                <a:cubicBezTo>
                  <a:pt x="353" y="217"/>
                  <a:pt x="333" y="206"/>
                  <a:pt x="319" y="201"/>
                </a:cubicBezTo>
                <a:moveTo>
                  <a:pt x="240" y="218"/>
                </a:moveTo>
                <a:cubicBezTo>
                  <a:pt x="240" y="218"/>
                  <a:pt x="211" y="211"/>
                  <a:pt x="211" y="181"/>
                </a:cubicBezTo>
                <a:cubicBezTo>
                  <a:pt x="211" y="155"/>
                  <a:pt x="223" y="146"/>
                  <a:pt x="228" y="139"/>
                </a:cubicBezTo>
                <a:cubicBezTo>
                  <a:pt x="228" y="139"/>
                  <a:pt x="237" y="131"/>
                  <a:pt x="231" y="105"/>
                </a:cubicBezTo>
                <a:cubicBezTo>
                  <a:pt x="241" y="90"/>
                  <a:pt x="245" y="66"/>
                  <a:pt x="232" y="37"/>
                </a:cubicBezTo>
                <a:cubicBezTo>
                  <a:pt x="225" y="20"/>
                  <a:pt x="219" y="11"/>
                  <a:pt x="209" y="5"/>
                </a:cubicBezTo>
                <a:cubicBezTo>
                  <a:pt x="202" y="1"/>
                  <a:pt x="194" y="0"/>
                  <a:pt x="186" y="0"/>
                </a:cubicBezTo>
                <a:cubicBezTo>
                  <a:pt x="172" y="0"/>
                  <a:pt x="158" y="5"/>
                  <a:pt x="152" y="9"/>
                </a:cubicBezTo>
                <a:cubicBezTo>
                  <a:pt x="136" y="16"/>
                  <a:pt x="125" y="22"/>
                  <a:pt x="115" y="48"/>
                </a:cubicBezTo>
                <a:cubicBezTo>
                  <a:pt x="107" y="69"/>
                  <a:pt x="117" y="92"/>
                  <a:pt x="122" y="104"/>
                </a:cubicBezTo>
                <a:cubicBezTo>
                  <a:pt x="116" y="130"/>
                  <a:pt x="125" y="139"/>
                  <a:pt x="125" y="139"/>
                </a:cubicBezTo>
                <a:cubicBezTo>
                  <a:pt x="129" y="146"/>
                  <a:pt x="141" y="155"/>
                  <a:pt x="141" y="181"/>
                </a:cubicBezTo>
                <a:cubicBezTo>
                  <a:pt x="141" y="211"/>
                  <a:pt x="112" y="218"/>
                  <a:pt x="112" y="218"/>
                </a:cubicBezTo>
                <a:cubicBezTo>
                  <a:pt x="94" y="225"/>
                  <a:pt x="56" y="238"/>
                  <a:pt x="56" y="281"/>
                </a:cubicBezTo>
                <a:cubicBezTo>
                  <a:pt x="56" y="281"/>
                  <a:pt x="56" y="289"/>
                  <a:pt x="64" y="289"/>
                </a:cubicBezTo>
                <a:cubicBezTo>
                  <a:pt x="289" y="289"/>
                  <a:pt x="289" y="289"/>
                  <a:pt x="289" y="289"/>
                </a:cubicBezTo>
                <a:cubicBezTo>
                  <a:pt x="297" y="289"/>
                  <a:pt x="297" y="281"/>
                  <a:pt x="297" y="281"/>
                </a:cubicBezTo>
                <a:cubicBezTo>
                  <a:pt x="297" y="238"/>
                  <a:pt x="258" y="225"/>
                  <a:pt x="240" y="218"/>
                </a:cubicBezTo>
                <a:moveTo>
                  <a:pt x="72" y="273"/>
                </a:moveTo>
                <a:cubicBezTo>
                  <a:pt x="76" y="250"/>
                  <a:pt x="96" y="241"/>
                  <a:pt x="116" y="234"/>
                </a:cubicBezTo>
                <a:cubicBezTo>
                  <a:pt x="117" y="234"/>
                  <a:pt x="117" y="234"/>
                  <a:pt x="117" y="234"/>
                </a:cubicBezTo>
                <a:cubicBezTo>
                  <a:pt x="131" y="230"/>
                  <a:pt x="157" y="214"/>
                  <a:pt x="157" y="181"/>
                </a:cubicBezTo>
                <a:cubicBezTo>
                  <a:pt x="157" y="153"/>
                  <a:pt x="146" y="140"/>
                  <a:pt x="140" y="132"/>
                </a:cubicBezTo>
                <a:cubicBezTo>
                  <a:pt x="138" y="131"/>
                  <a:pt x="137" y="129"/>
                  <a:pt x="137" y="129"/>
                </a:cubicBezTo>
                <a:cubicBezTo>
                  <a:pt x="137" y="128"/>
                  <a:pt x="134" y="122"/>
                  <a:pt x="138" y="107"/>
                </a:cubicBezTo>
                <a:cubicBezTo>
                  <a:pt x="139" y="100"/>
                  <a:pt x="137" y="97"/>
                  <a:pt x="137" y="97"/>
                </a:cubicBezTo>
                <a:cubicBezTo>
                  <a:pt x="132" y="87"/>
                  <a:pt x="124" y="69"/>
                  <a:pt x="130" y="54"/>
                </a:cubicBezTo>
                <a:cubicBezTo>
                  <a:pt x="138" y="33"/>
                  <a:pt x="146" y="29"/>
                  <a:pt x="159" y="23"/>
                </a:cubicBezTo>
                <a:cubicBezTo>
                  <a:pt x="160" y="23"/>
                  <a:pt x="160" y="22"/>
                  <a:pt x="161" y="22"/>
                </a:cubicBezTo>
                <a:cubicBezTo>
                  <a:pt x="164" y="20"/>
                  <a:pt x="174" y="16"/>
                  <a:pt x="186" y="16"/>
                </a:cubicBezTo>
                <a:cubicBezTo>
                  <a:pt x="192" y="16"/>
                  <a:pt x="197" y="17"/>
                  <a:pt x="201" y="19"/>
                </a:cubicBezTo>
                <a:cubicBezTo>
                  <a:pt x="206" y="22"/>
                  <a:pt x="210" y="27"/>
                  <a:pt x="217" y="44"/>
                </a:cubicBezTo>
                <a:cubicBezTo>
                  <a:pt x="230" y="73"/>
                  <a:pt x="222" y="89"/>
                  <a:pt x="218" y="95"/>
                </a:cubicBezTo>
                <a:cubicBezTo>
                  <a:pt x="215" y="99"/>
                  <a:pt x="214" y="104"/>
                  <a:pt x="215" y="108"/>
                </a:cubicBezTo>
                <a:cubicBezTo>
                  <a:pt x="218" y="122"/>
                  <a:pt x="216" y="127"/>
                  <a:pt x="216" y="129"/>
                </a:cubicBezTo>
                <a:cubicBezTo>
                  <a:pt x="216" y="129"/>
                  <a:pt x="214" y="131"/>
                  <a:pt x="213" y="132"/>
                </a:cubicBezTo>
                <a:cubicBezTo>
                  <a:pt x="207" y="140"/>
                  <a:pt x="195" y="153"/>
                  <a:pt x="195" y="181"/>
                </a:cubicBezTo>
                <a:cubicBezTo>
                  <a:pt x="195" y="214"/>
                  <a:pt x="221" y="230"/>
                  <a:pt x="235" y="234"/>
                </a:cubicBezTo>
                <a:cubicBezTo>
                  <a:pt x="236" y="234"/>
                  <a:pt x="236" y="234"/>
                  <a:pt x="236" y="234"/>
                </a:cubicBezTo>
                <a:cubicBezTo>
                  <a:pt x="256" y="241"/>
                  <a:pt x="276" y="250"/>
                  <a:pt x="280" y="273"/>
                </a:cubicBezTo>
                <a:lnTo>
                  <a:pt x="72" y="27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11" name="Freeform 111"/>
          <p:cNvSpPr>
            <a:spLocks noEditPoints="1"/>
          </p:cNvSpPr>
          <p:nvPr/>
        </p:nvSpPr>
        <p:spPr bwMode="auto">
          <a:xfrm>
            <a:off x="4106334" y="5319184"/>
            <a:ext cx="582084" cy="575733"/>
          </a:xfrm>
          <a:custGeom>
            <a:avLst/>
            <a:gdLst>
              <a:gd name="T0" fmla="*/ 340 w 358"/>
              <a:gd name="T1" fmla="*/ 70 h 353"/>
              <a:gd name="T2" fmla="*/ 333 w 358"/>
              <a:gd name="T3" fmla="*/ 76 h 353"/>
              <a:gd name="T4" fmla="*/ 333 w 358"/>
              <a:gd name="T5" fmla="*/ 76 h 353"/>
              <a:gd name="T6" fmla="*/ 293 w 358"/>
              <a:gd name="T7" fmla="*/ 117 h 353"/>
              <a:gd name="T8" fmla="*/ 293 w 358"/>
              <a:gd name="T9" fmla="*/ 116 h 353"/>
              <a:gd name="T10" fmla="*/ 265 w 358"/>
              <a:gd name="T11" fmla="*/ 128 h 353"/>
              <a:gd name="T12" fmla="*/ 225 w 358"/>
              <a:gd name="T13" fmla="*/ 88 h 353"/>
              <a:gd name="T14" fmla="*/ 236 w 358"/>
              <a:gd name="T15" fmla="*/ 60 h 353"/>
              <a:gd name="T16" fmla="*/ 225 w 358"/>
              <a:gd name="T17" fmla="*/ 48 h 353"/>
              <a:gd name="T18" fmla="*/ 209 w 358"/>
              <a:gd name="T19" fmla="*/ 88 h 353"/>
              <a:gd name="T20" fmla="*/ 265 w 358"/>
              <a:gd name="T21" fmla="*/ 144 h 353"/>
              <a:gd name="T22" fmla="*/ 304 w 358"/>
              <a:gd name="T23" fmla="*/ 128 h 353"/>
              <a:gd name="T24" fmla="*/ 305 w 358"/>
              <a:gd name="T25" fmla="*/ 128 h 353"/>
              <a:gd name="T26" fmla="*/ 334 w 358"/>
              <a:gd name="T27" fmla="*/ 98 h 353"/>
              <a:gd name="T28" fmla="*/ 324 w 358"/>
              <a:gd name="T29" fmla="*/ 155 h 353"/>
              <a:gd name="T30" fmla="*/ 281 w 358"/>
              <a:gd name="T31" fmla="*/ 199 h 353"/>
              <a:gd name="T32" fmla="*/ 259 w 358"/>
              <a:gd name="T33" fmla="*/ 209 h 353"/>
              <a:gd name="T34" fmla="*/ 204 w 358"/>
              <a:gd name="T35" fmla="*/ 190 h 353"/>
              <a:gd name="T36" fmla="*/ 204 w 358"/>
              <a:gd name="T37" fmla="*/ 190 h 353"/>
              <a:gd name="T38" fmla="*/ 200 w 358"/>
              <a:gd name="T39" fmla="*/ 188 h 353"/>
              <a:gd name="T40" fmla="*/ 194 w 358"/>
              <a:gd name="T41" fmla="*/ 192 h 353"/>
              <a:gd name="T42" fmla="*/ 193 w 358"/>
              <a:gd name="T43" fmla="*/ 192 h 353"/>
              <a:gd name="T44" fmla="*/ 71 w 358"/>
              <a:gd name="T45" fmla="*/ 328 h 353"/>
              <a:gd name="T46" fmla="*/ 48 w 358"/>
              <a:gd name="T47" fmla="*/ 337 h 353"/>
              <a:gd name="T48" fmla="*/ 16 w 358"/>
              <a:gd name="T49" fmla="*/ 305 h 353"/>
              <a:gd name="T50" fmla="*/ 25 w 358"/>
              <a:gd name="T51" fmla="*/ 282 h 353"/>
              <a:gd name="T52" fmla="*/ 161 w 358"/>
              <a:gd name="T53" fmla="*/ 160 h 353"/>
              <a:gd name="T54" fmla="*/ 160 w 358"/>
              <a:gd name="T55" fmla="*/ 160 h 353"/>
              <a:gd name="T56" fmla="*/ 164 w 358"/>
              <a:gd name="T57" fmla="*/ 153 h 353"/>
              <a:gd name="T58" fmla="*/ 162 w 358"/>
              <a:gd name="T59" fmla="*/ 149 h 353"/>
              <a:gd name="T60" fmla="*/ 162 w 358"/>
              <a:gd name="T61" fmla="*/ 149 h 353"/>
              <a:gd name="T62" fmla="*/ 158 w 358"/>
              <a:gd name="T63" fmla="*/ 73 h 353"/>
              <a:gd name="T64" fmla="*/ 201 w 358"/>
              <a:gd name="T65" fmla="*/ 29 h 353"/>
              <a:gd name="T66" fmla="*/ 236 w 358"/>
              <a:gd name="T67" fmla="*/ 16 h 353"/>
              <a:gd name="T68" fmla="*/ 236 w 358"/>
              <a:gd name="T69" fmla="*/ 16 h 353"/>
              <a:gd name="T70" fmla="*/ 255 w 358"/>
              <a:gd name="T71" fmla="*/ 18 h 353"/>
              <a:gd name="T72" fmla="*/ 225 w 358"/>
              <a:gd name="T73" fmla="*/ 48 h 353"/>
              <a:gd name="T74" fmla="*/ 236 w 358"/>
              <a:gd name="T75" fmla="*/ 60 h 353"/>
              <a:gd name="T76" fmla="*/ 276 w 358"/>
              <a:gd name="T77" fmla="*/ 20 h 353"/>
              <a:gd name="T78" fmla="*/ 276 w 358"/>
              <a:gd name="T79" fmla="*/ 19 h 353"/>
              <a:gd name="T80" fmla="*/ 283 w 358"/>
              <a:gd name="T81" fmla="*/ 12 h 353"/>
              <a:gd name="T82" fmla="*/ 236 w 358"/>
              <a:gd name="T83" fmla="*/ 0 h 353"/>
              <a:gd name="T84" fmla="*/ 236 w 358"/>
              <a:gd name="T85" fmla="*/ 0 h 353"/>
              <a:gd name="T86" fmla="*/ 190 w 358"/>
              <a:gd name="T87" fmla="*/ 18 h 353"/>
              <a:gd name="T88" fmla="*/ 147 w 358"/>
              <a:gd name="T89" fmla="*/ 62 h 353"/>
              <a:gd name="T90" fmla="*/ 145 w 358"/>
              <a:gd name="T91" fmla="*/ 152 h 353"/>
              <a:gd name="T92" fmla="*/ 14 w 358"/>
              <a:gd name="T93" fmla="*/ 271 h 353"/>
              <a:gd name="T94" fmla="*/ 0 w 358"/>
              <a:gd name="T95" fmla="*/ 305 h 353"/>
              <a:gd name="T96" fmla="*/ 48 w 358"/>
              <a:gd name="T97" fmla="*/ 353 h 353"/>
              <a:gd name="T98" fmla="*/ 82 w 358"/>
              <a:gd name="T99" fmla="*/ 339 h 353"/>
              <a:gd name="T100" fmla="*/ 202 w 358"/>
              <a:gd name="T101" fmla="*/ 207 h 353"/>
              <a:gd name="T102" fmla="*/ 259 w 358"/>
              <a:gd name="T103" fmla="*/ 225 h 353"/>
              <a:gd name="T104" fmla="*/ 292 w 358"/>
              <a:gd name="T105" fmla="*/ 211 h 353"/>
              <a:gd name="T106" fmla="*/ 335 w 358"/>
              <a:gd name="T107" fmla="*/ 167 h 353"/>
              <a:gd name="T108" fmla="*/ 340 w 358"/>
              <a:gd name="T109" fmla="*/ 70 h 353"/>
              <a:gd name="T110" fmla="*/ 42 w 358"/>
              <a:gd name="T111" fmla="*/ 299 h 353"/>
              <a:gd name="T112" fmla="*/ 40 w 358"/>
              <a:gd name="T113" fmla="*/ 305 h 353"/>
              <a:gd name="T114" fmla="*/ 48 w 358"/>
              <a:gd name="T115" fmla="*/ 313 h 353"/>
              <a:gd name="T116" fmla="*/ 56 w 358"/>
              <a:gd name="T117" fmla="*/ 305 h 353"/>
              <a:gd name="T118" fmla="*/ 48 w 358"/>
              <a:gd name="T119" fmla="*/ 297 h 353"/>
              <a:gd name="T120" fmla="*/ 42 w 358"/>
              <a:gd name="T121" fmla="*/ 299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358" h="353">
                <a:moveTo>
                  <a:pt x="340" y="70"/>
                </a:moveTo>
                <a:cubicBezTo>
                  <a:pt x="333" y="76"/>
                  <a:pt x="333" y="76"/>
                  <a:pt x="333" y="76"/>
                </a:cubicBezTo>
                <a:cubicBezTo>
                  <a:pt x="333" y="76"/>
                  <a:pt x="333" y="76"/>
                  <a:pt x="333" y="76"/>
                </a:cubicBezTo>
                <a:cubicBezTo>
                  <a:pt x="293" y="117"/>
                  <a:pt x="293" y="117"/>
                  <a:pt x="293" y="117"/>
                </a:cubicBezTo>
                <a:cubicBezTo>
                  <a:pt x="293" y="116"/>
                  <a:pt x="293" y="116"/>
                  <a:pt x="293" y="116"/>
                </a:cubicBezTo>
                <a:cubicBezTo>
                  <a:pt x="286" y="124"/>
                  <a:pt x="276" y="128"/>
                  <a:pt x="265" y="128"/>
                </a:cubicBezTo>
                <a:cubicBezTo>
                  <a:pt x="243" y="128"/>
                  <a:pt x="225" y="110"/>
                  <a:pt x="225" y="88"/>
                </a:cubicBezTo>
                <a:cubicBezTo>
                  <a:pt x="225" y="77"/>
                  <a:pt x="229" y="67"/>
                  <a:pt x="236" y="60"/>
                </a:cubicBezTo>
                <a:cubicBezTo>
                  <a:pt x="225" y="48"/>
                  <a:pt x="225" y="48"/>
                  <a:pt x="225" y="48"/>
                </a:cubicBezTo>
                <a:cubicBezTo>
                  <a:pt x="215" y="59"/>
                  <a:pt x="209" y="73"/>
                  <a:pt x="209" y="88"/>
                </a:cubicBezTo>
                <a:cubicBezTo>
                  <a:pt x="209" y="119"/>
                  <a:pt x="234" y="144"/>
                  <a:pt x="265" y="144"/>
                </a:cubicBezTo>
                <a:cubicBezTo>
                  <a:pt x="280" y="144"/>
                  <a:pt x="294" y="138"/>
                  <a:pt x="304" y="128"/>
                </a:cubicBezTo>
                <a:cubicBezTo>
                  <a:pt x="305" y="128"/>
                  <a:pt x="305" y="128"/>
                  <a:pt x="305" y="128"/>
                </a:cubicBezTo>
                <a:cubicBezTo>
                  <a:pt x="334" y="98"/>
                  <a:pt x="334" y="98"/>
                  <a:pt x="334" y="98"/>
                </a:cubicBezTo>
                <a:cubicBezTo>
                  <a:pt x="340" y="120"/>
                  <a:pt x="338" y="142"/>
                  <a:pt x="324" y="155"/>
                </a:cubicBezTo>
                <a:cubicBezTo>
                  <a:pt x="281" y="199"/>
                  <a:pt x="281" y="199"/>
                  <a:pt x="281" y="199"/>
                </a:cubicBezTo>
                <a:cubicBezTo>
                  <a:pt x="276" y="205"/>
                  <a:pt x="267" y="209"/>
                  <a:pt x="259" y="209"/>
                </a:cubicBezTo>
                <a:cubicBezTo>
                  <a:pt x="259" y="208"/>
                  <a:pt x="231" y="207"/>
                  <a:pt x="204" y="190"/>
                </a:cubicBezTo>
                <a:cubicBezTo>
                  <a:pt x="204" y="190"/>
                  <a:pt x="204" y="190"/>
                  <a:pt x="204" y="190"/>
                </a:cubicBezTo>
                <a:cubicBezTo>
                  <a:pt x="203" y="189"/>
                  <a:pt x="202" y="188"/>
                  <a:pt x="200" y="188"/>
                </a:cubicBezTo>
                <a:cubicBezTo>
                  <a:pt x="197" y="188"/>
                  <a:pt x="195" y="190"/>
                  <a:pt x="194" y="192"/>
                </a:cubicBezTo>
                <a:cubicBezTo>
                  <a:pt x="193" y="192"/>
                  <a:pt x="193" y="192"/>
                  <a:pt x="193" y="192"/>
                </a:cubicBezTo>
                <a:cubicBezTo>
                  <a:pt x="71" y="328"/>
                  <a:pt x="71" y="328"/>
                  <a:pt x="71" y="328"/>
                </a:cubicBezTo>
                <a:cubicBezTo>
                  <a:pt x="65" y="333"/>
                  <a:pt x="57" y="337"/>
                  <a:pt x="48" y="337"/>
                </a:cubicBezTo>
                <a:cubicBezTo>
                  <a:pt x="30" y="337"/>
                  <a:pt x="16" y="323"/>
                  <a:pt x="16" y="305"/>
                </a:cubicBezTo>
                <a:cubicBezTo>
                  <a:pt x="16" y="296"/>
                  <a:pt x="20" y="288"/>
                  <a:pt x="25" y="282"/>
                </a:cubicBezTo>
                <a:cubicBezTo>
                  <a:pt x="161" y="160"/>
                  <a:pt x="161" y="160"/>
                  <a:pt x="161" y="160"/>
                </a:cubicBezTo>
                <a:cubicBezTo>
                  <a:pt x="160" y="160"/>
                  <a:pt x="160" y="160"/>
                  <a:pt x="160" y="160"/>
                </a:cubicBezTo>
                <a:cubicBezTo>
                  <a:pt x="163" y="158"/>
                  <a:pt x="164" y="156"/>
                  <a:pt x="164" y="153"/>
                </a:cubicBezTo>
                <a:cubicBezTo>
                  <a:pt x="164" y="152"/>
                  <a:pt x="163" y="150"/>
                  <a:pt x="162" y="149"/>
                </a:cubicBezTo>
                <a:cubicBezTo>
                  <a:pt x="162" y="149"/>
                  <a:pt x="162" y="149"/>
                  <a:pt x="162" y="149"/>
                </a:cubicBezTo>
                <a:cubicBezTo>
                  <a:pt x="139" y="118"/>
                  <a:pt x="138" y="95"/>
                  <a:pt x="158" y="73"/>
                </a:cubicBezTo>
                <a:cubicBezTo>
                  <a:pt x="201" y="29"/>
                  <a:pt x="201" y="29"/>
                  <a:pt x="201" y="29"/>
                </a:cubicBezTo>
                <a:cubicBezTo>
                  <a:pt x="212" y="18"/>
                  <a:pt x="226" y="16"/>
                  <a:pt x="236" y="16"/>
                </a:cubicBezTo>
                <a:cubicBezTo>
                  <a:pt x="236" y="16"/>
                  <a:pt x="236" y="16"/>
                  <a:pt x="236" y="16"/>
                </a:cubicBezTo>
                <a:cubicBezTo>
                  <a:pt x="242" y="16"/>
                  <a:pt x="249" y="17"/>
                  <a:pt x="255" y="18"/>
                </a:cubicBezTo>
                <a:cubicBezTo>
                  <a:pt x="225" y="48"/>
                  <a:pt x="225" y="48"/>
                  <a:pt x="225" y="48"/>
                </a:cubicBezTo>
                <a:cubicBezTo>
                  <a:pt x="236" y="60"/>
                  <a:pt x="236" y="60"/>
                  <a:pt x="236" y="60"/>
                </a:cubicBezTo>
                <a:cubicBezTo>
                  <a:pt x="276" y="20"/>
                  <a:pt x="276" y="20"/>
                  <a:pt x="276" y="20"/>
                </a:cubicBezTo>
                <a:cubicBezTo>
                  <a:pt x="276" y="19"/>
                  <a:pt x="276" y="19"/>
                  <a:pt x="276" y="19"/>
                </a:cubicBezTo>
                <a:cubicBezTo>
                  <a:pt x="283" y="12"/>
                  <a:pt x="283" y="12"/>
                  <a:pt x="283" y="12"/>
                </a:cubicBezTo>
                <a:cubicBezTo>
                  <a:pt x="268" y="4"/>
                  <a:pt x="252" y="0"/>
                  <a:pt x="236" y="0"/>
                </a:cubicBezTo>
                <a:cubicBezTo>
                  <a:pt x="236" y="0"/>
                  <a:pt x="236" y="0"/>
                  <a:pt x="236" y="0"/>
                </a:cubicBezTo>
                <a:cubicBezTo>
                  <a:pt x="218" y="0"/>
                  <a:pt x="202" y="6"/>
                  <a:pt x="190" y="18"/>
                </a:cubicBezTo>
                <a:cubicBezTo>
                  <a:pt x="147" y="62"/>
                  <a:pt x="147" y="62"/>
                  <a:pt x="147" y="62"/>
                </a:cubicBezTo>
                <a:cubicBezTo>
                  <a:pt x="119" y="92"/>
                  <a:pt x="126" y="124"/>
                  <a:pt x="145" y="152"/>
                </a:cubicBezTo>
                <a:cubicBezTo>
                  <a:pt x="14" y="271"/>
                  <a:pt x="14" y="271"/>
                  <a:pt x="14" y="271"/>
                </a:cubicBezTo>
                <a:cubicBezTo>
                  <a:pt x="5" y="279"/>
                  <a:pt x="0" y="292"/>
                  <a:pt x="0" y="305"/>
                </a:cubicBezTo>
                <a:cubicBezTo>
                  <a:pt x="0" y="331"/>
                  <a:pt x="21" y="353"/>
                  <a:pt x="48" y="353"/>
                </a:cubicBezTo>
                <a:cubicBezTo>
                  <a:pt x="61" y="353"/>
                  <a:pt x="73" y="348"/>
                  <a:pt x="82" y="339"/>
                </a:cubicBezTo>
                <a:cubicBezTo>
                  <a:pt x="202" y="207"/>
                  <a:pt x="202" y="207"/>
                  <a:pt x="202" y="207"/>
                </a:cubicBezTo>
                <a:cubicBezTo>
                  <a:pt x="229" y="222"/>
                  <a:pt x="255" y="225"/>
                  <a:pt x="259" y="225"/>
                </a:cubicBezTo>
                <a:cubicBezTo>
                  <a:pt x="271" y="225"/>
                  <a:pt x="283" y="220"/>
                  <a:pt x="292" y="211"/>
                </a:cubicBezTo>
                <a:cubicBezTo>
                  <a:pt x="335" y="167"/>
                  <a:pt x="335" y="167"/>
                  <a:pt x="335" y="167"/>
                </a:cubicBezTo>
                <a:cubicBezTo>
                  <a:pt x="358" y="144"/>
                  <a:pt x="358" y="105"/>
                  <a:pt x="340" y="70"/>
                </a:cubicBezTo>
                <a:moveTo>
                  <a:pt x="42" y="299"/>
                </a:moveTo>
                <a:cubicBezTo>
                  <a:pt x="41" y="301"/>
                  <a:pt x="40" y="303"/>
                  <a:pt x="40" y="305"/>
                </a:cubicBezTo>
                <a:cubicBezTo>
                  <a:pt x="40" y="309"/>
                  <a:pt x="44" y="313"/>
                  <a:pt x="48" y="313"/>
                </a:cubicBezTo>
                <a:cubicBezTo>
                  <a:pt x="52" y="313"/>
                  <a:pt x="56" y="309"/>
                  <a:pt x="56" y="305"/>
                </a:cubicBezTo>
                <a:cubicBezTo>
                  <a:pt x="56" y="300"/>
                  <a:pt x="52" y="297"/>
                  <a:pt x="48" y="297"/>
                </a:cubicBezTo>
                <a:cubicBezTo>
                  <a:pt x="46" y="297"/>
                  <a:pt x="44" y="298"/>
                  <a:pt x="42" y="299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12" name="Freeform 112"/>
          <p:cNvSpPr>
            <a:spLocks noEditPoints="1"/>
          </p:cNvSpPr>
          <p:nvPr/>
        </p:nvSpPr>
        <p:spPr bwMode="auto">
          <a:xfrm>
            <a:off x="5204884" y="5317067"/>
            <a:ext cx="575733" cy="577851"/>
          </a:xfrm>
          <a:custGeom>
            <a:avLst/>
            <a:gdLst>
              <a:gd name="T0" fmla="*/ 321 w 353"/>
              <a:gd name="T1" fmla="*/ 7 h 354"/>
              <a:gd name="T2" fmla="*/ 317 w 353"/>
              <a:gd name="T3" fmla="*/ 1 h 354"/>
              <a:gd name="T4" fmla="*/ 310 w 353"/>
              <a:gd name="T5" fmla="*/ 2 h 354"/>
              <a:gd name="T6" fmla="*/ 177 w 353"/>
              <a:gd name="T7" fmla="*/ 33 h 354"/>
              <a:gd name="T8" fmla="*/ 44 w 353"/>
              <a:gd name="T9" fmla="*/ 2 h 354"/>
              <a:gd name="T10" fmla="*/ 37 w 353"/>
              <a:gd name="T11" fmla="*/ 1 h 354"/>
              <a:gd name="T12" fmla="*/ 33 w 353"/>
              <a:gd name="T13" fmla="*/ 7 h 354"/>
              <a:gd name="T14" fmla="*/ 0 w 353"/>
              <a:gd name="T15" fmla="*/ 201 h 354"/>
              <a:gd name="T16" fmla="*/ 175 w 353"/>
              <a:gd name="T17" fmla="*/ 354 h 354"/>
              <a:gd name="T18" fmla="*/ 177 w 353"/>
              <a:gd name="T19" fmla="*/ 354 h 354"/>
              <a:gd name="T20" fmla="*/ 178 w 353"/>
              <a:gd name="T21" fmla="*/ 354 h 354"/>
              <a:gd name="T22" fmla="*/ 353 w 353"/>
              <a:gd name="T23" fmla="*/ 201 h 354"/>
              <a:gd name="T24" fmla="*/ 321 w 353"/>
              <a:gd name="T25" fmla="*/ 7 h 354"/>
              <a:gd name="T26" fmla="*/ 177 w 353"/>
              <a:gd name="T27" fmla="*/ 338 h 354"/>
              <a:gd name="T28" fmla="*/ 16 w 353"/>
              <a:gd name="T29" fmla="*/ 201 h 354"/>
              <a:gd name="T30" fmla="*/ 46 w 353"/>
              <a:gd name="T31" fmla="*/ 20 h 354"/>
              <a:gd name="T32" fmla="*/ 177 w 353"/>
              <a:gd name="T33" fmla="*/ 49 h 354"/>
              <a:gd name="T34" fmla="*/ 308 w 353"/>
              <a:gd name="T35" fmla="*/ 20 h 354"/>
              <a:gd name="T36" fmla="*/ 337 w 353"/>
              <a:gd name="T37" fmla="*/ 201 h 354"/>
              <a:gd name="T38" fmla="*/ 177 w 353"/>
              <a:gd name="T39" fmla="*/ 338 h 354"/>
              <a:gd name="T40" fmla="*/ 204 w 353"/>
              <a:gd name="T41" fmla="*/ 145 h 354"/>
              <a:gd name="T42" fmla="*/ 177 w 353"/>
              <a:gd name="T43" fmla="*/ 73 h 354"/>
              <a:gd name="T44" fmla="*/ 149 w 353"/>
              <a:gd name="T45" fmla="*/ 145 h 354"/>
              <a:gd name="T46" fmla="*/ 76 w 353"/>
              <a:gd name="T47" fmla="*/ 145 h 354"/>
              <a:gd name="T48" fmla="*/ 136 w 353"/>
              <a:gd name="T49" fmla="*/ 191 h 354"/>
              <a:gd name="T50" fmla="*/ 108 w 353"/>
              <a:gd name="T51" fmla="*/ 273 h 354"/>
              <a:gd name="T52" fmla="*/ 177 w 353"/>
              <a:gd name="T53" fmla="*/ 223 h 354"/>
              <a:gd name="T54" fmla="*/ 245 w 353"/>
              <a:gd name="T55" fmla="*/ 273 h 354"/>
              <a:gd name="T56" fmla="*/ 218 w 353"/>
              <a:gd name="T57" fmla="*/ 191 h 354"/>
              <a:gd name="T58" fmla="*/ 277 w 353"/>
              <a:gd name="T59" fmla="*/ 145 h 354"/>
              <a:gd name="T60" fmla="*/ 204 w 353"/>
              <a:gd name="T61" fmla="*/ 145 h 354"/>
              <a:gd name="T62" fmla="*/ 202 w 353"/>
              <a:gd name="T63" fmla="*/ 196 h 354"/>
              <a:gd name="T64" fmla="*/ 214 w 353"/>
              <a:gd name="T65" fmla="*/ 230 h 354"/>
              <a:gd name="T66" fmla="*/ 186 w 353"/>
              <a:gd name="T67" fmla="*/ 210 h 354"/>
              <a:gd name="T68" fmla="*/ 177 w 353"/>
              <a:gd name="T69" fmla="*/ 203 h 354"/>
              <a:gd name="T70" fmla="*/ 167 w 353"/>
              <a:gd name="T71" fmla="*/ 210 h 354"/>
              <a:gd name="T72" fmla="*/ 139 w 353"/>
              <a:gd name="T73" fmla="*/ 230 h 354"/>
              <a:gd name="T74" fmla="*/ 151 w 353"/>
              <a:gd name="T75" fmla="*/ 196 h 354"/>
              <a:gd name="T76" fmla="*/ 154 w 353"/>
              <a:gd name="T77" fmla="*/ 185 h 354"/>
              <a:gd name="T78" fmla="*/ 145 w 353"/>
              <a:gd name="T79" fmla="*/ 178 h 354"/>
              <a:gd name="T80" fmla="*/ 123 w 353"/>
              <a:gd name="T81" fmla="*/ 161 h 354"/>
              <a:gd name="T82" fmla="*/ 160 w 353"/>
              <a:gd name="T83" fmla="*/ 161 h 354"/>
              <a:gd name="T84" fmla="*/ 164 w 353"/>
              <a:gd name="T85" fmla="*/ 151 h 354"/>
              <a:gd name="T86" fmla="*/ 177 w 353"/>
              <a:gd name="T87" fmla="*/ 118 h 354"/>
              <a:gd name="T88" fmla="*/ 189 w 353"/>
              <a:gd name="T89" fmla="*/ 151 h 354"/>
              <a:gd name="T90" fmla="*/ 193 w 353"/>
              <a:gd name="T91" fmla="*/ 161 h 354"/>
              <a:gd name="T92" fmla="*/ 230 w 353"/>
              <a:gd name="T93" fmla="*/ 161 h 354"/>
              <a:gd name="T94" fmla="*/ 208 w 353"/>
              <a:gd name="T95" fmla="*/ 178 h 354"/>
              <a:gd name="T96" fmla="*/ 199 w 353"/>
              <a:gd name="T97" fmla="*/ 185 h 354"/>
              <a:gd name="T98" fmla="*/ 202 w 353"/>
              <a:gd name="T99" fmla="*/ 196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353" h="354">
                <a:moveTo>
                  <a:pt x="321" y="7"/>
                </a:moveTo>
                <a:cubicBezTo>
                  <a:pt x="320" y="4"/>
                  <a:pt x="319" y="2"/>
                  <a:pt x="317" y="1"/>
                </a:cubicBezTo>
                <a:cubicBezTo>
                  <a:pt x="314" y="0"/>
                  <a:pt x="312" y="1"/>
                  <a:pt x="310" y="2"/>
                </a:cubicBezTo>
                <a:cubicBezTo>
                  <a:pt x="309" y="2"/>
                  <a:pt x="246" y="33"/>
                  <a:pt x="177" y="33"/>
                </a:cubicBezTo>
                <a:cubicBezTo>
                  <a:pt x="107" y="33"/>
                  <a:pt x="45" y="2"/>
                  <a:pt x="44" y="2"/>
                </a:cubicBezTo>
                <a:cubicBezTo>
                  <a:pt x="42" y="1"/>
                  <a:pt x="39" y="0"/>
                  <a:pt x="37" y="1"/>
                </a:cubicBezTo>
                <a:cubicBezTo>
                  <a:pt x="35" y="2"/>
                  <a:pt x="33" y="4"/>
                  <a:pt x="33" y="7"/>
                </a:cubicBezTo>
                <a:cubicBezTo>
                  <a:pt x="32" y="8"/>
                  <a:pt x="0" y="105"/>
                  <a:pt x="0" y="201"/>
                </a:cubicBezTo>
                <a:cubicBezTo>
                  <a:pt x="0" y="303"/>
                  <a:pt x="168" y="352"/>
                  <a:pt x="175" y="354"/>
                </a:cubicBezTo>
                <a:cubicBezTo>
                  <a:pt x="176" y="354"/>
                  <a:pt x="176" y="354"/>
                  <a:pt x="177" y="354"/>
                </a:cubicBezTo>
                <a:cubicBezTo>
                  <a:pt x="177" y="354"/>
                  <a:pt x="178" y="354"/>
                  <a:pt x="178" y="354"/>
                </a:cubicBezTo>
                <a:cubicBezTo>
                  <a:pt x="185" y="352"/>
                  <a:pt x="353" y="303"/>
                  <a:pt x="353" y="201"/>
                </a:cubicBezTo>
                <a:cubicBezTo>
                  <a:pt x="353" y="105"/>
                  <a:pt x="321" y="8"/>
                  <a:pt x="321" y="7"/>
                </a:cubicBezTo>
                <a:moveTo>
                  <a:pt x="177" y="338"/>
                </a:moveTo>
                <a:cubicBezTo>
                  <a:pt x="160" y="334"/>
                  <a:pt x="16" y="285"/>
                  <a:pt x="16" y="201"/>
                </a:cubicBezTo>
                <a:cubicBezTo>
                  <a:pt x="16" y="123"/>
                  <a:pt x="38" y="49"/>
                  <a:pt x="46" y="20"/>
                </a:cubicBezTo>
                <a:cubicBezTo>
                  <a:pt x="66" y="29"/>
                  <a:pt x="118" y="49"/>
                  <a:pt x="177" y="49"/>
                </a:cubicBezTo>
                <a:cubicBezTo>
                  <a:pt x="235" y="49"/>
                  <a:pt x="288" y="29"/>
                  <a:pt x="308" y="20"/>
                </a:cubicBezTo>
                <a:cubicBezTo>
                  <a:pt x="315" y="49"/>
                  <a:pt x="337" y="123"/>
                  <a:pt x="337" y="201"/>
                </a:cubicBezTo>
                <a:cubicBezTo>
                  <a:pt x="337" y="285"/>
                  <a:pt x="193" y="334"/>
                  <a:pt x="177" y="338"/>
                </a:cubicBezTo>
                <a:moveTo>
                  <a:pt x="204" y="145"/>
                </a:moveTo>
                <a:cubicBezTo>
                  <a:pt x="177" y="73"/>
                  <a:pt x="177" y="73"/>
                  <a:pt x="177" y="73"/>
                </a:cubicBezTo>
                <a:cubicBezTo>
                  <a:pt x="149" y="145"/>
                  <a:pt x="149" y="145"/>
                  <a:pt x="149" y="145"/>
                </a:cubicBezTo>
                <a:cubicBezTo>
                  <a:pt x="76" y="145"/>
                  <a:pt x="76" y="145"/>
                  <a:pt x="76" y="145"/>
                </a:cubicBezTo>
                <a:cubicBezTo>
                  <a:pt x="136" y="191"/>
                  <a:pt x="136" y="191"/>
                  <a:pt x="136" y="191"/>
                </a:cubicBezTo>
                <a:cubicBezTo>
                  <a:pt x="108" y="273"/>
                  <a:pt x="108" y="273"/>
                  <a:pt x="108" y="273"/>
                </a:cubicBezTo>
                <a:cubicBezTo>
                  <a:pt x="177" y="223"/>
                  <a:pt x="177" y="223"/>
                  <a:pt x="177" y="223"/>
                </a:cubicBezTo>
                <a:cubicBezTo>
                  <a:pt x="245" y="273"/>
                  <a:pt x="245" y="273"/>
                  <a:pt x="245" y="273"/>
                </a:cubicBezTo>
                <a:cubicBezTo>
                  <a:pt x="218" y="191"/>
                  <a:pt x="218" y="191"/>
                  <a:pt x="218" y="191"/>
                </a:cubicBezTo>
                <a:cubicBezTo>
                  <a:pt x="277" y="145"/>
                  <a:pt x="277" y="145"/>
                  <a:pt x="277" y="145"/>
                </a:cubicBezTo>
                <a:lnTo>
                  <a:pt x="204" y="145"/>
                </a:lnTo>
                <a:close/>
                <a:moveTo>
                  <a:pt x="202" y="196"/>
                </a:moveTo>
                <a:cubicBezTo>
                  <a:pt x="214" y="230"/>
                  <a:pt x="214" y="230"/>
                  <a:pt x="214" y="230"/>
                </a:cubicBezTo>
                <a:cubicBezTo>
                  <a:pt x="186" y="210"/>
                  <a:pt x="186" y="210"/>
                  <a:pt x="186" y="210"/>
                </a:cubicBezTo>
                <a:cubicBezTo>
                  <a:pt x="177" y="203"/>
                  <a:pt x="177" y="203"/>
                  <a:pt x="177" y="203"/>
                </a:cubicBezTo>
                <a:cubicBezTo>
                  <a:pt x="167" y="210"/>
                  <a:pt x="167" y="210"/>
                  <a:pt x="167" y="210"/>
                </a:cubicBezTo>
                <a:cubicBezTo>
                  <a:pt x="139" y="230"/>
                  <a:pt x="139" y="230"/>
                  <a:pt x="139" y="230"/>
                </a:cubicBezTo>
                <a:cubicBezTo>
                  <a:pt x="151" y="196"/>
                  <a:pt x="151" y="196"/>
                  <a:pt x="151" y="196"/>
                </a:cubicBezTo>
                <a:cubicBezTo>
                  <a:pt x="154" y="185"/>
                  <a:pt x="154" y="185"/>
                  <a:pt x="154" y="185"/>
                </a:cubicBezTo>
                <a:cubicBezTo>
                  <a:pt x="145" y="178"/>
                  <a:pt x="145" y="178"/>
                  <a:pt x="145" y="178"/>
                </a:cubicBezTo>
                <a:cubicBezTo>
                  <a:pt x="123" y="161"/>
                  <a:pt x="123" y="161"/>
                  <a:pt x="123" y="161"/>
                </a:cubicBezTo>
                <a:cubicBezTo>
                  <a:pt x="160" y="161"/>
                  <a:pt x="160" y="161"/>
                  <a:pt x="160" y="161"/>
                </a:cubicBezTo>
                <a:cubicBezTo>
                  <a:pt x="164" y="151"/>
                  <a:pt x="164" y="151"/>
                  <a:pt x="164" y="151"/>
                </a:cubicBezTo>
                <a:cubicBezTo>
                  <a:pt x="177" y="118"/>
                  <a:pt x="177" y="118"/>
                  <a:pt x="177" y="118"/>
                </a:cubicBezTo>
                <a:cubicBezTo>
                  <a:pt x="189" y="151"/>
                  <a:pt x="189" y="151"/>
                  <a:pt x="189" y="151"/>
                </a:cubicBezTo>
                <a:cubicBezTo>
                  <a:pt x="193" y="161"/>
                  <a:pt x="193" y="161"/>
                  <a:pt x="193" y="161"/>
                </a:cubicBezTo>
                <a:cubicBezTo>
                  <a:pt x="230" y="161"/>
                  <a:pt x="230" y="161"/>
                  <a:pt x="230" y="161"/>
                </a:cubicBezTo>
                <a:cubicBezTo>
                  <a:pt x="208" y="178"/>
                  <a:pt x="208" y="178"/>
                  <a:pt x="208" y="178"/>
                </a:cubicBezTo>
                <a:cubicBezTo>
                  <a:pt x="199" y="185"/>
                  <a:pt x="199" y="185"/>
                  <a:pt x="199" y="185"/>
                </a:cubicBezTo>
                <a:lnTo>
                  <a:pt x="202" y="19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13" name="Freeform 113"/>
          <p:cNvSpPr>
            <a:spLocks noEditPoints="1"/>
          </p:cNvSpPr>
          <p:nvPr/>
        </p:nvSpPr>
        <p:spPr bwMode="auto">
          <a:xfrm>
            <a:off x="6305551" y="5334000"/>
            <a:ext cx="575733" cy="533400"/>
          </a:xfrm>
          <a:custGeom>
            <a:avLst/>
            <a:gdLst>
              <a:gd name="T0" fmla="*/ 275 w 353"/>
              <a:gd name="T1" fmla="*/ 71 h 328"/>
              <a:gd name="T2" fmla="*/ 202 w 353"/>
              <a:gd name="T3" fmla="*/ 15 h 328"/>
              <a:gd name="T4" fmla="*/ 178 w 353"/>
              <a:gd name="T5" fmla="*/ 39 h 328"/>
              <a:gd name="T6" fmla="*/ 176 w 353"/>
              <a:gd name="T7" fmla="*/ 38 h 328"/>
              <a:gd name="T8" fmla="*/ 174 w 353"/>
              <a:gd name="T9" fmla="*/ 39 h 328"/>
              <a:gd name="T10" fmla="*/ 150 w 353"/>
              <a:gd name="T11" fmla="*/ 15 h 328"/>
              <a:gd name="T12" fmla="*/ 77 w 353"/>
              <a:gd name="T13" fmla="*/ 71 h 328"/>
              <a:gd name="T14" fmla="*/ 0 w 353"/>
              <a:gd name="T15" fmla="*/ 87 h 328"/>
              <a:gd name="T16" fmla="*/ 16 w 353"/>
              <a:gd name="T17" fmla="*/ 135 h 328"/>
              <a:gd name="T18" fmla="*/ 32 w 353"/>
              <a:gd name="T19" fmla="*/ 328 h 328"/>
              <a:gd name="T20" fmla="*/ 337 w 353"/>
              <a:gd name="T21" fmla="*/ 312 h 328"/>
              <a:gd name="T22" fmla="*/ 353 w 353"/>
              <a:gd name="T23" fmla="*/ 119 h 328"/>
              <a:gd name="T24" fmla="*/ 337 w 353"/>
              <a:gd name="T25" fmla="*/ 71 h 328"/>
              <a:gd name="T26" fmla="*/ 142 w 353"/>
              <a:gd name="T27" fmla="*/ 29 h 328"/>
              <a:gd name="T28" fmla="*/ 159 w 353"/>
              <a:gd name="T29" fmla="*/ 71 h 328"/>
              <a:gd name="T30" fmla="*/ 91 w 353"/>
              <a:gd name="T31" fmla="*/ 37 h 328"/>
              <a:gd name="T32" fmla="*/ 16 w 353"/>
              <a:gd name="T33" fmla="*/ 87 h 328"/>
              <a:gd name="T34" fmla="*/ 130 w 353"/>
              <a:gd name="T35" fmla="*/ 119 h 328"/>
              <a:gd name="T36" fmla="*/ 168 w 353"/>
              <a:gd name="T37" fmla="*/ 312 h 328"/>
              <a:gd name="T38" fmla="*/ 32 w 353"/>
              <a:gd name="T39" fmla="*/ 232 h 328"/>
              <a:gd name="T40" fmla="*/ 168 w 353"/>
              <a:gd name="T41" fmla="*/ 312 h 328"/>
              <a:gd name="T42" fmla="*/ 32 w 353"/>
              <a:gd name="T43" fmla="*/ 216 h 328"/>
              <a:gd name="T44" fmla="*/ 117 w 353"/>
              <a:gd name="T45" fmla="*/ 135 h 328"/>
              <a:gd name="T46" fmla="*/ 98 w 353"/>
              <a:gd name="T47" fmla="*/ 165 h 328"/>
              <a:gd name="T48" fmla="*/ 109 w 353"/>
              <a:gd name="T49" fmla="*/ 166 h 328"/>
              <a:gd name="T50" fmla="*/ 168 w 353"/>
              <a:gd name="T51" fmla="*/ 135 h 328"/>
              <a:gd name="T52" fmla="*/ 168 w 353"/>
              <a:gd name="T53" fmla="*/ 119 h 328"/>
              <a:gd name="T54" fmla="*/ 168 w 353"/>
              <a:gd name="T55" fmla="*/ 89 h 328"/>
              <a:gd name="T56" fmla="*/ 210 w 353"/>
              <a:gd name="T57" fmla="*/ 29 h 328"/>
              <a:gd name="T58" fmla="*/ 257 w 353"/>
              <a:gd name="T59" fmla="*/ 71 h 328"/>
              <a:gd name="T60" fmla="*/ 188 w 353"/>
              <a:gd name="T61" fmla="*/ 59 h 328"/>
              <a:gd name="T62" fmla="*/ 184 w 353"/>
              <a:gd name="T63" fmla="*/ 90 h 328"/>
              <a:gd name="T64" fmla="*/ 184 w 353"/>
              <a:gd name="T65" fmla="*/ 119 h 328"/>
              <a:gd name="T66" fmla="*/ 321 w 353"/>
              <a:gd name="T67" fmla="*/ 312 h 328"/>
              <a:gd name="T68" fmla="*/ 184 w 353"/>
              <a:gd name="T69" fmla="*/ 232 h 328"/>
              <a:gd name="T70" fmla="*/ 321 w 353"/>
              <a:gd name="T71" fmla="*/ 312 h 328"/>
              <a:gd name="T72" fmla="*/ 184 w 353"/>
              <a:gd name="T73" fmla="*/ 216 h 328"/>
              <a:gd name="T74" fmla="*/ 214 w 353"/>
              <a:gd name="T75" fmla="*/ 135 h 328"/>
              <a:gd name="T76" fmla="*/ 250 w 353"/>
              <a:gd name="T77" fmla="*/ 168 h 328"/>
              <a:gd name="T78" fmla="*/ 253 w 353"/>
              <a:gd name="T79" fmla="*/ 154 h 328"/>
              <a:gd name="T80" fmla="*/ 321 w 353"/>
              <a:gd name="T81" fmla="*/ 135 h 328"/>
              <a:gd name="T82" fmla="*/ 337 w 353"/>
              <a:gd name="T83" fmla="*/ 119 h 328"/>
              <a:gd name="T84" fmla="*/ 201 w 353"/>
              <a:gd name="T85" fmla="*/ 87 h 328"/>
              <a:gd name="T86" fmla="*/ 337 w 353"/>
              <a:gd name="T87" fmla="*/ 119 h 3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353" h="328">
                <a:moveTo>
                  <a:pt x="337" y="71"/>
                </a:moveTo>
                <a:cubicBezTo>
                  <a:pt x="275" y="71"/>
                  <a:pt x="275" y="71"/>
                  <a:pt x="275" y="71"/>
                </a:cubicBezTo>
                <a:cubicBezTo>
                  <a:pt x="282" y="57"/>
                  <a:pt x="282" y="42"/>
                  <a:pt x="275" y="29"/>
                </a:cubicBezTo>
                <a:cubicBezTo>
                  <a:pt x="261" y="6"/>
                  <a:pt x="229" y="0"/>
                  <a:pt x="202" y="15"/>
                </a:cubicBezTo>
                <a:cubicBezTo>
                  <a:pt x="192" y="21"/>
                  <a:pt x="184" y="30"/>
                  <a:pt x="179" y="39"/>
                </a:cubicBezTo>
                <a:cubicBezTo>
                  <a:pt x="179" y="39"/>
                  <a:pt x="178" y="39"/>
                  <a:pt x="178" y="39"/>
                </a:cubicBezTo>
                <a:cubicBezTo>
                  <a:pt x="178" y="39"/>
                  <a:pt x="178" y="39"/>
                  <a:pt x="178" y="39"/>
                </a:cubicBezTo>
                <a:cubicBezTo>
                  <a:pt x="177" y="38"/>
                  <a:pt x="177" y="38"/>
                  <a:pt x="176" y="38"/>
                </a:cubicBezTo>
                <a:cubicBezTo>
                  <a:pt x="176" y="38"/>
                  <a:pt x="175" y="38"/>
                  <a:pt x="175" y="38"/>
                </a:cubicBezTo>
                <a:cubicBezTo>
                  <a:pt x="175" y="39"/>
                  <a:pt x="174" y="38"/>
                  <a:pt x="174" y="39"/>
                </a:cubicBezTo>
                <a:cubicBezTo>
                  <a:pt x="174" y="39"/>
                  <a:pt x="173" y="39"/>
                  <a:pt x="173" y="39"/>
                </a:cubicBezTo>
                <a:cubicBezTo>
                  <a:pt x="168" y="30"/>
                  <a:pt x="160" y="21"/>
                  <a:pt x="150" y="15"/>
                </a:cubicBezTo>
                <a:cubicBezTo>
                  <a:pt x="123" y="0"/>
                  <a:pt x="91" y="6"/>
                  <a:pt x="77" y="29"/>
                </a:cubicBezTo>
                <a:cubicBezTo>
                  <a:pt x="70" y="42"/>
                  <a:pt x="70" y="57"/>
                  <a:pt x="77" y="71"/>
                </a:cubicBezTo>
                <a:cubicBezTo>
                  <a:pt x="16" y="71"/>
                  <a:pt x="16" y="71"/>
                  <a:pt x="16" y="71"/>
                </a:cubicBezTo>
                <a:cubicBezTo>
                  <a:pt x="7" y="71"/>
                  <a:pt x="0" y="78"/>
                  <a:pt x="0" y="87"/>
                </a:cubicBezTo>
                <a:cubicBezTo>
                  <a:pt x="0" y="119"/>
                  <a:pt x="0" y="119"/>
                  <a:pt x="0" y="119"/>
                </a:cubicBezTo>
                <a:cubicBezTo>
                  <a:pt x="0" y="128"/>
                  <a:pt x="7" y="135"/>
                  <a:pt x="16" y="135"/>
                </a:cubicBezTo>
                <a:cubicBezTo>
                  <a:pt x="16" y="312"/>
                  <a:pt x="16" y="312"/>
                  <a:pt x="16" y="312"/>
                </a:cubicBezTo>
                <a:cubicBezTo>
                  <a:pt x="16" y="321"/>
                  <a:pt x="23" y="328"/>
                  <a:pt x="32" y="328"/>
                </a:cubicBezTo>
                <a:cubicBezTo>
                  <a:pt x="321" y="328"/>
                  <a:pt x="321" y="328"/>
                  <a:pt x="321" y="328"/>
                </a:cubicBezTo>
                <a:cubicBezTo>
                  <a:pt x="330" y="328"/>
                  <a:pt x="337" y="321"/>
                  <a:pt x="337" y="312"/>
                </a:cubicBezTo>
                <a:cubicBezTo>
                  <a:pt x="337" y="135"/>
                  <a:pt x="337" y="135"/>
                  <a:pt x="337" y="135"/>
                </a:cubicBezTo>
                <a:cubicBezTo>
                  <a:pt x="346" y="135"/>
                  <a:pt x="353" y="128"/>
                  <a:pt x="353" y="119"/>
                </a:cubicBezTo>
                <a:cubicBezTo>
                  <a:pt x="353" y="87"/>
                  <a:pt x="353" y="87"/>
                  <a:pt x="353" y="87"/>
                </a:cubicBezTo>
                <a:cubicBezTo>
                  <a:pt x="353" y="78"/>
                  <a:pt x="346" y="71"/>
                  <a:pt x="337" y="71"/>
                </a:cubicBezTo>
                <a:moveTo>
                  <a:pt x="91" y="37"/>
                </a:moveTo>
                <a:cubicBezTo>
                  <a:pt x="100" y="22"/>
                  <a:pt x="123" y="18"/>
                  <a:pt x="142" y="29"/>
                </a:cubicBezTo>
                <a:cubicBezTo>
                  <a:pt x="154" y="36"/>
                  <a:pt x="162" y="48"/>
                  <a:pt x="164" y="59"/>
                </a:cubicBezTo>
                <a:cubicBezTo>
                  <a:pt x="162" y="63"/>
                  <a:pt x="161" y="67"/>
                  <a:pt x="159" y="71"/>
                </a:cubicBezTo>
                <a:cubicBezTo>
                  <a:pt x="95" y="71"/>
                  <a:pt x="95" y="71"/>
                  <a:pt x="95" y="71"/>
                </a:cubicBezTo>
                <a:cubicBezTo>
                  <a:pt x="87" y="60"/>
                  <a:pt x="85" y="47"/>
                  <a:pt x="91" y="37"/>
                </a:cubicBezTo>
                <a:moveTo>
                  <a:pt x="16" y="119"/>
                </a:moveTo>
                <a:cubicBezTo>
                  <a:pt x="16" y="87"/>
                  <a:pt x="16" y="87"/>
                  <a:pt x="16" y="87"/>
                </a:cubicBezTo>
                <a:cubicBezTo>
                  <a:pt x="151" y="87"/>
                  <a:pt x="151" y="87"/>
                  <a:pt x="151" y="87"/>
                </a:cubicBezTo>
                <a:cubicBezTo>
                  <a:pt x="145" y="99"/>
                  <a:pt x="137" y="110"/>
                  <a:pt x="130" y="119"/>
                </a:cubicBezTo>
                <a:lnTo>
                  <a:pt x="16" y="119"/>
                </a:lnTo>
                <a:close/>
                <a:moveTo>
                  <a:pt x="168" y="312"/>
                </a:moveTo>
                <a:cubicBezTo>
                  <a:pt x="32" y="312"/>
                  <a:pt x="32" y="312"/>
                  <a:pt x="32" y="312"/>
                </a:cubicBezTo>
                <a:cubicBezTo>
                  <a:pt x="32" y="232"/>
                  <a:pt x="32" y="232"/>
                  <a:pt x="32" y="232"/>
                </a:cubicBezTo>
                <a:cubicBezTo>
                  <a:pt x="168" y="232"/>
                  <a:pt x="168" y="232"/>
                  <a:pt x="168" y="232"/>
                </a:cubicBezTo>
                <a:lnTo>
                  <a:pt x="168" y="312"/>
                </a:lnTo>
                <a:close/>
                <a:moveTo>
                  <a:pt x="168" y="216"/>
                </a:moveTo>
                <a:cubicBezTo>
                  <a:pt x="32" y="216"/>
                  <a:pt x="32" y="216"/>
                  <a:pt x="32" y="216"/>
                </a:cubicBezTo>
                <a:cubicBezTo>
                  <a:pt x="32" y="135"/>
                  <a:pt x="32" y="135"/>
                  <a:pt x="32" y="135"/>
                </a:cubicBezTo>
                <a:cubicBezTo>
                  <a:pt x="117" y="135"/>
                  <a:pt x="117" y="135"/>
                  <a:pt x="117" y="135"/>
                </a:cubicBezTo>
                <a:cubicBezTo>
                  <a:pt x="107" y="147"/>
                  <a:pt x="99" y="154"/>
                  <a:pt x="99" y="154"/>
                </a:cubicBezTo>
                <a:cubicBezTo>
                  <a:pt x="95" y="157"/>
                  <a:pt x="95" y="162"/>
                  <a:pt x="98" y="165"/>
                </a:cubicBezTo>
                <a:cubicBezTo>
                  <a:pt x="99" y="166"/>
                  <a:pt x="100" y="167"/>
                  <a:pt x="102" y="168"/>
                </a:cubicBezTo>
                <a:cubicBezTo>
                  <a:pt x="104" y="168"/>
                  <a:pt x="107" y="168"/>
                  <a:pt x="109" y="166"/>
                </a:cubicBezTo>
                <a:cubicBezTo>
                  <a:pt x="110" y="165"/>
                  <a:pt x="123" y="154"/>
                  <a:pt x="138" y="135"/>
                </a:cubicBezTo>
                <a:cubicBezTo>
                  <a:pt x="168" y="135"/>
                  <a:pt x="168" y="135"/>
                  <a:pt x="168" y="135"/>
                </a:cubicBezTo>
                <a:lnTo>
                  <a:pt x="168" y="216"/>
                </a:lnTo>
                <a:close/>
                <a:moveTo>
                  <a:pt x="168" y="119"/>
                </a:moveTo>
                <a:cubicBezTo>
                  <a:pt x="150" y="119"/>
                  <a:pt x="150" y="119"/>
                  <a:pt x="150" y="119"/>
                </a:cubicBezTo>
                <a:cubicBezTo>
                  <a:pt x="157" y="110"/>
                  <a:pt x="163" y="100"/>
                  <a:pt x="168" y="89"/>
                </a:cubicBezTo>
                <a:lnTo>
                  <a:pt x="168" y="119"/>
                </a:lnTo>
                <a:close/>
                <a:moveTo>
                  <a:pt x="210" y="29"/>
                </a:moveTo>
                <a:cubicBezTo>
                  <a:pt x="229" y="18"/>
                  <a:pt x="252" y="22"/>
                  <a:pt x="261" y="37"/>
                </a:cubicBezTo>
                <a:cubicBezTo>
                  <a:pt x="267" y="47"/>
                  <a:pt x="265" y="60"/>
                  <a:pt x="257" y="71"/>
                </a:cubicBezTo>
                <a:cubicBezTo>
                  <a:pt x="193" y="71"/>
                  <a:pt x="193" y="71"/>
                  <a:pt x="193" y="71"/>
                </a:cubicBezTo>
                <a:cubicBezTo>
                  <a:pt x="192" y="67"/>
                  <a:pt x="190" y="63"/>
                  <a:pt x="188" y="59"/>
                </a:cubicBezTo>
                <a:cubicBezTo>
                  <a:pt x="190" y="48"/>
                  <a:pt x="198" y="36"/>
                  <a:pt x="210" y="29"/>
                </a:cubicBezTo>
                <a:moveTo>
                  <a:pt x="184" y="90"/>
                </a:moveTo>
                <a:cubicBezTo>
                  <a:pt x="190" y="101"/>
                  <a:pt x="196" y="110"/>
                  <a:pt x="202" y="119"/>
                </a:cubicBezTo>
                <a:cubicBezTo>
                  <a:pt x="184" y="119"/>
                  <a:pt x="184" y="119"/>
                  <a:pt x="184" y="119"/>
                </a:cubicBezTo>
                <a:lnTo>
                  <a:pt x="184" y="90"/>
                </a:lnTo>
                <a:close/>
                <a:moveTo>
                  <a:pt x="321" y="312"/>
                </a:moveTo>
                <a:cubicBezTo>
                  <a:pt x="184" y="312"/>
                  <a:pt x="184" y="312"/>
                  <a:pt x="184" y="312"/>
                </a:cubicBezTo>
                <a:cubicBezTo>
                  <a:pt x="184" y="232"/>
                  <a:pt x="184" y="232"/>
                  <a:pt x="184" y="232"/>
                </a:cubicBezTo>
                <a:cubicBezTo>
                  <a:pt x="321" y="232"/>
                  <a:pt x="321" y="232"/>
                  <a:pt x="321" y="232"/>
                </a:cubicBezTo>
                <a:lnTo>
                  <a:pt x="321" y="312"/>
                </a:lnTo>
                <a:close/>
                <a:moveTo>
                  <a:pt x="321" y="216"/>
                </a:moveTo>
                <a:cubicBezTo>
                  <a:pt x="184" y="216"/>
                  <a:pt x="184" y="216"/>
                  <a:pt x="184" y="216"/>
                </a:cubicBezTo>
                <a:cubicBezTo>
                  <a:pt x="184" y="135"/>
                  <a:pt x="184" y="135"/>
                  <a:pt x="184" y="135"/>
                </a:cubicBezTo>
                <a:cubicBezTo>
                  <a:pt x="214" y="135"/>
                  <a:pt x="214" y="135"/>
                  <a:pt x="214" y="135"/>
                </a:cubicBezTo>
                <a:cubicBezTo>
                  <a:pt x="229" y="154"/>
                  <a:pt x="242" y="165"/>
                  <a:pt x="243" y="166"/>
                </a:cubicBezTo>
                <a:cubicBezTo>
                  <a:pt x="245" y="168"/>
                  <a:pt x="248" y="168"/>
                  <a:pt x="250" y="168"/>
                </a:cubicBezTo>
                <a:cubicBezTo>
                  <a:pt x="252" y="167"/>
                  <a:pt x="253" y="166"/>
                  <a:pt x="254" y="165"/>
                </a:cubicBezTo>
                <a:cubicBezTo>
                  <a:pt x="257" y="162"/>
                  <a:pt x="257" y="157"/>
                  <a:pt x="253" y="154"/>
                </a:cubicBezTo>
                <a:cubicBezTo>
                  <a:pt x="253" y="154"/>
                  <a:pt x="245" y="147"/>
                  <a:pt x="235" y="135"/>
                </a:cubicBezTo>
                <a:cubicBezTo>
                  <a:pt x="321" y="135"/>
                  <a:pt x="321" y="135"/>
                  <a:pt x="321" y="135"/>
                </a:cubicBezTo>
                <a:lnTo>
                  <a:pt x="321" y="216"/>
                </a:lnTo>
                <a:close/>
                <a:moveTo>
                  <a:pt x="337" y="119"/>
                </a:moveTo>
                <a:cubicBezTo>
                  <a:pt x="222" y="119"/>
                  <a:pt x="222" y="119"/>
                  <a:pt x="222" y="119"/>
                </a:cubicBezTo>
                <a:cubicBezTo>
                  <a:pt x="215" y="110"/>
                  <a:pt x="208" y="99"/>
                  <a:pt x="201" y="87"/>
                </a:cubicBezTo>
                <a:cubicBezTo>
                  <a:pt x="337" y="87"/>
                  <a:pt x="337" y="87"/>
                  <a:pt x="337" y="87"/>
                </a:cubicBezTo>
                <a:lnTo>
                  <a:pt x="337" y="11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14" name="Freeform 114"/>
          <p:cNvSpPr>
            <a:spLocks noEditPoints="1"/>
          </p:cNvSpPr>
          <p:nvPr/>
        </p:nvSpPr>
        <p:spPr bwMode="auto">
          <a:xfrm>
            <a:off x="7404100" y="5422900"/>
            <a:ext cx="575733" cy="366184"/>
          </a:xfrm>
          <a:custGeom>
            <a:avLst/>
            <a:gdLst>
              <a:gd name="T0" fmla="*/ 176 w 353"/>
              <a:gd name="T1" fmla="*/ 88 h 225"/>
              <a:gd name="T2" fmla="*/ 152 w 353"/>
              <a:gd name="T3" fmla="*/ 112 h 225"/>
              <a:gd name="T4" fmla="*/ 176 w 353"/>
              <a:gd name="T5" fmla="*/ 136 h 225"/>
              <a:gd name="T6" fmla="*/ 201 w 353"/>
              <a:gd name="T7" fmla="*/ 112 h 225"/>
              <a:gd name="T8" fmla="*/ 176 w 353"/>
              <a:gd name="T9" fmla="*/ 88 h 225"/>
              <a:gd name="T10" fmla="*/ 176 w 353"/>
              <a:gd name="T11" fmla="*/ 32 h 225"/>
              <a:gd name="T12" fmla="*/ 96 w 353"/>
              <a:gd name="T13" fmla="*/ 112 h 225"/>
              <a:gd name="T14" fmla="*/ 176 w 353"/>
              <a:gd name="T15" fmla="*/ 193 h 225"/>
              <a:gd name="T16" fmla="*/ 257 w 353"/>
              <a:gd name="T17" fmla="*/ 112 h 225"/>
              <a:gd name="T18" fmla="*/ 176 w 353"/>
              <a:gd name="T19" fmla="*/ 32 h 225"/>
              <a:gd name="T20" fmla="*/ 176 w 353"/>
              <a:gd name="T21" fmla="*/ 177 h 225"/>
              <a:gd name="T22" fmla="*/ 112 w 353"/>
              <a:gd name="T23" fmla="*/ 112 h 225"/>
              <a:gd name="T24" fmla="*/ 176 w 353"/>
              <a:gd name="T25" fmla="*/ 48 h 225"/>
              <a:gd name="T26" fmla="*/ 241 w 353"/>
              <a:gd name="T27" fmla="*/ 112 h 225"/>
              <a:gd name="T28" fmla="*/ 176 w 353"/>
              <a:gd name="T29" fmla="*/ 177 h 225"/>
              <a:gd name="T30" fmla="*/ 176 w 353"/>
              <a:gd name="T31" fmla="*/ 0 h 225"/>
              <a:gd name="T32" fmla="*/ 0 w 353"/>
              <a:gd name="T33" fmla="*/ 112 h 225"/>
              <a:gd name="T34" fmla="*/ 176 w 353"/>
              <a:gd name="T35" fmla="*/ 225 h 225"/>
              <a:gd name="T36" fmla="*/ 353 w 353"/>
              <a:gd name="T37" fmla="*/ 112 h 225"/>
              <a:gd name="T38" fmla="*/ 176 w 353"/>
              <a:gd name="T39" fmla="*/ 0 h 225"/>
              <a:gd name="T40" fmla="*/ 176 w 353"/>
              <a:gd name="T41" fmla="*/ 209 h 225"/>
              <a:gd name="T42" fmla="*/ 16 w 353"/>
              <a:gd name="T43" fmla="*/ 112 h 225"/>
              <a:gd name="T44" fmla="*/ 176 w 353"/>
              <a:gd name="T45" fmla="*/ 16 h 225"/>
              <a:gd name="T46" fmla="*/ 337 w 353"/>
              <a:gd name="T47" fmla="*/ 112 h 225"/>
              <a:gd name="T48" fmla="*/ 176 w 353"/>
              <a:gd name="T49" fmla="*/ 209 h 2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353" h="225">
                <a:moveTo>
                  <a:pt x="176" y="88"/>
                </a:moveTo>
                <a:cubicBezTo>
                  <a:pt x="163" y="88"/>
                  <a:pt x="152" y="99"/>
                  <a:pt x="152" y="112"/>
                </a:cubicBezTo>
                <a:cubicBezTo>
                  <a:pt x="152" y="126"/>
                  <a:pt x="163" y="136"/>
                  <a:pt x="176" y="136"/>
                </a:cubicBezTo>
                <a:cubicBezTo>
                  <a:pt x="190" y="136"/>
                  <a:pt x="201" y="126"/>
                  <a:pt x="201" y="112"/>
                </a:cubicBezTo>
                <a:cubicBezTo>
                  <a:pt x="201" y="99"/>
                  <a:pt x="190" y="88"/>
                  <a:pt x="176" y="88"/>
                </a:cubicBezTo>
                <a:moveTo>
                  <a:pt x="176" y="32"/>
                </a:moveTo>
                <a:cubicBezTo>
                  <a:pt x="132" y="32"/>
                  <a:pt x="96" y="68"/>
                  <a:pt x="96" y="112"/>
                </a:cubicBezTo>
                <a:cubicBezTo>
                  <a:pt x="96" y="157"/>
                  <a:pt x="132" y="193"/>
                  <a:pt x="176" y="193"/>
                </a:cubicBezTo>
                <a:cubicBezTo>
                  <a:pt x="221" y="193"/>
                  <a:pt x="257" y="157"/>
                  <a:pt x="257" y="112"/>
                </a:cubicBezTo>
                <a:cubicBezTo>
                  <a:pt x="257" y="68"/>
                  <a:pt x="221" y="32"/>
                  <a:pt x="176" y="32"/>
                </a:cubicBezTo>
                <a:moveTo>
                  <a:pt x="176" y="177"/>
                </a:moveTo>
                <a:cubicBezTo>
                  <a:pt x="141" y="177"/>
                  <a:pt x="112" y="148"/>
                  <a:pt x="112" y="112"/>
                </a:cubicBezTo>
                <a:cubicBezTo>
                  <a:pt x="112" y="77"/>
                  <a:pt x="141" y="48"/>
                  <a:pt x="176" y="48"/>
                </a:cubicBezTo>
                <a:cubicBezTo>
                  <a:pt x="212" y="48"/>
                  <a:pt x="241" y="77"/>
                  <a:pt x="241" y="112"/>
                </a:cubicBezTo>
                <a:cubicBezTo>
                  <a:pt x="241" y="148"/>
                  <a:pt x="212" y="177"/>
                  <a:pt x="176" y="177"/>
                </a:cubicBezTo>
                <a:moveTo>
                  <a:pt x="176" y="0"/>
                </a:moveTo>
                <a:cubicBezTo>
                  <a:pt x="79" y="0"/>
                  <a:pt x="0" y="80"/>
                  <a:pt x="0" y="112"/>
                </a:cubicBezTo>
                <a:cubicBezTo>
                  <a:pt x="0" y="144"/>
                  <a:pt x="79" y="225"/>
                  <a:pt x="176" y="225"/>
                </a:cubicBezTo>
                <a:cubicBezTo>
                  <a:pt x="274" y="225"/>
                  <a:pt x="353" y="144"/>
                  <a:pt x="353" y="112"/>
                </a:cubicBezTo>
                <a:cubicBezTo>
                  <a:pt x="353" y="80"/>
                  <a:pt x="274" y="0"/>
                  <a:pt x="176" y="0"/>
                </a:cubicBezTo>
                <a:moveTo>
                  <a:pt x="176" y="209"/>
                </a:moveTo>
                <a:cubicBezTo>
                  <a:pt x="88" y="209"/>
                  <a:pt x="16" y="140"/>
                  <a:pt x="16" y="112"/>
                </a:cubicBezTo>
                <a:cubicBezTo>
                  <a:pt x="16" y="85"/>
                  <a:pt x="88" y="16"/>
                  <a:pt x="176" y="16"/>
                </a:cubicBezTo>
                <a:cubicBezTo>
                  <a:pt x="265" y="16"/>
                  <a:pt x="337" y="85"/>
                  <a:pt x="337" y="112"/>
                </a:cubicBezTo>
                <a:cubicBezTo>
                  <a:pt x="337" y="140"/>
                  <a:pt x="265" y="209"/>
                  <a:pt x="176" y="209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15" name="Freeform 115"/>
          <p:cNvSpPr>
            <a:spLocks noEditPoints="1"/>
          </p:cNvSpPr>
          <p:nvPr/>
        </p:nvSpPr>
        <p:spPr bwMode="auto">
          <a:xfrm>
            <a:off x="8504767" y="5319184"/>
            <a:ext cx="575733" cy="575733"/>
          </a:xfrm>
          <a:custGeom>
            <a:avLst/>
            <a:gdLst>
              <a:gd name="T0" fmla="*/ 289 w 353"/>
              <a:gd name="T1" fmla="*/ 32 h 353"/>
              <a:gd name="T2" fmla="*/ 281 w 353"/>
              <a:gd name="T3" fmla="*/ 0 h 353"/>
              <a:gd name="T4" fmla="*/ 273 w 353"/>
              <a:gd name="T5" fmla="*/ 32 h 353"/>
              <a:gd name="T6" fmla="*/ 80 w 353"/>
              <a:gd name="T7" fmla="*/ 8 h 353"/>
              <a:gd name="T8" fmla="*/ 64 w 353"/>
              <a:gd name="T9" fmla="*/ 8 h 353"/>
              <a:gd name="T10" fmla="*/ 32 w 353"/>
              <a:gd name="T11" fmla="*/ 32 h 353"/>
              <a:gd name="T12" fmla="*/ 0 w 353"/>
              <a:gd name="T13" fmla="*/ 321 h 353"/>
              <a:gd name="T14" fmla="*/ 321 w 353"/>
              <a:gd name="T15" fmla="*/ 353 h 353"/>
              <a:gd name="T16" fmla="*/ 353 w 353"/>
              <a:gd name="T17" fmla="*/ 64 h 353"/>
              <a:gd name="T18" fmla="*/ 337 w 353"/>
              <a:gd name="T19" fmla="*/ 321 h 353"/>
              <a:gd name="T20" fmla="*/ 32 w 353"/>
              <a:gd name="T21" fmla="*/ 337 h 353"/>
              <a:gd name="T22" fmla="*/ 16 w 353"/>
              <a:gd name="T23" fmla="*/ 128 h 353"/>
              <a:gd name="T24" fmla="*/ 337 w 353"/>
              <a:gd name="T25" fmla="*/ 321 h 353"/>
              <a:gd name="T26" fmla="*/ 16 w 353"/>
              <a:gd name="T27" fmla="*/ 112 h 353"/>
              <a:gd name="T28" fmla="*/ 32 w 353"/>
              <a:gd name="T29" fmla="*/ 48 h 353"/>
              <a:gd name="T30" fmla="*/ 64 w 353"/>
              <a:gd name="T31" fmla="*/ 72 h 353"/>
              <a:gd name="T32" fmla="*/ 80 w 353"/>
              <a:gd name="T33" fmla="*/ 72 h 353"/>
              <a:gd name="T34" fmla="*/ 273 w 353"/>
              <a:gd name="T35" fmla="*/ 48 h 353"/>
              <a:gd name="T36" fmla="*/ 281 w 353"/>
              <a:gd name="T37" fmla="*/ 80 h 353"/>
              <a:gd name="T38" fmla="*/ 289 w 353"/>
              <a:gd name="T39" fmla="*/ 48 h 353"/>
              <a:gd name="T40" fmla="*/ 337 w 353"/>
              <a:gd name="T41" fmla="*/ 64 h 353"/>
              <a:gd name="T42" fmla="*/ 233 w 353"/>
              <a:gd name="T43" fmla="*/ 297 h 353"/>
              <a:gd name="T44" fmla="*/ 248 w 353"/>
              <a:gd name="T45" fmla="*/ 168 h 353"/>
              <a:gd name="T46" fmla="*/ 232 w 353"/>
              <a:gd name="T47" fmla="*/ 180 h 353"/>
              <a:gd name="T48" fmla="*/ 213 w 353"/>
              <a:gd name="T49" fmla="*/ 191 h 353"/>
              <a:gd name="T50" fmla="*/ 201 w 353"/>
              <a:gd name="T51" fmla="*/ 204 h 353"/>
              <a:gd name="T52" fmla="*/ 233 w 353"/>
              <a:gd name="T53" fmla="*/ 297 h 353"/>
              <a:gd name="T54" fmla="*/ 148 w 353"/>
              <a:gd name="T55" fmla="*/ 283 h 353"/>
              <a:gd name="T56" fmla="*/ 118 w 353"/>
              <a:gd name="T57" fmla="*/ 277 h 353"/>
              <a:gd name="T58" fmla="*/ 96 w 353"/>
              <a:gd name="T59" fmla="*/ 257 h 353"/>
              <a:gd name="T60" fmla="*/ 107 w 353"/>
              <a:gd name="T61" fmla="*/ 288 h 353"/>
              <a:gd name="T62" fmla="*/ 138 w 353"/>
              <a:gd name="T63" fmla="*/ 299 h 353"/>
              <a:gd name="T64" fmla="*/ 168 w 353"/>
              <a:gd name="T65" fmla="*/ 289 h 353"/>
              <a:gd name="T66" fmla="*/ 181 w 353"/>
              <a:gd name="T67" fmla="*/ 259 h 353"/>
              <a:gd name="T68" fmla="*/ 158 w 353"/>
              <a:gd name="T69" fmla="*/ 228 h 353"/>
              <a:gd name="T70" fmla="*/ 171 w 353"/>
              <a:gd name="T71" fmla="*/ 218 h 353"/>
              <a:gd name="T72" fmla="*/ 173 w 353"/>
              <a:gd name="T73" fmla="*/ 187 h 353"/>
              <a:gd name="T74" fmla="*/ 153 w 353"/>
              <a:gd name="T75" fmla="*/ 170 h 353"/>
              <a:gd name="T76" fmla="*/ 121 w 353"/>
              <a:gd name="T77" fmla="*/ 171 h 353"/>
              <a:gd name="T78" fmla="*/ 102 w 353"/>
              <a:gd name="T79" fmla="*/ 192 h 353"/>
              <a:gd name="T80" fmla="*/ 114 w 353"/>
              <a:gd name="T81" fmla="*/ 209 h 353"/>
              <a:gd name="T82" fmla="*/ 120 w 353"/>
              <a:gd name="T83" fmla="*/ 190 h 353"/>
              <a:gd name="T84" fmla="*/ 137 w 353"/>
              <a:gd name="T85" fmla="*/ 181 h 353"/>
              <a:gd name="T86" fmla="*/ 160 w 353"/>
              <a:gd name="T87" fmla="*/ 202 h 353"/>
              <a:gd name="T88" fmla="*/ 153 w 353"/>
              <a:gd name="T89" fmla="*/ 218 h 353"/>
              <a:gd name="T90" fmla="*/ 136 w 353"/>
              <a:gd name="T91" fmla="*/ 223 h 353"/>
              <a:gd name="T92" fmla="*/ 129 w 353"/>
              <a:gd name="T93" fmla="*/ 223 h 353"/>
              <a:gd name="T94" fmla="*/ 138 w 353"/>
              <a:gd name="T95" fmla="*/ 235 h 353"/>
              <a:gd name="T96" fmla="*/ 157 w 353"/>
              <a:gd name="T97" fmla="*/ 242 h 353"/>
              <a:gd name="T98" fmla="*/ 165 w 353"/>
              <a:gd name="T99" fmla="*/ 260 h 353"/>
              <a:gd name="T100" fmla="*/ 157 w 353"/>
              <a:gd name="T101" fmla="*/ 278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353" h="353">
                <a:moveTo>
                  <a:pt x="321" y="32"/>
                </a:moveTo>
                <a:cubicBezTo>
                  <a:pt x="289" y="32"/>
                  <a:pt x="289" y="32"/>
                  <a:pt x="289" y="32"/>
                </a:cubicBezTo>
                <a:cubicBezTo>
                  <a:pt x="289" y="8"/>
                  <a:pt x="289" y="8"/>
                  <a:pt x="289" y="8"/>
                </a:cubicBezTo>
                <a:cubicBezTo>
                  <a:pt x="289" y="3"/>
                  <a:pt x="286" y="0"/>
                  <a:pt x="281" y="0"/>
                </a:cubicBezTo>
                <a:cubicBezTo>
                  <a:pt x="277" y="0"/>
                  <a:pt x="273" y="3"/>
                  <a:pt x="273" y="8"/>
                </a:cubicBezTo>
                <a:cubicBezTo>
                  <a:pt x="273" y="32"/>
                  <a:pt x="273" y="32"/>
                  <a:pt x="273" y="32"/>
                </a:cubicBezTo>
                <a:cubicBezTo>
                  <a:pt x="80" y="32"/>
                  <a:pt x="80" y="32"/>
                  <a:pt x="80" y="32"/>
                </a:cubicBezTo>
                <a:cubicBezTo>
                  <a:pt x="80" y="8"/>
                  <a:pt x="80" y="8"/>
                  <a:pt x="80" y="8"/>
                </a:cubicBezTo>
                <a:cubicBezTo>
                  <a:pt x="80" y="3"/>
                  <a:pt x="77" y="0"/>
                  <a:pt x="72" y="0"/>
                </a:cubicBezTo>
                <a:cubicBezTo>
                  <a:pt x="68" y="0"/>
                  <a:pt x="64" y="3"/>
                  <a:pt x="64" y="8"/>
                </a:cubicBezTo>
                <a:cubicBezTo>
                  <a:pt x="64" y="32"/>
                  <a:pt x="64" y="32"/>
                  <a:pt x="64" y="32"/>
                </a:cubicBezTo>
                <a:cubicBezTo>
                  <a:pt x="32" y="32"/>
                  <a:pt x="32" y="32"/>
                  <a:pt x="32" y="32"/>
                </a:cubicBezTo>
                <a:cubicBezTo>
                  <a:pt x="15" y="32"/>
                  <a:pt x="0" y="46"/>
                  <a:pt x="0" y="64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5" y="353"/>
                  <a:pt x="32" y="353"/>
                </a:cubicBezTo>
                <a:cubicBezTo>
                  <a:pt x="321" y="353"/>
                  <a:pt x="321" y="353"/>
                  <a:pt x="321" y="353"/>
                </a:cubicBezTo>
                <a:cubicBezTo>
                  <a:pt x="339" y="353"/>
                  <a:pt x="353" y="339"/>
                  <a:pt x="353" y="321"/>
                </a:cubicBezTo>
                <a:cubicBezTo>
                  <a:pt x="353" y="64"/>
                  <a:pt x="353" y="64"/>
                  <a:pt x="353" y="64"/>
                </a:cubicBezTo>
                <a:cubicBezTo>
                  <a:pt x="353" y="46"/>
                  <a:pt x="339" y="32"/>
                  <a:pt x="321" y="32"/>
                </a:cubicBezTo>
                <a:moveTo>
                  <a:pt x="337" y="321"/>
                </a:moveTo>
                <a:cubicBezTo>
                  <a:pt x="337" y="330"/>
                  <a:pt x="330" y="337"/>
                  <a:pt x="321" y="337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23" y="337"/>
                  <a:pt x="16" y="330"/>
                  <a:pt x="16" y="321"/>
                </a:cubicBezTo>
                <a:cubicBezTo>
                  <a:pt x="16" y="128"/>
                  <a:pt x="16" y="128"/>
                  <a:pt x="16" y="128"/>
                </a:cubicBezTo>
                <a:cubicBezTo>
                  <a:pt x="337" y="128"/>
                  <a:pt x="337" y="128"/>
                  <a:pt x="337" y="128"/>
                </a:cubicBezTo>
                <a:lnTo>
                  <a:pt x="337" y="321"/>
                </a:lnTo>
                <a:close/>
                <a:moveTo>
                  <a:pt x="337" y="112"/>
                </a:moveTo>
                <a:cubicBezTo>
                  <a:pt x="16" y="112"/>
                  <a:pt x="16" y="112"/>
                  <a:pt x="16" y="112"/>
                </a:cubicBezTo>
                <a:cubicBezTo>
                  <a:pt x="16" y="64"/>
                  <a:pt x="16" y="64"/>
                  <a:pt x="16" y="64"/>
                </a:cubicBezTo>
                <a:cubicBezTo>
                  <a:pt x="16" y="55"/>
                  <a:pt x="23" y="48"/>
                  <a:pt x="32" y="48"/>
                </a:cubicBezTo>
                <a:cubicBezTo>
                  <a:pt x="64" y="48"/>
                  <a:pt x="64" y="48"/>
                  <a:pt x="64" y="48"/>
                </a:cubicBezTo>
                <a:cubicBezTo>
                  <a:pt x="64" y="72"/>
                  <a:pt x="64" y="72"/>
                  <a:pt x="64" y="72"/>
                </a:cubicBezTo>
                <a:cubicBezTo>
                  <a:pt x="64" y="76"/>
                  <a:pt x="68" y="80"/>
                  <a:pt x="72" y="80"/>
                </a:cubicBezTo>
                <a:cubicBezTo>
                  <a:pt x="77" y="80"/>
                  <a:pt x="80" y="76"/>
                  <a:pt x="80" y="72"/>
                </a:cubicBezTo>
                <a:cubicBezTo>
                  <a:pt x="80" y="48"/>
                  <a:pt x="80" y="48"/>
                  <a:pt x="80" y="48"/>
                </a:cubicBezTo>
                <a:cubicBezTo>
                  <a:pt x="273" y="48"/>
                  <a:pt x="273" y="48"/>
                  <a:pt x="273" y="48"/>
                </a:cubicBezTo>
                <a:cubicBezTo>
                  <a:pt x="273" y="72"/>
                  <a:pt x="273" y="72"/>
                  <a:pt x="273" y="72"/>
                </a:cubicBezTo>
                <a:cubicBezTo>
                  <a:pt x="273" y="76"/>
                  <a:pt x="277" y="80"/>
                  <a:pt x="281" y="80"/>
                </a:cubicBezTo>
                <a:cubicBezTo>
                  <a:pt x="286" y="80"/>
                  <a:pt x="289" y="76"/>
                  <a:pt x="289" y="72"/>
                </a:cubicBezTo>
                <a:cubicBezTo>
                  <a:pt x="289" y="48"/>
                  <a:pt x="289" y="48"/>
                  <a:pt x="289" y="48"/>
                </a:cubicBezTo>
                <a:cubicBezTo>
                  <a:pt x="321" y="48"/>
                  <a:pt x="321" y="48"/>
                  <a:pt x="321" y="48"/>
                </a:cubicBezTo>
                <a:cubicBezTo>
                  <a:pt x="330" y="48"/>
                  <a:pt x="337" y="55"/>
                  <a:pt x="337" y="64"/>
                </a:cubicBezTo>
                <a:lnTo>
                  <a:pt x="337" y="112"/>
                </a:lnTo>
                <a:close/>
                <a:moveTo>
                  <a:pt x="233" y="297"/>
                </a:moveTo>
                <a:cubicBezTo>
                  <a:pt x="248" y="297"/>
                  <a:pt x="248" y="297"/>
                  <a:pt x="248" y="297"/>
                </a:cubicBezTo>
                <a:cubicBezTo>
                  <a:pt x="248" y="168"/>
                  <a:pt x="248" y="168"/>
                  <a:pt x="248" y="168"/>
                </a:cubicBezTo>
                <a:cubicBezTo>
                  <a:pt x="237" y="168"/>
                  <a:pt x="237" y="168"/>
                  <a:pt x="237" y="168"/>
                </a:cubicBezTo>
                <a:cubicBezTo>
                  <a:pt x="236" y="172"/>
                  <a:pt x="235" y="176"/>
                  <a:pt x="232" y="180"/>
                </a:cubicBezTo>
                <a:cubicBezTo>
                  <a:pt x="230" y="183"/>
                  <a:pt x="227" y="185"/>
                  <a:pt x="224" y="187"/>
                </a:cubicBezTo>
                <a:cubicBezTo>
                  <a:pt x="221" y="189"/>
                  <a:pt x="217" y="190"/>
                  <a:pt x="213" y="191"/>
                </a:cubicBezTo>
                <a:cubicBezTo>
                  <a:pt x="209" y="191"/>
                  <a:pt x="205" y="192"/>
                  <a:pt x="201" y="192"/>
                </a:cubicBezTo>
                <a:cubicBezTo>
                  <a:pt x="201" y="204"/>
                  <a:pt x="201" y="204"/>
                  <a:pt x="201" y="204"/>
                </a:cubicBezTo>
                <a:cubicBezTo>
                  <a:pt x="233" y="204"/>
                  <a:pt x="233" y="204"/>
                  <a:pt x="233" y="204"/>
                </a:cubicBezTo>
                <a:lnTo>
                  <a:pt x="233" y="297"/>
                </a:lnTo>
                <a:close/>
                <a:moveTo>
                  <a:pt x="157" y="278"/>
                </a:moveTo>
                <a:cubicBezTo>
                  <a:pt x="154" y="281"/>
                  <a:pt x="152" y="282"/>
                  <a:pt x="148" y="283"/>
                </a:cubicBezTo>
                <a:cubicBezTo>
                  <a:pt x="145" y="285"/>
                  <a:pt x="141" y="285"/>
                  <a:pt x="138" y="285"/>
                </a:cubicBezTo>
                <a:cubicBezTo>
                  <a:pt x="129" y="285"/>
                  <a:pt x="123" y="282"/>
                  <a:pt x="118" y="277"/>
                </a:cubicBezTo>
                <a:cubicBezTo>
                  <a:pt x="114" y="272"/>
                  <a:pt x="111" y="265"/>
                  <a:pt x="111" y="257"/>
                </a:cubicBezTo>
                <a:cubicBezTo>
                  <a:pt x="96" y="257"/>
                  <a:pt x="96" y="257"/>
                  <a:pt x="96" y="257"/>
                </a:cubicBezTo>
                <a:cubicBezTo>
                  <a:pt x="96" y="263"/>
                  <a:pt x="97" y="269"/>
                  <a:pt x="99" y="275"/>
                </a:cubicBezTo>
                <a:cubicBezTo>
                  <a:pt x="101" y="280"/>
                  <a:pt x="104" y="284"/>
                  <a:pt x="107" y="288"/>
                </a:cubicBezTo>
                <a:cubicBezTo>
                  <a:pt x="111" y="291"/>
                  <a:pt x="115" y="294"/>
                  <a:pt x="120" y="296"/>
                </a:cubicBezTo>
                <a:cubicBezTo>
                  <a:pt x="126" y="298"/>
                  <a:pt x="131" y="299"/>
                  <a:pt x="138" y="299"/>
                </a:cubicBezTo>
                <a:cubicBezTo>
                  <a:pt x="144" y="299"/>
                  <a:pt x="149" y="298"/>
                  <a:pt x="154" y="296"/>
                </a:cubicBezTo>
                <a:cubicBezTo>
                  <a:pt x="160" y="294"/>
                  <a:pt x="164" y="292"/>
                  <a:pt x="168" y="289"/>
                </a:cubicBezTo>
                <a:cubicBezTo>
                  <a:pt x="172" y="285"/>
                  <a:pt x="175" y="281"/>
                  <a:pt x="177" y="276"/>
                </a:cubicBezTo>
                <a:cubicBezTo>
                  <a:pt x="180" y="272"/>
                  <a:pt x="181" y="266"/>
                  <a:pt x="181" y="259"/>
                </a:cubicBezTo>
                <a:cubicBezTo>
                  <a:pt x="181" y="252"/>
                  <a:pt x="179" y="245"/>
                  <a:pt x="175" y="239"/>
                </a:cubicBezTo>
                <a:cubicBezTo>
                  <a:pt x="172" y="234"/>
                  <a:pt x="166" y="230"/>
                  <a:pt x="158" y="228"/>
                </a:cubicBezTo>
                <a:cubicBezTo>
                  <a:pt x="158" y="228"/>
                  <a:pt x="158" y="228"/>
                  <a:pt x="158" y="228"/>
                </a:cubicBezTo>
                <a:cubicBezTo>
                  <a:pt x="163" y="226"/>
                  <a:pt x="167" y="222"/>
                  <a:pt x="171" y="218"/>
                </a:cubicBezTo>
                <a:cubicBezTo>
                  <a:pt x="174" y="213"/>
                  <a:pt x="176" y="208"/>
                  <a:pt x="176" y="202"/>
                </a:cubicBezTo>
                <a:cubicBezTo>
                  <a:pt x="176" y="196"/>
                  <a:pt x="175" y="191"/>
                  <a:pt x="173" y="187"/>
                </a:cubicBezTo>
                <a:cubicBezTo>
                  <a:pt x="171" y="182"/>
                  <a:pt x="168" y="179"/>
                  <a:pt x="165" y="176"/>
                </a:cubicBezTo>
                <a:cubicBezTo>
                  <a:pt x="161" y="173"/>
                  <a:pt x="157" y="171"/>
                  <a:pt x="153" y="170"/>
                </a:cubicBezTo>
                <a:cubicBezTo>
                  <a:pt x="148" y="168"/>
                  <a:pt x="143" y="168"/>
                  <a:pt x="137" y="168"/>
                </a:cubicBezTo>
                <a:cubicBezTo>
                  <a:pt x="131" y="168"/>
                  <a:pt x="126" y="169"/>
                  <a:pt x="121" y="171"/>
                </a:cubicBezTo>
                <a:cubicBezTo>
                  <a:pt x="116" y="173"/>
                  <a:pt x="112" y="176"/>
                  <a:pt x="109" y="179"/>
                </a:cubicBezTo>
                <a:cubicBezTo>
                  <a:pt x="106" y="183"/>
                  <a:pt x="103" y="187"/>
                  <a:pt x="102" y="192"/>
                </a:cubicBezTo>
                <a:cubicBezTo>
                  <a:pt x="100" y="197"/>
                  <a:pt x="99" y="203"/>
                  <a:pt x="99" y="209"/>
                </a:cubicBezTo>
                <a:cubicBezTo>
                  <a:pt x="114" y="209"/>
                  <a:pt x="114" y="209"/>
                  <a:pt x="114" y="209"/>
                </a:cubicBezTo>
                <a:cubicBezTo>
                  <a:pt x="114" y="205"/>
                  <a:pt x="114" y="202"/>
                  <a:pt x="115" y="199"/>
                </a:cubicBezTo>
                <a:cubicBezTo>
                  <a:pt x="116" y="195"/>
                  <a:pt x="118" y="192"/>
                  <a:pt x="120" y="190"/>
                </a:cubicBezTo>
                <a:cubicBezTo>
                  <a:pt x="121" y="187"/>
                  <a:pt x="124" y="185"/>
                  <a:pt x="127" y="184"/>
                </a:cubicBezTo>
                <a:cubicBezTo>
                  <a:pt x="130" y="182"/>
                  <a:pt x="133" y="181"/>
                  <a:pt x="137" y="181"/>
                </a:cubicBezTo>
                <a:cubicBezTo>
                  <a:pt x="144" y="181"/>
                  <a:pt x="149" y="183"/>
                  <a:pt x="153" y="186"/>
                </a:cubicBezTo>
                <a:cubicBezTo>
                  <a:pt x="158" y="190"/>
                  <a:pt x="160" y="195"/>
                  <a:pt x="160" y="202"/>
                </a:cubicBezTo>
                <a:cubicBezTo>
                  <a:pt x="160" y="205"/>
                  <a:pt x="159" y="208"/>
                  <a:pt x="158" y="211"/>
                </a:cubicBezTo>
                <a:cubicBezTo>
                  <a:pt x="156" y="214"/>
                  <a:pt x="155" y="216"/>
                  <a:pt x="153" y="218"/>
                </a:cubicBezTo>
                <a:cubicBezTo>
                  <a:pt x="150" y="219"/>
                  <a:pt x="148" y="221"/>
                  <a:pt x="145" y="222"/>
                </a:cubicBezTo>
                <a:cubicBezTo>
                  <a:pt x="142" y="223"/>
                  <a:pt x="139" y="223"/>
                  <a:pt x="136" y="223"/>
                </a:cubicBezTo>
                <a:cubicBezTo>
                  <a:pt x="131" y="223"/>
                  <a:pt x="131" y="223"/>
                  <a:pt x="131" y="223"/>
                </a:cubicBezTo>
                <a:cubicBezTo>
                  <a:pt x="130" y="223"/>
                  <a:pt x="130" y="223"/>
                  <a:pt x="129" y="223"/>
                </a:cubicBezTo>
                <a:cubicBezTo>
                  <a:pt x="129" y="236"/>
                  <a:pt x="129" y="236"/>
                  <a:pt x="129" y="236"/>
                </a:cubicBezTo>
                <a:cubicBezTo>
                  <a:pt x="132" y="236"/>
                  <a:pt x="135" y="235"/>
                  <a:pt x="138" y="235"/>
                </a:cubicBezTo>
                <a:cubicBezTo>
                  <a:pt x="142" y="235"/>
                  <a:pt x="146" y="236"/>
                  <a:pt x="149" y="237"/>
                </a:cubicBezTo>
                <a:cubicBezTo>
                  <a:pt x="152" y="238"/>
                  <a:pt x="155" y="240"/>
                  <a:pt x="157" y="242"/>
                </a:cubicBezTo>
                <a:cubicBezTo>
                  <a:pt x="160" y="244"/>
                  <a:pt x="161" y="246"/>
                  <a:pt x="163" y="250"/>
                </a:cubicBezTo>
                <a:cubicBezTo>
                  <a:pt x="164" y="253"/>
                  <a:pt x="165" y="256"/>
                  <a:pt x="165" y="260"/>
                </a:cubicBezTo>
                <a:cubicBezTo>
                  <a:pt x="165" y="264"/>
                  <a:pt x="164" y="268"/>
                  <a:pt x="163" y="271"/>
                </a:cubicBezTo>
                <a:cubicBezTo>
                  <a:pt x="161" y="274"/>
                  <a:pt x="159" y="276"/>
                  <a:pt x="157" y="278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16" name="Freeform 116"/>
          <p:cNvSpPr>
            <a:spLocks noEditPoints="1"/>
          </p:cNvSpPr>
          <p:nvPr/>
        </p:nvSpPr>
        <p:spPr bwMode="auto">
          <a:xfrm>
            <a:off x="9605434" y="5319184"/>
            <a:ext cx="575733" cy="575733"/>
          </a:xfrm>
          <a:custGeom>
            <a:avLst/>
            <a:gdLst>
              <a:gd name="T0" fmla="*/ 184 w 353"/>
              <a:gd name="T1" fmla="*/ 217 h 353"/>
              <a:gd name="T2" fmla="*/ 216 w 353"/>
              <a:gd name="T3" fmla="*/ 249 h 353"/>
              <a:gd name="T4" fmla="*/ 216 w 353"/>
              <a:gd name="T5" fmla="*/ 160 h 353"/>
              <a:gd name="T6" fmla="*/ 184 w 353"/>
              <a:gd name="T7" fmla="*/ 192 h 353"/>
              <a:gd name="T8" fmla="*/ 216 w 353"/>
              <a:gd name="T9" fmla="*/ 160 h 353"/>
              <a:gd name="T10" fmla="*/ 184 w 353"/>
              <a:gd name="T11" fmla="*/ 273 h 353"/>
              <a:gd name="T12" fmla="*/ 216 w 353"/>
              <a:gd name="T13" fmla="*/ 305 h 353"/>
              <a:gd name="T14" fmla="*/ 264 w 353"/>
              <a:gd name="T15" fmla="*/ 160 h 353"/>
              <a:gd name="T16" fmla="*/ 232 w 353"/>
              <a:gd name="T17" fmla="*/ 192 h 353"/>
              <a:gd name="T18" fmla="*/ 264 w 353"/>
              <a:gd name="T19" fmla="*/ 160 h 353"/>
              <a:gd name="T20" fmla="*/ 281 w 353"/>
              <a:gd name="T21" fmla="*/ 160 h 353"/>
              <a:gd name="T22" fmla="*/ 313 w 353"/>
              <a:gd name="T23" fmla="*/ 192 h 353"/>
              <a:gd name="T24" fmla="*/ 264 w 353"/>
              <a:gd name="T25" fmla="*/ 217 h 353"/>
              <a:gd name="T26" fmla="*/ 232 w 353"/>
              <a:gd name="T27" fmla="*/ 249 h 353"/>
              <a:gd name="T28" fmla="*/ 264 w 353"/>
              <a:gd name="T29" fmla="*/ 217 h 353"/>
              <a:gd name="T30" fmla="*/ 281 w 353"/>
              <a:gd name="T31" fmla="*/ 217 h 353"/>
              <a:gd name="T32" fmla="*/ 313 w 353"/>
              <a:gd name="T33" fmla="*/ 249 h 353"/>
              <a:gd name="T34" fmla="*/ 168 w 353"/>
              <a:gd name="T35" fmla="*/ 217 h 353"/>
              <a:gd name="T36" fmla="*/ 136 w 353"/>
              <a:gd name="T37" fmla="*/ 249 h 353"/>
              <a:gd name="T38" fmla="*/ 168 w 353"/>
              <a:gd name="T39" fmla="*/ 217 h 353"/>
              <a:gd name="T40" fmla="*/ 136 w 353"/>
              <a:gd name="T41" fmla="*/ 160 h 353"/>
              <a:gd name="T42" fmla="*/ 168 w 353"/>
              <a:gd name="T43" fmla="*/ 192 h 353"/>
              <a:gd name="T44" fmla="*/ 168 w 353"/>
              <a:gd name="T45" fmla="*/ 273 h 353"/>
              <a:gd name="T46" fmla="*/ 136 w 353"/>
              <a:gd name="T47" fmla="*/ 305 h 353"/>
              <a:gd name="T48" fmla="*/ 168 w 353"/>
              <a:gd name="T49" fmla="*/ 273 h 353"/>
              <a:gd name="T50" fmla="*/ 40 w 353"/>
              <a:gd name="T51" fmla="*/ 217 h 353"/>
              <a:gd name="T52" fmla="*/ 72 w 353"/>
              <a:gd name="T53" fmla="*/ 249 h 353"/>
              <a:gd name="T54" fmla="*/ 72 w 353"/>
              <a:gd name="T55" fmla="*/ 160 h 353"/>
              <a:gd name="T56" fmla="*/ 40 w 353"/>
              <a:gd name="T57" fmla="*/ 192 h 353"/>
              <a:gd name="T58" fmla="*/ 72 w 353"/>
              <a:gd name="T59" fmla="*/ 160 h 353"/>
              <a:gd name="T60" fmla="*/ 289 w 353"/>
              <a:gd name="T61" fmla="*/ 32 h 353"/>
              <a:gd name="T62" fmla="*/ 281 w 353"/>
              <a:gd name="T63" fmla="*/ 0 h 353"/>
              <a:gd name="T64" fmla="*/ 272 w 353"/>
              <a:gd name="T65" fmla="*/ 32 h 353"/>
              <a:gd name="T66" fmla="*/ 80 w 353"/>
              <a:gd name="T67" fmla="*/ 8 h 353"/>
              <a:gd name="T68" fmla="*/ 64 w 353"/>
              <a:gd name="T69" fmla="*/ 8 h 353"/>
              <a:gd name="T70" fmla="*/ 32 w 353"/>
              <a:gd name="T71" fmla="*/ 32 h 353"/>
              <a:gd name="T72" fmla="*/ 0 w 353"/>
              <a:gd name="T73" fmla="*/ 321 h 353"/>
              <a:gd name="T74" fmla="*/ 321 w 353"/>
              <a:gd name="T75" fmla="*/ 353 h 353"/>
              <a:gd name="T76" fmla="*/ 353 w 353"/>
              <a:gd name="T77" fmla="*/ 64 h 353"/>
              <a:gd name="T78" fmla="*/ 337 w 353"/>
              <a:gd name="T79" fmla="*/ 321 h 353"/>
              <a:gd name="T80" fmla="*/ 32 w 353"/>
              <a:gd name="T81" fmla="*/ 337 h 353"/>
              <a:gd name="T82" fmla="*/ 16 w 353"/>
              <a:gd name="T83" fmla="*/ 128 h 353"/>
              <a:gd name="T84" fmla="*/ 337 w 353"/>
              <a:gd name="T85" fmla="*/ 321 h 353"/>
              <a:gd name="T86" fmla="*/ 16 w 353"/>
              <a:gd name="T87" fmla="*/ 112 h 353"/>
              <a:gd name="T88" fmla="*/ 32 w 353"/>
              <a:gd name="T89" fmla="*/ 48 h 353"/>
              <a:gd name="T90" fmla="*/ 64 w 353"/>
              <a:gd name="T91" fmla="*/ 72 h 353"/>
              <a:gd name="T92" fmla="*/ 80 w 353"/>
              <a:gd name="T93" fmla="*/ 72 h 353"/>
              <a:gd name="T94" fmla="*/ 272 w 353"/>
              <a:gd name="T95" fmla="*/ 48 h 353"/>
              <a:gd name="T96" fmla="*/ 281 w 353"/>
              <a:gd name="T97" fmla="*/ 80 h 353"/>
              <a:gd name="T98" fmla="*/ 289 w 353"/>
              <a:gd name="T99" fmla="*/ 48 h 353"/>
              <a:gd name="T100" fmla="*/ 337 w 353"/>
              <a:gd name="T101" fmla="*/ 64 h 353"/>
              <a:gd name="T102" fmla="*/ 72 w 353"/>
              <a:gd name="T103" fmla="*/ 273 h 353"/>
              <a:gd name="T104" fmla="*/ 40 w 353"/>
              <a:gd name="T105" fmla="*/ 305 h 353"/>
              <a:gd name="T106" fmla="*/ 72 w 353"/>
              <a:gd name="T107" fmla="*/ 273 h 353"/>
              <a:gd name="T108" fmla="*/ 88 w 353"/>
              <a:gd name="T109" fmla="*/ 160 h 353"/>
              <a:gd name="T110" fmla="*/ 120 w 353"/>
              <a:gd name="T111" fmla="*/ 192 h 353"/>
              <a:gd name="T112" fmla="*/ 120 w 353"/>
              <a:gd name="T113" fmla="*/ 273 h 353"/>
              <a:gd name="T114" fmla="*/ 88 w 353"/>
              <a:gd name="T115" fmla="*/ 305 h 353"/>
              <a:gd name="T116" fmla="*/ 120 w 353"/>
              <a:gd name="T117" fmla="*/ 273 h 353"/>
              <a:gd name="T118" fmla="*/ 88 w 353"/>
              <a:gd name="T119" fmla="*/ 217 h 353"/>
              <a:gd name="T120" fmla="*/ 120 w 353"/>
              <a:gd name="T121" fmla="*/ 249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353" h="353">
                <a:moveTo>
                  <a:pt x="216" y="217"/>
                </a:moveTo>
                <a:cubicBezTo>
                  <a:pt x="184" y="217"/>
                  <a:pt x="184" y="217"/>
                  <a:pt x="184" y="217"/>
                </a:cubicBezTo>
                <a:cubicBezTo>
                  <a:pt x="184" y="249"/>
                  <a:pt x="184" y="249"/>
                  <a:pt x="184" y="249"/>
                </a:cubicBezTo>
                <a:cubicBezTo>
                  <a:pt x="216" y="249"/>
                  <a:pt x="216" y="249"/>
                  <a:pt x="216" y="249"/>
                </a:cubicBezTo>
                <a:lnTo>
                  <a:pt x="216" y="217"/>
                </a:lnTo>
                <a:close/>
                <a:moveTo>
                  <a:pt x="216" y="160"/>
                </a:moveTo>
                <a:cubicBezTo>
                  <a:pt x="184" y="160"/>
                  <a:pt x="184" y="160"/>
                  <a:pt x="184" y="160"/>
                </a:cubicBezTo>
                <a:cubicBezTo>
                  <a:pt x="184" y="192"/>
                  <a:pt x="184" y="192"/>
                  <a:pt x="184" y="192"/>
                </a:cubicBezTo>
                <a:cubicBezTo>
                  <a:pt x="216" y="192"/>
                  <a:pt x="216" y="192"/>
                  <a:pt x="216" y="192"/>
                </a:cubicBezTo>
                <a:lnTo>
                  <a:pt x="216" y="160"/>
                </a:lnTo>
                <a:close/>
                <a:moveTo>
                  <a:pt x="216" y="273"/>
                </a:moveTo>
                <a:cubicBezTo>
                  <a:pt x="184" y="273"/>
                  <a:pt x="184" y="273"/>
                  <a:pt x="184" y="273"/>
                </a:cubicBezTo>
                <a:cubicBezTo>
                  <a:pt x="184" y="305"/>
                  <a:pt x="184" y="305"/>
                  <a:pt x="184" y="305"/>
                </a:cubicBezTo>
                <a:cubicBezTo>
                  <a:pt x="216" y="305"/>
                  <a:pt x="216" y="305"/>
                  <a:pt x="216" y="305"/>
                </a:cubicBezTo>
                <a:lnTo>
                  <a:pt x="216" y="273"/>
                </a:lnTo>
                <a:close/>
                <a:moveTo>
                  <a:pt x="264" y="160"/>
                </a:moveTo>
                <a:cubicBezTo>
                  <a:pt x="232" y="160"/>
                  <a:pt x="232" y="160"/>
                  <a:pt x="232" y="160"/>
                </a:cubicBezTo>
                <a:cubicBezTo>
                  <a:pt x="232" y="192"/>
                  <a:pt x="232" y="192"/>
                  <a:pt x="232" y="192"/>
                </a:cubicBezTo>
                <a:cubicBezTo>
                  <a:pt x="264" y="192"/>
                  <a:pt x="264" y="192"/>
                  <a:pt x="264" y="192"/>
                </a:cubicBezTo>
                <a:lnTo>
                  <a:pt x="264" y="160"/>
                </a:lnTo>
                <a:close/>
                <a:moveTo>
                  <a:pt x="313" y="160"/>
                </a:moveTo>
                <a:cubicBezTo>
                  <a:pt x="281" y="160"/>
                  <a:pt x="281" y="160"/>
                  <a:pt x="281" y="160"/>
                </a:cubicBezTo>
                <a:cubicBezTo>
                  <a:pt x="281" y="192"/>
                  <a:pt x="281" y="192"/>
                  <a:pt x="281" y="192"/>
                </a:cubicBezTo>
                <a:cubicBezTo>
                  <a:pt x="313" y="192"/>
                  <a:pt x="313" y="192"/>
                  <a:pt x="313" y="192"/>
                </a:cubicBezTo>
                <a:lnTo>
                  <a:pt x="313" y="160"/>
                </a:lnTo>
                <a:close/>
                <a:moveTo>
                  <a:pt x="264" y="217"/>
                </a:moveTo>
                <a:cubicBezTo>
                  <a:pt x="232" y="217"/>
                  <a:pt x="232" y="217"/>
                  <a:pt x="232" y="217"/>
                </a:cubicBezTo>
                <a:cubicBezTo>
                  <a:pt x="232" y="249"/>
                  <a:pt x="232" y="249"/>
                  <a:pt x="232" y="249"/>
                </a:cubicBezTo>
                <a:cubicBezTo>
                  <a:pt x="264" y="249"/>
                  <a:pt x="264" y="249"/>
                  <a:pt x="264" y="249"/>
                </a:cubicBezTo>
                <a:lnTo>
                  <a:pt x="264" y="217"/>
                </a:lnTo>
                <a:close/>
                <a:moveTo>
                  <a:pt x="313" y="217"/>
                </a:moveTo>
                <a:cubicBezTo>
                  <a:pt x="281" y="217"/>
                  <a:pt x="281" y="217"/>
                  <a:pt x="281" y="217"/>
                </a:cubicBezTo>
                <a:cubicBezTo>
                  <a:pt x="281" y="249"/>
                  <a:pt x="281" y="249"/>
                  <a:pt x="281" y="249"/>
                </a:cubicBezTo>
                <a:cubicBezTo>
                  <a:pt x="313" y="249"/>
                  <a:pt x="313" y="249"/>
                  <a:pt x="313" y="249"/>
                </a:cubicBezTo>
                <a:lnTo>
                  <a:pt x="313" y="217"/>
                </a:lnTo>
                <a:close/>
                <a:moveTo>
                  <a:pt x="168" y="217"/>
                </a:moveTo>
                <a:cubicBezTo>
                  <a:pt x="136" y="217"/>
                  <a:pt x="136" y="217"/>
                  <a:pt x="136" y="217"/>
                </a:cubicBezTo>
                <a:cubicBezTo>
                  <a:pt x="136" y="249"/>
                  <a:pt x="136" y="249"/>
                  <a:pt x="136" y="249"/>
                </a:cubicBezTo>
                <a:cubicBezTo>
                  <a:pt x="168" y="249"/>
                  <a:pt x="168" y="249"/>
                  <a:pt x="168" y="249"/>
                </a:cubicBezTo>
                <a:lnTo>
                  <a:pt x="168" y="217"/>
                </a:lnTo>
                <a:close/>
                <a:moveTo>
                  <a:pt x="168" y="160"/>
                </a:moveTo>
                <a:cubicBezTo>
                  <a:pt x="136" y="160"/>
                  <a:pt x="136" y="160"/>
                  <a:pt x="136" y="160"/>
                </a:cubicBezTo>
                <a:cubicBezTo>
                  <a:pt x="136" y="192"/>
                  <a:pt x="136" y="192"/>
                  <a:pt x="136" y="192"/>
                </a:cubicBezTo>
                <a:cubicBezTo>
                  <a:pt x="168" y="192"/>
                  <a:pt x="168" y="192"/>
                  <a:pt x="168" y="192"/>
                </a:cubicBezTo>
                <a:lnTo>
                  <a:pt x="168" y="160"/>
                </a:lnTo>
                <a:close/>
                <a:moveTo>
                  <a:pt x="168" y="273"/>
                </a:moveTo>
                <a:cubicBezTo>
                  <a:pt x="136" y="273"/>
                  <a:pt x="136" y="273"/>
                  <a:pt x="136" y="273"/>
                </a:cubicBezTo>
                <a:cubicBezTo>
                  <a:pt x="136" y="305"/>
                  <a:pt x="136" y="305"/>
                  <a:pt x="136" y="305"/>
                </a:cubicBezTo>
                <a:cubicBezTo>
                  <a:pt x="168" y="305"/>
                  <a:pt x="168" y="305"/>
                  <a:pt x="168" y="305"/>
                </a:cubicBezTo>
                <a:lnTo>
                  <a:pt x="168" y="273"/>
                </a:lnTo>
                <a:close/>
                <a:moveTo>
                  <a:pt x="72" y="217"/>
                </a:moveTo>
                <a:cubicBezTo>
                  <a:pt x="40" y="217"/>
                  <a:pt x="40" y="217"/>
                  <a:pt x="40" y="217"/>
                </a:cubicBezTo>
                <a:cubicBezTo>
                  <a:pt x="40" y="249"/>
                  <a:pt x="40" y="249"/>
                  <a:pt x="40" y="249"/>
                </a:cubicBezTo>
                <a:cubicBezTo>
                  <a:pt x="72" y="249"/>
                  <a:pt x="72" y="249"/>
                  <a:pt x="72" y="249"/>
                </a:cubicBezTo>
                <a:lnTo>
                  <a:pt x="72" y="217"/>
                </a:lnTo>
                <a:close/>
                <a:moveTo>
                  <a:pt x="72" y="160"/>
                </a:moveTo>
                <a:cubicBezTo>
                  <a:pt x="40" y="160"/>
                  <a:pt x="40" y="160"/>
                  <a:pt x="40" y="160"/>
                </a:cubicBezTo>
                <a:cubicBezTo>
                  <a:pt x="40" y="192"/>
                  <a:pt x="40" y="192"/>
                  <a:pt x="40" y="192"/>
                </a:cubicBezTo>
                <a:cubicBezTo>
                  <a:pt x="72" y="192"/>
                  <a:pt x="72" y="192"/>
                  <a:pt x="72" y="192"/>
                </a:cubicBezTo>
                <a:lnTo>
                  <a:pt x="72" y="160"/>
                </a:lnTo>
                <a:close/>
                <a:moveTo>
                  <a:pt x="321" y="32"/>
                </a:moveTo>
                <a:cubicBezTo>
                  <a:pt x="289" y="32"/>
                  <a:pt x="289" y="32"/>
                  <a:pt x="289" y="32"/>
                </a:cubicBezTo>
                <a:cubicBezTo>
                  <a:pt x="289" y="8"/>
                  <a:pt x="289" y="8"/>
                  <a:pt x="289" y="8"/>
                </a:cubicBezTo>
                <a:cubicBezTo>
                  <a:pt x="289" y="3"/>
                  <a:pt x="285" y="0"/>
                  <a:pt x="281" y="0"/>
                </a:cubicBezTo>
                <a:cubicBezTo>
                  <a:pt x="276" y="0"/>
                  <a:pt x="272" y="3"/>
                  <a:pt x="272" y="8"/>
                </a:cubicBezTo>
                <a:cubicBezTo>
                  <a:pt x="272" y="32"/>
                  <a:pt x="272" y="32"/>
                  <a:pt x="272" y="32"/>
                </a:cubicBezTo>
                <a:cubicBezTo>
                  <a:pt x="80" y="32"/>
                  <a:pt x="80" y="32"/>
                  <a:pt x="80" y="32"/>
                </a:cubicBezTo>
                <a:cubicBezTo>
                  <a:pt x="80" y="8"/>
                  <a:pt x="80" y="8"/>
                  <a:pt x="80" y="8"/>
                </a:cubicBezTo>
                <a:cubicBezTo>
                  <a:pt x="80" y="3"/>
                  <a:pt x="76" y="0"/>
                  <a:pt x="72" y="0"/>
                </a:cubicBezTo>
                <a:cubicBezTo>
                  <a:pt x="67" y="0"/>
                  <a:pt x="64" y="3"/>
                  <a:pt x="64" y="8"/>
                </a:cubicBezTo>
                <a:cubicBezTo>
                  <a:pt x="64" y="32"/>
                  <a:pt x="64" y="32"/>
                  <a:pt x="64" y="32"/>
                </a:cubicBezTo>
                <a:cubicBezTo>
                  <a:pt x="32" y="32"/>
                  <a:pt x="32" y="32"/>
                  <a:pt x="32" y="32"/>
                </a:cubicBezTo>
                <a:cubicBezTo>
                  <a:pt x="14" y="32"/>
                  <a:pt x="0" y="46"/>
                  <a:pt x="0" y="64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4" y="353"/>
                  <a:pt x="32" y="353"/>
                </a:cubicBezTo>
                <a:cubicBezTo>
                  <a:pt x="321" y="353"/>
                  <a:pt x="321" y="353"/>
                  <a:pt x="321" y="353"/>
                </a:cubicBezTo>
                <a:cubicBezTo>
                  <a:pt x="338" y="353"/>
                  <a:pt x="353" y="339"/>
                  <a:pt x="353" y="321"/>
                </a:cubicBezTo>
                <a:cubicBezTo>
                  <a:pt x="353" y="64"/>
                  <a:pt x="353" y="64"/>
                  <a:pt x="353" y="64"/>
                </a:cubicBezTo>
                <a:cubicBezTo>
                  <a:pt x="353" y="46"/>
                  <a:pt x="338" y="32"/>
                  <a:pt x="321" y="32"/>
                </a:cubicBezTo>
                <a:moveTo>
                  <a:pt x="337" y="321"/>
                </a:moveTo>
                <a:cubicBezTo>
                  <a:pt x="337" y="330"/>
                  <a:pt x="330" y="337"/>
                  <a:pt x="321" y="337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23" y="337"/>
                  <a:pt x="16" y="330"/>
                  <a:pt x="16" y="321"/>
                </a:cubicBezTo>
                <a:cubicBezTo>
                  <a:pt x="16" y="128"/>
                  <a:pt x="16" y="128"/>
                  <a:pt x="16" y="128"/>
                </a:cubicBezTo>
                <a:cubicBezTo>
                  <a:pt x="337" y="128"/>
                  <a:pt x="337" y="128"/>
                  <a:pt x="337" y="128"/>
                </a:cubicBezTo>
                <a:lnTo>
                  <a:pt x="337" y="321"/>
                </a:lnTo>
                <a:close/>
                <a:moveTo>
                  <a:pt x="337" y="112"/>
                </a:moveTo>
                <a:cubicBezTo>
                  <a:pt x="16" y="112"/>
                  <a:pt x="16" y="112"/>
                  <a:pt x="16" y="112"/>
                </a:cubicBezTo>
                <a:cubicBezTo>
                  <a:pt x="16" y="64"/>
                  <a:pt x="16" y="64"/>
                  <a:pt x="16" y="64"/>
                </a:cubicBezTo>
                <a:cubicBezTo>
                  <a:pt x="16" y="55"/>
                  <a:pt x="23" y="48"/>
                  <a:pt x="32" y="48"/>
                </a:cubicBezTo>
                <a:cubicBezTo>
                  <a:pt x="64" y="48"/>
                  <a:pt x="64" y="48"/>
                  <a:pt x="64" y="48"/>
                </a:cubicBezTo>
                <a:cubicBezTo>
                  <a:pt x="64" y="72"/>
                  <a:pt x="64" y="72"/>
                  <a:pt x="64" y="72"/>
                </a:cubicBezTo>
                <a:cubicBezTo>
                  <a:pt x="64" y="76"/>
                  <a:pt x="67" y="80"/>
                  <a:pt x="72" y="80"/>
                </a:cubicBezTo>
                <a:cubicBezTo>
                  <a:pt x="76" y="80"/>
                  <a:pt x="80" y="76"/>
                  <a:pt x="80" y="72"/>
                </a:cubicBezTo>
                <a:cubicBezTo>
                  <a:pt x="80" y="48"/>
                  <a:pt x="80" y="48"/>
                  <a:pt x="80" y="48"/>
                </a:cubicBezTo>
                <a:cubicBezTo>
                  <a:pt x="272" y="48"/>
                  <a:pt x="272" y="48"/>
                  <a:pt x="272" y="48"/>
                </a:cubicBezTo>
                <a:cubicBezTo>
                  <a:pt x="272" y="72"/>
                  <a:pt x="272" y="72"/>
                  <a:pt x="272" y="72"/>
                </a:cubicBezTo>
                <a:cubicBezTo>
                  <a:pt x="272" y="76"/>
                  <a:pt x="276" y="80"/>
                  <a:pt x="281" y="80"/>
                </a:cubicBezTo>
                <a:cubicBezTo>
                  <a:pt x="285" y="80"/>
                  <a:pt x="289" y="76"/>
                  <a:pt x="289" y="72"/>
                </a:cubicBezTo>
                <a:cubicBezTo>
                  <a:pt x="289" y="48"/>
                  <a:pt x="289" y="48"/>
                  <a:pt x="289" y="48"/>
                </a:cubicBezTo>
                <a:cubicBezTo>
                  <a:pt x="321" y="48"/>
                  <a:pt x="321" y="48"/>
                  <a:pt x="321" y="48"/>
                </a:cubicBezTo>
                <a:cubicBezTo>
                  <a:pt x="330" y="48"/>
                  <a:pt x="337" y="55"/>
                  <a:pt x="337" y="64"/>
                </a:cubicBezTo>
                <a:lnTo>
                  <a:pt x="337" y="112"/>
                </a:lnTo>
                <a:close/>
                <a:moveTo>
                  <a:pt x="72" y="273"/>
                </a:moveTo>
                <a:cubicBezTo>
                  <a:pt x="40" y="273"/>
                  <a:pt x="40" y="273"/>
                  <a:pt x="40" y="273"/>
                </a:cubicBezTo>
                <a:cubicBezTo>
                  <a:pt x="40" y="305"/>
                  <a:pt x="40" y="305"/>
                  <a:pt x="40" y="305"/>
                </a:cubicBezTo>
                <a:cubicBezTo>
                  <a:pt x="72" y="305"/>
                  <a:pt x="72" y="305"/>
                  <a:pt x="72" y="305"/>
                </a:cubicBezTo>
                <a:lnTo>
                  <a:pt x="72" y="273"/>
                </a:lnTo>
                <a:close/>
                <a:moveTo>
                  <a:pt x="120" y="160"/>
                </a:moveTo>
                <a:cubicBezTo>
                  <a:pt x="88" y="160"/>
                  <a:pt x="88" y="160"/>
                  <a:pt x="88" y="160"/>
                </a:cubicBezTo>
                <a:cubicBezTo>
                  <a:pt x="88" y="192"/>
                  <a:pt x="88" y="192"/>
                  <a:pt x="88" y="192"/>
                </a:cubicBezTo>
                <a:cubicBezTo>
                  <a:pt x="120" y="192"/>
                  <a:pt x="120" y="192"/>
                  <a:pt x="120" y="192"/>
                </a:cubicBezTo>
                <a:lnTo>
                  <a:pt x="120" y="160"/>
                </a:lnTo>
                <a:close/>
                <a:moveTo>
                  <a:pt x="120" y="273"/>
                </a:moveTo>
                <a:cubicBezTo>
                  <a:pt x="88" y="273"/>
                  <a:pt x="88" y="273"/>
                  <a:pt x="88" y="273"/>
                </a:cubicBezTo>
                <a:cubicBezTo>
                  <a:pt x="88" y="305"/>
                  <a:pt x="88" y="305"/>
                  <a:pt x="88" y="305"/>
                </a:cubicBezTo>
                <a:cubicBezTo>
                  <a:pt x="120" y="305"/>
                  <a:pt x="120" y="305"/>
                  <a:pt x="120" y="305"/>
                </a:cubicBezTo>
                <a:lnTo>
                  <a:pt x="120" y="273"/>
                </a:lnTo>
                <a:close/>
                <a:moveTo>
                  <a:pt x="120" y="217"/>
                </a:moveTo>
                <a:cubicBezTo>
                  <a:pt x="88" y="217"/>
                  <a:pt x="88" y="217"/>
                  <a:pt x="88" y="217"/>
                </a:cubicBezTo>
                <a:cubicBezTo>
                  <a:pt x="88" y="249"/>
                  <a:pt x="88" y="249"/>
                  <a:pt x="88" y="249"/>
                </a:cubicBezTo>
                <a:cubicBezTo>
                  <a:pt x="120" y="249"/>
                  <a:pt x="120" y="249"/>
                  <a:pt x="120" y="249"/>
                </a:cubicBezTo>
                <a:lnTo>
                  <a:pt x="120" y="21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17" name="Freeform 117"/>
          <p:cNvSpPr>
            <a:spLocks noEditPoints="1"/>
          </p:cNvSpPr>
          <p:nvPr/>
        </p:nvSpPr>
        <p:spPr bwMode="auto">
          <a:xfrm>
            <a:off x="10703984" y="5319184"/>
            <a:ext cx="575733" cy="575733"/>
          </a:xfrm>
          <a:custGeom>
            <a:avLst/>
            <a:gdLst>
              <a:gd name="T0" fmla="*/ 353 w 353"/>
              <a:gd name="T1" fmla="*/ 136 h 353"/>
              <a:gd name="T2" fmla="*/ 349 w 353"/>
              <a:gd name="T3" fmla="*/ 97 h 353"/>
              <a:gd name="T4" fmla="*/ 180 w 353"/>
              <a:gd name="T5" fmla="*/ 1 h 353"/>
              <a:gd name="T6" fmla="*/ 176 w 353"/>
              <a:gd name="T7" fmla="*/ 0 h 353"/>
              <a:gd name="T8" fmla="*/ 173 w 353"/>
              <a:gd name="T9" fmla="*/ 1 h 353"/>
              <a:gd name="T10" fmla="*/ 4 w 353"/>
              <a:gd name="T11" fmla="*/ 97 h 353"/>
              <a:gd name="T12" fmla="*/ 0 w 353"/>
              <a:gd name="T13" fmla="*/ 136 h 353"/>
              <a:gd name="T14" fmla="*/ 32 w 353"/>
              <a:gd name="T15" fmla="*/ 144 h 353"/>
              <a:gd name="T16" fmla="*/ 24 w 353"/>
              <a:gd name="T17" fmla="*/ 289 h 353"/>
              <a:gd name="T18" fmla="*/ 16 w 353"/>
              <a:gd name="T19" fmla="*/ 294 h 353"/>
              <a:gd name="T20" fmla="*/ 0 w 353"/>
              <a:gd name="T21" fmla="*/ 342 h 353"/>
              <a:gd name="T22" fmla="*/ 8 w 353"/>
              <a:gd name="T23" fmla="*/ 353 h 353"/>
              <a:gd name="T24" fmla="*/ 353 w 353"/>
              <a:gd name="T25" fmla="*/ 345 h 353"/>
              <a:gd name="T26" fmla="*/ 353 w 353"/>
              <a:gd name="T27" fmla="*/ 342 h 353"/>
              <a:gd name="T28" fmla="*/ 337 w 353"/>
              <a:gd name="T29" fmla="*/ 294 h 353"/>
              <a:gd name="T30" fmla="*/ 321 w 353"/>
              <a:gd name="T31" fmla="*/ 289 h 353"/>
              <a:gd name="T32" fmla="*/ 345 w 353"/>
              <a:gd name="T33" fmla="*/ 144 h 353"/>
              <a:gd name="T34" fmla="*/ 315 w 353"/>
              <a:gd name="T35" fmla="*/ 96 h 353"/>
              <a:gd name="T36" fmla="*/ 176 w 353"/>
              <a:gd name="T37" fmla="*/ 17 h 353"/>
              <a:gd name="T38" fmla="*/ 334 w 353"/>
              <a:gd name="T39" fmla="*/ 337 h 353"/>
              <a:gd name="T40" fmla="*/ 30 w 353"/>
              <a:gd name="T41" fmla="*/ 305 h 353"/>
              <a:gd name="T42" fmla="*/ 48 w 353"/>
              <a:gd name="T43" fmla="*/ 144 h 353"/>
              <a:gd name="T44" fmla="*/ 80 w 353"/>
              <a:gd name="T45" fmla="*/ 289 h 353"/>
              <a:gd name="T46" fmla="*/ 48 w 353"/>
              <a:gd name="T47" fmla="*/ 144 h 353"/>
              <a:gd name="T48" fmla="*/ 128 w 353"/>
              <a:gd name="T49" fmla="*/ 144 h 353"/>
              <a:gd name="T50" fmla="*/ 96 w 353"/>
              <a:gd name="T51" fmla="*/ 289 h 353"/>
              <a:gd name="T52" fmla="*/ 144 w 353"/>
              <a:gd name="T53" fmla="*/ 144 h 353"/>
              <a:gd name="T54" fmla="*/ 209 w 353"/>
              <a:gd name="T55" fmla="*/ 289 h 353"/>
              <a:gd name="T56" fmla="*/ 144 w 353"/>
              <a:gd name="T57" fmla="*/ 144 h 353"/>
              <a:gd name="T58" fmla="*/ 257 w 353"/>
              <a:gd name="T59" fmla="*/ 144 h 353"/>
              <a:gd name="T60" fmla="*/ 225 w 353"/>
              <a:gd name="T61" fmla="*/ 289 h 353"/>
              <a:gd name="T62" fmla="*/ 273 w 353"/>
              <a:gd name="T63" fmla="*/ 144 h 353"/>
              <a:gd name="T64" fmla="*/ 305 w 353"/>
              <a:gd name="T65" fmla="*/ 289 h 353"/>
              <a:gd name="T66" fmla="*/ 273 w 353"/>
              <a:gd name="T67" fmla="*/ 144 h 353"/>
              <a:gd name="T68" fmla="*/ 337 w 353"/>
              <a:gd name="T69" fmla="*/ 112 h 353"/>
              <a:gd name="T70" fmla="*/ 16 w 353"/>
              <a:gd name="T71" fmla="*/ 128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353" h="353">
                <a:moveTo>
                  <a:pt x="345" y="144"/>
                </a:moveTo>
                <a:cubicBezTo>
                  <a:pt x="350" y="144"/>
                  <a:pt x="353" y="141"/>
                  <a:pt x="353" y="136"/>
                </a:cubicBezTo>
                <a:cubicBezTo>
                  <a:pt x="353" y="104"/>
                  <a:pt x="353" y="104"/>
                  <a:pt x="353" y="104"/>
                </a:cubicBezTo>
                <a:cubicBezTo>
                  <a:pt x="353" y="101"/>
                  <a:pt x="351" y="99"/>
                  <a:pt x="349" y="97"/>
                </a:cubicBezTo>
                <a:cubicBezTo>
                  <a:pt x="349" y="97"/>
                  <a:pt x="349" y="97"/>
                  <a:pt x="349" y="97"/>
                </a:cubicBezTo>
                <a:cubicBezTo>
                  <a:pt x="180" y="1"/>
                  <a:pt x="180" y="1"/>
                  <a:pt x="180" y="1"/>
                </a:cubicBezTo>
                <a:cubicBezTo>
                  <a:pt x="180" y="1"/>
                  <a:pt x="180" y="1"/>
                  <a:pt x="180" y="1"/>
                </a:cubicBezTo>
                <a:cubicBezTo>
                  <a:pt x="179" y="0"/>
                  <a:pt x="178" y="0"/>
                  <a:pt x="176" y="0"/>
                </a:cubicBezTo>
                <a:cubicBezTo>
                  <a:pt x="175" y="0"/>
                  <a:pt x="174" y="0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4" y="97"/>
                  <a:pt x="4" y="97"/>
                  <a:pt x="4" y="97"/>
                </a:cubicBezTo>
                <a:cubicBezTo>
                  <a:pt x="4" y="97"/>
                  <a:pt x="4" y="97"/>
                  <a:pt x="4" y="97"/>
                </a:cubicBezTo>
                <a:cubicBezTo>
                  <a:pt x="2" y="99"/>
                  <a:pt x="0" y="101"/>
                  <a:pt x="0" y="104"/>
                </a:cubicBezTo>
                <a:cubicBezTo>
                  <a:pt x="0" y="136"/>
                  <a:pt x="0" y="136"/>
                  <a:pt x="0" y="136"/>
                </a:cubicBezTo>
                <a:cubicBezTo>
                  <a:pt x="0" y="141"/>
                  <a:pt x="3" y="144"/>
                  <a:pt x="8" y="144"/>
                </a:cubicBezTo>
                <a:cubicBezTo>
                  <a:pt x="32" y="144"/>
                  <a:pt x="32" y="144"/>
                  <a:pt x="32" y="144"/>
                </a:cubicBezTo>
                <a:cubicBezTo>
                  <a:pt x="32" y="289"/>
                  <a:pt x="32" y="289"/>
                  <a:pt x="32" y="289"/>
                </a:cubicBezTo>
                <a:cubicBezTo>
                  <a:pt x="24" y="289"/>
                  <a:pt x="24" y="289"/>
                  <a:pt x="24" y="289"/>
                </a:cubicBezTo>
                <a:cubicBezTo>
                  <a:pt x="20" y="289"/>
                  <a:pt x="18" y="291"/>
                  <a:pt x="16" y="294"/>
                </a:cubicBezTo>
                <a:cubicBezTo>
                  <a:pt x="16" y="294"/>
                  <a:pt x="16" y="294"/>
                  <a:pt x="16" y="294"/>
                </a:cubicBezTo>
                <a:cubicBezTo>
                  <a:pt x="0" y="342"/>
                  <a:pt x="0" y="342"/>
                  <a:pt x="0" y="342"/>
                </a:cubicBezTo>
                <a:cubicBezTo>
                  <a:pt x="0" y="342"/>
                  <a:pt x="0" y="342"/>
                  <a:pt x="0" y="342"/>
                </a:cubicBezTo>
                <a:cubicBezTo>
                  <a:pt x="0" y="343"/>
                  <a:pt x="0" y="344"/>
                  <a:pt x="0" y="345"/>
                </a:cubicBezTo>
                <a:cubicBezTo>
                  <a:pt x="0" y="349"/>
                  <a:pt x="3" y="353"/>
                  <a:pt x="8" y="353"/>
                </a:cubicBezTo>
                <a:cubicBezTo>
                  <a:pt x="345" y="353"/>
                  <a:pt x="345" y="353"/>
                  <a:pt x="345" y="353"/>
                </a:cubicBezTo>
                <a:cubicBezTo>
                  <a:pt x="350" y="353"/>
                  <a:pt x="353" y="349"/>
                  <a:pt x="353" y="345"/>
                </a:cubicBezTo>
                <a:cubicBezTo>
                  <a:pt x="353" y="344"/>
                  <a:pt x="353" y="343"/>
                  <a:pt x="353" y="342"/>
                </a:cubicBezTo>
                <a:cubicBezTo>
                  <a:pt x="353" y="342"/>
                  <a:pt x="353" y="342"/>
                  <a:pt x="353" y="342"/>
                </a:cubicBezTo>
                <a:cubicBezTo>
                  <a:pt x="337" y="294"/>
                  <a:pt x="337" y="294"/>
                  <a:pt x="337" y="294"/>
                </a:cubicBezTo>
                <a:cubicBezTo>
                  <a:pt x="337" y="294"/>
                  <a:pt x="337" y="294"/>
                  <a:pt x="337" y="294"/>
                </a:cubicBezTo>
                <a:cubicBezTo>
                  <a:pt x="335" y="291"/>
                  <a:pt x="333" y="289"/>
                  <a:pt x="329" y="289"/>
                </a:cubicBezTo>
                <a:cubicBezTo>
                  <a:pt x="321" y="289"/>
                  <a:pt x="321" y="289"/>
                  <a:pt x="321" y="289"/>
                </a:cubicBezTo>
                <a:cubicBezTo>
                  <a:pt x="321" y="144"/>
                  <a:pt x="321" y="144"/>
                  <a:pt x="321" y="144"/>
                </a:cubicBezTo>
                <a:lnTo>
                  <a:pt x="345" y="144"/>
                </a:lnTo>
                <a:close/>
                <a:moveTo>
                  <a:pt x="176" y="17"/>
                </a:moveTo>
                <a:cubicBezTo>
                  <a:pt x="315" y="96"/>
                  <a:pt x="315" y="96"/>
                  <a:pt x="315" y="96"/>
                </a:cubicBezTo>
                <a:cubicBezTo>
                  <a:pt x="38" y="96"/>
                  <a:pt x="38" y="96"/>
                  <a:pt x="38" y="96"/>
                </a:cubicBezTo>
                <a:lnTo>
                  <a:pt x="176" y="17"/>
                </a:lnTo>
                <a:close/>
                <a:moveTo>
                  <a:pt x="323" y="305"/>
                </a:moveTo>
                <a:cubicBezTo>
                  <a:pt x="334" y="337"/>
                  <a:pt x="334" y="337"/>
                  <a:pt x="334" y="337"/>
                </a:cubicBezTo>
                <a:cubicBezTo>
                  <a:pt x="19" y="337"/>
                  <a:pt x="19" y="337"/>
                  <a:pt x="19" y="337"/>
                </a:cubicBezTo>
                <a:cubicBezTo>
                  <a:pt x="30" y="305"/>
                  <a:pt x="30" y="305"/>
                  <a:pt x="30" y="305"/>
                </a:cubicBezTo>
                <a:lnTo>
                  <a:pt x="323" y="305"/>
                </a:lnTo>
                <a:close/>
                <a:moveTo>
                  <a:pt x="48" y="144"/>
                </a:moveTo>
                <a:cubicBezTo>
                  <a:pt x="80" y="144"/>
                  <a:pt x="80" y="144"/>
                  <a:pt x="80" y="144"/>
                </a:cubicBezTo>
                <a:cubicBezTo>
                  <a:pt x="80" y="289"/>
                  <a:pt x="80" y="289"/>
                  <a:pt x="80" y="289"/>
                </a:cubicBezTo>
                <a:cubicBezTo>
                  <a:pt x="48" y="289"/>
                  <a:pt x="48" y="289"/>
                  <a:pt x="48" y="289"/>
                </a:cubicBezTo>
                <a:lnTo>
                  <a:pt x="48" y="144"/>
                </a:lnTo>
                <a:close/>
                <a:moveTo>
                  <a:pt x="96" y="144"/>
                </a:moveTo>
                <a:cubicBezTo>
                  <a:pt x="128" y="144"/>
                  <a:pt x="128" y="144"/>
                  <a:pt x="128" y="144"/>
                </a:cubicBezTo>
                <a:cubicBezTo>
                  <a:pt x="128" y="289"/>
                  <a:pt x="128" y="289"/>
                  <a:pt x="128" y="289"/>
                </a:cubicBezTo>
                <a:cubicBezTo>
                  <a:pt x="96" y="289"/>
                  <a:pt x="96" y="289"/>
                  <a:pt x="96" y="289"/>
                </a:cubicBezTo>
                <a:lnTo>
                  <a:pt x="96" y="144"/>
                </a:lnTo>
                <a:close/>
                <a:moveTo>
                  <a:pt x="144" y="144"/>
                </a:moveTo>
                <a:cubicBezTo>
                  <a:pt x="209" y="144"/>
                  <a:pt x="209" y="144"/>
                  <a:pt x="209" y="144"/>
                </a:cubicBezTo>
                <a:cubicBezTo>
                  <a:pt x="209" y="289"/>
                  <a:pt x="209" y="289"/>
                  <a:pt x="209" y="289"/>
                </a:cubicBezTo>
                <a:cubicBezTo>
                  <a:pt x="144" y="289"/>
                  <a:pt x="144" y="289"/>
                  <a:pt x="144" y="289"/>
                </a:cubicBezTo>
                <a:lnTo>
                  <a:pt x="144" y="144"/>
                </a:lnTo>
                <a:close/>
                <a:moveTo>
                  <a:pt x="225" y="144"/>
                </a:moveTo>
                <a:cubicBezTo>
                  <a:pt x="257" y="144"/>
                  <a:pt x="257" y="144"/>
                  <a:pt x="257" y="144"/>
                </a:cubicBezTo>
                <a:cubicBezTo>
                  <a:pt x="257" y="289"/>
                  <a:pt x="257" y="289"/>
                  <a:pt x="257" y="289"/>
                </a:cubicBezTo>
                <a:cubicBezTo>
                  <a:pt x="225" y="289"/>
                  <a:pt x="225" y="289"/>
                  <a:pt x="225" y="289"/>
                </a:cubicBezTo>
                <a:lnTo>
                  <a:pt x="225" y="144"/>
                </a:lnTo>
                <a:close/>
                <a:moveTo>
                  <a:pt x="273" y="144"/>
                </a:moveTo>
                <a:cubicBezTo>
                  <a:pt x="305" y="144"/>
                  <a:pt x="305" y="144"/>
                  <a:pt x="305" y="144"/>
                </a:cubicBezTo>
                <a:cubicBezTo>
                  <a:pt x="305" y="289"/>
                  <a:pt x="305" y="289"/>
                  <a:pt x="305" y="289"/>
                </a:cubicBezTo>
                <a:cubicBezTo>
                  <a:pt x="273" y="289"/>
                  <a:pt x="273" y="289"/>
                  <a:pt x="273" y="289"/>
                </a:cubicBezTo>
                <a:lnTo>
                  <a:pt x="273" y="144"/>
                </a:lnTo>
                <a:close/>
                <a:moveTo>
                  <a:pt x="16" y="112"/>
                </a:moveTo>
                <a:cubicBezTo>
                  <a:pt x="337" y="112"/>
                  <a:pt x="337" y="112"/>
                  <a:pt x="337" y="112"/>
                </a:cubicBezTo>
                <a:cubicBezTo>
                  <a:pt x="337" y="128"/>
                  <a:pt x="337" y="128"/>
                  <a:pt x="337" y="128"/>
                </a:cubicBezTo>
                <a:cubicBezTo>
                  <a:pt x="16" y="128"/>
                  <a:pt x="16" y="128"/>
                  <a:pt x="16" y="128"/>
                </a:cubicBezTo>
                <a:lnTo>
                  <a:pt x="16" y="11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</p:spTree>
    <p:extLst>
      <p:ext uri="{BB962C8B-B14F-4D97-AF65-F5344CB8AC3E}">
        <p14:creationId xmlns:p14="http://schemas.microsoft.com/office/powerpoint/2010/main" val="3790306844"/>
      </p:ext>
    </p:extLst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reeform 5"/>
          <p:cNvSpPr>
            <a:spLocks noEditPoints="1"/>
          </p:cNvSpPr>
          <p:nvPr/>
        </p:nvSpPr>
        <p:spPr bwMode="auto">
          <a:xfrm>
            <a:off x="840317" y="1007534"/>
            <a:ext cx="577851" cy="472017"/>
          </a:xfrm>
          <a:custGeom>
            <a:avLst/>
            <a:gdLst>
              <a:gd name="T0" fmla="*/ 177 w 353"/>
              <a:gd name="T1" fmla="*/ 80 h 289"/>
              <a:gd name="T2" fmla="*/ 160 w 353"/>
              <a:gd name="T3" fmla="*/ 96 h 289"/>
              <a:gd name="T4" fmla="*/ 168 w 353"/>
              <a:gd name="T5" fmla="*/ 184 h 289"/>
              <a:gd name="T6" fmla="*/ 177 w 353"/>
              <a:gd name="T7" fmla="*/ 192 h 289"/>
              <a:gd name="T8" fmla="*/ 185 w 353"/>
              <a:gd name="T9" fmla="*/ 184 h 289"/>
              <a:gd name="T10" fmla="*/ 193 w 353"/>
              <a:gd name="T11" fmla="*/ 96 h 289"/>
              <a:gd name="T12" fmla="*/ 177 w 353"/>
              <a:gd name="T13" fmla="*/ 80 h 289"/>
              <a:gd name="T14" fmla="*/ 177 w 353"/>
              <a:gd name="T15" fmla="*/ 208 h 289"/>
              <a:gd name="T16" fmla="*/ 160 w 353"/>
              <a:gd name="T17" fmla="*/ 224 h 289"/>
              <a:gd name="T18" fmla="*/ 177 w 353"/>
              <a:gd name="T19" fmla="*/ 241 h 289"/>
              <a:gd name="T20" fmla="*/ 193 w 353"/>
              <a:gd name="T21" fmla="*/ 224 h 289"/>
              <a:gd name="T22" fmla="*/ 177 w 353"/>
              <a:gd name="T23" fmla="*/ 208 h 289"/>
              <a:gd name="T24" fmla="*/ 349 w 353"/>
              <a:gd name="T25" fmla="*/ 241 h 289"/>
              <a:gd name="T26" fmla="*/ 204 w 353"/>
              <a:gd name="T27" fmla="*/ 16 h 289"/>
              <a:gd name="T28" fmla="*/ 177 w 353"/>
              <a:gd name="T29" fmla="*/ 0 h 289"/>
              <a:gd name="T30" fmla="*/ 149 w 353"/>
              <a:gd name="T31" fmla="*/ 16 h 289"/>
              <a:gd name="T32" fmla="*/ 4 w 353"/>
              <a:gd name="T33" fmla="*/ 241 h 289"/>
              <a:gd name="T34" fmla="*/ 0 w 353"/>
              <a:gd name="T35" fmla="*/ 257 h 289"/>
              <a:gd name="T36" fmla="*/ 32 w 353"/>
              <a:gd name="T37" fmla="*/ 289 h 289"/>
              <a:gd name="T38" fmla="*/ 321 w 353"/>
              <a:gd name="T39" fmla="*/ 289 h 289"/>
              <a:gd name="T40" fmla="*/ 353 w 353"/>
              <a:gd name="T41" fmla="*/ 257 h 289"/>
              <a:gd name="T42" fmla="*/ 349 w 353"/>
              <a:gd name="T43" fmla="*/ 241 h 289"/>
              <a:gd name="T44" fmla="*/ 321 w 353"/>
              <a:gd name="T45" fmla="*/ 273 h 289"/>
              <a:gd name="T46" fmla="*/ 32 w 353"/>
              <a:gd name="T47" fmla="*/ 273 h 289"/>
              <a:gd name="T48" fmla="*/ 16 w 353"/>
              <a:gd name="T49" fmla="*/ 257 h 289"/>
              <a:gd name="T50" fmla="*/ 17 w 353"/>
              <a:gd name="T51" fmla="*/ 250 h 289"/>
              <a:gd name="T52" fmla="*/ 18 w 353"/>
              <a:gd name="T53" fmla="*/ 250 h 289"/>
              <a:gd name="T54" fmla="*/ 162 w 353"/>
              <a:gd name="T55" fmla="*/ 25 h 289"/>
              <a:gd name="T56" fmla="*/ 163 w 353"/>
              <a:gd name="T57" fmla="*/ 24 h 289"/>
              <a:gd name="T58" fmla="*/ 177 w 353"/>
              <a:gd name="T59" fmla="*/ 16 h 289"/>
              <a:gd name="T60" fmla="*/ 190 w 353"/>
              <a:gd name="T61" fmla="*/ 23 h 289"/>
              <a:gd name="T62" fmla="*/ 191 w 353"/>
              <a:gd name="T63" fmla="*/ 25 h 289"/>
              <a:gd name="T64" fmla="*/ 335 w 353"/>
              <a:gd name="T65" fmla="*/ 250 h 289"/>
              <a:gd name="T66" fmla="*/ 336 w 353"/>
              <a:gd name="T67" fmla="*/ 250 h 289"/>
              <a:gd name="T68" fmla="*/ 337 w 353"/>
              <a:gd name="T69" fmla="*/ 257 h 289"/>
              <a:gd name="T70" fmla="*/ 321 w 353"/>
              <a:gd name="T71" fmla="*/ 273 h 2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353" h="289">
                <a:moveTo>
                  <a:pt x="177" y="80"/>
                </a:moveTo>
                <a:cubicBezTo>
                  <a:pt x="168" y="80"/>
                  <a:pt x="160" y="87"/>
                  <a:pt x="160" y="96"/>
                </a:cubicBezTo>
                <a:cubicBezTo>
                  <a:pt x="168" y="184"/>
                  <a:pt x="168" y="184"/>
                  <a:pt x="168" y="184"/>
                </a:cubicBezTo>
                <a:cubicBezTo>
                  <a:pt x="168" y="189"/>
                  <a:pt x="172" y="192"/>
                  <a:pt x="177" y="192"/>
                </a:cubicBezTo>
                <a:cubicBezTo>
                  <a:pt x="181" y="192"/>
                  <a:pt x="185" y="189"/>
                  <a:pt x="185" y="184"/>
                </a:cubicBezTo>
                <a:cubicBezTo>
                  <a:pt x="193" y="96"/>
                  <a:pt x="193" y="96"/>
                  <a:pt x="193" y="96"/>
                </a:cubicBezTo>
                <a:cubicBezTo>
                  <a:pt x="193" y="87"/>
                  <a:pt x="185" y="80"/>
                  <a:pt x="177" y="80"/>
                </a:cubicBezTo>
                <a:moveTo>
                  <a:pt x="177" y="208"/>
                </a:moveTo>
                <a:cubicBezTo>
                  <a:pt x="168" y="208"/>
                  <a:pt x="160" y="216"/>
                  <a:pt x="160" y="224"/>
                </a:cubicBezTo>
                <a:cubicBezTo>
                  <a:pt x="160" y="233"/>
                  <a:pt x="168" y="241"/>
                  <a:pt x="177" y="241"/>
                </a:cubicBezTo>
                <a:cubicBezTo>
                  <a:pt x="185" y="241"/>
                  <a:pt x="193" y="233"/>
                  <a:pt x="193" y="224"/>
                </a:cubicBezTo>
                <a:cubicBezTo>
                  <a:pt x="193" y="216"/>
                  <a:pt x="185" y="208"/>
                  <a:pt x="177" y="208"/>
                </a:cubicBezTo>
                <a:moveTo>
                  <a:pt x="349" y="241"/>
                </a:moveTo>
                <a:cubicBezTo>
                  <a:pt x="204" y="16"/>
                  <a:pt x="204" y="16"/>
                  <a:pt x="204" y="16"/>
                </a:cubicBezTo>
                <a:cubicBezTo>
                  <a:pt x="204" y="16"/>
                  <a:pt x="197" y="0"/>
                  <a:pt x="177" y="0"/>
                </a:cubicBezTo>
                <a:cubicBezTo>
                  <a:pt x="157" y="0"/>
                  <a:pt x="149" y="16"/>
                  <a:pt x="149" y="16"/>
                </a:cubicBezTo>
                <a:cubicBezTo>
                  <a:pt x="4" y="241"/>
                  <a:pt x="4" y="241"/>
                  <a:pt x="4" y="241"/>
                </a:cubicBezTo>
                <a:cubicBezTo>
                  <a:pt x="4" y="241"/>
                  <a:pt x="0" y="246"/>
                  <a:pt x="0" y="257"/>
                </a:cubicBezTo>
                <a:cubicBezTo>
                  <a:pt x="0" y="274"/>
                  <a:pt x="14" y="289"/>
                  <a:pt x="32" y="289"/>
                </a:cubicBezTo>
                <a:cubicBezTo>
                  <a:pt x="321" y="289"/>
                  <a:pt x="321" y="289"/>
                  <a:pt x="321" y="289"/>
                </a:cubicBezTo>
                <a:cubicBezTo>
                  <a:pt x="339" y="289"/>
                  <a:pt x="353" y="274"/>
                  <a:pt x="353" y="257"/>
                </a:cubicBezTo>
                <a:cubicBezTo>
                  <a:pt x="353" y="245"/>
                  <a:pt x="349" y="241"/>
                  <a:pt x="349" y="241"/>
                </a:cubicBezTo>
                <a:moveTo>
                  <a:pt x="321" y="273"/>
                </a:moveTo>
                <a:cubicBezTo>
                  <a:pt x="32" y="273"/>
                  <a:pt x="32" y="273"/>
                  <a:pt x="32" y="273"/>
                </a:cubicBezTo>
                <a:cubicBezTo>
                  <a:pt x="23" y="273"/>
                  <a:pt x="16" y="265"/>
                  <a:pt x="16" y="257"/>
                </a:cubicBezTo>
                <a:cubicBezTo>
                  <a:pt x="16" y="253"/>
                  <a:pt x="17" y="251"/>
                  <a:pt x="17" y="250"/>
                </a:cubicBezTo>
                <a:cubicBezTo>
                  <a:pt x="17" y="250"/>
                  <a:pt x="17" y="250"/>
                  <a:pt x="18" y="250"/>
                </a:cubicBezTo>
                <a:cubicBezTo>
                  <a:pt x="162" y="25"/>
                  <a:pt x="162" y="25"/>
                  <a:pt x="162" y="25"/>
                </a:cubicBezTo>
                <a:cubicBezTo>
                  <a:pt x="162" y="24"/>
                  <a:pt x="163" y="24"/>
                  <a:pt x="163" y="24"/>
                </a:cubicBezTo>
                <a:cubicBezTo>
                  <a:pt x="163" y="23"/>
                  <a:pt x="167" y="16"/>
                  <a:pt x="177" y="16"/>
                </a:cubicBezTo>
                <a:cubicBezTo>
                  <a:pt x="186" y="16"/>
                  <a:pt x="189" y="22"/>
                  <a:pt x="190" y="23"/>
                </a:cubicBezTo>
                <a:cubicBezTo>
                  <a:pt x="190" y="24"/>
                  <a:pt x="190" y="24"/>
                  <a:pt x="191" y="25"/>
                </a:cubicBezTo>
                <a:cubicBezTo>
                  <a:pt x="335" y="250"/>
                  <a:pt x="335" y="250"/>
                  <a:pt x="335" y="250"/>
                </a:cubicBezTo>
                <a:cubicBezTo>
                  <a:pt x="336" y="250"/>
                  <a:pt x="336" y="250"/>
                  <a:pt x="336" y="250"/>
                </a:cubicBezTo>
                <a:cubicBezTo>
                  <a:pt x="336" y="251"/>
                  <a:pt x="337" y="253"/>
                  <a:pt x="337" y="257"/>
                </a:cubicBezTo>
                <a:cubicBezTo>
                  <a:pt x="337" y="265"/>
                  <a:pt x="330" y="273"/>
                  <a:pt x="321" y="273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" name="Freeform 6"/>
          <p:cNvSpPr>
            <a:spLocks noEditPoints="1"/>
          </p:cNvSpPr>
          <p:nvPr/>
        </p:nvSpPr>
        <p:spPr bwMode="auto">
          <a:xfrm>
            <a:off x="1996018" y="954617"/>
            <a:ext cx="472017" cy="577851"/>
          </a:xfrm>
          <a:custGeom>
            <a:avLst/>
            <a:gdLst>
              <a:gd name="T0" fmla="*/ 145 w 289"/>
              <a:gd name="T1" fmla="*/ 305 h 353"/>
              <a:gd name="T2" fmla="*/ 153 w 289"/>
              <a:gd name="T3" fmla="*/ 297 h 353"/>
              <a:gd name="T4" fmla="*/ 153 w 289"/>
              <a:gd name="T5" fmla="*/ 104 h 353"/>
              <a:gd name="T6" fmla="*/ 145 w 289"/>
              <a:gd name="T7" fmla="*/ 96 h 353"/>
              <a:gd name="T8" fmla="*/ 137 w 289"/>
              <a:gd name="T9" fmla="*/ 104 h 353"/>
              <a:gd name="T10" fmla="*/ 137 w 289"/>
              <a:gd name="T11" fmla="*/ 297 h 353"/>
              <a:gd name="T12" fmla="*/ 145 w 289"/>
              <a:gd name="T13" fmla="*/ 305 h 353"/>
              <a:gd name="T14" fmla="*/ 193 w 289"/>
              <a:gd name="T15" fmla="*/ 305 h 353"/>
              <a:gd name="T16" fmla="*/ 201 w 289"/>
              <a:gd name="T17" fmla="*/ 297 h 353"/>
              <a:gd name="T18" fmla="*/ 213 w 289"/>
              <a:gd name="T19" fmla="*/ 104 h 353"/>
              <a:gd name="T20" fmla="*/ 205 w 289"/>
              <a:gd name="T21" fmla="*/ 96 h 353"/>
              <a:gd name="T22" fmla="*/ 197 w 289"/>
              <a:gd name="T23" fmla="*/ 104 h 353"/>
              <a:gd name="T24" fmla="*/ 185 w 289"/>
              <a:gd name="T25" fmla="*/ 296 h 353"/>
              <a:gd name="T26" fmla="*/ 193 w 289"/>
              <a:gd name="T27" fmla="*/ 305 h 353"/>
              <a:gd name="T28" fmla="*/ 281 w 289"/>
              <a:gd name="T29" fmla="*/ 48 h 353"/>
              <a:gd name="T30" fmla="*/ 201 w 289"/>
              <a:gd name="T31" fmla="*/ 48 h 353"/>
              <a:gd name="T32" fmla="*/ 201 w 289"/>
              <a:gd name="T33" fmla="*/ 16 h 353"/>
              <a:gd name="T34" fmla="*/ 185 w 289"/>
              <a:gd name="T35" fmla="*/ 0 h 353"/>
              <a:gd name="T36" fmla="*/ 105 w 289"/>
              <a:gd name="T37" fmla="*/ 0 h 353"/>
              <a:gd name="T38" fmla="*/ 89 w 289"/>
              <a:gd name="T39" fmla="*/ 16 h 353"/>
              <a:gd name="T40" fmla="*/ 89 w 289"/>
              <a:gd name="T41" fmla="*/ 48 h 353"/>
              <a:gd name="T42" fmla="*/ 8 w 289"/>
              <a:gd name="T43" fmla="*/ 48 h 353"/>
              <a:gd name="T44" fmla="*/ 0 w 289"/>
              <a:gd name="T45" fmla="*/ 56 h 353"/>
              <a:gd name="T46" fmla="*/ 8 w 289"/>
              <a:gd name="T47" fmla="*/ 64 h 353"/>
              <a:gd name="T48" fmla="*/ 24 w 289"/>
              <a:gd name="T49" fmla="*/ 64 h 353"/>
              <a:gd name="T50" fmla="*/ 40 w 289"/>
              <a:gd name="T51" fmla="*/ 321 h 353"/>
              <a:gd name="T52" fmla="*/ 73 w 289"/>
              <a:gd name="T53" fmla="*/ 353 h 353"/>
              <a:gd name="T54" fmla="*/ 217 w 289"/>
              <a:gd name="T55" fmla="*/ 353 h 353"/>
              <a:gd name="T56" fmla="*/ 249 w 289"/>
              <a:gd name="T57" fmla="*/ 321 h 353"/>
              <a:gd name="T58" fmla="*/ 265 w 289"/>
              <a:gd name="T59" fmla="*/ 64 h 353"/>
              <a:gd name="T60" fmla="*/ 281 w 289"/>
              <a:gd name="T61" fmla="*/ 64 h 353"/>
              <a:gd name="T62" fmla="*/ 289 w 289"/>
              <a:gd name="T63" fmla="*/ 56 h 353"/>
              <a:gd name="T64" fmla="*/ 281 w 289"/>
              <a:gd name="T65" fmla="*/ 48 h 353"/>
              <a:gd name="T66" fmla="*/ 105 w 289"/>
              <a:gd name="T67" fmla="*/ 16 h 353"/>
              <a:gd name="T68" fmla="*/ 185 w 289"/>
              <a:gd name="T69" fmla="*/ 16 h 353"/>
              <a:gd name="T70" fmla="*/ 185 w 289"/>
              <a:gd name="T71" fmla="*/ 48 h 353"/>
              <a:gd name="T72" fmla="*/ 105 w 289"/>
              <a:gd name="T73" fmla="*/ 48 h 353"/>
              <a:gd name="T74" fmla="*/ 105 w 289"/>
              <a:gd name="T75" fmla="*/ 16 h 353"/>
              <a:gd name="T76" fmla="*/ 233 w 289"/>
              <a:gd name="T77" fmla="*/ 321 h 353"/>
              <a:gd name="T78" fmla="*/ 217 w 289"/>
              <a:gd name="T79" fmla="*/ 337 h 353"/>
              <a:gd name="T80" fmla="*/ 73 w 289"/>
              <a:gd name="T81" fmla="*/ 337 h 353"/>
              <a:gd name="T82" fmla="*/ 57 w 289"/>
              <a:gd name="T83" fmla="*/ 321 h 353"/>
              <a:gd name="T84" fmla="*/ 40 w 289"/>
              <a:gd name="T85" fmla="*/ 64 h 353"/>
              <a:gd name="T86" fmla="*/ 249 w 289"/>
              <a:gd name="T87" fmla="*/ 64 h 353"/>
              <a:gd name="T88" fmla="*/ 233 w 289"/>
              <a:gd name="T89" fmla="*/ 321 h 353"/>
              <a:gd name="T90" fmla="*/ 97 w 289"/>
              <a:gd name="T91" fmla="*/ 305 h 353"/>
              <a:gd name="T92" fmla="*/ 105 w 289"/>
              <a:gd name="T93" fmla="*/ 296 h 353"/>
              <a:gd name="T94" fmla="*/ 93 w 289"/>
              <a:gd name="T95" fmla="*/ 104 h 353"/>
              <a:gd name="T96" fmla="*/ 85 w 289"/>
              <a:gd name="T97" fmla="*/ 96 h 353"/>
              <a:gd name="T98" fmla="*/ 77 w 289"/>
              <a:gd name="T99" fmla="*/ 104 h 353"/>
              <a:gd name="T100" fmla="*/ 89 w 289"/>
              <a:gd name="T101" fmla="*/ 297 h 353"/>
              <a:gd name="T102" fmla="*/ 97 w 289"/>
              <a:gd name="T103" fmla="*/ 305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289" h="353">
                <a:moveTo>
                  <a:pt x="145" y="305"/>
                </a:moveTo>
                <a:cubicBezTo>
                  <a:pt x="149" y="305"/>
                  <a:pt x="153" y="301"/>
                  <a:pt x="153" y="297"/>
                </a:cubicBezTo>
                <a:cubicBezTo>
                  <a:pt x="153" y="104"/>
                  <a:pt x="153" y="104"/>
                  <a:pt x="153" y="104"/>
                </a:cubicBezTo>
                <a:cubicBezTo>
                  <a:pt x="153" y="100"/>
                  <a:pt x="149" y="96"/>
                  <a:pt x="145" y="96"/>
                </a:cubicBezTo>
                <a:cubicBezTo>
                  <a:pt x="140" y="96"/>
                  <a:pt x="137" y="100"/>
                  <a:pt x="137" y="104"/>
                </a:cubicBezTo>
                <a:cubicBezTo>
                  <a:pt x="137" y="297"/>
                  <a:pt x="137" y="297"/>
                  <a:pt x="137" y="297"/>
                </a:cubicBezTo>
                <a:cubicBezTo>
                  <a:pt x="137" y="301"/>
                  <a:pt x="140" y="305"/>
                  <a:pt x="145" y="305"/>
                </a:cubicBezTo>
                <a:moveTo>
                  <a:pt x="193" y="305"/>
                </a:moveTo>
                <a:cubicBezTo>
                  <a:pt x="197" y="305"/>
                  <a:pt x="201" y="301"/>
                  <a:pt x="201" y="297"/>
                </a:cubicBezTo>
                <a:cubicBezTo>
                  <a:pt x="213" y="104"/>
                  <a:pt x="213" y="104"/>
                  <a:pt x="213" y="104"/>
                </a:cubicBezTo>
                <a:cubicBezTo>
                  <a:pt x="213" y="100"/>
                  <a:pt x="209" y="96"/>
                  <a:pt x="205" y="96"/>
                </a:cubicBezTo>
                <a:cubicBezTo>
                  <a:pt x="201" y="96"/>
                  <a:pt x="197" y="99"/>
                  <a:pt x="197" y="104"/>
                </a:cubicBezTo>
                <a:cubicBezTo>
                  <a:pt x="185" y="296"/>
                  <a:pt x="185" y="296"/>
                  <a:pt x="185" y="296"/>
                </a:cubicBezTo>
                <a:cubicBezTo>
                  <a:pt x="185" y="301"/>
                  <a:pt x="188" y="304"/>
                  <a:pt x="193" y="305"/>
                </a:cubicBezTo>
                <a:moveTo>
                  <a:pt x="281" y="48"/>
                </a:moveTo>
                <a:cubicBezTo>
                  <a:pt x="201" y="48"/>
                  <a:pt x="201" y="48"/>
                  <a:pt x="201" y="48"/>
                </a:cubicBezTo>
                <a:cubicBezTo>
                  <a:pt x="201" y="16"/>
                  <a:pt x="201" y="16"/>
                  <a:pt x="201" y="16"/>
                </a:cubicBezTo>
                <a:cubicBezTo>
                  <a:pt x="201" y="7"/>
                  <a:pt x="194" y="0"/>
                  <a:pt x="185" y="0"/>
                </a:cubicBezTo>
                <a:cubicBezTo>
                  <a:pt x="105" y="0"/>
                  <a:pt x="105" y="0"/>
                  <a:pt x="105" y="0"/>
                </a:cubicBezTo>
                <a:cubicBezTo>
                  <a:pt x="96" y="0"/>
                  <a:pt x="89" y="7"/>
                  <a:pt x="89" y="16"/>
                </a:cubicBezTo>
                <a:cubicBezTo>
                  <a:pt x="89" y="48"/>
                  <a:pt x="89" y="48"/>
                  <a:pt x="89" y="48"/>
                </a:cubicBezTo>
                <a:cubicBezTo>
                  <a:pt x="8" y="48"/>
                  <a:pt x="8" y="48"/>
                  <a:pt x="8" y="48"/>
                </a:cubicBezTo>
                <a:cubicBezTo>
                  <a:pt x="4" y="48"/>
                  <a:pt x="0" y="51"/>
                  <a:pt x="0" y="56"/>
                </a:cubicBezTo>
                <a:cubicBezTo>
                  <a:pt x="0" y="60"/>
                  <a:pt x="4" y="64"/>
                  <a:pt x="8" y="64"/>
                </a:cubicBezTo>
                <a:cubicBezTo>
                  <a:pt x="24" y="64"/>
                  <a:pt x="24" y="64"/>
                  <a:pt x="24" y="64"/>
                </a:cubicBezTo>
                <a:cubicBezTo>
                  <a:pt x="40" y="321"/>
                  <a:pt x="40" y="321"/>
                  <a:pt x="40" y="321"/>
                </a:cubicBezTo>
                <a:cubicBezTo>
                  <a:pt x="43" y="338"/>
                  <a:pt x="55" y="353"/>
                  <a:pt x="73" y="353"/>
                </a:cubicBezTo>
                <a:cubicBezTo>
                  <a:pt x="217" y="353"/>
                  <a:pt x="217" y="353"/>
                  <a:pt x="217" y="353"/>
                </a:cubicBezTo>
                <a:cubicBezTo>
                  <a:pt x="235" y="353"/>
                  <a:pt x="246" y="338"/>
                  <a:pt x="249" y="321"/>
                </a:cubicBezTo>
                <a:cubicBezTo>
                  <a:pt x="265" y="64"/>
                  <a:pt x="265" y="64"/>
                  <a:pt x="265" y="64"/>
                </a:cubicBezTo>
                <a:cubicBezTo>
                  <a:pt x="281" y="64"/>
                  <a:pt x="281" y="64"/>
                  <a:pt x="281" y="64"/>
                </a:cubicBezTo>
                <a:cubicBezTo>
                  <a:pt x="286" y="64"/>
                  <a:pt x="289" y="60"/>
                  <a:pt x="289" y="56"/>
                </a:cubicBezTo>
                <a:cubicBezTo>
                  <a:pt x="289" y="51"/>
                  <a:pt x="286" y="48"/>
                  <a:pt x="281" y="48"/>
                </a:cubicBezTo>
                <a:moveTo>
                  <a:pt x="105" y="16"/>
                </a:moveTo>
                <a:cubicBezTo>
                  <a:pt x="185" y="16"/>
                  <a:pt x="185" y="16"/>
                  <a:pt x="185" y="16"/>
                </a:cubicBezTo>
                <a:cubicBezTo>
                  <a:pt x="185" y="48"/>
                  <a:pt x="185" y="48"/>
                  <a:pt x="185" y="48"/>
                </a:cubicBezTo>
                <a:cubicBezTo>
                  <a:pt x="105" y="48"/>
                  <a:pt x="105" y="48"/>
                  <a:pt x="105" y="48"/>
                </a:cubicBezTo>
                <a:lnTo>
                  <a:pt x="105" y="16"/>
                </a:lnTo>
                <a:close/>
                <a:moveTo>
                  <a:pt x="233" y="321"/>
                </a:moveTo>
                <a:cubicBezTo>
                  <a:pt x="232" y="329"/>
                  <a:pt x="226" y="337"/>
                  <a:pt x="217" y="337"/>
                </a:cubicBezTo>
                <a:cubicBezTo>
                  <a:pt x="73" y="337"/>
                  <a:pt x="73" y="337"/>
                  <a:pt x="73" y="337"/>
                </a:cubicBezTo>
                <a:cubicBezTo>
                  <a:pt x="64" y="337"/>
                  <a:pt x="58" y="329"/>
                  <a:pt x="57" y="321"/>
                </a:cubicBezTo>
                <a:cubicBezTo>
                  <a:pt x="40" y="64"/>
                  <a:pt x="40" y="64"/>
                  <a:pt x="40" y="64"/>
                </a:cubicBezTo>
                <a:cubicBezTo>
                  <a:pt x="249" y="64"/>
                  <a:pt x="249" y="64"/>
                  <a:pt x="249" y="64"/>
                </a:cubicBezTo>
                <a:lnTo>
                  <a:pt x="233" y="321"/>
                </a:lnTo>
                <a:close/>
                <a:moveTo>
                  <a:pt x="97" y="305"/>
                </a:moveTo>
                <a:cubicBezTo>
                  <a:pt x="101" y="304"/>
                  <a:pt x="105" y="301"/>
                  <a:pt x="105" y="296"/>
                </a:cubicBezTo>
                <a:cubicBezTo>
                  <a:pt x="93" y="104"/>
                  <a:pt x="93" y="104"/>
                  <a:pt x="93" y="104"/>
                </a:cubicBezTo>
                <a:cubicBezTo>
                  <a:pt x="93" y="99"/>
                  <a:pt x="89" y="96"/>
                  <a:pt x="85" y="96"/>
                </a:cubicBezTo>
                <a:cubicBezTo>
                  <a:pt x="80" y="96"/>
                  <a:pt x="77" y="100"/>
                  <a:pt x="77" y="104"/>
                </a:cubicBezTo>
                <a:cubicBezTo>
                  <a:pt x="89" y="297"/>
                  <a:pt x="89" y="297"/>
                  <a:pt x="89" y="297"/>
                </a:cubicBezTo>
                <a:cubicBezTo>
                  <a:pt x="89" y="301"/>
                  <a:pt x="93" y="305"/>
                  <a:pt x="97" y="305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" name="Freeform 7"/>
          <p:cNvSpPr>
            <a:spLocks noEditPoints="1"/>
          </p:cNvSpPr>
          <p:nvPr/>
        </p:nvSpPr>
        <p:spPr bwMode="auto">
          <a:xfrm>
            <a:off x="3139018" y="954617"/>
            <a:ext cx="395817" cy="577851"/>
          </a:xfrm>
          <a:custGeom>
            <a:avLst/>
            <a:gdLst>
              <a:gd name="T0" fmla="*/ 168 w 241"/>
              <a:gd name="T1" fmla="*/ 305 h 353"/>
              <a:gd name="T2" fmla="*/ 176 w 241"/>
              <a:gd name="T3" fmla="*/ 297 h 353"/>
              <a:gd name="T4" fmla="*/ 188 w 241"/>
              <a:gd name="T5" fmla="*/ 104 h 353"/>
              <a:gd name="T6" fmla="*/ 180 w 241"/>
              <a:gd name="T7" fmla="*/ 96 h 353"/>
              <a:gd name="T8" fmla="*/ 172 w 241"/>
              <a:gd name="T9" fmla="*/ 104 h 353"/>
              <a:gd name="T10" fmla="*/ 160 w 241"/>
              <a:gd name="T11" fmla="*/ 296 h 353"/>
              <a:gd name="T12" fmla="*/ 168 w 241"/>
              <a:gd name="T13" fmla="*/ 305 h 353"/>
              <a:gd name="T14" fmla="*/ 120 w 241"/>
              <a:gd name="T15" fmla="*/ 305 h 353"/>
              <a:gd name="T16" fmla="*/ 128 w 241"/>
              <a:gd name="T17" fmla="*/ 297 h 353"/>
              <a:gd name="T18" fmla="*/ 128 w 241"/>
              <a:gd name="T19" fmla="*/ 104 h 353"/>
              <a:gd name="T20" fmla="*/ 120 w 241"/>
              <a:gd name="T21" fmla="*/ 96 h 353"/>
              <a:gd name="T22" fmla="*/ 112 w 241"/>
              <a:gd name="T23" fmla="*/ 104 h 353"/>
              <a:gd name="T24" fmla="*/ 112 w 241"/>
              <a:gd name="T25" fmla="*/ 297 h 353"/>
              <a:gd name="T26" fmla="*/ 120 w 241"/>
              <a:gd name="T27" fmla="*/ 305 h 353"/>
              <a:gd name="T28" fmla="*/ 72 w 241"/>
              <a:gd name="T29" fmla="*/ 305 h 353"/>
              <a:gd name="T30" fmla="*/ 80 w 241"/>
              <a:gd name="T31" fmla="*/ 296 h 353"/>
              <a:gd name="T32" fmla="*/ 68 w 241"/>
              <a:gd name="T33" fmla="*/ 104 h 353"/>
              <a:gd name="T34" fmla="*/ 60 w 241"/>
              <a:gd name="T35" fmla="*/ 96 h 353"/>
              <a:gd name="T36" fmla="*/ 52 w 241"/>
              <a:gd name="T37" fmla="*/ 104 h 353"/>
              <a:gd name="T38" fmla="*/ 64 w 241"/>
              <a:gd name="T39" fmla="*/ 297 h 353"/>
              <a:gd name="T40" fmla="*/ 72 w 241"/>
              <a:gd name="T41" fmla="*/ 305 h 353"/>
              <a:gd name="T42" fmla="*/ 233 w 241"/>
              <a:gd name="T43" fmla="*/ 48 h 353"/>
              <a:gd name="T44" fmla="*/ 219 w 241"/>
              <a:gd name="T45" fmla="*/ 48 h 353"/>
              <a:gd name="T46" fmla="*/ 205 w 241"/>
              <a:gd name="T47" fmla="*/ 32 h 353"/>
              <a:gd name="T48" fmla="*/ 164 w 241"/>
              <a:gd name="T49" fmla="*/ 8 h 353"/>
              <a:gd name="T50" fmla="*/ 125 w 241"/>
              <a:gd name="T51" fmla="*/ 21 h 353"/>
              <a:gd name="T52" fmla="*/ 118 w 241"/>
              <a:gd name="T53" fmla="*/ 23 h 353"/>
              <a:gd name="T54" fmla="*/ 107 w 241"/>
              <a:gd name="T55" fmla="*/ 18 h 353"/>
              <a:gd name="T56" fmla="*/ 76 w 241"/>
              <a:gd name="T57" fmla="*/ 0 h 353"/>
              <a:gd name="T58" fmla="*/ 45 w 241"/>
              <a:gd name="T59" fmla="*/ 21 h 353"/>
              <a:gd name="T60" fmla="*/ 13 w 241"/>
              <a:gd name="T61" fmla="*/ 48 h 353"/>
              <a:gd name="T62" fmla="*/ 8 w 241"/>
              <a:gd name="T63" fmla="*/ 48 h 353"/>
              <a:gd name="T64" fmla="*/ 0 w 241"/>
              <a:gd name="T65" fmla="*/ 56 h 353"/>
              <a:gd name="T66" fmla="*/ 0 w 241"/>
              <a:gd name="T67" fmla="*/ 56 h 353"/>
              <a:gd name="T68" fmla="*/ 16 w 241"/>
              <a:gd name="T69" fmla="*/ 321 h 353"/>
              <a:gd name="T70" fmla="*/ 48 w 241"/>
              <a:gd name="T71" fmla="*/ 353 h 353"/>
              <a:gd name="T72" fmla="*/ 192 w 241"/>
              <a:gd name="T73" fmla="*/ 353 h 353"/>
              <a:gd name="T74" fmla="*/ 225 w 241"/>
              <a:gd name="T75" fmla="*/ 321 h 353"/>
              <a:gd name="T76" fmla="*/ 241 w 241"/>
              <a:gd name="T77" fmla="*/ 56 h 353"/>
              <a:gd name="T78" fmla="*/ 241 w 241"/>
              <a:gd name="T79" fmla="*/ 56 h 353"/>
              <a:gd name="T80" fmla="*/ 233 w 241"/>
              <a:gd name="T81" fmla="*/ 48 h 353"/>
              <a:gd name="T82" fmla="*/ 50 w 241"/>
              <a:gd name="T83" fmla="*/ 36 h 353"/>
              <a:gd name="T84" fmla="*/ 60 w 241"/>
              <a:gd name="T85" fmla="*/ 25 h 353"/>
              <a:gd name="T86" fmla="*/ 76 w 241"/>
              <a:gd name="T87" fmla="*/ 16 h 353"/>
              <a:gd name="T88" fmla="*/ 92 w 241"/>
              <a:gd name="T89" fmla="*/ 22 h 353"/>
              <a:gd name="T90" fmla="*/ 94 w 241"/>
              <a:gd name="T91" fmla="*/ 27 h 353"/>
              <a:gd name="T92" fmla="*/ 118 w 241"/>
              <a:gd name="T93" fmla="*/ 40 h 353"/>
              <a:gd name="T94" fmla="*/ 137 w 241"/>
              <a:gd name="T95" fmla="*/ 31 h 353"/>
              <a:gd name="T96" fmla="*/ 164 w 241"/>
              <a:gd name="T97" fmla="*/ 24 h 353"/>
              <a:gd name="T98" fmla="*/ 188 w 241"/>
              <a:gd name="T99" fmla="*/ 36 h 353"/>
              <a:gd name="T100" fmla="*/ 197 w 241"/>
              <a:gd name="T101" fmla="*/ 48 h 353"/>
              <a:gd name="T102" fmla="*/ 31 w 241"/>
              <a:gd name="T103" fmla="*/ 48 h 353"/>
              <a:gd name="T104" fmla="*/ 50 w 241"/>
              <a:gd name="T105" fmla="*/ 36 h 353"/>
              <a:gd name="T106" fmla="*/ 208 w 241"/>
              <a:gd name="T107" fmla="*/ 321 h 353"/>
              <a:gd name="T108" fmla="*/ 192 w 241"/>
              <a:gd name="T109" fmla="*/ 337 h 353"/>
              <a:gd name="T110" fmla="*/ 48 w 241"/>
              <a:gd name="T111" fmla="*/ 337 h 353"/>
              <a:gd name="T112" fmla="*/ 32 w 241"/>
              <a:gd name="T113" fmla="*/ 321 h 353"/>
              <a:gd name="T114" fmla="*/ 16 w 241"/>
              <a:gd name="T115" fmla="*/ 64 h 353"/>
              <a:gd name="T116" fmla="*/ 224 w 241"/>
              <a:gd name="T117" fmla="*/ 64 h 353"/>
              <a:gd name="T118" fmla="*/ 208 w 241"/>
              <a:gd name="T119" fmla="*/ 321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241" h="353">
                <a:moveTo>
                  <a:pt x="168" y="305"/>
                </a:moveTo>
                <a:cubicBezTo>
                  <a:pt x="173" y="305"/>
                  <a:pt x="176" y="301"/>
                  <a:pt x="176" y="297"/>
                </a:cubicBezTo>
                <a:cubicBezTo>
                  <a:pt x="188" y="104"/>
                  <a:pt x="188" y="104"/>
                  <a:pt x="188" y="104"/>
                </a:cubicBezTo>
                <a:cubicBezTo>
                  <a:pt x="188" y="100"/>
                  <a:pt x="185" y="96"/>
                  <a:pt x="180" y="96"/>
                </a:cubicBezTo>
                <a:cubicBezTo>
                  <a:pt x="176" y="96"/>
                  <a:pt x="172" y="99"/>
                  <a:pt x="172" y="104"/>
                </a:cubicBezTo>
                <a:cubicBezTo>
                  <a:pt x="160" y="296"/>
                  <a:pt x="160" y="296"/>
                  <a:pt x="160" y="296"/>
                </a:cubicBezTo>
                <a:cubicBezTo>
                  <a:pt x="160" y="301"/>
                  <a:pt x="164" y="304"/>
                  <a:pt x="168" y="305"/>
                </a:cubicBezTo>
                <a:moveTo>
                  <a:pt x="120" y="305"/>
                </a:moveTo>
                <a:cubicBezTo>
                  <a:pt x="125" y="305"/>
                  <a:pt x="128" y="301"/>
                  <a:pt x="128" y="297"/>
                </a:cubicBezTo>
                <a:cubicBezTo>
                  <a:pt x="128" y="104"/>
                  <a:pt x="128" y="104"/>
                  <a:pt x="128" y="104"/>
                </a:cubicBezTo>
                <a:cubicBezTo>
                  <a:pt x="128" y="100"/>
                  <a:pt x="125" y="96"/>
                  <a:pt x="120" y="96"/>
                </a:cubicBezTo>
                <a:cubicBezTo>
                  <a:pt x="116" y="96"/>
                  <a:pt x="112" y="100"/>
                  <a:pt x="112" y="104"/>
                </a:cubicBezTo>
                <a:cubicBezTo>
                  <a:pt x="112" y="297"/>
                  <a:pt x="112" y="297"/>
                  <a:pt x="112" y="297"/>
                </a:cubicBezTo>
                <a:cubicBezTo>
                  <a:pt x="112" y="301"/>
                  <a:pt x="116" y="305"/>
                  <a:pt x="120" y="305"/>
                </a:cubicBezTo>
                <a:moveTo>
                  <a:pt x="72" y="305"/>
                </a:moveTo>
                <a:cubicBezTo>
                  <a:pt x="77" y="304"/>
                  <a:pt x="80" y="301"/>
                  <a:pt x="80" y="296"/>
                </a:cubicBezTo>
                <a:cubicBezTo>
                  <a:pt x="68" y="104"/>
                  <a:pt x="68" y="104"/>
                  <a:pt x="68" y="104"/>
                </a:cubicBezTo>
                <a:cubicBezTo>
                  <a:pt x="68" y="99"/>
                  <a:pt x="64" y="96"/>
                  <a:pt x="60" y="96"/>
                </a:cubicBezTo>
                <a:cubicBezTo>
                  <a:pt x="55" y="96"/>
                  <a:pt x="52" y="100"/>
                  <a:pt x="52" y="104"/>
                </a:cubicBezTo>
                <a:cubicBezTo>
                  <a:pt x="64" y="297"/>
                  <a:pt x="64" y="297"/>
                  <a:pt x="64" y="297"/>
                </a:cubicBezTo>
                <a:cubicBezTo>
                  <a:pt x="64" y="301"/>
                  <a:pt x="68" y="305"/>
                  <a:pt x="72" y="305"/>
                </a:cubicBezTo>
                <a:moveTo>
                  <a:pt x="233" y="48"/>
                </a:moveTo>
                <a:cubicBezTo>
                  <a:pt x="219" y="48"/>
                  <a:pt x="219" y="48"/>
                  <a:pt x="219" y="48"/>
                </a:cubicBezTo>
                <a:cubicBezTo>
                  <a:pt x="214" y="44"/>
                  <a:pt x="209" y="39"/>
                  <a:pt x="205" y="32"/>
                </a:cubicBezTo>
                <a:cubicBezTo>
                  <a:pt x="198" y="20"/>
                  <a:pt x="186" y="8"/>
                  <a:pt x="164" y="8"/>
                </a:cubicBezTo>
                <a:cubicBezTo>
                  <a:pt x="145" y="8"/>
                  <a:pt x="132" y="13"/>
                  <a:pt x="125" y="21"/>
                </a:cubicBezTo>
                <a:cubicBezTo>
                  <a:pt x="123" y="22"/>
                  <a:pt x="121" y="23"/>
                  <a:pt x="118" y="23"/>
                </a:cubicBezTo>
                <a:cubicBezTo>
                  <a:pt x="114" y="23"/>
                  <a:pt x="110" y="22"/>
                  <a:pt x="107" y="18"/>
                </a:cubicBezTo>
                <a:cubicBezTo>
                  <a:pt x="104" y="6"/>
                  <a:pt x="91" y="0"/>
                  <a:pt x="76" y="0"/>
                </a:cubicBezTo>
                <a:cubicBezTo>
                  <a:pt x="61" y="0"/>
                  <a:pt x="48" y="9"/>
                  <a:pt x="45" y="21"/>
                </a:cubicBezTo>
                <a:cubicBezTo>
                  <a:pt x="29" y="26"/>
                  <a:pt x="17" y="36"/>
                  <a:pt x="13" y="48"/>
                </a:cubicBezTo>
                <a:cubicBezTo>
                  <a:pt x="8" y="48"/>
                  <a:pt x="8" y="48"/>
                  <a:pt x="8" y="48"/>
                </a:cubicBezTo>
                <a:cubicBezTo>
                  <a:pt x="3" y="48"/>
                  <a:pt x="0" y="51"/>
                  <a:pt x="0" y="56"/>
                </a:cubicBezTo>
                <a:cubicBezTo>
                  <a:pt x="0" y="56"/>
                  <a:pt x="0" y="56"/>
                  <a:pt x="0" y="56"/>
                </a:cubicBezTo>
                <a:cubicBezTo>
                  <a:pt x="16" y="321"/>
                  <a:pt x="16" y="321"/>
                  <a:pt x="16" y="321"/>
                </a:cubicBezTo>
                <a:cubicBezTo>
                  <a:pt x="18" y="338"/>
                  <a:pt x="30" y="353"/>
                  <a:pt x="48" y="353"/>
                </a:cubicBezTo>
                <a:cubicBezTo>
                  <a:pt x="192" y="353"/>
                  <a:pt x="192" y="353"/>
                  <a:pt x="192" y="353"/>
                </a:cubicBezTo>
                <a:cubicBezTo>
                  <a:pt x="210" y="353"/>
                  <a:pt x="222" y="338"/>
                  <a:pt x="225" y="321"/>
                </a:cubicBezTo>
                <a:cubicBezTo>
                  <a:pt x="241" y="56"/>
                  <a:pt x="241" y="56"/>
                  <a:pt x="241" y="56"/>
                </a:cubicBezTo>
                <a:cubicBezTo>
                  <a:pt x="241" y="56"/>
                  <a:pt x="241" y="56"/>
                  <a:pt x="241" y="56"/>
                </a:cubicBezTo>
                <a:cubicBezTo>
                  <a:pt x="241" y="51"/>
                  <a:pt x="237" y="48"/>
                  <a:pt x="233" y="48"/>
                </a:cubicBezTo>
                <a:moveTo>
                  <a:pt x="50" y="36"/>
                </a:moveTo>
                <a:cubicBezTo>
                  <a:pt x="55" y="34"/>
                  <a:pt x="59" y="30"/>
                  <a:pt x="60" y="25"/>
                </a:cubicBezTo>
                <a:cubicBezTo>
                  <a:pt x="62" y="20"/>
                  <a:pt x="68" y="16"/>
                  <a:pt x="76" y="16"/>
                </a:cubicBezTo>
                <a:cubicBezTo>
                  <a:pt x="84" y="16"/>
                  <a:pt x="90" y="17"/>
                  <a:pt x="92" y="22"/>
                </a:cubicBezTo>
                <a:cubicBezTo>
                  <a:pt x="92" y="24"/>
                  <a:pt x="93" y="26"/>
                  <a:pt x="94" y="27"/>
                </a:cubicBezTo>
                <a:cubicBezTo>
                  <a:pt x="100" y="35"/>
                  <a:pt x="108" y="40"/>
                  <a:pt x="118" y="40"/>
                </a:cubicBezTo>
                <a:cubicBezTo>
                  <a:pt x="125" y="40"/>
                  <a:pt x="132" y="37"/>
                  <a:pt x="137" y="31"/>
                </a:cubicBezTo>
                <a:cubicBezTo>
                  <a:pt x="141" y="27"/>
                  <a:pt x="150" y="24"/>
                  <a:pt x="164" y="24"/>
                </a:cubicBezTo>
                <a:cubicBezTo>
                  <a:pt x="179" y="24"/>
                  <a:pt x="187" y="31"/>
                  <a:pt x="188" y="36"/>
                </a:cubicBezTo>
                <a:cubicBezTo>
                  <a:pt x="190" y="41"/>
                  <a:pt x="194" y="45"/>
                  <a:pt x="197" y="48"/>
                </a:cubicBezTo>
                <a:cubicBezTo>
                  <a:pt x="31" y="48"/>
                  <a:pt x="31" y="48"/>
                  <a:pt x="31" y="48"/>
                </a:cubicBezTo>
                <a:cubicBezTo>
                  <a:pt x="35" y="43"/>
                  <a:pt x="42" y="39"/>
                  <a:pt x="50" y="36"/>
                </a:cubicBezTo>
                <a:moveTo>
                  <a:pt x="208" y="321"/>
                </a:moveTo>
                <a:cubicBezTo>
                  <a:pt x="207" y="329"/>
                  <a:pt x="201" y="337"/>
                  <a:pt x="192" y="337"/>
                </a:cubicBezTo>
                <a:cubicBezTo>
                  <a:pt x="48" y="337"/>
                  <a:pt x="48" y="337"/>
                  <a:pt x="48" y="337"/>
                </a:cubicBezTo>
                <a:cubicBezTo>
                  <a:pt x="39" y="337"/>
                  <a:pt x="33" y="329"/>
                  <a:pt x="32" y="321"/>
                </a:cubicBezTo>
                <a:cubicBezTo>
                  <a:pt x="16" y="64"/>
                  <a:pt x="16" y="64"/>
                  <a:pt x="16" y="64"/>
                </a:cubicBezTo>
                <a:cubicBezTo>
                  <a:pt x="224" y="64"/>
                  <a:pt x="224" y="64"/>
                  <a:pt x="224" y="64"/>
                </a:cubicBezTo>
                <a:lnTo>
                  <a:pt x="208" y="32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" name="Freeform 8"/>
          <p:cNvSpPr>
            <a:spLocks noEditPoints="1"/>
          </p:cNvSpPr>
          <p:nvPr/>
        </p:nvSpPr>
        <p:spPr bwMode="auto">
          <a:xfrm>
            <a:off x="4150785" y="954617"/>
            <a:ext cx="579967" cy="577851"/>
          </a:xfrm>
          <a:custGeom>
            <a:avLst/>
            <a:gdLst>
              <a:gd name="T0" fmla="*/ 353 w 353"/>
              <a:gd name="T1" fmla="*/ 280 h 353"/>
              <a:gd name="T2" fmla="*/ 342 w 353"/>
              <a:gd name="T3" fmla="*/ 260 h 353"/>
              <a:gd name="T4" fmla="*/ 257 w 353"/>
              <a:gd name="T5" fmla="*/ 200 h 353"/>
              <a:gd name="T6" fmla="*/ 223 w 353"/>
              <a:gd name="T7" fmla="*/ 224 h 353"/>
              <a:gd name="T8" fmla="*/ 211 w 353"/>
              <a:gd name="T9" fmla="*/ 230 h 353"/>
              <a:gd name="T10" fmla="*/ 198 w 353"/>
              <a:gd name="T11" fmla="*/ 223 h 353"/>
              <a:gd name="T12" fmla="*/ 130 w 353"/>
              <a:gd name="T13" fmla="*/ 155 h 353"/>
              <a:gd name="T14" fmla="*/ 129 w 353"/>
              <a:gd name="T15" fmla="*/ 129 h 353"/>
              <a:gd name="T16" fmla="*/ 147 w 353"/>
              <a:gd name="T17" fmla="*/ 110 h 353"/>
              <a:gd name="T18" fmla="*/ 145 w 353"/>
              <a:gd name="T19" fmla="*/ 79 h 353"/>
              <a:gd name="T20" fmla="*/ 89 w 353"/>
              <a:gd name="T21" fmla="*/ 7 h 353"/>
              <a:gd name="T22" fmla="*/ 0 w 353"/>
              <a:gd name="T23" fmla="*/ 84 h 353"/>
              <a:gd name="T24" fmla="*/ 8 w 353"/>
              <a:gd name="T25" fmla="*/ 120 h 353"/>
              <a:gd name="T26" fmla="*/ 233 w 353"/>
              <a:gd name="T27" fmla="*/ 345 h 353"/>
              <a:gd name="T28" fmla="*/ 353 w 353"/>
              <a:gd name="T29" fmla="*/ 281 h 353"/>
              <a:gd name="T30" fmla="*/ 269 w 353"/>
              <a:gd name="T31" fmla="*/ 337 h 353"/>
              <a:gd name="T32" fmla="*/ 237 w 353"/>
              <a:gd name="T33" fmla="*/ 329 h 353"/>
              <a:gd name="T34" fmla="*/ 22 w 353"/>
              <a:gd name="T35" fmla="*/ 113 h 353"/>
              <a:gd name="T36" fmla="*/ 72 w 353"/>
              <a:gd name="T37" fmla="*/ 16 h 353"/>
              <a:gd name="T38" fmla="*/ 79 w 353"/>
              <a:gd name="T39" fmla="*/ 19 h 353"/>
              <a:gd name="T40" fmla="*/ 133 w 353"/>
              <a:gd name="T41" fmla="*/ 89 h 353"/>
              <a:gd name="T42" fmla="*/ 136 w 353"/>
              <a:gd name="T43" fmla="*/ 96 h 353"/>
              <a:gd name="T44" fmla="*/ 117 w 353"/>
              <a:gd name="T45" fmla="*/ 118 h 353"/>
              <a:gd name="T46" fmla="*/ 107 w 353"/>
              <a:gd name="T47" fmla="*/ 141 h 353"/>
              <a:gd name="T48" fmla="*/ 116 w 353"/>
              <a:gd name="T49" fmla="*/ 164 h 353"/>
              <a:gd name="T50" fmla="*/ 189 w 353"/>
              <a:gd name="T51" fmla="*/ 237 h 353"/>
              <a:gd name="T52" fmla="*/ 234 w 353"/>
              <a:gd name="T53" fmla="*/ 236 h 353"/>
              <a:gd name="T54" fmla="*/ 253 w 353"/>
              <a:gd name="T55" fmla="*/ 217 h 353"/>
              <a:gd name="T56" fmla="*/ 262 w 353"/>
              <a:gd name="T57" fmla="*/ 219 h 353"/>
              <a:gd name="T58" fmla="*/ 332 w 353"/>
              <a:gd name="T59" fmla="*/ 273 h 353"/>
              <a:gd name="T60" fmla="*/ 334 w 353"/>
              <a:gd name="T61" fmla="*/ 275 h 353"/>
              <a:gd name="T62" fmla="*/ 337 w 353"/>
              <a:gd name="T63" fmla="*/ 282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353" h="353">
                <a:moveTo>
                  <a:pt x="353" y="280"/>
                </a:moveTo>
                <a:cubicBezTo>
                  <a:pt x="353" y="280"/>
                  <a:pt x="353" y="280"/>
                  <a:pt x="353" y="280"/>
                </a:cubicBezTo>
                <a:cubicBezTo>
                  <a:pt x="353" y="274"/>
                  <a:pt x="350" y="268"/>
                  <a:pt x="346" y="263"/>
                </a:cubicBezTo>
                <a:cubicBezTo>
                  <a:pt x="345" y="262"/>
                  <a:pt x="343" y="261"/>
                  <a:pt x="342" y="260"/>
                </a:cubicBezTo>
                <a:cubicBezTo>
                  <a:pt x="274" y="207"/>
                  <a:pt x="274" y="207"/>
                  <a:pt x="274" y="207"/>
                </a:cubicBezTo>
                <a:cubicBezTo>
                  <a:pt x="269" y="203"/>
                  <a:pt x="263" y="200"/>
                  <a:pt x="257" y="200"/>
                </a:cubicBezTo>
                <a:cubicBezTo>
                  <a:pt x="251" y="200"/>
                  <a:pt x="246" y="202"/>
                  <a:pt x="242" y="205"/>
                </a:cubicBezTo>
                <a:cubicBezTo>
                  <a:pt x="223" y="224"/>
                  <a:pt x="223" y="224"/>
                  <a:pt x="223" y="224"/>
                </a:cubicBezTo>
                <a:cubicBezTo>
                  <a:pt x="223" y="224"/>
                  <a:pt x="223" y="224"/>
                  <a:pt x="223" y="224"/>
                </a:cubicBezTo>
                <a:cubicBezTo>
                  <a:pt x="220" y="227"/>
                  <a:pt x="216" y="230"/>
                  <a:pt x="211" y="230"/>
                </a:cubicBezTo>
                <a:cubicBezTo>
                  <a:pt x="206" y="230"/>
                  <a:pt x="201" y="227"/>
                  <a:pt x="198" y="223"/>
                </a:cubicBezTo>
                <a:cubicBezTo>
                  <a:pt x="198" y="223"/>
                  <a:pt x="198" y="223"/>
                  <a:pt x="198" y="223"/>
                </a:cubicBezTo>
                <a:cubicBezTo>
                  <a:pt x="172" y="204"/>
                  <a:pt x="148" y="181"/>
                  <a:pt x="129" y="155"/>
                </a:cubicBezTo>
                <a:cubicBezTo>
                  <a:pt x="129" y="155"/>
                  <a:pt x="130" y="155"/>
                  <a:pt x="130" y="155"/>
                </a:cubicBezTo>
                <a:cubicBezTo>
                  <a:pt x="126" y="152"/>
                  <a:pt x="123" y="147"/>
                  <a:pt x="123" y="141"/>
                </a:cubicBezTo>
                <a:cubicBezTo>
                  <a:pt x="123" y="136"/>
                  <a:pt x="125" y="132"/>
                  <a:pt x="129" y="129"/>
                </a:cubicBezTo>
                <a:cubicBezTo>
                  <a:pt x="129" y="129"/>
                  <a:pt x="129" y="129"/>
                  <a:pt x="129" y="129"/>
                </a:cubicBezTo>
                <a:cubicBezTo>
                  <a:pt x="147" y="110"/>
                  <a:pt x="147" y="110"/>
                  <a:pt x="147" y="110"/>
                </a:cubicBezTo>
                <a:cubicBezTo>
                  <a:pt x="150" y="106"/>
                  <a:pt x="152" y="101"/>
                  <a:pt x="152" y="96"/>
                </a:cubicBezTo>
                <a:cubicBezTo>
                  <a:pt x="152" y="89"/>
                  <a:pt x="150" y="83"/>
                  <a:pt x="145" y="79"/>
                </a:cubicBezTo>
                <a:cubicBezTo>
                  <a:pt x="92" y="11"/>
                  <a:pt x="92" y="11"/>
                  <a:pt x="92" y="11"/>
                </a:cubicBezTo>
                <a:cubicBezTo>
                  <a:pt x="91" y="9"/>
                  <a:pt x="90" y="8"/>
                  <a:pt x="89" y="7"/>
                </a:cubicBezTo>
                <a:cubicBezTo>
                  <a:pt x="85" y="2"/>
                  <a:pt x="79" y="0"/>
                  <a:pt x="72" y="0"/>
                </a:cubicBezTo>
                <a:cubicBezTo>
                  <a:pt x="40" y="0"/>
                  <a:pt x="0" y="37"/>
                  <a:pt x="0" y="84"/>
                </a:cubicBezTo>
                <a:cubicBezTo>
                  <a:pt x="0" y="97"/>
                  <a:pt x="3" y="109"/>
                  <a:pt x="8" y="120"/>
                </a:cubicBezTo>
                <a:cubicBezTo>
                  <a:pt x="8" y="120"/>
                  <a:pt x="8" y="120"/>
                  <a:pt x="8" y="120"/>
                </a:cubicBezTo>
                <a:cubicBezTo>
                  <a:pt x="56" y="216"/>
                  <a:pt x="136" y="297"/>
                  <a:pt x="232" y="345"/>
                </a:cubicBezTo>
                <a:cubicBezTo>
                  <a:pt x="233" y="345"/>
                  <a:pt x="233" y="345"/>
                  <a:pt x="233" y="345"/>
                </a:cubicBezTo>
                <a:cubicBezTo>
                  <a:pt x="244" y="350"/>
                  <a:pt x="256" y="353"/>
                  <a:pt x="269" y="353"/>
                </a:cubicBezTo>
                <a:cubicBezTo>
                  <a:pt x="315" y="353"/>
                  <a:pt x="353" y="313"/>
                  <a:pt x="353" y="281"/>
                </a:cubicBezTo>
                <a:cubicBezTo>
                  <a:pt x="353" y="281"/>
                  <a:pt x="353" y="280"/>
                  <a:pt x="353" y="280"/>
                </a:cubicBezTo>
                <a:moveTo>
                  <a:pt x="269" y="337"/>
                </a:moveTo>
                <a:cubicBezTo>
                  <a:pt x="259" y="337"/>
                  <a:pt x="249" y="335"/>
                  <a:pt x="240" y="330"/>
                </a:cubicBezTo>
                <a:cubicBezTo>
                  <a:pt x="239" y="330"/>
                  <a:pt x="238" y="329"/>
                  <a:pt x="237" y="329"/>
                </a:cubicBezTo>
                <a:cubicBezTo>
                  <a:pt x="146" y="283"/>
                  <a:pt x="70" y="207"/>
                  <a:pt x="23" y="116"/>
                </a:cubicBezTo>
                <a:cubicBezTo>
                  <a:pt x="23" y="115"/>
                  <a:pt x="23" y="114"/>
                  <a:pt x="22" y="113"/>
                </a:cubicBezTo>
                <a:cubicBezTo>
                  <a:pt x="18" y="104"/>
                  <a:pt x="16" y="94"/>
                  <a:pt x="16" y="84"/>
                </a:cubicBezTo>
                <a:cubicBezTo>
                  <a:pt x="16" y="45"/>
                  <a:pt x="50" y="16"/>
                  <a:pt x="72" y="16"/>
                </a:cubicBezTo>
                <a:cubicBezTo>
                  <a:pt x="75" y="16"/>
                  <a:pt x="77" y="17"/>
                  <a:pt x="78" y="18"/>
                </a:cubicBezTo>
                <a:cubicBezTo>
                  <a:pt x="78" y="18"/>
                  <a:pt x="78" y="19"/>
                  <a:pt x="79" y="19"/>
                </a:cubicBezTo>
                <a:cubicBezTo>
                  <a:pt x="79" y="20"/>
                  <a:pt x="79" y="20"/>
                  <a:pt x="80" y="21"/>
                </a:cubicBezTo>
                <a:cubicBezTo>
                  <a:pt x="133" y="89"/>
                  <a:pt x="133" y="89"/>
                  <a:pt x="133" y="89"/>
                </a:cubicBezTo>
                <a:cubicBezTo>
                  <a:pt x="133" y="89"/>
                  <a:pt x="133" y="90"/>
                  <a:pt x="134" y="90"/>
                </a:cubicBezTo>
                <a:cubicBezTo>
                  <a:pt x="135" y="91"/>
                  <a:pt x="136" y="93"/>
                  <a:pt x="136" y="96"/>
                </a:cubicBezTo>
                <a:cubicBezTo>
                  <a:pt x="136" y="97"/>
                  <a:pt x="136" y="99"/>
                  <a:pt x="135" y="100"/>
                </a:cubicBezTo>
                <a:cubicBezTo>
                  <a:pt x="117" y="118"/>
                  <a:pt x="117" y="118"/>
                  <a:pt x="117" y="118"/>
                </a:cubicBezTo>
                <a:cubicBezTo>
                  <a:pt x="117" y="118"/>
                  <a:pt x="117" y="118"/>
                  <a:pt x="117" y="118"/>
                </a:cubicBezTo>
                <a:cubicBezTo>
                  <a:pt x="110" y="124"/>
                  <a:pt x="107" y="132"/>
                  <a:pt x="107" y="141"/>
                </a:cubicBezTo>
                <a:cubicBezTo>
                  <a:pt x="107" y="150"/>
                  <a:pt x="110" y="158"/>
                  <a:pt x="116" y="163"/>
                </a:cubicBezTo>
                <a:cubicBezTo>
                  <a:pt x="116" y="164"/>
                  <a:pt x="116" y="164"/>
                  <a:pt x="116" y="164"/>
                </a:cubicBezTo>
                <a:cubicBezTo>
                  <a:pt x="136" y="192"/>
                  <a:pt x="160" y="216"/>
                  <a:pt x="188" y="236"/>
                </a:cubicBezTo>
                <a:cubicBezTo>
                  <a:pt x="189" y="236"/>
                  <a:pt x="189" y="236"/>
                  <a:pt x="189" y="237"/>
                </a:cubicBezTo>
                <a:cubicBezTo>
                  <a:pt x="195" y="242"/>
                  <a:pt x="203" y="246"/>
                  <a:pt x="211" y="246"/>
                </a:cubicBezTo>
                <a:cubicBezTo>
                  <a:pt x="220" y="246"/>
                  <a:pt x="228" y="242"/>
                  <a:pt x="234" y="236"/>
                </a:cubicBezTo>
                <a:cubicBezTo>
                  <a:pt x="234" y="236"/>
                  <a:pt x="234" y="236"/>
                  <a:pt x="235" y="236"/>
                </a:cubicBezTo>
                <a:cubicBezTo>
                  <a:pt x="253" y="217"/>
                  <a:pt x="253" y="217"/>
                  <a:pt x="253" y="217"/>
                </a:cubicBezTo>
                <a:cubicBezTo>
                  <a:pt x="254" y="217"/>
                  <a:pt x="255" y="216"/>
                  <a:pt x="257" y="216"/>
                </a:cubicBezTo>
                <a:cubicBezTo>
                  <a:pt x="259" y="216"/>
                  <a:pt x="261" y="218"/>
                  <a:pt x="262" y="219"/>
                </a:cubicBezTo>
                <a:cubicBezTo>
                  <a:pt x="263" y="219"/>
                  <a:pt x="263" y="219"/>
                  <a:pt x="264" y="220"/>
                </a:cubicBezTo>
                <a:cubicBezTo>
                  <a:pt x="332" y="273"/>
                  <a:pt x="332" y="273"/>
                  <a:pt x="332" y="273"/>
                </a:cubicBezTo>
                <a:cubicBezTo>
                  <a:pt x="332" y="273"/>
                  <a:pt x="333" y="273"/>
                  <a:pt x="333" y="274"/>
                </a:cubicBezTo>
                <a:cubicBezTo>
                  <a:pt x="334" y="274"/>
                  <a:pt x="334" y="275"/>
                  <a:pt x="334" y="275"/>
                </a:cubicBezTo>
                <a:cubicBezTo>
                  <a:pt x="335" y="276"/>
                  <a:pt x="337" y="278"/>
                  <a:pt x="337" y="280"/>
                </a:cubicBezTo>
                <a:cubicBezTo>
                  <a:pt x="337" y="281"/>
                  <a:pt x="337" y="281"/>
                  <a:pt x="337" y="282"/>
                </a:cubicBezTo>
                <a:cubicBezTo>
                  <a:pt x="336" y="304"/>
                  <a:pt x="307" y="337"/>
                  <a:pt x="269" y="337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" name="Freeform 9"/>
          <p:cNvSpPr>
            <a:spLocks noEditPoints="1"/>
          </p:cNvSpPr>
          <p:nvPr/>
        </p:nvSpPr>
        <p:spPr bwMode="auto">
          <a:xfrm>
            <a:off x="5255684" y="954617"/>
            <a:ext cx="577851" cy="577851"/>
          </a:xfrm>
          <a:custGeom>
            <a:avLst/>
            <a:gdLst>
              <a:gd name="T0" fmla="*/ 337 w 353"/>
              <a:gd name="T1" fmla="*/ 160 h 353"/>
              <a:gd name="T2" fmla="*/ 353 w 353"/>
              <a:gd name="T3" fmla="*/ 160 h 353"/>
              <a:gd name="T4" fmla="*/ 185 w 353"/>
              <a:gd name="T5" fmla="*/ 8 h 353"/>
              <a:gd name="T6" fmla="*/ 193 w 353"/>
              <a:gd name="T7" fmla="*/ 96 h 353"/>
              <a:gd name="T8" fmla="*/ 265 w 353"/>
              <a:gd name="T9" fmla="*/ 168 h 353"/>
              <a:gd name="T10" fmla="*/ 193 w 353"/>
              <a:gd name="T11" fmla="*/ 80 h 353"/>
              <a:gd name="T12" fmla="*/ 193 w 353"/>
              <a:gd name="T13" fmla="*/ 96 h 353"/>
              <a:gd name="T14" fmla="*/ 209 w 353"/>
              <a:gd name="T15" fmla="*/ 160 h 353"/>
              <a:gd name="T16" fmla="*/ 177 w 353"/>
              <a:gd name="T17" fmla="*/ 160 h 353"/>
              <a:gd name="T18" fmla="*/ 353 w 353"/>
              <a:gd name="T19" fmla="*/ 280 h 353"/>
              <a:gd name="T20" fmla="*/ 342 w 353"/>
              <a:gd name="T21" fmla="*/ 260 h 353"/>
              <a:gd name="T22" fmla="*/ 257 w 353"/>
              <a:gd name="T23" fmla="*/ 200 h 353"/>
              <a:gd name="T24" fmla="*/ 223 w 353"/>
              <a:gd name="T25" fmla="*/ 224 h 353"/>
              <a:gd name="T26" fmla="*/ 212 w 353"/>
              <a:gd name="T27" fmla="*/ 230 h 353"/>
              <a:gd name="T28" fmla="*/ 198 w 353"/>
              <a:gd name="T29" fmla="*/ 223 h 353"/>
              <a:gd name="T30" fmla="*/ 130 w 353"/>
              <a:gd name="T31" fmla="*/ 155 h 353"/>
              <a:gd name="T32" fmla="*/ 129 w 353"/>
              <a:gd name="T33" fmla="*/ 129 h 353"/>
              <a:gd name="T34" fmla="*/ 148 w 353"/>
              <a:gd name="T35" fmla="*/ 110 h 353"/>
              <a:gd name="T36" fmla="*/ 146 w 353"/>
              <a:gd name="T37" fmla="*/ 79 h 353"/>
              <a:gd name="T38" fmla="*/ 89 w 353"/>
              <a:gd name="T39" fmla="*/ 7 h 353"/>
              <a:gd name="T40" fmla="*/ 0 w 353"/>
              <a:gd name="T41" fmla="*/ 84 h 353"/>
              <a:gd name="T42" fmla="*/ 8 w 353"/>
              <a:gd name="T43" fmla="*/ 120 h 353"/>
              <a:gd name="T44" fmla="*/ 233 w 353"/>
              <a:gd name="T45" fmla="*/ 345 h 353"/>
              <a:gd name="T46" fmla="*/ 353 w 353"/>
              <a:gd name="T47" fmla="*/ 281 h 353"/>
              <a:gd name="T48" fmla="*/ 269 w 353"/>
              <a:gd name="T49" fmla="*/ 337 h 353"/>
              <a:gd name="T50" fmla="*/ 237 w 353"/>
              <a:gd name="T51" fmla="*/ 329 h 353"/>
              <a:gd name="T52" fmla="*/ 23 w 353"/>
              <a:gd name="T53" fmla="*/ 113 h 353"/>
              <a:gd name="T54" fmla="*/ 72 w 353"/>
              <a:gd name="T55" fmla="*/ 16 h 353"/>
              <a:gd name="T56" fmla="*/ 79 w 353"/>
              <a:gd name="T57" fmla="*/ 19 h 353"/>
              <a:gd name="T58" fmla="*/ 133 w 353"/>
              <a:gd name="T59" fmla="*/ 89 h 353"/>
              <a:gd name="T60" fmla="*/ 137 w 353"/>
              <a:gd name="T61" fmla="*/ 96 h 353"/>
              <a:gd name="T62" fmla="*/ 118 w 353"/>
              <a:gd name="T63" fmla="*/ 118 h 353"/>
              <a:gd name="T64" fmla="*/ 107 w 353"/>
              <a:gd name="T65" fmla="*/ 141 h 353"/>
              <a:gd name="T66" fmla="*/ 117 w 353"/>
              <a:gd name="T67" fmla="*/ 164 h 353"/>
              <a:gd name="T68" fmla="*/ 189 w 353"/>
              <a:gd name="T69" fmla="*/ 237 h 353"/>
              <a:gd name="T70" fmla="*/ 234 w 353"/>
              <a:gd name="T71" fmla="*/ 236 h 353"/>
              <a:gd name="T72" fmla="*/ 253 w 353"/>
              <a:gd name="T73" fmla="*/ 217 h 353"/>
              <a:gd name="T74" fmla="*/ 263 w 353"/>
              <a:gd name="T75" fmla="*/ 219 h 353"/>
              <a:gd name="T76" fmla="*/ 332 w 353"/>
              <a:gd name="T77" fmla="*/ 273 h 353"/>
              <a:gd name="T78" fmla="*/ 335 w 353"/>
              <a:gd name="T79" fmla="*/ 275 h 353"/>
              <a:gd name="T80" fmla="*/ 337 w 353"/>
              <a:gd name="T81" fmla="*/ 282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353" h="353">
                <a:moveTo>
                  <a:pt x="193" y="16"/>
                </a:moveTo>
                <a:cubicBezTo>
                  <a:pt x="273" y="16"/>
                  <a:pt x="337" y="80"/>
                  <a:pt x="337" y="160"/>
                </a:cubicBezTo>
                <a:cubicBezTo>
                  <a:pt x="337" y="165"/>
                  <a:pt x="341" y="168"/>
                  <a:pt x="345" y="168"/>
                </a:cubicBezTo>
                <a:cubicBezTo>
                  <a:pt x="350" y="168"/>
                  <a:pt x="353" y="165"/>
                  <a:pt x="353" y="160"/>
                </a:cubicBezTo>
                <a:cubicBezTo>
                  <a:pt x="353" y="71"/>
                  <a:pt x="282" y="0"/>
                  <a:pt x="193" y="0"/>
                </a:cubicBezTo>
                <a:cubicBezTo>
                  <a:pt x="188" y="0"/>
                  <a:pt x="185" y="3"/>
                  <a:pt x="185" y="8"/>
                </a:cubicBezTo>
                <a:cubicBezTo>
                  <a:pt x="185" y="12"/>
                  <a:pt x="188" y="16"/>
                  <a:pt x="193" y="16"/>
                </a:cubicBezTo>
                <a:moveTo>
                  <a:pt x="193" y="96"/>
                </a:moveTo>
                <a:cubicBezTo>
                  <a:pt x="228" y="96"/>
                  <a:pt x="257" y="125"/>
                  <a:pt x="257" y="160"/>
                </a:cubicBezTo>
                <a:cubicBezTo>
                  <a:pt x="257" y="165"/>
                  <a:pt x="261" y="168"/>
                  <a:pt x="265" y="168"/>
                </a:cubicBezTo>
                <a:cubicBezTo>
                  <a:pt x="270" y="168"/>
                  <a:pt x="273" y="165"/>
                  <a:pt x="273" y="160"/>
                </a:cubicBezTo>
                <a:cubicBezTo>
                  <a:pt x="273" y="116"/>
                  <a:pt x="237" y="80"/>
                  <a:pt x="193" y="80"/>
                </a:cubicBezTo>
                <a:cubicBezTo>
                  <a:pt x="188" y="80"/>
                  <a:pt x="185" y="83"/>
                  <a:pt x="185" y="88"/>
                </a:cubicBezTo>
                <a:cubicBezTo>
                  <a:pt x="185" y="92"/>
                  <a:pt x="188" y="96"/>
                  <a:pt x="193" y="96"/>
                </a:cubicBezTo>
                <a:moveTo>
                  <a:pt x="193" y="176"/>
                </a:moveTo>
                <a:cubicBezTo>
                  <a:pt x="202" y="176"/>
                  <a:pt x="209" y="169"/>
                  <a:pt x="209" y="160"/>
                </a:cubicBezTo>
                <a:cubicBezTo>
                  <a:pt x="209" y="151"/>
                  <a:pt x="202" y="144"/>
                  <a:pt x="193" y="144"/>
                </a:cubicBezTo>
                <a:cubicBezTo>
                  <a:pt x="184" y="144"/>
                  <a:pt x="177" y="151"/>
                  <a:pt x="177" y="160"/>
                </a:cubicBezTo>
                <a:cubicBezTo>
                  <a:pt x="177" y="169"/>
                  <a:pt x="184" y="176"/>
                  <a:pt x="193" y="176"/>
                </a:cubicBezTo>
                <a:moveTo>
                  <a:pt x="353" y="280"/>
                </a:moveTo>
                <a:cubicBezTo>
                  <a:pt x="353" y="274"/>
                  <a:pt x="351" y="268"/>
                  <a:pt x="346" y="263"/>
                </a:cubicBezTo>
                <a:cubicBezTo>
                  <a:pt x="345" y="262"/>
                  <a:pt x="343" y="261"/>
                  <a:pt x="342" y="260"/>
                </a:cubicBezTo>
                <a:cubicBezTo>
                  <a:pt x="274" y="207"/>
                  <a:pt x="274" y="207"/>
                  <a:pt x="274" y="207"/>
                </a:cubicBezTo>
                <a:cubicBezTo>
                  <a:pt x="270" y="203"/>
                  <a:pt x="264" y="200"/>
                  <a:pt x="257" y="200"/>
                </a:cubicBezTo>
                <a:cubicBezTo>
                  <a:pt x="251" y="200"/>
                  <a:pt x="246" y="202"/>
                  <a:pt x="242" y="205"/>
                </a:cubicBezTo>
                <a:cubicBezTo>
                  <a:pt x="223" y="224"/>
                  <a:pt x="223" y="224"/>
                  <a:pt x="223" y="224"/>
                </a:cubicBezTo>
                <a:cubicBezTo>
                  <a:pt x="223" y="224"/>
                  <a:pt x="223" y="224"/>
                  <a:pt x="223" y="224"/>
                </a:cubicBezTo>
                <a:cubicBezTo>
                  <a:pt x="221" y="227"/>
                  <a:pt x="216" y="230"/>
                  <a:pt x="212" y="230"/>
                </a:cubicBezTo>
                <a:cubicBezTo>
                  <a:pt x="206" y="230"/>
                  <a:pt x="201" y="227"/>
                  <a:pt x="198" y="223"/>
                </a:cubicBezTo>
                <a:cubicBezTo>
                  <a:pt x="198" y="223"/>
                  <a:pt x="198" y="223"/>
                  <a:pt x="198" y="223"/>
                </a:cubicBezTo>
                <a:cubicBezTo>
                  <a:pt x="172" y="204"/>
                  <a:pt x="149" y="181"/>
                  <a:pt x="130" y="155"/>
                </a:cubicBezTo>
                <a:cubicBezTo>
                  <a:pt x="130" y="155"/>
                  <a:pt x="130" y="155"/>
                  <a:pt x="130" y="155"/>
                </a:cubicBezTo>
                <a:cubicBezTo>
                  <a:pt x="126" y="152"/>
                  <a:pt x="123" y="147"/>
                  <a:pt x="123" y="141"/>
                </a:cubicBezTo>
                <a:cubicBezTo>
                  <a:pt x="123" y="136"/>
                  <a:pt x="125" y="132"/>
                  <a:pt x="129" y="129"/>
                </a:cubicBezTo>
                <a:cubicBezTo>
                  <a:pt x="129" y="129"/>
                  <a:pt x="129" y="129"/>
                  <a:pt x="129" y="129"/>
                </a:cubicBezTo>
                <a:cubicBezTo>
                  <a:pt x="148" y="110"/>
                  <a:pt x="148" y="110"/>
                  <a:pt x="148" y="110"/>
                </a:cubicBezTo>
                <a:cubicBezTo>
                  <a:pt x="151" y="106"/>
                  <a:pt x="153" y="101"/>
                  <a:pt x="153" y="96"/>
                </a:cubicBezTo>
                <a:cubicBezTo>
                  <a:pt x="153" y="89"/>
                  <a:pt x="150" y="83"/>
                  <a:pt x="146" y="79"/>
                </a:cubicBezTo>
                <a:cubicBezTo>
                  <a:pt x="93" y="11"/>
                  <a:pt x="93" y="11"/>
                  <a:pt x="93" y="11"/>
                </a:cubicBezTo>
                <a:cubicBezTo>
                  <a:pt x="92" y="9"/>
                  <a:pt x="91" y="8"/>
                  <a:pt x="89" y="7"/>
                </a:cubicBezTo>
                <a:cubicBezTo>
                  <a:pt x="85" y="2"/>
                  <a:pt x="79" y="0"/>
                  <a:pt x="72" y="0"/>
                </a:cubicBezTo>
                <a:cubicBezTo>
                  <a:pt x="40" y="0"/>
                  <a:pt x="0" y="37"/>
                  <a:pt x="0" y="84"/>
                </a:cubicBezTo>
                <a:cubicBezTo>
                  <a:pt x="0" y="97"/>
                  <a:pt x="3" y="109"/>
                  <a:pt x="8" y="120"/>
                </a:cubicBezTo>
                <a:cubicBezTo>
                  <a:pt x="8" y="120"/>
                  <a:pt x="8" y="120"/>
                  <a:pt x="8" y="120"/>
                </a:cubicBezTo>
                <a:cubicBezTo>
                  <a:pt x="56" y="216"/>
                  <a:pt x="137" y="297"/>
                  <a:pt x="233" y="345"/>
                </a:cubicBezTo>
                <a:cubicBezTo>
                  <a:pt x="233" y="345"/>
                  <a:pt x="233" y="345"/>
                  <a:pt x="233" y="345"/>
                </a:cubicBezTo>
                <a:cubicBezTo>
                  <a:pt x="244" y="350"/>
                  <a:pt x="256" y="353"/>
                  <a:pt x="269" y="353"/>
                </a:cubicBezTo>
                <a:cubicBezTo>
                  <a:pt x="316" y="353"/>
                  <a:pt x="353" y="313"/>
                  <a:pt x="353" y="281"/>
                </a:cubicBezTo>
                <a:cubicBezTo>
                  <a:pt x="353" y="281"/>
                  <a:pt x="353" y="280"/>
                  <a:pt x="353" y="280"/>
                </a:cubicBezTo>
                <a:close/>
                <a:moveTo>
                  <a:pt x="269" y="337"/>
                </a:moveTo>
                <a:cubicBezTo>
                  <a:pt x="259" y="337"/>
                  <a:pt x="249" y="335"/>
                  <a:pt x="240" y="330"/>
                </a:cubicBezTo>
                <a:cubicBezTo>
                  <a:pt x="239" y="330"/>
                  <a:pt x="238" y="329"/>
                  <a:pt x="237" y="329"/>
                </a:cubicBezTo>
                <a:cubicBezTo>
                  <a:pt x="146" y="283"/>
                  <a:pt x="70" y="207"/>
                  <a:pt x="24" y="116"/>
                </a:cubicBezTo>
                <a:cubicBezTo>
                  <a:pt x="24" y="115"/>
                  <a:pt x="23" y="114"/>
                  <a:pt x="23" y="113"/>
                </a:cubicBezTo>
                <a:cubicBezTo>
                  <a:pt x="18" y="104"/>
                  <a:pt x="16" y="94"/>
                  <a:pt x="16" y="84"/>
                </a:cubicBezTo>
                <a:cubicBezTo>
                  <a:pt x="16" y="45"/>
                  <a:pt x="50" y="16"/>
                  <a:pt x="72" y="16"/>
                </a:cubicBezTo>
                <a:cubicBezTo>
                  <a:pt x="75" y="16"/>
                  <a:pt x="77" y="17"/>
                  <a:pt x="78" y="18"/>
                </a:cubicBezTo>
                <a:cubicBezTo>
                  <a:pt x="78" y="18"/>
                  <a:pt x="79" y="19"/>
                  <a:pt x="79" y="19"/>
                </a:cubicBezTo>
                <a:cubicBezTo>
                  <a:pt x="79" y="20"/>
                  <a:pt x="80" y="20"/>
                  <a:pt x="80" y="21"/>
                </a:cubicBezTo>
                <a:cubicBezTo>
                  <a:pt x="133" y="89"/>
                  <a:pt x="133" y="89"/>
                  <a:pt x="133" y="89"/>
                </a:cubicBezTo>
                <a:cubicBezTo>
                  <a:pt x="133" y="89"/>
                  <a:pt x="134" y="90"/>
                  <a:pt x="134" y="90"/>
                </a:cubicBezTo>
                <a:cubicBezTo>
                  <a:pt x="135" y="91"/>
                  <a:pt x="137" y="93"/>
                  <a:pt x="137" y="96"/>
                </a:cubicBezTo>
                <a:cubicBezTo>
                  <a:pt x="137" y="97"/>
                  <a:pt x="136" y="99"/>
                  <a:pt x="135" y="100"/>
                </a:cubicBezTo>
                <a:cubicBezTo>
                  <a:pt x="118" y="118"/>
                  <a:pt x="118" y="118"/>
                  <a:pt x="118" y="118"/>
                </a:cubicBezTo>
                <a:cubicBezTo>
                  <a:pt x="117" y="118"/>
                  <a:pt x="117" y="118"/>
                  <a:pt x="117" y="118"/>
                </a:cubicBezTo>
                <a:cubicBezTo>
                  <a:pt x="111" y="124"/>
                  <a:pt x="107" y="132"/>
                  <a:pt x="107" y="141"/>
                </a:cubicBezTo>
                <a:cubicBezTo>
                  <a:pt x="107" y="150"/>
                  <a:pt x="110" y="158"/>
                  <a:pt x="116" y="163"/>
                </a:cubicBezTo>
                <a:cubicBezTo>
                  <a:pt x="116" y="164"/>
                  <a:pt x="116" y="164"/>
                  <a:pt x="117" y="164"/>
                </a:cubicBezTo>
                <a:cubicBezTo>
                  <a:pt x="136" y="192"/>
                  <a:pt x="161" y="216"/>
                  <a:pt x="189" y="236"/>
                </a:cubicBezTo>
                <a:cubicBezTo>
                  <a:pt x="189" y="236"/>
                  <a:pt x="189" y="236"/>
                  <a:pt x="189" y="237"/>
                </a:cubicBezTo>
                <a:cubicBezTo>
                  <a:pt x="195" y="242"/>
                  <a:pt x="203" y="246"/>
                  <a:pt x="212" y="246"/>
                </a:cubicBezTo>
                <a:cubicBezTo>
                  <a:pt x="220" y="246"/>
                  <a:pt x="228" y="242"/>
                  <a:pt x="234" y="236"/>
                </a:cubicBezTo>
                <a:cubicBezTo>
                  <a:pt x="234" y="236"/>
                  <a:pt x="235" y="236"/>
                  <a:pt x="235" y="236"/>
                </a:cubicBezTo>
                <a:cubicBezTo>
                  <a:pt x="253" y="217"/>
                  <a:pt x="253" y="217"/>
                  <a:pt x="253" y="217"/>
                </a:cubicBezTo>
                <a:cubicBezTo>
                  <a:pt x="254" y="217"/>
                  <a:pt x="255" y="216"/>
                  <a:pt x="257" y="216"/>
                </a:cubicBezTo>
                <a:cubicBezTo>
                  <a:pt x="260" y="216"/>
                  <a:pt x="262" y="218"/>
                  <a:pt x="263" y="219"/>
                </a:cubicBezTo>
                <a:cubicBezTo>
                  <a:pt x="263" y="219"/>
                  <a:pt x="264" y="219"/>
                  <a:pt x="264" y="220"/>
                </a:cubicBezTo>
                <a:cubicBezTo>
                  <a:pt x="332" y="273"/>
                  <a:pt x="332" y="273"/>
                  <a:pt x="332" y="273"/>
                </a:cubicBezTo>
                <a:cubicBezTo>
                  <a:pt x="332" y="273"/>
                  <a:pt x="333" y="273"/>
                  <a:pt x="333" y="274"/>
                </a:cubicBezTo>
                <a:cubicBezTo>
                  <a:pt x="334" y="274"/>
                  <a:pt x="335" y="275"/>
                  <a:pt x="335" y="275"/>
                </a:cubicBezTo>
                <a:cubicBezTo>
                  <a:pt x="336" y="276"/>
                  <a:pt x="337" y="278"/>
                  <a:pt x="337" y="280"/>
                </a:cubicBezTo>
                <a:cubicBezTo>
                  <a:pt x="337" y="281"/>
                  <a:pt x="337" y="281"/>
                  <a:pt x="337" y="282"/>
                </a:cubicBezTo>
                <a:cubicBezTo>
                  <a:pt x="336" y="304"/>
                  <a:pt x="307" y="337"/>
                  <a:pt x="269" y="337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0" name="Freeform 10"/>
          <p:cNvSpPr>
            <a:spLocks noEditPoints="1"/>
          </p:cNvSpPr>
          <p:nvPr/>
        </p:nvSpPr>
        <p:spPr bwMode="auto">
          <a:xfrm>
            <a:off x="6491817" y="954617"/>
            <a:ext cx="315384" cy="577851"/>
          </a:xfrm>
          <a:custGeom>
            <a:avLst/>
            <a:gdLst>
              <a:gd name="T0" fmla="*/ 193 w 193"/>
              <a:gd name="T1" fmla="*/ 136 h 353"/>
              <a:gd name="T2" fmla="*/ 184 w 193"/>
              <a:gd name="T3" fmla="*/ 128 h 353"/>
              <a:gd name="T4" fmla="*/ 121 w 193"/>
              <a:gd name="T5" fmla="*/ 128 h 353"/>
              <a:gd name="T6" fmla="*/ 160 w 193"/>
              <a:gd name="T7" fmla="*/ 10 h 353"/>
              <a:gd name="T8" fmla="*/ 160 w 193"/>
              <a:gd name="T9" fmla="*/ 10 h 353"/>
              <a:gd name="T10" fmla="*/ 160 w 193"/>
              <a:gd name="T11" fmla="*/ 8 h 353"/>
              <a:gd name="T12" fmla="*/ 152 w 193"/>
              <a:gd name="T13" fmla="*/ 0 h 353"/>
              <a:gd name="T14" fmla="*/ 72 w 193"/>
              <a:gd name="T15" fmla="*/ 0 h 353"/>
              <a:gd name="T16" fmla="*/ 65 w 193"/>
              <a:gd name="T17" fmla="*/ 5 h 353"/>
              <a:gd name="T18" fmla="*/ 64 w 193"/>
              <a:gd name="T19" fmla="*/ 5 h 353"/>
              <a:gd name="T20" fmla="*/ 0 w 193"/>
              <a:gd name="T21" fmla="*/ 198 h 353"/>
              <a:gd name="T22" fmla="*/ 0 w 193"/>
              <a:gd name="T23" fmla="*/ 198 h 353"/>
              <a:gd name="T24" fmla="*/ 0 w 193"/>
              <a:gd name="T25" fmla="*/ 200 h 353"/>
              <a:gd name="T26" fmla="*/ 8 w 193"/>
              <a:gd name="T27" fmla="*/ 208 h 353"/>
              <a:gd name="T28" fmla="*/ 79 w 193"/>
              <a:gd name="T29" fmla="*/ 208 h 353"/>
              <a:gd name="T30" fmla="*/ 64 w 193"/>
              <a:gd name="T31" fmla="*/ 344 h 353"/>
              <a:gd name="T32" fmla="*/ 64 w 193"/>
              <a:gd name="T33" fmla="*/ 344 h 353"/>
              <a:gd name="T34" fmla="*/ 64 w 193"/>
              <a:gd name="T35" fmla="*/ 345 h 353"/>
              <a:gd name="T36" fmla="*/ 72 w 193"/>
              <a:gd name="T37" fmla="*/ 353 h 353"/>
              <a:gd name="T38" fmla="*/ 79 w 193"/>
              <a:gd name="T39" fmla="*/ 348 h 353"/>
              <a:gd name="T40" fmla="*/ 79 w 193"/>
              <a:gd name="T41" fmla="*/ 348 h 353"/>
              <a:gd name="T42" fmla="*/ 192 w 193"/>
              <a:gd name="T43" fmla="*/ 139 h 353"/>
              <a:gd name="T44" fmla="*/ 192 w 193"/>
              <a:gd name="T45" fmla="*/ 139 h 353"/>
              <a:gd name="T46" fmla="*/ 193 w 193"/>
              <a:gd name="T47" fmla="*/ 136 h 353"/>
              <a:gd name="T48" fmla="*/ 85 w 193"/>
              <a:gd name="T49" fmla="*/ 305 h 353"/>
              <a:gd name="T50" fmla="*/ 96 w 193"/>
              <a:gd name="T51" fmla="*/ 201 h 353"/>
              <a:gd name="T52" fmla="*/ 96 w 193"/>
              <a:gd name="T53" fmla="*/ 201 h 353"/>
              <a:gd name="T54" fmla="*/ 96 w 193"/>
              <a:gd name="T55" fmla="*/ 200 h 353"/>
              <a:gd name="T56" fmla="*/ 88 w 193"/>
              <a:gd name="T57" fmla="*/ 192 h 353"/>
              <a:gd name="T58" fmla="*/ 19 w 193"/>
              <a:gd name="T59" fmla="*/ 192 h 353"/>
              <a:gd name="T60" fmla="*/ 78 w 193"/>
              <a:gd name="T61" fmla="*/ 16 h 353"/>
              <a:gd name="T62" fmla="*/ 141 w 193"/>
              <a:gd name="T63" fmla="*/ 16 h 353"/>
              <a:gd name="T64" fmla="*/ 102 w 193"/>
              <a:gd name="T65" fmla="*/ 134 h 353"/>
              <a:gd name="T66" fmla="*/ 102 w 193"/>
              <a:gd name="T67" fmla="*/ 134 h 353"/>
              <a:gd name="T68" fmla="*/ 101 w 193"/>
              <a:gd name="T69" fmla="*/ 136 h 353"/>
              <a:gd name="T70" fmla="*/ 109 w 193"/>
              <a:gd name="T71" fmla="*/ 144 h 353"/>
              <a:gd name="T72" fmla="*/ 171 w 193"/>
              <a:gd name="T73" fmla="*/ 144 h 353"/>
              <a:gd name="T74" fmla="*/ 85 w 193"/>
              <a:gd name="T75" fmla="*/ 305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93" h="353">
                <a:moveTo>
                  <a:pt x="193" y="136"/>
                </a:moveTo>
                <a:cubicBezTo>
                  <a:pt x="193" y="132"/>
                  <a:pt x="189" y="128"/>
                  <a:pt x="184" y="128"/>
                </a:cubicBezTo>
                <a:cubicBezTo>
                  <a:pt x="121" y="128"/>
                  <a:pt x="121" y="128"/>
                  <a:pt x="121" y="128"/>
                </a:cubicBezTo>
                <a:cubicBezTo>
                  <a:pt x="160" y="10"/>
                  <a:pt x="160" y="10"/>
                  <a:pt x="160" y="10"/>
                </a:cubicBezTo>
                <a:cubicBezTo>
                  <a:pt x="160" y="10"/>
                  <a:pt x="160" y="10"/>
                  <a:pt x="160" y="10"/>
                </a:cubicBezTo>
                <a:cubicBezTo>
                  <a:pt x="160" y="9"/>
                  <a:pt x="160" y="9"/>
                  <a:pt x="160" y="8"/>
                </a:cubicBezTo>
                <a:cubicBezTo>
                  <a:pt x="160" y="3"/>
                  <a:pt x="157" y="0"/>
                  <a:pt x="152" y="0"/>
                </a:cubicBezTo>
                <a:cubicBezTo>
                  <a:pt x="72" y="0"/>
                  <a:pt x="72" y="0"/>
                  <a:pt x="72" y="0"/>
                </a:cubicBezTo>
                <a:cubicBezTo>
                  <a:pt x="69" y="0"/>
                  <a:pt x="66" y="2"/>
                  <a:pt x="65" y="5"/>
                </a:cubicBezTo>
                <a:cubicBezTo>
                  <a:pt x="64" y="5"/>
                  <a:pt x="64" y="5"/>
                  <a:pt x="64" y="5"/>
                </a:cubicBezTo>
                <a:cubicBezTo>
                  <a:pt x="0" y="198"/>
                  <a:pt x="0" y="198"/>
                  <a:pt x="0" y="198"/>
                </a:cubicBezTo>
                <a:cubicBezTo>
                  <a:pt x="0" y="198"/>
                  <a:pt x="0" y="198"/>
                  <a:pt x="0" y="198"/>
                </a:cubicBezTo>
                <a:cubicBezTo>
                  <a:pt x="0" y="199"/>
                  <a:pt x="0" y="199"/>
                  <a:pt x="0" y="200"/>
                </a:cubicBezTo>
                <a:cubicBezTo>
                  <a:pt x="0" y="205"/>
                  <a:pt x="3" y="208"/>
                  <a:pt x="8" y="208"/>
                </a:cubicBezTo>
                <a:cubicBezTo>
                  <a:pt x="79" y="208"/>
                  <a:pt x="79" y="208"/>
                  <a:pt x="79" y="208"/>
                </a:cubicBezTo>
                <a:cubicBezTo>
                  <a:pt x="64" y="344"/>
                  <a:pt x="64" y="344"/>
                  <a:pt x="64" y="344"/>
                </a:cubicBezTo>
                <a:cubicBezTo>
                  <a:pt x="64" y="344"/>
                  <a:pt x="64" y="344"/>
                  <a:pt x="64" y="344"/>
                </a:cubicBezTo>
                <a:cubicBezTo>
                  <a:pt x="64" y="344"/>
                  <a:pt x="64" y="344"/>
                  <a:pt x="64" y="345"/>
                </a:cubicBezTo>
                <a:cubicBezTo>
                  <a:pt x="64" y="349"/>
                  <a:pt x="68" y="353"/>
                  <a:pt x="72" y="353"/>
                </a:cubicBezTo>
                <a:cubicBezTo>
                  <a:pt x="75" y="353"/>
                  <a:pt x="78" y="351"/>
                  <a:pt x="79" y="348"/>
                </a:cubicBezTo>
                <a:cubicBezTo>
                  <a:pt x="79" y="348"/>
                  <a:pt x="79" y="348"/>
                  <a:pt x="79" y="348"/>
                </a:cubicBezTo>
                <a:cubicBezTo>
                  <a:pt x="192" y="139"/>
                  <a:pt x="192" y="139"/>
                  <a:pt x="192" y="139"/>
                </a:cubicBezTo>
                <a:cubicBezTo>
                  <a:pt x="192" y="139"/>
                  <a:pt x="192" y="139"/>
                  <a:pt x="192" y="139"/>
                </a:cubicBezTo>
                <a:cubicBezTo>
                  <a:pt x="192" y="138"/>
                  <a:pt x="193" y="137"/>
                  <a:pt x="193" y="136"/>
                </a:cubicBezTo>
                <a:moveTo>
                  <a:pt x="85" y="305"/>
                </a:moveTo>
                <a:cubicBezTo>
                  <a:pt x="96" y="201"/>
                  <a:pt x="96" y="201"/>
                  <a:pt x="96" y="201"/>
                </a:cubicBezTo>
                <a:cubicBezTo>
                  <a:pt x="96" y="201"/>
                  <a:pt x="96" y="201"/>
                  <a:pt x="96" y="201"/>
                </a:cubicBezTo>
                <a:cubicBezTo>
                  <a:pt x="96" y="201"/>
                  <a:pt x="96" y="201"/>
                  <a:pt x="96" y="200"/>
                </a:cubicBezTo>
                <a:cubicBezTo>
                  <a:pt x="96" y="196"/>
                  <a:pt x="93" y="192"/>
                  <a:pt x="88" y="192"/>
                </a:cubicBezTo>
                <a:cubicBezTo>
                  <a:pt x="19" y="192"/>
                  <a:pt x="19" y="192"/>
                  <a:pt x="19" y="192"/>
                </a:cubicBezTo>
                <a:cubicBezTo>
                  <a:pt x="78" y="16"/>
                  <a:pt x="78" y="16"/>
                  <a:pt x="78" y="16"/>
                </a:cubicBezTo>
                <a:cubicBezTo>
                  <a:pt x="141" y="16"/>
                  <a:pt x="141" y="16"/>
                  <a:pt x="141" y="16"/>
                </a:cubicBezTo>
                <a:cubicBezTo>
                  <a:pt x="102" y="134"/>
                  <a:pt x="102" y="134"/>
                  <a:pt x="102" y="134"/>
                </a:cubicBezTo>
                <a:cubicBezTo>
                  <a:pt x="102" y="134"/>
                  <a:pt x="102" y="134"/>
                  <a:pt x="102" y="134"/>
                </a:cubicBezTo>
                <a:cubicBezTo>
                  <a:pt x="102" y="134"/>
                  <a:pt x="101" y="135"/>
                  <a:pt x="101" y="136"/>
                </a:cubicBezTo>
                <a:cubicBezTo>
                  <a:pt x="101" y="140"/>
                  <a:pt x="105" y="144"/>
                  <a:pt x="109" y="144"/>
                </a:cubicBezTo>
                <a:cubicBezTo>
                  <a:pt x="171" y="144"/>
                  <a:pt x="171" y="144"/>
                  <a:pt x="171" y="144"/>
                </a:cubicBezTo>
                <a:lnTo>
                  <a:pt x="85" y="30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1" name="Freeform 11"/>
          <p:cNvSpPr>
            <a:spLocks noEditPoints="1"/>
          </p:cNvSpPr>
          <p:nvPr/>
        </p:nvSpPr>
        <p:spPr bwMode="auto">
          <a:xfrm>
            <a:off x="7463367" y="1007534"/>
            <a:ext cx="577851" cy="472017"/>
          </a:xfrm>
          <a:custGeom>
            <a:avLst/>
            <a:gdLst>
              <a:gd name="T0" fmla="*/ 72 w 353"/>
              <a:gd name="T1" fmla="*/ 176 h 289"/>
              <a:gd name="T2" fmla="*/ 64 w 353"/>
              <a:gd name="T3" fmla="*/ 232 h 289"/>
              <a:gd name="T4" fmla="*/ 120 w 353"/>
              <a:gd name="T5" fmla="*/ 241 h 289"/>
              <a:gd name="T6" fmla="*/ 128 w 353"/>
              <a:gd name="T7" fmla="*/ 184 h 289"/>
              <a:gd name="T8" fmla="*/ 112 w 353"/>
              <a:gd name="T9" fmla="*/ 224 h 289"/>
              <a:gd name="T10" fmla="*/ 80 w 353"/>
              <a:gd name="T11" fmla="*/ 192 h 289"/>
              <a:gd name="T12" fmla="*/ 112 w 353"/>
              <a:gd name="T13" fmla="*/ 224 h 289"/>
              <a:gd name="T14" fmla="*/ 233 w 353"/>
              <a:gd name="T15" fmla="*/ 176 h 289"/>
              <a:gd name="T16" fmla="*/ 225 w 353"/>
              <a:gd name="T17" fmla="*/ 232 h 289"/>
              <a:gd name="T18" fmla="*/ 281 w 353"/>
              <a:gd name="T19" fmla="*/ 241 h 289"/>
              <a:gd name="T20" fmla="*/ 289 w 353"/>
              <a:gd name="T21" fmla="*/ 184 h 289"/>
              <a:gd name="T22" fmla="*/ 273 w 353"/>
              <a:gd name="T23" fmla="*/ 224 h 289"/>
              <a:gd name="T24" fmla="*/ 241 w 353"/>
              <a:gd name="T25" fmla="*/ 192 h 289"/>
              <a:gd name="T26" fmla="*/ 273 w 353"/>
              <a:gd name="T27" fmla="*/ 224 h 289"/>
              <a:gd name="T28" fmla="*/ 337 w 353"/>
              <a:gd name="T29" fmla="*/ 273 h 289"/>
              <a:gd name="T30" fmla="*/ 345 w 353"/>
              <a:gd name="T31" fmla="*/ 64 h 289"/>
              <a:gd name="T32" fmla="*/ 345 w 353"/>
              <a:gd name="T33" fmla="*/ 48 h 289"/>
              <a:gd name="T34" fmla="*/ 337 w 353"/>
              <a:gd name="T35" fmla="*/ 16 h 289"/>
              <a:gd name="T36" fmla="*/ 32 w 353"/>
              <a:gd name="T37" fmla="*/ 0 h 289"/>
              <a:gd name="T38" fmla="*/ 16 w 353"/>
              <a:gd name="T39" fmla="*/ 48 h 289"/>
              <a:gd name="T40" fmla="*/ 0 w 353"/>
              <a:gd name="T41" fmla="*/ 56 h 289"/>
              <a:gd name="T42" fmla="*/ 16 w 353"/>
              <a:gd name="T43" fmla="*/ 64 h 289"/>
              <a:gd name="T44" fmla="*/ 8 w 353"/>
              <a:gd name="T45" fmla="*/ 273 h 289"/>
              <a:gd name="T46" fmla="*/ 8 w 353"/>
              <a:gd name="T47" fmla="*/ 289 h 289"/>
              <a:gd name="T48" fmla="*/ 353 w 353"/>
              <a:gd name="T49" fmla="*/ 281 h 289"/>
              <a:gd name="T50" fmla="*/ 193 w 353"/>
              <a:gd name="T51" fmla="*/ 273 h 289"/>
              <a:gd name="T52" fmla="*/ 160 w 353"/>
              <a:gd name="T53" fmla="*/ 192 h 289"/>
              <a:gd name="T54" fmla="*/ 193 w 353"/>
              <a:gd name="T55" fmla="*/ 273 h 289"/>
              <a:gd name="T56" fmla="*/ 209 w 353"/>
              <a:gd name="T57" fmla="*/ 273 h 289"/>
              <a:gd name="T58" fmla="*/ 201 w 353"/>
              <a:gd name="T59" fmla="*/ 176 h 289"/>
              <a:gd name="T60" fmla="*/ 144 w 353"/>
              <a:gd name="T61" fmla="*/ 184 h 289"/>
              <a:gd name="T62" fmla="*/ 32 w 353"/>
              <a:gd name="T63" fmla="*/ 273 h 289"/>
              <a:gd name="T64" fmla="*/ 56 w 353"/>
              <a:gd name="T65" fmla="*/ 112 h 289"/>
              <a:gd name="T66" fmla="*/ 104 w 353"/>
              <a:gd name="T67" fmla="*/ 112 h 289"/>
              <a:gd name="T68" fmla="*/ 152 w 353"/>
              <a:gd name="T69" fmla="*/ 112 h 289"/>
              <a:gd name="T70" fmla="*/ 201 w 353"/>
              <a:gd name="T71" fmla="*/ 112 h 289"/>
              <a:gd name="T72" fmla="*/ 249 w 353"/>
              <a:gd name="T73" fmla="*/ 112 h 289"/>
              <a:gd name="T74" fmla="*/ 297 w 353"/>
              <a:gd name="T75" fmla="*/ 112 h 289"/>
              <a:gd name="T76" fmla="*/ 321 w 353"/>
              <a:gd name="T77" fmla="*/ 273 h 289"/>
              <a:gd name="T78" fmla="*/ 40 w 353"/>
              <a:gd name="T79" fmla="*/ 64 h 289"/>
              <a:gd name="T80" fmla="*/ 72 w 353"/>
              <a:gd name="T81" fmla="*/ 80 h 289"/>
              <a:gd name="T82" fmla="*/ 40 w 353"/>
              <a:gd name="T83" fmla="*/ 80 h 289"/>
              <a:gd name="T84" fmla="*/ 88 w 353"/>
              <a:gd name="T85" fmla="*/ 64 h 289"/>
              <a:gd name="T86" fmla="*/ 120 w 353"/>
              <a:gd name="T87" fmla="*/ 80 h 289"/>
              <a:gd name="T88" fmla="*/ 88 w 353"/>
              <a:gd name="T89" fmla="*/ 80 h 289"/>
              <a:gd name="T90" fmla="*/ 136 w 353"/>
              <a:gd name="T91" fmla="*/ 64 h 289"/>
              <a:gd name="T92" fmla="*/ 168 w 353"/>
              <a:gd name="T93" fmla="*/ 80 h 289"/>
              <a:gd name="T94" fmla="*/ 136 w 353"/>
              <a:gd name="T95" fmla="*/ 80 h 289"/>
              <a:gd name="T96" fmla="*/ 185 w 353"/>
              <a:gd name="T97" fmla="*/ 64 h 289"/>
              <a:gd name="T98" fmla="*/ 217 w 353"/>
              <a:gd name="T99" fmla="*/ 80 h 289"/>
              <a:gd name="T100" fmla="*/ 185 w 353"/>
              <a:gd name="T101" fmla="*/ 80 h 289"/>
              <a:gd name="T102" fmla="*/ 233 w 353"/>
              <a:gd name="T103" fmla="*/ 64 h 289"/>
              <a:gd name="T104" fmla="*/ 265 w 353"/>
              <a:gd name="T105" fmla="*/ 80 h 289"/>
              <a:gd name="T106" fmla="*/ 233 w 353"/>
              <a:gd name="T107" fmla="*/ 80 h 289"/>
              <a:gd name="T108" fmla="*/ 281 w 353"/>
              <a:gd name="T109" fmla="*/ 64 h 289"/>
              <a:gd name="T110" fmla="*/ 313 w 353"/>
              <a:gd name="T111" fmla="*/ 80 h 289"/>
              <a:gd name="T112" fmla="*/ 281 w 353"/>
              <a:gd name="T113" fmla="*/ 80 h 289"/>
              <a:gd name="T114" fmla="*/ 32 w 353"/>
              <a:gd name="T115" fmla="*/ 48 h 289"/>
              <a:gd name="T116" fmla="*/ 321 w 353"/>
              <a:gd name="T117" fmla="*/ 16 h 2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353" h="289">
                <a:moveTo>
                  <a:pt x="120" y="176"/>
                </a:moveTo>
                <a:cubicBezTo>
                  <a:pt x="72" y="176"/>
                  <a:pt x="72" y="176"/>
                  <a:pt x="72" y="176"/>
                </a:cubicBezTo>
                <a:cubicBezTo>
                  <a:pt x="68" y="176"/>
                  <a:pt x="64" y="180"/>
                  <a:pt x="64" y="184"/>
                </a:cubicBezTo>
                <a:cubicBezTo>
                  <a:pt x="64" y="232"/>
                  <a:pt x="64" y="232"/>
                  <a:pt x="64" y="232"/>
                </a:cubicBezTo>
                <a:cubicBezTo>
                  <a:pt x="64" y="237"/>
                  <a:pt x="68" y="241"/>
                  <a:pt x="72" y="241"/>
                </a:cubicBezTo>
                <a:cubicBezTo>
                  <a:pt x="120" y="241"/>
                  <a:pt x="120" y="241"/>
                  <a:pt x="120" y="241"/>
                </a:cubicBezTo>
                <a:cubicBezTo>
                  <a:pt x="125" y="241"/>
                  <a:pt x="128" y="237"/>
                  <a:pt x="128" y="232"/>
                </a:cubicBezTo>
                <a:cubicBezTo>
                  <a:pt x="128" y="184"/>
                  <a:pt x="128" y="184"/>
                  <a:pt x="128" y="184"/>
                </a:cubicBezTo>
                <a:cubicBezTo>
                  <a:pt x="128" y="180"/>
                  <a:pt x="125" y="176"/>
                  <a:pt x="120" y="176"/>
                </a:cubicBezTo>
                <a:moveTo>
                  <a:pt x="112" y="224"/>
                </a:moveTo>
                <a:cubicBezTo>
                  <a:pt x="80" y="224"/>
                  <a:pt x="80" y="224"/>
                  <a:pt x="80" y="224"/>
                </a:cubicBezTo>
                <a:cubicBezTo>
                  <a:pt x="80" y="192"/>
                  <a:pt x="80" y="192"/>
                  <a:pt x="80" y="192"/>
                </a:cubicBezTo>
                <a:cubicBezTo>
                  <a:pt x="112" y="192"/>
                  <a:pt x="112" y="192"/>
                  <a:pt x="112" y="192"/>
                </a:cubicBezTo>
                <a:lnTo>
                  <a:pt x="112" y="224"/>
                </a:lnTo>
                <a:close/>
                <a:moveTo>
                  <a:pt x="281" y="176"/>
                </a:moveTo>
                <a:cubicBezTo>
                  <a:pt x="233" y="176"/>
                  <a:pt x="233" y="176"/>
                  <a:pt x="233" y="176"/>
                </a:cubicBezTo>
                <a:cubicBezTo>
                  <a:pt x="228" y="176"/>
                  <a:pt x="225" y="180"/>
                  <a:pt x="225" y="184"/>
                </a:cubicBezTo>
                <a:cubicBezTo>
                  <a:pt x="225" y="232"/>
                  <a:pt x="225" y="232"/>
                  <a:pt x="225" y="232"/>
                </a:cubicBezTo>
                <a:cubicBezTo>
                  <a:pt x="225" y="237"/>
                  <a:pt x="228" y="241"/>
                  <a:pt x="233" y="241"/>
                </a:cubicBezTo>
                <a:cubicBezTo>
                  <a:pt x="281" y="241"/>
                  <a:pt x="281" y="241"/>
                  <a:pt x="281" y="241"/>
                </a:cubicBezTo>
                <a:cubicBezTo>
                  <a:pt x="285" y="241"/>
                  <a:pt x="289" y="237"/>
                  <a:pt x="289" y="232"/>
                </a:cubicBezTo>
                <a:cubicBezTo>
                  <a:pt x="289" y="184"/>
                  <a:pt x="289" y="184"/>
                  <a:pt x="289" y="184"/>
                </a:cubicBezTo>
                <a:cubicBezTo>
                  <a:pt x="289" y="180"/>
                  <a:pt x="285" y="176"/>
                  <a:pt x="281" y="176"/>
                </a:cubicBezTo>
                <a:moveTo>
                  <a:pt x="273" y="224"/>
                </a:moveTo>
                <a:cubicBezTo>
                  <a:pt x="241" y="224"/>
                  <a:pt x="241" y="224"/>
                  <a:pt x="241" y="224"/>
                </a:cubicBezTo>
                <a:cubicBezTo>
                  <a:pt x="241" y="192"/>
                  <a:pt x="241" y="192"/>
                  <a:pt x="241" y="192"/>
                </a:cubicBezTo>
                <a:cubicBezTo>
                  <a:pt x="273" y="192"/>
                  <a:pt x="273" y="192"/>
                  <a:pt x="273" y="192"/>
                </a:cubicBezTo>
                <a:lnTo>
                  <a:pt x="273" y="224"/>
                </a:lnTo>
                <a:close/>
                <a:moveTo>
                  <a:pt x="345" y="273"/>
                </a:moveTo>
                <a:cubicBezTo>
                  <a:pt x="337" y="273"/>
                  <a:pt x="337" y="273"/>
                  <a:pt x="337" y="273"/>
                </a:cubicBezTo>
                <a:cubicBezTo>
                  <a:pt x="337" y="64"/>
                  <a:pt x="337" y="64"/>
                  <a:pt x="337" y="64"/>
                </a:cubicBezTo>
                <a:cubicBezTo>
                  <a:pt x="345" y="64"/>
                  <a:pt x="345" y="64"/>
                  <a:pt x="345" y="64"/>
                </a:cubicBezTo>
                <a:cubicBezTo>
                  <a:pt x="350" y="64"/>
                  <a:pt x="353" y="60"/>
                  <a:pt x="353" y="56"/>
                </a:cubicBezTo>
                <a:cubicBezTo>
                  <a:pt x="353" y="51"/>
                  <a:pt x="350" y="48"/>
                  <a:pt x="345" y="48"/>
                </a:cubicBezTo>
                <a:cubicBezTo>
                  <a:pt x="337" y="48"/>
                  <a:pt x="337" y="48"/>
                  <a:pt x="337" y="48"/>
                </a:cubicBezTo>
                <a:cubicBezTo>
                  <a:pt x="337" y="16"/>
                  <a:pt x="337" y="16"/>
                  <a:pt x="337" y="16"/>
                </a:cubicBezTo>
                <a:cubicBezTo>
                  <a:pt x="337" y="7"/>
                  <a:pt x="330" y="0"/>
                  <a:pt x="321" y="0"/>
                </a:cubicBezTo>
                <a:cubicBezTo>
                  <a:pt x="32" y="0"/>
                  <a:pt x="32" y="0"/>
                  <a:pt x="32" y="0"/>
                </a:cubicBezTo>
                <a:cubicBezTo>
                  <a:pt x="23" y="0"/>
                  <a:pt x="16" y="7"/>
                  <a:pt x="16" y="16"/>
                </a:cubicBezTo>
                <a:cubicBezTo>
                  <a:pt x="16" y="48"/>
                  <a:pt x="16" y="48"/>
                  <a:pt x="16" y="48"/>
                </a:cubicBezTo>
                <a:cubicBezTo>
                  <a:pt x="8" y="48"/>
                  <a:pt x="8" y="48"/>
                  <a:pt x="8" y="48"/>
                </a:cubicBezTo>
                <a:cubicBezTo>
                  <a:pt x="3" y="48"/>
                  <a:pt x="0" y="51"/>
                  <a:pt x="0" y="56"/>
                </a:cubicBezTo>
                <a:cubicBezTo>
                  <a:pt x="0" y="60"/>
                  <a:pt x="3" y="64"/>
                  <a:pt x="8" y="64"/>
                </a:cubicBezTo>
                <a:cubicBezTo>
                  <a:pt x="16" y="64"/>
                  <a:pt x="16" y="64"/>
                  <a:pt x="16" y="64"/>
                </a:cubicBezTo>
                <a:cubicBezTo>
                  <a:pt x="16" y="273"/>
                  <a:pt x="16" y="273"/>
                  <a:pt x="16" y="273"/>
                </a:cubicBezTo>
                <a:cubicBezTo>
                  <a:pt x="8" y="273"/>
                  <a:pt x="8" y="273"/>
                  <a:pt x="8" y="273"/>
                </a:cubicBezTo>
                <a:cubicBezTo>
                  <a:pt x="3" y="273"/>
                  <a:pt x="0" y="276"/>
                  <a:pt x="0" y="281"/>
                </a:cubicBezTo>
                <a:cubicBezTo>
                  <a:pt x="0" y="285"/>
                  <a:pt x="3" y="289"/>
                  <a:pt x="8" y="289"/>
                </a:cubicBezTo>
                <a:cubicBezTo>
                  <a:pt x="345" y="289"/>
                  <a:pt x="345" y="289"/>
                  <a:pt x="345" y="289"/>
                </a:cubicBezTo>
                <a:cubicBezTo>
                  <a:pt x="350" y="289"/>
                  <a:pt x="353" y="285"/>
                  <a:pt x="353" y="281"/>
                </a:cubicBezTo>
                <a:cubicBezTo>
                  <a:pt x="353" y="276"/>
                  <a:pt x="350" y="273"/>
                  <a:pt x="345" y="273"/>
                </a:cubicBezTo>
                <a:moveTo>
                  <a:pt x="193" y="273"/>
                </a:moveTo>
                <a:cubicBezTo>
                  <a:pt x="160" y="273"/>
                  <a:pt x="160" y="273"/>
                  <a:pt x="160" y="273"/>
                </a:cubicBezTo>
                <a:cubicBezTo>
                  <a:pt x="160" y="192"/>
                  <a:pt x="160" y="192"/>
                  <a:pt x="160" y="192"/>
                </a:cubicBezTo>
                <a:cubicBezTo>
                  <a:pt x="193" y="192"/>
                  <a:pt x="193" y="192"/>
                  <a:pt x="193" y="192"/>
                </a:cubicBezTo>
                <a:lnTo>
                  <a:pt x="193" y="273"/>
                </a:lnTo>
                <a:close/>
                <a:moveTo>
                  <a:pt x="321" y="273"/>
                </a:moveTo>
                <a:cubicBezTo>
                  <a:pt x="209" y="273"/>
                  <a:pt x="209" y="273"/>
                  <a:pt x="209" y="273"/>
                </a:cubicBezTo>
                <a:cubicBezTo>
                  <a:pt x="209" y="184"/>
                  <a:pt x="209" y="184"/>
                  <a:pt x="209" y="184"/>
                </a:cubicBezTo>
                <a:cubicBezTo>
                  <a:pt x="209" y="180"/>
                  <a:pt x="205" y="176"/>
                  <a:pt x="201" y="176"/>
                </a:cubicBezTo>
                <a:cubicBezTo>
                  <a:pt x="152" y="176"/>
                  <a:pt x="152" y="176"/>
                  <a:pt x="152" y="176"/>
                </a:cubicBezTo>
                <a:cubicBezTo>
                  <a:pt x="148" y="176"/>
                  <a:pt x="144" y="180"/>
                  <a:pt x="144" y="184"/>
                </a:cubicBezTo>
                <a:cubicBezTo>
                  <a:pt x="144" y="273"/>
                  <a:pt x="144" y="273"/>
                  <a:pt x="144" y="273"/>
                </a:cubicBezTo>
                <a:cubicBezTo>
                  <a:pt x="32" y="273"/>
                  <a:pt x="32" y="273"/>
                  <a:pt x="32" y="273"/>
                </a:cubicBezTo>
                <a:cubicBezTo>
                  <a:pt x="32" y="101"/>
                  <a:pt x="32" y="101"/>
                  <a:pt x="32" y="101"/>
                </a:cubicBezTo>
                <a:cubicBezTo>
                  <a:pt x="38" y="108"/>
                  <a:pt x="46" y="112"/>
                  <a:pt x="56" y="112"/>
                </a:cubicBezTo>
                <a:cubicBezTo>
                  <a:pt x="66" y="112"/>
                  <a:pt x="74" y="108"/>
                  <a:pt x="80" y="101"/>
                </a:cubicBezTo>
                <a:cubicBezTo>
                  <a:pt x="86" y="108"/>
                  <a:pt x="95" y="112"/>
                  <a:pt x="104" y="112"/>
                </a:cubicBezTo>
                <a:cubicBezTo>
                  <a:pt x="114" y="112"/>
                  <a:pt x="122" y="108"/>
                  <a:pt x="128" y="101"/>
                </a:cubicBezTo>
                <a:cubicBezTo>
                  <a:pt x="134" y="108"/>
                  <a:pt x="143" y="112"/>
                  <a:pt x="152" y="112"/>
                </a:cubicBezTo>
                <a:cubicBezTo>
                  <a:pt x="162" y="112"/>
                  <a:pt x="171" y="108"/>
                  <a:pt x="176" y="101"/>
                </a:cubicBezTo>
                <a:cubicBezTo>
                  <a:pt x="182" y="108"/>
                  <a:pt x="191" y="112"/>
                  <a:pt x="201" y="112"/>
                </a:cubicBezTo>
                <a:cubicBezTo>
                  <a:pt x="210" y="112"/>
                  <a:pt x="219" y="108"/>
                  <a:pt x="225" y="101"/>
                </a:cubicBezTo>
                <a:cubicBezTo>
                  <a:pt x="231" y="108"/>
                  <a:pt x="239" y="112"/>
                  <a:pt x="249" y="112"/>
                </a:cubicBezTo>
                <a:cubicBezTo>
                  <a:pt x="258" y="112"/>
                  <a:pt x="267" y="108"/>
                  <a:pt x="273" y="101"/>
                </a:cubicBezTo>
                <a:cubicBezTo>
                  <a:pt x="279" y="108"/>
                  <a:pt x="287" y="112"/>
                  <a:pt x="297" y="112"/>
                </a:cubicBezTo>
                <a:cubicBezTo>
                  <a:pt x="307" y="112"/>
                  <a:pt x="315" y="108"/>
                  <a:pt x="321" y="101"/>
                </a:cubicBezTo>
                <a:lnTo>
                  <a:pt x="321" y="273"/>
                </a:lnTo>
                <a:close/>
                <a:moveTo>
                  <a:pt x="40" y="80"/>
                </a:moveTo>
                <a:cubicBezTo>
                  <a:pt x="40" y="64"/>
                  <a:pt x="40" y="64"/>
                  <a:pt x="40" y="64"/>
                </a:cubicBezTo>
                <a:cubicBezTo>
                  <a:pt x="72" y="64"/>
                  <a:pt x="72" y="64"/>
                  <a:pt x="72" y="64"/>
                </a:cubicBezTo>
                <a:cubicBezTo>
                  <a:pt x="72" y="80"/>
                  <a:pt x="72" y="80"/>
                  <a:pt x="72" y="80"/>
                </a:cubicBezTo>
                <a:cubicBezTo>
                  <a:pt x="72" y="89"/>
                  <a:pt x="65" y="96"/>
                  <a:pt x="56" y="96"/>
                </a:cubicBezTo>
                <a:cubicBezTo>
                  <a:pt x="47" y="96"/>
                  <a:pt x="40" y="89"/>
                  <a:pt x="40" y="80"/>
                </a:cubicBezTo>
                <a:moveTo>
                  <a:pt x="88" y="80"/>
                </a:moveTo>
                <a:cubicBezTo>
                  <a:pt x="88" y="64"/>
                  <a:pt x="88" y="64"/>
                  <a:pt x="88" y="64"/>
                </a:cubicBezTo>
                <a:cubicBezTo>
                  <a:pt x="120" y="64"/>
                  <a:pt x="120" y="64"/>
                  <a:pt x="120" y="64"/>
                </a:cubicBezTo>
                <a:cubicBezTo>
                  <a:pt x="120" y="80"/>
                  <a:pt x="120" y="80"/>
                  <a:pt x="120" y="80"/>
                </a:cubicBezTo>
                <a:cubicBezTo>
                  <a:pt x="120" y="89"/>
                  <a:pt x="113" y="96"/>
                  <a:pt x="104" y="96"/>
                </a:cubicBezTo>
                <a:cubicBezTo>
                  <a:pt x="95" y="96"/>
                  <a:pt x="88" y="89"/>
                  <a:pt x="88" y="80"/>
                </a:cubicBezTo>
                <a:moveTo>
                  <a:pt x="136" y="80"/>
                </a:moveTo>
                <a:cubicBezTo>
                  <a:pt x="136" y="64"/>
                  <a:pt x="136" y="64"/>
                  <a:pt x="136" y="64"/>
                </a:cubicBezTo>
                <a:cubicBezTo>
                  <a:pt x="168" y="64"/>
                  <a:pt x="168" y="64"/>
                  <a:pt x="168" y="64"/>
                </a:cubicBezTo>
                <a:cubicBezTo>
                  <a:pt x="168" y="80"/>
                  <a:pt x="168" y="80"/>
                  <a:pt x="168" y="80"/>
                </a:cubicBezTo>
                <a:cubicBezTo>
                  <a:pt x="168" y="89"/>
                  <a:pt x="161" y="96"/>
                  <a:pt x="152" y="96"/>
                </a:cubicBezTo>
                <a:cubicBezTo>
                  <a:pt x="144" y="96"/>
                  <a:pt x="136" y="89"/>
                  <a:pt x="136" y="80"/>
                </a:cubicBezTo>
                <a:moveTo>
                  <a:pt x="185" y="80"/>
                </a:moveTo>
                <a:cubicBezTo>
                  <a:pt x="185" y="64"/>
                  <a:pt x="185" y="64"/>
                  <a:pt x="185" y="64"/>
                </a:cubicBezTo>
                <a:cubicBezTo>
                  <a:pt x="217" y="64"/>
                  <a:pt x="217" y="64"/>
                  <a:pt x="217" y="64"/>
                </a:cubicBezTo>
                <a:cubicBezTo>
                  <a:pt x="217" y="80"/>
                  <a:pt x="217" y="80"/>
                  <a:pt x="217" y="80"/>
                </a:cubicBezTo>
                <a:cubicBezTo>
                  <a:pt x="217" y="89"/>
                  <a:pt x="209" y="96"/>
                  <a:pt x="201" y="96"/>
                </a:cubicBezTo>
                <a:cubicBezTo>
                  <a:pt x="192" y="96"/>
                  <a:pt x="185" y="89"/>
                  <a:pt x="185" y="80"/>
                </a:cubicBezTo>
                <a:moveTo>
                  <a:pt x="233" y="80"/>
                </a:moveTo>
                <a:cubicBezTo>
                  <a:pt x="233" y="64"/>
                  <a:pt x="233" y="64"/>
                  <a:pt x="233" y="64"/>
                </a:cubicBezTo>
                <a:cubicBezTo>
                  <a:pt x="265" y="64"/>
                  <a:pt x="265" y="64"/>
                  <a:pt x="265" y="64"/>
                </a:cubicBezTo>
                <a:cubicBezTo>
                  <a:pt x="265" y="80"/>
                  <a:pt x="265" y="80"/>
                  <a:pt x="265" y="80"/>
                </a:cubicBezTo>
                <a:cubicBezTo>
                  <a:pt x="265" y="89"/>
                  <a:pt x="258" y="96"/>
                  <a:pt x="249" y="96"/>
                </a:cubicBezTo>
                <a:cubicBezTo>
                  <a:pt x="240" y="96"/>
                  <a:pt x="233" y="89"/>
                  <a:pt x="233" y="80"/>
                </a:cubicBezTo>
                <a:moveTo>
                  <a:pt x="281" y="80"/>
                </a:moveTo>
                <a:cubicBezTo>
                  <a:pt x="281" y="64"/>
                  <a:pt x="281" y="64"/>
                  <a:pt x="281" y="64"/>
                </a:cubicBezTo>
                <a:cubicBezTo>
                  <a:pt x="313" y="64"/>
                  <a:pt x="313" y="64"/>
                  <a:pt x="313" y="64"/>
                </a:cubicBezTo>
                <a:cubicBezTo>
                  <a:pt x="313" y="80"/>
                  <a:pt x="313" y="80"/>
                  <a:pt x="313" y="80"/>
                </a:cubicBezTo>
                <a:cubicBezTo>
                  <a:pt x="313" y="89"/>
                  <a:pt x="306" y="96"/>
                  <a:pt x="297" y="96"/>
                </a:cubicBezTo>
                <a:cubicBezTo>
                  <a:pt x="288" y="96"/>
                  <a:pt x="281" y="89"/>
                  <a:pt x="281" y="80"/>
                </a:cubicBezTo>
                <a:moveTo>
                  <a:pt x="321" y="48"/>
                </a:moveTo>
                <a:cubicBezTo>
                  <a:pt x="32" y="48"/>
                  <a:pt x="32" y="48"/>
                  <a:pt x="32" y="48"/>
                </a:cubicBezTo>
                <a:cubicBezTo>
                  <a:pt x="32" y="16"/>
                  <a:pt x="32" y="16"/>
                  <a:pt x="32" y="16"/>
                </a:cubicBezTo>
                <a:cubicBezTo>
                  <a:pt x="321" y="16"/>
                  <a:pt x="321" y="16"/>
                  <a:pt x="321" y="16"/>
                </a:cubicBezTo>
                <a:lnTo>
                  <a:pt x="321" y="4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2" name="Freeform 12"/>
          <p:cNvSpPr>
            <a:spLocks noEditPoints="1"/>
          </p:cNvSpPr>
          <p:nvPr/>
        </p:nvSpPr>
        <p:spPr bwMode="auto">
          <a:xfrm>
            <a:off x="8619067" y="954617"/>
            <a:ext cx="474133" cy="577851"/>
          </a:xfrm>
          <a:custGeom>
            <a:avLst/>
            <a:gdLst>
              <a:gd name="T0" fmla="*/ 289 w 289"/>
              <a:gd name="T1" fmla="*/ 248 h 353"/>
              <a:gd name="T2" fmla="*/ 225 w 289"/>
              <a:gd name="T3" fmla="*/ 112 h 353"/>
              <a:gd name="T4" fmla="*/ 176 w 289"/>
              <a:gd name="T5" fmla="*/ 38 h 353"/>
              <a:gd name="T6" fmla="*/ 177 w 289"/>
              <a:gd name="T7" fmla="*/ 32 h 353"/>
              <a:gd name="T8" fmla="*/ 145 w 289"/>
              <a:gd name="T9" fmla="*/ 0 h 353"/>
              <a:gd name="T10" fmla="*/ 113 w 289"/>
              <a:gd name="T11" fmla="*/ 32 h 353"/>
              <a:gd name="T12" fmla="*/ 113 w 289"/>
              <a:gd name="T13" fmla="*/ 38 h 353"/>
              <a:gd name="T14" fmla="*/ 65 w 289"/>
              <a:gd name="T15" fmla="*/ 112 h 353"/>
              <a:gd name="T16" fmla="*/ 0 w 289"/>
              <a:gd name="T17" fmla="*/ 248 h 353"/>
              <a:gd name="T18" fmla="*/ 97 w 289"/>
              <a:gd name="T19" fmla="*/ 301 h 353"/>
              <a:gd name="T20" fmla="*/ 97 w 289"/>
              <a:gd name="T21" fmla="*/ 305 h 353"/>
              <a:gd name="T22" fmla="*/ 145 w 289"/>
              <a:gd name="T23" fmla="*/ 353 h 353"/>
              <a:gd name="T24" fmla="*/ 193 w 289"/>
              <a:gd name="T25" fmla="*/ 305 h 353"/>
              <a:gd name="T26" fmla="*/ 193 w 289"/>
              <a:gd name="T27" fmla="*/ 301 h 353"/>
              <a:gd name="T28" fmla="*/ 289 w 289"/>
              <a:gd name="T29" fmla="*/ 248 h 353"/>
              <a:gd name="T30" fmla="*/ 145 w 289"/>
              <a:gd name="T31" fmla="*/ 16 h 353"/>
              <a:gd name="T32" fmla="*/ 161 w 289"/>
              <a:gd name="T33" fmla="*/ 32 h 353"/>
              <a:gd name="T34" fmla="*/ 145 w 289"/>
              <a:gd name="T35" fmla="*/ 48 h 353"/>
              <a:gd name="T36" fmla="*/ 129 w 289"/>
              <a:gd name="T37" fmla="*/ 32 h 353"/>
              <a:gd name="T38" fmla="*/ 145 w 289"/>
              <a:gd name="T39" fmla="*/ 16 h 353"/>
              <a:gd name="T40" fmla="*/ 40 w 289"/>
              <a:gd name="T41" fmla="*/ 205 h 353"/>
              <a:gd name="T42" fmla="*/ 81 w 289"/>
              <a:gd name="T43" fmla="*/ 112 h 353"/>
              <a:gd name="T44" fmla="*/ 121 w 289"/>
              <a:gd name="T45" fmla="*/ 53 h 353"/>
              <a:gd name="T46" fmla="*/ 145 w 289"/>
              <a:gd name="T47" fmla="*/ 64 h 353"/>
              <a:gd name="T48" fmla="*/ 169 w 289"/>
              <a:gd name="T49" fmla="*/ 53 h 353"/>
              <a:gd name="T50" fmla="*/ 209 w 289"/>
              <a:gd name="T51" fmla="*/ 112 h 353"/>
              <a:gd name="T52" fmla="*/ 250 w 289"/>
              <a:gd name="T53" fmla="*/ 205 h 353"/>
              <a:gd name="T54" fmla="*/ 259 w 289"/>
              <a:gd name="T55" fmla="*/ 215 h 353"/>
              <a:gd name="T56" fmla="*/ 145 w 289"/>
              <a:gd name="T57" fmla="*/ 240 h 353"/>
              <a:gd name="T58" fmla="*/ 30 w 289"/>
              <a:gd name="T59" fmla="*/ 215 h 353"/>
              <a:gd name="T60" fmla="*/ 40 w 289"/>
              <a:gd name="T61" fmla="*/ 205 h 353"/>
              <a:gd name="T62" fmla="*/ 145 w 289"/>
              <a:gd name="T63" fmla="*/ 337 h 353"/>
              <a:gd name="T64" fmla="*/ 113 w 289"/>
              <a:gd name="T65" fmla="*/ 305 h 353"/>
              <a:gd name="T66" fmla="*/ 113 w 289"/>
              <a:gd name="T67" fmla="*/ 303 h 353"/>
              <a:gd name="T68" fmla="*/ 145 w 289"/>
              <a:gd name="T69" fmla="*/ 305 h 353"/>
              <a:gd name="T70" fmla="*/ 177 w 289"/>
              <a:gd name="T71" fmla="*/ 303 h 353"/>
              <a:gd name="T72" fmla="*/ 177 w 289"/>
              <a:gd name="T73" fmla="*/ 305 h 353"/>
              <a:gd name="T74" fmla="*/ 145 w 289"/>
              <a:gd name="T75" fmla="*/ 337 h 353"/>
              <a:gd name="T76" fmla="*/ 145 w 289"/>
              <a:gd name="T77" fmla="*/ 289 h 353"/>
              <a:gd name="T78" fmla="*/ 16 w 289"/>
              <a:gd name="T79" fmla="*/ 248 h 353"/>
              <a:gd name="T80" fmla="*/ 22 w 289"/>
              <a:gd name="T81" fmla="*/ 227 h 353"/>
              <a:gd name="T82" fmla="*/ 145 w 289"/>
              <a:gd name="T83" fmla="*/ 256 h 353"/>
              <a:gd name="T84" fmla="*/ 268 w 289"/>
              <a:gd name="T85" fmla="*/ 227 h 353"/>
              <a:gd name="T86" fmla="*/ 273 w 289"/>
              <a:gd name="T87" fmla="*/ 248 h 353"/>
              <a:gd name="T88" fmla="*/ 145 w 289"/>
              <a:gd name="T89" fmla="*/ 289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289" h="353">
                <a:moveTo>
                  <a:pt x="289" y="248"/>
                </a:moveTo>
                <a:cubicBezTo>
                  <a:pt x="289" y="192"/>
                  <a:pt x="225" y="192"/>
                  <a:pt x="225" y="112"/>
                </a:cubicBezTo>
                <a:cubicBezTo>
                  <a:pt x="225" y="79"/>
                  <a:pt x="205" y="50"/>
                  <a:pt x="176" y="38"/>
                </a:cubicBezTo>
                <a:cubicBezTo>
                  <a:pt x="177" y="36"/>
                  <a:pt x="177" y="34"/>
                  <a:pt x="177" y="32"/>
                </a:cubicBezTo>
                <a:cubicBezTo>
                  <a:pt x="177" y="14"/>
                  <a:pt x="163" y="0"/>
                  <a:pt x="145" y="0"/>
                </a:cubicBezTo>
                <a:cubicBezTo>
                  <a:pt x="127" y="0"/>
                  <a:pt x="113" y="14"/>
                  <a:pt x="113" y="32"/>
                </a:cubicBezTo>
                <a:cubicBezTo>
                  <a:pt x="113" y="34"/>
                  <a:pt x="113" y="36"/>
                  <a:pt x="113" y="38"/>
                </a:cubicBezTo>
                <a:cubicBezTo>
                  <a:pt x="85" y="50"/>
                  <a:pt x="65" y="79"/>
                  <a:pt x="65" y="112"/>
                </a:cubicBezTo>
                <a:cubicBezTo>
                  <a:pt x="65" y="192"/>
                  <a:pt x="0" y="192"/>
                  <a:pt x="0" y="248"/>
                </a:cubicBezTo>
                <a:cubicBezTo>
                  <a:pt x="0" y="273"/>
                  <a:pt x="41" y="294"/>
                  <a:pt x="97" y="301"/>
                </a:cubicBezTo>
                <a:cubicBezTo>
                  <a:pt x="97" y="302"/>
                  <a:pt x="97" y="304"/>
                  <a:pt x="97" y="305"/>
                </a:cubicBezTo>
                <a:cubicBezTo>
                  <a:pt x="97" y="331"/>
                  <a:pt x="118" y="353"/>
                  <a:pt x="145" y="353"/>
                </a:cubicBezTo>
                <a:cubicBezTo>
                  <a:pt x="171" y="353"/>
                  <a:pt x="193" y="331"/>
                  <a:pt x="193" y="305"/>
                </a:cubicBezTo>
                <a:cubicBezTo>
                  <a:pt x="193" y="304"/>
                  <a:pt x="193" y="302"/>
                  <a:pt x="193" y="301"/>
                </a:cubicBezTo>
                <a:cubicBezTo>
                  <a:pt x="249" y="294"/>
                  <a:pt x="289" y="273"/>
                  <a:pt x="289" y="248"/>
                </a:cubicBezTo>
                <a:moveTo>
                  <a:pt x="145" y="16"/>
                </a:moveTo>
                <a:cubicBezTo>
                  <a:pt x="154" y="16"/>
                  <a:pt x="161" y="23"/>
                  <a:pt x="161" y="32"/>
                </a:cubicBezTo>
                <a:cubicBezTo>
                  <a:pt x="161" y="41"/>
                  <a:pt x="154" y="48"/>
                  <a:pt x="145" y="48"/>
                </a:cubicBezTo>
                <a:cubicBezTo>
                  <a:pt x="136" y="48"/>
                  <a:pt x="129" y="41"/>
                  <a:pt x="129" y="32"/>
                </a:cubicBezTo>
                <a:cubicBezTo>
                  <a:pt x="129" y="23"/>
                  <a:pt x="136" y="16"/>
                  <a:pt x="145" y="16"/>
                </a:cubicBezTo>
                <a:moveTo>
                  <a:pt x="40" y="205"/>
                </a:moveTo>
                <a:cubicBezTo>
                  <a:pt x="58" y="186"/>
                  <a:pt x="81" y="162"/>
                  <a:pt x="81" y="112"/>
                </a:cubicBezTo>
                <a:cubicBezTo>
                  <a:pt x="81" y="85"/>
                  <a:pt x="97" y="62"/>
                  <a:pt x="121" y="53"/>
                </a:cubicBezTo>
                <a:cubicBezTo>
                  <a:pt x="126" y="59"/>
                  <a:pt x="135" y="64"/>
                  <a:pt x="145" y="64"/>
                </a:cubicBezTo>
                <a:cubicBezTo>
                  <a:pt x="155" y="64"/>
                  <a:pt x="163" y="59"/>
                  <a:pt x="169" y="53"/>
                </a:cubicBezTo>
                <a:cubicBezTo>
                  <a:pt x="192" y="62"/>
                  <a:pt x="209" y="85"/>
                  <a:pt x="209" y="112"/>
                </a:cubicBezTo>
                <a:cubicBezTo>
                  <a:pt x="209" y="162"/>
                  <a:pt x="232" y="186"/>
                  <a:pt x="250" y="205"/>
                </a:cubicBezTo>
                <a:cubicBezTo>
                  <a:pt x="253" y="208"/>
                  <a:pt x="257" y="212"/>
                  <a:pt x="259" y="215"/>
                </a:cubicBezTo>
                <a:cubicBezTo>
                  <a:pt x="244" y="230"/>
                  <a:pt x="199" y="240"/>
                  <a:pt x="145" y="240"/>
                </a:cubicBezTo>
                <a:cubicBezTo>
                  <a:pt x="91" y="240"/>
                  <a:pt x="46" y="230"/>
                  <a:pt x="30" y="215"/>
                </a:cubicBezTo>
                <a:cubicBezTo>
                  <a:pt x="33" y="212"/>
                  <a:pt x="36" y="208"/>
                  <a:pt x="40" y="205"/>
                </a:cubicBezTo>
                <a:moveTo>
                  <a:pt x="145" y="337"/>
                </a:moveTo>
                <a:cubicBezTo>
                  <a:pt x="127" y="337"/>
                  <a:pt x="113" y="322"/>
                  <a:pt x="113" y="305"/>
                </a:cubicBezTo>
                <a:cubicBezTo>
                  <a:pt x="113" y="304"/>
                  <a:pt x="113" y="304"/>
                  <a:pt x="113" y="303"/>
                </a:cubicBezTo>
                <a:cubicBezTo>
                  <a:pt x="123" y="304"/>
                  <a:pt x="134" y="305"/>
                  <a:pt x="145" y="305"/>
                </a:cubicBezTo>
                <a:cubicBezTo>
                  <a:pt x="156" y="305"/>
                  <a:pt x="167" y="304"/>
                  <a:pt x="177" y="303"/>
                </a:cubicBezTo>
                <a:cubicBezTo>
                  <a:pt x="177" y="304"/>
                  <a:pt x="177" y="304"/>
                  <a:pt x="177" y="305"/>
                </a:cubicBezTo>
                <a:cubicBezTo>
                  <a:pt x="177" y="322"/>
                  <a:pt x="163" y="337"/>
                  <a:pt x="145" y="337"/>
                </a:cubicBezTo>
                <a:moveTo>
                  <a:pt x="145" y="289"/>
                </a:moveTo>
                <a:cubicBezTo>
                  <a:pt x="62" y="289"/>
                  <a:pt x="16" y="262"/>
                  <a:pt x="16" y="248"/>
                </a:cubicBezTo>
                <a:cubicBezTo>
                  <a:pt x="16" y="240"/>
                  <a:pt x="18" y="233"/>
                  <a:pt x="22" y="227"/>
                </a:cubicBezTo>
                <a:cubicBezTo>
                  <a:pt x="44" y="244"/>
                  <a:pt x="91" y="256"/>
                  <a:pt x="145" y="256"/>
                </a:cubicBezTo>
                <a:cubicBezTo>
                  <a:pt x="199" y="256"/>
                  <a:pt x="246" y="244"/>
                  <a:pt x="268" y="227"/>
                </a:cubicBezTo>
                <a:cubicBezTo>
                  <a:pt x="271" y="233"/>
                  <a:pt x="273" y="240"/>
                  <a:pt x="273" y="248"/>
                </a:cubicBezTo>
                <a:cubicBezTo>
                  <a:pt x="273" y="262"/>
                  <a:pt x="228" y="289"/>
                  <a:pt x="145" y="289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3" name="Freeform 13"/>
          <p:cNvSpPr>
            <a:spLocks noEditPoints="1"/>
          </p:cNvSpPr>
          <p:nvPr/>
        </p:nvSpPr>
        <p:spPr bwMode="auto">
          <a:xfrm>
            <a:off x="9673167" y="954617"/>
            <a:ext cx="577851" cy="577851"/>
          </a:xfrm>
          <a:custGeom>
            <a:avLst/>
            <a:gdLst>
              <a:gd name="T0" fmla="*/ 353 w 353"/>
              <a:gd name="T1" fmla="*/ 104 h 353"/>
              <a:gd name="T2" fmla="*/ 351 w 353"/>
              <a:gd name="T3" fmla="*/ 99 h 353"/>
              <a:gd name="T4" fmla="*/ 351 w 353"/>
              <a:gd name="T5" fmla="*/ 99 h 353"/>
              <a:gd name="T6" fmla="*/ 351 w 353"/>
              <a:gd name="T7" fmla="*/ 99 h 353"/>
              <a:gd name="T8" fmla="*/ 350 w 353"/>
              <a:gd name="T9" fmla="*/ 98 h 353"/>
              <a:gd name="T10" fmla="*/ 255 w 353"/>
              <a:gd name="T11" fmla="*/ 3 h 353"/>
              <a:gd name="T12" fmla="*/ 255 w 353"/>
              <a:gd name="T13" fmla="*/ 3 h 353"/>
              <a:gd name="T14" fmla="*/ 248 w 353"/>
              <a:gd name="T15" fmla="*/ 0 h 353"/>
              <a:gd name="T16" fmla="*/ 104 w 353"/>
              <a:gd name="T17" fmla="*/ 0 h 353"/>
              <a:gd name="T18" fmla="*/ 98 w 353"/>
              <a:gd name="T19" fmla="*/ 3 h 353"/>
              <a:gd name="T20" fmla="*/ 97 w 353"/>
              <a:gd name="T21" fmla="*/ 3 h 353"/>
              <a:gd name="T22" fmla="*/ 2 w 353"/>
              <a:gd name="T23" fmla="*/ 98 h 353"/>
              <a:gd name="T24" fmla="*/ 2 w 353"/>
              <a:gd name="T25" fmla="*/ 99 h 353"/>
              <a:gd name="T26" fmla="*/ 1 w 353"/>
              <a:gd name="T27" fmla="*/ 99 h 353"/>
              <a:gd name="T28" fmla="*/ 1 w 353"/>
              <a:gd name="T29" fmla="*/ 99 h 353"/>
              <a:gd name="T30" fmla="*/ 0 w 353"/>
              <a:gd name="T31" fmla="*/ 104 h 353"/>
              <a:gd name="T32" fmla="*/ 1 w 353"/>
              <a:gd name="T33" fmla="*/ 109 h 353"/>
              <a:gd name="T34" fmla="*/ 1 w 353"/>
              <a:gd name="T35" fmla="*/ 109 h 353"/>
              <a:gd name="T36" fmla="*/ 170 w 353"/>
              <a:gd name="T37" fmla="*/ 350 h 353"/>
              <a:gd name="T38" fmla="*/ 170 w 353"/>
              <a:gd name="T39" fmla="*/ 350 h 353"/>
              <a:gd name="T40" fmla="*/ 176 w 353"/>
              <a:gd name="T41" fmla="*/ 353 h 353"/>
              <a:gd name="T42" fmla="*/ 182 w 353"/>
              <a:gd name="T43" fmla="*/ 350 h 353"/>
              <a:gd name="T44" fmla="*/ 182 w 353"/>
              <a:gd name="T45" fmla="*/ 350 h 353"/>
              <a:gd name="T46" fmla="*/ 351 w 353"/>
              <a:gd name="T47" fmla="*/ 109 h 353"/>
              <a:gd name="T48" fmla="*/ 351 w 353"/>
              <a:gd name="T49" fmla="*/ 109 h 353"/>
              <a:gd name="T50" fmla="*/ 353 w 353"/>
              <a:gd name="T51" fmla="*/ 104 h 353"/>
              <a:gd name="T52" fmla="*/ 245 w 353"/>
              <a:gd name="T53" fmla="*/ 16 h 353"/>
              <a:gd name="T54" fmla="*/ 325 w 353"/>
              <a:gd name="T55" fmla="*/ 96 h 353"/>
              <a:gd name="T56" fmla="*/ 253 w 353"/>
              <a:gd name="T57" fmla="*/ 96 h 353"/>
              <a:gd name="T58" fmla="*/ 213 w 353"/>
              <a:gd name="T59" fmla="*/ 16 h 353"/>
              <a:gd name="T60" fmla="*/ 245 w 353"/>
              <a:gd name="T61" fmla="*/ 16 h 353"/>
              <a:gd name="T62" fmla="*/ 195 w 353"/>
              <a:gd name="T63" fmla="*/ 16 h 353"/>
              <a:gd name="T64" fmla="*/ 235 w 353"/>
              <a:gd name="T65" fmla="*/ 96 h 353"/>
              <a:gd name="T66" fmla="*/ 117 w 353"/>
              <a:gd name="T67" fmla="*/ 96 h 353"/>
              <a:gd name="T68" fmla="*/ 157 w 353"/>
              <a:gd name="T69" fmla="*/ 16 h 353"/>
              <a:gd name="T70" fmla="*/ 195 w 353"/>
              <a:gd name="T71" fmla="*/ 16 h 353"/>
              <a:gd name="T72" fmla="*/ 107 w 353"/>
              <a:gd name="T73" fmla="*/ 16 h 353"/>
              <a:gd name="T74" fmla="*/ 139 w 353"/>
              <a:gd name="T75" fmla="*/ 16 h 353"/>
              <a:gd name="T76" fmla="*/ 99 w 353"/>
              <a:gd name="T77" fmla="*/ 96 h 353"/>
              <a:gd name="T78" fmla="*/ 27 w 353"/>
              <a:gd name="T79" fmla="*/ 96 h 353"/>
              <a:gd name="T80" fmla="*/ 107 w 353"/>
              <a:gd name="T81" fmla="*/ 16 h 353"/>
              <a:gd name="T82" fmla="*/ 23 w 353"/>
              <a:gd name="T83" fmla="*/ 112 h 353"/>
              <a:gd name="T84" fmla="*/ 98 w 353"/>
              <a:gd name="T85" fmla="*/ 112 h 353"/>
              <a:gd name="T86" fmla="*/ 154 w 353"/>
              <a:gd name="T87" fmla="*/ 299 h 353"/>
              <a:gd name="T88" fmla="*/ 23 w 353"/>
              <a:gd name="T89" fmla="*/ 112 h 353"/>
              <a:gd name="T90" fmla="*/ 176 w 353"/>
              <a:gd name="T91" fmla="*/ 317 h 353"/>
              <a:gd name="T92" fmla="*/ 115 w 353"/>
              <a:gd name="T93" fmla="*/ 112 h 353"/>
              <a:gd name="T94" fmla="*/ 238 w 353"/>
              <a:gd name="T95" fmla="*/ 112 h 353"/>
              <a:gd name="T96" fmla="*/ 176 w 353"/>
              <a:gd name="T97" fmla="*/ 317 h 353"/>
              <a:gd name="T98" fmla="*/ 198 w 353"/>
              <a:gd name="T99" fmla="*/ 299 h 353"/>
              <a:gd name="T100" fmla="*/ 254 w 353"/>
              <a:gd name="T101" fmla="*/ 112 h 353"/>
              <a:gd name="T102" fmla="*/ 329 w 353"/>
              <a:gd name="T103" fmla="*/ 112 h 353"/>
              <a:gd name="T104" fmla="*/ 198 w 353"/>
              <a:gd name="T105" fmla="*/ 299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353" h="353">
                <a:moveTo>
                  <a:pt x="353" y="104"/>
                </a:moveTo>
                <a:cubicBezTo>
                  <a:pt x="353" y="102"/>
                  <a:pt x="352" y="101"/>
                  <a:pt x="351" y="99"/>
                </a:cubicBezTo>
                <a:cubicBezTo>
                  <a:pt x="351" y="99"/>
                  <a:pt x="351" y="99"/>
                  <a:pt x="351" y="99"/>
                </a:cubicBezTo>
                <a:cubicBezTo>
                  <a:pt x="351" y="99"/>
                  <a:pt x="351" y="99"/>
                  <a:pt x="351" y="99"/>
                </a:cubicBezTo>
                <a:cubicBezTo>
                  <a:pt x="350" y="98"/>
                  <a:pt x="350" y="98"/>
                  <a:pt x="350" y="98"/>
                </a:cubicBezTo>
                <a:cubicBezTo>
                  <a:pt x="255" y="3"/>
                  <a:pt x="255" y="3"/>
                  <a:pt x="255" y="3"/>
                </a:cubicBezTo>
                <a:cubicBezTo>
                  <a:pt x="255" y="3"/>
                  <a:pt x="255" y="3"/>
                  <a:pt x="255" y="3"/>
                </a:cubicBezTo>
                <a:cubicBezTo>
                  <a:pt x="253" y="1"/>
                  <a:pt x="251" y="0"/>
                  <a:pt x="248" y="0"/>
                </a:cubicBezTo>
                <a:cubicBezTo>
                  <a:pt x="104" y="0"/>
                  <a:pt x="104" y="0"/>
                  <a:pt x="104" y="0"/>
                </a:cubicBezTo>
                <a:cubicBezTo>
                  <a:pt x="101" y="0"/>
                  <a:pt x="99" y="1"/>
                  <a:pt x="98" y="3"/>
                </a:cubicBezTo>
                <a:cubicBezTo>
                  <a:pt x="97" y="3"/>
                  <a:pt x="97" y="3"/>
                  <a:pt x="97" y="3"/>
                </a:cubicBezTo>
                <a:cubicBezTo>
                  <a:pt x="2" y="98"/>
                  <a:pt x="2" y="98"/>
                  <a:pt x="2" y="98"/>
                </a:cubicBezTo>
                <a:cubicBezTo>
                  <a:pt x="2" y="98"/>
                  <a:pt x="2" y="98"/>
                  <a:pt x="2" y="99"/>
                </a:cubicBezTo>
                <a:cubicBezTo>
                  <a:pt x="1" y="99"/>
                  <a:pt x="1" y="99"/>
                  <a:pt x="1" y="99"/>
                </a:cubicBezTo>
                <a:cubicBezTo>
                  <a:pt x="1" y="99"/>
                  <a:pt x="1" y="99"/>
                  <a:pt x="1" y="99"/>
                </a:cubicBezTo>
                <a:cubicBezTo>
                  <a:pt x="0" y="101"/>
                  <a:pt x="0" y="102"/>
                  <a:pt x="0" y="104"/>
                </a:cubicBezTo>
                <a:cubicBezTo>
                  <a:pt x="0" y="106"/>
                  <a:pt x="0" y="108"/>
                  <a:pt x="1" y="109"/>
                </a:cubicBezTo>
                <a:cubicBezTo>
                  <a:pt x="1" y="109"/>
                  <a:pt x="1" y="109"/>
                  <a:pt x="1" y="109"/>
                </a:cubicBezTo>
                <a:cubicBezTo>
                  <a:pt x="170" y="350"/>
                  <a:pt x="170" y="350"/>
                  <a:pt x="170" y="350"/>
                </a:cubicBezTo>
                <a:cubicBezTo>
                  <a:pt x="170" y="350"/>
                  <a:pt x="170" y="350"/>
                  <a:pt x="170" y="350"/>
                </a:cubicBezTo>
                <a:cubicBezTo>
                  <a:pt x="171" y="352"/>
                  <a:pt x="174" y="353"/>
                  <a:pt x="176" y="353"/>
                </a:cubicBezTo>
                <a:cubicBezTo>
                  <a:pt x="179" y="353"/>
                  <a:pt x="181" y="352"/>
                  <a:pt x="182" y="350"/>
                </a:cubicBezTo>
                <a:cubicBezTo>
                  <a:pt x="182" y="350"/>
                  <a:pt x="182" y="350"/>
                  <a:pt x="182" y="350"/>
                </a:cubicBezTo>
                <a:cubicBezTo>
                  <a:pt x="351" y="109"/>
                  <a:pt x="351" y="109"/>
                  <a:pt x="351" y="109"/>
                </a:cubicBezTo>
                <a:cubicBezTo>
                  <a:pt x="351" y="109"/>
                  <a:pt x="351" y="109"/>
                  <a:pt x="351" y="109"/>
                </a:cubicBezTo>
                <a:cubicBezTo>
                  <a:pt x="352" y="108"/>
                  <a:pt x="353" y="106"/>
                  <a:pt x="353" y="104"/>
                </a:cubicBezTo>
                <a:moveTo>
                  <a:pt x="245" y="16"/>
                </a:moveTo>
                <a:cubicBezTo>
                  <a:pt x="325" y="96"/>
                  <a:pt x="325" y="96"/>
                  <a:pt x="325" y="96"/>
                </a:cubicBezTo>
                <a:cubicBezTo>
                  <a:pt x="253" y="96"/>
                  <a:pt x="253" y="96"/>
                  <a:pt x="253" y="96"/>
                </a:cubicBezTo>
                <a:cubicBezTo>
                  <a:pt x="213" y="16"/>
                  <a:pt x="213" y="16"/>
                  <a:pt x="213" y="16"/>
                </a:cubicBezTo>
                <a:lnTo>
                  <a:pt x="245" y="16"/>
                </a:lnTo>
                <a:close/>
                <a:moveTo>
                  <a:pt x="195" y="16"/>
                </a:moveTo>
                <a:cubicBezTo>
                  <a:pt x="235" y="96"/>
                  <a:pt x="235" y="96"/>
                  <a:pt x="235" y="96"/>
                </a:cubicBezTo>
                <a:cubicBezTo>
                  <a:pt x="117" y="96"/>
                  <a:pt x="117" y="96"/>
                  <a:pt x="117" y="96"/>
                </a:cubicBezTo>
                <a:cubicBezTo>
                  <a:pt x="157" y="16"/>
                  <a:pt x="157" y="16"/>
                  <a:pt x="157" y="16"/>
                </a:cubicBezTo>
                <a:lnTo>
                  <a:pt x="195" y="16"/>
                </a:lnTo>
                <a:close/>
                <a:moveTo>
                  <a:pt x="107" y="16"/>
                </a:moveTo>
                <a:cubicBezTo>
                  <a:pt x="139" y="16"/>
                  <a:pt x="139" y="16"/>
                  <a:pt x="139" y="16"/>
                </a:cubicBezTo>
                <a:cubicBezTo>
                  <a:pt x="99" y="96"/>
                  <a:pt x="99" y="96"/>
                  <a:pt x="99" y="96"/>
                </a:cubicBezTo>
                <a:cubicBezTo>
                  <a:pt x="27" y="96"/>
                  <a:pt x="27" y="96"/>
                  <a:pt x="27" y="96"/>
                </a:cubicBezTo>
                <a:lnTo>
                  <a:pt x="107" y="16"/>
                </a:lnTo>
                <a:close/>
                <a:moveTo>
                  <a:pt x="23" y="112"/>
                </a:moveTo>
                <a:cubicBezTo>
                  <a:pt x="98" y="112"/>
                  <a:pt x="98" y="112"/>
                  <a:pt x="98" y="112"/>
                </a:cubicBezTo>
                <a:cubicBezTo>
                  <a:pt x="154" y="299"/>
                  <a:pt x="154" y="299"/>
                  <a:pt x="154" y="299"/>
                </a:cubicBezTo>
                <a:lnTo>
                  <a:pt x="23" y="112"/>
                </a:lnTo>
                <a:close/>
                <a:moveTo>
                  <a:pt x="176" y="317"/>
                </a:moveTo>
                <a:cubicBezTo>
                  <a:pt x="115" y="112"/>
                  <a:pt x="115" y="112"/>
                  <a:pt x="115" y="112"/>
                </a:cubicBezTo>
                <a:cubicBezTo>
                  <a:pt x="238" y="112"/>
                  <a:pt x="238" y="112"/>
                  <a:pt x="238" y="112"/>
                </a:cubicBezTo>
                <a:lnTo>
                  <a:pt x="176" y="317"/>
                </a:lnTo>
                <a:close/>
                <a:moveTo>
                  <a:pt x="198" y="299"/>
                </a:moveTo>
                <a:cubicBezTo>
                  <a:pt x="254" y="112"/>
                  <a:pt x="254" y="112"/>
                  <a:pt x="254" y="112"/>
                </a:cubicBezTo>
                <a:cubicBezTo>
                  <a:pt x="329" y="112"/>
                  <a:pt x="329" y="112"/>
                  <a:pt x="329" y="112"/>
                </a:cubicBezTo>
                <a:lnTo>
                  <a:pt x="198" y="29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4" name="Freeform 14"/>
          <p:cNvSpPr>
            <a:spLocks noEditPoints="1"/>
          </p:cNvSpPr>
          <p:nvPr/>
        </p:nvSpPr>
        <p:spPr bwMode="auto">
          <a:xfrm>
            <a:off x="10775951" y="954617"/>
            <a:ext cx="577851" cy="577851"/>
          </a:xfrm>
          <a:custGeom>
            <a:avLst/>
            <a:gdLst>
              <a:gd name="T0" fmla="*/ 353 w 353"/>
              <a:gd name="T1" fmla="*/ 104 h 353"/>
              <a:gd name="T2" fmla="*/ 249 w 353"/>
              <a:gd name="T3" fmla="*/ 0 h 353"/>
              <a:gd name="T4" fmla="*/ 176 w 353"/>
              <a:gd name="T5" fmla="*/ 29 h 353"/>
              <a:gd name="T6" fmla="*/ 104 w 353"/>
              <a:gd name="T7" fmla="*/ 0 h 353"/>
              <a:gd name="T8" fmla="*/ 0 w 353"/>
              <a:gd name="T9" fmla="*/ 104 h 353"/>
              <a:gd name="T10" fmla="*/ 1 w 353"/>
              <a:gd name="T11" fmla="*/ 116 h 353"/>
              <a:gd name="T12" fmla="*/ 176 w 353"/>
              <a:gd name="T13" fmla="*/ 353 h 353"/>
              <a:gd name="T14" fmla="*/ 352 w 353"/>
              <a:gd name="T15" fmla="*/ 116 h 353"/>
              <a:gd name="T16" fmla="*/ 353 w 353"/>
              <a:gd name="T17" fmla="*/ 104 h 353"/>
              <a:gd name="T18" fmla="*/ 336 w 353"/>
              <a:gd name="T19" fmla="*/ 114 h 353"/>
              <a:gd name="T20" fmla="*/ 176 w 353"/>
              <a:gd name="T21" fmla="*/ 335 h 353"/>
              <a:gd name="T22" fmla="*/ 17 w 353"/>
              <a:gd name="T23" fmla="*/ 114 h 353"/>
              <a:gd name="T24" fmla="*/ 16 w 353"/>
              <a:gd name="T25" fmla="*/ 104 h 353"/>
              <a:gd name="T26" fmla="*/ 104 w 353"/>
              <a:gd name="T27" fmla="*/ 16 h 353"/>
              <a:gd name="T28" fmla="*/ 165 w 353"/>
              <a:gd name="T29" fmla="*/ 40 h 353"/>
              <a:gd name="T30" fmla="*/ 176 w 353"/>
              <a:gd name="T31" fmla="*/ 51 h 353"/>
              <a:gd name="T32" fmla="*/ 188 w 353"/>
              <a:gd name="T33" fmla="*/ 40 h 353"/>
              <a:gd name="T34" fmla="*/ 249 w 353"/>
              <a:gd name="T35" fmla="*/ 16 h 353"/>
              <a:gd name="T36" fmla="*/ 337 w 353"/>
              <a:gd name="T37" fmla="*/ 104 h 353"/>
              <a:gd name="T38" fmla="*/ 336 w 353"/>
              <a:gd name="T39" fmla="*/ 114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353" h="353">
                <a:moveTo>
                  <a:pt x="353" y="104"/>
                </a:moveTo>
                <a:cubicBezTo>
                  <a:pt x="353" y="46"/>
                  <a:pt x="306" y="0"/>
                  <a:pt x="249" y="0"/>
                </a:cubicBezTo>
                <a:cubicBezTo>
                  <a:pt x="221" y="0"/>
                  <a:pt x="195" y="11"/>
                  <a:pt x="176" y="29"/>
                </a:cubicBezTo>
                <a:cubicBezTo>
                  <a:pt x="158" y="11"/>
                  <a:pt x="132" y="0"/>
                  <a:pt x="104" y="0"/>
                </a:cubicBezTo>
                <a:cubicBezTo>
                  <a:pt x="47" y="0"/>
                  <a:pt x="0" y="46"/>
                  <a:pt x="0" y="104"/>
                </a:cubicBezTo>
                <a:cubicBezTo>
                  <a:pt x="0" y="111"/>
                  <a:pt x="1" y="119"/>
                  <a:pt x="1" y="116"/>
                </a:cubicBezTo>
                <a:cubicBezTo>
                  <a:pt x="12" y="219"/>
                  <a:pt x="161" y="353"/>
                  <a:pt x="176" y="353"/>
                </a:cubicBezTo>
                <a:cubicBezTo>
                  <a:pt x="192" y="353"/>
                  <a:pt x="341" y="219"/>
                  <a:pt x="352" y="116"/>
                </a:cubicBezTo>
                <a:cubicBezTo>
                  <a:pt x="352" y="119"/>
                  <a:pt x="353" y="111"/>
                  <a:pt x="353" y="104"/>
                </a:cubicBezTo>
                <a:moveTo>
                  <a:pt x="336" y="114"/>
                </a:moveTo>
                <a:cubicBezTo>
                  <a:pt x="327" y="200"/>
                  <a:pt x="206" y="317"/>
                  <a:pt x="176" y="335"/>
                </a:cubicBezTo>
                <a:cubicBezTo>
                  <a:pt x="147" y="317"/>
                  <a:pt x="26" y="200"/>
                  <a:pt x="17" y="114"/>
                </a:cubicBezTo>
                <a:cubicBezTo>
                  <a:pt x="17" y="114"/>
                  <a:pt x="16" y="109"/>
                  <a:pt x="16" y="104"/>
                </a:cubicBezTo>
                <a:cubicBezTo>
                  <a:pt x="16" y="55"/>
                  <a:pt x="56" y="16"/>
                  <a:pt x="104" y="16"/>
                </a:cubicBezTo>
                <a:cubicBezTo>
                  <a:pt x="127" y="16"/>
                  <a:pt x="149" y="24"/>
                  <a:pt x="165" y="40"/>
                </a:cubicBezTo>
                <a:cubicBezTo>
                  <a:pt x="176" y="51"/>
                  <a:pt x="176" y="51"/>
                  <a:pt x="176" y="51"/>
                </a:cubicBezTo>
                <a:cubicBezTo>
                  <a:pt x="188" y="40"/>
                  <a:pt x="188" y="40"/>
                  <a:pt x="188" y="40"/>
                </a:cubicBezTo>
                <a:cubicBezTo>
                  <a:pt x="204" y="24"/>
                  <a:pt x="226" y="16"/>
                  <a:pt x="249" y="16"/>
                </a:cubicBezTo>
                <a:cubicBezTo>
                  <a:pt x="297" y="16"/>
                  <a:pt x="337" y="55"/>
                  <a:pt x="337" y="104"/>
                </a:cubicBezTo>
                <a:cubicBezTo>
                  <a:pt x="337" y="110"/>
                  <a:pt x="336" y="114"/>
                  <a:pt x="336" y="114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5" name="Freeform 15"/>
          <p:cNvSpPr>
            <a:spLocks noEditPoints="1"/>
          </p:cNvSpPr>
          <p:nvPr/>
        </p:nvSpPr>
        <p:spPr bwMode="auto">
          <a:xfrm>
            <a:off x="971551" y="2012951"/>
            <a:ext cx="315384" cy="577851"/>
          </a:xfrm>
          <a:custGeom>
            <a:avLst/>
            <a:gdLst>
              <a:gd name="T0" fmla="*/ 193 w 193"/>
              <a:gd name="T1" fmla="*/ 193 h 353"/>
              <a:gd name="T2" fmla="*/ 193 w 193"/>
              <a:gd name="T3" fmla="*/ 169 h 353"/>
              <a:gd name="T4" fmla="*/ 185 w 193"/>
              <a:gd name="T5" fmla="*/ 161 h 353"/>
              <a:gd name="T6" fmla="*/ 177 w 193"/>
              <a:gd name="T7" fmla="*/ 169 h 353"/>
              <a:gd name="T8" fmla="*/ 177 w 193"/>
              <a:gd name="T9" fmla="*/ 193 h 353"/>
              <a:gd name="T10" fmla="*/ 97 w 193"/>
              <a:gd name="T11" fmla="*/ 273 h 353"/>
              <a:gd name="T12" fmla="*/ 16 w 193"/>
              <a:gd name="T13" fmla="*/ 193 h 353"/>
              <a:gd name="T14" fmla="*/ 16 w 193"/>
              <a:gd name="T15" fmla="*/ 169 h 353"/>
              <a:gd name="T16" fmla="*/ 8 w 193"/>
              <a:gd name="T17" fmla="*/ 161 h 353"/>
              <a:gd name="T18" fmla="*/ 0 w 193"/>
              <a:gd name="T19" fmla="*/ 169 h 353"/>
              <a:gd name="T20" fmla="*/ 0 w 193"/>
              <a:gd name="T21" fmla="*/ 193 h 353"/>
              <a:gd name="T22" fmla="*/ 88 w 193"/>
              <a:gd name="T23" fmla="*/ 289 h 353"/>
              <a:gd name="T24" fmla="*/ 88 w 193"/>
              <a:gd name="T25" fmla="*/ 337 h 353"/>
              <a:gd name="T26" fmla="*/ 32 w 193"/>
              <a:gd name="T27" fmla="*/ 337 h 353"/>
              <a:gd name="T28" fmla="*/ 24 w 193"/>
              <a:gd name="T29" fmla="*/ 345 h 353"/>
              <a:gd name="T30" fmla="*/ 32 w 193"/>
              <a:gd name="T31" fmla="*/ 353 h 353"/>
              <a:gd name="T32" fmla="*/ 161 w 193"/>
              <a:gd name="T33" fmla="*/ 353 h 353"/>
              <a:gd name="T34" fmla="*/ 169 w 193"/>
              <a:gd name="T35" fmla="*/ 345 h 353"/>
              <a:gd name="T36" fmla="*/ 161 w 193"/>
              <a:gd name="T37" fmla="*/ 337 h 353"/>
              <a:gd name="T38" fmla="*/ 105 w 193"/>
              <a:gd name="T39" fmla="*/ 337 h 353"/>
              <a:gd name="T40" fmla="*/ 105 w 193"/>
              <a:gd name="T41" fmla="*/ 289 h 353"/>
              <a:gd name="T42" fmla="*/ 193 w 193"/>
              <a:gd name="T43" fmla="*/ 193 h 353"/>
              <a:gd name="T44" fmla="*/ 97 w 193"/>
              <a:gd name="T45" fmla="*/ 257 h 353"/>
              <a:gd name="T46" fmla="*/ 161 w 193"/>
              <a:gd name="T47" fmla="*/ 193 h 353"/>
              <a:gd name="T48" fmla="*/ 161 w 193"/>
              <a:gd name="T49" fmla="*/ 64 h 353"/>
              <a:gd name="T50" fmla="*/ 97 w 193"/>
              <a:gd name="T51" fmla="*/ 0 h 353"/>
              <a:gd name="T52" fmla="*/ 32 w 193"/>
              <a:gd name="T53" fmla="*/ 64 h 353"/>
              <a:gd name="T54" fmla="*/ 32 w 193"/>
              <a:gd name="T55" fmla="*/ 193 h 353"/>
              <a:gd name="T56" fmla="*/ 97 w 193"/>
              <a:gd name="T57" fmla="*/ 257 h 353"/>
              <a:gd name="T58" fmla="*/ 48 w 193"/>
              <a:gd name="T59" fmla="*/ 64 h 353"/>
              <a:gd name="T60" fmla="*/ 97 w 193"/>
              <a:gd name="T61" fmla="*/ 16 h 353"/>
              <a:gd name="T62" fmla="*/ 145 w 193"/>
              <a:gd name="T63" fmla="*/ 64 h 353"/>
              <a:gd name="T64" fmla="*/ 145 w 193"/>
              <a:gd name="T65" fmla="*/ 129 h 353"/>
              <a:gd name="T66" fmla="*/ 48 w 193"/>
              <a:gd name="T67" fmla="*/ 129 h 353"/>
              <a:gd name="T68" fmla="*/ 48 w 193"/>
              <a:gd name="T69" fmla="*/ 64 h 353"/>
              <a:gd name="T70" fmla="*/ 48 w 193"/>
              <a:gd name="T71" fmla="*/ 145 h 353"/>
              <a:gd name="T72" fmla="*/ 145 w 193"/>
              <a:gd name="T73" fmla="*/ 145 h 353"/>
              <a:gd name="T74" fmla="*/ 145 w 193"/>
              <a:gd name="T75" fmla="*/ 193 h 353"/>
              <a:gd name="T76" fmla="*/ 97 w 193"/>
              <a:gd name="T77" fmla="*/ 241 h 353"/>
              <a:gd name="T78" fmla="*/ 48 w 193"/>
              <a:gd name="T79" fmla="*/ 193 h 353"/>
              <a:gd name="T80" fmla="*/ 48 w 193"/>
              <a:gd name="T81" fmla="*/ 145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93" h="353">
                <a:moveTo>
                  <a:pt x="193" y="193"/>
                </a:moveTo>
                <a:cubicBezTo>
                  <a:pt x="193" y="169"/>
                  <a:pt x="193" y="169"/>
                  <a:pt x="193" y="169"/>
                </a:cubicBezTo>
                <a:cubicBezTo>
                  <a:pt x="193" y="164"/>
                  <a:pt x="189" y="161"/>
                  <a:pt x="185" y="161"/>
                </a:cubicBezTo>
                <a:cubicBezTo>
                  <a:pt x="180" y="161"/>
                  <a:pt x="177" y="164"/>
                  <a:pt x="177" y="169"/>
                </a:cubicBezTo>
                <a:cubicBezTo>
                  <a:pt x="177" y="193"/>
                  <a:pt x="177" y="193"/>
                  <a:pt x="177" y="193"/>
                </a:cubicBezTo>
                <a:cubicBezTo>
                  <a:pt x="177" y="237"/>
                  <a:pt x="141" y="273"/>
                  <a:pt x="97" y="273"/>
                </a:cubicBezTo>
                <a:cubicBezTo>
                  <a:pt x="52" y="273"/>
                  <a:pt x="16" y="237"/>
                  <a:pt x="16" y="193"/>
                </a:cubicBezTo>
                <a:cubicBezTo>
                  <a:pt x="16" y="169"/>
                  <a:pt x="16" y="169"/>
                  <a:pt x="16" y="169"/>
                </a:cubicBezTo>
                <a:cubicBezTo>
                  <a:pt x="16" y="164"/>
                  <a:pt x="13" y="161"/>
                  <a:pt x="8" y="161"/>
                </a:cubicBezTo>
                <a:cubicBezTo>
                  <a:pt x="4" y="161"/>
                  <a:pt x="0" y="164"/>
                  <a:pt x="0" y="169"/>
                </a:cubicBezTo>
                <a:cubicBezTo>
                  <a:pt x="0" y="193"/>
                  <a:pt x="0" y="193"/>
                  <a:pt x="0" y="193"/>
                </a:cubicBezTo>
                <a:cubicBezTo>
                  <a:pt x="0" y="243"/>
                  <a:pt x="39" y="285"/>
                  <a:pt x="88" y="289"/>
                </a:cubicBezTo>
                <a:cubicBezTo>
                  <a:pt x="88" y="337"/>
                  <a:pt x="88" y="337"/>
                  <a:pt x="88" y="337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28" y="337"/>
                  <a:pt x="24" y="341"/>
                  <a:pt x="24" y="345"/>
                </a:cubicBezTo>
                <a:cubicBezTo>
                  <a:pt x="24" y="350"/>
                  <a:pt x="28" y="353"/>
                  <a:pt x="32" y="353"/>
                </a:cubicBezTo>
                <a:cubicBezTo>
                  <a:pt x="161" y="353"/>
                  <a:pt x="161" y="353"/>
                  <a:pt x="161" y="353"/>
                </a:cubicBezTo>
                <a:cubicBezTo>
                  <a:pt x="165" y="353"/>
                  <a:pt x="169" y="350"/>
                  <a:pt x="169" y="345"/>
                </a:cubicBezTo>
                <a:cubicBezTo>
                  <a:pt x="169" y="341"/>
                  <a:pt x="165" y="337"/>
                  <a:pt x="161" y="337"/>
                </a:cubicBezTo>
                <a:cubicBezTo>
                  <a:pt x="105" y="337"/>
                  <a:pt x="105" y="337"/>
                  <a:pt x="105" y="337"/>
                </a:cubicBezTo>
                <a:cubicBezTo>
                  <a:pt x="105" y="289"/>
                  <a:pt x="105" y="289"/>
                  <a:pt x="105" y="289"/>
                </a:cubicBezTo>
                <a:cubicBezTo>
                  <a:pt x="154" y="285"/>
                  <a:pt x="193" y="243"/>
                  <a:pt x="193" y="193"/>
                </a:cubicBezTo>
                <a:moveTo>
                  <a:pt x="97" y="257"/>
                </a:moveTo>
                <a:cubicBezTo>
                  <a:pt x="132" y="257"/>
                  <a:pt x="161" y="228"/>
                  <a:pt x="161" y="193"/>
                </a:cubicBezTo>
                <a:cubicBezTo>
                  <a:pt x="161" y="64"/>
                  <a:pt x="161" y="64"/>
                  <a:pt x="161" y="64"/>
                </a:cubicBezTo>
                <a:cubicBezTo>
                  <a:pt x="161" y="29"/>
                  <a:pt x="132" y="0"/>
                  <a:pt x="97" y="0"/>
                </a:cubicBezTo>
                <a:cubicBezTo>
                  <a:pt x="61" y="0"/>
                  <a:pt x="32" y="29"/>
                  <a:pt x="32" y="64"/>
                </a:cubicBezTo>
                <a:cubicBezTo>
                  <a:pt x="32" y="193"/>
                  <a:pt x="32" y="193"/>
                  <a:pt x="32" y="193"/>
                </a:cubicBezTo>
                <a:cubicBezTo>
                  <a:pt x="32" y="228"/>
                  <a:pt x="61" y="257"/>
                  <a:pt x="97" y="257"/>
                </a:cubicBezTo>
                <a:moveTo>
                  <a:pt x="48" y="64"/>
                </a:moveTo>
                <a:cubicBezTo>
                  <a:pt x="48" y="38"/>
                  <a:pt x="70" y="16"/>
                  <a:pt x="97" y="16"/>
                </a:cubicBezTo>
                <a:cubicBezTo>
                  <a:pt x="123" y="16"/>
                  <a:pt x="145" y="38"/>
                  <a:pt x="145" y="64"/>
                </a:cubicBezTo>
                <a:cubicBezTo>
                  <a:pt x="145" y="129"/>
                  <a:pt x="145" y="129"/>
                  <a:pt x="145" y="129"/>
                </a:cubicBezTo>
                <a:cubicBezTo>
                  <a:pt x="48" y="129"/>
                  <a:pt x="48" y="129"/>
                  <a:pt x="48" y="129"/>
                </a:cubicBezTo>
                <a:lnTo>
                  <a:pt x="48" y="64"/>
                </a:lnTo>
                <a:close/>
                <a:moveTo>
                  <a:pt x="48" y="145"/>
                </a:moveTo>
                <a:cubicBezTo>
                  <a:pt x="145" y="145"/>
                  <a:pt x="145" y="145"/>
                  <a:pt x="145" y="145"/>
                </a:cubicBezTo>
                <a:cubicBezTo>
                  <a:pt x="145" y="193"/>
                  <a:pt x="145" y="193"/>
                  <a:pt x="145" y="193"/>
                </a:cubicBezTo>
                <a:cubicBezTo>
                  <a:pt x="145" y="219"/>
                  <a:pt x="123" y="241"/>
                  <a:pt x="97" y="241"/>
                </a:cubicBezTo>
                <a:cubicBezTo>
                  <a:pt x="70" y="241"/>
                  <a:pt x="48" y="219"/>
                  <a:pt x="48" y="193"/>
                </a:cubicBezTo>
                <a:lnTo>
                  <a:pt x="48" y="14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6" name="Freeform 16"/>
          <p:cNvSpPr>
            <a:spLocks noEditPoints="1"/>
          </p:cNvSpPr>
          <p:nvPr/>
        </p:nvSpPr>
        <p:spPr bwMode="auto">
          <a:xfrm>
            <a:off x="1943101" y="1998133"/>
            <a:ext cx="590551" cy="592667"/>
          </a:xfrm>
          <a:custGeom>
            <a:avLst/>
            <a:gdLst>
              <a:gd name="T0" fmla="*/ 150 w 361"/>
              <a:gd name="T1" fmla="*/ 200 h 361"/>
              <a:gd name="T2" fmla="*/ 161 w 361"/>
              <a:gd name="T3" fmla="*/ 212 h 361"/>
              <a:gd name="T4" fmla="*/ 212 w 361"/>
              <a:gd name="T5" fmla="*/ 172 h 361"/>
              <a:gd name="T6" fmla="*/ 190 w 361"/>
              <a:gd name="T7" fmla="*/ 149 h 361"/>
              <a:gd name="T8" fmla="*/ 150 w 361"/>
              <a:gd name="T9" fmla="*/ 200 h 361"/>
              <a:gd name="T10" fmla="*/ 330 w 361"/>
              <a:gd name="T11" fmla="*/ 31 h 361"/>
              <a:gd name="T12" fmla="*/ 216 w 361"/>
              <a:gd name="T13" fmla="*/ 31 h 361"/>
              <a:gd name="T14" fmla="*/ 193 w 361"/>
              <a:gd name="T15" fmla="*/ 86 h 361"/>
              <a:gd name="T16" fmla="*/ 71 w 361"/>
              <a:gd name="T17" fmla="*/ 223 h 361"/>
              <a:gd name="T18" fmla="*/ 56 w 361"/>
              <a:gd name="T19" fmla="*/ 257 h 361"/>
              <a:gd name="T20" fmla="*/ 63 w 361"/>
              <a:gd name="T21" fmla="*/ 281 h 361"/>
              <a:gd name="T22" fmla="*/ 41 w 361"/>
              <a:gd name="T23" fmla="*/ 332 h 361"/>
              <a:gd name="T24" fmla="*/ 40 w 361"/>
              <a:gd name="T25" fmla="*/ 337 h 361"/>
              <a:gd name="T26" fmla="*/ 9 w 361"/>
              <a:gd name="T27" fmla="*/ 345 h 361"/>
              <a:gd name="T28" fmla="*/ 8 w 361"/>
              <a:gd name="T29" fmla="*/ 345 h 361"/>
              <a:gd name="T30" fmla="*/ 0 w 361"/>
              <a:gd name="T31" fmla="*/ 353 h 361"/>
              <a:gd name="T32" fmla="*/ 8 w 361"/>
              <a:gd name="T33" fmla="*/ 361 h 361"/>
              <a:gd name="T34" fmla="*/ 8 w 361"/>
              <a:gd name="T35" fmla="*/ 361 h 361"/>
              <a:gd name="T36" fmla="*/ 54 w 361"/>
              <a:gd name="T37" fmla="*/ 346 h 361"/>
              <a:gd name="T38" fmla="*/ 56 w 361"/>
              <a:gd name="T39" fmla="*/ 327 h 361"/>
              <a:gd name="T40" fmla="*/ 74 w 361"/>
              <a:gd name="T41" fmla="*/ 294 h 361"/>
              <a:gd name="T42" fmla="*/ 105 w 361"/>
              <a:gd name="T43" fmla="*/ 305 h 361"/>
              <a:gd name="T44" fmla="*/ 139 w 361"/>
              <a:gd name="T45" fmla="*/ 291 h 361"/>
              <a:gd name="T46" fmla="*/ 276 w 361"/>
              <a:gd name="T47" fmla="*/ 168 h 361"/>
              <a:gd name="T48" fmla="*/ 330 w 361"/>
              <a:gd name="T49" fmla="*/ 145 h 361"/>
              <a:gd name="T50" fmla="*/ 330 w 361"/>
              <a:gd name="T51" fmla="*/ 31 h 361"/>
              <a:gd name="T52" fmla="*/ 127 w 361"/>
              <a:gd name="T53" fmla="*/ 280 h 361"/>
              <a:gd name="T54" fmla="*/ 105 w 361"/>
              <a:gd name="T55" fmla="*/ 289 h 361"/>
              <a:gd name="T56" fmla="*/ 72 w 361"/>
              <a:gd name="T57" fmla="*/ 257 h 361"/>
              <a:gd name="T58" fmla="*/ 82 w 361"/>
              <a:gd name="T59" fmla="*/ 234 h 361"/>
              <a:gd name="T60" fmla="*/ 195 w 361"/>
              <a:gd name="T61" fmla="*/ 108 h 361"/>
              <a:gd name="T62" fmla="*/ 216 w 361"/>
              <a:gd name="T63" fmla="*/ 145 h 361"/>
              <a:gd name="T64" fmla="*/ 254 w 361"/>
              <a:gd name="T65" fmla="*/ 166 h 361"/>
              <a:gd name="T66" fmla="*/ 127 w 361"/>
              <a:gd name="T67" fmla="*/ 280 h 361"/>
              <a:gd name="T68" fmla="*/ 318 w 361"/>
              <a:gd name="T69" fmla="*/ 134 h 361"/>
              <a:gd name="T70" fmla="*/ 228 w 361"/>
              <a:gd name="T71" fmla="*/ 134 h 361"/>
              <a:gd name="T72" fmla="*/ 228 w 361"/>
              <a:gd name="T73" fmla="*/ 43 h 361"/>
              <a:gd name="T74" fmla="*/ 318 w 361"/>
              <a:gd name="T75" fmla="*/ 43 h 361"/>
              <a:gd name="T76" fmla="*/ 318 w 361"/>
              <a:gd name="T77" fmla="*/ 134 h 3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361" h="361">
                <a:moveTo>
                  <a:pt x="150" y="200"/>
                </a:moveTo>
                <a:cubicBezTo>
                  <a:pt x="161" y="212"/>
                  <a:pt x="161" y="212"/>
                  <a:pt x="161" y="212"/>
                </a:cubicBezTo>
                <a:cubicBezTo>
                  <a:pt x="212" y="172"/>
                  <a:pt x="212" y="172"/>
                  <a:pt x="212" y="172"/>
                </a:cubicBezTo>
                <a:cubicBezTo>
                  <a:pt x="190" y="149"/>
                  <a:pt x="190" y="149"/>
                  <a:pt x="190" y="149"/>
                </a:cubicBezTo>
                <a:lnTo>
                  <a:pt x="150" y="200"/>
                </a:lnTo>
                <a:close/>
                <a:moveTo>
                  <a:pt x="330" y="31"/>
                </a:moveTo>
                <a:cubicBezTo>
                  <a:pt x="298" y="0"/>
                  <a:pt x="248" y="0"/>
                  <a:pt x="216" y="31"/>
                </a:cubicBezTo>
                <a:cubicBezTo>
                  <a:pt x="201" y="47"/>
                  <a:pt x="193" y="66"/>
                  <a:pt x="193" y="86"/>
                </a:cubicBezTo>
                <a:cubicBezTo>
                  <a:pt x="71" y="223"/>
                  <a:pt x="71" y="223"/>
                  <a:pt x="71" y="223"/>
                </a:cubicBezTo>
                <a:cubicBezTo>
                  <a:pt x="62" y="232"/>
                  <a:pt x="56" y="244"/>
                  <a:pt x="56" y="257"/>
                </a:cubicBezTo>
                <a:cubicBezTo>
                  <a:pt x="56" y="266"/>
                  <a:pt x="59" y="274"/>
                  <a:pt x="63" y="281"/>
                </a:cubicBezTo>
                <a:cubicBezTo>
                  <a:pt x="41" y="294"/>
                  <a:pt x="32" y="306"/>
                  <a:pt x="41" y="332"/>
                </a:cubicBezTo>
                <a:cubicBezTo>
                  <a:pt x="42" y="335"/>
                  <a:pt x="41" y="336"/>
                  <a:pt x="40" y="337"/>
                </a:cubicBezTo>
                <a:cubicBezTo>
                  <a:pt x="36" y="343"/>
                  <a:pt x="19" y="345"/>
                  <a:pt x="9" y="345"/>
                </a:cubicBezTo>
                <a:cubicBezTo>
                  <a:pt x="8" y="345"/>
                  <a:pt x="8" y="345"/>
                  <a:pt x="8" y="345"/>
                </a:cubicBezTo>
                <a:cubicBezTo>
                  <a:pt x="4" y="345"/>
                  <a:pt x="0" y="349"/>
                  <a:pt x="0" y="353"/>
                </a:cubicBezTo>
                <a:cubicBezTo>
                  <a:pt x="0" y="358"/>
                  <a:pt x="4" y="361"/>
                  <a:pt x="8" y="361"/>
                </a:cubicBezTo>
                <a:cubicBezTo>
                  <a:pt x="8" y="361"/>
                  <a:pt x="8" y="361"/>
                  <a:pt x="8" y="361"/>
                </a:cubicBezTo>
                <a:cubicBezTo>
                  <a:pt x="14" y="361"/>
                  <a:pt x="43" y="361"/>
                  <a:pt x="54" y="346"/>
                </a:cubicBezTo>
                <a:cubicBezTo>
                  <a:pt x="56" y="342"/>
                  <a:pt x="59" y="336"/>
                  <a:pt x="56" y="327"/>
                </a:cubicBezTo>
                <a:cubicBezTo>
                  <a:pt x="51" y="311"/>
                  <a:pt x="52" y="306"/>
                  <a:pt x="74" y="294"/>
                </a:cubicBezTo>
                <a:cubicBezTo>
                  <a:pt x="82" y="301"/>
                  <a:pt x="93" y="305"/>
                  <a:pt x="105" y="305"/>
                </a:cubicBezTo>
                <a:cubicBezTo>
                  <a:pt x="118" y="305"/>
                  <a:pt x="130" y="300"/>
                  <a:pt x="139" y="291"/>
                </a:cubicBezTo>
                <a:cubicBezTo>
                  <a:pt x="276" y="168"/>
                  <a:pt x="276" y="168"/>
                  <a:pt x="276" y="168"/>
                </a:cubicBezTo>
                <a:cubicBezTo>
                  <a:pt x="295" y="168"/>
                  <a:pt x="315" y="160"/>
                  <a:pt x="330" y="145"/>
                </a:cubicBezTo>
                <a:cubicBezTo>
                  <a:pt x="361" y="114"/>
                  <a:pt x="361" y="63"/>
                  <a:pt x="330" y="31"/>
                </a:cubicBezTo>
                <a:moveTo>
                  <a:pt x="127" y="280"/>
                </a:moveTo>
                <a:cubicBezTo>
                  <a:pt x="121" y="285"/>
                  <a:pt x="113" y="289"/>
                  <a:pt x="105" y="289"/>
                </a:cubicBezTo>
                <a:cubicBezTo>
                  <a:pt x="87" y="289"/>
                  <a:pt x="72" y="275"/>
                  <a:pt x="72" y="257"/>
                </a:cubicBezTo>
                <a:cubicBezTo>
                  <a:pt x="72" y="248"/>
                  <a:pt x="76" y="240"/>
                  <a:pt x="82" y="234"/>
                </a:cubicBezTo>
                <a:cubicBezTo>
                  <a:pt x="195" y="108"/>
                  <a:pt x="195" y="108"/>
                  <a:pt x="195" y="108"/>
                </a:cubicBezTo>
                <a:cubicBezTo>
                  <a:pt x="199" y="122"/>
                  <a:pt x="206" y="134"/>
                  <a:pt x="216" y="145"/>
                </a:cubicBezTo>
                <a:cubicBezTo>
                  <a:pt x="227" y="156"/>
                  <a:pt x="240" y="163"/>
                  <a:pt x="254" y="166"/>
                </a:cubicBezTo>
                <a:lnTo>
                  <a:pt x="127" y="280"/>
                </a:lnTo>
                <a:close/>
                <a:moveTo>
                  <a:pt x="318" y="134"/>
                </a:moveTo>
                <a:cubicBezTo>
                  <a:pt x="293" y="159"/>
                  <a:pt x="253" y="159"/>
                  <a:pt x="228" y="134"/>
                </a:cubicBezTo>
                <a:cubicBezTo>
                  <a:pt x="203" y="109"/>
                  <a:pt x="203" y="68"/>
                  <a:pt x="228" y="43"/>
                </a:cubicBezTo>
                <a:cubicBezTo>
                  <a:pt x="253" y="18"/>
                  <a:pt x="293" y="18"/>
                  <a:pt x="318" y="43"/>
                </a:cubicBezTo>
                <a:cubicBezTo>
                  <a:pt x="344" y="68"/>
                  <a:pt x="344" y="109"/>
                  <a:pt x="318" y="134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7" name="Freeform 17"/>
          <p:cNvSpPr>
            <a:spLocks noEditPoints="1"/>
          </p:cNvSpPr>
          <p:nvPr/>
        </p:nvSpPr>
        <p:spPr bwMode="auto">
          <a:xfrm>
            <a:off x="3048000" y="2116667"/>
            <a:ext cx="577851" cy="368300"/>
          </a:xfrm>
          <a:custGeom>
            <a:avLst/>
            <a:gdLst>
              <a:gd name="T0" fmla="*/ 168 w 353"/>
              <a:gd name="T1" fmla="*/ 32 h 225"/>
              <a:gd name="T2" fmla="*/ 144 w 353"/>
              <a:gd name="T3" fmla="*/ 56 h 225"/>
              <a:gd name="T4" fmla="*/ 168 w 353"/>
              <a:gd name="T5" fmla="*/ 81 h 225"/>
              <a:gd name="T6" fmla="*/ 192 w 353"/>
              <a:gd name="T7" fmla="*/ 56 h 225"/>
              <a:gd name="T8" fmla="*/ 168 w 353"/>
              <a:gd name="T9" fmla="*/ 32 h 225"/>
              <a:gd name="T10" fmla="*/ 168 w 353"/>
              <a:gd name="T11" fmla="*/ 65 h 225"/>
              <a:gd name="T12" fmla="*/ 160 w 353"/>
              <a:gd name="T13" fmla="*/ 56 h 225"/>
              <a:gd name="T14" fmla="*/ 168 w 353"/>
              <a:gd name="T15" fmla="*/ 48 h 225"/>
              <a:gd name="T16" fmla="*/ 176 w 353"/>
              <a:gd name="T17" fmla="*/ 56 h 225"/>
              <a:gd name="T18" fmla="*/ 168 w 353"/>
              <a:gd name="T19" fmla="*/ 65 h 225"/>
              <a:gd name="T20" fmla="*/ 345 w 353"/>
              <a:gd name="T21" fmla="*/ 32 h 225"/>
              <a:gd name="T22" fmla="*/ 341 w 353"/>
              <a:gd name="T23" fmla="*/ 33 h 225"/>
              <a:gd name="T24" fmla="*/ 341 w 353"/>
              <a:gd name="T25" fmla="*/ 33 h 225"/>
              <a:gd name="T26" fmla="*/ 256 w 353"/>
              <a:gd name="T27" fmla="*/ 76 h 225"/>
              <a:gd name="T28" fmla="*/ 256 w 353"/>
              <a:gd name="T29" fmla="*/ 32 h 225"/>
              <a:gd name="T30" fmla="*/ 224 w 353"/>
              <a:gd name="T31" fmla="*/ 0 h 225"/>
              <a:gd name="T32" fmla="*/ 32 w 353"/>
              <a:gd name="T33" fmla="*/ 0 h 225"/>
              <a:gd name="T34" fmla="*/ 0 w 353"/>
              <a:gd name="T35" fmla="*/ 32 h 225"/>
              <a:gd name="T36" fmla="*/ 0 w 353"/>
              <a:gd name="T37" fmla="*/ 193 h 225"/>
              <a:gd name="T38" fmla="*/ 32 w 353"/>
              <a:gd name="T39" fmla="*/ 225 h 225"/>
              <a:gd name="T40" fmla="*/ 224 w 353"/>
              <a:gd name="T41" fmla="*/ 225 h 225"/>
              <a:gd name="T42" fmla="*/ 256 w 353"/>
              <a:gd name="T43" fmla="*/ 193 h 225"/>
              <a:gd name="T44" fmla="*/ 256 w 353"/>
              <a:gd name="T45" fmla="*/ 150 h 225"/>
              <a:gd name="T46" fmla="*/ 341 w 353"/>
              <a:gd name="T47" fmla="*/ 192 h 225"/>
              <a:gd name="T48" fmla="*/ 341 w 353"/>
              <a:gd name="T49" fmla="*/ 192 h 225"/>
              <a:gd name="T50" fmla="*/ 345 w 353"/>
              <a:gd name="T51" fmla="*/ 193 h 225"/>
              <a:gd name="T52" fmla="*/ 353 w 353"/>
              <a:gd name="T53" fmla="*/ 185 h 225"/>
              <a:gd name="T54" fmla="*/ 353 w 353"/>
              <a:gd name="T55" fmla="*/ 40 h 225"/>
              <a:gd name="T56" fmla="*/ 345 w 353"/>
              <a:gd name="T57" fmla="*/ 32 h 225"/>
              <a:gd name="T58" fmla="*/ 224 w 353"/>
              <a:gd name="T59" fmla="*/ 209 h 225"/>
              <a:gd name="T60" fmla="*/ 32 w 353"/>
              <a:gd name="T61" fmla="*/ 209 h 225"/>
              <a:gd name="T62" fmla="*/ 16 w 353"/>
              <a:gd name="T63" fmla="*/ 193 h 225"/>
              <a:gd name="T64" fmla="*/ 240 w 353"/>
              <a:gd name="T65" fmla="*/ 193 h 225"/>
              <a:gd name="T66" fmla="*/ 224 w 353"/>
              <a:gd name="T67" fmla="*/ 209 h 225"/>
              <a:gd name="T68" fmla="*/ 240 w 353"/>
              <a:gd name="T69" fmla="*/ 177 h 225"/>
              <a:gd name="T70" fmla="*/ 16 w 353"/>
              <a:gd name="T71" fmla="*/ 177 h 225"/>
              <a:gd name="T72" fmla="*/ 16 w 353"/>
              <a:gd name="T73" fmla="*/ 32 h 225"/>
              <a:gd name="T74" fmla="*/ 32 w 353"/>
              <a:gd name="T75" fmla="*/ 16 h 225"/>
              <a:gd name="T76" fmla="*/ 224 w 353"/>
              <a:gd name="T77" fmla="*/ 16 h 225"/>
              <a:gd name="T78" fmla="*/ 240 w 353"/>
              <a:gd name="T79" fmla="*/ 32 h 225"/>
              <a:gd name="T80" fmla="*/ 240 w 353"/>
              <a:gd name="T81" fmla="*/ 177 h 225"/>
              <a:gd name="T82" fmla="*/ 337 w 353"/>
              <a:gd name="T83" fmla="*/ 172 h 225"/>
              <a:gd name="T84" fmla="*/ 256 w 353"/>
              <a:gd name="T85" fmla="*/ 132 h 225"/>
              <a:gd name="T86" fmla="*/ 256 w 353"/>
              <a:gd name="T87" fmla="*/ 94 h 225"/>
              <a:gd name="T88" fmla="*/ 337 w 353"/>
              <a:gd name="T89" fmla="*/ 53 h 225"/>
              <a:gd name="T90" fmla="*/ 337 w 353"/>
              <a:gd name="T91" fmla="*/ 172 h 225"/>
              <a:gd name="T92" fmla="*/ 216 w 353"/>
              <a:gd name="T93" fmla="*/ 32 h 225"/>
              <a:gd name="T94" fmla="*/ 208 w 353"/>
              <a:gd name="T95" fmla="*/ 40 h 225"/>
              <a:gd name="T96" fmla="*/ 216 w 353"/>
              <a:gd name="T97" fmla="*/ 48 h 225"/>
              <a:gd name="T98" fmla="*/ 224 w 353"/>
              <a:gd name="T99" fmla="*/ 40 h 225"/>
              <a:gd name="T100" fmla="*/ 216 w 353"/>
              <a:gd name="T101" fmla="*/ 32 h 2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353" h="225">
                <a:moveTo>
                  <a:pt x="168" y="32"/>
                </a:moveTo>
                <a:cubicBezTo>
                  <a:pt x="155" y="32"/>
                  <a:pt x="144" y="43"/>
                  <a:pt x="144" y="56"/>
                </a:cubicBezTo>
                <a:cubicBezTo>
                  <a:pt x="144" y="70"/>
                  <a:pt x="155" y="81"/>
                  <a:pt x="168" y="81"/>
                </a:cubicBezTo>
                <a:cubicBezTo>
                  <a:pt x="181" y="81"/>
                  <a:pt x="192" y="70"/>
                  <a:pt x="192" y="56"/>
                </a:cubicBezTo>
                <a:cubicBezTo>
                  <a:pt x="192" y="43"/>
                  <a:pt x="181" y="32"/>
                  <a:pt x="168" y="32"/>
                </a:cubicBezTo>
                <a:moveTo>
                  <a:pt x="168" y="65"/>
                </a:moveTo>
                <a:cubicBezTo>
                  <a:pt x="164" y="65"/>
                  <a:pt x="160" y="61"/>
                  <a:pt x="160" y="56"/>
                </a:cubicBezTo>
                <a:cubicBezTo>
                  <a:pt x="160" y="52"/>
                  <a:pt x="164" y="48"/>
                  <a:pt x="168" y="48"/>
                </a:cubicBezTo>
                <a:cubicBezTo>
                  <a:pt x="173" y="48"/>
                  <a:pt x="176" y="52"/>
                  <a:pt x="176" y="56"/>
                </a:cubicBezTo>
                <a:cubicBezTo>
                  <a:pt x="176" y="61"/>
                  <a:pt x="173" y="65"/>
                  <a:pt x="168" y="65"/>
                </a:cubicBezTo>
                <a:moveTo>
                  <a:pt x="345" y="32"/>
                </a:moveTo>
                <a:cubicBezTo>
                  <a:pt x="343" y="32"/>
                  <a:pt x="342" y="33"/>
                  <a:pt x="341" y="33"/>
                </a:cubicBezTo>
                <a:cubicBezTo>
                  <a:pt x="341" y="33"/>
                  <a:pt x="341" y="33"/>
                  <a:pt x="341" y="33"/>
                </a:cubicBezTo>
                <a:cubicBezTo>
                  <a:pt x="256" y="76"/>
                  <a:pt x="256" y="76"/>
                  <a:pt x="256" y="76"/>
                </a:cubicBezTo>
                <a:cubicBezTo>
                  <a:pt x="256" y="32"/>
                  <a:pt x="256" y="32"/>
                  <a:pt x="256" y="32"/>
                </a:cubicBezTo>
                <a:cubicBezTo>
                  <a:pt x="256" y="15"/>
                  <a:pt x="242" y="0"/>
                  <a:pt x="224" y="0"/>
                </a:cubicBez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5"/>
                  <a:pt x="0" y="32"/>
                </a:cubicBezTo>
                <a:cubicBezTo>
                  <a:pt x="0" y="193"/>
                  <a:pt x="0" y="193"/>
                  <a:pt x="0" y="193"/>
                </a:cubicBezTo>
                <a:cubicBezTo>
                  <a:pt x="0" y="211"/>
                  <a:pt x="14" y="225"/>
                  <a:pt x="32" y="225"/>
                </a:cubicBezTo>
                <a:cubicBezTo>
                  <a:pt x="224" y="225"/>
                  <a:pt x="224" y="225"/>
                  <a:pt x="224" y="225"/>
                </a:cubicBezTo>
                <a:cubicBezTo>
                  <a:pt x="242" y="225"/>
                  <a:pt x="256" y="211"/>
                  <a:pt x="256" y="193"/>
                </a:cubicBezTo>
                <a:cubicBezTo>
                  <a:pt x="256" y="150"/>
                  <a:pt x="256" y="150"/>
                  <a:pt x="256" y="150"/>
                </a:cubicBezTo>
                <a:cubicBezTo>
                  <a:pt x="341" y="192"/>
                  <a:pt x="341" y="192"/>
                  <a:pt x="341" y="192"/>
                </a:cubicBezTo>
                <a:cubicBezTo>
                  <a:pt x="341" y="192"/>
                  <a:pt x="341" y="192"/>
                  <a:pt x="341" y="192"/>
                </a:cubicBezTo>
                <a:cubicBezTo>
                  <a:pt x="342" y="193"/>
                  <a:pt x="343" y="193"/>
                  <a:pt x="345" y="193"/>
                </a:cubicBezTo>
                <a:cubicBezTo>
                  <a:pt x="349" y="193"/>
                  <a:pt x="353" y="189"/>
                  <a:pt x="353" y="185"/>
                </a:cubicBezTo>
                <a:cubicBezTo>
                  <a:pt x="353" y="40"/>
                  <a:pt x="353" y="40"/>
                  <a:pt x="353" y="40"/>
                </a:cubicBezTo>
                <a:cubicBezTo>
                  <a:pt x="353" y="36"/>
                  <a:pt x="349" y="32"/>
                  <a:pt x="345" y="32"/>
                </a:cubicBezTo>
                <a:moveTo>
                  <a:pt x="224" y="209"/>
                </a:moveTo>
                <a:cubicBezTo>
                  <a:pt x="32" y="209"/>
                  <a:pt x="32" y="209"/>
                  <a:pt x="32" y="209"/>
                </a:cubicBezTo>
                <a:cubicBezTo>
                  <a:pt x="23" y="209"/>
                  <a:pt x="16" y="202"/>
                  <a:pt x="16" y="193"/>
                </a:cubicBezTo>
                <a:cubicBezTo>
                  <a:pt x="240" y="193"/>
                  <a:pt x="240" y="193"/>
                  <a:pt x="240" y="193"/>
                </a:cubicBezTo>
                <a:cubicBezTo>
                  <a:pt x="240" y="202"/>
                  <a:pt x="233" y="209"/>
                  <a:pt x="224" y="209"/>
                </a:cubicBezTo>
                <a:moveTo>
                  <a:pt x="240" y="177"/>
                </a:moveTo>
                <a:cubicBezTo>
                  <a:pt x="16" y="177"/>
                  <a:pt x="16" y="177"/>
                  <a:pt x="16" y="177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4"/>
                  <a:pt x="23" y="16"/>
                  <a:pt x="32" y="16"/>
                </a:cubicBezTo>
                <a:cubicBezTo>
                  <a:pt x="224" y="16"/>
                  <a:pt x="224" y="16"/>
                  <a:pt x="224" y="16"/>
                </a:cubicBezTo>
                <a:cubicBezTo>
                  <a:pt x="233" y="16"/>
                  <a:pt x="240" y="24"/>
                  <a:pt x="240" y="32"/>
                </a:cubicBezTo>
                <a:lnTo>
                  <a:pt x="240" y="177"/>
                </a:lnTo>
                <a:close/>
                <a:moveTo>
                  <a:pt x="337" y="172"/>
                </a:moveTo>
                <a:cubicBezTo>
                  <a:pt x="256" y="132"/>
                  <a:pt x="256" y="132"/>
                  <a:pt x="256" y="132"/>
                </a:cubicBezTo>
                <a:cubicBezTo>
                  <a:pt x="256" y="94"/>
                  <a:pt x="256" y="94"/>
                  <a:pt x="256" y="94"/>
                </a:cubicBezTo>
                <a:cubicBezTo>
                  <a:pt x="337" y="53"/>
                  <a:pt x="337" y="53"/>
                  <a:pt x="337" y="53"/>
                </a:cubicBezTo>
                <a:lnTo>
                  <a:pt x="337" y="172"/>
                </a:lnTo>
                <a:close/>
                <a:moveTo>
                  <a:pt x="216" y="32"/>
                </a:moveTo>
                <a:cubicBezTo>
                  <a:pt x="212" y="32"/>
                  <a:pt x="208" y="36"/>
                  <a:pt x="208" y="40"/>
                </a:cubicBezTo>
                <a:cubicBezTo>
                  <a:pt x="208" y="45"/>
                  <a:pt x="212" y="48"/>
                  <a:pt x="216" y="48"/>
                </a:cubicBezTo>
                <a:cubicBezTo>
                  <a:pt x="221" y="48"/>
                  <a:pt x="224" y="45"/>
                  <a:pt x="224" y="40"/>
                </a:cubicBezTo>
                <a:cubicBezTo>
                  <a:pt x="224" y="36"/>
                  <a:pt x="221" y="32"/>
                  <a:pt x="216" y="32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8" name="Freeform 18"/>
          <p:cNvSpPr>
            <a:spLocks noEditPoints="1"/>
          </p:cNvSpPr>
          <p:nvPr/>
        </p:nvSpPr>
        <p:spPr bwMode="auto">
          <a:xfrm>
            <a:off x="4150785" y="2116667"/>
            <a:ext cx="579967" cy="368300"/>
          </a:xfrm>
          <a:custGeom>
            <a:avLst/>
            <a:gdLst>
              <a:gd name="T0" fmla="*/ 185 w 353"/>
              <a:gd name="T1" fmla="*/ 177 h 225"/>
              <a:gd name="T2" fmla="*/ 185 w 353"/>
              <a:gd name="T3" fmla="*/ 97 h 225"/>
              <a:gd name="T4" fmla="*/ 153 w 353"/>
              <a:gd name="T5" fmla="*/ 161 h 225"/>
              <a:gd name="T6" fmla="*/ 128 w 353"/>
              <a:gd name="T7" fmla="*/ 137 h 225"/>
              <a:gd name="T8" fmla="*/ 48 w 353"/>
              <a:gd name="T9" fmla="*/ 137 h 225"/>
              <a:gd name="T10" fmla="*/ 185 w 353"/>
              <a:gd name="T11" fmla="*/ 113 h 225"/>
              <a:gd name="T12" fmla="*/ 185 w 353"/>
              <a:gd name="T13" fmla="*/ 161 h 225"/>
              <a:gd name="T14" fmla="*/ 185 w 353"/>
              <a:gd name="T15" fmla="*/ 113 h 225"/>
              <a:gd name="T16" fmla="*/ 112 w 353"/>
              <a:gd name="T17" fmla="*/ 137 h 225"/>
              <a:gd name="T18" fmla="*/ 64 w 353"/>
              <a:gd name="T19" fmla="*/ 137 h 225"/>
              <a:gd name="T20" fmla="*/ 233 w 353"/>
              <a:gd name="T21" fmla="*/ 32 h 225"/>
              <a:gd name="T22" fmla="*/ 233 w 353"/>
              <a:gd name="T23" fmla="*/ 48 h 225"/>
              <a:gd name="T24" fmla="*/ 233 w 353"/>
              <a:gd name="T25" fmla="*/ 32 h 225"/>
              <a:gd name="T26" fmla="*/ 193 w 353"/>
              <a:gd name="T27" fmla="*/ 40 h 225"/>
              <a:gd name="T28" fmla="*/ 209 w 353"/>
              <a:gd name="T29" fmla="*/ 40 h 225"/>
              <a:gd name="T30" fmla="*/ 345 w 353"/>
              <a:gd name="T31" fmla="*/ 32 h 225"/>
              <a:gd name="T32" fmla="*/ 341 w 353"/>
              <a:gd name="T33" fmla="*/ 33 h 225"/>
              <a:gd name="T34" fmla="*/ 273 w 353"/>
              <a:gd name="T35" fmla="*/ 32 h 225"/>
              <a:gd name="T36" fmla="*/ 32 w 353"/>
              <a:gd name="T37" fmla="*/ 0 h 225"/>
              <a:gd name="T38" fmla="*/ 0 w 353"/>
              <a:gd name="T39" fmla="*/ 193 h 225"/>
              <a:gd name="T40" fmla="*/ 241 w 353"/>
              <a:gd name="T41" fmla="*/ 225 h 225"/>
              <a:gd name="T42" fmla="*/ 273 w 353"/>
              <a:gd name="T43" fmla="*/ 158 h 225"/>
              <a:gd name="T44" fmla="*/ 342 w 353"/>
              <a:gd name="T45" fmla="*/ 192 h 225"/>
              <a:gd name="T46" fmla="*/ 353 w 353"/>
              <a:gd name="T47" fmla="*/ 185 h 225"/>
              <a:gd name="T48" fmla="*/ 345 w 353"/>
              <a:gd name="T49" fmla="*/ 32 h 225"/>
              <a:gd name="T50" fmla="*/ 241 w 353"/>
              <a:gd name="T51" fmla="*/ 209 h 225"/>
              <a:gd name="T52" fmla="*/ 16 w 353"/>
              <a:gd name="T53" fmla="*/ 193 h 225"/>
              <a:gd name="T54" fmla="*/ 257 w 353"/>
              <a:gd name="T55" fmla="*/ 81 h 225"/>
              <a:gd name="T56" fmla="*/ 257 w 353"/>
              <a:gd name="T57" fmla="*/ 65 h 225"/>
              <a:gd name="T58" fmla="*/ 16 w 353"/>
              <a:gd name="T59" fmla="*/ 32 h 225"/>
              <a:gd name="T60" fmla="*/ 241 w 353"/>
              <a:gd name="T61" fmla="*/ 16 h 225"/>
              <a:gd name="T62" fmla="*/ 257 w 353"/>
              <a:gd name="T63" fmla="*/ 65 h 225"/>
              <a:gd name="T64" fmla="*/ 273 w 353"/>
              <a:gd name="T65" fmla="*/ 140 h 225"/>
              <a:gd name="T66" fmla="*/ 305 w 353"/>
              <a:gd name="T67" fmla="*/ 69 h 225"/>
              <a:gd name="T68" fmla="*/ 337 w 353"/>
              <a:gd name="T69" fmla="*/ 172 h 225"/>
              <a:gd name="T70" fmla="*/ 321 w 353"/>
              <a:gd name="T71" fmla="*/ 61 h 225"/>
              <a:gd name="T72" fmla="*/ 337 w 353"/>
              <a:gd name="T73" fmla="*/ 172 h 2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353" h="225">
                <a:moveTo>
                  <a:pt x="88" y="177"/>
                </a:moveTo>
                <a:cubicBezTo>
                  <a:pt x="185" y="177"/>
                  <a:pt x="185" y="177"/>
                  <a:pt x="185" y="177"/>
                </a:cubicBezTo>
                <a:cubicBezTo>
                  <a:pt x="207" y="177"/>
                  <a:pt x="225" y="159"/>
                  <a:pt x="225" y="137"/>
                </a:cubicBezTo>
                <a:cubicBezTo>
                  <a:pt x="225" y="115"/>
                  <a:pt x="207" y="97"/>
                  <a:pt x="185" y="97"/>
                </a:cubicBezTo>
                <a:cubicBezTo>
                  <a:pt x="162" y="97"/>
                  <a:pt x="144" y="115"/>
                  <a:pt x="144" y="137"/>
                </a:cubicBezTo>
                <a:cubicBezTo>
                  <a:pt x="144" y="146"/>
                  <a:pt x="148" y="154"/>
                  <a:pt x="153" y="161"/>
                </a:cubicBezTo>
                <a:cubicBezTo>
                  <a:pt x="120" y="161"/>
                  <a:pt x="120" y="161"/>
                  <a:pt x="120" y="161"/>
                </a:cubicBezTo>
                <a:cubicBezTo>
                  <a:pt x="125" y="154"/>
                  <a:pt x="128" y="146"/>
                  <a:pt x="128" y="137"/>
                </a:cubicBezTo>
                <a:cubicBezTo>
                  <a:pt x="128" y="115"/>
                  <a:pt x="110" y="97"/>
                  <a:pt x="88" y="97"/>
                </a:cubicBezTo>
                <a:cubicBezTo>
                  <a:pt x="66" y="97"/>
                  <a:pt x="48" y="115"/>
                  <a:pt x="48" y="137"/>
                </a:cubicBezTo>
                <a:cubicBezTo>
                  <a:pt x="48" y="159"/>
                  <a:pt x="66" y="177"/>
                  <a:pt x="88" y="177"/>
                </a:cubicBezTo>
                <a:moveTo>
                  <a:pt x="185" y="113"/>
                </a:moveTo>
                <a:cubicBezTo>
                  <a:pt x="198" y="113"/>
                  <a:pt x="209" y="123"/>
                  <a:pt x="209" y="137"/>
                </a:cubicBezTo>
                <a:cubicBezTo>
                  <a:pt x="209" y="150"/>
                  <a:pt x="198" y="161"/>
                  <a:pt x="185" y="161"/>
                </a:cubicBezTo>
                <a:cubicBezTo>
                  <a:pt x="171" y="161"/>
                  <a:pt x="160" y="150"/>
                  <a:pt x="160" y="137"/>
                </a:cubicBezTo>
                <a:cubicBezTo>
                  <a:pt x="160" y="123"/>
                  <a:pt x="171" y="113"/>
                  <a:pt x="185" y="113"/>
                </a:cubicBezTo>
                <a:moveTo>
                  <a:pt x="88" y="113"/>
                </a:moveTo>
                <a:cubicBezTo>
                  <a:pt x="102" y="113"/>
                  <a:pt x="112" y="123"/>
                  <a:pt x="112" y="137"/>
                </a:cubicBezTo>
                <a:cubicBezTo>
                  <a:pt x="112" y="150"/>
                  <a:pt x="102" y="161"/>
                  <a:pt x="88" y="161"/>
                </a:cubicBezTo>
                <a:cubicBezTo>
                  <a:pt x="75" y="161"/>
                  <a:pt x="64" y="150"/>
                  <a:pt x="64" y="137"/>
                </a:cubicBezTo>
                <a:cubicBezTo>
                  <a:pt x="64" y="123"/>
                  <a:pt x="75" y="113"/>
                  <a:pt x="88" y="113"/>
                </a:cubicBezTo>
                <a:moveTo>
                  <a:pt x="233" y="32"/>
                </a:moveTo>
                <a:cubicBezTo>
                  <a:pt x="228" y="32"/>
                  <a:pt x="225" y="36"/>
                  <a:pt x="225" y="40"/>
                </a:cubicBezTo>
                <a:cubicBezTo>
                  <a:pt x="225" y="45"/>
                  <a:pt x="228" y="48"/>
                  <a:pt x="233" y="48"/>
                </a:cubicBezTo>
                <a:cubicBezTo>
                  <a:pt x="237" y="48"/>
                  <a:pt x="241" y="45"/>
                  <a:pt x="241" y="40"/>
                </a:cubicBezTo>
                <a:cubicBezTo>
                  <a:pt x="241" y="36"/>
                  <a:pt x="237" y="32"/>
                  <a:pt x="233" y="32"/>
                </a:cubicBezTo>
                <a:moveTo>
                  <a:pt x="201" y="32"/>
                </a:moveTo>
                <a:cubicBezTo>
                  <a:pt x="196" y="32"/>
                  <a:pt x="193" y="36"/>
                  <a:pt x="193" y="40"/>
                </a:cubicBezTo>
                <a:cubicBezTo>
                  <a:pt x="193" y="45"/>
                  <a:pt x="196" y="48"/>
                  <a:pt x="201" y="48"/>
                </a:cubicBezTo>
                <a:cubicBezTo>
                  <a:pt x="205" y="48"/>
                  <a:pt x="209" y="45"/>
                  <a:pt x="209" y="40"/>
                </a:cubicBezTo>
                <a:cubicBezTo>
                  <a:pt x="209" y="36"/>
                  <a:pt x="205" y="32"/>
                  <a:pt x="201" y="32"/>
                </a:cubicBezTo>
                <a:moveTo>
                  <a:pt x="345" y="32"/>
                </a:moveTo>
                <a:cubicBezTo>
                  <a:pt x="344" y="32"/>
                  <a:pt x="343" y="33"/>
                  <a:pt x="342" y="33"/>
                </a:cubicBezTo>
                <a:cubicBezTo>
                  <a:pt x="341" y="33"/>
                  <a:pt x="341" y="33"/>
                  <a:pt x="341" y="33"/>
                </a:cubicBezTo>
                <a:cubicBezTo>
                  <a:pt x="273" y="68"/>
                  <a:pt x="273" y="68"/>
                  <a:pt x="273" y="68"/>
                </a:cubicBezTo>
                <a:cubicBezTo>
                  <a:pt x="273" y="32"/>
                  <a:pt x="273" y="32"/>
                  <a:pt x="273" y="32"/>
                </a:cubicBezTo>
                <a:cubicBezTo>
                  <a:pt x="273" y="15"/>
                  <a:pt x="258" y="0"/>
                  <a:pt x="241" y="0"/>
                </a:cubicBez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5"/>
                  <a:pt x="0" y="32"/>
                </a:cubicBezTo>
                <a:cubicBezTo>
                  <a:pt x="0" y="193"/>
                  <a:pt x="0" y="193"/>
                  <a:pt x="0" y="193"/>
                </a:cubicBezTo>
                <a:cubicBezTo>
                  <a:pt x="0" y="211"/>
                  <a:pt x="14" y="225"/>
                  <a:pt x="32" y="225"/>
                </a:cubicBezTo>
                <a:cubicBezTo>
                  <a:pt x="241" y="225"/>
                  <a:pt x="241" y="225"/>
                  <a:pt x="241" y="225"/>
                </a:cubicBezTo>
                <a:cubicBezTo>
                  <a:pt x="258" y="225"/>
                  <a:pt x="273" y="211"/>
                  <a:pt x="273" y="193"/>
                </a:cubicBezTo>
                <a:cubicBezTo>
                  <a:pt x="273" y="158"/>
                  <a:pt x="273" y="158"/>
                  <a:pt x="273" y="158"/>
                </a:cubicBezTo>
                <a:cubicBezTo>
                  <a:pt x="341" y="192"/>
                  <a:pt x="341" y="192"/>
                  <a:pt x="341" y="192"/>
                </a:cubicBezTo>
                <a:cubicBezTo>
                  <a:pt x="342" y="192"/>
                  <a:pt x="342" y="192"/>
                  <a:pt x="342" y="192"/>
                </a:cubicBezTo>
                <a:cubicBezTo>
                  <a:pt x="343" y="193"/>
                  <a:pt x="344" y="193"/>
                  <a:pt x="345" y="193"/>
                </a:cubicBezTo>
                <a:cubicBezTo>
                  <a:pt x="350" y="193"/>
                  <a:pt x="353" y="189"/>
                  <a:pt x="353" y="185"/>
                </a:cubicBezTo>
                <a:cubicBezTo>
                  <a:pt x="353" y="40"/>
                  <a:pt x="353" y="40"/>
                  <a:pt x="353" y="40"/>
                </a:cubicBezTo>
                <a:cubicBezTo>
                  <a:pt x="353" y="36"/>
                  <a:pt x="350" y="32"/>
                  <a:pt x="345" y="32"/>
                </a:cubicBezTo>
                <a:moveTo>
                  <a:pt x="257" y="193"/>
                </a:moveTo>
                <a:cubicBezTo>
                  <a:pt x="257" y="202"/>
                  <a:pt x="250" y="209"/>
                  <a:pt x="241" y="209"/>
                </a:cubicBezTo>
                <a:cubicBezTo>
                  <a:pt x="32" y="209"/>
                  <a:pt x="32" y="209"/>
                  <a:pt x="32" y="209"/>
                </a:cubicBezTo>
                <a:cubicBezTo>
                  <a:pt x="23" y="209"/>
                  <a:pt x="16" y="202"/>
                  <a:pt x="16" y="193"/>
                </a:cubicBezTo>
                <a:cubicBezTo>
                  <a:pt x="16" y="81"/>
                  <a:pt x="16" y="81"/>
                  <a:pt x="16" y="81"/>
                </a:cubicBezTo>
                <a:cubicBezTo>
                  <a:pt x="257" y="81"/>
                  <a:pt x="257" y="81"/>
                  <a:pt x="257" y="81"/>
                </a:cubicBezTo>
                <a:lnTo>
                  <a:pt x="257" y="193"/>
                </a:lnTo>
                <a:close/>
                <a:moveTo>
                  <a:pt x="257" y="65"/>
                </a:moveTo>
                <a:cubicBezTo>
                  <a:pt x="16" y="65"/>
                  <a:pt x="16" y="65"/>
                  <a:pt x="16" y="65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4"/>
                  <a:pt x="23" y="16"/>
                  <a:pt x="32" y="16"/>
                </a:cubicBezTo>
                <a:cubicBezTo>
                  <a:pt x="241" y="16"/>
                  <a:pt x="241" y="16"/>
                  <a:pt x="241" y="16"/>
                </a:cubicBezTo>
                <a:cubicBezTo>
                  <a:pt x="250" y="16"/>
                  <a:pt x="257" y="24"/>
                  <a:pt x="257" y="32"/>
                </a:cubicBezTo>
                <a:lnTo>
                  <a:pt x="257" y="65"/>
                </a:lnTo>
                <a:close/>
                <a:moveTo>
                  <a:pt x="305" y="156"/>
                </a:moveTo>
                <a:cubicBezTo>
                  <a:pt x="273" y="140"/>
                  <a:pt x="273" y="140"/>
                  <a:pt x="273" y="140"/>
                </a:cubicBezTo>
                <a:cubicBezTo>
                  <a:pt x="273" y="86"/>
                  <a:pt x="273" y="86"/>
                  <a:pt x="273" y="86"/>
                </a:cubicBezTo>
                <a:cubicBezTo>
                  <a:pt x="305" y="69"/>
                  <a:pt x="305" y="69"/>
                  <a:pt x="305" y="69"/>
                </a:cubicBezTo>
                <a:lnTo>
                  <a:pt x="305" y="156"/>
                </a:lnTo>
                <a:close/>
                <a:moveTo>
                  <a:pt x="337" y="172"/>
                </a:moveTo>
                <a:cubicBezTo>
                  <a:pt x="321" y="164"/>
                  <a:pt x="321" y="164"/>
                  <a:pt x="321" y="164"/>
                </a:cubicBezTo>
                <a:cubicBezTo>
                  <a:pt x="321" y="61"/>
                  <a:pt x="321" y="61"/>
                  <a:pt x="321" y="61"/>
                </a:cubicBezTo>
                <a:cubicBezTo>
                  <a:pt x="337" y="53"/>
                  <a:pt x="337" y="53"/>
                  <a:pt x="337" y="53"/>
                </a:cubicBezTo>
                <a:lnTo>
                  <a:pt x="337" y="17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9" name="Freeform 19"/>
          <p:cNvSpPr>
            <a:spLocks noEditPoints="1"/>
          </p:cNvSpPr>
          <p:nvPr/>
        </p:nvSpPr>
        <p:spPr bwMode="auto">
          <a:xfrm>
            <a:off x="5255684" y="2116667"/>
            <a:ext cx="577851" cy="368300"/>
          </a:xfrm>
          <a:custGeom>
            <a:avLst/>
            <a:gdLst>
              <a:gd name="T0" fmla="*/ 209 w 353"/>
              <a:gd name="T1" fmla="*/ 0 h 225"/>
              <a:gd name="T2" fmla="*/ 32 w 353"/>
              <a:gd name="T3" fmla="*/ 0 h 225"/>
              <a:gd name="T4" fmla="*/ 0 w 353"/>
              <a:gd name="T5" fmla="*/ 32 h 225"/>
              <a:gd name="T6" fmla="*/ 0 w 353"/>
              <a:gd name="T7" fmla="*/ 193 h 225"/>
              <a:gd name="T8" fmla="*/ 32 w 353"/>
              <a:gd name="T9" fmla="*/ 225 h 225"/>
              <a:gd name="T10" fmla="*/ 209 w 353"/>
              <a:gd name="T11" fmla="*/ 225 h 225"/>
              <a:gd name="T12" fmla="*/ 241 w 353"/>
              <a:gd name="T13" fmla="*/ 193 h 225"/>
              <a:gd name="T14" fmla="*/ 241 w 353"/>
              <a:gd name="T15" fmla="*/ 32 h 225"/>
              <a:gd name="T16" fmla="*/ 209 w 353"/>
              <a:gd name="T17" fmla="*/ 0 h 225"/>
              <a:gd name="T18" fmla="*/ 225 w 353"/>
              <a:gd name="T19" fmla="*/ 193 h 225"/>
              <a:gd name="T20" fmla="*/ 209 w 353"/>
              <a:gd name="T21" fmla="*/ 209 h 225"/>
              <a:gd name="T22" fmla="*/ 32 w 353"/>
              <a:gd name="T23" fmla="*/ 209 h 225"/>
              <a:gd name="T24" fmla="*/ 16 w 353"/>
              <a:gd name="T25" fmla="*/ 193 h 225"/>
              <a:gd name="T26" fmla="*/ 16 w 353"/>
              <a:gd name="T27" fmla="*/ 32 h 225"/>
              <a:gd name="T28" fmla="*/ 32 w 353"/>
              <a:gd name="T29" fmla="*/ 16 h 225"/>
              <a:gd name="T30" fmla="*/ 209 w 353"/>
              <a:gd name="T31" fmla="*/ 16 h 225"/>
              <a:gd name="T32" fmla="*/ 225 w 353"/>
              <a:gd name="T33" fmla="*/ 32 h 225"/>
              <a:gd name="T34" fmla="*/ 225 w 353"/>
              <a:gd name="T35" fmla="*/ 193 h 225"/>
              <a:gd name="T36" fmla="*/ 345 w 353"/>
              <a:gd name="T37" fmla="*/ 32 h 225"/>
              <a:gd name="T38" fmla="*/ 342 w 353"/>
              <a:gd name="T39" fmla="*/ 33 h 225"/>
              <a:gd name="T40" fmla="*/ 342 w 353"/>
              <a:gd name="T41" fmla="*/ 33 h 225"/>
              <a:gd name="T42" fmla="*/ 262 w 353"/>
              <a:gd name="T43" fmla="*/ 65 h 225"/>
              <a:gd name="T44" fmla="*/ 262 w 353"/>
              <a:gd name="T45" fmla="*/ 65 h 225"/>
              <a:gd name="T46" fmla="*/ 262 w 353"/>
              <a:gd name="T47" fmla="*/ 65 h 225"/>
              <a:gd name="T48" fmla="*/ 262 w 353"/>
              <a:gd name="T49" fmla="*/ 65 h 225"/>
              <a:gd name="T50" fmla="*/ 257 w 353"/>
              <a:gd name="T51" fmla="*/ 73 h 225"/>
              <a:gd name="T52" fmla="*/ 257 w 353"/>
              <a:gd name="T53" fmla="*/ 153 h 225"/>
              <a:gd name="T54" fmla="*/ 262 w 353"/>
              <a:gd name="T55" fmla="*/ 160 h 225"/>
              <a:gd name="T56" fmla="*/ 262 w 353"/>
              <a:gd name="T57" fmla="*/ 160 h 225"/>
              <a:gd name="T58" fmla="*/ 262 w 353"/>
              <a:gd name="T59" fmla="*/ 160 h 225"/>
              <a:gd name="T60" fmla="*/ 262 w 353"/>
              <a:gd name="T61" fmla="*/ 160 h 225"/>
              <a:gd name="T62" fmla="*/ 342 w 353"/>
              <a:gd name="T63" fmla="*/ 192 h 225"/>
              <a:gd name="T64" fmla="*/ 342 w 353"/>
              <a:gd name="T65" fmla="*/ 192 h 225"/>
              <a:gd name="T66" fmla="*/ 345 w 353"/>
              <a:gd name="T67" fmla="*/ 193 h 225"/>
              <a:gd name="T68" fmla="*/ 353 w 353"/>
              <a:gd name="T69" fmla="*/ 185 h 225"/>
              <a:gd name="T70" fmla="*/ 353 w 353"/>
              <a:gd name="T71" fmla="*/ 40 h 225"/>
              <a:gd name="T72" fmla="*/ 345 w 353"/>
              <a:gd name="T73" fmla="*/ 32 h 225"/>
              <a:gd name="T74" fmla="*/ 337 w 353"/>
              <a:gd name="T75" fmla="*/ 173 h 225"/>
              <a:gd name="T76" fmla="*/ 273 w 353"/>
              <a:gd name="T77" fmla="*/ 147 h 225"/>
              <a:gd name="T78" fmla="*/ 273 w 353"/>
              <a:gd name="T79" fmla="*/ 78 h 225"/>
              <a:gd name="T80" fmla="*/ 337 w 353"/>
              <a:gd name="T81" fmla="*/ 52 h 225"/>
              <a:gd name="T82" fmla="*/ 337 w 353"/>
              <a:gd name="T83" fmla="*/ 173 h 2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353" h="225">
                <a:moveTo>
                  <a:pt x="209" y="0"/>
                </a:moveTo>
                <a:cubicBezTo>
                  <a:pt x="32" y="0"/>
                  <a:pt x="32" y="0"/>
                  <a:pt x="32" y="0"/>
                </a:cubicBezTo>
                <a:cubicBezTo>
                  <a:pt x="15" y="0"/>
                  <a:pt x="0" y="15"/>
                  <a:pt x="0" y="32"/>
                </a:cubicBezTo>
                <a:cubicBezTo>
                  <a:pt x="0" y="193"/>
                  <a:pt x="0" y="193"/>
                  <a:pt x="0" y="193"/>
                </a:cubicBezTo>
                <a:cubicBezTo>
                  <a:pt x="0" y="211"/>
                  <a:pt x="15" y="225"/>
                  <a:pt x="32" y="225"/>
                </a:cubicBezTo>
                <a:cubicBezTo>
                  <a:pt x="209" y="225"/>
                  <a:pt x="209" y="225"/>
                  <a:pt x="209" y="225"/>
                </a:cubicBezTo>
                <a:cubicBezTo>
                  <a:pt x="227" y="225"/>
                  <a:pt x="241" y="211"/>
                  <a:pt x="241" y="193"/>
                </a:cubicBezTo>
                <a:cubicBezTo>
                  <a:pt x="241" y="32"/>
                  <a:pt x="241" y="32"/>
                  <a:pt x="241" y="32"/>
                </a:cubicBezTo>
                <a:cubicBezTo>
                  <a:pt x="241" y="15"/>
                  <a:pt x="227" y="0"/>
                  <a:pt x="209" y="0"/>
                </a:cubicBezTo>
                <a:moveTo>
                  <a:pt x="225" y="193"/>
                </a:moveTo>
                <a:cubicBezTo>
                  <a:pt x="225" y="202"/>
                  <a:pt x="218" y="209"/>
                  <a:pt x="209" y="209"/>
                </a:cubicBezTo>
                <a:cubicBezTo>
                  <a:pt x="32" y="209"/>
                  <a:pt x="32" y="209"/>
                  <a:pt x="32" y="209"/>
                </a:cubicBezTo>
                <a:cubicBezTo>
                  <a:pt x="23" y="209"/>
                  <a:pt x="16" y="202"/>
                  <a:pt x="16" y="193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4"/>
                  <a:pt x="23" y="16"/>
                  <a:pt x="32" y="16"/>
                </a:cubicBezTo>
                <a:cubicBezTo>
                  <a:pt x="209" y="16"/>
                  <a:pt x="209" y="16"/>
                  <a:pt x="209" y="16"/>
                </a:cubicBezTo>
                <a:cubicBezTo>
                  <a:pt x="218" y="16"/>
                  <a:pt x="225" y="24"/>
                  <a:pt x="225" y="32"/>
                </a:cubicBezTo>
                <a:lnTo>
                  <a:pt x="225" y="193"/>
                </a:lnTo>
                <a:close/>
                <a:moveTo>
                  <a:pt x="345" y="32"/>
                </a:moveTo>
                <a:cubicBezTo>
                  <a:pt x="344" y="32"/>
                  <a:pt x="343" y="33"/>
                  <a:pt x="342" y="33"/>
                </a:cubicBezTo>
                <a:cubicBezTo>
                  <a:pt x="342" y="33"/>
                  <a:pt x="342" y="33"/>
                  <a:pt x="342" y="33"/>
                </a:cubicBezTo>
                <a:cubicBezTo>
                  <a:pt x="262" y="65"/>
                  <a:pt x="262" y="65"/>
                  <a:pt x="262" y="65"/>
                </a:cubicBezTo>
                <a:cubicBezTo>
                  <a:pt x="262" y="65"/>
                  <a:pt x="262" y="65"/>
                  <a:pt x="262" y="65"/>
                </a:cubicBezTo>
                <a:cubicBezTo>
                  <a:pt x="262" y="65"/>
                  <a:pt x="262" y="65"/>
                  <a:pt x="262" y="65"/>
                </a:cubicBezTo>
                <a:cubicBezTo>
                  <a:pt x="262" y="65"/>
                  <a:pt x="262" y="65"/>
                  <a:pt x="262" y="65"/>
                </a:cubicBezTo>
                <a:cubicBezTo>
                  <a:pt x="259" y="67"/>
                  <a:pt x="257" y="69"/>
                  <a:pt x="257" y="73"/>
                </a:cubicBezTo>
                <a:cubicBezTo>
                  <a:pt x="257" y="153"/>
                  <a:pt x="257" y="153"/>
                  <a:pt x="257" y="153"/>
                </a:cubicBezTo>
                <a:cubicBezTo>
                  <a:pt x="257" y="156"/>
                  <a:pt x="259" y="159"/>
                  <a:pt x="262" y="160"/>
                </a:cubicBezTo>
                <a:cubicBezTo>
                  <a:pt x="262" y="160"/>
                  <a:pt x="262" y="160"/>
                  <a:pt x="262" y="160"/>
                </a:cubicBezTo>
                <a:cubicBezTo>
                  <a:pt x="262" y="160"/>
                  <a:pt x="262" y="160"/>
                  <a:pt x="262" y="160"/>
                </a:cubicBezTo>
                <a:cubicBezTo>
                  <a:pt x="262" y="160"/>
                  <a:pt x="262" y="160"/>
                  <a:pt x="262" y="160"/>
                </a:cubicBezTo>
                <a:cubicBezTo>
                  <a:pt x="342" y="192"/>
                  <a:pt x="342" y="192"/>
                  <a:pt x="342" y="192"/>
                </a:cubicBezTo>
                <a:cubicBezTo>
                  <a:pt x="342" y="192"/>
                  <a:pt x="342" y="192"/>
                  <a:pt x="342" y="192"/>
                </a:cubicBezTo>
                <a:cubicBezTo>
                  <a:pt x="343" y="193"/>
                  <a:pt x="344" y="193"/>
                  <a:pt x="345" y="193"/>
                </a:cubicBezTo>
                <a:cubicBezTo>
                  <a:pt x="350" y="193"/>
                  <a:pt x="353" y="189"/>
                  <a:pt x="353" y="185"/>
                </a:cubicBezTo>
                <a:cubicBezTo>
                  <a:pt x="353" y="40"/>
                  <a:pt x="353" y="40"/>
                  <a:pt x="353" y="40"/>
                </a:cubicBezTo>
                <a:cubicBezTo>
                  <a:pt x="353" y="36"/>
                  <a:pt x="350" y="32"/>
                  <a:pt x="345" y="32"/>
                </a:cubicBezTo>
                <a:moveTo>
                  <a:pt x="337" y="173"/>
                </a:moveTo>
                <a:cubicBezTo>
                  <a:pt x="273" y="147"/>
                  <a:pt x="273" y="147"/>
                  <a:pt x="273" y="147"/>
                </a:cubicBezTo>
                <a:cubicBezTo>
                  <a:pt x="273" y="78"/>
                  <a:pt x="273" y="78"/>
                  <a:pt x="273" y="78"/>
                </a:cubicBezTo>
                <a:cubicBezTo>
                  <a:pt x="337" y="52"/>
                  <a:pt x="337" y="52"/>
                  <a:pt x="337" y="52"/>
                </a:cubicBezTo>
                <a:lnTo>
                  <a:pt x="337" y="17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0" name="Freeform 20"/>
          <p:cNvSpPr>
            <a:spLocks noEditPoints="1"/>
          </p:cNvSpPr>
          <p:nvPr/>
        </p:nvSpPr>
        <p:spPr bwMode="auto">
          <a:xfrm>
            <a:off x="6360584" y="2038351"/>
            <a:ext cx="577851" cy="524933"/>
          </a:xfrm>
          <a:custGeom>
            <a:avLst/>
            <a:gdLst>
              <a:gd name="T0" fmla="*/ 96 w 353"/>
              <a:gd name="T1" fmla="*/ 64 h 321"/>
              <a:gd name="T2" fmla="*/ 64 w 353"/>
              <a:gd name="T3" fmla="*/ 64 h 321"/>
              <a:gd name="T4" fmla="*/ 192 w 353"/>
              <a:gd name="T5" fmla="*/ 80 h 321"/>
              <a:gd name="T6" fmla="*/ 192 w 353"/>
              <a:gd name="T7" fmla="*/ 48 h 321"/>
              <a:gd name="T8" fmla="*/ 192 w 353"/>
              <a:gd name="T9" fmla="*/ 80 h 321"/>
              <a:gd name="T10" fmla="*/ 341 w 353"/>
              <a:gd name="T11" fmla="*/ 146 h 321"/>
              <a:gd name="T12" fmla="*/ 273 w 353"/>
              <a:gd name="T13" fmla="*/ 173 h 321"/>
              <a:gd name="T14" fmla="*/ 240 w 353"/>
              <a:gd name="T15" fmla="*/ 113 h 321"/>
              <a:gd name="T16" fmla="*/ 256 w 353"/>
              <a:gd name="T17" fmla="*/ 64 h 321"/>
              <a:gd name="T18" fmla="*/ 136 w 353"/>
              <a:gd name="T19" fmla="*/ 33 h 321"/>
              <a:gd name="T20" fmla="*/ 16 w 353"/>
              <a:gd name="T21" fmla="*/ 64 h 321"/>
              <a:gd name="T22" fmla="*/ 32 w 353"/>
              <a:gd name="T23" fmla="*/ 113 h 321"/>
              <a:gd name="T24" fmla="*/ 0 w 353"/>
              <a:gd name="T25" fmla="*/ 289 h 321"/>
              <a:gd name="T26" fmla="*/ 240 w 353"/>
              <a:gd name="T27" fmla="*/ 321 h 321"/>
              <a:gd name="T28" fmla="*/ 273 w 353"/>
              <a:gd name="T29" fmla="*/ 261 h 321"/>
              <a:gd name="T30" fmla="*/ 341 w 353"/>
              <a:gd name="T31" fmla="*/ 288 h 321"/>
              <a:gd name="T32" fmla="*/ 353 w 353"/>
              <a:gd name="T33" fmla="*/ 281 h 321"/>
              <a:gd name="T34" fmla="*/ 345 w 353"/>
              <a:gd name="T35" fmla="*/ 145 h 321"/>
              <a:gd name="T36" fmla="*/ 240 w 353"/>
              <a:gd name="T37" fmla="*/ 64 h 321"/>
              <a:gd name="T38" fmla="*/ 144 w 353"/>
              <a:gd name="T39" fmla="*/ 64 h 321"/>
              <a:gd name="T40" fmla="*/ 150 w 353"/>
              <a:gd name="T41" fmla="*/ 113 h 321"/>
              <a:gd name="T42" fmla="*/ 136 w 353"/>
              <a:gd name="T43" fmla="*/ 95 h 321"/>
              <a:gd name="T44" fmla="*/ 32 w 353"/>
              <a:gd name="T45" fmla="*/ 64 h 321"/>
              <a:gd name="T46" fmla="*/ 128 w 353"/>
              <a:gd name="T47" fmla="*/ 64 h 321"/>
              <a:gd name="T48" fmla="*/ 32 w 353"/>
              <a:gd name="T49" fmla="*/ 64 h 321"/>
              <a:gd name="T50" fmla="*/ 240 w 353"/>
              <a:gd name="T51" fmla="*/ 305 h 321"/>
              <a:gd name="T52" fmla="*/ 16 w 353"/>
              <a:gd name="T53" fmla="*/ 289 h 321"/>
              <a:gd name="T54" fmla="*/ 32 w 353"/>
              <a:gd name="T55" fmla="*/ 129 h 321"/>
              <a:gd name="T56" fmla="*/ 256 w 353"/>
              <a:gd name="T57" fmla="*/ 145 h 321"/>
              <a:gd name="T58" fmla="*/ 337 w 353"/>
              <a:gd name="T59" fmla="*/ 269 h 321"/>
              <a:gd name="T60" fmla="*/ 273 w 353"/>
              <a:gd name="T61" fmla="*/ 190 h 321"/>
              <a:gd name="T62" fmla="*/ 337 w 353"/>
              <a:gd name="T63" fmla="*/ 269 h 321"/>
              <a:gd name="T64" fmla="*/ 40 w 353"/>
              <a:gd name="T65" fmla="*/ 273 h 321"/>
              <a:gd name="T66" fmla="*/ 40 w 353"/>
              <a:gd name="T67" fmla="*/ 289 h 321"/>
              <a:gd name="T68" fmla="*/ 240 w 353"/>
              <a:gd name="T69" fmla="*/ 281 h 321"/>
              <a:gd name="T70" fmla="*/ 56 w 353"/>
              <a:gd name="T71" fmla="*/ 193 h 321"/>
              <a:gd name="T72" fmla="*/ 56 w 353"/>
              <a:gd name="T73" fmla="*/ 145 h 321"/>
              <a:gd name="T74" fmla="*/ 56 w 353"/>
              <a:gd name="T75" fmla="*/ 193 h 321"/>
              <a:gd name="T76" fmla="*/ 64 w 353"/>
              <a:gd name="T77" fmla="*/ 169 h 321"/>
              <a:gd name="T78" fmla="*/ 48 w 353"/>
              <a:gd name="T79" fmla="*/ 169 h 321"/>
              <a:gd name="T80" fmla="*/ 104 w 353"/>
              <a:gd name="T81" fmla="*/ 161 h 321"/>
              <a:gd name="T82" fmla="*/ 104 w 353"/>
              <a:gd name="T83" fmla="*/ 145 h 321"/>
              <a:gd name="T84" fmla="*/ 104 w 353"/>
              <a:gd name="T85" fmla="*/ 161 h 3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353" h="321">
                <a:moveTo>
                  <a:pt x="80" y="80"/>
                </a:moveTo>
                <a:cubicBezTo>
                  <a:pt x="89" y="80"/>
                  <a:pt x="96" y="73"/>
                  <a:pt x="96" y="64"/>
                </a:cubicBezTo>
                <a:cubicBezTo>
                  <a:pt x="96" y="55"/>
                  <a:pt x="89" y="48"/>
                  <a:pt x="80" y="48"/>
                </a:cubicBezTo>
                <a:cubicBezTo>
                  <a:pt x="71" y="48"/>
                  <a:pt x="64" y="55"/>
                  <a:pt x="64" y="64"/>
                </a:cubicBezTo>
                <a:cubicBezTo>
                  <a:pt x="64" y="73"/>
                  <a:pt x="71" y="80"/>
                  <a:pt x="80" y="80"/>
                </a:cubicBezTo>
                <a:moveTo>
                  <a:pt x="192" y="80"/>
                </a:moveTo>
                <a:cubicBezTo>
                  <a:pt x="201" y="80"/>
                  <a:pt x="208" y="73"/>
                  <a:pt x="208" y="64"/>
                </a:cubicBezTo>
                <a:cubicBezTo>
                  <a:pt x="208" y="55"/>
                  <a:pt x="201" y="48"/>
                  <a:pt x="192" y="48"/>
                </a:cubicBezTo>
                <a:cubicBezTo>
                  <a:pt x="183" y="48"/>
                  <a:pt x="176" y="55"/>
                  <a:pt x="176" y="64"/>
                </a:cubicBezTo>
                <a:cubicBezTo>
                  <a:pt x="176" y="73"/>
                  <a:pt x="183" y="80"/>
                  <a:pt x="192" y="80"/>
                </a:cubicBezTo>
                <a:moveTo>
                  <a:pt x="345" y="145"/>
                </a:moveTo>
                <a:cubicBezTo>
                  <a:pt x="343" y="145"/>
                  <a:pt x="342" y="145"/>
                  <a:pt x="341" y="146"/>
                </a:cubicBezTo>
                <a:cubicBezTo>
                  <a:pt x="341" y="145"/>
                  <a:pt x="341" y="145"/>
                  <a:pt x="341" y="145"/>
                </a:cubicBezTo>
                <a:cubicBezTo>
                  <a:pt x="273" y="173"/>
                  <a:pt x="273" y="173"/>
                  <a:pt x="273" y="173"/>
                </a:cubicBezTo>
                <a:cubicBezTo>
                  <a:pt x="273" y="145"/>
                  <a:pt x="273" y="145"/>
                  <a:pt x="273" y="145"/>
                </a:cubicBezTo>
                <a:cubicBezTo>
                  <a:pt x="273" y="127"/>
                  <a:pt x="258" y="113"/>
                  <a:pt x="240" y="113"/>
                </a:cubicBezTo>
                <a:cubicBezTo>
                  <a:pt x="235" y="113"/>
                  <a:pt x="235" y="113"/>
                  <a:pt x="235" y="113"/>
                </a:cubicBezTo>
                <a:cubicBezTo>
                  <a:pt x="248" y="101"/>
                  <a:pt x="256" y="84"/>
                  <a:pt x="256" y="64"/>
                </a:cubicBezTo>
                <a:cubicBezTo>
                  <a:pt x="256" y="29"/>
                  <a:pt x="228" y="0"/>
                  <a:pt x="192" y="0"/>
                </a:cubicBezTo>
                <a:cubicBezTo>
                  <a:pt x="168" y="0"/>
                  <a:pt x="147" y="14"/>
                  <a:pt x="136" y="33"/>
                </a:cubicBezTo>
                <a:cubicBezTo>
                  <a:pt x="125" y="14"/>
                  <a:pt x="104" y="0"/>
                  <a:pt x="80" y="0"/>
                </a:cubicBezTo>
                <a:cubicBezTo>
                  <a:pt x="44" y="0"/>
                  <a:pt x="16" y="29"/>
                  <a:pt x="16" y="64"/>
                </a:cubicBezTo>
                <a:cubicBezTo>
                  <a:pt x="16" y="84"/>
                  <a:pt x="24" y="101"/>
                  <a:pt x="37" y="113"/>
                </a:cubicBezTo>
                <a:cubicBezTo>
                  <a:pt x="32" y="113"/>
                  <a:pt x="32" y="113"/>
                  <a:pt x="32" y="113"/>
                </a:cubicBezTo>
                <a:cubicBezTo>
                  <a:pt x="14" y="113"/>
                  <a:pt x="0" y="127"/>
                  <a:pt x="0" y="145"/>
                </a:cubicBezTo>
                <a:cubicBezTo>
                  <a:pt x="0" y="289"/>
                  <a:pt x="0" y="289"/>
                  <a:pt x="0" y="289"/>
                </a:cubicBezTo>
                <a:cubicBezTo>
                  <a:pt x="0" y="307"/>
                  <a:pt x="14" y="321"/>
                  <a:pt x="32" y="321"/>
                </a:cubicBezTo>
                <a:cubicBezTo>
                  <a:pt x="240" y="321"/>
                  <a:pt x="240" y="321"/>
                  <a:pt x="240" y="321"/>
                </a:cubicBezTo>
                <a:cubicBezTo>
                  <a:pt x="258" y="321"/>
                  <a:pt x="273" y="307"/>
                  <a:pt x="273" y="289"/>
                </a:cubicBezTo>
                <a:cubicBezTo>
                  <a:pt x="273" y="261"/>
                  <a:pt x="273" y="261"/>
                  <a:pt x="273" y="261"/>
                </a:cubicBezTo>
                <a:cubicBezTo>
                  <a:pt x="341" y="288"/>
                  <a:pt x="341" y="288"/>
                  <a:pt x="341" y="288"/>
                </a:cubicBezTo>
                <a:cubicBezTo>
                  <a:pt x="341" y="288"/>
                  <a:pt x="341" y="288"/>
                  <a:pt x="341" y="288"/>
                </a:cubicBezTo>
                <a:cubicBezTo>
                  <a:pt x="342" y="289"/>
                  <a:pt x="343" y="289"/>
                  <a:pt x="345" y="289"/>
                </a:cubicBezTo>
                <a:cubicBezTo>
                  <a:pt x="349" y="289"/>
                  <a:pt x="353" y="286"/>
                  <a:pt x="353" y="281"/>
                </a:cubicBezTo>
                <a:cubicBezTo>
                  <a:pt x="353" y="153"/>
                  <a:pt x="353" y="153"/>
                  <a:pt x="353" y="153"/>
                </a:cubicBezTo>
                <a:cubicBezTo>
                  <a:pt x="353" y="148"/>
                  <a:pt x="349" y="145"/>
                  <a:pt x="345" y="145"/>
                </a:cubicBezTo>
                <a:moveTo>
                  <a:pt x="192" y="16"/>
                </a:moveTo>
                <a:cubicBezTo>
                  <a:pt x="219" y="16"/>
                  <a:pt x="240" y="38"/>
                  <a:pt x="240" y="64"/>
                </a:cubicBezTo>
                <a:cubicBezTo>
                  <a:pt x="240" y="91"/>
                  <a:pt x="219" y="113"/>
                  <a:pt x="192" y="113"/>
                </a:cubicBezTo>
                <a:cubicBezTo>
                  <a:pt x="166" y="113"/>
                  <a:pt x="144" y="91"/>
                  <a:pt x="144" y="64"/>
                </a:cubicBezTo>
                <a:cubicBezTo>
                  <a:pt x="144" y="38"/>
                  <a:pt x="166" y="16"/>
                  <a:pt x="192" y="16"/>
                </a:cubicBezTo>
                <a:moveTo>
                  <a:pt x="150" y="113"/>
                </a:moveTo>
                <a:cubicBezTo>
                  <a:pt x="122" y="113"/>
                  <a:pt x="122" y="113"/>
                  <a:pt x="122" y="113"/>
                </a:cubicBezTo>
                <a:cubicBezTo>
                  <a:pt x="128" y="108"/>
                  <a:pt x="132" y="102"/>
                  <a:pt x="136" y="95"/>
                </a:cubicBezTo>
                <a:cubicBezTo>
                  <a:pt x="140" y="102"/>
                  <a:pt x="144" y="108"/>
                  <a:pt x="150" y="113"/>
                </a:cubicBezTo>
                <a:moveTo>
                  <a:pt x="32" y="64"/>
                </a:moveTo>
                <a:cubicBezTo>
                  <a:pt x="32" y="38"/>
                  <a:pt x="53" y="16"/>
                  <a:pt x="80" y="16"/>
                </a:cubicBezTo>
                <a:cubicBezTo>
                  <a:pt x="106" y="16"/>
                  <a:pt x="128" y="38"/>
                  <a:pt x="128" y="64"/>
                </a:cubicBezTo>
                <a:cubicBezTo>
                  <a:pt x="128" y="91"/>
                  <a:pt x="106" y="113"/>
                  <a:pt x="80" y="113"/>
                </a:cubicBezTo>
                <a:cubicBezTo>
                  <a:pt x="53" y="113"/>
                  <a:pt x="32" y="91"/>
                  <a:pt x="32" y="64"/>
                </a:cubicBezTo>
                <a:moveTo>
                  <a:pt x="256" y="289"/>
                </a:moveTo>
                <a:cubicBezTo>
                  <a:pt x="256" y="298"/>
                  <a:pt x="249" y="305"/>
                  <a:pt x="240" y="305"/>
                </a:cubicBezTo>
                <a:cubicBezTo>
                  <a:pt x="32" y="305"/>
                  <a:pt x="32" y="305"/>
                  <a:pt x="32" y="305"/>
                </a:cubicBezTo>
                <a:cubicBezTo>
                  <a:pt x="23" y="305"/>
                  <a:pt x="16" y="298"/>
                  <a:pt x="16" y="289"/>
                </a:cubicBezTo>
                <a:cubicBezTo>
                  <a:pt x="16" y="145"/>
                  <a:pt x="16" y="145"/>
                  <a:pt x="16" y="145"/>
                </a:cubicBezTo>
                <a:cubicBezTo>
                  <a:pt x="16" y="136"/>
                  <a:pt x="23" y="129"/>
                  <a:pt x="32" y="129"/>
                </a:cubicBezTo>
                <a:cubicBezTo>
                  <a:pt x="240" y="129"/>
                  <a:pt x="240" y="129"/>
                  <a:pt x="240" y="129"/>
                </a:cubicBezTo>
                <a:cubicBezTo>
                  <a:pt x="249" y="129"/>
                  <a:pt x="256" y="136"/>
                  <a:pt x="256" y="145"/>
                </a:cubicBezTo>
                <a:lnTo>
                  <a:pt x="256" y="289"/>
                </a:lnTo>
                <a:close/>
                <a:moveTo>
                  <a:pt x="337" y="269"/>
                </a:moveTo>
                <a:cubicBezTo>
                  <a:pt x="273" y="244"/>
                  <a:pt x="273" y="244"/>
                  <a:pt x="273" y="244"/>
                </a:cubicBezTo>
                <a:cubicBezTo>
                  <a:pt x="273" y="190"/>
                  <a:pt x="273" y="190"/>
                  <a:pt x="273" y="190"/>
                </a:cubicBezTo>
                <a:cubicBezTo>
                  <a:pt x="337" y="164"/>
                  <a:pt x="337" y="164"/>
                  <a:pt x="337" y="164"/>
                </a:cubicBezTo>
                <a:lnTo>
                  <a:pt x="337" y="269"/>
                </a:lnTo>
                <a:close/>
                <a:moveTo>
                  <a:pt x="232" y="273"/>
                </a:moveTo>
                <a:cubicBezTo>
                  <a:pt x="40" y="273"/>
                  <a:pt x="40" y="273"/>
                  <a:pt x="40" y="273"/>
                </a:cubicBezTo>
                <a:cubicBezTo>
                  <a:pt x="35" y="273"/>
                  <a:pt x="32" y="277"/>
                  <a:pt x="32" y="281"/>
                </a:cubicBezTo>
                <a:cubicBezTo>
                  <a:pt x="32" y="286"/>
                  <a:pt x="35" y="289"/>
                  <a:pt x="40" y="289"/>
                </a:cubicBezTo>
                <a:cubicBezTo>
                  <a:pt x="232" y="289"/>
                  <a:pt x="232" y="289"/>
                  <a:pt x="232" y="289"/>
                </a:cubicBezTo>
                <a:cubicBezTo>
                  <a:pt x="237" y="289"/>
                  <a:pt x="240" y="286"/>
                  <a:pt x="240" y="281"/>
                </a:cubicBezTo>
                <a:cubicBezTo>
                  <a:pt x="240" y="277"/>
                  <a:pt x="237" y="273"/>
                  <a:pt x="232" y="273"/>
                </a:cubicBezTo>
                <a:moveTo>
                  <a:pt x="56" y="193"/>
                </a:moveTo>
                <a:cubicBezTo>
                  <a:pt x="69" y="193"/>
                  <a:pt x="80" y="182"/>
                  <a:pt x="80" y="169"/>
                </a:cubicBezTo>
                <a:cubicBezTo>
                  <a:pt x="80" y="155"/>
                  <a:pt x="69" y="145"/>
                  <a:pt x="56" y="145"/>
                </a:cubicBezTo>
                <a:cubicBezTo>
                  <a:pt x="42" y="145"/>
                  <a:pt x="32" y="155"/>
                  <a:pt x="32" y="169"/>
                </a:cubicBezTo>
                <a:cubicBezTo>
                  <a:pt x="32" y="182"/>
                  <a:pt x="42" y="193"/>
                  <a:pt x="56" y="193"/>
                </a:cubicBezTo>
                <a:moveTo>
                  <a:pt x="56" y="161"/>
                </a:moveTo>
                <a:cubicBezTo>
                  <a:pt x="60" y="161"/>
                  <a:pt x="64" y="164"/>
                  <a:pt x="64" y="169"/>
                </a:cubicBezTo>
                <a:cubicBezTo>
                  <a:pt x="64" y="173"/>
                  <a:pt x="60" y="177"/>
                  <a:pt x="56" y="177"/>
                </a:cubicBezTo>
                <a:cubicBezTo>
                  <a:pt x="51" y="177"/>
                  <a:pt x="48" y="173"/>
                  <a:pt x="48" y="169"/>
                </a:cubicBezTo>
                <a:cubicBezTo>
                  <a:pt x="48" y="164"/>
                  <a:pt x="51" y="161"/>
                  <a:pt x="56" y="161"/>
                </a:cubicBezTo>
                <a:moveTo>
                  <a:pt x="104" y="161"/>
                </a:moveTo>
                <a:cubicBezTo>
                  <a:pt x="108" y="161"/>
                  <a:pt x="112" y="157"/>
                  <a:pt x="112" y="153"/>
                </a:cubicBezTo>
                <a:cubicBezTo>
                  <a:pt x="112" y="148"/>
                  <a:pt x="108" y="145"/>
                  <a:pt x="104" y="145"/>
                </a:cubicBezTo>
                <a:cubicBezTo>
                  <a:pt x="99" y="145"/>
                  <a:pt x="96" y="148"/>
                  <a:pt x="96" y="153"/>
                </a:cubicBezTo>
                <a:cubicBezTo>
                  <a:pt x="96" y="157"/>
                  <a:pt x="99" y="161"/>
                  <a:pt x="104" y="161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1" name="Freeform 21"/>
          <p:cNvSpPr>
            <a:spLocks noEditPoints="1"/>
          </p:cNvSpPr>
          <p:nvPr/>
        </p:nvSpPr>
        <p:spPr bwMode="auto">
          <a:xfrm>
            <a:off x="7594600" y="2012951"/>
            <a:ext cx="315384" cy="577851"/>
          </a:xfrm>
          <a:custGeom>
            <a:avLst/>
            <a:gdLst>
              <a:gd name="T0" fmla="*/ 96 w 193"/>
              <a:gd name="T1" fmla="*/ 329 h 353"/>
              <a:gd name="T2" fmla="*/ 105 w 193"/>
              <a:gd name="T3" fmla="*/ 321 h 353"/>
              <a:gd name="T4" fmla="*/ 96 w 193"/>
              <a:gd name="T5" fmla="*/ 313 h 353"/>
              <a:gd name="T6" fmla="*/ 88 w 193"/>
              <a:gd name="T7" fmla="*/ 321 h 353"/>
              <a:gd name="T8" fmla="*/ 96 w 193"/>
              <a:gd name="T9" fmla="*/ 329 h 353"/>
              <a:gd name="T10" fmla="*/ 161 w 193"/>
              <a:gd name="T11" fmla="*/ 0 h 353"/>
              <a:gd name="T12" fmla="*/ 32 w 193"/>
              <a:gd name="T13" fmla="*/ 0 h 353"/>
              <a:gd name="T14" fmla="*/ 0 w 193"/>
              <a:gd name="T15" fmla="*/ 32 h 353"/>
              <a:gd name="T16" fmla="*/ 0 w 193"/>
              <a:gd name="T17" fmla="*/ 321 h 353"/>
              <a:gd name="T18" fmla="*/ 32 w 193"/>
              <a:gd name="T19" fmla="*/ 353 h 353"/>
              <a:gd name="T20" fmla="*/ 161 w 193"/>
              <a:gd name="T21" fmla="*/ 353 h 353"/>
              <a:gd name="T22" fmla="*/ 193 w 193"/>
              <a:gd name="T23" fmla="*/ 321 h 353"/>
              <a:gd name="T24" fmla="*/ 193 w 193"/>
              <a:gd name="T25" fmla="*/ 32 h 353"/>
              <a:gd name="T26" fmla="*/ 161 w 193"/>
              <a:gd name="T27" fmla="*/ 0 h 353"/>
              <a:gd name="T28" fmla="*/ 177 w 193"/>
              <a:gd name="T29" fmla="*/ 321 h 353"/>
              <a:gd name="T30" fmla="*/ 161 w 193"/>
              <a:gd name="T31" fmla="*/ 337 h 353"/>
              <a:gd name="T32" fmla="*/ 32 w 193"/>
              <a:gd name="T33" fmla="*/ 337 h 353"/>
              <a:gd name="T34" fmla="*/ 16 w 193"/>
              <a:gd name="T35" fmla="*/ 321 h 353"/>
              <a:gd name="T36" fmla="*/ 16 w 193"/>
              <a:gd name="T37" fmla="*/ 305 h 353"/>
              <a:gd name="T38" fmla="*/ 177 w 193"/>
              <a:gd name="T39" fmla="*/ 305 h 353"/>
              <a:gd name="T40" fmla="*/ 177 w 193"/>
              <a:gd name="T41" fmla="*/ 321 h 353"/>
              <a:gd name="T42" fmla="*/ 177 w 193"/>
              <a:gd name="T43" fmla="*/ 289 h 353"/>
              <a:gd name="T44" fmla="*/ 16 w 193"/>
              <a:gd name="T45" fmla="*/ 289 h 353"/>
              <a:gd name="T46" fmla="*/ 16 w 193"/>
              <a:gd name="T47" fmla="*/ 64 h 353"/>
              <a:gd name="T48" fmla="*/ 177 w 193"/>
              <a:gd name="T49" fmla="*/ 64 h 353"/>
              <a:gd name="T50" fmla="*/ 177 w 193"/>
              <a:gd name="T51" fmla="*/ 289 h 353"/>
              <a:gd name="T52" fmla="*/ 177 w 193"/>
              <a:gd name="T53" fmla="*/ 48 h 353"/>
              <a:gd name="T54" fmla="*/ 16 w 193"/>
              <a:gd name="T55" fmla="*/ 48 h 353"/>
              <a:gd name="T56" fmla="*/ 16 w 193"/>
              <a:gd name="T57" fmla="*/ 32 h 353"/>
              <a:gd name="T58" fmla="*/ 32 w 193"/>
              <a:gd name="T59" fmla="*/ 16 h 353"/>
              <a:gd name="T60" fmla="*/ 161 w 193"/>
              <a:gd name="T61" fmla="*/ 16 h 353"/>
              <a:gd name="T62" fmla="*/ 177 w 193"/>
              <a:gd name="T63" fmla="*/ 32 h 353"/>
              <a:gd name="T64" fmla="*/ 177 w 193"/>
              <a:gd name="T65" fmla="*/ 48 h 353"/>
              <a:gd name="T66" fmla="*/ 105 w 193"/>
              <a:gd name="T67" fmla="*/ 24 h 353"/>
              <a:gd name="T68" fmla="*/ 88 w 193"/>
              <a:gd name="T69" fmla="*/ 24 h 353"/>
              <a:gd name="T70" fmla="*/ 80 w 193"/>
              <a:gd name="T71" fmla="*/ 32 h 353"/>
              <a:gd name="T72" fmla="*/ 88 w 193"/>
              <a:gd name="T73" fmla="*/ 40 h 353"/>
              <a:gd name="T74" fmla="*/ 105 w 193"/>
              <a:gd name="T75" fmla="*/ 40 h 353"/>
              <a:gd name="T76" fmla="*/ 113 w 193"/>
              <a:gd name="T77" fmla="*/ 32 h 353"/>
              <a:gd name="T78" fmla="*/ 105 w 193"/>
              <a:gd name="T79" fmla="*/ 24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93" h="353">
                <a:moveTo>
                  <a:pt x="96" y="329"/>
                </a:moveTo>
                <a:cubicBezTo>
                  <a:pt x="101" y="329"/>
                  <a:pt x="105" y="326"/>
                  <a:pt x="105" y="321"/>
                </a:cubicBezTo>
                <a:cubicBezTo>
                  <a:pt x="105" y="317"/>
                  <a:pt x="101" y="313"/>
                  <a:pt x="96" y="313"/>
                </a:cubicBezTo>
                <a:cubicBezTo>
                  <a:pt x="92" y="313"/>
                  <a:pt x="88" y="317"/>
                  <a:pt x="88" y="321"/>
                </a:cubicBezTo>
                <a:cubicBezTo>
                  <a:pt x="88" y="326"/>
                  <a:pt x="92" y="329"/>
                  <a:pt x="96" y="329"/>
                </a:cubicBezTo>
                <a:moveTo>
                  <a:pt x="161" y="0"/>
                </a:moveTo>
                <a:cubicBezTo>
                  <a:pt x="32" y="0"/>
                  <a:pt x="32" y="0"/>
                  <a:pt x="32" y="0"/>
                </a:cubicBezTo>
                <a:cubicBezTo>
                  <a:pt x="15" y="0"/>
                  <a:pt x="0" y="14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5" y="353"/>
                  <a:pt x="32" y="353"/>
                </a:cubicBezTo>
                <a:cubicBezTo>
                  <a:pt x="161" y="353"/>
                  <a:pt x="161" y="353"/>
                  <a:pt x="161" y="353"/>
                </a:cubicBezTo>
                <a:cubicBezTo>
                  <a:pt x="178" y="353"/>
                  <a:pt x="193" y="339"/>
                  <a:pt x="193" y="321"/>
                </a:cubicBezTo>
                <a:cubicBezTo>
                  <a:pt x="193" y="32"/>
                  <a:pt x="193" y="32"/>
                  <a:pt x="193" y="32"/>
                </a:cubicBezTo>
                <a:cubicBezTo>
                  <a:pt x="193" y="14"/>
                  <a:pt x="178" y="0"/>
                  <a:pt x="161" y="0"/>
                </a:cubicBezTo>
                <a:moveTo>
                  <a:pt x="177" y="321"/>
                </a:moveTo>
                <a:cubicBezTo>
                  <a:pt x="177" y="330"/>
                  <a:pt x="170" y="337"/>
                  <a:pt x="161" y="337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23" y="337"/>
                  <a:pt x="16" y="330"/>
                  <a:pt x="16" y="321"/>
                </a:cubicBezTo>
                <a:cubicBezTo>
                  <a:pt x="16" y="305"/>
                  <a:pt x="16" y="305"/>
                  <a:pt x="16" y="305"/>
                </a:cubicBezTo>
                <a:cubicBezTo>
                  <a:pt x="177" y="305"/>
                  <a:pt x="177" y="305"/>
                  <a:pt x="177" y="305"/>
                </a:cubicBezTo>
                <a:lnTo>
                  <a:pt x="177" y="321"/>
                </a:lnTo>
                <a:close/>
                <a:moveTo>
                  <a:pt x="177" y="289"/>
                </a:moveTo>
                <a:cubicBezTo>
                  <a:pt x="16" y="289"/>
                  <a:pt x="16" y="289"/>
                  <a:pt x="16" y="289"/>
                </a:cubicBezTo>
                <a:cubicBezTo>
                  <a:pt x="16" y="64"/>
                  <a:pt x="16" y="64"/>
                  <a:pt x="16" y="64"/>
                </a:cubicBezTo>
                <a:cubicBezTo>
                  <a:pt x="177" y="64"/>
                  <a:pt x="177" y="64"/>
                  <a:pt x="177" y="64"/>
                </a:cubicBezTo>
                <a:lnTo>
                  <a:pt x="177" y="289"/>
                </a:lnTo>
                <a:close/>
                <a:moveTo>
                  <a:pt x="177" y="48"/>
                </a:moveTo>
                <a:cubicBezTo>
                  <a:pt x="16" y="48"/>
                  <a:pt x="16" y="48"/>
                  <a:pt x="16" y="48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3"/>
                  <a:pt x="23" y="16"/>
                  <a:pt x="32" y="16"/>
                </a:cubicBezTo>
                <a:cubicBezTo>
                  <a:pt x="161" y="16"/>
                  <a:pt x="161" y="16"/>
                  <a:pt x="161" y="16"/>
                </a:cubicBezTo>
                <a:cubicBezTo>
                  <a:pt x="170" y="16"/>
                  <a:pt x="177" y="23"/>
                  <a:pt x="177" y="32"/>
                </a:cubicBezTo>
                <a:lnTo>
                  <a:pt x="177" y="48"/>
                </a:lnTo>
                <a:close/>
                <a:moveTo>
                  <a:pt x="105" y="24"/>
                </a:moveTo>
                <a:cubicBezTo>
                  <a:pt x="88" y="24"/>
                  <a:pt x="88" y="24"/>
                  <a:pt x="88" y="24"/>
                </a:cubicBezTo>
                <a:cubicBezTo>
                  <a:pt x="84" y="24"/>
                  <a:pt x="80" y="28"/>
                  <a:pt x="80" y="32"/>
                </a:cubicBezTo>
                <a:cubicBezTo>
                  <a:pt x="80" y="37"/>
                  <a:pt x="84" y="40"/>
                  <a:pt x="88" y="40"/>
                </a:cubicBezTo>
                <a:cubicBezTo>
                  <a:pt x="105" y="40"/>
                  <a:pt x="105" y="40"/>
                  <a:pt x="105" y="40"/>
                </a:cubicBezTo>
                <a:cubicBezTo>
                  <a:pt x="109" y="40"/>
                  <a:pt x="113" y="37"/>
                  <a:pt x="113" y="32"/>
                </a:cubicBezTo>
                <a:cubicBezTo>
                  <a:pt x="113" y="28"/>
                  <a:pt x="109" y="24"/>
                  <a:pt x="105" y="24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2" name="Freeform 22"/>
          <p:cNvSpPr>
            <a:spLocks noEditPoints="1"/>
          </p:cNvSpPr>
          <p:nvPr/>
        </p:nvSpPr>
        <p:spPr bwMode="auto">
          <a:xfrm>
            <a:off x="8646585" y="2012951"/>
            <a:ext cx="419100" cy="577851"/>
          </a:xfrm>
          <a:custGeom>
            <a:avLst/>
            <a:gdLst>
              <a:gd name="T0" fmla="*/ 129 w 257"/>
              <a:gd name="T1" fmla="*/ 313 h 353"/>
              <a:gd name="T2" fmla="*/ 121 w 257"/>
              <a:gd name="T3" fmla="*/ 321 h 353"/>
              <a:gd name="T4" fmla="*/ 129 w 257"/>
              <a:gd name="T5" fmla="*/ 329 h 353"/>
              <a:gd name="T6" fmla="*/ 137 w 257"/>
              <a:gd name="T7" fmla="*/ 321 h 353"/>
              <a:gd name="T8" fmla="*/ 129 w 257"/>
              <a:gd name="T9" fmla="*/ 313 h 353"/>
              <a:gd name="T10" fmla="*/ 121 w 257"/>
              <a:gd name="T11" fmla="*/ 40 h 353"/>
              <a:gd name="T12" fmla="*/ 137 w 257"/>
              <a:gd name="T13" fmla="*/ 40 h 353"/>
              <a:gd name="T14" fmla="*/ 145 w 257"/>
              <a:gd name="T15" fmla="*/ 32 h 353"/>
              <a:gd name="T16" fmla="*/ 137 w 257"/>
              <a:gd name="T17" fmla="*/ 24 h 353"/>
              <a:gd name="T18" fmla="*/ 121 w 257"/>
              <a:gd name="T19" fmla="*/ 24 h 353"/>
              <a:gd name="T20" fmla="*/ 113 w 257"/>
              <a:gd name="T21" fmla="*/ 32 h 353"/>
              <a:gd name="T22" fmla="*/ 121 w 257"/>
              <a:gd name="T23" fmla="*/ 40 h 353"/>
              <a:gd name="T24" fmla="*/ 32 w 257"/>
              <a:gd name="T25" fmla="*/ 305 h 353"/>
              <a:gd name="T26" fmla="*/ 225 w 257"/>
              <a:gd name="T27" fmla="*/ 305 h 353"/>
              <a:gd name="T28" fmla="*/ 225 w 257"/>
              <a:gd name="T29" fmla="*/ 48 h 353"/>
              <a:gd name="T30" fmla="*/ 32 w 257"/>
              <a:gd name="T31" fmla="*/ 48 h 353"/>
              <a:gd name="T32" fmla="*/ 32 w 257"/>
              <a:gd name="T33" fmla="*/ 305 h 353"/>
              <a:gd name="T34" fmla="*/ 49 w 257"/>
              <a:gd name="T35" fmla="*/ 64 h 353"/>
              <a:gd name="T36" fmla="*/ 209 w 257"/>
              <a:gd name="T37" fmla="*/ 64 h 353"/>
              <a:gd name="T38" fmla="*/ 209 w 257"/>
              <a:gd name="T39" fmla="*/ 289 h 353"/>
              <a:gd name="T40" fmla="*/ 49 w 257"/>
              <a:gd name="T41" fmla="*/ 289 h 353"/>
              <a:gd name="T42" fmla="*/ 49 w 257"/>
              <a:gd name="T43" fmla="*/ 64 h 353"/>
              <a:gd name="T44" fmla="*/ 225 w 257"/>
              <a:gd name="T45" fmla="*/ 0 h 353"/>
              <a:gd name="T46" fmla="*/ 32 w 257"/>
              <a:gd name="T47" fmla="*/ 0 h 353"/>
              <a:gd name="T48" fmla="*/ 0 w 257"/>
              <a:gd name="T49" fmla="*/ 32 h 353"/>
              <a:gd name="T50" fmla="*/ 0 w 257"/>
              <a:gd name="T51" fmla="*/ 321 h 353"/>
              <a:gd name="T52" fmla="*/ 32 w 257"/>
              <a:gd name="T53" fmla="*/ 353 h 353"/>
              <a:gd name="T54" fmla="*/ 225 w 257"/>
              <a:gd name="T55" fmla="*/ 353 h 353"/>
              <a:gd name="T56" fmla="*/ 257 w 257"/>
              <a:gd name="T57" fmla="*/ 321 h 353"/>
              <a:gd name="T58" fmla="*/ 257 w 257"/>
              <a:gd name="T59" fmla="*/ 32 h 353"/>
              <a:gd name="T60" fmla="*/ 225 w 257"/>
              <a:gd name="T61" fmla="*/ 0 h 353"/>
              <a:gd name="T62" fmla="*/ 241 w 257"/>
              <a:gd name="T63" fmla="*/ 321 h 353"/>
              <a:gd name="T64" fmla="*/ 225 w 257"/>
              <a:gd name="T65" fmla="*/ 337 h 353"/>
              <a:gd name="T66" fmla="*/ 32 w 257"/>
              <a:gd name="T67" fmla="*/ 337 h 353"/>
              <a:gd name="T68" fmla="*/ 16 w 257"/>
              <a:gd name="T69" fmla="*/ 321 h 353"/>
              <a:gd name="T70" fmla="*/ 16 w 257"/>
              <a:gd name="T71" fmla="*/ 32 h 353"/>
              <a:gd name="T72" fmla="*/ 32 w 257"/>
              <a:gd name="T73" fmla="*/ 16 h 353"/>
              <a:gd name="T74" fmla="*/ 225 w 257"/>
              <a:gd name="T75" fmla="*/ 16 h 353"/>
              <a:gd name="T76" fmla="*/ 241 w 257"/>
              <a:gd name="T77" fmla="*/ 32 h 353"/>
              <a:gd name="T78" fmla="*/ 241 w 257"/>
              <a:gd name="T79" fmla="*/ 321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257" h="353">
                <a:moveTo>
                  <a:pt x="129" y="313"/>
                </a:moveTo>
                <a:cubicBezTo>
                  <a:pt x="124" y="313"/>
                  <a:pt x="121" y="317"/>
                  <a:pt x="121" y="321"/>
                </a:cubicBezTo>
                <a:cubicBezTo>
                  <a:pt x="121" y="326"/>
                  <a:pt x="124" y="329"/>
                  <a:pt x="129" y="329"/>
                </a:cubicBezTo>
                <a:cubicBezTo>
                  <a:pt x="133" y="329"/>
                  <a:pt x="137" y="326"/>
                  <a:pt x="137" y="321"/>
                </a:cubicBezTo>
                <a:cubicBezTo>
                  <a:pt x="137" y="317"/>
                  <a:pt x="133" y="313"/>
                  <a:pt x="129" y="313"/>
                </a:cubicBezTo>
                <a:moveTo>
                  <a:pt x="121" y="40"/>
                </a:moveTo>
                <a:cubicBezTo>
                  <a:pt x="137" y="40"/>
                  <a:pt x="137" y="40"/>
                  <a:pt x="137" y="40"/>
                </a:cubicBezTo>
                <a:cubicBezTo>
                  <a:pt x="141" y="40"/>
                  <a:pt x="145" y="37"/>
                  <a:pt x="145" y="32"/>
                </a:cubicBezTo>
                <a:cubicBezTo>
                  <a:pt x="145" y="28"/>
                  <a:pt x="141" y="24"/>
                  <a:pt x="137" y="24"/>
                </a:cubicBezTo>
                <a:cubicBezTo>
                  <a:pt x="121" y="24"/>
                  <a:pt x="121" y="24"/>
                  <a:pt x="121" y="24"/>
                </a:cubicBezTo>
                <a:cubicBezTo>
                  <a:pt x="116" y="24"/>
                  <a:pt x="113" y="28"/>
                  <a:pt x="113" y="32"/>
                </a:cubicBezTo>
                <a:cubicBezTo>
                  <a:pt x="113" y="37"/>
                  <a:pt x="116" y="40"/>
                  <a:pt x="121" y="40"/>
                </a:cubicBezTo>
                <a:moveTo>
                  <a:pt x="32" y="305"/>
                </a:moveTo>
                <a:cubicBezTo>
                  <a:pt x="225" y="305"/>
                  <a:pt x="225" y="305"/>
                  <a:pt x="225" y="305"/>
                </a:cubicBezTo>
                <a:cubicBezTo>
                  <a:pt x="225" y="48"/>
                  <a:pt x="225" y="48"/>
                  <a:pt x="225" y="48"/>
                </a:cubicBezTo>
                <a:cubicBezTo>
                  <a:pt x="32" y="48"/>
                  <a:pt x="32" y="48"/>
                  <a:pt x="32" y="48"/>
                </a:cubicBezTo>
                <a:lnTo>
                  <a:pt x="32" y="305"/>
                </a:lnTo>
                <a:close/>
                <a:moveTo>
                  <a:pt x="49" y="64"/>
                </a:moveTo>
                <a:cubicBezTo>
                  <a:pt x="209" y="64"/>
                  <a:pt x="209" y="64"/>
                  <a:pt x="209" y="64"/>
                </a:cubicBezTo>
                <a:cubicBezTo>
                  <a:pt x="209" y="289"/>
                  <a:pt x="209" y="289"/>
                  <a:pt x="209" y="289"/>
                </a:cubicBezTo>
                <a:cubicBezTo>
                  <a:pt x="49" y="289"/>
                  <a:pt x="49" y="289"/>
                  <a:pt x="49" y="289"/>
                </a:cubicBezTo>
                <a:lnTo>
                  <a:pt x="49" y="64"/>
                </a:lnTo>
                <a:close/>
                <a:moveTo>
                  <a:pt x="225" y="0"/>
                </a:moveTo>
                <a:cubicBezTo>
                  <a:pt x="32" y="0"/>
                  <a:pt x="32" y="0"/>
                  <a:pt x="32" y="0"/>
                </a:cubicBezTo>
                <a:cubicBezTo>
                  <a:pt x="15" y="0"/>
                  <a:pt x="0" y="14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5" y="353"/>
                  <a:pt x="32" y="353"/>
                </a:cubicBezTo>
                <a:cubicBezTo>
                  <a:pt x="225" y="353"/>
                  <a:pt x="225" y="353"/>
                  <a:pt x="225" y="353"/>
                </a:cubicBezTo>
                <a:cubicBezTo>
                  <a:pt x="243" y="353"/>
                  <a:pt x="257" y="339"/>
                  <a:pt x="257" y="321"/>
                </a:cubicBezTo>
                <a:cubicBezTo>
                  <a:pt x="257" y="32"/>
                  <a:pt x="257" y="32"/>
                  <a:pt x="257" y="32"/>
                </a:cubicBezTo>
                <a:cubicBezTo>
                  <a:pt x="257" y="14"/>
                  <a:pt x="243" y="0"/>
                  <a:pt x="225" y="0"/>
                </a:cubicBezTo>
                <a:moveTo>
                  <a:pt x="241" y="321"/>
                </a:moveTo>
                <a:cubicBezTo>
                  <a:pt x="241" y="330"/>
                  <a:pt x="234" y="337"/>
                  <a:pt x="225" y="337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24" y="337"/>
                  <a:pt x="16" y="330"/>
                  <a:pt x="16" y="32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3"/>
                  <a:pt x="24" y="16"/>
                  <a:pt x="32" y="16"/>
                </a:cubicBezTo>
                <a:cubicBezTo>
                  <a:pt x="225" y="16"/>
                  <a:pt x="225" y="16"/>
                  <a:pt x="225" y="16"/>
                </a:cubicBezTo>
                <a:cubicBezTo>
                  <a:pt x="234" y="16"/>
                  <a:pt x="241" y="23"/>
                  <a:pt x="241" y="32"/>
                </a:cubicBezTo>
                <a:lnTo>
                  <a:pt x="241" y="32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3" name="Freeform 23"/>
          <p:cNvSpPr>
            <a:spLocks noEditPoints="1"/>
          </p:cNvSpPr>
          <p:nvPr/>
        </p:nvSpPr>
        <p:spPr bwMode="auto">
          <a:xfrm>
            <a:off x="9673167" y="2091268"/>
            <a:ext cx="577851" cy="421217"/>
          </a:xfrm>
          <a:custGeom>
            <a:avLst/>
            <a:gdLst>
              <a:gd name="T0" fmla="*/ 351 w 353"/>
              <a:gd name="T1" fmla="*/ 245 h 257"/>
              <a:gd name="T2" fmla="*/ 351 w 353"/>
              <a:gd name="T3" fmla="*/ 245 h 257"/>
              <a:gd name="T4" fmla="*/ 320 w 353"/>
              <a:gd name="T5" fmla="*/ 197 h 257"/>
              <a:gd name="T6" fmla="*/ 321 w 353"/>
              <a:gd name="T7" fmla="*/ 193 h 257"/>
              <a:gd name="T8" fmla="*/ 321 w 353"/>
              <a:gd name="T9" fmla="*/ 16 h 257"/>
              <a:gd name="T10" fmla="*/ 305 w 353"/>
              <a:gd name="T11" fmla="*/ 0 h 257"/>
              <a:gd name="T12" fmla="*/ 48 w 353"/>
              <a:gd name="T13" fmla="*/ 0 h 257"/>
              <a:gd name="T14" fmla="*/ 32 w 353"/>
              <a:gd name="T15" fmla="*/ 16 h 257"/>
              <a:gd name="T16" fmla="*/ 32 w 353"/>
              <a:gd name="T17" fmla="*/ 193 h 257"/>
              <a:gd name="T18" fmla="*/ 32 w 353"/>
              <a:gd name="T19" fmla="*/ 197 h 257"/>
              <a:gd name="T20" fmla="*/ 1 w 353"/>
              <a:gd name="T21" fmla="*/ 245 h 257"/>
              <a:gd name="T22" fmla="*/ 1 w 353"/>
              <a:gd name="T23" fmla="*/ 245 h 257"/>
              <a:gd name="T24" fmla="*/ 0 w 353"/>
              <a:gd name="T25" fmla="*/ 249 h 257"/>
              <a:gd name="T26" fmla="*/ 8 w 353"/>
              <a:gd name="T27" fmla="*/ 257 h 257"/>
              <a:gd name="T28" fmla="*/ 345 w 353"/>
              <a:gd name="T29" fmla="*/ 257 h 257"/>
              <a:gd name="T30" fmla="*/ 353 w 353"/>
              <a:gd name="T31" fmla="*/ 249 h 257"/>
              <a:gd name="T32" fmla="*/ 351 w 353"/>
              <a:gd name="T33" fmla="*/ 245 h 257"/>
              <a:gd name="T34" fmla="*/ 48 w 353"/>
              <a:gd name="T35" fmla="*/ 16 h 257"/>
              <a:gd name="T36" fmla="*/ 305 w 353"/>
              <a:gd name="T37" fmla="*/ 16 h 257"/>
              <a:gd name="T38" fmla="*/ 305 w 353"/>
              <a:gd name="T39" fmla="*/ 193 h 257"/>
              <a:gd name="T40" fmla="*/ 48 w 353"/>
              <a:gd name="T41" fmla="*/ 193 h 257"/>
              <a:gd name="T42" fmla="*/ 48 w 353"/>
              <a:gd name="T43" fmla="*/ 16 h 257"/>
              <a:gd name="T44" fmla="*/ 23 w 353"/>
              <a:gd name="T45" fmla="*/ 241 h 257"/>
              <a:gd name="T46" fmla="*/ 44 w 353"/>
              <a:gd name="T47" fmla="*/ 208 h 257"/>
              <a:gd name="T48" fmla="*/ 48 w 353"/>
              <a:gd name="T49" fmla="*/ 209 h 257"/>
              <a:gd name="T50" fmla="*/ 305 w 353"/>
              <a:gd name="T51" fmla="*/ 209 h 257"/>
              <a:gd name="T52" fmla="*/ 308 w 353"/>
              <a:gd name="T53" fmla="*/ 208 h 257"/>
              <a:gd name="T54" fmla="*/ 330 w 353"/>
              <a:gd name="T55" fmla="*/ 241 h 257"/>
              <a:gd name="T56" fmla="*/ 23 w 353"/>
              <a:gd name="T57" fmla="*/ 241 h 2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353" h="257">
                <a:moveTo>
                  <a:pt x="351" y="245"/>
                </a:moveTo>
                <a:cubicBezTo>
                  <a:pt x="351" y="245"/>
                  <a:pt x="351" y="245"/>
                  <a:pt x="351" y="245"/>
                </a:cubicBezTo>
                <a:cubicBezTo>
                  <a:pt x="320" y="197"/>
                  <a:pt x="320" y="197"/>
                  <a:pt x="320" y="197"/>
                </a:cubicBezTo>
                <a:cubicBezTo>
                  <a:pt x="320" y="196"/>
                  <a:pt x="321" y="194"/>
                  <a:pt x="321" y="193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21" y="7"/>
                  <a:pt x="313" y="0"/>
                  <a:pt x="305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39" y="0"/>
                  <a:pt x="32" y="7"/>
                  <a:pt x="32" y="16"/>
                </a:cubicBezTo>
                <a:cubicBezTo>
                  <a:pt x="32" y="193"/>
                  <a:pt x="32" y="193"/>
                  <a:pt x="32" y="193"/>
                </a:cubicBezTo>
                <a:cubicBezTo>
                  <a:pt x="32" y="194"/>
                  <a:pt x="32" y="196"/>
                  <a:pt x="32" y="197"/>
                </a:cubicBezTo>
                <a:cubicBezTo>
                  <a:pt x="1" y="245"/>
                  <a:pt x="1" y="245"/>
                  <a:pt x="1" y="245"/>
                </a:cubicBezTo>
                <a:cubicBezTo>
                  <a:pt x="1" y="245"/>
                  <a:pt x="1" y="245"/>
                  <a:pt x="1" y="245"/>
                </a:cubicBezTo>
                <a:cubicBezTo>
                  <a:pt x="0" y="246"/>
                  <a:pt x="0" y="247"/>
                  <a:pt x="0" y="249"/>
                </a:cubicBezTo>
                <a:cubicBezTo>
                  <a:pt x="0" y="254"/>
                  <a:pt x="3" y="257"/>
                  <a:pt x="8" y="257"/>
                </a:cubicBezTo>
                <a:cubicBezTo>
                  <a:pt x="345" y="257"/>
                  <a:pt x="345" y="257"/>
                  <a:pt x="345" y="257"/>
                </a:cubicBezTo>
                <a:cubicBezTo>
                  <a:pt x="349" y="257"/>
                  <a:pt x="353" y="254"/>
                  <a:pt x="353" y="249"/>
                </a:cubicBezTo>
                <a:cubicBezTo>
                  <a:pt x="353" y="247"/>
                  <a:pt x="352" y="246"/>
                  <a:pt x="351" y="245"/>
                </a:cubicBezTo>
                <a:moveTo>
                  <a:pt x="48" y="16"/>
                </a:moveTo>
                <a:cubicBezTo>
                  <a:pt x="305" y="16"/>
                  <a:pt x="305" y="16"/>
                  <a:pt x="305" y="16"/>
                </a:cubicBezTo>
                <a:cubicBezTo>
                  <a:pt x="305" y="193"/>
                  <a:pt x="305" y="193"/>
                  <a:pt x="305" y="193"/>
                </a:cubicBezTo>
                <a:cubicBezTo>
                  <a:pt x="48" y="193"/>
                  <a:pt x="48" y="193"/>
                  <a:pt x="48" y="193"/>
                </a:cubicBezTo>
                <a:lnTo>
                  <a:pt x="48" y="16"/>
                </a:lnTo>
                <a:close/>
                <a:moveTo>
                  <a:pt x="23" y="241"/>
                </a:moveTo>
                <a:cubicBezTo>
                  <a:pt x="44" y="208"/>
                  <a:pt x="44" y="208"/>
                  <a:pt x="44" y="208"/>
                </a:cubicBezTo>
                <a:cubicBezTo>
                  <a:pt x="45" y="209"/>
                  <a:pt x="47" y="209"/>
                  <a:pt x="48" y="209"/>
                </a:cubicBezTo>
                <a:cubicBezTo>
                  <a:pt x="305" y="209"/>
                  <a:pt x="305" y="209"/>
                  <a:pt x="305" y="209"/>
                </a:cubicBezTo>
                <a:cubicBezTo>
                  <a:pt x="306" y="209"/>
                  <a:pt x="307" y="209"/>
                  <a:pt x="308" y="208"/>
                </a:cubicBezTo>
                <a:cubicBezTo>
                  <a:pt x="330" y="241"/>
                  <a:pt x="330" y="241"/>
                  <a:pt x="330" y="241"/>
                </a:cubicBezTo>
                <a:lnTo>
                  <a:pt x="23" y="24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4" name="Freeform 24"/>
          <p:cNvSpPr>
            <a:spLocks noEditPoints="1"/>
          </p:cNvSpPr>
          <p:nvPr/>
        </p:nvSpPr>
        <p:spPr bwMode="auto">
          <a:xfrm>
            <a:off x="10775951" y="2012951"/>
            <a:ext cx="577851" cy="577851"/>
          </a:xfrm>
          <a:custGeom>
            <a:avLst/>
            <a:gdLst>
              <a:gd name="T0" fmla="*/ 321 w 353"/>
              <a:gd name="T1" fmla="*/ 0 h 353"/>
              <a:gd name="T2" fmla="*/ 32 w 353"/>
              <a:gd name="T3" fmla="*/ 0 h 353"/>
              <a:gd name="T4" fmla="*/ 0 w 353"/>
              <a:gd name="T5" fmla="*/ 32 h 353"/>
              <a:gd name="T6" fmla="*/ 0 w 353"/>
              <a:gd name="T7" fmla="*/ 273 h 353"/>
              <a:gd name="T8" fmla="*/ 32 w 353"/>
              <a:gd name="T9" fmla="*/ 305 h 353"/>
              <a:gd name="T10" fmla="*/ 144 w 353"/>
              <a:gd name="T11" fmla="*/ 305 h 353"/>
              <a:gd name="T12" fmla="*/ 144 w 353"/>
              <a:gd name="T13" fmla="*/ 337 h 353"/>
              <a:gd name="T14" fmla="*/ 120 w 353"/>
              <a:gd name="T15" fmla="*/ 337 h 353"/>
              <a:gd name="T16" fmla="*/ 112 w 353"/>
              <a:gd name="T17" fmla="*/ 345 h 353"/>
              <a:gd name="T18" fmla="*/ 120 w 353"/>
              <a:gd name="T19" fmla="*/ 353 h 353"/>
              <a:gd name="T20" fmla="*/ 233 w 353"/>
              <a:gd name="T21" fmla="*/ 353 h 353"/>
              <a:gd name="T22" fmla="*/ 241 w 353"/>
              <a:gd name="T23" fmla="*/ 345 h 353"/>
              <a:gd name="T24" fmla="*/ 233 w 353"/>
              <a:gd name="T25" fmla="*/ 337 h 353"/>
              <a:gd name="T26" fmla="*/ 209 w 353"/>
              <a:gd name="T27" fmla="*/ 337 h 353"/>
              <a:gd name="T28" fmla="*/ 209 w 353"/>
              <a:gd name="T29" fmla="*/ 305 h 353"/>
              <a:gd name="T30" fmla="*/ 321 w 353"/>
              <a:gd name="T31" fmla="*/ 305 h 353"/>
              <a:gd name="T32" fmla="*/ 353 w 353"/>
              <a:gd name="T33" fmla="*/ 273 h 353"/>
              <a:gd name="T34" fmla="*/ 353 w 353"/>
              <a:gd name="T35" fmla="*/ 32 h 353"/>
              <a:gd name="T36" fmla="*/ 321 w 353"/>
              <a:gd name="T37" fmla="*/ 0 h 353"/>
              <a:gd name="T38" fmla="*/ 193 w 353"/>
              <a:gd name="T39" fmla="*/ 337 h 353"/>
              <a:gd name="T40" fmla="*/ 160 w 353"/>
              <a:gd name="T41" fmla="*/ 337 h 353"/>
              <a:gd name="T42" fmla="*/ 160 w 353"/>
              <a:gd name="T43" fmla="*/ 305 h 353"/>
              <a:gd name="T44" fmla="*/ 193 w 353"/>
              <a:gd name="T45" fmla="*/ 305 h 353"/>
              <a:gd name="T46" fmla="*/ 193 w 353"/>
              <a:gd name="T47" fmla="*/ 337 h 353"/>
              <a:gd name="T48" fmla="*/ 337 w 353"/>
              <a:gd name="T49" fmla="*/ 273 h 353"/>
              <a:gd name="T50" fmla="*/ 321 w 353"/>
              <a:gd name="T51" fmla="*/ 289 h 353"/>
              <a:gd name="T52" fmla="*/ 32 w 353"/>
              <a:gd name="T53" fmla="*/ 289 h 353"/>
              <a:gd name="T54" fmla="*/ 16 w 353"/>
              <a:gd name="T55" fmla="*/ 273 h 353"/>
              <a:gd name="T56" fmla="*/ 16 w 353"/>
              <a:gd name="T57" fmla="*/ 257 h 353"/>
              <a:gd name="T58" fmla="*/ 337 w 353"/>
              <a:gd name="T59" fmla="*/ 257 h 353"/>
              <a:gd name="T60" fmla="*/ 337 w 353"/>
              <a:gd name="T61" fmla="*/ 273 h 353"/>
              <a:gd name="T62" fmla="*/ 337 w 353"/>
              <a:gd name="T63" fmla="*/ 241 h 353"/>
              <a:gd name="T64" fmla="*/ 16 w 353"/>
              <a:gd name="T65" fmla="*/ 241 h 353"/>
              <a:gd name="T66" fmla="*/ 16 w 353"/>
              <a:gd name="T67" fmla="*/ 32 h 353"/>
              <a:gd name="T68" fmla="*/ 32 w 353"/>
              <a:gd name="T69" fmla="*/ 16 h 353"/>
              <a:gd name="T70" fmla="*/ 321 w 353"/>
              <a:gd name="T71" fmla="*/ 16 h 353"/>
              <a:gd name="T72" fmla="*/ 337 w 353"/>
              <a:gd name="T73" fmla="*/ 32 h 353"/>
              <a:gd name="T74" fmla="*/ 337 w 353"/>
              <a:gd name="T75" fmla="*/ 241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353" h="353">
                <a:moveTo>
                  <a:pt x="321" y="0"/>
                </a:move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4"/>
                  <a:pt x="0" y="32"/>
                </a:cubicBezTo>
                <a:cubicBezTo>
                  <a:pt x="0" y="273"/>
                  <a:pt x="0" y="273"/>
                  <a:pt x="0" y="273"/>
                </a:cubicBezTo>
                <a:cubicBezTo>
                  <a:pt x="0" y="291"/>
                  <a:pt x="14" y="305"/>
                  <a:pt x="32" y="305"/>
                </a:cubicBezTo>
                <a:cubicBezTo>
                  <a:pt x="144" y="305"/>
                  <a:pt x="144" y="305"/>
                  <a:pt x="144" y="305"/>
                </a:cubicBezTo>
                <a:cubicBezTo>
                  <a:pt x="144" y="337"/>
                  <a:pt x="144" y="337"/>
                  <a:pt x="144" y="337"/>
                </a:cubicBezTo>
                <a:cubicBezTo>
                  <a:pt x="120" y="337"/>
                  <a:pt x="120" y="337"/>
                  <a:pt x="120" y="337"/>
                </a:cubicBezTo>
                <a:cubicBezTo>
                  <a:pt x="116" y="337"/>
                  <a:pt x="112" y="341"/>
                  <a:pt x="112" y="345"/>
                </a:cubicBezTo>
                <a:cubicBezTo>
                  <a:pt x="112" y="350"/>
                  <a:pt x="116" y="353"/>
                  <a:pt x="120" y="353"/>
                </a:cubicBezTo>
                <a:cubicBezTo>
                  <a:pt x="233" y="353"/>
                  <a:pt x="233" y="353"/>
                  <a:pt x="233" y="353"/>
                </a:cubicBezTo>
                <a:cubicBezTo>
                  <a:pt x="237" y="353"/>
                  <a:pt x="241" y="350"/>
                  <a:pt x="241" y="345"/>
                </a:cubicBezTo>
                <a:cubicBezTo>
                  <a:pt x="241" y="341"/>
                  <a:pt x="237" y="337"/>
                  <a:pt x="233" y="337"/>
                </a:cubicBezTo>
                <a:cubicBezTo>
                  <a:pt x="209" y="337"/>
                  <a:pt x="209" y="337"/>
                  <a:pt x="209" y="337"/>
                </a:cubicBezTo>
                <a:cubicBezTo>
                  <a:pt x="209" y="305"/>
                  <a:pt x="209" y="305"/>
                  <a:pt x="209" y="305"/>
                </a:cubicBezTo>
                <a:cubicBezTo>
                  <a:pt x="321" y="305"/>
                  <a:pt x="321" y="305"/>
                  <a:pt x="321" y="305"/>
                </a:cubicBezTo>
                <a:cubicBezTo>
                  <a:pt x="339" y="305"/>
                  <a:pt x="353" y="291"/>
                  <a:pt x="353" y="273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14"/>
                  <a:pt x="339" y="0"/>
                  <a:pt x="321" y="0"/>
                </a:cubicBezTo>
                <a:moveTo>
                  <a:pt x="193" y="337"/>
                </a:moveTo>
                <a:cubicBezTo>
                  <a:pt x="160" y="337"/>
                  <a:pt x="160" y="337"/>
                  <a:pt x="160" y="337"/>
                </a:cubicBezTo>
                <a:cubicBezTo>
                  <a:pt x="160" y="305"/>
                  <a:pt x="160" y="305"/>
                  <a:pt x="160" y="305"/>
                </a:cubicBezTo>
                <a:cubicBezTo>
                  <a:pt x="193" y="305"/>
                  <a:pt x="193" y="305"/>
                  <a:pt x="193" y="305"/>
                </a:cubicBezTo>
                <a:lnTo>
                  <a:pt x="193" y="337"/>
                </a:lnTo>
                <a:close/>
                <a:moveTo>
                  <a:pt x="337" y="273"/>
                </a:moveTo>
                <a:cubicBezTo>
                  <a:pt x="337" y="282"/>
                  <a:pt x="330" y="289"/>
                  <a:pt x="321" y="289"/>
                </a:cubicBezTo>
                <a:cubicBezTo>
                  <a:pt x="32" y="289"/>
                  <a:pt x="32" y="289"/>
                  <a:pt x="32" y="289"/>
                </a:cubicBezTo>
                <a:cubicBezTo>
                  <a:pt x="23" y="289"/>
                  <a:pt x="16" y="282"/>
                  <a:pt x="16" y="273"/>
                </a:cubicBezTo>
                <a:cubicBezTo>
                  <a:pt x="16" y="257"/>
                  <a:pt x="16" y="257"/>
                  <a:pt x="16" y="257"/>
                </a:cubicBezTo>
                <a:cubicBezTo>
                  <a:pt x="337" y="257"/>
                  <a:pt x="337" y="257"/>
                  <a:pt x="337" y="257"/>
                </a:cubicBezTo>
                <a:lnTo>
                  <a:pt x="337" y="273"/>
                </a:lnTo>
                <a:close/>
                <a:moveTo>
                  <a:pt x="337" y="241"/>
                </a:moveTo>
                <a:cubicBezTo>
                  <a:pt x="16" y="241"/>
                  <a:pt x="16" y="241"/>
                  <a:pt x="16" y="24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3"/>
                  <a:pt x="23" y="16"/>
                  <a:pt x="32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3"/>
                  <a:pt x="337" y="32"/>
                </a:cubicBezTo>
                <a:lnTo>
                  <a:pt x="337" y="24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5" name="Freeform 25"/>
          <p:cNvSpPr>
            <a:spLocks noEditPoints="1"/>
          </p:cNvSpPr>
          <p:nvPr/>
        </p:nvSpPr>
        <p:spPr bwMode="auto">
          <a:xfrm>
            <a:off x="840317" y="3115734"/>
            <a:ext cx="577851" cy="579967"/>
          </a:xfrm>
          <a:custGeom>
            <a:avLst/>
            <a:gdLst>
              <a:gd name="T0" fmla="*/ 206 w 353"/>
              <a:gd name="T1" fmla="*/ 166 h 354"/>
              <a:gd name="T2" fmla="*/ 196 w 353"/>
              <a:gd name="T3" fmla="*/ 85 h 354"/>
              <a:gd name="T4" fmla="*/ 209 w 353"/>
              <a:gd name="T5" fmla="*/ 129 h 354"/>
              <a:gd name="T6" fmla="*/ 201 w 353"/>
              <a:gd name="T7" fmla="*/ 138 h 354"/>
              <a:gd name="T8" fmla="*/ 189 w 353"/>
              <a:gd name="T9" fmla="*/ 129 h 354"/>
              <a:gd name="T10" fmla="*/ 177 w 353"/>
              <a:gd name="T11" fmla="*/ 166 h 354"/>
              <a:gd name="T12" fmla="*/ 177 w 353"/>
              <a:gd name="T13" fmla="*/ 173 h 354"/>
              <a:gd name="T14" fmla="*/ 182 w 353"/>
              <a:gd name="T15" fmla="*/ 176 h 354"/>
              <a:gd name="T16" fmla="*/ 215 w 353"/>
              <a:gd name="T17" fmla="*/ 185 h 354"/>
              <a:gd name="T18" fmla="*/ 224 w 353"/>
              <a:gd name="T19" fmla="*/ 173 h 354"/>
              <a:gd name="T20" fmla="*/ 176 w 353"/>
              <a:gd name="T21" fmla="*/ 85 h 354"/>
              <a:gd name="T22" fmla="*/ 172 w 353"/>
              <a:gd name="T23" fmla="*/ 81 h 354"/>
              <a:gd name="T24" fmla="*/ 138 w 353"/>
              <a:gd name="T25" fmla="*/ 73 h 354"/>
              <a:gd name="T26" fmla="*/ 129 w 353"/>
              <a:gd name="T27" fmla="*/ 85 h 354"/>
              <a:gd name="T28" fmla="*/ 146 w 353"/>
              <a:gd name="T29" fmla="*/ 92 h 354"/>
              <a:gd name="T30" fmla="*/ 158 w 353"/>
              <a:gd name="T31" fmla="*/ 173 h 354"/>
              <a:gd name="T32" fmla="*/ 144 w 353"/>
              <a:gd name="T33" fmla="*/ 129 h 354"/>
              <a:gd name="T34" fmla="*/ 153 w 353"/>
              <a:gd name="T35" fmla="*/ 120 h 354"/>
              <a:gd name="T36" fmla="*/ 164 w 353"/>
              <a:gd name="T37" fmla="*/ 129 h 354"/>
              <a:gd name="T38" fmla="*/ 177 w 353"/>
              <a:gd name="T39" fmla="*/ 92 h 354"/>
              <a:gd name="T40" fmla="*/ 321 w 353"/>
              <a:gd name="T41" fmla="*/ 0 h 354"/>
              <a:gd name="T42" fmla="*/ 0 w 353"/>
              <a:gd name="T43" fmla="*/ 33 h 354"/>
              <a:gd name="T44" fmla="*/ 32 w 353"/>
              <a:gd name="T45" fmla="*/ 305 h 354"/>
              <a:gd name="T46" fmla="*/ 144 w 353"/>
              <a:gd name="T47" fmla="*/ 338 h 354"/>
              <a:gd name="T48" fmla="*/ 112 w 353"/>
              <a:gd name="T49" fmla="*/ 346 h 354"/>
              <a:gd name="T50" fmla="*/ 233 w 353"/>
              <a:gd name="T51" fmla="*/ 354 h 354"/>
              <a:gd name="T52" fmla="*/ 233 w 353"/>
              <a:gd name="T53" fmla="*/ 338 h 354"/>
              <a:gd name="T54" fmla="*/ 209 w 353"/>
              <a:gd name="T55" fmla="*/ 305 h 354"/>
              <a:gd name="T56" fmla="*/ 353 w 353"/>
              <a:gd name="T57" fmla="*/ 273 h 354"/>
              <a:gd name="T58" fmla="*/ 321 w 353"/>
              <a:gd name="T59" fmla="*/ 0 h 354"/>
              <a:gd name="T60" fmla="*/ 160 w 353"/>
              <a:gd name="T61" fmla="*/ 338 h 354"/>
              <a:gd name="T62" fmla="*/ 193 w 353"/>
              <a:gd name="T63" fmla="*/ 305 h 354"/>
              <a:gd name="T64" fmla="*/ 337 w 353"/>
              <a:gd name="T65" fmla="*/ 273 h 354"/>
              <a:gd name="T66" fmla="*/ 32 w 353"/>
              <a:gd name="T67" fmla="*/ 289 h 354"/>
              <a:gd name="T68" fmla="*/ 16 w 353"/>
              <a:gd name="T69" fmla="*/ 257 h 354"/>
              <a:gd name="T70" fmla="*/ 337 w 353"/>
              <a:gd name="T71" fmla="*/ 273 h 354"/>
              <a:gd name="T72" fmla="*/ 16 w 353"/>
              <a:gd name="T73" fmla="*/ 241 h 354"/>
              <a:gd name="T74" fmla="*/ 32 w 353"/>
              <a:gd name="T75" fmla="*/ 16 h 354"/>
              <a:gd name="T76" fmla="*/ 337 w 353"/>
              <a:gd name="T77" fmla="*/ 33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353" h="354">
                <a:moveTo>
                  <a:pt x="219" y="170"/>
                </a:moveTo>
                <a:cubicBezTo>
                  <a:pt x="206" y="166"/>
                  <a:pt x="206" y="166"/>
                  <a:pt x="206" y="166"/>
                </a:cubicBezTo>
                <a:cubicBezTo>
                  <a:pt x="217" y="157"/>
                  <a:pt x="225" y="144"/>
                  <a:pt x="225" y="129"/>
                </a:cubicBezTo>
                <a:cubicBezTo>
                  <a:pt x="225" y="109"/>
                  <a:pt x="213" y="92"/>
                  <a:pt x="196" y="85"/>
                </a:cubicBezTo>
                <a:cubicBezTo>
                  <a:pt x="191" y="100"/>
                  <a:pt x="191" y="100"/>
                  <a:pt x="191" y="100"/>
                </a:cubicBezTo>
                <a:cubicBezTo>
                  <a:pt x="202" y="106"/>
                  <a:pt x="209" y="116"/>
                  <a:pt x="209" y="129"/>
                </a:cubicBezTo>
                <a:cubicBezTo>
                  <a:pt x="209" y="139"/>
                  <a:pt x="204" y="148"/>
                  <a:pt x="197" y="154"/>
                </a:cubicBezTo>
                <a:cubicBezTo>
                  <a:pt x="201" y="138"/>
                  <a:pt x="201" y="138"/>
                  <a:pt x="201" y="138"/>
                </a:cubicBezTo>
                <a:cubicBezTo>
                  <a:pt x="201" y="136"/>
                  <a:pt x="201" y="134"/>
                  <a:pt x="200" y="132"/>
                </a:cubicBezTo>
                <a:cubicBezTo>
                  <a:pt x="198" y="128"/>
                  <a:pt x="193" y="126"/>
                  <a:pt x="189" y="129"/>
                </a:cubicBezTo>
                <a:cubicBezTo>
                  <a:pt x="187" y="130"/>
                  <a:pt x="186" y="132"/>
                  <a:pt x="185" y="134"/>
                </a:cubicBezTo>
                <a:cubicBezTo>
                  <a:pt x="177" y="166"/>
                  <a:pt x="177" y="166"/>
                  <a:pt x="177" y="166"/>
                </a:cubicBezTo>
                <a:cubicBezTo>
                  <a:pt x="177" y="166"/>
                  <a:pt x="177" y="166"/>
                  <a:pt x="177" y="166"/>
                </a:cubicBezTo>
                <a:cubicBezTo>
                  <a:pt x="176" y="168"/>
                  <a:pt x="176" y="171"/>
                  <a:pt x="177" y="173"/>
                </a:cubicBezTo>
                <a:cubicBezTo>
                  <a:pt x="178" y="174"/>
                  <a:pt x="180" y="175"/>
                  <a:pt x="182" y="176"/>
                </a:cubicBezTo>
                <a:cubicBezTo>
                  <a:pt x="182" y="176"/>
                  <a:pt x="182" y="176"/>
                  <a:pt x="182" y="176"/>
                </a:cubicBezTo>
                <a:cubicBezTo>
                  <a:pt x="182" y="176"/>
                  <a:pt x="182" y="176"/>
                  <a:pt x="183" y="176"/>
                </a:cubicBezTo>
                <a:cubicBezTo>
                  <a:pt x="215" y="185"/>
                  <a:pt x="215" y="185"/>
                  <a:pt x="215" y="185"/>
                </a:cubicBezTo>
                <a:cubicBezTo>
                  <a:pt x="217" y="186"/>
                  <a:pt x="219" y="185"/>
                  <a:pt x="221" y="184"/>
                </a:cubicBezTo>
                <a:cubicBezTo>
                  <a:pt x="225" y="182"/>
                  <a:pt x="226" y="177"/>
                  <a:pt x="224" y="173"/>
                </a:cubicBezTo>
                <a:cubicBezTo>
                  <a:pt x="223" y="171"/>
                  <a:pt x="221" y="170"/>
                  <a:pt x="219" y="170"/>
                </a:cubicBezTo>
                <a:moveTo>
                  <a:pt x="176" y="85"/>
                </a:moveTo>
                <a:cubicBezTo>
                  <a:pt x="175" y="84"/>
                  <a:pt x="173" y="83"/>
                  <a:pt x="172" y="82"/>
                </a:cubicBezTo>
                <a:cubicBezTo>
                  <a:pt x="172" y="81"/>
                  <a:pt x="172" y="81"/>
                  <a:pt x="172" y="81"/>
                </a:cubicBezTo>
                <a:cubicBezTo>
                  <a:pt x="171" y="81"/>
                  <a:pt x="171" y="81"/>
                  <a:pt x="170" y="81"/>
                </a:cubicBezTo>
                <a:cubicBezTo>
                  <a:pt x="138" y="73"/>
                  <a:pt x="138" y="73"/>
                  <a:pt x="138" y="73"/>
                </a:cubicBezTo>
                <a:cubicBezTo>
                  <a:pt x="136" y="72"/>
                  <a:pt x="134" y="73"/>
                  <a:pt x="132" y="74"/>
                </a:cubicBezTo>
                <a:cubicBezTo>
                  <a:pt x="128" y="76"/>
                  <a:pt x="127" y="81"/>
                  <a:pt x="129" y="85"/>
                </a:cubicBezTo>
                <a:cubicBezTo>
                  <a:pt x="130" y="87"/>
                  <a:pt x="132" y="88"/>
                  <a:pt x="134" y="88"/>
                </a:cubicBezTo>
                <a:cubicBezTo>
                  <a:pt x="146" y="92"/>
                  <a:pt x="146" y="92"/>
                  <a:pt x="146" y="92"/>
                </a:cubicBezTo>
                <a:cubicBezTo>
                  <a:pt x="135" y="100"/>
                  <a:pt x="128" y="114"/>
                  <a:pt x="128" y="129"/>
                </a:cubicBezTo>
                <a:cubicBezTo>
                  <a:pt x="128" y="149"/>
                  <a:pt x="141" y="166"/>
                  <a:pt x="158" y="173"/>
                </a:cubicBezTo>
                <a:cubicBezTo>
                  <a:pt x="162" y="158"/>
                  <a:pt x="162" y="158"/>
                  <a:pt x="162" y="158"/>
                </a:cubicBezTo>
                <a:cubicBezTo>
                  <a:pt x="152" y="152"/>
                  <a:pt x="144" y="141"/>
                  <a:pt x="144" y="129"/>
                </a:cubicBezTo>
                <a:cubicBezTo>
                  <a:pt x="144" y="118"/>
                  <a:pt x="149" y="109"/>
                  <a:pt x="157" y="104"/>
                </a:cubicBezTo>
                <a:cubicBezTo>
                  <a:pt x="153" y="120"/>
                  <a:pt x="153" y="120"/>
                  <a:pt x="153" y="120"/>
                </a:cubicBezTo>
                <a:cubicBezTo>
                  <a:pt x="152" y="122"/>
                  <a:pt x="152" y="124"/>
                  <a:pt x="153" y="126"/>
                </a:cubicBezTo>
                <a:cubicBezTo>
                  <a:pt x="156" y="130"/>
                  <a:pt x="160" y="132"/>
                  <a:pt x="164" y="129"/>
                </a:cubicBezTo>
                <a:cubicBezTo>
                  <a:pt x="166" y="128"/>
                  <a:pt x="168" y="126"/>
                  <a:pt x="168" y="124"/>
                </a:cubicBezTo>
                <a:cubicBezTo>
                  <a:pt x="177" y="92"/>
                  <a:pt x="177" y="92"/>
                  <a:pt x="177" y="92"/>
                </a:cubicBezTo>
                <a:cubicBezTo>
                  <a:pt x="177" y="90"/>
                  <a:pt x="177" y="87"/>
                  <a:pt x="176" y="85"/>
                </a:cubicBezTo>
                <a:moveTo>
                  <a:pt x="321" y="0"/>
                </a:move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5"/>
                  <a:pt x="0" y="33"/>
                </a:cubicBezTo>
                <a:cubicBezTo>
                  <a:pt x="0" y="273"/>
                  <a:pt x="0" y="273"/>
                  <a:pt x="0" y="273"/>
                </a:cubicBezTo>
                <a:cubicBezTo>
                  <a:pt x="0" y="291"/>
                  <a:pt x="14" y="305"/>
                  <a:pt x="32" y="305"/>
                </a:cubicBezTo>
                <a:cubicBezTo>
                  <a:pt x="144" y="305"/>
                  <a:pt x="144" y="305"/>
                  <a:pt x="144" y="305"/>
                </a:cubicBezTo>
                <a:cubicBezTo>
                  <a:pt x="144" y="338"/>
                  <a:pt x="144" y="338"/>
                  <a:pt x="144" y="338"/>
                </a:cubicBezTo>
                <a:cubicBezTo>
                  <a:pt x="120" y="338"/>
                  <a:pt x="120" y="338"/>
                  <a:pt x="120" y="338"/>
                </a:cubicBezTo>
                <a:cubicBezTo>
                  <a:pt x="116" y="338"/>
                  <a:pt x="112" y="341"/>
                  <a:pt x="112" y="346"/>
                </a:cubicBezTo>
                <a:cubicBezTo>
                  <a:pt x="112" y="350"/>
                  <a:pt x="116" y="354"/>
                  <a:pt x="120" y="354"/>
                </a:cubicBezTo>
                <a:cubicBezTo>
                  <a:pt x="233" y="354"/>
                  <a:pt x="233" y="354"/>
                  <a:pt x="233" y="354"/>
                </a:cubicBezTo>
                <a:cubicBezTo>
                  <a:pt x="237" y="354"/>
                  <a:pt x="241" y="350"/>
                  <a:pt x="241" y="346"/>
                </a:cubicBezTo>
                <a:cubicBezTo>
                  <a:pt x="241" y="341"/>
                  <a:pt x="237" y="338"/>
                  <a:pt x="233" y="338"/>
                </a:cubicBezTo>
                <a:cubicBezTo>
                  <a:pt x="209" y="338"/>
                  <a:pt x="209" y="338"/>
                  <a:pt x="209" y="338"/>
                </a:cubicBezTo>
                <a:cubicBezTo>
                  <a:pt x="209" y="305"/>
                  <a:pt x="209" y="305"/>
                  <a:pt x="209" y="305"/>
                </a:cubicBezTo>
                <a:cubicBezTo>
                  <a:pt x="321" y="305"/>
                  <a:pt x="321" y="305"/>
                  <a:pt x="321" y="305"/>
                </a:cubicBezTo>
                <a:cubicBezTo>
                  <a:pt x="339" y="305"/>
                  <a:pt x="353" y="291"/>
                  <a:pt x="353" y="273"/>
                </a:cubicBezTo>
                <a:cubicBezTo>
                  <a:pt x="353" y="33"/>
                  <a:pt x="353" y="33"/>
                  <a:pt x="353" y="33"/>
                </a:cubicBezTo>
                <a:cubicBezTo>
                  <a:pt x="353" y="15"/>
                  <a:pt x="339" y="0"/>
                  <a:pt x="321" y="0"/>
                </a:cubicBezTo>
                <a:moveTo>
                  <a:pt x="193" y="338"/>
                </a:moveTo>
                <a:cubicBezTo>
                  <a:pt x="160" y="338"/>
                  <a:pt x="160" y="338"/>
                  <a:pt x="160" y="338"/>
                </a:cubicBezTo>
                <a:cubicBezTo>
                  <a:pt x="160" y="305"/>
                  <a:pt x="160" y="305"/>
                  <a:pt x="160" y="305"/>
                </a:cubicBezTo>
                <a:cubicBezTo>
                  <a:pt x="193" y="305"/>
                  <a:pt x="193" y="305"/>
                  <a:pt x="193" y="305"/>
                </a:cubicBezTo>
                <a:lnTo>
                  <a:pt x="193" y="338"/>
                </a:lnTo>
                <a:close/>
                <a:moveTo>
                  <a:pt x="337" y="273"/>
                </a:moveTo>
                <a:cubicBezTo>
                  <a:pt x="337" y="282"/>
                  <a:pt x="330" y="289"/>
                  <a:pt x="321" y="289"/>
                </a:cubicBezTo>
                <a:cubicBezTo>
                  <a:pt x="32" y="289"/>
                  <a:pt x="32" y="289"/>
                  <a:pt x="32" y="289"/>
                </a:cubicBezTo>
                <a:cubicBezTo>
                  <a:pt x="23" y="289"/>
                  <a:pt x="16" y="282"/>
                  <a:pt x="16" y="273"/>
                </a:cubicBezTo>
                <a:cubicBezTo>
                  <a:pt x="16" y="257"/>
                  <a:pt x="16" y="257"/>
                  <a:pt x="16" y="257"/>
                </a:cubicBezTo>
                <a:cubicBezTo>
                  <a:pt x="337" y="257"/>
                  <a:pt x="337" y="257"/>
                  <a:pt x="337" y="257"/>
                </a:cubicBezTo>
                <a:lnTo>
                  <a:pt x="337" y="273"/>
                </a:lnTo>
                <a:close/>
                <a:moveTo>
                  <a:pt x="337" y="241"/>
                </a:moveTo>
                <a:cubicBezTo>
                  <a:pt x="16" y="241"/>
                  <a:pt x="16" y="241"/>
                  <a:pt x="16" y="241"/>
                </a:cubicBezTo>
                <a:cubicBezTo>
                  <a:pt x="16" y="33"/>
                  <a:pt x="16" y="33"/>
                  <a:pt x="16" y="33"/>
                </a:cubicBezTo>
                <a:cubicBezTo>
                  <a:pt x="16" y="24"/>
                  <a:pt x="23" y="16"/>
                  <a:pt x="32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4"/>
                  <a:pt x="337" y="33"/>
                </a:cubicBezTo>
                <a:lnTo>
                  <a:pt x="337" y="24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6" name="Freeform 26"/>
          <p:cNvSpPr>
            <a:spLocks noEditPoints="1"/>
          </p:cNvSpPr>
          <p:nvPr/>
        </p:nvSpPr>
        <p:spPr bwMode="auto">
          <a:xfrm>
            <a:off x="1943100" y="3115734"/>
            <a:ext cx="577851" cy="579967"/>
          </a:xfrm>
          <a:custGeom>
            <a:avLst/>
            <a:gdLst>
              <a:gd name="T0" fmla="*/ 209 w 353"/>
              <a:gd name="T1" fmla="*/ 145 h 354"/>
              <a:gd name="T2" fmla="*/ 203 w 353"/>
              <a:gd name="T3" fmla="*/ 147 h 354"/>
              <a:gd name="T4" fmla="*/ 185 w 353"/>
              <a:gd name="T5" fmla="*/ 166 h 354"/>
              <a:gd name="T6" fmla="*/ 185 w 353"/>
              <a:gd name="T7" fmla="*/ 73 h 354"/>
              <a:gd name="T8" fmla="*/ 185 w 353"/>
              <a:gd name="T9" fmla="*/ 73 h 354"/>
              <a:gd name="T10" fmla="*/ 177 w 353"/>
              <a:gd name="T11" fmla="*/ 65 h 354"/>
              <a:gd name="T12" fmla="*/ 169 w 353"/>
              <a:gd name="T13" fmla="*/ 73 h 354"/>
              <a:gd name="T14" fmla="*/ 169 w 353"/>
              <a:gd name="T15" fmla="*/ 166 h 354"/>
              <a:gd name="T16" fmla="*/ 150 w 353"/>
              <a:gd name="T17" fmla="*/ 147 h 354"/>
              <a:gd name="T18" fmla="*/ 145 w 353"/>
              <a:gd name="T19" fmla="*/ 145 h 354"/>
              <a:gd name="T20" fmla="*/ 137 w 353"/>
              <a:gd name="T21" fmla="*/ 153 h 354"/>
              <a:gd name="T22" fmla="*/ 139 w 353"/>
              <a:gd name="T23" fmla="*/ 159 h 354"/>
              <a:gd name="T24" fmla="*/ 171 w 353"/>
              <a:gd name="T25" fmla="*/ 191 h 354"/>
              <a:gd name="T26" fmla="*/ 177 w 353"/>
              <a:gd name="T27" fmla="*/ 193 h 354"/>
              <a:gd name="T28" fmla="*/ 183 w 353"/>
              <a:gd name="T29" fmla="*/ 191 h 354"/>
              <a:gd name="T30" fmla="*/ 215 w 353"/>
              <a:gd name="T31" fmla="*/ 159 h 354"/>
              <a:gd name="T32" fmla="*/ 217 w 353"/>
              <a:gd name="T33" fmla="*/ 153 h 354"/>
              <a:gd name="T34" fmla="*/ 209 w 353"/>
              <a:gd name="T35" fmla="*/ 145 h 354"/>
              <a:gd name="T36" fmla="*/ 321 w 353"/>
              <a:gd name="T37" fmla="*/ 0 h 354"/>
              <a:gd name="T38" fmla="*/ 32 w 353"/>
              <a:gd name="T39" fmla="*/ 0 h 354"/>
              <a:gd name="T40" fmla="*/ 0 w 353"/>
              <a:gd name="T41" fmla="*/ 33 h 354"/>
              <a:gd name="T42" fmla="*/ 0 w 353"/>
              <a:gd name="T43" fmla="*/ 273 h 354"/>
              <a:gd name="T44" fmla="*/ 32 w 353"/>
              <a:gd name="T45" fmla="*/ 305 h 354"/>
              <a:gd name="T46" fmla="*/ 145 w 353"/>
              <a:gd name="T47" fmla="*/ 305 h 354"/>
              <a:gd name="T48" fmla="*/ 145 w 353"/>
              <a:gd name="T49" fmla="*/ 338 h 354"/>
              <a:gd name="T50" fmla="*/ 121 w 353"/>
              <a:gd name="T51" fmla="*/ 338 h 354"/>
              <a:gd name="T52" fmla="*/ 113 w 353"/>
              <a:gd name="T53" fmla="*/ 346 h 354"/>
              <a:gd name="T54" fmla="*/ 121 w 353"/>
              <a:gd name="T55" fmla="*/ 354 h 354"/>
              <a:gd name="T56" fmla="*/ 233 w 353"/>
              <a:gd name="T57" fmla="*/ 354 h 354"/>
              <a:gd name="T58" fmla="*/ 241 w 353"/>
              <a:gd name="T59" fmla="*/ 346 h 354"/>
              <a:gd name="T60" fmla="*/ 233 w 353"/>
              <a:gd name="T61" fmla="*/ 338 h 354"/>
              <a:gd name="T62" fmla="*/ 209 w 353"/>
              <a:gd name="T63" fmla="*/ 338 h 354"/>
              <a:gd name="T64" fmla="*/ 209 w 353"/>
              <a:gd name="T65" fmla="*/ 305 h 354"/>
              <a:gd name="T66" fmla="*/ 321 w 353"/>
              <a:gd name="T67" fmla="*/ 305 h 354"/>
              <a:gd name="T68" fmla="*/ 353 w 353"/>
              <a:gd name="T69" fmla="*/ 273 h 354"/>
              <a:gd name="T70" fmla="*/ 353 w 353"/>
              <a:gd name="T71" fmla="*/ 33 h 354"/>
              <a:gd name="T72" fmla="*/ 321 w 353"/>
              <a:gd name="T73" fmla="*/ 0 h 354"/>
              <a:gd name="T74" fmla="*/ 193 w 353"/>
              <a:gd name="T75" fmla="*/ 338 h 354"/>
              <a:gd name="T76" fmla="*/ 161 w 353"/>
              <a:gd name="T77" fmla="*/ 338 h 354"/>
              <a:gd name="T78" fmla="*/ 161 w 353"/>
              <a:gd name="T79" fmla="*/ 305 h 354"/>
              <a:gd name="T80" fmla="*/ 193 w 353"/>
              <a:gd name="T81" fmla="*/ 305 h 354"/>
              <a:gd name="T82" fmla="*/ 193 w 353"/>
              <a:gd name="T83" fmla="*/ 338 h 354"/>
              <a:gd name="T84" fmla="*/ 337 w 353"/>
              <a:gd name="T85" fmla="*/ 273 h 354"/>
              <a:gd name="T86" fmla="*/ 321 w 353"/>
              <a:gd name="T87" fmla="*/ 289 h 354"/>
              <a:gd name="T88" fmla="*/ 32 w 353"/>
              <a:gd name="T89" fmla="*/ 289 h 354"/>
              <a:gd name="T90" fmla="*/ 16 w 353"/>
              <a:gd name="T91" fmla="*/ 273 h 354"/>
              <a:gd name="T92" fmla="*/ 16 w 353"/>
              <a:gd name="T93" fmla="*/ 257 h 354"/>
              <a:gd name="T94" fmla="*/ 337 w 353"/>
              <a:gd name="T95" fmla="*/ 257 h 354"/>
              <a:gd name="T96" fmla="*/ 337 w 353"/>
              <a:gd name="T97" fmla="*/ 273 h 354"/>
              <a:gd name="T98" fmla="*/ 337 w 353"/>
              <a:gd name="T99" fmla="*/ 241 h 354"/>
              <a:gd name="T100" fmla="*/ 16 w 353"/>
              <a:gd name="T101" fmla="*/ 241 h 354"/>
              <a:gd name="T102" fmla="*/ 16 w 353"/>
              <a:gd name="T103" fmla="*/ 33 h 354"/>
              <a:gd name="T104" fmla="*/ 32 w 353"/>
              <a:gd name="T105" fmla="*/ 16 h 354"/>
              <a:gd name="T106" fmla="*/ 321 w 353"/>
              <a:gd name="T107" fmla="*/ 16 h 354"/>
              <a:gd name="T108" fmla="*/ 337 w 353"/>
              <a:gd name="T109" fmla="*/ 33 h 354"/>
              <a:gd name="T110" fmla="*/ 337 w 353"/>
              <a:gd name="T111" fmla="*/ 241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353" h="354">
                <a:moveTo>
                  <a:pt x="209" y="145"/>
                </a:moveTo>
                <a:cubicBezTo>
                  <a:pt x="207" y="145"/>
                  <a:pt x="205" y="146"/>
                  <a:pt x="203" y="147"/>
                </a:cubicBezTo>
                <a:cubicBezTo>
                  <a:pt x="185" y="166"/>
                  <a:pt x="185" y="166"/>
                  <a:pt x="185" y="166"/>
                </a:cubicBezTo>
                <a:cubicBezTo>
                  <a:pt x="185" y="73"/>
                  <a:pt x="185" y="73"/>
                  <a:pt x="185" y="73"/>
                </a:cubicBezTo>
                <a:cubicBezTo>
                  <a:pt x="185" y="73"/>
                  <a:pt x="185" y="73"/>
                  <a:pt x="185" y="73"/>
                </a:cubicBezTo>
                <a:cubicBezTo>
                  <a:pt x="185" y="68"/>
                  <a:pt x="181" y="65"/>
                  <a:pt x="177" y="65"/>
                </a:cubicBezTo>
                <a:cubicBezTo>
                  <a:pt x="172" y="65"/>
                  <a:pt x="169" y="68"/>
                  <a:pt x="169" y="73"/>
                </a:cubicBezTo>
                <a:cubicBezTo>
                  <a:pt x="169" y="166"/>
                  <a:pt x="169" y="166"/>
                  <a:pt x="169" y="166"/>
                </a:cubicBezTo>
                <a:cubicBezTo>
                  <a:pt x="150" y="147"/>
                  <a:pt x="150" y="147"/>
                  <a:pt x="150" y="147"/>
                </a:cubicBezTo>
                <a:cubicBezTo>
                  <a:pt x="149" y="146"/>
                  <a:pt x="147" y="145"/>
                  <a:pt x="145" y="145"/>
                </a:cubicBezTo>
                <a:cubicBezTo>
                  <a:pt x="140" y="145"/>
                  <a:pt x="137" y="149"/>
                  <a:pt x="137" y="153"/>
                </a:cubicBezTo>
                <a:cubicBezTo>
                  <a:pt x="137" y="155"/>
                  <a:pt x="138" y="157"/>
                  <a:pt x="139" y="159"/>
                </a:cubicBezTo>
                <a:cubicBezTo>
                  <a:pt x="171" y="191"/>
                  <a:pt x="171" y="191"/>
                  <a:pt x="171" y="191"/>
                </a:cubicBezTo>
                <a:cubicBezTo>
                  <a:pt x="173" y="192"/>
                  <a:pt x="175" y="193"/>
                  <a:pt x="177" y="193"/>
                </a:cubicBezTo>
                <a:cubicBezTo>
                  <a:pt x="179" y="193"/>
                  <a:pt x="181" y="192"/>
                  <a:pt x="183" y="191"/>
                </a:cubicBezTo>
                <a:cubicBezTo>
                  <a:pt x="215" y="159"/>
                  <a:pt x="215" y="159"/>
                  <a:pt x="215" y="159"/>
                </a:cubicBezTo>
                <a:cubicBezTo>
                  <a:pt x="216" y="157"/>
                  <a:pt x="217" y="155"/>
                  <a:pt x="217" y="153"/>
                </a:cubicBezTo>
                <a:cubicBezTo>
                  <a:pt x="217" y="149"/>
                  <a:pt x="213" y="145"/>
                  <a:pt x="209" y="145"/>
                </a:cubicBezTo>
                <a:moveTo>
                  <a:pt x="321" y="0"/>
                </a:moveTo>
                <a:cubicBezTo>
                  <a:pt x="32" y="0"/>
                  <a:pt x="32" y="0"/>
                  <a:pt x="32" y="0"/>
                </a:cubicBezTo>
                <a:cubicBezTo>
                  <a:pt x="15" y="0"/>
                  <a:pt x="0" y="15"/>
                  <a:pt x="0" y="33"/>
                </a:cubicBezTo>
                <a:cubicBezTo>
                  <a:pt x="0" y="273"/>
                  <a:pt x="0" y="273"/>
                  <a:pt x="0" y="273"/>
                </a:cubicBezTo>
                <a:cubicBezTo>
                  <a:pt x="0" y="291"/>
                  <a:pt x="15" y="305"/>
                  <a:pt x="32" y="305"/>
                </a:cubicBezTo>
                <a:cubicBezTo>
                  <a:pt x="145" y="305"/>
                  <a:pt x="145" y="305"/>
                  <a:pt x="145" y="305"/>
                </a:cubicBezTo>
                <a:cubicBezTo>
                  <a:pt x="145" y="338"/>
                  <a:pt x="145" y="338"/>
                  <a:pt x="145" y="338"/>
                </a:cubicBezTo>
                <a:cubicBezTo>
                  <a:pt x="121" y="338"/>
                  <a:pt x="121" y="338"/>
                  <a:pt x="121" y="338"/>
                </a:cubicBezTo>
                <a:cubicBezTo>
                  <a:pt x="116" y="338"/>
                  <a:pt x="113" y="341"/>
                  <a:pt x="113" y="346"/>
                </a:cubicBezTo>
                <a:cubicBezTo>
                  <a:pt x="113" y="350"/>
                  <a:pt x="116" y="354"/>
                  <a:pt x="121" y="354"/>
                </a:cubicBezTo>
                <a:cubicBezTo>
                  <a:pt x="233" y="354"/>
                  <a:pt x="233" y="354"/>
                  <a:pt x="233" y="354"/>
                </a:cubicBezTo>
                <a:cubicBezTo>
                  <a:pt x="237" y="354"/>
                  <a:pt x="241" y="350"/>
                  <a:pt x="241" y="346"/>
                </a:cubicBezTo>
                <a:cubicBezTo>
                  <a:pt x="241" y="341"/>
                  <a:pt x="237" y="338"/>
                  <a:pt x="233" y="338"/>
                </a:cubicBezTo>
                <a:cubicBezTo>
                  <a:pt x="209" y="338"/>
                  <a:pt x="209" y="338"/>
                  <a:pt x="209" y="338"/>
                </a:cubicBezTo>
                <a:cubicBezTo>
                  <a:pt x="209" y="305"/>
                  <a:pt x="209" y="305"/>
                  <a:pt x="209" y="305"/>
                </a:cubicBezTo>
                <a:cubicBezTo>
                  <a:pt x="321" y="305"/>
                  <a:pt x="321" y="305"/>
                  <a:pt x="321" y="305"/>
                </a:cubicBezTo>
                <a:cubicBezTo>
                  <a:pt x="339" y="305"/>
                  <a:pt x="353" y="291"/>
                  <a:pt x="353" y="273"/>
                </a:cubicBezTo>
                <a:cubicBezTo>
                  <a:pt x="353" y="33"/>
                  <a:pt x="353" y="33"/>
                  <a:pt x="353" y="33"/>
                </a:cubicBezTo>
                <a:cubicBezTo>
                  <a:pt x="353" y="15"/>
                  <a:pt x="339" y="0"/>
                  <a:pt x="321" y="0"/>
                </a:cubicBezTo>
                <a:moveTo>
                  <a:pt x="193" y="338"/>
                </a:moveTo>
                <a:cubicBezTo>
                  <a:pt x="161" y="338"/>
                  <a:pt x="161" y="338"/>
                  <a:pt x="161" y="338"/>
                </a:cubicBezTo>
                <a:cubicBezTo>
                  <a:pt x="161" y="305"/>
                  <a:pt x="161" y="305"/>
                  <a:pt x="161" y="305"/>
                </a:cubicBezTo>
                <a:cubicBezTo>
                  <a:pt x="193" y="305"/>
                  <a:pt x="193" y="305"/>
                  <a:pt x="193" y="305"/>
                </a:cubicBezTo>
                <a:lnTo>
                  <a:pt x="193" y="338"/>
                </a:lnTo>
                <a:close/>
                <a:moveTo>
                  <a:pt x="337" y="273"/>
                </a:moveTo>
                <a:cubicBezTo>
                  <a:pt x="337" y="282"/>
                  <a:pt x="330" y="289"/>
                  <a:pt x="321" y="289"/>
                </a:cubicBezTo>
                <a:cubicBezTo>
                  <a:pt x="32" y="289"/>
                  <a:pt x="32" y="289"/>
                  <a:pt x="32" y="289"/>
                </a:cubicBezTo>
                <a:cubicBezTo>
                  <a:pt x="23" y="289"/>
                  <a:pt x="16" y="282"/>
                  <a:pt x="16" y="273"/>
                </a:cubicBezTo>
                <a:cubicBezTo>
                  <a:pt x="16" y="257"/>
                  <a:pt x="16" y="257"/>
                  <a:pt x="16" y="257"/>
                </a:cubicBezTo>
                <a:cubicBezTo>
                  <a:pt x="337" y="257"/>
                  <a:pt x="337" y="257"/>
                  <a:pt x="337" y="257"/>
                </a:cubicBezTo>
                <a:lnTo>
                  <a:pt x="337" y="273"/>
                </a:lnTo>
                <a:close/>
                <a:moveTo>
                  <a:pt x="337" y="241"/>
                </a:moveTo>
                <a:cubicBezTo>
                  <a:pt x="16" y="241"/>
                  <a:pt x="16" y="241"/>
                  <a:pt x="16" y="241"/>
                </a:cubicBezTo>
                <a:cubicBezTo>
                  <a:pt x="16" y="33"/>
                  <a:pt x="16" y="33"/>
                  <a:pt x="16" y="33"/>
                </a:cubicBezTo>
                <a:cubicBezTo>
                  <a:pt x="16" y="24"/>
                  <a:pt x="23" y="16"/>
                  <a:pt x="32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4"/>
                  <a:pt x="337" y="33"/>
                </a:cubicBezTo>
                <a:lnTo>
                  <a:pt x="337" y="24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7" name="Freeform 27"/>
          <p:cNvSpPr>
            <a:spLocks noEditPoints="1"/>
          </p:cNvSpPr>
          <p:nvPr/>
        </p:nvSpPr>
        <p:spPr bwMode="auto">
          <a:xfrm>
            <a:off x="3048000" y="3115734"/>
            <a:ext cx="577851" cy="579967"/>
          </a:xfrm>
          <a:custGeom>
            <a:avLst/>
            <a:gdLst>
              <a:gd name="T0" fmla="*/ 182 w 353"/>
              <a:gd name="T1" fmla="*/ 67 h 354"/>
              <a:gd name="T2" fmla="*/ 176 w 353"/>
              <a:gd name="T3" fmla="*/ 65 h 354"/>
              <a:gd name="T4" fmla="*/ 170 w 353"/>
              <a:gd name="T5" fmla="*/ 67 h 354"/>
              <a:gd name="T6" fmla="*/ 138 w 353"/>
              <a:gd name="T7" fmla="*/ 99 h 354"/>
              <a:gd name="T8" fmla="*/ 136 w 353"/>
              <a:gd name="T9" fmla="*/ 105 h 354"/>
              <a:gd name="T10" fmla="*/ 144 w 353"/>
              <a:gd name="T11" fmla="*/ 113 h 354"/>
              <a:gd name="T12" fmla="*/ 150 w 353"/>
              <a:gd name="T13" fmla="*/ 110 h 354"/>
              <a:gd name="T14" fmla="*/ 168 w 353"/>
              <a:gd name="T15" fmla="*/ 92 h 354"/>
              <a:gd name="T16" fmla="*/ 168 w 353"/>
              <a:gd name="T17" fmla="*/ 185 h 354"/>
              <a:gd name="T18" fmla="*/ 176 w 353"/>
              <a:gd name="T19" fmla="*/ 193 h 354"/>
              <a:gd name="T20" fmla="*/ 184 w 353"/>
              <a:gd name="T21" fmla="*/ 185 h 354"/>
              <a:gd name="T22" fmla="*/ 184 w 353"/>
              <a:gd name="T23" fmla="*/ 92 h 354"/>
              <a:gd name="T24" fmla="*/ 203 w 353"/>
              <a:gd name="T25" fmla="*/ 110 h 354"/>
              <a:gd name="T26" fmla="*/ 208 w 353"/>
              <a:gd name="T27" fmla="*/ 113 h 354"/>
              <a:gd name="T28" fmla="*/ 216 w 353"/>
              <a:gd name="T29" fmla="*/ 105 h 354"/>
              <a:gd name="T30" fmla="*/ 214 w 353"/>
              <a:gd name="T31" fmla="*/ 99 h 354"/>
              <a:gd name="T32" fmla="*/ 182 w 353"/>
              <a:gd name="T33" fmla="*/ 67 h 354"/>
              <a:gd name="T34" fmla="*/ 321 w 353"/>
              <a:gd name="T35" fmla="*/ 0 h 354"/>
              <a:gd name="T36" fmla="*/ 32 w 353"/>
              <a:gd name="T37" fmla="*/ 0 h 354"/>
              <a:gd name="T38" fmla="*/ 0 w 353"/>
              <a:gd name="T39" fmla="*/ 33 h 354"/>
              <a:gd name="T40" fmla="*/ 0 w 353"/>
              <a:gd name="T41" fmla="*/ 273 h 354"/>
              <a:gd name="T42" fmla="*/ 32 w 353"/>
              <a:gd name="T43" fmla="*/ 305 h 354"/>
              <a:gd name="T44" fmla="*/ 144 w 353"/>
              <a:gd name="T45" fmla="*/ 305 h 354"/>
              <a:gd name="T46" fmla="*/ 144 w 353"/>
              <a:gd name="T47" fmla="*/ 338 h 354"/>
              <a:gd name="T48" fmla="*/ 120 w 353"/>
              <a:gd name="T49" fmla="*/ 338 h 354"/>
              <a:gd name="T50" fmla="*/ 112 w 353"/>
              <a:gd name="T51" fmla="*/ 346 h 354"/>
              <a:gd name="T52" fmla="*/ 120 w 353"/>
              <a:gd name="T53" fmla="*/ 354 h 354"/>
              <a:gd name="T54" fmla="*/ 232 w 353"/>
              <a:gd name="T55" fmla="*/ 354 h 354"/>
              <a:gd name="T56" fmla="*/ 240 w 353"/>
              <a:gd name="T57" fmla="*/ 346 h 354"/>
              <a:gd name="T58" fmla="*/ 232 w 353"/>
              <a:gd name="T59" fmla="*/ 338 h 354"/>
              <a:gd name="T60" fmla="*/ 208 w 353"/>
              <a:gd name="T61" fmla="*/ 338 h 354"/>
              <a:gd name="T62" fmla="*/ 208 w 353"/>
              <a:gd name="T63" fmla="*/ 305 h 354"/>
              <a:gd name="T64" fmla="*/ 321 w 353"/>
              <a:gd name="T65" fmla="*/ 305 h 354"/>
              <a:gd name="T66" fmla="*/ 353 w 353"/>
              <a:gd name="T67" fmla="*/ 273 h 354"/>
              <a:gd name="T68" fmla="*/ 353 w 353"/>
              <a:gd name="T69" fmla="*/ 33 h 354"/>
              <a:gd name="T70" fmla="*/ 321 w 353"/>
              <a:gd name="T71" fmla="*/ 0 h 354"/>
              <a:gd name="T72" fmla="*/ 192 w 353"/>
              <a:gd name="T73" fmla="*/ 338 h 354"/>
              <a:gd name="T74" fmla="*/ 160 w 353"/>
              <a:gd name="T75" fmla="*/ 338 h 354"/>
              <a:gd name="T76" fmla="*/ 160 w 353"/>
              <a:gd name="T77" fmla="*/ 305 h 354"/>
              <a:gd name="T78" fmla="*/ 192 w 353"/>
              <a:gd name="T79" fmla="*/ 305 h 354"/>
              <a:gd name="T80" fmla="*/ 192 w 353"/>
              <a:gd name="T81" fmla="*/ 338 h 354"/>
              <a:gd name="T82" fmla="*/ 337 w 353"/>
              <a:gd name="T83" fmla="*/ 273 h 354"/>
              <a:gd name="T84" fmla="*/ 321 w 353"/>
              <a:gd name="T85" fmla="*/ 289 h 354"/>
              <a:gd name="T86" fmla="*/ 32 w 353"/>
              <a:gd name="T87" fmla="*/ 289 h 354"/>
              <a:gd name="T88" fmla="*/ 16 w 353"/>
              <a:gd name="T89" fmla="*/ 273 h 354"/>
              <a:gd name="T90" fmla="*/ 16 w 353"/>
              <a:gd name="T91" fmla="*/ 257 h 354"/>
              <a:gd name="T92" fmla="*/ 337 w 353"/>
              <a:gd name="T93" fmla="*/ 257 h 354"/>
              <a:gd name="T94" fmla="*/ 337 w 353"/>
              <a:gd name="T95" fmla="*/ 273 h 354"/>
              <a:gd name="T96" fmla="*/ 337 w 353"/>
              <a:gd name="T97" fmla="*/ 241 h 354"/>
              <a:gd name="T98" fmla="*/ 16 w 353"/>
              <a:gd name="T99" fmla="*/ 241 h 354"/>
              <a:gd name="T100" fmla="*/ 16 w 353"/>
              <a:gd name="T101" fmla="*/ 33 h 354"/>
              <a:gd name="T102" fmla="*/ 32 w 353"/>
              <a:gd name="T103" fmla="*/ 16 h 354"/>
              <a:gd name="T104" fmla="*/ 321 w 353"/>
              <a:gd name="T105" fmla="*/ 16 h 354"/>
              <a:gd name="T106" fmla="*/ 337 w 353"/>
              <a:gd name="T107" fmla="*/ 33 h 354"/>
              <a:gd name="T108" fmla="*/ 337 w 353"/>
              <a:gd name="T109" fmla="*/ 241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353" h="354">
                <a:moveTo>
                  <a:pt x="182" y="67"/>
                </a:moveTo>
                <a:cubicBezTo>
                  <a:pt x="180" y="66"/>
                  <a:pt x="178" y="65"/>
                  <a:pt x="176" y="65"/>
                </a:cubicBezTo>
                <a:cubicBezTo>
                  <a:pt x="174" y="65"/>
                  <a:pt x="172" y="66"/>
                  <a:pt x="170" y="67"/>
                </a:cubicBezTo>
                <a:cubicBezTo>
                  <a:pt x="138" y="99"/>
                  <a:pt x="138" y="99"/>
                  <a:pt x="138" y="99"/>
                </a:cubicBezTo>
                <a:cubicBezTo>
                  <a:pt x="137" y="101"/>
                  <a:pt x="136" y="103"/>
                  <a:pt x="136" y="105"/>
                </a:cubicBezTo>
                <a:cubicBezTo>
                  <a:pt x="136" y="109"/>
                  <a:pt x="140" y="113"/>
                  <a:pt x="144" y="113"/>
                </a:cubicBezTo>
                <a:cubicBezTo>
                  <a:pt x="146" y="113"/>
                  <a:pt x="148" y="112"/>
                  <a:pt x="150" y="110"/>
                </a:cubicBezTo>
                <a:cubicBezTo>
                  <a:pt x="168" y="92"/>
                  <a:pt x="168" y="92"/>
                  <a:pt x="168" y="92"/>
                </a:cubicBezTo>
                <a:cubicBezTo>
                  <a:pt x="168" y="185"/>
                  <a:pt x="168" y="185"/>
                  <a:pt x="168" y="185"/>
                </a:cubicBezTo>
                <a:cubicBezTo>
                  <a:pt x="168" y="189"/>
                  <a:pt x="172" y="193"/>
                  <a:pt x="176" y="193"/>
                </a:cubicBezTo>
                <a:cubicBezTo>
                  <a:pt x="181" y="193"/>
                  <a:pt x="184" y="189"/>
                  <a:pt x="184" y="185"/>
                </a:cubicBezTo>
                <a:cubicBezTo>
                  <a:pt x="184" y="92"/>
                  <a:pt x="184" y="92"/>
                  <a:pt x="184" y="92"/>
                </a:cubicBezTo>
                <a:cubicBezTo>
                  <a:pt x="203" y="110"/>
                  <a:pt x="203" y="110"/>
                  <a:pt x="203" y="110"/>
                </a:cubicBezTo>
                <a:cubicBezTo>
                  <a:pt x="204" y="112"/>
                  <a:pt x="206" y="113"/>
                  <a:pt x="208" y="113"/>
                </a:cubicBezTo>
                <a:cubicBezTo>
                  <a:pt x="213" y="113"/>
                  <a:pt x="216" y="109"/>
                  <a:pt x="216" y="105"/>
                </a:cubicBezTo>
                <a:cubicBezTo>
                  <a:pt x="216" y="103"/>
                  <a:pt x="215" y="101"/>
                  <a:pt x="214" y="99"/>
                </a:cubicBezTo>
                <a:lnTo>
                  <a:pt x="182" y="67"/>
                </a:lnTo>
                <a:close/>
                <a:moveTo>
                  <a:pt x="321" y="0"/>
                </a:move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5"/>
                  <a:pt x="0" y="33"/>
                </a:cubicBezTo>
                <a:cubicBezTo>
                  <a:pt x="0" y="273"/>
                  <a:pt x="0" y="273"/>
                  <a:pt x="0" y="273"/>
                </a:cubicBezTo>
                <a:cubicBezTo>
                  <a:pt x="0" y="291"/>
                  <a:pt x="14" y="305"/>
                  <a:pt x="32" y="305"/>
                </a:cubicBezTo>
                <a:cubicBezTo>
                  <a:pt x="144" y="305"/>
                  <a:pt x="144" y="305"/>
                  <a:pt x="144" y="305"/>
                </a:cubicBezTo>
                <a:cubicBezTo>
                  <a:pt x="144" y="338"/>
                  <a:pt x="144" y="338"/>
                  <a:pt x="144" y="338"/>
                </a:cubicBezTo>
                <a:cubicBezTo>
                  <a:pt x="120" y="338"/>
                  <a:pt x="120" y="338"/>
                  <a:pt x="120" y="338"/>
                </a:cubicBezTo>
                <a:cubicBezTo>
                  <a:pt x="116" y="338"/>
                  <a:pt x="112" y="341"/>
                  <a:pt x="112" y="346"/>
                </a:cubicBezTo>
                <a:cubicBezTo>
                  <a:pt x="112" y="350"/>
                  <a:pt x="116" y="354"/>
                  <a:pt x="120" y="354"/>
                </a:cubicBezTo>
                <a:cubicBezTo>
                  <a:pt x="232" y="354"/>
                  <a:pt x="232" y="354"/>
                  <a:pt x="232" y="354"/>
                </a:cubicBezTo>
                <a:cubicBezTo>
                  <a:pt x="237" y="354"/>
                  <a:pt x="240" y="350"/>
                  <a:pt x="240" y="346"/>
                </a:cubicBezTo>
                <a:cubicBezTo>
                  <a:pt x="240" y="341"/>
                  <a:pt x="237" y="338"/>
                  <a:pt x="232" y="338"/>
                </a:cubicBezTo>
                <a:cubicBezTo>
                  <a:pt x="208" y="338"/>
                  <a:pt x="208" y="338"/>
                  <a:pt x="208" y="338"/>
                </a:cubicBezTo>
                <a:cubicBezTo>
                  <a:pt x="208" y="305"/>
                  <a:pt x="208" y="305"/>
                  <a:pt x="208" y="305"/>
                </a:cubicBezTo>
                <a:cubicBezTo>
                  <a:pt x="321" y="305"/>
                  <a:pt x="321" y="305"/>
                  <a:pt x="321" y="305"/>
                </a:cubicBezTo>
                <a:cubicBezTo>
                  <a:pt x="338" y="305"/>
                  <a:pt x="353" y="291"/>
                  <a:pt x="353" y="273"/>
                </a:cubicBezTo>
                <a:cubicBezTo>
                  <a:pt x="353" y="33"/>
                  <a:pt x="353" y="33"/>
                  <a:pt x="353" y="33"/>
                </a:cubicBezTo>
                <a:cubicBezTo>
                  <a:pt x="353" y="15"/>
                  <a:pt x="338" y="0"/>
                  <a:pt x="321" y="0"/>
                </a:cubicBezTo>
                <a:moveTo>
                  <a:pt x="192" y="338"/>
                </a:moveTo>
                <a:cubicBezTo>
                  <a:pt x="160" y="338"/>
                  <a:pt x="160" y="338"/>
                  <a:pt x="160" y="338"/>
                </a:cubicBezTo>
                <a:cubicBezTo>
                  <a:pt x="160" y="305"/>
                  <a:pt x="160" y="305"/>
                  <a:pt x="160" y="305"/>
                </a:cubicBezTo>
                <a:cubicBezTo>
                  <a:pt x="192" y="305"/>
                  <a:pt x="192" y="305"/>
                  <a:pt x="192" y="305"/>
                </a:cubicBezTo>
                <a:lnTo>
                  <a:pt x="192" y="338"/>
                </a:lnTo>
                <a:close/>
                <a:moveTo>
                  <a:pt x="337" y="273"/>
                </a:moveTo>
                <a:cubicBezTo>
                  <a:pt x="337" y="282"/>
                  <a:pt x="330" y="289"/>
                  <a:pt x="321" y="289"/>
                </a:cubicBezTo>
                <a:cubicBezTo>
                  <a:pt x="32" y="289"/>
                  <a:pt x="32" y="289"/>
                  <a:pt x="32" y="289"/>
                </a:cubicBezTo>
                <a:cubicBezTo>
                  <a:pt x="23" y="289"/>
                  <a:pt x="16" y="282"/>
                  <a:pt x="16" y="273"/>
                </a:cubicBezTo>
                <a:cubicBezTo>
                  <a:pt x="16" y="257"/>
                  <a:pt x="16" y="257"/>
                  <a:pt x="16" y="257"/>
                </a:cubicBezTo>
                <a:cubicBezTo>
                  <a:pt x="337" y="257"/>
                  <a:pt x="337" y="257"/>
                  <a:pt x="337" y="257"/>
                </a:cubicBezTo>
                <a:lnTo>
                  <a:pt x="337" y="273"/>
                </a:lnTo>
                <a:close/>
                <a:moveTo>
                  <a:pt x="337" y="241"/>
                </a:moveTo>
                <a:cubicBezTo>
                  <a:pt x="16" y="241"/>
                  <a:pt x="16" y="241"/>
                  <a:pt x="16" y="241"/>
                </a:cubicBezTo>
                <a:cubicBezTo>
                  <a:pt x="16" y="33"/>
                  <a:pt x="16" y="33"/>
                  <a:pt x="16" y="33"/>
                </a:cubicBezTo>
                <a:cubicBezTo>
                  <a:pt x="16" y="24"/>
                  <a:pt x="23" y="16"/>
                  <a:pt x="32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4"/>
                  <a:pt x="337" y="33"/>
                </a:cubicBezTo>
                <a:lnTo>
                  <a:pt x="337" y="24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8" name="Freeform 28"/>
          <p:cNvSpPr>
            <a:spLocks noEditPoints="1"/>
          </p:cNvSpPr>
          <p:nvPr/>
        </p:nvSpPr>
        <p:spPr bwMode="auto">
          <a:xfrm>
            <a:off x="4150785" y="3115734"/>
            <a:ext cx="579967" cy="579967"/>
          </a:xfrm>
          <a:custGeom>
            <a:avLst/>
            <a:gdLst>
              <a:gd name="T0" fmla="*/ 233 w 353"/>
              <a:gd name="T1" fmla="*/ 121 h 354"/>
              <a:gd name="T2" fmla="*/ 140 w 353"/>
              <a:gd name="T3" fmla="*/ 121 h 354"/>
              <a:gd name="T4" fmla="*/ 158 w 353"/>
              <a:gd name="T5" fmla="*/ 102 h 354"/>
              <a:gd name="T6" fmla="*/ 160 w 353"/>
              <a:gd name="T7" fmla="*/ 97 h 354"/>
              <a:gd name="T8" fmla="*/ 152 w 353"/>
              <a:gd name="T9" fmla="*/ 89 h 354"/>
              <a:gd name="T10" fmla="*/ 147 w 353"/>
              <a:gd name="T11" fmla="*/ 91 h 354"/>
              <a:gd name="T12" fmla="*/ 115 w 353"/>
              <a:gd name="T13" fmla="*/ 123 h 354"/>
              <a:gd name="T14" fmla="*/ 112 w 353"/>
              <a:gd name="T15" fmla="*/ 129 h 354"/>
              <a:gd name="T16" fmla="*/ 115 w 353"/>
              <a:gd name="T17" fmla="*/ 135 h 354"/>
              <a:gd name="T18" fmla="*/ 147 w 353"/>
              <a:gd name="T19" fmla="*/ 167 h 354"/>
              <a:gd name="T20" fmla="*/ 152 w 353"/>
              <a:gd name="T21" fmla="*/ 169 h 354"/>
              <a:gd name="T22" fmla="*/ 160 w 353"/>
              <a:gd name="T23" fmla="*/ 161 h 354"/>
              <a:gd name="T24" fmla="*/ 158 w 353"/>
              <a:gd name="T25" fmla="*/ 155 h 354"/>
              <a:gd name="T26" fmla="*/ 140 w 353"/>
              <a:gd name="T27" fmla="*/ 137 h 354"/>
              <a:gd name="T28" fmla="*/ 233 w 353"/>
              <a:gd name="T29" fmla="*/ 137 h 354"/>
              <a:gd name="T30" fmla="*/ 241 w 353"/>
              <a:gd name="T31" fmla="*/ 129 h 354"/>
              <a:gd name="T32" fmla="*/ 233 w 353"/>
              <a:gd name="T33" fmla="*/ 121 h 354"/>
              <a:gd name="T34" fmla="*/ 321 w 353"/>
              <a:gd name="T35" fmla="*/ 0 h 354"/>
              <a:gd name="T36" fmla="*/ 32 w 353"/>
              <a:gd name="T37" fmla="*/ 0 h 354"/>
              <a:gd name="T38" fmla="*/ 0 w 353"/>
              <a:gd name="T39" fmla="*/ 33 h 354"/>
              <a:gd name="T40" fmla="*/ 0 w 353"/>
              <a:gd name="T41" fmla="*/ 273 h 354"/>
              <a:gd name="T42" fmla="*/ 32 w 353"/>
              <a:gd name="T43" fmla="*/ 305 h 354"/>
              <a:gd name="T44" fmla="*/ 144 w 353"/>
              <a:gd name="T45" fmla="*/ 305 h 354"/>
              <a:gd name="T46" fmla="*/ 144 w 353"/>
              <a:gd name="T47" fmla="*/ 338 h 354"/>
              <a:gd name="T48" fmla="*/ 120 w 353"/>
              <a:gd name="T49" fmla="*/ 338 h 354"/>
              <a:gd name="T50" fmla="*/ 112 w 353"/>
              <a:gd name="T51" fmla="*/ 346 h 354"/>
              <a:gd name="T52" fmla="*/ 120 w 353"/>
              <a:gd name="T53" fmla="*/ 354 h 354"/>
              <a:gd name="T54" fmla="*/ 233 w 353"/>
              <a:gd name="T55" fmla="*/ 354 h 354"/>
              <a:gd name="T56" fmla="*/ 241 w 353"/>
              <a:gd name="T57" fmla="*/ 346 h 354"/>
              <a:gd name="T58" fmla="*/ 233 w 353"/>
              <a:gd name="T59" fmla="*/ 338 h 354"/>
              <a:gd name="T60" fmla="*/ 209 w 353"/>
              <a:gd name="T61" fmla="*/ 338 h 354"/>
              <a:gd name="T62" fmla="*/ 209 w 353"/>
              <a:gd name="T63" fmla="*/ 305 h 354"/>
              <a:gd name="T64" fmla="*/ 321 w 353"/>
              <a:gd name="T65" fmla="*/ 305 h 354"/>
              <a:gd name="T66" fmla="*/ 353 w 353"/>
              <a:gd name="T67" fmla="*/ 273 h 354"/>
              <a:gd name="T68" fmla="*/ 353 w 353"/>
              <a:gd name="T69" fmla="*/ 33 h 354"/>
              <a:gd name="T70" fmla="*/ 321 w 353"/>
              <a:gd name="T71" fmla="*/ 0 h 354"/>
              <a:gd name="T72" fmla="*/ 193 w 353"/>
              <a:gd name="T73" fmla="*/ 338 h 354"/>
              <a:gd name="T74" fmla="*/ 160 w 353"/>
              <a:gd name="T75" fmla="*/ 338 h 354"/>
              <a:gd name="T76" fmla="*/ 160 w 353"/>
              <a:gd name="T77" fmla="*/ 305 h 354"/>
              <a:gd name="T78" fmla="*/ 193 w 353"/>
              <a:gd name="T79" fmla="*/ 305 h 354"/>
              <a:gd name="T80" fmla="*/ 193 w 353"/>
              <a:gd name="T81" fmla="*/ 338 h 354"/>
              <a:gd name="T82" fmla="*/ 337 w 353"/>
              <a:gd name="T83" fmla="*/ 273 h 354"/>
              <a:gd name="T84" fmla="*/ 321 w 353"/>
              <a:gd name="T85" fmla="*/ 289 h 354"/>
              <a:gd name="T86" fmla="*/ 32 w 353"/>
              <a:gd name="T87" fmla="*/ 289 h 354"/>
              <a:gd name="T88" fmla="*/ 16 w 353"/>
              <a:gd name="T89" fmla="*/ 273 h 354"/>
              <a:gd name="T90" fmla="*/ 16 w 353"/>
              <a:gd name="T91" fmla="*/ 257 h 354"/>
              <a:gd name="T92" fmla="*/ 337 w 353"/>
              <a:gd name="T93" fmla="*/ 257 h 354"/>
              <a:gd name="T94" fmla="*/ 337 w 353"/>
              <a:gd name="T95" fmla="*/ 273 h 354"/>
              <a:gd name="T96" fmla="*/ 337 w 353"/>
              <a:gd name="T97" fmla="*/ 241 h 354"/>
              <a:gd name="T98" fmla="*/ 16 w 353"/>
              <a:gd name="T99" fmla="*/ 241 h 354"/>
              <a:gd name="T100" fmla="*/ 16 w 353"/>
              <a:gd name="T101" fmla="*/ 33 h 354"/>
              <a:gd name="T102" fmla="*/ 32 w 353"/>
              <a:gd name="T103" fmla="*/ 16 h 354"/>
              <a:gd name="T104" fmla="*/ 321 w 353"/>
              <a:gd name="T105" fmla="*/ 16 h 354"/>
              <a:gd name="T106" fmla="*/ 337 w 353"/>
              <a:gd name="T107" fmla="*/ 33 h 354"/>
              <a:gd name="T108" fmla="*/ 337 w 353"/>
              <a:gd name="T109" fmla="*/ 241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353" h="354">
                <a:moveTo>
                  <a:pt x="233" y="121"/>
                </a:moveTo>
                <a:cubicBezTo>
                  <a:pt x="140" y="121"/>
                  <a:pt x="140" y="121"/>
                  <a:pt x="140" y="121"/>
                </a:cubicBezTo>
                <a:cubicBezTo>
                  <a:pt x="158" y="102"/>
                  <a:pt x="158" y="102"/>
                  <a:pt x="158" y="102"/>
                </a:cubicBezTo>
                <a:cubicBezTo>
                  <a:pt x="160" y="101"/>
                  <a:pt x="160" y="99"/>
                  <a:pt x="160" y="97"/>
                </a:cubicBezTo>
                <a:cubicBezTo>
                  <a:pt x="160" y="92"/>
                  <a:pt x="157" y="89"/>
                  <a:pt x="152" y="89"/>
                </a:cubicBezTo>
                <a:cubicBezTo>
                  <a:pt x="150" y="89"/>
                  <a:pt x="148" y="90"/>
                  <a:pt x="147" y="91"/>
                </a:cubicBezTo>
                <a:cubicBezTo>
                  <a:pt x="115" y="123"/>
                  <a:pt x="115" y="123"/>
                  <a:pt x="115" y="123"/>
                </a:cubicBezTo>
                <a:cubicBezTo>
                  <a:pt x="113" y="125"/>
                  <a:pt x="112" y="127"/>
                  <a:pt x="112" y="129"/>
                </a:cubicBezTo>
                <a:cubicBezTo>
                  <a:pt x="112" y="131"/>
                  <a:pt x="113" y="133"/>
                  <a:pt x="115" y="135"/>
                </a:cubicBezTo>
                <a:cubicBezTo>
                  <a:pt x="147" y="167"/>
                  <a:pt x="147" y="167"/>
                  <a:pt x="147" y="167"/>
                </a:cubicBezTo>
                <a:cubicBezTo>
                  <a:pt x="148" y="168"/>
                  <a:pt x="150" y="169"/>
                  <a:pt x="152" y="169"/>
                </a:cubicBezTo>
                <a:cubicBezTo>
                  <a:pt x="157" y="169"/>
                  <a:pt x="160" y="165"/>
                  <a:pt x="160" y="161"/>
                </a:cubicBezTo>
                <a:cubicBezTo>
                  <a:pt x="160" y="159"/>
                  <a:pt x="160" y="157"/>
                  <a:pt x="158" y="155"/>
                </a:cubicBezTo>
                <a:cubicBezTo>
                  <a:pt x="140" y="137"/>
                  <a:pt x="140" y="137"/>
                  <a:pt x="140" y="137"/>
                </a:cubicBezTo>
                <a:cubicBezTo>
                  <a:pt x="233" y="137"/>
                  <a:pt x="233" y="137"/>
                  <a:pt x="233" y="137"/>
                </a:cubicBezTo>
                <a:cubicBezTo>
                  <a:pt x="237" y="137"/>
                  <a:pt x="241" y="133"/>
                  <a:pt x="241" y="129"/>
                </a:cubicBezTo>
                <a:cubicBezTo>
                  <a:pt x="241" y="124"/>
                  <a:pt x="237" y="121"/>
                  <a:pt x="233" y="121"/>
                </a:cubicBezTo>
                <a:moveTo>
                  <a:pt x="321" y="0"/>
                </a:move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5"/>
                  <a:pt x="0" y="33"/>
                </a:cubicBezTo>
                <a:cubicBezTo>
                  <a:pt x="0" y="273"/>
                  <a:pt x="0" y="273"/>
                  <a:pt x="0" y="273"/>
                </a:cubicBezTo>
                <a:cubicBezTo>
                  <a:pt x="0" y="291"/>
                  <a:pt x="14" y="305"/>
                  <a:pt x="32" y="305"/>
                </a:cubicBezTo>
                <a:cubicBezTo>
                  <a:pt x="144" y="305"/>
                  <a:pt x="144" y="305"/>
                  <a:pt x="144" y="305"/>
                </a:cubicBezTo>
                <a:cubicBezTo>
                  <a:pt x="144" y="338"/>
                  <a:pt x="144" y="338"/>
                  <a:pt x="144" y="338"/>
                </a:cubicBezTo>
                <a:cubicBezTo>
                  <a:pt x="120" y="338"/>
                  <a:pt x="120" y="338"/>
                  <a:pt x="120" y="338"/>
                </a:cubicBezTo>
                <a:cubicBezTo>
                  <a:pt x="116" y="338"/>
                  <a:pt x="112" y="341"/>
                  <a:pt x="112" y="346"/>
                </a:cubicBezTo>
                <a:cubicBezTo>
                  <a:pt x="112" y="350"/>
                  <a:pt x="116" y="354"/>
                  <a:pt x="120" y="354"/>
                </a:cubicBezTo>
                <a:cubicBezTo>
                  <a:pt x="233" y="354"/>
                  <a:pt x="233" y="354"/>
                  <a:pt x="233" y="354"/>
                </a:cubicBezTo>
                <a:cubicBezTo>
                  <a:pt x="237" y="354"/>
                  <a:pt x="241" y="350"/>
                  <a:pt x="241" y="346"/>
                </a:cubicBezTo>
                <a:cubicBezTo>
                  <a:pt x="241" y="341"/>
                  <a:pt x="237" y="338"/>
                  <a:pt x="233" y="338"/>
                </a:cubicBezTo>
                <a:cubicBezTo>
                  <a:pt x="209" y="338"/>
                  <a:pt x="209" y="338"/>
                  <a:pt x="209" y="338"/>
                </a:cubicBezTo>
                <a:cubicBezTo>
                  <a:pt x="209" y="305"/>
                  <a:pt x="209" y="305"/>
                  <a:pt x="209" y="305"/>
                </a:cubicBezTo>
                <a:cubicBezTo>
                  <a:pt x="321" y="305"/>
                  <a:pt x="321" y="305"/>
                  <a:pt x="321" y="305"/>
                </a:cubicBezTo>
                <a:cubicBezTo>
                  <a:pt x="339" y="305"/>
                  <a:pt x="353" y="291"/>
                  <a:pt x="353" y="273"/>
                </a:cubicBezTo>
                <a:cubicBezTo>
                  <a:pt x="353" y="33"/>
                  <a:pt x="353" y="33"/>
                  <a:pt x="353" y="33"/>
                </a:cubicBezTo>
                <a:cubicBezTo>
                  <a:pt x="353" y="15"/>
                  <a:pt x="339" y="0"/>
                  <a:pt x="321" y="0"/>
                </a:cubicBezTo>
                <a:moveTo>
                  <a:pt x="193" y="338"/>
                </a:moveTo>
                <a:cubicBezTo>
                  <a:pt x="160" y="338"/>
                  <a:pt x="160" y="338"/>
                  <a:pt x="160" y="338"/>
                </a:cubicBezTo>
                <a:cubicBezTo>
                  <a:pt x="160" y="305"/>
                  <a:pt x="160" y="305"/>
                  <a:pt x="160" y="305"/>
                </a:cubicBezTo>
                <a:cubicBezTo>
                  <a:pt x="193" y="305"/>
                  <a:pt x="193" y="305"/>
                  <a:pt x="193" y="305"/>
                </a:cubicBezTo>
                <a:lnTo>
                  <a:pt x="193" y="338"/>
                </a:lnTo>
                <a:close/>
                <a:moveTo>
                  <a:pt x="337" y="273"/>
                </a:moveTo>
                <a:cubicBezTo>
                  <a:pt x="337" y="282"/>
                  <a:pt x="330" y="289"/>
                  <a:pt x="321" y="289"/>
                </a:cubicBezTo>
                <a:cubicBezTo>
                  <a:pt x="32" y="289"/>
                  <a:pt x="32" y="289"/>
                  <a:pt x="32" y="289"/>
                </a:cubicBezTo>
                <a:cubicBezTo>
                  <a:pt x="23" y="289"/>
                  <a:pt x="16" y="282"/>
                  <a:pt x="16" y="273"/>
                </a:cubicBezTo>
                <a:cubicBezTo>
                  <a:pt x="16" y="257"/>
                  <a:pt x="16" y="257"/>
                  <a:pt x="16" y="257"/>
                </a:cubicBezTo>
                <a:cubicBezTo>
                  <a:pt x="337" y="257"/>
                  <a:pt x="337" y="257"/>
                  <a:pt x="337" y="257"/>
                </a:cubicBezTo>
                <a:lnTo>
                  <a:pt x="337" y="273"/>
                </a:lnTo>
                <a:close/>
                <a:moveTo>
                  <a:pt x="337" y="241"/>
                </a:moveTo>
                <a:cubicBezTo>
                  <a:pt x="16" y="241"/>
                  <a:pt x="16" y="241"/>
                  <a:pt x="16" y="241"/>
                </a:cubicBezTo>
                <a:cubicBezTo>
                  <a:pt x="16" y="33"/>
                  <a:pt x="16" y="33"/>
                  <a:pt x="16" y="33"/>
                </a:cubicBezTo>
                <a:cubicBezTo>
                  <a:pt x="16" y="24"/>
                  <a:pt x="23" y="16"/>
                  <a:pt x="32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4"/>
                  <a:pt x="337" y="33"/>
                </a:cubicBezTo>
                <a:lnTo>
                  <a:pt x="337" y="24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9" name="Freeform 29"/>
          <p:cNvSpPr>
            <a:spLocks noEditPoints="1"/>
          </p:cNvSpPr>
          <p:nvPr/>
        </p:nvSpPr>
        <p:spPr bwMode="auto">
          <a:xfrm>
            <a:off x="5255684" y="3115734"/>
            <a:ext cx="577851" cy="579967"/>
          </a:xfrm>
          <a:custGeom>
            <a:avLst/>
            <a:gdLst>
              <a:gd name="T0" fmla="*/ 321 w 353"/>
              <a:gd name="T1" fmla="*/ 0 h 354"/>
              <a:gd name="T2" fmla="*/ 32 w 353"/>
              <a:gd name="T3" fmla="*/ 0 h 354"/>
              <a:gd name="T4" fmla="*/ 0 w 353"/>
              <a:gd name="T5" fmla="*/ 33 h 354"/>
              <a:gd name="T6" fmla="*/ 0 w 353"/>
              <a:gd name="T7" fmla="*/ 273 h 354"/>
              <a:gd name="T8" fmla="*/ 32 w 353"/>
              <a:gd name="T9" fmla="*/ 305 h 354"/>
              <a:gd name="T10" fmla="*/ 145 w 353"/>
              <a:gd name="T11" fmla="*/ 305 h 354"/>
              <a:gd name="T12" fmla="*/ 145 w 353"/>
              <a:gd name="T13" fmla="*/ 338 h 354"/>
              <a:gd name="T14" fmla="*/ 121 w 353"/>
              <a:gd name="T15" fmla="*/ 338 h 354"/>
              <a:gd name="T16" fmla="*/ 113 w 353"/>
              <a:gd name="T17" fmla="*/ 346 h 354"/>
              <a:gd name="T18" fmla="*/ 121 w 353"/>
              <a:gd name="T19" fmla="*/ 354 h 354"/>
              <a:gd name="T20" fmla="*/ 233 w 353"/>
              <a:gd name="T21" fmla="*/ 354 h 354"/>
              <a:gd name="T22" fmla="*/ 241 w 353"/>
              <a:gd name="T23" fmla="*/ 346 h 354"/>
              <a:gd name="T24" fmla="*/ 233 w 353"/>
              <a:gd name="T25" fmla="*/ 338 h 354"/>
              <a:gd name="T26" fmla="*/ 209 w 353"/>
              <a:gd name="T27" fmla="*/ 338 h 354"/>
              <a:gd name="T28" fmla="*/ 209 w 353"/>
              <a:gd name="T29" fmla="*/ 305 h 354"/>
              <a:gd name="T30" fmla="*/ 321 w 353"/>
              <a:gd name="T31" fmla="*/ 305 h 354"/>
              <a:gd name="T32" fmla="*/ 353 w 353"/>
              <a:gd name="T33" fmla="*/ 273 h 354"/>
              <a:gd name="T34" fmla="*/ 353 w 353"/>
              <a:gd name="T35" fmla="*/ 33 h 354"/>
              <a:gd name="T36" fmla="*/ 321 w 353"/>
              <a:gd name="T37" fmla="*/ 0 h 354"/>
              <a:gd name="T38" fmla="*/ 193 w 353"/>
              <a:gd name="T39" fmla="*/ 338 h 354"/>
              <a:gd name="T40" fmla="*/ 161 w 353"/>
              <a:gd name="T41" fmla="*/ 338 h 354"/>
              <a:gd name="T42" fmla="*/ 161 w 353"/>
              <a:gd name="T43" fmla="*/ 305 h 354"/>
              <a:gd name="T44" fmla="*/ 193 w 353"/>
              <a:gd name="T45" fmla="*/ 305 h 354"/>
              <a:gd name="T46" fmla="*/ 193 w 353"/>
              <a:gd name="T47" fmla="*/ 338 h 354"/>
              <a:gd name="T48" fmla="*/ 337 w 353"/>
              <a:gd name="T49" fmla="*/ 273 h 354"/>
              <a:gd name="T50" fmla="*/ 321 w 353"/>
              <a:gd name="T51" fmla="*/ 289 h 354"/>
              <a:gd name="T52" fmla="*/ 32 w 353"/>
              <a:gd name="T53" fmla="*/ 289 h 354"/>
              <a:gd name="T54" fmla="*/ 16 w 353"/>
              <a:gd name="T55" fmla="*/ 273 h 354"/>
              <a:gd name="T56" fmla="*/ 16 w 353"/>
              <a:gd name="T57" fmla="*/ 257 h 354"/>
              <a:gd name="T58" fmla="*/ 337 w 353"/>
              <a:gd name="T59" fmla="*/ 257 h 354"/>
              <a:gd name="T60" fmla="*/ 337 w 353"/>
              <a:gd name="T61" fmla="*/ 273 h 354"/>
              <a:gd name="T62" fmla="*/ 337 w 353"/>
              <a:gd name="T63" fmla="*/ 241 h 354"/>
              <a:gd name="T64" fmla="*/ 16 w 353"/>
              <a:gd name="T65" fmla="*/ 241 h 354"/>
              <a:gd name="T66" fmla="*/ 16 w 353"/>
              <a:gd name="T67" fmla="*/ 33 h 354"/>
              <a:gd name="T68" fmla="*/ 32 w 353"/>
              <a:gd name="T69" fmla="*/ 16 h 354"/>
              <a:gd name="T70" fmla="*/ 321 w 353"/>
              <a:gd name="T71" fmla="*/ 16 h 354"/>
              <a:gd name="T72" fmla="*/ 337 w 353"/>
              <a:gd name="T73" fmla="*/ 33 h 354"/>
              <a:gd name="T74" fmla="*/ 337 w 353"/>
              <a:gd name="T75" fmla="*/ 241 h 354"/>
              <a:gd name="T76" fmla="*/ 239 w 353"/>
              <a:gd name="T77" fmla="*/ 123 h 354"/>
              <a:gd name="T78" fmla="*/ 207 w 353"/>
              <a:gd name="T79" fmla="*/ 91 h 354"/>
              <a:gd name="T80" fmla="*/ 201 w 353"/>
              <a:gd name="T81" fmla="*/ 89 h 354"/>
              <a:gd name="T82" fmla="*/ 193 w 353"/>
              <a:gd name="T83" fmla="*/ 97 h 354"/>
              <a:gd name="T84" fmla="*/ 195 w 353"/>
              <a:gd name="T85" fmla="*/ 102 h 354"/>
              <a:gd name="T86" fmla="*/ 214 w 353"/>
              <a:gd name="T87" fmla="*/ 121 h 354"/>
              <a:gd name="T88" fmla="*/ 121 w 353"/>
              <a:gd name="T89" fmla="*/ 121 h 354"/>
              <a:gd name="T90" fmla="*/ 113 w 353"/>
              <a:gd name="T91" fmla="*/ 129 h 354"/>
              <a:gd name="T92" fmla="*/ 121 w 353"/>
              <a:gd name="T93" fmla="*/ 137 h 354"/>
              <a:gd name="T94" fmla="*/ 214 w 353"/>
              <a:gd name="T95" fmla="*/ 137 h 354"/>
              <a:gd name="T96" fmla="*/ 195 w 353"/>
              <a:gd name="T97" fmla="*/ 155 h 354"/>
              <a:gd name="T98" fmla="*/ 193 w 353"/>
              <a:gd name="T99" fmla="*/ 161 h 354"/>
              <a:gd name="T100" fmla="*/ 201 w 353"/>
              <a:gd name="T101" fmla="*/ 169 h 354"/>
              <a:gd name="T102" fmla="*/ 207 w 353"/>
              <a:gd name="T103" fmla="*/ 167 h 354"/>
              <a:gd name="T104" fmla="*/ 239 w 353"/>
              <a:gd name="T105" fmla="*/ 135 h 354"/>
              <a:gd name="T106" fmla="*/ 241 w 353"/>
              <a:gd name="T107" fmla="*/ 129 h 354"/>
              <a:gd name="T108" fmla="*/ 239 w 353"/>
              <a:gd name="T109" fmla="*/ 123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353" h="354">
                <a:moveTo>
                  <a:pt x="321" y="0"/>
                </a:moveTo>
                <a:cubicBezTo>
                  <a:pt x="32" y="0"/>
                  <a:pt x="32" y="0"/>
                  <a:pt x="32" y="0"/>
                </a:cubicBezTo>
                <a:cubicBezTo>
                  <a:pt x="15" y="0"/>
                  <a:pt x="0" y="15"/>
                  <a:pt x="0" y="33"/>
                </a:cubicBezTo>
                <a:cubicBezTo>
                  <a:pt x="0" y="273"/>
                  <a:pt x="0" y="273"/>
                  <a:pt x="0" y="273"/>
                </a:cubicBezTo>
                <a:cubicBezTo>
                  <a:pt x="0" y="291"/>
                  <a:pt x="15" y="305"/>
                  <a:pt x="32" y="305"/>
                </a:cubicBezTo>
                <a:cubicBezTo>
                  <a:pt x="145" y="305"/>
                  <a:pt x="145" y="305"/>
                  <a:pt x="145" y="305"/>
                </a:cubicBezTo>
                <a:cubicBezTo>
                  <a:pt x="145" y="338"/>
                  <a:pt x="145" y="338"/>
                  <a:pt x="145" y="338"/>
                </a:cubicBezTo>
                <a:cubicBezTo>
                  <a:pt x="121" y="338"/>
                  <a:pt x="121" y="338"/>
                  <a:pt x="121" y="338"/>
                </a:cubicBezTo>
                <a:cubicBezTo>
                  <a:pt x="116" y="338"/>
                  <a:pt x="113" y="341"/>
                  <a:pt x="113" y="346"/>
                </a:cubicBezTo>
                <a:cubicBezTo>
                  <a:pt x="113" y="350"/>
                  <a:pt x="116" y="354"/>
                  <a:pt x="121" y="354"/>
                </a:cubicBezTo>
                <a:cubicBezTo>
                  <a:pt x="233" y="354"/>
                  <a:pt x="233" y="354"/>
                  <a:pt x="233" y="354"/>
                </a:cubicBezTo>
                <a:cubicBezTo>
                  <a:pt x="237" y="354"/>
                  <a:pt x="241" y="350"/>
                  <a:pt x="241" y="346"/>
                </a:cubicBezTo>
                <a:cubicBezTo>
                  <a:pt x="241" y="341"/>
                  <a:pt x="237" y="338"/>
                  <a:pt x="233" y="338"/>
                </a:cubicBezTo>
                <a:cubicBezTo>
                  <a:pt x="209" y="338"/>
                  <a:pt x="209" y="338"/>
                  <a:pt x="209" y="338"/>
                </a:cubicBezTo>
                <a:cubicBezTo>
                  <a:pt x="209" y="305"/>
                  <a:pt x="209" y="305"/>
                  <a:pt x="209" y="305"/>
                </a:cubicBezTo>
                <a:cubicBezTo>
                  <a:pt x="321" y="305"/>
                  <a:pt x="321" y="305"/>
                  <a:pt x="321" y="305"/>
                </a:cubicBezTo>
                <a:cubicBezTo>
                  <a:pt x="339" y="305"/>
                  <a:pt x="353" y="291"/>
                  <a:pt x="353" y="273"/>
                </a:cubicBezTo>
                <a:cubicBezTo>
                  <a:pt x="353" y="33"/>
                  <a:pt x="353" y="33"/>
                  <a:pt x="353" y="33"/>
                </a:cubicBezTo>
                <a:cubicBezTo>
                  <a:pt x="353" y="15"/>
                  <a:pt x="339" y="0"/>
                  <a:pt x="321" y="0"/>
                </a:cubicBezTo>
                <a:moveTo>
                  <a:pt x="193" y="338"/>
                </a:moveTo>
                <a:cubicBezTo>
                  <a:pt x="161" y="338"/>
                  <a:pt x="161" y="338"/>
                  <a:pt x="161" y="338"/>
                </a:cubicBezTo>
                <a:cubicBezTo>
                  <a:pt x="161" y="305"/>
                  <a:pt x="161" y="305"/>
                  <a:pt x="161" y="305"/>
                </a:cubicBezTo>
                <a:cubicBezTo>
                  <a:pt x="193" y="305"/>
                  <a:pt x="193" y="305"/>
                  <a:pt x="193" y="305"/>
                </a:cubicBezTo>
                <a:lnTo>
                  <a:pt x="193" y="338"/>
                </a:lnTo>
                <a:close/>
                <a:moveTo>
                  <a:pt x="337" y="273"/>
                </a:moveTo>
                <a:cubicBezTo>
                  <a:pt x="337" y="282"/>
                  <a:pt x="330" y="289"/>
                  <a:pt x="321" y="289"/>
                </a:cubicBezTo>
                <a:cubicBezTo>
                  <a:pt x="32" y="289"/>
                  <a:pt x="32" y="289"/>
                  <a:pt x="32" y="289"/>
                </a:cubicBezTo>
                <a:cubicBezTo>
                  <a:pt x="23" y="289"/>
                  <a:pt x="16" y="282"/>
                  <a:pt x="16" y="273"/>
                </a:cubicBezTo>
                <a:cubicBezTo>
                  <a:pt x="16" y="257"/>
                  <a:pt x="16" y="257"/>
                  <a:pt x="16" y="257"/>
                </a:cubicBezTo>
                <a:cubicBezTo>
                  <a:pt x="337" y="257"/>
                  <a:pt x="337" y="257"/>
                  <a:pt x="337" y="257"/>
                </a:cubicBezTo>
                <a:lnTo>
                  <a:pt x="337" y="273"/>
                </a:lnTo>
                <a:close/>
                <a:moveTo>
                  <a:pt x="337" y="241"/>
                </a:moveTo>
                <a:cubicBezTo>
                  <a:pt x="16" y="241"/>
                  <a:pt x="16" y="241"/>
                  <a:pt x="16" y="241"/>
                </a:cubicBezTo>
                <a:cubicBezTo>
                  <a:pt x="16" y="33"/>
                  <a:pt x="16" y="33"/>
                  <a:pt x="16" y="33"/>
                </a:cubicBezTo>
                <a:cubicBezTo>
                  <a:pt x="16" y="24"/>
                  <a:pt x="23" y="16"/>
                  <a:pt x="32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4"/>
                  <a:pt x="337" y="33"/>
                </a:cubicBezTo>
                <a:lnTo>
                  <a:pt x="337" y="241"/>
                </a:lnTo>
                <a:close/>
                <a:moveTo>
                  <a:pt x="239" y="123"/>
                </a:moveTo>
                <a:cubicBezTo>
                  <a:pt x="207" y="91"/>
                  <a:pt x="207" y="91"/>
                  <a:pt x="207" y="91"/>
                </a:cubicBezTo>
                <a:cubicBezTo>
                  <a:pt x="205" y="90"/>
                  <a:pt x="203" y="89"/>
                  <a:pt x="201" y="89"/>
                </a:cubicBezTo>
                <a:cubicBezTo>
                  <a:pt x="196" y="89"/>
                  <a:pt x="193" y="92"/>
                  <a:pt x="193" y="97"/>
                </a:cubicBezTo>
                <a:cubicBezTo>
                  <a:pt x="193" y="99"/>
                  <a:pt x="194" y="101"/>
                  <a:pt x="195" y="102"/>
                </a:cubicBezTo>
                <a:cubicBezTo>
                  <a:pt x="214" y="121"/>
                  <a:pt x="214" y="121"/>
                  <a:pt x="214" y="121"/>
                </a:cubicBezTo>
                <a:cubicBezTo>
                  <a:pt x="121" y="121"/>
                  <a:pt x="121" y="121"/>
                  <a:pt x="121" y="121"/>
                </a:cubicBezTo>
                <a:cubicBezTo>
                  <a:pt x="116" y="121"/>
                  <a:pt x="113" y="124"/>
                  <a:pt x="113" y="129"/>
                </a:cubicBezTo>
                <a:cubicBezTo>
                  <a:pt x="113" y="133"/>
                  <a:pt x="116" y="137"/>
                  <a:pt x="121" y="137"/>
                </a:cubicBezTo>
                <a:cubicBezTo>
                  <a:pt x="214" y="137"/>
                  <a:pt x="214" y="137"/>
                  <a:pt x="214" y="137"/>
                </a:cubicBezTo>
                <a:cubicBezTo>
                  <a:pt x="195" y="155"/>
                  <a:pt x="195" y="155"/>
                  <a:pt x="195" y="155"/>
                </a:cubicBezTo>
                <a:cubicBezTo>
                  <a:pt x="194" y="157"/>
                  <a:pt x="193" y="159"/>
                  <a:pt x="193" y="161"/>
                </a:cubicBezTo>
                <a:cubicBezTo>
                  <a:pt x="193" y="165"/>
                  <a:pt x="196" y="169"/>
                  <a:pt x="201" y="169"/>
                </a:cubicBezTo>
                <a:cubicBezTo>
                  <a:pt x="203" y="169"/>
                  <a:pt x="205" y="168"/>
                  <a:pt x="207" y="167"/>
                </a:cubicBezTo>
                <a:cubicBezTo>
                  <a:pt x="239" y="135"/>
                  <a:pt x="239" y="135"/>
                  <a:pt x="239" y="135"/>
                </a:cubicBezTo>
                <a:cubicBezTo>
                  <a:pt x="240" y="133"/>
                  <a:pt x="241" y="131"/>
                  <a:pt x="241" y="129"/>
                </a:cubicBezTo>
                <a:cubicBezTo>
                  <a:pt x="241" y="127"/>
                  <a:pt x="240" y="125"/>
                  <a:pt x="239" y="12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0" name="Freeform 30"/>
          <p:cNvSpPr>
            <a:spLocks noEditPoints="1"/>
          </p:cNvSpPr>
          <p:nvPr/>
        </p:nvSpPr>
        <p:spPr bwMode="auto">
          <a:xfrm>
            <a:off x="6360584" y="3115734"/>
            <a:ext cx="577851" cy="579967"/>
          </a:xfrm>
          <a:custGeom>
            <a:avLst/>
            <a:gdLst>
              <a:gd name="T0" fmla="*/ 32 w 353"/>
              <a:gd name="T1" fmla="*/ 41 h 354"/>
              <a:gd name="T2" fmla="*/ 48 w 353"/>
              <a:gd name="T3" fmla="*/ 41 h 354"/>
              <a:gd name="T4" fmla="*/ 92 w 353"/>
              <a:gd name="T5" fmla="*/ 73 h 354"/>
              <a:gd name="T6" fmla="*/ 208 w 353"/>
              <a:gd name="T7" fmla="*/ 61 h 354"/>
              <a:gd name="T8" fmla="*/ 92 w 353"/>
              <a:gd name="T9" fmla="*/ 49 h 354"/>
              <a:gd name="T10" fmla="*/ 92 w 353"/>
              <a:gd name="T11" fmla="*/ 73 h 354"/>
              <a:gd name="T12" fmla="*/ 32 w 353"/>
              <a:gd name="T13" fmla="*/ 265 h 354"/>
              <a:gd name="T14" fmla="*/ 48 w 353"/>
              <a:gd name="T15" fmla="*/ 265 h 354"/>
              <a:gd name="T16" fmla="*/ 313 w 353"/>
              <a:gd name="T17" fmla="*/ 257 h 354"/>
              <a:gd name="T18" fmla="*/ 313 w 353"/>
              <a:gd name="T19" fmla="*/ 273 h 354"/>
              <a:gd name="T20" fmla="*/ 313 w 353"/>
              <a:gd name="T21" fmla="*/ 257 h 354"/>
              <a:gd name="T22" fmla="*/ 144 w 353"/>
              <a:gd name="T23" fmla="*/ 177 h 354"/>
              <a:gd name="T24" fmla="*/ 208 w 353"/>
              <a:gd name="T25" fmla="*/ 177 h 354"/>
              <a:gd name="T26" fmla="*/ 176 w 353"/>
              <a:gd name="T27" fmla="*/ 185 h 354"/>
              <a:gd name="T28" fmla="*/ 176 w 353"/>
              <a:gd name="T29" fmla="*/ 169 h 354"/>
              <a:gd name="T30" fmla="*/ 176 w 353"/>
              <a:gd name="T31" fmla="*/ 185 h 354"/>
              <a:gd name="T32" fmla="*/ 32 w 353"/>
              <a:gd name="T33" fmla="*/ 0 h 354"/>
              <a:gd name="T34" fmla="*/ 0 w 353"/>
              <a:gd name="T35" fmla="*/ 322 h 354"/>
              <a:gd name="T36" fmla="*/ 321 w 353"/>
              <a:gd name="T37" fmla="*/ 354 h 354"/>
              <a:gd name="T38" fmla="*/ 353 w 353"/>
              <a:gd name="T39" fmla="*/ 33 h 354"/>
              <a:gd name="T40" fmla="*/ 337 w 353"/>
              <a:gd name="T41" fmla="*/ 322 h 354"/>
              <a:gd name="T42" fmla="*/ 32 w 353"/>
              <a:gd name="T43" fmla="*/ 338 h 354"/>
              <a:gd name="T44" fmla="*/ 16 w 353"/>
              <a:gd name="T45" fmla="*/ 301 h 354"/>
              <a:gd name="T46" fmla="*/ 321 w 353"/>
              <a:gd name="T47" fmla="*/ 305 h 354"/>
              <a:gd name="T48" fmla="*/ 337 w 353"/>
              <a:gd name="T49" fmla="*/ 322 h 354"/>
              <a:gd name="T50" fmla="*/ 321 w 353"/>
              <a:gd name="T51" fmla="*/ 289 h 354"/>
              <a:gd name="T52" fmla="*/ 16 w 353"/>
              <a:gd name="T53" fmla="*/ 273 h 354"/>
              <a:gd name="T54" fmla="*/ 32 w 353"/>
              <a:gd name="T55" fmla="*/ 16 h 354"/>
              <a:gd name="T56" fmla="*/ 337 w 353"/>
              <a:gd name="T57" fmla="*/ 33 h 354"/>
              <a:gd name="T58" fmla="*/ 313 w 353"/>
              <a:gd name="T59" fmla="*/ 33 h 354"/>
              <a:gd name="T60" fmla="*/ 313 w 353"/>
              <a:gd name="T61" fmla="*/ 49 h 354"/>
              <a:gd name="T62" fmla="*/ 313 w 353"/>
              <a:gd name="T63" fmla="*/ 33 h 354"/>
              <a:gd name="T64" fmla="*/ 218 w 353"/>
              <a:gd name="T65" fmla="*/ 103 h 354"/>
              <a:gd name="T66" fmla="*/ 64 w 353"/>
              <a:gd name="T67" fmla="*/ 177 h 354"/>
              <a:gd name="T68" fmla="*/ 289 w 353"/>
              <a:gd name="T69" fmla="*/ 177 h 354"/>
              <a:gd name="T70" fmla="*/ 273 w 353"/>
              <a:gd name="T71" fmla="*/ 33 h 354"/>
              <a:gd name="T72" fmla="*/ 80 w 353"/>
              <a:gd name="T73" fmla="*/ 177 h 354"/>
              <a:gd name="T74" fmla="*/ 225 w 353"/>
              <a:gd name="T75" fmla="*/ 122 h 354"/>
              <a:gd name="T76" fmla="*/ 256 w 353"/>
              <a:gd name="T77" fmla="*/ 142 h 354"/>
              <a:gd name="T78" fmla="*/ 176 w 353"/>
              <a:gd name="T79" fmla="*/ 241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353" h="354">
                <a:moveTo>
                  <a:pt x="40" y="33"/>
                </a:moveTo>
                <a:cubicBezTo>
                  <a:pt x="35" y="33"/>
                  <a:pt x="32" y="36"/>
                  <a:pt x="32" y="41"/>
                </a:cubicBezTo>
                <a:cubicBezTo>
                  <a:pt x="32" y="45"/>
                  <a:pt x="35" y="49"/>
                  <a:pt x="40" y="49"/>
                </a:cubicBezTo>
                <a:cubicBezTo>
                  <a:pt x="44" y="49"/>
                  <a:pt x="48" y="45"/>
                  <a:pt x="48" y="41"/>
                </a:cubicBezTo>
                <a:cubicBezTo>
                  <a:pt x="48" y="36"/>
                  <a:pt x="44" y="33"/>
                  <a:pt x="40" y="33"/>
                </a:cubicBezTo>
                <a:moveTo>
                  <a:pt x="92" y="73"/>
                </a:moveTo>
                <a:cubicBezTo>
                  <a:pt x="196" y="73"/>
                  <a:pt x="196" y="73"/>
                  <a:pt x="196" y="73"/>
                </a:cubicBezTo>
                <a:cubicBezTo>
                  <a:pt x="203" y="73"/>
                  <a:pt x="208" y="67"/>
                  <a:pt x="208" y="61"/>
                </a:cubicBezTo>
                <a:cubicBezTo>
                  <a:pt x="208" y="54"/>
                  <a:pt x="203" y="49"/>
                  <a:pt x="196" y="49"/>
                </a:cubicBezTo>
                <a:cubicBezTo>
                  <a:pt x="92" y="49"/>
                  <a:pt x="92" y="49"/>
                  <a:pt x="92" y="49"/>
                </a:cubicBezTo>
                <a:cubicBezTo>
                  <a:pt x="85" y="49"/>
                  <a:pt x="80" y="54"/>
                  <a:pt x="80" y="61"/>
                </a:cubicBezTo>
                <a:cubicBezTo>
                  <a:pt x="80" y="67"/>
                  <a:pt x="85" y="73"/>
                  <a:pt x="92" y="73"/>
                </a:cubicBezTo>
                <a:moveTo>
                  <a:pt x="40" y="257"/>
                </a:moveTo>
                <a:cubicBezTo>
                  <a:pt x="35" y="257"/>
                  <a:pt x="32" y="261"/>
                  <a:pt x="32" y="265"/>
                </a:cubicBezTo>
                <a:cubicBezTo>
                  <a:pt x="32" y="270"/>
                  <a:pt x="35" y="273"/>
                  <a:pt x="40" y="273"/>
                </a:cubicBezTo>
                <a:cubicBezTo>
                  <a:pt x="44" y="273"/>
                  <a:pt x="48" y="270"/>
                  <a:pt x="48" y="265"/>
                </a:cubicBezTo>
                <a:cubicBezTo>
                  <a:pt x="48" y="261"/>
                  <a:pt x="44" y="257"/>
                  <a:pt x="40" y="257"/>
                </a:cubicBezTo>
                <a:moveTo>
                  <a:pt x="313" y="257"/>
                </a:moveTo>
                <a:cubicBezTo>
                  <a:pt x="308" y="257"/>
                  <a:pt x="305" y="261"/>
                  <a:pt x="305" y="265"/>
                </a:cubicBezTo>
                <a:cubicBezTo>
                  <a:pt x="305" y="270"/>
                  <a:pt x="308" y="273"/>
                  <a:pt x="313" y="273"/>
                </a:cubicBezTo>
                <a:cubicBezTo>
                  <a:pt x="317" y="273"/>
                  <a:pt x="321" y="270"/>
                  <a:pt x="321" y="265"/>
                </a:cubicBezTo>
                <a:cubicBezTo>
                  <a:pt x="321" y="261"/>
                  <a:pt x="317" y="257"/>
                  <a:pt x="313" y="257"/>
                </a:cubicBezTo>
                <a:moveTo>
                  <a:pt x="176" y="153"/>
                </a:moveTo>
                <a:cubicBezTo>
                  <a:pt x="158" y="153"/>
                  <a:pt x="144" y="164"/>
                  <a:pt x="144" y="177"/>
                </a:cubicBezTo>
                <a:cubicBezTo>
                  <a:pt x="144" y="190"/>
                  <a:pt x="158" y="201"/>
                  <a:pt x="176" y="201"/>
                </a:cubicBezTo>
                <a:cubicBezTo>
                  <a:pt x="194" y="201"/>
                  <a:pt x="208" y="190"/>
                  <a:pt x="208" y="177"/>
                </a:cubicBezTo>
                <a:cubicBezTo>
                  <a:pt x="208" y="164"/>
                  <a:pt x="194" y="153"/>
                  <a:pt x="176" y="153"/>
                </a:cubicBezTo>
                <a:moveTo>
                  <a:pt x="176" y="185"/>
                </a:moveTo>
                <a:cubicBezTo>
                  <a:pt x="167" y="185"/>
                  <a:pt x="160" y="181"/>
                  <a:pt x="160" y="177"/>
                </a:cubicBezTo>
                <a:cubicBezTo>
                  <a:pt x="160" y="173"/>
                  <a:pt x="167" y="169"/>
                  <a:pt x="176" y="169"/>
                </a:cubicBezTo>
                <a:cubicBezTo>
                  <a:pt x="185" y="169"/>
                  <a:pt x="192" y="173"/>
                  <a:pt x="192" y="177"/>
                </a:cubicBezTo>
                <a:cubicBezTo>
                  <a:pt x="192" y="181"/>
                  <a:pt x="185" y="185"/>
                  <a:pt x="176" y="185"/>
                </a:cubicBezTo>
                <a:moveTo>
                  <a:pt x="321" y="0"/>
                </a:move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5"/>
                  <a:pt x="0" y="33"/>
                </a:cubicBezTo>
                <a:cubicBezTo>
                  <a:pt x="0" y="322"/>
                  <a:pt x="0" y="322"/>
                  <a:pt x="0" y="322"/>
                </a:cubicBezTo>
                <a:cubicBezTo>
                  <a:pt x="0" y="339"/>
                  <a:pt x="14" y="354"/>
                  <a:pt x="32" y="354"/>
                </a:cubicBezTo>
                <a:cubicBezTo>
                  <a:pt x="321" y="354"/>
                  <a:pt x="321" y="354"/>
                  <a:pt x="321" y="354"/>
                </a:cubicBezTo>
                <a:cubicBezTo>
                  <a:pt x="338" y="354"/>
                  <a:pt x="353" y="339"/>
                  <a:pt x="353" y="322"/>
                </a:cubicBezTo>
                <a:cubicBezTo>
                  <a:pt x="353" y="33"/>
                  <a:pt x="353" y="33"/>
                  <a:pt x="353" y="33"/>
                </a:cubicBezTo>
                <a:cubicBezTo>
                  <a:pt x="353" y="15"/>
                  <a:pt x="338" y="0"/>
                  <a:pt x="321" y="0"/>
                </a:cubicBezTo>
                <a:moveTo>
                  <a:pt x="337" y="322"/>
                </a:moveTo>
                <a:cubicBezTo>
                  <a:pt x="337" y="330"/>
                  <a:pt x="330" y="338"/>
                  <a:pt x="321" y="338"/>
                </a:cubicBezTo>
                <a:cubicBezTo>
                  <a:pt x="32" y="338"/>
                  <a:pt x="32" y="338"/>
                  <a:pt x="32" y="338"/>
                </a:cubicBezTo>
                <a:cubicBezTo>
                  <a:pt x="23" y="338"/>
                  <a:pt x="16" y="330"/>
                  <a:pt x="16" y="322"/>
                </a:cubicBezTo>
                <a:cubicBezTo>
                  <a:pt x="16" y="301"/>
                  <a:pt x="16" y="301"/>
                  <a:pt x="16" y="301"/>
                </a:cubicBezTo>
                <a:cubicBezTo>
                  <a:pt x="20" y="304"/>
                  <a:pt x="26" y="305"/>
                  <a:pt x="32" y="305"/>
                </a:cubicBezTo>
                <a:cubicBezTo>
                  <a:pt x="321" y="305"/>
                  <a:pt x="321" y="305"/>
                  <a:pt x="321" y="305"/>
                </a:cubicBezTo>
                <a:cubicBezTo>
                  <a:pt x="327" y="305"/>
                  <a:pt x="332" y="304"/>
                  <a:pt x="337" y="301"/>
                </a:cubicBezTo>
                <a:lnTo>
                  <a:pt x="337" y="322"/>
                </a:lnTo>
                <a:close/>
                <a:moveTo>
                  <a:pt x="337" y="273"/>
                </a:moveTo>
                <a:cubicBezTo>
                  <a:pt x="337" y="282"/>
                  <a:pt x="330" y="289"/>
                  <a:pt x="321" y="289"/>
                </a:cubicBezTo>
                <a:cubicBezTo>
                  <a:pt x="32" y="289"/>
                  <a:pt x="32" y="289"/>
                  <a:pt x="32" y="289"/>
                </a:cubicBezTo>
                <a:cubicBezTo>
                  <a:pt x="23" y="289"/>
                  <a:pt x="16" y="282"/>
                  <a:pt x="16" y="273"/>
                </a:cubicBezTo>
                <a:cubicBezTo>
                  <a:pt x="16" y="33"/>
                  <a:pt x="16" y="33"/>
                  <a:pt x="16" y="33"/>
                </a:cubicBezTo>
                <a:cubicBezTo>
                  <a:pt x="16" y="24"/>
                  <a:pt x="23" y="16"/>
                  <a:pt x="32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4"/>
                  <a:pt x="337" y="33"/>
                </a:cubicBezTo>
                <a:lnTo>
                  <a:pt x="337" y="273"/>
                </a:lnTo>
                <a:close/>
                <a:moveTo>
                  <a:pt x="313" y="33"/>
                </a:moveTo>
                <a:cubicBezTo>
                  <a:pt x="308" y="33"/>
                  <a:pt x="305" y="36"/>
                  <a:pt x="305" y="41"/>
                </a:cubicBezTo>
                <a:cubicBezTo>
                  <a:pt x="305" y="45"/>
                  <a:pt x="308" y="49"/>
                  <a:pt x="313" y="49"/>
                </a:cubicBezTo>
                <a:cubicBezTo>
                  <a:pt x="317" y="49"/>
                  <a:pt x="321" y="45"/>
                  <a:pt x="321" y="41"/>
                </a:cubicBezTo>
                <a:cubicBezTo>
                  <a:pt x="321" y="36"/>
                  <a:pt x="317" y="33"/>
                  <a:pt x="313" y="33"/>
                </a:cubicBezTo>
                <a:moveTo>
                  <a:pt x="273" y="33"/>
                </a:moveTo>
                <a:cubicBezTo>
                  <a:pt x="218" y="103"/>
                  <a:pt x="218" y="103"/>
                  <a:pt x="218" y="103"/>
                </a:cubicBezTo>
                <a:cubicBezTo>
                  <a:pt x="205" y="99"/>
                  <a:pt x="191" y="97"/>
                  <a:pt x="176" y="97"/>
                </a:cubicBezTo>
                <a:cubicBezTo>
                  <a:pt x="114" y="97"/>
                  <a:pt x="64" y="133"/>
                  <a:pt x="64" y="177"/>
                </a:cubicBezTo>
                <a:cubicBezTo>
                  <a:pt x="64" y="221"/>
                  <a:pt x="114" y="257"/>
                  <a:pt x="176" y="257"/>
                </a:cubicBezTo>
                <a:cubicBezTo>
                  <a:pt x="238" y="257"/>
                  <a:pt x="289" y="221"/>
                  <a:pt x="289" y="177"/>
                </a:cubicBezTo>
                <a:cubicBezTo>
                  <a:pt x="289" y="162"/>
                  <a:pt x="283" y="148"/>
                  <a:pt x="273" y="136"/>
                </a:cubicBezTo>
                <a:lnTo>
                  <a:pt x="273" y="33"/>
                </a:lnTo>
                <a:close/>
                <a:moveTo>
                  <a:pt x="176" y="241"/>
                </a:moveTo>
                <a:cubicBezTo>
                  <a:pt x="123" y="241"/>
                  <a:pt x="80" y="212"/>
                  <a:pt x="80" y="177"/>
                </a:cubicBezTo>
                <a:cubicBezTo>
                  <a:pt x="80" y="142"/>
                  <a:pt x="123" y="113"/>
                  <a:pt x="176" y="113"/>
                </a:cubicBezTo>
                <a:cubicBezTo>
                  <a:pt x="194" y="113"/>
                  <a:pt x="211" y="116"/>
                  <a:pt x="225" y="122"/>
                </a:cubicBezTo>
                <a:cubicBezTo>
                  <a:pt x="256" y="83"/>
                  <a:pt x="256" y="83"/>
                  <a:pt x="256" y="83"/>
                </a:cubicBezTo>
                <a:cubicBezTo>
                  <a:pt x="256" y="142"/>
                  <a:pt x="256" y="142"/>
                  <a:pt x="256" y="142"/>
                </a:cubicBezTo>
                <a:cubicBezTo>
                  <a:pt x="267" y="152"/>
                  <a:pt x="273" y="164"/>
                  <a:pt x="273" y="177"/>
                </a:cubicBezTo>
                <a:cubicBezTo>
                  <a:pt x="273" y="212"/>
                  <a:pt x="229" y="241"/>
                  <a:pt x="176" y="241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1" name="Freeform 31"/>
          <p:cNvSpPr>
            <a:spLocks noEditPoints="1"/>
          </p:cNvSpPr>
          <p:nvPr/>
        </p:nvSpPr>
        <p:spPr bwMode="auto">
          <a:xfrm>
            <a:off x="7463367" y="3115734"/>
            <a:ext cx="577851" cy="579967"/>
          </a:xfrm>
          <a:custGeom>
            <a:avLst/>
            <a:gdLst>
              <a:gd name="T0" fmla="*/ 112 w 353"/>
              <a:gd name="T1" fmla="*/ 81 h 354"/>
              <a:gd name="T2" fmla="*/ 160 w 353"/>
              <a:gd name="T3" fmla="*/ 81 h 354"/>
              <a:gd name="T4" fmla="*/ 160 w 353"/>
              <a:gd name="T5" fmla="*/ 65 h 354"/>
              <a:gd name="T6" fmla="*/ 112 w 353"/>
              <a:gd name="T7" fmla="*/ 65 h 354"/>
              <a:gd name="T8" fmla="*/ 112 w 353"/>
              <a:gd name="T9" fmla="*/ 81 h 354"/>
              <a:gd name="T10" fmla="*/ 289 w 353"/>
              <a:gd name="T11" fmla="*/ 0 h 354"/>
              <a:gd name="T12" fmla="*/ 32 w 353"/>
              <a:gd name="T13" fmla="*/ 0 h 354"/>
              <a:gd name="T14" fmla="*/ 0 w 353"/>
              <a:gd name="T15" fmla="*/ 33 h 354"/>
              <a:gd name="T16" fmla="*/ 0 w 353"/>
              <a:gd name="T17" fmla="*/ 322 h 354"/>
              <a:gd name="T18" fmla="*/ 32 w 353"/>
              <a:gd name="T19" fmla="*/ 354 h 354"/>
              <a:gd name="T20" fmla="*/ 321 w 353"/>
              <a:gd name="T21" fmla="*/ 354 h 354"/>
              <a:gd name="T22" fmla="*/ 353 w 353"/>
              <a:gd name="T23" fmla="*/ 322 h 354"/>
              <a:gd name="T24" fmla="*/ 353 w 353"/>
              <a:gd name="T25" fmla="*/ 65 h 354"/>
              <a:gd name="T26" fmla="*/ 289 w 353"/>
              <a:gd name="T27" fmla="*/ 0 h 354"/>
              <a:gd name="T28" fmla="*/ 96 w 353"/>
              <a:gd name="T29" fmla="*/ 16 h 354"/>
              <a:gd name="T30" fmla="*/ 257 w 353"/>
              <a:gd name="T31" fmla="*/ 16 h 354"/>
              <a:gd name="T32" fmla="*/ 257 w 353"/>
              <a:gd name="T33" fmla="*/ 113 h 354"/>
              <a:gd name="T34" fmla="*/ 96 w 353"/>
              <a:gd name="T35" fmla="*/ 113 h 354"/>
              <a:gd name="T36" fmla="*/ 96 w 353"/>
              <a:gd name="T37" fmla="*/ 16 h 354"/>
              <a:gd name="T38" fmla="*/ 289 w 353"/>
              <a:gd name="T39" fmla="*/ 338 h 354"/>
              <a:gd name="T40" fmla="*/ 64 w 353"/>
              <a:gd name="T41" fmla="*/ 338 h 354"/>
              <a:gd name="T42" fmla="*/ 64 w 353"/>
              <a:gd name="T43" fmla="*/ 193 h 354"/>
              <a:gd name="T44" fmla="*/ 289 w 353"/>
              <a:gd name="T45" fmla="*/ 193 h 354"/>
              <a:gd name="T46" fmla="*/ 289 w 353"/>
              <a:gd name="T47" fmla="*/ 338 h 354"/>
              <a:gd name="T48" fmla="*/ 337 w 353"/>
              <a:gd name="T49" fmla="*/ 322 h 354"/>
              <a:gd name="T50" fmla="*/ 321 w 353"/>
              <a:gd name="T51" fmla="*/ 338 h 354"/>
              <a:gd name="T52" fmla="*/ 305 w 353"/>
              <a:gd name="T53" fmla="*/ 338 h 354"/>
              <a:gd name="T54" fmla="*/ 305 w 353"/>
              <a:gd name="T55" fmla="*/ 193 h 354"/>
              <a:gd name="T56" fmla="*/ 289 w 353"/>
              <a:gd name="T57" fmla="*/ 177 h 354"/>
              <a:gd name="T58" fmla="*/ 64 w 353"/>
              <a:gd name="T59" fmla="*/ 177 h 354"/>
              <a:gd name="T60" fmla="*/ 48 w 353"/>
              <a:gd name="T61" fmla="*/ 193 h 354"/>
              <a:gd name="T62" fmla="*/ 48 w 353"/>
              <a:gd name="T63" fmla="*/ 338 h 354"/>
              <a:gd name="T64" fmla="*/ 32 w 353"/>
              <a:gd name="T65" fmla="*/ 338 h 354"/>
              <a:gd name="T66" fmla="*/ 16 w 353"/>
              <a:gd name="T67" fmla="*/ 322 h 354"/>
              <a:gd name="T68" fmla="*/ 16 w 353"/>
              <a:gd name="T69" fmla="*/ 33 h 354"/>
              <a:gd name="T70" fmla="*/ 32 w 353"/>
              <a:gd name="T71" fmla="*/ 16 h 354"/>
              <a:gd name="T72" fmla="*/ 80 w 353"/>
              <a:gd name="T73" fmla="*/ 16 h 354"/>
              <a:gd name="T74" fmla="*/ 80 w 353"/>
              <a:gd name="T75" fmla="*/ 113 h 354"/>
              <a:gd name="T76" fmla="*/ 96 w 353"/>
              <a:gd name="T77" fmla="*/ 129 h 354"/>
              <a:gd name="T78" fmla="*/ 257 w 353"/>
              <a:gd name="T79" fmla="*/ 129 h 354"/>
              <a:gd name="T80" fmla="*/ 273 w 353"/>
              <a:gd name="T81" fmla="*/ 113 h 354"/>
              <a:gd name="T82" fmla="*/ 273 w 353"/>
              <a:gd name="T83" fmla="*/ 16 h 354"/>
              <a:gd name="T84" fmla="*/ 281 w 353"/>
              <a:gd name="T85" fmla="*/ 16 h 354"/>
              <a:gd name="T86" fmla="*/ 337 w 353"/>
              <a:gd name="T87" fmla="*/ 73 h 354"/>
              <a:gd name="T88" fmla="*/ 337 w 353"/>
              <a:gd name="T89" fmla="*/ 322 h 354"/>
              <a:gd name="T90" fmla="*/ 112 w 353"/>
              <a:gd name="T91" fmla="*/ 49 h 354"/>
              <a:gd name="T92" fmla="*/ 176 w 353"/>
              <a:gd name="T93" fmla="*/ 49 h 354"/>
              <a:gd name="T94" fmla="*/ 176 w 353"/>
              <a:gd name="T95" fmla="*/ 33 h 354"/>
              <a:gd name="T96" fmla="*/ 112 w 353"/>
              <a:gd name="T97" fmla="*/ 33 h 354"/>
              <a:gd name="T98" fmla="*/ 112 w 353"/>
              <a:gd name="T99" fmla="*/ 49 h 354"/>
              <a:gd name="T100" fmla="*/ 209 w 353"/>
              <a:gd name="T101" fmla="*/ 97 h 354"/>
              <a:gd name="T102" fmla="*/ 241 w 353"/>
              <a:gd name="T103" fmla="*/ 97 h 354"/>
              <a:gd name="T104" fmla="*/ 241 w 353"/>
              <a:gd name="T105" fmla="*/ 33 h 354"/>
              <a:gd name="T106" fmla="*/ 209 w 353"/>
              <a:gd name="T107" fmla="*/ 33 h 354"/>
              <a:gd name="T108" fmla="*/ 209 w 353"/>
              <a:gd name="T109" fmla="*/ 97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353" h="354">
                <a:moveTo>
                  <a:pt x="112" y="81"/>
                </a:moveTo>
                <a:cubicBezTo>
                  <a:pt x="160" y="81"/>
                  <a:pt x="160" y="81"/>
                  <a:pt x="160" y="81"/>
                </a:cubicBezTo>
                <a:cubicBezTo>
                  <a:pt x="160" y="65"/>
                  <a:pt x="160" y="65"/>
                  <a:pt x="160" y="65"/>
                </a:cubicBezTo>
                <a:cubicBezTo>
                  <a:pt x="112" y="65"/>
                  <a:pt x="112" y="65"/>
                  <a:pt x="112" y="65"/>
                </a:cubicBezTo>
                <a:lnTo>
                  <a:pt x="112" y="81"/>
                </a:lnTo>
                <a:close/>
                <a:moveTo>
                  <a:pt x="289" y="0"/>
                </a:move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5"/>
                  <a:pt x="0" y="33"/>
                </a:cubicBezTo>
                <a:cubicBezTo>
                  <a:pt x="0" y="322"/>
                  <a:pt x="0" y="322"/>
                  <a:pt x="0" y="322"/>
                </a:cubicBezTo>
                <a:cubicBezTo>
                  <a:pt x="0" y="339"/>
                  <a:pt x="14" y="354"/>
                  <a:pt x="32" y="354"/>
                </a:cubicBezTo>
                <a:cubicBezTo>
                  <a:pt x="321" y="354"/>
                  <a:pt x="321" y="354"/>
                  <a:pt x="321" y="354"/>
                </a:cubicBezTo>
                <a:cubicBezTo>
                  <a:pt x="339" y="354"/>
                  <a:pt x="353" y="339"/>
                  <a:pt x="353" y="322"/>
                </a:cubicBezTo>
                <a:cubicBezTo>
                  <a:pt x="353" y="65"/>
                  <a:pt x="353" y="65"/>
                  <a:pt x="353" y="65"/>
                </a:cubicBezTo>
                <a:lnTo>
                  <a:pt x="289" y="0"/>
                </a:lnTo>
                <a:close/>
                <a:moveTo>
                  <a:pt x="96" y="16"/>
                </a:moveTo>
                <a:cubicBezTo>
                  <a:pt x="257" y="16"/>
                  <a:pt x="257" y="16"/>
                  <a:pt x="257" y="16"/>
                </a:cubicBezTo>
                <a:cubicBezTo>
                  <a:pt x="257" y="113"/>
                  <a:pt x="257" y="113"/>
                  <a:pt x="257" y="113"/>
                </a:cubicBezTo>
                <a:cubicBezTo>
                  <a:pt x="96" y="113"/>
                  <a:pt x="96" y="113"/>
                  <a:pt x="96" y="113"/>
                </a:cubicBezTo>
                <a:lnTo>
                  <a:pt x="96" y="16"/>
                </a:lnTo>
                <a:close/>
                <a:moveTo>
                  <a:pt x="289" y="338"/>
                </a:moveTo>
                <a:cubicBezTo>
                  <a:pt x="64" y="338"/>
                  <a:pt x="64" y="338"/>
                  <a:pt x="64" y="338"/>
                </a:cubicBezTo>
                <a:cubicBezTo>
                  <a:pt x="64" y="193"/>
                  <a:pt x="64" y="193"/>
                  <a:pt x="64" y="193"/>
                </a:cubicBezTo>
                <a:cubicBezTo>
                  <a:pt x="289" y="193"/>
                  <a:pt x="289" y="193"/>
                  <a:pt x="289" y="193"/>
                </a:cubicBezTo>
                <a:lnTo>
                  <a:pt x="289" y="338"/>
                </a:lnTo>
                <a:close/>
                <a:moveTo>
                  <a:pt x="337" y="322"/>
                </a:moveTo>
                <a:cubicBezTo>
                  <a:pt x="337" y="330"/>
                  <a:pt x="330" y="338"/>
                  <a:pt x="321" y="338"/>
                </a:cubicBezTo>
                <a:cubicBezTo>
                  <a:pt x="305" y="338"/>
                  <a:pt x="305" y="338"/>
                  <a:pt x="305" y="338"/>
                </a:cubicBezTo>
                <a:cubicBezTo>
                  <a:pt x="305" y="193"/>
                  <a:pt x="305" y="193"/>
                  <a:pt x="305" y="193"/>
                </a:cubicBezTo>
                <a:cubicBezTo>
                  <a:pt x="305" y="184"/>
                  <a:pt x="298" y="177"/>
                  <a:pt x="289" y="177"/>
                </a:cubicBezTo>
                <a:cubicBezTo>
                  <a:pt x="64" y="177"/>
                  <a:pt x="64" y="177"/>
                  <a:pt x="64" y="177"/>
                </a:cubicBezTo>
                <a:cubicBezTo>
                  <a:pt x="55" y="177"/>
                  <a:pt x="48" y="184"/>
                  <a:pt x="48" y="193"/>
                </a:cubicBezTo>
                <a:cubicBezTo>
                  <a:pt x="48" y="338"/>
                  <a:pt x="48" y="338"/>
                  <a:pt x="48" y="338"/>
                </a:cubicBezTo>
                <a:cubicBezTo>
                  <a:pt x="32" y="338"/>
                  <a:pt x="32" y="338"/>
                  <a:pt x="32" y="338"/>
                </a:cubicBezTo>
                <a:cubicBezTo>
                  <a:pt x="23" y="338"/>
                  <a:pt x="16" y="330"/>
                  <a:pt x="16" y="322"/>
                </a:cubicBezTo>
                <a:cubicBezTo>
                  <a:pt x="16" y="33"/>
                  <a:pt x="16" y="33"/>
                  <a:pt x="16" y="33"/>
                </a:cubicBezTo>
                <a:cubicBezTo>
                  <a:pt x="16" y="24"/>
                  <a:pt x="23" y="16"/>
                  <a:pt x="32" y="16"/>
                </a:cubicBezTo>
                <a:cubicBezTo>
                  <a:pt x="80" y="16"/>
                  <a:pt x="80" y="16"/>
                  <a:pt x="80" y="16"/>
                </a:cubicBezTo>
                <a:cubicBezTo>
                  <a:pt x="80" y="113"/>
                  <a:pt x="80" y="113"/>
                  <a:pt x="80" y="113"/>
                </a:cubicBezTo>
                <a:cubicBezTo>
                  <a:pt x="80" y="122"/>
                  <a:pt x="87" y="129"/>
                  <a:pt x="96" y="129"/>
                </a:cubicBezTo>
                <a:cubicBezTo>
                  <a:pt x="257" y="129"/>
                  <a:pt x="257" y="129"/>
                  <a:pt x="257" y="129"/>
                </a:cubicBezTo>
                <a:cubicBezTo>
                  <a:pt x="266" y="129"/>
                  <a:pt x="273" y="122"/>
                  <a:pt x="273" y="113"/>
                </a:cubicBezTo>
                <a:cubicBezTo>
                  <a:pt x="273" y="16"/>
                  <a:pt x="273" y="16"/>
                  <a:pt x="273" y="16"/>
                </a:cubicBezTo>
                <a:cubicBezTo>
                  <a:pt x="281" y="16"/>
                  <a:pt x="281" y="16"/>
                  <a:pt x="281" y="16"/>
                </a:cubicBezTo>
                <a:cubicBezTo>
                  <a:pt x="337" y="73"/>
                  <a:pt x="337" y="73"/>
                  <a:pt x="337" y="73"/>
                </a:cubicBezTo>
                <a:lnTo>
                  <a:pt x="337" y="322"/>
                </a:lnTo>
                <a:close/>
                <a:moveTo>
                  <a:pt x="112" y="49"/>
                </a:moveTo>
                <a:cubicBezTo>
                  <a:pt x="176" y="49"/>
                  <a:pt x="176" y="49"/>
                  <a:pt x="176" y="49"/>
                </a:cubicBezTo>
                <a:cubicBezTo>
                  <a:pt x="176" y="33"/>
                  <a:pt x="176" y="33"/>
                  <a:pt x="176" y="33"/>
                </a:cubicBezTo>
                <a:cubicBezTo>
                  <a:pt x="112" y="33"/>
                  <a:pt x="112" y="33"/>
                  <a:pt x="112" y="33"/>
                </a:cubicBezTo>
                <a:lnTo>
                  <a:pt x="112" y="49"/>
                </a:lnTo>
                <a:close/>
                <a:moveTo>
                  <a:pt x="209" y="97"/>
                </a:moveTo>
                <a:cubicBezTo>
                  <a:pt x="241" y="97"/>
                  <a:pt x="241" y="97"/>
                  <a:pt x="241" y="97"/>
                </a:cubicBezTo>
                <a:cubicBezTo>
                  <a:pt x="241" y="33"/>
                  <a:pt x="241" y="33"/>
                  <a:pt x="241" y="33"/>
                </a:cubicBezTo>
                <a:cubicBezTo>
                  <a:pt x="209" y="33"/>
                  <a:pt x="209" y="33"/>
                  <a:pt x="209" y="33"/>
                </a:cubicBezTo>
                <a:lnTo>
                  <a:pt x="209" y="9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2" name="Freeform 32"/>
          <p:cNvSpPr>
            <a:spLocks noEditPoints="1"/>
          </p:cNvSpPr>
          <p:nvPr/>
        </p:nvSpPr>
        <p:spPr bwMode="auto">
          <a:xfrm>
            <a:off x="8568267" y="3115734"/>
            <a:ext cx="577851" cy="579967"/>
          </a:xfrm>
          <a:custGeom>
            <a:avLst/>
            <a:gdLst>
              <a:gd name="T0" fmla="*/ 209 w 353"/>
              <a:gd name="T1" fmla="*/ 97 h 354"/>
              <a:gd name="T2" fmla="*/ 241 w 353"/>
              <a:gd name="T3" fmla="*/ 97 h 354"/>
              <a:gd name="T4" fmla="*/ 241 w 353"/>
              <a:gd name="T5" fmla="*/ 33 h 354"/>
              <a:gd name="T6" fmla="*/ 209 w 353"/>
              <a:gd name="T7" fmla="*/ 33 h 354"/>
              <a:gd name="T8" fmla="*/ 209 w 353"/>
              <a:gd name="T9" fmla="*/ 97 h 354"/>
              <a:gd name="T10" fmla="*/ 289 w 353"/>
              <a:gd name="T11" fmla="*/ 0 h 354"/>
              <a:gd name="T12" fmla="*/ 32 w 353"/>
              <a:gd name="T13" fmla="*/ 0 h 354"/>
              <a:gd name="T14" fmla="*/ 0 w 353"/>
              <a:gd name="T15" fmla="*/ 33 h 354"/>
              <a:gd name="T16" fmla="*/ 0 w 353"/>
              <a:gd name="T17" fmla="*/ 322 h 354"/>
              <a:gd name="T18" fmla="*/ 32 w 353"/>
              <a:gd name="T19" fmla="*/ 354 h 354"/>
              <a:gd name="T20" fmla="*/ 321 w 353"/>
              <a:gd name="T21" fmla="*/ 354 h 354"/>
              <a:gd name="T22" fmla="*/ 353 w 353"/>
              <a:gd name="T23" fmla="*/ 322 h 354"/>
              <a:gd name="T24" fmla="*/ 353 w 353"/>
              <a:gd name="T25" fmla="*/ 65 h 354"/>
              <a:gd name="T26" fmla="*/ 289 w 353"/>
              <a:gd name="T27" fmla="*/ 0 h 354"/>
              <a:gd name="T28" fmla="*/ 97 w 353"/>
              <a:gd name="T29" fmla="*/ 16 h 354"/>
              <a:gd name="T30" fmla="*/ 257 w 353"/>
              <a:gd name="T31" fmla="*/ 16 h 354"/>
              <a:gd name="T32" fmla="*/ 257 w 353"/>
              <a:gd name="T33" fmla="*/ 113 h 354"/>
              <a:gd name="T34" fmla="*/ 97 w 353"/>
              <a:gd name="T35" fmla="*/ 113 h 354"/>
              <a:gd name="T36" fmla="*/ 97 w 353"/>
              <a:gd name="T37" fmla="*/ 16 h 354"/>
              <a:gd name="T38" fmla="*/ 289 w 353"/>
              <a:gd name="T39" fmla="*/ 338 h 354"/>
              <a:gd name="T40" fmla="*/ 64 w 353"/>
              <a:gd name="T41" fmla="*/ 338 h 354"/>
              <a:gd name="T42" fmla="*/ 64 w 353"/>
              <a:gd name="T43" fmla="*/ 193 h 354"/>
              <a:gd name="T44" fmla="*/ 289 w 353"/>
              <a:gd name="T45" fmla="*/ 193 h 354"/>
              <a:gd name="T46" fmla="*/ 289 w 353"/>
              <a:gd name="T47" fmla="*/ 338 h 354"/>
              <a:gd name="T48" fmla="*/ 337 w 353"/>
              <a:gd name="T49" fmla="*/ 322 h 354"/>
              <a:gd name="T50" fmla="*/ 321 w 353"/>
              <a:gd name="T51" fmla="*/ 338 h 354"/>
              <a:gd name="T52" fmla="*/ 305 w 353"/>
              <a:gd name="T53" fmla="*/ 338 h 354"/>
              <a:gd name="T54" fmla="*/ 305 w 353"/>
              <a:gd name="T55" fmla="*/ 193 h 354"/>
              <a:gd name="T56" fmla="*/ 289 w 353"/>
              <a:gd name="T57" fmla="*/ 177 h 354"/>
              <a:gd name="T58" fmla="*/ 64 w 353"/>
              <a:gd name="T59" fmla="*/ 177 h 354"/>
              <a:gd name="T60" fmla="*/ 48 w 353"/>
              <a:gd name="T61" fmla="*/ 193 h 354"/>
              <a:gd name="T62" fmla="*/ 48 w 353"/>
              <a:gd name="T63" fmla="*/ 338 h 354"/>
              <a:gd name="T64" fmla="*/ 32 w 353"/>
              <a:gd name="T65" fmla="*/ 338 h 354"/>
              <a:gd name="T66" fmla="*/ 16 w 353"/>
              <a:gd name="T67" fmla="*/ 322 h 354"/>
              <a:gd name="T68" fmla="*/ 16 w 353"/>
              <a:gd name="T69" fmla="*/ 33 h 354"/>
              <a:gd name="T70" fmla="*/ 32 w 353"/>
              <a:gd name="T71" fmla="*/ 16 h 354"/>
              <a:gd name="T72" fmla="*/ 80 w 353"/>
              <a:gd name="T73" fmla="*/ 16 h 354"/>
              <a:gd name="T74" fmla="*/ 80 w 353"/>
              <a:gd name="T75" fmla="*/ 113 h 354"/>
              <a:gd name="T76" fmla="*/ 97 w 353"/>
              <a:gd name="T77" fmla="*/ 129 h 354"/>
              <a:gd name="T78" fmla="*/ 257 w 353"/>
              <a:gd name="T79" fmla="*/ 129 h 354"/>
              <a:gd name="T80" fmla="*/ 273 w 353"/>
              <a:gd name="T81" fmla="*/ 113 h 354"/>
              <a:gd name="T82" fmla="*/ 273 w 353"/>
              <a:gd name="T83" fmla="*/ 16 h 354"/>
              <a:gd name="T84" fmla="*/ 281 w 353"/>
              <a:gd name="T85" fmla="*/ 16 h 354"/>
              <a:gd name="T86" fmla="*/ 337 w 353"/>
              <a:gd name="T87" fmla="*/ 73 h 354"/>
              <a:gd name="T88" fmla="*/ 337 w 353"/>
              <a:gd name="T89" fmla="*/ 322 h 354"/>
              <a:gd name="T90" fmla="*/ 193 w 353"/>
              <a:gd name="T91" fmla="*/ 225 h 354"/>
              <a:gd name="T92" fmla="*/ 97 w 353"/>
              <a:gd name="T93" fmla="*/ 225 h 354"/>
              <a:gd name="T94" fmla="*/ 97 w 353"/>
              <a:gd name="T95" fmla="*/ 241 h 354"/>
              <a:gd name="T96" fmla="*/ 193 w 353"/>
              <a:gd name="T97" fmla="*/ 241 h 354"/>
              <a:gd name="T98" fmla="*/ 193 w 353"/>
              <a:gd name="T99" fmla="*/ 225 h 354"/>
              <a:gd name="T100" fmla="*/ 257 w 353"/>
              <a:gd name="T101" fmla="*/ 289 h 354"/>
              <a:gd name="T102" fmla="*/ 97 w 353"/>
              <a:gd name="T103" fmla="*/ 289 h 354"/>
              <a:gd name="T104" fmla="*/ 97 w 353"/>
              <a:gd name="T105" fmla="*/ 305 h 354"/>
              <a:gd name="T106" fmla="*/ 257 w 353"/>
              <a:gd name="T107" fmla="*/ 305 h 354"/>
              <a:gd name="T108" fmla="*/ 257 w 353"/>
              <a:gd name="T109" fmla="*/ 289 h 354"/>
              <a:gd name="T110" fmla="*/ 257 w 353"/>
              <a:gd name="T111" fmla="*/ 257 h 354"/>
              <a:gd name="T112" fmla="*/ 97 w 353"/>
              <a:gd name="T113" fmla="*/ 257 h 354"/>
              <a:gd name="T114" fmla="*/ 97 w 353"/>
              <a:gd name="T115" fmla="*/ 273 h 354"/>
              <a:gd name="T116" fmla="*/ 257 w 353"/>
              <a:gd name="T117" fmla="*/ 273 h 354"/>
              <a:gd name="T118" fmla="*/ 257 w 353"/>
              <a:gd name="T119" fmla="*/ 257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353" h="354">
                <a:moveTo>
                  <a:pt x="209" y="97"/>
                </a:moveTo>
                <a:cubicBezTo>
                  <a:pt x="241" y="97"/>
                  <a:pt x="241" y="97"/>
                  <a:pt x="241" y="97"/>
                </a:cubicBezTo>
                <a:cubicBezTo>
                  <a:pt x="241" y="33"/>
                  <a:pt x="241" y="33"/>
                  <a:pt x="241" y="33"/>
                </a:cubicBezTo>
                <a:cubicBezTo>
                  <a:pt x="209" y="33"/>
                  <a:pt x="209" y="33"/>
                  <a:pt x="209" y="33"/>
                </a:cubicBezTo>
                <a:lnTo>
                  <a:pt x="209" y="97"/>
                </a:lnTo>
                <a:close/>
                <a:moveTo>
                  <a:pt x="289" y="0"/>
                </a:moveTo>
                <a:cubicBezTo>
                  <a:pt x="32" y="0"/>
                  <a:pt x="32" y="0"/>
                  <a:pt x="32" y="0"/>
                </a:cubicBezTo>
                <a:cubicBezTo>
                  <a:pt x="15" y="0"/>
                  <a:pt x="0" y="15"/>
                  <a:pt x="0" y="33"/>
                </a:cubicBezTo>
                <a:cubicBezTo>
                  <a:pt x="0" y="322"/>
                  <a:pt x="0" y="322"/>
                  <a:pt x="0" y="322"/>
                </a:cubicBezTo>
                <a:cubicBezTo>
                  <a:pt x="0" y="339"/>
                  <a:pt x="15" y="354"/>
                  <a:pt x="32" y="354"/>
                </a:cubicBezTo>
                <a:cubicBezTo>
                  <a:pt x="321" y="354"/>
                  <a:pt x="321" y="354"/>
                  <a:pt x="321" y="354"/>
                </a:cubicBezTo>
                <a:cubicBezTo>
                  <a:pt x="339" y="354"/>
                  <a:pt x="353" y="339"/>
                  <a:pt x="353" y="322"/>
                </a:cubicBezTo>
                <a:cubicBezTo>
                  <a:pt x="353" y="65"/>
                  <a:pt x="353" y="65"/>
                  <a:pt x="353" y="65"/>
                </a:cubicBezTo>
                <a:lnTo>
                  <a:pt x="289" y="0"/>
                </a:lnTo>
                <a:close/>
                <a:moveTo>
                  <a:pt x="97" y="16"/>
                </a:moveTo>
                <a:cubicBezTo>
                  <a:pt x="257" y="16"/>
                  <a:pt x="257" y="16"/>
                  <a:pt x="257" y="16"/>
                </a:cubicBezTo>
                <a:cubicBezTo>
                  <a:pt x="257" y="113"/>
                  <a:pt x="257" y="113"/>
                  <a:pt x="257" y="113"/>
                </a:cubicBezTo>
                <a:cubicBezTo>
                  <a:pt x="97" y="113"/>
                  <a:pt x="97" y="113"/>
                  <a:pt x="97" y="113"/>
                </a:cubicBezTo>
                <a:lnTo>
                  <a:pt x="97" y="16"/>
                </a:lnTo>
                <a:close/>
                <a:moveTo>
                  <a:pt x="289" y="338"/>
                </a:moveTo>
                <a:cubicBezTo>
                  <a:pt x="64" y="338"/>
                  <a:pt x="64" y="338"/>
                  <a:pt x="64" y="338"/>
                </a:cubicBezTo>
                <a:cubicBezTo>
                  <a:pt x="64" y="193"/>
                  <a:pt x="64" y="193"/>
                  <a:pt x="64" y="193"/>
                </a:cubicBezTo>
                <a:cubicBezTo>
                  <a:pt x="289" y="193"/>
                  <a:pt x="289" y="193"/>
                  <a:pt x="289" y="193"/>
                </a:cubicBezTo>
                <a:lnTo>
                  <a:pt x="289" y="338"/>
                </a:lnTo>
                <a:close/>
                <a:moveTo>
                  <a:pt x="337" y="322"/>
                </a:moveTo>
                <a:cubicBezTo>
                  <a:pt x="337" y="330"/>
                  <a:pt x="330" y="338"/>
                  <a:pt x="321" y="338"/>
                </a:cubicBezTo>
                <a:cubicBezTo>
                  <a:pt x="305" y="338"/>
                  <a:pt x="305" y="338"/>
                  <a:pt x="305" y="338"/>
                </a:cubicBezTo>
                <a:cubicBezTo>
                  <a:pt x="305" y="193"/>
                  <a:pt x="305" y="193"/>
                  <a:pt x="305" y="193"/>
                </a:cubicBezTo>
                <a:cubicBezTo>
                  <a:pt x="305" y="184"/>
                  <a:pt x="298" y="177"/>
                  <a:pt x="289" y="177"/>
                </a:cubicBezTo>
                <a:cubicBezTo>
                  <a:pt x="64" y="177"/>
                  <a:pt x="64" y="177"/>
                  <a:pt x="64" y="177"/>
                </a:cubicBezTo>
                <a:cubicBezTo>
                  <a:pt x="56" y="177"/>
                  <a:pt x="48" y="184"/>
                  <a:pt x="48" y="193"/>
                </a:cubicBezTo>
                <a:cubicBezTo>
                  <a:pt x="48" y="338"/>
                  <a:pt x="48" y="338"/>
                  <a:pt x="48" y="338"/>
                </a:cubicBezTo>
                <a:cubicBezTo>
                  <a:pt x="32" y="338"/>
                  <a:pt x="32" y="338"/>
                  <a:pt x="32" y="338"/>
                </a:cubicBezTo>
                <a:cubicBezTo>
                  <a:pt x="23" y="338"/>
                  <a:pt x="16" y="330"/>
                  <a:pt x="16" y="322"/>
                </a:cubicBezTo>
                <a:cubicBezTo>
                  <a:pt x="16" y="33"/>
                  <a:pt x="16" y="33"/>
                  <a:pt x="16" y="33"/>
                </a:cubicBezTo>
                <a:cubicBezTo>
                  <a:pt x="16" y="24"/>
                  <a:pt x="23" y="16"/>
                  <a:pt x="32" y="16"/>
                </a:cubicBezTo>
                <a:cubicBezTo>
                  <a:pt x="80" y="16"/>
                  <a:pt x="80" y="16"/>
                  <a:pt x="80" y="16"/>
                </a:cubicBezTo>
                <a:cubicBezTo>
                  <a:pt x="80" y="113"/>
                  <a:pt x="80" y="113"/>
                  <a:pt x="80" y="113"/>
                </a:cubicBezTo>
                <a:cubicBezTo>
                  <a:pt x="80" y="122"/>
                  <a:pt x="88" y="129"/>
                  <a:pt x="97" y="129"/>
                </a:cubicBezTo>
                <a:cubicBezTo>
                  <a:pt x="257" y="129"/>
                  <a:pt x="257" y="129"/>
                  <a:pt x="257" y="129"/>
                </a:cubicBezTo>
                <a:cubicBezTo>
                  <a:pt x="266" y="129"/>
                  <a:pt x="273" y="122"/>
                  <a:pt x="273" y="113"/>
                </a:cubicBezTo>
                <a:cubicBezTo>
                  <a:pt x="273" y="16"/>
                  <a:pt x="273" y="16"/>
                  <a:pt x="273" y="16"/>
                </a:cubicBezTo>
                <a:cubicBezTo>
                  <a:pt x="281" y="16"/>
                  <a:pt x="281" y="16"/>
                  <a:pt x="281" y="16"/>
                </a:cubicBezTo>
                <a:cubicBezTo>
                  <a:pt x="337" y="73"/>
                  <a:pt x="337" y="73"/>
                  <a:pt x="337" y="73"/>
                </a:cubicBezTo>
                <a:lnTo>
                  <a:pt x="337" y="322"/>
                </a:lnTo>
                <a:close/>
                <a:moveTo>
                  <a:pt x="193" y="225"/>
                </a:moveTo>
                <a:cubicBezTo>
                  <a:pt x="97" y="225"/>
                  <a:pt x="97" y="225"/>
                  <a:pt x="97" y="225"/>
                </a:cubicBezTo>
                <a:cubicBezTo>
                  <a:pt x="97" y="241"/>
                  <a:pt x="97" y="241"/>
                  <a:pt x="97" y="241"/>
                </a:cubicBezTo>
                <a:cubicBezTo>
                  <a:pt x="193" y="241"/>
                  <a:pt x="193" y="241"/>
                  <a:pt x="193" y="241"/>
                </a:cubicBezTo>
                <a:lnTo>
                  <a:pt x="193" y="225"/>
                </a:lnTo>
                <a:close/>
                <a:moveTo>
                  <a:pt x="257" y="289"/>
                </a:moveTo>
                <a:cubicBezTo>
                  <a:pt x="97" y="289"/>
                  <a:pt x="97" y="289"/>
                  <a:pt x="97" y="289"/>
                </a:cubicBezTo>
                <a:cubicBezTo>
                  <a:pt x="97" y="305"/>
                  <a:pt x="97" y="305"/>
                  <a:pt x="97" y="305"/>
                </a:cubicBezTo>
                <a:cubicBezTo>
                  <a:pt x="257" y="305"/>
                  <a:pt x="257" y="305"/>
                  <a:pt x="257" y="305"/>
                </a:cubicBezTo>
                <a:lnTo>
                  <a:pt x="257" y="289"/>
                </a:lnTo>
                <a:close/>
                <a:moveTo>
                  <a:pt x="257" y="257"/>
                </a:moveTo>
                <a:cubicBezTo>
                  <a:pt x="97" y="257"/>
                  <a:pt x="97" y="257"/>
                  <a:pt x="97" y="257"/>
                </a:cubicBezTo>
                <a:cubicBezTo>
                  <a:pt x="97" y="273"/>
                  <a:pt x="97" y="273"/>
                  <a:pt x="97" y="273"/>
                </a:cubicBezTo>
                <a:cubicBezTo>
                  <a:pt x="257" y="273"/>
                  <a:pt x="257" y="273"/>
                  <a:pt x="257" y="273"/>
                </a:cubicBezTo>
                <a:lnTo>
                  <a:pt x="257" y="25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3" name="Freeform 33"/>
          <p:cNvSpPr>
            <a:spLocks noEditPoints="1"/>
          </p:cNvSpPr>
          <p:nvPr/>
        </p:nvSpPr>
        <p:spPr bwMode="auto">
          <a:xfrm>
            <a:off x="9673167" y="3170768"/>
            <a:ext cx="577851" cy="472017"/>
          </a:xfrm>
          <a:custGeom>
            <a:avLst/>
            <a:gdLst>
              <a:gd name="T0" fmla="*/ 216 w 353"/>
              <a:gd name="T1" fmla="*/ 48 h 289"/>
              <a:gd name="T2" fmla="*/ 216 w 353"/>
              <a:gd name="T3" fmla="*/ 32 h 289"/>
              <a:gd name="T4" fmla="*/ 128 w 353"/>
              <a:gd name="T5" fmla="*/ 40 h 289"/>
              <a:gd name="T6" fmla="*/ 176 w 353"/>
              <a:gd name="T7" fmla="*/ 112 h 289"/>
              <a:gd name="T8" fmla="*/ 176 w 353"/>
              <a:gd name="T9" fmla="*/ 208 h 289"/>
              <a:gd name="T10" fmla="*/ 176 w 353"/>
              <a:gd name="T11" fmla="*/ 112 h 289"/>
              <a:gd name="T12" fmla="*/ 144 w 353"/>
              <a:gd name="T13" fmla="*/ 160 h 289"/>
              <a:gd name="T14" fmla="*/ 208 w 353"/>
              <a:gd name="T15" fmla="*/ 160 h 289"/>
              <a:gd name="T16" fmla="*/ 176 w 353"/>
              <a:gd name="T17" fmla="*/ 80 h 289"/>
              <a:gd name="T18" fmla="*/ 176 w 353"/>
              <a:gd name="T19" fmla="*/ 240 h 289"/>
              <a:gd name="T20" fmla="*/ 176 w 353"/>
              <a:gd name="T21" fmla="*/ 80 h 289"/>
              <a:gd name="T22" fmla="*/ 112 w 353"/>
              <a:gd name="T23" fmla="*/ 160 h 289"/>
              <a:gd name="T24" fmla="*/ 240 w 353"/>
              <a:gd name="T25" fmla="*/ 160 h 289"/>
              <a:gd name="T26" fmla="*/ 297 w 353"/>
              <a:gd name="T27" fmla="*/ 128 h 289"/>
              <a:gd name="T28" fmla="*/ 297 w 353"/>
              <a:gd name="T29" fmla="*/ 144 h 289"/>
              <a:gd name="T30" fmla="*/ 297 w 353"/>
              <a:gd name="T31" fmla="*/ 128 h 289"/>
              <a:gd name="T32" fmla="*/ 272 w 353"/>
              <a:gd name="T33" fmla="*/ 88 h 289"/>
              <a:gd name="T34" fmla="*/ 321 w 353"/>
              <a:gd name="T35" fmla="*/ 88 h 289"/>
              <a:gd name="T36" fmla="*/ 297 w 353"/>
              <a:gd name="T37" fmla="*/ 96 h 289"/>
              <a:gd name="T38" fmla="*/ 297 w 353"/>
              <a:gd name="T39" fmla="*/ 80 h 289"/>
              <a:gd name="T40" fmla="*/ 297 w 353"/>
              <a:gd name="T41" fmla="*/ 96 h 289"/>
              <a:gd name="T42" fmla="*/ 289 w 353"/>
              <a:gd name="T43" fmla="*/ 32 h 289"/>
              <a:gd name="T44" fmla="*/ 176 w 353"/>
              <a:gd name="T45" fmla="*/ 0 h 289"/>
              <a:gd name="T46" fmla="*/ 64 w 353"/>
              <a:gd name="T47" fmla="*/ 32 h 289"/>
              <a:gd name="T48" fmla="*/ 0 w 353"/>
              <a:gd name="T49" fmla="*/ 64 h 289"/>
              <a:gd name="T50" fmla="*/ 32 w 353"/>
              <a:gd name="T51" fmla="*/ 289 h 289"/>
              <a:gd name="T52" fmla="*/ 353 w 353"/>
              <a:gd name="T53" fmla="*/ 256 h 289"/>
              <a:gd name="T54" fmla="*/ 321 w 353"/>
              <a:gd name="T55" fmla="*/ 32 h 289"/>
              <a:gd name="T56" fmla="*/ 267 w 353"/>
              <a:gd name="T57" fmla="*/ 192 h 289"/>
              <a:gd name="T58" fmla="*/ 337 w 353"/>
              <a:gd name="T59" fmla="*/ 208 h 289"/>
              <a:gd name="T60" fmla="*/ 321 w 353"/>
              <a:gd name="T61" fmla="*/ 272 h 289"/>
              <a:gd name="T62" fmla="*/ 16 w 353"/>
              <a:gd name="T63" fmla="*/ 256 h 289"/>
              <a:gd name="T64" fmla="*/ 93 w 353"/>
              <a:gd name="T65" fmla="*/ 208 h 289"/>
              <a:gd name="T66" fmla="*/ 16 w 353"/>
              <a:gd name="T67" fmla="*/ 192 h 289"/>
              <a:gd name="T68" fmla="*/ 32 w 353"/>
              <a:gd name="T69" fmla="*/ 48 h 289"/>
              <a:gd name="T70" fmla="*/ 120 w 353"/>
              <a:gd name="T71" fmla="*/ 16 h 289"/>
              <a:gd name="T72" fmla="*/ 232 w 353"/>
              <a:gd name="T73" fmla="*/ 16 h 289"/>
              <a:gd name="T74" fmla="*/ 321 w 353"/>
              <a:gd name="T75" fmla="*/ 48 h 289"/>
              <a:gd name="T76" fmla="*/ 337 w 353"/>
              <a:gd name="T77" fmla="*/ 192 h 2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353" h="289">
                <a:moveTo>
                  <a:pt x="136" y="48"/>
                </a:moveTo>
                <a:cubicBezTo>
                  <a:pt x="216" y="48"/>
                  <a:pt x="216" y="48"/>
                  <a:pt x="216" y="48"/>
                </a:cubicBezTo>
                <a:cubicBezTo>
                  <a:pt x="221" y="48"/>
                  <a:pt x="224" y="44"/>
                  <a:pt x="224" y="40"/>
                </a:cubicBezTo>
                <a:cubicBezTo>
                  <a:pt x="224" y="35"/>
                  <a:pt x="221" y="32"/>
                  <a:pt x="216" y="32"/>
                </a:cubicBezTo>
                <a:cubicBezTo>
                  <a:pt x="136" y="32"/>
                  <a:pt x="136" y="32"/>
                  <a:pt x="136" y="32"/>
                </a:cubicBezTo>
                <a:cubicBezTo>
                  <a:pt x="132" y="32"/>
                  <a:pt x="128" y="35"/>
                  <a:pt x="128" y="40"/>
                </a:cubicBezTo>
                <a:cubicBezTo>
                  <a:pt x="128" y="44"/>
                  <a:pt x="132" y="48"/>
                  <a:pt x="136" y="48"/>
                </a:cubicBezTo>
                <a:moveTo>
                  <a:pt x="176" y="112"/>
                </a:moveTo>
                <a:cubicBezTo>
                  <a:pt x="150" y="112"/>
                  <a:pt x="128" y="133"/>
                  <a:pt x="128" y="160"/>
                </a:cubicBezTo>
                <a:cubicBezTo>
                  <a:pt x="128" y="187"/>
                  <a:pt x="150" y="208"/>
                  <a:pt x="176" y="208"/>
                </a:cubicBezTo>
                <a:cubicBezTo>
                  <a:pt x="203" y="208"/>
                  <a:pt x="224" y="187"/>
                  <a:pt x="224" y="160"/>
                </a:cubicBezTo>
                <a:cubicBezTo>
                  <a:pt x="224" y="133"/>
                  <a:pt x="203" y="112"/>
                  <a:pt x="176" y="112"/>
                </a:cubicBezTo>
                <a:moveTo>
                  <a:pt x="176" y="192"/>
                </a:moveTo>
                <a:cubicBezTo>
                  <a:pt x="158" y="192"/>
                  <a:pt x="144" y="178"/>
                  <a:pt x="144" y="160"/>
                </a:cubicBezTo>
                <a:cubicBezTo>
                  <a:pt x="144" y="142"/>
                  <a:pt x="158" y="128"/>
                  <a:pt x="176" y="128"/>
                </a:cubicBezTo>
                <a:cubicBezTo>
                  <a:pt x="194" y="128"/>
                  <a:pt x="208" y="142"/>
                  <a:pt x="208" y="160"/>
                </a:cubicBezTo>
                <a:cubicBezTo>
                  <a:pt x="208" y="178"/>
                  <a:pt x="194" y="192"/>
                  <a:pt x="176" y="192"/>
                </a:cubicBezTo>
                <a:moveTo>
                  <a:pt x="176" y="80"/>
                </a:moveTo>
                <a:cubicBezTo>
                  <a:pt x="132" y="80"/>
                  <a:pt x="96" y="116"/>
                  <a:pt x="96" y="160"/>
                </a:cubicBezTo>
                <a:cubicBezTo>
                  <a:pt x="96" y="204"/>
                  <a:pt x="132" y="240"/>
                  <a:pt x="176" y="240"/>
                </a:cubicBezTo>
                <a:cubicBezTo>
                  <a:pt x="221" y="240"/>
                  <a:pt x="256" y="204"/>
                  <a:pt x="256" y="160"/>
                </a:cubicBezTo>
                <a:cubicBezTo>
                  <a:pt x="256" y="116"/>
                  <a:pt x="221" y="80"/>
                  <a:pt x="176" y="80"/>
                </a:cubicBezTo>
                <a:moveTo>
                  <a:pt x="176" y="224"/>
                </a:moveTo>
                <a:cubicBezTo>
                  <a:pt x="141" y="224"/>
                  <a:pt x="112" y="196"/>
                  <a:pt x="112" y="160"/>
                </a:cubicBezTo>
                <a:cubicBezTo>
                  <a:pt x="112" y="125"/>
                  <a:pt x="141" y="96"/>
                  <a:pt x="176" y="96"/>
                </a:cubicBezTo>
                <a:cubicBezTo>
                  <a:pt x="212" y="96"/>
                  <a:pt x="240" y="125"/>
                  <a:pt x="240" y="160"/>
                </a:cubicBezTo>
                <a:cubicBezTo>
                  <a:pt x="240" y="196"/>
                  <a:pt x="212" y="224"/>
                  <a:pt x="176" y="224"/>
                </a:cubicBezTo>
                <a:moveTo>
                  <a:pt x="297" y="128"/>
                </a:moveTo>
                <a:cubicBezTo>
                  <a:pt x="292" y="128"/>
                  <a:pt x="289" y="132"/>
                  <a:pt x="289" y="136"/>
                </a:cubicBezTo>
                <a:cubicBezTo>
                  <a:pt x="289" y="140"/>
                  <a:pt x="292" y="144"/>
                  <a:pt x="297" y="144"/>
                </a:cubicBezTo>
                <a:cubicBezTo>
                  <a:pt x="301" y="144"/>
                  <a:pt x="305" y="140"/>
                  <a:pt x="305" y="136"/>
                </a:cubicBezTo>
                <a:cubicBezTo>
                  <a:pt x="305" y="132"/>
                  <a:pt x="301" y="128"/>
                  <a:pt x="297" y="128"/>
                </a:cubicBezTo>
                <a:moveTo>
                  <a:pt x="297" y="64"/>
                </a:moveTo>
                <a:cubicBezTo>
                  <a:pt x="283" y="64"/>
                  <a:pt x="272" y="75"/>
                  <a:pt x="272" y="88"/>
                </a:cubicBezTo>
                <a:cubicBezTo>
                  <a:pt x="272" y="101"/>
                  <a:pt x="283" y="112"/>
                  <a:pt x="297" y="112"/>
                </a:cubicBezTo>
                <a:cubicBezTo>
                  <a:pt x="310" y="112"/>
                  <a:pt x="321" y="101"/>
                  <a:pt x="321" y="88"/>
                </a:cubicBezTo>
                <a:cubicBezTo>
                  <a:pt x="321" y="75"/>
                  <a:pt x="310" y="64"/>
                  <a:pt x="297" y="64"/>
                </a:cubicBezTo>
                <a:moveTo>
                  <a:pt x="297" y="96"/>
                </a:moveTo>
                <a:cubicBezTo>
                  <a:pt x="292" y="96"/>
                  <a:pt x="289" y="92"/>
                  <a:pt x="289" y="88"/>
                </a:cubicBezTo>
                <a:cubicBezTo>
                  <a:pt x="289" y="83"/>
                  <a:pt x="292" y="80"/>
                  <a:pt x="297" y="80"/>
                </a:cubicBezTo>
                <a:cubicBezTo>
                  <a:pt x="301" y="80"/>
                  <a:pt x="305" y="83"/>
                  <a:pt x="305" y="88"/>
                </a:cubicBezTo>
                <a:cubicBezTo>
                  <a:pt x="305" y="92"/>
                  <a:pt x="301" y="96"/>
                  <a:pt x="297" y="96"/>
                </a:cubicBezTo>
                <a:moveTo>
                  <a:pt x="321" y="32"/>
                </a:moveTo>
                <a:cubicBezTo>
                  <a:pt x="289" y="32"/>
                  <a:pt x="289" y="32"/>
                  <a:pt x="289" y="32"/>
                </a:cubicBezTo>
                <a:cubicBezTo>
                  <a:pt x="264" y="32"/>
                  <a:pt x="264" y="0"/>
                  <a:pt x="232" y="0"/>
                </a:cubicBezTo>
                <a:cubicBezTo>
                  <a:pt x="176" y="0"/>
                  <a:pt x="176" y="0"/>
                  <a:pt x="176" y="0"/>
                </a:cubicBezTo>
                <a:cubicBezTo>
                  <a:pt x="120" y="0"/>
                  <a:pt x="120" y="0"/>
                  <a:pt x="120" y="0"/>
                </a:cubicBezTo>
                <a:cubicBezTo>
                  <a:pt x="88" y="0"/>
                  <a:pt x="88" y="32"/>
                  <a:pt x="64" y="32"/>
                </a:cubicBezTo>
                <a:cubicBezTo>
                  <a:pt x="32" y="32"/>
                  <a:pt x="32" y="32"/>
                  <a:pt x="32" y="32"/>
                </a:cubicBezTo>
                <a:cubicBezTo>
                  <a:pt x="14" y="32"/>
                  <a:pt x="0" y="46"/>
                  <a:pt x="0" y="64"/>
                </a:cubicBezTo>
                <a:cubicBezTo>
                  <a:pt x="0" y="256"/>
                  <a:pt x="0" y="256"/>
                  <a:pt x="0" y="256"/>
                </a:cubicBezTo>
                <a:cubicBezTo>
                  <a:pt x="0" y="274"/>
                  <a:pt x="14" y="289"/>
                  <a:pt x="32" y="289"/>
                </a:cubicBezTo>
                <a:cubicBezTo>
                  <a:pt x="321" y="289"/>
                  <a:pt x="321" y="289"/>
                  <a:pt x="321" y="289"/>
                </a:cubicBezTo>
                <a:cubicBezTo>
                  <a:pt x="338" y="289"/>
                  <a:pt x="353" y="274"/>
                  <a:pt x="353" y="256"/>
                </a:cubicBezTo>
                <a:cubicBezTo>
                  <a:pt x="353" y="64"/>
                  <a:pt x="353" y="64"/>
                  <a:pt x="353" y="64"/>
                </a:cubicBezTo>
                <a:cubicBezTo>
                  <a:pt x="353" y="46"/>
                  <a:pt x="338" y="32"/>
                  <a:pt x="321" y="32"/>
                </a:cubicBezTo>
                <a:moveTo>
                  <a:pt x="337" y="192"/>
                </a:moveTo>
                <a:cubicBezTo>
                  <a:pt x="267" y="192"/>
                  <a:pt x="267" y="192"/>
                  <a:pt x="267" y="192"/>
                </a:cubicBezTo>
                <a:cubicBezTo>
                  <a:pt x="265" y="198"/>
                  <a:pt x="262" y="203"/>
                  <a:pt x="260" y="208"/>
                </a:cubicBezTo>
                <a:cubicBezTo>
                  <a:pt x="337" y="208"/>
                  <a:pt x="337" y="208"/>
                  <a:pt x="337" y="208"/>
                </a:cubicBezTo>
                <a:cubicBezTo>
                  <a:pt x="337" y="256"/>
                  <a:pt x="337" y="256"/>
                  <a:pt x="337" y="256"/>
                </a:cubicBezTo>
                <a:cubicBezTo>
                  <a:pt x="337" y="265"/>
                  <a:pt x="330" y="272"/>
                  <a:pt x="321" y="272"/>
                </a:cubicBezTo>
                <a:cubicBezTo>
                  <a:pt x="32" y="272"/>
                  <a:pt x="32" y="272"/>
                  <a:pt x="32" y="272"/>
                </a:cubicBezTo>
                <a:cubicBezTo>
                  <a:pt x="23" y="272"/>
                  <a:pt x="16" y="265"/>
                  <a:pt x="16" y="256"/>
                </a:cubicBezTo>
                <a:cubicBezTo>
                  <a:pt x="16" y="208"/>
                  <a:pt x="16" y="208"/>
                  <a:pt x="16" y="208"/>
                </a:cubicBezTo>
                <a:cubicBezTo>
                  <a:pt x="93" y="208"/>
                  <a:pt x="93" y="208"/>
                  <a:pt x="93" y="208"/>
                </a:cubicBezTo>
                <a:cubicBezTo>
                  <a:pt x="90" y="203"/>
                  <a:pt x="87" y="198"/>
                  <a:pt x="85" y="192"/>
                </a:cubicBezTo>
                <a:cubicBezTo>
                  <a:pt x="16" y="192"/>
                  <a:pt x="16" y="192"/>
                  <a:pt x="16" y="192"/>
                </a:cubicBezTo>
                <a:cubicBezTo>
                  <a:pt x="16" y="64"/>
                  <a:pt x="16" y="64"/>
                  <a:pt x="16" y="64"/>
                </a:cubicBezTo>
                <a:cubicBezTo>
                  <a:pt x="16" y="55"/>
                  <a:pt x="23" y="48"/>
                  <a:pt x="32" y="48"/>
                </a:cubicBezTo>
                <a:cubicBezTo>
                  <a:pt x="64" y="48"/>
                  <a:pt x="64" y="48"/>
                  <a:pt x="64" y="48"/>
                </a:cubicBezTo>
                <a:cubicBezTo>
                  <a:pt x="96" y="48"/>
                  <a:pt x="96" y="16"/>
                  <a:pt x="120" y="16"/>
                </a:cubicBezTo>
                <a:cubicBezTo>
                  <a:pt x="176" y="16"/>
                  <a:pt x="176" y="16"/>
                  <a:pt x="176" y="16"/>
                </a:cubicBezTo>
                <a:cubicBezTo>
                  <a:pt x="232" y="16"/>
                  <a:pt x="232" y="16"/>
                  <a:pt x="232" y="16"/>
                </a:cubicBezTo>
                <a:cubicBezTo>
                  <a:pt x="256" y="16"/>
                  <a:pt x="256" y="48"/>
                  <a:pt x="289" y="48"/>
                </a:cubicBezTo>
                <a:cubicBezTo>
                  <a:pt x="321" y="48"/>
                  <a:pt x="321" y="48"/>
                  <a:pt x="321" y="48"/>
                </a:cubicBezTo>
                <a:cubicBezTo>
                  <a:pt x="330" y="48"/>
                  <a:pt x="337" y="55"/>
                  <a:pt x="337" y="64"/>
                </a:cubicBezTo>
                <a:lnTo>
                  <a:pt x="337" y="19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4" name="Freeform 34"/>
          <p:cNvSpPr>
            <a:spLocks noEditPoints="1"/>
          </p:cNvSpPr>
          <p:nvPr/>
        </p:nvSpPr>
        <p:spPr bwMode="auto">
          <a:xfrm>
            <a:off x="10775951" y="3115734"/>
            <a:ext cx="577851" cy="579967"/>
          </a:xfrm>
          <a:custGeom>
            <a:avLst/>
            <a:gdLst>
              <a:gd name="T0" fmla="*/ 112 w 353"/>
              <a:gd name="T1" fmla="*/ 241 h 354"/>
              <a:gd name="T2" fmla="*/ 176 w 353"/>
              <a:gd name="T3" fmla="*/ 241 h 354"/>
              <a:gd name="T4" fmla="*/ 144 w 353"/>
              <a:gd name="T5" fmla="*/ 257 h 354"/>
              <a:gd name="T6" fmla="*/ 144 w 353"/>
              <a:gd name="T7" fmla="*/ 225 h 354"/>
              <a:gd name="T8" fmla="*/ 144 w 353"/>
              <a:gd name="T9" fmla="*/ 257 h 354"/>
              <a:gd name="T10" fmla="*/ 80 w 353"/>
              <a:gd name="T11" fmla="*/ 241 h 354"/>
              <a:gd name="T12" fmla="*/ 209 w 353"/>
              <a:gd name="T13" fmla="*/ 241 h 354"/>
              <a:gd name="T14" fmla="*/ 144 w 353"/>
              <a:gd name="T15" fmla="*/ 289 h 354"/>
              <a:gd name="T16" fmla="*/ 144 w 353"/>
              <a:gd name="T17" fmla="*/ 193 h 354"/>
              <a:gd name="T18" fmla="*/ 144 w 353"/>
              <a:gd name="T19" fmla="*/ 289 h 354"/>
              <a:gd name="T20" fmla="*/ 225 w 353"/>
              <a:gd name="T21" fmla="*/ 145 h 354"/>
              <a:gd name="T22" fmla="*/ 120 w 353"/>
              <a:gd name="T23" fmla="*/ 113 h 354"/>
              <a:gd name="T24" fmla="*/ 32 w 353"/>
              <a:gd name="T25" fmla="*/ 145 h 354"/>
              <a:gd name="T26" fmla="*/ 0 w 353"/>
              <a:gd name="T27" fmla="*/ 322 h 354"/>
              <a:gd name="T28" fmla="*/ 257 w 353"/>
              <a:gd name="T29" fmla="*/ 354 h 354"/>
              <a:gd name="T30" fmla="*/ 289 w 353"/>
              <a:gd name="T31" fmla="*/ 177 h 354"/>
              <a:gd name="T32" fmla="*/ 273 w 353"/>
              <a:gd name="T33" fmla="*/ 322 h 354"/>
              <a:gd name="T34" fmla="*/ 32 w 353"/>
              <a:gd name="T35" fmla="*/ 338 h 354"/>
              <a:gd name="T36" fmla="*/ 16 w 353"/>
              <a:gd name="T37" fmla="*/ 177 h 354"/>
              <a:gd name="T38" fmla="*/ 64 w 353"/>
              <a:gd name="T39" fmla="*/ 161 h 354"/>
              <a:gd name="T40" fmla="*/ 144 w 353"/>
              <a:gd name="T41" fmla="*/ 129 h 354"/>
              <a:gd name="T42" fmla="*/ 225 w 353"/>
              <a:gd name="T43" fmla="*/ 161 h 354"/>
              <a:gd name="T44" fmla="*/ 273 w 353"/>
              <a:gd name="T45" fmla="*/ 177 h 354"/>
              <a:gd name="T46" fmla="*/ 241 w 353"/>
              <a:gd name="T47" fmla="*/ 225 h 354"/>
              <a:gd name="T48" fmla="*/ 241 w 353"/>
              <a:gd name="T49" fmla="*/ 241 h 354"/>
              <a:gd name="T50" fmla="*/ 241 w 353"/>
              <a:gd name="T51" fmla="*/ 225 h 354"/>
              <a:gd name="T52" fmla="*/ 80 w 353"/>
              <a:gd name="T53" fmla="*/ 0 h 354"/>
              <a:gd name="T54" fmla="*/ 64 w 353"/>
              <a:gd name="T55" fmla="*/ 97 h 354"/>
              <a:gd name="T56" fmla="*/ 80 w 353"/>
              <a:gd name="T57" fmla="*/ 97 h 354"/>
              <a:gd name="T58" fmla="*/ 337 w 353"/>
              <a:gd name="T59" fmla="*/ 16 h 354"/>
              <a:gd name="T60" fmla="*/ 313 w 353"/>
              <a:gd name="T61" fmla="*/ 209 h 354"/>
              <a:gd name="T62" fmla="*/ 313 w 353"/>
              <a:gd name="T63" fmla="*/ 225 h 354"/>
              <a:gd name="T64" fmla="*/ 337 w 353"/>
              <a:gd name="T65" fmla="*/ 273 h 354"/>
              <a:gd name="T66" fmla="*/ 305 w 353"/>
              <a:gd name="T67" fmla="*/ 281 h 354"/>
              <a:gd name="T68" fmla="*/ 337 w 353"/>
              <a:gd name="T69" fmla="*/ 289 h 354"/>
              <a:gd name="T70" fmla="*/ 353 w 353"/>
              <a:gd name="T71" fmla="*/ 16 h 354"/>
              <a:gd name="T72" fmla="*/ 241 w 353"/>
              <a:gd name="T73" fmla="*/ 177 h 354"/>
              <a:gd name="T74" fmla="*/ 241 w 353"/>
              <a:gd name="T75" fmla="*/ 209 h 354"/>
              <a:gd name="T76" fmla="*/ 241 w 353"/>
              <a:gd name="T77" fmla="*/ 177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353" h="354">
                <a:moveTo>
                  <a:pt x="144" y="209"/>
                </a:moveTo>
                <a:cubicBezTo>
                  <a:pt x="127" y="209"/>
                  <a:pt x="112" y="224"/>
                  <a:pt x="112" y="241"/>
                </a:cubicBezTo>
                <a:cubicBezTo>
                  <a:pt x="112" y="259"/>
                  <a:pt x="127" y="273"/>
                  <a:pt x="144" y="273"/>
                </a:cubicBezTo>
                <a:cubicBezTo>
                  <a:pt x="162" y="273"/>
                  <a:pt x="176" y="259"/>
                  <a:pt x="176" y="241"/>
                </a:cubicBezTo>
                <a:cubicBezTo>
                  <a:pt x="176" y="224"/>
                  <a:pt x="162" y="209"/>
                  <a:pt x="144" y="209"/>
                </a:cubicBezTo>
                <a:moveTo>
                  <a:pt x="144" y="257"/>
                </a:moveTo>
                <a:cubicBezTo>
                  <a:pt x="136" y="257"/>
                  <a:pt x="128" y="250"/>
                  <a:pt x="128" y="241"/>
                </a:cubicBezTo>
                <a:cubicBezTo>
                  <a:pt x="128" y="232"/>
                  <a:pt x="136" y="225"/>
                  <a:pt x="144" y="225"/>
                </a:cubicBezTo>
                <a:cubicBezTo>
                  <a:pt x="153" y="225"/>
                  <a:pt x="160" y="232"/>
                  <a:pt x="160" y="241"/>
                </a:cubicBezTo>
                <a:cubicBezTo>
                  <a:pt x="160" y="250"/>
                  <a:pt x="153" y="257"/>
                  <a:pt x="144" y="257"/>
                </a:cubicBezTo>
                <a:moveTo>
                  <a:pt x="144" y="177"/>
                </a:moveTo>
                <a:cubicBezTo>
                  <a:pt x="109" y="177"/>
                  <a:pt x="80" y="206"/>
                  <a:pt x="80" y="241"/>
                </a:cubicBezTo>
                <a:cubicBezTo>
                  <a:pt x="80" y="277"/>
                  <a:pt x="109" y="305"/>
                  <a:pt x="144" y="305"/>
                </a:cubicBezTo>
                <a:cubicBezTo>
                  <a:pt x="180" y="305"/>
                  <a:pt x="209" y="277"/>
                  <a:pt x="209" y="241"/>
                </a:cubicBezTo>
                <a:cubicBezTo>
                  <a:pt x="209" y="206"/>
                  <a:pt x="180" y="177"/>
                  <a:pt x="144" y="177"/>
                </a:cubicBezTo>
                <a:moveTo>
                  <a:pt x="144" y="289"/>
                </a:moveTo>
                <a:cubicBezTo>
                  <a:pt x="118" y="289"/>
                  <a:pt x="96" y="268"/>
                  <a:pt x="96" y="241"/>
                </a:cubicBezTo>
                <a:cubicBezTo>
                  <a:pt x="96" y="215"/>
                  <a:pt x="118" y="193"/>
                  <a:pt x="144" y="193"/>
                </a:cubicBezTo>
                <a:cubicBezTo>
                  <a:pt x="171" y="193"/>
                  <a:pt x="193" y="215"/>
                  <a:pt x="193" y="241"/>
                </a:cubicBezTo>
                <a:cubicBezTo>
                  <a:pt x="193" y="268"/>
                  <a:pt x="171" y="289"/>
                  <a:pt x="144" y="289"/>
                </a:cubicBezTo>
                <a:moveTo>
                  <a:pt x="257" y="145"/>
                </a:moveTo>
                <a:cubicBezTo>
                  <a:pt x="225" y="145"/>
                  <a:pt x="225" y="145"/>
                  <a:pt x="225" y="145"/>
                </a:cubicBezTo>
                <a:cubicBezTo>
                  <a:pt x="201" y="145"/>
                  <a:pt x="201" y="113"/>
                  <a:pt x="168" y="113"/>
                </a:cubicBezTo>
                <a:cubicBezTo>
                  <a:pt x="120" y="113"/>
                  <a:pt x="120" y="113"/>
                  <a:pt x="120" y="113"/>
                </a:cubicBezTo>
                <a:cubicBezTo>
                  <a:pt x="88" y="113"/>
                  <a:pt x="88" y="145"/>
                  <a:pt x="64" y="145"/>
                </a:cubicBezTo>
                <a:cubicBezTo>
                  <a:pt x="32" y="145"/>
                  <a:pt x="32" y="145"/>
                  <a:pt x="32" y="145"/>
                </a:cubicBezTo>
                <a:cubicBezTo>
                  <a:pt x="14" y="145"/>
                  <a:pt x="0" y="159"/>
                  <a:pt x="0" y="177"/>
                </a:cubicBezTo>
                <a:cubicBezTo>
                  <a:pt x="0" y="322"/>
                  <a:pt x="0" y="322"/>
                  <a:pt x="0" y="322"/>
                </a:cubicBezTo>
                <a:cubicBezTo>
                  <a:pt x="0" y="339"/>
                  <a:pt x="14" y="354"/>
                  <a:pt x="32" y="354"/>
                </a:cubicBezTo>
                <a:cubicBezTo>
                  <a:pt x="257" y="354"/>
                  <a:pt x="257" y="354"/>
                  <a:pt x="257" y="354"/>
                </a:cubicBezTo>
                <a:cubicBezTo>
                  <a:pt x="275" y="354"/>
                  <a:pt x="289" y="339"/>
                  <a:pt x="289" y="322"/>
                </a:cubicBezTo>
                <a:cubicBezTo>
                  <a:pt x="289" y="177"/>
                  <a:pt x="289" y="177"/>
                  <a:pt x="289" y="177"/>
                </a:cubicBezTo>
                <a:cubicBezTo>
                  <a:pt x="289" y="159"/>
                  <a:pt x="275" y="145"/>
                  <a:pt x="257" y="145"/>
                </a:cubicBezTo>
                <a:moveTo>
                  <a:pt x="273" y="322"/>
                </a:moveTo>
                <a:cubicBezTo>
                  <a:pt x="273" y="330"/>
                  <a:pt x="266" y="338"/>
                  <a:pt x="257" y="338"/>
                </a:cubicBezTo>
                <a:cubicBezTo>
                  <a:pt x="32" y="338"/>
                  <a:pt x="32" y="338"/>
                  <a:pt x="32" y="338"/>
                </a:cubicBezTo>
                <a:cubicBezTo>
                  <a:pt x="23" y="338"/>
                  <a:pt x="16" y="330"/>
                  <a:pt x="16" y="322"/>
                </a:cubicBezTo>
                <a:cubicBezTo>
                  <a:pt x="16" y="177"/>
                  <a:pt x="16" y="177"/>
                  <a:pt x="16" y="177"/>
                </a:cubicBezTo>
                <a:cubicBezTo>
                  <a:pt x="16" y="168"/>
                  <a:pt x="23" y="161"/>
                  <a:pt x="32" y="161"/>
                </a:cubicBezTo>
                <a:cubicBezTo>
                  <a:pt x="64" y="161"/>
                  <a:pt x="64" y="161"/>
                  <a:pt x="64" y="161"/>
                </a:cubicBezTo>
                <a:cubicBezTo>
                  <a:pt x="96" y="161"/>
                  <a:pt x="96" y="129"/>
                  <a:pt x="120" y="129"/>
                </a:cubicBezTo>
                <a:cubicBezTo>
                  <a:pt x="144" y="129"/>
                  <a:pt x="144" y="129"/>
                  <a:pt x="144" y="129"/>
                </a:cubicBezTo>
                <a:cubicBezTo>
                  <a:pt x="168" y="129"/>
                  <a:pt x="168" y="129"/>
                  <a:pt x="168" y="129"/>
                </a:cubicBezTo>
                <a:cubicBezTo>
                  <a:pt x="193" y="129"/>
                  <a:pt x="193" y="161"/>
                  <a:pt x="225" y="161"/>
                </a:cubicBezTo>
                <a:cubicBezTo>
                  <a:pt x="257" y="161"/>
                  <a:pt x="257" y="161"/>
                  <a:pt x="257" y="161"/>
                </a:cubicBezTo>
                <a:cubicBezTo>
                  <a:pt x="266" y="161"/>
                  <a:pt x="273" y="168"/>
                  <a:pt x="273" y="177"/>
                </a:cubicBezTo>
                <a:lnTo>
                  <a:pt x="273" y="322"/>
                </a:lnTo>
                <a:close/>
                <a:moveTo>
                  <a:pt x="241" y="225"/>
                </a:moveTo>
                <a:cubicBezTo>
                  <a:pt x="236" y="225"/>
                  <a:pt x="233" y="229"/>
                  <a:pt x="233" y="233"/>
                </a:cubicBezTo>
                <a:cubicBezTo>
                  <a:pt x="233" y="238"/>
                  <a:pt x="236" y="241"/>
                  <a:pt x="241" y="241"/>
                </a:cubicBezTo>
                <a:cubicBezTo>
                  <a:pt x="245" y="241"/>
                  <a:pt x="249" y="238"/>
                  <a:pt x="249" y="233"/>
                </a:cubicBezTo>
                <a:cubicBezTo>
                  <a:pt x="249" y="229"/>
                  <a:pt x="245" y="225"/>
                  <a:pt x="241" y="225"/>
                </a:cubicBezTo>
                <a:moveTo>
                  <a:pt x="337" y="0"/>
                </a:moveTo>
                <a:cubicBezTo>
                  <a:pt x="80" y="0"/>
                  <a:pt x="80" y="0"/>
                  <a:pt x="80" y="0"/>
                </a:cubicBezTo>
                <a:cubicBezTo>
                  <a:pt x="71" y="0"/>
                  <a:pt x="64" y="8"/>
                  <a:pt x="64" y="16"/>
                </a:cubicBezTo>
                <a:cubicBezTo>
                  <a:pt x="64" y="97"/>
                  <a:pt x="64" y="97"/>
                  <a:pt x="64" y="97"/>
                </a:cubicBezTo>
                <a:cubicBezTo>
                  <a:pt x="64" y="101"/>
                  <a:pt x="68" y="105"/>
                  <a:pt x="72" y="105"/>
                </a:cubicBezTo>
                <a:cubicBezTo>
                  <a:pt x="77" y="105"/>
                  <a:pt x="80" y="101"/>
                  <a:pt x="80" y="97"/>
                </a:cubicBezTo>
                <a:cubicBezTo>
                  <a:pt x="80" y="16"/>
                  <a:pt x="80" y="16"/>
                  <a:pt x="80" y="16"/>
                </a:cubicBezTo>
                <a:cubicBezTo>
                  <a:pt x="337" y="16"/>
                  <a:pt x="337" y="16"/>
                  <a:pt x="337" y="16"/>
                </a:cubicBezTo>
                <a:cubicBezTo>
                  <a:pt x="337" y="209"/>
                  <a:pt x="337" y="209"/>
                  <a:pt x="337" y="209"/>
                </a:cubicBezTo>
                <a:cubicBezTo>
                  <a:pt x="313" y="209"/>
                  <a:pt x="313" y="209"/>
                  <a:pt x="313" y="209"/>
                </a:cubicBezTo>
                <a:cubicBezTo>
                  <a:pt x="309" y="209"/>
                  <a:pt x="305" y="213"/>
                  <a:pt x="305" y="217"/>
                </a:cubicBezTo>
                <a:cubicBezTo>
                  <a:pt x="305" y="222"/>
                  <a:pt x="309" y="225"/>
                  <a:pt x="313" y="225"/>
                </a:cubicBezTo>
                <a:cubicBezTo>
                  <a:pt x="337" y="225"/>
                  <a:pt x="337" y="225"/>
                  <a:pt x="337" y="225"/>
                </a:cubicBezTo>
                <a:cubicBezTo>
                  <a:pt x="337" y="273"/>
                  <a:pt x="337" y="273"/>
                  <a:pt x="337" y="273"/>
                </a:cubicBezTo>
                <a:cubicBezTo>
                  <a:pt x="313" y="273"/>
                  <a:pt x="313" y="273"/>
                  <a:pt x="313" y="273"/>
                </a:cubicBezTo>
                <a:cubicBezTo>
                  <a:pt x="309" y="273"/>
                  <a:pt x="305" y="277"/>
                  <a:pt x="305" y="281"/>
                </a:cubicBezTo>
                <a:cubicBezTo>
                  <a:pt x="305" y="286"/>
                  <a:pt x="309" y="289"/>
                  <a:pt x="313" y="289"/>
                </a:cubicBezTo>
                <a:cubicBezTo>
                  <a:pt x="337" y="289"/>
                  <a:pt x="337" y="289"/>
                  <a:pt x="337" y="289"/>
                </a:cubicBezTo>
                <a:cubicBezTo>
                  <a:pt x="346" y="289"/>
                  <a:pt x="353" y="282"/>
                  <a:pt x="353" y="273"/>
                </a:cubicBezTo>
                <a:cubicBezTo>
                  <a:pt x="353" y="16"/>
                  <a:pt x="353" y="16"/>
                  <a:pt x="353" y="16"/>
                </a:cubicBezTo>
                <a:cubicBezTo>
                  <a:pt x="353" y="8"/>
                  <a:pt x="346" y="0"/>
                  <a:pt x="337" y="0"/>
                </a:cubicBezTo>
                <a:moveTo>
                  <a:pt x="241" y="177"/>
                </a:moveTo>
                <a:cubicBezTo>
                  <a:pt x="232" y="177"/>
                  <a:pt x="225" y="184"/>
                  <a:pt x="225" y="193"/>
                </a:cubicBezTo>
                <a:cubicBezTo>
                  <a:pt x="225" y="202"/>
                  <a:pt x="232" y="209"/>
                  <a:pt x="241" y="209"/>
                </a:cubicBezTo>
                <a:cubicBezTo>
                  <a:pt x="250" y="209"/>
                  <a:pt x="257" y="202"/>
                  <a:pt x="257" y="193"/>
                </a:cubicBezTo>
                <a:cubicBezTo>
                  <a:pt x="257" y="184"/>
                  <a:pt x="250" y="177"/>
                  <a:pt x="241" y="177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5" name="Freeform 35"/>
          <p:cNvSpPr>
            <a:spLocks noEditPoints="1"/>
          </p:cNvSpPr>
          <p:nvPr/>
        </p:nvSpPr>
        <p:spPr bwMode="auto">
          <a:xfrm>
            <a:off x="840317" y="4222751"/>
            <a:ext cx="577851" cy="577851"/>
          </a:xfrm>
          <a:custGeom>
            <a:avLst/>
            <a:gdLst>
              <a:gd name="T0" fmla="*/ 241 w 353"/>
              <a:gd name="T1" fmla="*/ 241 h 353"/>
              <a:gd name="T2" fmla="*/ 241 w 353"/>
              <a:gd name="T3" fmla="*/ 176 h 353"/>
              <a:gd name="T4" fmla="*/ 257 w 353"/>
              <a:gd name="T5" fmla="*/ 192 h 353"/>
              <a:gd name="T6" fmla="*/ 225 w 353"/>
              <a:gd name="T7" fmla="*/ 144 h 353"/>
              <a:gd name="T8" fmla="*/ 64 w 353"/>
              <a:gd name="T9" fmla="*/ 144 h 353"/>
              <a:gd name="T10" fmla="*/ 0 w 353"/>
              <a:gd name="T11" fmla="*/ 321 h 353"/>
              <a:gd name="T12" fmla="*/ 289 w 353"/>
              <a:gd name="T13" fmla="*/ 321 h 353"/>
              <a:gd name="T14" fmla="*/ 273 w 353"/>
              <a:gd name="T15" fmla="*/ 321 h 353"/>
              <a:gd name="T16" fmla="*/ 16 w 353"/>
              <a:gd name="T17" fmla="*/ 321 h 353"/>
              <a:gd name="T18" fmla="*/ 64 w 353"/>
              <a:gd name="T19" fmla="*/ 160 h 353"/>
              <a:gd name="T20" fmla="*/ 168 w 353"/>
              <a:gd name="T21" fmla="*/ 128 h 353"/>
              <a:gd name="T22" fmla="*/ 273 w 353"/>
              <a:gd name="T23" fmla="*/ 176 h 353"/>
              <a:gd name="T24" fmla="*/ 112 w 353"/>
              <a:gd name="T25" fmla="*/ 241 h 353"/>
              <a:gd name="T26" fmla="*/ 144 w 353"/>
              <a:gd name="T27" fmla="*/ 208 h 353"/>
              <a:gd name="T28" fmla="*/ 144 w 353"/>
              <a:gd name="T29" fmla="*/ 225 h 353"/>
              <a:gd name="T30" fmla="*/ 144 w 353"/>
              <a:gd name="T31" fmla="*/ 176 h 353"/>
              <a:gd name="T32" fmla="*/ 209 w 353"/>
              <a:gd name="T33" fmla="*/ 241 h 353"/>
              <a:gd name="T34" fmla="*/ 96 w 353"/>
              <a:gd name="T35" fmla="*/ 241 h 353"/>
              <a:gd name="T36" fmla="*/ 144 w 353"/>
              <a:gd name="T37" fmla="*/ 289 h 353"/>
              <a:gd name="T38" fmla="*/ 321 w 353"/>
              <a:gd name="T39" fmla="*/ 64 h 353"/>
              <a:gd name="T40" fmla="*/ 321 w 353"/>
              <a:gd name="T41" fmla="*/ 32 h 353"/>
              <a:gd name="T42" fmla="*/ 321 w 353"/>
              <a:gd name="T43" fmla="*/ 48 h 353"/>
              <a:gd name="T44" fmla="*/ 321 w 353"/>
              <a:gd name="T45" fmla="*/ 257 h 353"/>
              <a:gd name="T46" fmla="*/ 305 w 353"/>
              <a:gd name="T47" fmla="*/ 257 h 353"/>
              <a:gd name="T48" fmla="*/ 321 w 353"/>
              <a:gd name="T49" fmla="*/ 96 h 353"/>
              <a:gd name="T50" fmla="*/ 321 w 353"/>
              <a:gd name="T51" fmla="*/ 176 h 353"/>
              <a:gd name="T52" fmla="*/ 321 w 353"/>
              <a:gd name="T53" fmla="*/ 192 h 353"/>
              <a:gd name="T54" fmla="*/ 80 w 353"/>
              <a:gd name="T55" fmla="*/ 0 h 353"/>
              <a:gd name="T56" fmla="*/ 72 w 353"/>
              <a:gd name="T57" fmla="*/ 104 h 353"/>
              <a:gd name="T58" fmla="*/ 96 w 353"/>
              <a:gd name="T59" fmla="*/ 16 h 353"/>
              <a:gd name="T60" fmla="*/ 136 w 353"/>
              <a:gd name="T61" fmla="*/ 96 h 353"/>
              <a:gd name="T62" fmla="*/ 273 w 353"/>
              <a:gd name="T63" fmla="*/ 16 h 353"/>
              <a:gd name="T64" fmla="*/ 289 w 353"/>
              <a:gd name="T65" fmla="*/ 120 h 353"/>
              <a:gd name="T66" fmla="*/ 337 w 353"/>
              <a:gd name="T67" fmla="*/ 32 h 353"/>
              <a:gd name="T68" fmla="*/ 305 w 353"/>
              <a:gd name="T69" fmla="*/ 144 h 353"/>
              <a:gd name="T70" fmla="*/ 337 w 353"/>
              <a:gd name="T71" fmla="*/ 257 h 353"/>
              <a:gd name="T72" fmla="*/ 305 w 353"/>
              <a:gd name="T73" fmla="*/ 281 h 353"/>
              <a:gd name="T74" fmla="*/ 321 w 353"/>
              <a:gd name="T75" fmla="*/ 289 h 353"/>
              <a:gd name="T76" fmla="*/ 353 w 353"/>
              <a:gd name="T77" fmla="*/ 273 h 353"/>
              <a:gd name="T78" fmla="*/ 112 w 353"/>
              <a:gd name="T79" fmla="*/ 32 h 353"/>
              <a:gd name="T80" fmla="*/ 112 w 353"/>
              <a:gd name="T81" fmla="*/ 48 h 353"/>
              <a:gd name="T82" fmla="*/ 321 w 353"/>
              <a:gd name="T83" fmla="*/ 225 h 353"/>
              <a:gd name="T84" fmla="*/ 305 w 353"/>
              <a:gd name="T85" fmla="*/ 225 h 353"/>
              <a:gd name="T86" fmla="*/ 112 w 353"/>
              <a:gd name="T87" fmla="*/ 64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353" h="353">
                <a:moveTo>
                  <a:pt x="241" y="225"/>
                </a:moveTo>
                <a:cubicBezTo>
                  <a:pt x="236" y="225"/>
                  <a:pt x="233" y="228"/>
                  <a:pt x="233" y="233"/>
                </a:cubicBezTo>
                <a:cubicBezTo>
                  <a:pt x="233" y="237"/>
                  <a:pt x="236" y="241"/>
                  <a:pt x="241" y="241"/>
                </a:cubicBezTo>
                <a:cubicBezTo>
                  <a:pt x="245" y="241"/>
                  <a:pt x="249" y="237"/>
                  <a:pt x="249" y="233"/>
                </a:cubicBezTo>
                <a:cubicBezTo>
                  <a:pt x="249" y="228"/>
                  <a:pt x="245" y="225"/>
                  <a:pt x="241" y="225"/>
                </a:cubicBezTo>
                <a:moveTo>
                  <a:pt x="241" y="176"/>
                </a:moveTo>
                <a:cubicBezTo>
                  <a:pt x="232" y="176"/>
                  <a:pt x="225" y="184"/>
                  <a:pt x="225" y="192"/>
                </a:cubicBezTo>
                <a:cubicBezTo>
                  <a:pt x="225" y="201"/>
                  <a:pt x="232" y="208"/>
                  <a:pt x="241" y="208"/>
                </a:cubicBezTo>
                <a:cubicBezTo>
                  <a:pt x="250" y="208"/>
                  <a:pt x="257" y="201"/>
                  <a:pt x="257" y="192"/>
                </a:cubicBezTo>
                <a:cubicBezTo>
                  <a:pt x="257" y="184"/>
                  <a:pt x="250" y="176"/>
                  <a:pt x="241" y="176"/>
                </a:cubicBezTo>
                <a:moveTo>
                  <a:pt x="257" y="144"/>
                </a:moveTo>
                <a:cubicBezTo>
                  <a:pt x="225" y="144"/>
                  <a:pt x="225" y="144"/>
                  <a:pt x="225" y="144"/>
                </a:cubicBezTo>
                <a:cubicBezTo>
                  <a:pt x="201" y="144"/>
                  <a:pt x="201" y="112"/>
                  <a:pt x="168" y="112"/>
                </a:cubicBezTo>
                <a:cubicBezTo>
                  <a:pt x="120" y="112"/>
                  <a:pt x="120" y="112"/>
                  <a:pt x="120" y="112"/>
                </a:cubicBezTo>
                <a:cubicBezTo>
                  <a:pt x="88" y="112"/>
                  <a:pt x="88" y="144"/>
                  <a:pt x="64" y="144"/>
                </a:cubicBezTo>
                <a:cubicBezTo>
                  <a:pt x="32" y="144"/>
                  <a:pt x="32" y="144"/>
                  <a:pt x="32" y="144"/>
                </a:cubicBezTo>
                <a:cubicBezTo>
                  <a:pt x="14" y="144"/>
                  <a:pt x="0" y="159"/>
                  <a:pt x="0" y="176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4" y="353"/>
                  <a:pt x="32" y="353"/>
                </a:cubicBezTo>
                <a:cubicBezTo>
                  <a:pt x="257" y="353"/>
                  <a:pt x="257" y="353"/>
                  <a:pt x="257" y="353"/>
                </a:cubicBezTo>
                <a:cubicBezTo>
                  <a:pt x="275" y="353"/>
                  <a:pt x="289" y="339"/>
                  <a:pt x="289" y="321"/>
                </a:cubicBezTo>
                <a:cubicBezTo>
                  <a:pt x="289" y="176"/>
                  <a:pt x="289" y="176"/>
                  <a:pt x="289" y="176"/>
                </a:cubicBezTo>
                <a:cubicBezTo>
                  <a:pt x="289" y="159"/>
                  <a:pt x="275" y="144"/>
                  <a:pt x="257" y="144"/>
                </a:cubicBezTo>
                <a:moveTo>
                  <a:pt x="273" y="321"/>
                </a:moveTo>
                <a:cubicBezTo>
                  <a:pt x="273" y="330"/>
                  <a:pt x="266" y="337"/>
                  <a:pt x="257" y="337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23" y="337"/>
                  <a:pt x="16" y="330"/>
                  <a:pt x="16" y="321"/>
                </a:cubicBezTo>
                <a:cubicBezTo>
                  <a:pt x="16" y="176"/>
                  <a:pt x="16" y="176"/>
                  <a:pt x="16" y="176"/>
                </a:cubicBezTo>
                <a:cubicBezTo>
                  <a:pt x="16" y="167"/>
                  <a:pt x="23" y="160"/>
                  <a:pt x="32" y="160"/>
                </a:cubicBezTo>
                <a:cubicBezTo>
                  <a:pt x="64" y="160"/>
                  <a:pt x="64" y="160"/>
                  <a:pt x="64" y="160"/>
                </a:cubicBezTo>
                <a:cubicBezTo>
                  <a:pt x="96" y="160"/>
                  <a:pt x="96" y="128"/>
                  <a:pt x="120" y="128"/>
                </a:cubicBezTo>
                <a:cubicBezTo>
                  <a:pt x="144" y="128"/>
                  <a:pt x="144" y="128"/>
                  <a:pt x="144" y="128"/>
                </a:cubicBezTo>
                <a:cubicBezTo>
                  <a:pt x="168" y="128"/>
                  <a:pt x="168" y="128"/>
                  <a:pt x="168" y="128"/>
                </a:cubicBezTo>
                <a:cubicBezTo>
                  <a:pt x="193" y="128"/>
                  <a:pt x="193" y="160"/>
                  <a:pt x="225" y="160"/>
                </a:cubicBezTo>
                <a:cubicBezTo>
                  <a:pt x="257" y="160"/>
                  <a:pt x="257" y="160"/>
                  <a:pt x="257" y="160"/>
                </a:cubicBezTo>
                <a:cubicBezTo>
                  <a:pt x="266" y="160"/>
                  <a:pt x="273" y="167"/>
                  <a:pt x="273" y="176"/>
                </a:cubicBezTo>
                <a:lnTo>
                  <a:pt x="273" y="321"/>
                </a:lnTo>
                <a:close/>
                <a:moveTo>
                  <a:pt x="144" y="208"/>
                </a:moveTo>
                <a:cubicBezTo>
                  <a:pt x="127" y="208"/>
                  <a:pt x="112" y="223"/>
                  <a:pt x="112" y="241"/>
                </a:cubicBezTo>
                <a:cubicBezTo>
                  <a:pt x="112" y="258"/>
                  <a:pt x="127" y="273"/>
                  <a:pt x="144" y="273"/>
                </a:cubicBezTo>
                <a:cubicBezTo>
                  <a:pt x="162" y="273"/>
                  <a:pt x="177" y="258"/>
                  <a:pt x="177" y="241"/>
                </a:cubicBezTo>
                <a:cubicBezTo>
                  <a:pt x="177" y="223"/>
                  <a:pt x="162" y="208"/>
                  <a:pt x="144" y="208"/>
                </a:cubicBezTo>
                <a:moveTo>
                  <a:pt x="144" y="257"/>
                </a:moveTo>
                <a:cubicBezTo>
                  <a:pt x="136" y="257"/>
                  <a:pt x="128" y="249"/>
                  <a:pt x="128" y="241"/>
                </a:cubicBezTo>
                <a:cubicBezTo>
                  <a:pt x="128" y="232"/>
                  <a:pt x="136" y="225"/>
                  <a:pt x="144" y="225"/>
                </a:cubicBezTo>
                <a:cubicBezTo>
                  <a:pt x="153" y="225"/>
                  <a:pt x="160" y="232"/>
                  <a:pt x="160" y="241"/>
                </a:cubicBezTo>
                <a:cubicBezTo>
                  <a:pt x="160" y="249"/>
                  <a:pt x="153" y="257"/>
                  <a:pt x="144" y="257"/>
                </a:cubicBezTo>
                <a:moveTo>
                  <a:pt x="144" y="176"/>
                </a:moveTo>
                <a:cubicBezTo>
                  <a:pt x="109" y="176"/>
                  <a:pt x="80" y="205"/>
                  <a:pt x="80" y="241"/>
                </a:cubicBezTo>
                <a:cubicBezTo>
                  <a:pt x="80" y="276"/>
                  <a:pt x="109" y="305"/>
                  <a:pt x="144" y="305"/>
                </a:cubicBezTo>
                <a:cubicBezTo>
                  <a:pt x="180" y="305"/>
                  <a:pt x="209" y="276"/>
                  <a:pt x="209" y="241"/>
                </a:cubicBezTo>
                <a:cubicBezTo>
                  <a:pt x="209" y="205"/>
                  <a:pt x="180" y="176"/>
                  <a:pt x="144" y="176"/>
                </a:cubicBezTo>
                <a:moveTo>
                  <a:pt x="144" y="289"/>
                </a:moveTo>
                <a:cubicBezTo>
                  <a:pt x="118" y="289"/>
                  <a:pt x="96" y="267"/>
                  <a:pt x="96" y="241"/>
                </a:cubicBezTo>
                <a:cubicBezTo>
                  <a:pt x="96" y="214"/>
                  <a:pt x="118" y="192"/>
                  <a:pt x="144" y="192"/>
                </a:cubicBezTo>
                <a:cubicBezTo>
                  <a:pt x="171" y="192"/>
                  <a:pt x="193" y="214"/>
                  <a:pt x="193" y="241"/>
                </a:cubicBezTo>
                <a:cubicBezTo>
                  <a:pt x="193" y="267"/>
                  <a:pt x="171" y="289"/>
                  <a:pt x="144" y="289"/>
                </a:cubicBezTo>
                <a:moveTo>
                  <a:pt x="305" y="80"/>
                </a:moveTo>
                <a:cubicBezTo>
                  <a:pt x="321" y="80"/>
                  <a:pt x="321" y="80"/>
                  <a:pt x="321" y="80"/>
                </a:cubicBezTo>
                <a:cubicBezTo>
                  <a:pt x="321" y="64"/>
                  <a:pt x="321" y="64"/>
                  <a:pt x="321" y="64"/>
                </a:cubicBezTo>
                <a:cubicBezTo>
                  <a:pt x="305" y="64"/>
                  <a:pt x="305" y="64"/>
                  <a:pt x="305" y="64"/>
                </a:cubicBezTo>
                <a:lnTo>
                  <a:pt x="305" y="80"/>
                </a:lnTo>
                <a:close/>
                <a:moveTo>
                  <a:pt x="321" y="32"/>
                </a:moveTo>
                <a:cubicBezTo>
                  <a:pt x="305" y="32"/>
                  <a:pt x="305" y="32"/>
                  <a:pt x="305" y="32"/>
                </a:cubicBezTo>
                <a:cubicBezTo>
                  <a:pt x="305" y="48"/>
                  <a:pt x="305" y="48"/>
                  <a:pt x="305" y="48"/>
                </a:cubicBezTo>
                <a:cubicBezTo>
                  <a:pt x="321" y="48"/>
                  <a:pt x="321" y="48"/>
                  <a:pt x="321" y="48"/>
                </a:cubicBezTo>
                <a:lnTo>
                  <a:pt x="321" y="32"/>
                </a:lnTo>
                <a:close/>
                <a:moveTo>
                  <a:pt x="305" y="257"/>
                </a:moveTo>
                <a:cubicBezTo>
                  <a:pt x="321" y="257"/>
                  <a:pt x="321" y="257"/>
                  <a:pt x="321" y="257"/>
                </a:cubicBezTo>
                <a:cubicBezTo>
                  <a:pt x="321" y="241"/>
                  <a:pt x="321" y="241"/>
                  <a:pt x="321" y="241"/>
                </a:cubicBezTo>
                <a:cubicBezTo>
                  <a:pt x="305" y="241"/>
                  <a:pt x="305" y="241"/>
                  <a:pt x="305" y="241"/>
                </a:cubicBezTo>
                <a:lnTo>
                  <a:pt x="305" y="257"/>
                </a:lnTo>
                <a:close/>
                <a:moveTo>
                  <a:pt x="305" y="112"/>
                </a:moveTo>
                <a:cubicBezTo>
                  <a:pt x="321" y="112"/>
                  <a:pt x="321" y="112"/>
                  <a:pt x="321" y="112"/>
                </a:cubicBezTo>
                <a:cubicBezTo>
                  <a:pt x="321" y="96"/>
                  <a:pt x="321" y="96"/>
                  <a:pt x="321" y="96"/>
                </a:cubicBezTo>
                <a:cubicBezTo>
                  <a:pt x="305" y="96"/>
                  <a:pt x="305" y="96"/>
                  <a:pt x="305" y="96"/>
                </a:cubicBezTo>
                <a:lnTo>
                  <a:pt x="305" y="112"/>
                </a:lnTo>
                <a:close/>
                <a:moveTo>
                  <a:pt x="321" y="176"/>
                </a:moveTo>
                <a:cubicBezTo>
                  <a:pt x="305" y="176"/>
                  <a:pt x="305" y="176"/>
                  <a:pt x="305" y="176"/>
                </a:cubicBezTo>
                <a:cubicBezTo>
                  <a:pt x="305" y="192"/>
                  <a:pt x="305" y="192"/>
                  <a:pt x="305" y="192"/>
                </a:cubicBezTo>
                <a:cubicBezTo>
                  <a:pt x="321" y="192"/>
                  <a:pt x="321" y="192"/>
                  <a:pt x="321" y="192"/>
                </a:cubicBezTo>
                <a:lnTo>
                  <a:pt x="321" y="176"/>
                </a:lnTo>
                <a:close/>
                <a:moveTo>
                  <a:pt x="337" y="0"/>
                </a:moveTo>
                <a:cubicBezTo>
                  <a:pt x="80" y="0"/>
                  <a:pt x="80" y="0"/>
                  <a:pt x="80" y="0"/>
                </a:cubicBezTo>
                <a:cubicBezTo>
                  <a:pt x="71" y="0"/>
                  <a:pt x="64" y="7"/>
                  <a:pt x="64" y="16"/>
                </a:cubicBezTo>
                <a:cubicBezTo>
                  <a:pt x="64" y="96"/>
                  <a:pt x="64" y="96"/>
                  <a:pt x="64" y="96"/>
                </a:cubicBezTo>
                <a:cubicBezTo>
                  <a:pt x="64" y="101"/>
                  <a:pt x="68" y="104"/>
                  <a:pt x="72" y="104"/>
                </a:cubicBezTo>
                <a:cubicBezTo>
                  <a:pt x="77" y="104"/>
                  <a:pt x="80" y="101"/>
                  <a:pt x="80" y="96"/>
                </a:cubicBezTo>
                <a:cubicBezTo>
                  <a:pt x="80" y="32"/>
                  <a:pt x="80" y="32"/>
                  <a:pt x="80" y="32"/>
                </a:cubicBezTo>
                <a:cubicBezTo>
                  <a:pt x="80" y="23"/>
                  <a:pt x="87" y="16"/>
                  <a:pt x="96" y="16"/>
                </a:cubicBezTo>
                <a:cubicBezTo>
                  <a:pt x="128" y="16"/>
                  <a:pt x="128" y="16"/>
                  <a:pt x="128" y="16"/>
                </a:cubicBezTo>
                <a:cubicBezTo>
                  <a:pt x="128" y="88"/>
                  <a:pt x="128" y="88"/>
                  <a:pt x="128" y="88"/>
                </a:cubicBezTo>
                <a:cubicBezTo>
                  <a:pt x="128" y="92"/>
                  <a:pt x="132" y="96"/>
                  <a:pt x="136" y="96"/>
                </a:cubicBezTo>
                <a:cubicBezTo>
                  <a:pt x="141" y="96"/>
                  <a:pt x="144" y="92"/>
                  <a:pt x="144" y="88"/>
                </a:cubicBezTo>
                <a:cubicBezTo>
                  <a:pt x="144" y="16"/>
                  <a:pt x="144" y="16"/>
                  <a:pt x="144" y="16"/>
                </a:cubicBezTo>
                <a:cubicBezTo>
                  <a:pt x="273" y="16"/>
                  <a:pt x="273" y="16"/>
                  <a:pt x="273" y="16"/>
                </a:cubicBezTo>
                <a:cubicBezTo>
                  <a:pt x="273" y="120"/>
                  <a:pt x="273" y="120"/>
                  <a:pt x="273" y="120"/>
                </a:cubicBezTo>
                <a:cubicBezTo>
                  <a:pt x="273" y="125"/>
                  <a:pt x="276" y="128"/>
                  <a:pt x="281" y="128"/>
                </a:cubicBezTo>
                <a:cubicBezTo>
                  <a:pt x="285" y="128"/>
                  <a:pt x="289" y="125"/>
                  <a:pt x="289" y="120"/>
                </a:cubicBezTo>
                <a:cubicBezTo>
                  <a:pt x="289" y="16"/>
                  <a:pt x="289" y="16"/>
                  <a:pt x="289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3"/>
                  <a:pt x="337" y="32"/>
                </a:cubicBezTo>
                <a:cubicBezTo>
                  <a:pt x="337" y="136"/>
                  <a:pt x="337" y="136"/>
                  <a:pt x="337" y="136"/>
                </a:cubicBezTo>
                <a:cubicBezTo>
                  <a:pt x="313" y="136"/>
                  <a:pt x="313" y="136"/>
                  <a:pt x="313" y="136"/>
                </a:cubicBezTo>
                <a:cubicBezTo>
                  <a:pt x="309" y="136"/>
                  <a:pt x="305" y="140"/>
                  <a:pt x="305" y="144"/>
                </a:cubicBezTo>
                <a:cubicBezTo>
                  <a:pt x="305" y="149"/>
                  <a:pt x="309" y="152"/>
                  <a:pt x="313" y="152"/>
                </a:cubicBezTo>
                <a:cubicBezTo>
                  <a:pt x="337" y="152"/>
                  <a:pt x="337" y="152"/>
                  <a:pt x="337" y="152"/>
                </a:cubicBezTo>
                <a:cubicBezTo>
                  <a:pt x="337" y="257"/>
                  <a:pt x="337" y="257"/>
                  <a:pt x="337" y="257"/>
                </a:cubicBezTo>
                <a:cubicBezTo>
                  <a:pt x="337" y="266"/>
                  <a:pt x="330" y="273"/>
                  <a:pt x="321" y="273"/>
                </a:cubicBezTo>
                <a:cubicBezTo>
                  <a:pt x="313" y="273"/>
                  <a:pt x="313" y="273"/>
                  <a:pt x="313" y="273"/>
                </a:cubicBezTo>
                <a:cubicBezTo>
                  <a:pt x="309" y="273"/>
                  <a:pt x="305" y="276"/>
                  <a:pt x="305" y="281"/>
                </a:cubicBezTo>
                <a:cubicBezTo>
                  <a:pt x="305" y="285"/>
                  <a:pt x="309" y="289"/>
                  <a:pt x="313" y="289"/>
                </a:cubicBezTo>
                <a:cubicBezTo>
                  <a:pt x="313" y="289"/>
                  <a:pt x="313" y="289"/>
                  <a:pt x="313" y="289"/>
                </a:cubicBezTo>
                <a:cubicBezTo>
                  <a:pt x="321" y="289"/>
                  <a:pt x="321" y="289"/>
                  <a:pt x="321" y="289"/>
                </a:cubicBezTo>
                <a:cubicBezTo>
                  <a:pt x="321" y="289"/>
                  <a:pt x="321" y="289"/>
                  <a:pt x="321" y="289"/>
                </a:cubicBezTo>
                <a:cubicBezTo>
                  <a:pt x="337" y="289"/>
                  <a:pt x="337" y="289"/>
                  <a:pt x="337" y="289"/>
                </a:cubicBezTo>
                <a:cubicBezTo>
                  <a:pt x="346" y="289"/>
                  <a:pt x="353" y="282"/>
                  <a:pt x="353" y="273"/>
                </a:cubicBezTo>
                <a:cubicBezTo>
                  <a:pt x="353" y="16"/>
                  <a:pt x="353" y="16"/>
                  <a:pt x="353" y="16"/>
                </a:cubicBezTo>
                <a:cubicBezTo>
                  <a:pt x="353" y="7"/>
                  <a:pt x="346" y="0"/>
                  <a:pt x="337" y="0"/>
                </a:cubicBezTo>
                <a:moveTo>
                  <a:pt x="112" y="32"/>
                </a:moveTo>
                <a:cubicBezTo>
                  <a:pt x="96" y="32"/>
                  <a:pt x="96" y="32"/>
                  <a:pt x="96" y="32"/>
                </a:cubicBezTo>
                <a:cubicBezTo>
                  <a:pt x="96" y="48"/>
                  <a:pt x="96" y="48"/>
                  <a:pt x="96" y="48"/>
                </a:cubicBezTo>
                <a:cubicBezTo>
                  <a:pt x="112" y="48"/>
                  <a:pt x="112" y="48"/>
                  <a:pt x="112" y="48"/>
                </a:cubicBezTo>
                <a:lnTo>
                  <a:pt x="112" y="32"/>
                </a:lnTo>
                <a:close/>
                <a:moveTo>
                  <a:pt x="305" y="225"/>
                </a:moveTo>
                <a:cubicBezTo>
                  <a:pt x="321" y="225"/>
                  <a:pt x="321" y="225"/>
                  <a:pt x="321" y="225"/>
                </a:cubicBezTo>
                <a:cubicBezTo>
                  <a:pt x="321" y="208"/>
                  <a:pt x="321" y="208"/>
                  <a:pt x="321" y="208"/>
                </a:cubicBezTo>
                <a:cubicBezTo>
                  <a:pt x="305" y="208"/>
                  <a:pt x="305" y="208"/>
                  <a:pt x="305" y="208"/>
                </a:cubicBezTo>
                <a:lnTo>
                  <a:pt x="305" y="225"/>
                </a:lnTo>
                <a:close/>
                <a:moveTo>
                  <a:pt x="96" y="80"/>
                </a:moveTo>
                <a:cubicBezTo>
                  <a:pt x="112" y="80"/>
                  <a:pt x="112" y="80"/>
                  <a:pt x="112" y="80"/>
                </a:cubicBezTo>
                <a:cubicBezTo>
                  <a:pt x="112" y="64"/>
                  <a:pt x="112" y="64"/>
                  <a:pt x="112" y="64"/>
                </a:cubicBezTo>
                <a:cubicBezTo>
                  <a:pt x="96" y="64"/>
                  <a:pt x="96" y="64"/>
                  <a:pt x="96" y="64"/>
                </a:cubicBezTo>
                <a:lnTo>
                  <a:pt x="96" y="8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6" name="Freeform 36"/>
          <p:cNvSpPr>
            <a:spLocks noEditPoints="1"/>
          </p:cNvSpPr>
          <p:nvPr/>
        </p:nvSpPr>
        <p:spPr bwMode="auto">
          <a:xfrm>
            <a:off x="1943100" y="4222751"/>
            <a:ext cx="577851" cy="577851"/>
          </a:xfrm>
          <a:custGeom>
            <a:avLst/>
            <a:gdLst>
              <a:gd name="T0" fmla="*/ 113 w 353"/>
              <a:gd name="T1" fmla="*/ 241 h 353"/>
              <a:gd name="T2" fmla="*/ 241 w 353"/>
              <a:gd name="T3" fmla="*/ 241 h 353"/>
              <a:gd name="T4" fmla="*/ 177 w 353"/>
              <a:gd name="T5" fmla="*/ 289 h 353"/>
              <a:gd name="T6" fmla="*/ 177 w 353"/>
              <a:gd name="T7" fmla="*/ 192 h 353"/>
              <a:gd name="T8" fmla="*/ 177 w 353"/>
              <a:gd name="T9" fmla="*/ 289 h 353"/>
              <a:gd name="T10" fmla="*/ 16 w 353"/>
              <a:gd name="T11" fmla="*/ 0 h 353"/>
              <a:gd name="T12" fmla="*/ 0 w 353"/>
              <a:gd name="T13" fmla="*/ 257 h 353"/>
              <a:gd name="T14" fmla="*/ 32 w 353"/>
              <a:gd name="T15" fmla="*/ 273 h 353"/>
              <a:gd name="T16" fmla="*/ 64 w 353"/>
              <a:gd name="T17" fmla="*/ 353 h 353"/>
              <a:gd name="T18" fmla="*/ 321 w 353"/>
              <a:gd name="T19" fmla="*/ 321 h 353"/>
              <a:gd name="T20" fmla="*/ 337 w 353"/>
              <a:gd name="T21" fmla="*/ 273 h 353"/>
              <a:gd name="T22" fmla="*/ 353 w 353"/>
              <a:gd name="T23" fmla="*/ 16 h 353"/>
              <a:gd name="T24" fmla="*/ 305 w 353"/>
              <a:gd name="T25" fmla="*/ 321 h 353"/>
              <a:gd name="T26" fmla="*/ 64 w 353"/>
              <a:gd name="T27" fmla="*/ 337 h 353"/>
              <a:gd name="T28" fmla="*/ 48 w 353"/>
              <a:gd name="T29" fmla="*/ 176 h 353"/>
              <a:gd name="T30" fmla="*/ 97 w 353"/>
              <a:gd name="T31" fmla="*/ 160 h 353"/>
              <a:gd name="T32" fmla="*/ 177 w 353"/>
              <a:gd name="T33" fmla="*/ 128 h 353"/>
              <a:gd name="T34" fmla="*/ 257 w 353"/>
              <a:gd name="T35" fmla="*/ 160 h 353"/>
              <a:gd name="T36" fmla="*/ 305 w 353"/>
              <a:gd name="T37" fmla="*/ 176 h 353"/>
              <a:gd name="T38" fmla="*/ 337 w 353"/>
              <a:gd name="T39" fmla="*/ 257 h 353"/>
              <a:gd name="T40" fmla="*/ 321 w 353"/>
              <a:gd name="T41" fmla="*/ 176 h 353"/>
              <a:gd name="T42" fmla="*/ 257 w 353"/>
              <a:gd name="T43" fmla="*/ 144 h 353"/>
              <a:gd name="T44" fmla="*/ 153 w 353"/>
              <a:gd name="T45" fmla="*/ 112 h 353"/>
              <a:gd name="T46" fmla="*/ 64 w 353"/>
              <a:gd name="T47" fmla="*/ 144 h 353"/>
              <a:gd name="T48" fmla="*/ 32 w 353"/>
              <a:gd name="T49" fmla="*/ 257 h 353"/>
              <a:gd name="T50" fmla="*/ 16 w 353"/>
              <a:gd name="T51" fmla="*/ 16 h 353"/>
              <a:gd name="T52" fmla="*/ 337 w 353"/>
              <a:gd name="T53" fmla="*/ 257 h 353"/>
              <a:gd name="T54" fmla="*/ 72 w 353"/>
              <a:gd name="T55" fmla="*/ 128 h 353"/>
              <a:gd name="T56" fmla="*/ 78 w 353"/>
              <a:gd name="T57" fmla="*/ 114 h 353"/>
              <a:gd name="T58" fmla="*/ 121 w 353"/>
              <a:gd name="T59" fmla="*/ 96 h 353"/>
              <a:gd name="T60" fmla="*/ 121 w 353"/>
              <a:gd name="T61" fmla="*/ 80 h 353"/>
              <a:gd name="T62" fmla="*/ 78 w 353"/>
              <a:gd name="T63" fmla="*/ 62 h 353"/>
              <a:gd name="T64" fmla="*/ 72 w 353"/>
              <a:gd name="T65" fmla="*/ 48 h 353"/>
              <a:gd name="T66" fmla="*/ 35 w 353"/>
              <a:gd name="T67" fmla="*/ 82 h 353"/>
              <a:gd name="T68" fmla="*/ 35 w 353"/>
              <a:gd name="T69" fmla="*/ 94 h 353"/>
              <a:gd name="T70" fmla="*/ 177 w 353"/>
              <a:gd name="T71" fmla="*/ 208 h 353"/>
              <a:gd name="T72" fmla="*/ 177 w 353"/>
              <a:gd name="T73" fmla="*/ 273 h 353"/>
              <a:gd name="T74" fmla="*/ 177 w 353"/>
              <a:gd name="T75" fmla="*/ 208 h 353"/>
              <a:gd name="T76" fmla="*/ 161 w 353"/>
              <a:gd name="T77" fmla="*/ 241 h 353"/>
              <a:gd name="T78" fmla="*/ 193 w 353"/>
              <a:gd name="T79" fmla="*/ 241 h 353"/>
              <a:gd name="T80" fmla="*/ 233 w 353"/>
              <a:gd name="T81" fmla="*/ 96 h 353"/>
              <a:gd name="T82" fmla="*/ 276 w 353"/>
              <a:gd name="T83" fmla="*/ 114 h 353"/>
              <a:gd name="T84" fmla="*/ 281 w 353"/>
              <a:gd name="T85" fmla="*/ 128 h 353"/>
              <a:gd name="T86" fmla="*/ 319 w 353"/>
              <a:gd name="T87" fmla="*/ 94 h 353"/>
              <a:gd name="T88" fmla="*/ 319 w 353"/>
              <a:gd name="T89" fmla="*/ 82 h 353"/>
              <a:gd name="T90" fmla="*/ 281 w 353"/>
              <a:gd name="T91" fmla="*/ 48 h 353"/>
              <a:gd name="T92" fmla="*/ 276 w 353"/>
              <a:gd name="T93" fmla="*/ 62 h 353"/>
              <a:gd name="T94" fmla="*/ 233 w 353"/>
              <a:gd name="T95" fmla="*/ 80 h 353"/>
              <a:gd name="T96" fmla="*/ 233 w 353"/>
              <a:gd name="T97" fmla="*/ 96 h 353"/>
              <a:gd name="T98" fmla="*/ 257 w 353"/>
              <a:gd name="T99" fmla="*/ 192 h 353"/>
              <a:gd name="T100" fmla="*/ 289 w 353"/>
              <a:gd name="T101" fmla="*/ 192 h 353"/>
              <a:gd name="T102" fmla="*/ 273 w 353"/>
              <a:gd name="T103" fmla="*/ 225 h 353"/>
              <a:gd name="T104" fmla="*/ 273 w 353"/>
              <a:gd name="T105" fmla="*/ 241 h 353"/>
              <a:gd name="T106" fmla="*/ 273 w 353"/>
              <a:gd name="T107" fmla="*/ 225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353" h="353">
                <a:moveTo>
                  <a:pt x="177" y="176"/>
                </a:moveTo>
                <a:cubicBezTo>
                  <a:pt x="141" y="176"/>
                  <a:pt x="113" y="205"/>
                  <a:pt x="113" y="241"/>
                </a:cubicBezTo>
                <a:cubicBezTo>
                  <a:pt x="113" y="276"/>
                  <a:pt x="141" y="305"/>
                  <a:pt x="177" y="305"/>
                </a:cubicBezTo>
                <a:cubicBezTo>
                  <a:pt x="212" y="305"/>
                  <a:pt x="241" y="276"/>
                  <a:pt x="241" y="241"/>
                </a:cubicBezTo>
                <a:cubicBezTo>
                  <a:pt x="241" y="205"/>
                  <a:pt x="212" y="176"/>
                  <a:pt x="177" y="176"/>
                </a:cubicBezTo>
                <a:moveTo>
                  <a:pt x="177" y="289"/>
                </a:moveTo>
                <a:cubicBezTo>
                  <a:pt x="150" y="289"/>
                  <a:pt x="129" y="267"/>
                  <a:pt x="129" y="241"/>
                </a:cubicBezTo>
                <a:cubicBezTo>
                  <a:pt x="129" y="214"/>
                  <a:pt x="150" y="192"/>
                  <a:pt x="177" y="192"/>
                </a:cubicBezTo>
                <a:cubicBezTo>
                  <a:pt x="203" y="192"/>
                  <a:pt x="225" y="214"/>
                  <a:pt x="225" y="241"/>
                </a:cubicBezTo>
                <a:cubicBezTo>
                  <a:pt x="225" y="267"/>
                  <a:pt x="203" y="289"/>
                  <a:pt x="177" y="289"/>
                </a:cubicBezTo>
                <a:moveTo>
                  <a:pt x="337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257"/>
                  <a:pt x="0" y="257"/>
                  <a:pt x="0" y="257"/>
                </a:cubicBezTo>
                <a:cubicBezTo>
                  <a:pt x="0" y="266"/>
                  <a:pt x="7" y="273"/>
                  <a:pt x="16" y="273"/>
                </a:cubicBezTo>
                <a:cubicBezTo>
                  <a:pt x="32" y="273"/>
                  <a:pt x="32" y="273"/>
                  <a:pt x="32" y="273"/>
                </a:cubicBezTo>
                <a:cubicBezTo>
                  <a:pt x="32" y="321"/>
                  <a:pt x="32" y="321"/>
                  <a:pt x="32" y="321"/>
                </a:cubicBezTo>
                <a:cubicBezTo>
                  <a:pt x="32" y="339"/>
                  <a:pt x="47" y="353"/>
                  <a:pt x="64" y="353"/>
                </a:cubicBezTo>
                <a:cubicBezTo>
                  <a:pt x="289" y="353"/>
                  <a:pt x="289" y="353"/>
                  <a:pt x="289" y="353"/>
                </a:cubicBezTo>
                <a:cubicBezTo>
                  <a:pt x="307" y="353"/>
                  <a:pt x="321" y="339"/>
                  <a:pt x="321" y="321"/>
                </a:cubicBezTo>
                <a:cubicBezTo>
                  <a:pt x="321" y="273"/>
                  <a:pt x="321" y="273"/>
                  <a:pt x="321" y="273"/>
                </a:cubicBezTo>
                <a:cubicBezTo>
                  <a:pt x="337" y="273"/>
                  <a:pt x="337" y="273"/>
                  <a:pt x="337" y="273"/>
                </a:cubicBezTo>
                <a:cubicBezTo>
                  <a:pt x="346" y="273"/>
                  <a:pt x="353" y="266"/>
                  <a:pt x="353" y="257"/>
                </a:cubicBezTo>
                <a:cubicBezTo>
                  <a:pt x="353" y="16"/>
                  <a:pt x="353" y="16"/>
                  <a:pt x="353" y="16"/>
                </a:cubicBezTo>
                <a:cubicBezTo>
                  <a:pt x="353" y="7"/>
                  <a:pt x="346" y="0"/>
                  <a:pt x="337" y="0"/>
                </a:cubicBezTo>
                <a:moveTo>
                  <a:pt x="305" y="321"/>
                </a:moveTo>
                <a:cubicBezTo>
                  <a:pt x="305" y="330"/>
                  <a:pt x="298" y="337"/>
                  <a:pt x="289" y="337"/>
                </a:cubicBezTo>
                <a:cubicBezTo>
                  <a:pt x="64" y="337"/>
                  <a:pt x="64" y="337"/>
                  <a:pt x="64" y="337"/>
                </a:cubicBezTo>
                <a:cubicBezTo>
                  <a:pt x="56" y="337"/>
                  <a:pt x="48" y="330"/>
                  <a:pt x="48" y="321"/>
                </a:cubicBezTo>
                <a:cubicBezTo>
                  <a:pt x="48" y="176"/>
                  <a:pt x="48" y="176"/>
                  <a:pt x="48" y="176"/>
                </a:cubicBezTo>
                <a:cubicBezTo>
                  <a:pt x="48" y="167"/>
                  <a:pt x="56" y="160"/>
                  <a:pt x="64" y="160"/>
                </a:cubicBezTo>
                <a:cubicBezTo>
                  <a:pt x="97" y="160"/>
                  <a:pt x="97" y="160"/>
                  <a:pt x="97" y="160"/>
                </a:cubicBezTo>
                <a:cubicBezTo>
                  <a:pt x="129" y="160"/>
                  <a:pt x="129" y="128"/>
                  <a:pt x="153" y="128"/>
                </a:cubicBezTo>
                <a:cubicBezTo>
                  <a:pt x="177" y="128"/>
                  <a:pt x="177" y="128"/>
                  <a:pt x="177" y="128"/>
                </a:cubicBezTo>
                <a:cubicBezTo>
                  <a:pt x="201" y="128"/>
                  <a:pt x="201" y="128"/>
                  <a:pt x="201" y="128"/>
                </a:cubicBezTo>
                <a:cubicBezTo>
                  <a:pt x="225" y="128"/>
                  <a:pt x="225" y="160"/>
                  <a:pt x="257" y="160"/>
                </a:cubicBezTo>
                <a:cubicBezTo>
                  <a:pt x="289" y="160"/>
                  <a:pt x="289" y="160"/>
                  <a:pt x="289" y="160"/>
                </a:cubicBezTo>
                <a:cubicBezTo>
                  <a:pt x="298" y="160"/>
                  <a:pt x="305" y="167"/>
                  <a:pt x="305" y="176"/>
                </a:cubicBezTo>
                <a:lnTo>
                  <a:pt x="305" y="321"/>
                </a:lnTo>
                <a:close/>
                <a:moveTo>
                  <a:pt x="337" y="257"/>
                </a:moveTo>
                <a:cubicBezTo>
                  <a:pt x="321" y="257"/>
                  <a:pt x="321" y="257"/>
                  <a:pt x="321" y="257"/>
                </a:cubicBezTo>
                <a:cubicBezTo>
                  <a:pt x="321" y="176"/>
                  <a:pt x="321" y="176"/>
                  <a:pt x="321" y="176"/>
                </a:cubicBezTo>
                <a:cubicBezTo>
                  <a:pt x="321" y="159"/>
                  <a:pt x="307" y="144"/>
                  <a:pt x="289" y="144"/>
                </a:cubicBezTo>
                <a:cubicBezTo>
                  <a:pt x="257" y="144"/>
                  <a:pt x="257" y="144"/>
                  <a:pt x="257" y="144"/>
                </a:cubicBezTo>
                <a:cubicBezTo>
                  <a:pt x="233" y="144"/>
                  <a:pt x="233" y="112"/>
                  <a:pt x="201" y="112"/>
                </a:cubicBezTo>
                <a:cubicBezTo>
                  <a:pt x="153" y="112"/>
                  <a:pt x="153" y="112"/>
                  <a:pt x="153" y="112"/>
                </a:cubicBezTo>
                <a:cubicBezTo>
                  <a:pt x="121" y="112"/>
                  <a:pt x="121" y="144"/>
                  <a:pt x="97" y="144"/>
                </a:cubicBezTo>
                <a:cubicBezTo>
                  <a:pt x="64" y="144"/>
                  <a:pt x="64" y="144"/>
                  <a:pt x="64" y="144"/>
                </a:cubicBezTo>
                <a:cubicBezTo>
                  <a:pt x="47" y="144"/>
                  <a:pt x="32" y="159"/>
                  <a:pt x="32" y="176"/>
                </a:cubicBezTo>
                <a:cubicBezTo>
                  <a:pt x="32" y="257"/>
                  <a:pt x="32" y="257"/>
                  <a:pt x="32" y="257"/>
                </a:cubicBezTo>
                <a:cubicBezTo>
                  <a:pt x="16" y="257"/>
                  <a:pt x="16" y="257"/>
                  <a:pt x="16" y="257"/>
                </a:cubicBezTo>
                <a:cubicBezTo>
                  <a:pt x="16" y="16"/>
                  <a:pt x="16" y="16"/>
                  <a:pt x="16" y="16"/>
                </a:cubicBezTo>
                <a:cubicBezTo>
                  <a:pt x="337" y="16"/>
                  <a:pt x="337" y="16"/>
                  <a:pt x="337" y="16"/>
                </a:cubicBezTo>
                <a:lnTo>
                  <a:pt x="337" y="257"/>
                </a:lnTo>
                <a:close/>
                <a:moveTo>
                  <a:pt x="67" y="126"/>
                </a:moveTo>
                <a:cubicBezTo>
                  <a:pt x="68" y="127"/>
                  <a:pt x="70" y="128"/>
                  <a:pt x="72" y="128"/>
                </a:cubicBezTo>
                <a:cubicBezTo>
                  <a:pt x="77" y="128"/>
                  <a:pt x="81" y="125"/>
                  <a:pt x="81" y="120"/>
                </a:cubicBezTo>
                <a:cubicBezTo>
                  <a:pt x="81" y="118"/>
                  <a:pt x="80" y="116"/>
                  <a:pt x="78" y="114"/>
                </a:cubicBezTo>
                <a:cubicBezTo>
                  <a:pt x="60" y="96"/>
                  <a:pt x="60" y="96"/>
                  <a:pt x="60" y="96"/>
                </a:cubicBezTo>
                <a:cubicBezTo>
                  <a:pt x="121" y="96"/>
                  <a:pt x="121" y="96"/>
                  <a:pt x="121" y="96"/>
                </a:cubicBezTo>
                <a:cubicBezTo>
                  <a:pt x="125" y="96"/>
                  <a:pt x="129" y="92"/>
                  <a:pt x="129" y="88"/>
                </a:cubicBezTo>
                <a:cubicBezTo>
                  <a:pt x="129" y="84"/>
                  <a:pt x="125" y="80"/>
                  <a:pt x="121" y="80"/>
                </a:cubicBezTo>
                <a:cubicBezTo>
                  <a:pt x="60" y="80"/>
                  <a:pt x="60" y="80"/>
                  <a:pt x="60" y="80"/>
                </a:cubicBezTo>
                <a:cubicBezTo>
                  <a:pt x="78" y="62"/>
                  <a:pt x="78" y="62"/>
                  <a:pt x="78" y="62"/>
                </a:cubicBezTo>
                <a:cubicBezTo>
                  <a:pt x="80" y="60"/>
                  <a:pt x="81" y="58"/>
                  <a:pt x="81" y="56"/>
                </a:cubicBezTo>
                <a:cubicBezTo>
                  <a:pt x="81" y="52"/>
                  <a:pt x="77" y="48"/>
                  <a:pt x="72" y="48"/>
                </a:cubicBezTo>
                <a:cubicBezTo>
                  <a:pt x="70" y="48"/>
                  <a:pt x="68" y="49"/>
                  <a:pt x="67" y="50"/>
                </a:cubicBezTo>
                <a:cubicBezTo>
                  <a:pt x="35" y="82"/>
                  <a:pt x="35" y="82"/>
                  <a:pt x="35" y="82"/>
                </a:cubicBezTo>
                <a:cubicBezTo>
                  <a:pt x="33" y="84"/>
                  <a:pt x="32" y="86"/>
                  <a:pt x="32" y="88"/>
                </a:cubicBezTo>
                <a:cubicBezTo>
                  <a:pt x="32" y="90"/>
                  <a:pt x="33" y="92"/>
                  <a:pt x="35" y="94"/>
                </a:cubicBezTo>
                <a:lnTo>
                  <a:pt x="67" y="126"/>
                </a:lnTo>
                <a:close/>
                <a:moveTo>
                  <a:pt x="177" y="208"/>
                </a:moveTo>
                <a:cubicBezTo>
                  <a:pt x="159" y="208"/>
                  <a:pt x="145" y="223"/>
                  <a:pt x="145" y="241"/>
                </a:cubicBezTo>
                <a:cubicBezTo>
                  <a:pt x="145" y="258"/>
                  <a:pt x="159" y="273"/>
                  <a:pt x="177" y="273"/>
                </a:cubicBezTo>
                <a:cubicBezTo>
                  <a:pt x="195" y="273"/>
                  <a:pt x="209" y="258"/>
                  <a:pt x="209" y="241"/>
                </a:cubicBezTo>
                <a:cubicBezTo>
                  <a:pt x="209" y="223"/>
                  <a:pt x="195" y="208"/>
                  <a:pt x="177" y="208"/>
                </a:cubicBezTo>
                <a:moveTo>
                  <a:pt x="177" y="257"/>
                </a:moveTo>
                <a:cubicBezTo>
                  <a:pt x="168" y="257"/>
                  <a:pt x="161" y="249"/>
                  <a:pt x="161" y="241"/>
                </a:cubicBezTo>
                <a:cubicBezTo>
                  <a:pt x="161" y="232"/>
                  <a:pt x="168" y="225"/>
                  <a:pt x="177" y="225"/>
                </a:cubicBezTo>
                <a:cubicBezTo>
                  <a:pt x="186" y="225"/>
                  <a:pt x="193" y="232"/>
                  <a:pt x="193" y="241"/>
                </a:cubicBezTo>
                <a:cubicBezTo>
                  <a:pt x="193" y="249"/>
                  <a:pt x="186" y="257"/>
                  <a:pt x="177" y="257"/>
                </a:cubicBezTo>
                <a:moveTo>
                  <a:pt x="233" y="96"/>
                </a:moveTo>
                <a:cubicBezTo>
                  <a:pt x="294" y="96"/>
                  <a:pt x="294" y="96"/>
                  <a:pt x="294" y="96"/>
                </a:cubicBezTo>
                <a:cubicBezTo>
                  <a:pt x="276" y="114"/>
                  <a:pt x="276" y="114"/>
                  <a:pt x="276" y="114"/>
                </a:cubicBezTo>
                <a:cubicBezTo>
                  <a:pt x="274" y="116"/>
                  <a:pt x="273" y="118"/>
                  <a:pt x="273" y="120"/>
                </a:cubicBezTo>
                <a:cubicBezTo>
                  <a:pt x="273" y="125"/>
                  <a:pt x="277" y="128"/>
                  <a:pt x="281" y="128"/>
                </a:cubicBezTo>
                <a:cubicBezTo>
                  <a:pt x="283" y="128"/>
                  <a:pt x="285" y="127"/>
                  <a:pt x="287" y="126"/>
                </a:cubicBezTo>
                <a:cubicBezTo>
                  <a:pt x="319" y="94"/>
                  <a:pt x="319" y="94"/>
                  <a:pt x="319" y="94"/>
                </a:cubicBezTo>
                <a:cubicBezTo>
                  <a:pt x="320" y="92"/>
                  <a:pt x="321" y="90"/>
                  <a:pt x="321" y="88"/>
                </a:cubicBezTo>
                <a:cubicBezTo>
                  <a:pt x="321" y="86"/>
                  <a:pt x="320" y="84"/>
                  <a:pt x="319" y="82"/>
                </a:cubicBezTo>
                <a:cubicBezTo>
                  <a:pt x="287" y="50"/>
                  <a:pt x="287" y="50"/>
                  <a:pt x="287" y="50"/>
                </a:cubicBezTo>
                <a:cubicBezTo>
                  <a:pt x="285" y="49"/>
                  <a:pt x="283" y="48"/>
                  <a:pt x="281" y="48"/>
                </a:cubicBezTo>
                <a:cubicBezTo>
                  <a:pt x="277" y="48"/>
                  <a:pt x="273" y="52"/>
                  <a:pt x="273" y="56"/>
                </a:cubicBezTo>
                <a:cubicBezTo>
                  <a:pt x="273" y="58"/>
                  <a:pt x="274" y="60"/>
                  <a:pt x="276" y="62"/>
                </a:cubicBezTo>
                <a:cubicBezTo>
                  <a:pt x="294" y="80"/>
                  <a:pt x="294" y="80"/>
                  <a:pt x="294" y="80"/>
                </a:cubicBezTo>
                <a:cubicBezTo>
                  <a:pt x="233" y="80"/>
                  <a:pt x="233" y="80"/>
                  <a:pt x="233" y="80"/>
                </a:cubicBezTo>
                <a:cubicBezTo>
                  <a:pt x="229" y="80"/>
                  <a:pt x="225" y="84"/>
                  <a:pt x="225" y="88"/>
                </a:cubicBezTo>
                <a:cubicBezTo>
                  <a:pt x="225" y="92"/>
                  <a:pt x="229" y="96"/>
                  <a:pt x="233" y="96"/>
                </a:cubicBezTo>
                <a:moveTo>
                  <a:pt x="273" y="176"/>
                </a:moveTo>
                <a:cubicBezTo>
                  <a:pt x="264" y="176"/>
                  <a:pt x="257" y="184"/>
                  <a:pt x="257" y="192"/>
                </a:cubicBezTo>
                <a:cubicBezTo>
                  <a:pt x="257" y="201"/>
                  <a:pt x="264" y="208"/>
                  <a:pt x="273" y="208"/>
                </a:cubicBezTo>
                <a:cubicBezTo>
                  <a:pt x="282" y="208"/>
                  <a:pt x="289" y="201"/>
                  <a:pt x="289" y="192"/>
                </a:cubicBezTo>
                <a:cubicBezTo>
                  <a:pt x="289" y="184"/>
                  <a:pt x="282" y="176"/>
                  <a:pt x="273" y="176"/>
                </a:cubicBezTo>
                <a:moveTo>
                  <a:pt x="273" y="225"/>
                </a:moveTo>
                <a:cubicBezTo>
                  <a:pt x="269" y="225"/>
                  <a:pt x="265" y="228"/>
                  <a:pt x="265" y="233"/>
                </a:cubicBezTo>
                <a:cubicBezTo>
                  <a:pt x="265" y="237"/>
                  <a:pt x="269" y="241"/>
                  <a:pt x="273" y="241"/>
                </a:cubicBezTo>
                <a:cubicBezTo>
                  <a:pt x="278" y="241"/>
                  <a:pt x="281" y="237"/>
                  <a:pt x="281" y="233"/>
                </a:cubicBezTo>
                <a:cubicBezTo>
                  <a:pt x="281" y="228"/>
                  <a:pt x="278" y="225"/>
                  <a:pt x="273" y="225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7" name="Freeform 37"/>
          <p:cNvSpPr>
            <a:spLocks noEditPoints="1"/>
          </p:cNvSpPr>
          <p:nvPr/>
        </p:nvSpPr>
        <p:spPr bwMode="auto">
          <a:xfrm>
            <a:off x="3048000" y="4222751"/>
            <a:ext cx="577851" cy="577851"/>
          </a:xfrm>
          <a:custGeom>
            <a:avLst/>
            <a:gdLst>
              <a:gd name="T0" fmla="*/ 80 w 353"/>
              <a:gd name="T1" fmla="*/ 241 h 353"/>
              <a:gd name="T2" fmla="*/ 208 w 353"/>
              <a:gd name="T3" fmla="*/ 241 h 353"/>
              <a:gd name="T4" fmla="*/ 144 w 353"/>
              <a:gd name="T5" fmla="*/ 289 h 353"/>
              <a:gd name="T6" fmla="*/ 144 w 353"/>
              <a:gd name="T7" fmla="*/ 192 h 353"/>
              <a:gd name="T8" fmla="*/ 144 w 353"/>
              <a:gd name="T9" fmla="*/ 289 h 353"/>
              <a:gd name="T10" fmla="*/ 232 w 353"/>
              <a:gd name="T11" fmla="*/ 233 h 353"/>
              <a:gd name="T12" fmla="*/ 248 w 353"/>
              <a:gd name="T13" fmla="*/ 233 h 353"/>
              <a:gd name="T14" fmla="*/ 240 w 353"/>
              <a:gd name="T15" fmla="*/ 176 h 353"/>
              <a:gd name="T16" fmla="*/ 240 w 353"/>
              <a:gd name="T17" fmla="*/ 208 h 353"/>
              <a:gd name="T18" fmla="*/ 240 w 353"/>
              <a:gd name="T19" fmla="*/ 176 h 353"/>
              <a:gd name="T20" fmla="*/ 112 w 353"/>
              <a:gd name="T21" fmla="*/ 241 h 353"/>
              <a:gd name="T22" fmla="*/ 176 w 353"/>
              <a:gd name="T23" fmla="*/ 241 h 353"/>
              <a:gd name="T24" fmla="*/ 144 w 353"/>
              <a:gd name="T25" fmla="*/ 257 h 353"/>
              <a:gd name="T26" fmla="*/ 144 w 353"/>
              <a:gd name="T27" fmla="*/ 225 h 353"/>
              <a:gd name="T28" fmla="*/ 144 w 353"/>
              <a:gd name="T29" fmla="*/ 257 h 353"/>
              <a:gd name="T30" fmla="*/ 305 w 353"/>
              <a:gd name="T31" fmla="*/ 112 h 353"/>
              <a:gd name="T32" fmla="*/ 305 w 353"/>
              <a:gd name="T33" fmla="*/ 128 h 353"/>
              <a:gd name="T34" fmla="*/ 321 w 353"/>
              <a:gd name="T35" fmla="*/ 80 h 353"/>
              <a:gd name="T36" fmla="*/ 289 w 353"/>
              <a:gd name="T37" fmla="*/ 80 h 353"/>
              <a:gd name="T38" fmla="*/ 321 w 353"/>
              <a:gd name="T39" fmla="*/ 80 h 353"/>
              <a:gd name="T40" fmla="*/ 224 w 353"/>
              <a:gd name="T41" fmla="*/ 144 h 353"/>
              <a:gd name="T42" fmla="*/ 120 w 353"/>
              <a:gd name="T43" fmla="*/ 112 h 353"/>
              <a:gd name="T44" fmla="*/ 32 w 353"/>
              <a:gd name="T45" fmla="*/ 144 h 353"/>
              <a:gd name="T46" fmla="*/ 0 w 353"/>
              <a:gd name="T47" fmla="*/ 321 h 353"/>
              <a:gd name="T48" fmla="*/ 256 w 353"/>
              <a:gd name="T49" fmla="*/ 353 h 353"/>
              <a:gd name="T50" fmla="*/ 289 w 353"/>
              <a:gd name="T51" fmla="*/ 176 h 353"/>
              <a:gd name="T52" fmla="*/ 273 w 353"/>
              <a:gd name="T53" fmla="*/ 321 h 353"/>
              <a:gd name="T54" fmla="*/ 32 w 353"/>
              <a:gd name="T55" fmla="*/ 337 h 353"/>
              <a:gd name="T56" fmla="*/ 16 w 353"/>
              <a:gd name="T57" fmla="*/ 176 h 353"/>
              <a:gd name="T58" fmla="*/ 64 w 353"/>
              <a:gd name="T59" fmla="*/ 160 h 353"/>
              <a:gd name="T60" fmla="*/ 144 w 353"/>
              <a:gd name="T61" fmla="*/ 128 h 353"/>
              <a:gd name="T62" fmla="*/ 224 w 353"/>
              <a:gd name="T63" fmla="*/ 160 h 353"/>
              <a:gd name="T64" fmla="*/ 273 w 353"/>
              <a:gd name="T65" fmla="*/ 176 h 353"/>
              <a:gd name="T66" fmla="*/ 321 w 353"/>
              <a:gd name="T67" fmla="*/ 32 h 353"/>
              <a:gd name="T68" fmla="*/ 232 w 353"/>
              <a:gd name="T69" fmla="*/ 0 h 353"/>
              <a:gd name="T70" fmla="*/ 128 w 353"/>
              <a:gd name="T71" fmla="*/ 32 h 353"/>
              <a:gd name="T72" fmla="*/ 64 w 353"/>
              <a:gd name="T73" fmla="*/ 64 h 353"/>
              <a:gd name="T74" fmla="*/ 75 w 353"/>
              <a:gd name="T75" fmla="*/ 119 h 353"/>
              <a:gd name="T76" fmla="*/ 80 w 353"/>
              <a:gd name="T77" fmla="*/ 64 h 353"/>
              <a:gd name="T78" fmla="*/ 128 w 353"/>
              <a:gd name="T79" fmla="*/ 48 h 353"/>
              <a:gd name="T80" fmla="*/ 208 w 353"/>
              <a:gd name="T81" fmla="*/ 16 h 353"/>
              <a:gd name="T82" fmla="*/ 289 w 353"/>
              <a:gd name="T83" fmla="*/ 48 h 353"/>
              <a:gd name="T84" fmla="*/ 337 w 353"/>
              <a:gd name="T85" fmla="*/ 64 h 353"/>
              <a:gd name="T86" fmla="*/ 321 w 353"/>
              <a:gd name="T87" fmla="*/ 225 h 353"/>
              <a:gd name="T88" fmla="*/ 305 w 353"/>
              <a:gd name="T89" fmla="*/ 241 h 353"/>
              <a:gd name="T90" fmla="*/ 353 w 353"/>
              <a:gd name="T91" fmla="*/ 208 h 353"/>
              <a:gd name="T92" fmla="*/ 321 w 353"/>
              <a:gd name="T93" fmla="*/ 32 h 353"/>
              <a:gd name="T94" fmla="*/ 206 w 353"/>
              <a:gd name="T95" fmla="*/ 112 h 353"/>
              <a:gd name="T96" fmla="*/ 224 w 353"/>
              <a:gd name="T97" fmla="*/ 128 h 353"/>
              <a:gd name="T98" fmla="*/ 208 w 353"/>
              <a:gd name="T99" fmla="*/ 96 h 353"/>
              <a:gd name="T100" fmla="*/ 256 w 353"/>
              <a:gd name="T101" fmla="*/ 128 h 353"/>
              <a:gd name="T102" fmla="*/ 273 w 353"/>
              <a:gd name="T103" fmla="*/ 128 h 353"/>
              <a:gd name="T104" fmla="*/ 153 w 353"/>
              <a:gd name="T105" fmla="*/ 96 h 353"/>
              <a:gd name="T106" fmla="*/ 172 w 353"/>
              <a:gd name="T107" fmla="*/ 96 h 353"/>
              <a:gd name="T108" fmla="*/ 256 w 353"/>
              <a:gd name="T109" fmla="*/ 128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353" h="353">
                <a:moveTo>
                  <a:pt x="144" y="176"/>
                </a:moveTo>
                <a:cubicBezTo>
                  <a:pt x="109" y="176"/>
                  <a:pt x="80" y="205"/>
                  <a:pt x="80" y="241"/>
                </a:cubicBezTo>
                <a:cubicBezTo>
                  <a:pt x="80" y="276"/>
                  <a:pt x="109" y="305"/>
                  <a:pt x="144" y="305"/>
                </a:cubicBezTo>
                <a:cubicBezTo>
                  <a:pt x="180" y="305"/>
                  <a:pt x="208" y="276"/>
                  <a:pt x="208" y="241"/>
                </a:cubicBezTo>
                <a:cubicBezTo>
                  <a:pt x="208" y="205"/>
                  <a:pt x="180" y="176"/>
                  <a:pt x="144" y="176"/>
                </a:cubicBezTo>
                <a:moveTo>
                  <a:pt x="144" y="289"/>
                </a:moveTo>
                <a:cubicBezTo>
                  <a:pt x="117" y="289"/>
                  <a:pt x="96" y="267"/>
                  <a:pt x="96" y="241"/>
                </a:cubicBezTo>
                <a:cubicBezTo>
                  <a:pt x="96" y="214"/>
                  <a:pt x="117" y="192"/>
                  <a:pt x="144" y="192"/>
                </a:cubicBezTo>
                <a:cubicBezTo>
                  <a:pt x="171" y="192"/>
                  <a:pt x="192" y="214"/>
                  <a:pt x="192" y="241"/>
                </a:cubicBezTo>
                <a:cubicBezTo>
                  <a:pt x="192" y="267"/>
                  <a:pt x="171" y="289"/>
                  <a:pt x="144" y="289"/>
                </a:cubicBezTo>
                <a:moveTo>
                  <a:pt x="240" y="225"/>
                </a:moveTo>
                <a:cubicBezTo>
                  <a:pt x="236" y="225"/>
                  <a:pt x="232" y="228"/>
                  <a:pt x="232" y="233"/>
                </a:cubicBezTo>
                <a:cubicBezTo>
                  <a:pt x="232" y="237"/>
                  <a:pt x="236" y="241"/>
                  <a:pt x="240" y="241"/>
                </a:cubicBezTo>
                <a:cubicBezTo>
                  <a:pt x="245" y="241"/>
                  <a:pt x="248" y="237"/>
                  <a:pt x="248" y="233"/>
                </a:cubicBezTo>
                <a:cubicBezTo>
                  <a:pt x="248" y="228"/>
                  <a:pt x="245" y="225"/>
                  <a:pt x="240" y="225"/>
                </a:cubicBezTo>
                <a:moveTo>
                  <a:pt x="240" y="176"/>
                </a:moveTo>
                <a:cubicBezTo>
                  <a:pt x="232" y="176"/>
                  <a:pt x="224" y="184"/>
                  <a:pt x="224" y="192"/>
                </a:cubicBezTo>
                <a:cubicBezTo>
                  <a:pt x="224" y="201"/>
                  <a:pt x="232" y="208"/>
                  <a:pt x="240" y="208"/>
                </a:cubicBezTo>
                <a:cubicBezTo>
                  <a:pt x="249" y="208"/>
                  <a:pt x="256" y="201"/>
                  <a:pt x="256" y="192"/>
                </a:cubicBezTo>
                <a:cubicBezTo>
                  <a:pt x="256" y="184"/>
                  <a:pt x="249" y="176"/>
                  <a:pt x="240" y="176"/>
                </a:cubicBezTo>
                <a:moveTo>
                  <a:pt x="144" y="208"/>
                </a:moveTo>
                <a:cubicBezTo>
                  <a:pt x="126" y="208"/>
                  <a:pt x="112" y="223"/>
                  <a:pt x="112" y="241"/>
                </a:cubicBezTo>
                <a:cubicBezTo>
                  <a:pt x="112" y="258"/>
                  <a:pt x="126" y="273"/>
                  <a:pt x="144" y="273"/>
                </a:cubicBezTo>
                <a:cubicBezTo>
                  <a:pt x="162" y="273"/>
                  <a:pt x="176" y="258"/>
                  <a:pt x="176" y="241"/>
                </a:cubicBezTo>
                <a:cubicBezTo>
                  <a:pt x="176" y="223"/>
                  <a:pt x="162" y="208"/>
                  <a:pt x="144" y="208"/>
                </a:cubicBezTo>
                <a:moveTo>
                  <a:pt x="144" y="257"/>
                </a:moveTo>
                <a:cubicBezTo>
                  <a:pt x="135" y="257"/>
                  <a:pt x="128" y="249"/>
                  <a:pt x="128" y="241"/>
                </a:cubicBezTo>
                <a:cubicBezTo>
                  <a:pt x="128" y="232"/>
                  <a:pt x="135" y="225"/>
                  <a:pt x="144" y="225"/>
                </a:cubicBezTo>
                <a:cubicBezTo>
                  <a:pt x="153" y="225"/>
                  <a:pt x="160" y="232"/>
                  <a:pt x="160" y="241"/>
                </a:cubicBezTo>
                <a:cubicBezTo>
                  <a:pt x="160" y="249"/>
                  <a:pt x="153" y="257"/>
                  <a:pt x="144" y="257"/>
                </a:cubicBezTo>
                <a:moveTo>
                  <a:pt x="313" y="120"/>
                </a:moveTo>
                <a:cubicBezTo>
                  <a:pt x="313" y="116"/>
                  <a:pt x="309" y="112"/>
                  <a:pt x="305" y="112"/>
                </a:cubicBezTo>
                <a:cubicBezTo>
                  <a:pt x="300" y="112"/>
                  <a:pt x="297" y="116"/>
                  <a:pt x="297" y="120"/>
                </a:cubicBezTo>
                <a:cubicBezTo>
                  <a:pt x="297" y="125"/>
                  <a:pt x="300" y="128"/>
                  <a:pt x="305" y="128"/>
                </a:cubicBezTo>
                <a:cubicBezTo>
                  <a:pt x="309" y="128"/>
                  <a:pt x="313" y="125"/>
                  <a:pt x="313" y="120"/>
                </a:cubicBezTo>
                <a:moveTo>
                  <a:pt x="321" y="80"/>
                </a:moveTo>
                <a:cubicBezTo>
                  <a:pt x="321" y="71"/>
                  <a:pt x="313" y="64"/>
                  <a:pt x="305" y="64"/>
                </a:cubicBezTo>
                <a:cubicBezTo>
                  <a:pt x="296" y="64"/>
                  <a:pt x="289" y="71"/>
                  <a:pt x="289" y="80"/>
                </a:cubicBezTo>
                <a:cubicBezTo>
                  <a:pt x="289" y="89"/>
                  <a:pt x="296" y="96"/>
                  <a:pt x="305" y="96"/>
                </a:cubicBezTo>
                <a:cubicBezTo>
                  <a:pt x="313" y="96"/>
                  <a:pt x="321" y="89"/>
                  <a:pt x="321" y="80"/>
                </a:cubicBezTo>
                <a:moveTo>
                  <a:pt x="256" y="144"/>
                </a:moveTo>
                <a:cubicBezTo>
                  <a:pt x="224" y="144"/>
                  <a:pt x="224" y="144"/>
                  <a:pt x="224" y="144"/>
                </a:cubicBezTo>
                <a:cubicBezTo>
                  <a:pt x="200" y="144"/>
                  <a:pt x="200" y="112"/>
                  <a:pt x="168" y="112"/>
                </a:cubicBezTo>
                <a:cubicBezTo>
                  <a:pt x="120" y="112"/>
                  <a:pt x="120" y="112"/>
                  <a:pt x="120" y="112"/>
                </a:cubicBezTo>
                <a:cubicBezTo>
                  <a:pt x="88" y="112"/>
                  <a:pt x="88" y="144"/>
                  <a:pt x="64" y="144"/>
                </a:cubicBezTo>
                <a:cubicBezTo>
                  <a:pt x="32" y="144"/>
                  <a:pt x="32" y="144"/>
                  <a:pt x="32" y="144"/>
                </a:cubicBezTo>
                <a:cubicBezTo>
                  <a:pt x="14" y="144"/>
                  <a:pt x="0" y="159"/>
                  <a:pt x="0" y="176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4" y="353"/>
                  <a:pt x="32" y="353"/>
                </a:cubicBezTo>
                <a:cubicBezTo>
                  <a:pt x="256" y="353"/>
                  <a:pt x="256" y="353"/>
                  <a:pt x="256" y="353"/>
                </a:cubicBezTo>
                <a:cubicBezTo>
                  <a:pt x="274" y="353"/>
                  <a:pt x="289" y="339"/>
                  <a:pt x="289" y="321"/>
                </a:cubicBezTo>
                <a:cubicBezTo>
                  <a:pt x="289" y="176"/>
                  <a:pt x="289" y="176"/>
                  <a:pt x="289" y="176"/>
                </a:cubicBezTo>
                <a:cubicBezTo>
                  <a:pt x="289" y="159"/>
                  <a:pt x="274" y="144"/>
                  <a:pt x="256" y="144"/>
                </a:cubicBezTo>
                <a:moveTo>
                  <a:pt x="273" y="321"/>
                </a:moveTo>
                <a:cubicBezTo>
                  <a:pt x="273" y="330"/>
                  <a:pt x="265" y="337"/>
                  <a:pt x="256" y="337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23" y="337"/>
                  <a:pt x="16" y="330"/>
                  <a:pt x="16" y="321"/>
                </a:cubicBezTo>
                <a:cubicBezTo>
                  <a:pt x="16" y="176"/>
                  <a:pt x="16" y="176"/>
                  <a:pt x="16" y="176"/>
                </a:cubicBezTo>
                <a:cubicBezTo>
                  <a:pt x="16" y="167"/>
                  <a:pt x="23" y="160"/>
                  <a:pt x="32" y="160"/>
                </a:cubicBezTo>
                <a:cubicBezTo>
                  <a:pt x="64" y="160"/>
                  <a:pt x="64" y="160"/>
                  <a:pt x="64" y="160"/>
                </a:cubicBezTo>
                <a:cubicBezTo>
                  <a:pt x="96" y="160"/>
                  <a:pt x="96" y="128"/>
                  <a:pt x="120" y="128"/>
                </a:cubicBezTo>
                <a:cubicBezTo>
                  <a:pt x="144" y="128"/>
                  <a:pt x="144" y="128"/>
                  <a:pt x="144" y="128"/>
                </a:cubicBezTo>
                <a:cubicBezTo>
                  <a:pt x="168" y="128"/>
                  <a:pt x="168" y="128"/>
                  <a:pt x="168" y="128"/>
                </a:cubicBezTo>
                <a:cubicBezTo>
                  <a:pt x="192" y="128"/>
                  <a:pt x="192" y="160"/>
                  <a:pt x="224" y="160"/>
                </a:cubicBezTo>
                <a:cubicBezTo>
                  <a:pt x="256" y="160"/>
                  <a:pt x="256" y="160"/>
                  <a:pt x="256" y="160"/>
                </a:cubicBezTo>
                <a:cubicBezTo>
                  <a:pt x="265" y="160"/>
                  <a:pt x="273" y="167"/>
                  <a:pt x="273" y="176"/>
                </a:cubicBezTo>
                <a:lnTo>
                  <a:pt x="273" y="321"/>
                </a:lnTo>
                <a:close/>
                <a:moveTo>
                  <a:pt x="321" y="32"/>
                </a:moveTo>
                <a:cubicBezTo>
                  <a:pt x="289" y="32"/>
                  <a:pt x="289" y="32"/>
                  <a:pt x="289" y="32"/>
                </a:cubicBezTo>
                <a:cubicBezTo>
                  <a:pt x="264" y="32"/>
                  <a:pt x="264" y="0"/>
                  <a:pt x="232" y="0"/>
                </a:cubicBezTo>
                <a:cubicBezTo>
                  <a:pt x="184" y="0"/>
                  <a:pt x="184" y="0"/>
                  <a:pt x="184" y="0"/>
                </a:cubicBezTo>
                <a:cubicBezTo>
                  <a:pt x="152" y="0"/>
                  <a:pt x="152" y="32"/>
                  <a:pt x="128" y="32"/>
                </a:cubicBezTo>
                <a:cubicBezTo>
                  <a:pt x="96" y="32"/>
                  <a:pt x="96" y="32"/>
                  <a:pt x="96" y="32"/>
                </a:cubicBezTo>
                <a:cubicBezTo>
                  <a:pt x="78" y="32"/>
                  <a:pt x="64" y="46"/>
                  <a:pt x="64" y="64"/>
                </a:cubicBezTo>
                <a:cubicBezTo>
                  <a:pt x="64" y="128"/>
                  <a:pt x="64" y="128"/>
                  <a:pt x="64" y="128"/>
                </a:cubicBezTo>
                <a:cubicBezTo>
                  <a:pt x="67" y="128"/>
                  <a:pt x="69" y="127"/>
                  <a:pt x="75" y="119"/>
                </a:cubicBezTo>
                <a:cubicBezTo>
                  <a:pt x="77" y="118"/>
                  <a:pt x="78" y="116"/>
                  <a:pt x="80" y="114"/>
                </a:cubicBezTo>
                <a:cubicBezTo>
                  <a:pt x="80" y="64"/>
                  <a:pt x="80" y="64"/>
                  <a:pt x="80" y="64"/>
                </a:cubicBezTo>
                <a:cubicBezTo>
                  <a:pt x="80" y="55"/>
                  <a:pt x="87" y="48"/>
                  <a:pt x="96" y="48"/>
                </a:cubicBezTo>
                <a:cubicBezTo>
                  <a:pt x="128" y="48"/>
                  <a:pt x="128" y="48"/>
                  <a:pt x="128" y="48"/>
                </a:cubicBezTo>
                <a:cubicBezTo>
                  <a:pt x="160" y="48"/>
                  <a:pt x="160" y="16"/>
                  <a:pt x="184" y="16"/>
                </a:cubicBezTo>
                <a:cubicBezTo>
                  <a:pt x="208" y="16"/>
                  <a:pt x="208" y="16"/>
                  <a:pt x="208" y="16"/>
                </a:cubicBezTo>
                <a:cubicBezTo>
                  <a:pt x="232" y="16"/>
                  <a:pt x="232" y="16"/>
                  <a:pt x="232" y="16"/>
                </a:cubicBezTo>
                <a:cubicBezTo>
                  <a:pt x="256" y="16"/>
                  <a:pt x="256" y="48"/>
                  <a:pt x="289" y="48"/>
                </a:cubicBezTo>
                <a:cubicBezTo>
                  <a:pt x="321" y="48"/>
                  <a:pt x="321" y="48"/>
                  <a:pt x="321" y="48"/>
                </a:cubicBezTo>
                <a:cubicBezTo>
                  <a:pt x="330" y="48"/>
                  <a:pt x="337" y="55"/>
                  <a:pt x="337" y="64"/>
                </a:cubicBezTo>
                <a:cubicBezTo>
                  <a:pt x="337" y="208"/>
                  <a:pt x="337" y="208"/>
                  <a:pt x="337" y="208"/>
                </a:cubicBezTo>
                <a:cubicBezTo>
                  <a:pt x="337" y="217"/>
                  <a:pt x="330" y="225"/>
                  <a:pt x="321" y="225"/>
                </a:cubicBezTo>
                <a:cubicBezTo>
                  <a:pt x="305" y="225"/>
                  <a:pt x="305" y="225"/>
                  <a:pt x="305" y="225"/>
                </a:cubicBezTo>
                <a:cubicBezTo>
                  <a:pt x="305" y="241"/>
                  <a:pt x="305" y="241"/>
                  <a:pt x="305" y="241"/>
                </a:cubicBezTo>
                <a:cubicBezTo>
                  <a:pt x="321" y="241"/>
                  <a:pt x="321" y="241"/>
                  <a:pt x="321" y="241"/>
                </a:cubicBezTo>
                <a:cubicBezTo>
                  <a:pt x="338" y="241"/>
                  <a:pt x="353" y="226"/>
                  <a:pt x="353" y="208"/>
                </a:cubicBezTo>
                <a:cubicBezTo>
                  <a:pt x="353" y="64"/>
                  <a:pt x="353" y="64"/>
                  <a:pt x="353" y="64"/>
                </a:cubicBezTo>
                <a:cubicBezTo>
                  <a:pt x="353" y="46"/>
                  <a:pt x="338" y="32"/>
                  <a:pt x="321" y="32"/>
                </a:cubicBezTo>
                <a:moveTo>
                  <a:pt x="191" y="101"/>
                </a:moveTo>
                <a:cubicBezTo>
                  <a:pt x="197" y="104"/>
                  <a:pt x="202" y="108"/>
                  <a:pt x="206" y="112"/>
                </a:cubicBezTo>
                <a:cubicBezTo>
                  <a:pt x="207" y="112"/>
                  <a:pt x="208" y="112"/>
                  <a:pt x="208" y="112"/>
                </a:cubicBezTo>
                <a:cubicBezTo>
                  <a:pt x="217" y="112"/>
                  <a:pt x="224" y="119"/>
                  <a:pt x="224" y="128"/>
                </a:cubicBezTo>
                <a:cubicBezTo>
                  <a:pt x="240" y="128"/>
                  <a:pt x="240" y="128"/>
                  <a:pt x="240" y="128"/>
                </a:cubicBezTo>
                <a:cubicBezTo>
                  <a:pt x="240" y="110"/>
                  <a:pt x="226" y="96"/>
                  <a:pt x="208" y="96"/>
                </a:cubicBezTo>
                <a:cubicBezTo>
                  <a:pt x="202" y="96"/>
                  <a:pt x="196" y="98"/>
                  <a:pt x="191" y="101"/>
                </a:cubicBezTo>
                <a:moveTo>
                  <a:pt x="256" y="128"/>
                </a:moveTo>
                <a:cubicBezTo>
                  <a:pt x="262" y="128"/>
                  <a:pt x="267" y="129"/>
                  <a:pt x="272" y="131"/>
                </a:cubicBezTo>
                <a:cubicBezTo>
                  <a:pt x="272" y="130"/>
                  <a:pt x="273" y="129"/>
                  <a:pt x="273" y="128"/>
                </a:cubicBezTo>
                <a:cubicBezTo>
                  <a:pt x="273" y="93"/>
                  <a:pt x="244" y="64"/>
                  <a:pt x="208" y="64"/>
                </a:cubicBezTo>
                <a:cubicBezTo>
                  <a:pt x="185" y="64"/>
                  <a:pt x="164" y="77"/>
                  <a:pt x="153" y="96"/>
                </a:cubicBezTo>
                <a:cubicBezTo>
                  <a:pt x="168" y="96"/>
                  <a:pt x="168" y="96"/>
                  <a:pt x="168" y="96"/>
                </a:cubicBezTo>
                <a:cubicBezTo>
                  <a:pt x="170" y="96"/>
                  <a:pt x="171" y="96"/>
                  <a:pt x="172" y="96"/>
                </a:cubicBezTo>
                <a:cubicBezTo>
                  <a:pt x="181" y="86"/>
                  <a:pt x="194" y="80"/>
                  <a:pt x="208" y="80"/>
                </a:cubicBezTo>
                <a:cubicBezTo>
                  <a:pt x="235" y="80"/>
                  <a:pt x="256" y="102"/>
                  <a:pt x="256" y="128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8" name="Freeform 38"/>
          <p:cNvSpPr>
            <a:spLocks noEditPoints="1"/>
          </p:cNvSpPr>
          <p:nvPr/>
        </p:nvSpPr>
        <p:spPr bwMode="auto">
          <a:xfrm>
            <a:off x="4150785" y="4222751"/>
            <a:ext cx="579967" cy="577851"/>
          </a:xfrm>
          <a:custGeom>
            <a:avLst/>
            <a:gdLst>
              <a:gd name="T0" fmla="*/ 321 w 353"/>
              <a:gd name="T1" fmla="*/ 64 h 353"/>
              <a:gd name="T2" fmla="*/ 204 w 353"/>
              <a:gd name="T3" fmla="*/ 64 h 353"/>
              <a:gd name="T4" fmla="*/ 237 w 353"/>
              <a:gd name="T5" fmla="*/ 31 h 353"/>
              <a:gd name="T6" fmla="*/ 241 w 353"/>
              <a:gd name="T7" fmla="*/ 32 h 353"/>
              <a:gd name="T8" fmla="*/ 257 w 353"/>
              <a:gd name="T9" fmla="*/ 16 h 353"/>
              <a:gd name="T10" fmla="*/ 241 w 353"/>
              <a:gd name="T11" fmla="*/ 0 h 353"/>
              <a:gd name="T12" fmla="*/ 225 w 353"/>
              <a:gd name="T13" fmla="*/ 16 h 353"/>
              <a:gd name="T14" fmla="*/ 225 w 353"/>
              <a:gd name="T15" fmla="*/ 20 h 353"/>
              <a:gd name="T16" fmla="*/ 181 w 353"/>
              <a:gd name="T17" fmla="*/ 64 h 353"/>
              <a:gd name="T18" fmla="*/ 172 w 353"/>
              <a:gd name="T19" fmla="*/ 64 h 353"/>
              <a:gd name="T20" fmla="*/ 128 w 353"/>
              <a:gd name="T21" fmla="*/ 20 h 353"/>
              <a:gd name="T22" fmla="*/ 128 w 353"/>
              <a:gd name="T23" fmla="*/ 16 h 353"/>
              <a:gd name="T24" fmla="*/ 112 w 353"/>
              <a:gd name="T25" fmla="*/ 0 h 353"/>
              <a:gd name="T26" fmla="*/ 96 w 353"/>
              <a:gd name="T27" fmla="*/ 16 h 353"/>
              <a:gd name="T28" fmla="*/ 112 w 353"/>
              <a:gd name="T29" fmla="*/ 32 h 353"/>
              <a:gd name="T30" fmla="*/ 116 w 353"/>
              <a:gd name="T31" fmla="*/ 31 h 353"/>
              <a:gd name="T32" fmla="*/ 149 w 353"/>
              <a:gd name="T33" fmla="*/ 64 h 353"/>
              <a:gd name="T34" fmla="*/ 32 w 353"/>
              <a:gd name="T35" fmla="*/ 64 h 353"/>
              <a:gd name="T36" fmla="*/ 0 w 353"/>
              <a:gd name="T37" fmla="*/ 96 h 353"/>
              <a:gd name="T38" fmla="*/ 0 w 353"/>
              <a:gd name="T39" fmla="*/ 289 h 353"/>
              <a:gd name="T40" fmla="*/ 32 w 353"/>
              <a:gd name="T41" fmla="*/ 321 h 353"/>
              <a:gd name="T42" fmla="*/ 64 w 353"/>
              <a:gd name="T43" fmla="*/ 321 h 353"/>
              <a:gd name="T44" fmla="*/ 64 w 353"/>
              <a:gd name="T45" fmla="*/ 345 h 353"/>
              <a:gd name="T46" fmla="*/ 72 w 353"/>
              <a:gd name="T47" fmla="*/ 353 h 353"/>
              <a:gd name="T48" fmla="*/ 80 w 353"/>
              <a:gd name="T49" fmla="*/ 345 h 353"/>
              <a:gd name="T50" fmla="*/ 80 w 353"/>
              <a:gd name="T51" fmla="*/ 337 h 353"/>
              <a:gd name="T52" fmla="*/ 273 w 353"/>
              <a:gd name="T53" fmla="*/ 337 h 353"/>
              <a:gd name="T54" fmla="*/ 273 w 353"/>
              <a:gd name="T55" fmla="*/ 345 h 353"/>
              <a:gd name="T56" fmla="*/ 281 w 353"/>
              <a:gd name="T57" fmla="*/ 353 h 353"/>
              <a:gd name="T58" fmla="*/ 289 w 353"/>
              <a:gd name="T59" fmla="*/ 345 h 353"/>
              <a:gd name="T60" fmla="*/ 289 w 353"/>
              <a:gd name="T61" fmla="*/ 321 h 353"/>
              <a:gd name="T62" fmla="*/ 321 w 353"/>
              <a:gd name="T63" fmla="*/ 321 h 353"/>
              <a:gd name="T64" fmla="*/ 353 w 353"/>
              <a:gd name="T65" fmla="*/ 289 h 353"/>
              <a:gd name="T66" fmla="*/ 353 w 353"/>
              <a:gd name="T67" fmla="*/ 96 h 353"/>
              <a:gd name="T68" fmla="*/ 321 w 353"/>
              <a:gd name="T69" fmla="*/ 64 h 353"/>
              <a:gd name="T70" fmla="*/ 337 w 353"/>
              <a:gd name="T71" fmla="*/ 289 h 353"/>
              <a:gd name="T72" fmla="*/ 321 w 353"/>
              <a:gd name="T73" fmla="*/ 305 h 353"/>
              <a:gd name="T74" fmla="*/ 32 w 353"/>
              <a:gd name="T75" fmla="*/ 305 h 353"/>
              <a:gd name="T76" fmla="*/ 16 w 353"/>
              <a:gd name="T77" fmla="*/ 289 h 353"/>
              <a:gd name="T78" fmla="*/ 16 w 353"/>
              <a:gd name="T79" fmla="*/ 96 h 353"/>
              <a:gd name="T80" fmla="*/ 32 w 353"/>
              <a:gd name="T81" fmla="*/ 80 h 353"/>
              <a:gd name="T82" fmla="*/ 321 w 353"/>
              <a:gd name="T83" fmla="*/ 80 h 353"/>
              <a:gd name="T84" fmla="*/ 337 w 353"/>
              <a:gd name="T85" fmla="*/ 96 h 353"/>
              <a:gd name="T86" fmla="*/ 337 w 353"/>
              <a:gd name="T87" fmla="*/ 289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353" h="353">
                <a:moveTo>
                  <a:pt x="321" y="64"/>
                </a:moveTo>
                <a:cubicBezTo>
                  <a:pt x="204" y="64"/>
                  <a:pt x="204" y="64"/>
                  <a:pt x="204" y="64"/>
                </a:cubicBezTo>
                <a:cubicBezTo>
                  <a:pt x="237" y="31"/>
                  <a:pt x="237" y="31"/>
                  <a:pt x="237" y="31"/>
                </a:cubicBezTo>
                <a:cubicBezTo>
                  <a:pt x="238" y="32"/>
                  <a:pt x="239" y="32"/>
                  <a:pt x="241" y="32"/>
                </a:cubicBezTo>
                <a:cubicBezTo>
                  <a:pt x="250" y="32"/>
                  <a:pt x="257" y="25"/>
                  <a:pt x="257" y="16"/>
                </a:cubicBezTo>
                <a:cubicBezTo>
                  <a:pt x="257" y="7"/>
                  <a:pt x="250" y="0"/>
                  <a:pt x="241" y="0"/>
                </a:cubicBezTo>
                <a:cubicBezTo>
                  <a:pt x="232" y="0"/>
                  <a:pt x="225" y="7"/>
                  <a:pt x="225" y="16"/>
                </a:cubicBezTo>
                <a:cubicBezTo>
                  <a:pt x="225" y="17"/>
                  <a:pt x="225" y="19"/>
                  <a:pt x="225" y="20"/>
                </a:cubicBezTo>
                <a:cubicBezTo>
                  <a:pt x="181" y="64"/>
                  <a:pt x="181" y="64"/>
                  <a:pt x="181" y="64"/>
                </a:cubicBezTo>
                <a:cubicBezTo>
                  <a:pt x="172" y="64"/>
                  <a:pt x="172" y="64"/>
                  <a:pt x="172" y="64"/>
                </a:cubicBezTo>
                <a:cubicBezTo>
                  <a:pt x="128" y="20"/>
                  <a:pt x="128" y="20"/>
                  <a:pt x="128" y="20"/>
                </a:cubicBezTo>
                <a:cubicBezTo>
                  <a:pt x="128" y="19"/>
                  <a:pt x="128" y="17"/>
                  <a:pt x="128" y="16"/>
                </a:cubicBezTo>
                <a:cubicBezTo>
                  <a:pt x="128" y="7"/>
                  <a:pt x="121" y="0"/>
                  <a:pt x="112" y="0"/>
                </a:cubicBezTo>
                <a:cubicBezTo>
                  <a:pt x="103" y="0"/>
                  <a:pt x="96" y="7"/>
                  <a:pt x="96" y="16"/>
                </a:cubicBezTo>
                <a:cubicBezTo>
                  <a:pt x="96" y="25"/>
                  <a:pt x="103" y="32"/>
                  <a:pt x="112" y="32"/>
                </a:cubicBezTo>
                <a:cubicBezTo>
                  <a:pt x="114" y="32"/>
                  <a:pt x="115" y="32"/>
                  <a:pt x="116" y="31"/>
                </a:cubicBezTo>
                <a:cubicBezTo>
                  <a:pt x="149" y="64"/>
                  <a:pt x="149" y="64"/>
                  <a:pt x="149" y="64"/>
                </a:cubicBezTo>
                <a:cubicBezTo>
                  <a:pt x="32" y="64"/>
                  <a:pt x="32" y="64"/>
                  <a:pt x="32" y="64"/>
                </a:cubicBezTo>
                <a:cubicBezTo>
                  <a:pt x="14" y="64"/>
                  <a:pt x="0" y="78"/>
                  <a:pt x="0" y="96"/>
                </a:cubicBezTo>
                <a:cubicBezTo>
                  <a:pt x="0" y="289"/>
                  <a:pt x="0" y="289"/>
                  <a:pt x="0" y="289"/>
                </a:cubicBezTo>
                <a:cubicBezTo>
                  <a:pt x="0" y="306"/>
                  <a:pt x="14" y="321"/>
                  <a:pt x="32" y="321"/>
                </a:cubicBezTo>
                <a:cubicBezTo>
                  <a:pt x="64" y="321"/>
                  <a:pt x="64" y="321"/>
                  <a:pt x="64" y="321"/>
                </a:cubicBezTo>
                <a:cubicBezTo>
                  <a:pt x="64" y="345"/>
                  <a:pt x="64" y="345"/>
                  <a:pt x="64" y="345"/>
                </a:cubicBezTo>
                <a:cubicBezTo>
                  <a:pt x="64" y="349"/>
                  <a:pt x="68" y="353"/>
                  <a:pt x="72" y="353"/>
                </a:cubicBezTo>
                <a:cubicBezTo>
                  <a:pt x="77" y="353"/>
                  <a:pt x="80" y="349"/>
                  <a:pt x="80" y="345"/>
                </a:cubicBezTo>
                <a:cubicBezTo>
                  <a:pt x="80" y="337"/>
                  <a:pt x="80" y="337"/>
                  <a:pt x="80" y="337"/>
                </a:cubicBezTo>
                <a:cubicBezTo>
                  <a:pt x="273" y="337"/>
                  <a:pt x="273" y="337"/>
                  <a:pt x="273" y="337"/>
                </a:cubicBezTo>
                <a:cubicBezTo>
                  <a:pt x="273" y="345"/>
                  <a:pt x="273" y="345"/>
                  <a:pt x="273" y="345"/>
                </a:cubicBezTo>
                <a:cubicBezTo>
                  <a:pt x="273" y="349"/>
                  <a:pt x="276" y="353"/>
                  <a:pt x="281" y="353"/>
                </a:cubicBezTo>
                <a:cubicBezTo>
                  <a:pt x="285" y="353"/>
                  <a:pt x="289" y="349"/>
                  <a:pt x="289" y="345"/>
                </a:cubicBezTo>
                <a:cubicBezTo>
                  <a:pt x="289" y="321"/>
                  <a:pt x="289" y="321"/>
                  <a:pt x="289" y="321"/>
                </a:cubicBezTo>
                <a:cubicBezTo>
                  <a:pt x="321" y="321"/>
                  <a:pt x="321" y="321"/>
                  <a:pt x="321" y="321"/>
                </a:cubicBezTo>
                <a:cubicBezTo>
                  <a:pt x="339" y="321"/>
                  <a:pt x="353" y="306"/>
                  <a:pt x="353" y="289"/>
                </a:cubicBezTo>
                <a:cubicBezTo>
                  <a:pt x="353" y="96"/>
                  <a:pt x="353" y="96"/>
                  <a:pt x="353" y="96"/>
                </a:cubicBezTo>
                <a:cubicBezTo>
                  <a:pt x="353" y="78"/>
                  <a:pt x="339" y="64"/>
                  <a:pt x="321" y="64"/>
                </a:cubicBezTo>
                <a:moveTo>
                  <a:pt x="337" y="289"/>
                </a:moveTo>
                <a:cubicBezTo>
                  <a:pt x="337" y="298"/>
                  <a:pt x="330" y="305"/>
                  <a:pt x="321" y="305"/>
                </a:cubicBezTo>
                <a:cubicBezTo>
                  <a:pt x="32" y="305"/>
                  <a:pt x="32" y="305"/>
                  <a:pt x="32" y="305"/>
                </a:cubicBezTo>
                <a:cubicBezTo>
                  <a:pt x="23" y="305"/>
                  <a:pt x="16" y="298"/>
                  <a:pt x="16" y="289"/>
                </a:cubicBezTo>
                <a:cubicBezTo>
                  <a:pt x="16" y="96"/>
                  <a:pt x="16" y="96"/>
                  <a:pt x="16" y="96"/>
                </a:cubicBezTo>
                <a:cubicBezTo>
                  <a:pt x="16" y="87"/>
                  <a:pt x="23" y="80"/>
                  <a:pt x="32" y="80"/>
                </a:cubicBezTo>
                <a:cubicBezTo>
                  <a:pt x="321" y="80"/>
                  <a:pt x="321" y="80"/>
                  <a:pt x="321" y="80"/>
                </a:cubicBezTo>
                <a:cubicBezTo>
                  <a:pt x="330" y="80"/>
                  <a:pt x="337" y="87"/>
                  <a:pt x="337" y="96"/>
                </a:cubicBezTo>
                <a:lnTo>
                  <a:pt x="337" y="28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9" name="Freeform 39"/>
          <p:cNvSpPr>
            <a:spLocks noEditPoints="1"/>
          </p:cNvSpPr>
          <p:nvPr/>
        </p:nvSpPr>
        <p:spPr bwMode="auto">
          <a:xfrm>
            <a:off x="5255684" y="4222751"/>
            <a:ext cx="577851" cy="577851"/>
          </a:xfrm>
          <a:custGeom>
            <a:avLst/>
            <a:gdLst>
              <a:gd name="T0" fmla="*/ 225 w 353"/>
              <a:gd name="T1" fmla="*/ 128 h 353"/>
              <a:gd name="T2" fmla="*/ 321 w 353"/>
              <a:gd name="T3" fmla="*/ 225 h 353"/>
              <a:gd name="T4" fmla="*/ 321 w 353"/>
              <a:gd name="T5" fmla="*/ 257 h 353"/>
              <a:gd name="T6" fmla="*/ 289 w 353"/>
              <a:gd name="T7" fmla="*/ 160 h 353"/>
              <a:gd name="T8" fmla="*/ 321 w 353"/>
              <a:gd name="T9" fmla="*/ 160 h 353"/>
              <a:gd name="T10" fmla="*/ 161 w 353"/>
              <a:gd name="T11" fmla="*/ 192 h 353"/>
              <a:gd name="T12" fmla="*/ 257 w 353"/>
              <a:gd name="T13" fmla="*/ 289 h 353"/>
              <a:gd name="T14" fmla="*/ 257 w 353"/>
              <a:gd name="T15" fmla="*/ 257 h 353"/>
              <a:gd name="T16" fmla="*/ 225 w 353"/>
              <a:gd name="T17" fmla="*/ 289 h 353"/>
              <a:gd name="T18" fmla="*/ 193 w 353"/>
              <a:gd name="T19" fmla="*/ 289 h 353"/>
              <a:gd name="T20" fmla="*/ 161 w 353"/>
              <a:gd name="T21" fmla="*/ 257 h 353"/>
              <a:gd name="T22" fmla="*/ 32 w 353"/>
              <a:gd name="T23" fmla="*/ 192 h 353"/>
              <a:gd name="T24" fmla="*/ 32 w 353"/>
              <a:gd name="T25" fmla="*/ 160 h 353"/>
              <a:gd name="T26" fmla="*/ 64 w 353"/>
              <a:gd name="T27" fmla="*/ 257 h 353"/>
              <a:gd name="T28" fmla="*/ 32 w 353"/>
              <a:gd name="T29" fmla="*/ 257 h 353"/>
              <a:gd name="T30" fmla="*/ 97 w 353"/>
              <a:gd name="T31" fmla="*/ 128 h 353"/>
              <a:gd name="T32" fmla="*/ 193 w 353"/>
              <a:gd name="T33" fmla="*/ 96 h 353"/>
              <a:gd name="T34" fmla="*/ 193 w 353"/>
              <a:gd name="T35" fmla="*/ 128 h 353"/>
              <a:gd name="T36" fmla="*/ 97 w 353"/>
              <a:gd name="T37" fmla="*/ 289 h 353"/>
              <a:gd name="T38" fmla="*/ 64 w 353"/>
              <a:gd name="T39" fmla="*/ 289 h 353"/>
              <a:gd name="T40" fmla="*/ 64 w 353"/>
              <a:gd name="T41" fmla="*/ 96 h 353"/>
              <a:gd name="T42" fmla="*/ 257 w 353"/>
              <a:gd name="T43" fmla="*/ 225 h 353"/>
              <a:gd name="T44" fmla="*/ 257 w 353"/>
              <a:gd name="T45" fmla="*/ 192 h 353"/>
              <a:gd name="T46" fmla="*/ 97 w 353"/>
              <a:gd name="T47" fmla="*/ 160 h 353"/>
              <a:gd name="T48" fmla="*/ 129 w 353"/>
              <a:gd name="T49" fmla="*/ 160 h 353"/>
              <a:gd name="T50" fmla="*/ 193 w 353"/>
              <a:gd name="T51" fmla="*/ 225 h 353"/>
              <a:gd name="T52" fmla="*/ 97 w 353"/>
              <a:gd name="T53" fmla="*/ 257 h 353"/>
              <a:gd name="T54" fmla="*/ 97 w 353"/>
              <a:gd name="T55" fmla="*/ 225 h 353"/>
              <a:gd name="T56" fmla="*/ 204 w 353"/>
              <a:gd name="T57" fmla="*/ 64 h 353"/>
              <a:gd name="T58" fmla="*/ 257 w 353"/>
              <a:gd name="T59" fmla="*/ 16 h 353"/>
              <a:gd name="T60" fmla="*/ 226 w 353"/>
              <a:gd name="T61" fmla="*/ 20 h 353"/>
              <a:gd name="T62" fmla="*/ 128 w 353"/>
              <a:gd name="T63" fmla="*/ 20 h 353"/>
              <a:gd name="T64" fmla="*/ 97 w 353"/>
              <a:gd name="T65" fmla="*/ 16 h 353"/>
              <a:gd name="T66" fmla="*/ 149 w 353"/>
              <a:gd name="T67" fmla="*/ 64 h 353"/>
              <a:gd name="T68" fmla="*/ 0 w 353"/>
              <a:gd name="T69" fmla="*/ 289 h 353"/>
              <a:gd name="T70" fmla="*/ 64 w 353"/>
              <a:gd name="T71" fmla="*/ 345 h 353"/>
              <a:gd name="T72" fmla="*/ 81 w 353"/>
              <a:gd name="T73" fmla="*/ 337 h 353"/>
              <a:gd name="T74" fmla="*/ 281 w 353"/>
              <a:gd name="T75" fmla="*/ 353 h 353"/>
              <a:gd name="T76" fmla="*/ 321 w 353"/>
              <a:gd name="T77" fmla="*/ 321 h 353"/>
              <a:gd name="T78" fmla="*/ 321 w 353"/>
              <a:gd name="T79" fmla="*/ 64 h 353"/>
              <a:gd name="T80" fmla="*/ 32 w 353"/>
              <a:gd name="T81" fmla="*/ 305 h 353"/>
              <a:gd name="T82" fmla="*/ 32 w 353"/>
              <a:gd name="T83" fmla="*/ 80 h 353"/>
              <a:gd name="T84" fmla="*/ 337 w 353"/>
              <a:gd name="T85" fmla="*/ 289 h 353"/>
              <a:gd name="T86" fmla="*/ 289 w 353"/>
              <a:gd name="T87" fmla="*/ 128 h 353"/>
              <a:gd name="T88" fmla="*/ 289 w 353"/>
              <a:gd name="T89" fmla="*/ 128 h 353"/>
              <a:gd name="T90" fmla="*/ 289 w 353"/>
              <a:gd name="T91" fmla="*/ 96 h 353"/>
              <a:gd name="T92" fmla="*/ 257 w 353"/>
              <a:gd name="T93" fmla="*/ 257 h 353"/>
              <a:gd name="T94" fmla="*/ 225 w 353"/>
              <a:gd name="T95" fmla="*/ 257 h 353"/>
              <a:gd name="T96" fmla="*/ 225 w 353"/>
              <a:gd name="T97" fmla="*/ 192 h 353"/>
              <a:gd name="T98" fmla="*/ 97 w 353"/>
              <a:gd name="T99" fmla="*/ 192 h 353"/>
              <a:gd name="T100" fmla="*/ 97 w 353"/>
              <a:gd name="T101" fmla="*/ 225 h 353"/>
              <a:gd name="T102" fmla="*/ 257 w 353"/>
              <a:gd name="T103" fmla="*/ 192 h 353"/>
              <a:gd name="T104" fmla="*/ 225 w 353"/>
              <a:gd name="T105" fmla="*/ 192 h 353"/>
              <a:gd name="T106" fmla="*/ 161 w 353"/>
              <a:gd name="T107" fmla="*/ 192 h 353"/>
              <a:gd name="T108" fmla="*/ 225 w 353"/>
              <a:gd name="T109" fmla="*/ 128 h 353"/>
              <a:gd name="T110" fmla="*/ 225 w 353"/>
              <a:gd name="T111" fmla="*/ 160 h 353"/>
              <a:gd name="T112" fmla="*/ 64 w 353"/>
              <a:gd name="T113" fmla="*/ 128 h 353"/>
              <a:gd name="T114" fmla="*/ 97 w 353"/>
              <a:gd name="T115" fmla="*/ 128 h 353"/>
              <a:gd name="T116" fmla="*/ 129 w 353"/>
              <a:gd name="T117" fmla="*/ 160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353" h="353">
                <a:moveTo>
                  <a:pt x="257" y="96"/>
                </a:moveTo>
                <a:cubicBezTo>
                  <a:pt x="225" y="96"/>
                  <a:pt x="225" y="96"/>
                  <a:pt x="225" y="96"/>
                </a:cubicBezTo>
                <a:cubicBezTo>
                  <a:pt x="225" y="128"/>
                  <a:pt x="225" y="128"/>
                  <a:pt x="225" y="128"/>
                </a:cubicBezTo>
                <a:cubicBezTo>
                  <a:pt x="257" y="128"/>
                  <a:pt x="257" y="128"/>
                  <a:pt x="257" y="128"/>
                </a:cubicBezTo>
                <a:lnTo>
                  <a:pt x="257" y="96"/>
                </a:lnTo>
                <a:close/>
                <a:moveTo>
                  <a:pt x="321" y="225"/>
                </a:moveTo>
                <a:cubicBezTo>
                  <a:pt x="289" y="225"/>
                  <a:pt x="289" y="225"/>
                  <a:pt x="289" y="225"/>
                </a:cubicBezTo>
                <a:cubicBezTo>
                  <a:pt x="289" y="257"/>
                  <a:pt x="289" y="257"/>
                  <a:pt x="289" y="257"/>
                </a:cubicBezTo>
                <a:cubicBezTo>
                  <a:pt x="321" y="257"/>
                  <a:pt x="321" y="257"/>
                  <a:pt x="321" y="257"/>
                </a:cubicBezTo>
                <a:lnTo>
                  <a:pt x="321" y="225"/>
                </a:lnTo>
                <a:close/>
                <a:moveTo>
                  <a:pt x="321" y="160"/>
                </a:moveTo>
                <a:cubicBezTo>
                  <a:pt x="289" y="160"/>
                  <a:pt x="289" y="160"/>
                  <a:pt x="289" y="160"/>
                </a:cubicBezTo>
                <a:cubicBezTo>
                  <a:pt x="289" y="192"/>
                  <a:pt x="289" y="192"/>
                  <a:pt x="289" y="192"/>
                </a:cubicBezTo>
                <a:cubicBezTo>
                  <a:pt x="321" y="192"/>
                  <a:pt x="321" y="192"/>
                  <a:pt x="321" y="192"/>
                </a:cubicBezTo>
                <a:lnTo>
                  <a:pt x="321" y="160"/>
                </a:lnTo>
                <a:close/>
                <a:moveTo>
                  <a:pt x="193" y="160"/>
                </a:moveTo>
                <a:cubicBezTo>
                  <a:pt x="161" y="160"/>
                  <a:pt x="161" y="160"/>
                  <a:pt x="161" y="160"/>
                </a:cubicBezTo>
                <a:cubicBezTo>
                  <a:pt x="161" y="192"/>
                  <a:pt x="161" y="192"/>
                  <a:pt x="161" y="192"/>
                </a:cubicBezTo>
                <a:cubicBezTo>
                  <a:pt x="193" y="192"/>
                  <a:pt x="193" y="192"/>
                  <a:pt x="193" y="192"/>
                </a:cubicBezTo>
                <a:lnTo>
                  <a:pt x="193" y="160"/>
                </a:lnTo>
                <a:close/>
                <a:moveTo>
                  <a:pt x="257" y="289"/>
                </a:moveTo>
                <a:cubicBezTo>
                  <a:pt x="289" y="289"/>
                  <a:pt x="289" y="289"/>
                  <a:pt x="289" y="289"/>
                </a:cubicBezTo>
                <a:cubicBezTo>
                  <a:pt x="289" y="257"/>
                  <a:pt x="289" y="257"/>
                  <a:pt x="289" y="257"/>
                </a:cubicBezTo>
                <a:cubicBezTo>
                  <a:pt x="257" y="257"/>
                  <a:pt x="257" y="257"/>
                  <a:pt x="257" y="257"/>
                </a:cubicBezTo>
                <a:lnTo>
                  <a:pt x="257" y="289"/>
                </a:lnTo>
                <a:close/>
                <a:moveTo>
                  <a:pt x="193" y="289"/>
                </a:moveTo>
                <a:cubicBezTo>
                  <a:pt x="225" y="289"/>
                  <a:pt x="225" y="289"/>
                  <a:pt x="225" y="289"/>
                </a:cubicBezTo>
                <a:cubicBezTo>
                  <a:pt x="225" y="257"/>
                  <a:pt x="225" y="257"/>
                  <a:pt x="225" y="257"/>
                </a:cubicBezTo>
                <a:cubicBezTo>
                  <a:pt x="193" y="257"/>
                  <a:pt x="193" y="257"/>
                  <a:pt x="193" y="257"/>
                </a:cubicBezTo>
                <a:lnTo>
                  <a:pt x="193" y="289"/>
                </a:lnTo>
                <a:close/>
                <a:moveTo>
                  <a:pt x="129" y="289"/>
                </a:moveTo>
                <a:cubicBezTo>
                  <a:pt x="161" y="289"/>
                  <a:pt x="161" y="289"/>
                  <a:pt x="161" y="289"/>
                </a:cubicBezTo>
                <a:cubicBezTo>
                  <a:pt x="161" y="257"/>
                  <a:pt x="161" y="257"/>
                  <a:pt x="161" y="257"/>
                </a:cubicBezTo>
                <a:cubicBezTo>
                  <a:pt x="129" y="257"/>
                  <a:pt x="129" y="257"/>
                  <a:pt x="129" y="257"/>
                </a:cubicBezTo>
                <a:lnTo>
                  <a:pt x="129" y="289"/>
                </a:lnTo>
                <a:close/>
                <a:moveTo>
                  <a:pt x="32" y="192"/>
                </a:moveTo>
                <a:cubicBezTo>
                  <a:pt x="64" y="192"/>
                  <a:pt x="64" y="192"/>
                  <a:pt x="64" y="192"/>
                </a:cubicBezTo>
                <a:cubicBezTo>
                  <a:pt x="64" y="160"/>
                  <a:pt x="64" y="160"/>
                  <a:pt x="64" y="160"/>
                </a:cubicBezTo>
                <a:cubicBezTo>
                  <a:pt x="32" y="160"/>
                  <a:pt x="32" y="160"/>
                  <a:pt x="32" y="160"/>
                </a:cubicBezTo>
                <a:lnTo>
                  <a:pt x="32" y="192"/>
                </a:lnTo>
                <a:close/>
                <a:moveTo>
                  <a:pt x="32" y="257"/>
                </a:moveTo>
                <a:cubicBezTo>
                  <a:pt x="64" y="257"/>
                  <a:pt x="64" y="257"/>
                  <a:pt x="64" y="257"/>
                </a:cubicBezTo>
                <a:cubicBezTo>
                  <a:pt x="64" y="225"/>
                  <a:pt x="64" y="225"/>
                  <a:pt x="64" y="225"/>
                </a:cubicBezTo>
                <a:cubicBezTo>
                  <a:pt x="32" y="225"/>
                  <a:pt x="32" y="225"/>
                  <a:pt x="32" y="225"/>
                </a:cubicBezTo>
                <a:lnTo>
                  <a:pt x="32" y="257"/>
                </a:lnTo>
                <a:close/>
                <a:moveTo>
                  <a:pt x="129" y="96"/>
                </a:moveTo>
                <a:cubicBezTo>
                  <a:pt x="97" y="96"/>
                  <a:pt x="97" y="96"/>
                  <a:pt x="97" y="96"/>
                </a:cubicBezTo>
                <a:cubicBezTo>
                  <a:pt x="97" y="128"/>
                  <a:pt x="97" y="128"/>
                  <a:pt x="97" y="128"/>
                </a:cubicBezTo>
                <a:cubicBezTo>
                  <a:pt x="129" y="128"/>
                  <a:pt x="129" y="128"/>
                  <a:pt x="129" y="128"/>
                </a:cubicBezTo>
                <a:lnTo>
                  <a:pt x="129" y="96"/>
                </a:lnTo>
                <a:close/>
                <a:moveTo>
                  <a:pt x="193" y="96"/>
                </a:moveTo>
                <a:cubicBezTo>
                  <a:pt x="161" y="96"/>
                  <a:pt x="161" y="96"/>
                  <a:pt x="161" y="96"/>
                </a:cubicBezTo>
                <a:cubicBezTo>
                  <a:pt x="161" y="128"/>
                  <a:pt x="161" y="128"/>
                  <a:pt x="161" y="128"/>
                </a:cubicBezTo>
                <a:cubicBezTo>
                  <a:pt x="193" y="128"/>
                  <a:pt x="193" y="128"/>
                  <a:pt x="193" y="128"/>
                </a:cubicBezTo>
                <a:lnTo>
                  <a:pt x="193" y="96"/>
                </a:lnTo>
                <a:close/>
                <a:moveTo>
                  <a:pt x="64" y="289"/>
                </a:moveTo>
                <a:cubicBezTo>
                  <a:pt x="97" y="289"/>
                  <a:pt x="97" y="289"/>
                  <a:pt x="97" y="289"/>
                </a:cubicBezTo>
                <a:cubicBezTo>
                  <a:pt x="97" y="257"/>
                  <a:pt x="97" y="257"/>
                  <a:pt x="97" y="257"/>
                </a:cubicBezTo>
                <a:cubicBezTo>
                  <a:pt x="64" y="257"/>
                  <a:pt x="64" y="257"/>
                  <a:pt x="64" y="257"/>
                </a:cubicBezTo>
                <a:lnTo>
                  <a:pt x="64" y="289"/>
                </a:lnTo>
                <a:close/>
                <a:moveTo>
                  <a:pt x="32" y="128"/>
                </a:moveTo>
                <a:cubicBezTo>
                  <a:pt x="64" y="128"/>
                  <a:pt x="64" y="128"/>
                  <a:pt x="64" y="128"/>
                </a:cubicBezTo>
                <a:cubicBezTo>
                  <a:pt x="64" y="96"/>
                  <a:pt x="64" y="96"/>
                  <a:pt x="64" y="96"/>
                </a:cubicBezTo>
                <a:cubicBezTo>
                  <a:pt x="32" y="96"/>
                  <a:pt x="32" y="96"/>
                  <a:pt x="32" y="96"/>
                </a:cubicBezTo>
                <a:lnTo>
                  <a:pt x="32" y="128"/>
                </a:lnTo>
                <a:close/>
                <a:moveTo>
                  <a:pt x="257" y="225"/>
                </a:moveTo>
                <a:cubicBezTo>
                  <a:pt x="289" y="225"/>
                  <a:pt x="289" y="225"/>
                  <a:pt x="289" y="225"/>
                </a:cubicBezTo>
                <a:cubicBezTo>
                  <a:pt x="289" y="192"/>
                  <a:pt x="289" y="192"/>
                  <a:pt x="289" y="192"/>
                </a:cubicBezTo>
                <a:cubicBezTo>
                  <a:pt x="257" y="192"/>
                  <a:pt x="257" y="192"/>
                  <a:pt x="257" y="192"/>
                </a:cubicBezTo>
                <a:lnTo>
                  <a:pt x="257" y="225"/>
                </a:lnTo>
                <a:close/>
                <a:moveTo>
                  <a:pt x="129" y="160"/>
                </a:moveTo>
                <a:cubicBezTo>
                  <a:pt x="97" y="160"/>
                  <a:pt x="97" y="160"/>
                  <a:pt x="97" y="160"/>
                </a:cubicBezTo>
                <a:cubicBezTo>
                  <a:pt x="97" y="192"/>
                  <a:pt x="97" y="192"/>
                  <a:pt x="97" y="192"/>
                </a:cubicBezTo>
                <a:cubicBezTo>
                  <a:pt x="129" y="192"/>
                  <a:pt x="129" y="192"/>
                  <a:pt x="129" y="192"/>
                </a:cubicBezTo>
                <a:lnTo>
                  <a:pt x="129" y="160"/>
                </a:lnTo>
                <a:close/>
                <a:moveTo>
                  <a:pt x="161" y="257"/>
                </a:moveTo>
                <a:cubicBezTo>
                  <a:pt x="193" y="257"/>
                  <a:pt x="193" y="257"/>
                  <a:pt x="193" y="257"/>
                </a:cubicBezTo>
                <a:cubicBezTo>
                  <a:pt x="193" y="225"/>
                  <a:pt x="193" y="225"/>
                  <a:pt x="193" y="225"/>
                </a:cubicBezTo>
                <a:cubicBezTo>
                  <a:pt x="161" y="225"/>
                  <a:pt x="161" y="225"/>
                  <a:pt x="161" y="225"/>
                </a:cubicBezTo>
                <a:lnTo>
                  <a:pt x="161" y="257"/>
                </a:lnTo>
                <a:close/>
                <a:moveTo>
                  <a:pt x="97" y="257"/>
                </a:moveTo>
                <a:cubicBezTo>
                  <a:pt x="129" y="257"/>
                  <a:pt x="129" y="257"/>
                  <a:pt x="129" y="257"/>
                </a:cubicBezTo>
                <a:cubicBezTo>
                  <a:pt x="129" y="225"/>
                  <a:pt x="129" y="225"/>
                  <a:pt x="129" y="225"/>
                </a:cubicBezTo>
                <a:cubicBezTo>
                  <a:pt x="97" y="225"/>
                  <a:pt x="97" y="225"/>
                  <a:pt x="97" y="225"/>
                </a:cubicBezTo>
                <a:lnTo>
                  <a:pt x="97" y="257"/>
                </a:lnTo>
                <a:close/>
                <a:moveTo>
                  <a:pt x="321" y="64"/>
                </a:moveTo>
                <a:cubicBezTo>
                  <a:pt x="204" y="64"/>
                  <a:pt x="204" y="64"/>
                  <a:pt x="204" y="64"/>
                </a:cubicBezTo>
                <a:cubicBezTo>
                  <a:pt x="237" y="31"/>
                  <a:pt x="237" y="31"/>
                  <a:pt x="237" y="31"/>
                </a:cubicBezTo>
                <a:cubicBezTo>
                  <a:pt x="238" y="32"/>
                  <a:pt x="240" y="32"/>
                  <a:pt x="241" y="32"/>
                </a:cubicBezTo>
                <a:cubicBezTo>
                  <a:pt x="250" y="32"/>
                  <a:pt x="257" y="25"/>
                  <a:pt x="257" y="16"/>
                </a:cubicBezTo>
                <a:cubicBezTo>
                  <a:pt x="257" y="7"/>
                  <a:pt x="250" y="0"/>
                  <a:pt x="241" y="0"/>
                </a:cubicBezTo>
                <a:cubicBezTo>
                  <a:pt x="232" y="0"/>
                  <a:pt x="225" y="7"/>
                  <a:pt x="225" y="16"/>
                </a:cubicBezTo>
                <a:cubicBezTo>
                  <a:pt x="225" y="17"/>
                  <a:pt x="225" y="19"/>
                  <a:pt x="226" y="20"/>
                </a:cubicBezTo>
                <a:cubicBezTo>
                  <a:pt x="182" y="64"/>
                  <a:pt x="182" y="64"/>
                  <a:pt x="182" y="64"/>
                </a:cubicBezTo>
                <a:cubicBezTo>
                  <a:pt x="172" y="64"/>
                  <a:pt x="172" y="64"/>
                  <a:pt x="172" y="64"/>
                </a:cubicBezTo>
                <a:cubicBezTo>
                  <a:pt x="128" y="20"/>
                  <a:pt x="128" y="20"/>
                  <a:pt x="128" y="20"/>
                </a:cubicBezTo>
                <a:cubicBezTo>
                  <a:pt x="128" y="19"/>
                  <a:pt x="129" y="17"/>
                  <a:pt x="129" y="16"/>
                </a:cubicBezTo>
                <a:cubicBezTo>
                  <a:pt x="129" y="7"/>
                  <a:pt x="121" y="0"/>
                  <a:pt x="113" y="0"/>
                </a:cubicBezTo>
                <a:cubicBezTo>
                  <a:pt x="104" y="0"/>
                  <a:pt x="97" y="7"/>
                  <a:pt x="97" y="16"/>
                </a:cubicBezTo>
                <a:cubicBezTo>
                  <a:pt x="97" y="25"/>
                  <a:pt x="104" y="32"/>
                  <a:pt x="113" y="32"/>
                </a:cubicBezTo>
                <a:cubicBezTo>
                  <a:pt x="114" y="32"/>
                  <a:pt x="115" y="32"/>
                  <a:pt x="117" y="31"/>
                </a:cubicBezTo>
                <a:cubicBezTo>
                  <a:pt x="149" y="64"/>
                  <a:pt x="149" y="64"/>
                  <a:pt x="149" y="64"/>
                </a:cubicBezTo>
                <a:cubicBezTo>
                  <a:pt x="32" y="64"/>
                  <a:pt x="32" y="64"/>
                  <a:pt x="32" y="64"/>
                </a:cubicBezTo>
                <a:cubicBezTo>
                  <a:pt x="15" y="64"/>
                  <a:pt x="0" y="78"/>
                  <a:pt x="0" y="96"/>
                </a:cubicBezTo>
                <a:cubicBezTo>
                  <a:pt x="0" y="289"/>
                  <a:pt x="0" y="289"/>
                  <a:pt x="0" y="289"/>
                </a:cubicBezTo>
                <a:cubicBezTo>
                  <a:pt x="0" y="306"/>
                  <a:pt x="15" y="321"/>
                  <a:pt x="32" y="321"/>
                </a:cubicBezTo>
                <a:cubicBezTo>
                  <a:pt x="64" y="321"/>
                  <a:pt x="64" y="321"/>
                  <a:pt x="64" y="321"/>
                </a:cubicBezTo>
                <a:cubicBezTo>
                  <a:pt x="64" y="345"/>
                  <a:pt x="64" y="345"/>
                  <a:pt x="64" y="345"/>
                </a:cubicBezTo>
                <a:cubicBezTo>
                  <a:pt x="64" y="349"/>
                  <a:pt x="68" y="353"/>
                  <a:pt x="72" y="353"/>
                </a:cubicBezTo>
                <a:cubicBezTo>
                  <a:pt x="77" y="353"/>
                  <a:pt x="81" y="349"/>
                  <a:pt x="81" y="345"/>
                </a:cubicBezTo>
                <a:cubicBezTo>
                  <a:pt x="81" y="337"/>
                  <a:pt x="81" y="337"/>
                  <a:pt x="81" y="337"/>
                </a:cubicBezTo>
                <a:cubicBezTo>
                  <a:pt x="273" y="337"/>
                  <a:pt x="273" y="337"/>
                  <a:pt x="273" y="337"/>
                </a:cubicBezTo>
                <a:cubicBezTo>
                  <a:pt x="273" y="345"/>
                  <a:pt x="273" y="345"/>
                  <a:pt x="273" y="345"/>
                </a:cubicBezTo>
                <a:cubicBezTo>
                  <a:pt x="273" y="349"/>
                  <a:pt x="277" y="353"/>
                  <a:pt x="281" y="353"/>
                </a:cubicBezTo>
                <a:cubicBezTo>
                  <a:pt x="286" y="353"/>
                  <a:pt x="289" y="349"/>
                  <a:pt x="289" y="345"/>
                </a:cubicBezTo>
                <a:cubicBezTo>
                  <a:pt x="289" y="321"/>
                  <a:pt x="289" y="321"/>
                  <a:pt x="289" y="321"/>
                </a:cubicBezTo>
                <a:cubicBezTo>
                  <a:pt x="321" y="321"/>
                  <a:pt x="321" y="321"/>
                  <a:pt x="321" y="321"/>
                </a:cubicBezTo>
                <a:cubicBezTo>
                  <a:pt x="339" y="321"/>
                  <a:pt x="353" y="306"/>
                  <a:pt x="353" y="289"/>
                </a:cubicBezTo>
                <a:cubicBezTo>
                  <a:pt x="353" y="96"/>
                  <a:pt x="353" y="96"/>
                  <a:pt x="353" y="96"/>
                </a:cubicBezTo>
                <a:cubicBezTo>
                  <a:pt x="353" y="78"/>
                  <a:pt x="339" y="64"/>
                  <a:pt x="321" y="64"/>
                </a:cubicBezTo>
                <a:moveTo>
                  <a:pt x="337" y="289"/>
                </a:moveTo>
                <a:cubicBezTo>
                  <a:pt x="337" y="298"/>
                  <a:pt x="330" y="305"/>
                  <a:pt x="321" y="305"/>
                </a:cubicBezTo>
                <a:cubicBezTo>
                  <a:pt x="32" y="305"/>
                  <a:pt x="32" y="305"/>
                  <a:pt x="32" y="305"/>
                </a:cubicBezTo>
                <a:cubicBezTo>
                  <a:pt x="23" y="305"/>
                  <a:pt x="16" y="298"/>
                  <a:pt x="16" y="289"/>
                </a:cubicBezTo>
                <a:cubicBezTo>
                  <a:pt x="16" y="96"/>
                  <a:pt x="16" y="96"/>
                  <a:pt x="16" y="96"/>
                </a:cubicBezTo>
                <a:cubicBezTo>
                  <a:pt x="16" y="87"/>
                  <a:pt x="23" y="80"/>
                  <a:pt x="32" y="80"/>
                </a:cubicBezTo>
                <a:cubicBezTo>
                  <a:pt x="321" y="80"/>
                  <a:pt x="321" y="80"/>
                  <a:pt x="321" y="80"/>
                </a:cubicBezTo>
                <a:cubicBezTo>
                  <a:pt x="330" y="80"/>
                  <a:pt x="337" y="87"/>
                  <a:pt x="337" y="96"/>
                </a:cubicBezTo>
                <a:lnTo>
                  <a:pt x="337" y="289"/>
                </a:lnTo>
                <a:close/>
                <a:moveTo>
                  <a:pt x="257" y="160"/>
                </a:moveTo>
                <a:cubicBezTo>
                  <a:pt x="289" y="160"/>
                  <a:pt x="289" y="160"/>
                  <a:pt x="289" y="160"/>
                </a:cubicBezTo>
                <a:cubicBezTo>
                  <a:pt x="289" y="128"/>
                  <a:pt x="289" y="128"/>
                  <a:pt x="289" y="128"/>
                </a:cubicBezTo>
                <a:cubicBezTo>
                  <a:pt x="257" y="128"/>
                  <a:pt x="257" y="128"/>
                  <a:pt x="257" y="128"/>
                </a:cubicBezTo>
                <a:lnTo>
                  <a:pt x="257" y="160"/>
                </a:lnTo>
                <a:close/>
                <a:moveTo>
                  <a:pt x="289" y="128"/>
                </a:moveTo>
                <a:cubicBezTo>
                  <a:pt x="321" y="128"/>
                  <a:pt x="321" y="128"/>
                  <a:pt x="321" y="128"/>
                </a:cubicBezTo>
                <a:cubicBezTo>
                  <a:pt x="321" y="96"/>
                  <a:pt x="321" y="96"/>
                  <a:pt x="321" y="96"/>
                </a:cubicBezTo>
                <a:cubicBezTo>
                  <a:pt x="289" y="96"/>
                  <a:pt x="289" y="96"/>
                  <a:pt x="289" y="96"/>
                </a:cubicBezTo>
                <a:lnTo>
                  <a:pt x="289" y="128"/>
                </a:lnTo>
                <a:close/>
                <a:moveTo>
                  <a:pt x="225" y="257"/>
                </a:moveTo>
                <a:cubicBezTo>
                  <a:pt x="257" y="257"/>
                  <a:pt x="257" y="257"/>
                  <a:pt x="257" y="257"/>
                </a:cubicBezTo>
                <a:cubicBezTo>
                  <a:pt x="257" y="225"/>
                  <a:pt x="257" y="225"/>
                  <a:pt x="257" y="225"/>
                </a:cubicBezTo>
                <a:cubicBezTo>
                  <a:pt x="225" y="225"/>
                  <a:pt x="225" y="225"/>
                  <a:pt x="225" y="225"/>
                </a:cubicBezTo>
                <a:lnTo>
                  <a:pt x="225" y="257"/>
                </a:lnTo>
                <a:close/>
                <a:moveTo>
                  <a:pt x="193" y="225"/>
                </a:moveTo>
                <a:cubicBezTo>
                  <a:pt x="225" y="225"/>
                  <a:pt x="225" y="225"/>
                  <a:pt x="225" y="225"/>
                </a:cubicBezTo>
                <a:cubicBezTo>
                  <a:pt x="225" y="192"/>
                  <a:pt x="225" y="192"/>
                  <a:pt x="225" y="192"/>
                </a:cubicBezTo>
                <a:cubicBezTo>
                  <a:pt x="193" y="192"/>
                  <a:pt x="193" y="192"/>
                  <a:pt x="193" y="192"/>
                </a:cubicBezTo>
                <a:lnTo>
                  <a:pt x="193" y="225"/>
                </a:lnTo>
                <a:close/>
                <a:moveTo>
                  <a:pt x="97" y="192"/>
                </a:moveTo>
                <a:cubicBezTo>
                  <a:pt x="64" y="192"/>
                  <a:pt x="64" y="192"/>
                  <a:pt x="64" y="192"/>
                </a:cubicBezTo>
                <a:cubicBezTo>
                  <a:pt x="64" y="225"/>
                  <a:pt x="64" y="225"/>
                  <a:pt x="64" y="225"/>
                </a:cubicBezTo>
                <a:cubicBezTo>
                  <a:pt x="97" y="225"/>
                  <a:pt x="97" y="225"/>
                  <a:pt x="97" y="225"/>
                </a:cubicBezTo>
                <a:lnTo>
                  <a:pt x="97" y="192"/>
                </a:lnTo>
                <a:close/>
                <a:moveTo>
                  <a:pt x="225" y="192"/>
                </a:moveTo>
                <a:cubicBezTo>
                  <a:pt x="257" y="192"/>
                  <a:pt x="257" y="192"/>
                  <a:pt x="257" y="192"/>
                </a:cubicBezTo>
                <a:cubicBezTo>
                  <a:pt x="257" y="160"/>
                  <a:pt x="257" y="160"/>
                  <a:pt x="257" y="160"/>
                </a:cubicBezTo>
                <a:cubicBezTo>
                  <a:pt x="225" y="160"/>
                  <a:pt x="225" y="160"/>
                  <a:pt x="225" y="160"/>
                </a:cubicBezTo>
                <a:lnTo>
                  <a:pt x="225" y="192"/>
                </a:lnTo>
                <a:close/>
                <a:moveTo>
                  <a:pt x="129" y="225"/>
                </a:moveTo>
                <a:cubicBezTo>
                  <a:pt x="161" y="225"/>
                  <a:pt x="161" y="225"/>
                  <a:pt x="161" y="225"/>
                </a:cubicBezTo>
                <a:cubicBezTo>
                  <a:pt x="161" y="192"/>
                  <a:pt x="161" y="192"/>
                  <a:pt x="161" y="192"/>
                </a:cubicBezTo>
                <a:cubicBezTo>
                  <a:pt x="129" y="192"/>
                  <a:pt x="129" y="192"/>
                  <a:pt x="129" y="192"/>
                </a:cubicBezTo>
                <a:lnTo>
                  <a:pt x="129" y="225"/>
                </a:lnTo>
                <a:close/>
                <a:moveTo>
                  <a:pt x="225" y="128"/>
                </a:moveTo>
                <a:cubicBezTo>
                  <a:pt x="193" y="128"/>
                  <a:pt x="193" y="128"/>
                  <a:pt x="193" y="128"/>
                </a:cubicBezTo>
                <a:cubicBezTo>
                  <a:pt x="193" y="160"/>
                  <a:pt x="193" y="160"/>
                  <a:pt x="193" y="160"/>
                </a:cubicBezTo>
                <a:cubicBezTo>
                  <a:pt x="225" y="160"/>
                  <a:pt x="225" y="160"/>
                  <a:pt x="225" y="160"/>
                </a:cubicBezTo>
                <a:lnTo>
                  <a:pt x="225" y="128"/>
                </a:lnTo>
                <a:close/>
                <a:moveTo>
                  <a:pt x="97" y="128"/>
                </a:moveTo>
                <a:cubicBezTo>
                  <a:pt x="64" y="128"/>
                  <a:pt x="64" y="128"/>
                  <a:pt x="64" y="128"/>
                </a:cubicBezTo>
                <a:cubicBezTo>
                  <a:pt x="64" y="160"/>
                  <a:pt x="64" y="160"/>
                  <a:pt x="64" y="160"/>
                </a:cubicBezTo>
                <a:cubicBezTo>
                  <a:pt x="97" y="160"/>
                  <a:pt x="97" y="160"/>
                  <a:pt x="97" y="160"/>
                </a:cubicBezTo>
                <a:lnTo>
                  <a:pt x="97" y="128"/>
                </a:lnTo>
                <a:close/>
                <a:moveTo>
                  <a:pt x="161" y="128"/>
                </a:moveTo>
                <a:cubicBezTo>
                  <a:pt x="129" y="128"/>
                  <a:pt x="129" y="128"/>
                  <a:pt x="129" y="128"/>
                </a:cubicBezTo>
                <a:cubicBezTo>
                  <a:pt x="129" y="160"/>
                  <a:pt x="129" y="160"/>
                  <a:pt x="129" y="160"/>
                </a:cubicBezTo>
                <a:cubicBezTo>
                  <a:pt x="161" y="160"/>
                  <a:pt x="161" y="160"/>
                  <a:pt x="161" y="160"/>
                </a:cubicBezTo>
                <a:lnTo>
                  <a:pt x="161" y="12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0" name="Freeform 40"/>
          <p:cNvSpPr>
            <a:spLocks noEditPoints="1"/>
          </p:cNvSpPr>
          <p:nvPr/>
        </p:nvSpPr>
        <p:spPr bwMode="auto">
          <a:xfrm>
            <a:off x="6360584" y="4222751"/>
            <a:ext cx="577851" cy="577851"/>
          </a:xfrm>
          <a:custGeom>
            <a:avLst/>
            <a:gdLst>
              <a:gd name="T0" fmla="*/ 289 w 353"/>
              <a:gd name="T1" fmla="*/ 160 h 353"/>
              <a:gd name="T2" fmla="*/ 321 w 353"/>
              <a:gd name="T3" fmla="*/ 160 h 353"/>
              <a:gd name="T4" fmla="*/ 224 w 353"/>
              <a:gd name="T5" fmla="*/ 144 h 353"/>
              <a:gd name="T6" fmla="*/ 48 w 353"/>
              <a:gd name="T7" fmla="*/ 305 h 353"/>
              <a:gd name="T8" fmla="*/ 224 w 353"/>
              <a:gd name="T9" fmla="*/ 144 h 353"/>
              <a:gd name="T10" fmla="*/ 64 w 353"/>
              <a:gd name="T11" fmla="*/ 289 h 353"/>
              <a:gd name="T12" fmla="*/ 208 w 353"/>
              <a:gd name="T13" fmla="*/ 160 h 353"/>
              <a:gd name="T14" fmla="*/ 321 w 353"/>
              <a:gd name="T15" fmla="*/ 96 h 353"/>
              <a:gd name="T16" fmla="*/ 197 w 353"/>
              <a:gd name="T17" fmla="*/ 70 h 353"/>
              <a:gd name="T18" fmla="*/ 240 w 353"/>
              <a:gd name="T19" fmla="*/ 32 h 353"/>
              <a:gd name="T20" fmla="*/ 240 w 353"/>
              <a:gd name="T21" fmla="*/ 0 h 353"/>
              <a:gd name="T22" fmla="*/ 225 w 353"/>
              <a:gd name="T23" fmla="*/ 20 h 353"/>
              <a:gd name="T24" fmla="*/ 176 w 353"/>
              <a:gd name="T25" fmla="*/ 64 h 353"/>
              <a:gd name="T26" fmla="*/ 127 w 353"/>
              <a:gd name="T27" fmla="*/ 20 h 353"/>
              <a:gd name="T28" fmla="*/ 112 w 353"/>
              <a:gd name="T29" fmla="*/ 0 h 353"/>
              <a:gd name="T30" fmla="*/ 112 w 353"/>
              <a:gd name="T31" fmla="*/ 32 h 353"/>
              <a:gd name="T32" fmla="*/ 155 w 353"/>
              <a:gd name="T33" fmla="*/ 70 h 353"/>
              <a:gd name="T34" fmla="*/ 32 w 353"/>
              <a:gd name="T35" fmla="*/ 96 h 353"/>
              <a:gd name="T36" fmla="*/ 0 w 353"/>
              <a:gd name="T37" fmla="*/ 321 h 353"/>
              <a:gd name="T38" fmla="*/ 321 w 353"/>
              <a:gd name="T39" fmla="*/ 353 h 353"/>
              <a:gd name="T40" fmla="*/ 353 w 353"/>
              <a:gd name="T41" fmla="*/ 128 h 353"/>
              <a:gd name="T42" fmla="*/ 256 w 353"/>
              <a:gd name="T43" fmla="*/ 337 h 353"/>
              <a:gd name="T44" fmla="*/ 16 w 353"/>
              <a:gd name="T45" fmla="*/ 321 h 353"/>
              <a:gd name="T46" fmla="*/ 32 w 353"/>
              <a:gd name="T47" fmla="*/ 112 h 353"/>
              <a:gd name="T48" fmla="*/ 256 w 353"/>
              <a:gd name="T49" fmla="*/ 337 h 353"/>
              <a:gd name="T50" fmla="*/ 321 w 353"/>
              <a:gd name="T51" fmla="*/ 337 h 353"/>
              <a:gd name="T52" fmla="*/ 273 w 353"/>
              <a:gd name="T53" fmla="*/ 112 h 353"/>
              <a:gd name="T54" fmla="*/ 337 w 353"/>
              <a:gd name="T55" fmla="*/ 128 h 353"/>
              <a:gd name="T56" fmla="*/ 305 w 353"/>
              <a:gd name="T57" fmla="*/ 225 h 353"/>
              <a:gd name="T58" fmla="*/ 305 w 353"/>
              <a:gd name="T59" fmla="*/ 241 h 353"/>
              <a:gd name="T60" fmla="*/ 305 w 353"/>
              <a:gd name="T61" fmla="*/ 225 h 353"/>
              <a:gd name="T62" fmla="*/ 297 w 353"/>
              <a:gd name="T63" fmla="*/ 200 h 353"/>
              <a:gd name="T64" fmla="*/ 313 w 353"/>
              <a:gd name="T65" fmla="*/ 200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353" h="353">
                <a:moveTo>
                  <a:pt x="305" y="144"/>
                </a:moveTo>
                <a:cubicBezTo>
                  <a:pt x="296" y="144"/>
                  <a:pt x="289" y="151"/>
                  <a:pt x="289" y="160"/>
                </a:cubicBezTo>
                <a:cubicBezTo>
                  <a:pt x="289" y="169"/>
                  <a:pt x="296" y="176"/>
                  <a:pt x="305" y="176"/>
                </a:cubicBezTo>
                <a:cubicBezTo>
                  <a:pt x="313" y="176"/>
                  <a:pt x="321" y="169"/>
                  <a:pt x="321" y="160"/>
                </a:cubicBezTo>
                <a:cubicBezTo>
                  <a:pt x="321" y="151"/>
                  <a:pt x="313" y="144"/>
                  <a:pt x="305" y="144"/>
                </a:cubicBezTo>
                <a:moveTo>
                  <a:pt x="224" y="144"/>
                </a:moveTo>
                <a:cubicBezTo>
                  <a:pt x="48" y="144"/>
                  <a:pt x="48" y="144"/>
                  <a:pt x="48" y="144"/>
                </a:cubicBezTo>
                <a:cubicBezTo>
                  <a:pt x="48" y="305"/>
                  <a:pt x="48" y="305"/>
                  <a:pt x="48" y="305"/>
                </a:cubicBezTo>
                <a:cubicBezTo>
                  <a:pt x="224" y="305"/>
                  <a:pt x="224" y="305"/>
                  <a:pt x="224" y="305"/>
                </a:cubicBezTo>
                <a:lnTo>
                  <a:pt x="224" y="144"/>
                </a:lnTo>
                <a:close/>
                <a:moveTo>
                  <a:pt x="208" y="289"/>
                </a:moveTo>
                <a:cubicBezTo>
                  <a:pt x="64" y="289"/>
                  <a:pt x="64" y="289"/>
                  <a:pt x="64" y="289"/>
                </a:cubicBezTo>
                <a:cubicBezTo>
                  <a:pt x="64" y="160"/>
                  <a:pt x="64" y="160"/>
                  <a:pt x="64" y="160"/>
                </a:cubicBezTo>
                <a:cubicBezTo>
                  <a:pt x="208" y="160"/>
                  <a:pt x="208" y="160"/>
                  <a:pt x="208" y="160"/>
                </a:cubicBezTo>
                <a:lnTo>
                  <a:pt x="208" y="289"/>
                </a:lnTo>
                <a:close/>
                <a:moveTo>
                  <a:pt x="321" y="96"/>
                </a:moveTo>
                <a:cubicBezTo>
                  <a:pt x="215" y="96"/>
                  <a:pt x="215" y="96"/>
                  <a:pt x="215" y="96"/>
                </a:cubicBezTo>
                <a:cubicBezTo>
                  <a:pt x="213" y="85"/>
                  <a:pt x="207" y="76"/>
                  <a:pt x="197" y="70"/>
                </a:cubicBezTo>
                <a:cubicBezTo>
                  <a:pt x="236" y="31"/>
                  <a:pt x="236" y="31"/>
                  <a:pt x="236" y="31"/>
                </a:cubicBezTo>
                <a:cubicBezTo>
                  <a:pt x="238" y="32"/>
                  <a:pt x="239" y="32"/>
                  <a:pt x="240" y="32"/>
                </a:cubicBezTo>
                <a:cubicBezTo>
                  <a:pt x="249" y="32"/>
                  <a:pt x="256" y="25"/>
                  <a:pt x="256" y="16"/>
                </a:cubicBezTo>
                <a:cubicBezTo>
                  <a:pt x="256" y="7"/>
                  <a:pt x="249" y="0"/>
                  <a:pt x="240" y="0"/>
                </a:cubicBezTo>
                <a:cubicBezTo>
                  <a:pt x="232" y="0"/>
                  <a:pt x="224" y="7"/>
                  <a:pt x="224" y="16"/>
                </a:cubicBezTo>
                <a:cubicBezTo>
                  <a:pt x="224" y="17"/>
                  <a:pt x="225" y="19"/>
                  <a:pt x="225" y="20"/>
                </a:cubicBezTo>
                <a:cubicBezTo>
                  <a:pt x="180" y="64"/>
                  <a:pt x="180" y="64"/>
                  <a:pt x="180" y="64"/>
                </a:cubicBezTo>
                <a:cubicBezTo>
                  <a:pt x="179" y="64"/>
                  <a:pt x="178" y="64"/>
                  <a:pt x="176" y="64"/>
                </a:cubicBezTo>
                <a:cubicBezTo>
                  <a:pt x="175" y="64"/>
                  <a:pt x="173" y="64"/>
                  <a:pt x="172" y="64"/>
                </a:cubicBezTo>
                <a:cubicBezTo>
                  <a:pt x="127" y="20"/>
                  <a:pt x="127" y="20"/>
                  <a:pt x="127" y="20"/>
                </a:cubicBezTo>
                <a:cubicBezTo>
                  <a:pt x="128" y="19"/>
                  <a:pt x="128" y="17"/>
                  <a:pt x="128" y="16"/>
                </a:cubicBezTo>
                <a:cubicBezTo>
                  <a:pt x="128" y="7"/>
                  <a:pt x="121" y="0"/>
                  <a:pt x="112" y="0"/>
                </a:cubicBezTo>
                <a:cubicBezTo>
                  <a:pt x="103" y="0"/>
                  <a:pt x="96" y="7"/>
                  <a:pt x="96" y="16"/>
                </a:cubicBezTo>
                <a:cubicBezTo>
                  <a:pt x="96" y="25"/>
                  <a:pt x="103" y="32"/>
                  <a:pt x="112" y="32"/>
                </a:cubicBezTo>
                <a:cubicBezTo>
                  <a:pt x="113" y="32"/>
                  <a:pt x="115" y="32"/>
                  <a:pt x="116" y="31"/>
                </a:cubicBezTo>
                <a:cubicBezTo>
                  <a:pt x="155" y="70"/>
                  <a:pt x="155" y="70"/>
                  <a:pt x="155" y="70"/>
                </a:cubicBezTo>
                <a:cubicBezTo>
                  <a:pt x="146" y="76"/>
                  <a:pt x="139" y="85"/>
                  <a:pt x="137" y="96"/>
                </a:cubicBezTo>
                <a:cubicBezTo>
                  <a:pt x="32" y="96"/>
                  <a:pt x="32" y="96"/>
                  <a:pt x="32" y="96"/>
                </a:cubicBezTo>
                <a:cubicBezTo>
                  <a:pt x="14" y="96"/>
                  <a:pt x="0" y="110"/>
                  <a:pt x="0" y="128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4" y="353"/>
                  <a:pt x="32" y="353"/>
                </a:cubicBezTo>
                <a:cubicBezTo>
                  <a:pt x="321" y="353"/>
                  <a:pt x="321" y="353"/>
                  <a:pt x="321" y="353"/>
                </a:cubicBezTo>
                <a:cubicBezTo>
                  <a:pt x="338" y="353"/>
                  <a:pt x="353" y="339"/>
                  <a:pt x="353" y="321"/>
                </a:cubicBezTo>
                <a:cubicBezTo>
                  <a:pt x="353" y="128"/>
                  <a:pt x="353" y="128"/>
                  <a:pt x="353" y="128"/>
                </a:cubicBezTo>
                <a:cubicBezTo>
                  <a:pt x="353" y="110"/>
                  <a:pt x="338" y="96"/>
                  <a:pt x="321" y="96"/>
                </a:cubicBezTo>
                <a:moveTo>
                  <a:pt x="256" y="337"/>
                </a:moveTo>
                <a:cubicBezTo>
                  <a:pt x="32" y="337"/>
                  <a:pt x="32" y="337"/>
                  <a:pt x="32" y="337"/>
                </a:cubicBezTo>
                <a:cubicBezTo>
                  <a:pt x="23" y="337"/>
                  <a:pt x="16" y="330"/>
                  <a:pt x="16" y="321"/>
                </a:cubicBezTo>
                <a:cubicBezTo>
                  <a:pt x="16" y="128"/>
                  <a:pt x="16" y="128"/>
                  <a:pt x="16" y="128"/>
                </a:cubicBezTo>
                <a:cubicBezTo>
                  <a:pt x="16" y="119"/>
                  <a:pt x="23" y="112"/>
                  <a:pt x="32" y="112"/>
                </a:cubicBezTo>
                <a:cubicBezTo>
                  <a:pt x="256" y="112"/>
                  <a:pt x="256" y="112"/>
                  <a:pt x="256" y="112"/>
                </a:cubicBezTo>
                <a:lnTo>
                  <a:pt x="256" y="337"/>
                </a:lnTo>
                <a:close/>
                <a:moveTo>
                  <a:pt x="337" y="321"/>
                </a:moveTo>
                <a:cubicBezTo>
                  <a:pt x="337" y="330"/>
                  <a:pt x="330" y="337"/>
                  <a:pt x="321" y="337"/>
                </a:cubicBezTo>
                <a:cubicBezTo>
                  <a:pt x="273" y="337"/>
                  <a:pt x="273" y="337"/>
                  <a:pt x="273" y="337"/>
                </a:cubicBezTo>
                <a:cubicBezTo>
                  <a:pt x="273" y="112"/>
                  <a:pt x="273" y="112"/>
                  <a:pt x="273" y="112"/>
                </a:cubicBezTo>
                <a:cubicBezTo>
                  <a:pt x="321" y="112"/>
                  <a:pt x="321" y="112"/>
                  <a:pt x="321" y="112"/>
                </a:cubicBezTo>
                <a:cubicBezTo>
                  <a:pt x="330" y="112"/>
                  <a:pt x="337" y="119"/>
                  <a:pt x="337" y="128"/>
                </a:cubicBezTo>
                <a:lnTo>
                  <a:pt x="337" y="321"/>
                </a:lnTo>
                <a:close/>
                <a:moveTo>
                  <a:pt x="305" y="225"/>
                </a:moveTo>
                <a:cubicBezTo>
                  <a:pt x="300" y="225"/>
                  <a:pt x="297" y="228"/>
                  <a:pt x="297" y="233"/>
                </a:cubicBezTo>
                <a:cubicBezTo>
                  <a:pt x="297" y="237"/>
                  <a:pt x="300" y="241"/>
                  <a:pt x="305" y="241"/>
                </a:cubicBezTo>
                <a:cubicBezTo>
                  <a:pt x="309" y="241"/>
                  <a:pt x="313" y="237"/>
                  <a:pt x="313" y="233"/>
                </a:cubicBezTo>
                <a:cubicBezTo>
                  <a:pt x="313" y="228"/>
                  <a:pt x="309" y="225"/>
                  <a:pt x="305" y="225"/>
                </a:cubicBezTo>
                <a:moveTo>
                  <a:pt x="305" y="192"/>
                </a:moveTo>
                <a:cubicBezTo>
                  <a:pt x="300" y="192"/>
                  <a:pt x="297" y="196"/>
                  <a:pt x="297" y="200"/>
                </a:cubicBezTo>
                <a:cubicBezTo>
                  <a:pt x="297" y="205"/>
                  <a:pt x="300" y="208"/>
                  <a:pt x="305" y="208"/>
                </a:cubicBezTo>
                <a:cubicBezTo>
                  <a:pt x="309" y="208"/>
                  <a:pt x="313" y="205"/>
                  <a:pt x="313" y="200"/>
                </a:cubicBezTo>
                <a:cubicBezTo>
                  <a:pt x="313" y="196"/>
                  <a:pt x="309" y="192"/>
                  <a:pt x="305" y="192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1" name="Freeform 41"/>
          <p:cNvSpPr>
            <a:spLocks noEditPoints="1"/>
          </p:cNvSpPr>
          <p:nvPr/>
        </p:nvSpPr>
        <p:spPr bwMode="auto">
          <a:xfrm>
            <a:off x="7463367" y="4351867"/>
            <a:ext cx="577851" cy="317500"/>
          </a:xfrm>
          <a:custGeom>
            <a:avLst/>
            <a:gdLst>
              <a:gd name="T0" fmla="*/ 176 w 353"/>
              <a:gd name="T1" fmla="*/ 48 h 193"/>
              <a:gd name="T2" fmla="*/ 64 w 353"/>
              <a:gd name="T3" fmla="*/ 96 h 193"/>
              <a:gd name="T4" fmla="*/ 144 w 353"/>
              <a:gd name="T5" fmla="*/ 96 h 193"/>
              <a:gd name="T6" fmla="*/ 160 w 353"/>
              <a:gd name="T7" fmla="*/ 145 h 193"/>
              <a:gd name="T8" fmla="*/ 273 w 353"/>
              <a:gd name="T9" fmla="*/ 96 h 193"/>
              <a:gd name="T10" fmla="*/ 193 w 353"/>
              <a:gd name="T11" fmla="*/ 96 h 193"/>
              <a:gd name="T12" fmla="*/ 176 w 353"/>
              <a:gd name="T13" fmla="*/ 48 h 193"/>
              <a:gd name="T14" fmla="*/ 337 w 353"/>
              <a:gd name="T15" fmla="*/ 64 h 193"/>
              <a:gd name="T16" fmla="*/ 337 w 353"/>
              <a:gd name="T17" fmla="*/ 32 h 193"/>
              <a:gd name="T18" fmla="*/ 305 w 353"/>
              <a:gd name="T19" fmla="*/ 0 h 193"/>
              <a:gd name="T20" fmla="*/ 32 w 353"/>
              <a:gd name="T21" fmla="*/ 0 h 193"/>
              <a:gd name="T22" fmla="*/ 0 w 353"/>
              <a:gd name="T23" fmla="*/ 32 h 193"/>
              <a:gd name="T24" fmla="*/ 0 w 353"/>
              <a:gd name="T25" fmla="*/ 161 h 193"/>
              <a:gd name="T26" fmla="*/ 32 w 353"/>
              <a:gd name="T27" fmla="*/ 193 h 193"/>
              <a:gd name="T28" fmla="*/ 305 w 353"/>
              <a:gd name="T29" fmla="*/ 193 h 193"/>
              <a:gd name="T30" fmla="*/ 337 w 353"/>
              <a:gd name="T31" fmla="*/ 161 h 193"/>
              <a:gd name="T32" fmla="*/ 337 w 353"/>
              <a:gd name="T33" fmla="*/ 128 h 193"/>
              <a:gd name="T34" fmla="*/ 353 w 353"/>
              <a:gd name="T35" fmla="*/ 112 h 193"/>
              <a:gd name="T36" fmla="*/ 353 w 353"/>
              <a:gd name="T37" fmla="*/ 80 h 193"/>
              <a:gd name="T38" fmla="*/ 337 w 353"/>
              <a:gd name="T39" fmla="*/ 64 h 193"/>
              <a:gd name="T40" fmla="*/ 321 w 353"/>
              <a:gd name="T41" fmla="*/ 161 h 193"/>
              <a:gd name="T42" fmla="*/ 305 w 353"/>
              <a:gd name="T43" fmla="*/ 177 h 193"/>
              <a:gd name="T44" fmla="*/ 32 w 353"/>
              <a:gd name="T45" fmla="*/ 177 h 193"/>
              <a:gd name="T46" fmla="*/ 16 w 353"/>
              <a:gd name="T47" fmla="*/ 161 h 193"/>
              <a:gd name="T48" fmla="*/ 16 w 353"/>
              <a:gd name="T49" fmla="*/ 32 h 193"/>
              <a:gd name="T50" fmla="*/ 32 w 353"/>
              <a:gd name="T51" fmla="*/ 16 h 193"/>
              <a:gd name="T52" fmla="*/ 305 w 353"/>
              <a:gd name="T53" fmla="*/ 16 h 193"/>
              <a:gd name="T54" fmla="*/ 321 w 353"/>
              <a:gd name="T55" fmla="*/ 32 h 193"/>
              <a:gd name="T56" fmla="*/ 321 w 353"/>
              <a:gd name="T57" fmla="*/ 161 h 1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353" h="193">
                <a:moveTo>
                  <a:pt x="176" y="48"/>
                </a:moveTo>
                <a:cubicBezTo>
                  <a:pt x="64" y="96"/>
                  <a:pt x="64" y="96"/>
                  <a:pt x="64" y="96"/>
                </a:cubicBezTo>
                <a:cubicBezTo>
                  <a:pt x="144" y="96"/>
                  <a:pt x="144" y="96"/>
                  <a:pt x="144" y="96"/>
                </a:cubicBezTo>
                <a:cubicBezTo>
                  <a:pt x="160" y="145"/>
                  <a:pt x="160" y="145"/>
                  <a:pt x="160" y="145"/>
                </a:cubicBezTo>
                <a:cubicBezTo>
                  <a:pt x="273" y="96"/>
                  <a:pt x="273" y="96"/>
                  <a:pt x="273" y="96"/>
                </a:cubicBezTo>
                <a:cubicBezTo>
                  <a:pt x="193" y="96"/>
                  <a:pt x="193" y="96"/>
                  <a:pt x="193" y="96"/>
                </a:cubicBezTo>
                <a:lnTo>
                  <a:pt x="176" y="48"/>
                </a:lnTo>
                <a:close/>
                <a:moveTo>
                  <a:pt x="337" y="64"/>
                </a:moveTo>
                <a:cubicBezTo>
                  <a:pt x="337" y="32"/>
                  <a:pt x="337" y="32"/>
                  <a:pt x="337" y="32"/>
                </a:cubicBezTo>
                <a:cubicBezTo>
                  <a:pt x="337" y="14"/>
                  <a:pt x="323" y="0"/>
                  <a:pt x="305" y="0"/>
                </a:cubicBez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4"/>
                  <a:pt x="0" y="32"/>
                </a:cubicBezTo>
                <a:cubicBezTo>
                  <a:pt x="0" y="161"/>
                  <a:pt x="0" y="161"/>
                  <a:pt x="0" y="161"/>
                </a:cubicBezTo>
                <a:cubicBezTo>
                  <a:pt x="0" y="178"/>
                  <a:pt x="14" y="193"/>
                  <a:pt x="32" y="193"/>
                </a:cubicBezTo>
                <a:cubicBezTo>
                  <a:pt x="305" y="193"/>
                  <a:pt x="305" y="193"/>
                  <a:pt x="305" y="193"/>
                </a:cubicBezTo>
                <a:cubicBezTo>
                  <a:pt x="323" y="193"/>
                  <a:pt x="337" y="178"/>
                  <a:pt x="337" y="161"/>
                </a:cubicBezTo>
                <a:cubicBezTo>
                  <a:pt x="337" y="128"/>
                  <a:pt x="337" y="128"/>
                  <a:pt x="337" y="128"/>
                </a:cubicBezTo>
                <a:cubicBezTo>
                  <a:pt x="346" y="128"/>
                  <a:pt x="353" y="121"/>
                  <a:pt x="353" y="112"/>
                </a:cubicBezTo>
                <a:cubicBezTo>
                  <a:pt x="353" y="80"/>
                  <a:pt x="353" y="80"/>
                  <a:pt x="353" y="80"/>
                </a:cubicBezTo>
                <a:cubicBezTo>
                  <a:pt x="353" y="71"/>
                  <a:pt x="346" y="64"/>
                  <a:pt x="337" y="64"/>
                </a:cubicBezTo>
                <a:moveTo>
                  <a:pt x="321" y="161"/>
                </a:moveTo>
                <a:cubicBezTo>
                  <a:pt x="321" y="169"/>
                  <a:pt x="314" y="177"/>
                  <a:pt x="305" y="177"/>
                </a:cubicBezTo>
                <a:cubicBezTo>
                  <a:pt x="32" y="177"/>
                  <a:pt x="32" y="177"/>
                  <a:pt x="32" y="177"/>
                </a:cubicBezTo>
                <a:cubicBezTo>
                  <a:pt x="23" y="177"/>
                  <a:pt x="16" y="169"/>
                  <a:pt x="16" y="16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3"/>
                  <a:pt x="23" y="16"/>
                  <a:pt x="32" y="16"/>
                </a:cubicBezTo>
                <a:cubicBezTo>
                  <a:pt x="305" y="16"/>
                  <a:pt x="305" y="16"/>
                  <a:pt x="305" y="16"/>
                </a:cubicBezTo>
                <a:cubicBezTo>
                  <a:pt x="314" y="16"/>
                  <a:pt x="321" y="23"/>
                  <a:pt x="321" y="32"/>
                </a:cubicBezTo>
                <a:lnTo>
                  <a:pt x="321" y="16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2" name="Freeform 42"/>
          <p:cNvSpPr>
            <a:spLocks noEditPoints="1"/>
          </p:cNvSpPr>
          <p:nvPr/>
        </p:nvSpPr>
        <p:spPr bwMode="auto">
          <a:xfrm>
            <a:off x="8568267" y="4351867"/>
            <a:ext cx="577851" cy="317500"/>
          </a:xfrm>
          <a:custGeom>
            <a:avLst/>
            <a:gdLst>
              <a:gd name="T0" fmla="*/ 337 w 353"/>
              <a:gd name="T1" fmla="*/ 64 h 193"/>
              <a:gd name="T2" fmla="*/ 337 w 353"/>
              <a:gd name="T3" fmla="*/ 32 h 193"/>
              <a:gd name="T4" fmla="*/ 305 w 353"/>
              <a:gd name="T5" fmla="*/ 0 h 193"/>
              <a:gd name="T6" fmla="*/ 32 w 353"/>
              <a:gd name="T7" fmla="*/ 0 h 193"/>
              <a:gd name="T8" fmla="*/ 0 w 353"/>
              <a:gd name="T9" fmla="*/ 32 h 193"/>
              <a:gd name="T10" fmla="*/ 0 w 353"/>
              <a:gd name="T11" fmla="*/ 161 h 193"/>
              <a:gd name="T12" fmla="*/ 32 w 353"/>
              <a:gd name="T13" fmla="*/ 193 h 193"/>
              <a:gd name="T14" fmla="*/ 305 w 353"/>
              <a:gd name="T15" fmla="*/ 193 h 193"/>
              <a:gd name="T16" fmla="*/ 337 w 353"/>
              <a:gd name="T17" fmla="*/ 161 h 193"/>
              <a:gd name="T18" fmla="*/ 337 w 353"/>
              <a:gd name="T19" fmla="*/ 128 h 193"/>
              <a:gd name="T20" fmla="*/ 353 w 353"/>
              <a:gd name="T21" fmla="*/ 112 h 193"/>
              <a:gd name="T22" fmla="*/ 353 w 353"/>
              <a:gd name="T23" fmla="*/ 80 h 193"/>
              <a:gd name="T24" fmla="*/ 337 w 353"/>
              <a:gd name="T25" fmla="*/ 64 h 193"/>
              <a:gd name="T26" fmla="*/ 321 w 353"/>
              <a:gd name="T27" fmla="*/ 161 h 193"/>
              <a:gd name="T28" fmla="*/ 305 w 353"/>
              <a:gd name="T29" fmla="*/ 177 h 193"/>
              <a:gd name="T30" fmla="*/ 32 w 353"/>
              <a:gd name="T31" fmla="*/ 177 h 193"/>
              <a:gd name="T32" fmla="*/ 16 w 353"/>
              <a:gd name="T33" fmla="*/ 161 h 193"/>
              <a:gd name="T34" fmla="*/ 16 w 353"/>
              <a:gd name="T35" fmla="*/ 32 h 193"/>
              <a:gd name="T36" fmla="*/ 32 w 353"/>
              <a:gd name="T37" fmla="*/ 16 h 193"/>
              <a:gd name="T38" fmla="*/ 305 w 353"/>
              <a:gd name="T39" fmla="*/ 16 h 193"/>
              <a:gd name="T40" fmla="*/ 321 w 353"/>
              <a:gd name="T41" fmla="*/ 32 h 193"/>
              <a:gd name="T42" fmla="*/ 321 w 353"/>
              <a:gd name="T43" fmla="*/ 161 h 1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353" h="193">
                <a:moveTo>
                  <a:pt x="337" y="64"/>
                </a:moveTo>
                <a:cubicBezTo>
                  <a:pt x="337" y="32"/>
                  <a:pt x="337" y="32"/>
                  <a:pt x="337" y="32"/>
                </a:cubicBezTo>
                <a:cubicBezTo>
                  <a:pt x="337" y="14"/>
                  <a:pt x="323" y="0"/>
                  <a:pt x="305" y="0"/>
                </a:cubicBezTo>
                <a:cubicBezTo>
                  <a:pt x="32" y="0"/>
                  <a:pt x="32" y="0"/>
                  <a:pt x="32" y="0"/>
                </a:cubicBezTo>
                <a:cubicBezTo>
                  <a:pt x="15" y="0"/>
                  <a:pt x="0" y="14"/>
                  <a:pt x="0" y="32"/>
                </a:cubicBezTo>
                <a:cubicBezTo>
                  <a:pt x="0" y="161"/>
                  <a:pt x="0" y="161"/>
                  <a:pt x="0" y="161"/>
                </a:cubicBezTo>
                <a:cubicBezTo>
                  <a:pt x="0" y="178"/>
                  <a:pt x="15" y="193"/>
                  <a:pt x="32" y="193"/>
                </a:cubicBezTo>
                <a:cubicBezTo>
                  <a:pt x="305" y="193"/>
                  <a:pt x="305" y="193"/>
                  <a:pt x="305" y="193"/>
                </a:cubicBezTo>
                <a:cubicBezTo>
                  <a:pt x="323" y="193"/>
                  <a:pt x="337" y="178"/>
                  <a:pt x="337" y="161"/>
                </a:cubicBezTo>
                <a:cubicBezTo>
                  <a:pt x="337" y="128"/>
                  <a:pt x="337" y="128"/>
                  <a:pt x="337" y="128"/>
                </a:cubicBezTo>
                <a:cubicBezTo>
                  <a:pt x="346" y="128"/>
                  <a:pt x="353" y="121"/>
                  <a:pt x="353" y="112"/>
                </a:cubicBezTo>
                <a:cubicBezTo>
                  <a:pt x="353" y="80"/>
                  <a:pt x="353" y="80"/>
                  <a:pt x="353" y="80"/>
                </a:cubicBezTo>
                <a:cubicBezTo>
                  <a:pt x="353" y="71"/>
                  <a:pt x="346" y="64"/>
                  <a:pt x="337" y="64"/>
                </a:cubicBezTo>
                <a:moveTo>
                  <a:pt x="321" y="161"/>
                </a:moveTo>
                <a:cubicBezTo>
                  <a:pt x="321" y="169"/>
                  <a:pt x="314" y="177"/>
                  <a:pt x="305" y="177"/>
                </a:cubicBezTo>
                <a:cubicBezTo>
                  <a:pt x="32" y="177"/>
                  <a:pt x="32" y="177"/>
                  <a:pt x="32" y="177"/>
                </a:cubicBezTo>
                <a:cubicBezTo>
                  <a:pt x="23" y="177"/>
                  <a:pt x="16" y="169"/>
                  <a:pt x="16" y="16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3"/>
                  <a:pt x="23" y="16"/>
                  <a:pt x="32" y="16"/>
                </a:cubicBezTo>
                <a:cubicBezTo>
                  <a:pt x="305" y="16"/>
                  <a:pt x="305" y="16"/>
                  <a:pt x="305" y="16"/>
                </a:cubicBezTo>
                <a:cubicBezTo>
                  <a:pt x="314" y="16"/>
                  <a:pt x="321" y="23"/>
                  <a:pt x="321" y="32"/>
                </a:cubicBezTo>
                <a:lnTo>
                  <a:pt x="321" y="16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3" name="Freeform 43"/>
          <p:cNvSpPr>
            <a:spLocks noEditPoints="1"/>
          </p:cNvSpPr>
          <p:nvPr/>
        </p:nvSpPr>
        <p:spPr bwMode="auto">
          <a:xfrm>
            <a:off x="9673167" y="4351867"/>
            <a:ext cx="577851" cy="317500"/>
          </a:xfrm>
          <a:custGeom>
            <a:avLst/>
            <a:gdLst>
              <a:gd name="T0" fmla="*/ 32 w 353"/>
              <a:gd name="T1" fmla="*/ 161 h 193"/>
              <a:gd name="T2" fmla="*/ 112 w 353"/>
              <a:gd name="T3" fmla="*/ 161 h 193"/>
              <a:gd name="T4" fmla="*/ 112 w 353"/>
              <a:gd name="T5" fmla="*/ 32 h 193"/>
              <a:gd name="T6" fmla="*/ 32 w 353"/>
              <a:gd name="T7" fmla="*/ 32 h 193"/>
              <a:gd name="T8" fmla="*/ 32 w 353"/>
              <a:gd name="T9" fmla="*/ 161 h 193"/>
              <a:gd name="T10" fmla="*/ 337 w 353"/>
              <a:gd name="T11" fmla="*/ 64 h 193"/>
              <a:gd name="T12" fmla="*/ 337 w 353"/>
              <a:gd name="T13" fmla="*/ 32 h 193"/>
              <a:gd name="T14" fmla="*/ 305 w 353"/>
              <a:gd name="T15" fmla="*/ 0 h 193"/>
              <a:gd name="T16" fmla="*/ 32 w 353"/>
              <a:gd name="T17" fmla="*/ 0 h 193"/>
              <a:gd name="T18" fmla="*/ 0 w 353"/>
              <a:gd name="T19" fmla="*/ 32 h 193"/>
              <a:gd name="T20" fmla="*/ 0 w 353"/>
              <a:gd name="T21" fmla="*/ 161 h 193"/>
              <a:gd name="T22" fmla="*/ 32 w 353"/>
              <a:gd name="T23" fmla="*/ 193 h 193"/>
              <a:gd name="T24" fmla="*/ 305 w 353"/>
              <a:gd name="T25" fmla="*/ 193 h 193"/>
              <a:gd name="T26" fmla="*/ 337 w 353"/>
              <a:gd name="T27" fmla="*/ 161 h 193"/>
              <a:gd name="T28" fmla="*/ 337 w 353"/>
              <a:gd name="T29" fmla="*/ 128 h 193"/>
              <a:gd name="T30" fmla="*/ 353 w 353"/>
              <a:gd name="T31" fmla="*/ 112 h 193"/>
              <a:gd name="T32" fmla="*/ 353 w 353"/>
              <a:gd name="T33" fmla="*/ 80 h 193"/>
              <a:gd name="T34" fmla="*/ 337 w 353"/>
              <a:gd name="T35" fmla="*/ 64 h 193"/>
              <a:gd name="T36" fmla="*/ 321 w 353"/>
              <a:gd name="T37" fmla="*/ 161 h 193"/>
              <a:gd name="T38" fmla="*/ 305 w 353"/>
              <a:gd name="T39" fmla="*/ 177 h 193"/>
              <a:gd name="T40" fmla="*/ 32 w 353"/>
              <a:gd name="T41" fmla="*/ 177 h 193"/>
              <a:gd name="T42" fmla="*/ 16 w 353"/>
              <a:gd name="T43" fmla="*/ 161 h 193"/>
              <a:gd name="T44" fmla="*/ 16 w 353"/>
              <a:gd name="T45" fmla="*/ 32 h 193"/>
              <a:gd name="T46" fmla="*/ 32 w 353"/>
              <a:gd name="T47" fmla="*/ 16 h 193"/>
              <a:gd name="T48" fmla="*/ 305 w 353"/>
              <a:gd name="T49" fmla="*/ 16 h 193"/>
              <a:gd name="T50" fmla="*/ 321 w 353"/>
              <a:gd name="T51" fmla="*/ 32 h 193"/>
              <a:gd name="T52" fmla="*/ 321 w 353"/>
              <a:gd name="T53" fmla="*/ 161 h 1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353" h="193">
                <a:moveTo>
                  <a:pt x="32" y="161"/>
                </a:moveTo>
                <a:cubicBezTo>
                  <a:pt x="112" y="161"/>
                  <a:pt x="112" y="161"/>
                  <a:pt x="112" y="161"/>
                </a:cubicBezTo>
                <a:cubicBezTo>
                  <a:pt x="112" y="32"/>
                  <a:pt x="112" y="32"/>
                  <a:pt x="112" y="32"/>
                </a:cubicBezTo>
                <a:cubicBezTo>
                  <a:pt x="32" y="32"/>
                  <a:pt x="32" y="32"/>
                  <a:pt x="32" y="32"/>
                </a:cubicBezTo>
                <a:lnTo>
                  <a:pt x="32" y="161"/>
                </a:lnTo>
                <a:close/>
                <a:moveTo>
                  <a:pt x="337" y="64"/>
                </a:moveTo>
                <a:cubicBezTo>
                  <a:pt x="337" y="32"/>
                  <a:pt x="337" y="32"/>
                  <a:pt x="337" y="32"/>
                </a:cubicBezTo>
                <a:cubicBezTo>
                  <a:pt x="337" y="14"/>
                  <a:pt x="322" y="0"/>
                  <a:pt x="305" y="0"/>
                </a:cubicBez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4"/>
                  <a:pt x="0" y="32"/>
                </a:cubicBezTo>
                <a:cubicBezTo>
                  <a:pt x="0" y="161"/>
                  <a:pt x="0" y="161"/>
                  <a:pt x="0" y="161"/>
                </a:cubicBezTo>
                <a:cubicBezTo>
                  <a:pt x="0" y="178"/>
                  <a:pt x="14" y="193"/>
                  <a:pt x="32" y="193"/>
                </a:cubicBezTo>
                <a:cubicBezTo>
                  <a:pt x="305" y="193"/>
                  <a:pt x="305" y="193"/>
                  <a:pt x="305" y="193"/>
                </a:cubicBezTo>
                <a:cubicBezTo>
                  <a:pt x="322" y="193"/>
                  <a:pt x="337" y="178"/>
                  <a:pt x="337" y="161"/>
                </a:cubicBezTo>
                <a:cubicBezTo>
                  <a:pt x="337" y="128"/>
                  <a:pt x="337" y="128"/>
                  <a:pt x="337" y="128"/>
                </a:cubicBezTo>
                <a:cubicBezTo>
                  <a:pt x="346" y="128"/>
                  <a:pt x="353" y="121"/>
                  <a:pt x="353" y="112"/>
                </a:cubicBezTo>
                <a:cubicBezTo>
                  <a:pt x="353" y="80"/>
                  <a:pt x="353" y="80"/>
                  <a:pt x="353" y="80"/>
                </a:cubicBezTo>
                <a:cubicBezTo>
                  <a:pt x="353" y="71"/>
                  <a:pt x="346" y="64"/>
                  <a:pt x="337" y="64"/>
                </a:cubicBezTo>
                <a:moveTo>
                  <a:pt x="321" y="161"/>
                </a:moveTo>
                <a:cubicBezTo>
                  <a:pt x="321" y="169"/>
                  <a:pt x="313" y="177"/>
                  <a:pt x="305" y="177"/>
                </a:cubicBezTo>
                <a:cubicBezTo>
                  <a:pt x="32" y="177"/>
                  <a:pt x="32" y="177"/>
                  <a:pt x="32" y="177"/>
                </a:cubicBezTo>
                <a:cubicBezTo>
                  <a:pt x="23" y="177"/>
                  <a:pt x="16" y="169"/>
                  <a:pt x="16" y="16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3"/>
                  <a:pt x="23" y="16"/>
                  <a:pt x="32" y="16"/>
                </a:cubicBezTo>
                <a:cubicBezTo>
                  <a:pt x="305" y="16"/>
                  <a:pt x="305" y="16"/>
                  <a:pt x="305" y="16"/>
                </a:cubicBezTo>
                <a:cubicBezTo>
                  <a:pt x="313" y="16"/>
                  <a:pt x="321" y="23"/>
                  <a:pt x="321" y="32"/>
                </a:cubicBezTo>
                <a:lnTo>
                  <a:pt x="321" y="16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4" name="Freeform 44"/>
          <p:cNvSpPr>
            <a:spLocks noEditPoints="1"/>
          </p:cNvSpPr>
          <p:nvPr/>
        </p:nvSpPr>
        <p:spPr bwMode="auto">
          <a:xfrm>
            <a:off x="10775951" y="4351867"/>
            <a:ext cx="577851" cy="317500"/>
          </a:xfrm>
          <a:custGeom>
            <a:avLst/>
            <a:gdLst>
              <a:gd name="T0" fmla="*/ 32 w 353"/>
              <a:gd name="T1" fmla="*/ 161 h 193"/>
              <a:gd name="T2" fmla="*/ 176 w 353"/>
              <a:gd name="T3" fmla="*/ 161 h 193"/>
              <a:gd name="T4" fmla="*/ 176 w 353"/>
              <a:gd name="T5" fmla="*/ 32 h 193"/>
              <a:gd name="T6" fmla="*/ 32 w 353"/>
              <a:gd name="T7" fmla="*/ 32 h 193"/>
              <a:gd name="T8" fmla="*/ 32 w 353"/>
              <a:gd name="T9" fmla="*/ 161 h 193"/>
              <a:gd name="T10" fmla="*/ 337 w 353"/>
              <a:gd name="T11" fmla="*/ 64 h 193"/>
              <a:gd name="T12" fmla="*/ 337 w 353"/>
              <a:gd name="T13" fmla="*/ 32 h 193"/>
              <a:gd name="T14" fmla="*/ 305 w 353"/>
              <a:gd name="T15" fmla="*/ 0 h 193"/>
              <a:gd name="T16" fmla="*/ 32 w 353"/>
              <a:gd name="T17" fmla="*/ 0 h 193"/>
              <a:gd name="T18" fmla="*/ 0 w 353"/>
              <a:gd name="T19" fmla="*/ 32 h 193"/>
              <a:gd name="T20" fmla="*/ 0 w 353"/>
              <a:gd name="T21" fmla="*/ 161 h 193"/>
              <a:gd name="T22" fmla="*/ 32 w 353"/>
              <a:gd name="T23" fmla="*/ 193 h 193"/>
              <a:gd name="T24" fmla="*/ 305 w 353"/>
              <a:gd name="T25" fmla="*/ 193 h 193"/>
              <a:gd name="T26" fmla="*/ 337 w 353"/>
              <a:gd name="T27" fmla="*/ 161 h 193"/>
              <a:gd name="T28" fmla="*/ 337 w 353"/>
              <a:gd name="T29" fmla="*/ 128 h 193"/>
              <a:gd name="T30" fmla="*/ 353 w 353"/>
              <a:gd name="T31" fmla="*/ 112 h 193"/>
              <a:gd name="T32" fmla="*/ 353 w 353"/>
              <a:gd name="T33" fmla="*/ 80 h 193"/>
              <a:gd name="T34" fmla="*/ 337 w 353"/>
              <a:gd name="T35" fmla="*/ 64 h 193"/>
              <a:gd name="T36" fmla="*/ 321 w 353"/>
              <a:gd name="T37" fmla="*/ 161 h 193"/>
              <a:gd name="T38" fmla="*/ 305 w 353"/>
              <a:gd name="T39" fmla="*/ 177 h 193"/>
              <a:gd name="T40" fmla="*/ 32 w 353"/>
              <a:gd name="T41" fmla="*/ 177 h 193"/>
              <a:gd name="T42" fmla="*/ 16 w 353"/>
              <a:gd name="T43" fmla="*/ 161 h 193"/>
              <a:gd name="T44" fmla="*/ 16 w 353"/>
              <a:gd name="T45" fmla="*/ 32 h 193"/>
              <a:gd name="T46" fmla="*/ 32 w 353"/>
              <a:gd name="T47" fmla="*/ 16 h 193"/>
              <a:gd name="T48" fmla="*/ 305 w 353"/>
              <a:gd name="T49" fmla="*/ 16 h 193"/>
              <a:gd name="T50" fmla="*/ 321 w 353"/>
              <a:gd name="T51" fmla="*/ 32 h 193"/>
              <a:gd name="T52" fmla="*/ 321 w 353"/>
              <a:gd name="T53" fmla="*/ 161 h 1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353" h="193">
                <a:moveTo>
                  <a:pt x="32" y="161"/>
                </a:moveTo>
                <a:cubicBezTo>
                  <a:pt x="176" y="161"/>
                  <a:pt x="176" y="161"/>
                  <a:pt x="176" y="161"/>
                </a:cubicBezTo>
                <a:cubicBezTo>
                  <a:pt x="176" y="32"/>
                  <a:pt x="176" y="32"/>
                  <a:pt x="176" y="32"/>
                </a:cubicBezTo>
                <a:cubicBezTo>
                  <a:pt x="32" y="32"/>
                  <a:pt x="32" y="32"/>
                  <a:pt x="32" y="32"/>
                </a:cubicBezTo>
                <a:lnTo>
                  <a:pt x="32" y="161"/>
                </a:lnTo>
                <a:close/>
                <a:moveTo>
                  <a:pt x="337" y="64"/>
                </a:moveTo>
                <a:cubicBezTo>
                  <a:pt x="337" y="32"/>
                  <a:pt x="337" y="32"/>
                  <a:pt x="337" y="32"/>
                </a:cubicBezTo>
                <a:cubicBezTo>
                  <a:pt x="337" y="14"/>
                  <a:pt x="323" y="0"/>
                  <a:pt x="305" y="0"/>
                </a:cubicBez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4"/>
                  <a:pt x="0" y="32"/>
                </a:cubicBezTo>
                <a:cubicBezTo>
                  <a:pt x="0" y="161"/>
                  <a:pt x="0" y="161"/>
                  <a:pt x="0" y="161"/>
                </a:cubicBezTo>
                <a:cubicBezTo>
                  <a:pt x="0" y="178"/>
                  <a:pt x="14" y="193"/>
                  <a:pt x="32" y="193"/>
                </a:cubicBezTo>
                <a:cubicBezTo>
                  <a:pt x="305" y="193"/>
                  <a:pt x="305" y="193"/>
                  <a:pt x="305" y="193"/>
                </a:cubicBezTo>
                <a:cubicBezTo>
                  <a:pt x="323" y="193"/>
                  <a:pt x="337" y="178"/>
                  <a:pt x="337" y="161"/>
                </a:cubicBezTo>
                <a:cubicBezTo>
                  <a:pt x="337" y="128"/>
                  <a:pt x="337" y="128"/>
                  <a:pt x="337" y="128"/>
                </a:cubicBezTo>
                <a:cubicBezTo>
                  <a:pt x="346" y="128"/>
                  <a:pt x="353" y="121"/>
                  <a:pt x="353" y="112"/>
                </a:cubicBezTo>
                <a:cubicBezTo>
                  <a:pt x="353" y="80"/>
                  <a:pt x="353" y="80"/>
                  <a:pt x="353" y="80"/>
                </a:cubicBezTo>
                <a:cubicBezTo>
                  <a:pt x="353" y="71"/>
                  <a:pt x="346" y="64"/>
                  <a:pt x="337" y="64"/>
                </a:cubicBezTo>
                <a:moveTo>
                  <a:pt x="321" y="161"/>
                </a:moveTo>
                <a:cubicBezTo>
                  <a:pt x="321" y="169"/>
                  <a:pt x="314" y="177"/>
                  <a:pt x="305" y="177"/>
                </a:cubicBezTo>
                <a:cubicBezTo>
                  <a:pt x="32" y="177"/>
                  <a:pt x="32" y="177"/>
                  <a:pt x="32" y="177"/>
                </a:cubicBezTo>
                <a:cubicBezTo>
                  <a:pt x="23" y="177"/>
                  <a:pt x="16" y="169"/>
                  <a:pt x="16" y="16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3"/>
                  <a:pt x="23" y="16"/>
                  <a:pt x="32" y="16"/>
                </a:cubicBezTo>
                <a:cubicBezTo>
                  <a:pt x="305" y="16"/>
                  <a:pt x="305" y="16"/>
                  <a:pt x="305" y="16"/>
                </a:cubicBezTo>
                <a:cubicBezTo>
                  <a:pt x="314" y="16"/>
                  <a:pt x="321" y="23"/>
                  <a:pt x="321" y="32"/>
                </a:cubicBezTo>
                <a:lnTo>
                  <a:pt x="321" y="16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5" name="Freeform 45"/>
          <p:cNvSpPr>
            <a:spLocks noEditPoints="1"/>
          </p:cNvSpPr>
          <p:nvPr/>
        </p:nvSpPr>
        <p:spPr bwMode="auto">
          <a:xfrm>
            <a:off x="840317" y="5456767"/>
            <a:ext cx="577851" cy="315384"/>
          </a:xfrm>
          <a:custGeom>
            <a:avLst/>
            <a:gdLst>
              <a:gd name="T0" fmla="*/ 337 w 353"/>
              <a:gd name="T1" fmla="*/ 65 h 193"/>
              <a:gd name="T2" fmla="*/ 337 w 353"/>
              <a:gd name="T3" fmla="*/ 32 h 193"/>
              <a:gd name="T4" fmla="*/ 305 w 353"/>
              <a:gd name="T5" fmla="*/ 0 h 193"/>
              <a:gd name="T6" fmla="*/ 32 w 353"/>
              <a:gd name="T7" fmla="*/ 0 h 193"/>
              <a:gd name="T8" fmla="*/ 0 w 353"/>
              <a:gd name="T9" fmla="*/ 32 h 193"/>
              <a:gd name="T10" fmla="*/ 0 w 353"/>
              <a:gd name="T11" fmla="*/ 161 h 193"/>
              <a:gd name="T12" fmla="*/ 32 w 353"/>
              <a:gd name="T13" fmla="*/ 193 h 193"/>
              <a:gd name="T14" fmla="*/ 305 w 353"/>
              <a:gd name="T15" fmla="*/ 193 h 193"/>
              <a:gd name="T16" fmla="*/ 337 w 353"/>
              <a:gd name="T17" fmla="*/ 161 h 193"/>
              <a:gd name="T18" fmla="*/ 337 w 353"/>
              <a:gd name="T19" fmla="*/ 129 h 193"/>
              <a:gd name="T20" fmla="*/ 353 w 353"/>
              <a:gd name="T21" fmla="*/ 113 h 193"/>
              <a:gd name="T22" fmla="*/ 353 w 353"/>
              <a:gd name="T23" fmla="*/ 81 h 193"/>
              <a:gd name="T24" fmla="*/ 337 w 353"/>
              <a:gd name="T25" fmla="*/ 65 h 193"/>
              <a:gd name="T26" fmla="*/ 321 w 353"/>
              <a:gd name="T27" fmla="*/ 161 h 193"/>
              <a:gd name="T28" fmla="*/ 305 w 353"/>
              <a:gd name="T29" fmla="*/ 177 h 193"/>
              <a:gd name="T30" fmla="*/ 32 w 353"/>
              <a:gd name="T31" fmla="*/ 177 h 193"/>
              <a:gd name="T32" fmla="*/ 16 w 353"/>
              <a:gd name="T33" fmla="*/ 161 h 193"/>
              <a:gd name="T34" fmla="*/ 16 w 353"/>
              <a:gd name="T35" fmla="*/ 32 h 193"/>
              <a:gd name="T36" fmla="*/ 32 w 353"/>
              <a:gd name="T37" fmla="*/ 16 h 193"/>
              <a:gd name="T38" fmla="*/ 305 w 353"/>
              <a:gd name="T39" fmla="*/ 16 h 193"/>
              <a:gd name="T40" fmla="*/ 321 w 353"/>
              <a:gd name="T41" fmla="*/ 32 h 193"/>
              <a:gd name="T42" fmla="*/ 321 w 353"/>
              <a:gd name="T43" fmla="*/ 161 h 193"/>
              <a:gd name="T44" fmla="*/ 32 w 353"/>
              <a:gd name="T45" fmla="*/ 161 h 193"/>
              <a:gd name="T46" fmla="*/ 241 w 353"/>
              <a:gd name="T47" fmla="*/ 161 h 193"/>
              <a:gd name="T48" fmla="*/ 241 w 353"/>
              <a:gd name="T49" fmla="*/ 32 h 193"/>
              <a:gd name="T50" fmla="*/ 32 w 353"/>
              <a:gd name="T51" fmla="*/ 32 h 193"/>
              <a:gd name="T52" fmla="*/ 32 w 353"/>
              <a:gd name="T53" fmla="*/ 161 h 1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353" h="193">
                <a:moveTo>
                  <a:pt x="337" y="65"/>
                </a:moveTo>
                <a:cubicBezTo>
                  <a:pt x="337" y="32"/>
                  <a:pt x="337" y="32"/>
                  <a:pt x="337" y="32"/>
                </a:cubicBezTo>
                <a:cubicBezTo>
                  <a:pt x="337" y="15"/>
                  <a:pt x="323" y="0"/>
                  <a:pt x="305" y="0"/>
                </a:cubicBez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5"/>
                  <a:pt x="0" y="32"/>
                </a:cubicBezTo>
                <a:cubicBezTo>
                  <a:pt x="0" y="161"/>
                  <a:pt x="0" y="161"/>
                  <a:pt x="0" y="161"/>
                </a:cubicBezTo>
                <a:cubicBezTo>
                  <a:pt x="0" y="179"/>
                  <a:pt x="14" y="193"/>
                  <a:pt x="32" y="193"/>
                </a:cubicBezTo>
                <a:cubicBezTo>
                  <a:pt x="305" y="193"/>
                  <a:pt x="305" y="193"/>
                  <a:pt x="305" y="193"/>
                </a:cubicBezTo>
                <a:cubicBezTo>
                  <a:pt x="323" y="193"/>
                  <a:pt x="337" y="179"/>
                  <a:pt x="337" y="161"/>
                </a:cubicBezTo>
                <a:cubicBezTo>
                  <a:pt x="337" y="129"/>
                  <a:pt x="337" y="129"/>
                  <a:pt x="337" y="129"/>
                </a:cubicBezTo>
                <a:cubicBezTo>
                  <a:pt x="346" y="129"/>
                  <a:pt x="353" y="122"/>
                  <a:pt x="353" y="113"/>
                </a:cubicBezTo>
                <a:cubicBezTo>
                  <a:pt x="353" y="81"/>
                  <a:pt x="353" y="81"/>
                  <a:pt x="353" y="81"/>
                </a:cubicBezTo>
                <a:cubicBezTo>
                  <a:pt x="353" y="72"/>
                  <a:pt x="346" y="65"/>
                  <a:pt x="337" y="65"/>
                </a:cubicBezTo>
                <a:moveTo>
                  <a:pt x="321" y="161"/>
                </a:moveTo>
                <a:cubicBezTo>
                  <a:pt x="321" y="170"/>
                  <a:pt x="314" y="177"/>
                  <a:pt x="305" y="177"/>
                </a:cubicBezTo>
                <a:cubicBezTo>
                  <a:pt x="32" y="177"/>
                  <a:pt x="32" y="177"/>
                  <a:pt x="32" y="177"/>
                </a:cubicBezTo>
                <a:cubicBezTo>
                  <a:pt x="23" y="177"/>
                  <a:pt x="16" y="170"/>
                  <a:pt x="16" y="16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4"/>
                  <a:pt x="23" y="16"/>
                  <a:pt x="32" y="16"/>
                </a:cubicBezTo>
                <a:cubicBezTo>
                  <a:pt x="305" y="16"/>
                  <a:pt x="305" y="16"/>
                  <a:pt x="305" y="16"/>
                </a:cubicBezTo>
                <a:cubicBezTo>
                  <a:pt x="314" y="16"/>
                  <a:pt x="321" y="24"/>
                  <a:pt x="321" y="32"/>
                </a:cubicBezTo>
                <a:lnTo>
                  <a:pt x="321" y="161"/>
                </a:lnTo>
                <a:close/>
                <a:moveTo>
                  <a:pt x="32" y="161"/>
                </a:moveTo>
                <a:cubicBezTo>
                  <a:pt x="241" y="161"/>
                  <a:pt x="241" y="161"/>
                  <a:pt x="241" y="161"/>
                </a:cubicBezTo>
                <a:cubicBezTo>
                  <a:pt x="241" y="32"/>
                  <a:pt x="241" y="32"/>
                  <a:pt x="241" y="32"/>
                </a:cubicBezTo>
                <a:cubicBezTo>
                  <a:pt x="32" y="32"/>
                  <a:pt x="32" y="32"/>
                  <a:pt x="32" y="32"/>
                </a:cubicBezTo>
                <a:lnTo>
                  <a:pt x="32" y="16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6" name="Freeform 46"/>
          <p:cNvSpPr>
            <a:spLocks noEditPoints="1"/>
          </p:cNvSpPr>
          <p:nvPr/>
        </p:nvSpPr>
        <p:spPr bwMode="auto">
          <a:xfrm>
            <a:off x="1943100" y="5456767"/>
            <a:ext cx="577851" cy="315384"/>
          </a:xfrm>
          <a:custGeom>
            <a:avLst/>
            <a:gdLst>
              <a:gd name="T0" fmla="*/ 337 w 353"/>
              <a:gd name="T1" fmla="*/ 65 h 193"/>
              <a:gd name="T2" fmla="*/ 337 w 353"/>
              <a:gd name="T3" fmla="*/ 32 h 193"/>
              <a:gd name="T4" fmla="*/ 305 w 353"/>
              <a:gd name="T5" fmla="*/ 0 h 193"/>
              <a:gd name="T6" fmla="*/ 32 w 353"/>
              <a:gd name="T7" fmla="*/ 0 h 193"/>
              <a:gd name="T8" fmla="*/ 0 w 353"/>
              <a:gd name="T9" fmla="*/ 32 h 193"/>
              <a:gd name="T10" fmla="*/ 0 w 353"/>
              <a:gd name="T11" fmla="*/ 161 h 193"/>
              <a:gd name="T12" fmla="*/ 32 w 353"/>
              <a:gd name="T13" fmla="*/ 193 h 193"/>
              <a:gd name="T14" fmla="*/ 305 w 353"/>
              <a:gd name="T15" fmla="*/ 193 h 193"/>
              <a:gd name="T16" fmla="*/ 337 w 353"/>
              <a:gd name="T17" fmla="*/ 161 h 193"/>
              <a:gd name="T18" fmla="*/ 337 w 353"/>
              <a:gd name="T19" fmla="*/ 129 h 193"/>
              <a:gd name="T20" fmla="*/ 353 w 353"/>
              <a:gd name="T21" fmla="*/ 113 h 193"/>
              <a:gd name="T22" fmla="*/ 353 w 353"/>
              <a:gd name="T23" fmla="*/ 81 h 193"/>
              <a:gd name="T24" fmla="*/ 337 w 353"/>
              <a:gd name="T25" fmla="*/ 65 h 193"/>
              <a:gd name="T26" fmla="*/ 321 w 353"/>
              <a:gd name="T27" fmla="*/ 161 h 193"/>
              <a:gd name="T28" fmla="*/ 305 w 353"/>
              <a:gd name="T29" fmla="*/ 177 h 193"/>
              <a:gd name="T30" fmla="*/ 32 w 353"/>
              <a:gd name="T31" fmla="*/ 177 h 193"/>
              <a:gd name="T32" fmla="*/ 16 w 353"/>
              <a:gd name="T33" fmla="*/ 161 h 193"/>
              <a:gd name="T34" fmla="*/ 16 w 353"/>
              <a:gd name="T35" fmla="*/ 32 h 193"/>
              <a:gd name="T36" fmla="*/ 32 w 353"/>
              <a:gd name="T37" fmla="*/ 16 h 193"/>
              <a:gd name="T38" fmla="*/ 305 w 353"/>
              <a:gd name="T39" fmla="*/ 16 h 193"/>
              <a:gd name="T40" fmla="*/ 321 w 353"/>
              <a:gd name="T41" fmla="*/ 32 h 193"/>
              <a:gd name="T42" fmla="*/ 321 w 353"/>
              <a:gd name="T43" fmla="*/ 161 h 193"/>
              <a:gd name="T44" fmla="*/ 32 w 353"/>
              <a:gd name="T45" fmla="*/ 161 h 193"/>
              <a:gd name="T46" fmla="*/ 305 w 353"/>
              <a:gd name="T47" fmla="*/ 161 h 193"/>
              <a:gd name="T48" fmla="*/ 305 w 353"/>
              <a:gd name="T49" fmla="*/ 32 h 193"/>
              <a:gd name="T50" fmla="*/ 32 w 353"/>
              <a:gd name="T51" fmla="*/ 32 h 193"/>
              <a:gd name="T52" fmla="*/ 32 w 353"/>
              <a:gd name="T53" fmla="*/ 161 h 1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353" h="193">
                <a:moveTo>
                  <a:pt x="337" y="65"/>
                </a:moveTo>
                <a:cubicBezTo>
                  <a:pt x="337" y="32"/>
                  <a:pt x="337" y="32"/>
                  <a:pt x="337" y="32"/>
                </a:cubicBezTo>
                <a:cubicBezTo>
                  <a:pt x="337" y="15"/>
                  <a:pt x="323" y="0"/>
                  <a:pt x="305" y="0"/>
                </a:cubicBezTo>
                <a:cubicBezTo>
                  <a:pt x="32" y="0"/>
                  <a:pt x="32" y="0"/>
                  <a:pt x="32" y="0"/>
                </a:cubicBezTo>
                <a:cubicBezTo>
                  <a:pt x="15" y="0"/>
                  <a:pt x="0" y="15"/>
                  <a:pt x="0" y="32"/>
                </a:cubicBezTo>
                <a:cubicBezTo>
                  <a:pt x="0" y="161"/>
                  <a:pt x="0" y="161"/>
                  <a:pt x="0" y="161"/>
                </a:cubicBezTo>
                <a:cubicBezTo>
                  <a:pt x="0" y="179"/>
                  <a:pt x="15" y="193"/>
                  <a:pt x="32" y="193"/>
                </a:cubicBezTo>
                <a:cubicBezTo>
                  <a:pt x="305" y="193"/>
                  <a:pt x="305" y="193"/>
                  <a:pt x="305" y="193"/>
                </a:cubicBezTo>
                <a:cubicBezTo>
                  <a:pt x="323" y="193"/>
                  <a:pt x="337" y="179"/>
                  <a:pt x="337" y="161"/>
                </a:cubicBezTo>
                <a:cubicBezTo>
                  <a:pt x="337" y="129"/>
                  <a:pt x="337" y="129"/>
                  <a:pt x="337" y="129"/>
                </a:cubicBezTo>
                <a:cubicBezTo>
                  <a:pt x="346" y="129"/>
                  <a:pt x="353" y="122"/>
                  <a:pt x="353" y="113"/>
                </a:cubicBezTo>
                <a:cubicBezTo>
                  <a:pt x="353" y="81"/>
                  <a:pt x="353" y="81"/>
                  <a:pt x="353" y="81"/>
                </a:cubicBezTo>
                <a:cubicBezTo>
                  <a:pt x="353" y="72"/>
                  <a:pt x="346" y="65"/>
                  <a:pt x="337" y="65"/>
                </a:cubicBezTo>
                <a:moveTo>
                  <a:pt x="321" y="161"/>
                </a:moveTo>
                <a:cubicBezTo>
                  <a:pt x="321" y="170"/>
                  <a:pt x="314" y="177"/>
                  <a:pt x="305" y="177"/>
                </a:cubicBezTo>
                <a:cubicBezTo>
                  <a:pt x="32" y="177"/>
                  <a:pt x="32" y="177"/>
                  <a:pt x="32" y="177"/>
                </a:cubicBezTo>
                <a:cubicBezTo>
                  <a:pt x="23" y="177"/>
                  <a:pt x="16" y="170"/>
                  <a:pt x="16" y="16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4"/>
                  <a:pt x="23" y="16"/>
                  <a:pt x="32" y="16"/>
                </a:cubicBezTo>
                <a:cubicBezTo>
                  <a:pt x="305" y="16"/>
                  <a:pt x="305" y="16"/>
                  <a:pt x="305" y="16"/>
                </a:cubicBezTo>
                <a:cubicBezTo>
                  <a:pt x="314" y="16"/>
                  <a:pt x="321" y="24"/>
                  <a:pt x="321" y="32"/>
                </a:cubicBezTo>
                <a:lnTo>
                  <a:pt x="321" y="161"/>
                </a:lnTo>
                <a:close/>
                <a:moveTo>
                  <a:pt x="32" y="161"/>
                </a:moveTo>
                <a:cubicBezTo>
                  <a:pt x="305" y="161"/>
                  <a:pt x="305" y="161"/>
                  <a:pt x="305" y="161"/>
                </a:cubicBezTo>
                <a:cubicBezTo>
                  <a:pt x="305" y="32"/>
                  <a:pt x="305" y="32"/>
                  <a:pt x="305" y="32"/>
                </a:cubicBezTo>
                <a:cubicBezTo>
                  <a:pt x="32" y="32"/>
                  <a:pt x="32" y="32"/>
                  <a:pt x="32" y="32"/>
                </a:cubicBezTo>
                <a:lnTo>
                  <a:pt x="32" y="16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7" name="Freeform 47"/>
          <p:cNvSpPr>
            <a:spLocks noEditPoints="1"/>
          </p:cNvSpPr>
          <p:nvPr/>
        </p:nvSpPr>
        <p:spPr bwMode="auto">
          <a:xfrm>
            <a:off x="3075518" y="5325533"/>
            <a:ext cx="524933" cy="577851"/>
          </a:xfrm>
          <a:custGeom>
            <a:avLst/>
            <a:gdLst>
              <a:gd name="T0" fmla="*/ 160 w 321"/>
              <a:gd name="T1" fmla="*/ 209 h 353"/>
              <a:gd name="T2" fmla="*/ 168 w 321"/>
              <a:gd name="T3" fmla="*/ 201 h 353"/>
              <a:gd name="T4" fmla="*/ 168 w 321"/>
              <a:gd name="T5" fmla="*/ 8 h 353"/>
              <a:gd name="T6" fmla="*/ 160 w 321"/>
              <a:gd name="T7" fmla="*/ 0 h 353"/>
              <a:gd name="T8" fmla="*/ 152 w 321"/>
              <a:gd name="T9" fmla="*/ 8 h 353"/>
              <a:gd name="T10" fmla="*/ 152 w 321"/>
              <a:gd name="T11" fmla="*/ 201 h 353"/>
              <a:gd name="T12" fmla="*/ 160 w 321"/>
              <a:gd name="T13" fmla="*/ 209 h 353"/>
              <a:gd name="T14" fmla="*/ 192 w 321"/>
              <a:gd name="T15" fmla="*/ 35 h 353"/>
              <a:gd name="T16" fmla="*/ 192 w 321"/>
              <a:gd name="T17" fmla="*/ 36 h 353"/>
              <a:gd name="T18" fmla="*/ 184 w 321"/>
              <a:gd name="T19" fmla="*/ 44 h 353"/>
              <a:gd name="T20" fmla="*/ 192 w 321"/>
              <a:gd name="T21" fmla="*/ 52 h 353"/>
              <a:gd name="T22" fmla="*/ 192 w 321"/>
              <a:gd name="T23" fmla="*/ 52 h 353"/>
              <a:gd name="T24" fmla="*/ 305 w 321"/>
              <a:gd name="T25" fmla="*/ 193 h 353"/>
              <a:gd name="T26" fmla="*/ 160 w 321"/>
              <a:gd name="T27" fmla="*/ 337 h 353"/>
              <a:gd name="T28" fmla="*/ 16 w 321"/>
              <a:gd name="T29" fmla="*/ 193 h 353"/>
              <a:gd name="T30" fmla="*/ 128 w 321"/>
              <a:gd name="T31" fmla="*/ 52 h 353"/>
              <a:gd name="T32" fmla="*/ 128 w 321"/>
              <a:gd name="T33" fmla="*/ 52 h 353"/>
              <a:gd name="T34" fmla="*/ 136 w 321"/>
              <a:gd name="T35" fmla="*/ 44 h 353"/>
              <a:gd name="T36" fmla="*/ 128 w 321"/>
              <a:gd name="T37" fmla="*/ 36 h 353"/>
              <a:gd name="T38" fmla="*/ 128 w 321"/>
              <a:gd name="T39" fmla="*/ 35 h 353"/>
              <a:gd name="T40" fmla="*/ 0 w 321"/>
              <a:gd name="T41" fmla="*/ 193 h 353"/>
              <a:gd name="T42" fmla="*/ 160 w 321"/>
              <a:gd name="T43" fmla="*/ 353 h 353"/>
              <a:gd name="T44" fmla="*/ 321 w 321"/>
              <a:gd name="T45" fmla="*/ 193 h 353"/>
              <a:gd name="T46" fmla="*/ 192 w 321"/>
              <a:gd name="T47" fmla="*/ 35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321" h="353">
                <a:moveTo>
                  <a:pt x="160" y="209"/>
                </a:moveTo>
                <a:cubicBezTo>
                  <a:pt x="165" y="209"/>
                  <a:pt x="168" y="205"/>
                  <a:pt x="168" y="201"/>
                </a:cubicBezTo>
                <a:cubicBezTo>
                  <a:pt x="168" y="8"/>
                  <a:pt x="168" y="8"/>
                  <a:pt x="168" y="8"/>
                </a:cubicBezTo>
                <a:cubicBezTo>
                  <a:pt x="168" y="4"/>
                  <a:pt x="165" y="0"/>
                  <a:pt x="160" y="0"/>
                </a:cubicBezTo>
                <a:cubicBezTo>
                  <a:pt x="156" y="0"/>
                  <a:pt x="152" y="4"/>
                  <a:pt x="152" y="8"/>
                </a:cubicBezTo>
                <a:cubicBezTo>
                  <a:pt x="152" y="201"/>
                  <a:pt x="152" y="201"/>
                  <a:pt x="152" y="201"/>
                </a:cubicBezTo>
                <a:cubicBezTo>
                  <a:pt x="152" y="205"/>
                  <a:pt x="156" y="209"/>
                  <a:pt x="160" y="209"/>
                </a:cubicBezTo>
                <a:moveTo>
                  <a:pt x="192" y="35"/>
                </a:moveTo>
                <a:cubicBezTo>
                  <a:pt x="192" y="36"/>
                  <a:pt x="192" y="36"/>
                  <a:pt x="192" y="36"/>
                </a:cubicBezTo>
                <a:cubicBezTo>
                  <a:pt x="188" y="36"/>
                  <a:pt x="184" y="39"/>
                  <a:pt x="184" y="44"/>
                </a:cubicBezTo>
                <a:cubicBezTo>
                  <a:pt x="184" y="48"/>
                  <a:pt x="188" y="52"/>
                  <a:pt x="192" y="52"/>
                </a:cubicBezTo>
                <a:cubicBezTo>
                  <a:pt x="192" y="52"/>
                  <a:pt x="192" y="52"/>
                  <a:pt x="192" y="52"/>
                </a:cubicBezTo>
                <a:cubicBezTo>
                  <a:pt x="257" y="67"/>
                  <a:pt x="305" y="124"/>
                  <a:pt x="305" y="193"/>
                </a:cubicBezTo>
                <a:cubicBezTo>
                  <a:pt x="305" y="273"/>
                  <a:pt x="240" y="337"/>
                  <a:pt x="160" y="337"/>
                </a:cubicBezTo>
                <a:cubicBezTo>
                  <a:pt x="80" y="337"/>
                  <a:pt x="16" y="273"/>
                  <a:pt x="16" y="193"/>
                </a:cubicBezTo>
                <a:cubicBezTo>
                  <a:pt x="16" y="124"/>
                  <a:pt x="64" y="67"/>
                  <a:pt x="128" y="52"/>
                </a:cubicBezTo>
                <a:cubicBezTo>
                  <a:pt x="128" y="52"/>
                  <a:pt x="128" y="52"/>
                  <a:pt x="128" y="52"/>
                </a:cubicBezTo>
                <a:cubicBezTo>
                  <a:pt x="132" y="52"/>
                  <a:pt x="136" y="48"/>
                  <a:pt x="136" y="44"/>
                </a:cubicBezTo>
                <a:cubicBezTo>
                  <a:pt x="136" y="39"/>
                  <a:pt x="132" y="36"/>
                  <a:pt x="128" y="36"/>
                </a:cubicBezTo>
                <a:cubicBezTo>
                  <a:pt x="128" y="35"/>
                  <a:pt x="128" y="35"/>
                  <a:pt x="128" y="35"/>
                </a:cubicBezTo>
                <a:cubicBezTo>
                  <a:pt x="55" y="50"/>
                  <a:pt x="0" y="115"/>
                  <a:pt x="0" y="193"/>
                </a:cubicBezTo>
                <a:cubicBezTo>
                  <a:pt x="0" y="281"/>
                  <a:pt x="71" y="353"/>
                  <a:pt x="160" y="353"/>
                </a:cubicBezTo>
                <a:cubicBezTo>
                  <a:pt x="249" y="353"/>
                  <a:pt x="321" y="281"/>
                  <a:pt x="321" y="193"/>
                </a:cubicBezTo>
                <a:cubicBezTo>
                  <a:pt x="321" y="115"/>
                  <a:pt x="266" y="50"/>
                  <a:pt x="192" y="35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8" name="Freeform 48"/>
          <p:cNvSpPr>
            <a:spLocks noEditPoints="1"/>
          </p:cNvSpPr>
          <p:nvPr/>
        </p:nvSpPr>
        <p:spPr bwMode="auto">
          <a:xfrm>
            <a:off x="4150785" y="5403852"/>
            <a:ext cx="579967" cy="421217"/>
          </a:xfrm>
          <a:custGeom>
            <a:avLst/>
            <a:gdLst>
              <a:gd name="T0" fmla="*/ 168 w 353"/>
              <a:gd name="T1" fmla="*/ 257 h 257"/>
              <a:gd name="T2" fmla="*/ 185 w 353"/>
              <a:gd name="T3" fmla="*/ 257 h 257"/>
              <a:gd name="T4" fmla="*/ 185 w 353"/>
              <a:gd name="T5" fmla="*/ 0 h 257"/>
              <a:gd name="T6" fmla="*/ 168 w 353"/>
              <a:gd name="T7" fmla="*/ 0 h 257"/>
              <a:gd name="T8" fmla="*/ 168 w 353"/>
              <a:gd name="T9" fmla="*/ 257 h 257"/>
              <a:gd name="T10" fmla="*/ 112 w 353"/>
              <a:gd name="T11" fmla="*/ 257 h 257"/>
              <a:gd name="T12" fmla="*/ 152 w 353"/>
              <a:gd name="T13" fmla="*/ 257 h 257"/>
              <a:gd name="T14" fmla="*/ 152 w 353"/>
              <a:gd name="T15" fmla="*/ 0 h 257"/>
              <a:gd name="T16" fmla="*/ 112 w 353"/>
              <a:gd name="T17" fmla="*/ 0 h 257"/>
              <a:gd name="T18" fmla="*/ 112 w 353"/>
              <a:gd name="T19" fmla="*/ 257 h 257"/>
              <a:gd name="T20" fmla="*/ 32 w 353"/>
              <a:gd name="T21" fmla="*/ 257 h 257"/>
              <a:gd name="T22" fmla="*/ 64 w 353"/>
              <a:gd name="T23" fmla="*/ 257 h 257"/>
              <a:gd name="T24" fmla="*/ 64 w 353"/>
              <a:gd name="T25" fmla="*/ 0 h 257"/>
              <a:gd name="T26" fmla="*/ 32 w 353"/>
              <a:gd name="T27" fmla="*/ 0 h 257"/>
              <a:gd name="T28" fmla="*/ 32 w 353"/>
              <a:gd name="T29" fmla="*/ 257 h 257"/>
              <a:gd name="T30" fmla="*/ 0 w 353"/>
              <a:gd name="T31" fmla="*/ 16 h 257"/>
              <a:gd name="T32" fmla="*/ 0 w 353"/>
              <a:gd name="T33" fmla="*/ 241 h 257"/>
              <a:gd name="T34" fmla="*/ 16 w 353"/>
              <a:gd name="T35" fmla="*/ 257 h 257"/>
              <a:gd name="T36" fmla="*/ 16 w 353"/>
              <a:gd name="T37" fmla="*/ 0 h 257"/>
              <a:gd name="T38" fmla="*/ 0 w 353"/>
              <a:gd name="T39" fmla="*/ 16 h 257"/>
              <a:gd name="T40" fmla="*/ 80 w 353"/>
              <a:gd name="T41" fmla="*/ 257 h 257"/>
              <a:gd name="T42" fmla="*/ 96 w 353"/>
              <a:gd name="T43" fmla="*/ 257 h 257"/>
              <a:gd name="T44" fmla="*/ 96 w 353"/>
              <a:gd name="T45" fmla="*/ 0 h 257"/>
              <a:gd name="T46" fmla="*/ 80 w 353"/>
              <a:gd name="T47" fmla="*/ 0 h 257"/>
              <a:gd name="T48" fmla="*/ 80 w 353"/>
              <a:gd name="T49" fmla="*/ 257 h 257"/>
              <a:gd name="T50" fmla="*/ 337 w 353"/>
              <a:gd name="T51" fmla="*/ 0 h 257"/>
              <a:gd name="T52" fmla="*/ 321 w 353"/>
              <a:gd name="T53" fmla="*/ 0 h 257"/>
              <a:gd name="T54" fmla="*/ 321 w 353"/>
              <a:gd name="T55" fmla="*/ 257 h 257"/>
              <a:gd name="T56" fmla="*/ 337 w 353"/>
              <a:gd name="T57" fmla="*/ 257 h 257"/>
              <a:gd name="T58" fmla="*/ 353 w 353"/>
              <a:gd name="T59" fmla="*/ 241 h 257"/>
              <a:gd name="T60" fmla="*/ 353 w 353"/>
              <a:gd name="T61" fmla="*/ 16 h 257"/>
              <a:gd name="T62" fmla="*/ 337 w 353"/>
              <a:gd name="T63" fmla="*/ 0 h 257"/>
              <a:gd name="T64" fmla="*/ 289 w 353"/>
              <a:gd name="T65" fmla="*/ 257 h 257"/>
              <a:gd name="T66" fmla="*/ 305 w 353"/>
              <a:gd name="T67" fmla="*/ 257 h 257"/>
              <a:gd name="T68" fmla="*/ 305 w 353"/>
              <a:gd name="T69" fmla="*/ 0 h 257"/>
              <a:gd name="T70" fmla="*/ 289 w 353"/>
              <a:gd name="T71" fmla="*/ 0 h 257"/>
              <a:gd name="T72" fmla="*/ 289 w 353"/>
              <a:gd name="T73" fmla="*/ 257 h 257"/>
              <a:gd name="T74" fmla="*/ 233 w 353"/>
              <a:gd name="T75" fmla="*/ 257 h 257"/>
              <a:gd name="T76" fmla="*/ 273 w 353"/>
              <a:gd name="T77" fmla="*/ 257 h 257"/>
              <a:gd name="T78" fmla="*/ 273 w 353"/>
              <a:gd name="T79" fmla="*/ 0 h 257"/>
              <a:gd name="T80" fmla="*/ 233 w 353"/>
              <a:gd name="T81" fmla="*/ 0 h 257"/>
              <a:gd name="T82" fmla="*/ 233 w 353"/>
              <a:gd name="T83" fmla="*/ 257 h 257"/>
              <a:gd name="T84" fmla="*/ 201 w 353"/>
              <a:gd name="T85" fmla="*/ 257 h 257"/>
              <a:gd name="T86" fmla="*/ 217 w 353"/>
              <a:gd name="T87" fmla="*/ 257 h 257"/>
              <a:gd name="T88" fmla="*/ 217 w 353"/>
              <a:gd name="T89" fmla="*/ 0 h 257"/>
              <a:gd name="T90" fmla="*/ 201 w 353"/>
              <a:gd name="T91" fmla="*/ 0 h 257"/>
              <a:gd name="T92" fmla="*/ 201 w 353"/>
              <a:gd name="T93" fmla="*/ 257 h 2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353" h="257">
                <a:moveTo>
                  <a:pt x="168" y="257"/>
                </a:moveTo>
                <a:cubicBezTo>
                  <a:pt x="185" y="257"/>
                  <a:pt x="185" y="257"/>
                  <a:pt x="185" y="257"/>
                </a:cubicBezTo>
                <a:cubicBezTo>
                  <a:pt x="185" y="0"/>
                  <a:pt x="185" y="0"/>
                  <a:pt x="185" y="0"/>
                </a:cubicBezTo>
                <a:cubicBezTo>
                  <a:pt x="168" y="0"/>
                  <a:pt x="168" y="0"/>
                  <a:pt x="168" y="0"/>
                </a:cubicBezTo>
                <a:lnTo>
                  <a:pt x="168" y="257"/>
                </a:lnTo>
                <a:close/>
                <a:moveTo>
                  <a:pt x="112" y="257"/>
                </a:moveTo>
                <a:cubicBezTo>
                  <a:pt x="152" y="257"/>
                  <a:pt x="152" y="257"/>
                  <a:pt x="152" y="257"/>
                </a:cubicBezTo>
                <a:cubicBezTo>
                  <a:pt x="152" y="0"/>
                  <a:pt x="152" y="0"/>
                  <a:pt x="152" y="0"/>
                </a:cubicBezTo>
                <a:cubicBezTo>
                  <a:pt x="112" y="0"/>
                  <a:pt x="112" y="0"/>
                  <a:pt x="112" y="0"/>
                </a:cubicBezTo>
                <a:lnTo>
                  <a:pt x="112" y="257"/>
                </a:lnTo>
                <a:close/>
                <a:moveTo>
                  <a:pt x="32" y="257"/>
                </a:moveTo>
                <a:cubicBezTo>
                  <a:pt x="64" y="257"/>
                  <a:pt x="64" y="257"/>
                  <a:pt x="64" y="257"/>
                </a:cubicBezTo>
                <a:cubicBezTo>
                  <a:pt x="64" y="0"/>
                  <a:pt x="64" y="0"/>
                  <a:pt x="64" y="0"/>
                </a:cubicBezTo>
                <a:cubicBezTo>
                  <a:pt x="32" y="0"/>
                  <a:pt x="32" y="0"/>
                  <a:pt x="32" y="0"/>
                </a:cubicBezTo>
                <a:lnTo>
                  <a:pt x="32" y="257"/>
                </a:lnTo>
                <a:close/>
                <a:moveTo>
                  <a:pt x="0" y="16"/>
                </a:moveTo>
                <a:cubicBezTo>
                  <a:pt x="0" y="241"/>
                  <a:pt x="0" y="241"/>
                  <a:pt x="0" y="241"/>
                </a:cubicBezTo>
                <a:cubicBezTo>
                  <a:pt x="0" y="250"/>
                  <a:pt x="7" y="257"/>
                  <a:pt x="16" y="257"/>
                </a:cubicBez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moveTo>
                  <a:pt x="80" y="257"/>
                </a:moveTo>
                <a:cubicBezTo>
                  <a:pt x="96" y="257"/>
                  <a:pt x="96" y="257"/>
                  <a:pt x="96" y="257"/>
                </a:cubicBezTo>
                <a:cubicBezTo>
                  <a:pt x="96" y="0"/>
                  <a:pt x="96" y="0"/>
                  <a:pt x="96" y="0"/>
                </a:cubicBezTo>
                <a:cubicBezTo>
                  <a:pt x="80" y="0"/>
                  <a:pt x="80" y="0"/>
                  <a:pt x="80" y="0"/>
                </a:cubicBezTo>
                <a:lnTo>
                  <a:pt x="80" y="257"/>
                </a:lnTo>
                <a:close/>
                <a:moveTo>
                  <a:pt x="337" y="0"/>
                </a:moveTo>
                <a:cubicBezTo>
                  <a:pt x="321" y="0"/>
                  <a:pt x="321" y="0"/>
                  <a:pt x="321" y="0"/>
                </a:cubicBezTo>
                <a:cubicBezTo>
                  <a:pt x="321" y="257"/>
                  <a:pt x="321" y="257"/>
                  <a:pt x="321" y="257"/>
                </a:cubicBezTo>
                <a:cubicBezTo>
                  <a:pt x="337" y="257"/>
                  <a:pt x="337" y="257"/>
                  <a:pt x="337" y="257"/>
                </a:cubicBezTo>
                <a:cubicBezTo>
                  <a:pt x="346" y="257"/>
                  <a:pt x="353" y="250"/>
                  <a:pt x="353" y="241"/>
                </a:cubicBezTo>
                <a:cubicBezTo>
                  <a:pt x="353" y="16"/>
                  <a:pt x="353" y="16"/>
                  <a:pt x="353" y="16"/>
                </a:cubicBezTo>
                <a:cubicBezTo>
                  <a:pt x="353" y="7"/>
                  <a:pt x="346" y="0"/>
                  <a:pt x="337" y="0"/>
                </a:cubicBezTo>
                <a:moveTo>
                  <a:pt x="289" y="257"/>
                </a:moveTo>
                <a:cubicBezTo>
                  <a:pt x="305" y="257"/>
                  <a:pt x="305" y="257"/>
                  <a:pt x="305" y="257"/>
                </a:cubicBezTo>
                <a:cubicBezTo>
                  <a:pt x="305" y="0"/>
                  <a:pt x="305" y="0"/>
                  <a:pt x="305" y="0"/>
                </a:cubicBezTo>
                <a:cubicBezTo>
                  <a:pt x="289" y="0"/>
                  <a:pt x="289" y="0"/>
                  <a:pt x="289" y="0"/>
                </a:cubicBezTo>
                <a:lnTo>
                  <a:pt x="289" y="257"/>
                </a:lnTo>
                <a:close/>
                <a:moveTo>
                  <a:pt x="233" y="257"/>
                </a:moveTo>
                <a:cubicBezTo>
                  <a:pt x="273" y="257"/>
                  <a:pt x="273" y="257"/>
                  <a:pt x="273" y="257"/>
                </a:cubicBezTo>
                <a:cubicBezTo>
                  <a:pt x="273" y="0"/>
                  <a:pt x="273" y="0"/>
                  <a:pt x="273" y="0"/>
                </a:cubicBezTo>
                <a:cubicBezTo>
                  <a:pt x="233" y="0"/>
                  <a:pt x="233" y="0"/>
                  <a:pt x="233" y="0"/>
                </a:cubicBezTo>
                <a:lnTo>
                  <a:pt x="233" y="257"/>
                </a:lnTo>
                <a:close/>
                <a:moveTo>
                  <a:pt x="201" y="257"/>
                </a:moveTo>
                <a:cubicBezTo>
                  <a:pt x="217" y="257"/>
                  <a:pt x="217" y="257"/>
                  <a:pt x="217" y="257"/>
                </a:cubicBezTo>
                <a:cubicBezTo>
                  <a:pt x="217" y="0"/>
                  <a:pt x="217" y="0"/>
                  <a:pt x="217" y="0"/>
                </a:cubicBezTo>
                <a:cubicBezTo>
                  <a:pt x="201" y="0"/>
                  <a:pt x="201" y="0"/>
                  <a:pt x="201" y="0"/>
                </a:cubicBezTo>
                <a:lnTo>
                  <a:pt x="201" y="25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9" name="Freeform 49"/>
          <p:cNvSpPr>
            <a:spLocks noEditPoints="1"/>
          </p:cNvSpPr>
          <p:nvPr/>
        </p:nvSpPr>
        <p:spPr bwMode="auto">
          <a:xfrm>
            <a:off x="5255684" y="5325533"/>
            <a:ext cx="577851" cy="577851"/>
          </a:xfrm>
          <a:custGeom>
            <a:avLst/>
            <a:gdLst>
              <a:gd name="T0" fmla="*/ 64 w 353"/>
              <a:gd name="T1" fmla="*/ 0 h 353"/>
              <a:gd name="T2" fmla="*/ 32 w 353"/>
              <a:gd name="T3" fmla="*/ 131 h 353"/>
              <a:gd name="T4" fmla="*/ 0 w 353"/>
              <a:gd name="T5" fmla="*/ 16 h 353"/>
              <a:gd name="T6" fmla="*/ 16 w 353"/>
              <a:gd name="T7" fmla="*/ 257 h 353"/>
              <a:gd name="T8" fmla="*/ 0 w 353"/>
              <a:gd name="T9" fmla="*/ 16 h 353"/>
              <a:gd name="T10" fmla="*/ 81 w 353"/>
              <a:gd name="T11" fmla="*/ 0 h 353"/>
              <a:gd name="T12" fmla="*/ 97 w 353"/>
              <a:gd name="T13" fmla="*/ 74 h 353"/>
              <a:gd name="T14" fmla="*/ 153 w 353"/>
              <a:gd name="T15" fmla="*/ 65 h 353"/>
              <a:gd name="T16" fmla="*/ 113 w 353"/>
              <a:gd name="T17" fmla="*/ 0 h 353"/>
              <a:gd name="T18" fmla="*/ 145 w 353"/>
              <a:gd name="T19" fmla="*/ 64 h 353"/>
              <a:gd name="T20" fmla="*/ 217 w 353"/>
              <a:gd name="T21" fmla="*/ 0 h 353"/>
              <a:gd name="T22" fmla="*/ 201 w 353"/>
              <a:gd name="T23" fmla="*/ 77 h 353"/>
              <a:gd name="T24" fmla="*/ 217 w 353"/>
              <a:gd name="T25" fmla="*/ 0 h 353"/>
              <a:gd name="T26" fmla="*/ 34 w 353"/>
              <a:gd name="T27" fmla="*/ 257 h 353"/>
              <a:gd name="T28" fmla="*/ 32 w 353"/>
              <a:gd name="T29" fmla="*/ 257 h 353"/>
              <a:gd name="T30" fmla="*/ 169 w 353"/>
              <a:gd name="T31" fmla="*/ 0 h 353"/>
              <a:gd name="T32" fmla="*/ 185 w 353"/>
              <a:gd name="T33" fmla="*/ 71 h 353"/>
              <a:gd name="T34" fmla="*/ 273 w 353"/>
              <a:gd name="T35" fmla="*/ 0 h 353"/>
              <a:gd name="T36" fmla="*/ 233 w 353"/>
              <a:gd name="T37" fmla="*/ 100 h 353"/>
              <a:gd name="T38" fmla="*/ 273 w 353"/>
              <a:gd name="T39" fmla="*/ 0 h 353"/>
              <a:gd name="T40" fmla="*/ 273 w 353"/>
              <a:gd name="T41" fmla="*/ 193 h 353"/>
              <a:gd name="T42" fmla="*/ 273 w 353"/>
              <a:gd name="T43" fmla="*/ 257 h 353"/>
              <a:gd name="T44" fmla="*/ 305 w 353"/>
              <a:gd name="T45" fmla="*/ 257 h 353"/>
              <a:gd name="T46" fmla="*/ 289 w 353"/>
              <a:gd name="T47" fmla="*/ 0 h 353"/>
              <a:gd name="T48" fmla="*/ 230 w 353"/>
              <a:gd name="T49" fmla="*/ 266 h 353"/>
              <a:gd name="T50" fmla="*/ 145 w 353"/>
              <a:gd name="T51" fmla="*/ 80 h 353"/>
              <a:gd name="T52" fmla="*/ 145 w 353"/>
              <a:gd name="T53" fmla="*/ 305 h 353"/>
              <a:gd name="T54" fmla="*/ 292 w 353"/>
              <a:gd name="T55" fmla="*/ 351 h 353"/>
              <a:gd name="T56" fmla="*/ 305 w 353"/>
              <a:gd name="T57" fmla="*/ 345 h 353"/>
              <a:gd name="T58" fmla="*/ 230 w 353"/>
              <a:gd name="T59" fmla="*/ 266 h 353"/>
              <a:gd name="T60" fmla="*/ 48 w 353"/>
              <a:gd name="T61" fmla="*/ 193 h 353"/>
              <a:gd name="T62" fmla="*/ 241 w 353"/>
              <a:gd name="T63" fmla="*/ 193 h 353"/>
              <a:gd name="T64" fmla="*/ 337 w 353"/>
              <a:gd name="T65" fmla="*/ 0 h 353"/>
              <a:gd name="T66" fmla="*/ 321 w 353"/>
              <a:gd name="T67" fmla="*/ 257 h 353"/>
              <a:gd name="T68" fmla="*/ 353 w 353"/>
              <a:gd name="T69" fmla="*/ 241 h 353"/>
              <a:gd name="T70" fmla="*/ 337 w 353"/>
              <a:gd name="T71" fmla="*/ 0 h 353"/>
              <a:gd name="T72" fmla="*/ 113 w 353"/>
              <a:gd name="T73" fmla="*/ 248 h 353"/>
              <a:gd name="T74" fmla="*/ 153 w 353"/>
              <a:gd name="T75" fmla="*/ 256 h 353"/>
              <a:gd name="T76" fmla="*/ 145 w 353"/>
              <a:gd name="T77" fmla="*/ 129 h 353"/>
              <a:gd name="T78" fmla="*/ 97 w 353"/>
              <a:gd name="T79" fmla="*/ 235 h 353"/>
              <a:gd name="T80" fmla="*/ 81 w 353"/>
              <a:gd name="T81" fmla="*/ 193 h 353"/>
              <a:gd name="T82" fmla="*/ 201 w 353"/>
              <a:gd name="T83" fmla="*/ 224 h 353"/>
              <a:gd name="T84" fmla="*/ 201 w 353"/>
              <a:gd name="T85" fmla="*/ 162 h 353"/>
              <a:gd name="T86" fmla="*/ 169 w 353"/>
              <a:gd name="T87" fmla="*/ 252 h 353"/>
              <a:gd name="T88" fmla="*/ 185 w 353"/>
              <a:gd name="T89" fmla="*/ 143 h 353"/>
              <a:gd name="T90" fmla="*/ 169 w 353"/>
              <a:gd name="T91" fmla="*/ 252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353" h="353">
                <a:moveTo>
                  <a:pt x="64" y="93"/>
                </a:moveTo>
                <a:cubicBezTo>
                  <a:pt x="64" y="0"/>
                  <a:pt x="64" y="0"/>
                  <a:pt x="64" y="0"/>
                </a:cubicBezTo>
                <a:cubicBezTo>
                  <a:pt x="32" y="0"/>
                  <a:pt x="32" y="0"/>
                  <a:pt x="32" y="0"/>
                </a:cubicBezTo>
                <a:cubicBezTo>
                  <a:pt x="32" y="131"/>
                  <a:pt x="32" y="131"/>
                  <a:pt x="32" y="131"/>
                </a:cubicBezTo>
                <a:cubicBezTo>
                  <a:pt x="40" y="116"/>
                  <a:pt x="51" y="103"/>
                  <a:pt x="64" y="93"/>
                </a:cubicBezTo>
                <a:moveTo>
                  <a:pt x="0" y="16"/>
                </a:moveTo>
                <a:cubicBezTo>
                  <a:pt x="0" y="241"/>
                  <a:pt x="0" y="241"/>
                  <a:pt x="0" y="241"/>
                </a:cubicBezTo>
                <a:cubicBezTo>
                  <a:pt x="0" y="250"/>
                  <a:pt x="7" y="257"/>
                  <a:pt x="16" y="257"/>
                </a:cubicBez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moveTo>
                  <a:pt x="97" y="0"/>
                </a:moveTo>
                <a:cubicBezTo>
                  <a:pt x="81" y="0"/>
                  <a:pt x="81" y="0"/>
                  <a:pt x="81" y="0"/>
                </a:cubicBezTo>
                <a:cubicBezTo>
                  <a:pt x="81" y="82"/>
                  <a:pt x="81" y="82"/>
                  <a:pt x="81" y="82"/>
                </a:cubicBezTo>
                <a:cubicBezTo>
                  <a:pt x="86" y="79"/>
                  <a:pt x="91" y="76"/>
                  <a:pt x="97" y="74"/>
                </a:cubicBezTo>
                <a:lnTo>
                  <a:pt x="97" y="0"/>
                </a:lnTo>
                <a:close/>
                <a:moveTo>
                  <a:pt x="153" y="65"/>
                </a:moveTo>
                <a:cubicBezTo>
                  <a:pt x="153" y="0"/>
                  <a:pt x="153" y="0"/>
                  <a:pt x="153" y="0"/>
                </a:cubicBezTo>
                <a:cubicBezTo>
                  <a:pt x="113" y="0"/>
                  <a:pt x="113" y="0"/>
                  <a:pt x="113" y="0"/>
                </a:cubicBezTo>
                <a:cubicBezTo>
                  <a:pt x="113" y="69"/>
                  <a:pt x="113" y="69"/>
                  <a:pt x="113" y="69"/>
                </a:cubicBezTo>
                <a:cubicBezTo>
                  <a:pt x="123" y="66"/>
                  <a:pt x="134" y="64"/>
                  <a:pt x="145" y="64"/>
                </a:cubicBezTo>
                <a:cubicBezTo>
                  <a:pt x="147" y="64"/>
                  <a:pt x="150" y="65"/>
                  <a:pt x="153" y="65"/>
                </a:cubicBezTo>
                <a:moveTo>
                  <a:pt x="217" y="0"/>
                </a:moveTo>
                <a:cubicBezTo>
                  <a:pt x="201" y="0"/>
                  <a:pt x="201" y="0"/>
                  <a:pt x="201" y="0"/>
                </a:cubicBezTo>
                <a:cubicBezTo>
                  <a:pt x="201" y="77"/>
                  <a:pt x="201" y="77"/>
                  <a:pt x="201" y="77"/>
                </a:cubicBezTo>
                <a:cubicBezTo>
                  <a:pt x="206" y="80"/>
                  <a:pt x="212" y="83"/>
                  <a:pt x="217" y="87"/>
                </a:cubicBezTo>
                <a:lnTo>
                  <a:pt x="217" y="0"/>
                </a:lnTo>
                <a:close/>
                <a:moveTo>
                  <a:pt x="32" y="257"/>
                </a:moveTo>
                <a:cubicBezTo>
                  <a:pt x="34" y="257"/>
                  <a:pt x="34" y="257"/>
                  <a:pt x="34" y="257"/>
                </a:cubicBezTo>
                <a:cubicBezTo>
                  <a:pt x="33" y="256"/>
                  <a:pt x="33" y="256"/>
                  <a:pt x="32" y="255"/>
                </a:cubicBezTo>
                <a:lnTo>
                  <a:pt x="32" y="257"/>
                </a:lnTo>
                <a:close/>
                <a:moveTo>
                  <a:pt x="185" y="0"/>
                </a:moveTo>
                <a:cubicBezTo>
                  <a:pt x="169" y="0"/>
                  <a:pt x="169" y="0"/>
                  <a:pt x="169" y="0"/>
                </a:cubicBezTo>
                <a:cubicBezTo>
                  <a:pt x="169" y="67"/>
                  <a:pt x="169" y="67"/>
                  <a:pt x="169" y="67"/>
                </a:cubicBezTo>
                <a:cubicBezTo>
                  <a:pt x="174" y="68"/>
                  <a:pt x="180" y="69"/>
                  <a:pt x="185" y="71"/>
                </a:cubicBezTo>
                <a:lnTo>
                  <a:pt x="185" y="0"/>
                </a:lnTo>
                <a:close/>
                <a:moveTo>
                  <a:pt x="273" y="0"/>
                </a:moveTo>
                <a:cubicBezTo>
                  <a:pt x="233" y="0"/>
                  <a:pt x="233" y="0"/>
                  <a:pt x="233" y="0"/>
                </a:cubicBezTo>
                <a:cubicBezTo>
                  <a:pt x="233" y="100"/>
                  <a:pt x="233" y="100"/>
                  <a:pt x="233" y="100"/>
                </a:cubicBezTo>
                <a:cubicBezTo>
                  <a:pt x="258" y="123"/>
                  <a:pt x="273" y="156"/>
                  <a:pt x="273" y="193"/>
                </a:cubicBezTo>
                <a:lnTo>
                  <a:pt x="273" y="0"/>
                </a:lnTo>
                <a:close/>
                <a:moveTo>
                  <a:pt x="273" y="257"/>
                </a:moveTo>
                <a:cubicBezTo>
                  <a:pt x="273" y="193"/>
                  <a:pt x="273" y="193"/>
                  <a:pt x="273" y="193"/>
                </a:cubicBezTo>
                <a:cubicBezTo>
                  <a:pt x="273" y="216"/>
                  <a:pt x="267" y="238"/>
                  <a:pt x="256" y="257"/>
                </a:cubicBezTo>
                <a:lnTo>
                  <a:pt x="273" y="257"/>
                </a:lnTo>
                <a:close/>
                <a:moveTo>
                  <a:pt x="289" y="257"/>
                </a:moveTo>
                <a:cubicBezTo>
                  <a:pt x="305" y="257"/>
                  <a:pt x="305" y="257"/>
                  <a:pt x="305" y="257"/>
                </a:cubicBezTo>
                <a:cubicBezTo>
                  <a:pt x="305" y="0"/>
                  <a:pt x="305" y="0"/>
                  <a:pt x="305" y="0"/>
                </a:cubicBezTo>
                <a:cubicBezTo>
                  <a:pt x="289" y="0"/>
                  <a:pt x="289" y="0"/>
                  <a:pt x="289" y="0"/>
                </a:cubicBezTo>
                <a:lnTo>
                  <a:pt x="289" y="257"/>
                </a:lnTo>
                <a:close/>
                <a:moveTo>
                  <a:pt x="230" y="266"/>
                </a:moveTo>
                <a:cubicBezTo>
                  <a:pt x="247" y="247"/>
                  <a:pt x="257" y="221"/>
                  <a:pt x="257" y="193"/>
                </a:cubicBezTo>
                <a:cubicBezTo>
                  <a:pt x="257" y="131"/>
                  <a:pt x="207" y="80"/>
                  <a:pt x="145" y="80"/>
                </a:cubicBezTo>
                <a:cubicBezTo>
                  <a:pt x="83" y="80"/>
                  <a:pt x="32" y="131"/>
                  <a:pt x="32" y="193"/>
                </a:cubicBezTo>
                <a:cubicBezTo>
                  <a:pt x="32" y="255"/>
                  <a:pt x="83" y="305"/>
                  <a:pt x="145" y="305"/>
                </a:cubicBezTo>
                <a:cubicBezTo>
                  <a:pt x="173" y="305"/>
                  <a:pt x="199" y="295"/>
                  <a:pt x="218" y="278"/>
                </a:cubicBezTo>
                <a:cubicBezTo>
                  <a:pt x="292" y="351"/>
                  <a:pt x="292" y="351"/>
                  <a:pt x="292" y="351"/>
                </a:cubicBezTo>
                <a:cubicBezTo>
                  <a:pt x="293" y="352"/>
                  <a:pt x="295" y="353"/>
                  <a:pt x="297" y="353"/>
                </a:cubicBezTo>
                <a:cubicBezTo>
                  <a:pt x="302" y="353"/>
                  <a:pt x="305" y="350"/>
                  <a:pt x="305" y="345"/>
                </a:cubicBezTo>
                <a:cubicBezTo>
                  <a:pt x="305" y="343"/>
                  <a:pt x="304" y="341"/>
                  <a:pt x="303" y="340"/>
                </a:cubicBezTo>
                <a:lnTo>
                  <a:pt x="230" y="266"/>
                </a:lnTo>
                <a:close/>
                <a:moveTo>
                  <a:pt x="145" y="289"/>
                </a:moveTo>
                <a:cubicBezTo>
                  <a:pt x="92" y="289"/>
                  <a:pt x="48" y="246"/>
                  <a:pt x="48" y="193"/>
                </a:cubicBezTo>
                <a:cubicBezTo>
                  <a:pt x="48" y="140"/>
                  <a:pt x="92" y="96"/>
                  <a:pt x="145" y="96"/>
                </a:cubicBezTo>
                <a:cubicBezTo>
                  <a:pt x="198" y="96"/>
                  <a:pt x="241" y="140"/>
                  <a:pt x="241" y="193"/>
                </a:cubicBezTo>
                <a:cubicBezTo>
                  <a:pt x="241" y="246"/>
                  <a:pt x="198" y="289"/>
                  <a:pt x="145" y="289"/>
                </a:cubicBezTo>
                <a:moveTo>
                  <a:pt x="337" y="0"/>
                </a:moveTo>
                <a:cubicBezTo>
                  <a:pt x="321" y="0"/>
                  <a:pt x="321" y="0"/>
                  <a:pt x="321" y="0"/>
                </a:cubicBezTo>
                <a:cubicBezTo>
                  <a:pt x="321" y="257"/>
                  <a:pt x="321" y="257"/>
                  <a:pt x="321" y="257"/>
                </a:cubicBezTo>
                <a:cubicBezTo>
                  <a:pt x="337" y="257"/>
                  <a:pt x="337" y="257"/>
                  <a:pt x="337" y="257"/>
                </a:cubicBezTo>
                <a:cubicBezTo>
                  <a:pt x="346" y="257"/>
                  <a:pt x="353" y="250"/>
                  <a:pt x="353" y="241"/>
                </a:cubicBezTo>
                <a:cubicBezTo>
                  <a:pt x="353" y="16"/>
                  <a:pt x="353" y="16"/>
                  <a:pt x="353" y="16"/>
                </a:cubicBezTo>
                <a:cubicBezTo>
                  <a:pt x="353" y="7"/>
                  <a:pt x="346" y="0"/>
                  <a:pt x="337" y="0"/>
                </a:cubicBezTo>
                <a:moveTo>
                  <a:pt x="113" y="137"/>
                </a:moveTo>
                <a:cubicBezTo>
                  <a:pt x="113" y="248"/>
                  <a:pt x="113" y="248"/>
                  <a:pt x="113" y="248"/>
                </a:cubicBezTo>
                <a:cubicBezTo>
                  <a:pt x="122" y="254"/>
                  <a:pt x="133" y="257"/>
                  <a:pt x="145" y="257"/>
                </a:cubicBezTo>
                <a:cubicBezTo>
                  <a:pt x="147" y="257"/>
                  <a:pt x="150" y="257"/>
                  <a:pt x="153" y="256"/>
                </a:cubicBezTo>
                <a:cubicBezTo>
                  <a:pt x="153" y="129"/>
                  <a:pt x="153" y="129"/>
                  <a:pt x="153" y="129"/>
                </a:cubicBezTo>
                <a:cubicBezTo>
                  <a:pt x="150" y="129"/>
                  <a:pt x="147" y="129"/>
                  <a:pt x="145" y="129"/>
                </a:cubicBezTo>
                <a:cubicBezTo>
                  <a:pt x="133" y="129"/>
                  <a:pt x="122" y="132"/>
                  <a:pt x="113" y="137"/>
                </a:cubicBezTo>
                <a:moveTo>
                  <a:pt x="97" y="235"/>
                </a:moveTo>
                <a:cubicBezTo>
                  <a:pt x="97" y="150"/>
                  <a:pt x="97" y="150"/>
                  <a:pt x="97" y="150"/>
                </a:cubicBezTo>
                <a:cubicBezTo>
                  <a:pt x="87" y="162"/>
                  <a:pt x="81" y="176"/>
                  <a:pt x="81" y="193"/>
                </a:cubicBezTo>
                <a:cubicBezTo>
                  <a:pt x="81" y="209"/>
                  <a:pt x="87" y="224"/>
                  <a:pt x="97" y="235"/>
                </a:cubicBezTo>
                <a:moveTo>
                  <a:pt x="201" y="224"/>
                </a:moveTo>
                <a:cubicBezTo>
                  <a:pt x="206" y="215"/>
                  <a:pt x="209" y="204"/>
                  <a:pt x="209" y="193"/>
                </a:cubicBezTo>
                <a:cubicBezTo>
                  <a:pt x="209" y="181"/>
                  <a:pt x="206" y="171"/>
                  <a:pt x="201" y="162"/>
                </a:cubicBezTo>
                <a:lnTo>
                  <a:pt x="201" y="224"/>
                </a:lnTo>
                <a:close/>
                <a:moveTo>
                  <a:pt x="169" y="252"/>
                </a:moveTo>
                <a:cubicBezTo>
                  <a:pt x="175" y="250"/>
                  <a:pt x="180" y="247"/>
                  <a:pt x="185" y="243"/>
                </a:cubicBezTo>
                <a:cubicBezTo>
                  <a:pt x="185" y="143"/>
                  <a:pt x="185" y="143"/>
                  <a:pt x="185" y="143"/>
                </a:cubicBezTo>
                <a:cubicBezTo>
                  <a:pt x="180" y="139"/>
                  <a:pt x="175" y="136"/>
                  <a:pt x="169" y="133"/>
                </a:cubicBezTo>
                <a:lnTo>
                  <a:pt x="169" y="25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0" name="Freeform 50"/>
          <p:cNvSpPr>
            <a:spLocks noEditPoints="1"/>
          </p:cNvSpPr>
          <p:nvPr/>
        </p:nvSpPr>
        <p:spPr bwMode="auto">
          <a:xfrm>
            <a:off x="6360584" y="5403852"/>
            <a:ext cx="577851" cy="421217"/>
          </a:xfrm>
          <a:custGeom>
            <a:avLst/>
            <a:gdLst>
              <a:gd name="T0" fmla="*/ 160 w 353"/>
              <a:gd name="T1" fmla="*/ 0 h 257"/>
              <a:gd name="T2" fmla="*/ 192 w 353"/>
              <a:gd name="T3" fmla="*/ 129 h 257"/>
              <a:gd name="T4" fmla="*/ 144 w 353"/>
              <a:gd name="T5" fmla="*/ 0 h 257"/>
              <a:gd name="T6" fmla="*/ 128 w 353"/>
              <a:gd name="T7" fmla="*/ 129 h 257"/>
              <a:gd name="T8" fmla="*/ 144 w 353"/>
              <a:gd name="T9" fmla="*/ 0 h 257"/>
              <a:gd name="T10" fmla="*/ 80 w 353"/>
              <a:gd name="T11" fmla="*/ 0 h 257"/>
              <a:gd name="T12" fmla="*/ 112 w 353"/>
              <a:gd name="T13" fmla="*/ 129 h 257"/>
              <a:gd name="T14" fmla="*/ 64 w 353"/>
              <a:gd name="T15" fmla="*/ 0 h 257"/>
              <a:gd name="T16" fmla="*/ 48 w 353"/>
              <a:gd name="T17" fmla="*/ 129 h 257"/>
              <a:gd name="T18" fmla="*/ 64 w 353"/>
              <a:gd name="T19" fmla="*/ 0 h 257"/>
              <a:gd name="T20" fmla="*/ 16 w 353"/>
              <a:gd name="T21" fmla="*/ 16 h 257"/>
              <a:gd name="T22" fmla="*/ 32 w 353"/>
              <a:gd name="T23" fmla="*/ 129 h 257"/>
              <a:gd name="T24" fmla="*/ 289 w 353"/>
              <a:gd name="T25" fmla="*/ 0 h 257"/>
              <a:gd name="T26" fmla="*/ 273 w 353"/>
              <a:gd name="T27" fmla="*/ 129 h 257"/>
              <a:gd name="T28" fmla="*/ 289 w 353"/>
              <a:gd name="T29" fmla="*/ 0 h 257"/>
              <a:gd name="T30" fmla="*/ 208 w 353"/>
              <a:gd name="T31" fmla="*/ 0 h 257"/>
              <a:gd name="T32" fmla="*/ 224 w 353"/>
              <a:gd name="T33" fmla="*/ 129 h 257"/>
              <a:gd name="T34" fmla="*/ 337 w 353"/>
              <a:gd name="T35" fmla="*/ 16 h 257"/>
              <a:gd name="T36" fmla="*/ 305 w 353"/>
              <a:gd name="T37" fmla="*/ 0 h 257"/>
              <a:gd name="T38" fmla="*/ 337 w 353"/>
              <a:gd name="T39" fmla="*/ 129 h 257"/>
              <a:gd name="T40" fmla="*/ 256 w 353"/>
              <a:gd name="T41" fmla="*/ 0 h 257"/>
              <a:gd name="T42" fmla="*/ 240 w 353"/>
              <a:gd name="T43" fmla="*/ 129 h 257"/>
              <a:gd name="T44" fmla="*/ 256 w 353"/>
              <a:gd name="T45" fmla="*/ 0 h 257"/>
              <a:gd name="T46" fmla="*/ 321 w 353"/>
              <a:gd name="T47" fmla="*/ 257 h 257"/>
              <a:gd name="T48" fmla="*/ 337 w 353"/>
              <a:gd name="T49" fmla="*/ 209 h 257"/>
              <a:gd name="T50" fmla="*/ 305 w 353"/>
              <a:gd name="T51" fmla="*/ 257 h 257"/>
              <a:gd name="T52" fmla="*/ 256 w 353"/>
              <a:gd name="T53" fmla="*/ 257 h 257"/>
              <a:gd name="T54" fmla="*/ 240 w 353"/>
              <a:gd name="T55" fmla="*/ 209 h 257"/>
              <a:gd name="T56" fmla="*/ 273 w 353"/>
              <a:gd name="T57" fmla="*/ 257 h 257"/>
              <a:gd name="T58" fmla="*/ 289 w 353"/>
              <a:gd name="T59" fmla="*/ 209 h 257"/>
              <a:gd name="T60" fmla="*/ 273 w 353"/>
              <a:gd name="T61" fmla="*/ 257 h 257"/>
              <a:gd name="T62" fmla="*/ 32 w 353"/>
              <a:gd name="T63" fmla="*/ 257 h 257"/>
              <a:gd name="T64" fmla="*/ 16 w 353"/>
              <a:gd name="T65" fmla="*/ 209 h 257"/>
              <a:gd name="T66" fmla="*/ 337 w 353"/>
              <a:gd name="T67" fmla="*/ 145 h 257"/>
              <a:gd name="T68" fmla="*/ 0 w 353"/>
              <a:gd name="T69" fmla="*/ 161 h 257"/>
              <a:gd name="T70" fmla="*/ 16 w 353"/>
              <a:gd name="T71" fmla="*/ 193 h 257"/>
              <a:gd name="T72" fmla="*/ 353 w 353"/>
              <a:gd name="T73" fmla="*/ 177 h 257"/>
              <a:gd name="T74" fmla="*/ 337 w 353"/>
              <a:gd name="T75" fmla="*/ 145 h 257"/>
              <a:gd name="T76" fmla="*/ 16 w 353"/>
              <a:gd name="T77" fmla="*/ 177 h 257"/>
              <a:gd name="T78" fmla="*/ 337 w 353"/>
              <a:gd name="T79" fmla="*/ 161 h 257"/>
              <a:gd name="T80" fmla="*/ 208 w 353"/>
              <a:gd name="T81" fmla="*/ 257 h 257"/>
              <a:gd name="T82" fmla="*/ 224 w 353"/>
              <a:gd name="T83" fmla="*/ 209 h 257"/>
              <a:gd name="T84" fmla="*/ 208 w 353"/>
              <a:gd name="T85" fmla="*/ 257 h 257"/>
              <a:gd name="T86" fmla="*/ 112 w 353"/>
              <a:gd name="T87" fmla="*/ 257 h 257"/>
              <a:gd name="T88" fmla="*/ 80 w 353"/>
              <a:gd name="T89" fmla="*/ 209 h 257"/>
              <a:gd name="T90" fmla="*/ 48 w 353"/>
              <a:gd name="T91" fmla="*/ 257 h 257"/>
              <a:gd name="T92" fmla="*/ 64 w 353"/>
              <a:gd name="T93" fmla="*/ 209 h 257"/>
              <a:gd name="T94" fmla="*/ 48 w 353"/>
              <a:gd name="T95" fmla="*/ 257 h 257"/>
              <a:gd name="T96" fmla="*/ 144 w 353"/>
              <a:gd name="T97" fmla="*/ 257 h 257"/>
              <a:gd name="T98" fmla="*/ 128 w 353"/>
              <a:gd name="T99" fmla="*/ 209 h 257"/>
              <a:gd name="T100" fmla="*/ 160 w 353"/>
              <a:gd name="T101" fmla="*/ 257 h 257"/>
              <a:gd name="T102" fmla="*/ 192 w 353"/>
              <a:gd name="T103" fmla="*/ 209 h 257"/>
              <a:gd name="T104" fmla="*/ 160 w 353"/>
              <a:gd name="T105" fmla="*/ 257 h 2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353" h="257">
                <a:moveTo>
                  <a:pt x="192" y="0"/>
                </a:moveTo>
                <a:cubicBezTo>
                  <a:pt x="160" y="0"/>
                  <a:pt x="160" y="0"/>
                  <a:pt x="160" y="0"/>
                </a:cubicBezTo>
                <a:cubicBezTo>
                  <a:pt x="160" y="129"/>
                  <a:pt x="160" y="129"/>
                  <a:pt x="160" y="129"/>
                </a:cubicBezTo>
                <a:cubicBezTo>
                  <a:pt x="192" y="129"/>
                  <a:pt x="192" y="129"/>
                  <a:pt x="192" y="129"/>
                </a:cubicBezTo>
                <a:lnTo>
                  <a:pt x="192" y="0"/>
                </a:lnTo>
                <a:close/>
                <a:moveTo>
                  <a:pt x="144" y="0"/>
                </a:moveTo>
                <a:cubicBezTo>
                  <a:pt x="128" y="0"/>
                  <a:pt x="128" y="0"/>
                  <a:pt x="128" y="0"/>
                </a:cubicBezTo>
                <a:cubicBezTo>
                  <a:pt x="128" y="129"/>
                  <a:pt x="128" y="129"/>
                  <a:pt x="128" y="129"/>
                </a:cubicBezTo>
                <a:cubicBezTo>
                  <a:pt x="144" y="129"/>
                  <a:pt x="144" y="129"/>
                  <a:pt x="144" y="129"/>
                </a:cubicBezTo>
                <a:lnTo>
                  <a:pt x="144" y="0"/>
                </a:lnTo>
                <a:close/>
                <a:moveTo>
                  <a:pt x="112" y="0"/>
                </a:moveTo>
                <a:cubicBezTo>
                  <a:pt x="80" y="0"/>
                  <a:pt x="80" y="0"/>
                  <a:pt x="80" y="0"/>
                </a:cubicBezTo>
                <a:cubicBezTo>
                  <a:pt x="80" y="129"/>
                  <a:pt x="80" y="129"/>
                  <a:pt x="80" y="129"/>
                </a:cubicBezTo>
                <a:cubicBezTo>
                  <a:pt x="112" y="129"/>
                  <a:pt x="112" y="129"/>
                  <a:pt x="112" y="129"/>
                </a:cubicBezTo>
                <a:lnTo>
                  <a:pt x="112" y="0"/>
                </a:lnTo>
                <a:close/>
                <a:moveTo>
                  <a:pt x="64" y="0"/>
                </a:moveTo>
                <a:cubicBezTo>
                  <a:pt x="48" y="0"/>
                  <a:pt x="48" y="0"/>
                  <a:pt x="48" y="0"/>
                </a:cubicBezTo>
                <a:cubicBezTo>
                  <a:pt x="48" y="129"/>
                  <a:pt x="48" y="129"/>
                  <a:pt x="48" y="129"/>
                </a:cubicBezTo>
                <a:cubicBezTo>
                  <a:pt x="64" y="129"/>
                  <a:pt x="64" y="129"/>
                  <a:pt x="64" y="129"/>
                </a:cubicBezTo>
                <a:lnTo>
                  <a:pt x="64" y="0"/>
                </a:lnTo>
                <a:close/>
                <a:moveTo>
                  <a:pt x="32" y="0"/>
                </a:moveTo>
                <a:cubicBezTo>
                  <a:pt x="23" y="0"/>
                  <a:pt x="16" y="7"/>
                  <a:pt x="16" y="16"/>
                </a:cubicBezTo>
                <a:cubicBezTo>
                  <a:pt x="16" y="129"/>
                  <a:pt x="16" y="129"/>
                  <a:pt x="16" y="129"/>
                </a:cubicBezTo>
                <a:cubicBezTo>
                  <a:pt x="32" y="129"/>
                  <a:pt x="32" y="129"/>
                  <a:pt x="32" y="129"/>
                </a:cubicBezTo>
                <a:lnTo>
                  <a:pt x="32" y="0"/>
                </a:lnTo>
                <a:close/>
                <a:moveTo>
                  <a:pt x="289" y="0"/>
                </a:moveTo>
                <a:cubicBezTo>
                  <a:pt x="273" y="0"/>
                  <a:pt x="273" y="0"/>
                  <a:pt x="273" y="0"/>
                </a:cubicBezTo>
                <a:cubicBezTo>
                  <a:pt x="273" y="129"/>
                  <a:pt x="273" y="129"/>
                  <a:pt x="273" y="129"/>
                </a:cubicBezTo>
                <a:cubicBezTo>
                  <a:pt x="289" y="129"/>
                  <a:pt x="289" y="129"/>
                  <a:pt x="289" y="129"/>
                </a:cubicBezTo>
                <a:lnTo>
                  <a:pt x="289" y="0"/>
                </a:lnTo>
                <a:close/>
                <a:moveTo>
                  <a:pt x="224" y="0"/>
                </a:moveTo>
                <a:cubicBezTo>
                  <a:pt x="208" y="0"/>
                  <a:pt x="208" y="0"/>
                  <a:pt x="208" y="0"/>
                </a:cubicBezTo>
                <a:cubicBezTo>
                  <a:pt x="208" y="129"/>
                  <a:pt x="208" y="129"/>
                  <a:pt x="208" y="129"/>
                </a:cubicBezTo>
                <a:cubicBezTo>
                  <a:pt x="224" y="129"/>
                  <a:pt x="224" y="129"/>
                  <a:pt x="224" y="129"/>
                </a:cubicBezTo>
                <a:lnTo>
                  <a:pt x="224" y="0"/>
                </a:lnTo>
                <a:close/>
                <a:moveTo>
                  <a:pt x="337" y="16"/>
                </a:moveTo>
                <a:cubicBezTo>
                  <a:pt x="337" y="7"/>
                  <a:pt x="330" y="0"/>
                  <a:pt x="321" y="0"/>
                </a:cubicBezTo>
                <a:cubicBezTo>
                  <a:pt x="305" y="0"/>
                  <a:pt x="305" y="0"/>
                  <a:pt x="305" y="0"/>
                </a:cubicBezTo>
                <a:cubicBezTo>
                  <a:pt x="305" y="129"/>
                  <a:pt x="305" y="129"/>
                  <a:pt x="305" y="129"/>
                </a:cubicBezTo>
                <a:cubicBezTo>
                  <a:pt x="337" y="129"/>
                  <a:pt x="337" y="129"/>
                  <a:pt x="337" y="129"/>
                </a:cubicBezTo>
                <a:lnTo>
                  <a:pt x="337" y="16"/>
                </a:lnTo>
                <a:close/>
                <a:moveTo>
                  <a:pt x="256" y="0"/>
                </a:moveTo>
                <a:cubicBezTo>
                  <a:pt x="240" y="0"/>
                  <a:pt x="240" y="0"/>
                  <a:pt x="240" y="0"/>
                </a:cubicBezTo>
                <a:cubicBezTo>
                  <a:pt x="240" y="129"/>
                  <a:pt x="240" y="129"/>
                  <a:pt x="240" y="129"/>
                </a:cubicBezTo>
                <a:cubicBezTo>
                  <a:pt x="256" y="129"/>
                  <a:pt x="256" y="129"/>
                  <a:pt x="256" y="129"/>
                </a:cubicBezTo>
                <a:lnTo>
                  <a:pt x="256" y="0"/>
                </a:lnTo>
                <a:close/>
                <a:moveTo>
                  <a:pt x="305" y="257"/>
                </a:moveTo>
                <a:cubicBezTo>
                  <a:pt x="321" y="257"/>
                  <a:pt x="321" y="257"/>
                  <a:pt x="321" y="257"/>
                </a:cubicBezTo>
                <a:cubicBezTo>
                  <a:pt x="330" y="257"/>
                  <a:pt x="337" y="250"/>
                  <a:pt x="337" y="241"/>
                </a:cubicBezTo>
                <a:cubicBezTo>
                  <a:pt x="337" y="209"/>
                  <a:pt x="337" y="209"/>
                  <a:pt x="337" y="209"/>
                </a:cubicBezTo>
                <a:cubicBezTo>
                  <a:pt x="305" y="209"/>
                  <a:pt x="305" y="209"/>
                  <a:pt x="305" y="209"/>
                </a:cubicBezTo>
                <a:lnTo>
                  <a:pt x="305" y="257"/>
                </a:lnTo>
                <a:close/>
                <a:moveTo>
                  <a:pt x="240" y="257"/>
                </a:moveTo>
                <a:cubicBezTo>
                  <a:pt x="256" y="257"/>
                  <a:pt x="256" y="257"/>
                  <a:pt x="256" y="257"/>
                </a:cubicBezTo>
                <a:cubicBezTo>
                  <a:pt x="256" y="209"/>
                  <a:pt x="256" y="209"/>
                  <a:pt x="256" y="209"/>
                </a:cubicBezTo>
                <a:cubicBezTo>
                  <a:pt x="240" y="209"/>
                  <a:pt x="240" y="209"/>
                  <a:pt x="240" y="209"/>
                </a:cubicBezTo>
                <a:lnTo>
                  <a:pt x="240" y="257"/>
                </a:lnTo>
                <a:close/>
                <a:moveTo>
                  <a:pt x="273" y="257"/>
                </a:moveTo>
                <a:cubicBezTo>
                  <a:pt x="289" y="257"/>
                  <a:pt x="289" y="257"/>
                  <a:pt x="289" y="257"/>
                </a:cubicBezTo>
                <a:cubicBezTo>
                  <a:pt x="289" y="209"/>
                  <a:pt x="289" y="209"/>
                  <a:pt x="289" y="209"/>
                </a:cubicBezTo>
                <a:cubicBezTo>
                  <a:pt x="273" y="209"/>
                  <a:pt x="273" y="209"/>
                  <a:pt x="273" y="209"/>
                </a:cubicBezTo>
                <a:lnTo>
                  <a:pt x="273" y="257"/>
                </a:lnTo>
                <a:close/>
                <a:moveTo>
                  <a:pt x="16" y="241"/>
                </a:moveTo>
                <a:cubicBezTo>
                  <a:pt x="16" y="250"/>
                  <a:pt x="23" y="257"/>
                  <a:pt x="32" y="257"/>
                </a:cubicBezTo>
                <a:cubicBezTo>
                  <a:pt x="32" y="209"/>
                  <a:pt x="32" y="209"/>
                  <a:pt x="32" y="209"/>
                </a:cubicBezTo>
                <a:cubicBezTo>
                  <a:pt x="16" y="209"/>
                  <a:pt x="16" y="209"/>
                  <a:pt x="16" y="209"/>
                </a:cubicBezTo>
                <a:lnTo>
                  <a:pt x="16" y="241"/>
                </a:lnTo>
                <a:close/>
                <a:moveTo>
                  <a:pt x="337" y="145"/>
                </a:moveTo>
                <a:cubicBezTo>
                  <a:pt x="16" y="145"/>
                  <a:pt x="16" y="145"/>
                  <a:pt x="16" y="145"/>
                </a:cubicBezTo>
                <a:cubicBezTo>
                  <a:pt x="7" y="145"/>
                  <a:pt x="0" y="152"/>
                  <a:pt x="0" y="161"/>
                </a:cubicBezTo>
                <a:cubicBezTo>
                  <a:pt x="0" y="177"/>
                  <a:pt x="0" y="177"/>
                  <a:pt x="0" y="177"/>
                </a:cubicBezTo>
                <a:cubicBezTo>
                  <a:pt x="0" y="186"/>
                  <a:pt x="7" y="193"/>
                  <a:pt x="16" y="193"/>
                </a:cubicBezTo>
                <a:cubicBezTo>
                  <a:pt x="337" y="193"/>
                  <a:pt x="337" y="193"/>
                  <a:pt x="337" y="193"/>
                </a:cubicBezTo>
                <a:cubicBezTo>
                  <a:pt x="346" y="193"/>
                  <a:pt x="353" y="186"/>
                  <a:pt x="353" y="177"/>
                </a:cubicBezTo>
                <a:cubicBezTo>
                  <a:pt x="353" y="161"/>
                  <a:pt x="353" y="161"/>
                  <a:pt x="353" y="161"/>
                </a:cubicBezTo>
                <a:cubicBezTo>
                  <a:pt x="353" y="152"/>
                  <a:pt x="346" y="145"/>
                  <a:pt x="337" y="145"/>
                </a:cubicBezTo>
                <a:moveTo>
                  <a:pt x="337" y="177"/>
                </a:moveTo>
                <a:cubicBezTo>
                  <a:pt x="16" y="177"/>
                  <a:pt x="16" y="177"/>
                  <a:pt x="16" y="177"/>
                </a:cubicBezTo>
                <a:cubicBezTo>
                  <a:pt x="16" y="161"/>
                  <a:pt x="16" y="161"/>
                  <a:pt x="16" y="161"/>
                </a:cubicBezTo>
                <a:cubicBezTo>
                  <a:pt x="337" y="161"/>
                  <a:pt x="337" y="161"/>
                  <a:pt x="337" y="161"/>
                </a:cubicBezTo>
                <a:lnTo>
                  <a:pt x="337" y="177"/>
                </a:lnTo>
                <a:close/>
                <a:moveTo>
                  <a:pt x="208" y="257"/>
                </a:moveTo>
                <a:cubicBezTo>
                  <a:pt x="224" y="257"/>
                  <a:pt x="224" y="257"/>
                  <a:pt x="224" y="257"/>
                </a:cubicBezTo>
                <a:cubicBezTo>
                  <a:pt x="224" y="209"/>
                  <a:pt x="224" y="209"/>
                  <a:pt x="224" y="209"/>
                </a:cubicBezTo>
                <a:cubicBezTo>
                  <a:pt x="208" y="209"/>
                  <a:pt x="208" y="209"/>
                  <a:pt x="208" y="209"/>
                </a:cubicBezTo>
                <a:lnTo>
                  <a:pt x="208" y="257"/>
                </a:lnTo>
                <a:close/>
                <a:moveTo>
                  <a:pt x="80" y="257"/>
                </a:moveTo>
                <a:cubicBezTo>
                  <a:pt x="112" y="257"/>
                  <a:pt x="112" y="257"/>
                  <a:pt x="112" y="257"/>
                </a:cubicBezTo>
                <a:cubicBezTo>
                  <a:pt x="112" y="209"/>
                  <a:pt x="112" y="209"/>
                  <a:pt x="112" y="209"/>
                </a:cubicBezTo>
                <a:cubicBezTo>
                  <a:pt x="80" y="209"/>
                  <a:pt x="80" y="209"/>
                  <a:pt x="80" y="209"/>
                </a:cubicBezTo>
                <a:lnTo>
                  <a:pt x="80" y="257"/>
                </a:lnTo>
                <a:close/>
                <a:moveTo>
                  <a:pt x="48" y="257"/>
                </a:moveTo>
                <a:cubicBezTo>
                  <a:pt x="64" y="257"/>
                  <a:pt x="64" y="257"/>
                  <a:pt x="64" y="257"/>
                </a:cubicBezTo>
                <a:cubicBezTo>
                  <a:pt x="64" y="209"/>
                  <a:pt x="64" y="209"/>
                  <a:pt x="64" y="209"/>
                </a:cubicBezTo>
                <a:cubicBezTo>
                  <a:pt x="48" y="209"/>
                  <a:pt x="48" y="209"/>
                  <a:pt x="48" y="209"/>
                </a:cubicBezTo>
                <a:lnTo>
                  <a:pt x="48" y="257"/>
                </a:lnTo>
                <a:close/>
                <a:moveTo>
                  <a:pt x="128" y="257"/>
                </a:moveTo>
                <a:cubicBezTo>
                  <a:pt x="144" y="257"/>
                  <a:pt x="144" y="257"/>
                  <a:pt x="144" y="257"/>
                </a:cubicBezTo>
                <a:cubicBezTo>
                  <a:pt x="144" y="209"/>
                  <a:pt x="144" y="209"/>
                  <a:pt x="144" y="209"/>
                </a:cubicBezTo>
                <a:cubicBezTo>
                  <a:pt x="128" y="209"/>
                  <a:pt x="128" y="209"/>
                  <a:pt x="128" y="209"/>
                </a:cubicBezTo>
                <a:lnTo>
                  <a:pt x="128" y="257"/>
                </a:lnTo>
                <a:close/>
                <a:moveTo>
                  <a:pt x="160" y="257"/>
                </a:moveTo>
                <a:cubicBezTo>
                  <a:pt x="192" y="257"/>
                  <a:pt x="192" y="257"/>
                  <a:pt x="192" y="257"/>
                </a:cubicBezTo>
                <a:cubicBezTo>
                  <a:pt x="192" y="209"/>
                  <a:pt x="192" y="209"/>
                  <a:pt x="192" y="209"/>
                </a:cubicBezTo>
                <a:cubicBezTo>
                  <a:pt x="160" y="209"/>
                  <a:pt x="160" y="209"/>
                  <a:pt x="160" y="209"/>
                </a:cubicBezTo>
                <a:lnTo>
                  <a:pt x="160" y="25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1" name="Freeform 51"/>
          <p:cNvSpPr>
            <a:spLocks noEditPoints="1"/>
          </p:cNvSpPr>
          <p:nvPr/>
        </p:nvSpPr>
        <p:spPr bwMode="auto">
          <a:xfrm>
            <a:off x="7463367" y="5325533"/>
            <a:ext cx="577851" cy="577851"/>
          </a:xfrm>
          <a:custGeom>
            <a:avLst/>
            <a:gdLst>
              <a:gd name="T0" fmla="*/ 88 w 353"/>
              <a:gd name="T1" fmla="*/ 64 h 353"/>
              <a:gd name="T2" fmla="*/ 88 w 353"/>
              <a:gd name="T3" fmla="*/ 80 h 353"/>
              <a:gd name="T4" fmla="*/ 209 w 353"/>
              <a:gd name="T5" fmla="*/ 72 h 353"/>
              <a:gd name="T6" fmla="*/ 72 w 353"/>
              <a:gd name="T7" fmla="*/ 169 h 353"/>
              <a:gd name="T8" fmla="*/ 72 w 353"/>
              <a:gd name="T9" fmla="*/ 153 h 353"/>
              <a:gd name="T10" fmla="*/ 72 w 353"/>
              <a:gd name="T11" fmla="*/ 169 h 353"/>
              <a:gd name="T12" fmla="*/ 321 w 353"/>
              <a:gd name="T13" fmla="*/ 112 h 353"/>
              <a:gd name="T14" fmla="*/ 257 w 353"/>
              <a:gd name="T15" fmla="*/ 0 h 353"/>
              <a:gd name="T16" fmla="*/ 32 w 353"/>
              <a:gd name="T17" fmla="*/ 16 h 353"/>
              <a:gd name="T18" fmla="*/ 16 w 353"/>
              <a:gd name="T19" fmla="*/ 112 h 353"/>
              <a:gd name="T20" fmla="*/ 0 w 353"/>
              <a:gd name="T21" fmla="*/ 193 h 353"/>
              <a:gd name="T22" fmla="*/ 32 w 353"/>
              <a:gd name="T23" fmla="*/ 209 h 353"/>
              <a:gd name="T24" fmla="*/ 40 w 353"/>
              <a:gd name="T25" fmla="*/ 353 h 353"/>
              <a:gd name="T26" fmla="*/ 48 w 353"/>
              <a:gd name="T27" fmla="*/ 209 h 353"/>
              <a:gd name="T28" fmla="*/ 64 w 353"/>
              <a:gd name="T29" fmla="*/ 297 h 353"/>
              <a:gd name="T30" fmla="*/ 80 w 353"/>
              <a:gd name="T31" fmla="*/ 297 h 353"/>
              <a:gd name="T32" fmla="*/ 96 w 353"/>
              <a:gd name="T33" fmla="*/ 209 h 353"/>
              <a:gd name="T34" fmla="*/ 104 w 353"/>
              <a:gd name="T35" fmla="*/ 257 h 353"/>
              <a:gd name="T36" fmla="*/ 112 w 353"/>
              <a:gd name="T37" fmla="*/ 209 h 353"/>
              <a:gd name="T38" fmla="*/ 128 w 353"/>
              <a:gd name="T39" fmla="*/ 329 h 353"/>
              <a:gd name="T40" fmla="*/ 144 w 353"/>
              <a:gd name="T41" fmla="*/ 329 h 353"/>
              <a:gd name="T42" fmla="*/ 168 w 353"/>
              <a:gd name="T43" fmla="*/ 209 h 353"/>
              <a:gd name="T44" fmla="*/ 176 w 353"/>
              <a:gd name="T45" fmla="*/ 321 h 353"/>
              <a:gd name="T46" fmla="*/ 185 w 353"/>
              <a:gd name="T47" fmla="*/ 209 h 353"/>
              <a:gd name="T48" fmla="*/ 209 w 353"/>
              <a:gd name="T49" fmla="*/ 265 h 353"/>
              <a:gd name="T50" fmla="*/ 225 w 353"/>
              <a:gd name="T51" fmla="*/ 265 h 353"/>
              <a:gd name="T52" fmla="*/ 241 w 353"/>
              <a:gd name="T53" fmla="*/ 209 h 353"/>
              <a:gd name="T54" fmla="*/ 249 w 353"/>
              <a:gd name="T55" fmla="*/ 289 h 353"/>
              <a:gd name="T56" fmla="*/ 257 w 353"/>
              <a:gd name="T57" fmla="*/ 209 h 353"/>
              <a:gd name="T58" fmla="*/ 273 w 353"/>
              <a:gd name="T59" fmla="*/ 329 h 353"/>
              <a:gd name="T60" fmla="*/ 289 w 353"/>
              <a:gd name="T61" fmla="*/ 329 h 353"/>
              <a:gd name="T62" fmla="*/ 305 w 353"/>
              <a:gd name="T63" fmla="*/ 209 h 353"/>
              <a:gd name="T64" fmla="*/ 313 w 353"/>
              <a:gd name="T65" fmla="*/ 321 h 353"/>
              <a:gd name="T66" fmla="*/ 321 w 353"/>
              <a:gd name="T67" fmla="*/ 209 h 353"/>
              <a:gd name="T68" fmla="*/ 353 w 353"/>
              <a:gd name="T69" fmla="*/ 193 h 353"/>
              <a:gd name="T70" fmla="*/ 337 w 353"/>
              <a:gd name="T71" fmla="*/ 112 h 353"/>
              <a:gd name="T72" fmla="*/ 297 w 353"/>
              <a:gd name="T73" fmla="*/ 64 h 353"/>
              <a:gd name="T74" fmla="*/ 257 w 353"/>
              <a:gd name="T75" fmla="*/ 24 h 353"/>
              <a:gd name="T76" fmla="*/ 241 w 353"/>
              <a:gd name="T77" fmla="*/ 16 h 353"/>
              <a:gd name="T78" fmla="*/ 249 w 353"/>
              <a:gd name="T79" fmla="*/ 80 h 353"/>
              <a:gd name="T80" fmla="*/ 305 w 353"/>
              <a:gd name="T81" fmla="*/ 112 h 353"/>
              <a:gd name="T82" fmla="*/ 48 w 353"/>
              <a:gd name="T83" fmla="*/ 16 h 353"/>
              <a:gd name="T84" fmla="*/ 16 w 353"/>
              <a:gd name="T85" fmla="*/ 193 h 353"/>
              <a:gd name="T86" fmla="*/ 337 w 353"/>
              <a:gd name="T87" fmla="*/ 129 h 353"/>
              <a:gd name="T88" fmla="*/ 40 w 353"/>
              <a:gd name="T89" fmla="*/ 169 h 353"/>
              <a:gd name="T90" fmla="*/ 40 w 353"/>
              <a:gd name="T91" fmla="*/ 153 h 353"/>
              <a:gd name="T92" fmla="*/ 40 w 353"/>
              <a:gd name="T93" fmla="*/ 169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353" h="353">
                <a:moveTo>
                  <a:pt x="201" y="64"/>
                </a:moveTo>
                <a:cubicBezTo>
                  <a:pt x="88" y="64"/>
                  <a:pt x="88" y="64"/>
                  <a:pt x="88" y="64"/>
                </a:cubicBezTo>
                <a:cubicBezTo>
                  <a:pt x="84" y="64"/>
                  <a:pt x="80" y="68"/>
                  <a:pt x="80" y="72"/>
                </a:cubicBezTo>
                <a:cubicBezTo>
                  <a:pt x="80" y="77"/>
                  <a:pt x="84" y="80"/>
                  <a:pt x="88" y="80"/>
                </a:cubicBezTo>
                <a:cubicBezTo>
                  <a:pt x="201" y="80"/>
                  <a:pt x="201" y="80"/>
                  <a:pt x="201" y="80"/>
                </a:cubicBezTo>
                <a:cubicBezTo>
                  <a:pt x="205" y="80"/>
                  <a:pt x="209" y="77"/>
                  <a:pt x="209" y="72"/>
                </a:cubicBezTo>
                <a:cubicBezTo>
                  <a:pt x="209" y="68"/>
                  <a:pt x="205" y="64"/>
                  <a:pt x="201" y="64"/>
                </a:cubicBezTo>
                <a:moveTo>
                  <a:pt x="72" y="169"/>
                </a:moveTo>
                <a:cubicBezTo>
                  <a:pt x="77" y="169"/>
                  <a:pt x="80" y="165"/>
                  <a:pt x="80" y="161"/>
                </a:cubicBezTo>
                <a:cubicBezTo>
                  <a:pt x="80" y="156"/>
                  <a:pt x="77" y="153"/>
                  <a:pt x="72" y="153"/>
                </a:cubicBezTo>
                <a:cubicBezTo>
                  <a:pt x="68" y="153"/>
                  <a:pt x="64" y="156"/>
                  <a:pt x="64" y="161"/>
                </a:cubicBezTo>
                <a:cubicBezTo>
                  <a:pt x="64" y="165"/>
                  <a:pt x="68" y="169"/>
                  <a:pt x="72" y="169"/>
                </a:cubicBezTo>
                <a:moveTo>
                  <a:pt x="337" y="112"/>
                </a:moveTo>
                <a:cubicBezTo>
                  <a:pt x="321" y="112"/>
                  <a:pt x="321" y="112"/>
                  <a:pt x="321" y="112"/>
                </a:cubicBezTo>
                <a:cubicBezTo>
                  <a:pt x="321" y="64"/>
                  <a:pt x="321" y="64"/>
                  <a:pt x="321" y="64"/>
                </a:cubicBezTo>
                <a:cubicBezTo>
                  <a:pt x="257" y="0"/>
                  <a:pt x="257" y="0"/>
                  <a:pt x="257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39" y="0"/>
                  <a:pt x="32" y="7"/>
                  <a:pt x="32" y="16"/>
                </a:cubicBezTo>
                <a:cubicBezTo>
                  <a:pt x="32" y="112"/>
                  <a:pt x="32" y="112"/>
                  <a:pt x="32" y="112"/>
                </a:cubicBezTo>
                <a:cubicBezTo>
                  <a:pt x="16" y="112"/>
                  <a:pt x="16" y="112"/>
                  <a:pt x="16" y="112"/>
                </a:cubicBezTo>
                <a:cubicBezTo>
                  <a:pt x="7" y="112"/>
                  <a:pt x="0" y="120"/>
                  <a:pt x="0" y="129"/>
                </a:cubicBezTo>
                <a:cubicBezTo>
                  <a:pt x="0" y="193"/>
                  <a:pt x="0" y="193"/>
                  <a:pt x="0" y="193"/>
                </a:cubicBezTo>
                <a:cubicBezTo>
                  <a:pt x="0" y="202"/>
                  <a:pt x="7" y="209"/>
                  <a:pt x="16" y="209"/>
                </a:cubicBezTo>
                <a:cubicBezTo>
                  <a:pt x="32" y="209"/>
                  <a:pt x="32" y="209"/>
                  <a:pt x="32" y="209"/>
                </a:cubicBezTo>
                <a:cubicBezTo>
                  <a:pt x="32" y="345"/>
                  <a:pt x="32" y="345"/>
                  <a:pt x="32" y="345"/>
                </a:cubicBezTo>
                <a:cubicBezTo>
                  <a:pt x="32" y="350"/>
                  <a:pt x="36" y="353"/>
                  <a:pt x="40" y="353"/>
                </a:cubicBezTo>
                <a:cubicBezTo>
                  <a:pt x="44" y="353"/>
                  <a:pt x="48" y="350"/>
                  <a:pt x="48" y="345"/>
                </a:cubicBezTo>
                <a:cubicBezTo>
                  <a:pt x="48" y="209"/>
                  <a:pt x="48" y="209"/>
                  <a:pt x="48" y="209"/>
                </a:cubicBezTo>
                <a:cubicBezTo>
                  <a:pt x="64" y="209"/>
                  <a:pt x="64" y="209"/>
                  <a:pt x="64" y="209"/>
                </a:cubicBezTo>
                <a:cubicBezTo>
                  <a:pt x="64" y="297"/>
                  <a:pt x="64" y="297"/>
                  <a:pt x="64" y="297"/>
                </a:cubicBezTo>
                <a:cubicBezTo>
                  <a:pt x="64" y="302"/>
                  <a:pt x="68" y="305"/>
                  <a:pt x="72" y="305"/>
                </a:cubicBezTo>
                <a:cubicBezTo>
                  <a:pt x="77" y="305"/>
                  <a:pt x="80" y="302"/>
                  <a:pt x="80" y="297"/>
                </a:cubicBezTo>
                <a:cubicBezTo>
                  <a:pt x="80" y="209"/>
                  <a:pt x="80" y="209"/>
                  <a:pt x="80" y="209"/>
                </a:cubicBezTo>
                <a:cubicBezTo>
                  <a:pt x="96" y="209"/>
                  <a:pt x="96" y="209"/>
                  <a:pt x="96" y="209"/>
                </a:cubicBezTo>
                <a:cubicBezTo>
                  <a:pt x="96" y="249"/>
                  <a:pt x="96" y="249"/>
                  <a:pt x="96" y="249"/>
                </a:cubicBezTo>
                <a:cubicBezTo>
                  <a:pt x="96" y="253"/>
                  <a:pt x="100" y="257"/>
                  <a:pt x="104" y="257"/>
                </a:cubicBezTo>
                <a:cubicBezTo>
                  <a:pt x="109" y="257"/>
                  <a:pt x="112" y="253"/>
                  <a:pt x="112" y="249"/>
                </a:cubicBezTo>
                <a:cubicBezTo>
                  <a:pt x="112" y="209"/>
                  <a:pt x="112" y="209"/>
                  <a:pt x="112" y="209"/>
                </a:cubicBezTo>
                <a:cubicBezTo>
                  <a:pt x="128" y="209"/>
                  <a:pt x="128" y="209"/>
                  <a:pt x="128" y="209"/>
                </a:cubicBezTo>
                <a:cubicBezTo>
                  <a:pt x="128" y="329"/>
                  <a:pt x="128" y="329"/>
                  <a:pt x="128" y="329"/>
                </a:cubicBezTo>
                <a:cubicBezTo>
                  <a:pt x="128" y="334"/>
                  <a:pt x="132" y="337"/>
                  <a:pt x="136" y="337"/>
                </a:cubicBezTo>
                <a:cubicBezTo>
                  <a:pt x="141" y="337"/>
                  <a:pt x="144" y="334"/>
                  <a:pt x="144" y="329"/>
                </a:cubicBezTo>
                <a:cubicBezTo>
                  <a:pt x="144" y="209"/>
                  <a:pt x="144" y="209"/>
                  <a:pt x="144" y="209"/>
                </a:cubicBezTo>
                <a:cubicBezTo>
                  <a:pt x="168" y="209"/>
                  <a:pt x="168" y="209"/>
                  <a:pt x="168" y="209"/>
                </a:cubicBezTo>
                <a:cubicBezTo>
                  <a:pt x="168" y="313"/>
                  <a:pt x="168" y="313"/>
                  <a:pt x="168" y="313"/>
                </a:cubicBezTo>
                <a:cubicBezTo>
                  <a:pt x="168" y="318"/>
                  <a:pt x="172" y="321"/>
                  <a:pt x="176" y="321"/>
                </a:cubicBezTo>
                <a:cubicBezTo>
                  <a:pt x="181" y="321"/>
                  <a:pt x="185" y="318"/>
                  <a:pt x="185" y="313"/>
                </a:cubicBezTo>
                <a:cubicBezTo>
                  <a:pt x="185" y="209"/>
                  <a:pt x="185" y="209"/>
                  <a:pt x="185" y="209"/>
                </a:cubicBezTo>
                <a:cubicBezTo>
                  <a:pt x="209" y="209"/>
                  <a:pt x="209" y="209"/>
                  <a:pt x="209" y="209"/>
                </a:cubicBezTo>
                <a:cubicBezTo>
                  <a:pt x="209" y="265"/>
                  <a:pt x="209" y="265"/>
                  <a:pt x="209" y="265"/>
                </a:cubicBezTo>
                <a:cubicBezTo>
                  <a:pt x="209" y="269"/>
                  <a:pt x="212" y="273"/>
                  <a:pt x="217" y="273"/>
                </a:cubicBezTo>
                <a:cubicBezTo>
                  <a:pt x="221" y="273"/>
                  <a:pt x="225" y="269"/>
                  <a:pt x="225" y="265"/>
                </a:cubicBezTo>
                <a:cubicBezTo>
                  <a:pt x="225" y="209"/>
                  <a:pt x="225" y="209"/>
                  <a:pt x="225" y="209"/>
                </a:cubicBezTo>
                <a:cubicBezTo>
                  <a:pt x="241" y="209"/>
                  <a:pt x="241" y="209"/>
                  <a:pt x="241" y="209"/>
                </a:cubicBezTo>
                <a:cubicBezTo>
                  <a:pt x="241" y="281"/>
                  <a:pt x="241" y="281"/>
                  <a:pt x="241" y="281"/>
                </a:cubicBezTo>
                <a:cubicBezTo>
                  <a:pt x="241" y="285"/>
                  <a:pt x="244" y="289"/>
                  <a:pt x="249" y="289"/>
                </a:cubicBezTo>
                <a:cubicBezTo>
                  <a:pt x="253" y="289"/>
                  <a:pt x="257" y="285"/>
                  <a:pt x="257" y="281"/>
                </a:cubicBezTo>
                <a:cubicBezTo>
                  <a:pt x="257" y="209"/>
                  <a:pt x="257" y="209"/>
                  <a:pt x="257" y="209"/>
                </a:cubicBezTo>
                <a:cubicBezTo>
                  <a:pt x="273" y="209"/>
                  <a:pt x="273" y="209"/>
                  <a:pt x="273" y="209"/>
                </a:cubicBezTo>
                <a:cubicBezTo>
                  <a:pt x="273" y="329"/>
                  <a:pt x="273" y="329"/>
                  <a:pt x="273" y="329"/>
                </a:cubicBezTo>
                <a:cubicBezTo>
                  <a:pt x="273" y="334"/>
                  <a:pt x="276" y="337"/>
                  <a:pt x="281" y="337"/>
                </a:cubicBezTo>
                <a:cubicBezTo>
                  <a:pt x="285" y="337"/>
                  <a:pt x="289" y="334"/>
                  <a:pt x="289" y="329"/>
                </a:cubicBezTo>
                <a:cubicBezTo>
                  <a:pt x="289" y="209"/>
                  <a:pt x="289" y="209"/>
                  <a:pt x="289" y="209"/>
                </a:cubicBezTo>
                <a:cubicBezTo>
                  <a:pt x="305" y="209"/>
                  <a:pt x="305" y="209"/>
                  <a:pt x="305" y="209"/>
                </a:cubicBezTo>
                <a:cubicBezTo>
                  <a:pt x="305" y="313"/>
                  <a:pt x="305" y="313"/>
                  <a:pt x="305" y="313"/>
                </a:cubicBezTo>
                <a:cubicBezTo>
                  <a:pt x="305" y="318"/>
                  <a:pt x="309" y="321"/>
                  <a:pt x="313" y="321"/>
                </a:cubicBezTo>
                <a:cubicBezTo>
                  <a:pt x="317" y="321"/>
                  <a:pt x="321" y="318"/>
                  <a:pt x="321" y="313"/>
                </a:cubicBezTo>
                <a:cubicBezTo>
                  <a:pt x="321" y="209"/>
                  <a:pt x="321" y="209"/>
                  <a:pt x="321" y="209"/>
                </a:cubicBezTo>
                <a:cubicBezTo>
                  <a:pt x="337" y="209"/>
                  <a:pt x="337" y="209"/>
                  <a:pt x="337" y="209"/>
                </a:cubicBezTo>
                <a:cubicBezTo>
                  <a:pt x="346" y="209"/>
                  <a:pt x="353" y="202"/>
                  <a:pt x="353" y="193"/>
                </a:cubicBezTo>
                <a:cubicBezTo>
                  <a:pt x="353" y="129"/>
                  <a:pt x="353" y="129"/>
                  <a:pt x="353" y="129"/>
                </a:cubicBezTo>
                <a:cubicBezTo>
                  <a:pt x="353" y="120"/>
                  <a:pt x="346" y="112"/>
                  <a:pt x="337" y="112"/>
                </a:cubicBezTo>
                <a:moveTo>
                  <a:pt x="257" y="24"/>
                </a:moveTo>
                <a:cubicBezTo>
                  <a:pt x="297" y="64"/>
                  <a:pt x="297" y="64"/>
                  <a:pt x="297" y="64"/>
                </a:cubicBezTo>
                <a:cubicBezTo>
                  <a:pt x="257" y="64"/>
                  <a:pt x="257" y="64"/>
                  <a:pt x="257" y="64"/>
                </a:cubicBezTo>
                <a:lnTo>
                  <a:pt x="257" y="24"/>
                </a:lnTo>
                <a:close/>
                <a:moveTo>
                  <a:pt x="48" y="16"/>
                </a:moveTo>
                <a:cubicBezTo>
                  <a:pt x="241" y="16"/>
                  <a:pt x="241" y="16"/>
                  <a:pt x="241" y="16"/>
                </a:cubicBezTo>
                <a:cubicBezTo>
                  <a:pt x="241" y="72"/>
                  <a:pt x="241" y="72"/>
                  <a:pt x="241" y="72"/>
                </a:cubicBezTo>
                <a:cubicBezTo>
                  <a:pt x="241" y="77"/>
                  <a:pt x="244" y="80"/>
                  <a:pt x="249" y="80"/>
                </a:cubicBezTo>
                <a:cubicBezTo>
                  <a:pt x="305" y="80"/>
                  <a:pt x="305" y="80"/>
                  <a:pt x="305" y="80"/>
                </a:cubicBezTo>
                <a:cubicBezTo>
                  <a:pt x="305" y="112"/>
                  <a:pt x="305" y="112"/>
                  <a:pt x="305" y="112"/>
                </a:cubicBezTo>
                <a:cubicBezTo>
                  <a:pt x="48" y="112"/>
                  <a:pt x="48" y="112"/>
                  <a:pt x="48" y="112"/>
                </a:cubicBezTo>
                <a:lnTo>
                  <a:pt x="48" y="16"/>
                </a:lnTo>
                <a:close/>
                <a:moveTo>
                  <a:pt x="337" y="193"/>
                </a:moveTo>
                <a:cubicBezTo>
                  <a:pt x="16" y="193"/>
                  <a:pt x="16" y="193"/>
                  <a:pt x="16" y="193"/>
                </a:cubicBezTo>
                <a:cubicBezTo>
                  <a:pt x="16" y="129"/>
                  <a:pt x="16" y="129"/>
                  <a:pt x="16" y="129"/>
                </a:cubicBezTo>
                <a:cubicBezTo>
                  <a:pt x="337" y="129"/>
                  <a:pt x="337" y="129"/>
                  <a:pt x="337" y="129"/>
                </a:cubicBezTo>
                <a:lnTo>
                  <a:pt x="337" y="193"/>
                </a:lnTo>
                <a:close/>
                <a:moveTo>
                  <a:pt x="40" y="169"/>
                </a:moveTo>
                <a:cubicBezTo>
                  <a:pt x="44" y="169"/>
                  <a:pt x="48" y="165"/>
                  <a:pt x="48" y="161"/>
                </a:cubicBezTo>
                <a:cubicBezTo>
                  <a:pt x="48" y="156"/>
                  <a:pt x="44" y="153"/>
                  <a:pt x="40" y="153"/>
                </a:cubicBezTo>
                <a:cubicBezTo>
                  <a:pt x="36" y="153"/>
                  <a:pt x="32" y="156"/>
                  <a:pt x="32" y="161"/>
                </a:cubicBezTo>
                <a:cubicBezTo>
                  <a:pt x="32" y="165"/>
                  <a:pt x="36" y="169"/>
                  <a:pt x="40" y="169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2" name="Freeform 52"/>
          <p:cNvSpPr>
            <a:spLocks noEditPoints="1"/>
          </p:cNvSpPr>
          <p:nvPr/>
        </p:nvSpPr>
        <p:spPr bwMode="auto">
          <a:xfrm>
            <a:off x="8593667" y="5325533"/>
            <a:ext cx="524933" cy="577851"/>
          </a:xfrm>
          <a:custGeom>
            <a:avLst/>
            <a:gdLst>
              <a:gd name="T0" fmla="*/ 285 w 321"/>
              <a:gd name="T1" fmla="*/ 177 h 353"/>
              <a:gd name="T2" fmla="*/ 319 w 321"/>
              <a:gd name="T3" fmla="*/ 142 h 353"/>
              <a:gd name="T4" fmla="*/ 321 w 321"/>
              <a:gd name="T5" fmla="*/ 137 h 353"/>
              <a:gd name="T6" fmla="*/ 313 w 321"/>
              <a:gd name="T7" fmla="*/ 129 h 353"/>
              <a:gd name="T8" fmla="*/ 308 w 321"/>
              <a:gd name="T9" fmla="*/ 131 h 353"/>
              <a:gd name="T10" fmla="*/ 273 w 321"/>
              <a:gd name="T11" fmla="*/ 165 h 353"/>
              <a:gd name="T12" fmla="*/ 239 w 321"/>
              <a:gd name="T13" fmla="*/ 131 h 353"/>
              <a:gd name="T14" fmla="*/ 233 w 321"/>
              <a:gd name="T15" fmla="*/ 129 h 353"/>
              <a:gd name="T16" fmla="*/ 225 w 321"/>
              <a:gd name="T17" fmla="*/ 137 h 353"/>
              <a:gd name="T18" fmla="*/ 227 w 321"/>
              <a:gd name="T19" fmla="*/ 142 h 353"/>
              <a:gd name="T20" fmla="*/ 262 w 321"/>
              <a:gd name="T21" fmla="*/ 177 h 353"/>
              <a:gd name="T22" fmla="*/ 227 w 321"/>
              <a:gd name="T23" fmla="*/ 211 h 353"/>
              <a:gd name="T24" fmla="*/ 225 w 321"/>
              <a:gd name="T25" fmla="*/ 217 h 353"/>
              <a:gd name="T26" fmla="*/ 233 w 321"/>
              <a:gd name="T27" fmla="*/ 225 h 353"/>
              <a:gd name="T28" fmla="*/ 239 w 321"/>
              <a:gd name="T29" fmla="*/ 223 h 353"/>
              <a:gd name="T30" fmla="*/ 273 w 321"/>
              <a:gd name="T31" fmla="*/ 188 h 353"/>
              <a:gd name="T32" fmla="*/ 308 w 321"/>
              <a:gd name="T33" fmla="*/ 223 h 353"/>
              <a:gd name="T34" fmla="*/ 313 w 321"/>
              <a:gd name="T35" fmla="*/ 225 h 353"/>
              <a:gd name="T36" fmla="*/ 321 w 321"/>
              <a:gd name="T37" fmla="*/ 217 h 353"/>
              <a:gd name="T38" fmla="*/ 319 w 321"/>
              <a:gd name="T39" fmla="*/ 211 h 353"/>
              <a:gd name="T40" fmla="*/ 285 w 321"/>
              <a:gd name="T41" fmla="*/ 177 h 353"/>
              <a:gd name="T42" fmla="*/ 193 w 321"/>
              <a:gd name="T43" fmla="*/ 24 h 353"/>
              <a:gd name="T44" fmla="*/ 169 w 321"/>
              <a:gd name="T45" fmla="*/ 0 h 353"/>
              <a:gd name="T46" fmla="*/ 151 w 321"/>
              <a:gd name="T47" fmla="*/ 7 h 353"/>
              <a:gd name="T48" fmla="*/ 53 w 321"/>
              <a:gd name="T49" fmla="*/ 97 h 353"/>
              <a:gd name="T50" fmla="*/ 0 w 321"/>
              <a:gd name="T51" fmla="*/ 177 h 353"/>
              <a:gd name="T52" fmla="*/ 54 w 321"/>
              <a:gd name="T53" fmla="*/ 257 h 353"/>
              <a:gd name="T54" fmla="*/ 151 w 321"/>
              <a:gd name="T55" fmla="*/ 346 h 353"/>
              <a:gd name="T56" fmla="*/ 169 w 321"/>
              <a:gd name="T57" fmla="*/ 353 h 353"/>
              <a:gd name="T58" fmla="*/ 193 w 321"/>
              <a:gd name="T59" fmla="*/ 329 h 353"/>
              <a:gd name="T60" fmla="*/ 193 w 321"/>
              <a:gd name="T61" fmla="*/ 328 h 353"/>
              <a:gd name="T62" fmla="*/ 193 w 321"/>
              <a:gd name="T63" fmla="*/ 25 h 353"/>
              <a:gd name="T64" fmla="*/ 193 w 321"/>
              <a:gd name="T65" fmla="*/ 24 h 353"/>
              <a:gd name="T66" fmla="*/ 48 w 321"/>
              <a:gd name="T67" fmla="*/ 240 h 353"/>
              <a:gd name="T68" fmla="*/ 16 w 321"/>
              <a:gd name="T69" fmla="*/ 177 h 353"/>
              <a:gd name="T70" fmla="*/ 48 w 321"/>
              <a:gd name="T71" fmla="*/ 114 h 353"/>
              <a:gd name="T72" fmla="*/ 48 w 321"/>
              <a:gd name="T73" fmla="*/ 240 h 353"/>
              <a:gd name="T74" fmla="*/ 145 w 321"/>
              <a:gd name="T75" fmla="*/ 318 h 353"/>
              <a:gd name="T76" fmla="*/ 64 w 321"/>
              <a:gd name="T77" fmla="*/ 245 h 353"/>
              <a:gd name="T78" fmla="*/ 64 w 321"/>
              <a:gd name="T79" fmla="*/ 108 h 353"/>
              <a:gd name="T80" fmla="*/ 68 w 321"/>
              <a:gd name="T81" fmla="*/ 105 h 353"/>
              <a:gd name="T82" fmla="*/ 68 w 321"/>
              <a:gd name="T83" fmla="*/ 105 h 353"/>
              <a:gd name="T84" fmla="*/ 145 w 321"/>
              <a:gd name="T85" fmla="*/ 35 h 353"/>
              <a:gd name="T86" fmla="*/ 145 w 321"/>
              <a:gd name="T87" fmla="*/ 318 h 353"/>
              <a:gd name="T88" fmla="*/ 177 w 321"/>
              <a:gd name="T89" fmla="*/ 329 h 353"/>
              <a:gd name="T90" fmla="*/ 169 w 321"/>
              <a:gd name="T91" fmla="*/ 337 h 353"/>
              <a:gd name="T92" fmla="*/ 163 w 321"/>
              <a:gd name="T93" fmla="*/ 335 h 353"/>
              <a:gd name="T94" fmla="*/ 163 w 321"/>
              <a:gd name="T95" fmla="*/ 335 h 353"/>
              <a:gd name="T96" fmla="*/ 161 w 321"/>
              <a:gd name="T97" fmla="*/ 333 h 353"/>
              <a:gd name="T98" fmla="*/ 161 w 321"/>
              <a:gd name="T99" fmla="*/ 21 h 353"/>
              <a:gd name="T100" fmla="*/ 163 w 321"/>
              <a:gd name="T101" fmla="*/ 18 h 353"/>
              <a:gd name="T102" fmla="*/ 163 w 321"/>
              <a:gd name="T103" fmla="*/ 19 h 353"/>
              <a:gd name="T104" fmla="*/ 169 w 321"/>
              <a:gd name="T105" fmla="*/ 16 h 353"/>
              <a:gd name="T106" fmla="*/ 177 w 321"/>
              <a:gd name="T107" fmla="*/ 24 h 353"/>
              <a:gd name="T108" fmla="*/ 177 w 321"/>
              <a:gd name="T109" fmla="*/ 329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321" h="353">
                <a:moveTo>
                  <a:pt x="285" y="177"/>
                </a:moveTo>
                <a:cubicBezTo>
                  <a:pt x="319" y="142"/>
                  <a:pt x="319" y="142"/>
                  <a:pt x="319" y="142"/>
                </a:cubicBezTo>
                <a:cubicBezTo>
                  <a:pt x="320" y="141"/>
                  <a:pt x="321" y="139"/>
                  <a:pt x="321" y="137"/>
                </a:cubicBezTo>
                <a:cubicBezTo>
                  <a:pt x="321" y="132"/>
                  <a:pt x="318" y="129"/>
                  <a:pt x="313" y="129"/>
                </a:cubicBezTo>
                <a:cubicBezTo>
                  <a:pt x="311" y="129"/>
                  <a:pt x="309" y="129"/>
                  <a:pt x="308" y="131"/>
                </a:cubicBezTo>
                <a:cubicBezTo>
                  <a:pt x="273" y="165"/>
                  <a:pt x="273" y="165"/>
                  <a:pt x="273" y="165"/>
                </a:cubicBezTo>
                <a:cubicBezTo>
                  <a:pt x="239" y="131"/>
                  <a:pt x="239" y="131"/>
                  <a:pt x="239" y="131"/>
                </a:cubicBezTo>
                <a:cubicBezTo>
                  <a:pt x="237" y="129"/>
                  <a:pt x="235" y="129"/>
                  <a:pt x="233" y="129"/>
                </a:cubicBezTo>
                <a:cubicBezTo>
                  <a:pt x="229" y="129"/>
                  <a:pt x="225" y="132"/>
                  <a:pt x="225" y="137"/>
                </a:cubicBezTo>
                <a:cubicBezTo>
                  <a:pt x="225" y="139"/>
                  <a:pt x="226" y="141"/>
                  <a:pt x="227" y="142"/>
                </a:cubicBezTo>
                <a:cubicBezTo>
                  <a:pt x="262" y="177"/>
                  <a:pt x="262" y="177"/>
                  <a:pt x="262" y="177"/>
                </a:cubicBezTo>
                <a:cubicBezTo>
                  <a:pt x="227" y="211"/>
                  <a:pt x="227" y="211"/>
                  <a:pt x="227" y="211"/>
                </a:cubicBezTo>
                <a:cubicBezTo>
                  <a:pt x="226" y="213"/>
                  <a:pt x="225" y="215"/>
                  <a:pt x="225" y="217"/>
                </a:cubicBezTo>
                <a:cubicBezTo>
                  <a:pt x="225" y="221"/>
                  <a:pt x="229" y="225"/>
                  <a:pt x="233" y="225"/>
                </a:cubicBezTo>
                <a:cubicBezTo>
                  <a:pt x="235" y="225"/>
                  <a:pt x="237" y="224"/>
                  <a:pt x="239" y="223"/>
                </a:cubicBezTo>
                <a:cubicBezTo>
                  <a:pt x="273" y="188"/>
                  <a:pt x="273" y="188"/>
                  <a:pt x="273" y="188"/>
                </a:cubicBezTo>
                <a:cubicBezTo>
                  <a:pt x="308" y="223"/>
                  <a:pt x="308" y="223"/>
                  <a:pt x="308" y="223"/>
                </a:cubicBezTo>
                <a:cubicBezTo>
                  <a:pt x="309" y="224"/>
                  <a:pt x="311" y="225"/>
                  <a:pt x="313" y="225"/>
                </a:cubicBezTo>
                <a:cubicBezTo>
                  <a:pt x="318" y="225"/>
                  <a:pt x="321" y="221"/>
                  <a:pt x="321" y="217"/>
                </a:cubicBezTo>
                <a:cubicBezTo>
                  <a:pt x="321" y="215"/>
                  <a:pt x="320" y="213"/>
                  <a:pt x="319" y="211"/>
                </a:cubicBezTo>
                <a:lnTo>
                  <a:pt x="285" y="177"/>
                </a:lnTo>
                <a:close/>
                <a:moveTo>
                  <a:pt x="193" y="24"/>
                </a:moveTo>
                <a:cubicBezTo>
                  <a:pt x="193" y="11"/>
                  <a:pt x="182" y="0"/>
                  <a:pt x="169" y="0"/>
                </a:cubicBezTo>
                <a:cubicBezTo>
                  <a:pt x="162" y="0"/>
                  <a:pt x="156" y="3"/>
                  <a:pt x="151" y="7"/>
                </a:cubicBezTo>
                <a:cubicBezTo>
                  <a:pt x="53" y="97"/>
                  <a:pt x="53" y="97"/>
                  <a:pt x="53" y="97"/>
                </a:cubicBezTo>
                <a:cubicBezTo>
                  <a:pt x="24" y="99"/>
                  <a:pt x="0" y="134"/>
                  <a:pt x="0" y="177"/>
                </a:cubicBezTo>
                <a:cubicBezTo>
                  <a:pt x="0" y="220"/>
                  <a:pt x="24" y="255"/>
                  <a:pt x="54" y="257"/>
                </a:cubicBezTo>
                <a:cubicBezTo>
                  <a:pt x="151" y="346"/>
                  <a:pt x="151" y="346"/>
                  <a:pt x="151" y="346"/>
                </a:cubicBezTo>
                <a:cubicBezTo>
                  <a:pt x="156" y="350"/>
                  <a:pt x="162" y="353"/>
                  <a:pt x="169" y="353"/>
                </a:cubicBezTo>
                <a:cubicBezTo>
                  <a:pt x="182" y="353"/>
                  <a:pt x="193" y="343"/>
                  <a:pt x="193" y="329"/>
                </a:cubicBezTo>
                <a:cubicBezTo>
                  <a:pt x="193" y="329"/>
                  <a:pt x="193" y="329"/>
                  <a:pt x="193" y="328"/>
                </a:cubicBezTo>
                <a:cubicBezTo>
                  <a:pt x="193" y="25"/>
                  <a:pt x="193" y="25"/>
                  <a:pt x="193" y="25"/>
                </a:cubicBezTo>
                <a:cubicBezTo>
                  <a:pt x="193" y="25"/>
                  <a:pt x="193" y="24"/>
                  <a:pt x="193" y="24"/>
                </a:cubicBezTo>
                <a:moveTo>
                  <a:pt x="48" y="240"/>
                </a:moveTo>
                <a:cubicBezTo>
                  <a:pt x="30" y="234"/>
                  <a:pt x="16" y="208"/>
                  <a:pt x="16" y="177"/>
                </a:cubicBezTo>
                <a:cubicBezTo>
                  <a:pt x="16" y="146"/>
                  <a:pt x="30" y="120"/>
                  <a:pt x="48" y="114"/>
                </a:cubicBezTo>
                <a:lnTo>
                  <a:pt x="48" y="240"/>
                </a:lnTo>
                <a:close/>
                <a:moveTo>
                  <a:pt x="145" y="318"/>
                </a:moveTo>
                <a:cubicBezTo>
                  <a:pt x="64" y="245"/>
                  <a:pt x="64" y="245"/>
                  <a:pt x="64" y="245"/>
                </a:cubicBezTo>
                <a:cubicBezTo>
                  <a:pt x="64" y="108"/>
                  <a:pt x="64" y="108"/>
                  <a:pt x="64" y="108"/>
                </a:cubicBezTo>
                <a:cubicBezTo>
                  <a:pt x="68" y="105"/>
                  <a:pt x="68" y="105"/>
                  <a:pt x="68" y="105"/>
                </a:cubicBezTo>
                <a:cubicBezTo>
                  <a:pt x="68" y="105"/>
                  <a:pt x="68" y="105"/>
                  <a:pt x="68" y="105"/>
                </a:cubicBezTo>
                <a:cubicBezTo>
                  <a:pt x="145" y="35"/>
                  <a:pt x="145" y="35"/>
                  <a:pt x="145" y="35"/>
                </a:cubicBezTo>
                <a:lnTo>
                  <a:pt x="145" y="318"/>
                </a:lnTo>
                <a:close/>
                <a:moveTo>
                  <a:pt x="177" y="329"/>
                </a:moveTo>
                <a:cubicBezTo>
                  <a:pt x="177" y="334"/>
                  <a:pt x="173" y="337"/>
                  <a:pt x="169" y="337"/>
                </a:cubicBezTo>
                <a:cubicBezTo>
                  <a:pt x="166" y="337"/>
                  <a:pt x="164" y="336"/>
                  <a:pt x="163" y="335"/>
                </a:cubicBezTo>
                <a:cubicBezTo>
                  <a:pt x="163" y="335"/>
                  <a:pt x="163" y="335"/>
                  <a:pt x="163" y="335"/>
                </a:cubicBezTo>
                <a:cubicBezTo>
                  <a:pt x="161" y="333"/>
                  <a:pt x="161" y="333"/>
                  <a:pt x="161" y="333"/>
                </a:cubicBezTo>
                <a:cubicBezTo>
                  <a:pt x="161" y="21"/>
                  <a:pt x="161" y="21"/>
                  <a:pt x="161" y="21"/>
                </a:cubicBezTo>
                <a:cubicBezTo>
                  <a:pt x="163" y="18"/>
                  <a:pt x="163" y="18"/>
                  <a:pt x="163" y="18"/>
                </a:cubicBezTo>
                <a:cubicBezTo>
                  <a:pt x="163" y="19"/>
                  <a:pt x="163" y="19"/>
                  <a:pt x="163" y="19"/>
                </a:cubicBezTo>
                <a:cubicBezTo>
                  <a:pt x="165" y="17"/>
                  <a:pt x="167" y="16"/>
                  <a:pt x="169" y="16"/>
                </a:cubicBezTo>
                <a:cubicBezTo>
                  <a:pt x="173" y="16"/>
                  <a:pt x="177" y="20"/>
                  <a:pt x="177" y="24"/>
                </a:cubicBezTo>
                <a:lnTo>
                  <a:pt x="177" y="32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3" name="Freeform 53"/>
          <p:cNvSpPr>
            <a:spLocks noEditPoints="1"/>
          </p:cNvSpPr>
          <p:nvPr/>
        </p:nvSpPr>
        <p:spPr bwMode="auto">
          <a:xfrm>
            <a:off x="9804400" y="5325533"/>
            <a:ext cx="315384" cy="577851"/>
          </a:xfrm>
          <a:custGeom>
            <a:avLst/>
            <a:gdLst>
              <a:gd name="T0" fmla="*/ 192 w 193"/>
              <a:gd name="T1" fmla="*/ 25 h 353"/>
              <a:gd name="T2" fmla="*/ 193 w 193"/>
              <a:gd name="T3" fmla="*/ 24 h 353"/>
              <a:gd name="T4" fmla="*/ 168 w 193"/>
              <a:gd name="T5" fmla="*/ 0 h 353"/>
              <a:gd name="T6" fmla="*/ 151 w 193"/>
              <a:gd name="T7" fmla="*/ 7 h 353"/>
              <a:gd name="T8" fmla="*/ 53 w 193"/>
              <a:gd name="T9" fmla="*/ 97 h 353"/>
              <a:gd name="T10" fmla="*/ 0 w 193"/>
              <a:gd name="T11" fmla="*/ 177 h 353"/>
              <a:gd name="T12" fmla="*/ 53 w 193"/>
              <a:gd name="T13" fmla="*/ 257 h 353"/>
              <a:gd name="T14" fmla="*/ 151 w 193"/>
              <a:gd name="T15" fmla="*/ 346 h 353"/>
              <a:gd name="T16" fmla="*/ 168 w 193"/>
              <a:gd name="T17" fmla="*/ 353 h 353"/>
              <a:gd name="T18" fmla="*/ 193 w 193"/>
              <a:gd name="T19" fmla="*/ 329 h 353"/>
              <a:gd name="T20" fmla="*/ 192 w 193"/>
              <a:gd name="T21" fmla="*/ 328 h 353"/>
              <a:gd name="T22" fmla="*/ 192 w 193"/>
              <a:gd name="T23" fmla="*/ 25 h 353"/>
              <a:gd name="T24" fmla="*/ 48 w 193"/>
              <a:gd name="T25" fmla="*/ 240 h 353"/>
              <a:gd name="T26" fmla="*/ 16 w 193"/>
              <a:gd name="T27" fmla="*/ 177 h 353"/>
              <a:gd name="T28" fmla="*/ 48 w 193"/>
              <a:gd name="T29" fmla="*/ 114 h 353"/>
              <a:gd name="T30" fmla="*/ 48 w 193"/>
              <a:gd name="T31" fmla="*/ 240 h 353"/>
              <a:gd name="T32" fmla="*/ 144 w 193"/>
              <a:gd name="T33" fmla="*/ 318 h 353"/>
              <a:gd name="T34" fmla="*/ 64 w 193"/>
              <a:gd name="T35" fmla="*/ 245 h 353"/>
              <a:gd name="T36" fmla="*/ 64 w 193"/>
              <a:gd name="T37" fmla="*/ 108 h 353"/>
              <a:gd name="T38" fmla="*/ 68 w 193"/>
              <a:gd name="T39" fmla="*/ 105 h 353"/>
              <a:gd name="T40" fmla="*/ 68 w 193"/>
              <a:gd name="T41" fmla="*/ 105 h 353"/>
              <a:gd name="T42" fmla="*/ 144 w 193"/>
              <a:gd name="T43" fmla="*/ 35 h 353"/>
              <a:gd name="T44" fmla="*/ 144 w 193"/>
              <a:gd name="T45" fmla="*/ 318 h 353"/>
              <a:gd name="T46" fmla="*/ 176 w 193"/>
              <a:gd name="T47" fmla="*/ 329 h 353"/>
              <a:gd name="T48" fmla="*/ 168 w 193"/>
              <a:gd name="T49" fmla="*/ 337 h 353"/>
              <a:gd name="T50" fmla="*/ 163 w 193"/>
              <a:gd name="T51" fmla="*/ 335 h 353"/>
              <a:gd name="T52" fmla="*/ 162 w 193"/>
              <a:gd name="T53" fmla="*/ 335 h 353"/>
              <a:gd name="T54" fmla="*/ 160 w 193"/>
              <a:gd name="T55" fmla="*/ 333 h 353"/>
              <a:gd name="T56" fmla="*/ 160 w 193"/>
              <a:gd name="T57" fmla="*/ 21 h 353"/>
              <a:gd name="T58" fmla="*/ 163 w 193"/>
              <a:gd name="T59" fmla="*/ 18 h 353"/>
              <a:gd name="T60" fmla="*/ 163 w 193"/>
              <a:gd name="T61" fmla="*/ 19 h 353"/>
              <a:gd name="T62" fmla="*/ 168 w 193"/>
              <a:gd name="T63" fmla="*/ 16 h 353"/>
              <a:gd name="T64" fmla="*/ 176 w 193"/>
              <a:gd name="T65" fmla="*/ 24 h 353"/>
              <a:gd name="T66" fmla="*/ 176 w 193"/>
              <a:gd name="T67" fmla="*/ 329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93" h="353">
                <a:moveTo>
                  <a:pt x="192" y="25"/>
                </a:moveTo>
                <a:cubicBezTo>
                  <a:pt x="193" y="25"/>
                  <a:pt x="193" y="24"/>
                  <a:pt x="193" y="24"/>
                </a:cubicBezTo>
                <a:cubicBezTo>
                  <a:pt x="193" y="11"/>
                  <a:pt x="182" y="0"/>
                  <a:pt x="168" y="0"/>
                </a:cubicBezTo>
                <a:cubicBezTo>
                  <a:pt x="162" y="0"/>
                  <a:pt x="155" y="3"/>
                  <a:pt x="151" y="7"/>
                </a:cubicBezTo>
                <a:cubicBezTo>
                  <a:pt x="53" y="97"/>
                  <a:pt x="53" y="97"/>
                  <a:pt x="53" y="97"/>
                </a:cubicBezTo>
                <a:cubicBezTo>
                  <a:pt x="23" y="99"/>
                  <a:pt x="0" y="134"/>
                  <a:pt x="0" y="177"/>
                </a:cubicBezTo>
                <a:cubicBezTo>
                  <a:pt x="0" y="220"/>
                  <a:pt x="23" y="255"/>
                  <a:pt x="53" y="257"/>
                </a:cubicBezTo>
                <a:cubicBezTo>
                  <a:pt x="151" y="346"/>
                  <a:pt x="151" y="346"/>
                  <a:pt x="151" y="346"/>
                </a:cubicBezTo>
                <a:cubicBezTo>
                  <a:pt x="155" y="350"/>
                  <a:pt x="162" y="353"/>
                  <a:pt x="168" y="353"/>
                </a:cubicBezTo>
                <a:cubicBezTo>
                  <a:pt x="182" y="353"/>
                  <a:pt x="193" y="343"/>
                  <a:pt x="193" y="329"/>
                </a:cubicBezTo>
                <a:cubicBezTo>
                  <a:pt x="193" y="329"/>
                  <a:pt x="193" y="329"/>
                  <a:pt x="192" y="328"/>
                </a:cubicBezTo>
                <a:lnTo>
                  <a:pt x="192" y="25"/>
                </a:lnTo>
                <a:close/>
                <a:moveTo>
                  <a:pt x="48" y="240"/>
                </a:moveTo>
                <a:cubicBezTo>
                  <a:pt x="30" y="234"/>
                  <a:pt x="16" y="208"/>
                  <a:pt x="16" y="177"/>
                </a:cubicBezTo>
                <a:cubicBezTo>
                  <a:pt x="16" y="146"/>
                  <a:pt x="30" y="120"/>
                  <a:pt x="48" y="114"/>
                </a:cubicBezTo>
                <a:lnTo>
                  <a:pt x="48" y="240"/>
                </a:lnTo>
                <a:close/>
                <a:moveTo>
                  <a:pt x="144" y="318"/>
                </a:moveTo>
                <a:cubicBezTo>
                  <a:pt x="64" y="245"/>
                  <a:pt x="64" y="245"/>
                  <a:pt x="64" y="245"/>
                </a:cubicBezTo>
                <a:cubicBezTo>
                  <a:pt x="64" y="108"/>
                  <a:pt x="64" y="108"/>
                  <a:pt x="64" y="108"/>
                </a:cubicBezTo>
                <a:cubicBezTo>
                  <a:pt x="68" y="105"/>
                  <a:pt x="68" y="105"/>
                  <a:pt x="68" y="105"/>
                </a:cubicBezTo>
                <a:cubicBezTo>
                  <a:pt x="68" y="105"/>
                  <a:pt x="68" y="105"/>
                  <a:pt x="68" y="105"/>
                </a:cubicBezTo>
                <a:cubicBezTo>
                  <a:pt x="144" y="35"/>
                  <a:pt x="144" y="35"/>
                  <a:pt x="144" y="35"/>
                </a:cubicBezTo>
                <a:lnTo>
                  <a:pt x="144" y="318"/>
                </a:lnTo>
                <a:close/>
                <a:moveTo>
                  <a:pt x="176" y="329"/>
                </a:moveTo>
                <a:cubicBezTo>
                  <a:pt x="176" y="334"/>
                  <a:pt x="173" y="337"/>
                  <a:pt x="168" y="337"/>
                </a:cubicBezTo>
                <a:cubicBezTo>
                  <a:pt x="166" y="337"/>
                  <a:pt x="164" y="336"/>
                  <a:pt x="163" y="335"/>
                </a:cubicBezTo>
                <a:cubicBezTo>
                  <a:pt x="162" y="335"/>
                  <a:pt x="162" y="335"/>
                  <a:pt x="162" y="335"/>
                </a:cubicBezTo>
                <a:cubicBezTo>
                  <a:pt x="160" y="333"/>
                  <a:pt x="160" y="333"/>
                  <a:pt x="160" y="333"/>
                </a:cubicBezTo>
                <a:cubicBezTo>
                  <a:pt x="160" y="21"/>
                  <a:pt x="160" y="21"/>
                  <a:pt x="160" y="21"/>
                </a:cubicBezTo>
                <a:cubicBezTo>
                  <a:pt x="163" y="18"/>
                  <a:pt x="163" y="18"/>
                  <a:pt x="163" y="18"/>
                </a:cubicBezTo>
                <a:cubicBezTo>
                  <a:pt x="163" y="19"/>
                  <a:pt x="163" y="19"/>
                  <a:pt x="163" y="19"/>
                </a:cubicBezTo>
                <a:cubicBezTo>
                  <a:pt x="164" y="17"/>
                  <a:pt x="166" y="16"/>
                  <a:pt x="168" y="16"/>
                </a:cubicBezTo>
                <a:cubicBezTo>
                  <a:pt x="173" y="16"/>
                  <a:pt x="176" y="20"/>
                  <a:pt x="176" y="24"/>
                </a:cubicBezTo>
                <a:lnTo>
                  <a:pt x="176" y="32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4" name="Freeform 54"/>
          <p:cNvSpPr>
            <a:spLocks noEditPoints="1"/>
          </p:cNvSpPr>
          <p:nvPr/>
        </p:nvSpPr>
        <p:spPr bwMode="auto">
          <a:xfrm>
            <a:off x="10854268" y="5325533"/>
            <a:ext cx="421217" cy="577851"/>
          </a:xfrm>
          <a:custGeom>
            <a:avLst/>
            <a:gdLst>
              <a:gd name="T0" fmla="*/ 217 w 257"/>
              <a:gd name="T1" fmla="*/ 129 h 353"/>
              <a:gd name="T2" fmla="*/ 209 w 257"/>
              <a:gd name="T3" fmla="*/ 137 h 353"/>
              <a:gd name="T4" fmla="*/ 217 w 257"/>
              <a:gd name="T5" fmla="*/ 145 h 353"/>
              <a:gd name="T6" fmla="*/ 241 w 257"/>
              <a:gd name="T7" fmla="*/ 177 h 353"/>
              <a:gd name="T8" fmla="*/ 217 w 257"/>
              <a:gd name="T9" fmla="*/ 209 h 353"/>
              <a:gd name="T10" fmla="*/ 209 w 257"/>
              <a:gd name="T11" fmla="*/ 217 h 353"/>
              <a:gd name="T12" fmla="*/ 217 w 257"/>
              <a:gd name="T13" fmla="*/ 225 h 353"/>
              <a:gd name="T14" fmla="*/ 257 w 257"/>
              <a:gd name="T15" fmla="*/ 177 h 353"/>
              <a:gd name="T16" fmla="*/ 217 w 257"/>
              <a:gd name="T17" fmla="*/ 129 h 353"/>
              <a:gd name="T18" fmla="*/ 193 w 257"/>
              <a:gd name="T19" fmla="*/ 24 h 353"/>
              <a:gd name="T20" fmla="*/ 169 w 257"/>
              <a:gd name="T21" fmla="*/ 0 h 353"/>
              <a:gd name="T22" fmla="*/ 151 w 257"/>
              <a:gd name="T23" fmla="*/ 7 h 353"/>
              <a:gd name="T24" fmla="*/ 53 w 257"/>
              <a:gd name="T25" fmla="*/ 97 h 353"/>
              <a:gd name="T26" fmla="*/ 0 w 257"/>
              <a:gd name="T27" fmla="*/ 177 h 353"/>
              <a:gd name="T28" fmla="*/ 53 w 257"/>
              <a:gd name="T29" fmla="*/ 257 h 353"/>
              <a:gd name="T30" fmla="*/ 151 w 257"/>
              <a:gd name="T31" fmla="*/ 346 h 353"/>
              <a:gd name="T32" fmla="*/ 169 w 257"/>
              <a:gd name="T33" fmla="*/ 353 h 353"/>
              <a:gd name="T34" fmla="*/ 193 w 257"/>
              <a:gd name="T35" fmla="*/ 329 h 353"/>
              <a:gd name="T36" fmla="*/ 193 w 257"/>
              <a:gd name="T37" fmla="*/ 328 h 353"/>
              <a:gd name="T38" fmla="*/ 193 w 257"/>
              <a:gd name="T39" fmla="*/ 25 h 353"/>
              <a:gd name="T40" fmla="*/ 193 w 257"/>
              <a:gd name="T41" fmla="*/ 24 h 353"/>
              <a:gd name="T42" fmla="*/ 48 w 257"/>
              <a:gd name="T43" fmla="*/ 240 h 353"/>
              <a:gd name="T44" fmla="*/ 16 w 257"/>
              <a:gd name="T45" fmla="*/ 177 h 353"/>
              <a:gd name="T46" fmla="*/ 48 w 257"/>
              <a:gd name="T47" fmla="*/ 114 h 353"/>
              <a:gd name="T48" fmla="*/ 48 w 257"/>
              <a:gd name="T49" fmla="*/ 240 h 353"/>
              <a:gd name="T50" fmla="*/ 145 w 257"/>
              <a:gd name="T51" fmla="*/ 318 h 353"/>
              <a:gd name="T52" fmla="*/ 64 w 257"/>
              <a:gd name="T53" fmla="*/ 245 h 353"/>
              <a:gd name="T54" fmla="*/ 64 w 257"/>
              <a:gd name="T55" fmla="*/ 108 h 353"/>
              <a:gd name="T56" fmla="*/ 68 w 257"/>
              <a:gd name="T57" fmla="*/ 105 h 353"/>
              <a:gd name="T58" fmla="*/ 68 w 257"/>
              <a:gd name="T59" fmla="*/ 105 h 353"/>
              <a:gd name="T60" fmla="*/ 145 w 257"/>
              <a:gd name="T61" fmla="*/ 35 h 353"/>
              <a:gd name="T62" fmla="*/ 145 w 257"/>
              <a:gd name="T63" fmla="*/ 318 h 353"/>
              <a:gd name="T64" fmla="*/ 177 w 257"/>
              <a:gd name="T65" fmla="*/ 329 h 353"/>
              <a:gd name="T66" fmla="*/ 169 w 257"/>
              <a:gd name="T67" fmla="*/ 337 h 353"/>
              <a:gd name="T68" fmla="*/ 163 w 257"/>
              <a:gd name="T69" fmla="*/ 335 h 353"/>
              <a:gd name="T70" fmla="*/ 163 w 257"/>
              <a:gd name="T71" fmla="*/ 335 h 353"/>
              <a:gd name="T72" fmla="*/ 161 w 257"/>
              <a:gd name="T73" fmla="*/ 333 h 353"/>
              <a:gd name="T74" fmla="*/ 161 w 257"/>
              <a:gd name="T75" fmla="*/ 21 h 353"/>
              <a:gd name="T76" fmla="*/ 163 w 257"/>
              <a:gd name="T77" fmla="*/ 18 h 353"/>
              <a:gd name="T78" fmla="*/ 163 w 257"/>
              <a:gd name="T79" fmla="*/ 19 h 353"/>
              <a:gd name="T80" fmla="*/ 169 w 257"/>
              <a:gd name="T81" fmla="*/ 16 h 353"/>
              <a:gd name="T82" fmla="*/ 177 w 257"/>
              <a:gd name="T83" fmla="*/ 24 h 353"/>
              <a:gd name="T84" fmla="*/ 177 w 257"/>
              <a:gd name="T85" fmla="*/ 329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257" h="353">
                <a:moveTo>
                  <a:pt x="217" y="129"/>
                </a:moveTo>
                <a:cubicBezTo>
                  <a:pt x="212" y="129"/>
                  <a:pt x="209" y="132"/>
                  <a:pt x="209" y="137"/>
                </a:cubicBezTo>
                <a:cubicBezTo>
                  <a:pt x="209" y="141"/>
                  <a:pt x="212" y="145"/>
                  <a:pt x="217" y="145"/>
                </a:cubicBezTo>
                <a:cubicBezTo>
                  <a:pt x="230" y="145"/>
                  <a:pt x="241" y="159"/>
                  <a:pt x="241" y="177"/>
                </a:cubicBezTo>
                <a:cubicBezTo>
                  <a:pt x="241" y="194"/>
                  <a:pt x="230" y="209"/>
                  <a:pt x="217" y="209"/>
                </a:cubicBezTo>
                <a:cubicBezTo>
                  <a:pt x="212" y="209"/>
                  <a:pt x="209" y="212"/>
                  <a:pt x="209" y="217"/>
                </a:cubicBezTo>
                <a:cubicBezTo>
                  <a:pt x="209" y="221"/>
                  <a:pt x="212" y="225"/>
                  <a:pt x="217" y="225"/>
                </a:cubicBezTo>
                <a:cubicBezTo>
                  <a:pt x="239" y="225"/>
                  <a:pt x="257" y="203"/>
                  <a:pt x="257" y="177"/>
                </a:cubicBezTo>
                <a:cubicBezTo>
                  <a:pt x="257" y="150"/>
                  <a:pt x="239" y="129"/>
                  <a:pt x="217" y="129"/>
                </a:cubicBezTo>
                <a:moveTo>
                  <a:pt x="193" y="24"/>
                </a:moveTo>
                <a:cubicBezTo>
                  <a:pt x="193" y="11"/>
                  <a:pt x="182" y="0"/>
                  <a:pt x="169" y="0"/>
                </a:cubicBezTo>
                <a:cubicBezTo>
                  <a:pt x="162" y="0"/>
                  <a:pt x="156" y="3"/>
                  <a:pt x="151" y="7"/>
                </a:cubicBezTo>
                <a:cubicBezTo>
                  <a:pt x="53" y="97"/>
                  <a:pt x="53" y="97"/>
                  <a:pt x="53" y="97"/>
                </a:cubicBezTo>
                <a:cubicBezTo>
                  <a:pt x="24" y="99"/>
                  <a:pt x="0" y="134"/>
                  <a:pt x="0" y="177"/>
                </a:cubicBezTo>
                <a:cubicBezTo>
                  <a:pt x="0" y="220"/>
                  <a:pt x="24" y="255"/>
                  <a:pt x="53" y="257"/>
                </a:cubicBezTo>
                <a:cubicBezTo>
                  <a:pt x="151" y="346"/>
                  <a:pt x="151" y="346"/>
                  <a:pt x="151" y="346"/>
                </a:cubicBezTo>
                <a:cubicBezTo>
                  <a:pt x="156" y="350"/>
                  <a:pt x="162" y="353"/>
                  <a:pt x="169" y="353"/>
                </a:cubicBezTo>
                <a:cubicBezTo>
                  <a:pt x="182" y="353"/>
                  <a:pt x="193" y="343"/>
                  <a:pt x="193" y="329"/>
                </a:cubicBezTo>
                <a:cubicBezTo>
                  <a:pt x="193" y="329"/>
                  <a:pt x="193" y="329"/>
                  <a:pt x="193" y="328"/>
                </a:cubicBezTo>
                <a:cubicBezTo>
                  <a:pt x="193" y="25"/>
                  <a:pt x="193" y="25"/>
                  <a:pt x="193" y="25"/>
                </a:cubicBezTo>
                <a:cubicBezTo>
                  <a:pt x="193" y="25"/>
                  <a:pt x="193" y="24"/>
                  <a:pt x="193" y="24"/>
                </a:cubicBezTo>
                <a:moveTo>
                  <a:pt x="48" y="240"/>
                </a:moveTo>
                <a:cubicBezTo>
                  <a:pt x="30" y="234"/>
                  <a:pt x="16" y="208"/>
                  <a:pt x="16" y="177"/>
                </a:cubicBezTo>
                <a:cubicBezTo>
                  <a:pt x="16" y="146"/>
                  <a:pt x="30" y="120"/>
                  <a:pt x="48" y="114"/>
                </a:cubicBezTo>
                <a:lnTo>
                  <a:pt x="48" y="240"/>
                </a:lnTo>
                <a:close/>
                <a:moveTo>
                  <a:pt x="145" y="318"/>
                </a:moveTo>
                <a:cubicBezTo>
                  <a:pt x="64" y="245"/>
                  <a:pt x="64" y="245"/>
                  <a:pt x="64" y="245"/>
                </a:cubicBezTo>
                <a:cubicBezTo>
                  <a:pt x="64" y="108"/>
                  <a:pt x="64" y="108"/>
                  <a:pt x="64" y="108"/>
                </a:cubicBezTo>
                <a:cubicBezTo>
                  <a:pt x="68" y="105"/>
                  <a:pt x="68" y="105"/>
                  <a:pt x="68" y="105"/>
                </a:cubicBezTo>
                <a:cubicBezTo>
                  <a:pt x="68" y="105"/>
                  <a:pt x="68" y="105"/>
                  <a:pt x="68" y="105"/>
                </a:cubicBezTo>
                <a:cubicBezTo>
                  <a:pt x="145" y="35"/>
                  <a:pt x="145" y="35"/>
                  <a:pt x="145" y="35"/>
                </a:cubicBezTo>
                <a:lnTo>
                  <a:pt x="145" y="318"/>
                </a:lnTo>
                <a:close/>
                <a:moveTo>
                  <a:pt x="177" y="329"/>
                </a:moveTo>
                <a:cubicBezTo>
                  <a:pt x="177" y="334"/>
                  <a:pt x="173" y="337"/>
                  <a:pt x="169" y="337"/>
                </a:cubicBezTo>
                <a:cubicBezTo>
                  <a:pt x="166" y="337"/>
                  <a:pt x="164" y="336"/>
                  <a:pt x="163" y="335"/>
                </a:cubicBezTo>
                <a:cubicBezTo>
                  <a:pt x="163" y="335"/>
                  <a:pt x="163" y="335"/>
                  <a:pt x="163" y="335"/>
                </a:cubicBezTo>
                <a:cubicBezTo>
                  <a:pt x="161" y="333"/>
                  <a:pt x="161" y="333"/>
                  <a:pt x="161" y="333"/>
                </a:cubicBezTo>
                <a:cubicBezTo>
                  <a:pt x="161" y="21"/>
                  <a:pt x="161" y="21"/>
                  <a:pt x="161" y="21"/>
                </a:cubicBezTo>
                <a:cubicBezTo>
                  <a:pt x="163" y="18"/>
                  <a:pt x="163" y="18"/>
                  <a:pt x="163" y="18"/>
                </a:cubicBezTo>
                <a:cubicBezTo>
                  <a:pt x="163" y="19"/>
                  <a:pt x="163" y="19"/>
                  <a:pt x="163" y="19"/>
                </a:cubicBezTo>
                <a:cubicBezTo>
                  <a:pt x="164" y="17"/>
                  <a:pt x="166" y="16"/>
                  <a:pt x="169" y="16"/>
                </a:cubicBezTo>
                <a:cubicBezTo>
                  <a:pt x="173" y="16"/>
                  <a:pt x="177" y="20"/>
                  <a:pt x="177" y="24"/>
                </a:cubicBezTo>
                <a:lnTo>
                  <a:pt x="177" y="32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</p:spTree>
    <p:extLst>
      <p:ext uri="{BB962C8B-B14F-4D97-AF65-F5344CB8AC3E}">
        <p14:creationId xmlns:p14="http://schemas.microsoft.com/office/powerpoint/2010/main" val="3816409719"/>
      </p:ext>
    </p:extLst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reeform 5"/>
          <p:cNvSpPr>
            <a:spLocks noEditPoints="1"/>
          </p:cNvSpPr>
          <p:nvPr/>
        </p:nvSpPr>
        <p:spPr bwMode="auto">
          <a:xfrm>
            <a:off x="840318" y="910168"/>
            <a:ext cx="529167" cy="584200"/>
          </a:xfrm>
          <a:custGeom>
            <a:avLst/>
            <a:gdLst>
              <a:gd name="T0" fmla="*/ 193 w 321"/>
              <a:gd name="T1" fmla="*/ 24 h 354"/>
              <a:gd name="T2" fmla="*/ 169 w 321"/>
              <a:gd name="T3" fmla="*/ 0 h 354"/>
              <a:gd name="T4" fmla="*/ 151 w 321"/>
              <a:gd name="T5" fmla="*/ 8 h 354"/>
              <a:gd name="T6" fmla="*/ 53 w 321"/>
              <a:gd name="T7" fmla="*/ 97 h 354"/>
              <a:gd name="T8" fmla="*/ 0 w 321"/>
              <a:gd name="T9" fmla="*/ 177 h 354"/>
              <a:gd name="T10" fmla="*/ 53 w 321"/>
              <a:gd name="T11" fmla="*/ 257 h 354"/>
              <a:gd name="T12" fmla="*/ 151 w 321"/>
              <a:gd name="T13" fmla="*/ 346 h 354"/>
              <a:gd name="T14" fmla="*/ 169 w 321"/>
              <a:gd name="T15" fmla="*/ 354 h 354"/>
              <a:gd name="T16" fmla="*/ 193 w 321"/>
              <a:gd name="T17" fmla="*/ 330 h 354"/>
              <a:gd name="T18" fmla="*/ 193 w 321"/>
              <a:gd name="T19" fmla="*/ 329 h 354"/>
              <a:gd name="T20" fmla="*/ 193 w 321"/>
              <a:gd name="T21" fmla="*/ 25 h 354"/>
              <a:gd name="T22" fmla="*/ 193 w 321"/>
              <a:gd name="T23" fmla="*/ 24 h 354"/>
              <a:gd name="T24" fmla="*/ 48 w 321"/>
              <a:gd name="T25" fmla="*/ 240 h 354"/>
              <a:gd name="T26" fmla="*/ 16 w 321"/>
              <a:gd name="T27" fmla="*/ 177 h 354"/>
              <a:gd name="T28" fmla="*/ 48 w 321"/>
              <a:gd name="T29" fmla="*/ 114 h 354"/>
              <a:gd name="T30" fmla="*/ 48 w 321"/>
              <a:gd name="T31" fmla="*/ 240 h 354"/>
              <a:gd name="T32" fmla="*/ 144 w 321"/>
              <a:gd name="T33" fmla="*/ 318 h 354"/>
              <a:gd name="T34" fmla="*/ 64 w 321"/>
              <a:gd name="T35" fmla="*/ 245 h 354"/>
              <a:gd name="T36" fmla="*/ 64 w 321"/>
              <a:gd name="T37" fmla="*/ 108 h 354"/>
              <a:gd name="T38" fmla="*/ 68 w 321"/>
              <a:gd name="T39" fmla="*/ 105 h 354"/>
              <a:gd name="T40" fmla="*/ 68 w 321"/>
              <a:gd name="T41" fmla="*/ 105 h 354"/>
              <a:gd name="T42" fmla="*/ 144 w 321"/>
              <a:gd name="T43" fmla="*/ 36 h 354"/>
              <a:gd name="T44" fmla="*/ 144 w 321"/>
              <a:gd name="T45" fmla="*/ 318 h 354"/>
              <a:gd name="T46" fmla="*/ 177 w 321"/>
              <a:gd name="T47" fmla="*/ 329 h 354"/>
              <a:gd name="T48" fmla="*/ 168 w 321"/>
              <a:gd name="T49" fmla="*/ 337 h 354"/>
              <a:gd name="T50" fmla="*/ 163 w 321"/>
              <a:gd name="T51" fmla="*/ 335 h 354"/>
              <a:gd name="T52" fmla="*/ 163 w 321"/>
              <a:gd name="T53" fmla="*/ 335 h 354"/>
              <a:gd name="T54" fmla="*/ 161 w 321"/>
              <a:gd name="T55" fmla="*/ 333 h 354"/>
              <a:gd name="T56" fmla="*/ 161 w 321"/>
              <a:gd name="T57" fmla="*/ 21 h 354"/>
              <a:gd name="T58" fmla="*/ 163 w 321"/>
              <a:gd name="T59" fmla="*/ 19 h 354"/>
              <a:gd name="T60" fmla="*/ 163 w 321"/>
              <a:gd name="T61" fmla="*/ 19 h 354"/>
              <a:gd name="T62" fmla="*/ 168 w 321"/>
              <a:gd name="T63" fmla="*/ 17 h 354"/>
              <a:gd name="T64" fmla="*/ 177 w 321"/>
              <a:gd name="T65" fmla="*/ 25 h 354"/>
              <a:gd name="T66" fmla="*/ 177 w 321"/>
              <a:gd name="T67" fmla="*/ 329 h 354"/>
              <a:gd name="T68" fmla="*/ 275 w 321"/>
              <a:gd name="T69" fmla="*/ 92 h 354"/>
              <a:gd name="T70" fmla="*/ 274 w 321"/>
              <a:gd name="T71" fmla="*/ 92 h 354"/>
              <a:gd name="T72" fmla="*/ 270 w 321"/>
              <a:gd name="T73" fmla="*/ 91 h 354"/>
              <a:gd name="T74" fmla="*/ 262 w 321"/>
              <a:gd name="T75" fmla="*/ 99 h 354"/>
              <a:gd name="T76" fmla="*/ 266 w 321"/>
              <a:gd name="T77" fmla="*/ 106 h 354"/>
              <a:gd name="T78" fmla="*/ 266 w 321"/>
              <a:gd name="T79" fmla="*/ 106 h 354"/>
              <a:gd name="T80" fmla="*/ 305 w 321"/>
              <a:gd name="T81" fmla="*/ 177 h 354"/>
              <a:gd name="T82" fmla="*/ 266 w 321"/>
              <a:gd name="T83" fmla="*/ 248 h 354"/>
              <a:gd name="T84" fmla="*/ 266 w 321"/>
              <a:gd name="T85" fmla="*/ 248 h 354"/>
              <a:gd name="T86" fmla="*/ 263 w 321"/>
              <a:gd name="T87" fmla="*/ 255 h 354"/>
              <a:gd name="T88" fmla="*/ 271 w 321"/>
              <a:gd name="T89" fmla="*/ 263 h 354"/>
              <a:gd name="T90" fmla="*/ 275 w 321"/>
              <a:gd name="T91" fmla="*/ 262 h 354"/>
              <a:gd name="T92" fmla="*/ 275 w 321"/>
              <a:gd name="T93" fmla="*/ 262 h 354"/>
              <a:gd name="T94" fmla="*/ 321 w 321"/>
              <a:gd name="T95" fmla="*/ 177 h 354"/>
              <a:gd name="T96" fmla="*/ 275 w 321"/>
              <a:gd name="T97" fmla="*/ 92 h 354"/>
              <a:gd name="T98" fmla="*/ 233 w 321"/>
              <a:gd name="T99" fmla="*/ 129 h 354"/>
              <a:gd name="T100" fmla="*/ 225 w 321"/>
              <a:gd name="T101" fmla="*/ 137 h 354"/>
              <a:gd name="T102" fmla="*/ 233 w 321"/>
              <a:gd name="T103" fmla="*/ 145 h 354"/>
              <a:gd name="T104" fmla="*/ 257 w 321"/>
              <a:gd name="T105" fmla="*/ 177 h 354"/>
              <a:gd name="T106" fmla="*/ 233 w 321"/>
              <a:gd name="T107" fmla="*/ 209 h 354"/>
              <a:gd name="T108" fmla="*/ 225 w 321"/>
              <a:gd name="T109" fmla="*/ 217 h 354"/>
              <a:gd name="T110" fmla="*/ 233 w 321"/>
              <a:gd name="T111" fmla="*/ 225 h 354"/>
              <a:gd name="T112" fmla="*/ 273 w 321"/>
              <a:gd name="T113" fmla="*/ 177 h 354"/>
              <a:gd name="T114" fmla="*/ 233 w 321"/>
              <a:gd name="T115" fmla="*/ 129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321" h="354">
                <a:moveTo>
                  <a:pt x="193" y="24"/>
                </a:moveTo>
                <a:cubicBezTo>
                  <a:pt x="193" y="11"/>
                  <a:pt x="182" y="0"/>
                  <a:pt x="169" y="0"/>
                </a:cubicBezTo>
                <a:cubicBezTo>
                  <a:pt x="162" y="0"/>
                  <a:pt x="156" y="3"/>
                  <a:pt x="151" y="8"/>
                </a:cubicBezTo>
                <a:cubicBezTo>
                  <a:pt x="53" y="97"/>
                  <a:pt x="53" y="97"/>
                  <a:pt x="53" y="97"/>
                </a:cubicBezTo>
                <a:cubicBezTo>
                  <a:pt x="23" y="99"/>
                  <a:pt x="0" y="134"/>
                  <a:pt x="0" y="177"/>
                </a:cubicBezTo>
                <a:cubicBezTo>
                  <a:pt x="0" y="220"/>
                  <a:pt x="24" y="255"/>
                  <a:pt x="53" y="257"/>
                </a:cubicBezTo>
                <a:cubicBezTo>
                  <a:pt x="151" y="346"/>
                  <a:pt x="151" y="346"/>
                  <a:pt x="151" y="346"/>
                </a:cubicBezTo>
                <a:cubicBezTo>
                  <a:pt x="156" y="351"/>
                  <a:pt x="162" y="354"/>
                  <a:pt x="169" y="354"/>
                </a:cubicBezTo>
                <a:cubicBezTo>
                  <a:pt x="182" y="354"/>
                  <a:pt x="193" y="343"/>
                  <a:pt x="193" y="330"/>
                </a:cubicBezTo>
                <a:cubicBezTo>
                  <a:pt x="193" y="329"/>
                  <a:pt x="193" y="329"/>
                  <a:pt x="193" y="329"/>
                </a:cubicBezTo>
                <a:cubicBezTo>
                  <a:pt x="193" y="25"/>
                  <a:pt x="193" y="25"/>
                  <a:pt x="193" y="25"/>
                </a:cubicBezTo>
                <a:cubicBezTo>
                  <a:pt x="193" y="25"/>
                  <a:pt x="193" y="25"/>
                  <a:pt x="193" y="24"/>
                </a:cubicBezTo>
                <a:moveTo>
                  <a:pt x="48" y="240"/>
                </a:moveTo>
                <a:cubicBezTo>
                  <a:pt x="30" y="234"/>
                  <a:pt x="16" y="208"/>
                  <a:pt x="16" y="177"/>
                </a:cubicBezTo>
                <a:cubicBezTo>
                  <a:pt x="16" y="146"/>
                  <a:pt x="30" y="120"/>
                  <a:pt x="48" y="114"/>
                </a:cubicBezTo>
                <a:lnTo>
                  <a:pt x="48" y="240"/>
                </a:lnTo>
                <a:close/>
                <a:moveTo>
                  <a:pt x="144" y="318"/>
                </a:moveTo>
                <a:cubicBezTo>
                  <a:pt x="64" y="245"/>
                  <a:pt x="64" y="245"/>
                  <a:pt x="64" y="245"/>
                </a:cubicBezTo>
                <a:cubicBezTo>
                  <a:pt x="64" y="108"/>
                  <a:pt x="64" y="108"/>
                  <a:pt x="64" y="108"/>
                </a:cubicBezTo>
                <a:cubicBezTo>
                  <a:pt x="68" y="105"/>
                  <a:pt x="68" y="105"/>
                  <a:pt x="68" y="105"/>
                </a:cubicBezTo>
                <a:cubicBezTo>
                  <a:pt x="68" y="105"/>
                  <a:pt x="68" y="105"/>
                  <a:pt x="68" y="105"/>
                </a:cubicBezTo>
                <a:cubicBezTo>
                  <a:pt x="144" y="36"/>
                  <a:pt x="144" y="36"/>
                  <a:pt x="144" y="36"/>
                </a:cubicBezTo>
                <a:lnTo>
                  <a:pt x="144" y="318"/>
                </a:lnTo>
                <a:close/>
                <a:moveTo>
                  <a:pt x="177" y="329"/>
                </a:moveTo>
                <a:cubicBezTo>
                  <a:pt x="177" y="334"/>
                  <a:pt x="173" y="337"/>
                  <a:pt x="168" y="337"/>
                </a:cubicBezTo>
                <a:cubicBezTo>
                  <a:pt x="166" y="337"/>
                  <a:pt x="164" y="336"/>
                  <a:pt x="163" y="335"/>
                </a:cubicBezTo>
                <a:cubicBezTo>
                  <a:pt x="163" y="335"/>
                  <a:pt x="163" y="335"/>
                  <a:pt x="163" y="335"/>
                </a:cubicBezTo>
                <a:cubicBezTo>
                  <a:pt x="161" y="333"/>
                  <a:pt x="161" y="333"/>
                  <a:pt x="161" y="333"/>
                </a:cubicBezTo>
                <a:cubicBezTo>
                  <a:pt x="161" y="21"/>
                  <a:pt x="161" y="21"/>
                  <a:pt x="161" y="21"/>
                </a:cubicBezTo>
                <a:cubicBezTo>
                  <a:pt x="163" y="19"/>
                  <a:pt x="163" y="19"/>
                  <a:pt x="163" y="19"/>
                </a:cubicBezTo>
                <a:cubicBezTo>
                  <a:pt x="163" y="19"/>
                  <a:pt x="163" y="19"/>
                  <a:pt x="163" y="19"/>
                </a:cubicBezTo>
                <a:cubicBezTo>
                  <a:pt x="164" y="17"/>
                  <a:pt x="166" y="17"/>
                  <a:pt x="168" y="17"/>
                </a:cubicBezTo>
                <a:cubicBezTo>
                  <a:pt x="173" y="17"/>
                  <a:pt x="177" y="20"/>
                  <a:pt x="177" y="25"/>
                </a:cubicBezTo>
                <a:lnTo>
                  <a:pt x="177" y="329"/>
                </a:lnTo>
                <a:close/>
                <a:moveTo>
                  <a:pt x="275" y="92"/>
                </a:moveTo>
                <a:cubicBezTo>
                  <a:pt x="274" y="92"/>
                  <a:pt x="274" y="92"/>
                  <a:pt x="274" y="92"/>
                </a:cubicBezTo>
                <a:cubicBezTo>
                  <a:pt x="273" y="92"/>
                  <a:pt x="272" y="91"/>
                  <a:pt x="270" y="91"/>
                </a:cubicBezTo>
                <a:cubicBezTo>
                  <a:pt x="266" y="91"/>
                  <a:pt x="262" y="95"/>
                  <a:pt x="262" y="99"/>
                </a:cubicBezTo>
                <a:cubicBezTo>
                  <a:pt x="262" y="102"/>
                  <a:pt x="264" y="104"/>
                  <a:pt x="266" y="106"/>
                </a:cubicBezTo>
                <a:cubicBezTo>
                  <a:pt x="266" y="106"/>
                  <a:pt x="266" y="106"/>
                  <a:pt x="266" y="106"/>
                </a:cubicBezTo>
                <a:cubicBezTo>
                  <a:pt x="289" y="119"/>
                  <a:pt x="305" y="146"/>
                  <a:pt x="305" y="177"/>
                </a:cubicBezTo>
                <a:cubicBezTo>
                  <a:pt x="305" y="208"/>
                  <a:pt x="289" y="235"/>
                  <a:pt x="266" y="248"/>
                </a:cubicBezTo>
                <a:cubicBezTo>
                  <a:pt x="266" y="248"/>
                  <a:pt x="266" y="248"/>
                  <a:pt x="266" y="248"/>
                </a:cubicBezTo>
                <a:cubicBezTo>
                  <a:pt x="264" y="250"/>
                  <a:pt x="263" y="252"/>
                  <a:pt x="263" y="255"/>
                </a:cubicBezTo>
                <a:cubicBezTo>
                  <a:pt x="263" y="259"/>
                  <a:pt x="266" y="263"/>
                  <a:pt x="271" y="263"/>
                </a:cubicBezTo>
                <a:cubicBezTo>
                  <a:pt x="272" y="263"/>
                  <a:pt x="273" y="262"/>
                  <a:pt x="275" y="262"/>
                </a:cubicBezTo>
                <a:cubicBezTo>
                  <a:pt x="275" y="262"/>
                  <a:pt x="275" y="262"/>
                  <a:pt x="275" y="262"/>
                </a:cubicBezTo>
                <a:cubicBezTo>
                  <a:pt x="302" y="246"/>
                  <a:pt x="321" y="214"/>
                  <a:pt x="321" y="177"/>
                </a:cubicBezTo>
                <a:cubicBezTo>
                  <a:pt x="321" y="140"/>
                  <a:pt x="302" y="108"/>
                  <a:pt x="275" y="92"/>
                </a:cubicBezTo>
                <a:moveTo>
                  <a:pt x="233" y="129"/>
                </a:moveTo>
                <a:cubicBezTo>
                  <a:pt x="228" y="129"/>
                  <a:pt x="225" y="132"/>
                  <a:pt x="225" y="137"/>
                </a:cubicBezTo>
                <a:cubicBezTo>
                  <a:pt x="225" y="141"/>
                  <a:pt x="228" y="145"/>
                  <a:pt x="233" y="145"/>
                </a:cubicBezTo>
                <a:cubicBezTo>
                  <a:pt x="246" y="145"/>
                  <a:pt x="257" y="159"/>
                  <a:pt x="257" y="177"/>
                </a:cubicBezTo>
                <a:cubicBezTo>
                  <a:pt x="257" y="195"/>
                  <a:pt x="246" y="209"/>
                  <a:pt x="233" y="209"/>
                </a:cubicBezTo>
                <a:cubicBezTo>
                  <a:pt x="228" y="209"/>
                  <a:pt x="225" y="213"/>
                  <a:pt x="225" y="217"/>
                </a:cubicBezTo>
                <a:cubicBezTo>
                  <a:pt x="225" y="222"/>
                  <a:pt x="228" y="225"/>
                  <a:pt x="233" y="225"/>
                </a:cubicBezTo>
                <a:cubicBezTo>
                  <a:pt x="255" y="225"/>
                  <a:pt x="273" y="204"/>
                  <a:pt x="273" y="177"/>
                </a:cubicBezTo>
                <a:cubicBezTo>
                  <a:pt x="273" y="150"/>
                  <a:pt x="255" y="129"/>
                  <a:pt x="233" y="129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" name="Freeform 6"/>
          <p:cNvSpPr>
            <a:spLocks noEditPoints="1"/>
          </p:cNvSpPr>
          <p:nvPr/>
        </p:nvSpPr>
        <p:spPr bwMode="auto">
          <a:xfrm>
            <a:off x="1924051" y="910168"/>
            <a:ext cx="579967" cy="584200"/>
          </a:xfrm>
          <a:custGeom>
            <a:avLst/>
            <a:gdLst>
              <a:gd name="T0" fmla="*/ 259 w 353"/>
              <a:gd name="T1" fmla="*/ 92 h 354"/>
              <a:gd name="T2" fmla="*/ 247 w 353"/>
              <a:gd name="T3" fmla="*/ 99 h 354"/>
              <a:gd name="T4" fmla="*/ 250 w 353"/>
              <a:gd name="T5" fmla="*/ 106 h 354"/>
              <a:gd name="T6" fmla="*/ 251 w 353"/>
              <a:gd name="T7" fmla="*/ 248 h 354"/>
              <a:gd name="T8" fmla="*/ 247 w 353"/>
              <a:gd name="T9" fmla="*/ 255 h 354"/>
              <a:gd name="T10" fmla="*/ 259 w 353"/>
              <a:gd name="T11" fmla="*/ 262 h 354"/>
              <a:gd name="T12" fmla="*/ 305 w 353"/>
              <a:gd name="T13" fmla="*/ 177 h 354"/>
              <a:gd name="T14" fmla="*/ 294 w 353"/>
              <a:gd name="T15" fmla="*/ 58 h 354"/>
              <a:gd name="T16" fmla="*/ 289 w 353"/>
              <a:gd name="T17" fmla="*/ 56 h 354"/>
              <a:gd name="T18" fmla="*/ 285 w 353"/>
              <a:gd name="T19" fmla="*/ 71 h 354"/>
              <a:gd name="T20" fmla="*/ 285 w 353"/>
              <a:gd name="T21" fmla="*/ 283 h 354"/>
              <a:gd name="T22" fmla="*/ 281 w 353"/>
              <a:gd name="T23" fmla="*/ 290 h 354"/>
              <a:gd name="T24" fmla="*/ 294 w 353"/>
              <a:gd name="T25" fmla="*/ 296 h 354"/>
              <a:gd name="T26" fmla="*/ 295 w 353"/>
              <a:gd name="T27" fmla="*/ 295 h 354"/>
              <a:gd name="T28" fmla="*/ 353 w 353"/>
              <a:gd name="T29" fmla="*/ 177 h 354"/>
              <a:gd name="T30" fmla="*/ 217 w 353"/>
              <a:gd name="T31" fmla="*/ 129 h 354"/>
              <a:gd name="T32" fmla="*/ 217 w 353"/>
              <a:gd name="T33" fmla="*/ 145 h 354"/>
              <a:gd name="T34" fmla="*/ 217 w 353"/>
              <a:gd name="T35" fmla="*/ 209 h 354"/>
              <a:gd name="T36" fmla="*/ 217 w 353"/>
              <a:gd name="T37" fmla="*/ 225 h 354"/>
              <a:gd name="T38" fmla="*/ 217 w 353"/>
              <a:gd name="T39" fmla="*/ 129 h 354"/>
              <a:gd name="T40" fmla="*/ 169 w 353"/>
              <a:gd name="T41" fmla="*/ 0 h 354"/>
              <a:gd name="T42" fmla="*/ 53 w 353"/>
              <a:gd name="T43" fmla="*/ 97 h 354"/>
              <a:gd name="T44" fmla="*/ 54 w 353"/>
              <a:gd name="T45" fmla="*/ 257 h 354"/>
              <a:gd name="T46" fmla="*/ 169 w 353"/>
              <a:gd name="T47" fmla="*/ 354 h 354"/>
              <a:gd name="T48" fmla="*/ 193 w 353"/>
              <a:gd name="T49" fmla="*/ 329 h 354"/>
              <a:gd name="T50" fmla="*/ 193 w 353"/>
              <a:gd name="T51" fmla="*/ 24 h 354"/>
              <a:gd name="T52" fmla="*/ 16 w 353"/>
              <a:gd name="T53" fmla="*/ 177 h 354"/>
              <a:gd name="T54" fmla="*/ 48 w 353"/>
              <a:gd name="T55" fmla="*/ 240 h 354"/>
              <a:gd name="T56" fmla="*/ 64 w 353"/>
              <a:gd name="T57" fmla="*/ 245 h 354"/>
              <a:gd name="T58" fmla="*/ 68 w 353"/>
              <a:gd name="T59" fmla="*/ 105 h 354"/>
              <a:gd name="T60" fmla="*/ 145 w 353"/>
              <a:gd name="T61" fmla="*/ 36 h 354"/>
              <a:gd name="T62" fmla="*/ 177 w 353"/>
              <a:gd name="T63" fmla="*/ 329 h 354"/>
              <a:gd name="T64" fmla="*/ 163 w 353"/>
              <a:gd name="T65" fmla="*/ 335 h 354"/>
              <a:gd name="T66" fmla="*/ 161 w 353"/>
              <a:gd name="T67" fmla="*/ 333 h 354"/>
              <a:gd name="T68" fmla="*/ 163 w 353"/>
              <a:gd name="T69" fmla="*/ 19 h 354"/>
              <a:gd name="T70" fmla="*/ 169 w 353"/>
              <a:gd name="T71" fmla="*/ 17 h 354"/>
              <a:gd name="T72" fmla="*/ 177 w 353"/>
              <a:gd name="T73" fmla="*/ 329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353" h="354">
                <a:moveTo>
                  <a:pt x="259" y="92"/>
                </a:moveTo>
                <a:cubicBezTo>
                  <a:pt x="259" y="92"/>
                  <a:pt x="259" y="92"/>
                  <a:pt x="259" y="92"/>
                </a:cubicBezTo>
                <a:cubicBezTo>
                  <a:pt x="257" y="92"/>
                  <a:pt x="256" y="91"/>
                  <a:pt x="255" y="91"/>
                </a:cubicBezTo>
                <a:cubicBezTo>
                  <a:pt x="250" y="91"/>
                  <a:pt x="247" y="95"/>
                  <a:pt x="247" y="99"/>
                </a:cubicBezTo>
                <a:cubicBezTo>
                  <a:pt x="247" y="102"/>
                  <a:pt x="248" y="104"/>
                  <a:pt x="250" y="106"/>
                </a:cubicBezTo>
                <a:cubicBezTo>
                  <a:pt x="250" y="106"/>
                  <a:pt x="250" y="106"/>
                  <a:pt x="250" y="106"/>
                </a:cubicBezTo>
                <a:cubicBezTo>
                  <a:pt x="273" y="119"/>
                  <a:pt x="289" y="146"/>
                  <a:pt x="289" y="177"/>
                </a:cubicBezTo>
                <a:cubicBezTo>
                  <a:pt x="289" y="208"/>
                  <a:pt x="274" y="235"/>
                  <a:pt x="251" y="248"/>
                </a:cubicBezTo>
                <a:cubicBezTo>
                  <a:pt x="251" y="248"/>
                  <a:pt x="251" y="248"/>
                  <a:pt x="251" y="248"/>
                </a:cubicBezTo>
                <a:cubicBezTo>
                  <a:pt x="248" y="250"/>
                  <a:pt x="247" y="252"/>
                  <a:pt x="247" y="255"/>
                </a:cubicBezTo>
                <a:cubicBezTo>
                  <a:pt x="247" y="259"/>
                  <a:pt x="250" y="263"/>
                  <a:pt x="255" y="263"/>
                </a:cubicBezTo>
                <a:cubicBezTo>
                  <a:pt x="256" y="263"/>
                  <a:pt x="258" y="262"/>
                  <a:pt x="259" y="262"/>
                </a:cubicBezTo>
                <a:cubicBezTo>
                  <a:pt x="259" y="262"/>
                  <a:pt x="259" y="262"/>
                  <a:pt x="259" y="262"/>
                </a:cubicBezTo>
                <a:cubicBezTo>
                  <a:pt x="287" y="246"/>
                  <a:pt x="305" y="214"/>
                  <a:pt x="305" y="177"/>
                </a:cubicBezTo>
                <a:cubicBezTo>
                  <a:pt x="305" y="140"/>
                  <a:pt x="286" y="108"/>
                  <a:pt x="259" y="92"/>
                </a:cubicBezTo>
                <a:moveTo>
                  <a:pt x="294" y="58"/>
                </a:moveTo>
                <a:cubicBezTo>
                  <a:pt x="294" y="58"/>
                  <a:pt x="294" y="58"/>
                  <a:pt x="294" y="58"/>
                </a:cubicBezTo>
                <a:cubicBezTo>
                  <a:pt x="292" y="57"/>
                  <a:pt x="291" y="56"/>
                  <a:pt x="289" y="56"/>
                </a:cubicBezTo>
                <a:cubicBezTo>
                  <a:pt x="285" y="56"/>
                  <a:pt x="281" y="60"/>
                  <a:pt x="281" y="64"/>
                </a:cubicBezTo>
                <a:cubicBezTo>
                  <a:pt x="281" y="67"/>
                  <a:pt x="283" y="69"/>
                  <a:pt x="285" y="71"/>
                </a:cubicBezTo>
                <a:cubicBezTo>
                  <a:pt x="316" y="94"/>
                  <a:pt x="337" y="133"/>
                  <a:pt x="337" y="177"/>
                </a:cubicBezTo>
                <a:cubicBezTo>
                  <a:pt x="337" y="221"/>
                  <a:pt x="316" y="260"/>
                  <a:pt x="285" y="283"/>
                </a:cubicBezTo>
                <a:cubicBezTo>
                  <a:pt x="285" y="283"/>
                  <a:pt x="285" y="283"/>
                  <a:pt x="285" y="283"/>
                </a:cubicBezTo>
                <a:cubicBezTo>
                  <a:pt x="283" y="285"/>
                  <a:pt x="281" y="287"/>
                  <a:pt x="281" y="290"/>
                </a:cubicBezTo>
                <a:cubicBezTo>
                  <a:pt x="281" y="294"/>
                  <a:pt x="285" y="298"/>
                  <a:pt x="289" y="298"/>
                </a:cubicBezTo>
                <a:cubicBezTo>
                  <a:pt x="291" y="298"/>
                  <a:pt x="293" y="297"/>
                  <a:pt x="294" y="296"/>
                </a:cubicBezTo>
                <a:cubicBezTo>
                  <a:pt x="294" y="296"/>
                  <a:pt x="294" y="296"/>
                  <a:pt x="294" y="296"/>
                </a:cubicBezTo>
                <a:cubicBezTo>
                  <a:pt x="294" y="296"/>
                  <a:pt x="295" y="296"/>
                  <a:pt x="295" y="295"/>
                </a:cubicBezTo>
                <a:cubicBezTo>
                  <a:pt x="295" y="295"/>
                  <a:pt x="295" y="295"/>
                  <a:pt x="295" y="295"/>
                </a:cubicBezTo>
                <a:cubicBezTo>
                  <a:pt x="330" y="269"/>
                  <a:pt x="353" y="226"/>
                  <a:pt x="353" y="177"/>
                </a:cubicBezTo>
                <a:cubicBezTo>
                  <a:pt x="353" y="127"/>
                  <a:pt x="330" y="84"/>
                  <a:pt x="294" y="58"/>
                </a:cubicBezTo>
                <a:moveTo>
                  <a:pt x="217" y="129"/>
                </a:moveTo>
                <a:cubicBezTo>
                  <a:pt x="213" y="129"/>
                  <a:pt x="209" y="132"/>
                  <a:pt x="209" y="137"/>
                </a:cubicBezTo>
                <a:cubicBezTo>
                  <a:pt x="209" y="141"/>
                  <a:pt x="213" y="145"/>
                  <a:pt x="217" y="145"/>
                </a:cubicBezTo>
                <a:cubicBezTo>
                  <a:pt x="230" y="145"/>
                  <a:pt x="241" y="159"/>
                  <a:pt x="241" y="177"/>
                </a:cubicBezTo>
                <a:cubicBezTo>
                  <a:pt x="241" y="195"/>
                  <a:pt x="230" y="209"/>
                  <a:pt x="217" y="209"/>
                </a:cubicBezTo>
                <a:cubicBezTo>
                  <a:pt x="213" y="209"/>
                  <a:pt x="209" y="213"/>
                  <a:pt x="209" y="217"/>
                </a:cubicBezTo>
                <a:cubicBezTo>
                  <a:pt x="209" y="222"/>
                  <a:pt x="213" y="225"/>
                  <a:pt x="217" y="225"/>
                </a:cubicBezTo>
                <a:cubicBezTo>
                  <a:pt x="239" y="225"/>
                  <a:pt x="257" y="204"/>
                  <a:pt x="257" y="177"/>
                </a:cubicBezTo>
                <a:cubicBezTo>
                  <a:pt x="257" y="150"/>
                  <a:pt x="239" y="129"/>
                  <a:pt x="217" y="129"/>
                </a:cubicBezTo>
                <a:moveTo>
                  <a:pt x="193" y="24"/>
                </a:moveTo>
                <a:cubicBezTo>
                  <a:pt x="193" y="11"/>
                  <a:pt x="182" y="0"/>
                  <a:pt x="169" y="0"/>
                </a:cubicBezTo>
                <a:cubicBezTo>
                  <a:pt x="162" y="0"/>
                  <a:pt x="156" y="3"/>
                  <a:pt x="151" y="8"/>
                </a:cubicBezTo>
                <a:cubicBezTo>
                  <a:pt x="53" y="97"/>
                  <a:pt x="53" y="97"/>
                  <a:pt x="53" y="97"/>
                </a:cubicBezTo>
                <a:cubicBezTo>
                  <a:pt x="24" y="99"/>
                  <a:pt x="0" y="134"/>
                  <a:pt x="0" y="177"/>
                </a:cubicBezTo>
                <a:cubicBezTo>
                  <a:pt x="0" y="220"/>
                  <a:pt x="24" y="255"/>
                  <a:pt x="54" y="257"/>
                </a:cubicBezTo>
                <a:cubicBezTo>
                  <a:pt x="151" y="346"/>
                  <a:pt x="151" y="346"/>
                  <a:pt x="151" y="346"/>
                </a:cubicBezTo>
                <a:cubicBezTo>
                  <a:pt x="156" y="351"/>
                  <a:pt x="162" y="354"/>
                  <a:pt x="169" y="354"/>
                </a:cubicBezTo>
                <a:cubicBezTo>
                  <a:pt x="182" y="354"/>
                  <a:pt x="193" y="343"/>
                  <a:pt x="193" y="330"/>
                </a:cubicBezTo>
                <a:cubicBezTo>
                  <a:pt x="193" y="329"/>
                  <a:pt x="193" y="329"/>
                  <a:pt x="193" y="329"/>
                </a:cubicBezTo>
                <a:cubicBezTo>
                  <a:pt x="193" y="25"/>
                  <a:pt x="193" y="25"/>
                  <a:pt x="193" y="25"/>
                </a:cubicBezTo>
                <a:cubicBezTo>
                  <a:pt x="193" y="25"/>
                  <a:pt x="193" y="25"/>
                  <a:pt x="193" y="24"/>
                </a:cubicBezTo>
                <a:moveTo>
                  <a:pt x="48" y="240"/>
                </a:moveTo>
                <a:cubicBezTo>
                  <a:pt x="30" y="234"/>
                  <a:pt x="16" y="208"/>
                  <a:pt x="16" y="177"/>
                </a:cubicBezTo>
                <a:cubicBezTo>
                  <a:pt x="16" y="146"/>
                  <a:pt x="30" y="120"/>
                  <a:pt x="48" y="114"/>
                </a:cubicBezTo>
                <a:lnTo>
                  <a:pt x="48" y="240"/>
                </a:lnTo>
                <a:close/>
                <a:moveTo>
                  <a:pt x="145" y="318"/>
                </a:moveTo>
                <a:cubicBezTo>
                  <a:pt x="64" y="245"/>
                  <a:pt x="64" y="245"/>
                  <a:pt x="64" y="245"/>
                </a:cubicBezTo>
                <a:cubicBezTo>
                  <a:pt x="64" y="108"/>
                  <a:pt x="64" y="108"/>
                  <a:pt x="64" y="108"/>
                </a:cubicBezTo>
                <a:cubicBezTo>
                  <a:pt x="68" y="105"/>
                  <a:pt x="68" y="105"/>
                  <a:pt x="68" y="105"/>
                </a:cubicBezTo>
                <a:cubicBezTo>
                  <a:pt x="68" y="105"/>
                  <a:pt x="68" y="105"/>
                  <a:pt x="68" y="105"/>
                </a:cubicBezTo>
                <a:cubicBezTo>
                  <a:pt x="145" y="36"/>
                  <a:pt x="145" y="36"/>
                  <a:pt x="145" y="36"/>
                </a:cubicBezTo>
                <a:lnTo>
                  <a:pt x="145" y="318"/>
                </a:lnTo>
                <a:close/>
                <a:moveTo>
                  <a:pt x="177" y="329"/>
                </a:moveTo>
                <a:cubicBezTo>
                  <a:pt x="177" y="334"/>
                  <a:pt x="173" y="337"/>
                  <a:pt x="169" y="337"/>
                </a:cubicBezTo>
                <a:cubicBezTo>
                  <a:pt x="166" y="337"/>
                  <a:pt x="164" y="336"/>
                  <a:pt x="163" y="335"/>
                </a:cubicBezTo>
                <a:cubicBezTo>
                  <a:pt x="163" y="335"/>
                  <a:pt x="163" y="335"/>
                  <a:pt x="163" y="335"/>
                </a:cubicBezTo>
                <a:cubicBezTo>
                  <a:pt x="161" y="333"/>
                  <a:pt x="161" y="333"/>
                  <a:pt x="161" y="333"/>
                </a:cubicBezTo>
                <a:cubicBezTo>
                  <a:pt x="161" y="21"/>
                  <a:pt x="161" y="21"/>
                  <a:pt x="161" y="21"/>
                </a:cubicBezTo>
                <a:cubicBezTo>
                  <a:pt x="163" y="19"/>
                  <a:pt x="163" y="19"/>
                  <a:pt x="163" y="19"/>
                </a:cubicBezTo>
                <a:cubicBezTo>
                  <a:pt x="163" y="19"/>
                  <a:pt x="163" y="19"/>
                  <a:pt x="163" y="19"/>
                </a:cubicBezTo>
                <a:cubicBezTo>
                  <a:pt x="165" y="17"/>
                  <a:pt x="167" y="17"/>
                  <a:pt x="169" y="17"/>
                </a:cubicBezTo>
                <a:cubicBezTo>
                  <a:pt x="173" y="17"/>
                  <a:pt x="177" y="20"/>
                  <a:pt x="177" y="25"/>
                </a:cubicBezTo>
                <a:lnTo>
                  <a:pt x="177" y="32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" name="Freeform 7"/>
          <p:cNvSpPr>
            <a:spLocks noEditPoints="1"/>
          </p:cNvSpPr>
          <p:nvPr/>
        </p:nvSpPr>
        <p:spPr bwMode="auto">
          <a:xfrm>
            <a:off x="3033185" y="935569"/>
            <a:ext cx="582084" cy="531284"/>
          </a:xfrm>
          <a:custGeom>
            <a:avLst/>
            <a:gdLst>
              <a:gd name="T0" fmla="*/ 144 w 353"/>
              <a:gd name="T1" fmla="*/ 194 h 323"/>
              <a:gd name="T2" fmla="*/ 160 w 353"/>
              <a:gd name="T3" fmla="*/ 194 h 323"/>
              <a:gd name="T4" fmla="*/ 200 w 353"/>
              <a:gd name="T5" fmla="*/ 186 h 323"/>
              <a:gd name="T6" fmla="*/ 200 w 353"/>
              <a:gd name="T7" fmla="*/ 202 h 323"/>
              <a:gd name="T8" fmla="*/ 200 w 353"/>
              <a:gd name="T9" fmla="*/ 186 h 323"/>
              <a:gd name="T10" fmla="*/ 96 w 353"/>
              <a:gd name="T11" fmla="*/ 226 h 323"/>
              <a:gd name="T12" fmla="*/ 88 w 353"/>
              <a:gd name="T13" fmla="*/ 202 h 323"/>
              <a:gd name="T14" fmla="*/ 80 w 353"/>
              <a:gd name="T15" fmla="*/ 226 h 323"/>
              <a:gd name="T16" fmla="*/ 56 w 353"/>
              <a:gd name="T17" fmla="*/ 234 h 323"/>
              <a:gd name="T18" fmla="*/ 80 w 353"/>
              <a:gd name="T19" fmla="*/ 242 h 323"/>
              <a:gd name="T20" fmla="*/ 88 w 353"/>
              <a:gd name="T21" fmla="*/ 266 h 323"/>
              <a:gd name="T22" fmla="*/ 96 w 353"/>
              <a:gd name="T23" fmla="*/ 242 h 323"/>
              <a:gd name="T24" fmla="*/ 120 w 353"/>
              <a:gd name="T25" fmla="*/ 234 h 323"/>
              <a:gd name="T26" fmla="*/ 264 w 353"/>
              <a:gd name="T27" fmla="*/ 146 h 323"/>
              <a:gd name="T28" fmla="*/ 195 w 353"/>
              <a:gd name="T29" fmla="*/ 113 h 323"/>
              <a:gd name="T30" fmla="*/ 164 w 353"/>
              <a:gd name="T31" fmla="*/ 2 h 323"/>
              <a:gd name="T32" fmla="*/ 157 w 353"/>
              <a:gd name="T33" fmla="*/ 17 h 323"/>
              <a:gd name="T34" fmla="*/ 184 w 353"/>
              <a:gd name="T35" fmla="*/ 101 h 323"/>
              <a:gd name="T36" fmla="*/ 88 w 353"/>
              <a:gd name="T37" fmla="*/ 146 h 323"/>
              <a:gd name="T38" fmla="*/ 88 w 353"/>
              <a:gd name="T39" fmla="*/ 323 h 323"/>
              <a:gd name="T40" fmla="*/ 196 w 353"/>
              <a:gd name="T41" fmla="*/ 290 h 323"/>
              <a:gd name="T42" fmla="*/ 353 w 353"/>
              <a:gd name="T43" fmla="*/ 234 h 323"/>
              <a:gd name="T44" fmla="*/ 264 w 353"/>
              <a:gd name="T45" fmla="*/ 307 h 323"/>
              <a:gd name="T46" fmla="*/ 148 w 353"/>
              <a:gd name="T47" fmla="*/ 274 h 323"/>
              <a:gd name="T48" fmla="*/ 16 w 353"/>
              <a:gd name="T49" fmla="*/ 234 h 323"/>
              <a:gd name="T50" fmla="*/ 264 w 353"/>
              <a:gd name="T51" fmla="*/ 162 h 323"/>
              <a:gd name="T52" fmla="*/ 264 w 353"/>
              <a:gd name="T53" fmla="*/ 307 h 323"/>
              <a:gd name="T54" fmla="*/ 232 w 353"/>
              <a:gd name="T55" fmla="*/ 250 h 323"/>
              <a:gd name="T56" fmla="*/ 264 w 353"/>
              <a:gd name="T57" fmla="*/ 250 h 323"/>
              <a:gd name="T58" fmla="*/ 281 w 353"/>
              <a:gd name="T59" fmla="*/ 202 h 323"/>
              <a:gd name="T60" fmla="*/ 281 w 353"/>
              <a:gd name="T61" fmla="*/ 234 h 323"/>
              <a:gd name="T62" fmla="*/ 281 w 353"/>
              <a:gd name="T63" fmla="*/ 202 h 3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353" h="323">
                <a:moveTo>
                  <a:pt x="152" y="186"/>
                </a:moveTo>
                <a:cubicBezTo>
                  <a:pt x="148" y="186"/>
                  <a:pt x="144" y="190"/>
                  <a:pt x="144" y="194"/>
                </a:cubicBezTo>
                <a:cubicBezTo>
                  <a:pt x="144" y="199"/>
                  <a:pt x="148" y="202"/>
                  <a:pt x="152" y="202"/>
                </a:cubicBezTo>
                <a:cubicBezTo>
                  <a:pt x="157" y="202"/>
                  <a:pt x="160" y="199"/>
                  <a:pt x="160" y="194"/>
                </a:cubicBezTo>
                <a:cubicBezTo>
                  <a:pt x="160" y="190"/>
                  <a:pt x="157" y="186"/>
                  <a:pt x="152" y="186"/>
                </a:cubicBezTo>
                <a:moveTo>
                  <a:pt x="200" y="186"/>
                </a:moveTo>
                <a:cubicBezTo>
                  <a:pt x="196" y="186"/>
                  <a:pt x="192" y="190"/>
                  <a:pt x="192" y="194"/>
                </a:cubicBezTo>
                <a:cubicBezTo>
                  <a:pt x="192" y="199"/>
                  <a:pt x="196" y="202"/>
                  <a:pt x="200" y="202"/>
                </a:cubicBezTo>
                <a:cubicBezTo>
                  <a:pt x="205" y="202"/>
                  <a:pt x="208" y="199"/>
                  <a:pt x="208" y="194"/>
                </a:cubicBezTo>
                <a:cubicBezTo>
                  <a:pt x="208" y="190"/>
                  <a:pt x="205" y="186"/>
                  <a:pt x="200" y="186"/>
                </a:cubicBezTo>
                <a:moveTo>
                  <a:pt x="112" y="226"/>
                </a:moveTo>
                <a:cubicBezTo>
                  <a:pt x="96" y="226"/>
                  <a:pt x="96" y="226"/>
                  <a:pt x="96" y="226"/>
                </a:cubicBezTo>
                <a:cubicBezTo>
                  <a:pt x="96" y="210"/>
                  <a:pt x="96" y="210"/>
                  <a:pt x="96" y="210"/>
                </a:cubicBezTo>
                <a:cubicBezTo>
                  <a:pt x="96" y="206"/>
                  <a:pt x="92" y="202"/>
                  <a:pt x="88" y="202"/>
                </a:cubicBezTo>
                <a:cubicBezTo>
                  <a:pt x="83" y="202"/>
                  <a:pt x="80" y="206"/>
                  <a:pt x="80" y="210"/>
                </a:cubicBezTo>
                <a:cubicBezTo>
                  <a:pt x="80" y="226"/>
                  <a:pt x="80" y="226"/>
                  <a:pt x="80" y="226"/>
                </a:cubicBezTo>
                <a:cubicBezTo>
                  <a:pt x="64" y="226"/>
                  <a:pt x="64" y="226"/>
                  <a:pt x="64" y="226"/>
                </a:cubicBezTo>
                <a:cubicBezTo>
                  <a:pt x="59" y="226"/>
                  <a:pt x="56" y="230"/>
                  <a:pt x="56" y="234"/>
                </a:cubicBezTo>
                <a:cubicBezTo>
                  <a:pt x="56" y="239"/>
                  <a:pt x="59" y="242"/>
                  <a:pt x="64" y="242"/>
                </a:cubicBezTo>
                <a:cubicBezTo>
                  <a:pt x="80" y="242"/>
                  <a:pt x="80" y="242"/>
                  <a:pt x="80" y="242"/>
                </a:cubicBezTo>
                <a:cubicBezTo>
                  <a:pt x="80" y="258"/>
                  <a:pt x="80" y="258"/>
                  <a:pt x="80" y="258"/>
                </a:cubicBezTo>
                <a:cubicBezTo>
                  <a:pt x="80" y="263"/>
                  <a:pt x="83" y="266"/>
                  <a:pt x="88" y="266"/>
                </a:cubicBezTo>
                <a:cubicBezTo>
                  <a:pt x="92" y="266"/>
                  <a:pt x="96" y="263"/>
                  <a:pt x="96" y="258"/>
                </a:cubicBezTo>
                <a:cubicBezTo>
                  <a:pt x="96" y="242"/>
                  <a:pt x="96" y="242"/>
                  <a:pt x="96" y="242"/>
                </a:cubicBezTo>
                <a:cubicBezTo>
                  <a:pt x="112" y="242"/>
                  <a:pt x="112" y="242"/>
                  <a:pt x="112" y="242"/>
                </a:cubicBezTo>
                <a:cubicBezTo>
                  <a:pt x="116" y="242"/>
                  <a:pt x="120" y="239"/>
                  <a:pt x="120" y="234"/>
                </a:cubicBezTo>
                <a:cubicBezTo>
                  <a:pt x="120" y="230"/>
                  <a:pt x="116" y="226"/>
                  <a:pt x="112" y="226"/>
                </a:cubicBezTo>
                <a:moveTo>
                  <a:pt x="264" y="146"/>
                </a:moveTo>
                <a:cubicBezTo>
                  <a:pt x="185" y="146"/>
                  <a:pt x="185" y="146"/>
                  <a:pt x="185" y="146"/>
                </a:cubicBezTo>
                <a:cubicBezTo>
                  <a:pt x="177" y="131"/>
                  <a:pt x="183" y="124"/>
                  <a:pt x="195" y="113"/>
                </a:cubicBezTo>
                <a:cubicBezTo>
                  <a:pt x="204" y="103"/>
                  <a:pt x="216" y="92"/>
                  <a:pt x="216" y="74"/>
                </a:cubicBezTo>
                <a:cubicBezTo>
                  <a:pt x="216" y="29"/>
                  <a:pt x="166" y="3"/>
                  <a:pt x="164" y="2"/>
                </a:cubicBezTo>
                <a:cubicBezTo>
                  <a:pt x="160" y="0"/>
                  <a:pt x="155" y="2"/>
                  <a:pt x="153" y="6"/>
                </a:cubicBezTo>
                <a:cubicBezTo>
                  <a:pt x="151" y="10"/>
                  <a:pt x="153" y="15"/>
                  <a:pt x="157" y="17"/>
                </a:cubicBezTo>
                <a:cubicBezTo>
                  <a:pt x="157" y="17"/>
                  <a:pt x="200" y="39"/>
                  <a:pt x="200" y="74"/>
                </a:cubicBezTo>
                <a:cubicBezTo>
                  <a:pt x="200" y="85"/>
                  <a:pt x="192" y="93"/>
                  <a:pt x="184" y="101"/>
                </a:cubicBezTo>
                <a:cubicBezTo>
                  <a:pt x="173" y="112"/>
                  <a:pt x="159" y="125"/>
                  <a:pt x="168" y="146"/>
                </a:cubicBezTo>
                <a:cubicBezTo>
                  <a:pt x="88" y="146"/>
                  <a:pt x="88" y="146"/>
                  <a:pt x="88" y="146"/>
                </a:cubicBezTo>
                <a:cubicBezTo>
                  <a:pt x="39" y="146"/>
                  <a:pt x="0" y="186"/>
                  <a:pt x="0" y="234"/>
                </a:cubicBezTo>
                <a:cubicBezTo>
                  <a:pt x="0" y="283"/>
                  <a:pt x="39" y="323"/>
                  <a:pt x="88" y="323"/>
                </a:cubicBezTo>
                <a:cubicBezTo>
                  <a:pt x="115" y="323"/>
                  <a:pt x="140" y="310"/>
                  <a:pt x="156" y="290"/>
                </a:cubicBezTo>
                <a:cubicBezTo>
                  <a:pt x="196" y="290"/>
                  <a:pt x="196" y="290"/>
                  <a:pt x="196" y="290"/>
                </a:cubicBezTo>
                <a:cubicBezTo>
                  <a:pt x="213" y="310"/>
                  <a:pt x="237" y="323"/>
                  <a:pt x="264" y="323"/>
                </a:cubicBezTo>
                <a:cubicBezTo>
                  <a:pt x="313" y="323"/>
                  <a:pt x="353" y="283"/>
                  <a:pt x="353" y="234"/>
                </a:cubicBezTo>
                <a:cubicBezTo>
                  <a:pt x="353" y="186"/>
                  <a:pt x="313" y="146"/>
                  <a:pt x="264" y="146"/>
                </a:cubicBezTo>
                <a:moveTo>
                  <a:pt x="264" y="307"/>
                </a:moveTo>
                <a:cubicBezTo>
                  <a:pt x="239" y="307"/>
                  <a:pt x="217" y="294"/>
                  <a:pt x="204" y="274"/>
                </a:cubicBezTo>
                <a:cubicBezTo>
                  <a:pt x="148" y="274"/>
                  <a:pt x="148" y="274"/>
                  <a:pt x="148" y="274"/>
                </a:cubicBezTo>
                <a:cubicBezTo>
                  <a:pt x="135" y="294"/>
                  <a:pt x="113" y="307"/>
                  <a:pt x="88" y="307"/>
                </a:cubicBezTo>
                <a:cubicBezTo>
                  <a:pt x="48" y="307"/>
                  <a:pt x="16" y="274"/>
                  <a:pt x="16" y="234"/>
                </a:cubicBezTo>
                <a:cubicBezTo>
                  <a:pt x="16" y="194"/>
                  <a:pt x="48" y="162"/>
                  <a:pt x="88" y="162"/>
                </a:cubicBezTo>
                <a:cubicBezTo>
                  <a:pt x="264" y="162"/>
                  <a:pt x="264" y="162"/>
                  <a:pt x="264" y="162"/>
                </a:cubicBezTo>
                <a:cubicBezTo>
                  <a:pt x="304" y="162"/>
                  <a:pt x="337" y="194"/>
                  <a:pt x="337" y="234"/>
                </a:cubicBezTo>
                <a:cubicBezTo>
                  <a:pt x="337" y="274"/>
                  <a:pt x="304" y="307"/>
                  <a:pt x="264" y="307"/>
                </a:cubicBezTo>
                <a:moveTo>
                  <a:pt x="248" y="234"/>
                </a:moveTo>
                <a:cubicBezTo>
                  <a:pt x="240" y="234"/>
                  <a:pt x="232" y="241"/>
                  <a:pt x="232" y="250"/>
                </a:cubicBezTo>
                <a:cubicBezTo>
                  <a:pt x="232" y="259"/>
                  <a:pt x="240" y="266"/>
                  <a:pt x="248" y="266"/>
                </a:cubicBezTo>
                <a:cubicBezTo>
                  <a:pt x="257" y="266"/>
                  <a:pt x="264" y="259"/>
                  <a:pt x="264" y="250"/>
                </a:cubicBezTo>
                <a:cubicBezTo>
                  <a:pt x="264" y="241"/>
                  <a:pt x="257" y="234"/>
                  <a:pt x="248" y="234"/>
                </a:cubicBezTo>
                <a:moveTo>
                  <a:pt x="281" y="202"/>
                </a:moveTo>
                <a:cubicBezTo>
                  <a:pt x="272" y="202"/>
                  <a:pt x="264" y="209"/>
                  <a:pt x="264" y="218"/>
                </a:cubicBezTo>
                <a:cubicBezTo>
                  <a:pt x="264" y="227"/>
                  <a:pt x="272" y="234"/>
                  <a:pt x="281" y="234"/>
                </a:cubicBezTo>
                <a:cubicBezTo>
                  <a:pt x="289" y="234"/>
                  <a:pt x="297" y="227"/>
                  <a:pt x="297" y="218"/>
                </a:cubicBezTo>
                <a:cubicBezTo>
                  <a:pt x="297" y="209"/>
                  <a:pt x="289" y="202"/>
                  <a:pt x="281" y="202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" name="Freeform 8"/>
          <p:cNvSpPr>
            <a:spLocks noEditPoints="1"/>
          </p:cNvSpPr>
          <p:nvPr/>
        </p:nvSpPr>
        <p:spPr bwMode="auto">
          <a:xfrm>
            <a:off x="4142318" y="910168"/>
            <a:ext cx="579967" cy="584200"/>
          </a:xfrm>
          <a:custGeom>
            <a:avLst/>
            <a:gdLst>
              <a:gd name="T0" fmla="*/ 321 w 353"/>
              <a:gd name="T1" fmla="*/ 0 h 354"/>
              <a:gd name="T2" fmla="*/ 32 w 353"/>
              <a:gd name="T3" fmla="*/ 0 h 354"/>
              <a:gd name="T4" fmla="*/ 0 w 353"/>
              <a:gd name="T5" fmla="*/ 33 h 354"/>
              <a:gd name="T6" fmla="*/ 0 w 353"/>
              <a:gd name="T7" fmla="*/ 322 h 354"/>
              <a:gd name="T8" fmla="*/ 32 w 353"/>
              <a:gd name="T9" fmla="*/ 354 h 354"/>
              <a:gd name="T10" fmla="*/ 321 w 353"/>
              <a:gd name="T11" fmla="*/ 354 h 354"/>
              <a:gd name="T12" fmla="*/ 353 w 353"/>
              <a:gd name="T13" fmla="*/ 322 h 354"/>
              <a:gd name="T14" fmla="*/ 353 w 353"/>
              <a:gd name="T15" fmla="*/ 33 h 354"/>
              <a:gd name="T16" fmla="*/ 321 w 353"/>
              <a:gd name="T17" fmla="*/ 0 h 354"/>
              <a:gd name="T18" fmla="*/ 337 w 353"/>
              <a:gd name="T19" fmla="*/ 322 h 354"/>
              <a:gd name="T20" fmla="*/ 321 w 353"/>
              <a:gd name="T21" fmla="*/ 338 h 354"/>
              <a:gd name="T22" fmla="*/ 32 w 353"/>
              <a:gd name="T23" fmla="*/ 338 h 354"/>
              <a:gd name="T24" fmla="*/ 16 w 353"/>
              <a:gd name="T25" fmla="*/ 322 h 354"/>
              <a:gd name="T26" fmla="*/ 16 w 353"/>
              <a:gd name="T27" fmla="*/ 33 h 354"/>
              <a:gd name="T28" fmla="*/ 32 w 353"/>
              <a:gd name="T29" fmla="*/ 16 h 354"/>
              <a:gd name="T30" fmla="*/ 321 w 353"/>
              <a:gd name="T31" fmla="*/ 16 h 354"/>
              <a:gd name="T32" fmla="*/ 337 w 353"/>
              <a:gd name="T33" fmla="*/ 33 h 354"/>
              <a:gd name="T34" fmla="*/ 337 w 353"/>
              <a:gd name="T35" fmla="*/ 322 h 354"/>
              <a:gd name="T36" fmla="*/ 160 w 353"/>
              <a:gd name="T37" fmla="*/ 201 h 354"/>
              <a:gd name="T38" fmla="*/ 157 w 353"/>
              <a:gd name="T39" fmla="*/ 195 h 354"/>
              <a:gd name="T40" fmla="*/ 157 w 353"/>
              <a:gd name="T41" fmla="*/ 195 h 354"/>
              <a:gd name="T42" fmla="*/ 93 w 353"/>
              <a:gd name="T43" fmla="*/ 147 h 354"/>
              <a:gd name="T44" fmla="*/ 93 w 353"/>
              <a:gd name="T45" fmla="*/ 147 h 354"/>
              <a:gd name="T46" fmla="*/ 88 w 353"/>
              <a:gd name="T47" fmla="*/ 145 h 354"/>
              <a:gd name="T48" fmla="*/ 80 w 353"/>
              <a:gd name="T49" fmla="*/ 153 h 354"/>
              <a:gd name="T50" fmla="*/ 83 w 353"/>
              <a:gd name="T51" fmla="*/ 159 h 354"/>
              <a:gd name="T52" fmla="*/ 83 w 353"/>
              <a:gd name="T53" fmla="*/ 159 h 354"/>
              <a:gd name="T54" fmla="*/ 139 w 353"/>
              <a:gd name="T55" fmla="*/ 201 h 354"/>
              <a:gd name="T56" fmla="*/ 83 w 353"/>
              <a:gd name="T57" fmla="*/ 243 h 354"/>
              <a:gd name="T58" fmla="*/ 83 w 353"/>
              <a:gd name="T59" fmla="*/ 243 h 354"/>
              <a:gd name="T60" fmla="*/ 80 w 353"/>
              <a:gd name="T61" fmla="*/ 249 h 354"/>
              <a:gd name="T62" fmla="*/ 88 w 353"/>
              <a:gd name="T63" fmla="*/ 257 h 354"/>
              <a:gd name="T64" fmla="*/ 93 w 353"/>
              <a:gd name="T65" fmla="*/ 256 h 354"/>
              <a:gd name="T66" fmla="*/ 93 w 353"/>
              <a:gd name="T67" fmla="*/ 256 h 354"/>
              <a:gd name="T68" fmla="*/ 157 w 353"/>
              <a:gd name="T69" fmla="*/ 208 h 354"/>
              <a:gd name="T70" fmla="*/ 157 w 353"/>
              <a:gd name="T71" fmla="*/ 207 h 354"/>
              <a:gd name="T72" fmla="*/ 160 w 353"/>
              <a:gd name="T73" fmla="*/ 201 h 354"/>
              <a:gd name="T74" fmla="*/ 217 w 353"/>
              <a:gd name="T75" fmla="*/ 257 h 354"/>
              <a:gd name="T76" fmla="*/ 168 w 353"/>
              <a:gd name="T77" fmla="*/ 257 h 354"/>
              <a:gd name="T78" fmla="*/ 160 w 353"/>
              <a:gd name="T79" fmla="*/ 265 h 354"/>
              <a:gd name="T80" fmla="*/ 168 w 353"/>
              <a:gd name="T81" fmla="*/ 273 h 354"/>
              <a:gd name="T82" fmla="*/ 217 w 353"/>
              <a:gd name="T83" fmla="*/ 273 h 354"/>
              <a:gd name="T84" fmla="*/ 225 w 353"/>
              <a:gd name="T85" fmla="*/ 265 h 354"/>
              <a:gd name="T86" fmla="*/ 217 w 353"/>
              <a:gd name="T87" fmla="*/ 257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353" h="354">
                <a:moveTo>
                  <a:pt x="321" y="0"/>
                </a:move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5"/>
                  <a:pt x="0" y="33"/>
                </a:cubicBezTo>
                <a:cubicBezTo>
                  <a:pt x="0" y="322"/>
                  <a:pt x="0" y="322"/>
                  <a:pt x="0" y="322"/>
                </a:cubicBezTo>
                <a:cubicBezTo>
                  <a:pt x="0" y="339"/>
                  <a:pt x="14" y="354"/>
                  <a:pt x="32" y="354"/>
                </a:cubicBezTo>
                <a:cubicBezTo>
                  <a:pt x="321" y="354"/>
                  <a:pt x="321" y="354"/>
                  <a:pt x="321" y="354"/>
                </a:cubicBezTo>
                <a:cubicBezTo>
                  <a:pt x="339" y="354"/>
                  <a:pt x="353" y="339"/>
                  <a:pt x="353" y="322"/>
                </a:cubicBezTo>
                <a:cubicBezTo>
                  <a:pt x="353" y="33"/>
                  <a:pt x="353" y="33"/>
                  <a:pt x="353" y="33"/>
                </a:cubicBezTo>
                <a:cubicBezTo>
                  <a:pt x="353" y="15"/>
                  <a:pt x="339" y="0"/>
                  <a:pt x="321" y="0"/>
                </a:cubicBezTo>
                <a:moveTo>
                  <a:pt x="337" y="322"/>
                </a:moveTo>
                <a:cubicBezTo>
                  <a:pt x="337" y="330"/>
                  <a:pt x="330" y="338"/>
                  <a:pt x="321" y="338"/>
                </a:cubicBezTo>
                <a:cubicBezTo>
                  <a:pt x="32" y="338"/>
                  <a:pt x="32" y="338"/>
                  <a:pt x="32" y="338"/>
                </a:cubicBezTo>
                <a:cubicBezTo>
                  <a:pt x="23" y="338"/>
                  <a:pt x="16" y="330"/>
                  <a:pt x="16" y="322"/>
                </a:cubicBezTo>
                <a:cubicBezTo>
                  <a:pt x="16" y="33"/>
                  <a:pt x="16" y="33"/>
                  <a:pt x="16" y="33"/>
                </a:cubicBezTo>
                <a:cubicBezTo>
                  <a:pt x="16" y="24"/>
                  <a:pt x="23" y="16"/>
                  <a:pt x="32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4"/>
                  <a:pt x="337" y="33"/>
                </a:cubicBezTo>
                <a:lnTo>
                  <a:pt x="337" y="322"/>
                </a:lnTo>
                <a:close/>
                <a:moveTo>
                  <a:pt x="160" y="201"/>
                </a:moveTo>
                <a:cubicBezTo>
                  <a:pt x="160" y="198"/>
                  <a:pt x="159" y="196"/>
                  <a:pt x="157" y="195"/>
                </a:cubicBezTo>
                <a:cubicBezTo>
                  <a:pt x="157" y="195"/>
                  <a:pt x="157" y="195"/>
                  <a:pt x="157" y="195"/>
                </a:cubicBezTo>
                <a:cubicBezTo>
                  <a:pt x="93" y="147"/>
                  <a:pt x="93" y="147"/>
                  <a:pt x="93" y="147"/>
                </a:cubicBezTo>
                <a:cubicBezTo>
                  <a:pt x="93" y="147"/>
                  <a:pt x="93" y="147"/>
                  <a:pt x="93" y="147"/>
                </a:cubicBezTo>
                <a:cubicBezTo>
                  <a:pt x="92" y="146"/>
                  <a:pt x="90" y="145"/>
                  <a:pt x="88" y="145"/>
                </a:cubicBezTo>
                <a:cubicBezTo>
                  <a:pt x="84" y="145"/>
                  <a:pt x="80" y="149"/>
                  <a:pt x="80" y="153"/>
                </a:cubicBezTo>
                <a:cubicBezTo>
                  <a:pt x="80" y="156"/>
                  <a:pt x="82" y="158"/>
                  <a:pt x="83" y="159"/>
                </a:cubicBezTo>
                <a:cubicBezTo>
                  <a:pt x="83" y="159"/>
                  <a:pt x="83" y="159"/>
                  <a:pt x="83" y="159"/>
                </a:cubicBezTo>
                <a:cubicBezTo>
                  <a:pt x="139" y="201"/>
                  <a:pt x="139" y="201"/>
                  <a:pt x="139" y="201"/>
                </a:cubicBezTo>
                <a:cubicBezTo>
                  <a:pt x="83" y="243"/>
                  <a:pt x="83" y="243"/>
                  <a:pt x="83" y="243"/>
                </a:cubicBezTo>
                <a:cubicBezTo>
                  <a:pt x="83" y="243"/>
                  <a:pt x="83" y="243"/>
                  <a:pt x="83" y="243"/>
                </a:cubicBezTo>
                <a:cubicBezTo>
                  <a:pt x="82" y="244"/>
                  <a:pt x="80" y="247"/>
                  <a:pt x="80" y="249"/>
                </a:cubicBezTo>
                <a:cubicBezTo>
                  <a:pt x="80" y="254"/>
                  <a:pt x="84" y="257"/>
                  <a:pt x="88" y="257"/>
                </a:cubicBezTo>
                <a:cubicBezTo>
                  <a:pt x="90" y="257"/>
                  <a:pt x="92" y="257"/>
                  <a:pt x="93" y="256"/>
                </a:cubicBezTo>
                <a:cubicBezTo>
                  <a:pt x="93" y="256"/>
                  <a:pt x="93" y="256"/>
                  <a:pt x="93" y="256"/>
                </a:cubicBezTo>
                <a:cubicBezTo>
                  <a:pt x="157" y="208"/>
                  <a:pt x="157" y="208"/>
                  <a:pt x="157" y="208"/>
                </a:cubicBezTo>
                <a:cubicBezTo>
                  <a:pt x="157" y="207"/>
                  <a:pt x="157" y="207"/>
                  <a:pt x="157" y="207"/>
                </a:cubicBezTo>
                <a:cubicBezTo>
                  <a:pt x="159" y="206"/>
                  <a:pt x="160" y="204"/>
                  <a:pt x="160" y="201"/>
                </a:cubicBezTo>
                <a:moveTo>
                  <a:pt x="217" y="257"/>
                </a:moveTo>
                <a:cubicBezTo>
                  <a:pt x="168" y="257"/>
                  <a:pt x="168" y="257"/>
                  <a:pt x="168" y="257"/>
                </a:cubicBezTo>
                <a:cubicBezTo>
                  <a:pt x="164" y="257"/>
                  <a:pt x="160" y="261"/>
                  <a:pt x="160" y="265"/>
                </a:cubicBezTo>
                <a:cubicBezTo>
                  <a:pt x="160" y="270"/>
                  <a:pt x="164" y="273"/>
                  <a:pt x="168" y="273"/>
                </a:cubicBezTo>
                <a:cubicBezTo>
                  <a:pt x="217" y="273"/>
                  <a:pt x="217" y="273"/>
                  <a:pt x="217" y="273"/>
                </a:cubicBezTo>
                <a:cubicBezTo>
                  <a:pt x="221" y="273"/>
                  <a:pt x="225" y="270"/>
                  <a:pt x="225" y="265"/>
                </a:cubicBezTo>
                <a:cubicBezTo>
                  <a:pt x="225" y="261"/>
                  <a:pt x="221" y="257"/>
                  <a:pt x="217" y="257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" name="Freeform 9"/>
          <p:cNvSpPr>
            <a:spLocks noEditPoints="1"/>
          </p:cNvSpPr>
          <p:nvPr/>
        </p:nvSpPr>
        <p:spPr bwMode="auto">
          <a:xfrm>
            <a:off x="5251451" y="910168"/>
            <a:ext cx="579967" cy="584200"/>
          </a:xfrm>
          <a:custGeom>
            <a:avLst/>
            <a:gdLst>
              <a:gd name="T0" fmla="*/ 218 w 353"/>
              <a:gd name="T1" fmla="*/ 35 h 354"/>
              <a:gd name="T2" fmla="*/ 177 w 353"/>
              <a:gd name="T3" fmla="*/ 0 h 354"/>
              <a:gd name="T4" fmla="*/ 133 w 353"/>
              <a:gd name="T5" fmla="*/ 37 h 354"/>
              <a:gd name="T6" fmla="*/ 169 w 353"/>
              <a:gd name="T7" fmla="*/ 73 h 354"/>
              <a:gd name="T8" fmla="*/ 185 w 353"/>
              <a:gd name="T9" fmla="*/ 73 h 354"/>
              <a:gd name="T10" fmla="*/ 169 w 353"/>
              <a:gd name="T11" fmla="*/ 73 h 354"/>
              <a:gd name="T12" fmla="*/ 207 w 353"/>
              <a:gd name="T13" fmla="*/ 47 h 354"/>
              <a:gd name="T14" fmla="*/ 145 w 353"/>
              <a:gd name="T15" fmla="*/ 49 h 354"/>
              <a:gd name="T16" fmla="*/ 177 w 353"/>
              <a:gd name="T17" fmla="*/ 49 h 354"/>
              <a:gd name="T18" fmla="*/ 40 w 353"/>
              <a:gd name="T19" fmla="*/ 322 h 354"/>
              <a:gd name="T20" fmla="*/ 40 w 353"/>
              <a:gd name="T21" fmla="*/ 305 h 354"/>
              <a:gd name="T22" fmla="*/ 40 w 353"/>
              <a:gd name="T23" fmla="*/ 322 h 354"/>
              <a:gd name="T24" fmla="*/ 81 w 353"/>
              <a:gd name="T25" fmla="*/ 313 h 354"/>
              <a:gd name="T26" fmla="*/ 64 w 353"/>
              <a:gd name="T27" fmla="*/ 313 h 354"/>
              <a:gd name="T28" fmla="*/ 353 w 353"/>
              <a:gd name="T29" fmla="*/ 281 h 354"/>
              <a:gd name="T30" fmla="*/ 353 w 353"/>
              <a:gd name="T31" fmla="*/ 278 h 354"/>
              <a:gd name="T32" fmla="*/ 321 w 353"/>
              <a:gd name="T33" fmla="*/ 166 h 354"/>
              <a:gd name="T34" fmla="*/ 297 w 353"/>
              <a:gd name="T35" fmla="*/ 161 h 354"/>
              <a:gd name="T36" fmla="*/ 289 w 353"/>
              <a:gd name="T37" fmla="*/ 57 h 354"/>
              <a:gd name="T38" fmla="*/ 281 w 353"/>
              <a:gd name="T39" fmla="*/ 161 h 354"/>
              <a:gd name="T40" fmla="*/ 72 w 353"/>
              <a:gd name="T41" fmla="*/ 65 h 354"/>
              <a:gd name="T42" fmla="*/ 56 w 353"/>
              <a:gd name="T43" fmla="*/ 65 h 354"/>
              <a:gd name="T44" fmla="*/ 40 w 353"/>
              <a:gd name="T45" fmla="*/ 161 h 354"/>
              <a:gd name="T46" fmla="*/ 33 w 353"/>
              <a:gd name="T47" fmla="*/ 166 h 354"/>
              <a:gd name="T48" fmla="*/ 1 w 353"/>
              <a:gd name="T49" fmla="*/ 278 h 354"/>
              <a:gd name="T50" fmla="*/ 0 w 353"/>
              <a:gd name="T51" fmla="*/ 297 h 354"/>
              <a:gd name="T52" fmla="*/ 0 w 353"/>
              <a:gd name="T53" fmla="*/ 305 h 354"/>
              <a:gd name="T54" fmla="*/ 32 w 353"/>
              <a:gd name="T55" fmla="*/ 354 h 354"/>
              <a:gd name="T56" fmla="*/ 353 w 353"/>
              <a:gd name="T57" fmla="*/ 322 h 354"/>
              <a:gd name="T58" fmla="*/ 352 w 353"/>
              <a:gd name="T59" fmla="*/ 297 h 354"/>
              <a:gd name="T60" fmla="*/ 353 w 353"/>
              <a:gd name="T61" fmla="*/ 281 h 354"/>
              <a:gd name="T62" fmla="*/ 307 w 353"/>
              <a:gd name="T63" fmla="*/ 177 h 354"/>
              <a:gd name="T64" fmla="*/ 19 w 353"/>
              <a:gd name="T65" fmla="*/ 273 h 354"/>
              <a:gd name="T66" fmla="*/ 337 w 353"/>
              <a:gd name="T67" fmla="*/ 322 h 354"/>
              <a:gd name="T68" fmla="*/ 32 w 353"/>
              <a:gd name="T69" fmla="*/ 338 h 354"/>
              <a:gd name="T70" fmla="*/ 16 w 353"/>
              <a:gd name="T71" fmla="*/ 289 h 354"/>
              <a:gd name="T72" fmla="*/ 337 w 353"/>
              <a:gd name="T73" fmla="*/ 322 h 354"/>
              <a:gd name="T74" fmla="*/ 185 w 353"/>
              <a:gd name="T75" fmla="*/ 322 h 354"/>
              <a:gd name="T76" fmla="*/ 185 w 353"/>
              <a:gd name="T77" fmla="*/ 305 h 354"/>
              <a:gd name="T78" fmla="*/ 97 w 353"/>
              <a:gd name="T79" fmla="*/ 313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353" h="354">
                <a:moveTo>
                  <a:pt x="177" y="16"/>
                </a:moveTo>
                <a:cubicBezTo>
                  <a:pt x="193" y="16"/>
                  <a:pt x="208" y="24"/>
                  <a:pt x="218" y="35"/>
                </a:cubicBezTo>
                <a:cubicBezTo>
                  <a:pt x="229" y="23"/>
                  <a:pt x="229" y="23"/>
                  <a:pt x="229" y="23"/>
                </a:cubicBezTo>
                <a:cubicBezTo>
                  <a:pt x="216" y="9"/>
                  <a:pt x="197" y="0"/>
                  <a:pt x="177" y="0"/>
                </a:cubicBezTo>
                <a:cubicBezTo>
                  <a:pt x="155" y="0"/>
                  <a:pt x="135" y="10"/>
                  <a:pt x="122" y="26"/>
                </a:cubicBezTo>
                <a:cubicBezTo>
                  <a:pt x="133" y="37"/>
                  <a:pt x="133" y="37"/>
                  <a:pt x="133" y="37"/>
                </a:cubicBezTo>
                <a:cubicBezTo>
                  <a:pt x="144" y="25"/>
                  <a:pt x="159" y="16"/>
                  <a:pt x="177" y="16"/>
                </a:cubicBezTo>
                <a:moveTo>
                  <a:pt x="169" y="73"/>
                </a:moveTo>
                <a:cubicBezTo>
                  <a:pt x="169" y="77"/>
                  <a:pt x="172" y="81"/>
                  <a:pt x="177" y="81"/>
                </a:cubicBezTo>
                <a:cubicBezTo>
                  <a:pt x="181" y="81"/>
                  <a:pt x="185" y="77"/>
                  <a:pt x="185" y="73"/>
                </a:cubicBezTo>
                <a:cubicBezTo>
                  <a:pt x="185" y="68"/>
                  <a:pt x="181" y="65"/>
                  <a:pt x="177" y="65"/>
                </a:cubicBezTo>
                <a:cubicBezTo>
                  <a:pt x="172" y="65"/>
                  <a:pt x="169" y="68"/>
                  <a:pt x="169" y="73"/>
                </a:cubicBezTo>
                <a:moveTo>
                  <a:pt x="197" y="59"/>
                </a:moveTo>
                <a:cubicBezTo>
                  <a:pt x="207" y="47"/>
                  <a:pt x="207" y="47"/>
                  <a:pt x="207" y="47"/>
                </a:cubicBezTo>
                <a:cubicBezTo>
                  <a:pt x="200" y="38"/>
                  <a:pt x="189" y="33"/>
                  <a:pt x="177" y="33"/>
                </a:cubicBezTo>
                <a:cubicBezTo>
                  <a:pt x="164" y="33"/>
                  <a:pt x="152" y="39"/>
                  <a:pt x="145" y="49"/>
                </a:cubicBezTo>
                <a:cubicBezTo>
                  <a:pt x="156" y="60"/>
                  <a:pt x="156" y="60"/>
                  <a:pt x="156" y="60"/>
                </a:cubicBezTo>
                <a:cubicBezTo>
                  <a:pt x="161" y="53"/>
                  <a:pt x="168" y="49"/>
                  <a:pt x="177" y="49"/>
                </a:cubicBezTo>
                <a:cubicBezTo>
                  <a:pt x="185" y="49"/>
                  <a:pt x="192" y="53"/>
                  <a:pt x="197" y="59"/>
                </a:cubicBezTo>
                <a:moveTo>
                  <a:pt x="40" y="322"/>
                </a:moveTo>
                <a:cubicBezTo>
                  <a:pt x="45" y="322"/>
                  <a:pt x="48" y="318"/>
                  <a:pt x="48" y="313"/>
                </a:cubicBezTo>
                <a:cubicBezTo>
                  <a:pt x="48" y="309"/>
                  <a:pt x="45" y="305"/>
                  <a:pt x="40" y="305"/>
                </a:cubicBezTo>
                <a:cubicBezTo>
                  <a:pt x="36" y="305"/>
                  <a:pt x="32" y="309"/>
                  <a:pt x="32" y="313"/>
                </a:cubicBezTo>
                <a:cubicBezTo>
                  <a:pt x="32" y="318"/>
                  <a:pt x="36" y="322"/>
                  <a:pt x="40" y="322"/>
                </a:cubicBezTo>
                <a:moveTo>
                  <a:pt x="72" y="322"/>
                </a:moveTo>
                <a:cubicBezTo>
                  <a:pt x="77" y="322"/>
                  <a:pt x="81" y="318"/>
                  <a:pt x="81" y="313"/>
                </a:cubicBezTo>
                <a:cubicBezTo>
                  <a:pt x="81" y="309"/>
                  <a:pt x="77" y="305"/>
                  <a:pt x="72" y="305"/>
                </a:cubicBezTo>
                <a:cubicBezTo>
                  <a:pt x="68" y="305"/>
                  <a:pt x="64" y="309"/>
                  <a:pt x="64" y="313"/>
                </a:cubicBezTo>
                <a:cubicBezTo>
                  <a:pt x="64" y="318"/>
                  <a:pt x="68" y="322"/>
                  <a:pt x="72" y="322"/>
                </a:cubicBezTo>
                <a:moveTo>
                  <a:pt x="353" y="281"/>
                </a:moveTo>
                <a:cubicBezTo>
                  <a:pt x="353" y="280"/>
                  <a:pt x="353" y="279"/>
                  <a:pt x="353" y="278"/>
                </a:cubicBezTo>
                <a:cubicBezTo>
                  <a:pt x="353" y="278"/>
                  <a:pt x="353" y="278"/>
                  <a:pt x="353" y="278"/>
                </a:cubicBezTo>
                <a:cubicBezTo>
                  <a:pt x="321" y="166"/>
                  <a:pt x="321" y="166"/>
                  <a:pt x="321" y="166"/>
                </a:cubicBezTo>
                <a:cubicBezTo>
                  <a:pt x="321" y="166"/>
                  <a:pt x="321" y="166"/>
                  <a:pt x="321" y="166"/>
                </a:cubicBezTo>
                <a:cubicBezTo>
                  <a:pt x="320" y="163"/>
                  <a:pt x="317" y="161"/>
                  <a:pt x="313" y="161"/>
                </a:cubicBezTo>
                <a:cubicBezTo>
                  <a:pt x="297" y="161"/>
                  <a:pt x="297" y="161"/>
                  <a:pt x="297" y="161"/>
                </a:cubicBezTo>
                <a:cubicBezTo>
                  <a:pt x="297" y="65"/>
                  <a:pt x="297" y="65"/>
                  <a:pt x="297" y="65"/>
                </a:cubicBezTo>
                <a:cubicBezTo>
                  <a:pt x="297" y="60"/>
                  <a:pt x="294" y="57"/>
                  <a:pt x="289" y="57"/>
                </a:cubicBezTo>
                <a:cubicBezTo>
                  <a:pt x="285" y="57"/>
                  <a:pt x="281" y="60"/>
                  <a:pt x="281" y="65"/>
                </a:cubicBezTo>
                <a:cubicBezTo>
                  <a:pt x="281" y="161"/>
                  <a:pt x="281" y="161"/>
                  <a:pt x="281" y="161"/>
                </a:cubicBezTo>
                <a:cubicBezTo>
                  <a:pt x="72" y="161"/>
                  <a:pt x="72" y="161"/>
                  <a:pt x="72" y="161"/>
                </a:cubicBezTo>
                <a:cubicBezTo>
                  <a:pt x="72" y="65"/>
                  <a:pt x="72" y="65"/>
                  <a:pt x="72" y="65"/>
                </a:cubicBezTo>
                <a:cubicBezTo>
                  <a:pt x="72" y="60"/>
                  <a:pt x="69" y="57"/>
                  <a:pt x="64" y="57"/>
                </a:cubicBezTo>
                <a:cubicBezTo>
                  <a:pt x="60" y="57"/>
                  <a:pt x="56" y="60"/>
                  <a:pt x="56" y="65"/>
                </a:cubicBezTo>
                <a:cubicBezTo>
                  <a:pt x="56" y="161"/>
                  <a:pt x="56" y="161"/>
                  <a:pt x="56" y="161"/>
                </a:cubicBezTo>
                <a:cubicBezTo>
                  <a:pt x="40" y="161"/>
                  <a:pt x="40" y="161"/>
                  <a:pt x="40" y="161"/>
                </a:cubicBezTo>
                <a:cubicBezTo>
                  <a:pt x="37" y="161"/>
                  <a:pt x="34" y="163"/>
                  <a:pt x="33" y="166"/>
                </a:cubicBezTo>
                <a:cubicBezTo>
                  <a:pt x="33" y="166"/>
                  <a:pt x="33" y="166"/>
                  <a:pt x="33" y="166"/>
                </a:cubicBezTo>
                <a:cubicBezTo>
                  <a:pt x="1" y="278"/>
                  <a:pt x="1" y="278"/>
                  <a:pt x="1" y="278"/>
                </a:cubicBezTo>
                <a:cubicBezTo>
                  <a:pt x="1" y="278"/>
                  <a:pt x="1" y="278"/>
                  <a:pt x="1" y="278"/>
                </a:cubicBezTo>
                <a:cubicBezTo>
                  <a:pt x="0" y="279"/>
                  <a:pt x="0" y="280"/>
                  <a:pt x="0" y="281"/>
                </a:cubicBezTo>
                <a:cubicBezTo>
                  <a:pt x="0" y="297"/>
                  <a:pt x="0" y="297"/>
                  <a:pt x="0" y="297"/>
                </a:cubicBezTo>
                <a:cubicBezTo>
                  <a:pt x="1" y="297"/>
                  <a:pt x="1" y="297"/>
                  <a:pt x="1" y="297"/>
                </a:cubicBezTo>
                <a:cubicBezTo>
                  <a:pt x="1" y="300"/>
                  <a:pt x="0" y="303"/>
                  <a:pt x="0" y="305"/>
                </a:cubicBezTo>
                <a:cubicBezTo>
                  <a:pt x="0" y="322"/>
                  <a:pt x="0" y="322"/>
                  <a:pt x="0" y="322"/>
                </a:cubicBezTo>
                <a:cubicBezTo>
                  <a:pt x="0" y="339"/>
                  <a:pt x="15" y="354"/>
                  <a:pt x="32" y="354"/>
                </a:cubicBezTo>
                <a:cubicBezTo>
                  <a:pt x="321" y="354"/>
                  <a:pt x="321" y="354"/>
                  <a:pt x="321" y="354"/>
                </a:cubicBezTo>
                <a:cubicBezTo>
                  <a:pt x="339" y="354"/>
                  <a:pt x="353" y="339"/>
                  <a:pt x="353" y="322"/>
                </a:cubicBezTo>
                <a:cubicBezTo>
                  <a:pt x="353" y="305"/>
                  <a:pt x="353" y="305"/>
                  <a:pt x="353" y="305"/>
                </a:cubicBezTo>
                <a:cubicBezTo>
                  <a:pt x="353" y="303"/>
                  <a:pt x="353" y="300"/>
                  <a:pt x="352" y="297"/>
                </a:cubicBezTo>
                <a:cubicBezTo>
                  <a:pt x="353" y="297"/>
                  <a:pt x="353" y="297"/>
                  <a:pt x="353" y="297"/>
                </a:cubicBezTo>
                <a:lnTo>
                  <a:pt x="353" y="281"/>
                </a:lnTo>
                <a:close/>
                <a:moveTo>
                  <a:pt x="46" y="177"/>
                </a:moveTo>
                <a:cubicBezTo>
                  <a:pt x="307" y="177"/>
                  <a:pt x="307" y="177"/>
                  <a:pt x="307" y="177"/>
                </a:cubicBezTo>
                <a:cubicBezTo>
                  <a:pt x="335" y="273"/>
                  <a:pt x="335" y="273"/>
                  <a:pt x="335" y="273"/>
                </a:cubicBezTo>
                <a:cubicBezTo>
                  <a:pt x="19" y="273"/>
                  <a:pt x="19" y="273"/>
                  <a:pt x="19" y="273"/>
                </a:cubicBezTo>
                <a:lnTo>
                  <a:pt x="46" y="177"/>
                </a:lnTo>
                <a:close/>
                <a:moveTo>
                  <a:pt x="337" y="322"/>
                </a:moveTo>
                <a:cubicBezTo>
                  <a:pt x="337" y="330"/>
                  <a:pt x="330" y="338"/>
                  <a:pt x="321" y="338"/>
                </a:cubicBezTo>
                <a:cubicBezTo>
                  <a:pt x="32" y="338"/>
                  <a:pt x="32" y="338"/>
                  <a:pt x="32" y="338"/>
                </a:cubicBezTo>
                <a:cubicBezTo>
                  <a:pt x="23" y="338"/>
                  <a:pt x="16" y="330"/>
                  <a:pt x="16" y="322"/>
                </a:cubicBezTo>
                <a:cubicBezTo>
                  <a:pt x="16" y="289"/>
                  <a:pt x="16" y="289"/>
                  <a:pt x="16" y="289"/>
                </a:cubicBezTo>
                <a:cubicBezTo>
                  <a:pt x="337" y="289"/>
                  <a:pt x="337" y="289"/>
                  <a:pt x="337" y="289"/>
                </a:cubicBezTo>
                <a:lnTo>
                  <a:pt x="337" y="322"/>
                </a:lnTo>
                <a:close/>
                <a:moveTo>
                  <a:pt x="105" y="322"/>
                </a:moveTo>
                <a:cubicBezTo>
                  <a:pt x="185" y="322"/>
                  <a:pt x="185" y="322"/>
                  <a:pt x="185" y="322"/>
                </a:cubicBezTo>
                <a:cubicBezTo>
                  <a:pt x="189" y="322"/>
                  <a:pt x="193" y="318"/>
                  <a:pt x="193" y="313"/>
                </a:cubicBezTo>
                <a:cubicBezTo>
                  <a:pt x="193" y="309"/>
                  <a:pt x="189" y="305"/>
                  <a:pt x="185" y="305"/>
                </a:cubicBezTo>
                <a:cubicBezTo>
                  <a:pt x="105" y="305"/>
                  <a:pt x="105" y="305"/>
                  <a:pt x="105" y="305"/>
                </a:cubicBezTo>
                <a:cubicBezTo>
                  <a:pt x="100" y="305"/>
                  <a:pt x="97" y="309"/>
                  <a:pt x="97" y="313"/>
                </a:cubicBezTo>
                <a:cubicBezTo>
                  <a:pt x="97" y="318"/>
                  <a:pt x="100" y="322"/>
                  <a:pt x="105" y="322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0" name="Freeform 10"/>
          <p:cNvSpPr>
            <a:spLocks noEditPoints="1"/>
          </p:cNvSpPr>
          <p:nvPr/>
        </p:nvSpPr>
        <p:spPr bwMode="auto">
          <a:xfrm>
            <a:off x="6362701" y="910168"/>
            <a:ext cx="579967" cy="584200"/>
          </a:xfrm>
          <a:custGeom>
            <a:avLst/>
            <a:gdLst>
              <a:gd name="T0" fmla="*/ 232 w 353"/>
              <a:gd name="T1" fmla="*/ 305 h 354"/>
              <a:gd name="T2" fmla="*/ 232 w 353"/>
              <a:gd name="T3" fmla="*/ 289 h 354"/>
              <a:gd name="T4" fmla="*/ 112 w 353"/>
              <a:gd name="T5" fmla="*/ 297 h 354"/>
              <a:gd name="T6" fmla="*/ 120 w 353"/>
              <a:gd name="T7" fmla="*/ 273 h 354"/>
              <a:gd name="T8" fmla="*/ 208 w 353"/>
              <a:gd name="T9" fmla="*/ 265 h 354"/>
              <a:gd name="T10" fmla="*/ 120 w 353"/>
              <a:gd name="T11" fmla="*/ 257 h 354"/>
              <a:gd name="T12" fmla="*/ 120 w 353"/>
              <a:gd name="T13" fmla="*/ 273 h 354"/>
              <a:gd name="T14" fmla="*/ 224 w 353"/>
              <a:gd name="T15" fmla="*/ 161 h 354"/>
              <a:gd name="T16" fmla="*/ 256 w 353"/>
              <a:gd name="T17" fmla="*/ 161 h 354"/>
              <a:gd name="T18" fmla="*/ 289 w 353"/>
              <a:gd name="T19" fmla="*/ 145 h 354"/>
              <a:gd name="T20" fmla="*/ 289 w 353"/>
              <a:gd name="T21" fmla="*/ 177 h 354"/>
              <a:gd name="T22" fmla="*/ 289 w 353"/>
              <a:gd name="T23" fmla="*/ 145 h 354"/>
              <a:gd name="T24" fmla="*/ 289 w 353"/>
              <a:gd name="T25" fmla="*/ 97 h 354"/>
              <a:gd name="T26" fmla="*/ 273 w 353"/>
              <a:gd name="T27" fmla="*/ 0 h 354"/>
              <a:gd name="T28" fmla="*/ 64 w 353"/>
              <a:gd name="T29" fmla="*/ 16 h 354"/>
              <a:gd name="T30" fmla="*/ 48 w 353"/>
              <a:gd name="T31" fmla="*/ 97 h 354"/>
              <a:gd name="T32" fmla="*/ 0 w 353"/>
              <a:gd name="T33" fmla="*/ 273 h 354"/>
              <a:gd name="T34" fmla="*/ 64 w 353"/>
              <a:gd name="T35" fmla="*/ 322 h 354"/>
              <a:gd name="T36" fmla="*/ 80 w 353"/>
              <a:gd name="T37" fmla="*/ 354 h 354"/>
              <a:gd name="T38" fmla="*/ 289 w 353"/>
              <a:gd name="T39" fmla="*/ 338 h 354"/>
              <a:gd name="T40" fmla="*/ 305 w 353"/>
              <a:gd name="T41" fmla="*/ 322 h 354"/>
              <a:gd name="T42" fmla="*/ 353 w 353"/>
              <a:gd name="T43" fmla="*/ 145 h 354"/>
              <a:gd name="T44" fmla="*/ 80 w 353"/>
              <a:gd name="T45" fmla="*/ 16 h 354"/>
              <a:gd name="T46" fmla="*/ 273 w 353"/>
              <a:gd name="T47" fmla="*/ 97 h 354"/>
              <a:gd name="T48" fmla="*/ 80 w 353"/>
              <a:gd name="T49" fmla="*/ 16 h 354"/>
              <a:gd name="T50" fmla="*/ 80 w 353"/>
              <a:gd name="T51" fmla="*/ 338 h 354"/>
              <a:gd name="T52" fmla="*/ 273 w 353"/>
              <a:gd name="T53" fmla="*/ 241 h 354"/>
              <a:gd name="T54" fmla="*/ 337 w 353"/>
              <a:gd name="T55" fmla="*/ 273 h 354"/>
              <a:gd name="T56" fmla="*/ 289 w 353"/>
              <a:gd name="T57" fmla="*/ 305 h 354"/>
              <a:gd name="T58" fmla="*/ 273 w 353"/>
              <a:gd name="T59" fmla="*/ 225 h 354"/>
              <a:gd name="T60" fmla="*/ 64 w 353"/>
              <a:gd name="T61" fmla="*/ 241 h 354"/>
              <a:gd name="T62" fmla="*/ 48 w 353"/>
              <a:gd name="T63" fmla="*/ 305 h 354"/>
              <a:gd name="T64" fmla="*/ 16 w 353"/>
              <a:gd name="T65" fmla="*/ 145 h 354"/>
              <a:gd name="T66" fmla="*/ 305 w 353"/>
              <a:gd name="T67" fmla="*/ 113 h 354"/>
              <a:gd name="T68" fmla="*/ 337 w 353"/>
              <a:gd name="T69" fmla="*/ 273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353" h="354">
                <a:moveTo>
                  <a:pt x="120" y="305"/>
                </a:moveTo>
                <a:cubicBezTo>
                  <a:pt x="232" y="305"/>
                  <a:pt x="232" y="305"/>
                  <a:pt x="232" y="305"/>
                </a:cubicBezTo>
                <a:cubicBezTo>
                  <a:pt x="237" y="305"/>
                  <a:pt x="240" y="302"/>
                  <a:pt x="240" y="297"/>
                </a:cubicBezTo>
                <a:cubicBezTo>
                  <a:pt x="240" y="293"/>
                  <a:pt x="237" y="289"/>
                  <a:pt x="232" y="289"/>
                </a:cubicBezTo>
                <a:cubicBezTo>
                  <a:pt x="120" y="289"/>
                  <a:pt x="120" y="289"/>
                  <a:pt x="120" y="289"/>
                </a:cubicBezTo>
                <a:cubicBezTo>
                  <a:pt x="116" y="289"/>
                  <a:pt x="112" y="293"/>
                  <a:pt x="112" y="297"/>
                </a:cubicBezTo>
                <a:cubicBezTo>
                  <a:pt x="112" y="302"/>
                  <a:pt x="116" y="305"/>
                  <a:pt x="120" y="305"/>
                </a:cubicBezTo>
                <a:moveTo>
                  <a:pt x="120" y="273"/>
                </a:moveTo>
                <a:cubicBezTo>
                  <a:pt x="200" y="273"/>
                  <a:pt x="200" y="273"/>
                  <a:pt x="200" y="273"/>
                </a:cubicBezTo>
                <a:cubicBezTo>
                  <a:pt x="205" y="273"/>
                  <a:pt x="208" y="270"/>
                  <a:pt x="208" y="265"/>
                </a:cubicBezTo>
                <a:cubicBezTo>
                  <a:pt x="208" y="261"/>
                  <a:pt x="205" y="257"/>
                  <a:pt x="200" y="257"/>
                </a:cubicBezTo>
                <a:cubicBezTo>
                  <a:pt x="120" y="257"/>
                  <a:pt x="120" y="257"/>
                  <a:pt x="120" y="257"/>
                </a:cubicBezTo>
                <a:cubicBezTo>
                  <a:pt x="116" y="257"/>
                  <a:pt x="112" y="261"/>
                  <a:pt x="112" y="265"/>
                </a:cubicBezTo>
                <a:cubicBezTo>
                  <a:pt x="112" y="270"/>
                  <a:pt x="116" y="273"/>
                  <a:pt x="120" y="273"/>
                </a:cubicBezTo>
                <a:moveTo>
                  <a:pt x="240" y="145"/>
                </a:moveTo>
                <a:cubicBezTo>
                  <a:pt x="232" y="145"/>
                  <a:pt x="224" y="152"/>
                  <a:pt x="224" y="161"/>
                </a:cubicBezTo>
                <a:cubicBezTo>
                  <a:pt x="224" y="170"/>
                  <a:pt x="232" y="177"/>
                  <a:pt x="240" y="177"/>
                </a:cubicBezTo>
                <a:cubicBezTo>
                  <a:pt x="249" y="177"/>
                  <a:pt x="256" y="170"/>
                  <a:pt x="256" y="161"/>
                </a:cubicBezTo>
                <a:cubicBezTo>
                  <a:pt x="256" y="152"/>
                  <a:pt x="249" y="145"/>
                  <a:pt x="240" y="145"/>
                </a:cubicBezTo>
                <a:moveTo>
                  <a:pt x="289" y="145"/>
                </a:moveTo>
                <a:cubicBezTo>
                  <a:pt x="280" y="145"/>
                  <a:pt x="273" y="152"/>
                  <a:pt x="273" y="161"/>
                </a:cubicBezTo>
                <a:cubicBezTo>
                  <a:pt x="273" y="170"/>
                  <a:pt x="280" y="177"/>
                  <a:pt x="289" y="177"/>
                </a:cubicBezTo>
                <a:cubicBezTo>
                  <a:pt x="297" y="177"/>
                  <a:pt x="305" y="170"/>
                  <a:pt x="305" y="161"/>
                </a:cubicBezTo>
                <a:cubicBezTo>
                  <a:pt x="305" y="152"/>
                  <a:pt x="297" y="145"/>
                  <a:pt x="289" y="145"/>
                </a:cubicBezTo>
                <a:moveTo>
                  <a:pt x="305" y="97"/>
                </a:moveTo>
                <a:cubicBezTo>
                  <a:pt x="289" y="97"/>
                  <a:pt x="289" y="97"/>
                  <a:pt x="289" y="97"/>
                </a:cubicBezTo>
                <a:cubicBezTo>
                  <a:pt x="289" y="16"/>
                  <a:pt x="289" y="16"/>
                  <a:pt x="289" y="16"/>
                </a:cubicBezTo>
                <a:cubicBezTo>
                  <a:pt x="289" y="8"/>
                  <a:pt x="281" y="0"/>
                  <a:pt x="273" y="0"/>
                </a:cubicBezTo>
                <a:cubicBezTo>
                  <a:pt x="80" y="0"/>
                  <a:pt x="80" y="0"/>
                  <a:pt x="80" y="0"/>
                </a:cubicBezTo>
                <a:cubicBezTo>
                  <a:pt x="71" y="0"/>
                  <a:pt x="64" y="8"/>
                  <a:pt x="64" y="16"/>
                </a:cubicBezTo>
                <a:cubicBezTo>
                  <a:pt x="64" y="97"/>
                  <a:pt x="64" y="97"/>
                  <a:pt x="64" y="97"/>
                </a:cubicBezTo>
                <a:cubicBezTo>
                  <a:pt x="48" y="97"/>
                  <a:pt x="48" y="97"/>
                  <a:pt x="48" y="97"/>
                </a:cubicBezTo>
                <a:cubicBezTo>
                  <a:pt x="21" y="97"/>
                  <a:pt x="0" y="118"/>
                  <a:pt x="0" y="145"/>
                </a:cubicBezTo>
                <a:cubicBezTo>
                  <a:pt x="0" y="273"/>
                  <a:pt x="0" y="273"/>
                  <a:pt x="0" y="273"/>
                </a:cubicBezTo>
                <a:cubicBezTo>
                  <a:pt x="0" y="300"/>
                  <a:pt x="21" y="322"/>
                  <a:pt x="48" y="322"/>
                </a:cubicBezTo>
                <a:cubicBezTo>
                  <a:pt x="64" y="322"/>
                  <a:pt x="64" y="322"/>
                  <a:pt x="64" y="322"/>
                </a:cubicBezTo>
                <a:cubicBezTo>
                  <a:pt x="64" y="338"/>
                  <a:pt x="64" y="338"/>
                  <a:pt x="64" y="338"/>
                </a:cubicBezTo>
                <a:cubicBezTo>
                  <a:pt x="64" y="346"/>
                  <a:pt x="71" y="354"/>
                  <a:pt x="80" y="354"/>
                </a:cubicBezTo>
                <a:cubicBezTo>
                  <a:pt x="273" y="354"/>
                  <a:pt x="273" y="354"/>
                  <a:pt x="273" y="354"/>
                </a:cubicBezTo>
                <a:cubicBezTo>
                  <a:pt x="281" y="354"/>
                  <a:pt x="289" y="346"/>
                  <a:pt x="289" y="338"/>
                </a:cubicBezTo>
                <a:cubicBezTo>
                  <a:pt x="289" y="322"/>
                  <a:pt x="289" y="322"/>
                  <a:pt x="289" y="322"/>
                </a:cubicBezTo>
                <a:cubicBezTo>
                  <a:pt x="305" y="322"/>
                  <a:pt x="305" y="322"/>
                  <a:pt x="305" y="322"/>
                </a:cubicBezTo>
                <a:cubicBezTo>
                  <a:pt x="331" y="322"/>
                  <a:pt x="353" y="300"/>
                  <a:pt x="353" y="273"/>
                </a:cubicBezTo>
                <a:cubicBezTo>
                  <a:pt x="353" y="145"/>
                  <a:pt x="353" y="145"/>
                  <a:pt x="353" y="145"/>
                </a:cubicBezTo>
                <a:cubicBezTo>
                  <a:pt x="353" y="118"/>
                  <a:pt x="331" y="97"/>
                  <a:pt x="305" y="97"/>
                </a:cubicBezTo>
                <a:moveTo>
                  <a:pt x="80" y="16"/>
                </a:moveTo>
                <a:cubicBezTo>
                  <a:pt x="273" y="16"/>
                  <a:pt x="273" y="16"/>
                  <a:pt x="273" y="16"/>
                </a:cubicBezTo>
                <a:cubicBezTo>
                  <a:pt x="273" y="97"/>
                  <a:pt x="273" y="97"/>
                  <a:pt x="273" y="97"/>
                </a:cubicBezTo>
                <a:cubicBezTo>
                  <a:pt x="80" y="97"/>
                  <a:pt x="80" y="97"/>
                  <a:pt x="80" y="97"/>
                </a:cubicBezTo>
                <a:lnTo>
                  <a:pt x="80" y="16"/>
                </a:lnTo>
                <a:close/>
                <a:moveTo>
                  <a:pt x="273" y="338"/>
                </a:moveTo>
                <a:cubicBezTo>
                  <a:pt x="80" y="338"/>
                  <a:pt x="80" y="338"/>
                  <a:pt x="80" y="338"/>
                </a:cubicBezTo>
                <a:cubicBezTo>
                  <a:pt x="80" y="241"/>
                  <a:pt x="80" y="241"/>
                  <a:pt x="80" y="241"/>
                </a:cubicBezTo>
                <a:cubicBezTo>
                  <a:pt x="273" y="241"/>
                  <a:pt x="273" y="241"/>
                  <a:pt x="273" y="241"/>
                </a:cubicBezTo>
                <a:lnTo>
                  <a:pt x="273" y="338"/>
                </a:lnTo>
                <a:close/>
                <a:moveTo>
                  <a:pt x="337" y="273"/>
                </a:moveTo>
                <a:cubicBezTo>
                  <a:pt x="337" y="291"/>
                  <a:pt x="322" y="305"/>
                  <a:pt x="305" y="305"/>
                </a:cubicBezTo>
                <a:cubicBezTo>
                  <a:pt x="289" y="305"/>
                  <a:pt x="289" y="305"/>
                  <a:pt x="289" y="305"/>
                </a:cubicBezTo>
                <a:cubicBezTo>
                  <a:pt x="289" y="241"/>
                  <a:pt x="289" y="241"/>
                  <a:pt x="289" y="241"/>
                </a:cubicBezTo>
                <a:cubicBezTo>
                  <a:pt x="289" y="232"/>
                  <a:pt x="281" y="225"/>
                  <a:pt x="273" y="225"/>
                </a:cubicBezTo>
                <a:cubicBezTo>
                  <a:pt x="80" y="225"/>
                  <a:pt x="80" y="225"/>
                  <a:pt x="80" y="225"/>
                </a:cubicBezTo>
                <a:cubicBezTo>
                  <a:pt x="71" y="225"/>
                  <a:pt x="64" y="232"/>
                  <a:pt x="64" y="241"/>
                </a:cubicBezTo>
                <a:cubicBezTo>
                  <a:pt x="64" y="305"/>
                  <a:pt x="64" y="305"/>
                  <a:pt x="64" y="305"/>
                </a:cubicBezTo>
                <a:cubicBezTo>
                  <a:pt x="48" y="305"/>
                  <a:pt x="48" y="305"/>
                  <a:pt x="48" y="305"/>
                </a:cubicBezTo>
                <a:cubicBezTo>
                  <a:pt x="30" y="305"/>
                  <a:pt x="16" y="291"/>
                  <a:pt x="16" y="273"/>
                </a:cubicBezTo>
                <a:cubicBezTo>
                  <a:pt x="16" y="145"/>
                  <a:pt x="16" y="145"/>
                  <a:pt x="16" y="145"/>
                </a:cubicBezTo>
                <a:cubicBezTo>
                  <a:pt x="16" y="127"/>
                  <a:pt x="30" y="113"/>
                  <a:pt x="48" y="113"/>
                </a:cubicBezTo>
                <a:cubicBezTo>
                  <a:pt x="305" y="113"/>
                  <a:pt x="305" y="113"/>
                  <a:pt x="305" y="113"/>
                </a:cubicBezTo>
                <a:cubicBezTo>
                  <a:pt x="322" y="113"/>
                  <a:pt x="337" y="127"/>
                  <a:pt x="337" y="145"/>
                </a:cubicBezTo>
                <a:lnTo>
                  <a:pt x="337" y="27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1" name="Freeform 11"/>
          <p:cNvSpPr>
            <a:spLocks noEditPoints="1"/>
          </p:cNvSpPr>
          <p:nvPr/>
        </p:nvSpPr>
        <p:spPr bwMode="auto">
          <a:xfrm>
            <a:off x="7550151" y="908051"/>
            <a:ext cx="423333" cy="586317"/>
          </a:xfrm>
          <a:custGeom>
            <a:avLst/>
            <a:gdLst>
              <a:gd name="T0" fmla="*/ 88 w 258"/>
              <a:gd name="T1" fmla="*/ 306 h 355"/>
              <a:gd name="T2" fmla="*/ 104 w 258"/>
              <a:gd name="T3" fmla="*/ 290 h 355"/>
              <a:gd name="T4" fmla="*/ 88 w 258"/>
              <a:gd name="T5" fmla="*/ 274 h 355"/>
              <a:gd name="T6" fmla="*/ 72 w 258"/>
              <a:gd name="T7" fmla="*/ 290 h 355"/>
              <a:gd name="T8" fmla="*/ 88 w 258"/>
              <a:gd name="T9" fmla="*/ 306 h 355"/>
              <a:gd name="T10" fmla="*/ 253 w 258"/>
              <a:gd name="T11" fmla="*/ 2 h 355"/>
              <a:gd name="T12" fmla="*/ 242 w 258"/>
              <a:gd name="T13" fmla="*/ 6 h 355"/>
              <a:gd name="T14" fmla="*/ 156 w 258"/>
              <a:gd name="T15" fmla="*/ 34 h 355"/>
              <a:gd name="T16" fmla="*/ 103 w 258"/>
              <a:gd name="T17" fmla="*/ 32 h 355"/>
              <a:gd name="T18" fmla="*/ 81 w 258"/>
              <a:gd name="T19" fmla="*/ 66 h 355"/>
              <a:gd name="T20" fmla="*/ 0 w 258"/>
              <a:gd name="T21" fmla="*/ 154 h 355"/>
              <a:gd name="T22" fmla="*/ 0 w 258"/>
              <a:gd name="T23" fmla="*/ 266 h 355"/>
              <a:gd name="T24" fmla="*/ 88 w 258"/>
              <a:gd name="T25" fmla="*/ 355 h 355"/>
              <a:gd name="T26" fmla="*/ 177 w 258"/>
              <a:gd name="T27" fmla="*/ 266 h 355"/>
              <a:gd name="T28" fmla="*/ 177 w 258"/>
              <a:gd name="T29" fmla="*/ 154 h 355"/>
              <a:gd name="T30" fmla="*/ 97 w 258"/>
              <a:gd name="T31" fmla="*/ 66 h 355"/>
              <a:gd name="T32" fmla="*/ 112 w 258"/>
              <a:gd name="T33" fmla="*/ 46 h 355"/>
              <a:gd name="T34" fmla="*/ 149 w 258"/>
              <a:gd name="T35" fmla="*/ 49 h 355"/>
              <a:gd name="T36" fmla="*/ 214 w 258"/>
              <a:gd name="T37" fmla="*/ 54 h 355"/>
              <a:gd name="T38" fmla="*/ 256 w 258"/>
              <a:gd name="T39" fmla="*/ 13 h 355"/>
              <a:gd name="T40" fmla="*/ 253 w 258"/>
              <a:gd name="T41" fmla="*/ 2 h 355"/>
              <a:gd name="T42" fmla="*/ 161 w 258"/>
              <a:gd name="T43" fmla="*/ 266 h 355"/>
              <a:gd name="T44" fmla="*/ 88 w 258"/>
              <a:gd name="T45" fmla="*/ 339 h 355"/>
              <a:gd name="T46" fmla="*/ 16 w 258"/>
              <a:gd name="T47" fmla="*/ 266 h 355"/>
              <a:gd name="T48" fmla="*/ 16 w 258"/>
              <a:gd name="T49" fmla="*/ 178 h 355"/>
              <a:gd name="T50" fmla="*/ 161 w 258"/>
              <a:gd name="T51" fmla="*/ 178 h 355"/>
              <a:gd name="T52" fmla="*/ 161 w 258"/>
              <a:gd name="T53" fmla="*/ 266 h 355"/>
              <a:gd name="T54" fmla="*/ 161 w 258"/>
              <a:gd name="T55" fmla="*/ 154 h 355"/>
              <a:gd name="T56" fmla="*/ 161 w 258"/>
              <a:gd name="T57" fmla="*/ 162 h 355"/>
              <a:gd name="T58" fmla="*/ 16 w 258"/>
              <a:gd name="T59" fmla="*/ 162 h 355"/>
              <a:gd name="T60" fmla="*/ 16 w 258"/>
              <a:gd name="T61" fmla="*/ 154 h 355"/>
              <a:gd name="T62" fmla="*/ 80 w 258"/>
              <a:gd name="T63" fmla="*/ 82 h 355"/>
              <a:gd name="T64" fmla="*/ 80 w 258"/>
              <a:gd name="T65" fmla="*/ 162 h 355"/>
              <a:gd name="T66" fmla="*/ 96 w 258"/>
              <a:gd name="T67" fmla="*/ 162 h 355"/>
              <a:gd name="T68" fmla="*/ 96 w 258"/>
              <a:gd name="T69" fmla="*/ 82 h 355"/>
              <a:gd name="T70" fmla="*/ 161 w 258"/>
              <a:gd name="T71" fmla="*/ 154 h 3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258" h="355">
                <a:moveTo>
                  <a:pt x="88" y="306"/>
                </a:moveTo>
                <a:cubicBezTo>
                  <a:pt x="97" y="306"/>
                  <a:pt x="104" y="299"/>
                  <a:pt x="104" y="290"/>
                </a:cubicBezTo>
                <a:cubicBezTo>
                  <a:pt x="104" y="282"/>
                  <a:pt x="97" y="274"/>
                  <a:pt x="88" y="274"/>
                </a:cubicBezTo>
                <a:cubicBezTo>
                  <a:pt x="79" y="274"/>
                  <a:pt x="72" y="282"/>
                  <a:pt x="72" y="290"/>
                </a:cubicBezTo>
                <a:cubicBezTo>
                  <a:pt x="72" y="299"/>
                  <a:pt x="79" y="306"/>
                  <a:pt x="88" y="306"/>
                </a:cubicBezTo>
                <a:moveTo>
                  <a:pt x="253" y="2"/>
                </a:moveTo>
                <a:cubicBezTo>
                  <a:pt x="249" y="0"/>
                  <a:pt x="244" y="2"/>
                  <a:pt x="242" y="6"/>
                </a:cubicBezTo>
                <a:cubicBezTo>
                  <a:pt x="224" y="33"/>
                  <a:pt x="200" y="59"/>
                  <a:pt x="156" y="34"/>
                </a:cubicBezTo>
                <a:cubicBezTo>
                  <a:pt x="131" y="20"/>
                  <a:pt x="115" y="25"/>
                  <a:pt x="103" y="32"/>
                </a:cubicBezTo>
                <a:cubicBezTo>
                  <a:pt x="91" y="39"/>
                  <a:pt x="83" y="52"/>
                  <a:pt x="81" y="66"/>
                </a:cubicBezTo>
                <a:cubicBezTo>
                  <a:pt x="36" y="70"/>
                  <a:pt x="0" y="108"/>
                  <a:pt x="0" y="154"/>
                </a:cubicBezTo>
                <a:cubicBezTo>
                  <a:pt x="0" y="266"/>
                  <a:pt x="0" y="266"/>
                  <a:pt x="0" y="266"/>
                </a:cubicBezTo>
                <a:cubicBezTo>
                  <a:pt x="0" y="315"/>
                  <a:pt x="40" y="355"/>
                  <a:pt x="88" y="355"/>
                </a:cubicBezTo>
                <a:cubicBezTo>
                  <a:pt x="137" y="355"/>
                  <a:pt x="177" y="315"/>
                  <a:pt x="177" y="266"/>
                </a:cubicBezTo>
                <a:cubicBezTo>
                  <a:pt x="177" y="154"/>
                  <a:pt x="177" y="154"/>
                  <a:pt x="177" y="154"/>
                </a:cubicBezTo>
                <a:cubicBezTo>
                  <a:pt x="177" y="108"/>
                  <a:pt x="142" y="71"/>
                  <a:pt x="97" y="66"/>
                </a:cubicBezTo>
                <a:cubicBezTo>
                  <a:pt x="99" y="59"/>
                  <a:pt x="104" y="51"/>
                  <a:pt x="112" y="46"/>
                </a:cubicBezTo>
                <a:cubicBezTo>
                  <a:pt x="123" y="39"/>
                  <a:pt x="131" y="40"/>
                  <a:pt x="149" y="49"/>
                </a:cubicBezTo>
                <a:cubicBezTo>
                  <a:pt x="179" y="64"/>
                  <a:pt x="199" y="60"/>
                  <a:pt x="214" y="54"/>
                </a:cubicBezTo>
                <a:cubicBezTo>
                  <a:pt x="233" y="47"/>
                  <a:pt x="247" y="32"/>
                  <a:pt x="256" y="13"/>
                </a:cubicBezTo>
                <a:cubicBezTo>
                  <a:pt x="258" y="9"/>
                  <a:pt x="256" y="4"/>
                  <a:pt x="253" y="2"/>
                </a:cubicBezTo>
                <a:moveTo>
                  <a:pt x="161" y="266"/>
                </a:moveTo>
                <a:cubicBezTo>
                  <a:pt x="161" y="306"/>
                  <a:pt x="128" y="339"/>
                  <a:pt x="88" y="339"/>
                </a:cubicBezTo>
                <a:cubicBezTo>
                  <a:pt x="48" y="339"/>
                  <a:pt x="16" y="306"/>
                  <a:pt x="16" y="266"/>
                </a:cubicBezTo>
                <a:cubicBezTo>
                  <a:pt x="16" y="178"/>
                  <a:pt x="16" y="178"/>
                  <a:pt x="16" y="178"/>
                </a:cubicBezTo>
                <a:cubicBezTo>
                  <a:pt x="161" y="178"/>
                  <a:pt x="161" y="178"/>
                  <a:pt x="161" y="178"/>
                </a:cubicBezTo>
                <a:lnTo>
                  <a:pt x="161" y="266"/>
                </a:lnTo>
                <a:close/>
                <a:moveTo>
                  <a:pt x="161" y="154"/>
                </a:moveTo>
                <a:cubicBezTo>
                  <a:pt x="161" y="162"/>
                  <a:pt x="161" y="162"/>
                  <a:pt x="161" y="162"/>
                </a:cubicBezTo>
                <a:cubicBezTo>
                  <a:pt x="16" y="162"/>
                  <a:pt x="16" y="162"/>
                  <a:pt x="16" y="162"/>
                </a:cubicBezTo>
                <a:cubicBezTo>
                  <a:pt x="16" y="154"/>
                  <a:pt x="16" y="154"/>
                  <a:pt x="16" y="154"/>
                </a:cubicBezTo>
                <a:cubicBezTo>
                  <a:pt x="16" y="117"/>
                  <a:pt x="44" y="86"/>
                  <a:pt x="80" y="82"/>
                </a:cubicBezTo>
                <a:cubicBezTo>
                  <a:pt x="80" y="162"/>
                  <a:pt x="80" y="162"/>
                  <a:pt x="80" y="162"/>
                </a:cubicBezTo>
                <a:cubicBezTo>
                  <a:pt x="96" y="162"/>
                  <a:pt x="96" y="162"/>
                  <a:pt x="96" y="162"/>
                </a:cubicBezTo>
                <a:cubicBezTo>
                  <a:pt x="96" y="82"/>
                  <a:pt x="96" y="82"/>
                  <a:pt x="96" y="82"/>
                </a:cubicBezTo>
                <a:cubicBezTo>
                  <a:pt x="133" y="86"/>
                  <a:pt x="161" y="117"/>
                  <a:pt x="161" y="154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2" name="Freeform 12"/>
          <p:cNvSpPr>
            <a:spLocks noEditPoints="1"/>
          </p:cNvSpPr>
          <p:nvPr/>
        </p:nvSpPr>
        <p:spPr bwMode="auto">
          <a:xfrm>
            <a:off x="8578851" y="908051"/>
            <a:ext cx="582084" cy="586317"/>
          </a:xfrm>
          <a:custGeom>
            <a:avLst/>
            <a:gdLst>
              <a:gd name="T0" fmla="*/ 169 w 353"/>
              <a:gd name="T1" fmla="*/ 266 h 355"/>
              <a:gd name="T2" fmla="*/ 185 w 353"/>
              <a:gd name="T3" fmla="*/ 282 h 355"/>
              <a:gd name="T4" fmla="*/ 185 w 353"/>
              <a:gd name="T5" fmla="*/ 266 h 355"/>
              <a:gd name="T6" fmla="*/ 137 w 353"/>
              <a:gd name="T7" fmla="*/ 202 h 355"/>
              <a:gd name="T8" fmla="*/ 153 w 353"/>
              <a:gd name="T9" fmla="*/ 202 h 355"/>
              <a:gd name="T10" fmla="*/ 169 w 353"/>
              <a:gd name="T11" fmla="*/ 250 h 355"/>
              <a:gd name="T12" fmla="*/ 153 w 353"/>
              <a:gd name="T13" fmla="*/ 234 h 355"/>
              <a:gd name="T14" fmla="*/ 153 w 353"/>
              <a:gd name="T15" fmla="*/ 250 h 355"/>
              <a:gd name="T16" fmla="*/ 105 w 353"/>
              <a:gd name="T17" fmla="*/ 202 h 355"/>
              <a:gd name="T18" fmla="*/ 121 w 353"/>
              <a:gd name="T19" fmla="*/ 202 h 355"/>
              <a:gd name="T20" fmla="*/ 105 w 353"/>
              <a:gd name="T21" fmla="*/ 250 h 355"/>
              <a:gd name="T22" fmla="*/ 121 w 353"/>
              <a:gd name="T23" fmla="*/ 282 h 355"/>
              <a:gd name="T24" fmla="*/ 121 w 353"/>
              <a:gd name="T25" fmla="*/ 266 h 355"/>
              <a:gd name="T26" fmla="*/ 72 w 353"/>
              <a:gd name="T27" fmla="*/ 202 h 355"/>
              <a:gd name="T28" fmla="*/ 89 w 353"/>
              <a:gd name="T29" fmla="*/ 202 h 355"/>
              <a:gd name="T30" fmla="*/ 169 w 353"/>
              <a:gd name="T31" fmla="*/ 218 h 355"/>
              <a:gd name="T32" fmla="*/ 281 w 353"/>
              <a:gd name="T33" fmla="*/ 202 h 355"/>
              <a:gd name="T34" fmla="*/ 281 w 353"/>
              <a:gd name="T35" fmla="*/ 218 h 355"/>
              <a:gd name="T36" fmla="*/ 233 w 353"/>
              <a:gd name="T37" fmla="*/ 202 h 355"/>
              <a:gd name="T38" fmla="*/ 249 w 353"/>
              <a:gd name="T39" fmla="*/ 202 h 355"/>
              <a:gd name="T40" fmla="*/ 265 w 353"/>
              <a:gd name="T41" fmla="*/ 250 h 355"/>
              <a:gd name="T42" fmla="*/ 249 w 353"/>
              <a:gd name="T43" fmla="*/ 234 h 355"/>
              <a:gd name="T44" fmla="*/ 249 w 353"/>
              <a:gd name="T45" fmla="*/ 250 h 355"/>
              <a:gd name="T46" fmla="*/ 201 w 353"/>
              <a:gd name="T47" fmla="*/ 234 h 355"/>
              <a:gd name="T48" fmla="*/ 217 w 353"/>
              <a:gd name="T49" fmla="*/ 234 h 355"/>
              <a:gd name="T50" fmla="*/ 201 w 353"/>
              <a:gd name="T51" fmla="*/ 218 h 355"/>
              <a:gd name="T52" fmla="*/ 297 w 353"/>
              <a:gd name="T53" fmla="*/ 218 h 355"/>
              <a:gd name="T54" fmla="*/ 297 w 353"/>
              <a:gd name="T55" fmla="*/ 202 h 355"/>
              <a:gd name="T56" fmla="*/ 249 w 353"/>
              <a:gd name="T57" fmla="*/ 266 h 355"/>
              <a:gd name="T58" fmla="*/ 265 w 353"/>
              <a:gd name="T59" fmla="*/ 266 h 355"/>
              <a:gd name="T60" fmla="*/ 313 w 353"/>
              <a:gd name="T61" fmla="*/ 298 h 355"/>
              <a:gd name="T62" fmla="*/ 265 w 353"/>
              <a:gd name="T63" fmla="*/ 314 h 355"/>
              <a:gd name="T64" fmla="*/ 265 w 353"/>
              <a:gd name="T65" fmla="*/ 298 h 355"/>
              <a:gd name="T66" fmla="*/ 249 w 353"/>
              <a:gd name="T67" fmla="*/ 314 h 355"/>
              <a:gd name="T68" fmla="*/ 233 w 353"/>
              <a:gd name="T69" fmla="*/ 314 h 355"/>
              <a:gd name="T70" fmla="*/ 313 w 353"/>
              <a:gd name="T71" fmla="*/ 266 h 355"/>
              <a:gd name="T72" fmla="*/ 321 w 353"/>
              <a:gd name="T73" fmla="*/ 162 h 355"/>
              <a:gd name="T74" fmla="*/ 212 w 353"/>
              <a:gd name="T75" fmla="*/ 113 h 355"/>
              <a:gd name="T76" fmla="*/ 258 w 353"/>
              <a:gd name="T77" fmla="*/ 1 h 355"/>
              <a:gd name="T78" fmla="*/ 162 w 353"/>
              <a:gd name="T79" fmla="*/ 139 h 355"/>
              <a:gd name="T80" fmla="*/ 0 w 353"/>
              <a:gd name="T81" fmla="*/ 194 h 355"/>
              <a:gd name="T82" fmla="*/ 321 w 353"/>
              <a:gd name="T83" fmla="*/ 355 h 355"/>
              <a:gd name="T84" fmla="*/ 321 w 353"/>
              <a:gd name="T85" fmla="*/ 162 h 355"/>
              <a:gd name="T86" fmla="*/ 32 w 353"/>
              <a:gd name="T87" fmla="*/ 339 h 355"/>
              <a:gd name="T88" fmla="*/ 32 w 353"/>
              <a:gd name="T89" fmla="*/ 178 h 355"/>
              <a:gd name="T90" fmla="*/ 337 w 353"/>
              <a:gd name="T91" fmla="*/ 323 h 355"/>
              <a:gd name="T92" fmla="*/ 217 w 353"/>
              <a:gd name="T93" fmla="*/ 282 h 355"/>
              <a:gd name="T94" fmla="*/ 89 w 353"/>
              <a:gd name="T95" fmla="*/ 234 h 355"/>
              <a:gd name="T96" fmla="*/ 89 w 353"/>
              <a:gd name="T97" fmla="*/ 250 h 355"/>
              <a:gd name="T98" fmla="*/ 313 w 353"/>
              <a:gd name="T99" fmla="*/ 250 h 355"/>
              <a:gd name="T100" fmla="*/ 297 w 353"/>
              <a:gd name="T101" fmla="*/ 250 h 355"/>
              <a:gd name="T102" fmla="*/ 217 w 353"/>
              <a:gd name="T103" fmla="*/ 298 h 355"/>
              <a:gd name="T104" fmla="*/ 56 w 353"/>
              <a:gd name="T105" fmla="*/ 234 h 355"/>
              <a:gd name="T106" fmla="*/ 56 w 353"/>
              <a:gd name="T107" fmla="*/ 250 h 355"/>
              <a:gd name="T108" fmla="*/ 40 w 353"/>
              <a:gd name="T109" fmla="*/ 202 h 355"/>
              <a:gd name="T110" fmla="*/ 56 w 353"/>
              <a:gd name="T111" fmla="*/ 202 h 355"/>
              <a:gd name="T112" fmla="*/ 40 w 353"/>
              <a:gd name="T113" fmla="*/ 282 h 355"/>
              <a:gd name="T114" fmla="*/ 40 w 353"/>
              <a:gd name="T115" fmla="*/ 314 h 355"/>
              <a:gd name="T116" fmla="*/ 40 w 353"/>
              <a:gd name="T117" fmla="*/ 298 h 355"/>
              <a:gd name="T118" fmla="*/ 89 w 353"/>
              <a:gd name="T119" fmla="*/ 266 h 355"/>
              <a:gd name="T120" fmla="*/ 105 w 353"/>
              <a:gd name="T121" fmla="*/ 266 h 355"/>
              <a:gd name="T122" fmla="*/ 89 w 353"/>
              <a:gd name="T123" fmla="*/ 298 h 3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353" h="355">
                <a:moveTo>
                  <a:pt x="153" y="282"/>
                </a:moveTo>
                <a:cubicBezTo>
                  <a:pt x="169" y="282"/>
                  <a:pt x="169" y="282"/>
                  <a:pt x="169" y="282"/>
                </a:cubicBezTo>
                <a:cubicBezTo>
                  <a:pt x="169" y="266"/>
                  <a:pt x="169" y="266"/>
                  <a:pt x="169" y="266"/>
                </a:cubicBezTo>
                <a:cubicBezTo>
                  <a:pt x="153" y="266"/>
                  <a:pt x="153" y="266"/>
                  <a:pt x="153" y="266"/>
                </a:cubicBezTo>
                <a:lnTo>
                  <a:pt x="153" y="282"/>
                </a:lnTo>
                <a:close/>
                <a:moveTo>
                  <a:pt x="185" y="282"/>
                </a:moveTo>
                <a:cubicBezTo>
                  <a:pt x="201" y="282"/>
                  <a:pt x="201" y="282"/>
                  <a:pt x="201" y="282"/>
                </a:cubicBezTo>
                <a:cubicBezTo>
                  <a:pt x="201" y="266"/>
                  <a:pt x="201" y="266"/>
                  <a:pt x="201" y="266"/>
                </a:cubicBezTo>
                <a:cubicBezTo>
                  <a:pt x="185" y="266"/>
                  <a:pt x="185" y="266"/>
                  <a:pt x="185" y="266"/>
                </a:cubicBezTo>
                <a:lnTo>
                  <a:pt x="185" y="282"/>
                </a:lnTo>
                <a:close/>
                <a:moveTo>
                  <a:pt x="153" y="202"/>
                </a:moveTo>
                <a:cubicBezTo>
                  <a:pt x="137" y="202"/>
                  <a:pt x="137" y="202"/>
                  <a:pt x="137" y="202"/>
                </a:cubicBezTo>
                <a:cubicBezTo>
                  <a:pt x="137" y="218"/>
                  <a:pt x="137" y="218"/>
                  <a:pt x="137" y="218"/>
                </a:cubicBezTo>
                <a:cubicBezTo>
                  <a:pt x="153" y="218"/>
                  <a:pt x="153" y="218"/>
                  <a:pt x="153" y="218"/>
                </a:cubicBezTo>
                <a:lnTo>
                  <a:pt x="153" y="202"/>
                </a:lnTo>
                <a:close/>
                <a:moveTo>
                  <a:pt x="185" y="234"/>
                </a:moveTo>
                <a:cubicBezTo>
                  <a:pt x="169" y="234"/>
                  <a:pt x="169" y="234"/>
                  <a:pt x="169" y="234"/>
                </a:cubicBezTo>
                <a:cubicBezTo>
                  <a:pt x="169" y="250"/>
                  <a:pt x="169" y="250"/>
                  <a:pt x="169" y="250"/>
                </a:cubicBezTo>
                <a:cubicBezTo>
                  <a:pt x="185" y="250"/>
                  <a:pt x="185" y="250"/>
                  <a:pt x="185" y="250"/>
                </a:cubicBezTo>
                <a:lnTo>
                  <a:pt x="185" y="234"/>
                </a:lnTo>
                <a:close/>
                <a:moveTo>
                  <a:pt x="153" y="234"/>
                </a:moveTo>
                <a:cubicBezTo>
                  <a:pt x="137" y="234"/>
                  <a:pt x="137" y="234"/>
                  <a:pt x="137" y="234"/>
                </a:cubicBezTo>
                <a:cubicBezTo>
                  <a:pt x="137" y="250"/>
                  <a:pt x="137" y="250"/>
                  <a:pt x="137" y="250"/>
                </a:cubicBezTo>
                <a:cubicBezTo>
                  <a:pt x="153" y="250"/>
                  <a:pt x="153" y="250"/>
                  <a:pt x="153" y="250"/>
                </a:cubicBezTo>
                <a:lnTo>
                  <a:pt x="153" y="234"/>
                </a:lnTo>
                <a:close/>
                <a:moveTo>
                  <a:pt x="121" y="202"/>
                </a:moveTo>
                <a:cubicBezTo>
                  <a:pt x="105" y="202"/>
                  <a:pt x="105" y="202"/>
                  <a:pt x="105" y="202"/>
                </a:cubicBezTo>
                <a:cubicBezTo>
                  <a:pt x="105" y="218"/>
                  <a:pt x="105" y="218"/>
                  <a:pt x="105" y="218"/>
                </a:cubicBezTo>
                <a:cubicBezTo>
                  <a:pt x="121" y="218"/>
                  <a:pt x="121" y="218"/>
                  <a:pt x="121" y="218"/>
                </a:cubicBezTo>
                <a:lnTo>
                  <a:pt x="121" y="202"/>
                </a:lnTo>
                <a:close/>
                <a:moveTo>
                  <a:pt x="121" y="234"/>
                </a:moveTo>
                <a:cubicBezTo>
                  <a:pt x="105" y="234"/>
                  <a:pt x="105" y="234"/>
                  <a:pt x="105" y="234"/>
                </a:cubicBezTo>
                <a:cubicBezTo>
                  <a:pt x="105" y="250"/>
                  <a:pt x="105" y="250"/>
                  <a:pt x="105" y="250"/>
                </a:cubicBezTo>
                <a:cubicBezTo>
                  <a:pt x="121" y="250"/>
                  <a:pt x="121" y="250"/>
                  <a:pt x="121" y="250"/>
                </a:cubicBezTo>
                <a:lnTo>
                  <a:pt x="121" y="234"/>
                </a:lnTo>
                <a:close/>
                <a:moveTo>
                  <a:pt x="121" y="282"/>
                </a:moveTo>
                <a:cubicBezTo>
                  <a:pt x="137" y="282"/>
                  <a:pt x="137" y="282"/>
                  <a:pt x="137" y="282"/>
                </a:cubicBezTo>
                <a:cubicBezTo>
                  <a:pt x="137" y="266"/>
                  <a:pt x="137" y="266"/>
                  <a:pt x="137" y="266"/>
                </a:cubicBezTo>
                <a:cubicBezTo>
                  <a:pt x="121" y="266"/>
                  <a:pt x="121" y="266"/>
                  <a:pt x="121" y="266"/>
                </a:cubicBezTo>
                <a:lnTo>
                  <a:pt x="121" y="282"/>
                </a:lnTo>
                <a:close/>
                <a:moveTo>
                  <a:pt x="89" y="202"/>
                </a:moveTo>
                <a:cubicBezTo>
                  <a:pt x="72" y="202"/>
                  <a:pt x="72" y="202"/>
                  <a:pt x="72" y="202"/>
                </a:cubicBezTo>
                <a:cubicBezTo>
                  <a:pt x="72" y="218"/>
                  <a:pt x="72" y="218"/>
                  <a:pt x="72" y="218"/>
                </a:cubicBezTo>
                <a:cubicBezTo>
                  <a:pt x="89" y="218"/>
                  <a:pt x="89" y="218"/>
                  <a:pt x="89" y="218"/>
                </a:cubicBezTo>
                <a:lnTo>
                  <a:pt x="89" y="202"/>
                </a:lnTo>
                <a:close/>
                <a:moveTo>
                  <a:pt x="185" y="202"/>
                </a:moveTo>
                <a:cubicBezTo>
                  <a:pt x="169" y="202"/>
                  <a:pt x="169" y="202"/>
                  <a:pt x="169" y="202"/>
                </a:cubicBezTo>
                <a:cubicBezTo>
                  <a:pt x="169" y="218"/>
                  <a:pt x="169" y="218"/>
                  <a:pt x="169" y="218"/>
                </a:cubicBezTo>
                <a:cubicBezTo>
                  <a:pt x="185" y="218"/>
                  <a:pt x="185" y="218"/>
                  <a:pt x="185" y="218"/>
                </a:cubicBezTo>
                <a:lnTo>
                  <a:pt x="185" y="202"/>
                </a:lnTo>
                <a:close/>
                <a:moveTo>
                  <a:pt x="281" y="202"/>
                </a:moveTo>
                <a:cubicBezTo>
                  <a:pt x="265" y="202"/>
                  <a:pt x="265" y="202"/>
                  <a:pt x="265" y="202"/>
                </a:cubicBezTo>
                <a:cubicBezTo>
                  <a:pt x="265" y="218"/>
                  <a:pt x="265" y="218"/>
                  <a:pt x="265" y="218"/>
                </a:cubicBezTo>
                <a:cubicBezTo>
                  <a:pt x="281" y="218"/>
                  <a:pt x="281" y="218"/>
                  <a:pt x="281" y="218"/>
                </a:cubicBezTo>
                <a:lnTo>
                  <a:pt x="281" y="202"/>
                </a:lnTo>
                <a:close/>
                <a:moveTo>
                  <a:pt x="249" y="202"/>
                </a:moveTo>
                <a:cubicBezTo>
                  <a:pt x="233" y="202"/>
                  <a:pt x="233" y="202"/>
                  <a:pt x="233" y="202"/>
                </a:cubicBezTo>
                <a:cubicBezTo>
                  <a:pt x="233" y="218"/>
                  <a:pt x="233" y="218"/>
                  <a:pt x="233" y="218"/>
                </a:cubicBezTo>
                <a:cubicBezTo>
                  <a:pt x="249" y="218"/>
                  <a:pt x="249" y="218"/>
                  <a:pt x="249" y="218"/>
                </a:cubicBezTo>
                <a:lnTo>
                  <a:pt x="249" y="202"/>
                </a:lnTo>
                <a:close/>
                <a:moveTo>
                  <a:pt x="281" y="234"/>
                </a:moveTo>
                <a:cubicBezTo>
                  <a:pt x="265" y="234"/>
                  <a:pt x="265" y="234"/>
                  <a:pt x="265" y="234"/>
                </a:cubicBezTo>
                <a:cubicBezTo>
                  <a:pt x="265" y="250"/>
                  <a:pt x="265" y="250"/>
                  <a:pt x="265" y="250"/>
                </a:cubicBezTo>
                <a:cubicBezTo>
                  <a:pt x="281" y="250"/>
                  <a:pt x="281" y="250"/>
                  <a:pt x="281" y="250"/>
                </a:cubicBezTo>
                <a:lnTo>
                  <a:pt x="281" y="234"/>
                </a:lnTo>
                <a:close/>
                <a:moveTo>
                  <a:pt x="249" y="234"/>
                </a:moveTo>
                <a:cubicBezTo>
                  <a:pt x="233" y="234"/>
                  <a:pt x="233" y="234"/>
                  <a:pt x="233" y="234"/>
                </a:cubicBezTo>
                <a:cubicBezTo>
                  <a:pt x="233" y="250"/>
                  <a:pt x="233" y="250"/>
                  <a:pt x="233" y="250"/>
                </a:cubicBezTo>
                <a:cubicBezTo>
                  <a:pt x="249" y="250"/>
                  <a:pt x="249" y="250"/>
                  <a:pt x="249" y="250"/>
                </a:cubicBezTo>
                <a:lnTo>
                  <a:pt x="249" y="234"/>
                </a:lnTo>
                <a:close/>
                <a:moveTo>
                  <a:pt x="217" y="234"/>
                </a:moveTo>
                <a:cubicBezTo>
                  <a:pt x="201" y="234"/>
                  <a:pt x="201" y="234"/>
                  <a:pt x="201" y="234"/>
                </a:cubicBezTo>
                <a:cubicBezTo>
                  <a:pt x="201" y="250"/>
                  <a:pt x="201" y="250"/>
                  <a:pt x="201" y="250"/>
                </a:cubicBezTo>
                <a:cubicBezTo>
                  <a:pt x="217" y="250"/>
                  <a:pt x="217" y="250"/>
                  <a:pt x="217" y="250"/>
                </a:cubicBezTo>
                <a:lnTo>
                  <a:pt x="217" y="234"/>
                </a:lnTo>
                <a:close/>
                <a:moveTo>
                  <a:pt x="217" y="202"/>
                </a:moveTo>
                <a:cubicBezTo>
                  <a:pt x="201" y="202"/>
                  <a:pt x="201" y="202"/>
                  <a:pt x="201" y="202"/>
                </a:cubicBezTo>
                <a:cubicBezTo>
                  <a:pt x="201" y="218"/>
                  <a:pt x="201" y="218"/>
                  <a:pt x="201" y="218"/>
                </a:cubicBezTo>
                <a:cubicBezTo>
                  <a:pt x="217" y="218"/>
                  <a:pt x="217" y="218"/>
                  <a:pt x="217" y="218"/>
                </a:cubicBezTo>
                <a:lnTo>
                  <a:pt x="217" y="202"/>
                </a:lnTo>
                <a:close/>
                <a:moveTo>
                  <a:pt x="297" y="218"/>
                </a:moveTo>
                <a:cubicBezTo>
                  <a:pt x="313" y="218"/>
                  <a:pt x="313" y="218"/>
                  <a:pt x="313" y="218"/>
                </a:cubicBezTo>
                <a:cubicBezTo>
                  <a:pt x="313" y="202"/>
                  <a:pt x="313" y="202"/>
                  <a:pt x="313" y="202"/>
                </a:cubicBezTo>
                <a:cubicBezTo>
                  <a:pt x="297" y="202"/>
                  <a:pt x="297" y="202"/>
                  <a:pt x="297" y="202"/>
                </a:cubicBezTo>
                <a:lnTo>
                  <a:pt x="297" y="218"/>
                </a:lnTo>
                <a:close/>
                <a:moveTo>
                  <a:pt x="265" y="266"/>
                </a:moveTo>
                <a:cubicBezTo>
                  <a:pt x="249" y="266"/>
                  <a:pt x="249" y="266"/>
                  <a:pt x="249" y="266"/>
                </a:cubicBezTo>
                <a:cubicBezTo>
                  <a:pt x="249" y="282"/>
                  <a:pt x="249" y="282"/>
                  <a:pt x="249" y="282"/>
                </a:cubicBezTo>
                <a:cubicBezTo>
                  <a:pt x="265" y="282"/>
                  <a:pt x="265" y="282"/>
                  <a:pt x="265" y="282"/>
                </a:cubicBezTo>
                <a:lnTo>
                  <a:pt x="265" y="266"/>
                </a:lnTo>
                <a:close/>
                <a:moveTo>
                  <a:pt x="297" y="314"/>
                </a:moveTo>
                <a:cubicBezTo>
                  <a:pt x="313" y="314"/>
                  <a:pt x="313" y="314"/>
                  <a:pt x="313" y="314"/>
                </a:cubicBezTo>
                <a:cubicBezTo>
                  <a:pt x="313" y="298"/>
                  <a:pt x="313" y="298"/>
                  <a:pt x="313" y="298"/>
                </a:cubicBezTo>
                <a:cubicBezTo>
                  <a:pt x="297" y="298"/>
                  <a:pt x="297" y="298"/>
                  <a:pt x="297" y="298"/>
                </a:cubicBezTo>
                <a:lnTo>
                  <a:pt x="297" y="314"/>
                </a:lnTo>
                <a:close/>
                <a:moveTo>
                  <a:pt x="265" y="314"/>
                </a:moveTo>
                <a:cubicBezTo>
                  <a:pt x="281" y="314"/>
                  <a:pt x="281" y="314"/>
                  <a:pt x="281" y="314"/>
                </a:cubicBezTo>
                <a:cubicBezTo>
                  <a:pt x="281" y="298"/>
                  <a:pt x="281" y="298"/>
                  <a:pt x="281" y="298"/>
                </a:cubicBezTo>
                <a:cubicBezTo>
                  <a:pt x="265" y="298"/>
                  <a:pt x="265" y="298"/>
                  <a:pt x="265" y="298"/>
                </a:cubicBezTo>
                <a:lnTo>
                  <a:pt x="265" y="314"/>
                </a:lnTo>
                <a:close/>
                <a:moveTo>
                  <a:pt x="233" y="314"/>
                </a:moveTo>
                <a:cubicBezTo>
                  <a:pt x="249" y="314"/>
                  <a:pt x="249" y="314"/>
                  <a:pt x="249" y="314"/>
                </a:cubicBezTo>
                <a:cubicBezTo>
                  <a:pt x="249" y="298"/>
                  <a:pt x="249" y="298"/>
                  <a:pt x="249" y="298"/>
                </a:cubicBezTo>
                <a:cubicBezTo>
                  <a:pt x="233" y="298"/>
                  <a:pt x="233" y="298"/>
                  <a:pt x="233" y="298"/>
                </a:cubicBezTo>
                <a:lnTo>
                  <a:pt x="233" y="314"/>
                </a:lnTo>
                <a:close/>
                <a:moveTo>
                  <a:pt x="281" y="282"/>
                </a:moveTo>
                <a:cubicBezTo>
                  <a:pt x="313" y="282"/>
                  <a:pt x="313" y="282"/>
                  <a:pt x="313" y="282"/>
                </a:cubicBezTo>
                <a:cubicBezTo>
                  <a:pt x="313" y="266"/>
                  <a:pt x="313" y="266"/>
                  <a:pt x="313" y="266"/>
                </a:cubicBezTo>
                <a:cubicBezTo>
                  <a:pt x="281" y="266"/>
                  <a:pt x="281" y="266"/>
                  <a:pt x="281" y="266"/>
                </a:cubicBezTo>
                <a:lnTo>
                  <a:pt x="281" y="282"/>
                </a:lnTo>
                <a:close/>
                <a:moveTo>
                  <a:pt x="321" y="162"/>
                </a:moveTo>
                <a:cubicBezTo>
                  <a:pt x="180" y="162"/>
                  <a:pt x="180" y="162"/>
                  <a:pt x="180" y="162"/>
                </a:cubicBezTo>
                <a:cubicBezTo>
                  <a:pt x="177" y="156"/>
                  <a:pt x="176" y="150"/>
                  <a:pt x="178" y="143"/>
                </a:cubicBezTo>
                <a:cubicBezTo>
                  <a:pt x="181" y="130"/>
                  <a:pt x="193" y="120"/>
                  <a:pt x="212" y="113"/>
                </a:cubicBezTo>
                <a:cubicBezTo>
                  <a:pt x="245" y="102"/>
                  <a:pt x="259" y="82"/>
                  <a:pt x="266" y="67"/>
                </a:cubicBezTo>
                <a:cubicBezTo>
                  <a:pt x="274" y="48"/>
                  <a:pt x="275" y="26"/>
                  <a:pt x="268" y="7"/>
                </a:cubicBezTo>
                <a:cubicBezTo>
                  <a:pt x="267" y="2"/>
                  <a:pt x="262" y="0"/>
                  <a:pt x="258" y="1"/>
                </a:cubicBezTo>
                <a:cubicBezTo>
                  <a:pt x="254" y="3"/>
                  <a:pt x="252" y="7"/>
                  <a:pt x="253" y="12"/>
                </a:cubicBezTo>
                <a:cubicBezTo>
                  <a:pt x="263" y="42"/>
                  <a:pt x="253" y="83"/>
                  <a:pt x="207" y="98"/>
                </a:cubicBezTo>
                <a:cubicBezTo>
                  <a:pt x="176" y="108"/>
                  <a:pt x="165" y="126"/>
                  <a:pt x="162" y="139"/>
                </a:cubicBezTo>
                <a:cubicBezTo>
                  <a:pt x="161" y="147"/>
                  <a:pt x="161" y="155"/>
                  <a:pt x="163" y="162"/>
                </a:cubicBezTo>
                <a:cubicBezTo>
                  <a:pt x="32" y="162"/>
                  <a:pt x="32" y="162"/>
                  <a:pt x="32" y="162"/>
                </a:cubicBezTo>
                <a:cubicBezTo>
                  <a:pt x="15" y="162"/>
                  <a:pt x="0" y="176"/>
                  <a:pt x="0" y="194"/>
                </a:cubicBezTo>
                <a:cubicBezTo>
                  <a:pt x="0" y="323"/>
                  <a:pt x="0" y="323"/>
                  <a:pt x="0" y="323"/>
                </a:cubicBezTo>
                <a:cubicBezTo>
                  <a:pt x="0" y="340"/>
                  <a:pt x="15" y="355"/>
                  <a:pt x="32" y="355"/>
                </a:cubicBezTo>
                <a:cubicBezTo>
                  <a:pt x="321" y="355"/>
                  <a:pt x="321" y="355"/>
                  <a:pt x="321" y="355"/>
                </a:cubicBezTo>
                <a:cubicBezTo>
                  <a:pt x="339" y="355"/>
                  <a:pt x="353" y="340"/>
                  <a:pt x="353" y="323"/>
                </a:cubicBezTo>
                <a:cubicBezTo>
                  <a:pt x="353" y="194"/>
                  <a:pt x="353" y="194"/>
                  <a:pt x="353" y="194"/>
                </a:cubicBezTo>
                <a:cubicBezTo>
                  <a:pt x="353" y="176"/>
                  <a:pt x="339" y="162"/>
                  <a:pt x="321" y="162"/>
                </a:cubicBezTo>
                <a:moveTo>
                  <a:pt x="337" y="323"/>
                </a:moveTo>
                <a:cubicBezTo>
                  <a:pt x="337" y="331"/>
                  <a:pt x="330" y="339"/>
                  <a:pt x="321" y="339"/>
                </a:cubicBezTo>
                <a:cubicBezTo>
                  <a:pt x="32" y="339"/>
                  <a:pt x="32" y="339"/>
                  <a:pt x="32" y="339"/>
                </a:cubicBezTo>
                <a:cubicBezTo>
                  <a:pt x="23" y="339"/>
                  <a:pt x="16" y="331"/>
                  <a:pt x="16" y="323"/>
                </a:cubicBezTo>
                <a:cubicBezTo>
                  <a:pt x="16" y="194"/>
                  <a:pt x="16" y="194"/>
                  <a:pt x="16" y="194"/>
                </a:cubicBezTo>
                <a:cubicBezTo>
                  <a:pt x="16" y="185"/>
                  <a:pt x="23" y="178"/>
                  <a:pt x="32" y="178"/>
                </a:cubicBezTo>
                <a:cubicBezTo>
                  <a:pt x="321" y="178"/>
                  <a:pt x="321" y="178"/>
                  <a:pt x="321" y="178"/>
                </a:cubicBezTo>
                <a:cubicBezTo>
                  <a:pt x="330" y="178"/>
                  <a:pt x="337" y="185"/>
                  <a:pt x="337" y="194"/>
                </a:cubicBezTo>
                <a:lnTo>
                  <a:pt x="337" y="323"/>
                </a:lnTo>
                <a:close/>
                <a:moveTo>
                  <a:pt x="233" y="266"/>
                </a:moveTo>
                <a:cubicBezTo>
                  <a:pt x="217" y="266"/>
                  <a:pt x="217" y="266"/>
                  <a:pt x="217" y="266"/>
                </a:cubicBezTo>
                <a:cubicBezTo>
                  <a:pt x="217" y="282"/>
                  <a:pt x="217" y="282"/>
                  <a:pt x="217" y="282"/>
                </a:cubicBezTo>
                <a:cubicBezTo>
                  <a:pt x="233" y="282"/>
                  <a:pt x="233" y="282"/>
                  <a:pt x="233" y="282"/>
                </a:cubicBezTo>
                <a:lnTo>
                  <a:pt x="233" y="266"/>
                </a:lnTo>
                <a:close/>
                <a:moveTo>
                  <a:pt x="89" y="234"/>
                </a:moveTo>
                <a:cubicBezTo>
                  <a:pt x="72" y="234"/>
                  <a:pt x="72" y="234"/>
                  <a:pt x="72" y="234"/>
                </a:cubicBezTo>
                <a:cubicBezTo>
                  <a:pt x="72" y="250"/>
                  <a:pt x="72" y="250"/>
                  <a:pt x="72" y="250"/>
                </a:cubicBezTo>
                <a:cubicBezTo>
                  <a:pt x="89" y="250"/>
                  <a:pt x="89" y="250"/>
                  <a:pt x="89" y="250"/>
                </a:cubicBezTo>
                <a:lnTo>
                  <a:pt x="89" y="234"/>
                </a:lnTo>
                <a:close/>
                <a:moveTo>
                  <a:pt x="297" y="250"/>
                </a:moveTo>
                <a:cubicBezTo>
                  <a:pt x="313" y="250"/>
                  <a:pt x="313" y="250"/>
                  <a:pt x="313" y="250"/>
                </a:cubicBezTo>
                <a:cubicBezTo>
                  <a:pt x="313" y="234"/>
                  <a:pt x="313" y="234"/>
                  <a:pt x="313" y="234"/>
                </a:cubicBezTo>
                <a:cubicBezTo>
                  <a:pt x="297" y="234"/>
                  <a:pt x="297" y="234"/>
                  <a:pt x="297" y="234"/>
                </a:cubicBezTo>
                <a:lnTo>
                  <a:pt x="297" y="250"/>
                </a:lnTo>
                <a:close/>
                <a:moveTo>
                  <a:pt x="105" y="314"/>
                </a:moveTo>
                <a:cubicBezTo>
                  <a:pt x="217" y="314"/>
                  <a:pt x="217" y="314"/>
                  <a:pt x="217" y="314"/>
                </a:cubicBezTo>
                <a:cubicBezTo>
                  <a:pt x="217" y="298"/>
                  <a:pt x="217" y="298"/>
                  <a:pt x="217" y="298"/>
                </a:cubicBezTo>
                <a:cubicBezTo>
                  <a:pt x="105" y="298"/>
                  <a:pt x="105" y="298"/>
                  <a:pt x="105" y="298"/>
                </a:cubicBezTo>
                <a:lnTo>
                  <a:pt x="105" y="314"/>
                </a:lnTo>
                <a:close/>
                <a:moveTo>
                  <a:pt x="56" y="234"/>
                </a:moveTo>
                <a:cubicBezTo>
                  <a:pt x="40" y="234"/>
                  <a:pt x="40" y="234"/>
                  <a:pt x="40" y="234"/>
                </a:cubicBezTo>
                <a:cubicBezTo>
                  <a:pt x="40" y="250"/>
                  <a:pt x="40" y="250"/>
                  <a:pt x="40" y="250"/>
                </a:cubicBezTo>
                <a:cubicBezTo>
                  <a:pt x="56" y="250"/>
                  <a:pt x="56" y="250"/>
                  <a:pt x="56" y="250"/>
                </a:cubicBezTo>
                <a:lnTo>
                  <a:pt x="56" y="234"/>
                </a:lnTo>
                <a:close/>
                <a:moveTo>
                  <a:pt x="56" y="202"/>
                </a:moveTo>
                <a:cubicBezTo>
                  <a:pt x="40" y="202"/>
                  <a:pt x="40" y="202"/>
                  <a:pt x="40" y="202"/>
                </a:cubicBezTo>
                <a:cubicBezTo>
                  <a:pt x="40" y="218"/>
                  <a:pt x="40" y="218"/>
                  <a:pt x="40" y="218"/>
                </a:cubicBezTo>
                <a:cubicBezTo>
                  <a:pt x="56" y="218"/>
                  <a:pt x="56" y="218"/>
                  <a:pt x="56" y="218"/>
                </a:cubicBezTo>
                <a:lnTo>
                  <a:pt x="56" y="202"/>
                </a:lnTo>
                <a:close/>
                <a:moveTo>
                  <a:pt x="72" y="266"/>
                </a:moveTo>
                <a:cubicBezTo>
                  <a:pt x="40" y="266"/>
                  <a:pt x="40" y="266"/>
                  <a:pt x="40" y="266"/>
                </a:cubicBezTo>
                <a:cubicBezTo>
                  <a:pt x="40" y="282"/>
                  <a:pt x="40" y="282"/>
                  <a:pt x="40" y="282"/>
                </a:cubicBezTo>
                <a:cubicBezTo>
                  <a:pt x="72" y="282"/>
                  <a:pt x="72" y="282"/>
                  <a:pt x="72" y="282"/>
                </a:cubicBezTo>
                <a:lnTo>
                  <a:pt x="72" y="266"/>
                </a:lnTo>
                <a:close/>
                <a:moveTo>
                  <a:pt x="40" y="314"/>
                </a:moveTo>
                <a:cubicBezTo>
                  <a:pt x="56" y="314"/>
                  <a:pt x="56" y="314"/>
                  <a:pt x="56" y="314"/>
                </a:cubicBezTo>
                <a:cubicBezTo>
                  <a:pt x="56" y="298"/>
                  <a:pt x="56" y="298"/>
                  <a:pt x="56" y="298"/>
                </a:cubicBezTo>
                <a:cubicBezTo>
                  <a:pt x="40" y="298"/>
                  <a:pt x="40" y="298"/>
                  <a:pt x="40" y="298"/>
                </a:cubicBezTo>
                <a:lnTo>
                  <a:pt x="40" y="314"/>
                </a:lnTo>
                <a:close/>
                <a:moveTo>
                  <a:pt x="105" y="266"/>
                </a:moveTo>
                <a:cubicBezTo>
                  <a:pt x="89" y="266"/>
                  <a:pt x="89" y="266"/>
                  <a:pt x="89" y="266"/>
                </a:cubicBezTo>
                <a:cubicBezTo>
                  <a:pt x="89" y="282"/>
                  <a:pt x="89" y="282"/>
                  <a:pt x="89" y="282"/>
                </a:cubicBezTo>
                <a:cubicBezTo>
                  <a:pt x="105" y="282"/>
                  <a:pt x="105" y="282"/>
                  <a:pt x="105" y="282"/>
                </a:cubicBezTo>
                <a:lnTo>
                  <a:pt x="105" y="266"/>
                </a:lnTo>
                <a:close/>
                <a:moveTo>
                  <a:pt x="72" y="314"/>
                </a:moveTo>
                <a:cubicBezTo>
                  <a:pt x="89" y="314"/>
                  <a:pt x="89" y="314"/>
                  <a:pt x="89" y="314"/>
                </a:cubicBezTo>
                <a:cubicBezTo>
                  <a:pt x="89" y="298"/>
                  <a:pt x="89" y="298"/>
                  <a:pt x="89" y="298"/>
                </a:cubicBezTo>
                <a:cubicBezTo>
                  <a:pt x="72" y="298"/>
                  <a:pt x="72" y="298"/>
                  <a:pt x="72" y="298"/>
                </a:cubicBezTo>
                <a:lnTo>
                  <a:pt x="72" y="31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3" name="Freeform 13"/>
          <p:cNvSpPr>
            <a:spLocks noEditPoints="1"/>
          </p:cNvSpPr>
          <p:nvPr/>
        </p:nvSpPr>
        <p:spPr bwMode="auto">
          <a:xfrm>
            <a:off x="9690101" y="910168"/>
            <a:ext cx="579967" cy="584200"/>
          </a:xfrm>
          <a:custGeom>
            <a:avLst/>
            <a:gdLst>
              <a:gd name="T0" fmla="*/ 321 w 353"/>
              <a:gd name="T1" fmla="*/ 194 h 354"/>
              <a:gd name="T2" fmla="*/ 321 w 353"/>
              <a:gd name="T3" fmla="*/ 97 h 354"/>
              <a:gd name="T4" fmla="*/ 224 w 353"/>
              <a:gd name="T5" fmla="*/ 0 h 354"/>
              <a:gd name="T6" fmla="*/ 128 w 353"/>
              <a:gd name="T7" fmla="*/ 0 h 354"/>
              <a:gd name="T8" fmla="*/ 32 w 353"/>
              <a:gd name="T9" fmla="*/ 97 h 354"/>
              <a:gd name="T10" fmla="*/ 32 w 353"/>
              <a:gd name="T11" fmla="*/ 194 h 354"/>
              <a:gd name="T12" fmla="*/ 0 w 353"/>
              <a:gd name="T13" fmla="*/ 233 h 354"/>
              <a:gd name="T14" fmla="*/ 0 w 353"/>
              <a:gd name="T15" fmla="*/ 313 h 354"/>
              <a:gd name="T16" fmla="*/ 40 w 353"/>
              <a:gd name="T17" fmla="*/ 354 h 354"/>
              <a:gd name="T18" fmla="*/ 80 w 353"/>
              <a:gd name="T19" fmla="*/ 313 h 354"/>
              <a:gd name="T20" fmla="*/ 80 w 353"/>
              <a:gd name="T21" fmla="*/ 233 h 354"/>
              <a:gd name="T22" fmla="*/ 48 w 353"/>
              <a:gd name="T23" fmla="*/ 194 h 354"/>
              <a:gd name="T24" fmla="*/ 48 w 353"/>
              <a:gd name="T25" fmla="*/ 97 h 354"/>
              <a:gd name="T26" fmla="*/ 128 w 353"/>
              <a:gd name="T27" fmla="*/ 16 h 354"/>
              <a:gd name="T28" fmla="*/ 224 w 353"/>
              <a:gd name="T29" fmla="*/ 16 h 354"/>
              <a:gd name="T30" fmla="*/ 305 w 353"/>
              <a:gd name="T31" fmla="*/ 97 h 354"/>
              <a:gd name="T32" fmla="*/ 305 w 353"/>
              <a:gd name="T33" fmla="*/ 194 h 354"/>
              <a:gd name="T34" fmla="*/ 272 w 353"/>
              <a:gd name="T35" fmla="*/ 233 h 354"/>
              <a:gd name="T36" fmla="*/ 272 w 353"/>
              <a:gd name="T37" fmla="*/ 313 h 354"/>
              <a:gd name="T38" fmla="*/ 313 w 353"/>
              <a:gd name="T39" fmla="*/ 354 h 354"/>
              <a:gd name="T40" fmla="*/ 353 w 353"/>
              <a:gd name="T41" fmla="*/ 313 h 354"/>
              <a:gd name="T42" fmla="*/ 353 w 353"/>
              <a:gd name="T43" fmla="*/ 233 h 354"/>
              <a:gd name="T44" fmla="*/ 321 w 353"/>
              <a:gd name="T45" fmla="*/ 194 h 354"/>
              <a:gd name="T46" fmla="*/ 64 w 353"/>
              <a:gd name="T47" fmla="*/ 233 h 354"/>
              <a:gd name="T48" fmla="*/ 64 w 353"/>
              <a:gd name="T49" fmla="*/ 313 h 354"/>
              <a:gd name="T50" fmla="*/ 40 w 353"/>
              <a:gd name="T51" fmla="*/ 338 h 354"/>
              <a:gd name="T52" fmla="*/ 16 w 353"/>
              <a:gd name="T53" fmla="*/ 313 h 354"/>
              <a:gd name="T54" fmla="*/ 16 w 353"/>
              <a:gd name="T55" fmla="*/ 233 h 354"/>
              <a:gd name="T56" fmla="*/ 40 w 353"/>
              <a:gd name="T57" fmla="*/ 209 h 354"/>
              <a:gd name="T58" fmla="*/ 64 w 353"/>
              <a:gd name="T59" fmla="*/ 233 h 354"/>
              <a:gd name="T60" fmla="*/ 337 w 353"/>
              <a:gd name="T61" fmla="*/ 313 h 354"/>
              <a:gd name="T62" fmla="*/ 313 w 353"/>
              <a:gd name="T63" fmla="*/ 338 h 354"/>
              <a:gd name="T64" fmla="*/ 289 w 353"/>
              <a:gd name="T65" fmla="*/ 313 h 354"/>
              <a:gd name="T66" fmla="*/ 289 w 353"/>
              <a:gd name="T67" fmla="*/ 233 h 354"/>
              <a:gd name="T68" fmla="*/ 313 w 353"/>
              <a:gd name="T69" fmla="*/ 209 h 354"/>
              <a:gd name="T70" fmla="*/ 337 w 353"/>
              <a:gd name="T71" fmla="*/ 233 h 354"/>
              <a:gd name="T72" fmla="*/ 337 w 353"/>
              <a:gd name="T73" fmla="*/ 313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353" h="354">
                <a:moveTo>
                  <a:pt x="321" y="194"/>
                </a:moveTo>
                <a:cubicBezTo>
                  <a:pt x="321" y="97"/>
                  <a:pt x="321" y="97"/>
                  <a:pt x="321" y="97"/>
                </a:cubicBezTo>
                <a:cubicBezTo>
                  <a:pt x="321" y="44"/>
                  <a:pt x="278" y="0"/>
                  <a:pt x="224" y="0"/>
                </a:cubicBezTo>
                <a:cubicBezTo>
                  <a:pt x="128" y="0"/>
                  <a:pt x="128" y="0"/>
                  <a:pt x="128" y="0"/>
                </a:cubicBezTo>
                <a:cubicBezTo>
                  <a:pt x="75" y="0"/>
                  <a:pt x="32" y="44"/>
                  <a:pt x="32" y="97"/>
                </a:cubicBezTo>
                <a:cubicBezTo>
                  <a:pt x="32" y="194"/>
                  <a:pt x="32" y="194"/>
                  <a:pt x="32" y="194"/>
                </a:cubicBezTo>
                <a:cubicBezTo>
                  <a:pt x="13" y="198"/>
                  <a:pt x="0" y="214"/>
                  <a:pt x="0" y="233"/>
                </a:cubicBezTo>
                <a:cubicBezTo>
                  <a:pt x="0" y="313"/>
                  <a:pt x="0" y="313"/>
                  <a:pt x="0" y="313"/>
                </a:cubicBezTo>
                <a:cubicBezTo>
                  <a:pt x="0" y="336"/>
                  <a:pt x="18" y="354"/>
                  <a:pt x="40" y="354"/>
                </a:cubicBezTo>
                <a:cubicBezTo>
                  <a:pt x="62" y="354"/>
                  <a:pt x="80" y="336"/>
                  <a:pt x="80" y="313"/>
                </a:cubicBezTo>
                <a:cubicBezTo>
                  <a:pt x="80" y="233"/>
                  <a:pt x="80" y="233"/>
                  <a:pt x="80" y="233"/>
                </a:cubicBezTo>
                <a:cubicBezTo>
                  <a:pt x="80" y="214"/>
                  <a:pt x="66" y="198"/>
                  <a:pt x="48" y="194"/>
                </a:cubicBezTo>
                <a:cubicBezTo>
                  <a:pt x="48" y="97"/>
                  <a:pt x="48" y="97"/>
                  <a:pt x="48" y="97"/>
                </a:cubicBezTo>
                <a:cubicBezTo>
                  <a:pt x="48" y="52"/>
                  <a:pt x="84" y="16"/>
                  <a:pt x="128" y="16"/>
                </a:cubicBezTo>
                <a:cubicBezTo>
                  <a:pt x="224" y="16"/>
                  <a:pt x="224" y="16"/>
                  <a:pt x="224" y="16"/>
                </a:cubicBezTo>
                <a:cubicBezTo>
                  <a:pt x="269" y="16"/>
                  <a:pt x="305" y="52"/>
                  <a:pt x="305" y="97"/>
                </a:cubicBezTo>
                <a:cubicBezTo>
                  <a:pt x="305" y="194"/>
                  <a:pt x="305" y="194"/>
                  <a:pt x="305" y="194"/>
                </a:cubicBezTo>
                <a:cubicBezTo>
                  <a:pt x="286" y="198"/>
                  <a:pt x="272" y="214"/>
                  <a:pt x="272" y="233"/>
                </a:cubicBezTo>
                <a:cubicBezTo>
                  <a:pt x="272" y="313"/>
                  <a:pt x="272" y="313"/>
                  <a:pt x="272" y="313"/>
                </a:cubicBezTo>
                <a:cubicBezTo>
                  <a:pt x="272" y="336"/>
                  <a:pt x="290" y="354"/>
                  <a:pt x="313" y="354"/>
                </a:cubicBezTo>
                <a:cubicBezTo>
                  <a:pt x="335" y="354"/>
                  <a:pt x="353" y="336"/>
                  <a:pt x="353" y="313"/>
                </a:cubicBezTo>
                <a:cubicBezTo>
                  <a:pt x="353" y="233"/>
                  <a:pt x="353" y="233"/>
                  <a:pt x="353" y="233"/>
                </a:cubicBezTo>
                <a:cubicBezTo>
                  <a:pt x="353" y="214"/>
                  <a:pt x="339" y="198"/>
                  <a:pt x="321" y="194"/>
                </a:cubicBezTo>
                <a:moveTo>
                  <a:pt x="64" y="233"/>
                </a:moveTo>
                <a:cubicBezTo>
                  <a:pt x="64" y="313"/>
                  <a:pt x="64" y="313"/>
                  <a:pt x="64" y="313"/>
                </a:cubicBezTo>
                <a:cubicBezTo>
                  <a:pt x="64" y="327"/>
                  <a:pt x="53" y="338"/>
                  <a:pt x="40" y="338"/>
                </a:cubicBezTo>
                <a:cubicBezTo>
                  <a:pt x="26" y="338"/>
                  <a:pt x="16" y="327"/>
                  <a:pt x="16" y="313"/>
                </a:cubicBezTo>
                <a:cubicBezTo>
                  <a:pt x="16" y="233"/>
                  <a:pt x="16" y="233"/>
                  <a:pt x="16" y="233"/>
                </a:cubicBezTo>
                <a:cubicBezTo>
                  <a:pt x="16" y="220"/>
                  <a:pt x="26" y="209"/>
                  <a:pt x="40" y="209"/>
                </a:cubicBezTo>
                <a:cubicBezTo>
                  <a:pt x="53" y="209"/>
                  <a:pt x="64" y="220"/>
                  <a:pt x="64" y="233"/>
                </a:cubicBezTo>
                <a:moveTo>
                  <a:pt x="337" y="313"/>
                </a:moveTo>
                <a:cubicBezTo>
                  <a:pt x="337" y="327"/>
                  <a:pt x="326" y="338"/>
                  <a:pt x="313" y="338"/>
                </a:cubicBezTo>
                <a:cubicBezTo>
                  <a:pt x="299" y="338"/>
                  <a:pt x="289" y="327"/>
                  <a:pt x="289" y="313"/>
                </a:cubicBezTo>
                <a:cubicBezTo>
                  <a:pt x="289" y="233"/>
                  <a:pt x="289" y="233"/>
                  <a:pt x="289" y="233"/>
                </a:cubicBezTo>
                <a:cubicBezTo>
                  <a:pt x="289" y="220"/>
                  <a:pt x="299" y="209"/>
                  <a:pt x="313" y="209"/>
                </a:cubicBezTo>
                <a:cubicBezTo>
                  <a:pt x="326" y="209"/>
                  <a:pt x="337" y="220"/>
                  <a:pt x="337" y="233"/>
                </a:cubicBezTo>
                <a:lnTo>
                  <a:pt x="337" y="31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4" name="Freeform 14"/>
          <p:cNvSpPr>
            <a:spLocks noEditPoints="1"/>
          </p:cNvSpPr>
          <p:nvPr/>
        </p:nvSpPr>
        <p:spPr bwMode="auto">
          <a:xfrm>
            <a:off x="10799234" y="910168"/>
            <a:ext cx="579967" cy="584200"/>
          </a:xfrm>
          <a:custGeom>
            <a:avLst/>
            <a:gdLst>
              <a:gd name="T0" fmla="*/ 321 w 353"/>
              <a:gd name="T1" fmla="*/ 225 h 354"/>
              <a:gd name="T2" fmla="*/ 321 w 353"/>
              <a:gd name="T3" fmla="*/ 97 h 354"/>
              <a:gd name="T4" fmla="*/ 225 w 353"/>
              <a:gd name="T5" fmla="*/ 0 h 354"/>
              <a:gd name="T6" fmla="*/ 128 w 353"/>
              <a:gd name="T7" fmla="*/ 0 h 354"/>
              <a:gd name="T8" fmla="*/ 32 w 353"/>
              <a:gd name="T9" fmla="*/ 97 h 354"/>
              <a:gd name="T10" fmla="*/ 32 w 353"/>
              <a:gd name="T11" fmla="*/ 225 h 354"/>
              <a:gd name="T12" fmla="*/ 0 w 353"/>
              <a:gd name="T13" fmla="*/ 257 h 354"/>
              <a:gd name="T14" fmla="*/ 0 w 353"/>
              <a:gd name="T15" fmla="*/ 289 h 354"/>
              <a:gd name="T16" fmla="*/ 32 w 353"/>
              <a:gd name="T17" fmla="*/ 322 h 354"/>
              <a:gd name="T18" fmla="*/ 33 w 353"/>
              <a:gd name="T19" fmla="*/ 322 h 354"/>
              <a:gd name="T20" fmla="*/ 72 w 353"/>
              <a:gd name="T21" fmla="*/ 354 h 354"/>
              <a:gd name="T22" fmla="*/ 112 w 353"/>
              <a:gd name="T23" fmla="*/ 313 h 354"/>
              <a:gd name="T24" fmla="*/ 112 w 353"/>
              <a:gd name="T25" fmla="*/ 233 h 354"/>
              <a:gd name="T26" fmla="*/ 72 w 353"/>
              <a:gd name="T27" fmla="*/ 193 h 354"/>
              <a:gd name="T28" fmla="*/ 48 w 353"/>
              <a:gd name="T29" fmla="*/ 201 h 354"/>
              <a:gd name="T30" fmla="*/ 48 w 353"/>
              <a:gd name="T31" fmla="*/ 97 h 354"/>
              <a:gd name="T32" fmla="*/ 128 w 353"/>
              <a:gd name="T33" fmla="*/ 16 h 354"/>
              <a:gd name="T34" fmla="*/ 225 w 353"/>
              <a:gd name="T35" fmla="*/ 16 h 354"/>
              <a:gd name="T36" fmla="*/ 305 w 353"/>
              <a:gd name="T37" fmla="*/ 97 h 354"/>
              <a:gd name="T38" fmla="*/ 305 w 353"/>
              <a:gd name="T39" fmla="*/ 201 h 354"/>
              <a:gd name="T40" fmla="*/ 281 w 353"/>
              <a:gd name="T41" fmla="*/ 193 h 354"/>
              <a:gd name="T42" fmla="*/ 241 w 353"/>
              <a:gd name="T43" fmla="*/ 233 h 354"/>
              <a:gd name="T44" fmla="*/ 241 w 353"/>
              <a:gd name="T45" fmla="*/ 313 h 354"/>
              <a:gd name="T46" fmla="*/ 281 w 353"/>
              <a:gd name="T47" fmla="*/ 354 h 354"/>
              <a:gd name="T48" fmla="*/ 320 w 353"/>
              <a:gd name="T49" fmla="*/ 322 h 354"/>
              <a:gd name="T50" fmla="*/ 321 w 353"/>
              <a:gd name="T51" fmla="*/ 322 h 354"/>
              <a:gd name="T52" fmla="*/ 353 w 353"/>
              <a:gd name="T53" fmla="*/ 289 h 354"/>
              <a:gd name="T54" fmla="*/ 353 w 353"/>
              <a:gd name="T55" fmla="*/ 257 h 354"/>
              <a:gd name="T56" fmla="*/ 321 w 353"/>
              <a:gd name="T57" fmla="*/ 225 h 354"/>
              <a:gd name="T58" fmla="*/ 32 w 353"/>
              <a:gd name="T59" fmla="*/ 305 h 354"/>
              <a:gd name="T60" fmla="*/ 16 w 353"/>
              <a:gd name="T61" fmla="*/ 289 h 354"/>
              <a:gd name="T62" fmla="*/ 16 w 353"/>
              <a:gd name="T63" fmla="*/ 257 h 354"/>
              <a:gd name="T64" fmla="*/ 32 w 353"/>
              <a:gd name="T65" fmla="*/ 241 h 354"/>
              <a:gd name="T66" fmla="*/ 32 w 353"/>
              <a:gd name="T67" fmla="*/ 305 h 354"/>
              <a:gd name="T68" fmla="*/ 72 w 353"/>
              <a:gd name="T69" fmla="*/ 209 h 354"/>
              <a:gd name="T70" fmla="*/ 96 w 353"/>
              <a:gd name="T71" fmla="*/ 233 h 354"/>
              <a:gd name="T72" fmla="*/ 96 w 353"/>
              <a:gd name="T73" fmla="*/ 313 h 354"/>
              <a:gd name="T74" fmla="*/ 72 w 353"/>
              <a:gd name="T75" fmla="*/ 338 h 354"/>
              <a:gd name="T76" fmla="*/ 48 w 353"/>
              <a:gd name="T77" fmla="*/ 313 h 354"/>
              <a:gd name="T78" fmla="*/ 48 w 353"/>
              <a:gd name="T79" fmla="*/ 233 h 354"/>
              <a:gd name="T80" fmla="*/ 72 w 353"/>
              <a:gd name="T81" fmla="*/ 209 h 354"/>
              <a:gd name="T82" fmla="*/ 305 w 353"/>
              <a:gd name="T83" fmla="*/ 313 h 354"/>
              <a:gd name="T84" fmla="*/ 281 w 353"/>
              <a:gd name="T85" fmla="*/ 338 h 354"/>
              <a:gd name="T86" fmla="*/ 257 w 353"/>
              <a:gd name="T87" fmla="*/ 313 h 354"/>
              <a:gd name="T88" fmla="*/ 257 w 353"/>
              <a:gd name="T89" fmla="*/ 233 h 354"/>
              <a:gd name="T90" fmla="*/ 281 w 353"/>
              <a:gd name="T91" fmla="*/ 209 h 354"/>
              <a:gd name="T92" fmla="*/ 305 w 353"/>
              <a:gd name="T93" fmla="*/ 233 h 354"/>
              <a:gd name="T94" fmla="*/ 305 w 353"/>
              <a:gd name="T95" fmla="*/ 313 h 354"/>
              <a:gd name="T96" fmla="*/ 337 w 353"/>
              <a:gd name="T97" fmla="*/ 289 h 354"/>
              <a:gd name="T98" fmla="*/ 321 w 353"/>
              <a:gd name="T99" fmla="*/ 305 h 354"/>
              <a:gd name="T100" fmla="*/ 321 w 353"/>
              <a:gd name="T101" fmla="*/ 241 h 354"/>
              <a:gd name="T102" fmla="*/ 337 w 353"/>
              <a:gd name="T103" fmla="*/ 257 h 354"/>
              <a:gd name="T104" fmla="*/ 337 w 353"/>
              <a:gd name="T105" fmla="*/ 289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353" h="354">
                <a:moveTo>
                  <a:pt x="321" y="225"/>
                </a:moveTo>
                <a:cubicBezTo>
                  <a:pt x="321" y="97"/>
                  <a:pt x="321" y="97"/>
                  <a:pt x="321" y="97"/>
                </a:cubicBezTo>
                <a:cubicBezTo>
                  <a:pt x="321" y="44"/>
                  <a:pt x="278" y="0"/>
                  <a:pt x="225" y="0"/>
                </a:cubicBezTo>
                <a:cubicBezTo>
                  <a:pt x="128" y="0"/>
                  <a:pt x="128" y="0"/>
                  <a:pt x="128" y="0"/>
                </a:cubicBezTo>
                <a:cubicBezTo>
                  <a:pt x="75" y="0"/>
                  <a:pt x="32" y="44"/>
                  <a:pt x="32" y="97"/>
                </a:cubicBezTo>
                <a:cubicBezTo>
                  <a:pt x="32" y="225"/>
                  <a:pt x="32" y="225"/>
                  <a:pt x="32" y="225"/>
                </a:cubicBezTo>
                <a:cubicBezTo>
                  <a:pt x="14" y="225"/>
                  <a:pt x="0" y="240"/>
                  <a:pt x="0" y="257"/>
                </a:cubicBezTo>
                <a:cubicBezTo>
                  <a:pt x="0" y="289"/>
                  <a:pt x="0" y="289"/>
                  <a:pt x="0" y="289"/>
                </a:cubicBezTo>
                <a:cubicBezTo>
                  <a:pt x="0" y="307"/>
                  <a:pt x="14" y="322"/>
                  <a:pt x="32" y="322"/>
                </a:cubicBezTo>
                <a:cubicBezTo>
                  <a:pt x="33" y="322"/>
                  <a:pt x="33" y="322"/>
                  <a:pt x="33" y="322"/>
                </a:cubicBezTo>
                <a:cubicBezTo>
                  <a:pt x="37" y="340"/>
                  <a:pt x="53" y="354"/>
                  <a:pt x="72" y="354"/>
                </a:cubicBezTo>
                <a:cubicBezTo>
                  <a:pt x="94" y="354"/>
                  <a:pt x="112" y="336"/>
                  <a:pt x="112" y="313"/>
                </a:cubicBezTo>
                <a:cubicBezTo>
                  <a:pt x="112" y="233"/>
                  <a:pt x="112" y="233"/>
                  <a:pt x="112" y="233"/>
                </a:cubicBezTo>
                <a:cubicBezTo>
                  <a:pt x="112" y="211"/>
                  <a:pt x="94" y="193"/>
                  <a:pt x="72" y="193"/>
                </a:cubicBezTo>
                <a:cubicBezTo>
                  <a:pt x="63" y="193"/>
                  <a:pt x="55" y="196"/>
                  <a:pt x="48" y="201"/>
                </a:cubicBezTo>
                <a:cubicBezTo>
                  <a:pt x="48" y="97"/>
                  <a:pt x="48" y="97"/>
                  <a:pt x="48" y="97"/>
                </a:cubicBezTo>
                <a:cubicBezTo>
                  <a:pt x="48" y="52"/>
                  <a:pt x="84" y="16"/>
                  <a:pt x="128" y="16"/>
                </a:cubicBezTo>
                <a:cubicBezTo>
                  <a:pt x="225" y="16"/>
                  <a:pt x="225" y="16"/>
                  <a:pt x="225" y="16"/>
                </a:cubicBezTo>
                <a:cubicBezTo>
                  <a:pt x="269" y="16"/>
                  <a:pt x="305" y="52"/>
                  <a:pt x="305" y="97"/>
                </a:cubicBezTo>
                <a:cubicBezTo>
                  <a:pt x="305" y="201"/>
                  <a:pt x="305" y="201"/>
                  <a:pt x="305" y="201"/>
                </a:cubicBezTo>
                <a:cubicBezTo>
                  <a:pt x="298" y="196"/>
                  <a:pt x="290" y="193"/>
                  <a:pt x="281" y="193"/>
                </a:cubicBezTo>
                <a:cubicBezTo>
                  <a:pt x="259" y="193"/>
                  <a:pt x="241" y="211"/>
                  <a:pt x="241" y="233"/>
                </a:cubicBezTo>
                <a:cubicBezTo>
                  <a:pt x="241" y="313"/>
                  <a:pt x="241" y="313"/>
                  <a:pt x="241" y="313"/>
                </a:cubicBezTo>
                <a:cubicBezTo>
                  <a:pt x="241" y="336"/>
                  <a:pt x="259" y="354"/>
                  <a:pt x="281" y="354"/>
                </a:cubicBezTo>
                <a:cubicBezTo>
                  <a:pt x="300" y="354"/>
                  <a:pt x="316" y="340"/>
                  <a:pt x="320" y="322"/>
                </a:cubicBezTo>
                <a:cubicBezTo>
                  <a:pt x="321" y="322"/>
                  <a:pt x="321" y="322"/>
                  <a:pt x="321" y="322"/>
                </a:cubicBezTo>
                <a:cubicBezTo>
                  <a:pt x="339" y="322"/>
                  <a:pt x="353" y="307"/>
                  <a:pt x="353" y="289"/>
                </a:cubicBezTo>
                <a:cubicBezTo>
                  <a:pt x="353" y="257"/>
                  <a:pt x="353" y="257"/>
                  <a:pt x="353" y="257"/>
                </a:cubicBezTo>
                <a:cubicBezTo>
                  <a:pt x="353" y="240"/>
                  <a:pt x="339" y="225"/>
                  <a:pt x="321" y="225"/>
                </a:cubicBezTo>
                <a:moveTo>
                  <a:pt x="32" y="305"/>
                </a:moveTo>
                <a:cubicBezTo>
                  <a:pt x="23" y="305"/>
                  <a:pt x="16" y="298"/>
                  <a:pt x="16" y="289"/>
                </a:cubicBezTo>
                <a:cubicBezTo>
                  <a:pt x="16" y="257"/>
                  <a:pt x="16" y="257"/>
                  <a:pt x="16" y="257"/>
                </a:cubicBezTo>
                <a:cubicBezTo>
                  <a:pt x="16" y="248"/>
                  <a:pt x="23" y="241"/>
                  <a:pt x="32" y="241"/>
                </a:cubicBezTo>
                <a:lnTo>
                  <a:pt x="32" y="305"/>
                </a:lnTo>
                <a:close/>
                <a:moveTo>
                  <a:pt x="72" y="209"/>
                </a:moveTo>
                <a:cubicBezTo>
                  <a:pt x="85" y="209"/>
                  <a:pt x="96" y="220"/>
                  <a:pt x="96" y="233"/>
                </a:cubicBezTo>
                <a:cubicBezTo>
                  <a:pt x="96" y="313"/>
                  <a:pt x="96" y="313"/>
                  <a:pt x="96" y="313"/>
                </a:cubicBezTo>
                <a:cubicBezTo>
                  <a:pt x="96" y="327"/>
                  <a:pt x="85" y="338"/>
                  <a:pt x="72" y="338"/>
                </a:cubicBezTo>
                <a:cubicBezTo>
                  <a:pt x="59" y="338"/>
                  <a:pt x="48" y="327"/>
                  <a:pt x="48" y="313"/>
                </a:cubicBezTo>
                <a:cubicBezTo>
                  <a:pt x="48" y="233"/>
                  <a:pt x="48" y="233"/>
                  <a:pt x="48" y="233"/>
                </a:cubicBezTo>
                <a:cubicBezTo>
                  <a:pt x="48" y="220"/>
                  <a:pt x="59" y="209"/>
                  <a:pt x="72" y="209"/>
                </a:cubicBezTo>
                <a:moveTo>
                  <a:pt x="305" y="313"/>
                </a:moveTo>
                <a:cubicBezTo>
                  <a:pt x="305" y="327"/>
                  <a:pt x="294" y="338"/>
                  <a:pt x="281" y="338"/>
                </a:cubicBezTo>
                <a:cubicBezTo>
                  <a:pt x="268" y="338"/>
                  <a:pt x="257" y="327"/>
                  <a:pt x="257" y="313"/>
                </a:cubicBezTo>
                <a:cubicBezTo>
                  <a:pt x="257" y="233"/>
                  <a:pt x="257" y="233"/>
                  <a:pt x="257" y="233"/>
                </a:cubicBezTo>
                <a:cubicBezTo>
                  <a:pt x="257" y="220"/>
                  <a:pt x="268" y="209"/>
                  <a:pt x="281" y="209"/>
                </a:cubicBezTo>
                <a:cubicBezTo>
                  <a:pt x="294" y="209"/>
                  <a:pt x="305" y="220"/>
                  <a:pt x="305" y="233"/>
                </a:cubicBezTo>
                <a:lnTo>
                  <a:pt x="305" y="313"/>
                </a:lnTo>
                <a:close/>
                <a:moveTo>
                  <a:pt x="337" y="289"/>
                </a:moveTo>
                <a:cubicBezTo>
                  <a:pt x="337" y="298"/>
                  <a:pt x="330" y="305"/>
                  <a:pt x="321" y="305"/>
                </a:cubicBezTo>
                <a:cubicBezTo>
                  <a:pt x="321" y="241"/>
                  <a:pt x="321" y="241"/>
                  <a:pt x="321" y="241"/>
                </a:cubicBezTo>
                <a:cubicBezTo>
                  <a:pt x="330" y="241"/>
                  <a:pt x="337" y="248"/>
                  <a:pt x="337" y="257"/>
                </a:cubicBezTo>
                <a:lnTo>
                  <a:pt x="337" y="28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5" name="Freeform 15"/>
          <p:cNvSpPr>
            <a:spLocks noEditPoints="1"/>
          </p:cNvSpPr>
          <p:nvPr/>
        </p:nvSpPr>
        <p:spPr bwMode="auto">
          <a:xfrm>
            <a:off x="814918" y="2021418"/>
            <a:ext cx="579967" cy="582084"/>
          </a:xfrm>
          <a:custGeom>
            <a:avLst/>
            <a:gdLst>
              <a:gd name="T0" fmla="*/ 321 w 353"/>
              <a:gd name="T1" fmla="*/ 225 h 353"/>
              <a:gd name="T2" fmla="*/ 321 w 353"/>
              <a:gd name="T3" fmla="*/ 144 h 353"/>
              <a:gd name="T4" fmla="*/ 177 w 353"/>
              <a:gd name="T5" fmla="*/ 0 h 353"/>
              <a:gd name="T6" fmla="*/ 32 w 353"/>
              <a:gd name="T7" fmla="*/ 144 h 353"/>
              <a:gd name="T8" fmla="*/ 32 w 353"/>
              <a:gd name="T9" fmla="*/ 225 h 353"/>
              <a:gd name="T10" fmla="*/ 0 w 353"/>
              <a:gd name="T11" fmla="*/ 257 h 353"/>
              <a:gd name="T12" fmla="*/ 0 w 353"/>
              <a:gd name="T13" fmla="*/ 289 h 353"/>
              <a:gd name="T14" fmla="*/ 32 w 353"/>
              <a:gd name="T15" fmla="*/ 321 h 353"/>
              <a:gd name="T16" fmla="*/ 33 w 353"/>
              <a:gd name="T17" fmla="*/ 321 h 353"/>
              <a:gd name="T18" fmla="*/ 72 w 353"/>
              <a:gd name="T19" fmla="*/ 353 h 353"/>
              <a:gd name="T20" fmla="*/ 112 w 353"/>
              <a:gd name="T21" fmla="*/ 313 h 353"/>
              <a:gd name="T22" fmla="*/ 112 w 353"/>
              <a:gd name="T23" fmla="*/ 233 h 353"/>
              <a:gd name="T24" fmla="*/ 72 w 353"/>
              <a:gd name="T25" fmla="*/ 192 h 353"/>
              <a:gd name="T26" fmla="*/ 48 w 353"/>
              <a:gd name="T27" fmla="*/ 201 h 353"/>
              <a:gd name="T28" fmla="*/ 48 w 353"/>
              <a:gd name="T29" fmla="*/ 144 h 353"/>
              <a:gd name="T30" fmla="*/ 177 w 353"/>
              <a:gd name="T31" fmla="*/ 16 h 353"/>
              <a:gd name="T32" fmla="*/ 305 w 353"/>
              <a:gd name="T33" fmla="*/ 144 h 353"/>
              <a:gd name="T34" fmla="*/ 305 w 353"/>
              <a:gd name="T35" fmla="*/ 201 h 353"/>
              <a:gd name="T36" fmla="*/ 281 w 353"/>
              <a:gd name="T37" fmla="*/ 192 h 353"/>
              <a:gd name="T38" fmla="*/ 241 w 353"/>
              <a:gd name="T39" fmla="*/ 233 h 353"/>
              <a:gd name="T40" fmla="*/ 241 w 353"/>
              <a:gd name="T41" fmla="*/ 313 h 353"/>
              <a:gd name="T42" fmla="*/ 281 w 353"/>
              <a:gd name="T43" fmla="*/ 353 h 353"/>
              <a:gd name="T44" fmla="*/ 320 w 353"/>
              <a:gd name="T45" fmla="*/ 321 h 353"/>
              <a:gd name="T46" fmla="*/ 321 w 353"/>
              <a:gd name="T47" fmla="*/ 321 h 353"/>
              <a:gd name="T48" fmla="*/ 353 w 353"/>
              <a:gd name="T49" fmla="*/ 289 h 353"/>
              <a:gd name="T50" fmla="*/ 353 w 353"/>
              <a:gd name="T51" fmla="*/ 257 h 353"/>
              <a:gd name="T52" fmla="*/ 321 w 353"/>
              <a:gd name="T53" fmla="*/ 225 h 353"/>
              <a:gd name="T54" fmla="*/ 72 w 353"/>
              <a:gd name="T55" fmla="*/ 337 h 353"/>
              <a:gd name="T56" fmla="*/ 50 w 353"/>
              <a:gd name="T57" fmla="*/ 321 h 353"/>
              <a:gd name="T58" fmla="*/ 95 w 353"/>
              <a:gd name="T59" fmla="*/ 321 h 353"/>
              <a:gd name="T60" fmla="*/ 72 w 353"/>
              <a:gd name="T61" fmla="*/ 337 h 353"/>
              <a:gd name="T62" fmla="*/ 96 w 353"/>
              <a:gd name="T63" fmla="*/ 305 h 353"/>
              <a:gd name="T64" fmla="*/ 48 w 353"/>
              <a:gd name="T65" fmla="*/ 305 h 353"/>
              <a:gd name="T66" fmla="*/ 48 w 353"/>
              <a:gd name="T67" fmla="*/ 281 h 353"/>
              <a:gd name="T68" fmla="*/ 96 w 353"/>
              <a:gd name="T69" fmla="*/ 281 h 353"/>
              <a:gd name="T70" fmla="*/ 96 w 353"/>
              <a:gd name="T71" fmla="*/ 305 h 353"/>
              <a:gd name="T72" fmla="*/ 72 w 353"/>
              <a:gd name="T73" fmla="*/ 208 h 353"/>
              <a:gd name="T74" fmla="*/ 95 w 353"/>
              <a:gd name="T75" fmla="*/ 225 h 353"/>
              <a:gd name="T76" fmla="*/ 50 w 353"/>
              <a:gd name="T77" fmla="*/ 225 h 353"/>
              <a:gd name="T78" fmla="*/ 72 w 353"/>
              <a:gd name="T79" fmla="*/ 208 h 353"/>
              <a:gd name="T80" fmla="*/ 96 w 353"/>
              <a:gd name="T81" fmla="*/ 265 h 353"/>
              <a:gd name="T82" fmla="*/ 48 w 353"/>
              <a:gd name="T83" fmla="*/ 265 h 353"/>
              <a:gd name="T84" fmla="*/ 48 w 353"/>
              <a:gd name="T85" fmla="*/ 241 h 353"/>
              <a:gd name="T86" fmla="*/ 96 w 353"/>
              <a:gd name="T87" fmla="*/ 241 h 353"/>
              <a:gd name="T88" fmla="*/ 96 w 353"/>
              <a:gd name="T89" fmla="*/ 265 h 353"/>
              <a:gd name="T90" fmla="*/ 281 w 353"/>
              <a:gd name="T91" fmla="*/ 208 h 353"/>
              <a:gd name="T92" fmla="*/ 303 w 353"/>
              <a:gd name="T93" fmla="*/ 225 h 353"/>
              <a:gd name="T94" fmla="*/ 258 w 353"/>
              <a:gd name="T95" fmla="*/ 225 h 353"/>
              <a:gd name="T96" fmla="*/ 281 w 353"/>
              <a:gd name="T97" fmla="*/ 208 h 353"/>
              <a:gd name="T98" fmla="*/ 281 w 353"/>
              <a:gd name="T99" fmla="*/ 337 h 353"/>
              <a:gd name="T100" fmla="*/ 258 w 353"/>
              <a:gd name="T101" fmla="*/ 321 h 353"/>
              <a:gd name="T102" fmla="*/ 303 w 353"/>
              <a:gd name="T103" fmla="*/ 321 h 353"/>
              <a:gd name="T104" fmla="*/ 281 w 353"/>
              <a:gd name="T105" fmla="*/ 337 h 353"/>
              <a:gd name="T106" fmla="*/ 305 w 353"/>
              <a:gd name="T107" fmla="*/ 305 h 353"/>
              <a:gd name="T108" fmla="*/ 257 w 353"/>
              <a:gd name="T109" fmla="*/ 305 h 353"/>
              <a:gd name="T110" fmla="*/ 257 w 353"/>
              <a:gd name="T111" fmla="*/ 281 h 353"/>
              <a:gd name="T112" fmla="*/ 305 w 353"/>
              <a:gd name="T113" fmla="*/ 281 h 353"/>
              <a:gd name="T114" fmla="*/ 305 w 353"/>
              <a:gd name="T115" fmla="*/ 305 h 353"/>
              <a:gd name="T116" fmla="*/ 305 w 353"/>
              <a:gd name="T117" fmla="*/ 265 h 353"/>
              <a:gd name="T118" fmla="*/ 257 w 353"/>
              <a:gd name="T119" fmla="*/ 265 h 353"/>
              <a:gd name="T120" fmla="*/ 257 w 353"/>
              <a:gd name="T121" fmla="*/ 241 h 353"/>
              <a:gd name="T122" fmla="*/ 305 w 353"/>
              <a:gd name="T123" fmla="*/ 241 h 353"/>
              <a:gd name="T124" fmla="*/ 305 w 353"/>
              <a:gd name="T125" fmla="*/ 265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53" h="353">
                <a:moveTo>
                  <a:pt x="321" y="225"/>
                </a:moveTo>
                <a:cubicBezTo>
                  <a:pt x="321" y="144"/>
                  <a:pt x="321" y="144"/>
                  <a:pt x="321" y="144"/>
                </a:cubicBezTo>
                <a:cubicBezTo>
                  <a:pt x="321" y="64"/>
                  <a:pt x="256" y="0"/>
                  <a:pt x="177" y="0"/>
                </a:cubicBezTo>
                <a:cubicBezTo>
                  <a:pt x="97" y="0"/>
                  <a:pt x="32" y="64"/>
                  <a:pt x="32" y="144"/>
                </a:cubicBezTo>
                <a:cubicBezTo>
                  <a:pt x="32" y="225"/>
                  <a:pt x="32" y="225"/>
                  <a:pt x="32" y="225"/>
                </a:cubicBezTo>
                <a:cubicBezTo>
                  <a:pt x="14" y="225"/>
                  <a:pt x="0" y="239"/>
                  <a:pt x="0" y="257"/>
                </a:cubicBezTo>
                <a:cubicBezTo>
                  <a:pt x="0" y="289"/>
                  <a:pt x="0" y="289"/>
                  <a:pt x="0" y="289"/>
                </a:cubicBezTo>
                <a:cubicBezTo>
                  <a:pt x="0" y="306"/>
                  <a:pt x="14" y="321"/>
                  <a:pt x="32" y="321"/>
                </a:cubicBezTo>
                <a:cubicBezTo>
                  <a:pt x="33" y="321"/>
                  <a:pt x="33" y="321"/>
                  <a:pt x="33" y="321"/>
                </a:cubicBezTo>
                <a:cubicBezTo>
                  <a:pt x="37" y="339"/>
                  <a:pt x="53" y="353"/>
                  <a:pt x="72" y="353"/>
                </a:cubicBezTo>
                <a:cubicBezTo>
                  <a:pt x="94" y="353"/>
                  <a:pt x="112" y="335"/>
                  <a:pt x="112" y="313"/>
                </a:cubicBezTo>
                <a:cubicBezTo>
                  <a:pt x="112" y="233"/>
                  <a:pt x="112" y="233"/>
                  <a:pt x="112" y="233"/>
                </a:cubicBezTo>
                <a:cubicBezTo>
                  <a:pt x="112" y="210"/>
                  <a:pt x="94" y="192"/>
                  <a:pt x="72" y="192"/>
                </a:cubicBezTo>
                <a:cubicBezTo>
                  <a:pt x="63" y="192"/>
                  <a:pt x="55" y="196"/>
                  <a:pt x="48" y="201"/>
                </a:cubicBezTo>
                <a:cubicBezTo>
                  <a:pt x="48" y="144"/>
                  <a:pt x="48" y="144"/>
                  <a:pt x="48" y="144"/>
                </a:cubicBezTo>
                <a:cubicBezTo>
                  <a:pt x="48" y="73"/>
                  <a:pt x="106" y="16"/>
                  <a:pt x="177" y="16"/>
                </a:cubicBezTo>
                <a:cubicBezTo>
                  <a:pt x="247" y="16"/>
                  <a:pt x="305" y="73"/>
                  <a:pt x="305" y="144"/>
                </a:cubicBezTo>
                <a:cubicBezTo>
                  <a:pt x="305" y="201"/>
                  <a:pt x="305" y="201"/>
                  <a:pt x="305" y="201"/>
                </a:cubicBezTo>
                <a:cubicBezTo>
                  <a:pt x="298" y="196"/>
                  <a:pt x="290" y="192"/>
                  <a:pt x="281" y="192"/>
                </a:cubicBezTo>
                <a:cubicBezTo>
                  <a:pt x="259" y="192"/>
                  <a:pt x="241" y="210"/>
                  <a:pt x="241" y="233"/>
                </a:cubicBezTo>
                <a:cubicBezTo>
                  <a:pt x="241" y="313"/>
                  <a:pt x="241" y="313"/>
                  <a:pt x="241" y="313"/>
                </a:cubicBezTo>
                <a:cubicBezTo>
                  <a:pt x="241" y="335"/>
                  <a:pt x="259" y="353"/>
                  <a:pt x="281" y="353"/>
                </a:cubicBezTo>
                <a:cubicBezTo>
                  <a:pt x="300" y="353"/>
                  <a:pt x="316" y="339"/>
                  <a:pt x="320" y="321"/>
                </a:cubicBezTo>
                <a:cubicBezTo>
                  <a:pt x="321" y="321"/>
                  <a:pt x="321" y="321"/>
                  <a:pt x="321" y="321"/>
                </a:cubicBezTo>
                <a:cubicBezTo>
                  <a:pt x="339" y="321"/>
                  <a:pt x="353" y="306"/>
                  <a:pt x="353" y="289"/>
                </a:cubicBezTo>
                <a:cubicBezTo>
                  <a:pt x="353" y="257"/>
                  <a:pt x="353" y="257"/>
                  <a:pt x="353" y="257"/>
                </a:cubicBezTo>
                <a:cubicBezTo>
                  <a:pt x="353" y="239"/>
                  <a:pt x="339" y="225"/>
                  <a:pt x="321" y="225"/>
                </a:cubicBezTo>
                <a:moveTo>
                  <a:pt x="72" y="337"/>
                </a:moveTo>
                <a:cubicBezTo>
                  <a:pt x="62" y="337"/>
                  <a:pt x="53" y="330"/>
                  <a:pt x="50" y="321"/>
                </a:cubicBezTo>
                <a:cubicBezTo>
                  <a:pt x="95" y="321"/>
                  <a:pt x="95" y="321"/>
                  <a:pt x="95" y="321"/>
                </a:cubicBezTo>
                <a:cubicBezTo>
                  <a:pt x="91" y="330"/>
                  <a:pt x="83" y="337"/>
                  <a:pt x="72" y="337"/>
                </a:cubicBezTo>
                <a:moveTo>
                  <a:pt x="96" y="305"/>
                </a:moveTo>
                <a:cubicBezTo>
                  <a:pt x="48" y="305"/>
                  <a:pt x="48" y="305"/>
                  <a:pt x="48" y="305"/>
                </a:cubicBezTo>
                <a:cubicBezTo>
                  <a:pt x="48" y="281"/>
                  <a:pt x="48" y="281"/>
                  <a:pt x="48" y="281"/>
                </a:cubicBezTo>
                <a:cubicBezTo>
                  <a:pt x="96" y="281"/>
                  <a:pt x="96" y="281"/>
                  <a:pt x="96" y="281"/>
                </a:cubicBezTo>
                <a:lnTo>
                  <a:pt x="96" y="305"/>
                </a:lnTo>
                <a:close/>
                <a:moveTo>
                  <a:pt x="72" y="208"/>
                </a:moveTo>
                <a:cubicBezTo>
                  <a:pt x="83" y="208"/>
                  <a:pt x="91" y="215"/>
                  <a:pt x="95" y="225"/>
                </a:cubicBezTo>
                <a:cubicBezTo>
                  <a:pt x="50" y="225"/>
                  <a:pt x="50" y="225"/>
                  <a:pt x="50" y="225"/>
                </a:cubicBezTo>
                <a:cubicBezTo>
                  <a:pt x="53" y="215"/>
                  <a:pt x="62" y="208"/>
                  <a:pt x="72" y="208"/>
                </a:cubicBezTo>
                <a:moveTo>
                  <a:pt x="96" y="265"/>
                </a:moveTo>
                <a:cubicBezTo>
                  <a:pt x="48" y="265"/>
                  <a:pt x="48" y="265"/>
                  <a:pt x="48" y="265"/>
                </a:cubicBezTo>
                <a:cubicBezTo>
                  <a:pt x="48" y="241"/>
                  <a:pt x="48" y="241"/>
                  <a:pt x="48" y="241"/>
                </a:cubicBezTo>
                <a:cubicBezTo>
                  <a:pt x="96" y="241"/>
                  <a:pt x="96" y="241"/>
                  <a:pt x="96" y="241"/>
                </a:cubicBezTo>
                <a:lnTo>
                  <a:pt x="96" y="265"/>
                </a:lnTo>
                <a:close/>
                <a:moveTo>
                  <a:pt x="281" y="208"/>
                </a:moveTo>
                <a:cubicBezTo>
                  <a:pt x="291" y="208"/>
                  <a:pt x="300" y="215"/>
                  <a:pt x="303" y="225"/>
                </a:cubicBezTo>
                <a:cubicBezTo>
                  <a:pt x="258" y="225"/>
                  <a:pt x="258" y="225"/>
                  <a:pt x="258" y="225"/>
                </a:cubicBezTo>
                <a:cubicBezTo>
                  <a:pt x="262" y="215"/>
                  <a:pt x="270" y="208"/>
                  <a:pt x="281" y="208"/>
                </a:cubicBezTo>
                <a:moveTo>
                  <a:pt x="281" y="337"/>
                </a:moveTo>
                <a:cubicBezTo>
                  <a:pt x="270" y="337"/>
                  <a:pt x="262" y="330"/>
                  <a:pt x="258" y="321"/>
                </a:cubicBezTo>
                <a:cubicBezTo>
                  <a:pt x="303" y="321"/>
                  <a:pt x="303" y="321"/>
                  <a:pt x="303" y="321"/>
                </a:cubicBezTo>
                <a:cubicBezTo>
                  <a:pt x="300" y="330"/>
                  <a:pt x="291" y="337"/>
                  <a:pt x="281" y="337"/>
                </a:cubicBezTo>
                <a:moveTo>
                  <a:pt x="305" y="305"/>
                </a:moveTo>
                <a:cubicBezTo>
                  <a:pt x="257" y="305"/>
                  <a:pt x="257" y="305"/>
                  <a:pt x="257" y="305"/>
                </a:cubicBezTo>
                <a:cubicBezTo>
                  <a:pt x="257" y="281"/>
                  <a:pt x="257" y="281"/>
                  <a:pt x="257" y="281"/>
                </a:cubicBezTo>
                <a:cubicBezTo>
                  <a:pt x="305" y="281"/>
                  <a:pt x="305" y="281"/>
                  <a:pt x="305" y="281"/>
                </a:cubicBezTo>
                <a:lnTo>
                  <a:pt x="305" y="305"/>
                </a:lnTo>
                <a:close/>
                <a:moveTo>
                  <a:pt x="305" y="265"/>
                </a:moveTo>
                <a:cubicBezTo>
                  <a:pt x="257" y="265"/>
                  <a:pt x="257" y="265"/>
                  <a:pt x="257" y="265"/>
                </a:cubicBezTo>
                <a:cubicBezTo>
                  <a:pt x="257" y="241"/>
                  <a:pt x="257" y="241"/>
                  <a:pt x="257" y="241"/>
                </a:cubicBezTo>
                <a:cubicBezTo>
                  <a:pt x="305" y="241"/>
                  <a:pt x="305" y="241"/>
                  <a:pt x="305" y="241"/>
                </a:cubicBezTo>
                <a:lnTo>
                  <a:pt x="305" y="26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6" name="Freeform 16"/>
          <p:cNvSpPr>
            <a:spLocks noEditPoints="1"/>
          </p:cNvSpPr>
          <p:nvPr/>
        </p:nvSpPr>
        <p:spPr bwMode="auto">
          <a:xfrm>
            <a:off x="1924051" y="2021418"/>
            <a:ext cx="579967" cy="582084"/>
          </a:xfrm>
          <a:custGeom>
            <a:avLst/>
            <a:gdLst>
              <a:gd name="T0" fmla="*/ 321 w 353"/>
              <a:gd name="T1" fmla="*/ 104 h 353"/>
              <a:gd name="T2" fmla="*/ 321 w 353"/>
              <a:gd name="T3" fmla="*/ 24 h 353"/>
              <a:gd name="T4" fmla="*/ 297 w 353"/>
              <a:gd name="T5" fmla="*/ 0 h 353"/>
              <a:gd name="T6" fmla="*/ 273 w 353"/>
              <a:gd name="T7" fmla="*/ 24 h 353"/>
              <a:gd name="T8" fmla="*/ 273 w 353"/>
              <a:gd name="T9" fmla="*/ 30 h 353"/>
              <a:gd name="T10" fmla="*/ 40 w 353"/>
              <a:gd name="T11" fmla="*/ 98 h 353"/>
              <a:gd name="T12" fmla="*/ 32 w 353"/>
              <a:gd name="T13" fmla="*/ 96 h 353"/>
              <a:gd name="T14" fmla="*/ 16 w 353"/>
              <a:gd name="T15" fmla="*/ 96 h 353"/>
              <a:gd name="T16" fmla="*/ 0 w 353"/>
              <a:gd name="T17" fmla="*/ 112 h 353"/>
              <a:gd name="T18" fmla="*/ 0 w 353"/>
              <a:gd name="T19" fmla="*/ 192 h 353"/>
              <a:gd name="T20" fmla="*/ 16 w 353"/>
              <a:gd name="T21" fmla="*/ 208 h 353"/>
              <a:gd name="T22" fmla="*/ 32 w 353"/>
              <a:gd name="T23" fmla="*/ 208 h 353"/>
              <a:gd name="T24" fmla="*/ 40 w 353"/>
              <a:gd name="T25" fmla="*/ 206 h 353"/>
              <a:gd name="T26" fmla="*/ 50 w 353"/>
              <a:gd name="T27" fmla="*/ 209 h 353"/>
              <a:gd name="T28" fmla="*/ 81 w 353"/>
              <a:gd name="T29" fmla="*/ 347 h 353"/>
              <a:gd name="T30" fmla="*/ 81 w 353"/>
              <a:gd name="T31" fmla="*/ 347 h 353"/>
              <a:gd name="T32" fmla="*/ 89 w 353"/>
              <a:gd name="T33" fmla="*/ 353 h 353"/>
              <a:gd name="T34" fmla="*/ 153 w 353"/>
              <a:gd name="T35" fmla="*/ 353 h 353"/>
              <a:gd name="T36" fmla="*/ 161 w 353"/>
              <a:gd name="T37" fmla="*/ 345 h 353"/>
              <a:gd name="T38" fmla="*/ 160 w 353"/>
              <a:gd name="T39" fmla="*/ 343 h 353"/>
              <a:gd name="T40" fmla="*/ 161 w 353"/>
              <a:gd name="T41" fmla="*/ 343 h 353"/>
              <a:gd name="T42" fmla="*/ 135 w 353"/>
              <a:gd name="T43" fmla="*/ 234 h 353"/>
              <a:gd name="T44" fmla="*/ 273 w 353"/>
              <a:gd name="T45" fmla="*/ 275 h 353"/>
              <a:gd name="T46" fmla="*/ 273 w 353"/>
              <a:gd name="T47" fmla="*/ 281 h 353"/>
              <a:gd name="T48" fmla="*/ 297 w 353"/>
              <a:gd name="T49" fmla="*/ 305 h 353"/>
              <a:gd name="T50" fmla="*/ 321 w 353"/>
              <a:gd name="T51" fmla="*/ 281 h 353"/>
              <a:gd name="T52" fmla="*/ 321 w 353"/>
              <a:gd name="T53" fmla="*/ 200 h 353"/>
              <a:gd name="T54" fmla="*/ 353 w 353"/>
              <a:gd name="T55" fmla="*/ 168 h 353"/>
              <a:gd name="T56" fmla="*/ 353 w 353"/>
              <a:gd name="T57" fmla="*/ 136 h 353"/>
              <a:gd name="T58" fmla="*/ 321 w 353"/>
              <a:gd name="T59" fmla="*/ 104 h 353"/>
              <a:gd name="T60" fmla="*/ 32 w 353"/>
              <a:gd name="T61" fmla="*/ 192 h 353"/>
              <a:gd name="T62" fmla="*/ 16 w 353"/>
              <a:gd name="T63" fmla="*/ 192 h 353"/>
              <a:gd name="T64" fmla="*/ 16 w 353"/>
              <a:gd name="T65" fmla="*/ 112 h 353"/>
              <a:gd name="T66" fmla="*/ 32 w 353"/>
              <a:gd name="T67" fmla="*/ 112 h 353"/>
              <a:gd name="T68" fmla="*/ 32 w 353"/>
              <a:gd name="T69" fmla="*/ 192 h 353"/>
              <a:gd name="T70" fmla="*/ 143 w 353"/>
              <a:gd name="T71" fmla="*/ 337 h 353"/>
              <a:gd name="T72" fmla="*/ 95 w 353"/>
              <a:gd name="T73" fmla="*/ 337 h 353"/>
              <a:gd name="T74" fmla="*/ 91 w 353"/>
              <a:gd name="T75" fmla="*/ 321 h 353"/>
              <a:gd name="T76" fmla="*/ 139 w 353"/>
              <a:gd name="T77" fmla="*/ 321 h 353"/>
              <a:gd name="T78" fmla="*/ 143 w 353"/>
              <a:gd name="T79" fmla="*/ 337 h 353"/>
              <a:gd name="T80" fmla="*/ 135 w 353"/>
              <a:gd name="T81" fmla="*/ 305 h 353"/>
              <a:gd name="T82" fmla="*/ 88 w 353"/>
              <a:gd name="T83" fmla="*/ 305 h 353"/>
              <a:gd name="T84" fmla="*/ 68 w 353"/>
              <a:gd name="T85" fmla="*/ 214 h 353"/>
              <a:gd name="T86" fmla="*/ 117 w 353"/>
              <a:gd name="T87" fmla="*/ 229 h 353"/>
              <a:gd name="T88" fmla="*/ 135 w 353"/>
              <a:gd name="T89" fmla="*/ 305 h 353"/>
              <a:gd name="T90" fmla="*/ 273 w 353"/>
              <a:gd name="T91" fmla="*/ 258 h 353"/>
              <a:gd name="T92" fmla="*/ 48 w 353"/>
              <a:gd name="T93" fmla="*/ 192 h 353"/>
              <a:gd name="T94" fmla="*/ 48 w 353"/>
              <a:gd name="T95" fmla="*/ 113 h 353"/>
              <a:gd name="T96" fmla="*/ 273 w 353"/>
              <a:gd name="T97" fmla="*/ 47 h 353"/>
              <a:gd name="T98" fmla="*/ 273 w 353"/>
              <a:gd name="T99" fmla="*/ 258 h 353"/>
              <a:gd name="T100" fmla="*/ 305 w 353"/>
              <a:gd name="T101" fmla="*/ 281 h 353"/>
              <a:gd name="T102" fmla="*/ 297 w 353"/>
              <a:gd name="T103" fmla="*/ 289 h 353"/>
              <a:gd name="T104" fmla="*/ 289 w 353"/>
              <a:gd name="T105" fmla="*/ 281 h 353"/>
              <a:gd name="T106" fmla="*/ 289 w 353"/>
              <a:gd name="T107" fmla="*/ 24 h 353"/>
              <a:gd name="T108" fmla="*/ 297 w 353"/>
              <a:gd name="T109" fmla="*/ 16 h 353"/>
              <a:gd name="T110" fmla="*/ 305 w 353"/>
              <a:gd name="T111" fmla="*/ 24 h 353"/>
              <a:gd name="T112" fmla="*/ 305 w 353"/>
              <a:gd name="T113" fmla="*/ 281 h 353"/>
              <a:gd name="T114" fmla="*/ 337 w 353"/>
              <a:gd name="T115" fmla="*/ 168 h 353"/>
              <a:gd name="T116" fmla="*/ 321 w 353"/>
              <a:gd name="T117" fmla="*/ 184 h 353"/>
              <a:gd name="T118" fmla="*/ 321 w 353"/>
              <a:gd name="T119" fmla="*/ 120 h 353"/>
              <a:gd name="T120" fmla="*/ 337 w 353"/>
              <a:gd name="T121" fmla="*/ 136 h 353"/>
              <a:gd name="T122" fmla="*/ 337 w 353"/>
              <a:gd name="T123" fmla="*/ 168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353" h="353">
                <a:moveTo>
                  <a:pt x="321" y="104"/>
                </a:moveTo>
                <a:cubicBezTo>
                  <a:pt x="321" y="24"/>
                  <a:pt x="321" y="24"/>
                  <a:pt x="321" y="24"/>
                </a:cubicBezTo>
                <a:cubicBezTo>
                  <a:pt x="321" y="11"/>
                  <a:pt x="311" y="0"/>
                  <a:pt x="297" y="0"/>
                </a:cubicBezTo>
                <a:cubicBezTo>
                  <a:pt x="284" y="0"/>
                  <a:pt x="273" y="11"/>
                  <a:pt x="273" y="24"/>
                </a:cubicBezTo>
                <a:cubicBezTo>
                  <a:pt x="273" y="30"/>
                  <a:pt x="273" y="30"/>
                  <a:pt x="273" y="30"/>
                </a:cubicBezTo>
                <a:cubicBezTo>
                  <a:pt x="40" y="98"/>
                  <a:pt x="40" y="98"/>
                  <a:pt x="40" y="98"/>
                </a:cubicBezTo>
                <a:cubicBezTo>
                  <a:pt x="38" y="97"/>
                  <a:pt x="35" y="96"/>
                  <a:pt x="32" y="96"/>
                </a:cubicBezTo>
                <a:cubicBezTo>
                  <a:pt x="16" y="96"/>
                  <a:pt x="16" y="96"/>
                  <a:pt x="16" y="96"/>
                </a:cubicBezTo>
                <a:cubicBezTo>
                  <a:pt x="7" y="96"/>
                  <a:pt x="0" y="103"/>
                  <a:pt x="0" y="112"/>
                </a:cubicBezTo>
                <a:cubicBezTo>
                  <a:pt x="0" y="192"/>
                  <a:pt x="0" y="192"/>
                  <a:pt x="0" y="192"/>
                </a:cubicBezTo>
                <a:cubicBezTo>
                  <a:pt x="0" y="201"/>
                  <a:pt x="7" y="208"/>
                  <a:pt x="16" y="208"/>
                </a:cubicBezTo>
                <a:cubicBezTo>
                  <a:pt x="32" y="208"/>
                  <a:pt x="32" y="208"/>
                  <a:pt x="32" y="208"/>
                </a:cubicBezTo>
                <a:cubicBezTo>
                  <a:pt x="35" y="208"/>
                  <a:pt x="38" y="208"/>
                  <a:pt x="40" y="206"/>
                </a:cubicBezTo>
                <a:cubicBezTo>
                  <a:pt x="50" y="209"/>
                  <a:pt x="50" y="209"/>
                  <a:pt x="50" y="209"/>
                </a:cubicBezTo>
                <a:cubicBezTo>
                  <a:pt x="81" y="347"/>
                  <a:pt x="81" y="347"/>
                  <a:pt x="81" y="347"/>
                </a:cubicBezTo>
                <a:cubicBezTo>
                  <a:pt x="81" y="347"/>
                  <a:pt x="81" y="347"/>
                  <a:pt x="81" y="347"/>
                </a:cubicBezTo>
                <a:cubicBezTo>
                  <a:pt x="82" y="350"/>
                  <a:pt x="85" y="353"/>
                  <a:pt x="89" y="353"/>
                </a:cubicBezTo>
                <a:cubicBezTo>
                  <a:pt x="153" y="353"/>
                  <a:pt x="153" y="353"/>
                  <a:pt x="153" y="353"/>
                </a:cubicBezTo>
                <a:cubicBezTo>
                  <a:pt x="157" y="353"/>
                  <a:pt x="161" y="349"/>
                  <a:pt x="161" y="345"/>
                </a:cubicBezTo>
                <a:cubicBezTo>
                  <a:pt x="161" y="344"/>
                  <a:pt x="161" y="344"/>
                  <a:pt x="160" y="343"/>
                </a:cubicBezTo>
                <a:cubicBezTo>
                  <a:pt x="161" y="343"/>
                  <a:pt x="161" y="343"/>
                  <a:pt x="161" y="343"/>
                </a:cubicBezTo>
                <a:cubicBezTo>
                  <a:pt x="135" y="234"/>
                  <a:pt x="135" y="234"/>
                  <a:pt x="135" y="234"/>
                </a:cubicBezTo>
                <a:cubicBezTo>
                  <a:pt x="273" y="275"/>
                  <a:pt x="273" y="275"/>
                  <a:pt x="273" y="275"/>
                </a:cubicBezTo>
                <a:cubicBezTo>
                  <a:pt x="273" y="281"/>
                  <a:pt x="273" y="281"/>
                  <a:pt x="273" y="281"/>
                </a:cubicBezTo>
                <a:cubicBezTo>
                  <a:pt x="273" y="294"/>
                  <a:pt x="284" y="305"/>
                  <a:pt x="297" y="305"/>
                </a:cubicBezTo>
                <a:cubicBezTo>
                  <a:pt x="311" y="305"/>
                  <a:pt x="321" y="294"/>
                  <a:pt x="321" y="281"/>
                </a:cubicBezTo>
                <a:cubicBezTo>
                  <a:pt x="321" y="200"/>
                  <a:pt x="321" y="200"/>
                  <a:pt x="321" y="200"/>
                </a:cubicBezTo>
                <a:cubicBezTo>
                  <a:pt x="339" y="200"/>
                  <a:pt x="353" y="186"/>
                  <a:pt x="353" y="168"/>
                </a:cubicBezTo>
                <a:cubicBezTo>
                  <a:pt x="353" y="136"/>
                  <a:pt x="353" y="136"/>
                  <a:pt x="353" y="136"/>
                </a:cubicBezTo>
                <a:cubicBezTo>
                  <a:pt x="353" y="118"/>
                  <a:pt x="339" y="104"/>
                  <a:pt x="321" y="104"/>
                </a:cubicBezTo>
                <a:moveTo>
                  <a:pt x="32" y="192"/>
                </a:moveTo>
                <a:cubicBezTo>
                  <a:pt x="16" y="192"/>
                  <a:pt x="16" y="192"/>
                  <a:pt x="16" y="192"/>
                </a:cubicBezTo>
                <a:cubicBezTo>
                  <a:pt x="16" y="112"/>
                  <a:pt x="16" y="112"/>
                  <a:pt x="16" y="112"/>
                </a:cubicBezTo>
                <a:cubicBezTo>
                  <a:pt x="32" y="112"/>
                  <a:pt x="32" y="112"/>
                  <a:pt x="32" y="112"/>
                </a:cubicBezTo>
                <a:lnTo>
                  <a:pt x="32" y="192"/>
                </a:lnTo>
                <a:close/>
                <a:moveTo>
                  <a:pt x="143" y="337"/>
                </a:moveTo>
                <a:cubicBezTo>
                  <a:pt x="95" y="337"/>
                  <a:pt x="95" y="337"/>
                  <a:pt x="95" y="337"/>
                </a:cubicBezTo>
                <a:cubicBezTo>
                  <a:pt x="91" y="321"/>
                  <a:pt x="91" y="321"/>
                  <a:pt x="91" y="321"/>
                </a:cubicBezTo>
                <a:cubicBezTo>
                  <a:pt x="139" y="321"/>
                  <a:pt x="139" y="321"/>
                  <a:pt x="139" y="321"/>
                </a:cubicBezTo>
                <a:lnTo>
                  <a:pt x="143" y="337"/>
                </a:lnTo>
                <a:close/>
                <a:moveTo>
                  <a:pt x="135" y="305"/>
                </a:moveTo>
                <a:cubicBezTo>
                  <a:pt x="88" y="305"/>
                  <a:pt x="88" y="305"/>
                  <a:pt x="88" y="305"/>
                </a:cubicBezTo>
                <a:cubicBezTo>
                  <a:pt x="68" y="214"/>
                  <a:pt x="68" y="214"/>
                  <a:pt x="68" y="214"/>
                </a:cubicBezTo>
                <a:cubicBezTo>
                  <a:pt x="117" y="229"/>
                  <a:pt x="117" y="229"/>
                  <a:pt x="117" y="229"/>
                </a:cubicBezTo>
                <a:lnTo>
                  <a:pt x="135" y="305"/>
                </a:lnTo>
                <a:close/>
                <a:moveTo>
                  <a:pt x="273" y="258"/>
                </a:moveTo>
                <a:cubicBezTo>
                  <a:pt x="48" y="192"/>
                  <a:pt x="48" y="192"/>
                  <a:pt x="48" y="192"/>
                </a:cubicBezTo>
                <a:cubicBezTo>
                  <a:pt x="48" y="113"/>
                  <a:pt x="48" y="113"/>
                  <a:pt x="48" y="113"/>
                </a:cubicBezTo>
                <a:cubicBezTo>
                  <a:pt x="273" y="47"/>
                  <a:pt x="273" y="47"/>
                  <a:pt x="273" y="47"/>
                </a:cubicBezTo>
                <a:lnTo>
                  <a:pt x="273" y="258"/>
                </a:lnTo>
                <a:close/>
                <a:moveTo>
                  <a:pt x="305" y="281"/>
                </a:moveTo>
                <a:cubicBezTo>
                  <a:pt x="305" y="285"/>
                  <a:pt x="302" y="289"/>
                  <a:pt x="297" y="289"/>
                </a:cubicBezTo>
                <a:cubicBezTo>
                  <a:pt x="293" y="289"/>
                  <a:pt x="289" y="285"/>
                  <a:pt x="289" y="281"/>
                </a:cubicBezTo>
                <a:cubicBezTo>
                  <a:pt x="289" y="24"/>
                  <a:pt x="289" y="24"/>
                  <a:pt x="289" y="24"/>
                </a:cubicBezTo>
                <a:cubicBezTo>
                  <a:pt x="289" y="19"/>
                  <a:pt x="293" y="16"/>
                  <a:pt x="297" y="16"/>
                </a:cubicBezTo>
                <a:cubicBezTo>
                  <a:pt x="302" y="16"/>
                  <a:pt x="305" y="19"/>
                  <a:pt x="305" y="24"/>
                </a:cubicBezTo>
                <a:lnTo>
                  <a:pt x="305" y="281"/>
                </a:lnTo>
                <a:close/>
                <a:moveTo>
                  <a:pt x="337" y="168"/>
                </a:moveTo>
                <a:cubicBezTo>
                  <a:pt x="337" y="177"/>
                  <a:pt x="330" y="184"/>
                  <a:pt x="321" y="184"/>
                </a:cubicBezTo>
                <a:cubicBezTo>
                  <a:pt x="321" y="120"/>
                  <a:pt x="321" y="120"/>
                  <a:pt x="321" y="120"/>
                </a:cubicBezTo>
                <a:cubicBezTo>
                  <a:pt x="330" y="120"/>
                  <a:pt x="337" y="127"/>
                  <a:pt x="337" y="136"/>
                </a:cubicBezTo>
                <a:lnTo>
                  <a:pt x="337" y="16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7" name="Freeform 17"/>
          <p:cNvSpPr>
            <a:spLocks noEditPoints="1"/>
          </p:cNvSpPr>
          <p:nvPr/>
        </p:nvSpPr>
        <p:spPr bwMode="auto">
          <a:xfrm>
            <a:off x="3033185" y="2021418"/>
            <a:ext cx="582084" cy="582084"/>
          </a:xfrm>
          <a:custGeom>
            <a:avLst/>
            <a:gdLst>
              <a:gd name="T0" fmla="*/ 305 w 353"/>
              <a:gd name="T1" fmla="*/ 24 h 353"/>
              <a:gd name="T2" fmla="*/ 256 w 353"/>
              <a:gd name="T3" fmla="*/ 24 h 353"/>
              <a:gd name="T4" fmla="*/ 133 w 353"/>
              <a:gd name="T5" fmla="*/ 67 h 353"/>
              <a:gd name="T6" fmla="*/ 0 w 353"/>
              <a:gd name="T7" fmla="*/ 96 h 353"/>
              <a:gd name="T8" fmla="*/ 16 w 353"/>
              <a:gd name="T9" fmla="*/ 225 h 353"/>
              <a:gd name="T10" fmla="*/ 96 w 353"/>
              <a:gd name="T11" fmla="*/ 347 h 353"/>
              <a:gd name="T12" fmla="*/ 104 w 353"/>
              <a:gd name="T13" fmla="*/ 353 h 353"/>
              <a:gd name="T14" fmla="*/ 176 w 353"/>
              <a:gd name="T15" fmla="*/ 345 h 353"/>
              <a:gd name="T16" fmla="*/ 176 w 353"/>
              <a:gd name="T17" fmla="*/ 343 h 353"/>
              <a:gd name="T18" fmla="*/ 256 w 353"/>
              <a:gd name="T19" fmla="*/ 275 h 353"/>
              <a:gd name="T20" fmla="*/ 281 w 353"/>
              <a:gd name="T21" fmla="*/ 305 h 353"/>
              <a:gd name="T22" fmla="*/ 305 w 353"/>
              <a:gd name="T23" fmla="*/ 200 h 353"/>
              <a:gd name="T24" fmla="*/ 305 w 353"/>
              <a:gd name="T25" fmla="*/ 104 h 353"/>
              <a:gd name="T26" fmla="*/ 16 w 353"/>
              <a:gd name="T27" fmla="*/ 176 h 353"/>
              <a:gd name="T28" fmla="*/ 64 w 353"/>
              <a:gd name="T29" fmla="*/ 168 h 353"/>
              <a:gd name="T30" fmla="*/ 16 w 353"/>
              <a:gd name="T31" fmla="*/ 160 h 353"/>
              <a:gd name="T32" fmla="*/ 40 w 353"/>
              <a:gd name="T33" fmla="*/ 144 h 353"/>
              <a:gd name="T34" fmla="*/ 40 w 353"/>
              <a:gd name="T35" fmla="*/ 128 h 353"/>
              <a:gd name="T36" fmla="*/ 16 w 353"/>
              <a:gd name="T37" fmla="*/ 96 h 353"/>
              <a:gd name="T38" fmla="*/ 128 w 353"/>
              <a:gd name="T39" fmla="*/ 221 h 353"/>
              <a:gd name="T40" fmla="*/ 103 w 353"/>
              <a:gd name="T41" fmla="*/ 305 h 353"/>
              <a:gd name="T42" fmla="*/ 133 w 353"/>
              <a:gd name="T43" fmla="*/ 238 h 353"/>
              <a:gd name="T44" fmla="*/ 151 w 353"/>
              <a:gd name="T45" fmla="*/ 305 h 353"/>
              <a:gd name="T46" fmla="*/ 155 w 353"/>
              <a:gd name="T47" fmla="*/ 321 h 353"/>
              <a:gd name="T48" fmla="*/ 110 w 353"/>
              <a:gd name="T49" fmla="*/ 337 h 353"/>
              <a:gd name="T50" fmla="*/ 155 w 353"/>
              <a:gd name="T51" fmla="*/ 321 h 353"/>
              <a:gd name="T52" fmla="*/ 144 w 353"/>
              <a:gd name="T53" fmla="*/ 224 h 353"/>
              <a:gd name="T54" fmla="*/ 256 w 353"/>
              <a:gd name="T55" fmla="*/ 47 h 353"/>
              <a:gd name="T56" fmla="*/ 289 w 353"/>
              <a:gd name="T57" fmla="*/ 281 h 353"/>
              <a:gd name="T58" fmla="*/ 273 w 353"/>
              <a:gd name="T59" fmla="*/ 281 h 353"/>
              <a:gd name="T60" fmla="*/ 281 w 353"/>
              <a:gd name="T61" fmla="*/ 16 h 353"/>
              <a:gd name="T62" fmla="*/ 289 w 353"/>
              <a:gd name="T63" fmla="*/ 281 h 353"/>
              <a:gd name="T64" fmla="*/ 305 w 353"/>
              <a:gd name="T65" fmla="*/ 120 h 353"/>
              <a:gd name="T66" fmla="*/ 305 w 353"/>
              <a:gd name="T67" fmla="*/ 184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353" h="353">
                <a:moveTo>
                  <a:pt x="305" y="104"/>
                </a:moveTo>
                <a:cubicBezTo>
                  <a:pt x="305" y="24"/>
                  <a:pt x="305" y="24"/>
                  <a:pt x="305" y="24"/>
                </a:cubicBezTo>
                <a:cubicBezTo>
                  <a:pt x="305" y="11"/>
                  <a:pt x="294" y="0"/>
                  <a:pt x="281" y="0"/>
                </a:cubicBezTo>
                <a:cubicBezTo>
                  <a:pt x="267" y="0"/>
                  <a:pt x="256" y="11"/>
                  <a:pt x="256" y="24"/>
                </a:cubicBezTo>
                <a:cubicBezTo>
                  <a:pt x="256" y="30"/>
                  <a:pt x="256" y="30"/>
                  <a:pt x="256" y="30"/>
                </a:cubicBezTo>
                <a:cubicBezTo>
                  <a:pt x="133" y="67"/>
                  <a:pt x="133" y="67"/>
                  <a:pt x="133" y="67"/>
                </a:cubicBezTo>
                <a:cubicBezTo>
                  <a:pt x="16" y="80"/>
                  <a:pt x="16" y="80"/>
                  <a:pt x="16" y="80"/>
                </a:cubicBezTo>
                <a:cubicBezTo>
                  <a:pt x="7" y="80"/>
                  <a:pt x="0" y="87"/>
                  <a:pt x="0" y="96"/>
                </a:cubicBezTo>
                <a:cubicBezTo>
                  <a:pt x="0" y="208"/>
                  <a:pt x="0" y="208"/>
                  <a:pt x="0" y="208"/>
                </a:cubicBezTo>
                <a:cubicBezTo>
                  <a:pt x="0" y="217"/>
                  <a:pt x="7" y="225"/>
                  <a:pt x="16" y="225"/>
                </a:cubicBezTo>
                <a:cubicBezTo>
                  <a:pt x="70" y="231"/>
                  <a:pt x="70" y="231"/>
                  <a:pt x="70" y="231"/>
                </a:cubicBezTo>
                <a:cubicBezTo>
                  <a:pt x="96" y="347"/>
                  <a:pt x="96" y="347"/>
                  <a:pt x="96" y="347"/>
                </a:cubicBezTo>
                <a:cubicBezTo>
                  <a:pt x="96" y="347"/>
                  <a:pt x="96" y="347"/>
                  <a:pt x="96" y="347"/>
                </a:cubicBezTo>
                <a:cubicBezTo>
                  <a:pt x="97" y="350"/>
                  <a:pt x="100" y="353"/>
                  <a:pt x="104" y="353"/>
                </a:cubicBezTo>
                <a:cubicBezTo>
                  <a:pt x="168" y="353"/>
                  <a:pt x="168" y="353"/>
                  <a:pt x="168" y="353"/>
                </a:cubicBezTo>
                <a:cubicBezTo>
                  <a:pt x="173" y="353"/>
                  <a:pt x="176" y="349"/>
                  <a:pt x="176" y="345"/>
                </a:cubicBezTo>
                <a:cubicBezTo>
                  <a:pt x="176" y="344"/>
                  <a:pt x="176" y="344"/>
                  <a:pt x="176" y="343"/>
                </a:cubicBezTo>
                <a:cubicBezTo>
                  <a:pt x="176" y="343"/>
                  <a:pt x="176" y="343"/>
                  <a:pt x="176" y="343"/>
                </a:cubicBezTo>
                <a:cubicBezTo>
                  <a:pt x="154" y="244"/>
                  <a:pt x="154" y="244"/>
                  <a:pt x="154" y="244"/>
                </a:cubicBezTo>
                <a:cubicBezTo>
                  <a:pt x="256" y="275"/>
                  <a:pt x="256" y="275"/>
                  <a:pt x="256" y="275"/>
                </a:cubicBezTo>
                <a:cubicBezTo>
                  <a:pt x="256" y="281"/>
                  <a:pt x="256" y="281"/>
                  <a:pt x="256" y="281"/>
                </a:cubicBezTo>
                <a:cubicBezTo>
                  <a:pt x="256" y="294"/>
                  <a:pt x="267" y="305"/>
                  <a:pt x="281" y="305"/>
                </a:cubicBezTo>
                <a:cubicBezTo>
                  <a:pt x="294" y="305"/>
                  <a:pt x="305" y="294"/>
                  <a:pt x="305" y="281"/>
                </a:cubicBezTo>
                <a:cubicBezTo>
                  <a:pt x="305" y="200"/>
                  <a:pt x="305" y="200"/>
                  <a:pt x="305" y="200"/>
                </a:cubicBezTo>
                <a:cubicBezTo>
                  <a:pt x="331" y="200"/>
                  <a:pt x="353" y="179"/>
                  <a:pt x="353" y="152"/>
                </a:cubicBezTo>
                <a:cubicBezTo>
                  <a:pt x="353" y="126"/>
                  <a:pt x="331" y="104"/>
                  <a:pt x="305" y="104"/>
                </a:cubicBezTo>
                <a:moveTo>
                  <a:pt x="16" y="208"/>
                </a:moveTo>
                <a:cubicBezTo>
                  <a:pt x="16" y="176"/>
                  <a:pt x="16" y="176"/>
                  <a:pt x="16" y="176"/>
                </a:cubicBezTo>
                <a:cubicBezTo>
                  <a:pt x="56" y="176"/>
                  <a:pt x="56" y="176"/>
                  <a:pt x="56" y="176"/>
                </a:cubicBezTo>
                <a:cubicBezTo>
                  <a:pt x="60" y="176"/>
                  <a:pt x="64" y="173"/>
                  <a:pt x="64" y="168"/>
                </a:cubicBezTo>
                <a:cubicBezTo>
                  <a:pt x="64" y="164"/>
                  <a:pt x="60" y="160"/>
                  <a:pt x="56" y="160"/>
                </a:cubicBezTo>
                <a:cubicBezTo>
                  <a:pt x="16" y="160"/>
                  <a:pt x="16" y="160"/>
                  <a:pt x="16" y="160"/>
                </a:cubicBezTo>
                <a:cubicBezTo>
                  <a:pt x="16" y="144"/>
                  <a:pt x="16" y="144"/>
                  <a:pt x="16" y="144"/>
                </a:cubicBezTo>
                <a:cubicBezTo>
                  <a:pt x="40" y="144"/>
                  <a:pt x="40" y="144"/>
                  <a:pt x="40" y="144"/>
                </a:cubicBezTo>
                <a:cubicBezTo>
                  <a:pt x="44" y="144"/>
                  <a:pt x="48" y="141"/>
                  <a:pt x="48" y="136"/>
                </a:cubicBezTo>
                <a:cubicBezTo>
                  <a:pt x="48" y="132"/>
                  <a:pt x="44" y="128"/>
                  <a:pt x="40" y="128"/>
                </a:cubicBezTo>
                <a:cubicBezTo>
                  <a:pt x="16" y="128"/>
                  <a:pt x="16" y="128"/>
                  <a:pt x="16" y="128"/>
                </a:cubicBezTo>
                <a:cubicBezTo>
                  <a:pt x="16" y="96"/>
                  <a:pt x="16" y="96"/>
                  <a:pt x="16" y="96"/>
                </a:cubicBezTo>
                <a:cubicBezTo>
                  <a:pt x="128" y="84"/>
                  <a:pt x="128" y="84"/>
                  <a:pt x="128" y="84"/>
                </a:cubicBezTo>
                <a:cubicBezTo>
                  <a:pt x="128" y="221"/>
                  <a:pt x="128" y="221"/>
                  <a:pt x="128" y="221"/>
                </a:cubicBezTo>
                <a:lnTo>
                  <a:pt x="16" y="208"/>
                </a:lnTo>
                <a:close/>
                <a:moveTo>
                  <a:pt x="103" y="305"/>
                </a:moveTo>
                <a:cubicBezTo>
                  <a:pt x="87" y="232"/>
                  <a:pt x="87" y="232"/>
                  <a:pt x="87" y="232"/>
                </a:cubicBezTo>
                <a:cubicBezTo>
                  <a:pt x="133" y="238"/>
                  <a:pt x="133" y="238"/>
                  <a:pt x="133" y="238"/>
                </a:cubicBezTo>
                <a:cubicBezTo>
                  <a:pt x="136" y="238"/>
                  <a:pt x="136" y="238"/>
                  <a:pt x="136" y="238"/>
                </a:cubicBezTo>
                <a:cubicBezTo>
                  <a:pt x="151" y="305"/>
                  <a:pt x="151" y="305"/>
                  <a:pt x="151" y="305"/>
                </a:cubicBezTo>
                <a:lnTo>
                  <a:pt x="103" y="305"/>
                </a:lnTo>
                <a:close/>
                <a:moveTo>
                  <a:pt x="155" y="321"/>
                </a:moveTo>
                <a:cubicBezTo>
                  <a:pt x="158" y="337"/>
                  <a:pt x="158" y="337"/>
                  <a:pt x="158" y="337"/>
                </a:cubicBezTo>
                <a:cubicBezTo>
                  <a:pt x="110" y="337"/>
                  <a:pt x="110" y="337"/>
                  <a:pt x="110" y="337"/>
                </a:cubicBezTo>
                <a:cubicBezTo>
                  <a:pt x="107" y="321"/>
                  <a:pt x="107" y="321"/>
                  <a:pt x="107" y="321"/>
                </a:cubicBezTo>
                <a:lnTo>
                  <a:pt x="155" y="321"/>
                </a:lnTo>
                <a:close/>
                <a:moveTo>
                  <a:pt x="256" y="258"/>
                </a:moveTo>
                <a:cubicBezTo>
                  <a:pt x="144" y="224"/>
                  <a:pt x="144" y="224"/>
                  <a:pt x="144" y="224"/>
                </a:cubicBezTo>
                <a:cubicBezTo>
                  <a:pt x="144" y="80"/>
                  <a:pt x="144" y="80"/>
                  <a:pt x="144" y="80"/>
                </a:cubicBezTo>
                <a:cubicBezTo>
                  <a:pt x="256" y="47"/>
                  <a:pt x="256" y="47"/>
                  <a:pt x="256" y="47"/>
                </a:cubicBezTo>
                <a:lnTo>
                  <a:pt x="256" y="258"/>
                </a:lnTo>
                <a:close/>
                <a:moveTo>
                  <a:pt x="289" y="281"/>
                </a:moveTo>
                <a:cubicBezTo>
                  <a:pt x="289" y="285"/>
                  <a:pt x="285" y="289"/>
                  <a:pt x="281" y="289"/>
                </a:cubicBezTo>
                <a:cubicBezTo>
                  <a:pt x="276" y="289"/>
                  <a:pt x="273" y="285"/>
                  <a:pt x="273" y="281"/>
                </a:cubicBezTo>
                <a:cubicBezTo>
                  <a:pt x="273" y="24"/>
                  <a:pt x="273" y="24"/>
                  <a:pt x="273" y="24"/>
                </a:cubicBezTo>
                <a:cubicBezTo>
                  <a:pt x="273" y="19"/>
                  <a:pt x="276" y="16"/>
                  <a:pt x="281" y="16"/>
                </a:cubicBezTo>
                <a:cubicBezTo>
                  <a:pt x="285" y="16"/>
                  <a:pt x="289" y="19"/>
                  <a:pt x="289" y="24"/>
                </a:cubicBezTo>
                <a:lnTo>
                  <a:pt x="289" y="281"/>
                </a:lnTo>
                <a:close/>
                <a:moveTo>
                  <a:pt x="305" y="184"/>
                </a:moveTo>
                <a:cubicBezTo>
                  <a:pt x="305" y="120"/>
                  <a:pt x="305" y="120"/>
                  <a:pt x="305" y="120"/>
                </a:cubicBezTo>
                <a:cubicBezTo>
                  <a:pt x="322" y="120"/>
                  <a:pt x="337" y="135"/>
                  <a:pt x="337" y="152"/>
                </a:cubicBezTo>
                <a:cubicBezTo>
                  <a:pt x="337" y="170"/>
                  <a:pt x="322" y="184"/>
                  <a:pt x="305" y="184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8" name="Freeform 18"/>
          <p:cNvSpPr>
            <a:spLocks noEditPoints="1"/>
          </p:cNvSpPr>
          <p:nvPr/>
        </p:nvSpPr>
        <p:spPr bwMode="auto">
          <a:xfrm>
            <a:off x="4142318" y="2048935"/>
            <a:ext cx="579967" cy="527051"/>
          </a:xfrm>
          <a:custGeom>
            <a:avLst/>
            <a:gdLst>
              <a:gd name="T0" fmla="*/ 321 w 353"/>
              <a:gd name="T1" fmla="*/ 112 h 321"/>
              <a:gd name="T2" fmla="*/ 321 w 353"/>
              <a:gd name="T3" fmla="*/ 24 h 321"/>
              <a:gd name="T4" fmla="*/ 297 w 353"/>
              <a:gd name="T5" fmla="*/ 0 h 321"/>
              <a:gd name="T6" fmla="*/ 273 w 353"/>
              <a:gd name="T7" fmla="*/ 24 h 321"/>
              <a:gd name="T8" fmla="*/ 273 w 353"/>
              <a:gd name="T9" fmla="*/ 30 h 321"/>
              <a:gd name="T10" fmla="*/ 39 w 353"/>
              <a:gd name="T11" fmla="*/ 106 h 321"/>
              <a:gd name="T12" fmla="*/ 32 w 353"/>
              <a:gd name="T13" fmla="*/ 104 h 321"/>
              <a:gd name="T14" fmla="*/ 16 w 353"/>
              <a:gd name="T15" fmla="*/ 104 h 321"/>
              <a:gd name="T16" fmla="*/ 0 w 353"/>
              <a:gd name="T17" fmla="*/ 120 h 321"/>
              <a:gd name="T18" fmla="*/ 0 w 353"/>
              <a:gd name="T19" fmla="*/ 200 h 321"/>
              <a:gd name="T20" fmla="*/ 16 w 353"/>
              <a:gd name="T21" fmla="*/ 217 h 321"/>
              <a:gd name="T22" fmla="*/ 32 w 353"/>
              <a:gd name="T23" fmla="*/ 217 h 321"/>
              <a:gd name="T24" fmla="*/ 39 w 353"/>
              <a:gd name="T25" fmla="*/ 215 h 321"/>
              <a:gd name="T26" fmla="*/ 77 w 353"/>
              <a:gd name="T27" fmla="*/ 227 h 321"/>
              <a:gd name="T28" fmla="*/ 74 w 353"/>
              <a:gd name="T29" fmla="*/ 237 h 321"/>
              <a:gd name="T30" fmla="*/ 95 w 353"/>
              <a:gd name="T31" fmla="*/ 277 h 321"/>
              <a:gd name="T32" fmla="*/ 179 w 353"/>
              <a:gd name="T33" fmla="*/ 304 h 321"/>
              <a:gd name="T34" fmla="*/ 219 w 353"/>
              <a:gd name="T35" fmla="*/ 283 h 321"/>
              <a:gd name="T36" fmla="*/ 222 w 353"/>
              <a:gd name="T37" fmla="*/ 274 h 321"/>
              <a:gd name="T38" fmla="*/ 273 w 353"/>
              <a:gd name="T39" fmla="*/ 290 h 321"/>
              <a:gd name="T40" fmla="*/ 273 w 353"/>
              <a:gd name="T41" fmla="*/ 297 h 321"/>
              <a:gd name="T42" fmla="*/ 297 w 353"/>
              <a:gd name="T43" fmla="*/ 321 h 321"/>
              <a:gd name="T44" fmla="*/ 321 w 353"/>
              <a:gd name="T45" fmla="*/ 297 h 321"/>
              <a:gd name="T46" fmla="*/ 321 w 353"/>
              <a:gd name="T47" fmla="*/ 209 h 321"/>
              <a:gd name="T48" fmla="*/ 353 w 353"/>
              <a:gd name="T49" fmla="*/ 176 h 321"/>
              <a:gd name="T50" fmla="*/ 353 w 353"/>
              <a:gd name="T51" fmla="*/ 144 h 321"/>
              <a:gd name="T52" fmla="*/ 321 w 353"/>
              <a:gd name="T53" fmla="*/ 112 h 321"/>
              <a:gd name="T54" fmla="*/ 32 w 353"/>
              <a:gd name="T55" fmla="*/ 200 h 321"/>
              <a:gd name="T56" fmla="*/ 16 w 353"/>
              <a:gd name="T57" fmla="*/ 200 h 321"/>
              <a:gd name="T58" fmla="*/ 16 w 353"/>
              <a:gd name="T59" fmla="*/ 120 h 321"/>
              <a:gd name="T60" fmla="*/ 32 w 353"/>
              <a:gd name="T61" fmla="*/ 120 h 321"/>
              <a:gd name="T62" fmla="*/ 32 w 353"/>
              <a:gd name="T63" fmla="*/ 200 h 321"/>
              <a:gd name="T64" fmla="*/ 204 w 353"/>
              <a:gd name="T65" fmla="*/ 278 h 321"/>
              <a:gd name="T66" fmla="*/ 184 w 353"/>
              <a:gd name="T67" fmla="*/ 289 h 321"/>
              <a:gd name="T68" fmla="*/ 100 w 353"/>
              <a:gd name="T69" fmla="*/ 262 h 321"/>
              <a:gd name="T70" fmla="*/ 89 w 353"/>
              <a:gd name="T71" fmla="*/ 242 h 321"/>
              <a:gd name="T72" fmla="*/ 92 w 353"/>
              <a:gd name="T73" fmla="*/ 232 h 321"/>
              <a:gd name="T74" fmla="*/ 207 w 353"/>
              <a:gd name="T75" fmla="*/ 269 h 321"/>
              <a:gd name="T76" fmla="*/ 204 w 353"/>
              <a:gd name="T77" fmla="*/ 278 h 321"/>
              <a:gd name="T78" fmla="*/ 273 w 353"/>
              <a:gd name="T79" fmla="*/ 273 h 321"/>
              <a:gd name="T80" fmla="*/ 48 w 353"/>
              <a:gd name="T81" fmla="*/ 201 h 321"/>
              <a:gd name="T82" fmla="*/ 48 w 353"/>
              <a:gd name="T83" fmla="*/ 200 h 321"/>
              <a:gd name="T84" fmla="*/ 48 w 353"/>
              <a:gd name="T85" fmla="*/ 120 h 321"/>
              <a:gd name="T86" fmla="*/ 48 w 353"/>
              <a:gd name="T87" fmla="*/ 120 h 321"/>
              <a:gd name="T88" fmla="*/ 273 w 353"/>
              <a:gd name="T89" fmla="*/ 47 h 321"/>
              <a:gd name="T90" fmla="*/ 273 w 353"/>
              <a:gd name="T91" fmla="*/ 273 h 321"/>
              <a:gd name="T92" fmla="*/ 305 w 353"/>
              <a:gd name="T93" fmla="*/ 297 h 321"/>
              <a:gd name="T94" fmla="*/ 297 w 353"/>
              <a:gd name="T95" fmla="*/ 305 h 321"/>
              <a:gd name="T96" fmla="*/ 289 w 353"/>
              <a:gd name="T97" fmla="*/ 297 h 321"/>
              <a:gd name="T98" fmla="*/ 289 w 353"/>
              <a:gd name="T99" fmla="*/ 24 h 321"/>
              <a:gd name="T100" fmla="*/ 297 w 353"/>
              <a:gd name="T101" fmla="*/ 16 h 321"/>
              <a:gd name="T102" fmla="*/ 305 w 353"/>
              <a:gd name="T103" fmla="*/ 24 h 321"/>
              <a:gd name="T104" fmla="*/ 305 w 353"/>
              <a:gd name="T105" fmla="*/ 297 h 321"/>
              <a:gd name="T106" fmla="*/ 337 w 353"/>
              <a:gd name="T107" fmla="*/ 176 h 321"/>
              <a:gd name="T108" fmla="*/ 321 w 353"/>
              <a:gd name="T109" fmla="*/ 192 h 321"/>
              <a:gd name="T110" fmla="*/ 321 w 353"/>
              <a:gd name="T111" fmla="*/ 128 h 321"/>
              <a:gd name="T112" fmla="*/ 337 w 353"/>
              <a:gd name="T113" fmla="*/ 144 h 321"/>
              <a:gd name="T114" fmla="*/ 337 w 353"/>
              <a:gd name="T115" fmla="*/ 176 h 3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353" h="321">
                <a:moveTo>
                  <a:pt x="321" y="112"/>
                </a:moveTo>
                <a:cubicBezTo>
                  <a:pt x="321" y="24"/>
                  <a:pt x="321" y="24"/>
                  <a:pt x="321" y="24"/>
                </a:cubicBezTo>
                <a:cubicBezTo>
                  <a:pt x="321" y="11"/>
                  <a:pt x="310" y="0"/>
                  <a:pt x="297" y="0"/>
                </a:cubicBezTo>
                <a:cubicBezTo>
                  <a:pt x="284" y="0"/>
                  <a:pt x="273" y="11"/>
                  <a:pt x="273" y="24"/>
                </a:cubicBezTo>
                <a:cubicBezTo>
                  <a:pt x="273" y="30"/>
                  <a:pt x="273" y="30"/>
                  <a:pt x="273" y="30"/>
                </a:cubicBezTo>
                <a:cubicBezTo>
                  <a:pt x="39" y="106"/>
                  <a:pt x="39" y="106"/>
                  <a:pt x="39" y="106"/>
                </a:cubicBezTo>
                <a:cubicBezTo>
                  <a:pt x="37" y="105"/>
                  <a:pt x="35" y="104"/>
                  <a:pt x="32" y="104"/>
                </a:cubicBezTo>
                <a:cubicBezTo>
                  <a:pt x="16" y="104"/>
                  <a:pt x="16" y="104"/>
                  <a:pt x="16" y="104"/>
                </a:cubicBezTo>
                <a:cubicBezTo>
                  <a:pt x="7" y="104"/>
                  <a:pt x="0" y="111"/>
                  <a:pt x="0" y="120"/>
                </a:cubicBezTo>
                <a:cubicBezTo>
                  <a:pt x="0" y="200"/>
                  <a:pt x="0" y="200"/>
                  <a:pt x="0" y="200"/>
                </a:cubicBezTo>
                <a:cubicBezTo>
                  <a:pt x="0" y="209"/>
                  <a:pt x="7" y="217"/>
                  <a:pt x="16" y="217"/>
                </a:cubicBezTo>
                <a:cubicBezTo>
                  <a:pt x="32" y="217"/>
                  <a:pt x="32" y="217"/>
                  <a:pt x="32" y="217"/>
                </a:cubicBezTo>
                <a:cubicBezTo>
                  <a:pt x="35" y="217"/>
                  <a:pt x="37" y="216"/>
                  <a:pt x="39" y="215"/>
                </a:cubicBezTo>
                <a:cubicBezTo>
                  <a:pt x="77" y="227"/>
                  <a:pt x="77" y="227"/>
                  <a:pt x="77" y="227"/>
                </a:cubicBezTo>
                <a:cubicBezTo>
                  <a:pt x="74" y="237"/>
                  <a:pt x="74" y="237"/>
                  <a:pt x="74" y="237"/>
                </a:cubicBezTo>
                <a:cubicBezTo>
                  <a:pt x="69" y="254"/>
                  <a:pt x="78" y="272"/>
                  <a:pt x="95" y="277"/>
                </a:cubicBezTo>
                <a:cubicBezTo>
                  <a:pt x="179" y="304"/>
                  <a:pt x="179" y="304"/>
                  <a:pt x="179" y="304"/>
                </a:cubicBezTo>
                <a:cubicBezTo>
                  <a:pt x="196" y="309"/>
                  <a:pt x="214" y="300"/>
                  <a:pt x="219" y="283"/>
                </a:cubicBezTo>
                <a:cubicBezTo>
                  <a:pt x="222" y="274"/>
                  <a:pt x="222" y="274"/>
                  <a:pt x="222" y="274"/>
                </a:cubicBezTo>
                <a:cubicBezTo>
                  <a:pt x="273" y="290"/>
                  <a:pt x="273" y="290"/>
                  <a:pt x="273" y="290"/>
                </a:cubicBezTo>
                <a:cubicBezTo>
                  <a:pt x="273" y="297"/>
                  <a:pt x="273" y="297"/>
                  <a:pt x="273" y="297"/>
                </a:cubicBezTo>
                <a:cubicBezTo>
                  <a:pt x="273" y="310"/>
                  <a:pt x="284" y="321"/>
                  <a:pt x="297" y="321"/>
                </a:cubicBezTo>
                <a:cubicBezTo>
                  <a:pt x="310" y="321"/>
                  <a:pt x="321" y="310"/>
                  <a:pt x="321" y="297"/>
                </a:cubicBezTo>
                <a:cubicBezTo>
                  <a:pt x="321" y="209"/>
                  <a:pt x="321" y="209"/>
                  <a:pt x="321" y="209"/>
                </a:cubicBezTo>
                <a:cubicBezTo>
                  <a:pt x="339" y="209"/>
                  <a:pt x="353" y="194"/>
                  <a:pt x="353" y="176"/>
                </a:cubicBezTo>
                <a:cubicBezTo>
                  <a:pt x="353" y="144"/>
                  <a:pt x="353" y="144"/>
                  <a:pt x="353" y="144"/>
                </a:cubicBezTo>
                <a:cubicBezTo>
                  <a:pt x="353" y="127"/>
                  <a:pt x="339" y="112"/>
                  <a:pt x="321" y="112"/>
                </a:cubicBezTo>
                <a:moveTo>
                  <a:pt x="32" y="200"/>
                </a:moveTo>
                <a:cubicBezTo>
                  <a:pt x="16" y="200"/>
                  <a:pt x="16" y="200"/>
                  <a:pt x="16" y="200"/>
                </a:cubicBezTo>
                <a:cubicBezTo>
                  <a:pt x="16" y="120"/>
                  <a:pt x="16" y="120"/>
                  <a:pt x="16" y="120"/>
                </a:cubicBezTo>
                <a:cubicBezTo>
                  <a:pt x="32" y="120"/>
                  <a:pt x="32" y="120"/>
                  <a:pt x="32" y="120"/>
                </a:cubicBezTo>
                <a:lnTo>
                  <a:pt x="32" y="200"/>
                </a:lnTo>
                <a:close/>
                <a:moveTo>
                  <a:pt x="204" y="278"/>
                </a:moveTo>
                <a:cubicBezTo>
                  <a:pt x="201" y="287"/>
                  <a:pt x="192" y="291"/>
                  <a:pt x="184" y="289"/>
                </a:cubicBezTo>
                <a:cubicBezTo>
                  <a:pt x="100" y="262"/>
                  <a:pt x="100" y="262"/>
                  <a:pt x="100" y="262"/>
                </a:cubicBezTo>
                <a:cubicBezTo>
                  <a:pt x="91" y="259"/>
                  <a:pt x="87" y="250"/>
                  <a:pt x="89" y="242"/>
                </a:cubicBezTo>
                <a:cubicBezTo>
                  <a:pt x="92" y="232"/>
                  <a:pt x="92" y="232"/>
                  <a:pt x="92" y="232"/>
                </a:cubicBezTo>
                <a:cubicBezTo>
                  <a:pt x="207" y="269"/>
                  <a:pt x="207" y="269"/>
                  <a:pt x="207" y="269"/>
                </a:cubicBezTo>
                <a:lnTo>
                  <a:pt x="204" y="278"/>
                </a:lnTo>
                <a:close/>
                <a:moveTo>
                  <a:pt x="273" y="273"/>
                </a:moveTo>
                <a:cubicBezTo>
                  <a:pt x="48" y="201"/>
                  <a:pt x="48" y="201"/>
                  <a:pt x="48" y="201"/>
                </a:cubicBezTo>
                <a:cubicBezTo>
                  <a:pt x="48" y="201"/>
                  <a:pt x="48" y="201"/>
                  <a:pt x="48" y="200"/>
                </a:cubicBezTo>
                <a:cubicBezTo>
                  <a:pt x="48" y="120"/>
                  <a:pt x="48" y="120"/>
                  <a:pt x="48" y="120"/>
                </a:cubicBezTo>
                <a:cubicBezTo>
                  <a:pt x="48" y="120"/>
                  <a:pt x="48" y="120"/>
                  <a:pt x="48" y="120"/>
                </a:cubicBezTo>
                <a:cubicBezTo>
                  <a:pt x="273" y="47"/>
                  <a:pt x="273" y="47"/>
                  <a:pt x="273" y="47"/>
                </a:cubicBezTo>
                <a:lnTo>
                  <a:pt x="273" y="273"/>
                </a:lnTo>
                <a:close/>
                <a:moveTo>
                  <a:pt x="305" y="297"/>
                </a:moveTo>
                <a:cubicBezTo>
                  <a:pt x="305" y="301"/>
                  <a:pt x="301" y="305"/>
                  <a:pt x="297" y="305"/>
                </a:cubicBezTo>
                <a:cubicBezTo>
                  <a:pt x="292" y="305"/>
                  <a:pt x="289" y="301"/>
                  <a:pt x="289" y="297"/>
                </a:cubicBezTo>
                <a:cubicBezTo>
                  <a:pt x="289" y="24"/>
                  <a:pt x="289" y="24"/>
                  <a:pt x="289" y="24"/>
                </a:cubicBezTo>
                <a:cubicBezTo>
                  <a:pt x="289" y="19"/>
                  <a:pt x="292" y="16"/>
                  <a:pt x="297" y="16"/>
                </a:cubicBezTo>
                <a:cubicBezTo>
                  <a:pt x="301" y="16"/>
                  <a:pt x="305" y="19"/>
                  <a:pt x="305" y="24"/>
                </a:cubicBezTo>
                <a:lnTo>
                  <a:pt x="305" y="297"/>
                </a:lnTo>
                <a:close/>
                <a:moveTo>
                  <a:pt x="337" y="176"/>
                </a:moveTo>
                <a:cubicBezTo>
                  <a:pt x="337" y="185"/>
                  <a:pt x="330" y="192"/>
                  <a:pt x="321" y="192"/>
                </a:cubicBezTo>
                <a:cubicBezTo>
                  <a:pt x="321" y="128"/>
                  <a:pt x="321" y="128"/>
                  <a:pt x="321" y="128"/>
                </a:cubicBezTo>
                <a:cubicBezTo>
                  <a:pt x="330" y="128"/>
                  <a:pt x="337" y="135"/>
                  <a:pt x="337" y="144"/>
                </a:cubicBezTo>
                <a:lnTo>
                  <a:pt x="337" y="17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9" name="Freeform 19"/>
          <p:cNvSpPr>
            <a:spLocks noEditPoints="1"/>
          </p:cNvSpPr>
          <p:nvPr/>
        </p:nvSpPr>
        <p:spPr bwMode="auto">
          <a:xfrm>
            <a:off x="5384800" y="2021418"/>
            <a:ext cx="315384" cy="582084"/>
          </a:xfrm>
          <a:custGeom>
            <a:avLst/>
            <a:gdLst>
              <a:gd name="T0" fmla="*/ 190 w 192"/>
              <a:gd name="T1" fmla="*/ 259 h 353"/>
              <a:gd name="T2" fmla="*/ 190 w 192"/>
              <a:gd name="T3" fmla="*/ 259 h 353"/>
              <a:gd name="T4" fmla="*/ 190 w 192"/>
              <a:gd name="T5" fmla="*/ 259 h 353"/>
              <a:gd name="T6" fmla="*/ 112 w 192"/>
              <a:gd name="T7" fmla="*/ 181 h 353"/>
              <a:gd name="T8" fmla="*/ 112 w 192"/>
              <a:gd name="T9" fmla="*/ 172 h 353"/>
              <a:gd name="T10" fmla="*/ 190 w 192"/>
              <a:gd name="T11" fmla="*/ 94 h 353"/>
              <a:gd name="T12" fmla="*/ 190 w 192"/>
              <a:gd name="T13" fmla="*/ 94 h 353"/>
              <a:gd name="T14" fmla="*/ 190 w 192"/>
              <a:gd name="T15" fmla="*/ 94 h 353"/>
              <a:gd name="T16" fmla="*/ 190 w 192"/>
              <a:gd name="T17" fmla="*/ 94 h 353"/>
              <a:gd name="T18" fmla="*/ 192 w 192"/>
              <a:gd name="T19" fmla="*/ 88 h 353"/>
              <a:gd name="T20" fmla="*/ 190 w 192"/>
              <a:gd name="T21" fmla="*/ 82 h 353"/>
              <a:gd name="T22" fmla="*/ 110 w 192"/>
              <a:gd name="T23" fmla="*/ 2 h 353"/>
              <a:gd name="T24" fmla="*/ 104 w 192"/>
              <a:gd name="T25" fmla="*/ 0 h 353"/>
              <a:gd name="T26" fmla="*/ 96 w 192"/>
              <a:gd name="T27" fmla="*/ 8 h 353"/>
              <a:gd name="T28" fmla="*/ 96 w 192"/>
              <a:gd name="T29" fmla="*/ 165 h 353"/>
              <a:gd name="T30" fmla="*/ 13 w 192"/>
              <a:gd name="T31" fmla="*/ 83 h 353"/>
              <a:gd name="T32" fmla="*/ 13 w 192"/>
              <a:gd name="T33" fmla="*/ 83 h 353"/>
              <a:gd name="T34" fmla="*/ 8 w 192"/>
              <a:gd name="T35" fmla="*/ 80 h 353"/>
              <a:gd name="T36" fmla="*/ 0 w 192"/>
              <a:gd name="T37" fmla="*/ 88 h 353"/>
              <a:gd name="T38" fmla="*/ 2 w 192"/>
              <a:gd name="T39" fmla="*/ 94 h 353"/>
              <a:gd name="T40" fmla="*/ 2 w 192"/>
              <a:gd name="T41" fmla="*/ 94 h 353"/>
              <a:gd name="T42" fmla="*/ 2 w 192"/>
              <a:gd name="T43" fmla="*/ 94 h 353"/>
              <a:gd name="T44" fmla="*/ 2 w 192"/>
              <a:gd name="T45" fmla="*/ 94 h 353"/>
              <a:gd name="T46" fmla="*/ 84 w 192"/>
              <a:gd name="T47" fmla="*/ 176 h 353"/>
              <a:gd name="T48" fmla="*/ 2 w 192"/>
              <a:gd name="T49" fmla="*/ 259 h 353"/>
              <a:gd name="T50" fmla="*/ 2 w 192"/>
              <a:gd name="T51" fmla="*/ 259 h 353"/>
              <a:gd name="T52" fmla="*/ 2 w 192"/>
              <a:gd name="T53" fmla="*/ 259 h 353"/>
              <a:gd name="T54" fmla="*/ 2 w 192"/>
              <a:gd name="T55" fmla="*/ 259 h 353"/>
              <a:gd name="T56" fmla="*/ 0 w 192"/>
              <a:gd name="T57" fmla="*/ 265 h 353"/>
              <a:gd name="T58" fmla="*/ 8 w 192"/>
              <a:gd name="T59" fmla="*/ 273 h 353"/>
              <a:gd name="T60" fmla="*/ 13 w 192"/>
              <a:gd name="T61" fmla="*/ 270 h 353"/>
              <a:gd name="T62" fmla="*/ 13 w 192"/>
              <a:gd name="T63" fmla="*/ 270 h 353"/>
              <a:gd name="T64" fmla="*/ 96 w 192"/>
              <a:gd name="T65" fmla="*/ 188 h 353"/>
              <a:gd name="T66" fmla="*/ 96 w 192"/>
              <a:gd name="T67" fmla="*/ 345 h 353"/>
              <a:gd name="T68" fmla="*/ 104 w 192"/>
              <a:gd name="T69" fmla="*/ 353 h 353"/>
              <a:gd name="T70" fmla="*/ 110 w 192"/>
              <a:gd name="T71" fmla="*/ 351 h 353"/>
              <a:gd name="T72" fmla="*/ 190 w 192"/>
              <a:gd name="T73" fmla="*/ 270 h 353"/>
              <a:gd name="T74" fmla="*/ 192 w 192"/>
              <a:gd name="T75" fmla="*/ 265 h 353"/>
              <a:gd name="T76" fmla="*/ 190 w 192"/>
              <a:gd name="T77" fmla="*/ 259 h 353"/>
              <a:gd name="T78" fmla="*/ 112 w 192"/>
              <a:gd name="T79" fmla="*/ 27 h 353"/>
              <a:gd name="T80" fmla="*/ 173 w 192"/>
              <a:gd name="T81" fmla="*/ 88 h 353"/>
              <a:gd name="T82" fmla="*/ 112 w 192"/>
              <a:gd name="T83" fmla="*/ 149 h 353"/>
              <a:gd name="T84" fmla="*/ 112 w 192"/>
              <a:gd name="T85" fmla="*/ 27 h 353"/>
              <a:gd name="T86" fmla="*/ 112 w 192"/>
              <a:gd name="T87" fmla="*/ 326 h 353"/>
              <a:gd name="T88" fmla="*/ 112 w 192"/>
              <a:gd name="T89" fmla="*/ 204 h 353"/>
              <a:gd name="T90" fmla="*/ 173 w 192"/>
              <a:gd name="T91" fmla="*/ 265 h 353"/>
              <a:gd name="T92" fmla="*/ 112 w 192"/>
              <a:gd name="T93" fmla="*/ 326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92" h="353">
                <a:moveTo>
                  <a:pt x="190" y="259"/>
                </a:moveTo>
                <a:cubicBezTo>
                  <a:pt x="190" y="259"/>
                  <a:pt x="190" y="259"/>
                  <a:pt x="190" y="259"/>
                </a:cubicBezTo>
                <a:cubicBezTo>
                  <a:pt x="190" y="259"/>
                  <a:pt x="190" y="259"/>
                  <a:pt x="190" y="259"/>
                </a:cubicBezTo>
                <a:cubicBezTo>
                  <a:pt x="112" y="181"/>
                  <a:pt x="112" y="181"/>
                  <a:pt x="112" y="181"/>
                </a:cubicBezTo>
                <a:cubicBezTo>
                  <a:pt x="112" y="172"/>
                  <a:pt x="112" y="172"/>
                  <a:pt x="112" y="172"/>
                </a:cubicBezTo>
                <a:cubicBezTo>
                  <a:pt x="190" y="94"/>
                  <a:pt x="190" y="94"/>
                  <a:pt x="190" y="94"/>
                </a:cubicBezTo>
                <a:cubicBezTo>
                  <a:pt x="190" y="94"/>
                  <a:pt x="190" y="94"/>
                  <a:pt x="190" y="94"/>
                </a:cubicBezTo>
                <a:cubicBezTo>
                  <a:pt x="190" y="94"/>
                  <a:pt x="190" y="94"/>
                  <a:pt x="190" y="94"/>
                </a:cubicBezTo>
                <a:cubicBezTo>
                  <a:pt x="190" y="94"/>
                  <a:pt x="190" y="94"/>
                  <a:pt x="190" y="94"/>
                </a:cubicBezTo>
                <a:cubicBezTo>
                  <a:pt x="191" y="92"/>
                  <a:pt x="192" y="90"/>
                  <a:pt x="192" y="88"/>
                </a:cubicBezTo>
                <a:cubicBezTo>
                  <a:pt x="192" y="86"/>
                  <a:pt x="191" y="84"/>
                  <a:pt x="190" y="82"/>
                </a:cubicBezTo>
                <a:cubicBezTo>
                  <a:pt x="110" y="2"/>
                  <a:pt x="110" y="2"/>
                  <a:pt x="110" y="2"/>
                </a:cubicBezTo>
                <a:cubicBezTo>
                  <a:pt x="108" y="1"/>
                  <a:pt x="106" y="0"/>
                  <a:pt x="104" y="0"/>
                </a:cubicBezTo>
                <a:cubicBezTo>
                  <a:pt x="99" y="0"/>
                  <a:pt x="96" y="3"/>
                  <a:pt x="96" y="8"/>
                </a:cubicBezTo>
                <a:cubicBezTo>
                  <a:pt x="96" y="165"/>
                  <a:pt x="96" y="165"/>
                  <a:pt x="96" y="165"/>
                </a:cubicBezTo>
                <a:cubicBezTo>
                  <a:pt x="13" y="83"/>
                  <a:pt x="13" y="83"/>
                  <a:pt x="13" y="83"/>
                </a:cubicBezTo>
                <a:cubicBezTo>
                  <a:pt x="13" y="83"/>
                  <a:pt x="13" y="83"/>
                  <a:pt x="13" y="83"/>
                </a:cubicBezTo>
                <a:cubicBezTo>
                  <a:pt x="12" y="81"/>
                  <a:pt x="10" y="80"/>
                  <a:pt x="8" y="80"/>
                </a:cubicBezTo>
                <a:cubicBezTo>
                  <a:pt x="3" y="80"/>
                  <a:pt x="0" y="84"/>
                  <a:pt x="0" y="88"/>
                </a:cubicBezTo>
                <a:cubicBezTo>
                  <a:pt x="0" y="90"/>
                  <a:pt x="0" y="92"/>
                  <a:pt x="2" y="94"/>
                </a:cubicBezTo>
                <a:cubicBezTo>
                  <a:pt x="2" y="94"/>
                  <a:pt x="2" y="94"/>
                  <a:pt x="2" y="94"/>
                </a:cubicBezTo>
                <a:cubicBezTo>
                  <a:pt x="2" y="94"/>
                  <a:pt x="2" y="94"/>
                  <a:pt x="2" y="94"/>
                </a:cubicBezTo>
                <a:cubicBezTo>
                  <a:pt x="2" y="94"/>
                  <a:pt x="2" y="94"/>
                  <a:pt x="2" y="94"/>
                </a:cubicBezTo>
                <a:cubicBezTo>
                  <a:pt x="84" y="176"/>
                  <a:pt x="84" y="176"/>
                  <a:pt x="84" y="176"/>
                </a:cubicBezTo>
                <a:cubicBezTo>
                  <a:pt x="2" y="259"/>
                  <a:pt x="2" y="259"/>
                  <a:pt x="2" y="259"/>
                </a:cubicBezTo>
                <a:cubicBezTo>
                  <a:pt x="2" y="259"/>
                  <a:pt x="2" y="259"/>
                  <a:pt x="2" y="259"/>
                </a:cubicBezTo>
                <a:cubicBezTo>
                  <a:pt x="2" y="259"/>
                  <a:pt x="2" y="259"/>
                  <a:pt x="2" y="259"/>
                </a:cubicBezTo>
                <a:cubicBezTo>
                  <a:pt x="2" y="259"/>
                  <a:pt x="2" y="259"/>
                  <a:pt x="2" y="259"/>
                </a:cubicBezTo>
                <a:cubicBezTo>
                  <a:pt x="0" y="261"/>
                  <a:pt x="0" y="263"/>
                  <a:pt x="0" y="265"/>
                </a:cubicBezTo>
                <a:cubicBezTo>
                  <a:pt x="0" y="269"/>
                  <a:pt x="3" y="273"/>
                  <a:pt x="8" y="273"/>
                </a:cubicBezTo>
                <a:cubicBezTo>
                  <a:pt x="10" y="273"/>
                  <a:pt x="12" y="272"/>
                  <a:pt x="13" y="270"/>
                </a:cubicBezTo>
                <a:cubicBezTo>
                  <a:pt x="13" y="270"/>
                  <a:pt x="13" y="270"/>
                  <a:pt x="13" y="270"/>
                </a:cubicBezTo>
                <a:cubicBezTo>
                  <a:pt x="96" y="188"/>
                  <a:pt x="96" y="188"/>
                  <a:pt x="96" y="188"/>
                </a:cubicBezTo>
                <a:cubicBezTo>
                  <a:pt x="96" y="345"/>
                  <a:pt x="96" y="345"/>
                  <a:pt x="96" y="345"/>
                </a:cubicBezTo>
                <a:cubicBezTo>
                  <a:pt x="96" y="349"/>
                  <a:pt x="99" y="353"/>
                  <a:pt x="104" y="353"/>
                </a:cubicBezTo>
                <a:cubicBezTo>
                  <a:pt x="106" y="353"/>
                  <a:pt x="108" y="352"/>
                  <a:pt x="110" y="351"/>
                </a:cubicBezTo>
                <a:cubicBezTo>
                  <a:pt x="190" y="270"/>
                  <a:pt x="190" y="270"/>
                  <a:pt x="190" y="270"/>
                </a:cubicBezTo>
                <a:cubicBezTo>
                  <a:pt x="191" y="269"/>
                  <a:pt x="192" y="267"/>
                  <a:pt x="192" y="265"/>
                </a:cubicBezTo>
                <a:cubicBezTo>
                  <a:pt x="192" y="263"/>
                  <a:pt x="191" y="261"/>
                  <a:pt x="190" y="259"/>
                </a:cubicBezTo>
                <a:close/>
                <a:moveTo>
                  <a:pt x="112" y="27"/>
                </a:moveTo>
                <a:cubicBezTo>
                  <a:pt x="173" y="88"/>
                  <a:pt x="173" y="88"/>
                  <a:pt x="173" y="88"/>
                </a:cubicBezTo>
                <a:cubicBezTo>
                  <a:pt x="112" y="149"/>
                  <a:pt x="112" y="149"/>
                  <a:pt x="112" y="149"/>
                </a:cubicBezTo>
                <a:lnTo>
                  <a:pt x="112" y="27"/>
                </a:lnTo>
                <a:close/>
                <a:moveTo>
                  <a:pt x="112" y="326"/>
                </a:moveTo>
                <a:cubicBezTo>
                  <a:pt x="112" y="204"/>
                  <a:pt x="112" y="204"/>
                  <a:pt x="112" y="204"/>
                </a:cubicBezTo>
                <a:cubicBezTo>
                  <a:pt x="173" y="265"/>
                  <a:pt x="173" y="265"/>
                  <a:pt x="173" y="265"/>
                </a:cubicBezTo>
                <a:lnTo>
                  <a:pt x="112" y="32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0" name="Freeform 20"/>
          <p:cNvSpPr>
            <a:spLocks noEditPoints="1"/>
          </p:cNvSpPr>
          <p:nvPr/>
        </p:nvSpPr>
        <p:spPr bwMode="auto">
          <a:xfrm>
            <a:off x="6413500" y="2021418"/>
            <a:ext cx="476251" cy="582084"/>
          </a:xfrm>
          <a:custGeom>
            <a:avLst/>
            <a:gdLst>
              <a:gd name="T0" fmla="*/ 112 w 289"/>
              <a:gd name="T1" fmla="*/ 176 h 353"/>
              <a:gd name="T2" fmla="*/ 80 w 289"/>
              <a:gd name="T3" fmla="*/ 144 h 353"/>
              <a:gd name="T4" fmla="*/ 80 w 289"/>
              <a:gd name="T5" fmla="*/ 225 h 353"/>
              <a:gd name="T6" fmla="*/ 112 w 289"/>
              <a:gd name="T7" fmla="*/ 192 h 353"/>
              <a:gd name="T8" fmla="*/ 80 w 289"/>
              <a:gd name="T9" fmla="*/ 225 h 353"/>
              <a:gd name="T10" fmla="*/ 112 w 289"/>
              <a:gd name="T11" fmla="*/ 273 h 353"/>
              <a:gd name="T12" fmla="*/ 80 w 289"/>
              <a:gd name="T13" fmla="*/ 241 h 353"/>
              <a:gd name="T14" fmla="*/ 128 w 289"/>
              <a:gd name="T15" fmla="*/ 321 h 353"/>
              <a:gd name="T16" fmla="*/ 160 w 289"/>
              <a:gd name="T17" fmla="*/ 289 h 353"/>
              <a:gd name="T18" fmla="*/ 128 w 289"/>
              <a:gd name="T19" fmla="*/ 321 h 353"/>
              <a:gd name="T20" fmla="*/ 112 w 289"/>
              <a:gd name="T21" fmla="*/ 321 h 353"/>
              <a:gd name="T22" fmla="*/ 80 w 289"/>
              <a:gd name="T23" fmla="*/ 289 h 353"/>
              <a:gd name="T24" fmla="*/ 128 w 289"/>
              <a:gd name="T25" fmla="*/ 273 h 353"/>
              <a:gd name="T26" fmla="*/ 160 w 289"/>
              <a:gd name="T27" fmla="*/ 241 h 353"/>
              <a:gd name="T28" fmla="*/ 128 w 289"/>
              <a:gd name="T29" fmla="*/ 273 h 353"/>
              <a:gd name="T30" fmla="*/ 64 w 289"/>
              <a:gd name="T31" fmla="*/ 225 h 353"/>
              <a:gd name="T32" fmla="*/ 32 w 289"/>
              <a:gd name="T33" fmla="*/ 192 h 353"/>
              <a:gd name="T34" fmla="*/ 32 w 289"/>
              <a:gd name="T35" fmla="*/ 321 h 353"/>
              <a:gd name="T36" fmla="*/ 64 w 289"/>
              <a:gd name="T37" fmla="*/ 289 h 353"/>
              <a:gd name="T38" fmla="*/ 32 w 289"/>
              <a:gd name="T39" fmla="*/ 321 h 353"/>
              <a:gd name="T40" fmla="*/ 64 w 289"/>
              <a:gd name="T41" fmla="*/ 176 h 353"/>
              <a:gd name="T42" fmla="*/ 32 w 289"/>
              <a:gd name="T43" fmla="*/ 144 h 353"/>
              <a:gd name="T44" fmla="*/ 32 w 289"/>
              <a:gd name="T45" fmla="*/ 273 h 353"/>
              <a:gd name="T46" fmla="*/ 64 w 289"/>
              <a:gd name="T47" fmla="*/ 241 h 353"/>
              <a:gd name="T48" fmla="*/ 32 w 289"/>
              <a:gd name="T49" fmla="*/ 273 h 353"/>
              <a:gd name="T50" fmla="*/ 257 w 289"/>
              <a:gd name="T51" fmla="*/ 321 h 353"/>
              <a:gd name="T52" fmla="*/ 224 w 289"/>
              <a:gd name="T53" fmla="*/ 192 h 353"/>
              <a:gd name="T54" fmla="*/ 128 w 289"/>
              <a:gd name="T55" fmla="*/ 225 h 353"/>
              <a:gd name="T56" fmla="*/ 160 w 289"/>
              <a:gd name="T57" fmla="*/ 192 h 353"/>
              <a:gd name="T58" fmla="*/ 128 w 289"/>
              <a:gd name="T59" fmla="*/ 225 h 353"/>
              <a:gd name="T60" fmla="*/ 257 w 289"/>
              <a:gd name="T61" fmla="*/ 128 h 353"/>
              <a:gd name="T62" fmla="*/ 32 w 289"/>
              <a:gd name="T63" fmla="*/ 32 h 353"/>
              <a:gd name="T64" fmla="*/ 48 w 289"/>
              <a:gd name="T65" fmla="*/ 48 h 353"/>
              <a:gd name="T66" fmla="*/ 241 w 289"/>
              <a:gd name="T67" fmla="*/ 112 h 353"/>
              <a:gd name="T68" fmla="*/ 48 w 289"/>
              <a:gd name="T69" fmla="*/ 48 h 353"/>
              <a:gd name="T70" fmla="*/ 208 w 289"/>
              <a:gd name="T71" fmla="*/ 176 h 353"/>
              <a:gd name="T72" fmla="*/ 176 w 289"/>
              <a:gd name="T73" fmla="*/ 144 h 353"/>
              <a:gd name="T74" fmla="*/ 257 w 289"/>
              <a:gd name="T75" fmla="*/ 0 h 353"/>
              <a:gd name="T76" fmla="*/ 0 w 289"/>
              <a:gd name="T77" fmla="*/ 32 h 353"/>
              <a:gd name="T78" fmla="*/ 32 w 289"/>
              <a:gd name="T79" fmla="*/ 353 h 353"/>
              <a:gd name="T80" fmla="*/ 289 w 289"/>
              <a:gd name="T81" fmla="*/ 321 h 353"/>
              <a:gd name="T82" fmla="*/ 257 w 289"/>
              <a:gd name="T83" fmla="*/ 0 h 353"/>
              <a:gd name="T84" fmla="*/ 257 w 289"/>
              <a:gd name="T85" fmla="*/ 337 h 353"/>
              <a:gd name="T86" fmla="*/ 16 w 289"/>
              <a:gd name="T87" fmla="*/ 321 h 353"/>
              <a:gd name="T88" fmla="*/ 32 w 289"/>
              <a:gd name="T89" fmla="*/ 16 h 353"/>
              <a:gd name="T90" fmla="*/ 273 w 289"/>
              <a:gd name="T91" fmla="*/ 32 h 353"/>
              <a:gd name="T92" fmla="*/ 224 w 289"/>
              <a:gd name="T93" fmla="*/ 176 h 353"/>
              <a:gd name="T94" fmla="*/ 257 w 289"/>
              <a:gd name="T95" fmla="*/ 144 h 353"/>
              <a:gd name="T96" fmla="*/ 224 w 289"/>
              <a:gd name="T97" fmla="*/ 176 h 353"/>
              <a:gd name="T98" fmla="*/ 208 w 289"/>
              <a:gd name="T99" fmla="*/ 225 h 353"/>
              <a:gd name="T100" fmla="*/ 176 w 289"/>
              <a:gd name="T101" fmla="*/ 192 h 353"/>
              <a:gd name="T102" fmla="*/ 176 w 289"/>
              <a:gd name="T103" fmla="*/ 321 h 353"/>
              <a:gd name="T104" fmla="*/ 208 w 289"/>
              <a:gd name="T105" fmla="*/ 289 h 353"/>
              <a:gd name="T106" fmla="*/ 176 w 289"/>
              <a:gd name="T107" fmla="*/ 321 h 353"/>
              <a:gd name="T108" fmla="*/ 160 w 289"/>
              <a:gd name="T109" fmla="*/ 176 h 353"/>
              <a:gd name="T110" fmla="*/ 128 w 289"/>
              <a:gd name="T111" fmla="*/ 144 h 353"/>
              <a:gd name="T112" fmla="*/ 176 w 289"/>
              <a:gd name="T113" fmla="*/ 273 h 353"/>
              <a:gd name="T114" fmla="*/ 208 w 289"/>
              <a:gd name="T115" fmla="*/ 241 h 353"/>
              <a:gd name="T116" fmla="*/ 176 w 289"/>
              <a:gd name="T117" fmla="*/ 273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289" h="353">
                <a:moveTo>
                  <a:pt x="80" y="176"/>
                </a:moveTo>
                <a:cubicBezTo>
                  <a:pt x="112" y="176"/>
                  <a:pt x="112" y="176"/>
                  <a:pt x="112" y="176"/>
                </a:cubicBezTo>
                <a:cubicBezTo>
                  <a:pt x="112" y="144"/>
                  <a:pt x="112" y="144"/>
                  <a:pt x="112" y="144"/>
                </a:cubicBezTo>
                <a:cubicBezTo>
                  <a:pt x="80" y="144"/>
                  <a:pt x="80" y="144"/>
                  <a:pt x="80" y="144"/>
                </a:cubicBezTo>
                <a:lnTo>
                  <a:pt x="80" y="176"/>
                </a:lnTo>
                <a:close/>
                <a:moveTo>
                  <a:pt x="80" y="225"/>
                </a:moveTo>
                <a:cubicBezTo>
                  <a:pt x="112" y="225"/>
                  <a:pt x="112" y="225"/>
                  <a:pt x="112" y="225"/>
                </a:cubicBezTo>
                <a:cubicBezTo>
                  <a:pt x="112" y="192"/>
                  <a:pt x="112" y="192"/>
                  <a:pt x="112" y="192"/>
                </a:cubicBezTo>
                <a:cubicBezTo>
                  <a:pt x="80" y="192"/>
                  <a:pt x="80" y="192"/>
                  <a:pt x="80" y="192"/>
                </a:cubicBezTo>
                <a:lnTo>
                  <a:pt x="80" y="225"/>
                </a:lnTo>
                <a:close/>
                <a:moveTo>
                  <a:pt x="80" y="273"/>
                </a:moveTo>
                <a:cubicBezTo>
                  <a:pt x="112" y="273"/>
                  <a:pt x="112" y="273"/>
                  <a:pt x="112" y="273"/>
                </a:cubicBezTo>
                <a:cubicBezTo>
                  <a:pt x="112" y="241"/>
                  <a:pt x="112" y="241"/>
                  <a:pt x="112" y="241"/>
                </a:cubicBezTo>
                <a:cubicBezTo>
                  <a:pt x="80" y="241"/>
                  <a:pt x="80" y="241"/>
                  <a:pt x="80" y="241"/>
                </a:cubicBezTo>
                <a:lnTo>
                  <a:pt x="80" y="273"/>
                </a:lnTo>
                <a:close/>
                <a:moveTo>
                  <a:pt x="128" y="321"/>
                </a:moveTo>
                <a:cubicBezTo>
                  <a:pt x="160" y="321"/>
                  <a:pt x="160" y="321"/>
                  <a:pt x="160" y="321"/>
                </a:cubicBezTo>
                <a:cubicBezTo>
                  <a:pt x="160" y="289"/>
                  <a:pt x="160" y="289"/>
                  <a:pt x="160" y="289"/>
                </a:cubicBezTo>
                <a:cubicBezTo>
                  <a:pt x="128" y="289"/>
                  <a:pt x="128" y="289"/>
                  <a:pt x="128" y="289"/>
                </a:cubicBezTo>
                <a:lnTo>
                  <a:pt x="128" y="321"/>
                </a:lnTo>
                <a:close/>
                <a:moveTo>
                  <a:pt x="80" y="321"/>
                </a:moveTo>
                <a:cubicBezTo>
                  <a:pt x="112" y="321"/>
                  <a:pt x="112" y="321"/>
                  <a:pt x="112" y="321"/>
                </a:cubicBezTo>
                <a:cubicBezTo>
                  <a:pt x="112" y="289"/>
                  <a:pt x="112" y="289"/>
                  <a:pt x="112" y="289"/>
                </a:cubicBezTo>
                <a:cubicBezTo>
                  <a:pt x="80" y="289"/>
                  <a:pt x="80" y="289"/>
                  <a:pt x="80" y="289"/>
                </a:cubicBezTo>
                <a:lnTo>
                  <a:pt x="80" y="321"/>
                </a:lnTo>
                <a:close/>
                <a:moveTo>
                  <a:pt x="128" y="273"/>
                </a:moveTo>
                <a:cubicBezTo>
                  <a:pt x="160" y="273"/>
                  <a:pt x="160" y="273"/>
                  <a:pt x="160" y="273"/>
                </a:cubicBezTo>
                <a:cubicBezTo>
                  <a:pt x="160" y="241"/>
                  <a:pt x="160" y="241"/>
                  <a:pt x="160" y="241"/>
                </a:cubicBezTo>
                <a:cubicBezTo>
                  <a:pt x="128" y="241"/>
                  <a:pt x="128" y="241"/>
                  <a:pt x="128" y="241"/>
                </a:cubicBezTo>
                <a:lnTo>
                  <a:pt x="128" y="273"/>
                </a:lnTo>
                <a:close/>
                <a:moveTo>
                  <a:pt x="32" y="225"/>
                </a:moveTo>
                <a:cubicBezTo>
                  <a:pt x="64" y="225"/>
                  <a:pt x="64" y="225"/>
                  <a:pt x="64" y="225"/>
                </a:cubicBezTo>
                <a:cubicBezTo>
                  <a:pt x="64" y="192"/>
                  <a:pt x="64" y="192"/>
                  <a:pt x="64" y="192"/>
                </a:cubicBezTo>
                <a:cubicBezTo>
                  <a:pt x="32" y="192"/>
                  <a:pt x="32" y="192"/>
                  <a:pt x="32" y="192"/>
                </a:cubicBezTo>
                <a:lnTo>
                  <a:pt x="32" y="225"/>
                </a:lnTo>
                <a:close/>
                <a:moveTo>
                  <a:pt x="32" y="321"/>
                </a:moveTo>
                <a:cubicBezTo>
                  <a:pt x="64" y="321"/>
                  <a:pt x="64" y="321"/>
                  <a:pt x="64" y="321"/>
                </a:cubicBezTo>
                <a:cubicBezTo>
                  <a:pt x="64" y="289"/>
                  <a:pt x="64" y="289"/>
                  <a:pt x="64" y="289"/>
                </a:cubicBezTo>
                <a:cubicBezTo>
                  <a:pt x="32" y="289"/>
                  <a:pt x="32" y="289"/>
                  <a:pt x="32" y="289"/>
                </a:cubicBezTo>
                <a:lnTo>
                  <a:pt x="32" y="321"/>
                </a:lnTo>
                <a:close/>
                <a:moveTo>
                  <a:pt x="32" y="176"/>
                </a:moveTo>
                <a:cubicBezTo>
                  <a:pt x="64" y="176"/>
                  <a:pt x="64" y="176"/>
                  <a:pt x="64" y="176"/>
                </a:cubicBezTo>
                <a:cubicBezTo>
                  <a:pt x="64" y="144"/>
                  <a:pt x="64" y="144"/>
                  <a:pt x="64" y="144"/>
                </a:cubicBezTo>
                <a:cubicBezTo>
                  <a:pt x="32" y="144"/>
                  <a:pt x="32" y="144"/>
                  <a:pt x="32" y="144"/>
                </a:cubicBezTo>
                <a:lnTo>
                  <a:pt x="32" y="176"/>
                </a:lnTo>
                <a:close/>
                <a:moveTo>
                  <a:pt x="32" y="273"/>
                </a:moveTo>
                <a:cubicBezTo>
                  <a:pt x="64" y="273"/>
                  <a:pt x="64" y="273"/>
                  <a:pt x="64" y="273"/>
                </a:cubicBezTo>
                <a:cubicBezTo>
                  <a:pt x="64" y="241"/>
                  <a:pt x="64" y="241"/>
                  <a:pt x="64" y="241"/>
                </a:cubicBezTo>
                <a:cubicBezTo>
                  <a:pt x="32" y="241"/>
                  <a:pt x="32" y="241"/>
                  <a:pt x="32" y="241"/>
                </a:cubicBezTo>
                <a:lnTo>
                  <a:pt x="32" y="273"/>
                </a:lnTo>
                <a:close/>
                <a:moveTo>
                  <a:pt x="224" y="321"/>
                </a:moveTo>
                <a:cubicBezTo>
                  <a:pt x="257" y="321"/>
                  <a:pt x="257" y="321"/>
                  <a:pt x="257" y="321"/>
                </a:cubicBezTo>
                <a:cubicBezTo>
                  <a:pt x="257" y="192"/>
                  <a:pt x="257" y="192"/>
                  <a:pt x="257" y="192"/>
                </a:cubicBezTo>
                <a:cubicBezTo>
                  <a:pt x="224" y="192"/>
                  <a:pt x="224" y="192"/>
                  <a:pt x="224" y="192"/>
                </a:cubicBezTo>
                <a:lnTo>
                  <a:pt x="224" y="321"/>
                </a:lnTo>
                <a:close/>
                <a:moveTo>
                  <a:pt x="128" y="225"/>
                </a:moveTo>
                <a:cubicBezTo>
                  <a:pt x="160" y="225"/>
                  <a:pt x="160" y="225"/>
                  <a:pt x="160" y="225"/>
                </a:cubicBezTo>
                <a:cubicBezTo>
                  <a:pt x="160" y="192"/>
                  <a:pt x="160" y="192"/>
                  <a:pt x="160" y="192"/>
                </a:cubicBezTo>
                <a:cubicBezTo>
                  <a:pt x="128" y="192"/>
                  <a:pt x="128" y="192"/>
                  <a:pt x="128" y="192"/>
                </a:cubicBezTo>
                <a:lnTo>
                  <a:pt x="128" y="225"/>
                </a:lnTo>
                <a:close/>
                <a:moveTo>
                  <a:pt x="32" y="128"/>
                </a:moveTo>
                <a:cubicBezTo>
                  <a:pt x="257" y="128"/>
                  <a:pt x="257" y="128"/>
                  <a:pt x="257" y="128"/>
                </a:cubicBezTo>
                <a:cubicBezTo>
                  <a:pt x="257" y="32"/>
                  <a:pt x="257" y="32"/>
                  <a:pt x="257" y="32"/>
                </a:cubicBezTo>
                <a:cubicBezTo>
                  <a:pt x="32" y="32"/>
                  <a:pt x="32" y="32"/>
                  <a:pt x="32" y="32"/>
                </a:cubicBezTo>
                <a:lnTo>
                  <a:pt x="32" y="128"/>
                </a:lnTo>
                <a:close/>
                <a:moveTo>
                  <a:pt x="48" y="48"/>
                </a:moveTo>
                <a:cubicBezTo>
                  <a:pt x="241" y="48"/>
                  <a:pt x="241" y="48"/>
                  <a:pt x="241" y="48"/>
                </a:cubicBezTo>
                <a:cubicBezTo>
                  <a:pt x="241" y="112"/>
                  <a:pt x="241" y="112"/>
                  <a:pt x="241" y="112"/>
                </a:cubicBezTo>
                <a:cubicBezTo>
                  <a:pt x="48" y="112"/>
                  <a:pt x="48" y="112"/>
                  <a:pt x="48" y="112"/>
                </a:cubicBezTo>
                <a:lnTo>
                  <a:pt x="48" y="48"/>
                </a:lnTo>
                <a:close/>
                <a:moveTo>
                  <a:pt x="176" y="176"/>
                </a:moveTo>
                <a:cubicBezTo>
                  <a:pt x="208" y="176"/>
                  <a:pt x="208" y="176"/>
                  <a:pt x="208" y="176"/>
                </a:cubicBezTo>
                <a:cubicBezTo>
                  <a:pt x="208" y="144"/>
                  <a:pt x="208" y="144"/>
                  <a:pt x="208" y="144"/>
                </a:cubicBezTo>
                <a:cubicBezTo>
                  <a:pt x="176" y="144"/>
                  <a:pt x="176" y="144"/>
                  <a:pt x="176" y="144"/>
                </a:cubicBezTo>
                <a:lnTo>
                  <a:pt x="176" y="176"/>
                </a:lnTo>
                <a:close/>
                <a:moveTo>
                  <a:pt x="257" y="0"/>
                </a:move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4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4" y="353"/>
                  <a:pt x="32" y="353"/>
                </a:cubicBezTo>
                <a:cubicBezTo>
                  <a:pt x="257" y="353"/>
                  <a:pt x="257" y="353"/>
                  <a:pt x="257" y="353"/>
                </a:cubicBezTo>
                <a:cubicBezTo>
                  <a:pt x="274" y="353"/>
                  <a:pt x="289" y="339"/>
                  <a:pt x="289" y="321"/>
                </a:cubicBezTo>
                <a:cubicBezTo>
                  <a:pt x="289" y="32"/>
                  <a:pt x="289" y="32"/>
                  <a:pt x="289" y="32"/>
                </a:cubicBezTo>
                <a:cubicBezTo>
                  <a:pt x="289" y="14"/>
                  <a:pt x="274" y="0"/>
                  <a:pt x="257" y="0"/>
                </a:cubicBezTo>
                <a:moveTo>
                  <a:pt x="273" y="321"/>
                </a:moveTo>
                <a:cubicBezTo>
                  <a:pt x="273" y="330"/>
                  <a:pt x="265" y="337"/>
                  <a:pt x="257" y="337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23" y="337"/>
                  <a:pt x="16" y="330"/>
                  <a:pt x="16" y="32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3"/>
                  <a:pt x="23" y="16"/>
                  <a:pt x="32" y="16"/>
                </a:cubicBezTo>
                <a:cubicBezTo>
                  <a:pt x="257" y="16"/>
                  <a:pt x="257" y="16"/>
                  <a:pt x="257" y="16"/>
                </a:cubicBezTo>
                <a:cubicBezTo>
                  <a:pt x="265" y="16"/>
                  <a:pt x="273" y="23"/>
                  <a:pt x="273" y="32"/>
                </a:cubicBezTo>
                <a:lnTo>
                  <a:pt x="273" y="321"/>
                </a:lnTo>
                <a:close/>
                <a:moveTo>
                  <a:pt x="224" y="176"/>
                </a:moveTo>
                <a:cubicBezTo>
                  <a:pt x="257" y="176"/>
                  <a:pt x="257" y="176"/>
                  <a:pt x="257" y="176"/>
                </a:cubicBezTo>
                <a:cubicBezTo>
                  <a:pt x="257" y="144"/>
                  <a:pt x="257" y="144"/>
                  <a:pt x="257" y="144"/>
                </a:cubicBezTo>
                <a:cubicBezTo>
                  <a:pt x="224" y="144"/>
                  <a:pt x="224" y="144"/>
                  <a:pt x="224" y="144"/>
                </a:cubicBezTo>
                <a:lnTo>
                  <a:pt x="224" y="176"/>
                </a:lnTo>
                <a:close/>
                <a:moveTo>
                  <a:pt x="176" y="225"/>
                </a:moveTo>
                <a:cubicBezTo>
                  <a:pt x="208" y="225"/>
                  <a:pt x="208" y="225"/>
                  <a:pt x="208" y="225"/>
                </a:cubicBezTo>
                <a:cubicBezTo>
                  <a:pt x="208" y="192"/>
                  <a:pt x="208" y="192"/>
                  <a:pt x="208" y="192"/>
                </a:cubicBezTo>
                <a:cubicBezTo>
                  <a:pt x="176" y="192"/>
                  <a:pt x="176" y="192"/>
                  <a:pt x="176" y="192"/>
                </a:cubicBezTo>
                <a:lnTo>
                  <a:pt x="176" y="225"/>
                </a:lnTo>
                <a:close/>
                <a:moveTo>
                  <a:pt x="176" y="321"/>
                </a:moveTo>
                <a:cubicBezTo>
                  <a:pt x="208" y="321"/>
                  <a:pt x="208" y="321"/>
                  <a:pt x="208" y="321"/>
                </a:cubicBezTo>
                <a:cubicBezTo>
                  <a:pt x="208" y="289"/>
                  <a:pt x="208" y="289"/>
                  <a:pt x="208" y="289"/>
                </a:cubicBezTo>
                <a:cubicBezTo>
                  <a:pt x="176" y="289"/>
                  <a:pt x="176" y="289"/>
                  <a:pt x="176" y="289"/>
                </a:cubicBezTo>
                <a:lnTo>
                  <a:pt x="176" y="321"/>
                </a:lnTo>
                <a:close/>
                <a:moveTo>
                  <a:pt x="128" y="176"/>
                </a:moveTo>
                <a:cubicBezTo>
                  <a:pt x="160" y="176"/>
                  <a:pt x="160" y="176"/>
                  <a:pt x="160" y="176"/>
                </a:cubicBezTo>
                <a:cubicBezTo>
                  <a:pt x="160" y="144"/>
                  <a:pt x="160" y="144"/>
                  <a:pt x="160" y="144"/>
                </a:cubicBezTo>
                <a:cubicBezTo>
                  <a:pt x="128" y="144"/>
                  <a:pt x="128" y="144"/>
                  <a:pt x="128" y="144"/>
                </a:cubicBezTo>
                <a:lnTo>
                  <a:pt x="128" y="176"/>
                </a:lnTo>
                <a:close/>
                <a:moveTo>
                  <a:pt x="176" y="273"/>
                </a:moveTo>
                <a:cubicBezTo>
                  <a:pt x="208" y="273"/>
                  <a:pt x="208" y="273"/>
                  <a:pt x="208" y="273"/>
                </a:cubicBezTo>
                <a:cubicBezTo>
                  <a:pt x="208" y="241"/>
                  <a:pt x="208" y="241"/>
                  <a:pt x="208" y="241"/>
                </a:cubicBezTo>
                <a:cubicBezTo>
                  <a:pt x="176" y="241"/>
                  <a:pt x="176" y="241"/>
                  <a:pt x="176" y="241"/>
                </a:cubicBezTo>
                <a:lnTo>
                  <a:pt x="176" y="27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1" name="Freeform 21"/>
          <p:cNvSpPr>
            <a:spLocks noEditPoints="1"/>
          </p:cNvSpPr>
          <p:nvPr/>
        </p:nvSpPr>
        <p:spPr bwMode="auto">
          <a:xfrm>
            <a:off x="7469718" y="2021418"/>
            <a:ext cx="582084" cy="582084"/>
          </a:xfrm>
          <a:custGeom>
            <a:avLst/>
            <a:gdLst>
              <a:gd name="T0" fmla="*/ 144 w 353"/>
              <a:gd name="T1" fmla="*/ 144 h 353"/>
              <a:gd name="T2" fmla="*/ 144 w 353"/>
              <a:gd name="T3" fmla="*/ 160 h 353"/>
              <a:gd name="T4" fmla="*/ 176 w 353"/>
              <a:gd name="T5" fmla="*/ 160 h 353"/>
              <a:gd name="T6" fmla="*/ 176 w 353"/>
              <a:gd name="T7" fmla="*/ 144 h 353"/>
              <a:gd name="T8" fmla="*/ 176 w 353"/>
              <a:gd name="T9" fmla="*/ 160 h 353"/>
              <a:gd name="T10" fmla="*/ 321 w 353"/>
              <a:gd name="T11" fmla="*/ 46 h 353"/>
              <a:gd name="T12" fmla="*/ 313 w 353"/>
              <a:gd name="T13" fmla="*/ 0 h 353"/>
              <a:gd name="T14" fmla="*/ 305 w 353"/>
              <a:gd name="T15" fmla="*/ 46 h 353"/>
              <a:gd name="T16" fmla="*/ 273 w 353"/>
              <a:gd name="T17" fmla="*/ 96 h 353"/>
              <a:gd name="T18" fmla="*/ 257 w 353"/>
              <a:gd name="T19" fmla="*/ 64 h 353"/>
              <a:gd name="T20" fmla="*/ 80 w 353"/>
              <a:gd name="T21" fmla="*/ 80 h 353"/>
              <a:gd name="T22" fmla="*/ 32 w 353"/>
              <a:gd name="T23" fmla="*/ 96 h 353"/>
              <a:gd name="T24" fmla="*/ 0 w 353"/>
              <a:gd name="T25" fmla="*/ 321 h 353"/>
              <a:gd name="T26" fmla="*/ 321 w 353"/>
              <a:gd name="T27" fmla="*/ 353 h 353"/>
              <a:gd name="T28" fmla="*/ 353 w 353"/>
              <a:gd name="T29" fmla="*/ 128 h 353"/>
              <a:gd name="T30" fmla="*/ 96 w 353"/>
              <a:gd name="T31" fmla="*/ 80 h 353"/>
              <a:gd name="T32" fmla="*/ 257 w 353"/>
              <a:gd name="T33" fmla="*/ 96 h 353"/>
              <a:gd name="T34" fmla="*/ 96 w 353"/>
              <a:gd name="T35" fmla="*/ 80 h 353"/>
              <a:gd name="T36" fmla="*/ 32 w 353"/>
              <a:gd name="T37" fmla="*/ 337 h 353"/>
              <a:gd name="T38" fmla="*/ 337 w 353"/>
              <a:gd name="T39" fmla="*/ 321 h 353"/>
              <a:gd name="T40" fmla="*/ 337 w 353"/>
              <a:gd name="T41" fmla="*/ 144 h 353"/>
              <a:gd name="T42" fmla="*/ 305 w 353"/>
              <a:gd name="T43" fmla="*/ 152 h 353"/>
              <a:gd name="T44" fmla="*/ 337 w 353"/>
              <a:gd name="T45" fmla="*/ 160 h 353"/>
              <a:gd name="T46" fmla="*/ 304 w 353"/>
              <a:gd name="T47" fmla="*/ 200 h 353"/>
              <a:gd name="T48" fmla="*/ 209 w 353"/>
              <a:gd name="T49" fmla="*/ 208 h 353"/>
              <a:gd name="T50" fmla="*/ 304 w 353"/>
              <a:gd name="T51" fmla="*/ 216 h 353"/>
              <a:gd name="T52" fmla="*/ 337 w 353"/>
              <a:gd name="T53" fmla="*/ 305 h 353"/>
              <a:gd name="T54" fmla="*/ 16 w 353"/>
              <a:gd name="T55" fmla="*/ 216 h 353"/>
              <a:gd name="T56" fmla="*/ 96 w 353"/>
              <a:gd name="T57" fmla="*/ 257 h 353"/>
              <a:gd name="T58" fmla="*/ 96 w 353"/>
              <a:gd name="T59" fmla="*/ 160 h 353"/>
              <a:gd name="T60" fmla="*/ 16 w 353"/>
              <a:gd name="T61" fmla="*/ 200 h 353"/>
              <a:gd name="T62" fmla="*/ 40 w 353"/>
              <a:gd name="T63" fmla="*/ 160 h 353"/>
              <a:gd name="T64" fmla="*/ 40 w 353"/>
              <a:gd name="T65" fmla="*/ 144 h 353"/>
              <a:gd name="T66" fmla="*/ 16 w 353"/>
              <a:gd name="T67" fmla="*/ 128 h 353"/>
              <a:gd name="T68" fmla="*/ 321 w 353"/>
              <a:gd name="T69" fmla="*/ 112 h 353"/>
              <a:gd name="T70" fmla="*/ 337 w 353"/>
              <a:gd name="T71" fmla="*/ 144 h 353"/>
              <a:gd name="T72" fmla="*/ 257 w 353"/>
              <a:gd name="T73" fmla="*/ 241 h 353"/>
              <a:gd name="T74" fmla="*/ 257 w 353"/>
              <a:gd name="T75" fmla="*/ 176 h 353"/>
              <a:gd name="T76" fmla="*/ 64 w 353"/>
              <a:gd name="T77" fmla="*/ 208 h 353"/>
              <a:gd name="T78" fmla="*/ 128 w 353"/>
              <a:gd name="T79" fmla="*/ 208 h 353"/>
              <a:gd name="T80" fmla="*/ 64 w 353"/>
              <a:gd name="T81" fmla="*/ 208 h 353"/>
              <a:gd name="T82" fmla="*/ 201 w 353"/>
              <a:gd name="T83" fmla="*/ 152 h 353"/>
              <a:gd name="T84" fmla="*/ 217 w 353"/>
              <a:gd name="T85" fmla="*/ 152 h 353"/>
              <a:gd name="T86" fmla="*/ 193 w 353"/>
              <a:gd name="T87" fmla="*/ 289 h 353"/>
              <a:gd name="T88" fmla="*/ 225 w 353"/>
              <a:gd name="T89" fmla="*/ 273 h 353"/>
              <a:gd name="T90" fmla="*/ 193 w 353"/>
              <a:gd name="T91" fmla="*/ 289 h 353"/>
              <a:gd name="T92" fmla="*/ 160 w 353"/>
              <a:gd name="T93" fmla="*/ 289 h 353"/>
              <a:gd name="T94" fmla="*/ 128 w 353"/>
              <a:gd name="T95" fmla="*/ 273 h 353"/>
              <a:gd name="T96" fmla="*/ 193 w 353"/>
              <a:gd name="T97" fmla="*/ 192 h 353"/>
              <a:gd name="T98" fmla="*/ 160 w 353"/>
              <a:gd name="T99" fmla="*/ 225 h 353"/>
              <a:gd name="T100" fmla="*/ 193 w 353"/>
              <a:gd name="T101" fmla="*/ 192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353" h="353">
                <a:moveTo>
                  <a:pt x="152" y="152"/>
                </a:moveTo>
                <a:cubicBezTo>
                  <a:pt x="152" y="148"/>
                  <a:pt x="149" y="144"/>
                  <a:pt x="144" y="144"/>
                </a:cubicBezTo>
                <a:cubicBezTo>
                  <a:pt x="140" y="144"/>
                  <a:pt x="136" y="148"/>
                  <a:pt x="136" y="152"/>
                </a:cubicBezTo>
                <a:cubicBezTo>
                  <a:pt x="136" y="157"/>
                  <a:pt x="140" y="160"/>
                  <a:pt x="144" y="160"/>
                </a:cubicBezTo>
                <a:cubicBezTo>
                  <a:pt x="149" y="160"/>
                  <a:pt x="152" y="157"/>
                  <a:pt x="152" y="152"/>
                </a:cubicBezTo>
                <a:moveTo>
                  <a:pt x="176" y="160"/>
                </a:moveTo>
                <a:cubicBezTo>
                  <a:pt x="181" y="160"/>
                  <a:pt x="185" y="157"/>
                  <a:pt x="185" y="152"/>
                </a:cubicBezTo>
                <a:cubicBezTo>
                  <a:pt x="185" y="148"/>
                  <a:pt x="181" y="144"/>
                  <a:pt x="176" y="144"/>
                </a:cubicBezTo>
                <a:cubicBezTo>
                  <a:pt x="172" y="144"/>
                  <a:pt x="168" y="148"/>
                  <a:pt x="168" y="152"/>
                </a:cubicBezTo>
                <a:cubicBezTo>
                  <a:pt x="168" y="157"/>
                  <a:pt x="172" y="160"/>
                  <a:pt x="176" y="160"/>
                </a:cubicBezTo>
                <a:moveTo>
                  <a:pt x="321" y="96"/>
                </a:moveTo>
                <a:cubicBezTo>
                  <a:pt x="321" y="46"/>
                  <a:pt x="321" y="46"/>
                  <a:pt x="321" y="46"/>
                </a:cubicBezTo>
                <a:cubicBezTo>
                  <a:pt x="330" y="43"/>
                  <a:pt x="337" y="34"/>
                  <a:pt x="337" y="24"/>
                </a:cubicBezTo>
                <a:cubicBezTo>
                  <a:pt x="337" y="11"/>
                  <a:pt x="326" y="0"/>
                  <a:pt x="313" y="0"/>
                </a:cubicBezTo>
                <a:cubicBezTo>
                  <a:pt x="300" y="0"/>
                  <a:pt x="289" y="11"/>
                  <a:pt x="289" y="24"/>
                </a:cubicBezTo>
                <a:cubicBezTo>
                  <a:pt x="289" y="34"/>
                  <a:pt x="296" y="43"/>
                  <a:pt x="305" y="46"/>
                </a:cubicBezTo>
                <a:cubicBezTo>
                  <a:pt x="305" y="96"/>
                  <a:pt x="305" y="96"/>
                  <a:pt x="305" y="96"/>
                </a:cubicBezTo>
                <a:cubicBezTo>
                  <a:pt x="273" y="96"/>
                  <a:pt x="273" y="96"/>
                  <a:pt x="273" y="96"/>
                </a:cubicBezTo>
                <a:cubicBezTo>
                  <a:pt x="273" y="80"/>
                  <a:pt x="273" y="80"/>
                  <a:pt x="273" y="80"/>
                </a:cubicBezTo>
                <a:cubicBezTo>
                  <a:pt x="273" y="71"/>
                  <a:pt x="266" y="64"/>
                  <a:pt x="257" y="64"/>
                </a:cubicBezTo>
                <a:cubicBezTo>
                  <a:pt x="96" y="64"/>
                  <a:pt x="96" y="64"/>
                  <a:pt x="96" y="64"/>
                </a:cubicBezTo>
                <a:cubicBezTo>
                  <a:pt x="87" y="64"/>
                  <a:pt x="80" y="71"/>
                  <a:pt x="80" y="80"/>
                </a:cubicBezTo>
                <a:cubicBezTo>
                  <a:pt x="80" y="96"/>
                  <a:pt x="80" y="96"/>
                  <a:pt x="80" y="96"/>
                </a:cubicBezTo>
                <a:cubicBezTo>
                  <a:pt x="32" y="96"/>
                  <a:pt x="32" y="96"/>
                  <a:pt x="32" y="96"/>
                </a:cubicBezTo>
                <a:cubicBezTo>
                  <a:pt x="14" y="96"/>
                  <a:pt x="0" y="110"/>
                  <a:pt x="0" y="128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4" y="353"/>
                  <a:pt x="32" y="353"/>
                </a:cubicBezTo>
                <a:cubicBezTo>
                  <a:pt x="321" y="353"/>
                  <a:pt x="321" y="353"/>
                  <a:pt x="321" y="353"/>
                </a:cubicBezTo>
                <a:cubicBezTo>
                  <a:pt x="339" y="353"/>
                  <a:pt x="353" y="339"/>
                  <a:pt x="353" y="321"/>
                </a:cubicBezTo>
                <a:cubicBezTo>
                  <a:pt x="353" y="128"/>
                  <a:pt x="353" y="128"/>
                  <a:pt x="353" y="128"/>
                </a:cubicBezTo>
                <a:cubicBezTo>
                  <a:pt x="353" y="110"/>
                  <a:pt x="339" y="96"/>
                  <a:pt x="321" y="96"/>
                </a:cubicBezTo>
                <a:moveTo>
                  <a:pt x="96" y="80"/>
                </a:moveTo>
                <a:cubicBezTo>
                  <a:pt x="257" y="80"/>
                  <a:pt x="257" y="80"/>
                  <a:pt x="257" y="80"/>
                </a:cubicBezTo>
                <a:cubicBezTo>
                  <a:pt x="257" y="96"/>
                  <a:pt x="257" y="96"/>
                  <a:pt x="257" y="96"/>
                </a:cubicBezTo>
                <a:cubicBezTo>
                  <a:pt x="96" y="96"/>
                  <a:pt x="96" y="96"/>
                  <a:pt x="96" y="96"/>
                </a:cubicBezTo>
                <a:lnTo>
                  <a:pt x="96" y="80"/>
                </a:lnTo>
                <a:close/>
                <a:moveTo>
                  <a:pt x="321" y="337"/>
                </a:moveTo>
                <a:cubicBezTo>
                  <a:pt x="32" y="337"/>
                  <a:pt x="32" y="337"/>
                  <a:pt x="32" y="337"/>
                </a:cubicBezTo>
                <a:cubicBezTo>
                  <a:pt x="23" y="337"/>
                  <a:pt x="16" y="330"/>
                  <a:pt x="16" y="321"/>
                </a:cubicBezTo>
                <a:cubicBezTo>
                  <a:pt x="337" y="321"/>
                  <a:pt x="337" y="321"/>
                  <a:pt x="337" y="321"/>
                </a:cubicBezTo>
                <a:cubicBezTo>
                  <a:pt x="337" y="330"/>
                  <a:pt x="330" y="337"/>
                  <a:pt x="321" y="337"/>
                </a:cubicBezTo>
                <a:moveTo>
                  <a:pt x="337" y="144"/>
                </a:moveTo>
                <a:cubicBezTo>
                  <a:pt x="313" y="144"/>
                  <a:pt x="313" y="144"/>
                  <a:pt x="313" y="144"/>
                </a:cubicBezTo>
                <a:cubicBezTo>
                  <a:pt x="309" y="144"/>
                  <a:pt x="305" y="148"/>
                  <a:pt x="305" y="152"/>
                </a:cubicBezTo>
                <a:cubicBezTo>
                  <a:pt x="305" y="157"/>
                  <a:pt x="309" y="160"/>
                  <a:pt x="313" y="160"/>
                </a:cubicBezTo>
                <a:cubicBezTo>
                  <a:pt x="337" y="160"/>
                  <a:pt x="337" y="160"/>
                  <a:pt x="337" y="160"/>
                </a:cubicBezTo>
                <a:cubicBezTo>
                  <a:pt x="337" y="200"/>
                  <a:pt x="337" y="200"/>
                  <a:pt x="337" y="200"/>
                </a:cubicBezTo>
                <a:cubicBezTo>
                  <a:pt x="304" y="200"/>
                  <a:pt x="304" y="200"/>
                  <a:pt x="304" y="200"/>
                </a:cubicBezTo>
                <a:cubicBezTo>
                  <a:pt x="300" y="178"/>
                  <a:pt x="281" y="160"/>
                  <a:pt x="257" y="160"/>
                </a:cubicBezTo>
                <a:cubicBezTo>
                  <a:pt x="230" y="160"/>
                  <a:pt x="209" y="182"/>
                  <a:pt x="209" y="208"/>
                </a:cubicBezTo>
                <a:cubicBezTo>
                  <a:pt x="209" y="235"/>
                  <a:pt x="230" y="257"/>
                  <a:pt x="257" y="257"/>
                </a:cubicBezTo>
                <a:cubicBezTo>
                  <a:pt x="281" y="257"/>
                  <a:pt x="300" y="239"/>
                  <a:pt x="304" y="216"/>
                </a:cubicBezTo>
                <a:cubicBezTo>
                  <a:pt x="337" y="216"/>
                  <a:pt x="337" y="216"/>
                  <a:pt x="337" y="216"/>
                </a:cubicBezTo>
                <a:cubicBezTo>
                  <a:pt x="337" y="305"/>
                  <a:pt x="337" y="305"/>
                  <a:pt x="337" y="305"/>
                </a:cubicBezTo>
                <a:cubicBezTo>
                  <a:pt x="16" y="305"/>
                  <a:pt x="16" y="305"/>
                  <a:pt x="16" y="305"/>
                </a:cubicBezTo>
                <a:cubicBezTo>
                  <a:pt x="16" y="216"/>
                  <a:pt x="16" y="216"/>
                  <a:pt x="16" y="216"/>
                </a:cubicBezTo>
                <a:cubicBezTo>
                  <a:pt x="49" y="216"/>
                  <a:pt x="49" y="216"/>
                  <a:pt x="49" y="216"/>
                </a:cubicBezTo>
                <a:cubicBezTo>
                  <a:pt x="53" y="239"/>
                  <a:pt x="72" y="257"/>
                  <a:pt x="96" y="257"/>
                </a:cubicBezTo>
                <a:cubicBezTo>
                  <a:pt x="123" y="257"/>
                  <a:pt x="144" y="235"/>
                  <a:pt x="144" y="208"/>
                </a:cubicBezTo>
                <a:cubicBezTo>
                  <a:pt x="144" y="182"/>
                  <a:pt x="123" y="160"/>
                  <a:pt x="96" y="160"/>
                </a:cubicBezTo>
                <a:cubicBezTo>
                  <a:pt x="72" y="160"/>
                  <a:pt x="53" y="178"/>
                  <a:pt x="49" y="200"/>
                </a:cubicBezTo>
                <a:cubicBezTo>
                  <a:pt x="16" y="200"/>
                  <a:pt x="16" y="200"/>
                  <a:pt x="16" y="200"/>
                </a:cubicBezTo>
                <a:cubicBezTo>
                  <a:pt x="16" y="160"/>
                  <a:pt x="16" y="160"/>
                  <a:pt x="16" y="160"/>
                </a:cubicBezTo>
                <a:cubicBezTo>
                  <a:pt x="40" y="160"/>
                  <a:pt x="40" y="160"/>
                  <a:pt x="40" y="160"/>
                </a:cubicBezTo>
                <a:cubicBezTo>
                  <a:pt x="44" y="160"/>
                  <a:pt x="48" y="157"/>
                  <a:pt x="48" y="152"/>
                </a:cubicBezTo>
                <a:cubicBezTo>
                  <a:pt x="48" y="148"/>
                  <a:pt x="44" y="144"/>
                  <a:pt x="40" y="144"/>
                </a:cubicBezTo>
                <a:cubicBezTo>
                  <a:pt x="16" y="144"/>
                  <a:pt x="16" y="144"/>
                  <a:pt x="16" y="144"/>
                </a:cubicBezTo>
                <a:cubicBezTo>
                  <a:pt x="16" y="128"/>
                  <a:pt x="16" y="128"/>
                  <a:pt x="16" y="128"/>
                </a:cubicBezTo>
                <a:cubicBezTo>
                  <a:pt x="16" y="119"/>
                  <a:pt x="23" y="112"/>
                  <a:pt x="32" y="112"/>
                </a:cubicBezTo>
                <a:cubicBezTo>
                  <a:pt x="321" y="112"/>
                  <a:pt x="321" y="112"/>
                  <a:pt x="321" y="112"/>
                </a:cubicBezTo>
                <a:cubicBezTo>
                  <a:pt x="330" y="112"/>
                  <a:pt x="337" y="119"/>
                  <a:pt x="337" y="128"/>
                </a:cubicBezTo>
                <a:lnTo>
                  <a:pt x="337" y="144"/>
                </a:lnTo>
                <a:close/>
                <a:moveTo>
                  <a:pt x="289" y="208"/>
                </a:moveTo>
                <a:cubicBezTo>
                  <a:pt x="289" y="226"/>
                  <a:pt x="275" y="241"/>
                  <a:pt x="257" y="241"/>
                </a:cubicBezTo>
                <a:cubicBezTo>
                  <a:pt x="239" y="241"/>
                  <a:pt x="225" y="226"/>
                  <a:pt x="225" y="208"/>
                </a:cubicBezTo>
                <a:cubicBezTo>
                  <a:pt x="225" y="191"/>
                  <a:pt x="239" y="176"/>
                  <a:pt x="257" y="176"/>
                </a:cubicBezTo>
                <a:cubicBezTo>
                  <a:pt x="275" y="176"/>
                  <a:pt x="289" y="191"/>
                  <a:pt x="289" y="208"/>
                </a:cubicBezTo>
                <a:moveTo>
                  <a:pt x="64" y="208"/>
                </a:moveTo>
                <a:cubicBezTo>
                  <a:pt x="64" y="191"/>
                  <a:pt x="78" y="176"/>
                  <a:pt x="96" y="176"/>
                </a:cubicBezTo>
                <a:cubicBezTo>
                  <a:pt x="114" y="176"/>
                  <a:pt x="128" y="191"/>
                  <a:pt x="128" y="208"/>
                </a:cubicBezTo>
                <a:cubicBezTo>
                  <a:pt x="128" y="226"/>
                  <a:pt x="114" y="241"/>
                  <a:pt x="96" y="241"/>
                </a:cubicBezTo>
                <a:cubicBezTo>
                  <a:pt x="78" y="241"/>
                  <a:pt x="64" y="226"/>
                  <a:pt x="64" y="208"/>
                </a:cubicBezTo>
                <a:moveTo>
                  <a:pt x="209" y="144"/>
                </a:moveTo>
                <a:cubicBezTo>
                  <a:pt x="204" y="144"/>
                  <a:pt x="201" y="148"/>
                  <a:pt x="201" y="152"/>
                </a:cubicBezTo>
                <a:cubicBezTo>
                  <a:pt x="201" y="157"/>
                  <a:pt x="204" y="160"/>
                  <a:pt x="209" y="160"/>
                </a:cubicBezTo>
                <a:cubicBezTo>
                  <a:pt x="213" y="160"/>
                  <a:pt x="217" y="157"/>
                  <a:pt x="217" y="152"/>
                </a:cubicBezTo>
                <a:cubicBezTo>
                  <a:pt x="217" y="148"/>
                  <a:pt x="213" y="144"/>
                  <a:pt x="209" y="144"/>
                </a:cubicBezTo>
                <a:moveTo>
                  <a:pt x="193" y="289"/>
                </a:moveTo>
                <a:cubicBezTo>
                  <a:pt x="225" y="289"/>
                  <a:pt x="225" y="289"/>
                  <a:pt x="225" y="289"/>
                </a:cubicBezTo>
                <a:cubicBezTo>
                  <a:pt x="225" y="273"/>
                  <a:pt x="225" y="273"/>
                  <a:pt x="225" y="273"/>
                </a:cubicBezTo>
                <a:cubicBezTo>
                  <a:pt x="193" y="273"/>
                  <a:pt x="193" y="273"/>
                  <a:pt x="193" y="273"/>
                </a:cubicBezTo>
                <a:lnTo>
                  <a:pt x="193" y="289"/>
                </a:lnTo>
                <a:close/>
                <a:moveTo>
                  <a:pt x="128" y="289"/>
                </a:moveTo>
                <a:cubicBezTo>
                  <a:pt x="160" y="289"/>
                  <a:pt x="160" y="289"/>
                  <a:pt x="160" y="289"/>
                </a:cubicBezTo>
                <a:cubicBezTo>
                  <a:pt x="160" y="273"/>
                  <a:pt x="160" y="273"/>
                  <a:pt x="160" y="273"/>
                </a:cubicBezTo>
                <a:cubicBezTo>
                  <a:pt x="128" y="273"/>
                  <a:pt x="128" y="273"/>
                  <a:pt x="128" y="273"/>
                </a:cubicBezTo>
                <a:lnTo>
                  <a:pt x="128" y="289"/>
                </a:lnTo>
                <a:close/>
                <a:moveTo>
                  <a:pt x="193" y="192"/>
                </a:moveTo>
                <a:cubicBezTo>
                  <a:pt x="160" y="192"/>
                  <a:pt x="160" y="192"/>
                  <a:pt x="160" y="192"/>
                </a:cubicBezTo>
                <a:cubicBezTo>
                  <a:pt x="160" y="225"/>
                  <a:pt x="160" y="225"/>
                  <a:pt x="160" y="225"/>
                </a:cubicBezTo>
                <a:cubicBezTo>
                  <a:pt x="193" y="225"/>
                  <a:pt x="193" y="225"/>
                  <a:pt x="193" y="225"/>
                </a:cubicBezTo>
                <a:lnTo>
                  <a:pt x="193" y="19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2" name="Freeform 22"/>
          <p:cNvSpPr>
            <a:spLocks noEditPoints="1"/>
          </p:cNvSpPr>
          <p:nvPr/>
        </p:nvSpPr>
        <p:spPr bwMode="auto">
          <a:xfrm>
            <a:off x="8578851" y="2021418"/>
            <a:ext cx="582084" cy="582084"/>
          </a:xfrm>
          <a:custGeom>
            <a:avLst/>
            <a:gdLst>
              <a:gd name="T0" fmla="*/ 52 w 353"/>
              <a:gd name="T1" fmla="*/ 192 h 353"/>
              <a:gd name="T2" fmla="*/ 225 w 353"/>
              <a:gd name="T3" fmla="*/ 208 h 353"/>
              <a:gd name="T4" fmla="*/ 205 w 353"/>
              <a:gd name="T5" fmla="*/ 160 h 353"/>
              <a:gd name="T6" fmla="*/ 58 w 353"/>
              <a:gd name="T7" fmla="*/ 176 h 353"/>
              <a:gd name="T8" fmla="*/ 205 w 353"/>
              <a:gd name="T9" fmla="*/ 160 h 353"/>
              <a:gd name="T10" fmla="*/ 187 w 353"/>
              <a:gd name="T11" fmla="*/ 289 h 353"/>
              <a:gd name="T12" fmla="*/ 137 w 353"/>
              <a:gd name="T13" fmla="*/ 305 h 353"/>
              <a:gd name="T14" fmla="*/ 86 w 353"/>
              <a:gd name="T15" fmla="*/ 144 h 353"/>
              <a:gd name="T16" fmla="*/ 137 w 353"/>
              <a:gd name="T17" fmla="*/ 128 h 353"/>
              <a:gd name="T18" fmla="*/ 205 w 353"/>
              <a:gd name="T19" fmla="*/ 273 h 353"/>
              <a:gd name="T20" fmla="*/ 58 w 353"/>
              <a:gd name="T21" fmla="*/ 257 h 353"/>
              <a:gd name="T22" fmla="*/ 305 w 353"/>
              <a:gd name="T23" fmla="*/ 257 h 353"/>
              <a:gd name="T24" fmla="*/ 305 w 353"/>
              <a:gd name="T25" fmla="*/ 273 h 353"/>
              <a:gd name="T26" fmla="*/ 305 w 353"/>
              <a:gd name="T27" fmla="*/ 257 h 353"/>
              <a:gd name="T28" fmla="*/ 80 w 353"/>
              <a:gd name="T29" fmla="*/ 80 h 353"/>
              <a:gd name="T30" fmla="*/ 97 w 353"/>
              <a:gd name="T31" fmla="*/ 24 h 353"/>
              <a:gd name="T32" fmla="*/ 48 w 353"/>
              <a:gd name="T33" fmla="*/ 24 h 353"/>
              <a:gd name="T34" fmla="*/ 64 w 353"/>
              <a:gd name="T35" fmla="*/ 80 h 353"/>
              <a:gd name="T36" fmla="*/ 0 w 353"/>
              <a:gd name="T37" fmla="*/ 112 h 353"/>
              <a:gd name="T38" fmla="*/ 32 w 353"/>
              <a:gd name="T39" fmla="*/ 353 h 353"/>
              <a:gd name="T40" fmla="*/ 353 w 353"/>
              <a:gd name="T41" fmla="*/ 321 h 353"/>
              <a:gd name="T42" fmla="*/ 321 w 353"/>
              <a:gd name="T43" fmla="*/ 80 h 353"/>
              <a:gd name="T44" fmla="*/ 32 w 353"/>
              <a:gd name="T45" fmla="*/ 337 h 353"/>
              <a:gd name="T46" fmla="*/ 16 w 353"/>
              <a:gd name="T47" fmla="*/ 112 h 353"/>
              <a:gd name="T48" fmla="*/ 257 w 353"/>
              <a:gd name="T49" fmla="*/ 96 h 353"/>
              <a:gd name="T50" fmla="*/ 337 w 353"/>
              <a:gd name="T51" fmla="*/ 321 h 353"/>
              <a:gd name="T52" fmla="*/ 273 w 353"/>
              <a:gd name="T53" fmla="*/ 337 h 353"/>
              <a:gd name="T54" fmla="*/ 321 w 353"/>
              <a:gd name="T55" fmla="*/ 96 h 353"/>
              <a:gd name="T56" fmla="*/ 337 w 353"/>
              <a:gd name="T57" fmla="*/ 321 h 353"/>
              <a:gd name="T58" fmla="*/ 289 w 353"/>
              <a:gd name="T59" fmla="*/ 160 h 353"/>
              <a:gd name="T60" fmla="*/ 321 w 353"/>
              <a:gd name="T61" fmla="*/ 160 h 353"/>
              <a:gd name="T62" fmla="*/ 305 w 353"/>
              <a:gd name="T63" fmla="*/ 208 h 353"/>
              <a:gd name="T64" fmla="*/ 305 w 353"/>
              <a:gd name="T65" fmla="*/ 225 h 353"/>
              <a:gd name="T66" fmla="*/ 305 w 353"/>
              <a:gd name="T67" fmla="*/ 208 h 353"/>
              <a:gd name="T68" fmla="*/ 225 w 353"/>
              <a:gd name="T69" fmla="*/ 225 h 353"/>
              <a:gd name="T70" fmla="*/ 52 w 353"/>
              <a:gd name="T71" fmla="*/ 241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353" h="353">
                <a:moveTo>
                  <a:pt x="222" y="192"/>
                </a:moveTo>
                <a:cubicBezTo>
                  <a:pt x="52" y="192"/>
                  <a:pt x="52" y="192"/>
                  <a:pt x="52" y="192"/>
                </a:cubicBezTo>
                <a:cubicBezTo>
                  <a:pt x="50" y="198"/>
                  <a:pt x="49" y="203"/>
                  <a:pt x="49" y="208"/>
                </a:cubicBezTo>
                <a:cubicBezTo>
                  <a:pt x="225" y="208"/>
                  <a:pt x="225" y="208"/>
                  <a:pt x="225" y="208"/>
                </a:cubicBezTo>
                <a:cubicBezTo>
                  <a:pt x="224" y="203"/>
                  <a:pt x="223" y="198"/>
                  <a:pt x="222" y="192"/>
                </a:cubicBezTo>
                <a:moveTo>
                  <a:pt x="205" y="160"/>
                </a:moveTo>
                <a:cubicBezTo>
                  <a:pt x="69" y="160"/>
                  <a:pt x="69" y="160"/>
                  <a:pt x="69" y="160"/>
                </a:cubicBezTo>
                <a:cubicBezTo>
                  <a:pt x="65" y="165"/>
                  <a:pt x="61" y="171"/>
                  <a:pt x="58" y="176"/>
                </a:cubicBezTo>
                <a:cubicBezTo>
                  <a:pt x="215" y="176"/>
                  <a:pt x="215" y="176"/>
                  <a:pt x="215" y="176"/>
                </a:cubicBezTo>
                <a:cubicBezTo>
                  <a:pt x="212" y="171"/>
                  <a:pt x="209" y="165"/>
                  <a:pt x="205" y="160"/>
                </a:cubicBezTo>
                <a:moveTo>
                  <a:pt x="137" y="305"/>
                </a:moveTo>
                <a:cubicBezTo>
                  <a:pt x="155" y="305"/>
                  <a:pt x="173" y="299"/>
                  <a:pt x="187" y="289"/>
                </a:cubicBezTo>
                <a:cubicBezTo>
                  <a:pt x="86" y="289"/>
                  <a:pt x="86" y="289"/>
                  <a:pt x="86" y="289"/>
                </a:cubicBezTo>
                <a:cubicBezTo>
                  <a:pt x="101" y="299"/>
                  <a:pt x="118" y="305"/>
                  <a:pt x="137" y="305"/>
                </a:cubicBezTo>
                <a:moveTo>
                  <a:pt x="137" y="128"/>
                </a:moveTo>
                <a:cubicBezTo>
                  <a:pt x="118" y="128"/>
                  <a:pt x="101" y="134"/>
                  <a:pt x="86" y="144"/>
                </a:cubicBezTo>
                <a:cubicBezTo>
                  <a:pt x="187" y="144"/>
                  <a:pt x="187" y="144"/>
                  <a:pt x="187" y="144"/>
                </a:cubicBezTo>
                <a:cubicBezTo>
                  <a:pt x="173" y="134"/>
                  <a:pt x="155" y="128"/>
                  <a:pt x="137" y="128"/>
                </a:cubicBezTo>
                <a:moveTo>
                  <a:pt x="69" y="273"/>
                </a:moveTo>
                <a:cubicBezTo>
                  <a:pt x="205" y="273"/>
                  <a:pt x="205" y="273"/>
                  <a:pt x="205" y="273"/>
                </a:cubicBezTo>
                <a:cubicBezTo>
                  <a:pt x="209" y="268"/>
                  <a:pt x="212" y="262"/>
                  <a:pt x="215" y="257"/>
                </a:cubicBezTo>
                <a:cubicBezTo>
                  <a:pt x="58" y="257"/>
                  <a:pt x="58" y="257"/>
                  <a:pt x="58" y="257"/>
                </a:cubicBezTo>
                <a:cubicBezTo>
                  <a:pt x="61" y="262"/>
                  <a:pt x="65" y="268"/>
                  <a:pt x="69" y="273"/>
                </a:cubicBezTo>
                <a:moveTo>
                  <a:pt x="305" y="257"/>
                </a:moveTo>
                <a:cubicBezTo>
                  <a:pt x="301" y="257"/>
                  <a:pt x="297" y="260"/>
                  <a:pt x="297" y="265"/>
                </a:cubicBezTo>
                <a:cubicBezTo>
                  <a:pt x="297" y="269"/>
                  <a:pt x="301" y="273"/>
                  <a:pt x="305" y="273"/>
                </a:cubicBezTo>
                <a:cubicBezTo>
                  <a:pt x="310" y="273"/>
                  <a:pt x="313" y="269"/>
                  <a:pt x="313" y="265"/>
                </a:cubicBezTo>
                <a:cubicBezTo>
                  <a:pt x="313" y="260"/>
                  <a:pt x="310" y="257"/>
                  <a:pt x="305" y="257"/>
                </a:cubicBezTo>
                <a:moveTo>
                  <a:pt x="321" y="80"/>
                </a:moveTo>
                <a:cubicBezTo>
                  <a:pt x="80" y="80"/>
                  <a:pt x="80" y="80"/>
                  <a:pt x="80" y="80"/>
                </a:cubicBezTo>
                <a:cubicBezTo>
                  <a:pt x="80" y="46"/>
                  <a:pt x="80" y="46"/>
                  <a:pt x="80" y="46"/>
                </a:cubicBezTo>
                <a:cubicBezTo>
                  <a:pt x="90" y="43"/>
                  <a:pt x="97" y="34"/>
                  <a:pt x="97" y="24"/>
                </a:cubicBezTo>
                <a:cubicBezTo>
                  <a:pt x="97" y="11"/>
                  <a:pt x="86" y="0"/>
                  <a:pt x="72" y="0"/>
                </a:cubicBezTo>
                <a:cubicBezTo>
                  <a:pt x="59" y="0"/>
                  <a:pt x="48" y="11"/>
                  <a:pt x="48" y="24"/>
                </a:cubicBezTo>
                <a:cubicBezTo>
                  <a:pt x="48" y="34"/>
                  <a:pt x="55" y="43"/>
                  <a:pt x="64" y="46"/>
                </a:cubicBezTo>
                <a:cubicBezTo>
                  <a:pt x="64" y="80"/>
                  <a:pt x="64" y="80"/>
                  <a:pt x="64" y="80"/>
                </a:cubicBezTo>
                <a:cubicBezTo>
                  <a:pt x="32" y="80"/>
                  <a:pt x="32" y="80"/>
                  <a:pt x="32" y="80"/>
                </a:cubicBezTo>
                <a:cubicBezTo>
                  <a:pt x="15" y="80"/>
                  <a:pt x="0" y="94"/>
                  <a:pt x="0" y="11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5" y="353"/>
                  <a:pt x="32" y="353"/>
                </a:cubicBezTo>
                <a:cubicBezTo>
                  <a:pt x="321" y="353"/>
                  <a:pt x="321" y="353"/>
                  <a:pt x="321" y="353"/>
                </a:cubicBezTo>
                <a:cubicBezTo>
                  <a:pt x="339" y="353"/>
                  <a:pt x="353" y="339"/>
                  <a:pt x="353" y="321"/>
                </a:cubicBezTo>
                <a:cubicBezTo>
                  <a:pt x="353" y="112"/>
                  <a:pt x="353" y="112"/>
                  <a:pt x="353" y="112"/>
                </a:cubicBezTo>
                <a:cubicBezTo>
                  <a:pt x="353" y="94"/>
                  <a:pt x="339" y="80"/>
                  <a:pt x="321" y="80"/>
                </a:cubicBezTo>
                <a:moveTo>
                  <a:pt x="257" y="337"/>
                </a:moveTo>
                <a:cubicBezTo>
                  <a:pt x="32" y="337"/>
                  <a:pt x="32" y="337"/>
                  <a:pt x="32" y="337"/>
                </a:cubicBezTo>
                <a:cubicBezTo>
                  <a:pt x="23" y="337"/>
                  <a:pt x="16" y="330"/>
                  <a:pt x="16" y="321"/>
                </a:cubicBezTo>
                <a:cubicBezTo>
                  <a:pt x="16" y="112"/>
                  <a:pt x="16" y="112"/>
                  <a:pt x="16" y="112"/>
                </a:cubicBezTo>
                <a:cubicBezTo>
                  <a:pt x="16" y="103"/>
                  <a:pt x="23" y="96"/>
                  <a:pt x="32" y="96"/>
                </a:cubicBezTo>
                <a:cubicBezTo>
                  <a:pt x="257" y="96"/>
                  <a:pt x="257" y="96"/>
                  <a:pt x="257" y="96"/>
                </a:cubicBezTo>
                <a:lnTo>
                  <a:pt x="257" y="337"/>
                </a:lnTo>
                <a:close/>
                <a:moveTo>
                  <a:pt x="337" y="321"/>
                </a:moveTo>
                <a:cubicBezTo>
                  <a:pt x="337" y="330"/>
                  <a:pt x="330" y="337"/>
                  <a:pt x="321" y="337"/>
                </a:cubicBezTo>
                <a:cubicBezTo>
                  <a:pt x="273" y="337"/>
                  <a:pt x="273" y="337"/>
                  <a:pt x="273" y="337"/>
                </a:cubicBezTo>
                <a:cubicBezTo>
                  <a:pt x="273" y="96"/>
                  <a:pt x="273" y="96"/>
                  <a:pt x="273" y="96"/>
                </a:cubicBezTo>
                <a:cubicBezTo>
                  <a:pt x="321" y="96"/>
                  <a:pt x="321" y="96"/>
                  <a:pt x="321" y="96"/>
                </a:cubicBezTo>
                <a:cubicBezTo>
                  <a:pt x="330" y="96"/>
                  <a:pt x="337" y="103"/>
                  <a:pt x="337" y="112"/>
                </a:cubicBezTo>
                <a:lnTo>
                  <a:pt x="337" y="321"/>
                </a:lnTo>
                <a:close/>
                <a:moveTo>
                  <a:pt x="305" y="144"/>
                </a:moveTo>
                <a:cubicBezTo>
                  <a:pt x="296" y="144"/>
                  <a:pt x="289" y="151"/>
                  <a:pt x="289" y="160"/>
                </a:cubicBezTo>
                <a:cubicBezTo>
                  <a:pt x="289" y="169"/>
                  <a:pt x="296" y="176"/>
                  <a:pt x="305" y="176"/>
                </a:cubicBezTo>
                <a:cubicBezTo>
                  <a:pt x="314" y="176"/>
                  <a:pt x="321" y="169"/>
                  <a:pt x="321" y="160"/>
                </a:cubicBezTo>
                <a:cubicBezTo>
                  <a:pt x="321" y="151"/>
                  <a:pt x="314" y="144"/>
                  <a:pt x="305" y="144"/>
                </a:cubicBezTo>
                <a:moveTo>
                  <a:pt x="305" y="208"/>
                </a:moveTo>
                <a:cubicBezTo>
                  <a:pt x="301" y="208"/>
                  <a:pt x="297" y="212"/>
                  <a:pt x="297" y="216"/>
                </a:cubicBezTo>
                <a:cubicBezTo>
                  <a:pt x="297" y="221"/>
                  <a:pt x="301" y="225"/>
                  <a:pt x="305" y="225"/>
                </a:cubicBezTo>
                <a:cubicBezTo>
                  <a:pt x="310" y="225"/>
                  <a:pt x="313" y="221"/>
                  <a:pt x="313" y="216"/>
                </a:cubicBezTo>
                <a:cubicBezTo>
                  <a:pt x="313" y="212"/>
                  <a:pt x="310" y="208"/>
                  <a:pt x="305" y="208"/>
                </a:cubicBezTo>
                <a:moveTo>
                  <a:pt x="222" y="241"/>
                </a:moveTo>
                <a:cubicBezTo>
                  <a:pt x="223" y="235"/>
                  <a:pt x="224" y="230"/>
                  <a:pt x="225" y="225"/>
                </a:cubicBezTo>
                <a:cubicBezTo>
                  <a:pt x="49" y="225"/>
                  <a:pt x="49" y="225"/>
                  <a:pt x="49" y="225"/>
                </a:cubicBezTo>
                <a:cubicBezTo>
                  <a:pt x="49" y="230"/>
                  <a:pt x="50" y="235"/>
                  <a:pt x="52" y="241"/>
                </a:cubicBezTo>
                <a:lnTo>
                  <a:pt x="222" y="24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3" name="Freeform 23"/>
          <p:cNvSpPr>
            <a:spLocks noEditPoints="1"/>
          </p:cNvSpPr>
          <p:nvPr/>
        </p:nvSpPr>
        <p:spPr bwMode="auto">
          <a:xfrm>
            <a:off x="9690101" y="2021418"/>
            <a:ext cx="579967" cy="582084"/>
          </a:xfrm>
          <a:custGeom>
            <a:avLst/>
            <a:gdLst>
              <a:gd name="T0" fmla="*/ 32 w 353"/>
              <a:gd name="T1" fmla="*/ 0 h 353"/>
              <a:gd name="T2" fmla="*/ 0 w 353"/>
              <a:gd name="T3" fmla="*/ 321 h 353"/>
              <a:gd name="T4" fmla="*/ 321 w 353"/>
              <a:gd name="T5" fmla="*/ 353 h 353"/>
              <a:gd name="T6" fmla="*/ 353 w 353"/>
              <a:gd name="T7" fmla="*/ 32 h 353"/>
              <a:gd name="T8" fmla="*/ 337 w 353"/>
              <a:gd name="T9" fmla="*/ 321 h 353"/>
              <a:gd name="T10" fmla="*/ 32 w 353"/>
              <a:gd name="T11" fmla="*/ 337 h 353"/>
              <a:gd name="T12" fmla="*/ 16 w 353"/>
              <a:gd name="T13" fmla="*/ 225 h 353"/>
              <a:gd name="T14" fmla="*/ 144 w 353"/>
              <a:gd name="T15" fmla="*/ 305 h 353"/>
              <a:gd name="T16" fmla="*/ 289 w 353"/>
              <a:gd name="T17" fmla="*/ 289 h 353"/>
              <a:gd name="T18" fmla="*/ 337 w 353"/>
              <a:gd name="T19" fmla="*/ 225 h 353"/>
              <a:gd name="T20" fmla="*/ 240 w 353"/>
              <a:gd name="T21" fmla="*/ 96 h 353"/>
              <a:gd name="T22" fmla="*/ 227 w 353"/>
              <a:gd name="T23" fmla="*/ 121 h 353"/>
              <a:gd name="T24" fmla="*/ 144 w 353"/>
              <a:gd name="T25" fmla="*/ 112 h 353"/>
              <a:gd name="T26" fmla="*/ 80 w 353"/>
              <a:gd name="T27" fmla="*/ 80 h 353"/>
              <a:gd name="T28" fmla="*/ 272 w 353"/>
              <a:gd name="T29" fmla="*/ 273 h 353"/>
              <a:gd name="T30" fmla="*/ 240 w 353"/>
              <a:gd name="T31" fmla="*/ 208 h 353"/>
              <a:gd name="T32" fmla="*/ 241 w 353"/>
              <a:gd name="T33" fmla="*/ 128 h 353"/>
              <a:gd name="T34" fmla="*/ 240 w 353"/>
              <a:gd name="T35" fmla="*/ 96 h 353"/>
              <a:gd name="T36" fmla="*/ 204 w 353"/>
              <a:gd name="T37" fmla="*/ 155 h 353"/>
              <a:gd name="T38" fmla="*/ 168 w 353"/>
              <a:gd name="T39" fmla="*/ 208 h 353"/>
              <a:gd name="T40" fmla="*/ 120 w 353"/>
              <a:gd name="T41" fmla="*/ 208 h 353"/>
              <a:gd name="T42" fmla="*/ 155 w 353"/>
              <a:gd name="T43" fmla="*/ 230 h 353"/>
              <a:gd name="T44" fmla="*/ 141 w 353"/>
              <a:gd name="T45" fmla="*/ 241 h 353"/>
              <a:gd name="T46" fmla="*/ 138 w 353"/>
              <a:gd name="T47" fmla="*/ 278 h 353"/>
              <a:gd name="T48" fmla="*/ 164 w 353"/>
              <a:gd name="T49" fmla="*/ 277 h 353"/>
              <a:gd name="T50" fmla="*/ 163 w 353"/>
              <a:gd name="T51" fmla="*/ 256 h 353"/>
              <a:gd name="T52" fmla="*/ 159 w 353"/>
              <a:gd name="T53" fmla="*/ 253 h 353"/>
              <a:gd name="T54" fmla="*/ 224 w 353"/>
              <a:gd name="T55" fmla="*/ 208 h 353"/>
              <a:gd name="T56" fmla="*/ 64 w 353"/>
              <a:gd name="T57" fmla="*/ 208 h 353"/>
              <a:gd name="T58" fmla="*/ 152 w 353"/>
              <a:gd name="T59" fmla="*/ 208 h 353"/>
              <a:gd name="T60" fmla="*/ 136 w 353"/>
              <a:gd name="T61" fmla="*/ 208 h 353"/>
              <a:gd name="T62" fmla="*/ 152 w 353"/>
              <a:gd name="T63" fmla="*/ 208 h 353"/>
              <a:gd name="T64" fmla="*/ 289 w 353"/>
              <a:gd name="T65" fmla="*/ 208 h 353"/>
              <a:gd name="T66" fmla="*/ 64 w 353"/>
              <a:gd name="T67" fmla="*/ 64 h 353"/>
              <a:gd name="T68" fmla="*/ 48 w 353"/>
              <a:gd name="T69" fmla="*/ 208 h 353"/>
              <a:gd name="T70" fmla="*/ 16 w 353"/>
              <a:gd name="T71" fmla="*/ 32 h 353"/>
              <a:gd name="T72" fmla="*/ 321 w 353"/>
              <a:gd name="T73" fmla="*/ 16 h 353"/>
              <a:gd name="T74" fmla="*/ 337 w 353"/>
              <a:gd name="T75" fmla="*/ 208 h 353"/>
              <a:gd name="T76" fmla="*/ 248 w 353"/>
              <a:gd name="T77" fmla="*/ 257 h 353"/>
              <a:gd name="T78" fmla="*/ 248 w 353"/>
              <a:gd name="T79" fmla="*/ 241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353" h="353">
                <a:moveTo>
                  <a:pt x="321" y="0"/>
                </a:move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4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4" y="353"/>
                  <a:pt x="32" y="353"/>
                </a:cubicBezTo>
                <a:cubicBezTo>
                  <a:pt x="321" y="353"/>
                  <a:pt x="321" y="353"/>
                  <a:pt x="321" y="353"/>
                </a:cubicBezTo>
                <a:cubicBezTo>
                  <a:pt x="338" y="353"/>
                  <a:pt x="353" y="339"/>
                  <a:pt x="353" y="321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14"/>
                  <a:pt x="338" y="0"/>
                  <a:pt x="321" y="0"/>
                </a:cubicBezTo>
                <a:moveTo>
                  <a:pt x="337" y="321"/>
                </a:moveTo>
                <a:cubicBezTo>
                  <a:pt x="337" y="330"/>
                  <a:pt x="330" y="337"/>
                  <a:pt x="321" y="337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23" y="337"/>
                  <a:pt x="16" y="330"/>
                  <a:pt x="16" y="321"/>
                </a:cubicBezTo>
                <a:cubicBezTo>
                  <a:pt x="16" y="225"/>
                  <a:pt x="16" y="225"/>
                  <a:pt x="16" y="225"/>
                </a:cubicBezTo>
                <a:cubicBezTo>
                  <a:pt x="49" y="225"/>
                  <a:pt x="49" y="225"/>
                  <a:pt x="49" y="225"/>
                </a:cubicBezTo>
                <a:cubicBezTo>
                  <a:pt x="57" y="270"/>
                  <a:pt x="96" y="305"/>
                  <a:pt x="144" y="305"/>
                </a:cubicBezTo>
                <a:cubicBezTo>
                  <a:pt x="164" y="305"/>
                  <a:pt x="182" y="299"/>
                  <a:pt x="197" y="289"/>
                </a:cubicBezTo>
                <a:cubicBezTo>
                  <a:pt x="289" y="289"/>
                  <a:pt x="289" y="289"/>
                  <a:pt x="289" y="289"/>
                </a:cubicBezTo>
                <a:cubicBezTo>
                  <a:pt x="289" y="225"/>
                  <a:pt x="289" y="225"/>
                  <a:pt x="289" y="225"/>
                </a:cubicBezTo>
                <a:cubicBezTo>
                  <a:pt x="337" y="225"/>
                  <a:pt x="337" y="225"/>
                  <a:pt x="337" y="225"/>
                </a:cubicBezTo>
                <a:lnTo>
                  <a:pt x="337" y="321"/>
                </a:lnTo>
                <a:close/>
                <a:moveTo>
                  <a:pt x="240" y="96"/>
                </a:moveTo>
                <a:cubicBezTo>
                  <a:pt x="232" y="96"/>
                  <a:pt x="224" y="103"/>
                  <a:pt x="224" y="112"/>
                </a:cubicBezTo>
                <a:cubicBezTo>
                  <a:pt x="224" y="115"/>
                  <a:pt x="225" y="118"/>
                  <a:pt x="227" y="121"/>
                </a:cubicBezTo>
                <a:cubicBezTo>
                  <a:pt x="213" y="141"/>
                  <a:pt x="213" y="141"/>
                  <a:pt x="213" y="141"/>
                </a:cubicBezTo>
                <a:cubicBezTo>
                  <a:pt x="196" y="123"/>
                  <a:pt x="171" y="112"/>
                  <a:pt x="144" y="112"/>
                </a:cubicBezTo>
                <a:cubicBezTo>
                  <a:pt x="119" y="112"/>
                  <a:pt x="97" y="122"/>
                  <a:pt x="80" y="137"/>
                </a:cubicBezTo>
                <a:cubicBezTo>
                  <a:pt x="80" y="80"/>
                  <a:pt x="80" y="80"/>
                  <a:pt x="80" y="80"/>
                </a:cubicBezTo>
                <a:cubicBezTo>
                  <a:pt x="272" y="80"/>
                  <a:pt x="272" y="80"/>
                  <a:pt x="272" y="80"/>
                </a:cubicBezTo>
                <a:cubicBezTo>
                  <a:pt x="272" y="273"/>
                  <a:pt x="272" y="273"/>
                  <a:pt x="272" y="273"/>
                </a:cubicBezTo>
                <a:cubicBezTo>
                  <a:pt x="216" y="273"/>
                  <a:pt x="216" y="273"/>
                  <a:pt x="216" y="273"/>
                </a:cubicBezTo>
                <a:cubicBezTo>
                  <a:pt x="231" y="256"/>
                  <a:pt x="240" y="233"/>
                  <a:pt x="240" y="208"/>
                </a:cubicBezTo>
                <a:cubicBezTo>
                  <a:pt x="240" y="188"/>
                  <a:pt x="234" y="170"/>
                  <a:pt x="224" y="154"/>
                </a:cubicBezTo>
                <a:cubicBezTo>
                  <a:pt x="241" y="128"/>
                  <a:pt x="241" y="128"/>
                  <a:pt x="241" y="128"/>
                </a:cubicBezTo>
                <a:cubicBezTo>
                  <a:pt x="250" y="128"/>
                  <a:pt x="256" y="121"/>
                  <a:pt x="256" y="112"/>
                </a:cubicBezTo>
                <a:cubicBezTo>
                  <a:pt x="256" y="103"/>
                  <a:pt x="249" y="96"/>
                  <a:pt x="240" y="96"/>
                </a:cubicBezTo>
                <a:moveTo>
                  <a:pt x="144" y="128"/>
                </a:moveTo>
                <a:cubicBezTo>
                  <a:pt x="168" y="128"/>
                  <a:pt x="189" y="139"/>
                  <a:pt x="204" y="155"/>
                </a:cubicBezTo>
                <a:cubicBezTo>
                  <a:pt x="168" y="210"/>
                  <a:pt x="168" y="210"/>
                  <a:pt x="168" y="210"/>
                </a:cubicBezTo>
                <a:cubicBezTo>
                  <a:pt x="168" y="209"/>
                  <a:pt x="168" y="209"/>
                  <a:pt x="168" y="208"/>
                </a:cubicBezTo>
                <a:cubicBezTo>
                  <a:pt x="168" y="195"/>
                  <a:pt x="157" y="184"/>
                  <a:pt x="144" y="184"/>
                </a:cubicBezTo>
                <a:cubicBezTo>
                  <a:pt x="131" y="184"/>
                  <a:pt x="120" y="195"/>
                  <a:pt x="120" y="208"/>
                </a:cubicBezTo>
                <a:cubicBezTo>
                  <a:pt x="120" y="222"/>
                  <a:pt x="131" y="233"/>
                  <a:pt x="144" y="233"/>
                </a:cubicBezTo>
                <a:cubicBezTo>
                  <a:pt x="148" y="233"/>
                  <a:pt x="152" y="232"/>
                  <a:pt x="155" y="230"/>
                </a:cubicBezTo>
                <a:cubicBezTo>
                  <a:pt x="145" y="244"/>
                  <a:pt x="145" y="244"/>
                  <a:pt x="145" y="244"/>
                </a:cubicBezTo>
                <a:cubicBezTo>
                  <a:pt x="141" y="241"/>
                  <a:pt x="141" y="241"/>
                  <a:pt x="141" y="241"/>
                </a:cubicBezTo>
                <a:cubicBezTo>
                  <a:pt x="130" y="272"/>
                  <a:pt x="130" y="272"/>
                  <a:pt x="130" y="272"/>
                </a:cubicBezTo>
                <a:cubicBezTo>
                  <a:pt x="138" y="278"/>
                  <a:pt x="138" y="278"/>
                  <a:pt x="138" y="278"/>
                </a:cubicBezTo>
                <a:cubicBezTo>
                  <a:pt x="145" y="273"/>
                  <a:pt x="145" y="273"/>
                  <a:pt x="145" y="273"/>
                </a:cubicBezTo>
                <a:cubicBezTo>
                  <a:pt x="164" y="277"/>
                  <a:pt x="164" y="277"/>
                  <a:pt x="164" y="277"/>
                </a:cubicBezTo>
                <a:cubicBezTo>
                  <a:pt x="156" y="263"/>
                  <a:pt x="156" y="263"/>
                  <a:pt x="156" y="263"/>
                </a:cubicBezTo>
                <a:cubicBezTo>
                  <a:pt x="163" y="256"/>
                  <a:pt x="163" y="256"/>
                  <a:pt x="163" y="256"/>
                </a:cubicBezTo>
                <a:cubicBezTo>
                  <a:pt x="154" y="250"/>
                  <a:pt x="154" y="250"/>
                  <a:pt x="154" y="250"/>
                </a:cubicBezTo>
                <a:cubicBezTo>
                  <a:pt x="159" y="253"/>
                  <a:pt x="159" y="253"/>
                  <a:pt x="159" y="253"/>
                </a:cubicBezTo>
                <a:cubicBezTo>
                  <a:pt x="214" y="169"/>
                  <a:pt x="214" y="169"/>
                  <a:pt x="214" y="169"/>
                </a:cubicBezTo>
                <a:cubicBezTo>
                  <a:pt x="221" y="181"/>
                  <a:pt x="224" y="194"/>
                  <a:pt x="224" y="208"/>
                </a:cubicBezTo>
                <a:cubicBezTo>
                  <a:pt x="224" y="253"/>
                  <a:pt x="188" y="289"/>
                  <a:pt x="144" y="289"/>
                </a:cubicBezTo>
                <a:cubicBezTo>
                  <a:pt x="100" y="289"/>
                  <a:pt x="64" y="253"/>
                  <a:pt x="64" y="208"/>
                </a:cubicBezTo>
                <a:cubicBezTo>
                  <a:pt x="64" y="164"/>
                  <a:pt x="100" y="128"/>
                  <a:pt x="144" y="128"/>
                </a:cubicBezTo>
                <a:moveTo>
                  <a:pt x="152" y="208"/>
                </a:moveTo>
                <a:cubicBezTo>
                  <a:pt x="152" y="213"/>
                  <a:pt x="148" y="216"/>
                  <a:pt x="144" y="216"/>
                </a:cubicBezTo>
                <a:cubicBezTo>
                  <a:pt x="140" y="216"/>
                  <a:pt x="136" y="213"/>
                  <a:pt x="136" y="208"/>
                </a:cubicBezTo>
                <a:cubicBezTo>
                  <a:pt x="136" y="204"/>
                  <a:pt x="140" y="200"/>
                  <a:pt x="144" y="200"/>
                </a:cubicBezTo>
                <a:cubicBezTo>
                  <a:pt x="148" y="200"/>
                  <a:pt x="152" y="204"/>
                  <a:pt x="152" y="208"/>
                </a:cubicBezTo>
                <a:moveTo>
                  <a:pt x="337" y="208"/>
                </a:moveTo>
                <a:cubicBezTo>
                  <a:pt x="289" y="208"/>
                  <a:pt x="289" y="208"/>
                  <a:pt x="289" y="208"/>
                </a:cubicBezTo>
                <a:cubicBezTo>
                  <a:pt x="289" y="64"/>
                  <a:pt x="289" y="64"/>
                  <a:pt x="289" y="64"/>
                </a:cubicBezTo>
                <a:cubicBezTo>
                  <a:pt x="64" y="64"/>
                  <a:pt x="64" y="64"/>
                  <a:pt x="64" y="64"/>
                </a:cubicBezTo>
                <a:cubicBezTo>
                  <a:pt x="64" y="155"/>
                  <a:pt x="64" y="155"/>
                  <a:pt x="64" y="155"/>
                </a:cubicBezTo>
                <a:cubicBezTo>
                  <a:pt x="54" y="171"/>
                  <a:pt x="48" y="189"/>
                  <a:pt x="48" y="208"/>
                </a:cubicBezTo>
                <a:cubicBezTo>
                  <a:pt x="16" y="208"/>
                  <a:pt x="16" y="208"/>
                  <a:pt x="16" y="208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3"/>
                  <a:pt x="23" y="16"/>
                  <a:pt x="32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3"/>
                  <a:pt x="337" y="32"/>
                </a:cubicBezTo>
                <a:lnTo>
                  <a:pt x="337" y="208"/>
                </a:lnTo>
                <a:close/>
                <a:moveTo>
                  <a:pt x="240" y="249"/>
                </a:moveTo>
                <a:cubicBezTo>
                  <a:pt x="240" y="253"/>
                  <a:pt x="244" y="257"/>
                  <a:pt x="248" y="257"/>
                </a:cubicBezTo>
                <a:cubicBezTo>
                  <a:pt x="253" y="257"/>
                  <a:pt x="256" y="253"/>
                  <a:pt x="256" y="249"/>
                </a:cubicBezTo>
                <a:cubicBezTo>
                  <a:pt x="256" y="244"/>
                  <a:pt x="253" y="241"/>
                  <a:pt x="248" y="241"/>
                </a:cubicBezTo>
                <a:cubicBezTo>
                  <a:pt x="244" y="241"/>
                  <a:pt x="240" y="244"/>
                  <a:pt x="240" y="249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4" name="Freeform 24"/>
          <p:cNvSpPr>
            <a:spLocks noEditPoints="1"/>
          </p:cNvSpPr>
          <p:nvPr/>
        </p:nvSpPr>
        <p:spPr bwMode="auto">
          <a:xfrm>
            <a:off x="10799234" y="2021418"/>
            <a:ext cx="579967" cy="582084"/>
          </a:xfrm>
          <a:custGeom>
            <a:avLst/>
            <a:gdLst>
              <a:gd name="T0" fmla="*/ 193 w 353"/>
              <a:gd name="T1" fmla="*/ 96 h 353"/>
              <a:gd name="T2" fmla="*/ 225 w 353"/>
              <a:gd name="T3" fmla="*/ 32 h 353"/>
              <a:gd name="T4" fmla="*/ 160 w 353"/>
              <a:gd name="T5" fmla="*/ 0 h 353"/>
              <a:gd name="T6" fmla="*/ 128 w 353"/>
              <a:gd name="T7" fmla="*/ 64 h 353"/>
              <a:gd name="T8" fmla="*/ 144 w 353"/>
              <a:gd name="T9" fmla="*/ 32 h 353"/>
              <a:gd name="T10" fmla="*/ 193 w 353"/>
              <a:gd name="T11" fmla="*/ 16 h 353"/>
              <a:gd name="T12" fmla="*/ 209 w 353"/>
              <a:gd name="T13" fmla="*/ 64 h 353"/>
              <a:gd name="T14" fmla="*/ 160 w 353"/>
              <a:gd name="T15" fmla="*/ 80 h 353"/>
              <a:gd name="T16" fmla="*/ 144 w 353"/>
              <a:gd name="T17" fmla="*/ 32 h 353"/>
              <a:gd name="T18" fmla="*/ 56 w 353"/>
              <a:gd name="T19" fmla="*/ 233 h 353"/>
              <a:gd name="T20" fmla="*/ 168 w 353"/>
              <a:gd name="T21" fmla="*/ 176 h 353"/>
              <a:gd name="T22" fmla="*/ 176 w 353"/>
              <a:gd name="T23" fmla="*/ 241 h 353"/>
              <a:gd name="T24" fmla="*/ 185 w 353"/>
              <a:gd name="T25" fmla="*/ 176 h 353"/>
              <a:gd name="T26" fmla="*/ 297 w 353"/>
              <a:gd name="T27" fmla="*/ 233 h 353"/>
              <a:gd name="T28" fmla="*/ 313 w 353"/>
              <a:gd name="T29" fmla="*/ 233 h 353"/>
              <a:gd name="T30" fmla="*/ 305 w 353"/>
              <a:gd name="T31" fmla="*/ 160 h 353"/>
              <a:gd name="T32" fmla="*/ 185 w 353"/>
              <a:gd name="T33" fmla="*/ 120 h 353"/>
              <a:gd name="T34" fmla="*/ 168 w 353"/>
              <a:gd name="T35" fmla="*/ 120 h 353"/>
              <a:gd name="T36" fmla="*/ 48 w 353"/>
              <a:gd name="T37" fmla="*/ 160 h 353"/>
              <a:gd name="T38" fmla="*/ 40 w 353"/>
              <a:gd name="T39" fmla="*/ 233 h 353"/>
              <a:gd name="T40" fmla="*/ 64 w 353"/>
              <a:gd name="T41" fmla="*/ 257 h 353"/>
              <a:gd name="T42" fmla="*/ 0 w 353"/>
              <a:gd name="T43" fmla="*/ 289 h 353"/>
              <a:gd name="T44" fmla="*/ 32 w 353"/>
              <a:gd name="T45" fmla="*/ 353 h 353"/>
              <a:gd name="T46" fmla="*/ 96 w 353"/>
              <a:gd name="T47" fmla="*/ 321 h 353"/>
              <a:gd name="T48" fmla="*/ 64 w 353"/>
              <a:gd name="T49" fmla="*/ 257 h 353"/>
              <a:gd name="T50" fmla="*/ 64 w 353"/>
              <a:gd name="T51" fmla="*/ 337 h 353"/>
              <a:gd name="T52" fmla="*/ 16 w 353"/>
              <a:gd name="T53" fmla="*/ 321 h 353"/>
              <a:gd name="T54" fmla="*/ 32 w 353"/>
              <a:gd name="T55" fmla="*/ 273 h 353"/>
              <a:gd name="T56" fmla="*/ 80 w 353"/>
              <a:gd name="T57" fmla="*/ 289 h 353"/>
              <a:gd name="T58" fmla="*/ 321 w 353"/>
              <a:gd name="T59" fmla="*/ 257 h 353"/>
              <a:gd name="T60" fmla="*/ 257 w 353"/>
              <a:gd name="T61" fmla="*/ 289 h 353"/>
              <a:gd name="T62" fmla="*/ 289 w 353"/>
              <a:gd name="T63" fmla="*/ 353 h 353"/>
              <a:gd name="T64" fmla="*/ 353 w 353"/>
              <a:gd name="T65" fmla="*/ 321 h 353"/>
              <a:gd name="T66" fmla="*/ 321 w 353"/>
              <a:gd name="T67" fmla="*/ 257 h 353"/>
              <a:gd name="T68" fmla="*/ 321 w 353"/>
              <a:gd name="T69" fmla="*/ 337 h 353"/>
              <a:gd name="T70" fmla="*/ 273 w 353"/>
              <a:gd name="T71" fmla="*/ 321 h 353"/>
              <a:gd name="T72" fmla="*/ 289 w 353"/>
              <a:gd name="T73" fmla="*/ 273 h 353"/>
              <a:gd name="T74" fmla="*/ 337 w 353"/>
              <a:gd name="T75" fmla="*/ 289 h 353"/>
              <a:gd name="T76" fmla="*/ 193 w 353"/>
              <a:gd name="T77" fmla="*/ 257 h 353"/>
              <a:gd name="T78" fmla="*/ 128 w 353"/>
              <a:gd name="T79" fmla="*/ 289 h 353"/>
              <a:gd name="T80" fmla="*/ 160 w 353"/>
              <a:gd name="T81" fmla="*/ 353 h 353"/>
              <a:gd name="T82" fmla="*/ 225 w 353"/>
              <a:gd name="T83" fmla="*/ 321 h 353"/>
              <a:gd name="T84" fmla="*/ 193 w 353"/>
              <a:gd name="T85" fmla="*/ 257 h 353"/>
              <a:gd name="T86" fmla="*/ 193 w 353"/>
              <a:gd name="T87" fmla="*/ 337 h 353"/>
              <a:gd name="T88" fmla="*/ 144 w 353"/>
              <a:gd name="T89" fmla="*/ 321 h 353"/>
              <a:gd name="T90" fmla="*/ 160 w 353"/>
              <a:gd name="T91" fmla="*/ 273 h 353"/>
              <a:gd name="T92" fmla="*/ 209 w 353"/>
              <a:gd name="T93" fmla="*/ 289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353" h="353">
                <a:moveTo>
                  <a:pt x="160" y="96"/>
                </a:moveTo>
                <a:cubicBezTo>
                  <a:pt x="193" y="96"/>
                  <a:pt x="193" y="96"/>
                  <a:pt x="193" y="96"/>
                </a:cubicBezTo>
                <a:cubicBezTo>
                  <a:pt x="210" y="96"/>
                  <a:pt x="225" y="82"/>
                  <a:pt x="225" y="64"/>
                </a:cubicBezTo>
                <a:cubicBezTo>
                  <a:pt x="225" y="32"/>
                  <a:pt x="225" y="32"/>
                  <a:pt x="225" y="32"/>
                </a:cubicBezTo>
                <a:cubicBezTo>
                  <a:pt x="225" y="14"/>
                  <a:pt x="210" y="0"/>
                  <a:pt x="193" y="0"/>
                </a:cubicBezTo>
                <a:cubicBezTo>
                  <a:pt x="160" y="0"/>
                  <a:pt x="160" y="0"/>
                  <a:pt x="160" y="0"/>
                </a:cubicBezTo>
                <a:cubicBezTo>
                  <a:pt x="143" y="0"/>
                  <a:pt x="128" y="14"/>
                  <a:pt x="128" y="32"/>
                </a:cubicBezTo>
                <a:cubicBezTo>
                  <a:pt x="128" y="64"/>
                  <a:pt x="128" y="64"/>
                  <a:pt x="128" y="64"/>
                </a:cubicBezTo>
                <a:cubicBezTo>
                  <a:pt x="128" y="82"/>
                  <a:pt x="143" y="96"/>
                  <a:pt x="160" y="96"/>
                </a:cubicBezTo>
                <a:moveTo>
                  <a:pt x="144" y="32"/>
                </a:moveTo>
                <a:cubicBezTo>
                  <a:pt x="144" y="23"/>
                  <a:pt x="152" y="16"/>
                  <a:pt x="160" y="16"/>
                </a:cubicBezTo>
                <a:cubicBezTo>
                  <a:pt x="193" y="16"/>
                  <a:pt x="193" y="16"/>
                  <a:pt x="193" y="16"/>
                </a:cubicBezTo>
                <a:cubicBezTo>
                  <a:pt x="201" y="16"/>
                  <a:pt x="209" y="23"/>
                  <a:pt x="209" y="32"/>
                </a:cubicBezTo>
                <a:cubicBezTo>
                  <a:pt x="209" y="64"/>
                  <a:pt x="209" y="64"/>
                  <a:pt x="209" y="64"/>
                </a:cubicBezTo>
                <a:cubicBezTo>
                  <a:pt x="209" y="73"/>
                  <a:pt x="201" y="80"/>
                  <a:pt x="193" y="80"/>
                </a:cubicBezTo>
                <a:cubicBezTo>
                  <a:pt x="160" y="80"/>
                  <a:pt x="160" y="80"/>
                  <a:pt x="160" y="80"/>
                </a:cubicBezTo>
                <a:cubicBezTo>
                  <a:pt x="152" y="80"/>
                  <a:pt x="144" y="73"/>
                  <a:pt x="144" y="64"/>
                </a:cubicBezTo>
                <a:lnTo>
                  <a:pt x="144" y="32"/>
                </a:lnTo>
                <a:close/>
                <a:moveTo>
                  <a:pt x="48" y="241"/>
                </a:moveTo>
                <a:cubicBezTo>
                  <a:pt x="52" y="241"/>
                  <a:pt x="56" y="237"/>
                  <a:pt x="56" y="233"/>
                </a:cubicBezTo>
                <a:cubicBezTo>
                  <a:pt x="56" y="176"/>
                  <a:pt x="56" y="176"/>
                  <a:pt x="56" y="176"/>
                </a:cubicBezTo>
                <a:cubicBezTo>
                  <a:pt x="168" y="176"/>
                  <a:pt x="168" y="176"/>
                  <a:pt x="168" y="176"/>
                </a:cubicBezTo>
                <a:cubicBezTo>
                  <a:pt x="168" y="233"/>
                  <a:pt x="168" y="233"/>
                  <a:pt x="168" y="233"/>
                </a:cubicBezTo>
                <a:cubicBezTo>
                  <a:pt x="168" y="237"/>
                  <a:pt x="172" y="241"/>
                  <a:pt x="176" y="241"/>
                </a:cubicBezTo>
                <a:cubicBezTo>
                  <a:pt x="181" y="241"/>
                  <a:pt x="185" y="237"/>
                  <a:pt x="185" y="233"/>
                </a:cubicBezTo>
                <a:cubicBezTo>
                  <a:pt x="185" y="176"/>
                  <a:pt x="185" y="176"/>
                  <a:pt x="185" y="176"/>
                </a:cubicBezTo>
                <a:cubicBezTo>
                  <a:pt x="297" y="176"/>
                  <a:pt x="297" y="176"/>
                  <a:pt x="297" y="176"/>
                </a:cubicBezTo>
                <a:cubicBezTo>
                  <a:pt x="297" y="233"/>
                  <a:pt x="297" y="233"/>
                  <a:pt x="297" y="233"/>
                </a:cubicBezTo>
                <a:cubicBezTo>
                  <a:pt x="297" y="237"/>
                  <a:pt x="301" y="241"/>
                  <a:pt x="305" y="241"/>
                </a:cubicBezTo>
                <a:cubicBezTo>
                  <a:pt x="309" y="241"/>
                  <a:pt x="313" y="237"/>
                  <a:pt x="313" y="233"/>
                </a:cubicBezTo>
                <a:cubicBezTo>
                  <a:pt x="313" y="168"/>
                  <a:pt x="313" y="168"/>
                  <a:pt x="313" y="168"/>
                </a:cubicBezTo>
                <a:cubicBezTo>
                  <a:pt x="313" y="164"/>
                  <a:pt x="309" y="160"/>
                  <a:pt x="305" y="160"/>
                </a:cubicBezTo>
                <a:cubicBezTo>
                  <a:pt x="185" y="160"/>
                  <a:pt x="185" y="160"/>
                  <a:pt x="185" y="160"/>
                </a:cubicBezTo>
                <a:cubicBezTo>
                  <a:pt x="185" y="120"/>
                  <a:pt x="185" y="120"/>
                  <a:pt x="185" y="120"/>
                </a:cubicBezTo>
                <a:cubicBezTo>
                  <a:pt x="185" y="116"/>
                  <a:pt x="181" y="112"/>
                  <a:pt x="176" y="112"/>
                </a:cubicBezTo>
                <a:cubicBezTo>
                  <a:pt x="172" y="112"/>
                  <a:pt x="168" y="116"/>
                  <a:pt x="168" y="120"/>
                </a:cubicBezTo>
                <a:cubicBezTo>
                  <a:pt x="168" y="160"/>
                  <a:pt x="168" y="160"/>
                  <a:pt x="168" y="160"/>
                </a:cubicBezTo>
                <a:cubicBezTo>
                  <a:pt x="48" y="160"/>
                  <a:pt x="48" y="160"/>
                  <a:pt x="48" y="160"/>
                </a:cubicBezTo>
                <a:cubicBezTo>
                  <a:pt x="44" y="160"/>
                  <a:pt x="40" y="164"/>
                  <a:pt x="40" y="168"/>
                </a:cubicBezTo>
                <a:cubicBezTo>
                  <a:pt x="40" y="233"/>
                  <a:pt x="40" y="233"/>
                  <a:pt x="40" y="233"/>
                </a:cubicBezTo>
                <a:cubicBezTo>
                  <a:pt x="40" y="237"/>
                  <a:pt x="44" y="241"/>
                  <a:pt x="48" y="241"/>
                </a:cubicBezTo>
                <a:moveTo>
                  <a:pt x="64" y="257"/>
                </a:moveTo>
                <a:cubicBezTo>
                  <a:pt x="32" y="257"/>
                  <a:pt x="32" y="257"/>
                  <a:pt x="32" y="257"/>
                </a:cubicBezTo>
                <a:cubicBezTo>
                  <a:pt x="14" y="257"/>
                  <a:pt x="0" y="271"/>
                  <a:pt x="0" y="289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4" y="353"/>
                  <a:pt x="32" y="353"/>
                </a:cubicBezTo>
                <a:cubicBezTo>
                  <a:pt x="64" y="353"/>
                  <a:pt x="64" y="353"/>
                  <a:pt x="64" y="353"/>
                </a:cubicBezTo>
                <a:cubicBezTo>
                  <a:pt x="82" y="353"/>
                  <a:pt x="96" y="339"/>
                  <a:pt x="96" y="321"/>
                </a:cubicBezTo>
                <a:cubicBezTo>
                  <a:pt x="96" y="289"/>
                  <a:pt x="96" y="289"/>
                  <a:pt x="96" y="289"/>
                </a:cubicBezTo>
                <a:cubicBezTo>
                  <a:pt x="96" y="271"/>
                  <a:pt x="82" y="257"/>
                  <a:pt x="64" y="257"/>
                </a:cubicBezTo>
                <a:moveTo>
                  <a:pt x="80" y="321"/>
                </a:moveTo>
                <a:cubicBezTo>
                  <a:pt x="80" y="330"/>
                  <a:pt x="73" y="337"/>
                  <a:pt x="64" y="337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23" y="337"/>
                  <a:pt x="16" y="330"/>
                  <a:pt x="16" y="321"/>
                </a:cubicBezTo>
                <a:cubicBezTo>
                  <a:pt x="16" y="289"/>
                  <a:pt x="16" y="289"/>
                  <a:pt x="16" y="289"/>
                </a:cubicBezTo>
                <a:cubicBezTo>
                  <a:pt x="16" y="280"/>
                  <a:pt x="23" y="273"/>
                  <a:pt x="32" y="273"/>
                </a:cubicBezTo>
                <a:cubicBezTo>
                  <a:pt x="64" y="273"/>
                  <a:pt x="64" y="273"/>
                  <a:pt x="64" y="273"/>
                </a:cubicBezTo>
                <a:cubicBezTo>
                  <a:pt x="73" y="273"/>
                  <a:pt x="80" y="280"/>
                  <a:pt x="80" y="289"/>
                </a:cubicBezTo>
                <a:lnTo>
                  <a:pt x="80" y="321"/>
                </a:lnTo>
                <a:close/>
                <a:moveTo>
                  <a:pt x="321" y="257"/>
                </a:moveTo>
                <a:cubicBezTo>
                  <a:pt x="289" y="257"/>
                  <a:pt x="289" y="257"/>
                  <a:pt x="289" y="257"/>
                </a:cubicBezTo>
                <a:cubicBezTo>
                  <a:pt x="271" y="257"/>
                  <a:pt x="257" y="271"/>
                  <a:pt x="257" y="289"/>
                </a:cubicBezTo>
                <a:cubicBezTo>
                  <a:pt x="257" y="321"/>
                  <a:pt x="257" y="321"/>
                  <a:pt x="257" y="321"/>
                </a:cubicBezTo>
                <a:cubicBezTo>
                  <a:pt x="257" y="339"/>
                  <a:pt x="271" y="353"/>
                  <a:pt x="289" y="353"/>
                </a:cubicBezTo>
                <a:cubicBezTo>
                  <a:pt x="321" y="353"/>
                  <a:pt x="321" y="353"/>
                  <a:pt x="321" y="353"/>
                </a:cubicBezTo>
                <a:cubicBezTo>
                  <a:pt x="339" y="353"/>
                  <a:pt x="353" y="339"/>
                  <a:pt x="353" y="321"/>
                </a:cubicBezTo>
                <a:cubicBezTo>
                  <a:pt x="353" y="289"/>
                  <a:pt x="353" y="289"/>
                  <a:pt x="353" y="289"/>
                </a:cubicBezTo>
                <a:cubicBezTo>
                  <a:pt x="353" y="271"/>
                  <a:pt x="339" y="257"/>
                  <a:pt x="321" y="257"/>
                </a:cubicBezTo>
                <a:moveTo>
                  <a:pt x="337" y="321"/>
                </a:moveTo>
                <a:cubicBezTo>
                  <a:pt x="337" y="330"/>
                  <a:pt x="330" y="337"/>
                  <a:pt x="321" y="337"/>
                </a:cubicBezTo>
                <a:cubicBezTo>
                  <a:pt x="289" y="337"/>
                  <a:pt x="289" y="337"/>
                  <a:pt x="289" y="337"/>
                </a:cubicBezTo>
                <a:cubicBezTo>
                  <a:pt x="280" y="337"/>
                  <a:pt x="273" y="330"/>
                  <a:pt x="273" y="321"/>
                </a:cubicBezTo>
                <a:cubicBezTo>
                  <a:pt x="273" y="289"/>
                  <a:pt x="273" y="289"/>
                  <a:pt x="273" y="289"/>
                </a:cubicBezTo>
                <a:cubicBezTo>
                  <a:pt x="273" y="280"/>
                  <a:pt x="280" y="273"/>
                  <a:pt x="289" y="273"/>
                </a:cubicBezTo>
                <a:cubicBezTo>
                  <a:pt x="321" y="273"/>
                  <a:pt x="321" y="273"/>
                  <a:pt x="321" y="273"/>
                </a:cubicBezTo>
                <a:cubicBezTo>
                  <a:pt x="330" y="273"/>
                  <a:pt x="337" y="280"/>
                  <a:pt x="337" y="289"/>
                </a:cubicBezTo>
                <a:lnTo>
                  <a:pt x="337" y="321"/>
                </a:lnTo>
                <a:close/>
                <a:moveTo>
                  <a:pt x="193" y="257"/>
                </a:moveTo>
                <a:cubicBezTo>
                  <a:pt x="160" y="257"/>
                  <a:pt x="160" y="257"/>
                  <a:pt x="160" y="257"/>
                </a:cubicBezTo>
                <a:cubicBezTo>
                  <a:pt x="143" y="257"/>
                  <a:pt x="128" y="271"/>
                  <a:pt x="128" y="289"/>
                </a:cubicBezTo>
                <a:cubicBezTo>
                  <a:pt x="128" y="321"/>
                  <a:pt x="128" y="321"/>
                  <a:pt x="128" y="321"/>
                </a:cubicBezTo>
                <a:cubicBezTo>
                  <a:pt x="128" y="339"/>
                  <a:pt x="143" y="353"/>
                  <a:pt x="160" y="353"/>
                </a:cubicBezTo>
                <a:cubicBezTo>
                  <a:pt x="193" y="353"/>
                  <a:pt x="193" y="353"/>
                  <a:pt x="193" y="353"/>
                </a:cubicBezTo>
                <a:cubicBezTo>
                  <a:pt x="210" y="353"/>
                  <a:pt x="225" y="339"/>
                  <a:pt x="225" y="321"/>
                </a:cubicBezTo>
                <a:cubicBezTo>
                  <a:pt x="225" y="289"/>
                  <a:pt x="225" y="289"/>
                  <a:pt x="225" y="289"/>
                </a:cubicBezTo>
                <a:cubicBezTo>
                  <a:pt x="225" y="271"/>
                  <a:pt x="210" y="257"/>
                  <a:pt x="193" y="257"/>
                </a:cubicBezTo>
                <a:moveTo>
                  <a:pt x="209" y="321"/>
                </a:moveTo>
                <a:cubicBezTo>
                  <a:pt x="209" y="330"/>
                  <a:pt x="201" y="337"/>
                  <a:pt x="193" y="337"/>
                </a:cubicBezTo>
                <a:cubicBezTo>
                  <a:pt x="160" y="337"/>
                  <a:pt x="160" y="337"/>
                  <a:pt x="160" y="337"/>
                </a:cubicBezTo>
                <a:cubicBezTo>
                  <a:pt x="152" y="337"/>
                  <a:pt x="144" y="330"/>
                  <a:pt x="144" y="321"/>
                </a:cubicBezTo>
                <a:cubicBezTo>
                  <a:pt x="144" y="289"/>
                  <a:pt x="144" y="289"/>
                  <a:pt x="144" y="289"/>
                </a:cubicBezTo>
                <a:cubicBezTo>
                  <a:pt x="144" y="280"/>
                  <a:pt x="152" y="273"/>
                  <a:pt x="160" y="273"/>
                </a:cubicBezTo>
                <a:cubicBezTo>
                  <a:pt x="193" y="273"/>
                  <a:pt x="193" y="273"/>
                  <a:pt x="193" y="273"/>
                </a:cubicBezTo>
                <a:cubicBezTo>
                  <a:pt x="201" y="273"/>
                  <a:pt x="209" y="280"/>
                  <a:pt x="209" y="289"/>
                </a:cubicBezTo>
                <a:lnTo>
                  <a:pt x="209" y="32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5" name="Freeform 25"/>
          <p:cNvSpPr>
            <a:spLocks noEditPoints="1"/>
          </p:cNvSpPr>
          <p:nvPr/>
        </p:nvSpPr>
        <p:spPr bwMode="auto">
          <a:xfrm>
            <a:off x="840318" y="3132669"/>
            <a:ext cx="529167" cy="579967"/>
          </a:xfrm>
          <a:custGeom>
            <a:avLst/>
            <a:gdLst>
              <a:gd name="T0" fmla="*/ 152 w 321"/>
              <a:gd name="T1" fmla="*/ 257 h 353"/>
              <a:gd name="T2" fmla="*/ 120 w 321"/>
              <a:gd name="T3" fmla="*/ 225 h 353"/>
              <a:gd name="T4" fmla="*/ 177 w 321"/>
              <a:gd name="T5" fmla="*/ 177 h 353"/>
              <a:gd name="T6" fmla="*/ 144 w 321"/>
              <a:gd name="T7" fmla="*/ 209 h 353"/>
              <a:gd name="T8" fmla="*/ 177 w 321"/>
              <a:gd name="T9" fmla="*/ 177 h 353"/>
              <a:gd name="T10" fmla="*/ 193 w 321"/>
              <a:gd name="T11" fmla="*/ 177 h 353"/>
              <a:gd name="T12" fmla="*/ 225 w 321"/>
              <a:gd name="T13" fmla="*/ 209 h 353"/>
              <a:gd name="T14" fmla="*/ 169 w 321"/>
              <a:gd name="T15" fmla="*/ 257 h 353"/>
              <a:gd name="T16" fmla="*/ 201 w 321"/>
              <a:gd name="T17" fmla="*/ 225 h 353"/>
              <a:gd name="T18" fmla="*/ 169 w 321"/>
              <a:gd name="T19" fmla="*/ 257 h 353"/>
              <a:gd name="T20" fmla="*/ 96 w 321"/>
              <a:gd name="T21" fmla="*/ 177 h 353"/>
              <a:gd name="T22" fmla="*/ 128 w 321"/>
              <a:gd name="T23" fmla="*/ 209 h 353"/>
              <a:gd name="T24" fmla="*/ 161 w 321"/>
              <a:gd name="T25" fmla="*/ 0 h 353"/>
              <a:gd name="T26" fmla="*/ 225 w 321"/>
              <a:gd name="T27" fmla="*/ 64 h 353"/>
              <a:gd name="T28" fmla="*/ 217 w 321"/>
              <a:gd name="T29" fmla="*/ 257 h 353"/>
              <a:gd name="T30" fmla="*/ 249 w 321"/>
              <a:gd name="T31" fmla="*/ 225 h 353"/>
              <a:gd name="T32" fmla="*/ 217 w 321"/>
              <a:gd name="T33" fmla="*/ 257 h 353"/>
              <a:gd name="T34" fmla="*/ 273 w 321"/>
              <a:gd name="T35" fmla="*/ 209 h 353"/>
              <a:gd name="T36" fmla="*/ 241 w 321"/>
              <a:gd name="T37" fmla="*/ 177 h 353"/>
              <a:gd name="T38" fmla="*/ 289 w 321"/>
              <a:gd name="T39" fmla="*/ 129 h 353"/>
              <a:gd name="T40" fmla="*/ 0 w 321"/>
              <a:gd name="T41" fmla="*/ 161 h 353"/>
              <a:gd name="T42" fmla="*/ 32 w 321"/>
              <a:gd name="T43" fmla="*/ 353 h 353"/>
              <a:gd name="T44" fmla="*/ 321 w 321"/>
              <a:gd name="T45" fmla="*/ 321 h 353"/>
              <a:gd name="T46" fmla="*/ 289 w 321"/>
              <a:gd name="T47" fmla="*/ 129 h 353"/>
              <a:gd name="T48" fmla="*/ 289 w 321"/>
              <a:gd name="T49" fmla="*/ 337 h 353"/>
              <a:gd name="T50" fmla="*/ 16 w 321"/>
              <a:gd name="T51" fmla="*/ 321 h 353"/>
              <a:gd name="T52" fmla="*/ 32 w 321"/>
              <a:gd name="T53" fmla="*/ 145 h 353"/>
              <a:gd name="T54" fmla="*/ 305 w 321"/>
              <a:gd name="T55" fmla="*/ 161 h 353"/>
              <a:gd name="T56" fmla="*/ 88 w 321"/>
              <a:gd name="T57" fmla="*/ 305 h 353"/>
              <a:gd name="T58" fmla="*/ 233 w 321"/>
              <a:gd name="T59" fmla="*/ 273 h 353"/>
              <a:gd name="T60" fmla="*/ 88 w 321"/>
              <a:gd name="T61" fmla="*/ 305 h 353"/>
              <a:gd name="T62" fmla="*/ 48 w 321"/>
              <a:gd name="T63" fmla="*/ 177 h 353"/>
              <a:gd name="T64" fmla="*/ 80 w 321"/>
              <a:gd name="T65" fmla="*/ 209 h 353"/>
              <a:gd name="T66" fmla="*/ 104 w 321"/>
              <a:gd name="T67" fmla="*/ 225 h 353"/>
              <a:gd name="T68" fmla="*/ 72 w 321"/>
              <a:gd name="T69" fmla="*/ 257 h 353"/>
              <a:gd name="T70" fmla="*/ 104 w 321"/>
              <a:gd name="T71" fmla="*/ 225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321" h="353">
                <a:moveTo>
                  <a:pt x="120" y="257"/>
                </a:moveTo>
                <a:cubicBezTo>
                  <a:pt x="152" y="257"/>
                  <a:pt x="152" y="257"/>
                  <a:pt x="152" y="257"/>
                </a:cubicBezTo>
                <a:cubicBezTo>
                  <a:pt x="152" y="225"/>
                  <a:pt x="152" y="225"/>
                  <a:pt x="152" y="225"/>
                </a:cubicBezTo>
                <a:cubicBezTo>
                  <a:pt x="120" y="225"/>
                  <a:pt x="120" y="225"/>
                  <a:pt x="120" y="225"/>
                </a:cubicBezTo>
                <a:lnTo>
                  <a:pt x="120" y="257"/>
                </a:lnTo>
                <a:close/>
                <a:moveTo>
                  <a:pt x="177" y="177"/>
                </a:moveTo>
                <a:cubicBezTo>
                  <a:pt x="144" y="177"/>
                  <a:pt x="144" y="177"/>
                  <a:pt x="144" y="177"/>
                </a:cubicBezTo>
                <a:cubicBezTo>
                  <a:pt x="144" y="209"/>
                  <a:pt x="144" y="209"/>
                  <a:pt x="144" y="209"/>
                </a:cubicBezTo>
                <a:cubicBezTo>
                  <a:pt x="177" y="209"/>
                  <a:pt x="177" y="209"/>
                  <a:pt x="177" y="209"/>
                </a:cubicBezTo>
                <a:lnTo>
                  <a:pt x="177" y="177"/>
                </a:lnTo>
                <a:close/>
                <a:moveTo>
                  <a:pt x="225" y="177"/>
                </a:moveTo>
                <a:cubicBezTo>
                  <a:pt x="193" y="177"/>
                  <a:pt x="193" y="177"/>
                  <a:pt x="193" y="177"/>
                </a:cubicBezTo>
                <a:cubicBezTo>
                  <a:pt x="193" y="209"/>
                  <a:pt x="193" y="209"/>
                  <a:pt x="193" y="209"/>
                </a:cubicBezTo>
                <a:cubicBezTo>
                  <a:pt x="225" y="209"/>
                  <a:pt x="225" y="209"/>
                  <a:pt x="225" y="209"/>
                </a:cubicBezTo>
                <a:lnTo>
                  <a:pt x="225" y="177"/>
                </a:lnTo>
                <a:close/>
                <a:moveTo>
                  <a:pt x="169" y="257"/>
                </a:moveTo>
                <a:cubicBezTo>
                  <a:pt x="201" y="257"/>
                  <a:pt x="201" y="257"/>
                  <a:pt x="201" y="257"/>
                </a:cubicBezTo>
                <a:cubicBezTo>
                  <a:pt x="201" y="225"/>
                  <a:pt x="201" y="225"/>
                  <a:pt x="201" y="225"/>
                </a:cubicBezTo>
                <a:cubicBezTo>
                  <a:pt x="169" y="225"/>
                  <a:pt x="169" y="225"/>
                  <a:pt x="169" y="225"/>
                </a:cubicBezTo>
                <a:lnTo>
                  <a:pt x="169" y="257"/>
                </a:lnTo>
                <a:close/>
                <a:moveTo>
                  <a:pt x="128" y="177"/>
                </a:moveTo>
                <a:cubicBezTo>
                  <a:pt x="96" y="177"/>
                  <a:pt x="96" y="177"/>
                  <a:pt x="96" y="177"/>
                </a:cubicBezTo>
                <a:cubicBezTo>
                  <a:pt x="96" y="209"/>
                  <a:pt x="96" y="209"/>
                  <a:pt x="96" y="209"/>
                </a:cubicBezTo>
                <a:cubicBezTo>
                  <a:pt x="128" y="209"/>
                  <a:pt x="128" y="209"/>
                  <a:pt x="128" y="209"/>
                </a:cubicBezTo>
                <a:lnTo>
                  <a:pt x="128" y="177"/>
                </a:lnTo>
                <a:close/>
                <a:moveTo>
                  <a:pt x="161" y="0"/>
                </a:moveTo>
                <a:cubicBezTo>
                  <a:pt x="96" y="64"/>
                  <a:pt x="96" y="64"/>
                  <a:pt x="96" y="64"/>
                </a:cubicBezTo>
                <a:cubicBezTo>
                  <a:pt x="225" y="64"/>
                  <a:pt x="225" y="64"/>
                  <a:pt x="225" y="64"/>
                </a:cubicBezTo>
                <a:lnTo>
                  <a:pt x="161" y="0"/>
                </a:lnTo>
                <a:close/>
                <a:moveTo>
                  <a:pt x="217" y="257"/>
                </a:moveTo>
                <a:cubicBezTo>
                  <a:pt x="249" y="257"/>
                  <a:pt x="249" y="257"/>
                  <a:pt x="249" y="257"/>
                </a:cubicBezTo>
                <a:cubicBezTo>
                  <a:pt x="249" y="225"/>
                  <a:pt x="249" y="225"/>
                  <a:pt x="249" y="225"/>
                </a:cubicBezTo>
                <a:cubicBezTo>
                  <a:pt x="217" y="225"/>
                  <a:pt x="217" y="225"/>
                  <a:pt x="217" y="225"/>
                </a:cubicBezTo>
                <a:lnTo>
                  <a:pt x="217" y="257"/>
                </a:lnTo>
                <a:close/>
                <a:moveTo>
                  <a:pt x="241" y="209"/>
                </a:moveTo>
                <a:cubicBezTo>
                  <a:pt x="273" y="209"/>
                  <a:pt x="273" y="209"/>
                  <a:pt x="273" y="209"/>
                </a:cubicBezTo>
                <a:cubicBezTo>
                  <a:pt x="273" y="177"/>
                  <a:pt x="273" y="177"/>
                  <a:pt x="273" y="177"/>
                </a:cubicBezTo>
                <a:cubicBezTo>
                  <a:pt x="241" y="177"/>
                  <a:pt x="241" y="177"/>
                  <a:pt x="241" y="177"/>
                </a:cubicBezTo>
                <a:lnTo>
                  <a:pt x="241" y="209"/>
                </a:lnTo>
                <a:close/>
                <a:moveTo>
                  <a:pt x="289" y="129"/>
                </a:moveTo>
                <a:cubicBezTo>
                  <a:pt x="32" y="129"/>
                  <a:pt x="32" y="129"/>
                  <a:pt x="32" y="129"/>
                </a:cubicBezTo>
                <a:cubicBezTo>
                  <a:pt x="14" y="129"/>
                  <a:pt x="0" y="143"/>
                  <a:pt x="0" y="161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4" y="353"/>
                  <a:pt x="32" y="353"/>
                </a:cubicBezTo>
                <a:cubicBezTo>
                  <a:pt x="289" y="353"/>
                  <a:pt x="289" y="353"/>
                  <a:pt x="289" y="353"/>
                </a:cubicBezTo>
                <a:cubicBezTo>
                  <a:pt x="307" y="353"/>
                  <a:pt x="321" y="339"/>
                  <a:pt x="321" y="321"/>
                </a:cubicBezTo>
                <a:cubicBezTo>
                  <a:pt x="321" y="161"/>
                  <a:pt x="321" y="161"/>
                  <a:pt x="321" y="161"/>
                </a:cubicBezTo>
                <a:cubicBezTo>
                  <a:pt x="321" y="143"/>
                  <a:pt x="307" y="129"/>
                  <a:pt x="289" y="129"/>
                </a:cubicBezTo>
                <a:moveTo>
                  <a:pt x="305" y="321"/>
                </a:moveTo>
                <a:cubicBezTo>
                  <a:pt x="305" y="330"/>
                  <a:pt x="298" y="337"/>
                  <a:pt x="289" y="337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23" y="337"/>
                  <a:pt x="16" y="330"/>
                  <a:pt x="16" y="321"/>
                </a:cubicBezTo>
                <a:cubicBezTo>
                  <a:pt x="16" y="161"/>
                  <a:pt x="16" y="161"/>
                  <a:pt x="16" y="161"/>
                </a:cubicBezTo>
                <a:cubicBezTo>
                  <a:pt x="16" y="152"/>
                  <a:pt x="23" y="145"/>
                  <a:pt x="32" y="145"/>
                </a:cubicBezTo>
                <a:cubicBezTo>
                  <a:pt x="289" y="145"/>
                  <a:pt x="289" y="145"/>
                  <a:pt x="289" y="145"/>
                </a:cubicBezTo>
                <a:cubicBezTo>
                  <a:pt x="298" y="145"/>
                  <a:pt x="305" y="152"/>
                  <a:pt x="305" y="161"/>
                </a:cubicBezTo>
                <a:lnTo>
                  <a:pt x="305" y="321"/>
                </a:lnTo>
                <a:close/>
                <a:moveTo>
                  <a:pt x="88" y="305"/>
                </a:moveTo>
                <a:cubicBezTo>
                  <a:pt x="233" y="305"/>
                  <a:pt x="233" y="305"/>
                  <a:pt x="233" y="305"/>
                </a:cubicBezTo>
                <a:cubicBezTo>
                  <a:pt x="233" y="273"/>
                  <a:pt x="233" y="273"/>
                  <a:pt x="233" y="273"/>
                </a:cubicBezTo>
                <a:cubicBezTo>
                  <a:pt x="88" y="273"/>
                  <a:pt x="88" y="273"/>
                  <a:pt x="88" y="273"/>
                </a:cubicBezTo>
                <a:lnTo>
                  <a:pt x="88" y="305"/>
                </a:lnTo>
                <a:close/>
                <a:moveTo>
                  <a:pt x="80" y="177"/>
                </a:moveTo>
                <a:cubicBezTo>
                  <a:pt x="48" y="177"/>
                  <a:pt x="48" y="177"/>
                  <a:pt x="48" y="177"/>
                </a:cubicBezTo>
                <a:cubicBezTo>
                  <a:pt x="48" y="209"/>
                  <a:pt x="48" y="209"/>
                  <a:pt x="48" y="209"/>
                </a:cubicBezTo>
                <a:cubicBezTo>
                  <a:pt x="80" y="209"/>
                  <a:pt x="80" y="209"/>
                  <a:pt x="80" y="209"/>
                </a:cubicBezTo>
                <a:lnTo>
                  <a:pt x="80" y="177"/>
                </a:lnTo>
                <a:close/>
                <a:moveTo>
                  <a:pt x="104" y="225"/>
                </a:moveTo>
                <a:cubicBezTo>
                  <a:pt x="72" y="225"/>
                  <a:pt x="72" y="225"/>
                  <a:pt x="72" y="225"/>
                </a:cubicBezTo>
                <a:cubicBezTo>
                  <a:pt x="72" y="257"/>
                  <a:pt x="72" y="257"/>
                  <a:pt x="72" y="257"/>
                </a:cubicBezTo>
                <a:cubicBezTo>
                  <a:pt x="104" y="257"/>
                  <a:pt x="104" y="257"/>
                  <a:pt x="104" y="257"/>
                </a:cubicBezTo>
                <a:lnTo>
                  <a:pt x="104" y="22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6" name="Freeform 26"/>
          <p:cNvSpPr>
            <a:spLocks noEditPoints="1"/>
          </p:cNvSpPr>
          <p:nvPr/>
        </p:nvSpPr>
        <p:spPr bwMode="auto">
          <a:xfrm>
            <a:off x="1949451" y="3132669"/>
            <a:ext cx="529167" cy="579967"/>
          </a:xfrm>
          <a:custGeom>
            <a:avLst/>
            <a:gdLst>
              <a:gd name="T0" fmla="*/ 145 w 321"/>
              <a:gd name="T1" fmla="*/ 48 h 353"/>
              <a:gd name="T2" fmla="*/ 177 w 321"/>
              <a:gd name="T3" fmla="*/ 80 h 353"/>
              <a:gd name="T4" fmla="*/ 121 w 321"/>
              <a:gd name="T5" fmla="*/ 129 h 353"/>
              <a:gd name="T6" fmla="*/ 153 w 321"/>
              <a:gd name="T7" fmla="*/ 96 h 353"/>
              <a:gd name="T8" fmla="*/ 121 w 321"/>
              <a:gd name="T9" fmla="*/ 129 h 353"/>
              <a:gd name="T10" fmla="*/ 193 w 321"/>
              <a:gd name="T11" fmla="*/ 48 h 353"/>
              <a:gd name="T12" fmla="*/ 225 w 321"/>
              <a:gd name="T13" fmla="*/ 80 h 353"/>
              <a:gd name="T14" fmla="*/ 161 w 321"/>
              <a:gd name="T15" fmla="*/ 353 h 353"/>
              <a:gd name="T16" fmla="*/ 97 w 321"/>
              <a:gd name="T17" fmla="*/ 289 h 353"/>
              <a:gd name="T18" fmla="*/ 169 w 321"/>
              <a:gd name="T19" fmla="*/ 129 h 353"/>
              <a:gd name="T20" fmla="*/ 201 w 321"/>
              <a:gd name="T21" fmla="*/ 96 h 353"/>
              <a:gd name="T22" fmla="*/ 169 w 321"/>
              <a:gd name="T23" fmla="*/ 129 h 353"/>
              <a:gd name="T24" fmla="*/ 97 w 321"/>
              <a:gd name="T25" fmla="*/ 48 h 353"/>
              <a:gd name="T26" fmla="*/ 129 w 321"/>
              <a:gd name="T27" fmla="*/ 80 h 353"/>
              <a:gd name="T28" fmla="*/ 241 w 321"/>
              <a:gd name="T29" fmla="*/ 80 h 353"/>
              <a:gd name="T30" fmla="*/ 273 w 321"/>
              <a:gd name="T31" fmla="*/ 48 h 353"/>
              <a:gd name="T32" fmla="*/ 241 w 321"/>
              <a:gd name="T33" fmla="*/ 80 h 353"/>
              <a:gd name="T34" fmla="*/ 32 w 321"/>
              <a:gd name="T35" fmla="*/ 0 h 353"/>
              <a:gd name="T36" fmla="*/ 0 w 321"/>
              <a:gd name="T37" fmla="*/ 193 h 353"/>
              <a:gd name="T38" fmla="*/ 289 w 321"/>
              <a:gd name="T39" fmla="*/ 225 h 353"/>
              <a:gd name="T40" fmla="*/ 321 w 321"/>
              <a:gd name="T41" fmla="*/ 32 h 353"/>
              <a:gd name="T42" fmla="*/ 305 w 321"/>
              <a:gd name="T43" fmla="*/ 193 h 353"/>
              <a:gd name="T44" fmla="*/ 32 w 321"/>
              <a:gd name="T45" fmla="*/ 209 h 353"/>
              <a:gd name="T46" fmla="*/ 16 w 321"/>
              <a:gd name="T47" fmla="*/ 32 h 353"/>
              <a:gd name="T48" fmla="*/ 289 w 321"/>
              <a:gd name="T49" fmla="*/ 16 h 353"/>
              <a:gd name="T50" fmla="*/ 305 w 321"/>
              <a:gd name="T51" fmla="*/ 193 h 353"/>
              <a:gd name="T52" fmla="*/ 249 w 321"/>
              <a:gd name="T53" fmla="*/ 129 h 353"/>
              <a:gd name="T54" fmla="*/ 217 w 321"/>
              <a:gd name="T55" fmla="*/ 96 h 353"/>
              <a:gd name="T56" fmla="*/ 105 w 321"/>
              <a:gd name="T57" fmla="*/ 96 h 353"/>
              <a:gd name="T58" fmla="*/ 73 w 321"/>
              <a:gd name="T59" fmla="*/ 129 h 353"/>
              <a:gd name="T60" fmla="*/ 105 w 321"/>
              <a:gd name="T61" fmla="*/ 96 h 353"/>
              <a:gd name="T62" fmla="*/ 48 w 321"/>
              <a:gd name="T63" fmla="*/ 48 h 353"/>
              <a:gd name="T64" fmla="*/ 81 w 321"/>
              <a:gd name="T65" fmla="*/ 80 h 353"/>
              <a:gd name="T66" fmla="*/ 89 w 321"/>
              <a:gd name="T67" fmla="*/ 177 h 353"/>
              <a:gd name="T68" fmla="*/ 233 w 321"/>
              <a:gd name="T69" fmla="*/ 145 h 353"/>
              <a:gd name="T70" fmla="*/ 89 w 321"/>
              <a:gd name="T71" fmla="*/ 177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321" h="353">
                <a:moveTo>
                  <a:pt x="177" y="48"/>
                </a:moveTo>
                <a:cubicBezTo>
                  <a:pt x="145" y="48"/>
                  <a:pt x="145" y="48"/>
                  <a:pt x="145" y="48"/>
                </a:cubicBezTo>
                <a:cubicBezTo>
                  <a:pt x="145" y="80"/>
                  <a:pt x="145" y="80"/>
                  <a:pt x="145" y="80"/>
                </a:cubicBezTo>
                <a:cubicBezTo>
                  <a:pt x="177" y="80"/>
                  <a:pt x="177" y="80"/>
                  <a:pt x="177" y="80"/>
                </a:cubicBezTo>
                <a:lnTo>
                  <a:pt x="177" y="48"/>
                </a:lnTo>
                <a:close/>
                <a:moveTo>
                  <a:pt x="121" y="129"/>
                </a:moveTo>
                <a:cubicBezTo>
                  <a:pt x="153" y="129"/>
                  <a:pt x="153" y="129"/>
                  <a:pt x="153" y="129"/>
                </a:cubicBezTo>
                <a:cubicBezTo>
                  <a:pt x="153" y="96"/>
                  <a:pt x="153" y="96"/>
                  <a:pt x="153" y="96"/>
                </a:cubicBezTo>
                <a:cubicBezTo>
                  <a:pt x="121" y="96"/>
                  <a:pt x="121" y="96"/>
                  <a:pt x="121" y="96"/>
                </a:cubicBezTo>
                <a:lnTo>
                  <a:pt x="121" y="129"/>
                </a:lnTo>
                <a:close/>
                <a:moveTo>
                  <a:pt x="225" y="48"/>
                </a:moveTo>
                <a:cubicBezTo>
                  <a:pt x="193" y="48"/>
                  <a:pt x="193" y="48"/>
                  <a:pt x="193" y="48"/>
                </a:cubicBezTo>
                <a:cubicBezTo>
                  <a:pt x="193" y="80"/>
                  <a:pt x="193" y="80"/>
                  <a:pt x="193" y="80"/>
                </a:cubicBezTo>
                <a:cubicBezTo>
                  <a:pt x="225" y="80"/>
                  <a:pt x="225" y="80"/>
                  <a:pt x="225" y="80"/>
                </a:cubicBezTo>
                <a:lnTo>
                  <a:pt x="225" y="48"/>
                </a:lnTo>
                <a:close/>
                <a:moveTo>
                  <a:pt x="161" y="353"/>
                </a:moveTo>
                <a:cubicBezTo>
                  <a:pt x="225" y="289"/>
                  <a:pt x="225" y="289"/>
                  <a:pt x="225" y="289"/>
                </a:cubicBezTo>
                <a:cubicBezTo>
                  <a:pt x="97" y="289"/>
                  <a:pt x="97" y="289"/>
                  <a:pt x="97" y="289"/>
                </a:cubicBezTo>
                <a:lnTo>
                  <a:pt x="161" y="353"/>
                </a:lnTo>
                <a:close/>
                <a:moveTo>
                  <a:pt x="169" y="129"/>
                </a:moveTo>
                <a:cubicBezTo>
                  <a:pt x="201" y="129"/>
                  <a:pt x="201" y="129"/>
                  <a:pt x="201" y="129"/>
                </a:cubicBezTo>
                <a:cubicBezTo>
                  <a:pt x="201" y="96"/>
                  <a:pt x="201" y="96"/>
                  <a:pt x="201" y="96"/>
                </a:cubicBezTo>
                <a:cubicBezTo>
                  <a:pt x="169" y="96"/>
                  <a:pt x="169" y="96"/>
                  <a:pt x="169" y="96"/>
                </a:cubicBezTo>
                <a:lnTo>
                  <a:pt x="169" y="129"/>
                </a:lnTo>
                <a:close/>
                <a:moveTo>
                  <a:pt x="129" y="48"/>
                </a:moveTo>
                <a:cubicBezTo>
                  <a:pt x="97" y="48"/>
                  <a:pt x="97" y="48"/>
                  <a:pt x="97" y="48"/>
                </a:cubicBezTo>
                <a:cubicBezTo>
                  <a:pt x="97" y="80"/>
                  <a:pt x="97" y="80"/>
                  <a:pt x="97" y="80"/>
                </a:cubicBezTo>
                <a:cubicBezTo>
                  <a:pt x="129" y="80"/>
                  <a:pt x="129" y="80"/>
                  <a:pt x="129" y="80"/>
                </a:cubicBezTo>
                <a:lnTo>
                  <a:pt x="129" y="48"/>
                </a:lnTo>
                <a:close/>
                <a:moveTo>
                  <a:pt x="241" y="80"/>
                </a:moveTo>
                <a:cubicBezTo>
                  <a:pt x="273" y="80"/>
                  <a:pt x="273" y="80"/>
                  <a:pt x="273" y="80"/>
                </a:cubicBezTo>
                <a:cubicBezTo>
                  <a:pt x="273" y="48"/>
                  <a:pt x="273" y="48"/>
                  <a:pt x="273" y="48"/>
                </a:cubicBezTo>
                <a:cubicBezTo>
                  <a:pt x="241" y="48"/>
                  <a:pt x="241" y="48"/>
                  <a:pt x="241" y="48"/>
                </a:cubicBezTo>
                <a:lnTo>
                  <a:pt x="241" y="80"/>
                </a:lnTo>
                <a:close/>
                <a:moveTo>
                  <a:pt x="289" y="0"/>
                </a:moveTo>
                <a:cubicBezTo>
                  <a:pt x="32" y="0"/>
                  <a:pt x="32" y="0"/>
                  <a:pt x="32" y="0"/>
                </a:cubicBezTo>
                <a:cubicBezTo>
                  <a:pt x="15" y="0"/>
                  <a:pt x="0" y="14"/>
                  <a:pt x="0" y="32"/>
                </a:cubicBezTo>
                <a:cubicBezTo>
                  <a:pt x="0" y="193"/>
                  <a:pt x="0" y="193"/>
                  <a:pt x="0" y="193"/>
                </a:cubicBezTo>
                <a:cubicBezTo>
                  <a:pt x="0" y="210"/>
                  <a:pt x="15" y="225"/>
                  <a:pt x="32" y="225"/>
                </a:cubicBezTo>
                <a:cubicBezTo>
                  <a:pt x="289" y="225"/>
                  <a:pt x="289" y="225"/>
                  <a:pt x="289" y="225"/>
                </a:cubicBezTo>
                <a:cubicBezTo>
                  <a:pt x="307" y="225"/>
                  <a:pt x="321" y="210"/>
                  <a:pt x="321" y="193"/>
                </a:cubicBezTo>
                <a:cubicBezTo>
                  <a:pt x="321" y="32"/>
                  <a:pt x="321" y="32"/>
                  <a:pt x="321" y="32"/>
                </a:cubicBezTo>
                <a:cubicBezTo>
                  <a:pt x="321" y="14"/>
                  <a:pt x="307" y="0"/>
                  <a:pt x="289" y="0"/>
                </a:cubicBezTo>
                <a:moveTo>
                  <a:pt x="305" y="193"/>
                </a:moveTo>
                <a:cubicBezTo>
                  <a:pt x="305" y="202"/>
                  <a:pt x="298" y="209"/>
                  <a:pt x="289" y="209"/>
                </a:cubicBezTo>
                <a:cubicBezTo>
                  <a:pt x="32" y="209"/>
                  <a:pt x="32" y="209"/>
                  <a:pt x="32" y="209"/>
                </a:cubicBezTo>
                <a:cubicBezTo>
                  <a:pt x="24" y="209"/>
                  <a:pt x="16" y="202"/>
                  <a:pt x="16" y="193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3"/>
                  <a:pt x="24" y="16"/>
                  <a:pt x="32" y="16"/>
                </a:cubicBezTo>
                <a:cubicBezTo>
                  <a:pt x="289" y="16"/>
                  <a:pt x="289" y="16"/>
                  <a:pt x="289" y="16"/>
                </a:cubicBezTo>
                <a:cubicBezTo>
                  <a:pt x="298" y="16"/>
                  <a:pt x="305" y="23"/>
                  <a:pt x="305" y="32"/>
                </a:cubicBezTo>
                <a:lnTo>
                  <a:pt x="305" y="193"/>
                </a:lnTo>
                <a:close/>
                <a:moveTo>
                  <a:pt x="217" y="129"/>
                </a:moveTo>
                <a:cubicBezTo>
                  <a:pt x="249" y="129"/>
                  <a:pt x="249" y="129"/>
                  <a:pt x="249" y="129"/>
                </a:cubicBezTo>
                <a:cubicBezTo>
                  <a:pt x="249" y="96"/>
                  <a:pt x="249" y="96"/>
                  <a:pt x="249" y="96"/>
                </a:cubicBezTo>
                <a:cubicBezTo>
                  <a:pt x="217" y="96"/>
                  <a:pt x="217" y="96"/>
                  <a:pt x="217" y="96"/>
                </a:cubicBezTo>
                <a:lnTo>
                  <a:pt x="217" y="129"/>
                </a:lnTo>
                <a:close/>
                <a:moveTo>
                  <a:pt x="105" y="96"/>
                </a:moveTo>
                <a:cubicBezTo>
                  <a:pt x="73" y="96"/>
                  <a:pt x="73" y="96"/>
                  <a:pt x="73" y="96"/>
                </a:cubicBezTo>
                <a:cubicBezTo>
                  <a:pt x="73" y="129"/>
                  <a:pt x="73" y="129"/>
                  <a:pt x="73" y="129"/>
                </a:cubicBezTo>
                <a:cubicBezTo>
                  <a:pt x="105" y="129"/>
                  <a:pt x="105" y="129"/>
                  <a:pt x="105" y="129"/>
                </a:cubicBezTo>
                <a:lnTo>
                  <a:pt x="105" y="96"/>
                </a:lnTo>
                <a:close/>
                <a:moveTo>
                  <a:pt x="81" y="48"/>
                </a:moveTo>
                <a:cubicBezTo>
                  <a:pt x="48" y="48"/>
                  <a:pt x="48" y="48"/>
                  <a:pt x="48" y="48"/>
                </a:cubicBezTo>
                <a:cubicBezTo>
                  <a:pt x="48" y="80"/>
                  <a:pt x="48" y="80"/>
                  <a:pt x="48" y="80"/>
                </a:cubicBezTo>
                <a:cubicBezTo>
                  <a:pt x="81" y="80"/>
                  <a:pt x="81" y="80"/>
                  <a:pt x="81" y="80"/>
                </a:cubicBezTo>
                <a:lnTo>
                  <a:pt x="81" y="48"/>
                </a:lnTo>
                <a:close/>
                <a:moveTo>
                  <a:pt x="89" y="177"/>
                </a:moveTo>
                <a:cubicBezTo>
                  <a:pt x="233" y="177"/>
                  <a:pt x="233" y="177"/>
                  <a:pt x="233" y="177"/>
                </a:cubicBezTo>
                <a:cubicBezTo>
                  <a:pt x="233" y="145"/>
                  <a:pt x="233" y="145"/>
                  <a:pt x="233" y="145"/>
                </a:cubicBezTo>
                <a:cubicBezTo>
                  <a:pt x="89" y="145"/>
                  <a:pt x="89" y="145"/>
                  <a:pt x="89" y="145"/>
                </a:cubicBezTo>
                <a:lnTo>
                  <a:pt x="89" y="17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7" name="Freeform 27"/>
          <p:cNvSpPr>
            <a:spLocks noEditPoints="1"/>
          </p:cNvSpPr>
          <p:nvPr/>
        </p:nvSpPr>
        <p:spPr bwMode="auto">
          <a:xfrm>
            <a:off x="3033185" y="3183468"/>
            <a:ext cx="582084" cy="476251"/>
          </a:xfrm>
          <a:custGeom>
            <a:avLst/>
            <a:gdLst>
              <a:gd name="T0" fmla="*/ 345 w 353"/>
              <a:gd name="T1" fmla="*/ 0 h 289"/>
              <a:gd name="T2" fmla="*/ 8 w 353"/>
              <a:gd name="T3" fmla="*/ 0 h 289"/>
              <a:gd name="T4" fmla="*/ 0 w 353"/>
              <a:gd name="T5" fmla="*/ 8 h 289"/>
              <a:gd name="T6" fmla="*/ 0 w 353"/>
              <a:gd name="T7" fmla="*/ 233 h 289"/>
              <a:gd name="T8" fmla="*/ 8 w 353"/>
              <a:gd name="T9" fmla="*/ 241 h 289"/>
              <a:gd name="T10" fmla="*/ 72 w 353"/>
              <a:gd name="T11" fmla="*/ 241 h 289"/>
              <a:gd name="T12" fmla="*/ 80 w 353"/>
              <a:gd name="T13" fmla="*/ 233 h 289"/>
              <a:gd name="T14" fmla="*/ 72 w 353"/>
              <a:gd name="T15" fmla="*/ 225 h 289"/>
              <a:gd name="T16" fmla="*/ 16 w 353"/>
              <a:gd name="T17" fmla="*/ 225 h 289"/>
              <a:gd name="T18" fmla="*/ 16 w 353"/>
              <a:gd name="T19" fmla="*/ 16 h 289"/>
              <a:gd name="T20" fmla="*/ 337 w 353"/>
              <a:gd name="T21" fmla="*/ 16 h 289"/>
              <a:gd name="T22" fmla="*/ 337 w 353"/>
              <a:gd name="T23" fmla="*/ 225 h 289"/>
              <a:gd name="T24" fmla="*/ 281 w 353"/>
              <a:gd name="T25" fmla="*/ 225 h 289"/>
              <a:gd name="T26" fmla="*/ 273 w 353"/>
              <a:gd name="T27" fmla="*/ 233 h 289"/>
              <a:gd name="T28" fmla="*/ 281 w 353"/>
              <a:gd name="T29" fmla="*/ 241 h 289"/>
              <a:gd name="T30" fmla="*/ 345 w 353"/>
              <a:gd name="T31" fmla="*/ 241 h 289"/>
              <a:gd name="T32" fmla="*/ 353 w 353"/>
              <a:gd name="T33" fmla="*/ 233 h 289"/>
              <a:gd name="T34" fmla="*/ 353 w 353"/>
              <a:gd name="T35" fmla="*/ 8 h 289"/>
              <a:gd name="T36" fmla="*/ 345 w 353"/>
              <a:gd name="T37" fmla="*/ 0 h 289"/>
              <a:gd name="T38" fmla="*/ 279 w 353"/>
              <a:gd name="T39" fmla="*/ 276 h 289"/>
              <a:gd name="T40" fmla="*/ 182 w 353"/>
              <a:gd name="T41" fmla="*/ 164 h 289"/>
              <a:gd name="T42" fmla="*/ 182 w 353"/>
              <a:gd name="T43" fmla="*/ 164 h 289"/>
              <a:gd name="T44" fmla="*/ 176 w 353"/>
              <a:gd name="T45" fmla="*/ 161 h 289"/>
              <a:gd name="T46" fmla="*/ 170 w 353"/>
              <a:gd name="T47" fmla="*/ 164 h 289"/>
              <a:gd name="T48" fmla="*/ 170 w 353"/>
              <a:gd name="T49" fmla="*/ 164 h 289"/>
              <a:gd name="T50" fmla="*/ 74 w 353"/>
              <a:gd name="T51" fmla="*/ 276 h 289"/>
              <a:gd name="T52" fmla="*/ 74 w 353"/>
              <a:gd name="T53" fmla="*/ 276 h 289"/>
              <a:gd name="T54" fmla="*/ 72 w 353"/>
              <a:gd name="T55" fmla="*/ 281 h 289"/>
              <a:gd name="T56" fmla="*/ 80 w 353"/>
              <a:gd name="T57" fmla="*/ 289 h 289"/>
              <a:gd name="T58" fmla="*/ 273 w 353"/>
              <a:gd name="T59" fmla="*/ 289 h 289"/>
              <a:gd name="T60" fmla="*/ 281 w 353"/>
              <a:gd name="T61" fmla="*/ 281 h 289"/>
              <a:gd name="T62" fmla="*/ 279 w 353"/>
              <a:gd name="T63" fmla="*/ 276 h 289"/>
              <a:gd name="T64" fmla="*/ 97 w 353"/>
              <a:gd name="T65" fmla="*/ 273 h 289"/>
              <a:gd name="T66" fmla="*/ 176 w 353"/>
              <a:gd name="T67" fmla="*/ 181 h 289"/>
              <a:gd name="T68" fmla="*/ 255 w 353"/>
              <a:gd name="T69" fmla="*/ 273 h 289"/>
              <a:gd name="T70" fmla="*/ 97 w 353"/>
              <a:gd name="T71" fmla="*/ 273 h 2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353" h="289">
                <a:moveTo>
                  <a:pt x="345" y="0"/>
                </a:moveTo>
                <a:cubicBezTo>
                  <a:pt x="8" y="0"/>
                  <a:pt x="8" y="0"/>
                  <a:pt x="8" y="0"/>
                </a:cubicBezTo>
                <a:cubicBezTo>
                  <a:pt x="3" y="0"/>
                  <a:pt x="0" y="4"/>
                  <a:pt x="0" y="8"/>
                </a:cubicBezTo>
                <a:cubicBezTo>
                  <a:pt x="0" y="233"/>
                  <a:pt x="0" y="233"/>
                  <a:pt x="0" y="233"/>
                </a:cubicBezTo>
                <a:cubicBezTo>
                  <a:pt x="0" y="237"/>
                  <a:pt x="3" y="241"/>
                  <a:pt x="8" y="241"/>
                </a:cubicBezTo>
                <a:cubicBezTo>
                  <a:pt x="72" y="241"/>
                  <a:pt x="72" y="241"/>
                  <a:pt x="72" y="241"/>
                </a:cubicBezTo>
                <a:cubicBezTo>
                  <a:pt x="76" y="241"/>
                  <a:pt x="80" y="237"/>
                  <a:pt x="80" y="233"/>
                </a:cubicBezTo>
                <a:cubicBezTo>
                  <a:pt x="80" y="229"/>
                  <a:pt x="76" y="225"/>
                  <a:pt x="72" y="225"/>
                </a:cubicBezTo>
                <a:cubicBezTo>
                  <a:pt x="16" y="225"/>
                  <a:pt x="16" y="225"/>
                  <a:pt x="16" y="225"/>
                </a:cubicBezTo>
                <a:cubicBezTo>
                  <a:pt x="16" y="16"/>
                  <a:pt x="16" y="16"/>
                  <a:pt x="16" y="16"/>
                </a:cubicBezTo>
                <a:cubicBezTo>
                  <a:pt x="337" y="16"/>
                  <a:pt x="337" y="16"/>
                  <a:pt x="337" y="16"/>
                </a:cubicBezTo>
                <a:cubicBezTo>
                  <a:pt x="337" y="225"/>
                  <a:pt x="337" y="225"/>
                  <a:pt x="337" y="225"/>
                </a:cubicBezTo>
                <a:cubicBezTo>
                  <a:pt x="281" y="225"/>
                  <a:pt x="281" y="225"/>
                  <a:pt x="281" y="225"/>
                </a:cubicBezTo>
                <a:cubicBezTo>
                  <a:pt x="276" y="225"/>
                  <a:pt x="273" y="229"/>
                  <a:pt x="273" y="233"/>
                </a:cubicBezTo>
                <a:cubicBezTo>
                  <a:pt x="273" y="237"/>
                  <a:pt x="276" y="241"/>
                  <a:pt x="281" y="241"/>
                </a:cubicBezTo>
                <a:cubicBezTo>
                  <a:pt x="345" y="241"/>
                  <a:pt x="345" y="241"/>
                  <a:pt x="345" y="241"/>
                </a:cubicBezTo>
                <a:cubicBezTo>
                  <a:pt x="349" y="241"/>
                  <a:pt x="353" y="237"/>
                  <a:pt x="353" y="233"/>
                </a:cubicBezTo>
                <a:cubicBezTo>
                  <a:pt x="353" y="8"/>
                  <a:pt x="353" y="8"/>
                  <a:pt x="353" y="8"/>
                </a:cubicBezTo>
                <a:cubicBezTo>
                  <a:pt x="353" y="4"/>
                  <a:pt x="349" y="0"/>
                  <a:pt x="345" y="0"/>
                </a:cubicBezTo>
                <a:moveTo>
                  <a:pt x="279" y="276"/>
                </a:moveTo>
                <a:cubicBezTo>
                  <a:pt x="182" y="164"/>
                  <a:pt x="182" y="164"/>
                  <a:pt x="182" y="164"/>
                </a:cubicBezTo>
                <a:cubicBezTo>
                  <a:pt x="182" y="164"/>
                  <a:pt x="182" y="164"/>
                  <a:pt x="182" y="164"/>
                </a:cubicBezTo>
                <a:cubicBezTo>
                  <a:pt x="181" y="162"/>
                  <a:pt x="179" y="161"/>
                  <a:pt x="176" y="161"/>
                </a:cubicBezTo>
                <a:cubicBezTo>
                  <a:pt x="174" y="161"/>
                  <a:pt x="172" y="162"/>
                  <a:pt x="170" y="164"/>
                </a:cubicBezTo>
                <a:cubicBezTo>
                  <a:pt x="170" y="164"/>
                  <a:pt x="170" y="164"/>
                  <a:pt x="170" y="164"/>
                </a:cubicBezTo>
                <a:cubicBezTo>
                  <a:pt x="74" y="276"/>
                  <a:pt x="74" y="276"/>
                  <a:pt x="74" y="276"/>
                </a:cubicBezTo>
                <a:cubicBezTo>
                  <a:pt x="74" y="276"/>
                  <a:pt x="74" y="276"/>
                  <a:pt x="74" y="276"/>
                </a:cubicBezTo>
                <a:cubicBezTo>
                  <a:pt x="73" y="277"/>
                  <a:pt x="72" y="279"/>
                  <a:pt x="72" y="281"/>
                </a:cubicBezTo>
                <a:cubicBezTo>
                  <a:pt x="72" y="286"/>
                  <a:pt x="75" y="289"/>
                  <a:pt x="80" y="289"/>
                </a:cubicBezTo>
                <a:cubicBezTo>
                  <a:pt x="273" y="289"/>
                  <a:pt x="273" y="289"/>
                  <a:pt x="273" y="289"/>
                </a:cubicBezTo>
                <a:cubicBezTo>
                  <a:pt x="277" y="289"/>
                  <a:pt x="281" y="286"/>
                  <a:pt x="281" y="281"/>
                </a:cubicBezTo>
                <a:cubicBezTo>
                  <a:pt x="281" y="279"/>
                  <a:pt x="280" y="277"/>
                  <a:pt x="279" y="276"/>
                </a:cubicBezTo>
                <a:close/>
                <a:moveTo>
                  <a:pt x="97" y="273"/>
                </a:moveTo>
                <a:cubicBezTo>
                  <a:pt x="176" y="181"/>
                  <a:pt x="176" y="181"/>
                  <a:pt x="176" y="181"/>
                </a:cubicBezTo>
                <a:cubicBezTo>
                  <a:pt x="255" y="273"/>
                  <a:pt x="255" y="273"/>
                  <a:pt x="255" y="273"/>
                </a:cubicBezTo>
                <a:lnTo>
                  <a:pt x="97" y="27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8" name="Freeform 28"/>
          <p:cNvSpPr>
            <a:spLocks noEditPoints="1"/>
          </p:cNvSpPr>
          <p:nvPr/>
        </p:nvSpPr>
        <p:spPr bwMode="auto">
          <a:xfrm>
            <a:off x="4142318" y="3132669"/>
            <a:ext cx="579967" cy="579967"/>
          </a:xfrm>
          <a:custGeom>
            <a:avLst/>
            <a:gdLst>
              <a:gd name="T0" fmla="*/ 177 w 353"/>
              <a:gd name="T1" fmla="*/ 0 h 353"/>
              <a:gd name="T2" fmla="*/ 0 w 353"/>
              <a:gd name="T3" fmla="*/ 177 h 353"/>
              <a:gd name="T4" fmla="*/ 177 w 353"/>
              <a:gd name="T5" fmla="*/ 353 h 353"/>
              <a:gd name="T6" fmla="*/ 353 w 353"/>
              <a:gd name="T7" fmla="*/ 177 h 353"/>
              <a:gd name="T8" fmla="*/ 177 w 353"/>
              <a:gd name="T9" fmla="*/ 0 h 353"/>
              <a:gd name="T10" fmla="*/ 177 w 353"/>
              <a:gd name="T11" fmla="*/ 16 h 353"/>
              <a:gd name="T12" fmla="*/ 315 w 353"/>
              <a:gd name="T13" fmla="*/ 96 h 353"/>
              <a:gd name="T14" fmla="*/ 177 w 353"/>
              <a:gd name="T15" fmla="*/ 96 h 353"/>
              <a:gd name="T16" fmla="*/ 97 w 353"/>
              <a:gd name="T17" fmla="*/ 167 h 353"/>
              <a:gd name="T18" fmla="*/ 47 w 353"/>
              <a:gd name="T19" fmla="*/ 81 h 353"/>
              <a:gd name="T20" fmla="*/ 177 w 353"/>
              <a:gd name="T21" fmla="*/ 16 h 353"/>
              <a:gd name="T22" fmla="*/ 120 w 353"/>
              <a:gd name="T23" fmla="*/ 206 h 353"/>
              <a:gd name="T24" fmla="*/ 112 w 353"/>
              <a:gd name="T25" fmla="*/ 177 h 353"/>
              <a:gd name="T26" fmla="*/ 177 w 353"/>
              <a:gd name="T27" fmla="*/ 112 h 353"/>
              <a:gd name="T28" fmla="*/ 241 w 353"/>
              <a:gd name="T29" fmla="*/ 177 h 353"/>
              <a:gd name="T30" fmla="*/ 177 w 353"/>
              <a:gd name="T31" fmla="*/ 241 h 353"/>
              <a:gd name="T32" fmla="*/ 120 w 353"/>
              <a:gd name="T33" fmla="*/ 208 h 353"/>
              <a:gd name="T34" fmla="*/ 120 w 353"/>
              <a:gd name="T35" fmla="*/ 208 h 353"/>
              <a:gd name="T36" fmla="*/ 120 w 353"/>
              <a:gd name="T37" fmla="*/ 206 h 353"/>
              <a:gd name="T38" fmla="*/ 159 w 353"/>
              <a:gd name="T39" fmla="*/ 336 h 353"/>
              <a:gd name="T40" fmla="*/ 16 w 353"/>
              <a:gd name="T41" fmla="*/ 177 h 353"/>
              <a:gd name="T42" fmla="*/ 38 w 353"/>
              <a:gd name="T43" fmla="*/ 96 h 353"/>
              <a:gd name="T44" fmla="*/ 105 w 353"/>
              <a:gd name="T45" fmla="*/ 214 h 353"/>
              <a:gd name="T46" fmla="*/ 177 w 353"/>
              <a:gd name="T47" fmla="*/ 257 h 353"/>
              <a:gd name="T48" fmla="*/ 208 w 353"/>
              <a:gd name="T49" fmla="*/ 250 h 353"/>
              <a:gd name="T50" fmla="*/ 159 w 353"/>
              <a:gd name="T51" fmla="*/ 336 h 353"/>
              <a:gd name="T52" fmla="*/ 177 w 353"/>
              <a:gd name="T53" fmla="*/ 337 h 353"/>
              <a:gd name="T54" fmla="*/ 246 w 353"/>
              <a:gd name="T55" fmla="*/ 216 h 353"/>
              <a:gd name="T56" fmla="*/ 246 w 353"/>
              <a:gd name="T57" fmla="*/ 216 h 353"/>
              <a:gd name="T58" fmla="*/ 257 w 353"/>
              <a:gd name="T59" fmla="*/ 177 h 353"/>
              <a:gd name="T60" fmla="*/ 225 w 353"/>
              <a:gd name="T61" fmla="*/ 112 h 353"/>
              <a:gd name="T62" fmla="*/ 324 w 353"/>
              <a:gd name="T63" fmla="*/ 112 h 353"/>
              <a:gd name="T64" fmla="*/ 337 w 353"/>
              <a:gd name="T65" fmla="*/ 177 h 353"/>
              <a:gd name="T66" fmla="*/ 177 w 353"/>
              <a:gd name="T67" fmla="*/ 337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353" h="353">
                <a:moveTo>
                  <a:pt x="177" y="0"/>
                </a:moveTo>
                <a:cubicBezTo>
                  <a:pt x="79" y="0"/>
                  <a:pt x="0" y="79"/>
                  <a:pt x="0" y="177"/>
                </a:cubicBezTo>
                <a:cubicBezTo>
                  <a:pt x="0" y="274"/>
                  <a:pt x="79" y="353"/>
                  <a:pt x="177" y="353"/>
                </a:cubicBezTo>
                <a:cubicBezTo>
                  <a:pt x="274" y="353"/>
                  <a:pt x="353" y="274"/>
                  <a:pt x="353" y="177"/>
                </a:cubicBezTo>
                <a:cubicBezTo>
                  <a:pt x="353" y="79"/>
                  <a:pt x="274" y="0"/>
                  <a:pt x="177" y="0"/>
                </a:cubicBezTo>
                <a:moveTo>
                  <a:pt x="177" y="16"/>
                </a:moveTo>
                <a:cubicBezTo>
                  <a:pt x="236" y="16"/>
                  <a:pt x="288" y="48"/>
                  <a:pt x="315" y="96"/>
                </a:cubicBezTo>
                <a:cubicBezTo>
                  <a:pt x="177" y="96"/>
                  <a:pt x="177" y="96"/>
                  <a:pt x="177" y="96"/>
                </a:cubicBezTo>
                <a:cubicBezTo>
                  <a:pt x="135" y="96"/>
                  <a:pt x="102" y="127"/>
                  <a:pt x="97" y="167"/>
                </a:cubicBezTo>
                <a:cubicBezTo>
                  <a:pt x="47" y="81"/>
                  <a:pt x="47" y="81"/>
                  <a:pt x="47" y="81"/>
                </a:cubicBezTo>
                <a:cubicBezTo>
                  <a:pt x="77" y="42"/>
                  <a:pt x="124" y="16"/>
                  <a:pt x="177" y="16"/>
                </a:cubicBezTo>
                <a:moveTo>
                  <a:pt x="120" y="206"/>
                </a:moveTo>
                <a:cubicBezTo>
                  <a:pt x="115" y="197"/>
                  <a:pt x="112" y="187"/>
                  <a:pt x="112" y="177"/>
                </a:cubicBezTo>
                <a:cubicBezTo>
                  <a:pt x="112" y="141"/>
                  <a:pt x="141" y="112"/>
                  <a:pt x="177" y="112"/>
                </a:cubicBezTo>
                <a:cubicBezTo>
                  <a:pt x="212" y="112"/>
                  <a:pt x="241" y="141"/>
                  <a:pt x="241" y="177"/>
                </a:cubicBezTo>
                <a:cubicBezTo>
                  <a:pt x="241" y="212"/>
                  <a:pt x="212" y="241"/>
                  <a:pt x="177" y="241"/>
                </a:cubicBezTo>
                <a:cubicBezTo>
                  <a:pt x="152" y="241"/>
                  <a:pt x="131" y="227"/>
                  <a:pt x="120" y="208"/>
                </a:cubicBezTo>
                <a:cubicBezTo>
                  <a:pt x="120" y="208"/>
                  <a:pt x="120" y="208"/>
                  <a:pt x="120" y="208"/>
                </a:cubicBezTo>
                <a:lnTo>
                  <a:pt x="120" y="206"/>
                </a:lnTo>
                <a:close/>
                <a:moveTo>
                  <a:pt x="159" y="336"/>
                </a:moveTo>
                <a:cubicBezTo>
                  <a:pt x="78" y="327"/>
                  <a:pt x="16" y="259"/>
                  <a:pt x="16" y="177"/>
                </a:cubicBezTo>
                <a:cubicBezTo>
                  <a:pt x="16" y="147"/>
                  <a:pt x="24" y="120"/>
                  <a:pt x="38" y="96"/>
                </a:cubicBezTo>
                <a:cubicBezTo>
                  <a:pt x="105" y="214"/>
                  <a:pt x="105" y="214"/>
                  <a:pt x="105" y="214"/>
                </a:cubicBezTo>
                <a:cubicBezTo>
                  <a:pt x="119" y="239"/>
                  <a:pt x="146" y="257"/>
                  <a:pt x="177" y="257"/>
                </a:cubicBezTo>
                <a:cubicBezTo>
                  <a:pt x="188" y="257"/>
                  <a:pt x="198" y="255"/>
                  <a:pt x="208" y="250"/>
                </a:cubicBezTo>
                <a:lnTo>
                  <a:pt x="159" y="336"/>
                </a:lnTo>
                <a:close/>
                <a:moveTo>
                  <a:pt x="177" y="337"/>
                </a:moveTo>
                <a:cubicBezTo>
                  <a:pt x="246" y="216"/>
                  <a:pt x="246" y="216"/>
                  <a:pt x="246" y="216"/>
                </a:cubicBezTo>
                <a:cubicBezTo>
                  <a:pt x="246" y="216"/>
                  <a:pt x="246" y="216"/>
                  <a:pt x="246" y="216"/>
                </a:cubicBezTo>
                <a:cubicBezTo>
                  <a:pt x="253" y="205"/>
                  <a:pt x="257" y="191"/>
                  <a:pt x="257" y="177"/>
                </a:cubicBezTo>
                <a:cubicBezTo>
                  <a:pt x="257" y="150"/>
                  <a:pt x="244" y="127"/>
                  <a:pt x="225" y="112"/>
                </a:cubicBezTo>
                <a:cubicBezTo>
                  <a:pt x="324" y="112"/>
                  <a:pt x="324" y="112"/>
                  <a:pt x="324" y="112"/>
                </a:cubicBezTo>
                <a:cubicBezTo>
                  <a:pt x="332" y="132"/>
                  <a:pt x="337" y="154"/>
                  <a:pt x="337" y="177"/>
                </a:cubicBezTo>
                <a:cubicBezTo>
                  <a:pt x="337" y="265"/>
                  <a:pt x="265" y="337"/>
                  <a:pt x="177" y="337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9" name="Freeform 29"/>
          <p:cNvSpPr>
            <a:spLocks noEditPoints="1"/>
          </p:cNvSpPr>
          <p:nvPr/>
        </p:nvSpPr>
        <p:spPr bwMode="auto">
          <a:xfrm>
            <a:off x="5251451" y="3276601"/>
            <a:ext cx="579967" cy="264584"/>
          </a:xfrm>
          <a:custGeom>
            <a:avLst/>
            <a:gdLst>
              <a:gd name="T0" fmla="*/ 273 w 353"/>
              <a:gd name="T1" fmla="*/ 53 h 161"/>
              <a:gd name="T2" fmla="*/ 288 w 353"/>
              <a:gd name="T3" fmla="*/ 53 h 161"/>
              <a:gd name="T4" fmla="*/ 289 w 353"/>
              <a:gd name="T5" fmla="*/ 0 h 161"/>
              <a:gd name="T6" fmla="*/ 0 w 353"/>
              <a:gd name="T7" fmla="*/ 65 h 161"/>
              <a:gd name="T8" fmla="*/ 64 w 353"/>
              <a:gd name="T9" fmla="*/ 161 h 161"/>
              <a:gd name="T10" fmla="*/ 353 w 353"/>
              <a:gd name="T11" fmla="*/ 97 h 161"/>
              <a:gd name="T12" fmla="*/ 289 w 353"/>
              <a:gd name="T13" fmla="*/ 0 h 161"/>
              <a:gd name="T14" fmla="*/ 147 w 353"/>
              <a:gd name="T15" fmla="*/ 53 h 161"/>
              <a:gd name="T16" fmla="*/ 132 w 353"/>
              <a:gd name="T17" fmla="*/ 53 h 161"/>
              <a:gd name="T18" fmla="*/ 146 w 353"/>
              <a:gd name="T19" fmla="*/ 113 h 161"/>
              <a:gd name="T20" fmla="*/ 132 w 353"/>
              <a:gd name="T21" fmla="*/ 66 h 161"/>
              <a:gd name="T22" fmla="*/ 146 w 353"/>
              <a:gd name="T23" fmla="*/ 113 h 161"/>
              <a:gd name="T24" fmla="*/ 93 w 353"/>
              <a:gd name="T25" fmla="*/ 113 h 161"/>
              <a:gd name="T26" fmla="*/ 85 w 353"/>
              <a:gd name="T27" fmla="*/ 65 h 161"/>
              <a:gd name="T28" fmla="*/ 81 w 353"/>
              <a:gd name="T29" fmla="*/ 85 h 161"/>
              <a:gd name="T30" fmla="*/ 60 w 353"/>
              <a:gd name="T31" fmla="*/ 113 h 161"/>
              <a:gd name="T32" fmla="*/ 60 w 353"/>
              <a:gd name="T33" fmla="*/ 48 h 161"/>
              <a:gd name="T34" fmla="*/ 68 w 353"/>
              <a:gd name="T35" fmla="*/ 97 h 161"/>
              <a:gd name="T36" fmla="*/ 73 w 353"/>
              <a:gd name="T37" fmla="*/ 75 h 161"/>
              <a:gd name="T38" fmla="*/ 93 w 353"/>
              <a:gd name="T39" fmla="*/ 48 h 161"/>
              <a:gd name="T40" fmla="*/ 101 w 353"/>
              <a:gd name="T41" fmla="*/ 97 h 161"/>
              <a:gd name="T42" fmla="*/ 105 w 353"/>
              <a:gd name="T43" fmla="*/ 75 h 161"/>
              <a:gd name="T44" fmla="*/ 124 w 353"/>
              <a:gd name="T45" fmla="*/ 48 h 161"/>
              <a:gd name="T46" fmla="*/ 337 w 353"/>
              <a:gd name="T47" fmla="*/ 97 h 161"/>
              <a:gd name="T48" fmla="*/ 129 w 353"/>
              <a:gd name="T49" fmla="*/ 145 h 161"/>
              <a:gd name="T50" fmla="*/ 177 w 353"/>
              <a:gd name="T51" fmla="*/ 65 h 161"/>
              <a:gd name="T52" fmla="*/ 289 w 353"/>
              <a:gd name="T53" fmla="*/ 16 h 161"/>
              <a:gd name="T54" fmla="*/ 337 w 353"/>
              <a:gd name="T55" fmla="*/ 97 h 161"/>
              <a:gd name="T56" fmla="*/ 232 w 353"/>
              <a:gd name="T57" fmla="*/ 113 h 161"/>
              <a:gd name="T58" fmla="*/ 255 w 353"/>
              <a:gd name="T59" fmla="*/ 87 h 161"/>
              <a:gd name="T60" fmla="*/ 232 w 353"/>
              <a:gd name="T61" fmla="*/ 75 h 161"/>
              <a:gd name="T62" fmla="*/ 256 w 353"/>
              <a:gd name="T63" fmla="*/ 60 h 161"/>
              <a:gd name="T64" fmla="*/ 218 w 353"/>
              <a:gd name="T65" fmla="*/ 49 h 161"/>
              <a:gd name="T66" fmla="*/ 274 w 353"/>
              <a:gd name="T67" fmla="*/ 113 h 161"/>
              <a:gd name="T68" fmla="*/ 288 w 353"/>
              <a:gd name="T69" fmla="*/ 66 h 161"/>
              <a:gd name="T70" fmla="*/ 274 w 353"/>
              <a:gd name="T71" fmla="*/ 113 h 1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353" h="161">
                <a:moveTo>
                  <a:pt x="281" y="46"/>
                </a:moveTo>
                <a:cubicBezTo>
                  <a:pt x="276" y="46"/>
                  <a:pt x="273" y="49"/>
                  <a:pt x="273" y="53"/>
                </a:cubicBezTo>
                <a:cubicBezTo>
                  <a:pt x="273" y="57"/>
                  <a:pt x="276" y="60"/>
                  <a:pt x="281" y="60"/>
                </a:cubicBezTo>
                <a:cubicBezTo>
                  <a:pt x="285" y="60"/>
                  <a:pt x="288" y="57"/>
                  <a:pt x="288" y="53"/>
                </a:cubicBezTo>
                <a:cubicBezTo>
                  <a:pt x="288" y="49"/>
                  <a:pt x="285" y="46"/>
                  <a:pt x="281" y="46"/>
                </a:cubicBezTo>
                <a:moveTo>
                  <a:pt x="289" y="0"/>
                </a:moveTo>
                <a:cubicBezTo>
                  <a:pt x="64" y="0"/>
                  <a:pt x="64" y="0"/>
                  <a:pt x="64" y="0"/>
                </a:cubicBezTo>
                <a:cubicBezTo>
                  <a:pt x="29" y="0"/>
                  <a:pt x="0" y="29"/>
                  <a:pt x="0" y="65"/>
                </a:cubicBezTo>
                <a:cubicBezTo>
                  <a:pt x="0" y="97"/>
                  <a:pt x="0" y="97"/>
                  <a:pt x="0" y="97"/>
                </a:cubicBezTo>
                <a:cubicBezTo>
                  <a:pt x="0" y="132"/>
                  <a:pt x="29" y="161"/>
                  <a:pt x="64" y="161"/>
                </a:cubicBezTo>
                <a:cubicBezTo>
                  <a:pt x="289" y="161"/>
                  <a:pt x="289" y="161"/>
                  <a:pt x="289" y="161"/>
                </a:cubicBezTo>
                <a:cubicBezTo>
                  <a:pt x="325" y="161"/>
                  <a:pt x="353" y="132"/>
                  <a:pt x="353" y="97"/>
                </a:cubicBezTo>
                <a:cubicBezTo>
                  <a:pt x="353" y="65"/>
                  <a:pt x="353" y="65"/>
                  <a:pt x="353" y="65"/>
                </a:cubicBezTo>
                <a:cubicBezTo>
                  <a:pt x="353" y="29"/>
                  <a:pt x="325" y="0"/>
                  <a:pt x="289" y="0"/>
                </a:cubicBezTo>
                <a:moveTo>
                  <a:pt x="139" y="46"/>
                </a:moveTo>
                <a:cubicBezTo>
                  <a:pt x="144" y="46"/>
                  <a:pt x="147" y="49"/>
                  <a:pt x="147" y="53"/>
                </a:cubicBezTo>
                <a:cubicBezTo>
                  <a:pt x="147" y="57"/>
                  <a:pt x="144" y="60"/>
                  <a:pt x="139" y="60"/>
                </a:cubicBezTo>
                <a:cubicBezTo>
                  <a:pt x="135" y="60"/>
                  <a:pt x="132" y="57"/>
                  <a:pt x="132" y="53"/>
                </a:cubicBezTo>
                <a:cubicBezTo>
                  <a:pt x="132" y="49"/>
                  <a:pt x="135" y="46"/>
                  <a:pt x="139" y="46"/>
                </a:cubicBezTo>
                <a:moveTo>
                  <a:pt x="146" y="113"/>
                </a:moveTo>
                <a:cubicBezTo>
                  <a:pt x="132" y="113"/>
                  <a:pt x="132" y="113"/>
                  <a:pt x="132" y="113"/>
                </a:cubicBezTo>
                <a:cubicBezTo>
                  <a:pt x="132" y="66"/>
                  <a:pt x="132" y="66"/>
                  <a:pt x="132" y="66"/>
                </a:cubicBezTo>
                <a:cubicBezTo>
                  <a:pt x="146" y="66"/>
                  <a:pt x="146" y="66"/>
                  <a:pt x="146" y="66"/>
                </a:cubicBezTo>
                <a:lnTo>
                  <a:pt x="146" y="113"/>
                </a:lnTo>
                <a:close/>
                <a:moveTo>
                  <a:pt x="108" y="113"/>
                </a:moveTo>
                <a:cubicBezTo>
                  <a:pt x="93" y="113"/>
                  <a:pt x="93" y="113"/>
                  <a:pt x="93" y="113"/>
                </a:cubicBezTo>
                <a:cubicBezTo>
                  <a:pt x="88" y="85"/>
                  <a:pt x="88" y="85"/>
                  <a:pt x="88" y="85"/>
                </a:cubicBezTo>
                <a:cubicBezTo>
                  <a:pt x="87" y="79"/>
                  <a:pt x="85" y="73"/>
                  <a:pt x="85" y="65"/>
                </a:cubicBezTo>
                <a:cubicBezTo>
                  <a:pt x="85" y="65"/>
                  <a:pt x="85" y="65"/>
                  <a:pt x="85" y="65"/>
                </a:cubicBezTo>
                <a:cubicBezTo>
                  <a:pt x="83" y="73"/>
                  <a:pt x="82" y="79"/>
                  <a:pt x="81" y="85"/>
                </a:cubicBezTo>
                <a:cubicBezTo>
                  <a:pt x="75" y="113"/>
                  <a:pt x="75" y="113"/>
                  <a:pt x="75" y="113"/>
                </a:cubicBezTo>
                <a:cubicBezTo>
                  <a:pt x="60" y="113"/>
                  <a:pt x="60" y="113"/>
                  <a:pt x="60" y="113"/>
                </a:cubicBezTo>
                <a:cubicBezTo>
                  <a:pt x="45" y="48"/>
                  <a:pt x="45" y="48"/>
                  <a:pt x="45" y="48"/>
                </a:cubicBezTo>
                <a:cubicBezTo>
                  <a:pt x="60" y="48"/>
                  <a:pt x="60" y="48"/>
                  <a:pt x="60" y="48"/>
                </a:cubicBezTo>
                <a:cubicBezTo>
                  <a:pt x="65" y="75"/>
                  <a:pt x="65" y="75"/>
                  <a:pt x="65" y="75"/>
                </a:cubicBezTo>
                <a:cubicBezTo>
                  <a:pt x="66" y="83"/>
                  <a:pt x="67" y="91"/>
                  <a:pt x="68" y="97"/>
                </a:cubicBezTo>
                <a:cubicBezTo>
                  <a:pt x="68" y="97"/>
                  <a:pt x="68" y="97"/>
                  <a:pt x="68" y="97"/>
                </a:cubicBezTo>
                <a:cubicBezTo>
                  <a:pt x="69" y="90"/>
                  <a:pt x="71" y="83"/>
                  <a:pt x="73" y="75"/>
                </a:cubicBezTo>
                <a:cubicBezTo>
                  <a:pt x="78" y="48"/>
                  <a:pt x="78" y="48"/>
                  <a:pt x="78" y="48"/>
                </a:cubicBezTo>
                <a:cubicBezTo>
                  <a:pt x="93" y="48"/>
                  <a:pt x="93" y="48"/>
                  <a:pt x="93" y="48"/>
                </a:cubicBezTo>
                <a:cubicBezTo>
                  <a:pt x="98" y="76"/>
                  <a:pt x="98" y="76"/>
                  <a:pt x="98" y="76"/>
                </a:cubicBezTo>
                <a:cubicBezTo>
                  <a:pt x="99" y="83"/>
                  <a:pt x="100" y="90"/>
                  <a:pt x="101" y="97"/>
                </a:cubicBezTo>
                <a:cubicBezTo>
                  <a:pt x="101" y="97"/>
                  <a:pt x="101" y="97"/>
                  <a:pt x="101" y="97"/>
                </a:cubicBezTo>
                <a:cubicBezTo>
                  <a:pt x="102" y="90"/>
                  <a:pt x="104" y="82"/>
                  <a:pt x="105" y="75"/>
                </a:cubicBezTo>
                <a:cubicBezTo>
                  <a:pt x="110" y="48"/>
                  <a:pt x="110" y="48"/>
                  <a:pt x="110" y="48"/>
                </a:cubicBezTo>
                <a:cubicBezTo>
                  <a:pt x="124" y="48"/>
                  <a:pt x="124" y="48"/>
                  <a:pt x="124" y="48"/>
                </a:cubicBezTo>
                <a:lnTo>
                  <a:pt x="108" y="113"/>
                </a:lnTo>
                <a:close/>
                <a:moveTo>
                  <a:pt x="337" y="97"/>
                </a:moveTo>
                <a:cubicBezTo>
                  <a:pt x="337" y="123"/>
                  <a:pt x="316" y="145"/>
                  <a:pt x="289" y="145"/>
                </a:cubicBezTo>
                <a:cubicBezTo>
                  <a:pt x="129" y="145"/>
                  <a:pt x="129" y="145"/>
                  <a:pt x="129" y="145"/>
                </a:cubicBezTo>
                <a:cubicBezTo>
                  <a:pt x="155" y="145"/>
                  <a:pt x="177" y="123"/>
                  <a:pt x="177" y="97"/>
                </a:cubicBezTo>
                <a:cubicBezTo>
                  <a:pt x="177" y="65"/>
                  <a:pt x="177" y="65"/>
                  <a:pt x="177" y="65"/>
                </a:cubicBezTo>
                <a:cubicBezTo>
                  <a:pt x="177" y="38"/>
                  <a:pt x="198" y="16"/>
                  <a:pt x="225" y="16"/>
                </a:cubicBezTo>
                <a:cubicBezTo>
                  <a:pt x="289" y="16"/>
                  <a:pt x="289" y="16"/>
                  <a:pt x="289" y="16"/>
                </a:cubicBezTo>
                <a:cubicBezTo>
                  <a:pt x="316" y="16"/>
                  <a:pt x="337" y="38"/>
                  <a:pt x="337" y="65"/>
                </a:cubicBezTo>
                <a:lnTo>
                  <a:pt x="337" y="97"/>
                </a:lnTo>
                <a:close/>
                <a:moveTo>
                  <a:pt x="218" y="113"/>
                </a:moveTo>
                <a:cubicBezTo>
                  <a:pt x="232" y="113"/>
                  <a:pt x="232" y="113"/>
                  <a:pt x="232" y="113"/>
                </a:cubicBezTo>
                <a:cubicBezTo>
                  <a:pt x="232" y="87"/>
                  <a:pt x="232" y="87"/>
                  <a:pt x="232" y="87"/>
                </a:cubicBezTo>
                <a:cubicBezTo>
                  <a:pt x="255" y="87"/>
                  <a:pt x="255" y="87"/>
                  <a:pt x="255" y="87"/>
                </a:cubicBezTo>
                <a:cubicBezTo>
                  <a:pt x="255" y="75"/>
                  <a:pt x="255" y="75"/>
                  <a:pt x="255" y="75"/>
                </a:cubicBezTo>
                <a:cubicBezTo>
                  <a:pt x="232" y="75"/>
                  <a:pt x="232" y="75"/>
                  <a:pt x="232" y="75"/>
                </a:cubicBezTo>
                <a:cubicBezTo>
                  <a:pt x="232" y="60"/>
                  <a:pt x="232" y="60"/>
                  <a:pt x="232" y="60"/>
                </a:cubicBezTo>
                <a:cubicBezTo>
                  <a:pt x="256" y="60"/>
                  <a:pt x="256" y="60"/>
                  <a:pt x="256" y="60"/>
                </a:cubicBezTo>
                <a:cubicBezTo>
                  <a:pt x="256" y="49"/>
                  <a:pt x="256" y="49"/>
                  <a:pt x="256" y="49"/>
                </a:cubicBezTo>
                <a:cubicBezTo>
                  <a:pt x="218" y="49"/>
                  <a:pt x="218" y="49"/>
                  <a:pt x="218" y="49"/>
                </a:cubicBezTo>
                <a:lnTo>
                  <a:pt x="218" y="113"/>
                </a:lnTo>
                <a:close/>
                <a:moveTo>
                  <a:pt x="274" y="113"/>
                </a:moveTo>
                <a:cubicBezTo>
                  <a:pt x="288" y="113"/>
                  <a:pt x="288" y="113"/>
                  <a:pt x="288" y="113"/>
                </a:cubicBezTo>
                <a:cubicBezTo>
                  <a:pt x="288" y="66"/>
                  <a:pt x="288" y="66"/>
                  <a:pt x="288" y="66"/>
                </a:cubicBezTo>
                <a:cubicBezTo>
                  <a:pt x="274" y="66"/>
                  <a:pt x="274" y="66"/>
                  <a:pt x="274" y="66"/>
                </a:cubicBezTo>
                <a:lnTo>
                  <a:pt x="274" y="11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0" name="Freeform 30"/>
          <p:cNvSpPr>
            <a:spLocks noEditPoints="1"/>
          </p:cNvSpPr>
          <p:nvPr/>
        </p:nvSpPr>
        <p:spPr bwMode="auto">
          <a:xfrm>
            <a:off x="6362701" y="3158069"/>
            <a:ext cx="579967" cy="529167"/>
          </a:xfrm>
          <a:custGeom>
            <a:avLst/>
            <a:gdLst>
              <a:gd name="T0" fmla="*/ 176 w 353"/>
              <a:gd name="T1" fmla="*/ 0 h 321"/>
              <a:gd name="T2" fmla="*/ 0 w 353"/>
              <a:gd name="T3" fmla="*/ 161 h 321"/>
              <a:gd name="T4" fmla="*/ 176 w 353"/>
              <a:gd name="T5" fmla="*/ 321 h 321"/>
              <a:gd name="T6" fmla="*/ 353 w 353"/>
              <a:gd name="T7" fmla="*/ 161 h 321"/>
              <a:gd name="T8" fmla="*/ 176 w 353"/>
              <a:gd name="T9" fmla="*/ 0 h 321"/>
              <a:gd name="T10" fmla="*/ 176 w 353"/>
              <a:gd name="T11" fmla="*/ 305 h 321"/>
              <a:gd name="T12" fmla="*/ 43 w 353"/>
              <a:gd name="T13" fmla="*/ 241 h 321"/>
              <a:gd name="T14" fmla="*/ 163 w 353"/>
              <a:gd name="T15" fmla="*/ 241 h 321"/>
              <a:gd name="T16" fmla="*/ 220 w 353"/>
              <a:gd name="T17" fmla="*/ 281 h 321"/>
              <a:gd name="T18" fmla="*/ 264 w 353"/>
              <a:gd name="T19" fmla="*/ 233 h 321"/>
              <a:gd name="T20" fmla="*/ 220 w 353"/>
              <a:gd name="T21" fmla="*/ 185 h 321"/>
              <a:gd name="T22" fmla="*/ 162 w 353"/>
              <a:gd name="T23" fmla="*/ 225 h 321"/>
              <a:gd name="T24" fmla="*/ 32 w 353"/>
              <a:gd name="T25" fmla="*/ 225 h 321"/>
              <a:gd name="T26" fmla="*/ 16 w 353"/>
              <a:gd name="T27" fmla="*/ 161 h 321"/>
              <a:gd name="T28" fmla="*/ 32 w 353"/>
              <a:gd name="T29" fmla="*/ 96 h 321"/>
              <a:gd name="T30" fmla="*/ 163 w 353"/>
              <a:gd name="T31" fmla="*/ 96 h 321"/>
              <a:gd name="T32" fmla="*/ 220 w 353"/>
              <a:gd name="T33" fmla="*/ 137 h 321"/>
              <a:gd name="T34" fmla="*/ 264 w 353"/>
              <a:gd name="T35" fmla="*/ 88 h 321"/>
              <a:gd name="T36" fmla="*/ 220 w 353"/>
              <a:gd name="T37" fmla="*/ 40 h 321"/>
              <a:gd name="T38" fmla="*/ 162 w 353"/>
              <a:gd name="T39" fmla="*/ 80 h 321"/>
              <a:gd name="T40" fmla="*/ 43 w 353"/>
              <a:gd name="T41" fmla="*/ 80 h 321"/>
              <a:gd name="T42" fmla="*/ 176 w 353"/>
              <a:gd name="T43" fmla="*/ 16 h 321"/>
              <a:gd name="T44" fmla="*/ 336 w 353"/>
              <a:gd name="T45" fmla="*/ 153 h 321"/>
              <a:gd name="T46" fmla="*/ 174 w 353"/>
              <a:gd name="T47" fmla="*/ 153 h 321"/>
              <a:gd name="T48" fmla="*/ 116 w 353"/>
              <a:gd name="T49" fmla="*/ 113 h 321"/>
              <a:gd name="T50" fmla="*/ 72 w 353"/>
              <a:gd name="T51" fmla="*/ 161 h 321"/>
              <a:gd name="T52" fmla="*/ 116 w 353"/>
              <a:gd name="T53" fmla="*/ 209 h 321"/>
              <a:gd name="T54" fmla="*/ 174 w 353"/>
              <a:gd name="T55" fmla="*/ 169 h 321"/>
              <a:gd name="T56" fmla="*/ 336 w 353"/>
              <a:gd name="T57" fmla="*/ 169 h 321"/>
              <a:gd name="T58" fmla="*/ 176 w 353"/>
              <a:gd name="T59" fmla="*/ 305 h 3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353" h="321">
                <a:moveTo>
                  <a:pt x="176" y="0"/>
                </a:moveTo>
                <a:cubicBezTo>
                  <a:pt x="79" y="0"/>
                  <a:pt x="0" y="72"/>
                  <a:pt x="0" y="161"/>
                </a:cubicBezTo>
                <a:cubicBezTo>
                  <a:pt x="0" y="249"/>
                  <a:pt x="79" y="321"/>
                  <a:pt x="176" y="321"/>
                </a:cubicBezTo>
                <a:cubicBezTo>
                  <a:pt x="274" y="321"/>
                  <a:pt x="353" y="249"/>
                  <a:pt x="353" y="161"/>
                </a:cubicBezTo>
                <a:cubicBezTo>
                  <a:pt x="353" y="72"/>
                  <a:pt x="274" y="0"/>
                  <a:pt x="176" y="0"/>
                </a:cubicBezTo>
                <a:moveTo>
                  <a:pt x="176" y="305"/>
                </a:moveTo>
                <a:cubicBezTo>
                  <a:pt x="121" y="305"/>
                  <a:pt x="71" y="280"/>
                  <a:pt x="43" y="241"/>
                </a:cubicBezTo>
                <a:cubicBezTo>
                  <a:pt x="163" y="241"/>
                  <a:pt x="163" y="241"/>
                  <a:pt x="163" y="241"/>
                </a:cubicBezTo>
                <a:cubicBezTo>
                  <a:pt x="171" y="257"/>
                  <a:pt x="200" y="281"/>
                  <a:pt x="220" y="281"/>
                </a:cubicBezTo>
                <a:cubicBezTo>
                  <a:pt x="244" y="281"/>
                  <a:pt x="264" y="265"/>
                  <a:pt x="264" y="233"/>
                </a:cubicBezTo>
                <a:cubicBezTo>
                  <a:pt x="264" y="201"/>
                  <a:pt x="244" y="185"/>
                  <a:pt x="220" y="185"/>
                </a:cubicBezTo>
                <a:cubicBezTo>
                  <a:pt x="200" y="185"/>
                  <a:pt x="170" y="208"/>
                  <a:pt x="162" y="225"/>
                </a:cubicBezTo>
                <a:cubicBezTo>
                  <a:pt x="32" y="225"/>
                  <a:pt x="32" y="225"/>
                  <a:pt x="32" y="225"/>
                </a:cubicBezTo>
                <a:cubicBezTo>
                  <a:pt x="22" y="206"/>
                  <a:pt x="16" y="184"/>
                  <a:pt x="16" y="161"/>
                </a:cubicBezTo>
                <a:cubicBezTo>
                  <a:pt x="16" y="138"/>
                  <a:pt x="22" y="116"/>
                  <a:pt x="32" y="96"/>
                </a:cubicBezTo>
                <a:cubicBezTo>
                  <a:pt x="163" y="96"/>
                  <a:pt x="163" y="96"/>
                  <a:pt x="163" y="96"/>
                </a:cubicBezTo>
                <a:cubicBezTo>
                  <a:pt x="171" y="113"/>
                  <a:pt x="200" y="137"/>
                  <a:pt x="220" y="137"/>
                </a:cubicBezTo>
                <a:cubicBezTo>
                  <a:pt x="244" y="137"/>
                  <a:pt x="264" y="121"/>
                  <a:pt x="264" y="88"/>
                </a:cubicBezTo>
                <a:cubicBezTo>
                  <a:pt x="264" y="56"/>
                  <a:pt x="244" y="40"/>
                  <a:pt x="220" y="40"/>
                </a:cubicBezTo>
                <a:cubicBezTo>
                  <a:pt x="200" y="40"/>
                  <a:pt x="170" y="63"/>
                  <a:pt x="162" y="80"/>
                </a:cubicBezTo>
                <a:cubicBezTo>
                  <a:pt x="43" y="80"/>
                  <a:pt x="43" y="80"/>
                  <a:pt x="43" y="80"/>
                </a:cubicBezTo>
                <a:cubicBezTo>
                  <a:pt x="71" y="42"/>
                  <a:pt x="121" y="16"/>
                  <a:pt x="176" y="16"/>
                </a:cubicBezTo>
                <a:cubicBezTo>
                  <a:pt x="262" y="16"/>
                  <a:pt x="332" y="77"/>
                  <a:pt x="336" y="153"/>
                </a:cubicBezTo>
                <a:cubicBezTo>
                  <a:pt x="174" y="153"/>
                  <a:pt x="174" y="153"/>
                  <a:pt x="174" y="153"/>
                </a:cubicBezTo>
                <a:cubicBezTo>
                  <a:pt x="165" y="136"/>
                  <a:pt x="136" y="113"/>
                  <a:pt x="116" y="113"/>
                </a:cubicBezTo>
                <a:cubicBezTo>
                  <a:pt x="92" y="113"/>
                  <a:pt x="72" y="129"/>
                  <a:pt x="72" y="161"/>
                </a:cubicBezTo>
                <a:cubicBezTo>
                  <a:pt x="72" y="193"/>
                  <a:pt x="92" y="209"/>
                  <a:pt x="116" y="209"/>
                </a:cubicBezTo>
                <a:cubicBezTo>
                  <a:pt x="137" y="209"/>
                  <a:pt x="166" y="186"/>
                  <a:pt x="174" y="169"/>
                </a:cubicBezTo>
                <a:cubicBezTo>
                  <a:pt x="336" y="169"/>
                  <a:pt x="336" y="169"/>
                  <a:pt x="336" y="169"/>
                </a:cubicBezTo>
                <a:cubicBezTo>
                  <a:pt x="332" y="245"/>
                  <a:pt x="262" y="305"/>
                  <a:pt x="176" y="305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1" name="Freeform 31"/>
          <p:cNvSpPr>
            <a:spLocks noEditPoints="1"/>
          </p:cNvSpPr>
          <p:nvPr/>
        </p:nvSpPr>
        <p:spPr bwMode="auto">
          <a:xfrm>
            <a:off x="7497233" y="3132669"/>
            <a:ext cx="527051" cy="579967"/>
          </a:xfrm>
          <a:custGeom>
            <a:avLst/>
            <a:gdLst>
              <a:gd name="T0" fmla="*/ 88 w 321"/>
              <a:gd name="T1" fmla="*/ 145 h 353"/>
              <a:gd name="T2" fmla="*/ 96 w 321"/>
              <a:gd name="T3" fmla="*/ 137 h 353"/>
              <a:gd name="T4" fmla="*/ 96 w 321"/>
              <a:gd name="T5" fmla="*/ 104 h 353"/>
              <a:gd name="T6" fmla="*/ 88 w 321"/>
              <a:gd name="T7" fmla="*/ 96 h 353"/>
              <a:gd name="T8" fmla="*/ 80 w 321"/>
              <a:gd name="T9" fmla="*/ 104 h 353"/>
              <a:gd name="T10" fmla="*/ 80 w 321"/>
              <a:gd name="T11" fmla="*/ 137 h 353"/>
              <a:gd name="T12" fmla="*/ 88 w 321"/>
              <a:gd name="T13" fmla="*/ 145 h 353"/>
              <a:gd name="T14" fmla="*/ 305 w 321"/>
              <a:gd name="T15" fmla="*/ 48 h 353"/>
              <a:gd name="T16" fmla="*/ 186 w 321"/>
              <a:gd name="T17" fmla="*/ 48 h 353"/>
              <a:gd name="T18" fmla="*/ 212 w 321"/>
              <a:gd name="T19" fmla="*/ 10 h 353"/>
              <a:gd name="T20" fmla="*/ 200 w 321"/>
              <a:gd name="T21" fmla="*/ 0 h 353"/>
              <a:gd name="T22" fmla="*/ 167 w 321"/>
              <a:gd name="T23" fmla="*/ 48 h 353"/>
              <a:gd name="T24" fmla="*/ 16 w 321"/>
              <a:gd name="T25" fmla="*/ 48 h 353"/>
              <a:gd name="T26" fmla="*/ 0 w 321"/>
              <a:gd name="T27" fmla="*/ 64 h 353"/>
              <a:gd name="T28" fmla="*/ 0 w 321"/>
              <a:gd name="T29" fmla="*/ 289 h 353"/>
              <a:gd name="T30" fmla="*/ 16 w 321"/>
              <a:gd name="T31" fmla="*/ 305 h 353"/>
              <a:gd name="T32" fmla="*/ 181 w 321"/>
              <a:gd name="T33" fmla="*/ 305 h 353"/>
              <a:gd name="T34" fmla="*/ 200 w 321"/>
              <a:gd name="T35" fmla="*/ 353 h 353"/>
              <a:gd name="T36" fmla="*/ 214 w 321"/>
              <a:gd name="T37" fmla="*/ 345 h 353"/>
              <a:gd name="T38" fmla="*/ 197 w 321"/>
              <a:gd name="T39" fmla="*/ 305 h 353"/>
              <a:gd name="T40" fmla="*/ 305 w 321"/>
              <a:gd name="T41" fmla="*/ 305 h 353"/>
              <a:gd name="T42" fmla="*/ 321 w 321"/>
              <a:gd name="T43" fmla="*/ 289 h 353"/>
              <a:gd name="T44" fmla="*/ 321 w 321"/>
              <a:gd name="T45" fmla="*/ 64 h 353"/>
              <a:gd name="T46" fmla="*/ 305 w 321"/>
              <a:gd name="T47" fmla="*/ 48 h 353"/>
              <a:gd name="T48" fmla="*/ 160 w 321"/>
              <a:gd name="T49" fmla="*/ 257 h 353"/>
              <a:gd name="T50" fmla="*/ 174 w 321"/>
              <a:gd name="T51" fmla="*/ 256 h 353"/>
              <a:gd name="T52" fmla="*/ 177 w 321"/>
              <a:gd name="T53" fmla="*/ 289 h 353"/>
              <a:gd name="T54" fmla="*/ 16 w 321"/>
              <a:gd name="T55" fmla="*/ 289 h 353"/>
              <a:gd name="T56" fmla="*/ 16 w 321"/>
              <a:gd name="T57" fmla="*/ 64 h 353"/>
              <a:gd name="T58" fmla="*/ 159 w 321"/>
              <a:gd name="T59" fmla="*/ 64 h 353"/>
              <a:gd name="T60" fmla="*/ 121 w 321"/>
              <a:gd name="T61" fmla="*/ 192 h 353"/>
              <a:gd name="T62" fmla="*/ 120 w 321"/>
              <a:gd name="T63" fmla="*/ 201 h 353"/>
              <a:gd name="T64" fmla="*/ 178 w 321"/>
              <a:gd name="T65" fmla="*/ 201 h 353"/>
              <a:gd name="T66" fmla="*/ 174 w 321"/>
              <a:gd name="T67" fmla="*/ 240 h 353"/>
              <a:gd name="T68" fmla="*/ 160 w 321"/>
              <a:gd name="T69" fmla="*/ 240 h 353"/>
              <a:gd name="T70" fmla="*/ 51 w 321"/>
              <a:gd name="T71" fmla="*/ 217 h 353"/>
              <a:gd name="T72" fmla="*/ 44 w 321"/>
              <a:gd name="T73" fmla="*/ 232 h 353"/>
              <a:gd name="T74" fmla="*/ 160 w 321"/>
              <a:gd name="T75" fmla="*/ 257 h 353"/>
              <a:gd name="T76" fmla="*/ 305 w 321"/>
              <a:gd name="T77" fmla="*/ 289 h 353"/>
              <a:gd name="T78" fmla="*/ 194 w 321"/>
              <a:gd name="T79" fmla="*/ 289 h 353"/>
              <a:gd name="T80" fmla="*/ 191 w 321"/>
              <a:gd name="T81" fmla="*/ 255 h 353"/>
              <a:gd name="T82" fmla="*/ 276 w 321"/>
              <a:gd name="T83" fmla="*/ 232 h 353"/>
              <a:gd name="T84" fmla="*/ 269 w 321"/>
              <a:gd name="T85" fmla="*/ 217 h 353"/>
              <a:gd name="T86" fmla="*/ 191 w 321"/>
              <a:gd name="T87" fmla="*/ 239 h 353"/>
              <a:gd name="T88" fmla="*/ 196 w 321"/>
              <a:gd name="T89" fmla="*/ 195 h 353"/>
              <a:gd name="T90" fmla="*/ 198 w 321"/>
              <a:gd name="T91" fmla="*/ 185 h 353"/>
              <a:gd name="T92" fmla="*/ 138 w 321"/>
              <a:gd name="T93" fmla="*/ 185 h 353"/>
              <a:gd name="T94" fmla="*/ 177 w 321"/>
              <a:gd name="T95" fmla="*/ 64 h 353"/>
              <a:gd name="T96" fmla="*/ 305 w 321"/>
              <a:gd name="T97" fmla="*/ 64 h 353"/>
              <a:gd name="T98" fmla="*/ 305 w 321"/>
              <a:gd name="T99" fmla="*/ 289 h 353"/>
              <a:gd name="T100" fmla="*/ 233 w 321"/>
              <a:gd name="T101" fmla="*/ 145 h 353"/>
              <a:gd name="T102" fmla="*/ 241 w 321"/>
              <a:gd name="T103" fmla="*/ 137 h 353"/>
              <a:gd name="T104" fmla="*/ 241 w 321"/>
              <a:gd name="T105" fmla="*/ 104 h 353"/>
              <a:gd name="T106" fmla="*/ 233 w 321"/>
              <a:gd name="T107" fmla="*/ 96 h 353"/>
              <a:gd name="T108" fmla="*/ 225 w 321"/>
              <a:gd name="T109" fmla="*/ 104 h 353"/>
              <a:gd name="T110" fmla="*/ 225 w 321"/>
              <a:gd name="T111" fmla="*/ 137 h 353"/>
              <a:gd name="T112" fmla="*/ 233 w 321"/>
              <a:gd name="T113" fmla="*/ 145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321" h="353">
                <a:moveTo>
                  <a:pt x="88" y="145"/>
                </a:moveTo>
                <a:cubicBezTo>
                  <a:pt x="93" y="145"/>
                  <a:pt x="96" y="141"/>
                  <a:pt x="96" y="137"/>
                </a:cubicBezTo>
                <a:cubicBezTo>
                  <a:pt x="96" y="104"/>
                  <a:pt x="96" y="104"/>
                  <a:pt x="96" y="104"/>
                </a:cubicBezTo>
                <a:cubicBezTo>
                  <a:pt x="96" y="100"/>
                  <a:pt x="93" y="96"/>
                  <a:pt x="88" y="96"/>
                </a:cubicBezTo>
                <a:cubicBezTo>
                  <a:pt x="84" y="96"/>
                  <a:pt x="80" y="100"/>
                  <a:pt x="80" y="104"/>
                </a:cubicBezTo>
                <a:cubicBezTo>
                  <a:pt x="80" y="137"/>
                  <a:pt x="80" y="137"/>
                  <a:pt x="80" y="137"/>
                </a:cubicBezTo>
                <a:cubicBezTo>
                  <a:pt x="80" y="141"/>
                  <a:pt x="84" y="145"/>
                  <a:pt x="88" y="145"/>
                </a:cubicBezTo>
                <a:moveTo>
                  <a:pt x="305" y="48"/>
                </a:moveTo>
                <a:cubicBezTo>
                  <a:pt x="186" y="48"/>
                  <a:pt x="186" y="48"/>
                  <a:pt x="186" y="48"/>
                </a:cubicBezTo>
                <a:cubicBezTo>
                  <a:pt x="200" y="24"/>
                  <a:pt x="212" y="11"/>
                  <a:pt x="212" y="10"/>
                </a:cubicBezTo>
                <a:cubicBezTo>
                  <a:pt x="200" y="0"/>
                  <a:pt x="200" y="0"/>
                  <a:pt x="200" y="0"/>
                </a:cubicBezTo>
                <a:cubicBezTo>
                  <a:pt x="199" y="1"/>
                  <a:pt x="184" y="19"/>
                  <a:pt x="167" y="48"/>
                </a:cubicBezTo>
                <a:cubicBezTo>
                  <a:pt x="16" y="48"/>
                  <a:pt x="16" y="48"/>
                  <a:pt x="16" y="48"/>
                </a:cubicBezTo>
                <a:cubicBezTo>
                  <a:pt x="7" y="48"/>
                  <a:pt x="0" y="55"/>
                  <a:pt x="0" y="64"/>
                </a:cubicBezTo>
                <a:cubicBezTo>
                  <a:pt x="0" y="289"/>
                  <a:pt x="0" y="289"/>
                  <a:pt x="0" y="289"/>
                </a:cubicBezTo>
                <a:cubicBezTo>
                  <a:pt x="0" y="298"/>
                  <a:pt x="7" y="305"/>
                  <a:pt x="16" y="305"/>
                </a:cubicBezTo>
                <a:cubicBezTo>
                  <a:pt x="181" y="305"/>
                  <a:pt x="181" y="305"/>
                  <a:pt x="181" y="305"/>
                </a:cubicBezTo>
                <a:cubicBezTo>
                  <a:pt x="185" y="321"/>
                  <a:pt x="191" y="338"/>
                  <a:pt x="200" y="353"/>
                </a:cubicBezTo>
                <a:cubicBezTo>
                  <a:pt x="214" y="345"/>
                  <a:pt x="214" y="345"/>
                  <a:pt x="214" y="345"/>
                </a:cubicBezTo>
                <a:cubicBezTo>
                  <a:pt x="206" y="333"/>
                  <a:pt x="201" y="319"/>
                  <a:pt x="197" y="305"/>
                </a:cubicBezTo>
                <a:cubicBezTo>
                  <a:pt x="305" y="305"/>
                  <a:pt x="305" y="305"/>
                  <a:pt x="305" y="305"/>
                </a:cubicBezTo>
                <a:cubicBezTo>
                  <a:pt x="314" y="305"/>
                  <a:pt x="321" y="298"/>
                  <a:pt x="321" y="289"/>
                </a:cubicBezTo>
                <a:cubicBezTo>
                  <a:pt x="321" y="64"/>
                  <a:pt x="321" y="64"/>
                  <a:pt x="321" y="64"/>
                </a:cubicBezTo>
                <a:cubicBezTo>
                  <a:pt x="321" y="55"/>
                  <a:pt x="314" y="48"/>
                  <a:pt x="305" y="48"/>
                </a:cubicBezTo>
                <a:moveTo>
                  <a:pt x="160" y="257"/>
                </a:moveTo>
                <a:cubicBezTo>
                  <a:pt x="165" y="257"/>
                  <a:pt x="170" y="256"/>
                  <a:pt x="174" y="256"/>
                </a:cubicBezTo>
                <a:cubicBezTo>
                  <a:pt x="175" y="267"/>
                  <a:pt x="175" y="278"/>
                  <a:pt x="177" y="289"/>
                </a:cubicBezTo>
                <a:cubicBezTo>
                  <a:pt x="16" y="289"/>
                  <a:pt x="16" y="289"/>
                  <a:pt x="16" y="289"/>
                </a:cubicBezTo>
                <a:cubicBezTo>
                  <a:pt x="16" y="64"/>
                  <a:pt x="16" y="64"/>
                  <a:pt x="16" y="64"/>
                </a:cubicBezTo>
                <a:cubicBezTo>
                  <a:pt x="159" y="64"/>
                  <a:pt x="159" y="64"/>
                  <a:pt x="159" y="64"/>
                </a:cubicBezTo>
                <a:cubicBezTo>
                  <a:pt x="143" y="97"/>
                  <a:pt x="127" y="140"/>
                  <a:pt x="121" y="192"/>
                </a:cubicBezTo>
                <a:cubicBezTo>
                  <a:pt x="120" y="201"/>
                  <a:pt x="120" y="201"/>
                  <a:pt x="120" y="201"/>
                </a:cubicBezTo>
                <a:cubicBezTo>
                  <a:pt x="178" y="201"/>
                  <a:pt x="178" y="201"/>
                  <a:pt x="178" y="201"/>
                </a:cubicBezTo>
                <a:cubicBezTo>
                  <a:pt x="177" y="210"/>
                  <a:pt x="175" y="224"/>
                  <a:pt x="174" y="240"/>
                </a:cubicBezTo>
                <a:cubicBezTo>
                  <a:pt x="170" y="240"/>
                  <a:pt x="165" y="240"/>
                  <a:pt x="160" y="240"/>
                </a:cubicBezTo>
                <a:cubicBezTo>
                  <a:pt x="99" y="240"/>
                  <a:pt x="52" y="217"/>
                  <a:pt x="51" y="217"/>
                </a:cubicBezTo>
                <a:cubicBezTo>
                  <a:pt x="44" y="232"/>
                  <a:pt x="44" y="232"/>
                  <a:pt x="44" y="232"/>
                </a:cubicBezTo>
                <a:cubicBezTo>
                  <a:pt x="46" y="233"/>
                  <a:pt x="95" y="257"/>
                  <a:pt x="160" y="257"/>
                </a:cubicBezTo>
                <a:moveTo>
                  <a:pt x="305" y="289"/>
                </a:moveTo>
                <a:cubicBezTo>
                  <a:pt x="194" y="289"/>
                  <a:pt x="194" y="289"/>
                  <a:pt x="194" y="289"/>
                </a:cubicBezTo>
                <a:cubicBezTo>
                  <a:pt x="192" y="277"/>
                  <a:pt x="191" y="266"/>
                  <a:pt x="191" y="255"/>
                </a:cubicBezTo>
                <a:cubicBezTo>
                  <a:pt x="240" y="249"/>
                  <a:pt x="274" y="232"/>
                  <a:pt x="276" y="232"/>
                </a:cubicBezTo>
                <a:cubicBezTo>
                  <a:pt x="269" y="217"/>
                  <a:pt x="269" y="217"/>
                  <a:pt x="269" y="217"/>
                </a:cubicBezTo>
                <a:cubicBezTo>
                  <a:pt x="268" y="217"/>
                  <a:pt x="236" y="233"/>
                  <a:pt x="191" y="239"/>
                </a:cubicBezTo>
                <a:cubicBezTo>
                  <a:pt x="192" y="213"/>
                  <a:pt x="196" y="195"/>
                  <a:pt x="196" y="195"/>
                </a:cubicBezTo>
                <a:cubicBezTo>
                  <a:pt x="198" y="185"/>
                  <a:pt x="198" y="185"/>
                  <a:pt x="198" y="185"/>
                </a:cubicBezTo>
                <a:cubicBezTo>
                  <a:pt x="138" y="185"/>
                  <a:pt x="138" y="185"/>
                  <a:pt x="138" y="185"/>
                </a:cubicBezTo>
                <a:cubicBezTo>
                  <a:pt x="145" y="136"/>
                  <a:pt x="161" y="94"/>
                  <a:pt x="177" y="64"/>
                </a:cubicBezTo>
                <a:cubicBezTo>
                  <a:pt x="305" y="64"/>
                  <a:pt x="305" y="64"/>
                  <a:pt x="305" y="64"/>
                </a:cubicBezTo>
                <a:lnTo>
                  <a:pt x="305" y="289"/>
                </a:lnTo>
                <a:close/>
                <a:moveTo>
                  <a:pt x="233" y="145"/>
                </a:moveTo>
                <a:cubicBezTo>
                  <a:pt x="237" y="145"/>
                  <a:pt x="241" y="141"/>
                  <a:pt x="241" y="137"/>
                </a:cubicBezTo>
                <a:cubicBezTo>
                  <a:pt x="241" y="104"/>
                  <a:pt x="241" y="104"/>
                  <a:pt x="241" y="104"/>
                </a:cubicBezTo>
                <a:cubicBezTo>
                  <a:pt x="241" y="100"/>
                  <a:pt x="237" y="96"/>
                  <a:pt x="233" y="96"/>
                </a:cubicBezTo>
                <a:cubicBezTo>
                  <a:pt x="228" y="96"/>
                  <a:pt x="225" y="100"/>
                  <a:pt x="225" y="104"/>
                </a:cubicBezTo>
                <a:cubicBezTo>
                  <a:pt x="225" y="137"/>
                  <a:pt x="225" y="137"/>
                  <a:pt x="225" y="137"/>
                </a:cubicBezTo>
                <a:cubicBezTo>
                  <a:pt x="225" y="141"/>
                  <a:pt x="228" y="145"/>
                  <a:pt x="233" y="145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2" name="Freeform 32"/>
          <p:cNvSpPr>
            <a:spLocks noEditPoints="1"/>
          </p:cNvSpPr>
          <p:nvPr/>
        </p:nvSpPr>
        <p:spPr bwMode="auto">
          <a:xfrm>
            <a:off x="8578851" y="3132669"/>
            <a:ext cx="582084" cy="579967"/>
          </a:xfrm>
          <a:custGeom>
            <a:avLst/>
            <a:gdLst>
              <a:gd name="T0" fmla="*/ 256 w 353"/>
              <a:gd name="T1" fmla="*/ 80 h 353"/>
              <a:gd name="T2" fmla="*/ 235 w 353"/>
              <a:gd name="T3" fmla="*/ 80 h 353"/>
              <a:gd name="T4" fmla="*/ 176 w 353"/>
              <a:gd name="T5" fmla="*/ 161 h 353"/>
              <a:gd name="T6" fmla="*/ 120 w 353"/>
              <a:gd name="T7" fmla="*/ 80 h 353"/>
              <a:gd name="T8" fmla="*/ 98 w 353"/>
              <a:gd name="T9" fmla="*/ 80 h 353"/>
              <a:gd name="T10" fmla="*/ 165 w 353"/>
              <a:gd name="T11" fmla="*/ 174 h 353"/>
              <a:gd name="T12" fmla="*/ 94 w 353"/>
              <a:gd name="T13" fmla="*/ 273 h 353"/>
              <a:gd name="T14" fmla="*/ 115 w 353"/>
              <a:gd name="T15" fmla="*/ 273 h 353"/>
              <a:gd name="T16" fmla="*/ 176 w 353"/>
              <a:gd name="T17" fmla="*/ 188 h 353"/>
              <a:gd name="T18" fmla="*/ 237 w 353"/>
              <a:gd name="T19" fmla="*/ 273 h 353"/>
              <a:gd name="T20" fmla="*/ 260 w 353"/>
              <a:gd name="T21" fmla="*/ 273 h 353"/>
              <a:gd name="T22" fmla="*/ 188 w 353"/>
              <a:gd name="T23" fmla="*/ 174 h 353"/>
              <a:gd name="T24" fmla="*/ 256 w 353"/>
              <a:gd name="T25" fmla="*/ 80 h 353"/>
              <a:gd name="T26" fmla="*/ 177 w 353"/>
              <a:gd name="T27" fmla="*/ 0 h 353"/>
              <a:gd name="T28" fmla="*/ 0 w 353"/>
              <a:gd name="T29" fmla="*/ 177 h 353"/>
              <a:gd name="T30" fmla="*/ 177 w 353"/>
              <a:gd name="T31" fmla="*/ 353 h 353"/>
              <a:gd name="T32" fmla="*/ 353 w 353"/>
              <a:gd name="T33" fmla="*/ 177 h 353"/>
              <a:gd name="T34" fmla="*/ 177 w 353"/>
              <a:gd name="T35" fmla="*/ 0 h 353"/>
              <a:gd name="T36" fmla="*/ 177 w 353"/>
              <a:gd name="T37" fmla="*/ 337 h 353"/>
              <a:gd name="T38" fmla="*/ 16 w 353"/>
              <a:gd name="T39" fmla="*/ 177 h 353"/>
              <a:gd name="T40" fmla="*/ 177 w 353"/>
              <a:gd name="T41" fmla="*/ 16 h 353"/>
              <a:gd name="T42" fmla="*/ 337 w 353"/>
              <a:gd name="T43" fmla="*/ 177 h 353"/>
              <a:gd name="T44" fmla="*/ 177 w 353"/>
              <a:gd name="T45" fmla="*/ 337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353" h="353">
                <a:moveTo>
                  <a:pt x="256" y="80"/>
                </a:moveTo>
                <a:cubicBezTo>
                  <a:pt x="235" y="80"/>
                  <a:pt x="235" y="80"/>
                  <a:pt x="235" y="80"/>
                </a:cubicBezTo>
                <a:cubicBezTo>
                  <a:pt x="176" y="161"/>
                  <a:pt x="176" y="161"/>
                  <a:pt x="176" y="161"/>
                </a:cubicBezTo>
                <a:cubicBezTo>
                  <a:pt x="120" y="80"/>
                  <a:pt x="120" y="80"/>
                  <a:pt x="120" y="80"/>
                </a:cubicBezTo>
                <a:cubicBezTo>
                  <a:pt x="98" y="80"/>
                  <a:pt x="98" y="80"/>
                  <a:pt x="98" y="80"/>
                </a:cubicBezTo>
                <a:cubicBezTo>
                  <a:pt x="165" y="174"/>
                  <a:pt x="165" y="174"/>
                  <a:pt x="165" y="174"/>
                </a:cubicBezTo>
                <a:cubicBezTo>
                  <a:pt x="94" y="273"/>
                  <a:pt x="94" y="273"/>
                  <a:pt x="94" y="273"/>
                </a:cubicBezTo>
                <a:cubicBezTo>
                  <a:pt x="115" y="273"/>
                  <a:pt x="115" y="273"/>
                  <a:pt x="115" y="273"/>
                </a:cubicBezTo>
                <a:cubicBezTo>
                  <a:pt x="176" y="188"/>
                  <a:pt x="176" y="188"/>
                  <a:pt x="176" y="188"/>
                </a:cubicBezTo>
                <a:cubicBezTo>
                  <a:pt x="237" y="273"/>
                  <a:pt x="237" y="273"/>
                  <a:pt x="237" y="273"/>
                </a:cubicBezTo>
                <a:cubicBezTo>
                  <a:pt x="260" y="273"/>
                  <a:pt x="260" y="273"/>
                  <a:pt x="260" y="273"/>
                </a:cubicBezTo>
                <a:cubicBezTo>
                  <a:pt x="188" y="174"/>
                  <a:pt x="188" y="174"/>
                  <a:pt x="188" y="174"/>
                </a:cubicBezTo>
                <a:lnTo>
                  <a:pt x="256" y="80"/>
                </a:lnTo>
                <a:close/>
                <a:moveTo>
                  <a:pt x="177" y="0"/>
                </a:moveTo>
                <a:cubicBezTo>
                  <a:pt x="79" y="0"/>
                  <a:pt x="0" y="79"/>
                  <a:pt x="0" y="177"/>
                </a:cubicBezTo>
                <a:cubicBezTo>
                  <a:pt x="0" y="274"/>
                  <a:pt x="79" y="353"/>
                  <a:pt x="177" y="353"/>
                </a:cubicBezTo>
                <a:cubicBezTo>
                  <a:pt x="274" y="353"/>
                  <a:pt x="353" y="274"/>
                  <a:pt x="353" y="177"/>
                </a:cubicBezTo>
                <a:cubicBezTo>
                  <a:pt x="353" y="79"/>
                  <a:pt x="274" y="0"/>
                  <a:pt x="177" y="0"/>
                </a:cubicBezTo>
                <a:moveTo>
                  <a:pt x="177" y="337"/>
                </a:moveTo>
                <a:cubicBezTo>
                  <a:pt x="88" y="337"/>
                  <a:pt x="16" y="265"/>
                  <a:pt x="16" y="177"/>
                </a:cubicBezTo>
                <a:cubicBezTo>
                  <a:pt x="16" y="88"/>
                  <a:pt x="88" y="16"/>
                  <a:pt x="177" y="16"/>
                </a:cubicBezTo>
                <a:cubicBezTo>
                  <a:pt x="266" y="16"/>
                  <a:pt x="337" y="88"/>
                  <a:pt x="337" y="177"/>
                </a:cubicBezTo>
                <a:cubicBezTo>
                  <a:pt x="337" y="265"/>
                  <a:pt x="266" y="337"/>
                  <a:pt x="177" y="337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3" name="Freeform 33"/>
          <p:cNvSpPr>
            <a:spLocks noEditPoints="1"/>
          </p:cNvSpPr>
          <p:nvPr/>
        </p:nvSpPr>
        <p:spPr bwMode="auto">
          <a:xfrm>
            <a:off x="9690101" y="3132669"/>
            <a:ext cx="579967" cy="579967"/>
          </a:xfrm>
          <a:custGeom>
            <a:avLst/>
            <a:gdLst>
              <a:gd name="T0" fmla="*/ 137 w 274"/>
              <a:gd name="T1" fmla="*/ 256 h 274"/>
              <a:gd name="T2" fmla="*/ 274 w 274"/>
              <a:gd name="T3" fmla="*/ 274 h 274"/>
              <a:gd name="T4" fmla="*/ 274 w 274"/>
              <a:gd name="T5" fmla="*/ 150 h 274"/>
              <a:gd name="T6" fmla="*/ 137 w 274"/>
              <a:gd name="T7" fmla="*/ 150 h 274"/>
              <a:gd name="T8" fmla="*/ 137 w 274"/>
              <a:gd name="T9" fmla="*/ 256 h 274"/>
              <a:gd name="T10" fmla="*/ 149 w 274"/>
              <a:gd name="T11" fmla="*/ 162 h 274"/>
              <a:gd name="T12" fmla="*/ 262 w 274"/>
              <a:gd name="T13" fmla="*/ 162 h 274"/>
              <a:gd name="T14" fmla="*/ 262 w 274"/>
              <a:gd name="T15" fmla="*/ 260 h 274"/>
              <a:gd name="T16" fmla="*/ 149 w 274"/>
              <a:gd name="T17" fmla="*/ 245 h 274"/>
              <a:gd name="T18" fmla="*/ 149 w 274"/>
              <a:gd name="T19" fmla="*/ 162 h 274"/>
              <a:gd name="T20" fmla="*/ 0 w 274"/>
              <a:gd name="T21" fmla="*/ 237 h 274"/>
              <a:gd name="T22" fmla="*/ 112 w 274"/>
              <a:gd name="T23" fmla="*/ 252 h 274"/>
              <a:gd name="T24" fmla="*/ 112 w 274"/>
              <a:gd name="T25" fmla="*/ 150 h 274"/>
              <a:gd name="T26" fmla="*/ 0 w 274"/>
              <a:gd name="T27" fmla="*/ 150 h 274"/>
              <a:gd name="T28" fmla="*/ 0 w 274"/>
              <a:gd name="T29" fmla="*/ 237 h 274"/>
              <a:gd name="T30" fmla="*/ 12 w 274"/>
              <a:gd name="T31" fmla="*/ 162 h 274"/>
              <a:gd name="T32" fmla="*/ 99 w 274"/>
              <a:gd name="T33" fmla="*/ 162 h 274"/>
              <a:gd name="T34" fmla="*/ 99 w 274"/>
              <a:gd name="T35" fmla="*/ 238 h 274"/>
              <a:gd name="T36" fmla="*/ 12 w 274"/>
              <a:gd name="T37" fmla="*/ 226 h 274"/>
              <a:gd name="T38" fmla="*/ 12 w 274"/>
              <a:gd name="T39" fmla="*/ 162 h 274"/>
              <a:gd name="T40" fmla="*/ 137 w 274"/>
              <a:gd name="T41" fmla="*/ 18 h 274"/>
              <a:gd name="T42" fmla="*/ 137 w 274"/>
              <a:gd name="T43" fmla="*/ 125 h 274"/>
              <a:gd name="T44" fmla="*/ 274 w 274"/>
              <a:gd name="T45" fmla="*/ 125 h 274"/>
              <a:gd name="T46" fmla="*/ 274 w 274"/>
              <a:gd name="T47" fmla="*/ 0 h 274"/>
              <a:gd name="T48" fmla="*/ 137 w 274"/>
              <a:gd name="T49" fmla="*/ 18 h 274"/>
              <a:gd name="T50" fmla="*/ 262 w 274"/>
              <a:gd name="T51" fmla="*/ 112 h 274"/>
              <a:gd name="T52" fmla="*/ 149 w 274"/>
              <a:gd name="T53" fmla="*/ 112 h 274"/>
              <a:gd name="T54" fmla="*/ 149 w 274"/>
              <a:gd name="T55" fmla="*/ 29 h 274"/>
              <a:gd name="T56" fmla="*/ 262 w 274"/>
              <a:gd name="T57" fmla="*/ 14 h 274"/>
              <a:gd name="T58" fmla="*/ 262 w 274"/>
              <a:gd name="T59" fmla="*/ 112 h 274"/>
              <a:gd name="T60" fmla="*/ 0 w 274"/>
              <a:gd name="T61" fmla="*/ 125 h 274"/>
              <a:gd name="T62" fmla="*/ 112 w 274"/>
              <a:gd name="T63" fmla="*/ 125 h 274"/>
              <a:gd name="T64" fmla="*/ 112 w 274"/>
              <a:gd name="T65" fmla="*/ 22 h 274"/>
              <a:gd name="T66" fmla="*/ 0 w 274"/>
              <a:gd name="T67" fmla="*/ 37 h 274"/>
              <a:gd name="T68" fmla="*/ 0 w 274"/>
              <a:gd name="T69" fmla="*/ 125 h 274"/>
              <a:gd name="T70" fmla="*/ 12 w 274"/>
              <a:gd name="T71" fmla="*/ 48 h 274"/>
              <a:gd name="T72" fmla="*/ 99 w 274"/>
              <a:gd name="T73" fmla="*/ 36 h 274"/>
              <a:gd name="T74" fmla="*/ 99 w 274"/>
              <a:gd name="T75" fmla="*/ 112 h 274"/>
              <a:gd name="T76" fmla="*/ 12 w 274"/>
              <a:gd name="T77" fmla="*/ 112 h 274"/>
              <a:gd name="T78" fmla="*/ 12 w 274"/>
              <a:gd name="T79" fmla="*/ 48 h 2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274" h="274">
                <a:moveTo>
                  <a:pt x="137" y="256"/>
                </a:moveTo>
                <a:lnTo>
                  <a:pt x="274" y="274"/>
                </a:lnTo>
                <a:lnTo>
                  <a:pt x="274" y="150"/>
                </a:lnTo>
                <a:lnTo>
                  <a:pt x="137" y="150"/>
                </a:lnTo>
                <a:lnTo>
                  <a:pt x="137" y="256"/>
                </a:lnTo>
                <a:close/>
                <a:moveTo>
                  <a:pt x="149" y="162"/>
                </a:moveTo>
                <a:lnTo>
                  <a:pt x="262" y="162"/>
                </a:lnTo>
                <a:lnTo>
                  <a:pt x="262" y="260"/>
                </a:lnTo>
                <a:lnTo>
                  <a:pt x="149" y="245"/>
                </a:lnTo>
                <a:lnTo>
                  <a:pt x="149" y="162"/>
                </a:lnTo>
                <a:close/>
                <a:moveTo>
                  <a:pt x="0" y="237"/>
                </a:moveTo>
                <a:lnTo>
                  <a:pt x="112" y="252"/>
                </a:lnTo>
                <a:lnTo>
                  <a:pt x="112" y="150"/>
                </a:lnTo>
                <a:lnTo>
                  <a:pt x="0" y="150"/>
                </a:lnTo>
                <a:lnTo>
                  <a:pt x="0" y="237"/>
                </a:lnTo>
                <a:close/>
                <a:moveTo>
                  <a:pt x="12" y="162"/>
                </a:moveTo>
                <a:lnTo>
                  <a:pt x="99" y="162"/>
                </a:lnTo>
                <a:lnTo>
                  <a:pt x="99" y="238"/>
                </a:lnTo>
                <a:lnTo>
                  <a:pt x="12" y="226"/>
                </a:lnTo>
                <a:lnTo>
                  <a:pt x="12" y="162"/>
                </a:lnTo>
                <a:close/>
                <a:moveTo>
                  <a:pt x="137" y="18"/>
                </a:moveTo>
                <a:lnTo>
                  <a:pt x="137" y="125"/>
                </a:lnTo>
                <a:lnTo>
                  <a:pt x="274" y="125"/>
                </a:lnTo>
                <a:lnTo>
                  <a:pt x="274" y="0"/>
                </a:lnTo>
                <a:lnTo>
                  <a:pt x="137" y="18"/>
                </a:lnTo>
                <a:close/>
                <a:moveTo>
                  <a:pt x="262" y="112"/>
                </a:moveTo>
                <a:lnTo>
                  <a:pt x="149" y="112"/>
                </a:lnTo>
                <a:lnTo>
                  <a:pt x="149" y="29"/>
                </a:lnTo>
                <a:lnTo>
                  <a:pt x="262" y="14"/>
                </a:lnTo>
                <a:lnTo>
                  <a:pt x="262" y="112"/>
                </a:lnTo>
                <a:close/>
                <a:moveTo>
                  <a:pt x="0" y="125"/>
                </a:moveTo>
                <a:lnTo>
                  <a:pt x="112" y="125"/>
                </a:lnTo>
                <a:lnTo>
                  <a:pt x="112" y="22"/>
                </a:lnTo>
                <a:lnTo>
                  <a:pt x="0" y="37"/>
                </a:lnTo>
                <a:lnTo>
                  <a:pt x="0" y="125"/>
                </a:lnTo>
                <a:close/>
                <a:moveTo>
                  <a:pt x="12" y="48"/>
                </a:moveTo>
                <a:lnTo>
                  <a:pt x="99" y="36"/>
                </a:lnTo>
                <a:lnTo>
                  <a:pt x="99" y="112"/>
                </a:lnTo>
                <a:lnTo>
                  <a:pt x="12" y="112"/>
                </a:lnTo>
                <a:lnTo>
                  <a:pt x="12" y="4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4" name="Freeform 34"/>
          <p:cNvSpPr>
            <a:spLocks noEditPoints="1"/>
          </p:cNvSpPr>
          <p:nvPr/>
        </p:nvSpPr>
        <p:spPr bwMode="auto">
          <a:xfrm>
            <a:off x="10877551" y="3132669"/>
            <a:ext cx="423333" cy="579967"/>
          </a:xfrm>
          <a:custGeom>
            <a:avLst/>
            <a:gdLst>
              <a:gd name="T0" fmla="*/ 96 w 257"/>
              <a:gd name="T1" fmla="*/ 64 h 353"/>
              <a:gd name="T2" fmla="*/ 112 w 257"/>
              <a:gd name="T3" fmla="*/ 64 h 353"/>
              <a:gd name="T4" fmla="*/ 153 w 257"/>
              <a:gd name="T5" fmla="*/ 56 h 353"/>
              <a:gd name="T6" fmla="*/ 153 w 257"/>
              <a:gd name="T7" fmla="*/ 72 h 353"/>
              <a:gd name="T8" fmla="*/ 153 w 257"/>
              <a:gd name="T9" fmla="*/ 56 h 353"/>
              <a:gd name="T10" fmla="*/ 225 w 257"/>
              <a:gd name="T11" fmla="*/ 90 h 353"/>
              <a:gd name="T12" fmla="*/ 224 w 257"/>
              <a:gd name="T13" fmla="*/ 88 h 353"/>
              <a:gd name="T14" fmla="*/ 191 w 257"/>
              <a:gd name="T15" fmla="*/ 13 h 353"/>
              <a:gd name="T16" fmla="*/ 193 w 257"/>
              <a:gd name="T17" fmla="*/ 8 h 353"/>
              <a:gd name="T18" fmla="*/ 178 w 257"/>
              <a:gd name="T19" fmla="*/ 4 h 353"/>
              <a:gd name="T20" fmla="*/ 166 w 257"/>
              <a:gd name="T21" fmla="*/ 22 h 353"/>
              <a:gd name="T22" fmla="*/ 91 w 257"/>
              <a:gd name="T23" fmla="*/ 22 h 353"/>
              <a:gd name="T24" fmla="*/ 79 w 257"/>
              <a:gd name="T25" fmla="*/ 4 h 353"/>
              <a:gd name="T26" fmla="*/ 64 w 257"/>
              <a:gd name="T27" fmla="*/ 8 h 353"/>
              <a:gd name="T28" fmla="*/ 66 w 257"/>
              <a:gd name="T29" fmla="*/ 13 h 353"/>
              <a:gd name="T30" fmla="*/ 33 w 257"/>
              <a:gd name="T31" fmla="*/ 88 h 353"/>
              <a:gd name="T32" fmla="*/ 32 w 257"/>
              <a:gd name="T33" fmla="*/ 90 h 353"/>
              <a:gd name="T34" fmla="*/ 0 w 257"/>
              <a:gd name="T35" fmla="*/ 112 h 353"/>
              <a:gd name="T36" fmla="*/ 24 w 257"/>
              <a:gd name="T37" fmla="*/ 249 h 353"/>
              <a:gd name="T38" fmla="*/ 32 w 257"/>
              <a:gd name="T39" fmla="*/ 273 h 353"/>
              <a:gd name="T40" fmla="*/ 64 w 257"/>
              <a:gd name="T41" fmla="*/ 289 h 353"/>
              <a:gd name="T42" fmla="*/ 88 w 257"/>
              <a:gd name="T43" fmla="*/ 353 h 353"/>
              <a:gd name="T44" fmla="*/ 112 w 257"/>
              <a:gd name="T45" fmla="*/ 289 h 353"/>
              <a:gd name="T46" fmla="*/ 145 w 257"/>
              <a:gd name="T47" fmla="*/ 329 h 353"/>
              <a:gd name="T48" fmla="*/ 193 w 257"/>
              <a:gd name="T49" fmla="*/ 329 h 353"/>
              <a:gd name="T50" fmla="*/ 209 w 257"/>
              <a:gd name="T51" fmla="*/ 289 h 353"/>
              <a:gd name="T52" fmla="*/ 225 w 257"/>
              <a:gd name="T53" fmla="*/ 247 h 353"/>
              <a:gd name="T54" fmla="*/ 257 w 257"/>
              <a:gd name="T55" fmla="*/ 225 h 353"/>
              <a:gd name="T56" fmla="*/ 233 w 257"/>
              <a:gd name="T57" fmla="*/ 88 h 353"/>
              <a:gd name="T58" fmla="*/ 24 w 257"/>
              <a:gd name="T59" fmla="*/ 233 h 353"/>
              <a:gd name="T60" fmla="*/ 16 w 257"/>
              <a:gd name="T61" fmla="*/ 112 h 353"/>
              <a:gd name="T62" fmla="*/ 32 w 257"/>
              <a:gd name="T63" fmla="*/ 112 h 353"/>
              <a:gd name="T64" fmla="*/ 128 w 257"/>
              <a:gd name="T65" fmla="*/ 32 h 353"/>
              <a:gd name="T66" fmla="*/ 49 w 257"/>
              <a:gd name="T67" fmla="*/ 88 h 353"/>
              <a:gd name="T68" fmla="*/ 96 w 257"/>
              <a:gd name="T69" fmla="*/ 329 h 353"/>
              <a:gd name="T70" fmla="*/ 80 w 257"/>
              <a:gd name="T71" fmla="*/ 329 h 353"/>
              <a:gd name="T72" fmla="*/ 96 w 257"/>
              <a:gd name="T73" fmla="*/ 289 h 353"/>
              <a:gd name="T74" fmla="*/ 177 w 257"/>
              <a:gd name="T75" fmla="*/ 329 h 353"/>
              <a:gd name="T76" fmla="*/ 161 w 257"/>
              <a:gd name="T77" fmla="*/ 329 h 353"/>
              <a:gd name="T78" fmla="*/ 177 w 257"/>
              <a:gd name="T79" fmla="*/ 289 h 353"/>
              <a:gd name="T80" fmla="*/ 209 w 257"/>
              <a:gd name="T81" fmla="*/ 273 h 353"/>
              <a:gd name="T82" fmla="*/ 48 w 257"/>
              <a:gd name="T83" fmla="*/ 104 h 353"/>
              <a:gd name="T84" fmla="*/ 209 w 257"/>
              <a:gd name="T85" fmla="*/ 273 h 353"/>
              <a:gd name="T86" fmla="*/ 233 w 257"/>
              <a:gd name="T87" fmla="*/ 233 h 353"/>
              <a:gd name="T88" fmla="*/ 225 w 257"/>
              <a:gd name="T89" fmla="*/ 112 h 353"/>
              <a:gd name="T90" fmla="*/ 241 w 257"/>
              <a:gd name="T91" fmla="*/ 112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257" h="353">
                <a:moveTo>
                  <a:pt x="104" y="56"/>
                </a:moveTo>
                <a:cubicBezTo>
                  <a:pt x="100" y="56"/>
                  <a:pt x="96" y="60"/>
                  <a:pt x="96" y="64"/>
                </a:cubicBezTo>
                <a:cubicBezTo>
                  <a:pt x="96" y="69"/>
                  <a:pt x="100" y="72"/>
                  <a:pt x="104" y="72"/>
                </a:cubicBezTo>
                <a:cubicBezTo>
                  <a:pt x="109" y="72"/>
                  <a:pt x="112" y="69"/>
                  <a:pt x="112" y="64"/>
                </a:cubicBezTo>
                <a:cubicBezTo>
                  <a:pt x="112" y="60"/>
                  <a:pt x="109" y="56"/>
                  <a:pt x="104" y="56"/>
                </a:cubicBezTo>
                <a:moveTo>
                  <a:pt x="153" y="56"/>
                </a:moveTo>
                <a:cubicBezTo>
                  <a:pt x="148" y="56"/>
                  <a:pt x="145" y="60"/>
                  <a:pt x="145" y="64"/>
                </a:cubicBezTo>
                <a:cubicBezTo>
                  <a:pt x="145" y="69"/>
                  <a:pt x="148" y="72"/>
                  <a:pt x="153" y="72"/>
                </a:cubicBezTo>
                <a:cubicBezTo>
                  <a:pt x="157" y="72"/>
                  <a:pt x="161" y="69"/>
                  <a:pt x="161" y="64"/>
                </a:cubicBezTo>
                <a:cubicBezTo>
                  <a:pt x="161" y="60"/>
                  <a:pt x="157" y="56"/>
                  <a:pt x="153" y="56"/>
                </a:cubicBezTo>
                <a:moveTo>
                  <a:pt x="233" y="88"/>
                </a:moveTo>
                <a:cubicBezTo>
                  <a:pt x="230" y="88"/>
                  <a:pt x="227" y="89"/>
                  <a:pt x="225" y="90"/>
                </a:cubicBezTo>
                <a:cubicBezTo>
                  <a:pt x="225" y="88"/>
                  <a:pt x="225" y="88"/>
                  <a:pt x="225" y="88"/>
                </a:cubicBezTo>
                <a:cubicBezTo>
                  <a:pt x="224" y="88"/>
                  <a:pt x="224" y="88"/>
                  <a:pt x="224" y="88"/>
                </a:cubicBezTo>
                <a:cubicBezTo>
                  <a:pt x="221" y="63"/>
                  <a:pt x="205" y="42"/>
                  <a:pt x="180" y="29"/>
                </a:cubicBezTo>
                <a:cubicBezTo>
                  <a:pt x="191" y="13"/>
                  <a:pt x="191" y="13"/>
                  <a:pt x="191" y="13"/>
                </a:cubicBezTo>
                <a:cubicBezTo>
                  <a:pt x="191" y="12"/>
                  <a:pt x="191" y="12"/>
                  <a:pt x="191" y="12"/>
                </a:cubicBezTo>
                <a:cubicBezTo>
                  <a:pt x="192" y="11"/>
                  <a:pt x="193" y="10"/>
                  <a:pt x="193" y="8"/>
                </a:cubicBezTo>
                <a:cubicBezTo>
                  <a:pt x="193" y="4"/>
                  <a:pt x="189" y="0"/>
                  <a:pt x="185" y="0"/>
                </a:cubicBezTo>
                <a:cubicBezTo>
                  <a:pt x="182" y="0"/>
                  <a:pt x="180" y="2"/>
                  <a:pt x="178" y="4"/>
                </a:cubicBezTo>
                <a:cubicBezTo>
                  <a:pt x="178" y="4"/>
                  <a:pt x="178" y="4"/>
                  <a:pt x="178" y="4"/>
                </a:cubicBezTo>
                <a:cubicBezTo>
                  <a:pt x="166" y="22"/>
                  <a:pt x="166" y="22"/>
                  <a:pt x="166" y="22"/>
                </a:cubicBezTo>
                <a:cubicBezTo>
                  <a:pt x="154" y="18"/>
                  <a:pt x="142" y="16"/>
                  <a:pt x="128" y="16"/>
                </a:cubicBezTo>
                <a:cubicBezTo>
                  <a:pt x="115" y="16"/>
                  <a:pt x="103" y="18"/>
                  <a:pt x="91" y="22"/>
                </a:cubicBezTo>
                <a:cubicBezTo>
                  <a:pt x="79" y="4"/>
                  <a:pt x="79" y="4"/>
                  <a:pt x="79" y="4"/>
                </a:cubicBezTo>
                <a:cubicBezTo>
                  <a:pt x="79" y="4"/>
                  <a:pt x="79" y="4"/>
                  <a:pt x="79" y="4"/>
                </a:cubicBezTo>
                <a:cubicBezTo>
                  <a:pt x="77" y="2"/>
                  <a:pt x="75" y="0"/>
                  <a:pt x="72" y="0"/>
                </a:cubicBezTo>
                <a:cubicBezTo>
                  <a:pt x="68" y="0"/>
                  <a:pt x="64" y="4"/>
                  <a:pt x="64" y="8"/>
                </a:cubicBezTo>
                <a:cubicBezTo>
                  <a:pt x="64" y="10"/>
                  <a:pt x="65" y="11"/>
                  <a:pt x="66" y="12"/>
                </a:cubicBezTo>
                <a:cubicBezTo>
                  <a:pt x="66" y="13"/>
                  <a:pt x="66" y="13"/>
                  <a:pt x="66" y="13"/>
                </a:cubicBezTo>
                <a:cubicBezTo>
                  <a:pt x="77" y="29"/>
                  <a:pt x="77" y="29"/>
                  <a:pt x="77" y="29"/>
                </a:cubicBezTo>
                <a:cubicBezTo>
                  <a:pt x="52" y="42"/>
                  <a:pt x="36" y="63"/>
                  <a:pt x="33" y="88"/>
                </a:cubicBezTo>
                <a:cubicBezTo>
                  <a:pt x="32" y="88"/>
                  <a:pt x="32" y="88"/>
                  <a:pt x="32" y="88"/>
                </a:cubicBezTo>
                <a:cubicBezTo>
                  <a:pt x="32" y="90"/>
                  <a:pt x="32" y="90"/>
                  <a:pt x="32" y="90"/>
                </a:cubicBezTo>
                <a:cubicBezTo>
                  <a:pt x="30" y="89"/>
                  <a:pt x="27" y="88"/>
                  <a:pt x="24" y="88"/>
                </a:cubicBezTo>
                <a:cubicBezTo>
                  <a:pt x="11" y="88"/>
                  <a:pt x="0" y="99"/>
                  <a:pt x="0" y="112"/>
                </a:cubicBezTo>
                <a:cubicBezTo>
                  <a:pt x="0" y="225"/>
                  <a:pt x="0" y="225"/>
                  <a:pt x="0" y="225"/>
                </a:cubicBezTo>
                <a:cubicBezTo>
                  <a:pt x="0" y="238"/>
                  <a:pt x="11" y="249"/>
                  <a:pt x="24" y="249"/>
                </a:cubicBezTo>
                <a:cubicBezTo>
                  <a:pt x="27" y="249"/>
                  <a:pt x="30" y="248"/>
                  <a:pt x="32" y="247"/>
                </a:cubicBezTo>
                <a:cubicBezTo>
                  <a:pt x="32" y="273"/>
                  <a:pt x="32" y="273"/>
                  <a:pt x="32" y="273"/>
                </a:cubicBezTo>
                <a:cubicBezTo>
                  <a:pt x="32" y="282"/>
                  <a:pt x="39" y="289"/>
                  <a:pt x="48" y="289"/>
                </a:cubicBezTo>
                <a:cubicBezTo>
                  <a:pt x="64" y="289"/>
                  <a:pt x="64" y="289"/>
                  <a:pt x="64" y="289"/>
                </a:cubicBezTo>
                <a:cubicBezTo>
                  <a:pt x="64" y="329"/>
                  <a:pt x="64" y="329"/>
                  <a:pt x="64" y="329"/>
                </a:cubicBezTo>
                <a:cubicBezTo>
                  <a:pt x="64" y="343"/>
                  <a:pt x="75" y="353"/>
                  <a:pt x="88" y="353"/>
                </a:cubicBezTo>
                <a:cubicBezTo>
                  <a:pt x="102" y="353"/>
                  <a:pt x="112" y="343"/>
                  <a:pt x="112" y="329"/>
                </a:cubicBezTo>
                <a:cubicBezTo>
                  <a:pt x="112" y="289"/>
                  <a:pt x="112" y="289"/>
                  <a:pt x="112" y="289"/>
                </a:cubicBezTo>
                <a:cubicBezTo>
                  <a:pt x="145" y="289"/>
                  <a:pt x="145" y="289"/>
                  <a:pt x="145" y="289"/>
                </a:cubicBezTo>
                <a:cubicBezTo>
                  <a:pt x="145" y="329"/>
                  <a:pt x="145" y="329"/>
                  <a:pt x="145" y="329"/>
                </a:cubicBezTo>
                <a:cubicBezTo>
                  <a:pt x="145" y="343"/>
                  <a:pt x="155" y="353"/>
                  <a:pt x="169" y="353"/>
                </a:cubicBezTo>
                <a:cubicBezTo>
                  <a:pt x="182" y="353"/>
                  <a:pt x="193" y="343"/>
                  <a:pt x="193" y="329"/>
                </a:cubicBezTo>
                <a:cubicBezTo>
                  <a:pt x="193" y="289"/>
                  <a:pt x="193" y="289"/>
                  <a:pt x="193" y="289"/>
                </a:cubicBezTo>
                <a:cubicBezTo>
                  <a:pt x="209" y="289"/>
                  <a:pt x="209" y="289"/>
                  <a:pt x="209" y="289"/>
                </a:cubicBezTo>
                <a:cubicBezTo>
                  <a:pt x="218" y="289"/>
                  <a:pt x="225" y="282"/>
                  <a:pt x="225" y="273"/>
                </a:cubicBezTo>
                <a:cubicBezTo>
                  <a:pt x="225" y="247"/>
                  <a:pt x="225" y="247"/>
                  <a:pt x="225" y="247"/>
                </a:cubicBezTo>
                <a:cubicBezTo>
                  <a:pt x="227" y="248"/>
                  <a:pt x="230" y="249"/>
                  <a:pt x="233" y="249"/>
                </a:cubicBezTo>
                <a:cubicBezTo>
                  <a:pt x="246" y="249"/>
                  <a:pt x="257" y="238"/>
                  <a:pt x="257" y="225"/>
                </a:cubicBezTo>
                <a:cubicBezTo>
                  <a:pt x="257" y="112"/>
                  <a:pt x="257" y="112"/>
                  <a:pt x="257" y="112"/>
                </a:cubicBezTo>
                <a:cubicBezTo>
                  <a:pt x="257" y="99"/>
                  <a:pt x="246" y="88"/>
                  <a:pt x="233" y="88"/>
                </a:cubicBezTo>
                <a:moveTo>
                  <a:pt x="32" y="225"/>
                </a:moveTo>
                <a:cubicBezTo>
                  <a:pt x="32" y="229"/>
                  <a:pt x="29" y="233"/>
                  <a:pt x="24" y="233"/>
                </a:cubicBezTo>
                <a:cubicBezTo>
                  <a:pt x="20" y="233"/>
                  <a:pt x="16" y="229"/>
                  <a:pt x="16" y="225"/>
                </a:cubicBezTo>
                <a:cubicBezTo>
                  <a:pt x="16" y="112"/>
                  <a:pt x="16" y="112"/>
                  <a:pt x="16" y="112"/>
                </a:cubicBezTo>
                <a:cubicBezTo>
                  <a:pt x="16" y="108"/>
                  <a:pt x="20" y="104"/>
                  <a:pt x="24" y="104"/>
                </a:cubicBezTo>
                <a:cubicBezTo>
                  <a:pt x="29" y="104"/>
                  <a:pt x="32" y="108"/>
                  <a:pt x="32" y="112"/>
                </a:cubicBezTo>
                <a:lnTo>
                  <a:pt x="32" y="225"/>
                </a:lnTo>
                <a:close/>
                <a:moveTo>
                  <a:pt x="128" y="32"/>
                </a:moveTo>
                <a:cubicBezTo>
                  <a:pt x="169" y="32"/>
                  <a:pt x="203" y="57"/>
                  <a:pt x="208" y="88"/>
                </a:cubicBezTo>
                <a:cubicBezTo>
                  <a:pt x="49" y="88"/>
                  <a:pt x="49" y="88"/>
                  <a:pt x="49" y="88"/>
                </a:cubicBezTo>
                <a:cubicBezTo>
                  <a:pt x="54" y="57"/>
                  <a:pt x="88" y="32"/>
                  <a:pt x="128" y="32"/>
                </a:cubicBezTo>
                <a:moveTo>
                  <a:pt x="96" y="329"/>
                </a:moveTo>
                <a:cubicBezTo>
                  <a:pt x="96" y="334"/>
                  <a:pt x="93" y="337"/>
                  <a:pt x="88" y="337"/>
                </a:cubicBezTo>
                <a:cubicBezTo>
                  <a:pt x="84" y="337"/>
                  <a:pt x="80" y="334"/>
                  <a:pt x="80" y="329"/>
                </a:cubicBezTo>
                <a:cubicBezTo>
                  <a:pt x="80" y="289"/>
                  <a:pt x="80" y="289"/>
                  <a:pt x="80" y="289"/>
                </a:cubicBezTo>
                <a:cubicBezTo>
                  <a:pt x="96" y="289"/>
                  <a:pt x="96" y="289"/>
                  <a:pt x="96" y="289"/>
                </a:cubicBezTo>
                <a:lnTo>
                  <a:pt x="96" y="329"/>
                </a:lnTo>
                <a:close/>
                <a:moveTo>
                  <a:pt x="177" y="329"/>
                </a:moveTo>
                <a:cubicBezTo>
                  <a:pt x="177" y="334"/>
                  <a:pt x="173" y="337"/>
                  <a:pt x="169" y="337"/>
                </a:cubicBezTo>
                <a:cubicBezTo>
                  <a:pt x="164" y="337"/>
                  <a:pt x="161" y="334"/>
                  <a:pt x="161" y="329"/>
                </a:cubicBezTo>
                <a:cubicBezTo>
                  <a:pt x="161" y="289"/>
                  <a:pt x="161" y="289"/>
                  <a:pt x="161" y="289"/>
                </a:cubicBezTo>
                <a:cubicBezTo>
                  <a:pt x="177" y="289"/>
                  <a:pt x="177" y="289"/>
                  <a:pt x="177" y="289"/>
                </a:cubicBezTo>
                <a:lnTo>
                  <a:pt x="177" y="329"/>
                </a:lnTo>
                <a:close/>
                <a:moveTo>
                  <a:pt x="209" y="273"/>
                </a:moveTo>
                <a:cubicBezTo>
                  <a:pt x="48" y="273"/>
                  <a:pt x="48" y="273"/>
                  <a:pt x="48" y="273"/>
                </a:cubicBezTo>
                <a:cubicBezTo>
                  <a:pt x="48" y="104"/>
                  <a:pt x="48" y="104"/>
                  <a:pt x="48" y="104"/>
                </a:cubicBezTo>
                <a:cubicBezTo>
                  <a:pt x="209" y="104"/>
                  <a:pt x="209" y="104"/>
                  <a:pt x="209" y="104"/>
                </a:cubicBezTo>
                <a:lnTo>
                  <a:pt x="209" y="273"/>
                </a:lnTo>
                <a:close/>
                <a:moveTo>
                  <a:pt x="241" y="225"/>
                </a:moveTo>
                <a:cubicBezTo>
                  <a:pt x="241" y="229"/>
                  <a:pt x="237" y="233"/>
                  <a:pt x="233" y="233"/>
                </a:cubicBezTo>
                <a:cubicBezTo>
                  <a:pt x="228" y="233"/>
                  <a:pt x="225" y="229"/>
                  <a:pt x="225" y="225"/>
                </a:cubicBezTo>
                <a:cubicBezTo>
                  <a:pt x="225" y="112"/>
                  <a:pt x="225" y="112"/>
                  <a:pt x="225" y="112"/>
                </a:cubicBezTo>
                <a:cubicBezTo>
                  <a:pt x="225" y="108"/>
                  <a:pt x="228" y="104"/>
                  <a:pt x="233" y="104"/>
                </a:cubicBezTo>
                <a:cubicBezTo>
                  <a:pt x="237" y="104"/>
                  <a:pt x="241" y="108"/>
                  <a:pt x="241" y="112"/>
                </a:cubicBezTo>
                <a:lnTo>
                  <a:pt x="241" y="22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5" name="Freeform 35"/>
          <p:cNvSpPr>
            <a:spLocks noEditPoints="1"/>
          </p:cNvSpPr>
          <p:nvPr/>
        </p:nvSpPr>
        <p:spPr bwMode="auto">
          <a:xfrm>
            <a:off x="814918" y="4332818"/>
            <a:ext cx="579967" cy="423333"/>
          </a:xfrm>
          <a:custGeom>
            <a:avLst/>
            <a:gdLst>
              <a:gd name="T0" fmla="*/ 265 w 353"/>
              <a:gd name="T1" fmla="*/ 209 h 257"/>
              <a:gd name="T2" fmla="*/ 297 w 353"/>
              <a:gd name="T3" fmla="*/ 209 h 257"/>
              <a:gd name="T4" fmla="*/ 305 w 353"/>
              <a:gd name="T5" fmla="*/ 201 h 257"/>
              <a:gd name="T6" fmla="*/ 305 w 353"/>
              <a:gd name="T7" fmla="*/ 169 h 257"/>
              <a:gd name="T8" fmla="*/ 297 w 353"/>
              <a:gd name="T9" fmla="*/ 160 h 257"/>
              <a:gd name="T10" fmla="*/ 265 w 353"/>
              <a:gd name="T11" fmla="*/ 160 h 257"/>
              <a:gd name="T12" fmla="*/ 257 w 353"/>
              <a:gd name="T13" fmla="*/ 169 h 257"/>
              <a:gd name="T14" fmla="*/ 257 w 353"/>
              <a:gd name="T15" fmla="*/ 201 h 257"/>
              <a:gd name="T16" fmla="*/ 265 w 353"/>
              <a:gd name="T17" fmla="*/ 209 h 257"/>
              <a:gd name="T18" fmla="*/ 337 w 353"/>
              <a:gd name="T19" fmla="*/ 0 h 257"/>
              <a:gd name="T20" fmla="*/ 16 w 353"/>
              <a:gd name="T21" fmla="*/ 0 h 257"/>
              <a:gd name="T22" fmla="*/ 0 w 353"/>
              <a:gd name="T23" fmla="*/ 16 h 257"/>
              <a:gd name="T24" fmla="*/ 0 w 353"/>
              <a:gd name="T25" fmla="*/ 241 h 257"/>
              <a:gd name="T26" fmla="*/ 16 w 353"/>
              <a:gd name="T27" fmla="*/ 257 h 257"/>
              <a:gd name="T28" fmla="*/ 337 w 353"/>
              <a:gd name="T29" fmla="*/ 257 h 257"/>
              <a:gd name="T30" fmla="*/ 353 w 353"/>
              <a:gd name="T31" fmla="*/ 241 h 257"/>
              <a:gd name="T32" fmla="*/ 353 w 353"/>
              <a:gd name="T33" fmla="*/ 16 h 257"/>
              <a:gd name="T34" fmla="*/ 337 w 353"/>
              <a:gd name="T35" fmla="*/ 0 h 257"/>
              <a:gd name="T36" fmla="*/ 337 w 353"/>
              <a:gd name="T37" fmla="*/ 241 h 257"/>
              <a:gd name="T38" fmla="*/ 16 w 353"/>
              <a:gd name="T39" fmla="*/ 241 h 257"/>
              <a:gd name="T40" fmla="*/ 16 w 353"/>
              <a:gd name="T41" fmla="*/ 112 h 257"/>
              <a:gd name="T42" fmla="*/ 337 w 353"/>
              <a:gd name="T43" fmla="*/ 112 h 257"/>
              <a:gd name="T44" fmla="*/ 337 w 353"/>
              <a:gd name="T45" fmla="*/ 241 h 257"/>
              <a:gd name="T46" fmla="*/ 337 w 353"/>
              <a:gd name="T47" fmla="*/ 48 h 257"/>
              <a:gd name="T48" fmla="*/ 16 w 353"/>
              <a:gd name="T49" fmla="*/ 48 h 257"/>
              <a:gd name="T50" fmla="*/ 16 w 353"/>
              <a:gd name="T51" fmla="*/ 16 h 257"/>
              <a:gd name="T52" fmla="*/ 337 w 353"/>
              <a:gd name="T53" fmla="*/ 16 h 257"/>
              <a:gd name="T54" fmla="*/ 337 w 353"/>
              <a:gd name="T55" fmla="*/ 48 h 257"/>
              <a:gd name="T56" fmla="*/ 56 w 353"/>
              <a:gd name="T57" fmla="*/ 177 h 257"/>
              <a:gd name="T58" fmla="*/ 201 w 353"/>
              <a:gd name="T59" fmla="*/ 177 h 257"/>
              <a:gd name="T60" fmla="*/ 209 w 353"/>
              <a:gd name="T61" fmla="*/ 169 h 257"/>
              <a:gd name="T62" fmla="*/ 201 w 353"/>
              <a:gd name="T63" fmla="*/ 160 h 257"/>
              <a:gd name="T64" fmla="*/ 56 w 353"/>
              <a:gd name="T65" fmla="*/ 160 h 257"/>
              <a:gd name="T66" fmla="*/ 48 w 353"/>
              <a:gd name="T67" fmla="*/ 169 h 257"/>
              <a:gd name="T68" fmla="*/ 56 w 353"/>
              <a:gd name="T69" fmla="*/ 177 h 257"/>
              <a:gd name="T70" fmla="*/ 56 w 353"/>
              <a:gd name="T71" fmla="*/ 209 h 257"/>
              <a:gd name="T72" fmla="*/ 168 w 353"/>
              <a:gd name="T73" fmla="*/ 209 h 257"/>
              <a:gd name="T74" fmla="*/ 177 w 353"/>
              <a:gd name="T75" fmla="*/ 201 h 257"/>
              <a:gd name="T76" fmla="*/ 168 w 353"/>
              <a:gd name="T77" fmla="*/ 193 h 257"/>
              <a:gd name="T78" fmla="*/ 56 w 353"/>
              <a:gd name="T79" fmla="*/ 193 h 257"/>
              <a:gd name="T80" fmla="*/ 48 w 353"/>
              <a:gd name="T81" fmla="*/ 201 h 257"/>
              <a:gd name="T82" fmla="*/ 56 w 353"/>
              <a:gd name="T83" fmla="*/ 209 h 2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353" h="257">
                <a:moveTo>
                  <a:pt x="265" y="209"/>
                </a:moveTo>
                <a:cubicBezTo>
                  <a:pt x="297" y="209"/>
                  <a:pt x="297" y="209"/>
                  <a:pt x="297" y="209"/>
                </a:cubicBezTo>
                <a:cubicBezTo>
                  <a:pt x="301" y="209"/>
                  <a:pt x="305" y="205"/>
                  <a:pt x="305" y="201"/>
                </a:cubicBezTo>
                <a:cubicBezTo>
                  <a:pt x="305" y="169"/>
                  <a:pt x="305" y="169"/>
                  <a:pt x="305" y="169"/>
                </a:cubicBezTo>
                <a:cubicBezTo>
                  <a:pt x="305" y="164"/>
                  <a:pt x="301" y="160"/>
                  <a:pt x="297" y="160"/>
                </a:cubicBezTo>
                <a:cubicBezTo>
                  <a:pt x="265" y="160"/>
                  <a:pt x="265" y="160"/>
                  <a:pt x="265" y="160"/>
                </a:cubicBezTo>
                <a:cubicBezTo>
                  <a:pt x="260" y="160"/>
                  <a:pt x="257" y="164"/>
                  <a:pt x="257" y="169"/>
                </a:cubicBezTo>
                <a:cubicBezTo>
                  <a:pt x="257" y="201"/>
                  <a:pt x="257" y="201"/>
                  <a:pt x="257" y="201"/>
                </a:cubicBezTo>
                <a:cubicBezTo>
                  <a:pt x="257" y="205"/>
                  <a:pt x="260" y="209"/>
                  <a:pt x="265" y="209"/>
                </a:cubicBezTo>
                <a:moveTo>
                  <a:pt x="337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241"/>
                  <a:pt x="0" y="241"/>
                  <a:pt x="0" y="241"/>
                </a:cubicBezTo>
                <a:cubicBezTo>
                  <a:pt x="0" y="250"/>
                  <a:pt x="7" y="257"/>
                  <a:pt x="16" y="257"/>
                </a:cubicBezTo>
                <a:cubicBezTo>
                  <a:pt x="337" y="257"/>
                  <a:pt x="337" y="257"/>
                  <a:pt x="337" y="257"/>
                </a:cubicBezTo>
                <a:cubicBezTo>
                  <a:pt x="346" y="257"/>
                  <a:pt x="353" y="250"/>
                  <a:pt x="353" y="241"/>
                </a:cubicBezTo>
                <a:cubicBezTo>
                  <a:pt x="353" y="16"/>
                  <a:pt x="353" y="16"/>
                  <a:pt x="353" y="16"/>
                </a:cubicBezTo>
                <a:cubicBezTo>
                  <a:pt x="353" y="7"/>
                  <a:pt x="346" y="0"/>
                  <a:pt x="337" y="0"/>
                </a:cubicBezTo>
                <a:moveTo>
                  <a:pt x="337" y="241"/>
                </a:moveTo>
                <a:cubicBezTo>
                  <a:pt x="16" y="241"/>
                  <a:pt x="16" y="241"/>
                  <a:pt x="16" y="241"/>
                </a:cubicBezTo>
                <a:cubicBezTo>
                  <a:pt x="16" y="112"/>
                  <a:pt x="16" y="112"/>
                  <a:pt x="16" y="112"/>
                </a:cubicBezTo>
                <a:cubicBezTo>
                  <a:pt x="337" y="112"/>
                  <a:pt x="337" y="112"/>
                  <a:pt x="337" y="112"/>
                </a:cubicBezTo>
                <a:lnTo>
                  <a:pt x="337" y="241"/>
                </a:lnTo>
                <a:close/>
                <a:moveTo>
                  <a:pt x="337" y="48"/>
                </a:moveTo>
                <a:cubicBezTo>
                  <a:pt x="16" y="48"/>
                  <a:pt x="16" y="48"/>
                  <a:pt x="16" y="48"/>
                </a:cubicBezTo>
                <a:cubicBezTo>
                  <a:pt x="16" y="16"/>
                  <a:pt x="16" y="16"/>
                  <a:pt x="16" y="16"/>
                </a:cubicBezTo>
                <a:cubicBezTo>
                  <a:pt x="337" y="16"/>
                  <a:pt x="337" y="16"/>
                  <a:pt x="337" y="16"/>
                </a:cubicBezTo>
                <a:lnTo>
                  <a:pt x="337" y="48"/>
                </a:lnTo>
                <a:close/>
                <a:moveTo>
                  <a:pt x="56" y="177"/>
                </a:moveTo>
                <a:cubicBezTo>
                  <a:pt x="201" y="177"/>
                  <a:pt x="201" y="177"/>
                  <a:pt x="201" y="177"/>
                </a:cubicBezTo>
                <a:cubicBezTo>
                  <a:pt x="205" y="177"/>
                  <a:pt x="209" y="173"/>
                  <a:pt x="209" y="169"/>
                </a:cubicBezTo>
                <a:cubicBezTo>
                  <a:pt x="209" y="164"/>
                  <a:pt x="205" y="160"/>
                  <a:pt x="201" y="160"/>
                </a:cubicBezTo>
                <a:cubicBezTo>
                  <a:pt x="56" y="160"/>
                  <a:pt x="56" y="160"/>
                  <a:pt x="56" y="160"/>
                </a:cubicBezTo>
                <a:cubicBezTo>
                  <a:pt x="52" y="160"/>
                  <a:pt x="48" y="164"/>
                  <a:pt x="48" y="169"/>
                </a:cubicBezTo>
                <a:cubicBezTo>
                  <a:pt x="48" y="173"/>
                  <a:pt x="52" y="177"/>
                  <a:pt x="56" y="177"/>
                </a:cubicBezTo>
                <a:moveTo>
                  <a:pt x="56" y="209"/>
                </a:moveTo>
                <a:cubicBezTo>
                  <a:pt x="168" y="209"/>
                  <a:pt x="168" y="209"/>
                  <a:pt x="168" y="209"/>
                </a:cubicBezTo>
                <a:cubicBezTo>
                  <a:pt x="173" y="209"/>
                  <a:pt x="177" y="205"/>
                  <a:pt x="177" y="201"/>
                </a:cubicBezTo>
                <a:cubicBezTo>
                  <a:pt x="177" y="196"/>
                  <a:pt x="173" y="193"/>
                  <a:pt x="168" y="193"/>
                </a:cubicBezTo>
                <a:cubicBezTo>
                  <a:pt x="56" y="193"/>
                  <a:pt x="56" y="193"/>
                  <a:pt x="56" y="193"/>
                </a:cubicBezTo>
                <a:cubicBezTo>
                  <a:pt x="52" y="193"/>
                  <a:pt x="48" y="196"/>
                  <a:pt x="48" y="201"/>
                </a:cubicBezTo>
                <a:cubicBezTo>
                  <a:pt x="48" y="205"/>
                  <a:pt x="52" y="209"/>
                  <a:pt x="56" y="209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6" name="Freeform 36"/>
          <p:cNvSpPr>
            <a:spLocks noEditPoints="1"/>
          </p:cNvSpPr>
          <p:nvPr/>
        </p:nvSpPr>
        <p:spPr bwMode="auto">
          <a:xfrm>
            <a:off x="1924051" y="4307417"/>
            <a:ext cx="579967" cy="476251"/>
          </a:xfrm>
          <a:custGeom>
            <a:avLst/>
            <a:gdLst>
              <a:gd name="T0" fmla="*/ 201 w 353"/>
              <a:gd name="T1" fmla="*/ 241 h 289"/>
              <a:gd name="T2" fmla="*/ 233 w 353"/>
              <a:gd name="T3" fmla="*/ 241 h 289"/>
              <a:gd name="T4" fmla="*/ 241 w 353"/>
              <a:gd name="T5" fmla="*/ 233 h 289"/>
              <a:gd name="T6" fmla="*/ 241 w 353"/>
              <a:gd name="T7" fmla="*/ 201 h 289"/>
              <a:gd name="T8" fmla="*/ 233 w 353"/>
              <a:gd name="T9" fmla="*/ 193 h 289"/>
              <a:gd name="T10" fmla="*/ 201 w 353"/>
              <a:gd name="T11" fmla="*/ 193 h 289"/>
              <a:gd name="T12" fmla="*/ 193 w 353"/>
              <a:gd name="T13" fmla="*/ 201 h 289"/>
              <a:gd name="T14" fmla="*/ 193 w 353"/>
              <a:gd name="T15" fmla="*/ 233 h 289"/>
              <a:gd name="T16" fmla="*/ 201 w 353"/>
              <a:gd name="T17" fmla="*/ 241 h 289"/>
              <a:gd name="T18" fmla="*/ 56 w 353"/>
              <a:gd name="T19" fmla="*/ 209 h 289"/>
              <a:gd name="T20" fmla="*/ 153 w 353"/>
              <a:gd name="T21" fmla="*/ 209 h 289"/>
              <a:gd name="T22" fmla="*/ 161 w 353"/>
              <a:gd name="T23" fmla="*/ 201 h 289"/>
              <a:gd name="T24" fmla="*/ 153 w 353"/>
              <a:gd name="T25" fmla="*/ 193 h 289"/>
              <a:gd name="T26" fmla="*/ 56 w 353"/>
              <a:gd name="T27" fmla="*/ 193 h 289"/>
              <a:gd name="T28" fmla="*/ 48 w 353"/>
              <a:gd name="T29" fmla="*/ 201 h 289"/>
              <a:gd name="T30" fmla="*/ 56 w 353"/>
              <a:gd name="T31" fmla="*/ 209 h 289"/>
              <a:gd name="T32" fmla="*/ 56 w 353"/>
              <a:gd name="T33" fmla="*/ 241 h 289"/>
              <a:gd name="T34" fmla="*/ 121 w 353"/>
              <a:gd name="T35" fmla="*/ 241 h 289"/>
              <a:gd name="T36" fmla="*/ 129 w 353"/>
              <a:gd name="T37" fmla="*/ 233 h 289"/>
              <a:gd name="T38" fmla="*/ 121 w 353"/>
              <a:gd name="T39" fmla="*/ 225 h 289"/>
              <a:gd name="T40" fmla="*/ 56 w 353"/>
              <a:gd name="T41" fmla="*/ 225 h 289"/>
              <a:gd name="T42" fmla="*/ 48 w 353"/>
              <a:gd name="T43" fmla="*/ 233 h 289"/>
              <a:gd name="T44" fmla="*/ 56 w 353"/>
              <a:gd name="T45" fmla="*/ 241 h 289"/>
              <a:gd name="T46" fmla="*/ 273 w 353"/>
              <a:gd name="T47" fmla="*/ 64 h 289"/>
              <a:gd name="T48" fmla="*/ 16 w 353"/>
              <a:gd name="T49" fmla="*/ 64 h 289"/>
              <a:gd name="T50" fmla="*/ 0 w 353"/>
              <a:gd name="T51" fmla="*/ 80 h 289"/>
              <a:gd name="T52" fmla="*/ 0 w 353"/>
              <a:gd name="T53" fmla="*/ 273 h 289"/>
              <a:gd name="T54" fmla="*/ 16 w 353"/>
              <a:gd name="T55" fmla="*/ 289 h 289"/>
              <a:gd name="T56" fmla="*/ 273 w 353"/>
              <a:gd name="T57" fmla="*/ 289 h 289"/>
              <a:gd name="T58" fmla="*/ 289 w 353"/>
              <a:gd name="T59" fmla="*/ 273 h 289"/>
              <a:gd name="T60" fmla="*/ 289 w 353"/>
              <a:gd name="T61" fmla="*/ 80 h 289"/>
              <a:gd name="T62" fmla="*/ 273 w 353"/>
              <a:gd name="T63" fmla="*/ 64 h 289"/>
              <a:gd name="T64" fmla="*/ 273 w 353"/>
              <a:gd name="T65" fmla="*/ 273 h 289"/>
              <a:gd name="T66" fmla="*/ 16 w 353"/>
              <a:gd name="T67" fmla="*/ 273 h 289"/>
              <a:gd name="T68" fmla="*/ 16 w 353"/>
              <a:gd name="T69" fmla="*/ 160 h 289"/>
              <a:gd name="T70" fmla="*/ 273 w 353"/>
              <a:gd name="T71" fmla="*/ 160 h 289"/>
              <a:gd name="T72" fmla="*/ 273 w 353"/>
              <a:gd name="T73" fmla="*/ 273 h 289"/>
              <a:gd name="T74" fmla="*/ 273 w 353"/>
              <a:gd name="T75" fmla="*/ 112 h 289"/>
              <a:gd name="T76" fmla="*/ 16 w 353"/>
              <a:gd name="T77" fmla="*/ 112 h 289"/>
              <a:gd name="T78" fmla="*/ 16 w 353"/>
              <a:gd name="T79" fmla="*/ 80 h 289"/>
              <a:gd name="T80" fmla="*/ 273 w 353"/>
              <a:gd name="T81" fmla="*/ 80 h 289"/>
              <a:gd name="T82" fmla="*/ 273 w 353"/>
              <a:gd name="T83" fmla="*/ 112 h 289"/>
              <a:gd name="T84" fmla="*/ 337 w 353"/>
              <a:gd name="T85" fmla="*/ 0 h 289"/>
              <a:gd name="T86" fmla="*/ 81 w 353"/>
              <a:gd name="T87" fmla="*/ 0 h 289"/>
              <a:gd name="T88" fmla="*/ 64 w 353"/>
              <a:gd name="T89" fmla="*/ 16 h 289"/>
              <a:gd name="T90" fmla="*/ 64 w 353"/>
              <a:gd name="T91" fmla="*/ 40 h 289"/>
              <a:gd name="T92" fmla="*/ 72 w 353"/>
              <a:gd name="T93" fmla="*/ 48 h 289"/>
              <a:gd name="T94" fmla="*/ 81 w 353"/>
              <a:gd name="T95" fmla="*/ 40 h 289"/>
              <a:gd name="T96" fmla="*/ 81 w 353"/>
              <a:gd name="T97" fmla="*/ 16 h 289"/>
              <a:gd name="T98" fmla="*/ 337 w 353"/>
              <a:gd name="T99" fmla="*/ 16 h 289"/>
              <a:gd name="T100" fmla="*/ 337 w 353"/>
              <a:gd name="T101" fmla="*/ 209 h 289"/>
              <a:gd name="T102" fmla="*/ 313 w 353"/>
              <a:gd name="T103" fmla="*/ 209 h 289"/>
              <a:gd name="T104" fmla="*/ 305 w 353"/>
              <a:gd name="T105" fmla="*/ 217 h 289"/>
              <a:gd name="T106" fmla="*/ 313 w 353"/>
              <a:gd name="T107" fmla="*/ 225 h 289"/>
              <a:gd name="T108" fmla="*/ 337 w 353"/>
              <a:gd name="T109" fmla="*/ 225 h 289"/>
              <a:gd name="T110" fmla="*/ 353 w 353"/>
              <a:gd name="T111" fmla="*/ 209 h 289"/>
              <a:gd name="T112" fmla="*/ 353 w 353"/>
              <a:gd name="T113" fmla="*/ 16 h 289"/>
              <a:gd name="T114" fmla="*/ 337 w 353"/>
              <a:gd name="T115" fmla="*/ 0 h 2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353" h="289">
                <a:moveTo>
                  <a:pt x="201" y="241"/>
                </a:moveTo>
                <a:cubicBezTo>
                  <a:pt x="233" y="241"/>
                  <a:pt x="233" y="241"/>
                  <a:pt x="233" y="241"/>
                </a:cubicBezTo>
                <a:cubicBezTo>
                  <a:pt x="237" y="241"/>
                  <a:pt x="241" y="237"/>
                  <a:pt x="241" y="233"/>
                </a:cubicBezTo>
                <a:cubicBezTo>
                  <a:pt x="241" y="201"/>
                  <a:pt x="241" y="201"/>
                  <a:pt x="241" y="201"/>
                </a:cubicBezTo>
                <a:cubicBezTo>
                  <a:pt x="241" y="196"/>
                  <a:pt x="237" y="193"/>
                  <a:pt x="233" y="193"/>
                </a:cubicBezTo>
                <a:cubicBezTo>
                  <a:pt x="201" y="193"/>
                  <a:pt x="201" y="193"/>
                  <a:pt x="201" y="193"/>
                </a:cubicBezTo>
                <a:cubicBezTo>
                  <a:pt x="196" y="193"/>
                  <a:pt x="193" y="196"/>
                  <a:pt x="193" y="201"/>
                </a:cubicBezTo>
                <a:cubicBezTo>
                  <a:pt x="193" y="233"/>
                  <a:pt x="193" y="233"/>
                  <a:pt x="193" y="233"/>
                </a:cubicBezTo>
                <a:cubicBezTo>
                  <a:pt x="193" y="237"/>
                  <a:pt x="196" y="241"/>
                  <a:pt x="201" y="241"/>
                </a:cubicBezTo>
                <a:moveTo>
                  <a:pt x="56" y="209"/>
                </a:moveTo>
                <a:cubicBezTo>
                  <a:pt x="153" y="209"/>
                  <a:pt x="153" y="209"/>
                  <a:pt x="153" y="209"/>
                </a:cubicBezTo>
                <a:cubicBezTo>
                  <a:pt x="157" y="209"/>
                  <a:pt x="161" y="205"/>
                  <a:pt x="161" y="201"/>
                </a:cubicBezTo>
                <a:cubicBezTo>
                  <a:pt x="161" y="196"/>
                  <a:pt x="157" y="193"/>
                  <a:pt x="153" y="193"/>
                </a:cubicBezTo>
                <a:cubicBezTo>
                  <a:pt x="56" y="193"/>
                  <a:pt x="56" y="193"/>
                  <a:pt x="56" y="193"/>
                </a:cubicBezTo>
                <a:cubicBezTo>
                  <a:pt x="52" y="193"/>
                  <a:pt x="48" y="196"/>
                  <a:pt x="48" y="201"/>
                </a:cubicBezTo>
                <a:cubicBezTo>
                  <a:pt x="48" y="205"/>
                  <a:pt x="52" y="209"/>
                  <a:pt x="56" y="209"/>
                </a:cubicBezTo>
                <a:moveTo>
                  <a:pt x="56" y="241"/>
                </a:moveTo>
                <a:cubicBezTo>
                  <a:pt x="121" y="241"/>
                  <a:pt x="121" y="241"/>
                  <a:pt x="121" y="241"/>
                </a:cubicBezTo>
                <a:cubicBezTo>
                  <a:pt x="125" y="241"/>
                  <a:pt x="129" y="237"/>
                  <a:pt x="129" y="233"/>
                </a:cubicBezTo>
                <a:cubicBezTo>
                  <a:pt x="129" y="228"/>
                  <a:pt x="125" y="225"/>
                  <a:pt x="121" y="225"/>
                </a:cubicBezTo>
                <a:cubicBezTo>
                  <a:pt x="56" y="225"/>
                  <a:pt x="56" y="225"/>
                  <a:pt x="56" y="225"/>
                </a:cubicBezTo>
                <a:cubicBezTo>
                  <a:pt x="52" y="225"/>
                  <a:pt x="48" y="228"/>
                  <a:pt x="48" y="233"/>
                </a:cubicBezTo>
                <a:cubicBezTo>
                  <a:pt x="48" y="237"/>
                  <a:pt x="52" y="241"/>
                  <a:pt x="56" y="241"/>
                </a:cubicBezTo>
                <a:moveTo>
                  <a:pt x="273" y="64"/>
                </a:moveTo>
                <a:cubicBezTo>
                  <a:pt x="16" y="64"/>
                  <a:pt x="16" y="64"/>
                  <a:pt x="16" y="64"/>
                </a:cubicBezTo>
                <a:cubicBezTo>
                  <a:pt x="7" y="64"/>
                  <a:pt x="0" y="71"/>
                  <a:pt x="0" y="80"/>
                </a:cubicBezTo>
                <a:cubicBezTo>
                  <a:pt x="0" y="273"/>
                  <a:pt x="0" y="273"/>
                  <a:pt x="0" y="273"/>
                </a:cubicBezTo>
                <a:cubicBezTo>
                  <a:pt x="0" y="282"/>
                  <a:pt x="7" y="289"/>
                  <a:pt x="16" y="289"/>
                </a:cubicBezTo>
                <a:cubicBezTo>
                  <a:pt x="273" y="289"/>
                  <a:pt x="273" y="289"/>
                  <a:pt x="273" y="289"/>
                </a:cubicBezTo>
                <a:cubicBezTo>
                  <a:pt x="282" y="289"/>
                  <a:pt x="289" y="282"/>
                  <a:pt x="289" y="273"/>
                </a:cubicBezTo>
                <a:cubicBezTo>
                  <a:pt x="289" y="80"/>
                  <a:pt x="289" y="80"/>
                  <a:pt x="289" y="80"/>
                </a:cubicBezTo>
                <a:cubicBezTo>
                  <a:pt x="289" y="71"/>
                  <a:pt x="282" y="64"/>
                  <a:pt x="273" y="64"/>
                </a:cubicBezTo>
                <a:moveTo>
                  <a:pt x="273" y="273"/>
                </a:moveTo>
                <a:cubicBezTo>
                  <a:pt x="16" y="273"/>
                  <a:pt x="16" y="273"/>
                  <a:pt x="16" y="273"/>
                </a:cubicBezTo>
                <a:cubicBezTo>
                  <a:pt x="16" y="160"/>
                  <a:pt x="16" y="160"/>
                  <a:pt x="16" y="160"/>
                </a:cubicBezTo>
                <a:cubicBezTo>
                  <a:pt x="273" y="160"/>
                  <a:pt x="273" y="160"/>
                  <a:pt x="273" y="160"/>
                </a:cubicBezTo>
                <a:lnTo>
                  <a:pt x="273" y="273"/>
                </a:lnTo>
                <a:close/>
                <a:moveTo>
                  <a:pt x="273" y="112"/>
                </a:moveTo>
                <a:cubicBezTo>
                  <a:pt x="16" y="112"/>
                  <a:pt x="16" y="112"/>
                  <a:pt x="16" y="112"/>
                </a:cubicBezTo>
                <a:cubicBezTo>
                  <a:pt x="16" y="80"/>
                  <a:pt x="16" y="80"/>
                  <a:pt x="16" y="80"/>
                </a:cubicBezTo>
                <a:cubicBezTo>
                  <a:pt x="273" y="80"/>
                  <a:pt x="273" y="80"/>
                  <a:pt x="273" y="80"/>
                </a:cubicBezTo>
                <a:lnTo>
                  <a:pt x="273" y="112"/>
                </a:lnTo>
                <a:close/>
                <a:moveTo>
                  <a:pt x="337" y="0"/>
                </a:moveTo>
                <a:cubicBezTo>
                  <a:pt x="81" y="0"/>
                  <a:pt x="81" y="0"/>
                  <a:pt x="81" y="0"/>
                </a:cubicBezTo>
                <a:cubicBezTo>
                  <a:pt x="72" y="0"/>
                  <a:pt x="64" y="7"/>
                  <a:pt x="64" y="16"/>
                </a:cubicBezTo>
                <a:cubicBezTo>
                  <a:pt x="64" y="40"/>
                  <a:pt x="64" y="40"/>
                  <a:pt x="64" y="40"/>
                </a:cubicBezTo>
                <a:cubicBezTo>
                  <a:pt x="64" y="44"/>
                  <a:pt x="68" y="48"/>
                  <a:pt x="72" y="48"/>
                </a:cubicBezTo>
                <a:cubicBezTo>
                  <a:pt x="77" y="48"/>
                  <a:pt x="81" y="44"/>
                  <a:pt x="81" y="40"/>
                </a:cubicBezTo>
                <a:cubicBezTo>
                  <a:pt x="81" y="16"/>
                  <a:pt x="81" y="16"/>
                  <a:pt x="81" y="16"/>
                </a:cubicBezTo>
                <a:cubicBezTo>
                  <a:pt x="337" y="16"/>
                  <a:pt x="337" y="16"/>
                  <a:pt x="337" y="16"/>
                </a:cubicBezTo>
                <a:cubicBezTo>
                  <a:pt x="337" y="209"/>
                  <a:pt x="337" y="209"/>
                  <a:pt x="337" y="209"/>
                </a:cubicBezTo>
                <a:cubicBezTo>
                  <a:pt x="313" y="209"/>
                  <a:pt x="313" y="209"/>
                  <a:pt x="313" y="209"/>
                </a:cubicBezTo>
                <a:cubicBezTo>
                  <a:pt x="309" y="209"/>
                  <a:pt x="305" y="212"/>
                  <a:pt x="305" y="217"/>
                </a:cubicBezTo>
                <a:cubicBezTo>
                  <a:pt x="305" y="221"/>
                  <a:pt x="309" y="225"/>
                  <a:pt x="313" y="225"/>
                </a:cubicBezTo>
                <a:cubicBezTo>
                  <a:pt x="337" y="225"/>
                  <a:pt x="337" y="225"/>
                  <a:pt x="337" y="225"/>
                </a:cubicBezTo>
                <a:cubicBezTo>
                  <a:pt x="346" y="225"/>
                  <a:pt x="353" y="217"/>
                  <a:pt x="353" y="209"/>
                </a:cubicBezTo>
                <a:cubicBezTo>
                  <a:pt x="353" y="16"/>
                  <a:pt x="353" y="16"/>
                  <a:pt x="353" y="16"/>
                </a:cubicBezTo>
                <a:cubicBezTo>
                  <a:pt x="353" y="7"/>
                  <a:pt x="346" y="0"/>
                  <a:pt x="337" y="0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7" name="Freeform 37"/>
          <p:cNvSpPr>
            <a:spLocks noEditPoints="1"/>
          </p:cNvSpPr>
          <p:nvPr/>
        </p:nvSpPr>
        <p:spPr bwMode="auto">
          <a:xfrm>
            <a:off x="3033185" y="4254502"/>
            <a:ext cx="582084" cy="582084"/>
          </a:xfrm>
          <a:custGeom>
            <a:avLst/>
            <a:gdLst>
              <a:gd name="T0" fmla="*/ 195 w 353"/>
              <a:gd name="T1" fmla="*/ 168 h 353"/>
              <a:gd name="T2" fmla="*/ 181 w 353"/>
              <a:gd name="T3" fmla="*/ 124 h 353"/>
              <a:gd name="T4" fmla="*/ 198 w 353"/>
              <a:gd name="T5" fmla="*/ 143 h 353"/>
              <a:gd name="T6" fmla="*/ 215 w 353"/>
              <a:gd name="T7" fmla="*/ 128 h 353"/>
              <a:gd name="T8" fmla="*/ 194 w 353"/>
              <a:gd name="T9" fmla="*/ 110 h 353"/>
              <a:gd name="T10" fmla="*/ 181 w 353"/>
              <a:gd name="T11" fmla="*/ 96 h 353"/>
              <a:gd name="T12" fmla="*/ 170 w 353"/>
              <a:gd name="T13" fmla="*/ 108 h 353"/>
              <a:gd name="T14" fmla="*/ 144 w 353"/>
              <a:gd name="T15" fmla="*/ 117 h 353"/>
              <a:gd name="T16" fmla="*/ 132 w 353"/>
              <a:gd name="T17" fmla="*/ 144 h 353"/>
              <a:gd name="T18" fmla="*/ 144 w 353"/>
              <a:gd name="T19" fmla="*/ 171 h 353"/>
              <a:gd name="T20" fmla="*/ 170 w 353"/>
              <a:gd name="T21" fmla="*/ 184 h 353"/>
              <a:gd name="T22" fmla="*/ 154 w 353"/>
              <a:gd name="T23" fmla="*/ 220 h 353"/>
              <a:gd name="T24" fmla="*/ 129 w 353"/>
              <a:gd name="T25" fmla="*/ 201 h 353"/>
              <a:gd name="T26" fmla="*/ 141 w 353"/>
              <a:gd name="T27" fmla="*/ 233 h 353"/>
              <a:gd name="T28" fmla="*/ 170 w 353"/>
              <a:gd name="T29" fmla="*/ 244 h 353"/>
              <a:gd name="T30" fmla="*/ 181 w 353"/>
              <a:gd name="T31" fmla="*/ 256 h 353"/>
              <a:gd name="T32" fmla="*/ 196 w 353"/>
              <a:gd name="T33" fmla="*/ 241 h 353"/>
              <a:gd name="T34" fmla="*/ 218 w 353"/>
              <a:gd name="T35" fmla="*/ 221 h 353"/>
              <a:gd name="T36" fmla="*/ 218 w 353"/>
              <a:gd name="T37" fmla="*/ 186 h 353"/>
              <a:gd name="T38" fmla="*/ 170 w 353"/>
              <a:gd name="T39" fmla="*/ 161 h 353"/>
              <a:gd name="T40" fmla="*/ 158 w 353"/>
              <a:gd name="T41" fmla="*/ 155 h 353"/>
              <a:gd name="T42" fmla="*/ 152 w 353"/>
              <a:gd name="T43" fmla="*/ 142 h 353"/>
              <a:gd name="T44" fmla="*/ 170 w 353"/>
              <a:gd name="T45" fmla="*/ 124 h 353"/>
              <a:gd name="T46" fmla="*/ 195 w 353"/>
              <a:gd name="T47" fmla="*/ 222 h 353"/>
              <a:gd name="T48" fmla="*/ 181 w 353"/>
              <a:gd name="T49" fmla="*/ 185 h 353"/>
              <a:gd name="T50" fmla="*/ 194 w 353"/>
              <a:gd name="T51" fmla="*/ 192 h 353"/>
              <a:gd name="T52" fmla="*/ 201 w 353"/>
              <a:gd name="T53" fmla="*/ 206 h 353"/>
              <a:gd name="T54" fmla="*/ 176 w 353"/>
              <a:gd name="T55" fmla="*/ 0 h 353"/>
              <a:gd name="T56" fmla="*/ 176 w 353"/>
              <a:gd name="T57" fmla="*/ 353 h 353"/>
              <a:gd name="T58" fmla="*/ 176 w 353"/>
              <a:gd name="T59" fmla="*/ 0 h 353"/>
              <a:gd name="T60" fmla="*/ 16 w 353"/>
              <a:gd name="T61" fmla="*/ 176 h 353"/>
              <a:gd name="T62" fmla="*/ 337 w 353"/>
              <a:gd name="T63" fmla="*/ 176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353" h="353">
                <a:moveTo>
                  <a:pt x="208" y="175"/>
                </a:moveTo>
                <a:cubicBezTo>
                  <a:pt x="204" y="172"/>
                  <a:pt x="200" y="170"/>
                  <a:pt x="195" y="168"/>
                </a:cubicBezTo>
                <a:cubicBezTo>
                  <a:pt x="190" y="166"/>
                  <a:pt x="186" y="164"/>
                  <a:pt x="181" y="163"/>
                </a:cubicBezTo>
                <a:cubicBezTo>
                  <a:pt x="181" y="124"/>
                  <a:pt x="181" y="124"/>
                  <a:pt x="181" y="124"/>
                </a:cubicBezTo>
                <a:cubicBezTo>
                  <a:pt x="187" y="124"/>
                  <a:pt x="190" y="126"/>
                  <a:pt x="193" y="129"/>
                </a:cubicBezTo>
                <a:cubicBezTo>
                  <a:pt x="196" y="132"/>
                  <a:pt x="198" y="137"/>
                  <a:pt x="198" y="143"/>
                </a:cubicBezTo>
                <a:cubicBezTo>
                  <a:pt x="218" y="143"/>
                  <a:pt x="218" y="143"/>
                  <a:pt x="218" y="143"/>
                </a:cubicBezTo>
                <a:cubicBezTo>
                  <a:pt x="218" y="137"/>
                  <a:pt x="217" y="132"/>
                  <a:pt x="215" y="128"/>
                </a:cubicBezTo>
                <a:cubicBezTo>
                  <a:pt x="213" y="123"/>
                  <a:pt x="210" y="120"/>
                  <a:pt x="207" y="117"/>
                </a:cubicBezTo>
                <a:cubicBezTo>
                  <a:pt x="203" y="114"/>
                  <a:pt x="199" y="112"/>
                  <a:pt x="194" y="110"/>
                </a:cubicBezTo>
                <a:cubicBezTo>
                  <a:pt x="190" y="109"/>
                  <a:pt x="186" y="108"/>
                  <a:pt x="181" y="108"/>
                </a:cubicBezTo>
                <a:cubicBezTo>
                  <a:pt x="181" y="96"/>
                  <a:pt x="181" y="96"/>
                  <a:pt x="181" y="96"/>
                </a:cubicBezTo>
                <a:cubicBezTo>
                  <a:pt x="170" y="96"/>
                  <a:pt x="170" y="96"/>
                  <a:pt x="170" y="96"/>
                </a:cubicBezTo>
                <a:cubicBezTo>
                  <a:pt x="170" y="108"/>
                  <a:pt x="170" y="108"/>
                  <a:pt x="170" y="108"/>
                </a:cubicBezTo>
                <a:cubicBezTo>
                  <a:pt x="165" y="108"/>
                  <a:pt x="161" y="109"/>
                  <a:pt x="157" y="110"/>
                </a:cubicBezTo>
                <a:cubicBezTo>
                  <a:pt x="152" y="112"/>
                  <a:pt x="147" y="114"/>
                  <a:pt x="144" y="117"/>
                </a:cubicBezTo>
                <a:cubicBezTo>
                  <a:pt x="140" y="120"/>
                  <a:pt x="137" y="124"/>
                  <a:pt x="135" y="128"/>
                </a:cubicBezTo>
                <a:cubicBezTo>
                  <a:pt x="133" y="133"/>
                  <a:pt x="132" y="138"/>
                  <a:pt x="132" y="144"/>
                </a:cubicBezTo>
                <a:cubicBezTo>
                  <a:pt x="132" y="150"/>
                  <a:pt x="133" y="156"/>
                  <a:pt x="135" y="160"/>
                </a:cubicBezTo>
                <a:cubicBezTo>
                  <a:pt x="138" y="165"/>
                  <a:pt x="141" y="168"/>
                  <a:pt x="144" y="171"/>
                </a:cubicBezTo>
                <a:cubicBezTo>
                  <a:pt x="148" y="174"/>
                  <a:pt x="153" y="177"/>
                  <a:pt x="157" y="179"/>
                </a:cubicBezTo>
                <a:cubicBezTo>
                  <a:pt x="162" y="181"/>
                  <a:pt x="165" y="182"/>
                  <a:pt x="170" y="184"/>
                </a:cubicBezTo>
                <a:cubicBezTo>
                  <a:pt x="170" y="228"/>
                  <a:pt x="170" y="228"/>
                  <a:pt x="170" y="228"/>
                </a:cubicBezTo>
                <a:cubicBezTo>
                  <a:pt x="162" y="227"/>
                  <a:pt x="158" y="225"/>
                  <a:pt x="154" y="220"/>
                </a:cubicBezTo>
                <a:cubicBezTo>
                  <a:pt x="151" y="216"/>
                  <a:pt x="149" y="209"/>
                  <a:pt x="149" y="201"/>
                </a:cubicBezTo>
                <a:cubicBezTo>
                  <a:pt x="129" y="201"/>
                  <a:pt x="129" y="201"/>
                  <a:pt x="129" y="201"/>
                </a:cubicBezTo>
                <a:cubicBezTo>
                  <a:pt x="129" y="208"/>
                  <a:pt x="130" y="214"/>
                  <a:pt x="132" y="219"/>
                </a:cubicBezTo>
                <a:cubicBezTo>
                  <a:pt x="134" y="225"/>
                  <a:pt x="137" y="229"/>
                  <a:pt x="141" y="233"/>
                </a:cubicBezTo>
                <a:cubicBezTo>
                  <a:pt x="144" y="236"/>
                  <a:pt x="149" y="239"/>
                  <a:pt x="154" y="241"/>
                </a:cubicBezTo>
                <a:cubicBezTo>
                  <a:pt x="160" y="243"/>
                  <a:pt x="164" y="244"/>
                  <a:pt x="170" y="244"/>
                </a:cubicBezTo>
                <a:cubicBezTo>
                  <a:pt x="170" y="256"/>
                  <a:pt x="170" y="256"/>
                  <a:pt x="170" y="256"/>
                </a:cubicBezTo>
                <a:cubicBezTo>
                  <a:pt x="181" y="256"/>
                  <a:pt x="181" y="256"/>
                  <a:pt x="181" y="256"/>
                </a:cubicBezTo>
                <a:cubicBezTo>
                  <a:pt x="181" y="244"/>
                  <a:pt x="181" y="244"/>
                  <a:pt x="181" y="244"/>
                </a:cubicBezTo>
                <a:cubicBezTo>
                  <a:pt x="187" y="244"/>
                  <a:pt x="191" y="243"/>
                  <a:pt x="196" y="241"/>
                </a:cubicBezTo>
                <a:cubicBezTo>
                  <a:pt x="201" y="239"/>
                  <a:pt x="205" y="237"/>
                  <a:pt x="209" y="233"/>
                </a:cubicBezTo>
                <a:cubicBezTo>
                  <a:pt x="213" y="230"/>
                  <a:pt x="216" y="226"/>
                  <a:pt x="218" y="221"/>
                </a:cubicBezTo>
                <a:cubicBezTo>
                  <a:pt x="220" y="216"/>
                  <a:pt x="221" y="210"/>
                  <a:pt x="221" y="203"/>
                </a:cubicBezTo>
                <a:cubicBezTo>
                  <a:pt x="221" y="196"/>
                  <a:pt x="220" y="191"/>
                  <a:pt x="218" y="186"/>
                </a:cubicBezTo>
                <a:cubicBezTo>
                  <a:pt x="215" y="182"/>
                  <a:pt x="212" y="178"/>
                  <a:pt x="208" y="175"/>
                </a:cubicBezTo>
                <a:moveTo>
                  <a:pt x="170" y="161"/>
                </a:moveTo>
                <a:cubicBezTo>
                  <a:pt x="168" y="160"/>
                  <a:pt x="167" y="159"/>
                  <a:pt x="164" y="158"/>
                </a:cubicBezTo>
                <a:cubicBezTo>
                  <a:pt x="162" y="157"/>
                  <a:pt x="160" y="156"/>
                  <a:pt x="158" y="155"/>
                </a:cubicBezTo>
                <a:cubicBezTo>
                  <a:pt x="156" y="153"/>
                  <a:pt x="155" y="152"/>
                  <a:pt x="154" y="150"/>
                </a:cubicBezTo>
                <a:cubicBezTo>
                  <a:pt x="152" y="147"/>
                  <a:pt x="152" y="145"/>
                  <a:pt x="152" y="142"/>
                </a:cubicBezTo>
                <a:cubicBezTo>
                  <a:pt x="152" y="136"/>
                  <a:pt x="154" y="131"/>
                  <a:pt x="157" y="128"/>
                </a:cubicBezTo>
                <a:cubicBezTo>
                  <a:pt x="160" y="126"/>
                  <a:pt x="164" y="124"/>
                  <a:pt x="170" y="124"/>
                </a:cubicBezTo>
                <a:lnTo>
                  <a:pt x="170" y="161"/>
                </a:lnTo>
                <a:close/>
                <a:moveTo>
                  <a:pt x="195" y="222"/>
                </a:moveTo>
                <a:cubicBezTo>
                  <a:pt x="191" y="225"/>
                  <a:pt x="187" y="227"/>
                  <a:pt x="181" y="228"/>
                </a:cubicBezTo>
                <a:cubicBezTo>
                  <a:pt x="181" y="185"/>
                  <a:pt x="181" y="185"/>
                  <a:pt x="181" y="185"/>
                </a:cubicBezTo>
                <a:cubicBezTo>
                  <a:pt x="184" y="186"/>
                  <a:pt x="185" y="187"/>
                  <a:pt x="187" y="188"/>
                </a:cubicBezTo>
                <a:cubicBezTo>
                  <a:pt x="190" y="189"/>
                  <a:pt x="192" y="190"/>
                  <a:pt x="194" y="192"/>
                </a:cubicBezTo>
                <a:cubicBezTo>
                  <a:pt x="196" y="193"/>
                  <a:pt x="198" y="195"/>
                  <a:pt x="199" y="197"/>
                </a:cubicBezTo>
                <a:cubicBezTo>
                  <a:pt x="200" y="200"/>
                  <a:pt x="201" y="203"/>
                  <a:pt x="201" y="206"/>
                </a:cubicBezTo>
                <a:cubicBezTo>
                  <a:pt x="201" y="213"/>
                  <a:pt x="199" y="219"/>
                  <a:pt x="195" y="222"/>
                </a:cubicBezTo>
                <a:moveTo>
                  <a:pt x="176" y="0"/>
                </a:moveTo>
                <a:cubicBezTo>
                  <a:pt x="79" y="0"/>
                  <a:pt x="0" y="79"/>
                  <a:pt x="0" y="176"/>
                </a:cubicBezTo>
                <a:cubicBezTo>
                  <a:pt x="0" y="274"/>
                  <a:pt x="79" y="353"/>
                  <a:pt x="176" y="353"/>
                </a:cubicBezTo>
                <a:cubicBezTo>
                  <a:pt x="274" y="353"/>
                  <a:pt x="353" y="274"/>
                  <a:pt x="353" y="176"/>
                </a:cubicBezTo>
                <a:cubicBezTo>
                  <a:pt x="353" y="79"/>
                  <a:pt x="274" y="0"/>
                  <a:pt x="176" y="0"/>
                </a:cubicBezTo>
                <a:moveTo>
                  <a:pt x="176" y="337"/>
                </a:moveTo>
                <a:cubicBezTo>
                  <a:pt x="87" y="337"/>
                  <a:pt x="16" y="265"/>
                  <a:pt x="16" y="176"/>
                </a:cubicBezTo>
                <a:cubicBezTo>
                  <a:pt x="16" y="88"/>
                  <a:pt x="87" y="16"/>
                  <a:pt x="176" y="16"/>
                </a:cubicBezTo>
                <a:cubicBezTo>
                  <a:pt x="265" y="16"/>
                  <a:pt x="337" y="88"/>
                  <a:pt x="337" y="176"/>
                </a:cubicBezTo>
                <a:cubicBezTo>
                  <a:pt x="337" y="265"/>
                  <a:pt x="265" y="337"/>
                  <a:pt x="176" y="337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8" name="Freeform 38"/>
          <p:cNvSpPr>
            <a:spLocks noEditPoints="1"/>
          </p:cNvSpPr>
          <p:nvPr/>
        </p:nvSpPr>
        <p:spPr bwMode="auto">
          <a:xfrm>
            <a:off x="4142318" y="4254502"/>
            <a:ext cx="579967" cy="582084"/>
          </a:xfrm>
          <a:custGeom>
            <a:avLst/>
            <a:gdLst>
              <a:gd name="T0" fmla="*/ 0 w 353"/>
              <a:gd name="T1" fmla="*/ 209 h 353"/>
              <a:gd name="T2" fmla="*/ 289 w 353"/>
              <a:gd name="T3" fmla="*/ 209 h 353"/>
              <a:gd name="T4" fmla="*/ 144 w 353"/>
              <a:gd name="T5" fmla="*/ 337 h 353"/>
              <a:gd name="T6" fmla="*/ 144 w 353"/>
              <a:gd name="T7" fmla="*/ 80 h 353"/>
              <a:gd name="T8" fmla="*/ 144 w 353"/>
              <a:gd name="T9" fmla="*/ 337 h 353"/>
              <a:gd name="T10" fmla="*/ 94 w 353"/>
              <a:gd name="T11" fmla="*/ 56 h 353"/>
              <a:gd name="T12" fmla="*/ 209 w 353"/>
              <a:gd name="T13" fmla="*/ 16 h 353"/>
              <a:gd name="T14" fmla="*/ 303 w 353"/>
              <a:gd name="T15" fmla="*/ 231 h 353"/>
              <a:gd name="T16" fmla="*/ 353 w 353"/>
              <a:gd name="T17" fmla="*/ 144 h 353"/>
              <a:gd name="T18" fmla="*/ 168 w 353"/>
              <a:gd name="T19" fmla="*/ 208 h 353"/>
              <a:gd name="T20" fmla="*/ 148 w 353"/>
              <a:gd name="T21" fmla="*/ 199 h 353"/>
              <a:gd name="T22" fmla="*/ 157 w 353"/>
              <a:gd name="T23" fmla="*/ 176 h 353"/>
              <a:gd name="T24" fmla="*/ 174 w 353"/>
              <a:gd name="T25" fmla="*/ 186 h 353"/>
              <a:gd name="T26" fmla="*/ 166 w 353"/>
              <a:gd name="T27" fmla="*/ 167 h 353"/>
              <a:gd name="T28" fmla="*/ 148 w 353"/>
              <a:gd name="T29" fmla="*/ 161 h 353"/>
              <a:gd name="T30" fmla="*/ 141 w 353"/>
              <a:gd name="T31" fmla="*/ 152 h 353"/>
              <a:gd name="T32" fmla="*/ 131 w 353"/>
              <a:gd name="T33" fmla="*/ 162 h 353"/>
              <a:gd name="T34" fmla="*/ 116 w 353"/>
              <a:gd name="T35" fmla="*/ 175 h 353"/>
              <a:gd name="T36" fmla="*/ 117 w 353"/>
              <a:gd name="T37" fmla="*/ 197 h 353"/>
              <a:gd name="T38" fmla="*/ 132 w 353"/>
              <a:gd name="T39" fmla="*/ 210 h 353"/>
              <a:gd name="T40" fmla="*/ 141 w 353"/>
              <a:gd name="T41" fmla="*/ 245 h 353"/>
              <a:gd name="T42" fmla="*/ 126 w 353"/>
              <a:gd name="T43" fmla="*/ 226 h 353"/>
              <a:gd name="T44" fmla="*/ 114 w 353"/>
              <a:gd name="T45" fmla="*/ 239 h 353"/>
              <a:gd name="T46" fmla="*/ 130 w 353"/>
              <a:gd name="T47" fmla="*/ 254 h 353"/>
              <a:gd name="T48" fmla="*/ 141 w 353"/>
              <a:gd name="T49" fmla="*/ 265 h 353"/>
              <a:gd name="T50" fmla="*/ 148 w 353"/>
              <a:gd name="T51" fmla="*/ 256 h 353"/>
              <a:gd name="T52" fmla="*/ 168 w 353"/>
              <a:gd name="T53" fmla="*/ 249 h 353"/>
              <a:gd name="T54" fmla="*/ 177 w 353"/>
              <a:gd name="T55" fmla="*/ 227 h 353"/>
              <a:gd name="T56" fmla="*/ 168 w 353"/>
              <a:gd name="T57" fmla="*/ 208 h 353"/>
              <a:gd name="T58" fmla="*/ 137 w 353"/>
              <a:gd name="T59" fmla="*/ 196 h 353"/>
              <a:gd name="T60" fmla="*/ 129 w 353"/>
              <a:gd name="T61" fmla="*/ 190 h 353"/>
              <a:gd name="T62" fmla="*/ 132 w 353"/>
              <a:gd name="T63" fmla="*/ 175 h 353"/>
              <a:gd name="T64" fmla="*/ 141 w 353"/>
              <a:gd name="T65" fmla="*/ 198 h 353"/>
              <a:gd name="T66" fmla="*/ 148 w 353"/>
              <a:gd name="T67" fmla="*/ 245 h 353"/>
              <a:gd name="T68" fmla="*/ 153 w 353"/>
              <a:gd name="T69" fmla="*/ 217 h 353"/>
              <a:gd name="T70" fmla="*/ 161 w 353"/>
              <a:gd name="T71" fmla="*/ 223 h 353"/>
              <a:gd name="T72" fmla="*/ 158 w 353"/>
              <a:gd name="T73" fmla="*/ 241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353" h="353">
                <a:moveTo>
                  <a:pt x="144" y="64"/>
                </a:moveTo>
                <a:cubicBezTo>
                  <a:pt x="65" y="64"/>
                  <a:pt x="0" y="129"/>
                  <a:pt x="0" y="209"/>
                </a:cubicBezTo>
                <a:cubicBezTo>
                  <a:pt x="0" y="288"/>
                  <a:pt x="65" y="353"/>
                  <a:pt x="144" y="353"/>
                </a:cubicBezTo>
                <a:cubicBezTo>
                  <a:pt x="224" y="353"/>
                  <a:pt x="289" y="288"/>
                  <a:pt x="289" y="209"/>
                </a:cubicBezTo>
                <a:cubicBezTo>
                  <a:pt x="289" y="129"/>
                  <a:pt x="224" y="64"/>
                  <a:pt x="144" y="64"/>
                </a:cubicBezTo>
                <a:moveTo>
                  <a:pt x="144" y="337"/>
                </a:moveTo>
                <a:cubicBezTo>
                  <a:pt x="73" y="337"/>
                  <a:pt x="16" y="279"/>
                  <a:pt x="16" y="209"/>
                </a:cubicBezTo>
                <a:cubicBezTo>
                  <a:pt x="16" y="138"/>
                  <a:pt x="73" y="80"/>
                  <a:pt x="144" y="80"/>
                </a:cubicBezTo>
                <a:cubicBezTo>
                  <a:pt x="215" y="80"/>
                  <a:pt x="273" y="138"/>
                  <a:pt x="273" y="209"/>
                </a:cubicBezTo>
                <a:cubicBezTo>
                  <a:pt x="273" y="279"/>
                  <a:pt x="215" y="337"/>
                  <a:pt x="144" y="337"/>
                </a:cubicBezTo>
                <a:moveTo>
                  <a:pt x="209" y="0"/>
                </a:moveTo>
                <a:cubicBezTo>
                  <a:pt x="162" y="0"/>
                  <a:pt x="121" y="22"/>
                  <a:pt x="94" y="56"/>
                </a:cubicBezTo>
                <a:cubicBezTo>
                  <a:pt x="103" y="53"/>
                  <a:pt x="113" y="51"/>
                  <a:pt x="122" y="50"/>
                </a:cubicBezTo>
                <a:cubicBezTo>
                  <a:pt x="145" y="29"/>
                  <a:pt x="175" y="16"/>
                  <a:pt x="209" y="16"/>
                </a:cubicBezTo>
                <a:cubicBezTo>
                  <a:pt x="280" y="16"/>
                  <a:pt x="337" y="73"/>
                  <a:pt x="337" y="144"/>
                </a:cubicBezTo>
                <a:cubicBezTo>
                  <a:pt x="337" y="178"/>
                  <a:pt x="324" y="208"/>
                  <a:pt x="303" y="231"/>
                </a:cubicBezTo>
                <a:cubicBezTo>
                  <a:pt x="302" y="240"/>
                  <a:pt x="300" y="250"/>
                  <a:pt x="297" y="258"/>
                </a:cubicBezTo>
                <a:cubicBezTo>
                  <a:pt x="331" y="232"/>
                  <a:pt x="353" y="191"/>
                  <a:pt x="353" y="144"/>
                </a:cubicBezTo>
                <a:cubicBezTo>
                  <a:pt x="353" y="64"/>
                  <a:pt x="288" y="0"/>
                  <a:pt x="209" y="0"/>
                </a:cubicBezTo>
                <a:moveTo>
                  <a:pt x="168" y="208"/>
                </a:moveTo>
                <a:cubicBezTo>
                  <a:pt x="165" y="206"/>
                  <a:pt x="162" y="204"/>
                  <a:pt x="158" y="203"/>
                </a:cubicBezTo>
                <a:cubicBezTo>
                  <a:pt x="155" y="201"/>
                  <a:pt x="152" y="200"/>
                  <a:pt x="148" y="199"/>
                </a:cubicBezTo>
                <a:cubicBezTo>
                  <a:pt x="148" y="172"/>
                  <a:pt x="148" y="172"/>
                  <a:pt x="148" y="172"/>
                </a:cubicBezTo>
                <a:cubicBezTo>
                  <a:pt x="153" y="172"/>
                  <a:pt x="155" y="173"/>
                  <a:pt x="157" y="176"/>
                </a:cubicBezTo>
                <a:cubicBezTo>
                  <a:pt x="159" y="178"/>
                  <a:pt x="160" y="181"/>
                  <a:pt x="160" y="186"/>
                </a:cubicBezTo>
                <a:cubicBezTo>
                  <a:pt x="174" y="186"/>
                  <a:pt x="174" y="186"/>
                  <a:pt x="174" y="186"/>
                </a:cubicBezTo>
                <a:cubicBezTo>
                  <a:pt x="174" y="181"/>
                  <a:pt x="174" y="178"/>
                  <a:pt x="172" y="175"/>
                </a:cubicBezTo>
                <a:cubicBezTo>
                  <a:pt x="171" y="171"/>
                  <a:pt x="169" y="169"/>
                  <a:pt x="166" y="167"/>
                </a:cubicBezTo>
                <a:cubicBezTo>
                  <a:pt x="164" y="165"/>
                  <a:pt x="161" y="163"/>
                  <a:pt x="158" y="162"/>
                </a:cubicBezTo>
                <a:cubicBezTo>
                  <a:pt x="155" y="161"/>
                  <a:pt x="152" y="161"/>
                  <a:pt x="148" y="161"/>
                </a:cubicBezTo>
                <a:cubicBezTo>
                  <a:pt x="148" y="152"/>
                  <a:pt x="148" y="152"/>
                  <a:pt x="148" y="152"/>
                </a:cubicBezTo>
                <a:cubicBezTo>
                  <a:pt x="141" y="152"/>
                  <a:pt x="141" y="152"/>
                  <a:pt x="141" y="152"/>
                </a:cubicBezTo>
                <a:cubicBezTo>
                  <a:pt x="141" y="161"/>
                  <a:pt x="141" y="161"/>
                  <a:pt x="141" y="161"/>
                </a:cubicBezTo>
                <a:cubicBezTo>
                  <a:pt x="137" y="161"/>
                  <a:pt x="135" y="161"/>
                  <a:pt x="131" y="162"/>
                </a:cubicBezTo>
                <a:cubicBezTo>
                  <a:pt x="128" y="163"/>
                  <a:pt x="125" y="165"/>
                  <a:pt x="123" y="167"/>
                </a:cubicBezTo>
                <a:cubicBezTo>
                  <a:pt x="120" y="169"/>
                  <a:pt x="118" y="172"/>
                  <a:pt x="116" y="175"/>
                </a:cubicBezTo>
                <a:cubicBezTo>
                  <a:pt x="115" y="178"/>
                  <a:pt x="114" y="182"/>
                  <a:pt x="114" y="186"/>
                </a:cubicBezTo>
                <a:cubicBezTo>
                  <a:pt x="114" y="190"/>
                  <a:pt x="115" y="194"/>
                  <a:pt x="117" y="197"/>
                </a:cubicBezTo>
                <a:cubicBezTo>
                  <a:pt x="118" y="201"/>
                  <a:pt x="120" y="203"/>
                  <a:pt x="123" y="205"/>
                </a:cubicBezTo>
                <a:cubicBezTo>
                  <a:pt x="126" y="207"/>
                  <a:pt x="129" y="209"/>
                  <a:pt x="132" y="210"/>
                </a:cubicBezTo>
                <a:cubicBezTo>
                  <a:pt x="135" y="212"/>
                  <a:pt x="138" y="213"/>
                  <a:pt x="141" y="214"/>
                </a:cubicBezTo>
                <a:cubicBezTo>
                  <a:pt x="141" y="245"/>
                  <a:pt x="141" y="245"/>
                  <a:pt x="141" y="245"/>
                </a:cubicBezTo>
                <a:cubicBezTo>
                  <a:pt x="135" y="244"/>
                  <a:pt x="132" y="243"/>
                  <a:pt x="130" y="239"/>
                </a:cubicBezTo>
                <a:cubicBezTo>
                  <a:pt x="127" y="236"/>
                  <a:pt x="126" y="232"/>
                  <a:pt x="126" y="226"/>
                </a:cubicBezTo>
                <a:cubicBezTo>
                  <a:pt x="112" y="226"/>
                  <a:pt x="112" y="226"/>
                  <a:pt x="112" y="226"/>
                </a:cubicBezTo>
                <a:cubicBezTo>
                  <a:pt x="112" y="231"/>
                  <a:pt x="113" y="235"/>
                  <a:pt x="114" y="239"/>
                </a:cubicBezTo>
                <a:cubicBezTo>
                  <a:pt x="116" y="242"/>
                  <a:pt x="118" y="246"/>
                  <a:pt x="120" y="248"/>
                </a:cubicBezTo>
                <a:cubicBezTo>
                  <a:pt x="123" y="251"/>
                  <a:pt x="126" y="252"/>
                  <a:pt x="130" y="254"/>
                </a:cubicBezTo>
                <a:cubicBezTo>
                  <a:pt x="134" y="255"/>
                  <a:pt x="137" y="256"/>
                  <a:pt x="141" y="256"/>
                </a:cubicBezTo>
                <a:cubicBezTo>
                  <a:pt x="141" y="265"/>
                  <a:pt x="141" y="265"/>
                  <a:pt x="141" y="265"/>
                </a:cubicBezTo>
                <a:cubicBezTo>
                  <a:pt x="148" y="265"/>
                  <a:pt x="148" y="265"/>
                  <a:pt x="148" y="265"/>
                </a:cubicBezTo>
                <a:cubicBezTo>
                  <a:pt x="148" y="256"/>
                  <a:pt x="148" y="256"/>
                  <a:pt x="148" y="256"/>
                </a:cubicBezTo>
                <a:cubicBezTo>
                  <a:pt x="153" y="256"/>
                  <a:pt x="155" y="255"/>
                  <a:pt x="159" y="254"/>
                </a:cubicBezTo>
                <a:cubicBezTo>
                  <a:pt x="162" y="253"/>
                  <a:pt x="165" y="251"/>
                  <a:pt x="168" y="249"/>
                </a:cubicBezTo>
                <a:cubicBezTo>
                  <a:pt x="171" y="246"/>
                  <a:pt x="173" y="243"/>
                  <a:pt x="174" y="240"/>
                </a:cubicBezTo>
                <a:cubicBezTo>
                  <a:pt x="176" y="236"/>
                  <a:pt x="177" y="232"/>
                  <a:pt x="177" y="227"/>
                </a:cubicBezTo>
                <a:cubicBezTo>
                  <a:pt x="177" y="223"/>
                  <a:pt x="176" y="219"/>
                  <a:pt x="174" y="216"/>
                </a:cubicBezTo>
                <a:cubicBezTo>
                  <a:pt x="172" y="213"/>
                  <a:pt x="170" y="210"/>
                  <a:pt x="168" y="208"/>
                </a:cubicBezTo>
                <a:moveTo>
                  <a:pt x="141" y="198"/>
                </a:moveTo>
                <a:cubicBezTo>
                  <a:pt x="139" y="197"/>
                  <a:pt x="139" y="197"/>
                  <a:pt x="137" y="196"/>
                </a:cubicBezTo>
                <a:cubicBezTo>
                  <a:pt x="135" y="195"/>
                  <a:pt x="134" y="195"/>
                  <a:pt x="133" y="194"/>
                </a:cubicBezTo>
                <a:cubicBezTo>
                  <a:pt x="131" y="193"/>
                  <a:pt x="130" y="191"/>
                  <a:pt x="129" y="190"/>
                </a:cubicBezTo>
                <a:cubicBezTo>
                  <a:pt x="129" y="188"/>
                  <a:pt x="128" y="187"/>
                  <a:pt x="128" y="185"/>
                </a:cubicBezTo>
                <a:cubicBezTo>
                  <a:pt x="128" y="180"/>
                  <a:pt x="129" y="177"/>
                  <a:pt x="132" y="175"/>
                </a:cubicBezTo>
                <a:cubicBezTo>
                  <a:pt x="134" y="173"/>
                  <a:pt x="137" y="172"/>
                  <a:pt x="141" y="172"/>
                </a:cubicBezTo>
                <a:lnTo>
                  <a:pt x="141" y="198"/>
                </a:lnTo>
                <a:close/>
                <a:moveTo>
                  <a:pt x="158" y="241"/>
                </a:moveTo>
                <a:cubicBezTo>
                  <a:pt x="155" y="243"/>
                  <a:pt x="153" y="244"/>
                  <a:pt x="148" y="245"/>
                </a:cubicBezTo>
                <a:cubicBezTo>
                  <a:pt x="148" y="215"/>
                  <a:pt x="148" y="215"/>
                  <a:pt x="148" y="215"/>
                </a:cubicBezTo>
                <a:cubicBezTo>
                  <a:pt x="150" y="215"/>
                  <a:pt x="151" y="216"/>
                  <a:pt x="153" y="217"/>
                </a:cubicBezTo>
                <a:cubicBezTo>
                  <a:pt x="155" y="217"/>
                  <a:pt x="156" y="218"/>
                  <a:pt x="158" y="219"/>
                </a:cubicBezTo>
                <a:cubicBezTo>
                  <a:pt x="159" y="220"/>
                  <a:pt x="160" y="222"/>
                  <a:pt x="161" y="223"/>
                </a:cubicBezTo>
                <a:cubicBezTo>
                  <a:pt x="162" y="225"/>
                  <a:pt x="163" y="227"/>
                  <a:pt x="163" y="229"/>
                </a:cubicBezTo>
                <a:cubicBezTo>
                  <a:pt x="163" y="234"/>
                  <a:pt x="161" y="238"/>
                  <a:pt x="158" y="241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9" name="Freeform 39"/>
          <p:cNvSpPr>
            <a:spLocks noEditPoints="1"/>
          </p:cNvSpPr>
          <p:nvPr/>
        </p:nvSpPr>
        <p:spPr bwMode="auto">
          <a:xfrm>
            <a:off x="5251451" y="4254502"/>
            <a:ext cx="579967" cy="582084"/>
          </a:xfrm>
          <a:custGeom>
            <a:avLst/>
            <a:gdLst>
              <a:gd name="T0" fmla="*/ 189 w 353"/>
              <a:gd name="T1" fmla="*/ 126 h 353"/>
              <a:gd name="T2" fmla="*/ 214 w 353"/>
              <a:gd name="T3" fmla="*/ 138 h 353"/>
              <a:gd name="T4" fmla="*/ 222 w 353"/>
              <a:gd name="T5" fmla="*/ 121 h 353"/>
              <a:gd name="T6" fmla="*/ 190 w 353"/>
              <a:gd name="T7" fmla="*/ 110 h 353"/>
              <a:gd name="T8" fmla="*/ 155 w 353"/>
              <a:gd name="T9" fmla="*/ 124 h 353"/>
              <a:gd name="T10" fmla="*/ 139 w 353"/>
              <a:gd name="T11" fmla="*/ 157 h 353"/>
              <a:gd name="T12" fmla="*/ 130 w 353"/>
              <a:gd name="T13" fmla="*/ 157 h 353"/>
              <a:gd name="T14" fmla="*/ 125 w 353"/>
              <a:gd name="T15" fmla="*/ 169 h 353"/>
              <a:gd name="T16" fmla="*/ 138 w 353"/>
              <a:gd name="T17" fmla="*/ 169 h 353"/>
              <a:gd name="T18" fmla="*/ 138 w 353"/>
              <a:gd name="T19" fmla="*/ 172 h 353"/>
              <a:gd name="T20" fmla="*/ 138 w 353"/>
              <a:gd name="T21" fmla="*/ 175 h 353"/>
              <a:gd name="T22" fmla="*/ 138 w 353"/>
              <a:gd name="T23" fmla="*/ 178 h 353"/>
              <a:gd name="T24" fmla="*/ 138 w 353"/>
              <a:gd name="T25" fmla="*/ 181 h 353"/>
              <a:gd name="T26" fmla="*/ 130 w 353"/>
              <a:gd name="T27" fmla="*/ 181 h 353"/>
              <a:gd name="T28" fmla="*/ 125 w 353"/>
              <a:gd name="T29" fmla="*/ 192 h 353"/>
              <a:gd name="T30" fmla="*/ 139 w 353"/>
              <a:gd name="T31" fmla="*/ 192 h 353"/>
              <a:gd name="T32" fmla="*/ 153 w 353"/>
              <a:gd name="T33" fmla="*/ 227 h 353"/>
              <a:gd name="T34" fmla="*/ 190 w 353"/>
              <a:gd name="T35" fmla="*/ 242 h 353"/>
              <a:gd name="T36" fmla="*/ 217 w 353"/>
              <a:gd name="T37" fmla="*/ 234 h 353"/>
              <a:gd name="T38" fmla="*/ 217 w 353"/>
              <a:gd name="T39" fmla="*/ 214 h 353"/>
              <a:gd name="T40" fmla="*/ 205 w 353"/>
              <a:gd name="T41" fmla="*/ 223 h 353"/>
              <a:gd name="T42" fmla="*/ 190 w 353"/>
              <a:gd name="T43" fmla="*/ 226 h 353"/>
              <a:gd name="T44" fmla="*/ 169 w 353"/>
              <a:gd name="T45" fmla="*/ 216 h 353"/>
              <a:gd name="T46" fmla="*/ 160 w 353"/>
              <a:gd name="T47" fmla="*/ 192 h 353"/>
              <a:gd name="T48" fmla="*/ 195 w 353"/>
              <a:gd name="T49" fmla="*/ 192 h 353"/>
              <a:gd name="T50" fmla="*/ 200 w 353"/>
              <a:gd name="T51" fmla="*/ 181 h 353"/>
              <a:gd name="T52" fmla="*/ 159 w 353"/>
              <a:gd name="T53" fmla="*/ 181 h 353"/>
              <a:gd name="T54" fmla="*/ 159 w 353"/>
              <a:gd name="T55" fmla="*/ 175 h 353"/>
              <a:gd name="T56" fmla="*/ 159 w 353"/>
              <a:gd name="T57" fmla="*/ 171 h 353"/>
              <a:gd name="T58" fmla="*/ 159 w 353"/>
              <a:gd name="T59" fmla="*/ 169 h 353"/>
              <a:gd name="T60" fmla="*/ 202 w 353"/>
              <a:gd name="T61" fmla="*/ 169 h 353"/>
              <a:gd name="T62" fmla="*/ 207 w 353"/>
              <a:gd name="T63" fmla="*/ 157 h 353"/>
              <a:gd name="T64" fmla="*/ 160 w 353"/>
              <a:gd name="T65" fmla="*/ 157 h 353"/>
              <a:gd name="T66" fmla="*/ 169 w 353"/>
              <a:gd name="T67" fmla="*/ 136 h 353"/>
              <a:gd name="T68" fmla="*/ 189 w 353"/>
              <a:gd name="T69" fmla="*/ 126 h 353"/>
              <a:gd name="T70" fmla="*/ 177 w 353"/>
              <a:gd name="T71" fmla="*/ 0 h 353"/>
              <a:gd name="T72" fmla="*/ 0 w 353"/>
              <a:gd name="T73" fmla="*/ 176 h 353"/>
              <a:gd name="T74" fmla="*/ 177 w 353"/>
              <a:gd name="T75" fmla="*/ 353 h 353"/>
              <a:gd name="T76" fmla="*/ 353 w 353"/>
              <a:gd name="T77" fmla="*/ 176 h 353"/>
              <a:gd name="T78" fmla="*/ 177 w 353"/>
              <a:gd name="T79" fmla="*/ 0 h 353"/>
              <a:gd name="T80" fmla="*/ 177 w 353"/>
              <a:gd name="T81" fmla="*/ 337 h 353"/>
              <a:gd name="T82" fmla="*/ 16 w 353"/>
              <a:gd name="T83" fmla="*/ 176 h 353"/>
              <a:gd name="T84" fmla="*/ 177 w 353"/>
              <a:gd name="T85" fmla="*/ 16 h 353"/>
              <a:gd name="T86" fmla="*/ 337 w 353"/>
              <a:gd name="T87" fmla="*/ 176 h 353"/>
              <a:gd name="T88" fmla="*/ 177 w 353"/>
              <a:gd name="T89" fmla="*/ 337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353" h="353">
                <a:moveTo>
                  <a:pt x="189" y="126"/>
                </a:moveTo>
                <a:cubicBezTo>
                  <a:pt x="198" y="126"/>
                  <a:pt x="206" y="130"/>
                  <a:pt x="214" y="138"/>
                </a:cubicBezTo>
                <a:cubicBezTo>
                  <a:pt x="222" y="121"/>
                  <a:pt x="222" y="121"/>
                  <a:pt x="222" y="121"/>
                </a:cubicBezTo>
                <a:cubicBezTo>
                  <a:pt x="211" y="114"/>
                  <a:pt x="201" y="110"/>
                  <a:pt x="190" y="110"/>
                </a:cubicBezTo>
                <a:cubicBezTo>
                  <a:pt x="176" y="110"/>
                  <a:pt x="165" y="115"/>
                  <a:pt x="155" y="124"/>
                </a:cubicBezTo>
                <a:cubicBezTo>
                  <a:pt x="148" y="132"/>
                  <a:pt x="142" y="143"/>
                  <a:pt x="139" y="157"/>
                </a:cubicBezTo>
                <a:cubicBezTo>
                  <a:pt x="130" y="157"/>
                  <a:pt x="130" y="157"/>
                  <a:pt x="130" y="157"/>
                </a:cubicBezTo>
                <a:cubicBezTo>
                  <a:pt x="125" y="169"/>
                  <a:pt x="125" y="169"/>
                  <a:pt x="125" y="169"/>
                </a:cubicBezTo>
                <a:cubicBezTo>
                  <a:pt x="138" y="169"/>
                  <a:pt x="138" y="169"/>
                  <a:pt x="138" y="169"/>
                </a:cubicBezTo>
                <a:cubicBezTo>
                  <a:pt x="138" y="170"/>
                  <a:pt x="138" y="171"/>
                  <a:pt x="138" y="172"/>
                </a:cubicBezTo>
                <a:cubicBezTo>
                  <a:pt x="138" y="173"/>
                  <a:pt x="138" y="174"/>
                  <a:pt x="138" y="175"/>
                </a:cubicBezTo>
                <a:cubicBezTo>
                  <a:pt x="138" y="176"/>
                  <a:pt x="138" y="177"/>
                  <a:pt x="138" y="178"/>
                </a:cubicBezTo>
                <a:cubicBezTo>
                  <a:pt x="138" y="179"/>
                  <a:pt x="138" y="180"/>
                  <a:pt x="138" y="181"/>
                </a:cubicBezTo>
                <a:cubicBezTo>
                  <a:pt x="130" y="181"/>
                  <a:pt x="130" y="181"/>
                  <a:pt x="130" y="181"/>
                </a:cubicBezTo>
                <a:cubicBezTo>
                  <a:pt x="125" y="192"/>
                  <a:pt x="125" y="192"/>
                  <a:pt x="125" y="192"/>
                </a:cubicBezTo>
                <a:cubicBezTo>
                  <a:pt x="139" y="192"/>
                  <a:pt x="139" y="192"/>
                  <a:pt x="139" y="192"/>
                </a:cubicBezTo>
                <a:cubicBezTo>
                  <a:pt x="141" y="207"/>
                  <a:pt x="146" y="219"/>
                  <a:pt x="153" y="227"/>
                </a:cubicBezTo>
                <a:cubicBezTo>
                  <a:pt x="162" y="237"/>
                  <a:pt x="174" y="242"/>
                  <a:pt x="190" y="242"/>
                </a:cubicBezTo>
                <a:cubicBezTo>
                  <a:pt x="200" y="242"/>
                  <a:pt x="209" y="239"/>
                  <a:pt x="217" y="234"/>
                </a:cubicBezTo>
                <a:cubicBezTo>
                  <a:pt x="217" y="214"/>
                  <a:pt x="217" y="214"/>
                  <a:pt x="217" y="214"/>
                </a:cubicBezTo>
                <a:cubicBezTo>
                  <a:pt x="212" y="218"/>
                  <a:pt x="208" y="221"/>
                  <a:pt x="205" y="223"/>
                </a:cubicBezTo>
                <a:cubicBezTo>
                  <a:pt x="201" y="225"/>
                  <a:pt x="196" y="226"/>
                  <a:pt x="190" y="226"/>
                </a:cubicBezTo>
                <a:cubicBezTo>
                  <a:pt x="181" y="226"/>
                  <a:pt x="174" y="223"/>
                  <a:pt x="169" y="216"/>
                </a:cubicBezTo>
                <a:cubicBezTo>
                  <a:pt x="164" y="210"/>
                  <a:pt x="161" y="202"/>
                  <a:pt x="160" y="192"/>
                </a:cubicBezTo>
                <a:cubicBezTo>
                  <a:pt x="195" y="192"/>
                  <a:pt x="195" y="192"/>
                  <a:pt x="195" y="192"/>
                </a:cubicBezTo>
                <a:cubicBezTo>
                  <a:pt x="200" y="181"/>
                  <a:pt x="200" y="181"/>
                  <a:pt x="200" y="181"/>
                </a:cubicBezTo>
                <a:cubicBezTo>
                  <a:pt x="159" y="181"/>
                  <a:pt x="159" y="181"/>
                  <a:pt x="159" y="181"/>
                </a:cubicBezTo>
                <a:cubicBezTo>
                  <a:pt x="159" y="180"/>
                  <a:pt x="159" y="179"/>
                  <a:pt x="159" y="175"/>
                </a:cubicBezTo>
                <a:cubicBezTo>
                  <a:pt x="159" y="171"/>
                  <a:pt x="159" y="171"/>
                  <a:pt x="159" y="171"/>
                </a:cubicBezTo>
                <a:cubicBezTo>
                  <a:pt x="159" y="170"/>
                  <a:pt x="159" y="169"/>
                  <a:pt x="159" y="169"/>
                </a:cubicBezTo>
                <a:cubicBezTo>
                  <a:pt x="202" y="169"/>
                  <a:pt x="202" y="169"/>
                  <a:pt x="202" y="169"/>
                </a:cubicBezTo>
                <a:cubicBezTo>
                  <a:pt x="207" y="157"/>
                  <a:pt x="207" y="157"/>
                  <a:pt x="207" y="157"/>
                </a:cubicBezTo>
                <a:cubicBezTo>
                  <a:pt x="160" y="157"/>
                  <a:pt x="160" y="157"/>
                  <a:pt x="160" y="157"/>
                </a:cubicBezTo>
                <a:cubicBezTo>
                  <a:pt x="162" y="149"/>
                  <a:pt x="165" y="141"/>
                  <a:pt x="169" y="136"/>
                </a:cubicBezTo>
                <a:cubicBezTo>
                  <a:pt x="174" y="129"/>
                  <a:pt x="181" y="126"/>
                  <a:pt x="189" y="126"/>
                </a:cubicBezTo>
                <a:moveTo>
                  <a:pt x="177" y="0"/>
                </a:moveTo>
                <a:cubicBezTo>
                  <a:pt x="79" y="0"/>
                  <a:pt x="0" y="79"/>
                  <a:pt x="0" y="176"/>
                </a:cubicBezTo>
                <a:cubicBezTo>
                  <a:pt x="0" y="274"/>
                  <a:pt x="79" y="353"/>
                  <a:pt x="177" y="353"/>
                </a:cubicBezTo>
                <a:cubicBezTo>
                  <a:pt x="274" y="353"/>
                  <a:pt x="353" y="274"/>
                  <a:pt x="353" y="176"/>
                </a:cubicBezTo>
                <a:cubicBezTo>
                  <a:pt x="353" y="79"/>
                  <a:pt x="274" y="0"/>
                  <a:pt x="177" y="0"/>
                </a:cubicBezTo>
                <a:moveTo>
                  <a:pt x="177" y="337"/>
                </a:moveTo>
                <a:cubicBezTo>
                  <a:pt x="88" y="337"/>
                  <a:pt x="16" y="265"/>
                  <a:pt x="16" y="176"/>
                </a:cubicBezTo>
                <a:cubicBezTo>
                  <a:pt x="16" y="88"/>
                  <a:pt x="88" y="16"/>
                  <a:pt x="177" y="16"/>
                </a:cubicBezTo>
                <a:cubicBezTo>
                  <a:pt x="266" y="16"/>
                  <a:pt x="337" y="88"/>
                  <a:pt x="337" y="176"/>
                </a:cubicBezTo>
                <a:cubicBezTo>
                  <a:pt x="337" y="265"/>
                  <a:pt x="266" y="337"/>
                  <a:pt x="177" y="337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0" name="Freeform 40"/>
          <p:cNvSpPr>
            <a:spLocks noEditPoints="1"/>
          </p:cNvSpPr>
          <p:nvPr/>
        </p:nvSpPr>
        <p:spPr bwMode="auto">
          <a:xfrm>
            <a:off x="6362701" y="4254502"/>
            <a:ext cx="579967" cy="582084"/>
          </a:xfrm>
          <a:custGeom>
            <a:avLst/>
            <a:gdLst>
              <a:gd name="T0" fmla="*/ 152 w 353"/>
              <a:gd name="T1" fmla="*/ 172 h 353"/>
              <a:gd name="T2" fmla="*/ 170 w 353"/>
              <a:gd name="T3" fmla="*/ 181 h 353"/>
              <a:gd name="T4" fmla="*/ 176 w 353"/>
              <a:gd name="T5" fmla="*/ 169 h 353"/>
              <a:gd name="T6" fmla="*/ 153 w 353"/>
              <a:gd name="T7" fmla="*/ 160 h 353"/>
              <a:gd name="T8" fmla="*/ 126 w 353"/>
              <a:gd name="T9" fmla="*/ 171 h 353"/>
              <a:gd name="T10" fmla="*/ 114 w 353"/>
              <a:gd name="T11" fmla="*/ 195 h 353"/>
              <a:gd name="T12" fmla="*/ 107 w 353"/>
              <a:gd name="T13" fmla="*/ 195 h 353"/>
              <a:gd name="T14" fmla="*/ 104 w 353"/>
              <a:gd name="T15" fmla="*/ 203 h 353"/>
              <a:gd name="T16" fmla="*/ 113 w 353"/>
              <a:gd name="T17" fmla="*/ 203 h 353"/>
              <a:gd name="T18" fmla="*/ 113 w 353"/>
              <a:gd name="T19" fmla="*/ 206 h 353"/>
              <a:gd name="T20" fmla="*/ 113 w 353"/>
              <a:gd name="T21" fmla="*/ 208 h 353"/>
              <a:gd name="T22" fmla="*/ 113 w 353"/>
              <a:gd name="T23" fmla="*/ 210 h 353"/>
              <a:gd name="T24" fmla="*/ 113 w 353"/>
              <a:gd name="T25" fmla="*/ 212 h 353"/>
              <a:gd name="T26" fmla="*/ 108 w 353"/>
              <a:gd name="T27" fmla="*/ 212 h 353"/>
              <a:gd name="T28" fmla="*/ 104 w 353"/>
              <a:gd name="T29" fmla="*/ 221 h 353"/>
              <a:gd name="T30" fmla="*/ 114 w 353"/>
              <a:gd name="T31" fmla="*/ 221 h 353"/>
              <a:gd name="T32" fmla="*/ 125 w 353"/>
              <a:gd name="T33" fmla="*/ 246 h 353"/>
              <a:gd name="T34" fmla="*/ 153 w 353"/>
              <a:gd name="T35" fmla="*/ 257 h 353"/>
              <a:gd name="T36" fmla="*/ 173 w 353"/>
              <a:gd name="T37" fmla="*/ 251 h 353"/>
              <a:gd name="T38" fmla="*/ 173 w 353"/>
              <a:gd name="T39" fmla="*/ 236 h 353"/>
              <a:gd name="T40" fmla="*/ 164 w 353"/>
              <a:gd name="T41" fmla="*/ 243 h 353"/>
              <a:gd name="T42" fmla="*/ 153 w 353"/>
              <a:gd name="T43" fmla="*/ 245 h 353"/>
              <a:gd name="T44" fmla="*/ 136 w 353"/>
              <a:gd name="T45" fmla="*/ 237 h 353"/>
              <a:gd name="T46" fmla="*/ 130 w 353"/>
              <a:gd name="T47" fmla="*/ 221 h 353"/>
              <a:gd name="T48" fmla="*/ 156 w 353"/>
              <a:gd name="T49" fmla="*/ 221 h 353"/>
              <a:gd name="T50" fmla="*/ 160 w 353"/>
              <a:gd name="T51" fmla="*/ 212 h 353"/>
              <a:gd name="T52" fmla="*/ 129 w 353"/>
              <a:gd name="T53" fmla="*/ 212 h 353"/>
              <a:gd name="T54" fmla="*/ 129 w 353"/>
              <a:gd name="T55" fmla="*/ 208 h 353"/>
              <a:gd name="T56" fmla="*/ 129 w 353"/>
              <a:gd name="T57" fmla="*/ 205 h 353"/>
              <a:gd name="T58" fmla="*/ 129 w 353"/>
              <a:gd name="T59" fmla="*/ 203 h 353"/>
              <a:gd name="T60" fmla="*/ 161 w 353"/>
              <a:gd name="T61" fmla="*/ 203 h 353"/>
              <a:gd name="T62" fmla="*/ 165 w 353"/>
              <a:gd name="T63" fmla="*/ 195 h 353"/>
              <a:gd name="T64" fmla="*/ 130 w 353"/>
              <a:gd name="T65" fmla="*/ 195 h 353"/>
              <a:gd name="T66" fmla="*/ 137 w 353"/>
              <a:gd name="T67" fmla="*/ 179 h 353"/>
              <a:gd name="T68" fmla="*/ 152 w 353"/>
              <a:gd name="T69" fmla="*/ 172 h 353"/>
              <a:gd name="T70" fmla="*/ 208 w 353"/>
              <a:gd name="T71" fmla="*/ 0 h 353"/>
              <a:gd name="T72" fmla="*/ 94 w 353"/>
              <a:gd name="T73" fmla="*/ 56 h 353"/>
              <a:gd name="T74" fmla="*/ 122 w 353"/>
              <a:gd name="T75" fmla="*/ 50 h 353"/>
              <a:gd name="T76" fmla="*/ 208 w 353"/>
              <a:gd name="T77" fmla="*/ 16 h 353"/>
              <a:gd name="T78" fmla="*/ 337 w 353"/>
              <a:gd name="T79" fmla="*/ 144 h 353"/>
              <a:gd name="T80" fmla="*/ 303 w 353"/>
              <a:gd name="T81" fmla="*/ 231 h 353"/>
              <a:gd name="T82" fmla="*/ 297 w 353"/>
              <a:gd name="T83" fmla="*/ 258 h 353"/>
              <a:gd name="T84" fmla="*/ 353 w 353"/>
              <a:gd name="T85" fmla="*/ 144 h 353"/>
              <a:gd name="T86" fmla="*/ 208 w 353"/>
              <a:gd name="T87" fmla="*/ 0 h 353"/>
              <a:gd name="T88" fmla="*/ 144 w 353"/>
              <a:gd name="T89" fmla="*/ 64 h 353"/>
              <a:gd name="T90" fmla="*/ 0 w 353"/>
              <a:gd name="T91" fmla="*/ 209 h 353"/>
              <a:gd name="T92" fmla="*/ 144 w 353"/>
              <a:gd name="T93" fmla="*/ 353 h 353"/>
              <a:gd name="T94" fmla="*/ 289 w 353"/>
              <a:gd name="T95" fmla="*/ 209 h 353"/>
              <a:gd name="T96" fmla="*/ 144 w 353"/>
              <a:gd name="T97" fmla="*/ 64 h 353"/>
              <a:gd name="T98" fmla="*/ 144 w 353"/>
              <a:gd name="T99" fmla="*/ 337 h 353"/>
              <a:gd name="T100" fmla="*/ 16 w 353"/>
              <a:gd name="T101" fmla="*/ 209 h 353"/>
              <a:gd name="T102" fmla="*/ 144 w 353"/>
              <a:gd name="T103" fmla="*/ 80 h 353"/>
              <a:gd name="T104" fmla="*/ 272 w 353"/>
              <a:gd name="T105" fmla="*/ 209 h 353"/>
              <a:gd name="T106" fmla="*/ 144 w 353"/>
              <a:gd name="T107" fmla="*/ 337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353" h="353">
                <a:moveTo>
                  <a:pt x="152" y="172"/>
                </a:moveTo>
                <a:cubicBezTo>
                  <a:pt x="158" y="172"/>
                  <a:pt x="164" y="175"/>
                  <a:pt x="170" y="181"/>
                </a:cubicBezTo>
                <a:cubicBezTo>
                  <a:pt x="176" y="169"/>
                  <a:pt x="176" y="169"/>
                  <a:pt x="176" y="169"/>
                </a:cubicBezTo>
                <a:cubicBezTo>
                  <a:pt x="168" y="163"/>
                  <a:pt x="160" y="160"/>
                  <a:pt x="153" y="160"/>
                </a:cubicBezTo>
                <a:cubicBezTo>
                  <a:pt x="142" y="160"/>
                  <a:pt x="133" y="164"/>
                  <a:pt x="126" y="171"/>
                </a:cubicBezTo>
                <a:cubicBezTo>
                  <a:pt x="121" y="176"/>
                  <a:pt x="117" y="185"/>
                  <a:pt x="114" y="195"/>
                </a:cubicBezTo>
                <a:cubicBezTo>
                  <a:pt x="107" y="195"/>
                  <a:pt x="107" y="195"/>
                  <a:pt x="107" y="195"/>
                </a:cubicBezTo>
                <a:cubicBezTo>
                  <a:pt x="104" y="203"/>
                  <a:pt x="104" y="203"/>
                  <a:pt x="104" y="203"/>
                </a:cubicBezTo>
                <a:cubicBezTo>
                  <a:pt x="113" y="203"/>
                  <a:pt x="113" y="203"/>
                  <a:pt x="113" y="203"/>
                </a:cubicBezTo>
                <a:cubicBezTo>
                  <a:pt x="113" y="204"/>
                  <a:pt x="113" y="205"/>
                  <a:pt x="113" y="206"/>
                </a:cubicBezTo>
                <a:cubicBezTo>
                  <a:pt x="113" y="207"/>
                  <a:pt x="113" y="207"/>
                  <a:pt x="113" y="208"/>
                </a:cubicBezTo>
                <a:cubicBezTo>
                  <a:pt x="113" y="209"/>
                  <a:pt x="113" y="209"/>
                  <a:pt x="113" y="210"/>
                </a:cubicBezTo>
                <a:cubicBezTo>
                  <a:pt x="113" y="211"/>
                  <a:pt x="113" y="212"/>
                  <a:pt x="113" y="212"/>
                </a:cubicBezTo>
                <a:cubicBezTo>
                  <a:pt x="108" y="212"/>
                  <a:pt x="108" y="212"/>
                  <a:pt x="108" y="212"/>
                </a:cubicBezTo>
                <a:cubicBezTo>
                  <a:pt x="104" y="221"/>
                  <a:pt x="104" y="221"/>
                  <a:pt x="104" y="221"/>
                </a:cubicBezTo>
                <a:cubicBezTo>
                  <a:pt x="114" y="221"/>
                  <a:pt x="114" y="221"/>
                  <a:pt x="114" y="221"/>
                </a:cubicBezTo>
                <a:cubicBezTo>
                  <a:pt x="116" y="231"/>
                  <a:pt x="119" y="240"/>
                  <a:pt x="125" y="246"/>
                </a:cubicBezTo>
                <a:cubicBezTo>
                  <a:pt x="131" y="253"/>
                  <a:pt x="141" y="257"/>
                  <a:pt x="153" y="257"/>
                </a:cubicBezTo>
                <a:cubicBezTo>
                  <a:pt x="160" y="257"/>
                  <a:pt x="167" y="255"/>
                  <a:pt x="173" y="251"/>
                </a:cubicBezTo>
                <a:cubicBezTo>
                  <a:pt x="173" y="236"/>
                  <a:pt x="173" y="236"/>
                  <a:pt x="173" y="236"/>
                </a:cubicBezTo>
                <a:cubicBezTo>
                  <a:pt x="169" y="239"/>
                  <a:pt x="166" y="241"/>
                  <a:pt x="164" y="243"/>
                </a:cubicBezTo>
                <a:cubicBezTo>
                  <a:pt x="161" y="244"/>
                  <a:pt x="157" y="245"/>
                  <a:pt x="153" y="245"/>
                </a:cubicBezTo>
                <a:cubicBezTo>
                  <a:pt x="146" y="245"/>
                  <a:pt x="140" y="242"/>
                  <a:pt x="136" y="237"/>
                </a:cubicBezTo>
                <a:cubicBezTo>
                  <a:pt x="133" y="233"/>
                  <a:pt x="131" y="228"/>
                  <a:pt x="130" y="221"/>
                </a:cubicBezTo>
                <a:cubicBezTo>
                  <a:pt x="156" y="221"/>
                  <a:pt x="156" y="221"/>
                  <a:pt x="156" y="221"/>
                </a:cubicBezTo>
                <a:cubicBezTo>
                  <a:pt x="160" y="212"/>
                  <a:pt x="160" y="212"/>
                  <a:pt x="160" y="212"/>
                </a:cubicBezTo>
                <a:cubicBezTo>
                  <a:pt x="129" y="212"/>
                  <a:pt x="129" y="212"/>
                  <a:pt x="129" y="212"/>
                </a:cubicBezTo>
                <a:cubicBezTo>
                  <a:pt x="129" y="212"/>
                  <a:pt x="129" y="210"/>
                  <a:pt x="129" y="208"/>
                </a:cubicBezTo>
                <a:cubicBezTo>
                  <a:pt x="129" y="205"/>
                  <a:pt x="129" y="205"/>
                  <a:pt x="129" y="205"/>
                </a:cubicBezTo>
                <a:cubicBezTo>
                  <a:pt x="129" y="204"/>
                  <a:pt x="129" y="204"/>
                  <a:pt x="129" y="203"/>
                </a:cubicBezTo>
                <a:cubicBezTo>
                  <a:pt x="161" y="203"/>
                  <a:pt x="161" y="203"/>
                  <a:pt x="161" y="203"/>
                </a:cubicBezTo>
                <a:cubicBezTo>
                  <a:pt x="165" y="195"/>
                  <a:pt x="165" y="195"/>
                  <a:pt x="165" y="195"/>
                </a:cubicBezTo>
                <a:cubicBezTo>
                  <a:pt x="130" y="195"/>
                  <a:pt x="130" y="195"/>
                  <a:pt x="130" y="195"/>
                </a:cubicBezTo>
                <a:cubicBezTo>
                  <a:pt x="131" y="188"/>
                  <a:pt x="133" y="183"/>
                  <a:pt x="137" y="179"/>
                </a:cubicBezTo>
                <a:cubicBezTo>
                  <a:pt x="141" y="174"/>
                  <a:pt x="146" y="172"/>
                  <a:pt x="152" y="172"/>
                </a:cubicBezTo>
                <a:moveTo>
                  <a:pt x="208" y="0"/>
                </a:moveTo>
                <a:cubicBezTo>
                  <a:pt x="162" y="0"/>
                  <a:pt x="120" y="22"/>
                  <a:pt x="94" y="56"/>
                </a:cubicBezTo>
                <a:cubicBezTo>
                  <a:pt x="103" y="53"/>
                  <a:pt x="112" y="51"/>
                  <a:pt x="122" y="50"/>
                </a:cubicBezTo>
                <a:cubicBezTo>
                  <a:pt x="145" y="29"/>
                  <a:pt x="175" y="16"/>
                  <a:pt x="208" y="16"/>
                </a:cubicBezTo>
                <a:cubicBezTo>
                  <a:pt x="279" y="16"/>
                  <a:pt x="337" y="73"/>
                  <a:pt x="337" y="144"/>
                </a:cubicBezTo>
                <a:cubicBezTo>
                  <a:pt x="337" y="178"/>
                  <a:pt x="324" y="208"/>
                  <a:pt x="303" y="231"/>
                </a:cubicBezTo>
                <a:cubicBezTo>
                  <a:pt x="302" y="240"/>
                  <a:pt x="299" y="250"/>
                  <a:pt x="297" y="258"/>
                </a:cubicBezTo>
                <a:cubicBezTo>
                  <a:pt x="331" y="232"/>
                  <a:pt x="353" y="191"/>
                  <a:pt x="353" y="144"/>
                </a:cubicBezTo>
                <a:cubicBezTo>
                  <a:pt x="353" y="64"/>
                  <a:pt x="288" y="0"/>
                  <a:pt x="208" y="0"/>
                </a:cubicBezTo>
                <a:moveTo>
                  <a:pt x="144" y="64"/>
                </a:moveTo>
                <a:cubicBezTo>
                  <a:pt x="64" y="64"/>
                  <a:pt x="0" y="129"/>
                  <a:pt x="0" y="209"/>
                </a:cubicBezTo>
                <a:cubicBezTo>
                  <a:pt x="0" y="288"/>
                  <a:pt x="64" y="353"/>
                  <a:pt x="144" y="353"/>
                </a:cubicBezTo>
                <a:cubicBezTo>
                  <a:pt x="224" y="353"/>
                  <a:pt x="289" y="288"/>
                  <a:pt x="289" y="209"/>
                </a:cubicBezTo>
                <a:cubicBezTo>
                  <a:pt x="289" y="129"/>
                  <a:pt x="224" y="64"/>
                  <a:pt x="144" y="64"/>
                </a:cubicBezTo>
                <a:moveTo>
                  <a:pt x="144" y="337"/>
                </a:moveTo>
                <a:cubicBezTo>
                  <a:pt x="73" y="337"/>
                  <a:pt x="16" y="279"/>
                  <a:pt x="16" y="209"/>
                </a:cubicBezTo>
                <a:cubicBezTo>
                  <a:pt x="16" y="138"/>
                  <a:pt x="73" y="80"/>
                  <a:pt x="144" y="80"/>
                </a:cubicBezTo>
                <a:cubicBezTo>
                  <a:pt x="215" y="80"/>
                  <a:pt x="272" y="138"/>
                  <a:pt x="272" y="209"/>
                </a:cubicBezTo>
                <a:cubicBezTo>
                  <a:pt x="272" y="279"/>
                  <a:pt x="215" y="337"/>
                  <a:pt x="144" y="337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1" name="Freeform 41"/>
          <p:cNvSpPr>
            <a:spLocks noEditPoints="1"/>
          </p:cNvSpPr>
          <p:nvPr/>
        </p:nvSpPr>
        <p:spPr bwMode="auto">
          <a:xfrm>
            <a:off x="7469718" y="4254502"/>
            <a:ext cx="582084" cy="582084"/>
          </a:xfrm>
          <a:custGeom>
            <a:avLst/>
            <a:gdLst>
              <a:gd name="T0" fmla="*/ 176 w 353"/>
              <a:gd name="T1" fmla="*/ 0 h 353"/>
              <a:gd name="T2" fmla="*/ 0 w 353"/>
              <a:gd name="T3" fmla="*/ 176 h 353"/>
              <a:gd name="T4" fmla="*/ 176 w 353"/>
              <a:gd name="T5" fmla="*/ 353 h 353"/>
              <a:gd name="T6" fmla="*/ 353 w 353"/>
              <a:gd name="T7" fmla="*/ 176 h 353"/>
              <a:gd name="T8" fmla="*/ 176 w 353"/>
              <a:gd name="T9" fmla="*/ 0 h 353"/>
              <a:gd name="T10" fmla="*/ 176 w 353"/>
              <a:gd name="T11" fmla="*/ 337 h 353"/>
              <a:gd name="T12" fmla="*/ 16 w 353"/>
              <a:gd name="T13" fmla="*/ 176 h 353"/>
              <a:gd name="T14" fmla="*/ 176 w 353"/>
              <a:gd name="T15" fmla="*/ 16 h 353"/>
              <a:gd name="T16" fmla="*/ 337 w 353"/>
              <a:gd name="T17" fmla="*/ 176 h 353"/>
              <a:gd name="T18" fmla="*/ 176 w 353"/>
              <a:gd name="T19" fmla="*/ 337 h 353"/>
              <a:gd name="T20" fmla="*/ 207 w 353"/>
              <a:gd name="T21" fmla="*/ 133 h 353"/>
              <a:gd name="T22" fmla="*/ 212 w 353"/>
              <a:gd name="T23" fmla="*/ 113 h 353"/>
              <a:gd name="T24" fmla="*/ 199 w 353"/>
              <a:gd name="T25" fmla="*/ 110 h 353"/>
              <a:gd name="T26" fmla="*/ 194 w 353"/>
              <a:gd name="T27" fmla="*/ 130 h 353"/>
              <a:gd name="T28" fmla="*/ 183 w 353"/>
              <a:gd name="T29" fmla="*/ 127 h 353"/>
              <a:gd name="T30" fmla="*/ 189 w 353"/>
              <a:gd name="T31" fmla="*/ 107 h 353"/>
              <a:gd name="T32" fmla="*/ 176 w 353"/>
              <a:gd name="T33" fmla="*/ 104 h 353"/>
              <a:gd name="T34" fmla="*/ 170 w 353"/>
              <a:gd name="T35" fmla="*/ 125 h 353"/>
              <a:gd name="T36" fmla="*/ 162 w 353"/>
              <a:gd name="T37" fmla="*/ 123 h 353"/>
              <a:gd name="T38" fmla="*/ 162 w 353"/>
              <a:gd name="T39" fmla="*/ 123 h 353"/>
              <a:gd name="T40" fmla="*/ 144 w 353"/>
              <a:gd name="T41" fmla="*/ 118 h 353"/>
              <a:gd name="T42" fmla="*/ 141 w 353"/>
              <a:gd name="T43" fmla="*/ 132 h 353"/>
              <a:gd name="T44" fmla="*/ 150 w 353"/>
              <a:gd name="T45" fmla="*/ 134 h 353"/>
              <a:gd name="T46" fmla="*/ 156 w 353"/>
              <a:gd name="T47" fmla="*/ 141 h 353"/>
              <a:gd name="T48" fmla="*/ 150 w 353"/>
              <a:gd name="T49" fmla="*/ 165 h 353"/>
              <a:gd name="T50" fmla="*/ 152 w 353"/>
              <a:gd name="T51" fmla="*/ 165 h 353"/>
              <a:gd name="T52" fmla="*/ 150 w 353"/>
              <a:gd name="T53" fmla="*/ 165 h 353"/>
              <a:gd name="T54" fmla="*/ 142 w 353"/>
              <a:gd name="T55" fmla="*/ 198 h 353"/>
              <a:gd name="T56" fmla="*/ 136 w 353"/>
              <a:gd name="T57" fmla="*/ 201 h 353"/>
              <a:gd name="T58" fmla="*/ 127 w 353"/>
              <a:gd name="T59" fmla="*/ 198 h 353"/>
              <a:gd name="T60" fmla="*/ 120 w 353"/>
              <a:gd name="T61" fmla="*/ 213 h 353"/>
              <a:gd name="T62" fmla="*/ 137 w 353"/>
              <a:gd name="T63" fmla="*/ 217 h 353"/>
              <a:gd name="T64" fmla="*/ 146 w 353"/>
              <a:gd name="T65" fmla="*/ 219 h 353"/>
              <a:gd name="T66" fmla="*/ 141 w 353"/>
              <a:gd name="T67" fmla="*/ 240 h 353"/>
              <a:gd name="T68" fmla="*/ 154 w 353"/>
              <a:gd name="T69" fmla="*/ 243 h 353"/>
              <a:gd name="T70" fmla="*/ 159 w 353"/>
              <a:gd name="T71" fmla="*/ 222 h 353"/>
              <a:gd name="T72" fmla="*/ 169 w 353"/>
              <a:gd name="T73" fmla="*/ 225 h 353"/>
              <a:gd name="T74" fmla="*/ 164 w 353"/>
              <a:gd name="T75" fmla="*/ 246 h 353"/>
              <a:gd name="T76" fmla="*/ 177 w 353"/>
              <a:gd name="T77" fmla="*/ 249 h 353"/>
              <a:gd name="T78" fmla="*/ 182 w 353"/>
              <a:gd name="T79" fmla="*/ 228 h 353"/>
              <a:gd name="T80" fmla="*/ 228 w 353"/>
              <a:gd name="T81" fmla="*/ 211 h 353"/>
              <a:gd name="T82" fmla="*/ 216 w 353"/>
              <a:gd name="T83" fmla="*/ 181 h 353"/>
              <a:gd name="T84" fmla="*/ 232 w 353"/>
              <a:gd name="T85" fmla="*/ 162 h 353"/>
              <a:gd name="T86" fmla="*/ 207 w 353"/>
              <a:gd name="T87" fmla="*/ 133 h 353"/>
              <a:gd name="T88" fmla="*/ 203 w 353"/>
              <a:gd name="T89" fmla="*/ 202 h 353"/>
              <a:gd name="T90" fmla="*/ 163 w 353"/>
              <a:gd name="T91" fmla="*/ 207 h 353"/>
              <a:gd name="T92" fmla="*/ 170 w 353"/>
              <a:gd name="T93" fmla="*/ 180 h 353"/>
              <a:gd name="T94" fmla="*/ 203 w 353"/>
              <a:gd name="T95" fmla="*/ 202 h 353"/>
              <a:gd name="T96" fmla="*/ 207 w 353"/>
              <a:gd name="T97" fmla="*/ 162 h 353"/>
              <a:gd name="T98" fmla="*/ 174 w 353"/>
              <a:gd name="T99" fmla="*/ 167 h 353"/>
              <a:gd name="T100" fmla="*/ 180 w 353"/>
              <a:gd name="T101" fmla="*/ 142 h 353"/>
              <a:gd name="T102" fmla="*/ 207 w 353"/>
              <a:gd name="T103" fmla="*/ 162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353" h="353">
                <a:moveTo>
                  <a:pt x="176" y="0"/>
                </a:moveTo>
                <a:cubicBezTo>
                  <a:pt x="79" y="0"/>
                  <a:pt x="0" y="79"/>
                  <a:pt x="0" y="176"/>
                </a:cubicBezTo>
                <a:cubicBezTo>
                  <a:pt x="0" y="274"/>
                  <a:pt x="79" y="353"/>
                  <a:pt x="176" y="353"/>
                </a:cubicBezTo>
                <a:cubicBezTo>
                  <a:pt x="274" y="353"/>
                  <a:pt x="353" y="274"/>
                  <a:pt x="353" y="176"/>
                </a:cubicBezTo>
                <a:cubicBezTo>
                  <a:pt x="353" y="79"/>
                  <a:pt x="274" y="0"/>
                  <a:pt x="176" y="0"/>
                </a:cubicBezTo>
                <a:moveTo>
                  <a:pt x="176" y="337"/>
                </a:moveTo>
                <a:cubicBezTo>
                  <a:pt x="88" y="337"/>
                  <a:pt x="16" y="265"/>
                  <a:pt x="16" y="176"/>
                </a:cubicBezTo>
                <a:cubicBezTo>
                  <a:pt x="16" y="88"/>
                  <a:pt x="88" y="16"/>
                  <a:pt x="176" y="16"/>
                </a:cubicBezTo>
                <a:cubicBezTo>
                  <a:pt x="265" y="16"/>
                  <a:pt x="337" y="88"/>
                  <a:pt x="337" y="176"/>
                </a:cubicBezTo>
                <a:cubicBezTo>
                  <a:pt x="337" y="265"/>
                  <a:pt x="265" y="337"/>
                  <a:pt x="176" y="337"/>
                </a:cubicBezTo>
                <a:moveTo>
                  <a:pt x="207" y="133"/>
                </a:moveTo>
                <a:cubicBezTo>
                  <a:pt x="212" y="113"/>
                  <a:pt x="212" y="113"/>
                  <a:pt x="212" y="113"/>
                </a:cubicBezTo>
                <a:cubicBezTo>
                  <a:pt x="199" y="110"/>
                  <a:pt x="199" y="110"/>
                  <a:pt x="199" y="110"/>
                </a:cubicBezTo>
                <a:cubicBezTo>
                  <a:pt x="194" y="130"/>
                  <a:pt x="194" y="130"/>
                  <a:pt x="194" y="130"/>
                </a:cubicBezTo>
                <a:cubicBezTo>
                  <a:pt x="190" y="129"/>
                  <a:pt x="187" y="128"/>
                  <a:pt x="183" y="127"/>
                </a:cubicBezTo>
                <a:cubicBezTo>
                  <a:pt x="189" y="107"/>
                  <a:pt x="189" y="107"/>
                  <a:pt x="189" y="107"/>
                </a:cubicBezTo>
                <a:cubicBezTo>
                  <a:pt x="176" y="104"/>
                  <a:pt x="176" y="104"/>
                  <a:pt x="176" y="104"/>
                </a:cubicBezTo>
                <a:cubicBezTo>
                  <a:pt x="170" y="125"/>
                  <a:pt x="170" y="125"/>
                  <a:pt x="170" y="125"/>
                </a:cubicBezTo>
                <a:cubicBezTo>
                  <a:pt x="168" y="124"/>
                  <a:pt x="165" y="123"/>
                  <a:pt x="162" y="123"/>
                </a:cubicBezTo>
                <a:cubicBezTo>
                  <a:pt x="162" y="123"/>
                  <a:pt x="162" y="123"/>
                  <a:pt x="162" y="123"/>
                </a:cubicBezTo>
                <a:cubicBezTo>
                  <a:pt x="144" y="118"/>
                  <a:pt x="144" y="118"/>
                  <a:pt x="144" y="118"/>
                </a:cubicBezTo>
                <a:cubicBezTo>
                  <a:pt x="141" y="132"/>
                  <a:pt x="141" y="132"/>
                  <a:pt x="141" y="132"/>
                </a:cubicBezTo>
                <a:cubicBezTo>
                  <a:pt x="141" y="132"/>
                  <a:pt x="151" y="134"/>
                  <a:pt x="150" y="134"/>
                </a:cubicBezTo>
                <a:cubicBezTo>
                  <a:pt x="156" y="135"/>
                  <a:pt x="157" y="139"/>
                  <a:pt x="156" y="141"/>
                </a:cubicBezTo>
                <a:cubicBezTo>
                  <a:pt x="150" y="165"/>
                  <a:pt x="150" y="165"/>
                  <a:pt x="150" y="165"/>
                </a:cubicBezTo>
                <a:cubicBezTo>
                  <a:pt x="151" y="165"/>
                  <a:pt x="151" y="165"/>
                  <a:pt x="152" y="165"/>
                </a:cubicBezTo>
                <a:cubicBezTo>
                  <a:pt x="151" y="165"/>
                  <a:pt x="151" y="165"/>
                  <a:pt x="150" y="165"/>
                </a:cubicBezTo>
                <a:cubicBezTo>
                  <a:pt x="142" y="198"/>
                  <a:pt x="142" y="198"/>
                  <a:pt x="142" y="198"/>
                </a:cubicBezTo>
                <a:cubicBezTo>
                  <a:pt x="141" y="199"/>
                  <a:pt x="140" y="202"/>
                  <a:pt x="136" y="201"/>
                </a:cubicBezTo>
                <a:cubicBezTo>
                  <a:pt x="136" y="201"/>
                  <a:pt x="127" y="198"/>
                  <a:pt x="127" y="198"/>
                </a:cubicBezTo>
                <a:cubicBezTo>
                  <a:pt x="120" y="213"/>
                  <a:pt x="120" y="213"/>
                  <a:pt x="120" y="213"/>
                </a:cubicBezTo>
                <a:cubicBezTo>
                  <a:pt x="137" y="217"/>
                  <a:pt x="137" y="217"/>
                  <a:pt x="137" y="217"/>
                </a:cubicBezTo>
                <a:cubicBezTo>
                  <a:pt x="140" y="218"/>
                  <a:pt x="143" y="218"/>
                  <a:pt x="146" y="219"/>
                </a:cubicBezTo>
                <a:cubicBezTo>
                  <a:pt x="141" y="240"/>
                  <a:pt x="141" y="240"/>
                  <a:pt x="141" y="240"/>
                </a:cubicBezTo>
                <a:cubicBezTo>
                  <a:pt x="154" y="243"/>
                  <a:pt x="154" y="243"/>
                  <a:pt x="154" y="243"/>
                </a:cubicBezTo>
                <a:cubicBezTo>
                  <a:pt x="159" y="222"/>
                  <a:pt x="159" y="222"/>
                  <a:pt x="159" y="222"/>
                </a:cubicBezTo>
                <a:cubicBezTo>
                  <a:pt x="163" y="223"/>
                  <a:pt x="166" y="224"/>
                  <a:pt x="169" y="225"/>
                </a:cubicBezTo>
                <a:cubicBezTo>
                  <a:pt x="164" y="246"/>
                  <a:pt x="164" y="246"/>
                  <a:pt x="164" y="246"/>
                </a:cubicBezTo>
                <a:cubicBezTo>
                  <a:pt x="177" y="249"/>
                  <a:pt x="177" y="249"/>
                  <a:pt x="177" y="249"/>
                </a:cubicBezTo>
                <a:cubicBezTo>
                  <a:pt x="182" y="228"/>
                  <a:pt x="182" y="228"/>
                  <a:pt x="182" y="228"/>
                </a:cubicBezTo>
                <a:cubicBezTo>
                  <a:pt x="204" y="232"/>
                  <a:pt x="221" y="230"/>
                  <a:pt x="228" y="211"/>
                </a:cubicBezTo>
                <a:cubicBezTo>
                  <a:pt x="233" y="195"/>
                  <a:pt x="227" y="186"/>
                  <a:pt x="216" y="181"/>
                </a:cubicBezTo>
                <a:cubicBezTo>
                  <a:pt x="224" y="179"/>
                  <a:pt x="231" y="173"/>
                  <a:pt x="232" y="162"/>
                </a:cubicBezTo>
                <a:cubicBezTo>
                  <a:pt x="235" y="147"/>
                  <a:pt x="223" y="139"/>
                  <a:pt x="207" y="133"/>
                </a:cubicBezTo>
                <a:moveTo>
                  <a:pt x="203" y="202"/>
                </a:moveTo>
                <a:cubicBezTo>
                  <a:pt x="199" y="218"/>
                  <a:pt x="172" y="209"/>
                  <a:pt x="163" y="207"/>
                </a:cubicBezTo>
                <a:cubicBezTo>
                  <a:pt x="170" y="180"/>
                  <a:pt x="170" y="180"/>
                  <a:pt x="170" y="180"/>
                </a:cubicBezTo>
                <a:cubicBezTo>
                  <a:pt x="179" y="182"/>
                  <a:pt x="207" y="186"/>
                  <a:pt x="203" y="202"/>
                </a:cubicBezTo>
                <a:moveTo>
                  <a:pt x="207" y="162"/>
                </a:moveTo>
                <a:cubicBezTo>
                  <a:pt x="203" y="176"/>
                  <a:pt x="181" y="169"/>
                  <a:pt x="174" y="167"/>
                </a:cubicBezTo>
                <a:cubicBezTo>
                  <a:pt x="180" y="142"/>
                  <a:pt x="180" y="142"/>
                  <a:pt x="180" y="142"/>
                </a:cubicBezTo>
                <a:cubicBezTo>
                  <a:pt x="187" y="144"/>
                  <a:pt x="211" y="147"/>
                  <a:pt x="207" y="162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2" name="Freeform 42"/>
          <p:cNvSpPr>
            <a:spLocks noEditPoints="1"/>
          </p:cNvSpPr>
          <p:nvPr/>
        </p:nvSpPr>
        <p:spPr bwMode="auto">
          <a:xfrm>
            <a:off x="8578851" y="4254502"/>
            <a:ext cx="582084" cy="582084"/>
          </a:xfrm>
          <a:custGeom>
            <a:avLst/>
            <a:gdLst>
              <a:gd name="T0" fmla="*/ 209 w 353"/>
              <a:gd name="T1" fmla="*/ 0 h 353"/>
              <a:gd name="T2" fmla="*/ 95 w 353"/>
              <a:gd name="T3" fmla="*/ 56 h 353"/>
              <a:gd name="T4" fmla="*/ 122 w 353"/>
              <a:gd name="T5" fmla="*/ 50 h 353"/>
              <a:gd name="T6" fmla="*/ 209 w 353"/>
              <a:gd name="T7" fmla="*/ 16 h 353"/>
              <a:gd name="T8" fmla="*/ 337 w 353"/>
              <a:gd name="T9" fmla="*/ 144 h 353"/>
              <a:gd name="T10" fmla="*/ 304 w 353"/>
              <a:gd name="T11" fmla="*/ 231 h 353"/>
              <a:gd name="T12" fmla="*/ 297 w 353"/>
              <a:gd name="T13" fmla="*/ 258 h 353"/>
              <a:gd name="T14" fmla="*/ 353 w 353"/>
              <a:gd name="T15" fmla="*/ 144 h 353"/>
              <a:gd name="T16" fmla="*/ 209 w 353"/>
              <a:gd name="T17" fmla="*/ 0 h 353"/>
              <a:gd name="T18" fmla="*/ 145 w 353"/>
              <a:gd name="T19" fmla="*/ 64 h 353"/>
              <a:gd name="T20" fmla="*/ 0 w 353"/>
              <a:gd name="T21" fmla="*/ 209 h 353"/>
              <a:gd name="T22" fmla="*/ 145 w 353"/>
              <a:gd name="T23" fmla="*/ 353 h 353"/>
              <a:gd name="T24" fmla="*/ 289 w 353"/>
              <a:gd name="T25" fmla="*/ 209 h 353"/>
              <a:gd name="T26" fmla="*/ 145 w 353"/>
              <a:gd name="T27" fmla="*/ 64 h 353"/>
              <a:gd name="T28" fmla="*/ 145 w 353"/>
              <a:gd name="T29" fmla="*/ 337 h 353"/>
              <a:gd name="T30" fmla="*/ 16 w 353"/>
              <a:gd name="T31" fmla="*/ 209 h 353"/>
              <a:gd name="T32" fmla="*/ 145 w 353"/>
              <a:gd name="T33" fmla="*/ 80 h 353"/>
              <a:gd name="T34" fmla="*/ 273 w 353"/>
              <a:gd name="T35" fmla="*/ 209 h 353"/>
              <a:gd name="T36" fmla="*/ 145 w 353"/>
              <a:gd name="T37" fmla="*/ 337 h 353"/>
              <a:gd name="T38" fmla="*/ 164 w 353"/>
              <a:gd name="T39" fmla="*/ 175 h 353"/>
              <a:gd name="T40" fmla="*/ 168 w 353"/>
              <a:gd name="T41" fmla="*/ 159 h 353"/>
              <a:gd name="T42" fmla="*/ 158 w 353"/>
              <a:gd name="T43" fmla="*/ 157 h 353"/>
              <a:gd name="T44" fmla="*/ 154 w 353"/>
              <a:gd name="T45" fmla="*/ 172 h 353"/>
              <a:gd name="T46" fmla="*/ 146 w 353"/>
              <a:gd name="T47" fmla="*/ 170 h 353"/>
              <a:gd name="T48" fmla="*/ 150 w 353"/>
              <a:gd name="T49" fmla="*/ 155 h 353"/>
              <a:gd name="T50" fmla="*/ 140 w 353"/>
              <a:gd name="T51" fmla="*/ 152 h 353"/>
              <a:gd name="T52" fmla="*/ 136 w 353"/>
              <a:gd name="T53" fmla="*/ 168 h 353"/>
              <a:gd name="T54" fmla="*/ 129 w 353"/>
              <a:gd name="T55" fmla="*/ 167 h 353"/>
              <a:gd name="T56" fmla="*/ 129 w 353"/>
              <a:gd name="T57" fmla="*/ 167 h 353"/>
              <a:gd name="T58" fmla="*/ 116 w 353"/>
              <a:gd name="T59" fmla="*/ 163 h 353"/>
              <a:gd name="T60" fmla="*/ 113 w 353"/>
              <a:gd name="T61" fmla="*/ 174 h 353"/>
              <a:gd name="T62" fmla="*/ 120 w 353"/>
              <a:gd name="T63" fmla="*/ 176 h 353"/>
              <a:gd name="T64" fmla="*/ 125 w 353"/>
              <a:gd name="T65" fmla="*/ 181 h 353"/>
              <a:gd name="T66" fmla="*/ 120 w 353"/>
              <a:gd name="T67" fmla="*/ 199 h 353"/>
              <a:gd name="T68" fmla="*/ 121 w 353"/>
              <a:gd name="T69" fmla="*/ 200 h 353"/>
              <a:gd name="T70" fmla="*/ 120 w 353"/>
              <a:gd name="T71" fmla="*/ 200 h 353"/>
              <a:gd name="T72" fmla="*/ 114 w 353"/>
              <a:gd name="T73" fmla="*/ 225 h 353"/>
              <a:gd name="T74" fmla="*/ 109 w 353"/>
              <a:gd name="T75" fmla="*/ 227 h 353"/>
              <a:gd name="T76" fmla="*/ 102 w 353"/>
              <a:gd name="T77" fmla="*/ 226 h 353"/>
              <a:gd name="T78" fmla="*/ 96 w 353"/>
              <a:gd name="T79" fmla="*/ 237 h 353"/>
              <a:gd name="T80" fmla="*/ 110 w 353"/>
              <a:gd name="T81" fmla="*/ 240 h 353"/>
              <a:gd name="T82" fmla="*/ 117 w 353"/>
              <a:gd name="T83" fmla="*/ 242 h 353"/>
              <a:gd name="T84" fmla="*/ 113 w 353"/>
              <a:gd name="T85" fmla="*/ 258 h 353"/>
              <a:gd name="T86" fmla="*/ 123 w 353"/>
              <a:gd name="T87" fmla="*/ 260 h 353"/>
              <a:gd name="T88" fmla="*/ 127 w 353"/>
              <a:gd name="T89" fmla="*/ 244 h 353"/>
              <a:gd name="T90" fmla="*/ 135 w 353"/>
              <a:gd name="T91" fmla="*/ 246 h 353"/>
              <a:gd name="T92" fmla="*/ 131 w 353"/>
              <a:gd name="T93" fmla="*/ 262 h 353"/>
              <a:gd name="T94" fmla="*/ 141 w 353"/>
              <a:gd name="T95" fmla="*/ 265 h 353"/>
              <a:gd name="T96" fmla="*/ 145 w 353"/>
              <a:gd name="T97" fmla="*/ 249 h 353"/>
              <a:gd name="T98" fmla="*/ 181 w 353"/>
              <a:gd name="T99" fmla="*/ 235 h 353"/>
              <a:gd name="T100" fmla="*/ 172 w 353"/>
              <a:gd name="T101" fmla="*/ 212 h 353"/>
              <a:gd name="T102" fmla="*/ 185 w 353"/>
              <a:gd name="T103" fmla="*/ 197 h 353"/>
              <a:gd name="T104" fmla="*/ 164 w 353"/>
              <a:gd name="T105" fmla="*/ 175 h 353"/>
              <a:gd name="T106" fmla="*/ 161 w 353"/>
              <a:gd name="T107" fmla="*/ 229 h 353"/>
              <a:gd name="T108" fmla="*/ 130 w 353"/>
              <a:gd name="T109" fmla="*/ 233 h 353"/>
              <a:gd name="T110" fmla="*/ 136 w 353"/>
              <a:gd name="T111" fmla="*/ 211 h 353"/>
              <a:gd name="T112" fmla="*/ 161 w 353"/>
              <a:gd name="T113" fmla="*/ 229 h 353"/>
              <a:gd name="T114" fmla="*/ 165 w 353"/>
              <a:gd name="T115" fmla="*/ 197 h 353"/>
              <a:gd name="T116" fmla="*/ 138 w 353"/>
              <a:gd name="T117" fmla="*/ 201 h 353"/>
              <a:gd name="T118" fmla="*/ 143 w 353"/>
              <a:gd name="T119" fmla="*/ 182 h 353"/>
              <a:gd name="T120" fmla="*/ 165 w 353"/>
              <a:gd name="T121" fmla="*/ 197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353" h="353">
                <a:moveTo>
                  <a:pt x="209" y="0"/>
                </a:moveTo>
                <a:cubicBezTo>
                  <a:pt x="162" y="0"/>
                  <a:pt x="121" y="22"/>
                  <a:pt x="95" y="56"/>
                </a:cubicBezTo>
                <a:cubicBezTo>
                  <a:pt x="104" y="53"/>
                  <a:pt x="113" y="51"/>
                  <a:pt x="122" y="50"/>
                </a:cubicBezTo>
                <a:cubicBezTo>
                  <a:pt x="145" y="29"/>
                  <a:pt x="176" y="16"/>
                  <a:pt x="209" y="16"/>
                </a:cubicBezTo>
                <a:cubicBezTo>
                  <a:pt x="280" y="16"/>
                  <a:pt x="337" y="73"/>
                  <a:pt x="337" y="144"/>
                </a:cubicBezTo>
                <a:cubicBezTo>
                  <a:pt x="337" y="178"/>
                  <a:pt x="324" y="208"/>
                  <a:pt x="304" y="231"/>
                </a:cubicBezTo>
                <a:cubicBezTo>
                  <a:pt x="302" y="240"/>
                  <a:pt x="300" y="250"/>
                  <a:pt x="297" y="258"/>
                </a:cubicBezTo>
                <a:cubicBezTo>
                  <a:pt x="331" y="232"/>
                  <a:pt x="353" y="191"/>
                  <a:pt x="353" y="144"/>
                </a:cubicBezTo>
                <a:cubicBezTo>
                  <a:pt x="353" y="64"/>
                  <a:pt x="289" y="0"/>
                  <a:pt x="209" y="0"/>
                </a:cubicBezTo>
                <a:moveTo>
                  <a:pt x="145" y="64"/>
                </a:moveTo>
                <a:cubicBezTo>
                  <a:pt x="65" y="64"/>
                  <a:pt x="0" y="129"/>
                  <a:pt x="0" y="209"/>
                </a:cubicBezTo>
                <a:cubicBezTo>
                  <a:pt x="0" y="288"/>
                  <a:pt x="65" y="353"/>
                  <a:pt x="145" y="353"/>
                </a:cubicBezTo>
                <a:cubicBezTo>
                  <a:pt x="225" y="353"/>
                  <a:pt x="289" y="288"/>
                  <a:pt x="289" y="209"/>
                </a:cubicBezTo>
                <a:cubicBezTo>
                  <a:pt x="289" y="129"/>
                  <a:pt x="225" y="64"/>
                  <a:pt x="145" y="64"/>
                </a:cubicBezTo>
                <a:moveTo>
                  <a:pt x="145" y="337"/>
                </a:moveTo>
                <a:cubicBezTo>
                  <a:pt x="74" y="337"/>
                  <a:pt x="16" y="279"/>
                  <a:pt x="16" y="209"/>
                </a:cubicBezTo>
                <a:cubicBezTo>
                  <a:pt x="16" y="138"/>
                  <a:pt x="74" y="80"/>
                  <a:pt x="145" y="80"/>
                </a:cubicBezTo>
                <a:cubicBezTo>
                  <a:pt x="216" y="80"/>
                  <a:pt x="273" y="138"/>
                  <a:pt x="273" y="209"/>
                </a:cubicBezTo>
                <a:cubicBezTo>
                  <a:pt x="273" y="279"/>
                  <a:pt x="216" y="337"/>
                  <a:pt x="145" y="337"/>
                </a:cubicBezTo>
                <a:moveTo>
                  <a:pt x="164" y="175"/>
                </a:moveTo>
                <a:cubicBezTo>
                  <a:pt x="168" y="159"/>
                  <a:pt x="168" y="159"/>
                  <a:pt x="168" y="159"/>
                </a:cubicBezTo>
                <a:cubicBezTo>
                  <a:pt x="158" y="157"/>
                  <a:pt x="158" y="157"/>
                  <a:pt x="158" y="157"/>
                </a:cubicBezTo>
                <a:cubicBezTo>
                  <a:pt x="154" y="172"/>
                  <a:pt x="154" y="172"/>
                  <a:pt x="154" y="172"/>
                </a:cubicBezTo>
                <a:cubicBezTo>
                  <a:pt x="152" y="172"/>
                  <a:pt x="149" y="171"/>
                  <a:pt x="146" y="170"/>
                </a:cubicBezTo>
                <a:cubicBezTo>
                  <a:pt x="150" y="155"/>
                  <a:pt x="150" y="155"/>
                  <a:pt x="150" y="155"/>
                </a:cubicBezTo>
                <a:cubicBezTo>
                  <a:pt x="140" y="152"/>
                  <a:pt x="140" y="152"/>
                  <a:pt x="140" y="152"/>
                </a:cubicBezTo>
                <a:cubicBezTo>
                  <a:pt x="136" y="168"/>
                  <a:pt x="136" y="168"/>
                  <a:pt x="136" y="168"/>
                </a:cubicBezTo>
                <a:cubicBezTo>
                  <a:pt x="134" y="168"/>
                  <a:pt x="132" y="167"/>
                  <a:pt x="129" y="167"/>
                </a:cubicBezTo>
                <a:cubicBezTo>
                  <a:pt x="129" y="167"/>
                  <a:pt x="129" y="167"/>
                  <a:pt x="129" y="167"/>
                </a:cubicBezTo>
                <a:cubicBezTo>
                  <a:pt x="116" y="163"/>
                  <a:pt x="116" y="163"/>
                  <a:pt x="116" y="163"/>
                </a:cubicBezTo>
                <a:cubicBezTo>
                  <a:pt x="113" y="174"/>
                  <a:pt x="113" y="174"/>
                  <a:pt x="113" y="174"/>
                </a:cubicBezTo>
                <a:cubicBezTo>
                  <a:pt x="113" y="174"/>
                  <a:pt x="120" y="175"/>
                  <a:pt x="120" y="176"/>
                </a:cubicBezTo>
                <a:cubicBezTo>
                  <a:pt x="124" y="177"/>
                  <a:pt x="125" y="179"/>
                  <a:pt x="125" y="181"/>
                </a:cubicBezTo>
                <a:cubicBezTo>
                  <a:pt x="120" y="199"/>
                  <a:pt x="120" y="199"/>
                  <a:pt x="120" y="199"/>
                </a:cubicBezTo>
                <a:cubicBezTo>
                  <a:pt x="120" y="200"/>
                  <a:pt x="121" y="200"/>
                  <a:pt x="121" y="200"/>
                </a:cubicBezTo>
                <a:cubicBezTo>
                  <a:pt x="121" y="200"/>
                  <a:pt x="121" y="200"/>
                  <a:pt x="120" y="200"/>
                </a:cubicBezTo>
                <a:cubicBezTo>
                  <a:pt x="114" y="225"/>
                  <a:pt x="114" y="225"/>
                  <a:pt x="114" y="225"/>
                </a:cubicBezTo>
                <a:cubicBezTo>
                  <a:pt x="113" y="226"/>
                  <a:pt x="112" y="228"/>
                  <a:pt x="109" y="227"/>
                </a:cubicBezTo>
                <a:cubicBezTo>
                  <a:pt x="109" y="228"/>
                  <a:pt x="102" y="226"/>
                  <a:pt x="102" y="226"/>
                </a:cubicBezTo>
                <a:cubicBezTo>
                  <a:pt x="96" y="237"/>
                  <a:pt x="96" y="237"/>
                  <a:pt x="96" y="237"/>
                </a:cubicBezTo>
                <a:cubicBezTo>
                  <a:pt x="110" y="240"/>
                  <a:pt x="110" y="240"/>
                  <a:pt x="110" y="240"/>
                </a:cubicBezTo>
                <a:cubicBezTo>
                  <a:pt x="112" y="241"/>
                  <a:pt x="115" y="241"/>
                  <a:pt x="117" y="242"/>
                </a:cubicBezTo>
                <a:cubicBezTo>
                  <a:pt x="113" y="258"/>
                  <a:pt x="113" y="258"/>
                  <a:pt x="113" y="258"/>
                </a:cubicBezTo>
                <a:cubicBezTo>
                  <a:pt x="123" y="260"/>
                  <a:pt x="123" y="260"/>
                  <a:pt x="123" y="260"/>
                </a:cubicBezTo>
                <a:cubicBezTo>
                  <a:pt x="127" y="244"/>
                  <a:pt x="127" y="244"/>
                  <a:pt x="127" y="244"/>
                </a:cubicBezTo>
                <a:cubicBezTo>
                  <a:pt x="130" y="245"/>
                  <a:pt x="132" y="246"/>
                  <a:pt x="135" y="246"/>
                </a:cubicBezTo>
                <a:cubicBezTo>
                  <a:pt x="131" y="262"/>
                  <a:pt x="131" y="262"/>
                  <a:pt x="131" y="262"/>
                </a:cubicBezTo>
                <a:cubicBezTo>
                  <a:pt x="141" y="265"/>
                  <a:pt x="141" y="265"/>
                  <a:pt x="141" y="265"/>
                </a:cubicBezTo>
                <a:cubicBezTo>
                  <a:pt x="145" y="249"/>
                  <a:pt x="145" y="249"/>
                  <a:pt x="145" y="249"/>
                </a:cubicBezTo>
                <a:cubicBezTo>
                  <a:pt x="163" y="252"/>
                  <a:pt x="176" y="250"/>
                  <a:pt x="181" y="235"/>
                </a:cubicBezTo>
                <a:cubicBezTo>
                  <a:pt x="185" y="223"/>
                  <a:pt x="181" y="216"/>
                  <a:pt x="172" y="212"/>
                </a:cubicBezTo>
                <a:cubicBezTo>
                  <a:pt x="178" y="210"/>
                  <a:pt x="183" y="206"/>
                  <a:pt x="185" y="197"/>
                </a:cubicBezTo>
                <a:cubicBezTo>
                  <a:pt x="186" y="186"/>
                  <a:pt x="177" y="179"/>
                  <a:pt x="164" y="175"/>
                </a:cubicBezTo>
                <a:moveTo>
                  <a:pt x="161" y="229"/>
                </a:moveTo>
                <a:cubicBezTo>
                  <a:pt x="158" y="241"/>
                  <a:pt x="137" y="234"/>
                  <a:pt x="130" y="233"/>
                </a:cubicBezTo>
                <a:cubicBezTo>
                  <a:pt x="136" y="211"/>
                  <a:pt x="136" y="211"/>
                  <a:pt x="136" y="211"/>
                </a:cubicBezTo>
                <a:cubicBezTo>
                  <a:pt x="143" y="213"/>
                  <a:pt x="165" y="216"/>
                  <a:pt x="161" y="229"/>
                </a:cubicBezTo>
                <a:moveTo>
                  <a:pt x="165" y="197"/>
                </a:moveTo>
                <a:cubicBezTo>
                  <a:pt x="162" y="208"/>
                  <a:pt x="144" y="203"/>
                  <a:pt x="138" y="201"/>
                </a:cubicBezTo>
                <a:cubicBezTo>
                  <a:pt x="143" y="182"/>
                  <a:pt x="143" y="182"/>
                  <a:pt x="143" y="182"/>
                </a:cubicBezTo>
                <a:cubicBezTo>
                  <a:pt x="149" y="183"/>
                  <a:pt x="168" y="186"/>
                  <a:pt x="165" y="197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3" name="Freeform 43"/>
          <p:cNvSpPr>
            <a:spLocks noEditPoints="1"/>
          </p:cNvSpPr>
          <p:nvPr/>
        </p:nvSpPr>
        <p:spPr bwMode="auto">
          <a:xfrm>
            <a:off x="9690101" y="4385735"/>
            <a:ext cx="579967" cy="317500"/>
          </a:xfrm>
          <a:custGeom>
            <a:avLst/>
            <a:gdLst>
              <a:gd name="T0" fmla="*/ 72 w 353"/>
              <a:gd name="T1" fmla="*/ 32 h 193"/>
              <a:gd name="T2" fmla="*/ 72 w 353"/>
              <a:gd name="T3" fmla="*/ 48 h 193"/>
              <a:gd name="T4" fmla="*/ 96 w 353"/>
              <a:gd name="T5" fmla="*/ 40 h 193"/>
              <a:gd name="T6" fmla="*/ 176 w 353"/>
              <a:gd name="T7" fmla="*/ 32 h 193"/>
              <a:gd name="T8" fmla="*/ 176 w 353"/>
              <a:gd name="T9" fmla="*/ 161 h 193"/>
              <a:gd name="T10" fmla="*/ 176 w 353"/>
              <a:gd name="T11" fmla="*/ 32 h 193"/>
              <a:gd name="T12" fmla="*/ 197 w 353"/>
              <a:gd name="T13" fmla="*/ 131 h 193"/>
              <a:gd name="T14" fmla="*/ 179 w 353"/>
              <a:gd name="T15" fmla="*/ 137 h 193"/>
              <a:gd name="T16" fmla="*/ 173 w 353"/>
              <a:gd name="T17" fmla="*/ 145 h 193"/>
              <a:gd name="T18" fmla="*/ 163 w 353"/>
              <a:gd name="T19" fmla="*/ 135 h 193"/>
              <a:gd name="T20" fmla="*/ 150 w 353"/>
              <a:gd name="T21" fmla="*/ 122 h 193"/>
              <a:gd name="T22" fmla="*/ 160 w 353"/>
              <a:gd name="T23" fmla="*/ 112 h 193"/>
              <a:gd name="T24" fmla="*/ 173 w 353"/>
              <a:gd name="T25" fmla="*/ 127 h 193"/>
              <a:gd name="T26" fmla="*/ 165 w 353"/>
              <a:gd name="T27" fmla="*/ 98 h 193"/>
              <a:gd name="T28" fmla="*/ 152 w 353"/>
              <a:gd name="T29" fmla="*/ 87 h 193"/>
              <a:gd name="T30" fmla="*/ 151 w 353"/>
              <a:gd name="T31" fmla="*/ 68 h 193"/>
              <a:gd name="T32" fmla="*/ 165 w 353"/>
              <a:gd name="T33" fmla="*/ 57 h 193"/>
              <a:gd name="T34" fmla="*/ 173 w 353"/>
              <a:gd name="T35" fmla="*/ 48 h 193"/>
              <a:gd name="T36" fmla="*/ 179 w 353"/>
              <a:gd name="T37" fmla="*/ 55 h 193"/>
              <a:gd name="T38" fmla="*/ 195 w 353"/>
              <a:gd name="T39" fmla="*/ 61 h 193"/>
              <a:gd name="T40" fmla="*/ 202 w 353"/>
              <a:gd name="T41" fmla="*/ 77 h 193"/>
              <a:gd name="T42" fmla="*/ 187 w 353"/>
              <a:gd name="T43" fmla="*/ 68 h 193"/>
              <a:gd name="T44" fmla="*/ 179 w 353"/>
              <a:gd name="T45" fmla="*/ 88 h 193"/>
              <a:gd name="T46" fmla="*/ 196 w 353"/>
              <a:gd name="T47" fmla="*/ 96 h 193"/>
              <a:gd name="T48" fmla="*/ 204 w 353"/>
              <a:gd name="T49" fmla="*/ 113 h 193"/>
              <a:gd name="T50" fmla="*/ 337 w 353"/>
              <a:gd name="T51" fmla="*/ 0 h 193"/>
              <a:gd name="T52" fmla="*/ 0 w 353"/>
              <a:gd name="T53" fmla="*/ 16 h 193"/>
              <a:gd name="T54" fmla="*/ 16 w 353"/>
              <a:gd name="T55" fmla="*/ 193 h 193"/>
              <a:gd name="T56" fmla="*/ 353 w 353"/>
              <a:gd name="T57" fmla="*/ 177 h 193"/>
              <a:gd name="T58" fmla="*/ 337 w 353"/>
              <a:gd name="T59" fmla="*/ 0 h 193"/>
              <a:gd name="T60" fmla="*/ 32 w 353"/>
              <a:gd name="T61" fmla="*/ 24 h 193"/>
              <a:gd name="T62" fmla="*/ 16 w 353"/>
              <a:gd name="T63" fmla="*/ 24 h 193"/>
              <a:gd name="T64" fmla="*/ 24 w 353"/>
              <a:gd name="T65" fmla="*/ 177 h 193"/>
              <a:gd name="T66" fmla="*/ 24 w 353"/>
              <a:gd name="T67" fmla="*/ 161 h 193"/>
              <a:gd name="T68" fmla="*/ 24 w 353"/>
              <a:gd name="T69" fmla="*/ 177 h 193"/>
              <a:gd name="T70" fmla="*/ 321 w 353"/>
              <a:gd name="T71" fmla="*/ 169 h 193"/>
              <a:gd name="T72" fmla="*/ 337 w 353"/>
              <a:gd name="T73" fmla="*/ 169 h 193"/>
              <a:gd name="T74" fmla="*/ 337 w 353"/>
              <a:gd name="T75" fmla="*/ 146 h 193"/>
              <a:gd name="T76" fmla="*/ 305 w 353"/>
              <a:gd name="T77" fmla="*/ 169 h 193"/>
              <a:gd name="T78" fmla="*/ 46 w 353"/>
              <a:gd name="T79" fmla="*/ 177 h 193"/>
              <a:gd name="T80" fmla="*/ 24 w 353"/>
              <a:gd name="T81" fmla="*/ 145 h 193"/>
              <a:gd name="T82" fmla="*/ 16 w 353"/>
              <a:gd name="T83" fmla="*/ 47 h 193"/>
              <a:gd name="T84" fmla="*/ 48 w 353"/>
              <a:gd name="T85" fmla="*/ 24 h 193"/>
              <a:gd name="T86" fmla="*/ 306 w 353"/>
              <a:gd name="T87" fmla="*/ 16 h 193"/>
              <a:gd name="T88" fmla="*/ 329 w 353"/>
              <a:gd name="T89" fmla="*/ 48 h 193"/>
              <a:gd name="T90" fmla="*/ 337 w 353"/>
              <a:gd name="T91" fmla="*/ 146 h 193"/>
              <a:gd name="T92" fmla="*/ 321 w 353"/>
              <a:gd name="T93" fmla="*/ 24 h 193"/>
              <a:gd name="T94" fmla="*/ 337 w 353"/>
              <a:gd name="T95" fmla="*/ 24 h 193"/>
              <a:gd name="T96" fmla="*/ 162 w 353"/>
              <a:gd name="T97" fmla="*/ 76 h 193"/>
              <a:gd name="T98" fmla="*/ 166 w 353"/>
              <a:gd name="T99" fmla="*/ 84 h 193"/>
              <a:gd name="T100" fmla="*/ 173 w 353"/>
              <a:gd name="T101" fmla="*/ 87 h 193"/>
              <a:gd name="T102" fmla="*/ 165 w 353"/>
              <a:gd name="T103" fmla="*/ 68 h 193"/>
              <a:gd name="T104" fmla="*/ 281 w 353"/>
              <a:gd name="T105" fmla="*/ 145 h 193"/>
              <a:gd name="T106" fmla="*/ 256 w 353"/>
              <a:gd name="T107" fmla="*/ 153 h 193"/>
              <a:gd name="T108" fmla="*/ 281 w 353"/>
              <a:gd name="T109" fmla="*/ 161 h 193"/>
              <a:gd name="T110" fmla="*/ 281 w 353"/>
              <a:gd name="T111" fmla="*/ 145 h 193"/>
              <a:gd name="T112" fmla="*/ 183 w 353"/>
              <a:gd name="T113" fmla="*/ 103 h 193"/>
              <a:gd name="T114" fmla="*/ 179 w 353"/>
              <a:gd name="T115" fmla="*/ 127 h 193"/>
              <a:gd name="T116" fmla="*/ 192 w 353"/>
              <a:gd name="T117" fmla="*/ 114 h 193"/>
              <a:gd name="T118" fmla="*/ 188 w 353"/>
              <a:gd name="T119" fmla="*/ 106 h 1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353" h="193">
                <a:moveTo>
                  <a:pt x="88" y="32"/>
                </a:moveTo>
                <a:cubicBezTo>
                  <a:pt x="72" y="32"/>
                  <a:pt x="72" y="32"/>
                  <a:pt x="72" y="32"/>
                </a:cubicBezTo>
                <a:cubicBezTo>
                  <a:pt x="67" y="32"/>
                  <a:pt x="64" y="36"/>
                  <a:pt x="64" y="40"/>
                </a:cubicBezTo>
                <a:cubicBezTo>
                  <a:pt x="64" y="45"/>
                  <a:pt x="67" y="48"/>
                  <a:pt x="72" y="48"/>
                </a:cubicBezTo>
                <a:cubicBezTo>
                  <a:pt x="88" y="48"/>
                  <a:pt x="88" y="48"/>
                  <a:pt x="88" y="48"/>
                </a:cubicBezTo>
                <a:cubicBezTo>
                  <a:pt x="92" y="48"/>
                  <a:pt x="96" y="45"/>
                  <a:pt x="96" y="40"/>
                </a:cubicBezTo>
                <a:cubicBezTo>
                  <a:pt x="96" y="36"/>
                  <a:pt x="92" y="32"/>
                  <a:pt x="88" y="32"/>
                </a:cubicBezTo>
                <a:moveTo>
                  <a:pt x="176" y="32"/>
                </a:moveTo>
                <a:cubicBezTo>
                  <a:pt x="141" y="32"/>
                  <a:pt x="112" y="61"/>
                  <a:pt x="112" y="96"/>
                </a:cubicBezTo>
                <a:cubicBezTo>
                  <a:pt x="112" y="132"/>
                  <a:pt x="141" y="161"/>
                  <a:pt x="176" y="161"/>
                </a:cubicBezTo>
                <a:cubicBezTo>
                  <a:pt x="212" y="161"/>
                  <a:pt x="240" y="132"/>
                  <a:pt x="240" y="96"/>
                </a:cubicBezTo>
                <a:cubicBezTo>
                  <a:pt x="240" y="61"/>
                  <a:pt x="212" y="32"/>
                  <a:pt x="176" y="32"/>
                </a:cubicBezTo>
                <a:moveTo>
                  <a:pt x="202" y="123"/>
                </a:moveTo>
                <a:cubicBezTo>
                  <a:pt x="201" y="126"/>
                  <a:pt x="199" y="129"/>
                  <a:pt x="197" y="131"/>
                </a:cubicBezTo>
                <a:cubicBezTo>
                  <a:pt x="194" y="133"/>
                  <a:pt x="192" y="134"/>
                  <a:pt x="189" y="135"/>
                </a:cubicBezTo>
                <a:cubicBezTo>
                  <a:pt x="185" y="136"/>
                  <a:pt x="183" y="137"/>
                  <a:pt x="179" y="137"/>
                </a:cubicBezTo>
                <a:cubicBezTo>
                  <a:pt x="179" y="145"/>
                  <a:pt x="179" y="145"/>
                  <a:pt x="179" y="145"/>
                </a:cubicBezTo>
                <a:cubicBezTo>
                  <a:pt x="173" y="145"/>
                  <a:pt x="173" y="145"/>
                  <a:pt x="173" y="145"/>
                </a:cubicBezTo>
                <a:cubicBezTo>
                  <a:pt x="173" y="137"/>
                  <a:pt x="173" y="137"/>
                  <a:pt x="173" y="137"/>
                </a:cubicBezTo>
                <a:cubicBezTo>
                  <a:pt x="169" y="137"/>
                  <a:pt x="166" y="136"/>
                  <a:pt x="163" y="135"/>
                </a:cubicBezTo>
                <a:cubicBezTo>
                  <a:pt x="160" y="134"/>
                  <a:pt x="157" y="132"/>
                  <a:pt x="155" y="130"/>
                </a:cubicBezTo>
                <a:cubicBezTo>
                  <a:pt x="153" y="128"/>
                  <a:pt x="151" y="125"/>
                  <a:pt x="150" y="122"/>
                </a:cubicBezTo>
                <a:cubicBezTo>
                  <a:pt x="148" y="119"/>
                  <a:pt x="148" y="116"/>
                  <a:pt x="148" y="112"/>
                </a:cubicBezTo>
                <a:cubicBezTo>
                  <a:pt x="160" y="112"/>
                  <a:pt x="160" y="112"/>
                  <a:pt x="160" y="112"/>
                </a:cubicBezTo>
                <a:cubicBezTo>
                  <a:pt x="160" y="116"/>
                  <a:pt x="161" y="120"/>
                  <a:pt x="163" y="123"/>
                </a:cubicBezTo>
                <a:cubicBezTo>
                  <a:pt x="165" y="126"/>
                  <a:pt x="168" y="127"/>
                  <a:pt x="173" y="127"/>
                </a:cubicBezTo>
                <a:cubicBezTo>
                  <a:pt x="173" y="101"/>
                  <a:pt x="173" y="101"/>
                  <a:pt x="173" y="101"/>
                </a:cubicBezTo>
                <a:cubicBezTo>
                  <a:pt x="170" y="100"/>
                  <a:pt x="168" y="99"/>
                  <a:pt x="165" y="98"/>
                </a:cubicBezTo>
                <a:cubicBezTo>
                  <a:pt x="162" y="97"/>
                  <a:pt x="160" y="95"/>
                  <a:pt x="157" y="94"/>
                </a:cubicBezTo>
                <a:cubicBezTo>
                  <a:pt x="155" y="92"/>
                  <a:pt x="153" y="90"/>
                  <a:pt x="152" y="87"/>
                </a:cubicBezTo>
                <a:cubicBezTo>
                  <a:pt x="150" y="84"/>
                  <a:pt x="149" y="81"/>
                  <a:pt x="149" y="77"/>
                </a:cubicBezTo>
                <a:cubicBezTo>
                  <a:pt x="149" y="73"/>
                  <a:pt x="150" y="70"/>
                  <a:pt x="151" y="68"/>
                </a:cubicBezTo>
                <a:cubicBezTo>
                  <a:pt x="153" y="65"/>
                  <a:pt x="155" y="63"/>
                  <a:pt x="157" y="61"/>
                </a:cubicBezTo>
                <a:cubicBezTo>
                  <a:pt x="159" y="59"/>
                  <a:pt x="162" y="58"/>
                  <a:pt x="165" y="57"/>
                </a:cubicBezTo>
                <a:cubicBezTo>
                  <a:pt x="168" y="56"/>
                  <a:pt x="170" y="55"/>
                  <a:pt x="173" y="55"/>
                </a:cubicBezTo>
                <a:cubicBezTo>
                  <a:pt x="173" y="48"/>
                  <a:pt x="173" y="48"/>
                  <a:pt x="173" y="48"/>
                </a:cubicBezTo>
                <a:cubicBezTo>
                  <a:pt x="179" y="48"/>
                  <a:pt x="179" y="48"/>
                  <a:pt x="179" y="48"/>
                </a:cubicBezTo>
                <a:cubicBezTo>
                  <a:pt x="179" y="55"/>
                  <a:pt x="179" y="55"/>
                  <a:pt x="179" y="55"/>
                </a:cubicBezTo>
                <a:cubicBezTo>
                  <a:pt x="183" y="55"/>
                  <a:pt x="185" y="56"/>
                  <a:pt x="188" y="57"/>
                </a:cubicBezTo>
                <a:cubicBezTo>
                  <a:pt x="191" y="58"/>
                  <a:pt x="193" y="59"/>
                  <a:pt x="195" y="61"/>
                </a:cubicBezTo>
                <a:cubicBezTo>
                  <a:pt x="197" y="62"/>
                  <a:pt x="199" y="65"/>
                  <a:pt x="200" y="67"/>
                </a:cubicBezTo>
                <a:cubicBezTo>
                  <a:pt x="202" y="70"/>
                  <a:pt x="202" y="73"/>
                  <a:pt x="202" y="77"/>
                </a:cubicBezTo>
                <a:cubicBezTo>
                  <a:pt x="190" y="77"/>
                  <a:pt x="190" y="77"/>
                  <a:pt x="190" y="77"/>
                </a:cubicBezTo>
                <a:cubicBezTo>
                  <a:pt x="190" y="73"/>
                  <a:pt x="189" y="70"/>
                  <a:pt x="187" y="68"/>
                </a:cubicBezTo>
                <a:cubicBezTo>
                  <a:pt x="185" y="66"/>
                  <a:pt x="183" y="65"/>
                  <a:pt x="179" y="65"/>
                </a:cubicBezTo>
                <a:cubicBezTo>
                  <a:pt x="179" y="88"/>
                  <a:pt x="179" y="88"/>
                  <a:pt x="179" y="88"/>
                </a:cubicBezTo>
                <a:cubicBezTo>
                  <a:pt x="183" y="89"/>
                  <a:pt x="185" y="90"/>
                  <a:pt x="188" y="91"/>
                </a:cubicBezTo>
                <a:cubicBezTo>
                  <a:pt x="191" y="93"/>
                  <a:pt x="194" y="94"/>
                  <a:pt x="196" y="96"/>
                </a:cubicBezTo>
                <a:cubicBezTo>
                  <a:pt x="199" y="98"/>
                  <a:pt x="200" y="100"/>
                  <a:pt x="202" y="103"/>
                </a:cubicBezTo>
                <a:cubicBezTo>
                  <a:pt x="203" y="105"/>
                  <a:pt x="204" y="109"/>
                  <a:pt x="204" y="113"/>
                </a:cubicBezTo>
                <a:cubicBezTo>
                  <a:pt x="204" y="117"/>
                  <a:pt x="203" y="120"/>
                  <a:pt x="202" y="123"/>
                </a:cubicBezTo>
                <a:moveTo>
                  <a:pt x="337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177"/>
                  <a:pt x="0" y="177"/>
                  <a:pt x="0" y="177"/>
                </a:cubicBezTo>
                <a:cubicBezTo>
                  <a:pt x="0" y="186"/>
                  <a:pt x="7" y="193"/>
                  <a:pt x="16" y="193"/>
                </a:cubicBezTo>
                <a:cubicBezTo>
                  <a:pt x="337" y="193"/>
                  <a:pt x="337" y="193"/>
                  <a:pt x="337" y="193"/>
                </a:cubicBezTo>
                <a:cubicBezTo>
                  <a:pt x="346" y="193"/>
                  <a:pt x="353" y="186"/>
                  <a:pt x="353" y="177"/>
                </a:cubicBezTo>
                <a:cubicBezTo>
                  <a:pt x="353" y="16"/>
                  <a:pt x="353" y="16"/>
                  <a:pt x="353" y="16"/>
                </a:cubicBezTo>
                <a:cubicBezTo>
                  <a:pt x="353" y="7"/>
                  <a:pt x="346" y="0"/>
                  <a:pt x="337" y="0"/>
                </a:cubicBezTo>
                <a:moveTo>
                  <a:pt x="24" y="16"/>
                </a:moveTo>
                <a:cubicBezTo>
                  <a:pt x="28" y="16"/>
                  <a:pt x="32" y="20"/>
                  <a:pt x="32" y="24"/>
                </a:cubicBezTo>
                <a:cubicBezTo>
                  <a:pt x="32" y="29"/>
                  <a:pt x="28" y="32"/>
                  <a:pt x="24" y="32"/>
                </a:cubicBezTo>
                <a:cubicBezTo>
                  <a:pt x="19" y="32"/>
                  <a:pt x="16" y="29"/>
                  <a:pt x="16" y="24"/>
                </a:cubicBezTo>
                <a:cubicBezTo>
                  <a:pt x="16" y="20"/>
                  <a:pt x="19" y="16"/>
                  <a:pt x="24" y="16"/>
                </a:cubicBezTo>
                <a:moveTo>
                  <a:pt x="24" y="177"/>
                </a:moveTo>
                <a:cubicBezTo>
                  <a:pt x="19" y="177"/>
                  <a:pt x="16" y="173"/>
                  <a:pt x="16" y="169"/>
                </a:cubicBezTo>
                <a:cubicBezTo>
                  <a:pt x="16" y="164"/>
                  <a:pt x="19" y="161"/>
                  <a:pt x="24" y="161"/>
                </a:cubicBezTo>
                <a:cubicBezTo>
                  <a:pt x="28" y="161"/>
                  <a:pt x="32" y="164"/>
                  <a:pt x="32" y="169"/>
                </a:cubicBezTo>
                <a:cubicBezTo>
                  <a:pt x="32" y="173"/>
                  <a:pt x="28" y="177"/>
                  <a:pt x="24" y="177"/>
                </a:cubicBezTo>
                <a:moveTo>
                  <a:pt x="329" y="177"/>
                </a:moveTo>
                <a:cubicBezTo>
                  <a:pt x="324" y="177"/>
                  <a:pt x="321" y="173"/>
                  <a:pt x="321" y="169"/>
                </a:cubicBezTo>
                <a:cubicBezTo>
                  <a:pt x="321" y="164"/>
                  <a:pt x="324" y="161"/>
                  <a:pt x="329" y="161"/>
                </a:cubicBezTo>
                <a:cubicBezTo>
                  <a:pt x="333" y="161"/>
                  <a:pt x="337" y="164"/>
                  <a:pt x="337" y="169"/>
                </a:cubicBezTo>
                <a:cubicBezTo>
                  <a:pt x="337" y="173"/>
                  <a:pt x="333" y="177"/>
                  <a:pt x="329" y="177"/>
                </a:cubicBezTo>
                <a:moveTo>
                  <a:pt x="337" y="146"/>
                </a:moveTo>
                <a:cubicBezTo>
                  <a:pt x="334" y="145"/>
                  <a:pt x="332" y="145"/>
                  <a:pt x="329" y="145"/>
                </a:cubicBezTo>
                <a:cubicBezTo>
                  <a:pt x="315" y="145"/>
                  <a:pt x="305" y="155"/>
                  <a:pt x="305" y="169"/>
                </a:cubicBezTo>
                <a:cubicBezTo>
                  <a:pt x="305" y="171"/>
                  <a:pt x="305" y="174"/>
                  <a:pt x="306" y="177"/>
                </a:cubicBezTo>
                <a:cubicBezTo>
                  <a:pt x="46" y="177"/>
                  <a:pt x="46" y="177"/>
                  <a:pt x="46" y="177"/>
                </a:cubicBezTo>
                <a:cubicBezTo>
                  <a:pt x="47" y="174"/>
                  <a:pt x="48" y="171"/>
                  <a:pt x="48" y="169"/>
                </a:cubicBezTo>
                <a:cubicBezTo>
                  <a:pt x="48" y="155"/>
                  <a:pt x="37" y="145"/>
                  <a:pt x="24" y="145"/>
                </a:cubicBezTo>
                <a:cubicBezTo>
                  <a:pt x="21" y="145"/>
                  <a:pt x="18" y="145"/>
                  <a:pt x="16" y="146"/>
                </a:cubicBezTo>
                <a:cubicBezTo>
                  <a:pt x="16" y="47"/>
                  <a:pt x="16" y="47"/>
                  <a:pt x="16" y="47"/>
                </a:cubicBezTo>
                <a:cubicBezTo>
                  <a:pt x="18" y="48"/>
                  <a:pt x="21" y="48"/>
                  <a:pt x="24" y="48"/>
                </a:cubicBezTo>
                <a:cubicBezTo>
                  <a:pt x="37" y="48"/>
                  <a:pt x="48" y="37"/>
                  <a:pt x="48" y="24"/>
                </a:cubicBezTo>
                <a:cubicBezTo>
                  <a:pt x="48" y="21"/>
                  <a:pt x="47" y="19"/>
                  <a:pt x="46" y="16"/>
                </a:cubicBezTo>
                <a:cubicBezTo>
                  <a:pt x="306" y="16"/>
                  <a:pt x="306" y="16"/>
                  <a:pt x="306" y="16"/>
                </a:cubicBezTo>
                <a:cubicBezTo>
                  <a:pt x="305" y="19"/>
                  <a:pt x="305" y="21"/>
                  <a:pt x="305" y="24"/>
                </a:cubicBezTo>
                <a:cubicBezTo>
                  <a:pt x="305" y="37"/>
                  <a:pt x="315" y="48"/>
                  <a:pt x="329" y="48"/>
                </a:cubicBezTo>
                <a:cubicBezTo>
                  <a:pt x="332" y="48"/>
                  <a:pt x="334" y="48"/>
                  <a:pt x="337" y="47"/>
                </a:cubicBezTo>
                <a:lnTo>
                  <a:pt x="337" y="146"/>
                </a:lnTo>
                <a:close/>
                <a:moveTo>
                  <a:pt x="329" y="32"/>
                </a:moveTo>
                <a:cubicBezTo>
                  <a:pt x="324" y="32"/>
                  <a:pt x="321" y="29"/>
                  <a:pt x="321" y="24"/>
                </a:cubicBezTo>
                <a:cubicBezTo>
                  <a:pt x="321" y="20"/>
                  <a:pt x="324" y="16"/>
                  <a:pt x="329" y="16"/>
                </a:cubicBezTo>
                <a:cubicBezTo>
                  <a:pt x="333" y="16"/>
                  <a:pt x="337" y="20"/>
                  <a:pt x="337" y="24"/>
                </a:cubicBezTo>
                <a:cubicBezTo>
                  <a:pt x="337" y="29"/>
                  <a:pt x="333" y="32"/>
                  <a:pt x="329" y="32"/>
                </a:cubicBezTo>
                <a:moveTo>
                  <a:pt x="162" y="76"/>
                </a:moveTo>
                <a:cubicBezTo>
                  <a:pt x="162" y="78"/>
                  <a:pt x="162" y="79"/>
                  <a:pt x="163" y="80"/>
                </a:cubicBezTo>
                <a:cubicBezTo>
                  <a:pt x="164" y="82"/>
                  <a:pt x="164" y="83"/>
                  <a:pt x="166" y="84"/>
                </a:cubicBezTo>
                <a:cubicBezTo>
                  <a:pt x="167" y="84"/>
                  <a:pt x="168" y="85"/>
                  <a:pt x="169" y="86"/>
                </a:cubicBezTo>
                <a:cubicBezTo>
                  <a:pt x="171" y="86"/>
                  <a:pt x="171" y="87"/>
                  <a:pt x="173" y="87"/>
                </a:cubicBezTo>
                <a:cubicBezTo>
                  <a:pt x="173" y="65"/>
                  <a:pt x="173" y="65"/>
                  <a:pt x="173" y="65"/>
                </a:cubicBezTo>
                <a:cubicBezTo>
                  <a:pt x="169" y="65"/>
                  <a:pt x="167" y="66"/>
                  <a:pt x="165" y="68"/>
                </a:cubicBezTo>
                <a:cubicBezTo>
                  <a:pt x="163" y="69"/>
                  <a:pt x="162" y="72"/>
                  <a:pt x="162" y="76"/>
                </a:cubicBezTo>
                <a:moveTo>
                  <a:pt x="281" y="145"/>
                </a:moveTo>
                <a:cubicBezTo>
                  <a:pt x="264" y="145"/>
                  <a:pt x="264" y="145"/>
                  <a:pt x="264" y="145"/>
                </a:cubicBezTo>
                <a:cubicBezTo>
                  <a:pt x="260" y="145"/>
                  <a:pt x="256" y="148"/>
                  <a:pt x="256" y="153"/>
                </a:cubicBezTo>
                <a:cubicBezTo>
                  <a:pt x="256" y="157"/>
                  <a:pt x="260" y="161"/>
                  <a:pt x="264" y="161"/>
                </a:cubicBezTo>
                <a:cubicBezTo>
                  <a:pt x="281" y="161"/>
                  <a:pt x="281" y="161"/>
                  <a:pt x="281" y="161"/>
                </a:cubicBezTo>
                <a:cubicBezTo>
                  <a:pt x="285" y="161"/>
                  <a:pt x="289" y="157"/>
                  <a:pt x="289" y="153"/>
                </a:cubicBezTo>
                <a:cubicBezTo>
                  <a:pt x="289" y="148"/>
                  <a:pt x="285" y="145"/>
                  <a:pt x="281" y="145"/>
                </a:cubicBezTo>
                <a:moveTo>
                  <a:pt x="188" y="106"/>
                </a:moveTo>
                <a:cubicBezTo>
                  <a:pt x="186" y="105"/>
                  <a:pt x="185" y="104"/>
                  <a:pt x="183" y="103"/>
                </a:cubicBezTo>
                <a:cubicBezTo>
                  <a:pt x="182" y="103"/>
                  <a:pt x="181" y="102"/>
                  <a:pt x="179" y="102"/>
                </a:cubicBezTo>
                <a:cubicBezTo>
                  <a:pt x="179" y="127"/>
                  <a:pt x="179" y="127"/>
                  <a:pt x="179" y="127"/>
                </a:cubicBezTo>
                <a:cubicBezTo>
                  <a:pt x="183" y="127"/>
                  <a:pt x="186" y="126"/>
                  <a:pt x="188" y="124"/>
                </a:cubicBezTo>
                <a:cubicBezTo>
                  <a:pt x="191" y="122"/>
                  <a:pt x="192" y="119"/>
                  <a:pt x="192" y="114"/>
                </a:cubicBezTo>
                <a:cubicBezTo>
                  <a:pt x="192" y="112"/>
                  <a:pt x="191" y="111"/>
                  <a:pt x="191" y="109"/>
                </a:cubicBezTo>
                <a:cubicBezTo>
                  <a:pt x="190" y="108"/>
                  <a:pt x="189" y="107"/>
                  <a:pt x="188" y="106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4" name="Freeform 44"/>
          <p:cNvSpPr>
            <a:spLocks noEditPoints="1"/>
          </p:cNvSpPr>
          <p:nvPr/>
        </p:nvSpPr>
        <p:spPr bwMode="auto">
          <a:xfrm>
            <a:off x="10799234" y="4332818"/>
            <a:ext cx="579967" cy="423333"/>
          </a:xfrm>
          <a:custGeom>
            <a:avLst/>
            <a:gdLst>
              <a:gd name="T0" fmla="*/ 64 w 353"/>
              <a:gd name="T1" fmla="*/ 104 h 257"/>
              <a:gd name="T2" fmla="*/ 96 w 353"/>
              <a:gd name="T3" fmla="*/ 104 h 257"/>
              <a:gd name="T4" fmla="*/ 281 w 353"/>
              <a:gd name="T5" fmla="*/ 16 h 257"/>
              <a:gd name="T6" fmla="*/ 72 w 353"/>
              <a:gd name="T7" fmla="*/ 0 h 257"/>
              <a:gd name="T8" fmla="*/ 40 w 353"/>
              <a:gd name="T9" fmla="*/ 48 h 257"/>
              <a:gd name="T10" fmla="*/ 313 w 353"/>
              <a:gd name="T11" fmla="*/ 32 h 257"/>
              <a:gd name="T12" fmla="*/ 40 w 353"/>
              <a:gd name="T13" fmla="*/ 48 h 257"/>
              <a:gd name="T14" fmla="*/ 0 w 353"/>
              <a:gd name="T15" fmla="*/ 80 h 257"/>
              <a:gd name="T16" fmla="*/ 337 w 353"/>
              <a:gd name="T17" fmla="*/ 257 h 257"/>
              <a:gd name="T18" fmla="*/ 337 w 353"/>
              <a:gd name="T19" fmla="*/ 64 h 257"/>
              <a:gd name="T20" fmla="*/ 24 w 353"/>
              <a:gd name="T21" fmla="*/ 96 h 257"/>
              <a:gd name="T22" fmla="*/ 24 w 353"/>
              <a:gd name="T23" fmla="*/ 241 h 257"/>
              <a:gd name="T24" fmla="*/ 32 w 353"/>
              <a:gd name="T25" fmla="*/ 233 h 257"/>
              <a:gd name="T26" fmla="*/ 321 w 353"/>
              <a:gd name="T27" fmla="*/ 233 h 257"/>
              <a:gd name="T28" fmla="*/ 329 w 353"/>
              <a:gd name="T29" fmla="*/ 241 h 257"/>
              <a:gd name="T30" fmla="*/ 305 w 353"/>
              <a:gd name="T31" fmla="*/ 233 h 257"/>
              <a:gd name="T32" fmla="*/ 48 w 353"/>
              <a:gd name="T33" fmla="*/ 233 h 257"/>
              <a:gd name="T34" fmla="*/ 16 w 353"/>
              <a:gd name="T35" fmla="*/ 111 h 257"/>
              <a:gd name="T36" fmla="*/ 47 w 353"/>
              <a:gd name="T37" fmla="*/ 80 h 257"/>
              <a:gd name="T38" fmla="*/ 329 w 353"/>
              <a:gd name="T39" fmla="*/ 112 h 257"/>
              <a:gd name="T40" fmla="*/ 329 w 353"/>
              <a:gd name="T41" fmla="*/ 96 h 257"/>
              <a:gd name="T42" fmla="*/ 337 w 353"/>
              <a:gd name="T43" fmla="*/ 88 h 257"/>
              <a:gd name="T44" fmla="*/ 265 w 353"/>
              <a:gd name="T45" fmla="*/ 209 h 257"/>
              <a:gd name="T46" fmla="*/ 281 w 353"/>
              <a:gd name="T47" fmla="*/ 225 h 257"/>
              <a:gd name="T48" fmla="*/ 176 w 353"/>
              <a:gd name="T49" fmla="*/ 96 h 257"/>
              <a:gd name="T50" fmla="*/ 241 w 353"/>
              <a:gd name="T51" fmla="*/ 160 h 257"/>
              <a:gd name="T52" fmla="*/ 197 w 353"/>
              <a:gd name="T53" fmla="*/ 195 h 257"/>
              <a:gd name="T54" fmla="*/ 180 w 353"/>
              <a:gd name="T55" fmla="*/ 209 h 257"/>
              <a:gd name="T56" fmla="*/ 164 w 353"/>
              <a:gd name="T57" fmla="*/ 199 h 257"/>
              <a:gd name="T58" fmla="*/ 148 w 353"/>
              <a:gd name="T59" fmla="*/ 176 h 257"/>
              <a:gd name="T60" fmla="*/ 173 w 353"/>
              <a:gd name="T61" fmla="*/ 191 h 257"/>
              <a:gd name="T62" fmla="*/ 158 w 353"/>
              <a:gd name="T63" fmla="*/ 158 h 257"/>
              <a:gd name="T64" fmla="*/ 152 w 353"/>
              <a:gd name="T65" fmla="*/ 132 h 257"/>
              <a:gd name="T66" fmla="*/ 173 w 353"/>
              <a:gd name="T67" fmla="*/ 120 h 257"/>
              <a:gd name="T68" fmla="*/ 180 w 353"/>
              <a:gd name="T69" fmla="*/ 120 h 257"/>
              <a:gd name="T70" fmla="*/ 201 w 353"/>
              <a:gd name="T71" fmla="*/ 131 h 257"/>
              <a:gd name="T72" fmla="*/ 187 w 353"/>
              <a:gd name="T73" fmla="*/ 132 h 257"/>
              <a:gd name="T74" fmla="*/ 188 w 353"/>
              <a:gd name="T75" fmla="*/ 155 h 257"/>
              <a:gd name="T76" fmla="*/ 204 w 353"/>
              <a:gd name="T77" fmla="*/ 177 h 257"/>
              <a:gd name="T78" fmla="*/ 184 w 353"/>
              <a:gd name="T79" fmla="*/ 167 h 257"/>
              <a:gd name="T80" fmla="*/ 188 w 353"/>
              <a:gd name="T81" fmla="*/ 188 h 257"/>
              <a:gd name="T82" fmla="*/ 188 w 353"/>
              <a:gd name="T83" fmla="*/ 170 h 257"/>
              <a:gd name="T84" fmla="*/ 166 w 353"/>
              <a:gd name="T85" fmla="*/ 148 h 257"/>
              <a:gd name="T86" fmla="*/ 173 w 353"/>
              <a:gd name="T87" fmla="*/ 129 h 2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353" h="257">
                <a:moveTo>
                  <a:pt x="88" y="96"/>
                </a:moveTo>
                <a:cubicBezTo>
                  <a:pt x="72" y="96"/>
                  <a:pt x="72" y="96"/>
                  <a:pt x="72" y="96"/>
                </a:cubicBezTo>
                <a:cubicBezTo>
                  <a:pt x="68" y="96"/>
                  <a:pt x="64" y="100"/>
                  <a:pt x="64" y="104"/>
                </a:cubicBezTo>
                <a:cubicBezTo>
                  <a:pt x="64" y="109"/>
                  <a:pt x="68" y="112"/>
                  <a:pt x="72" y="112"/>
                </a:cubicBezTo>
                <a:cubicBezTo>
                  <a:pt x="88" y="112"/>
                  <a:pt x="88" y="112"/>
                  <a:pt x="88" y="112"/>
                </a:cubicBezTo>
                <a:cubicBezTo>
                  <a:pt x="93" y="112"/>
                  <a:pt x="96" y="109"/>
                  <a:pt x="96" y="104"/>
                </a:cubicBezTo>
                <a:cubicBezTo>
                  <a:pt x="96" y="100"/>
                  <a:pt x="93" y="96"/>
                  <a:pt x="88" y="96"/>
                </a:cubicBezTo>
                <a:moveTo>
                  <a:pt x="72" y="16"/>
                </a:moveTo>
                <a:cubicBezTo>
                  <a:pt x="281" y="16"/>
                  <a:pt x="281" y="16"/>
                  <a:pt x="281" y="16"/>
                </a:cubicBezTo>
                <a:cubicBezTo>
                  <a:pt x="285" y="16"/>
                  <a:pt x="289" y="12"/>
                  <a:pt x="289" y="8"/>
                </a:cubicBezTo>
                <a:cubicBezTo>
                  <a:pt x="289" y="4"/>
                  <a:pt x="285" y="0"/>
                  <a:pt x="281" y="0"/>
                </a:cubicBezTo>
                <a:cubicBezTo>
                  <a:pt x="72" y="0"/>
                  <a:pt x="72" y="0"/>
                  <a:pt x="72" y="0"/>
                </a:cubicBezTo>
                <a:cubicBezTo>
                  <a:pt x="68" y="0"/>
                  <a:pt x="64" y="4"/>
                  <a:pt x="64" y="8"/>
                </a:cubicBezTo>
                <a:cubicBezTo>
                  <a:pt x="64" y="12"/>
                  <a:pt x="68" y="16"/>
                  <a:pt x="72" y="16"/>
                </a:cubicBezTo>
                <a:moveTo>
                  <a:pt x="40" y="48"/>
                </a:moveTo>
                <a:cubicBezTo>
                  <a:pt x="313" y="48"/>
                  <a:pt x="313" y="48"/>
                  <a:pt x="313" y="48"/>
                </a:cubicBezTo>
                <a:cubicBezTo>
                  <a:pt x="317" y="48"/>
                  <a:pt x="321" y="45"/>
                  <a:pt x="321" y="40"/>
                </a:cubicBezTo>
                <a:cubicBezTo>
                  <a:pt x="321" y="36"/>
                  <a:pt x="317" y="32"/>
                  <a:pt x="313" y="32"/>
                </a:cubicBezTo>
                <a:cubicBezTo>
                  <a:pt x="40" y="32"/>
                  <a:pt x="40" y="32"/>
                  <a:pt x="40" y="32"/>
                </a:cubicBezTo>
                <a:cubicBezTo>
                  <a:pt x="36" y="32"/>
                  <a:pt x="32" y="36"/>
                  <a:pt x="32" y="40"/>
                </a:cubicBezTo>
                <a:cubicBezTo>
                  <a:pt x="32" y="45"/>
                  <a:pt x="36" y="48"/>
                  <a:pt x="40" y="48"/>
                </a:cubicBezTo>
                <a:moveTo>
                  <a:pt x="337" y="64"/>
                </a:moveTo>
                <a:cubicBezTo>
                  <a:pt x="16" y="64"/>
                  <a:pt x="16" y="64"/>
                  <a:pt x="16" y="64"/>
                </a:cubicBezTo>
                <a:cubicBezTo>
                  <a:pt x="7" y="64"/>
                  <a:pt x="0" y="71"/>
                  <a:pt x="0" y="80"/>
                </a:cubicBezTo>
                <a:cubicBezTo>
                  <a:pt x="0" y="241"/>
                  <a:pt x="0" y="241"/>
                  <a:pt x="0" y="241"/>
                </a:cubicBezTo>
                <a:cubicBezTo>
                  <a:pt x="0" y="250"/>
                  <a:pt x="7" y="257"/>
                  <a:pt x="16" y="257"/>
                </a:cubicBezTo>
                <a:cubicBezTo>
                  <a:pt x="337" y="257"/>
                  <a:pt x="337" y="257"/>
                  <a:pt x="337" y="257"/>
                </a:cubicBezTo>
                <a:cubicBezTo>
                  <a:pt x="346" y="257"/>
                  <a:pt x="353" y="250"/>
                  <a:pt x="353" y="241"/>
                </a:cubicBezTo>
                <a:cubicBezTo>
                  <a:pt x="353" y="80"/>
                  <a:pt x="353" y="80"/>
                  <a:pt x="353" y="80"/>
                </a:cubicBezTo>
                <a:cubicBezTo>
                  <a:pt x="353" y="71"/>
                  <a:pt x="346" y="64"/>
                  <a:pt x="337" y="64"/>
                </a:cubicBezTo>
                <a:moveTo>
                  <a:pt x="24" y="80"/>
                </a:moveTo>
                <a:cubicBezTo>
                  <a:pt x="28" y="80"/>
                  <a:pt x="32" y="84"/>
                  <a:pt x="32" y="88"/>
                </a:cubicBezTo>
                <a:cubicBezTo>
                  <a:pt x="32" y="93"/>
                  <a:pt x="28" y="96"/>
                  <a:pt x="24" y="96"/>
                </a:cubicBezTo>
                <a:cubicBezTo>
                  <a:pt x="20" y="96"/>
                  <a:pt x="16" y="93"/>
                  <a:pt x="16" y="88"/>
                </a:cubicBezTo>
                <a:cubicBezTo>
                  <a:pt x="16" y="84"/>
                  <a:pt x="20" y="80"/>
                  <a:pt x="24" y="80"/>
                </a:cubicBezTo>
                <a:moveTo>
                  <a:pt x="24" y="241"/>
                </a:moveTo>
                <a:cubicBezTo>
                  <a:pt x="20" y="241"/>
                  <a:pt x="16" y="237"/>
                  <a:pt x="16" y="233"/>
                </a:cubicBezTo>
                <a:cubicBezTo>
                  <a:pt x="16" y="228"/>
                  <a:pt x="20" y="225"/>
                  <a:pt x="24" y="225"/>
                </a:cubicBezTo>
                <a:cubicBezTo>
                  <a:pt x="28" y="225"/>
                  <a:pt x="32" y="228"/>
                  <a:pt x="32" y="233"/>
                </a:cubicBezTo>
                <a:cubicBezTo>
                  <a:pt x="32" y="237"/>
                  <a:pt x="28" y="241"/>
                  <a:pt x="24" y="241"/>
                </a:cubicBezTo>
                <a:moveTo>
                  <a:pt x="329" y="241"/>
                </a:moveTo>
                <a:cubicBezTo>
                  <a:pt x="325" y="241"/>
                  <a:pt x="321" y="237"/>
                  <a:pt x="321" y="233"/>
                </a:cubicBezTo>
                <a:cubicBezTo>
                  <a:pt x="321" y="228"/>
                  <a:pt x="325" y="225"/>
                  <a:pt x="329" y="225"/>
                </a:cubicBezTo>
                <a:cubicBezTo>
                  <a:pt x="333" y="225"/>
                  <a:pt x="337" y="228"/>
                  <a:pt x="337" y="233"/>
                </a:cubicBezTo>
                <a:cubicBezTo>
                  <a:pt x="337" y="237"/>
                  <a:pt x="333" y="241"/>
                  <a:pt x="329" y="241"/>
                </a:cubicBezTo>
                <a:moveTo>
                  <a:pt x="337" y="210"/>
                </a:moveTo>
                <a:cubicBezTo>
                  <a:pt x="335" y="209"/>
                  <a:pt x="332" y="209"/>
                  <a:pt x="329" y="209"/>
                </a:cubicBezTo>
                <a:cubicBezTo>
                  <a:pt x="316" y="209"/>
                  <a:pt x="305" y="219"/>
                  <a:pt x="305" y="233"/>
                </a:cubicBezTo>
                <a:cubicBezTo>
                  <a:pt x="305" y="236"/>
                  <a:pt x="306" y="238"/>
                  <a:pt x="306" y="241"/>
                </a:cubicBezTo>
                <a:cubicBezTo>
                  <a:pt x="47" y="241"/>
                  <a:pt x="47" y="241"/>
                  <a:pt x="47" y="241"/>
                </a:cubicBezTo>
                <a:cubicBezTo>
                  <a:pt x="47" y="238"/>
                  <a:pt x="48" y="236"/>
                  <a:pt x="48" y="233"/>
                </a:cubicBezTo>
                <a:cubicBezTo>
                  <a:pt x="48" y="219"/>
                  <a:pt x="37" y="209"/>
                  <a:pt x="24" y="209"/>
                </a:cubicBezTo>
                <a:cubicBezTo>
                  <a:pt x="21" y="209"/>
                  <a:pt x="18" y="209"/>
                  <a:pt x="16" y="210"/>
                </a:cubicBezTo>
                <a:cubicBezTo>
                  <a:pt x="16" y="111"/>
                  <a:pt x="16" y="111"/>
                  <a:pt x="16" y="111"/>
                </a:cubicBezTo>
                <a:cubicBezTo>
                  <a:pt x="18" y="112"/>
                  <a:pt x="21" y="112"/>
                  <a:pt x="24" y="112"/>
                </a:cubicBezTo>
                <a:cubicBezTo>
                  <a:pt x="37" y="112"/>
                  <a:pt x="48" y="102"/>
                  <a:pt x="48" y="88"/>
                </a:cubicBezTo>
                <a:cubicBezTo>
                  <a:pt x="48" y="85"/>
                  <a:pt x="47" y="83"/>
                  <a:pt x="47" y="80"/>
                </a:cubicBezTo>
                <a:cubicBezTo>
                  <a:pt x="306" y="80"/>
                  <a:pt x="306" y="80"/>
                  <a:pt x="306" y="80"/>
                </a:cubicBezTo>
                <a:cubicBezTo>
                  <a:pt x="306" y="83"/>
                  <a:pt x="305" y="85"/>
                  <a:pt x="305" y="88"/>
                </a:cubicBezTo>
                <a:cubicBezTo>
                  <a:pt x="305" y="102"/>
                  <a:pt x="316" y="112"/>
                  <a:pt x="329" y="112"/>
                </a:cubicBezTo>
                <a:cubicBezTo>
                  <a:pt x="332" y="112"/>
                  <a:pt x="335" y="112"/>
                  <a:pt x="337" y="111"/>
                </a:cubicBezTo>
                <a:lnTo>
                  <a:pt x="337" y="210"/>
                </a:lnTo>
                <a:close/>
                <a:moveTo>
                  <a:pt x="329" y="96"/>
                </a:moveTo>
                <a:cubicBezTo>
                  <a:pt x="325" y="96"/>
                  <a:pt x="321" y="93"/>
                  <a:pt x="321" y="88"/>
                </a:cubicBezTo>
                <a:cubicBezTo>
                  <a:pt x="321" y="84"/>
                  <a:pt x="325" y="80"/>
                  <a:pt x="329" y="80"/>
                </a:cubicBezTo>
                <a:cubicBezTo>
                  <a:pt x="333" y="80"/>
                  <a:pt x="337" y="84"/>
                  <a:pt x="337" y="88"/>
                </a:cubicBezTo>
                <a:cubicBezTo>
                  <a:pt x="337" y="93"/>
                  <a:pt x="333" y="96"/>
                  <a:pt x="329" y="96"/>
                </a:cubicBezTo>
                <a:moveTo>
                  <a:pt x="281" y="209"/>
                </a:moveTo>
                <a:cubicBezTo>
                  <a:pt x="265" y="209"/>
                  <a:pt x="265" y="209"/>
                  <a:pt x="265" y="209"/>
                </a:cubicBezTo>
                <a:cubicBezTo>
                  <a:pt x="260" y="209"/>
                  <a:pt x="257" y="212"/>
                  <a:pt x="257" y="217"/>
                </a:cubicBezTo>
                <a:cubicBezTo>
                  <a:pt x="257" y="221"/>
                  <a:pt x="260" y="225"/>
                  <a:pt x="265" y="225"/>
                </a:cubicBezTo>
                <a:cubicBezTo>
                  <a:pt x="281" y="225"/>
                  <a:pt x="281" y="225"/>
                  <a:pt x="281" y="225"/>
                </a:cubicBezTo>
                <a:cubicBezTo>
                  <a:pt x="285" y="225"/>
                  <a:pt x="289" y="221"/>
                  <a:pt x="289" y="217"/>
                </a:cubicBezTo>
                <a:cubicBezTo>
                  <a:pt x="289" y="212"/>
                  <a:pt x="285" y="209"/>
                  <a:pt x="281" y="209"/>
                </a:cubicBezTo>
                <a:moveTo>
                  <a:pt x="176" y="96"/>
                </a:moveTo>
                <a:cubicBezTo>
                  <a:pt x="141" y="96"/>
                  <a:pt x="112" y="125"/>
                  <a:pt x="112" y="160"/>
                </a:cubicBezTo>
                <a:cubicBezTo>
                  <a:pt x="112" y="196"/>
                  <a:pt x="141" y="225"/>
                  <a:pt x="176" y="225"/>
                </a:cubicBezTo>
                <a:cubicBezTo>
                  <a:pt x="212" y="225"/>
                  <a:pt x="241" y="196"/>
                  <a:pt x="241" y="160"/>
                </a:cubicBezTo>
                <a:cubicBezTo>
                  <a:pt x="241" y="125"/>
                  <a:pt x="212" y="96"/>
                  <a:pt x="176" y="96"/>
                </a:cubicBezTo>
                <a:moveTo>
                  <a:pt x="202" y="187"/>
                </a:moveTo>
                <a:cubicBezTo>
                  <a:pt x="201" y="190"/>
                  <a:pt x="199" y="193"/>
                  <a:pt x="197" y="195"/>
                </a:cubicBezTo>
                <a:cubicBezTo>
                  <a:pt x="195" y="197"/>
                  <a:pt x="192" y="198"/>
                  <a:pt x="189" y="199"/>
                </a:cubicBezTo>
                <a:cubicBezTo>
                  <a:pt x="186" y="200"/>
                  <a:pt x="183" y="201"/>
                  <a:pt x="180" y="201"/>
                </a:cubicBezTo>
                <a:cubicBezTo>
                  <a:pt x="180" y="209"/>
                  <a:pt x="180" y="209"/>
                  <a:pt x="180" y="209"/>
                </a:cubicBezTo>
                <a:cubicBezTo>
                  <a:pt x="173" y="209"/>
                  <a:pt x="173" y="209"/>
                  <a:pt x="173" y="209"/>
                </a:cubicBezTo>
                <a:cubicBezTo>
                  <a:pt x="173" y="201"/>
                  <a:pt x="173" y="201"/>
                  <a:pt x="173" y="201"/>
                </a:cubicBezTo>
                <a:cubicBezTo>
                  <a:pt x="169" y="201"/>
                  <a:pt x="167" y="200"/>
                  <a:pt x="164" y="199"/>
                </a:cubicBezTo>
                <a:cubicBezTo>
                  <a:pt x="160" y="198"/>
                  <a:pt x="158" y="197"/>
                  <a:pt x="155" y="194"/>
                </a:cubicBezTo>
                <a:cubicBezTo>
                  <a:pt x="153" y="192"/>
                  <a:pt x="151" y="190"/>
                  <a:pt x="150" y="186"/>
                </a:cubicBezTo>
                <a:cubicBezTo>
                  <a:pt x="149" y="183"/>
                  <a:pt x="148" y="180"/>
                  <a:pt x="148" y="176"/>
                </a:cubicBezTo>
                <a:cubicBezTo>
                  <a:pt x="160" y="176"/>
                  <a:pt x="160" y="176"/>
                  <a:pt x="160" y="176"/>
                </a:cubicBezTo>
                <a:cubicBezTo>
                  <a:pt x="160" y="180"/>
                  <a:pt x="161" y="184"/>
                  <a:pt x="164" y="187"/>
                </a:cubicBezTo>
                <a:cubicBezTo>
                  <a:pt x="166" y="190"/>
                  <a:pt x="168" y="191"/>
                  <a:pt x="173" y="191"/>
                </a:cubicBezTo>
                <a:cubicBezTo>
                  <a:pt x="173" y="165"/>
                  <a:pt x="173" y="165"/>
                  <a:pt x="173" y="165"/>
                </a:cubicBezTo>
                <a:cubicBezTo>
                  <a:pt x="170" y="164"/>
                  <a:pt x="168" y="163"/>
                  <a:pt x="165" y="162"/>
                </a:cubicBezTo>
                <a:cubicBezTo>
                  <a:pt x="163" y="161"/>
                  <a:pt x="160" y="159"/>
                  <a:pt x="158" y="158"/>
                </a:cubicBezTo>
                <a:cubicBezTo>
                  <a:pt x="155" y="156"/>
                  <a:pt x="153" y="154"/>
                  <a:pt x="152" y="151"/>
                </a:cubicBezTo>
                <a:cubicBezTo>
                  <a:pt x="150" y="148"/>
                  <a:pt x="150" y="145"/>
                  <a:pt x="150" y="141"/>
                </a:cubicBezTo>
                <a:cubicBezTo>
                  <a:pt x="150" y="137"/>
                  <a:pt x="150" y="134"/>
                  <a:pt x="152" y="132"/>
                </a:cubicBezTo>
                <a:cubicBezTo>
                  <a:pt x="153" y="129"/>
                  <a:pt x="155" y="127"/>
                  <a:pt x="157" y="125"/>
                </a:cubicBezTo>
                <a:cubicBezTo>
                  <a:pt x="159" y="123"/>
                  <a:pt x="162" y="122"/>
                  <a:pt x="165" y="121"/>
                </a:cubicBezTo>
                <a:cubicBezTo>
                  <a:pt x="168" y="120"/>
                  <a:pt x="170" y="120"/>
                  <a:pt x="173" y="120"/>
                </a:cubicBezTo>
                <a:cubicBezTo>
                  <a:pt x="173" y="112"/>
                  <a:pt x="173" y="112"/>
                  <a:pt x="173" y="112"/>
                </a:cubicBezTo>
                <a:cubicBezTo>
                  <a:pt x="180" y="112"/>
                  <a:pt x="180" y="112"/>
                  <a:pt x="180" y="112"/>
                </a:cubicBezTo>
                <a:cubicBezTo>
                  <a:pt x="180" y="120"/>
                  <a:pt x="180" y="120"/>
                  <a:pt x="180" y="120"/>
                </a:cubicBezTo>
                <a:cubicBezTo>
                  <a:pt x="183" y="120"/>
                  <a:pt x="185" y="120"/>
                  <a:pt x="188" y="121"/>
                </a:cubicBezTo>
                <a:cubicBezTo>
                  <a:pt x="191" y="122"/>
                  <a:pt x="193" y="123"/>
                  <a:pt x="196" y="125"/>
                </a:cubicBezTo>
                <a:cubicBezTo>
                  <a:pt x="198" y="127"/>
                  <a:pt x="199" y="129"/>
                  <a:pt x="201" y="131"/>
                </a:cubicBezTo>
                <a:cubicBezTo>
                  <a:pt x="202" y="134"/>
                  <a:pt x="202" y="137"/>
                  <a:pt x="202" y="141"/>
                </a:cubicBezTo>
                <a:cubicBezTo>
                  <a:pt x="190" y="141"/>
                  <a:pt x="190" y="141"/>
                  <a:pt x="190" y="141"/>
                </a:cubicBezTo>
                <a:cubicBezTo>
                  <a:pt x="190" y="137"/>
                  <a:pt x="189" y="134"/>
                  <a:pt x="187" y="132"/>
                </a:cubicBezTo>
                <a:cubicBezTo>
                  <a:pt x="186" y="130"/>
                  <a:pt x="184" y="129"/>
                  <a:pt x="180" y="129"/>
                </a:cubicBezTo>
                <a:cubicBezTo>
                  <a:pt x="180" y="152"/>
                  <a:pt x="180" y="152"/>
                  <a:pt x="180" y="152"/>
                </a:cubicBezTo>
                <a:cubicBezTo>
                  <a:pt x="183" y="153"/>
                  <a:pt x="185" y="154"/>
                  <a:pt x="188" y="155"/>
                </a:cubicBezTo>
                <a:cubicBezTo>
                  <a:pt x="191" y="157"/>
                  <a:pt x="194" y="158"/>
                  <a:pt x="197" y="160"/>
                </a:cubicBezTo>
                <a:cubicBezTo>
                  <a:pt x="199" y="162"/>
                  <a:pt x="201" y="164"/>
                  <a:pt x="202" y="167"/>
                </a:cubicBezTo>
                <a:cubicBezTo>
                  <a:pt x="204" y="169"/>
                  <a:pt x="204" y="173"/>
                  <a:pt x="204" y="177"/>
                </a:cubicBezTo>
                <a:cubicBezTo>
                  <a:pt x="204" y="181"/>
                  <a:pt x="204" y="184"/>
                  <a:pt x="202" y="187"/>
                </a:cubicBezTo>
                <a:moveTo>
                  <a:pt x="188" y="170"/>
                </a:moveTo>
                <a:cubicBezTo>
                  <a:pt x="187" y="169"/>
                  <a:pt x="185" y="168"/>
                  <a:pt x="184" y="167"/>
                </a:cubicBezTo>
                <a:cubicBezTo>
                  <a:pt x="182" y="167"/>
                  <a:pt x="181" y="166"/>
                  <a:pt x="180" y="166"/>
                </a:cubicBezTo>
                <a:cubicBezTo>
                  <a:pt x="180" y="191"/>
                  <a:pt x="180" y="191"/>
                  <a:pt x="180" y="191"/>
                </a:cubicBezTo>
                <a:cubicBezTo>
                  <a:pt x="184" y="191"/>
                  <a:pt x="186" y="190"/>
                  <a:pt x="188" y="188"/>
                </a:cubicBezTo>
                <a:cubicBezTo>
                  <a:pt x="191" y="186"/>
                  <a:pt x="192" y="183"/>
                  <a:pt x="192" y="178"/>
                </a:cubicBezTo>
                <a:cubicBezTo>
                  <a:pt x="192" y="176"/>
                  <a:pt x="192" y="175"/>
                  <a:pt x="191" y="173"/>
                </a:cubicBezTo>
                <a:cubicBezTo>
                  <a:pt x="190" y="172"/>
                  <a:pt x="189" y="171"/>
                  <a:pt x="188" y="170"/>
                </a:cubicBezTo>
                <a:moveTo>
                  <a:pt x="162" y="140"/>
                </a:moveTo>
                <a:cubicBezTo>
                  <a:pt x="162" y="142"/>
                  <a:pt x="162" y="143"/>
                  <a:pt x="163" y="145"/>
                </a:cubicBezTo>
                <a:cubicBezTo>
                  <a:pt x="164" y="146"/>
                  <a:pt x="165" y="147"/>
                  <a:pt x="166" y="148"/>
                </a:cubicBezTo>
                <a:cubicBezTo>
                  <a:pt x="167" y="149"/>
                  <a:pt x="168" y="149"/>
                  <a:pt x="170" y="150"/>
                </a:cubicBezTo>
                <a:cubicBezTo>
                  <a:pt x="171" y="150"/>
                  <a:pt x="172" y="151"/>
                  <a:pt x="173" y="151"/>
                </a:cubicBezTo>
                <a:cubicBezTo>
                  <a:pt x="173" y="129"/>
                  <a:pt x="173" y="129"/>
                  <a:pt x="173" y="129"/>
                </a:cubicBezTo>
                <a:cubicBezTo>
                  <a:pt x="169" y="129"/>
                  <a:pt x="167" y="130"/>
                  <a:pt x="165" y="132"/>
                </a:cubicBezTo>
                <a:cubicBezTo>
                  <a:pt x="163" y="133"/>
                  <a:pt x="162" y="136"/>
                  <a:pt x="162" y="140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5" name="Freeform 45"/>
          <p:cNvSpPr>
            <a:spLocks noEditPoints="1"/>
          </p:cNvSpPr>
          <p:nvPr/>
        </p:nvSpPr>
        <p:spPr bwMode="auto">
          <a:xfrm>
            <a:off x="814918" y="5469469"/>
            <a:ext cx="579967" cy="370417"/>
          </a:xfrm>
          <a:custGeom>
            <a:avLst/>
            <a:gdLst>
              <a:gd name="T0" fmla="*/ 72 w 353"/>
              <a:gd name="T1" fmla="*/ 97 h 225"/>
              <a:gd name="T2" fmla="*/ 132 w 353"/>
              <a:gd name="T3" fmla="*/ 120 h 225"/>
              <a:gd name="T4" fmla="*/ 139 w 353"/>
              <a:gd name="T5" fmla="*/ 128 h 225"/>
              <a:gd name="T6" fmla="*/ 135 w 353"/>
              <a:gd name="T7" fmla="*/ 113 h 225"/>
              <a:gd name="T8" fmla="*/ 16 w 353"/>
              <a:gd name="T9" fmla="*/ 49 h 225"/>
              <a:gd name="T10" fmla="*/ 16 w 353"/>
              <a:gd name="T11" fmla="*/ 225 h 225"/>
              <a:gd name="T12" fmla="*/ 289 w 353"/>
              <a:gd name="T13" fmla="*/ 65 h 225"/>
              <a:gd name="T14" fmla="*/ 32 w 353"/>
              <a:gd name="T15" fmla="*/ 73 h 225"/>
              <a:gd name="T16" fmla="*/ 24 w 353"/>
              <a:gd name="T17" fmla="*/ 65 h 225"/>
              <a:gd name="T18" fmla="*/ 24 w 353"/>
              <a:gd name="T19" fmla="*/ 193 h 225"/>
              <a:gd name="T20" fmla="*/ 265 w 353"/>
              <a:gd name="T21" fmla="*/ 209 h 225"/>
              <a:gd name="T22" fmla="*/ 273 w 353"/>
              <a:gd name="T23" fmla="*/ 201 h 225"/>
              <a:gd name="T24" fmla="*/ 265 w 353"/>
              <a:gd name="T25" fmla="*/ 177 h 225"/>
              <a:gd name="T26" fmla="*/ 47 w 353"/>
              <a:gd name="T27" fmla="*/ 209 h 225"/>
              <a:gd name="T28" fmla="*/ 16 w 353"/>
              <a:gd name="T29" fmla="*/ 178 h 225"/>
              <a:gd name="T30" fmla="*/ 48 w 353"/>
              <a:gd name="T31" fmla="*/ 73 h 225"/>
              <a:gd name="T32" fmla="*/ 241 w 353"/>
              <a:gd name="T33" fmla="*/ 73 h 225"/>
              <a:gd name="T34" fmla="*/ 273 w 353"/>
              <a:gd name="T35" fmla="*/ 178 h 225"/>
              <a:gd name="T36" fmla="*/ 265 w 353"/>
              <a:gd name="T37" fmla="*/ 65 h 225"/>
              <a:gd name="T38" fmla="*/ 217 w 353"/>
              <a:gd name="T39" fmla="*/ 177 h 225"/>
              <a:gd name="T40" fmla="*/ 225 w 353"/>
              <a:gd name="T41" fmla="*/ 185 h 225"/>
              <a:gd name="T42" fmla="*/ 151 w 353"/>
              <a:gd name="T43" fmla="*/ 143 h 225"/>
              <a:gd name="T44" fmla="*/ 155 w 353"/>
              <a:gd name="T45" fmla="*/ 160 h 225"/>
              <a:gd name="T46" fmla="*/ 154 w 353"/>
              <a:gd name="T47" fmla="*/ 145 h 225"/>
              <a:gd name="T48" fmla="*/ 64 w 353"/>
              <a:gd name="T49" fmla="*/ 16 h 225"/>
              <a:gd name="T50" fmla="*/ 80 w 353"/>
              <a:gd name="T51" fmla="*/ 24 h 225"/>
              <a:gd name="T52" fmla="*/ 337 w 353"/>
              <a:gd name="T53" fmla="*/ 161 h 225"/>
              <a:gd name="T54" fmla="*/ 313 w 353"/>
              <a:gd name="T55" fmla="*/ 177 h 225"/>
              <a:gd name="T56" fmla="*/ 353 w 353"/>
              <a:gd name="T57" fmla="*/ 16 h 225"/>
              <a:gd name="T58" fmla="*/ 88 w 353"/>
              <a:gd name="T59" fmla="*/ 137 h 225"/>
              <a:gd name="T60" fmla="*/ 144 w 353"/>
              <a:gd name="T61" fmla="*/ 81 h 225"/>
              <a:gd name="T62" fmla="*/ 155 w 353"/>
              <a:gd name="T63" fmla="*/ 169 h 225"/>
              <a:gd name="T64" fmla="*/ 141 w 353"/>
              <a:gd name="T65" fmla="*/ 177 h 225"/>
              <a:gd name="T66" fmla="*/ 126 w 353"/>
              <a:gd name="T67" fmla="*/ 165 h 225"/>
              <a:gd name="T68" fmla="*/ 131 w 353"/>
              <a:gd name="T69" fmla="*/ 149 h 225"/>
              <a:gd name="T70" fmla="*/ 141 w 353"/>
              <a:gd name="T71" fmla="*/ 140 h 225"/>
              <a:gd name="T72" fmla="*/ 124 w 353"/>
              <a:gd name="T73" fmla="*/ 129 h 225"/>
              <a:gd name="T74" fmla="*/ 128 w 353"/>
              <a:gd name="T75" fmla="*/ 107 h 225"/>
              <a:gd name="T76" fmla="*/ 141 w 353"/>
              <a:gd name="T77" fmla="*/ 97 h 225"/>
              <a:gd name="T78" fmla="*/ 154 w 353"/>
              <a:gd name="T79" fmla="*/ 104 h 225"/>
              <a:gd name="T80" fmla="*/ 167 w 353"/>
              <a:gd name="T81" fmla="*/ 120 h 225"/>
              <a:gd name="T82" fmla="*/ 149 w 353"/>
              <a:gd name="T83" fmla="*/ 111 h 225"/>
              <a:gd name="T84" fmla="*/ 162 w 353"/>
              <a:gd name="T85" fmla="*/ 136 h 225"/>
              <a:gd name="T86" fmla="*/ 167 w 353"/>
              <a:gd name="T87" fmla="*/ 159 h 2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353" h="225">
                <a:moveTo>
                  <a:pt x="72" y="81"/>
                </a:moveTo>
                <a:cubicBezTo>
                  <a:pt x="68" y="81"/>
                  <a:pt x="64" y="84"/>
                  <a:pt x="64" y="89"/>
                </a:cubicBezTo>
                <a:cubicBezTo>
                  <a:pt x="64" y="93"/>
                  <a:pt x="68" y="97"/>
                  <a:pt x="72" y="97"/>
                </a:cubicBezTo>
                <a:cubicBezTo>
                  <a:pt x="77" y="97"/>
                  <a:pt x="80" y="93"/>
                  <a:pt x="80" y="89"/>
                </a:cubicBezTo>
                <a:cubicBezTo>
                  <a:pt x="80" y="84"/>
                  <a:pt x="77" y="81"/>
                  <a:pt x="72" y="81"/>
                </a:cubicBezTo>
                <a:moveTo>
                  <a:pt x="132" y="120"/>
                </a:moveTo>
                <a:cubicBezTo>
                  <a:pt x="132" y="121"/>
                  <a:pt x="133" y="122"/>
                  <a:pt x="133" y="124"/>
                </a:cubicBezTo>
                <a:cubicBezTo>
                  <a:pt x="134" y="125"/>
                  <a:pt x="135" y="125"/>
                  <a:pt x="136" y="126"/>
                </a:cubicBezTo>
                <a:cubicBezTo>
                  <a:pt x="136" y="127"/>
                  <a:pt x="138" y="127"/>
                  <a:pt x="139" y="128"/>
                </a:cubicBezTo>
                <a:cubicBezTo>
                  <a:pt x="140" y="128"/>
                  <a:pt x="140" y="128"/>
                  <a:pt x="141" y="129"/>
                </a:cubicBezTo>
                <a:cubicBezTo>
                  <a:pt x="141" y="111"/>
                  <a:pt x="141" y="111"/>
                  <a:pt x="141" y="111"/>
                </a:cubicBezTo>
                <a:cubicBezTo>
                  <a:pt x="138" y="111"/>
                  <a:pt x="136" y="112"/>
                  <a:pt x="135" y="113"/>
                </a:cubicBezTo>
                <a:cubicBezTo>
                  <a:pt x="133" y="114"/>
                  <a:pt x="132" y="117"/>
                  <a:pt x="132" y="120"/>
                </a:cubicBezTo>
                <a:moveTo>
                  <a:pt x="273" y="49"/>
                </a:moveTo>
                <a:cubicBezTo>
                  <a:pt x="16" y="49"/>
                  <a:pt x="16" y="49"/>
                  <a:pt x="16" y="49"/>
                </a:cubicBezTo>
                <a:cubicBezTo>
                  <a:pt x="7" y="49"/>
                  <a:pt x="0" y="56"/>
                  <a:pt x="0" y="65"/>
                </a:cubicBezTo>
                <a:cubicBezTo>
                  <a:pt x="0" y="209"/>
                  <a:pt x="0" y="209"/>
                  <a:pt x="0" y="209"/>
                </a:cubicBezTo>
                <a:cubicBezTo>
                  <a:pt x="0" y="218"/>
                  <a:pt x="7" y="225"/>
                  <a:pt x="16" y="225"/>
                </a:cubicBezTo>
                <a:cubicBezTo>
                  <a:pt x="273" y="225"/>
                  <a:pt x="273" y="225"/>
                  <a:pt x="273" y="225"/>
                </a:cubicBezTo>
                <a:cubicBezTo>
                  <a:pt x="282" y="225"/>
                  <a:pt x="289" y="218"/>
                  <a:pt x="289" y="209"/>
                </a:cubicBezTo>
                <a:cubicBezTo>
                  <a:pt x="289" y="65"/>
                  <a:pt x="289" y="65"/>
                  <a:pt x="289" y="65"/>
                </a:cubicBezTo>
                <a:cubicBezTo>
                  <a:pt x="289" y="56"/>
                  <a:pt x="282" y="49"/>
                  <a:pt x="273" y="49"/>
                </a:cubicBezTo>
                <a:moveTo>
                  <a:pt x="24" y="65"/>
                </a:moveTo>
                <a:cubicBezTo>
                  <a:pt x="28" y="65"/>
                  <a:pt x="32" y="68"/>
                  <a:pt x="32" y="73"/>
                </a:cubicBezTo>
                <a:cubicBezTo>
                  <a:pt x="32" y="77"/>
                  <a:pt x="28" y="81"/>
                  <a:pt x="24" y="81"/>
                </a:cubicBezTo>
                <a:cubicBezTo>
                  <a:pt x="20" y="81"/>
                  <a:pt x="16" y="77"/>
                  <a:pt x="16" y="73"/>
                </a:cubicBezTo>
                <a:cubicBezTo>
                  <a:pt x="16" y="68"/>
                  <a:pt x="20" y="65"/>
                  <a:pt x="24" y="65"/>
                </a:cubicBezTo>
                <a:moveTo>
                  <a:pt x="24" y="209"/>
                </a:moveTo>
                <a:cubicBezTo>
                  <a:pt x="20" y="209"/>
                  <a:pt x="16" y="205"/>
                  <a:pt x="16" y="201"/>
                </a:cubicBezTo>
                <a:cubicBezTo>
                  <a:pt x="16" y="197"/>
                  <a:pt x="20" y="193"/>
                  <a:pt x="24" y="193"/>
                </a:cubicBezTo>
                <a:cubicBezTo>
                  <a:pt x="28" y="193"/>
                  <a:pt x="32" y="197"/>
                  <a:pt x="32" y="201"/>
                </a:cubicBezTo>
                <a:cubicBezTo>
                  <a:pt x="32" y="205"/>
                  <a:pt x="28" y="209"/>
                  <a:pt x="24" y="209"/>
                </a:cubicBezTo>
                <a:moveTo>
                  <a:pt x="265" y="209"/>
                </a:moveTo>
                <a:cubicBezTo>
                  <a:pt x="260" y="209"/>
                  <a:pt x="257" y="205"/>
                  <a:pt x="257" y="201"/>
                </a:cubicBezTo>
                <a:cubicBezTo>
                  <a:pt x="257" y="197"/>
                  <a:pt x="260" y="193"/>
                  <a:pt x="265" y="193"/>
                </a:cubicBezTo>
                <a:cubicBezTo>
                  <a:pt x="269" y="193"/>
                  <a:pt x="273" y="197"/>
                  <a:pt x="273" y="201"/>
                </a:cubicBezTo>
                <a:cubicBezTo>
                  <a:pt x="273" y="205"/>
                  <a:pt x="269" y="209"/>
                  <a:pt x="265" y="209"/>
                </a:cubicBezTo>
                <a:moveTo>
                  <a:pt x="273" y="178"/>
                </a:moveTo>
                <a:cubicBezTo>
                  <a:pt x="270" y="178"/>
                  <a:pt x="268" y="177"/>
                  <a:pt x="265" y="177"/>
                </a:cubicBezTo>
                <a:cubicBezTo>
                  <a:pt x="252" y="177"/>
                  <a:pt x="241" y="188"/>
                  <a:pt x="241" y="201"/>
                </a:cubicBezTo>
                <a:cubicBezTo>
                  <a:pt x="241" y="204"/>
                  <a:pt x="241" y="207"/>
                  <a:pt x="242" y="209"/>
                </a:cubicBezTo>
                <a:cubicBezTo>
                  <a:pt x="47" y="209"/>
                  <a:pt x="47" y="209"/>
                  <a:pt x="47" y="209"/>
                </a:cubicBezTo>
                <a:cubicBezTo>
                  <a:pt x="47" y="207"/>
                  <a:pt x="48" y="204"/>
                  <a:pt x="48" y="201"/>
                </a:cubicBezTo>
                <a:cubicBezTo>
                  <a:pt x="48" y="188"/>
                  <a:pt x="37" y="177"/>
                  <a:pt x="24" y="177"/>
                </a:cubicBezTo>
                <a:cubicBezTo>
                  <a:pt x="21" y="177"/>
                  <a:pt x="18" y="178"/>
                  <a:pt x="16" y="178"/>
                </a:cubicBezTo>
                <a:cubicBezTo>
                  <a:pt x="16" y="95"/>
                  <a:pt x="16" y="95"/>
                  <a:pt x="16" y="95"/>
                </a:cubicBezTo>
                <a:cubicBezTo>
                  <a:pt x="18" y="96"/>
                  <a:pt x="21" y="97"/>
                  <a:pt x="24" y="97"/>
                </a:cubicBezTo>
                <a:cubicBezTo>
                  <a:pt x="37" y="97"/>
                  <a:pt x="48" y="86"/>
                  <a:pt x="48" y="73"/>
                </a:cubicBezTo>
                <a:cubicBezTo>
                  <a:pt x="48" y="70"/>
                  <a:pt x="47" y="67"/>
                  <a:pt x="47" y="65"/>
                </a:cubicBezTo>
                <a:cubicBezTo>
                  <a:pt x="242" y="65"/>
                  <a:pt x="242" y="65"/>
                  <a:pt x="242" y="65"/>
                </a:cubicBezTo>
                <a:cubicBezTo>
                  <a:pt x="241" y="67"/>
                  <a:pt x="241" y="70"/>
                  <a:pt x="241" y="73"/>
                </a:cubicBezTo>
                <a:cubicBezTo>
                  <a:pt x="241" y="86"/>
                  <a:pt x="252" y="97"/>
                  <a:pt x="265" y="97"/>
                </a:cubicBezTo>
                <a:cubicBezTo>
                  <a:pt x="268" y="97"/>
                  <a:pt x="270" y="96"/>
                  <a:pt x="273" y="95"/>
                </a:cubicBezTo>
                <a:lnTo>
                  <a:pt x="273" y="178"/>
                </a:lnTo>
                <a:close/>
                <a:moveTo>
                  <a:pt x="265" y="81"/>
                </a:moveTo>
                <a:cubicBezTo>
                  <a:pt x="260" y="81"/>
                  <a:pt x="257" y="77"/>
                  <a:pt x="257" y="73"/>
                </a:cubicBezTo>
                <a:cubicBezTo>
                  <a:pt x="257" y="68"/>
                  <a:pt x="260" y="65"/>
                  <a:pt x="265" y="65"/>
                </a:cubicBezTo>
                <a:cubicBezTo>
                  <a:pt x="269" y="65"/>
                  <a:pt x="273" y="68"/>
                  <a:pt x="273" y="73"/>
                </a:cubicBezTo>
                <a:cubicBezTo>
                  <a:pt x="273" y="77"/>
                  <a:pt x="269" y="81"/>
                  <a:pt x="265" y="81"/>
                </a:cubicBezTo>
                <a:moveTo>
                  <a:pt x="217" y="177"/>
                </a:moveTo>
                <a:cubicBezTo>
                  <a:pt x="212" y="177"/>
                  <a:pt x="209" y="181"/>
                  <a:pt x="209" y="185"/>
                </a:cubicBezTo>
                <a:cubicBezTo>
                  <a:pt x="209" y="189"/>
                  <a:pt x="212" y="193"/>
                  <a:pt x="217" y="193"/>
                </a:cubicBezTo>
                <a:cubicBezTo>
                  <a:pt x="221" y="193"/>
                  <a:pt x="225" y="189"/>
                  <a:pt x="225" y="185"/>
                </a:cubicBezTo>
                <a:cubicBezTo>
                  <a:pt x="225" y="181"/>
                  <a:pt x="221" y="177"/>
                  <a:pt x="217" y="177"/>
                </a:cubicBezTo>
                <a:moveTo>
                  <a:pt x="154" y="145"/>
                </a:moveTo>
                <a:cubicBezTo>
                  <a:pt x="153" y="144"/>
                  <a:pt x="152" y="143"/>
                  <a:pt x="151" y="143"/>
                </a:cubicBezTo>
                <a:cubicBezTo>
                  <a:pt x="150" y="142"/>
                  <a:pt x="149" y="142"/>
                  <a:pt x="149" y="142"/>
                </a:cubicBezTo>
                <a:cubicBezTo>
                  <a:pt x="149" y="162"/>
                  <a:pt x="149" y="162"/>
                  <a:pt x="149" y="162"/>
                </a:cubicBezTo>
                <a:cubicBezTo>
                  <a:pt x="151" y="162"/>
                  <a:pt x="153" y="161"/>
                  <a:pt x="155" y="160"/>
                </a:cubicBezTo>
                <a:cubicBezTo>
                  <a:pt x="157" y="158"/>
                  <a:pt x="158" y="155"/>
                  <a:pt x="158" y="152"/>
                </a:cubicBezTo>
                <a:cubicBezTo>
                  <a:pt x="158" y="150"/>
                  <a:pt x="158" y="149"/>
                  <a:pt x="157" y="147"/>
                </a:cubicBezTo>
                <a:cubicBezTo>
                  <a:pt x="156" y="146"/>
                  <a:pt x="156" y="145"/>
                  <a:pt x="154" y="145"/>
                </a:cubicBezTo>
                <a:moveTo>
                  <a:pt x="337" y="0"/>
                </a:moveTo>
                <a:cubicBezTo>
                  <a:pt x="80" y="0"/>
                  <a:pt x="80" y="0"/>
                  <a:pt x="80" y="0"/>
                </a:cubicBezTo>
                <a:cubicBezTo>
                  <a:pt x="71" y="0"/>
                  <a:pt x="64" y="8"/>
                  <a:pt x="64" y="16"/>
                </a:cubicBezTo>
                <a:cubicBezTo>
                  <a:pt x="64" y="24"/>
                  <a:pt x="64" y="24"/>
                  <a:pt x="64" y="24"/>
                </a:cubicBezTo>
                <a:cubicBezTo>
                  <a:pt x="64" y="29"/>
                  <a:pt x="68" y="32"/>
                  <a:pt x="72" y="32"/>
                </a:cubicBezTo>
                <a:cubicBezTo>
                  <a:pt x="77" y="32"/>
                  <a:pt x="80" y="29"/>
                  <a:pt x="80" y="24"/>
                </a:cubicBezTo>
                <a:cubicBezTo>
                  <a:pt x="80" y="16"/>
                  <a:pt x="80" y="16"/>
                  <a:pt x="80" y="16"/>
                </a:cubicBezTo>
                <a:cubicBezTo>
                  <a:pt x="337" y="16"/>
                  <a:pt x="337" y="16"/>
                  <a:pt x="337" y="16"/>
                </a:cubicBezTo>
                <a:cubicBezTo>
                  <a:pt x="337" y="161"/>
                  <a:pt x="337" y="161"/>
                  <a:pt x="337" y="161"/>
                </a:cubicBezTo>
                <a:cubicBezTo>
                  <a:pt x="313" y="161"/>
                  <a:pt x="313" y="161"/>
                  <a:pt x="313" y="161"/>
                </a:cubicBezTo>
                <a:cubicBezTo>
                  <a:pt x="309" y="161"/>
                  <a:pt x="305" y="164"/>
                  <a:pt x="305" y="169"/>
                </a:cubicBezTo>
                <a:cubicBezTo>
                  <a:pt x="305" y="173"/>
                  <a:pt x="309" y="177"/>
                  <a:pt x="313" y="177"/>
                </a:cubicBezTo>
                <a:cubicBezTo>
                  <a:pt x="337" y="177"/>
                  <a:pt x="337" y="177"/>
                  <a:pt x="337" y="177"/>
                </a:cubicBezTo>
                <a:cubicBezTo>
                  <a:pt x="346" y="177"/>
                  <a:pt x="353" y="170"/>
                  <a:pt x="353" y="161"/>
                </a:cubicBezTo>
                <a:cubicBezTo>
                  <a:pt x="353" y="16"/>
                  <a:pt x="353" y="16"/>
                  <a:pt x="353" y="16"/>
                </a:cubicBezTo>
                <a:cubicBezTo>
                  <a:pt x="353" y="8"/>
                  <a:pt x="346" y="0"/>
                  <a:pt x="337" y="0"/>
                </a:cubicBezTo>
                <a:moveTo>
                  <a:pt x="144" y="81"/>
                </a:moveTo>
                <a:cubicBezTo>
                  <a:pt x="113" y="81"/>
                  <a:pt x="88" y="106"/>
                  <a:pt x="88" y="137"/>
                </a:cubicBezTo>
                <a:cubicBezTo>
                  <a:pt x="88" y="168"/>
                  <a:pt x="113" y="193"/>
                  <a:pt x="144" y="193"/>
                </a:cubicBezTo>
                <a:cubicBezTo>
                  <a:pt x="175" y="193"/>
                  <a:pt x="201" y="168"/>
                  <a:pt x="201" y="137"/>
                </a:cubicBezTo>
                <a:cubicBezTo>
                  <a:pt x="201" y="106"/>
                  <a:pt x="175" y="81"/>
                  <a:pt x="144" y="81"/>
                </a:cubicBezTo>
                <a:moveTo>
                  <a:pt x="167" y="159"/>
                </a:moveTo>
                <a:cubicBezTo>
                  <a:pt x="166" y="162"/>
                  <a:pt x="164" y="164"/>
                  <a:pt x="162" y="165"/>
                </a:cubicBezTo>
                <a:cubicBezTo>
                  <a:pt x="160" y="167"/>
                  <a:pt x="158" y="168"/>
                  <a:pt x="155" y="169"/>
                </a:cubicBezTo>
                <a:cubicBezTo>
                  <a:pt x="153" y="170"/>
                  <a:pt x="151" y="170"/>
                  <a:pt x="149" y="171"/>
                </a:cubicBezTo>
                <a:cubicBezTo>
                  <a:pt x="149" y="177"/>
                  <a:pt x="149" y="177"/>
                  <a:pt x="149" y="177"/>
                </a:cubicBezTo>
                <a:cubicBezTo>
                  <a:pt x="141" y="177"/>
                  <a:pt x="141" y="177"/>
                  <a:pt x="141" y="177"/>
                </a:cubicBezTo>
                <a:cubicBezTo>
                  <a:pt x="141" y="171"/>
                  <a:pt x="141" y="171"/>
                  <a:pt x="141" y="171"/>
                </a:cubicBezTo>
                <a:cubicBezTo>
                  <a:pt x="138" y="170"/>
                  <a:pt x="136" y="170"/>
                  <a:pt x="134" y="169"/>
                </a:cubicBezTo>
                <a:cubicBezTo>
                  <a:pt x="131" y="168"/>
                  <a:pt x="128" y="167"/>
                  <a:pt x="126" y="165"/>
                </a:cubicBezTo>
                <a:cubicBezTo>
                  <a:pt x="124" y="163"/>
                  <a:pt x="123" y="161"/>
                  <a:pt x="122" y="158"/>
                </a:cubicBezTo>
                <a:cubicBezTo>
                  <a:pt x="121" y="156"/>
                  <a:pt x="120" y="153"/>
                  <a:pt x="120" y="149"/>
                </a:cubicBezTo>
                <a:cubicBezTo>
                  <a:pt x="131" y="149"/>
                  <a:pt x="131" y="149"/>
                  <a:pt x="131" y="149"/>
                </a:cubicBezTo>
                <a:cubicBezTo>
                  <a:pt x="131" y="153"/>
                  <a:pt x="132" y="157"/>
                  <a:pt x="134" y="159"/>
                </a:cubicBezTo>
                <a:cubicBezTo>
                  <a:pt x="135" y="161"/>
                  <a:pt x="137" y="162"/>
                  <a:pt x="141" y="162"/>
                </a:cubicBezTo>
                <a:cubicBezTo>
                  <a:pt x="141" y="140"/>
                  <a:pt x="141" y="140"/>
                  <a:pt x="141" y="140"/>
                </a:cubicBezTo>
                <a:cubicBezTo>
                  <a:pt x="139" y="140"/>
                  <a:pt x="137" y="139"/>
                  <a:pt x="135" y="138"/>
                </a:cubicBezTo>
                <a:cubicBezTo>
                  <a:pt x="133" y="137"/>
                  <a:pt x="130" y="136"/>
                  <a:pt x="128" y="134"/>
                </a:cubicBezTo>
                <a:cubicBezTo>
                  <a:pt x="126" y="133"/>
                  <a:pt x="125" y="131"/>
                  <a:pt x="124" y="129"/>
                </a:cubicBezTo>
                <a:cubicBezTo>
                  <a:pt x="122" y="127"/>
                  <a:pt x="122" y="124"/>
                  <a:pt x="122" y="121"/>
                </a:cubicBezTo>
                <a:cubicBezTo>
                  <a:pt x="122" y="118"/>
                  <a:pt x="122" y="115"/>
                  <a:pt x="123" y="113"/>
                </a:cubicBezTo>
                <a:cubicBezTo>
                  <a:pt x="125" y="111"/>
                  <a:pt x="126" y="109"/>
                  <a:pt x="128" y="107"/>
                </a:cubicBezTo>
                <a:cubicBezTo>
                  <a:pt x="130" y="106"/>
                  <a:pt x="132" y="105"/>
                  <a:pt x="135" y="104"/>
                </a:cubicBezTo>
                <a:cubicBezTo>
                  <a:pt x="137" y="103"/>
                  <a:pt x="139" y="103"/>
                  <a:pt x="141" y="103"/>
                </a:cubicBezTo>
                <a:cubicBezTo>
                  <a:pt x="141" y="97"/>
                  <a:pt x="141" y="97"/>
                  <a:pt x="141" y="97"/>
                </a:cubicBezTo>
                <a:cubicBezTo>
                  <a:pt x="149" y="97"/>
                  <a:pt x="149" y="97"/>
                  <a:pt x="149" y="97"/>
                </a:cubicBezTo>
                <a:cubicBezTo>
                  <a:pt x="149" y="103"/>
                  <a:pt x="149" y="103"/>
                  <a:pt x="149" y="103"/>
                </a:cubicBezTo>
                <a:cubicBezTo>
                  <a:pt x="151" y="103"/>
                  <a:pt x="152" y="103"/>
                  <a:pt x="154" y="104"/>
                </a:cubicBezTo>
                <a:cubicBezTo>
                  <a:pt x="157" y="104"/>
                  <a:pt x="159" y="106"/>
                  <a:pt x="161" y="107"/>
                </a:cubicBezTo>
                <a:cubicBezTo>
                  <a:pt x="163" y="109"/>
                  <a:pt x="164" y="110"/>
                  <a:pt x="165" y="113"/>
                </a:cubicBezTo>
                <a:cubicBezTo>
                  <a:pt x="166" y="115"/>
                  <a:pt x="167" y="117"/>
                  <a:pt x="167" y="120"/>
                </a:cubicBezTo>
                <a:cubicBezTo>
                  <a:pt x="156" y="120"/>
                  <a:pt x="156" y="120"/>
                  <a:pt x="156" y="120"/>
                </a:cubicBezTo>
                <a:cubicBezTo>
                  <a:pt x="156" y="117"/>
                  <a:pt x="155" y="115"/>
                  <a:pt x="154" y="113"/>
                </a:cubicBezTo>
                <a:cubicBezTo>
                  <a:pt x="153" y="112"/>
                  <a:pt x="151" y="111"/>
                  <a:pt x="149" y="111"/>
                </a:cubicBezTo>
                <a:cubicBezTo>
                  <a:pt x="149" y="130"/>
                  <a:pt x="149" y="130"/>
                  <a:pt x="149" y="130"/>
                </a:cubicBezTo>
                <a:cubicBezTo>
                  <a:pt x="151" y="131"/>
                  <a:pt x="153" y="132"/>
                  <a:pt x="155" y="133"/>
                </a:cubicBezTo>
                <a:cubicBezTo>
                  <a:pt x="157" y="134"/>
                  <a:pt x="160" y="135"/>
                  <a:pt x="162" y="136"/>
                </a:cubicBezTo>
                <a:cubicBezTo>
                  <a:pt x="164" y="138"/>
                  <a:pt x="165" y="140"/>
                  <a:pt x="167" y="142"/>
                </a:cubicBezTo>
                <a:cubicBezTo>
                  <a:pt x="168" y="144"/>
                  <a:pt x="169" y="147"/>
                  <a:pt x="169" y="150"/>
                </a:cubicBezTo>
                <a:cubicBezTo>
                  <a:pt x="169" y="154"/>
                  <a:pt x="168" y="157"/>
                  <a:pt x="167" y="159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6" name="Freeform 46"/>
          <p:cNvSpPr>
            <a:spLocks noEditPoints="1"/>
          </p:cNvSpPr>
          <p:nvPr/>
        </p:nvSpPr>
        <p:spPr bwMode="auto">
          <a:xfrm>
            <a:off x="1924051" y="5496985"/>
            <a:ext cx="579967" cy="317500"/>
          </a:xfrm>
          <a:custGeom>
            <a:avLst/>
            <a:gdLst>
              <a:gd name="T0" fmla="*/ 16 w 353"/>
              <a:gd name="T1" fmla="*/ 0 h 193"/>
              <a:gd name="T2" fmla="*/ 0 w 353"/>
              <a:gd name="T3" fmla="*/ 177 h 193"/>
              <a:gd name="T4" fmla="*/ 337 w 353"/>
              <a:gd name="T5" fmla="*/ 193 h 193"/>
              <a:gd name="T6" fmla="*/ 353 w 353"/>
              <a:gd name="T7" fmla="*/ 16 h 193"/>
              <a:gd name="T8" fmla="*/ 24 w 353"/>
              <a:gd name="T9" fmla="*/ 16 h 193"/>
              <a:gd name="T10" fmla="*/ 24 w 353"/>
              <a:gd name="T11" fmla="*/ 33 h 193"/>
              <a:gd name="T12" fmla="*/ 24 w 353"/>
              <a:gd name="T13" fmla="*/ 16 h 193"/>
              <a:gd name="T14" fmla="*/ 16 w 353"/>
              <a:gd name="T15" fmla="*/ 169 h 193"/>
              <a:gd name="T16" fmla="*/ 32 w 353"/>
              <a:gd name="T17" fmla="*/ 169 h 193"/>
              <a:gd name="T18" fmla="*/ 329 w 353"/>
              <a:gd name="T19" fmla="*/ 177 h 193"/>
              <a:gd name="T20" fmla="*/ 329 w 353"/>
              <a:gd name="T21" fmla="*/ 161 h 193"/>
              <a:gd name="T22" fmla="*/ 329 w 353"/>
              <a:gd name="T23" fmla="*/ 177 h 193"/>
              <a:gd name="T24" fmla="*/ 329 w 353"/>
              <a:gd name="T25" fmla="*/ 145 h 193"/>
              <a:gd name="T26" fmla="*/ 307 w 353"/>
              <a:gd name="T27" fmla="*/ 177 h 193"/>
              <a:gd name="T28" fmla="*/ 48 w 353"/>
              <a:gd name="T29" fmla="*/ 169 h 193"/>
              <a:gd name="T30" fmla="*/ 16 w 353"/>
              <a:gd name="T31" fmla="*/ 146 h 193"/>
              <a:gd name="T32" fmla="*/ 24 w 353"/>
              <a:gd name="T33" fmla="*/ 49 h 193"/>
              <a:gd name="T34" fmla="*/ 47 w 353"/>
              <a:gd name="T35" fmla="*/ 16 h 193"/>
              <a:gd name="T36" fmla="*/ 305 w 353"/>
              <a:gd name="T37" fmla="*/ 24 h 193"/>
              <a:gd name="T38" fmla="*/ 337 w 353"/>
              <a:gd name="T39" fmla="*/ 47 h 193"/>
              <a:gd name="T40" fmla="*/ 329 w 353"/>
              <a:gd name="T41" fmla="*/ 33 h 193"/>
              <a:gd name="T42" fmla="*/ 329 w 353"/>
              <a:gd name="T43" fmla="*/ 16 h 193"/>
              <a:gd name="T44" fmla="*/ 329 w 353"/>
              <a:gd name="T45" fmla="*/ 33 h 193"/>
              <a:gd name="T46" fmla="*/ 265 w 353"/>
              <a:gd name="T47" fmla="*/ 145 h 193"/>
              <a:gd name="T48" fmla="*/ 265 w 353"/>
              <a:gd name="T49" fmla="*/ 161 h 193"/>
              <a:gd name="T50" fmla="*/ 289 w 353"/>
              <a:gd name="T51" fmla="*/ 153 h 193"/>
              <a:gd name="T52" fmla="*/ 89 w 353"/>
              <a:gd name="T53" fmla="*/ 33 h 193"/>
              <a:gd name="T54" fmla="*/ 64 w 353"/>
              <a:gd name="T55" fmla="*/ 41 h 193"/>
              <a:gd name="T56" fmla="*/ 89 w 353"/>
              <a:gd name="T57" fmla="*/ 49 h 193"/>
              <a:gd name="T58" fmla="*/ 89 w 353"/>
              <a:gd name="T59" fmla="*/ 33 h 193"/>
              <a:gd name="T60" fmla="*/ 113 w 353"/>
              <a:gd name="T61" fmla="*/ 97 h 193"/>
              <a:gd name="T62" fmla="*/ 241 w 353"/>
              <a:gd name="T63" fmla="*/ 97 h 193"/>
              <a:gd name="T64" fmla="*/ 194 w 353"/>
              <a:gd name="T65" fmla="*/ 85 h 193"/>
              <a:gd name="T66" fmla="*/ 162 w 353"/>
              <a:gd name="T67" fmla="*/ 92 h 193"/>
              <a:gd name="T68" fmla="*/ 162 w 353"/>
              <a:gd name="T69" fmla="*/ 96 h 193"/>
              <a:gd name="T70" fmla="*/ 189 w 353"/>
              <a:gd name="T71" fmla="*/ 100 h 193"/>
              <a:gd name="T72" fmla="*/ 163 w 353"/>
              <a:gd name="T73" fmla="*/ 107 h 193"/>
              <a:gd name="T74" fmla="*/ 183 w 353"/>
              <a:gd name="T75" fmla="*/ 127 h 193"/>
              <a:gd name="T76" fmla="*/ 201 w 353"/>
              <a:gd name="T77" fmla="*/ 120 h 193"/>
              <a:gd name="T78" fmla="*/ 183 w 353"/>
              <a:gd name="T79" fmla="*/ 137 h 193"/>
              <a:gd name="T80" fmla="*/ 149 w 353"/>
              <a:gd name="T81" fmla="*/ 107 h 193"/>
              <a:gd name="T82" fmla="*/ 143 w 353"/>
              <a:gd name="T83" fmla="*/ 100 h 193"/>
              <a:gd name="T84" fmla="*/ 148 w 353"/>
              <a:gd name="T85" fmla="*/ 98 h 193"/>
              <a:gd name="T86" fmla="*/ 148 w 353"/>
              <a:gd name="T87" fmla="*/ 94 h 193"/>
              <a:gd name="T88" fmla="*/ 140 w 353"/>
              <a:gd name="T89" fmla="*/ 92 h 193"/>
              <a:gd name="T90" fmla="*/ 149 w 353"/>
              <a:gd name="T91" fmla="*/ 85 h 193"/>
              <a:gd name="T92" fmla="*/ 183 w 353"/>
              <a:gd name="T93" fmla="*/ 57 h 193"/>
              <a:gd name="T94" fmla="*/ 199 w 353"/>
              <a:gd name="T95" fmla="*/ 73 h 193"/>
              <a:gd name="T96" fmla="*/ 169 w 353"/>
              <a:gd name="T97" fmla="*/ 72 h 193"/>
              <a:gd name="T98" fmla="*/ 194 w 353"/>
              <a:gd name="T99" fmla="*/ 85 h 1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353" h="193">
                <a:moveTo>
                  <a:pt x="337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8"/>
                  <a:pt x="0" y="16"/>
                </a:cubicBezTo>
                <a:cubicBezTo>
                  <a:pt x="0" y="177"/>
                  <a:pt x="0" y="177"/>
                  <a:pt x="0" y="177"/>
                </a:cubicBezTo>
                <a:cubicBezTo>
                  <a:pt x="0" y="186"/>
                  <a:pt x="7" y="193"/>
                  <a:pt x="16" y="193"/>
                </a:cubicBezTo>
                <a:cubicBezTo>
                  <a:pt x="337" y="193"/>
                  <a:pt x="337" y="193"/>
                  <a:pt x="337" y="193"/>
                </a:cubicBezTo>
                <a:cubicBezTo>
                  <a:pt x="346" y="193"/>
                  <a:pt x="353" y="186"/>
                  <a:pt x="353" y="177"/>
                </a:cubicBezTo>
                <a:cubicBezTo>
                  <a:pt x="353" y="16"/>
                  <a:pt x="353" y="16"/>
                  <a:pt x="353" y="16"/>
                </a:cubicBezTo>
                <a:cubicBezTo>
                  <a:pt x="353" y="8"/>
                  <a:pt x="346" y="0"/>
                  <a:pt x="337" y="0"/>
                </a:cubicBezTo>
                <a:moveTo>
                  <a:pt x="24" y="16"/>
                </a:moveTo>
                <a:cubicBezTo>
                  <a:pt x="29" y="16"/>
                  <a:pt x="32" y="20"/>
                  <a:pt x="32" y="24"/>
                </a:cubicBezTo>
                <a:cubicBezTo>
                  <a:pt x="32" y="29"/>
                  <a:pt x="29" y="33"/>
                  <a:pt x="24" y="33"/>
                </a:cubicBezTo>
                <a:cubicBezTo>
                  <a:pt x="20" y="33"/>
                  <a:pt x="16" y="29"/>
                  <a:pt x="16" y="24"/>
                </a:cubicBezTo>
                <a:cubicBezTo>
                  <a:pt x="16" y="20"/>
                  <a:pt x="20" y="16"/>
                  <a:pt x="24" y="16"/>
                </a:cubicBezTo>
                <a:moveTo>
                  <a:pt x="24" y="177"/>
                </a:moveTo>
                <a:cubicBezTo>
                  <a:pt x="20" y="177"/>
                  <a:pt x="16" y="173"/>
                  <a:pt x="16" y="169"/>
                </a:cubicBezTo>
                <a:cubicBezTo>
                  <a:pt x="16" y="165"/>
                  <a:pt x="20" y="161"/>
                  <a:pt x="24" y="161"/>
                </a:cubicBezTo>
                <a:cubicBezTo>
                  <a:pt x="29" y="161"/>
                  <a:pt x="32" y="165"/>
                  <a:pt x="32" y="169"/>
                </a:cubicBezTo>
                <a:cubicBezTo>
                  <a:pt x="32" y="173"/>
                  <a:pt x="29" y="177"/>
                  <a:pt x="24" y="177"/>
                </a:cubicBezTo>
                <a:moveTo>
                  <a:pt x="329" y="177"/>
                </a:moveTo>
                <a:cubicBezTo>
                  <a:pt x="325" y="177"/>
                  <a:pt x="321" y="173"/>
                  <a:pt x="321" y="169"/>
                </a:cubicBezTo>
                <a:cubicBezTo>
                  <a:pt x="321" y="165"/>
                  <a:pt x="325" y="161"/>
                  <a:pt x="329" y="161"/>
                </a:cubicBezTo>
                <a:cubicBezTo>
                  <a:pt x="334" y="161"/>
                  <a:pt x="337" y="165"/>
                  <a:pt x="337" y="169"/>
                </a:cubicBezTo>
                <a:cubicBezTo>
                  <a:pt x="337" y="173"/>
                  <a:pt x="334" y="177"/>
                  <a:pt x="329" y="177"/>
                </a:cubicBezTo>
                <a:moveTo>
                  <a:pt x="337" y="146"/>
                </a:moveTo>
                <a:cubicBezTo>
                  <a:pt x="335" y="145"/>
                  <a:pt x="332" y="145"/>
                  <a:pt x="329" y="145"/>
                </a:cubicBezTo>
                <a:cubicBezTo>
                  <a:pt x="316" y="145"/>
                  <a:pt x="305" y="156"/>
                  <a:pt x="305" y="169"/>
                </a:cubicBezTo>
                <a:cubicBezTo>
                  <a:pt x="305" y="172"/>
                  <a:pt x="306" y="174"/>
                  <a:pt x="307" y="177"/>
                </a:cubicBezTo>
                <a:cubicBezTo>
                  <a:pt x="47" y="177"/>
                  <a:pt x="47" y="177"/>
                  <a:pt x="47" y="177"/>
                </a:cubicBezTo>
                <a:cubicBezTo>
                  <a:pt x="48" y="174"/>
                  <a:pt x="48" y="172"/>
                  <a:pt x="48" y="169"/>
                </a:cubicBezTo>
                <a:cubicBezTo>
                  <a:pt x="48" y="156"/>
                  <a:pt x="38" y="145"/>
                  <a:pt x="24" y="145"/>
                </a:cubicBezTo>
                <a:cubicBezTo>
                  <a:pt x="21" y="145"/>
                  <a:pt x="19" y="145"/>
                  <a:pt x="16" y="146"/>
                </a:cubicBezTo>
                <a:cubicBezTo>
                  <a:pt x="16" y="47"/>
                  <a:pt x="16" y="47"/>
                  <a:pt x="16" y="47"/>
                </a:cubicBezTo>
                <a:cubicBezTo>
                  <a:pt x="19" y="48"/>
                  <a:pt x="21" y="49"/>
                  <a:pt x="24" y="49"/>
                </a:cubicBezTo>
                <a:cubicBezTo>
                  <a:pt x="38" y="49"/>
                  <a:pt x="48" y="38"/>
                  <a:pt x="48" y="24"/>
                </a:cubicBezTo>
                <a:cubicBezTo>
                  <a:pt x="48" y="22"/>
                  <a:pt x="48" y="19"/>
                  <a:pt x="47" y="16"/>
                </a:cubicBezTo>
                <a:cubicBezTo>
                  <a:pt x="307" y="16"/>
                  <a:pt x="307" y="16"/>
                  <a:pt x="307" y="16"/>
                </a:cubicBezTo>
                <a:cubicBezTo>
                  <a:pt x="306" y="19"/>
                  <a:pt x="305" y="22"/>
                  <a:pt x="305" y="24"/>
                </a:cubicBezTo>
                <a:cubicBezTo>
                  <a:pt x="305" y="38"/>
                  <a:pt x="316" y="49"/>
                  <a:pt x="329" y="49"/>
                </a:cubicBezTo>
                <a:cubicBezTo>
                  <a:pt x="332" y="49"/>
                  <a:pt x="335" y="48"/>
                  <a:pt x="337" y="47"/>
                </a:cubicBezTo>
                <a:lnTo>
                  <a:pt x="337" y="146"/>
                </a:lnTo>
                <a:close/>
                <a:moveTo>
                  <a:pt x="329" y="33"/>
                </a:moveTo>
                <a:cubicBezTo>
                  <a:pt x="325" y="33"/>
                  <a:pt x="321" y="29"/>
                  <a:pt x="321" y="24"/>
                </a:cubicBezTo>
                <a:cubicBezTo>
                  <a:pt x="321" y="20"/>
                  <a:pt x="325" y="16"/>
                  <a:pt x="329" y="16"/>
                </a:cubicBezTo>
                <a:cubicBezTo>
                  <a:pt x="334" y="16"/>
                  <a:pt x="337" y="20"/>
                  <a:pt x="337" y="24"/>
                </a:cubicBezTo>
                <a:cubicBezTo>
                  <a:pt x="337" y="29"/>
                  <a:pt x="334" y="33"/>
                  <a:pt x="329" y="33"/>
                </a:cubicBezTo>
                <a:moveTo>
                  <a:pt x="281" y="145"/>
                </a:moveTo>
                <a:cubicBezTo>
                  <a:pt x="265" y="145"/>
                  <a:pt x="265" y="145"/>
                  <a:pt x="265" y="145"/>
                </a:cubicBezTo>
                <a:cubicBezTo>
                  <a:pt x="261" y="145"/>
                  <a:pt x="257" y="148"/>
                  <a:pt x="257" y="153"/>
                </a:cubicBezTo>
                <a:cubicBezTo>
                  <a:pt x="257" y="157"/>
                  <a:pt x="261" y="161"/>
                  <a:pt x="265" y="161"/>
                </a:cubicBezTo>
                <a:cubicBezTo>
                  <a:pt x="281" y="161"/>
                  <a:pt x="281" y="161"/>
                  <a:pt x="281" y="161"/>
                </a:cubicBezTo>
                <a:cubicBezTo>
                  <a:pt x="286" y="161"/>
                  <a:pt x="289" y="157"/>
                  <a:pt x="289" y="153"/>
                </a:cubicBezTo>
                <a:cubicBezTo>
                  <a:pt x="289" y="148"/>
                  <a:pt x="286" y="145"/>
                  <a:pt x="281" y="145"/>
                </a:cubicBezTo>
                <a:moveTo>
                  <a:pt x="89" y="33"/>
                </a:moveTo>
                <a:cubicBezTo>
                  <a:pt x="72" y="33"/>
                  <a:pt x="72" y="33"/>
                  <a:pt x="72" y="33"/>
                </a:cubicBezTo>
                <a:cubicBezTo>
                  <a:pt x="68" y="33"/>
                  <a:pt x="64" y="36"/>
                  <a:pt x="64" y="41"/>
                </a:cubicBezTo>
                <a:cubicBezTo>
                  <a:pt x="64" y="45"/>
                  <a:pt x="68" y="49"/>
                  <a:pt x="72" y="49"/>
                </a:cubicBezTo>
                <a:cubicBezTo>
                  <a:pt x="89" y="49"/>
                  <a:pt x="89" y="49"/>
                  <a:pt x="89" y="49"/>
                </a:cubicBezTo>
                <a:cubicBezTo>
                  <a:pt x="93" y="49"/>
                  <a:pt x="97" y="45"/>
                  <a:pt x="97" y="41"/>
                </a:cubicBezTo>
                <a:cubicBezTo>
                  <a:pt x="97" y="36"/>
                  <a:pt x="93" y="33"/>
                  <a:pt x="89" y="33"/>
                </a:cubicBezTo>
                <a:moveTo>
                  <a:pt x="177" y="33"/>
                </a:moveTo>
                <a:cubicBezTo>
                  <a:pt x="141" y="33"/>
                  <a:pt x="113" y="61"/>
                  <a:pt x="113" y="97"/>
                </a:cubicBezTo>
                <a:cubicBezTo>
                  <a:pt x="113" y="132"/>
                  <a:pt x="141" y="161"/>
                  <a:pt x="177" y="161"/>
                </a:cubicBezTo>
                <a:cubicBezTo>
                  <a:pt x="212" y="161"/>
                  <a:pt x="241" y="132"/>
                  <a:pt x="241" y="97"/>
                </a:cubicBezTo>
                <a:cubicBezTo>
                  <a:pt x="241" y="61"/>
                  <a:pt x="212" y="33"/>
                  <a:pt x="177" y="33"/>
                </a:cubicBezTo>
                <a:moveTo>
                  <a:pt x="194" y="85"/>
                </a:moveTo>
                <a:cubicBezTo>
                  <a:pt x="191" y="92"/>
                  <a:pt x="191" y="92"/>
                  <a:pt x="191" y="92"/>
                </a:cubicBezTo>
                <a:cubicBezTo>
                  <a:pt x="162" y="92"/>
                  <a:pt x="162" y="92"/>
                  <a:pt x="162" y="92"/>
                </a:cubicBezTo>
                <a:cubicBezTo>
                  <a:pt x="162" y="93"/>
                  <a:pt x="162" y="93"/>
                  <a:pt x="162" y="94"/>
                </a:cubicBezTo>
                <a:cubicBezTo>
                  <a:pt x="162" y="96"/>
                  <a:pt x="162" y="96"/>
                  <a:pt x="162" y="96"/>
                </a:cubicBezTo>
                <a:cubicBezTo>
                  <a:pt x="162" y="98"/>
                  <a:pt x="162" y="99"/>
                  <a:pt x="162" y="100"/>
                </a:cubicBezTo>
                <a:cubicBezTo>
                  <a:pt x="189" y="100"/>
                  <a:pt x="189" y="100"/>
                  <a:pt x="189" y="100"/>
                </a:cubicBezTo>
                <a:cubicBezTo>
                  <a:pt x="186" y="107"/>
                  <a:pt x="186" y="107"/>
                  <a:pt x="186" y="107"/>
                </a:cubicBezTo>
                <a:cubicBezTo>
                  <a:pt x="163" y="107"/>
                  <a:pt x="163" y="107"/>
                  <a:pt x="163" y="107"/>
                </a:cubicBezTo>
                <a:cubicBezTo>
                  <a:pt x="164" y="113"/>
                  <a:pt x="166" y="117"/>
                  <a:pt x="169" y="121"/>
                </a:cubicBezTo>
                <a:cubicBezTo>
                  <a:pt x="172" y="125"/>
                  <a:pt x="177" y="127"/>
                  <a:pt x="183" y="127"/>
                </a:cubicBezTo>
                <a:cubicBezTo>
                  <a:pt x="187" y="127"/>
                  <a:pt x="190" y="126"/>
                  <a:pt x="193" y="125"/>
                </a:cubicBezTo>
                <a:cubicBezTo>
                  <a:pt x="195" y="124"/>
                  <a:pt x="198" y="122"/>
                  <a:pt x="201" y="120"/>
                </a:cubicBezTo>
                <a:cubicBezTo>
                  <a:pt x="201" y="132"/>
                  <a:pt x="201" y="132"/>
                  <a:pt x="201" y="132"/>
                </a:cubicBezTo>
                <a:cubicBezTo>
                  <a:pt x="196" y="135"/>
                  <a:pt x="190" y="137"/>
                  <a:pt x="183" y="137"/>
                </a:cubicBezTo>
                <a:cubicBezTo>
                  <a:pt x="173" y="137"/>
                  <a:pt x="164" y="134"/>
                  <a:pt x="159" y="128"/>
                </a:cubicBezTo>
                <a:cubicBezTo>
                  <a:pt x="153" y="123"/>
                  <a:pt x="150" y="116"/>
                  <a:pt x="149" y="107"/>
                </a:cubicBezTo>
                <a:cubicBezTo>
                  <a:pt x="140" y="107"/>
                  <a:pt x="140" y="107"/>
                  <a:pt x="140" y="107"/>
                </a:cubicBezTo>
                <a:cubicBezTo>
                  <a:pt x="143" y="100"/>
                  <a:pt x="143" y="100"/>
                  <a:pt x="143" y="100"/>
                </a:cubicBezTo>
                <a:cubicBezTo>
                  <a:pt x="148" y="100"/>
                  <a:pt x="148" y="100"/>
                  <a:pt x="148" y="100"/>
                </a:cubicBezTo>
                <a:cubicBezTo>
                  <a:pt x="148" y="99"/>
                  <a:pt x="148" y="99"/>
                  <a:pt x="148" y="98"/>
                </a:cubicBezTo>
                <a:cubicBezTo>
                  <a:pt x="148" y="98"/>
                  <a:pt x="148" y="97"/>
                  <a:pt x="148" y="96"/>
                </a:cubicBezTo>
                <a:cubicBezTo>
                  <a:pt x="148" y="96"/>
                  <a:pt x="148" y="95"/>
                  <a:pt x="148" y="94"/>
                </a:cubicBezTo>
                <a:cubicBezTo>
                  <a:pt x="148" y="94"/>
                  <a:pt x="148" y="93"/>
                  <a:pt x="148" y="92"/>
                </a:cubicBezTo>
                <a:cubicBezTo>
                  <a:pt x="140" y="92"/>
                  <a:pt x="140" y="92"/>
                  <a:pt x="140" y="92"/>
                </a:cubicBezTo>
                <a:cubicBezTo>
                  <a:pt x="143" y="85"/>
                  <a:pt x="143" y="85"/>
                  <a:pt x="143" y="85"/>
                </a:cubicBezTo>
                <a:cubicBezTo>
                  <a:pt x="149" y="85"/>
                  <a:pt x="149" y="85"/>
                  <a:pt x="149" y="85"/>
                </a:cubicBezTo>
                <a:cubicBezTo>
                  <a:pt x="151" y="77"/>
                  <a:pt x="155" y="70"/>
                  <a:pt x="160" y="65"/>
                </a:cubicBezTo>
                <a:cubicBezTo>
                  <a:pt x="166" y="59"/>
                  <a:pt x="174" y="57"/>
                  <a:pt x="183" y="57"/>
                </a:cubicBezTo>
                <a:cubicBezTo>
                  <a:pt x="190" y="57"/>
                  <a:pt x="197" y="59"/>
                  <a:pt x="204" y="63"/>
                </a:cubicBezTo>
                <a:cubicBezTo>
                  <a:pt x="199" y="73"/>
                  <a:pt x="199" y="73"/>
                  <a:pt x="199" y="73"/>
                </a:cubicBezTo>
                <a:cubicBezTo>
                  <a:pt x="194" y="69"/>
                  <a:pt x="188" y="66"/>
                  <a:pt x="182" y="66"/>
                </a:cubicBezTo>
                <a:cubicBezTo>
                  <a:pt x="177" y="66"/>
                  <a:pt x="173" y="68"/>
                  <a:pt x="169" y="72"/>
                </a:cubicBezTo>
                <a:cubicBezTo>
                  <a:pt x="166" y="76"/>
                  <a:pt x="164" y="80"/>
                  <a:pt x="163" y="85"/>
                </a:cubicBezTo>
                <a:lnTo>
                  <a:pt x="194" y="8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7" name="Freeform 47"/>
          <p:cNvSpPr>
            <a:spLocks noEditPoints="1"/>
          </p:cNvSpPr>
          <p:nvPr/>
        </p:nvSpPr>
        <p:spPr bwMode="auto">
          <a:xfrm>
            <a:off x="3033185" y="5444068"/>
            <a:ext cx="582084" cy="423333"/>
          </a:xfrm>
          <a:custGeom>
            <a:avLst/>
            <a:gdLst>
              <a:gd name="T0" fmla="*/ 313 w 353"/>
              <a:gd name="T1" fmla="*/ 48 h 257"/>
              <a:gd name="T2" fmla="*/ 313 w 353"/>
              <a:gd name="T3" fmla="*/ 32 h 257"/>
              <a:gd name="T4" fmla="*/ 32 w 353"/>
              <a:gd name="T5" fmla="*/ 40 h 257"/>
              <a:gd name="T6" fmla="*/ 72 w 353"/>
              <a:gd name="T7" fmla="*/ 16 h 257"/>
              <a:gd name="T8" fmla="*/ 289 w 353"/>
              <a:gd name="T9" fmla="*/ 8 h 257"/>
              <a:gd name="T10" fmla="*/ 72 w 353"/>
              <a:gd name="T11" fmla="*/ 0 h 257"/>
              <a:gd name="T12" fmla="*/ 72 w 353"/>
              <a:gd name="T13" fmla="*/ 16 h 257"/>
              <a:gd name="T14" fmla="*/ 264 w 353"/>
              <a:gd name="T15" fmla="*/ 209 h 257"/>
              <a:gd name="T16" fmla="*/ 264 w 353"/>
              <a:gd name="T17" fmla="*/ 225 h 257"/>
              <a:gd name="T18" fmla="*/ 289 w 353"/>
              <a:gd name="T19" fmla="*/ 217 h 257"/>
              <a:gd name="T20" fmla="*/ 337 w 353"/>
              <a:gd name="T21" fmla="*/ 64 h 257"/>
              <a:gd name="T22" fmla="*/ 0 w 353"/>
              <a:gd name="T23" fmla="*/ 81 h 257"/>
              <a:gd name="T24" fmla="*/ 16 w 353"/>
              <a:gd name="T25" fmla="*/ 257 h 257"/>
              <a:gd name="T26" fmla="*/ 353 w 353"/>
              <a:gd name="T27" fmla="*/ 241 h 257"/>
              <a:gd name="T28" fmla="*/ 337 w 353"/>
              <a:gd name="T29" fmla="*/ 64 h 257"/>
              <a:gd name="T30" fmla="*/ 32 w 353"/>
              <a:gd name="T31" fmla="*/ 89 h 257"/>
              <a:gd name="T32" fmla="*/ 16 w 353"/>
              <a:gd name="T33" fmla="*/ 89 h 257"/>
              <a:gd name="T34" fmla="*/ 24 w 353"/>
              <a:gd name="T35" fmla="*/ 241 h 257"/>
              <a:gd name="T36" fmla="*/ 24 w 353"/>
              <a:gd name="T37" fmla="*/ 225 h 257"/>
              <a:gd name="T38" fmla="*/ 24 w 353"/>
              <a:gd name="T39" fmla="*/ 241 h 257"/>
              <a:gd name="T40" fmla="*/ 321 w 353"/>
              <a:gd name="T41" fmla="*/ 233 h 257"/>
              <a:gd name="T42" fmla="*/ 337 w 353"/>
              <a:gd name="T43" fmla="*/ 233 h 257"/>
              <a:gd name="T44" fmla="*/ 337 w 353"/>
              <a:gd name="T45" fmla="*/ 210 h 257"/>
              <a:gd name="T46" fmla="*/ 305 w 353"/>
              <a:gd name="T47" fmla="*/ 233 h 257"/>
              <a:gd name="T48" fmla="*/ 46 w 353"/>
              <a:gd name="T49" fmla="*/ 241 h 257"/>
              <a:gd name="T50" fmla="*/ 24 w 353"/>
              <a:gd name="T51" fmla="*/ 209 h 257"/>
              <a:gd name="T52" fmla="*/ 16 w 353"/>
              <a:gd name="T53" fmla="*/ 111 h 257"/>
              <a:gd name="T54" fmla="*/ 48 w 353"/>
              <a:gd name="T55" fmla="*/ 89 h 257"/>
              <a:gd name="T56" fmla="*/ 306 w 353"/>
              <a:gd name="T57" fmla="*/ 81 h 257"/>
              <a:gd name="T58" fmla="*/ 329 w 353"/>
              <a:gd name="T59" fmla="*/ 113 h 257"/>
              <a:gd name="T60" fmla="*/ 337 w 353"/>
              <a:gd name="T61" fmla="*/ 210 h 257"/>
              <a:gd name="T62" fmla="*/ 321 w 353"/>
              <a:gd name="T63" fmla="*/ 89 h 257"/>
              <a:gd name="T64" fmla="*/ 337 w 353"/>
              <a:gd name="T65" fmla="*/ 89 h 257"/>
              <a:gd name="T66" fmla="*/ 176 w 353"/>
              <a:gd name="T67" fmla="*/ 97 h 257"/>
              <a:gd name="T68" fmla="*/ 176 w 353"/>
              <a:gd name="T69" fmla="*/ 225 h 257"/>
              <a:gd name="T70" fmla="*/ 176 w 353"/>
              <a:gd name="T71" fmla="*/ 97 h 257"/>
              <a:gd name="T72" fmla="*/ 190 w 353"/>
              <a:gd name="T73" fmla="*/ 156 h 257"/>
              <a:gd name="T74" fmla="*/ 161 w 353"/>
              <a:gd name="T75" fmla="*/ 158 h 257"/>
              <a:gd name="T76" fmla="*/ 162 w 353"/>
              <a:gd name="T77" fmla="*/ 164 h 257"/>
              <a:gd name="T78" fmla="*/ 186 w 353"/>
              <a:gd name="T79" fmla="*/ 171 h 257"/>
              <a:gd name="T80" fmla="*/ 168 w 353"/>
              <a:gd name="T81" fmla="*/ 185 h 257"/>
              <a:gd name="T82" fmla="*/ 192 w 353"/>
              <a:gd name="T83" fmla="*/ 189 h 257"/>
              <a:gd name="T84" fmla="*/ 200 w 353"/>
              <a:gd name="T85" fmla="*/ 196 h 257"/>
              <a:gd name="T86" fmla="*/ 158 w 353"/>
              <a:gd name="T87" fmla="*/ 192 h 257"/>
              <a:gd name="T88" fmla="*/ 139 w 353"/>
              <a:gd name="T89" fmla="*/ 171 h 257"/>
              <a:gd name="T90" fmla="*/ 148 w 353"/>
              <a:gd name="T91" fmla="*/ 164 h 257"/>
              <a:gd name="T92" fmla="*/ 148 w 353"/>
              <a:gd name="T93" fmla="*/ 160 h 257"/>
              <a:gd name="T94" fmla="*/ 148 w 353"/>
              <a:gd name="T95" fmla="*/ 156 h 257"/>
              <a:gd name="T96" fmla="*/ 142 w 353"/>
              <a:gd name="T97" fmla="*/ 149 h 257"/>
              <a:gd name="T98" fmla="*/ 159 w 353"/>
              <a:gd name="T99" fmla="*/ 129 h 257"/>
              <a:gd name="T100" fmla="*/ 203 w 353"/>
              <a:gd name="T101" fmla="*/ 128 h 257"/>
              <a:gd name="T102" fmla="*/ 182 w 353"/>
              <a:gd name="T103" fmla="*/ 131 h 257"/>
              <a:gd name="T104" fmla="*/ 162 w 353"/>
              <a:gd name="T105" fmla="*/ 149 h 257"/>
              <a:gd name="T106" fmla="*/ 88 w 353"/>
              <a:gd name="T107" fmla="*/ 97 h 257"/>
              <a:gd name="T108" fmla="*/ 64 w 353"/>
              <a:gd name="T109" fmla="*/ 105 h 257"/>
              <a:gd name="T110" fmla="*/ 88 w 353"/>
              <a:gd name="T111" fmla="*/ 113 h 257"/>
              <a:gd name="T112" fmla="*/ 88 w 353"/>
              <a:gd name="T113" fmla="*/ 97 h 2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353" h="257">
                <a:moveTo>
                  <a:pt x="40" y="48"/>
                </a:moveTo>
                <a:cubicBezTo>
                  <a:pt x="313" y="48"/>
                  <a:pt x="313" y="48"/>
                  <a:pt x="313" y="48"/>
                </a:cubicBezTo>
                <a:cubicBezTo>
                  <a:pt x="317" y="48"/>
                  <a:pt x="321" y="45"/>
                  <a:pt x="321" y="40"/>
                </a:cubicBezTo>
                <a:cubicBezTo>
                  <a:pt x="321" y="36"/>
                  <a:pt x="317" y="32"/>
                  <a:pt x="313" y="32"/>
                </a:cubicBezTo>
                <a:cubicBezTo>
                  <a:pt x="40" y="32"/>
                  <a:pt x="40" y="32"/>
                  <a:pt x="40" y="32"/>
                </a:cubicBezTo>
                <a:cubicBezTo>
                  <a:pt x="35" y="32"/>
                  <a:pt x="32" y="36"/>
                  <a:pt x="32" y="40"/>
                </a:cubicBezTo>
                <a:cubicBezTo>
                  <a:pt x="32" y="45"/>
                  <a:pt x="35" y="48"/>
                  <a:pt x="40" y="48"/>
                </a:cubicBezTo>
                <a:moveTo>
                  <a:pt x="72" y="16"/>
                </a:moveTo>
                <a:cubicBezTo>
                  <a:pt x="281" y="16"/>
                  <a:pt x="281" y="16"/>
                  <a:pt x="281" y="16"/>
                </a:cubicBezTo>
                <a:cubicBezTo>
                  <a:pt x="285" y="16"/>
                  <a:pt x="289" y="13"/>
                  <a:pt x="289" y="8"/>
                </a:cubicBezTo>
                <a:cubicBezTo>
                  <a:pt x="289" y="4"/>
                  <a:pt x="285" y="0"/>
                  <a:pt x="281" y="0"/>
                </a:cubicBezTo>
                <a:cubicBezTo>
                  <a:pt x="72" y="0"/>
                  <a:pt x="72" y="0"/>
                  <a:pt x="72" y="0"/>
                </a:cubicBezTo>
                <a:cubicBezTo>
                  <a:pt x="67" y="0"/>
                  <a:pt x="64" y="4"/>
                  <a:pt x="64" y="8"/>
                </a:cubicBezTo>
                <a:cubicBezTo>
                  <a:pt x="64" y="13"/>
                  <a:pt x="67" y="16"/>
                  <a:pt x="72" y="16"/>
                </a:cubicBezTo>
                <a:moveTo>
                  <a:pt x="281" y="209"/>
                </a:moveTo>
                <a:cubicBezTo>
                  <a:pt x="264" y="209"/>
                  <a:pt x="264" y="209"/>
                  <a:pt x="264" y="209"/>
                </a:cubicBezTo>
                <a:cubicBezTo>
                  <a:pt x="260" y="209"/>
                  <a:pt x="256" y="213"/>
                  <a:pt x="256" y="217"/>
                </a:cubicBezTo>
                <a:cubicBezTo>
                  <a:pt x="256" y="221"/>
                  <a:pt x="260" y="225"/>
                  <a:pt x="264" y="225"/>
                </a:cubicBezTo>
                <a:cubicBezTo>
                  <a:pt x="281" y="225"/>
                  <a:pt x="281" y="225"/>
                  <a:pt x="281" y="225"/>
                </a:cubicBezTo>
                <a:cubicBezTo>
                  <a:pt x="285" y="225"/>
                  <a:pt x="289" y="221"/>
                  <a:pt x="289" y="217"/>
                </a:cubicBezTo>
                <a:cubicBezTo>
                  <a:pt x="289" y="213"/>
                  <a:pt x="285" y="209"/>
                  <a:pt x="281" y="209"/>
                </a:cubicBezTo>
                <a:moveTo>
                  <a:pt x="337" y="64"/>
                </a:moveTo>
                <a:cubicBezTo>
                  <a:pt x="16" y="64"/>
                  <a:pt x="16" y="64"/>
                  <a:pt x="16" y="64"/>
                </a:cubicBezTo>
                <a:cubicBezTo>
                  <a:pt x="7" y="64"/>
                  <a:pt x="0" y="72"/>
                  <a:pt x="0" y="81"/>
                </a:cubicBezTo>
                <a:cubicBezTo>
                  <a:pt x="0" y="241"/>
                  <a:pt x="0" y="241"/>
                  <a:pt x="0" y="241"/>
                </a:cubicBezTo>
                <a:cubicBezTo>
                  <a:pt x="0" y="250"/>
                  <a:pt x="7" y="257"/>
                  <a:pt x="16" y="257"/>
                </a:cubicBezTo>
                <a:cubicBezTo>
                  <a:pt x="337" y="257"/>
                  <a:pt x="337" y="257"/>
                  <a:pt x="337" y="257"/>
                </a:cubicBezTo>
                <a:cubicBezTo>
                  <a:pt x="346" y="257"/>
                  <a:pt x="353" y="250"/>
                  <a:pt x="353" y="241"/>
                </a:cubicBezTo>
                <a:cubicBezTo>
                  <a:pt x="353" y="81"/>
                  <a:pt x="353" y="81"/>
                  <a:pt x="353" y="81"/>
                </a:cubicBezTo>
                <a:cubicBezTo>
                  <a:pt x="353" y="72"/>
                  <a:pt x="346" y="64"/>
                  <a:pt x="337" y="64"/>
                </a:cubicBezTo>
                <a:moveTo>
                  <a:pt x="24" y="81"/>
                </a:moveTo>
                <a:cubicBezTo>
                  <a:pt x="28" y="81"/>
                  <a:pt x="32" y="84"/>
                  <a:pt x="32" y="89"/>
                </a:cubicBezTo>
                <a:cubicBezTo>
                  <a:pt x="32" y="93"/>
                  <a:pt x="28" y="97"/>
                  <a:pt x="24" y="97"/>
                </a:cubicBezTo>
                <a:cubicBezTo>
                  <a:pt x="19" y="97"/>
                  <a:pt x="16" y="93"/>
                  <a:pt x="16" y="89"/>
                </a:cubicBezTo>
                <a:cubicBezTo>
                  <a:pt x="16" y="84"/>
                  <a:pt x="19" y="81"/>
                  <a:pt x="24" y="81"/>
                </a:cubicBezTo>
                <a:moveTo>
                  <a:pt x="24" y="241"/>
                </a:moveTo>
                <a:cubicBezTo>
                  <a:pt x="19" y="241"/>
                  <a:pt x="16" y="238"/>
                  <a:pt x="16" y="233"/>
                </a:cubicBezTo>
                <a:cubicBezTo>
                  <a:pt x="16" y="229"/>
                  <a:pt x="19" y="225"/>
                  <a:pt x="24" y="225"/>
                </a:cubicBezTo>
                <a:cubicBezTo>
                  <a:pt x="28" y="225"/>
                  <a:pt x="32" y="229"/>
                  <a:pt x="32" y="233"/>
                </a:cubicBezTo>
                <a:cubicBezTo>
                  <a:pt x="32" y="238"/>
                  <a:pt x="28" y="241"/>
                  <a:pt x="24" y="241"/>
                </a:cubicBezTo>
                <a:moveTo>
                  <a:pt x="329" y="241"/>
                </a:moveTo>
                <a:cubicBezTo>
                  <a:pt x="324" y="241"/>
                  <a:pt x="321" y="238"/>
                  <a:pt x="321" y="233"/>
                </a:cubicBezTo>
                <a:cubicBezTo>
                  <a:pt x="321" y="229"/>
                  <a:pt x="324" y="225"/>
                  <a:pt x="329" y="225"/>
                </a:cubicBezTo>
                <a:cubicBezTo>
                  <a:pt x="333" y="225"/>
                  <a:pt x="337" y="229"/>
                  <a:pt x="337" y="233"/>
                </a:cubicBezTo>
                <a:cubicBezTo>
                  <a:pt x="337" y="238"/>
                  <a:pt x="333" y="241"/>
                  <a:pt x="329" y="241"/>
                </a:cubicBezTo>
                <a:moveTo>
                  <a:pt x="337" y="210"/>
                </a:moveTo>
                <a:cubicBezTo>
                  <a:pt x="334" y="210"/>
                  <a:pt x="332" y="209"/>
                  <a:pt x="329" y="209"/>
                </a:cubicBezTo>
                <a:cubicBezTo>
                  <a:pt x="315" y="209"/>
                  <a:pt x="305" y="220"/>
                  <a:pt x="305" y="233"/>
                </a:cubicBezTo>
                <a:cubicBezTo>
                  <a:pt x="305" y="236"/>
                  <a:pt x="305" y="239"/>
                  <a:pt x="306" y="241"/>
                </a:cubicBezTo>
                <a:cubicBezTo>
                  <a:pt x="46" y="241"/>
                  <a:pt x="46" y="241"/>
                  <a:pt x="46" y="241"/>
                </a:cubicBezTo>
                <a:cubicBezTo>
                  <a:pt x="47" y="239"/>
                  <a:pt x="48" y="236"/>
                  <a:pt x="48" y="233"/>
                </a:cubicBezTo>
                <a:cubicBezTo>
                  <a:pt x="48" y="220"/>
                  <a:pt x="37" y="209"/>
                  <a:pt x="24" y="209"/>
                </a:cubicBezTo>
                <a:cubicBezTo>
                  <a:pt x="21" y="209"/>
                  <a:pt x="18" y="210"/>
                  <a:pt x="16" y="210"/>
                </a:cubicBezTo>
                <a:cubicBezTo>
                  <a:pt x="16" y="111"/>
                  <a:pt x="16" y="111"/>
                  <a:pt x="16" y="111"/>
                </a:cubicBezTo>
                <a:cubicBezTo>
                  <a:pt x="18" y="112"/>
                  <a:pt x="21" y="113"/>
                  <a:pt x="24" y="113"/>
                </a:cubicBezTo>
                <a:cubicBezTo>
                  <a:pt x="37" y="113"/>
                  <a:pt x="48" y="102"/>
                  <a:pt x="48" y="89"/>
                </a:cubicBezTo>
                <a:cubicBezTo>
                  <a:pt x="48" y="86"/>
                  <a:pt x="47" y="83"/>
                  <a:pt x="46" y="81"/>
                </a:cubicBezTo>
                <a:cubicBezTo>
                  <a:pt x="306" y="81"/>
                  <a:pt x="306" y="81"/>
                  <a:pt x="306" y="81"/>
                </a:cubicBezTo>
                <a:cubicBezTo>
                  <a:pt x="305" y="83"/>
                  <a:pt x="305" y="86"/>
                  <a:pt x="305" y="89"/>
                </a:cubicBezTo>
                <a:cubicBezTo>
                  <a:pt x="305" y="102"/>
                  <a:pt x="315" y="113"/>
                  <a:pt x="329" y="113"/>
                </a:cubicBezTo>
                <a:cubicBezTo>
                  <a:pt x="332" y="113"/>
                  <a:pt x="334" y="112"/>
                  <a:pt x="337" y="111"/>
                </a:cubicBezTo>
                <a:lnTo>
                  <a:pt x="337" y="210"/>
                </a:lnTo>
                <a:close/>
                <a:moveTo>
                  <a:pt x="329" y="97"/>
                </a:moveTo>
                <a:cubicBezTo>
                  <a:pt x="324" y="97"/>
                  <a:pt x="321" y="93"/>
                  <a:pt x="321" y="89"/>
                </a:cubicBezTo>
                <a:cubicBezTo>
                  <a:pt x="321" y="84"/>
                  <a:pt x="324" y="81"/>
                  <a:pt x="329" y="81"/>
                </a:cubicBezTo>
                <a:cubicBezTo>
                  <a:pt x="333" y="81"/>
                  <a:pt x="337" y="84"/>
                  <a:pt x="337" y="89"/>
                </a:cubicBezTo>
                <a:cubicBezTo>
                  <a:pt x="337" y="93"/>
                  <a:pt x="333" y="97"/>
                  <a:pt x="329" y="97"/>
                </a:cubicBezTo>
                <a:moveTo>
                  <a:pt x="176" y="97"/>
                </a:moveTo>
                <a:cubicBezTo>
                  <a:pt x="141" y="97"/>
                  <a:pt x="112" y="125"/>
                  <a:pt x="112" y="161"/>
                </a:cubicBezTo>
                <a:cubicBezTo>
                  <a:pt x="112" y="196"/>
                  <a:pt x="141" y="225"/>
                  <a:pt x="176" y="225"/>
                </a:cubicBezTo>
                <a:cubicBezTo>
                  <a:pt x="212" y="225"/>
                  <a:pt x="240" y="196"/>
                  <a:pt x="240" y="161"/>
                </a:cubicBezTo>
                <a:cubicBezTo>
                  <a:pt x="240" y="125"/>
                  <a:pt x="212" y="97"/>
                  <a:pt x="176" y="97"/>
                </a:cubicBezTo>
                <a:moveTo>
                  <a:pt x="193" y="149"/>
                </a:moveTo>
                <a:cubicBezTo>
                  <a:pt x="190" y="156"/>
                  <a:pt x="190" y="156"/>
                  <a:pt x="190" y="156"/>
                </a:cubicBezTo>
                <a:cubicBezTo>
                  <a:pt x="162" y="156"/>
                  <a:pt x="162" y="156"/>
                  <a:pt x="162" y="156"/>
                </a:cubicBezTo>
                <a:cubicBezTo>
                  <a:pt x="161" y="157"/>
                  <a:pt x="161" y="157"/>
                  <a:pt x="161" y="158"/>
                </a:cubicBezTo>
                <a:cubicBezTo>
                  <a:pt x="161" y="160"/>
                  <a:pt x="161" y="160"/>
                  <a:pt x="161" y="160"/>
                </a:cubicBezTo>
                <a:cubicBezTo>
                  <a:pt x="161" y="162"/>
                  <a:pt x="161" y="164"/>
                  <a:pt x="162" y="164"/>
                </a:cubicBezTo>
                <a:cubicBezTo>
                  <a:pt x="189" y="164"/>
                  <a:pt x="189" y="164"/>
                  <a:pt x="189" y="164"/>
                </a:cubicBezTo>
                <a:cubicBezTo>
                  <a:pt x="186" y="171"/>
                  <a:pt x="186" y="171"/>
                  <a:pt x="186" y="171"/>
                </a:cubicBezTo>
                <a:cubicBezTo>
                  <a:pt x="162" y="171"/>
                  <a:pt x="162" y="171"/>
                  <a:pt x="162" y="171"/>
                </a:cubicBezTo>
                <a:cubicBezTo>
                  <a:pt x="163" y="177"/>
                  <a:pt x="165" y="181"/>
                  <a:pt x="168" y="185"/>
                </a:cubicBezTo>
                <a:cubicBezTo>
                  <a:pt x="172" y="189"/>
                  <a:pt x="176" y="191"/>
                  <a:pt x="183" y="191"/>
                </a:cubicBezTo>
                <a:cubicBezTo>
                  <a:pt x="186" y="191"/>
                  <a:pt x="190" y="191"/>
                  <a:pt x="192" y="189"/>
                </a:cubicBezTo>
                <a:cubicBezTo>
                  <a:pt x="195" y="188"/>
                  <a:pt x="197" y="186"/>
                  <a:pt x="200" y="184"/>
                </a:cubicBezTo>
                <a:cubicBezTo>
                  <a:pt x="200" y="196"/>
                  <a:pt x="200" y="196"/>
                  <a:pt x="200" y="196"/>
                </a:cubicBezTo>
                <a:cubicBezTo>
                  <a:pt x="195" y="199"/>
                  <a:pt x="189" y="201"/>
                  <a:pt x="183" y="201"/>
                </a:cubicBezTo>
                <a:cubicBezTo>
                  <a:pt x="172" y="201"/>
                  <a:pt x="164" y="198"/>
                  <a:pt x="158" y="192"/>
                </a:cubicBezTo>
                <a:cubicBezTo>
                  <a:pt x="153" y="187"/>
                  <a:pt x="150" y="180"/>
                  <a:pt x="148" y="171"/>
                </a:cubicBezTo>
                <a:cubicBezTo>
                  <a:pt x="139" y="171"/>
                  <a:pt x="139" y="171"/>
                  <a:pt x="139" y="171"/>
                </a:cubicBezTo>
                <a:cubicBezTo>
                  <a:pt x="143" y="164"/>
                  <a:pt x="143" y="164"/>
                  <a:pt x="143" y="164"/>
                </a:cubicBezTo>
                <a:cubicBezTo>
                  <a:pt x="148" y="164"/>
                  <a:pt x="148" y="164"/>
                  <a:pt x="148" y="164"/>
                </a:cubicBezTo>
                <a:cubicBezTo>
                  <a:pt x="148" y="163"/>
                  <a:pt x="148" y="163"/>
                  <a:pt x="148" y="162"/>
                </a:cubicBezTo>
                <a:cubicBezTo>
                  <a:pt x="148" y="162"/>
                  <a:pt x="148" y="161"/>
                  <a:pt x="148" y="160"/>
                </a:cubicBezTo>
                <a:cubicBezTo>
                  <a:pt x="148" y="160"/>
                  <a:pt x="148" y="159"/>
                  <a:pt x="148" y="159"/>
                </a:cubicBezTo>
                <a:cubicBezTo>
                  <a:pt x="148" y="158"/>
                  <a:pt x="148" y="157"/>
                  <a:pt x="148" y="156"/>
                </a:cubicBezTo>
                <a:cubicBezTo>
                  <a:pt x="139" y="156"/>
                  <a:pt x="139" y="156"/>
                  <a:pt x="139" y="156"/>
                </a:cubicBezTo>
                <a:cubicBezTo>
                  <a:pt x="142" y="149"/>
                  <a:pt x="142" y="149"/>
                  <a:pt x="142" y="149"/>
                </a:cubicBezTo>
                <a:cubicBezTo>
                  <a:pt x="149" y="149"/>
                  <a:pt x="149" y="149"/>
                  <a:pt x="149" y="149"/>
                </a:cubicBezTo>
                <a:cubicBezTo>
                  <a:pt x="151" y="141"/>
                  <a:pt x="154" y="134"/>
                  <a:pt x="159" y="129"/>
                </a:cubicBezTo>
                <a:cubicBezTo>
                  <a:pt x="165" y="124"/>
                  <a:pt x="173" y="121"/>
                  <a:pt x="183" y="121"/>
                </a:cubicBezTo>
                <a:cubicBezTo>
                  <a:pt x="189" y="121"/>
                  <a:pt x="196" y="123"/>
                  <a:pt x="203" y="128"/>
                </a:cubicBezTo>
                <a:cubicBezTo>
                  <a:pt x="198" y="138"/>
                  <a:pt x="198" y="138"/>
                  <a:pt x="198" y="138"/>
                </a:cubicBezTo>
                <a:cubicBezTo>
                  <a:pt x="193" y="133"/>
                  <a:pt x="188" y="131"/>
                  <a:pt x="182" y="131"/>
                </a:cubicBezTo>
                <a:cubicBezTo>
                  <a:pt x="176" y="131"/>
                  <a:pt x="172" y="132"/>
                  <a:pt x="168" y="136"/>
                </a:cubicBezTo>
                <a:cubicBezTo>
                  <a:pt x="165" y="140"/>
                  <a:pt x="163" y="144"/>
                  <a:pt x="162" y="149"/>
                </a:cubicBezTo>
                <a:lnTo>
                  <a:pt x="193" y="149"/>
                </a:lnTo>
                <a:close/>
                <a:moveTo>
                  <a:pt x="88" y="97"/>
                </a:moveTo>
                <a:cubicBezTo>
                  <a:pt x="72" y="97"/>
                  <a:pt x="72" y="97"/>
                  <a:pt x="72" y="97"/>
                </a:cubicBezTo>
                <a:cubicBezTo>
                  <a:pt x="67" y="97"/>
                  <a:pt x="64" y="100"/>
                  <a:pt x="64" y="105"/>
                </a:cubicBezTo>
                <a:cubicBezTo>
                  <a:pt x="64" y="109"/>
                  <a:pt x="67" y="113"/>
                  <a:pt x="72" y="113"/>
                </a:cubicBezTo>
                <a:cubicBezTo>
                  <a:pt x="88" y="113"/>
                  <a:pt x="88" y="113"/>
                  <a:pt x="88" y="113"/>
                </a:cubicBezTo>
                <a:cubicBezTo>
                  <a:pt x="92" y="113"/>
                  <a:pt x="96" y="109"/>
                  <a:pt x="96" y="105"/>
                </a:cubicBezTo>
                <a:cubicBezTo>
                  <a:pt x="96" y="100"/>
                  <a:pt x="92" y="97"/>
                  <a:pt x="88" y="97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8" name="Freeform 48"/>
          <p:cNvSpPr>
            <a:spLocks noEditPoints="1"/>
          </p:cNvSpPr>
          <p:nvPr/>
        </p:nvSpPr>
        <p:spPr bwMode="auto">
          <a:xfrm>
            <a:off x="4142318" y="5469469"/>
            <a:ext cx="579967" cy="370417"/>
          </a:xfrm>
          <a:custGeom>
            <a:avLst/>
            <a:gdLst>
              <a:gd name="T0" fmla="*/ 209 w 353"/>
              <a:gd name="T1" fmla="*/ 185 h 225"/>
              <a:gd name="T2" fmla="*/ 225 w 353"/>
              <a:gd name="T3" fmla="*/ 185 h 225"/>
              <a:gd name="T4" fmla="*/ 337 w 353"/>
              <a:gd name="T5" fmla="*/ 0 h 225"/>
              <a:gd name="T6" fmla="*/ 64 w 353"/>
              <a:gd name="T7" fmla="*/ 16 h 225"/>
              <a:gd name="T8" fmla="*/ 72 w 353"/>
              <a:gd name="T9" fmla="*/ 32 h 225"/>
              <a:gd name="T10" fmla="*/ 80 w 353"/>
              <a:gd name="T11" fmla="*/ 16 h 225"/>
              <a:gd name="T12" fmla="*/ 337 w 353"/>
              <a:gd name="T13" fmla="*/ 161 h 225"/>
              <a:gd name="T14" fmla="*/ 305 w 353"/>
              <a:gd name="T15" fmla="*/ 169 h 225"/>
              <a:gd name="T16" fmla="*/ 337 w 353"/>
              <a:gd name="T17" fmla="*/ 177 h 225"/>
              <a:gd name="T18" fmla="*/ 353 w 353"/>
              <a:gd name="T19" fmla="*/ 16 h 225"/>
              <a:gd name="T20" fmla="*/ 273 w 353"/>
              <a:gd name="T21" fmla="*/ 48 h 225"/>
              <a:gd name="T22" fmla="*/ 0 w 353"/>
              <a:gd name="T23" fmla="*/ 65 h 225"/>
              <a:gd name="T24" fmla="*/ 16 w 353"/>
              <a:gd name="T25" fmla="*/ 225 h 225"/>
              <a:gd name="T26" fmla="*/ 289 w 353"/>
              <a:gd name="T27" fmla="*/ 209 h 225"/>
              <a:gd name="T28" fmla="*/ 273 w 353"/>
              <a:gd name="T29" fmla="*/ 48 h 225"/>
              <a:gd name="T30" fmla="*/ 32 w 353"/>
              <a:gd name="T31" fmla="*/ 73 h 225"/>
              <a:gd name="T32" fmla="*/ 16 w 353"/>
              <a:gd name="T33" fmla="*/ 73 h 225"/>
              <a:gd name="T34" fmla="*/ 24 w 353"/>
              <a:gd name="T35" fmla="*/ 209 h 225"/>
              <a:gd name="T36" fmla="*/ 24 w 353"/>
              <a:gd name="T37" fmla="*/ 193 h 225"/>
              <a:gd name="T38" fmla="*/ 24 w 353"/>
              <a:gd name="T39" fmla="*/ 209 h 225"/>
              <a:gd name="T40" fmla="*/ 257 w 353"/>
              <a:gd name="T41" fmla="*/ 201 h 225"/>
              <a:gd name="T42" fmla="*/ 273 w 353"/>
              <a:gd name="T43" fmla="*/ 201 h 225"/>
              <a:gd name="T44" fmla="*/ 273 w 353"/>
              <a:gd name="T45" fmla="*/ 178 h 225"/>
              <a:gd name="T46" fmla="*/ 241 w 353"/>
              <a:gd name="T47" fmla="*/ 201 h 225"/>
              <a:gd name="T48" fmla="*/ 47 w 353"/>
              <a:gd name="T49" fmla="*/ 209 h 225"/>
              <a:gd name="T50" fmla="*/ 24 w 353"/>
              <a:gd name="T51" fmla="*/ 177 h 225"/>
              <a:gd name="T52" fmla="*/ 16 w 353"/>
              <a:gd name="T53" fmla="*/ 95 h 225"/>
              <a:gd name="T54" fmla="*/ 48 w 353"/>
              <a:gd name="T55" fmla="*/ 73 h 225"/>
              <a:gd name="T56" fmla="*/ 242 w 353"/>
              <a:gd name="T57" fmla="*/ 65 h 225"/>
              <a:gd name="T58" fmla="*/ 265 w 353"/>
              <a:gd name="T59" fmla="*/ 97 h 225"/>
              <a:gd name="T60" fmla="*/ 273 w 353"/>
              <a:gd name="T61" fmla="*/ 178 h 225"/>
              <a:gd name="T62" fmla="*/ 257 w 353"/>
              <a:gd name="T63" fmla="*/ 73 h 225"/>
              <a:gd name="T64" fmla="*/ 273 w 353"/>
              <a:gd name="T65" fmla="*/ 73 h 225"/>
              <a:gd name="T66" fmla="*/ 72 w 353"/>
              <a:gd name="T67" fmla="*/ 81 h 225"/>
              <a:gd name="T68" fmla="*/ 72 w 353"/>
              <a:gd name="T69" fmla="*/ 97 h 225"/>
              <a:gd name="T70" fmla="*/ 72 w 353"/>
              <a:gd name="T71" fmla="*/ 81 h 225"/>
              <a:gd name="T72" fmla="*/ 88 w 353"/>
              <a:gd name="T73" fmla="*/ 137 h 225"/>
              <a:gd name="T74" fmla="*/ 201 w 353"/>
              <a:gd name="T75" fmla="*/ 137 h 225"/>
              <a:gd name="T76" fmla="*/ 157 w 353"/>
              <a:gd name="T77" fmla="*/ 128 h 225"/>
              <a:gd name="T78" fmla="*/ 134 w 353"/>
              <a:gd name="T79" fmla="*/ 133 h 225"/>
              <a:gd name="T80" fmla="*/ 133 w 353"/>
              <a:gd name="T81" fmla="*/ 136 h 225"/>
              <a:gd name="T82" fmla="*/ 154 w 353"/>
              <a:gd name="T83" fmla="*/ 139 h 225"/>
              <a:gd name="T84" fmla="*/ 134 w 353"/>
              <a:gd name="T85" fmla="*/ 145 h 225"/>
              <a:gd name="T86" fmla="*/ 149 w 353"/>
              <a:gd name="T87" fmla="*/ 161 h 225"/>
              <a:gd name="T88" fmla="*/ 163 w 353"/>
              <a:gd name="T89" fmla="*/ 155 h 225"/>
              <a:gd name="T90" fmla="*/ 149 w 353"/>
              <a:gd name="T91" fmla="*/ 169 h 225"/>
              <a:gd name="T92" fmla="*/ 124 w 353"/>
              <a:gd name="T93" fmla="*/ 145 h 225"/>
              <a:gd name="T94" fmla="*/ 119 w 353"/>
              <a:gd name="T95" fmla="*/ 139 h 225"/>
              <a:gd name="T96" fmla="*/ 123 w 353"/>
              <a:gd name="T97" fmla="*/ 138 h 225"/>
              <a:gd name="T98" fmla="*/ 123 w 353"/>
              <a:gd name="T99" fmla="*/ 135 h 225"/>
              <a:gd name="T100" fmla="*/ 117 w 353"/>
              <a:gd name="T101" fmla="*/ 133 h 225"/>
              <a:gd name="T102" fmla="*/ 124 w 353"/>
              <a:gd name="T103" fmla="*/ 128 h 225"/>
              <a:gd name="T104" fmla="*/ 149 w 353"/>
              <a:gd name="T105" fmla="*/ 105 h 225"/>
              <a:gd name="T106" fmla="*/ 161 w 353"/>
              <a:gd name="T107" fmla="*/ 118 h 225"/>
              <a:gd name="T108" fmla="*/ 139 w 353"/>
              <a:gd name="T109" fmla="*/ 117 h 225"/>
              <a:gd name="T110" fmla="*/ 157 w 353"/>
              <a:gd name="T111" fmla="*/ 128 h 2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353" h="225">
                <a:moveTo>
                  <a:pt x="217" y="177"/>
                </a:moveTo>
                <a:cubicBezTo>
                  <a:pt x="212" y="177"/>
                  <a:pt x="209" y="181"/>
                  <a:pt x="209" y="185"/>
                </a:cubicBezTo>
                <a:cubicBezTo>
                  <a:pt x="209" y="189"/>
                  <a:pt x="212" y="193"/>
                  <a:pt x="217" y="193"/>
                </a:cubicBezTo>
                <a:cubicBezTo>
                  <a:pt x="221" y="193"/>
                  <a:pt x="225" y="189"/>
                  <a:pt x="225" y="185"/>
                </a:cubicBezTo>
                <a:cubicBezTo>
                  <a:pt x="225" y="181"/>
                  <a:pt x="221" y="177"/>
                  <a:pt x="217" y="177"/>
                </a:cubicBezTo>
                <a:moveTo>
                  <a:pt x="337" y="0"/>
                </a:moveTo>
                <a:cubicBezTo>
                  <a:pt x="80" y="0"/>
                  <a:pt x="80" y="0"/>
                  <a:pt x="80" y="0"/>
                </a:cubicBezTo>
                <a:cubicBezTo>
                  <a:pt x="71" y="0"/>
                  <a:pt x="64" y="8"/>
                  <a:pt x="64" y="16"/>
                </a:cubicBezTo>
                <a:cubicBezTo>
                  <a:pt x="64" y="24"/>
                  <a:pt x="64" y="24"/>
                  <a:pt x="64" y="24"/>
                </a:cubicBezTo>
                <a:cubicBezTo>
                  <a:pt x="64" y="29"/>
                  <a:pt x="68" y="32"/>
                  <a:pt x="72" y="32"/>
                </a:cubicBezTo>
                <a:cubicBezTo>
                  <a:pt x="77" y="32"/>
                  <a:pt x="80" y="29"/>
                  <a:pt x="80" y="24"/>
                </a:cubicBezTo>
                <a:cubicBezTo>
                  <a:pt x="80" y="16"/>
                  <a:pt x="80" y="16"/>
                  <a:pt x="80" y="16"/>
                </a:cubicBezTo>
                <a:cubicBezTo>
                  <a:pt x="337" y="16"/>
                  <a:pt x="337" y="16"/>
                  <a:pt x="337" y="16"/>
                </a:cubicBezTo>
                <a:cubicBezTo>
                  <a:pt x="337" y="161"/>
                  <a:pt x="337" y="161"/>
                  <a:pt x="337" y="161"/>
                </a:cubicBezTo>
                <a:cubicBezTo>
                  <a:pt x="313" y="161"/>
                  <a:pt x="313" y="161"/>
                  <a:pt x="313" y="161"/>
                </a:cubicBezTo>
                <a:cubicBezTo>
                  <a:pt x="309" y="161"/>
                  <a:pt x="305" y="164"/>
                  <a:pt x="305" y="169"/>
                </a:cubicBezTo>
                <a:cubicBezTo>
                  <a:pt x="305" y="173"/>
                  <a:pt x="309" y="177"/>
                  <a:pt x="313" y="177"/>
                </a:cubicBezTo>
                <a:cubicBezTo>
                  <a:pt x="337" y="177"/>
                  <a:pt x="337" y="177"/>
                  <a:pt x="337" y="177"/>
                </a:cubicBezTo>
                <a:cubicBezTo>
                  <a:pt x="346" y="177"/>
                  <a:pt x="353" y="170"/>
                  <a:pt x="353" y="161"/>
                </a:cubicBezTo>
                <a:cubicBezTo>
                  <a:pt x="353" y="16"/>
                  <a:pt x="353" y="16"/>
                  <a:pt x="353" y="16"/>
                </a:cubicBezTo>
                <a:cubicBezTo>
                  <a:pt x="353" y="8"/>
                  <a:pt x="346" y="0"/>
                  <a:pt x="337" y="0"/>
                </a:cubicBezTo>
                <a:moveTo>
                  <a:pt x="273" y="48"/>
                </a:moveTo>
                <a:cubicBezTo>
                  <a:pt x="16" y="48"/>
                  <a:pt x="16" y="48"/>
                  <a:pt x="16" y="48"/>
                </a:cubicBezTo>
                <a:cubicBezTo>
                  <a:pt x="7" y="48"/>
                  <a:pt x="0" y="56"/>
                  <a:pt x="0" y="65"/>
                </a:cubicBezTo>
                <a:cubicBezTo>
                  <a:pt x="0" y="209"/>
                  <a:pt x="0" y="209"/>
                  <a:pt x="0" y="209"/>
                </a:cubicBezTo>
                <a:cubicBezTo>
                  <a:pt x="0" y="218"/>
                  <a:pt x="7" y="225"/>
                  <a:pt x="16" y="225"/>
                </a:cubicBezTo>
                <a:cubicBezTo>
                  <a:pt x="273" y="225"/>
                  <a:pt x="273" y="225"/>
                  <a:pt x="273" y="225"/>
                </a:cubicBezTo>
                <a:cubicBezTo>
                  <a:pt x="282" y="225"/>
                  <a:pt x="289" y="218"/>
                  <a:pt x="289" y="209"/>
                </a:cubicBezTo>
                <a:cubicBezTo>
                  <a:pt x="289" y="65"/>
                  <a:pt x="289" y="65"/>
                  <a:pt x="289" y="65"/>
                </a:cubicBezTo>
                <a:cubicBezTo>
                  <a:pt x="289" y="56"/>
                  <a:pt x="282" y="48"/>
                  <a:pt x="273" y="48"/>
                </a:cubicBezTo>
                <a:moveTo>
                  <a:pt x="24" y="65"/>
                </a:moveTo>
                <a:cubicBezTo>
                  <a:pt x="28" y="65"/>
                  <a:pt x="32" y="68"/>
                  <a:pt x="32" y="73"/>
                </a:cubicBezTo>
                <a:cubicBezTo>
                  <a:pt x="32" y="77"/>
                  <a:pt x="28" y="81"/>
                  <a:pt x="24" y="81"/>
                </a:cubicBezTo>
                <a:cubicBezTo>
                  <a:pt x="20" y="81"/>
                  <a:pt x="16" y="77"/>
                  <a:pt x="16" y="73"/>
                </a:cubicBezTo>
                <a:cubicBezTo>
                  <a:pt x="16" y="68"/>
                  <a:pt x="20" y="65"/>
                  <a:pt x="24" y="65"/>
                </a:cubicBezTo>
                <a:moveTo>
                  <a:pt x="24" y="209"/>
                </a:moveTo>
                <a:cubicBezTo>
                  <a:pt x="20" y="209"/>
                  <a:pt x="16" y="205"/>
                  <a:pt x="16" y="201"/>
                </a:cubicBezTo>
                <a:cubicBezTo>
                  <a:pt x="16" y="197"/>
                  <a:pt x="20" y="193"/>
                  <a:pt x="24" y="193"/>
                </a:cubicBezTo>
                <a:cubicBezTo>
                  <a:pt x="28" y="193"/>
                  <a:pt x="32" y="197"/>
                  <a:pt x="32" y="201"/>
                </a:cubicBezTo>
                <a:cubicBezTo>
                  <a:pt x="32" y="205"/>
                  <a:pt x="28" y="209"/>
                  <a:pt x="24" y="209"/>
                </a:cubicBezTo>
                <a:moveTo>
                  <a:pt x="265" y="209"/>
                </a:moveTo>
                <a:cubicBezTo>
                  <a:pt x="260" y="209"/>
                  <a:pt x="257" y="205"/>
                  <a:pt x="257" y="201"/>
                </a:cubicBezTo>
                <a:cubicBezTo>
                  <a:pt x="257" y="197"/>
                  <a:pt x="260" y="193"/>
                  <a:pt x="265" y="193"/>
                </a:cubicBezTo>
                <a:cubicBezTo>
                  <a:pt x="269" y="193"/>
                  <a:pt x="273" y="197"/>
                  <a:pt x="273" y="201"/>
                </a:cubicBezTo>
                <a:cubicBezTo>
                  <a:pt x="273" y="205"/>
                  <a:pt x="269" y="209"/>
                  <a:pt x="265" y="209"/>
                </a:cubicBezTo>
                <a:moveTo>
                  <a:pt x="273" y="178"/>
                </a:moveTo>
                <a:cubicBezTo>
                  <a:pt x="270" y="178"/>
                  <a:pt x="268" y="177"/>
                  <a:pt x="265" y="177"/>
                </a:cubicBezTo>
                <a:cubicBezTo>
                  <a:pt x="252" y="177"/>
                  <a:pt x="241" y="188"/>
                  <a:pt x="241" y="201"/>
                </a:cubicBezTo>
                <a:cubicBezTo>
                  <a:pt x="241" y="204"/>
                  <a:pt x="241" y="207"/>
                  <a:pt x="242" y="209"/>
                </a:cubicBezTo>
                <a:cubicBezTo>
                  <a:pt x="47" y="209"/>
                  <a:pt x="47" y="209"/>
                  <a:pt x="47" y="209"/>
                </a:cubicBezTo>
                <a:cubicBezTo>
                  <a:pt x="47" y="207"/>
                  <a:pt x="48" y="204"/>
                  <a:pt x="48" y="201"/>
                </a:cubicBezTo>
                <a:cubicBezTo>
                  <a:pt x="48" y="188"/>
                  <a:pt x="37" y="177"/>
                  <a:pt x="24" y="177"/>
                </a:cubicBezTo>
                <a:cubicBezTo>
                  <a:pt x="21" y="177"/>
                  <a:pt x="18" y="178"/>
                  <a:pt x="16" y="178"/>
                </a:cubicBezTo>
                <a:cubicBezTo>
                  <a:pt x="16" y="95"/>
                  <a:pt x="16" y="95"/>
                  <a:pt x="16" y="95"/>
                </a:cubicBezTo>
                <a:cubicBezTo>
                  <a:pt x="18" y="96"/>
                  <a:pt x="21" y="97"/>
                  <a:pt x="24" y="97"/>
                </a:cubicBezTo>
                <a:cubicBezTo>
                  <a:pt x="37" y="97"/>
                  <a:pt x="48" y="86"/>
                  <a:pt x="48" y="73"/>
                </a:cubicBezTo>
                <a:cubicBezTo>
                  <a:pt x="48" y="70"/>
                  <a:pt x="47" y="67"/>
                  <a:pt x="47" y="65"/>
                </a:cubicBezTo>
                <a:cubicBezTo>
                  <a:pt x="242" y="65"/>
                  <a:pt x="242" y="65"/>
                  <a:pt x="242" y="65"/>
                </a:cubicBezTo>
                <a:cubicBezTo>
                  <a:pt x="241" y="67"/>
                  <a:pt x="241" y="70"/>
                  <a:pt x="241" y="73"/>
                </a:cubicBezTo>
                <a:cubicBezTo>
                  <a:pt x="241" y="86"/>
                  <a:pt x="252" y="97"/>
                  <a:pt x="265" y="97"/>
                </a:cubicBezTo>
                <a:cubicBezTo>
                  <a:pt x="268" y="97"/>
                  <a:pt x="270" y="96"/>
                  <a:pt x="273" y="95"/>
                </a:cubicBezTo>
                <a:lnTo>
                  <a:pt x="273" y="178"/>
                </a:lnTo>
                <a:close/>
                <a:moveTo>
                  <a:pt x="265" y="81"/>
                </a:moveTo>
                <a:cubicBezTo>
                  <a:pt x="260" y="81"/>
                  <a:pt x="257" y="77"/>
                  <a:pt x="257" y="73"/>
                </a:cubicBezTo>
                <a:cubicBezTo>
                  <a:pt x="257" y="68"/>
                  <a:pt x="260" y="65"/>
                  <a:pt x="265" y="65"/>
                </a:cubicBezTo>
                <a:cubicBezTo>
                  <a:pt x="269" y="65"/>
                  <a:pt x="273" y="68"/>
                  <a:pt x="273" y="73"/>
                </a:cubicBezTo>
                <a:cubicBezTo>
                  <a:pt x="273" y="77"/>
                  <a:pt x="269" y="81"/>
                  <a:pt x="265" y="81"/>
                </a:cubicBezTo>
                <a:moveTo>
                  <a:pt x="72" y="81"/>
                </a:moveTo>
                <a:cubicBezTo>
                  <a:pt x="68" y="81"/>
                  <a:pt x="64" y="84"/>
                  <a:pt x="64" y="89"/>
                </a:cubicBezTo>
                <a:cubicBezTo>
                  <a:pt x="64" y="93"/>
                  <a:pt x="68" y="97"/>
                  <a:pt x="72" y="97"/>
                </a:cubicBezTo>
                <a:cubicBezTo>
                  <a:pt x="77" y="97"/>
                  <a:pt x="80" y="93"/>
                  <a:pt x="80" y="89"/>
                </a:cubicBezTo>
                <a:cubicBezTo>
                  <a:pt x="80" y="84"/>
                  <a:pt x="77" y="81"/>
                  <a:pt x="72" y="81"/>
                </a:cubicBezTo>
                <a:moveTo>
                  <a:pt x="144" y="81"/>
                </a:moveTo>
                <a:cubicBezTo>
                  <a:pt x="113" y="81"/>
                  <a:pt x="88" y="106"/>
                  <a:pt x="88" y="137"/>
                </a:cubicBezTo>
                <a:cubicBezTo>
                  <a:pt x="88" y="168"/>
                  <a:pt x="113" y="193"/>
                  <a:pt x="144" y="193"/>
                </a:cubicBezTo>
                <a:cubicBezTo>
                  <a:pt x="175" y="193"/>
                  <a:pt x="201" y="168"/>
                  <a:pt x="201" y="137"/>
                </a:cubicBezTo>
                <a:cubicBezTo>
                  <a:pt x="201" y="106"/>
                  <a:pt x="175" y="81"/>
                  <a:pt x="144" y="81"/>
                </a:cubicBezTo>
                <a:moveTo>
                  <a:pt x="157" y="128"/>
                </a:moveTo>
                <a:cubicBezTo>
                  <a:pt x="155" y="133"/>
                  <a:pt x="155" y="133"/>
                  <a:pt x="155" y="133"/>
                </a:cubicBezTo>
                <a:cubicBezTo>
                  <a:pt x="134" y="133"/>
                  <a:pt x="134" y="133"/>
                  <a:pt x="134" y="133"/>
                </a:cubicBezTo>
                <a:cubicBezTo>
                  <a:pt x="133" y="134"/>
                  <a:pt x="133" y="134"/>
                  <a:pt x="133" y="134"/>
                </a:cubicBezTo>
                <a:cubicBezTo>
                  <a:pt x="133" y="136"/>
                  <a:pt x="133" y="136"/>
                  <a:pt x="133" y="136"/>
                </a:cubicBezTo>
                <a:cubicBezTo>
                  <a:pt x="133" y="138"/>
                  <a:pt x="133" y="139"/>
                  <a:pt x="134" y="139"/>
                </a:cubicBezTo>
                <a:cubicBezTo>
                  <a:pt x="154" y="139"/>
                  <a:pt x="154" y="139"/>
                  <a:pt x="154" y="139"/>
                </a:cubicBezTo>
                <a:cubicBezTo>
                  <a:pt x="152" y="145"/>
                  <a:pt x="152" y="145"/>
                  <a:pt x="152" y="145"/>
                </a:cubicBezTo>
                <a:cubicBezTo>
                  <a:pt x="134" y="145"/>
                  <a:pt x="134" y="145"/>
                  <a:pt x="134" y="145"/>
                </a:cubicBezTo>
                <a:cubicBezTo>
                  <a:pt x="135" y="150"/>
                  <a:pt x="136" y="153"/>
                  <a:pt x="138" y="156"/>
                </a:cubicBezTo>
                <a:cubicBezTo>
                  <a:pt x="141" y="159"/>
                  <a:pt x="145" y="161"/>
                  <a:pt x="149" y="161"/>
                </a:cubicBezTo>
                <a:cubicBezTo>
                  <a:pt x="152" y="161"/>
                  <a:pt x="155" y="161"/>
                  <a:pt x="157" y="160"/>
                </a:cubicBezTo>
                <a:cubicBezTo>
                  <a:pt x="158" y="159"/>
                  <a:pt x="160" y="157"/>
                  <a:pt x="163" y="155"/>
                </a:cubicBezTo>
                <a:cubicBezTo>
                  <a:pt x="163" y="165"/>
                  <a:pt x="163" y="165"/>
                  <a:pt x="163" y="165"/>
                </a:cubicBezTo>
                <a:cubicBezTo>
                  <a:pt x="159" y="168"/>
                  <a:pt x="154" y="169"/>
                  <a:pt x="149" y="169"/>
                </a:cubicBezTo>
                <a:cubicBezTo>
                  <a:pt x="141" y="169"/>
                  <a:pt x="135" y="167"/>
                  <a:pt x="131" y="162"/>
                </a:cubicBezTo>
                <a:cubicBezTo>
                  <a:pt x="127" y="158"/>
                  <a:pt x="125" y="152"/>
                  <a:pt x="124" y="145"/>
                </a:cubicBezTo>
                <a:cubicBezTo>
                  <a:pt x="117" y="145"/>
                  <a:pt x="117" y="145"/>
                  <a:pt x="117" y="145"/>
                </a:cubicBezTo>
                <a:cubicBezTo>
                  <a:pt x="119" y="139"/>
                  <a:pt x="119" y="139"/>
                  <a:pt x="119" y="139"/>
                </a:cubicBezTo>
                <a:cubicBezTo>
                  <a:pt x="123" y="139"/>
                  <a:pt x="123" y="139"/>
                  <a:pt x="123" y="139"/>
                </a:cubicBezTo>
                <a:cubicBezTo>
                  <a:pt x="123" y="139"/>
                  <a:pt x="123" y="138"/>
                  <a:pt x="123" y="138"/>
                </a:cubicBezTo>
                <a:cubicBezTo>
                  <a:pt x="123" y="137"/>
                  <a:pt x="123" y="137"/>
                  <a:pt x="123" y="136"/>
                </a:cubicBezTo>
                <a:cubicBezTo>
                  <a:pt x="123" y="136"/>
                  <a:pt x="123" y="136"/>
                  <a:pt x="123" y="135"/>
                </a:cubicBezTo>
                <a:cubicBezTo>
                  <a:pt x="123" y="134"/>
                  <a:pt x="123" y="134"/>
                  <a:pt x="123" y="133"/>
                </a:cubicBezTo>
                <a:cubicBezTo>
                  <a:pt x="117" y="133"/>
                  <a:pt x="117" y="133"/>
                  <a:pt x="117" y="133"/>
                </a:cubicBezTo>
                <a:cubicBezTo>
                  <a:pt x="119" y="128"/>
                  <a:pt x="119" y="128"/>
                  <a:pt x="119" y="128"/>
                </a:cubicBezTo>
                <a:cubicBezTo>
                  <a:pt x="124" y="128"/>
                  <a:pt x="124" y="128"/>
                  <a:pt x="124" y="128"/>
                </a:cubicBezTo>
                <a:cubicBezTo>
                  <a:pt x="125" y="121"/>
                  <a:pt x="128" y="115"/>
                  <a:pt x="132" y="111"/>
                </a:cubicBezTo>
                <a:cubicBezTo>
                  <a:pt x="136" y="107"/>
                  <a:pt x="142" y="105"/>
                  <a:pt x="149" y="105"/>
                </a:cubicBezTo>
                <a:cubicBezTo>
                  <a:pt x="154" y="105"/>
                  <a:pt x="160" y="107"/>
                  <a:pt x="165" y="110"/>
                </a:cubicBezTo>
                <a:cubicBezTo>
                  <a:pt x="161" y="118"/>
                  <a:pt x="161" y="118"/>
                  <a:pt x="161" y="118"/>
                </a:cubicBezTo>
                <a:cubicBezTo>
                  <a:pt x="157" y="114"/>
                  <a:pt x="153" y="113"/>
                  <a:pt x="149" y="113"/>
                </a:cubicBezTo>
                <a:cubicBezTo>
                  <a:pt x="145" y="113"/>
                  <a:pt x="141" y="114"/>
                  <a:pt x="139" y="117"/>
                </a:cubicBezTo>
                <a:cubicBezTo>
                  <a:pt x="136" y="120"/>
                  <a:pt x="135" y="123"/>
                  <a:pt x="134" y="128"/>
                </a:cubicBezTo>
                <a:lnTo>
                  <a:pt x="157" y="12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9" name="Freeform 49"/>
          <p:cNvSpPr>
            <a:spLocks noEditPoints="1"/>
          </p:cNvSpPr>
          <p:nvPr/>
        </p:nvSpPr>
        <p:spPr bwMode="auto">
          <a:xfrm>
            <a:off x="5251451" y="5496985"/>
            <a:ext cx="579967" cy="317500"/>
          </a:xfrm>
          <a:custGeom>
            <a:avLst/>
            <a:gdLst>
              <a:gd name="T0" fmla="*/ 16 w 353"/>
              <a:gd name="T1" fmla="*/ 0 h 193"/>
              <a:gd name="T2" fmla="*/ 0 w 353"/>
              <a:gd name="T3" fmla="*/ 177 h 193"/>
              <a:gd name="T4" fmla="*/ 337 w 353"/>
              <a:gd name="T5" fmla="*/ 193 h 193"/>
              <a:gd name="T6" fmla="*/ 353 w 353"/>
              <a:gd name="T7" fmla="*/ 16 h 193"/>
              <a:gd name="T8" fmla="*/ 24 w 353"/>
              <a:gd name="T9" fmla="*/ 16 h 193"/>
              <a:gd name="T10" fmla="*/ 24 w 353"/>
              <a:gd name="T11" fmla="*/ 32 h 193"/>
              <a:gd name="T12" fmla="*/ 24 w 353"/>
              <a:gd name="T13" fmla="*/ 16 h 193"/>
              <a:gd name="T14" fmla="*/ 16 w 353"/>
              <a:gd name="T15" fmla="*/ 169 h 193"/>
              <a:gd name="T16" fmla="*/ 32 w 353"/>
              <a:gd name="T17" fmla="*/ 169 h 193"/>
              <a:gd name="T18" fmla="*/ 329 w 353"/>
              <a:gd name="T19" fmla="*/ 177 h 193"/>
              <a:gd name="T20" fmla="*/ 329 w 353"/>
              <a:gd name="T21" fmla="*/ 161 h 193"/>
              <a:gd name="T22" fmla="*/ 329 w 353"/>
              <a:gd name="T23" fmla="*/ 177 h 193"/>
              <a:gd name="T24" fmla="*/ 329 w 353"/>
              <a:gd name="T25" fmla="*/ 145 h 193"/>
              <a:gd name="T26" fmla="*/ 307 w 353"/>
              <a:gd name="T27" fmla="*/ 177 h 193"/>
              <a:gd name="T28" fmla="*/ 48 w 353"/>
              <a:gd name="T29" fmla="*/ 169 h 193"/>
              <a:gd name="T30" fmla="*/ 16 w 353"/>
              <a:gd name="T31" fmla="*/ 146 h 193"/>
              <a:gd name="T32" fmla="*/ 24 w 353"/>
              <a:gd name="T33" fmla="*/ 49 h 193"/>
              <a:gd name="T34" fmla="*/ 47 w 353"/>
              <a:gd name="T35" fmla="*/ 16 h 193"/>
              <a:gd name="T36" fmla="*/ 305 w 353"/>
              <a:gd name="T37" fmla="*/ 24 h 193"/>
              <a:gd name="T38" fmla="*/ 337 w 353"/>
              <a:gd name="T39" fmla="*/ 47 h 193"/>
              <a:gd name="T40" fmla="*/ 329 w 353"/>
              <a:gd name="T41" fmla="*/ 32 h 193"/>
              <a:gd name="T42" fmla="*/ 329 w 353"/>
              <a:gd name="T43" fmla="*/ 16 h 193"/>
              <a:gd name="T44" fmla="*/ 329 w 353"/>
              <a:gd name="T45" fmla="*/ 32 h 193"/>
              <a:gd name="T46" fmla="*/ 72 w 353"/>
              <a:gd name="T47" fmla="*/ 32 h 193"/>
              <a:gd name="T48" fmla="*/ 72 w 353"/>
              <a:gd name="T49" fmla="*/ 49 h 193"/>
              <a:gd name="T50" fmla="*/ 97 w 353"/>
              <a:gd name="T51" fmla="*/ 41 h 193"/>
              <a:gd name="T52" fmla="*/ 281 w 353"/>
              <a:gd name="T53" fmla="*/ 145 h 193"/>
              <a:gd name="T54" fmla="*/ 257 w 353"/>
              <a:gd name="T55" fmla="*/ 153 h 193"/>
              <a:gd name="T56" fmla="*/ 281 w 353"/>
              <a:gd name="T57" fmla="*/ 161 h 193"/>
              <a:gd name="T58" fmla="*/ 281 w 353"/>
              <a:gd name="T59" fmla="*/ 145 h 193"/>
              <a:gd name="T60" fmla="*/ 113 w 353"/>
              <a:gd name="T61" fmla="*/ 97 h 193"/>
              <a:gd name="T62" fmla="*/ 241 w 353"/>
              <a:gd name="T63" fmla="*/ 97 h 193"/>
              <a:gd name="T64" fmla="*/ 210 w 353"/>
              <a:gd name="T65" fmla="*/ 87 h 193"/>
              <a:gd name="T66" fmla="*/ 207 w 353"/>
              <a:gd name="T67" fmla="*/ 120 h 193"/>
              <a:gd name="T68" fmla="*/ 174 w 353"/>
              <a:gd name="T69" fmla="*/ 145 h 193"/>
              <a:gd name="T70" fmla="*/ 170 w 353"/>
              <a:gd name="T71" fmla="*/ 129 h 193"/>
              <a:gd name="T72" fmla="*/ 160 w 353"/>
              <a:gd name="T73" fmla="*/ 141 h 193"/>
              <a:gd name="T74" fmla="*/ 155 w 353"/>
              <a:gd name="T75" fmla="*/ 125 h 193"/>
              <a:gd name="T76" fmla="*/ 138 w 353"/>
              <a:gd name="T77" fmla="*/ 121 h 193"/>
              <a:gd name="T78" fmla="*/ 148 w 353"/>
              <a:gd name="T79" fmla="*/ 113 h 193"/>
              <a:gd name="T80" fmla="*/ 157 w 353"/>
              <a:gd name="T81" fmla="*/ 89 h 193"/>
              <a:gd name="T82" fmla="*/ 157 w 353"/>
              <a:gd name="T83" fmla="*/ 89 h 193"/>
              <a:gd name="T84" fmla="*/ 157 w 353"/>
              <a:gd name="T85" fmla="*/ 69 h 193"/>
              <a:gd name="T86" fmla="*/ 154 w 353"/>
              <a:gd name="T87" fmla="*/ 58 h 193"/>
              <a:gd name="T88" fmla="*/ 165 w 353"/>
              <a:gd name="T89" fmla="*/ 61 h 193"/>
              <a:gd name="T90" fmla="*/ 174 w 353"/>
              <a:gd name="T91" fmla="*/ 49 h 193"/>
              <a:gd name="T92" fmla="*/ 179 w 353"/>
              <a:gd name="T93" fmla="*/ 64 h 193"/>
              <a:gd name="T94" fmla="*/ 189 w 353"/>
              <a:gd name="T95" fmla="*/ 52 h 193"/>
              <a:gd name="T96" fmla="*/ 193 w 353"/>
              <a:gd name="T97" fmla="*/ 68 h 193"/>
              <a:gd name="T98" fmla="*/ 176 w 353"/>
              <a:gd name="T99" fmla="*/ 74 h 193"/>
              <a:gd name="T100" fmla="*/ 194 w 353"/>
              <a:gd name="T101" fmla="*/ 87 h 193"/>
              <a:gd name="T102" fmla="*/ 170 w 353"/>
              <a:gd name="T103" fmla="*/ 99 h 193"/>
              <a:gd name="T104" fmla="*/ 191 w 353"/>
              <a:gd name="T105" fmla="*/ 114 h 1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353" h="193">
                <a:moveTo>
                  <a:pt x="337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8"/>
                  <a:pt x="0" y="16"/>
                </a:cubicBezTo>
                <a:cubicBezTo>
                  <a:pt x="0" y="177"/>
                  <a:pt x="0" y="177"/>
                  <a:pt x="0" y="177"/>
                </a:cubicBezTo>
                <a:cubicBezTo>
                  <a:pt x="0" y="186"/>
                  <a:pt x="7" y="193"/>
                  <a:pt x="16" y="193"/>
                </a:cubicBezTo>
                <a:cubicBezTo>
                  <a:pt x="337" y="193"/>
                  <a:pt x="337" y="193"/>
                  <a:pt x="337" y="193"/>
                </a:cubicBezTo>
                <a:cubicBezTo>
                  <a:pt x="346" y="193"/>
                  <a:pt x="353" y="186"/>
                  <a:pt x="353" y="177"/>
                </a:cubicBezTo>
                <a:cubicBezTo>
                  <a:pt x="353" y="16"/>
                  <a:pt x="353" y="16"/>
                  <a:pt x="353" y="16"/>
                </a:cubicBezTo>
                <a:cubicBezTo>
                  <a:pt x="353" y="8"/>
                  <a:pt x="346" y="0"/>
                  <a:pt x="337" y="0"/>
                </a:cubicBezTo>
                <a:moveTo>
                  <a:pt x="24" y="16"/>
                </a:moveTo>
                <a:cubicBezTo>
                  <a:pt x="29" y="16"/>
                  <a:pt x="32" y="20"/>
                  <a:pt x="32" y="24"/>
                </a:cubicBezTo>
                <a:cubicBezTo>
                  <a:pt x="32" y="29"/>
                  <a:pt x="29" y="32"/>
                  <a:pt x="24" y="32"/>
                </a:cubicBezTo>
                <a:cubicBezTo>
                  <a:pt x="20" y="32"/>
                  <a:pt x="16" y="29"/>
                  <a:pt x="16" y="24"/>
                </a:cubicBezTo>
                <a:cubicBezTo>
                  <a:pt x="16" y="20"/>
                  <a:pt x="20" y="16"/>
                  <a:pt x="24" y="16"/>
                </a:cubicBezTo>
                <a:moveTo>
                  <a:pt x="24" y="177"/>
                </a:moveTo>
                <a:cubicBezTo>
                  <a:pt x="20" y="177"/>
                  <a:pt x="16" y="173"/>
                  <a:pt x="16" y="169"/>
                </a:cubicBezTo>
                <a:cubicBezTo>
                  <a:pt x="16" y="165"/>
                  <a:pt x="20" y="161"/>
                  <a:pt x="24" y="161"/>
                </a:cubicBezTo>
                <a:cubicBezTo>
                  <a:pt x="29" y="161"/>
                  <a:pt x="32" y="165"/>
                  <a:pt x="32" y="169"/>
                </a:cubicBezTo>
                <a:cubicBezTo>
                  <a:pt x="32" y="173"/>
                  <a:pt x="29" y="177"/>
                  <a:pt x="24" y="177"/>
                </a:cubicBezTo>
                <a:moveTo>
                  <a:pt x="329" y="177"/>
                </a:moveTo>
                <a:cubicBezTo>
                  <a:pt x="325" y="177"/>
                  <a:pt x="321" y="173"/>
                  <a:pt x="321" y="169"/>
                </a:cubicBezTo>
                <a:cubicBezTo>
                  <a:pt x="321" y="165"/>
                  <a:pt x="325" y="161"/>
                  <a:pt x="329" y="161"/>
                </a:cubicBezTo>
                <a:cubicBezTo>
                  <a:pt x="334" y="161"/>
                  <a:pt x="337" y="165"/>
                  <a:pt x="337" y="169"/>
                </a:cubicBezTo>
                <a:cubicBezTo>
                  <a:pt x="337" y="173"/>
                  <a:pt x="334" y="177"/>
                  <a:pt x="329" y="177"/>
                </a:cubicBezTo>
                <a:moveTo>
                  <a:pt x="337" y="146"/>
                </a:moveTo>
                <a:cubicBezTo>
                  <a:pt x="335" y="145"/>
                  <a:pt x="332" y="145"/>
                  <a:pt x="329" y="145"/>
                </a:cubicBezTo>
                <a:cubicBezTo>
                  <a:pt x="316" y="145"/>
                  <a:pt x="305" y="156"/>
                  <a:pt x="305" y="169"/>
                </a:cubicBezTo>
                <a:cubicBezTo>
                  <a:pt x="305" y="172"/>
                  <a:pt x="306" y="174"/>
                  <a:pt x="307" y="177"/>
                </a:cubicBezTo>
                <a:cubicBezTo>
                  <a:pt x="47" y="177"/>
                  <a:pt x="47" y="177"/>
                  <a:pt x="47" y="177"/>
                </a:cubicBezTo>
                <a:cubicBezTo>
                  <a:pt x="48" y="174"/>
                  <a:pt x="48" y="172"/>
                  <a:pt x="48" y="169"/>
                </a:cubicBezTo>
                <a:cubicBezTo>
                  <a:pt x="48" y="156"/>
                  <a:pt x="38" y="145"/>
                  <a:pt x="24" y="145"/>
                </a:cubicBezTo>
                <a:cubicBezTo>
                  <a:pt x="21" y="145"/>
                  <a:pt x="19" y="145"/>
                  <a:pt x="16" y="146"/>
                </a:cubicBezTo>
                <a:cubicBezTo>
                  <a:pt x="16" y="47"/>
                  <a:pt x="16" y="47"/>
                  <a:pt x="16" y="47"/>
                </a:cubicBezTo>
                <a:cubicBezTo>
                  <a:pt x="19" y="48"/>
                  <a:pt x="21" y="49"/>
                  <a:pt x="24" y="49"/>
                </a:cubicBezTo>
                <a:cubicBezTo>
                  <a:pt x="38" y="49"/>
                  <a:pt x="48" y="38"/>
                  <a:pt x="48" y="24"/>
                </a:cubicBezTo>
                <a:cubicBezTo>
                  <a:pt x="48" y="22"/>
                  <a:pt x="48" y="19"/>
                  <a:pt x="47" y="16"/>
                </a:cubicBezTo>
                <a:cubicBezTo>
                  <a:pt x="307" y="16"/>
                  <a:pt x="307" y="16"/>
                  <a:pt x="307" y="16"/>
                </a:cubicBezTo>
                <a:cubicBezTo>
                  <a:pt x="306" y="19"/>
                  <a:pt x="305" y="22"/>
                  <a:pt x="305" y="24"/>
                </a:cubicBezTo>
                <a:cubicBezTo>
                  <a:pt x="305" y="38"/>
                  <a:pt x="316" y="49"/>
                  <a:pt x="329" y="49"/>
                </a:cubicBezTo>
                <a:cubicBezTo>
                  <a:pt x="332" y="49"/>
                  <a:pt x="335" y="48"/>
                  <a:pt x="337" y="47"/>
                </a:cubicBezTo>
                <a:lnTo>
                  <a:pt x="337" y="146"/>
                </a:lnTo>
                <a:close/>
                <a:moveTo>
                  <a:pt x="329" y="32"/>
                </a:moveTo>
                <a:cubicBezTo>
                  <a:pt x="325" y="32"/>
                  <a:pt x="321" y="29"/>
                  <a:pt x="321" y="24"/>
                </a:cubicBezTo>
                <a:cubicBezTo>
                  <a:pt x="321" y="20"/>
                  <a:pt x="325" y="16"/>
                  <a:pt x="329" y="16"/>
                </a:cubicBezTo>
                <a:cubicBezTo>
                  <a:pt x="334" y="16"/>
                  <a:pt x="337" y="20"/>
                  <a:pt x="337" y="24"/>
                </a:cubicBezTo>
                <a:cubicBezTo>
                  <a:pt x="337" y="29"/>
                  <a:pt x="334" y="32"/>
                  <a:pt x="329" y="32"/>
                </a:cubicBezTo>
                <a:moveTo>
                  <a:pt x="89" y="32"/>
                </a:moveTo>
                <a:cubicBezTo>
                  <a:pt x="72" y="32"/>
                  <a:pt x="72" y="32"/>
                  <a:pt x="72" y="32"/>
                </a:cubicBezTo>
                <a:cubicBezTo>
                  <a:pt x="68" y="32"/>
                  <a:pt x="64" y="36"/>
                  <a:pt x="64" y="41"/>
                </a:cubicBezTo>
                <a:cubicBezTo>
                  <a:pt x="64" y="45"/>
                  <a:pt x="68" y="49"/>
                  <a:pt x="72" y="49"/>
                </a:cubicBezTo>
                <a:cubicBezTo>
                  <a:pt x="89" y="49"/>
                  <a:pt x="89" y="49"/>
                  <a:pt x="89" y="49"/>
                </a:cubicBezTo>
                <a:cubicBezTo>
                  <a:pt x="93" y="49"/>
                  <a:pt x="97" y="45"/>
                  <a:pt x="97" y="41"/>
                </a:cubicBezTo>
                <a:cubicBezTo>
                  <a:pt x="97" y="36"/>
                  <a:pt x="93" y="32"/>
                  <a:pt x="89" y="32"/>
                </a:cubicBezTo>
                <a:moveTo>
                  <a:pt x="281" y="145"/>
                </a:moveTo>
                <a:cubicBezTo>
                  <a:pt x="265" y="145"/>
                  <a:pt x="265" y="145"/>
                  <a:pt x="265" y="145"/>
                </a:cubicBezTo>
                <a:cubicBezTo>
                  <a:pt x="261" y="145"/>
                  <a:pt x="257" y="148"/>
                  <a:pt x="257" y="153"/>
                </a:cubicBezTo>
                <a:cubicBezTo>
                  <a:pt x="257" y="157"/>
                  <a:pt x="261" y="161"/>
                  <a:pt x="265" y="161"/>
                </a:cubicBezTo>
                <a:cubicBezTo>
                  <a:pt x="281" y="161"/>
                  <a:pt x="281" y="161"/>
                  <a:pt x="281" y="161"/>
                </a:cubicBezTo>
                <a:cubicBezTo>
                  <a:pt x="286" y="161"/>
                  <a:pt x="289" y="157"/>
                  <a:pt x="289" y="153"/>
                </a:cubicBezTo>
                <a:cubicBezTo>
                  <a:pt x="289" y="148"/>
                  <a:pt x="286" y="145"/>
                  <a:pt x="281" y="145"/>
                </a:cubicBezTo>
                <a:moveTo>
                  <a:pt x="177" y="32"/>
                </a:moveTo>
                <a:cubicBezTo>
                  <a:pt x="141" y="32"/>
                  <a:pt x="113" y="61"/>
                  <a:pt x="113" y="97"/>
                </a:cubicBezTo>
                <a:cubicBezTo>
                  <a:pt x="113" y="132"/>
                  <a:pt x="141" y="161"/>
                  <a:pt x="177" y="161"/>
                </a:cubicBezTo>
                <a:cubicBezTo>
                  <a:pt x="212" y="161"/>
                  <a:pt x="241" y="132"/>
                  <a:pt x="241" y="97"/>
                </a:cubicBezTo>
                <a:cubicBezTo>
                  <a:pt x="241" y="61"/>
                  <a:pt x="212" y="32"/>
                  <a:pt x="177" y="32"/>
                </a:cubicBezTo>
                <a:moveTo>
                  <a:pt x="210" y="87"/>
                </a:moveTo>
                <a:cubicBezTo>
                  <a:pt x="209" y="95"/>
                  <a:pt x="205" y="98"/>
                  <a:pt x="199" y="100"/>
                </a:cubicBezTo>
                <a:cubicBezTo>
                  <a:pt x="207" y="103"/>
                  <a:pt x="211" y="109"/>
                  <a:pt x="207" y="120"/>
                </a:cubicBezTo>
                <a:cubicBezTo>
                  <a:pt x="203" y="133"/>
                  <a:pt x="192" y="134"/>
                  <a:pt x="178" y="131"/>
                </a:cubicBezTo>
                <a:cubicBezTo>
                  <a:pt x="174" y="145"/>
                  <a:pt x="174" y="145"/>
                  <a:pt x="174" y="145"/>
                </a:cubicBezTo>
                <a:cubicBezTo>
                  <a:pt x="166" y="143"/>
                  <a:pt x="166" y="143"/>
                  <a:pt x="166" y="143"/>
                </a:cubicBezTo>
                <a:cubicBezTo>
                  <a:pt x="170" y="129"/>
                  <a:pt x="170" y="129"/>
                  <a:pt x="170" y="129"/>
                </a:cubicBezTo>
                <a:cubicBezTo>
                  <a:pt x="167" y="129"/>
                  <a:pt x="165" y="128"/>
                  <a:pt x="163" y="127"/>
                </a:cubicBezTo>
                <a:cubicBezTo>
                  <a:pt x="160" y="141"/>
                  <a:pt x="160" y="141"/>
                  <a:pt x="160" y="141"/>
                </a:cubicBezTo>
                <a:cubicBezTo>
                  <a:pt x="151" y="139"/>
                  <a:pt x="151" y="139"/>
                  <a:pt x="151" y="139"/>
                </a:cubicBezTo>
                <a:cubicBezTo>
                  <a:pt x="155" y="125"/>
                  <a:pt x="155" y="125"/>
                  <a:pt x="155" y="125"/>
                </a:cubicBezTo>
                <a:cubicBezTo>
                  <a:pt x="153" y="125"/>
                  <a:pt x="151" y="124"/>
                  <a:pt x="149" y="124"/>
                </a:cubicBezTo>
                <a:cubicBezTo>
                  <a:pt x="138" y="121"/>
                  <a:pt x="138" y="121"/>
                  <a:pt x="138" y="121"/>
                </a:cubicBezTo>
                <a:cubicBezTo>
                  <a:pt x="142" y="111"/>
                  <a:pt x="142" y="111"/>
                  <a:pt x="142" y="111"/>
                </a:cubicBezTo>
                <a:cubicBezTo>
                  <a:pt x="142" y="111"/>
                  <a:pt x="148" y="113"/>
                  <a:pt x="148" y="113"/>
                </a:cubicBezTo>
                <a:cubicBezTo>
                  <a:pt x="150" y="114"/>
                  <a:pt x="152" y="112"/>
                  <a:pt x="152" y="111"/>
                </a:cubicBezTo>
                <a:cubicBezTo>
                  <a:pt x="157" y="89"/>
                  <a:pt x="157" y="89"/>
                  <a:pt x="157" y="89"/>
                </a:cubicBezTo>
                <a:cubicBezTo>
                  <a:pt x="158" y="89"/>
                  <a:pt x="158" y="89"/>
                  <a:pt x="158" y="89"/>
                </a:cubicBezTo>
                <a:cubicBezTo>
                  <a:pt x="158" y="89"/>
                  <a:pt x="158" y="89"/>
                  <a:pt x="157" y="89"/>
                </a:cubicBezTo>
                <a:cubicBezTo>
                  <a:pt x="161" y="73"/>
                  <a:pt x="161" y="73"/>
                  <a:pt x="161" y="73"/>
                </a:cubicBezTo>
                <a:cubicBezTo>
                  <a:pt x="161" y="72"/>
                  <a:pt x="161" y="69"/>
                  <a:pt x="157" y="69"/>
                </a:cubicBezTo>
                <a:cubicBezTo>
                  <a:pt x="157" y="68"/>
                  <a:pt x="151" y="67"/>
                  <a:pt x="151" y="67"/>
                </a:cubicBezTo>
                <a:cubicBezTo>
                  <a:pt x="154" y="58"/>
                  <a:pt x="154" y="58"/>
                  <a:pt x="154" y="58"/>
                </a:cubicBezTo>
                <a:cubicBezTo>
                  <a:pt x="165" y="61"/>
                  <a:pt x="165" y="61"/>
                  <a:pt x="165" y="61"/>
                </a:cubicBezTo>
                <a:cubicBezTo>
                  <a:pt x="165" y="61"/>
                  <a:pt x="165" y="61"/>
                  <a:pt x="165" y="61"/>
                </a:cubicBezTo>
                <a:cubicBezTo>
                  <a:pt x="167" y="61"/>
                  <a:pt x="168" y="62"/>
                  <a:pt x="170" y="62"/>
                </a:cubicBezTo>
                <a:cubicBezTo>
                  <a:pt x="174" y="49"/>
                  <a:pt x="174" y="49"/>
                  <a:pt x="174" y="49"/>
                </a:cubicBezTo>
                <a:cubicBezTo>
                  <a:pt x="182" y="51"/>
                  <a:pt x="182" y="51"/>
                  <a:pt x="182" y="51"/>
                </a:cubicBezTo>
                <a:cubicBezTo>
                  <a:pt x="179" y="64"/>
                  <a:pt x="179" y="64"/>
                  <a:pt x="179" y="64"/>
                </a:cubicBezTo>
                <a:cubicBezTo>
                  <a:pt x="181" y="65"/>
                  <a:pt x="183" y="65"/>
                  <a:pt x="185" y="66"/>
                </a:cubicBezTo>
                <a:cubicBezTo>
                  <a:pt x="189" y="52"/>
                  <a:pt x="189" y="52"/>
                  <a:pt x="189" y="52"/>
                </a:cubicBezTo>
                <a:cubicBezTo>
                  <a:pt x="197" y="54"/>
                  <a:pt x="197" y="54"/>
                  <a:pt x="197" y="54"/>
                </a:cubicBezTo>
                <a:cubicBezTo>
                  <a:pt x="193" y="68"/>
                  <a:pt x="193" y="68"/>
                  <a:pt x="193" y="68"/>
                </a:cubicBezTo>
                <a:cubicBezTo>
                  <a:pt x="204" y="72"/>
                  <a:pt x="212" y="77"/>
                  <a:pt x="210" y="87"/>
                </a:cubicBezTo>
                <a:moveTo>
                  <a:pt x="176" y="74"/>
                </a:moveTo>
                <a:cubicBezTo>
                  <a:pt x="172" y="91"/>
                  <a:pt x="172" y="91"/>
                  <a:pt x="172" y="91"/>
                </a:cubicBezTo>
                <a:cubicBezTo>
                  <a:pt x="177" y="92"/>
                  <a:pt x="191" y="97"/>
                  <a:pt x="194" y="87"/>
                </a:cubicBezTo>
                <a:cubicBezTo>
                  <a:pt x="196" y="77"/>
                  <a:pt x="181" y="75"/>
                  <a:pt x="176" y="74"/>
                </a:cubicBezTo>
                <a:moveTo>
                  <a:pt x="170" y="99"/>
                </a:moveTo>
                <a:cubicBezTo>
                  <a:pt x="166" y="117"/>
                  <a:pt x="166" y="117"/>
                  <a:pt x="166" y="117"/>
                </a:cubicBezTo>
                <a:cubicBezTo>
                  <a:pt x="171" y="119"/>
                  <a:pt x="189" y="124"/>
                  <a:pt x="191" y="114"/>
                </a:cubicBezTo>
                <a:cubicBezTo>
                  <a:pt x="194" y="103"/>
                  <a:pt x="176" y="100"/>
                  <a:pt x="170" y="99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0" name="Freeform 50"/>
          <p:cNvSpPr>
            <a:spLocks noEditPoints="1"/>
          </p:cNvSpPr>
          <p:nvPr/>
        </p:nvSpPr>
        <p:spPr bwMode="auto">
          <a:xfrm>
            <a:off x="6362701" y="5444068"/>
            <a:ext cx="579967" cy="423333"/>
          </a:xfrm>
          <a:custGeom>
            <a:avLst/>
            <a:gdLst>
              <a:gd name="T0" fmla="*/ 281 w 353"/>
              <a:gd name="T1" fmla="*/ 16 h 257"/>
              <a:gd name="T2" fmla="*/ 281 w 353"/>
              <a:gd name="T3" fmla="*/ 0 h 257"/>
              <a:gd name="T4" fmla="*/ 64 w 353"/>
              <a:gd name="T5" fmla="*/ 8 h 257"/>
              <a:gd name="T6" fmla="*/ 40 w 353"/>
              <a:gd name="T7" fmla="*/ 48 h 257"/>
              <a:gd name="T8" fmla="*/ 321 w 353"/>
              <a:gd name="T9" fmla="*/ 40 h 257"/>
              <a:gd name="T10" fmla="*/ 40 w 353"/>
              <a:gd name="T11" fmla="*/ 32 h 257"/>
              <a:gd name="T12" fmla="*/ 40 w 353"/>
              <a:gd name="T13" fmla="*/ 48 h 257"/>
              <a:gd name="T14" fmla="*/ 172 w 353"/>
              <a:gd name="T15" fmla="*/ 155 h 257"/>
              <a:gd name="T16" fmla="*/ 176 w 353"/>
              <a:gd name="T17" fmla="*/ 138 h 257"/>
              <a:gd name="T18" fmla="*/ 16 w 353"/>
              <a:gd name="T19" fmla="*/ 64 h 257"/>
              <a:gd name="T20" fmla="*/ 0 w 353"/>
              <a:gd name="T21" fmla="*/ 241 h 257"/>
              <a:gd name="T22" fmla="*/ 337 w 353"/>
              <a:gd name="T23" fmla="*/ 257 h 257"/>
              <a:gd name="T24" fmla="*/ 353 w 353"/>
              <a:gd name="T25" fmla="*/ 81 h 257"/>
              <a:gd name="T26" fmla="*/ 24 w 353"/>
              <a:gd name="T27" fmla="*/ 81 h 257"/>
              <a:gd name="T28" fmla="*/ 24 w 353"/>
              <a:gd name="T29" fmla="*/ 97 h 257"/>
              <a:gd name="T30" fmla="*/ 24 w 353"/>
              <a:gd name="T31" fmla="*/ 81 h 257"/>
              <a:gd name="T32" fmla="*/ 16 w 353"/>
              <a:gd name="T33" fmla="*/ 233 h 257"/>
              <a:gd name="T34" fmla="*/ 32 w 353"/>
              <a:gd name="T35" fmla="*/ 233 h 257"/>
              <a:gd name="T36" fmla="*/ 329 w 353"/>
              <a:gd name="T37" fmla="*/ 241 h 257"/>
              <a:gd name="T38" fmla="*/ 329 w 353"/>
              <a:gd name="T39" fmla="*/ 225 h 257"/>
              <a:gd name="T40" fmla="*/ 329 w 353"/>
              <a:gd name="T41" fmla="*/ 241 h 257"/>
              <a:gd name="T42" fmla="*/ 329 w 353"/>
              <a:gd name="T43" fmla="*/ 209 h 257"/>
              <a:gd name="T44" fmla="*/ 306 w 353"/>
              <a:gd name="T45" fmla="*/ 241 h 257"/>
              <a:gd name="T46" fmla="*/ 48 w 353"/>
              <a:gd name="T47" fmla="*/ 233 h 257"/>
              <a:gd name="T48" fmla="*/ 16 w 353"/>
              <a:gd name="T49" fmla="*/ 210 h 257"/>
              <a:gd name="T50" fmla="*/ 24 w 353"/>
              <a:gd name="T51" fmla="*/ 113 h 257"/>
              <a:gd name="T52" fmla="*/ 46 w 353"/>
              <a:gd name="T53" fmla="*/ 81 h 257"/>
              <a:gd name="T54" fmla="*/ 305 w 353"/>
              <a:gd name="T55" fmla="*/ 89 h 257"/>
              <a:gd name="T56" fmla="*/ 337 w 353"/>
              <a:gd name="T57" fmla="*/ 111 h 257"/>
              <a:gd name="T58" fmla="*/ 329 w 353"/>
              <a:gd name="T59" fmla="*/ 97 h 257"/>
              <a:gd name="T60" fmla="*/ 329 w 353"/>
              <a:gd name="T61" fmla="*/ 81 h 257"/>
              <a:gd name="T62" fmla="*/ 329 w 353"/>
              <a:gd name="T63" fmla="*/ 97 h 257"/>
              <a:gd name="T64" fmla="*/ 264 w 353"/>
              <a:gd name="T65" fmla="*/ 209 h 257"/>
              <a:gd name="T66" fmla="*/ 264 w 353"/>
              <a:gd name="T67" fmla="*/ 225 h 257"/>
              <a:gd name="T68" fmla="*/ 289 w 353"/>
              <a:gd name="T69" fmla="*/ 217 h 257"/>
              <a:gd name="T70" fmla="*/ 88 w 353"/>
              <a:gd name="T71" fmla="*/ 97 h 257"/>
              <a:gd name="T72" fmla="*/ 64 w 353"/>
              <a:gd name="T73" fmla="*/ 105 h 257"/>
              <a:gd name="T74" fmla="*/ 88 w 353"/>
              <a:gd name="T75" fmla="*/ 113 h 257"/>
              <a:gd name="T76" fmla="*/ 88 w 353"/>
              <a:gd name="T77" fmla="*/ 97 h 257"/>
              <a:gd name="T78" fmla="*/ 112 w 353"/>
              <a:gd name="T79" fmla="*/ 161 h 257"/>
              <a:gd name="T80" fmla="*/ 240 w 353"/>
              <a:gd name="T81" fmla="*/ 161 h 257"/>
              <a:gd name="T82" fmla="*/ 209 w 353"/>
              <a:gd name="T83" fmla="*/ 151 h 257"/>
              <a:gd name="T84" fmla="*/ 206 w 353"/>
              <a:gd name="T85" fmla="*/ 184 h 257"/>
              <a:gd name="T86" fmla="*/ 174 w 353"/>
              <a:gd name="T87" fmla="*/ 209 h 257"/>
              <a:gd name="T88" fmla="*/ 169 w 353"/>
              <a:gd name="T89" fmla="*/ 193 h 257"/>
              <a:gd name="T90" fmla="*/ 159 w 353"/>
              <a:gd name="T91" fmla="*/ 205 h 257"/>
              <a:gd name="T92" fmla="*/ 154 w 353"/>
              <a:gd name="T93" fmla="*/ 189 h 257"/>
              <a:gd name="T94" fmla="*/ 137 w 353"/>
              <a:gd name="T95" fmla="*/ 185 h 257"/>
              <a:gd name="T96" fmla="*/ 147 w 353"/>
              <a:gd name="T97" fmla="*/ 177 h 257"/>
              <a:gd name="T98" fmla="*/ 157 w 353"/>
              <a:gd name="T99" fmla="*/ 153 h 257"/>
              <a:gd name="T100" fmla="*/ 157 w 353"/>
              <a:gd name="T101" fmla="*/ 153 h 257"/>
              <a:gd name="T102" fmla="*/ 157 w 353"/>
              <a:gd name="T103" fmla="*/ 133 h 257"/>
              <a:gd name="T104" fmla="*/ 153 w 353"/>
              <a:gd name="T105" fmla="*/ 122 h 257"/>
              <a:gd name="T106" fmla="*/ 164 w 353"/>
              <a:gd name="T107" fmla="*/ 125 h 257"/>
              <a:gd name="T108" fmla="*/ 173 w 353"/>
              <a:gd name="T109" fmla="*/ 113 h 257"/>
              <a:gd name="T110" fmla="*/ 178 w 353"/>
              <a:gd name="T111" fmla="*/ 128 h 257"/>
              <a:gd name="T112" fmla="*/ 188 w 353"/>
              <a:gd name="T113" fmla="*/ 116 h 257"/>
              <a:gd name="T114" fmla="*/ 193 w 353"/>
              <a:gd name="T115" fmla="*/ 132 h 257"/>
              <a:gd name="T116" fmla="*/ 170 w 353"/>
              <a:gd name="T117" fmla="*/ 163 h 257"/>
              <a:gd name="T118" fmla="*/ 190 w 353"/>
              <a:gd name="T119" fmla="*/ 178 h 2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353" h="257">
                <a:moveTo>
                  <a:pt x="72" y="16"/>
                </a:moveTo>
                <a:cubicBezTo>
                  <a:pt x="281" y="16"/>
                  <a:pt x="281" y="16"/>
                  <a:pt x="281" y="16"/>
                </a:cubicBezTo>
                <a:cubicBezTo>
                  <a:pt x="285" y="16"/>
                  <a:pt x="289" y="13"/>
                  <a:pt x="289" y="8"/>
                </a:cubicBezTo>
                <a:cubicBezTo>
                  <a:pt x="289" y="4"/>
                  <a:pt x="285" y="0"/>
                  <a:pt x="281" y="0"/>
                </a:cubicBezTo>
                <a:cubicBezTo>
                  <a:pt x="72" y="0"/>
                  <a:pt x="72" y="0"/>
                  <a:pt x="72" y="0"/>
                </a:cubicBezTo>
                <a:cubicBezTo>
                  <a:pt x="67" y="0"/>
                  <a:pt x="64" y="4"/>
                  <a:pt x="64" y="8"/>
                </a:cubicBezTo>
                <a:cubicBezTo>
                  <a:pt x="64" y="13"/>
                  <a:pt x="67" y="16"/>
                  <a:pt x="72" y="16"/>
                </a:cubicBezTo>
                <a:moveTo>
                  <a:pt x="40" y="48"/>
                </a:moveTo>
                <a:cubicBezTo>
                  <a:pt x="313" y="48"/>
                  <a:pt x="313" y="48"/>
                  <a:pt x="313" y="48"/>
                </a:cubicBezTo>
                <a:cubicBezTo>
                  <a:pt x="317" y="48"/>
                  <a:pt x="321" y="45"/>
                  <a:pt x="321" y="40"/>
                </a:cubicBezTo>
                <a:cubicBezTo>
                  <a:pt x="321" y="36"/>
                  <a:pt x="317" y="32"/>
                  <a:pt x="313" y="32"/>
                </a:cubicBezTo>
                <a:cubicBezTo>
                  <a:pt x="40" y="32"/>
                  <a:pt x="40" y="32"/>
                  <a:pt x="40" y="32"/>
                </a:cubicBezTo>
                <a:cubicBezTo>
                  <a:pt x="35" y="32"/>
                  <a:pt x="32" y="36"/>
                  <a:pt x="32" y="40"/>
                </a:cubicBezTo>
                <a:cubicBezTo>
                  <a:pt x="32" y="45"/>
                  <a:pt x="35" y="48"/>
                  <a:pt x="40" y="48"/>
                </a:cubicBezTo>
                <a:moveTo>
                  <a:pt x="176" y="138"/>
                </a:moveTo>
                <a:cubicBezTo>
                  <a:pt x="172" y="155"/>
                  <a:pt x="172" y="155"/>
                  <a:pt x="172" y="155"/>
                </a:cubicBezTo>
                <a:cubicBezTo>
                  <a:pt x="176" y="156"/>
                  <a:pt x="191" y="161"/>
                  <a:pt x="193" y="151"/>
                </a:cubicBezTo>
                <a:cubicBezTo>
                  <a:pt x="195" y="141"/>
                  <a:pt x="180" y="139"/>
                  <a:pt x="176" y="138"/>
                </a:cubicBezTo>
                <a:moveTo>
                  <a:pt x="337" y="64"/>
                </a:moveTo>
                <a:cubicBezTo>
                  <a:pt x="16" y="64"/>
                  <a:pt x="16" y="64"/>
                  <a:pt x="16" y="64"/>
                </a:cubicBezTo>
                <a:cubicBezTo>
                  <a:pt x="7" y="64"/>
                  <a:pt x="0" y="72"/>
                  <a:pt x="0" y="81"/>
                </a:cubicBezTo>
                <a:cubicBezTo>
                  <a:pt x="0" y="241"/>
                  <a:pt x="0" y="241"/>
                  <a:pt x="0" y="241"/>
                </a:cubicBezTo>
                <a:cubicBezTo>
                  <a:pt x="0" y="250"/>
                  <a:pt x="7" y="257"/>
                  <a:pt x="16" y="257"/>
                </a:cubicBezTo>
                <a:cubicBezTo>
                  <a:pt x="337" y="257"/>
                  <a:pt x="337" y="257"/>
                  <a:pt x="337" y="257"/>
                </a:cubicBezTo>
                <a:cubicBezTo>
                  <a:pt x="346" y="257"/>
                  <a:pt x="353" y="250"/>
                  <a:pt x="353" y="241"/>
                </a:cubicBezTo>
                <a:cubicBezTo>
                  <a:pt x="353" y="81"/>
                  <a:pt x="353" y="81"/>
                  <a:pt x="353" y="81"/>
                </a:cubicBezTo>
                <a:cubicBezTo>
                  <a:pt x="353" y="72"/>
                  <a:pt x="346" y="64"/>
                  <a:pt x="337" y="64"/>
                </a:cubicBezTo>
                <a:moveTo>
                  <a:pt x="24" y="81"/>
                </a:moveTo>
                <a:cubicBezTo>
                  <a:pt x="28" y="81"/>
                  <a:pt x="32" y="84"/>
                  <a:pt x="32" y="89"/>
                </a:cubicBezTo>
                <a:cubicBezTo>
                  <a:pt x="32" y="93"/>
                  <a:pt x="28" y="97"/>
                  <a:pt x="24" y="97"/>
                </a:cubicBezTo>
                <a:cubicBezTo>
                  <a:pt x="19" y="97"/>
                  <a:pt x="16" y="93"/>
                  <a:pt x="16" y="89"/>
                </a:cubicBezTo>
                <a:cubicBezTo>
                  <a:pt x="16" y="84"/>
                  <a:pt x="19" y="81"/>
                  <a:pt x="24" y="81"/>
                </a:cubicBezTo>
                <a:moveTo>
                  <a:pt x="24" y="241"/>
                </a:moveTo>
                <a:cubicBezTo>
                  <a:pt x="19" y="241"/>
                  <a:pt x="16" y="238"/>
                  <a:pt x="16" y="233"/>
                </a:cubicBezTo>
                <a:cubicBezTo>
                  <a:pt x="16" y="229"/>
                  <a:pt x="19" y="225"/>
                  <a:pt x="24" y="225"/>
                </a:cubicBezTo>
                <a:cubicBezTo>
                  <a:pt x="28" y="225"/>
                  <a:pt x="32" y="229"/>
                  <a:pt x="32" y="233"/>
                </a:cubicBezTo>
                <a:cubicBezTo>
                  <a:pt x="32" y="238"/>
                  <a:pt x="28" y="241"/>
                  <a:pt x="24" y="241"/>
                </a:cubicBezTo>
                <a:moveTo>
                  <a:pt x="329" y="241"/>
                </a:moveTo>
                <a:cubicBezTo>
                  <a:pt x="324" y="241"/>
                  <a:pt x="321" y="238"/>
                  <a:pt x="321" y="233"/>
                </a:cubicBezTo>
                <a:cubicBezTo>
                  <a:pt x="321" y="229"/>
                  <a:pt x="324" y="225"/>
                  <a:pt x="329" y="225"/>
                </a:cubicBezTo>
                <a:cubicBezTo>
                  <a:pt x="333" y="225"/>
                  <a:pt x="337" y="229"/>
                  <a:pt x="337" y="233"/>
                </a:cubicBezTo>
                <a:cubicBezTo>
                  <a:pt x="337" y="238"/>
                  <a:pt x="333" y="241"/>
                  <a:pt x="329" y="241"/>
                </a:cubicBezTo>
                <a:moveTo>
                  <a:pt x="337" y="210"/>
                </a:moveTo>
                <a:cubicBezTo>
                  <a:pt x="334" y="210"/>
                  <a:pt x="332" y="209"/>
                  <a:pt x="329" y="209"/>
                </a:cubicBezTo>
                <a:cubicBezTo>
                  <a:pt x="315" y="209"/>
                  <a:pt x="305" y="220"/>
                  <a:pt x="305" y="233"/>
                </a:cubicBezTo>
                <a:cubicBezTo>
                  <a:pt x="305" y="236"/>
                  <a:pt x="305" y="239"/>
                  <a:pt x="306" y="241"/>
                </a:cubicBezTo>
                <a:cubicBezTo>
                  <a:pt x="46" y="241"/>
                  <a:pt x="46" y="241"/>
                  <a:pt x="46" y="241"/>
                </a:cubicBezTo>
                <a:cubicBezTo>
                  <a:pt x="47" y="239"/>
                  <a:pt x="48" y="236"/>
                  <a:pt x="48" y="233"/>
                </a:cubicBezTo>
                <a:cubicBezTo>
                  <a:pt x="48" y="220"/>
                  <a:pt x="37" y="209"/>
                  <a:pt x="24" y="209"/>
                </a:cubicBezTo>
                <a:cubicBezTo>
                  <a:pt x="21" y="209"/>
                  <a:pt x="18" y="210"/>
                  <a:pt x="16" y="210"/>
                </a:cubicBezTo>
                <a:cubicBezTo>
                  <a:pt x="16" y="111"/>
                  <a:pt x="16" y="111"/>
                  <a:pt x="16" y="111"/>
                </a:cubicBezTo>
                <a:cubicBezTo>
                  <a:pt x="18" y="112"/>
                  <a:pt x="21" y="113"/>
                  <a:pt x="24" y="113"/>
                </a:cubicBezTo>
                <a:cubicBezTo>
                  <a:pt x="37" y="113"/>
                  <a:pt x="48" y="102"/>
                  <a:pt x="48" y="89"/>
                </a:cubicBezTo>
                <a:cubicBezTo>
                  <a:pt x="48" y="86"/>
                  <a:pt x="47" y="83"/>
                  <a:pt x="46" y="81"/>
                </a:cubicBezTo>
                <a:cubicBezTo>
                  <a:pt x="306" y="81"/>
                  <a:pt x="306" y="81"/>
                  <a:pt x="306" y="81"/>
                </a:cubicBezTo>
                <a:cubicBezTo>
                  <a:pt x="305" y="83"/>
                  <a:pt x="305" y="86"/>
                  <a:pt x="305" y="89"/>
                </a:cubicBezTo>
                <a:cubicBezTo>
                  <a:pt x="305" y="102"/>
                  <a:pt x="315" y="113"/>
                  <a:pt x="329" y="113"/>
                </a:cubicBezTo>
                <a:cubicBezTo>
                  <a:pt x="332" y="113"/>
                  <a:pt x="334" y="112"/>
                  <a:pt x="337" y="111"/>
                </a:cubicBezTo>
                <a:lnTo>
                  <a:pt x="337" y="210"/>
                </a:lnTo>
                <a:close/>
                <a:moveTo>
                  <a:pt x="329" y="97"/>
                </a:moveTo>
                <a:cubicBezTo>
                  <a:pt x="324" y="97"/>
                  <a:pt x="321" y="93"/>
                  <a:pt x="321" y="89"/>
                </a:cubicBezTo>
                <a:cubicBezTo>
                  <a:pt x="321" y="84"/>
                  <a:pt x="324" y="81"/>
                  <a:pt x="329" y="81"/>
                </a:cubicBezTo>
                <a:cubicBezTo>
                  <a:pt x="333" y="81"/>
                  <a:pt x="337" y="84"/>
                  <a:pt x="337" y="89"/>
                </a:cubicBezTo>
                <a:cubicBezTo>
                  <a:pt x="337" y="93"/>
                  <a:pt x="333" y="97"/>
                  <a:pt x="329" y="97"/>
                </a:cubicBezTo>
                <a:moveTo>
                  <a:pt x="281" y="209"/>
                </a:moveTo>
                <a:cubicBezTo>
                  <a:pt x="264" y="209"/>
                  <a:pt x="264" y="209"/>
                  <a:pt x="264" y="209"/>
                </a:cubicBezTo>
                <a:cubicBezTo>
                  <a:pt x="260" y="209"/>
                  <a:pt x="256" y="213"/>
                  <a:pt x="256" y="217"/>
                </a:cubicBezTo>
                <a:cubicBezTo>
                  <a:pt x="256" y="221"/>
                  <a:pt x="260" y="225"/>
                  <a:pt x="264" y="225"/>
                </a:cubicBezTo>
                <a:cubicBezTo>
                  <a:pt x="281" y="225"/>
                  <a:pt x="281" y="225"/>
                  <a:pt x="281" y="225"/>
                </a:cubicBezTo>
                <a:cubicBezTo>
                  <a:pt x="285" y="225"/>
                  <a:pt x="289" y="221"/>
                  <a:pt x="289" y="217"/>
                </a:cubicBezTo>
                <a:cubicBezTo>
                  <a:pt x="289" y="213"/>
                  <a:pt x="285" y="209"/>
                  <a:pt x="281" y="209"/>
                </a:cubicBezTo>
                <a:moveTo>
                  <a:pt x="88" y="97"/>
                </a:moveTo>
                <a:cubicBezTo>
                  <a:pt x="72" y="97"/>
                  <a:pt x="72" y="97"/>
                  <a:pt x="72" y="97"/>
                </a:cubicBezTo>
                <a:cubicBezTo>
                  <a:pt x="67" y="97"/>
                  <a:pt x="64" y="100"/>
                  <a:pt x="64" y="105"/>
                </a:cubicBezTo>
                <a:cubicBezTo>
                  <a:pt x="64" y="109"/>
                  <a:pt x="67" y="113"/>
                  <a:pt x="72" y="113"/>
                </a:cubicBezTo>
                <a:cubicBezTo>
                  <a:pt x="88" y="113"/>
                  <a:pt x="88" y="113"/>
                  <a:pt x="88" y="113"/>
                </a:cubicBezTo>
                <a:cubicBezTo>
                  <a:pt x="92" y="113"/>
                  <a:pt x="96" y="109"/>
                  <a:pt x="96" y="105"/>
                </a:cubicBezTo>
                <a:cubicBezTo>
                  <a:pt x="96" y="100"/>
                  <a:pt x="92" y="97"/>
                  <a:pt x="88" y="97"/>
                </a:cubicBezTo>
                <a:moveTo>
                  <a:pt x="176" y="97"/>
                </a:moveTo>
                <a:cubicBezTo>
                  <a:pt x="141" y="97"/>
                  <a:pt x="112" y="125"/>
                  <a:pt x="112" y="161"/>
                </a:cubicBezTo>
                <a:cubicBezTo>
                  <a:pt x="112" y="196"/>
                  <a:pt x="141" y="225"/>
                  <a:pt x="176" y="225"/>
                </a:cubicBezTo>
                <a:cubicBezTo>
                  <a:pt x="212" y="225"/>
                  <a:pt x="240" y="196"/>
                  <a:pt x="240" y="161"/>
                </a:cubicBezTo>
                <a:cubicBezTo>
                  <a:pt x="240" y="125"/>
                  <a:pt x="212" y="97"/>
                  <a:pt x="176" y="97"/>
                </a:cubicBezTo>
                <a:moveTo>
                  <a:pt x="209" y="151"/>
                </a:moveTo>
                <a:cubicBezTo>
                  <a:pt x="208" y="159"/>
                  <a:pt x="204" y="162"/>
                  <a:pt x="199" y="164"/>
                </a:cubicBezTo>
                <a:cubicBezTo>
                  <a:pt x="206" y="168"/>
                  <a:pt x="210" y="174"/>
                  <a:pt x="206" y="184"/>
                </a:cubicBezTo>
                <a:cubicBezTo>
                  <a:pt x="202" y="197"/>
                  <a:pt x="191" y="198"/>
                  <a:pt x="177" y="195"/>
                </a:cubicBezTo>
                <a:cubicBezTo>
                  <a:pt x="174" y="209"/>
                  <a:pt x="174" y="209"/>
                  <a:pt x="174" y="209"/>
                </a:cubicBezTo>
                <a:cubicBezTo>
                  <a:pt x="165" y="207"/>
                  <a:pt x="165" y="207"/>
                  <a:pt x="165" y="207"/>
                </a:cubicBezTo>
                <a:cubicBezTo>
                  <a:pt x="169" y="193"/>
                  <a:pt x="169" y="193"/>
                  <a:pt x="169" y="193"/>
                </a:cubicBezTo>
                <a:cubicBezTo>
                  <a:pt x="167" y="193"/>
                  <a:pt x="165" y="192"/>
                  <a:pt x="162" y="192"/>
                </a:cubicBezTo>
                <a:cubicBezTo>
                  <a:pt x="159" y="205"/>
                  <a:pt x="159" y="205"/>
                  <a:pt x="159" y="205"/>
                </a:cubicBezTo>
                <a:cubicBezTo>
                  <a:pt x="151" y="203"/>
                  <a:pt x="151" y="203"/>
                  <a:pt x="151" y="203"/>
                </a:cubicBezTo>
                <a:cubicBezTo>
                  <a:pt x="154" y="189"/>
                  <a:pt x="154" y="189"/>
                  <a:pt x="154" y="189"/>
                </a:cubicBezTo>
                <a:cubicBezTo>
                  <a:pt x="152" y="189"/>
                  <a:pt x="150" y="188"/>
                  <a:pt x="148" y="188"/>
                </a:cubicBezTo>
                <a:cubicBezTo>
                  <a:pt x="137" y="185"/>
                  <a:pt x="137" y="185"/>
                  <a:pt x="137" y="185"/>
                </a:cubicBezTo>
                <a:cubicBezTo>
                  <a:pt x="141" y="176"/>
                  <a:pt x="141" y="176"/>
                  <a:pt x="141" y="176"/>
                </a:cubicBezTo>
                <a:cubicBezTo>
                  <a:pt x="141" y="176"/>
                  <a:pt x="148" y="177"/>
                  <a:pt x="147" y="177"/>
                </a:cubicBezTo>
                <a:cubicBezTo>
                  <a:pt x="150" y="178"/>
                  <a:pt x="151" y="176"/>
                  <a:pt x="151" y="175"/>
                </a:cubicBezTo>
                <a:cubicBezTo>
                  <a:pt x="157" y="153"/>
                  <a:pt x="157" y="153"/>
                  <a:pt x="157" y="153"/>
                </a:cubicBezTo>
                <a:cubicBezTo>
                  <a:pt x="157" y="153"/>
                  <a:pt x="157" y="153"/>
                  <a:pt x="158" y="153"/>
                </a:cubicBezTo>
                <a:cubicBezTo>
                  <a:pt x="157" y="153"/>
                  <a:pt x="157" y="153"/>
                  <a:pt x="157" y="153"/>
                </a:cubicBezTo>
                <a:cubicBezTo>
                  <a:pt x="161" y="137"/>
                  <a:pt x="161" y="137"/>
                  <a:pt x="161" y="137"/>
                </a:cubicBezTo>
                <a:cubicBezTo>
                  <a:pt x="161" y="136"/>
                  <a:pt x="160" y="133"/>
                  <a:pt x="157" y="133"/>
                </a:cubicBezTo>
                <a:cubicBezTo>
                  <a:pt x="157" y="133"/>
                  <a:pt x="151" y="131"/>
                  <a:pt x="151" y="131"/>
                </a:cubicBezTo>
                <a:cubicBezTo>
                  <a:pt x="153" y="122"/>
                  <a:pt x="153" y="122"/>
                  <a:pt x="153" y="122"/>
                </a:cubicBezTo>
                <a:cubicBezTo>
                  <a:pt x="164" y="125"/>
                  <a:pt x="164" y="125"/>
                  <a:pt x="164" y="125"/>
                </a:cubicBezTo>
                <a:cubicBezTo>
                  <a:pt x="164" y="125"/>
                  <a:pt x="164" y="125"/>
                  <a:pt x="164" y="125"/>
                </a:cubicBezTo>
                <a:cubicBezTo>
                  <a:pt x="166" y="126"/>
                  <a:pt x="168" y="126"/>
                  <a:pt x="170" y="126"/>
                </a:cubicBezTo>
                <a:cubicBezTo>
                  <a:pt x="173" y="113"/>
                  <a:pt x="173" y="113"/>
                  <a:pt x="173" y="113"/>
                </a:cubicBezTo>
                <a:cubicBezTo>
                  <a:pt x="181" y="115"/>
                  <a:pt x="181" y="115"/>
                  <a:pt x="181" y="115"/>
                </a:cubicBezTo>
                <a:cubicBezTo>
                  <a:pt x="178" y="128"/>
                  <a:pt x="178" y="128"/>
                  <a:pt x="178" y="128"/>
                </a:cubicBezTo>
                <a:cubicBezTo>
                  <a:pt x="180" y="129"/>
                  <a:pt x="182" y="129"/>
                  <a:pt x="185" y="130"/>
                </a:cubicBezTo>
                <a:cubicBezTo>
                  <a:pt x="188" y="116"/>
                  <a:pt x="188" y="116"/>
                  <a:pt x="188" y="116"/>
                </a:cubicBezTo>
                <a:cubicBezTo>
                  <a:pt x="196" y="118"/>
                  <a:pt x="196" y="118"/>
                  <a:pt x="196" y="118"/>
                </a:cubicBezTo>
                <a:cubicBezTo>
                  <a:pt x="193" y="132"/>
                  <a:pt x="193" y="132"/>
                  <a:pt x="193" y="132"/>
                </a:cubicBezTo>
                <a:cubicBezTo>
                  <a:pt x="203" y="136"/>
                  <a:pt x="211" y="141"/>
                  <a:pt x="209" y="151"/>
                </a:cubicBezTo>
                <a:moveTo>
                  <a:pt x="170" y="163"/>
                </a:moveTo>
                <a:cubicBezTo>
                  <a:pt x="165" y="181"/>
                  <a:pt x="165" y="181"/>
                  <a:pt x="165" y="181"/>
                </a:cubicBezTo>
                <a:cubicBezTo>
                  <a:pt x="171" y="183"/>
                  <a:pt x="188" y="188"/>
                  <a:pt x="190" y="178"/>
                </a:cubicBezTo>
                <a:cubicBezTo>
                  <a:pt x="193" y="167"/>
                  <a:pt x="175" y="165"/>
                  <a:pt x="170" y="163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1" name="Freeform 51"/>
          <p:cNvSpPr>
            <a:spLocks noEditPoints="1"/>
          </p:cNvSpPr>
          <p:nvPr/>
        </p:nvSpPr>
        <p:spPr bwMode="auto">
          <a:xfrm>
            <a:off x="7469718" y="5469469"/>
            <a:ext cx="582084" cy="370417"/>
          </a:xfrm>
          <a:custGeom>
            <a:avLst/>
            <a:gdLst>
              <a:gd name="T0" fmla="*/ 64 w 353"/>
              <a:gd name="T1" fmla="*/ 89 h 225"/>
              <a:gd name="T2" fmla="*/ 80 w 353"/>
              <a:gd name="T3" fmla="*/ 89 h 225"/>
              <a:gd name="T4" fmla="*/ 140 w 353"/>
              <a:gd name="T5" fmla="*/ 139 h 225"/>
              <a:gd name="T6" fmla="*/ 156 w 353"/>
              <a:gd name="T7" fmla="*/ 151 h 225"/>
              <a:gd name="T8" fmla="*/ 273 w 353"/>
              <a:gd name="T9" fmla="*/ 48 h 225"/>
              <a:gd name="T10" fmla="*/ 0 w 353"/>
              <a:gd name="T11" fmla="*/ 65 h 225"/>
              <a:gd name="T12" fmla="*/ 16 w 353"/>
              <a:gd name="T13" fmla="*/ 225 h 225"/>
              <a:gd name="T14" fmla="*/ 289 w 353"/>
              <a:gd name="T15" fmla="*/ 209 h 225"/>
              <a:gd name="T16" fmla="*/ 273 w 353"/>
              <a:gd name="T17" fmla="*/ 48 h 225"/>
              <a:gd name="T18" fmla="*/ 32 w 353"/>
              <a:gd name="T19" fmla="*/ 73 h 225"/>
              <a:gd name="T20" fmla="*/ 16 w 353"/>
              <a:gd name="T21" fmla="*/ 73 h 225"/>
              <a:gd name="T22" fmla="*/ 24 w 353"/>
              <a:gd name="T23" fmla="*/ 209 h 225"/>
              <a:gd name="T24" fmla="*/ 24 w 353"/>
              <a:gd name="T25" fmla="*/ 193 h 225"/>
              <a:gd name="T26" fmla="*/ 24 w 353"/>
              <a:gd name="T27" fmla="*/ 209 h 225"/>
              <a:gd name="T28" fmla="*/ 257 w 353"/>
              <a:gd name="T29" fmla="*/ 201 h 225"/>
              <a:gd name="T30" fmla="*/ 273 w 353"/>
              <a:gd name="T31" fmla="*/ 201 h 225"/>
              <a:gd name="T32" fmla="*/ 273 w 353"/>
              <a:gd name="T33" fmla="*/ 178 h 225"/>
              <a:gd name="T34" fmla="*/ 241 w 353"/>
              <a:gd name="T35" fmla="*/ 201 h 225"/>
              <a:gd name="T36" fmla="*/ 47 w 353"/>
              <a:gd name="T37" fmla="*/ 209 h 225"/>
              <a:gd name="T38" fmla="*/ 24 w 353"/>
              <a:gd name="T39" fmla="*/ 177 h 225"/>
              <a:gd name="T40" fmla="*/ 16 w 353"/>
              <a:gd name="T41" fmla="*/ 95 h 225"/>
              <a:gd name="T42" fmla="*/ 48 w 353"/>
              <a:gd name="T43" fmla="*/ 73 h 225"/>
              <a:gd name="T44" fmla="*/ 242 w 353"/>
              <a:gd name="T45" fmla="*/ 65 h 225"/>
              <a:gd name="T46" fmla="*/ 265 w 353"/>
              <a:gd name="T47" fmla="*/ 97 h 225"/>
              <a:gd name="T48" fmla="*/ 273 w 353"/>
              <a:gd name="T49" fmla="*/ 178 h 225"/>
              <a:gd name="T50" fmla="*/ 257 w 353"/>
              <a:gd name="T51" fmla="*/ 73 h 225"/>
              <a:gd name="T52" fmla="*/ 273 w 353"/>
              <a:gd name="T53" fmla="*/ 73 h 225"/>
              <a:gd name="T54" fmla="*/ 337 w 353"/>
              <a:gd name="T55" fmla="*/ 0 h 225"/>
              <a:gd name="T56" fmla="*/ 64 w 353"/>
              <a:gd name="T57" fmla="*/ 16 h 225"/>
              <a:gd name="T58" fmla="*/ 72 w 353"/>
              <a:gd name="T59" fmla="*/ 32 h 225"/>
              <a:gd name="T60" fmla="*/ 80 w 353"/>
              <a:gd name="T61" fmla="*/ 16 h 225"/>
              <a:gd name="T62" fmla="*/ 337 w 353"/>
              <a:gd name="T63" fmla="*/ 161 h 225"/>
              <a:gd name="T64" fmla="*/ 305 w 353"/>
              <a:gd name="T65" fmla="*/ 169 h 225"/>
              <a:gd name="T66" fmla="*/ 337 w 353"/>
              <a:gd name="T67" fmla="*/ 177 h 225"/>
              <a:gd name="T68" fmla="*/ 353 w 353"/>
              <a:gd name="T69" fmla="*/ 16 h 225"/>
              <a:gd name="T70" fmla="*/ 144 w 353"/>
              <a:gd name="T71" fmla="*/ 118 h 225"/>
              <a:gd name="T72" fmla="*/ 158 w 353"/>
              <a:gd name="T73" fmla="*/ 129 h 225"/>
              <a:gd name="T74" fmla="*/ 217 w 353"/>
              <a:gd name="T75" fmla="*/ 177 h 225"/>
              <a:gd name="T76" fmla="*/ 217 w 353"/>
              <a:gd name="T77" fmla="*/ 193 h 225"/>
              <a:gd name="T78" fmla="*/ 217 w 353"/>
              <a:gd name="T79" fmla="*/ 177 h 225"/>
              <a:gd name="T80" fmla="*/ 88 w 353"/>
              <a:gd name="T81" fmla="*/ 137 h 225"/>
              <a:gd name="T82" fmla="*/ 201 w 353"/>
              <a:gd name="T83" fmla="*/ 137 h 225"/>
              <a:gd name="T84" fmla="*/ 171 w 353"/>
              <a:gd name="T85" fmla="*/ 129 h 225"/>
              <a:gd name="T86" fmla="*/ 168 w 353"/>
              <a:gd name="T87" fmla="*/ 156 h 225"/>
              <a:gd name="T88" fmla="*/ 143 w 353"/>
              <a:gd name="T89" fmla="*/ 177 h 225"/>
              <a:gd name="T90" fmla="*/ 139 w 353"/>
              <a:gd name="T91" fmla="*/ 164 h 225"/>
              <a:gd name="T92" fmla="*/ 131 w 353"/>
              <a:gd name="T93" fmla="*/ 174 h 225"/>
              <a:gd name="T94" fmla="*/ 128 w 353"/>
              <a:gd name="T95" fmla="*/ 161 h 225"/>
              <a:gd name="T96" fmla="*/ 115 w 353"/>
              <a:gd name="T97" fmla="*/ 157 h 225"/>
              <a:gd name="T98" fmla="*/ 122 w 353"/>
              <a:gd name="T99" fmla="*/ 150 h 225"/>
              <a:gd name="T100" fmla="*/ 130 w 353"/>
              <a:gd name="T101" fmla="*/ 130 h 225"/>
              <a:gd name="T102" fmla="*/ 130 w 353"/>
              <a:gd name="T103" fmla="*/ 130 h 225"/>
              <a:gd name="T104" fmla="*/ 130 w 353"/>
              <a:gd name="T105" fmla="*/ 113 h 225"/>
              <a:gd name="T106" fmla="*/ 127 w 353"/>
              <a:gd name="T107" fmla="*/ 105 h 225"/>
              <a:gd name="T108" fmla="*/ 136 w 353"/>
              <a:gd name="T109" fmla="*/ 107 h 225"/>
              <a:gd name="T110" fmla="*/ 142 w 353"/>
              <a:gd name="T111" fmla="*/ 97 h 225"/>
              <a:gd name="T112" fmla="*/ 146 w 353"/>
              <a:gd name="T113" fmla="*/ 110 h 225"/>
              <a:gd name="T114" fmla="*/ 154 w 353"/>
              <a:gd name="T115" fmla="*/ 100 h 225"/>
              <a:gd name="T116" fmla="*/ 158 w 353"/>
              <a:gd name="T117" fmla="*/ 113 h 2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353" h="225">
                <a:moveTo>
                  <a:pt x="72" y="81"/>
                </a:moveTo>
                <a:cubicBezTo>
                  <a:pt x="68" y="81"/>
                  <a:pt x="64" y="84"/>
                  <a:pt x="64" y="89"/>
                </a:cubicBezTo>
                <a:cubicBezTo>
                  <a:pt x="64" y="93"/>
                  <a:pt x="68" y="97"/>
                  <a:pt x="72" y="97"/>
                </a:cubicBezTo>
                <a:cubicBezTo>
                  <a:pt x="77" y="97"/>
                  <a:pt x="80" y="93"/>
                  <a:pt x="80" y="89"/>
                </a:cubicBezTo>
                <a:cubicBezTo>
                  <a:pt x="80" y="84"/>
                  <a:pt x="77" y="81"/>
                  <a:pt x="72" y="81"/>
                </a:cubicBezTo>
                <a:moveTo>
                  <a:pt x="140" y="139"/>
                </a:moveTo>
                <a:cubicBezTo>
                  <a:pt x="136" y="154"/>
                  <a:pt x="136" y="154"/>
                  <a:pt x="136" y="154"/>
                </a:cubicBezTo>
                <a:cubicBezTo>
                  <a:pt x="140" y="155"/>
                  <a:pt x="154" y="160"/>
                  <a:pt x="156" y="151"/>
                </a:cubicBezTo>
                <a:cubicBezTo>
                  <a:pt x="158" y="142"/>
                  <a:pt x="144" y="140"/>
                  <a:pt x="140" y="139"/>
                </a:cubicBezTo>
                <a:moveTo>
                  <a:pt x="273" y="48"/>
                </a:moveTo>
                <a:cubicBezTo>
                  <a:pt x="16" y="48"/>
                  <a:pt x="16" y="48"/>
                  <a:pt x="16" y="48"/>
                </a:cubicBezTo>
                <a:cubicBezTo>
                  <a:pt x="7" y="48"/>
                  <a:pt x="0" y="56"/>
                  <a:pt x="0" y="65"/>
                </a:cubicBezTo>
                <a:cubicBezTo>
                  <a:pt x="0" y="209"/>
                  <a:pt x="0" y="209"/>
                  <a:pt x="0" y="209"/>
                </a:cubicBezTo>
                <a:cubicBezTo>
                  <a:pt x="0" y="218"/>
                  <a:pt x="7" y="225"/>
                  <a:pt x="16" y="225"/>
                </a:cubicBezTo>
                <a:cubicBezTo>
                  <a:pt x="273" y="225"/>
                  <a:pt x="273" y="225"/>
                  <a:pt x="273" y="225"/>
                </a:cubicBezTo>
                <a:cubicBezTo>
                  <a:pt x="282" y="225"/>
                  <a:pt x="289" y="218"/>
                  <a:pt x="289" y="209"/>
                </a:cubicBezTo>
                <a:cubicBezTo>
                  <a:pt x="289" y="65"/>
                  <a:pt x="289" y="65"/>
                  <a:pt x="289" y="65"/>
                </a:cubicBezTo>
                <a:cubicBezTo>
                  <a:pt x="289" y="56"/>
                  <a:pt x="282" y="48"/>
                  <a:pt x="273" y="48"/>
                </a:cubicBezTo>
                <a:moveTo>
                  <a:pt x="24" y="65"/>
                </a:moveTo>
                <a:cubicBezTo>
                  <a:pt x="28" y="65"/>
                  <a:pt x="32" y="68"/>
                  <a:pt x="32" y="73"/>
                </a:cubicBezTo>
                <a:cubicBezTo>
                  <a:pt x="32" y="77"/>
                  <a:pt x="28" y="81"/>
                  <a:pt x="24" y="81"/>
                </a:cubicBezTo>
                <a:cubicBezTo>
                  <a:pt x="20" y="81"/>
                  <a:pt x="16" y="77"/>
                  <a:pt x="16" y="73"/>
                </a:cubicBezTo>
                <a:cubicBezTo>
                  <a:pt x="16" y="68"/>
                  <a:pt x="20" y="65"/>
                  <a:pt x="24" y="65"/>
                </a:cubicBezTo>
                <a:moveTo>
                  <a:pt x="24" y="209"/>
                </a:moveTo>
                <a:cubicBezTo>
                  <a:pt x="20" y="209"/>
                  <a:pt x="16" y="205"/>
                  <a:pt x="16" y="201"/>
                </a:cubicBezTo>
                <a:cubicBezTo>
                  <a:pt x="16" y="197"/>
                  <a:pt x="20" y="193"/>
                  <a:pt x="24" y="193"/>
                </a:cubicBezTo>
                <a:cubicBezTo>
                  <a:pt x="28" y="193"/>
                  <a:pt x="32" y="197"/>
                  <a:pt x="32" y="201"/>
                </a:cubicBezTo>
                <a:cubicBezTo>
                  <a:pt x="32" y="205"/>
                  <a:pt x="28" y="209"/>
                  <a:pt x="24" y="209"/>
                </a:cubicBezTo>
                <a:moveTo>
                  <a:pt x="265" y="209"/>
                </a:moveTo>
                <a:cubicBezTo>
                  <a:pt x="260" y="209"/>
                  <a:pt x="257" y="205"/>
                  <a:pt x="257" y="201"/>
                </a:cubicBezTo>
                <a:cubicBezTo>
                  <a:pt x="257" y="197"/>
                  <a:pt x="260" y="193"/>
                  <a:pt x="265" y="193"/>
                </a:cubicBezTo>
                <a:cubicBezTo>
                  <a:pt x="269" y="193"/>
                  <a:pt x="273" y="197"/>
                  <a:pt x="273" y="201"/>
                </a:cubicBezTo>
                <a:cubicBezTo>
                  <a:pt x="273" y="205"/>
                  <a:pt x="269" y="209"/>
                  <a:pt x="265" y="209"/>
                </a:cubicBezTo>
                <a:moveTo>
                  <a:pt x="273" y="178"/>
                </a:moveTo>
                <a:cubicBezTo>
                  <a:pt x="270" y="178"/>
                  <a:pt x="268" y="177"/>
                  <a:pt x="265" y="177"/>
                </a:cubicBezTo>
                <a:cubicBezTo>
                  <a:pt x="252" y="177"/>
                  <a:pt x="241" y="188"/>
                  <a:pt x="241" y="201"/>
                </a:cubicBezTo>
                <a:cubicBezTo>
                  <a:pt x="241" y="204"/>
                  <a:pt x="241" y="207"/>
                  <a:pt x="242" y="209"/>
                </a:cubicBezTo>
                <a:cubicBezTo>
                  <a:pt x="47" y="209"/>
                  <a:pt x="47" y="209"/>
                  <a:pt x="47" y="209"/>
                </a:cubicBezTo>
                <a:cubicBezTo>
                  <a:pt x="47" y="207"/>
                  <a:pt x="48" y="204"/>
                  <a:pt x="48" y="201"/>
                </a:cubicBezTo>
                <a:cubicBezTo>
                  <a:pt x="48" y="188"/>
                  <a:pt x="37" y="177"/>
                  <a:pt x="24" y="177"/>
                </a:cubicBezTo>
                <a:cubicBezTo>
                  <a:pt x="21" y="177"/>
                  <a:pt x="18" y="178"/>
                  <a:pt x="16" y="178"/>
                </a:cubicBezTo>
                <a:cubicBezTo>
                  <a:pt x="16" y="95"/>
                  <a:pt x="16" y="95"/>
                  <a:pt x="16" y="95"/>
                </a:cubicBezTo>
                <a:cubicBezTo>
                  <a:pt x="18" y="96"/>
                  <a:pt x="21" y="97"/>
                  <a:pt x="24" y="97"/>
                </a:cubicBezTo>
                <a:cubicBezTo>
                  <a:pt x="37" y="97"/>
                  <a:pt x="48" y="86"/>
                  <a:pt x="48" y="73"/>
                </a:cubicBezTo>
                <a:cubicBezTo>
                  <a:pt x="48" y="70"/>
                  <a:pt x="47" y="67"/>
                  <a:pt x="47" y="65"/>
                </a:cubicBezTo>
                <a:cubicBezTo>
                  <a:pt x="242" y="65"/>
                  <a:pt x="242" y="65"/>
                  <a:pt x="242" y="65"/>
                </a:cubicBezTo>
                <a:cubicBezTo>
                  <a:pt x="241" y="67"/>
                  <a:pt x="241" y="70"/>
                  <a:pt x="241" y="73"/>
                </a:cubicBezTo>
                <a:cubicBezTo>
                  <a:pt x="241" y="86"/>
                  <a:pt x="252" y="97"/>
                  <a:pt x="265" y="97"/>
                </a:cubicBezTo>
                <a:cubicBezTo>
                  <a:pt x="268" y="97"/>
                  <a:pt x="270" y="96"/>
                  <a:pt x="273" y="95"/>
                </a:cubicBezTo>
                <a:lnTo>
                  <a:pt x="273" y="178"/>
                </a:lnTo>
                <a:close/>
                <a:moveTo>
                  <a:pt x="265" y="81"/>
                </a:moveTo>
                <a:cubicBezTo>
                  <a:pt x="260" y="81"/>
                  <a:pt x="257" y="77"/>
                  <a:pt x="257" y="73"/>
                </a:cubicBezTo>
                <a:cubicBezTo>
                  <a:pt x="257" y="68"/>
                  <a:pt x="260" y="65"/>
                  <a:pt x="265" y="65"/>
                </a:cubicBezTo>
                <a:cubicBezTo>
                  <a:pt x="269" y="65"/>
                  <a:pt x="273" y="68"/>
                  <a:pt x="273" y="73"/>
                </a:cubicBezTo>
                <a:cubicBezTo>
                  <a:pt x="273" y="77"/>
                  <a:pt x="269" y="81"/>
                  <a:pt x="265" y="81"/>
                </a:cubicBezTo>
                <a:moveTo>
                  <a:pt x="337" y="0"/>
                </a:moveTo>
                <a:cubicBezTo>
                  <a:pt x="80" y="0"/>
                  <a:pt x="80" y="0"/>
                  <a:pt x="80" y="0"/>
                </a:cubicBezTo>
                <a:cubicBezTo>
                  <a:pt x="71" y="0"/>
                  <a:pt x="64" y="8"/>
                  <a:pt x="64" y="16"/>
                </a:cubicBezTo>
                <a:cubicBezTo>
                  <a:pt x="64" y="24"/>
                  <a:pt x="64" y="24"/>
                  <a:pt x="64" y="24"/>
                </a:cubicBezTo>
                <a:cubicBezTo>
                  <a:pt x="64" y="29"/>
                  <a:pt x="68" y="32"/>
                  <a:pt x="72" y="32"/>
                </a:cubicBezTo>
                <a:cubicBezTo>
                  <a:pt x="77" y="32"/>
                  <a:pt x="80" y="29"/>
                  <a:pt x="80" y="24"/>
                </a:cubicBezTo>
                <a:cubicBezTo>
                  <a:pt x="80" y="16"/>
                  <a:pt x="80" y="16"/>
                  <a:pt x="80" y="16"/>
                </a:cubicBezTo>
                <a:cubicBezTo>
                  <a:pt x="337" y="16"/>
                  <a:pt x="337" y="16"/>
                  <a:pt x="337" y="16"/>
                </a:cubicBezTo>
                <a:cubicBezTo>
                  <a:pt x="337" y="161"/>
                  <a:pt x="337" y="161"/>
                  <a:pt x="337" y="161"/>
                </a:cubicBezTo>
                <a:cubicBezTo>
                  <a:pt x="313" y="161"/>
                  <a:pt x="313" y="161"/>
                  <a:pt x="313" y="161"/>
                </a:cubicBezTo>
                <a:cubicBezTo>
                  <a:pt x="309" y="161"/>
                  <a:pt x="305" y="164"/>
                  <a:pt x="305" y="169"/>
                </a:cubicBezTo>
                <a:cubicBezTo>
                  <a:pt x="305" y="173"/>
                  <a:pt x="309" y="177"/>
                  <a:pt x="313" y="177"/>
                </a:cubicBezTo>
                <a:cubicBezTo>
                  <a:pt x="337" y="177"/>
                  <a:pt x="337" y="177"/>
                  <a:pt x="337" y="177"/>
                </a:cubicBezTo>
                <a:cubicBezTo>
                  <a:pt x="346" y="177"/>
                  <a:pt x="353" y="170"/>
                  <a:pt x="353" y="161"/>
                </a:cubicBezTo>
                <a:cubicBezTo>
                  <a:pt x="353" y="16"/>
                  <a:pt x="353" y="16"/>
                  <a:pt x="353" y="16"/>
                </a:cubicBezTo>
                <a:cubicBezTo>
                  <a:pt x="353" y="8"/>
                  <a:pt x="346" y="0"/>
                  <a:pt x="337" y="0"/>
                </a:cubicBezTo>
                <a:moveTo>
                  <a:pt x="144" y="118"/>
                </a:moveTo>
                <a:cubicBezTo>
                  <a:pt x="141" y="132"/>
                  <a:pt x="141" y="132"/>
                  <a:pt x="141" y="132"/>
                </a:cubicBezTo>
                <a:cubicBezTo>
                  <a:pt x="145" y="133"/>
                  <a:pt x="156" y="137"/>
                  <a:pt x="158" y="129"/>
                </a:cubicBezTo>
                <a:cubicBezTo>
                  <a:pt x="160" y="121"/>
                  <a:pt x="148" y="119"/>
                  <a:pt x="144" y="118"/>
                </a:cubicBezTo>
                <a:moveTo>
                  <a:pt x="217" y="177"/>
                </a:moveTo>
                <a:cubicBezTo>
                  <a:pt x="212" y="177"/>
                  <a:pt x="209" y="181"/>
                  <a:pt x="209" y="185"/>
                </a:cubicBezTo>
                <a:cubicBezTo>
                  <a:pt x="209" y="189"/>
                  <a:pt x="212" y="193"/>
                  <a:pt x="217" y="193"/>
                </a:cubicBezTo>
                <a:cubicBezTo>
                  <a:pt x="221" y="193"/>
                  <a:pt x="225" y="189"/>
                  <a:pt x="225" y="185"/>
                </a:cubicBezTo>
                <a:cubicBezTo>
                  <a:pt x="225" y="181"/>
                  <a:pt x="221" y="177"/>
                  <a:pt x="217" y="177"/>
                </a:cubicBezTo>
                <a:moveTo>
                  <a:pt x="144" y="81"/>
                </a:moveTo>
                <a:cubicBezTo>
                  <a:pt x="113" y="81"/>
                  <a:pt x="88" y="106"/>
                  <a:pt x="88" y="137"/>
                </a:cubicBezTo>
                <a:cubicBezTo>
                  <a:pt x="88" y="168"/>
                  <a:pt x="113" y="193"/>
                  <a:pt x="144" y="193"/>
                </a:cubicBezTo>
                <a:cubicBezTo>
                  <a:pt x="175" y="193"/>
                  <a:pt x="201" y="168"/>
                  <a:pt x="201" y="137"/>
                </a:cubicBezTo>
                <a:cubicBezTo>
                  <a:pt x="201" y="106"/>
                  <a:pt x="175" y="81"/>
                  <a:pt x="144" y="81"/>
                </a:cubicBezTo>
                <a:moveTo>
                  <a:pt x="171" y="129"/>
                </a:moveTo>
                <a:cubicBezTo>
                  <a:pt x="170" y="135"/>
                  <a:pt x="167" y="138"/>
                  <a:pt x="162" y="139"/>
                </a:cubicBezTo>
                <a:cubicBezTo>
                  <a:pt x="168" y="142"/>
                  <a:pt x="171" y="147"/>
                  <a:pt x="168" y="156"/>
                </a:cubicBezTo>
                <a:cubicBezTo>
                  <a:pt x="165" y="167"/>
                  <a:pt x="157" y="168"/>
                  <a:pt x="146" y="165"/>
                </a:cubicBezTo>
                <a:cubicBezTo>
                  <a:pt x="143" y="177"/>
                  <a:pt x="143" y="177"/>
                  <a:pt x="143" y="177"/>
                </a:cubicBezTo>
                <a:cubicBezTo>
                  <a:pt x="136" y="175"/>
                  <a:pt x="136" y="175"/>
                  <a:pt x="136" y="175"/>
                </a:cubicBezTo>
                <a:cubicBezTo>
                  <a:pt x="139" y="164"/>
                  <a:pt x="139" y="164"/>
                  <a:pt x="139" y="164"/>
                </a:cubicBezTo>
                <a:cubicBezTo>
                  <a:pt x="137" y="163"/>
                  <a:pt x="136" y="163"/>
                  <a:pt x="134" y="162"/>
                </a:cubicBezTo>
                <a:cubicBezTo>
                  <a:pt x="131" y="174"/>
                  <a:pt x="131" y="174"/>
                  <a:pt x="131" y="174"/>
                </a:cubicBezTo>
                <a:cubicBezTo>
                  <a:pt x="125" y="172"/>
                  <a:pt x="125" y="172"/>
                  <a:pt x="125" y="172"/>
                </a:cubicBezTo>
                <a:cubicBezTo>
                  <a:pt x="128" y="161"/>
                  <a:pt x="128" y="161"/>
                  <a:pt x="128" y="161"/>
                </a:cubicBezTo>
                <a:cubicBezTo>
                  <a:pt x="126" y="160"/>
                  <a:pt x="125" y="160"/>
                  <a:pt x="123" y="159"/>
                </a:cubicBezTo>
                <a:cubicBezTo>
                  <a:pt x="115" y="157"/>
                  <a:pt x="115" y="157"/>
                  <a:pt x="115" y="157"/>
                </a:cubicBezTo>
                <a:cubicBezTo>
                  <a:pt x="118" y="149"/>
                  <a:pt x="118" y="149"/>
                  <a:pt x="118" y="149"/>
                </a:cubicBezTo>
                <a:cubicBezTo>
                  <a:pt x="118" y="149"/>
                  <a:pt x="123" y="150"/>
                  <a:pt x="122" y="150"/>
                </a:cubicBezTo>
                <a:cubicBezTo>
                  <a:pt x="124" y="151"/>
                  <a:pt x="125" y="150"/>
                  <a:pt x="125" y="149"/>
                </a:cubicBezTo>
                <a:cubicBezTo>
                  <a:pt x="130" y="130"/>
                  <a:pt x="130" y="130"/>
                  <a:pt x="130" y="130"/>
                </a:cubicBezTo>
                <a:cubicBezTo>
                  <a:pt x="130" y="130"/>
                  <a:pt x="130" y="131"/>
                  <a:pt x="130" y="131"/>
                </a:cubicBezTo>
                <a:cubicBezTo>
                  <a:pt x="130" y="130"/>
                  <a:pt x="130" y="130"/>
                  <a:pt x="130" y="130"/>
                </a:cubicBezTo>
                <a:cubicBezTo>
                  <a:pt x="133" y="117"/>
                  <a:pt x="133" y="117"/>
                  <a:pt x="133" y="117"/>
                </a:cubicBezTo>
                <a:cubicBezTo>
                  <a:pt x="133" y="116"/>
                  <a:pt x="132" y="114"/>
                  <a:pt x="130" y="113"/>
                </a:cubicBezTo>
                <a:cubicBezTo>
                  <a:pt x="130" y="113"/>
                  <a:pt x="125" y="112"/>
                  <a:pt x="125" y="112"/>
                </a:cubicBezTo>
                <a:cubicBezTo>
                  <a:pt x="127" y="105"/>
                  <a:pt x="127" y="105"/>
                  <a:pt x="127" y="105"/>
                </a:cubicBezTo>
                <a:cubicBezTo>
                  <a:pt x="136" y="107"/>
                  <a:pt x="136" y="107"/>
                  <a:pt x="136" y="107"/>
                </a:cubicBezTo>
                <a:cubicBezTo>
                  <a:pt x="136" y="107"/>
                  <a:pt x="136" y="107"/>
                  <a:pt x="136" y="107"/>
                </a:cubicBezTo>
                <a:cubicBezTo>
                  <a:pt x="137" y="107"/>
                  <a:pt x="138" y="108"/>
                  <a:pt x="140" y="108"/>
                </a:cubicBezTo>
                <a:cubicBezTo>
                  <a:pt x="142" y="97"/>
                  <a:pt x="142" y="97"/>
                  <a:pt x="142" y="97"/>
                </a:cubicBezTo>
                <a:cubicBezTo>
                  <a:pt x="149" y="98"/>
                  <a:pt x="149" y="98"/>
                  <a:pt x="149" y="98"/>
                </a:cubicBezTo>
                <a:cubicBezTo>
                  <a:pt x="146" y="110"/>
                  <a:pt x="146" y="110"/>
                  <a:pt x="146" y="110"/>
                </a:cubicBezTo>
                <a:cubicBezTo>
                  <a:pt x="148" y="110"/>
                  <a:pt x="150" y="110"/>
                  <a:pt x="151" y="111"/>
                </a:cubicBezTo>
                <a:cubicBezTo>
                  <a:pt x="154" y="100"/>
                  <a:pt x="154" y="100"/>
                  <a:pt x="154" y="100"/>
                </a:cubicBezTo>
                <a:cubicBezTo>
                  <a:pt x="160" y="102"/>
                  <a:pt x="160" y="102"/>
                  <a:pt x="160" y="102"/>
                </a:cubicBezTo>
                <a:cubicBezTo>
                  <a:pt x="158" y="113"/>
                  <a:pt x="158" y="113"/>
                  <a:pt x="158" y="113"/>
                </a:cubicBezTo>
                <a:cubicBezTo>
                  <a:pt x="166" y="116"/>
                  <a:pt x="172" y="121"/>
                  <a:pt x="171" y="129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2" name="Freeform 52"/>
          <p:cNvSpPr>
            <a:spLocks noEditPoints="1"/>
          </p:cNvSpPr>
          <p:nvPr/>
        </p:nvSpPr>
        <p:spPr bwMode="auto">
          <a:xfrm>
            <a:off x="8578851" y="5444068"/>
            <a:ext cx="582084" cy="423333"/>
          </a:xfrm>
          <a:custGeom>
            <a:avLst/>
            <a:gdLst>
              <a:gd name="T0" fmla="*/ 321 w 353"/>
              <a:gd name="T1" fmla="*/ 203 h 257"/>
              <a:gd name="T2" fmla="*/ 353 w 353"/>
              <a:gd name="T3" fmla="*/ 58 h 257"/>
              <a:gd name="T4" fmla="*/ 345 w 353"/>
              <a:gd name="T5" fmla="*/ 48 h 257"/>
              <a:gd name="T6" fmla="*/ 77 w 353"/>
              <a:gd name="T7" fmla="*/ 6 h 257"/>
              <a:gd name="T8" fmla="*/ 69 w 353"/>
              <a:gd name="T9" fmla="*/ 0 h 257"/>
              <a:gd name="T10" fmla="*/ 0 w 353"/>
              <a:gd name="T11" fmla="*/ 8 h 257"/>
              <a:gd name="T12" fmla="*/ 63 w 353"/>
              <a:gd name="T13" fmla="*/ 16 h 257"/>
              <a:gd name="T14" fmla="*/ 113 w 353"/>
              <a:gd name="T15" fmla="*/ 203 h 257"/>
              <a:gd name="T16" fmla="*/ 113 w 353"/>
              <a:gd name="T17" fmla="*/ 225 h 257"/>
              <a:gd name="T18" fmla="*/ 177 w 353"/>
              <a:gd name="T19" fmla="*/ 225 h 257"/>
              <a:gd name="T20" fmla="*/ 262 w 353"/>
              <a:gd name="T21" fmla="*/ 209 h 257"/>
              <a:gd name="T22" fmla="*/ 289 w 353"/>
              <a:gd name="T23" fmla="*/ 257 h 257"/>
              <a:gd name="T24" fmla="*/ 317 w 353"/>
              <a:gd name="T25" fmla="*/ 208 h 257"/>
              <a:gd name="T26" fmla="*/ 288 w 353"/>
              <a:gd name="T27" fmla="*/ 64 h 257"/>
              <a:gd name="T28" fmla="*/ 328 w 353"/>
              <a:gd name="T29" fmla="*/ 97 h 257"/>
              <a:gd name="T30" fmla="*/ 288 w 353"/>
              <a:gd name="T31" fmla="*/ 64 h 257"/>
              <a:gd name="T32" fmla="*/ 146 w 353"/>
              <a:gd name="T33" fmla="*/ 64 h 257"/>
              <a:gd name="T34" fmla="*/ 101 w 353"/>
              <a:gd name="T35" fmla="*/ 97 h 257"/>
              <a:gd name="T36" fmla="*/ 114 w 353"/>
              <a:gd name="T37" fmla="*/ 145 h 257"/>
              <a:gd name="T38" fmla="*/ 151 w 353"/>
              <a:gd name="T39" fmla="*/ 113 h 257"/>
              <a:gd name="T40" fmla="*/ 114 w 353"/>
              <a:gd name="T41" fmla="*/ 145 h 257"/>
              <a:gd name="T42" fmla="*/ 156 w 353"/>
              <a:gd name="T43" fmla="*/ 161 h 257"/>
              <a:gd name="T44" fmla="*/ 127 w 353"/>
              <a:gd name="T45" fmla="*/ 193 h 257"/>
              <a:gd name="T46" fmla="*/ 145 w 353"/>
              <a:gd name="T47" fmla="*/ 241 h 257"/>
              <a:gd name="T48" fmla="*/ 145 w 353"/>
              <a:gd name="T49" fmla="*/ 209 h 257"/>
              <a:gd name="T50" fmla="*/ 145 w 353"/>
              <a:gd name="T51" fmla="*/ 241 h 257"/>
              <a:gd name="T52" fmla="*/ 176 w 353"/>
              <a:gd name="T53" fmla="*/ 193 h 257"/>
              <a:gd name="T54" fmla="*/ 209 w 353"/>
              <a:gd name="T55" fmla="*/ 161 h 257"/>
              <a:gd name="T56" fmla="*/ 209 w 353"/>
              <a:gd name="T57" fmla="*/ 145 h 257"/>
              <a:gd name="T58" fmla="*/ 167 w 353"/>
              <a:gd name="T59" fmla="*/ 113 h 257"/>
              <a:gd name="T60" fmla="*/ 209 w 353"/>
              <a:gd name="T61" fmla="*/ 145 h 257"/>
              <a:gd name="T62" fmla="*/ 165 w 353"/>
              <a:gd name="T63" fmla="*/ 97 h 257"/>
              <a:gd name="T64" fmla="*/ 209 w 353"/>
              <a:gd name="T65" fmla="*/ 64 h 257"/>
              <a:gd name="T66" fmla="*/ 258 w 353"/>
              <a:gd name="T67" fmla="*/ 193 h 257"/>
              <a:gd name="T68" fmla="*/ 225 w 353"/>
              <a:gd name="T69" fmla="*/ 161 h 257"/>
              <a:gd name="T70" fmla="*/ 258 w 353"/>
              <a:gd name="T71" fmla="*/ 193 h 257"/>
              <a:gd name="T72" fmla="*/ 225 w 353"/>
              <a:gd name="T73" fmla="*/ 145 h 257"/>
              <a:gd name="T74" fmla="*/ 267 w 353"/>
              <a:gd name="T75" fmla="*/ 113 h 257"/>
              <a:gd name="T76" fmla="*/ 269 w 353"/>
              <a:gd name="T77" fmla="*/ 97 h 257"/>
              <a:gd name="T78" fmla="*/ 225 w 353"/>
              <a:gd name="T79" fmla="*/ 64 h 257"/>
              <a:gd name="T80" fmla="*/ 269 w 353"/>
              <a:gd name="T81" fmla="*/ 97 h 257"/>
              <a:gd name="T82" fmla="*/ 273 w 353"/>
              <a:gd name="T83" fmla="*/ 225 h 257"/>
              <a:gd name="T84" fmla="*/ 305 w 353"/>
              <a:gd name="T85" fmla="*/ 225 h 257"/>
              <a:gd name="T86" fmla="*/ 307 w 353"/>
              <a:gd name="T87" fmla="*/ 193 h 257"/>
              <a:gd name="T88" fmla="*/ 278 w 353"/>
              <a:gd name="T89" fmla="*/ 161 h 257"/>
              <a:gd name="T90" fmla="*/ 307 w 353"/>
              <a:gd name="T91" fmla="*/ 193 h 257"/>
              <a:gd name="T92" fmla="*/ 283 w 353"/>
              <a:gd name="T93" fmla="*/ 113 h 257"/>
              <a:gd name="T94" fmla="*/ 318 w 353"/>
              <a:gd name="T95" fmla="*/ 145 h 2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53" h="257">
                <a:moveTo>
                  <a:pt x="321" y="203"/>
                </a:moveTo>
                <a:cubicBezTo>
                  <a:pt x="321" y="203"/>
                  <a:pt x="321" y="203"/>
                  <a:pt x="321" y="203"/>
                </a:cubicBezTo>
                <a:cubicBezTo>
                  <a:pt x="353" y="58"/>
                  <a:pt x="353" y="58"/>
                  <a:pt x="353" y="58"/>
                </a:cubicBezTo>
                <a:cubicBezTo>
                  <a:pt x="353" y="58"/>
                  <a:pt x="353" y="58"/>
                  <a:pt x="353" y="58"/>
                </a:cubicBezTo>
                <a:cubicBezTo>
                  <a:pt x="353" y="58"/>
                  <a:pt x="353" y="57"/>
                  <a:pt x="353" y="56"/>
                </a:cubicBezTo>
                <a:cubicBezTo>
                  <a:pt x="353" y="52"/>
                  <a:pt x="350" y="48"/>
                  <a:pt x="345" y="48"/>
                </a:cubicBezTo>
                <a:cubicBezTo>
                  <a:pt x="88" y="48"/>
                  <a:pt x="88" y="48"/>
                  <a:pt x="88" y="48"/>
                </a:cubicBezTo>
                <a:cubicBezTo>
                  <a:pt x="77" y="6"/>
                  <a:pt x="77" y="6"/>
                  <a:pt x="77" y="6"/>
                </a:cubicBezTo>
                <a:cubicBezTo>
                  <a:pt x="77" y="6"/>
                  <a:pt x="77" y="6"/>
                  <a:pt x="77" y="6"/>
                </a:cubicBezTo>
                <a:cubicBezTo>
                  <a:pt x="76" y="3"/>
                  <a:pt x="73" y="0"/>
                  <a:pt x="69" y="0"/>
                </a:cubicBezTo>
                <a:cubicBezTo>
                  <a:pt x="8" y="0"/>
                  <a:pt x="8" y="0"/>
                  <a:pt x="8" y="0"/>
                </a:cubicBezTo>
                <a:cubicBezTo>
                  <a:pt x="4" y="0"/>
                  <a:pt x="0" y="4"/>
                  <a:pt x="0" y="8"/>
                </a:cubicBezTo>
                <a:cubicBezTo>
                  <a:pt x="0" y="13"/>
                  <a:pt x="4" y="16"/>
                  <a:pt x="8" y="16"/>
                </a:cubicBezTo>
                <a:cubicBezTo>
                  <a:pt x="63" y="16"/>
                  <a:pt x="63" y="16"/>
                  <a:pt x="63" y="16"/>
                </a:cubicBezTo>
                <a:cubicBezTo>
                  <a:pt x="113" y="203"/>
                  <a:pt x="113" y="203"/>
                  <a:pt x="113" y="203"/>
                </a:cubicBezTo>
                <a:cubicBezTo>
                  <a:pt x="113" y="203"/>
                  <a:pt x="113" y="203"/>
                  <a:pt x="113" y="203"/>
                </a:cubicBezTo>
                <a:cubicBezTo>
                  <a:pt x="114" y="206"/>
                  <a:pt x="115" y="207"/>
                  <a:pt x="117" y="208"/>
                </a:cubicBezTo>
                <a:cubicBezTo>
                  <a:pt x="114" y="213"/>
                  <a:pt x="113" y="219"/>
                  <a:pt x="113" y="225"/>
                </a:cubicBezTo>
                <a:cubicBezTo>
                  <a:pt x="113" y="243"/>
                  <a:pt x="127" y="257"/>
                  <a:pt x="145" y="257"/>
                </a:cubicBezTo>
                <a:cubicBezTo>
                  <a:pt x="162" y="257"/>
                  <a:pt x="177" y="243"/>
                  <a:pt x="177" y="225"/>
                </a:cubicBezTo>
                <a:cubicBezTo>
                  <a:pt x="177" y="219"/>
                  <a:pt x="175" y="214"/>
                  <a:pt x="172" y="209"/>
                </a:cubicBezTo>
                <a:cubicBezTo>
                  <a:pt x="262" y="209"/>
                  <a:pt x="262" y="209"/>
                  <a:pt x="262" y="209"/>
                </a:cubicBezTo>
                <a:cubicBezTo>
                  <a:pt x="259" y="214"/>
                  <a:pt x="257" y="219"/>
                  <a:pt x="257" y="225"/>
                </a:cubicBezTo>
                <a:cubicBezTo>
                  <a:pt x="257" y="243"/>
                  <a:pt x="271" y="257"/>
                  <a:pt x="289" y="257"/>
                </a:cubicBezTo>
                <a:cubicBezTo>
                  <a:pt x="307" y="257"/>
                  <a:pt x="321" y="243"/>
                  <a:pt x="321" y="225"/>
                </a:cubicBezTo>
                <a:cubicBezTo>
                  <a:pt x="321" y="219"/>
                  <a:pt x="320" y="213"/>
                  <a:pt x="317" y="208"/>
                </a:cubicBezTo>
                <a:cubicBezTo>
                  <a:pt x="319" y="207"/>
                  <a:pt x="320" y="205"/>
                  <a:pt x="321" y="203"/>
                </a:cubicBezTo>
                <a:moveTo>
                  <a:pt x="288" y="64"/>
                </a:moveTo>
                <a:cubicBezTo>
                  <a:pt x="335" y="64"/>
                  <a:pt x="335" y="64"/>
                  <a:pt x="335" y="64"/>
                </a:cubicBezTo>
                <a:cubicBezTo>
                  <a:pt x="328" y="97"/>
                  <a:pt x="328" y="97"/>
                  <a:pt x="328" y="97"/>
                </a:cubicBezTo>
                <a:cubicBezTo>
                  <a:pt x="285" y="97"/>
                  <a:pt x="285" y="97"/>
                  <a:pt x="285" y="97"/>
                </a:cubicBezTo>
                <a:lnTo>
                  <a:pt x="288" y="64"/>
                </a:lnTo>
                <a:close/>
                <a:moveTo>
                  <a:pt x="92" y="64"/>
                </a:moveTo>
                <a:cubicBezTo>
                  <a:pt x="146" y="64"/>
                  <a:pt x="146" y="64"/>
                  <a:pt x="146" y="64"/>
                </a:cubicBezTo>
                <a:cubicBezTo>
                  <a:pt x="149" y="97"/>
                  <a:pt x="149" y="97"/>
                  <a:pt x="149" y="97"/>
                </a:cubicBezTo>
                <a:cubicBezTo>
                  <a:pt x="101" y="97"/>
                  <a:pt x="101" y="97"/>
                  <a:pt x="101" y="97"/>
                </a:cubicBezTo>
                <a:lnTo>
                  <a:pt x="92" y="64"/>
                </a:lnTo>
                <a:close/>
                <a:moveTo>
                  <a:pt x="114" y="145"/>
                </a:moveTo>
                <a:cubicBezTo>
                  <a:pt x="105" y="113"/>
                  <a:pt x="105" y="113"/>
                  <a:pt x="105" y="113"/>
                </a:cubicBezTo>
                <a:cubicBezTo>
                  <a:pt x="151" y="113"/>
                  <a:pt x="151" y="113"/>
                  <a:pt x="151" y="113"/>
                </a:cubicBezTo>
                <a:cubicBezTo>
                  <a:pt x="154" y="145"/>
                  <a:pt x="154" y="145"/>
                  <a:pt x="154" y="145"/>
                </a:cubicBezTo>
                <a:lnTo>
                  <a:pt x="114" y="145"/>
                </a:lnTo>
                <a:close/>
                <a:moveTo>
                  <a:pt x="118" y="161"/>
                </a:moveTo>
                <a:cubicBezTo>
                  <a:pt x="156" y="161"/>
                  <a:pt x="156" y="161"/>
                  <a:pt x="156" y="161"/>
                </a:cubicBezTo>
                <a:cubicBezTo>
                  <a:pt x="160" y="193"/>
                  <a:pt x="160" y="193"/>
                  <a:pt x="160" y="193"/>
                </a:cubicBezTo>
                <a:cubicBezTo>
                  <a:pt x="127" y="193"/>
                  <a:pt x="127" y="193"/>
                  <a:pt x="127" y="193"/>
                </a:cubicBezTo>
                <a:lnTo>
                  <a:pt x="118" y="161"/>
                </a:lnTo>
                <a:close/>
                <a:moveTo>
                  <a:pt x="145" y="241"/>
                </a:moveTo>
                <a:cubicBezTo>
                  <a:pt x="136" y="241"/>
                  <a:pt x="129" y="234"/>
                  <a:pt x="129" y="225"/>
                </a:cubicBezTo>
                <a:cubicBezTo>
                  <a:pt x="129" y="216"/>
                  <a:pt x="136" y="209"/>
                  <a:pt x="145" y="209"/>
                </a:cubicBezTo>
                <a:cubicBezTo>
                  <a:pt x="154" y="209"/>
                  <a:pt x="161" y="216"/>
                  <a:pt x="161" y="225"/>
                </a:cubicBezTo>
                <a:cubicBezTo>
                  <a:pt x="161" y="234"/>
                  <a:pt x="154" y="241"/>
                  <a:pt x="145" y="241"/>
                </a:cubicBezTo>
                <a:moveTo>
                  <a:pt x="209" y="193"/>
                </a:moveTo>
                <a:cubicBezTo>
                  <a:pt x="176" y="193"/>
                  <a:pt x="176" y="193"/>
                  <a:pt x="176" y="193"/>
                </a:cubicBezTo>
                <a:cubicBezTo>
                  <a:pt x="172" y="161"/>
                  <a:pt x="172" y="161"/>
                  <a:pt x="172" y="161"/>
                </a:cubicBezTo>
                <a:cubicBezTo>
                  <a:pt x="209" y="161"/>
                  <a:pt x="209" y="161"/>
                  <a:pt x="209" y="161"/>
                </a:cubicBezTo>
                <a:lnTo>
                  <a:pt x="209" y="193"/>
                </a:lnTo>
                <a:close/>
                <a:moveTo>
                  <a:pt x="209" y="145"/>
                </a:moveTo>
                <a:cubicBezTo>
                  <a:pt x="171" y="145"/>
                  <a:pt x="171" y="145"/>
                  <a:pt x="171" y="145"/>
                </a:cubicBezTo>
                <a:cubicBezTo>
                  <a:pt x="167" y="113"/>
                  <a:pt x="167" y="113"/>
                  <a:pt x="167" y="113"/>
                </a:cubicBezTo>
                <a:cubicBezTo>
                  <a:pt x="209" y="113"/>
                  <a:pt x="209" y="113"/>
                  <a:pt x="209" y="113"/>
                </a:cubicBezTo>
                <a:lnTo>
                  <a:pt x="209" y="145"/>
                </a:lnTo>
                <a:close/>
                <a:moveTo>
                  <a:pt x="209" y="97"/>
                </a:moveTo>
                <a:cubicBezTo>
                  <a:pt x="165" y="97"/>
                  <a:pt x="165" y="97"/>
                  <a:pt x="165" y="97"/>
                </a:cubicBezTo>
                <a:cubicBezTo>
                  <a:pt x="162" y="64"/>
                  <a:pt x="162" y="64"/>
                  <a:pt x="162" y="64"/>
                </a:cubicBezTo>
                <a:cubicBezTo>
                  <a:pt x="209" y="64"/>
                  <a:pt x="209" y="64"/>
                  <a:pt x="209" y="64"/>
                </a:cubicBezTo>
                <a:lnTo>
                  <a:pt x="209" y="97"/>
                </a:lnTo>
                <a:close/>
                <a:moveTo>
                  <a:pt x="258" y="193"/>
                </a:moveTo>
                <a:cubicBezTo>
                  <a:pt x="225" y="193"/>
                  <a:pt x="225" y="193"/>
                  <a:pt x="225" y="193"/>
                </a:cubicBezTo>
                <a:cubicBezTo>
                  <a:pt x="225" y="161"/>
                  <a:pt x="225" y="161"/>
                  <a:pt x="225" y="161"/>
                </a:cubicBezTo>
                <a:cubicBezTo>
                  <a:pt x="262" y="161"/>
                  <a:pt x="262" y="161"/>
                  <a:pt x="262" y="161"/>
                </a:cubicBezTo>
                <a:lnTo>
                  <a:pt x="258" y="193"/>
                </a:lnTo>
                <a:close/>
                <a:moveTo>
                  <a:pt x="263" y="145"/>
                </a:moveTo>
                <a:cubicBezTo>
                  <a:pt x="225" y="145"/>
                  <a:pt x="225" y="145"/>
                  <a:pt x="225" y="145"/>
                </a:cubicBezTo>
                <a:cubicBezTo>
                  <a:pt x="225" y="113"/>
                  <a:pt x="225" y="113"/>
                  <a:pt x="225" y="113"/>
                </a:cubicBezTo>
                <a:cubicBezTo>
                  <a:pt x="267" y="113"/>
                  <a:pt x="267" y="113"/>
                  <a:pt x="267" y="113"/>
                </a:cubicBezTo>
                <a:lnTo>
                  <a:pt x="263" y="145"/>
                </a:lnTo>
                <a:close/>
                <a:moveTo>
                  <a:pt x="269" y="97"/>
                </a:moveTo>
                <a:cubicBezTo>
                  <a:pt x="225" y="97"/>
                  <a:pt x="225" y="97"/>
                  <a:pt x="225" y="97"/>
                </a:cubicBezTo>
                <a:cubicBezTo>
                  <a:pt x="225" y="64"/>
                  <a:pt x="225" y="64"/>
                  <a:pt x="225" y="64"/>
                </a:cubicBezTo>
                <a:cubicBezTo>
                  <a:pt x="272" y="64"/>
                  <a:pt x="272" y="64"/>
                  <a:pt x="272" y="64"/>
                </a:cubicBezTo>
                <a:lnTo>
                  <a:pt x="269" y="97"/>
                </a:lnTo>
                <a:close/>
                <a:moveTo>
                  <a:pt x="289" y="241"/>
                </a:moveTo>
                <a:cubicBezTo>
                  <a:pt x="280" y="241"/>
                  <a:pt x="273" y="234"/>
                  <a:pt x="273" y="225"/>
                </a:cubicBezTo>
                <a:cubicBezTo>
                  <a:pt x="273" y="216"/>
                  <a:pt x="280" y="209"/>
                  <a:pt x="289" y="209"/>
                </a:cubicBezTo>
                <a:cubicBezTo>
                  <a:pt x="298" y="209"/>
                  <a:pt x="305" y="216"/>
                  <a:pt x="305" y="225"/>
                </a:cubicBezTo>
                <a:cubicBezTo>
                  <a:pt x="305" y="234"/>
                  <a:pt x="298" y="241"/>
                  <a:pt x="289" y="241"/>
                </a:cubicBezTo>
                <a:moveTo>
                  <a:pt x="307" y="193"/>
                </a:moveTo>
                <a:cubicBezTo>
                  <a:pt x="274" y="193"/>
                  <a:pt x="274" y="193"/>
                  <a:pt x="274" y="193"/>
                </a:cubicBezTo>
                <a:cubicBezTo>
                  <a:pt x="278" y="161"/>
                  <a:pt x="278" y="161"/>
                  <a:pt x="278" y="161"/>
                </a:cubicBezTo>
                <a:cubicBezTo>
                  <a:pt x="314" y="161"/>
                  <a:pt x="314" y="161"/>
                  <a:pt x="314" y="161"/>
                </a:cubicBezTo>
                <a:lnTo>
                  <a:pt x="307" y="193"/>
                </a:lnTo>
                <a:close/>
                <a:moveTo>
                  <a:pt x="279" y="145"/>
                </a:moveTo>
                <a:cubicBezTo>
                  <a:pt x="283" y="113"/>
                  <a:pt x="283" y="113"/>
                  <a:pt x="283" y="113"/>
                </a:cubicBezTo>
                <a:cubicBezTo>
                  <a:pt x="325" y="113"/>
                  <a:pt x="325" y="113"/>
                  <a:pt x="325" y="113"/>
                </a:cubicBezTo>
                <a:cubicBezTo>
                  <a:pt x="318" y="145"/>
                  <a:pt x="318" y="145"/>
                  <a:pt x="318" y="145"/>
                </a:cubicBezTo>
                <a:lnTo>
                  <a:pt x="279" y="14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3" name="Freeform 53"/>
          <p:cNvSpPr>
            <a:spLocks noEditPoints="1"/>
          </p:cNvSpPr>
          <p:nvPr/>
        </p:nvSpPr>
        <p:spPr bwMode="auto">
          <a:xfrm>
            <a:off x="9690101" y="5363635"/>
            <a:ext cx="579967" cy="582084"/>
          </a:xfrm>
          <a:custGeom>
            <a:avLst/>
            <a:gdLst>
              <a:gd name="T0" fmla="*/ 216 w 353"/>
              <a:gd name="T1" fmla="*/ 129 h 353"/>
              <a:gd name="T2" fmla="*/ 254 w 353"/>
              <a:gd name="T3" fmla="*/ 94 h 353"/>
              <a:gd name="T4" fmla="*/ 248 w 353"/>
              <a:gd name="T5" fmla="*/ 80 h 353"/>
              <a:gd name="T6" fmla="*/ 224 w 353"/>
              <a:gd name="T7" fmla="*/ 101 h 353"/>
              <a:gd name="T8" fmla="*/ 224 w 353"/>
              <a:gd name="T9" fmla="*/ 8 h 353"/>
              <a:gd name="T10" fmla="*/ 208 w 353"/>
              <a:gd name="T11" fmla="*/ 8 h 353"/>
              <a:gd name="T12" fmla="*/ 190 w 353"/>
              <a:gd name="T13" fmla="*/ 83 h 353"/>
              <a:gd name="T14" fmla="*/ 176 w 353"/>
              <a:gd name="T15" fmla="*/ 88 h 353"/>
              <a:gd name="T16" fmla="*/ 211 w 353"/>
              <a:gd name="T17" fmla="*/ 126 h 353"/>
              <a:gd name="T18" fmla="*/ 320 w 353"/>
              <a:gd name="T19" fmla="*/ 299 h 353"/>
              <a:gd name="T20" fmla="*/ 352 w 353"/>
              <a:gd name="T21" fmla="*/ 155 h 353"/>
              <a:gd name="T22" fmla="*/ 345 w 353"/>
              <a:gd name="T23" fmla="*/ 145 h 353"/>
              <a:gd name="T24" fmla="*/ 76 w 353"/>
              <a:gd name="T25" fmla="*/ 102 h 353"/>
              <a:gd name="T26" fmla="*/ 68 w 353"/>
              <a:gd name="T27" fmla="*/ 96 h 353"/>
              <a:gd name="T28" fmla="*/ 0 w 353"/>
              <a:gd name="T29" fmla="*/ 104 h 353"/>
              <a:gd name="T30" fmla="*/ 62 w 353"/>
              <a:gd name="T31" fmla="*/ 112 h 353"/>
              <a:gd name="T32" fmla="*/ 112 w 353"/>
              <a:gd name="T33" fmla="*/ 299 h 353"/>
              <a:gd name="T34" fmla="*/ 112 w 353"/>
              <a:gd name="T35" fmla="*/ 321 h 353"/>
              <a:gd name="T36" fmla="*/ 176 w 353"/>
              <a:gd name="T37" fmla="*/ 321 h 353"/>
              <a:gd name="T38" fmla="*/ 261 w 353"/>
              <a:gd name="T39" fmla="*/ 305 h 353"/>
              <a:gd name="T40" fmla="*/ 289 w 353"/>
              <a:gd name="T41" fmla="*/ 353 h 353"/>
              <a:gd name="T42" fmla="*/ 316 w 353"/>
              <a:gd name="T43" fmla="*/ 304 h 353"/>
              <a:gd name="T44" fmla="*/ 288 w 353"/>
              <a:gd name="T45" fmla="*/ 161 h 353"/>
              <a:gd name="T46" fmla="*/ 328 w 353"/>
              <a:gd name="T47" fmla="*/ 193 h 353"/>
              <a:gd name="T48" fmla="*/ 288 w 353"/>
              <a:gd name="T49" fmla="*/ 161 h 353"/>
              <a:gd name="T50" fmla="*/ 145 w 353"/>
              <a:gd name="T51" fmla="*/ 161 h 353"/>
              <a:gd name="T52" fmla="*/ 100 w 353"/>
              <a:gd name="T53" fmla="*/ 193 h 353"/>
              <a:gd name="T54" fmla="*/ 113 w 353"/>
              <a:gd name="T55" fmla="*/ 241 h 353"/>
              <a:gd name="T56" fmla="*/ 150 w 353"/>
              <a:gd name="T57" fmla="*/ 209 h 353"/>
              <a:gd name="T58" fmla="*/ 113 w 353"/>
              <a:gd name="T59" fmla="*/ 241 h 353"/>
              <a:gd name="T60" fmla="*/ 156 w 353"/>
              <a:gd name="T61" fmla="*/ 257 h 353"/>
              <a:gd name="T62" fmla="*/ 126 w 353"/>
              <a:gd name="T63" fmla="*/ 289 h 353"/>
              <a:gd name="T64" fmla="*/ 144 w 353"/>
              <a:gd name="T65" fmla="*/ 337 h 353"/>
              <a:gd name="T66" fmla="*/ 144 w 353"/>
              <a:gd name="T67" fmla="*/ 305 h 353"/>
              <a:gd name="T68" fmla="*/ 144 w 353"/>
              <a:gd name="T69" fmla="*/ 337 h 353"/>
              <a:gd name="T70" fmla="*/ 175 w 353"/>
              <a:gd name="T71" fmla="*/ 289 h 353"/>
              <a:gd name="T72" fmla="*/ 208 w 353"/>
              <a:gd name="T73" fmla="*/ 257 h 353"/>
              <a:gd name="T74" fmla="*/ 208 w 353"/>
              <a:gd name="T75" fmla="*/ 241 h 353"/>
              <a:gd name="T76" fmla="*/ 166 w 353"/>
              <a:gd name="T77" fmla="*/ 209 h 353"/>
              <a:gd name="T78" fmla="*/ 208 w 353"/>
              <a:gd name="T79" fmla="*/ 241 h 353"/>
              <a:gd name="T80" fmla="*/ 165 w 353"/>
              <a:gd name="T81" fmla="*/ 193 h 353"/>
              <a:gd name="T82" fmla="*/ 208 w 353"/>
              <a:gd name="T83" fmla="*/ 161 h 353"/>
              <a:gd name="T84" fmla="*/ 257 w 353"/>
              <a:gd name="T85" fmla="*/ 289 h 353"/>
              <a:gd name="T86" fmla="*/ 224 w 353"/>
              <a:gd name="T87" fmla="*/ 257 h 353"/>
              <a:gd name="T88" fmla="*/ 257 w 353"/>
              <a:gd name="T89" fmla="*/ 289 h 353"/>
              <a:gd name="T90" fmla="*/ 224 w 353"/>
              <a:gd name="T91" fmla="*/ 241 h 353"/>
              <a:gd name="T92" fmla="*/ 266 w 353"/>
              <a:gd name="T93" fmla="*/ 209 h 353"/>
              <a:gd name="T94" fmla="*/ 268 w 353"/>
              <a:gd name="T95" fmla="*/ 193 h 353"/>
              <a:gd name="T96" fmla="*/ 224 w 353"/>
              <a:gd name="T97" fmla="*/ 161 h 353"/>
              <a:gd name="T98" fmla="*/ 268 w 353"/>
              <a:gd name="T99" fmla="*/ 193 h 353"/>
              <a:gd name="T100" fmla="*/ 272 w 353"/>
              <a:gd name="T101" fmla="*/ 321 h 353"/>
              <a:gd name="T102" fmla="*/ 305 w 353"/>
              <a:gd name="T103" fmla="*/ 321 h 353"/>
              <a:gd name="T104" fmla="*/ 306 w 353"/>
              <a:gd name="T105" fmla="*/ 289 h 353"/>
              <a:gd name="T106" fmla="*/ 277 w 353"/>
              <a:gd name="T107" fmla="*/ 257 h 353"/>
              <a:gd name="T108" fmla="*/ 306 w 353"/>
              <a:gd name="T109" fmla="*/ 289 h 353"/>
              <a:gd name="T110" fmla="*/ 282 w 353"/>
              <a:gd name="T111" fmla="*/ 209 h 353"/>
              <a:gd name="T112" fmla="*/ 317 w 353"/>
              <a:gd name="T113" fmla="*/ 241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353" h="353">
                <a:moveTo>
                  <a:pt x="211" y="126"/>
                </a:moveTo>
                <a:cubicBezTo>
                  <a:pt x="212" y="128"/>
                  <a:pt x="214" y="129"/>
                  <a:pt x="216" y="129"/>
                </a:cubicBezTo>
                <a:cubicBezTo>
                  <a:pt x="219" y="129"/>
                  <a:pt x="221" y="128"/>
                  <a:pt x="222" y="126"/>
                </a:cubicBezTo>
                <a:cubicBezTo>
                  <a:pt x="254" y="94"/>
                  <a:pt x="254" y="94"/>
                  <a:pt x="254" y="94"/>
                </a:cubicBezTo>
                <a:cubicBezTo>
                  <a:pt x="256" y="93"/>
                  <a:pt x="256" y="91"/>
                  <a:pt x="256" y="88"/>
                </a:cubicBezTo>
                <a:cubicBezTo>
                  <a:pt x="256" y="84"/>
                  <a:pt x="253" y="80"/>
                  <a:pt x="248" y="80"/>
                </a:cubicBezTo>
                <a:cubicBezTo>
                  <a:pt x="246" y="80"/>
                  <a:pt x="244" y="81"/>
                  <a:pt x="243" y="83"/>
                </a:cubicBezTo>
                <a:cubicBezTo>
                  <a:pt x="224" y="101"/>
                  <a:pt x="224" y="101"/>
                  <a:pt x="224" y="101"/>
                </a:cubicBezTo>
                <a:cubicBezTo>
                  <a:pt x="224" y="8"/>
                  <a:pt x="224" y="8"/>
                  <a:pt x="224" y="8"/>
                </a:cubicBezTo>
                <a:cubicBezTo>
                  <a:pt x="224" y="8"/>
                  <a:pt x="224" y="8"/>
                  <a:pt x="224" y="8"/>
                </a:cubicBezTo>
                <a:cubicBezTo>
                  <a:pt x="224" y="4"/>
                  <a:pt x="221" y="0"/>
                  <a:pt x="216" y="0"/>
                </a:cubicBezTo>
                <a:cubicBezTo>
                  <a:pt x="212" y="0"/>
                  <a:pt x="208" y="4"/>
                  <a:pt x="208" y="8"/>
                </a:cubicBezTo>
                <a:cubicBezTo>
                  <a:pt x="208" y="101"/>
                  <a:pt x="208" y="101"/>
                  <a:pt x="208" y="101"/>
                </a:cubicBezTo>
                <a:cubicBezTo>
                  <a:pt x="190" y="83"/>
                  <a:pt x="190" y="83"/>
                  <a:pt x="190" y="83"/>
                </a:cubicBezTo>
                <a:cubicBezTo>
                  <a:pt x="188" y="81"/>
                  <a:pt x="186" y="80"/>
                  <a:pt x="184" y="80"/>
                </a:cubicBezTo>
                <a:cubicBezTo>
                  <a:pt x="180" y="80"/>
                  <a:pt x="176" y="84"/>
                  <a:pt x="176" y="88"/>
                </a:cubicBezTo>
                <a:cubicBezTo>
                  <a:pt x="176" y="91"/>
                  <a:pt x="177" y="93"/>
                  <a:pt x="179" y="94"/>
                </a:cubicBezTo>
                <a:lnTo>
                  <a:pt x="211" y="126"/>
                </a:lnTo>
                <a:close/>
                <a:moveTo>
                  <a:pt x="320" y="299"/>
                </a:moveTo>
                <a:cubicBezTo>
                  <a:pt x="320" y="299"/>
                  <a:pt x="320" y="299"/>
                  <a:pt x="320" y="299"/>
                </a:cubicBezTo>
                <a:cubicBezTo>
                  <a:pt x="353" y="155"/>
                  <a:pt x="353" y="155"/>
                  <a:pt x="353" y="155"/>
                </a:cubicBezTo>
                <a:cubicBezTo>
                  <a:pt x="352" y="155"/>
                  <a:pt x="352" y="155"/>
                  <a:pt x="352" y="155"/>
                </a:cubicBezTo>
                <a:cubicBezTo>
                  <a:pt x="353" y="154"/>
                  <a:pt x="353" y="153"/>
                  <a:pt x="353" y="153"/>
                </a:cubicBezTo>
                <a:cubicBezTo>
                  <a:pt x="353" y="148"/>
                  <a:pt x="349" y="145"/>
                  <a:pt x="345" y="145"/>
                </a:cubicBezTo>
                <a:cubicBezTo>
                  <a:pt x="87" y="145"/>
                  <a:pt x="87" y="145"/>
                  <a:pt x="87" y="145"/>
                </a:cubicBezTo>
                <a:cubicBezTo>
                  <a:pt x="76" y="102"/>
                  <a:pt x="76" y="102"/>
                  <a:pt x="76" y="102"/>
                </a:cubicBezTo>
                <a:cubicBezTo>
                  <a:pt x="76" y="102"/>
                  <a:pt x="76" y="102"/>
                  <a:pt x="76" y="102"/>
                </a:cubicBezTo>
                <a:cubicBezTo>
                  <a:pt x="75" y="99"/>
                  <a:pt x="72" y="96"/>
                  <a:pt x="68" y="96"/>
                </a:cubicBezTo>
                <a:cubicBezTo>
                  <a:pt x="8" y="96"/>
                  <a:pt x="8" y="96"/>
                  <a:pt x="8" y="96"/>
                </a:cubicBezTo>
                <a:cubicBezTo>
                  <a:pt x="3" y="96"/>
                  <a:pt x="0" y="100"/>
                  <a:pt x="0" y="104"/>
                </a:cubicBezTo>
                <a:cubicBezTo>
                  <a:pt x="0" y="109"/>
                  <a:pt x="3" y="112"/>
                  <a:pt x="8" y="112"/>
                </a:cubicBezTo>
                <a:cubicBezTo>
                  <a:pt x="62" y="112"/>
                  <a:pt x="62" y="112"/>
                  <a:pt x="62" y="112"/>
                </a:cubicBezTo>
                <a:cubicBezTo>
                  <a:pt x="112" y="299"/>
                  <a:pt x="112" y="299"/>
                  <a:pt x="112" y="299"/>
                </a:cubicBezTo>
                <a:cubicBezTo>
                  <a:pt x="112" y="299"/>
                  <a:pt x="112" y="299"/>
                  <a:pt x="112" y="299"/>
                </a:cubicBezTo>
                <a:cubicBezTo>
                  <a:pt x="113" y="302"/>
                  <a:pt x="115" y="304"/>
                  <a:pt x="117" y="304"/>
                </a:cubicBezTo>
                <a:cubicBezTo>
                  <a:pt x="114" y="309"/>
                  <a:pt x="112" y="315"/>
                  <a:pt x="112" y="321"/>
                </a:cubicBezTo>
                <a:cubicBezTo>
                  <a:pt x="112" y="339"/>
                  <a:pt x="126" y="353"/>
                  <a:pt x="144" y="353"/>
                </a:cubicBezTo>
                <a:cubicBezTo>
                  <a:pt x="162" y="353"/>
                  <a:pt x="176" y="339"/>
                  <a:pt x="176" y="321"/>
                </a:cubicBezTo>
                <a:cubicBezTo>
                  <a:pt x="176" y="315"/>
                  <a:pt x="174" y="310"/>
                  <a:pt x="172" y="305"/>
                </a:cubicBezTo>
                <a:cubicBezTo>
                  <a:pt x="261" y="305"/>
                  <a:pt x="261" y="305"/>
                  <a:pt x="261" y="305"/>
                </a:cubicBezTo>
                <a:cubicBezTo>
                  <a:pt x="258" y="310"/>
                  <a:pt x="256" y="315"/>
                  <a:pt x="256" y="321"/>
                </a:cubicBezTo>
                <a:cubicBezTo>
                  <a:pt x="256" y="339"/>
                  <a:pt x="271" y="353"/>
                  <a:pt x="289" y="353"/>
                </a:cubicBezTo>
                <a:cubicBezTo>
                  <a:pt x="306" y="353"/>
                  <a:pt x="321" y="339"/>
                  <a:pt x="321" y="321"/>
                </a:cubicBezTo>
                <a:cubicBezTo>
                  <a:pt x="321" y="315"/>
                  <a:pt x="319" y="309"/>
                  <a:pt x="316" y="304"/>
                </a:cubicBezTo>
                <a:cubicBezTo>
                  <a:pt x="318" y="303"/>
                  <a:pt x="320" y="301"/>
                  <a:pt x="320" y="299"/>
                </a:cubicBezTo>
                <a:moveTo>
                  <a:pt x="288" y="161"/>
                </a:moveTo>
                <a:cubicBezTo>
                  <a:pt x="335" y="161"/>
                  <a:pt x="335" y="161"/>
                  <a:pt x="335" y="161"/>
                </a:cubicBezTo>
                <a:cubicBezTo>
                  <a:pt x="328" y="193"/>
                  <a:pt x="328" y="193"/>
                  <a:pt x="328" y="193"/>
                </a:cubicBezTo>
                <a:cubicBezTo>
                  <a:pt x="284" y="193"/>
                  <a:pt x="284" y="193"/>
                  <a:pt x="284" y="193"/>
                </a:cubicBezTo>
                <a:lnTo>
                  <a:pt x="288" y="161"/>
                </a:lnTo>
                <a:close/>
                <a:moveTo>
                  <a:pt x="92" y="161"/>
                </a:moveTo>
                <a:cubicBezTo>
                  <a:pt x="145" y="161"/>
                  <a:pt x="145" y="161"/>
                  <a:pt x="145" y="161"/>
                </a:cubicBezTo>
                <a:cubicBezTo>
                  <a:pt x="148" y="193"/>
                  <a:pt x="148" y="193"/>
                  <a:pt x="148" y="193"/>
                </a:cubicBezTo>
                <a:cubicBezTo>
                  <a:pt x="100" y="193"/>
                  <a:pt x="100" y="193"/>
                  <a:pt x="100" y="193"/>
                </a:cubicBezTo>
                <a:lnTo>
                  <a:pt x="92" y="161"/>
                </a:lnTo>
                <a:close/>
                <a:moveTo>
                  <a:pt x="113" y="241"/>
                </a:moveTo>
                <a:cubicBezTo>
                  <a:pt x="105" y="209"/>
                  <a:pt x="105" y="209"/>
                  <a:pt x="105" y="209"/>
                </a:cubicBezTo>
                <a:cubicBezTo>
                  <a:pt x="150" y="209"/>
                  <a:pt x="150" y="209"/>
                  <a:pt x="150" y="209"/>
                </a:cubicBezTo>
                <a:cubicBezTo>
                  <a:pt x="154" y="241"/>
                  <a:pt x="154" y="241"/>
                  <a:pt x="154" y="241"/>
                </a:cubicBezTo>
                <a:lnTo>
                  <a:pt x="113" y="241"/>
                </a:lnTo>
                <a:close/>
                <a:moveTo>
                  <a:pt x="118" y="257"/>
                </a:moveTo>
                <a:cubicBezTo>
                  <a:pt x="156" y="257"/>
                  <a:pt x="156" y="257"/>
                  <a:pt x="156" y="257"/>
                </a:cubicBezTo>
                <a:cubicBezTo>
                  <a:pt x="159" y="289"/>
                  <a:pt x="159" y="289"/>
                  <a:pt x="159" y="289"/>
                </a:cubicBezTo>
                <a:cubicBezTo>
                  <a:pt x="126" y="289"/>
                  <a:pt x="126" y="289"/>
                  <a:pt x="126" y="289"/>
                </a:cubicBezTo>
                <a:lnTo>
                  <a:pt x="118" y="257"/>
                </a:lnTo>
                <a:close/>
                <a:moveTo>
                  <a:pt x="144" y="337"/>
                </a:moveTo>
                <a:cubicBezTo>
                  <a:pt x="135" y="337"/>
                  <a:pt x="128" y="330"/>
                  <a:pt x="128" y="321"/>
                </a:cubicBezTo>
                <a:cubicBezTo>
                  <a:pt x="128" y="312"/>
                  <a:pt x="135" y="305"/>
                  <a:pt x="144" y="305"/>
                </a:cubicBezTo>
                <a:cubicBezTo>
                  <a:pt x="153" y="305"/>
                  <a:pt x="160" y="312"/>
                  <a:pt x="160" y="321"/>
                </a:cubicBezTo>
                <a:cubicBezTo>
                  <a:pt x="160" y="330"/>
                  <a:pt x="153" y="337"/>
                  <a:pt x="144" y="337"/>
                </a:cubicBezTo>
                <a:moveTo>
                  <a:pt x="208" y="289"/>
                </a:moveTo>
                <a:cubicBezTo>
                  <a:pt x="175" y="289"/>
                  <a:pt x="175" y="289"/>
                  <a:pt x="175" y="289"/>
                </a:cubicBezTo>
                <a:cubicBezTo>
                  <a:pt x="172" y="257"/>
                  <a:pt x="172" y="257"/>
                  <a:pt x="172" y="257"/>
                </a:cubicBezTo>
                <a:cubicBezTo>
                  <a:pt x="208" y="257"/>
                  <a:pt x="208" y="257"/>
                  <a:pt x="208" y="257"/>
                </a:cubicBezTo>
                <a:lnTo>
                  <a:pt x="208" y="289"/>
                </a:lnTo>
                <a:close/>
                <a:moveTo>
                  <a:pt x="208" y="241"/>
                </a:moveTo>
                <a:cubicBezTo>
                  <a:pt x="170" y="241"/>
                  <a:pt x="170" y="241"/>
                  <a:pt x="170" y="241"/>
                </a:cubicBezTo>
                <a:cubicBezTo>
                  <a:pt x="166" y="209"/>
                  <a:pt x="166" y="209"/>
                  <a:pt x="166" y="209"/>
                </a:cubicBezTo>
                <a:cubicBezTo>
                  <a:pt x="208" y="209"/>
                  <a:pt x="208" y="209"/>
                  <a:pt x="208" y="209"/>
                </a:cubicBezTo>
                <a:lnTo>
                  <a:pt x="208" y="241"/>
                </a:lnTo>
                <a:close/>
                <a:moveTo>
                  <a:pt x="208" y="193"/>
                </a:moveTo>
                <a:cubicBezTo>
                  <a:pt x="165" y="193"/>
                  <a:pt x="165" y="193"/>
                  <a:pt x="165" y="193"/>
                </a:cubicBezTo>
                <a:cubicBezTo>
                  <a:pt x="161" y="161"/>
                  <a:pt x="161" y="161"/>
                  <a:pt x="161" y="161"/>
                </a:cubicBezTo>
                <a:cubicBezTo>
                  <a:pt x="208" y="161"/>
                  <a:pt x="208" y="161"/>
                  <a:pt x="208" y="161"/>
                </a:cubicBezTo>
                <a:lnTo>
                  <a:pt x="208" y="193"/>
                </a:lnTo>
                <a:close/>
                <a:moveTo>
                  <a:pt x="257" y="289"/>
                </a:moveTo>
                <a:cubicBezTo>
                  <a:pt x="224" y="289"/>
                  <a:pt x="224" y="289"/>
                  <a:pt x="224" y="289"/>
                </a:cubicBezTo>
                <a:cubicBezTo>
                  <a:pt x="224" y="257"/>
                  <a:pt x="224" y="257"/>
                  <a:pt x="224" y="257"/>
                </a:cubicBezTo>
                <a:cubicBezTo>
                  <a:pt x="261" y="257"/>
                  <a:pt x="261" y="257"/>
                  <a:pt x="261" y="257"/>
                </a:cubicBezTo>
                <a:lnTo>
                  <a:pt x="257" y="289"/>
                </a:lnTo>
                <a:close/>
                <a:moveTo>
                  <a:pt x="263" y="241"/>
                </a:moveTo>
                <a:cubicBezTo>
                  <a:pt x="224" y="241"/>
                  <a:pt x="224" y="241"/>
                  <a:pt x="224" y="241"/>
                </a:cubicBezTo>
                <a:cubicBezTo>
                  <a:pt x="224" y="209"/>
                  <a:pt x="224" y="209"/>
                  <a:pt x="224" y="209"/>
                </a:cubicBezTo>
                <a:cubicBezTo>
                  <a:pt x="266" y="209"/>
                  <a:pt x="266" y="209"/>
                  <a:pt x="266" y="209"/>
                </a:cubicBezTo>
                <a:lnTo>
                  <a:pt x="263" y="241"/>
                </a:lnTo>
                <a:close/>
                <a:moveTo>
                  <a:pt x="268" y="193"/>
                </a:moveTo>
                <a:cubicBezTo>
                  <a:pt x="224" y="193"/>
                  <a:pt x="224" y="193"/>
                  <a:pt x="224" y="193"/>
                </a:cubicBezTo>
                <a:cubicBezTo>
                  <a:pt x="224" y="161"/>
                  <a:pt x="224" y="161"/>
                  <a:pt x="224" y="161"/>
                </a:cubicBezTo>
                <a:cubicBezTo>
                  <a:pt x="272" y="161"/>
                  <a:pt x="272" y="161"/>
                  <a:pt x="272" y="161"/>
                </a:cubicBezTo>
                <a:lnTo>
                  <a:pt x="268" y="193"/>
                </a:lnTo>
                <a:close/>
                <a:moveTo>
                  <a:pt x="289" y="337"/>
                </a:moveTo>
                <a:cubicBezTo>
                  <a:pt x="280" y="337"/>
                  <a:pt x="272" y="330"/>
                  <a:pt x="272" y="321"/>
                </a:cubicBezTo>
                <a:cubicBezTo>
                  <a:pt x="272" y="312"/>
                  <a:pt x="280" y="305"/>
                  <a:pt x="289" y="305"/>
                </a:cubicBezTo>
                <a:cubicBezTo>
                  <a:pt x="297" y="305"/>
                  <a:pt x="305" y="312"/>
                  <a:pt x="305" y="321"/>
                </a:cubicBezTo>
                <a:cubicBezTo>
                  <a:pt x="305" y="330"/>
                  <a:pt x="297" y="337"/>
                  <a:pt x="289" y="337"/>
                </a:cubicBezTo>
                <a:moveTo>
                  <a:pt x="306" y="289"/>
                </a:moveTo>
                <a:cubicBezTo>
                  <a:pt x="273" y="289"/>
                  <a:pt x="273" y="289"/>
                  <a:pt x="273" y="289"/>
                </a:cubicBezTo>
                <a:cubicBezTo>
                  <a:pt x="277" y="257"/>
                  <a:pt x="277" y="257"/>
                  <a:pt x="277" y="257"/>
                </a:cubicBezTo>
                <a:cubicBezTo>
                  <a:pt x="313" y="257"/>
                  <a:pt x="313" y="257"/>
                  <a:pt x="313" y="257"/>
                </a:cubicBezTo>
                <a:lnTo>
                  <a:pt x="306" y="289"/>
                </a:lnTo>
                <a:close/>
                <a:moveTo>
                  <a:pt x="279" y="241"/>
                </a:moveTo>
                <a:cubicBezTo>
                  <a:pt x="282" y="209"/>
                  <a:pt x="282" y="209"/>
                  <a:pt x="282" y="209"/>
                </a:cubicBezTo>
                <a:cubicBezTo>
                  <a:pt x="324" y="209"/>
                  <a:pt x="324" y="209"/>
                  <a:pt x="324" y="209"/>
                </a:cubicBezTo>
                <a:cubicBezTo>
                  <a:pt x="317" y="241"/>
                  <a:pt x="317" y="241"/>
                  <a:pt x="317" y="241"/>
                </a:cubicBezTo>
                <a:lnTo>
                  <a:pt x="279" y="24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4" name="Freeform 54"/>
          <p:cNvSpPr>
            <a:spLocks noEditPoints="1"/>
          </p:cNvSpPr>
          <p:nvPr/>
        </p:nvSpPr>
        <p:spPr bwMode="auto">
          <a:xfrm>
            <a:off x="10799234" y="5363635"/>
            <a:ext cx="579967" cy="582084"/>
          </a:xfrm>
          <a:custGeom>
            <a:avLst/>
            <a:gdLst>
              <a:gd name="T0" fmla="*/ 190 w 353"/>
              <a:gd name="T1" fmla="*/ 46 h 353"/>
              <a:gd name="T2" fmla="*/ 209 w 353"/>
              <a:gd name="T3" fmla="*/ 121 h 353"/>
              <a:gd name="T4" fmla="*/ 225 w 353"/>
              <a:gd name="T5" fmla="*/ 121 h 353"/>
              <a:gd name="T6" fmla="*/ 243 w 353"/>
              <a:gd name="T7" fmla="*/ 46 h 353"/>
              <a:gd name="T8" fmla="*/ 257 w 353"/>
              <a:gd name="T9" fmla="*/ 40 h 353"/>
              <a:gd name="T10" fmla="*/ 222 w 353"/>
              <a:gd name="T11" fmla="*/ 2 h 353"/>
              <a:gd name="T12" fmla="*/ 211 w 353"/>
              <a:gd name="T13" fmla="*/ 2 h 353"/>
              <a:gd name="T14" fmla="*/ 176 w 353"/>
              <a:gd name="T15" fmla="*/ 40 h 353"/>
              <a:gd name="T16" fmla="*/ 321 w 353"/>
              <a:gd name="T17" fmla="*/ 299 h 353"/>
              <a:gd name="T18" fmla="*/ 353 w 353"/>
              <a:gd name="T19" fmla="*/ 155 h 353"/>
              <a:gd name="T20" fmla="*/ 353 w 353"/>
              <a:gd name="T21" fmla="*/ 153 h 353"/>
              <a:gd name="T22" fmla="*/ 88 w 353"/>
              <a:gd name="T23" fmla="*/ 145 h 353"/>
              <a:gd name="T24" fmla="*/ 76 w 353"/>
              <a:gd name="T25" fmla="*/ 102 h 353"/>
              <a:gd name="T26" fmla="*/ 8 w 353"/>
              <a:gd name="T27" fmla="*/ 96 h 353"/>
              <a:gd name="T28" fmla="*/ 8 w 353"/>
              <a:gd name="T29" fmla="*/ 112 h 353"/>
              <a:gd name="T30" fmla="*/ 113 w 353"/>
              <a:gd name="T31" fmla="*/ 299 h 353"/>
              <a:gd name="T32" fmla="*/ 117 w 353"/>
              <a:gd name="T33" fmla="*/ 304 h 353"/>
              <a:gd name="T34" fmla="*/ 144 w 353"/>
              <a:gd name="T35" fmla="*/ 353 h 353"/>
              <a:gd name="T36" fmla="*/ 172 w 353"/>
              <a:gd name="T37" fmla="*/ 305 h 353"/>
              <a:gd name="T38" fmla="*/ 257 w 353"/>
              <a:gd name="T39" fmla="*/ 321 h 353"/>
              <a:gd name="T40" fmla="*/ 321 w 353"/>
              <a:gd name="T41" fmla="*/ 321 h 353"/>
              <a:gd name="T42" fmla="*/ 321 w 353"/>
              <a:gd name="T43" fmla="*/ 299 h 353"/>
              <a:gd name="T44" fmla="*/ 335 w 353"/>
              <a:gd name="T45" fmla="*/ 161 h 353"/>
              <a:gd name="T46" fmla="*/ 284 w 353"/>
              <a:gd name="T47" fmla="*/ 193 h 353"/>
              <a:gd name="T48" fmla="*/ 92 w 353"/>
              <a:gd name="T49" fmla="*/ 161 h 353"/>
              <a:gd name="T50" fmla="*/ 149 w 353"/>
              <a:gd name="T51" fmla="*/ 193 h 353"/>
              <a:gd name="T52" fmla="*/ 92 w 353"/>
              <a:gd name="T53" fmla="*/ 161 h 353"/>
              <a:gd name="T54" fmla="*/ 105 w 353"/>
              <a:gd name="T55" fmla="*/ 209 h 353"/>
              <a:gd name="T56" fmla="*/ 154 w 353"/>
              <a:gd name="T57" fmla="*/ 241 h 353"/>
              <a:gd name="T58" fmla="*/ 118 w 353"/>
              <a:gd name="T59" fmla="*/ 257 h 353"/>
              <a:gd name="T60" fmla="*/ 159 w 353"/>
              <a:gd name="T61" fmla="*/ 289 h 353"/>
              <a:gd name="T62" fmla="*/ 118 w 353"/>
              <a:gd name="T63" fmla="*/ 257 h 353"/>
              <a:gd name="T64" fmla="*/ 128 w 353"/>
              <a:gd name="T65" fmla="*/ 321 h 353"/>
              <a:gd name="T66" fmla="*/ 160 w 353"/>
              <a:gd name="T67" fmla="*/ 321 h 353"/>
              <a:gd name="T68" fmla="*/ 209 w 353"/>
              <a:gd name="T69" fmla="*/ 289 h 353"/>
              <a:gd name="T70" fmla="*/ 172 w 353"/>
              <a:gd name="T71" fmla="*/ 257 h 353"/>
              <a:gd name="T72" fmla="*/ 209 w 353"/>
              <a:gd name="T73" fmla="*/ 289 h 353"/>
              <a:gd name="T74" fmla="*/ 170 w 353"/>
              <a:gd name="T75" fmla="*/ 241 h 353"/>
              <a:gd name="T76" fmla="*/ 209 w 353"/>
              <a:gd name="T77" fmla="*/ 209 h 353"/>
              <a:gd name="T78" fmla="*/ 209 w 353"/>
              <a:gd name="T79" fmla="*/ 193 h 353"/>
              <a:gd name="T80" fmla="*/ 161 w 353"/>
              <a:gd name="T81" fmla="*/ 161 h 353"/>
              <a:gd name="T82" fmla="*/ 209 w 353"/>
              <a:gd name="T83" fmla="*/ 193 h 353"/>
              <a:gd name="T84" fmla="*/ 225 w 353"/>
              <a:gd name="T85" fmla="*/ 289 h 353"/>
              <a:gd name="T86" fmla="*/ 261 w 353"/>
              <a:gd name="T87" fmla="*/ 257 h 353"/>
              <a:gd name="T88" fmla="*/ 263 w 353"/>
              <a:gd name="T89" fmla="*/ 241 h 353"/>
              <a:gd name="T90" fmla="*/ 225 w 353"/>
              <a:gd name="T91" fmla="*/ 209 h 353"/>
              <a:gd name="T92" fmla="*/ 263 w 353"/>
              <a:gd name="T93" fmla="*/ 241 h 353"/>
              <a:gd name="T94" fmla="*/ 225 w 353"/>
              <a:gd name="T95" fmla="*/ 193 h 353"/>
              <a:gd name="T96" fmla="*/ 272 w 353"/>
              <a:gd name="T97" fmla="*/ 161 h 353"/>
              <a:gd name="T98" fmla="*/ 289 w 353"/>
              <a:gd name="T99" fmla="*/ 337 h 353"/>
              <a:gd name="T100" fmla="*/ 289 w 353"/>
              <a:gd name="T101" fmla="*/ 305 h 353"/>
              <a:gd name="T102" fmla="*/ 289 w 353"/>
              <a:gd name="T103" fmla="*/ 337 h 353"/>
              <a:gd name="T104" fmla="*/ 274 w 353"/>
              <a:gd name="T105" fmla="*/ 289 h 353"/>
              <a:gd name="T106" fmla="*/ 314 w 353"/>
              <a:gd name="T107" fmla="*/ 257 h 353"/>
              <a:gd name="T108" fmla="*/ 279 w 353"/>
              <a:gd name="T109" fmla="*/ 241 h 353"/>
              <a:gd name="T110" fmla="*/ 324 w 353"/>
              <a:gd name="T111" fmla="*/ 209 h 353"/>
              <a:gd name="T112" fmla="*/ 279 w 353"/>
              <a:gd name="T113" fmla="*/ 241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353" h="353">
                <a:moveTo>
                  <a:pt x="185" y="48"/>
                </a:moveTo>
                <a:cubicBezTo>
                  <a:pt x="187" y="48"/>
                  <a:pt x="189" y="47"/>
                  <a:pt x="190" y="46"/>
                </a:cubicBezTo>
                <a:cubicBezTo>
                  <a:pt x="209" y="28"/>
                  <a:pt x="209" y="28"/>
                  <a:pt x="209" y="28"/>
                </a:cubicBezTo>
                <a:cubicBezTo>
                  <a:pt x="209" y="121"/>
                  <a:pt x="209" y="121"/>
                  <a:pt x="209" y="121"/>
                </a:cubicBezTo>
                <a:cubicBezTo>
                  <a:pt x="209" y="125"/>
                  <a:pt x="212" y="129"/>
                  <a:pt x="217" y="129"/>
                </a:cubicBezTo>
                <a:cubicBezTo>
                  <a:pt x="221" y="129"/>
                  <a:pt x="225" y="125"/>
                  <a:pt x="225" y="121"/>
                </a:cubicBezTo>
                <a:cubicBezTo>
                  <a:pt x="225" y="28"/>
                  <a:pt x="225" y="28"/>
                  <a:pt x="225" y="28"/>
                </a:cubicBezTo>
                <a:cubicBezTo>
                  <a:pt x="243" y="46"/>
                  <a:pt x="243" y="46"/>
                  <a:pt x="243" y="46"/>
                </a:cubicBezTo>
                <a:cubicBezTo>
                  <a:pt x="245" y="47"/>
                  <a:pt x="247" y="48"/>
                  <a:pt x="249" y="48"/>
                </a:cubicBezTo>
                <a:cubicBezTo>
                  <a:pt x="253" y="48"/>
                  <a:pt x="257" y="45"/>
                  <a:pt x="257" y="40"/>
                </a:cubicBezTo>
                <a:cubicBezTo>
                  <a:pt x="257" y="38"/>
                  <a:pt x="256" y="36"/>
                  <a:pt x="254" y="35"/>
                </a:cubicBezTo>
                <a:cubicBezTo>
                  <a:pt x="222" y="2"/>
                  <a:pt x="222" y="2"/>
                  <a:pt x="222" y="2"/>
                </a:cubicBezTo>
                <a:cubicBezTo>
                  <a:pt x="221" y="1"/>
                  <a:pt x="219" y="0"/>
                  <a:pt x="217" y="0"/>
                </a:cubicBezTo>
                <a:cubicBezTo>
                  <a:pt x="214" y="0"/>
                  <a:pt x="212" y="1"/>
                  <a:pt x="211" y="2"/>
                </a:cubicBezTo>
                <a:cubicBezTo>
                  <a:pt x="179" y="35"/>
                  <a:pt x="179" y="35"/>
                  <a:pt x="179" y="35"/>
                </a:cubicBezTo>
                <a:cubicBezTo>
                  <a:pt x="177" y="36"/>
                  <a:pt x="176" y="38"/>
                  <a:pt x="176" y="40"/>
                </a:cubicBezTo>
                <a:cubicBezTo>
                  <a:pt x="176" y="45"/>
                  <a:pt x="180" y="48"/>
                  <a:pt x="185" y="48"/>
                </a:cubicBezTo>
                <a:moveTo>
                  <a:pt x="321" y="299"/>
                </a:moveTo>
                <a:cubicBezTo>
                  <a:pt x="321" y="299"/>
                  <a:pt x="321" y="299"/>
                  <a:pt x="321" y="299"/>
                </a:cubicBezTo>
                <a:cubicBezTo>
                  <a:pt x="353" y="155"/>
                  <a:pt x="353" y="155"/>
                  <a:pt x="353" y="155"/>
                </a:cubicBezTo>
                <a:cubicBezTo>
                  <a:pt x="353" y="155"/>
                  <a:pt x="353" y="155"/>
                  <a:pt x="353" y="155"/>
                </a:cubicBezTo>
                <a:cubicBezTo>
                  <a:pt x="353" y="154"/>
                  <a:pt x="353" y="153"/>
                  <a:pt x="353" y="153"/>
                </a:cubicBezTo>
                <a:cubicBezTo>
                  <a:pt x="353" y="148"/>
                  <a:pt x="350" y="145"/>
                  <a:pt x="345" y="145"/>
                </a:cubicBezTo>
                <a:cubicBezTo>
                  <a:pt x="88" y="145"/>
                  <a:pt x="88" y="145"/>
                  <a:pt x="88" y="145"/>
                </a:cubicBezTo>
                <a:cubicBezTo>
                  <a:pt x="76" y="102"/>
                  <a:pt x="76" y="102"/>
                  <a:pt x="76" y="102"/>
                </a:cubicBezTo>
                <a:cubicBezTo>
                  <a:pt x="76" y="102"/>
                  <a:pt x="76" y="102"/>
                  <a:pt x="76" y="102"/>
                </a:cubicBezTo>
                <a:cubicBezTo>
                  <a:pt x="75" y="99"/>
                  <a:pt x="72" y="96"/>
                  <a:pt x="69" y="96"/>
                </a:cubicBezTo>
                <a:cubicBezTo>
                  <a:pt x="8" y="96"/>
                  <a:pt x="8" y="96"/>
                  <a:pt x="8" y="96"/>
                </a:cubicBezTo>
                <a:cubicBezTo>
                  <a:pt x="3" y="96"/>
                  <a:pt x="0" y="100"/>
                  <a:pt x="0" y="104"/>
                </a:cubicBezTo>
                <a:cubicBezTo>
                  <a:pt x="0" y="109"/>
                  <a:pt x="3" y="112"/>
                  <a:pt x="8" y="112"/>
                </a:cubicBezTo>
                <a:cubicBezTo>
                  <a:pt x="62" y="112"/>
                  <a:pt x="62" y="112"/>
                  <a:pt x="62" y="112"/>
                </a:cubicBezTo>
                <a:cubicBezTo>
                  <a:pt x="113" y="299"/>
                  <a:pt x="113" y="299"/>
                  <a:pt x="113" y="299"/>
                </a:cubicBezTo>
                <a:cubicBezTo>
                  <a:pt x="113" y="299"/>
                  <a:pt x="113" y="299"/>
                  <a:pt x="113" y="299"/>
                </a:cubicBezTo>
                <a:cubicBezTo>
                  <a:pt x="113" y="302"/>
                  <a:pt x="115" y="304"/>
                  <a:pt x="117" y="304"/>
                </a:cubicBezTo>
                <a:cubicBezTo>
                  <a:pt x="114" y="309"/>
                  <a:pt x="112" y="315"/>
                  <a:pt x="112" y="321"/>
                </a:cubicBezTo>
                <a:cubicBezTo>
                  <a:pt x="112" y="339"/>
                  <a:pt x="127" y="353"/>
                  <a:pt x="144" y="353"/>
                </a:cubicBezTo>
                <a:cubicBezTo>
                  <a:pt x="162" y="353"/>
                  <a:pt x="176" y="339"/>
                  <a:pt x="176" y="321"/>
                </a:cubicBezTo>
                <a:cubicBezTo>
                  <a:pt x="176" y="315"/>
                  <a:pt x="175" y="310"/>
                  <a:pt x="172" y="305"/>
                </a:cubicBezTo>
                <a:cubicBezTo>
                  <a:pt x="261" y="305"/>
                  <a:pt x="261" y="305"/>
                  <a:pt x="261" y="305"/>
                </a:cubicBezTo>
                <a:cubicBezTo>
                  <a:pt x="258" y="310"/>
                  <a:pt x="257" y="315"/>
                  <a:pt x="257" y="321"/>
                </a:cubicBezTo>
                <a:cubicBezTo>
                  <a:pt x="257" y="339"/>
                  <a:pt x="271" y="353"/>
                  <a:pt x="289" y="353"/>
                </a:cubicBezTo>
                <a:cubicBezTo>
                  <a:pt x="307" y="353"/>
                  <a:pt x="321" y="339"/>
                  <a:pt x="321" y="321"/>
                </a:cubicBezTo>
                <a:cubicBezTo>
                  <a:pt x="321" y="315"/>
                  <a:pt x="319" y="309"/>
                  <a:pt x="316" y="304"/>
                </a:cubicBezTo>
                <a:cubicBezTo>
                  <a:pt x="318" y="303"/>
                  <a:pt x="320" y="301"/>
                  <a:pt x="321" y="299"/>
                </a:cubicBezTo>
                <a:moveTo>
                  <a:pt x="288" y="161"/>
                </a:moveTo>
                <a:cubicBezTo>
                  <a:pt x="335" y="161"/>
                  <a:pt x="335" y="161"/>
                  <a:pt x="335" y="161"/>
                </a:cubicBezTo>
                <a:cubicBezTo>
                  <a:pt x="328" y="193"/>
                  <a:pt x="328" y="193"/>
                  <a:pt x="328" y="193"/>
                </a:cubicBezTo>
                <a:cubicBezTo>
                  <a:pt x="284" y="193"/>
                  <a:pt x="284" y="193"/>
                  <a:pt x="284" y="193"/>
                </a:cubicBezTo>
                <a:lnTo>
                  <a:pt x="288" y="161"/>
                </a:lnTo>
                <a:close/>
                <a:moveTo>
                  <a:pt x="92" y="161"/>
                </a:moveTo>
                <a:cubicBezTo>
                  <a:pt x="145" y="161"/>
                  <a:pt x="145" y="161"/>
                  <a:pt x="145" y="161"/>
                </a:cubicBezTo>
                <a:cubicBezTo>
                  <a:pt x="149" y="193"/>
                  <a:pt x="149" y="193"/>
                  <a:pt x="149" y="193"/>
                </a:cubicBezTo>
                <a:cubicBezTo>
                  <a:pt x="101" y="193"/>
                  <a:pt x="101" y="193"/>
                  <a:pt x="101" y="193"/>
                </a:cubicBezTo>
                <a:lnTo>
                  <a:pt x="92" y="161"/>
                </a:lnTo>
                <a:close/>
                <a:moveTo>
                  <a:pt x="114" y="241"/>
                </a:moveTo>
                <a:cubicBezTo>
                  <a:pt x="105" y="209"/>
                  <a:pt x="105" y="209"/>
                  <a:pt x="105" y="209"/>
                </a:cubicBezTo>
                <a:cubicBezTo>
                  <a:pt x="151" y="209"/>
                  <a:pt x="151" y="209"/>
                  <a:pt x="151" y="209"/>
                </a:cubicBezTo>
                <a:cubicBezTo>
                  <a:pt x="154" y="241"/>
                  <a:pt x="154" y="241"/>
                  <a:pt x="154" y="241"/>
                </a:cubicBezTo>
                <a:lnTo>
                  <a:pt x="114" y="241"/>
                </a:lnTo>
                <a:close/>
                <a:moveTo>
                  <a:pt x="118" y="257"/>
                </a:moveTo>
                <a:cubicBezTo>
                  <a:pt x="156" y="257"/>
                  <a:pt x="156" y="257"/>
                  <a:pt x="156" y="257"/>
                </a:cubicBezTo>
                <a:cubicBezTo>
                  <a:pt x="159" y="289"/>
                  <a:pt x="159" y="289"/>
                  <a:pt x="159" y="289"/>
                </a:cubicBezTo>
                <a:cubicBezTo>
                  <a:pt x="126" y="289"/>
                  <a:pt x="126" y="289"/>
                  <a:pt x="126" y="289"/>
                </a:cubicBezTo>
                <a:lnTo>
                  <a:pt x="118" y="257"/>
                </a:lnTo>
                <a:close/>
                <a:moveTo>
                  <a:pt x="144" y="337"/>
                </a:moveTo>
                <a:cubicBezTo>
                  <a:pt x="136" y="337"/>
                  <a:pt x="128" y="330"/>
                  <a:pt x="128" y="321"/>
                </a:cubicBezTo>
                <a:cubicBezTo>
                  <a:pt x="128" y="312"/>
                  <a:pt x="136" y="305"/>
                  <a:pt x="144" y="305"/>
                </a:cubicBezTo>
                <a:cubicBezTo>
                  <a:pt x="153" y="305"/>
                  <a:pt x="160" y="312"/>
                  <a:pt x="160" y="321"/>
                </a:cubicBezTo>
                <a:cubicBezTo>
                  <a:pt x="160" y="330"/>
                  <a:pt x="153" y="337"/>
                  <a:pt x="144" y="337"/>
                </a:cubicBezTo>
                <a:moveTo>
                  <a:pt x="209" y="289"/>
                </a:moveTo>
                <a:cubicBezTo>
                  <a:pt x="176" y="289"/>
                  <a:pt x="176" y="289"/>
                  <a:pt x="176" y="289"/>
                </a:cubicBezTo>
                <a:cubicBezTo>
                  <a:pt x="172" y="257"/>
                  <a:pt x="172" y="257"/>
                  <a:pt x="172" y="257"/>
                </a:cubicBezTo>
                <a:cubicBezTo>
                  <a:pt x="209" y="257"/>
                  <a:pt x="209" y="257"/>
                  <a:pt x="209" y="257"/>
                </a:cubicBezTo>
                <a:lnTo>
                  <a:pt x="209" y="289"/>
                </a:lnTo>
                <a:close/>
                <a:moveTo>
                  <a:pt x="209" y="241"/>
                </a:moveTo>
                <a:cubicBezTo>
                  <a:pt x="170" y="241"/>
                  <a:pt x="170" y="241"/>
                  <a:pt x="170" y="241"/>
                </a:cubicBezTo>
                <a:cubicBezTo>
                  <a:pt x="167" y="209"/>
                  <a:pt x="167" y="209"/>
                  <a:pt x="167" y="209"/>
                </a:cubicBezTo>
                <a:cubicBezTo>
                  <a:pt x="209" y="209"/>
                  <a:pt x="209" y="209"/>
                  <a:pt x="209" y="209"/>
                </a:cubicBezTo>
                <a:lnTo>
                  <a:pt x="209" y="241"/>
                </a:lnTo>
                <a:close/>
                <a:moveTo>
                  <a:pt x="209" y="193"/>
                </a:moveTo>
                <a:cubicBezTo>
                  <a:pt x="165" y="193"/>
                  <a:pt x="165" y="193"/>
                  <a:pt x="165" y="193"/>
                </a:cubicBezTo>
                <a:cubicBezTo>
                  <a:pt x="161" y="161"/>
                  <a:pt x="161" y="161"/>
                  <a:pt x="161" y="161"/>
                </a:cubicBezTo>
                <a:cubicBezTo>
                  <a:pt x="209" y="161"/>
                  <a:pt x="209" y="161"/>
                  <a:pt x="209" y="161"/>
                </a:cubicBezTo>
                <a:lnTo>
                  <a:pt x="209" y="193"/>
                </a:lnTo>
                <a:close/>
                <a:moveTo>
                  <a:pt x="258" y="289"/>
                </a:moveTo>
                <a:cubicBezTo>
                  <a:pt x="225" y="289"/>
                  <a:pt x="225" y="289"/>
                  <a:pt x="225" y="289"/>
                </a:cubicBezTo>
                <a:cubicBezTo>
                  <a:pt x="225" y="257"/>
                  <a:pt x="225" y="257"/>
                  <a:pt x="225" y="257"/>
                </a:cubicBezTo>
                <a:cubicBezTo>
                  <a:pt x="261" y="257"/>
                  <a:pt x="261" y="257"/>
                  <a:pt x="261" y="257"/>
                </a:cubicBezTo>
                <a:lnTo>
                  <a:pt x="258" y="289"/>
                </a:lnTo>
                <a:close/>
                <a:moveTo>
                  <a:pt x="263" y="241"/>
                </a:moveTo>
                <a:cubicBezTo>
                  <a:pt x="225" y="241"/>
                  <a:pt x="225" y="241"/>
                  <a:pt x="225" y="241"/>
                </a:cubicBezTo>
                <a:cubicBezTo>
                  <a:pt x="225" y="209"/>
                  <a:pt x="225" y="209"/>
                  <a:pt x="225" y="209"/>
                </a:cubicBezTo>
                <a:cubicBezTo>
                  <a:pt x="267" y="209"/>
                  <a:pt x="267" y="209"/>
                  <a:pt x="267" y="209"/>
                </a:cubicBezTo>
                <a:lnTo>
                  <a:pt x="263" y="241"/>
                </a:lnTo>
                <a:close/>
                <a:moveTo>
                  <a:pt x="268" y="193"/>
                </a:moveTo>
                <a:cubicBezTo>
                  <a:pt x="225" y="193"/>
                  <a:pt x="225" y="193"/>
                  <a:pt x="225" y="193"/>
                </a:cubicBezTo>
                <a:cubicBezTo>
                  <a:pt x="225" y="161"/>
                  <a:pt x="225" y="161"/>
                  <a:pt x="225" y="161"/>
                </a:cubicBezTo>
                <a:cubicBezTo>
                  <a:pt x="272" y="161"/>
                  <a:pt x="272" y="161"/>
                  <a:pt x="272" y="161"/>
                </a:cubicBezTo>
                <a:lnTo>
                  <a:pt x="268" y="193"/>
                </a:lnTo>
                <a:close/>
                <a:moveTo>
                  <a:pt x="289" y="337"/>
                </a:moveTo>
                <a:cubicBezTo>
                  <a:pt x="280" y="337"/>
                  <a:pt x="273" y="330"/>
                  <a:pt x="273" y="321"/>
                </a:cubicBezTo>
                <a:cubicBezTo>
                  <a:pt x="273" y="312"/>
                  <a:pt x="280" y="305"/>
                  <a:pt x="289" y="305"/>
                </a:cubicBezTo>
                <a:cubicBezTo>
                  <a:pt x="298" y="305"/>
                  <a:pt x="305" y="312"/>
                  <a:pt x="305" y="321"/>
                </a:cubicBezTo>
                <a:cubicBezTo>
                  <a:pt x="305" y="330"/>
                  <a:pt x="298" y="337"/>
                  <a:pt x="289" y="337"/>
                </a:cubicBezTo>
                <a:moveTo>
                  <a:pt x="307" y="289"/>
                </a:moveTo>
                <a:cubicBezTo>
                  <a:pt x="274" y="289"/>
                  <a:pt x="274" y="289"/>
                  <a:pt x="274" y="289"/>
                </a:cubicBezTo>
                <a:cubicBezTo>
                  <a:pt x="277" y="257"/>
                  <a:pt x="277" y="257"/>
                  <a:pt x="277" y="257"/>
                </a:cubicBezTo>
                <a:cubicBezTo>
                  <a:pt x="314" y="257"/>
                  <a:pt x="314" y="257"/>
                  <a:pt x="314" y="257"/>
                </a:cubicBezTo>
                <a:lnTo>
                  <a:pt x="307" y="289"/>
                </a:lnTo>
                <a:close/>
                <a:moveTo>
                  <a:pt x="279" y="241"/>
                </a:moveTo>
                <a:cubicBezTo>
                  <a:pt x="283" y="209"/>
                  <a:pt x="283" y="209"/>
                  <a:pt x="283" y="209"/>
                </a:cubicBezTo>
                <a:cubicBezTo>
                  <a:pt x="324" y="209"/>
                  <a:pt x="324" y="209"/>
                  <a:pt x="324" y="209"/>
                </a:cubicBezTo>
                <a:cubicBezTo>
                  <a:pt x="317" y="241"/>
                  <a:pt x="317" y="241"/>
                  <a:pt x="317" y="241"/>
                </a:cubicBezTo>
                <a:lnTo>
                  <a:pt x="279" y="24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</p:spTree>
    <p:extLst>
      <p:ext uri="{BB962C8B-B14F-4D97-AF65-F5344CB8AC3E}">
        <p14:creationId xmlns:p14="http://schemas.microsoft.com/office/powerpoint/2010/main" val="166097406"/>
      </p:ext>
    </p:extLst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reeform 5"/>
          <p:cNvSpPr>
            <a:spLocks noEditPoints="1"/>
          </p:cNvSpPr>
          <p:nvPr/>
        </p:nvSpPr>
        <p:spPr bwMode="auto">
          <a:xfrm>
            <a:off x="840317" y="956735"/>
            <a:ext cx="577851" cy="527051"/>
          </a:xfrm>
          <a:custGeom>
            <a:avLst/>
            <a:gdLst>
              <a:gd name="T0" fmla="*/ 245 w 353"/>
              <a:gd name="T1" fmla="*/ 48 h 321"/>
              <a:gd name="T2" fmla="*/ 225 w 353"/>
              <a:gd name="T3" fmla="*/ 72 h 321"/>
              <a:gd name="T4" fmla="*/ 238 w 353"/>
              <a:gd name="T5" fmla="*/ 78 h 321"/>
              <a:gd name="T6" fmla="*/ 273 w 353"/>
              <a:gd name="T7" fmla="*/ 40 h 321"/>
              <a:gd name="T8" fmla="*/ 238 w 353"/>
              <a:gd name="T9" fmla="*/ 2 h 321"/>
              <a:gd name="T10" fmla="*/ 225 w 353"/>
              <a:gd name="T11" fmla="*/ 8 h 321"/>
              <a:gd name="T12" fmla="*/ 245 w 353"/>
              <a:gd name="T13" fmla="*/ 32 h 321"/>
              <a:gd name="T14" fmla="*/ 144 w 353"/>
              <a:gd name="T15" fmla="*/ 40 h 321"/>
              <a:gd name="T16" fmla="*/ 321 w 353"/>
              <a:gd name="T17" fmla="*/ 267 h 321"/>
              <a:gd name="T18" fmla="*/ 353 w 353"/>
              <a:gd name="T19" fmla="*/ 122 h 321"/>
              <a:gd name="T20" fmla="*/ 353 w 353"/>
              <a:gd name="T21" fmla="*/ 120 h 321"/>
              <a:gd name="T22" fmla="*/ 88 w 353"/>
              <a:gd name="T23" fmla="*/ 112 h 321"/>
              <a:gd name="T24" fmla="*/ 76 w 353"/>
              <a:gd name="T25" fmla="*/ 70 h 321"/>
              <a:gd name="T26" fmla="*/ 8 w 353"/>
              <a:gd name="T27" fmla="*/ 64 h 321"/>
              <a:gd name="T28" fmla="*/ 8 w 353"/>
              <a:gd name="T29" fmla="*/ 80 h 321"/>
              <a:gd name="T30" fmla="*/ 113 w 353"/>
              <a:gd name="T31" fmla="*/ 267 h 321"/>
              <a:gd name="T32" fmla="*/ 117 w 353"/>
              <a:gd name="T33" fmla="*/ 272 h 321"/>
              <a:gd name="T34" fmla="*/ 144 w 353"/>
              <a:gd name="T35" fmla="*/ 321 h 321"/>
              <a:gd name="T36" fmla="*/ 172 w 353"/>
              <a:gd name="T37" fmla="*/ 273 h 321"/>
              <a:gd name="T38" fmla="*/ 257 w 353"/>
              <a:gd name="T39" fmla="*/ 289 h 321"/>
              <a:gd name="T40" fmla="*/ 321 w 353"/>
              <a:gd name="T41" fmla="*/ 289 h 321"/>
              <a:gd name="T42" fmla="*/ 321 w 353"/>
              <a:gd name="T43" fmla="*/ 267 h 321"/>
              <a:gd name="T44" fmla="*/ 335 w 353"/>
              <a:gd name="T45" fmla="*/ 128 h 321"/>
              <a:gd name="T46" fmla="*/ 284 w 353"/>
              <a:gd name="T47" fmla="*/ 160 h 321"/>
              <a:gd name="T48" fmla="*/ 92 w 353"/>
              <a:gd name="T49" fmla="*/ 128 h 321"/>
              <a:gd name="T50" fmla="*/ 149 w 353"/>
              <a:gd name="T51" fmla="*/ 160 h 321"/>
              <a:gd name="T52" fmla="*/ 92 w 353"/>
              <a:gd name="T53" fmla="*/ 128 h 321"/>
              <a:gd name="T54" fmla="*/ 105 w 353"/>
              <a:gd name="T55" fmla="*/ 176 h 321"/>
              <a:gd name="T56" fmla="*/ 154 w 353"/>
              <a:gd name="T57" fmla="*/ 209 h 321"/>
              <a:gd name="T58" fmla="*/ 118 w 353"/>
              <a:gd name="T59" fmla="*/ 225 h 321"/>
              <a:gd name="T60" fmla="*/ 160 w 353"/>
              <a:gd name="T61" fmla="*/ 257 h 321"/>
              <a:gd name="T62" fmla="*/ 118 w 353"/>
              <a:gd name="T63" fmla="*/ 225 h 321"/>
              <a:gd name="T64" fmla="*/ 128 w 353"/>
              <a:gd name="T65" fmla="*/ 289 h 321"/>
              <a:gd name="T66" fmla="*/ 160 w 353"/>
              <a:gd name="T67" fmla="*/ 289 h 321"/>
              <a:gd name="T68" fmla="*/ 209 w 353"/>
              <a:gd name="T69" fmla="*/ 257 h 321"/>
              <a:gd name="T70" fmla="*/ 172 w 353"/>
              <a:gd name="T71" fmla="*/ 225 h 321"/>
              <a:gd name="T72" fmla="*/ 209 w 353"/>
              <a:gd name="T73" fmla="*/ 257 h 321"/>
              <a:gd name="T74" fmla="*/ 170 w 353"/>
              <a:gd name="T75" fmla="*/ 209 h 321"/>
              <a:gd name="T76" fmla="*/ 209 w 353"/>
              <a:gd name="T77" fmla="*/ 176 h 321"/>
              <a:gd name="T78" fmla="*/ 209 w 353"/>
              <a:gd name="T79" fmla="*/ 160 h 321"/>
              <a:gd name="T80" fmla="*/ 161 w 353"/>
              <a:gd name="T81" fmla="*/ 128 h 321"/>
              <a:gd name="T82" fmla="*/ 209 w 353"/>
              <a:gd name="T83" fmla="*/ 160 h 321"/>
              <a:gd name="T84" fmla="*/ 225 w 353"/>
              <a:gd name="T85" fmla="*/ 257 h 321"/>
              <a:gd name="T86" fmla="*/ 261 w 353"/>
              <a:gd name="T87" fmla="*/ 225 h 321"/>
              <a:gd name="T88" fmla="*/ 263 w 353"/>
              <a:gd name="T89" fmla="*/ 209 h 321"/>
              <a:gd name="T90" fmla="*/ 225 w 353"/>
              <a:gd name="T91" fmla="*/ 176 h 321"/>
              <a:gd name="T92" fmla="*/ 263 w 353"/>
              <a:gd name="T93" fmla="*/ 209 h 321"/>
              <a:gd name="T94" fmla="*/ 225 w 353"/>
              <a:gd name="T95" fmla="*/ 160 h 321"/>
              <a:gd name="T96" fmla="*/ 272 w 353"/>
              <a:gd name="T97" fmla="*/ 128 h 321"/>
              <a:gd name="T98" fmla="*/ 289 w 353"/>
              <a:gd name="T99" fmla="*/ 305 h 321"/>
              <a:gd name="T100" fmla="*/ 289 w 353"/>
              <a:gd name="T101" fmla="*/ 273 h 321"/>
              <a:gd name="T102" fmla="*/ 289 w 353"/>
              <a:gd name="T103" fmla="*/ 305 h 321"/>
              <a:gd name="T104" fmla="*/ 274 w 353"/>
              <a:gd name="T105" fmla="*/ 257 h 321"/>
              <a:gd name="T106" fmla="*/ 314 w 353"/>
              <a:gd name="T107" fmla="*/ 225 h 321"/>
              <a:gd name="T108" fmla="*/ 279 w 353"/>
              <a:gd name="T109" fmla="*/ 209 h 321"/>
              <a:gd name="T110" fmla="*/ 324 w 353"/>
              <a:gd name="T111" fmla="*/ 176 h 321"/>
              <a:gd name="T112" fmla="*/ 279 w 353"/>
              <a:gd name="T113" fmla="*/ 209 h 3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353" h="321">
                <a:moveTo>
                  <a:pt x="152" y="48"/>
                </a:moveTo>
                <a:cubicBezTo>
                  <a:pt x="245" y="48"/>
                  <a:pt x="245" y="48"/>
                  <a:pt x="245" y="48"/>
                </a:cubicBezTo>
                <a:cubicBezTo>
                  <a:pt x="227" y="66"/>
                  <a:pt x="227" y="66"/>
                  <a:pt x="227" y="66"/>
                </a:cubicBezTo>
                <a:cubicBezTo>
                  <a:pt x="226" y="68"/>
                  <a:pt x="225" y="70"/>
                  <a:pt x="225" y="72"/>
                </a:cubicBezTo>
                <a:cubicBezTo>
                  <a:pt x="225" y="76"/>
                  <a:pt x="228" y="80"/>
                  <a:pt x="233" y="80"/>
                </a:cubicBezTo>
                <a:cubicBezTo>
                  <a:pt x="235" y="80"/>
                  <a:pt x="237" y="79"/>
                  <a:pt x="238" y="78"/>
                </a:cubicBezTo>
                <a:cubicBezTo>
                  <a:pt x="270" y="46"/>
                  <a:pt x="270" y="46"/>
                  <a:pt x="270" y="46"/>
                </a:cubicBezTo>
                <a:cubicBezTo>
                  <a:pt x="272" y="44"/>
                  <a:pt x="273" y="42"/>
                  <a:pt x="273" y="40"/>
                </a:cubicBezTo>
                <a:cubicBezTo>
                  <a:pt x="273" y="38"/>
                  <a:pt x="272" y="36"/>
                  <a:pt x="270" y="34"/>
                </a:cubicBezTo>
                <a:cubicBezTo>
                  <a:pt x="238" y="2"/>
                  <a:pt x="238" y="2"/>
                  <a:pt x="238" y="2"/>
                </a:cubicBezTo>
                <a:cubicBezTo>
                  <a:pt x="237" y="1"/>
                  <a:pt x="235" y="0"/>
                  <a:pt x="233" y="0"/>
                </a:cubicBezTo>
                <a:cubicBezTo>
                  <a:pt x="228" y="0"/>
                  <a:pt x="225" y="3"/>
                  <a:pt x="225" y="8"/>
                </a:cubicBezTo>
                <a:cubicBezTo>
                  <a:pt x="225" y="10"/>
                  <a:pt x="226" y="12"/>
                  <a:pt x="227" y="13"/>
                </a:cubicBezTo>
                <a:cubicBezTo>
                  <a:pt x="245" y="32"/>
                  <a:pt x="245" y="32"/>
                  <a:pt x="245" y="32"/>
                </a:cubicBezTo>
                <a:cubicBezTo>
                  <a:pt x="152" y="32"/>
                  <a:pt x="152" y="32"/>
                  <a:pt x="152" y="32"/>
                </a:cubicBezTo>
                <a:cubicBezTo>
                  <a:pt x="148" y="32"/>
                  <a:pt x="144" y="35"/>
                  <a:pt x="144" y="40"/>
                </a:cubicBezTo>
                <a:cubicBezTo>
                  <a:pt x="144" y="44"/>
                  <a:pt x="148" y="48"/>
                  <a:pt x="152" y="48"/>
                </a:cubicBezTo>
                <a:moveTo>
                  <a:pt x="321" y="267"/>
                </a:moveTo>
                <a:cubicBezTo>
                  <a:pt x="321" y="267"/>
                  <a:pt x="321" y="267"/>
                  <a:pt x="321" y="267"/>
                </a:cubicBezTo>
                <a:cubicBezTo>
                  <a:pt x="353" y="122"/>
                  <a:pt x="353" y="122"/>
                  <a:pt x="353" y="122"/>
                </a:cubicBezTo>
                <a:cubicBezTo>
                  <a:pt x="353" y="122"/>
                  <a:pt x="353" y="122"/>
                  <a:pt x="353" y="122"/>
                </a:cubicBezTo>
                <a:cubicBezTo>
                  <a:pt x="353" y="121"/>
                  <a:pt x="353" y="121"/>
                  <a:pt x="353" y="120"/>
                </a:cubicBezTo>
                <a:cubicBezTo>
                  <a:pt x="353" y="116"/>
                  <a:pt x="350" y="112"/>
                  <a:pt x="345" y="112"/>
                </a:cubicBezTo>
                <a:cubicBezTo>
                  <a:pt x="88" y="112"/>
                  <a:pt x="88" y="112"/>
                  <a:pt x="88" y="112"/>
                </a:cubicBezTo>
                <a:cubicBezTo>
                  <a:pt x="76" y="70"/>
                  <a:pt x="76" y="70"/>
                  <a:pt x="76" y="70"/>
                </a:cubicBezTo>
                <a:cubicBezTo>
                  <a:pt x="76" y="70"/>
                  <a:pt x="76" y="70"/>
                  <a:pt x="76" y="70"/>
                </a:cubicBezTo>
                <a:cubicBezTo>
                  <a:pt x="75" y="66"/>
                  <a:pt x="72" y="64"/>
                  <a:pt x="69" y="64"/>
                </a:cubicBezTo>
                <a:cubicBezTo>
                  <a:pt x="8" y="64"/>
                  <a:pt x="8" y="64"/>
                  <a:pt x="8" y="64"/>
                </a:cubicBezTo>
                <a:cubicBezTo>
                  <a:pt x="3" y="64"/>
                  <a:pt x="0" y="68"/>
                  <a:pt x="0" y="72"/>
                </a:cubicBezTo>
                <a:cubicBezTo>
                  <a:pt x="0" y="76"/>
                  <a:pt x="3" y="80"/>
                  <a:pt x="8" y="80"/>
                </a:cubicBezTo>
                <a:cubicBezTo>
                  <a:pt x="62" y="80"/>
                  <a:pt x="62" y="80"/>
                  <a:pt x="62" y="80"/>
                </a:cubicBezTo>
                <a:cubicBezTo>
                  <a:pt x="113" y="267"/>
                  <a:pt x="113" y="267"/>
                  <a:pt x="113" y="267"/>
                </a:cubicBezTo>
                <a:cubicBezTo>
                  <a:pt x="113" y="267"/>
                  <a:pt x="113" y="267"/>
                  <a:pt x="113" y="267"/>
                </a:cubicBezTo>
                <a:cubicBezTo>
                  <a:pt x="113" y="269"/>
                  <a:pt x="115" y="271"/>
                  <a:pt x="117" y="272"/>
                </a:cubicBezTo>
                <a:cubicBezTo>
                  <a:pt x="114" y="277"/>
                  <a:pt x="112" y="283"/>
                  <a:pt x="112" y="289"/>
                </a:cubicBezTo>
                <a:cubicBezTo>
                  <a:pt x="112" y="307"/>
                  <a:pt x="127" y="321"/>
                  <a:pt x="144" y="321"/>
                </a:cubicBezTo>
                <a:cubicBezTo>
                  <a:pt x="162" y="321"/>
                  <a:pt x="177" y="307"/>
                  <a:pt x="177" y="289"/>
                </a:cubicBezTo>
                <a:cubicBezTo>
                  <a:pt x="177" y="283"/>
                  <a:pt x="175" y="277"/>
                  <a:pt x="172" y="273"/>
                </a:cubicBezTo>
                <a:cubicBezTo>
                  <a:pt x="261" y="273"/>
                  <a:pt x="261" y="273"/>
                  <a:pt x="261" y="273"/>
                </a:cubicBezTo>
                <a:cubicBezTo>
                  <a:pt x="258" y="277"/>
                  <a:pt x="257" y="283"/>
                  <a:pt x="257" y="289"/>
                </a:cubicBezTo>
                <a:cubicBezTo>
                  <a:pt x="257" y="307"/>
                  <a:pt x="271" y="321"/>
                  <a:pt x="289" y="321"/>
                </a:cubicBezTo>
                <a:cubicBezTo>
                  <a:pt x="307" y="321"/>
                  <a:pt x="321" y="307"/>
                  <a:pt x="321" y="289"/>
                </a:cubicBezTo>
                <a:cubicBezTo>
                  <a:pt x="321" y="283"/>
                  <a:pt x="319" y="277"/>
                  <a:pt x="316" y="272"/>
                </a:cubicBezTo>
                <a:cubicBezTo>
                  <a:pt x="318" y="271"/>
                  <a:pt x="320" y="269"/>
                  <a:pt x="321" y="267"/>
                </a:cubicBezTo>
                <a:moveTo>
                  <a:pt x="288" y="128"/>
                </a:moveTo>
                <a:cubicBezTo>
                  <a:pt x="335" y="128"/>
                  <a:pt x="335" y="128"/>
                  <a:pt x="335" y="128"/>
                </a:cubicBezTo>
                <a:cubicBezTo>
                  <a:pt x="328" y="160"/>
                  <a:pt x="328" y="160"/>
                  <a:pt x="328" y="160"/>
                </a:cubicBezTo>
                <a:cubicBezTo>
                  <a:pt x="284" y="160"/>
                  <a:pt x="284" y="160"/>
                  <a:pt x="284" y="160"/>
                </a:cubicBezTo>
                <a:lnTo>
                  <a:pt x="288" y="128"/>
                </a:lnTo>
                <a:close/>
                <a:moveTo>
                  <a:pt x="92" y="128"/>
                </a:moveTo>
                <a:cubicBezTo>
                  <a:pt x="145" y="128"/>
                  <a:pt x="145" y="128"/>
                  <a:pt x="145" y="128"/>
                </a:cubicBezTo>
                <a:cubicBezTo>
                  <a:pt x="149" y="160"/>
                  <a:pt x="149" y="160"/>
                  <a:pt x="149" y="160"/>
                </a:cubicBezTo>
                <a:cubicBezTo>
                  <a:pt x="101" y="160"/>
                  <a:pt x="101" y="160"/>
                  <a:pt x="101" y="160"/>
                </a:cubicBezTo>
                <a:lnTo>
                  <a:pt x="92" y="128"/>
                </a:lnTo>
                <a:close/>
                <a:moveTo>
                  <a:pt x="114" y="209"/>
                </a:moveTo>
                <a:cubicBezTo>
                  <a:pt x="105" y="176"/>
                  <a:pt x="105" y="176"/>
                  <a:pt x="105" y="176"/>
                </a:cubicBezTo>
                <a:cubicBezTo>
                  <a:pt x="151" y="176"/>
                  <a:pt x="151" y="176"/>
                  <a:pt x="151" y="176"/>
                </a:cubicBezTo>
                <a:cubicBezTo>
                  <a:pt x="154" y="209"/>
                  <a:pt x="154" y="209"/>
                  <a:pt x="154" y="209"/>
                </a:cubicBezTo>
                <a:lnTo>
                  <a:pt x="114" y="209"/>
                </a:lnTo>
                <a:close/>
                <a:moveTo>
                  <a:pt x="118" y="225"/>
                </a:moveTo>
                <a:cubicBezTo>
                  <a:pt x="156" y="225"/>
                  <a:pt x="156" y="225"/>
                  <a:pt x="156" y="225"/>
                </a:cubicBezTo>
                <a:cubicBezTo>
                  <a:pt x="160" y="257"/>
                  <a:pt x="160" y="257"/>
                  <a:pt x="160" y="257"/>
                </a:cubicBezTo>
                <a:cubicBezTo>
                  <a:pt x="126" y="257"/>
                  <a:pt x="126" y="257"/>
                  <a:pt x="126" y="257"/>
                </a:cubicBezTo>
                <a:lnTo>
                  <a:pt x="118" y="225"/>
                </a:lnTo>
                <a:close/>
                <a:moveTo>
                  <a:pt x="144" y="305"/>
                </a:moveTo>
                <a:cubicBezTo>
                  <a:pt x="136" y="305"/>
                  <a:pt x="128" y="298"/>
                  <a:pt x="128" y="289"/>
                </a:cubicBezTo>
                <a:cubicBezTo>
                  <a:pt x="128" y="280"/>
                  <a:pt x="136" y="273"/>
                  <a:pt x="144" y="273"/>
                </a:cubicBezTo>
                <a:cubicBezTo>
                  <a:pt x="153" y="273"/>
                  <a:pt x="160" y="280"/>
                  <a:pt x="160" y="289"/>
                </a:cubicBezTo>
                <a:cubicBezTo>
                  <a:pt x="160" y="298"/>
                  <a:pt x="153" y="305"/>
                  <a:pt x="144" y="305"/>
                </a:cubicBezTo>
                <a:moveTo>
                  <a:pt x="209" y="257"/>
                </a:moveTo>
                <a:cubicBezTo>
                  <a:pt x="176" y="257"/>
                  <a:pt x="176" y="257"/>
                  <a:pt x="176" y="257"/>
                </a:cubicBezTo>
                <a:cubicBezTo>
                  <a:pt x="172" y="225"/>
                  <a:pt x="172" y="225"/>
                  <a:pt x="172" y="225"/>
                </a:cubicBezTo>
                <a:cubicBezTo>
                  <a:pt x="209" y="225"/>
                  <a:pt x="209" y="225"/>
                  <a:pt x="209" y="225"/>
                </a:cubicBezTo>
                <a:lnTo>
                  <a:pt x="209" y="257"/>
                </a:lnTo>
                <a:close/>
                <a:moveTo>
                  <a:pt x="209" y="209"/>
                </a:moveTo>
                <a:cubicBezTo>
                  <a:pt x="170" y="209"/>
                  <a:pt x="170" y="209"/>
                  <a:pt x="170" y="209"/>
                </a:cubicBezTo>
                <a:cubicBezTo>
                  <a:pt x="167" y="176"/>
                  <a:pt x="167" y="176"/>
                  <a:pt x="167" y="176"/>
                </a:cubicBezTo>
                <a:cubicBezTo>
                  <a:pt x="209" y="176"/>
                  <a:pt x="209" y="176"/>
                  <a:pt x="209" y="176"/>
                </a:cubicBezTo>
                <a:lnTo>
                  <a:pt x="209" y="209"/>
                </a:lnTo>
                <a:close/>
                <a:moveTo>
                  <a:pt x="209" y="160"/>
                </a:moveTo>
                <a:cubicBezTo>
                  <a:pt x="165" y="160"/>
                  <a:pt x="165" y="160"/>
                  <a:pt x="165" y="160"/>
                </a:cubicBezTo>
                <a:cubicBezTo>
                  <a:pt x="161" y="128"/>
                  <a:pt x="161" y="128"/>
                  <a:pt x="161" y="128"/>
                </a:cubicBezTo>
                <a:cubicBezTo>
                  <a:pt x="209" y="128"/>
                  <a:pt x="209" y="128"/>
                  <a:pt x="209" y="128"/>
                </a:cubicBezTo>
                <a:lnTo>
                  <a:pt x="209" y="160"/>
                </a:lnTo>
                <a:close/>
                <a:moveTo>
                  <a:pt x="258" y="257"/>
                </a:moveTo>
                <a:cubicBezTo>
                  <a:pt x="225" y="257"/>
                  <a:pt x="225" y="257"/>
                  <a:pt x="225" y="257"/>
                </a:cubicBezTo>
                <a:cubicBezTo>
                  <a:pt x="225" y="225"/>
                  <a:pt x="225" y="225"/>
                  <a:pt x="225" y="225"/>
                </a:cubicBezTo>
                <a:cubicBezTo>
                  <a:pt x="261" y="225"/>
                  <a:pt x="261" y="225"/>
                  <a:pt x="261" y="225"/>
                </a:cubicBezTo>
                <a:lnTo>
                  <a:pt x="258" y="257"/>
                </a:lnTo>
                <a:close/>
                <a:moveTo>
                  <a:pt x="263" y="209"/>
                </a:moveTo>
                <a:cubicBezTo>
                  <a:pt x="225" y="209"/>
                  <a:pt x="225" y="209"/>
                  <a:pt x="225" y="209"/>
                </a:cubicBezTo>
                <a:cubicBezTo>
                  <a:pt x="225" y="176"/>
                  <a:pt x="225" y="176"/>
                  <a:pt x="225" y="176"/>
                </a:cubicBezTo>
                <a:cubicBezTo>
                  <a:pt x="267" y="176"/>
                  <a:pt x="267" y="176"/>
                  <a:pt x="267" y="176"/>
                </a:cubicBezTo>
                <a:lnTo>
                  <a:pt x="263" y="209"/>
                </a:lnTo>
                <a:close/>
                <a:moveTo>
                  <a:pt x="268" y="160"/>
                </a:moveTo>
                <a:cubicBezTo>
                  <a:pt x="225" y="160"/>
                  <a:pt x="225" y="160"/>
                  <a:pt x="225" y="160"/>
                </a:cubicBezTo>
                <a:cubicBezTo>
                  <a:pt x="225" y="128"/>
                  <a:pt x="225" y="128"/>
                  <a:pt x="225" y="128"/>
                </a:cubicBezTo>
                <a:cubicBezTo>
                  <a:pt x="272" y="128"/>
                  <a:pt x="272" y="128"/>
                  <a:pt x="272" y="128"/>
                </a:cubicBezTo>
                <a:lnTo>
                  <a:pt x="268" y="160"/>
                </a:lnTo>
                <a:close/>
                <a:moveTo>
                  <a:pt x="289" y="305"/>
                </a:moveTo>
                <a:cubicBezTo>
                  <a:pt x="280" y="305"/>
                  <a:pt x="273" y="298"/>
                  <a:pt x="273" y="289"/>
                </a:cubicBezTo>
                <a:cubicBezTo>
                  <a:pt x="273" y="280"/>
                  <a:pt x="280" y="273"/>
                  <a:pt x="289" y="273"/>
                </a:cubicBezTo>
                <a:cubicBezTo>
                  <a:pt x="298" y="273"/>
                  <a:pt x="305" y="280"/>
                  <a:pt x="305" y="289"/>
                </a:cubicBezTo>
                <a:cubicBezTo>
                  <a:pt x="305" y="298"/>
                  <a:pt x="298" y="305"/>
                  <a:pt x="289" y="305"/>
                </a:cubicBezTo>
                <a:moveTo>
                  <a:pt x="307" y="257"/>
                </a:moveTo>
                <a:cubicBezTo>
                  <a:pt x="274" y="257"/>
                  <a:pt x="274" y="257"/>
                  <a:pt x="274" y="257"/>
                </a:cubicBezTo>
                <a:cubicBezTo>
                  <a:pt x="277" y="225"/>
                  <a:pt x="277" y="225"/>
                  <a:pt x="277" y="225"/>
                </a:cubicBezTo>
                <a:cubicBezTo>
                  <a:pt x="314" y="225"/>
                  <a:pt x="314" y="225"/>
                  <a:pt x="314" y="225"/>
                </a:cubicBezTo>
                <a:lnTo>
                  <a:pt x="307" y="257"/>
                </a:lnTo>
                <a:close/>
                <a:moveTo>
                  <a:pt x="279" y="209"/>
                </a:moveTo>
                <a:cubicBezTo>
                  <a:pt x="283" y="176"/>
                  <a:pt x="283" y="176"/>
                  <a:pt x="283" y="176"/>
                </a:cubicBezTo>
                <a:cubicBezTo>
                  <a:pt x="324" y="176"/>
                  <a:pt x="324" y="176"/>
                  <a:pt x="324" y="176"/>
                </a:cubicBezTo>
                <a:cubicBezTo>
                  <a:pt x="317" y="209"/>
                  <a:pt x="317" y="209"/>
                  <a:pt x="317" y="209"/>
                </a:cubicBezTo>
                <a:lnTo>
                  <a:pt x="279" y="20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" name="Freeform 6"/>
          <p:cNvSpPr>
            <a:spLocks noEditPoints="1"/>
          </p:cNvSpPr>
          <p:nvPr/>
        </p:nvSpPr>
        <p:spPr bwMode="auto">
          <a:xfrm>
            <a:off x="1943100" y="956735"/>
            <a:ext cx="577851" cy="527051"/>
          </a:xfrm>
          <a:custGeom>
            <a:avLst/>
            <a:gdLst>
              <a:gd name="T0" fmla="*/ 185 w 353"/>
              <a:gd name="T1" fmla="*/ 80 h 321"/>
              <a:gd name="T2" fmla="*/ 191 w 353"/>
              <a:gd name="T3" fmla="*/ 66 h 321"/>
              <a:gd name="T4" fmla="*/ 265 w 353"/>
              <a:gd name="T5" fmla="*/ 48 h 321"/>
              <a:gd name="T6" fmla="*/ 265 w 353"/>
              <a:gd name="T7" fmla="*/ 32 h 321"/>
              <a:gd name="T8" fmla="*/ 191 w 353"/>
              <a:gd name="T9" fmla="*/ 13 h 321"/>
              <a:gd name="T10" fmla="*/ 185 w 353"/>
              <a:gd name="T11" fmla="*/ 0 h 321"/>
              <a:gd name="T12" fmla="*/ 147 w 353"/>
              <a:gd name="T13" fmla="*/ 34 h 321"/>
              <a:gd name="T14" fmla="*/ 147 w 353"/>
              <a:gd name="T15" fmla="*/ 46 h 321"/>
              <a:gd name="T16" fmla="*/ 321 w 353"/>
              <a:gd name="T17" fmla="*/ 267 h 321"/>
              <a:gd name="T18" fmla="*/ 353 w 353"/>
              <a:gd name="T19" fmla="*/ 122 h 321"/>
              <a:gd name="T20" fmla="*/ 353 w 353"/>
              <a:gd name="T21" fmla="*/ 120 h 321"/>
              <a:gd name="T22" fmla="*/ 88 w 353"/>
              <a:gd name="T23" fmla="*/ 112 h 321"/>
              <a:gd name="T24" fmla="*/ 77 w 353"/>
              <a:gd name="T25" fmla="*/ 70 h 321"/>
              <a:gd name="T26" fmla="*/ 8 w 353"/>
              <a:gd name="T27" fmla="*/ 64 h 321"/>
              <a:gd name="T28" fmla="*/ 8 w 353"/>
              <a:gd name="T29" fmla="*/ 80 h 321"/>
              <a:gd name="T30" fmla="*/ 113 w 353"/>
              <a:gd name="T31" fmla="*/ 267 h 321"/>
              <a:gd name="T32" fmla="*/ 117 w 353"/>
              <a:gd name="T33" fmla="*/ 272 h 321"/>
              <a:gd name="T34" fmla="*/ 145 w 353"/>
              <a:gd name="T35" fmla="*/ 321 h 321"/>
              <a:gd name="T36" fmla="*/ 172 w 353"/>
              <a:gd name="T37" fmla="*/ 273 h 321"/>
              <a:gd name="T38" fmla="*/ 257 w 353"/>
              <a:gd name="T39" fmla="*/ 289 h 321"/>
              <a:gd name="T40" fmla="*/ 321 w 353"/>
              <a:gd name="T41" fmla="*/ 289 h 321"/>
              <a:gd name="T42" fmla="*/ 321 w 353"/>
              <a:gd name="T43" fmla="*/ 267 h 321"/>
              <a:gd name="T44" fmla="*/ 335 w 353"/>
              <a:gd name="T45" fmla="*/ 128 h 321"/>
              <a:gd name="T46" fmla="*/ 285 w 353"/>
              <a:gd name="T47" fmla="*/ 160 h 321"/>
              <a:gd name="T48" fmla="*/ 92 w 353"/>
              <a:gd name="T49" fmla="*/ 128 h 321"/>
              <a:gd name="T50" fmla="*/ 149 w 353"/>
              <a:gd name="T51" fmla="*/ 160 h 321"/>
              <a:gd name="T52" fmla="*/ 92 w 353"/>
              <a:gd name="T53" fmla="*/ 128 h 321"/>
              <a:gd name="T54" fmla="*/ 105 w 353"/>
              <a:gd name="T55" fmla="*/ 176 h 321"/>
              <a:gd name="T56" fmla="*/ 154 w 353"/>
              <a:gd name="T57" fmla="*/ 209 h 321"/>
              <a:gd name="T58" fmla="*/ 118 w 353"/>
              <a:gd name="T59" fmla="*/ 225 h 321"/>
              <a:gd name="T60" fmla="*/ 160 w 353"/>
              <a:gd name="T61" fmla="*/ 257 h 321"/>
              <a:gd name="T62" fmla="*/ 118 w 353"/>
              <a:gd name="T63" fmla="*/ 225 h 321"/>
              <a:gd name="T64" fmla="*/ 129 w 353"/>
              <a:gd name="T65" fmla="*/ 289 h 321"/>
              <a:gd name="T66" fmla="*/ 161 w 353"/>
              <a:gd name="T67" fmla="*/ 289 h 321"/>
              <a:gd name="T68" fmla="*/ 209 w 353"/>
              <a:gd name="T69" fmla="*/ 257 h 321"/>
              <a:gd name="T70" fmla="*/ 172 w 353"/>
              <a:gd name="T71" fmla="*/ 225 h 321"/>
              <a:gd name="T72" fmla="*/ 209 w 353"/>
              <a:gd name="T73" fmla="*/ 257 h 321"/>
              <a:gd name="T74" fmla="*/ 171 w 353"/>
              <a:gd name="T75" fmla="*/ 209 h 321"/>
              <a:gd name="T76" fmla="*/ 209 w 353"/>
              <a:gd name="T77" fmla="*/ 176 h 321"/>
              <a:gd name="T78" fmla="*/ 209 w 353"/>
              <a:gd name="T79" fmla="*/ 160 h 321"/>
              <a:gd name="T80" fmla="*/ 162 w 353"/>
              <a:gd name="T81" fmla="*/ 128 h 321"/>
              <a:gd name="T82" fmla="*/ 209 w 353"/>
              <a:gd name="T83" fmla="*/ 160 h 321"/>
              <a:gd name="T84" fmla="*/ 225 w 353"/>
              <a:gd name="T85" fmla="*/ 257 h 321"/>
              <a:gd name="T86" fmla="*/ 262 w 353"/>
              <a:gd name="T87" fmla="*/ 225 h 321"/>
              <a:gd name="T88" fmla="*/ 263 w 353"/>
              <a:gd name="T89" fmla="*/ 209 h 321"/>
              <a:gd name="T90" fmla="*/ 225 w 353"/>
              <a:gd name="T91" fmla="*/ 176 h 321"/>
              <a:gd name="T92" fmla="*/ 263 w 353"/>
              <a:gd name="T93" fmla="*/ 209 h 321"/>
              <a:gd name="T94" fmla="*/ 225 w 353"/>
              <a:gd name="T95" fmla="*/ 160 h 321"/>
              <a:gd name="T96" fmla="*/ 272 w 353"/>
              <a:gd name="T97" fmla="*/ 128 h 321"/>
              <a:gd name="T98" fmla="*/ 289 w 353"/>
              <a:gd name="T99" fmla="*/ 305 h 321"/>
              <a:gd name="T100" fmla="*/ 289 w 353"/>
              <a:gd name="T101" fmla="*/ 273 h 321"/>
              <a:gd name="T102" fmla="*/ 289 w 353"/>
              <a:gd name="T103" fmla="*/ 305 h 321"/>
              <a:gd name="T104" fmla="*/ 274 w 353"/>
              <a:gd name="T105" fmla="*/ 257 h 321"/>
              <a:gd name="T106" fmla="*/ 314 w 353"/>
              <a:gd name="T107" fmla="*/ 225 h 321"/>
              <a:gd name="T108" fmla="*/ 279 w 353"/>
              <a:gd name="T109" fmla="*/ 209 h 321"/>
              <a:gd name="T110" fmla="*/ 325 w 353"/>
              <a:gd name="T111" fmla="*/ 176 h 321"/>
              <a:gd name="T112" fmla="*/ 279 w 353"/>
              <a:gd name="T113" fmla="*/ 209 h 3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353" h="321">
                <a:moveTo>
                  <a:pt x="179" y="78"/>
                </a:moveTo>
                <a:cubicBezTo>
                  <a:pt x="181" y="79"/>
                  <a:pt x="183" y="80"/>
                  <a:pt x="185" y="80"/>
                </a:cubicBezTo>
                <a:cubicBezTo>
                  <a:pt x="189" y="80"/>
                  <a:pt x="193" y="76"/>
                  <a:pt x="193" y="72"/>
                </a:cubicBezTo>
                <a:cubicBezTo>
                  <a:pt x="193" y="70"/>
                  <a:pt x="192" y="68"/>
                  <a:pt x="191" y="66"/>
                </a:cubicBezTo>
                <a:cubicBezTo>
                  <a:pt x="172" y="48"/>
                  <a:pt x="172" y="48"/>
                  <a:pt x="172" y="48"/>
                </a:cubicBezTo>
                <a:cubicBezTo>
                  <a:pt x="265" y="48"/>
                  <a:pt x="265" y="48"/>
                  <a:pt x="265" y="48"/>
                </a:cubicBezTo>
                <a:cubicBezTo>
                  <a:pt x="270" y="48"/>
                  <a:pt x="273" y="44"/>
                  <a:pt x="273" y="40"/>
                </a:cubicBezTo>
                <a:cubicBezTo>
                  <a:pt x="273" y="35"/>
                  <a:pt x="270" y="32"/>
                  <a:pt x="265" y="32"/>
                </a:cubicBezTo>
                <a:cubicBezTo>
                  <a:pt x="172" y="32"/>
                  <a:pt x="172" y="32"/>
                  <a:pt x="172" y="32"/>
                </a:cubicBezTo>
                <a:cubicBezTo>
                  <a:pt x="191" y="13"/>
                  <a:pt x="191" y="13"/>
                  <a:pt x="191" y="13"/>
                </a:cubicBezTo>
                <a:cubicBezTo>
                  <a:pt x="192" y="12"/>
                  <a:pt x="193" y="10"/>
                  <a:pt x="193" y="8"/>
                </a:cubicBezTo>
                <a:cubicBezTo>
                  <a:pt x="193" y="3"/>
                  <a:pt x="189" y="0"/>
                  <a:pt x="185" y="0"/>
                </a:cubicBezTo>
                <a:cubicBezTo>
                  <a:pt x="183" y="0"/>
                  <a:pt x="181" y="1"/>
                  <a:pt x="179" y="2"/>
                </a:cubicBezTo>
                <a:cubicBezTo>
                  <a:pt x="147" y="34"/>
                  <a:pt x="147" y="34"/>
                  <a:pt x="147" y="34"/>
                </a:cubicBezTo>
                <a:cubicBezTo>
                  <a:pt x="146" y="36"/>
                  <a:pt x="145" y="38"/>
                  <a:pt x="145" y="40"/>
                </a:cubicBezTo>
                <a:cubicBezTo>
                  <a:pt x="145" y="42"/>
                  <a:pt x="146" y="44"/>
                  <a:pt x="147" y="46"/>
                </a:cubicBezTo>
                <a:lnTo>
                  <a:pt x="179" y="78"/>
                </a:lnTo>
                <a:close/>
                <a:moveTo>
                  <a:pt x="321" y="267"/>
                </a:moveTo>
                <a:cubicBezTo>
                  <a:pt x="321" y="267"/>
                  <a:pt x="321" y="267"/>
                  <a:pt x="321" y="267"/>
                </a:cubicBezTo>
                <a:cubicBezTo>
                  <a:pt x="353" y="122"/>
                  <a:pt x="353" y="122"/>
                  <a:pt x="353" y="122"/>
                </a:cubicBezTo>
                <a:cubicBezTo>
                  <a:pt x="353" y="122"/>
                  <a:pt x="353" y="122"/>
                  <a:pt x="353" y="122"/>
                </a:cubicBezTo>
                <a:cubicBezTo>
                  <a:pt x="353" y="121"/>
                  <a:pt x="353" y="121"/>
                  <a:pt x="353" y="120"/>
                </a:cubicBezTo>
                <a:cubicBezTo>
                  <a:pt x="353" y="116"/>
                  <a:pt x="350" y="112"/>
                  <a:pt x="345" y="112"/>
                </a:cubicBezTo>
                <a:cubicBezTo>
                  <a:pt x="88" y="112"/>
                  <a:pt x="88" y="112"/>
                  <a:pt x="88" y="112"/>
                </a:cubicBezTo>
                <a:cubicBezTo>
                  <a:pt x="77" y="70"/>
                  <a:pt x="77" y="70"/>
                  <a:pt x="77" y="70"/>
                </a:cubicBezTo>
                <a:cubicBezTo>
                  <a:pt x="77" y="70"/>
                  <a:pt x="77" y="70"/>
                  <a:pt x="77" y="70"/>
                </a:cubicBezTo>
                <a:cubicBezTo>
                  <a:pt x="76" y="66"/>
                  <a:pt x="73" y="64"/>
                  <a:pt x="69" y="64"/>
                </a:cubicBezTo>
                <a:cubicBezTo>
                  <a:pt x="8" y="64"/>
                  <a:pt x="8" y="64"/>
                  <a:pt x="8" y="64"/>
                </a:cubicBezTo>
                <a:cubicBezTo>
                  <a:pt x="4" y="64"/>
                  <a:pt x="0" y="68"/>
                  <a:pt x="0" y="72"/>
                </a:cubicBezTo>
                <a:cubicBezTo>
                  <a:pt x="0" y="76"/>
                  <a:pt x="4" y="80"/>
                  <a:pt x="8" y="80"/>
                </a:cubicBezTo>
                <a:cubicBezTo>
                  <a:pt x="63" y="80"/>
                  <a:pt x="63" y="80"/>
                  <a:pt x="63" y="80"/>
                </a:cubicBezTo>
                <a:cubicBezTo>
                  <a:pt x="113" y="267"/>
                  <a:pt x="113" y="267"/>
                  <a:pt x="113" y="267"/>
                </a:cubicBezTo>
                <a:cubicBezTo>
                  <a:pt x="113" y="267"/>
                  <a:pt x="113" y="267"/>
                  <a:pt x="113" y="267"/>
                </a:cubicBezTo>
                <a:cubicBezTo>
                  <a:pt x="114" y="269"/>
                  <a:pt x="115" y="271"/>
                  <a:pt x="117" y="272"/>
                </a:cubicBezTo>
                <a:cubicBezTo>
                  <a:pt x="114" y="277"/>
                  <a:pt x="113" y="283"/>
                  <a:pt x="113" y="289"/>
                </a:cubicBezTo>
                <a:cubicBezTo>
                  <a:pt x="113" y="307"/>
                  <a:pt x="127" y="321"/>
                  <a:pt x="145" y="321"/>
                </a:cubicBezTo>
                <a:cubicBezTo>
                  <a:pt x="162" y="321"/>
                  <a:pt x="177" y="307"/>
                  <a:pt x="177" y="289"/>
                </a:cubicBezTo>
                <a:cubicBezTo>
                  <a:pt x="177" y="283"/>
                  <a:pt x="175" y="277"/>
                  <a:pt x="172" y="273"/>
                </a:cubicBezTo>
                <a:cubicBezTo>
                  <a:pt x="262" y="273"/>
                  <a:pt x="262" y="273"/>
                  <a:pt x="262" y="273"/>
                </a:cubicBezTo>
                <a:cubicBezTo>
                  <a:pt x="259" y="277"/>
                  <a:pt x="257" y="283"/>
                  <a:pt x="257" y="289"/>
                </a:cubicBezTo>
                <a:cubicBezTo>
                  <a:pt x="257" y="307"/>
                  <a:pt x="271" y="321"/>
                  <a:pt x="289" y="321"/>
                </a:cubicBezTo>
                <a:cubicBezTo>
                  <a:pt x="307" y="321"/>
                  <a:pt x="321" y="307"/>
                  <a:pt x="321" y="289"/>
                </a:cubicBezTo>
                <a:cubicBezTo>
                  <a:pt x="321" y="283"/>
                  <a:pt x="320" y="277"/>
                  <a:pt x="317" y="272"/>
                </a:cubicBezTo>
                <a:cubicBezTo>
                  <a:pt x="319" y="271"/>
                  <a:pt x="320" y="269"/>
                  <a:pt x="321" y="267"/>
                </a:cubicBezTo>
                <a:moveTo>
                  <a:pt x="288" y="128"/>
                </a:moveTo>
                <a:cubicBezTo>
                  <a:pt x="335" y="128"/>
                  <a:pt x="335" y="128"/>
                  <a:pt x="335" y="128"/>
                </a:cubicBezTo>
                <a:cubicBezTo>
                  <a:pt x="328" y="160"/>
                  <a:pt x="328" y="160"/>
                  <a:pt x="328" y="160"/>
                </a:cubicBezTo>
                <a:cubicBezTo>
                  <a:pt x="285" y="160"/>
                  <a:pt x="285" y="160"/>
                  <a:pt x="285" y="160"/>
                </a:cubicBezTo>
                <a:lnTo>
                  <a:pt x="288" y="128"/>
                </a:lnTo>
                <a:close/>
                <a:moveTo>
                  <a:pt x="92" y="128"/>
                </a:moveTo>
                <a:cubicBezTo>
                  <a:pt x="146" y="128"/>
                  <a:pt x="146" y="128"/>
                  <a:pt x="146" y="128"/>
                </a:cubicBezTo>
                <a:cubicBezTo>
                  <a:pt x="149" y="160"/>
                  <a:pt x="149" y="160"/>
                  <a:pt x="149" y="160"/>
                </a:cubicBezTo>
                <a:cubicBezTo>
                  <a:pt x="101" y="160"/>
                  <a:pt x="101" y="160"/>
                  <a:pt x="101" y="160"/>
                </a:cubicBezTo>
                <a:lnTo>
                  <a:pt x="92" y="128"/>
                </a:lnTo>
                <a:close/>
                <a:moveTo>
                  <a:pt x="114" y="209"/>
                </a:moveTo>
                <a:cubicBezTo>
                  <a:pt x="105" y="176"/>
                  <a:pt x="105" y="176"/>
                  <a:pt x="105" y="176"/>
                </a:cubicBezTo>
                <a:cubicBezTo>
                  <a:pt x="151" y="176"/>
                  <a:pt x="151" y="176"/>
                  <a:pt x="151" y="176"/>
                </a:cubicBezTo>
                <a:cubicBezTo>
                  <a:pt x="154" y="209"/>
                  <a:pt x="154" y="209"/>
                  <a:pt x="154" y="209"/>
                </a:cubicBezTo>
                <a:lnTo>
                  <a:pt x="114" y="209"/>
                </a:lnTo>
                <a:close/>
                <a:moveTo>
                  <a:pt x="118" y="225"/>
                </a:moveTo>
                <a:cubicBezTo>
                  <a:pt x="156" y="225"/>
                  <a:pt x="156" y="225"/>
                  <a:pt x="156" y="225"/>
                </a:cubicBezTo>
                <a:cubicBezTo>
                  <a:pt x="160" y="257"/>
                  <a:pt x="160" y="257"/>
                  <a:pt x="160" y="257"/>
                </a:cubicBezTo>
                <a:cubicBezTo>
                  <a:pt x="127" y="257"/>
                  <a:pt x="127" y="257"/>
                  <a:pt x="127" y="257"/>
                </a:cubicBezTo>
                <a:lnTo>
                  <a:pt x="118" y="225"/>
                </a:lnTo>
                <a:close/>
                <a:moveTo>
                  <a:pt x="145" y="305"/>
                </a:moveTo>
                <a:cubicBezTo>
                  <a:pt x="136" y="305"/>
                  <a:pt x="129" y="298"/>
                  <a:pt x="129" y="289"/>
                </a:cubicBezTo>
                <a:cubicBezTo>
                  <a:pt x="129" y="280"/>
                  <a:pt x="136" y="273"/>
                  <a:pt x="145" y="273"/>
                </a:cubicBezTo>
                <a:cubicBezTo>
                  <a:pt x="154" y="273"/>
                  <a:pt x="161" y="280"/>
                  <a:pt x="161" y="289"/>
                </a:cubicBezTo>
                <a:cubicBezTo>
                  <a:pt x="161" y="298"/>
                  <a:pt x="154" y="305"/>
                  <a:pt x="145" y="305"/>
                </a:cubicBezTo>
                <a:moveTo>
                  <a:pt x="209" y="257"/>
                </a:moveTo>
                <a:cubicBezTo>
                  <a:pt x="176" y="257"/>
                  <a:pt x="176" y="257"/>
                  <a:pt x="176" y="257"/>
                </a:cubicBezTo>
                <a:cubicBezTo>
                  <a:pt x="172" y="225"/>
                  <a:pt x="172" y="225"/>
                  <a:pt x="172" y="225"/>
                </a:cubicBezTo>
                <a:cubicBezTo>
                  <a:pt x="209" y="225"/>
                  <a:pt x="209" y="225"/>
                  <a:pt x="209" y="225"/>
                </a:cubicBezTo>
                <a:lnTo>
                  <a:pt x="209" y="257"/>
                </a:lnTo>
                <a:close/>
                <a:moveTo>
                  <a:pt x="209" y="209"/>
                </a:moveTo>
                <a:cubicBezTo>
                  <a:pt x="171" y="209"/>
                  <a:pt x="171" y="209"/>
                  <a:pt x="171" y="209"/>
                </a:cubicBezTo>
                <a:cubicBezTo>
                  <a:pt x="167" y="176"/>
                  <a:pt x="167" y="176"/>
                  <a:pt x="167" y="176"/>
                </a:cubicBezTo>
                <a:cubicBezTo>
                  <a:pt x="209" y="176"/>
                  <a:pt x="209" y="176"/>
                  <a:pt x="209" y="176"/>
                </a:cubicBezTo>
                <a:lnTo>
                  <a:pt x="209" y="209"/>
                </a:lnTo>
                <a:close/>
                <a:moveTo>
                  <a:pt x="209" y="160"/>
                </a:moveTo>
                <a:cubicBezTo>
                  <a:pt x="165" y="160"/>
                  <a:pt x="165" y="160"/>
                  <a:pt x="165" y="160"/>
                </a:cubicBezTo>
                <a:cubicBezTo>
                  <a:pt x="162" y="128"/>
                  <a:pt x="162" y="128"/>
                  <a:pt x="162" y="128"/>
                </a:cubicBezTo>
                <a:cubicBezTo>
                  <a:pt x="209" y="128"/>
                  <a:pt x="209" y="128"/>
                  <a:pt x="209" y="128"/>
                </a:cubicBezTo>
                <a:lnTo>
                  <a:pt x="209" y="160"/>
                </a:lnTo>
                <a:close/>
                <a:moveTo>
                  <a:pt x="258" y="257"/>
                </a:moveTo>
                <a:cubicBezTo>
                  <a:pt x="225" y="257"/>
                  <a:pt x="225" y="257"/>
                  <a:pt x="225" y="257"/>
                </a:cubicBezTo>
                <a:cubicBezTo>
                  <a:pt x="225" y="225"/>
                  <a:pt x="225" y="225"/>
                  <a:pt x="225" y="225"/>
                </a:cubicBezTo>
                <a:cubicBezTo>
                  <a:pt x="262" y="225"/>
                  <a:pt x="262" y="225"/>
                  <a:pt x="262" y="225"/>
                </a:cubicBezTo>
                <a:lnTo>
                  <a:pt x="258" y="257"/>
                </a:lnTo>
                <a:close/>
                <a:moveTo>
                  <a:pt x="263" y="209"/>
                </a:moveTo>
                <a:cubicBezTo>
                  <a:pt x="225" y="209"/>
                  <a:pt x="225" y="209"/>
                  <a:pt x="225" y="209"/>
                </a:cubicBezTo>
                <a:cubicBezTo>
                  <a:pt x="225" y="176"/>
                  <a:pt x="225" y="176"/>
                  <a:pt x="225" y="176"/>
                </a:cubicBezTo>
                <a:cubicBezTo>
                  <a:pt x="267" y="176"/>
                  <a:pt x="267" y="176"/>
                  <a:pt x="267" y="176"/>
                </a:cubicBezTo>
                <a:lnTo>
                  <a:pt x="263" y="209"/>
                </a:lnTo>
                <a:close/>
                <a:moveTo>
                  <a:pt x="269" y="160"/>
                </a:moveTo>
                <a:cubicBezTo>
                  <a:pt x="225" y="160"/>
                  <a:pt x="225" y="160"/>
                  <a:pt x="225" y="160"/>
                </a:cubicBezTo>
                <a:cubicBezTo>
                  <a:pt x="225" y="128"/>
                  <a:pt x="225" y="128"/>
                  <a:pt x="225" y="128"/>
                </a:cubicBezTo>
                <a:cubicBezTo>
                  <a:pt x="272" y="128"/>
                  <a:pt x="272" y="128"/>
                  <a:pt x="272" y="128"/>
                </a:cubicBezTo>
                <a:lnTo>
                  <a:pt x="269" y="160"/>
                </a:lnTo>
                <a:close/>
                <a:moveTo>
                  <a:pt x="289" y="305"/>
                </a:moveTo>
                <a:cubicBezTo>
                  <a:pt x="280" y="305"/>
                  <a:pt x="273" y="298"/>
                  <a:pt x="273" y="289"/>
                </a:cubicBezTo>
                <a:cubicBezTo>
                  <a:pt x="273" y="280"/>
                  <a:pt x="280" y="273"/>
                  <a:pt x="289" y="273"/>
                </a:cubicBezTo>
                <a:cubicBezTo>
                  <a:pt x="298" y="273"/>
                  <a:pt x="305" y="280"/>
                  <a:pt x="305" y="289"/>
                </a:cubicBezTo>
                <a:cubicBezTo>
                  <a:pt x="305" y="298"/>
                  <a:pt x="298" y="305"/>
                  <a:pt x="289" y="305"/>
                </a:cubicBezTo>
                <a:moveTo>
                  <a:pt x="307" y="257"/>
                </a:moveTo>
                <a:cubicBezTo>
                  <a:pt x="274" y="257"/>
                  <a:pt x="274" y="257"/>
                  <a:pt x="274" y="257"/>
                </a:cubicBezTo>
                <a:cubicBezTo>
                  <a:pt x="278" y="225"/>
                  <a:pt x="278" y="225"/>
                  <a:pt x="278" y="225"/>
                </a:cubicBezTo>
                <a:cubicBezTo>
                  <a:pt x="314" y="225"/>
                  <a:pt x="314" y="225"/>
                  <a:pt x="314" y="225"/>
                </a:cubicBezTo>
                <a:lnTo>
                  <a:pt x="307" y="257"/>
                </a:lnTo>
                <a:close/>
                <a:moveTo>
                  <a:pt x="279" y="209"/>
                </a:moveTo>
                <a:cubicBezTo>
                  <a:pt x="283" y="176"/>
                  <a:pt x="283" y="176"/>
                  <a:pt x="283" y="176"/>
                </a:cubicBezTo>
                <a:cubicBezTo>
                  <a:pt x="325" y="176"/>
                  <a:pt x="325" y="176"/>
                  <a:pt x="325" y="176"/>
                </a:cubicBezTo>
                <a:cubicBezTo>
                  <a:pt x="318" y="209"/>
                  <a:pt x="318" y="209"/>
                  <a:pt x="318" y="209"/>
                </a:cubicBezTo>
                <a:lnTo>
                  <a:pt x="279" y="20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" name="Freeform 7"/>
          <p:cNvSpPr>
            <a:spLocks noEditPoints="1"/>
          </p:cNvSpPr>
          <p:nvPr/>
        </p:nvSpPr>
        <p:spPr bwMode="auto">
          <a:xfrm>
            <a:off x="3048000" y="956735"/>
            <a:ext cx="577851" cy="527051"/>
          </a:xfrm>
          <a:custGeom>
            <a:avLst/>
            <a:gdLst>
              <a:gd name="T0" fmla="*/ 208 w 353"/>
              <a:gd name="T1" fmla="*/ 56 h 321"/>
              <a:gd name="T2" fmla="*/ 216 w 353"/>
              <a:gd name="T3" fmla="*/ 96 h 321"/>
              <a:gd name="T4" fmla="*/ 224 w 353"/>
              <a:gd name="T5" fmla="*/ 56 h 321"/>
              <a:gd name="T6" fmla="*/ 264 w 353"/>
              <a:gd name="T7" fmla="*/ 48 h 321"/>
              <a:gd name="T8" fmla="*/ 224 w 353"/>
              <a:gd name="T9" fmla="*/ 40 h 321"/>
              <a:gd name="T10" fmla="*/ 216 w 353"/>
              <a:gd name="T11" fmla="*/ 0 h 321"/>
              <a:gd name="T12" fmla="*/ 208 w 353"/>
              <a:gd name="T13" fmla="*/ 40 h 321"/>
              <a:gd name="T14" fmla="*/ 168 w 353"/>
              <a:gd name="T15" fmla="*/ 48 h 321"/>
              <a:gd name="T16" fmla="*/ 320 w 353"/>
              <a:gd name="T17" fmla="*/ 267 h 321"/>
              <a:gd name="T18" fmla="*/ 353 w 353"/>
              <a:gd name="T19" fmla="*/ 122 h 321"/>
              <a:gd name="T20" fmla="*/ 353 w 353"/>
              <a:gd name="T21" fmla="*/ 120 h 321"/>
              <a:gd name="T22" fmla="*/ 87 w 353"/>
              <a:gd name="T23" fmla="*/ 112 h 321"/>
              <a:gd name="T24" fmla="*/ 76 w 353"/>
              <a:gd name="T25" fmla="*/ 70 h 321"/>
              <a:gd name="T26" fmla="*/ 8 w 353"/>
              <a:gd name="T27" fmla="*/ 64 h 321"/>
              <a:gd name="T28" fmla="*/ 8 w 353"/>
              <a:gd name="T29" fmla="*/ 80 h 321"/>
              <a:gd name="T30" fmla="*/ 112 w 353"/>
              <a:gd name="T31" fmla="*/ 267 h 321"/>
              <a:gd name="T32" fmla="*/ 117 w 353"/>
              <a:gd name="T33" fmla="*/ 272 h 321"/>
              <a:gd name="T34" fmla="*/ 144 w 353"/>
              <a:gd name="T35" fmla="*/ 321 h 321"/>
              <a:gd name="T36" fmla="*/ 172 w 353"/>
              <a:gd name="T37" fmla="*/ 273 h 321"/>
              <a:gd name="T38" fmla="*/ 256 w 353"/>
              <a:gd name="T39" fmla="*/ 289 h 321"/>
              <a:gd name="T40" fmla="*/ 321 w 353"/>
              <a:gd name="T41" fmla="*/ 289 h 321"/>
              <a:gd name="T42" fmla="*/ 320 w 353"/>
              <a:gd name="T43" fmla="*/ 267 h 321"/>
              <a:gd name="T44" fmla="*/ 335 w 353"/>
              <a:gd name="T45" fmla="*/ 128 h 321"/>
              <a:gd name="T46" fmla="*/ 284 w 353"/>
              <a:gd name="T47" fmla="*/ 160 h 321"/>
              <a:gd name="T48" fmla="*/ 92 w 353"/>
              <a:gd name="T49" fmla="*/ 128 h 321"/>
              <a:gd name="T50" fmla="*/ 148 w 353"/>
              <a:gd name="T51" fmla="*/ 160 h 321"/>
              <a:gd name="T52" fmla="*/ 92 w 353"/>
              <a:gd name="T53" fmla="*/ 128 h 321"/>
              <a:gd name="T54" fmla="*/ 105 w 353"/>
              <a:gd name="T55" fmla="*/ 176 h 321"/>
              <a:gd name="T56" fmla="*/ 154 w 353"/>
              <a:gd name="T57" fmla="*/ 209 h 321"/>
              <a:gd name="T58" fmla="*/ 118 w 353"/>
              <a:gd name="T59" fmla="*/ 225 h 321"/>
              <a:gd name="T60" fmla="*/ 159 w 353"/>
              <a:gd name="T61" fmla="*/ 257 h 321"/>
              <a:gd name="T62" fmla="*/ 118 w 353"/>
              <a:gd name="T63" fmla="*/ 225 h 321"/>
              <a:gd name="T64" fmla="*/ 128 w 353"/>
              <a:gd name="T65" fmla="*/ 289 h 321"/>
              <a:gd name="T66" fmla="*/ 160 w 353"/>
              <a:gd name="T67" fmla="*/ 289 h 321"/>
              <a:gd name="T68" fmla="*/ 208 w 353"/>
              <a:gd name="T69" fmla="*/ 257 h 321"/>
              <a:gd name="T70" fmla="*/ 172 w 353"/>
              <a:gd name="T71" fmla="*/ 225 h 321"/>
              <a:gd name="T72" fmla="*/ 208 w 353"/>
              <a:gd name="T73" fmla="*/ 257 h 321"/>
              <a:gd name="T74" fmla="*/ 170 w 353"/>
              <a:gd name="T75" fmla="*/ 209 h 321"/>
              <a:gd name="T76" fmla="*/ 208 w 353"/>
              <a:gd name="T77" fmla="*/ 176 h 321"/>
              <a:gd name="T78" fmla="*/ 208 w 353"/>
              <a:gd name="T79" fmla="*/ 160 h 321"/>
              <a:gd name="T80" fmla="*/ 161 w 353"/>
              <a:gd name="T81" fmla="*/ 128 h 321"/>
              <a:gd name="T82" fmla="*/ 208 w 353"/>
              <a:gd name="T83" fmla="*/ 160 h 321"/>
              <a:gd name="T84" fmla="*/ 224 w 353"/>
              <a:gd name="T85" fmla="*/ 257 h 321"/>
              <a:gd name="T86" fmla="*/ 261 w 353"/>
              <a:gd name="T87" fmla="*/ 225 h 321"/>
              <a:gd name="T88" fmla="*/ 263 w 353"/>
              <a:gd name="T89" fmla="*/ 209 h 321"/>
              <a:gd name="T90" fmla="*/ 224 w 353"/>
              <a:gd name="T91" fmla="*/ 176 h 321"/>
              <a:gd name="T92" fmla="*/ 263 w 353"/>
              <a:gd name="T93" fmla="*/ 209 h 321"/>
              <a:gd name="T94" fmla="*/ 224 w 353"/>
              <a:gd name="T95" fmla="*/ 160 h 321"/>
              <a:gd name="T96" fmla="*/ 272 w 353"/>
              <a:gd name="T97" fmla="*/ 128 h 321"/>
              <a:gd name="T98" fmla="*/ 289 w 353"/>
              <a:gd name="T99" fmla="*/ 305 h 321"/>
              <a:gd name="T100" fmla="*/ 289 w 353"/>
              <a:gd name="T101" fmla="*/ 273 h 321"/>
              <a:gd name="T102" fmla="*/ 289 w 353"/>
              <a:gd name="T103" fmla="*/ 305 h 321"/>
              <a:gd name="T104" fmla="*/ 273 w 353"/>
              <a:gd name="T105" fmla="*/ 257 h 321"/>
              <a:gd name="T106" fmla="*/ 313 w 353"/>
              <a:gd name="T107" fmla="*/ 225 h 321"/>
              <a:gd name="T108" fmla="*/ 279 w 353"/>
              <a:gd name="T109" fmla="*/ 209 h 321"/>
              <a:gd name="T110" fmla="*/ 324 w 353"/>
              <a:gd name="T111" fmla="*/ 176 h 321"/>
              <a:gd name="T112" fmla="*/ 279 w 353"/>
              <a:gd name="T113" fmla="*/ 209 h 3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353" h="321">
                <a:moveTo>
                  <a:pt x="176" y="56"/>
                </a:moveTo>
                <a:cubicBezTo>
                  <a:pt x="208" y="56"/>
                  <a:pt x="208" y="56"/>
                  <a:pt x="208" y="56"/>
                </a:cubicBezTo>
                <a:cubicBezTo>
                  <a:pt x="208" y="88"/>
                  <a:pt x="208" y="88"/>
                  <a:pt x="208" y="88"/>
                </a:cubicBezTo>
                <a:cubicBezTo>
                  <a:pt x="208" y="93"/>
                  <a:pt x="212" y="96"/>
                  <a:pt x="216" y="96"/>
                </a:cubicBezTo>
                <a:cubicBezTo>
                  <a:pt x="221" y="96"/>
                  <a:pt x="224" y="93"/>
                  <a:pt x="224" y="88"/>
                </a:cubicBezTo>
                <a:cubicBezTo>
                  <a:pt x="224" y="56"/>
                  <a:pt x="224" y="56"/>
                  <a:pt x="224" y="56"/>
                </a:cubicBezTo>
                <a:cubicBezTo>
                  <a:pt x="256" y="56"/>
                  <a:pt x="256" y="56"/>
                  <a:pt x="256" y="56"/>
                </a:cubicBezTo>
                <a:cubicBezTo>
                  <a:pt x="261" y="56"/>
                  <a:pt x="264" y="52"/>
                  <a:pt x="264" y="48"/>
                </a:cubicBezTo>
                <a:cubicBezTo>
                  <a:pt x="264" y="44"/>
                  <a:pt x="261" y="40"/>
                  <a:pt x="256" y="40"/>
                </a:cubicBezTo>
                <a:cubicBezTo>
                  <a:pt x="224" y="40"/>
                  <a:pt x="224" y="40"/>
                  <a:pt x="224" y="40"/>
                </a:cubicBezTo>
                <a:cubicBezTo>
                  <a:pt x="224" y="8"/>
                  <a:pt x="224" y="8"/>
                  <a:pt x="224" y="8"/>
                </a:cubicBezTo>
                <a:cubicBezTo>
                  <a:pt x="224" y="3"/>
                  <a:pt x="221" y="0"/>
                  <a:pt x="216" y="0"/>
                </a:cubicBezTo>
                <a:cubicBezTo>
                  <a:pt x="212" y="0"/>
                  <a:pt x="208" y="3"/>
                  <a:pt x="208" y="8"/>
                </a:cubicBezTo>
                <a:cubicBezTo>
                  <a:pt x="208" y="40"/>
                  <a:pt x="208" y="40"/>
                  <a:pt x="208" y="40"/>
                </a:cubicBezTo>
                <a:cubicBezTo>
                  <a:pt x="176" y="40"/>
                  <a:pt x="176" y="40"/>
                  <a:pt x="176" y="40"/>
                </a:cubicBezTo>
                <a:cubicBezTo>
                  <a:pt x="172" y="40"/>
                  <a:pt x="168" y="44"/>
                  <a:pt x="168" y="48"/>
                </a:cubicBezTo>
                <a:cubicBezTo>
                  <a:pt x="168" y="52"/>
                  <a:pt x="172" y="56"/>
                  <a:pt x="176" y="56"/>
                </a:cubicBezTo>
                <a:moveTo>
                  <a:pt x="320" y="267"/>
                </a:moveTo>
                <a:cubicBezTo>
                  <a:pt x="320" y="267"/>
                  <a:pt x="320" y="267"/>
                  <a:pt x="320" y="267"/>
                </a:cubicBezTo>
                <a:cubicBezTo>
                  <a:pt x="353" y="122"/>
                  <a:pt x="353" y="122"/>
                  <a:pt x="353" y="122"/>
                </a:cubicBezTo>
                <a:cubicBezTo>
                  <a:pt x="352" y="122"/>
                  <a:pt x="352" y="122"/>
                  <a:pt x="352" y="122"/>
                </a:cubicBezTo>
                <a:cubicBezTo>
                  <a:pt x="353" y="121"/>
                  <a:pt x="353" y="121"/>
                  <a:pt x="353" y="120"/>
                </a:cubicBezTo>
                <a:cubicBezTo>
                  <a:pt x="353" y="116"/>
                  <a:pt x="349" y="112"/>
                  <a:pt x="345" y="112"/>
                </a:cubicBezTo>
                <a:cubicBezTo>
                  <a:pt x="87" y="112"/>
                  <a:pt x="87" y="112"/>
                  <a:pt x="87" y="112"/>
                </a:cubicBezTo>
                <a:cubicBezTo>
                  <a:pt x="76" y="70"/>
                  <a:pt x="76" y="70"/>
                  <a:pt x="76" y="70"/>
                </a:cubicBezTo>
                <a:cubicBezTo>
                  <a:pt x="76" y="70"/>
                  <a:pt x="76" y="70"/>
                  <a:pt x="76" y="70"/>
                </a:cubicBezTo>
                <a:cubicBezTo>
                  <a:pt x="75" y="66"/>
                  <a:pt x="72" y="64"/>
                  <a:pt x="68" y="64"/>
                </a:cubicBezTo>
                <a:cubicBezTo>
                  <a:pt x="8" y="64"/>
                  <a:pt x="8" y="64"/>
                  <a:pt x="8" y="64"/>
                </a:cubicBezTo>
                <a:cubicBezTo>
                  <a:pt x="3" y="64"/>
                  <a:pt x="0" y="68"/>
                  <a:pt x="0" y="72"/>
                </a:cubicBezTo>
                <a:cubicBezTo>
                  <a:pt x="0" y="76"/>
                  <a:pt x="3" y="80"/>
                  <a:pt x="8" y="80"/>
                </a:cubicBezTo>
                <a:cubicBezTo>
                  <a:pt x="62" y="80"/>
                  <a:pt x="62" y="80"/>
                  <a:pt x="62" y="80"/>
                </a:cubicBezTo>
                <a:cubicBezTo>
                  <a:pt x="112" y="267"/>
                  <a:pt x="112" y="267"/>
                  <a:pt x="112" y="267"/>
                </a:cubicBezTo>
                <a:cubicBezTo>
                  <a:pt x="112" y="267"/>
                  <a:pt x="112" y="267"/>
                  <a:pt x="112" y="267"/>
                </a:cubicBezTo>
                <a:cubicBezTo>
                  <a:pt x="113" y="269"/>
                  <a:pt x="115" y="271"/>
                  <a:pt x="117" y="272"/>
                </a:cubicBezTo>
                <a:cubicBezTo>
                  <a:pt x="114" y="277"/>
                  <a:pt x="112" y="283"/>
                  <a:pt x="112" y="289"/>
                </a:cubicBezTo>
                <a:cubicBezTo>
                  <a:pt x="112" y="307"/>
                  <a:pt x="126" y="321"/>
                  <a:pt x="144" y="321"/>
                </a:cubicBezTo>
                <a:cubicBezTo>
                  <a:pt x="162" y="321"/>
                  <a:pt x="176" y="307"/>
                  <a:pt x="176" y="289"/>
                </a:cubicBezTo>
                <a:cubicBezTo>
                  <a:pt x="176" y="283"/>
                  <a:pt x="174" y="277"/>
                  <a:pt x="172" y="273"/>
                </a:cubicBezTo>
                <a:cubicBezTo>
                  <a:pt x="261" y="273"/>
                  <a:pt x="261" y="273"/>
                  <a:pt x="261" y="273"/>
                </a:cubicBezTo>
                <a:cubicBezTo>
                  <a:pt x="258" y="277"/>
                  <a:pt x="256" y="283"/>
                  <a:pt x="256" y="289"/>
                </a:cubicBezTo>
                <a:cubicBezTo>
                  <a:pt x="256" y="307"/>
                  <a:pt x="271" y="321"/>
                  <a:pt x="289" y="321"/>
                </a:cubicBezTo>
                <a:cubicBezTo>
                  <a:pt x="306" y="321"/>
                  <a:pt x="321" y="307"/>
                  <a:pt x="321" y="289"/>
                </a:cubicBezTo>
                <a:cubicBezTo>
                  <a:pt x="321" y="283"/>
                  <a:pt x="319" y="277"/>
                  <a:pt x="316" y="272"/>
                </a:cubicBezTo>
                <a:cubicBezTo>
                  <a:pt x="318" y="271"/>
                  <a:pt x="320" y="269"/>
                  <a:pt x="320" y="267"/>
                </a:cubicBezTo>
                <a:moveTo>
                  <a:pt x="288" y="128"/>
                </a:moveTo>
                <a:cubicBezTo>
                  <a:pt x="335" y="128"/>
                  <a:pt x="335" y="128"/>
                  <a:pt x="335" y="128"/>
                </a:cubicBezTo>
                <a:cubicBezTo>
                  <a:pt x="328" y="160"/>
                  <a:pt x="328" y="160"/>
                  <a:pt x="328" y="160"/>
                </a:cubicBezTo>
                <a:cubicBezTo>
                  <a:pt x="284" y="160"/>
                  <a:pt x="284" y="160"/>
                  <a:pt x="284" y="160"/>
                </a:cubicBezTo>
                <a:lnTo>
                  <a:pt x="288" y="128"/>
                </a:lnTo>
                <a:close/>
                <a:moveTo>
                  <a:pt x="92" y="128"/>
                </a:moveTo>
                <a:cubicBezTo>
                  <a:pt x="145" y="128"/>
                  <a:pt x="145" y="128"/>
                  <a:pt x="145" y="128"/>
                </a:cubicBezTo>
                <a:cubicBezTo>
                  <a:pt x="148" y="160"/>
                  <a:pt x="148" y="160"/>
                  <a:pt x="148" y="160"/>
                </a:cubicBezTo>
                <a:cubicBezTo>
                  <a:pt x="100" y="160"/>
                  <a:pt x="100" y="160"/>
                  <a:pt x="100" y="160"/>
                </a:cubicBezTo>
                <a:lnTo>
                  <a:pt x="92" y="128"/>
                </a:lnTo>
                <a:close/>
                <a:moveTo>
                  <a:pt x="113" y="209"/>
                </a:moveTo>
                <a:cubicBezTo>
                  <a:pt x="105" y="176"/>
                  <a:pt x="105" y="176"/>
                  <a:pt x="105" y="176"/>
                </a:cubicBezTo>
                <a:cubicBezTo>
                  <a:pt x="150" y="176"/>
                  <a:pt x="150" y="176"/>
                  <a:pt x="150" y="176"/>
                </a:cubicBezTo>
                <a:cubicBezTo>
                  <a:pt x="154" y="209"/>
                  <a:pt x="154" y="209"/>
                  <a:pt x="154" y="209"/>
                </a:cubicBezTo>
                <a:lnTo>
                  <a:pt x="113" y="209"/>
                </a:lnTo>
                <a:close/>
                <a:moveTo>
                  <a:pt x="118" y="225"/>
                </a:moveTo>
                <a:cubicBezTo>
                  <a:pt x="156" y="225"/>
                  <a:pt x="156" y="225"/>
                  <a:pt x="156" y="225"/>
                </a:cubicBezTo>
                <a:cubicBezTo>
                  <a:pt x="159" y="257"/>
                  <a:pt x="159" y="257"/>
                  <a:pt x="159" y="257"/>
                </a:cubicBezTo>
                <a:cubicBezTo>
                  <a:pt x="126" y="257"/>
                  <a:pt x="126" y="257"/>
                  <a:pt x="126" y="257"/>
                </a:cubicBezTo>
                <a:lnTo>
                  <a:pt x="118" y="225"/>
                </a:lnTo>
                <a:close/>
                <a:moveTo>
                  <a:pt x="144" y="305"/>
                </a:moveTo>
                <a:cubicBezTo>
                  <a:pt x="135" y="305"/>
                  <a:pt x="128" y="298"/>
                  <a:pt x="128" y="289"/>
                </a:cubicBezTo>
                <a:cubicBezTo>
                  <a:pt x="128" y="280"/>
                  <a:pt x="135" y="273"/>
                  <a:pt x="144" y="273"/>
                </a:cubicBezTo>
                <a:cubicBezTo>
                  <a:pt x="153" y="273"/>
                  <a:pt x="160" y="280"/>
                  <a:pt x="160" y="289"/>
                </a:cubicBezTo>
                <a:cubicBezTo>
                  <a:pt x="160" y="298"/>
                  <a:pt x="153" y="305"/>
                  <a:pt x="144" y="305"/>
                </a:cubicBezTo>
                <a:moveTo>
                  <a:pt x="208" y="257"/>
                </a:moveTo>
                <a:cubicBezTo>
                  <a:pt x="175" y="257"/>
                  <a:pt x="175" y="257"/>
                  <a:pt x="175" y="257"/>
                </a:cubicBezTo>
                <a:cubicBezTo>
                  <a:pt x="172" y="225"/>
                  <a:pt x="172" y="225"/>
                  <a:pt x="172" y="225"/>
                </a:cubicBezTo>
                <a:cubicBezTo>
                  <a:pt x="208" y="225"/>
                  <a:pt x="208" y="225"/>
                  <a:pt x="208" y="225"/>
                </a:cubicBezTo>
                <a:lnTo>
                  <a:pt x="208" y="257"/>
                </a:lnTo>
                <a:close/>
                <a:moveTo>
                  <a:pt x="208" y="209"/>
                </a:moveTo>
                <a:cubicBezTo>
                  <a:pt x="170" y="209"/>
                  <a:pt x="170" y="209"/>
                  <a:pt x="170" y="209"/>
                </a:cubicBezTo>
                <a:cubicBezTo>
                  <a:pt x="166" y="176"/>
                  <a:pt x="166" y="176"/>
                  <a:pt x="166" y="176"/>
                </a:cubicBezTo>
                <a:cubicBezTo>
                  <a:pt x="208" y="176"/>
                  <a:pt x="208" y="176"/>
                  <a:pt x="208" y="176"/>
                </a:cubicBezTo>
                <a:lnTo>
                  <a:pt x="208" y="209"/>
                </a:lnTo>
                <a:close/>
                <a:moveTo>
                  <a:pt x="208" y="160"/>
                </a:moveTo>
                <a:cubicBezTo>
                  <a:pt x="165" y="160"/>
                  <a:pt x="165" y="160"/>
                  <a:pt x="165" y="160"/>
                </a:cubicBezTo>
                <a:cubicBezTo>
                  <a:pt x="161" y="128"/>
                  <a:pt x="161" y="128"/>
                  <a:pt x="161" y="128"/>
                </a:cubicBezTo>
                <a:cubicBezTo>
                  <a:pt x="208" y="128"/>
                  <a:pt x="208" y="128"/>
                  <a:pt x="208" y="128"/>
                </a:cubicBezTo>
                <a:lnTo>
                  <a:pt x="208" y="160"/>
                </a:lnTo>
                <a:close/>
                <a:moveTo>
                  <a:pt x="257" y="257"/>
                </a:moveTo>
                <a:cubicBezTo>
                  <a:pt x="224" y="257"/>
                  <a:pt x="224" y="257"/>
                  <a:pt x="224" y="257"/>
                </a:cubicBezTo>
                <a:cubicBezTo>
                  <a:pt x="224" y="225"/>
                  <a:pt x="224" y="225"/>
                  <a:pt x="224" y="225"/>
                </a:cubicBezTo>
                <a:cubicBezTo>
                  <a:pt x="261" y="225"/>
                  <a:pt x="261" y="225"/>
                  <a:pt x="261" y="225"/>
                </a:cubicBezTo>
                <a:lnTo>
                  <a:pt x="257" y="257"/>
                </a:lnTo>
                <a:close/>
                <a:moveTo>
                  <a:pt x="263" y="209"/>
                </a:moveTo>
                <a:cubicBezTo>
                  <a:pt x="224" y="209"/>
                  <a:pt x="224" y="209"/>
                  <a:pt x="224" y="209"/>
                </a:cubicBezTo>
                <a:cubicBezTo>
                  <a:pt x="224" y="176"/>
                  <a:pt x="224" y="176"/>
                  <a:pt x="224" y="176"/>
                </a:cubicBezTo>
                <a:cubicBezTo>
                  <a:pt x="266" y="176"/>
                  <a:pt x="266" y="176"/>
                  <a:pt x="266" y="176"/>
                </a:cubicBezTo>
                <a:lnTo>
                  <a:pt x="263" y="209"/>
                </a:lnTo>
                <a:close/>
                <a:moveTo>
                  <a:pt x="268" y="160"/>
                </a:moveTo>
                <a:cubicBezTo>
                  <a:pt x="224" y="160"/>
                  <a:pt x="224" y="160"/>
                  <a:pt x="224" y="160"/>
                </a:cubicBezTo>
                <a:cubicBezTo>
                  <a:pt x="224" y="128"/>
                  <a:pt x="224" y="128"/>
                  <a:pt x="224" y="128"/>
                </a:cubicBezTo>
                <a:cubicBezTo>
                  <a:pt x="272" y="128"/>
                  <a:pt x="272" y="128"/>
                  <a:pt x="272" y="128"/>
                </a:cubicBezTo>
                <a:lnTo>
                  <a:pt x="268" y="160"/>
                </a:lnTo>
                <a:close/>
                <a:moveTo>
                  <a:pt x="289" y="305"/>
                </a:moveTo>
                <a:cubicBezTo>
                  <a:pt x="280" y="305"/>
                  <a:pt x="273" y="298"/>
                  <a:pt x="273" y="289"/>
                </a:cubicBezTo>
                <a:cubicBezTo>
                  <a:pt x="273" y="280"/>
                  <a:pt x="280" y="273"/>
                  <a:pt x="289" y="273"/>
                </a:cubicBezTo>
                <a:cubicBezTo>
                  <a:pt x="297" y="273"/>
                  <a:pt x="305" y="280"/>
                  <a:pt x="305" y="289"/>
                </a:cubicBezTo>
                <a:cubicBezTo>
                  <a:pt x="305" y="298"/>
                  <a:pt x="297" y="305"/>
                  <a:pt x="289" y="305"/>
                </a:cubicBezTo>
                <a:moveTo>
                  <a:pt x="306" y="257"/>
                </a:moveTo>
                <a:cubicBezTo>
                  <a:pt x="273" y="257"/>
                  <a:pt x="273" y="257"/>
                  <a:pt x="273" y="257"/>
                </a:cubicBezTo>
                <a:cubicBezTo>
                  <a:pt x="277" y="225"/>
                  <a:pt x="277" y="225"/>
                  <a:pt x="277" y="225"/>
                </a:cubicBezTo>
                <a:cubicBezTo>
                  <a:pt x="313" y="225"/>
                  <a:pt x="313" y="225"/>
                  <a:pt x="313" y="225"/>
                </a:cubicBezTo>
                <a:lnTo>
                  <a:pt x="306" y="257"/>
                </a:lnTo>
                <a:close/>
                <a:moveTo>
                  <a:pt x="279" y="209"/>
                </a:moveTo>
                <a:cubicBezTo>
                  <a:pt x="282" y="176"/>
                  <a:pt x="282" y="176"/>
                  <a:pt x="282" y="176"/>
                </a:cubicBezTo>
                <a:cubicBezTo>
                  <a:pt x="324" y="176"/>
                  <a:pt x="324" y="176"/>
                  <a:pt x="324" y="176"/>
                </a:cubicBezTo>
                <a:cubicBezTo>
                  <a:pt x="317" y="209"/>
                  <a:pt x="317" y="209"/>
                  <a:pt x="317" y="209"/>
                </a:cubicBezTo>
                <a:lnTo>
                  <a:pt x="279" y="20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" name="Freeform 8"/>
          <p:cNvSpPr>
            <a:spLocks noEditPoints="1"/>
          </p:cNvSpPr>
          <p:nvPr/>
        </p:nvSpPr>
        <p:spPr bwMode="auto">
          <a:xfrm>
            <a:off x="4150785" y="996951"/>
            <a:ext cx="579967" cy="459317"/>
          </a:xfrm>
          <a:custGeom>
            <a:avLst/>
            <a:gdLst>
              <a:gd name="T0" fmla="*/ 257 w 353"/>
              <a:gd name="T1" fmla="*/ 16 h 281"/>
              <a:gd name="T2" fmla="*/ 257 w 353"/>
              <a:gd name="T3" fmla="*/ 0 h 281"/>
              <a:gd name="T4" fmla="*/ 168 w 353"/>
              <a:gd name="T5" fmla="*/ 8 h 281"/>
              <a:gd name="T6" fmla="*/ 321 w 353"/>
              <a:gd name="T7" fmla="*/ 227 h 281"/>
              <a:gd name="T8" fmla="*/ 353 w 353"/>
              <a:gd name="T9" fmla="*/ 82 h 281"/>
              <a:gd name="T10" fmla="*/ 353 w 353"/>
              <a:gd name="T11" fmla="*/ 80 h 281"/>
              <a:gd name="T12" fmla="*/ 88 w 353"/>
              <a:gd name="T13" fmla="*/ 72 h 281"/>
              <a:gd name="T14" fmla="*/ 76 w 353"/>
              <a:gd name="T15" fmla="*/ 30 h 281"/>
              <a:gd name="T16" fmla="*/ 8 w 353"/>
              <a:gd name="T17" fmla="*/ 24 h 281"/>
              <a:gd name="T18" fmla="*/ 8 w 353"/>
              <a:gd name="T19" fmla="*/ 40 h 281"/>
              <a:gd name="T20" fmla="*/ 113 w 353"/>
              <a:gd name="T21" fmla="*/ 227 h 281"/>
              <a:gd name="T22" fmla="*/ 117 w 353"/>
              <a:gd name="T23" fmla="*/ 232 h 281"/>
              <a:gd name="T24" fmla="*/ 144 w 353"/>
              <a:gd name="T25" fmla="*/ 281 h 281"/>
              <a:gd name="T26" fmla="*/ 172 w 353"/>
              <a:gd name="T27" fmla="*/ 233 h 281"/>
              <a:gd name="T28" fmla="*/ 257 w 353"/>
              <a:gd name="T29" fmla="*/ 249 h 281"/>
              <a:gd name="T30" fmla="*/ 321 w 353"/>
              <a:gd name="T31" fmla="*/ 249 h 281"/>
              <a:gd name="T32" fmla="*/ 321 w 353"/>
              <a:gd name="T33" fmla="*/ 227 h 281"/>
              <a:gd name="T34" fmla="*/ 335 w 353"/>
              <a:gd name="T35" fmla="*/ 88 h 281"/>
              <a:gd name="T36" fmla="*/ 284 w 353"/>
              <a:gd name="T37" fmla="*/ 120 h 281"/>
              <a:gd name="T38" fmla="*/ 92 w 353"/>
              <a:gd name="T39" fmla="*/ 88 h 281"/>
              <a:gd name="T40" fmla="*/ 149 w 353"/>
              <a:gd name="T41" fmla="*/ 120 h 281"/>
              <a:gd name="T42" fmla="*/ 92 w 353"/>
              <a:gd name="T43" fmla="*/ 88 h 281"/>
              <a:gd name="T44" fmla="*/ 105 w 353"/>
              <a:gd name="T45" fmla="*/ 136 h 281"/>
              <a:gd name="T46" fmla="*/ 154 w 353"/>
              <a:gd name="T47" fmla="*/ 168 h 281"/>
              <a:gd name="T48" fmla="*/ 118 w 353"/>
              <a:gd name="T49" fmla="*/ 185 h 281"/>
              <a:gd name="T50" fmla="*/ 160 w 353"/>
              <a:gd name="T51" fmla="*/ 217 h 281"/>
              <a:gd name="T52" fmla="*/ 118 w 353"/>
              <a:gd name="T53" fmla="*/ 185 h 281"/>
              <a:gd name="T54" fmla="*/ 128 w 353"/>
              <a:gd name="T55" fmla="*/ 249 h 281"/>
              <a:gd name="T56" fmla="*/ 160 w 353"/>
              <a:gd name="T57" fmla="*/ 249 h 281"/>
              <a:gd name="T58" fmla="*/ 209 w 353"/>
              <a:gd name="T59" fmla="*/ 217 h 281"/>
              <a:gd name="T60" fmla="*/ 172 w 353"/>
              <a:gd name="T61" fmla="*/ 185 h 281"/>
              <a:gd name="T62" fmla="*/ 209 w 353"/>
              <a:gd name="T63" fmla="*/ 217 h 281"/>
              <a:gd name="T64" fmla="*/ 170 w 353"/>
              <a:gd name="T65" fmla="*/ 168 h 281"/>
              <a:gd name="T66" fmla="*/ 209 w 353"/>
              <a:gd name="T67" fmla="*/ 136 h 281"/>
              <a:gd name="T68" fmla="*/ 209 w 353"/>
              <a:gd name="T69" fmla="*/ 120 h 281"/>
              <a:gd name="T70" fmla="*/ 161 w 353"/>
              <a:gd name="T71" fmla="*/ 88 h 281"/>
              <a:gd name="T72" fmla="*/ 209 w 353"/>
              <a:gd name="T73" fmla="*/ 120 h 281"/>
              <a:gd name="T74" fmla="*/ 225 w 353"/>
              <a:gd name="T75" fmla="*/ 217 h 281"/>
              <a:gd name="T76" fmla="*/ 261 w 353"/>
              <a:gd name="T77" fmla="*/ 185 h 281"/>
              <a:gd name="T78" fmla="*/ 263 w 353"/>
              <a:gd name="T79" fmla="*/ 168 h 281"/>
              <a:gd name="T80" fmla="*/ 225 w 353"/>
              <a:gd name="T81" fmla="*/ 136 h 281"/>
              <a:gd name="T82" fmla="*/ 263 w 353"/>
              <a:gd name="T83" fmla="*/ 168 h 281"/>
              <a:gd name="T84" fmla="*/ 225 w 353"/>
              <a:gd name="T85" fmla="*/ 120 h 281"/>
              <a:gd name="T86" fmla="*/ 272 w 353"/>
              <a:gd name="T87" fmla="*/ 88 h 281"/>
              <a:gd name="T88" fmla="*/ 289 w 353"/>
              <a:gd name="T89" fmla="*/ 265 h 281"/>
              <a:gd name="T90" fmla="*/ 289 w 353"/>
              <a:gd name="T91" fmla="*/ 233 h 281"/>
              <a:gd name="T92" fmla="*/ 289 w 353"/>
              <a:gd name="T93" fmla="*/ 265 h 281"/>
              <a:gd name="T94" fmla="*/ 274 w 353"/>
              <a:gd name="T95" fmla="*/ 217 h 281"/>
              <a:gd name="T96" fmla="*/ 314 w 353"/>
              <a:gd name="T97" fmla="*/ 185 h 281"/>
              <a:gd name="T98" fmla="*/ 279 w 353"/>
              <a:gd name="T99" fmla="*/ 168 h 281"/>
              <a:gd name="T100" fmla="*/ 324 w 353"/>
              <a:gd name="T101" fmla="*/ 136 h 281"/>
              <a:gd name="T102" fmla="*/ 279 w 353"/>
              <a:gd name="T103" fmla="*/ 168 h 2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353" h="281">
                <a:moveTo>
                  <a:pt x="176" y="16"/>
                </a:moveTo>
                <a:cubicBezTo>
                  <a:pt x="257" y="16"/>
                  <a:pt x="257" y="16"/>
                  <a:pt x="257" y="16"/>
                </a:cubicBezTo>
                <a:cubicBezTo>
                  <a:pt x="261" y="16"/>
                  <a:pt x="265" y="12"/>
                  <a:pt x="265" y="8"/>
                </a:cubicBezTo>
                <a:cubicBezTo>
                  <a:pt x="265" y="3"/>
                  <a:pt x="261" y="0"/>
                  <a:pt x="257" y="0"/>
                </a:cubicBezTo>
                <a:cubicBezTo>
                  <a:pt x="176" y="0"/>
                  <a:pt x="176" y="0"/>
                  <a:pt x="176" y="0"/>
                </a:cubicBezTo>
                <a:cubicBezTo>
                  <a:pt x="172" y="0"/>
                  <a:pt x="168" y="3"/>
                  <a:pt x="168" y="8"/>
                </a:cubicBezTo>
                <a:cubicBezTo>
                  <a:pt x="168" y="12"/>
                  <a:pt x="172" y="16"/>
                  <a:pt x="176" y="16"/>
                </a:cubicBezTo>
                <a:moveTo>
                  <a:pt x="321" y="227"/>
                </a:moveTo>
                <a:cubicBezTo>
                  <a:pt x="321" y="227"/>
                  <a:pt x="321" y="227"/>
                  <a:pt x="321" y="227"/>
                </a:cubicBezTo>
                <a:cubicBezTo>
                  <a:pt x="353" y="82"/>
                  <a:pt x="353" y="82"/>
                  <a:pt x="353" y="82"/>
                </a:cubicBezTo>
                <a:cubicBezTo>
                  <a:pt x="353" y="82"/>
                  <a:pt x="353" y="82"/>
                  <a:pt x="353" y="82"/>
                </a:cubicBezTo>
                <a:cubicBezTo>
                  <a:pt x="353" y="81"/>
                  <a:pt x="353" y="81"/>
                  <a:pt x="353" y="80"/>
                </a:cubicBezTo>
                <a:cubicBezTo>
                  <a:pt x="353" y="76"/>
                  <a:pt x="350" y="72"/>
                  <a:pt x="345" y="72"/>
                </a:cubicBezTo>
                <a:cubicBezTo>
                  <a:pt x="88" y="72"/>
                  <a:pt x="88" y="72"/>
                  <a:pt x="88" y="72"/>
                </a:cubicBezTo>
                <a:cubicBezTo>
                  <a:pt x="76" y="30"/>
                  <a:pt x="76" y="30"/>
                  <a:pt x="76" y="30"/>
                </a:cubicBezTo>
                <a:cubicBezTo>
                  <a:pt x="76" y="30"/>
                  <a:pt x="76" y="30"/>
                  <a:pt x="76" y="30"/>
                </a:cubicBezTo>
                <a:cubicBezTo>
                  <a:pt x="75" y="26"/>
                  <a:pt x="72" y="24"/>
                  <a:pt x="69" y="24"/>
                </a:cubicBezTo>
                <a:cubicBezTo>
                  <a:pt x="8" y="24"/>
                  <a:pt x="8" y="24"/>
                  <a:pt x="8" y="24"/>
                </a:cubicBezTo>
                <a:cubicBezTo>
                  <a:pt x="3" y="24"/>
                  <a:pt x="0" y="28"/>
                  <a:pt x="0" y="32"/>
                </a:cubicBezTo>
                <a:cubicBezTo>
                  <a:pt x="0" y="36"/>
                  <a:pt x="3" y="40"/>
                  <a:pt x="8" y="40"/>
                </a:cubicBezTo>
                <a:cubicBezTo>
                  <a:pt x="62" y="40"/>
                  <a:pt x="62" y="40"/>
                  <a:pt x="62" y="40"/>
                </a:cubicBezTo>
                <a:cubicBezTo>
                  <a:pt x="113" y="227"/>
                  <a:pt x="113" y="227"/>
                  <a:pt x="113" y="227"/>
                </a:cubicBezTo>
                <a:cubicBezTo>
                  <a:pt x="113" y="227"/>
                  <a:pt x="113" y="227"/>
                  <a:pt x="113" y="227"/>
                </a:cubicBezTo>
                <a:cubicBezTo>
                  <a:pt x="113" y="229"/>
                  <a:pt x="115" y="231"/>
                  <a:pt x="117" y="232"/>
                </a:cubicBezTo>
                <a:cubicBezTo>
                  <a:pt x="114" y="237"/>
                  <a:pt x="112" y="243"/>
                  <a:pt x="112" y="249"/>
                </a:cubicBezTo>
                <a:cubicBezTo>
                  <a:pt x="112" y="266"/>
                  <a:pt x="127" y="281"/>
                  <a:pt x="144" y="281"/>
                </a:cubicBezTo>
                <a:cubicBezTo>
                  <a:pt x="162" y="281"/>
                  <a:pt x="176" y="266"/>
                  <a:pt x="176" y="249"/>
                </a:cubicBezTo>
                <a:cubicBezTo>
                  <a:pt x="176" y="243"/>
                  <a:pt x="175" y="237"/>
                  <a:pt x="172" y="233"/>
                </a:cubicBezTo>
                <a:cubicBezTo>
                  <a:pt x="261" y="233"/>
                  <a:pt x="261" y="233"/>
                  <a:pt x="261" y="233"/>
                </a:cubicBezTo>
                <a:cubicBezTo>
                  <a:pt x="258" y="237"/>
                  <a:pt x="257" y="243"/>
                  <a:pt x="257" y="249"/>
                </a:cubicBezTo>
                <a:cubicBezTo>
                  <a:pt x="257" y="266"/>
                  <a:pt x="271" y="281"/>
                  <a:pt x="289" y="281"/>
                </a:cubicBezTo>
                <a:cubicBezTo>
                  <a:pt x="307" y="281"/>
                  <a:pt x="321" y="266"/>
                  <a:pt x="321" y="249"/>
                </a:cubicBezTo>
                <a:cubicBezTo>
                  <a:pt x="321" y="243"/>
                  <a:pt x="319" y="237"/>
                  <a:pt x="316" y="232"/>
                </a:cubicBezTo>
                <a:cubicBezTo>
                  <a:pt x="318" y="231"/>
                  <a:pt x="320" y="229"/>
                  <a:pt x="321" y="227"/>
                </a:cubicBezTo>
                <a:moveTo>
                  <a:pt x="288" y="88"/>
                </a:moveTo>
                <a:cubicBezTo>
                  <a:pt x="335" y="88"/>
                  <a:pt x="335" y="88"/>
                  <a:pt x="335" y="88"/>
                </a:cubicBezTo>
                <a:cubicBezTo>
                  <a:pt x="328" y="120"/>
                  <a:pt x="328" y="120"/>
                  <a:pt x="328" y="120"/>
                </a:cubicBezTo>
                <a:cubicBezTo>
                  <a:pt x="284" y="120"/>
                  <a:pt x="284" y="120"/>
                  <a:pt x="284" y="120"/>
                </a:cubicBezTo>
                <a:lnTo>
                  <a:pt x="288" y="88"/>
                </a:lnTo>
                <a:close/>
                <a:moveTo>
                  <a:pt x="92" y="88"/>
                </a:moveTo>
                <a:cubicBezTo>
                  <a:pt x="145" y="88"/>
                  <a:pt x="145" y="88"/>
                  <a:pt x="145" y="88"/>
                </a:cubicBezTo>
                <a:cubicBezTo>
                  <a:pt x="149" y="120"/>
                  <a:pt x="149" y="120"/>
                  <a:pt x="149" y="120"/>
                </a:cubicBezTo>
                <a:cubicBezTo>
                  <a:pt x="101" y="120"/>
                  <a:pt x="101" y="120"/>
                  <a:pt x="101" y="120"/>
                </a:cubicBezTo>
                <a:lnTo>
                  <a:pt x="92" y="88"/>
                </a:lnTo>
                <a:close/>
                <a:moveTo>
                  <a:pt x="114" y="168"/>
                </a:moveTo>
                <a:cubicBezTo>
                  <a:pt x="105" y="136"/>
                  <a:pt x="105" y="136"/>
                  <a:pt x="105" y="136"/>
                </a:cubicBezTo>
                <a:cubicBezTo>
                  <a:pt x="151" y="136"/>
                  <a:pt x="151" y="136"/>
                  <a:pt x="151" y="136"/>
                </a:cubicBezTo>
                <a:cubicBezTo>
                  <a:pt x="154" y="168"/>
                  <a:pt x="154" y="168"/>
                  <a:pt x="154" y="168"/>
                </a:cubicBezTo>
                <a:lnTo>
                  <a:pt x="114" y="168"/>
                </a:lnTo>
                <a:close/>
                <a:moveTo>
                  <a:pt x="118" y="185"/>
                </a:moveTo>
                <a:cubicBezTo>
                  <a:pt x="156" y="185"/>
                  <a:pt x="156" y="185"/>
                  <a:pt x="156" y="185"/>
                </a:cubicBezTo>
                <a:cubicBezTo>
                  <a:pt x="160" y="217"/>
                  <a:pt x="160" y="217"/>
                  <a:pt x="160" y="217"/>
                </a:cubicBezTo>
                <a:cubicBezTo>
                  <a:pt x="126" y="217"/>
                  <a:pt x="126" y="217"/>
                  <a:pt x="126" y="217"/>
                </a:cubicBezTo>
                <a:lnTo>
                  <a:pt x="118" y="185"/>
                </a:lnTo>
                <a:close/>
                <a:moveTo>
                  <a:pt x="144" y="265"/>
                </a:moveTo>
                <a:cubicBezTo>
                  <a:pt x="136" y="265"/>
                  <a:pt x="128" y="258"/>
                  <a:pt x="128" y="249"/>
                </a:cubicBezTo>
                <a:cubicBezTo>
                  <a:pt x="128" y="240"/>
                  <a:pt x="136" y="233"/>
                  <a:pt x="144" y="233"/>
                </a:cubicBezTo>
                <a:cubicBezTo>
                  <a:pt x="153" y="233"/>
                  <a:pt x="160" y="240"/>
                  <a:pt x="160" y="249"/>
                </a:cubicBezTo>
                <a:cubicBezTo>
                  <a:pt x="160" y="258"/>
                  <a:pt x="153" y="265"/>
                  <a:pt x="144" y="265"/>
                </a:cubicBezTo>
                <a:moveTo>
                  <a:pt x="209" y="217"/>
                </a:moveTo>
                <a:cubicBezTo>
                  <a:pt x="176" y="217"/>
                  <a:pt x="176" y="217"/>
                  <a:pt x="176" y="217"/>
                </a:cubicBezTo>
                <a:cubicBezTo>
                  <a:pt x="172" y="185"/>
                  <a:pt x="172" y="185"/>
                  <a:pt x="172" y="185"/>
                </a:cubicBezTo>
                <a:cubicBezTo>
                  <a:pt x="209" y="185"/>
                  <a:pt x="209" y="185"/>
                  <a:pt x="209" y="185"/>
                </a:cubicBezTo>
                <a:lnTo>
                  <a:pt x="209" y="217"/>
                </a:lnTo>
                <a:close/>
                <a:moveTo>
                  <a:pt x="209" y="168"/>
                </a:moveTo>
                <a:cubicBezTo>
                  <a:pt x="170" y="168"/>
                  <a:pt x="170" y="168"/>
                  <a:pt x="170" y="168"/>
                </a:cubicBezTo>
                <a:cubicBezTo>
                  <a:pt x="167" y="136"/>
                  <a:pt x="167" y="136"/>
                  <a:pt x="167" y="136"/>
                </a:cubicBezTo>
                <a:cubicBezTo>
                  <a:pt x="209" y="136"/>
                  <a:pt x="209" y="136"/>
                  <a:pt x="209" y="136"/>
                </a:cubicBezTo>
                <a:lnTo>
                  <a:pt x="209" y="168"/>
                </a:lnTo>
                <a:close/>
                <a:moveTo>
                  <a:pt x="209" y="120"/>
                </a:moveTo>
                <a:cubicBezTo>
                  <a:pt x="165" y="120"/>
                  <a:pt x="165" y="120"/>
                  <a:pt x="165" y="120"/>
                </a:cubicBezTo>
                <a:cubicBezTo>
                  <a:pt x="161" y="88"/>
                  <a:pt x="161" y="88"/>
                  <a:pt x="161" y="88"/>
                </a:cubicBezTo>
                <a:cubicBezTo>
                  <a:pt x="209" y="88"/>
                  <a:pt x="209" y="88"/>
                  <a:pt x="209" y="88"/>
                </a:cubicBezTo>
                <a:lnTo>
                  <a:pt x="209" y="120"/>
                </a:lnTo>
                <a:close/>
                <a:moveTo>
                  <a:pt x="258" y="217"/>
                </a:moveTo>
                <a:cubicBezTo>
                  <a:pt x="225" y="217"/>
                  <a:pt x="225" y="217"/>
                  <a:pt x="225" y="217"/>
                </a:cubicBezTo>
                <a:cubicBezTo>
                  <a:pt x="225" y="185"/>
                  <a:pt x="225" y="185"/>
                  <a:pt x="225" y="185"/>
                </a:cubicBezTo>
                <a:cubicBezTo>
                  <a:pt x="261" y="185"/>
                  <a:pt x="261" y="185"/>
                  <a:pt x="261" y="185"/>
                </a:cubicBezTo>
                <a:lnTo>
                  <a:pt x="258" y="217"/>
                </a:lnTo>
                <a:close/>
                <a:moveTo>
                  <a:pt x="263" y="168"/>
                </a:moveTo>
                <a:cubicBezTo>
                  <a:pt x="225" y="168"/>
                  <a:pt x="225" y="168"/>
                  <a:pt x="225" y="168"/>
                </a:cubicBezTo>
                <a:cubicBezTo>
                  <a:pt x="225" y="136"/>
                  <a:pt x="225" y="136"/>
                  <a:pt x="225" y="136"/>
                </a:cubicBezTo>
                <a:cubicBezTo>
                  <a:pt x="267" y="136"/>
                  <a:pt x="267" y="136"/>
                  <a:pt x="267" y="136"/>
                </a:cubicBezTo>
                <a:lnTo>
                  <a:pt x="263" y="168"/>
                </a:lnTo>
                <a:close/>
                <a:moveTo>
                  <a:pt x="268" y="120"/>
                </a:moveTo>
                <a:cubicBezTo>
                  <a:pt x="225" y="120"/>
                  <a:pt x="225" y="120"/>
                  <a:pt x="225" y="120"/>
                </a:cubicBezTo>
                <a:cubicBezTo>
                  <a:pt x="225" y="88"/>
                  <a:pt x="225" y="88"/>
                  <a:pt x="225" y="88"/>
                </a:cubicBezTo>
                <a:cubicBezTo>
                  <a:pt x="272" y="88"/>
                  <a:pt x="272" y="88"/>
                  <a:pt x="272" y="88"/>
                </a:cubicBezTo>
                <a:lnTo>
                  <a:pt x="268" y="120"/>
                </a:lnTo>
                <a:close/>
                <a:moveTo>
                  <a:pt x="289" y="265"/>
                </a:moveTo>
                <a:cubicBezTo>
                  <a:pt x="280" y="265"/>
                  <a:pt x="273" y="258"/>
                  <a:pt x="273" y="249"/>
                </a:cubicBezTo>
                <a:cubicBezTo>
                  <a:pt x="273" y="240"/>
                  <a:pt x="280" y="233"/>
                  <a:pt x="289" y="233"/>
                </a:cubicBezTo>
                <a:cubicBezTo>
                  <a:pt x="298" y="233"/>
                  <a:pt x="305" y="240"/>
                  <a:pt x="305" y="249"/>
                </a:cubicBezTo>
                <a:cubicBezTo>
                  <a:pt x="305" y="258"/>
                  <a:pt x="298" y="265"/>
                  <a:pt x="289" y="265"/>
                </a:cubicBezTo>
                <a:moveTo>
                  <a:pt x="307" y="217"/>
                </a:moveTo>
                <a:cubicBezTo>
                  <a:pt x="274" y="217"/>
                  <a:pt x="274" y="217"/>
                  <a:pt x="274" y="217"/>
                </a:cubicBezTo>
                <a:cubicBezTo>
                  <a:pt x="277" y="185"/>
                  <a:pt x="277" y="185"/>
                  <a:pt x="277" y="185"/>
                </a:cubicBezTo>
                <a:cubicBezTo>
                  <a:pt x="314" y="185"/>
                  <a:pt x="314" y="185"/>
                  <a:pt x="314" y="185"/>
                </a:cubicBezTo>
                <a:lnTo>
                  <a:pt x="307" y="217"/>
                </a:lnTo>
                <a:close/>
                <a:moveTo>
                  <a:pt x="279" y="168"/>
                </a:moveTo>
                <a:cubicBezTo>
                  <a:pt x="283" y="136"/>
                  <a:pt x="283" y="136"/>
                  <a:pt x="283" y="136"/>
                </a:cubicBezTo>
                <a:cubicBezTo>
                  <a:pt x="324" y="136"/>
                  <a:pt x="324" y="136"/>
                  <a:pt x="324" y="136"/>
                </a:cubicBezTo>
                <a:cubicBezTo>
                  <a:pt x="317" y="168"/>
                  <a:pt x="317" y="168"/>
                  <a:pt x="317" y="168"/>
                </a:cubicBezTo>
                <a:lnTo>
                  <a:pt x="279" y="16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" name="Freeform 9"/>
          <p:cNvSpPr>
            <a:spLocks noEditPoints="1"/>
          </p:cNvSpPr>
          <p:nvPr/>
        </p:nvSpPr>
        <p:spPr bwMode="auto">
          <a:xfrm>
            <a:off x="5308601" y="931335"/>
            <a:ext cx="472017" cy="577851"/>
          </a:xfrm>
          <a:custGeom>
            <a:avLst/>
            <a:gdLst>
              <a:gd name="T0" fmla="*/ 32 w 289"/>
              <a:gd name="T1" fmla="*/ 225 h 353"/>
              <a:gd name="T2" fmla="*/ 145 w 289"/>
              <a:gd name="T3" fmla="*/ 208 h 353"/>
              <a:gd name="T4" fmla="*/ 145 w 289"/>
              <a:gd name="T5" fmla="*/ 128 h 353"/>
              <a:gd name="T6" fmla="*/ 177 w 289"/>
              <a:gd name="T7" fmla="*/ 208 h 353"/>
              <a:gd name="T8" fmla="*/ 193 w 289"/>
              <a:gd name="T9" fmla="*/ 208 h 353"/>
              <a:gd name="T10" fmla="*/ 113 w 289"/>
              <a:gd name="T11" fmla="*/ 241 h 353"/>
              <a:gd name="T12" fmla="*/ 121 w 289"/>
              <a:gd name="T13" fmla="*/ 321 h 353"/>
              <a:gd name="T14" fmla="*/ 169 w 289"/>
              <a:gd name="T15" fmla="*/ 305 h 353"/>
              <a:gd name="T16" fmla="*/ 121 w 289"/>
              <a:gd name="T17" fmla="*/ 321 h 353"/>
              <a:gd name="T18" fmla="*/ 81 w 289"/>
              <a:gd name="T19" fmla="*/ 241 h 353"/>
              <a:gd name="T20" fmla="*/ 49 w 289"/>
              <a:gd name="T21" fmla="*/ 241 h 353"/>
              <a:gd name="T22" fmla="*/ 49 w 289"/>
              <a:gd name="T23" fmla="*/ 257 h 353"/>
              <a:gd name="T24" fmla="*/ 217 w 289"/>
              <a:gd name="T25" fmla="*/ 80 h 353"/>
              <a:gd name="T26" fmla="*/ 257 w 289"/>
              <a:gd name="T27" fmla="*/ 32 h 353"/>
              <a:gd name="T28" fmla="*/ 145 w 289"/>
              <a:gd name="T29" fmla="*/ 0 h 353"/>
              <a:gd name="T30" fmla="*/ 145 w 289"/>
              <a:gd name="T31" fmla="*/ 48 h 353"/>
              <a:gd name="T32" fmla="*/ 16 w 289"/>
              <a:gd name="T33" fmla="*/ 80 h 353"/>
              <a:gd name="T34" fmla="*/ 16 w 289"/>
              <a:gd name="T35" fmla="*/ 353 h 353"/>
              <a:gd name="T36" fmla="*/ 289 w 289"/>
              <a:gd name="T37" fmla="*/ 96 h 353"/>
              <a:gd name="T38" fmla="*/ 145 w 289"/>
              <a:gd name="T39" fmla="*/ 32 h 353"/>
              <a:gd name="T40" fmla="*/ 161 w 289"/>
              <a:gd name="T41" fmla="*/ 32 h 353"/>
              <a:gd name="T42" fmla="*/ 241 w 289"/>
              <a:gd name="T43" fmla="*/ 32 h 353"/>
              <a:gd name="T44" fmla="*/ 201 w 289"/>
              <a:gd name="T45" fmla="*/ 80 h 353"/>
              <a:gd name="T46" fmla="*/ 201 w 289"/>
              <a:gd name="T47" fmla="*/ 48 h 353"/>
              <a:gd name="T48" fmla="*/ 16 w 289"/>
              <a:gd name="T49" fmla="*/ 337 h 353"/>
              <a:gd name="T50" fmla="*/ 273 w 289"/>
              <a:gd name="T51" fmla="*/ 337 h 353"/>
              <a:gd name="T52" fmla="*/ 16 w 289"/>
              <a:gd name="T53" fmla="*/ 96 h 353"/>
              <a:gd name="T54" fmla="*/ 241 w 289"/>
              <a:gd name="T55" fmla="*/ 225 h 353"/>
              <a:gd name="T56" fmla="*/ 241 w 289"/>
              <a:gd name="T57" fmla="*/ 208 h 353"/>
              <a:gd name="T58" fmla="*/ 225 w 289"/>
              <a:gd name="T59" fmla="*/ 225 h 353"/>
              <a:gd name="T60" fmla="*/ 209 w 289"/>
              <a:gd name="T61" fmla="*/ 225 h 353"/>
              <a:gd name="T62" fmla="*/ 257 w 289"/>
              <a:gd name="T63" fmla="*/ 176 h 353"/>
              <a:gd name="T64" fmla="*/ 241 w 289"/>
              <a:gd name="T65" fmla="*/ 160 h 353"/>
              <a:gd name="T66" fmla="*/ 241 w 289"/>
              <a:gd name="T67" fmla="*/ 144 h 353"/>
              <a:gd name="T68" fmla="*/ 177 w 289"/>
              <a:gd name="T69" fmla="*/ 112 h 353"/>
              <a:gd name="T70" fmla="*/ 257 w 289"/>
              <a:gd name="T71" fmla="*/ 112 h 353"/>
              <a:gd name="T72" fmla="*/ 209 w 289"/>
              <a:gd name="T73" fmla="*/ 160 h 353"/>
              <a:gd name="T74" fmla="*/ 193 w 289"/>
              <a:gd name="T75" fmla="*/ 144 h 353"/>
              <a:gd name="T76" fmla="*/ 193 w 289"/>
              <a:gd name="T77" fmla="*/ 160 h 353"/>
              <a:gd name="T78" fmla="*/ 257 w 289"/>
              <a:gd name="T79" fmla="*/ 257 h 353"/>
              <a:gd name="T80" fmla="*/ 209 w 289"/>
              <a:gd name="T81" fmla="*/ 257 h 353"/>
              <a:gd name="T82" fmla="*/ 225 w 289"/>
              <a:gd name="T83" fmla="*/ 176 h 353"/>
              <a:gd name="T84" fmla="*/ 193 w 289"/>
              <a:gd name="T85" fmla="*/ 176 h 353"/>
              <a:gd name="T86" fmla="*/ 193 w 289"/>
              <a:gd name="T87" fmla="*/ 192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289" h="353">
                <a:moveTo>
                  <a:pt x="161" y="112"/>
                </a:moveTo>
                <a:cubicBezTo>
                  <a:pt x="32" y="112"/>
                  <a:pt x="32" y="112"/>
                  <a:pt x="32" y="112"/>
                </a:cubicBezTo>
                <a:cubicBezTo>
                  <a:pt x="32" y="225"/>
                  <a:pt x="32" y="225"/>
                  <a:pt x="32" y="225"/>
                </a:cubicBezTo>
                <a:cubicBezTo>
                  <a:pt x="161" y="225"/>
                  <a:pt x="161" y="225"/>
                  <a:pt x="161" y="225"/>
                </a:cubicBezTo>
                <a:lnTo>
                  <a:pt x="161" y="112"/>
                </a:lnTo>
                <a:close/>
                <a:moveTo>
                  <a:pt x="145" y="208"/>
                </a:moveTo>
                <a:cubicBezTo>
                  <a:pt x="49" y="208"/>
                  <a:pt x="49" y="208"/>
                  <a:pt x="49" y="208"/>
                </a:cubicBezTo>
                <a:cubicBezTo>
                  <a:pt x="49" y="128"/>
                  <a:pt x="49" y="128"/>
                  <a:pt x="49" y="128"/>
                </a:cubicBezTo>
                <a:cubicBezTo>
                  <a:pt x="145" y="128"/>
                  <a:pt x="145" y="128"/>
                  <a:pt x="145" y="128"/>
                </a:cubicBezTo>
                <a:lnTo>
                  <a:pt x="145" y="208"/>
                </a:lnTo>
                <a:close/>
                <a:moveTo>
                  <a:pt x="193" y="208"/>
                </a:moveTo>
                <a:cubicBezTo>
                  <a:pt x="177" y="208"/>
                  <a:pt x="177" y="208"/>
                  <a:pt x="177" y="208"/>
                </a:cubicBezTo>
                <a:cubicBezTo>
                  <a:pt x="177" y="225"/>
                  <a:pt x="177" y="225"/>
                  <a:pt x="177" y="225"/>
                </a:cubicBezTo>
                <a:cubicBezTo>
                  <a:pt x="193" y="225"/>
                  <a:pt x="193" y="225"/>
                  <a:pt x="193" y="225"/>
                </a:cubicBezTo>
                <a:lnTo>
                  <a:pt x="193" y="208"/>
                </a:lnTo>
                <a:close/>
                <a:moveTo>
                  <a:pt x="97" y="257"/>
                </a:moveTo>
                <a:cubicBezTo>
                  <a:pt x="113" y="257"/>
                  <a:pt x="113" y="257"/>
                  <a:pt x="113" y="257"/>
                </a:cubicBezTo>
                <a:cubicBezTo>
                  <a:pt x="113" y="241"/>
                  <a:pt x="113" y="241"/>
                  <a:pt x="113" y="241"/>
                </a:cubicBezTo>
                <a:cubicBezTo>
                  <a:pt x="97" y="241"/>
                  <a:pt x="97" y="241"/>
                  <a:pt x="97" y="241"/>
                </a:cubicBezTo>
                <a:lnTo>
                  <a:pt x="97" y="257"/>
                </a:lnTo>
                <a:close/>
                <a:moveTo>
                  <a:pt x="121" y="321"/>
                </a:moveTo>
                <a:cubicBezTo>
                  <a:pt x="169" y="321"/>
                  <a:pt x="169" y="321"/>
                  <a:pt x="169" y="321"/>
                </a:cubicBezTo>
                <a:cubicBezTo>
                  <a:pt x="173" y="321"/>
                  <a:pt x="177" y="317"/>
                  <a:pt x="177" y="313"/>
                </a:cubicBezTo>
                <a:cubicBezTo>
                  <a:pt x="177" y="308"/>
                  <a:pt x="173" y="305"/>
                  <a:pt x="169" y="305"/>
                </a:cubicBezTo>
                <a:cubicBezTo>
                  <a:pt x="121" y="305"/>
                  <a:pt x="121" y="305"/>
                  <a:pt x="121" y="305"/>
                </a:cubicBezTo>
                <a:cubicBezTo>
                  <a:pt x="116" y="305"/>
                  <a:pt x="113" y="308"/>
                  <a:pt x="113" y="313"/>
                </a:cubicBezTo>
                <a:cubicBezTo>
                  <a:pt x="113" y="317"/>
                  <a:pt x="116" y="321"/>
                  <a:pt x="121" y="321"/>
                </a:cubicBezTo>
                <a:moveTo>
                  <a:pt x="65" y="257"/>
                </a:moveTo>
                <a:cubicBezTo>
                  <a:pt x="81" y="257"/>
                  <a:pt x="81" y="257"/>
                  <a:pt x="81" y="257"/>
                </a:cubicBezTo>
                <a:cubicBezTo>
                  <a:pt x="81" y="241"/>
                  <a:pt x="81" y="241"/>
                  <a:pt x="81" y="241"/>
                </a:cubicBezTo>
                <a:cubicBezTo>
                  <a:pt x="65" y="241"/>
                  <a:pt x="65" y="241"/>
                  <a:pt x="65" y="241"/>
                </a:cubicBezTo>
                <a:lnTo>
                  <a:pt x="65" y="257"/>
                </a:lnTo>
                <a:close/>
                <a:moveTo>
                  <a:pt x="49" y="241"/>
                </a:moveTo>
                <a:cubicBezTo>
                  <a:pt x="32" y="241"/>
                  <a:pt x="32" y="241"/>
                  <a:pt x="32" y="241"/>
                </a:cubicBezTo>
                <a:cubicBezTo>
                  <a:pt x="32" y="257"/>
                  <a:pt x="32" y="257"/>
                  <a:pt x="32" y="257"/>
                </a:cubicBezTo>
                <a:cubicBezTo>
                  <a:pt x="49" y="257"/>
                  <a:pt x="49" y="257"/>
                  <a:pt x="49" y="257"/>
                </a:cubicBezTo>
                <a:lnTo>
                  <a:pt x="49" y="241"/>
                </a:lnTo>
                <a:close/>
                <a:moveTo>
                  <a:pt x="273" y="80"/>
                </a:moveTo>
                <a:cubicBezTo>
                  <a:pt x="217" y="80"/>
                  <a:pt x="217" y="80"/>
                  <a:pt x="217" y="80"/>
                </a:cubicBezTo>
                <a:cubicBezTo>
                  <a:pt x="217" y="48"/>
                  <a:pt x="217" y="48"/>
                  <a:pt x="217" y="48"/>
                </a:cubicBezTo>
                <a:cubicBezTo>
                  <a:pt x="241" y="48"/>
                  <a:pt x="241" y="48"/>
                  <a:pt x="241" y="48"/>
                </a:cubicBezTo>
                <a:cubicBezTo>
                  <a:pt x="250" y="48"/>
                  <a:pt x="257" y="41"/>
                  <a:pt x="257" y="32"/>
                </a:cubicBezTo>
                <a:cubicBezTo>
                  <a:pt x="257" y="16"/>
                  <a:pt x="257" y="16"/>
                  <a:pt x="257" y="16"/>
                </a:cubicBezTo>
                <a:cubicBezTo>
                  <a:pt x="257" y="7"/>
                  <a:pt x="250" y="0"/>
                  <a:pt x="241" y="0"/>
                </a:cubicBezTo>
                <a:cubicBezTo>
                  <a:pt x="145" y="0"/>
                  <a:pt x="145" y="0"/>
                  <a:pt x="145" y="0"/>
                </a:cubicBezTo>
                <a:cubicBezTo>
                  <a:pt x="136" y="0"/>
                  <a:pt x="129" y="7"/>
                  <a:pt x="129" y="16"/>
                </a:cubicBezTo>
                <a:cubicBezTo>
                  <a:pt x="129" y="32"/>
                  <a:pt x="129" y="32"/>
                  <a:pt x="129" y="32"/>
                </a:cubicBezTo>
                <a:cubicBezTo>
                  <a:pt x="129" y="41"/>
                  <a:pt x="136" y="48"/>
                  <a:pt x="145" y="48"/>
                </a:cubicBezTo>
                <a:cubicBezTo>
                  <a:pt x="169" y="48"/>
                  <a:pt x="169" y="48"/>
                  <a:pt x="169" y="48"/>
                </a:cubicBezTo>
                <a:cubicBezTo>
                  <a:pt x="169" y="80"/>
                  <a:pt x="169" y="80"/>
                  <a:pt x="169" y="80"/>
                </a:cubicBezTo>
                <a:cubicBezTo>
                  <a:pt x="16" y="80"/>
                  <a:pt x="16" y="80"/>
                  <a:pt x="16" y="80"/>
                </a:cubicBezTo>
                <a:cubicBezTo>
                  <a:pt x="8" y="80"/>
                  <a:pt x="0" y="87"/>
                  <a:pt x="0" y="96"/>
                </a:cubicBezTo>
                <a:cubicBezTo>
                  <a:pt x="0" y="337"/>
                  <a:pt x="0" y="337"/>
                  <a:pt x="0" y="337"/>
                </a:cubicBezTo>
                <a:cubicBezTo>
                  <a:pt x="0" y="346"/>
                  <a:pt x="8" y="353"/>
                  <a:pt x="16" y="353"/>
                </a:cubicBezTo>
                <a:cubicBezTo>
                  <a:pt x="273" y="353"/>
                  <a:pt x="273" y="353"/>
                  <a:pt x="273" y="353"/>
                </a:cubicBezTo>
                <a:cubicBezTo>
                  <a:pt x="282" y="353"/>
                  <a:pt x="289" y="346"/>
                  <a:pt x="289" y="337"/>
                </a:cubicBezTo>
                <a:cubicBezTo>
                  <a:pt x="289" y="96"/>
                  <a:pt x="289" y="96"/>
                  <a:pt x="289" y="96"/>
                </a:cubicBezTo>
                <a:cubicBezTo>
                  <a:pt x="289" y="87"/>
                  <a:pt x="282" y="80"/>
                  <a:pt x="273" y="80"/>
                </a:cubicBezTo>
                <a:moveTo>
                  <a:pt x="161" y="32"/>
                </a:moveTo>
                <a:cubicBezTo>
                  <a:pt x="145" y="32"/>
                  <a:pt x="145" y="32"/>
                  <a:pt x="145" y="32"/>
                </a:cubicBezTo>
                <a:cubicBezTo>
                  <a:pt x="145" y="16"/>
                  <a:pt x="145" y="16"/>
                  <a:pt x="145" y="16"/>
                </a:cubicBezTo>
                <a:cubicBezTo>
                  <a:pt x="161" y="16"/>
                  <a:pt x="161" y="16"/>
                  <a:pt x="161" y="16"/>
                </a:cubicBezTo>
                <a:lnTo>
                  <a:pt x="161" y="32"/>
                </a:lnTo>
                <a:close/>
                <a:moveTo>
                  <a:pt x="177" y="16"/>
                </a:moveTo>
                <a:cubicBezTo>
                  <a:pt x="241" y="16"/>
                  <a:pt x="241" y="16"/>
                  <a:pt x="241" y="16"/>
                </a:cubicBezTo>
                <a:cubicBezTo>
                  <a:pt x="241" y="32"/>
                  <a:pt x="241" y="32"/>
                  <a:pt x="241" y="32"/>
                </a:cubicBezTo>
                <a:cubicBezTo>
                  <a:pt x="177" y="32"/>
                  <a:pt x="177" y="32"/>
                  <a:pt x="177" y="32"/>
                </a:cubicBezTo>
                <a:lnTo>
                  <a:pt x="177" y="16"/>
                </a:lnTo>
                <a:close/>
                <a:moveTo>
                  <a:pt x="201" y="80"/>
                </a:moveTo>
                <a:cubicBezTo>
                  <a:pt x="185" y="80"/>
                  <a:pt x="185" y="80"/>
                  <a:pt x="185" y="80"/>
                </a:cubicBezTo>
                <a:cubicBezTo>
                  <a:pt x="185" y="48"/>
                  <a:pt x="185" y="48"/>
                  <a:pt x="185" y="48"/>
                </a:cubicBezTo>
                <a:cubicBezTo>
                  <a:pt x="201" y="48"/>
                  <a:pt x="201" y="48"/>
                  <a:pt x="201" y="48"/>
                </a:cubicBezTo>
                <a:lnTo>
                  <a:pt x="201" y="80"/>
                </a:lnTo>
                <a:close/>
                <a:moveTo>
                  <a:pt x="273" y="337"/>
                </a:moveTo>
                <a:cubicBezTo>
                  <a:pt x="16" y="337"/>
                  <a:pt x="16" y="337"/>
                  <a:pt x="16" y="337"/>
                </a:cubicBezTo>
                <a:cubicBezTo>
                  <a:pt x="16" y="289"/>
                  <a:pt x="16" y="289"/>
                  <a:pt x="16" y="289"/>
                </a:cubicBezTo>
                <a:cubicBezTo>
                  <a:pt x="273" y="289"/>
                  <a:pt x="273" y="289"/>
                  <a:pt x="273" y="289"/>
                </a:cubicBezTo>
                <a:lnTo>
                  <a:pt x="273" y="337"/>
                </a:lnTo>
                <a:close/>
                <a:moveTo>
                  <a:pt x="273" y="273"/>
                </a:moveTo>
                <a:cubicBezTo>
                  <a:pt x="16" y="273"/>
                  <a:pt x="16" y="273"/>
                  <a:pt x="16" y="273"/>
                </a:cubicBezTo>
                <a:cubicBezTo>
                  <a:pt x="16" y="96"/>
                  <a:pt x="16" y="96"/>
                  <a:pt x="16" y="96"/>
                </a:cubicBezTo>
                <a:cubicBezTo>
                  <a:pt x="273" y="96"/>
                  <a:pt x="273" y="96"/>
                  <a:pt x="273" y="96"/>
                </a:cubicBezTo>
                <a:lnTo>
                  <a:pt x="273" y="273"/>
                </a:lnTo>
                <a:close/>
                <a:moveTo>
                  <a:pt x="241" y="225"/>
                </a:moveTo>
                <a:cubicBezTo>
                  <a:pt x="257" y="225"/>
                  <a:pt x="257" y="225"/>
                  <a:pt x="257" y="225"/>
                </a:cubicBezTo>
                <a:cubicBezTo>
                  <a:pt x="257" y="208"/>
                  <a:pt x="257" y="208"/>
                  <a:pt x="257" y="208"/>
                </a:cubicBezTo>
                <a:cubicBezTo>
                  <a:pt x="241" y="208"/>
                  <a:pt x="241" y="208"/>
                  <a:pt x="241" y="208"/>
                </a:cubicBezTo>
                <a:lnTo>
                  <a:pt x="241" y="225"/>
                </a:lnTo>
                <a:close/>
                <a:moveTo>
                  <a:pt x="209" y="225"/>
                </a:moveTo>
                <a:cubicBezTo>
                  <a:pt x="225" y="225"/>
                  <a:pt x="225" y="225"/>
                  <a:pt x="225" y="225"/>
                </a:cubicBezTo>
                <a:cubicBezTo>
                  <a:pt x="225" y="208"/>
                  <a:pt x="225" y="208"/>
                  <a:pt x="225" y="208"/>
                </a:cubicBezTo>
                <a:cubicBezTo>
                  <a:pt x="209" y="208"/>
                  <a:pt x="209" y="208"/>
                  <a:pt x="209" y="208"/>
                </a:cubicBezTo>
                <a:lnTo>
                  <a:pt x="209" y="225"/>
                </a:lnTo>
                <a:close/>
                <a:moveTo>
                  <a:pt x="241" y="192"/>
                </a:moveTo>
                <a:cubicBezTo>
                  <a:pt x="257" y="192"/>
                  <a:pt x="257" y="192"/>
                  <a:pt x="257" y="192"/>
                </a:cubicBezTo>
                <a:cubicBezTo>
                  <a:pt x="257" y="176"/>
                  <a:pt x="257" y="176"/>
                  <a:pt x="257" y="176"/>
                </a:cubicBezTo>
                <a:cubicBezTo>
                  <a:pt x="241" y="176"/>
                  <a:pt x="241" y="176"/>
                  <a:pt x="241" y="176"/>
                </a:cubicBezTo>
                <a:lnTo>
                  <a:pt x="241" y="192"/>
                </a:lnTo>
                <a:close/>
                <a:moveTo>
                  <a:pt x="241" y="160"/>
                </a:moveTo>
                <a:cubicBezTo>
                  <a:pt x="257" y="160"/>
                  <a:pt x="257" y="160"/>
                  <a:pt x="257" y="160"/>
                </a:cubicBezTo>
                <a:cubicBezTo>
                  <a:pt x="257" y="144"/>
                  <a:pt x="257" y="144"/>
                  <a:pt x="257" y="144"/>
                </a:cubicBezTo>
                <a:cubicBezTo>
                  <a:pt x="241" y="144"/>
                  <a:pt x="241" y="144"/>
                  <a:pt x="241" y="144"/>
                </a:cubicBezTo>
                <a:lnTo>
                  <a:pt x="241" y="160"/>
                </a:lnTo>
                <a:close/>
                <a:moveTo>
                  <a:pt x="257" y="112"/>
                </a:moveTo>
                <a:cubicBezTo>
                  <a:pt x="177" y="112"/>
                  <a:pt x="177" y="112"/>
                  <a:pt x="177" y="112"/>
                </a:cubicBezTo>
                <a:cubicBezTo>
                  <a:pt x="177" y="128"/>
                  <a:pt x="177" y="128"/>
                  <a:pt x="177" y="128"/>
                </a:cubicBezTo>
                <a:cubicBezTo>
                  <a:pt x="257" y="128"/>
                  <a:pt x="257" y="128"/>
                  <a:pt x="257" y="128"/>
                </a:cubicBezTo>
                <a:lnTo>
                  <a:pt x="257" y="112"/>
                </a:lnTo>
                <a:close/>
                <a:moveTo>
                  <a:pt x="225" y="144"/>
                </a:moveTo>
                <a:cubicBezTo>
                  <a:pt x="209" y="144"/>
                  <a:pt x="209" y="144"/>
                  <a:pt x="209" y="144"/>
                </a:cubicBezTo>
                <a:cubicBezTo>
                  <a:pt x="209" y="160"/>
                  <a:pt x="209" y="160"/>
                  <a:pt x="209" y="160"/>
                </a:cubicBezTo>
                <a:cubicBezTo>
                  <a:pt x="225" y="160"/>
                  <a:pt x="225" y="160"/>
                  <a:pt x="225" y="160"/>
                </a:cubicBezTo>
                <a:lnTo>
                  <a:pt x="225" y="144"/>
                </a:lnTo>
                <a:close/>
                <a:moveTo>
                  <a:pt x="193" y="144"/>
                </a:moveTo>
                <a:cubicBezTo>
                  <a:pt x="177" y="144"/>
                  <a:pt x="177" y="144"/>
                  <a:pt x="177" y="144"/>
                </a:cubicBezTo>
                <a:cubicBezTo>
                  <a:pt x="177" y="160"/>
                  <a:pt x="177" y="160"/>
                  <a:pt x="177" y="160"/>
                </a:cubicBezTo>
                <a:cubicBezTo>
                  <a:pt x="193" y="160"/>
                  <a:pt x="193" y="160"/>
                  <a:pt x="193" y="160"/>
                </a:cubicBezTo>
                <a:lnTo>
                  <a:pt x="193" y="144"/>
                </a:lnTo>
                <a:close/>
                <a:moveTo>
                  <a:pt x="209" y="257"/>
                </a:moveTo>
                <a:cubicBezTo>
                  <a:pt x="257" y="257"/>
                  <a:pt x="257" y="257"/>
                  <a:pt x="257" y="257"/>
                </a:cubicBezTo>
                <a:cubicBezTo>
                  <a:pt x="257" y="241"/>
                  <a:pt x="257" y="241"/>
                  <a:pt x="257" y="241"/>
                </a:cubicBezTo>
                <a:cubicBezTo>
                  <a:pt x="209" y="241"/>
                  <a:pt x="209" y="241"/>
                  <a:pt x="209" y="241"/>
                </a:cubicBezTo>
                <a:lnTo>
                  <a:pt x="209" y="257"/>
                </a:lnTo>
                <a:close/>
                <a:moveTo>
                  <a:pt x="209" y="192"/>
                </a:moveTo>
                <a:cubicBezTo>
                  <a:pt x="225" y="192"/>
                  <a:pt x="225" y="192"/>
                  <a:pt x="225" y="192"/>
                </a:cubicBezTo>
                <a:cubicBezTo>
                  <a:pt x="225" y="176"/>
                  <a:pt x="225" y="176"/>
                  <a:pt x="225" y="176"/>
                </a:cubicBezTo>
                <a:cubicBezTo>
                  <a:pt x="209" y="176"/>
                  <a:pt x="209" y="176"/>
                  <a:pt x="209" y="176"/>
                </a:cubicBezTo>
                <a:lnTo>
                  <a:pt x="209" y="192"/>
                </a:lnTo>
                <a:close/>
                <a:moveTo>
                  <a:pt x="193" y="176"/>
                </a:moveTo>
                <a:cubicBezTo>
                  <a:pt x="177" y="176"/>
                  <a:pt x="177" y="176"/>
                  <a:pt x="177" y="176"/>
                </a:cubicBezTo>
                <a:cubicBezTo>
                  <a:pt x="177" y="192"/>
                  <a:pt x="177" y="192"/>
                  <a:pt x="177" y="192"/>
                </a:cubicBezTo>
                <a:cubicBezTo>
                  <a:pt x="193" y="192"/>
                  <a:pt x="193" y="192"/>
                  <a:pt x="193" y="192"/>
                </a:cubicBezTo>
                <a:lnTo>
                  <a:pt x="193" y="17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0" name="Freeform 10"/>
          <p:cNvSpPr>
            <a:spLocks noEditPoints="1"/>
          </p:cNvSpPr>
          <p:nvPr/>
        </p:nvSpPr>
        <p:spPr bwMode="auto">
          <a:xfrm>
            <a:off x="6385984" y="931335"/>
            <a:ext cx="527051" cy="577851"/>
          </a:xfrm>
          <a:custGeom>
            <a:avLst/>
            <a:gdLst>
              <a:gd name="T0" fmla="*/ 321 w 321"/>
              <a:gd name="T1" fmla="*/ 344 h 353"/>
              <a:gd name="T2" fmla="*/ 321 w 321"/>
              <a:gd name="T3" fmla="*/ 344 h 353"/>
              <a:gd name="T4" fmla="*/ 289 w 321"/>
              <a:gd name="T5" fmla="*/ 103 h 353"/>
              <a:gd name="T6" fmla="*/ 288 w 321"/>
              <a:gd name="T7" fmla="*/ 103 h 353"/>
              <a:gd name="T8" fmla="*/ 281 w 321"/>
              <a:gd name="T9" fmla="*/ 96 h 353"/>
              <a:gd name="T10" fmla="*/ 224 w 321"/>
              <a:gd name="T11" fmla="*/ 96 h 353"/>
              <a:gd name="T12" fmla="*/ 224 w 321"/>
              <a:gd name="T13" fmla="*/ 64 h 353"/>
              <a:gd name="T14" fmla="*/ 160 w 321"/>
              <a:gd name="T15" fmla="*/ 0 h 353"/>
              <a:gd name="T16" fmla="*/ 96 w 321"/>
              <a:gd name="T17" fmla="*/ 64 h 353"/>
              <a:gd name="T18" fmla="*/ 96 w 321"/>
              <a:gd name="T19" fmla="*/ 96 h 353"/>
              <a:gd name="T20" fmla="*/ 40 w 321"/>
              <a:gd name="T21" fmla="*/ 96 h 353"/>
              <a:gd name="T22" fmla="*/ 32 w 321"/>
              <a:gd name="T23" fmla="*/ 103 h 353"/>
              <a:gd name="T24" fmla="*/ 32 w 321"/>
              <a:gd name="T25" fmla="*/ 103 h 353"/>
              <a:gd name="T26" fmla="*/ 0 w 321"/>
              <a:gd name="T27" fmla="*/ 344 h 353"/>
              <a:gd name="T28" fmla="*/ 0 w 321"/>
              <a:gd name="T29" fmla="*/ 344 h 353"/>
              <a:gd name="T30" fmla="*/ 0 w 321"/>
              <a:gd name="T31" fmla="*/ 345 h 353"/>
              <a:gd name="T32" fmla="*/ 8 w 321"/>
              <a:gd name="T33" fmla="*/ 353 h 353"/>
              <a:gd name="T34" fmla="*/ 313 w 321"/>
              <a:gd name="T35" fmla="*/ 353 h 353"/>
              <a:gd name="T36" fmla="*/ 321 w 321"/>
              <a:gd name="T37" fmla="*/ 345 h 353"/>
              <a:gd name="T38" fmla="*/ 321 w 321"/>
              <a:gd name="T39" fmla="*/ 344 h 353"/>
              <a:gd name="T40" fmla="*/ 112 w 321"/>
              <a:gd name="T41" fmla="*/ 64 h 353"/>
              <a:gd name="T42" fmla="*/ 160 w 321"/>
              <a:gd name="T43" fmla="*/ 16 h 353"/>
              <a:gd name="T44" fmla="*/ 208 w 321"/>
              <a:gd name="T45" fmla="*/ 64 h 353"/>
              <a:gd name="T46" fmla="*/ 208 w 321"/>
              <a:gd name="T47" fmla="*/ 96 h 353"/>
              <a:gd name="T48" fmla="*/ 112 w 321"/>
              <a:gd name="T49" fmla="*/ 96 h 353"/>
              <a:gd name="T50" fmla="*/ 112 w 321"/>
              <a:gd name="T51" fmla="*/ 64 h 353"/>
              <a:gd name="T52" fmla="*/ 47 w 321"/>
              <a:gd name="T53" fmla="*/ 112 h 353"/>
              <a:gd name="T54" fmla="*/ 96 w 321"/>
              <a:gd name="T55" fmla="*/ 112 h 353"/>
              <a:gd name="T56" fmla="*/ 96 w 321"/>
              <a:gd name="T57" fmla="*/ 146 h 353"/>
              <a:gd name="T58" fmla="*/ 88 w 321"/>
              <a:gd name="T59" fmla="*/ 160 h 353"/>
              <a:gd name="T60" fmla="*/ 104 w 321"/>
              <a:gd name="T61" fmla="*/ 176 h 353"/>
              <a:gd name="T62" fmla="*/ 120 w 321"/>
              <a:gd name="T63" fmla="*/ 160 h 353"/>
              <a:gd name="T64" fmla="*/ 112 w 321"/>
              <a:gd name="T65" fmla="*/ 146 h 353"/>
              <a:gd name="T66" fmla="*/ 112 w 321"/>
              <a:gd name="T67" fmla="*/ 112 h 353"/>
              <a:gd name="T68" fmla="*/ 208 w 321"/>
              <a:gd name="T69" fmla="*/ 112 h 353"/>
              <a:gd name="T70" fmla="*/ 208 w 321"/>
              <a:gd name="T71" fmla="*/ 146 h 353"/>
              <a:gd name="T72" fmla="*/ 200 w 321"/>
              <a:gd name="T73" fmla="*/ 160 h 353"/>
              <a:gd name="T74" fmla="*/ 216 w 321"/>
              <a:gd name="T75" fmla="*/ 176 h 353"/>
              <a:gd name="T76" fmla="*/ 232 w 321"/>
              <a:gd name="T77" fmla="*/ 160 h 353"/>
              <a:gd name="T78" fmla="*/ 224 w 321"/>
              <a:gd name="T79" fmla="*/ 146 h 353"/>
              <a:gd name="T80" fmla="*/ 224 w 321"/>
              <a:gd name="T81" fmla="*/ 112 h 353"/>
              <a:gd name="T82" fmla="*/ 274 w 321"/>
              <a:gd name="T83" fmla="*/ 112 h 353"/>
              <a:gd name="T84" fmla="*/ 299 w 321"/>
              <a:gd name="T85" fmla="*/ 305 h 353"/>
              <a:gd name="T86" fmla="*/ 21 w 321"/>
              <a:gd name="T87" fmla="*/ 305 h 353"/>
              <a:gd name="T88" fmla="*/ 47 w 321"/>
              <a:gd name="T89" fmla="*/ 112 h 353"/>
              <a:gd name="T90" fmla="*/ 17 w 321"/>
              <a:gd name="T91" fmla="*/ 337 h 353"/>
              <a:gd name="T92" fmla="*/ 19 w 321"/>
              <a:gd name="T93" fmla="*/ 321 h 353"/>
              <a:gd name="T94" fmla="*/ 301 w 321"/>
              <a:gd name="T95" fmla="*/ 321 h 353"/>
              <a:gd name="T96" fmla="*/ 304 w 321"/>
              <a:gd name="T97" fmla="*/ 337 h 353"/>
              <a:gd name="T98" fmla="*/ 17 w 321"/>
              <a:gd name="T99" fmla="*/ 337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321" h="353">
                <a:moveTo>
                  <a:pt x="321" y="344"/>
                </a:moveTo>
                <a:cubicBezTo>
                  <a:pt x="321" y="344"/>
                  <a:pt x="321" y="344"/>
                  <a:pt x="321" y="344"/>
                </a:cubicBezTo>
                <a:cubicBezTo>
                  <a:pt x="289" y="103"/>
                  <a:pt x="289" y="103"/>
                  <a:pt x="289" y="103"/>
                </a:cubicBezTo>
                <a:cubicBezTo>
                  <a:pt x="288" y="103"/>
                  <a:pt x="288" y="103"/>
                  <a:pt x="288" y="103"/>
                </a:cubicBezTo>
                <a:cubicBezTo>
                  <a:pt x="288" y="99"/>
                  <a:pt x="285" y="96"/>
                  <a:pt x="281" y="96"/>
                </a:cubicBezTo>
                <a:cubicBezTo>
                  <a:pt x="224" y="96"/>
                  <a:pt x="224" y="96"/>
                  <a:pt x="224" y="96"/>
                </a:cubicBezTo>
                <a:cubicBezTo>
                  <a:pt x="224" y="64"/>
                  <a:pt x="224" y="64"/>
                  <a:pt x="224" y="64"/>
                </a:cubicBezTo>
                <a:cubicBezTo>
                  <a:pt x="224" y="28"/>
                  <a:pt x="196" y="0"/>
                  <a:pt x="160" y="0"/>
                </a:cubicBezTo>
                <a:cubicBezTo>
                  <a:pt x="125" y="0"/>
                  <a:pt x="96" y="28"/>
                  <a:pt x="96" y="64"/>
                </a:cubicBezTo>
                <a:cubicBezTo>
                  <a:pt x="96" y="96"/>
                  <a:pt x="96" y="96"/>
                  <a:pt x="96" y="96"/>
                </a:cubicBezTo>
                <a:cubicBezTo>
                  <a:pt x="40" y="96"/>
                  <a:pt x="40" y="96"/>
                  <a:pt x="40" y="96"/>
                </a:cubicBezTo>
                <a:cubicBezTo>
                  <a:pt x="36" y="96"/>
                  <a:pt x="32" y="99"/>
                  <a:pt x="32" y="103"/>
                </a:cubicBezTo>
                <a:cubicBezTo>
                  <a:pt x="32" y="103"/>
                  <a:pt x="32" y="103"/>
                  <a:pt x="32" y="103"/>
                </a:cubicBezTo>
                <a:cubicBezTo>
                  <a:pt x="0" y="344"/>
                  <a:pt x="0" y="344"/>
                  <a:pt x="0" y="344"/>
                </a:cubicBezTo>
                <a:cubicBezTo>
                  <a:pt x="0" y="344"/>
                  <a:pt x="0" y="344"/>
                  <a:pt x="0" y="344"/>
                </a:cubicBezTo>
                <a:cubicBezTo>
                  <a:pt x="0" y="344"/>
                  <a:pt x="0" y="345"/>
                  <a:pt x="0" y="345"/>
                </a:cubicBezTo>
                <a:cubicBezTo>
                  <a:pt x="0" y="349"/>
                  <a:pt x="3" y="353"/>
                  <a:pt x="8" y="353"/>
                </a:cubicBezTo>
                <a:cubicBezTo>
                  <a:pt x="313" y="353"/>
                  <a:pt x="313" y="353"/>
                  <a:pt x="313" y="353"/>
                </a:cubicBezTo>
                <a:cubicBezTo>
                  <a:pt x="317" y="353"/>
                  <a:pt x="321" y="349"/>
                  <a:pt x="321" y="345"/>
                </a:cubicBezTo>
                <a:cubicBezTo>
                  <a:pt x="321" y="345"/>
                  <a:pt x="321" y="344"/>
                  <a:pt x="321" y="344"/>
                </a:cubicBezTo>
                <a:moveTo>
                  <a:pt x="112" y="64"/>
                </a:moveTo>
                <a:cubicBezTo>
                  <a:pt x="112" y="37"/>
                  <a:pt x="134" y="16"/>
                  <a:pt x="160" y="16"/>
                </a:cubicBezTo>
                <a:cubicBezTo>
                  <a:pt x="187" y="16"/>
                  <a:pt x="208" y="37"/>
                  <a:pt x="208" y="64"/>
                </a:cubicBezTo>
                <a:cubicBezTo>
                  <a:pt x="208" y="96"/>
                  <a:pt x="208" y="96"/>
                  <a:pt x="208" y="96"/>
                </a:cubicBezTo>
                <a:cubicBezTo>
                  <a:pt x="112" y="96"/>
                  <a:pt x="112" y="96"/>
                  <a:pt x="112" y="96"/>
                </a:cubicBezTo>
                <a:lnTo>
                  <a:pt x="112" y="64"/>
                </a:lnTo>
                <a:close/>
                <a:moveTo>
                  <a:pt x="47" y="112"/>
                </a:moveTo>
                <a:cubicBezTo>
                  <a:pt x="96" y="112"/>
                  <a:pt x="96" y="112"/>
                  <a:pt x="96" y="112"/>
                </a:cubicBezTo>
                <a:cubicBezTo>
                  <a:pt x="96" y="146"/>
                  <a:pt x="96" y="146"/>
                  <a:pt x="96" y="146"/>
                </a:cubicBezTo>
                <a:cubicBezTo>
                  <a:pt x="91" y="149"/>
                  <a:pt x="88" y="154"/>
                  <a:pt x="88" y="160"/>
                </a:cubicBezTo>
                <a:cubicBezTo>
                  <a:pt x="88" y="169"/>
                  <a:pt x="95" y="176"/>
                  <a:pt x="104" y="176"/>
                </a:cubicBezTo>
                <a:cubicBezTo>
                  <a:pt x="113" y="176"/>
                  <a:pt x="120" y="169"/>
                  <a:pt x="120" y="160"/>
                </a:cubicBezTo>
                <a:cubicBezTo>
                  <a:pt x="120" y="154"/>
                  <a:pt x="117" y="149"/>
                  <a:pt x="112" y="146"/>
                </a:cubicBezTo>
                <a:cubicBezTo>
                  <a:pt x="112" y="112"/>
                  <a:pt x="112" y="112"/>
                  <a:pt x="112" y="112"/>
                </a:cubicBezTo>
                <a:cubicBezTo>
                  <a:pt x="208" y="112"/>
                  <a:pt x="208" y="112"/>
                  <a:pt x="208" y="112"/>
                </a:cubicBezTo>
                <a:cubicBezTo>
                  <a:pt x="208" y="146"/>
                  <a:pt x="208" y="146"/>
                  <a:pt x="208" y="146"/>
                </a:cubicBezTo>
                <a:cubicBezTo>
                  <a:pt x="204" y="149"/>
                  <a:pt x="200" y="154"/>
                  <a:pt x="200" y="160"/>
                </a:cubicBezTo>
                <a:cubicBezTo>
                  <a:pt x="200" y="169"/>
                  <a:pt x="207" y="176"/>
                  <a:pt x="216" y="176"/>
                </a:cubicBezTo>
                <a:cubicBezTo>
                  <a:pt x="225" y="176"/>
                  <a:pt x="232" y="169"/>
                  <a:pt x="232" y="160"/>
                </a:cubicBezTo>
                <a:cubicBezTo>
                  <a:pt x="232" y="154"/>
                  <a:pt x="229" y="149"/>
                  <a:pt x="224" y="146"/>
                </a:cubicBezTo>
                <a:cubicBezTo>
                  <a:pt x="224" y="112"/>
                  <a:pt x="224" y="112"/>
                  <a:pt x="224" y="112"/>
                </a:cubicBezTo>
                <a:cubicBezTo>
                  <a:pt x="274" y="112"/>
                  <a:pt x="274" y="112"/>
                  <a:pt x="274" y="112"/>
                </a:cubicBezTo>
                <a:cubicBezTo>
                  <a:pt x="299" y="305"/>
                  <a:pt x="299" y="305"/>
                  <a:pt x="299" y="305"/>
                </a:cubicBezTo>
                <a:cubicBezTo>
                  <a:pt x="21" y="305"/>
                  <a:pt x="21" y="305"/>
                  <a:pt x="21" y="305"/>
                </a:cubicBezTo>
                <a:lnTo>
                  <a:pt x="47" y="112"/>
                </a:lnTo>
                <a:close/>
                <a:moveTo>
                  <a:pt x="17" y="337"/>
                </a:moveTo>
                <a:cubicBezTo>
                  <a:pt x="19" y="321"/>
                  <a:pt x="19" y="321"/>
                  <a:pt x="19" y="321"/>
                </a:cubicBezTo>
                <a:cubicBezTo>
                  <a:pt x="301" y="321"/>
                  <a:pt x="301" y="321"/>
                  <a:pt x="301" y="321"/>
                </a:cubicBezTo>
                <a:cubicBezTo>
                  <a:pt x="304" y="337"/>
                  <a:pt x="304" y="337"/>
                  <a:pt x="304" y="337"/>
                </a:cubicBezTo>
                <a:lnTo>
                  <a:pt x="17" y="33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1" name="Freeform 11"/>
          <p:cNvSpPr>
            <a:spLocks noEditPoints="1"/>
          </p:cNvSpPr>
          <p:nvPr/>
        </p:nvSpPr>
        <p:spPr bwMode="auto">
          <a:xfrm>
            <a:off x="7450667" y="931335"/>
            <a:ext cx="577851" cy="577851"/>
          </a:xfrm>
          <a:custGeom>
            <a:avLst/>
            <a:gdLst>
              <a:gd name="T0" fmla="*/ 273 w 353"/>
              <a:gd name="T1" fmla="*/ 135 h 353"/>
              <a:gd name="T2" fmla="*/ 265 w 353"/>
              <a:gd name="T3" fmla="*/ 128 h 353"/>
              <a:gd name="T4" fmla="*/ 209 w 353"/>
              <a:gd name="T5" fmla="*/ 112 h 353"/>
              <a:gd name="T6" fmla="*/ 80 w 353"/>
              <a:gd name="T7" fmla="*/ 112 h 353"/>
              <a:gd name="T8" fmla="*/ 24 w 353"/>
              <a:gd name="T9" fmla="*/ 128 h 353"/>
              <a:gd name="T10" fmla="*/ 16 w 353"/>
              <a:gd name="T11" fmla="*/ 135 h 353"/>
              <a:gd name="T12" fmla="*/ 0 w 353"/>
              <a:gd name="T13" fmla="*/ 344 h 353"/>
              <a:gd name="T14" fmla="*/ 8 w 353"/>
              <a:gd name="T15" fmla="*/ 353 h 353"/>
              <a:gd name="T16" fmla="*/ 289 w 353"/>
              <a:gd name="T17" fmla="*/ 345 h 353"/>
              <a:gd name="T18" fmla="*/ 96 w 353"/>
              <a:gd name="T19" fmla="*/ 112 h 353"/>
              <a:gd name="T20" fmla="*/ 193 w 353"/>
              <a:gd name="T21" fmla="*/ 112 h 353"/>
              <a:gd name="T22" fmla="*/ 96 w 353"/>
              <a:gd name="T23" fmla="*/ 128 h 353"/>
              <a:gd name="T24" fmla="*/ 31 w 353"/>
              <a:gd name="T25" fmla="*/ 144 h 353"/>
              <a:gd name="T26" fmla="*/ 80 w 353"/>
              <a:gd name="T27" fmla="*/ 179 h 353"/>
              <a:gd name="T28" fmla="*/ 88 w 353"/>
              <a:gd name="T29" fmla="*/ 208 h 353"/>
              <a:gd name="T30" fmla="*/ 96 w 353"/>
              <a:gd name="T31" fmla="*/ 179 h 353"/>
              <a:gd name="T32" fmla="*/ 193 w 353"/>
              <a:gd name="T33" fmla="*/ 144 h 353"/>
              <a:gd name="T34" fmla="*/ 184 w 353"/>
              <a:gd name="T35" fmla="*/ 192 h 353"/>
              <a:gd name="T36" fmla="*/ 217 w 353"/>
              <a:gd name="T37" fmla="*/ 192 h 353"/>
              <a:gd name="T38" fmla="*/ 209 w 353"/>
              <a:gd name="T39" fmla="*/ 144 h 353"/>
              <a:gd name="T40" fmla="*/ 270 w 353"/>
              <a:gd name="T41" fmla="*/ 305 h 353"/>
              <a:gd name="T42" fmla="*/ 31 w 353"/>
              <a:gd name="T43" fmla="*/ 144 h 353"/>
              <a:gd name="T44" fmla="*/ 18 w 353"/>
              <a:gd name="T45" fmla="*/ 321 h 353"/>
              <a:gd name="T46" fmla="*/ 272 w 353"/>
              <a:gd name="T47" fmla="*/ 337 h 353"/>
              <a:gd name="T48" fmla="*/ 353 w 353"/>
              <a:gd name="T49" fmla="*/ 296 h 353"/>
              <a:gd name="T50" fmla="*/ 337 w 353"/>
              <a:gd name="T51" fmla="*/ 87 h 353"/>
              <a:gd name="T52" fmla="*/ 329 w 353"/>
              <a:gd name="T53" fmla="*/ 80 h 353"/>
              <a:gd name="T54" fmla="*/ 273 w 353"/>
              <a:gd name="T55" fmla="*/ 64 h 353"/>
              <a:gd name="T56" fmla="*/ 153 w 353"/>
              <a:gd name="T57" fmla="*/ 32 h 353"/>
              <a:gd name="T58" fmla="*/ 209 w 353"/>
              <a:gd name="T59" fmla="*/ 16 h 353"/>
              <a:gd name="T60" fmla="*/ 257 w 353"/>
              <a:gd name="T61" fmla="*/ 80 h 353"/>
              <a:gd name="T62" fmla="*/ 223 w 353"/>
              <a:gd name="T63" fmla="*/ 96 h 353"/>
              <a:gd name="T64" fmla="*/ 257 w 353"/>
              <a:gd name="T65" fmla="*/ 112 h 353"/>
              <a:gd name="T66" fmla="*/ 273 w 353"/>
              <a:gd name="T67" fmla="*/ 114 h 353"/>
              <a:gd name="T68" fmla="*/ 322 w 353"/>
              <a:gd name="T69" fmla="*/ 96 h 353"/>
              <a:gd name="T70" fmla="*/ 298 w 353"/>
              <a:gd name="T71" fmla="*/ 257 h 353"/>
              <a:gd name="T72" fmla="*/ 335 w 353"/>
              <a:gd name="T73" fmla="*/ 273 h 353"/>
              <a:gd name="T74" fmla="*/ 301 w 353"/>
              <a:gd name="T75" fmla="*/ 289 h 353"/>
              <a:gd name="T76" fmla="*/ 345 w 353"/>
              <a:gd name="T77" fmla="*/ 305 h 353"/>
              <a:gd name="T78" fmla="*/ 353 w 353"/>
              <a:gd name="T79" fmla="*/ 296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353" h="353">
                <a:moveTo>
                  <a:pt x="289" y="344"/>
                </a:moveTo>
                <a:cubicBezTo>
                  <a:pt x="273" y="135"/>
                  <a:pt x="273" y="135"/>
                  <a:pt x="273" y="135"/>
                </a:cubicBezTo>
                <a:cubicBezTo>
                  <a:pt x="273" y="135"/>
                  <a:pt x="273" y="135"/>
                  <a:pt x="273" y="135"/>
                </a:cubicBezTo>
                <a:cubicBezTo>
                  <a:pt x="272" y="131"/>
                  <a:pt x="269" y="128"/>
                  <a:pt x="265" y="128"/>
                </a:cubicBezTo>
                <a:cubicBezTo>
                  <a:pt x="209" y="128"/>
                  <a:pt x="209" y="128"/>
                  <a:pt x="209" y="128"/>
                </a:cubicBezTo>
                <a:cubicBezTo>
                  <a:pt x="209" y="112"/>
                  <a:pt x="209" y="112"/>
                  <a:pt x="209" y="112"/>
                </a:cubicBezTo>
                <a:cubicBezTo>
                  <a:pt x="209" y="77"/>
                  <a:pt x="180" y="48"/>
                  <a:pt x="144" y="48"/>
                </a:cubicBezTo>
                <a:cubicBezTo>
                  <a:pt x="109" y="48"/>
                  <a:pt x="80" y="77"/>
                  <a:pt x="80" y="112"/>
                </a:cubicBezTo>
                <a:cubicBezTo>
                  <a:pt x="80" y="128"/>
                  <a:pt x="80" y="128"/>
                  <a:pt x="80" y="128"/>
                </a:cubicBezTo>
                <a:cubicBezTo>
                  <a:pt x="24" y="128"/>
                  <a:pt x="24" y="128"/>
                  <a:pt x="24" y="128"/>
                </a:cubicBezTo>
                <a:cubicBezTo>
                  <a:pt x="20" y="128"/>
                  <a:pt x="17" y="131"/>
                  <a:pt x="16" y="135"/>
                </a:cubicBezTo>
                <a:cubicBezTo>
                  <a:pt x="16" y="135"/>
                  <a:pt x="16" y="135"/>
                  <a:pt x="16" y="135"/>
                </a:cubicBezTo>
                <a:cubicBezTo>
                  <a:pt x="0" y="344"/>
                  <a:pt x="0" y="344"/>
                  <a:pt x="0" y="344"/>
                </a:cubicBezTo>
                <a:cubicBezTo>
                  <a:pt x="0" y="344"/>
                  <a:pt x="0" y="344"/>
                  <a:pt x="0" y="344"/>
                </a:cubicBezTo>
                <a:cubicBezTo>
                  <a:pt x="0" y="344"/>
                  <a:pt x="0" y="345"/>
                  <a:pt x="0" y="345"/>
                </a:cubicBezTo>
                <a:cubicBezTo>
                  <a:pt x="0" y="349"/>
                  <a:pt x="3" y="353"/>
                  <a:pt x="8" y="353"/>
                </a:cubicBezTo>
                <a:cubicBezTo>
                  <a:pt x="281" y="353"/>
                  <a:pt x="281" y="353"/>
                  <a:pt x="281" y="353"/>
                </a:cubicBezTo>
                <a:cubicBezTo>
                  <a:pt x="285" y="353"/>
                  <a:pt x="289" y="349"/>
                  <a:pt x="289" y="345"/>
                </a:cubicBezTo>
                <a:cubicBezTo>
                  <a:pt x="289" y="345"/>
                  <a:pt x="289" y="344"/>
                  <a:pt x="289" y="344"/>
                </a:cubicBezTo>
                <a:close/>
                <a:moveTo>
                  <a:pt x="96" y="112"/>
                </a:moveTo>
                <a:cubicBezTo>
                  <a:pt x="96" y="86"/>
                  <a:pt x="118" y="64"/>
                  <a:pt x="144" y="64"/>
                </a:cubicBezTo>
                <a:cubicBezTo>
                  <a:pt x="171" y="64"/>
                  <a:pt x="193" y="86"/>
                  <a:pt x="193" y="112"/>
                </a:cubicBezTo>
                <a:cubicBezTo>
                  <a:pt x="193" y="128"/>
                  <a:pt x="193" y="128"/>
                  <a:pt x="193" y="128"/>
                </a:cubicBezTo>
                <a:cubicBezTo>
                  <a:pt x="96" y="128"/>
                  <a:pt x="96" y="128"/>
                  <a:pt x="96" y="128"/>
                </a:cubicBezTo>
                <a:lnTo>
                  <a:pt x="96" y="112"/>
                </a:lnTo>
                <a:close/>
                <a:moveTo>
                  <a:pt x="31" y="144"/>
                </a:moveTo>
                <a:cubicBezTo>
                  <a:pt x="80" y="144"/>
                  <a:pt x="80" y="144"/>
                  <a:pt x="80" y="144"/>
                </a:cubicBezTo>
                <a:cubicBezTo>
                  <a:pt x="80" y="179"/>
                  <a:pt x="80" y="179"/>
                  <a:pt x="80" y="179"/>
                </a:cubicBezTo>
                <a:cubicBezTo>
                  <a:pt x="75" y="181"/>
                  <a:pt x="72" y="186"/>
                  <a:pt x="72" y="192"/>
                </a:cubicBezTo>
                <a:cubicBezTo>
                  <a:pt x="72" y="201"/>
                  <a:pt x="79" y="208"/>
                  <a:pt x="88" y="208"/>
                </a:cubicBezTo>
                <a:cubicBezTo>
                  <a:pt x="97" y="208"/>
                  <a:pt x="104" y="201"/>
                  <a:pt x="104" y="192"/>
                </a:cubicBezTo>
                <a:cubicBezTo>
                  <a:pt x="104" y="186"/>
                  <a:pt x="101" y="181"/>
                  <a:pt x="96" y="179"/>
                </a:cubicBezTo>
                <a:cubicBezTo>
                  <a:pt x="96" y="144"/>
                  <a:pt x="96" y="144"/>
                  <a:pt x="96" y="144"/>
                </a:cubicBezTo>
                <a:cubicBezTo>
                  <a:pt x="193" y="144"/>
                  <a:pt x="193" y="144"/>
                  <a:pt x="193" y="144"/>
                </a:cubicBezTo>
                <a:cubicBezTo>
                  <a:pt x="193" y="179"/>
                  <a:pt x="193" y="179"/>
                  <a:pt x="193" y="179"/>
                </a:cubicBezTo>
                <a:cubicBezTo>
                  <a:pt x="188" y="181"/>
                  <a:pt x="184" y="186"/>
                  <a:pt x="184" y="192"/>
                </a:cubicBezTo>
                <a:cubicBezTo>
                  <a:pt x="184" y="201"/>
                  <a:pt x="192" y="208"/>
                  <a:pt x="201" y="208"/>
                </a:cubicBezTo>
                <a:cubicBezTo>
                  <a:pt x="209" y="208"/>
                  <a:pt x="217" y="201"/>
                  <a:pt x="217" y="192"/>
                </a:cubicBezTo>
                <a:cubicBezTo>
                  <a:pt x="217" y="186"/>
                  <a:pt x="213" y="181"/>
                  <a:pt x="209" y="179"/>
                </a:cubicBezTo>
                <a:cubicBezTo>
                  <a:pt x="209" y="144"/>
                  <a:pt x="209" y="144"/>
                  <a:pt x="209" y="144"/>
                </a:cubicBezTo>
                <a:cubicBezTo>
                  <a:pt x="257" y="144"/>
                  <a:pt x="257" y="144"/>
                  <a:pt x="257" y="144"/>
                </a:cubicBezTo>
                <a:cubicBezTo>
                  <a:pt x="270" y="305"/>
                  <a:pt x="270" y="305"/>
                  <a:pt x="270" y="305"/>
                </a:cubicBezTo>
                <a:cubicBezTo>
                  <a:pt x="19" y="305"/>
                  <a:pt x="19" y="305"/>
                  <a:pt x="19" y="305"/>
                </a:cubicBezTo>
                <a:lnTo>
                  <a:pt x="31" y="144"/>
                </a:lnTo>
                <a:close/>
                <a:moveTo>
                  <a:pt x="17" y="337"/>
                </a:moveTo>
                <a:cubicBezTo>
                  <a:pt x="18" y="321"/>
                  <a:pt x="18" y="321"/>
                  <a:pt x="18" y="321"/>
                </a:cubicBezTo>
                <a:cubicBezTo>
                  <a:pt x="271" y="321"/>
                  <a:pt x="271" y="321"/>
                  <a:pt x="271" y="321"/>
                </a:cubicBezTo>
                <a:cubicBezTo>
                  <a:pt x="272" y="337"/>
                  <a:pt x="272" y="337"/>
                  <a:pt x="272" y="337"/>
                </a:cubicBezTo>
                <a:lnTo>
                  <a:pt x="17" y="337"/>
                </a:lnTo>
                <a:close/>
                <a:moveTo>
                  <a:pt x="353" y="296"/>
                </a:moveTo>
                <a:cubicBezTo>
                  <a:pt x="353" y="296"/>
                  <a:pt x="353" y="296"/>
                  <a:pt x="353" y="296"/>
                </a:cubicBezTo>
                <a:cubicBezTo>
                  <a:pt x="337" y="87"/>
                  <a:pt x="337" y="87"/>
                  <a:pt x="337" y="87"/>
                </a:cubicBezTo>
                <a:cubicBezTo>
                  <a:pt x="337" y="87"/>
                  <a:pt x="337" y="87"/>
                  <a:pt x="337" y="87"/>
                </a:cubicBezTo>
                <a:cubicBezTo>
                  <a:pt x="336" y="83"/>
                  <a:pt x="333" y="80"/>
                  <a:pt x="329" y="80"/>
                </a:cubicBezTo>
                <a:cubicBezTo>
                  <a:pt x="273" y="80"/>
                  <a:pt x="273" y="80"/>
                  <a:pt x="273" y="80"/>
                </a:cubicBezTo>
                <a:cubicBezTo>
                  <a:pt x="273" y="64"/>
                  <a:pt x="273" y="64"/>
                  <a:pt x="273" y="64"/>
                </a:cubicBezTo>
                <a:cubicBezTo>
                  <a:pt x="273" y="28"/>
                  <a:pt x="244" y="0"/>
                  <a:pt x="209" y="0"/>
                </a:cubicBezTo>
                <a:cubicBezTo>
                  <a:pt x="185" y="0"/>
                  <a:pt x="164" y="13"/>
                  <a:pt x="153" y="32"/>
                </a:cubicBezTo>
                <a:cubicBezTo>
                  <a:pt x="159" y="33"/>
                  <a:pt x="164" y="34"/>
                  <a:pt x="170" y="36"/>
                </a:cubicBezTo>
                <a:cubicBezTo>
                  <a:pt x="178" y="24"/>
                  <a:pt x="192" y="16"/>
                  <a:pt x="209" y="16"/>
                </a:cubicBezTo>
                <a:cubicBezTo>
                  <a:pt x="235" y="16"/>
                  <a:pt x="257" y="37"/>
                  <a:pt x="257" y="64"/>
                </a:cubicBezTo>
                <a:cubicBezTo>
                  <a:pt x="257" y="80"/>
                  <a:pt x="257" y="80"/>
                  <a:pt x="257" y="80"/>
                </a:cubicBezTo>
                <a:cubicBezTo>
                  <a:pt x="218" y="80"/>
                  <a:pt x="218" y="80"/>
                  <a:pt x="218" y="80"/>
                </a:cubicBezTo>
                <a:cubicBezTo>
                  <a:pt x="220" y="85"/>
                  <a:pt x="222" y="90"/>
                  <a:pt x="223" y="96"/>
                </a:cubicBezTo>
                <a:cubicBezTo>
                  <a:pt x="257" y="96"/>
                  <a:pt x="257" y="96"/>
                  <a:pt x="257" y="96"/>
                </a:cubicBezTo>
                <a:cubicBezTo>
                  <a:pt x="257" y="112"/>
                  <a:pt x="257" y="112"/>
                  <a:pt x="257" y="112"/>
                </a:cubicBezTo>
                <a:cubicBezTo>
                  <a:pt x="265" y="112"/>
                  <a:pt x="265" y="112"/>
                  <a:pt x="265" y="112"/>
                </a:cubicBezTo>
                <a:cubicBezTo>
                  <a:pt x="268" y="112"/>
                  <a:pt x="270" y="113"/>
                  <a:pt x="273" y="114"/>
                </a:cubicBezTo>
                <a:cubicBezTo>
                  <a:pt x="273" y="96"/>
                  <a:pt x="273" y="96"/>
                  <a:pt x="273" y="96"/>
                </a:cubicBezTo>
                <a:cubicBezTo>
                  <a:pt x="322" y="96"/>
                  <a:pt x="322" y="96"/>
                  <a:pt x="322" y="96"/>
                </a:cubicBezTo>
                <a:cubicBezTo>
                  <a:pt x="334" y="257"/>
                  <a:pt x="334" y="257"/>
                  <a:pt x="334" y="257"/>
                </a:cubicBezTo>
                <a:cubicBezTo>
                  <a:pt x="298" y="257"/>
                  <a:pt x="298" y="257"/>
                  <a:pt x="298" y="257"/>
                </a:cubicBezTo>
                <a:cubicBezTo>
                  <a:pt x="299" y="273"/>
                  <a:pt x="299" y="273"/>
                  <a:pt x="299" y="273"/>
                </a:cubicBezTo>
                <a:cubicBezTo>
                  <a:pt x="335" y="273"/>
                  <a:pt x="335" y="273"/>
                  <a:pt x="335" y="273"/>
                </a:cubicBezTo>
                <a:cubicBezTo>
                  <a:pt x="336" y="289"/>
                  <a:pt x="336" y="289"/>
                  <a:pt x="336" y="289"/>
                </a:cubicBezTo>
                <a:cubicBezTo>
                  <a:pt x="301" y="289"/>
                  <a:pt x="301" y="289"/>
                  <a:pt x="301" y="289"/>
                </a:cubicBezTo>
                <a:cubicBezTo>
                  <a:pt x="302" y="305"/>
                  <a:pt x="302" y="305"/>
                  <a:pt x="302" y="305"/>
                </a:cubicBezTo>
                <a:cubicBezTo>
                  <a:pt x="345" y="305"/>
                  <a:pt x="345" y="305"/>
                  <a:pt x="345" y="305"/>
                </a:cubicBezTo>
                <a:cubicBezTo>
                  <a:pt x="349" y="305"/>
                  <a:pt x="353" y="301"/>
                  <a:pt x="353" y="297"/>
                </a:cubicBezTo>
                <a:cubicBezTo>
                  <a:pt x="353" y="296"/>
                  <a:pt x="353" y="296"/>
                  <a:pt x="353" y="296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2" name="Freeform 12"/>
          <p:cNvSpPr>
            <a:spLocks noEditPoints="1"/>
          </p:cNvSpPr>
          <p:nvPr/>
        </p:nvSpPr>
        <p:spPr bwMode="auto">
          <a:xfrm>
            <a:off x="8568267" y="984252"/>
            <a:ext cx="577851" cy="472017"/>
          </a:xfrm>
          <a:custGeom>
            <a:avLst/>
            <a:gdLst>
              <a:gd name="T0" fmla="*/ 316 w 353"/>
              <a:gd name="T1" fmla="*/ 96 h 289"/>
              <a:gd name="T2" fmla="*/ 183 w 353"/>
              <a:gd name="T3" fmla="*/ 2 h 289"/>
              <a:gd name="T4" fmla="*/ 171 w 353"/>
              <a:gd name="T5" fmla="*/ 2 h 289"/>
              <a:gd name="T6" fmla="*/ 38 w 353"/>
              <a:gd name="T7" fmla="*/ 96 h 289"/>
              <a:gd name="T8" fmla="*/ 0 w 353"/>
              <a:gd name="T9" fmla="*/ 112 h 289"/>
              <a:gd name="T10" fmla="*/ 16 w 353"/>
              <a:gd name="T11" fmla="*/ 144 h 289"/>
              <a:gd name="T12" fmla="*/ 49 w 353"/>
              <a:gd name="T13" fmla="*/ 283 h 289"/>
              <a:gd name="T14" fmla="*/ 56 w 353"/>
              <a:gd name="T15" fmla="*/ 289 h 289"/>
              <a:gd name="T16" fmla="*/ 305 w 353"/>
              <a:gd name="T17" fmla="*/ 283 h 289"/>
              <a:gd name="T18" fmla="*/ 334 w 353"/>
              <a:gd name="T19" fmla="*/ 144 h 289"/>
              <a:gd name="T20" fmla="*/ 353 w 353"/>
              <a:gd name="T21" fmla="*/ 128 h 289"/>
              <a:gd name="T22" fmla="*/ 337 w 353"/>
              <a:gd name="T23" fmla="*/ 96 h 289"/>
              <a:gd name="T24" fmla="*/ 288 w 353"/>
              <a:gd name="T25" fmla="*/ 96 h 289"/>
              <a:gd name="T26" fmla="*/ 177 w 353"/>
              <a:gd name="T27" fmla="*/ 18 h 289"/>
              <a:gd name="T28" fmla="*/ 91 w 353"/>
              <a:gd name="T29" fmla="*/ 144 h 289"/>
              <a:gd name="T30" fmla="*/ 43 w 353"/>
              <a:gd name="T31" fmla="*/ 176 h 289"/>
              <a:gd name="T32" fmla="*/ 46 w 353"/>
              <a:gd name="T33" fmla="*/ 193 h 289"/>
              <a:gd name="T34" fmla="*/ 104 w 353"/>
              <a:gd name="T35" fmla="*/ 225 h 289"/>
              <a:gd name="T36" fmla="*/ 46 w 353"/>
              <a:gd name="T37" fmla="*/ 193 h 289"/>
              <a:gd name="T38" fmla="*/ 56 w 353"/>
              <a:gd name="T39" fmla="*/ 241 h 289"/>
              <a:gd name="T40" fmla="*/ 111 w 353"/>
              <a:gd name="T41" fmla="*/ 273 h 289"/>
              <a:gd name="T42" fmla="*/ 169 w 353"/>
              <a:gd name="T43" fmla="*/ 273 h 289"/>
              <a:gd name="T44" fmla="*/ 122 w 353"/>
              <a:gd name="T45" fmla="*/ 241 h 289"/>
              <a:gd name="T46" fmla="*/ 169 w 353"/>
              <a:gd name="T47" fmla="*/ 273 h 289"/>
              <a:gd name="T48" fmla="*/ 120 w 353"/>
              <a:gd name="T49" fmla="*/ 225 h 289"/>
              <a:gd name="T50" fmla="*/ 169 w 353"/>
              <a:gd name="T51" fmla="*/ 193 h 289"/>
              <a:gd name="T52" fmla="*/ 169 w 353"/>
              <a:gd name="T53" fmla="*/ 176 h 289"/>
              <a:gd name="T54" fmla="*/ 107 w 353"/>
              <a:gd name="T55" fmla="*/ 144 h 289"/>
              <a:gd name="T56" fmla="*/ 169 w 353"/>
              <a:gd name="T57" fmla="*/ 176 h 289"/>
              <a:gd name="T58" fmla="*/ 185 w 353"/>
              <a:gd name="T59" fmla="*/ 273 h 289"/>
              <a:gd name="T60" fmla="*/ 231 w 353"/>
              <a:gd name="T61" fmla="*/ 241 h 289"/>
              <a:gd name="T62" fmla="*/ 234 w 353"/>
              <a:gd name="T63" fmla="*/ 225 h 289"/>
              <a:gd name="T64" fmla="*/ 185 w 353"/>
              <a:gd name="T65" fmla="*/ 193 h 289"/>
              <a:gd name="T66" fmla="*/ 234 w 353"/>
              <a:gd name="T67" fmla="*/ 225 h 289"/>
              <a:gd name="T68" fmla="*/ 185 w 353"/>
              <a:gd name="T69" fmla="*/ 144 h 289"/>
              <a:gd name="T70" fmla="*/ 241 w 353"/>
              <a:gd name="T71" fmla="*/ 176 h 289"/>
              <a:gd name="T72" fmla="*/ 291 w 353"/>
              <a:gd name="T73" fmla="*/ 273 h 289"/>
              <a:gd name="T74" fmla="*/ 247 w 353"/>
              <a:gd name="T75" fmla="*/ 241 h 289"/>
              <a:gd name="T76" fmla="*/ 291 w 353"/>
              <a:gd name="T77" fmla="*/ 273 h 289"/>
              <a:gd name="T78" fmla="*/ 250 w 353"/>
              <a:gd name="T79" fmla="*/ 225 h 289"/>
              <a:gd name="T80" fmla="*/ 308 w 353"/>
              <a:gd name="T81" fmla="*/ 193 h 289"/>
              <a:gd name="T82" fmla="*/ 311 w 353"/>
              <a:gd name="T83" fmla="*/ 176 h 289"/>
              <a:gd name="T84" fmla="*/ 263 w 353"/>
              <a:gd name="T85" fmla="*/ 144 h 289"/>
              <a:gd name="T86" fmla="*/ 311 w 353"/>
              <a:gd name="T87" fmla="*/ 176 h 289"/>
              <a:gd name="T88" fmla="*/ 16 w 353"/>
              <a:gd name="T89" fmla="*/ 128 h 289"/>
              <a:gd name="T90" fmla="*/ 337 w 353"/>
              <a:gd name="T91" fmla="*/ 112 h 2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353" h="289">
                <a:moveTo>
                  <a:pt x="337" y="96"/>
                </a:moveTo>
                <a:cubicBezTo>
                  <a:pt x="316" y="96"/>
                  <a:pt x="316" y="96"/>
                  <a:pt x="316" y="96"/>
                </a:cubicBezTo>
                <a:cubicBezTo>
                  <a:pt x="183" y="2"/>
                  <a:pt x="183" y="2"/>
                  <a:pt x="183" y="2"/>
                </a:cubicBezTo>
                <a:cubicBezTo>
                  <a:pt x="183" y="2"/>
                  <a:pt x="183" y="2"/>
                  <a:pt x="183" y="2"/>
                </a:cubicBezTo>
                <a:cubicBezTo>
                  <a:pt x="181" y="1"/>
                  <a:pt x="179" y="0"/>
                  <a:pt x="177" y="0"/>
                </a:cubicBezTo>
                <a:cubicBezTo>
                  <a:pt x="175" y="0"/>
                  <a:pt x="172" y="1"/>
                  <a:pt x="171" y="2"/>
                </a:cubicBezTo>
                <a:cubicBezTo>
                  <a:pt x="171" y="2"/>
                  <a:pt x="171" y="2"/>
                  <a:pt x="171" y="2"/>
                </a:cubicBezTo>
                <a:cubicBezTo>
                  <a:pt x="38" y="96"/>
                  <a:pt x="38" y="96"/>
                  <a:pt x="38" y="96"/>
                </a:cubicBezTo>
                <a:cubicBezTo>
                  <a:pt x="16" y="96"/>
                  <a:pt x="16" y="96"/>
                  <a:pt x="16" y="96"/>
                </a:cubicBezTo>
                <a:cubicBezTo>
                  <a:pt x="7" y="96"/>
                  <a:pt x="0" y="103"/>
                  <a:pt x="0" y="112"/>
                </a:cubicBezTo>
                <a:cubicBezTo>
                  <a:pt x="0" y="128"/>
                  <a:pt x="0" y="128"/>
                  <a:pt x="0" y="128"/>
                </a:cubicBezTo>
                <a:cubicBezTo>
                  <a:pt x="0" y="137"/>
                  <a:pt x="7" y="144"/>
                  <a:pt x="16" y="144"/>
                </a:cubicBezTo>
                <a:cubicBezTo>
                  <a:pt x="19" y="144"/>
                  <a:pt x="19" y="144"/>
                  <a:pt x="19" y="144"/>
                </a:cubicBezTo>
                <a:cubicBezTo>
                  <a:pt x="49" y="283"/>
                  <a:pt x="49" y="283"/>
                  <a:pt x="49" y="283"/>
                </a:cubicBezTo>
                <a:cubicBezTo>
                  <a:pt x="49" y="283"/>
                  <a:pt x="49" y="283"/>
                  <a:pt x="49" y="283"/>
                </a:cubicBezTo>
                <a:cubicBezTo>
                  <a:pt x="50" y="286"/>
                  <a:pt x="53" y="289"/>
                  <a:pt x="56" y="289"/>
                </a:cubicBezTo>
                <a:cubicBezTo>
                  <a:pt x="297" y="289"/>
                  <a:pt x="297" y="289"/>
                  <a:pt x="297" y="289"/>
                </a:cubicBezTo>
                <a:cubicBezTo>
                  <a:pt x="301" y="289"/>
                  <a:pt x="304" y="286"/>
                  <a:pt x="305" y="283"/>
                </a:cubicBezTo>
                <a:cubicBezTo>
                  <a:pt x="305" y="283"/>
                  <a:pt x="305" y="283"/>
                  <a:pt x="305" y="283"/>
                </a:cubicBezTo>
                <a:cubicBezTo>
                  <a:pt x="334" y="144"/>
                  <a:pt x="334" y="144"/>
                  <a:pt x="334" y="144"/>
                </a:cubicBezTo>
                <a:cubicBezTo>
                  <a:pt x="337" y="144"/>
                  <a:pt x="337" y="144"/>
                  <a:pt x="337" y="144"/>
                </a:cubicBezTo>
                <a:cubicBezTo>
                  <a:pt x="346" y="144"/>
                  <a:pt x="353" y="137"/>
                  <a:pt x="353" y="128"/>
                </a:cubicBezTo>
                <a:cubicBezTo>
                  <a:pt x="353" y="112"/>
                  <a:pt x="353" y="112"/>
                  <a:pt x="353" y="112"/>
                </a:cubicBezTo>
                <a:cubicBezTo>
                  <a:pt x="353" y="103"/>
                  <a:pt x="346" y="96"/>
                  <a:pt x="337" y="96"/>
                </a:cubicBezTo>
                <a:moveTo>
                  <a:pt x="177" y="18"/>
                </a:moveTo>
                <a:cubicBezTo>
                  <a:pt x="288" y="96"/>
                  <a:pt x="288" y="96"/>
                  <a:pt x="288" y="96"/>
                </a:cubicBezTo>
                <a:cubicBezTo>
                  <a:pt x="65" y="96"/>
                  <a:pt x="65" y="96"/>
                  <a:pt x="65" y="96"/>
                </a:cubicBezTo>
                <a:lnTo>
                  <a:pt x="177" y="18"/>
                </a:lnTo>
                <a:close/>
                <a:moveTo>
                  <a:pt x="36" y="144"/>
                </a:moveTo>
                <a:cubicBezTo>
                  <a:pt x="91" y="144"/>
                  <a:pt x="91" y="144"/>
                  <a:pt x="91" y="144"/>
                </a:cubicBezTo>
                <a:cubicBezTo>
                  <a:pt x="96" y="176"/>
                  <a:pt x="96" y="176"/>
                  <a:pt x="96" y="176"/>
                </a:cubicBezTo>
                <a:cubicBezTo>
                  <a:pt x="43" y="176"/>
                  <a:pt x="43" y="176"/>
                  <a:pt x="43" y="176"/>
                </a:cubicBezTo>
                <a:lnTo>
                  <a:pt x="36" y="144"/>
                </a:lnTo>
                <a:close/>
                <a:moveTo>
                  <a:pt x="46" y="193"/>
                </a:moveTo>
                <a:cubicBezTo>
                  <a:pt x="99" y="193"/>
                  <a:pt x="99" y="193"/>
                  <a:pt x="99" y="193"/>
                </a:cubicBezTo>
                <a:cubicBezTo>
                  <a:pt x="104" y="225"/>
                  <a:pt x="104" y="225"/>
                  <a:pt x="104" y="225"/>
                </a:cubicBezTo>
                <a:cubicBezTo>
                  <a:pt x="53" y="225"/>
                  <a:pt x="53" y="225"/>
                  <a:pt x="53" y="225"/>
                </a:cubicBezTo>
                <a:lnTo>
                  <a:pt x="46" y="193"/>
                </a:lnTo>
                <a:close/>
                <a:moveTo>
                  <a:pt x="63" y="273"/>
                </a:moveTo>
                <a:cubicBezTo>
                  <a:pt x="56" y="241"/>
                  <a:pt x="56" y="241"/>
                  <a:pt x="56" y="241"/>
                </a:cubicBezTo>
                <a:cubicBezTo>
                  <a:pt x="106" y="241"/>
                  <a:pt x="106" y="241"/>
                  <a:pt x="106" y="241"/>
                </a:cubicBezTo>
                <a:cubicBezTo>
                  <a:pt x="111" y="273"/>
                  <a:pt x="111" y="273"/>
                  <a:pt x="111" y="273"/>
                </a:cubicBezTo>
                <a:lnTo>
                  <a:pt x="63" y="273"/>
                </a:lnTo>
                <a:close/>
                <a:moveTo>
                  <a:pt x="169" y="273"/>
                </a:moveTo>
                <a:cubicBezTo>
                  <a:pt x="127" y="273"/>
                  <a:pt x="127" y="273"/>
                  <a:pt x="127" y="273"/>
                </a:cubicBezTo>
                <a:cubicBezTo>
                  <a:pt x="122" y="241"/>
                  <a:pt x="122" y="241"/>
                  <a:pt x="122" y="241"/>
                </a:cubicBezTo>
                <a:cubicBezTo>
                  <a:pt x="169" y="241"/>
                  <a:pt x="169" y="241"/>
                  <a:pt x="169" y="241"/>
                </a:cubicBezTo>
                <a:lnTo>
                  <a:pt x="169" y="273"/>
                </a:lnTo>
                <a:close/>
                <a:moveTo>
                  <a:pt x="169" y="225"/>
                </a:moveTo>
                <a:cubicBezTo>
                  <a:pt x="120" y="225"/>
                  <a:pt x="120" y="225"/>
                  <a:pt x="120" y="225"/>
                </a:cubicBezTo>
                <a:cubicBezTo>
                  <a:pt x="115" y="193"/>
                  <a:pt x="115" y="193"/>
                  <a:pt x="115" y="193"/>
                </a:cubicBezTo>
                <a:cubicBezTo>
                  <a:pt x="169" y="193"/>
                  <a:pt x="169" y="193"/>
                  <a:pt x="169" y="193"/>
                </a:cubicBezTo>
                <a:lnTo>
                  <a:pt x="169" y="225"/>
                </a:lnTo>
                <a:close/>
                <a:moveTo>
                  <a:pt x="169" y="176"/>
                </a:moveTo>
                <a:cubicBezTo>
                  <a:pt x="112" y="176"/>
                  <a:pt x="112" y="176"/>
                  <a:pt x="112" y="176"/>
                </a:cubicBezTo>
                <a:cubicBezTo>
                  <a:pt x="107" y="144"/>
                  <a:pt x="107" y="144"/>
                  <a:pt x="107" y="144"/>
                </a:cubicBezTo>
                <a:cubicBezTo>
                  <a:pt x="169" y="144"/>
                  <a:pt x="169" y="144"/>
                  <a:pt x="169" y="144"/>
                </a:cubicBezTo>
                <a:lnTo>
                  <a:pt x="169" y="176"/>
                </a:lnTo>
                <a:close/>
                <a:moveTo>
                  <a:pt x="226" y="273"/>
                </a:moveTo>
                <a:cubicBezTo>
                  <a:pt x="185" y="273"/>
                  <a:pt x="185" y="273"/>
                  <a:pt x="185" y="273"/>
                </a:cubicBezTo>
                <a:cubicBezTo>
                  <a:pt x="185" y="241"/>
                  <a:pt x="185" y="241"/>
                  <a:pt x="185" y="241"/>
                </a:cubicBezTo>
                <a:cubicBezTo>
                  <a:pt x="231" y="241"/>
                  <a:pt x="231" y="241"/>
                  <a:pt x="231" y="241"/>
                </a:cubicBezTo>
                <a:lnTo>
                  <a:pt x="226" y="273"/>
                </a:lnTo>
                <a:close/>
                <a:moveTo>
                  <a:pt x="234" y="225"/>
                </a:moveTo>
                <a:cubicBezTo>
                  <a:pt x="185" y="225"/>
                  <a:pt x="185" y="225"/>
                  <a:pt x="185" y="225"/>
                </a:cubicBezTo>
                <a:cubicBezTo>
                  <a:pt x="185" y="193"/>
                  <a:pt x="185" y="193"/>
                  <a:pt x="185" y="193"/>
                </a:cubicBezTo>
                <a:cubicBezTo>
                  <a:pt x="239" y="193"/>
                  <a:pt x="239" y="193"/>
                  <a:pt x="239" y="193"/>
                </a:cubicBezTo>
                <a:lnTo>
                  <a:pt x="234" y="225"/>
                </a:lnTo>
                <a:close/>
                <a:moveTo>
                  <a:pt x="185" y="176"/>
                </a:moveTo>
                <a:cubicBezTo>
                  <a:pt x="185" y="144"/>
                  <a:pt x="185" y="144"/>
                  <a:pt x="185" y="144"/>
                </a:cubicBezTo>
                <a:cubicBezTo>
                  <a:pt x="247" y="144"/>
                  <a:pt x="247" y="144"/>
                  <a:pt x="247" y="144"/>
                </a:cubicBezTo>
                <a:cubicBezTo>
                  <a:pt x="241" y="176"/>
                  <a:pt x="241" y="176"/>
                  <a:pt x="241" y="176"/>
                </a:cubicBezTo>
                <a:lnTo>
                  <a:pt x="185" y="176"/>
                </a:lnTo>
                <a:close/>
                <a:moveTo>
                  <a:pt x="291" y="273"/>
                </a:moveTo>
                <a:cubicBezTo>
                  <a:pt x="242" y="273"/>
                  <a:pt x="242" y="273"/>
                  <a:pt x="242" y="273"/>
                </a:cubicBezTo>
                <a:cubicBezTo>
                  <a:pt x="247" y="241"/>
                  <a:pt x="247" y="241"/>
                  <a:pt x="247" y="241"/>
                </a:cubicBezTo>
                <a:cubicBezTo>
                  <a:pt x="297" y="241"/>
                  <a:pt x="297" y="241"/>
                  <a:pt x="297" y="241"/>
                </a:cubicBezTo>
                <a:lnTo>
                  <a:pt x="291" y="273"/>
                </a:lnTo>
                <a:close/>
                <a:moveTo>
                  <a:pt x="301" y="225"/>
                </a:moveTo>
                <a:cubicBezTo>
                  <a:pt x="250" y="225"/>
                  <a:pt x="250" y="225"/>
                  <a:pt x="250" y="225"/>
                </a:cubicBezTo>
                <a:cubicBezTo>
                  <a:pt x="255" y="193"/>
                  <a:pt x="255" y="193"/>
                  <a:pt x="255" y="193"/>
                </a:cubicBezTo>
                <a:cubicBezTo>
                  <a:pt x="308" y="193"/>
                  <a:pt x="308" y="193"/>
                  <a:pt x="308" y="193"/>
                </a:cubicBezTo>
                <a:lnTo>
                  <a:pt x="301" y="225"/>
                </a:lnTo>
                <a:close/>
                <a:moveTo>
                  <a:pt x="311" y="176"/>
                </a:moveTo>
                <a:cubicBezTo>
                  <a:pt x="258" y="176"/>
                  <a:pt x="258" y="176"/>
                  <a:pt x="258" y="176"/>
                </a:cubicBezTo>
                <a:cubicBezTo>
                  <a:pt x="263" y="144"/>
                  <a:pt x="263" y="144"/>
                  <a:pt x="263" y="144"/>
                </a:cubicBezTo>
                <a:cubicBezTo>
                  <a:pt x="318" y="144"/>
                  <a:pt x="318" y="144"/>
                  <a:pt x="318" y="144"/>
                </a:cubicBezTo>
                <a:lnTo>
                  <a:pt x="311" y="176"/>
                </a:lnTo>
                <a:close/>
                <a:moveTo>
                  <a:pt x="337" y="128"/>
                </a:moveTo>
                <a:cubicBezTo>
                  <a:pt x="16" y="128"/>
                  <a:pt x="16" y="128"/>
                  <a:pt x="16" y="128"/>
                </a:cubicBezTo>
                <a:cubicBezTo>
                  <a:pt x="16" y="112"/>
                  <a:pt x="16" y="112"/>
                  <a:pt x="16" y="112"/>
                </a:cubicBezTo>
                <a:cubicBezTo>
                  <a:pt x="337" y="112"/>
                  <a:pt x="337" y="112"/>
                  <a:pt x="337" y="112"/>
                </a:cubicBezTo>
                <a:lnTo>
                  <a:pt x="337" y="12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3" name="Freeform 13"/>
          <p:cNvSpPr>
            <a:spLocks noEditPoints="1"/>
          </p:cNvSpPr>
          <p:nvPr/>
        </p:nvSpPr>
        <p:spPr bwMode="auto">
          <a:xfrm>
            <a:off x="9673167" y="956735"/>
            <a:ext cx="577851" cy="527051"/>
          </a:xfrm>
          <a:custGeom>
            <a:avLst/>
            <a:gdLst>
              <a:gd name="T0" fmla="*/ 176 w 353"/>
              <a:gd name="T1" fmla="*/ 112 h 321"/>
              <a:gd name="T2" fmla="*/ 214 w 353"/>
              <a:gd name="T3" fmla="*/ 78 h 321"/>
              <a:gd name="T4" fmla="*/ 208 w 353"/>
              <a:gd name="T5" fmla="*/ 64 h 321"/>
              <a:gd name="T6" fmla="*/ 184 w 353"/>
              <a:gd name="T7" fmla="*/ 85 h 321"/>
              <a:gd name="T8" fmla="*/ 176 w 353"/>
              <a:gd name="T9" fmla="*/ 0 h 321"/>
              <a:gd name="T10" fmla="*/ 168 w 353"/>
              <a:gd name="T11" fmla="*/ 85 h 321"/>
              <a:gd name="T12" fmla="*/ 144 w 353"/>
              <a:gd name="T13" fmla="*/ 64 h 321"/>
              <a:gd name="T14" fmla="*/ 138 w 353"/>
              <a:gd name="T15" fmla="*/ 78 h 321"/>
              <a:gd name="T16" fmla="*/ 337 w 353"/>
              <a:gd name="T17" fmla="*/ 128 h 321"/>
              <a:gd name="T18" fmla="*/ 0 w 353"/>
              <a:gd name="T19" fmla="*/ 144 h 321"/>
              <a:gd name="T20" fmla="*/ 16 w 353"/>
              <a:gd name="T21" fmla="*/ 176 h 321"/>
              <a:gd name="T22" fmla="*/ 48 w 353"/>
              <a:gd name="T23" fmla="*/ 315 h 321"/>
              <a:gd name="T24" fmla="*/ 56 w 353"/>
              <a:gd name="T25" fmla="*/ 321 h 321"/>
              <a:gd name="T26" fmla="*/ 304 w 353"/>
              <a:gd name="T27" fmla="*/ 315 h 321"/>
              <a:gd name="T28" fmla="*/ 334 w 353"/>
              <a:gd name="T29" fmla="*/ 176 h 321"/>
              <a:gd name="T30" fmla="*/ 353 w 353"/>
              <a:gd name="T31" fmla="*/ 160 h 321"/>
              <a:gd name="T32" fmla="*/ 337 w 353"/>
              <a:gd name="T33" fmla="*/ 128 h 321"/>
              <a:gd name="T34" fmla="*/ 90 w 353"/>
              <a:gd name="T35" fmla="*/ 176 h 321"/>
              <a:gd name="T36" fmla="*/ 42 w 353"/>
              <a:gd name="T37" fmla="*/ 209 h 321"/>
              <a:gd name="T38" fmla="*/ 45 w 353"/>
              <a:gd name="T39" fmla="*/ 225 h 321"/>
              <a:gd name="T40" fmla="*/ 103 w 353"/>
              <a:gd name="T41" fmla="*/ 257 h 321"/>
              <a:gd name="T42" fmla="*/ 45 w 353"/>
              <a:gd name="T43" fmla="*/ 225 h 321"/>
              <a:gd name="T44" fmla="*/ 55 w 353"/>
              <a:gd name="T45" fmla="*/ 273 h 321"/>
              <a:gd name="T46" fmla="*/ 111 w 353"/>
              <a:gd name="T47" fmla="*/ 305 h 321"/>
              <a:gd name="T48" fmla="*/ 168 w 353"/>
              <a:gd name="T49" fmla="*/ 305 h 321"/>
              <a:gd name="T50" fmla="*/ 122 w 353"/>
              <a:gd name="T51" fmla="*/ 273 h 321"/>
              <a:gd name="T52" fmla="*/ 168 w 353"/>
              <a:gd name="T53" fmla="*/ 305 h 321"/>
              <a:gd name="T54" fmla="*/ 119 w 353"/>
              <a:gd name="T55" fmla="*/ 257 h 321"/>
              <a:gd name="T56" fmla="*/ 168 w 353"/>
              <a:gd name="T57" fmla="*/ 225 h 321"/>
              <a:gd name="T58" fmla="*/ 168 w 353"/>
              <a:gd name="T59" fmla="*/ 209 h 321"/>
              <a:gd name="T60" fmla="*/ 106 w 353"/>
              <a:gd name="T61" fmla="*/ 176 h 321"/>
              <a:gd name="T62" fmla="*/ 168 w 353"/>
              <a:gd name="T63" fmla="*/ 209 h 321"/>
              <a:gd name="T64" fmla="*/ 184 w 353"/>
              <a:gd name="T65" fmla="*/ 305 h 321"/>
              <a:gd name="T66" fmla="*/ 231 w 353"/>
              <a:gd name="T67" fmla="*/ 273 h 321"/>
              <a:gd name="T68" fmla="*/ 233 w 353"/>
              <a:gd name="T69" fmla="*/ 257 h 321"/>
              <a:gd name="T70" fmla="*/ 184 w 353"/>
              <a:gd name="T71" fmla="*/ 225 h 321"/>
              <a:gd name="T72" fmla="*/ 233 w 353"/>
              <a:gd name="T73" fmla="*/ 257 h 321"/>
              <a:gd name="T74" fmla="*/ 184 w 353"/>
              <a:gd name="T75" fmla="*/ 176 h 321"/>
              <a:gd name="T76" fmla="*/ 241 w 353"/>
              <a:gd name="T77" fmla="*/ 209 h 321"/>
              <a:gd name="T78" fmla="*/ 290 w 353"/>
              <a:gd name="T79" fmla="*/ 305 h 321"/>
              <a:gd name="T80" fmla="*/ 247 w 353"/>
              <a:gd name="T81" fmla="*/ 273 h 321"/>
              <a:gd name="T82" fmla="*/ 290 w 353"/>
              <a:gd name="T83" fmla="*/ 305 h 321"/>
              <a:gd name="T84" fmla="*/ 249 w 353"/>
              <a:gd name="T85" fmla="*/ 257 h 321"/>
              <a:gd name="T86" fmla="*/ 307 w 353"/>
              <a:gd name="T87" fmla="*/ 225 h 321"/>
              <a:gd name="T88" fmla="*/ 310 w 353"/>
              <a:gd name="T89" fmla="*/ 209 h 321"/>
              <a:gd name="T90" fmla="*/ 262 w 353"/>
              <a:gd name="T91" fmla="*/ 176 h 321"/>
              <a:gd name="T92" fmla="*/ 310 w 353"/>
              <a:gd name="T93" fmla="*/ 209 h 321"/>
              <a:gd name="T94" fmla="*/ 16 w 353"/>
              <a:gd name="T95" fmla="*/ 160 h 321"/>
              <a:gd name="T96" fmla="*/ 337 w 353"/>
              <a:gd name="T97" fmla="*/ 144 h 3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353" h="321">
                <a:moveTo>
                  <a:pt x="170" y="110"/>
                </a:moveTo>
                <a:cubicBezTo>
                  <a:pt x="172" y="111"/>
                  <a:pt x="174" y="112"/>
                  <a:pt x="176" y="112"/>
                </a:cubicBezTo>
                <a:cubicBezTo>
                  <a:pt x="178" y="112"/>
                  <a:pt x="180" y="111"/>
                  <a:pt x="182" y="110"/>
                </a:cubicBezTo>
                <a:cubicBezTo>
                  <a:pt x="214" y="78"/>
                  <a:pt x="214" y="78"/>
                  <a:pt x="214" y="78"/>
                </a:cubicBezTo>
                <a:cubicBezTo>
                  <a:pt x="215" y="76"/>
                  <a:pt x="216" y="74"/>
                  <a:pt x="216" y="72"/>
                </a:cubicBezTo>
                <a:cubicBezTo>
                  <a:pt x="216" y="68"/>
                  <a:pt x="213" y="64"/>
                  <a:pt x="208" y="64"/>
                </a:cubicBezTo>
                <a:cubicBezTo>
                  <a:pt x="206" y="64"/>
                  <a:pt x="204" y="65"/>
                  <a:pt x="203" y="66"/>
                </a:cubicBezTo>
                <a:cubicBezTo>
                  <a:pt x="184" y="85"/>
                  <a:pt x="184" y="85"/>
                  <a:pt x="184" y="85"/>
                </a:cubicBezTo>
                <a:cubicBezTo>
                  <a:pt x="184" y="8"/>
                  <a:pt x="184" y="8"/>
                  <a:pt x="184" y="8"/>
                </a:cubicBezTo>
                <a:cubicBezTo>
                  <a:pt x="184" y="3"/>
                  <a:pt x="181" y="0"/>
                  <a:pt x="176" y="0"/>
                </a:cubicBezTo>
                <a:cubicBezTo>
                  <a:pt x="172" y="0"/>
                  <a:pt x="168" y="3"/>
                  <a:pt x="168" y="8"/>
                </a:cubicBezTo>
                <a:cubicBezTo>
                  <a:pt x="168" y="85"/>
                  <a:pt x="168" y="85"/>
                  <a:pt x="168" y="85"/>
                </a:cubicBezTo>
                <a:cubicBezTo>
                  <a:pt x="150" y="66"/>
                  <a:pt x="150" y="66"/>
                  <a:pt x="150" y="66"/>
                </a:cubicBezTo>
                <a:cubicBezTo>
                  <a:pt x="148" y="65"/>
                  <a:pt x="146" y="64"/>
                  <a:pt x="144" y="64"/>
                </a:cubicBezTo>
                <a:cubicBezTo>
                  <a:pt x="140" y="64"/>
                  <a:pt x="136" y="68"/>
                  <a:pt x="136" y="72"/>
                </a:cubicBezTo>
                <a:cubicBezTo>
                  <a:pt x="136" y="74"/>
                  <a:pt x="137" y="76"/>
                  <a:pt x="138" y="78"/>
                </a:cubicBezTo>
                <a:lnTo>
                  <a:pt x="170" y="110"/>
                </a:lnTo>
                <a:close/>
                <a:moveTo>
                  <a:pt x="337" y="128"/>
                </a:moveTo>
                <a:cubicBezTo>
                  <a:pt x="16" y="128"/>
                  <a:pt x="16" y="128"/>
                  <a:pt x="16" y="128"/>
                </a:cubicBezTo>
                <a:cubicBezTo>
                  <a:pt x="7" y="128"/>
                  <a:pt x="0" y="135"/>
                  <a:pt x="0" y="144"/>
                </a:cubicBezTo>
                <a:cubicBezTo>
                  <a:pt x="0" y="160"/>
                  <a:pt x="0" y="160"/>
                  <a:pt x="0" y="160"/>
                </a:cubicBezTo>
                <a:cubicBezTo>
                  <a:pt x="0" y="169"/>
                  <a:pt x="7" y="176"/>
                  <a:pt x="16" y="176"/>
                </a:cubicBezTo>
                <a:cubicBezTo>
                  <a:pt x="19" y="176"/>
                  <a:pt x="19" y="176"/>
                  <a:pt x="19" y="176"/>
                </a:cubicBezTo>
                <a:cubicBezTo>
                  <a:pt x="48" y="315"/>
                  <a:pt x="48" y="315"/>
                  <a:pt x="48" y="315"/>
                </a:cubicBezTo>
                <a:cubicBezTo>
                  <a:pt x="48" y="315"/>
                  <a:pt x="48" y="315"/>
                  <a:pt x="48" y="315"/>
                </a:cubicBezTo>
                <a:cubicBezTo>
                  <a:pt x="49" y="318"/>
                  <a:pt x="52" y="321"/>
                  <a:pt x="56" y="321"/>
                </a:cubicBezTo>
                <a:cubicBezTo>
                  <a:pt x="297" y="321"/>
                  <a:pt x="297" y="321"/>
                  <a:pt x="297" y="321"/>
                </a:cubicBezTo>
                <a:cubicBezTo>
                  <a:pt x="300" y="321"/>
                  <a:pt x="303" y="318"/>
                  <a:pt x="304" y="315"/>
                </a:cubicBezTo>
                <a:cubicBezTo>
                  <a:pt x="304" y="315"/>
                  <a:pt x="304" y="315"/>
                  <a:pt x="304" y="315"/>
                </a:cubicBezTo>
                <a:cubicBezTo>
                  <a:pt x="334" y="176"/>
                  <a:pt x="334" y="176"/>
                  <a:pt x="334" y="176"/>
                </a:cubicBezTo>
                <a:cubicBezTo>
                  <a:pt x="337" y="176"/>
                  <a:pt x="337" y="176"/>
                  <a:pt x="337" y="176"/>
                </a:cubicBezTo>
                <a:cubicBezTo>
                  <a:pt x="346" y="176"/>
                  <a:pt x="353" y="169"/>
                  <a:pt x="353" y="160"/>
                </a:cubicBezTo>
                <a:cubicBezTo>
                  <a:pt x="353" y="144"/>
                  <a:pt x="353" y="144"/>
                  <a:pt x="353" y="144"/>
                </a:cubicBezTo>
                <a:cubicBezTo>
                  <a:pt x="353" y="135"/>
                  <a:pt x="346" y="128"/>
                  <a:pt x="337" y="128"/>
                </a:cubicBezTo>
                <a:moveTo>
                  <a:pt x="35" y="176"/>
                </a:moveTo>
                <a:cubicBezTo>
                  <a:pt x="90" y="176"/>
                  <a:pt x="90" y="176"/>
                  <a:pt x="90" y="176"/>
                </a:cubicBezTo>
                <a:cubicBezTo>
                  <a:pt x="95" y="209"/>
                  <a:pt x="95" y="209"/>
                  <a:pt x="95" y="209"/>
                </a:cubicBezTo>
                <a:cubicBezTo>
                  <a:pt x="42" y="209"/>
                  <a:pt x="42" y="209"/>
                  <a:pt x="42" y="209"/>
                </a:cubicBezTo>
                <a:lnTo>
                  <a:pt x="35" y="176"/>
                </a:lnTo>
                <a:close/>
                <a:moveTo>
                  <a:pt x="45" y="225"/>
                </a:moveTo>
                <a:cubicBezTo>
                  <a:pt x="98" y="225"/>
                  <a:pt x="98" y="225"/>
                  <a:pt x="98" y="225"/>
                </a:cubicBezTo>
                <a:cubicBezTo>
                  <a:pt x="103" y="257"/>
                  <a:pt x="103" y="257"/>
                  <a:pt x="103" y="257"/>
                </a:cubicBezTo>
                <a:cubicBezTo>
                  <a:pt x="52" y="257"/>
                  <a:pt x="52" y="257"/>
                  <a:pt x="52" y="257"/>
                </a:cubicBezTo>
                <a:lnTo>
                  <a:pt x="45" y="225"/>
                </a:lnTo>
                <a:close/>
                <a:moveTo>
                  <a:pt x="62" y="305"/>
                </a:moveTo>
                <a:cubicBezTo>
                  <a:pt x="55" y="273"/>
                  <a:pt x="55" y="273"/>
                  <a:pt x="55" y="273"/>
                </a:cubicBezTo>
                <a:cubicBezTo>
                  <a:pt x="106" y="273"/>
                  <a:pt x="106" y="273"/>
                  <a:pt x="106" y="273"/>
                </a:cubicBezTo>
                <a:cubicBezTo>
                  <a:pt x="111" y="305"/>
                  <a:pt x="111" y="305"/>
                  <a:pt x="111" y="305"/>
                </a:cubicBezTo>
                <a:lnTo>
                  <a:pt x="62" y="305"/>
                </a:lnTo>
                <a:close/>
                <a:moveTo>
                  <a:pt x="168" y="305"/>
                </a:moveTo>
                <a:cubicBezTo>
                  <a:pt x="127" y="305"/>
                  <a:pt x="127" y="305"/>
                  <a:pt x="127" y="305"/>
                </a:cubicBezTo>
                <a:cubicBezTo>
                  <a:pt x="122" y="273"/>
                  <a:pt x="122" y="273"/>
                  <a:pt x="122" y="273"/>
                </a:cubicBezTo>
                <a:cubicBezTo>
                  <a:pt x="168" y="273"/>
                  <a:pt x="168" y="273"/>
                  <a:pt x="168" y="273"/>
                </a:cubicBezTo>
                <a:lnTo>
                  <a:pt x="168" y="305"/>
                </a:lnTo>
                <a:close/>
                <a:moveTo>
                  <a:pt x="168" y="257"/>
                </a:moveTo>
                <a:cubicBezTo>
                  <a:pt x="119" y="257"/>
                  <a:pt x="119" y="257"/>
                  <a:pt x="119" y="257"/>
                </a:cubicBezTo>
                <a:cubicBezTo>
                  <a:pt x="114" y="225"/>
                  <a:pt x="114" y="225"/>
                  <a:pt x="114" y="225"/>
                </a:cubicBezTo>
                <a:cubicBezTo>
                  <a:pt x="168" y="225"/>
                  <a:pt x="168" y="225"/>
                  <a:pt x="168" y="225"/>
                </a:cubicBezTo>
                <a:lnTo>
                  <a:pt x="168" y="257"/>
                </a:lnTo>
                <a:close/>
                <a:moveTo>
                  <a:pt x="168" y="209"/>
                </a:moveTo>
                <a:cubicBezTo>
                  <a:pt x="112" y="209"/>
                  <a:pt x="112" y="209"/>
                  <a:pt x="112" y="209"/>
                </a:cubicBezTo>
                <a:cubicBezTo>
                  <a:pt x="106" y="176"/>
                  <a:pt x="106" y="176"/>
                  <a:pt x="106" y="176"/>
                </a:cubicBezTo>
                <a:cubicBezTo>
                  <a:pt x="168" y="176"/>
                  <a:pt x="168" y="176"/>
                  <a:pt x="168" y="176"/>
                </a:cubicBezTo>
                <a:lnTo>
                  <a:pt x="168" y="209"/>
                </a:lnTo>
                <a:close/>
                <a:moveTo>
                  <a:pt x="226" y="305"/>
                </a:moveTo>
                <a:cubicBezTo>
                  <a:pt x="184" y="305"/>
                  <a:pt x="184" y="305"/>
                  <a:pt x="184" y="305"/>
                </a:cubicBezTo>
                <a:cubicBezTo>
                  <a:pt x="184" y="273"/>
                  <a:pt x="184" y="273"/>
                  <a:pt x="184" y="273"/>
                </a:cubicBezTo>
                <a:cubicBezTo>
                  <a:pt x="231" y="273"/>
                  <a:pt x="231" y="273"/>
                  <a:pt x="231" y="273"/>
                </a:cubicBezTo>
                <a:lnTo>
                  <a:pt x="226" y="305"/>
                </a:lnTo>
                <a:close/>
                <a:moveTo>
                  <a:pt x="233" y="257"/>
                </a:moveTo>
                <a:cubicBezTo>
                  <a:pt x="184" y="257"/>
                  <a:pt x="184" y="257"/>
                  <a:pt x="184" y="257"/>
                </a:cubicBezTo>
                <a:cubicBezTo>
                  <a:pt x="184" y="225"/>
                  <a:pt x="184" y="225"/>
                  <a:pt x="184" y="225"/>
                </a:cubicBezTo>
                <a:cubicBezTo>
                  <a:pt x="238" y="225"/>
                  <a:pt x="238" y="225"/>
                  <a:pt x="238" y="225"/>
                </a:cubicBezTo>
                <a:lnTo>
                  <a:pt x="233" y="257"/>
                </a:lnTo>
                <a:close/>
                <a:moveTo>
                  <a:pt x="184" y="209"/>
                </a:moveTo>
                <a:cubicBezTo>
                  <a:pt x="184" y="176"/>
                  <a:pt x="184" y="176"/>
                  <a:pt x="184" y="176"/>
                </a:cubicBezTo>
                <a:cubicBezTo>
                  <a:pt x="246" y="176"/>
                  <a:pt x="246" y="176"/>
                  <a:pt x="246" y="176"/>
                </a:cubicBezTo>
                <a:cubicBezTo>
                  <a:pt x="241" y="209"/>
                  <a:pt x="241" y="209"/>
                  <a:pt x="241" y="209"/>
                </a:cubicBezTo>
                <a:lnTo>
                  <a:pt x="184" y="209"/>
                </a:lnTo>
                <a:close/>
                <a:moveTo>
                  <a:pt x="290" y="305"/>
                </a:moveTo>
                <a:cubicBezTo>
                  <a:pt x="242" y="305"/>
                  <a:pt x="242" y="305"/>
                  <a:pt x="242" y="305"/>
                </a:cubicBezTo>
                <a:cubicBezTo>
                  <a:pt x="247" y="273"/>
                  <a:pt x="247" y="273"/>
                  <a:pt x="247" y="273"/>
                </a:cubicBezTo>
                <a:cubicBezTo>
                  <a:pt x="297" y="273"/>
                  <a:pt x="297" y="273"/>
                  <a:pt x="297" y="273"/>
                </a:cubicBezTo>
                <a:lnTo>
                  <a:pt x="290" y="305"/>
                </a:lnTo>
                <a:close/>
                <a:moveTo>
                  <a:pt x="300" y="257"/>
                </a:moveTo>
                <a:cubicBezTo>
                  <a:pt x="249" y="257"/>
                  <a:pt x="249" y="257"/>
                  <a:pt x="249" y="257"/>
                </a:cubicBezTo>
                <a:cubicBezTo>
                  <a:pt x="254" y="225"/>
                  <a:pt x="254" y="225"/>
                  <a:pt x="254" y="225"/>
                </a:cubicBezTo>
                <a:cubicBezTo>
                  <a:pt x="307" y="225"/>
                  <a:pt x="307" y="225"/>
                  <a:pt x="307" y="225"/>
                </a:cubicBezTo>
                <a:lnTo>
                  <a:pt x="300" y="257"/>
                </a:lnTo>
                <a:close/>
                <a:moveTo>
                  <a:pt x="310" y="209"/>
                </a:moveTo>
                <a:cubicBezTo>
                  <a:pt x="257" y="209"/>
                  <a:pt x="257" y="209"/>
                  <a:pt x="257" y="209"/>
                </a:cubicBezTo>
                <a:cubicBezTo>
                  <a:pt x="262" y="176"/>
                  <a:pt x="262" y="176"/>
                  <a:pt x="262" y="176"/>
                </a:cubicBezTo>
                <a:cubicBezTo>
                  <a:pt x="317" y="176"/>
                  <a:pt x="317" y="176"/>
                  <a:pt x="317" y="176"/>
                </a:cubicBezTo>
                <a:lnTo>
                  <a:pt x="310" y="209"/>
                </a:lnTo>
                <a:close/>
                <a:moveTo>
                  <a:pt x="337" y="160"/>
                </a:moveTo>
                <a:cubicBezTo>
                  <a:pt x="16" y="160"/>
                  <a:pt x="16" y="160"/>
                  <a:pt x="16" y="160"/>
                </a:cubicBezTo>
                <a:cubicBezTo>
                  <a:pt x="16" y="144"/>
                  <a:pt x="16" y="144"/>
                  <a:pt x="16" y="144"/>
                </a:cubicBezTo>
                <a:cubicBezTo>
                  <a:pt x="337" y="144"/>
                  <a:pt x="337" y="144"/>
                  <a:pt x="337" y="144"/>
                </a:cubicBezTo>
                <a:lnTo>
                  <a:pt x="337" y="16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4" name="Freeform 14"/>
          <p:cNvSpPr>
            <a:spLocks noEditPoints="1"/>
          </p:cNvSpPr>
          <p:nvPr/>
        </p:nvSpPr>
        <p:spPr bwMode="auto">
          <a:xfrm>
            <a:off x="10775951" y="956735"/>
            <a:ext cx="577851" cy="527051"/>
          </a:xfrm>
          <a:custGeom>
            <a:avLst/>
            <a:gdLst>
              <a:gd name="T0" fmla="*/ 150 w 353"/>
              <a:gd name="T1" fmla="*/ 46 h 321"/>
              <a:gd name="T2" fmla="*/ 168 w 353"/>
              <a:gd name="T3" fmla="*/ 104 h 321"/>
              <a:gd name="T4" fmla="*/ 185 w 353"/>
              <a:gd name="T5" fmla="*/ 104 h 321"/>
              <a:gd name="T6" fmla="*/ 203 w 353"/>
              <a:gd name="T7" fmla="*/ 46 h 321"/>
              <a:gd name="T8" fmla="*/ 217 w 353"/>
              <a:gd name="T9" fmla="*/ 40 h 321"/>
              <a:gd name="T10" fmla="*/ 182 w 353"/>
              <a:gd name="T11" fmla="*/ 2 h 321"/>
              <a:gd name="T12" fmla="*/ 171 w 353"/>
              <a:gd name="T13" fmla="*/ 2 h 321"/>
              <a:gd name="T14" fmla="*/ 136 w 353"/>
              <a:gd name="T15" fmla="*/ 40 h 321"/>
              <a:gd name="T16" fmla="*/ 337 w 353"/>
              <a:gd name="T17" fmla="*/ 128 h 321"/>
              <a:gd name="T18" fmla="*/ 0 w 353"/>
              <a:gd name="T19" fmla="*/ 144 h 321"/>
              <a:gd name="T20" fmla="*/ 16 w 353"/>
              <a:gd name="T21" fmla="*/ 176 h 321"/>
              <a:gd name="T22" fmla="*/ 48 w 353"/>
              <a:gd name="T23" fmla="*/ 315 h 321"/>
              <a:gd name="T24" fmla="*/ 56 w 353"/>
              <a:gd name="T25" fmla="*/ 321 h 321"/>
              <a:gd name="T26" fmla="*/ 305 w 353"/>
              <a:gd name="T27" fmla="*/ 315 h 321"/>
              <a:gd name="T28" fmla="*/ 334 w 353"/>
              <a:gd name="T29" fmla="*/ 176 h 321"/>
              <a:gd name="T30" fmla="*/ 353 w 353"/>
              <a:gd name="T31" fmla="*/ 160 h 321"/>
              <a:gd name="T32" fmla="*/ 337 w 353"/>
              <a:gd name="T33" fmla="*/ 128 h 321"/>
              <a:gd name="T34" fmla="*/ 91 w 353"/>
              <a:gd name="T35" fmla="*/ 176 h 321"/>
              <a:gd name="T36" fmla="*/ 42 w 353"/>
              <a:gd name="T37" fmla="*/ 209 h 321"/>
              <a:gd name="T38" fmla="*/ 46 w 353"/>
              <a:gd name="T39" fmla="*/ 225 h 321"/>
              <a:gd name="T40" fmla="*/ 103 w 353"/>
              <a:gd name="T41" fmla="*/ 257 h 321"/>
              <a:gd name="T42" fmla="*/ 46 w 353"/>
              <a:gd name="T43" fmla="*/ 225 h 321"/>
              <a:gd name="T44" fmla="*/ 56 w 353"/>
              <a:gd name="T45" fmla="*/ 273 h 321"/>
              <a:gd name="T46" fmla="*/ 111 w 353"/>
              <a:gd name="T47" fmla="*/ 305 h 321"/>
              <a:gd name="T48" fmla="*/ 168 w 353"/>
              <a:gd name="T49" fmla="*/ 305 h 321"/>
              <a:gd name="T50" fmla="*/ 122 w 353"/>
              <a:gd name="T51" fmla="*/ 273 h 321"/>
              <a:gd name="T52" fmla="*/ 168 w 353"/>
              <a:gd name="T53" fmla="*/ 305 h 321"/>
              <a:gd name="T54" fmla="*/ 119 w 353"/>
              <a:gd name="T55" fmla="*/ 257 h 321"/>
              <a:gd name="T56" fmla="*/ 168 w 353"/>
              <a:gd name="T57" fmla="*/ 225 h 321"/>
              <a:gd name="T58" fmla="*/ 168 w 353"/>
              <a:gd name="T59" fmla="*/ 209 h 321"/>
              <a:gd name="T60" fmla="*/ 107 w 353"/>
              <a:gd name="T61" fmla="*/ 176 h 321"/>
              <a:gd name="T62" fmla="*/ 168 w 353"/>
              <a:gd name="T63" fmla="*/ 209 h 321"/>
              <a:gd name="T64" fmla="*/ 185 w 353"/>
              <a:gd name="T65" fmla="*/ 305 h 321"/>
              <a:gd name="T66" fmla="*/ 231 w 353"/>
              <a:gd name="T67" fmla="*/ 273 h 321"/>
              <a:gd name="T68" fmla="*/ 234 w 353"/>
              <a:gd name="T69" fmla="*/ 257 h 321"/>
              <a:gd name="T70" fmla="*/ 185 w 353"/>
              <a:gd name="T71" fmla="*/ 225 h 321"/>
              <a:gd name="T72" fmla="*/ 234 w 353"/>
              <a:gd name="T73" fmla="*/ 257 h 321"/>
              <a:gd name="T74" fmla="*/ 185 w 353"/>
              <a:gd name="T75" fmla="*/ 176 h 321"/>
              <a:gd name="T76" fmla="*/ 241 w 353"/>
              <a:gd name="T77" fmla="*/ 209 h 321"/>
              <a:gd name="T78" fmla="*/ 290 w 353"/>
              <a:gd name="T79" fmla="*/ 305 h 321"/>
              <a:gd name="T80" fmla="*/ 247 w 353"/>
              <a:gd name="T81" fmla="*/ 273 h 321"/>
              <a:gd name="T82" fmla="*/ 290 w 353"/>
              <a:gd name="T83" fmla="*/ 305 h 321"/>
              <a:gd name="T84" fmla="*/ 250 w 353"/>
              <a:gd name="T85" fmla="*/ 257 h 321"/>
              <a:gd name="T86" fmla="*/ 307 w 353"/>
              <a:gd name="T87" fmla="*/ 225 h 321"/>
              <a:gd name="T88" fmla="*/ 311 w 353"/>
              <a:gd name="T89" fmla="*/ 209 h 321"/>
              <a:gd name="T90" fmla="*/ 262 w 353"/>
              <a:gd name="T91" fmla="*/ 176 h 321"/>
              <a:gd name="T92" fmla="*/ 311 w 353"/>
              <a:gd name="T93" fmla="*/ 209 h 321"/>
              <a:gd name="T94" fmla="*/ 16 w 353"/>
              <a:gd name="T95" fmla="*/ 160 h 321"/>
              <a:gd name="T96" fmla="*/ 337 w 353"/>
              <a:gd name="T97" fmla="*/ 144 h 3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353" h="321">
                <a:moveTo>
                  <a:pt x="144" y="48"/>
                </a:moveTo>
                <a:cubicBezTo>
                  <a:pt x="147" y="48"/>
                  <a:pt x="149" y="47"/>
                  <a:pt x="150" y="46"/>
                </a:cubicBezTo>
                <a:cubicBezTo>
                  <a:pt x="168" y="27"/>
                  <a:pt x="168" y="27"/>
                  <a:pt x="168" y="27"/>
                </a:cubicBezTo>
                <a:cubicBezTo>
                  <a:pt x="168" y="104"/>
                  <a:pt x="168" y="104"/>
                  <a:pt x="168" y="104"/>
                </a:cubicBezTo>
                <a:cubicBezTo>
                  <a:pt x="168" y="109"/>
                  <a:pt x="172" y="112"/>
                  <a:pt x="176" y="112"/>
                </a:cubicBezTo>
                <a:cubicBezTo>
                  <a:pt x="181" y="112"/>
                  <a:pt x="185" y="109"/>
                  <a:pt x="185" y="104"/>
                </a:cubicBezTo>
                <a:cubicBezTo>
                  <a:pt x="185" y="27"/>
                  <a:pt x="185" y="27"/>
                  <a:pt x="185" y="27"/>
                </a:cubicBezTo>
                <a:cubicBezTo>
                  <a:pt x="203" y="46"/>
                  <a:pt x="203" y="46"/>
                  <a:pt x="203" y="46"/>
                </a:cubicBezTo>
                <a:cubicBezTo>
                  <a:pt x="204" y="47"/>
                  <a:pt x="206" y="48"/>
                  <a:pt x="209" y="48"/>
                </a:cubicBezTo>
                <a:cubicBezTo>
                  <a:pt x="213" y="48"/>
                  <a:pt x="217" y="44"/>
                  <a:pt x="217" y="40"/>
                </a:cubicBezTo>
                <a:cubicBezTo>
                  <a:pt x="217" y="38"/>
                  <a:pt x="216" y="36"/>
                  <a:pt x="214" y="34"/>
                </a:cubicBezTo>
                <a:cubicBezTo>
                  <a:pt x="182" y="2"/>
                  <a:pt x="182" y="2"/>
                  <a:pt x="182" y="2"/>
                </a:cubicBezTo>
                <a:cubicBezTo>
                  <a:pt x="181" y="1"/>
                  <a:pt x="179" y="0"/>
                  <a:pt x="176" y="0"/>
                </a:cubicBezTo>
                <a:cubicBezTo>
                  <a:pt x="174" y="0"/>
                  <a:pt x="172" y="1"/>
                  <a:pt x="171" y="2"/>
                </a:cubicBezTo>
                <a:cubicBezTo>
                  <a:pt x="139" y="34"/>
                  <a:pt x="139" y="34"/>
                  <a:pt x="139" y="34"/>
                </a:cubicBezTo>
                <a:cubicBezTo>
                  <a:pt x="137" y="36"/>
                  <a:pt x="136" y="38"/>
                  <a:pt x="136" y="40"/>
                </a:cubicBezTo>
                <a:cubicBezTo>
                  <a:pt x="136" y="44"/>
                  <a:pt x="140" y="48"/>
                  <a:pt x="144" y="48"/>
                </a:cubicBezTo>
                <a:moveTo>
                  <a:pt x="337" y="128"/>
                </a:moveTo>
                <a:cubicBezTo>
                  <a:pt x="16" y="128"/>
                  <a:pt x="16" y="128"/>
                  <a:pt x="16" y="128"/>
                </a:cubicBezTo>
                <a:cubicBezTo>
                  <a:pt x="7" y="128"/>
                  <a:pt x="0" y="135"/>
                  <a:pt x="0" y="144"/>
                </a:cubicBezTo>
                <a:cubicBezTo>
                  <a:pt x="0" y="160"/>
                  <a:pt x="0" y="160"/>
                  <a:pt x="0" y="160"/>
                </a:cubicBezTo>
                <a:cubicBezTo>
                  <a:pt x="0" y="169"/>
                  <a:pt x="7" y="176"/>
                  <a:pt x="16" y="176"/>
                </a:cubicBezTo>
                <a:cubicBezTo>
                  <a:pt x="19" y="176"/>
                  <a:pt x="19" y="176"/>
                  <a:pt x="19" y="176"/>
                </a:cubicBezTo>
                <a:cubicBezTo>
                  <a:pt x="48" y="315"/>
                  <a:pt x="48" y="315"/>
                  <a:pt x="48" y="315"/>
                </a:cubicBezTo>
                <a:cubicBezTo>
                  <a:pt x="48" y="315"/>
                  <a:pt x="48" y="315"/>
                  <a:pt x="48" y="315"/>
                </a:cubicBezTo>
                <a:cubicBezTo>
                  <a:pt x="49" y="318"/>
                  <a:pt x="52" y="321"/>
                  <a:pt x="56" y="321"/>
                </a:cubicBezTo>
                <a:cubicBezTo>
                  <a:pt x="297" y="321"/>
                  <a:pt x="297" y="321"/>
                  <a:pt x="297" y="321"/>
                </a:cubicBezTo>
                <a:cubicBezTo>
                  <a:pt x="301" y="321"/>
                  <a:pt x="304" y="318"/>
                  <a:pt x="305" y="315"/>
                </a:cubicBezTo>
                <a:cubicBezTo>
                  <a:pt x="305" y="315"/>
                  <a:pt x="305" y="315"/>
                  <a:pt x="305" y="315"/>
                </a:cubicBezTo>
                <a:cubicBezTo>
                  <a:pt x="334" y="176"/>
                  <a:pt x="334" y="176"/>
                  <a:pt x="334" y="176"/>
                </a:cubicBezTo>
                <a:cubicBezTo>
                  <a:pt x="337" y="176"/>
                  <a:pt x="337" y="176"/>
                  <a:pt x="337" y="176"/>
                </a:cubicBezTo>
                <a:cubicBezTo>
                  <a:pt x="346" y="176"/>
                  <a:pt x="353" y="169"/>
                  <a:pt x="353" y="160"/>
                </a:cubicBezTo>
                <a:cubicBezTo>
                  <a:pt x="353" y="144"/>
                  <a:pt x="353" y="144"/>
                  <a:pt x="353" y="144"/>
                </a:cubicBezTo>
                <a:cubicBezTo>
                  <a:pt x="353" y="135"/>
                  <a:pt x="346" y="128"/>
                  <a:pt x="337" y="128"/>
                </a:cubicBezTo>
                <a:moveTo>
                  <a:pt x="36" y="176"/>
                </a:moveTo>
                <a:cubicBezTo>
                  <a:pt x="91" y="176"/>
                  <a:pt x="91" y="176"/>
                  <a:pt x="91" y="176"/>
                </a:cubicBezTo>
                <a:cubicBezTo>
                  <a:pt x="96" y="209"/>
                  <a:pt x="96" y="209"/>
                  <a:pt x="96" y="209"/>
                </a:cubicBezTo>
                <a:cubicBezTo>
                  <a:pt x="42" y="209"/>
                  <a:pt x="42" y="209"/>
                  <a:pt x="42" y="209"/>
                </a:cubicBezTo>
                <a:lnTo>
                  <a:pt x="36" y="176"/>
                </a:lnTo>
                <a:close/>
                <a:moveTo>
                  <a:pt x="46" y="225"/>
                </a:moveTo>
                <a:cubicBezTo>
                  <a:pt x="98" y="225"/>
                  <a:pt x="98" y="225"/>
                  <a:pt x="98" y="225"/>
                </a:cubicBezTo>
                <a:cubicBezTo>
                  <a:pt x="103" y="257"/>
                  <a:pt x="103" y="257"/>
                  <a:pt x="103" y="257"/>
                </a:cubicBezTo>
                <a:cubicBezTo>
                  <a:pt x="52" y="257"/>
                  <a:pt x="52" y="257"/>
                  <a:pt x="52" y="257"/>
                </a:cubicBezTo>
                <a:lnTo>
                  <a:pt x="46" y="225"/>
                </a:lnTo>
                <a:close/>
                <a:moveTo>
                  <a:pt x="63" y="305"/>
                </a:moveTo>
                <a:cubicBezTo>
                  <a:pt x="56" y="273"/>
                  <a:pt x="56" y="273"/>
                  <a:pt x="56" y="273"/>
                </a:cubicBezTo>
                <a:cubicBezTo>
                  <a:pt x="106" y="273"/>
                  <a:pt x="106" y="273"/>
                  <a:pt x="106" y="273"/>
                </a:cubicBezTo>
                <a:cubicBezTo>
                  <a:pt x="111" y="305"/>
                  <a:pt x="111" y="305"/>
                  <a:pt x="111" y="305"/>
                </a:cubicBezTo>
                <a:lnTo>
                  <a:pt x="63" y="305"/>
                </a:lnTo>
                <a:close/>
                <a:moveTo>
                  <a:pt x="168" y="305"/>
                </a:moveTo>
                <a:cubicBezTo>
                  <a:pt x="127" y="305"/>
                  <a:pt x="127" y="305"/>
                  <a:pt x="127" y="305"/>
                </a:cubicBezTo>
                <a:cubicBezTo>
                  <a:pt x="122" y="273"/>
                  <a:pt x="122" y="273"/>
                  <a:pt x="122" y="273"/>
                </a:cubicBezTo>
                <a:cubicBezTo>
                  <a:pt x="168" y="273"/>
                  <a:pt x="168" y="273"/>
                  <a:pt x="168" y="273"/>
                </a:cubicBezTo>
                <a:lnTo>
                  <a:pt x="168" y="305"/>
                </a:lnTo>
                <a:close/>
                <a:moveTo>
                  <a:pt x="168" y="257"/>
                </a:moveTo>
                <a:cubicBezTo>
                  <a:pt x="119" y="257"/>
                  <a:pt x="119" y="257"/>
                  <a:pt x="119" y="257"/>
                </a:cubicBezTo>
                <a:cubicBezTo>
                  <a:pt x="114" y="225"/>
                  <a:pt x="114" y="225"/>
                  <a:pt x="114" y="225"/>
                </a:cubicBezTo>
                <a:cubicBezTo>
                  <a:pt x="168" y="225"/>
                  <a:pt x="168" y="225"/>
                  <a:pt x="168" y="225"/>
                </a:cubicBezTo>
                <a:lnTo>
                  <a:pt x="168" y="257"/>
                </a:lnTo>
                <a:close/>
                <a:moveTo>
                  <a:pt x="168" y="209"/>
                </a:moveTo>
                <a:cubicBezTo>
                  <a:pt x="112" y="209"/>
                  <a:pt x="112" y="209"/>
                  <a:pt x="112" y="209"/>
                </a:cubicBezTo>
                <a:cubicBezTo>
                  <a:pt x="107" y="176"/>
                  <a:pt x="107" y="176"/>
                  <a:pt x="107" y="176"/>
                </a:cubicBezTo>
                <a:cubicBezTo>
                  <a:pt x="168" y="176"/>
                  <a:pt x="168" y="176"/>
                  <a:pt x="168" y="176"/>
                </a:cubicBezTo>
                <a:lnTo>
                  <a:pt x="168" y="209"/>
                </a:lnTo>
                <a:close/>
                <a:moveTo>
                  <a:pt x="226" y="305"/>
                </a:moveTo>
                <a:cubicBezTo>
                  <a:pt x="185" y="305"/>
                  <a:pt x="185" y="305"/>
                  <a:pt x="185" y="305"/>
                </a:cubicBezTo>
                <a:cubicBezTo>
                  <a:pt x="185" y="273"/>
                  <a:pt x="185" y="273"/>
                  <a:pt x="185" y="273"/>
                </a:cubicBezTo>
                <a:cubicBezTo>
                  <a:pt x="231" y="273"/>
                  <a:pt x="231" y="273"/>
                  <a:pt x="231" y="273"/>
                </a:cubicBezTo>
                <a:lnTo>
                  <a:pt x="226" y="305"/>
                </a:lnTo>
                <a:close/>
                <a:moveTo>
                  <a:pt x="234" y="257"/>
                </a:moveTo>
                <a:cubicBezTo>
                  <a:pt x="185" y="257"/>
                  <a:pt x="185" y="257"/>
                  <a:pt x="185" y="257"/>
                </a:cubicBezTo>
                <a:cubicBezTo>
                  <a:pt x="185" y="225"/>
                  <a:pt x="185" y="225"/>
                  <a:pt x="185" y="225"/>
                </a:cubicBezTo>
                <a:cubicBezTo>
                  <a:pt x="239" y="225"/>
                  <a:pt x="239" y="225"/>
                  <a:pt x="239" y="225"/>
                </a:cubicBezTo>
                <a:lnTo>
                  <a:pt x="234" y="257"/>
                </a:lnTo>
                <a:close/>
                <a:moveTo>
                  <a:pt x="185" y="209"/>
                </a:moveTo>
                <a:cubicBezTo>
                  <a:pt x="185" y="176"/>
                  <a:pt x="185" y="176"/>
                  <a:pt x="185" y="176"/>
                </a:cubicBezTo>
                <a:cubicBezTo>
                  <a:pt x="246" y="176"/>
                  <a:pt x="246" y="176"/>
                  <a:pt x="246" y="176"/>
                </a:cubicBezTo>
                <a:cubicBezTo>
                  <a:pt x="241" y="209"/>
                  <a:pt x="241" y="209"/>
                  <a:pt x="241" y="209"/>
                </a:cubicBezTo>
                <a:lnTo>
                  <a:pt x="185" y="209"/>
                </a:lnTo>
                <a:close/>
                <a:moveTo>
                  <a:pt x="290" y="305"/>
                </a:moveTo>
                <a:cubicBezTo>
                  <a:pt x="242" y="305"/>
                  <a:pt x="242" y="305"/>
                  <a:pt x="242" y="305"/>
                </a:cubicBezTo>
                <a:cubicBezTo>
                  <a:pt x="247" y="273"/>
                  <a:pt x="247" y="273"/>
                  <a:pt x="247" y="273"/>
                </a:cubicBezTo>
                <a:cubicBezTo>
                  <a:pt x="297" y="273"/>
                  <a:pt x="297" y="273"/>
                  <a:pt x="297" y="273"/>
                </a:cubicBezTo>
                <a:lnTo>
                  <a:pt x="290" y="305"/>
                </a:lnTo>
                <a:close/>
                <a:moveTo>
                  <a:pt x="301" y="257"/>
                </a:moveTo>
                <a:cubicBezTo>
                  <a:pt x="250" y="257"/>
                  <a:pt x="250" y="257"/>
                  <a:pt x="250" y="257"/>
                </a:cubicBezTo>
                <a:cubicBezTo>
                  <a:pt x="255" y="225"/>
                  <a:pt x="255" y="225"/>
                  <a:pt x="255" y="225"/>
                </a:cubicBezTo>
                <a:cubicBezTo>
                  <a:pt x="307" y="225"/>
                  <a:pt x="307" y="225"/>
                  <a:pt x="307" y="225"/>
                </a:cubicBezTo>
                <a:lnTo>
                  <a:pt x="301" y="257"/>
                </a:lnTo>
                <a:close/>
                <a:moveTo>
                  <a:pt x="311" y="209"/>
                </a:moveTo>
                <a:cubicBezTo>
                  <a:pt x="257" y="209"/>
                  <a:pt x="257" y="209"/>
                  <a:pt x="257" y="209"/>
                </a:cubicBezTo>
                <a:cubicBezTo>
                  <a:pt x="262" y="176"/>
                  <a:pt x="262" y="176"/>
                  <a:pt x="262" y="176"/>
                </a:cubicBezTo>
                <a:cubicBezTo>
                  <a:pt x="317" y="176"/>
                  <a:pt x="317" y="176"/>
                  <a:pt x="317" y="176"/>
                </a:cubicBezTo>
                <a:lnTo>
                  <a:pt x="311" y="209"/>
                </a:lnTo>
                <a:close/>
                <a:moveTo>
                  <a:pt x="337" y="160"/>
                </a:moveTo>
                <a:cubicBezTo>
                  <a:pt x="16" y="160"/>
                  <a:pt x="16" y="160"/>
                  <a:pt x="16" y="160"/>
                </a:cubicBezTo>
                <a:cubicBezTo>
                  <a:pt x="16" y="144"/>
                  <a:pt x="16" y="144"/>
                  <a:pt x="16" y="144"/>
                </a:cubicBezTo>
                <a:cubicBezTo>
                  <a:pt x="337" y="144"/>
                  <a:pt x="337" y="144"/>
                  <a:pt x="337" y="144"/>
                </a:cubicBezTo>
                <a:lnTo>
                  <a:pt x="337" y="16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5" name="Freeform 15"/>
          <p:cNvSpPr>
            <a:spLocks noEditPoints="1"/>
          </p:cNvSpPr>
          <p:nvPr/>
        </p:nvSpPr>
        <p:spPr bwMode="auto">
          <a:xfrm>
            <a:off x="840317" y="2061635"/>
            <a:ext cx="577851" cy="527051"/>
          </a:xfrm>
          <a:custGeom>
            <a:avLst/>
            <a:gdLst>
              <a:gd name="T0" fmla="*/ 123 w 353"/>
              <a:gd name="T1" fmla="*/ 46 h 321"/>
              <a:gd name="T2" fmla="*/ 160 w 353"/>
              <a:gd name="T3" fmla="*/ 80 h 321"/>
              <a:gd name="T4" fmla="*/ 166 w 353"/>
              <a:gd name="T5" fmla="*/ 67 h 321"/>
              <a:gd name="T6" fmla="*/ 225 w 353"/>
              <a:gd name="T7" fmla="*/ 48 h 321"/>
              <a:gd name="T8" fmla="*/ 233 w 353"/>
              <a:gd name="T9" fmla="*/ 40 h 321"/>
              <a:gd name="T10" fmla="*/ 148 w 353"/>
              <a:gd name="T11" fmla="*/ 32 h 321"/>
              <a:gd name="T12" fmla="*/ 168 w 353"/>
              <a:gd name="T13" fmla="*/ 8 h 321"/>
              <a:gd name="T14" fmla="*/ 155 w 353"/>
              <a:gd name="T15" fmla="*/ 2 h 321"/>
              <a:gd name="T16" fmla="*/ 123 w 353"/>
              <a:gd name="T17" fmla="*/ 35 h 321"/>
              <a:gd name="T18" fmla="*/ 123 w 353"/>
              <a:gd name="T19" fmla="*/ 46 h 321"/>
              <a:gd name="T20" fmla="*/ 16 w 353"/>
              <a:gd name="T21" fmla="*/ 129 h 321"/>
              <a:gd name="T22" fmla="*/ 0 w 353"/>
              <a:gd name="T23" fmla="*/ 161 h 321"/>
              <a:gd name="T24" fmla="*/ 19 w 353"/>
              <a:gd name="T25" fmla="*/ 177 h 321"/>
              <a:gd name="T26" fmla="*/ 48 w 353"/>
              <a:gd name="T27" fmla="*/ 315 h 321"/>
              <a:gd name="T28" fmla="*/ 297 w 353"/>
              <a:gd name="T29" fmla="*/ 321 h 321"/>
              <a:gd name="T30" fmla="*/ 305 w 353"/>
              <a:gd name="T31" fmla="*/ 315 h 321"/>
              <a:gd name="T32" fmla="*/ 337 w 353"/>
              <a:gd name="T33" fmla="*/ 177 h 321"/>
              <a:gd name="T34" fmla="*/ 353 w 353"/>
              <a:gd name="T35" fmla="*/ 145 h 321"/>
              <a:gd name="T36" fmla="*/ 36 w 353"/>
              <a:gd name="T37" fmla="*/ 177 h 321"/>
              <a:gd name="T38" fmla="*/ 96 w 353"/>
              <a:gd name="T39" fmla="*/ 209 h 321"/>
              <a:gd name="T40" fmla="*/ 36 w 353"/>
              <a:gd name="T41" fmla="*/ 177 h 321"/>
              <a:gd name="T42" fmla="*/ 98 w 353"/>
              <a:gd name="T43" fmla="*/ 225 h 321"/>
              <a:gd name="T44" fmla="*/ 52 w 353"/>
              <a:gd name="T45" fmla="*/ 257 h 321"/>
              <a:gd name="T46" fmla="*/ 63 w 353"/>
              <a:gd name="T47" fmla="*/ 305 h 321"/>
              <a:gd name="T48" fmla="*/ 106 w 353"/>
              <a:gd name="T49" fmla="*/ 273 h 321"/>
              <a:gd name="T50" fmla="*/ 63 w 353"/>
              <a:gd name="T51" fmla="*/ 305 h 321"/>
              <a:gd name="T52" fmla="*/ 127 w 353"/>
              <a:gd name="T53" fmla="*/ 305 h 321"/>
              <a:gd name="T54" fmla="*/ 168 w 353"/>
              <a:gd name="T55" fmla="*/ 273 h 321"/>
              <a:gd name="T56" fmla="*/ 168 w 353"/>
              <a:gd name="T57" fmla="*/ 257 h 321"/>
              <a:gd name="T58" fmla="*/ 114 w 353"/>
              <a:gd name="T59" fmla="*/ 225 h 321"/>
              <a:gd name="T60" fmla="*/ 168 w 353"/>
              <a:gd name="T61" fmla="*/ 257 h 321"/>
              <a:gd name="T62" fmla="*/ 112 w 353"/>
              <a:gd name="T63" fmla="*/ 209 h 321"/>
              <a:gd name="T64" fmla="*/ 168 w 353"/>
              <a:gd name="T65" fmla="*/ 177 h 321"/>
              <a:gd name="T66" fmla="*/ 226 w 353"/>
              <a:gd name="T67" fmla="*/ 305 h 321"/>
              <a:gd name="T68" fmla="*/ 185 w 353"/>
              <a:gd name="T69" fmla="*/ 273 h 321"/>
              <a:gd name="T70" fmla="*/ 226 w 353"/>
              <a:gd name="T71" fmla="*/ 305 h 321"/>
              <a:gd name="T72" fmla="*/ 185 w 353"/>
              <a:gd name="T73" fmla="*/ 257 h 321"/>
              <a:gd name="T74" fmla="*/ 239 w 353"/>
              <a:gd name="T75" fmla="*/ 225 h 321"/>
              <a:gd name="T76" fmla="*/ 185 w 353"/>
              <a:gd name="T77" fmla="*/ 209 h 321"/>
              <a:gd name="T78" fmla="*/ 246 w 353"/>
              <a:gd name="T79" fmla="*/ 177 h 321"/>
              <a:gd name="T80" fmla="*/ 185 w 353"/>
              <a:gd name="T81" fmla="*/ 209 h 321"/>
              <a:gd name="T82" fmla="*/ 242 w 353"/>
              <a:gd name="T83" fmla="*/ 305 h 321"/>
              <a:gd name="T84" fmla="*/ 297 w 353"/>
              <a:gd name="T85" fmla="*/ 273 h 321"/>
              <a:gd name="T86" fmla="*/ 301 w 353"/>
              <a:gd name="T87" fmla="*/ 257 h 321"/>
              <a:gd name="T88" fmla="*/ 255 w 353"/>
              <a:gd name="T89" fmla="*/ 225 h 321"/>
              <a:gd name="T90" fmla="*/ 301 w 353"/>
              <a:gd name="T91" fmla="*/ 257 h 321"/>
              <a:gd name="T92" fmla="*/ 257 w 353"/>
              <a:gd name="T93" fmla="*/ 209 h 321"/>
              <a:gd name="T94" fmla="*/ 317 w 353"/>
              <a:gd name="T95" fmla="*/ 177 h 321"/>
              <a:gd name="T96" fmla="*/ 337 w 353"/>
              <a:gd name="T97" fmla="*/ 161 h 321"/>
              <a:gd name="T98" fmla="*/ 16 w 353"/>
              <a:gd name="T99" fmla="*/ 145 h 321"/>
              <a:gd name="T100" fmla="*/ 337 w 353"/>
              <a:gd name="T101" fmla="*/ 161 h 3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353" h="321">
                <a:moveTo>
                  <a:pt x="123" y="46"/>
                </a:moveTo>
                <a:cubicBezTo>
                  <a:pt x="123" y="46"/>
                  <a:pt x="123" y="46"/>
                  <a:pt x="123" y="46"/>
                </a:cubicBezTo>
                <a:cubicBezTo>
                  <a:pt x="155" y="78"/>
                  <a:pt x="155" y="78"/>
                  <a:pt x="155" y="78"/>
                </a:cubicBezTo>
                <a:cubicBezTo>
                  <a:pt x="156" y="79"/>
                  <a:pt x="158" y="80"/>
                  <a:pt x="160" y="80"/>
                </a:cubicBezTo>
                <a:cubicBezTo>
                  <a:pt x="165" y="80"/>
                  <a:pt x="168" y="77"/>
                  <a:pt x="168" y="72"/>
                </a:cubicBezTo>
                <a:cubicBezTo>
                  <a:pt x="168" y="70"/>
                  <a:pt x="168" y="68"/>
                  <a:pt x="166" y="67"/>
                </a:cubicBezTo>
                <a:cubicBezTo>
                  <a:pt x="148" y="48"/>
                  <a:pt x="148" y="48"/>
                  <a:pt x="148" y="48"/>
                </a:cubicBezTo>
                <a:cubicBezTo>
                  <a:pt x="225" y="48"/>
                  <a:pt x="225" y="48"/>
                  <a:pt x="225" y="48"/>
                </a:cubicBezTo>
                <a:cubicBezTo>
                  <a:pt x="225" y="48"/>
                  <a:pt x="225" y="48"/>
                  <a:pt x="225" y="48"/>
                </a:cubicBezTo>
                <a:cubicBezTo>
                  <a:pt x="229" y="48"/>
                  <a:pt x="233" y="45"/>
                  <a:pt x="233" y="40"/>
                </a:cubicBezTo>
                <a:cubicBezTo>
                  <a:pt x="233" y="36"/>
                  <a:pt x="229" y="32"/>
                  <a:pt x="225" y="32"/>
                </a:cubicBezTo>
                <a:cubicBezTo>
                  <a:pt x="148" y="32"/>
                  <a:pt x="148" y="32"/>
                  <a:pt x="148" y="32"/>
                </a:cubicBezTo>
                <a:cubicBezTo>
                  <a:pt x="166" y="14"/>
                  <a:pt x="166" y="14"/>
                  <a:pt x="166" y="14"/>
                </a:cubicBezTo>
                <a:cubicBezTo>
                  <a:pt x="168" y="12"/>
                  <a:pt x="168" y="10"/>
                  <a:pt x="168" y="8"/>
                </a:cubicBezTo>
                <a:cubicBezTo>
                  <a:pt x="168" y="4"/>
                  <a:pt x="165" y="0"/>
                  <a:pt x="160" y="0"/>
                </a:cubicBezTo>
                <a:cubicBezTo>
                  <a:pt x="158" y="0"/>
                  <a:pt x="156" y="1"/>
                  <a:pt x="155" y="2"/>
                </a:cubicBezTo>
                <a:cubicBezTo>
                  <a:pt x="123" y="35"/>
                  <a:pt x="123" y="35"/>
                  <a:pt x="123" y="35"/>
                </a:cubicBezTo>
                <a:cubicBezTo>
                  <a:pt x="123" y="35"/>
                  <a:pt x="123" y="35"/>
                  <a:pt x="123" y="35"/>
                </a:cubicBezTo>
                <a:cubicBezTo>
                  <a:pt x="121" y="36"/>
                  <a:pt x="120" y="38"/>
                  <a:pt x="120" y="40"/>
                </a:cubicBezTo>
                <a:cubicBezTo>
                  <a:pt x="120" y="42"/>
                  <a:pt x="121" y="44"/>
                  <a:pt x="123" y="46"/>
                </a:cubicBezTo>
                <a:moveTo>
                  <a:pt x="337" y="129"/>
                </a:moveTo>
                <a:cubicBezTo>
                  <a:pt x="16" y="129"/>
                  <a:pt x="16" y="129"/>
                  <a:pt x="16" y="129"/>
                </a:cubicBezTo>
                <a:cubicBezTo>
                  <a:pt x="7" y="129"/>
                  <a:pt x="0" y="136"/>
                  <a:pt x="0" y="145"/>
                </a:cubicBezTo>
                <a:cubicBezTo>
                  <a:pt x="0" y="161"/>
                  <a:pt x="0" y="161"/>
                  <a:pt x="0" y="161"/>
                </a:cubicBezTo>
                <a:cubicBezTo>
                  <a:pt x="0" y="170"/>
                  <a:pt x="7" y="177"/>
                  <a:pt x="16" y="177"/>
                </a:cubicBezTo>
                <a:cubicBezTo>
                  <a:pt x="19" y="177"/>
                  <a:pt x="19" y="177"/>
                  <a:pt x="19" y="177"/>
                </a:cubicBezTo>
                <a:cubicBezTo>
                  <a:pt x="48" y="315"/>
                  <a:pt x="48" y="315"/>
                  <a:pt x="48" y="315"/>
                </a:cubicBezTo>
                <a:cubicBezTo>
                  <a:pt x="48" y="315"/>
                  <a:pt x="48" y="315"/>
                  <a:pt x="48" y="315"/>
                </a:cubicBezTo>
                <a:cubicBezTo>
                  <a:pt x="49" y="319"/>
                  <a:pt x="52" y="321"/>
                  <a:pt x="56" y="321"/>
                </a:cubicBezTo>
                <a:cubicBezTo>
                  <a:pt x="297" y="321"/>
                  <a:pt x="297" y="321"/>
                  <a:pt x="297" y="321"/>
                </a:cubicBezTo>
                <a:cubicBezTo>
                  <a:pt x="301" y="321"/>
                  <a:pt x="304" y="319"/>
                  <a:pt x="305" y="315"/>
                </a:cubicBezTo>
                <a:cubicBezTo>
                  <a:pt x="305" y="315"/>
                  <a:pt x="305" y="315"/>
                  <a:pt x="305" y="315"/>
                </a:cubicBezTo>
                <a:cubicBezTo>
                  <a:pt x="334" y="177"/>
                  <a:pt x="334" y="177"/>
                  <a:pt x="334" y="177"/>
                </a:cubicBezTo>
                <a:cubicBezTo>
                  <a:pt x="337" y="177"/>
                  <a:pt x="337" y="177"/>
                  <a:pt x="337" y="177"/>
                </a:cubicBezTo>
                <a:cubicBezTo>
                  <a:pt x="346" y="177"/>
                  <a:pt x="353" y="170"/>
                  <a:pt x="353" y="161"/>
                </a:cubicBezTo>
                <a:cubicBezTo>
                  <a:pt x="353" y="145"/>
                  <a:pt x="353" y="145"/>
                  <a:pt x="353" y="145"/>
                </a:cubicBezTo>
                <a:cubicBezTo>
                  <a:pt x="353" y="136"/>
                  <a:pt x="346" y="129"/>
                  <a:pt x="337" y="129"/>
                </a:cubicBezTo>
                <a:moveTo>
                  <a:pt x="36" y="177"/>
                </a:moveTo>
                <a:cubicBezTo>
                  <a:pt x="91" y="177"/>
                  <a:pt x="91" y="177"/>
                  <a:pt x="91" y="177"/>
                </a:cubicBezTo>
                <a:cubicBezTo>
                  <a:pt x="96" y="209"/>
                  <a:pt x="96" y="209"/>
                  <a:pt x="96" y="209"/>
                </a:cubicBezTo>
                <a:cubicBezTo>
                  <a:pt x="42" y="209"/>
                  <a:pt x="42" y="209"/>
                  <a:pt x="42" y="209"/>
                </a:cubicBezTo>
                <a:lnTo>
                  <a:pt x="36" y="177"/>
                </a:lnTo>
                <a:close/>
                <a:moveTo>
                  <a:pt x="46" y="225"/>
                </a:moveTo>
                <a:cubicBezTo>
                  <a:pt x="98" y="225"/>
                  <a:pt x="98" y="225"/>
                  <a:pt x="98" y="225"/>
                </a:cubicBezTo>
                <a:cubicBezTo>
                  <a:pt x="103" y="257"/>
                  <a:pt x="103" y="257"/>
                  <a:pt x="103" y="257"/>
                </a:cubicBezTo>
                <a:cubicBezTo>
                  <a:pt x="52" y="257"/>
                  <a:pt x="52" y="257"/>
                  <a:pt x="52" y="257"/>
                </a:cubicBezTo>
                <a:lnTo>
                  <a:pt x="46" y="225"/>
                </a:lnTo>
                <a:close/>
                <a:moveTo>
                  <a:pt x="63" y="305"/>
                </a:moveTo>
                <a:cubicBezTo>
                  <a:pt x="56" y="273"/>
                  <a:pt x="56" y="273"/>
                  <a:pt x="56" y="273"/>
                </a:cubicBezTo>
                <a:cubicBezTo>
                  <a:pt x="106" y="273"/>
                  <a:pt x="106" y="273"/>
                  <a:pt x="106" y="273"/>
                </a:cubicBezTo>
                <a:cubicBezTo>
                  <a:pt x="111" y="305"/>
                  <a:pt x="111" y="305"/>
                  <a:pt x="111" y="305"/>
                </a:cubicBezTo>
                <a:lnTo>
                  <a:pt x="63" y="305"/>
                </a:lnTo>
                <a:close/>
                <a:moveTo>
                  <a:pt x="168" y="305"/>
                </a:moveTo>
                <a:cubicBezTo>
                  <a:pt x="127" y="305"/>
                  <a:pt x="127" y="305"/>
                  <a:pt x="127" y="305"/>
                </a:cubicBezTo>
                <a:cubicBezTo>
                  <a:pt x="122" y="273"/>
                  <a:pt x="122" y="273"/>
                  <a:pt x="122" y="273"/>
                </a:cubicBezTo>
                <a:cubicBezTo>
                  <a:pt x="168" y="273"/>
                  <a:pt x="168" y="273"/>
                  <a:pt x="168" y="273"/>
                </a:cubicBezTo>
                <a:lnTo>
                  <a:pt x="168" y="305"/>
                </a:lnTo>
                <a:close/>
                <a:moveTo>
                  <a:pt x="168" y="257"/>
                </a:moveTo>
                <a:cubicBezTo>
                  <a:pt x="119" y="257"/>
                  <a:pt x="119" y="257"/>
                  <a:pt x="119" y="257"/>
                </a:cubicBezTo>
                <a:cubicBezTo>
                  <a:pt x="114" y="225"/>
                  <a:pt x="114" y="225"/>
                  <a:pt x="114" y="225"/>
                </a:cubicBezTo>
                <a:cubicBezTo>
                  <a:pt x="168" y="225"/>
                  <a:pt x="168" y="225"/>
                  <a:pt x="168" y="225"/>
                </a:cubicBezTo>
                <a:lnTo>
                  <a:pt x="168" y="257"/>
                </a:lnTo>
                <a:close/>
                <a:moveTo>
                  <a:pt x="168" y="209"/>
                </a:moveTo>
                <a:cubicBezTo>
                  <a:pt x="112" y="209"/>
                  <a:pt x="112" y="209"/>
                  <a:pt x="112" y="209"/>
                </a:cubicBezTo>
                <a:cubicBezTo>
                  <a:pt x="107" y="177"/>
                  <a:pt x="107" y="177"/>
                  <a:pt x="107" y="177"/>
                </a:cubicBezTo>
                <a:cubicBezTo>
                  <a:pt x="168" y="177"/>
                  <a:pt x="168" y="177"/>
                  <a:pt x="168" y="177"/>
                </a:cubicBezTo>
                <a:lnTo>
                  <a:pt x="168" y="209"/>
                </a:lnTo>
                <a:close/>
                <a:moveTo>
                  <a:pt x="226" y="305"/>
                </a:moveTo>
                <a:cubicBezTo>
                  <a:pt x="185" y="305"/>
                  <a:pt x="185" y="305"/>
                  <a:pt x="185" y="305"/>
                </a:cubicBezTo>
                <a:cubicBezTo>
                  <a:pt x="185" y="273"/>
                  <a:pt x="185" y="273"/>
                  <a:pt x="185" y="273"/>
                </a:cubicBezTo>
                <a:cubicBezTo>
                  <a:pt x="231" y="273"/>
                  <a:pt x="231" y="273"/>
                  <a:pt x="231" y="273"/>
                </a:cubicBezTo>
                <a:lnTo>
                  <a:pt x="226" y="305"/>
                </a:lnTo>
                <a:close/>
                <a:moveTo>
                  <a:pt x="234" y="257"/>
                </a:moveTo>
                <a:cubicBezTo>
                  <a:pt x="185" y="257"/>
                  <a:pt x="185" y="257"/>
                  <a:pt x="185" y="257"/>
                </a:cubicBezTo>
                <a:cubicBezTo>
                  <a:pt x="185" y="225"/>
                  <a:pt x="185" y="225"/>
                  <a:pt x="185" y="225"/>
                </a:cubicBezTo>
                <a:cubicBezTo>
                  <a:pt x="239" y="225"/>
                  <a:pt x="239" y="225"/>
                  <a:pt x="239" y="225"/>
                </a:cubicBezTo>
                <a:lnTo>
                  <a:pt x="234" y="257"/>
                </a:lnTo>
                <a:close/>
                <a:moveTo>
                  <a:pt x="185" y="209"/>
                </a:moveTo>
                <a:cubicBezTo>
                  <a:pt x="185" y="177"/>
                  <a:pt x="185" y="177"/>
                  <a:pt x="185" y="177"/>
                </a:cubicBezTo>
                <a:cubicBezTo>
                  <a:pt x="246" y="177"/>
                  <a:pt x="246" y="177"/>
                  <a:pt x="246" y="177"/>
                </a:cubicBezTo>
                <a:cubicBezTo>
                  <a:pt x="241" y="209"/>
                  <a:pt x="241" y="209"/>
                  <a:pt x="241" y="209"/>
                </a:cubicBezTo>
                <a:lnTo>
                  <a:pt x="185" y="209"/>
                </a:lnTo>
                <a:close/>
                <a:moveTo>
                  <a:pt x="290" y="305"/>
                </a:moveTo>
                <a:cubicBezTo>
                  <a:pt x="242" y="305"/>
                  <a:pt x="242" y="305"/>
                  <a:pt x="242" y="305"/>
                </a:cubicBezTo>
                <a:cubicBezTo>
                  <a:pt x="247" y="273"/>
                  <a:pt x="247" y="273"/>
                  <a:pt x="247" y="273"/>
                </a:cubicBezTo>
                <a:cubicBezTo>
                  <a:pt x="297" y="273"/>
                  <a:pt x="297" y="273"/>
                  <a:pt x="297" y="273"/>
                </a:cubicBezTo>
                <a:lnTo>
                  <a:pt x="290" y="305"/>
                </a:lnTo>
                <a:close/>
                <a:moveTo>
                  <a:pt x="301" y="257"/>
                </a:moveTo>
                <a:cubicBezTo>
                  <a:pt x="250" y="257"/>
                  <a:pt x="250" y="257"/>
                  <a:pt x="250" y="257"/>
                </a:cubicBezTo>
                <a:cubicBezTo>
                  <a:pt x="255" y="225"/>
                  <a:pt x="255" y="225"/>
                  <a:pt x="255" y="225"/>
                </a:cubicBezTo>
                <a:cubicBezTo>
                  <a:pt x="307" y="225"/>
                  <a:pt x="307" y="225"/>
                  <a:pt x="307" y="225"/>
                </a:cubicBezTo>
                <a:lnTo>
                  <a:pt x="301" y="257"/>
                </a:lnTo>
                <a:close/>
                <a:moveTo>
                  <a:pt x="311" y="209"/>
                </a:moveTo>
                <a:cubicBezTo>
                  <a:pt x="257" y="209"/>
                  <a:pt x="257" y="209"/>
                  <a:pt x="257" y="209"/>
                </a:cubicBezTo>
                <a:cubicBezTo>
                  <a:pt x="262" y="177"/>
                  <a:pt x="262" y="177"/>
                  <a:pt x="262" y="177"/>
                </a:cubicBezTo>
                <a:cubicBezTo>
                  <a:pt x="317" y="177"/>
                  <a:pt x="317" y="177"/>
                  <a:pt x="317" y="177"/>
                </a:cubicBezTo>
                <a:lnTo>
                  <a:pt x="311" y="209"/>
                </a:lnTo>
                <a:close/>
                <a:moveTo>
                  <a:pt x="337" y="161"/>
                </a:moveTo>
                <a:cubicBezTo>
                  <a:pt x="16" y="161"/>
                  <a:pt x="16" y="161"/>
                  <a:pt x="16" y="161"/>
                </a:cubicBezTo>
                <a:cubicBezTo>
                  <a:pt x="16" y="145"/>
                  <a:pt x="16" y="145"/>
                  <a:pt x="16" y="145"/>
                </a:cubicBezTo>
                <a:cubicBezTo>
                  <a:pt x="337" y="145"/>
                  <a:pt x="337" y="145"/>
                  <a:pt x="337" y="145"/>
                </a:cubicBezTo>
                <a:lnTo>
                  <a:pt x="337" y="16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6" name="Freeform 16"/>
          <p:cNvSpPr>
            <a:spLocks noEditPoints="1"/>
          </p:cNvSpPr>
          <p:nvPr/>
        </p:nvSpPr>
        <p:spPr bwMode="auto">
          <a:xfrm>
            <a:off x="1943100" y="2061635"/>
            <a:ext cx="577851" cy="527051"/>
          </a:xfrm>
          <a:custGeom>
            <a:avLst/>
            <a:gdLst>
              <a:gd name="T0" fmla="*/ 129 w 353"/>
              <a:gd name="T1" fmla="*/ 48 h 321"/>
              <a:gd name="T2" fmla="*/ 187 w 353"/>
              <a:gd name="T3" fmla="*/ 67 h 321"/>
              <a:gd name="T4" fmla="*/ 193 w 353"/>
              <a:gd name="T5" fmla="*/ 80 h 321"/>
              <a:gd name="T6" fmla="*/ 231 w 353"/>
              <a:gd name="T7" fmla="*/ 46 h 321"/>
              <a:gd name="T8" fmla="*/ 231 w 353"/>
              <a:gd name="T9" fmla="*/ 35 h 321"/>
              <a:gd name="T10" fmla="*/ 193 w 353"/>
              <a:gd name="T11" fmla="*/ 0 h 321"/>
              <a:gd name="T12" fmla="*/ 187 w 353"/>
              <a:gd name="T13" fmla="*/ 14 h 321"/>
              <a:gd name="T14" fmla="*/ 129 w 353"/>
              <a:gd name="T15" fmla="*/ 32 h 321"/>
              <a:gd name="T16" fmla="*/ 129 w 353"/>
              <a:gd name="T17" fmla="*/ 48 h 321"/>
              <a:gd name="T18" fmla="*/ 16 w 353"/>
              <a:gd name="T19" fmla="*/ 129 h 321"/>
              <a:gd name="T20" fmla="*/ 0 w 353"/>
              <a:gd name="T21" fmla="*/ 161 h 321"/>
              <a:gd name="T22" fmla="*/ 19 w 353"/>
              <a:gd name="T23" fmla="*/ 177 h 321"/>
              <a:gd name="T24" fmla="*/ 49 w 353"/>
              <a:gd name="T25" fmla="*/ 315 h 321"/>
              <a:gd name="T26" fmla="*/ 297 w 353"/>
              <a:gd name="T27" fmla="*/ 321 h 321"/>
              <a:gd name="T28" fmla="*/ 305 w 353"/>
              <a:gd name="T29" fmla="*/ 315 h 321"/>
              <a:gd name="T30" fmla="*/ 337 w 353"/>
              <a:gd name="T31" fmla="*/ 177 h 321"/>
              <a:gd name="T32" fmla="*/ 353 w 353"/>
              <a:gd name="T33" fmla="*/ 145 h 321"/>
              <a:gd name="T34" fmla="*/ 36 w 353"/>
              <a:gd name="T35" fmla="*/ 177 h 321"/>
              <a:gd name="T36" fmla="*/ 96 w 353"/>
              <a:gd name="T37" fmla="*/ 209 h 321"/>
              <a:gd name="T38" fmla="*/ 36 w 353"/>
              <a:gd name="T39" fmla="*/ 177 h 321"/>
              <a:gd name="T40" fmla="*/ 99 w 353"/>
              <a:gd name="T41" fmla="*/ 225 h 321"/>
              <a:gd name="T42" fmla="*/ 53 w 353"/>
              <a:gd name="T43" fmla="*/ 257 h 321"/>
              <a:gd name="T44" fmla="*/ 63 w 353"/>
              <a:gd name="T45" fmla="*/ 305 h 321"/>
              <a:gd name="T46" fmla="*/ 106 w 353"/>
              <a:gd name="T47" fmla="*/ 273 h 321"/>
              <a:gd name="T48" fmla="*/ 63 w 353"/>
              <a:gd name="T49" fmla="*/ 305 h 321"/>
              <a:gd name="T50" fmla="*/ 127 w 353"/>
              <a:gd name="T51" fmla="*/ 305 h 321"/>
              <a:gd name="T52" fmla="*/ 169 w 353"/>
              <a:gd name="T53" fmla="*/ 273 h 321"/>
              <a:gd name="T54" fmla="*/ 169 w 353"/>
              <a:gd name="T55" fmla="*/ 257 h 321"/>
              <a:gd name="T56" fmla="*/ 115 w 353"/>
              <a:gd name="T57" fmla="*/ 225 h 321"/>
              <a:gd name="T58" fmla="*/ 169 w 353"/>
              <a:gd name="T59" fmla="*/ 257 h 321"/>
              <a:gd name="T60" fmla="*/ 112 w 353"/>
              <a:gd name="T61" fmla="*/ 209 h 321"/>
              <a:gd name="T62" fmla="*/ 169 w 353"/>
              <a:gd name="T63" fmla="*/ 177 h 321"/>
              <a:gd name="T64" fmla="*/ 226 w 353"/>
              <a:gd name="T65" fmla="*/ 305 h 321"/>
              <a:gd name="T66" fmla="*/ 185 w 353"/>
              <a:gd name="T67" fmla="*/ 273 h 321"/>
              <a:gd name="T68" fmla="*/ 226 w 353"/>
              <a:gd name="T69" fmla="*/ 305 h 321"/>
              <a:gd name="T70" fmla="*/ 185 w 353"/>
              <a:gd name="T71" fmla="*/ 257 h 321"/>
              <a:gd name="T72" fmla="*/ 239 w 353"/>
              <a:gd name="T73" fmla="*/ 225 h 321"/>
              <a:gd name="T74" fmla="*/ 185 w 353"/>
              <a:gd name="T75" fmla="*/ 209 h 321"/>
              <a:gd name="T76" fmla="*/ 247 w 353"/>
              <a:gd name="T77" fmla="*/ 177 h 321"/>
              <a:gd name="T78" fmla="*/ 185 w 353"/>
              <a:gd name="T79" fmla="*/ 209 h 321"/>
              <a:gd name="T80" fmla="*/ 242 w 353"/>
              <a:gd name="T81" fmla="*/ 305 h 321"/>
              <a:gd name="T82" fmla="*/ 298 w 353"/>
              <a:gd name="T83" fmla="*/ 273 h 321"/>
              <a:gd name="T84" fmla="*/ 301 w 353"/>
              <a:gd name="T85" fmla="*/ 257 h 321"/>
              <a:gd name="T86" fmla="*/ 255 w 353"/>
              <a:gd name="T87" fmla="*/ 225 h 321"/>
              <a:gd name="T88" fmla="*/ 301 w 353"/>
              <a:gd name="T89" fmla="*/ 257 h 321"/>
              <a:gd name="T90" fmla="*/ 258 w 353"/>
              <a:gd name="T91" fmla="*/ 209 h 321"/>
              <a:gd name="T92" fmla="*/ 318 w 353"/>
              <a:gd name="T93" fmla="*/ 177 h 321"/>
              <a:gd name="T94" fmla="*/ 337 w 353"/>
              <a:gd name="T95" fmla="*/ 161 h 321"/>
              <a:gd name="T96" fmla="*/ 16 w 353"/>
              <a:gd name="T97" fmla="*/ 145 h 321"/>
              <a:gd name="T98" fmla="*/ 337 w 353"/>
              <a:gd name="T99" fmla="*/ 161 h 3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353" h="321">
                <a:moveTo>
                  <a:pt x="129" y="48"/>
                </a:moveTo>
                <a:cubicBezTo>
                  <a:pt x="129" y="48"/>
                  <a:pt x="129" y="48"/>
                  <a:pt x="129" y="48"/>
                </a:cubicBezTo>
                <a:cubicBezTo>
                  <a:pt x="206" y="48"/>
                  <a:pt x="206" y="48"/>
                  <a:pt x="206" y="48"/>
                </a:cubicBezTo>
                <a:cubicBezTo>
                  <a:pt x="187" y="67"/>
                  <a:pt x="187" y="67"/>
                  <a:pt x="187" y="67"/>
                </a:cubicBezTo>
                <a:cubicBezTo>
                  <a:pt x="186" y="68"/>
                  <a:pt x="185" y="70"/>
                  <a:pt x="185" y="72"/>
                </a:cubicBezTo>
                <a:cubicBezTo>
                  <a:pt x="185" y="77"/>
                  <a:pt x="188" y="80"/>
                  <a:pt x="193" y="80"/>
                </a:cubicBezTo>
                <a:cubicBezTo>
                  <a:pt x="195" y="80"/>
                  <a:pt x="197" y="79"/>
                  <a:pt x="199" y="78"/>
                </a:cubicBezTo>
                <a:cubicBezTo>
                  <a:pt x="231" y="46"/>
                  <a:pt x="231" y="46"/>
                  <a:pt x="231" y="46"/>
                </a:cubicBezTo>
                <a:cubicBezTo>
                  <a:pt x="232" y="44"/>
                  <a:pt x="233" y="42"/>
                  <a:pt x="233" y="40"/>
                </a:cubicBezTo>
                <a:cubicBezTo>
                  <a:pt x="233" y="38"/>
                  <a:pt x="232" y="36"/>
                  <a:pt x="231" y="35"/>
                </a:cubicBezTo>
                <a:cubicBezTo>
                  <a:pt x="199" y="2"/>
                  <a:pt x="199" y="2"/>
                  <a:pt x="199" y="2"/>
                </a:cubicBezTo>
                <a:cubicBezTo>
                  <a:pt x="197" y="1"/>
                  <a:pt x="195" y="0"/>
                  <a:pt x="193" y="0"/>
                </a:cubicBezTo>
                <a:cubicBezTo>
                  <a:pt x="188" y="0"/>
                  <a:pt x="185" y="4"/>
                  <a:pt x="185" y="8"/>
                </a:cubicBezTo>
                <a:cubicBezTo>
                  <a:pt x="185" y="10"/>
                  <a:pt x="186" y="12"/>
                  <a:pt x="187" y="14"/>
                </a:cubicBezTo>
                <a:cubicBezTo>
                  <a:pt x="206" y="32"/>
                  <a:pt x="206" y="32"/>
                  <a:pt x="206" y="32"/>
                </a:cubicBezTo>
                <a:cubicBezTo>
                  <a:pt x="129" y="32"/>
                  <a:pt x="129" y="32"/>
                  <a:pt x="129" y="32"/>
                </a:cubicBezTo>
                <a:cubicBezTo>
                  <a:pt x="124" y="32"/>
                  <a:pt x="121" y="36"/>
                  <a:pt x="121" y="40"/>
                </a:cubicBezTo>
                <a:cubicBezTo>
                  <a:pt x="121" y="45"/>
                  <a:pt x="124" y="48"/>
                  <a:pt x="129" y="48"/>
                </a:cubicBezTo>
                <a:moveTo>
                  <a:pt x="337" y="129"/>
                </a:moveTo>
                <a:cubicBezTo>
                  <a:pt x="16" y="129"/>
                  <a:pt x="16" y="129"/>
                  <a:pt x="16" y="129"/>
                </a:cubicBezTo>
                <a:cubicBezTo>
                  <a:pt x="7" y="129"/>
                  <a:pt x="0" y="136"/>
                  <a:pt x="0" y="145"/>
                </a:cubicBezTo>
                <a:cubicBezTo>
                  <a:pt x="0" y="161"/>
                  <a:pt x="0" y="161"/>
                  <a:pt x="0" y="161"/>
                </a:cubicBezTo>
                <a:cubicBezTo>
                  <a:pt x="0" y="170"/>
                  <a:pt x="7" y="177"/>
                  <a:pt x="16" y="177"/>
                </a:cubicBezTo>
                <a:cubicBezTo>
                  <a:pt x="19" y="177"/>
                  <a:pt x="19" y="177"/>
                  <a:pt x="19" y="177"/>
                </a:cubicBezTo>
                <a:cubicBezTo>
                  <a:pt x="49" y="315"/>
                  <a:pt x="49" y="315"/>
                  <a:pt x="49" y="315"/>
                </a:cubicBezTo>
                <a:cubicBezTo>
                  <a:pt x="49" y="315"/>
                  <a:pt x="49" y="315"/>
                  <a:pt x="49" y="315"/>
                </a:cubicBezTo>
                <a:cubicBezTo>
                  <a:pt x="50" y="319"/>
                  <a:pt x="53" y="321"/>
                  <a:pt x="56" y="321"/>
                </a:cubicBezTo>
                <a:cubicBezTo>
                  <a:pt x="297" y="321"/>
                  <a:pt x="297" y="321"/>
                  <a:pt x="297" y="321"/>
                </a:cubicBezTo>
                <a:cubicBezTo>
                  <a:pt x="301" y="321"/>
                  <a:pt x="304" y="319"/>
                  <a:pt x="305" y="315"/>
                </a:cubicBezTo>
                <a:cubicBezTo>
                  <a:pt x="305" y="315"/>
                  <a:pt x="305" y="315"/>
                  <a:pt x="305" y="315"/>
                </a:cubicBezTo>
                <a:cubicBezTo>
                  <a:pt x="334" y="177"/>
                  <a:pt x="334" y="177"/>
                  <a:pt x="334" y="177"/>
                </a:cubicBezTo>
                <a:cubicBezTo>
                  <a:pt x="337" y="177"/>
                  <a:pt x="337" y="177"/>
                  <a:pt x="337" y="177"/>
                </a:cubicBezTo>
                <a:cubicBezTo>
                  <a:pt x="346" y="177"/>
                  <a:pt x="353" y="170"/>
                  <a:pt x="353" y="161"/>
                </a:cubicBezTo>
                <a:cubicBezTo>
                  <a:pt x="353" y="145"/>
                  <a:pt x="353" y="145"/>
                  <a:pt x="353" y="145"/>
                </a:cubicBezTo>
                <a:cubicBezTo>
                  <a:pt x="353" y="136"/>
                  <a:pt x="346" y="129"/>
                  <a:pt x="337" y="129"/>
                </a:cubicBezTo>
                <a:moveTo>
                  <a:pt x="36" y="177"/>
                </a:moveTo>
                <a:cubicBezTo>
                  <a:pt x="91" y="177"/>
                  <a:pt x="91" y="177"/>
                  <a:pt x="91" y="177"/>
                </a:cubicBezTo>
                <a:cubicBezTo>
                  <a:pt x="96" y="209"/>
                  <a:pt x="96" y="209"/>
                  <a:pt x="96" y="209"/>
                </a:cubicBezTo>
                <a:cubicBezTo>
                  <a:pt x="43" y="209"/>
                  <a:pt x="43" y="209"/>
                  <a:pt x="43" y="209"/>
                </a:cubicBezTo>
                <a:lnTo>
                  <a:pt x="36" y="177"/>
                </a:lnTo>
                <a:close/>
                <a:moveTo>
                  <a:pt x="46" y="225"/>
                </a:moveTo>
                <a:cubicBezTo>
                  <a:pt x="99" y="225"/>
                  <a:pt x="99" y="225"/>
                  <a:pt x="99" y="225"/>
                </a:cubicBezTo>
                <a:cubicBezTo>
                  <a:pt x="104" y="257"/>
                  <a:pt x="104" y="257"/>
                  <a:pt x="104" y="257"/>
                </a:cubicBezTo>
                <a:cubicBezTo>
                  <a:pt x="53" y="257"/>
                  <a:pt x="53" y="257"/>
                  <a:pt x="53" y="257"/>
                </a:cubicBezTo>
                <a:lnTo>
                  <a:pt x="46" y="225"/>
                </a:lnTo>
                <a:close/>
                <a:moveTo>
                  <a:pt x="63" y="305"/>
                </a:moveTo>
                <a:cubicBezTo>
                  <a:pt x="56" y="273"/>
                  <a:pt x="56" y="273"/>
                  <a:pt x="56" y="273"/>
                </a:cubicBezTo>
                <a:cubicBezTo>
                  <a:pt x="106" y="273"/>
                  <a:pt x="106" y="273"/>
                  <a:pt x="106" y="273"/>
                </a:cubicBezTo>
                <a:cubicBezTo>
                  <a:pt x="111" y="305"/>
                  <a:pt x="111" y="305"/>
                  <a:pt x="111" y="305"/>
                </a:cubicBezTo>
                <a:lnTo>
                  <a:pt x="63" y="305"/>
                </a:lnTo>
                <a:close/>
                <a:moveTo>
                  <a:pt x="169" y="305"/>
                </a:moveTo>
                <a:cubicBezTo>
                  <a:pt x="127" y="305"/>
                  <a:pt x="127" y="305"/>
                  <a:pt x="127" y="305"/>
                </a:cubicBezTo>
                <a:cubicBezTo>
                  <a:pt x="122" y="273"/>
                  <a:pt x="122" y="273"/>
                  <a:pt x="122" y="273"/>
                </a:cubicBezTo>
                <a:cubicBezTo>
                  <a:pt x="169" y="273"/>
                  <a:pt x="169" y="273"/>
                  <a:pt x="169" y="273"/>
                </a:cubicBezTo>
                <a:lnTo>
                  <a:pt x="169" y="305"/>
                </a:lnTo>
                <a:close/>
                <a:moveTo>
                  <a:pt x="169" y="257"/>
                </a:moveTo>
                <a:cubicBezTo>
                  <a:pt x="120" y="257"/>
                  <a:pt x="120" y="257"/>
                  <a:pt x="120" y="257"/>
                </a:cubicBezTo>
                <a:cubicBezTo>
                  <a:pt x="115" y="225"/>
                  <a:pt x="115" y="225"/>
                  <a:pt x="115" y="225"/>
                </a:cubicBezTo>
                <a:cubicBezTo>
                  <a:pt x="169" y="225"/>
                  <a:pt x="169" y="225"/>
                  <a:pt x="169" y="225"/>
                </a:cubicBezTo>
                <a:lnTo>
                  <a:pt x="169" y="257"/>
                </a:lnTo>
                <a:close/>
                <a:moveTo>
                  <a:pt x="169" y="209"/>
                </a:moveTo>
                <a:cubicBezTo>
                  <a:pt x="112" y="209"/>
                  <a:pt x="112" y="209"/>
                  <a:pt x="112" y="209"/>
                </a:cubicBezTo>
                <a:cubicBezTo>
                  <a:pt x="107" y="177"/>
                  <a:pt x="107" y="177"/>
                  <a:pt x="107" y="177"/>
                </a:cubicBezTo>
                <a:cubicBezTo>
                  <a:pt x="169" y="177"/>
                  <a:pt x="169" y="177"/>
                  <a:pt x="169" y="177"/>
                </a:cubicBezTo>
                <a:lnTo>
                  <a:pt x="169" y="209"/>
                </a:lnTo>
                <a:close/>
                <a:moveTo>
                  <a:pt x="226" y="305"/>
                </a:moveTo>
                <a:cubicBezTo>
                  <a:pt x="185" y="305"/>
                  <a:pt x="185" y="305"/>
                  <a:pt x="185" y="305"/>
                </a:cubicBezTo>
                <a:cubicBezTo>
                  <a:pt x="185" y="273"/>
                  <a:pt x="185" y="273"/>
                  <a:pt x="185" y="273"/>
                </a:cubicBezTo>
                <a:cubicBezTo>
                  <a:pt x="231" y="273"/>
                  <a:pt x="231" y="273"/>
                  <a:pt x="231" y="273"/>
                </a:cubicBezTo>
                <a:lnTo>
                  <a:pt x="226" y="305"/>
                </a:lnTo>
                <a:close/>
                <a:moveTo>
                  <a:pt x="234" y="257"/>
                </a:moveTo>
                <a:cubicBezTo>
                  <a:pt x="185" y="257"/>
                  <a:pt x="185" y="257"/>
                  <a:pt x="185" y="257"/>
                </a:cubicBezTo>
                <a:cubicBezTo>
                  <a:pt x="185" y="225"/>
                  <a:pt x="185" y="225"/>
                  <a:pt x="185" y="225"/>
                </a:cubicBezTo>
                <a:cubicBezTo>
                  <a:pt x="239" y="225"/>
                  <a:pt x="239" y="225"/>
                  <a:pt x="239" y="225"/>
                </a:cubicBezTo>
                <a:lnTo>
                  <a:pt x="234" y="257"/>
                </a:lnTo>
                <a:close/>
                <a:moveTo>
                  <a:pt x="185" y="209"/>
                </a:moveTo>
                <a:cubicBezTo>
                  <a:pt x="185" y="177"/>
                  <a:pt x="185" y="177"/>
                  <a:pt x="185" y="177"/>
                </a:cubicBezTo>
                <a:cubicBezTo>
                  <a:pt x="247" y="177"/>
                  <a:pt x="247" y="177"/>
                  <a:pt x="247" y="177"/>
                </a:cubicBezTo>
                <a:cubicBezTo>
                  <a:pt x="241" y="209"/>
                  <a:pt x="241" y="209"/>
                  <a:pt x="241" y="209"/>
                </a:cubicBezTo>
                <a:lnTo>
                  <a:pt x="185" y="209"/>
                </a:lnTo>
                <a:close/>
                <a:moveTo>
                  <a:pt x="291" y="305"/>
                </a:moveTo>
                <a:cubicBezTo>
                  <a:pt x="242" y="305"/>
                  <a:pt x="242" y="305"/>
                  <a:pt x="242" y="305"/>
                </a:cubicBezTo>
                <a:cubicBezTo>
                  <a:pt x="247" y="273"/>
                  <a:pt x="247" y="273"/>
                  <a:pt x="247" y="273"/>
                </a:cubicBezTo>
                <a:cubicBezTo>
                  <a:pt x="298" y="273"/>
                  <a:pt x="298" y="273"/>
                  <a:pt x="298" y="273"/>
                </a:cubicBezTo>
                <a:lnTo>
                  <a:pt x="291" y="305"/>
                </a:lnTo>
                <a:close/>
                <a:moveTo>
                  <a:pt x="301" y="257"/>
                </a:moveTo>
                <a:cubicBezTo>
                  <a:pt x="250" y="257"/>
                  <a:pt x="250" y="257"/>
                  <a:pt x="250" y="257"/>
                </a:cubicBezTo>
                <a:cubicBezTo>
                  <a:pt x="255" y="225"/>
                  <a:pt x="255" y="225"/>
                  <a:pt x="255" y="225"/>
                </a:cubicBezTo>
                <a:cubicBezTo>
                  <a:pt x="308" y="225"/>
                  <a:pt x="308" y="225"/>
                  <a:pt x="308" y="225"/>
                </a:cubicBezTo>
                <a:lnTo>
                  <a:pt x="301" y="257"/>
                </a:lnTo>
                <a:close/>
                <a:moveTo>
                  <a:pt x="311" y="209"/>
                </a:moveTo>
                <a:cubicBezTo>
                  <a:pt x="258" y="209"/>
                  <a:pt x="258" y="209"/>
                  <a:pt x="258" y="209"/>
                </a:cubicBezTo>
                <a:cubicBezTo>
                  <a:pt x="263" y="177"/>
                  <a:pt x="263" y="177"/>
                  <a:pt x="263" y="177"/>
                </a:cubicBezTo>
                <a:cubicBezTo>
                  <a:pt x="318" y="177"/>
                  <a:pt x="318" y="177"/>
                  <a:pt x="318" y="177"/>
                </a:cubicBezTo>
                <a:lnTo>
                  <a:pt x="311" y="209"/>
                </a:lnTo>
                <a:close/>
                <a:moveTo>
                  <a:pt x="337" y="161"/>
                </a:moveTo>
                <a:cubicBezTo>
                  <a:pt x="16" y="161"/>
                  <a:pt x="16" y="161"/>
                  <a:pt x="16" y="161"/>
                </a:cubicBezTo>
                <a:cubicBezTo>
                  <a:pt x="16" y="145"/>
                  <a:pt x="16" y="145"/>
                  <a:pt x="16" y="145"/>
                </a:cubicBezTo>
                <a:cubicBezTo>
                  <a:pt x="337" y="145"/>
                  <a:pt x="337" y="145"/>
                  <a:pt x="337" y="145"/>
                </a:cubicBezTo>
                <a:lnTo>
                  <a:pt x="337" y="16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7" name="Freeform 17"/>
          <p:cNvSpPr>
            <a:spLocks noEditPoints="1"/>
          </p:cNvSpPr>
          <p:nvPr/>
        </p:nvSpPr>
        <p:spPr bwMode="auto">
          <a:xfrm>
            <a:off x="3048000" y="2061635"/>
            <a:ext cx="577851" cy="527051"/>
          </a:xfrm>
          <a:custGeom>
            <a:avLst/>
            <a:gdLst>
              <a:gd name="T0" fmla="*/ 168 w 353"/>
              <a:gd name="T1" fmla="*/ 56 h 321"/>
              <a:gd name="T2" fmla="*/ 176 w 353"/>
              <a:gd name="T3" fmla="*/ 96 h 321"/>
              <a:gd name="T4" fmla="*/ 184 w 353"/>
              <a:gd name="T5" fmla="*/ 56 h 321"/>
              <a:gd name="T6" fmla="*/ 224 w 353"/>
              <a:gd name="T7" fmla="*/ 48 h 321"/>
              <a:gd name="T8" fmla="*/ 184 w 353"/>
              <a:gd name="T9" fmla="*/ 40 h 321"/>
              <a:gd name="T10" fmla="*/ 176 w 353"/>
              <a:gd name="T11" fmla="*/ 0 h 321"/>
              <a:gd name="T12" fmla="*/ 168 w 353"/>
              <a:gd name="T13" fmla="*/ 40 h 321"/>
              <a:gd name="T14" fmla="*/ 128 w 353"/>
              <a:gd name="T15" fmla="*/ 48 h 321"/>
              <a:gd name="T16" fmla="*/ 337 w 353"/>
              <a:gd name="T17" fmla="*/ 129 h 321"/>
              <a:gd name="T18" fmla="*/ 0 w 353"/>
              <a:gd name="T19" fmla="*/ 145 h 321"/>
              <a:gd name="T20" fmla="*/ 16 w 353"/>
              <a:gd name="T21" fmla="*/ 177 h 321"/>
              <a:gd name="T22" fmla="*/ 48 w 353"/>
              <a:gd name="T23" fmla="*/ 315 h 321"/>
              <a:gd name="T24" fmla="*/ 56 w 353"/>
              <a:gd name="T25" fmla="*/ 321 h 321"/>
              <a:gd name="T26" fmla="*/ 304 w 353"/>
              <a:gd name="T27" fmla="*/ 315 h 321"/>
              <a:gd name="T28" fmla="*/ 334 w 353"/>
              <a:gd name="T29" fmla="*/ 177 h 321"/>
              <a:gd name="T30" fmla="*/ 353 w 353"/>
              <a:gd name="T31" fmla="*/ 161 h 321"/>
              <a:gd name="T32" fmla="*/ 337 w 353"/>
              <a:gd name="T33" fmla="*/ 129 h 321"/>
              <a:gd name="T34" fmla="*/ 90 w 353"/>
              <a:gd name="T35" fmla="*/ 177 h 321"/>
              <a:gd name="T36" fmla="*/ 42 w 353"/>
              <a:gd name="T37" fmla="*/ 209 h 321"/>
              <a:gd name="T38" fmla="*/ 45 w 353"/>
              <a:gd name="T39" fmla="*/ 225 h 321"/>
              <a:gd name="T40" fmla="*/ 103 w 353"/>
              <a:gd name="T41" fmla="*/ 257 h 321"/>
              <a:gd name="T42" fmla="*/ 45 w 353"/>
              <a:gd name="T43" fmla="*/ 225 h 321"/>
              <a:gd name="T44" fmla="*/ 56 w 353"/>
              <a:gd name="T45" fmla="*/ 273 h 321"/>
              <a:gd name="T46" fmla="*/ 111 w 353"/>
              <a:gd name="T47" fmla="*/ 305 h 321"/>
              <a:gd name="T48" fmla="*/ 168 w 353"/>
              <a:gd name="T49" fmla="*/ 305 h 321"/>
              <a:gd name="T50" fmla="*/ 122 w 353"/>
              <a:gd name="T51" fmla="*/ 273 h 321"/>
              <a:gd name="T52" fmla="*/ 168 w 353"/>
              <a:gd name="T53" fmla="*/ 305 h 321"/>
              <a:gd name="T54" fmla="*/ 119 w 353"/>
              <a:gd name="T55" fmla="*/ 257 h 321"/>
              <a:gd name="T56" fmla="*/ 168 w 353"/>
              <a:gd name="T57" fmla="*/ 225 h 321"/>
              <a:gd name="T58" fmla="*/ 168 w 353"/>
              <a:gd name="T59" fmla="*/ 209 h 321"/>
              <a:gd name="T60" fmla="*/ 106 w 353"/>
              <a:gd name="T61" fmla="*/ 177 h 321"/>
              <a:gd name="T62" fmla="*/ 168 w 353"/>
              <a:gd name="T63" fmla="*/ 209 h 321"/>
              <a:gd name="T64" fmla="*/ 184 w 353"/>
              <a:gd name="T65" fmla="*/ 305 h 321"/>
              <a:gd name="T66" fmla="*/ 231 w 353"/>
              <a:gd name="T67" fmla="*/ 273 h 321"/>
              <a:gd name="T68" fmla="*/ 233 w 353"/>
              <a:gd name="T69" fmla="*/ 257 h 321"/>
              <a:gd name="T70" fmla="*/ 184 w 353"/>
              <a:gd name="T71" fmla="*/ 225 h 321"/>
              <a:gd name="T72" fmla="*/ 233 w 353"/>
              <a:gd name="T73" fmla="*/ 257 h 321"/>
              <a:gd name="T74" fmla="*/ 184 w 353"/>
              <a:gd name="T75" fmla="*/ 177 h 321"/>
              <a:gd name="T76" fmla="*/ 241 w 353"/>
              <a:gd name="T77" fmla="*/ 209 h 321"/>
              <a:gd name="T78" fmla="*/ 290 w 353"/>
              <a:gd name="T79" fmla="*/ 305 h 321"/>
              <a:gd name="T80" fmla="*/ 247 w 353"/>
              <a:gd name="T81" fmla="*/ 273 h 321"/>
              <a:gd name="T82" fmla="*/ 290 w 353"/>
              <a:gd name="T83" fmla="*/ 305 h 321"/>
              <a:gd name="T84" fmla="*/ 249 w 353"/>
              <a:gd name="T85" fmla="*/ 257 h 321"/>
              <a:gd name="T86" fmla="*/ 307 w 353"/>
              <a:gd name="T87" fmla="*/ 225 h 321"/>
              <a:gd name="T88" fmla="*/ 310 w 353"/>
              <a:gd name="T89" fmla="*/ 209 h 321"/>
              <a:gd name="T90" fmla="*/ 262 w 353"/>
              <a:gd name="T91" fmla="*/ 177 h 321"/>
              <a:gd name="T92" fmla="*/ 310 w 353"/>
              <a:gd name="T93" fmla="*/ 209 h 321"/>
              <a:gd name="T94" fmla="*/ 16 w 353"/>
              <a:gd name="T95" fmla="*/ 161 h 321"/>
              <a:gd name="T96" fmla="*/ 337 w 353"/>
              <a:gd name="T97" fmla="*/ 145 h 3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353" h="321">
                <a:moveTo>
                  <a:pt x="136" y="56"/>
                </a:moveTo>
                <a:cubicBezTo>
                  <a:pt x="168" y="56"/>
                  <a:pt x="168" y="56"/>
                  <a:pt x="168" y="56"/>
                </a:cubicBezTo>
                <a:cubicBezTo>
                  <a:pt x="168" y="88"/>
                  <a:pt x="168" y="88"/>
                  <a:pt x="168" y="88"/>
                </a:cubicBezTo>
                <a:cubicBezTo>
                  <a:pt x="168" y="93"/>
                  <a:pt x="172" y="96"/>
                  <a:pt x="176" y="96"/>
                </a:cubicBezTo>
                <a:cubicBezTo>
                  <a:pt x="181" y="96"/>
                  <a:pt x="184" y="93"/>
                  <a:pt x="184" y="88"/>
                </a:cubicBezTo>
                <a:cubicBezTo>
                  <a:pt x="184" y="56"/>
                  <a:pt x="184" y="56"/>
                  <a:pt x="184" y="56"/>
                </a:cubicBezTo>
                <a:cubicBezTo>
                  <a:pt x="216" y="56"/>
                  <a:pt x="216" y="56"/>
                  <a:pt x="216" y="56"/>
                </a:cubicBezTo>
                <a:cubicBezTo>
                  <a:pt x="221" y="56"/>
                  <a:pt x="224" y="53"/>
                  <a:pt x="224" y="48"/>
                </a:cubicBezTo>
                <a:cubicBezTo>
                  <a:pt x="224" y="44"/>
                  <a:pt x="221" y="40"/>
                  <a:pt x="216" y="40"/>
                </a:cubicBezTo>
                <a:cubicBezTo>
                  <a:pt x="184" y="40"/>
                  <a:pt x="184" y="40"/>
                  <a:pt x="184" y="40"/>
                </a:cubicBezTo>
                <a:cubicBezTo>
                  <a:pt x="184" y="8"/>
                  <a:pt x="184" y="8"/>
                  <a:pt x="184" y="8"/>
                </a:cubicBezTo>
                <a:cubicBezTo>
                  <a:pt x="184" y="4"/>
                  <a:pt x="181" y="0"/>
                  <a:pt x="176" y="0"/>
                </a:cubicBezTo>
                <a:cubicBezTo>
                  <a:pt x="172" y="0"/>
                  <a:pt x="168" y="4"/>
                  <a:pt x="168" y="8"/>
                </a:cubicBezTo>
                <a:cubicBezTo>
                  <a:pt x="168" y="40"/>
                  <a:pt x="168" y="40"/>
                  <a:pt x="168" y="40"/>
                </a:cubicBezTo>
                <a:cubicBezTo>
                  <a:pt x="136" y="40"/>
                  <a:pt x="136" y="40"/>
                  <a:pt x="136" y="40"/>
                </a:cubicBezTo>
                <a:cubicBezTo>
                  <a:pt x="132" y="40"/>
                  <a:pt x="128" y="44"/>
                  <a:pt x="128" y="48"/>
                </a:cubicBezTo>
                <a:cubicBezTo>
                  <a:pt x="128" y="53"/>
                  <a:pt x="132" y="56"/>
                  <a:pt x="136" y="56"/>
                </a:cubicBezTo>
                <a:moveTo>
                  <a:pt x="337" y="129"/>
                </a:moveTo>
                <a:cubicBezTo>
                  <a:pt x="16" y="129"/>
                  <a:pt x="16" y="129"/>
                  <a:pt x="16" y="129"/>
                </a:cubicBezTo>
                <a:cubicBezTo>
                  <a:pt x="7" y="129"/>
                  <a:pt x="0" y="136"/>
                  <a:pt x="0" y="145"/>
                </a:cubicBezTo>
                <a:cubicBezTo>
                  <a:pt x="0" y="161"/>
                  <a:pt x="0" y="161"/>
                  <a:pt x="0" y="161"/>
                </a:cubicBezTo>
                <a:cubicBezTo>
                  <a:pt x="0" y="170"/>
                  <a:pt x="7" y="177"/>
                  <a:pt x="16" y="177"/>
                </a:cubicBezTo>
                <a:cubicBezTo>
                  <a:pt x="19" y="177"/>
                  <a:pt x="19" y="177"/>
                  <a:pt x="19" y="177"/>
                </a:cubicBezTo>
                <a:cubicBezTo>
                  <a:pt x="48" y="315"/>
                  <a:pt x="48" y="315"/>
                  <a:pt x="48" y="315"/>
                </a:cubicBezTo>
                <a:cubicBezTo>
                  <a:pt x="48" y="315"/>
                  <a:pt x="48" y="315"/>
                  <a:pt x="48" y="315"/>
                </a:cubicBezTo>
                <a:cubicBezTo>
                  <a:pt x="49" y="319"/>
                  <a:pt x="52" y="321"/>
                  <a:pt x="56" y="321"/>
                </a:cubicBezTo>
                <a:cubicBezTo>
                  <a:pt x="297" y="321"/>
                  <a:pt x="297" y="321"/>
                  <a:pt x="297" y="321"/>
                </a:cubicBezTo>
                <a:cubicBezTo>
                  <a:pt x="300" y="321"/>
                  <a:pt x="303" y="319"/>
                  <a:pt x="304" y="315"/>
                </a:cubicBezTo>
                <a:cubicBezTo>
                  <a:pt x="304" y="315"/>
                  <a:pt x="304" y="315"/>
                  <a:pt x="304" y="315"/>
                </a:cubicBezTo>
                <a:cubicBezTo>
                  <a:pt x="334" y="177"/>
                  <a:pt x="334" y="177"/>
                  <a:pt x="334" y="177"/>
                </a:cubicBezTo>
                <a:cubicBezTo>
                  <a:pt x="337" y="177"/>
                  <a:pt x="337" y="177"/>
                  <a:pt x="337" y="177"/>
                </a:cubicBezTo>
                <a:cubicBezTo>
                  <a:pt x="346" y="177"/>
                  <a:pt x="353" y="170"/>
                  <a:pt x="353" y="161"/>
                </a:cubicBezTo>
                <a:cubicBezTo>
                  <a:pt x="353" y="145"/>
                  <a:pt x="353" y="145"/>
                  <a:pt x="353" y="145"/>
                </a:cubicBezTo>
                <a:cubicBezTo>
                  <a:pt x="353" y="136"/>
                  <a:pt x="346" y="129"/>
                  <a:pt x="337" y="129"/>
                </a:cubicBezTo>
                <a:moveTo>
                  <a:pt x="35" y="177"/>
                </a:moveTo>
                <a:cubicBezTo>
                  <a:pt x="90" y="177"/>
                  <a:pt x="90" y="177"/>
                  <a:pt x="90" y="177"/>
                </a:cubicBezTo>
                <a:cubicBezTo>
                  <a:pt x="95" y="209"/>
                  <a:pt x="95" y="209"/>
                  <a:pt x="95" y="209"/>
                </a:cubicBezTo>
                <a:cubicBezTo>
                  <a:pt x="42" y="209"/>
                  <a:pt x="42" y="209"/>
                  <a:pt x="42" y="209"/>
                </a:cubicBezTo>
                <a:lnTo>
                  <a:pt x="35" y="177"/>
                </a:lnTo>
                <a:close/>
                <a:moveTo>
                  <a:pt x="45" y="225"/>
                </a:moveTo>
                <a:cubicBezTo>
                  <a:pt x="98" y="225"/>
                  <a:pt x="98" y="225"/>
                  <a:pt x="98" y="225"/>
                </a:cubicBezTo>
                <a:cubicBezTo>
                  <a:pt x="103" y="257"/>
                  <a:pt x="103" y="257"/>
                  <a:pt x="103" y="257"/>
                </a:cubicBezTo>
                <a:cubicBezTo>
                  <a:pt x="52" y="257"/>
                  <a:pt x="52" y="257"/>
                  <a:pt x="52" y="257"/>
                </a:cubicBezTo>
                <a:lnTo>
                  <a:pt x="45" y="225"/>
                </a:lnTo>
                <a:close/>
                <a:moveTo>
                  <a:pt x="62" y="305"/>
                </a:moveTo>
                <a:cubicBezTo>
                  <a:pt x="56" y="273"/>
                  <a:pt x="56" y="273"/>
                  <a:pt x="56" y="273"/>
                </a:cubicBezTo>
                <a:cubicBezTo>
                  <a:pt x="106" y="273"/>
                  <a:pt x="106" y="273"/>
                  <a:pt x="106" y="273"/>
                </a:cubicBezTo>
                <a:cubicBezTo>
                  <a:pt x="111" y="305"/>
                  <a:pt x="111" y="305"/>
                  <a:pt x="111" y="305"/>
                </a:cubicBezTo>
                <a:lnTo>
                  <a:pt x="62" y="305"/>
                </a:lnTo>
                <a:close/>
                <a:moveTo>
                  <a:pt x="168" y="305"/>
                </a:moveTo>
                <a:cubicBezTo>
                  <a:pt x="127" y="305"/>
                  <a:pt x="127" y="305"/>
                  <a:pt x="127" y="305"/>
                </a:cubicBezTo>
                <a:cubicBezTo>
                  <a:pt x="122" y="273"/>
                  <a:pt x="122" y="273"/>
                  <a:pt x="122" y="273"/>
                </a:cubicBezTo>
                <a:cubicBezTo>
                  <a:pt x="168" y="273"/>
                  <a:pt x="168" y="273"/>
                  <a:pt x="168" y="273"/>
                </a:cubicBezTo>
                <a:lnTo>
                  <a:pt x="168" y="305"/>
                </a:lnTo>
                <a:close/>
                <a:moveTo>
                  <a:pt x="168" y="257"/>
                </a:moveTo>
                <a:cubicBezTo>
                  <a:pt x="119" y="257"/>
                  <a:pt x="119" y="257"/>
                  <a:pt x="119" y="257"/>
                </a:cubicBezTo>
                <a:cubicBezTo>
                  <a:pt x="114" y="225"/>
                  <a:pt x="114" y="225"/>
                  <a:pt x="114" y="225"/>
                </a:cubicBezTo>
                <a:cubicBezTo>
                  <a:pt x="168" y="225"/>
                  <a:pt x="168" y="225"/>
                  <a:pt x="168" y="225"/>
                </a:cubicBezTo>
                <a:lnTo>
                  <a:pt x="168" y="257"/>
                </a:lnTo>
                <a:close/>
                <a:moveTo>
                  <a:pt x="168" y="209"/>
                </a:moveTo>
                <a:cubicBezTo>
                  <a:pt x="112" y="209"/>
                  <a:pt x="112" y="209"/>
                  <a:pt x="112" y="209"/>
                </a:cubicBezTo>
                <a:cubicBezTo>
                  <a:pt x="106" y="177"/>
                  <a:pt x="106" y="177"/>
                  <a:pt x="106" y="177"/>
                </a:cubicBezTo>
                <a:cubicBezTo>
                  <a:pt x="168" y="177"/>
                  <a:pt x="168" y="177"/>
                  <a:pt x="168" y="177"/>
                </a:cubicBezTo>
                <a:lnTo>
                  <a:pt x="168" y="209"/>
                </a:lnTo>
                <a:close/>
                <a:moveTo>
                  <a:pt x="226" y="305"/>
                </a:moveTo>
                <a:cubicBezTo>
                  <a:pt x="184" y="305"/>
                  <a:pt x="184" y="305"/>
                  <a:pt x="184" y="305"/>
                </a:cubicBezTo>
                <a:cubicBezTo>
                  <a:pt x="184" y="273"/>
                  <a:pt x="184" y="273"/>
                  <a:pt x="184" y="273"/>
                </a:cubicBezTo>
                <a:cubicBezTo>
                  <a:pt x="231" y="273"/>
                  <a:pt x="231" y="273"/>
                  <a:pt x="231" y="273"/>
                </a:cubicBezTo>
                <a:lnTo>
                  <a:pt x="226" y="305"/>
                </a:lnTo>
                <a:close/>
                <a:moveTo>
                  <a:pt x="233" y="257"/>
                </a:moveTo>
                <a:cubicBezTo>
                  <a:pt x="184" y="257"/>
                  <a:pt x="184" y="257"/>
                  <a:pt x="184" y="257"/>
                </a:cubicBezTo>
                <a:cubicBezTo>
                  <a:pt x="184" y="225"/>
                  <a:pt x="184" y="225"/>
                  <a:pt x="184" y="225"/>
                </a:cubicBezTo>
                <a:cubicBezTo>
                  <a:pt x="238" y="225"/>
                  <a:pt x="238" y="225"/>
                  <a:pt x="238" y="225"/>
                </a:cubicBezTo>
                <a:lnTo>
                  <a:pt x="233" y="257"/>
                </a:lnTo>
                <a:close/>
                <a:moveTo>
                  <a:pt x="184" y="209"/>
                </a:moveTo>
                <a:cubicBezTo>
                  <a:pt x="184" y="177"/>
                  <a:pt x="184" y="177"/>
                  <a:pt x="184" y="177"/>
                </a:cubicBezTo>
                <a:cubicBezTo>
                  <a:pt x="246" y="177"/>
                  <a:pt x="246" y="177"/>
                  <a:pt x="246" y="177"/>
                </a:cubicBezTo>
                <a:cubicBezTo>
                  <a:pt x="241" y="209"/>
                  <a:pt x="241" y="209"/>
                  <a:pt x="241" y="209"/>
                </a:cubicBezTo>
                <a:lnTo>
                  <a:pt x="184" y="209"/>
                </a:lnTo>
                <a:close/>
                <a:moveTo>
                  <a:pt x="290" y="305"/>
                </a:moveTo>
                <a:cubicBezTo>
                  <a:pt x="242" y="305"/>
                  <a:pt x="242" y="305"/>
                  <a:pt x="242" y="305"/>
                </a:cubicBezTo>
                <a:cubicBezTo>
                  <a:pt x="247" y="273"/>
                  <a:pt x="247" y="273"/>
                  <a:pt x="247" y="273"/>
                </a:cubicBezTo>
                <a:cubicBezTo>
                  <a:pt x="297" y="273"/>
                  <a:pt x="297" y="273"/>
                  <a:pt x="297" y="273"/>
                </a:cubicBezTo>
                <a:lnTo>
                  <a:pt x="290" y="305"/>
                </a:lnTo>
                <a:close/>
                <a:moveTo>
                  <a:pt x="300" y="257"/>
                </a:moveTo>
                <a:cubicBezTo>
                  <a:pt x="249" y="257"/>
                  <a:pt x="249" y="257"/>
                  <a:pt x="249" y="257"/>
                </a:cubicBezTo>
                <a:cubicBezTo>
                  <a:pt x="254" y="225"/>
                  <a:pt x="254" y="225"/>
                  <a:pt x="254" y="225"/>
                </a:cubicBezTo>
                <a:cubicBezTo>
                  <a:pt x="307" y="225"/>
                  <a:pt x="307" y="225"/>
                  <a:pt x="307" y="225"/>
                </a:cubicBezTo>
                <a:lnTo>
                  <a:pt x="300" y="257"/>
                </a:lnTo>
                <a:close/>
                <a:moveTo>
                  <a:pt x="310" y="209"/>
                </a:moveTo>
                <a:cubicBezTo>
                  <a:pt x="257" y="209"/>
                  <a:pt x="257" y="209"/>
                  <a:pt x="257" y="209"/>
                </a:cubicBezTo>
                <a:cubicBezTo>
                  <a:pt x="262" y="177"/>
                  <a:pt x="262" y="177"/>
                  <a:pt x="262" y="177"/>
                </a:cubicBezTo>
                <a:cubicBezTo>
                  <a:pt x="317" y="177"/>
                  <a:pt x="317" y="177"/>
                  <a:pt x="317" y="177"/>
                </a:cubicBezTo>
                <a:lnTo>
                  <a:pt x="310" y="209"/>
                </a:lnTo>
                <a:close/>
                <a:moveTo>
                  <a:pt x="337" y="161"/>
                </a:moveTo>
                <a:cubicBezTo>
                  <a:pt x="16" y="161"/>
                  <a:pt x="16" y="161"/>
                  <a:pt x="16" y="161"/>
                </a:cubicBezTo>
                <a:cubicBezTo>
                  <a:pt x="16" y="145"/>
                  <a:pt x="16" y="145"/>
                  <a:pt x="16" y="145"/>
                </a:cubicBezTo>
                <a:cubicBezTo>
                  <a:pt x="337" y="145"/>
                  <a:pt x="337" y="145"/>
                  <a:pt x="337" y="145"/>
                </a:cubicBezTo>
                <a:lnTo>
                  <a:pt x="337" y="16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8" name="Freeform 18"/>
          <p:cNvSpPr>
            <a:spLocks noEditPoints="1"/>
          </p:cNvSpPr>
          <p:nvPr/>
        </p:nvSpPr>
        <p:spPr bwMode="auto">
          <a:xfrm>
            <a:off x="4150785" y="2101851"/>
            <a:ext cx="579967" cy="459317"/>
          </a:xfrm>
          <a:custGeom>
            <a:avLst/>
            <a:gdLst>
              <a:gd name="T0" fmla="*/ 217 w 353"/>
              <a:gd name="T1" fmla="*/ 16 h 281"/>
              <a:gd name="T2" fmla="*/ 217 w 353"/>
              <a:gd name="T3" fmla="*/ 0 h 281"/>
              <a:gd name="T4" fmla="*/ 128 w 353"/>
              <a:gd name="T5" fmla="*/ 8 h 281"/>
              <a:gd name="T6" fmla="*/ 337 w 353"/>
              <a:gd name="T7" fmla="*/ 89 h 281"/>
              <a:gd name="T8" fmla="*/ 0 w 353"/>
              <a:gd name="T9" fmla="*/ 105 h 281"/>
              <a:gd name="T10" fmla="*/ 16 w 353"/>
              <a:gd name="T11" fmla="*/ 137 h 281"/>
              <a:gd name="T12" fmla="*/ 48 w 353"/>
              <a:gd name="T13" fmla="*/ 275 h 281"/>
              <a:gd name="T14" fmla="*/ 56 w 353"/>
              <a:gd name="T15" fmla="*/ 281 h 281"/>
              <a:gd name="T16" fmla="*/ 305 w 353"/>
              <a:gd name="T17" fmla="*/ 275 h 281"/>
              <a:gd name="T18" fmla="*/ 334 w 353"/>
              <a:gd name="T19" fmla="*/ 137 h 281"/>
              <a:gd name="T20" fmla="*/ 353 w 353"/>
              <a:gd name="T21" fmla="*/ 121 h 281"/>
              <a:gd name="T22" fmla="*/ 337 w 353"/>
              <a:gd name="T23" fmla="*/ 89 h 281"/>
              <a:gd name="T24" fmla="*/ 91 w 353"/>
              <a:gd name="T25" fmla="*/ 137 h 281"/>
              <a:gd name="T26" fmla="*/ 42 w 353"/>
              <a:gd name="T27" fmla="*/ 169 h 281"/>
              <a:gd name="T28" fmla="*/ 46 w 353"/>
              <a:gd name="T29" fmla="*/ 185 h 281"/>
              <a:gd name="T30" fmla="*/ 103 w 353"/>
              <a:gd name="T31" fmla="*/ 217 h 281"/>
              <a:gd name="T32" fmla="*/ 46 w 353"/>
              <a:gd name="T33" fmla="*/ 185 h 281"/>
              <a:gd name="T34" fmla="*/ 56 w 353"/>
              <a:gd name="T35" fmla="*/ 233 h 281"/>
              <a:gd name="T36" fmla="*/ 111 w 353"/>
              <a:gd name="T37" fmla="*/ 265 h 281"/>
              <a:gd name="T38" fmla="*/ 168 w 353"/>
              <a:gd name="T39" fmla="*/ 265 h 281"/>
              <a:gd name="T40" fmla="*/ 122 w 353"/>
              <a:gd name="T41" fmla="*/ 233 h 281"/>
              <a:gd name="T42" fmla="*/ 168 w 353"/>
              <a:gd name="T43" fmla="*/ 265 h 281"/>
              <a:gd name="T44" fmla="*/ 119 w 353"/>
              <a:gd name="T45" fmla="*/ 217 h 281"/>
              <a:gd name="T46" fmla="*/ 168 w 353"/>
              <a:gd name="T47" fmla="*/ 185 h 281"/>
              <a:gd name="T48" fmla="*/ 168 w 353"/>
              <a:gd name="T49" fmla="*/ 169 h 281"/>
              <a:gd name="T50" fmla="*/ 107 w 353"/>
              <a:gd name="T51" fmla="*/ 137 h 281"/>
              <a:gd name="T52" fmla="*/ 168 w 353"/>
              <a:gd name="T53" fmla="*/ 169 h 281"/>
              <a:gd name="T54" fmla="*/ 185 w 353"/>
              <a:gd name="T55" fmla="*/ 265 h 281"/>
              <a:gd name="T56" fmla="*/ 231 w 353"/>
              <a:gd name="T57" fmla="*/ 233 h 281"/>
              <a:gd name="T58" fmla="*/ 234 w 353"/>
              <a:gd name="T59" fmla="*/ 217 h 281"/>
              <a:gd name="T60" fmla="*/ 185 w 353"/>
              <a:gd name="T61" fmla="*/ 185 h 281"/>
              <a:gd name="T62" fmla="*/ 234 w 353"/>
              <a:gd name="T63" fmla="*/ 217 h 281"/>
              <a:gd name="T64" fmla="*/ 185 w 353"/>
              <a:gd name="T65" fmla="*/ 137 h 281"/>
              <a:gd name="T66" fmla="*/ 241 w 353"/>
              <a:gd name="T67" fmla="*/ 169 h 281"/>
              <a:gd name="T68" fmla="*/ 290 w 353"/>
              <a:gd name="T69" fmla="*/ 265 h 281"/>
              <a:gd name="T70" fmla="*/ 247 w 353"/>
              <a:gd name="T71" fmla="*/ 233 h 281"/>
              <a:gd name="T72" fmla="*/ 290 w 353"/>
              <a:gd name="T73" fmla="*/ 265 h 281"/>
              <a:gd name="T74" fmla="*/ 250 w 353"/>
              <a:gd name="T75" fmla="*/ 217 h 281"/>
              <a:gd name="T76" fmla="*/ 307 w 353"/>
              <a:gd name="T77" fmla="*/ 185 h 281"/>
              <a:gd name="T78" fmla="*/ 311 w 353"/>
              <a:gd name="T79" fmla="*/ 169 h 281"/>
              <a:gd name="T80" fmla="*/ 262 w 353"/>
              <a:gd name="T81" fmla="*/ 137 h 281"/>
              <a:gd name="T82" fmla="*/ 311 w 353"/>
              <a:gd name="T83" fmla="*/ 169 h 281"/>
              <a:gd name="T84" fmla="*/ 16 w 353"/>
              <a:gd name="T85" fmla="*/ 121 h 281"/>
              <a:gd name="T86" fmla="*/ 337 w 353"/>
              <a:gd name="T87" fmla="*/ 105 h 2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353" h="281">
                <a:moveTo>
                  <a:pt x="136" y="16"/>
                </a:moveTo>
                <a:cubicBezTo>
                  <a:pt x="217" y="16"/>
                  <a:pt x="217" y="16"/>
                  <a:pt x="217" y="16"/>
                </a:cubicBezTo>
                <a:cubicBezTo>
                  <a:pt x="221" y="16"/>
                  <a:pt x="225" y="13"/>
                  <a:pt x="225" y="8"/>
                </a:cubicBezTo>
                <a:cubicBezTo>
                  <a:pt x="225" y="4"/>
                  <a:pt x="221" y="0"/>
                  <a:pt x="217" y="0"/>
                </a:cubicBezTo>
                <a:cubicBezTo>
                  <a:pt x="136" y="0"/>
                  <a:pt x="136" y="0"/>
                  <a:pt x="136" y="0"/>
                </a:cubicBezTo>
                <a:cubicBezTo>
                  <a:pt x="132" y="0"/>
                  <a:pt x="128" y="4"/>
                  <a:pt x="128" y="8"/>
                </a:cubicBezTo>
                <a:cubicBezTo>
                  <a:pt x="128" y="13"/>
                  <a:pt x="132" y="16"/>
                  <a:pt x="136" y="16"/>
                </a:cubicBezTo>
                <a:moveTo>
                  <a:pt x="337" y="89"/>
                </a:moveTo>
                <a:cubicBezTo>
                  <a:pt x="16" y="89"/>
                  <a:pt x="16" y="89"/>
                  <a:pt x="16" y="89"/>
                </a:cubicBezTo>
                <a:cubicBezTo>
                  <a:pt x="7" y="89"/>
                  <a:pt x="0" y="96"/>
                  <a:pt x="0" y="105"/>
                </a:cubicBezTo>
                <a:cubicBezTo>
                  <a:pt x="0" y="121"/>
                  <a:pt x="0" y="121"/>
                  <a:pt x="0" y="121"/>
                </a:cubicBezTo>
                <a:cubicBezTo>
                  <a:pt x="0" y="129"/>
                  <a:pt x="7" y="137"/>
                  <a:pt x="16" y="137"/>
                </a:cubicBezTo>
                <a:cubicBezTo>
                  <a:pt x="19" y="137"/>
                  <a:pt x="19" y="137"/>
                  <a:pt x="19" y="137"/>
                </a:cubicBezTo>
                <a:cubicBezTo>
                  <a:pt x="48" y="275"/>
                  <a:pt x="48" y="275"/>
                  <a:pt x="48" y="275"/>
                </a:cubicBezTo>
                <a:cubicBezTo>
                  <a:pt x="48" y="275"/>
                  <a:pt x="48" y="275"/>
                  <a:pt x="48" y="275"/>
                </a:cubicBezTo>
                <a:cubicBezTo>
                  <a:pt x="49" y="279"/>
                  <a:pt x="52" y="281"/>
                  <a:pt x="56" y="281"/>
                </a:cubicBezTo>
                <a:cubicBezTo>
                  <a:pt x="297" y="281"/>
                  <a:pt x="297" y="281"/>
                  <a:pt x="297" y="281"/>
                </a:cubicBezTo>
                <a:cubicBezTo>
                  <a:pt x="301" y="281"/>
                  <a:pt x="304" y="279"/>
                  <a:pt x="305" y="275"/>
                </a:cubicBezTo>
                <a:cubicBezTo>
                  <a:pt x="305" y="275"/>
                  <a:pt x="305" y="275"/>
                  <a:pt x="305" y="275"/>
                </a:cubicBezTo>
                <a:cubicBezTo>
                  <a:pt x="334" y="137"/>
                  <a:pt x="334" y="137"/>
                  <a:pt x="334" y="137"/>
                </a:cubicBezTo>
                <a:cubicBezTo>
                  <a:pt x="337" y="137"/>
                  <a:pt x="337" y="137"/>
                  <a:pt x="337" y="137"/>
                </a:cubicBezTo>
                <a:cubicBezTo>
                  <a:pt x="346" y="137"/>
                  <a:pt x="353" y="129"/>
                  <a:pt x="353" y="121"/>
                </a:cubicBezTo>
                <a:cubicBezTo>
                  <a:pt x="353" y="105"/>
                  <a:pt x="353" y="105"/>
                  <a:pt x="353" y="105"/>
                </a:cubicBezTo>
                <a:cubicBezTo>
                  <a:pt x="353" y="96"/>
                  <a:pt x="346" y="89"/>
                  <a:pt x="337" y="89"/>
                </a:cubicBezTo>
                <a:moveTo>
                  <a:pt x="36" y="137"/>
                </a:moveTo>
                <a:cubicBezTo>
                  <a:pt x="91" y="137"/>
                  <a:pt x="91" y="137"/>
                  <a:pt x="91" y="137"/>
                </a:cubicBezTo>
                <a:cubicBezTo>
                  <a:pt x="96" y="169"/>
                  <a:pt x="96" y="169"/>
                  <a:pt x="96" y="169"/>
                </a:cubicBezTo>
                <a:cubicBezTo>
                  <a:pt x="42" y="169"/>
                  <a:pt x="42" y="169"/>
                  <a:pt x="42" y="169"/>
                </a:cubicBezTo>
                <a:lnTo>
                  <a:pt x="36" y="137"/>
                </a:lnTo>
                <a:close/>
                <a:moveTo>
                  <a:pt x="46" y="185"/>
                </a:moveTo>
                <a:cubicBezTo>
                  <a:pt x="98" y="185"/>
                  <a:pt x="98" y="185"/>
                  <a:pt x="98" y="185"/>
                </a:cubicBezTo>
                <a:cubicBezTo>
                  <a:pt x="103" y="217"/>
                  <a:pt x="103" y="217"/>
                  <a:pt x="103" y="217"/>
                </a:cubicBezTo>
                <a:cubicBezTo>
                  <a:pt x="52" y="217"/>
                  <a:pt x="52" y="217"/>
                  <a:pt x="52" y="217"/>
                </a:cubicBezTo>
                <a:lnTo>
                  <a:pt x="46" y="185"/>
                </a:lnTo>
                <a:close/>
                <a:moveTo>
                  <a:pt x="63" y="265"/>
                </a:moveTo>
                <a:cubicBezTo>
                  <a:pt x="56" y="233"/>
                  <a:pt x="56" y="233"/>
                  <a:pt x="56" y="233"/>
                </a:cubicBezTo>
                <a:cubicBezTo>
                  <a:pt x="106" y="233"/>
                  <a:pt x="106" y="233"/>
                  <a:pt x="106" y="233"/>
                </a:cubicBezTo>
                <a:cubicBezTo>
                  <a:pt x="111" y="265"/>
                  <a:pt x="111" y="265"/>
                  <a:pt x="111" y="265"/>
                </a:cubicBezTo>
                <a:lnTo>
                  <a:pt x="63" y="265"/>
                </a:lnTo>
                <a:close/>
                <a:moveTo>
                  <a:pt x="168" y="265"/>
                </a:moveTo>
                <a:cubicBezTo>
                  <a:pt x="127" y="265"/>
                  <a:pt x="127" y="265"/>
                  <a:pt x="127" y="265"/>
                </a:cubicBezTo>
                <a:cubicBezTo>
                  <a:pt x="122" y="233"/>
                  <a:pt x="122" y="233"/>
                  <a:pt x="122" y="233"/>
                </a:cubicBezTo>
                <a:cubicBezTo>
                  <a:pt x="168" y="233"/>
                  <a:pt x="168" y="233"/>
                  <a:pt x="168" y="233"/>
                </a:cubicBezTo>
                <a:lnTo>
                  <a:pt x="168" y="265"/>
                </a:lnTo>
                <a:close/>
                <a:moveTo>
                  <a:pt x="168" y="217"/>
                </a:moveTo>
                <a:cubicBezTo>
                  <a:pt x="119" y="217"/>
                  <a:pt x="119" y="217"/>
                  <a:pt x="119" y="217"/>
                </a:cubicBezTo>
                <a:cubicBezTo>
                  <a:pt x="114" y="185"/>
                  <a:pt x="114" y="185"/>
                  <a:pt x="114" y="185"/>
                </a:cubicBezTo>
                <a:cubicBezTo>
                  <a:pt x="168" y="185"/>
                  <a:pt x="168" y="185"/>
                  <a:pt x="168" y="185"/>
                </a:cubicBezTo>
                <a:lnTo>
                  <a:pt x="168" y="217"/>
                </a:lnTo>
                <a:close/>
                <a:moveTo>
                  <a:pt x="168" y="169"/>
                </a:moveTo>
                <a:cubicBezTo>
                  <a:pt x="112" y="169"/>
                  <a:pt x="112" y="169"/>
                  <a:pt x="112" y="169"/>
                </a:cubicBezTo>
                <a:cubicBezTo>
                  <a:pt x="107" y="137"/>
                  <a:pt x="107" y="137"/>
                  <a:pt x="107" y="137"/>
                </a:cubicBezTo>
                <a:cubicBezTo>
                  <a:pt x="168" y="137"/>
                  <a:pt x="168" y="137"/>
                  <a:pt x="168" y="137"/>
                </a:cubicBezTo>
                <a:lnTo>
                  <a:pt x="168" y="169"/>
                </a:lnTo>
                <a:close/>
                <a:moveTo>
                  <a:pt x="226" y="265"/>
                </a:moveTo>
                <a:cubicBezTo>
                  <a:pt x="185" y="265"/>
                  <a:pt x="185" y="265"/>
                  <a:pt x="185" y="265"/>
                </a:cubicBezTo>
                <a:cubicBezTo>
                  <a:pt x="185" y="233"/>
                  <a:pt x="185" y="233"/>
                  <a:pt x="185" y="233"/>
                </a:cubicBezTo>
                <a:cubicBezTo>
                  <a:pt x="231" y="233"/>
                  <a:pt x="231" y="233"/>
                  <a:pt x="231" y="233"/>
                </a:cubicBezTo>
                <a:lnTo>
                  <a:pt x="226" y="265"/>
                </a:lnTo>
                <a:close/>
                <a:moveTo>
                  <a:pt x="234" y="217"/>
                </a:moveTo>
                <a:cubicBezTo>
                  <a:pt x="185" y="217"/>
                  <a:pt x="185" y="217"/>
                  <a:pt x="185" y="217"/>
                </a:cubicBezTo>
                <a:cubicBezTo>
                  <a:pt x="185" y="185"/>
                  <a:pt x="185" y="185"/>
                  <a:pt x="185" y="185"/>
                </a:cubicBezTo>
                <a:cubicBezTo>
                  <a:pt x="239" y="185"/>
                  <a:pt x="239" y="185"/>
                  <a:pt x="239" y="185"/>
                </a:cubicBezTo>
                <a:lnTo>
                  <a:pt x="234" y="217"/>
                </a:lnTo>
                <a:close/>
                <a:moveTo>
                  <a:pt x="185" y="169"/>
                </a:moveTo>
                <a:cubicBezTo>
                  <a:pt x="185" y="137"/>
                  <a:pt x="185" y="137"/>
                  <a:pt x="185" y="137"/>
                </a:cubicBezTo>
                <a:cubicBezTo>
                  <a:pt x="246" y="137"/>
                  <a:pt x="246" y="137"/>
                  <a:pt x="246" y="137"/>
                </a:cubicBezTo>
                <a:cubicBezTo>
                  <a:pt x="241" y="169"/>
                  <a:pt x="241" y="169"/>
                  <a:pt x="241" y="169"/>
                </a:cubicBezTo>
                <a:lnTo>
                  <a:pt x="185" y="169"/>
                </a:lnTo>
                <a:close/>
                <a:moveTo>
                  <a:pt x="290" y="265"/>
                </a:moveTo>
                <a:cubicBezTo>
                  <a:pt x="242" y="265"/>
                  <a:pt x="242" y="265"/>
                  <a:pt x="242" y="265"/>
                </a:cubicBezTo>
                <a:cubicBezTo>
                  <a:pt x="247" y="233"/>
                  <a:pt x="247" y="233"/>
                  <a:pt x="247" y="233"/>
                </a:cubicBezTo>
                <a:cubicBezTo>
                  <a:pt x="297" y="233"/>
                  <a:pt x="297" y="233"/>
                  <a:pt x="297" y="233"/>
                </a:cubicBezTo>
                <a:lnTo>
                  <a:pt x="290" y="265"/>
                </a:lnTo>
                <a:close/>
                <a:moveTo>
                  <a:pt x="301" y="217"/>
                </a:moveTo>
                <a:cubicBezTo>
                  <a:pt x="250" y="217"/>
                  <a:pt x="250" y="217"/>
                  <a:pt x="250" y="217"/>
                </a:cubicBezTo>
                <a:cubicBezTo>
                  <a:pt x="255" y="185"/>
                  <a:pt x="255" y="185"/>
                  <a:pt x="255" y="185"/>
                </a:cubicBezTo>
                <a:cubicBezTo>
                  <a:pt x="307" y="185"/>
                  <a:pt x="307" y="185"/>
                  <a:pt x="307" y="185"/>
                </a:cubicBezTo>
                <a:lnTo>
                  <a:pt x="301" y="217"/>
                </a:lnTo>
                <a:close/>
                <a:moveTo>
                  <a:pt x="311" y="169"/>
                </a:moveTo>
                <a:cubicBezTo>
                  <a:pt x="257" y="169"/>
                  <a:pt x="257" y="169"/>
                  <a:pt x="257" y="169"/>
                </a:cubicBezTo>
                <a:cubicBezTo>
                  <a:pt x="262" y="137"/>
                  <a:pt x="262" y="137"/>
                  <a:pt x="262" y="137"/>
                </a:cubicBezTo>
                <a:cubicBezTo>
                  <a:pt x="317" y="137"/>
                  <a:pt x="317" y="137"/>
                  <a:pt x="317" y="137"/>
                </a:cubicBezTo>
                <a:lnTo>
                  <a:pt x="311" y="169"/>
                </a:lnTo>
                <a:close/>
                <a:moveTo>
                  <a:pt x="337" y="121"/>
                </a:moveTo>
                <a:cubicBezTo>
                  <a:pt x="16" y="121"/>
                  <a:pt x="16" y="121"/>
                  <a:pt x="16" y="121"/>
                </a:cubicBezTo>
                <a:cubicBezTo>
                  <a:pt x="16" y="105"/>
                  <a:pt x="16" y="105"/>
                  <a:pt x="16" y="105"/>
                </a:cubicBezTo>
                <a:cubicBezTo>
                  <a:pt x="337" y="105"/>
                  <a:pt x="337" y="105"/>
                  <a:pt x="337" y="105"/>
                </a:cubicBezTo>
                <a:lnTo>
                  <a:pt x="337" y="12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9" name="Freeform 19"/>
          <p:cNvSpPr>
            <a:spLocks noEditPoints="1"/>
          </p:cNvSpPr>
          <p:nvPr/>
        </p:nvSpPr>
        <p:spPr bwMode="auto">
          <a:xfrm>
            <a:off x="5255684" y="2029884"/>
            <a:ext cx="577851" cy="584200"/>
          </a:xfrm>
          <a:custGeom>
            <a:avLst/>
            <a:gdLst>
              <a:gd name="T0" fmla="*/ 48 w 353"/>
              <a:gd name="T1" fmla="*/ 172 h 356"/>
              <a:gd name="T2" fmla="*/ 81 w 353"/>
              <a:gd name="T3" fmla="*/ 172 h 356"/>
              <a:gd name="T4" fmla="*/ 105 w 353"/>
              <a:gd name="T5" fmla="*/ 308 h 356"/>
              <a:gd name="T6" fmla="*/ 121 w 353"/>
              <a:gd name="T7" fmla="*/ 324 h 356"/>
              <a:gd name="T8" fmla="*/ 72 w 353"/>
              <a:gd name="T9" fmla="*/ 308 h 356"/>
              <a:gd name="T10" fmla="*/ 56 w 353"/>
              <a:gd name="T11" fmla="*/ 324 h 356"/>
              <a:gd name="T12" fmla="*/ 72 w 353"/>
              <a:gd name="T13" fmla="*/ 308 h 356"/>
              <a:gd name="T14" fmla="*/ 273 w 353"/>
              <a:gd name="T15" fmla="*/ 172 h 356"/>
              <a:gd name="T16" fmla="*/ 241 w 353"/>
              <a:gd name="T17" fmla="*/ 172 h 356"/>
              <a:gd name="T18" fmla="*/ 249 w 353"/>
              <a:gd name="T19" fmla="*/ 308 h 356"/>
              <a:gd name="T20" fmla="*/ 265 w 353"/>
              <a:gd name="T21" fmla="*/ 324 h 356"/>
              <a:gd name="T22" fmla="*/ 281 w 353"/>
              <a:gd name="T23" fmla="*/ 236 h 356"/>
              <a:gd name="T24" fmla="*/ 289 w 353"/>
              <a:gd name="T25" fmla="*/ 244 h 356"/>
              <a:gd name="T26" fmla="*/ 105 w 353"/>
              <a:gd name="T27" fmla="*/ 164 h 356"/>
              <a:gd name="T28" fmla="*/ 121 w 353"/>
              <a:gd name="T29" fmla="*/ 180 h 356"/>
              <a:gd name="T30" fmla="*/ 217 w 353"/>
              <a:gd name="T31" fmla="*/ 164 h 356"/>
              <a:gd name="T32" fmla="*/ 201 w 353"/>
              <a:gd name="T33" fmla="*/ 180 h 356"/>
              <a:gd name="T34" fmla="*/ 217 w 353"/>
              <a:gd name="T35" fmla="*/ 164 h 356"/>
              <a:gd name="T36" fmla="*/ 289 w 353"/>
              <a:gd name="T37" fmla="*/ 99 h 356"/>
              <a:gd name="T38" fmla="*/ 219 w 353"/>
              <a:gd name="T39" fmla="*/ 4 h 356"/>
              <a:gd name="T40" fmla="*/ 38 w 353"/>
              <a:gd name="T41" fmla="*/ 99 h 356"/>
              <a:gd name="T42" fmla="*/ 0 w 353"/>
              <a:gd name="T43" fmla="*/ 324 h 356"/>
              <a:gd name="T44" fmla="*/ 321 w 353"/>
              <a:gd name="T45" fmla="*/ 324 h 356"/>
              <a:gd name="T46" fmla="*/ 353 w 353"/>
              <a:gd name="T47" fmla="*/ 228 h 356"/>
              <a:gd name="T48" fmla="*/ 305 w 353"/>
              <a:gd name="T49" fmla="*/ 132 h 356"/>
              <a:gd name="T50" fmla="*/ 286 w 353"/>
              <a:gd name="T51" fmla="*/ 132 h 356"/>
              <a:gd name="T52" fmla="*/ 259 w 353"/>
              <a:gd name="T53" fmla="*/ 93 h 356"/>
              <a:gd name="T54" fmla="*/ 259 w 353"/>
              <a:gd name="T55" fmla="*/ 93 h 356"/>
              <a:gd name="T56" fmla="*/ 243 w 353"/>
              <a:gd name="T57" fmla="*/ 31 h 356"/>
              <a:gd name="T58" fmla="*/ 50 w 353"/>
              <a:gd name="T59" fmla="*/ 82 h 356"/>
              <a:gd name="T60" fmla="*/ 32 w 353"/>
              <a:gd name="T61" fmla="*/ 115 h 356"/>
              <a:gd name="T62" fmla="*/ 32 w 353"/>
              <a:gd name="T63" fmla="*/ 132 h 356"/>
              <a:gd name="T64" fmla="*/ 305 w 353"/>
              <a:gd name="T65" fmla="*/ 324 h 356"/>
              <a:gd name="T66" fmla="*/ 16 w 353"/>
              <a:gd name="T67" fmla="*/ 324 h 356"/>
              <a:gd name="T68" fmla="*/ 289 w 353"/>
              <a:gd name="T69" fmla="*/ 148 h 356"/>
              <a:gd name="T70" fmla="*/ 273 w 353"/>
              <a:gd name="T71" fmla="*/ 196 h 356"/>
              <a:gd name="T72" fmla="*/ 273 w 353"/>
              <a:gd name="T73" fmla="*/ 292 h 356"/>
              <a:gd name="T74" fmla="*/ 337 w 353"/>
              <a:gd name="T75" fmla="*/ 260 h 356"/>
              <a:gd name="T76" fmla="*/ 257 w 353"/>
              <a:gd name="T77" fmla="*/ 260 h 356"/>
              <a:gd name="T78" fmla="*/ 321 w 353"/>
              <a:gd name="T79" fmla="*/ 212 h 356"/>
              <a:gd name="T80" fmla="*/ 169 w 353"/>
              <a:gd name="T81" fmla="*/ 308 h 356"/>
              <a:gd name="T82" fmla="*/ 153 w 353"/>
              <a:gd name="T83" fmla="*/ 324 h 356"/>
              <a:gd name="T84" fmla="*/ 169 w 353"/>
              <a:gd name="T85" fmla="*/ 308 h 356"/>
              <a:gd name="T86" fmla="*/ 193 w 353"/>
              <a:gd name="T87" fmla="*/ 316 h 356"/>
              <a:gd name="T88" fmla="*/ 225 w 353"/>
              <a:gd name="T89" fmla="*/ 316 h 356"/>
              <a:gd name="T90" fmla="*/ 153 w 353"/>
              <a:gd name="T91" fmla="*/ 164 h 356"/>
              <a:gd name="T92" fmla="*/ 169 w 353"/>
              <a:gd name="T93" fmla="*/ 180 h 3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353" h="356">
                <a:moveTo>
                  <a:pt x="72" y="164"/>
                </a:moveTo>
                <a:cubicBezTo>
                  <a:pt x="56" y="164"/>
                  <a:pt x="56" y="164"/>
                  <a:pt x="56" y="164"/>
                </a:cubicBezTo>
                <a:cubicBezTo>
                  <a:pt x="52" y="164"/>
                  <a:pt x="48" y="167"/>
                  <a:pt x="48" y="172"/>
                </a:cubicBezTo>
                <a:cubicBezTo>
                  <a:pt x="48" y="176"/>
                  <a:pt x="52" y="180"/>
                  <a:pt x="56" y="180"/>
                </a:cubicBezTo>
                <a:cubicBezTo>
                  <a:pt x="72" y="180"/>
                  <a:pt x="72" y="180"/>
                  <a:pt x="72" y="180"/>
                </a:cubicBezTo>
                <a:cubicBezTo>
                  <a:pt x="77" y="180"/>
                  <a:pt x="81" y="176"/>
                  <a:pt x="81" y="172"/>
                </a:cubicBezTo>
                <a:cubicBezTo>
                  <a:pt x="81" y="167"/>
                  <a:pt x="77" y="164"/>
                  <a:pt x="72" y="164"/>
                </a:cubicBezTo>
                <a:moveTo>
                  <a:pt x="121" y="308"/>
                </a:moveTo>
                <a:cubicBezTo>
                  <a:pt x="105" y="308"/>
                  <a:pt x="105" y="308"/>
                  <a:pt x="105" y="308"/>
                </a:cubicBezTo>
                <a:cubicBezTo>
                  <a:pt x="100" y="308"/>
                  <a:pt x="97" y="312"/>
                  <a:pt x="97" y="316"/>
                </a:cubicBezTo>
                <a:cubicBezTo>
                  <a:pt x="97" y="321"/>
                  <a:pt x="100" y="324"/>
                  <a:pt x="105" y="324"/>
                </a:cubicBezTo>
                <a:cubicBezTo>
                  <a:pt x="121" y="324"/>
                  <a:pt x="121" y="324"/>
                  <a:pt x="121" y="324"/>
                </a:cubicBezTo>
                <a:cubicBezTo>
                  <a:pt x="125" y="324"/>
                  <a:pt x="129" y="321"/>
                  <a:pt x="129" y="316"/>
                </a:cubicBezTo>
                <a:cubicBezTo>
                  <a:pt x="129" y="312"/>
                  <a:pt x="125" y="308"/>
                  <a:pt x="121" y="308"/>
                </a:cubicBezTo>
                <a:moveTo>
                  <a:pt x="72" y="308"/>
                </a:moveTo>
                <a:cubicBezTo>
                  <a:pt x="56" y="308"/>
                  <a:pt x="56" y="308"/>
                  <a:pt x="56" y="308"/>
                </a:cubicBezTo>
                <a:cubicBezTo>
                  <a:pt x="52" y="308"/>
                  <a:pt x="48" y="312"/>
                  <a:pt x="48" y="316"/>
                </a:cubicBezTo>
                <a:cubicBezTo>
                  <a:pt x="48" y="321"/>
                  <a:pt x="52" y="324"/>
                  <a:pt x="56" y="324"/>
                </a:cubicBezTo>
                <a:cubicBezTo>
                  <a:pt x="72" y="324"/>
                  <a:pt x="72" y="324"/>
                  <a:pt x="72" y="324"/>
                </a:cubicBezTo>
                <a:cubicBezTo>
                  <a:pt x="77" y="324"/>
                  <a:pt x="81" y="321"/>
                  <a:pt x="81" y="316"/>
                </a:cubicBezTo>
                <a:cubicBezTo>
                  <a:pt x="81" y="312"/>
                  <a:pt x="77" y="308"/>
                  <a:pt x="72" y="308"/>
                </a:cubicBezTo>
                <a:moveTo>
                  <a:pt x="249" y="180"/>
                </a:moveTo>
                <a:cubicBezTo>
                  <a:pt x="265" y="180"/>
                  <a:pt x="265" y="180"/>
                  <a:pt x="265" y="180"/>
                </a:cubicBezTo>
                <a:cubicBezTo>
                  <a:pt x="270" y="180"/>
                  <a:pt x="273" y="176"/>
                  <a:pt x="273" y="172"/>
                </a:cubicBezTo>
                <a:cubicBezTo>
                  <a:pt x="273" y="167"/>
                  <a:pt x="270" y="164"/>
                  <a:pt x="265" y="164"/>
                </a:cubicBezTo>
                <a:cubicBezTo>
                  <a:pt x="249" y="164"/>
                  <a:pt x="249" y="164"/>
                  <a:pt x="249" y="164"/>
                </a:cubicBezTo>
                <a:cubicBezTo>
                  <a:pt x="245" y="164"/>
                  <a:pt x="241" y="167"/>
                  <a:pt x="241" y="172"/>
                </a:cubicBezTo>
                <a:cubicBezTo>
                  <a:pt x="241" y="176"/>
                  <a:pt x="245" y="180"/>
                  <a:pt x="249" y="180"/>
                </a:cubicBezTo>
                <a:moveTo>
                  <a:pt x="265" y="308"/>
                </a:moveTo>
                <a:cubicBezTo>
                  <a:pt x="249" y="308"/>
                  <a:pt x="249" y="308"/>
                  <a:pt x="249" y="308"/>
                </a:cubicBezTo>
                <a:cubicBezTo>
                  <a:pt x="245" y="308"/>
                  <a:pt x="241" y="312"/>
                  <a:pt x="241" y="316"/>
                </a:cubicBezTo>
                <a:cubicBezTo>
                  <a:pt x="241" y="321"/>
                  <a:pt x="245" y="324"/>
                  <a:pt x="249" y="324"/>
                </a:cubicBezTo>
                <a:cubicBezTo>
                  <a:pt x="265" y="324"/>
                  <a:pt x="265" y="324"/>
                  <a:pt x="265" y="324"/>
                </a:cubicBezTo>
                <a:cubicBezTo>
                  <a:pt x="270" y="324"/>
                  <a:pt x="273" y="321"/>
                  <a:pt x="273" y="316"/>
                </a:cubicBezTo>
                <a:cubicBezTo>
                  <a:pt x="273" y="312"/>
                  <a:pt x="270" y="308"/>
                  <a:pt x="265" y="308"/>
                </a:cubicBezTo>
                <a:moveTo>
                  <a:pt x="281" y="236"/>
                </a:moveTo>
                <a:cubicBezTo>
                  <a:pt x="277" y="236"/>
                  <a:pt x="273" y="239"/>
                  <a:pt x="273" y="244"/>
                </a:cubicBezTo>
                <a:cubicBezTo>
                  <a:pt x="273" y="248"/>
                  <a:pt x="277" y="252"/>
                  <a:pt x="281" y="252"/>
                </a:cubicBezTo>
                <a:cubicBezTo>
                  <a:pt x="286" y="252"/>
                  <a:pt x="289" y="248"/>
                  <a:pt x="289" y="244"/>
                </a:cubicBezTo>
                <a:cubicBezTo>
                  <a:pt x="289" y="239"/>
                  <a:pt x="286" y="236"/>
                  <a:pt x="281" y="236"/>
                </a:cubicBezTo>
                <a:moveTo>
                  <a:pt x="121" y="164"/>
                </a:moveTo>
                <a:cubicBezTo>
                  <a:pt x="105" y="164"/>
                  <a:pt x="105" y="164"/>
                  <a:pt x="105" y="164"/>
                </a:cubicBezTo>
                <a:cubicBezTo>
                  <a:pt x="100" y="164"/>
                  <a:pt x="97" y="167"/>
                  <a:pt x="97" y="172"/>
                </a:cubicBezTo>
                <a:cubicBezTo>
                  <a:pt x="97" y="176"/>
                  <a:pt x="100" y="180"/>
                  <a:pt x="105" y="180"/>
                </a:cubicBezTo>
                <a:cubicBezTo>
                  <a:pt x="121" y="180"/>
                  <a:pt x="121" y="180"/>
                  <a:pt x="121" y="180"/>
                </a:cubicBezTo>
                <a:cubicBezTo>
                  <a:pt x="125" y="180"/>
                  <a:pt x="129" y="176"/>
                  <a:pt x="129" y="172"/>
                </a:cubicBezTo>
                <a:cubicBezTo>
                  <a:pt x="129" y="167"/>
                  <a:pt x="125" y="164"/>
                  <a:pt x="121" y="164"/>
                </a:cubicBezTo>
                <a:moveTo>
                  <a:pt x="217" y="164"/>
                </a:moveTo>
                <a:cubicBezTo>
                  <a:pt x="201" y="164"/>
                  <a:pt x="201" y="164"/>
                  <a:pt x="201" y="164"/>
                </a:cubicBezTo>
                <a:cubicBezTo>
                  <a:pt x="196" y="164"/>
                  <a:pt x="193" y="167"/>
                  <a:pt x="193" y="172"/>
                </a:cubicBezTo>
                <a:cubicBezTo>
                  <a:pt x="193" y="176"/>
                  <a:pt x="196" y="180"/>
                  <a:pt x="201" y="180"/>
                </a:cubicBezTo>
                <a:cubicBezTo>
                  <a:pt x="217" y="180"/>
                  <a:pt x="217" y="180"/>
                  <a:pt x="217" y="180"/>
                </a:cubicBezTo>
                <a:cubicBezTo>
                  <a:pt x="221" y="180"/>
                  <a:pt x="225" y="176"/>
                  <a:pt x="225" y="172"/>
                </a:cubicBezTo>
                <a:cubicBezTo>
                  <a:pt x="225" y="167"/>
                  <a:pt x="221" y="164"/>
                  <a:pt x="217" y="164"/>
                </a:cubicBezTo>
                <a:moveTo>
                  <a:pt x="321" y="196"/>
                </a:moveTo>
                <a:cubicBezTo>
                  <a:pt x="321" y="132"/>
                  <a:pt x="321" y="132"/>
                  <a:pt x="321" y="132"/>
                </a:cubicBezTo>
                <a:cubicBezTo>
                  <a:pt x="321" y="114"/>
                  <a:pt x="307" y="99"/>
                  <a:pt x="289" y="99"/>
                </a:cubicBezTo>
                <a:cubicBezTo>
                  <a:pt x="278" y="99"/>
                  <a:pt x="278" y="99"/>
                  <a:pt x="278" y="99"/>
                </a:cubicBezTo>
                <a:cubicBezTo>
                  <a:pt x="258" y="27"/>
                  <a:pt x="258" y="27"/>
                  <a:pt x="258" y="27"/>
                </a:cubicBezTo>
                <a:cubicBezTo>
                  <a:pt x="254" y="10"/>
                  <a:pt x="236" y="0"/>
                  <a:pt x="219" y="4"/>
                </a:cubicBezTo>
                <a:cubicBezTo>
                  <a:pt x="57" y="47"/>
                  <a:pt x="57" y="47"/>
                  <a:pt x="57" y="47"/>
                </a:cubicBezTo>
                <a:cubicBezTo>
                  <a:pt x="40" y="52"/>
                  <a:pt x="30" y="69"/>
                  <a:pt x="34" y="86"/>
                </a:cubicBezTo>
                <a:cubicBezTo>
                  <a:pt x="38" y="99"/>
                  <a:pt x="38" y="99"/>
                  <a:pt x="38" y="99"/>
                </a:cubicBezTo>
                <a:cubicBezTo>
                  <a:pt x="32" y="99"/>
                  <a:pt x="32" y="99"/>
                  <a:pt x="32" y="99"/>
                </a:cubicBezTo>
                <a:cubicBezTo>
                  <a:pt x="15" y="99"/>
                  <a:pt x="0" y="114"/>
                  <a:pt x="0" y="132"/>
                </a:cubicBezTo>
                <a:cubicBezTo>
                  <a:pt x="0" y="324"/>
                  <a:pt x="0" y="324"/>
                  <a:pt x="0" y="324"/>
                </a:cubicBezTo>
                <a:cubicBezTo>
                  <a:pt x="0" y="342"/>
                  <a:pt x="15" y="356"/>
                  <a:pt x="32" y="356"/>
                </a:cubicBezTo>
                <a:cubicBezTo>
                  <a:pt x="289" y="356"/>
                  <a:pt x="289" y="356"/>
                  <a:pt x="289" y="356"/>
                </a:cubicBezTo>
                <a:cubicBezTo>
                  <a:pt x="307" y="356"/>
                  <a:pt x="321" y="342"/>
                  <a:pt x="321" y="324"/>
                </a:cubicBezTo>
                <a:cubicBezTo>
                  <a:pt x="321" y="292"/>
                  <a:pt x="321" y="292"/>
                  <a:pt x="321" y="292"/>
                </a:cubicBezTo>
                <a:cubicBezTo>
                  <a:pt x="339" y="292"/>
                  <a:pt x="353" y="278"/>
                  <a:pt x="353" y="260"/>
                </a:cubicBezTo>
                <a:cubicBezTo>
                  <a:pt x="353" y="228"/>
                  <a:pt x="353" y="228"/>
                  <a:pt x="353" y="228"/>
                </a:cubicBezTo>
                <a:cubicBezTo>
                  <a:pt x="353" y="210"/>
                  <a:pt x="339" y="196"/>
                  <a:pt x="321" y="196"/>
                </a:cubicBezTo>
                <a:moveTo>
                  <a:pt x="289" y="115"/>
                </a:moveTo>
                <a:cubicBezTo>
                  <a:pt x="298" y="115"/>
                  <a:pt x="305" y="123"/>
                  <a:pt x="305" y="132"/>
                </a:cubicBezTo>
                <a:cubicBezTo>
                  <a:pt x="305" y="136"/>
                  <a:pt x="305" y="136"/>
                  <a:pt x="305" y="136"/>
                </a:cubicBezTo>
                <a:cubicBezTo>
                  <a:pt x="301" y="133"/>
                  <a:pt x="295" y="132"/>
                  <a:pt x="289" y="132"/>
                </a:cubicBezTo>
                <a:cubicBezTo>
                  <a:pt x="286" y="132"/>
                  <a:pt x="286" y="132"/>
                  <a:pt x="286" y="132"/>
                </a:cubicBezTo>
                <a:cubicBezTo>
                  <a:pt x="282" y="115"/>
                  <a:pt x="282" y="115"/>
                  <a:pt x="282" y="115"/>
                </a:cubicBezTo>
                <a:lnTo>
                  <a:pt x="289" y="115"/>
                </a:lnTo>
                <a:close/>
                <a:moveTo>
                  <a:pt x="259" y="93"/>
                </a:moveTo>
                <a:cubicBezTo>
                  <a:pt x="270" y="132"/>
                  <a:pt x="270" y="132"/>
                  <a:pt x="270" y="132"/>
                </a:cubicBezTo>
                <a:cubicBezTo>
                  <a:pt x="115" y="132"/>
                  <a:pt x="115" y="132"/>
                  <a:pt x="115" y="132"/>
                </a:cubicBezTo>
                <a:lnTo>
                  <a:pt x="259" y="93"/>
                </a:lnTo>
                <a:close/>
                <a:moveTo>
                  <a:pt x="61" y="63"/>
                </a:moveTo>
                <a:cubicBezTo>
                  <a:pt x="223" y="20"/>
                  <a:pt x="223" y="20"/>
                  <a:pt x="223" y="20"/>
                </a:cubicBezTo>
                <a:cubicBezTo>
                  <a:pt x="232" y="17"/>
                  <a:pt x="240" y="23"/>
                  <a:pt x="243" y="31"/>
                </a:cubicBezTo>
                <a:cubicBezTo>
                  <a:pt x="247" y="47"/>
                  <a:pt x="247" y="47"/>
                  <a:pt x="247" y="47"/>
                </a:cubicBezTo>
                <a:cubicBezTo>
                  <a:pt x="54" y="98"/>
                  <a:pt x="54" y="98"/>
                  <a:pt x="54" y="98"/>
                </a:cubicBezTo>
                <a:cubicBezTo>
                  <a:pt x="50" y="82"/>
                  <a:pt x="50" y="82"/>
                  <a:pt x="50" y="82"/>
                </a:cubicBezTo>
                <a:cubicBezTo>
                  <a:pt x="47" y="74"/>
                  <a:pt x="53" y="65"/>
                  <a:pt x="61" y="63"/>
                </a:cubicBezTo>
                <a:moveTo>
                  <a:pt x="16" y="132"/>
                </a:moveTo>
                <a:cubicBezTo>
                  <a:pt x="16" y="123"/>
                  <a:pt x="23" y="115"/>
                  <a:pt x="32" y="115"/>
                </a:cubicBezTo>
                <a:cubicBezTo>
                  <a:pt x="42" y="115"/>
                  <a:pt x="42" y="115"/>
                  <a:pt x="42" y="115"/>
                </a:cubicBezTo>
                <a:cubicBezTo>
                  <a:pt x="46" y="132"/>
                  <a:pt x="46" y="132"/>
                  <a:pt x="46" y="132"/>
                </a:cubicBezTo>
                <a:cubicBezTo>
                  <a:pt x="32" y="132"/>
                  <a:pt x="32" y="132"/>
                  <a:pt x="32" y="132"/>
                </a:cubicBezTo>
                <a:cubicBezTo>
                  <a:pt x="26" y="132"/>
                  <a:pt x="21" y="133"/>
                  <a:pt x="16" y="136"/>
                </a:cubicBezTo>
                <a:lnTo>
                  <a:pt x="16" y="132"/>
                </a:lnTo>
                <a:close/>
                <a:moveTo>
                  <a:pt x="305" y="324"/>
                </a:moveTo>
                <a:cubicBezTo>
                  <a:pt x="305" y="333"/>
                  <a:pt x="298" y="340"/>
                  <a:pt x="289" y="340"/>
                </a:cubicBezTo>
                <a:cubicBezTo>
                  <a:pt x="32" y="340"/>
                  <a:pt x="32" y="340"/>
                  <a:pt x="32" y="340"/>
                </a:cubicBezTo>
                <a:cubicBezTo>
                  <a:pt x="23" y="340"/>
                  <a:pt x="16" y="333"/>
                  <a:pt x="16" y="324"/>
                </a:cubicBezTo>
                <a:cubicBezTo>
                  <a:pt x="16" y="164"/>
                  <a:pt x="16" y="164"/>
                  <a:pt x="16" y="164"/>
                </a:cubicBezTo>
                <a:cubicBezTo>
                  <a:pt x="16" y="155"/>
                  <a:pt x="23" y="148"/>
                  <a:pt x="32" y="148"/>
                </a:cubicBezTo>
                <a:cubicBezTo>
                  <a:pt x="289" y="148"/>
                  <a:pt x="289" y="148"/>
                  <a:pt x="289" y="148"/>
                </a:cubicBezTo>
                <a:cubicBezTo>
                  <a:pt x="298" y="148"/>
                  <a:pt x="305" y="155"/>
                  <a:pt x="305" y="164"/>
                </a:cubicBezTo>
                <a:cubicBezTo>
                  <a:pt x="305" y="196"/>
                  <a:pt x="305" y="196"/>
                  <a:pt x="305" y="196"/>
                </a:cubicBezTo>
                <a:cubicBezTo>
                  <a:pt x="273" y="196"/>
                  <a:pt x="273" y="196"/>
                  <a:pt x="273" y="196"/>
                </a:cubicBezTo>
                <a:cubicBezTo>
                  <a:pt x="255" y="196"/>
                  <a:pt x="241" y="210"/>
                  <a:pt x="241" y="228"/>
                </a:cubicBezTo>
                <a:cubicBezTo>
                  <a:pt x="241" y="260"/>
                  <a:pt x="241" y="260"/>
                  <a:pt x="241" y="260"/>
                </a:cubicBezTo>
                <a:cubicBezTo>
                  <a:pt x="241" y="278"/>
                  <a:pt x="255" y="292"/>
                  <a:pt x="273" y="292"/>
                </a:cubicBezTo>
                <a:cubicBezTo>
                  <a:pt x="305" y="292"/>
                  <a:pt x="305" y="292"/>
                  <a:pt x="305" y="292"/>
                </a:cubicBezTo>
                <a:lnTo>
                  <a:pt x="305" y="324"/>
                </a:lnTo>
                <a:close/>
                <a:moveTo>
                  <a:pt x="337" y="260"/>
                </a:moveTo>
                <a:cubicBezTo>
                  <a:pt x="337" y="269"/>
                  <a:pt x="330" y="276"/>
                  <a:pt x="321" y="276"/>
                </a:cubicBezTo>
                <a:cubicBezTo>
                  <a:pt x="273" y="276"/>
                  <a:pt x="273" y="276"/>
                  <a:pt x="273" y="276"/>
                </a:cubicBezTo>
                <a:cubicBezTo>
                  <a:pt x="264" y="276"/>
                  <a:pt x="257" y="269"/>
                  <a:pt x="257" y="260"/>
                </a:cubicBezTo>
                <a:cubicBezTo>
                  <a:pt x="257" y="228"/>
                  <a:pt x="257" y="228"/>
                  <a:pt x="257" y="228"/>
                </a:cubicBezTo>
                <a:cubicBezTo>
                  <a:pt x="257" y="219"/>
                  <a:pt x="264" y="212"/>
                  <a:pt x="273" y="212"/>
                </a:cubicBezTo>
                <a:cubicBezTo>
                  <a:pt x="321" y="212"/>
                  <a:pt x="321" y="212"/>
                  <a:pt x="321" y="212"/>
                </a:cubicBezTo>
                <a:cubicBezTo>
                  <a:pt x="330" y="212"/>
                  <a:pt x="337" y="219"/>
                  <a:pt x="337" y="228"/>
                </a:cubicBezTo>
                <a:lnTo>
                  <a:pt x="337" y="260"/>
                </a:lnTo>
                <a:close/>
                <a:moveTo>
                  <a:pt x="169" y="308"/>
                </a:moveTo>
                <a:cubicBezTo>
                  <a:pt x="153" y="308"/>
                  <a:pt x="153" y="308"/>
                  <a:pt x="153" y="308"/>
                </a:cubicBezTo>
                <a:cubicBezTo>
                  <a:pt x="148" y="308"/>
                  <a:pt x="145" y="312"/>
                  <a:pt x="145" y="316"/>
                </a:cubicBezTo>
                <a:cubicBezTo>
                  <a:pt x="145" y="321"/>
                  <a:pt x="148" y="324"/>
                  <a:pt x="153" y="324"/>
                </a:cubicBezTo>
                <a:cubicBezTo>
                  <a:pt x="169" y="324"/>
                  <a:pt x="169" y="324"/>
                  <a:pt x="169" y="324"/>
                </a:cubicBezTo>
                <a:cubicBezTo>
                  <a:pt x="173" y="324"/>
                  <a:pt x="177" y="321"/>
                  <a:pt x="177" y="316"/>
                </a:cubicBezTo>
                <a:cubicBezTo>
                  <a:pt x="177" y="312"/>
                  <a:pt x="173" y="308"/>
                  <a:pt x="169" y="308"/>
                </a:cubicBezTo>
                <a:moveTo>
                  <a:pt x="217" y="308"/>
                </a:moveTo>
                <a:cubicBezTo>
                  <a:pt x="201" y="308"/>
                  <a:pt x="201" y="308"/>
                  <a:pt x="201" y="308"/>
                </a:cubicBezTo>
                <a:cubicBezTo>
                  <a:pt x="196" y="308"/>
                  <a:pt x="193" y="312"/>
                  <a:pt x="193" y="316"/>
                </a:cubicBezTo>
                <a:cubicBezTo>
                  <a:pt x="193" y="321"/>
                  <a:pt x="196" y="324"/>
                  <a:pt x="201" y="324"/>
                </a:cubicBezTo>
                <a:cubicBezTo>
                  <a:pt x="217" y="324"/>
                  <a:pt x="217" y="324"/>
                  <a:pt x="217" y="324"/>
                </a:cubicBezTo>
                <a:cubicBezTo>
                  <a:pt x="221" y="324"/>
                  <a:pt x="225" y="321"/>
                  <a:pt x="225" y="316"/>
                </a:cubicBezTo>
                <a:cubicBezTo>
                  <a:pt x="225" y="312"/>
                  <a:pt x="221" y="308"/>
                  <a:pt x="217" y="308"/>
                </a:cubicBezTo>
                <a:moveTo>
                  <a:pt x="169" y="164"/>
                </a:moveTo>
                <a:cubicBezTo>
                  <a:pt x="153" y="164"/>
                  <a:pt x="153" y="164"/>
                  <a:pt x="153" y="164"/>
                </a:cubicBezTo>
                <a:cubicBezTo>
                  <a:pt x="148" y="164"/>
                  <a:pt x="145" y="167"/>
                  <a:pt x="145" y="172"/>
                </a:cubicBezTo>
                <a:cubicBezTo>
                  <a:pt x="145" y="176"/>
                  <a:pt x="148" y="180"/>
                  <a:pt x="153" y="180"/>
                </a:cubicBezTo>
                <a:cubicBezTo>
                  <a:pt x="169" y="180"/>
                  <a:pt x="169" y="180"/>
                  <a:pt x="169" y="180"/>
                </a:cubicBezTo>
                <a:cubicBezTo>
                  <a:pt x="173" y="180"/>
                  <a:pt x="177" y="176"/>
                  <a:pt x="177" y="172"/>
                </a:cubicBezTo>
                <a:cubicBezTo>
                  <a:pt x="177" y="167"/>
                  <a:pt x="173" y="164"/>
                  <a:pt x="169" y="164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0" name="Freeform 20"/>
          <p:cNvSpPr>
            <a:spLocks noEditPoints="1"/>
          </p:cNvSpPr>
          <p:nvPr/>
        </p:nvSpPr>
        <p:spPr bwMode="auto">
          <a:xfrm>
            <a:off x="6360584" y="2114552"/>
            <a:ext cx="577851" cy="421217"/>
          </a:xfrm>
          <a:custGeom>
            <a:avLst/>
            <a:gdLst>
              <a:gd name="T0" fmla="*/ 56 w 353"/>
              <a:gd name="T1" fmla="*/ 64 h 257"/>
              <a:gd name="T2" fmla="*/ 56 w 353"/>
              <a:gd name="T3" fmla="*/ 81 h 257"/>
              <a:gd name="T4" fmla="*/ 80 w 353"/>
              <a:gd name="T5" fmla="*/ 72 h 257"/>
              <a:gd name="T6" fmla="*/ 120 w 353"/>
              <a:gd name="T7" fmla="*/ 64 h 257"/>
              <a:gd name="T8" fmla="*/ 96 w 353"/>
              <a:gd name="T9" fmla="*/ 72 h 257"/>
              <a:gd name="T10" fmla="*/ 120 w 353"/>
              <a:gd name="T11" fmla="*/ 81 h 257"/>
              <a:gd name="T12" fmla="*/ 120 w 353"/>
              <a:gd name="T13" fmla="*/ 64 h 257"/>
              <a:gd name="T14" fmla="*/ 104 w 353"/>
              <a:gd name="T15" fmla="*/ 209 h 257"/>
              <a:gd name="T16" fmla="*/ 104 w 353"/>
              <a:gd name="T17" fmla="*/ 225 h 257"/>
              <a:gd name="T18" fmla="*/ 128 w 353"/>
              <a:gd name="T19" fmla="*/ 217 h 257"/>
              <a:gd name="T20" fmla="*/ 281 w 353"/>
              <a:gd name="T21" fmla="*/ 137 h 257"/>
              <a:gd name="T22" fmla="*/ 281 w 353"/>
              <a:gd name="T23" fmla="*/ 153 h 257"/>
              <a:gd name="T24" fmla="*/ 281 w 353"/>
              <a:gd name="T25" fmla="*/ 137 h 257"/>
              <a:gd name="T26" fmla="*/ 321 w 353"/>
              <a:gd name="T27" fmla="*/ 32 h 257"/>
              <a:gd name="T28" fmla="*/ 32 w 353"/>
              <a:gd name="T29" fmla="*/ 0 h 257"/>
              <a:gd name="T30" fmla="*/ 0 w 353"/>
              <a:gd name="T31" fmla="*/ 225 h 257"/>
              <a:gd name="T32" fmla="*/ 289 w 353"/>
              <a:gd name="T33" fmla="*/ 257 h 257"/>
              <a:gd name="T34" fmla="*/ 321 w 353"/>
              <a:gd name="T35" fmla="*/ 193 h 257"/>
              <a:gd name="T36" fmla="*/ 353 w 353"/>
              <a:gd name="T37" fmla="*/ 129 h 257"/>
              <a:gd name="T38" fmla="*/ 16 w 353"/>
              <a:gd name="T39" fmla="*/ 32 h 257"/>
              <a:gd name="T40" fmla="*/ 289 w 353"/>
              <a:gd name="T41" fmla="*/ 16 h 257"/>
              <a:gd name="T42" fmla="*/ 305 w 353"/>
              <a:gd name="T43" fmla="*/ 37 h 257"/>
              <a:gd name="T44" fmla="*/ 32 w 353"/>
              <a:gd name="T45" fmla="*/ 32 h 257"/>
              <a:gd name="T46" fmla="*/ 16 w 353"/>
              <a:gd name="T47" fmla="*/ 32 h 257"/>
              <a:gd name="T48" fmla="*/ 289 w 353"/>
              <a:gd name="T49" fmla="*/ 241 h 257"/>
              <a:gd name="T50" fmla="*/ 16 w 353"/>
              <a:gd name="T51" fmla="*/ 225 h 257"/>
              <a:gd name="T52" fmla="*/ 32 w 353"/>
              <a:gd name="T53" fmla="*/ 48 h 257"/>
              <a:gd name="T54" fmla="*/ 305 w 353"/>
              <a:gd name="T55" fmla="*/ 64 h 257"/>
              <a:gd name="T56" fmla="*/ 273 w 353"/>
              <a:gd name="T57" fmla="*/ 97 h 257"/>
              <a:gd name="T58" fmla="*/ 240 w 353"/>
              <a:gd name="T59" fmla="*/ 161 h 257"/>
              <a:gd name="T60" fmla="*/ 305 w 353"/>
              <a:gd name="T61" fmla="*/ 193 h 257"/>
              <a:gd name="T62" fmla="*/ 337 w 353"/>
              <a:gd name="T63" fmla="*/ 161 h 257"/>
              <a:gd name="T64" fmla="*/ 273 w 353"/>
              <a:gd name="T65" fmla="*/ 177 h 257"/>
              <a:gd name="T66" fmla="*/ 256 w 353"/>
              <a:gd name="T67" fmla="*/ 129 h 257"/>
              <a:gd name="T68" fmla="*/ 321 w 353"/>
              <a:gd name="T69" fmla="*/ 113 h 257"/>
              <a:gd name="T70" fmla="*/ 337 w 353"/>
              <a:gd name="T71" fmla="*/ 161 h 257"/>
              <a:gd name="T72" fmla="*/ 264 w 353"/>
              <a:gd name="T73" fmla="*/ 81 h 257"/>
              <a:gd name="T74" fmla="*/ 264 w 353"/>
              <a:gd name="T75" fmla="*/ 64 h 257"/>
              <a:gd name="T76" fmla="*/ 240 w 353"/>
              <a:gd name="T77" fmla="*/ 72 h 257"/>
              <a:gd name="T78" fmla="*/ 72 w 353"/>
              <a:gd name="T79" fmla="*/ 209 h 257"/>
              <a:gd name="T80" fmla="*/ 48 w 353"/>
              <a:gd name="T81" fmla="*/ 217 h 257"/>
              <a:gd name="T82" fmla="*/ 72 w 353"/>
              <a:gd name="T83" fmla="*/ 225 h 257"/>
              <a:gd name="T84" fmla="*/ 72 w 353"/>
              <a:gd name="T85" fmla="*/ 209 h 257"/>
              <a:gd name="T86" fmla="*/ 152 w 353"/>
              <a:gd name="T87" fmla="*/ 209 h 257"/>
              <a:gd name="T88" fmla="*/ 152 w 353"/>
              <a:gd name="T89" fmla="*/ 225 h 257"/>
              <a:gd name="T90" fmla="*/ 176 w 353"/>
              <a:gd name="T91" fmla="*/ 217 h 257"/>
              <a:gd name="T92" fmla="*/ 216 w 353"/>
              <a:gd name="T93" fmla="*/ 64 h 257"/>
              <a:gd name="T94" fmla="*/ 192 w 353"/>
              <a:gd name="T95" fmla="*/ 72 h 257"/>
              <a:gd name="T96" fmla="*/ 216 w 353"/>
              <a:gd name="T97" fmla="*/ 81 h 257"/>
              <a:gd name="T98" fmla="*/ 216 w 353"/>
              <a:gd name="T99" fmla="*/ 64 h 257"/>
              <a:gd name="T100" fmla="*/ 248 w 353"/>
              <a:gd name="T101" fmla="*/ 209 h 257"/>
              <a:gd name="T102" fmla="*/ 248 w 353"/>
              <a:gd name="T103" fmla="*/ 225 h 257"/>
              <a:gd name="T104" fmla="*/ 273 w 353"/>
              <a:gd name="T105" fmla="*/ 217 h 257"/>
              <a:gd name="T106" fmla="*/ 168 w 353"/>
              <a:gd name="T107" fmla="*/ 64 h 257"/>
              <a:gd name="T108" fmla="*/ 144 w 353"/>
              <a:gd name="T109" fmla="*/ 72 h 257"/>
              <a:gd name="T110" fmla="*/ 168 w 353"/>
              <a:gd name="T111" fmla="*/ 81 h 257"/>
              <a:gd name="T112" fmla="*/ 168 w 353"/>
              <a:gd name="T113" fmla="*/ 64 h 257"/>
              <a:gd name="T114" fmla="*/ 200 w 353"/>
              <a:gd name="T115" fmla="*/ 209 h 257"/>
              <a:gd name="T116" fmla="*/ 200 w 353"/>
              <a:gd name="T117" fmla="*/ 225 h 257"/>
              <a:gd name="T118" fmla="*/ 224 w 353"/>
              <a:gd name="T119" fmla="*/ 217 h 2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353" h="257">
                <a:moveTo>
                  <a:pt x="72" y="64"/>
                </a:moveTo>
                <a:cubicBezTo>
                  <a:pt x="56" y="64"/>
                  <a:pt x="56" y="64"/>
                  <a:pt x="56" y="64"/>
                </a:cubicBezTo>
                <a:cubicBezTo>
                  <a:pt x="51" y="64"/>
                  <a:pt x="48" y="68"/>
                  <a:pt x="48" y="72"/>
                </a:cubicBezTo>
                <a:cubicBezTo>
                  <a:pt x="48" y="77"/>
                  <a:pt x="51" y="81"/>
                  <a:pt x="56" y="81"/>
                </a:cubicBezTo>
                <a:cubicBezTo>
                  <a:pt x="72" y="81"/>
                  <a:pt x="72" y="81"/>
                  <a:pt x="72" y="81"/>
                </a:cubicBezTo>
                <a:cubicBezTo>
                  <a:pt x="76" y="81"/>
                  <a:pt x="80" y="77"/>
                  <a:pt x="80" y="72"/>
                </a:cubicBezTo>
                <a:cubicBezTo>
                  <a:pt x="80" y="68"/>
                  <a:pt x="76" y="64"/>
                  <a:pt x="72" y="64"/>
                </a:cubicBezTo>
                <a:moveTo>
                  <a:pt x="120" y="64"/>
                </a:moveTo>
                <a:cubicBezTo>
                  <a:pt x="104" y="64"/>
                  <a:pt x="104" y="64"/>
                  <a:pt x="104" y="64"/>
                </a:cubicBezTo>
                <a:cubicBezTo>
                  <a:pt x="99" y="64"/>
                  <a:pt x="96" y="68"/>
                  <a:pt x="96" y="72"/>
                </a:cubicBezTo>
                <a:cubicBezTo>
                  <a:pt x="96" y="77"/>
                  <a:pt x="99" y="81"/>
                  <a:pt x="104" y="81"/>
                </a:cubicBezTo>
                <a:cubicBezTo>
                  <a:pt x="120" y="81"/>
                  <a:pt x="120" y="81"/>
                  <a:pt x="120" y="81"/>
                </a:cubicBezTo>
                <a:cubicBezTo>
                  <a:pt x="124" y="81"/>
                  <a:pt x="128" y="77"/>
                  <a:pt x="128" y="72"/>
                </a:cubicBezTo>
                <a:cubicBezTo>
                  <a:pt x="128" y="68"/>
                  <a:pt x="124" y="64"/>
                  <a:pt x="120" y="64"/>
                </a:cubicBezTo>
                <a:moveTo>
                  <a:pt x="120" y="209"/>
                </a:moveTo>
                <a:cubicBezTo>
                  <a:pt x="104" y="209"/>
                  <a:pt x="104" y="209"/>
                  <a:pt x="104" y="209"/>
                </a:cubicBezTo>
                <a:cubicBezTo>
                  <a:pt x="99" y="209"/>
                  <a:pt x="96" y="213"/>
                  <a:pt x="96" y="217"/>
                </a:cubicBezTo>
                <a:cubicBezTo>
                  <a:pt x="96" y="221"/>
                  <a:pt x="99" y="225"/>
                  <a:pt x="104" y="225"/>
                </a:cubicBezTo>
                <a:cubicBezTo>
                  <a:pt x="120" y="225"/>
                  <a:pt x="120" y="225"/>
                  <a:pt x="120" y="225"/>
                </a:cubicBezTo>
                <a:cubicBezTo>
                  <a:pt x="124" y="225"/>
                  <a:pt x="128" y="221"/>
                  <a:pt x="128" y="217"/>
                </a:cubicBezTo>
                <a:cubicBezTo>
                  <a:pt x="128" y="213"/>
                  <a:pt x="124" y="209"/>
                  <a:pt x="120" y="209"/>
                </a:cubicBezTo>
                <a:moveTo>
                  <a:pt x="281" y="137"/>
                </a:moveTo>
                <a:cubicBezTo>
                  <a:pt x="276" y="137"/>
                  <a:pt x="273" y="140"/>
                  <a:pt x="273" y="145"/>
                </a:cubicBezTo>
                <a:cubicBezTo>
                  <a:pt x="273" y="149"/>
                  <a:pt x="276" y="153"/>
                  <a:pt x="281" y="153"/>
                </a:cubicBezTo>
                <a:cubicBezTo>
                  <a:pt x="285" y="153"/>
                  <a:pt x="289" y="149"/>
                  <a:pt x="289" y="145"/>
                </a:cubicBezTo>
                <a:cubicBezTo>
                  <a:pt x="289" y="140"/>
                  <a:pt x="285" y="137"/>
                  <a:pt x="281" y="137"/>
                </a:cubicBezTo>
                <a:moveTo>
                  <a:pt x="321" y="97"/>
                </a:moveTo>
                <a:cubicBezTo>
                  <a:pt x="321" y="32"/>
                  <a:pt x="321" y="32"/>
                  <a:pt x="321" y="32"/>
                </a:cubicBezTo>
                <a:cubicBezTo>
                  <a:pt x="321" y="15"/>
                  <a:pt x="306" y="0"/>
                  <a:pt x="289" y="0"/>
                </a:cubicBez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5"/>
                  <a:pt x="0" y="32"/>
                </a:cubicBezTo>
                <a:cubicBezTo>
                  <a:pt x="0" y="225"/>
                  <a:pt x="0" y="225"/>
                  <a:pt x="0" y="225"/>
                </a:cubicBezTo>
                <a:cubicBezTo>
                  <a:pt x="0" y="243"/>
                  <a:pt x="14" y="257"/>
                  <a:pt x="32" y="257"/>
                </a:cubicBezTo>
                <a:cubicBezTo>
                  <a:pt x="289" y="257"/>
                  <a:pt x="289" y="257"/>
                  <a:pt x="289" y="257"/>
                </a:cubicBezTo>
                <a:cubicBezTo>
                  <a:pt x="306" y="257"/>
                  <a:pt x="321" y="243"/>
                  <a:pt x="321" y="225"/>
                </a:cubicBezTo>
                <a:cubicBezTo>
                  <a:pt x="321" y="193"/>
                  <a:pt x="321" y="193"/>
                  <a:pt x="321" y="193"/>
                </a:cubicBezTo>
                <a:cubicBezTo>
                  <a:pt x="338" y="193"/>
                  <a:pt x="353" y="179"/>
                  <a:pt x="353" y="161"/>
                </a:cubicBezTo>
                <a:cubicBezTo>
                  <a:pt x="353" y="129"/>
                  <a:pt x="353" y="129"/>
                  <a:pt x="353" y="129"/>
                </a:cubicBezTo>
                <a:cubicBezTo>
                  <a:pt x="353" y="111"/>
                  <a:pt x="338" y="97"/>
                  <a:pt x="321" y="97"/>
                </a:cubicBezTo>
                <a:moveTo>
                  <a:pt x="16" y="32"/>
                </a:moveTo>
                <a:cubicBezTo>
                  <a:pt x="16" y="23"/>
                  <a:pt x="23" y="16"/>
                  <a:pt x="32" y="16"/>
                </a:cubicBezTo>
                <a:cubicBezTo>
                  <a:pt x="289" y="16"/>
                  <a:pt x="289" y="16"/>
                  <a:pt x="289" y="16"/>
                </a:cubicBezTo>
                <a:cubicBezTo>
                  <a:pt x="297" y="16"/>
                  <a:pt x="305" y="23"/>
                  <a:pt x="305" y="32"/>
                </a:cubicBezTo>
                <a:cubicBezTo>
                  <a:pt x="305" y="37"/>
                  <a:pt x="305" y="37"/>
                  <a:pt x="305" y="37"/>
                </a:cubicBezTo>
                <a:cubicBezTo>
                  <a:pt x="300" y="34"/>
                  <a:pt x="294" y="32"/>
                  <a:pt x="289" y="32"/>
                </a:cubicBezTo>
                <a:cubicBezTo>
                  <a:pt x="32" y="32"/>
                  <a:pt x="32" y="32"/>
                  <a:pt x="32" y="32"/>
                </a:cubicBezTo>
                <a:cubicBezTo>
                  <a:pt x="26" y="32"/>
                  <a:pt x="20" y="34"/>
                  <a:pt x="16" y="37"/>
                </a:cubicBezTo>
                <a:lnTo>
                  <a:pt x="16" y="32"/>
                </a:lnTo>
                <a:close/>
                <a:moveTo>
                  <a:pt x="305" y="225"/>
                </a:moveTo>
                <a:cubicBezTo>
                  <a:pt x="305" y="234"/>
                  <a:pt x="297" y="241"/>
                  <a:pt x="289" y="241"/>
                </a:cubicBezTo>
                <a:cubicBezTo>
                  <a:pt x="32" y="241"/>
                  <a:pt x="32" y="241"/>
                  <a:pt x="32" y="241"/>
                </a:cubicBezTo>
                <a:cubicBezTo>
                  <a:pt x="23" y="241"/>
                  <a:pt x="16" y="234"/>
                  <a:pt x="16" y="225"/>
                </a:cubicBezTo>
                <a:cubicBezTo>
                  <a:pt x="16" y="64"/>
                  <a:pt x="16" y="64"/>
                  <a:pt x="16" y="64"/>
                </a:cubicBezTo>
                <a:cubicBezTo>
                  <a:pt x="16" y="56"/>
                  <a:pt x="23" y="48"/>
                  <a:pt x="32" y="48"/>
                </a:cubicBezTo>
                <a:cubicBezTo>
                  <a:pt x="289" y="48"/>
                  <a:pt x="289" y="48"/>
                  <a:pt x="289" y="48"/>
                </a:cubicBezTo>
                <a:cubicBezTo>
                  <a:pt x="297" y="48"/>
                  <a:pt x="305" y="56"/>
                  <a:pt x="305" y="64"/>
                </a:cubicBezTo>
                <a:cubicBezTo>
                  <a:pt x="305" y="97"/>
                  <a:pt x="305" y="97"/>
                  <a:pt x="305" y="97"/>
                </a:cubicBezTo>
                <a:cubicBezTo>
                  <a:pt x="273" y="97"/>
                  <a:pt x="273" y="97"/>
                  <a:pt x="273" y="97"/>
                </a:cubicBezTo>
                <a:cubicBezTo>
                  <a:pt x="255" y="97"/>
                  <a:pt x="240" y="111"/>
                  <a:pt x="240" y="129"/>
                </a:cubicBezTo>
                <a:cubicBezTo>
                  <a:pt x="240" y="161"/>
                  <a:pt x="240" y="161"/>
                  <a:pt x="240" y="161"/>
                </a:cubicBezTo>
                <a:cubicBezTo>
                  <a:pt x="240" y="179"/>
                  <a:pt x="255" y="193"/>
                  <a:pt x="273" y="193"/>
                </a:cubicBezTo>
                <a:cubicBezTo>
                  <a:pt x="305" y="193"/>
                  <a:pt x="305" y="193"/>
                  <a:pt x="305" y="193"/>
                </a:cubicBezTo>
                <a:lnTo>
                  <a:pt x="305" y="225"/>
                </a:lnTo>
                <a:close/>
                <a:moveTo>
                  <a:pt x="337" y="161"/>
                </a:moveTo>
                <a:cubicBezTo>
                  <a:pt x="337" y="170"/>
                  <a:pt x="330" y="177"/>
                  <a:pt x="321" y="177"/>
                </a:cubicBezTo>
                <a:cubicBezTo>
                  <a:pt x="273" y="177"/>
                  <a:pt x="273" y="177"/>
                  <a:pt x="273" y="177"/>
                </a:cubicBezTo>
                <a:cubicBezTo>
                  <a:pt x="264" y="177"/>
                  <a:pt x="256" y="170"/>
                  <a:pt x="256" y="161"/>
                </a:cubicBezTo>
                <a:cubicBezTo>
                  <a:pt x="256" y="129"/>
                  <a:pt x="256" y="129"/>
                  <a:pt x="256" y="129"/>
                </a:cubicBezTo>
                <a:cubicBezTo>
                  <a:pt x="256" y="120"/>
                  <a:pt x="264" y="113"/>
                  <a:pt x="273" y="113"/>
                </a:cubicBezTo>
                <a:cubicBezTo>
                  <a:pt x="321" y="113"/>
                  <a:pt x="321" y="113"/>
                  <a:pt x="321" y="113"/>
                </a:cubicBezTo>
                <a:cubicBezTo>
                  <a:pt x="330" y="113"/>
                  <a:pt x="337" y="120"/>
                  <a:pt x="337" y="129"/>
                </a:cubicBezTo>
                <a:lnTo>
                  <a:pt x="337" y="161"/>
                </a:lnTo>
                <a:close/>
                <a:moveTo>
                  <a:pt x="248" y="81"/>
                </a:moveTo>
                <a:cubicBezTo>
                  <a:pt x="264" y="81"/>
                  <a:pt x="264" y="81"/>
                  <a:pt x="264" y="81"/>
                </a:cubicBezTo>
                <a:cubicBezTo>
                  <a:pt x="269" y="81"/>
                  <a:pt x="273" y="77"/>
                  <a:pt x="273" y="72"/>
                </a:cubicBezTo>
                <a:cubicBezTo>
                  <a:pt x="273" y="68"/>
                  <a:pt x="269" y="64"/>
                  <a:pt x="264" y="64"/>
                </a:cubicBezTo>
                <a:cubicBezTo>
                  <a:pt x="248" y="64"/>
                  <a:pt x="248" y="64"/>
                  <a:pt x="248" y="64"/>
                </a:cubicBezTo>
                <a:cubicBezTo>
                  <a:pt x="244" y="64"/>
                  <a:pt x="240" y="68"/>
                  <a:pt x="240" y="72"/>
                </a:cubicBezTo>
                <a:cubicBezTo>
                  <a:pt x="240" y="77"/>
                  <a:pt x="244" y="81"/>
                  <a:pt x="248" y="81"/>
                </a:cubicBezTo>
                <a:moveTo>
                  <a:pt x="72" y="209"/>
                </a:moveTo>
                <a:cubicBezTo>
                  <a:pt x="56" y="209"/>
                  <a:pt x="56" y="209"/>
                  <a:pt x="56" y="209"/>
                </a:cubicBezTo>
                <a:cubicBezTo>
                  <a:pt x="51" y="209"/>
                  <a:pt x="48" y="213"/>
                  <a:pt x="48" y="217"/>
                </a:cubicBezTo>
                <a:cubicBezTo>
                  <a:pt x="48" y="221"/>
                  <a:pt x="51" y="225"/>
                  <a:pt x="56" y="225"/>
                </a:cubicBezTo>
                <a:cubicBezTo>
                  <a:pt x="72" y="225"/>
                  <a:pt x="72" y="225"/>
                  <a:pt x="72" y="225"/>
                </a:cubicBezTo>
                <a:cubicBezTo>
                  <a:pt x="76" y="225"/>
                  <a:pt x="80" y="221"/>
                  <a:pt x="80" y="217"/>
                </a:cubicBezTo>
                <a:cubicBezTo>
                  <a:pt x="80" y="213"/>
                  <a:pt x="76" y="209"/>
                  <a:pt x="72" y="209"/>
                </a:cubicBezTo>
                <a:moveTo>
                  <a:pt x="168" y="209"/>
                </a:moveTo>
                <a:cubicBezTo>
                  <a:pt x="152" y="209"/>
                  <a:pt x="152" y="209"/>
                  <a:pt x="152" y="209"/>
                </a:cubicBezTo>
                <a:cubicBezTo>
                  <a:pt x="148" y="209"/>
                  <a:pt x="144" y="213"/>
                  <a:pt x="144" y="217"/>
                </a:cubicBezTo>
                <a:cubicBezTo>
                  <a:pt x="144" y="221"/>
                  <a:pt x="148" y="225"/>
                  <a:pt x="152" y="225"/>
                </a:cubicBezTo>
                <a:cubicBezTo>
                  <a:pt x="168" y="225"/>
                  <a:pt x="168" y="225"/>
                  <a:pt x="168" y="225"/>
                </a:cubicBezTo>
                <a:cubicBezTo>
                  <a:pt x="173" y="225"/>
                  <a:pt x="176" y="221"/>
                  <a:pt x="176" y="217"/>
                </a:cubicBezTo>
                <a:cubicBezTo>
                  <a:pt x="176" y="213"/>
                  <a:pt x="173" y="209"/>
                  <a:pt x="168" y="209"/>
                </a:cubicBezTo>
                <a:moveTo>
                  <a:pt x="216" y="64"/>
                </a:moveTo>
                <a:cubicBezTo>
                  <a:pt x="200" y="64"/>
                  <a:pt x="200" y="64"/>
                  <a:pt x="200" y="64"/>
                </a:cubicBezTo>
                <a:cubicBezTo>
                  <a:pt x="196" y="64"/>
                  <a:pt x="192" y="68"/>
                  <a:pt x="192" y="72"/>
                </a:cubicBezTo>
                <a:cubicBezTo>
                  <a:pt x="192" y="77"/>
                  <a:pt x="196" y="81"/>
                  <a:pt x="200" y="81"/>
                </a:cubicBezTo>
                <a:cubicBezTo>
                  <a:pt x="216" y="81"/>
                  <a:pt x="216" y="81"/>
                  <a:pt x="216" y="81"/>
                </a:cubicBezTo>
                <a:cubicBezTo>
                  <a:pt x="221" y="81"/>
                  <a:pt x="224" y="77"/>
                  <a:pt x="224" y="72"/>
                </a:cubicBezTo>
                <a:cubicBezTo>
                  <a:pt x="224" y="68"/>
                  <a:pt x="221" y="64"/>
                  <a:pt x="216" y="64"/>
                </a:cubicBezTo>
                <a:moveTo>
                  <a:pt x="264" y="209"/>
                </a:moveTo>
                <a:cubicBezTo>
                  <a:pt x="248" y="209"/>
                  <a:pt x="248" y="209"/>
                  <a:pt x="248" y="209"/>
                </a:cubicBezTo>
                <a:cubicBezTo>
                  <a:pt x="244" y="209"/>
                  <a:pt x="240" y="213"/>
                  <a:pt x="240" y="217"/>
                </a:cubicBezTo>
                <a:cubicBezTo>
                  <a:pt x="240" y="221"/>
                  <a:pt x="244" y="225"/>
                  <a:pt x="248" y="225"/>
                </a:cubicBezTo>
                <a:cubicBezTo>
                  <a:pt x="264" y="225"/>
                  <a:pt x="264" y="225"/>
                  <a:pt x="264" y="225"/>
                </a:cubicBezTo>
                <a:cubicBezTo>
                  <a:pt x="269" y="225"/>
                  <a:pt x="273" y="221"/>
                  <a:pt x="273" y="217"/>
                </a:cubicBezTo>
                <a:cubicBezTo>
                  <a:pt x="273" y="213"/>
                  <a:pt x="269" y="209"/>
                  <a:pt x="264" y="209"/>
                </a:cubicBezTo>
                <a:moveTo>
                  <a:pt x="168" y="64"/>
                </a:moveTo>
                <a:cubicBezTo>
                  <a:pt x="152" y="64"/>
                  <a:pt x="152" y="64"/>
                  <a:pt x="152" y="64"/>
                </a:cubicBezTo>
                <a:cubicBezTo>
                  <a:pt x="148" y="64"/>
                  <a:pt x="144" y="68"/>
                  <a:pt x="144" y="72"/>
                </a:cubicBezTo>
                <a:cubicBezTo>
                  <a:pt x="144" y="77"/>
                  <a:pt x="148" y="81"/>
                  <a:pt x="152" y="81"/>
                </a:cubicBezTo>
                <a:cubicBezTo>
                  <a:pt x="168" y="81"/>
                  <a:pt x="168" y="81"/>
                  <a:pt x="168" y="81"/>
                </a:cubicBezTo>
                <a:cubicBezTo>
                  <a:pt x="173" y="81"/>
                  <a:pt x="176" y="77"/>
                  <a:pt x="176" y="72"/>
                </a:cubicBezTo>
                <a:cubicBezTo>
                  <a:pt x="176" y="68"/>
                  <a:pt x="173" y="64"/>
                  <a:pt x="168" y="64"/>
                </a:cubicBezTo>
                <a:moveTo>
                  <a:pt x="216" y="209"/>
                </a:moveTo>
                <a:cubicBezTo>
                  <a:pt x="200" y="209"/>
                  <a:pt x="200" y="209"/>
                  <a:pt x="200" y="209"/>
                </a:cubicBezTo>
                <a:cubicBezTo>
                  <a:pt x="196" y="209"/>
                  <a:pt x="192" y="213"/>
                  <a:pt x="192" y="217"/>
                </a:cubicBezTo>
                <a:cubicBezTo>
                  <a:pt x="192" y="221"/>
                  <a:pt x="196" y="225"/>
                  <a:pt x="200" y="225"/>
                </a:cubicBezTo>
                <a:cubicBezTo>
                  <a:pt x="216" y="225"/>
                  <a:pt x="216" y="225"/>
                  <a:pt x="216" y="225"/>
                </a:cubicBezTo>
                <a:cubicBezTo>
                  <a:pt x="221" y="225"/>
                  <a:pt x="224" y="221"/>
                  <a:pt x="224" y="217"/>
                </a:cubicBezTo>
                <a:cubicBezTo>
                  <a:pt x="224" y="213"/>
                  <a:pt x="221" y="209"/>
                  <a:pt x="216" y="209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1" name="Freeform 21"/>
          <p:cNvSpPr>
            <a:spLocks noEditPoints="1"/>
          </p:cNvSpPr>
          <p:nvPr/>
        </p:nvSpPr>
        <p:spPr bwMode="auto">
          <a:xfrm>
            <a:off x="7463367" y="2087035"/>
            <a:ext cx="577851" cy="474133"/>
          </a:xfrm>
          <a:custGeom>
            <a:avLst/>
            <a:gdLst>
              <a:gd name="T0" fmla="*/ 48 w 353"/>
              <a:gd name="T1" fmla="*/ 249 h 289"/>
              <a:gd name="T2" fmla="*/ 80 w 353"/>
              <a:gd name="T3" fmla="*/ 249 h 289"/>
              <a:gd name="T4" fmla="*/ 104 w 353"/>
              <a:gd name="T5" fmla="*/ 241 h 289"/>
              <a:gd name="T6" fmla="*/ 120 w 353"/>
              <a:gd name="T7" fmla="*/ 257 h 289"/>
              <a:gd name="T8" fmla="*/ 249 w 353"/>
              <a:gd name="T9" fmla="*/ 113 h 289"/>
              <a:gd name="T10" fmla="*/ 265 w 353"/>
              <a:gd name="T11" fmla="*/ 97 h 289"/>
              <a:gd name="T12" fmla="*/ 249 w 353"/>
              <a:gd name="T13" fmla="*/ 113 h 289"/>
              <a:gd name="T14" fmla="*/ 48 w 353"/>
              <a:gd name="T15" fmla="*/ 105 h 289"/>
              <a:gd name="T16" fmla="*/ 80 w 353"/>
              <a:gd name="T17" fmla="*/ 105 h 289"/>
              <a:gd name="T18" fmla="*/ 273 w 353"/>
              <a:gd name="T19" fmla="*/ 177 h 289"/>
              <a:gd name="T20" fmla="*/ 281 w 353"/>
              <a:gd name="T21" fmla="*/ 169 h 289"/>
              <a:gd name="T22" fmla="*/ 241 w 353"/>
              <a:gd name="T23" fmla="*/ 249 h 289"/>
              <a:gd name="T24" fmla="*/ 273 w 353"/>
              <a:gd name="T25" fmla="*/ 249 h 289"/>
              <a:gd name="T26" fmla="*/ 201 w 353"/>
              <a:gd name="T27" fmla="*/ 97 h 289"/>
              <a:gd name="T28" fmla="*/ 217 w 353"/>
              <a:gd name="T29" fmla="*/ 113 h 289"/>
              <a:gd name="T30" fmla="*/ 321 w 353"/>
              <a:gd name="T31" fmla="*/ 129 h 289"/>
              <a:gd name="T32" fmla="*/ 288 w 353"/>
              <a:gd name="T33" fmla="*/ 17 h 289"/>
              <a:gd name="T34" fmla="*/ 36 w 353"/>
              <a:gd name="T35" fmla="*/ 32 h 289"/>
              <a:gd name="T36" fmla="*/ 0 w 353"/>
              <a:gd name="T37" fmla="*/ 257 h 289"/>
              <a:gd name="T38" fmla="*/ 321 w 353"/>
              <a:gd name="T39" fmla="*/ 257 h 289"/>
              <a:gd name="T40" fmla="*/ 353 w 353"/>
              <a:gd name="T41" fmla="*/ 161 h 289"/>
              <a:gd name="T42" fmla="*/ 305 w 353"/>
              <a:gd name="T43" fmla="*/ 69 h 289"/>
              <a:gd name="T44" fmla="*/ 305 w 353"/>
              <a:gd name="T45" fmla="*/ 64 h 289"/>
              <a:gd name="T46" fmla="*/ 205 w 353"/>
              <a:gd name="T47" fmla="*/ 43 h 289"/>
              <a:gd name="T48" fmla="*/ 224 w 353"/>
              <a:gd name="T49" fmla="*/ 64 h 289"/>
              <a:gd name="T50" fmla="*/ 16 w 353"/>
              <a:gd name="T51" fmla="*/ 64 h 289"/>
              <a:gd name="T52" fmla="*/ 16 w 353"/>
              <a:gd name="T53" fmla="*/ 69 h 289"/>
              <a:gd name="T54" fmla="*/ 289 w 353"/>
              <a:gd name="T55" fmla="*/ 273 h 289"/>
              <a:gd name="T56" fmla="*/ 16 w 353"/>
              <a:gd name="T57" fmla="*/ 97 h 289"/>
              <a:gd name="T58" fmla="*/ 305 w 353"/>
              <a:gd name="T59" fmla="*/ 97 h 289"/>
              <a:gd name="T60" fmla="*/ 241 w 353"/>
              <a:gd name="T61" fmla="*/ 161 h 289"/>
              <a:gd name="T62" fmla="*/ 305 w 353"/>
              <a:gd name="T63" fmla="*/ 225 h 289"/>
              <a:gd name="T64" fmla="*/ 321 w 353"/>
              <a:gd name="T65" fmla="*/ 209 h 289"/>
              <a:gd name="T66" fmla="*/ 257 w 353"/>
              <a:gd name="T67" fmla="*/ 161 h 289"/>
              <a:gd name="T68" fmla="*/ 337 w 353"/>
              <a:gd name="T69" fmla="*/ 161 h 289"/>
              <a:gd name="T70" fmla="*/ 201 w 353"/>
              <a:gd name="T71" fmla="*/ 241 h 289"/>
              <a:gd name="T72" fmla="*/ 217 w 353"/>
              <a:gd name="T73" fmla="*/ 257 h 289"/>
              <a:gd name="T74" fmla="*/ 168 w 353"/>
              <a:gd name="T75" fmla="*/ 241 h 289"/>
              <a:gd name="T76" fmla="*/ 152 w 353"/>
              <a:gd name="T77" fmla="*/ 257 h 289"/>
              <a:gd name="T78" fmla="*/ 168 w 353"/>
              <a:gd name="T79" fmla="*/ 241 h 289"/>
              <a:gd name="T80" fmla="*/ 96 w 353"/>
              <a:gd name="T81" fmla="*/ 105 h 289"/>
              <a:gd name="T82" fmla="*/ 128 w 353"/>
              <a:gd name="T83" fmla="*/ 105 h 289"/>
              <a:gd name="T84" fmla="*/ 152 w 353"/>
              <a:gd name="T85" fmla="*/ 97 h 289"/>
              <a:gd name="T86" fmla="*/ 168 w 353"/>
              <a:gd name="T87" fmla="*/ 113 h 2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353" h="289">
                <a:moveTo>
                  <a:pt x="72" y="241"/>
                </a:moveTo>
                <a:cubicBezTo>
                  <a:pt x="56" y="241"/>
                  <a:pt x="56" y="241"/>
                  <a:pt x="56" y="241"/>
                </a:cubicBezTo>
                <a:cubicBezTo>
                  <a:pt x="52" y="241"/>
                  <a:pt x="48" y="245"/>
                  <a:pt x="48" y="249"/>
                </a:cubicBezTo>
                <a:cubicBezTo>
                  <a:pt x="48" y="253"/>
                  <a:pt x="52" y="257"/>
                  <a:pt x="56" y="257"/>
                </a:cubicBezTo>
                <a:cubicBezTo>
                  <a:pt x="72" y="257"/>
                  <a:pt x="72" y="257"/>
                  <a:pt x="72" y="257"/>
                </a:cubicBezTo>
                <a:cubicBezTo>
                  <a:pt x="77" y="257"/>
                  <a:pt x="80" y="253"/>
                  <a:pt x="80" y="249"/>
                </a:cubicBezTo>
                <a:cubicBezTo>
                  <a:pt x="80" y="245"/>
                  <a:pt x="77" y="241"/>
                  <a:pt x="72" y="241"/>
                </a:cubicBezTo>
                <a:moveTo>
                  <a:pt x="120" y="241"/>
                </a:moveTo>
                <a:cubicBezTo>
                  <a:pt x="104" y="241"/>
                  <a:pt x="104" y="241"/>
                  <a:pt x="104" y="241"/>
                </a:cubicBezTo>
                <a:cubicBezTo>
                  <a:pt x="100" y="241"/>
                  <a:pt x="96" y="245"/>
                  <a:pt x="96" y="249"/>
                </a:cubicBezTo>
                <a:cubicBezTo>
                  <a:pt x="96" y="253"/>
                  <a:pt x="100" y="257"/>
                  <a:pt x="104" y="257"/>
                </a:cubicBezTo>
                <a:cubicBezTo>
                  <a:pt x="120" y="257"/>
                  <a:pt x="120" y="257"/>
                  <a:pt x="120" y="257"/>
                </a:cubicBezTo>
                <a:cubicBezTo>
                  <a:pt x="125" y="257"/>
                  <a:pt x="128" y="253"/>
                  <a:pt x="128" y="249"/>
                </a:cubicBezTo>
                <a:cubicBezTo>
                  <a:pt x="128" y="245"/>
                  <a:pt x="125" y="241"/>
                  <a:pt x="120" y="241"/>
                </a:cubicBezTo>
                <a:moveTo>
                  <a:pt x="249" y="113"/>
                </a:moveTo>
                <a:cubicBezTo>
                  <a:pt x="265" y="113"/>
                  <a:pt x="265" y="113"/>
                  <a:pt x="265" y="113"/>
                </a:cubicBezTo>
                <a:cubicBezTo>
                  <a:pt x="269" y="113"/>
                  <a:pt x="273" y="109"/>
                  <a:pt x="273" y="105"/>
                </a:cubicBezTo>
                <a:cubicBezTo>
                  <a:pt x="273" y="100"/>
                  <a:pt x="269" y="97"/>
                  <a:pt x="265" y="97"/>
                </a:cubicBezTo>
                <a:cubicBezTo>
                  <a:pt x="249" y="97"/>
                  <a:pt x="249" y="97"/>
                  <a:pt x="249" y="97"/>
                </a:cubicBezTo>
                <a:cubicBezTo>
                  <a:pt x="244" y="97"/>
                  <a:pt x="241" y="100"/>
                  <a:pt x="241" y="105"/>
                </a:cubicBezTo>
                <a:cubicBezTo>
                  <a:pt x="241" y="109"/>
                  <a:pt x="244" y="113"/>
                  <a:pt x="249" y="113"/>
                </a:cubicBezTo>
                <a:moveTo>
                  <a:pt x="72" y="97"/>
                </a:moveTo>
                <a:cubicBezTo>
                  <a:pt x="56" y="97"/>
                  <a:pt x="56" y="97"/>
                  <a:pt x="56" y="97"/>
                </a:cubicBezTo>
                <a:cubicBezTo>
                  <a:pt x="52" y="97"/>
                  <a:pt x="48" y="100"/>
                  <a:pt x="48" y="105"/>
                </a:cubicBezTo>
                <a:cubicBezTo>
                  <a:pt x="48" y="109"/>
                  <a:pt x="52" y="113"/>
                  <a:pt x="56" y="113"/>
                </a:cubicBezTo>
                <a:cubicBezTo>
                  <a:pt x="72" y="113"/>
                  <a:pt x="72" y="113"/>
                  <a:pt x="72" y="113"/>
                </a:cubicBezTo>
                <a:cubicBezTo>
                  <a:pt x="77" y="113"/>
                  <a:pt x="80" y="109"/>
                  <a:pt x="80" y="105"/>
                </a:cubicBezTo>
                <a:cubicBezTo>
                  <a:pt x="80" y="100"/>
                  <a:pt x="77" y="97"/>
                  <a:pt x="72" y="97"/>
                </a:cubicBezTo>
                <a:moveTo>
                  <a:pt x="281" y="169"/>
                </a:moveTo>
                <a:cubicBezTo>
                  <a:pt x="276" y="169"/>
                  <a:pt x="273" y="172"/>
                  <a:pt x="273" y="177"/>
                </a:cubicBezTo>
                <a:cubicBezTo>
                  <a:pt x="273" y="181"/>
                  <a:pt x="276" y="185"/>
                  <a:pt x="281" y="185"/>
                </a:cubicBezTo>
                <a:cubicBezTo>
                  <a:pt x="285" y="185"/>
                  <a:pt x="289" y="181"/>
                  <a:pt x="289" y="177"/>
                </a:cubicBezTo>
                <a:cubicBezTo>
                  <a:pt x="289" y="172"/>
                  <a:pt x="285" y="169"/>
                  <a:pt x="281" y="169"/>
                </a:cubicBezTo>
                <a:moveTo>
                  <a:pt x="265" y="241"/>
                </a:moveTo>
                <a:cubicBezTo>
                  <a:pt x="249" y="241"/>
                  <a:pt x="249" y="241"/>
                  <a:pt x="249" y="241"/>
                </a:cubicBezTo>
                <a:cubicBezTo>
                  <a:pt x="244" y="241"/>
                  <a:pt x="241" y="245"/>
                  <a:pt x="241" y="249"/>
                </a:cubicBezTo>
                <a:cubicBezTo>
                  <a:pt x="241" y="253"/>
                  <a:pt x="244" y="257"/>
                  <a:pt x="249" y="257"/>
                </a:cubicBezTo>
                <a:cubicBezTo>
                  <a:pt x="265" y="257"/>
                  <a:pt x="265" y="257"/>
                  <a:pt x="265" y="257"/>
                </a:cubicBezTo>
                <a:cubicBezTo>
                  <a:pt x="269" y="257"/>
                  <a:pt x="273" y="253"/>
                  <a:pt x="273" y="249"/>
                </a:cubicBezTo>
                <a:cubicBezTo>
                  <a:pt x="273" y="245"/>
                  <a:pt x="269" y="241"/>
                  <a:pt x="265" y="241"/>
                </a:cubicBezTo>
                <a:moveTo>
                  <a:pt x="217" y="97"/>
                </a:moveTo>
                <a:cubicBezTo>
                  <a:pt x="201" y="97"/>
                  <a:pt x="201" y="97"/>
                  <a:pt x="201" y="97"/>
                </a:cubicBezTo>
                <a:cubicBezTo>
                  <a:pt x="196" y="97"/>
                  <a:pt x="193" y="100"/>
                  <a:pt x="193" y="105"/>
                </a:cubicBezTo>
                <a:cubicBezTo>
                  <a:pt x="193" y="109"/>
                  <a:pt x="196" y="113"/>
                  <a:pt x="201" y="113"/>
                </a:cubicBezTo>
                <a:cubicBezTo>
                  <a:pt x="217" y="113"/>
                  <a:pt x="217" y="113"/>
                  <a:pt x="217" y="113"/>
                </a:cubicBezTo>
                <a:cubicBezTo>
                  <a:pt x="221" y="113"/>
                  <a:pt x="225" y="109"/>
                  <a:pt x="225" y="105"/>
                </a:cubicBezTo>
                <a:cubicBezTo>
                  <a:pt x="225" y="100"/>
                  <a:pt x="221" y="97"/>
                  <a:pt x="217" y="97"/>
                </a:cubicBezTo>
                <a:moveTo>
                  <a:pt x="321" y="129"/>
                </a:moveTo>
                <a:cubicBezTo>
                  <a:pt x="321" y="64"/>
                  <a:pt x="321" y="64"/>
                  <a:pt x="321" y="64"/>
                </a:cubicBezTo>
                <a:cubicBezTo>
                  <a:pt x="321" y="47"/>
                  <a:pt x="307" y="33"/>
                  <a:pt x="290" y="32"/>
                </a:cubicBezTo>
                <a:cubicBezTo>
                  <a:pt x="288" y="17"/>
                  <a:pt x="288" y="17"/>
                  <a:pt x="288" y="17"/>
                </a:cubicBezTo>
                <a:cubicBezTo>
                  <a:pt x="164" y="32"/>
                  <a:pt x="164" y="32"/>
                  <a:pt x="164" y="32"/>
                </a:cubicBezTo>
                <a:cubicBezTo>
                  <a:pt x="45" y="0"/>
                  <a:pt x="45" y="0"/>
                  <a:pt x="45" y="0"/>
                </a:cubicBezTo>
                <a:cubicBezTo>
                  <a:pt x="36" y="32"/>
                  <a:pt x="36" y="32"/>
                  <a:pt x="36" y="32"/>
                </a:cubicBezTo>
                <a:cubicBezTo>
                  <a:pt x="32" y="32"/>
                  <a:pt x="32" y="32"/>
                  <a:pt x="32" y="32"/>
                </a:cubicBezTo>
                <a:cubicBezTo>
                  <a:pt x="14" y="32"/>
                  <a:pt x="0" y="47"/>
                  <a:pt x="0" y="64"/>
                </a:cubicBezTo>
                <a:cubicBezTo>
                  <a:pt x="0" y="257"/>
                  <a:pt x="0" y="257"/>
                  <a:pt x="0" y="257"/>
                </a:cubicBezTo>
                <a:cubicBezTo>
                  <a:pt x="0" y="275"/>
                  <a:pt x="14" y="289"/>
                  <a:pt x="32" y="289"/>
                </a:cubicBezTo>
                <a:cubicBezTo>
                  <a:pt x="289" y="289"/>
                  <a:pt x="289" y="289"/>
                  <a:pt x="289" y="289"/>
                </a:cubicBezTo>
                <a:cubicBezTo>
                  <a:pt x="307" y="289"/>
                  <a:pt x="321" y="275"/>
                  <a:pt x="321" y="257"/>
                </a:cubicBezTo>
                <a:cubicBezTo>
                  <a:pt x="321" y="225"/>
                  <a:pt x="321" y="225"/>
                  <a:pt x="321" y="225"/>
                </a:cubicBezTo>
                <a:cubicBezTo>
                  <a:pt x="339" y="225"/>
                  <a:pt x="353" y="211"/>
                  <a:pt x="353" y="193"/>
                </a:cubicBezTo>
                <a:cubicBezTo>
                  <a:pt x="353" y="161"/>
                  <a:pt x="353" y="161"/>
                  <a:pt x="353" y="161"/>
                </a:cubicBezTo>
                <a:cubicBezTo>
                  <a:pt x="353" y="143"/>
                  <a:pt x="339" y="129"/>
                  <a:pt x="321" y="129"/>
                </a:cubicBezTo>
                <a:moveTo>
                  <a:pt x="305" y="64"/>
                </a:moveTo>
                <a:cubicBezTo>
                  <a:pt x="305" y="69"/>
                  <a:pt x="305" y="69"/>
                  <a:pt x="305" y="69"/>
                </a:cubicBezTo>
                <a:cubicBezTo>
                  <a:pt x="302" y="67"/>
                  <a:pt x="298" y="66"/>
                  <a:pt x="294" y="65"/>
                </a:cubicBezTo>
                <a:cubicBezTo>
                  <a:pt x="292" y="49"/>
                  <a:pt x="292" y="49"/>
                  <a:pt x="292" y="49"/>
                </a:cubicBezTo>
                <a:cubicBezTo>
                  <a:pt x="299" y="50"/>
                  <a:pt x="305" y="57"/>
                  <a:pt x="305" y="64"/>
                </a:cubicBezTo>
                <a:moveTo>
                  <a:pt x="274" y="34"/>
                </a:moveTo>
                <a:cubicBezTo>
                  <a:pt x="278" y="62"/>
                  <a:pt x="278" y="62"/>
                  <a:pt x="278" y="62"/>
                </a:cubicBezTo>
                <a:cubicBezTo>
                  <a:pt x="205" y="43"/>
                  <a:pt x="205" y="43"/>
                  <a:pt x="205" y="43"/>
                </a:cubicBezTo>
                <a:lnTo>
                  <a:pt x="274" y="34"/>
                </a:lnTo>
                <a:close/>
                <a:moveTo>
                  <a:pt x="56" y="20"/>
                </a:moveTo>
                <a:cubicBezTo>
                  <a:pt x="224" y="64"/>
                  <a:pt x="224" y="64"/>
                  <a:pt x="224" y="64"/>
                </a:cubicBezTo>
                <a:cubicBezTo>
                  <a:pt x="44" y="64"/>
                  <a:pt x="44" y="64"/>
                  <a:pt x="44" y="64"/>
                </a:cubicBezTo>
                <a:lnTo>
                  <a:pt x="56" y="20"/>
                </a:lnTo>
                <a:close/>
                <a:moveTo>
                  <a:pt x="16" y="64"/>
                </a:moveTo>
                <a:cubicBezTo>
                  <a:pt x="16" y="56"/>
                  <a:pt x="23" y="48"/>
                  <a:pt x="32" y="48"/>
                </a:cubicBezTo>
                <a:cubicBezTo>
                  <a:pt x="28" y="65"/>
                  <a:pt x="28" y="65"/>
                  <a:pt x="28" y="65"/>
                </a:cubicBezTo>
                <a:cubicBezTo>
                  <a:pt x="23" y="65"/>
                  <a:pt x="19" y="67"/>
                  <a:pt x="16" y="69"/>
                </a:cubicBezTo>
                <a:lnTo>
                  <a:pt x="16" y="64"/>
                </a:lnTo>
                <a:close/>
                <a:moveTo>
                  <a:pt x="305" y="257"/>
                </a:moveTo>
                <a:cubicBezTo>
                  <a:pt x="305" y="266"/>
                  <a:pt x="298" y="273"/>
                  <a:pt x="289" y="273"/>
                </a:cubicBezTo>
                <a:cubicBezTo>
                  <a:pt x="32" y="273"/>
                  <a:pt x="32" y="273"/>
                  <a:pt x="32" y="273"/>
                </a:cubicBezTo>
                <a:cubicBezTo>
                  <a:pt x="23" y="273"/>
                  <a:pt x="16" y="266"/>
                  <a:pt x="16" y="257"/>
                </a:cubicBezTo>
                <a:cubicBezTo>
                  <a:pt x="16" y="97"/>
                  <a:pt x="16" y="97"/>
                  <a:pt x="16" y="97"/>
                </a:cubicBezTo>
                <a:cubicBezTo>
                  <a:pt x="16" y="88"/>
                  <a:pt x="23" y="80"/>
                  <a:pt x="32" y="80"/>
                </a:cubicBezTo>
                <a:cubicBezTo>
                  <a:pt x="289" y="80"/>
                  <a:pt x="289" y="80"/>
                  <a:pt x="289" y="80"/>
                </a:cubicBezTo>
                <a:cubicBezTo>
                  <a:pt x="298" y="80"/>
                  <a:pt x="305" y="88"/>
                  <a:pt x="305" y="97"/>
                </a:cubicBezTo>
                <a:cubicBezTo>
                  <a:pt x="305" y="129"/>
                  <a:pt x="305" y="129"/>
                  <a:pt x="305" y="129"/>
                </a:cubicBezTo>
                <a:cubicBezTo>
                  <a:pt x="273" y="129"/>
                  <a:pt x="273" y="129"/>
                  <a:pt x="273" y="129"/>
                </a:cubicBezTo>
                <a:cubicBezTo>
                  <a:pt x="255" y="129"/>
                  <a:pt x="241" y="143"/>
                  <a:pt x="241" y="161"/>
                </a:cubicBezTo>
                <a:cubicBezTo>
                  <a:pt x="241" y="193"/>
                  <a:pt x="241" y="193"/>
                  <a:pt x="241" y="193"/>
                </a:cubicBezTo>
                <a:cubicBezTo>
                  <a:pt x="241" y="211"/>
                  <a:pt x="255" y="225"/>
                  <a:pt x="273" y="225"/>
                </a:cubicBezTo>
                <a:cubicBezTo>
                  <a:pt x="305" y="225"/>
                  <a:pt x="305" y="225"/>
                  <a:pt x="305" y="225"/>
                </a:cubicBezTo>
                <a:lnTo>
                  <a:pt x="305" y="257"/>
                </a:lnTo>
                <a:close/>
                <a:moveTo>
                  <a:pt x="337" y="193"/>
                </a:moveTo>
                <a:cubicBezTo>
                  <a:pt x="337" y="202"/>
                  <a:pt x="330" y="209"/>
                  <a:pt x="321" y="209"/>
                </a:cubicBezTo>
                <a:cubicBezTo>
                  <a:pt x="273" y="209"/>
                  <a:pt x="273" y="209"/>
                  <a:pt x="273" y="209"/>
                </a:cubicBezTo>
                <a:cubicBezTo>
                  <a:pt x="264" y="209"/>
                  <a:pt x="257" y="202"/>
                  <a:pt x="257" y="193"/>
                </a:cubicBezTo>
                <a:cubicBezTo>
                  <a:pt x="257" y="161"/>
                  <a:pt x="257" y="161"/>
                  <a:pt x="257" y="161"/>
                </a:cubicBezTo>
                <a:cubicBezTo>
                  <a:pt x="257" y="152"/>
                  <a:pt x="264" y="145"/>
                  <a:pt x="273" y="145"/>
                </a:cubicBezTo>
                <a:cubicBezTo>
                  <a:pt x="321" y="145"/>
                  <a:pt x="321" y="145"/>
                  <a:pt x="321" y="145"/>
                </a:cubicBezTo>
                <a:cubicBezTo>
                  <a:pt x="330" y="145"/>
                  <a:pt x="337" y="152"/>
                  <a:pt x="337" y="161"/>
                </a:cubicBezTo>
                <a:lnTo>
                  <a:pt x="337" y="193"/>
                </a:lnTo>
                <a:close/>
                <a:moveTo>
                  <a:pt x="217" y="241"/>
                </a:moveTo>
                <a:cubicBezTo>
                  <a:pt x="201" y="241"/>
                  <a:pt x="201" y="241"/>
                  <a:pt x="201" y="241"/>
                </a:cubicBezTo>
                <a:cubicBezTo>
                  <a:pt x="196" y="241"/>
                  <a:pt x="193" y="245"/>
                  <a:pt x="193" y="249"/>
                </a:cubicBezTo>
                <a:cubicBezTo>
                  <a:pt x="193" y="253"/>
                  <a:pt x="196" y="257"/>
                  <a:pt x="201" y="257"/>
                </a:cubicBezTo>
                <a:cubicBezTo>
                  <a:pt x="217" y="257"/>
                  <a:pt x="217" y="257"/>
                  <a:pt x="217" y="257"/>
                </a:cubicBezTo>
                <a:cubicBezTo>
                  <a:pt x="221" y="257"/>
                  <a:pt x="225" y="253"/>
                  <a:pt x="225" y="249"/>
                </a:cubicBezTo>
                <a:cubicBezTo>
                  <a:pt x="225" y="245"/>
                  <a:pt x="221" y="241"/>
                  <a:pt x="217" y="241"/>
                </a:cubicBezTo>
                <a:moveTo>
                  <a:pt x="168" y="241"/>
                </a:moveTo>
                <a:cubicBezTo>
                  <a:pt x="152" y="241"/>
                  <a:pt x="152" y="241"/>
                  <a:pt x="152" y="241"/>
                </a:cubicBezTo>
                <a:cubicBezTo>
                  <a:pt x="148" y="241"/>
                  <a:pt x="144" y="245"/>
                  <a:pt x="144" y="249"/>
                </a:cubicBezTo>
                <a:cubicBezTo>
                  <a:pt x="144" y="253"/>
                  <a:pt x="148" y="257"/>
                  <a:pt x="152" y="257"/>
                </a:cubicBezTo>
                <a:cubicBezTo>
                  <a:pt x="168" y="257"/>
                  <a:pt x="168" y="257"/>
                  <a:pt x="168" y="257"/>
                </a:cubicBezTo>
                <a:cubicBezTo>
                  <a:pt x="173" y="257"/>
                  <a:pt x="176" y="253"/>
                  <a:pt x="176" y="249"/>
                </a:cubicBezTo>
                <a:cubicBezTo>
                  <a:pt x="176" y="245"/>
                  <a:pt x="173" y="241"/>
                  <a:pt x="168" y="241"/>
                </a:cubicBezTo>
                <a:moveTo>
                  <a:pt x="120" y="97"/>
                </a:moveTo>
                <a:cubicBezTo>
                  <a:pt x="104" y="97"/>
                  <a:pt x="104" y="97"/>
                  <a:pt x="104" y="97"/>
                </a:cubicBezTo>
                <a:cubicBezTo>
                  <a:pt x="100" y="97"/>
                  <a:pt x="96" y="100"/>
                  <a:pt x="96" y="105"/>
                </a:cubicBezTo>
                <a:cubicBezTo>
                  <a:pt x="96" y="109"/>
                  <a:pt x="100" y="113"/>
                  <a:pt x="104" y="113"/>
                </a:cubicBezTo>
                <a:cubicBezTo>
                  <a:pt x="120" y="113"/>
                  <a:pt x="120" y="113"/>
                  <a:pt x="120" y="113"/>
                </a:cubicBezTo>
                <a:cubicBezTo>
                  <a:pt x="125" y="113"/>
                  <a:pt x="128" y="109"/>
                  <a:pt x="128" y="105"/>
                </a:cubicBezTo>
                <a:cubicBezTo>
                  <a:pt x="128" y="100"/>
                  <a:pt x="125" y="97"/>
                  <a:pt x="120" y="97"/>
                </a:cubicBezTo>
                <a:moveTo>
                  <a:pt x="168" y="97"/>
                </a:moveTo>
                <a:cubicBezTo>
                  <a:pt x="152" y="97"/>
                  <a:pt x="152" y="97"/>
                  <a:pt x="152" y="97"/>
                </a:cubicBezTo>
                <a:cubicBezTo>
                  <a:pt x="148" y="97"/>
                  <a:pt x="144" y="100"/>
                  <a:pt x="144" y="105"/>
                </a:cubicBezTo>
                <a:cubicBezTo>
                  <a:pt x="144" y="109"/>
                  <a:pt x="148" y="113"/>
                  <a:pt x="152" y="113"/>
                </a:cubicBezTo>
                <a:cubicBezTo>
                  <a:pt x="168" y="113"/>
                  <a:pt x="168" y="113"/>
                  <a:pt x="168" y="113"/>
                </a:cubicBezTo>
                <a:cubicBezTo>
                  <a:pt x="173" y="113"/>
                  <a:pt x="176" y="109"/>
                  <a:pt x="176" y="105"/>
                </a:cubicBezTo>
                <a:cubicBezTo>
                  <a:pt x="176" y="100"/>
                  <a:pt x="173" y="97"/>
                  <a:pt x="168" y="97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2" name="Freeform 22"/>
          <p:cNvSpPr>
            <a:spLocks noEditPoints="1"/>
          </p:cNvSpPr>
          <p:nvPr/>
        </p:nvSpPr>
        <p:spPr bwMode="auto">
          <a:xfrm>
            <a:off x="8646585" y="2036235"/>
            <a:ext cx="419100" cy="577851"/>
          </a:xfrm>
          <a:custGeom>
            <a:avLst/>
            <a:gdLst>
              <a:gd name="T0" fmla="*/ 145 w 257"/>
              <a:gd name="T1" fmla="*/ 32 h 353"/>
              <a:gd name="T2" fmla="*/ 161 w 257"/>
              <a:gd name="T3" fmla="*/ 129 h 353"/>
              <a:gd name="T4" fmla="*/ 97 w 257"/>
              <a:gd name="T5" fmla="*/ 32 h 353"/>
              <a:gd name="T6" fmla="*/ 65 w 257"/>
              <a:gd name="T7" fmla="*/ 129 h 353"/>
              <a:gd name="T8" fmla="*/ 97 w 257"/>
              <a:gd name="T9" fmla="*/ 32 h 353"/>
              <a:gd name="T10" fmla="*/ 113 w 257"/>
              <a:gd name="T11" fmla="*/ 32 h 353"/>
              <a:gd name="T12" fmla="*/ 129 w 257"/>
              <a:gd name="T13" fmla="*/ 129 h 353"/>
              <a:gd name="T14" fmla="*/ 225 w 257"/>
              <a:gd name="T15" fmla="*/ 32 h 353"/>
              <a:gd name="T16" fmla="*/ 209 w 257"/>
              <a:gd name="T17" fmla="*/ 129 h 353"/>
              <a:gd name="T18" fmla="*/ 225 w 257"/>
              <a:gd name="T19" fmla="*/ 32 h 353"/>
              <a:gd name="T20" fmla="*/ 177 w 257"/>
              <a:gd name="T21" fmla="*/ 32 h 353"/>
              <a:gd name="T22" fmla="*/ 193 w 257"/>
              <a:gd name="T23" fmla="*/ 129 h 353"/>
              <a:gd name="T24" fmla="*/ 249 w 257"/>
              <a:gd name="T25" fmla="*/ 0 h 353"/>
              <a:gd name="T26" fmla="*/ 0 w 257"/>
              <a:gd name="T27" fmla="*/ 8 h 353"/>
              <a:gd name="T28" fmla="*/ 8 w 257"/>
              <a:gd name="T29" fmla="*/ 353 h 353"/>
              <a:gd name="T30" fmla="*/ 41 w 257"/>
              <a:gd name="T31" fmla="*/ 324 h 353"/>
              <a:gd name="T32" fmla="*/ 73 w 257"/>
              <a:gd name="T33" fmla="*/ 353 h 353"/>
              <a:gd name="T34" fmla="*/ 104 w 257"/>
              <a:gd name="T35" fmla="*/ 325 h 353"/>
              <a:gd name="T36" fmla="*/ 123 w 257"/>
              <a:gd name="T37" fmla="*/ 350 h 353"/>
              <a:gd name="T38" fmla="*/ 135 w 257"/>
              <a:gd name="T39" fmla="*/ 350 h 353"/>
              <a:gd name="T40" fmla="*/ 154 w 257"/>
              <a:gd name="T41" fmla="*/ 325 h 353"/>
              <a:gd name="T42" fmla="*/ 185 w 257"/>
              <a:gd name="T43" fmla="*/ 353 h 353"/>
              <a:gd name="T44" fmla="*/ 217 w 257"/>
              <a:gd name="T45" fmla="*/ 324 h 353"/>
              <a:gd name="T46" fmla="*/ 249 w 257"/>
              <a:gd name="T47" fmla="*/ 353 h 353"/>
              <a:gd name="T48" fmla="*/ 257 w 257"/>
              <a:gd name="T49" fmla="*/ 8 h 353"/>
              <a:gd name="T50" fmla="*/ 241 w 257"/>
              <a:gd name="T51" fmla="*/ 326 h 353"/>
              <a:gd name="T52" fmla="*/ 217 w 257"/>
              <a:gd name="T53" fmla="*/ 305 h 353"/>
              <a:gd name="T54" fmla="*/ 185 w 257"/>
              <a:gd name="T55" fmla="*/ 334 h 353"/>
              <a:gd name="T56" fmla="*/ 153 w 257"/>
              <a:gd name="T57" fmla="*/ 305 h 353"/>
              <a:gd name="T58" fmla="*/ 146 w 257"/>
              <a:gd name="T59" fmla="*/ 308 h 353"/>
              <a:gd name="T60" fmla="*/ 111 w 257"/>
              <a:gd name="T61" fmla="*/ 308 h 353"/>
              <a:gd name="T62" fmla="*/ 105 w 257"/>
              <a:gd name="T63" fmla="*/ 305 h 353"/>
              <a:gd name="T64" fmla="*/ 73 w 257"/>
              <a:gd name="T65" fmla="*/ 334 h 353"/>
              <a:gd name="T66" fmla="*/ 41 w 257"/>
              <a:gd name="T67" fmla="*/ 305 h 353"/>
              <a:gd name="T68" fmla="*/ 16 w 257"/>
              <a:gd name="T69" fmla="*/ 326 h 353"/>
              <a:gd name="T70" fmla="*/ 241 w 257"/>
              <a:gd name="T71" fmla="*/ 16 h 353"/>
              <a:gd name="T72" fmla="*/ 193 w 257"/>
              <a:gd name="T73" fmla="*/ 257 h 353"/>
              <a:gd name="T74" fmla="*/ 32 w 257"/>
              <a:gd name="T75" fmla="*/ 273 h 353"/>
              <a:gd name="T76" fmla="*/ 193 w 257"/>
              <a:gd name="T77" fmla="*/ 257 h 353"/>
              <a:gd name="T78" fmla="*/ 32 w 257"/>
              <a:gd name="T79" fmla="*/ 225 h 353"/>
              <a:gd name="T80" fmla="*/ 225 w 257"/>
              <a:gd name="T81" fmla="*/ 241 h 353"/>
              <a:gd name="T82" fmla="*/ 49 w 257"/>
              <a:gd name="T83" fmla="*/ 32 h 353"/>
              <a:gd name="T84" fmla="*/ 32 w 257"/>
              <a:gd name="T85" fmla="*/ 129 h 353"/>
              <a:gd name="T86" fmla="*/ 49 w 257"/>
              <a:gd name="T87" fmla="*/ 32 h 353"/>
              <a:gd name="T88" fmla="*/ 32 w 257"/>
              <a:gd name="T89" fmla="*/ 193 h 353"/>
              <a:gd name="T90" fmla="*/ 225 w 257"/>
              <a:gd name="T91" fmla="*/ 209 h 353"/>
              <a:gd name="T92" fmla="*/ 161 w 257"/>
              <a:gd name="T93" fmla="*/ 161 h 353"/>
              <a:gd name="T94" fmla="*/ 32 w 257"/>
              <a:gd name="T95" fmla="*/ 177 h 353"/>
              <a:gd name="T96" fmla="*/ 161 w 257"/>
              <a:gd name="T97" fmla="*/ 161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257" h="353">
                <a:moveTo>
                  <a:pt x="161" y="32"/>
                </a:moveTo>
                <a:cubicBezTo>
                  <a:pt x="145" y="32"/>
                  <a:pt x="145" y="32"/>
                  <a:pt x="145" y="32"/>
                </a:cubicBezTo>
                <a:cubicBezTo>
                  <a:pt x="145" y="129"/>
                  <a:pt x="145" y="129"/>
                  <a:pt x="145" y="129"/>
                </a:cubicBezTo>
                <a:cubicBezTo>
                  <a:pt x="161" y="129"/>
                  <a:pt x="161" y="129"/>
                  <a:pt x="161" y="129"/>
                </a:cubicBezTo>
                <a:lnTo>
                  <a:pt x="161" y="32"/>
                </a:lnTo>
                <a:close/>
                <a:moveTo>
                  <a:pt x="97" y="32"/>
                </a:moveTo>
                <a:cubicBezTo>
                  <a:pt x="65" y="32"/>
                  <a:pt x="65" y="32"/>
                  <a:pt x="65" y="32"/>
                </a:cubicBezTo>
                <a:cubicBezTo>
                  <a:pt x="65" y="129"/>
                  <a:pt x="65" y="129"/>
                  <a:pt x="65" y="129"/>
                </a:cubicBezTo>
                <a:cubicBezTo>
                  <a:pt x="97" y="129"/>
                  <a:pt x="97" y="129"/>
                  <a:pt x="97" y="129"/>
                </a:cubicBezTo>
                <a:lnTo>
                  <a:pt x="97" y="32"/>
                </a:lnTo>
                <a:close/>
                <a:moveTo>
                  <a:pt x="129" y="32"/>
                </a:moveTo>
                <a:cubicBezTo>
                  <a:pt x="113" y="32"/>
                  <a:pt x="113" y="32"/>
                  <a:pt x="113" y="32"/>
                </a:cubicBezTo>
                <a:cubicBezTo>
                  <a:pt x="113" y="129"/>
                  <a:pt x="113" y="129"/>
                  <a:pt x="113" y="129"/>
                </a:cubicBezTo>
                <a:cubicBezTo>
                  <a:pt x="129" y="129"/>
                  <a:pt x="129" y="129"/>
                  <a:pt x="129" y="129"/>
                </a:cubicBezTo>
                <a:lnTo>
                  <a:pt x="129" y="32"/>
                </a:lnTo>
                <a:close/>
                <a:moveTo>
                  <a:pt x="225" y="32"/>
                </a:moveTo>
                <a:cubicBezTo>
                  <a:pt x="209" y="32"/>
                  <a:pt x="209" y="32"/>
                  <a:pt x="209" y="32"/>
                </a:cubicBezTo>
                <a:cubicBezTo>
                  <a:pt x="209" y="129"/>
                  <a:pt x="209" y="129"/>
                  <a:pt x="209" y="129"/>
                </a:cubicBezTo>
                <a:cubicBezTo>
                  <a:pt x="225" y="129"/>
                  <a:pt x="225" y="129"/>
                  <a:pt x="225" y="129"/>
                </a:cubicBezTo>
                <a:lnTo>
                  <a:pt x="225" y="32"/>
                </a:lnTo>
                <a:close/>
                <a:moveTo>
                  <a:pt x="193" y="32"/>
                </a:moveTo>
                <a:cubicBezTo>
                  <a:pt x="177" y="32"/>
                  <a:pt x="177" y="32"/>
                  <a:pt x="177" y="32"/>
                </a:cubicBezTo>
                <a:cubicBezTo>
                  <a:pt x="177" y="129"/>
                  <a:pt x="177" y="129"/>
                  <a:pt x="177" y="129"/>
                </a:cubicBezTo>
                <a:cubicBezTo>
                  <a:pt x="193" y="129"/>
                  <a:pt x="193" y="129"/>
                  <a:pt x="193" y="129"/>
                </a:cubicBezTo>
                <a:lnTo>
                  <a:pt x="193" y="32"/>
                </a:lnTo>
                <a:close/>
                <a:moveTo>
                  <a:pt x="249" y="0"/>
                </a:moveTo>
                <a:cubicBezTo>
                  <a:pt x="8" y="0"/>
                  <a:pt x="8" y="0"/>
                  <a:pt x="8" y="0"/>
                </a:cubicBezTo>
                <a:cubicBezTo>
                  <a:pt x="4" y="0"/>
                  <a:pt x="0" y="4"/>
                  <a:pt x="0" y="8"/>
                </a:cubicBezTo>
                <a:cubicBezTo>
                  <a:pt x="0" y="345"/>
                  <a:pt x="0" y="345"/>
                  <a:pt x="0" y="345"/>
                </a:cubicBezTo>
                <a:cubicBezTo>
                  <a:pt x="0" y="350"/>
                  <a:pt x="4" y="353"/>
                  <a:pt x="8" y="353"/>
                </a:cubicBezTo>
                <a:cubicBezTo>
                  <a:pt x="11" y="353"/>
                  <a:pt x="13" y="352"/>
                  <a:pt x="14" y="351"/>
                </a:cubicBezTo>
                <a:cubicBezTo>
                  <a:pt x="41" y="324"/>
                  <a:pt x="41" y="324"/>
                  <a:pt x="41" y="324"/>
                </a:cubicBezTo>
                <a:cubicBezTo>
                  <a:pt x="67" y="351"/>
                  <a:pt x="67" y="351"/>
                  <a:pt x="67" y="351"/>
                </a:cubicBezTo>
                <a:cubicBezTo>
                  <a:pt x="68" y="352"/>
                  <a:pt x="70" y="353"/>
                  <a:pt x="73" y="353"/>
                </a:cubicBezTo>
                <a:cubicBezTo>
                  <a:pt x="75" y="353"/>
                  <a:pt x="77" y="352"/>
                  <a:pt x="78" y="351"/>
                </a:cubicBezTo>
                <a:cubicBezTo>
                  <a:pt x="104" y="325"/>
                  <a:pt x="104" y="325"/>
                  <a:pt x="104" y="325"/>
                </a:cubicBezTo>
                <a:cubicBezTo>
                  <a:pt x="122" y="350"/>
                  <a:pt x="122" y="350"/>
                  <a:pt x="122" y="350"/>
                </a:cubicBezTo>
                <a:cubicBezTo>
                  <a:pt x="123" y="350"/>
                  <a:pt x="123" y="350"/>
                  <a:pt x="123" y="350"/>
                </a:cubicBezTo>
                <a:cubicBezTo>
                  <a:pt x="124" y="352"/>
                  <a:pt x="126" y="353"/>
                  <a:pt x="129" y="353"/>
                </a:cubicBezTo>
                <a:cubicBezTo>
                  <a:pt x="131" y="353"/>
                  <a:pt x="134" y="352"/>
                  <a:pt x="135" y="350"/>
                </a:cubicBezTo>
                <a:cubicBezTo>
                  <a:pt x="135" y="350"/>
                  <a:pt x="135" y="350"/>
                  <a:pt x="135" y="350"/>
                </a:cubicBezTo>
                <a:cubicBezTo>
                  <a:pt x="154" y="325"/>
                  <a:pt x="154" y="325"/>
                  <a:pt x="154" y="325"/>
                </a:cubicBezTo>
                <a:cubicBezTo>
                  <a:pt x="179" y="351"/>
                  <a:pt x="179" y="351"/>
                  <a:pt x="179" y="351"/>
                </a:cubicBezTo>
                <a:cubicBezTo>
                  <a:pt x="181" y="352"/>
                  <a:pt x="183" y="353"/>
                  <a:pt x="185" y="353"/>
                </a:cubicBezTo>
                <a:cubicBezTo>
                  <a:pt x="187" y="353"/>
                  <a:pt x="189" y="352"/>
                  <a:pt x="191" y="351"/>
                </a:cubicBezTo>
                <a:cubicBezTo>
                  <a:pt x="217" y="324"/>
                  <a:pt x="217" y="324"/>
                  <a:pt x="217" y="324"/>
                </a:cubicBezTo>
                <a:cubicBezTo>
                  <a:pt x="244" y="351"/>
                  <a:pt x="244" y="351"/>
                  <a:pt x="244" y="351"/>
                </a:cubicBezTo>
                <a:cubicBezTo>
                  <a:pt x="245" y="352"/>
                  <a:pt x="247" y="353"/>
                  <a:pt x="249" y="353"/>
                </a:cubicBezTo>
                <a:cubicBezTo>
                  <a:pt x="254" y="353"/>
                  <a:pt x="257" y="350"/>
                  <a:pt x="257" y="345"/>
                </a:cubicBezTo>
                <a:cubicBezTo>
                  <a:pt x="257" y="8"/>
                  <a:pt x="257" y="8"/>
                  <a:pt x="257" y="8"/>
                </a:cubicBezTo>
                <a:cubicBezTo>
                  <a:pt x="257" y="4"/>
                  <a:pt x="254" y="0"/>
                  <a:pt x="249" y="0"/>
                </a:cubicBezTo>
                <a:moveTo>
                  <a:pt x="241" y="326"/>
                </a:moveTo>
                <a:cubicBezTo>
                  <a:pt x="223" y="307"/>
                  <a:pt x="223" y="307"/>
                  <a:pt x="223" y="307"/>
                </a:cubicBezTo>
                <a:cubicBezTo>
                  <a:pt x="221" y="306"/>
                  <a:pt x="219" y="305"/>
                  <a:pt x="217" y="305"/>
                </a:cubicBezTo>
                <a:cubicBezTo>
                  <a:pt x="215" y="305"/>
                  <a:pt x="213" y="306"/>
                  <a:pt x="211" y="307"/>
                </a:cubicBezTo>
                <a:cubicBezTo>
                  <a:pt x="185" y="334"/>
                  <a:pt x="185" y="334"/>
                  <a:pt x="185" y="334"/>
                </a:cubicBezTo>
                <a:cubicBezTo>
                  <a:pt x="159" y="307"/>
                  <a:pt x="159" y="307"/>
                  <a:pt x="159" y="307"/>
                </a:cubicBezTo>
                <a:cubicBezTo>
                  <a:pt x="157" y="306"/>
                  <a:pt x="155" y="305"/>
                  <a:pt x="153" y="305"/>
                </a:cubicBezTo>
                <a:cubicBezTo>
                  <a:pt x="150" y="305"/>
                  <a:pt x="148" y="306"/>
                  <a:pt x="147" y="308"/>
                </a:cubicBezTo>
                <a:cubicBezTo>
                  <a:pt x="146" y="308"/>
                  <a:pt x="146" y="308"/>
                  <a:pt x="146" y="308"/>
                </a:cubicBezTo>
                <a:cubicBezTo>
                  <a:pt x="129" y="332"/>
                  <a:pt x="129" y="332"/>
                  <a:pt x="129" y="332"/>
                </a:cubicBezTo>
                <a:cubicBezTo>
                  <a:pt x="111" y="308"/>
                  <a:pt x="111" y="308"/>
                  <a:pt x="111" y="308"/>
                </a:cubicBezTo>
                <a:cubicBezTo>
                  <a:pt x="111" y="308"/>
                  <a:pt x="111" y="308"/>
                  <a:pt x="111" y="308"/>
                </a:cubicBezTo>
                <a:cubicBezTo>
                  <a:pt x="110" y="306"/>
                  <a:pt x="107" y="305"/>
                  <a:pt x="105" y="305"/>
                </a:cubicBezTo>
                <a:cubicBezTo>
                  <a:pt x="103" y="305"/>
                  <a:pt x="101" y="306"/>
                  <a:pt x="99" y="307"/>
                </a:cubicBezTo>
                <a:cubicBezTo>
                  <a:pt x="73" y="334"/>
                  <a:pt x="73" y="334"/>
                  <a:pt x="73" y="334"/>
                </a:cubicBezTo>
                <a:cubicBezTo>
                  <a:pt x="46" y="307"/>
                  <a:pt x="46" y="307"/>
                  <a:pt x="46" y="307"/>
                </a:cubicBezTo>
                <a:cubicBezTo>
                  <a:pt x="45" y="306"/>
                  <a:pt x="43" y="305"/>
                  <a:pt x="41" y="305"/>
                </a:cubicBezTo>
                <a:cubicBezTo>
                  <a:pt x="38" y="305"/>
                  <a:pt x="36" y="306"/>
                  <a:pt x="35" y="307"/>
                </a:cubicBezTo>
                <a:cubicBezTo>
                  <a:pt x="16" y="326"/>
                  <a:pt x="16" y="326"/>
                  <a:pt x="16" y="326"/>
                </a:cubicBezTo>
                <a:cubicBezTo>
                  <a:pt x="16" y="16"/>
                  <a:pt x="16" y="16"/>
                  <a:pt x="16" y="16"/>
                </a:cubicBezTo>
                <a:cubicBezTo>
                  <a:pt x="241" y="16"/>
                  <a:pt x="241" y="16"/>
                  <a:pt x="241" y="16"/>
                </a:cubicBezTo>
                <a:lnTo>
                  <a:pt x="241" y="326"/>
                </a:lnTo>
                <a:close/>
                <a:moveTo>
                  <a:pt x="193" y="257"/>
                </a:moveTo>
                <a:cubicBezTo>
                  <a:pt x="32" y="257"/>
                  <a:pt x="32" y="257"/>
                  <a:pt x="32" y="257"/>
                </a:cubicBezTo>
                <a:cubicBezTo>
                  <a:pt x="32" y="273"/>
                  <a:pt x="32" y="273"/>
                  <a:pt x="32" y="273"/>
                </a:cubicBezTo>
                <a:cubicBezTo>
                  <a:pt x="193" y="273"/>
                  <a:pt x="193" y="273"/>
                  <a:pt x="193" y="273"/>
                </a:cubicBezTo>
                <a:lnTo>
                  <a:pt x="193" y="257"/>
                </a:lnTo>
                <a:close/>
                <a:moveTo>
                  <a:pt x="225" y="225"/>
                </a:moveTo>
                <a:cubicBezTo>
                  <a:pt x="32" y="225"/>
                  <a:pt x="32" y="225"/>
                  <a:pt x="32" y="225"/>
                </a:cubicBezTo>
                <a:cubicBezTo>
                  <a:pt x="32" y="241"/>
                  <a:pt x="32" y="241"/>
                  <a:pt x="32" y="241"/>
                </a:cubicBezTo>
                <a:cubicBezTo>
                  <a:pt x="225" y="241"/>
                  <a:pt x="225" y="241"/>
                  <a:pt x="225" y="241"/>
                </a:cubicBezTo>
                <a:lnTo>
                  <a:pt x="225" y="225"/>
                </a:lnTo>
                <a:close/>
                <a:moveTo>
                  <a:pt x="49" y="32"/>
                </a:moveTo>
                <a:cubicBezTo>
                  <a:pt x="32" y="32"/>
                  <a:pt x="32" y="32"/>
                  <a:pt x="32" y="32"/>
                </a:cubicBezTo>
                <a:cubicBezTo>
                  <a:pt x="32" y="129"/>
                  <a:pt x="32" y="129"/>
                  <a:pt x="32" y="129"/>
                </a:cubicBezTo>
                <a:cubicBezTo>
                  <a:pt x="49" y="129"/>
                  <a:pt x="49" y="129"/>
                  <a:pt x="49" y="129"/>
                </a:cubicBezTo>
                <a:lnTo>
                  <a:pt x="49" y="32"/>
                </a:lnTo>
                <a:close/>
                <a:moveTo>
                  <a:pt x="225" y="193"/>
                </a:moveTo>
                <a:cubicBezTo>
                  <a:pt x="32" y="193"/>
                  <a:pt x="32" y="193"/>
                  <a:pt x="32" y="193"/>
                </a:cubicBezTo>
                <a:cubicBezTo>
                  <a:pt x="32" y="209"/>
                  <a:pt x="32" y="209"/>
                  <a:pt x="32" y="209"/>
                </a:cubicBezTo>
                <a:cubicBezTo>
                  <a:pt x="225" y="209"/>
                  <a:pt x="225" y="209"/>
                  <a:pt x="225" y="209"/>
                </a:cubicBezTo>
                <a:lnTo>
                  <a:pt x="225" y="193"/>
                </a:lnTo>
                <a:close/>
                <a:moveTo>
                  <a:pt x="161" y="161"/>
                </a:moveTo>
                <a:cubicBezTo>
                  <a:pt x="32" y="161"/>
                  <a:pt x="32" y="161"/>
                  <a:pt x="32" y="161"/>
                </a:cubicBezTo>
                <a:cubicBezTo>
                  <a:pt x="32" y="177"/>
                  <a:pt x="32" y="177"/>
                  <a:pt x="32" y="177"/>
                </a:cubicBezTo>
                <a:cubicBezTo>
                  <a:pt x="161" y="177"/>
                  <a:pt x="161" y="177"/>
                  <a:pt x="161" y="177"/>
                </a:cubicBezTo>
                <a:lnTo>
                  <a:pt x="161" y="16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3" name="Freeform 23"/>
          <p:cNvSpPr>
            <a:spLocks noEditPoints="1"/>
          </p:cNvSpPr>
          <p:nvPr/>
        </p:nvSpPr>
        <p:spPr bwMode="auto">
          <a:xfrm>
            <a:off x="9723967" y="2036235"/>
            <a:ext cx="474133" cy="577851"/>
          </a:xfrm>
          <a:custGeom>
            <a:avLst/>
            <a:gdLst>
              <a:gd name="T0" fmla="*/ 112 w 289"/>
              <a:gd name="T1" fmla="*/ 80 h 353"/>
              <a:gd name="T2" fmla="*/ 128 w 289"/>
              <a:gd name="T3" fmla="*/ 161 h 353"/>
              <a:gd name="T4" fmla="*/ 48 w 289"/>
              <a:gd name="T5" fmla="*/ 80 h 353"/>
              <a:gd name="T6" fmla="*/ 32 w 289"/>
              <a:gd name="T7" fmla="*/ 161 h 353"/>
              <a:gd name="T8" fmla="*/ 48 w 289"/>
              <a:gd name="T9" fmla="*/ 80 h 353"/>
              <a:gd name="T10" fmla="*/ 64 w 289"/>
              <a:gd name="T11" fmla="*/ 80 h 353"/>
              <a:gd name="T12" fmla="*/ 96 w 289"/>
              <a:gd name="T13" fmla="*/ 161 h 353"/>
              <a:gd name="T14" fmla="*/ 192 w 289"/>
              <a:gd name="T15" fmla="*/ 80 h 353"/>
              <a:gd name="T16" fmla="*/ 176 w 289"/>
              <a:gd name="T17" fmla="*/ 161 h 353"/>
              <a:gd name="T18" fmla="*/ 192 w 289"/>
              <a:gd name="T19" fmla="*/ 80 h 353"/>
              <a:gd name="T20" fmla="*/ 144 w 289"/>
              <a:gd name="T21" fmla="*/ 80 h 353"/>
              <a:gd name="T22" fmla="*/ 160 w 289"/>
              <a:gd name="T23" fmla="*/ 161 h 353"/>
              <a:gd name="T24" fmla="*/ 144 w 289"/>
              <a:gd name="T25" fmla="*/ 257 h 353"/>
              <a:gd name="T26" fmla="*/ 32 w 289"/>
              <a:gd name="T27" fmla="*/ 273 h 353"/>
              <a:gd name="T28" fmla="*/ 144 w 289"/>
              <a:gd name="T29" fmla="*/ 257 h 353"/>
              <a:gd name="T30" fmla="*/ 72 w 289"/>
              <a:gd name="T31" fmla="*/ 0 h 353"/>
              <a:gd name="T32" fmla="*/ 64 w 289"/>
              <a:gd name="T33" fmla="*/ 32 h 353"/>
              <a:gd name="T34" fmla="*/ 80 w 289"/>
              <a:gd name="T35" fmla="*/ 16 h 353"/>
              <a:gd name="T36" fmla="*/ 273 w 289"/>
              <a:gd name="T37" fmla="*/ 280 h 353"/>
              <a:gd name="T38" fmla="*/ 240 w 289"/>
              <a:gd name="T39" fmla="*/ 257 h 353"/>
              <a:gd name="T40" fmla="*/ 241 w 289"/>
              <a:gd name="T41" fmla="*/ 276 h 353"/>
              <a:gd name="T42" fmla="*/ 281 w 289"/>
              <a:gd name="T43" fmla="*/ 305 h 353"/>
              <a:gd name="T44" fmla="*/ 289 w 289"/>
              <a:gd name="T45" fmla="*/ 8 h 353"/>
              <a:gd name="T46" fmla="*/ 112 w 289"/>
              <a:gd name="T47" fmla="*/ 193 h 353"/>
              <a:gd name="T48" fmla="*/ 32 w 289"/>
              <a:gd name="T49" fmla="*/ 209 h 353"/>
              <a:gd name="T50" fmla="*/ 112 w 289"/>
              <a:gd name="T51" fmla="*/ 193 h 353"/>
              <a:gd name="T52" fmla="*/ 8 w 289"/>
              <a:gd name="T53" fmla="*/ 48 h 353"/>
              <a:gd name="T54" fmla="*/ 0 w 289"/>
              <a:gd name="T55" fmla="*/ 345 h 353"/>
              <a:gd name="T56" fmla="*/ 13 w 289"/>
              <a:gd name="T57" fmla="*/ 351 h 353"/>
              <a:gd name="T58" fmla="*/ 74 w 289"/>
              <a:gd name="T59" fmla="*/ 351 h 353"/>
              <a:gd name="T60" fmla="*/ 86 w 289"/>
              <a:gd name="T61" fmla="*/ 351 h 353"/>
              <a:gd name="T62" fmla="*/ 138 w 289"/>
              <a:gd name="T63" fmla="*/ 351 h 353"/>
              <a:gd name="T64" fmla="*/ 150 w 289"/>
              <a:gd name="T65" fmla="*/ 351 h 353"/>
              <a:gd name="T66" fmla="*/ 211 w 289"/>
              <a:gd name="T67" fmla="*/ 351 h 353"/>
              <a:gd name="T68" fmla="*/ 224 w 289"/>
              <a:gd name="T69" fmla="*/ 345 h 353"/>
              <a:gd name="T70" fmla="*/ 216 w 289"/>
              <a:gd name="T71" fmla="*/ 48 h 353"/>
              <a:gd name="T72" fmla="*/ 182 w 289"/>
              <a:gd name="T73" fmla="*/ 307 h 353"/>
              <a:gd name="T74" fmla="*/ 171 w 289"/>
              <a:gd name="T75" fmla="*/ 307 h 353"/>
              <a:gd name="T76" fmla="*/ 118 w 289"/>
              <a:gd name="T77" fmla="*/ 307 h 353"/>
              <a:gd name="T78" fmla="*/ 106 w 289"/>
              <a:gd name="T79" fmla="*/ 307 h 353"/>
              <a:gd name="T80" fmla="*/ 54 w 289"/>
              <a:gd name="T81" fmla="*/ 307 h 353"/>
              <a:gd name="T82" fmla="*/ 42 w 289"/>
              <a:gd name="T83" fmla="*/ 307 h 353"/>
              <a:gd name="T84" fmla="*/ 16 w 289"/>
              <a:gd name="T85" fmla="*/ 64 h 353"/>
              <a:gd name="T86" fmla="*/ 208 w 289"/>
              <a:gd name="T87" fmla="*/ 329 h 353"/>
              <a:gd name="T88" fmla="*/ 32 w 289"/>
              <a:gd name="T89" fmla="*/ 225 h 353"/>
              <a:gd name="T90" fmla="*/ 192 w 289"/>
              <a:gd name="T91" fmla="*/ 241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289" h="353">
                <a:moveTo>
                  <a:pt x="128" y="80"/>
                </a:moveTo>
                <a:cubicBezTo>
                  <a:pt x="112" y="80"/>
                  <a:pt x="112" y="80"/>
                  <a:pt x="112" y="80"/>
                </a:cubicBezTo>
                <a:cubicBezTo>
                  <a:pt x="112" y="161"/>
                  <a:pt x="112" y="161"/>
                  <a:pt x="112" y="161"/>
                </a:cubicBezTo>
                <a:cubicBezTo>
                  <a:pt x="128" y="161"/>
                  <a:pt x="128" y="161"/>
                  <a:pt x="128" y="161"/>
                </a:cubicBezTo>
                <a:lnTo>
                  <a:pt x="128" y="80"/>
                </a:lnTo>
                <a:close/>
                <a:moveTo>
                  <a:pt x="48" y="80"/>
                </a:moveTo>
                <a:cubicBezTo>
                  <a:pt x="32" y="80"/>
                  <a:pt x="32" y="80"/>
                  <a:pt x="32" y="80"/>
                </a:cubicBezTo>
                <a:cubicBezTo>
                  <a:pt x="32" y="161"/>
                  <a:pt x="32" y="161"/>
                  <a:pt x="32" y="161"/>
                </a:cubicBezTo>
                <a:cubicBezTo>
                  <a:pt x="48" y="161"/>
                  <a:pt x="48" y="161"/>
                  <a:pt x="48" y="161"/>
                </a:cubicBezTo>
                <a:lnTo>
                  <a:pt x="48" y="80"/>
                </a:lnTo>
                <a:close/>
                <a:moveTo>
                  <a:pt x="96" y="80"/>
                </a:moveTo>
                <a:cubicBezTo>
                  <a:pt x="64" y="80"/>
                  <a:pt x="64" y="80"/>
                  <a:pt x="64" y="80"/>
                </a:cubicBezTo>
                <a:cubicBezTo>
                  <a:pt x="64" y="161"/>
                  <a:pt x="64" y="161"/>
                  <a:pt x="64" y="161"/>
                </a:cubicBezTo>
                <a:cubicBezTo>
                  <a:pt x="96" y="161"/>
                  <a:pt x="96" y="161"/>
                  <a:pt x="96" y="161"/>
                </a:cubicBezTo>
                <a:lnTo>
                  <a:pt x="96" y="80"/>
                </a:lnTo>
                <a:close/>
                <a:moveTo>
                  <a:pt x="192" y="80"/>
                </a:moveTo>
                <a:cubicBezTo>
                  <a:pt x="176" y="80"/>
                  <a:pt x="176" y="80"/>
                  <a:pt x="176" y="80"/>
                </a:cubicBezTo>
                <a:cubicBezTo>
                  <a:pt x="176" y="161"/>
                  <a:pt x="176" y="161"/>
                  <a:pt x="176" y="161"/>
                </a:cubicBezTo>
                <a:cubicBezTo>
                  <a:pt x="192" y="161"/>
                  <a:pt x="192" y="161"/>
                  <a:pt x="192" y="161"/>
                </a:cubicBezTo>
                <a:lnTo>
                  <a:pt x="192" y="80"/>
                </a:lnTo>
                <a:close/>
                <a:moveTo>
                  <a:pt x="160" y="80"/>
                </a:moveTo>
                <a:cubicBezTo>
                  <a:pt x="144" y="80"/>
                  <a:pt x="144" y="80"/>
                  <a:pt x="144" y="80"/>
                </a:cubicBezTo>
                <a:cubicBezTo>
                  <a:pt x="144" y="161"/>
                  <a:pt x="144" y="161"/>
                  <a:pt x="144" y="161"/>
                </a:cubicBezTo>
                <a:cubicBezTo>
                  <a:pt x="160" y="161"/>
                  <a:pt x="160" y="161"/>
                  <a:pt x="160" y="161"/>
                </a:cubicBezTo>
                <a:lnTo>
                  <a:pt x="160" y="80"/>
                </a:lnTo>
                <a:close/>
                <a:moveTo>
                  <a:pt x="144" y="257"/>
                </a:moveTo>
                <a:cubicBezTo>
                  <a:pt x="32" y="257"/>
                  <a:pt x="32" y="257"/>
                  <a:pt x="32" y="257"/>
                </a:cubicBezTo>
                <a:cubicBezTo>
                  <a:pt x="32" y="273"/>
                  <a:pt x="32" y="273"/>
                  <a:pt x="32" y="273"/>
                </a:cubicBezTo>
                <a:cubicBezTo>
                  <a:pt x="144" y="273"/>
                  <a:pt x="144" y="273"/>
                  <a:pt x="144" y="273"/>
                </a:cubicBezTo>
                <a:lnTo>
                  <a:pt x="144" y="257"/>
                </a:lnTo>
                <a:close/>
                <a:moveTo>
                  <a:pt x="281" y="0"/>
                </a:moveTo>
                <a:cubicBezTo>
                  <a:pt x="72" y="0"/>
                  <a:pt x="72" y="0"/>
                  <a:pt x="72" y="0"/>
                </a:cubicBezTo>
                <a:cubicBezTo>
                  <a:pt x="67" y="0"/>
                  <a:pt x="64" y="4"/>
                  <a:pt x="64" y="8"/>
                </a:cubicBezTo>
                <a:cubicBezTo>
                  <a:pt x="64" y="32"/>
                  <a:pt x="64" y="32"/>
                  <a:pt x="64" y="32"/>
                </a:cubicBezTo>
                <a:cubicBezTo>
                  <a:pt x="80" y="32"/>
                  <a:pt x="80" y="32"/>
                  <a:pt x="80" y="32"/>
                </a:cubicBezTo>
                <a:cubicBezTo>
                  <a:pt x="80" y="16"/>
                  <a:pt x="80" y="16"/>
                  <a:pt x="80" y="16"/>
                </a:cubicBezTo>
                <a:cubicBezTo>
                  <a:pt x="273" y="16"/>
                  <a:pt x="273" y="16"/>
                  <a:pt x="273" y="16"/>
                </a:cubicBezTo>
                <a:cubicBezTo>
                  <a:pt x="273" y="280"/>
                  <a:pt x="273" y="280"/>
                  <a:pt x="273" y="280"/>
                </a:cubicBezTo>
                <a:cubicBezTo>
                  <a:pt x="246" y="259"/>
                  <a:pt x="246" y="259"/>
                  <a:pt x="246" y="259"/>
                </a:cubicBezTo>
                <a:cubicBezTo>
                  <a:pt x="245" y="258"/>
                  <a:pt x="243" y="257"/>
                  <a:pt x="240" y="257"/>
                </a:cubicBezTo>
                <a:cubicBezTo>
                  <a:pt x="240" y="276"/>
                  <a:pt x="240" y="276"/>
                  <a:pt x="240" y="276"/>
                </a:cubicBezTo>
                <a:cubicBezTo>
                  <a:pt x="241" y="276"/>
                  <a:pt x="241" y="276"/>
                  <a:pt x="241" y="276"/>
                </a:cubicBezTo>
                <a:cubicBezTo>
                  <a:pt x="275" y="303"/>
                  <a:pt x="275" y="303"/>
                  <a:pt x="275" y="303"/>
                </a:cubicBezTo>
                <a:cubicBezTo>
                  <a:pt x="276" y="304"/>
                  <a:pt x="278" y="305"/>
                  <a:pt x="281" y="305"/>
                </a:cubicBezTo>
                <a:cubicBezTo>
                  <a:pt x="285" y="305"/>
                  <a:pt x="289" y="302"/>
                  <a:pt x="289" y="297"/>
                </a:cubicBezTo>
                <a:cubicBezTo>
                  <a:pt x="289" y="8"/>
                  <a:pt x="289" y="8"/>
                  <a:pt x="289" y="8"/>
                </a:cubicBezTo>
                <a:cubicBezTo>
                  <a:pt x="289" y="4"/>
                  <a:pt x="285" y="0"/>
                  <a:pt x="281" y="0"/>
                </a:cubicBezTo>
                <a:moveTo>
                  <a:pt x="112" y="193"/>
                </a:moveTo>
                <a:cubicBezTo>
                  <a:pt x="32" y="193"/>
                  <a:pt x="32" y="193"/>
                  <a:pt x="32" y="193"/>
                </a:cubicBezTo>
                <a:cubicBezTo>
                  <a:pt x="32" y="209"/>
                  <a:pt x="32" y="209"/>
                  <a:pt x="32" y="209"/>
                </a:cubicBezTo>
                <a:cubicBezTo>
                  <a:pt x="112" y="209"/>
                  <a:pt x="112" y="209"/>
                  <a:pt x="112" y="209"/>
                </a:cubicBezTo>
                <a:lnTo>
                  <a:pt x="112" y="193"/>
                </a:lnTo>
                <a:close/>
                <a:moveTo>
                  <a:pt x="216" y="48"/>
                </a:moveTo>
                <a:cubicBezTo>
                  <a:pt x="8" y="48"/>
                  <a:pt x="8" y="48"/>
                  <a:pt x="8" y="48"/>
                </a:cubicBezTo>
                <a:cubicBezTo>
                  <a:pt x="3" y="48"/>
                  <a:pt x="0" y="52"/>
                  <a:pt x="0" y="56"/>
                </a:cubicBezTo>
                <a:cubicBezTo>
                  <a:pt x="0" y="345"/>
                  <a:pt x="0" y="345"/>
                  <a:pt x="0" y="345"/>
                </a:cubicBezTo>
                <a:cubicBezTo>
                  <a:pt x="0" y="350"/>
                  <a:pt x="3" y="353"/>
                  <a:pt x="8" y="353"/>
                </a:cubicBezTo>
                <a:cubicBezTo>
                  <a:pt x="10" y="353"/>
                  <a:pt x="12" y="352"/>
                  <a:pt x="13" y="351"/>
                </a:cubicBezTo>
                <a:cubicBezTo>
                  <a:pt x="47" y="324"/>
                  <a:pt x="47" y="324"/>
                  <a:pt x="47" y="324"/>
                </a:cubicBezTo>
                <a:cubicBezTo>
                  <a:pt x="74" y="351"/>
                  <a:pt x="74" y="351"/>
                  <a:pt x="74" y="351"/>
                </a:cubicBezTo>
                <a:cubicBezTo>
                  <a:pt x="76" y="352"/>
                  <a:pt x="78" y="353"/>
                  <a:pt x="80" y="353"/>
                </a:cubicBezTo>
                <a:cubicBezTo>
                  <a:pt x="82" y="353"/>
                  <a:pt x="84" y="352"/>
                  <a:pt x="86" y="351"/>
                </a:cubicBezTo>
                <a:cubicBezTo>
                  <a:pt x="112" y="324"/>
                  <a:pt x="112" y="324"/>
                  <a:pt x="112" y="324"/>
                </a:cubicBezTo>
                <a:cubicBezTo>
                  <a:pt x="138" y="351"/>
                  <a:pt x="138" y="351"/>
                  <a:pt x="138" y="351"/>
                </a:cubicBezTo>
                <a:cubicBezTo>
                  <a:pt x="140" y="352"/>
                  <a:pt x="142" y="353"/>
                  <a:pt x="144" y="353"/>
                </a:cubicBezTo>
                <a:cubicBezTo>
                  <a:pt x="146" y="353"/>
                  <a:pt x="148" y="352"/>
                  <a:pt x="150" y="351"/>
                </a:cubicBezTo>
                <a:cubicBezTo>
                  <a:pt x="177" y="324"/>
                  <a:pt x="177" y="324"/>
                  <a:pt x="177" y="324"/>
                </a:cubicBezTo>
                <a:cubicBezTo>
                  <a:pt x="211" y="351"/>
                  <a:pt x="211" y="351"/>
                  <a:pt x="211" y="351"/>
                </a:cubicBezTo>
                <a:cubicBezTo>
                  <a:pt x="212" y="352"/>
                  <a:pt x="214" y="353"/>
                  <a:pt x="216" y="353"/>
                </a:cubicBezTo>
                <a:cubicBezTo>
                  <a:pt x="221" y="353"/>
                  <a:pt x="224" y="350"/>
                  <a:pt x="224" y="345"/>
                </a:cubicBezTo>
                <a:cubicBezTo>
                  <a:pt x="224" y="56"/>
                  <a:pt x="224" y="56"/>
                  <a:pt x="224" y="56"/>
                </a:cubicBezTo>
                <a:cubicBezTo>
                  <a:pt x="224" y="52"/>
                  <a:pt x="221" y="48"/>
                  <a:pt x="216" y="48"/>
                </a:cubicBezTo>
                <a:moveTo>
                  <a:pt x="208" y="329"/>
                </a:moveTo>
                <a:cubicBezTo>
                  <a:pt x="182" y="307"/>
                  <a:pt x="182" y="307"/>
                  <a:pt x="182" y="307"/>
                </a:cubicBezTo>
                <a:cubicBezTo>
                  <a:pt x="180" y="306"/>
                  <a:pt x="178" y="305"/>
                  <a:pt x="176" y="305"/>
                </a:cubicBezTo>
                <a:cubicBezTo>
                  <a:pt x="174" y="305"/>
                  <a:pt x="172" y="306"/>
                  <a:pt x="171" y="307"/>
                </a:cubicBezTo>
                <a:cubicBezTo>
                  <a:pt x="144" y="334"/>
                  <a:pt x="144" y="334"/>
                  <a:pt x="144" y="334"/>
                </a:cubicBezTo>
                <a:cubicBezTo>
                  <a:pt x="118" y="307"/>
                  <a:pt x="118" y="307"/>
                  <a:pt x="118" y="307"/>
                </a:cubicBezTo>
                <a:cubicBezTo>
                  <a:pt x="116" y="306"/>
                  <a:pt x="114" y="305"/>
                  <a:pt x="112" y="305"/>
                </a:cubicBezTo>
                <a:cubicBezTo>
                  <a:pt x="110" y="305"/>
                  <a:pt x="108" y="306"/>
                  <a:pt x="106" y="307"/>
                </a:cubicBezTo>
                <a:cubicBezTo>
                  <a:pt x="80" y="334"/>
                  <a:pt x="80" y="334"/>
                  <a:pt x="80" y="334"/>
                </a:cubicBezTo>
                <a:cubicBezTo>
                  <a:pt x="54" y="307"/>
                  <a:pt x="54" y="307"/>
                  <a:pt x="54" y="307"/>
                </a:cubicBezTo>
                <a:cubicBezTo>
                  <a:pt x="52" y="306"/>
                  <a:pt x="50" y="305"/>
                  <a:pt x="48" y="305"/>
                </a:cubicBezTo>
                <a:cubicBezTo>
                  <a:pt x="46" y="305"/>
                  <a:pt x="44" y="306"/>
                  <a:pt x="42" y="307"/>
                </a:cubicBezTo>
                <a:cubicBezTo>
                  <a:pt x="16" y="329"/>
                  <a:pt x="16" y="329"/>
                  <a:pt x="16" y="329"/>
                </a:cubicBezTo>
                <a:cubicBezTo>
                  <a:pt x="16" y="64"/>
                  <a:pt x="16" y="64"/>
                  <a:pt x="16" y="64"/>
                </a:cubicBezTo>
                <a:cubicBezTo>
                  <a:pt x="208" y="64"/>
                  <a:pt x="208" y="64"/>
                  <a:pt x="208" y="64"/>
                </a:cubicBezTo>
                <a:lnTo>
                  <a:pt x="208" y="329"/>
                </a:lnTo>
                <a:close/>
                <a:moveTo>
                  <a:pt x="192" y="225"/>
                </a:moveTo>
                <a:cubicBezTo>
                  <a:pt x="32" y="225"/>
                  <a:pt x="32" y="225"/>
                  <a:pt x="32" y="225"/>
                </a:cubicBezTo>
                <a:cubicBezTo>
                  <a:pt x="32" y="241"/>
                  <a:pt x="32" y="241"/>
                  <a:pt x="32" y="241"/>
                </a:cubicBezTo>
                <a:cubicBezTo>
                  <a:pt x="192" y="241"/>
                  <a:pt x="192" y="241"/>
                  <a:pt x="192" y="241"/>
                </a:cubicBezTo>
                <a:lnTo>
                  <a:pt x="192" y="22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4" name="Freeform 24"/>
          <p:cNvSpPr>
            <a:spLocks noEditPoints="1"/>
          </p:cNvSpPr>
          <p:nvPr/>
        </p:nvSpPr>
        <p:spPr bwMode="auto">
          <a:xfrm>
            <a:off x="10775951" y="2036235"/>
            <a:ext cx="577851" cy="577851"/>
          </a:xfrm>
          <a:custGeom>
            <a:avLst/>
            <a:gdLst>
              <a:gd name="T0" fmla="*/ 305 w 353"/>
              <a:gd name="T1" fmla="*/ 129 h 353"/>
              <a:gd name="T2" fmla="*/ 284 w 353"/>
              <a:gd name="T3" fmla="*/ 129 h 353"/>
              <a:gd name="T4" fmla="*/ 176 w 353"/>
              <a:gd name="T5" fmla="*/ 0 h 353"/>
              <a:gd name="T6" fmla="*/ 69 w 353"/>
              <a:gd name="T7" fmla="*/ 129 h 353"/>
              <a:gd name="T8" fmla="*/ 48 w 353"/>
              <a:gd name="T9" fmla="*/ 129 h 353"/>
              <a:gd name="T10" fmla="*/ 0 w 353"/>
              <a:gd name="T11" fmla="*/ 177 h 353"/>
              <a:gd name="T12" fmla="*/ 2 w 353"/>
              <a:gd name="T13" fmla="*/ 192 h 353"/>
              <a:gd name="T14" fmla="*/ 51 w 353"/>
              <a:gd name="T15" fmla="*/ 334 h 353"/>
              <a:gd name="T16" fmla="*/ 80 w 353"/>
              <a:gd name="T17" fmla="*/ 353 h 353"/>
              <a:gd name="T18" fmla="*/ 273 w 353"/>
              <a:gd name="T19" fmla="*/ 353 h 353"/>
              <a:gd name="T20" fmla="*/ 304 w 353"/>
              <a:gd name="T21" fmla="*/ 330 h 353"/>
              <a:gd name="T22" fmla="*/ 350 w 353"/>
              <a:gd name="T23" fmla="*/ 192 h 353"/>
              <a:gd name="T24" fmla="*/ 353 w 353"/>
              <a:gd name="T25" fmla="*/ 177 h 353"/>
              <a:gd name="T26" fmla="*/ 305 w 353"/>
              <a:gd name="T27" fmla="*/ 129 h 353"/>
              <a:gd name="T28" fmla="*/ 176 w 353"/>
              <a:gd name="T29" fmla="*/ 16 h 353"/>
              <a:gd name="T30" fmla="*/ 268 w 353"/>
              <a:gd name="T31" fmla="*/ 129 h 353"/>
              <a:gd name="T32" fmla="*/ 85 w 353"/>
              <a:gd name="T33" fmla="*/ 129 h 353"/>
              <a:gd name="T34" fmla="*/ 176 w 353"/>
              <a:gd name="T35" fmla="*/ 16 h 353"/>
              <a:gd name="T36" fmla="*/ 288 w 353"/>
              <a:gd name="T37" fmla="*/ 325 h 353"/>
              <a:gd name="T38" fmla="*/ 273 w 353"/>
              <a:gd name="T39" fmla="*/ 337 h 353"/>
              <a:gd name="T40" fmla="*/ 80 w 353"/>
              <a:gd name="T41" fmla="*/ 337 h 353"/>
              <a:gd name="T42" fmla="*/ 65 w 353"/>
              <a:gd name="T43" fmla="*/ 325 h 353"/>
              <a:gd name="T44" fmla="*/ 36 w 353"/>
              <a:gd name="T45" fmla="*/ 240 h 353"/>
              <a:gd name="T46" fmla="*/ 181 w 353"/>
              <a:gd name="T47" fmla="*/ 273 h 353"/>
              <a:gd name="T48" fmla="*/ 316 w 353"/>
              <a:gd name="T49" fmla="*/ 245 h 353"/>
              <a:gd name="T50" fmla="*/ 288 w 353"/>
              <a:gd name="T51" fmla="*/ 325 h 353"/>
              <a:gd name="T52" fmla="*/ 335 w 353"/>
              <a:gd name="T53" fmla="*/ 189 h 353"/>
              <a:gd name="T54" fmla="*/ 323 w 353"/>
              <a:gd name="T55" fmla="*/ 224 h 353"/>
              <a:gd name="T56" fmla="*/ 181 w 353"/>
              <a:gd name="T57" fmla="*/ 257 h 353"/>
              <a:gd name="T58" fmla="*/ 28 w 353"/>
              <a:gd name="T59" fmla="*/ 218 h 353"/>
              <a:gd name="T60" fmla="*/ 18 w 353"/>
              <a:gd name="T61" fmla="*/ 189 h 353"/>
              <a:gd name="T62" fmla="*/ 16 w 353"/>
              <a:gd name="T63" fmla="*/ 177 h 353"/>
              <a:gd name="T64" fmla="*/ 48 w 353"/>
              <a:gd name="T65" fmla="*/ 145 h 353"/>
              <a:gd name="T66" fmla="*/ 305 w 353"/>
              <a:gd name="T67" fmla="*/ 145 h 353"/>
              <a:gd name="T68" fmla="*/ 337 w 353"/>
              <a:gd name="T69" fmla="*/ 177 h 353"/>
              <a:gd name="T70" fmla="*/ 335 w 353"/>
              <a:gd name="T71" fmla="*/ 189 h 353"/>
              <a:gd name="T72" fmla="*/ 176 w 353"/>
              <a:gd name="T73" fmla="*/ 177 h 353"/>
              <a:gd name="T74" fmla="*/ 152 w 353"/>
              <a:gd name="T75" fmla="*/ 201 h 353"/>
              <a:gd name="T76" fmla="*/ 176 w 353"/>
              <a:gd name="T77" fmla="*/ 225 h 353"/>
              <a:gd name="T78" fmla="*/ 201 w 353"/>
              <a:gd name="T79" fmla="*/ 201 h 353"/>
              <a:gd name="T80" fmla="*/ 176 w 353"/>
              <a:gd name="T81" fmla="*/ 177 h 353"/>
              <a:gd name="T82" fmla="*/ 176 w 353"/>
              <a:gd name="T83" fmla="*/ 209 h 353"/>
              <a:gd name="T84" fmla="*/ 168 w 353"/>
              <a:gd name="T85" fmla="*/ 201 h 353"/>
              <a:gd name="T86" fmla="*/ 176 w 353"/>
              <a:gd name="T87" fmla="*/ 193 h 353"/>
              <a:gd name="T88" fmla="*/ 185 w 353"/>
              <a:gd name="T89" fmla="*/ 201 h 353"/>
              <a:gd name="T90" fmla="*/ 176 w 353"/>
              <a:gd name="T91" fmla="*/ 209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353" h="353">
                <a:moveTo>
                  <a:pt x="305" y="129"/>
                </a:moveTo>
                <a:cubicBezTo>
                  <a:pt x="284" y="129"/>
                  <a:pt x="284" y="129"/>
                  <a:pt x="284" y="129"/>
                </a:cubicBezTo>
                <a:cubicBezTo>
                  <a:pt x="271" y="54"/>
                  <a:pt x="228" y="0"/>
                  <a:pt x="176" y="0"/>
                </a:cubicBezTo>
                <a:cubicBezTo>
                  <a:pt x="125" y="0"/>
                  <a:pt x="82" y="54"/>
                  <a:pt x="69" y="129"/>
                </a:cubicBezTo>
                <a:cubicBezTo>
                  <a:pt x="48" y="129"/>
                  <a:pt x="48" y="129"/>
                  <a:pt x="48" y="129"/>
                </a:cubicBezTo>
                <a:cubicBezTo>
                  <a:pt x="21" y="129"/>
                  <a:pt x="0" y="150"/>
                  <a:pt x="0" y="177"/>
                </a:cubicBezTo>
                <a:cubicBezTo>
                  <a:pt x="0" y="186"/>
                  <a:pt x="2" y="192"/>
                  <a:pt x="2" y="192"/>
                </a:cubicBezTo>
                <a:cubicBezTo>
                  <a:pt x="51" y="334"/>
                  <a:pt x="51" y="334"/>
                  <a:pt x="51" y="334"/>
                </a:cubicBezTo>
                <a:cubicBezTo>
                  <a:pt x="51" y="334"/>
                  <a:pt x="56" y="353"/>
                  <a:pt x="80" y="353"/>
                </a:cubicBezTo>
                <a:cubicBezTo>
                  <a:pt x="273" y="353"/>
                  <a:pt x="273" y="353"/>
                  <a:pt x="273" y="353"/>
                </a:cubicBezTo>
                <a:cubicBezTo>
                  <a:pt x="297" y="353"/>
                  <a:pt x="303" y="330"/>
                  <a:pt x="304" y="330"/>
                </a:cubicBezTo>
                <a:cubicBezTo>
                  <a:pt x="350" y="192"/>
                  <a:pt x="350" y="192"/>
                  <a:pt x="350" y="192"/>
                </a:cubicBezTo>
                <a:cubicBezTo>
                  <a:pt x="352" y="187"/>
                  <a:pt x="353" y="182"/>
                  <a:pt x="353" y="177"/>
                </a:cubicBezTo>
                <a:cubicBezTo>
                  <a:pt x="353" y="150"/>
                  <a:pt x="332" y="129"/>
                  <a:pt x="305" y="129"/>
                </a:cubicBezTo>
                <a:moveTo>
                  <a:pt x="176" y="16"/>
                </a:moveTo>
                <a:cubicBezTo>
                  <a:pt x="220" y="16"/>
                  <a:pt x="256" y="63"/>
                  <a:pt x="268" y="129"/>
                </a:cubicBezTo>
                <a:cubicBezTo>
                  <a:pt x="85" y="129"/>
                  <a:pt x="85" y="129"/>
                  <a:pt x="85" y="129"/>
                </a:cubicBezTo>
                <a:cubicBezTo>
                  <a:pt x="97" y="63"/>
                  <a:pt x="133" y="16"/>
                  <a:pt x="176" y="16"/>
                </a:cubicBezTo>
                <a:moveTo>
                  <a:pt x="288" y="325"/>
                </a:moveTo>
                <a:cubicBezTo>
                  <a:pt x="288" y="325"/>
                  <a:pt x="285" y="337"/>
                  <a:pt x="273" y="337"/>
                </a:cubicBezTo>
                <a:cubicBezTo>
                  <a:pt x="80" y="337"/>
                  <a:pt x="80" y="337"/>
                  <a:pt x="80" y="337"/>
                </a:cubicBezTo>
                <a:cubicBezTo>
                  <a:pt x="68" y="337"/>
                  <a:pt x="65" y="325"/>
                  <a:pt x="65" y="325"/>
                </a:cubicBezTo>
                <a:cubicBezTo>
                  <a:pt x="36" y="240"/>
                  <a:pt x="36" y="240"/>
                  <a:pt x="36" y="240"/>
                </a:cubicBezTo>
                <a:cubicBezTo>
                  <a:pt x="75" y="261"/>
                  <a:pt x="125" y="273"/>
                  <a:pt x="181" y="273"/>
                </a:cubicBezTo>
                <a:cubicBezTo>
                  <a:pt x="231" y="273"/>
                  <a:pt x="278" y="262"/>
                  <a:pt x="316" y="245"/>
                </a:cubicBezTo>
                <a:lnTo>
                  <a:pt x="288" y="325"/>
                </a:lnTo>
                <a:close/>
                <a:moveTo>
                  <a:pt x="335" y="189"/>
                </a:moveTo>
                <a:cubicBezTo>
                  <a:pt x="323" y="224"/>
                  <a:pt x="323" y="224"/>
                  <a:pt x="323" y="224"/>
                </a:cubicBezTo>
                <a:cubicBezTo>
                  <a:pt x="286" y="244"/>
                  <a:pt x="236" y="257"/>
                  <a:pt x="181" y="257"/>
                </a:cubicBezTo>
                <a:cubicBezTo>
                  <a:pt x="120" y="257"/>
                  <a:pt x="66" y="242"/>
                  <a:pt x="28" y="218"/>
                </a:cubicBezTo>
                <a:cubicBezTo>
                  <a:pt x="18" y="189"/>
                  <a:pt x="18" y="189"/>
                  <a:pt x="18" y="189"/>
                </a:cubicBezTo>
                <a:cubicBezTo>
                  <a:pt x="18" y="189"/>
                  <a:pt x="16" y="183"/>
                  <a:pt x="16" y="177"/>
                </a:cubicBezTo>
                <a:cubicBezTo>
                  <a:pt x="16" y="159"/>
                  <a:pt x="30" y="145"/>
                  <a:pt x="48" y="145"/>
                </a:cubicBezTo>
                <a:cubicBezTo>
                  <a:pt x="305" y="145"/>
                  <a:pt x="305" y="145"/>
                  <a:pt x="305" y="145"/>
                </a:cubicBezTo>
                <a:cubicBezTo>
                  <a:pt x="323" y="145"/>
                  <a:pt x="337" y="159"/>
                  <a:pt x="337" y="177"/>
                </a:cubicBezTo>
                <a:cubicBezTo>
                  <a:pt x="337" y="183"/>
                  <a:pt x="335" y="189"/>
                  <a:pt x="335" y="189"/>
                </a:cubicBezTo>
                <a:moveTo>
                  <a:pt x="176" y="177"/>
                </a:moveTo>
                <a:cubicBezTo>
                  <a:pt x="163" y="177"/>
                  <a:pt x="152" y="187"/>
                  <a:pt x="152" y="201"/>
                </a:cubicBezTo>
                <a:cubicBezTo>
                  <a:pt x="152" y="214"/>
                  <a:pt x="163" y="225"/>
                  <a:pt x="176" y="225"/>
                </a:cubicBezTo>
                <a:cubicBezTo>
                  <a:pt x="190" y="225"/>
                  <a:pt x="201" y="214"/>
                  <a:pt x="201" y="201"/>
                </a:cubicBezTo>
                <a:cubicBezTo>
                  <a:pt x="201" y="187"/>
                  <a:pt x="190" y="177"/>
                  <a:pt x="176" y="177"/>
                </a:cubicBezTo>
                <a:moveTo>
                  <a:pt x="176" y="209"/>
                </a:moveTo>
                <a:cubicBezTo>
                  <a:pt x="172" y="209"/>
                  <a:pt x="168" y="205"/>
                  <a:pt x="168" y="201"/>
                </a:cubicBezTo>
                <a:cubicBezTo>
                  <a:pt x="168" y="196"/>
                  <a:pt x="172" y="193"/>
                  <a:pt x="176" y="193"/>
                </a:cubicBezTo>
                <a:cubicBezTo>
                  <a:pt x="181" y="193"/>
                  <a:pt x="185" y="196"/>
                  <a:pt x="185" y="201"/>
                </a:cubicBezTo>
                <a:cubicBezTo>
                  <a:pt x="185" y="205"/>
                  <a:pt x="181" y="209"/>
                  <a:pt x="176" y="209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5" name="Freeform 25"/>
          <p:cNvSpPr>
            <a:spLocks noEditPoints="1"/>
          </p:cNvSpPr>
          <p:nvPr/>
        </p:nvSpPr>
        <p:spPr bwMode="auto">
          <a:xfrm>
            <a:off x="918634" y="3139018"/>
            <a:ext cx="421217" cy="579967"/>
          </a:xfrm>
          <a:custGeom>
            <a:avLst/>
            <a:gdLst>
              <a:gd name="T0" fmla="*/ 64 w 257"/>
              <a:gd name="T1" fmla="*/ 209 h 354"/>
              <a:gd name="T2" fmla="*/ 56 w 257"/>
              <a:gd name="T3" fmla="*/ 217 h 354"/>
              <a:gd name="T4" fmla="*/ 59 w 257"/>
              <a:gd name="T5" fmla="*/ 223 h 354"/>
              <a:gd name="T6" fmla="*/ 123 w 257"/>
              <a:gd name="T7" fmla="*/ 287 h 354"/>
              <a:gd name="T8" fmla="*/ 129 w 257"/>
              <a:gd name="T9" fmla="*/ 289 h 354"/>
              <a:gd name="T10" fmla="*/ 134 w 257"/>
              <a:gd name="T11" fmla="*/ 287 h 354"/>
              <a:gd name="T12" fmla="*/ 198 w 257"/>
              <a:gd name="T13" fmla="*/ 223 h 354"/>
              <a:gd name="T14" fmla="*/ 201 w 257"/>
              <a:gd name="T15" fmla="*/ 217 h 354"/>
              <a:gd name="T16" fmla="*/ 193 w 257"/>
              <a:gd name="T17" fmla="*/ 209 h 354"/>
              <a:gd name="T18" fmla="*/ 187 w 257"/>
              <a:gd name="T19" fmla="*/ 211 h 354"/>
              <a:gd name="T20" fmla="*/ 137 w 257"/>
              <a:gd name="T21" fmla="*/ 262 h 354"/>
              <a:gd name="T22" fmla="*/ 137 w 257"/>
              <a:gd name="T23" fmla="*/ 8 h 354"/>
              <a:gd name="T24" fmla="*/ 129 w 257"/>
              <a:gd name="T25" fmla="*/ 0 h 354"/>
              <a:gd name="T26" fmla="*/ 120 w 257"/>
              <a:gd name="T27" fmla="*/ 8 h 354"/>
              <a:gd name="T28" fmla="*/ 120 w 257"/>
              <a:gd name="T29" fmla="*/ 262 h 354"/>
              <a:gd name="T30" fmla="*/ 70 w 257"/>
              <a:gd name="T31" fmla="*/ 211 h 354"/>
              <a:gd name="T32" fmla="*/ 64 w 257"/>
              <a:gd name="T33" fmla="*/ 209 h 354"/>
              <a:gd name="T34" fmla="*/ 249 w 257"/>
              <a:gd name="T35" fmla="*/ 113 h 354"/>
              <a:gd name="T36" fmla="*/ 161 w 257"/>
              <a:gd name="T37" fmla="*/ 113 h 354"/>
              <a:gd name="T38" fmla="*/ 153 w 257"/>
              <a:gd name="T39" fmla="*/ 121 h 354"/>
              <a:gd name="T40" fmla="*/ 161 w 257"/>
              <a:gd name="T41" fmla="*/ 129 h 354"/>
              <a:gd name="T42" fmla="*/ 241 w 257"/>
              <a:gd name="T43" fmla="*/ 129 h 354"/>
              <a:gd name="T44" fmla="*/ 241 w 257"/>
              <a:gd name="T45" fmla="*/ 338 h 354"/>
              <a:gd name="T46" fmla="*/ 16 w 257"/>
              <a:gd name="T47" fmla="*/ 338 h 354"/>
              <a:gd name="T48" fmla="*/ 16 w 257"/>
              <a:gd name="T49" fmla="*/ 129 h 354"/>
              <a:gd name="T50" fmla="*/ 96 w 257"/>
              <a:gd name="T51" fmla="*/ 129 h 354"/>
              <a:gd name="T52" fmla="*/ 104 w 257"/>
              <a:gd name="T53" fmla="*/ 121 h 354"/>
              <a:gd name="T54" fmla="*/ 96 w 257"/>
              <a:gd name="T55" fmla="*/ 113 h 354"/>
              <a:gd name="T56" fmla="*/ 8 w 257"/>
              <a:gd name="T57" fmla="*/ 113 h 354"/>
              <a:gd name="T58" fmla="*/ 0 w 257"/>
              <a:gd name="T59" fmla="*/ 121 h 354"/>
              <a:gd name="T60" fmla="*/ 0 w 257"/>
              <a:gd name="T61" fmla="*/ 346 h 354"/>
              <a:gd name="T62" fmla="*/ 8 w 257"/>
              <a:gd name="T63" fmla="*/ 354 h 354"/>
              <a:gd name="T64" fmla="*/ 249 w 257"/>
              <a:gd name="T65" fmla="*/ 354 h 354"/>
              <a:gd name="T66" fmla="*/ 257 w 257"/>
              <a:gd name="T67" fmla="*/ 346 h 354"/>
              <a:gd name="T68" fmla="*/ 257 w 257"/>
              <a:gd name="T69" fmla="*/ 121 h 354"/>
              <a:gd name="T70" fmla="*/ 249 w 257"/>
              <a:gd name="T71" fmla="*/ 113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257" h="354">
                <a:moveTo>
                  <a:pt x="64" y="209"/>
                </a:moveTo>
                <a:cubicBezTo>
                  <a:pt x="60" y="209"/>
                  <a:pt x="56" y="213"/>
                  <a:pt x="56" y="217"/>
                </a:cubicBezTo>
                <a:cubicBezTo>
                  <a:pt x="56" y="219"/>
                  <a:pt x="57" y="221"/>
                  <a:pt x="59" y="223"/>
                </a:cubicBezTo>
                <a:cubicBezTo>
                  <a:pt x="123" y="287"/>
                  <a:pt x="123" y="287"/>
                  <a:pt x="123" y="287"/>
                </a:cubicBezTo>
                <a:cubicBezTo>
                  <a:pt x="124" y="288"/>
                  <a:pt x="126" y="289"/>
                  <a:pt x="129" y="289"/>
                </a:cubicBezTo>
                <a:cubicBezTo>
                  <a:pt x="131" y="289"/>
                  <a:pt x="133" y="288"/>
                  <a:pt x="134" y="287"/>
                </a:cubicBezTo>
                <a:cubicBezTo>
                  <a:pt x="198" y="223"/>
                  <a:pt x="198" y="223"/>
                  <a:pt x="198" y="223"/>
                </a:cubicBezTo>
                <a:cubicBezTo>
                  <a:pt x="200" y="221"/>
                  <a:pt x="201" y="219"/>
                  <a:pt x="201" y="217"/>
                </a:cubicBezTo>
                <a:cubicBezTo>
                  <a:pt x="201" y="213"/>
                  <a:pt x="197" y="209"/>
                  <a:pt x="193" y="209"/>
                </a:cubicBezTo>
                <a:cubicBezTo>
                  <a:pt x="191" y="209"/>
                  <a:pt x="189" y="210"/>
                  <a:pt x="187" y="211"/>
                </a:cubicBezTo>
                <a:cubicBezTo>
                  <a:pt x="137" y="262"/>
                  <a:pt x="137" y="262"/>
                  <a:pt x="137" y="262"/>
                </a:cubicBezTo>
                <a:cubicBezTo>
                  <a:pt x="137" y="8"/>
                  <a:pt x="137" y="8"/>
                  <a:pt x="137" y="8"/>
                </a:cubicBezTo>
                <a:cubicBezTo>
                  <a:pt x="137" y="4"/>
                  <a:pt x="133" y="0"/>
                  <a:pt x="129" y="0"/>
                </a:cubicBezTo>
                <a:cubicBezTo>
                  <a:pt x="124" y="0"/>
                  <a:pt x="120" y="4"/>
                  <a:pt x="120" y="8"/>
                </a:cubicBezTo>
                <a:cubicBezTo>
                  <a:pt x="120" y="262"/>
                  <a:pt x="120" y="262"/>
                  <a:pt x="120" y="262"/>
                </a:cubicBezTo>
                <a:cubicBezTo>
                  <a:pt x="70" y="211"/>
                  <a:pt x="70" y="211"/>
                  <a:pt x="70" y="211"/>
                </a:cubicBezTo>
                <a:cubicBezTo>
                  <a:pt x="69" y="210"/>
                  <a:pt x="66" y="209"/>
                  <a:pt x="64" y="209"/>
                </a:cubicBezTo>
                <a:moveTo>
                  <a:pt x="249" y="113"/>
                </a:moveTo>
                <a:cubicBezTo>
                  <a:pt x="161" y="113"/>
                  <a:pt x="161" y="113"/>
                  <a:pt x="161" y="113"/>
                </a:cubicBezTo>
                <a:cubicBezTo>
                  <a:pt x="156" y="113"/>
                  <a:pt x="153" y="116"/>
                  <a:pt x="153" y="121"/>
                </a:cubicBezTo>
                <a:cubicBezTo>
                  <a:pt x="153" y="125"/>
                  <a:pt x="156" y="129"/>
                  <a:pt x="161" y="129"/>
                </a:cubicBezTo>
                <a:cubicBezTo>
                  <a:pt x="241" y="129"/>
                  <a:pt x="241" y="129"/>
                  <a:pt x="241" y="129"/>
                </a:cubicBezTo>
                <a:cubicBezTo>
                  <a:pt x="241" y="338"/>
                  <a:pt x="241" y="338"/>
                  <a:pt x="241" y="338"/>
                </a:cubicBezTo>
                <a:cubicBezTo>
                  <a:pt x="16" y="338"/>
                  <a:pt x="16" y="338"/>
                  <a:pt x="16" y="338"/>
                </a:cubicBezTo>
                <a:cubicBezTo>
                  <a:pt x="16" y="129"/>
                  <a:pt x="16" y="129"/>
                  <a:pt x="16" y="129"/>
                </a:cubicBezTo>
                <a:cubicBezTo>
                  <a:pt x="96" y="129"/>
                  <a:pt x="96" y="129"/>
                  <a:pt x="96" y="129"/>
                </a:cubicBezTo>
                <a:cubicBezTo>
                  <a:pt x="101" y="129"/>
                  <a:pt x="104" y="125"/>
                  <a:pt x="104" y="121"/>
                </a:cubicBezTo>
                <a:cubicBezTo>
                  <a:pt x="104" y="116"/>
                  <a:pt x="101" y="113"/>
                  <a:pt x="96" y="113"/>
                </a:cubicBezTo>
                <a:cubicBezTo>
                  <a:pt x="8" y="113"/>
                  <a:pt x="8" y="113"/>
                  <a:pt x="8" y="113"/>
                </a:cubicBezTo>
                <a:cubicBezTo>
                  <a:pt x="4" y="113"/>
                  <a:pt x="0" y="116"/>
                  <a:pt x="0" y="121"/>
                </a:cubicBezTo>
                <a:cubicBezTo>
                  <a:pt x="0" y="346"/>
                  <a:pt x="0" y="346"/>
                  <a:pt x="0" y="346"/>
                </a:cubicBezTo>
                <a:cubicBezTo>
                  <a:pt x="0" y="350"/>
                  <a:pt x="4" y="354"/>
                  <a:pt x="8" y="354"/>
                </a:cubicBezTo>
                <a:cubicBezTo>
                  <a:pt x="249" y="354"/>
                  <a:pt x="249" y="354"/>
                  <a:pt x="249" y="354"/>
                </a:cubicBezTo>
                <a:cubicBezTo>
                  <a:pt x="253" y="354"/>
                  <a:pt x="257" y="350"/>
                  <a:pt x="257" y="346"/>
                </a:cubicBezTo>
                <a:cubicBezTo>
                  <a:pt x="257" y="121"/>
                  <a:pt x="257" y="121"/>
                  <a:pt x="257" y="121"/>
                </a:cubicBezTo>
                <a:cubicBezTo>
                  <a:pt x="257" y="116"/>
                  <a:pt x="253" y="113"/>
                  <a:pt x="249" y="113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6" name="Freeform 26"/>
          <p:cNvSpPr>
            <a:spLocks noEditPoints="1"/>
          </p:cNvSpPr>
          <p:nvPr/>
        </p:nvSpPr>
        <p:spPr bwMode="auto">
          <a:xfrm>
            <a:off x="2021418" y="3139018"/>
            <a:ext cx="421217" cy="579967"/>
          </a:xfrm>
          <a:custGeom>
            <a:avLst/>
            <a:gdLst>
              <a:gd name="T0" fmla="*/ 249 w 257"/>
              <a:gd name="T1" fmla="*/ 113 h 354"/>
              <a:gd name="T2" fmla="*/ 161 w 257"/>
              <a:gd name="T3" fmla="*/ 113 h 354"/>
              <a:gd name="T4" fmla="*/ 153 w 257"/>
              <a:gd name="T5" fmla="*/ 121 h 354"/>
              <a:gd name="T6" fmla="*/ 161 w 257"/>
              <a:gd name="T7" fmla="*/ 129 h 354"/>
              <a:gd name="T8" fmla="*/ 241 w 257"/>
              <a:gd name="T9" fmla="*/ 129 h 354"/>
              <a:gd name="T10" fmla="*/ 241 w 257"/>
              <a:gd name="T11" fmla="*/ 338 h 354"/>
              <a:gd name="T12" fmla="*/ 16 w 257"/>
              <a:gd name="T13" fmla="*/ 338 h 354"/>
              <a:gd name="T14" fmla="*/ 16 w 257"/>
              <a:gd name="T15" fmla="*/ 129 h 354"/>
              <a:gd name="T16" fmla="*/ 97 w 257"/>
              <a:gd name="T17" fmla="*/ 129 h 354"/>
              <a:gd name="T18" fmla="*/ 105 w 257"/>
              <a:gd name="T19" fmla="*/ 121 h 354"/>
              <a:gd name="T20" fmla="*/ 97 w 257"/>
              <a:gd name="T21" fmla="*/ 113 h 354"/>
              <a:gd name="T22" fmla="*/ 8 w 257"/>
              <a:gd name="T23" fmla="*/ 113 h 354"/>
              <a:gd name="T24" fmla="*/ 0 w 257"/>
              <a:gd name="T25" fmla="*/ 121 h 354"/>
              <a:gd name="T26" fmla="*/ 0 w 257"/>
              <a:gd name="T27" fmla="*/ 346 h 354"/>
              <a:gd name="T28" fmla="*/ 8 w 257"/>
              <a:gd name="T29" fmla="*/ 354 h 354"/>
              <a:gd name="T30" fmla="*/ 249 w 257"/>
              <a:gd name="T31" fmla="*/ 354 h 354"/>
              <a:gd name="T32" fmla="*/ 257 w 257"/>
              <a:gd name="T33" fmla="*/ 346 h 354"/>
              <a:gd name="T34" fmla="*/ 257 w 257"/>
              <a:gd name="T35" fmla="*/ 121 h 354"/>
              <a:gd name="T36" fmla="*/ 249 w 257"/>
              <a:gd name="T37" fmla="*/ 113 h 354"/>
              <a:gd name="T38" fmla="*/ 65 w 257"/>
              <a:gd name="T39" fmla="*/ 81 h 354"/>
              <a:gd name="T40" fmla="*/ 70 w 257"/>
              <a:gd name="T41" fmla="*/ 78 h 354"/>
              <a:gd name="T42" fmla="*/ 121 w 257"/>
              <a:gd name="T43" fmla="*/ 28 h 354"/>
              <a:gd name="T44" fmla="*/ 121 w 257"/>
              <a:gd name="T45" fmla="*/ 281 h 354"/>
              <a:gd name="T46" fmla="*/ 129 w 257"/>
              <a:gd name="T47" fmla="*/ 289 h 354"/>
              <a:gd name="T48" fmla="*/ 137 w 257"/>
              <a:gd name="T49" fmla="*/ 281 h 354"/>
              <a:gd name="T50" fmla="*/ 137 w 257"/>
              <a:gd name="T51" fmla="*/ 28 h 354"/>
              <a:gd name="T52" fmla="*/ 187 w 257"/>
              <a:gd name="T53" fmla="*/ 78 h 354"/>
              <a:gd name="T54" fmla="*/ 193 w 257"/>
              <a:gd name="T55" fmla="*/ 81 h 354"/>
              <a:gd name="T56" fmla="*/ 201 w 257"/>
              <a:gd name="T57" fmla="*/ 73 h 354"/>
              <a:gd name="T58" fmla="*/ 199 w 257"/>
              <a:gd name="T59" fmla="*/ 67 h 354"/>
              <a:gd name="T60" fmla="*/ 135 w 257"/>
              <a:gd name="T61" fmla="*/ 3 h 354"/>
              <a:gd name="T62" fmla="*/ 129 w 257"/>
              <a:gd name="T63" fmla="*/ 0 h 354"/>
              <a:gd name="T64" fmla="*/ 123 w 257"/>
              <a:gd name="T65" fmla="*/ 3 h 354"/>
              <a:gd name="T66" fmla="*/ 59 w 257"/>
              <a:gd name="T67" fmla="*/ 67 h 354"/>
              <a:gd name="T68" fmla="*/ 57 w 257"/>
              <a:gd name="T69" fmla="*/ 73 h 354"/>
              <a:gd name="T70" fmla="*/ 65 w 257"/>
              <a:gd name="T71" fmla="*/ 81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257" h="354">
                <a:moveTo>
                  <a:pt x="249" y="113"/>
                </a:moveTo>
                <a:cubicBezTo>
                  <a:pt x="161" y="113"/>
                  <a:pt x="161" y="113"/>
                  <a:pt x="161" y="113"/>
                </a:cubicBezTo>
                <a:cubicBezTo>
                  <a:pt x="157" y="113"/>
                  <a:pt x="153" y="116"/>
                  <a:pt x="153" y="121"/>
                </a:cubicBezTo>
                <a:cubicBezTo>
                  <a:pt x="153" y="125"/>
                  <a:pt x="157" y="129"/>
                  <a:pt x="161" y="129"/>
                </a:cubicBezTo>
                <a:cubicBezTo>
                  <a:pt x="241" y="129"/>
                  <a:pt x="241" y="129"/>
                  <a:pt x="241" y="129"/>
                </a:cubicBezTo>
                <a:cubicBezTo>
                  <a:pt x="241" y="338"/>
                  <a:pt x="241" y="338"/>
                  <a:pt x="241" y="338"/>
                </a:cubicBezTo>
                <a:cubicBezTo>
                  <a:pt x="16" y="338"/>
                  <a:pt x="16" y="338"/>
                  <a:pt x="16" y="338"/>
                </a:cubicBezTo>
                <a:cubicBezTo>
                  <a:pt x="16" y="129"/>
                  <a:pt x="16" y="129"/>
                  <a:pt x="16" y="129"/>
                </a:cubicBezTo>
                <a:cubicBezTo>
                  <a:pt x="97" y="129"/>
                  <a:pt x="97" y="129"/>
                  <a:pt x="97" y="129"/>
                </a:cubicBezTo>
                <a:cubicBezTo>
                  <a:pt x="101" y="129"/>
                  <a:pt x="105" y="125"/>
                  <a:pt x="105" y="121"/>
                </a:cubicBezTo>
                <a:cubicBezTo>
                  <a:pt x="105" y="116"/>
                  <a:pt x="101" y="113"/>
                  <a:pt x="97" y="113"/>
                </a:cubicBezTo>
                <a:cubicBezTo>
                  <a:pt x="8" y="113"/>
                  <a:pt x="8" y="113"/>
                  <a:pt x="8" y="113"/>
                </a:cubicBezTo>
                <a:cubicBezTo>
                  <a:pt x="4" y="113"/>
                  <a:pt x="0" y="116"/>
                  <a:pt x="0" y="121"/>
                </a:cubicBezTo>
                <a:cubicBezTo>
                  <a:pt x="0" y="346"/>
                  <a:pt x="0" y="346"/>
                  <a:pt x="0" y="346"/>
                </a:cubicBezTo>
                <a:cubicBezTo>
                  <a:pt x="0" y="350"/>
                  <a:pt x="4" y="354"/>
                  <a:pt x="8" y="354"/>
                </a:cubicBezTo>
                <a:cubicBezTo>
                  <a:pt x="249" y="354"/>
                  <a:pt x="249" y="354"/>
                  <a:pt x="249" y="354"/>
                </a:cubicBezTo>
                <a:cubicBezTo>
                  <a:pt x="254" y="354"/>
                  <a:pt x="257" y="350"/>
                  <a:pt x="257" y="346"/>
                </a:cubicBezTo>
                <a:cubicBezTo>
                  <a:pt x="257" y="121"/>
                  <a:pt x="257" y="121"/>
                  <a:pt x="257" y="121"/>
                </a:cubicBezTo>
                <a:cubicBezTo>
                  <a:pt x="257" y="116"/>
                  <a:pt x="254" y="113"/>
                  <a:pt x="249" y="113"/>
                </a:cubicBezTo>
                <a:moveTo>
                  <a:pt x="65" y="81"/>
                </a:moveTo>
                <a:cubicBezTo>
                  <a:pt x="67" y="81"/>
                  <a:pt x="69" y="80"/>
                  <a:pt x="70" y="78"/>
                </a:cubicBezTo>
                <a:cubicBezTo>
                  <a:pt x="121" y="28"/>
                  <a:pt x="121" y="28"/>
                  <a:pt x="121" y="28"/>
                </a:cubicBezTo>
                <a:cubicBezTo>
                  <a:pt x="121" y="281"/>
                  <a:pt x="121" y="281"/>
                  <a:pt x="121" y="281"/>
                </a:cubicBezTo>
                <a:cubicBezTo>
                  <a:pt x="121" y="286"/>
                  <a:pt x="124" y="289"/>
                  <a:pt x="129" y="289"/>
                </a:cubicBezTo>
                <a:cubicBezTo>
                  <a:pt x="133" y="289"/>
                  <a:pt x="137" y="286"/>
                  <a:pt x="137" y="281"/>
                </a:cubicBezTo>
                <a:cubicBezTo>
                  <a:pt x="137" y="28"/>
                  <a:pt x="137" y="28"/>
                  <a:pt x="137" y="28"/>
                </a:cubicBezTo>
                <a:cubicBezTo>
                  <a:pt x="187" y="78"/>
                  <a:pt x="187" y="78"/>
                  <a:pt x="187" y="78"/>
                </a:cubicBezTo>
                <a:cubicBezTo>
                  <a:pt x="189" y="80"/>
                  <a:pt x="191" y="81"/>
                  <a:pt x="193" y="81"/>
                </a:cubicBezTo>
                <a:cubicBezTo>
                  <a:pt x="197" y="81"/>
                  <a:pt x="201" y="77"/>
                  <a:pt x="201" y="73"/>
                </a:cubicBezTo>
                <a:cubicBezTo>
                  <a:pt x="201" y="70"/>
                  <a:pt x="200" y="68"/>
                  <a:pt x="199" y="67"/>
                </a:cubicBezTo>
                <a:cubicBezTo>
                  <a:pt x="135" y="3"/>
                  <a:pt x="135" y="3"/>
                  <a:pt x="135" y="3"/>
                </a:cubicBezTo>
                <a:cubicBezTo>
                  <a:pt x="133" y="1"/>
                  <a:pt x="131" y="0"/>
                  <a:pt x="129" y="0"/>
                </a:cubicBezTo>
                <a:cubicBezTo>
                  <a:pt x="127" y="0"/>
                  <a:pt x="125" y="1"/>
                  <a:pt x="123" y="3"/>
                </a:cubicBezTo>
                <a:cubicBezTo>
                  <a:pt x="59" y="67"/>
                  <a:pt x="59" y="67"/>
                  <a:pt x="59" y="67"/>
                </a:cubicBezTo>
                <a:cubicBezTo>
                  <a:pt x="57" y="68"/>
                  <a:pt x="57" y="70"/>
                  <a:pt x="57" y="73"/>
                </a:cubicBezTo>
                <a:cubicBezTo>
                  <a:pt x="57" y="77"/>
                  <a:pt x="60" y="81"/>
                  <a:pt x="65" y="81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7" name="Freeform 27"/>
          <p:cNvSpPr>
            <a:spLocks noEditPoints="1"/>
          </p:cNvSpPr>
          <p:nvPr/>
        </p:nvSpPr>
        <p:spPr bwMode="auto">
          <a:xfrm>
            <a:off x="3048000" y="3139018"/>
            <a:ext cx="577851" cy="579967"/>
          </a:xfrm>
          <a:custGeom>
            <a:avLst/>
            <a:gdLst>
              <a:gd name="T0" fmla="*/ 193 w 353"/>
              <a:gd name="T1" fmla="*/ 226 h 354"/>
              <a:gd name="T2" fmla="*/ 159 w 353"/>
              <a:gd name="T3" fmla="*/ 192 h 354"/>
              <a:gd name="T4" fmla="*/ 170 w 353"/>
              <a:gd name="T5" fmla="*/ 203 h 354"/>
              <a:gd name="T6" fmla="*/ 182 w 353"/>
              <a:gd name="T7" fmla="*/ 215 h 354"/>
              <a:gd name="T8" fmla="*/ 170 w 353"/>
              <a:gd name="T9" fmla="*/ 203 h 354"/>
              <a:gd name="T10" fmla="*/ 240 w 353"/>
              <a:gd name="T11" fmla="*/ 209 h 354"/>
              <a:gd name="T12" fmla="*/ 153 w 353"/>
              <a:gd name="T13" fmla="*/ 269 h 354"/>
              <a:gd name="T14" fmla="*/ 176 w 353"/>
              <a:gd name="T15" fmla="*/ 289 h 354"/>
              <a:gd name="T16" fmla="*/ 246 w 353"/>
              <a:gd name="T17" fmla="*/ 170 h 354"/>
              <a:gd name="T18" fmla="*/ 116 w 353"/>
              <a:gd name="T19" fmla="*/ 232 h 354"/>
              <a:gd name="T20" fmla="*/ 176 w 353"/>
              <a:gd name="T21" fmla="*/ 145 h 354"/>
              <a:gd name="T22" fmla="*/ 216 w 353"/>
              <a:gd name="T23" fmla="*/ 139 h 354"/>
              <a:gd name="T24" fmla="*/ 96 w 353"/>
              <a:gd name="T25" fmla="*/ 209 h 354"/>
              <a:gd name="T26" fmla="*/ 116 w 353"/>
              <a:gd name="T27" fmla="*/ 232 h 354"/>
              <a:gd name="T28" fmla="*/ 32 w 353"/>
              <a:gd name="T29" fmla="*/ 41 h 354"/>
              <a:gd name="T30" fmla="*/ 48 w 353"/>
              <a:gd name="T31" fmla="*/ 41 h 354"/>
              <a:gd name="T32" fmla="*/ 321 w 353"/>
              <a:gd name="T33" fmla="*/ 0 h 354"/>
              <a:gd name="T34" fmla="*/ 0 w 353"/>
              <a:gd name="T35" fmla="*/ 32 h 354"/>
              <a:gd name="T36" fmla="*/ 32 w 353"/>
              <a:gd name="T37" fmla="*/ 354 h 354"/>
              <a:gd name="T38" fmla="*/ 353 w 353"/>
              <a:gd name="T39" fmla="*/ 321 h 354"/>
              <a:gd name="T40" fmla="*/ 321 w 353"/>
              <a:gd name="T41" fmla="*/ 0 h 354"/>
              <a:gd name="T42" fmla="*/ 321 w 353"/>
              <a:gd name="T43" fmla="*/ 338 h 354"/>
              <a:gd name="T44" fmla="*/ 16 w 353"/>
              <a:gd name="T45" fmla="*/ 321 h 354"/>
              <a:gd name="T46" fmla="*/ 337 w 353"/>
              <a:gd name="T47" fmla="*/ 81 h 354"/>
              <a:gd name="T48" fmla="*/ 337 w 353"/>
              <a:gd name="T49" fmla="*/ 65 h 354"/>
              <a:gd name="T50" fmla="*/ 16 w 353"/>
              <a:gd name="T51" fmla="*/ 32 h 354"/>
              <a:gd name="T52" fmla="*/ 321 w 353"/>
              <a:gd name="T53" fmla="*/ 16 h 354"/>
              <a:gd name="T54" fmla="*/ 337 w 353"/>
              <a:gd name="T55" fmla="*/ 65 h 354"/>
              <a:gd name="T56" fmla="*/ 136 w 353"/>
              <a:gd name="T57" fmla="*/ 32 h 354"/>
              <a:gd name="T58" fmla="*/ 136 w 353"/>
              <a:gd name="T59" fmla="*/ 49 h 354"/>
              <a:gd name="T60" fmla="*/ 321 w 353"/>
              <a:gd name="T61" fmla="*/ 41 h 354"/>
              <a:gd name="T62" fmla="*/ 72 w 353"/>
              <a:gd name="T63" fmla="*/ 32 h 354"/>
              <a:gd name="T64" fmla="*/ 72 w 353"/>
              <a:gd name="T65" fmla="*/ 49 h 354"/>
              <a:gd name="T66" fmla="*/ 72 w 353"/>
              <a:gd name="T67" fmla="*/ 32 h 354"/>
              <a:gd name="T68" fmla="*/ 96 w 353"/>
              <a:gd name="T69" fmla="*/ 41 h 354"/>
              <a:gd name="T70" fmla="*/ 112 w 353"/>
              <a:gd name="T71" fmla="*/ 41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353" h="354">
                <a:moveTo>
                  <a:pt x="100" y="285"/>
                </a:moveTo>
                <a:cubicBezTo>
                  <a:pt x="193" y="226"/>
                  <a:pt x="193" y="226"/>
                  <a:pt x="193" y="226"/>
                </a:cubicBezTo>
                <a:cubicBezTo>
                  <a:pt x="252" y="133"/>
                  <a:pt x="252" y="133"/>
                  <a:pt x="252" y="133"/>
                </a:cubicBezTo>
                <a:cubicBezTo>
                  <a:pt x="159" y="192"/>
                  <a:pt x="159" y="192"/>
                  <a:pt x="159" y="192"/>
                </a:cubicBezTo>
                <a:lnTo>
                  <a:pt x="100" y="285"/>
                </a:lnTo>
                <a:close/>
                <a:moveTo>
                  <a:pt x="170" y="203"/>
                </a:moveTo>
                <a:cubicBezTo>
                  <a:pt x="174" y="200"/>
                  <a:pt x="179" y="200"/>
                  <a:pt x="182" y="203"/>
                </a:cubicBezTo>
                <a:cubicBezTo>
                  <a:pt x="185" y="207"/>
                  <a:pt x="185" y="212"/>
                  <a:pt x="182" y="215"/>
                </a:cubicBezTo>
                <a:cubicBezTo>
                  <a:pt x="179" y="218"/>
                  <a:pt x="174" y="218"/>
                  <a:pt x="170" y="215"/>
                </a:cubicBezTo>
                <a:cubicBezTo>
                  <a:pt x="167" y="212"/>
                  <a:pt x="167" y="207"/>
                  <a:pt x="170" y="203"/>
                </a:cubicBezTo>
                <a:moveTo>
                  <a:pt x="236" y="186"/>
                </a:moveTo>
                <a:cubicBezTo>
                  <a:pt x="239" y="193"/>
                  <a:pt x="240" y="201"/>
                  <a:pt x="240" y="209"/>
                </a:cubicBezTo>
                <a:cubicBezTo>
                  <a:pt x="240" y="245"/>
                  <a:pt x="212" y="273"/>
                  <a:pt x="176" y="273"/>
                </a:cubicBezTo>
                <a:cubicBezTo>
                  <a:pt x="168" y="273"/>
                  <a:pt x="160" y="272"/>
                  <a:pt x="153" y="269"/>
                </a:cubicBezTo>
                <a:cubicBezTo>
                  <a:pt x="137" y="279"/>
                  <a:pt x="137" y="279"/>
                  <a:pt x="137" y="279"/>
                </a:cubicBezTo>
                <a:cubicBezTo>
                  <a:pt x="148" y="286"/>
                  <a:pt x="162" y="289"/>
                  <a:pt x="176" y="289"/>
                </a:cubicBezTo>
                <a:cubicBezTo>
                  <a:pt x="221" y="289"/>
                  <a:pt x="256" y="253"/>
                  <a:pt x="256" y="209"/>
                </a:cubicBezTo>
                <a:cubicBezTo>
                  <a:pt x="256" y="195"/>
                  <a:pt x="253" y="181"/>
                  <a:pt x="246" y="170"/>
                </a:cubicBezTo>
                <a:lnTo>
                  <a:pt x="236" y="186"/>
                </a:lnTo>
                <a:close/>
                <a:moveTo>
                  <a:pt x="116" y="232"/>
                </a:moveTo>
                <a:cubicBezTo>
                  <a:pt x="114" y="225"/>
                  <a:pt x="112" y="217"/>
                  <a:pt x="112" y="209"/>
                </a:cubicBezTo>
                <a:cubicBezTo>
                  <a:pt x="112" y="174"/>
                  <a:pt x="141" y="145"/>
                  <a:pt x="176" y="145"/>
                </a:cubicBezTo>
                <a:cubicBezTo>
                  <a:pt x="184" y="145"/>
                  <a:pt x="192" y="146"/>
                  <a:pt x="199" y="149"/>
                </a:cubicBezTo>
                <a:cubicBezTo>
                  <a:pt x="216" y="139"/>
                  <a:pt x="216" y="139"/>
                  <a:pt x="216" y="139"/>
                </a:cubicBezTo>
                <a:cubicBezTo>
                  <a:pt x="204" y="133"/>
                  <a:pt x="191" y="129"/>
                  <a:pt x="176" y="129"/>
                </a:cubicBezTo>
                <a:cubicBezTo>
                  <a:pt x="132" y="129"/>
                  <a:pt x="96" y="165"/>
                  <a:pt x="96" y="209"/>
                </a:cubicBezTo>
                <a:cubicBezTo>
                  <a:pt x="96" y="223"/>
                  <a:pt x="100" y="237"/>
                  <a:pt x="106" y="249"/>
                </a:cubicBezTo>
                <a:lnTo>
                  <a:pt x="116" y="232"/>
                </a:lnTo>
                <a:close/>
                <a:moveTo>
                  <a:pt x="40" y="32"/>
                </a:moveTo>
                <a:cubicBezTo>
                  <a:pt x="35" y="32"/>
                  <a:pt x="32" y="36"/>
                  <a:pt x="32" y="41"/>
                </a:cubicBezTo>
                <a:cubicBezTo>
                  <a:pt x="32" y="45"/>
                  <a:pt x="35" y="49"/>
                  <a:pt x="40" y="49"/>
                </a:cubicBezTo>
                <a:cubicBezTo>
                  <a:pt x="44" y="49"/>
                  <a:pt x="48" y="45"/>
                  <a:pt x="48" y="41"/>
                </a:cubicBezTo>
                <a:cubicBezTo>
                  <a:pt x="48" y="36"/>
                  <a:pt x="44" y="32"/>
                  <a:pt x="40" y="32"/>
                </a:cubicBezTo>
                <a:moveTo>
                  <a:pt x="321" y="0"/>
                </a:move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5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4" y="354"/>
                  <a:pt x="32" y="354"/>
                </a:cubicBezTo>
                <a:cubicBezTo>
                  <a:pt x="321" y="354"/>
                  <a:pt x="321" y="354"/>
                  <a:pt x="321" y="354"/>
                </a:cubicBezTo>
                <a:cubicBezTo>
                  <a:pt x="338" y="354"/>
                  <a:pt x="353" y="339"/>
                  <a:pt x="353" y="321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15"/>
                  <a:pt x="338" y="0"/>
                  <a:pt x="321" y="0"/>
                </a:cubicBezTo>
                <a:moveTo>
                  <a:pt x="337" y="321"/>
                </a:moveTo>
                <a:cubicBezTo>
                  <a:pt x="337" y="330"/>
                  <a:pt x="330" y="338"/>
                  <a:pt x="321" y="338"/>
                </a:cubicBezTo>
                <a:cubicBezTo>
                  <a:pt x="32" y="338"/>
                  <a:pt x="32" y="338"/>
                  <a:pt x="32" y="338"/>
                </a:cubicBezTo>
                <a:cubicBezTo>
                  <a:pt x="23" y="338"/>
                  <a:pt x="16" y="330"/>
                  <a:pt x="16" y="321"/>
                </a:cubicBezTo>
                <a:cubicBezTo>
                  <a:pt x="16" y="81"/>
                  <a:pt x="16" y="81"/>
                  <a:pt x="16" y="81"/>
                </a:cubicBezTo>
                <a:cubicBezTo>
                  <a:pt x="337" y="81"/>
                  <a:pt x="337" y="81"/>
                  <a:pt x="337" y="81"/>
                </a:cubicBezTo>
                <a:lnTo>
                  <a:pt x="337" y="321"/>
                </a:lnTo>
                <a:close/>
                <a:moveTo>
                  <a:pt x="337" y="65"/>
                </a:moveTo>
                <a:cubicBezTo>
                  <a:pt x="16" y="65"/>
                  <a:pt x="16" y="65"/>
                  <a:pt x="16" y="65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4"/>
                  <a:pt x="23" y="16"/>
                  <a:pt x="32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4"/>
                  <a:pt x="337" y="32"/>
                </a:cubicBezTo>
                <a:lnTo>
                  <a:pt x="337" y="65"/>
                </a:lnTo>
                <a:close/>
                <a:moveTo>
                  <a:pt x="313" y="32"/>
                </a:moveTo>
                <a:cubicBezTo>
                  <a:pt x="136" y="32"/>
                  <a:pt x="136" y="32"/>
                  <a:pt x="136" y="32"/>
                </a:cubicBezTo>
                <a:cubicBezTo>
                  <a:pt x="132" y="32"/>
                  <a:pt x="128" y="36"/>
                  <a:pt x="128" y="41"/>
                </a:cubicBezTo>
                <a:cubicBezTo>
                  <a:pt x="128" y="45"/>
                  <a:pt x="132" y="49"/>
                  <a:pt x="136" y="49"/>
                </a:cubicBezTo>
                <a:cubicBezTo>
                  <a:pt x="313" y="49"/>
                  <a:pt x="313" y="49"/>
                  <a:pt x="313" y="49"/>
                </a:cubicBezTo>
                <a:cubicBezTo>
                  <a:pt x="317" y="49"/>
                  <a:pt x="321" y="45"/>
                  <a:pt x="321" y="41"/>
                </a:cubicBezTo>
                <a:cubicBezTo>
                  <a:pt x="321" y="36"/>
                  <a:pt x="317" y="32"/>
                  <a:pt x="313" y="32"/>
                </a:cubicBezTo>
                <a:moveTo>
                  <a:pt x="72" y="32"/>
                </a:moveTo>
                <a:cubicBezTo>
                  <a:pt x="67" y="32"/>
                  <a:pt x="64" y="36"/>
                  <a:pt x="64" y="41"/>
                </a:cubicBezTo>
                <a:cubicBezTo>
                  <a:pt x="64" y="45"/>
                  <a:pt x="67" y="49"/>
                  <a:pt x="72" y="49"/>
                </a:cubicBezTo>
                <a:cubicBezTo>
                  <a:pt x="76" y="49"/>
                  <a:pt x="80" y="45"/>
                  <a:pt x="80" y="41"/>
                </a:cubicBezTo>
                <a:cubicBezTo>
                  <a:pt x="80" y="36"/>
                  <a:pt x="76" y="32"/>
                  <a:pt x="72" y="32"/>
                </a:cubicBezTo>
                <a:moveTo>
                  <a:pt x="104" y="32"/>
                </a:moveTo>
                <a:cubicBezTo>
                  <a:pt x="99" y="32"/>
                  <a:pt x="96" y="36"/>
                  <a:pt x="96" y="41"/>
                </a:cubicBezTo>
                <a:cubicBezTo>
                  <a:pt x="96" y="45"/>
                  <a:pt x="99" y="49"/>
                  <a:pt x="104" y="49"/>
                </a:cubicBezTo>
                <a:cubicBezTo>
                  <a:pt x="108" y="49"/>
                  <a:pt x="112" y="45"/>
                  <a:pt x="112" y="41"/>
                </a:cubicBezTo>
                <a:cubicBezTo>
                  <a:pt x="112" y="36"/>
                  <a:pt x="108" y="32"/>
                  <a:pt x="104" y="32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8" name="Freeform 28"/>
          <p:cNvSpPr>
            <a:spLocks noEditPoints="1"/>
          </p:cNvSpPr>
          <p:nvPr/>
        </p:nvSpPr>
        <p:spPr bwMode="auto">
          <a:xfrm>
            <a:off x="4150785" y="3139018"/>
            <a:ext cx="579967" cy="579967"/>
          </a:xfrm>
          <a:custGeom>
            <a:avLst/>
            <a:gdLst>
              <a:gd name="T0" fmla="*/ 40 w 353"/>
              <a:gd name="T1" fmla="*/ 32 h 354"/>
              <a:gd name="T2" fmla="*/ 32 w 353"/>
              <a:gd name="T3" fmla="*/ 41 h 354"/>
              <a:gd name="T4" fmla="*/ 40 w 353"/>
              <a:gd name="T5" fmla="*/ 49 h 354"/>
              <a:gd name="T6" fmla="*/ 48 w 353"/>
              <a:gd name="T7" fmla="*/ 41 h 354"/>
              <a:gd name="T8" fmla="*/ 40 w 353"/>
              <a:gd name="T9" fmla="*/ 32 h 354"/>
              <a:gd name="T10" fmla="*/ 72 w 353"/>
              <a:gd name="T11" fmla="*/ 32 h 354"/>
              <a:gd name="T12" fmla="*/ 64 w 353"/>
              <a:gd name="T13" fmla="*/ 41 h 354"/>
              <a:gd name="T14" fmla="*/ 72 w 353"/>
              <a:gd name="T15" fmla="*/ 49 h 354"/>
              <a:gd name="T16" fmla="*/ 80 w 353"/>
              <a:gd name="T17" fmla="*/ 41 h 354"/>
              <a:gd name="T18" fmla="*/ 72 w 353"/>
              <a:gd name="T19" fmla="*/ 32 h 354"/>
              <a:gd name="T20" fmla="*/ 104 w 353"/>
              <a:gd name="T21" fmla="*/ 32 h 354"/>
              <a:gd name="T22" fmla="*/ 96 w 353"/>
              <a:gd name="T23" fmla="*/ 41 h 354"/>
              <a:gd name="T24" fmla="*/ 104 w 353"/>
              <a:gd name="T25" fmla="*/ 49 h 354"/>
              <a:gd name="T26" fmla="*/ 112 w 353"/>
              <a:gd name="T27" fmla="*/ 41 h 354"/>
              <a:gd name="T28" fmla="*/ 104 w 353"/>
              <a:gd name="T29" fmla="*/ 32 h 354"/>
              <a:gd name="T30" fmla="*/ 321 w 353"/>
              <a:gd name="T31" fmla="*/ 0 h 354"/>
              <a:gd name="T32" fmla="*/ 32 w 353"/>
              <a:gd name="T33" fmla="*/ 0 h 354"/>
              <a:gd name="T34" fmla="*/ 0 w 353"/>
              <a:gd name="T35" fmla="*/ 32 h 354"/>
              <a:gd name="T36" fmla="*/ 0 w 353"/>
              <a:gd name="T37" fmla="*/ 321 h 354"/>
              <a:gd name="T38" fmla="*/ 32 w 353"/>
              <a:gd name="T39" fmla="*/ 354 h 354"/>
              <a:gd name="T40" fmla="*/ 321 w 353"/>
              <a:gd name="T41" fmla="*/ 354 h 354"/>
              <a:gd name="T42" fmla="*/ 353 w 353"/>
              <a:gd name="T43" fmla="*/ 321 h 354"/>
              <a:gd name="T44" fmla="*/ 353 w 353"/>
              <a:gd name="T45" fmla="*/ 32 h 354"/>
              <a:gd name="T46" fmla="*/ 321 w 353"/>
              <a:gd name="T47" fmla="*/ 0 h 354"/>
              <a:gd name="T48" fmla="*/ 337 w 353"/>
              <a:gd name="T49" fmla="*/ 321 h 354"/>
              <a:gd name="T50" fmla="*/ 321 w 353"/>
              <a:gd name="T51" fmla="*/ 338 h 354"/>
              <a:gd name="T52" fmla="*/ 32 w 353"/>
              <a:gd name="T53" fmla="*/ 338 h 354"/>
              <a:gd name="T54" fmla="*/ 16 w 353"/>
              <a:gd name="T55" fmla="*/ 321 h 354"/>
              <a:gd name="T56" fmla="*/ 16 w 353"/>
              <a:gd name="T57" fmla="*/ 81 h 354"/>
              <a:gd name="T58" fmla="*/ 337 w 353"/>
              <a:gd name="T59" fmla="*/ 81 h 354"/>
              <a:gd name="T60" fmla="*/ 337 w 353"/>
              <a:gd name="T61" fmla="*/ 321 h 354"/>
              <a:gd name="T62" fmla="*/ 337 w 353"/>
              <a:gd name="T63" fmla="*/ 65 h 354"/>
              <a:gd name="T64" fmla="*/ 16 w 353"/>
              <a:gd name="T65" fmla="*/ 65 h 354"/>
              <a:gd name="T66" fmla="*/ 16 w 353"/>
              <a:gd name="T67" fmla="*/ 32 h 354"/>
              <a:gd name="T68" fmla="*/ 32 w 353"/>
              <a:gd name="T69" fmla="*/ 16 h 354"/>
              <a:gd name="T70" fmla="*/ 321 w 353"/>
              <a:gd name="T71" fmla="*/ 16 h 354"/>
              <a:gd name="T72" fmla="*/ 337 w 353"/>
              <a:gd name="T73" fmla="*/ 32 h 354"/>
              <a:gd name="T74" fmla="*/ 337 w 353"/>
              <a:gd name="T75" fmla="*/ 65 h 354"/>
              <a:gd name="T76" fmla="*/ 313 w 353"/>
              <a:gd name="T77" fmla="*/ 32 h 354"/>
              <a:gd name="T78" fmla="*/ 136 w 353"/>
              <a:gd name="T79" fmla="*/ 32 h 354"/>
              <a:gd name="T80" fmla="*/ 128 w 353"/>
              <a:gd name="T81" fmla="*/ 41 h 354"/>
              <a:gd name="T82" fmla="*/ 136 w 353"/>
              <a:gd name="T83" fmla="*/ 49 h 354"/>
              <a:gd name="T84" fmla="*/ 313 w 353"/>
              <a:gd name="T85" fmla="*/ 49 h 354"/>
              <a:gd name="T86" fmla="*/ 321 w 353"/>
              <a:gd name="T87" fmla="*/ 41 h 354"/>
              <a:gd name="T88" fmla="*/ 313 w 353"/>
              <a:gd name="T89" fmla="*/ 32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353" h="354">
                <a:moveTo>
                  <a:pt x="40" y="32"/>
                </a:moveTo>
                <a:cubicBezTo>
                  <a:pt x="36" y="32"/>
                  <a:pt x="32" y="36"/>
                  <a:pt x="32" y="41"/>
                </a:cubicBezTo>
                <a:cubicBezTo>
                  <a:pt x="32" y="45"/>
                  <a:pt x="36" y="49"/>
                  <a:pt x="40" y="49"/>
                </a:cubicBezTo>
                <a:cubicBezTo>
                  <a:pt x="44" y="49"/>
                  <a:pt x="48" y="45"/>
                  <a:pt x="48" y="41"/>
                </a:cubicBezTo>
                <a:cubicBezTo>
                  <a:pt x="48" y="36"/>
                  <a:pt x="44" y="32"/>
                  <a:pt x="40" y="32"/>
                </a:cubicBezTo>
                <a:moveTo>
                  <a:pt x="72" y="32"/>
                </a:moveTo>
                <a:cubicBezTo>
                  <a:pt x="68" y="32"/>
                  <a:pt x="64" y="36"/>
                  <a:pt x="64" y="41"/>
                </a:cubicBezTo>
                <a:cubicBezTo>
                  <a:pt x="64" y="45"/>
                  <a:pt x="68" y="49"/>
                  <a:pt x="72" y="49"/>
                </a:cubicBezTo>
                <a:cubicBezTo>
                  <a:pt x="77" y="49"/>
                  <a:pt x="80" y="45"/>
                  <a:pt x="80" y="41"/>
                </a:cubicBezTo>
                <a:cubicBezTo>
                  <a:pt x="80" y="36"/>
                  <a:pt x="77" y="32"/>
                  <a:pt x="72" y="32"/>
                </a:cubicBezTo>
                <a:moveTo>
                  <a:pt x="104" y="32"/>
                </a:moveTo>
                <a:cubicBezTo>
                  <a:pt x="100" y="32"/>
                  <a:pt x="96" y="36"/>
                  <a:pt x="96" y="41"/>
                </a:cubicBezTo>
                <a:cubicBezTo>
                  <a:pt x="96" y="45"/>
                  <a:pt x="100" y="49"/>
                  <a:pt x="104" y="49"/>
                </a:cubicBezTo>
                <a:cubicBezTo>
                  <a:pt x="109" y="49"/>
                  <a:pt x="112" y="45"/>
                  <a:pt x="112" y="41"/>
                </a:cubicBezTo>
                <a:cubicBezTo>
                  <a:pt x="112" y="36"/>
                  <a:pt x="109" y="32"/>
                  <a:pt x="104" y="32"/>
                </a:cubicBezTo>
                <a:moveTo>
                  <a:pt x="321" y="0"/>
                </a:move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5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4" y="354"/>
                  <a:pt x="32" y="354"/>
                </a:cubicBezTo>
                <a:cubicBezTo>
                  <a:pt x="321" y="354"/>
                  <a:pt x="321" y="354"/>
                  <a:pt x="321" y="354"/>
                </a:cubicBezTo>
                <a:cubicBezTo>
                  <a:pt x="339" y="354"/>
                  <a:pt x="353" y="339"/>
                  <a:pt x="353" y="321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15"/>
                  <a:pt x="339" y="0"/>
                  <a:pt x="321" y="0"/>
                </a:cubicBezTo>
                <a:moveTo>
                  <a:pt x="337" y="321"/>
                </a:moveTo>
                <a:cubicBezTo>
                  <a:pt x="337" y="330"/>
                  <a:pt x="330" y="338"/>
                  <a:pt x="321" y="338"/>
                </a:cubicBezTo>
                <a:cubicBezTo>
                  <a:pt x="32" y="338"/>
                  <a:pt x="32" y="338"/>
                  <a:pt x="32" y="338"/>
                </a:cubicBezTo>
                <a:cubicBezTo>
                  <a:pt x="23" y="338"/>
                  <a:pt x="16" y="330"/>
                  <a:pt x="16" y="321"/>
                </a:cubicBezTo>
                <a:cubicBezTo>
                  <a:pt x="16" y="81"/>
                  <a:pt x="16" y="81"/>
                  <a:pt x="16" y="81"/>
                </a:cubicBezTo>
                <a:cubicBezTo>
                  <a:pt x="337" y="81"/>
                  <a:pt x="337" y="81"/>
                  <a:pt x="337" y="81"/>
                </a:cubicBezTo>
                <a:lnTo>
                  <a:pt x="337" y="321"/>
                </a:lnTo>
                <a:close/>
                <a:moveTo>
                  <a:pt x="337" y="65"/>
                </a:moveTo>
                <a:cubicBezTo>
                  <a:pt x="16" y="65"/>
                  <a:pt x="16" y="65"/>
                  <a:pt x="16" y="65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4"/>
                  <a:pt x="23" y="16"/>
                  <a:pt x="32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4"/>
                  <a:pt x="337" y="32"/>
                </a:cubicBezTo>
                <a:lnTo>
                  <a:pt x="337" y="65"/>
                </a:lnTo>
                <a:close/>
                <a:moveTo>
                  <a:pt x="313" y="32"/>
                </a:moveTo>
                <a:cubicBezTo>
                  <a:pt x="136" y="32"/>
                  <a:pt x="136" y="32"/>
                  <a:pt x="136" y="32"/>
                </a:cubicBezTo>
                <a:cubicBezTo>
                  <a:pt x="132" y="32"/>
                  <a:pt x="128" y="36"/>
                  <a:pt x="128" y="41"/>
                </a:cubicBezTo>
                <a:cubicBezTo>
                  <a:pt x="128" y="45"/>
                  <a:pt x="132" y="49"/>
                  <a:pt x="136" y="49"/>
                </a:cubicBezTo>
                <a:cubicBezTo>
                  <a:pt x="313" y="49"/>
                  <a:pt x="313" y="49"/>
                  <a:pt x="313" y="49"/>
                </a:cubicBezTo>
                <a:cubicBezTo>
                  <a:pt x="317" y="49"/>
                  <a:pt x="321" y="45"/>
                  <a:pt x="321" y="41"/>
                </a:cubicBezTo>
                <a:cubicBezTo>
                  <a:pt x="321" y="36"/>
                  <a:pt x="317" y="32"/>
                  <a:pt x="313" y="32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9" name="Freeform 29"/>
          <p:cNvSpPr>
            <a:spLocks noEditPoints="1"/>
          </p:cNvSpPr>
          <p:nvPr/>
        </p:nvSpPr>
        <p:spPr bwMode="auto">
          <a:xfrm>
            <a:off x="5255684" y="3139018"/>
            <a:ext cx="577851" cy="579967"/>
          </a:xfrm>
          <a:custGeom>
            <a:avLst/>
            <a:gdLst>
              <a:gd name="T0" fmla="*/ 32 w 353"/>
              <a:gd name="T1" fmla="*/ 65 h 354"/>
              <a:gd name="T2" fmla="*/ 0 w 353"/>
              <a:gd name="T3" fmla="*/ 321 h 354"/>
              <a:gd name="T4" fmla="*/ 257 w 353"/>
              <a:gd name="T5" fmla="*/ 354 h 354"/>
              <a:gd name="T6" fmla="*/ 289 w 353"/>
              <a:gd name="T7" fmla="*/ 97 h 354"/>
              <a:gd name="T8" fmla="*/ 273 w 353"/>
              <a:gd name="T9" fmla="*/ 321 h 354"/>
              <a:gd name="T10" fmla="*/ 32 w 353"/>
              <a:gd name="T11" fmla="*/ 338 h 354"/>
              <a:gd name="T12" fmla="*/ 16 w 353"/>
              <a:gd name="T13" fmla="*/ 145 h 354"/>
              <a:gd name="T14" fmla="*/ 273 w 353"/>
              <a:gd name="T15" fmla="*/ 321 h 354"/>
              <a:gd name="T16" fmla="*/ 16 w 353"/>
              <a:gd name="T17" fmla="*/ 129 h 354"/>
              <a:gd name="T18" fmla="*/ 32 w 353"/>
              <a:gd name="T19" fmla="*/ 81 h 354"/>
              <a:gd name="T20" fmla="*/ 273 w 353"/>
              <a:gd name="T21" fmla="*/ 97 h 354"/>
              <a:gd name="T22" fmla="*/ 72 w 353"/>
              <a:gd name="T23" fmla="*/ 97 h 354"/>
              <a:gd name="T24" fmla="*/ 72 w 353"/>
              <a:gd name="T25" fmla="*/ 113 h 354"/>
              <a:gd name="T26" fmla="*/ 72 w 353"/>
              <a:gd name="T27" fmla="*/ 97 h 354"/>
              <a:gd name="T28" fmla="*/ 32 w 353"/>
              <a:gd name="T29" fmla="*/ 105 h 354"/>
              <a:gd name="T30" fmla="*/ 48 w 353"/>
              <a:gd name="T31" fmla="*/ 105 h 354"/>
              <a:gd name="T32" fmla="*/ 321 w 353"/>
              <a:gd name="T33" fmla="*/ 0 h 354"/>
              <a:gd name="T34" fmla="*/ 64 w 353"/>
              <a:gd name="T35" fmla="*/ 32 h 354"/>
              <a:gd name="T36" fmla="*/ 72 w 353"/>
              <a:gd name="T37" fmla="*/ 49 h 354"/>
              <a:gd name="T38" fmla="*/ 81 w 353"/>
              <a:gd name="T39" fmla="*/ 32 h 354"/>
              <a:gd name="T40" fmla="*/ 321 w 353"/>
              <a:gd name="T41" fmla="*/ 16 h 354"/>
              <a:gd name="T42" fmla="*/ 337 w 353"/>
              <a:gd name="T43" fmla="*/ 257 h 354"/>
              <a:gd name="T44" fmla="*/ 313 w 353"/>
              <a:gd name="T45" fmla="*/ 273 h 354"/>
              <a:gd name="T46" fmla="*/ 313 w 353"/>
              <a:gd name="T47" fmla="*/ 289 h 354"/>
              <a:gd name="T48" fmla="*/ 353 w 353"/>
              <a:gd name="T49" fmla="*/ 257 h 354"/>
              <a:gd name="T50" fmla="*/ 321 w 353"/>
              <a:gd name="T51" fmla="*/ 0 h 354"/>
              <a:gd name="T52" fmla="*/ 97 w 353"/>
              <a:gd name="T53" fmla="*/ 105 h 354"/>
              <a:gd name="T54" fmla="*/ 113 w 353"/>
              <a:gd name="T55" fmla="*/ 105 h 354"/>
              <a:gd name="T56" fmla="*/ 249 w 353"/>
              <a:gd name="T57" fmla="*/ 97 h 354"/>
              <a:gd name="T58" fmla="*/ 129 w 353"/>
              <a:gd name="T59" fmla="*/ 105 h 354"/>
              <a:gd name="T60" fmla="*/ 249 w 353"/>
              <a:gd name="T61" fmla="*/ 113 h 354"/>
              <a:gd name="T62" fmla="*/ 249 w 353"/>
              <a:gd name="T63" fmla="*/ 97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353" h="354">
                <a:moveTo>
                  <a:pt x="257" y="65"/>
                </a:moveTo>
                <a:cubicBezTo>
                  <a:pt x="32" y="65"/>
                  <a:pt x="32" y="65"/>
                  <a:pt x="32" y="65"/>
                </a:cubicBezTo>
                <a:cubicBezTo>
                  <a:pt x="15" y="65"/>
                  <a:pt x="0" y="79"/>
                  <a:pt x="0" y="97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5" y="354"/>
                  <a:pt x="32" y="354"/>
                </a:cubicBezTo>
                <a:cubicBezTo>
                  <a:pt x="257" y="354"/>
                  <a:pt x="257" y="354"/>
                  <a:pt x="257" y="354"/>
                </a:cubicBezTo>
                <a:cubicBezTo>
                  <a:pt x="275" y="354"/>
                  <a:pt x="289" y="339"/>
                  <a:pt x="289" y="321"/>
                </a:cubicBezTo>
                <a:cubicBezTo>
                  <a:pt x="289" y="97"/>
                  <a:pt x="289" y="97"/>
                  <a:pt x="289" y="97"/>
                </a:cubicBezTo>
                <a:cubicBezTo>
                  <a:pt x="289" y="79"/>
                  <a:pt x="275" y="65"/>
                  <a:pt x="257" y="65"/>
                </a:cubicBezTo>
                <a:moveTo>
                  <a:pt x="273" y="321"/>
                </a:moveTo>
                <a:cubicBezTo>
                  <a:pt x="273" y="330"/>
                  <a:pt x="266" y="338"/>
                  <a:pt x="257" y="338"/>
                </a:cubicBezTo>
                <a:cubicBezTo>
                  <a:pt x="32" y="338"/>
                  <a:pt x="32" y="338"/>
                  <a:pt x="32" y="338"/>
                </a:cubicBezTo>
                <a:cubicBezTo>
                  <a:pt x="23" y="338"/>
                  <a:pt x="16" y="330"/>
                  <a:pt x="16" y="321"/>
                </a:cubicBezTo>
                <a:cubicBezTo>
                  <a:pt x="16" y="145"/>
                  <a:pt x="16" y="145"/>
                  <a:pt x="16" y="145"/>
                </a:cubicBezTo>
                <a:cubicBezTo>
                  <a:pt x="273" y="145"/>
                  <a:pt x="273" y="145"/>
                  <a:pt x="273" y="145"/>
                </a:cubicBezTo>
                <a:lnTo>
                  <a:pt x="273" y="321"/>
                </a:lnTo>
                <a:close/>
                <a:moveTo>
                  <a:pt x="273" y="129"/>
                </a:moveTo>
                <a:cubicBezTo>
                  <a:pt x="16" y="129"/>
                  <a:pt x="16" y="129"/>
                  <a:pt x="16" y="129"/>
                </a:cubicBezTo>
                <a:cubicBezTo>
                  <a:pt x="16" y="97"/>
                  <a:pt x="16" y="97"/>
                  <a:pt x="16" y="97"/>
                </a:cubicBezTo>
                <a:cubicBezTo>
                  <a:pt x="16" y="88"/>
                  <a:pt x="23" y="81"/>
                  <a:pt x="32" y="81"/>
                </a:cubicBezTo>
                <a:cubicBezTo>
                  <a:pt x="257" y="81"/>
                  <a:pt x="257" y="81"/>
                  <a:pt x="257" y="81"/>
                </a:cubicBezTo>
                <a:cubicBezTo>
                  <a:pt x="266" y="81"/>
                  <a:pt x="273" y="88"/>
                  <a:pt x="273" y="97"/>
                </a:cubicBezTo>
                <a:lnTo>
                  <a:pt x="273" y="129"/>
                </a:lnTo>
                <a:close/>
                <a:moveTo>
                  <a:pt x="72" y="97"/>
                </a:moveTo>
                <a:cubicBezTo>
                  <a:pt x="68" y="97"/>
                  <a:pt x="64" y="100"/>
                  <a:pt x="64" y="105"/>
                </a:cubicBezTo>
                <a:cubicBezTo>
                  <a:pt x="64" y="109"/>
                  <a:pt x="68" y="113"/>
                  <a:pt x="72" y="113"/>
                </a:cubicBezTo>
                <a:cubicBezTo>
                  <a:pt x="77" y="113"/>
                  <a:pt x="81" y="109"/>
                  <a:pt x="81" y="105"/>
                </a:cubicBezTo>
                <a:cubicBezTo>
                  <a:pt x="81" y="100"/>
                  <a:pt x="77" y="97"/>
                  <a:pt x="72" y="97"/>
                </a:cubicBezTo>
                <a:moveTo>
                  <a:pt x="40" y="97"/>
                </a:moveTo>
                <a:cubicBezTo>
                  <a:pt x="36" y="97"/>
                  <a:pt x="32" y="100"/>
                  <a:pt x="32" y="105"/>
                </a:cubicBezTo>
                <a:cubicBezTo>
                  <a:pt x="32" y="109"/>
                  <a:pt x="36" y="113"/>
                  <a:pt x="40" y="113"/>
                </a:cubicBezTo>
                <a:cubicBezTo>
                  <a:pt x="45" y="113"/>
                  <a:pt x="48" y="109"/>
                  <a:pt x="48" y="105"/>
                </a:cubicBezTo>
                <a:cubicBezTo>
                  <a:pt x="48" y="100"/>
                  <a:pt x="45" y="97"/>
                  <a:pt x="40" y="97"/>
                </a:cubicBezTo>
                <a:moveTo>
                  <a:pt x="321" y="0"/>
                </a:moveTo>
                <a:cubicBezTo>
                  <a:pt x="97" y="0"/>
                  <a:pt x="97" y="0"/>
                  <a:pt x="97" y="0"/>
                </a:cubicBezTo>
                <a:cubicBezTo>
                  <a:pt x="79" y="0"/>
                  <a:pt x="64" y="15"/>
                  <a:pt x="64" y="32"/>
                </a:cubicBezTo>
                <a:cubicBezTo>
                  <a:pt x="64" y="41"/>
                  <a:pt x="64" y="41"/>
                  <a:pt x="64" y="41"/>
                </a:cubicBezTo>
                <a:cubicBezTo>
                  <a:pt x="64" y="45"/>
                  <a:pt x="68" y="49"/>
                  <a:pt x="72" y="49"/>
                </a:cubicBezTo>
                <a:cubicBezTo>
                  <a:pt x="77" y="49"/>
                  <a:pt x="81" y="45"/>
                  <a:pt x="81" y="41"/>
                </a:cubicBezTo>
                <a:cubicBezTo>
                  <a:pt x="81" y="32"/>
                  <a:pt x="81" y="32"/>
                  <a:pt x="81" y="32"/>
                </a:cubicBezTo>
                <a:cubicBezTo>
                  <a:pt x="81" y="24"/>
                  <a:pt x="88" y="16"/>
                  <a:pt x="97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4"/>
                  <a:pt x="337" y="32"/>
                </a:cubicBezTo>
                <a:cubicBezTo>
                  <a:pt x="337" y="257"/>
                  <a:pt x="337" y="257"/>
                  <a:pt x="337" y="257"/>
                </a:cubicBezTo>
                <a:cubicBezTo>
                  <a:pt x="337" y="266"/>
                  <a:pt x="330" y="273"/>
                  <a:pt x="321" y="273"/>
                </a:cubicBezTo>
                <a:cubicBezTo>
                  <a:pt x="313" y="273"/>
                  <a:pt x="313" y="273"/>
                  <a:pt x="313" y="273"/>
                </a:cubicBezTo>
                <a:cubicBezTo>
                  <a:pt x="309" y="273"/>
                  <a:pt x="305" y="277"/>
                  <a:pt x="305" y="281"/>
                </a:cubicBezTo>
                <a:cubicBezTo>
                  <a:pt x="305" y="286"/>
                  <a:pt x="309" y="289"/>
                  <a:pt x="313" y="289"/>
                </a:cubicBezTo>
                <a:cubicBezTo>
                  <a:pt x="321" y="289"/>
                  <a:pt x="321" y="289"/>
                  <a:pt x="321" y="289"/>
                </a:cubicBezTo>
                <a:cubicBezTo>
                  <a:pt x="339" y="289"/>
                  <a:pt x="353" y="275"/>
                  <a:pt x="353" y="257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15"/>
                  <a:pt x="339" y="0"/>
                  <a:pt x="321" y="0"/>
                </a:cubicBezTo>
                <a:moveTo>
                  <a:pt x="105" y="97"/>
                </a:moveTo>
                <a:cubicBezTo>
                  <a:pt x="100" y="97"/>
                  <a:pt x="97" y="100"/>
                  <a:pt x="97" y="105"/>
                </a:cubicBezTo>
                <a:cubicBezTo>
                  <a:pt x="97" y="109"/>
                  <a:pt x="100" y="113"/>
                  <a:pt x="105" y="113"/>
                </a:cubicBezTo>
                <a:cubicBezTo>
                  <a:pt x="109" y="113"/>
                  <a:pt x="113" y="109"/>
                  <a:pt x="113" y="105"/>
                </a:cubicBezTo>
                <a:cubicBezTo>
                  <a:pt x="113" y="100"/>
                  <a:pt x="109" y="97"/>
                  <a:pt x="105" y="97"/>
                </a:cubicBezTo>
                <a:moveTo>
                  <a:pt x="249" y="97"/>
                </a:moveTo>
                <a:cubicBezTo>
                  <a:pt x="137" y="97"/>
                  <a:pt x="137" y="97"/>
                  <a:pt x="137" y="97"/>
                </a:cubicBezTo>
                <a:cubicBezTo>
                  <a:pt x="132" y="97"/>
                  <a:pt x="129" y="100"/>
                  <a:pt x="129" y="105"/>
                </a:cubicBezTo>
                <a:cubicBezTo>
                  <a:pt x="129" y="109"/>
                  <a:pt x="132" y="113"/>
                  <a:pt x="137" y="113"/>
                </a:cubicBezTo>
                <a:cubicBezTo>
                  <a:pt x="249" y="113"/>
                  <a:pt x="249" y="113"/>
                  <a:pt x="249" y="113"/>
                </a:cubicBezTo>
                <a:cubicBezTo>
                  <a:pt x="254" y="113"/>
                  <a:pt x="257" y="109"/>
                  <a:pt x="257" y="105"/>
                </a:cubicBezTo>
                <a:cubicBezTo>
                  <a:pt x="257" y="100"/>
                  <a:pt x="254" y="97"/>
                  <a:pt x="249" y="97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0" name="Freeform 30"/>
          <p:cNvSpPr>
            <a:spLocks noEditPoints="1"/>
          </p:cNvSpPr>
          <p:nvPr/>
        </p:nvSpPr>
        <p:spPr bwMode="auto">
          <a:xfrm>
            <a:off x="6360584" y="3219452"/>
            <a:ext cx="577851" cy="421217"/>
          </a:xfrm>
          <a:custGeom>
            <a:avLst/>
            <a:gdLst>
              <a:gd name="T0" fmla="*/ 321 w 353"/>
              <a:gd name="T1" fmla="*/ 0 h 256"/>
              <a:gd name="T2" fmla="*/ 32 w 353"/>
              <a:gd name="T3" fmla="*/ 0 h 256"/>
              <a:gd name="T4" fmla="*/ 0 w 353"/>
              <a:gd name="T5" fmla="*/ 32 h 256"/>
              <a:gd name="T6" fmla="*/ 0 w 353"/>
              <a:gd name="T7" fmla="*/ 224 h 256"/>
              <a:gd name="T8" fmla="*/ 32 w 353"/>
              <a:gd name="T9" fmla="*/ 256 h 256"/>
              <a:gd name="T10" fmla="*/ 321 w 353"/>
              <a:gd name="T11" fmla="*/ 256 h 256"/>
              <a:gd name="T12" fmla="*/ 353 w 353"/>
              <a:gd name="T13" fmla="*/ 224 h 256"/>
              <a:gd name="T14" fmla="*/ 353 w 353"/>
              <a:gd name="T15" fmla="*/ 32 h 256"/>
              <a:gd name="T16" fmla="*/ 321 w 353"/>
              <a:gd name="T17" fmla="*/ 0 h 256"/>
              <a:gd name="T18" fmla="*/ 32 w 353"/>
              <a:gd name="T19" fmla="*/ 16 h 256"/>
              <a:gd name="T20" fmla="*/ 321 w 353"/>
              <a:gd name="T21" fmla="*/ 16 h 256"/>
              <a:gd name="T22" fmla="*/ 326 w 353"/>
              <a:gd name="T23" fmla="*/ 17 h 256"/>
              <a:gd name="T24" fmla="*/ 187 w 353"/>
              <a:gd name="T25" fmla="*/ 156 h 256"/>
              <a:gd name="T26" fmla="*/ 176 w 353"/>
              <a:gd name="T27" fmla="*/ 160 h 256"/>
              <a:gd name="T28" fmla="*/ 165 w 353"/>
              <a:gd name="T29" fmla="*/ 156 h 256"/>
              <a:gd name="T30" fmla="*/ 26 w 353"/>
              <a:gd name="T31" fmla="*/ 17 h 256"/>
              <a:gd name="T32" fmla="*/ 32 w 353"/>
              <a:gd name="T33" fmla="*/ 16 h 256"/>
              <a:gd name="T34" fmla="*/ 16 w 353"/>
              <a:gd name="T35" fmla="*/ 224 h 256"/>
              <a:gd name="T36" fmla="*/ 16 w 353"/>
              <a:gd name="T37" fmla="*/ 32 h 256"/>
              <a:gd name="T38" fmla="*/ 16 w 353"/>
              <a:gd name="T39" fmla="*/ 29 h 256"/>
              <a:gd name="T40" fmla="*/ 115 w 353"/>
              <a:gd name="T41" fmla="*/ 128 h 256"/>
              <a:gd name="T42" fmla="*/ 16 w 353"/>
              <a:gd name="T43" fmla="*/ 227 h 256"/>
              <a:gd name="T44" fmla="*/ 16 w 353"/>
              <a:gd name="T45" fmla="*/ 224 h 256"/>
              <a:gd name="T46" fmla="*/ 321 w 353"/>
              <a:gd name="T47" fmla="*/ 240 h 256"/>
              <a:gd name="T48" fmla="*/ 32 w 353"/>
              <a:gd name="T49" fmla="*/ 240 h 256"/>
              <a:gd name="T50" fmla="*/ 26 w 353"/>
              <a:gd name="T51" fmla="*/ 239 h 256"/>
              <a:gd name="T52" fmla="*/ 126 w 353"/>
              <a:gd name="T53" fmla="*/ 139 h 256"/>
              <a:gd name="T54" fmla="*/ 154 w 353"/>
              <a:gd name="T55" fmla="*/ 167 h 256"/>
              <a:gd name="T56" fmla="*/ 176 w 353"/>
              <a:gd name="T57" fmla="*/ 176 h 256"/>
              <a:gd name="T58" fmla="*/ 198 w 353"/>
              <a:gd name="T59" fmla="*/ 167 h 256"/>
              <a:gd name="T60" fmla="*/ 226 w 353"/>
              <a:gd name="T61" fmla="*/ 139 h 256"/>
              <a:gd name="T62" fmla="*/ 326 w 353"/>
              <a:gd name="T63" fmla="*/ 239 h 256"/>
              <a:gd name="T64" fmla="*/ 321 w 353"/>
              <a:gd name="T65" fmla="*/ 240 h 256"/>
              <a:gd name="T66" fmla="*/ 337 w 353"/>
              <a:gd name="T67" fmla="*/ 224 h 256"/>
              <a:gd name="T68" fmla="*/ 336 w 353"/>
              <a:gd name="T69" fmla="*/ 227 h 256"/>
              <a:gd name="T70" fmla="*/ 237 w 353"/>
              <a:gd name="T71" fmla="*/ 128 h 256"/>
              <a:gd name="T72" fmla="*/ 336 w 353"/>
              <a:gd name="T73" fmla="*/ 29 h 256"/>
              <a:gd name="T74" fmla="*/ 337 w 353"/>
              <a:gd name="T75" fmla="*/ 32 h 256"/>
              <a:gd name="T76" fmla="*/ 337 w 353"/>
              <a:gd name="T77" fmla="*/ 224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353" h="256">
                <a:moveTo>
                  <a:pt x="321" y="0"/>
                </a:move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4"/>
                  <a:pt x="0" y="32"/>
                </a:cubicBezTo>
                <a:cubicBezTo>
                  <a:pt x="0" y="224"/>
                  <a:pt x="0" y="224"/>
                  <a:pt x="0" y="224"/>
                </a:cubicBezTo>
                <a:cubicBezTo>
                  <a:pt x="0" y="242"/>
                  <a:pt x="14" y="256"/>
                  <a:pt x="32" y="256"/>
                </a:cubicBezTo>
                <a:cubicBezTo>
                  <a:pt x="321" y="256"/>
                  <a:pt x="321" y="256"/>
                  <a:pt x="321" y="256"/>
                </a:cubicBezTo>
                <a:cubicBezTo>
                  <a:pt x="338" y="256"/>
                  <a:pt x="353" y="242"/>
                  <a:pt x="353" y="224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14"/>
                  <a:pt x="338" y="0"/>
                  <a:pt x="321" y="0"/>
                </a:cubicBezTo>
                <a:moveTo>
                  <a:pt x="32" y="16"/>
                </a:moveTo>
                <a:cubicBezTo>
                  <a:pt x="321" y="16"/>
                  <a:pt x="321" y="16"/>
                  <a:pt x="321" y="16"/>
                </a:cubicBezTo>
                <a:cubicBezTo>
                  <a:pt x="323" y="16"/>
                  <a:pt x="324" y="16"/>
                  <a:pt x="326" y="17"/>
                </a:cubicBezTo>
                <a:cubicBezTo>
                  <a:pt x="187" y="156"/>
                  <a:pt x="187" y="156"/>
                  <a:pt x="187" y="156"/>
                </a:cubicBezTo>
                <a:cubicBezTo>
                  <a:pt x="184" y="158"/>
                  <a:pt x="180" y="160"/>
                  <a:pt x="176" y="160"/>
                </a:cubicBezTo>
                <a:cubicBezTo>
                  <a:pt x="172" y="160"/>
                  <a:pt x="168" y="158"/>
                  <a:pt x="165" y="156"/>
                </a:cubicBezTo>
                <a:cubicBezTo>
                  <a:pt x="26" y="17"/>
                  <a:pt x="26" y="17"/>
                  <a:pt x="26" y="17"/>
                </a:cubicBezTo>
                <a:cubicBezTo>
                  <a:pt x="28" y="16"/>
                  <a:pt x="30" y="16"/>
                  <a:pt x="32" y="16"/>
                </a:cubicBezTo>
                <a:moveTo>
                  <a:pt x="16" y="224"/>
                </a:moveTo>
                <a:cubicBezTo>
                  <a:pt x="16" y="32"/>
                  <a:pt x="16" y="32"/>
                  <a:pt x="16" y="32"/>
                </a:cubicBezTo>
                <a:cubicBezTo>
                  <a:pt x="16" y="31"/>
                  <a:pt x="16" y="30"/>
                  <a:pt x="16" y="29"/>
                </a:cubicBezTo>
                <a:cubicBezTo>
                  <a:pt x="115" y="128"/>
                  <a:pt x="115" y="128"/>
                  <a:pt x="115" y="128"/>
                </a:cubicBezTo>
                <a:cubicBezTo>
                  <a:pt x="16" y="227"/>
                  <a:pt x="16" y="227"/>
                  <a:pt x="16" y="227"/>
                </a:cubicBezTo>
                <a:cubicBezTo>
                  <a:pt x="16" y="226"/>
                  <a:pt x="16" y="225"/>
                  <a:pt x="16" y="224"/>
                </a:cubicBezTo>
                <a:moveTo>
                  <a:pt x="321" y="240"/>
                </a:moveTo>
                <a:cubicBezTo>
                  <a:pt x="32" y="240"/>
                  <a:pt x="32" y="240"/>
                  <a:pt x="32" y="240"/>
                </a:cubicBezTo>
                <a:cubicBezTo>
                  <a:pt x="30" y="240"/>
                  <a:pt x="28" y="240"/>
                  <a:pt x="26" y="239"/>
                </a:cubicBezTo>
                <a:cubicBezTo>
                  <a:pt x="126" y="139"/>
                  <a:pt x="126" y="139"/>
                  <a:pt x="126" y="139"/>
                </a:cubicBezTo>
                <a:cubicBezTo>
                  <a:pt x="154" y="167"/>
                  <a:pt x="154" y="167"/>
                  <a:pt x="154" y="167"/>
                </a:cubicBezTo>
                <a:cubicBezTo>
                  <a:pt x="160" y="173"/>
                  <a:pt x="168" y="176"/>
                  <a:pt x="176" y="176"/>
                </a:cubicBezTo>
                <a:cubicBezTo>
                  <a:pt x="184" y="176"/>
                  <a:pt x="192" y="173"/>
                  <a:pt x="198" y="167"/>
                </a:cubicBezTo>
                <a:cubicBezTo>
                  <a:pt x="226" y="139"/>
                  <a:pt x="226" y="139"/>
                  <a:pt x="226" y="139"/>
                </a:cubicBezTo>
                <a:cubicBezTo>
                  <a:pt x="326" y="239"/>
                  <a:pt x="326" y="239"/>
                  <a:pt x="326" y="239"/>
                </a:cubicBezTo>
                <a:cubicBezTo>
                  <a:pt x="324" y="240"/>
                  <a:pt x="323" y="240"/>
                  <a:pt x="321" y="240"/>
                </a:cubicBezTo>
                <a:moveTo>
                  <a:pt x="337" y="224"/>
                </a:moveTo>
                <a:cubicBezTo>
                  <a:pt x="337" y="225"/>
                  <a:pt x="337" y="226"/>
                  <a:pt x="336" y="227"/>
                </a:cubicBezTo>
                <a:cubicBezTo>
                  <a:pt x="237" y="128"/>
                  <a:pt x="237" y="128"/>
                  <a:pt x="237" y="128"/>
                </a:cubicBezTo>
                <a:cubicBezTo>
                  <a:pt x="336" y="29"/>
                  <a:pt x="336" y="29"/>
                  <a:pt x="336" y="29"/>
                </a:cubicBezTo>
                <a:cubicBezTo>
                  <a:pt x="337" y="30"/>
                  <a:pt x="337" y="31"/>
                  <a:pt x="337" y="32"/>
                </a:cubicBezTo>
                <a:lnTo>
                  <a:pt x="337" y="22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1" name="Freeform 31"/>
          <p:cNvSpPr>
            <a:spLocks noEditPoints="1"/>
          </p:cNvSpPr>
          <p:nvPr/>
        </p:nvSpPr>
        <p:spPr bwMode="auto">
          <a:xfrm>
            <a:off x="7463367" y="3206752"/>
            <a:ext cx="577851" cy="446617"/>
          </a:xfrm>
          <a:custGeom>
            <a:avLst/>
            <a:gdLst>
              <a:gd name="T0" fmla="*/ 321 w 353"/>
              <a:gd name="T1" fmla="*/ 0 h 272"/>
              <a:gd name="T2" fmla="*/ 96 w 353"/>
              <a:gd name="T3" fmla="*/ 0 h 272"/>
              <a:gd name="T4" fmla="*/ 64 w 353"/>
              <a:gd name="T5" fmla="*/ 32 h 272"/>
              <a:gd name="T6" fmla="*/ 64 w 353"/>
              <a:gd name="T7" fmla="*/ 40 h 272"/>
              <a:gd name="T8" fmla="*/ 72 w 353"/>
              <a:gd name="T9" fmla="*/ 48 h 272"/>
              <a:gd name="T10" fmla="*/ 80 w 353"/>
              <a:gd name="T11" fmla="*/ 40 h 272"/>
              <a:gd name="T12" fmla="*/ 80 w 353"/>
              <a:gd name="T13" fmla="*/ 32 h 272"/>
              <a:gd name="T14" fmla="*/ 96 w 353"/>
              <a:gd name="T15" fmla="*/ 16 h 272"/>
              <a:gd name="T16" fmla="*/ 321 w 353"/>
              <a:gd name="T17" fmla="*/ 16 h 272"/>
              <a:gd name="T18" fmla="*/ 337 w 353"/>
              <a:gd name="T19" fmla="*/ 32 h 272"/>
              <a:gd name="T20" fmla="*/ 337 w 353"/>
              <a:gd name="T21" fmla="*/ 176 h 272"/>
              <a:gd name="T22" fmla="*/ 321 w 353"/>
              <a:gd name="T23" fmla="*/ 192 h 272"/>
              <a:gd name="T24" fmla="*/ 313 w 353"/>
              <a:gd name="T25" fmla="*/ 192 h 272"/>
              <a:gd name="T26" fmla="*/ 305 w 353"/>
              <a:gd name="T27" fmla="*/ 200 h 272"/>
              <a:gd name="T28" fmla="*/ 313 w 353"/>
              <a:gd name="T29" fmla="*/ 208 h 272"/>
              <a:gd name="T30" fmla="*/ 321 w 353"/>
              <a:gd name="T31" fmla="*/ 208 h 272"/>
              <a:gd name="T32" fmla="*/ 353 w 353"/>
              <a:gd name="T33" fmla="*/ 176 h 272"/>
              <a:gd name="T34" fmla="*/ 353 w 353"/>
              <a:gd name="T35" fmla="*/ 32 h 272"/>
              <a:gd name="T36" fmla="*/ 321 w 353"/>
              <a:gd name="T37" fmla="*/ 0 h 272"/>
              <a:gd name="T38" fmla="*/ 257 w 353"/>
              <a:gd name="T39" fmla="*/ 64 h 272"/>
              <a:gd name="T40" fmla="*/ 32 w 353"/>
              <a:gd name="T41" fmla="*/ 64 h 272"/>
              <a:gd name="T42" fmla="*/ 0 w 353"/>
              <a:gd name="T43" fmla="*/ 96 h 272"/>
              <a:gd name="T44" fmla="*/ 0 w 353"/>
              <a:gd name="T45" fmla="*/ 240 h 272"/>
              <a:gd name="T46" fmla="*/ 32 w 353"/>
              <a:gd name="T47" fmla="*/ 272 h 272"/>
              <a:gd name="T48" fmla="*/ 257 w 353"/>
              <a:gd name="T49" fmla="*/ 272 h 272"/>
              <a:gd name="T50" fmla="*/ 289 w 353"/>
              <a:gd name="T51" fmla="*/ 240 h 272"/>
              <a:gd name="T52" fmla="*/ 289 w 353"/>
              <a:gd name="T53" fmla="*/ 96 h 272"/>
              <a:gd name="T54" fmla="*/ 257 w 353"/>
              <a:gd name="T55" fmla="*/ 64 h 272"/>
              <a:gd name="T56" fmla="*/ 32 w 353"/>
              <a:gd name="T57" fmla="*/ 80 h 272"/>
              <a:gd name="T58" fmla="*/ 257 w 353"/>
              <a:gd name="T59" fmla="*/ 80 h 272"/>
              <a:gd name="T60" fmla="*/ 267 w 353"/>
              <a:gd name="T61" fmla="*/ 84 h 272"/>
              <a:gd name="T62" fmla="*/ 155 w 353"/>
              <a:gd name="T63" fmla="*/ 196 h 272"/>
              <a:gd name="T64" fmla="*/ 144 w 353"/>
              <a:gd name="T65" fmla="*/ 200 h 272"/>
              <a:gd name="T66" fmla="*/ 133 w 353"/>
              <a:gd name="T67" fmla="*/ 196 h 272"/>
              <a:gd name="T68" fmla="*/ 22 w 353"/>
              <a:gd name="T69" fmla="*/ 84 h 272"/>
              <a:gd name="T70" fmla="*/ 32 w 353"/>
              <a:gd name="T71" fmla="*/ 80 h 272"/>
              <a:gd name="T72" fmla="*/ 16 w 353"/>
              <a:gd name="T73" fmla="*/ 101 h 272"/>
              <a:gd name="T74" fmla="*/ 83 w 353"/>
              <a:gd name="T75" fmla="*/ 168 h 272"/>
              <a:gd name="T76" fmla="*/ 16 w 353"/>
              <a:gd name="T77" fmla="*/ 235 h 272"/>
              <a:gd name="T78" fmla="*/ 16 w 353"/>
              <a:gd name="T79" fmla="*/ 101 h 272"/>
              <a:gd name="T80" fmla="*/ 257 w 353"/>
              <a:gd name="T81" fmla="*/ 256 h 272"/>
              <a:gd name="T82" fmla="*/ 32 w 353"/>
              <a:gd name="T83" fmla="*/ 256 h 272"/>
              <a:gd name="T84" fmla="*/ 22 w 353"/>
              <a:gd name="T85" fmla="*/ 252 h 272"/>
              <a:gd name="T86" fmla="*/ 95 w 353"/>
              <a:gd name="T87" fmla="*/ 179 h 272"/>
              <a:gd name="T88" fmla="*/ 122 w 353"/>
              <a:gd name="T89" fmla="*/ 207 h 272"/>
              <a:gd name="T90" fmla="*/ 144 w 353"/>
              <a:gd name="T91" fmla="*/ 216 h 272"/>
              <a:gd name="T92" fmla="*/ 167 w 353"/>
              <a:gd name="T93" fmla="*/ 207 h 272"/>
              <a:gd name="T94" fmla="*/ 194 w 353"/>
              <a:gd name="T95" fmla="*/ 179 h 272"/>
              <a:gd name="T96" fmla="*/ 267 w 353"/>
              <a:gd name="T97" fmla="*/ 252 h 272"/>
              <a:gd name="T98" fmla="*/ 257 w 353"/>
              <a:gd name="T99" fmla="*/ 256 h 272"/>
              <a:gd name="T100" fmla="*/ 273 w 353"/>
              <a:gd name="T101" fmla="*/ 235 h 272"/>
              <a:gd name="T102" fmla="*/ 206 w 353"/>
              <a:gd name="T103" fmla="*/ 168 h 272"/>
              <a:gd name="T104" fmla="*/ 273 w 353"/>
              <a:gd name="T105" fmla="*/ 101 h 272"/>
              <a:gd name="T106" fmla="*/ 273 w 353"/>
              <a:gd name="T107" fmla="*/ 235 h 2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353" h="272">
                <a:moveTo>
                  <a:pt x="321" y="0"/>
                </a:moveTo>
                <a:cubicBezTo>
                  <a:pt x="96" y="0"/>
                  <a:pt x="96" y="0"/>
                  <a:pt x="96" y="0"/>
                </a:cubicBezTo>
                <a:cubicBezTo>
                  <a:pt x="78" y="0"/>
                  <a:pt x="64" y="14"/>
                  <a:pt x="64" y="32"/>
                </a:cubicBezTo>
                <a:cubicBezTo>
                  <a:pt x="64" y="40"/>
                  <a:pt x="64" y="40"/>
                  <a:pt x="64" y="40"/>
                </a:cubicBezTo>
                <a:cubicBezTo>
                  <a:pt x="64" y="44"/>
                  <a:pt x="68" y="48"/>
                  <a:pt x="72" y="48"/>
                </a:cubicBezTo>
                <a:cubicBezTo>
                  <a:pt x="77" y="48"/>
                  <a:pt x="80" y="44"/>
                  <a:pt x="80" y="40"/>
                </a:cubicBezTo>
                <a:cubicBezTo>
                  <a:pt x="80" y="32"/>
                  <a:pt x="80" y="32"/>
                  <a:pt x="80" y="32"/>
                </a:cubicBezTo>
                <a:cubicBezTo>
                  <a:pt x="80" y="23"/>
                  <a:pt x="87" y="16"/>
                  <a:pt x="96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3"/>
                  <a:pt x="337" y="32"/>
                </a:cubicBezTo>
                <a:cubicBezTo>
                  <a:pt x="337" y="176"/>
                  <a:pt x="337" y="176"/>
                  <a:pt x="337" y="176"/>
                </a:cubicBezTo>
                <a:cubicBezTo>
                  <a:pt x="337" y="185"/>
                  <a:pt x="330" y="192"/>
                  <a:pt x="321" y="192"/>
                </a:cubicBezTo>
                <a:cubicBezTo>
                  <a:pt x="313" y="192"/>
                  <a:pt x="313" y="192"/>
                  <a:pt x="313" y="192"/>
                </a:cubicBezTo>
                <a:cubicBezTo>
                  <a:pt x="309" y="192"/>
                  <a:pt x="305" y="196"/>
                  <a:pt x="305" y="200"/>
                </a:cubicBezTo>
                <a:cubicBezTo>
                  <a:pt x="305" y="205"/>
                  <a:pt x="309" y="208"/>
                  <a:pt x="313" y="208"/>
                </a:cubicBezTo>
                <a:cubicBezTo>
                  <a:pt x="321" y="208"/>
                  <a:pt x="321" y="208"/>
                  <a:pt x="321" y="208"/>
                </a:cubicBezTo>
                <a:cubicBezTo>
                  <a:pt x="339" y="208"/>
                  <a:pt x="353" y="194"/>
                  <a:pt x="353" y="176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14"/>
                  <a:pt x="339" y="0"/>
                  <a:pt x="321" y="0"/>
                </a:cubicBezTo>
                <a:moveTo>
                  <a:pt x="257" y="64"/>
                </a:moveTo>
                <a:cubicBezTo>
                  <a:pt x="32" y="64"/>
                  <a:pt x="32" y="64"/>
                  <a:pt x="32" y="64"/>
                </a:cubicBezTo>
                <a:cubicBezTo>
                  <a:pt x="14" y="64"/>
                  <a:pt x="0" y="78"/>
                  <a:pt x="0" y="96"/>
                </a:cubicBezTo>
                <a:cubicBezTo>
                  <a:pt x="0" y="240"/>
                  <a:pt x="0" y="240"/>
                  <a:pt x="0" y="240"/>
                </a:cubicBezTo>
                <a:cubicBezTo>
                  <a:pt x="0" y="258"/>
                  <a:pt x="14" y="272"/>
                  <a:pt x="32" y="272"/>
                </a:cubicBezTo>
                <a:cubicBezTo>
                  <a:pt x="257" y="272"/>
                  <a:pt x="257" y="272"/>
                  <a:pt x="257" y="272"/>
                </a:cubicBezTo>
                <a:cubicBezTo>
                  <a:pt x="275" y="272"/>
                  <a:pt x="289" y="258"/>
                  <a:pt x="289" y="240"/>
                </a:cubicBezTo>
                <a:cubicBezTo>
                  <a:pt x="289" y="96"/>
                  <a:pt x="289" y="96"/>
                  <a:pt x="289" y="96"/>
                </a:cubicBezTo>
                <a:cubicBezTo>
                  <a:pt x="289" y="78"/>
                  <a:pt x="275" y="64"/>
                  <a:pt x="257" y="64"/>
                </a:cubicBezTo>
                <a:moveTo>
                  <a:pt x="32" y="80"/>
                </a:moveTo>
                <a:cubicBezTo>
                  <a:pt x="257" y="80"/>
                  <a:pt x="257" y="80"/>
                  <a:pt x="257" y="80"/>
                </a:cubicBezTo>
                <a:cubicBezTo>
                  <a:pt x="261" y="80"/>
                  <a:pt x="264" y="81"/>
                  <a:pt x="267" y="84"/>
                </a:cubicBezTo>
                <a:cubicBezTo>
                  <a:pt x="155" y="196"/>
                  <a:pt x="155" y="196"/>
                  <a:pt x="155" y="196"/>
                </a:cubicBezTo>
                <a:cubicBezTo>
                  <a:pt x="152" y="199"/>
                  <a:pt x="148" y="200"/>
                  <a:pt x="144" y="200"/>
                </a:cubicBezTo>
                <a:cubicBezTo>
                  <a:pt x="140" y="200"/>
                  <a:pt x="136" y="199"/>
                  <a:pt x="133" y="196"/>
                </a:cubicBezTo>
                <a:cubicBezTo>
                  <a:pt x="22" y="84"/>
                  <a:pt x="22" y="84"/>
                  <a:pt x="22" y="84"/>
                </a:cubicBezTo>
                <a:cubicBezTo>
                  <a:pt x="24" y="81"/>
                  <a:pt x="28" y="80"/>
                  <a:pt x="32" y="80"/>
                </a:cubicBezTo>
                <a:moveTo>
                  <a:pt x="16" y="101"/>
                </a:moveTo>
                <a:cubicBezTo>
                  <a:pt x="83" y="168"/>
                  <a:pt x="83" y="168"/>
                  <a:pt x="83" y="168"/>
                </a:cubicBezTo>
                <a:cubicBezTo>
                  <a:pt x="16" y="235"/>
                  <a:pt x="16" y="235"/>
                  <a:pt x="16" y="235"/>
                </a:cubicBezTo>
                <a:lnTo>
                  <a:pt x="16" y="101"/>
                </a:lnTo>
                <a:close/>
                <a:moveTo>
                  <a:pt x="257" y="256"/>
                </a:moveTo>
                <a:cubicBezTo>
                  <a:pt x="32" y="256"/>
                  <a:pt x="32" y="256"/>
                  <a:pt x="32" y="256"/>
                </a:cubicBezTo>
                <a:cubicBezTo>
                  <a:pt x="28" y="256"/>
                  <a:pt x="24" y="255"/>
                  <a:pt x="22" y="252"/>
                </a:cubicBezTo>
                <a:cubicBezTo>
                  <a:pt x="95" y="179"/>
                  <a:pt x="95" y="179"/>
                  <a:pt x="95" y="179"/>
                </a:cubicBezTo>
                <a:cubicBezTo>
                  <a:pt x="122" y="207"/>
                  <a:pt x="122" y="207"/>
                  <a:pt x="122" y="207"/>
                </a:cubicBezTo>
                <a:cubicBezTo>
                  <a:pt x="128" y="213"/>
                  <a:pt x="136" y="216"/>
                  <a:pt x="144" y="216"/>
                </a:cubicBezTo>
                <a:cubicBezTo>
                  <a:pt x="152" y="216"/>
                  <a:pt x="160" y="213"/>
                  <a:pt x="167" y="207"/>
                </a:cubicBezTo>
                <a:cubicBezTo>
                  <a:pt x="194" y="179"/>
                  <a:pt x="194" y="179"/>
                  <a:pt x="194" y="179"/>
                </a:cubicBezTo>
                <a:cubicBezTo>
                  <a:pt x="267" y="252"/>
                  <a:pt x="267" y="252"/>
                  <a:pt x="267" y="252"/>
                </a:cubicBezTo>
                <a:cubicBezTo>
                  <a:pt x="264" y="255"/>
                  <a:pt x="261" y="256"/>
                  <a:pt x="257" y="256"/>
                </a:cubicBezTo>
                <a:moveTo>
                  <a:pt x="273" y="235"/>
                </a:moveTo>
                <a:cubicBezTo>
                  <a:pt x="206" y="168"/>
                  <a:pt x="206" y="168"/>
                  <a:pt x="206" y="168"/>
                </a:cubicBezTo>
                <a:cubicBezTo>
                  <a:pt x="273" y="101"/>
                  <a:pt x="273" y="101"/>
                  <a:pt x="273" y="101"/>
                </a:cubicBezTo>
                <a:lnTo>
                  <a:pt x="273" y="23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2" name="Freeform 32"/>
          <p:cNvSpPr>
            <a:spLocks noEditPoints="1"/>
          </p:cNvSpPr>
          <p:nvPr/>
        </p:nvSpPr>
        <p:spPr bwMode="auto">
          <a:xfrm>
            <a:off x="8568267" y="3191935"/>
            <a:ext cx="577851" cy="474133"/>
          </a:xfrm>
          <a:custGeom>
            <a:avLst/>
            <a:gdLst>
              <a:gd name="T0" fmla="*/ 353 w 353"/>
              <a:gd name="T1" fmla="*/ 166 h 289"/>
              <a:gd name="T2" fmla="*/ 353 w 353"/>
              <a:gd name="T3" fmla="*/ 165 h 289"/>
              <a:gd name="T4" fmla="*/ 272 w 353"/>
              <a:gd name="T5" fmla="*/ 5 h 289"/>
              <a:gd name="T6" fmla="*/ 272 w 353"/>
              <a:gd name="T7" fmla="*/ 5 h 289"/>
              <a:gd name="T8" fmla="*/ 265 w 353"/>
              <a:gd name="T9" fmla="*/ 0 h 289"/>
              <a:gd name="T10" fmla="*/ 89 w 353"/>
              <a:gd name="T11" fmla="*/ 0 h 289"/>
              <a:gd name="T12" fmla="*/ 81 w 353"/>
              <a:gd name="T13" fmla="*/ 5 h 289"/>
              <a:gd name="T14" fmla="*/ 81 w 353"/>
              <a:gd name="T15" fmla="*/ 5 h 289"/>
              <a:gd name="T16" fmla="*/ 1 w 353"/>
              <a:gd name="T17" fmla="*/ 165 h 289"/>
              <a:gd name="T18" fmla="*/ 1 w 353"/>
              <a:gd name="T19" fmla="*/ 166 h 289"/>
              <a:gd name="T20" fmla="*/ 0 w 353"/>
              <a:gd name="T21" fmla="*/ 169 h 289"/>
              <a:gd name="T22" fmla="*/ 0 w 353"/>
              <a:gd name="T23" fmla="*/ 281 h 289"/>
              <a:gd name="T24" fmla="*/ 8 w 353"/>
              <a:gd name="T25" fmla="*/ 289 h 289"/>
              <a:gd name="T26" fmla="*/ 345 w 353"/>
              <a:gd name="T27" fmla="*/ 289 h 289"/>
              <a:gd name="T28" fmla="*/ 353 w 353"/>
              <a:gd name="T29" fmla="*/ 281 h 289"/>
              <a:gd name="T30" fmla="*/ 353 w 353"/>
              <a:gd name="T31" fmla="*/ 169 h 289"/>
              <a:gd name="T32" fmla="*/ 353 w 353"/>
              <a:gd name="T33" fmla="*/ 166 h 289"/>
              <a:gd name="T34" fmla="*/ 93 w 353"/>
              <a:gd name="T35" fmla="*/ 17 h 289"/>
              <a:gd name="T36" fmla="*/ 260 w 353"/>
              <a:gd name="T37" fmla="*/ 17 h 289"/>
              <a:gd name="T38" fmla="*/ 332 w 353"/>
              <a:gd name="T39" fmla="*/ 161 h 289"/>
              <a:gd name="T40" fmla="*/ 233 w 353"/>
              <a:gd name="T41" fmla="*/ 161 h 289"/>
              <a:gd name="T42" fmla="*/ 225 w 353"/>
              <a:gd name="T43" fmla="*/ 169 h 289"/>
              <a:gd name="T44" fmla="*/ 177 w 353"/>
              <a:gd name="T45" fmla="*/ 217 h 289"/>
              <a:gd name="T46" fmla="*/ 129 w 353"/>
              <a:gd name="T47" fmla="*/ 169 h 289"/>
              <a:gd name="T48" fmla="*/ 121 w 353"/>
              <a:gd name="T49" fmla="*/ 161 h 289"/>
              <a:gd name="T50" fmla="*/ 21 w 353"/>
              <a:gd name="T51" fmla="*/ 161 h 289"/>
              <a:gd name="T52" fmla="*/ 93 w 353"/>
              <a:gd name="T53" fmla="*/ 17 h 289"/>
              <a:gd name="T54" fmla="*/ 337 w 353"/>
              <a:gd name="T55" fmla="*/ 273 h 289"/>
              <a:gd name="T56" fmla="*/ 16 w 353"/>
              <a:gd name="T57" fmla="*/ 273 h 289"/>
              <a:gd name="T58" fmla="*/ 16 w 353"/>
              <a:gd name="T59" fmla="*/ 177 h 289"/>
              <a:gd name="T60" fmla="*/ 113 w 353"/>
              <a:gd name="T61" fmla="*/ 177 h 289"/>
              <a:gd name="T62" fmla="*/ 177 w 353"/>
              <a:gd name="T63" fmla="*/ 233 h 289"/>
              <a:gd name="T64" fmla="*/ 241 w 353"/>
              <a:gd name="T65" fmla="*/ 177 h 289"/>
              <a:gd name="T66" fmla="*/ 337 w 353"/>
              <a:gd name="T67" fmla="*/ 177 h 289"/>
              <a:gd name="T68" fmla="*/ 337 w 353"/>
              <a:gd name="T69" fmla="*/ 273 h 2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353" h="289">
                <a:moveTo>
                  <a:pt x="353" y="166"/>
                </a:moveTo>
                <a:cubicBezTo>
                  <a:pt x="353" y="165"/>
                  <a:pt x="353" y="165"/>
                  <a:pt x="353" y="165"/>
                </a:cubicBezTo>
                <a:cubicBezTo>
                  <a:pt x="272" y="5"/>
                  <a:pt x="272" y="5"/>
                  <a:pt x="272" y="5"/>
                </a:cubicBezTo>
                <a:cubicBezTo>
                  <a:pt x="272" y="5"/>
                  <a:pt x="272" y="5"/>
                  <a:pt x="272" y="5"/>
                </a:cubicBezTo>
                <a:cubicBezTo>
                  <a:pt x="271" y="2"/>
                  <a:pt x="268" y="0"/>
                  <a:pt x="265" y="0"/>
                </a:cubicBezTo>
                <a:cubicBezTo>
                  <a:pt x="89" y="0"/>
                  <a:pt x="89" y="0"/>
                  <a:pt x="89" y="0"/>
                </a:cubicBezTo>
                <a:cubicBezTo>
                  <a:pt x="85" y="0"/>
                  <a:pt x="83" y="2"/>
                  <a:pt x="81" y="5"/>
                </a:cubicBezTo>
                <a:cubicBezTo>
                  <a:pt x="81" y="5"/>
                  <a:pt x="81" y="5"/>
                  <a:pt x="81" y="5"/>
                </a:cubicBezTo>
                <a:cubicBezTo>
                  <a:pt x="1" y="165"/>
                  <a:pt x="1" y="165"/>
                  <a:pt x="1" y="165"/>
                </a:cubicBezTo>
                <a:cubicBezTo>
                  <a:pt x="1" y="166"/>
                  <a:pt x="1" y="166"/>
                  <a:pt x="1" y="166"/>
                </a:cubicBezTo>
                <a:cubicBezTo>
                  <a:pt x="1" y="167"/>
                  <a:pt x="0" y="168"/>
                  <a:pt x="0" y="169"/>
                </a:cubicBezTo>
                <a:cubicBezTo>
                  <a:pt x="0" y="281"/>
                  <a:pt x="0" y="281"/>
                  <a:pt x="0" y="281"/>
                </a:cubicBezTo>
                <a:cubicBezTo>
                  <a:pt x="0" y="286"/>
                  <a:pt x="4" y="289"/>
                  <a:pt x="8" y="289"/>
                </a:cubicBezTo>
                <a:cubicBezTo>
                  <a:pt x="345" y="289"/>
                  <a:pt x="345" y="289"/>
                  <a:pt x="345" y="289"/>
                </a:cubicBezTo>
                <a:cubicBezTo>
                  <a:pt x="350" y="289"/>
                  <a:pt x="353" y="286"/>
                  <a:pt x="353" y="281"/>
                </a:cubicBezTo>
                <a:cubicBezTo>
                  <a:pt x="353" y="169"/>
                  <a:pt x="353" y="169"/>
                  <a:pt x="353" y="169"/>
                </a:cubicBezTo>
                <a:cubicBezTo>
                  <a:pt x="353" y="168"/>
                  <a:pt x="353" y="167"/>
                  <a:pt x="353" y="166"/>
                </a:cubicBezTo>
                <a:moveTo>
                  <a:pt x="93" y="17"/>
                </a:moveTo>
                <a:cubicBezTo>
                  <a:pt x="260" y="17"/>
                  <a:pt x="260" y="17"/>
                  <a:pt x="260" y="17"/>
                </a:cubicBezTo>
                <a:cubicBezTo>
                  <a:pt x="332" y="161"/>
                  <a:pt x="332" y="161"/>
                  <a:pt x="332" y="161"/>
                </a:cubicBezTo>
                <a:cubicBezTo>
                  <a:pt x="233" y="161"/>
                  <a:pt x="233" y="161"/>
                  <a:pt x="233" y="161"/>
                </a:cubicBezTo>
                <a:cubicBezTo>
                  <a:pt x="229" y="161"/>
                  <a:pt x="225" y="165"/>
                  <a:pt x="225" y="169"/>
                </a:cubicBezTo>
                <a:cubicBezTo>
                  <a:pt x="225" y="196"/>
                  <a:pt x="203" y="217"/>
                  <a:pt x="177" y="217"/>
                </a:cubicBezTo>
                <a:cubicBezTo>
                  <a:pt x="150" y="217"/>
                  <a:pt x="129" y="196"/>
                  <a:pt x="129" y="169"/>
                </a:cubicBezTo>
                <a:cubicBezTo>
                  <a:pt x="129" y="165"/>
                  <a:pt x="125" y="161"/>
                  <a:pt x="121" y="161"/>
                </a:cubicBezTo>
                <a:cubicBezTo>
                  <a:pt x="21" y="161"/>
                  <a:pt x="21" y="161"/>
                  <a:pt x="21" y="161"/>
                </a:cubicBezTo>
                <a:lnTo>
                  <a:pt x="93" y="17"/>
                </a:lnTo>
                <a:close/>
                <a:moveTo>
                  <a:pt x="337" y="273"/>
                </a:moveTo>
                <a:cubicBezTo>
                  <a:pt x="16" y="273"/>
                  <a:pt x="16" y="273"/>
                  <a:pt x="16" y="273"/>
                </a:cubicBezTo>
                <a:cubicBezTo>
                  <a:pt x="16" y="177"/>
                  <a:pt x="16" y="177"/>
                  <a:pt x="16" y="177"/>
                </a:cubicBezTo>
                <a:cubicBezTo>
                  <a:pt x="113" y="177"/>
                  <a:pt x="113" y="177"/>
                  <a:pt x="113" y="177"/>
                </a:cubicBezTo>
                <a:cubicBezTo>
                  <a:pt x="117" y="209"/>
                  <a:pt x="144" y="233"/>
                  <a:pt x="177" y="233"/>
                </a:cubicBezTo>
                <a:cubicBezTo>
                  <a:pt x="210" y="233"/>
                  <a:pt x="237" y="209"/>
                  <a:pt x="241" y="177"/>
                </a:cubicBezTo>
                <a:cubicBezTo>
                  <a:pt x="337" y="177"/>
                  <a:pt x="337" y="177"/>
                  <a:pt x="337" y="177"/>
                </a:cubicBezTo>
                <a:lnTo>
                  <a:pt x="337" y="27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3" name="Freeform 33"/>
          <p:cNvSpPr>
            <a:spLocks noEditPoints="1"/>
          </p:cNvSpPr>
          <p:nvPr/>
        </p:nvSpPr>
        <p:spPr bwMode="auto">
          <a:xfrm>
            <a:off x="9673167" y="3166535"/>
            <a:ext cx="577851" cy="527051"/>
          </a:xfrm>
          <a:custGeom>
            <a:avLst/>
            <a:gdLst>
              <a:gd name="T0" fmla="*/ 128 w 353"/>
              <a:gd name="T1" fmla="*/ 129 h 322"/>
              <a:gd name="T2" fmla="*/ 120 w 353"/>
              <a:gd name="T3" fmla="*/ 137 h 322"/>
              <a:gd name="T4" fmla="*/ 122 w 353"/>
              <a:gd name="T5" fmla="*/ 143 h 322"/>
              <a:gd name="T6" fmla="*/ 170 w 353"/>
              <a:gd name="T7" fmla="*/ 191 h 322"/>
              <a:gd name="T8" fmla="*/ 176 w 353"/>
              <a:gd name="T9" fmla="*/ 193 h 322"/>
              <a:gd name="T10" fmla="*/ 182 w 353"/>
              <a:gd name="T11" fmla="*/ 191 h 322"/>
              <a:gd name="T12" fmla="*/ 230 w 353"/>
              <a:gd name="T13" fmla="*/ 143 h 322"/>
              <a:gd name="T14" fmla="*/ 232 w 353"/>
              <a:gd name="T15" fmla="*/ 137 h 322"/>
              <a:gd name="T16" fmla="*/ 224 w 353"/>
              <a:gd name="T17" fmla="*/ 129 h 322"/>
              <a:gd name="T18" fmla="*/ 219 w 353"/>
              <a:gd name="T19" fmla="*/ 131 h 322"/>
              <a:gd name="T20" fmla="*/ 184 w 353"/>
              <a:gd name="T21" fmla="*/ 166 h 322"/>
              <a:gd name="T22" fmla="*/ 184 w 353"/>
              <a:gd name="T23" fmla="*/ 8 h 322"/>
              <a:gd name="T24" fmla="*/ 176 w 353"/>
              <a:gd name="T25" fmla="*/ 0 h 322"/>
              <a:gd name="T26" fmla="*/ 168 w 353"/>
              <a:gd name="T27" fmla="*/ 8 h 322"/>
              <a:gd name="T28" fmla="*/ 168 w 353"/>
              <a:gd name="T29" fmla="*/ 166 h 322"/>
              <a:gd name="T30" fmla="*/ 134 w 353"/>
              <a:gd name="T31" fmla="*/ 131 h 322"/>
              <a:gd name="T32" fmla="*/ 128 w 353"/>
              <a:gd name="T33" fmla="*/ 129 h 322"/>
              <a:gd name="T34" fmla="*/ 352 w 353"/>
              <a:gd name="T35" fmla="*/ 198 h 322"/>
              <a:gd name="T36" fmla="*/ 352 w 353"/>
              <a:gd name="T37" fmla="*/ 198 h 322"/>
              <a:gd name="T38" fmla="*/ 272 w 353"/>
              <a:gd name="T39" fmla="*/ 37 h 322"/>
              <a:gd name="T40" fmla="*/ 272 w 353"/>
              <a:gd name="T41" fmla="*/ 37 h 322"/>
              <a:gd name="T42" fmla="*/ 264 w 353"/>
              <a:gd name="T43" fmla="*/ 33 h 322"/>
              <a:gd name="T44" fmla="*/ 208 w 353"/>
              <a:gd name="T45" fmla="*/ 33 h 322"/>
              <a:gd name="T46" fmla="*/ 200 w 353"/>
              <a:gd name="T47" fmla="*/ 41 h 322"/>
              <a:gd name="T48" fmla="*/ 208 w 353"/>
              <a:gd name="T49" fmla="*/ 49 h 322"/>
              <a:gd name="T50" fmla="*/ 260 w 353"/>
              <a:gd name="T51" fmla="*/ 49 h 322"/>
              <a:gd name="T52" fmla="*/ 332 w 353"/>
              <a:gd name="T53" fmla="*/ 193 h 322"/>
              <a:gd name="T54" fmla="*/ 232 w 353"/>
              <a:gd name="T55" fmla="*/ 193 h 322"/>
              <a:gd name="T56" fmla="*/ 224 w 353"/>
              <a:gd name="T57" fmla="*/ 201 h 322"/>
              <a:gd name="T58" fmla="*/ 176 w 353"/>
              <a:gd name="T59" fmla="*/ 249 h 322"/>
              <a:gd name="T60" fmla="*/ 128 w 353"/>
              <a:gd name="T61" fmla="*/ 201 h 322"/>
              <a:gd name="T62" fmla="*/ 120 w 353"/>
              <a:gd name="T63" fmla="*/ 193 h 322"/>
              <a:gd name="T64" fmla="*/ 21 w 353"/>
              <a:gd name="T65" fmla="*/ 193 h 322"/>
              <a:gd name="T66" fmla="*/ 93 w 353"/>
              <a:gd name="T67" fmla="*/ 49 h 322"/>
              <a:gd name="T68" fmla="*/ 144 w 353"/>
              <a:gd name="T69" fmla="*/ 49 h 322"/>
              <a:gd name="T70" fmla="*/ 152 w 353"/>
              <a:gd name="T71" fmla="*/ 41 h 322"/>
              <a:gd name="T72" fmla="*/ 144 w 353"/>
              <a:gd name="T73" fmla="*/ 33 h 322"/>
              <a:gd name="T74" fmla="*/ 88 w 353"/>
              <a:gd name="T75" fmla="*/ 33 h 322"/>
              <a:gd name="T76" fmla="*/ 81 w 353"/>
              <a:gd name="T77" fmla="*/ 37 h 322"/>
              <a:gd name="T78" fmla="*/ 81 w 353"/>
              <a:gd name="T79" fmla="*/ 37 h 322"/>
              <a:gd name="T80" fmla="*/ 0 w 353"/>
              <a:gd name="T81" fmla="*/ 198 h 322"/>
              <a:gd name="T82" fmla="*/ 0 w 353"/>
              <a:gd name="T83" fmla="*/ 198 h 322"/>
              <a:gd name="T84" fmla="*/ 0 w 353"/>
              <a:gd name="T85" fmla="*/ 201 h 322"/>
              <a:gd name="T86" fmla="*/ 0 w 353"/>
              <a:gd name="T87" fmla="*/ 314 h 322"/>
              <a:gd name="T88" fmla="*/ 8 w 353"/>
              <a:gd name="T89" fmla="*/ 322 h 322"/>
              <a:gd name="T90" fmla="*/ 345 w 353"/>
              <a:gd name="T91" fmla="*/ 322 h 322"/>
              <a:gd name="T92" fmla="*/ 353 w 353"/>
              <a:gd name="T93" fmla="*/ 314 h 322"/>
              <a:gd name="T94" fmla="*/ 353 w 353"/>
              <a:gd name="T95" fmla="*/ 201 h 322"/>
              <a:gd name="T96" fmla="*/ 352 w 353"/>
              <a:gd name="T97" fmla="*/ 198 h 322"/>
              <a:gd name="T98" fmla="*/ 337 w 353"/>
              <a:gd name="T99" fmla="*/ 305 h 322"/>
              <a:gd name="T100" fmla="*/ 16 w 353"/>
              <a:gd name="T101" fmla="*/ 305 h 322"/>
              <a:gd name="T102" fmla="*/ 16 w 353"/>
              <a:gd name="T103" fmla="*/ 209 h 322"/>
              <a:gd name="T104" fmla="*/ 112 w 353"/>
              <a:gd name="T105" fmla="*/ 209 h 322"/>
              <a:gd name="T106" fmla="*/ 176 w 353"/>
              <a:gd name="T107" fmla="*/ 265 h 322"/>
              <a:gd name="T108" fmla="*/ 240 w 353"/>
              <a:gd name="T109" fmla="*/ 209 h 322"/>
              <a:gd name="T110" fmla="*/ 337 w 353"/>
              <a:gd name="T111" fmla="*/ 209 h 322"/>
              <a:gd name="T112" fmla="*/ 337 w 353"/>
              <a:gd name="T113" fmla="*/ 305 h 3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353" h="322">
                <a:moveTo>
                  <a:pt x="128" y="129"/>
                </a:moveTo>
                <a:cubicBezTo>
                  <a:pt x="124" y="129"/>
                  <a:pt x="120" y="132"/>
                  <a:pt x="120" y="137"/>
                </a:cubicBezTo>
                <a:cubicBezTo>
                  <a:pt x="120" y="139"/>
                  <a:pt x="121" y="141"/>
                  <a:pt x="122" y="143"/>
                </a:cubicBezTo>
                <a:cubicBezTo>
                  <a:pt x="170" y="191"/>
                  <a:pt x="170" y="191"/>
                  <a:pt x="170" y="191"/>
                </a:cubicBezTo>
                <a:cubicBezTo>
                  <a:pt x="172" y="192"/>
                  <a:pt x="174" y="193"/>
                  <a:pt x="176" y="193"/>
                </a:cubicBezTo>
                <a:cubicBezTo>
                  <a:pt x="178" y="193"/>
                  <a:pt x="180" y="192"/>
                  <a:pt x="182" y="191"/>
                </a:cubicBezTo>
                <a:cubicBezTo>
                  <a:pt x="230" y="143"/>
                  <a:pt x="230" y="143"/>
                  <a:pt x="230" y="143"/>
                </a:cubicBezTo>
                <a:cubicBezTo>
                  <a:pt x="231" y="141"/>
                  <a:pt x="232" y="139"/>
                  <a:pt x="232" y="137"/>
                </a:cubicBezTo>
                <a:cubicBezTo>
                  <a:pt x="232" y="132"/>
                  <a:pt x="229" y="129"/>
                  <a:pt x="224" y="129"/>
                </a:cubicBezTo>
                <a:cubicBezTo>
                  <a:pt x="222" y="129"/>
                  <a:pt x="220" y="130"/>
                  <a:pt x="219" y="131"/>
                </a:cubicBezTo>
                <a:cubicBezTo>
                  <a:pt x="184" y="166"/>
                  <a:pt x="184" y="166"/>
                  <a:pt x="184" y="166"/>
                </a:cubicBezTo>
                <a:cubicBezTo>
                  <a:pt x="184" y="8"/>
                  <a:pt x="184" y="8"/>
                  <a:pt x="184" y="8"/>
                </a:cubicBezTo>
                <a:cubicBezTo>
                  <a:pt x="184" y="4"/>
                  <a:pt x="181" y="0"/>
                  <a:pt x="176" y="0"/>
                </a:cubicBezTo>
                <a:cubicBezTo>
                  <a:pt x="172" y="0"/>
                  <a:pt x="168" y="4"/>
                  <a:pt x="168" y="8"/>
                </a:cubicBezTo>
                <a:cubicBezTo>
                  <a:pt x="168" y="166"/>
                  <a:pt x="168" y="166"/>
                  <a:pt x="168" y="166"/>
                </a:cubicBezTo>
                <a:cubicBezTo>
                  <a:pt x="134" y="131"/>
                  <a:pt x="134" y="131"/>
                  <a:pt x="134" y="131"/>
                </a:cubicBezTo>
                <a:cubicBezTo>
                  <a:pt x="132" y="130"/>
                  <a:pt x="130" y="129"/>
                  <a:pt x="128" y="129"/>
                </a:cubicBezTo>
                <a:moveTo>
                  <a:pt x="352" y="198"/>
                </a:moveTo>
                <a:cubicBezTo>
                  <a:pt x="352" y="198"/>
                  <a:pt x="352" y="198"/>
                  <a:pt x="352" y="198"/>
                </a:cubicBezTo>
                <a:cubicBezTo>
                  <a:pt x="272" y="37"/>
                  <a:pt x="272" y="37"/>
                  <a:pt x="272" y="37"/>
                </a:cubicBezTo>
                <a:cubicBezTo>
                  <a:pt x="272" y="37"/>
                  <a:pt x="272" y="37"/>
                  <a:pt x="272" y="37"/>
                </a:cubicBezTo>
                <a:cubicBezTo>
                  <a:pt x="270" y="34"/>
                  <a:pt x="268" y="33"/>
                  <a:pt x="264" y="33"/>
                </a:cubicBezTo>
                <a:cubicBezTo>
                  <a:pt x="208" y="33"/>
                  <a:pt x="208" y="33"/>
                  <a:pt x="208" y="33"/>
                </a:cubicBezTo>
                <a:cubicBezTo>
                  <a:pt x="204" y="33"/>
                  <a:pt x="200" y="36"/>
                  <a:pt x="200" y="41"/>
                </a:cubicBezTo>
                <a:cubicBezTo>
                  <a:pt x="200" y="45"/>
                  <a:pt x="204" y="49"/>
                  <a:pt x="208" y="49"/>
                </a:cubicBezTo>
                <a:cubicBezTo>
                  <a:pt x="260" y="49"/>
                  <a:pt x="260" y="49"/>
                  <a:pt x="260" y="49"/>
                </a:cubicBezTo>
                <a:cubicBezTo>
                  <a:pt x="332" y="193"/>
                  <a:pt x="332" y="193"/>
                  <a:pt x="332" y="193"/>
                </a:cubicBezTo>
                <a:cubicBezTo>
                  <a:pt x="232" y="193"/>
                  <a:pt x="232" y="193"/>
                  <a:pt x="232" y="193"/>
                </a:cubicBezTo>
                <a:cubicBezTo>
                  <a:pt x="228" y="193"/>
                  <a:pt x="224" y="197"/>
                  <a:pt x="224" y="201"/>
                </a:cubicBezTo>
                <a:cubicBezTo>
                  <a:pt x="224" y="228"/>
                  <a:pt x="203" y="249"/>
                  <a:pt x="176" y="249"/>
                </a:cubicBezTo>
                <a:cubicBezTo>
                  <a:pt x="150" y="249"/>
                  <a:pt x="128" y="228"/>
                  <a:pt x="128" y="201"/>
                </a:cubicBezTo>
                <a:cubicBezTo>
                  <a:pt x="128" y="197"/>
                  <a:pt x="124" y="193"/>
                  <a:pt x="120" y="193"/>
                </a:cubicBezTo>
                <a:cubicBezTo>
                  <a:pt x="21" y="193"/>
                  <a:pt x="21" y="193"/>
                  <a:pt x="21" y="193"/>
                </a:cubicBezTo>
                <a:cubicBezTo>
                  <a:pt x="93" y="49"/>
                  <a:pt x="93" y="49"/>
                  <a:pt x="93" y="49"/>
                </a:cubicBezTo>
                <a:cubicBezTo>
                  <a:pt x="144" y="49"/>
                  <a:pt x="144" y="49"/>
                  <a:pt x="144" y="49"/>
                </a:cubicBezTo>
                <a:cubicBezTo>
                  <a:pt x="148" y="49"/>
                  <a:pt x="152" y="45"/>
                  <a:pt x="152" y="41"/>
                </a:cubicBezTo>
                <a:cubicBezTo>
                  <a:pt x="152" y="36"/>
                  <a:pt x="148" y="33"/>
                  <a:pt x="144" y="33"/>
                </a:cubicBezTo>
                <a:cubicBezTo>
                  <a:pt x="88" y="33"/>
                  <a:pt x="88" y="33"/>
                  <a:pt x="88" y="33"/>
                </a:cubicBezTo>
                <a:cubicBezTo>
                  <a:pt x="85" y="33"/>
                  <a:pt x="82" y="34"/>
                  <a:pt x="81" y="37"/>
                </a:cubicBezTo>
                <a:cubicBezTo>
                  <a:pt x="81" y="37"/>
                  <a:pt x="81" y="37"/>
                  <a:pt x="81" y="37"/>
                </a:cubicBezTo>
                <a:cubicBezTo>
                  <a:pt x="0" y="198"/>
                  <a:pt x="0" y="198"/>
                  <a:pt x="0" y="198"/>
                </a:cubicBezTo>
                <a:cubicBezTo>
                  <a:pt x="0" y="198"/>
                  <a:pt x="0" y="198"/>
                  <a:pt x="0" y="198"/>
                </a:cubicBezTo>
                <a:cubicBezTo>
                  <a:pt x="0" y="199"/>
                  <a:pt x="0" y="200"/>
                  <a:pt x="0" y="201"/>
                </a:cubicBezTo>
                <a:cubicBezTo>
                  <a:pt x="0" y="314"/>
                  <a:pt x="0" y="314"/>
                  <a:pt x="0" y="314"/>
                </a:cubicBezTo>
                <a:cubicBezTo>
                  <a:pt x="0" y="318"/>
                  <a:pt x="3" y="322"/>
                  <a:pt x="8" y="322"/>
                </a:cubicBezTo>
                <a:cubicBezTo>
                  <a:pt x="345" y="322"/>
                  <a:pt x="345" y="322"/>
                  <a:pt x="345" y="322"/>
                </a:cubicBezTo>
                <a:cubicBezTo>
                  <a:pt x="349" y="322"/>
                  <a:pt x="353" y="318"/>
                  <a:pt x="353" y="314"/>
                </a:cubicBezTo>
                <a:cubicBezTo>
                  <a:pt x="353" y="201"/>
                  <a:pt x="353" y="201"/>
                  <a:pt x="353" y="201"/>
                </a:cubicBezTo>
                <a:cubicBezTo>
                  <a:pt x="353" y="200"/>
                  <a:pt x="352" y="199"/>
                  <a:pt x="352" y="198"/>
                </a:cubicBezTo>
                <a:moveTo>
                  <a:pt x="337" y="305"/>
                </a:moveTo>
                <a:cubicBezTo>
                  <a:pt x="16" y="305"/>
                  <a:pt x="16" y="305"/>
                  <a:pt x="16" y="305"/>
                </a:cubicBezTo>
                <a:cubicBezTo>
                  <a:pt x="16" y="209"/>
                  <a:pt x="16" y="209"/>
                  <a:pt x="16" y="209"/>
                </a:cubicBezTo>
                <a:cubicBezTo>
                  <a:pt x="112" y="209"/>
                  <a:pt x="112" y="209"/>
                  <a:pt x="112" y="209"/>
                </a:cubicBezTo>
                <a:cubicBezTo>
                  <a:pt x="116" y="241"/>
                  <a:pt x="143" y="265"/>
                  <a:pt x="176" y="265"/>
                </a:cubicBezTo>
                <a:cubicBezTo>
                  <a:pt x="209" y="265"/>
                  <a:pt x="236" y="241"/>
                  <a:pt x="240" y="209"/>
                </a:cubicBezTo>
                <a:cubicBezTo>
                  <a:pt x="337" y="209"/>
                  <a:pt x="337" y="209"/>
                  <a:pt x="337" y="209"/>
                </a:cubicBezTo>
                <a:lnTo>
                  <a:pt x="337" y="30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4" name="Freeform 34"/>
          <p:cNvSpPr>
            <a:spLocks noEditPoints="1"/>
          </p:cNvSpPr>
          <p:nvPr/>
        </p:nvSpPr>
        <p:spPr bwMode="auto">
          <a:xfrm>
            <a:off x="10775951" y="3166535"/>
            <a:ext cx="577851" cy="527051"/>
          </a:xfrm>
          <a:custGeom>
            <a:avLst/>
            <a:gdLst>
              <a:gd name="T0" fmla="*/ 128 w 353"/>
              <a:gd name="T1" fmla="*/ 65 h 322"/>
              <a:gd name="T2" fmla="*/ 134 w 353"/>
              <a:gd name="T3" fmla="*/ 62 h 322"/>
              <a:gd name="T4" fmla="*/ 168 w 353"/>
              <a:gd name="T5" fmla="*/ 28 h 322"/>
              <a:gd name="T6" fmla="*/ 168 w 353"/>
              <a:gd name="T7" fmla="*/ 185 h 322"/>
              <a:gd name="T8" fmla="*/ 176 w 353"/>
              <a:gd name="T9" fmla="*/ 193 h 322"/>
              <a:gd name="T10" fmla="*/ 185 w 353"/>
              <a:gd name="T11" fmla="*/ 185 h 322"/>
              <a:gd name="T12" fmla="*/ 185 w 353"/>
              <a:gd name="T13" fmla="*/ 28 h 322"/>
              <a:gd name="T14" fmla="*/ 219 w 353"/>
              <a:gd name="T15" fmla="*/ 62 h 322"/>
              <a:gd name="T16" fmla="*/ 225 w 353"/>
              <a:gd name="T17" fmla="*/ 65 h 322"/>
              <a:gd name="T18" fmla="*/ 233 w 353"/>
              <a:gd name="T19" fmla="*/ 57 h 322"/>
              <a:gd name="T20" fmla="*/ 230 w 353"/>
              <a:gd name="T21" fmla="*/ 51 h 322"/>
              <a:gd name="T22" fmla="*/ 182 w 353"/>
              <a:gd name="T23" fmla="*/ 3 h 322"/>
              <a:gd name="T24" fmla="*/ 176 w 353"/>
              <a:gd name="T25" fmla="*/ 0 h 322"/>
              <a:gd name="T26" fmla="*/ 171 w 353"/>
              <a:gd name="T27" fmla="*/ 3 h 322"/>
              <a:gd name="T28" fmla="*/ 123 w 353"/>
              <a:gd name="T29" fmla="*/ 51 h 322"/>
              <a:gd name="T30" fmla="*/ 120 w 353"/>
              <a:gd name="T31" fmla="*/ 57 h 322"/>
              <a:gd name="T32" fmla="*/ 128 w 353"/>
              <a:gd name="T33" fmla="*/ 65 h 322"/>
              <a:gd name="T34" fmla="*/ 352 w 353"/>
              <a:gd name="T35" fmla="*/ 198 h 322"/>
              <a:gd name="T36" fmla="*/ 352 w 353"/>
              <a:gd name="T37" fmla="*/ 198 h 322"/>
              <a:gd name="T38" fmla="*/ 272 w 353"/>
              <a:gd name="T39" fmla="*/ 37 h 322"/>
              <a:gd name="T40" fmla="*/ 272 w 353"/>
              <a:gd name="T41" fmla="*/ 37 h 322"/>
              <a:gd name="T42" fmla="*/ 265 w 353"/>
              <a:gd name="T43" fmla="*/ 33 h 322"/>
              <a:gd name="T44" fmla="*/ 257 w 353"/>
              <a:gd name="T45" fmla="*/ 33 h 322"/>
              <a:gd name="T46" fmla="*/ 249 w 353"/>
              <a:gd name="T47" fmla="*/ 41 h 322"/>
              <a:gd name="T48" fmla="*/ 257 w 353"/>
              <a:gd name="T49" fmla="*/ 49 h 322"/>
              <a:gd name="T50" fmla="*/ 260 w 353"/>
              <a:gd name="T51" fmla="*/ 49 h 322"/>
              <a:gd name="T52" fmla="*/ 332 w 353"/>
              <a:gd name="T53" fmla="*/ 193 h 322"/>
              <a:gd name="T54" fmla="*/ 233 w 353"/>
              <a:gd name="T55" fmla="*/ 193 h 322"/>
              <a:gd name="T56" fmla="*/ 225 w 353"/>
              <a:gd name="T57" fmla="*/ 201 h 322"/>
              <a:gd name="T58" fmla="*/ 176 w 353"/>
              <a:gd name="T59" fmla="*/ 249 h 322"/>
              <a:gd name="T60" fmla="*/ 128 w 353"/>
              <a:gd name="T61" fmla="*/ 201 h 322"/>
              <a:gd name="T62" fmla="*/ 120 w 353"/>
              <a:gd name="T63" fmla="*/ 193 h 322"/>
              <a:gd name="T64" fmla="*/ 21 w 353"/>
              <a:gd name="T65" fmla="*/ 193 h 322"/>
              <a:gd name="T66" fmla="*/ 93 w 353"/>
              <a:gd name="T67" fmla="*/ 49 h 322"/>
              <a:gd name="T68" fmla="*/ 96 w 353"/>
              <a:gd name="T69" fmla="*/ 49 h 322"/>
              <a:gd name="T70" fmla="*/ 104 w 353"/>
              <a:gd name="T71" fmla="*/ 41 h 322"/>
              <a:gd name="T72" fmla="*/ 96 w 353"/>
              <a:gd name="T73" fmla="*/ 33 h 322"/>
              <a:gd name="T74" fmla="*/ 88 w 353"/>
              <a:gd name="T75" fmla="*/ 33 h 322"/>
              <a:gd name="T76" fmla="*/ 81 w 353"/>
              <a:gd name="T77" fmla="*/ 37 h 322"/>
              <a:gd name="T78" fmla="*/ 81 w 353"/>
              <a:gd name="T79" fmla="*/ 37 h 322"/>
              <a:gd name="T80" fmla="*/ 1 w 353"/>
              <a:gd name="T81" fmla="*/ 198 h 322"/>
              <a:gd name="T82" fmla="*/ 1 w 353"/>
              <a:gd name="T83" fmla="*/ 198 h 322"/>
              <a:gd name="T84" fmla="*/ 0 w 353"/>
              <a:gd name="T85" fmla="*/ 201 h 322"/>
              <a:gd name="T86" fmla="*/ 0 w 353"/>
              <a:gd name="T87" fmla="*/ 314 h 322"/>
              <a:gd name="T88" fmla="*/ 8 w 353"/>
              <a:gd name="T89" fmla="*/ 322 h 322"/>
              <a:gd name="T90" fmla="*/ 345 w 353"/>
              <a:gd name="T91" fmla="*/ 322 h 322"/>
              <a:gd name="T92" fmla="*/ 353 w 353"/>
              <a:gd name="T93" fmla="*/ 314 h 322"/>
              <a:gd name="T94" fmla="*/ 353 w 353"/>
              <a:gd name="T95" fmla="*/ 201 h 322"/>
              <a:gd name="T96" fmla="*/ 352 w 353"/>
              <a:gd name="T97" fmla="*/ 198 h 322"/>
              <a:gd name="T98" fmla="*/ 337 w 353"/>
              <a:gd name="T99" fmla="*/ 305 h 322"/>
              <a:gd name="T100" fmla="*/ 16 w 353"/>
              <a:gd name="T101" fmla="*/ 305 h 322"/>
              <a:gd name="T102" fmla="*/ 16 w 353"/>
              <a:gd name="T103" fmla="*/ 209 h 322"/>
              <a:gd name="T104" fmla="*/ 113 w 353"/>
              <a:gd name="T105" fmla="*/ 209 h 322"/>
              <a:gd name="T106" fmla="*/ 176 w 353"/>
              <a:gd name="T107" fmla="*/ 265 h 322"/>
              <a:gd name="T108" fmla="*/ 240 w 353"/>
              <a:gd name="T109" fmla="*/ 209 h 322"/>
              <a:gd name="T110" fmla="*/ 337 w 353"/>
              <a:gd name="T111" fmla="*/ 209 h 322"/>
              <a:gd name="T112" fmla="*/ 337 w 353"/>
              <a:gd name="T113" fmla="*/ 305 h 3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353" h="322">
                <a:moveTo>
                  <a:pt x="128" y="65"/>
                </a:moveTo>
                <a:cubicBezTo>
                  <a:pt x="131" y="65"/>
                  <a:pt x="133" y="64"/>
                  <a:pt x="134" y="62"/>
                </a:cubicBezTo>
                <a:cubicBezTo>
                  <a:pt x="168" y="28"/>
                  <a:pt x="168" y="28"/>
                  <a:pt x="168" y="28"/>
                </a:cubicBezTo>
                <a:cubicBezTo>
                  <a:pt x="168" y="185"/>
                  <a:pt x="168" y="185"/>
                  <a:pt x="168" y="185"/>
                </a:cubicBezTo>
                <a:cubicBezTo>
                  <a:pt x="168" y="190"/>
                  <a:pt x="172" y="193"/>
                  <a:pt x="176" y="193"/>
                </a:cubicBezTo>
                <a:cubicBezTo>
                  <a:pt x="181" y="193"/>
                  <a:pt x="185" y="190"/>
                  <a:pt x="185" y="185"/>
                </a:cubicBezTo>
                <a:cubicBezTo>
                  <a:pt x="185" y="28"/>
                  <a:pt x="185" y="28"/>
                  <a:pt x="185" y="28"/>
                </a:cubicBezTo>
                <a:cubicBezTo>
                  <a:pt x="219" y="62"/>
                  <a:pt x="219" y="62"/>
                  <a:pt x="219" y="62"/>
                </a:cubicBezTo>
                <a:cubicBezTo>
                  <a:pt x="220" y="64"/>
                  <a:pt x="222" y="65"/>
                  <a:pt x="225" y="65"/>
                </a:cubicBezTo>
                <a:cubicBezTo>
                  <a:pt x="229" y="65"/>
                  <a:pt x="233" y="61"/>
                  <a:pt x="233" y="57"/>
                </a:cubicBezTo>
                <a:cubicBezTo>
                  <a:pt x="233" y="54"/>
                  <a:pt x="232" y="52"/>
                  <a:pt x="230" y="51"/>
                </a:cubicBezTo>
                <a:cubicBezTo>
                  <a:pt x="182" y="3"/>
                  <a:pt x="182" y="3"/>
                  <a:pt x="182" y="3"/>
                </a:cubicBezTo>
                <a:cubicBezTo>
                  <a:pt x="181" y="1"/>
                  <a:pt x="179" y="0"/>
                  <a:pt x="176" y="0"/>
                </a:cubicBezTo>
                <a:cubicBezTo>
                  <a:pt x="174" y="0"/>
                  <a:pt x="172" y="1"/>
                  <a:pt x="171" y="3"/>
                </a:cubicBezTo>
                <a:cubicBezTo>
                  <a:pt x="123" y="51"/>
                  <a:pt x="123" y="51"/>
                  <a:pt x="123" y="51"/>
                </a:cubicBezTo>
                <a:cubicBezTo>
                  <a:pt x="121" y="52"/>
                  <a:pt x="120" y="54"/>
                  <a:pt x="120" y="57"/>
                </a:cubicBezTo>
                <a:cubicBezTo>
                  <a:pt x="120" y="61"/>
                  <a:pt x="124" y="65"/>
                  <a:pt x="128" y="65"/>
                </a:cubicBezTo>
                <a:moveTo>
                  <a:pt x="352" y="198"/>
                </a:moveTo>
                <a:cubicBezTo>
                  <a:pt x="352" y="198"/>
                  <a:pt x="352" y="198"/>
                  <a:pt x="352" y="198"/>
                </a:cubicBezTo>
                <a:cubicBezTo>
                  <a:pt x="272" y="37"/>
                  <a:pt x="272" y="37"/>
                  <a:pt x="272" y="37"/>
                </a:cubicBezTo>
                <a:cubicBezTo>
                  <a:pt x="272" y="37"/>
                  <a:pt x="272" y="37"/>
                  <a:pt x="272" y="37"/>
                </a:cubicBezTo>
                <a:cubicBezTo>
                  <a:pt x="271" y="34"/>
                  <a:pt x="268" y="33"/>
                  <a:pt x="265" y="33"/>
                </a:cubicBezTo>
                <a:cubicBezTo>
                  <a:pt x="257" y="33"/>
                  <a:pt x="257" y="33"/>
                  <a:pt x="257" y="33"/>
                </a:cubicBezTo>
                <a:cubicBezTo>
                  <a:pt x="252" y="33"/>
                  <a:pt x="249" y="36"/>
                  <a:pt x="249" y="41"/>
                </a:cubicBezTo>
                <a:cubicBezTo>
                  <a:pt x="249" y="45"/>
                  <a:pt x="252" y="49"/>
                  <a:pt x="257" y="49"/>
                </a:cubicBezTo>
                <a:cubicBezTo>
                  <a:pt x="260" y="49"/>
                  <a:pt x="260" y="49"/>
                  <a:pt x="260" y="49"/>
                </a:cubicBezTo>
                <a:cubicBezTo>
                  <a:pt x="332" y="193"/>
                  <a:pt x="332" y="193"/>
                  <a:pt x="332" y="193"/>
                </a:cubicBezTo>
                <a:cubicBezTo>
                  <a:pt x="233" y="193"/>
                  <a:pt x="233" y="193"/>
                  <a:pt x="233" y="193"/>
                </a:cubicBezTo>
                <a:cubicBezTo>
                  <a:pt x="228" y="193"/>
                  <a:pt x="225" y="197"/>
                  <a:pt x="225" y="201"/>
                </a:cubicBezTo>
                <a:cubicBezTo>
                  <a:pt x="225" y="228"/>
                  <a:pt x="203" y="249"/>
                  <a:pt x="176" y="249"/>
                </a:cubicBezTo>
                <a:cubicBezTo>
                  <a:pt x="150" y="249"/>
                  <a:pt x="128" y="228"/>
                  <a:pt x="128" y="201"/>
                </a:cubicBezTo>
                <a:cubicBezTo>
                  <a:pt x="128" y="197"/>
                  <a:pt x="125" y="193"/>
                  <a:pt x="120" y="193"/>
                </a:cubicBezTo>
                <a:cubicBezTo>
                  <a:pt x="21" y="193"/>
                  <a:pt x="21" y="193"/>
                  <a:pt x="21" y="193"/>
                </a:cubicBezTo>
                <a:cubicBezTo>
                  <a:pt x="93" y="49"/>
                  <a:pt x="93" y="49"/>
                  <a:pt x="93" y="49"/>
                </a:cubicBezTo>
                <a:cubicBezTo>
                  <a:pt x="96" y="49"/>
                  <a:pt x="96" y="49"/>
                  <a:pt x="96" y="49"/>
                </a:cubicBezTo>
                <a:cubicBezTo>
                  <a:pt x="101" y="49"/>
                  <a:pt x="104" y="45"/>
                  <a:pt x="104" y="41"/>
                </a:cubicBezTo>
                <a:cubicBezTo>
                  <a:pt x="104" y="36"/>
                  <a:pt x="101" y="33"/>
                  <a:pt x="96" y="33"/>
                </a:cubicBezTo>
                <a:cubicBezTo>
                  <a:pt x="88" y="33"/>
                  <a:pt x="88" y="33"/>
                  <a:pt x="88" y="33"/>
                </a:cubicBezTo>
                <a:cubicBezTo>
                  <a:pt x="85" y="33"/>
                  <a:pt x="82" y="34"/>
                  <a:pt x="81" y="37"/>
                </a:cubicBezTo>
                <a:cubicBezTo>
                  <a:pt x="81" y="37"/>
                  <a:pt x="81" y="37"/>
                  <a:pt x="81" y="37"/>
                </a:cubicBezTo>
                <a:cubicBezTo>
                  <a:pt x="1" y="198"/>
                  <a:pt x="1" y="198"/>
                  <a:pt x="1" y="198"/>
                </a:cubicBezTo>
                <a:cubicBezTo>
                  <a:pt x="1" y="198"/>
                  <a:pt x="1" y="198"/>
                  <a:pt x="1" y="198"/>
                </a:cubicBezTo>
                <a:cubicBezTo>
                  <a:pt x="0" y="199"/>
                  <a:pt x="0" y="200"/>
                  <a:pt x="0" y="201"/>
                </a:cubicBezTo>
                <a:cubicBezTo>
                  <a:pt x="0" y="314"/>
                  <a:pt x="0" y="314"/>
                  <a:pt x="0" y="314"/>
                </a:cubicBezTo>
                <a:cubicBezTo>
                  <a:pt x="0" y="318"/>
                  <a:pt x="3" y="322"/>
                  <a:pt x="8" y="322"/>
                </a:cubicBezTo>
                <a:cubicBezTo>
                  <a:pt x="345" y="322"/>
                  <a:pt x="345" y="322"/>
                  <a:pt x="345" y="322"/>
                </a:cubicBezTo>
                <a:cubicBezTo>
                  <a:pt x="350" y="322"/>
                  <a:pt x="353" y="318"/>
                  <a:pt x="353" y="314"/>
                </a:cubicBezTo>
                <a:cubicBezTo>
                  <a:pt x="353" y="201"/>
                  <a:pt x="353" y="201"/>
                  <a:pt x="353" y="201"/>
                </a:cubicBezTo>
                <a:cubicBezTo>
                  <a:pt x="353" y="200"/>
                  <a:pt x="353" y="199"/>
                  <a:pt x="352" y="198"/>
                </a:cubicBezTo>
                <a:moveTo>
                  <a:pt x="337" y="305"/>
                </a:moveTo>
                <a:cubicBezTo>
                  <a:pt x="16" y="305"/>
                  <a:pt x="16" y="305"/>
                  <a:pt x="16" y="305"/>
                </a:cubicBezTo>
                <a:cubicBezTo>
                  <a:pt x="16" y="209"/>
                  <a:pt x="16" y="209"/>
                  <a:pt x="16" y="209"/>
                </a:cubicBezTo>
                <a:cubicBezTo>
                  <a:pt x="113" y="209"/>
                  <a:pt x="113" y="209"/>
                  <a:pt x="113" y="209"/>
                </a:cubicBezTo>
                <a:cubicBezTo>
                  <a:pt x="117" y="241"/>
                  <a:pt x="144" y="265"/>
                  <a:pt x="176" y="265"/>
                </a:cubicBezTo>
                <a:cubicBezTo>
                  <a:pt x="209" y="265"/>
                  <a:pt x="236" y="241"/>
                  <a:pt x="240" y="209"/>
                </a:cubicBezTo>
                <a:cubicBezTo>
                  <a:pt x="337" y="209"/>
                  <a:pt x="337" y="209"/>
                  <a:pt x="337" y="209"/>
                </a:cubicBezTo>
                <a:lnTo>
                  <a:pt x="337" y="30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5" name="Freeform 35"/>
          <p:cNvSpPr>
            <a:spLocks noEditPoints="1"/>
          </p:cNvSpPr>
          <p:nvPr/>
        </p:nvSpPr>
        <p:spPr bwMode="auto">
          <a:xfrm>
            <a:off x="840317" y="4298952"/>
            <a:ext cx="577851" cy="472017"/>
          </a:xfrm>
          <a:custGeom>
            <a:avLst/>
            <a:gdLst>
              <a:gd name="T0" fmla="*/ 120 w 353"/>
              <a:gd name="T1" fmla="*/ 64 h 289"/>
              <a:gd name="T2" fmla="*/ 233 w 353"/>
              <a:gd name="T3" fmla="*/ 64 h 289"/>
              <a:gd name="T4" fmla="*/ 241 w 353"/>
              <a:gd name="T5" fmla="*/ 56 h 289"/>
              <a:gd name="T6" fmla="*/ 233 w 353"/>
              <a:gd name="T7" fmla="*/ 48 h 289"/>
              <a:gd name="T8" fmla="*/ 120 w 353"/>
              <a:gd name="T9" fmla="*/ 48 h 289"/>
              <a:gd name="T10" fmla="*/ 112 w 353"/>
              <a:gd name="T11" fmla="*/ 56 h 289"/>
              <a:gd name="T12" fmla="*/ 120 w 353"/>
              <a:gd name="T13" fmla="*/ 64 h 289"/>
              <a:gd name="T14" fmla="*/ 104 w 353"/>
              <a:gd name="T15" fmla="*/ 96 h 289"/>
              <a:gd name="T16" fmla="*/ 249 w 353"/>
              <a:gd name="T17" fmla="*/ 96 h 289"/>
              <a:gd name="T18" fmla="*/ 257 w 353"/>
              <a:gd name="T19" fmla="*/ 88 h 289"/>
              <a:gd name="T20" fmla="*/ 249 w 353"/>
              <a:gd name="T21" fmla="*/ 80 h 289"/>
              <a:gd name="T22" fmla="*/ 104 w 353"/>
              <a:gd name="T23" fmla="*/ 80 h 289"/>
              <a:gd name="T24" fmla="*/ 96 w 353"/>
              <a:gd name="T25" fmla="*/ 88 h 289"/>
              <a:gd name="T26" fmla="*/ 104 w 353"/>
              <a:gd name="T27" fmla="*/ 96 h 289"/>
              <a:gd name="T28" fmla="*/ 273 w 353"/>
              <a:gd name="T29" fmla="*/ 120 h 289"/>
              <a:gd name="T30" fmla="*/ 265 w 353"/>
              <a:gd name="T31" fmla="*/ 112 h 289"/>
              <a:gd name="T32" fmla="*/ 88 w 353"/>
              <a:gd name="T33" fmla="*/ 112 h 289"/>
              <a:gd name="T34" fmla="*/ 80 w 353"/>
              <a:gd name="T35" fmla="*/ 120 h 289"/>
              <a:gd name="T36" fmla="*/ 88 w 353"/>
              <a:gd name="T37" fmla="*/ 128 h 289"/>
              <a:gd name="T38" fmla="*/ 265 w 353"/>
              <a:gd name="T39" fmla="*/ 128 h 289"/>
              <a:gd name="T40" fmla="*/ 273 w 353"/>
              <a:gd name="T41" fmla="*/ 120 h 289"/>
              <a:gd name="T42" fmla="*/ 352 w 353"/>
              <a:gd name="T43" fmla="*/ 165 h 289"/>
              <a:gd name="T44" fmla="*/ 352 w 353"/>
              <a:gd name="T45" fmla="*/ 165 h 289"/>
              <a:gd name="T46" fmla="*/ 272 w 353"/>
              <a:gd name="T47" fmla="*/ 4 h 289"/>
              <a:gd name="T48" fmla="*/ 272 w 353"/>
              <a:gd name="T49" fmla="*/ 4 h 289"/>
              <a:gd name="T50" fmla="*/ 265 w 353"/>
              <a:gd name="T51" fmla="*/ 0 h 289"/>
              <a:gd name="T52" fmla="*/ 88 w 353"/>
              <a:gd name="T53" fmla="*/ 0 h 289"/>
              <a:gd name="T54" fmla="*/ 81 w 353"/>
              <a:gd name="T55" fmla="*/ 4 h 289"/>
              <a:gd name="T56" fmla="*/ 81 w 353"/>
              <a:gd name="T57" fmla="*/ 4 h 289"/>
              <a:gd name="T58" fmla="*/ 1 w 353"/>
              <a:gd name="T59" fmla="*/ 165 h 289"/>
              <a:gd name="T60" fmla="*/ 1 w 353"/>
              <a:gd name="T61" fmla="*/ 165 h 289"/>
              <a:gd name="T62" fmla="*/ 0 w 353"/>
              <a:gd name="T63" fmla="*/ 168 h 289"/>
              <a:gd name="T64" fmla="*/ 0 w 353"/>
              <a:gd name="T65" fmla="*/ 281 h 289"/>
              <a:gd name="T66" fmla="*/ 8 w 353"/>
              <a:gd name="T67" fmla="*/ 289 h 289"/>
              <a:gd name="T68" fmla="*/ 345 w 353"/>
              <a:gd name="T69" fmla="*/ 289 h 289"/>
              <a:gd name="T70" fmla="*/ 353 w 353"/>
              <a:gd name="T71" fmla="*/ 281 h 289"/>
              <a:gd name="T72" fmla="*/ 353 w 353"/>
              <a:gd name="T73" fmla="*/ 168 h 289"/>
              <a:gd name="T74" fmla="*/ 352 w 353"/>
              <a:gd name="T75" fmla="*/ 165 h 289"/>
              <a:gd name="T76" fmla="*/ 93 w 353"/>
              <a:gd name="T77" fmla="*/ 16 h 289"/>
              <a:gd name="T78" fmla="*/ 260 w 353"/>
              <a:gd name="T79" fmla="*/ 16 h 289"/>
              <a:gd name="T80" fmla="*/ 332 w 353"/>
              <a:gd name="T81" fmla="*/ 160 h 289"/>
              <a:gd name="T82" fmla="*/ 233 w 353"/>
              <a:gd name="T83" fmla="*/ 160 h 289"/>
              <a:gd name="T84" fmla="*/ 225 w 353"/>
              <a:gd name="T85" fmla="*/ 168 h 289"/>
              <a:gd name="T86" fmla="*/ 177 w 353"/>
              <a:gd name="T87" fmla="*/ 217 h 289"/>
              <a:gd name="T88" fmla="*/ 128 w 353"/>
              <a:gd name="T89" fmla="*/ 168 h 289"/>
              <a:gd name="T90" fmla="*/ 120 w 353"/>
              <a:gd name="T91" fmla="*/ 160 h 289"/>
              <a:gd name="T92" fmla="*/ 21 w 353"/>
              <a:gd name="T93" fmla="*/ 160 h 289"/>
              <a:gd name="T94" fmla="*/ 93 w 353"/>
              <a:gd name="T95" fmla="*/ 16 h 289"/>
              <a:gd name="T96" fmla="*/ 337 w 353"/>
              <a:gd name="T97" fmla="*/ 273 h 289"/>
              <a:gd name="T98" fmla="*/ 16 w 353"/>
              <a:gd name="T99" fmla="*/ 273 h 289"/>
              <a:gd name="T100" fmla="*/ 16 w 353"/>
              <a:gd name="T101" fmla="*/ 176 h 289"/>
              <a:gd name="T102" fmla="*/ 113 w 353"/>
              <a:gd name="T103" fmla="*/ 176 h 289"/>
              <a:gd name="T104" fmla="*/ 177 w 353"/>
              <a:gd name="T105" fmla="*/ 233 h 289"/>
              <a:gd name="T106" fmla="*/ 240 w 353"/>
              <a:gd name="T107" fmla="*/ 176 h 289"/>
              <a:gd name="T108" fmla="*/ 337 w 353"/>
              <a:gd name="T109" fmla="*/ 176 h 289"/>
              <a:gd name="T110" fmla="*/ 337 w 353"/>
              <a:gd name="T111" fmla="*/ 273 h 2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353" h="289">
                <a:moveTo>
                  <a:pt x="120" y="64"/>
                </a:moveTo>
                <a:cubicBezTo>
                  <a:pt x="233" y="64"/>
                  <a:pt x="233" y="64"/>
                  <a:pt x="233" y="64"/>
                </a:cubicBezTo>
                <a:cubicBezTo>
                  <a:pt x="237" y="64"/>
                  <a:pt x="241" y="60"/>
                  <a:pt x="241" y="56"/>
                </a:cubicBezTo>
                <a:cubicBezTo>
                  <a:pt x="241" y="52"/>
                  <a:pt x="237" y="48"/>
                  <a:pt x="233" y="48"/>
                </a:cubicBezTo>
                <a:cubicBezTo>
                  <a:pt x="120" y="48"/>
                  <a:pt x="120" y="48"/>
                  <a:pt x="120" y="48"/>
                </a:cubicBezTo>
                <a:cubicBezTo>
                  <a:pt x="116" y="48"/>
                  <a:pt x="112" y="52"/>
                  <a:pt x="112" y="56"/>
                </a:cubicBezTo>
                <a:cubicBezTo>
                  <a:pt x="112" y="60"/>
                  <a:pt x="116" y="64"/>
                  <a:pt x="120" y="64"/>
                </a:cubicBezTo>
                <a:moveTo>
                  <a:pt x="104" y="96"/>
                </a:moveTo>
                <a:cubicBezTo>
                  <a:pt x="249" y="96"/>
                  <a:pt x="249" y="96"/>
                  <a:pt x="249" y="96"/>
                </a:cubicBezTo>
                <a:cubicBezTo>
                  <a:pt x="253" y="96"/>
                  <a:pt x="257" y="93"/>
                  <a:pt x="257" y="88"/>
                </a:cubicBezTo>
                <a:cubicBezTo>
                  <a:pt x="257" y="84"/>
                  <a:pt x="253" y="80"/>
                  <a:pt x="249" y="80"/>
                </a:cubicBezTo>
                <a:cubicBezTo>
                  <a:pt x="104" y="80"/>
                  <a:pt x="104" y="80"/>
                  <a:pt x="104" y="80"/>
                </a:cubicBezTo>
                <a:cubicBezTo>
                  <a:pt x="100" y="80"/>
                  <a:pt x="96" y="84"/>
                  <a:pt x="96" y="88"/>
                </a:cubicBezTo>
                <a:cubicBezTo>
                  <a:pt x="96" y="93"/>
                  <a:pt x="100" y="96"/>
                  <a:pt x="104" y="96"/>
                </a:cubicBezTo>
                <a:moveTo>
                  <a:pt x="273" y="120"/>
                </a:moveTo>
                <a:cubicBezTo>
                  <a:pt x="273" y="116"/>
                  <a:pt x="269" y="112"/>
                  <a:pt x="265" y="112"/>
                </a:cubicBezTo>
                <a:cubicBezTo>
                  <a:pt x="88" y="112"/>
                  <a:pt x="88" y="112"/>
                  <a:pt x="88" y="112"/>
                </a:cubicBezTo>
                <a:cubicBezTo>
                  <a:pt x="84" y="112"/>
                  <a:pt x="80" y="116"/>
                  <a:pt x="80" y="120"/>
                </a:cubicBezTo>
                <a:cubicBezTo>
                  <a:pt x="80" y="125"/>
                  <a:pt x="84" y="128"/>
                  <a:pt x="88" y="128"/>
                </a:cubicBezTo>
                <a:cubicBezTo>
                  <a:pt x="265" y="128"/>
                  <a:pt x="265" y="128"/>
                  <a:pt x="265" y="128"/>
                </a:cubicBezTo>
                <a:cubicBezTo>
                  <a:pt x="269" y="128"/>
                  <a:pt x="273" y="125"/>
                  <a:pt x="273" y="120"/>
                </a:cubicBezTo>
                <a:moveTo>
                  <a:pt x="352" y="165"/>
                </a:moveTo>
                <a:cubicBezTo>
                  <a:pt x="352" y="165"/>
                  <a:pt x="352" y="165"/>
                  <a:pt x="352" y="165"/>
                </a:cubicBezTo>
                <a:cubicBezTo>
                  <a:pt x="272" y="4"/>
                  <a:pt x="272" y="4"/>
                  <a:pt x="272" y="4"/>
                </a:cubicBezTo>
                <a:cubicBezTo>
                  <a:pt x="272" y="4"/>
                  <a:pt x="272" y="4"/>
                  <a:pt x="272" y="4"/>
                </a:cubicBezTo>
                <a:cubicBezTo>
                  <a:pt x="271" y="2"/>
                  <a:pt x="268" y="0"/>
                  <a:pt x="265" y="0"/>
                </a:cubicBezTo>
                <a:cubicBezTo>
                  <a:pt x="88" y="0"/>
                  <a:pt x="88" y="0"/>
                  <a:pt x="88" y="0"/>
                </a:cubicBezTo>
                <a:cubicBezTo>
                  <a:pt x="85" y="0"/>
                  <a:pt x="82" y="2"/>
                  <a:pt x="81" y="4"/>
                </a:cubicBezTo>
                <a:cubicBezTo>
                  <a:pt x="81" y="4"/>
                  <a:pt x="81" y="4"/>
                  <a:pt x="81" y="4"/>
                </a:cubicBezTo>
                <a:cubicBezTo>
                  <a:pt x="1" y="165"/>
                  <a:pt x="1" y="165"/>
                  <a:pt x="1" y="165"/>
                </a:cubicBezTo>
                <a:cubicBezTo>
                  <a:pt x="1" y="165"/>
                  <a:pt x="1" y="165"/>
                  <a:pt x="1" y="165"/>
                </a:cubicBezTo>
                <a:cubicBezTo>
                  <a:pt x="0" y="166"/>
                  <a:pt x="0" y="167"/>
                  <a:pt x="0" y="168"/>
                </a:cubicBezTo>
                <a:cubicBezTo>
                  <a:pt x="0" y="281"/>
                  <a:pt x="0" y="281"/>
                  <a:pt x="0" y="281"/>
                </a:cubicBezTo>
                <a:cubicBezTo>
                  <a:pt x="0" y="285"/>
                  <a:pt x="3" y="289"/>
                  <a:pt x="8" y="289"/>
                </a:cubicBezTo>
                <a:cubicBezTo>
                  <a:pt x="345" y="289"/>
                  <a:pt x="345" y="289"/>
                  <a:pt x="345" y="289"/>
                </a:cubicBezTo>
                <a:cubicBezTo>
                  <a:pt x="350" y="289"/>
                  <a:pt x="353" y="285"/>
                  <a:pt x="353" y="281"/>
                </a:cubicBezTo>
                <a:cubicBezTo>
                  <a:pt x="353" y="168"/>
                  <a:pt x="353" y="168"/>
                  <a:pt x="353" y="168"/>
                </a:cubicBezTo>
                <a:cubicBezTo>
                  <a:pt x="353" y="167"/>
                  <a:pt x="353" y="166"/>
                  <a:pt x="352" y="165"/>
                </a:cubicBezTo>
                <a:moveTo>
                  <a:pt x="93" y="16"/>
                </a:moveTo>
                <a:cubicBezTo>
                  <a:pt x="260" y="16"/>
                  <a:pt x="260" y="16"/>
                  <a:pt x="260" y="16"/>
                </a:cubicBezTo>
                <a:cubicBezTo>
                  <a:pt x="332" y="160"/>
                  <a:pt x="332" y="160"/>
                  <a:pt x="332" y="160"/>
                </a:cubicBezTo>
                <a:cubicBezTo>
                  <a:pt x="233" y="160"/>
                  <a:pt x="233" y="160"/>
                  <a:pt x="233" y="160"/>
                </a:cubicBezTo>
                <a:cubicBezTo>
                  <a:pt x="228" y="160"/>
                  <a:pt x="225" y="164"/>
                  <a:pt x="225" y="168"/>
                </a:cubicBezTo>
                <a:cubicBezTo>
                  <a:pt x="225" y="195"/>
                  <a:pt x="203" y="217"/>
                  <a:pt x="177" y="217"/>
                </a:cubicBezTo>
                <a:cubicBezTo>
                  <a:pt x="150" y="217"/>
                  <a:pt x="128" y="195"/>
                  <a:pt x="128" y="168"/>
                </a:cubicBezTo>
                <a:cubicBezTo>
                  <a:pt x="128" y="164"/>
                  <a:pt x="125" y="160"/>
                  <a:pt x="120" y="160"/>
                </a:cubicBezTo>
                <a:cubicBezTo>
                  <a:pt x="21" y="160"/>
                  <a:pt x="21" y="160"/>
                  <a:pt x="21" y="160"/>
                </a:cubicBezTo>
                <a:lnTo>
                  <a:pt x="93" y="16"/>
                </a:lnTo>
                <a:close/>
                <a:moveTo>
                  <a:pt x="337" y="273"/>
                </a:moveTo>
                <a:cubicBezTo>
                  <a:pt x="16" y="273"/>
                  <a:pt x="16" y="273"/>
                  <a:pt x="16" y="273"/>
                </a:cubicBezTo>
                <a:cubicBezTo>
                  <a:pt x="16" y="176"/>
                  <a:pt x="16" y="176"/>
                  <a:pt x="16" y="176"/>
                </a:cubicBezTo>
                <a:cubicBezTo>
                  <a:pt x="113" y="176"/>
                  <a:pt x="113" y="176"/>
                  <a:pt x="113" y="176"/>
                </a:cubicBezTo>
                <a:cubicBezTo>
                  <a:pt x="117" y="208"/>
                  <a:pt x="144" y="233"/>
                  <a:pt x="177" y="233"/>
                </a:cubicBezTo>
                <a:cubicBezTo>
                  <a:pt x="209" y="233"/>
                  <a:pt x="236" y="208"/>
                  <a:pt x="240" y="176"/>
                </a:cubicBezTo>
                <a:cubicBezTo>
                  <a:pt x="337" y="176"/>
                  <a:pt x="337" y="176"/>
                  <a:pt x="337" y="176"/>
                </a:cubicBezTo>
                <a:lnTo>
                  <a:pt x="337" y="27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6" name="Freeform 36"/>
          <p:cNvSpPr>
            <a:spLocks noEditPoints="1"/>
          </p:cNvSpPr>
          <p:nvPr/>
        </p:nvSpPr>
        <p:spPr bwMode="auto">
          <a:xfrm>
            <a:off x="1943100" y="4246035"/>
            <a:ext cx="577851" cy="577851"/>
          </a:xfrm>
          <a:custGeom>
            <a:avLst/>
            <a:gdLst>
              <a:gd name="T0" fmla="*/ 353 w 353"/>
              <a:gd name="T1" fmla="*/ 104 h 353"/>
              <a:gd name="T2" fmla="*/ 353 w 353"/>
              <a:gd name="T3" fmla="*/ 100 h 353"/>
              <a:gd name="T4" fmla="*/ 288 w 353"/>
              <a:gd name="T5" fmla="*/ 4 h 353"/>
              <a:gd name="T6" fmla="*/ 72 w 353"/>
              <a:gd name="T7" fmla="*/ 0 h 353"/>
              <a:gd name="T8" fmla="*/ 65 w 353"/>
              <a:gd name="T9" fmla="*/ 4 h 353"/>
              <a:gd name="T10" fmla="*/ 1 w 353"/>
              <a:gd name="T11" fmla="*/ 101 h 353"/>
              <a:gd name="T12" fmla="*/ 0 w 353"/>
              <a:gd name="T13" fmla="*/ 200 h 353"/>
              <a:gd name="T14" fmla="*/ 25 w 353"/>
              <a:gd name="T15" fmla="*/ 208 h 353"/>
              <a:gd name="T16" fmla="*/ 1 w 353"/>
              <a:gd name="T17" fmla="*/ 245 h 353"/>
              <a:gd name="T18" fmla="*/ 0 w 353"/>
              <a:gd name="T19" fmla="*/ 345 h 353"/>
              <a:gd name="T20" fmla="*/ 345 w 353"/>
              <a:gd name="T21" fmla="*/ 353 h 353"/>
              <a:gd name="T22" fmla="*/ 353 w 353"/>
              <a:gd name="T23" fmla="*/ 249 h 353"/>
              <a:gd name="T24" fmla="*/ 353 w 353"/>
              <a:gd name="T25" fmla="*/ 245 h 353"/>
              <a:gd name="T26" fmla="*/ 345 w 353"/>
              <a:gd name="T27" fmla="*/ 208 h 353"/>
              <a:gd name="T28" fmla="*/ 77 w 353"/>
              <a:gd name="T29" fmla="*/ 16 h 353"/>
              <a:gd name="T30" fmla="*/ 332 w 353"/>
              <a:gd name="T31" fmla="*/ 96 h 353"/>
              <a:gd name="T32" fmla="*/ 225 w 353"/>
              <a:gd name="T33" fmla="*/ 104 h 353"/>
              <a:gd name="T34" fmla="*/ 129 w 353"/>
              <a:gd name="T35" fmla="*/ 104 h 353"/>
              <a:gd name="T36" fmla="*/ 22 w 353"/>
              <a:gd name="T37" fmla="*/ 96 h 353"/>
              <a:gd name="T38" fmla="*/ 337 w 353"/>
              <a:gd name="T39" fmla="*/ 337 h 353"/>
              <a:gd name="T40" fmla="*/ 16 w 353"/>
              <a:gd name="T41" fmla="*/ 257 h 353"/>
              <a:gd name="T42" fmla="*/ 177 w 353"/>
              <a:gd name="T43" fmla="*/ 313 h 353"/>
              <a:gd name="T44" fmla="*/ 337 w 353"/>
              <a:gd name="T45" fmla="*/ 257 h 353"/>
              <a:gd name="T46" fmla="*/ 332 w 353"/>
              <a:gd name="T47" fmla="*/ 241 h 353"/>
              <a:gd name="T48" fmla="*/ 225 w 353"/>
              <a:gd name="T49" fmla="*/ 249 h 353"/>
              <a:gd name="T50" fmla="*/ 129 w 353"/>
              <a:gd name="T51" fmla="*/ 249 h 353"/>
              <a:gd name="T52" fmla="*/ 22 w 353"/>
              <a:gd name="T53" fmla="*/ 241 h 353"/>
              <a:gd name="T54" fmla="*/ 310 w 353"/>
              <a:gd name="T55" fmla="*/ 208 h 353"/>
              <a:gd name="T56" fmla="*/ 337 w 353"/>
              <a:gd name="T57" fmla="*/ 192 h 353"/>
              <a:gd name="T58" fmla="*/ 16 w 353"/>
              <a:gd name="T59" fmla="*/ 112 h 353"/>
              <a:gd name="T60" fmla="*/ 177 w 353"/>
              <a:gd name="T61" fmla="*/ 168 h 353"/>
              <a:gd name="T62" fmla="*/ 337 w 353"/>
              <a:gd name="T63" fmla="*/ 112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353" h="353">
                <a:moveTo>
                  <a:pt x="353" y="200"/>
                </a:moveTo>
                <a:cubicBezTo>
                  <a:pt x="353" y="104"/>
                  <a:pt x="353" y="104"/>
                  <a:pt x="353" y="104"/>
                </a:cubicBezTo>
                <a:cubicBezTo>
                  <a:pt x="353" y="103"/>
                  <a:pt x="353" y="102"/>
                  <a:pt x="353" y="101"/>
                </a:cubicBezTo>
                <a:cubicBezTo>
                  <a:pt x="353" y="100"/>
                  <a:pt x="353" y="100"/>
                  <a:pt x="353" y="100"/>
                </a:cubicBezTo>
                <a:cubicBezTo>
                  <a:pt x="288" y="4"/>
                  <a:pt x="288" y="4"/>
                  <a:pt x="288" y="4"/>
                </a:cubicBezTo>
                <a:cubicBezTo>
                  <a:pt x="288" y="4"/>
                  <a:pt x="288" y="4"/>
                  <a:pt x="288" y="4"/>
                </a:cubicBezTo>
                <a:cubicBezTo>
                  <a:pt x="287" y="2"/>
                  <a:pt x="284" y="0"/>
                  <a:pt x="281" y="0"/>
                </a:cubicBezTo>
                <a:cubicBezTo>
                  <a:pt x="72" y="0"/>
                  <a:pt x="72" y="0"/>
                  <a:pt x="72" y="0"/>
                </a:cubicBezTo>
                <a:cubicBezTo>
                  <a:pt x="69" y="0"/>
                  <a:pt x="67" y="2"/>
                  <a:pt x="65" y="4"/>
                </a:cubicBezTo>
                <a:cubicBezTo>
                  <a:pt x="65" y="4"/>
                  <a:pt x="65" y="4"/>
                  <a:pt x="65" y="4"/>
                </a:cubicBezTo>
                <a:cubicBezTo>
                  <a:pt x="1" y="100"/>
                  <a:pt x="1" y="100"/>
                  <a:pt x="1" y="100"/>
                </a:cubicBezTo>
                <a:cubicBezTo>
                  <a:pt x="1" y="101"/>
                  <a:pt x="1" y="101"/>
                  <a:pt x="1" y="101"/>
                </a:cubicBezTo>
                <a:cubicBezTo>
                  <a:pt x="1" y="102"/>
                  <a:pt x="0" y="103"/>
                  <a:pt x="0" y="104"/>
                </a:cubicBezTo>
                <a:cubicBezTo>
                  <a:pt x="0" y="200"/>
                  <a:pt x="0" y="200"/>
                  <a:pt x="0" y="200"/>
                </a:cubicBezTo>
                <a:cubicBezTo>
                  <a:pt x="0" y="205"/>
                  <a:pt x="4" y="208"/>
                  <a:pt x="8" y="208"/>
                </a:cubicBezTo>
                <a:cubicBezTo>
                  <a:pt x="25" y="208"/>
                  <a:pt x="25" y="208"/>
                  <a:pt x="25" y="208"/>
                </a:cubicBezTo>
                <a:cubicBezTo>
                  <a:pt x="1" y="245"/>
                  <a:pt x="1" y="245"/>
                  <a:pt x="1" y="245"/>
                </a:cubicBezTo>
                <a:cubicBezTo>
                  <a:pt x="1" y="245"/>
                  <a:pt x="1" y="245"/>
                  <a:pt x="1" y="245"/>
                </a:cubicBezTo>
                <a:cubicBezTo>
                  <a:pt x="1" y="246"/>
                  <a:pt x="0" y="247"/>
                  <a:pt x="0" y="249"/>
                </a:cubicBezTo>
                <a:cubicBezTo>
                  <a:pt x="0" y="345"/>
                  <a:pt x="0" y="345"/>
                  <a:pt x="0" y="345"/>
                </a:cubicBezTo>
                <a:cubicBezTo>
                  <a:pt x="0" y="349"/>
                  <a:pt x="4" y="353"/>
                  <a:pt x="8" y="353"/>
                </a:cubicBezTo>
                <a:cubicBezTo>
                  <a:pt x="345" y="353"/>
                  <a:pt x="345" y="353"/>
                  <a:pt x="345" y="353"/>
                </a:cubicBezTo>
                <a:cubicBezTo>
                  <a:pt x="350" y="353"/>
                  <a:pt x="353" y="349"/>
                  <a:pt x="353" y="345"/>
                </a:cubicBezTo>
                <a:cubicBezTo>
                  <a:pt x="353" y="249"/>
                  <a:pt x="353" y="249"/>
                  <a:pt x="353" y="249"/>
                </a:cubicBezTo>
                <a:cubicBezTo>
                  <a:pt x="353" y="247"/>
                  <a:pt x="353" y="246"/>
                  <a:pt x="353" y="245"/>
                </a:cubicBezTo>
                <a:cubicBezTo>
                  <a:pt x="353" y="245"/>
                  <a:pt x="353" y="245"/>
                  <a:pt x="353" y="245"/>
                </a:cubicBezTo>
                <a:cubicBezTo>
                  <a:pt x="328" y="208"/>
                  <a:pt x="328" y="208"/>
                  <a:pt x="328" y="208"/>
                </a:cubicBezTo>
                <a:cubicBezTo>
                  <a:pt x="345" y="208"/>
                  <a:pt x="345" y="208"/>
                  <a:pt x="345" y="208"/>
                </a:cubicBezTo>
                <a:cubicBezTo>
                  <a:pt x="350" y="208"/>
                  <a:pt x="353" y="205"/>
                  <a:pt x="353" y="200"/>
                </a:cubicBezTo>
                <a:moveTo>
                  <a:pt x="77" y="16"/>
                </a:moveTo>
                <a:cubicBezTo>
                  <a:pt x="277" y="16"/>
                  <a:pt x="277" y="16"/>
                  <a:pt x="277" y="16"/>
                </a:cubicBezTo>
                <a:cubicBezTo>
                  <a:pt x="332" y="96"/>
                  <a:pt x="332" y="96"/>
                  <a:pt x="332" y="96"/>
                </a:cubicBezTo>
                <a:cubicBezTo>
                  <a:pt x="233" y="96"/>
                  <a:pt x="233" y="96"/>
                  <a:pt x="233" y="96"/>
                </a:cubicBezTo>
                <a:cubicBezTo>
                  <a:pt x="229" y="96"/>
                  <a:pt x="225" y="100"/>
                  <a:pt x="225" y="104"/>
                </a:cubicBezTo>
                <a:cubicBezTo>
                  <a:pt x="225" y="131"/>
                  <a:pt x="203" y="152"/>
                  <a:pt x="177" y="152"/>
                </a:cubicBezTo>
                <a:cubicBezTo>
                  <a:pt x="150" y="152"/>
                  <a:pt x="129" y="131"/>
                  <a:pt x="129" y="104"/>
                </a:cubicBezTo>
                <a:cubicBezTo>
                  <a:pt x="129" y="100"/>
                  <a:pt x="125" y="96"/>
                  <a:pt x="121" y="96"/>
                </a:cubicBezTo>
                <a:cubicBezTo>
                  <a:pt x="22" y="96"/>
                  <a:pt x="22" y="96"/>
                  <a:pt x="22" y="96"/>
                </a:cubicBezTo>
                <a:lnTo>
                  <a:pt x="77" y="16"/>
                </a:lnTo>
                <a:close/>
                <a:moveTo>
                  <a:pt x="337" y="337"/>
                </a:moveTo>
                <a:cubicBezTo>
                  <a:pt x="16" y="337"/>
                  <a:pt x="16" y="337"/>
                  <a:pt x="16" y="337"/>
                </a:cubicBezTo>
                <a:cubicBezTo>
                  <a:pt x="16" y="257"/>
                  <a:pt x="16" y="257"/>
                  <a:pt x="16" y="257"/>
                </a:cubicBezTo>
                <a:cubicBezTo>
                  <a:pt x="113" y="257"/>
                  <a:pt x="113" y="257"/>
                  <a:pt x="113" y="257"/>
                </a:cubicBezTo>
                <a:cubicBezTo>
                  <a:pt x="117" y="288"/>
                  <a:pt x="144" y="313"/>
                  <a:pt x="177" y="313"/>
                </a:cubicBezTo>
                <a:cubicBezTo>
                  <a:pt x="210" y="313"/>
                  <a:pt x="237" y="288"/>
                  <a:pt x="241" y="257"/>
                </a:cubicBezTo>
                <a:cubicBezTo>
                  <a:pt x="337" y="257"/>
                  <a:pt x="337" y="257"/>
                  <a:pt x="337" y="257"/>
                </a:cubicBezTo>
                <a:lnTo>
                  <a:pt x="337" y="337"/>
                </a:lnTo>
                <a:close/>
                <a:moveTo>
                  <a:pt x="332" y="241"/>
                </a:moveTo>
                <a:cubicBezTo>
                  <a:pt x="233" y="241"/>
                  <a:pt x="233" y="241"/>
                  <a:pt x="233" y="241"/>
                </a:cubicBezTo>
                <a:cubicBezTo>
                  <a:pt x="229" y="241"/>
                  <a:pt x="225" y="244"/>
                  <a:pt x="225" y="249"/>
                </a:cubicBezTo>
                <a:cubicBezTo>
                  <a:pt x="225" y="275"/>
                  <a:pt x="203" y="297"/>
                  <a:pt x="177" y="297"/>
                </a:cubicBezTo>
                <a:cubicBezTo>
                  <a:pt x="150" y="297"/>
                  <a:pt x="129" y="275"/>
                  <a:pt x="129" y="249"/>
                </a:cubicBezTo>
                <a:cubicBezTo>
                  <a:pt x="129" y="244"/>
                  <a:pt x="125" y="241"/>
                  <a:pt x="121" y="241"/>
                </a:cubicBezTo>
                <a:cubicBezTo>
                  <a:pt x="22" y="241"/>
                  <a:pt x="22" y="241"/>
                  <a:pt x="22" y="241"/>
                </a:cubicBezTo>
                <a:cubicBezTo>
                  <a:pt x="44" y="208"/>
                  <a:pt x="44" y="208"/>
                  <a:pt x="44" y="208"/>
                </a:cubicBezTo>
                <a:cubicBezTo>
                  <a:pt x="310" y="208"/>
                  <a:pt x="310" y="208"/>
                  <a:pt x="310" y="208"/>
                </a:cubicBezTo>
                <a:lnTo>
                  <a:pt x="332" y="241"/>
                </a:lnTo>
                <a:close/>
                <a:moveTo>
                  <a:pt x="337" y="192"/>
                </a:moveTo>
                <a:cubicBezTo>
                  <a:pt x="16" y="192"/>
                  <a:pt x="16" y="192"/>
                  <a:pt x="16" y="192"/>
                </a:cubicBezTo>
                <a:cubicBezTo>
                  <a:pt x="16" y="112"/>
                  <a:pt x="16" y="112"/>
                  <a:pt x="16" y="112"/>
                </a:cubicBezTo>
                <a:cubicBezTo>
                  <a:pt x="113" y="112"/>
                  <a:pt x="113" y="112"/>
                  <a:pt x="113" y="112"/>
                </a:cubicBezTo>
                <a:cubicBezTo>
                  <a:pt x="117" y="144"/>
                  <a:pt x="144" y="168"/>
                  <a:pt x="177" y="168"/>
                </a:cubicBezTo>
                <a:cubicBezTo>
                  <a:pt x="210" y="168"/>
                  <a:pt x="237" y="144"/>
                  <a:pt x="241" y="112"/>
                </a:cubicBezTo>
                <a:cubicBezTo>
                  <a:pt x="337" y="112"/>
                  <a:pt x="337" y="112"/>
                  <a:pt x="337" y="112"/>
                </a:cubicBezTo>
                <a:lnTo>
                  <a:pt x="337" y="19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7" name="Freeform 37"/>
          <p:cNvSpPr>
            <a:spLocks/>
          </p:cNvSpPr>
          <p:nvPr/>
        </p:nvSpPr>
        <p:spPr bwMode="auto">
          <a:xfrm>
            <a:off x="3048000" y="4246035"/>
            <a:ext cx="577851" cy="577851"/>
          </a:xfrm>
          <a:custGeom>
            <a:avLst/>
            <a:gdLst>
              <a:gd name="T0" fmla="*/ 345 w 353"/>
              <a:gd name="T1" fmla="*/ 168 h 353"/>
              <a:gd name="T2" fmla="*/ 337 w 353"/>
              <a:gd name="T3" fmla="*/ 176 h 353"/>
              <a:gd name="T4" fmla="*/ 176 w 353"/>
              <a:gd name="T5" fmla="*/ 337 h 353"/>
              <a:gd name="T6" fmla="*/ 16 w 353"/>
              <a:gd name="T7" fmla="*/ 176 h 353"/>
              <a:gd name="T8" fmla="*/ 176 w 353"/>
              <a:gd name="T9" fmla="*/ 16 h 353"/>
              <a:gd name="T10" fmla="*/ 305 w 353"/>
              <a:gd name="T11" fmla="*/ 80 h 353"/>
              <a:gd name="T12" fmla="*/ 240 w 353"/>
              <a:gd name="T13" fmla="*/ 80 h 353"/>
              <a:gd name="T14" fmla="*/ 232 w 353"/>
              <a:gd name="T15" fmla="*/ 88 h 353"/>
              <a:gd name="T16" fmla="*/ 240 w 353"/>
              <a:gd name="T17" fmla="*/ 96 h 353"/>
              <a:gd name="T18" fmla="*/ 321 w 353"/>
              <a:gd name="T19" fmla="*/ 96 h 353"/>
              <a:gd name="T20" fmla="*/ 329 w 353"/>
              <a:gd name="T21" fmla="*/ 88 h 353"/>
              <a:gd name="T22" fmla="*/ 329 w 353"/>
              <a:gd name="T23" fmla="*/ 8 h 353"/>
              <a:gd name="T24" fmla="*/ 321 w 353"/>
              <a:gd name="T25" fmla="*/ 0 h 353"/>
              <a:gd name="T26" fmla="*/ 313 w 353"/>
              <a:gd name="T27" fmla="*/ 8 h 353"/>
              <a:gd name="T28" fmla="*/ 313 w 353"/>
              <a:gd name="T29" fmla="*/ 64 h 353"/>
              <a:gd name="T30" fmla="*/ 176 w 353"/>
              <a:gd name="T31" fmla="*/ 0 h 353"/>
              <a:gd name="T32" fmla="*/ 0 w 353"/>
              <a:gd name="T33" fmla="*/ 176 h 353"/>
              <a:gd name="T34" fmla="*/ 176 w 353"/>
              <a:gd name="T35" fmla="*/ 353 h 353"/>
              <a:gd name="T36" fmla="*/ 353 w 353"/>
              <a:gd name="T37" fmla="*/ 176 h 353"/>
              <a:gd name="T38" fmla="*/ 345 w 353"/>
              <a:gd name="T39" fmla="*/ 168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353" h="353">
                <a:moveTo>
                  <a:pt x="345" y="168"/>
                </a:moveTo>
                <a:cubicBezTo>
                  <a:pt x="340" y="168"/>
                  <a:pt x="337" y="172"/>
                  <a:pt x="337" y="176"/>
                </a:cubicBezTo>
                <a:cubicBezTo>
                  <a:pt x="337" y="265"/>
                  <a:pt x="265" y="337"/>
                  <a:pt x="176" y="337"/>
                </a:cubicBezTo>
                <a:cubicBezTo>
                  <a:pt x="87" y="337"/>
                  <a:pt x="16" y="265"/>
                  <a:pt x="16" y="176"/>
                </a:cubicBezTo>
                <a:cubicBezTo>
                  <a:pt x="16" y="88"/>
                  <a:pt x="87" y="16"/>
                  <a:pt x="176" y="16"/>
                </a:cubicBezTo>
                <a:cubicBezTo>
                  <a:pt x="229" y="16"/>
                  <a:pt x="275" y="41"/>
                  <a:pt x="305" y="80"/>
                </a:cubicBezTo>
                <a:cubicBezTo>
                  <a:pt x="240" y="80"/>
                  <a:pt x="240" y="80"/>
                  <a:pt x="240" y="80"/>
                </a:cubicBezTo>
                <a:cubicBezTo>
                  <a:pt x="236" y="80"/>
                  <a:pt x="232" y="84"/>
                  <a:pt x="232" y="88"/>
                </a:cubicBezTo>
                <a:cubicBezTo>
                  <a:pt x="232" y="92"/>
                  <a:pt x="236" y="96"/>
                  <a:pt x="240" y="96"/>
                </a:cubicBezTo>
                <a:cubicBezTo>
                  <a:pt x="321" y="96"/>
                  <a:pt x="321" y="96"/>
                  <a:pt x="321" y="96"/>
                </a:cubicBezTo>
                <a:cubicBezTo>
                  <a:pt x="325" y="96"/>
                  <a:pt x="329" y="92"/>
                  <a:pt x="329" y="88"/>
                </a:cubicBezTo>
                <a:cubicBezTo>
                  <a:pt x="329" y="8"/>
                  <a:pt x="329" y="8"/>
                  <a:pt x="329" y="8"/>
                </a:cubicBezTo>
                <a:cubicBezTo>
                  <a:pt x="329" y="3"/>
                  <a:pt x="325" y="0"/>
                  <a:pt x="321" y="0"/>
                </a:cubicBezTo>
                <a:cubicBezTo>
                  <a:pt x="316" y="0"/>
                  <a:pt x="313" y="3"/>
                  <a:pt x="313" y="8"/>
                </a:cubicBezTo>
                <a:cubicBezTo>
                  <a:pt x="313" y="64"/>
                  <a:pt x="313" y="64"/>
                  <a:pt x="313" y="64"/>
                </a:cubicBezTo>
                <a:cubicBezTo>
                  <a:pt x="280" y="25"/>
                  <a:pt x="231" y="0"/>
                  <a:pt x="176" y="0"/>
                </a:cubicBezTo>
                <a:cubicBezTo>
                  <a:pt x="79" y="0"/>
                  <a:pt x="0" y="79"/>
                  <a:pt x="0" y="176"/>
                </a:cubicBezTo>
                <a:cubicBezTo>
                  <a:pt x="0" y="274"/>
                  <a:pt x="79" y="353"/>
                  <a:pt x="176" y="353"/>
                </a:cubicBezTo>
                <a:cubicBezTo>
                  <a:pt x="274" y="353"/>
                  <a:pt x="353" y="274"/>
                  <a:pt x="353" y="176"/>
                </a:cubicBezTo>
                <a:cubicBezTo>
                  <a:pt x="353" y="172"/>
                  <a:pt x="349" y="168"/>
                  <a:pt x="345" y="168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8" name="Freeform 38"/>
          <p:cNvSpPr>
            <a:spLocks noEditPoints="1"/>
          </p:cNvSpPr>
          <p:nvPr/>
        </p:nvSpPr>
        <p:spPr bwMode="auto">
          <a:xfrm>
            <a:off x="4150785" y="4246035"/>
            <a:ext cx="579967" cy="577851"/>
          </a:xfrm>
          <a:custGeom>
            <a:avLst/>
            <a:gdLst>
              <a:gd name="T0" fmla="*/ 345 w 353"/>
              <a:gd name="T1" fmla="*/ 168 h 353"/>
              <a:gd name="T2" fmla="*/ 337 w 353"/>
              <a:gd name="T3" fmla="*/ 176 h 353"/>
              <a:gd name="T4" fmla="*/ 177 w 353"/>
              <a:gd name="T5" fmla="*/ 337 h 353"/>
              <a:gd name="T6" fmla="*/ 48 w 353"/>
              <a:gd name="T7" fmla="*/ 273 h 353"/>
              <a:gd name="T8" fmla="*/ 112 w 353"/>
              <a:gd name="T9" fmla="*/ 273 h 353"/>
              <a:gd name="T10" fmla="*/ 120 w 353"/>
              <a:gd name="T11" fmla="*/ 265 h 353"/>
              <a:gd name="T12" fmla="*/ 112 w 353"/>
              <a:gd name="T13" fmla="*/ 257 h 353"/>
              <a:gd name="T14" fmla="*/ 32 w 353"/>
              <a:gd name="T15" fmla="*/ 257 h 353"/>
              <a:gd name="T16" fmla="*/ 24 w 353"/>
              <a:gd name="T17" fmla="*/ 265 h 353"/>
              <a:gd name="T18" fmla="*/ 24 w 353"/>
              <a:gd name="T19" fmla="*/ 345 h 353"/>
              <a:gd name="T20" fmla="*/ 32 w 353"/>
              <a:gd name="T21" fmla="*/ 353 h 353"/>
              <a:gd name="T22" fmla="*/ 40 w 353"/>
              <a:gd name="T23" fmla="*/ 345 h 353"/>
              <a:gd name="T24" fmla="*/ 40 w 353"/>
              <a:gd name="T25" fmla="*/ 288 h 353"/>
              <a:gd name="T26" fmla="*/ 177 w 353"/>
              <a:gd name="T27" fmla="*/ 353 h 353"/>
              <a:gd name="T28" fmla="*/ 353 w 353"/>
              <a:gd name="T29" fmla="*/ 176 h 353"/>
              <a:gd name="T30" fmla="*/ 345 w 353"/>
              <a:gd name="T31" fmla="*/ 168 h 353"/>
              <a:gd name="T32" fmla="*/ 177 w 353"/>
              <a:gd name="T33" fmla="*/ 16 h 353"/>
              <a:gd name="T34" fmla="*/ 305 w 353"/>
              <a:gd name="T35" fmla="*/ 80 h 353"/>
              <a:gd name="T36" fmla="*/ 241 w 353"/>
              <a:gd name="T37" fmla="*/ 80 h 353"/>
              <a:gd name="T38" fmla="*/ 233 w 353"/>
              <a:gd name="T39" fmla="*/ 88 h 353"/>
              <a:gd name="T40" fmla="*/ 241 w 353"/>
              <a:gd name="T41" fmla="*/ 96 h 353"/>
              <a:gd name="T42" fmla="*/ 321 w 353"/>
              <a:gd name="T43" fmla="*/ 96 h 353"/>
              <a:gd name="T44" fmla="*/ 329 w 353"/>
              <a:gd name="T45" fmla="*/ 88 h 353"/>
              <a:gd name="T46" fmla="*/ 329 w 353"/>
              <a:gd name="T47" fmla="*/ 8 h 353"/>
              <a:gd name="T48" fmla="*/ 321 w 353"/>
              <a:gd name="T49" fmla="*/ 0 h 353"/>
              <a:gd name="T50" fmla="*/ 313 w 353"/>
              <a:gd name="T51" fmla="*/ 8 h 353"/>
              <a:gd name="T52" fmla="*/ 313 w 353"/>
              <a:gd name="T53" fmla="*/ 64 h 353"/>
              <a:gd name="T54" fmla="*/ 177 w 353"/>
              <a:gd name="T55" fmla="*/ 0 h 353"/>
              <a:gd name="T56" fmla="*/ 0 w 353"/>
              <a:gd name="T57" fmla="*/ 176 h 353"/>
              <a:gd name="T58" fmla="*/ 8 w 353"/>
              <a:gd name="T59" fmla="*/ 184 h 353"/>
              <a:gd name="T60" fmla="*/ 16 w 353"/>
              <a:gd name="T61" fmla="*/ 176 h 353"/>
              <a:gd name="T62" fmla="*/ 177 w 353"/>
              <a:gd name="T63" fmla="*/ 16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353" h="353">
                <a:moveTo>
                  <a:pt x="345" y="168"/>
                </a:moveTo>
                <a:cubicBezTo>
                  <a:pt x="341" y="168"/>
                  <a:pt x="337" y="172"/>
                  <a:pt x="337" y="176"/>
                </a:cubicBezTo>
                <a:cubicBezTo>
                  <a:pt x="337" y="265"/>
                  <a:pt x="265" y="337"/>
                  <a:pt x="177" y="337"/>
                </a:cubicBezTo>
                <a:cubicBezTo>
                  <a:pt x="124" y="337"/>
                  <a:pt x="77" y="312"/>
                  <a:pt x="48" y="273"/>
                </a:cubicBezTo>
                <a:cubicBezTo>
                  <a:pt x="112" y="273"/>
                  <a:pt x="112" y="273"/>
                  <a:pt x="112" y="273"/>
                </a:cubicBezTo>
                <a:cubicBezTo>
                  <a:pt x="117" y="273"/>
                  <a:pt x="120" y="269"/>
                  <a:pt x="120" y="265"/>
                </a:cubicBezTo>
                <a:cubicBezTo>
                  <a:pt x="120" y="260"/>
                  <a:pt x="117" y="257"/>
                  <a:pt x="112" y="257"/>
                </a:cubicBezTo>
                <a:cubicBezTo>
                  <a:pt x="32" y="257"/>
                  <a:pt x="32" y="257"/>
                  <a:pt x="32" y="257"/>
                </a:cubicBezTo>
                <a:cubicBezTo>
                  <a:pt x="28" y="257"/>
                  <a:pt x="24" y="260"/>
                  <a:pt x="24" y="265"/>
                </a:cubicBezTo>
                <a:cubicBezTo>
                  <a:pt x="24" y="345"/>
                  <a:pt x="24" y="345"/>
                  <a:pt x="24" y="345"/>
                </a:cubicBezTo>
                <a:cubicBezTo>
                  <a:pt x="24" y="349"/>
                  <a:pt x="28" y="353"/>
                  <a:pt x="32" y="353"/>
                </a:cubicBezTo>
                <a:cubicBezTo>
                  <a:pt x="36" y="353"/>
                  <a:pt x="40" y="349"/>
                  <a:pt x="40" y="345"/>
                </a:cubicBezTo>
                <a:cubicBezTo>
                  <a:pt x="40" y="288"/>
                  <a:pt x="40" y="288"/>
                  <a:pt x="40" y="288"/>
                </a:cubicBezTo>
                <a:cubicBezTo>
                  <a:pt x="72" y="328"/>
                  <a:pt x="121" y="353"/>
                  <a:pt x="177" y="353"/>
                </a:cubicBezTo>
                <a:cubicBezTo>
                  <a:pt x="274" y="353"/>
                  <a:pt x="353" y="274"/>
                  <a:pt x="353" y="176"/>
                </a:cubicBezTo>
                <a:cubicBezTo>
                  <a:pt x="353" y="172"/>
                  <a:pt x="350" y="168"/>
                  <a:pt x="345" y="168"/>
                </a:cubicBezTo>
                <a:moveTo>
                  <a:pt x="177" y="16"/>
                </a:moveTo>
                <a:cubicBezTo>
                  <a:pt x="229" y="16"/>
                  <a:pt x="276" y="41"/>
                  <a:pt x="305" y="80"/>
                </a:cubicBezTo>
                <a:cubicBezTo>
                  <a:pt x="241" y="80"/>
                  <a:pt x="241" y="80"/>
                  <a:pt x="241" y="80"/>
                </a:cubicBezTo>
                <a:cubicBezTo>
                  <a:pt x="236" y="80"/>
                  <a:pt x="233" y="84"/>
                  <a:pt x="233" y="88"/>
                </a:cubicBezTo>
                <a:cubicBezTo>
                  <a:pt x="233" y="92"/>
                  <a:pt x="236" y="96"/>
                  <a:pt x="241" y="96"/>
                </a:cubicBezTo>
                <a:cubicBezTo>
                  <a:pt x="321" y="96"/>
                  <a:pt x="321" y="96"/>
                  <a:pt x="321" y="96"/>
                </a:cubicBezTo>
                <a:cubicBezTo>
                  <a:pt x="325" y="96"/>
                  <a:pt x="329" y="92"/>
                  <a:pt x="329" y="88"/>
                </a:cubicBezTo>
                <a:cubicBezTo>
                  <a:pt x="329" y="8"/>
                  <a:pt x="329" y="8"/>
                  <a:pt x="329" y="8"/>
                </a:cubicBezTo>
                <a:cubicBezTo>
                  <a:pt x="329" y="3"/>
                  <a:pt x="325" y="0"/>
                  <a:pt x="321" y="0"/>
                </a:cubicBezTo>
                <a:cubicBezTo>
                  <a:pt x="317" y="0"/>
                  <a:pt x="313" y="3"/>
                  <a:pt x="313" y="8"/>
                </a:cubicBezTo>
                <a:cubicBezTo>
                  <a:pt x="313" y="64"/>
                  <a:pt x="313" y="64"/>
                  <a:pt x="313" y="64"/>
                </a:cubicBezTo>
                <a:cubicBezTo>
                  <a:pt x="281" y="25"/>
                  <a:pt x="232" y="0"/>
                  <a:pt x="177" y="0"/>
                </a:cubicBezTo>
                <a:cubicBezTo>
                  <a:pt x="79" y="0"/>
                  <a:pt x="0" y="79"/>
                  <a:pt x="0" y="176"/>
                </a:cubicBezTo>
                <a:cubicBezTo>
                  <a:pt x="0" y="181"/>
                  <a:pt x="3" y="184"/>
                  <a:pt x="8" y="184"/>
                </a:cubicBezTo>
                <a:cubicBezTo>
                  <a:pt x="12" y="184"/>
                  <a:pt x="16" y="181"/>
                  <a:pt x="16" y="176"/>
                </a:cubicBezTo>
                <a:cubicBezTo>
                  <a:pt x="16" y="88"/>
                  <a:pt x="88" y="16"/>
                  <a:pt x="177" y="16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9" name="Freeform 39"/>
          <p:cNvSpPr>
            <a:spLocks noEditPoints="1"/>
          </p:cNvSpPr>
          <p:nvPr/>
        </p:nvSpPr>
        <p:spPr bwMode="auto">
          <a:xfrm>
            <a:off x="5308601" y="4246035"/>
            <a:ext cx="472017" cy="577851"/>
          </a:xfrm>
          <a:custGeom>
            <a:avLst/>
            <a:gdLst>
              <a:gd name="T0" fmla="*/ 281 w 289"/>
              <a:gd name="T1" fmla="*/ 200 h 353"/>
              <a:gd name="T2" fmla="*/ 273 w 289"/>
              <a:gd name="T3" fmla="*/ 208 h 353"/>
              <a:gd name="T4" fmla="*/ 145 w 289"/>
              <a:gd name="T5" fmla="*/ 337 h 353"/>
              <a:gd name="T6" fmla="*/ 16 w 289"/>
              <a:gd name="T7" fmla="*/ 208 h 353"/>
              <a:gd name="T8" fmla="*/ 145 w 289"/>
              <a:gd name="T9" fmla="*/ 80 h 353"/>
              <a:gd name="T10" fmla="*/ 145 w 289"/>
              <a:gd name="T11" fmla="*/ 136 h 353"/>
              <a:gd name="T12" fmla="*/ 153 w 289"/>
              <a:gd name="T13" fmla="*/ 144 h 353"/>
              <a:gd name="T14" fmla="*/ 157 w 289"/>
              <a:gd name="T15" fmla="*/ 143 h 353"/>
              <a:gd name="T16" fmla="*/ 157 w 289"/>
              <a:gd name="T17" fmla="*/ 143 h 353"/>
              <a:gd name="T18" fmla="*/ 254 w 289"/>
              <a:gd name="T19" fmla="*/ 79 h 353"/>
              <a:gd name="T20" fmla="*/ 254 w 289"/>
              <a:gd name="T21" fmla="*/ 79 h 353"/>
              <a:gd name="T22" fmla="*/ 257 w 289"/>
              <a:gd name="T23" fmla="*/ 72 h 353"/>
              <a:gd name="T24" fmla="*/ 254 w 289"/>
              <a:gd name="T25" fmla="*/ 65 h 353"/>
              <a:gd name="T26" fmla="*/ 254 w 289"/>
              <a:gd name="T27" fmla="*/ 65 h 353"/>
              <a:gd name="T28" fmla="*/ 157 w 289"/>
              <a:gd name="T29" fmla="*/ 1 h 353"/>
              <a:gd name="T30" fmla="*/ 157 w 289"/>
              <a:gd name="T31" fmla="*/ 1 h 353"/>
              <a:gd name="T32" fmla="*/ 153 w 289"/>
              <a:gd name="T33" fmla="*/ 0 h 353"/>
              <a:gd name="T34" fmla="*/ 145 w 289"/>
              <a:gd name="T35" fmla="*/ 8 h 353"/>
              <a:gd name="T36" fmla="*/ 145 w 289"/>
              <a:gd name="T37" fmla="*/ 64 h 353"/>
              <a:gd name="T38" fmla="*/ 0 w 289"/>
              <a:gd name="T39" fmla="*/ 208 h 353"/>
              <a:gd name="T40" fmla="*/ 145 w 289"/>
              <a:gd name="T41" fmla="*/ 353 h 353"/>
              <a:gd name="T42" fmla="*/ 289 w 289"/>
              <a:gd name="T43" fmla="*/ 208 h 353"/>
              <a:gd name="T44" fmla="*/ 281 w 289"/>
              <a:gd name="T45" fmla="*/ 200 h 353"/>
              <a:gd name="T46" fmla="*/ 161 w 289"/>
              <a:gd name="T47" fmla="*/ 23 h 353"/>
              <a:gd name="T48" fmla="*/ 235 w 289"/>
              <a:gd name="T49" fmla="*/ 72 h 353"/>
              <a:gd name="T50" fmla="*/ 161 w 289"/>
              <a:gd name="T51" fmla="*/ 121 h 353"/>
              <a:gd name="T52" fmla="*/ 161 w 289"/>
              <a:gd name="T53" fmla="*/ 23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289" h="353">
                <a:moveTo>
                  <a:pt x="281" y="200"/>
                </a:moveTo>
                <a:cubicBezTo>
                  <a:pt x="277" y="200"/>
                  <a:pt x="273" y="204"/>
                  <a:pt x="273" y="208"/>
                </a:cubicBezTo>
                <a:cubicBezTo>
                  <a:pt x="273" y="279"/>
                  <a:pt x="216" y="337"/>
                  <a:pt x="145" y="337"/>
                </a:cubicBezTo>
                <a:cubicBezTo>
                  <a:pt x="74" y="337"/>
                  <a:pt x="16" y="279"/>
                  <a:pt x="16" y="208"/>
                </a:cubicBezTo>
                <a:cubicBezTo>
                  <a:pt x="16" y="137"/>
                  <a:pt x="74" y="80"/>
                  <a:pt x="145" y="80"/>
                </a:cubicBezTo>
                <a:cubicBezTo>
                  <a:pt x="145" y="136"/>
                  <a:pt x="145" y="136"/>
                  <a:pt x="145" y="136"/>
                </a:cubicBezTo>
                <a:cubicBezTo>
                  <a:pt x="145" y="141"/>
                  <a:pt x="148" y="144"/>
                  <a:pt x="153" y="144"/>
                </a:cubicBezTo>
                <a:cubicBezTo>
                  <a:pt x="155" y="144"/>
                  <a:pt x="156" y="144"/>
                  <a:pt x="157" y="143"/>
                </a:cubicBezTo>
                <a:cubicBezTo>
                  <a:pt x="157" y="143"/>
                  <a:pt x="157" y="143"/>
                  <a:pt x="157" y="143"/>
                </a:cubicBezTo>
                <a:cubicBezTo>
                  <a:pt x="254" y="79"/>
                  <a:pt x="254" y="79"/>
                  <a:pt x="254" y="79"/>
                </a:cubicBezTo>
                <a:cubicBezTo>
                  <a:pt x="254" y="79"/>
                  <a:pt x="254" y="79"/>
                  <a:pt x="254" y="79"/>
                </a:cubicBezTo>
                <a:cubicBezTo>
                  <a:pt x="256" y="77"/>
                  <a:pt x="257" y="75"/>
                  <a:pt x="257" y="72"/>
                </a:cubicBezTo>
                <a:cubicBezTo>
                  <a:pt x="257" y="69"/>
                  <a:pt x="256" y="67"/>
                  <a:pt x="254" y="65"/>
                </a:cubicBezTo>
                <a:cubicBezTo>
                  <a:pt x="254" y="65"/>
                  <a:pt x="254" y="65"/>
                  <a:pt x="254" y="65"/>
                </a:cubicBezTo>
                <a:cubicBezTo>
                  <a:pt x="157" y="1"/>
                  <a:pt x="157" y="1"/>
                  <a:pt x="157" y="1"/>
                </a:cubicBezTo>
                <a:cubicBezTo>
                  <a:pt x="157" y="1"/>
                  <a:pt x="157" y="1"/>
                  <a:pt x="157" y="1"/>
                </a:cubicBezTo>
                <a:cubicBezTo>
                  <a:pt x="156" y="0"/>
                  <a:pt x="155" y="0"/>
                  <a:pt x="153" y="0"/>
                </a:cubicBezTo>
                <a:cubicBezTo>
                  <a:pt x="148" y="0"/>
                  <a:pt x="145" y="3"/>
                  <a:pt x="145" y="8"/>
                </a:cubicBezTo>
                <a:cubicBezTo>
                  <a:pt x="145" y="64"/>
                  <a:pt x="145" y="64"/>
                  <a:pt x="145" y="64"/>
                </a:cubicBezTo>
                <a:cubicBezTo>
                  <a:pt x="65" y="64"/>
                  <a:pt x="0" y="129"/>
                  <a:pt x="0" y="208"/>
                </a:cubicBezTo>
                <a:cubicBezTo>
                  <a:pt x="0" y="288"/>
                  <a:pt x="65" y="353"/>
                  <a:pt x="145" y="353"/>
                </a:cubicBezTo>
                <a:cubicBezTo>
                  <a:pt x="225" y="353"/>
                  <a:pt x="289" y="288"/>
                  <a:pt x="289" y="208"/>
                </a:cubicBezTo>
                <a:cubicBezTo>
                  <a:pt x="289" y="204"/>
                  <a:pt x="286" y="200"/>
                  <a:pt x="281" y="200"/>
                </a:cubicBezTo>
                <a:moveTo>
                  <a:pt x="161" y="23"/>
                </a:moveTo>
                <a:cubicBezTo>
                  <a:pt x="235" y="72"/>
                  <a:pt x="235" y="72"/>
                  <a:pt x="235" y="72"/>
                </a:cubicBezTo>
                <a:cubicBezTo>
                  <a:pt x="161" y="121"/>
                  <a:pt x="161" y="121"/>
                  <a:pt x="161" y="121"/>
                </a:cubicBezTo>
                <a:lnTo>
                  <a:pt x="161" y="2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0" name="Freeform 40"/>
          <p:cNvSpPr>
            <a:spLocks/>
          </p:cNvSpPr>
          <p:nvPr/>
        </p:nvSpPr>
        <p:spPr bwMode="auto">
          <a:xfrm>
            <a:off x="6413501" y="4246035"/>
            <a:ext cx="472017" cy="577851"/>
          </a:xfrm>
          <a:custGeom>
            <a:avLst/>
            <a:gdLst>
              <a:gd name="T0" fmla="*/ 281 w 289"/>
              <a:gd name="T1" fmla="*/ 200 h 353"/>
              <a:gd name="T2" fmla="*/ 273 w 289"/>
              <a:gd name="T3" fmla="*/ 208 h 353"/>
              <a:gd name="T4" fmla="*/ 144 w 289"/>
              <a:gd name="T5" fmla="*/ 337 h 353"/>
              <a:gd name="T6" fmla="*/ 16 w 289"/>
              <a:gd name="T7" fmla="*/ 208 h 353"/>
              <a:gd name="T8" fmla="*/ 144 w 289"/>
              <a:gd name="T9" fmla="*/ 80 h 353"/>
              <a:gd name="T10" fmla="*/ 197 w 289"/>
              <a:gd name="T11" fmla="*/ 80 h 353"/>
              <a:gd name="T12" fmla="*/ 148 w 289"/>
              <a:gd name="T13" fmla="*/ 129 h 353"/>
              <a:gd name="T14" fmla="*/ 148 w 289"/>
              <a:gd name="T15" fmla="*/ 130 h 353"/>
              <a:gd name="T16" fmla="*/ 144 w 289"/>
              <a:gd name="T17" fmla="*/ 136 h 353"/>
              <a:gd name="T18" fmla="*/ 152 w 289"/>
              <a:gd name="T19" fmla="*/ 144 h 353"/>
              <a:gd name="T20" fmla="*/ 157 w 289"/>
              <a:gd name="T21" fmla="*/ 143 h 353"/>
              <a:gd name="T22" fmla="*/ 157 w 289"/>
              <a:gd name="T23" fmla="*/ 143 h 353"/>
              <a:gd name="T24" fmla="*/ 157 w 289"/>
              <a:gd name="T25" fmla="*/ 142 h 353"/>
              <a:gd name="T26" fmla="*/ 158 w 289"/>
              <a:gd name="T27" fmla="*/ 141 h 353"/>
              <a:gd name="T28" fmla="*/ 221 w 289"/>
              <a:gd name="T29" fmla="*/ 79 h 353"/>
              <a:gd name="T30" fmla="*/ 221 w 289"/>
              <a:gd name="T31" fmla="*/ 79 h 353"/>
              <a:gd name="T32" fmla="*/ 224 w 289"/>
              <a:gd name="T33" fmla="*/ 72 h 353"/>
              <a:gd name="T34" fmla="*/ 221 w 289"/>
              <a:gd name="T35" fmla="*/ 65 h 353"/>
              <a:gd name="T36" fmla="*/ 221 w 289"/>
              <a:gd name="T37" fmla="*/ 65 h 353"/>
              <a:gd name="T38" fmla="*/ 158 w 289"/>
              <a:gd name="T39" fmla="*/ 3 h 353"/>
              <a:gd name="T40" fmla="*/ 157 w 289"/>
              <a:gd name="T41" fmla="*/ 2 h 353"/>
              <a:gd name="T42" fmla="*/ 157 w 289"/>
              <a:gd name="T43" fmla="*/ 1 h 353"/>
              <a:gd name="T44" fmla="*/ 157 w 289"/>
              <a:gd name="T45" fmla="*/ 1 h 353"/>
              <a:gd name="T46" fmla="*/ 152 w 289"/>
              <a:gd name="T47" fmla="*/ 0 h 353"/>
              <a:gd name="T48" fmla="*/ 144 w 289"/>
              <a:gd name="T49" fmla="*/ 8 h 353"/>
              <a:gd name="T50" fmla="*/ 148 w 289"/>
              <a:gd name="T51" fmla="*/ 14 h 353"/>
              <a:gd name="T52" fmla="*/ 148 w 289"/>
              <a:gd name="T53" fmla="*/ 14 h 353"/>
              <a:gd name="T54" fmla="*/ 197 w 289"/>
              <a:gd name="T55" fmla="*/ 64 h 353"/>
              <a:gd name="T56" fmla="*/ 144 w 289"/>
              <a:gd name="T57" fmla="*/ 64 h 353"/>
              <a:gd name="T58" fmla="*/ 0 w 289"/>
              <a:gd name="T59" fmla="*/ 208 h 353"/>
              <a:gd name="T60" fmla="*/ 144 w 289"/>
              <a:gd name="T61" fmla="*/ 353 h 353"/>
              <a:gd name="T62" fmla="*/ 289 w 289"/>
              <a:gd name="T63" fmla="*/ 208 h 353"/>
              <a:gd name="T64" fmla="*/ 281 w 289"/>
              <a:gd name="T65" fmla="*/ 200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289" h="353">
                <a:moveTo>
                  <a:pt x="281" y="200"/>
                </a:moveTo>
                <a:cubicBezTo>
                  <a:pt x="276" y="200"/>
                  <a:pt x="273" y="204"/>
                  <a:pt x="273" y="208"/>
                </a:cubicBezTo>
                <a:cubicBezTo>
                  <a:pt x="273" y="279"/>
                  <a:pt x="215" y="337"/>
                  <a:pt x="144" y="337"/>
                </a:cubicBezTo>
                <a:cubicBezTo>
                  <a:pt x="73" y="337"/>
                  <a:pt x="16" y="279"/>
                  <a:pt x="16" y="208"/>
                </a:cubicBezTo>
                <a:cubicBezTo>
                  <a:pt x="16" y="137"/>
                  <a:pt x="73" y="80"/>
                  <a:pt x="144" y="80"/>
                </a:cubicBezTo>
                <a:cubicBezTo>
                  <a:pt x="197" y="80"/>
                  <a:pt x="197" y="80"/>
                  <a:pt x="197" y="80"/>
                </a:cubicBezTo>
                <a:cubicBezTo>
                  <a:pt x="148" y="129"/>
                  <a:pt x="148" y="129"/>
                  <a:pt x="148" y="129"/>
                </a:cubicBezTo>
                <a:cubicBezTo>
                  <a:pt x="148" y="130"/>
                  <a:pt x="148" y="130"/>
                  <a:pt x="148" y="130"/>
                </a:cubicBezTo>
                <a:cubicBezTo>
                  <a:pt x="146" y="131"/>
                  <a:pt x="144" y="133"/>
                  <a:pt x="144" y="136"/>
                </a:cubicBezTo>
                <a:cubicBezTo>
                  <a:pt x="144" y="141"/>
                  <a:pt x="148" y="144"/>
                  <a:pt x="152" y="144"/>
                </a:cubicBezTo>
                <a:cubicBezTo>
                  <a:pt x="154" y="144"/>
                  <a:pt x="155" y="144"/>
                  <a:pt x="157" y="143"/>
                </a:cubicBezTo>
                <a:cubicBezTo>
                  <a:pt x="157" y="143"/>
                  <a:pt x="157" y="143"/>
                  <a:pt x="157" y="143"/>
                </a:cubicBezTo>
                <a:cubicBezTo>
                  <a:pt x="157" y="142"/>
                  <a:pt x="157" y="142"/>
                  <a:pt x="157" y="142"/>
                </a:cubicBezTo>
                <a:cubicBezTo>
                  <a:pt x="158" y="142"/>
                  <a:pt x="158" y="142"/>
                  <a:pt x="158" y="141"/>
                </a:cubicBezTo>
                <a:cubicBezTo>
                  <a:pt x="221" y="79"/>
                  <a:pt x="221" y="79"/>
                  <a:pt x="221" y="79"/>
                </a:cubicBezTo>
                <a:cubicBezTo>
                  <a:pt x="221" y="79"/>
                  <a:pt x="221" y="79"/>
                  <a:pt x="221" y="79"/>
                </a:cubicBezTo>
                <a:cubicBezTo>
                  <a:pt x="223" y="77"/>
                  <a:pt x="224" y="75"/>
                  <a:pt x="224" y="72"/>
                </a:cubicBezTo>
                <a:cubicBezTo>
                  <a:pt x="224" y="69"/>
                  <a:pt x="223" y="67"/>
                  <a:pt x="221" y="65"/>
                </a:cubicBezTo>
                <a:cubicBezTo>
                  <a:pt x="221" y="65"/>
                  <a:pt x="221" y="65"/>
                  <a:pt x="221" y="65"/>
                </a:cubicBezTo>
                <a:cubicBezTo>
                  <a:pt x="158" y="3"/>
                  <a:pt x="158" y="3"/>
                  <a:pt x="158" y="3"/>
                </a:cubicBezTo>
                <a:cubicBezTo>
                  <a:pt x="158" y="2"/>
                  <a:pt x="158" y="2"/>
                  <a:pt x="157" y="2"/>
                </a:cubicBezTo>
                <a:cubicBezTo>
                  <a:pt x="157" y="1"/>
                  <a:pt x="157" y="1"/>
                  <a:pt x="157" y="1"/>
                </a:cubicBezTo>
                <a:cubicBezTo>
                  <a:pt x="157" y="1"/>
                  <a:pt x="157" y="1"/>
                  <a:pt x="157" y="1"/>
                </a:cubicBezTo>
                <a:cubicBezTo>
                  <a:pt x="155" y="0"/>
                  <a:pt x="154" y="0"/>
                  <a:pt x="152" y="0"/>
                </a:cubicBezTo>
                <a:cubicBezTo>
                  <a:pt x="148" y="0"/>
                  <a:pt x="144" y="3"/>
                  <a:pt x="144" y="8"/>
                </a:cubicBezTo>
                <a:cubicBezTo>
                  <a:pt x="144" y="11"/>
                  <a:pt x="146" y="13"/>
                  <a:pt x="148" y="14"/>
                </a:cubicBezTo>
                <a:cubicBezTo>
                  <a:pt x="148" y="14"/>
                  <a:pt x="148" y="14"/>
                  <a:pt x="148" y="14"/>
                </a:cubicBezTo>
                <a:cubicBezTo>
                  <a:pt x="197" y="64"/>
                  <a:pt x="197" y="64"/>
                  <a:pt x="197" y="64"/>
                </a:cubicBezTo>
                <a:cubicBezTo>
                  <a:pt x="144" y="64"/>
                  <a:pt x="144" y="64"/>
                  <a:pt x="144" y="64"/>
                </a:cubicBezTo>
                <a:cubicBezTo>
                  <a:pt x="64" y="64"/>
                  <a:pt x="0" y="129"/>
                  <a:pt x="0" y="208"/>
                </a:cubicBezTo>
                <a:cubicBezTo>
                  <a:pt x="0" y="288"/>
                  <a:pt x="64" y="353"/>
                  <a:pt x="144" y="353"/>
                </a:cubicBezTo>
                <a:cubicBezTo>
                  <a:pt x="224" y="353"/>
                  <a:pt x="289" y="288"/>
                  <a:pt x="289" y="208"/>
                </a:cubicBezTo>
                <a:cubicBezTo>
                  <a:pt x="289" y="204"/>
                  <a:pt x="285" y="200"/>
                  <a:pt x="281" y="200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1" name="Freeform 41"/>
          <p:cNvSpPr>
            <a:spLocks noEditPoints="1"/>
          </p:cNvSpPr>
          <p:nvPr/>
        </p:nvSpPr>
        <p:spPr bwMode="auto">
          <a:xfrm>
            <a:off x="7463367" y="4246035"/>
            <a:ext cx="577851" cy="577851"/>
          </a:xfrm>
          <a:custGeom>
            <a:avLst/>
            <a:gdLst>
              <a:gd name="T0" fmla="*/ 225 w 353"/>
              <a:gd name="T1" fmla="*/ 289 h 353"/>
              <a:gd name="T2" fmla="*/ 219 w 353"/>
              <a:gd name="T3" fmla="*/ 291 h 353"/>
              <a:gd name="T4" fmla="*/ 185 w 353"/>
              <a:gd name="T5" fmla="*/ 326 h 353"/>
              <a:gd name="T6" fmla="*/ 185 w 353"/>
              <a:gd name="T7" fmla="*/ 136 h 353"/>
              <a:gd name="T8" fmla="*/ 176 w 353"/>
              <a:gd name="T9" fmla="*/ 128 h 353"/>
              <a:gd name="T10" fmla="*/ 168 w 353"/>
              <a:gd name="T11" fmla="*/ 136 h 353"/>
              <a:gd name="T12" fmla="*/ 168 w 353"/>
              <a:gd name="T13" fmla="*/ 326 h 353"/>
              <a:gd name="T14" fmla="*/ 134 w 353"/>
              <a:gd name="T15" fmla="*/ 291 h 353"/>
              <a:gd name="T16" fmla="*/ 128 w 353"/>
              <a:gd name="T17" fmla="*/ 289 h 353"/>
              <a:gd name="T18" fmla="*/ 120 w 353"/>
              <a:gd name="T19" fmla="*/ 297 h 353"/>
              <a:gd name="T20" fmla="*/ 123 w 353"/>
              <a:gd name="T21" fmla="*/ 302 h 353"/>
              <a:gd name="T22" fmla="*/ 171 w 353"/>
              <a:gd name="T23" fmla="*/ 351 h 353"/>
              <a:gd name="T24" fmla="*/ 176 w 353"/>
              <a:gd name="T25" fmla="*/ 353 h 353"/>
              <a:gd name="T26" fmla="*/ 182 w 353"/>
              <a:gd name="T27" fmla="*/ 351 h 353"/>
              <a:gd name="T28" fmla="*/ 230 w 353"/>
              <a:gd name="T29" fmla="*/ 302 h 353"/>
              <a:gd name="T30" fmla="*/ 233 w 353"/>
              <a:gd name="T31" fmla="*/ 297 h 353"/>
              <a:gd name="T32" fmla="*/ 225 w 353"/>
              <a:gd name="T33" fmla="*/ 289 h 353"/>
              <a:gd name="T34" fmla="*/ 305 w 353"/>
              <a:gd name="T35" fmla="*/ 103 h 353"/>
              <a:gd name="T36" fmla="*/ 305 w 353"/>
              <a:gd name="T37" fmla="*/ 96 h 353"/>
              <a:gd name="T38" fmla="*/ 209 w 353"/>
              <a:gd name="T39" fmla="*/ 0 h 353"/>
              <a:gd name="T40" fmla="*/ 123 w 353"/>
              <a:gd name="T41" fmla="*/ 51 h 353"/>
              <a:gd name="T42" fmla="*/ 104 w 353"/>
              <a:gd name="T43" fmla="*/ 48 h 353"/>
              <a:gd name="T44" fmla="*/ 48 w 353"/>
              <a:gd name="T45" fmla="*/ 104 h 353"/>
              <a:gd name="T46" fmla="*/ 49 w 353"/>
              <a:gd name="T47" fmla="*/ 116 h 353"/>
              <a:gd name="T48" fmla="*/ 0 w 353"/>
              <a:gd name="T49" fmla="*/ 184 h 353"/>
              <a:gd name="T50" fmla="*/ 72 w 353"/>
              <a:gd name="T51" fmla="*/ 257 h 353"/>
              <a:gd name="T52" fmla="*/ 144 w 353"/>
              <a:gd name="T53" fmla="*/ 257 h 353"/>
              <a:gd name="T54" fmla="*/ 152 w 353"/>
              <a:gd name="T55" fmla="*/ 249 h 353"/>
              <a:gd name="T56" fmla="*/ 144 w 353"/>
              <a:gd name="T57" fmla="*/ 241 h 353"/>
              <a:gd name="T58" fmla="*/ 72 w 353"/>
              <a:gd name="T59" fmla="*/ 241 h 353"/>
              <a:gd name="T60" fmla="*/ 16 w 353"/>
              <a:gd name="T61" fmla="*/ 184 h 353"/>
              <a:gd name="T62" fmla="*/ 54 w 353"/>
              <a:gd name="T63" fmla="*/ 131 h 353"/>
              <a:gd name="T64" fmla="*/ 68 w 353"/>
              <a:gd name="T65" fmla="*/ 127 h 353"/>
              <a:gd name="T66" fmla="*/ 65 w 353"/>
              <a:gd name="T67" fmla="*/ 112 h 353"/>
              <a:gd name="T68" fmla="*/ 64 w 353"/>
              <a:gd name="T69" fmla="*/ 104 h 353"/>
              <a:gd name="T70" fmla="*/ 104 w 353"/>
              <a:gd name="T71" fmla="*/ 64 h 353"/>
              <a:gd name="T72" fmla="*/ 118 w 353"/>
              <a:gd name="T73" fmla="*/ 66 h 353"/>
              <a:gd name="T74" fmla="*/ 131 w 353"/>
              <a:gd name="T75" fmla="*/ 71 h 353"/>
              <a:gd name="T76" fmla="*/ 138 w 353"/>
              <a:gd name="T77" fmla="*/ 59 h 353"/>
              <a:gd name="T78" fmla="*/ 209 w 353"/>
              <a:gd name="T79" fmla="*/ 16 h 353"/>
              <a:gd name="T80" fmla="*/ 289 w 353"/>
              <a:gd name="T81" fmla="*/ 96 h 353"/>
              <a:gd name="T82" fmla="*/ 289 w 353"/>
              <a:gd name="T83" fmla="*/ 100 h 353"/>
              <a:gd name="T84" fmla="*/ 289 w 353"/>
              <a:gd name="T85" fmla="*/ 102 h 353"/>
              <a:gd name="T86" fmla="*/ 288 w 353"/>
              <a:gd name="T87" fmla="*/ 113 h 353"/>
              <a:gd name="T88" fmla="*/ 298 w 353"/>
              <a:gd name="T89" fmla="*/ 117 h 353"/>
              <a:gd name="T90" fmla="*/ 337 w 353"/>
              <a:gd name="T91" fmla="*/ 176 h 353"/>
              <a:gd name="T92" fmla="*/ 273 w 353"/>
              <a:gd name="T93" fmla="*/ 241 h 353"/>
              <a:gd name="T94" fmla="*/ 209 w 353"/>
              <a:gd name="T95" fmla="*/ 241 h 353"/>
              <a:gd name="T96" fmla="*/ 201 w 353"/>
              <a:gd name="T97" fmla="*/ 249 h 353"/>
              <a:gd name="T98" fmla="*/ 209 w 353"/>
              <a:gd name="T99" fmla="*/ 257 h 353"/>
              <a:gd name="T100" fmla="*/ 273 w 353"/>
              <a:gd name="T101" fmla="*/ 257 h 353"/>
              <a:gd name="T102" fmla="*/ 353 w 353"/>
              <a:gd name="T103" fmla="*/ 176 h 353"/>
              <a:gd name="T104" fmla="*/ 305 w 353"/>
              <a:gd name="T105" fmla="*/ 103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353" h="353">
                <a:moveTo>
                  <a:pt x="225" y="289"/>
                </a:moveTo>
                <a:cubicBezTo>
                  <a:pt x="222" y="289"/>
                  <a:pt x="220" y="290"/>
                  <a:pt x="219" y="291"/>
                </a:cubicBezTo>
                <a:cubicBezTo>
                  <a:pt x="185" y="326"/>
                  <a:pt x="185" y="326"/>
                  <a:pt x="185" y="326"/>
                </a:cubicBezTo>
                <a:cubicBezTo>
                  <a:pt x="185" y="136"/>
                  <a:pt x="185" y="136"/>
                  <a:pt x="185" y="136"/>
                </a:cubicBezTo>
                <a:cubicBezTo>
                  <a:pt x="185" y="132"/>
                  <a:pt x="181" y="128"/>
                  <a:pt x="176" y="128"/>
                </a:cubicBezTo>
                <a:cubicBezTo>
                  <a:pt x="172" y="128"/>
                  <a:pt x="168" y="132"/>
                  <a:pt x="168" y="136"/>
                </a:cubicBezTo>
                <a:cubicBezTo>
                  <a:pt x="168" y="326"/>
                  <a:pt x="168" y="326"/>
                  <a:pt x="168" y="326"/>
                </a:cubicBezTo>
                <a:cubicBezTo>
                  <a:pt x="134" y="291"/>
                  <a:pt x="134" y="291"/>
                  <a:pt x="134" y="291"/>
                </a:cubicBezTo>
                <a:cubicBezTo>
                  <a:pt x="133" y="290"/>
                  <a:pt x="131" y="289"/>
                  <a:pt x="128" y="289"/>
                </a:cubicBezTo>
                <a:cubicBezTo>
                  <a:pt x="124" y="289"/>
                  <a:pt x="120" y="292"/>
                  <a:pt x="120" y="297"/>
                </a:cubicBezTo>
                <a:cubicBezTo>
                  <a:pt x="120" y="299"/>
                  <a:pt x="121" y="301"/>
                  <a:pt x="123" y="302"/>
                </a:cubicBezTo>
                <a:cubicBezTo>
                  <a:pt x="171" y="351"/>
                  <a:pt x="171" y="351"/>
                  <a:pt x="171" y="351"/>
                </a:cubicBezTo>
                <a:cubicBezTo>
                  <a:pt x="172" y="352"/>
                  <a:pt x="174" y="353"/>
                  <a:pt x="176" y="353"/>
                </a:cubicBezTo>
                <a:cubicBezTo>
                  <a:pt x="179" y="353"/>
                  <a:pt x="181" y="352"/>
                  <a:pt x="182" y="351"/>
                </a:cubicBezTo>
                <a:cubicBezTo>
                  <a:pt x="230" y="302"/>
                  <a:pt x="230" y="302"/>
                  <a:pt x="230" y="302"/>
                </a:cubicBezTo>
                <a:cubicBezTo>
                  <a:pt x="232" y="301"/>
                  <a:pt x="233" y="299"/>
                  <a:pt x="233" y="297"/>
                </a:cubicBezTo>
                <a:cubicBezTo>
                  <a:pt x="233" y="292"/>
                  <a:pt x="229" y="289"/>
                  <a:pt x="225" y="289"/>
                </a:cubicBezTo>
                <a:moveTo>
                  <a:pt x="305" y="103"/>
                </a:moveTo>
                <a:cubicBezTo>
                  <a:pt x="305" y="100"/>
                  <a:pt x="305" y="98"/>
                  <a:pt x="305" y="96"/>
                </a:cubicBezTo>
                <a:cubicBezTo>
                  <a:pt x="305" y="43"/>
                  <a:pt x="262" y="0"/>
                  <a:pt x="209" y="0"/>
                </a:cubicBezTo>
                <a:cubicBezTo>
                  <a:pt x="172" y="0"/>
                  <a:pt x="139" y="21"/>
                  <a:pt x="123" y="51"/>
                </a:cubicBezTo>
                <a:cubicBezTo>
                  <a:pt x="117" y="49"/>
                  <a:pt x="111" y="48"/>
                  <a:pt x="104" y="48"/>
                </a:cubicBezTo>
                <a:cubicBezTo>
                  <a:pt x="73" y="48"/>
                  <a:pt x="48" y="73"/>
                  <a:pt x="48" y="104"/>
                </a:cubicBezTo>
                <a:cubicBezTo>
                  <a:pt x="48" y="108"/>
                  <a:pt x="49" y="112"/>
                  <a:pt x="49" y="116"/>
                </a:cubicBezTo>
                <a:cubicBezTo>
                  <a:pt x="21" y="125"/>
                  <a:pt x="0" y="152"/>
                  <a:pt x="0" y="184"/>
                </a:cubicBezTo>
                <a:cubicBezTo>
                  <a:pt x="0" y="224"/>
                  <a:pt x="32" y="257"/>
                  <a:pt x="72" y="257"/>
                </a:cubicBezTo>
                <a:cubicBezTo>
                  <a:pt x="144" y="257"/>
                  <a:pt x="144" y="257"/>
                  <a:pt x="144" y="257"/>
                </a:cubicBezTo>
                <a:cubicBezTo>
                  <a:pt x="149" y="257"/>
                  <a:pt x="152" y="253"/>
                  <a:pt x="152" y="249"/>
                </a:cubicBezTo>
                <a:cubicBezTo>
                  <a:pt x="152" y="244"/>
                  <a:pt x="149" y="241"/>
                  <a:pt x="144" y="241"/>
                </a:cubicBezTo>
                <a:cubicBezTo>
                  <a:pt x="72" y="241"/>
                  <a:pt x="72" y="241"/>
                  <a:pt x="72" y="241"/>
                </a:cubicBezTo>
                <a:cubicBezTo>
                  <a:pt x="41" y="241"/>
                  <a:pt x="16" y="215"/>
                  <a:pt x="16" y="184"/>
                </a:cubicBezTo>
                <a:cubicBezTo>
                  <a:pt x="16" y="160"/>
                  <a:pt x="31" y="139"/>
                  <a:pt x="54" y="131"/>
                </a:cubicBezTo>
                <a:cubicBezTo>
                  <a:pt x="68" y="127"/>
                  <a:pt x="68" y="127"/>
                  <a:pt x="68" y="127"/>
                </a:cubicBezTo>
                <a:cubicBezTo>
                  <a:pt x="65" y="112"/>
                  <a:pt x="65" y="112"/>
                  <a:pt x="65" y="112"/>
                </a:cubicBezTo>
                <a:cubicBezTo>
                  <a:pt x="64" y="110"/>
                  <a:pt x="64" y="107"/>
                  <a:pt x="64" y="104"/>
                </a:cubicBezTo>
                <a:cubicBezTo>
                  <a:pt x="64" y="82"/>
                  <a:pt x="82" y="64"/>
                  <a:pt x="104" y="64"/>
                </a:cubicBezTo>
                <a:cubicBezTo>
                  <a:pt x="109" y="64"/>
                  <a:pt x="113" y="65"/>
                  <a:pt x="118" y="66"/>
                </a:cubicBezTo>
                <a:cubicBezTo>
                  <a:pt x="131" y="71"/>
                  <a:pt x="131" y="71"/>
                  <a:pt x="131" y="71"/>
                </a:cubicBezTo>
                <a:cubicBezTo>
                  <a:pt x="138" y="59"/>
                  <a:pt x="138" y="59"/>
                  <a:pt x="138" y="59"/>
                </a:cubicBezTo>
                <a:cubicBezTo>
                  <a:pt x="152" y="32"/>
                  <a:pt x="179" y="16"/>
                  <a:pt x="209" y="16"/>
                </a:cubicBezTo>
                <a:cubicBezTo>
                  <a:pt x="253" y="16"/>
                  <a:pt x="289" y="52"/>
                  <a:pt x="289" y="96"/>
                </a:cubicBezTo>
                <a:cubicBezTo>
                  <a:pt x="289" y="97"/>
                  <a:pt x="289" y="99"/>
                  <a:pt x="289" y="100"/>
                </a:cubicBezTo>
                <a:cubicBezTo>
                  <a:pt x="289" y="102"/>
                  <a:pt x="289" y="102"/>
                  <a:pt x="289" y="102"/>
                </a:cubicBezTo>
                <a:cubicBezTo>
                  <a:pt x="288" y="113"/>
                  <a:pt x="288" y="113"/>
                  <a:pt x="288" y="113"/>
                </a:cubicBezTo>
                <a:cubicBezTo>
                  <a:pt x="298" y="117"/>
                  <a:pt x="298" y="117"/>
                  <a:pt x="298" y="117"/>
                </a:cubicBezTo>
                <a:cubicBezTo>
                  <a:pt x="322" y="128"/>
                  <a:pt x="337" y="151"/>
                  <a:pt x="337" y="176"/>
                </a:cubicBezTo>
                <a:cubicBezTo>
                  <a:pt x="337" y="212"/>
                  <a:pt x="308" y="241"/>
                  <a:pt x="273" y="241"/>
                </a:cubicBezTo>
                <a:cubicBezTo>
                  <a:pt x="209" y="241"/>
                  <a:pt x="209" y="241"/>
                  <a:pt x="209" y="241"/>
                </a:cubicBezTo>
                <a:cubicBezTo>
                  <a:pt x="204" y="241"/>
                  <a:pt x="201" y="244"/>
                  <a:pt x="201" y="249"/>
                </a:cubicBezTo>
                <a:cubicBezTo>
                  <a:pt x="201" y="253"/>
                  <a:pt x="204" y="257"/>
                  <a:pt x="209" y="257"/>
                </a:cubicBezTo>
                <a:cubicBezTo>
                  <a:pt x="273" y="257"/>
                  <a:pt x="273" y="257"/>
                  <a:pt x="273" y="257"/>
                </a:cubicBezTo>
                <a:cubicBezTo>
                  <a:pt x="317" y="257"/>
                  <a:pt x="353" y="221"/>
                  <a:pt x="353" y="176"/>
                </a:cubicBezTo>
                <a:cubicBezTo>
                  <a:pt x="353" y="143"/>
                  <a:pt x="333" y="115"/>
                  <a:pt x="305" y="103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2" name="Freeform 42"/>
          <p:cNvSpPr>
            <a:spLocks noEditPoints="1"/>
          </p:cNvSpPr>
          <p:nvPr/>
        </p:nvSpPr>
        <p:spPr bwMode="auto">
          <a:xfrm>
            <a:off x="8568267" y="4246035"/>
            <a:ext cx="577851" cy="577851"/>
          </a:xfrm>
          <a:custGeom>
            <a:avLst/>
            <a:gdLst>
              <a:gd name="T0" fmla="*/ 225 w 353"/>
              <a:gd name="T1" fmla="*/ 192 h 353"/>
              <a:gd name="T2" fmla="*/ 233 w 353"/>
              <a:gd name="T3" fmla="*/ 184 h 353"/>
              <a:gd name="T4" fmla="*/ 231 w 353"/>
              <a:gd name="T5" fmla="*/ 179 h 353"/>
              <a:gd name="T6" fmla="*/ 183 w 353"/>
              <a:gd name="T7" fmla="*/ 131 h 353"/>
              <a:gd name="T8" fmla="*/ 177 w 353"/>
              <a:gd name="T9" fmla="*/ 128 h 353"/>
              <a:gd name="T10" fmla="*/ 171 w 353"/>
              <a:gd name="T11" fmla="*/ 131 h 353"/>
              <a:gd name="T12" fmla="*/ 123 w 353"/>
              <a:gd name="T13" fmla="*/ 179 h 353"/>
              <a:gd name="T14" fmla="*/ 121 w 353"/>
              <a:gd name="T15" fmla="*/ 184 h 353"/>
              <a:gd name="T16" fmla="*/ 129 w 353"/>
              <a:gd name="T17" fmla="*/ 192 h 353"/>
              <a:gd name="T18" fmla="*/ 134 w 353"/>
              <a:gd name="T19" fmla="*/ 190 h 353"/>
              <a:gd name="T20" fmla="*/ 169 w 353"/>
              <a:gd name="T21" fmla="*/ 156 h 353"/>
              <a:gd name="T22" fmla="*/ 169 w 353"/>
              <a:gd name="T23" fmla="*/ 345 h 353"/>
              <a:gd name="T24" fmla="*/ 177 w 353"/>
              <a:gd name="T25" fmla="*/ 353 h 353"/>
              <a:gd name="T26" fmla="*/ 185 w 353"/>
              <a:gd name="T27" fmla="*/ 345 h 353"/>
              <a:gd name="T28" fmla="*/ 185 w 353"/>
              <a:gd name="T29" fmla="*/ 156 h 353"/>
              <a:gd name="T30" fmla="*/ 219 w 353"/>
              <a:gd name="T31" fmla="*/ 190 h 353"/>
              <a:gd name="T32" fmla="*/ 225 w 353"/>
              <a:gd name="T33" fmla="*/ 192 h 353"/>
              <a:gd name="T34" fmla="*/ 305 w 353"/>
              <a:gd name="T35" fmla="*/ 103 h 353"/>
              <a:gd name="T36" fmla="*/ 305 w 353"/>
              <a:gd name="T37" fmla="*/ 96 h 353"/>
              <a:gd name="T38" fmla="*/ 209 w 353"/>
              <a:gd name="T39" fmla="*/ 0 h 353"/>
              <a:gd name="T40" fmla="*/ 124 w 353"/>
              <a:gd name="T41" fmla="*/ 51 h 353"/>
              <a:gd name="T42" fmla="*/ 105 w 353"/>
              <a:gd name="T43" fmla="*/ 48 h 353"/>
              <a:gd name="T44" fmla="*/ 48 w 353"/>
              <a:gd name="T45" fmla="*/ 104 h 353"/>
              <a:gd name="T46" fmla="*/ 50 w 353"/>
              <a:gd name="T47" fmla="*/ 116 h 353"/>
              <a:gd name="T48" fmla="*/ 0 w 353"/>
              <a:gd name="T49" fmla="*/ 184 h 353"/>
              <a:gd name="T50" fmla="*/ 72 w 353"/>
              <a:gd name="T51" fmla="*/ 257 h 353"/>
              <a:gd name="T52" fmla="*/ 145 w 353"/>
              <a:gd name="T53" fmla="*/ 257 h 353"/>
              <a:gd name="T54" fmla="*/ 153 w 353"/>
              <a:gd name="T55" fmla="*/ 249 h 353"/>
              <a:gd name="T56" fmla="*/ 145 w 353"/>
              <a:gd name="T57" fmla="*/ 241 h 353"/>
              <a:gd name="T58" fmla="*/ 72 w 353"/>
              <a:gd name="T59" fmla="*/ 241 h 353"/>
              <a:gd name="T60" fmla="*/ 16 w 353"/>
              <a:gd name="T61" fmla="*/ 184 h 353"/>
              <a:gd name="T62" fmla="*/ 55 w 353"/>
              <a:gd name="T63" fmla="*/ 131 h 353"/>
              <a:gd name="T64" fmla="*/ 68 w 353"/>
              <a:gd name="T65" fmla="*/ 127 h 353"/>
              <a:gd name="T66" fmla="*/ 65 w 353"/>
              <a:gd name="T67" fmla="*/ 112 h 353"/>
              <a:gd name="T68" fmla="*/ 64 w 353"/>
              <a:gd name="T69" fmla="*/ 104 h 353"/>
              <a:gd name="T70" fmla="*/ 105 w 353"/>
              <a:gd name="T71" fmla="*/ 64 h 353"/>
              <a:gd name="T72" fmla="*/ 118 w 353"/>
              <a:gd name="T73" fmla="*/ 66 h 353"/>
              <a:gd name="T74" fmla="*/ 131 w 353"/>
              <a:gd name="T75" fmla="*/ 71 h 353"/>
              <a:gd name="T76" fmla="*/ 138 w 353"/>
              <a:gd name="T77" fmla="*/ 59 h 353"/>
              <a:gd name="T78" fmla="*/ 209 w 353"/>
              <a:gd name="T79" fmla="*/ 16 h 353"/>
              <a:gd name="T80" fmla="*/ 289 w 353"/>
              <a:gd name="T81" fmla="*/ 96 h 353"/>
              <a:gd name="T82" fmla="*/ 289 w 353"/>
              <a:gd name="T83" fmla="*/ 100 h 353"/>
              <a:gd name="T84" fmla="*/ 289 w 353"/>
              <a:gd name="T85" fmla="*/ 102 h 353"/>
              <a:gd name="T86" fmla="*/ 288 w 353"/>
              <a:gd name="T87" fmla="*/ 113 h 353"/>
              <a:gd name="T88" fmla="*/ 299 w 353"/>
              <a:gd name="T89" fmla="*/ 117 h 353"/>
              <a:gd name="T90" fmla="*/ 337 w 353"/>
              <a:gd name="T91" fmla="*/ 176 h 353"/>
              <a:gd name="T92" fmla="*/ 273 w 353"/>
              <a:gd name="T93" fmla="*/ 241 h 353"/>
              <a:gd name="T94" fmla="*/ 209 w 353"/>
              <a:gd name="T95" fmla="*/ 241 h 353"/>
              <a:gd name="T96" fmla="*/ 201 w 353"/>
              <a:gd name="T97" fmla="*/ 249 h 353"/>
              <a:gd name="T98" fmla="*/ 209 w 353"/>
              <a:gd name="T99" fmla="*/ 257 h 353"/>
              <a:gd name="T100" fmla="*/ 273 w 353"/>
              <a:gd name="T101" fmla="*/ 257 h 353"/>
              <a:gd name="T102" fmla="*/ 353 w 353"/>
              <a:gd name="T103" fmla="*/ 176 h 353"/>
              <a:gd name="T104" fmla="*/ 305 w 353"/>
              <a:gd name="T105" fmla="*/ 103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353" h="353">
                <a:moveTo>
                  <a:pt x="225" y="192"/>
                </a:moveTo>
                <a:cubicBezTo>
                  <a:pt x="229" y="192"/>
                  <a:pt x="233" y="189"/>
                  <a:pt x="233" y="184"/>
                </a:cubicBezTo>
                <a:cubicBezTo>
                  <a:pt x="233" y="182"/>
                  <a:pt x="232" y="180"/>
                  <a:pt x="231" y="179"/>
                </a:cubicBezTo>
                <a:cubicBezTo>
                  <a:pt x="183" y="131"/>
                  <a:pt x="183" y="131"/>
                  <a:pt x="183" y="131"/>
                </a:cubicBezTo>
                <a:cubicBezTo>
                  <a:pt x="181" y="129"/>
                  <a:pt x="179" y="128"/>
                  <a:pt x="177" y="128"/>
                </a:cubicBezTo>
                <a:cubicBezTo>
                  <a:pt x="175" y="128"/>
                  <a:pt x="173" y="129"/>
                  <a:pt x="171" y="131"/>
                </a:cubicBezTo>
                <a:cubicBezTo>
                  <a:pt x="123" y="179"/>
                  <a:pt x="123" y="179"/>
                  <a:pt x="123" y="179"/>
                </a:cubicBezTo>
                <a:cubicBezTo>
                  <a:pt x="122" y="180"/>
                  <a:pt x="121" y="182"/>
                  <a:pt x="121" y="184"/>
                </a:cubicBezTo>
                <a:cubicBezTo>
                  <a:pt x="121" y="189"/>
                  <a:pt x="124" y="192"/>
                  <a:pt x="129" y="192"/>
                </a:cubicBezTo>
                <a:cubicBezTo>
                  <a:pt x="131" y="192"/>
                  <a:pt x="133" y="191"/>
                  <a:pt x="134" y="190"/>
                </a:cubicBezTo>
                <a:cubicBezTo>
                  <a:pt x="169" y="156"/>
                  <a:pt x="169" y="156"/>
                  <a:pt x="169" y="156"/>
                </a:cubicBezTo>
                <a:cubicBezTo>
                  <a:pt x="169" y="345"/>
                  <a:pt x="169" y="345"/>
                  <a:pt x="169" y="345"/>
                </a:cubicBezTo>
                <a:cubicBezTo>
                  <a:pt x="169" y="349"/>
                  <a:pt x="172" y="353"/>
                  <a:pt x="177" y="353"/>
                </a:cubicBezTo>
                <a:cubicBezTo>
                  <a:pt x="181" y="353"/>
                  <a:pt x="185" y="349"/>
                  <a:pt x="185" y="345"/>
                </a:cubicBezTo>
                <a:cubicBezTo>
                  <a:pt x="185" y="156"/>
                  <a:pt x="185" y="156"/>
                  <a:pt x="185" y="156"/>
                </a:cubicBezTo>
                <a:cubicBezTo>
                  <a:pt x="219" y="190"/>
                  <a:pt x="219" y="190"/>
                  <a:pt x="219" y="190"/>
                </a:cubicBezTo>
                <a:cubicBezTo>
                  <a:pt x="221" y="191"/>
                  <a:pt x="223" y="192"/>
                  <a:pt x="225" y="192"/>
                </a:cubicBezTo>
                <a:moveTo>
                  <a:pt x="305" y="103"/>
                </a:moveTo>
                <a:cubicBezTo>
                  <a:pt x="305" y="100"/>
                  <a:pt x="305" y="98"/>
                  <a:pt x="305" y="96"/>
                </a:cubicBezTo>
                <a:cubicBezTo>
                  <a:pt x="305" y="43"/>
                  <a:pt x="262" y="0"/>
                  <a:pt x="209" y="0"/>
                </a:cubicBezTo>
                <a:cubicBezTo>
                  <a:pt x="172" y="0"/>
                  <a:pt x="140" y="21"/>
                  <a:pt x="124" y="51"/>
                </a:cubicBezTo>
                <a:cubicBezTo>
                  <a:pt x="118" y="49"/>
                  <a:pt x="111" y="48"/>
                  <a:pt x="105" y="48"/>
                </a:cubicBezTo>
                <a:cubicBezTo>
                  <a:pt x="74" y="48"/>
                  <a:pt x="48" y="73"/>
                  <a:pt x="48" y="104"/>
                </a:cubicBezTo>
                <a:cubicBezTo>
                  <a:pt x="48" y="108"/>
                  <a:pt x="49" y="112"/>
                  <a:pt x="50" y="116"/>
                </a:cubicBezTo>
                <a:cubicBezTo>
                  <a:pt x="21" y="125"/>
                  <a:pt x="0" y="152"/>
                  <a:pt x="0" y="184"/>
                </a:cubicBezTo>
                <a:cubicBezTo>
                  <a:pt x="0" y="224"/>
                  <a:pt x="33" y="257"/>
                  <a:pt x="72" y="257"/>
                </a:cubicBezTo>
                <a:cubicBezTo>
                  <a:pt x="145" y="257"/>
                  <a:pt x="145" y="257"/>
                  <a:pt x="145" y="257"/>
                </a:cubicBezTo>
                <a:cubicBezTo>
                  <a:pt x="149" y="257"/>
                  <a:pt x="153" y="253"/>
                  <a:pt x="153" y="249"/>
                </a:cubicBezTo>
                <a:cubicBezTo>
                  <a:pt x="153" y="244"/>
                  <a:pt x="149" y="241"/>
                  <a:pt x="145" y="241"/>
                </a:cubicBezTo>
                <a:cubicBezTo>
                  <a:pt x="72" y="241"/>
                  <a:pt x="72" y="241"/>
                  <a:pt x="72" y="241"/>
                </a:cubicBezTo>
                <a:cubicBezTo>
                  <a:pt x="41" y="241"/>
                  <a:pt x="16" y="215"/>
                  <a:pt x="16" y="184"/>
                </a:cubicBezTo>
                <a:cubicBezTo>
                  <a:pt x="16" y="160"/>
                  <a:pt x="32" y="139"/>
                  <a:pt x="55" y="131"/>
                </a:cubicBezTo>
                <a:cubicBezTo>
                  <a:pt x="68" y="127"/>
                  <a:pt x="68" y="127"/>
                  <a:pt x="68" y="127"/>
                </a:cubicBezTo>
                <a:cubicBezTo>
                  <a:pt x="65" y="112"/>
                  <a:pt x="65" y="112"/>
                  <a:pt x="65" y="112"/>
                </a:cubicBezTo>
                <a:cubicBezTo>
                  <a:pt x="65" y="110"/>
                  <a:pt x="64" y="107"/>
                  <a:pt x="64" y="104"/>
                </a:cubicBezTo>
                <a:cubicBezTo>
                  <a:pt x="64" y="82"/>
                  <a:pt x="82" y="64"/>
                  <a:pt x="105" y="64"/>
                </a:cubicBezTo>
                <a:cubicBezTo>
                  <a:pt x="109" y="64"/>
                  <a:pt x="114" y="65"/>
                  <a:pt x="118" y="66"/>
                </a:cubicBezTo>
                <a:cubicBezTo>
                  <a:pt x="131" y="71"/>
                  <a:pt x="131" y="71"/>
                  <a:pt x="131" y="71"/>
                </a:cubicBezTo>
                <a:cubicBezTo>
                  <a:pt x="138" y="59"/>
                  <a:pt x="138" y="59"/>
                  <a:pt x="138" y="59"/>
                </a:cubicBezTo>
                <a:cubicBezTo>
                  <a:pt x="152" y="32"/>
                  <a:pt x="179" y="16"/>
                  <a:pt x="209" y="16"/>
                </a:cubicBezTo>
                <a:cubicBezTo>
                  <a:pt x="253" y="16"/>
                  <a:pt x="289" y="52"/>
                  <a:pt x="289" y="96"/>
                </a:cubicBezTo>
                <a:cubicBezTo>
                  <a:pt x="289" y="97"/>
                  <a:pt x="289" y="99"/>
                  <a:pt x="289" y="100"/>
                </a:cubicBezTo>
                <a:cubicBezTo>
                  <a:pt x="289" y="102"/>
                  <a:pt x="289" y="102"/>
                  <a:pt x="289" y="102"/>
                </a:cubicBezTo>
                <a:cubicBezTo>
                  <a:pt x="288" y="113"/>
                  <a:pt x="288" y="113"/>
                  <a:pt x="288" y="113"/>
                </a:cubicBezTo>
                <a:cubicBezTo>
                  <a:pt x="299" y="117"/>
                  <a:pt x="299" y="117"/>
                  <a:pt x="299" y="117"/>
                </a:cubicBezTo>
                <a:cubicBezTo>
                  <a:pt x="322" y="128"/>
                  <a:pt x="337" y="151"/>
                  <a:pt x="337" y="176"/>
                </a:cubicBezTo>
                <a:cubicBezTo>
                  <a:pt x="337" y="212"/>
                  <a:pt x="309" y="241"/>
                  <a:pt x="273" y="241"/>
                </a:cubicBezTo>
                <a:cubicBezTo>
                  <a:pt x="209" y="241"/>
                  <a:pt x="209" y="241"/>
                  <a:pt x="209" y="241"/>
                </a:cubicBezTo>
                <a:cubicBezTo>
                  <a:pt x="205" y="241"/>
                  <a:pt x="201" y="244"/>
                  <a:pt x="201" y="249"/>
                </a:cubicBezTo>
                <a:cubicBezTo>
                  <a:pt x="201" y="253"/>
                  <a:pt x="205" y="257"/>
                  <a:pt x="209" y="257"/>
                </a:cubicBezTo>
                <a:cubicBezTo>
                  <a:pt x="273" y="257"/>
                  <a:pt x="273" y="257"/>
                  <a:pt x="273" y="257"/>
                </a:cubicBezTo>
                <a:cubicBezTo>
                  <a:pt x="317" y="257"/>
                  <a:pt x="353" y="221"/>
                  <a:pt x="353" y="176"/>
                </a:cubicBezTo>
                <a:cubicBezTo>
                  <a:pt x="353" y="143"/>
                  <a:pt x="333" y="115"/>
                  <a:pt x="305" y="103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3" name="Freeform 43"/>
          <p:cNvSpPr>
            <a:spLocks noEditPoints="1"/>
          </p:cNvSpPr>
          <p:nvPr/>
        </p:nvSpPr>
        <p:spPr bwMode="auto">
          <a:xfrm>
            <a:off x="9673167" y="4286251"/>
            <a:ext cx="577851" cy="499533"/>
          </a:xfrm>
          <a:custGeom>
            <a:avLst/>
            <a:gdLst>
              <a:gd name="T0" fmla="*/ 171 w 353"/>
              <a:gd name="T1" fmla="*/ 202 h 305"/>
              <a:gd name="T2" fmla="*/ 170 w 353"/>
              <a:gd name="T3" fmla="*/ 201 h 305"/>
              <a:gd name="T4" fmla="*/ 138 w 353"/>
              <a:gd name="T5" fmla="*/ 193 h 305"/>
              <a:gd name="T6" fmla="*/ 129 w 353"/>
              <a:gd name="T7" fmla="*/ 204 h 305"/>
              <a:gd name="T8" fmla="*/ 146 w 353"/>
              <a:gd name="T9" fmla="*/ 212 h 305"/>
              <a:gd name="T10" fmla="*/ 158 w 353"/>
              <a:gd name="T11" fmla="*/ 293 h 305"/>
              <a:gd name="T12" fmla="*/ 144 w 353"/>
              <a:gd name="T13" fmla="*/ 249 h 305"/>
              <a:gd name="T14" fmla="*/ 152 w 353"/>
              <a:gd name="T15" fmla="*/ 240 h 305"/>
              <a:gd name="T16" fmla="*/ 164 w 353"/>
              <a:gd name="T17" fmla="*/ 249 h 305"/>
              <a:gd name="T18" fmla="*/ 177 w 353"/>
              <a:gd name="T19" fmla="*/ 211 h 305"/>
              <a:gd name="T20" fmla="*/ 304 w 353"/>
              <a:gd name="T21" fmla="*/ 103 h 305"/>
              <a:gd name="T22" fmla="*/ 208 w 353"/>
              <a:gd name="T23" fmla="*/ 0 h 305"/>
              <a:gd name="T24" fmla="*/ 104 w 353"/>
              <a:gd name="T25" fmla="*/ 48 h 305"/>
              <a:gd name="T26" fmla="*/ 49 w 353"/>
              <a:gd name="T27" fmla="*/ 116 h 305"/>
              <a:gd name="T28" fmla="*/ 72 w 353"/>
              <a:gd name="T29" fmla="*/ 257 h 305"/>
              <a:gd name="T30" fmla="*/ 112 w 353"/>
              <a:gd name="T31" fmla="*/ 249 h 305"/>
              <a:gd name="T32" fmla="*/ 72 w 353"/>
              <a:gd name="T33" fmla="*/ 241 h 305"/>
              <a:gd name="T34" fmla="*/ 54 w 353"/>
              <a:gd name="T35" fmla="*/ 131 h 305"/>
              <a:gd name="T36" fmla="*/ 65 w 353"/>
              <a:gd name="T37" fmla="*/ 113 h 305"/>
              <a:gd name="T38" fmla="*/ 104 w 353"/>
              <a:gd name="T39" fmla="*/ 64 h 305"/>
              <a:gd name="T40" fmla="*/ 131 w 353"/>
              <a:gd name="T41" fmla="*/ 71 h 305"/>
              <a:gd name="T42" fmla="*/ 208 w 353"/>
              <a:gd name="T43" fmla="*/ 16 h 305"/>
              <a:gd name="T44" fmla="*/ 288 w 353"/>
              <a:gd name="T45" fmla="*/ 100 h 305"/>
              <a:gd name="T46" fmla="*/ 288 w 353"/>
              <a:gd name="T47" fmla="*/ 113 h 305"/>
              <a:gd name="T48" fmla="*/ 337 w 353"/>
              <a:gd name="T49" fmla="*/ 176 h 305"/>
              <a:gd name="T50" fmla="*/ 248 w 353"/>
              <a:gd name="T51" fmla="*/ 241 h 305"/>
              <a:gd name="T52" fmla="*/ 248 w 353"/>
              <a:gd name="T53" fmla="*/ 257 h 305"/>
              <a:gd name="T54" fmla="*/ 353 w 353"/>
              <a:gd name="T55" fmla="*/ 176 h 305"/>
              <a:gd name="T56" fmla="*/ 219 w 353"/>
              <a:gd name="T57" fmla="*/ 289 h 305"/>
              <a:gd name="T58" fmla="*/ 224 w 353"/>
              <a:gd name="T59" fmla="*/ 249 h 305"/>
              <a:gd name="T60" fmla="*/ 191 w 353"/>
              <a:gd name="T61" fmla="*/ 220 h 305"/>
              <a:gd name="T62" fmla="*/ 196 w 353"/>
              <a:gd name="T63" fmla="*/ 273 h 305"/>
              <a:gd name="T64" fmla="*/ 200 w 353"/>
              <a:gd name="T65" fmla="*/ 251 h 305"/>
              <a:gd name="T66" fmla="*/ 185 w 353"/>
              <a:gd name="T67" fmla="*/ 253 h 305"/>
              <a:gd name="T68" fmla="*/ 177 w 353"/>
              <a:gd name="T69" fmla="*/ 292 h 305"/>
              <a:gd name="T70" fmla="*/ 181 w 353"/>
              <a:gd name="T71" fmla="*/ 296 h 305"/>
              <a:gd name="T72" fmla="*/ 215 w 353"/>
              <a:gd name="T73" fmla="*/ 305 h 305"/>
              <a:gd name="T74" fmla="*/ 224 w 353"/>
              <a:gd name="T75" fmla="*/ 293 h 3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353" h="305">
                <a:moveTo>
                  <a:pt x="176" y="205"/>
                </a:moveTo>
                <a:cubicBezTo>
                  <a:pt x="175" y="203"/>
                  <a:pt x="173" y="202"/>
                  <a:pt x="171" y="202"/>
                </a:cubicBezTo>
                <a:cubicBezTo>
                  <a:pt x="172" y="201"/>
                  <a:pt x="172" y="201"/>
                  <a:pt x="172" y="201"/>
                </a:cubicBezTo>
                <a:cubicBezTo>
                  <a:pt x="171" y="201"/>
                  <a:pt x="170" y="201"/>
                  <a:pt x="170" y="201"/>
                </a:cubicBezTo>
                <a:cubicBezTo>
                  <a:pt x="138" y="193"/>
                  <a:pt x="138" y="193"/>
                  <a:pt x="138" y="193"/>
                </a:cubicBezTo>
                <a:cubicBezTo>
                  <a:pt x="138" y="193"/>
                  <a:pt x="138" y="193"/>
                  <a:pt x="138" y="193"/>
                </a:cubicBezTo>
                <a:cubicBezTo>
                  <a:pt x="136" y="192"/>
                  <a:pt x="134" y="192"/>
                  <a:pt x="132" y="194"/>
                </a:cubicBezTo>
                <a:cubicBezTo>
                  <a:pt x="128" y="196"/>
                  <a:pt x="127" y="201"/>
                  <a:pt x="129" y="204"/>
                </a:cubicBezTo>
                <a:cubicBezTo>
                  <a:pt x="130" y="206"/>
                  <a:pt x="132" y="208"/>
                  <a:pt x="134" y="208"/>
                </a:cubicBezTo>
                <a:cubicBezTo>
                  <a:pt x="146" y="212"/>
                  <a:pt x="146" y="212"/>
                  <a:pt x="146" y="212"/>
                </a:cubicBezTo>
                <a:cubicBezTo>
                  <a:pt x="135" y="220"/>
                  <a:pt x="128" y="233"/>
                  <a:pt x="128" y="249"/>
                </a:cubicBezTo>
                <a:cubicBezTo>
                  <a:pt x="128" y="269"/>
                  <a:pt x="140" y="286"/>
                  <a:pt x="158" y="293"/>
                </a:cubicBezTo>
                <a:cubicBezTo>
                  <a:pt x="162" y="277"/>
                  <a:pt x="162" y="277"/>
                  <a:pt x="162" y="277"/>
                </a:cubicBezTo>
                <a:cubicBezTo>
                  <a:pt x="151" y="272"/>
                  <a:pt x="144" y="261"/>
                  <a:pt x="144" y="249"/>
                </a:cubicBezTo>
                <a:cubicBezTo>
                  <a:pt x="144" y="238"/>
                  <a:pt x="149" y="229"/>
                  <a:pt x="157" y="223"/>
                </a:cubicBezTo>
                <a:cubicBezTo>
                  <a:pt x="152" y="240"/>
                  <a:pt x="152" y="240"/>
                  <a:pt x="152" y="240"/>
                </a:cubicBezTo>
                <a:cubicBezTo>
                  <a:pt x="152" y="242"/>
                  <a:pt x="152" y="244"/>
                  <a:pt x="153" y="246"/>
                </a:cubicBezTo>
                <a:cubicBezTo>
                  <a:pt x="155" y="250"/>
                  <a:pt x="160" y="251"/>
                  <a:pt x="164" y="249"/>
                </a:cubicBezTo>
                <a:cubicBezTo>
                  <a:pt x="166" y="248"/>
                  <a:pt x="167" y="246"/>
                  <a:pt x="168" y="244"/>
                </a:cubicBezTo>
                <a:cubicBezTo>
                  <a:pt x="177" y="211"/>
                  <a:pt x="177" y="211"/>
                  <a:pt x="177" y="211"/>
                </a:cubicBezTo>
                <a:cubicBezTo>
                  <a:pt x="177" y="209"/>
                  <a:pt x="177" y="207"/>
                  <a:pt x="176" y="205"/>
                </a:cubicBezTo>
                <a:moveTo>
                  <a:pt x="304" y="103"/>
                </a:moveTo>
                <a:cubicBezTo>
                  <a:pt x="304" y="101"/>
                  <a:pt x="305" y="98"/>
                  <a:pt x="305" y="96"/>
                </a:cubicBezTo>
                <a:cubicBezTo>
                  <a:pt x="305" y="43"/>
                  <a:pt x="261" y="0"/>
                  <a:pt x="208" y="0"/>
                </a:cubicBezTo>
                <a:cubicBezTo>
                  <a:pt x="171" y="0"/>
                  <a:pt x="139" y="21"/>
                  <a:pt x="123" y="51"/>
                </a:cubicBezTo>
                <a:cubicBezTo>
                  <a:pt x="117" y="49"/>
                  <a:pt x="111" y="48"/>
                  <a:pt x="104" y="48"/>
                </a:cubicBezTo>
                <a:cubicBezTo>
                  <a:pt x="73" y="48"/>
                  <a:pt x="48" y="73"/>
                  <a:pt x="48" y="104"/>
                </a:cubicBezTo>
                <a:cubicBezTo>
                  <a:pt x="48" y="108"/>
                  <a:pt x="48" y="112"/>
                  <a:pt x="49" y="116"/>
                </a:cubicBezTo>
                <a:cubicBezTo>
                  <a:pt x="20" y="125"/>
                  <a:pt x="0" y="153"/>
                  <a:pt x="0" y="184"/>
                </a:cubicBezTo>
                <a:cubicBezTo>
                  <a:pt x="0" y="224"/>
                  <a:pt x="32" y="257"/>
                  <a:pt x="72" y="257"/>
                </a:cubicBezTo>
                <a:cubicBezTo>
                  <a:pt x="104" y="257"/>
                  <a:pt x="104" y="257"/>
                  <a:pt x="104" y="257"/>
                </a:cubicBezTo>
                <a:cubicBezTo>
                  <a:pt x="108" y="257"/>
                  <a:pt x="112" y="253"/>
                  <a:pt x="112" y="249"/>
                </a:cubicBezTo>
                <a:cubicBezTo>
                  <a:pt x="112" y="244"/>
                  <a:pt x="108" y="241"/>
                  <a:pt x="104" y="241"/>
                </a:cubicBezTo>
                <a:cubicBezTo>
                  <a:pt x="72" y="241"/>
                  <a:pt x="72" y="241"/>
                  <a:pt x="72" y="241"/>
                </a:cubicBezTo>
                <a:cubicBezTo>
                  <a:pt x="41" y="241"/>
                  <a:pt x="16" y="215"/>
                  <a:pt x="16" y="184"/>
                </a:cubicBezTo>
                <a:cubicBezTo>
                  <a:pt x="16" y="160"/>
                  <a:pt x="31" y="139"/>
                  <a:pt x="54" y="131"/>
                </a:cubicBezTo>
                <a:cubicBezTo>
                  <a:pt x="68" y="127"/>
                  <a:pt x="68" y="127"/>
                  <a:pt x="68" y="127"/>
                </a:cubicBezTo>
                <a:cubicBezTo>
                  <a:pt x="65" y="113"/>
                  <a:pt x="65" y="113"/>
                  <a:pt x="65" y="113"/>
                </a:cubicBezTo>
                <a:cubicBezTo>
                  <a:pt x="64" y="110"/>
                  <a:pt x="64" y="107"/>
                  <a:pt x="64" y="104"/>
                </a:cubicBezTo>
                <a:cubicBezTo>
                  <a:pt x="64" y="82"/>
                  <a:pt x="82" y="64"/>
                  <a:pt x="104" y="64"/>
                </a:cubicBezTo>
                <a:cubicBezTo>
                  <a:pt x="108" y="64"/>
                  <a:pt x="113" y="65"/>
                  <a:pt x="118" y="66"/>
                </a:cubicBezTo>
                <a:cubicBezTo>
                  <a:pt x="131" y="71"/>
                  <a:pt x="131" y="71"/>
                  <a:pt x="131" y="71"/>
                </a:cubicBezTo>
                <a:cubicBezTo>
                  <a:pt x="137" y="59"/>
                  <a:pt x="137" y="59"/>
                  <a:pt x="137" y="59"/>
                </a:cubicBezTo>
                <a:cubicBezTo>
                  <a:pt x="151" y="32"/>
                  <a:pt x="178" y="16"/>
                  <a:pt x="208" y="16"/>
                </a:cubicBezTo>
                <a:cubicBezTo>
                  <a:pt x="253" y="16"/>
                  <a:pt x="289" y="52"/>
                  <a:pt x="289" y="96"/>
                </a:cubicBezTo>
                <a:cubicBezTo>
                  <a:pt x="289" y="98"/>
                  <a:pt x="288" y="99"/>
                  <a:pt x="288" y="100"/>
                </a:cubicBezTo>
                <a:cubicBezTo>
                  <a:pt x="288" y="102"/>
                  <a:pt x="288" y="102"/>
                  <a:pt x="288" y="102"/>
                </a:cubicBezTo>
                <a:cubicBezTo>
                  <a:pt x="288" y="113"/>
                  <a:pt x="288" y="113"/>
                  <a:pt x="288" y="113"/>
                </a:cubicBezTo>
                <a:cubicBezTo>
                  <a:pt x="298" y="117"/>
                  <a:pt x="298" y="117"/>
                  <a:pt x="298" y="117"/>
                </a:cubicBezTo>
                <a:cubicBezTo>
                  <a:pt x="321" y="128"/>
                  <a:pt x="337" y="151"/>
                  <a:pt x="337" y="176"/>
                </a:cubicBezTo>
                <a:cubicBezTo>
                  <a:pt x="337" y="212"/>
                  <a:pt x="308" y="241"/>
                  <a:pt x="272" y="241"/>
                </a:cubicBezTo>
                <a:cubicBezTo>
                  <a:pt x="248" y="241"/>
                  <a:pt x="248" y="241"/>
                  <a:pt x="248" y="241"/>
                </a:cubicBezTo>
                <a:cubicBezTo>
                  <a:pt x="244" y="241"/>
                  <a:pt x="240" y="244"/>
                  <a:pt x="240" y="249"/>
                </a:cubicBezTo>
                <a:cubicBezTo>
                  <a:pt x="240" y="253"/>
                  <a:pt x="244" y="257"/>
                  <a:pt x="248" y="257"/>
                </a:cubicBezTo>
                <a:cubicBezTo>
                  <a:pt x="272" y="257"/>
                  <a:pt x="272" y="257"/>
                  <a:pt x="272" y="257"/>
                </a:cubicBezTo>
                <a:cubicBezTo>
                  <a:pt x="317" y="257"/>
                  <a:pt x="353" y="221"/>
                  <a:pt x="353" y="176"/>
                </a:cubicBezTo>
                <a:cubicBezTo>
                  <a:pt x="353" y="143"/>
                  <a:pt x="333" y="115"/>
                  <a:pt x="304" y="103"/>
                </a:cubicBezTo>
                <a:moveTo>
                  <a:pt x="219" y="289"/>
                </a:moveTo>
                <a:cubicBezTo>
                  <a:pt x="206" y="286"/>
                  <a:pt x="206" y="286"/>
                  <a:pt x="206" y="286"/>
                </a:cubicBezTo>
                <a:cubicBezTo>
                  <a:pt x="217" y="277"/>
                  <a:pt x="224" y="264"/>
                  <a:pt x="224" y="249"/>
                </a:cubicBezTo>
                <a:cubicBezTo>
                  <a:pt x="224" y="229"/>
                  <a:pt x="212" y="212"/>
                  <a:pt x="195" y="204"/>
                </a:cubicBezTo>
                <a:cubicBezTo>
                  <a:pt x="191" y="220"/>
                  <a:pt x="191" y="220"/>
                  <a:pt x="191" y="220"/>
                </a:cubicBezTo>
                <a:cubicBezTo>
                  <a:pt x="201" y="226"/>
                  <a:pt x="208" y="236"/>
                  <a:pt x="208" y="249"/>
                </a:cubicBezTo>
                <a:cubicBezTo>
                  <a:pt x="208" y="259"/>
                  <a:pt x="204" y="268"/>
                  <a:pt x="196" y="273"/>
                </a:cubicBezTo>
                <a:cubicBezTo>
                  <a:pt x="201" y="257"/>
                  <a:pt x="201" y="257"/>
                  <a:pt x="201" y="257"/>
                </a:cubicBezTo>
                <a:cubicBezTo>
                  <a:pt x="201" y="255"/>
                  <a:pt x="201" y="253"/>
                  <a:pt x="200" y="251"/>
                </a:cubicBezTo>
                <a:cubicBezTo>
                  <a:pt x="198" y="248"/>
                  <a:pt x="193" y="246"/>
                  <a:pt x="189" y="248"/>
                </a:cubicBezTo>
                <a:cubicBezTo>
                  <a:pt x="187" y="250"/>
                  <a:pt x="186" y="251"/>
                  <a:pt x="185" y="253"/>
                </a:cubicBezTo>
                <a:cubicBezTo>
                  <a:pt x="176" y="286"/>
                  <a:pt x="176" y="286"/>
                  <a:pt x="176" y="286"/>
                </a:cubicBezTo>
                <a:cubicBezTo>
                  <a:pt x="176" y="288"/>
                  <a:pt x="176" y="290"/>
                  <a:pt x="177" y="292"/>
                </a:cubicBezTo>
                <a:cubicBezTo>
                  <a:pt x="178" y="294"/>
                  <a:pt x="180" y="295"/>
                  <a:pt x="182" y="296"/>
                </a:cubicBezTo>
                <a:cubicBezTo>
                  <a:pt x="181" y="296"/>
                  <a:pt x="181" y="296"/>
                  <a:pt x="181" y="296"/>
                </a:cubicBezTo>
                <a:cubicBezTo>
                  <a:pt x="182" y="296"/>
                  <a:pt x="182" y="296"/>
                  <a:pt x="182" y="296"/>
                </a:cubicBezTo>
                <a:cubicBezTo>
                  <a:pt x="215" y="305"/>
                  <a:pt x="215" y="305"/>
                  <a:pt x="215" y="305"/>
                </a:cubicBezTo>
                <a:cubicBezTo>
                  <a:pt x="217" y="305"/>
                  <a:pt x="219" y="305"/>
                  <a:pt x="221" y="304"/>
                </a:cubicBezTo>
                <a:cubicBezTo>
                  <a:pt x="225" y="302"/>
                  <a:pt x="226" y="297"/>
                  <a:pt x="224" y="293"/>
                </a:cubicBezTo>
                <a:cubicBezTo>
                  <a:pt x="223" y="291"/>
                  <a:pt x="221" y="290"/>
                  <a:pt x="219" y="289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4" name="Freeform 44"/>
          <p:cNvSpPr>
            <a:spLocks noEditPoints="1"/>
          </p:cNvSpPr>
          <p:nvPr/>
        </p:nvSpPr>
        <p:spPr bwMode="auto">
          <a:xfrm>
            <a:off x="10775951" y="4246035"/>
            <a:ext cx="577851" cy="577851"/>
          </a:xfrm>
          <a:custGeom>
            <a:avLst/>
            <a:gdLst>
              <a:gd name="T0" fmla="*/ 48 w 353"/>
              <a:gd name="T1" fmla="*/ 257 h 353"/>
              <a:gd name="T2" fmla="*/ 0 w 353"/>
              <a:gd name="T3" fmla="*/ 305 h 353"/>
              <a:gd name="T4" fmla="*/ 48 w 353"/>
              <a:gd name="T5" fmla="*/ 353 h 353"/>
              <a:gd name="T6" fmla="*/ 96 w 353"/>
              <a:gd name="T7" fmla="*/ 305 h 353"/>
              <a:gd name="T8" fmla="*/ 48 w 353"/>
              <a:gd name="T9" fmla="*/ 257 h 353"/>
              <a:gd name="T10" fmla="*/ 48 w 353"/>
              <a:gd name="T11" fmla="*/ 337 h 353"/>
              <a:gd name="T12" fmla="*/ 16 w 353"/>
              <a:gd name="T13" fmla="*/ 305 h 353"/>
              <a:gd name="T14" fmla="*/ 48 w 353"/>
              <a:gd name="T15" fmla="*/ 273 h 353"/>
              <a:gd name="T16" fmla="*/ 80 w 353"/>
              <a:gd name="T17" fmla="*/ 305 h 353"/>
              <a:gd name="T18" fmla="*/ 48 w 353"/>
              <a:gd name="T19" fmla="*/ 337 h 353"/>
              <a:gd name="T20" fmla="*/ 8 w 353"/>
              <a:gd name="T21" fmla="*/ 80 h 353"/>
              <a:gd name="T22" fmla="*/ 0 w 353"/>
              <a:gd name="T23" fmla="*/ 88 h 353"/>
              <a:gd name="T24" fmla="*/ 8 w 353"/>
              <a:gd name="T25" fmla="*/ 96 h 353"/>
              <a:gd name="T26" fmla="*/ 257 w 353"/>
              <a:gd name="T27" fmla="*/ 345 h 353"/>
              <a:gd name="T28" fmla="*/ 265 w 353"/>
              <a:gd name="T29" fmla="*/ 353 h 353"/>
              <a:gd name="T30" fmla="*/ 273 w 353"/>
              <a:gd name="T31" fmla="*/ 345 h 353"/>
              <a:gd name="T32" fmla="*/ 8 w 353"/>
              <a:gd name="T33" fmla="*/ 80 h 353"/>
              <a:gd name="T34" fmla="*/ 8 w 353"/>
              <a:gd name="T35" fmla="*/ 160 h 353"/>
              <a:gd name="T36" fmla="*/ 0 w 353"/>
              <a:gd name="T37" fmla="*/ 168 h 353"/>
              <a:gd name="T38" fmla="*/ 8 w 353"/>
              <a:gd name="T39" fmla="*/ 176 h 353"/>
              <a:gd name="T40" fmla="*/ 176 w 353"/>
              <a:gd name="T41" fmla="*/ 345 h 353"/>
              <a:gd name="T42" fmla="*/ 185 w 353"/>
              <a:gd name="T43" fmla="*/ 353 h 353"/>
              <a:gd name="T44" fmla="*/ 193 w 353"/>
              <a:gd name="T45" fmla="*/ 345 h 353"/>
              <a:gd name="T46" fmla="*/ 8 w 353"/>
              <a:gd name="T47" fmla="*/ 160 h 353"/>
              <a:gd name="T48" fmla="*/ 8 w 353"/>
              <a:gd name="T49" fmla="*/ 0 h 353"/>
              <a:gd name="T50" fmla="*/ 0 w 353"/>
              <a:gd name="T51" fmla="*/ 8 h 353"/>
              <a:gd name="T52" fmla="*/ 8 w 353"/>
              <a:gd name="T53" fmla="*/ 16 h 353"/>
              <a:gd name="T54" fmla="*/ 337 w 353"/>
              <a:gd name="T55" fmla="*/ 345 h 353"/>
              <a:gd name="T56" fmla="*/ 345 w 353"/>
              <a:gd name="T57" fmla="*/ 353 h 353"/>
              <a:gd name="T58" fmla="*/ 353 w 353"/>
              <a:gd name="T59" fmla="*/ 345 h 353"/>
              <a:gd name="T60" fmla="*/ 8 w 353"/>
              <a:gd name="T61" fmla="*/ 0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353" h="353">
                <a:moveTo>
                  <a:pt x="48" y="257"/>
                </a:moveTo>
                <a:cubicBezTo>
                  <a:pt x="21" y="257"/>
                  <a:pt x="0" y="278"/>
                  <a:pt x="0" y="305"/>
                </a:cubicBezTo>
                <a:cubicBezTo>
                  <a:pt x="0" y="331"/>
                  <a:pt x="21" y="353"/>
                  <a:pt x="48" y="353"/>
                </a:cubicBezTo>
                <a:cubicBezTo>
                  <a:pt x="75" y="353"/>
                  <a:pt x="96" y="331"/>
                  <a:pt x="96" y="305"/>
                </a:cubicBezTo>
                <a:cubicBezTo>
                  <a:pt x="96" y="278"/>
                  <a:pt x="75" y="257"/>
                  <a:pt x="48" y="257"/>
                </a:cubicBezTo>
                <a:moveTo>
                  <a:pt x="48" y="337"/>
                </a:moveTo>
                <a:cubicBezTo>
                  <a:pt x="30" y="337"/>
                  <a:pt x="16" y="322"/>
                  <a:pt x="16" y="305"/>
                </a:cubicBezTo>
                <a:cubicBezTo>
                  <a:pt x="16" y="287"/>
                  <a:pt x="30" y="273"/>
                  <a:pt x="48" y="273"/>
                </a:cubicBezTo>
                <a:cubicBezTo>
                  <a:pt x="66" y="273"/>
                  <a:pt x="80" y="287"/>
                  <a:pt x="80" y="305"/>
                </a:cubicBezTo>
                <a:cubicBezTo>
                  <a:pt x="80" y="322"/>
                  <a:pt x="66" y="337"/>
                  <a:pt x="48" y="337"/>
                </a:cubicBezTo>
                <a:moveTo>
                  <a:pt x="8" y="80"/>
                </a:moveTo>
                <a:cubicBezTo>
                  <a:pt x="3" y="80"/>
                  <a:pt x="0" y="84"/>
                  <a:pt x="0" y="88"/>
                </a:cubicBezTo>
                <a:cubicBezTo>
                  <a:pt x="0" y="92"/>
                  <a:pt x="3" y="96"/>
                  <a:pt x="8" y="96"/>
                </a:cubicBezTo>
                <a:cubicBezTo>
                  <a:pt x="145" y="96"/>
                  <a:pt x="257" y="207"/>
                  <a:pt x="257" y="345"/>
                </a:cubicBezTo>
                <a:cubicBezTo>
                  <a:pt x="257" y="349"/>
                  <a:pt x="260" y="353"/>
                  <a:pt x="265" y="353"/>
                </a:cubicBezTo>
                <a:cubicBezTo>
                  <a:pt x="269" y="353"/>
                  <a:pt x="273" y="349"/>
                  <a:pt x="273" y="345"/>
                </a:cubicBezTo>
                <a:cubicBezTo>
                  <a:pt x="273" y="199"/>
                  <a:pt x="154" y="80"/>
                  <a:pt x="8" y="80"/>
                </a:cubicBezTo>
                <a:moveTo>
                  <a:pt x="8" y="160"/>
                </a:moveTo>
                <a:cubicBezTo>
                  <a:pt x="3" y="160"/>
                  <a:pt x="0" y="164"/>
                  <a:pt x="0" y="168"/>
                </a:cubicBezTo>
                <a:cubicBezTo>
                  <a:pt x="0" y="173"/>
                  <a:pt x="3" y="176"/>
                  <a:pt x="8" y="176"/>
                </a:cubicBezTo>
                <a:cubicBezTo>
                  <a:pt x="101" y="176"/>
                  <a:pt x="176" y="252"/>
                  <a:pt x="176" y="345"/>
                </a:cubicBezTo>
                <a:cubicBezTo>
                  <a:pt x="176" y="349"/>
                  <a:pt x="180" y="353"/>
                  <a:pt x="185" y="353"/>
                </a:cubicBezTo>
                <a:cubicBezTo>
                  <a:pt x="189" y="353"/>
                  <a:pt x="193" y="349"/>
                  <a:pt x="193" y="345"/>
                </a:cubicBezTo>
                <a:cubicBezTo>
                  <a:pt x="193" y="243"/>
                  <a:pt x="110" y="160"/>
                  <a:pt x="8" y="160"/>
                </a:cubicBezTo>
                <a:moveTo>
                  <a:pt x="8" y="0"/>
                </a:moveTo>
                <a:cubicBezTo>
                  <a:pt x="3" y="0"/>
                  <a:pt x="0" y="3"/>
                  <a:pt x="0" y="8"/>
                </a:cubicBezTo>
                <a:cubicBezTo>
                  <a:pt x="0" y="12"/>
                  <a:pt x="3" y="16"/>
                  <a:pt x="8" y="16"/>
                </a:cubicBezTo>
                <a:cubicBezTo>
                  <a:pt x="190" y="16"/>
                  <a:pt x="337" y="163"/>
                  <a:pt x="337" y="345"/>
                </a:cubicBezTo>
                <a:cubicBezTo>
                  <a:pt x="337" y="349"/>
                  <a:pt x="341" y="353"/>
                  <a:pt x="345" y="353"/>
                </a:cubicBezTo>
                <a:cubicBezTo>
                  <a:pt x="350" y="353"/>
                  <a:pt x="353" y="349"/>
                  <a:pt x="353" y="345"/>
                </a:cubicBezTo>
                <a:cubicBezTo>
                  <a:pt x="353" y="154"/>
                  <a:pt x="199" y="0"/>
                  <a:pt x="8" y="0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5" name="Freeform 45"/>
          <p:cNvSpPr>
            <a:spLocks noEditPoints="1"/>
          </p:cNvSpPr>
          <p:nvPr/>
        </p:nvSpPr>
        <p:spPr bwMode="auto">
          <a:xfrm>
            <a:off x="840317" y="5350935"/>
            <a:ext cx="577851" cy="577851"/>
          </a:xfrm>
          <a:custGeom>
            <a:avLst/>
            <a:gdLst>
              <a:gd name="T0" fmla="*/ 321 w 353"/>
              <a:gd name="T1" fmla="*/ 0 h 353"/>
              <a:gd name="T2" fmla="*/ 32 w 353"/>
              <a:gd name="T3" fmla="*/ 0 h 353"/>
              <a:gd name="T4" fmla="*/ 0 w 353"/>
              <a:gd name="T5" fmla="*/ 32 h 353"/>
              <a:gd name="T6" fmla="*/ 0 w 353"/>
              <a:gd name="T7" fmla="*/ 321 h 353"/>
              <a:gd name="T8" fmla="*/ 32 w 353"/>
              <a:gd name="T9" fmla="*/ 353 h 353"/>
              <a:gd name="T10" fmla="*/ 321 w 353"/>
              <a:gd name="T11" fmla="*/ 353 h 353"/>
              <a:gd name="T12" fmla="*/ 353 w 353"/>
              <a:gd name="T13" fmla="*/ 321 h 353"/>
              <a:gd name="T14" fmla="*/ 353 w 353"/>
              <a:gd name="T15" fmla="*/ 32 h 353"/>
              <a:gd name="T16" fmla="*/ 321 w 353"/>
              <a:gd name="T17" fmla="*/ 0 h 353"/>
              <a:gd name="T18" fmla="*/ 337 w 353"/>
              <a:gd name="T19" fmla="*/ 321 h 353"/>
              <a:gd name="T20" fmla="*/ 321 w 353"/>
              <a:gd name="T21" fmla="*/ 337 h 353"/>
              <a:gd name="T22" fmla="*/ 32 w 353"/>
              <a:gd name="T23" fmla="*/ 337 h 353"/>
              <a:gd name="T24" fmla="*/ 16 w 353"/>
              <a:gd name="T25" fmla="*/ 321 h 353"/>
              <a:gd name="T26" fmla="*/ 16 w 353"/>
              <a:gd name="T27" fmla="*/ 32 h 353"/>
              <a:gd name="T28" fmla="*/ 32 w 353"/>
              <a:gd name="T29" fmla="*/ 16 h 353"/>
              <a:gd name="T30" fmla="*/ 321 w 353"/>
              <a:gd name="T31" fmla="*/ 16 h 353"/>
              <a:gd name="T32" fmla="*/ 337 w 353"/>
              <a:gd name="T33" fmla="*/ 32 h 353"/>
              <a:gd name="T34" fmla="*/ 337 w 353"/>
              <a:gd name="T35" fmla="*/ 321 h 353"/>
              <a:gd name="T36" fmla="*/ 96 w 353"/>
              <a:gd name="T37" fmla="*/ 72 h 353"/>
              <a:gd name="T38" fmla="*/ 80 w 353"/>
              <a:gd name="T39" fmla="*/ 72 h 353"/>
              <a:gd name="T40" fmla="*/ 72 w 353"/>
              <a:gd name="T41" fmla="*/ 80 h 353"/>
              <a:gd name="T42" fmla="*/ 80 w 353"/>
              <a:gd name="T43" fmla="*/ 88 h 353"/>
              <a:gd name="T44" fmla="*/ 96 w 353"/>
              <a:gd name="T45" fmla="*/ 88 h 353"/>
              <a:gd name="T46" fmla="*/ 265 w 353"/>
              <a:gd name="T47" fmla="*/ 257 h 353"/>
              <a:gd name="T48" fmla="*/ 265 w 353"/>
              <a:gd name="T49" fmla="*/ 273 h 353"/>
              <a:gd name="T50" fmla="*/ 273 w 353"/>
              <a:gd name="T51" fmla="*/ 281 h 353"/>
              <a:gd name="T52" fmla="*/ 281 w 353"/>
              <a:gd name="T53" fmla="*/ 273 h 353"/>
              <a:gd name="T54" fmla="*/ 281 w 353"/>
              <a:gd name="T55" fmla="*/ 257 h 353"/>
              <a:gd name="T56" fmla="*/ 96 w 353"/>
              <a:gd name="T57" fmla="*/ 72 h 353"/>
              <a:gd name="T58" fmla="*/ 104 w 353"/>
              <a:gd name="T59" fmla="*/ 217 h 353"/>
              <a:gd name="T60" fmla="*/ 72 w 353"/>
              <a:gd name="T61" fmla="*/ 249 h 353"/>
              <a:gd name="T62" fmla="*/ 104 w 353"/>
              <a:gd name="T63" fmla="*/ 281 h 353"/>
              <a:gd name="T64" fmla="*/ 136 w 353"/>
              <a:gd name="T65" fmla="*/ 249 h 353"/>
              <a:gd name="T66" fmla="*/ 104 w 353"/>
              <a:gd name="T67" fmla="*/ 217 h 353"/>
              <a:gd name="T68" fmla="*/ 104 w 353"/>
              <a:gd name="T69" fmla="*/ 265 h 353"/>
              <a:gd name="T70" fmla="*/ 88 w 353"/>
              <a:gd name="T71" fmla="*/ 249 h 353"/>
              <a:gd name="T72" fmla="*/ 104 w 353"/>
              <a:gd name="T73" fmla="*/ 233 h 353"/>
              <a:gd name="T74" fmla="*/ 120 w 353"/>
              <a:gd name="T75" fmla="*/ 249 h 353"/>
              <a:gd name="T76" fmla="*/ 104 w 353"/>
              <a:gd name="T77" fmla="*/ 265 h 353"/>
              <a:gd name="T78" fmla="*/ 96 w 353"/>
              <a:gd name="T79" fmla="*/ 120 h 353"/>
              <a:gd name="T80" fmla="*/ 80 w 353"/>
              <a:gd name="T81" fmla="*/ 120 h 353"/>
              <a:gd name="T82" fmla="*/ 72 w 353"/>
              <a:gd name="T83" fmla="*/ 128 h 353"/>
              <a:gd name="T84" fmla="*/ 80 w 353"/>
              <a:gd name="T85" fmla="*/ 137 h 353"/>
              <a:gd name="T86" fmla="*/ 96 w 353"/>
              <a:gd name="T87" fmla="*/ 137 h 353"/>
              <a:gd name="T88" fmla="*/ 217 w 353"/>
              <a:gd name="T89" fmla="*/ 257 h 353"/>
              <a:gd name="T90" fmla="*/ 217 w 353"/>
              <a:gd name="T91" fmla="*/ 273 h 353"/>
              <a:gd name="T92" fmla="*/ 225 w 353"/>
              <a:gd name="T93" fmla="*/ 281 h 353"/>
              <a:gd name="T94" fmla="*/ 233 w 353"/>
              <a:gd name="T95" fmla="*/ 273 h 353"/>
              <a:gd name="T96" fmla="*/ 233 w 353"/>
              <a:gd name="T97" fmla="*/ 257 h 353"/>
              <a:gd name="T98" fmla="*/ 96 w 353"/>
              <a:gd name="T99" fmla="*/ 120 h 353"/>
              <a:gd name="T100" fmla="*/ 96 w 353"/>
              <a:gd name="T101" fmla="*/ 169 h 353"/>
              <a:gd name="T102" fmla="*/ 80 w 353"/>
              <a:gd name="T103" fmla="*/ 169 h 353"/>
              <a:gd name="T104" fmla="*/ 72 w 353"/>
              <a:gd name="T105" fmla="*/ 177 h 353"/>
              <a:gd name="T106" fmla="*/ 80 w 353"/>
              <a:gd name="T107" fmla="*/ 185 h 353"/>
              <a:gd name="T108" fmla="*/ 96 w 353"/>
              <a:gd name="T109" fmla="*/ 185 h 353"/>
              <a:gd name="T110" fmla="*/ 168 w 353"/>
              <a:gd name="T111" fmla="*/ 257 h 353"/>
              <a:gd name="T112" fmla="*/ 168 w 353"/>
              <a:gd name="T113" fmla="*/ 273 h 353"/>
              <a:gd name="T114" fmla="*/ 177 w 353"/>
              <a:gd name="T115" fmla="*/ 281 h 353"/>
              <a:gd name="T116" fmla="*/ 185 w 353"/>
              <a:gd name="T117" fmla="*/ 273 h 353"/>
              <a:gd name="T118" fmla="*/ 185 w 353"/>
              <a:gd name="T119" fmla="*/ 257 h 353"/>
              <a:gd name="T120" fmla="*/ 96 w 353"/>
              <a:gd name="T121" fmla="*/ 169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353" h="353">
                <a:moveTo>
                  <a:pt x="321" y="0"/>
                </a:move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4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4" y="353"/>
                  <a:pt x="32" y="353"/>
                </a:cubicBezTo>
                <a:cubicBezTo>
                  <a:pt x="321" y="353"/>
                  <a:pt x="321" y="353"/>
                  <a:pt x="321" y="353"/>
                </a:cubicBezTo>
                <a:cubicBezTo>
                  <a:pt x="339" y="353"/>
                  <a:pt x="353" y="339"/>
                  <a:pt x="353" y="321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14"/>
                  <a:pt x="339" y="0"/>
                  <a:pt x="321" y="0"/>
                </a:cubicBezTo>
                <a:moveTo>
                  <a:pt x="337" y="321"/>
                </a:moveTo>
                <a:cubicBezTo>
                  <a:pt x="337" y="330"/>
                  <a:pt x="330" y="337"/>
                  <a:pt x="321" y="337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23" y="337"/>
                  <a:pt x="16" y="330"/>
                  <a:pt x="16" y="32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3"/>
                  <a:pt x="23" y="16"/>
                  <a:pt x="32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3"/>
                  <a:pt x="337" y="32"/>
                </a:cubicBezTo>
                <a:lnTo>
                  <a:pt x="337" y="321"/>
                </a:lnTo>
                <a:close/>
                <a:moveTo>
                  <a:pt x="96" y="72"/>
                </a:moveTo>
                <a:cubicBezTo>
                  <a:pt x="80" y="72"/>
                  <a:pt x="80" y="72"/>
                  <a:pt x="80" y="72"/>
                </a:cubicBezTo>
                <a:cubicBezTo>
                  <a:pt x="76" y="72"/>
                  <a:pt x="72" y="76"/>
                  <a:pt x="72" y="80"/>
                </a:cubicBezTo>
                <a:cubicBezTo>
                  <a:pt x="72" y="85"/>
                  <a:pt x="76" y="88"/>
                  <a:pt x="80" y="88"/>
                </a:cubicBezTo>
                <a:cubicBezTo>
                  <a:pt x="96" y="88"/>
                  <a:pt x="96" y="88"/>
                  <a:pt x="96" y="88"/>
                </a:cubicBezTo>
                <a:cubicBezTo>
                  <a:pt x="189" y="88"/>
                  <a:pt x="265" y="164"/>
                  <a:pt x="265" y="257"/>
                </a:cubicBezTo>
                <a:cubicBezTo>
                  <a:pt x="265" y="273"/>
                  <a:pt x="265" y="273"/>
                  <a:pt x="265" y="273"/>
                </a:cubicBezTo>
                <a:cubicBezTo>
                  <a:pt x="265" y="277"/>
                  <a:pt x="268" y="281"/>
                  <a:pt x="273" y="281"/>
                </a:cubicBezTo>
                <a:cubicBezTo>
                  <a:pt x="277" y="281"/>
                  <a:pt x="281" y="277"/>
                  <a:pt x="281" y="273"/>
                </a:cubicBezTo>
                <a:cubicBezTo>
                  <a:pt x="281" y="257"/>
                  <a:pt x="281" y="257"/>
                  <a:pt x="281" y="257"/>
                </a:cubicBezTo>
                <a:cubicBezTo>
                  <a:pt x="281" y="155"/>
                  <a:pt x="198" y="72"/>
                  <a:pt x="96" y="72"/>
                </a:cubicBezTo>
                <a:moveTo>
                  <a:pt x="104" y="217"/>
                </a:moveTo>
                <a:cubicBezTo>
                  <a:pt x="87" y="217"/>
                  <a:pt x="72" y="231"/>
                  <a:pt x="72" y="249"/>
                </a:cubicBezTo>
                <a:cubicBezTo>
                  <a:pt x="72" y="267"/>
                  <a:pt x="87" y="281"/>
                  <a:pt x="104" y="281"/>
                </a:cubicBezTo>
                <a:cubicBezTo>
                  <a:pt x="122" y="281"/>
                  <a:pt x="136" y="267"/>
                  <a:pt x="136" y="249"/>
                </a:cubicBezTo>
                <a:cubicBezTo>
                  <a:pt x="136" y="231"/>
                  <a:pt x="122" y="217"/>
                  <a:pt x="104" y="217"/>
                </a:cubicBezTo>
                <a:moveTo>
                  <a:pt x="104" y="265"/>
                </a:moveTo>
                <a:cubicBezTo>
                  <a:pt x="95" y="265"/>
                  <a:pt x="88" y="258"/>
                  <a:pt x="88" y="249"/>
                </a:cubicBezTo>
                <a:cubicBezTo>
                  <a:pt x="88" y="240"/>
                  <a:pt x="95" y="233"/>
                  <a:pt x="104" y="233"/>
                </a:cubicBezTo>
                <a:cubicBezTo>
                  <a:pt x="113" y="233"/>
                  <a:pt x="120" y="240"/>
                  <a:pt x="120" y="249"/>
                </a:cubicBezTo>
                <a:cubicBezTo>
                  <a:pt x="120" y="258"/>
                  <a:pt x="113" y="265"/>
                  <a:pt x="104" y="265"/>
                </a:cubicBezTo>
                <a:moveTo>
                  <a:pt x="96" y="120"/>
                </a:moveTo>
                <a:cubicBezTo>
                  <a:pt x="80" y="120"/>
                  <a:pt x="80" y="120"/>
                  <a:pt x="80" y="120"/>
                </a:cubicBezTo>
                <a:cubicBezTo>
                  <a:pt x="76" y="120"/>
                  <a:pt x="72" y="124"/>
                  <a:pt x="72" y="128"/>
                </a:cubicBezTo>
                <a:cubicBezTo>
                  <a:pt x="72" y="133"/>
                  <a:pt x="76" y="137"/>
                  <a:pt x="80" y="137"/>
                </a:cubicBezTo>
                <a:cubicBezTo>
                  <a:pt x="96" y="137"/>
                  <a:pt x="96" y="137"/>
                  <a:pt x="96" y="137"/>
                </a:cubicBezTo>
                <a:cubicBezTo>
                  <a:pt x="163" y="137"/>
                  <a:pt x="217" y="190"/>
                  <a:pt x="217" y="257"/>
                </a:cubicBezTo>
                <a:cubicBezTo>
                  <a:pt x="217" y="273"/>
                  <a:pt x="217" y="273"/>
                  <a:pt x="217" y="273"/>
                </a:cubicBezTo>
                <a:cubicBezTo>
                  <a:pt x="217" y="277"/>
                  <a:pt x="220" y="281"/>
                  <a:pt x="225" y="281"/>
                </a:cubicBezTo>
                <a:cubicBezTo>
                  <a:pt x="229" y="281"/>
                  <a:pt x="233" y="277"/>
                  <a:pt x="233" y="273"/>
                </a:cubicBezTo>
                <a:cubicBezTo>
                  <a:pt x="233" y="257"/>
                  <a:pt x="233" y="257"/>
                  <a:pt x="233" y="257"/>
                </a:cubicBezTo>
                <a:cubicBezTo>
                  <a:pt x="233" y="182"/>
                  <a:pt x="172" y="120"/>
                  <a:pt x="96" y="120"/>
                </a:cubicBezTo>
                <a:moveTo>
                  <a:pt x="96" y="169"/>
                </a:moveTo>
                <a:cubicBezTo>
                  <a:pt x="80" y="169"/>
                  <a:pt x="80" y="169"/>
                  <a:pt x="80" y="169"/>
                </a:cubicBezTo>
                <a:cubicBezTo>
                  <a:pt x="76" y="169"/>
                  <a:pt x="72" y="172"/>
                  <a:pt x="72" y="177"/>
                </a:cubicBezTo>
                <a:cubicBezTo>
                  <a:pt x="72" y="181"/>
                  <a:pt x="76" y="185"/>
                  <a:pt x="80" y="185"/>
                </a:cubicBezTo>
                <a:cubicBezTo>
                  <a:pt x="96" y="185"/>
                  <a:pt x="96" y="185"/>
                  <a:pt x="96" y="185"/>
                </a:cubicBezTo>
                <a:cubicBezTo>
                  <a:pt x="136" y="185"/>
                  <a:pt x="168" y="217"/>
                  <a:pt x="168" y="257"/>
                </a:cubicBezTo>
                <a:cubicBezTo>
                  <a:pt x="168" y="273"/>
                  <a:pt x="168" y="273"/>
                  <a:pt x="168" y="273"/>
                </a:cubicBezTo>
                <a:cubicBezTo>
                  <a:pt x="168" y="277"/>
                  <a:pt x="172" y="281"/>
                  <a:pt x="177" y="281"/>
                </a:cubicBezTo>
                <a:cubicBezTo>
                  <a:pt x="181" y="281"/>
                  <a:pt x="185" y="277"/>
                  <a:pt x="185" y="273"/>
                </a:cubicBezTo>
                <a:cubicBezTo>
                  <a:pt x="185" y="257"/>
                  <a:pt x="185" y="257"/>
                  <a:pt x="185" y="257"/>
                </a:cubicBezTo>
                <a:cubicBezTo>
                  <a:pt x="185" y="208"/>
                  <a:pt x="145" y="169"/>
                  <a:pt x="96" y="169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6" name="Freeform 46"/>
          <p:cNvSpPr>
            <a:spLocks noEditPoints="1"/>
          </p:cNvSpPr>
          <p:nvPr/>
        </p:nvSpPr>
        <p:spPr bwMode="auto">
          <a:xfrm>
            <a:off x="1968500" y="5350935"/>
            <a:ext cx="527051" cy="577851"/>
          </a:xfrm>
          <a:custGeom>
            <a:avLst/>
            <a:gdLst>
              <a:gd name="T0" fmla="*/ 161 w 321"/>
              <a:gd name="T1" fmla="*/ 201 h 353"/>
              <a:gd name="T2" fmla="*/ 113 w 321"/>
              <a:gd name="T3" fmla="*/ 249 h 353"/>
              <a:gd name="T4" fmla="*/ 129 w 321"/>
              <a:gd name="T5" fmla="*/ 337 h 353"/>
              <a:gd name="T6" fmla="*/ 145 w 321"/>
              <a:gd name="T7" fmla="*/ 353 h 353"/>
              <a:gd name="T8" fmla="*/ 177 w 321"/>
              <a:gd name="T9" fmla="*/ 353 h 353"/>
              <a:gd name="T10" fmla="*/ 193 w 321"/>
              <a:gd name="T11" fmla="*/ 337 h 353"/>
              <a:gd name="T12" fmla="*/ 209 w 321"/>
              <a:gd name="T13" fmla="*/ 249 h 353"/>
              <a:gd name="T14" fmla="*/ 161 w 321"/>
              <a:gd name="T15" fmla="*/ 201 h 353"/>
              <a:gd name="T16" fmla="*/ 179 w 321"/>
              <a:gd name="T17" fmla="*/ 330 h 353"/>
              <a:gd name="T18" fmla="*/ 174 w 321"/>
              <a:gd name="T19" fmla="*/ 337 h 353"/>
              <a:gd name="T20" fmla="*/ 148 w 321"/>
              <a:gd name="T21" fmla="*/ 337 h 353"/>
              <a:gd name="T22" fmla="*/ 143 w 321"/>
              <a:gd name="T23" fmla="*/ 330 h 353"/>
              <a:gd name="T24" fmla="*/ 129 w 321"/>
              <a:gd name="T25" fmla="*/ 249 h 353"/>
              <a:gd name="T26" fmla="*/ 161 w 321"/>
              <a:gd name="T27" fmla="*/ 217 h 353"/>
              <a:gd name="T28" fmla="*/ 193 w 321"/>
              <a:gd name="T29" fmla="*/ 249 h 353"/>
              <a:gd name="T30" fmla="*/ 179 w 321"/>
              <a:gd name="T31" fmla="*/ 330 h 353"/>
              <a:gd name="T32" fmla="*/ 161 w 321"/>
              <a:gd name="T33" fmla="*/ 185 h 353"/>
              <a:gd name="T34" fmla="*/ 201 w 321"/>
              <a:gd name="T35" fmla="*/ 145 h 353"/>
              <a:gd name="T36" fmla="*/ 161 w 321"/>
              <a:gd name="T37" fmla="*/ 104 h 353"/>
              <a:gd name="T38" fmla="*/ 121 w 321"/>
              <a:gd name="T39" fmla="*/ 145 h 353"/>
              <a:gd name="T40" fmla="*/ 161 w 321"/>
              <a:gd name="T41" fmla="*/ 185 h 353"/>
              <a:gd name="T42" fmla="*/ 161 w 321"/>
              <a:gd name="T43" fmla="*/ 120 h 353"/>
              <a:gd name="T44" fmla="*/ 185 w 321"/>
              <a:gd name="T45" fmla="*/ 145 h 353"/>
              <a:gd name="T46" fmla="*/ 161 w 321"/>
              <a:gd name="T47" fmla="*/ 169 h 353"/>
              <a:gd name="T48" fmla="*/ 137 w 321"/>
              <a:gd name="T49" fmla="*/ 145 h 353"/>
              <a:gd name="T50" fmla="*/ 161 w 321"/>
              <a:gd name="T51" fmla="*/ 120 h 353"/>
              <a:gd name="T52" fmla="*/ 161 w 321"/>
              <a:gd name="T53" fmla="*/ 0 h 353"/>
              <a:gd name="T54" fmla="*/ 0 w 321"/>
              <a:gd name="T55" fmla="*/ 161 h 353"/>
              <a:gd name="T56" fmla="*/ 104 w 321"/>
              <a:gd name="T57" fmla="*/ 310 h 353"/>
              <a:gd name="T58" fmla="*/ 100 w 321"/>
              <a:gd name="T59" fmla="*/ 292 h 353"/>
              <a:gd name="T60" fmla="*/ 16 w 321"/>
              <a:gd name="T61" fmla="*/ 161 h 353"/>
              <a:gd name="T62" fmla="*/ 161 w 321"/>
              <a:gd name="T63" fmla="*/ 16 h 353"/>
              <a:gd name="T64" fmla="*/ 305 w 321"/>
              <a:gd name="T65" fmla="*/ 161 h 353"/>
              <a:gd name="T66" fmla="*/ 221 w 321"/>
              <a:gd name="T67" fmla="*/ 292 h 353"/>
              <a:gd name="T68" fmla="*/ 218 w 321"/>
              <a:gd name="T69" fmla="*/ 310 h 353"/>
              <a:gd name="T70" fmla="*/ 321 w 321"/>
              <a:gd name="T71" fmla="*/ 161 h 353"/>
              <a:gd name="T72" fmla="*/ 161 w 321"/>
              <a:gd name="T73" fmla="*/ 0 h 353"/>
              <a:gd name="T74" fmla="*/ 212 w 321"/>
              <a:gd name="T75" fmla="*/ 206 h 353"/>
              <a:gd name="T76" fmla="*/ 220 w 321"/>
              <a:gd name="T77" fmla="*/ 221 h 353"/>
              <a:gd name="T78" fmla="*/ 257 w 321"/>
              <a:gd name="T79" fmla="*/ 145 h 353"/>
              <a:gd name="T80" fmla="*/ 161 w 321"/>
              <a:gd name="T81" fmla="*/ 48 h 353"/>
              <a:gd name="T82" fmla="*/ 65 w 321"/>
              <a:gd name="T83" fmla="*/ 145 h 353"/>
              <a:gd name="T84" fmla="*/ 101 w 321"/>
              <a:gd name="T85" fmla="*/ 220 h 353"/>
              <a:gd name="T86" fmla="*/ 109 w 321"/>
              <a:gd name="T87" fmla="*/ 206 h 353"/>
              <a:gd name="T88" fmla="*/ 81 w 321"/>
              <a:gd name="T89" fmla="*/ 145 h 353"/>
              <a:gd name="T90" fmla="*/ 161 w 321"/>
              <a:gd name="T91" fmla="*/ 64 h 353"/>
              <a:gd name="T92" fmla="*/ 241 w 321"/>
              <a:gd name="T93" fmla="*/ 145 h 353"/>
              <a:gd name="T94" fmla="*/ 212 w 321"/>
              <a:gd name="T95" fmla="*/ 206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21" h="353">
                <a:moveTo>
                  <a:pt x="161" y="201"/>
                </a:moveTo>
                <a:cubicBezTo>
                  <a:pt x="121" y="201"/>
                  <a:pt x="113" y="225"/>
                  <a:pt x="113" y="249"/>
                </a:cubicBezTo>
                <a:cubicBezTo>
                  <a:pt x="113" y="273"/>
                  <a:pt x="121" y="321"/>
                  <a:pt x="129" y="337"/>
                </a:cubicBezTo>
                <a:cubicBezTo>
                  <a:pt x="137" y="353"/>
                  <a:pt x="145" y="353"/>
                  <a:pt x="145" y="353"/>
                </a:cubicBezTo>
                <a:cubicBezTo>
                  <a:pt x="177" y="353"/>
                  <a:pt x="177" y="353"/>
                  <a:pt x="177" y="353"/>
                </a:cubicBezTo>
                <a:cubicBezTo>
                  <a:pt x="177" y="353"/>
                  <a:pt x="185" y="353"/>
                  <a:pt x="193" y="337"/>
                </a:cubicBezTo>
                <a:cubicBezTo>
                  <a:pt x="201" y="321"/>
                  <a:pt x="209" y="273"/>
                  <a:pt x="209" y="249"/>
                </a:cubicBezTo>
                <a:cubicBezTo>
                  <a:pt x="209" y="225"/>
                  <a:pt x="201" y="201"/>
                  <a:pt x="161" y="201"/>
                </a:cubicBezTo>
                <a:moveTo>
                  <a:pt x="179" y="330"/>
                </a:moveTo>
                <a:cubicBezTo>
                  <a:pt x="177" y="334"/>
                  <a:pt x="175" y="336"/>
                  <a:pt x="174" y="337"/>
                </a:cubicBezTo>
                <a:cubicBezTo>
                  <a:pt x="148" y="337"/>
                  <a:pt x="148" y="337"/>
                  <a:pt x="148" y="337"/>
                </a:cubicBezTo>
                <a:cubicBezTo>
                  <a:pt x="147" y="336"/>
                  <a:pt x="145" y="334"/>
                  <a:pt x="143" y="330"/>
                </a:cubicBezTo>
                <a:cubicBezTo>
                  <a:pt x="137" y="317"/>
                  <a:pt x="129" y="272"/>
                  <a:pt x="129" y="249"/>
                </a:cubicBezTo>
                <a:cubicBezTo>
                  <a:pt x="129" y="225"/>
                  <a:pt x="137" y="217"/>
                  <a:pt x="161" y="217"/>
                </a:cubicBezTo>
                <a:cubicBezTo>
                  <a:pt x="185" y="217"/>
                  <a:pt x="193" y="225"/>
                  <a:pt x="193" y="249"/>
                </a:cubicBezTo>
                <a:cubicBezTo>
                  <a:pt x="193" y="272"/>
                  <a:pt x="185" y="317"/>
                  <a:pt x="179" y="330"/>
                </a:cubicBezTo>
                <a:moveTo>
                  <a:pt x="161" y="185"/>
                </a:moveTo>
                <a:cubicBezTo>
                  <a:pt x="183" y="185"/>
                  <a:pt x="201" y="167"/>
                  <a:pt x="201" y="145"/>
                </a:cubicBezTo>
                <a:cubicBezTo>
                  <a:pt x="201" y="122"/>
                  <a:pt x="183" y="104"/>
                  <a:pt x="161" y="104"/>
                </a:cubicBezTo>
                <a:cubicBezTo>
                  <a:pt x="139" y="104"/>
                  <a:pt x="121" y="122"/>
                  <a:pt x="121" y="145"/>
                </a:cubicBezTo>
                <a:cubicBezTo>
                  <a:pt x="121" y="167"/>
                  <a:pt x="139" y="185"/>
                  <a:pt x="161" y="185"/>
                </a:cubicBezTo>
                <a:moveTo>
                  <a:pt x="161" y="120"/>
                </a:moveTo>
                <a:cubicBezTo>
                  <a:pt x="174" y="120"/>
                  <a:pt x="185" y="131"/>
                  <a:pt x="185" y="145"/>
                </a:cubicBezTo>
                <a:cubicBezTo>
                  <a:pt x="185" y="158"/>
                  <a:pt x="174" y="169"/>
                  <a:pt x="161" y="169"/>
                </a:cubicBezTo>
                <a:cubicBezTo>
                  <a:pt x="148" y="169"/>
                  <a:pt x="137" y="158"/>
                  <a:pt x="137" y="145"/>
                </a:cubicBezTo>
                <a:cubicBezTo>
                  <a:pt x="137" y="131"/>
                  <a:pt x="148" y="120"/>
                  <a:pt x="161" y="120"/>
                </a:cubicBezTo>
                <a:moveTo>
                  <a:pt x="161" y="0"/>
                </a:moveTo>
                <a:cubicBezTo>
                  <a:pt x="72" y="0"/>
                  <a:pt x="0" y="72"/>
                  <a:pt x="0" y="161"/>
                </a:cubicBezTo>
                <a:cubicBezTo>
                  <a:pt x="0" y="229"/>
                  <a:pt x="43" y="287"/>
                  <a:pt x="104" y="310"/>
                </a:cubicBezTo>
                <a:cubicBezTo>
                  <a:pt x="102" y="304"/>
                  <a:pt x="101" y="298"/>
                  <a:pt x="100" y="292"/>
                </a:cubicBezTo>
                <a:cubicBezTo>
                  <a:pt x="51" y="269"/>
                  <a:pt x="16" y="219"/>
                  <a:pt x="16" y="161"/>
                </a:cubicBezTo>
                <a:cubicBezTo>
                  <a:pt x="16" y="81"/>
                  <a:pt x="81" y="16"/>
                  <a:pt x="161" y="16"/>
                </a:cubicBezTo>
                <a:cubicBezTo>
                  <a:pt x="241" y="16"/>
                  <a:pt x="305" y="81"/>
                  <a:pt x="305" y="161"/>
                </a:cubicBezTo>
                <a:cubicBezTo>
                  <a:pt x="305" y="219"/>
                  <a:pt x="271" y="269"/>
                  <a:pt x="221" y="292"/>
                </a:cubicBezTo>
                <a:cubicBezTo>
                  <a:pt x="220" y="298"/>
                  <a:pt x="219" y="304"/>
                  <a:pt x="218" y="310"/>
                </a:cubicBezTo>
                <a:cubicBezTo>
                  <a:pt x="279" y="287"/>
                  <a:pt x="321" y="229"/>
                  <a:pt x="321" y="161"/>
                </a:cubicBezTo>
                <a:cubicBezTo>
                  <a:pt x="321" y="72"/>
                  <a:pt x="250" y="0"/>
                  <a:pt x="161" y="0"/>
                </a:cubicBezTo>
                <a:moveTo>
                  <a:pt x="212" y="206"/>
                </a:moveTo>
                <a:cubicBezTo>
                  <a:pt x="215" y="211"/>
                  <a:pt x="218" y="215"/>
                  <a:pt x="220" y="221"/>
                </a:cubicBezTo>
                <a:cubicBezTo>
                  <a:pt x="243" y="203"/>
                  <a:pt x="257" y="175"/>
                  <a:pt x="257" y="145"/>
                </a:cubicBezTo>
                <a:cubicBezTo>
                  <a:pt x="257" y="91"/>
                  <a:pt x="214" y="48"/>
                  <a:pt x="161" y="48"/>
                </a:cubicBezTo>
                <a:cubicBezTo>
                  <a:pt x="108" y="48"/>
                  <a:pt x="65" y="91"/>
                  <a:pt x="65" y="145"/>
                </a:cubicBezTo>
                <a:cubicBezTo>
                  <a:pt x="65" y="175"/>
                  <a:pt x="79" y="203"/>
                  <a:pt x="101" y="220"/>
                </a:cubicBezTo>
                <a:cubicBezTo>
                  <a:pt x="103" y="215"/>
                  <a:pt x="106" y="210"/>
                  <a:pt x="109" y="206"/>
                </a:cubicBezTo>
                <a:cubicBezTo>
                  <a:pt x="92" y="191"/>
                  <a:pt x="81" y="169"/>
                  <a:pt x="81" y="145"/>
                </a:cubicBezTo>
                <a:cubicBezTo>
                  <a:pt x="81" y="100"/>
                  <a:pt x="117" y="64"/>
                  <a:pt x="161" y="64"/>
                </a:cubicBezTo>
                <a:cubicBezTo>
                  <a:pt x="205" y="64"/>
                  <a:pt x="241" y="100"/>
                  <a:pt x="241" y="145"/>
                </a:cubicBezTo>
                <a:cubicBezTo>
                  <a:pt x="241" y="169"/>
                  <a:pt x="230" y="192"/>
                  <a:pt x="212" y="206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7" name="Freeform 47"/>
          <p:cNvSpPr>
            <a:spLocks noEditPoints="1"/>
          </p:cNvSpPr>
          <p:nvPr/>
        </p:nvSpPr>
        <p:spPr bwMode="auto">
          <a:xfrm>
            <a:off x="3100918" y="5350935"/>
            <a:ext cx="472017" cy="577851"/>
          </a:xfrm>
          <a:custGeom>
            <a:avLst/>
            <a:gdLst>
              <a:gd name="T0" fmla="*/ 144 w 289"/>
              <a:gd name="T1" fmla="*/ 193 h 353"/>
              <a:gd name="T2" fmla="*/ 96 w 289"/>
              <a:gd name="T3" fmla="*/ 241 h 353"/>
              <a:gd name="T4" fmla="*/ 112 w 289"/>
              <a:gd name="T5" fmla="*/ 337 h 353"/>
              <a:gd name="T6" fmla="*/ 128 w 289"/>
              <a:gd name="T7" fmla="*/ 353 h 353"/>
              <a:gd name="T8" fmla="*/ 160 w 289"/>
              <a:gd name="T9" fmla="*/ 353 h 353"/>
              <a:gd name="T10" fmla="*/ 176 w 289"/>
              <a:gd name="T11" fmla="*/ 337 h 353"/>
              <a:gd name="T12" fmla="*/ 192 w 289"/>
              <a:gd name="T13" fmla="*/ 241 h 353"/>
              <a:gd name="T14" fmla="*/ 144 w 289"/>
              <a:gd name="T15" fmla="*/ 193 h 353"/>
              <a:gd name="T16" fmla="*/ 162 w 289"/>
              <a:gd name="T17" fmla="*/ 330 h 353"/>
              <a:gd name="T18" fmla="*/ 157 w 289"/>
              <a:gd name="T19" fmla="*/ 337 h 353"/>
              <a:gd name="T20" fmla="*/ 131 w 289"/>
              <a:gd name="T21" fmla="*/ 337 h 353"/>
              <a:gd name="T22" fmla="*/ 126 w 289"/>
              <a:gd name="T23" fmla="*/ 330 h 353"/>
              <a:gd name="T24" fmla="*/ 112 w 289"/>
              <a:gd name="T25" fmla="*/ 241 h 353"/>
              <a:gd name="T26" fmla="*/ 144 w 289"/>
              <a:gd name="T27" fmla="*/ 209 h 353"/>
              <a:gd name="T28" fmla="*/ 176 w 289"/>
              <a:gd name="T29" fmla="*/ 241 h 353"/>
              <a:gd name="T30" fmla="*/ 162 w 289"/>
              <a:gd name="T31" fmla="*/ 330 h 353"/>
              <a:gd name="T32" fmla="*/ 144 w 289"/>
              <a:gd name="T33" fmla="*/ 0 h 353"/>
              <a:gd name="T34" fmla="*/ 0 w 289"/>
              <a:gd name="T35" fmla="*/ 145 h 353"/>
              <a:gd name="T36" fmla="*/ 82 w 289"/>
              <a:gd name="T37" fmla="*/ 275 h 353"/>
              <a:gd name="T38" fmla="*/ 81 w 289"/>
              <a:gd name="T39" fmla="*/ 256 h 353"/>
              <a:gd name="T40" fmla="*/ 16 w 289"/>
              <a:gd name="T41" fmla="*/ 145 h 353"/>
              <a:gd name="T42" fmla="*/ 144 w 289"/>
              <a:gd name="T43" fmla="*/ 16 h 353"/>
              <a:gd name="T44" fmla="*/ 273 w 289"/>
              <a:gd name="T45" fmla="*/ 145 h 353"/>
              <a:gd name="T46" fmla="*/ 208 w 289"/>
              <a:gd name="T47" fmla="*/ 256 h 353"/>
              <a:gd name="T48" fmla="*/ 206 w 289"/>
              <a:gd name="T49" fmla="*/ 275 h 353"/>
              <a:gd name="T50" fmla="*/ 289 w 289"/>
              <a:gd name="T51" fmla="*/ 145 h 353"/>
              <a:gd name="T52" fmla="*/ 144 w 289"/>
              <a:gd name="T53" fmla="*/ 0 h 353"/>
              <a:gd name="T54" fmla="*/ 232 w 289"/>
              <a:gd name="T55" fmla="*/ 145 h 353"/>
              <a:gd name="T56" fmla="*/ 144 w 289"/>
              <a:gd name="T57" fmla="*/ 56 h 353"/>
              <a:gd name="T58" fmla="*/ 56 w 289"/>
              <a:gd name="T59" fmla="*/ 145 h 353"/>
              <a:gd name="T60" fmla="*/ 85 w 289"/>
              <a:gd name="T61" fmla="*/ 210 h 353"/>
              <a:gd name="T62" fmla="*/ 94 w 289"/>
              <a:gd name="T63" fmla="*/ 196 h 353"/>
              <a:gd name="T64" fmla="*/ 72 w 289"/>
              <a:gd name="T65" fmla="*/ 145 h 353"/>
              <a:gd name="T66" fmla="*/ 144 w 289"/>
              <a:gd name="T67" fmla="*/ 72 h 353"/>
              <a:gd name="T68" fmla="*/ 216 w 289"/>
              <a:gd name="T69" fmla="*/ 145 h 353"/>
              <a:gd name="T70" fmla="*/ 194 w 289"/>
              <a:gd name="T71" fmla="*/ 197 h 353"/>
              <a:gd name="T72" fmla="*/ 202 w 289"/>
              <a:gd name="T73" fmla="*/ 211 h 353"/>
              <a:gd name="T74" fmla="*/ 232 w 289"/>
              <a:gd name="T75" fmla="*/ 145 h 353"/>
              <a:gd name="T76" fmla="*/ 176 w 289"/>
              <a:gd name="T77" fmla="*/ 145 h 353"/>
              <a:gd name="T78" fmla="*/ 144 w 289"/>
              <a:gd name="T79" fmla="*/ 112 h 353"/>
              <a:gd name="T80" fmla="*/ 112 w 289"/>
              <a:gd name="T81" fmla="*/ 145 h 353"/>
              <a:gd name="T82" fmla="*/ 144 w 289"/>
              <a:gd name="T83" fmla="*/ 177 h 353"/>
              <a:gd name="T84" fmla="*/ 176 w 289"/>
              <a:gd name="T85" fmla="*/ 145 h 353"/>
              <a:gd name="T86" fmla="*/ 128 w 289"/>
              <a:gd name="T87" fmla="*/ 145 h 353"/>
              <a:gd name="T88" fmla="*/ 144 w 289"/>
              <a:gd name="T89" fmla="*/ 128 h 353"/>
              <a:gd name="T90" fmla="*/ 160 w 289"/>
              <a:gd name="T91" fmla="*/ 145 h 353"/>
              <a:gd name="T92" fmla="*/ 144 w 289"/>
              <a:gd name="T93" fmla="*/ 161 h 353"/>
              <a:gd name="T94" fmla="*/ 128 w 289"/>
              <a:gd name="T95" fmla="*/ 145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289" h="353">
                <a:moveTo>
                  <a:pt x="144" y="193"/>
                </a:moveTo>
                <a:cubicBezTo>
                  <a:pt x="104" y="193"/>
                  <a:pt x="96" y="217"/>
                  <a:pt x="96" y="241"/>
                </a:cubicBezTo>
                <a:cubicBezTo>
                  <a:pt x="96" y="265"/>
                  <a:pt x="104" y="321"/>
                  <a:pt x="112" y="337"/>
                </a:cubicBezTo>
                <a:cubicBezTo>
                  <a:pt x="120" y="353"/>
                  <a:pt x="128" y="353"/>
                  <a:pt x="128" y="353"/>
                </a:cubicBezTo>
                <a:cubicBezTo>
                  <a:pt x="160" y="353"/>
                  <a:pt x="160" y="353"/>
                  <a:pt x="160" y="353"/>
                </a:cubicBezTo>
                <a:cubicBezTo>
                  <a:pt x="160" y="353"/>
                  <a:pt x="168" y="353"/>
                  <a:pt x="176" y="337"/>
                </a:cubicBezTo>
                <a:cubicBezTo>
                  <a:pt x="184" y="321"/>
                  <a:pt x="192" y="265"/>
                  <a:pt x="192" y="241"/>
                </a:cubicBezTo>
                <a:cubicBezTo>
                  <a:pt x="192" y="217"/>
                  <a:pt x="184" y="193"/>
                  <a:pt x="144" y="193"/>
                </a:cubicBezTo>
                <a:moveTo>
                  <a:pt x="162" y="330"/>
                </a:moveTo>
                <a:cubicBezTo>
                  <a:pt x="160" y="334"/>
                  <a:pt x="158" y="336"/>
                  <a:pt x="157" y="337"/>
                </a:cubicBezTo>
                <a:cubicBezTo>
                  <a:pt x="131" y="337"/>
                  <a:pt x="131" y="337"/>
                  <a:pt x="131" y="337"/>
                </a:cubicBezTo>
                <a:cubicBezTo>
                  <a:pt x="130" y="336"/>
                  <a:pt x="128" y="334"/>
                  <a:pt x="126" y="330"/>
                </a:cubicBezTo>
                <a:cubicBezTo>
                  <a:pt x="121" y="318"/>
                  <a:pt x="112" y="266"/>
                  <a:pt x="112" y="241"/>
                </a:cubicBezTo>
                <a:cubicBezTo>
                  <a:pt x="112" y="217"/>
                  <a:pt x="120" y="209"/>
                  <a:pt x="144" y="209"/>
                </a:cubicBezTo>
                <a:cubicBezTo>
                  <a:pt x="168" y="209"/>
                  <a:pt x="176" y="217"/>
                  <a:pt x="176" y="241"/>
                </a:cubicBezTo>
                <a:cubicBezTo>
                  <a:pt x="176" y="266"/>
                  <a:pt x="168" y="318"/>
                  <a:pt x="162" y="330"/>
                </a:cubicBezTo>
                <a:moveTo>
                  <a:pt x="144" y="0"/>
                </a:moveTo>
                <a:cubicBezTo>
                  <a:pt x="64" y="0"/>
                  <a:pt x="0" y="65"/>
                  <a:pt x="0" y="145"/>
                </a:cubicBezTo>
                <a:cubicBezTo>
                  <a:pt x="0" y="202"/>
                  <a:pt x="34" y="252"/>
                  <a:pt x="82" y="275"/>
                </a:cubicBezTo>
                <a:cubicBezTo>
                  <a:pt x="82" y="268"/>
                  <a:pt x="81" y="262"/>
                  <a:pt x="81" y="256"/>
                </a:cubicBezTo>
                <a:cubicBezTo>
                  <a:pt x="42" y="234"/>
                  <a:pt x="16" y="192"/>
                  <a:pt x="16" y="145"/>
                </a:cubicBezTo>
                <a:cubicBezTo>
                  <a:pt x="16" y="74"/>
                  <a:pt x="73" y="16"/>
                  <a:pt x="144" y="16"/>
                </a:cubicBezTo>
                <a:cubicBezTo>
                  <a:pt x="215" y="16"/>
                  <a:pt x="273" y="74"/>
                  <a:pt x="273" y="145"/>
                </a:cubicBezTo>
                <a:cubicBezTo>
                  <a:pt x="273" y="192"/>
                  <a:pt x="247" y="234"/>
                  <a:pt x="208" y="256"/>
                </a:cubicBezTo>
                <a:cubicBezTo>
                  <a:pt x="207" y="262"/>
                  <a:pt x="207" y="268"/>
                  <a:pt x="206" y="275"/>
                </a:cubicBezTo>
                <a:cubicBezTo>
                  <a:pt x="255" y="252"/>
                  <a:pt x="289" y="202"/>
                  <a:pt x="289" y="145"/>
                </a:cubicBezTo>
                <a:cubicBezTo>
                  <a:pt x="289" y="65"/>
                  <a:pt x="224" y="0"/>
                  <a:pt x="144" y="0"/>
                </a:cubicBezTo>
                <a:moveTo>
                  <a:pt x="232" y="145"/>
                </a:moveTo>
                <a:cubicBezTo>
                  <a:pt x="232" y="96"/>
                  <a:pt x="193" y="56"/>
                  <a:pt x="144" y="56"/>
                </a:cubicBezTo>
                <a:cubicBezTo>
                  <a:pt x="95" y="56"/>
                  <a:pt x="56" y="96"/>
                  <a:pt x="56" y="145"/>
                </a:cubicBezTo>
                <a:cubicBezTo>
                  <a:pt x="56" y="171"/>
                  <a:pt x="67" y="194"/>
                  <a:pt x="85" y="210"/>
                </a:cubicBezTo>
                <a:cubicBezTo>
                  <a:pt x="88" y="205"/>
                  <a:pt x="90" y="200"/>
                  <a:pt x="94" y="196"/>
                </a:cubicBezTo>
                <a:cubicBezTo>
                  <a:pt x="80" y="183"/>
                  <a:pt x="72" y="165"/>
                  <a:pt x="72" y="145"/>
                </a:cubicBezTo>
                <a:cubicBezTo>
                  <a:pt x="72" y="105"/>
                  <a:pt x="104" y="72"/>
                  <a:pt x="144" y="72"/>
                </a:cubicBezTo>
                <a:cubicBezTo>
                  <a:pt x="184" y="72"/>
                  <a:pt x="216" y="105"/>
                  <a:pt x="216" y="145"/>
                </a:cubicBezTo>
                <a:cubicBezTo>
                  <a:pt x="216" y="165"/>
                  <a:pt x="208" y="184"/>
                  <a:pt x="194" y="197"/>
                </a:cubicBezTo>
                <a:cubicBezTo>
                  <a:pt x="197" y="201"/>
                  <a:pt x="200" y="206"/>
                  <a:pt x="202" y="211"/>
                </a:cubicBezTo>
                <a:cubicBezTo>
                  <a:pt x="221" y="195"/>
                  <a:pt x="232" y="171"/>
                  <a:pt x="232" y="145"/>
                </a:cubicBezTo>
                <a:moveTo>
                  <a:pt x="176" y="145"/>
                </a:moveTo>
                <a:cubicBezTo>
                  <a:pt x="176" y="127"/>
                  <a:pt x="162" y="112"/>
                  <a:pt x="144" y="112"/>
                </a:cubicBezTo>
                <a:cubicBezTo>
                  <a:pt x="126" y="112"/>
                  <a:pt x="112" y="127"/>
                  <a:pt x="112" y="145"/>
                </a:cubicBezTo>
                <a:cubicBezTo>
                  <a:pt x="112" y="162"/>
                  <a:pt x="126" y="177"/>
                  <a:pt x="144" y="177"/>
                </a:cubicBezTo>
                <a:cubicBezTo>
                  <a:pt x="162" y="177"/>
                  <a:pt x="176" y="162"/>
                  <a:pt x="176" y="145"/>
                </a:cubicBezTo>
                <a:moveTo>
                  <a:pt x="128" y="145"/>
                </a:moveTo>
                <a:cubicBezTo>
                  <a:pt x="128" y="136"/>
                  <a:pt x="135" y="128"/>
                  <a:pt x="144" y="128"/>
                </a:cubicBezTo>
                <a:cubicBezTo>
                  <a:pt x="153" y="128"/>
                  <a:pt x="160" y="136"/>
                  <a:pt x="160" y="145"/>
                </a:cubicBezTo>
                <a:cubicBezTo>
                  <a:pt x="160" y="153"/>
                  <a:pt x="153" y="161"/>
                  <a:pt x="144" y="161"/>
                </a:cubicBezTo>
                <a:cubicBezTo>
                  <a:pt x="135" y="161"/>
                  <a:pt x="128" y="153"/>
                  <a:pt x="128" y="145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8" name="Freeform 48"/>
          <p:cNvSpPr>
            <a:spLocks noEditPoints="1"/>
          </p:cNvSpPr>
          <p:nvPr/>
        </p:nvSpPr>
        <p:spPr bwMode="auto">
          <a:xfrm>
            <a:off x="4150785" y="5350935"/>
            <a:ext cx="579967" cy="577851"/>
          </a:xfrm>
          <a:custGeom>
            <a:avLst/>
            <a:gdLst>
              <a:gd name="T0" fmla="*/ 313 w 353"/>
              <a:gd name="T1" fmla="*/ 0 h 353"/>
              <a:gd name="T2" fmla="*/ 273 w 353"/>
              <a:gd name="T3" fmla="*/ 40 h 353"/>
              <a:gd name="T4" fmla="*/ 305 w 353"/>
              <a:gd name="T5" fmla="*/ 79 h 353"/>
              <a:gd name="T6" fmla="*/ 305 w 353"/>
              <a:gd name="T7" fmla="*/ 169 h 353"/>
              <a:gd name="T8" fmla="*/ 216 w 353"/>
              <a:gd name="T9" fmla="*/ 169 h 353"/>
              <a:gd name="T10" fmla="*/ 177 w 353"/>
              <a:gd name="T11" fmla="*/ 137 h 353"/>
              <a:gd name="T12" fmla="*/ 137 w 353"/>
              <a:gd name="T13" fmla="*/ 169 h 353"/>
              <a:gd name="T14" fmla="*/ 40 w 353"/>
              <a:gd name="T15" fmla="*/ 169 h 353"/>
              <a:gd name="T16" fmla="*/ 32 w 353"/>
              <a:gd name="T17" fmla="*/ 177 h 353"/>
              <a:gd name="T18" fmla="*/ 32 w 353"/>
              <a:gd name="T19" fmla="*/ 274 h 353"/>
              <a:gd name="T20" fmla="*/ 0 w 353"/>
              <a:gd name="T21" fmla="*/ 313 h 353"/>
              <a:gd name="T22" fmla="*/ 40 w 353"/>
              <a:gd name="T23" fmla="*/ 353 h 353"/>
              <a:gd name="T24" fmla="*/ 80 w 353"/>
              <a:gd name="T25" fmla="*/ 313 h 353"/>
              <a:gd name="T26" fmla="*/ 48 w 353"/>
              <a:gd name="T27" fmla="*/ 274 h 353"/>
              <a:gd name="T28" fmla="*/ 48 w 353"/>
              <a:gd name="T29" fmla="*/ 185 h 353"/>
              <a:gd name="T30" fmla="*/ 137 w 353"/>
              <a:gd name="T31" fmla="*/ 185 h 353"/>
              <a:gd name="T32" fmla="*/ 177 w 353"/>
              <a:gd name="T33" fmla="*/ 217 h 353"/>
              <a:gd name="T34" fmla="*/ 216 w 353"/>
              <a:gd name="T35" fmla="*/ 185 h 353"/>
              <a:gd name="T36" fmla="*/ 313 w 353"/>
              <a:gd name="T37" fmla="*/ 185 h 353"/>
              <a:gd name="T38" fmla="*/ 321 w 353"/>
              <a:gd name="T39" fmla="*/ 177 h 353"/>
              <a:gd name="T40" fmla="*/ 321 w 353"/>
              <a:gd name="T41" fmla="*/ 79 h 353"/>
              <a:gd name="T42" fmla="*/ 353 w 353"/>
              <a:gd name="T43" fmla="*/ 40 h 353"/>
              <a:gd name="T44" fmla="*/ 313 w 353"/>
              <a:gd name="T45" fmla="*/ 0 h 353"/>
              <a:gd name="T46" fmla="*/ 64 w 353"/>
              <a:gd name="T47" fmla="*/ 313 h 353"/>
              <a:gd name="T48" fmla="*/ 40 w 353"/>
              <a:gd name="T49" fmla="*/ 337 h 353"/>
              <a:gd name="T50" fmla="*/ 16 w 353"/>
              <a:gd name="T51" fmla="*/ 313 h 353"/>
              <a:gd name="T52" fmla="*/ 40 w 353"/>
              <a:gd name="T53" fmla="*/ 289 h 353"/>
              <a:gd name="T54" fmla="*/ 64 w 353"/>
              <a:gd name="T55" fmla="*/ 313 h 353"/>
              <a:gd name="T56" fmla="*/ 177 w 353"/>
              <a:gd name="T57" fmla="*/ 201 h 353"/>
              <a:gd name="T58" fmla="*/ 152 w 353"/>
              <a:gd name="T59" fmla="*/ 177 h 353"/>
              <a:gd name="T60" fmla="*/ 177 w 353"/>
              <a:gd name="T61" fmla="*/ 152 h 353"/>
              <a:gd name="T62" fmla="*/ 201 w 353"/>
              <a:gd name="T63" fmla="*/ 177 h 353"/>
              <a:gd name="T64" fmla="*/ 177 w 353"/>
              <a:gd name="T65" fmla="*/ 201 h 353"/>
              <a:gd name="T66" fmla="*/ 313 w 353"/>
              <a:gd name="T67" fmla="*/ 64 h 353"/>
              <a:gd name="T68" fmla="*/ 289 w 353"/>
              <a:gd name="T69" fmla="*/ 40 h 353"/>
              <a:gd name="T70" fmla="*/ 313 w 353"/>
              <a:gd name="T71" fmla="*/ 16 h 353"/>
              <a:gd name="T72" fmla="*/ 337 w 353"/>
              <a:gd name="T73" fmla="*/ 40 h 353"/>
              <a:gd name="T74" fmla="*/ 313 w 353"/>
              <a:gd name="T75" fmla="*/ 64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353" h="353">
                <a:moveTo>
                  <a:pt x="313" y="0"/>
                </a:moveTo>
                <a:cubicBezTo>
                  <a:pt x="291" y="0"/>
                  <a:pt x="273" y="18"/>
                  <a:pt x="273" y="40"/>
                </a:cubicBezTo>
                <a:cubicBezTo>
                  <a:pt x="273" y="60"/>
                  <a:pt x="287" y="76"/>
                  <a:pt x="305" y="79"/>
                </a:cubicBezTo>
                <a:cubicBezTo>
                  <a:pt x="305" y="169"/>
                  <a:pt x="305" y="169"/>
                  <a:pt x="305" y="169"/>
                </a:cubicBezTo>
                <a:cubicBezTo>
                  <a:pt x="216" y="169"/>
                  <a:pt x="216" y="169"/>
                  <a:pt x="216" y="169"/>
                </a:cubicBezTo>
                <a:cubicBezTo>
                  <a:pt x="212" y="150"/>
                  <a:pt x="196" y="137"/>
                  <a:pt x="177" y="137"/>
                </a:cubicBezTo>
                <a:cubicBezTo>
                  <a:pt x="157" y="137"/>
                  <a:pt x="141" y="150"/>
                  <a:pt x="137" y="169"/>
                </a:cubicBezTo>
                <a:cubicBezTo>
                  <a:pt x="40" y="169"/>
                  <a:pt x="40" y="169"/>
                  <a:pt x="40" y="169"/>
                </a:cubicBezTo>
                <a:cubicBezTo>
                  <a:pt x="36" y="169"/>
                  <a:pt x="32" y="172"/>
                  <a:pt x="32" y="177"/>
                </a:cubicBezTo>
                <a:cubicBezTo>
                  <a:pt x="32" y="274"/>
                  <a:pt x="32" y="274"/>
                  <a:pt x="32" y="274"/>
                </a:cubicBezTo>
                <a:cubicBezTo>
                  <a:pt x="14" y="278"/>
                  <a:pt x="0" y="294"/>
                  <a:pt x="0" y="313"/>
                </a:cubicBezTo>
                <a:cubicBezTo>
                  <a:pt x="0" y="335"/>
                  <a:pt x="18" y="353"/>
                  <a:pt x="40" y="353"/>
                </a:cubicBezTo>
                <a:cubicBezTo>
                  <a:pt x="62" y="353"/>
                  <a:pt x="80" y="335"/>
                  <a:pt x="80" y="313"/>
                </a:cubicBezTo>
                <a:cubicBezTo>
                  <a:pt x="80" y="294"/>
                  <a:pt x="66" y="278"/>
                  <a:pt x="48" y="274"/>
                </a:cubicBezTo>
                <a:cubicBezTo>
                  <a:pt x="48" y="185"/>
                  <a:pt x="48" y="185"/>
                  <a:pt x="48" y="185"/>
                </a:cubicBezTo>
                <a:cubicBezTo>
                  <a:pt x="137" y="185"/>
                  <a:pt x="137" y="185"/>
                  <a:pt x="137" y="185"/>
                </a:cubicBezTo>
                <a:cubicBezTo>
                  <a:pt x="141" y="203"/>
                  <a:pt x="157" y="217"/>
                  <a:pt x="177" y="217"/>
                </a:cubicBezTo>
                <a:cubicBezTo>
                  <a:pt x="196" y="217"/>
                  <a:pt x="212" y="203"/>
                  <a:pt x="216" y="185"/>
                </a:cubicBezTo>
                <a:cubicBezTo>
                  <a:pt x="313" y="185"/>
                  <a:pt x="313" y="185"/>
                  <a:pt x="313" y="185"/>
                </a:cubicBezTo>
                <a:cubicBezTo>
                  <a:pt x="317" y="185"/>
                  <a:pt x="321" y="181"/>
                  <a:pt x="321" y="177"/>
                </a:cubicBezTo>
                <a:cubicBezTo>
                  <a:pt x="321" y="79"/>
                  <a:pt x="321" y="79"/>
                  <a:pt x="321" y="79"/>
                </a:cubicBezTo>
                <a:cubicBezTo>
                  <a:pt x="339" y="76"/>
                  <a:pt x="353" y="60"/>
                  <a:pt x="353" y="40"/>
                </a:cubicBezTo>
                <a:cubicBezTo>
                  <a:pt x="353" y="18"/>
                  <a:pt x="335" y="0"/>
                  <a:pt x="313" y="0"/>
                </a:cubicBezTo>
                <a:moveTo>
                  <a:pt x="64" y="313"/>
                </a:moveTo>
                <a:cubicBezTo>
                  <a:pt x="64" y="326"/>
                  <a:pt x="53" y="337"/>
                  <a:pt x="40" y="337"/>
                </a:cubicBezTo>
                <a:cubicBezTo>
                  <a:pt x="27" y="337"/>
                  <a:pt x="16" y="326"/>
                  <a:pt x="16" y="313"/>
                </a:cubicBezTo>
                <a:cubicBezTo>
                  <a:pt x="16" y="300"/>
                  <a:pt x="27" y="289"/>
                  <a:pt x="40" y="289"/>
                </a:cubicBezTo>
                <a:cubicBezTo>
                  <a:pt x="53" y="289"/>
                  <a:pt x="64" y="300"/>
                  <a:pt x="64" y="313"/>
                </a:cubicBezTo>
                <a:moveTo>
                  <a:pt x="177" y="201"/>
                </a:moveTo>
                <a:cubicBezTo>
                  <a:pt x="163" y="201"/>
                  <a:pt x="152" y="190"/>
                  <a:pt x="152" y="177"/>
                </a:cubicBezTo>
                <a:cubicBezTo>
                  <a:pt x="152" y="163"/>
                  <a:pt x="163" y="152"/>
                  <a:pt x="177" y="152"/>
                </a:cubicBezTo>
                <a:cubicBezTo>
                  <a:pt x="190" y="152"/>
                  <a:pt x="201" y="163"/>
                  <a:pt x="201" y="177"/>
                </a:cubicBezTo>
                <a:cubicBezTo>
                  <a:pt x="201" y="190"/>
                  <a:pt x="190" y="201"/>
                  <a:pt x="177" y="201"/>
                </a:cubicBezTo>
                <a:moveTo>
                  <a:pt x="313" y="64"/>
                </a:moveTo>
                <a:cubicBezTo>
                  <a:pt x="300" y="64"/>
                  <a:pt x="289" y="53"/>
                  <a:pt x="289" y="40"/>
                </a:cubicBezTo>
                <a:cubicBezTo>
                  <a:pt x="289" y="27"/>
                  <a:pt x="300" y="16"/>
                  <a:pt x="313" y="16"/>
                </a:cubicBezTo>
                <a:cubicBezTo>
                  <a:pt x="326" y="16"/>
                  <a:pt x="337" y="27"/>
                  <a:pt x="337" y="40"/>
                </a:cubicBezTo>
                <a:cubicBezTo>
                  <a:pt x="337" y="53"/>
                  <a:pt x="326" y="64"/>
                  <a:pt x="313" y="64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9" name="Freeform 49"/>
          <p:cNvSpPr>
            <a:spLocks noEditPoints="1"/>
          </p:cNvSpPr>
          <p:nvPr/>
        </p:nvSpPr>
        <p:spPr bwMode="auto">
          <a:xfrm>
            <a:off x="5281084" y="5350935"/>
            <a:ext cx="524933" cy="577851"/>
          </a:xfrm>
          <a:custGeom>
            <a:avLst/>
            <a:gdLst>
              <a:gd name="T0" fmla="*/ 281 w 321"/>
              <a:gd name="T1" fmla="*/ 273 h 353"/>
              <a:gd name="T2" fmla="*/ 251 w 321"/>
              <a:gd name="T3" fmla="*/ 287 h 353"/>
              <a:gd name="T4" fmla="*/ 78 w 321"/>
              <a:gd name="T5" fmla="*/ 189 h 353"/>
              <a:gd name="T6" fmla="*/ 81 w 321"/>
              <a:gd name="T7" fmla="*/ 177 h 353"/>
              <a:gd name="T8" fmla="*/ 78 w 321"/>
              <a:gd name="T9" fmla="*/ 164 h 353"/>
              <a:gd name="T10" fmla="*/ 251 w 321"/>
              <a:gd name="T11" fmla="*/ 66 h 353"/>
              <a:gd name="T12" fmla="*/ 281 w 321"/>
              <a:gd name="T13" fmla="*/ 80 h 353"/>
              <a:gd name="T14" fmla="*/ 321 w 321"/>
              <a:gd name="T15" fmla="*/ 40 h 353"/>
              <a:gd name="T16" fmla="*/ 281 w 321"/>
              <a:gd name="T17" fmla="*/ 0 h 353"/>
              <a:gd name="T18" fmla="*/ 241 w 321"/>
              <a:gd name="T19" fmla="*/ 40 h 353"/>
              <a:gd name="T20" fmla="*/ 243 w 321"/>
              <a:gd name="T21" fmla="*/ 52 h 353"/>
              <a:gd name="T22" fmla="*/ 70 w 321"/>
              <a:gd name="T23" fmla="*/ 150 h 353"/>
              <a:gd name="T24" fmla="*/ 40 w 321"/>
              <a:gd name="T25" fmla="*/ 137 h 353"/>
              <a:gd name="T26" fmla="*/ 0 w 321"/>
              <a:gd name="T27" fmla="*/ 177 h 353"/>
              <a:gd name="T28" fmla="*/ 40 w 321"/>
              <a:gd name="T29" fmla="*/ 217 h 353"/>
              <a:gd name="T30" fmla="*/ 70 w 321"/>
              <a:gd name="T31" fmla="*/ 203 h 353"/>
              <a:gd name="T32" fmla="*/ 243 w 321"/>
              <a:gd name="T33" fmla="*/ 301 h 353"/>
              <a:gd name="T34" fmla="*/ 241 w 321"/>
              <a:gd name="T35" fmla="*/ 313 h 353"/>
              <a:gd name="T36" fmla="*/ 281 w 321"/>
              <a:gd name="T37" fmla="*/ 353 h 353"/>
              <a:gd name="T38" fmla="*/ 321 w 321"/>
              <a:gd name="T39" fmla="*/ 313 h 353"/>
              <a:gd name="T40" fmla="*/ 281 w 321"/>
              <a:gd name="T41" fmla="*/ 273 h 353"/>
              <a:gd name="T42" fmla="*/ 281 w 321"/>
              <a:gd name="T43" fmla="*/ 16 h 353"/>
              <a:gd name="T44" fmla="*/ 305 w 321"/>
              <a:gd name="T45" fmla="*/ 40 h 353"/>
              <a:gd name="T46" fmla="*/ 281 w 321"/>
              <a:gd name="T47" fmla="*/ 64 h 353"/>
              <a:gd name="T48" fmla="*/ 257 w 321"/>
              <a:gd name="T49" fmla="*/ 40 h 353"/>
              <a:gd name="T50" fmla="*/ 281 w 321"/>
              <a:gd name="T51" fmla="*/ 16 h 353"/>
              <a:gd name="T52" fmla="*/ 40 w 321"/>
              <a:gd name="T53" fmla="*/ 201 h 353"/>
              <a:gd name="T54" fmla="*/ 16 w 321"/>
              <a:gd name="T55" fmla="*/ 177 h 353"/>
              <a:gd name="T56" fmla="*/ 40 w 321"/>
              <a:gd name="T57" fmla="*/ 152 h 353"/>
              <a:gd name="T58" fmla="*/ 65 w 321"/>
              <a:gd name="T59" fmla="*/ 177 h 353"/>
              <a:gd name="T60" fmla="*/ 40 w 321"/>
              <a:gd name="T61" fmla="*/ 201 h 353"/>
              <a:gd name="T62" fmla="*/ 281 w 321"/>
              <a:gd name="T63" fmla="*/ 337 h 353"/>
              <a:gd name="T64" fmla="*/ 257 w 321"/>
              <a:gd name="T65" fmla="*/ 313 h 353"/>
              <a:gd name="T66" fmla="*/ 281 w 321"/>
              <a:gd name="T67" fmla="*/ 289 h 353"/>
              <a:gd name="T68" fmla="*/ 305 w 321"/>
              <a:gd name="T69" fmla="*/ 313 h 353"/>
              <a:gd name="T70" fmla="*/ 281 w 321"/>
              <a:gd name="T71" fmla="*/ 337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321" h="353">
                <a:moveTo>
                  <a:pt x="281" y="273"/>
                </a:moveTo>
                <a:cubicBezTo>
                  <a:pt x="269" y="273"/>
                  <a:pt x="259" y="278"/>
                  <a:pt x="251" y="287"/>
                </a:cubicBezTo>
                <a:cubicBezTo>
                  <a:pt x="78" y="189"/>
                  <a:pt x="78" y="189"/>
                  <a:pt x="78" y="189"/>
                </a:cubicBezTo>
                <a:cubicBezTo>
                  <a:pt x="80" y="185"/>
                  <a:pt x="81" y="181"/>
                  <a:pt x="81" y="177"/>
                </a:cubicBezTo>
                <a:cubicBezTo>
                  <a:pt x="81" y="172"/>
                  <a:pt x="80" y="168"/>
                  <a:pt x="78" y="164"/>
                </a:cubicBezTo>
                <a:cubicBezTo>
                  <a:pt x="251" y="66"/>
                  <a:pt x="251" y="66"/>
                  <a:pt x="251" y="66"/>
                </a:cubicBezTo>
                <a:cubicBezTo>
                  <a:pt x="259" y="75"/>
                  <a:pt x="269" y="80"/>
                  <a:pt x="281" y="80"/>
                </a:cubicBezTo>
                <a:cubicBezTo>
                  <a:pt x="303" y="80"/>
                  <a:pt x="321" y="62"/>
                  <a:pt x="321" y="40"/>
                </a:cubicBezTo>
                <a:cubicBezTo>
                  <a:pt x="321" y="18"/>
                  <a:pt x="303" y="0"/>
                  <a:pt x="281" y="0"/>
                </a:cubicBezTo>
                <a:cubicBezTo>
                  <a:pt x="259" y="0"/>
                  <a:pt x="241" y="18"/>
                  <a:pt x="241" y="40"/>
                </a:cubicBezTo>
                <a:cubicBezTo>
                  <a:pt x="241" y="44"/>
                  <a:pt x="242" y="49"/>
                  <a:pt x="243" y="52"/>
                </a:cubicBezTo>
                <a:cubicBezTo>
                  <a:pt x="70" y="150"/>
                  <a:pt x="70" y="150"/>
                  <a:pt x="70" y="150"/>
                </a:cubicBezTo>
                <a:cubicBezTo>
                  <a:pt x="63" y="142"/>
                  <a:pt x="52" y="137"/>
                  <a:pt x="40" y="137"/>
                </a:cubicBezTo>
                <a:cubicBezTo>
                  <a:pt x="18" y="137"/>
                  <a:pt x="0" y="155"/>
                  <a:pt x="0" y="177"/>
                </a:cubicBezTo>
                <a:cubicBezTo>
                  <a:pt x="0" y="199"/>
                  <a:pt x="18" y="217"/>
                  <a:pt x="40" y="217"/>
                </a:cubicBezTo>
                <a:cubicBezTo>
                  <a:pt x="52" y="217"/>
                  <a:pt x="63" y="211"/>
                  <a:pt x="70" y="203"/>
                </a:cubicBezTo>
                <a:cubicBezTo>
                  <a:pt x="243" y="301"/>
                  <a:pt x="243" y="301"/>
                  <a:pt x="243" y="301"/>
                </a:cubicBezTo>
                <a:cubicBezTo>
                  <a:pt x="242" y="305"/>
                  <a:pt x="241" y="309"/>
                  <a:pt x="241" y="313"/>
                </a:cubicBezTo>
                <a:cubicBezTo>
                  <a:pt x="241" y="335"/>
                  <a:pt x="259" y="353"/>
                  <a:pt x="281" y="353"/>
                </a:cubicBezTo>
                <a:cubicBezTo>
                  <a:pt x="303" y="353"/>
                  <a:pt x="321" y="335"/>
                  <a:pt x="321" y="313"/>
                </a:cubicBezTo>
                <a:cubicBezTo>
                  <a:pt x="321" y="291"/>
                  <a:pt x="303" y="273"/>
                  <a:pt x="281" y="273"/>
                </a:cubicBezTo>
                <a:moveTo>
                  <a:pt x="281" y="16"/>
                </a:moveTo>
                <a:cubicBezTo>
                  <a:pt x="295" y="16"/>
                  <a:pt x="305" y="27"/>
                  <a:pt x="305" y="40"/>
                </a:cubicBezTo>
                <a:cubicBezTo>
                  <a:pt x="305" y="53"/>
                  <a:pt x="295" y="64"/>
                  <a:pt x="281" y="64"/>
                </a:cubicBezTo>
                <a:cubicBezTo>
                  <a:pt x="268" y="64"/>
                  <a:pt x="257" y="53"/>
                  <a:pt x="257" y="40"/>
                </a:cubicBezTo>
                <a:cubicBezTo>
                  <a:pt x="257" y="27"/>
                  <a:pt x="268" y="16"/>
                  <a:pt x="281" y="16"/>
                </a:cubicBezTo>
                <a:moveTo>
                  <a:pt x="40" y="201"/>
                </a:moveTo>
                <a:cubicBezTo>
                  <a:pt x="27" y="201"/>
                  <a:pt x="16" y="190"/>
                  <a:pt x="16" y="177"/>
                </a:cubicBezTo>
                <a:cubicBezTo>
                  <a:pt x="16" y="163"/>
                  <a:pt x="27" y="152"/>
                  <a:pt x="40" y="152"/>
                </a:cubicBezTo>
                <a:cubicBezTo>
                  <a:pt x="54" y="152"/>
                  <a:pt x="65" y="163"/>
                  <a:pt x="65" y="177"/>
                </a:cubicBezTo>
                <a:cubicBezTo>
                  <a:pt x="65" y="190"/>
                  <a:pt x="54" y="201"/>
                  <a:pt x="40" y="201"/>
                </a:cubicBezTo>
                <a:moveTo>
                  <a:pt x="281" y="337"/>
                </a:moveTo>
                <a:cubicBezTo>
                  <a:pt x="268" y="337"/>
                  <a:pt x="257" y="326"/>
                  <a:pt x="257" y="313"/>
                </a:cubicBezTo>
                <a:cubicBezTo>
                  <a:pt x="257" y="300"/>
                  <a:pt x="268" y="289"/>
                  <a:pt x="281" y="289"/>
                </a:cubicBezTo>
                <a:cubicBezTo>
                  <a:pt x="295" y="289"/>
                  <a:pt x="305" y="300"/>
                  <a:pt x="305" y="313"/>
                </a:cubicBezTo>
                <a:cubicBezTo>
                  <a:pt x="305" y="326"/>
                  <a:pt x="295" y="337"/>
                  <a:pt x="281" y="337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0" name="Freeform 50"/>
          <p:cNvSpPr>
            <a:spLocks noEditPoints="1"/>
          </p:cNvSpPr>
          <p:nvPr/>
        </p:nvSpPr>
        <p:spPr bwMode="auto">
          <a:xfrm>
            <a:off x="6358467" y="5350935"/>
            <a:ext cx="579967" cy="577851"/>
          </a:xfrm>
          <a:custGeom>
            <a:avLst/>
            <a:gdLst>
              <a:gd name="T0" fmla="*/ 304 w 354"/>
              <a:gd name="T1" fmla="*/ 293 h 353"/>
              <a:gd name="T2" fmla="*/ 231 w 354"/>
              <a:gd name="T3" fmla="*/ 332 h 353"/>
              <a:gd name="T4" fmla="*/ 121 w 354"/>
              <a:gd name="T5" fmla="*/ 328 h 353"/>
              <a:gd name="T6" fmla="*/ 30 w 354"/>
              <a:gd name="T7" fmla="*/ 246 h 353"/>
              <a:gd name="T8" fmla="*/ 30 w 354"/>
              <a:gd name="T9" fmla="*/ 113 h 353"/>
              <a:gd name="T10" fmla="*/ 119 w 354"/>
              <a:gd name="T11" fmla="*/ 28 h 353"/>
              <a:gd name="T12" fmla="*/ 247 w 354"/>
              <a:gd name="T13" fmla="*/ 25 h 353"/>
              <a:gd name="T14" fmla="*/ 326 w 354"/>
              <a:gd name="T15" fmla="*/ 94 h 353"/>
              <a:gd name="T16" fmla="*/ 328 w 354"/>
              <a:gd name="T17" fmla="*/ 196 h 353"/>
              <a:gd name="T18" fmla="*/ 274 w 354"/>
              <a:gd name="T19" fmla="*/ 260 h 353"/>
              <a:gd name="T20" fmla="*/ 229 w 354"/>
              <a:gd name="T21" fmla="*/ 266 h 353"/>
              <a:gd name="T22" fmla="*/ 226 w 354"/>
              <a:gd name="T23" fmla="*/ 241 h 353"/>
              <a:gd name="T24" fmla="*/ 291 w 354"/>
              <a:gd name="T25" fmla="*/ 79 h 353"/>
              <a:gd name="T26" fmla="*/ 263 w 354"/>
              <a:gd name="T27" fmla="*/ 107 h 353"/>
              <a:gd name="T28" fmla="*/ 193 w 354"/>
              <a:gd name="T29" fmla="*/ 70 h 353"/>
              <a:gd name="T30" fmla="*/ 103 w 354"/>
              <a:gd name="T31" fmla="*/ 118 h 353"/>
              <a:gd name="T32" fmla="*/ 70 w 354"/>
              <a:gd name="T33" fmla="*/ 212 h 353"/>
              <a:gd name="T34" fmla="*/ 90 w 354"/>
              <a:gd name="T35" fmla="*/ 263 h 353"/>
              <a:gd name="T36" fmla="*/ 179 w 354"/>
              <a:gd name="T37" fmla="*/ 278 h 353"/>
              <a:gd name="T38" fmla="*/ 216 w 354"/>
              <a:gd name="T39" fmla="*/ 275 h 353"/>
              <a:gd name="T40" fmla="*/ 281 w 354"/>
              <a:gd name="T41" fmla="*/ 274 h 353"/>
              <a:gd name="T42" fmla="*/ 344 w 354"/>
              <a:gd name="T43" fmla="*/ 201 h 353"/>
              <a:gd name="T44" fmla="*/ 341 w 354"/>
              <a:gd name="T45" fmla="*/ 86 h 353"/>
              <a:gd name="T46" fmla="*/ 252 w 354"/>
              <a:gd name="T47" fmla="*/ 10 h 353"/>
              <a:gd name="T48" fmla="*/ 115 w 354"/>
              <a:gd name="T49" fmla="*/ 13 h 353"/>
              <a:gd name="T50" fmla="*/ 15 w 354"/>
              <a:gd name="T51" fmla="*/ 105 h 353"/>
              <a:gd name="T52" fmla="*/ 17 w 354"/>
              <a:gd name="T53" fmla="*/ 256 h 353"/>
              <a:gd name="T54" fmla="*/ 119 w 354"/>
              <a:gd name="T55" fmla="*/ 343 h 353"/>
              <a:gd name="T56" fmla="*/ 234 w 354"/>
              <a:gd name="T57" fmla="*/ 347 h 353"/>
              <a:gd name="T58" fmla="*/ 317 w 354"/>
              <a:gd name="T59" fmla="*/ 303 h 353"/>
              <a:gd name="T60" fmla="*/ 351 w 354"/>
              <a:gd name="T61" fmla="*/ 262 h 353"/>
              <a:gd name="T62" fmla="*/ 331 w 354"/>
              <a:gd name="T63" fmla="*/ 263 h 353"/>
              <a:gd name="T64" fmla="*/ 184 w 354"/>
              <a:gd name="T65" fmla="*/ 258 h 353"/>
              <a:gd name="T66" fmla="*/ 121 w 354"/>
              <a:gd name="T67" fmla="*/ 265 h 353"/>
              <a:gd name="T68" fmla="*/ 90 w 354"/>
              <a:gd name="T69" fmla="*/ 235 h 353"/>
              <a:gd name="T70" fmla="*/ 94 w 354"/>
              <a:gd name="T71" fmla="*/ 170 h 353"/>
              <a:gd name="T72" fmla="*/ 149 w 354"/>
              <a:gd name="T73" fmla="*/ 98 h 353"/>
              <a:gd name="T74" fmla="*/ 210 w 354"/>
              <a:gd name="T75" fmla="*/ 88 h 353"/>
              <a:gd name="T76" fmla="*/ 245 w 354"/>
              <a:gd name="T77" fmla="*/ 107 h 353"/>
              <a:gd name="T78" fmla="*/ 219 w 354"/>
              <a:gd name="T79" fmla="*/ 213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354" h="353">
                <a:moveTo>
                  <a:pt x="331" y="263"/>
                </a:moveTo>
                <a:cubicBezTo>
                  <a:pt x="324" y="274"/>
                  <a:pt x="315" y="284"/>
                  <a:pt x="304" y="293"/>
                </a:cubicBezTo>
                <a:cubicBezTo>
                  <a:pt x="294" y="302"/>
                  <a:pt x="283" y="310"/>
                  <a:pt x="270" y="317"/>
                </a:cubicBezTo>
                <a:cubicBezTo>
                  <a:pt x="258" y="323"/>
                  <a:pt x="244" y="329"/>
                  <a:pt x="231" y="332"/>
                </a:cubicBezTo>
                <a:cubicBezTo>
                  <a:pt x="217" y="336"/>
                  <a:pt x="202" y="338"/>
                  <a:pt x="187" y="338"/>
                </a:cubicBezTo>
                <a:cubicBezTo>
                  <a:pt x="164" y="338"/>
                  <a:pt x="142" y="335"/>
                  <a:pt x="121" y="328"/>
                </a:cubicBezTo>
                <a:cubicBezTo>
                  <a:pt x="101" y="321"/>
                  <a:pt x="83" y="310"/>
                  <a:pt x="67" y="297"/>
                </a:cubicBezTo>
                <a:cubicBezTo>
                  <a:pt x="52" y="283"/>
                  <a:pt x="39" y="266"/>
                  <a:pt x="30" y="246"/>
                </a:cubicBezTo>
                <a:cubicBezTo>
                  <a:pt x="21" y="226"/>
                  <a:pt x="17" y="202"/>
                  <a:pt x="17" y="175"/>
                </a:cubicBezTo>
                <a:cubicBezTo>
                  <a:pt x="17" y="153"/>
                  <a:pt x="21" y="132"/>
                  <a:pt x="30" y="113"/>
                </a:cubicBezTo>
                <a:cubicBezTo>
                  <a:pt x="38" y="94"/>
                  <a:pt x="50" y="77"/>
                  <a:pt x="65" y="62"/>
                </a:cubicBezTo>
                <a:cubicBezTo>
                  <a:pt x="81" y="48"/>
                  <a:pt x="99" y="36"/>
                  <a:pt x="119" y="28"/>
                </a:cubicBezTo>
                <a:cubicBezTo>
                  <a:pt x="140" y="20"/>
                  <a:pt x="163" y="16"/>
                  <a:pt x="187" y="16"/>
                </a:cubicBezTo>
                <a:cubicBezTo>
                  <a:pt x="208" y="16"/>
                  <a:pt x="229" y="19"/>
                  <a:pt x="247" y="25"/>
                </a:cubicBezTo>
                <a:cubicBezTo>
                  <a:pt x="266" y="32"/>
                  <a:pt x="282" y="41"/>
                  <a:pt x="295" y="52"/>
                </a:cubicBezTo>
                <a:cubicBezTo>
                  <a:pt x="308" y="64"/>
                  <a:pt x="319" y="78"/>
                  <a:pt x="326" y="94"/>
                </a:cubicBezTo>
                <a:cubicBezTo>
                  <a:pt x="334" y="110"/>
                  <a:pt x="338" y="128"/>
                  <a:pt x="338" y="148"/>
                </a:cubicBezTo>
                <a:cubicBezTo>
                  <a:pt x="338" y="165"/>
                  <a:pt x="335" y="181"/>
                  <a:pt x="328" y="196"/>
                </a:cubicBezTo>
                <a:cubicBezTo>
                  <a:pt x="322" y="210"/>
                  <a:pt x="314" y="223"/>
                  <a:pt x="305" y="234"/>
                </a:cubicBezTo>
                <a:cubicBezTo>
                  <a:pt x="295" y="245"/>
                  <a:pt x="285" y="254"/>
                  <a:pt x="274" y="260"/>
                </a:cubicBezTo>
                <a:cubicBezTo>
                  <a:pt x="263" y="266"/>
                  <a:pt x="252" y="269"/>
                  <a:pt x="242" y="269"/>
                </a:cubicBezTo>
                <a:cubicBezTo>
                  <a:pt x="236" y="269"/>
                  <a:pt x="232" y="268"/>
                  <a:pt x="229" y="266"/>
                </a:cubicBezTo>
                <a:cubicBezTo>
                  <a:pt x="226" y="263"/>
                  <a:pt x="225" y="260"/>
                  <a:pt x="224" y="256"/>
                </a:cubicBezTo>
                <a:cubicBezTo>
                  <a:pt x="224" y="252"/>
                  <a:pt x="224" y="247"/>
                  <a:pt x="226" y="241"/>
                </a:cubicBezTo>
                <a:cubicBezTo>
                  <a:pt x="227" y="235"/>
                  <a:pt x="230" y="229"/>
                  <a:pt x="233" y="222"/>
                </a:cubicBezTo>
                <a:cubicBezTo>
                  <a:pt x="291" y="79"/>
                  <a:pt x="291" y="79"/>
                  <a:pt x="291" y="79"/>
                </a:cubicBezTo>
                <a:cubicBezTo>
                  <a:pt x="273" y="79"/>
                  <a:pt x="273" y="79"/>
                  <a:pt x="273" y="79"/>
                </a:cubicBezTo>
                <a:cubicBezTo>
                  <a:pt x="263" y="107"/>
                  <a:pt x="263" y="107"/>
                  <a:pt x="263" y="107"/>
                </a:cubicBezTo>
                <a:cubicBezTo>
                  <a:pt x="258" y="96"/>
                  <a:pt x="249" y="88"/>
                  <a:pt x="238" y="81"/>
                </a:cubicBezTo>
                <a:cubicBezTo>
                  <a:pt x="225" y="74"/>
                  <a:pt x="210" y="70"/>
                  <a:pt x="193" y="70"/>
                </a:cubicBezTo>
                <a:cubicBezTo>
                  <a:pt x="175" y="70"/>
                  <a:pt x="157" y="75"/>
                  <a:pt x="142" y="84"/>
                </a:cubicBezTo>
                <a:cubicBezTo>
                  <a:pt x="127" y="93"/>
                  <a:pt x="114" y="104"/>
                  <a:pt x="103" y="118"/>
                </a:cubicBezTo>
                <a:cubicBezTo>
                  <a:pt x="93" y="132"/>
                  <a:pt x="84" y="148"/>
                  <a:pt x="79" y="164"/>
                </a:cubicBezTo>
                <a:cubicBezTo>
                  <a:pt x="73" y="181"/>
                  <a:pt x="70" y="197"/>
                  <a:pt x="70" y="212"/>
                </a:cubicBezTo>
                <a:cubicBezTo>
                  <a:pt x="70" y="222"/>
                  <a:pt x="72" y="231"/>
                  <a:pt x="75" y="240"/>
                </a:cubicBezTo>
                <a:cubicBezTo>
                  <a:pt x="79" y="249"/>
                  <a:pt x="84" y="257"/>
                  <a:pt x="90" y="263"/>
                </a:cubicBezTo>
                <a:cubicBezTo>
                  <a:pt x="97" y="270"/>
                  <a:pt x="104" y="275"/>
                  <a:pt x="113" y="279"/>
                </a:cubicBezTo>
                <a:cubicBezTo>
                  <a:pt x="132" y="287"/>
                  <a:pt x="156" y="286"/>
                  <a:pt x="179" y="278"/>
                </a:cubicBezTo>
                <a:cubicBezTo>
                  <a:pt x="190" y="275"/>
                  <a:pt x="199" y="268"/>
                  <a:pt x="208" y="259"/>
                </a:cubicBezTo>
                <a:cubicBezTo>
                  <a:pt x="209" y="265"/>
                  <a:pt x="211" y="271"/>
                  <a:pt x="216" y="275"/>
                </a:cubicBezTo>
                <a:cubicBezTo>
                  <a:pt x="222" y="281"/>
                  <a:pt x="231" y="285"/>
                  <a:pt x="241" y="285"/>
                </a:cubicBezTo>
                <a:cubicBezTo>
                  <a:pt x="254" y="285"/>
                  <a:pt x="267" y="281"/>
                  <a:pt x="281" y="274"/>
                </a:cubicBezTo>
                <a:cubicBezTo>
                  <a:pt x="294" y="266"/>
                  <a:pt x="306" y="257"/>
                  <a:pt x="317" y="244"/>
                </a:cubicBezTo>
                <a:cubicBezTo>
                  <a:pt x="328" y="232"/>
                  <a:pt x="337" y="217"/>
                  <a:pt x="344" y="201"/>
                </a:cubicBezTo>
                <a:cubicBezTo>
                  <a:pt x="350" y="184"/>
                  <a:pt x="354" y="166"/>
                  <a:pt x="354" y="148"/>
                </a:cubicBezTo>
                <a:cubicBezTo>
                  <a:pt x="354" y="125"/>
                  <a:pt x="349" y="105"/>
                  <a:pt x="341" y="86"/>
                </a:cubicBezTo>
                <a:cubicBezTo>
                  <a:pt x="332" y="68"/>
                  <a:pt x="320" y="52"/>
                  <a:pt x="305" y="40"/>
                </a:cubicBezTo>
                <a:cubicBezTo>
                  <a:pt x="290" y="27"/>
                  <a:pt x="272" y="17"/>
                  <a:pt x="252" y="10"/>
                </a:cubicBezTo>
                <a:cubicBezTo>
                  <a:pt x="231" y="3"/>
                  <a:pt x="210" y="0"/>
                  <a:pt x="187" y="0"/>
                </a:cubicBezTo>
                <a:cubicBezTo>
                  <a:pt x="162" y="0"/>
                  <a:pt x="137" y="4"/>
                  <a:pt x="115" y="13"/>
                </a:cubicBezTo>
                <a:cubicBezTo>
                  <a:pt x="92" y="22"/>
                  <a:pt x="72" y="34"/>
                  <a:pt x="55" y="50"/>
                </a:cubicBezTo>
                <a:cubicBezTo>
                  <a:pt x="38" y="65"/>
                  <a:pt x="25" y="84"/>
                  <a:pt x="15" y="105"/>
                </a:cubicBezTo>
                <a:cubicBezTo>
                  <a:pt x="5" y="127"/>
                  <a:pt x="0" y="150"/>
                  <a:pt x="0" y="175"/>
                </a:cubicBezTo>
                <a:cubicBezTo>
                  <a:pt x="0" y="206"/>
                  <a:pt x="6" y="233"/>
                  <a:pt x="17" y="256"/>
                </a:cubicBezTo>
                <a:cubicBezTo>
                  <a:pt x="28" y="278"/>
                  <a:pt x="42" y="297"/>
                  <a:pt x="59" y="311"/>
                </a:cubicBezTo>
                <a:cubicBezTo>
                  <a:pt x="77" y="325"/>
                  <a:pt x="97" y="336"/>
                  <a:pt x="119" y="343"/>
                </a:cubicBezTo>
                <a:cubicBezTo>
                  <a:pt x="141" y="350"/>
                  <a:pt x="164" y="353"/>
                  <a:pt x="187" y="353"/>
                </a:cubicBezTo>
                <a:cubicBezTo>
                  <a:pt x="202" y="353"/>
                  <a:pt x="218" y="351"/>
                  <a:pt x="234" y="347"/>
                </a:cubicBezTo>
                <a:cubicBezTo>
                  <a:pt x="249" y="343"/>
                  <a:pt x="264" y="337"/>
                  <a:pt x="278" y="330"/>
                </a:cubicBezTo>
                <a:cubicBezTo>
                  <a:pt x="292" y="322"/>
                  <a:pt x="305" y="313"/>
                  <a:pt x="317" y="303"/>
                </a:cubicBezTo>
                <a:cubicBezTo>
                  <a:pt x="329" y="292"/>
                  <a:pt x="340" y="280"/>
                  <a:pt x="348" y="267"/>
                </a:cubicBezTo>
                <a:cubicBezTo>
                  <a:pt x="351" y="262"/>
                  <a:pt x="351" y="262"/>
                  <a:pt x="351" y="262"/>
                </a:cubicBezTo>
                <a:cubicBezTo>
                  <a:pt x="332" y="262"/>
                  <a:pt x="332" y="262"/>
                  <a:pt x="332" y="262"/>
                </a:cubicBezTo>
                <a:lnTo>
                  <a:pt x="331" y="263"/>
                </a:lnTo>
                <a:close/>
                <a:moveTo>
                  <a:pt x="203" y="241"/>
                </a:moveTo>
                <a:cubicBezTo>
                  <a:pt x="197" y="248"/>
                  <a:pt x="191" y="254"/>
                  <a:pt x="184" y="258"/>
                </a:cubicBezTo>
                <a:cubicBezTo>
                  <a:pt x="178" y="262"/>
                  <a:pt x="171" y="265"/>
                  <a:pt x="164" y="267"/>
                </a:cubicBezTo>
                <a:cubicBezTo>
                  <a:pt x="148" y="270"/>
                  <a:pt x="133" y="270"/>
                  <a:pt x="121" y="265"/>
                </a:cubicBezTo>
                <a:cubicBezTo>
                  <a:pt x="114" y="262"/>
                  <a:pt x="107" y="258"/>
                  <a:pt x="102" y="253"/>
                </a:cubicBezTo>
                <a:cubicBezTo>
                  <a:pt x="97" y="247"/>
                  <a:pt x="93" y="241"/>
                  <a:pt x="90" y="235"/>
                </a:cubicBezTo>
                <a:cubicBezTo>
                  <a:pt x="87" y="228"/>
                  <a:pt x="86" y="220"/>
                  <a:pt x="86" y="212"/>
                </a:cubicBezTo>
                <a:cubicBezTo>
                  <a:pt x="86" y="199"/>
                  <a:pt x="89" y="185"/>
                  <a:pt x="94" y="170"/>
                </a:cubicBezTo>
                <a:cubicBezTo>
                  <a:pt x="99" y="156"/>
                  <a:pt x="106" y="142"/>
                  <a:pt x="115" y="129"/>
                </a:cubicBezTo>
                <a:cubicBezTo>
                  <a:pt x="124" y="117"/>
                  <a:pt x="136" y="106"/>
                  <a:pt x="149" y="98"/>
                </a:cubicBezTo>
                <a:cubicBezTo>
                  <a:pt x="161" y="90"/>
                  <a:pt x="176" y="86"/>
                  <a:pt x="191" y="86"/>
                </a:cubicBezTo>
                <a:cubicBezTo>
                  <a:pt x="197" y="86"/>
                  <a:pt x="204" y="87"/>
                  <a:pt x="210" y="88"/>
                </a:cubicBezTo>
                <a:cubicBezTo>
                  <a:pt x="217" y="89"/>
                  <a:pt x="223" y="92"/>
                  <a:pt x="229" y="95"/>
                </a:cubicBezTo>
                <a:cubicBezTo>
                  <a:pt x="235" y="98"/>
                  <a:pt x="240" y="102"/>
                  <a:pt x="245" y="107"/>
                </a:cubicBezTo>
                <a:cubicBezTo>
                  <a:pt x="249" y="112"/>
                  <a:pt x="252" y="118"/>
                  <a:pt x="254" y="126"/>
                </a:cubicBezTo>
                <a:cubicBezTo>
                  <a:pt x="219" y="213"/>
                  <a:pt x="219" y="213"/>
                  <a:pt x="219" y="213"/>
                </a:cubicBezTo>
                <a:cubicBezTo>
                  <a:pt x="214" y="224"/>
                  <a:pt x="209" y="234"/>
                  <a:pt x="203" y="241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1" name="Freeform 51"/>
          <p:cNvSpPr>
            <a:spLocks noEditPoints="1"/>
          </p:cNvSpPr>
          <p:nvPr/>
        </p:nvSpPr>
        <p:spPr bwMode="auto">
          <a:xfrm>
            <a:off x="7463367" y="5350935"/>
            <a:ext cx="577851" cy="577851"/>
          </a:xfrm>
          <a:custGeom>
            <a:avLst/>
            <a:gdLst>
              <a:gd name="T0" fmla="*/ 0 w 353"/>
              <a:gd name="T1" fmla="*/ 177 h 353"/>
              <a:gd name="T2" fmla="*/ 353 w 353"/>
              <a:gd name="T3" fmla="*/ 177 h 353"/>
              <a:gd name="T4" fmla="*/ 265 w 353"/>
              <a:gd name="T5" fmla="*/ 43 h 353"/>
              <a:gd name="T6" fmla="*/ 260 w 353"/>
              <a:gd name="T7" fmla="*/ 97 h 353"/>
              <a:gd name="T8" fmla="*/ 248 w 353"/>
              <a:gd name="T9" fmla="*/ 137 h 353"/>
              <a:gd name="T10" fmla="*/ 171 w 353"/>
              <a:gd name="T11" fmla="*/ 52 h 353"/>
              <a:gd name="T12" fmla="*/ 265 w 353"/>
              <a:gd name="T13" fmla="*/ 43 h 353"/>
              <a:gd name="T14" fmla="*/ 278 w 353"/>
              <a:gd name="T15" fmla="*/ 236 h 353"/>
              <a:gd name="T16" fmla="*/ 200 w 353"/>
              <a:gd name="T17" fmla="*/ 240 h 353"/>
              <a:gd name="T18" fmla="*/ 231 w 353"/>
              <a:gd name="T19" fmla="*/ 201 h 353"/>
              <a:gd name="T20" fmla="*/ 203 w 353"/>
              <a:gd name="T21" fmla="*/ 18 h 353"/>
              <a:gd name="T22" fmla="*/ 168 w 353"/>
              <a:gd name="T23" fmla="*/ 17 h 353"/>
              <a:gd name="T24" fmla="*/ 219 w 353"/>
              <a:gd name="T25" fmla="*/ 189 h 353"/>
              <a:gd name="T26" fmla="*/ 176 w 353"/>
              <a:gd name="T27" fmla="*/ 217 h 353"/>
              <a:gd name="T28" fmla="*/ 64 w 353"/>
              <a:gd name="T29" fmla="*/ 195 h 353"/>
              <a:gd name="T30" fmla="*/ 104 w 353"/>
              <a:gd name="T31" fmla="*/ 120 h 353"/>
              <a:gd name="T32" fmla="*/ 126 w 353"/>
              <a:gd name="T33" fmla="*/ 87 h 353"/>
              <a:gd name="T34" fmla="*/ 219 w 353"/>
              <a:gd name="T35" fmla="*/ 189 h 353"/>
              <a:gd name="T36" fmla="*/ 16 w 353"/>
              <a:gd name="T37" fmla="*/ 180 h 353"/>
              <a:gd name="T38" fmla="*/ 40 w 353"/>
              <a:gd name="T39" fmla="*/ 257 h 353"/>
              <a:gd name="T40" fmla="*/ 50 w 353"/>
              <a:gd name="T41" fmla="*/ 186 h 353"/>
              <a:gd name="T42" fmla="*/ 152 w 353"/>
              <a:gd name="T43" fmla="*/ 18 h 353"/>
              <a:gd name="T44" fmla="*/ 115 w 353"/>
              <a:gd name="T45" fmla="*/ 75 h 353"/>
              <a:gd name="T46" fmla="*/ 80 w 353"/>
              <a:gd name="T47" fmla="*/ 96 h 353"/>
              <a:gd name="T48" fmla="*/ 50 w 353"/>
              <a:gd name="T49" fmla="*/ 186 h 353"/>
              <a:gd name="T50" fmla="*/ 56 w 353"/>
              <a:gd name="T51" fmla="*/ 257 h 353"/>
              <a:gd name="T52" fmla="*/ 154 w 353"/>
              <a:gd name="T53" fmla="*/ 249 h 353"/>
              <a:gd name="T54" fmla="*/ 59 w 353"/>
              <a:gd name="T55" fmla="*/ 286 h 353"/>
              <a:gd name="T56" fmla="*/ 176 w 353"/>
              <a:gd name="T57" fmla="*/ 337 h 353"/>
              <a:gd name="T58" fmla="*/ 166 w 353"/>
              <a:gd name="T59" fmla="*/ 262 h 353"/>
              <a:gd name="T60" fmla="*/ 195 w 353"/>
              <a:gd name="T61" fmla="*/ 256 h 353"/>
              <a:gd name="T62" fmla="*/ 300 w 353"/>
              <a:gd name="T63" fmla="*/ 248 h 353"/>
              <a:gd name="T64" fmla="*/ 176 w 353"/>
              <a:gd name="T65" fmla="*/ 337 h 353"/>
              <a:gd name="T66" fmla="*/ 240 w 353"/>
              <a:gd name="T67" fmla="*/ 187 h 353"/>
              <a:gd name="T68" fmla="*/ 265 w 353"/>
              <a:gd name="T69" fmla="*/ 145 h 353"/>
              <a:gd name="T70" fmla="*/ 276 w 353"/>
              <a:gd name="T71" fmla="*/ 99 h 353"/>
              <a:gd name="T72" fmla="*/ 337 w 353"/>
              <a:gd name="T73" fmla="*/ 177 h 353"/>
              <a:gd name="T74" fmla="*/ 301 w 353"/>
              <a:gd name="T75" fmla="*/ 231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353" h="353">
                <a:moveTo>
                  <a:pt x="176" y="0"/>
                </a:moveTo>
                <a:cubicBezTo>
                  <a:pt x="79" y="0"/>
                  <a:pt x="0" y="79"/>
                  <a:pt x="0" y="177"/>
                </a:cubicBezTo>
                <a:cubicBezTo>
                  <a:pt x="0" y="274"/>
                  <a:pt x="79" y="353"/>
                  <a:pt x="176" y="353"/>
                </a:cubicBezTo>
                <a:cubicBezTo>
                  <a:pt x="274" y="353"/>
                  <a:pt x="353" y="274"/>
                  <a:pt x="353" y="177"/>
                </a:cubicBezTo>
                <a:cubicBezTo>
                  <a:pt x="353" y="79"/>
                  <a:pt x="274" y="0"/>
                  <a:pt x="176" y="0"/>
                </a:cubicBezTo>
                <a:moveTo>
                  <a:pt x="265" y="43"/>
                </a:moveTo>
                <a:cubicBezTo>
                  <a:pt x="265" y="44"/>
                  <a:pt x="265" y="46"/>
                  <a:pt x="265" y="48"/>
                </a:cubicBezTo>
                <a:cubicBezTo>
                  <a:pt x="265" y="65"/>
                  <a:pt x="263" y="81"/>
                  <a:pt x="260" y="97"/>
                </a:cubicBezTo>
                <a:cubicBezTo>
                  <a:pt x="249" y="99"/>
                  <a:pt x="241" y="109"/>
                  <a:pt x="241" y="120"/>
                </a:cubicBezTo>
                <a:cubicBezTo>
                  <a:pt x="241" y="127"/>
                  <a:pt x="243" y="133"/>
                  <a:pt x="248" y="137"/>
                </a:cubicBezTo>
                <a:cubicBezTo>
                  <a:pt x="242" y="150"/>
                  <a:pt x="236" y="163"/>
                  <a:pt x="229" y="175"/>
                </a:cubicBezTo>
                <a:cubicBezTo>
                  <a:pt x="199" y="141"/>
                  <a:pt x="178" y="99"/>
                  <a:pt x="171" y="52"/>
                </a:cubicBezTo>
                <a:cubicBezTo>
                  <a:pt x="189" y="40"/>
                  <a:pt x="209" y="32"/>
                  <a:pt x="231" y="26"/>
                </a:cubicBezTo>
                <a:cubicBezTo>
                  <a:pt x="243" y="30"/>
                  <a:pt x="254" y="36"/>
                  <a:pt x="265" y="43"/>
                </a:cubicBezTo>
                <a:moveTo>
                  <a:pt x="231" y="201"/>
                </a:moveTo>
                <a:cubicBezTo>
                  <a:pt x="245" y="214"/>
                  <a:pt x="261" y="226"/>
                  <a:pt x="278" y="236"/>
                </a:cubicBezTo>
                <a:cubicBezTo>
                  <a:pt x="260" y="239"/>
                  <a:pt x="243" y="241"/>
                  <a:pt x="225" y="241"/>
                </a:cubicBezTo>
                <a:cubicBezTo>
                  <a:pt x="217" y="241"/>
                  <a:pt x="208" y="240"/>
                  <a:pt x="200" y="240"/>
                </a:cubicBezTo>
                <a:cubicBezTo>
                  <a:pt x="200" y="238"/>
                  <a:pt x="200" y="237"/>
                  <a:pt x="200" y="235"/>
                </a:cubicBezTo>
                <a:cubicBezTo>
                  <a:pt x="211" y="225"/>
                  <a:pt x="222" y="213"/>
                  <a:pt x="231" y="201"/>
                </a:cubicBezTo>
                <a:moveTo>
                  <a:pt x="176" y="16"/>
                </a:moveTo>
                <a:cubicBezTo>
                  <a:pt x="185" y="16"/>
                  <a:pt x="194" y="17"/>
                  <a:pt x="203" y="18"/>
                </a:cubicBezTo>
                <a:cubicBezTo>
                  <a:pt x="191" y="23"/>
                  <a:pt x="180" y="28"/>
                  <a:pt x="169" y="34"/>
                </a:cubicBezTo>
                <a:cubicBezTo>
                  <a:pt x="169" y="28"/>
                  <a:pt x="169" y="22"/>
                  <a:pt x="168" y="17"/>
                </a:cubicBezTo>
                <a:cubicBezTo>
                  <a:pt x="171" y="16"/>
                  <a:pt x="174" y="16"/>
                  <a:pt x="176" y="16"/>
                </a:cubicBezTo>
                <a:moveTo>
                  <a:pt x="219" y="189"/>
                </a:moveTo>
                <a:cubicBezTo>
                  <a:pt x="211" y="201"/>
                  <a:pt x="201" y="212"/>
                  <a:pt x="191" y="222"/>
                </a:cubicBezTo>
                <a:cubicBezTo>
                  <a:pt x="187" y="219"/>
                  <a:pt x="182" y="217"/>
                  <a:pt x="176" y="217"/>
                </a:cubicBezTo>
                <a:cubicBezTo>
                  <a:pt x="166" y="217"/>
                  <a:pt x="157" y="223"/>
                  <a:pt x="154" y="233"/>
                </a:cubicBezTo>
                <a:cubicBezTo>
                  <a:pt x="122" y="225"/>
                  <a:pt x="92" y="212"/>
                  <a:pt x="64" y="195"/>
                </a:cubicBezTo>
                <a:cubicBezTo>
                  <a:pt x="71" y="168"/>
                  <a:pt x="83" y="142"/>
                  <a:pt x="99" y="120"/>
                </a:cubicBezTo>
                <a:cubicBezTo>
                  <a:pt x="101" y="120"/>
                  <a:pt x="102" y="120"/>
                  <a:pt x="104" y="120"/>
                </a:cubicBezTo>
                <a:cubicBezTo>
                  <a:pt x="118" y="120"/>
                  <a:pt x="128" y="110"/>
                  <a:pt x="128" y="96"/>
                </a:cubicBezTo>
                <a:cubicBezTo>
                  <a:pt x="128" y="93"/>
                  <a:pt x="128" y="90"/>
                  <a:pt x="126" y="87"/>
                </a:cubicBezTo>
                <a:cubicBezTo>
                  <a:pt x="136" y="78"/>
                  <a:pt x="146" y="69"/>
                  <a:pt x="156" y="61"/>
                </a:cubicBezTo>
                <a:cubicBezTo>
                  <a:pt x="165" y="110"/>
                  <a:pt x="188" y="154"/>
                  <a:pt x="219" y="189"/>
                </a:cubicBezTo>
                <a:moveTo>
                  <a:pt x="40" y="261"/>
                </a:moveTo>
                <a:cubicBezTo>
                  <a:pt x="25" y="237"/>
                  <a:pt x="17" y="210"/>
                  <a:pt x="16" y="180"/>
                </a:cubicBezTo>
                <a:cubicBezTo>
                  <a:pt x="26" y="188"/>
                  <a:pt x="36" y="196"/>
                  <a:pt x="46" y="203"/>
                </a:cubicBezTo>
                <a:cubicBezTo>
                  <a:pt x="42" y="220"/>
                  <a:pt x="40" y="238"/>
                  <a:pt x="40" y="257"/>
                </a:cubicBezTo>
                <a:cubicBezTo>
                  <a:pt x="40" y="258"/>
                  <a:pt x="40" y="260"/>
                  <a:pt x="40" y="261"/>
                </a:cubicBezTo>
                <a:moveTo>
                  <a:pt x="50" y="186"/>
                </a:moveTo>
                <a:cubicBezTo>
                  <a:pt x="38" y="178"/>
                  <a:pt x="27" y="169"/>
                  <a:pt x="17" y="159"/>
                </a:cubicBezTo>
                <a:cubicBezTo>
                  <a:pt x="25" y="87"/>
                  <a:pt x="81" y="29"/>
                  <a:pt x="152" y="18"/>
                </a:cubicBezTo>
                <a:cubicBezTo>
                  <a:pt x="153" y="27"/>
                  <a:pt x="153" y="35"/>
                  <a:pt x="154" y="44"/>
                </a:cubicBezTo>
                <a:cubicBezTo>
                  <a:pt x="140" y="53"/>
                  <a:pt x="127" y="63"/>
                  <a:pt x="115" y="75"/>
                </a:cubicBezTo>
                <a:cubicBezTo>
                  <a:pt x="112" y="73"/>
                  <a:pt x="108" y="72"/>
                  <a:pt x="104" y="72"/>
                </a:cubicBezTo>
                <a:cubicBezTo>
                  <a:pt x="91" y="72"/>
                  <a:pt x="80" y="83"/>
                  <a:pt x="80" y="96"/>
                </a:cubicBezTo>
                <a:cubicBezTo>
                  <a:pt x="80" y="102"/>
                  <a:pt x="82" y="107"/>
                  <a:pt x="85" y="111"/>
                </a:cubicBezTo>
                <a:cubicBezTo>
                  <a:pt x="70" y="134"/>
                  <a:pt x="58" y="159"/>
                  <a:pt x="50" y="186"/>
                </a:cubicBezTo>
                <a:moveTo>
                  <a:pt x="58" y="284"/>
                </a:moveTo>
                <a:cubicBezTo>
                  <a:pt x="57" y="275"/>
                  <a:pt x="56" y="266"/>
                  <a:pt x="56" y="257"/>
                </a:cubicBezTo>
                <a:cubicBezTo>
                  <a:pt x="56" y="241"/>
                  <a:pt x="58" y="226"/>
                  <a:pt x="61" y="212"/>
                </a:cubicBezTo>
                <a:cubicBezTo>
                  <a:pt x="89" y="229"/>
                  <a:pt x="121" y="242"/>
                  <a:pt x="154" y="249"/>
                </a:cubicBezTo>
                <a:cubicBezTo>
                  <a:pt x="154" y="249"/>
                  <a:pt x="154" y="250"/>
                  <a:pt x="154" y="250"/>
                </a:cubicBezTo>
                <a:cubicBezTo>
                  <a:pt x="126" y="269"/>
                  <a:pt x="94" y="281"/>
                  <a:pt x="59" y="286"/>
                </a:cubicBezTo>
                <a:cubicBezTo>
                  <a:pt x="59" y="286"/>
                  <a:pt x="58" y="285"/>
                  <a:pt x="58" y="284"/>
                </a:cubicBezTo>
                <a:moveTo>
                  <a:pt x="176" y="337"/>
                </a:moveTo>
                <a:cubicBezTo>
                  <a:pt x="137" y="337"/>
                  <a:pt x="101" y="323"/>
                  <a:pt x="74" y="300"/>
                </a:cubicBezTo>
                <a:cubicBezTo>
                  <a:pt x="107" y="293"/>
                  <a:pt x="138" y="280"/>
                  <a:pt x="166" y="262"/>
                </a:cubicBezTo>
                <a:cubicBezTo>
                  <a:pt x="169" y="264"/>
                  <a:pt x="173" y="265"/>
                  <a:pt x="176" y="265"/>
                </a:cubicBezTo>
                <a:cubicBezTo>
                  <a:pt x="184" y="265"/>
                  <a:pt x="191" y="261"/>
                  <a:pt x="195" y="256"/>
                </a:cubicBezTo>
                <a:cubicBezTo>
                  <a:pt x="205" y="256"/>
                  <a:pt x="215" y="257"/>
                  <a:pt x="225" y="257"/>
                </a:cubicBezTo>
                <a:cubicBezTo>
                  <a:pt x="250" y="257"/>
                  <a:pt x="275" y="254"/>
                  <a:pt x="300" y="248"/>
                </a:cubicBezTo>
                <a:cubicBezTo>
                  <a:pt x="305" y="251"/>
                  <a:pt x="311" y="253"/>
                  <a:pt x="316" y="255"/>
                </a:cubicBezTo>
                <a:cubicBezTo>
                  <a:pt x="289" y="304"/>
                  <a:pt x="237" y="337"/>
                  <a:pt x="176" y="337"/>
                </a:cubicBezTo>
                <a:moveTo>
                  <a:pt x="301" y="231"/>
                </a:moveTo>
                <a:cubicBezTo>
                  <a:pt x="279" y="220"/>
                  <a:pt x="258" y="205"/>
                  <a:pt x="240" y="187"/>
                </a:cubicBezTo>
                <a:cubicBezTo>
                  <a:pt x="249" y="174"/>
                  <a:pt x="256" y="159"/>
                  <a:pt x="262" y="144"/>
                </a:cubicBezTo>
                <a:cubicBezTo>
                  <a:pt x="263" y="144"/>
                  <a:pt x="264" y="145"/>
                  <a:pt x="265" y="145"/>
                </a:cubicBezTo>
                <a:cubicBezTo>
                  <a:pt x="278" y="145"/>
                  <a:pt x="289" y="134"/>
                  <a:pt x="289" y="120"/>
                </a:cubicBezTo>
                <a:cubicBezTo>
                  <a:pt x="289" y="111"/>
                  <a:pt x="283" y="103"/>
                  <a:pt x="276" y="99"/>
                </a:cubicBezTo>
                <a:cubicBezTo>
                  <a:pt x="278" y="85"/>
                  <a:pt x="280" y="70"/>
                  <a:pt x="281" y="55"/>
                </a:cubicBezTo>
                <a:cubicBezTo>
                  <a:pt x="315" y="84"/>
                  <a:pt x="337" y="128"/>
                  <a:pt x="337" y="177"/>
                </a:cubicBezTo>
                <a:cubicBezTo>
                  <a:pt x="337" y="192"/>
                  <a:pt x="335" y="208"/>
                  <a:pt x="330" y="222"/>
                </a:cubicBezTo>
                <a:cubicBezTo>
                  <a:pt x="321" y="225"/>
                  <a:pt x="311" y="229"/>
                  <a:pt x="301" y="231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2" name="Freeform 52"/>
          <p:cNvSpPr>
            <a:spLocks noEditPoints="1"/>
          </p:cNvSpPr>
          <p:nvPr/>
        </p:nvSpPr>
        <p:spPr bwMode="auto">
          <a:xfrm>
            <a:off x="8619067" y="5350935"/>
            <a:ext cx="474133" cy="577851"/>
          </a:xfrm>
          <a:custGeom>
            <a:avLst/>
            <a:gdLst>
              <a:gd name="T0" fmla="*/ 289 w 289"/>
              <a:gd name="T1" fmla="*/ 48 h 353"/>
              <a:gd name="T2" fmla="*/ 145 w 289"/>
              <a:gd name="T3" fmla="*/ 0 h 353"/>
              <a:gd name="T4" fmla="*/ 0 w 289"/>
              <a:gd name="T5" fmla="*/ 48 h 353"/>
              <a:gd name="T6" fmla="*/ 0 w 289"/>
              <a:gd name="T7" fmla="*/ 112 h 353"/>
              <a:gd name="T8" fmla="*/ 9 w 289"/>
              <a:gd name="T9" fmla="*/ 128 h 353"/>
              <a:gd name="T10" fmla="*/ 0 w 289"/>
              <a:gd name="T11" fmla="*/ 145 h 353"/>
              <a:gd name="T12" fmla="*/ 0 w 289"/>
              <a:gd name="T13" fmla="*/ 209 h 353"/>
              <a:gd name="T14" fmla="*/ 9 w 289"/>
              <a:gd name="T15" fmla="*/ 225 h 353"/>
              <a:gd name="T16" fmla="*/ 0 w 289"/>
              <a:gd name="T17" fmla="*/ 241 h 353"/>
              <a:gd name="T18" fmla="*/ 0 w 289"/>
              <a:gd name="T19" fmla="*/ 305 h 353"/>
              <a:gd name="T20" fmla="*/ 145 w 289"/>
              <a:gd name="T21" fmla="*/ 353 h 353"/>
              <a:gd name="T22" fmla="*/ 289 w 289"/>
              <a:gd name="T23" fmla="*/ 305 h 353"/>
              <a:gd name="T24" fmla="*/ 289 w 289"/>
              <a:gd name="T25" fmla="*/ 241 h 353"/>
              <a:gd name="T26" fmla="*/ 281 w 289"/>
              <a:gd name="T27" fmla="*/ 225 h 353"/>
              <a:gd name="T28" fmla="*/ 289 w 289"/>
              <a:gd name="T29" fmla="*/ 209 h 353"/>
              <a:gd name="T30" fmla="*/ 289 w 289"/>
              <a:gd name="T31" fmla="*/ 145 h 353"/>
              <a:gd name="T32" fmla="*/ 281 w 289"/>
              <a:gd name="T33" fmla="*/ 128 h 353"/>
              <a:gd name="T34" fmla="*/ 289 w 289"/>
              <a:gd name="T35" fmla="*/ 112 h 353"/>
              <a:gd name="T36" fmla="*/ 289 w 289"/>
              <a:gd name="T37" fmla="*/ 48 h 353"/>
              <a:gd name="T38" fmla="*/ 273 w 289"/>
              <a:gd name="T39" fmla="*/ 305 h 353"/>
              <a:gd name="T40" fmla="*/ 145 w 289"/>
              <a:gd name="T41" fmla="*/ 337 h 353"/>
              <a:gd name="T42" fmla="*/ 16 w 289"/>
              <a:gd name="T43" fmla="*/ 305 h 353"/>
              <a:gd name="T44" fmla="*/ 16 w 289"/>
              <a:gd name="T45" fmla="*/ 263 h 353"/>
              <a:gd name="T46" fmla="*/ 145 w 289"/>
              <a:gd name="T47" fmla="*/ 289 h 353"/>
              <a:gd name="T48" fmla="*/ 273 w 289"/>
              <a:gd name="T49" fmla="*/ 263 h 353"/>
              <a:gd name="T50" fmla="*/ 273 w 289"/>
              <a:gd name="T51" fmla="*/ 305 h 353"/>
              <a:gd name="T52" fmla="*/ 145 w 289"/>
              <a:gd name="T53" fmla="*/ 273 h 353"/>
              <a:gd name="T54" fmla="*/ 16 w 289"/>
              <a:gd name="T55" fmla="*/ 241 h 353"/>
              <a:gd name="T56" fmla="*/ 20 w 289"/>
              <a:gd name="T57" fmla="*/ 233 h 353"/>
              <a:gd name="T58" fmla="*/ 145 w 289"/>
              <a:gd name="T59" fmla="*/ 257 h 353"/>
              <a:gd name="T60" fmla="*/ 269 w 289"/>
              <a:gd name="T61" fmla="*/ 233 h 353"/>
              <a:gd name="T62" fmla="*/ 273 w 289"/>
              <a:gd name="T63" fmla="*/ 241 h 353"/>
              <a:gd name="T64" fmla="*/ 145 w 289"/>
              <a:gd name="T65" fmla="*/ 273 h 353"/>
              <a:gd name="T66" fmla="*/ 273 w 289"/>
              <a:gd name="T67" fmla="*/ 209 h 353"/>
              <a:gd name="T68" fmla="*/ 145 w 289"/>
              <a:gd name="T69" fmla="*/ 241 h 353"/>
              <a:gd name="T70" fmla="*/ 16 w 289"/>
              <a:gd name="T71" fmla="*/ 209 h 353"/>
              <a:gd name="T72" fmla="*/ 16 w 289"/>
              <a:gd name="T73" fmla="*/ 167 h 353"/>
              <a:gd name="T74" fmla="*/ 145 w 289"/>
              <a:gd name="T75" fmla="*/ 193 h 353"/>
              <a:gd name="T76" fmla="*/ 273 w 289"/>
              <a:gd name="T77" fmla="*/ 167 h 353"/>
              <a:gd name="T78" fmla="*/ 273 w 289"/>
              <a:gd name="T79" fmla="*/ 209 h 353"/>
              <a:gd name="T80" fmla="*/ 145 w 289"/>
              <a:gd name="T81" fmla="*/ 177 h 353"/>
              <a:gd name="T82" fmla="*/ 16 w 289"/>
              <a:gd name="T83" fmla="*/ 145 h 353"/>
              <a:gd name="T84" fmla="*/ 20 w 289"/>
              <a:gd name="T85" fmla="*/ 137 h 353"/>
              <a:gd name="T86" fmla="*/ 145 w 289"/>
              <a:gd name="T87" fmla="*/ 161 h 353"/>
              <a:gd name="T88" fmla="*/ 269 w 289"/>
              <a:gd name="T89" fmla="*/ 137 h 353"/>
              <a:gd name="T90" fmla="*/ 273 w 289"/>
              <a:gd name="T91" fmla="*/ 145 h 353"/>
              <a:gd name="T92" fmla="*/ 145 w 289"/>
              <a:gd name="T93" fmla="*/ 177 h 353"/>
              <a:gd name="T94" fmla="*/ 273 w 289"/>
              <a:gd name="T95" fmla="*/ 112 h 353"/>
              <a:gd name="T96" fmla="*/ 145 w 289"/>
              <a:gd name="T97" fmla="*/ 145 h 353"/>
              <a:gd name="T98" fmla="*/ 16 w 289"/>
              <a:gd name="T99" fmla="*/ 112 h 353"/>
              <a:gd name="T100" fmla="*/ 16 w 289"/>
              <a:gd name="T101" fmla="*/ 70 h 353"/>
              <a:gd name="T102" fmla="*/ 145 w 289"/>
              <a:gd name="T103" fmla="*/ 96 h 353"/>
              <a:gd name="T104" fmla="*/ 273 w 289"/>
              <a:gd name="T105" fmla="*/ 70 h 353"/>
              <a:gd name="T106" fmla="*/ 273 w 289"/>
              <a:gd name="T107" fmla="*/ 112 h 353"/>
              <a:gd name="T108" fmla="*/ 145 w 289"/>
              <a:gd name="T109" fmla="*/ 80 h 353"/>
              <a:gd name="T110" fmla="*/ 16 w 289"/>
              <a:gd name="T111" fmla="*/ 48 h 353"/>
              <a:gd name="T112" fmla="*/ 145 w 289"/>
              <a:gd name="T113" fmla="*/ 16 h 353"/>
              <a:gd name="T114" fmla="*/ 273 w 289"/>
              <a:gd name="T115" fmla="*/ 48 h 353"/>
              <a:gd name="T116" fmla="*/ 145 w 289"/>
              <a:gd name="T117" fmla="*/ 80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289" h="353">
                <a:moveTo>
                  <a:pt x="289" y="48"/>
                </a:moveTo>
                <a:cubicBezTo>
                  <a:pt x="289" y="22"/>
                  <a:pt x="225" y="0"/>
                  <a:pt x="145" y="0"/>
                </a:cubicBezTo>
                <a:cubicBezTo>
                  <a:pt x="65" y="0"/>
                  <a:pt x="0" y="22"/>
                  <a:pt x="0" y="48"/>
                </a:cubicBezTo>
                <a:cubicBezTo>
                  <a:pt x="0" y="112"/>
                  <a:pt x="0" y="112"/>
                  <a:pt x="0" y="112"/>
                </a:cubicBezTo>
                <a:cubicBezTo>
                  <a:pt x="0" y="118"/>
                  <a:pt x="3" y="123"/>
                  <a:pt x="9" y="128"/>
                </a:cubicBezTo>
                <a:cubicBezTo>
                  <a:pt x="3" y="134"/>
                  <a:pt x="0" y="139"/>
                  <a:pt x="0" y="145"/>
                </a:cubicBezTo>
                <a:cubicBezTo>
                  <a:pt x="0" y="209"/>
                  <a:pt x="0" y="209"/>
                  <a:pt x="0" y="209"/>
                </a:cubicBezTo>
                <a:cubicBezTo>
                  <a:pt x="0" y="214"/>
                  <a:pt x="3" y="220"/>
                  <a:pt x="9" y="225"/>
                </a:cubicBezTo>
                <a:cubicBezTo>
                  <a:pt x="3" y="230"/>
                  <a:pt x="0" y="235"/>
                  <a:pt x="0" y="241"/>
                </a:cubicBezTo>
                <a:cubicBezTo>
                  <a:pt x="0" y="305"/>
                  <a:pt x="0" y="305"/>
                  <a:pt x="0" y="305"/>
                </a:cubicBezTo>
                <a:cubicBezTo>
                  <a:pt x="0" y="332"/>
                  <a:pt x="65" y="353"/>
                  <a:pt x="145" y="353"/>
                </a:cubicBezTo>
                <a:cubicBezTo>
                  <a:pt x="225" y="353"/>
                  <a:pt x="289" y="332"/>
                  <a:pt x="289" y="305"/>
                </a:cubicBezTo>
                <a:cubicBezTo>
                  <a:pt x="289" y="241"/>
                  <a:pt x="289" y="241"/>
                  <a:pt x="289" y="241"/>
                </a:cubicBezTo>
                <a:cubicBezTo>
                  <a:pt x="289" y="235"/>
                  <a:pt x="286" y="230"/>
                  <a:pt x="281" y="225"/>
                </a:cubicBezTo>
                <a:cubicBezTo>
                  <a:pt x="286" y="220"/>
                  <a:pt x="289" y="214"/>
                  <a:pt x="289" y="209"/>
                </a:cubicBezTo>
                <a:cubicBezTo>
                  <a:pt x="289" y="145"/>
                  <a:pt x="289" y="145"/>
                  <a:pt x="289" y="145"/>
                </a:cubicBezTo>
                <a:cubicBezTo>
                  <a:pt x="289" y="139"/>
                  <a:pt x="286" y="134"/>
                  <a:pt x="281" y="128"/>
                </a:cubicBezTo>
                <a:cubicBezTo>
                  <a:pt x="286" y="123"/>
                  <a:pt x="289" y="118"/>
                  <a:pt x="289" y="112"/>
                </a:cubicBezTo>
                <a:lnTo>
                  <a:pt x="289" y="48"/>
                </a:lnTo>
                <a:close/>
                <a:moveTo>
                  <a:pt x="273" y="305"/>
                </a:moveTo>
                <a:cubicBezTo>
                  <a:pt x="273" y="323"/>
                  <a:pt x="216" y="337"/>
                  <a:pt x="145" y="337"/>
                </a:cubicBezTo>
                <a:cubicBezTo>
                  <a:pt x="74" y="337"/>
                  <a:pt x="16" y="323"/>
                  <a:pt x="16" y="305"/>
                </a:cubicBezTo>
                <a:cubicBezTo>
                  <a:pt x="16" y="263"/>
                  <a:pt x="16" y="263"/>
                  <a:pt x="16" y="263"/>
                </a:cubicBezTo>
                <a:cubicBezTo>
                  <a:pt x="40" y="278"/>
                  <a:pt x="89" y="289"/>
                  <a:pt x="145" y="289"/>
                </a:cubicBezTo>
                <a:cubicBezTo>
                  <a:pt x="201" y="289"/>
                  <a:pt x="249" y="278"/>
                  <a:pt x="273" y="263"/>
                </a:cubicBezTo>
                <a:lnTo>
                  <a:pt x="273" y="305"/>
                </a:lnTo>
                <a:close/>
                <a:moveTo>
                  <a:pt x="145" y="273"/>
                </a:moveTo>
                <a:cubicBezTo>
                  <a:pt x="74" y="273"/>
                  <a:pt x="16" y="259"/>
                  <a:pt x="16" y="241"/>
                </a:cubicBezTo>
                <a:cubicBezTo>
                  <a:pt x="16" y="238"/>
                  <a:pt x="18" y="236"/>
                  <a:pt x="20" y="233"/>
                </a:cubicBezTo>
                <a:cubicBezTo>
                  <a:pt x="45" y="247"/>
                  <a:pt x="92" y="257"/>
                  <a:pt x="145" y="257"/>
                </a:cubicBezTo>
                <a:cubicBezTo>
                  <a:pt x="198" y="257"/>
                  <a:pt x="244" y="247"/>
                  <a:pt x="269" y="233"/>
                </a:cubicBezTo>
                <a:cubicBezTo>
                  <a:pt x="272" y="236"/>
                  <a:pt x="273" y="238"/>
                  <a:pt x="273" y="241"/>
                </a:cubicBezTo>
                <a:cubicBezTo>
                  <a:pt x="273" y="259"/>
                  <a:pt x="216" y="273"/>
                  <a:pt x="145" y="273"/>
                </a:cubicBezTo>
                <a:moveTo>
                  <a:pt x="273" y="209"/>
                </a:moveTo>
                <a:cubicBezTo>
                  <a:pt x="273" y="226"/>
                  <a:pt x="216" y="241"/>
                  <a:pt x="145" y="241"/>
                </a:cubicBezTo>
                <a:cubicBezTo>
                  <a:pt x="74" y="241"/>
                  <a:pt x="16" y="226"/>
                  <a:pt x="16" y="209"/>
                </a:cubicBezTo>
                <a:cubicBezTo>
                  <a:pt x="16" y="167"/>
                  <a:pt x="16" y="167"/>
                  <a:pt x="16" y="167"/>
                </a:cubicBezTo>
                <a:cubicBezTo>
                  <a:pt x="40" y="182"/>
                  <a:pt x="89" y="193"/>
                  <a:pt x="145" y="193"/>
                </a:cubicBezTo>
                <a:cubicBezTo>
                  <a:pt x="201" y="193"/>
                  <a:pt x="249" y="182"/>
                  <a:pt x="273" y="167"/>
                </a:cubicBezTo>
                <a:lnTo>
                  <a:pt x="273" y="209"/>
                </a:lnTo>
                <a:close/>
                <a:moveTo>
                  <a:pt x="145" y="177"/>
                </a:moveTo>
                <a:cubicBezTo>
                  <a:pt x="74" y="177"/>
                  <a:pt x="16" y="162"/>
                  <a:pt x="16" y="145"/>
                </a:cubicBezTo>
                <a:cubicBezTo>
                  <a:pt x="16" y="142"/>
                  <a:pt x="18" y="139"/>
                  <a:pt x="20" y="137"/>
                </a:cubicBezTo>
                <a:cubicBezTo>
                  <a:pt x="45" y="151"/>
                  <a:pt x="92" y="161"/>
                  <a:pt x="145" y="161"/>
                </a:cubicBezTo>
                <a:cubicBezTo>
                  <a:pt x="198" y="161"/>
                  <a:pt x="244" y="151"/>
                  <a:pt x="269" y="137"/>
                </a:cubicBezTo>
                <a:cubicBezTo>
                  <a:pt x="272" y="139"/>
                  <a:pt x="273" y="142"/>
                  <a:pt x="273" y="145"/>
                </a:cubicBezTo>
                <a:cubicBezTo>
                  <a:pt x="273" y="162"/>
                  <a:pt x="216" y="177"/>
                  <a:pt x="145" y="177"/>
                </a:cubicBezTo>
                <a:moveTo>
                  <a:pt x="273" y="112"/>
                </a:moveTo>
                <a:cubicBezTo>
                  <a:pt x="273" y="130"/>
                  <a:pt x="216" y="145"/>
                  <a:pt x="145" y="145"/>
                </a:cubicBezTo>
                <a:cubicBezTo>
                  <a:pt x="74" y="145"/>
                  <a:pt x="16" y="130"/>
                  <a:pt x="16" y="112"/>
                </a:cubicBezTo>
                <a:cubicBezTo>
                  <a:pt x="16" y="70"/>
                  <a:pt x="16" y="70"/>
                  <a:pt x="16" y="70"/>
                </a:cubicBezTo>
                <a:cubicBezTo>
                  <a:pt x="40" y="86"/>
                  <a:pt x="89" y="96"/>
                  <a:pt x="145" y="96"/>
                </a:cubicBezTo>
                <a:cubicBezTo>
                  <a:pt x="201" y="96"/>
                  <a:pt x="249" y="86"/>
                  <a:pt x="273" y="70"/>
                </a:cubicBezTo>
                <a:lnTo>
                  <a:pt x="273" y="112"/>
                </a:lnTo>
                <a:close/>
                <a:moveTo>
                  <a:pt x="145" y="80"/>
                </a:moveTo>
                <a:cubicBezTo>
                  <a:pt x="74" y="80"/>
                  <a:pt x="16" y="66"/>
                  <a:pt x="16" y="48"/>
                </a:cubicBezTo>
                <a:cubicBezTo>
                  <a:pt x="16" y="30"/>
                  <a:pt x="74" y="16"/>
                  <a:pt x="145" y="16"/>
                </a:cubicBezTo>
                <a:cubicBezTo>
                  <a:pt x="216" y="16"/>
                  <a:pt x="273" y="30"/>
                  <a:pt x="273" y="48"/>
                </a:cubicBezTo>
                <a:cubicBezTo>
                  <a:pt x="273" y="66"/>
                  <a:pt x="216" y="80"/>
                  <a:pt x="145" y="80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3" name="Freeform 53"/>
          <p:cNvSpPr>
            <a:spLocks noEditPoints="1"/>
          </p:cNvSpPr>
          <p:nvPr/>
        </p:nvSpPr>
        <p:spPr bwMode="auto">
          <a:xfrm>
            <a:off x="9673167" y="5350935"/>
            <a:ext cx="577851" cy="577851"/>
          </a:xfrm>
          <a:custGeom>
            <a:avLst/>
            <a:gdLst>
              <a:gd name="T0" fmla="*/ 260 w 353"/>
              <a:gd name="T1" fmla="*/ 115 h 353"/>
              <a:gd name="T2" fmla="*/ 239 w 353"/>
              <a:gd name="T3" fmla="*/ 123 h 353"/>
              <a:gd name="T4" fmla="*/ 215 w 353"/>
              <a:gd name="T5" fmla="*/ 112 h 353"/>
              <a:gd name="T6" fmla="*/ 182 w 353"/>
              <a:gd name="T7" fmla="*/ 145 h 353"/>
              <a:gd name="T8" fmla="*/ 183 w 353"/>
              <a:gd name="T9" fmla="*/ 152 h 353"/>
              <a:gd name="T10" fmla="*/ 115 w 353"/>
              <a:gd name="T11" fmla="*/ 118 h 353"/>
              <a:gd name="T12" fmla="*/ 111 w 353"/>
              <a:gd name="T13" fmla="*/ 135 h 353"/>
              <a:gd name="T14" fmla="*/ 125 w 353"/>
              <a:gd name="T15" fmla="*/ 162 h 353"/>
              <a:gd name="T16" fmla="*/ 110 w 353"/>
              <a:gd name="T17" fmla="*/ 158 h 353"/>
              <a:gd name="T18" fmla="*/ 110 w 353"/>
              <a:gd name="T19" fmla="*/ 158 h 353"/>
              <a:gd name="T20" fmla="*/ 137 w 353"/>
              <a:gd name="T21" fmla="*/ 190 h 353"/>
              <a:gd name="T22" fmla="*/ 128 w 353"/>
              <a:gd name="T23" fmla="*/ 191 h 353"/>
              <a:gd name="T24" fmla="*/ 122 w 353"/>
              <a:gd name="T25" fmla="*/ 190 h 353"/>
              <a:gd name="T26" fmla="*/ 153 w 353"/>
              <a:gd name="T27" fmla="*/ 213 h 353"/>
              <a:gd name="T28" fmla="*/ 112 w 353"/>
              <a:gd name="T29" fmla="*/ 227 h 353"/>
              <a:gd name="T30" fmla="*/ 104 w 353"/>
              <a:gd name="T31" fmla="*/ 226 h 353"/>
              <a:gd name="T32" fmla="*/ 154 w 353"/>
              <a:gd name="T33" fmla="*/ 241 h 353"/>
              <a:gd name="T34" fmla="*/ 248 w 353"/>
              <a:gd name="T35" fmla="*/ 149 h 353"/>
              <a:gd name="T36" fmla="*/ 248 w 353"/>
              <a:gd name="T37" fmla="*/ 144 h 353"/>
              <a:gd name="T38" fmla="*/ 264 w 353"/>
              <a:gd name="T39" fmla="*/ 128 h 353"/>
              <a:gd name="T40" fmla="*/ 246 w 353"/>
              <a:gd name="T41" fmla="*/ 133 h 353"/>
              <a:gd name="T42" fmla="*/ 260 w 353"/>
              <a:gd name="T43" fmla="*/ 115 h 353"/>
              <a:gd name="T44" fmla="*/ 176 w 353"/>
              <a:gd name="T45" fmla="*/ 0 h 353"/>
              <a:gd name="T46" fmla="*/ 0 w 353"/>
              <a:gd name="T47" fmla="*/ 177 h 353"/>
              <a:gd name="T48" fmla="*/ 176 w 353"/>
              <a:gd name="T49" fmla="*/ 353 h 353"/>
              <a:gd name="T50" fmla="*/ 353 w 353"/>
              <a:gd name="T51" fmla="*/ 177 h 353"/>
              <a:gd name="T52" fmla="*/ 176 w 353"/>
              <a:gd name="T53" fmla="*/ 0 h 353"/>
              <a:gd name="T54" fmla="*/ 176 w 353"/>
              <a:gd name="T55" fmla="*/ 337 h 353"/>
              <a:gd name="T56" fmla="*/ 16 w 353"/>
              <a:gd name="T57" fmla="*/ 177 h 353"/>
              <a:gd name="T58" fmla="*/ 176 w 353"/>
              <a:gd name="T59" fmla="*/ 16 h 353"/>
              <a:gd name="T60" fmla="*/ 337 w 353"/>
              <a:gd name="T61" fmla="*/ 177 h 353"/>
              <a:gd name="T62" fmla="*/ 176 w 353"/>
              <a:gd name="T63" fmla="*/ 337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353" h="353">
                <a:moveTo>
                  <a:pt x="260" y="115"/>
                </a:moveTo>
                <a:cubicBezTo>
                  <a:pt x="254" y="119"/>
                  <a:pt x="247" y="121"/>
                  <a:pt x="239" y="123"/>
                </a:cubicBezTo>
                <a:cubicBezTo>
                  <a:pt x="233" y="116"/>
                  <a:pt x="225" y="112"/>
                  <a:pt x="215" y="112"/>
                </a:cubicBezTo>
                <a:cubicBezTo>
                  <a:pt x="197" y="112"/>
                  <a:pt x="182" y="127"/>
                  <a:pt x="182" y="145"/>
                </a:cubicBezTo>
                <a:cubicBezTo>
                  <a:pt x="182" y="147"/>
                  <a:pt x="182" y="150"/>
                  <a:pt x="183" y="152"/>
                </a:cubicBezTo>
                <a:cubicBezTo>
                  <a:pt x="156" y="151"/>
                  <a:pt x="131" y="138"/>
                  <a:pt x="115" y="118"/>
                </a:cubicBezTo>
                <a:cubicBezTo>
                  <a:pt x="112" y="123"/>
                  <a:pt x="111" y="129"/>
                  <a:pt x="111" y="135"/>
                </a:cubicBezTo>
                <a:cubicBezTo>
                  <a:pt x="111" y="146"/>
                  <a:pt x="116" y="156"/>
                  <a:pt x="125" y="162"/>
                </a:cubicBezTo>
                <a:cubicBezTo>
                  <a:pt x="120" y="161"/>
                  <a:pt x="115" y="160"/>
                  <a:pt x="110" y="158"/>
                </a:cubicBezTo>
                <a:cubicBezTo>
                  <a:pt x="110" y="158"/>
                  <a:pt x="110" y="158"/>
                  <a:pt x="110" y="158"/>
                </a:cubicBezTo>
                <a:cubicBezTo>
                  <a:pt x="110" y="174"/>
                  <a:pt x="122" y="187"/>
                  <a:pt x="137" y="190"/>
                </a:cubicBezTo>
                <a:cubicBezTo>
                  <a:pt x="134" y="191"/>
                  <a:pt x="131" y="191"/>
                  <a:pt x="128" y="191"/>
                </a:cubicBezTo>
                <a:cubicBezTo>
                  <a:pt x="126" y="191"/>
                  <a:pt x="124" y="191"/>
                  <a:pt x="122" y="190"/>
                </a:cubicBezTo>
                <a:cubicBezTo>
                  <a:pt x="126" y="203"/>
                  <a:pt x="138" y="213"/>
                  <a:pt x="153" y="213"/>
                </a:cubicBezTo>
                <a:cubicBezTo>
                  <a:pt x="141" y="222"/>
                  <a:pt x="127" y="227"/>
                  <a:pt x="112" y="227"/>
                </a:cubicBezTo>
                <a:cubicBezTo>
                  <a:pt x="109" y="227"/>
                  <a:pt x="106" y="227"/>
                  <a:pt x="104" y="226"/>
                </a:cubicBezTo>
                <a:cubicBezTo>
                  <a:pt x="118" y="235"/>
                  <a:pt x="136" y="241"/>
                  <a:pt x="154" y="241"/>
                </a:cubicBezTo>
                <a:cubicBezTo>
                  <a:pt x="215" y="241"/>
                  <a:pt x="248" y="191"/>
                  <a:pt x="248" y="149"/>
                </a:cubicBezTo>
                <a:cubicBezTo>
                  <a:pt x="248" y="147"/>
                  <a:pt x="248" y="146"/>
                  <a:pt x="248" y="144"/>
                </a:cubicBezTo>
                <a:cubicBezTo>
                  <a:pt x="254" y="140"/>
                  <a:pt x="260" y="134"/>
                  <a:pt x="264" y="128"/>
                </a:cubicBezTo>
                <a:cubicBezTo>
                  <a:pt x="259" y="130"/>
                  <a:pt x="252" y="132"/>
                  <a:pt x="246" y="133"/>
                </a:cubicBezTo>
                <a:cubicBezTo>
                  <a:pt x="252" y="129"/>
                  <a:pt x="258" y="122"/>
                  <a:pt x="260" y="115"/>
                </a:cubicBezTo>
                <a:moveTo>
                  <a:pt x="176" y="0"/>
                </a:moveTo>
                <a:cubicBezTo>
                  <a:pt x="79" y="0"/>
                  <a:pt x="0" y="79"/>
                  <a:pt x="0" y="177"/>
                </a:cubicBezTo>
                <a:cubicBezTo>
                  <a:pt x="0" y="274"/>
                  <a:pt x="79" y="353"/>
                  <a:pt x="176" y="353"/>
                </a:cubicBezTo>
                <a:cubicBezTo>
                  <a:pt x="274" y="353"/>
                  <a:pt x="353" y="274"/>
                  <a:pt x="353" y="177"/>
                </a:cubicBezTo>
                <a:cubicBezTo>
                  <a:pt x="353" y="79"/>
                  <a:pt x="274" y="0"/>
                  <a:pt x="176" y="0"/>
                </a:cubicBezTo>
                <a:moveTo>
                  <a:pt x="176" y="337"/>
                </a:moveTo>
                <a:cubicBezTo>
                  <a:pt x="87" y="337"/>
                  <a:pt x="16" y="265"/>
                  <a:pt x="16" y="177"/>
                </a:cubicBezTo>
                <a:cubicBezTo>
                  <a:pt x="16" y="88"/>
                  <a:pt x="87" y="16"/>
                  <a:pt x="176" y="16"/>
                </a:cubicBezTo>
                <a:cubicBezTo>
                  <a:pt x="265" y="16"/>
                  <a:pt x="337" y="88"/>
                  <a:pt x="337" y="177"/>
                </a:cubicBezTo>
                <a:cubicBezTo>
                  <a:pt x="337" y="265"/>
                  <a:pt x="265" y="337"/>
                  <a:pt x="176" y="337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4" name="Freeform 54"/>
          <p:cNvSpPr>
            <a:spLocks noEditPoints="1"/>
          </p:cNvSpPr>
          <p:nvPr/>
        </p:nvSpPr>
        <p:spPr bwMode="auto">
          <a:xfrm>
            <a:off x="10775951" y="5350935"/>
            <a:ext cx="577851" cy="577851"/>
          </a:xfrm>
          <a:custGeom>
            <a:avLst/>
            <a:gdLst>
              <a:gd name="T0" fmla="*/ 176 w 353"/>
              <a:gd name="T1" fmla="*/ 0 h 353"/>
              <a:gd name="T2" fmla="*/ 0 w 353"/>
              <a:gd name="T3" fmla="*/ 177 h 353"/>
              <a:gd name="T4" fmla="*/ 176 w 353"/>
              <a:gd name="T5" fmla="*/ 353 h 353"/>
              <a:gd name="T6" fmla="*/ 353 w 353"/>
              <a:gd name="T7" fmla="*/ 177 h 353"/>
              <a:gd name="T8" fmla="*/ 176 w 353"/>
              <a:gd name="T9" fmla="*/ 0 h 353"/>
              <a:gd name="T10" fmla="*/ 176 w 353"/>
              <a:gd name="T11" fmla="*/ 337 h 353"/>
              <a:gd name="T12" fmla="*/ 16 w 353"/>
              <a:gd name="T13" fmla="*/ 177 h 353"/>
              <a:gd name="T14" fmla="*/ 176 w 353"/>
              <a:gd name="T15" fmla="*/ 16 h 353"/>
              <a:gd name="T16" fmla="*/ 337 w 353"/>
              <a:gd name="T17" fmla="*/ 177 h 353"/>
              <a:gd name="T18" fmla="*/ 176 w 353"/>
              <a:gd name="T19" fmla="*/ 337 h 353"/>
              <a:gd name="T20" fmla="*/ 192 w 353"/>
              <a:gd name="T21" fmla="*/ 139 h 353"/>
              <a:gd name="T22" fmla="*/ 203 w 353"/>
              <a:gd name="T23" fmla="*/ 129 h 353"/>
              <a:gd name="T24" fmla="*/ 216 w 353"/>
              <a:gd name="T25" fmla="*/ 129 h 353"/>
              <a:gd name="T26" fmla="*/ 216 w 353"/>
              <a:gd name="T27" fmla="*/ 104 h 353"/>
              <a:gd name="T28" fmla="*/ 195 w 353"/>
              <a:gd name="T29" fmla="*/ 104 h 353"/>
              <a:gd name="T30" fmla="*/ 160 w 353"/>
              <a:gd name="T31" fmla="*/ 137 h 353"/>
              <a:gd name="T32" fmla="*/ 160 w 353"/>
              <a:gd name="T33" fmla="*/ 152 h 353"/>
              <a:gd name="T34" fmla="*/ 144 w 353"/>
              <a:gd name="T35" fmla="*/ 152 h 353"/>
              <a:gd name="T36" fmla="*/ 144 w 353"/>
              <a:gd name="T37" fmla="*/ 177 h 353"/>
              <a:gd name="T38" fmla="*/ 160 w 353"/>
              <a:gd name="T39" fmla="*/ 177 h 353"/>
              <a:gd name="T40" fmla="*/ 160 w 353"/>
              <a:gd name="T41" fmla="*/ 249 h 353"/>
              <a:gd name="T42" fmla="*/ 192 w 353"/>
              <a:gd name="T43" fmla="*/ 249 h 353"/>
              <a:gd name="T44" fmla="*/ 192 w 353"/>
              <a:gd name="T45" fmla="*/ 177 h 353"/>
              <a:gd name="T46" fmla="*/ 214 w 353"/>
              <a:gd name="T47" fmla="*/ 177 h 353"/>
              <a:gd name="T48" fmla="*/ 217 w 353"/>
              <a:gd name="T49" fmla="*/ 152 h 353"/>
              <a:gd name="T50" fmla="*/ 192 w 353"/>
              <a:gd name="T51" fmla="*/ 152 h 353"/>
              <a:gd name="T52" fmla="*/ 192 w 353"/>
              <a:gd name="T53" fmla="*/ 139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353" h="353">
                <a:moveTo>
                  <a:pt x="176" y="0"/>
                </a:moveTo>
                <a:cubicBezTo>
                  <a:pt x="79" y="0"/>
                  <a:pt x="0" y="79"/>
                  <a:pt x="0" y="177"/>
                </a:cubicBezTo>
                <a:cubicBezTo>
                  <a:pt x="0" y="274"/>
                  <a:pt x="79" y="353"/>
                  <a:pt x="176" y="353"/>
                </a:cubicBezTo>
                <a:cubicBezTo>
                  <a:pt x="274" y="353"/>
                  <a:pt x="353" y="274"/>
                  <a:pt x="353" y="177"/>
                </a:cubicBezTo>
                <a:cubicBezTo>
                  <a:pt x="353" y="79"/>
                  <a:pt x="274" y="0"/>
                  <a:pt x="176" y="0"/>
                </a:cubicBezTo>
                <a:moveTo>
                  <a:pt x="176" y="337"/>
                </a:moveTo>
                <a:cubicBezTo>
                  <a:pt x="88" y="337"/>
                  <a:pt x="16" y="265"/>
                  <a:pt x="16" y="177"/>
                </a:cubicBezTo>
                <a:cubicBezTo>
                  <a:pt x="16" y="88"/>
                  <a:pt x="88" y="16"/>
                  <a:pt x="176" y="16"/>
                </a:cubicBezTo>
                <a:cubicBezTo>
                  <a:pt x="265" y="16"/>
                  <a:pt x="337" y="88"/>
                  <a:pt x="337" y="177"/>
                </a:cubicBezTo>
                <a:cubicBezTo>
                  <a:pt x="337" y="265"/>
                  <a:pt x="265" y="337"/>
                  <a:pt x="176" y="337"/>
                </a:cubicBezTo>
                <a:moveTo>
                  <a:pt x="192" y="139"/>
                </a:moveTo>
                <a:cubicBezTo>
                  <a:pt x="192" y="132"/>
                  <a:pt x="193" y="129"/>
                  <a:pt x="203" y="129"/>
                </a:cubicBezTo>
                <a:cubicBezTo>
                  <a:pt x="216" y="129"/>
                  <a:pt x="216" y="129"/>
                  <a:pt x="216" y="129"/>
                </a:cubicBezTo>
                <a:cubicBezTo>
                  <a:pt x="216" y="104"/>
                  <a:pt x="216" y="104"/>
                  <a:pt x="216" y="104"/>
                </a:cubicBezTo>
                <a:cubicBezTo>
                  <a:pt x="195" y="104"/>
                  <a:pt x="195" y="104"/>
                  <a:pt x="195" y="104"/>
                </a:cubicBezTo>
                <a:cubicBezTo>
                  <a:pt x="169" y="104"/>
                  <a:pt x="160" y="116"/>
                  <a:pt x="160" y="137"/>
                </a:cubicBezTo>
                <a:cubicBezTo>
                  <a:pt x="160" y="152"/>
                  <a:pt x="160" y="152"/>
                  <a:pt x="160" y="152"/>
                </a:cubicBezTo>
                <a:cubicBezTo>
                  <a:pt x="144" y="152"/>
                  <a:pt x="144" y="152"/>
                  <a:pt x="144" y="152"/>
                </a:cubicBezTo>
                <a:cubicBezTo>
                  <a:pt x="144" y="177"/>
                  <a:pt x="144" y="177"/>
                  <a:pt x="144" y="177"/>
                </a:cubicBezTo>
                <a:cubicBezTo>
                  <a:pt x="160" y="177"/>
                  <a:pt x="160" y="177"/>
                  <a:pt x="160" y="177"/>
                </a:cubicBezTo>
                <a:cubicBezTo>
                  <a:pt x="160" y="249"/>
                  <a:pt x="160" y="249"/>
                  <a:pt x="160" y="249"/>
                </a:cubicBezTo>
                <a:cubicBezTo>
                  <a:pt x="192" y="249"/>
                  <a:pt x="192" y="249"/>
                  <a:pt x="192" y="249"/>
                </a:cubicBezTo>
                <a:cubicBezTo>
                  <a:pt x="192" y="177"/>
                  <a:pt x="192" y="177"/>
                  <a:pt x="192" y="177"/>
                </a:cubicBezTo>
                <a:cubicBezTo>
                  <a:pt x="214" y="177"/>
                  <a:pt x="214" y="177"/>
                  <a:pt x="214" y="177"/>
                </a:cubicBezTo>
                <a:cubicBezTo>
                  <a:pt x="217" y="152"/>
                  <a:pt x="217" y="152"/>
                  <a:pt x="217" y="152"/>
                </a:cubicBezTo>
                <a:cubicBezTo>
                  <a:pt x="192" y="152"/>
                  <a:pt x="192" y="152"/>
                  <a:pt x="192" y="152"/>
                </a:cubicBezTo>
                <a:lnTo>
                  <a:pt x="192" y="13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</p:spTree>
    <p:extLst>
      <p:ext uri="{BB962C8B-B14F-4D97-AF65-F5344CB8AC3E}">
        <p14:creationId xmlns:p14="http://schemas.microsoft.com/office/powerpoint/2010/main" val="1253360582"/>
      </p:ext>
    </p:extLst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reeform 5"/>
          <p:cNvSpPr>
            <a:spLocks noEditPoints="1"/>
          </p:cNvSpPr>
          <p:nvPr/>
        </p:nvSpPr>
        <p:spPr bwMode="auto">
          <a:xfrm>
            <a:off x="878418" y="946152"/>
            <a:ext cx="573617" cy="573617"/>
          </a:xfrm>
          <a:custGeom>
            <a:avLst/>
            <a:gdLst>
              <a:gd name="T0" fmla="*/ 173 w 353"/>
              <a:gd name="T1" fmla="*/ 144 h 353"/>
              <a:gd name="T2" fmla="*/ 186 w 353"/>
              <a:gd name="T3" fmla="*/ 109 h 353"/>
              <a:gd name="T4" fmla="*/ 169 w 353"/>
              <a:gd name="T5" fmla="*/ 96 h 353"/>
              <a:gd name="T6" fmla="*/ 156 w 353"/>
              <a:gd name="T7" fmla="*/ 131 h 353"/>
              <a:gd name="T8" fmla="*/ 166 w 353"/>
              <a:gd name="T9" fmla="*/ 109 h 353"/>
              <a:gd name="T10" fmla="*/ 176 w 353"/>
              <a:gd name="T11" fmla="*/ 109 h 353"/>
              <a:gd name="T12" fmla="*/ 171 w 353"/>
              <a:gd name="T13" fmla="*/ 137 h 353"/>
              <a:gd name="T14" fmla="*/ 166 w 353"/>
              <a:gd name="T15" fmla="*/ 109 h 353"/>
              <a:gd name="T16" fmla="*/ 215 w 353"/>
              <a:gd name="T17" fmla="*/ 138 h 353"/>
              <a:gd name="T18" fmla="*/ 225 w 353"/>
              <a:gd name="T19" fmla="*/ 143 h 353"/>
              <a:gd name="T20" fmla="*/ 215 w 353"/>
              <a:gd name="T21" fmla="*/ 96 h 353"/>
              <a:gd name="T22" fmla="*/ 208 w 353"/>
              <a:gd name="T23" fmla="*/ 137 h 353"/>
              <a:gd name="T24" fmla="*/ 205 w 353"/>
              <a:gd name="T25" fmla="*/ 96 h 353"/>
              <a:gd name="T26" fmla="*/ 195 w 353"/>
              <a:gd name="T27" fmla="*/ 137 h 353"/>
              <a:gd name="T28" fmla="*/ 130 w 353"/>
              <a:gd name="T29" fmla="*/ 143 h 353"/>
              <a:gd name="T30" fmla="*/ 142 w 353"/>
              <a:gd name="T31" fmla="*/ 118 h 353"/>
              <a:gd name="T32" fmla="*/ 145 w 353"/>
              <a:gd name="T33" fmla="*/ 81 h 353"/>
              <a:gd name="T34" fmla="*/ 128 w 353"/>
              <a:gd name="T35" fmla="*/ 81 h 353"/>
              <a:gd name="T36" fmla="*/ 130 w 353"/>
              <a:gd name="T37" fmla="*/ 118 h 353"/>
              <a:gd name="T38" fmla="*/ 196 w 353"/>
              <a:gd name="T39" fmla="*/ 198 h 353"/>
              <a:gd name="T40" fmla="*/ 191 w 353"/>
              <a:gd name="T41" fmla="*/ 234 h 353"/>
              <a:gd name="T42" fmla="*/ 201 w 353"/>
              <a:gd name="T43" fmla="*/ 230 h 353"/>
              <a:gd name="T44" fmla="*/ 196 w 353"/>
              <a:gd name="T45" fmla="*/ 198 h 353"/>
              <a:gd name="T46" fmla="*/ 0 w 353"/>
              <a:gd name="T47" fmla="*/ 177 h 353"/>
              <a:gd name="T48" fmla="*/ 353 w 353"/>
              <a:gd name="T49" fmla="*/ 177 h 353"/>
              <a:gd name="T50" fmla="*/ 177 w 353"/>
              <a:gd name="T51" fmla="*/ 337 h 353"/>
              <a:gd name="T52" fmla="*/ 177 w 353"/>
              <a:gd name="T53" fmla="*/ 16 h 353"/>
              <a:gd name="T54" fmla="*/ 177 w 353"/>
              <a:gd name="T55" fmla="*/ 337 h 353"/>
              <a:gd name="T56" fmla="*/ 177 w 353"/>
              <a:gd name="T57" fmla="*/ 153 h 353"/>
              <a:gd name="T58" fmla="*/ 91 w 353"/>
              <a:gd name="T59" fmla="*/ 178 h 353"/>
              <a:gd name="T60" fmla="*/ 91 w 353"/>
              <a:gd name="T61" fmla="*/ 240 h 353"/>
              <a:gd name="T62" fmla="*/ 177 w 353"/>
              <a:gd name="T63" fmla="*/ 265 h 353"/>
              <a:gd name="T64" fmla="*/ 262 w 353"/>
              <a:gd name="T65" fmla="*/ 240 h 353"/>
              <a:gd name="T66" fmla="*/ 262 w 353"/>
              <a:gd name="T67" fmla="*/ 178 h 353"/>
              <a:gd name="T68" fmla="*/ 140 w 353"/>
              <a:gd name="T69" fmla="*/ 181 h 353"/>
              <a:gd name="T70" fmla="*/ 128 w 353"/>
              <a:gd name="T71" fmla="*/ 244 h 353"/>
              <a:gd name="T72" fmla="*/ 116 w 353"/>
              <a:gd name="T73" fmla="*/ 181 h 353"/>
              <a:gd name="T74" fmla="*/ 104 w 353"/>
              <a:gd name="T75" fmla="*/ 171 h 353"/>
              <a:gd name="T76" fmla="*/ 140 w 353"/>
              <a:gd name="T77" fmla="*/ 181 h 353"/>
              <a:gd name="T78" fmla="*/ 162 w 353"/>
              <a:gd name="T79" fmla="*/ 244 h 353"/>
              <a:gd name="T80" fmla="*/ 150 w 353"/>
              <a:gd name="T81" fmla="*/ 244 h 353"/>
              <a:gd name="T82" fmla="*/ 142 w 353"/>
              <a:gd name="T83" fmla="*/ 189 h 353"/>
              <a:gd name="T84" fmla="*/ 152 w 353"/>
              <a:gd name="T85" fmla="*/ 235 h 353"/>
              <a:gd name="T86" fmla="*/ 162 w 353"/>
              <a:gd name="T87" fmla="*/ 233 h 353"/>
              <a:gd name="T88" fmla="*/ 172 w 353"/>
              <a:gd name="T89" fmla="*/ 189 h 353"/>
              <a:gd name="T90" fmla="*/ 211 w 353"/>
              <a:gd name="T91" fmla="*/ 232 h 353"/>
              <a:gd name="T92" fmla="*/ 191 w 353"/>
              <a:gd name="T93" fmla="*/ 239 h 353"/>
              <a:gd name="T94" fmla="*/ 180 w 353"/>
              <a:gd name="T95" fmla="*/ 244 h 353"/>
              <a:gd name="T96" fmla="*/ 191 w 353"/>
              <a:gd name="T97" fmla="*/ 171 h 353"/>
              <a:gd name="T98" fmla="*/ 202 w 353"/>
              <a:gd name="T99" fmla="*/ 189 h 353"/>
              <a:gd name="T100" fmla="*/ 211 w 353"/>
              <a:gd name="T101" fmla="*/ 232 h 353"/>
              <a:gd name="T102" fmla="*/ 250 w 353"/>
              <a:gd name="T103" fmla="*/ 218 h 353"/>
              <a:gd name="T104" fmla="*/ 229 w 353"/>
              <a:gd name="T105" fmla="*/ 230 h 353"/>
              <a:gd name="T106" fmla="*/ 239 w 353"/>
              <a:gd name="T107" fmla="*/ 230 h 353"/>
              <a:gd name="T108" fmla="*/ 250 w 353"/>
              <a:gd name="T109" fmla="*/ 225 h 353"/>
              <a:gd name="T110" fmla="*/ 235 w 353"/>
              <a:gd name="T111" fmla="*/ 244 h 353"/>
              <a:gd name="T112" fmla="*/ 219 w 353"/>
              <a:gd name="T113" fmla="*/ 202 h 353"/>
              <a:gd name="T114" fmla="*/ 250 w 353"/>
              <a:gd name="T115" fmla="*/ 202 h 353"/>
              <a:gd name="T116" fmla="*/ 229 w 353"/>
              <a:gd name="T117" fmla="*/ 203 h 353"/>
              <a:gd name="T118" fmla="*/ 239 w 353"/>
              <a:gd name="T119" fmla="*/ 210 h 353"/>
              <a:gd name="T120" fmla="*/ 234 w 353"/>
              <a:gd name="T121" fmla="*/ 198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353" h="353">
                <a:moveTo>
                  <a:pt x="169" y="144"/>
                </a:moveTo>
                <a:cubicBezTo>
                  <a:pt x="173" y="144"/>
                  <a:pt x="173" y="144"/>
                  <a:pt x="173" y="144"/>
                </a:cubicBezTo>
                <a:cubicBezTo>
                  <a:pt x="180" y="144"/>
                  <a:pt x="186" y="138"/>
                  <a:pt x="186" y="131"/>
                </a:cubicBezTo>
                <a:cubicBezTo>
                  <a:pt x="186" y="109"/>
                  <a:pt x="186" y="109"/>
                  <a:pt x="186" y="109"/>
                </a:cubicBezTo>
                <a:cubicBezTo>
                  <a:pt x="186" y="102"/>
                  <a:pt x="180" y="96"/>
                  <a:pt x="173" y="96"/>
                </a:cubicBezTo>
                <a:cubicBezTo>
                  <a:pt x="169" y="96"/>
                  <a:pt x="169" y="96"/>
                  <a:pt x="169" y="96"/>
                </a:cubicBezTo>
                <a:cubicBezTo>
                  <a:pt x="162" y="96"/>
                  <a:pt x="156" y="102"/>
                  <a:pt x="156" y="109"/>
                </a:cubicBezTo>
                <a:cubicBezTo>
                  <a:pt x="156" y="131"/>
                  <a:pt x="156" y="131"/>
                  <a:pt x="156" y="131"/>
                </a:cubicBezTo>
                <a:cubicBezTo>
                  <a:pt x="156" y="138"/>
                  <a:pt x="162" y="144"/>
                  <a:pt x="169" y="144"/>
                </a:cubicBezTo>
                <a:moveTo>
                  <a:pt x="166" y="109"/>
                </a:moveTo>
                <a:cubicBezTo>
                  <a:pt x="166" y="106"/>
                  <a:pt x="168" y="104"/>
                  <a:pt x="171" y="104"/>
                </a:cubicBezTo>
                <a:cubicBezTo>
                  <a:pt x="174" y="104"/>
                  <a:pt x="176" y="106"/>
                  <a:pt x="176" y="109"/>
                </a:cubicBezTo>
                <a:cubicBezTo>
                  <a:pt x="176" y="132"/>
                  <a:pt x="176" y="132"/>
                  <a:pt x="176" y="132"/>
                </a:cubicBezTo>
                <a:cubicBezTo>
                  <a:pt x="176" y="134"/>
                  <a:pt x="174" y="137"/>
                  <a:pt x="171" y="137"/>
                </a:cubicBezTo>
                <a:cubicBezTo>
                  <a:pt x="168" y="137"/>
                  <a:pt x="166" y="134"/>
                  <a:pt x="166" y="132"/>
                </a:cubicBezTo>
                <a:lnTo>
                  <a:pt x="166" y="109"/>
                </a:lnTo>
                <a:close/>
                <a:moveTo>
                  <a:pt x="203" y="144"/>
                </a:moveTo>
                <a:cubicBezTo>
                  <a:pt x="209" y="144"/>
                  <a:pt x="215" y="138"/>
                  <a:pt x="215" y="138"/>
                </a:cubicBezTo>
                <a:cubicBezTo>
                  <a:pt x="215" y="143"/>
                  <a:pt x="215" y="143"/>
                  <a:pt x="215" y="143"/>
                </a:cubicBezTo>
                <a:cubicBezTo>
                  <a:pt x="225" y="143"/>
                  <a:pt x="225" y="143"/>
                  <a:pt x="225" y="143"/>
                </a:cubicBezTo>
                <a:cubicBezTo>
                  <a:pt x="225" y="96"/>
                  <a:pt x="225" y="96"/>
                  <a:pt x="225" y="96"/>
                </a:cubicBezTo>
                <a:cubicBezTo>
                  <a:pt x="215" y="96"/>
                  <a:pt x="215" y="96"/>
                  <a:pt x="215" y="96"/>
                </a:cubicBezTo>
                <a:cubicBezTo>
                  <a:pt x="215" y="132"/>
                  <a:pt x="215" y="132"/>
                  <a:pt x="215" y="132"/>
                </a:cubicBezTo>
                <a:cubicBezTo>
                  <a:pt x="215" y="132"/>
                  <a:pt x="212" y="137"/>
                  <a:pt x="208" y="137"/>
                </a:cubicBezTo>
                <a:cubicBezTo>
                  <a:pt x="205" y="137"/>
                  <a:pt x="205" y="134"/>
                  <a:pt x="205" y="134"/>
                </a:cubicBezTo>
                <a:cubicBezTo>
                  <a:pt x="205" y="96"/>
                  <a:pt x="205" y="96"/>
                  <a:pt x="205" y="96"/>
                </a:cubicBezTo>
                <a:cubicBezTo>
                  <a:pt x="195" y="96"/>
                  <a:pt x="195" y="96"/>
                  <a:pt x="195" y="96"/>
                </a:cubicBezTo>
                <a:cubicBezTo>
                  <a:pt x="195" y="137"/>
                  <a:pt x="195" y="137"/>
                  <a:pt x="195" y="137"/>
                </a:cubicBezTo>
                <a:cubicBezTo>
                  <a:pt x="195" y="137"/>
                  <a:pt x="196" y="144"/>
                  <a:pt x="203" y="144"/>
                </a:cubicBezTo>
                <a:moveTo>
                  <a:pt x="130" y="143"/>
                </a:moveTo>
                <a:cubicBezTo>
                  <a:pt x="142" y="143"/>
                  <a:pt x="142" y="143"/>
                  <a:pt x="142" y="143"/>
                </a:cubicBezTo>
                <a:cubicBezTo>
                  <a:pt x="142" y="118"/>
                  <a:pt x="142" y="118"/>
                  <a:pt x="142" y="118"/>
                </a:cubicBezTo>
                <a:cubicBezTo>
                  <a:pt x="155" y="81"/>
                  <a:pt x="155" y="81"/>
                  <a:pt x="155" y="81"/>
                </a:cubicBezTo>
                <a:cubicBezTo>
                  <a:pt x="145" y="81"/>
                  <a:pt x="145" y="81"/>
                  <a:pt x="145" y="81"/>
                </a:cubicBezTo>
                <a:cubicBezTo>
                  <a:pt x="136" y="105"/>
                  <a:pt x="136" y="105"/>
                  <a:pt x="136" y="105"/>
                </a:cubicBezTo>
                <a:cubicBezTo>
                  <a:pt x="128" y="81"/>
                  <a:pt x="128" y="81"/>
                  <a:pt x="128" y="81"/>
                </a:cubicBezTo>
                <a:cubicBezTo>
                  <a:pt x="116" y="81"/>
                  <a:pt x="116" y="81"/>
                  <a:pt x="116" y="81"/>
                </a:cubicBezTo>
                <a:cubicBezTo>
                  <a:pt x="130" y="118"/>
                  <a:pt x="130" y="118"/>
                  <a:pt x="130" y="118"/>
                </a:cubicBezTo>
                <a:lnTo>
                  <a:pt x="130" y="143"/>
                </a:lnTo>
                <a:close/>
                <a:moveTo>
                  <a:pt x="196" y="198"/>
                </a:moveTo>
                <a:cubicBezTo>
                  <a:pt x="194" y="198"/>
                  <a:pt x="192" y="199"/>
                  <a:pt x="191" y="200"/>
                </a:cubicBezTo>
                <a:cubicBezTo>
                  <a:pt x="191" y="234"/>
                  <a:pt x="191" y="234"/>
                  <a:pt x="191" y="234"/>
                </a:cubicBezTo>
                <a:cubicBezTo>
                  <a:pt x="192" y="235"/>
                  <a:pt x="194" y="236"/>
                  <a:pt x="196" y="236"/>
                </a:cubicBezTo>
                <a:cubicBezTo>
                  <a:pt x="201" y="236"/>
                  <a:pt x="201" y="230"/>
                  <a:pt x="201" y="230"/>
                </a:cubicBezTo>
                <a:cubicBezTo>
                  <a:pt x="201" y="203"/>
                  <a:pt x="201" y="203"/>
                  <a:pt x="201" y="203"/>
                </a:cubicBezTo>
                <a:cubicBezTo>
                  <a:pt x="201" y="203"/>
                  <a:pt x="200" y="198"/>
                  <a:pt x="196" y="198"/>
                </a:cubicBezTo>
                <a:moveTo>
                  <a:pt x="177" y="0"/>
                </a:moveTo>
                <a:cubicBezTo>
                  <a:pt x="79" y="0"/>
                  <a:pt x="0" y="79"/>
                  <a:pt x="0" y="177"/>
                </a:cubicBezTo>
                <a:cubicBezTo>
                  <a:pt x="0" y="274"/>
                  <a:pt x="79" y="353"/>
                  <a:pt x="177" y="353"/>
                </a:cubicBezTo>
                <a:cubicBezTo>
                  <a:pt x="274" y="353"/>
                  <a:pt x="353" y="274"/>
                  <a:pt x="353" y="177"/>
                </a:cubicBezTo>
                <a:cubicBezTo>
                  <a:pt x="353" y="79"/>
                  <a:pt x="274" y="0"/>
                  <a:pt x="177" y="0"/>
                </a:cubicBezTo>
                <a:moveTo>
                  <a:pt x="177" y="337"/>
                </a:moveTo>
                <a:cubicBezTo>
                  <a:pt x="88" y="337"/>
                  <a:pt x="16" y="265"/>
                  <a:pt x="16" y="177"/>
                </a:cubicBezTo>
                <a:cubicBezTo>
                  <a:pt x="16" y="88"/>
                  <a:pt x="88" y="16"/>
                  <a:pt x="177" y="16"/>
                </a:cubicBezTo>
                <a:cubicBezTo>
                  <a:pt x="265" y="16"/>
                  <a:pt x="337" y="88"/>
                  <a:pt x="337" y="177"/>
                </a:cubicBezTo>
                <a:cubicBezTo>
                  <a:pt x="337" y="265"/>
                  <a:pt x="265" y="337"/>
                  <a:pt x="177" y="337"/>
                </a:cubicBezTo>
                <a:moveTo>
                  <a:pt x="237" y="154"/>
                </a:moveTo>
                <a:cubicBezTo>
                  <a:pt x="237" y="154"/>
                  <a:pt x="207" y="153"/>
                  <a:pt x="177" y="153"/>
                </a:cubicBezTo>
                <a:cubicBezTo>
                  <a:pt x="146" y="153"/>
                  <a:pt x="116" y="154"/>
                  <a:pt x="116" y="154"/>
                </a:cubicBezTo>
                <a:cubicBezTo>
                  <a:pt x="102" y="154"/>
                  <a:pt x="91" y="165"/>
                  <a:pt x="91" y="178"/>
                </a:cubicBezTo>
                <a:cubicBezTo>
                  <a:pt x="91" y="178"/>
                  <a:pt x="88" y="193"/>
                  <a:pt x="88" y="209"/>
                </a:cubicBezTo>
                <a:cubicBezTo>
                  <a:pt x="88" y="224"/>
                  <a:pt x="91" y="240"/>
                  <a:pt x="91" y="240"/>
                </a:cubicBezTo>
                <a:cubicBezTo>
                  <a:pt x="91" y="253"/>
                  <a:pt x="102" y="263"/>
                  <a:pt x="116" y="263"/>
                </a:cubicBezTo>
                <a:cubicBezTo>
                  <a:pt x="116" y="263"/>
                  <a:pt x="146" y="265"/>
                  <a:pt x="177" y="265"/>
                </a:cubicBezTo>
                <a:cubicBezTo>
                  <a:pt x="206" y="265"/>
                  <a:pt x="237" y="263"/>
                  <a:pt x="237" y="263"/>
                </a:cubicBezTo>
                <a:cubicBezTo>
                  <a:pt x="251" y="263"/>
                  <a:pt x="262" y="253"/>
                  <a:pt x="262" y="240"/>
                </a:cubicBezTo>
                <a:cubicBezTo>
                  <a:pt x="262" y="240"/>
                  <a:pt x="265" y="224"/>
                  <a:pt x="265" y="209"/>
                </a:cubicBezTo>
                <a:cubicBezTo>
                  <a:pt x="265" y="193"/>
                  <a:pt x="262" y="178"/>
                  <a:pt x="262" y="178"/>
                </a:cubicBezTo>
                <a:cubicBezTo>
                  <a:pt x="262" y="165"/>
                  <a:pt x="251" y="154"/>
                  <a:pt x="237" y="154"/>
                </a:cubicBezTo>
                <a:moveTo>
                  <a:pt x="140" y="181"/>
                </a:moveTo>
                <a:cubicBezTo>
                  <a:pt x="128" y="181"/>
                  <a:pt x="128" y="181"/>
                  <a:pt x="128" y="181"/>
                </a:cubicBezTo>
                <a:cubicBezTo>
                  <a:pt x="128" y="244"/>
                  <a:pt x="128" y="244"/>
                  <a:pt x="128" y="244"/>
                </a:cubicBezTo>
                <a:cubicBezTo>
                  <a:pt x="116" y="244"/>
                  <a:pt x="116" y="244"/>
                  <a:pt x="116" y="244"/>
                </a:cubicBezTo>
                <a:cubicBezTo>
                  <a:pt x="116" y="181"/>
                  <a:pt x="116" y="181"/>
                  <a:pt x="116" y="181"/>
                </a:cubicBezTo>
                <a:cubicBezTo>
                  <a:pt x="104" y="181"/>
                  <a:pt x="104" y="181"/>
                  <a:pt x="104" y="181"/>
                </a:cubicBezTo>
                <a:cubicBezTo>
                  <a:pt x="104" y="171"/>
                  <a:pt x="104" y="171"/>
                  <a:pt x="104" y="171"/>
                </a:cubicBezTo>
                <a:cubicBezTo>
                  <a:pt x="140" y="171"/>
                  <a:pt x="140" y="171"/>
                  <a:pt x="140" y="171"/>
                </a:cubicBezTo>
                <a:lnTo>
                  <a:pt x="140" y="181"/>
                </a:lnTo>
                <a:close/>
                <a:moveTo>
                  <a:pt x="172" y="244"/>
                </a:moveTo>
                <a:cubicBezTo>
                  <a:pt x="162" y="244"/>
                  <a:pt x="162" y="244"/>
                  <a:pt x="162" y="244"/>
                </a:cubicBezTo>
                <a:cubicBezTo>
                  <a:pt x="162" y="239"/>
                  <a:pt x="162" y="239"/>
                  <a:pt x="162" y="239"/>
                </a:cubicBezTo>
                <a:cubicBezTo>
                  <a:pt x="162" y="239"/>
                  <a:pt x="156" y="244"/>
                  <a:pt x="150" y="244"/>
                </a:cubicBezTo>
                <a:cubicBezTo>
                  <a:pt x="143" y="244"/>
                  <a:pt x="142" y="238"/>
                  <a:pt x="142" y="238"/>
                </a:cubicBezTo>
                <a:cubicBezTo>
                  <a:pt x="142" y="189"/>
                  <a:pt x="142" y="189"/>
                  <a:pt x="142" y="189"/>
                </a:cubicBezTo>
                <a:cubicBezTo>
                  <a:pt x="152" y="189"/>
                  <a:pt x="152" y="189"/>
                  <a:pt x="152" y="189"/>
                </a:cubicBezTo>
                <a:cubicBezTo>
                  <a:pt x="152" y="235"/>
                  <a:pt x="152" y="235"/>
                  <a:pt x="152" y="235"/>
                </a:cubicBezTo>
                <a:cubicBezTo>
                  <a:pt x="152" y="235"/>
                  <a:pt x="152" y="237"/>
                  <a:pt x="155" y="237"/>
                </a:cubicBezTo>
                <a:cubicBezTo>
                  <a:pt x="159" y="237"/>
                  <a:pt x="162" y="233"/>
                  <a:pt x="162" y="233"/>
                </a:cubicBezTo>
                <a:cubicBezTo>
                  <a:pt x="162" y="189"/>
                  <a:pt x="162" y="189"/>
                  <a:pt x="162" y="189"/>
                </a:cubicBezTo>
                <a:cubicBezTo>
                  <a:pt x="172" y="189"/>
                  <a:pt x="172" y="189"/>
                  <a:pt x="172" y="189"/>
                </a:cubicBezTo>
                <a:lnTo>
                  <a:pt x="172" y="244"/>
                </a:lnTo>
                <a:close/>
                <a:moveTo>
                  <a:pt x="211" y="232"/>
                </a:moveTo>
                <a:cubicBezTo>
                  <a:pt x="211" y="232"/>
                  <a:pt x="211" y="244"/>
                  <a:pt x="202" y="244"/>
                </a:cubicBezTo>
                <a:cubicBezTo>
                  <a:pt x="196" y="244"/>
                  <a:pt x="193" y="241"/>
                  <a:pt x="191" y="239"/>
                </a:cubicBezTo>
                <a:cubicBezTo>
                  <a:pt x="191" y="244"/>
                  <a:pt x="191" y="244"/>
                  <a:pt x="191" y="244"/>
                </a:cubicBezTo>
                <a:cubicBezTo>
                  <a:pt x="180" y="244"/>
                  <a:pt x="180" y="244"/>
                  <a:pt x="180" y="244"/>
                </a:cubicBezTo>
                <a:cubicBezTo>
                  <a:pt x="180" y="171"/>
                  <a:pt x="180" y="171"/>
                  <a:pt x="180" y="171"/>
                </a:cubicBezTo>
                <a:cubicBezTo>
                  <a:pt x="191" y="171"/>
                  <a:pt x="191" y="171"/>
                  <a:pt x="191" y="171"/>
                </a:cubicBezTo>
                <a:cubicBezTo>
                  <a:pt x="191" y="194"/>
                  <a:pt x="191" y="194"/>
                  <a:pt x="191" y="194"/>
                </a:cubicBezTo>
                <a:cubicBezTo>
                  <a:pt x="193" y="193"/>
                  <a:pt x="197" y="189"/>
                  <a:pt x="202" y="189"/>
                </a:cubicBezTo>
                <a:cubicBezTo>
                  <a:pt x="208" y="189"/>
                  <a:pt x="211" y="195"/>
                  <a:pt x="211" y="202"/>
                </a:cubicBezTo>
                <a:lnTo>
                  <a:pt x="211" y="232"/>
                </a:lnTo>
                <a:close/>
                <a:moveTo>
                  <a:pt x="250" y="202"/>
                </a:moveTo>
                <a:cubicBezTo>
                  <a:pt x="250" y="218"/>
                  <a:pt x="250" y="218"/>
                  <a:pt x="250" y="218"/>
                </a:cubicBezTo>
                <a:cubicBezTo>
                  <a:pt x="229" y="218"/>
                  <a:pt x="229" y="218"/>
                  <a:pt x="229" y="218"/>
                </a:cubicBezTo>
                <a:cubicBezTo>
                  <a:pt x="229" y="230"/>
                  <a:pt x="229" y="230"/>
                  <a:pt x="229" y="230"/>
                </a:cubicBezTo>
                <a:cubicBezTo>
                  <a:pt x="229" y="230"/>
                  <a:pt x="229" y="236"/>
                  <a:pt x="234" y="236"/>
                </a:cubicBezTo>
                <a:cubicBezTo>
                  <a:pt x="239" y="236"/>
                  <a:pt x="239" y="230"/>
                  <a:pt x="239" y="230"/>
                </a:cubicBezTo>
                <a:cubicBezTo>
                  <a:pt x="239" y="225"/>
                  <a:pt x="239" y="225"/>
                  <a:pt x="239" y="225"/>
                </a:cubicBezTo>
                <a:cubicBezTo>
                  <a:pt x="250" y="225"/>
                  <a:pt x="250" y="225"/>
                  <a:pt x="250" y="225"/>
                </a:cubicBezTo>
                <a:cubicBezTo>
                  <a:pt x="250" y="233"/>
                  <a:pt x="250" y="233"/>
                  <a:pt x="250" y="233"/>
                </a:cubicBezTo>
                <a:cubicBezTo>
                  <a:pt x="250" y="233"/>
                  <a:pt x="248" y="244"/>
                  <a:pt x="235" y="244"/>
                </a:cubicBezTo>
                <a:cubicBezTo>
                  <a:pt x="222" y="244"/>
                  <a:pt x="219" y="233"/>
                  <a:pt x="219" y="233"/>
                </a:cubicBezTo>
                <a:cubicBezTo>
                  <a:pt x="219" y="202"/>
                  <a:pt x="219" y="202"/>
                  <a:pt x="219" y="202"/>
                </a:cubicBezTo>
                <a:cubicBezTo>
                  <a:pt x="219" y="202"/>
                  <a:pt x="219" y="189"/>
                  <a:pt x="235" y="189"/>
                </a:cubicBezTo>
                <a:cubicBezTo>
                  <a:pt x="251" y="189"/>
                  <a:pt x="250" y="202"/>
                  <a:pt x="250" y="202"/>
                </a:cubicBezTo>
                <a:moveTo>
                  <a:pt x="234" y="198"/>
                </a:moveTo>
                <a:cubicBezTo>
                  <a:pt x="229" y="198"/>
                  <a:pt x="229" y="203"/>
                  <a:pt x="229" y="203"/>
                </a:cubicBezTo>
                <a:cubicBezTo>
                  <a:pt x="229" y="210"/>
                  <a:pt x="229" y="210"/>
                  <a:pt x="229" y="210"/>
                </a:cubicBezTo>
                <a:cubicBezTo>
                  <a:pt x="239" y="210"/>
                  <a:pt x="239" y="210"/>
                  <a:pt x="239" y="210"/>
                </a:cubicBezTo>
                <a:cubicBezTo>
                  <a:pt x="239" y="203"/>
                  <a:pt x="239" y="203"/>
                  <a:pt x="239" y="203"/>
                </a:cubicBezTo>
                <a:cubicBezTo>
                  <a:pt x="239" y="203"/>
                  <a:pt x="239" y="198"/>
                  <a:pt x="234" y="198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" name="Freeform 6"/>
          <p:cNvSpPr>
            <a:spLocks noEditPoints="1"/>
          </p:cNvSpPr>
          <p:nvPr/>
        </p:nvSpPr>
        <p:spPr bwMode="auto">
          <a:xfrm>
            <a:off x="1972734" y="946152"/>
            <a:ext cx="573617" cy="573617"/>
          </a:xfrm>
          <a:custGeom>
            <a:avLst/>
            <a:gdLst>
              <a:gd name="T0" fmla="*/ 175 w 353"/>
              <a:gd name="T1" fmla="*/ 104 h 353"/>
              <a:gd name="T2" fmla="*/ 164 w 353"/>
              <a:gd name="T3" fmla="*/ 106 h 353"/>
              <a:gd name="T4" fmla="*/ 146 w 353"/>
              <a:gd name="T5" fmla="*/ 112 h 353"/>
              <a:gd name="T6" fmla="*/ 116 w 353"/>
              <a:gd name="T7" fmla="*/ 145 h 353"/>
              <a:gd name="T8" fmla="*/ 114 w 353"/>
              <a:gd name="T9" fmla="*/ 153 h 353"/>
              <a:gd name="T10" fmla="*/ 129 w 353"/>
              <a:gd name="T11" fmla="*/ 196 h 353"/>
              <a:gd name="T12" fmla="*/ 137 w 353"/>
              <a:gd name="T13" fmla="*/ 196 h 353"/>
              <a:gd name="T14" fmla="*/ 138 w 353"/>
              <a:gd name="T15" fmla="*/ 190 h 353"/>
              <a:gd name="T16" fmla="*/ 140 w 353"/>
              <a:gd name="T17" fmla="*/ 185 h 353"/>
              <a:gd name="T18" fmla="*/ 135 w 353"/>
              <a:gd name="T19" fmla="*/ 179 h 353"/>
              <a:gd name="T20" fmla="*/ 131 w 353"/>
              <a:gd name="T21" fmla="*/ 165 h 353"/>
              <a:gd name="T22" fmla="*/ 132 w 353"/>
              <a:gd name="T23" fmla="*/ 163 h 353"/>
              <a:gd name="T24" fmla="*/ 135 w 353"/>
              <a:gd name="T25" fmla="*/ 147 h 353"/>
              <a:gd name="T26" fmla="*/ 165 w 353"/>
              <a:gd name="T27" fmla="*/ 122 h 353"/>
              <a:gd name="T28" fmla="*/ 183 w 353"/>
              <a:gd name="T29" fmla="*/ 120 h 353"/>
              <a:gd name="T30" fmla="*/ 192 w 353"/>
              <a:gd name="T31" fmla="*/ 122 h 353"/>
              <a:gd name="T32" fmla="*/ 215 w 353"/>
              <a:gd name="T33" fmla="*/ 141 h 353"/>
              <a:gd name="T34" fmla="*/ 217 w 353"/>
              <a:gd name="T35" fmla="*/ 167 h 353"/>
              <a:gd name="T36" fmla="*/ 215 w 353"/>
              <a:gd name="T37" fmla="*/ 177 h 353"/>
              <a:gd name="T38" fmla="*/ 191 w 353"/>
              <a:gd name="T39" fmla="*/ 204 h 353"/>
              <a:gd name="T40" fmla="*/ 173 w 353"/>
              <a:gd name="T41" fmla="*/ 195 h 353"/>
              <a:gd name="T42" fmla="*/ 172 w 353"/>
              <a:gd name="T43" fmla="*/ 188 h 353"/>
              <a:gd name="T44" fmla="*/ 181 w 353"/>
              <a:gd name="T45" fmla="*/ 159 h 353"/>
              <a:gd name="T46" fmla="*/ 171 w 353"/>
              <a:gd name="T47" fmla="*/ 140 h 353"/>
              <a:gd name="T48" fmla="*/ 152 w 353"/>
              <a:gd name="T49" fmla="*/ 152 h 353"/>
              <a:gd name="T50" fmla="*/ 150 w 353"/>
              <a:gd name="T51" fmla="*/ 171 h 353"/>
              <a:gd name="T52" fmla="*/ 153 w 353"/>
              <a:gd name="T53" fmla="*/ 180 h 353"/>
              <a:gd name="T54" fmla="*/ 147 w 353"/>
              <a:gd name="T55" fmla="*/ 204 h 353"/>
              <a:gd name="T56" fmla="*/ 141 w 353"/>
              <a:gd name="T57" fmla="*/ 227 h 353"/>
              <a:gd name="T58" fmla="*/ 139 w 353"/>
              <a:gd name="T59" fmla="*/ 238 h 353"/>
              <a:gd name="T60" fmla="*/ 139 w 353"/>
              <a:gd name="T61" fmla="*/ 244 h 353"/>
              <a:gd name="T62" fmla="*/ 140 w 353"/>
              <a:gd name="T63" fmla="*/ 257 h 353"/>
              <a:gd name="T64" fmla="*/ 140 w 353"/>
              <a:gd name="T65" fmla="*/ 263 h 353"/>
              <a:gd name="T66" fmla="*/ 141 w 353"/>
              <a:gd name="T67" fmla="*/ 265 h 353"/>
              <a:gd name="T68" fmla="*/ 150 w 353"/>
              <a:gd name="T69" fmla="*/ 254 h 353"/>
              <a:gd name="T70" fmla="*/ 159 w 353"/>
              <a:gd name="T71" fmla="*/ 238 h 353"/>
              <a:gd name="T72" fmla="*/ 163 w 353"/>
              <a:gd name="T73" fmla="*/ 222 h 353"/>
              <a:gd name="T74" fmla="*/ 166 w 353"/>
              <a:gd name="T75" fmla="*/ 209 h 353"/>
              <a:gd name="T76" fmla="*/ 167 w 353"/>
              <a:gd name="T77" fmla="*/ 209 h 353"/>
              <a:gd name="T78" fmla="*/ 172 w 353"/>
              <a:gd name="T79" fmla="*/ 215 h 353"/>
              <a:gd name="T80" fmla="*/ 198 w 353"/>
              <a:gd name="T81" fmla="*/ 220 h 353"/>
              <a:gd name="T82" fmla="*/ 227 w 353"/>
              <a:gd name="T83" fmla="*/ 203 h 353"/>
              <a:gd name="T84" fmla="*/ 238 w 353"/>
              <a:gd name="T85" fmla="*/ 181 h 353"/>
              <a:gd name="T86" fmla="*/ 240 w 353"/>
              <a:gd name="T87" fmla="*/ 168 h 353"/>
              <a:gd name="T88" fmla="*/ 236 w 353"/>
              <a:gd name="T89" fmla="*/ 137 h 353"/>
              <a:gd name="T90" fmla="*/ 175 w 353"/>
              <a:gd name="T91" fmla="*/ 104 h 353"/>
              <a:gd name="T92" fmla="*/ 177 w 353"/>
              <a:gd name="T93" fmla="*/ 0 h 353"/>
              <a:gd name="T94" fmla="*/ 0 w 353"/>
              <a:gd name="T95" fmla="*/ 177 h 353"/>
              <a:gd name="T96" fmla="*/ 177 w 353"/>
              <a:gd name="T97" fmla="*/ 353 h 353"/>
              <a:gd name="T98" fmla="*/ 353 w 353"/>
              <a:gd name="T99" fmla="*/ 177 h 353"/>
              <a:gd name="T100" fmla="*/ 177 w 353"/>
              <a:gd name="T101" fmla="*/ 0 h 353"/>
              <a:gd name="T102" fmla="*/ 177 w 353"/>
              <a:gd name="T103" fmla="*/ 337 h 353"/>
              <a:gd name="T104" fmla="*/ 16 w 353"/>
              <a:gd name="T105" fmla="*/ 177 h 353"/>
              <a:gd name="T106" fmla="*/ 177 w 353"/>
              <a:gd name="T107" fmla="*/ 16 h 353"/>
              <a:gd name="T108" fmla="*/ 337 w 353"/>
              <a:gd name="T109" fmla="*/ 177 h 353"/>
              <a:gd name="T110" fmla="*/ 177 w 353"/>
              <a:gd name="T111" fmla="*/ 337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353" h="353">
                <a:moveTo>
                  <a:pt x="175" y="104"/>
                </a:moveTo>
                <a:cubicBezTo>
                  <a:pt x="171" y="105"/>
                  <a:pt x="168" y="105"/>
                  <a:pt x="164" y="106"/>
                </a:cubicBezTo>
                <a:cubicBezTo>
                  <a:pt x="158" y="107"/>
                  <a:pt x="151" y="109"/>
                  <a:pt x="146" y="112"/>
                </a:cubicBezTo>
                <a:cubicBezTo>
                  <a:pt x="132" y="120"/>
                  <a:pt x="122" y="129"/>
                  <a:pt x="116" y="145"/>
                </a:cubicBezTo>
                <a:cubicBezTo>
                  <a:pt x="115" y="147"/>
                  <a:pt x="115" y="150"/>
                  <a:pt x="114" y="153"/>
                </a:cubicBezTo>
                <a:cubicBezTo>
                  <a:pt x="109" y="171"/>
                  <a:pt x="118" y="189"/>
                  <a:pt x="129" y="196"/>
                </a:cubicBezTo>
                <a:cubicBezTo>
                  <a:pt x="131" y="197"/>
                  <a:pt x="135" y="199"/>
                  <a:pt x="137" y="196"/>
                </a:cubicBezTo>
                <a:cubicBezTo>
                  <a:pt x="138" y="194"/>
                  <a:pt x="138" y="192"/>
                  <a:pt x="138" y="190"/>
                </a:cubicBezTo>
                <a:cubicBezTo>
                  <a:pt x="139" y="189"/>
                  <a:pt x="140" y="187"/>
                  <a:pt x="140" y="185"/>
                </a:cubicBezTo>
                <a:cubicBezTo>
                  <a:pt x="139" y="183"/>
                  <a:pt x="136" y="181"/>
                  <a:pt x="135" y="179"/>
                </a:cubicBezTo>
                <a:cubicBezTo>
                  <a:pt x="133" y="175"/>
                  <a:pt x="133" y="171"/>
                  <a:pt x="131" y="165"/>
                </a:cubicBezTo>
                <a:cubicBezTo>
                  <a:pt x="131" y="164"/>
                  <a:pt x="132" y="164"/>
                  <a:pt x="132" y="163"/>
                </a:cubicBezTo>
                <a:cubicBezTo>
                  <a:pt x="132" y="156"/>
                  <a:pt x="133" y="152"/>
                  <a:pt x="135" y="147"/>
                </a:cubicBezTo>
                <a:cubicBezTo>
                  <a:pt x="141" y="134"/>
                  <a:pt x="150" y="126"/>
                  <a:pt x="165" y="122"/>
                </a:cubicBezTo>
                <a:cubicBezTo>
                  <a:pt x="169" y="121"/>
                  <a:pt x="178" y="119"/>
                  <a:pt x="183" y="120"/>
                </a:cubicBezTo>
                <a:cubicBezTo>
                  <a:pt x="186" y="121"/>
                  <a:pt x="189" y="121"/>
                  <a:pt x="192" y="122"/>
                </a:cubicBezTo>
                <a:cubicBezTo>
                  <a:pt x="203" y="125"/>
                  <a:pt x="211" y="131"/>
                  <a:pt x="215" y="141"/>
                </a:cubicBezTo>
                <a:cubicBezTo>
                  <a:pt x="218" y="147"/>
                  <a:pt x="218" y="159"/>
                  <a:pt x="217" y="167"/>
                </a:cubicBezTo>
                <a:cubicBezTo>
                  <a:pt x="216" y="171"/>
                  <a:pt x="216" y="174"/>
                  <a:pt x="215" y="177"/>
                </a:cubicBezTo>
                <a:cubicBezTo>
                  <a:pt x="211" y="190"/>
                  <a:pt x="205" y="201"/>
                  <a:pt x="191" y="204"/>
                </a:cubicBezTo>
                <a:cubicBezTo>
                  <a:pt x="182" y="206"/>
                  <a:pt x="175" y="201"/>
                  <a:pt x="173" y="195"/>
                </a:cubicBezTo>
                <a:cubicBezTo>
                  <a:pt x="173" y="194"/>
                  <a:pt x="172" y="191"/>
                  <a:pt x="172" y="188"/>
                </a:cubicBezTo>
                <a:cubicBezTo>
                  <a:pt x="174" y="178"/>
                  <a:pt x="178" y="169"/>
                  <a:pt x="181" y="159"/>
                </a:cubicBezTo>
                <a:cubicBezTo>
                  <a:pt x="183" y="150"/>
                  <a:pt x="178" y="142"/>
                  <a:pt x="171" y="140"/>
                </a:cubicBezTo>
                <a:cubicBezTo>
                  <a:pt x="162" y="138"/>
                  <a:pt x="154" y="147"/>
                  <a:pt x="152" y="152"/>
                </a:cubicBezTo>
                <a:cubicBezTo>
                  <a:pt x="150" y="157"/>
                  <a:pt x="149" y="165"/>
                  <a:pt x="150" y="171"/>
                </a:cubicBezTo>
                <a:cubicBezTo>
                  <a:pt x="151" y="173"/>
                  <a:pt x="153" y="178"/>
                  <a:pt x="153" y="180"/>
                </a:cubicBezTo>
                <a:cubicBezTo>
                  <a:pt x="151" y="187"/>
                  <a:pt x="149" y="196"/>
                  <a:pt x="147" y="204"/>
                </a:cubicBezTo>
                <a:cubicBezTo>
                  <a:pt x="144" y="211"/>
                  <a:pt x="143" y="220"/>
                  <a:pt x="141" y="227"/>
                </a:cubicBezTo>
                <a:cubicBezTo>
                  <a:pt x="140" y="231"/>
                  <a:pt x="140" y="235"/>
                  <a:pt x="139" y="238"/>
                </a:cubicBezTo>
                <a:cubicBezTo>
                  <a:pt x="139" y="244"/>
                  <a:pt x="139" y="244"/>
                  <a:pt x="139" y="244"/>
                </a:cubicBezTo>
                <a:cubicBezTo>
                  <a:pt x="138" y="247"/>
                  <a:pt x="139" y="253"/>
                  <a:pt x="140" y="257"/>
                </a:cubicBezTo>
                <a:cubicBezTo>
                  <a:pt x="140" y="259"/>
                  <a:pt x="139" y="261"/>
                  <a:pt x="140" y="263"/>
                </a:cubicBezTo>
                <a:cubicBezTo>
                  <a:pt x="140" y="264"/>
                  <a:pt x="140" y="264"/>
                  <a:pt x="141" y="265"/>
                </a:cubicBezTo>
                <a:cubicBezTo>
                  <a:pt x="144" y="265"/>
                  <a:pt x="149" y="256"/>
                  <a:pt x="150" y="254"/>
                </a:cubicBezTo>
                <a:cubicBezTo>
                  <a:pt x="153" y="249"/>
                  <a:pt x="156" y="244"/>
                  <a:pt x="159" y="238"/>
                </a:cubicBezTo>
                <a:cubicBezTo>
                  <a:pt x="161" y="233"/>
                  <a:pt x="161" y="227"/>
                  <a:pt x="163" y="222"/>
                </a:cubicBezTo>
                <a:cubicBezTo>
                  <a:pt x="164" y="218"/>
                  <a:pt x="166" y="213"/>
                  <a:pt x="166" y="209"/>
                </a:cubicBezTo>
                <a:cubicBezTo>
                  <a:pt x="167" y="209"/>
                  <a:pt x="167" y="209"/>
                  <a:pt x="167" y="209"/>
                </a:cubicBezTo>
                <a:cubicBezTo>
                  <a:pt x="167" y="211"/>
                  <a:pt x="170" y="213"/>
                  <a:pt x="172" y="215"/>
                </a:cubicBezTo>
                <a:cubicBezTo>
                  <a:pt x="177" y="219"/>
                  <a:pt x="187" y="222"/>
                  <a:pt x="198" y="220"/>
                </a:cubicBezTo>
                <a:cubicBezTo>
                  <a:pt x="210" y="217"/>
                  <a:pt x="220" y="211"/>
                  <a:pt x="227" y="203"/>
                </a:cubicBezTo>
                <a:cubicBezTo>
                  <a:pt x="231" y="196"/>
                  <a:pt x="235" y="189"/>
                  <a:pt x="238" y="181"/>
                </a:cubicBezTo>
                <a:cubicBezTo>
                  <a:pt x="239" y="177"/>
                  <a:pt x="239" y="172"/>
                  <a:pt x="240" y="168"/>
                </a:cubicBezTo>
                <a:cubicBezTo>
                  <a:pt x="243" y="157"/>
                  <a:pt x="239" y="144"/>
                  <a:pt x="236" y="137"/>
                </a:cubicBezTo>
                <a:cubicBezTo>
                  <a:pt x="227" y="116"/>
                  <a:pt x="207" y="104"/>
                  <a:pt x="175" y="104"/>
                </a:cubicBezTo>
                <a:moveTo>
                  <a:pt x="177" y="0"/>
                </a:moveTo>
                <a:cubicBezTo>
                  <a:pt x="79" y="0"/>
                  <a:pt x="0" y="79"/>
                  <a:pt x="0" y="177"/>
                </a:cubicBezTo>
                <a:cubicBezTo>
                  <a:pt x="0" y="274"/>
                  <a:pt x="79" y="353"/>
                  <a:pt x="177" y="353"/>
                </a:cubicBezTo>
                <a:cubicBezTo>
                  <a:pt x="274" y="353"/>
                  <a:pt x="353" y="274"/>
                  <a:pt x="353" y="177"/>
                </a:cubicBezTo>
                <a:cubicBezTo>
                  <a:pt x="353" y="79"/>
                  <a:pt x="274" y="0"/>
                  <a:pt x="177" y="0"/>
                </a:cubicBezTo>
                <a:moveTo>
                  <a:pt x="177" y="337"/>
                </a:moveTo>
                <a:cubicBezTo>
                  <a:pt x="88" y="337"/>
                  <a:pt x="16" y="265"/>
                  <a:pt x="16" y="177"/>
                </a:cubicBezTo>
                <a:cubicBezTo>
                  <a:pt x="16" y="88"/>
                  <a:pt x="88" y="16"/>
                  <a:pt x="177" y="16"/>
                </a:cubicBezTo>
                <a:cubicBezTo>
                  <a:pt x="266" y="16"/>
                  <a:pt x="337" y="88"/>
                  <a:pt x="337" y="177"/>
                </a:cubicBezTo>
                <a:cubicBezTo>
                  <a:pt x="337" y="265"/>
                  <a:pt x="266" y="337"/>
                  <a:pt x="177" y="337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" name="Freeform 7"/>
          <p:cNvSpPr>
            <a:spLocks noEditPoints="1"/>
          </p:cNvSpPr>
          <p:nvPr/>
        </p:nvSpPr>
        <p:spPr bwMode="auto">
          <a:xfrm>
            <a:off x="3071285" y="946152"/>
            <a:ext cx="573617" cy="573617"/>
          </a:xfrm>
          <a:custGeom>
            <a:avLst/>
            <a:gdLst>
              <a:gd name="T0" fmla="*/ 233 w 353"/>
              <a:gd name="T1" fmla="*/ 112 h 353"/>
              <a:gd name="T2" fmla="*/ 188 w 353"/>
              <a:gd name="T3" fmla="*/ 147 h 353"/>
              <a:gd name="T4" fmla="*/ 200 w 353"/>
              <a:gd name="T5" fmla="*/ 145 h 353"/>
              <a:gd name="T6" fmla="*/ 210 w 353"/>
              <a:gd name="T7" fmla="*/ 157 h 353"/>
              <a:gd name="T8" fmla="*/ 200 w 353"/>
              <a:gd name="T9" fmla="*/ 180 h 353"/>
              <a:gd name="T10" fmla="*/ 184 w 353"/>
              <a:gd name="T11" fmla="*/ 194 h 353"/>
              <a:gd name="T12" fmla="*/ 173 w 353"/>
              <a:gd name="T13" fmla="*/ 172 h 353"/>
              <a:gd name="T14" fmla="*/ 166 w 353"/>
              <a:gd name="T15" fmla="*/ 138 h 353"/>
              <a:gd name="T16" fmla="*/ 143 w 353"/>
              <a:gd name="T17" fmla="*/ 114 h 353"/>
              <a:gd name="T18" fmla="*/ 119 w 353"/>
              <a:gd name="T19" fmla="*/ 127 h 353"/>
              <a:gd name="T20" fmla="*/ 96 w 353"/>
              <a:gd name="T21" fmla="*/ 147 h 353"/>
              <a:gd name="T22" fmla="*/ 103 w 353"/>
              <a:gd name="T23" fmla="*/ 156 h 353"/>
              <a:gd name="T24" fmla="*/ 116 w 353"/>
              <a:gd name="T25" fmla="*/ 149 h 353"/>
              <a:gd name="T26" fmla="*/ 131 w 353"/>
              <a:gd name="T27" fmla="*/ 173 h 353"/>
              <a:gd name="T28" fmla="*/ 144 w 353"/>
              <a:gd name="T29" fmla="*/ 217 h 353"/>
              <a:gd name="T30" fmla="*/ 168 w 353"/>
              <a:gd name="T31" fmla="*/ 241 h 353"/>
              <a:gd name="T32" fmla="*/ 224 w 353"/>
              <a:gd name="T33" fmla="*/ 201 h 353"/>
              <a:gd name="T34" fmla="*/ 257 w 353"/>
              <a:gd name="T35" fmla="*/ 142 h 353"/>
              <a:gd name="T36" fmla="*/ 233 w 353"/>
              <a:gd name="T37" fmla="*/ 112 h 353"/>
              <a:gd name="T38" fmla="*/ 176 w 353"/>
              <a:gd name="T39" fmla="*/ 0 h 353"/>
              <a:gd name="T40" fmla="*/ 0 w 353"/>
              <a:gd name="T41" fmla="*/ 177 h 353"/>
              <a:gd name="T42" fmla="*/ 176 w 353"/>
              <a:gd name="T43" fmla="*/ 353 h 353"/>
              <a:gd name="T44" fmla="*/ 353 w 353"/>
              <a:gd name="T45" fmla="*/ 177 h 353"/>
              <a:gd name="T46" fmla="*/ 176 w 353"/>
              <a:gd name="T47" fmla="*/ 0 h 353"/>
              <a:gd name="T48" fmla="*/ 176 w 353"/>
              <a:gd name="T49" fmla="*/ 337 h 353"/>
              <a:gd name="T50" fmla="*/ 16 w 353"/>
              <a:gd name="T51" fmla="*/ 177 h 353"/>
              <a:gd name="T52" fmla="*/ 176 w 353"/>
              <a:gd name="T53" fmla="*/ 16 h 353"/>
              <a:gd name="T54" fmla="*/ 337 w 353"/>
              <a:gd name="T55" fmla="*/ 177 h 353"/>
              <a:gd name="T56" fmla="*/ 176 w 353"/>
              <a:gd name="T57" fmla="*/ 337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353" h="353">
                <a:moveTo>
                  <a:pt x="233" y="112"/>
                </a:moveTo>
                <a:cubicBezTo>
                  <a:pt x="211" y="112"/>
                  <a:pt x="196" y="123"/>
                  <a:pt x="188" y="147"/>
                </a:cubicBezTo>
                <a:cubicBezTo>
                  <a:pt x="192" y="146"/>
                  <a:pt x="196" y="145"/>
                  <a:pt x="200" y="145"/>
                </a:cubicBezTo>
                <a:cubicBezTo>
                  <a:pt x="208" y="145"/>
                  <a:pt x="211" y="149"/>
                  <a:pt x="210" y="157"/>
                </a:cubicBezTo>
                <a:cubicBezTo>
                  <a:pt x="210" y="163"/>
                  <a:pt x="206" y="170"/>
                  <a:pt x="200" y="180"/>
                </a:cubicBezTo>
                <a:cubicBezTo>
                  <a:pt x="193" y="190"/>
                  <a:pt x="188" y="194"/>
                  <a:pt x="184" y="194"/>
                </a:cubicBezTo>
                <a:cubicBezTo>
                  <a:pt x="180" y="194"/>
                  <a:pt x="176" y="187"/>
                  <a:pt x="173" y="172"/>
                </a:cubicBezTo>
                <a:cubicBezTo>
                  <a:pt x="171" y="167"/>
                  <a:pt x="169" y="156"/>
                  <a:pt x="166" y="138"/>
                </a:cubicBezTo>
                <a:cubicBezTo>
                  <a:pt x="163" y="121"/>
                  <a:pt x="156" y="113"/>
                  <a:pt x="143" y="114"/>
                </a:cubicBezTo>
                <a:cubicBezTo>
                  <a:pt x="138" y="115"/>
                  <a:pt x="130" y="119"/>
                  <a:pt x="119" y="127"/>
                </a:cubicBezTo>
                <a:cubicBezTo>
                  <a:pt x="112" y="134"/>
                  <a:pt x="104" y="140"/>
                  <a:pt x="96" y="147"/>
                </a:cubicBezTo>
                <a:cubicBezTo>
                  <a:pt x="103" y="156"/>
                  <a:pt x="103" y="156"/>
                  <a:pt x="103" y="156"/>
                </a:cubicBezTo>
                <a:cubicBezTo>
                  <a:pt x="111" y="151"/>
                  <a:pt x="115" y="149"/>
                  <a:pt x="116" y="149"/>
                </a:cubicBezTo>
                <a:cubicBezTo>
                  <a:pt x="122" y="149"/>
                  <a:pt x="127" y="157"/>
                  <a:pt x="131" y="173"/>
                </a:cubicBezTo>
                <a:cubicBezTo>
                  <a:pt x="136" y="187"/>
                  <a:pt x="140" y="202"/>
                  <a:pt x="144" y="217"/>
                </a:cubicBezTo>
                <a:cubicBezTo>
                  <a:pt x="151" y="233"/>
                  <a:pt x="159" y="241"/>
                  <a:pt x="168" y="241"/>
                </a:cubicBezTo>
                <a:cubicBezTo>
                  <a:pt x="183" y="241"/>
                  <a:pt x="202" y="228"/>
                  <a:pt x="224" y="201"/>
                </a:cubicBezTo>
                <a:cubicBezTo>
                  <a:pt x="245" y="176"/>
                  <a:pt x="256" y="157"/>
                  <a:pt x="257" y="142"/>
                </a:cubicBezTo>
                <a:cubicBezTo>
                  <a:pt x="257" y="123"/>
                  <a:pt x="250" y="113"/>
                  <a:pt x="233" y="112"/>
                </a:cubicBezTo>
                <a:moveTo>
                  <a:pt x="176" y="0"/>
                </a:moveTo>
                <a:cubicBezTo>
                  <a:pt x="79" y="0"/>
                  <a:pt x="0" y="79"/>
                  <a:pt x="0" y="177"/>
                </a:cubicBezTo>
                <a:cubicBezTo>
                  <a:pt x="0" y="274"/>
                  <a:pt x="79" y="353"/>
                  <a:pt x="176" y="353"/>
                </a:cubicBezTo>
                <a:cubicBezTo>
                  <a:pt x="274" y="353"/>
                  <a:pt x="353" y="274"/>
                  <a:pt x="353" y="177"/>
                </a:cubicBezTo>
                <a:cubicBezTo>
                  <a:pt x="353" y="79"/>
                  <a:pt x="274" y="0"/>
                  <a:pt x="176" y="0"/>
                </a:cubicBezTo>
                <a:moveTo>
                  <a:pt x="176" y="337"/>
                </a:moveTo>
                <a:cubicBezTo>
                  <a:pt x="87" y="337"/>
                  <a:pt x="16" y="265"/>
                  <a:pt x="16" y="177"/>
                </a:cubicBezTo>
                <a:cubicBezTo>
                  <a:pt x="16" y="88"/>
                  <a:pt x="87" y="16"/>
                  <a:pt x="176" y="16"/>
                </a:cubicBezTo>
                <a:cubicBezTo>
                  <a:pt x="265" y="16"/>
                  <a:pt x="337" y="88"/>
                  <a:pt x="337" y="177"/>
                </a:cubicBezTo>
                <a:cubicBezTo>
                  <a:pt x="337" y="265"/>
                  <a:pt x="265" y="337"/>
                  <a:pt x="176" y="337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" name="Freeform 8"/>
          <p:cNvSpPr>
            <a:spLocks noEditPoints="1"/>
          </p:cNvSpPr>
          <p:nvPr/>
        </p:nvSpPr>
        <p:spPr bwMode="auto">
          <a:xfrm>
            <a:off x="4165601" y="946152"/>
            <a:ext cx="573617" cy="573617"/>
          </a:xfrm>
          <a:custGeom>
            <a:avLst/>
            <a:gdLst>
              <a:gd name="T0" fmla="*/ 176 w 353"/>
              <a:gd name="T1" fmla="*/ 0 h 353"/>
              <a:gd name="T2" fmla="*/ 0 w 353"/>
              <a:gd name="T3" fmla="*/ 177 h 353"/>
              <a:gd name="T4" fmla="*/ 176 w 353"/>
              <a:gd name="T5" fmla="*/ 353 h 353"/>
              <a:gd name="T6" fmla="*/ 353 w 353"/>
              <a:gd name="T7" fmla="*/ 177 h 353"/>
              <a:gd name="T8" fmla="*/ 176 w 353"/>
              <a:gd name="T9" fmla="*/ 0 h 353"/>
              <a:gd name="T10" fmla="*/ 176 w 353"/>
              <a:gd name="T11" fmla="*/ 337 h 353"/>
              <a:gd name="T12" fmla="*/ 16 w 353"/>
              <a:gd name="T13" fmla="*/ 177 h 353"/>
              <a:gd name="T14" fmla="*/ 176 w 353"/>
              <a:gd name="T15" fmla="*/ 16 h 353"/>
              <a:gd name="T16" fmla="*/ 337 w 353"/>
              <a:gd name="T17" fmla="*/ 177 h 353"/>
              <a:gd name="T18" fmla="*/ 176 w 353"/>
              <a:gd name="T19" fmla="*/ 337 h 353"/>
              <a:gd name="T20" fmla="*/ 177 w 353"/>
              <a:gd name="T21" fmla="*/ 183 h 353"/>
              <a:gd name="T22" fmla="*/ 169 w 353"/>
              <a:gd name="T23" fmla="*/ 174 h 353"/>
              <a:gd name="T24" fmla="*/ 175 w 353"/>
              <a:gd name="T25" fmla="*/ 166 h 353"/>
              <a:gd name="T26" fmla="*/ 186 w 353"/>
              <a:gd name="T27" fmla="*/ 144 h 353"/>
              <a:gd name="T28" fmla="*/ 181 w 353"/>
              <a:gd name="T29" fmla="*/ 125 h 353"/>
              <a:gd name="T30" fmla="*/ 184 w 353"/>
              <a:gd name="T31" fmla="*/ 125 h 353"/>
              <a:gd name="T32" fmla="*/ 201 w 353"/>
              <a:gd name="T33" fmla="*/ 112 h 353"/>
              <a:gd name="T34" fmla="*/ 155 w 353"/>
              <a:gd name="T35" fmla="*/ 112 h 353"/>
              <a:gd name="T36" fmla="*/ 120 w 353"/>
              <a:gd name="T37" fmla="*/ 143 h 353"/>
              <a:gd name="T38" fmla="*/ 149 w 353"/>
              <a:gd name="T39" fmla="*/ 174 h 353"/>
              <a:gd name="T40" fmla="*/ 149 w 353"/>
              <a:gd name="T41" fmla="*/ 178 h 353"/>
              <a:gd name="T42" fmla="*/ 151 w 353"/>
              <a:gd name="T43" fmla="*/ 185 h 353"/>
              <a:gd name="T44" fmla="*/ 112 w 353"/>
              <a:gd name="T45" fmla="*/ 215 h 353"/>
              <a:gd name="T46" fmla="*/ 152 w 353"/>
              <a:gd name="T47" fmla="*/ 241 h 353"/>
              <a:gd name="T48" fmla="*/ 191 w 353"/>
              <a:gd name="T49" fmla="*/ 210 h 353"/>
              <a:gd name="T50" fmla="*/ 177 w 353"/>
              <a:gd name="T51" fmla="*/ 183 h 353"/>
              <a:gd name="T52" fmla="*/ 140 w 353"/>
              <a:gd name="T53" fmla="*/ 143 h 353"/>
              <a:gd name="T54" fmla="*/ 143 w 353"/>
              <a:gd name="T55" fmla="*/ 128 h 353"/>
              <a:gd name="T56" fmla="*/ 150 w 353"/>
              <a:gd name="T57" fmla="*/ 125 h 353"/>
              <a:gd name="T58" fmla="*/ 150 w 353"/>
              <a:gd name="T59" fmla="*/ 121 h 353"/>
              <a:gd name="T60" fmla="*/ 150 w 353"/>
              <a:gd name="T61" fmla="*/ 125 h 353"/>
              <a:gd name="T62" fmla="*/ 167 w 353"/>
              <a:gd name="T63" fmla="*/ 145 h 353"/>
              <a:gd name="T64" fmla="*/ 163 w 353"/>
              <a:gd name="T65" fmla="*/ 160 h 353"/>
              <a:gd name="T66" fmla="*/ 156 w 353"/>
              <a:gd name="T67" fmla="*/ 164 h 353"/>
              <a:gd name="T68" fmla="*/ 156 w 353"/>
              <a:gd name="T69" fmla="*/ 164 h 353"/>
              <a:gd name="T70" fmla="*/ 140 w 353"/>
              <a:gd name="T71" fmla="*/ 143 h 353"/>
              <a:gd name="T72" fmla="*/ 152 w 353"/>
              <a:gd name="T73" fmla="*/ 228 h 353"/>
              <a:gd name="T74" fmla="*/ 132 w 353"/>
              <a:gd name="T75" fmla="*/ 211 h 353"/>
              <a:gd name="T76" fmla="*/ 154 w 353"/>
              <a:gd name="T77" fmla="*/ 195 h 353"/>
              <a:gd name="T78" fmla="*/ 154 w 353"/>
              <a:gd name="T79" fmla="*/ 192 h 353"/>
              <a:gd name="T80" fmla="*/ 154 w 353"/>
              <a:gd name="T81" fmla="*/ 192 h 353"/>
              <a:gd name="T82" fmla="*/ 155 w 353"/>
              <a:gd name="T83" fmla="*/ 195 h 353"/>
              <a:gd name="T84" fmla="*/ 162 w 353"/>
              <a:gd name="T85" fmla="*/ 196 h 353"/>
              <a:gd name="T86" fmla="*/ 165 w 353"/>
              <a:gd name="T87" fmla="*/ 198 h 353"/>
              <a:gd name="T88" fmla="*/ 175 w 353"/>
              <a:gd name="T89" fmla="*/ 209 h 353"/>
              <a:gd name="T90" fmla="*/ 175 w 353"/>
              <a:gd name="T91" fmla="*/ 212 h 353"/>
              <a:gd name="T92" fmla="*/ 152 w 353"/>
              <a:gd name="T93" fmla="*/ 228 h 353"/>
              <a:gd name="T94" fmla="*/ 241 w 353"/>
              <a:gd name="T95" fmla="*/ 120 h 353"/>
              <a:gd name="T96" fmla="*/ 225 w 353"/>
              <a:gd name="T97" fmla="*/ 120 h 353"/>
              <a:gd name="T98" fmla="*/ 225 w 353"/>
              <a:gd name="T99" fmla="*/ 144 h 353"/>
              <a:gd name="T100" fmla="*/ 200 w 353"/>
              <a:gd name="T101" fmla="*/ 144 h 353"/>
              <a:gd name="T102" fmla="*/ 200 w 353"/>
              <a:gd name="T103" fmla="*/ 161 h 353"/>
              <a:gd name="T104" fmla="*/ 225 w 353"/>
              <a:gd name="T105" fmla="*/ 161 h 353"/>
              <a:gd name="T106" fmla="*/ 225 w 353"/>
              <a:gd name="T107" fmla="*/ 185 h 353"/>
              <a:gd name="T108" fmla="*/ 241 w 353"/>
              <a:gd name="T109" fmla="*/ 185 h 353"/>
              <a:gd name="T110" fmla="*/ 241 w 353"/>
              <a:gd name="T111" fmla="*/ 161 h 353"/>
              <a:gd name="T112" fmla="*/ 265 w 353"/>
              <a:gd name="T113" fmla="*/ 161 h 353"/>
              <a:gd name="T114" fmla="*/ 265 w 353"/>
              <a:gd name="T115" fmla="*/ 144 h 353"/>
              <a:gd name="T116" fmla="*/ 241 w 353"/>
              <a:gd name="T117" fmla="*/ 144 h 353"/>
              <a:gd name="T118" fmla="*/ 241 w 353"/>
              <a:gd name="T119" fmla="*/ 120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353" h="353">
                <a:moveTo>
                  <a:pt x="176" y="0"/>
                </a:moveTo>
                <a:cubicBezTo>
                  <a:pt x="79" y="0"/>
                  <a:pt x="0" y="79"/>
                  <a:pt x="0" y="177"/>
                </a:cubicBezTo>
                <a:cubicBezTo>
                  <a:pt x="0" y="274"/>
                  <a:pt x="79" y="353"/>
                  <a:pt x="176" y="353"/>
                </a:cubicBezTo>
                <a:cubicBezTo>
                  <a:pt x="274" y="353"/>
                  <a:pt x="353" y="274"/>
                  <a:pt x="353" y="177"/>
                </a:cubicBezTo>
                <a:cubicBezTo>
                  <a:pt x="353" y="79"/>
                  <a:pt x="274" y="0"/>
                  <a:pt x="176" y="0"/>
                </a:cubicBezTo>
                <a:moveTo>
                  <a:pt x="176" y="337"/>
                </a:moveTo>
                <a:cubicBezTo>
                  <a:pt x="88" y="337"/>
                  <a:pt x="16" y="265"/>
                  <a:pt x="16" y="177"/>
                </a:cubicBezTo>
                <a:cubicBezTo>
                  <a:pt x="16" y="88"/>
                  <a:pt x="88" y="16"/>
                  <a:pt x="176" y="16"/>
                </a:cubicBezTo>
                <a:cubicBezTo>
                  <a:pt x="265" y="16"/>
                  <a:pt x="337" y="88"/>
                  <a:pt x="337" y="177"/>
                </a:cubicBezTo>
                <a:cubicBezTo>
                  <a:pt x="337" y="265"/>
                  <a:pt x="265" y="337"/>
                  <a:pt x="176" y="337"/>
                </a:cubicBezTo>
                <a:moveTo>
                  <a:pt x="177" y="183"/>
                </a:moveTo>
                <a:cubicBezTo>
                  <a:pt x="173" y="180"/>
                  <a:pt x="169" y="176"/>
                  <a:pt x="169" y="174"/>
                </a:cubicBezTo>
                <a:cubicBezTo>
                  <a:pt x="169" y="172"/>
                  <a:pt x="169" y="171"/>
                  <a:pt x="175" y="166"/>
                </a:cubicBezTo>
                <a:cubicBezTo>
                  <a:pt x="182" y="160"/>
                  <a:pt x="186" y="152"/>
                  <a:pt x="186" y="144"/>
                </a:cubicBezTo>
                <a:cubicBezTo>
                  <a:pt x="186" y="136"/>
                  <a:pt x="184" y="130"/>
                  <a:pt x="181" y="125"/>
                </a:cubicBezTo>
                <a:cubicBezTo>
                  <a:pt x="184" y="125"/>
                  <a:pt x="184" y="125"/>
                  <a:pt x="184" y="125"/>
                </a:cubicBezTo>
                <a:cubicBezTo>
                  <a:pt x="201" y="112"/>
                  <a:pt x="201" y="112"/>
                  <a:pt x="201" y="112"/>
                </a:cubicBezTo>
                <a:cubicBezTo>
                  <a:pt x="155" y="112"/>
                  <a:pt x="155" y="112"/>
                  <a:pt x="155" y="112"/>
                </a:cubicBezTo>
                <a:cubicBezTo>
                  <a:pt x="136" y="112"/>
                  <a:pt x="120" y="127"/>
                  <a:pt x="120" y="143"/>
                </a:cubicBezTo>
                <a:cubicBezTo>
                  <a:pt x="120" y="161"/>
                  <a:pt x="132" y="173"/>
                  <a:pt x="149" y="174"/>
                </a:cubicBezTo>
                <a:cubicBezTo>
                  <a:pt x="149" y="175"/>
                  <a:pt x="149" y="177"/>
                  <a:pt x="149" y="178"/>
                </a:cubicBezTo>
                <a:cubicBezTo>
                  <a:pt x="149" y="180"/>
                  <a:pt x="149" y="183"/>
                  <a:pt x="151" y="185"/>
                </a:cubicBezTo>
                <a:cubicBezTo>
                  <a:pt x="130" y="185"/>
                  <a:pt x="112" y="199"/>
                  <a:pt x="112" y="215"/>
                </a:cubicBezTo>
                <a:cubicBezTo>
                  <a:pt x="112" y="230"/>
                  <a:pt x="129" y="241"/>
                  <a:pt x="152" y="241"/>
                </a:cubicBezTo>
                <a:cubicBezTo>
                  <a:pt x="178" y="241"/>
                  <a:pt x="191" y="225"/>
                  <a:pt x="191" y="210"/>
                </a:cubicBezTo>
                <a:cubicBezTo>
                  <a:pt x="191" y="198"/>
                  <a:pt x="187" y="191"/>
                  <a:pt x="177" y="183"/>
                </a:cubicBezTo>
                <a:moveTo>
                  <a:pt x="140" y="143"/>
                </a:moveTo>
                <a:cubicBezTo>
                  <a:pt x="139" y="137"/>
                  <a:pt x="140" y="131"/>
                  <a:pt x="143" y="128"/>
                </a:cubicBezTo>
                <a:cubicBezTo>
                  <a:pt x="145" y="126"/>
                  <a:pt x="147" y="125"/>
                  <a:pt x="150" y="125"/>
                </a:cubicBezTo>
                <a:cubicBezTo>
                  <a:pt x="150" y="121"/>
                  <a:pt x="150" y="121"/>
                  <a:pt x="150" y="121"/>
                </a:cubicBezTo>
                <a:cubicBezTo>
                  <a:pt x="150" y="125"/>
                  <a:pt x="150" y="125"/>
                  <a:pt x="150" y="125"/>
                </a:cubicBezTo>
                <a:cubicBezTo>
                  <a:pt x="158" y="125"/>
                  <a:pt x="165" y="134"/>
                  <a:pt x="167" y="145"/>
                </a:cubicBezTo>
                <a:cubicBezTo>
                  <a:pt x="167" y="151"/>
                  <a:pt x="166" y="157"/>
                  <a:pt x="163" y="160"/>
                </a:cubicBezTo>
                <a:cubicBezTo>
                  <a:pt x="161" y="163"/>
                  <a:pt x="159" y="164"/>
                  <a:pt x="156" y="164"/>
                </a:cubicBezTo>
                <a:cubicBezTo>
                  <a:pt x="156" y="164"/>
                  <a:pt x="156" y="164"/>
                  <a:pt x="156" y="164"/>
                </a:cubicBezTo>
                <a:cubicBezTo>
                  <a:pt x="148" y="163"/>
                  <a:pt x="141" y="154"/>
                  <a:pt x="140" y="143"/>
                </a:cubicBezTo>
                <a:moveTo>
                  <a:pt x="152" y="228"/>
                </a:moveTo>
                <a:cubicBezTo>
                  <a:pt x="141" y="228"/>
                  <a:pt x="132" y="221"/>
                  <a:pt x="132" y="211"/>
                </a:cubicBezTo>
                <a:cubicBezTo>
                  <a:pt x="132" y="203"/>
                  <a:pt x="142" y="195"/>
                  <a:pt x="154" y="195"/>
                </a:cubicBezTo>
                <a:cubicBezTo>
                  <a:pt x="154" y="192"/>
                  <a:pt x="154" y="192"/>
                  <a:pt x="154" y="192"/>
                </a:cubicBezTo>
                <a:cubicBezTo>
                  <a:pt x="154" y="192"/>
                  <a:pt x="154" y="192"/>
                  <a:pt x="154" y="192"/>
                </a:cubicBezTo>
                <a:cubicBezTo>
                  <a:pt x="155" y="195"/>
                  <a:pt x="155" y="195"/>
                  <a:pt x="155" y="195"/>
                </a:cubicBezTo>
                <a:cubicBezTo>
                  <a:pt x="157" y="195"/>
                  <a:pt x="160" y="196"/>
                  <a:pt x="162" y="196"/>
                </a:cubicBezTo>
                <a:cubicBezTo>
                  <a:pt x="165" y="198"/>
                  <a:pt x="165" y="198"/>
                  <a:pt x="165" y="198"/>
                </a:cubicBezTo>
                <a:cubicBezTo>
                  <a:pt x="171" y="202"/>
                  <a:pt x="174" y="205"/>
                  <a:pt x="175" y="209"/>
                </a:cubicBezTo>
                <a:cubicBezTo>
                  <a:pt x="175" y="210"/>
                  <a:pt x="175" y="211"/>
                  <a:pt x="175" y="212"/>
                </a:cubicBezTo>
                <a:cubicBezTo>
                  <a:pt x="175" y="223"/>
                  <a:pt x="167" y="228"/>
                  <a:pt x="152" y="228"/>
                </a:cubicBezTo>
                <a:moveTo>
                  <a:pt x="241" y="120"/>
                </a:moveTo>
                <a:cubicBezTo>
                  <a:pt x="225" y="120"/>
                  <a:pt x="225" y="120"/>
                  <a:pt x="225" y="120"/>
                </a:cubicBezTo>
                <a:cubicBezTo>
                  <a:pt x="225" y="144"/>
                  <a:pt x="225" y="144"/>
                  <a:pt x="225" y="144"/>
                </a:cubicBezTo>
                <a:cubicBezTo>
                  <a:pt x="200" y="144"/>
                  <a:pt x="200" y="144"/>
                  <a:pt x="200" y="144"/>
                </a:cubicBezTo>
                <a:cubicBezTo>
                  <a:pt x="200" y="161"/>
                  <a:pt x="200" y="161"/>
                  <a:pt x="200" y="161"/>
                </a:cubicBezTo>
                <a:cubicBezTo>
                  <a:pt x="225" y="161"/>
                  <a:pt x="225" y="161"/>
                  <a:pt x="225" y="161"/>
                </a:cubicBezTo>
                <a:cubicBezTo>
                  <a:pt x="225" y="185"/>
                  <a:pt x="225" y="185"/>
                  <a:pt x="225" y="185"/>
                </a:cubicBezTo>
                <a:cubicBezTo>
                  <a:pt x="241" y="185"/>
                  <a:pt x="241" y="185"/>
                  <a:pt x="241" y="185"/>
                </a:cubicBezTo>
                <a:cubicBezTo>
                  <a:pt x="241" y="161"/>
                  <a:pt x="241" y="161"/>
                  <a:pt x="241" y="161"/>
                </a:cubicBezTo>
                <a:cubicBezTo>
                  <a:pt x="265" y="161"/>
                  <a:pt x="265" y="161"/>
                  <a:pt x="265" y="161"/>
                </a:cubicBezTo>
                <a:cubicBezTo>
                  <a:pt x="265" y="144"/>
                  <a:pt x="265" y="144"/>
                  <a:pt x="265" y="144"/>
                </a:cubicBezTo>
                <a:cubicBezTo>
                  <a:pt x="241" y="144"/>
                  <a:pt x="241" y="144"/>
                  <a:pt x="241" y="144"/>
                </a:cubicBezTo>
                <a:lnTo>
                  <a:pt x="241" y="12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" name="Freeform 9"/>
          <p:cNvSpPr>
            <a:spLocks noEditPoints="1"/>
          </p:cNvSpPr>
          <p:nvPr/>
        </p:nvSpPr>
        <p:spPr bwMode="auto">
          <a:xfrm>
            <a:off x="5262034" y="946152"/>
            <a:ext cx="573617" cy="573617"/>
          </a:xfrm>
          <a:custGeom>
            <a:avLst/>
            <a:gdLst>
              <a:gd name="T0" fmla="*/ 129 w 353"/>
              <a:gd name="T1" fmla="*/ 112 h 353"/>
              <a:gd name="T2" fmla="*/ 113 w 353"/>
              <a:gd name="T3" fmla="*/ 129 h 353"/>
              <a:gd name="T4" fmla="*/ 129 w 353"/>
              <a:gd name="T5" fmla="*/ 145 h 353"/>
              <a:gd name="T6" fmla="*/ 145 w 353"/>
              <a:gd name="T7" fmla="*/ 129 h 353"/>
              <a:gd name="T8" fmla="*/ 129 w 353"/>
              <a:gd name="T9" fmla="*/ 112 h 353"/>
              <a:gd name="T10" fmla="*/ 113 w 353"/>
              <a:gd name="T11" fmla="*/ 241 h 353"/>
              <a:gd name="T12" fmla="*/ 145 w 353"/>
              <a:gd name="T13" fmla="*/ 241 h 353"/>
              <a:gd name="T14" fmla="*/ 145 w 353"/>
              <a:gd name="T15" fmla="*/ 152 h 353"/>
              <a:gd name="T16" fmla="*/ 113 w 353"/>
              <a:gd name="T17" fmla="*/ 152 h 353"/>
              <a:gd name="T18" fmla="*/ 113 w 353"/>
              <a:gd name="T19" fmla="*/ 241 h 353"/>
              <a:gd name="T20" fmla="*/ 220 w 353"/>
              <a:gd name="T21" fmla="*/ 152 h 353"/>
              <a:gd name="T22" fmla="*/ 193 w 353"/>
              <a:gd name="T23" fmla="*/ 167 h 353"/>
              <a:gd name="T24" fmla="*/ 193 w 353"/>
              <a:gd name="T25" fmla="*/ 153 h 353"/>
              <a:gd name="T26" fmla="*/ 161 w 353"/>
              <a:gd name="T27" fmla="*/ 153 h 353"/>
              <a:gd name="T28" fmla="*/ 161 w 353"/>
              <a:gd name="T29" fmla="*/ 241 h 353"/>
              <a:gd name="T30" fmla="*/ 193 w 353"/>
              <a:gd name="T31" fmla="*/ 241 h 353"/>
              <a:gd name="T32" fmla="*/ 193 w 353"/>
              <a:gd name="T33" fmla="*/ 193 h 353"/>
              <a:gd name="T34" fmla="*/ 207 w 353"/>
              <a:gd name="T35" fmla="*/ 177 h 353"/>
              <a:gd name="T36" fmla="*/ 217 w 353"/>
              <a:gd name="T37" fmla="*/ 193 h 353"/>
              <a:gd name="T38" fmla="*/ 217 w 353"/>
              <a:gd name="T39" fmla="*/ 241 h 353"/>
              <a:gd name="T40" fmla="*/ 249 w 353"/>
              <a:gd name="T41" fmla="*/ 241 h 353"/>
              <a:gd name="T42" fmla="*/ 249 w 353"/>
              <a:gd name="T43" fmla="*/ 193 h 353"/>
              <a:gd name="T44" fmla="*/ 220 w 353"/>
              <a:gd name="T45" fmla="*/ 152 h 353"/>
              <a:gd name="T46" fmla="*/ 177 w 353"/>
              <a:gd name="T47" fmla="*/ 0 h 353"/>
              <a:gd name="T48" fmla="*/ 0 w 353"/>
              <a:gd name="T49" fmla="*/ 177 h 353"/>
              <a:gd name="T50" fmla="*/ 177 w 353"/>
              <a:gd name="T51" fmla="*/ 353 h 353"/>
              <a:gd name="T52" fmla="*/ 353 w 353"/>
              <a:gd name="T53" fmla="*/ 177 h 353"/>
              <a:gd name="T54" fmla="*/ 177 w 353"/>
              <a:gd name="T55" fmla="*/ 0 h 353"/>
              <a:gd name="T56" fmla="*/ 177 w 353"/>
              <a:gd name="T57" fmla="*/ 337 h 353"/>
              <a:gd name="T58" fmla="*/ 16 w 353"/>
              <a:gd name="T59" fmla="*/ 177 h 353"/>
              <a:gd name="T60" fmla="*/ 177 w 353"/>
              <a:gd name="T61" fmla="*/ 16 h 353"/>
              <a:gd name="T62" fmla="*/ 337 w 353"/>
              <a:gd name="T63" fmla="*/ 177 h 353"/>
              <a:gd name="T64" fmla="*/ 177 w 353"/>
              <a:gd name="T65" fmla="*/ 337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353" h="353">
                <a:moveTo>
                  <a:pt x="129" y="112"/>
                </a:moveTo>
                <a:cubicBezTo>
                  <a:pt x="120" y="112"/>
                  <a:pt x="113" y="120"/>
                  <a:pt x="113" y="129"/>
                </a:cubicBezTo>
                <a:cubicBezTo>
                  <a:pt x="113" y="137"/>
                  <a:pt x="120" y="145"/>
                  <a:pt x="129" y="145"/>
                </a:cubicBezTo>
                <a:cubicBezTo>
                  <a:pt x="137" y="145"/>
                  <a:pt x="145" y="137"/>
                  <a:pt x="145" y="129"/>
                </a:cubicBezTo>
                <a:cubicBezTo>
                  <a:pt x="145" y="120"/>
                  <a:pt x="137" y="112"/>
                  <a:pt x="129" y="112"/>
                </a:cubicBezTo>
                <a:moveTo>
                  <a:pt x="113" y="241"/>
                </a:moveTo>
                <a:cubicBezTo>
                  <a:pt x="145" y="241"/>
                  <a:pt x="145" y="241"/>
                  <a:pt x="145" y="241"/>
                </a:cubicBezTo>
                <a:cubicBezTo>
                  <a:pt x="145" y="152"/>
                  <a:pt x="145" y="152"/>
                  <a:pt x="145" y="152"/>
                </a:cubicBezTo>
                <a:cubicBezTo>
                  <a:pt x="113" y="152"/>
                  <a:pt x="113" y="152"/>
                  <a:pt x="113" y="152"/>
                </a:cubicBezTo>
                <a:lnTo>
                  <a:pt x="113" y="241"/>
                </a:lnTo>
                <a:close/>
                <a:moveTo>
                  <a:pt x="220" y="152"/>
                </a:moveTo>
                <a:cubicBezTo>
                  <a:pt x="196" y="152"/>
                  <a:pt x="193" y="167"/>
                  <a:pt x="193" y="167"/>
                </a:cubicBezTo>
                <a:cubicBezTo>
                  <a:pt x="193" y="153"/>
                  <a:pt x="193" y="153"/>
                  <a:pt x="193" y="153"/>
                </a:cubicBezTo>
                <a:cubicBezTo>
                  <a:pt x="161" y="153"/>
                  <a:pt x="161" y="153"/>
                  <a:pt x="161" y="153"/>
                </a:cubicBezTo>
                <a:cubicBezTo>
                  <a:pt x="161" y="241"/>
                  <a:pt x="161" y="241"/>
                  <a:pt x="161" y="241"/>
                </a:cubicBezTo>
                <a:cubicBezTo>
                  <a:pt x="193" y="241"/>
                  <a:pt x="193" y="241"/>
                  <a:pt x="193" y="241"/>
                </a:cubicBezTo>
                <a:cubicBezTo>
                  <a:pt x="193" y="193"/>
                  <a:pt x="193" y="193"/>
                  <a:pt x="193" y="193"/>
                </a:cubicBezTo>
                <a:cubicBezTo>
                  <a:pt x="193" y="193"/>
                  <a:pt x="193" y="177"/>
                  <a:pt x="207" y="177"/>
                </a:cubicBezTo>
                <a:cubicBezTo>
                  <a:pt x="214" y="177"/>
                  <a:pt x="217" y="184"/>
                  <a:pt x="217" y="193"/>
                </a:cubicBezTo>
                <a:cubicBezTo>
                  <a:pt x="217" y="241"/>
                  <a:pt x="217" y="241"/>
                  <a:pt x="217" y="241"/>
                </a:cubicBezTo>
                <a:cubicBezTo>
                  <a:pt x="249" y="241"/>
                  <a:pt x="249" y="241"/>
                  <a:pt x="249" y="241"/>
                </a:cubicBezTo>
                <a:cubicBezTo>
                  <a:pt x="249" y="193"/>
                  <a:pt x="249" y="193"/>
                  <a:pt x="249" y="193"/>
                </a:cubicBezTo>
                <a:cubicBezTo>
                  <a:pt x="249" y="168"/>
                  <a:pt x="238" y="152"/>
                  <a:pt x="220" y="152"/>
                </a:cubicBezTo>
                <a:moveTo>
                  <a:pt x="177" y="0"/>
                </a:moveTo>
                <a:cubicBezTo>
                  <a:pt x="79" y="0"/>
                  <a:pt x="0" y="79"/>
                  <a:pt x="0" y="177"/>
                </a:cubicBezTo>
                <a:cubicBezTo>
                  <a:pt x="0" y="274"/>
                  <a:pt x="79" y="353"/>
                  <a:pt x="177" y="353"/>
                </a:cubicBezTo>
                <a:cubicBezTo>
                  <a:pt x="274" y="353"/>
                  <a:pt x="353" y="274"/>
                  <a:pt x="353" y="177"/>
                </a:cubicBezTo>
                <a:cubicBezTo>
                  <a:pt x="353" y="79"/>
                  <a:pt x="274" y="0"/>
                  <a:pt x="177" y="0"/>
                </a:cubicBezTo>
                <a:moveTo>
                  <a:pt x="177" y="337"/>
                </a:moveTo>
                <a:cubicBezTo>
                  <a:pt x="88" y="337"/>
                  <a:pt x="16" y="265"/>
                  <a:pt x="16" y="177"/>
                </a:cubicBezTo>
                <a:cubicBezTo>
                  <a:pt x="16" y="88"/>
                  <a:pt x="88" y="16"/>
                  <a:pt x="177" y="16"/>
                </a:cubicBezTo>
                <a:cubicBezTo>
                  <a:pt x="266" y="16"/>
                  <a:pt x="337" y="88"/>
                  <a:pt x="337" y="177"/>
                </a:cubicBezTo>
                <a:cubicBezTo>
                  <a:pt x="337" y="265"/>
                  <a:pt x="266" y="337"/>
                  <a:pt x="177" y="337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0" name="Freeform 10"/>
          <p:cNvSpPr>
            <a:spLocks noEditPoints="1"/>
          </p:cNvSpPr>
          <p:nvPr/>
        </p:nvSpPr>
        <p:spPr bwMode="auto">
          <a:xfrm>
            <a:off x="6358468" y="946152"/>
            <a:ext cx="573617" cy="573617"/>
          </a:xfrm>
          <a:custGeom>
            <a:avLst/>
            <a:gdLst>
              <a:gd name="T0" fmla="*/ 189 w 353"/>
              <a:gd name="T1" fmla="*/ 217 h 353"/>
              <a:gd name="T2" fmla="*/ 184 w 353"/>
              <a:gd name="T3" fmla="*/ 212 h 353"/>
              <a:gd name="T4" fmla="*/ 184 w 353"/>
              <a:gd name="T5" fmla="*/ 168 h 353"/>
              <a:gd name="T6" fmla="*/ 216 w 353"/>
              <a:gd name="T7" fmla="*/ 168 h 353"/>
              <a:gd name="T8" fmla="*/ 216 w 353"/>
              <a:gd name="T9" fmla="*/ 145 h 353"/>
              <a:gd name="T10" fmla="*/ 184 w 353"/>
              <a:gd name="T11" fmla="*/ 145 h 353"/>
              <a:gd name="T12" fmla="*/ 184 w 353"/>
              <a:gd name="T13" fmla="*/ 112 h 353"/>
              <a:gd name="T14" fmla="*/ 164 w 353"/>
              <a:gd name="T15" fmla="*/ 113 h 353"/>
              <a:gd name="T16" fmla="*/ 159 w 353"/>
              <a:gd name="T17" fmla="*/ 129 h 353"/>
              <a:gd name="T18" fmla="*/ 150 w 353"/>
              <a:gd name="T19" fmla="*/ 140 h 353"/>
              <a:gd name="T20" fmla="*/ 136 w 353"/>
              <a:gd name="T21" fmla="*/ 147 h 353"/>
              <a:gd name="T22" fmla="*/ 136 w 353"/>
              <a:gd name="T23" fmla="*/ 169 h 353"/>
              <a:gd name="T24" fmla="*/ 152 w 353"/>
              <a:gd name="T25" fmla="*/ 168 h 353"/>
              <a:gd name="T26" fmla="*/ 152 w 353"/>
              <a:gd name="T27" fmla="*/ 210 h 353"/>
              <a:gd name="T28" fmla="*/ 154 w 353"/>
              <a:gd name="T29" fmla="*/ 224 h 353"/>
              <a:gd name="T30" fmla="*/ 161 w 353"/>
              <a:gd name="T31" fmla="*/ 232 h 353"/>
              <a:gd name="T32" fmla="*/ 173 w 353"/>
              <a:gd name="T33" fmla="*/ 239 h 353"/>
              <a:gd name="T34" fmla="*/ 190 w 353"/>
              <a:gd name="T35" fmla="*/ 241 h 353"/>
              <a:gd name="T36" fmla="*/ 204 w 353"/>
              <a:gd name="T37" fmla="*/ 239 h 353"/>
              <a:gd name="T38" fmla="*/ 222 w 353"/>
              <a:gd name="T39" fmla="*/ 234 h 353"/>
              <a:gd name="T40" fmla="*/ 222 w 353"/>
              <a:gd name="T41" fmla="*/ 214 h 353"/>
              <a:gd name="T42" fmla="*/ 199 w 353"/>
              <a:gd name="T43" fmla="*/ 220 h 353"/>
              <a:gd name="T44" fmla="*/ 189 w 353"/>
              <a:gd name="T45" fmla="*/ 217 h 353"/>
              <a:gd name="T46" fmla="*/ 176 w 353"/>
              <a:gd name="T47" fmla="*/ 0 h 353"/>
              <a:gd name="T48" fmla="*/ 0 w 353"/>
              <a:gd name="T49" fmla="*/ 177 h 353"/>
              <a:gd name="T50" fmla="*/ 176 w 353"/>
              <a:gd name="T51" fmla="*/ 353 h 353"/>
              <a:gd name="T52" fmla="*/ 353 w 353"/>
              <a:gd name="T53" fmla="*/ 177 h 353"/>
              <a:gd name="T54" fmla="*/ 176 w 353"/>
              <a:gd name="T55" fmla="*/ 0 h 353"/>
              <a:gd name="T56" fmla="*/ 176 w 353"/>
              <a:gd name="T57" fmla="*/ 337 h 353"/>
              <a:gd name="T58" fmla="*/ 16 w 353"/>
              <a:gd name="T59" fmla="*/ 177 h 353"/>
              <a:gd name="T60" fmla="*/ 176 w 353"/>
              <a:gd name="T61" fmla="*/ 16 h 353"/>
              <a:gd name="T62" fmla="*/ 337 w 353"/>
              <a:gd name="T63" fmla="*/ 177 h 353"/>
              <a:gd name="T64" fmla="*/ 176 w 353"/>
              <a:gd name="T65" fmla="*/ 337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353" h="353">
                <a:moveTo>
                  <a:pt x="189" y="217"/>
                </a:moveTo>
                <a:cubicBezTo>
                  <a:pt x="187" y="216"/>
                  <a:pt x="185" y="214"/>
                  <a:pt x="184" y="212"/>
                </a:cubicBezTo>
                <a:cubicBezTo>
                  <a:pt x="184" y="212"/>
                  <a:pt x="184" y="168"/>
                  <a:pt x="184" y="168"/>
                </a:cubicBezTo>
                <a:cubicBezTo>
                  <a:pt x="216" y="168"/>
                  <a:pt x="216" y="168"/>
                  <a:pt x="216" y="168"/>
                </a:cubicBezTo>
                <a:cubicBezTo>
                  <a:pt x="216" y="145"/>
                  <a:pt x="216" y="145"/>
                  <a:pt x="216" y="145"/>
                </a:cubicBezTo>
                <a:cubicBezTo>
                  <a:pt x="184" y="145"/>
                  <a:pt x="184" y="145"/>
                  <a:pt x="184" y="145"/>
                </a:cubicBezTo>
                <a:cubicBezTo>
                  <a:pt x="184" y="112"/>
                  <a:pt x="184" y="112"/>
                  <a:pt x="184" y="112"/>
                </a:cubicBezTo>
                <a:cubicBezTo>
                  <a:pt x="164" y="113"/>
                  <a:pt x="164" y="113"/>
                  <a:pt x="164" y="113"/>
                </a:cubicBezTo>
                <a:cubicBezTo>
                  <a:pt x="163" y="119"/>
                  <a:pt x="161" y="125"/>
                  <a:pt x="159" y="129"/>
                </a:cubicBezTo>
                <a:cubicBezTo>
                  <a:pt x="157" y="133"/>
                  <a:pt x="154" y="137"/>
                  <a:pt x="150" y="140"/>
                </a:cubicBezTo>
                <a:cubicBezTo>
                  <a:pt x="146" y="143"/>
                  <a:pt x="141" y="145"/>
                  <a:pt x="136" y="147"/>
                </a:cubicBezTo>
                <a:cubicBezTo>
                  <a:pt x="136" y="169"/>
                  <a:pt x="136" y="169"/>
                  <a:pt x="136" y="169"/>
                </a:cubicBezTo>
                <a:cubicBezTo>
                  <a:pt x="152" y="168"/>
                  <a:pt x="152" y="168"/>
                  <a:pt x="152" y="168"/>
                </a:cubicBezTo>
                <a:cubicBezTo>
                  <a:pt x="152" y="210"/>
                  <a:pt x="152" y="210"/>
                  <a:pt x="152" y="210"/>
                </a:cubicBezTo>
                <a:cubicBezTo>
                  <a:pt x="152" y="216"/>
                  <a:pt x="153" y="220"/>
                  <a:pt x="154" y="224"/>
                </a:cubicBezTo>
                <a:cubicBezTo>
                  <a:pt x="155" y="227"/>
                  <a:pt x="158" y="230"/>
                  <a:pt x="161" y="232"/>
                </a:cubicBezTo>
                <a:cubicBezTo>
                  <a:pt x="164" y="235"/>
                  <a:pt x="169" y="237"/>
                  <a:pt x="173" y="239"/>
                </a:cubicBezTo>
                <a:cubicBezTo>
                  <a:pt x="178" y="240"/>
                  <a:pt x="183" y="241"/>
                  <a:pt x="190" y="241"/>
                </a:cubicBezTo>
                <a:cubicBezTo>
                  <a:pt x="195" y="241"/>
                  <a:pt x="200" y="240"/>
                  <a:pt x="204" y="239"/>
                </a:cubicBezTo>
                <a:cubicBezTo>
                  <a:pt x="209" y="238"/>
                  <a:pt x="216" y="236"/>
                  <a:pt x="222" y="234"/>
                </a:cubicBezTo>
                <a:cubicBezTo>
                  <a:pt x="222" y="214"/>
                  <a:pt x="222" y="214"/>
                  <a:pt x="222" y="214"/>
                </a:cubicBezTo>
                <a:cubicBezTo>
                  <a:pt x="215" y="218"/>
                  <a:pt x="206" y="220"/>
                  <a:pt x="199" y="220"/>
                </a:cubicBezTo>
                <a:cubicBezTo>
                  <a:pt x="196" y="220"/>
                  <a:pt x="192" y="219"/>
                  <a:pt x="189" y="217"/>
                </a:cubicBezTo>
                <a:moveTo>
                  <a:pt x="176" y="0"/>
                </a:moveTo>
                <a:cubicBezTo>
                  <a:pt x="79" y="0"/>
                  <a:pt x="0" y="79"/>
                  <a:pt x="0" y="177"/>
                </a:cubicBezTo>
                <a:cubicBezTo>
                  <a:pt x="0" y="274"/>
                  <a:pt x="79" y="353"/>
                  <a:pt x="176" y="353"/>
                </a:cubicBezTo>
                <a:cubicBezTo>
                  <a:pt x="274" y="353"/>
                  <a:pt x="353" y="274"/>
                  <a:pt x="353" y="177"/>
                </a:cubicBezTo>
                <a:cubicBezTo>
                  <a:pt x="353" y="79"/>
                  <a:pt x="274" y="0"/>
                  <a:pt x="176" y="0"/>
                </a:cubicBezTo>
                <a:moveTo>
                  <a:pt x="176" y="337"/>
                </a:moveTo>
                <a:cubicBezTo>
                  <a:pt x="87" y="337"/>
                  <a:pt x="16" y="265"/>
                  <a:pt x="16" y="177"/>
                </a:cubicBezTo>
                <a:cubicBezTo>
                  <a:pt x="16" y="88"/>
                  <a:pt x="87" y="16"/>
                  <a:pt x="176" y="16"/>
                </a:cubicBezTo>
                <a:cubicBezTo>
                  <a:pt x="265" y="16"/>
                  <a:pt x="337" y="88"/>
                  <a:pt x="337" y="177"/>
                </a:cubicBezTo>
                <a:cubicBezTo>
                  <a:pt x="337" y="265"/>
                  <a:pt x="265" y="337"/>
                  <a:pt x="176" y="337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1" name="Freeform 11"/>
          <p:cNvSpPr>
            <a:spLocks noEditPoints="1"/>
          </p:cNvSpPr>
          <p:nvPr/>
        </p:nvSpPr>
        <p:spPr bwMode="auto">
          <a:xfrm>
            <a:off x="7454901" y="946152"/>
            <a:ext cx="573617" cy="573617"/>
          </a:xfrm>
          <a:custGeom>
            <a:avLst/>
            <a:gdLst>
              <a:gd name="T0" fmla="*/ 214 w 353"/>
              <a:gd name="T1" fmla="*/ 113 h 353"/>
              <a:gd name="T2" fmla="*/ 211 w 353"/>
              <a:gd name="T3" fmla="*/ 113 h 353"/>
              <a:gd name="T4" fmla="*/ 211 w 353"/>
              <a:gd name="T5" fmla="*/ 113 h 353"/>
              <a:gd name="T6" fmla="*/ 196 w 353"/>
              <a:gd name="T7" fmla="*/ 113 h 353"/>
              <a:gd name="T8" fmla="*/ 195 w 353"/>
              <a:gd name="T9" fmla="*/ 113 h 353"/>
              <a:gd name="T10" fmla="*/ 163 w 353"/>
              <a:gd name="T11" fmla="*/ 166 h 353"/>
              <a:gd name="T12" fmla="*/ 132 w 353"/>
              <a:gd name="T13" fmla="*/ 112 h 353"/>
              <a:gd name="T14" fmla="*/ 131 w 353"/>
              <a:gd name="T15" fmla="*/ 113 h 353"/>
              <a:gd name="T16" fmla="*/ 116 w 353"/>
              <a:gd name="T17" fmla="*/ 113 h 353"/>
              <a:gd name="T18" fmla="*/ 112 w 353"/>
              <a:gd name="T19" fmla="*/ 113 h 353"/>
              <a:gd name="T20" fmla="*/ 155 w 353"/>
              <a:gd name="T21" fmla="*/ 186 h 353"/>
              <a:gd name="T22" fmla="*/ 154 w 353"/>
              <a:gd name="T23" fmla="*/ 239 h 353"/>
              <a:gd name="T24" fmla="*/ 154 w 353"/>
              <a:gd name="T25" fmla="*/ 241 h 353"/>
              <a:gd name="T26" fmla="*/ 155 w 353"/>
              <a:gd name="T27" fmla="*/ 241 h 353"/>
              <a:gd name="T28" fmla="*/ 156 w 353"/>
              <a:gd name="T29" fmla="*/ 241 h 353"/>
              <a:gd name="T30" fmla="*/ 171 w 353"/>
              <a:gd name="T31" fmla="*/ 241 h 353"/>
              <a:gd name="T32" fmla="*/ 173 w 353"/>
              <a:gd name="T33" fmla="*/ 241 h 353"/>
              <a:gd name="T34" fmla="*/ 172 w 353"/>
              <a:gd name="T35" fmla="*/ 186 h 353"/>
              <a:gd name="T36" fmla="*/ 192 w 353"/>
              <a:gd name="T37" fmla="*/ 150 h 353"/>
              <a:gd name="T38" fmla="*/ 213 w 353"/>
              <a:gd name="T39" fmla="*/ 115 h 353"/>
              <a:gd name="T40" fmla="*/ 214 w 353"/>
              <a:gd name="T41" fmla="*/ 113 h 353"/>
              <a:gd name="T42" fmla="*/ 176 w 353"/>
              <a:gd name="T43" fmla="*/ 0 h 353"/>
              <a:gd name="T44" fmla="*/ 0 w 353"/>
              <a:gd name="T45" fmla="*/ 177 h 353"/>
              <a:gd name="T46" fmla="*/ 176 w 353"/>
              <a:gd name="T47" fmla="*/ 353 h 353"/>
              <a:gd name="T48" fmla="*/ 353 w 353"/>
              <a:gd name="T49" fmla="*/ 177 h 353"/>
              <a:gd name="T50" fmla="*/ 176 w 353"/>
              <a:gd name="T51" fmla="*/ 0 h 353"/>
              <a:gd name="T52" fmla="*/ 176 w 353"/>
              <a:gd name="T53" fmla="*/ 337 h 353"/>
              <a:gd name="T54" fmla="*/ 16 w 353"/>
              <a:gd name="T55" fmla="*/ 177 h 353"/>
              <a:gd name="T56" fmla="*/ 176 w 353"/>
              <a:gd name="T57" fmla="*/ 16 h 353"/>
              <a:gd name="T58" fmla="*/ 337 w 353"/>
              <a:gd name="T59" fmla="*/ 177 h 353"/>
              <a:gd name="T60" fmla="*/ 176 w 353"/>
              <a:gd name="T61" fmla="*/ 337 h 353"/>
              <a:gd name="T62" fmla="*/ 217 w 353"/>
              <a:gd name="T63" fmla="*/ 223 h 353"/>
              <a:gd name="T64" fmla="*/ 205 w 353"/>
              <a:gd name="T65" fmla="*/ 229 h 353"/>
              <a:gd name="T66" fmla="*/ 206 w 353"/>
              <a:gd name="T67" fmla="*/ 236 h 353"/>
              <a:gd name="T68" fmla="*/ 212 w 353"/>
              <a:gd name="T69" fmla="*/ 240 h 353"/>
              <a:gd name="T70" fmla="*/ 215 w 353"/>
              <a:gd name="T71" fmla="*/ 241 h 353"/>
              <a:gd name="T72" fmla="*/ 224 w 353"/>
              <a:gd name="T73" fmla="*/ 235 h 353"/>
              <a:gd name="T74" fmla="*/ 223 w 353"/>
              <a:gd name="T75" fmla="*/ 227 h 353"/>
              <a:gd name="T76" fmla="*/ 217 w 353"/>
              <a:gd name="T77" fmla="*/ 223 h 353"/>
              <a:gd name="T78" fmla="*/ 234 w 353"/>
              <a:gd name="T79" fmla="*/ 114 h 353"/>
              <a:gd name="T80" fmla="*/ 231 w 353"/>
              <a:gd name="T81" fmla="*/ 114 h 353"/>
              <a:gd name="T82" fmla="*/ 222 w 353"/>
              <a:gd name="T83" fmla="*/ 123 h 353"/>
              <a:gd name="T84" fmla="*/ 213 w 353"/>
              <a:gd name="T85" fmla="*/ 211 h 353"/>
              <a:gd name="T86" fmla="*/ 213 w 353"/>
              <a:gd name="T87" fmla="*/ 213 h 353"/>
              <a:gd name="T88" fmla="*/ 215 w 353"/>
              <a:gd name="T89" fmla="*/ 213 h 353"/>
              <a:gd name="T90" fmla="*/ 215 w 353"/>
              <a:gd name="T91" fmla="*/ 213 h 353"/>
              <a:gd name="T92" fmla="*/ 220 w 353"/>
              <a:gd name="T93" fmla="*/ 214 h 353"/>
              <a:gd name="T94" fmla="*/ 222 w 353"/>
              <a:gd name="T95" fmla="*/ 215 h 353"/>
              <a:gd name="T96" fmla="*/ 222 w 353"/>
              <a:gd name="T97" fmla="*/ 213 h 353"/>
              <a:gd name="T98" fmla="*/ 238 w 353"/>
              <a:gd name="T99" fmla="*/ 138 h 353"/>
              <a:gd name="T100" fmla="*/ 240 w 353"/>
              <a:gd name="T101" fmla="*/ 127 h 353"/>
              <a:gd name="T102" fmla="*/ 239 w 353"/>
              <a:gd name="T103" fmla="*/ 118 h 353"/>
              <a:gd name="T104" fmla="*/ 234 w 353"/>
              <a:gd name="T105" fmla="*/ 114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353" h="353">
                <a:moveTo>
                  <a:pt x="214" y="113"/>
                </a:moveTo>
                <a:cubicBezTo>
                  <a:pt x="211" y="113"/>
                  <a:pt x="211" y="113"/>
                  <a:pt x="211" y="113"/>
                </a:cubicBezTo>
                <a:cubicBezTo>
                  <a:pt x="211" y="113"/>
                  <a:pt x="211" y="113"/>
                  <a:pt x="211" y="113"/>
                </a:cubicBezTo>
                <a:cubicBezTo>
                  <a:pt x="207" y="114"/>
                  <a:pt x="200" y="114"/>
                  <a:pt x="196" y="113"/>
                </a:cubicBezTo>
                <a:cubicBezTo>
                  <a:pt x="195" y="113"/>
                  <a:pt x="195" y="113"/>
                  <a:pt x="195" y="113"/>
                </a:cubicBezTo>
                <a:cubicBezTo>
                  <a:pt x="163" y="166"/>
                  <a:pt x="163" y="166"/>
                  <a:pt x="163" y="166"/>
                </a:cubicBezTo>
                <a:cubicBezTo>
                  <a:pt x="132" y="112"/>
                  <a:pt x="132" y="112"/>
                  <a:pt x="132" y="112"/>
                </a:cubicBezTo>
                <a:cubicBezTo>
                  <a:pt x="131" y="113"/>
                  <a:pt x="131" y="113"/>
                  <a:pt x="131" y="113"/>
                </a:cubicBezTo>
                <a:cubicBezTo>
                  <a:pt x="126" y="114"/>
                  <a:pt x="120" y="114"/>
                  <a:pt x="116" y="113"/>
                </a:cubicBezTo>
                <a:cubicBezTo>
                  <a:pt x="112" y="113"/>
                  <a:pt x="112" y="113"/>
                  <a:pt x="112" y="113"/>
                </a:cubicBezTo>
                <a:cubicBezTo>
                  <a:pt x="155" y="186"/>
                  <a:pt x="155" y="186"/>
                  <a:pt x="155" y="186"/>
                </a:cubicBezTo>
                <a:cubicBezTo>
                  <a:pt x="154" y="239"/>
                  <a:pt x="154" y="239"/>
                  <a:pt x="154" y="239"/>
                </a:cubicBezTo>
                <a:cubicBezTo>
                  <a:pt x="154" y="241"/>
                  <a:pt x="154" y="241"/>
                  <a:pt x="154" y="241"/>
                </a:cubicBezTo>
                <a:cubicBezTo>
                  <a:pt x="155" y="241"/>
                  <a:pt x="155" y="241"/>
                  <a:pt x="155" y="241"/>
                </a:cubicBezTo>
                <a:cubicBezTo>
                  <a:pt x="156" y="241"/>
                  <a:pt x="156" y="241"/>
                  <a:pt x="156" y="241"/>
                </a:cubicBezTo>
                <a:cubicBezTo>
                  <a:pt x="160" y="240"/>
                  <a:pt x="167" y="240"/>
                  <a:pt x="171" y="241"/>
                </a:cubicBezTo>
                <a:cubicBezTo>
                  <a:pt x="173" y="241"/>
                  <a:pt x="173" y="241"/>
                  <a:pt x="173" y="241"/>
                </a:cubicBezTo>
                <a:cubicBezTo>
                  <a:pt x="172" y="186"/>
                  <a:pt x="172" y="186"/>
                  <a:pt x="172" y="186"/>
                </a:cubicBezTo>
                <a:cubicBezTo>
                  <a:pt x="173" y="184"/>
                  <a:pt x="182" y="167"/>
                  <a:pt x="192" y="150"/>
                </a:cubicBezTo>
                <a:cubicBezTo>
                  <a:pt x="202" y="133"/>
                  <a:pt x="213" y="115"/>
                  <a:pt x="213" y="115"/>
                </a:cubicBezTo>
                <a:lnTo>
                  <a:pt x="214" y="113"/>
                </a:lnTo>
                <a:close/>
                <a:moveTo>
                  <a:pt x="176" y="0"/>
                </a:moveTo>
                <a:cubicBezTo>
                  <a:pt x="79" y="0"/>
                  <a:pt x="0" y="79"/>
                  <a:pt x="0" y="177"/>
                </a:cubicBezTo>
                <a:cubicBezTo>
                  <a:pt x="0" y="274"/>
                  <a:pt x="79" y="353"/>
                  <a:pt x="176" y="353"/>
                </a:cubicBezTo>
                <a:cubicBezTo>
                  <a:pt x="274" y="353"/>
                  <a:pt x="353" y="274"/>
                  <a:pt x="353" y="177"/>
                </a:cubicBezTo>
                <a:cubicBezTo>
                  <a:pt x="353" y="79"/>
                  <a:pt x="274" y="0"/>
                  <a:pt x="176" y="0"/>
                </a:cubicBezTo>
                <a:moveTo>
                  <a:pt x="176" y="337"/>
                </a:moveTo>
                <a:cubicBezTo>
                  <a:pt x="88" y="337"/>
                  <a:pt x="16" y="265"/>
                  <a:pt x="16" y="177"/>
                </a:cubicBezTo>
                <a:cubicBezTo>
                  <a:pt x="16" y="88"/>
                  <a:pt x="88" y="16"/>
                  <a:pt x="176" y="16"/>
                </a:cubicBezTo>
                <a:cubicBezTo>
                  <a:pt x="265" y="16"/>
                  <a:pt x="337" y="88"/>
                  <a:pt x="337" y="177"/>
                </a:cubicBezTo>
                <a:cubicBezTo>
                  <a:pt x="337" y="265"/>
                  <a:pt x="265" y="337"/>
                  <a:pt x="176" y="337"/>
                </a:cubicBezTo>
                <a:moveTo>
                  <a:pt x="217" y="223"/>
                </a:moveTo>
                <a:cubicBezTo>
                  <a:pt x="211" y="221"/>
                  <a:pt x="207" y="224"/>
                  <a:pt x="205" y="229"/>
                </a:cubicBezTo>
                <a:cubicBezTo>
                  <a:pt x="205" y="232"/>
                  <a:pt x="205" y="234"/>
                  <a:pt x="206" y="236"/>
                </a:cubicBezTo>
                <a:cubicBezTo>
                  <a:pt x="208" y="238"/>
                  <a:pt x="210" y="240"/>
                  <a:pt x="212" y="240"/>
                </a:cubicBezTo>
                <a:cubicBezTo>
                  <a:pt x="213" y="241"/>
                  <a:pt x="214" y="241"/>
                  <a:pt x="215" y="241"/>
                </a:cubicBezTo>
                <a:cubicBezTo>
                  <a:pt x="220" y="241"/>
                  <a:pt x="223" y="238"/>
                  <a:pt x="224" y="235"/>
                </a:cubicBezTo>
                <a:cubicBezTo>
                  <a:pt x="225" y="232"/>
                  <a:pt x="224" y="229"/>
                  <a:pt x="223" y="227"/>
                </a:cubicBezTo>
                <a:cubicBezTo>
                  <a:pt x="222" y="225"/>
                  <a:pt x="220" y="223"/>
                  <a:pt x="217" y="223"/>
                </a:cubicBezTo>
                <a:moveTo>
                  <a:pt x="234" y="114"/>
                </a:moveTo>
                <a:cubicBezTo>
                  <a:pt x="233" y="114"/>
                  <a:pt x="232" y="114"/>
                  <a:pt x="231" y="114"/>
                </a:cubicBezTo>
                <a:cubicBezTo>
                  <a:pt x="226" y="114"/>
                  <a:pt x="222" y="117"/>
                  <a:pt x="222" y="123"/>
                </a:cubicBezTo>
                <a:cubicBezTo>
                  <a:pt x="216" y="191"/>
                  <a:pt x="213" y="211"/>
                  <a:pt x="213" y="211"/>
                </a:cubicBezTo>
                <a:cubicBezTo>
                  <a:pt x="213" y="213"/>
                  <a:pt x="213" y="213"/>
                  <a:pt x="213" y="213"/>
                </a:cubicBezTo>
                <a:cubicBezTo>
                  <a:pt x="215" y="213"/>
                  <a:pt x="215" y="213"/>
                  <a:pt x="215" y="213"/>
                </a:cubicBezTo>
                <a:cubicBezTo>
                  <a:pt x="215" y="213"/>
                  <a:pt x="215" y="213"/>
                  <a:pt x="215" y="213"/>
                </a:cubicBezTo>
                <a:cubicBezTo>
                  <a:pt x="217" y="213"/>
                  <a:pt x="219" y="213"/>
                  <a:pt x="220" y="214"/>
                </a:cubicBezTo>
                <a:cubicBezTo>
                  <a:pt x="222" y="215"/>
                  <a:pt x="222" y="215"/>
                  <a:pt x="222" y="215"/>
                </a:cubicBezTo>
                <a:cubicBezTo>
                  <a:pt x="222" y="213"/>
                  <a:pt x="222" y="213"/>
                  <a:pt x="222" y="213"/>
                </a:cubicBezTo>
                <a:cubicBezTo>
                  <a:pt x="226" y="188"/>
                  <a:pt x="234" y="156"/>
                  <a:pt x="238" y="138"/>
                </a:cubicBezTo>
                <a:cubicBezTo>
                  <a:pt x="239" y="133"/>
                  <a:pt x="240" y="129"/>
                  <a:pt x="240" y="127"/>
                </a:cubicBezTo>
                <a:cubicBezTo>
                  <a:pt x="241" y="123"/>
                  <a:pt x="241" y="120"/>
                  <a:pt x="239" y="118"/>
                </a:cubicBezTo>
                <a:cubicBezTo>
                  <a:pt x="238" y="116"/>
                  <a:pt x="236" y="115"/>
                  <a:pt x="234" y="114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2" name="Freeform 12"/>
          <p:cNvSpPr>
            <a:spLocks noEditPoints="1"/>
          </p:cNvSpPr>
          <p:nvPr/>
        </p:nvSpPr>
        <p:spPr bwMode="auto">
          <a:xfrm>
            <a:off x="8549218" y="946152"/>
            <a:ext cx="573617" cy="573617"/>
          </a:xfrm>
          <a:custGeom>
            <a:avLst/>
            <a:gdLst>
              <a:gd name="T0" fmla="*/ 228 w 353"/>
              <a:gd name="T1" fmla="*/ 159 h 353"/>
              <a:gd name="T2" fmla="*/ 228 w 353"/>
              <a:gd name="T3" fmla="*/ 159 h 353"/>
              <a:gd name="T4" fmla="*/ 228 w 353"/>
              <a:gd name="T5" fmla="*/ 159 h 353"/>
              <a:gd name="T6" fmla="*/ 228 w 353"/>
              <a:gd name="T7" fmla="*/ 159 h 353"/>
              <a:gd name="T8" fmla="*/ 125 w 353"/>
              <a:gd name="T9" fmla="*/ 160 h 353"/>
              <a:gd name="T10" fmla="*/ 89 w 353"/>
              <a:gd name="T11" fmla="*/ 189 h 353"/>
              <a:gd name="T12" fmla="*/ 120 w 353"/>
              <a:gd name="T13" fmla="*/ 208 h 353"/>
              <a:gd name="T14" fmla="*/ 120 w 353"/>
              <a:gd name="T15" fmla="*/ 208 h 353"/>
              <a:gd name="T16" fmla="*/ 127 w 353"/>
              <a:gd name="T17" fmla="*/ 213 h 353"/>
              <a:gd name="T18" fmla="*/ 141 w 353"/>
              <a:gd name="T19" fmla="*/ 221 h 353"/>
              <a:gd name="T20" fmla="*/ 165 w 353"/>
              <a:gd name="T21" fmla="*/ 203 h 353"/>
              <a:gd name="T22" fmla="*/ 177 w 353"/>
              <a:gd name="T23" fmla="*/ 194 h 353"/>
              <a:gd name="T24" fmla="*/ 177 w 353"/>
              <a:gd name="T25" fmla="*/ 194 h 353"/>
              <a:gd name="T26" fmla="*/ 177 w 353"/>
              <a:gd name="T27" fmla="*/ 194 h 353"/>
              <a:gd name="T28" fmla="*/ 177 w 353"/>
              <a:gd name="T29" fmla="*/ 194 h 353"/>
              <a:gd name="T30" fmla="*/ 177 w 353"/>
              <a:gd name="T31" fmla="*/ 194 h 353"/>
              <a:gd name="T32" fmla="*/ 205 w 353"/>
              <a:gd name="T33" fmla="*/ 215 h 353"/>
              <a:gd name="T34" fmla="*/ 213 w 353"/>
              <a:gd name="T35" fmla="*/ 221 h 353"/>
              <a:gd name="T36" fmla="*/ 265 w 353"/>
              <a:gd name="T37" fmla="*/ 189 h 353"/>
              <a:gd name="T38" fmla="*/ 228 w 353"/>
              <a:gd name="T39" fmla="*/ 159 h 353"/>
              <a:gd name="T40" fmla="*/ 177 w 353"/>
              <a:gd name="T41" fmla="*/ 192 h 353"/>
              <a:gd name="T42" fmla="*/ 125 w 353"/>
              <a:gd name="T43" fmla="*/ 160 h 353"/>
              <a:gd name="T44" fmla="*/ 212 w 353"/>
              <a:gd name="T45" fmla="*/ 240 h 353"/>
              <a:gd name="T46" fmla="*/ 212 w 353"/>
              <a:gd name="T47" fmla="*/ 241 h 353"/>
              <a:gd name="T48" fmla="*/ 177 w 353"/>
              <a:gd name="T49" fmla="*/ 214 h 353"/>
              <a:gd name="T50" fmla="*/ 143 w 353"/>
              <a:gd name="T51" fmla="*/ 240 h 353"/>
              <a:gd name="T52" fmla="*/ 143 w 353"/>
              <a:gd name="T53" fmla="*/ 241 h 353"/>
              <a:gd name="T54" fmla="*/ 124 w 353"/>
              <a:gd name="T55" fmla="*/ 229 h 353"/>
              <a:gd name="T56" fmla="*/ 124 w 353"/>
              <a:gd name="T57" fmla="*/ 239 h 353"/>
              <a:gd name="T58" fmla="*/ 177 w 353"/>
              <a:gd name="T59" fmla="*/ 273 h 353"/>
              <a:gd name="T60" fmla="*/ 229 w 353"/>
              <a:gd name="T61" fmla="*/ 239 h 353"/>
              <a:gd name="T62" fmla="*/ 229 w 353"/>
              <a:gd name="T63" fmla="*/ 230 h 353"/>
              <a:gd name="T64" fmla="*/ 212 w 353"/>
              <a:gd name="T65" fmla="*/ 240 h 353"/>
              <a:gd name="T66" fmla="*/ 89 w 353"/>
              <a:gd name="T67" fmla="*/ 131 h 353"/>
              <a:gd name="T68" fmla="*/ 125 w 353"/>
              <a:gd name="T69" fmla="*/ 160 h 353"/>
              <a:gd name="T70" fmla="*/ 177 w 353"/>
              <a:gd name="T71" fmla="*/ 127 h 353"/>
              <a:gd name="T72" fmla="*/ 141 w 353"/>
              <a:gd name="T73" fmla="*/ 96 h 353"/>
              <a:gd name="T74" fmla="*/ 89 w 353"/>
              <a:gd name="T75" fmla="*/ 131 h 353"/>
              <a:gd name="T76" fmla="*/ 214 w 353"/>
              <a:gd name="T77" fmla="*/ 96 h 353"/>
              <a:gd name="T78" fmla="*/ 177 w 353"/>
              <a:gd name="T79" fmla="*/ 127 h 353"/>
              <a:gd name="T80" fmla="*/ 228 w 353"/>
              <a:gd name="T81" fmla="*/ 159 h 353"/>
              <a:gd name="T82" fmla="*/ 265 w 353"/>
              <a:gd name="T83" fmla="*/ 130 h 353"/>
              <a:gd name="T84" fmla="*/ 214 w 353"/>
              <a:gd name="T85" fmla="*/ 96 h 353"/>
              <a:gd name="T86" fmla="*/ 177 w 353"/>
              <a:gd name="T87" fmla="*/ 0 h 353"/>
              <a:gd name="T88" fmla="*/ 0 w 353"/>
              <a:gd name="T89" fmla="*/ 177 h 353"/>
              <a:gd name="T90" fmla="*/ 177 w 353"/>
              <a:gd name="T91" fmla="*/ 353 h 353"/>
              <a:gd name="T92" fmla="*/ 353 w 353"/>
              <a:gd name="T93" fmla="*/ 177 h 353"/>
              <a:gd name="T94" fmla="*/ 177 w 353"/>
              <a:gd name="T95" fmla="*/ 0 h 353"/>
              <a:gd name="T96" fmla="*/ 177 w 353"/>
              <a:gd name="T97" fmla="*/ 337 h 353"/>
              <a:gd name="T98" fmla="*/ 16 w 353"/>
              <a:gd name="T99" fmla="*/ 177 h 353"/>
              <a:gd name="T100" fmla="*/ 177 w 353"/>
              <a:gd name="T101" fmla="*/ 16 h 353"/>
              <a:gd name="T102" fmla="*/ 337 w 353"/>
              <a:gd name="T103" fmla="*/ 177 h 353"/>
              <a:gd name="T104" fmla="*/ 177 w 353"/>
              <a:gd name="T105" fmla="*/ 337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353" h="353">
                <a:moveTo>
                  <a:pt x="228" y="159"/>
                </a:moveTo>
                <a:cubicBezTo>
                  <a:pt x="228" y="159"/>
                  <a:pt x="228" y="159"/>
                  <a:pt x="228" y="159"/>
                </a:cubicBezTo>
                <a:cubicBezTo>
                  <a:pt x="228" y="159"/>
                  <a:pt x="228" y="159"/>
                  <a:pt x="228" y="159"/>
                </a:cubicBezTo>
                <a:cubicBezTo>
                  <a:pt x="228" y="159"/>
                  <a:pt x="228" y="159"/>
                  <a:pt x="228" y="159"/>
                </a:cubicBezTo>
                <a:close/>
                <a:moveTo>
                  <a:pt x="125" y="160"/>
                </a:moveTo>
                <a:cubicBezTo>
                  <a:pt x="89" y="189"/>
                  <a:pt x="89" y="189"/>
                  <a:pt x="89" y="189"/>
                </a:cubicBezTo>
                <a:cubicBezTo>
                  <a:pt x="120" y="208"/>
                  <a:pt x="120" y="208"/>
                  <a:pt x="120" y="208"/>
                </a:cubicBezTo>
                <a:cubicBezTo>
                  <a:pt x="120" y="208"/>
                  <a:pt x="120" y="208"/>
                  <a:pt x="120" y="208"/>
                </a:cubicBezTo>
                <a:cubicBezTo>
                  <a:pt x="127" y="213"/>
                  <a:pt x="127" y="213"/>
                  <a:pt x="127" y="213"/>
                </a:cubicBezTo>
                <a:cubicBezTo>
                  <a:pt x="141" y="221"/>
                  <a:pt x="141" y="221"/>
                  <a:pt x="141" y="221"/>
                </a:cubicBezTo>
                <a:cubicBezTo>
                  <a:pt x="165" y="203"/>
                  <a:pt x="165" y="203"/>
                  <a:pt x="165" y="203"/>
                </a:cubicBezTo>
                <a:cubicBezTo>
                  <a:pt x="177" y="194"/>
                  <a:pt x="177" y="194"/>
                  <a:pt x="177" y="194"/>
                </a:cubicBezTo>
                <a:cubicBezTo>
                  <a:pt x="177" y="194"/>
                  <a:pt x="177" y="194"/>
                  <a:pt x="177" y="194"/>
                </a:cubicBezTo>
                <a:cubicBezTo>
                  <a:pt x="177" y="194"/>
                  <a:pt x="177" y="194"/>
                  <a:pt x="177" y="194"/>
                </a:cubicBezTo>
                <a:cubicBezTo>
                  <a:pt x="177" y="194"/>
                  <a:pt x="177" y="194"/>
                  <a:pt x="177" y="194"/>
                </a:cubicBezTo>
                <a:cubicBezTo>
                  <a:pt x="177" y="194"/>
                  <a:pt x="177" y="194"/>
                  <a:pt x="177" y="194"/>
                </a:cubicBezTo>
                <a:cubicBezTo>
                  <a:pt x="205" y="215"/>
                  <a:pt x="205" y="215"/>
                  <a:pt x="205" y="215"/>
                </a:cubicBezTo>
                <a:cubicBezTo>
                  <a:pt x="213" y="221"/>
                  <a:pt x="213" y="221"/>
                  <a:pt x="213" y="221"/>
                </a:cubicBezTo>
                <a:cubicBezTo>
                  <a:pt x="265" y="189"/>
                  <a:pt x="265" y="189"/>
                  <a:pt x="265" y="189"/>
                </a:cubicBezTo>
                <a:cubicBezTo>
                  <a:pt x="228" y="159"/>
                  <a:pt x="228" y="159"/>
                  <a:pt x="228" y="159"/>
                </a:cubicBezTo>
                <a:cubicBezTo>
                  <a:pt x="177" y="192"/>
                  <a:pt x="177" y="192"/>
                  <a:pt x="177" y="192"/>
                </a:cubicBezTo>
                <a:lnTo>
                  <a:pt x="125" y="160"/>
                </a:lnTo>
                <a:close/>
                <a:moveTo>
                  <a:pt x="212" y="240"/>
                </a:moveTo>
                <a:cubicBezTo>
                  <a:pt x="212" y="241"/>
                  <a:pt x="212" y="241"/>
                  <a:pt x="212" y="241"/>
                </a:cubicBezTo>
                <a:cubicBezTo>
                  <a:pt x="177" y="214"/>
                  <a:pt x="177" y="214"/>
                  <a:pt x="177" y="214"/>
                </a:cubicBezTo>
                <a:cubicBezTo>
                  <a:pt x="143" y="240"/>
                  <a:pt x="143" y="240"/>
                  <a:pt x="143" y="240"/>
                </a:cubicBezTo>
                <a:cubicBezTo>
                  <a:pt x="143" y="241"/>
                  <a:pt x="143" y="241"/>
                  <a:pt x="143" y="241"/>
                </a:cubicBezTo>
                <a:cubicBezTo>
                  <a:pt x="124" y="229"/>
                  <a:pt x="124" y="229"/>
                  <a:pt x="124" y="229"/>
                </a:cubicBezTo>
                <a:cubicBezTo>
                  <a:pt x="124" y="239"/>
                  <a:pt x="124" y="239"/>
                  <a:pt x="124" y="239"/>
                </a:cubicBezTo>
                <a:cubicBezTo>
                  <a:pt x="177" y="273"/>
                  <a:pt x="177" y="273"/>
                  <a:pt x="177" y="273"/>
                </a:cubicBezTo>
                <a:cubicBezTo>
                  <a:pt x="229" y="239"/>
                  <a:pt x="229" y="239"/>
                  <a:pt x="229" y="239"/>
                </a:cubicBezTo>
                <a:cubicBezTo>
                  <a:pt x="229" y="230"/>
                  <a:pt x="229" y="230"/>
                  <a:pt x="229" y="230"/>
                </a:cubicBezTo>
                <a:cubicBezTo>
                  <a:pt x="212" y="240"/>
                  <a:pt x="212" y="240"/>
                  <a:pt x="212" y="240"/>
                </a:cubicBezTo>
                <a:close/>
                <a:moveTo>
                  <a:pt x="89" y="131"/>
                </a:moveTo>
                <a:cubicBezTo>
                  <a:pt x="125" y="160"/>
                  <a:pt x="125" y="160"/>
                  <a:pt x="125" y="160"/>
                </a:cubicBezTo>
                <a:cubicBezTo>
                  <a:pt x="177" y="127"/>
                  <a:pt x="177" y="127"/>
                  <a:pt x="177" y="127"/>
                </a:cubicBezTo>
                <a:cubicBezTo>
                  <a:pt x="141" y="96"/>
                  <a:pt x="141" y="96"/>
                  <a:pt x="141" y="96"/>
                </a:cubicBezTo>
                <a:lnTo>
                  <a:pt x="89" y="131"/>
                </a:lnTo>
                <a:close/>
                <a:moveTo>
                  <a:pt x="214" y="96"/>
                </a:moveTo>
                <a:cubicBezTo>
                  <a:pt x="177" y="127"/>
                  <a:pt x="177" y="127"/>
                  <a:pt x="177" y="127"/>
                </a:cubicBezTo>
                <a:cubicBezTo>
                  <a:pt x="228" y="159"/>
                  <a:pt x="228" y="159"/>
                  <a:pt x="228" y="159"/>
                </a:cubicBezTo>
                <a:cubicBezTo>
                  <a:pt x="265" y="130"/>
                  <a:pt x="265" y="130"/>
                  <a:pt x="265" y="130"/>
                </a:cubicBezTo>
                <a:lnTo>
                  <a:pt x="214" y="96"/>
                </a:lnTo>
                <a:close/>
                <a:moveTo>
                  <a:pt x="177" y="0"/>
                </a:moveTo>
                <a:cubicBezTo>
                  <a:pt x="79" y="0"/>
                  <a:pt x="0" y="79"/>
                  <a:pt x="0" y="177"/>
                </a:cubicBezTo>
                <a:cubicBezTo>
                  <a:pt x="0" y="274"/>
                  <a:pt x="79" y="353"/>
                  <a:pt x="177" y="353"/>
                </a:cubicBezTo>
                <a:cubicBezTo>
                  <a:pt x="274" y="353"/>
                  <a:pt x="353" y="274"/>
                  <a:pt x="353" y="177"/>
                </a:cubicBezTo>
                <a:cubicBezTo>
                  <a:pt x="353" y="79"/>
                  <a:pt x="274" y="0"/>
                  <a:pt x="177" y="0"/>
                </a:cubicBezTo>
                <a:moveTo>
                  <a:pt x="177" y="337"/>
                </a:moveTo>
                <a:cubicBezTo>
                  <a:pt x="88" y="337"/>
                  <a:pt x="16" y="265"/>
                  <a:pt x="16" y="177"/>
                </a:cubicBezTo>
                <a:cubicBezTo>
                  <a:pt x="16" y="88"/>
                  <a:pt x="88" y="16"/>
                  <a:pt x="177" y="16"/>
                </a:cubicBezTo>
                <a:cubicBezTo>
                  <a:pt x="266" y="16"/>
                  <a:pt x="337" y="88"/>
                  <a:pt x="337" y="177"/>
                </a:cubicBezTo>
                <a:cubicBezTo>
                  <a:pt x="337" y="265"/>
                  <a:pt x="266" y="337"/>
                  <a:pt x="177" y="337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3" name="Freeform 13"/>
          <p:cNvSpPr>
            <a:spLocks noEditPoints="1"/>
          </p:cNvSpPr>
          <p:nvPr/>
        </p:nvSpPr>
        <p:spPr bwMode="auto">
          <a:xfrm>
            <a:off x="9645651" y="946152"/>
            <a:ext cx="575733" cy="573617"/>
          </a:xfrm>
          <a:custGeom>
            <a:avLst/>
            <a:gdLst>
              <a:gd name="T0" fmla="*/ 176 w 353"/>
              <a:gd name="T1" fmla="*/ 0 h 353"/>
              <a:gd name="T2" fmla="*/ 0 w 353"/>
              <a:gd name="T3" fmla="*/ 177 h 353"/>
              <a:gd name="T4" fmla="*/ 176 w 353"/>
              <a:gd name="T5" fmla="*/ 353 h 353"/>
              <a:gd name="T6" fmla="*/ 353 w 353"/>
              <a:gd name="T7" fmla="*/ 177 h 353"/>
              <a:gd name="T8" fmla="*/ 176 w 353"/>
              <a:gd name="T9" fmla="*/ 0 h 353"/>
              <a:gd name="T10" fmla="*/ 176 w 353"/>
              <a:gd name="T11" fmla="*/ 337 h 353"/>
              <a:gd name="T12" fmla="*/ 16 w 353"/>
              <a:gd name="T13" fmla="*/ 177 h 353"/>
              <a:gd name="T14" fmla="*/ 176 w 353"/>
              <a:gd name="T15" fmla="*/ 16 h 353"/>
              <a:gd name="T16" fmla="*/ 337 w 353"/>
              <a:gd name="T17" fmla="*/ 177 h 353"/>
              <a:gd name="T18" fmla="*/ 176 w 353"/>
              <a:gd name="T19" fmla="*/ 337 h 353"/>
              <a:gd name="T20" fmla="*/ 224 w 353"/>
              <a:gd name="T21" fmla="*/ 96 h 353"/>
              <a:gd name="T22" fmla="*/ 128 w 353"/>
              <a:gd name="T23" fmla="*/ 96 h 353"/>
              <a:gd name="T24" fmla="*/ 96 w 353"/>
              <a:gd name="T25" fmla="*/ 128 h 353"/>
              <a:gd name="T26" fmla="*/ 96 w 353"/>
              <a:gd name="T27" fmla="*/ 225 h 353"/>
              <a:gd name="T28" fmla="*/ 128 w 353"/>
              <a:gd name="T29" fmla="*/ 257 h 353"/>
              <a:gd name="T30" fmla="*/ 224 w 353"/>
              <a:gd name="T31" fmla="*/ 257 h 353"/>
              <a:gd name="T32" fmla="*/ 256 w 353"/>
              <a:gd name="T33" fmla="*/ 225 h 353"/>
              <a:gd name="T34" fmla="*/ 256 w 353"/>
              <a:gd name="T35" fmla="*/ 128 h 353"/>
              <a:gd name="T36" fmla="*/ 224 w 353"/>
              <a:gd name="T37" fmla="*/ 96 h 353"/>
              <a:gd name="T38" fmla="*/ 208 w 353"/>
              <a:gd name="T39" fmla="*/ 120 h 353"/>
              <a:gd name="T40" fmla="*/ 232 w 353"/>
              <a:gd name="T41" fmla="*/ 120 h 353"/>
              <a:gd name="T42" fmla="*/ 232 w 353"/>
              <a:gd name="T43" fmla="*/ 145 h 353"/>
              <a:gd name="T44" fmla="*/ 208 w 353"/>
              <a:gd name="T45" fmla="*/ 145 h 353"/>
              <a:gd name="T46" fmla="*/ 208 w 353"/>
              <a:gd name="T47" fmla="*/ 120 h 353"/>
              <a:gd name="T48" fmla="*/ 176 w 353"/>
              <a:gd name="T49" fmla="*/ 145 h 353"/>
              <a:gd name="T50" fmla="*/ 208 w 353"/>
              <a:gd name="T51" fmla="*/ 177 h 353"/>
              <a:gd name="T52" fmla="*/ 176 w 353"/>
              <a:gd name="T53" fmla="*/ 209 h 353"/>
              <a:gd name="T54" fmla="*/ 144 w 353"/>
              <a:gd name="T55" fmla="*/ 177 h 353"/>
              <a:gd name="T56" fmla="*/ 176 w 353"/>
              <a:gd name="T57" fmla="*/ 145 h 353"/>
              <a:gd name="T58" fmla="*/ 240 w 353"/>
              <a:gd name="T59" fmla="*/ 225 h 353"/>
              <a:gd name="T60" fmla="*/ 224 w 353"/>
              <a:gd name="T61" fmla="*/ 241 h 353"/>
              <a:gd name="T62" fmla="*/ 128 w 353"/>
              <a:gd name="T63" fmla="*/ 241 h 353"/>
              <a:gd name="T64" fmla="*/ 112 w 353"/>
              <a:gd name="T65" fmla="*/ 225 h 353"/>
              <a:gd name="T66" fmla="*/ 112 w 353"/>
              <a:gd name="T67" fmla="*/ 169 h 353"/>
              <a:gd name="T68" fmla="*/ 129 w 353"/>
              <a:gd name="T69" fmla="*/ 169 h 353"/>
              <a:gd name="T70" fmla="*/ 128 w 353"/>
              <a:gd name="T71" fmla="*/ 177 h 353"/>
              <a:gd name="T72" fmla="*/ 176 w 353"/>
              <a:gd name="T73" fmla="*/ 225 h 353"/>
              <a:gd name="T74" fmla="*/ 224 w 353"/>
              <a:gd name="T75" fmla="*/ 177 h 353"/>
              <a:gd name="T76" fmla="*/ 224 w 353"/>
              <a:gd name="T77" fmla="*/ 169 h 353"/>
              <a:gd name="T78" fmla="*/ 240 w 353"/>
              <a:gd name="T79" fmla="*/ 169 h 353"/>
              <a:gd name="T80" fmla="*/ 240 w 353"/>
              <a:gd name="T81" fmla="*/ 225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353" h="353">
                <a:moveTo>
                  <a:pt x="176" y="0"/>
                </a:moveTo>
                <a:cubicBezTo>
                  <a:pt x="79" y="0"/>
                  <a:pt x="0" y="79"/>
                  <a:pt x="0" y="177"/>
                </a:cubicBezTo>
                <a:cubicBezTo>
                  <a:pt x="0" y="274"/>
                  <a:pt x="79" y="353"/>
                  <a:pt x="176" y="353"/>
                </a:cubicBezTo>
                <a:cubicBezTo>
                  <a:pt x="274" y="353"/>
                  <a:pt x="353" y="274"/>
                  <a:pt x="353" y="177"/>
                </a:cubicBezTo>
                <a:cubicBezTo>
                  <a:pt x="353" y="79"/>
                  <a:pt x="274" y="0"/>
                  <a:pt x="176" y="0"/>
                </a:cubicBezTo>
                <a:moveTo>
                  <a:pt x="176" y="337"/>
                </a:moveTo>
                <a:cubicBezTo>
                  <a:pt x="87" y="337"/>
                  <a:pt x="16" y="265"/>
                  <a:pt x="16" y="177"/>
                </a:cubicBezTo>
                <a:cubicBezTo>
                  <a:pt x="16" y="88"/>
                  <a:pt x="87" y="16"/>
                  <a:pt x="176" y="16"/>
                </a:cubicBezTo>
                <a:cubicBezTo>
                  <a:pt x="265" y="16"/>
                  <a:pt x="337" y="88"/>
                  <a:pt x="337" y="177"/>
                </a:cubicBezTo>
                <a:cubicBezTo>
                  <a:pt x="337" y="265"/>
                  <a:pt x="265" y="337"/>
                  <a:pt x="176" y="337"/>
                </a:cubicBezTo>
                <a:moveTo>
                  <a:pt x="224" y="96"/>
                </a:moveTo>
                <a:cubicBezTo>
                  <a:pt x="128" y="96"/>
                  <a:pt x="128" y="96"/>
                  <a:pt x="128" y="96"/>
                </a:cubicBezTo>
                <a:cubicBezTo>
                  <a:pt x="110" y="96"/>
                  <a:pt x="96" y="111"/>
                  <a:pt x="96" y="128"/>
                </a:cubicBezTo>
                <a:cubicBezTo>
                  <a:pt x="96" y="225"/>
                  <a:pt x="96" y="225"/>
                  <a:pt x="96" y="225"/>
                </a:cubicBezTo>
                <a:cubicBezTo>
                  <a:pt x="96" y="243"/>
                  <a:pt x="110" y="257"/>
                  <a:pt x="128" y="257"/>
                </a:cubicBezTo>
                <a:cubicBezTo>
                  <a:pt x="224" y="257"/>
                  <a:pt x="224" y="257"/>
                  <a:pt x="224" y="257"/>
                </a:cubicBezTo>
                <a:cubicBezTo>
                  <a:pt x="242" y="257"/>
                  <a:pt x="256" y="243"/>
                  <a:pt x="256" y="225"/>
                </a:cubicBezTo>
                <a:cubicBezTo>
                  <a:pt x="256" y="128"/>
                  <a:pt x="256" y="128"/>
                  <a:pt x="256" y="128"/>
                </a:cubicBezTo>
                <a:cubicBezTo>
                  <a:pt x="256" y="111"/>
                  <a:pt x="242" y="96"/>
                  <a:pt x="224" y="96"/>
                </a:cubicBezTo>
                <a:moveTo>
                  <a:pt x="208" y="120"/>
                </a:moveTo>
                <a:cubicBezTo>
                  <a:pt x="232" y="120"/>
                  <a:pt x="232" y="120"/>
                  <a:pt x="232" y="120"/>
                </a:cubicBezTo>
                <a:cubicBezTo>
                  <a:pt x="232" y="145"/>
                  <a:pt x="232" y="145"/>
                  <a:pt x="232" y="145"/>
                </a:cubicBezTo>
                <a:cubicBezTo>
                  <a:pt x="208" y="145"/>
                  <a:pt x="208" y="145"/>
                  <a:pt x="208" y="145"/>
                </a:cubicBezTo>
                <a:lnTo>
                  <a:pt x="208" y="120"/>
                </a:lnTo>
                <a:close/>
                <a:moveTo>
                  <a:pt x="176" y="145"/>
                </a:moveTo>
                <a:cubicBezTo>
                  <a:pt x="194" y="145"/>
                  <a:pt x="208" y="159"/>
                  <a:pt x="208" y="177"/>
                </a:cubicBezTo>
                <a:cubicBezTo>
                  <a:pt x="208" y="194"/>
                  <a:pt x="194" y="209"/>
                  <a:pt x="176" y="209"/>
                </a:cubicBezTo>
                <a:cubicBezTo>
                  <a:pt x="158" y="209"/>
                  <a:pt x="144" y="194"/>
                  <a:pt x="144" y="177"/>
                </a:cubicBezTo>
                <a:cubicBezTo>
                  <a:pt x="144" y="159"/>
                  <a:pt x="158" y="145"/>
                  <a:pt x="176" y="145"/>
                </a:cubicBezTo>
                <a:moveTo>
                  <a:pt x="240" y="225"/>
                </a:moveTo>
                <a:cubicBezTo>
                  <a:pt x="240" y="234"/>
                  <a:pt x="233" y="241"/>
                  <a:pt x="224" y="241"/>
                </a:cubicBezTo>
                <a:cubicBezTo>
                  <a:pt x="128" y="241"/>
                  <a:pt x="128" y="241"/>
                  <a:pt x="128" y="241"/>
                </a:cubicBezTo>
                <a:cubicBezTo>
                  <a:pt x="119" y="241"/>
                  <a:pt x="112" y="234"/>
                  <a:pt x="112" y="225"/>
                </a:cubicBezTo>
                <a:cubicBezTo>
                  <a:pt x="112" y="169"/>
                  <a:pt x="112" y="169"/>
                  <a:pt x="112" y="169"/>
                </a:cubicBezTo>
                <a:cubicBezTo>
                  <a:pt x="129" y="169"/>
                  <a:pt x="129" y="169"/>
                  <a:pt x="129" y="169"/>
                </a:cubicBezTo>
                <a:cubicBezTo>
                  <a:pt x="128" y="171"/>
                  <a:pt x="128" y="174"/>
                  <a:pt x="128" y="177"/>
                </a:cubicBezTo>
                <a:cubicBezTo>
                  <a:pt x="128" y="203"/>
                  <a:pt x="150" y="225"/>
                  <a:pt x="176" y="225"/>
                </a:cubicBezTo>
                <a:cubicBezTo>
                  <a:pt x="203" y="225"/>
                  <a:pt x="224" y="203"/>
                  <a:pt x="224" y="177"/>
                </a:cubicBezTo>
                <a:cubicBezTo>
                  <a:pt x="224" y="174"/>
                  <a:pt x="224" y="171"/>
                  <a:pt x="224" y="169"/>
                </a:cubicBezTo>
                <a:cubicBezTo>
                  <a:pt x="240" y="169"/>
                  <a:pt x="240" y="169"/>
                  <a:pt x="240" y="169"/>
                </a:cubicBezTo>
                <a:lnTo>
                  <a:pt x="240" y="22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4" name="Freeform 14"/>
          <p:cNvSpPr>
            <a:spLocks noEditPoints="1"/>
          </p:cNvSpPr>
          <p:nvPr/>
        </p:nvSpPr>
        <p:spPr bwMode="auto">
          <a:xfrm>
            <a:off x="10742085" y="946152"/>
            <a:ext cx="573617" cy="573617"/>
          </a:xfrm>
          <a:custGeom>
            <a:avLst/>
            <a:gdLst>
              <a:gd name="T0" fmla="*/ 176 w 353"/>
              <a:gd name="T1" fmla="*/ 0 h 353"/>
              <a:gd name="T2" fmla="*/ 0 w 353"/>
              <a:gd name="T3" fmla="*/ 177 h 353"/>
              <a:gd name="T4" fmla="*/ 176 w 353"/>
              <a:gd name="T5" fmla="*/ 353 h 353"/>
              <a:gd name="T6" fmla="*/ 353 w 353"/>
              <a:gd name="T7" fmla="*/ 177 h 353"/>
              <a:gd name="T8" fmla="*/ 176 w 353"/>
              <a:gd name="T9" fmla="*/ 0 h 353"/>
              <a:gd name="T10" fmla="*/ 176 w 353"/>
              <a:gd name="T11" fmla="*/ 337 h 353"/>
              <a:gd name="T12" fmla="*/ 16 w 353"/>
              <a:gd name="T13" fmla="*/ 177 h 353"/>
              <a:gd name="T14" fmla="*/ 176 w 353"/>
              <a:gd name="T15" fmla="*/ 16 h 353"/>
              <a:gd name="T16" fmla="*/ 337 w 353"/>
              <a:gd name="T17" fmla="*/ 177 h 353"/>
              <a:gd name="T18" fmla="*/ 176 w 353"/>
              <a:gd name="T19" fmla="*/ 337 h 353"/>
              <a:gd name="T20" fmla="*/ 176 w 353"/>
              <a:gd name="T21" fmla="*/ 80 h 353"/>
              <a:gd name="T22" fmla="*/ 80 w 353"/>
              <a:gd name="T23" fmla="*/ 177 h 353"/>
              <a:gd name="T24" fmla="*/ 176 w 353"/>
              <a:gd name="T25" fmla="*/ 273 h 353"/>
              <a:gd name="T26" fmla="*/ 273 w 353"/>
              <a:gd name="T27" fmla="*/ 177 h 353"/>
              <a:gd name="T28" fmla="*/ 176 w 353"/>
              <a:gd name="T29" fmla="*/ 80 h 353"/>
              <a:gd name="T30" fmla="*/ 96 w 353"/>
              <a:gd name="T31" fmla="*/ 177 h 353"/>
              <a:gd name="T32" fmla="*/ 103 w 353"/>
              <a:gd name="T33" fmla="*/ 145 h 353"/>
              <a:gd name="T34" fmla="*/ 140 w 353"/>
              <a:gd name="T35" fmla="*/ 248 h 353"/>
              <a:gd name="T36" fmla="*/ 96 w 353"/>
              <a:gd name="T37" fmla="*/ 177 h 353"/>
              <a:gd name="T38" fmla="*/ 176 w 353"/>
              <a:gd name="T39" fmla="*/ 257 h 353"/>
              <a:gd name="T40" fmla="*/ 154 w 353"/>
              <a:gd name="T41" fmla="*/ 254 h 353"/>
              <a:gd name="T42" fmla="*/ 178 w 353"/>
              <a:gd name="T43" fmla="*/ 184 h 353"/>
              <a:gd name="T44" fmla="*/ 203 w 353"/>
              <a:gd name="T45" fmla="*/ 252 h 353"/>
              <a:gd name="T46" fmla="*/ 176 w 353"/>
              <a:gd name="T47" fmla="*/ 257 h 353"/>
              <a:gd name="T48" fmla="*/ 188 w 353"/>
              <a:gd name="T49" fmla="*/ 138 h 353"/>
              <a:gd name="T50" fmla="*/ 197 w 353"/>
              <a:gd name="T51" fmla="*/ 138 h 353"/>
              <a:gd name="T52" fmla="*/ 197 w 353"/>
              <a:gd name="T53" fmla="*/ 131 h 353"/>
              <a:gd name="T54" fmla="*/ 175 w 353"/>
              <a:gd name="T55" fmla="*/ 132 h 353"/>
              <a:gd name="T56" fmla="*/ 153 w 353"/>
              <a:gd name="T57" fmla="*/ 131 h 353"/>
              <a:gd name="T58" fmla="*/ 153 w 353"/>
              <a:gd name="T59" fmla="*/ 138 h 353"/>
              <a:gd name="T60" fmla="*/ 161 w 353"/>
              <a:gd name="T61" fmla="*/ 138 h 353"/>
              <a:gd name="T62" fmla="*/ 174 w 353"/>
              <a:gd name="T63" fmla="*/ 173 h 353"/>
              <a:gd name="T64" fmla="*/ 156 w 353"/>
              <a:gd name="T65" fmla="*/ 227 h 353"/>
              <a:gd name="T66" fmla="*/ 126 w 353"/>
              <a:gd name="T67" fmla="*/ 138 h 353"/>
              <a:gd name="T68" fmla="*/ 136 w 353"/>
              <a:gd name="T69" fmla="*/ 138 h 353"/>
              <a:gd name="T70" fmla="*/ 135 w 353"/>
              <a:gd name="T71" fmla="*/ 131 h 353"/>
              <a:gd name="T72" fmla="*/ 114 w 353"/>
              <a:gd name="T73" fmla="*/ 132 h 353"/>
              <a:gd name="T74" fmla="*/ 110 w 353"/>
              <a:gd name="T75" fmla="*/ 132 h 353"/>
              <a:gd name="T76" fmla="*/ 176 w 353"/>
              <a:gd name="T77" fmla="*/ 96 h 353"/>
              <a:gd name="T78" fmla="*/ 230 w 353"/>
              <a:gd name="T79" fmla="*/ 117 h 353"/>
              <a:gd name="T80" fmla="*/ 217 w 353"/>
              <a:gd name="T81" fmla="*/ 131 h 353"/>
              <a:gd name="T82" fmla="*/ 225 w 353"/>
              <a:gd name="T83" fmla="*/ 150 h 353"/>
              <a:gd name="T84" fmla="*/ 232 w 353"/>
              <a:gd name="T85" fmla="*/ 173 h 353"/>
              <a:gd name="T86" fmla="*/ 225 w 353"/>
              <a:gd name="T87" fmla="*/ 199 h 353"/>
              <a:gd name="T88" fmla="*/ 217 w 353"/>
              <a:gd name="T89" fmla="*/ 226 h 353"/>
              <a:gd name="T90" fmla="*/ 188 w 353"/>
              <a:gd name="T91" fmla="*/ 138 h 353"/>
              <a:gd name="T92" fmla="*/ 257 w 353"/>
              <a:gd name="T93" fmla="*/ 177 h 353"/>
              <a:gd name="T94" fmla="*/ 218 w 353"/>
              <a:gd name="T95" fmla="*/ 245 h 353"/>
              <a:gd name="T96" fmla="*/ 242 w 353"/>
              <a:gd name="T97" fmla="*/ 175 h 353"/>
              <a:gd name="T98" fmla="*/ 249 w 353"/>
              <a:gd name="T99" fmla="*/ 146 h 353"/>
              <a:gd name="T100" fmla="*/ 248 w 353"/>
              <a:gd name="T101" fmla="*/ 141 h 353"/>
              <a:gd name="T102" fmla="*/ 257 w 353"/>
              <a:gd name="T103" fmla="*/ 177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353" h="353">
                <a:moveTo>
                  <a:pt x="176" y="0"/>
                </a:moveTo>
                <a:cubicBezTo>
                  <a:pt x="79" y="0"/>
                  <a:pt x="0" y="79"/>
                  <a:pt x="0" y="177"/>
                </a:cubicBezTo>
                <a:cubicBezTo>
                  <a:pt x="0" y="274"/>
                  <a:pt x="79" y="353"/>
                  <a:pt x="176" y="353"/>
                </a:cubicBezTo>
                <a:cubicBezTo>
                  <a:pt x="274" y="353"/>
                  <a:pt x="353" y="274"/>
                  <a:pt x="353" y="177"/>
                </a:cubicBezTo>
                <a:cubicBezTo>
                  <a:pt x="353" y="79"/>
                  <a:pt x="274" y="0"/>
                  <a:pt x="176" y="0"/>
                </a:cubicBezTo>
                <a:moveTo>
                  <a:pt x="176" y="337"/>
                </a:moveTo>
                <a:cubicBezTo>
                  <a:pt x="88" y="337"/>
                  <a:pt x="16" y="265"/>
                  <a:pt x="16" y="177"/>
                </a:cubicBezTo>
                <a:cubicBezTo>
                  <a:pt x="16" y="88"/>
                  <a:pt x="88" y="16"/>
                  <a:pt x="176" y="16"/>
                </a:cubicBezTo>
                <a:cubicBezTo>
                  <a:pt x="265" y="16"/>
                  <a:pt x="337" y="88"/>
                  <a:pt x="337" y="177"/>
                </a:cubicBezTo>
                <a:cubicBezTo>
                  <a:pt x="337" y="265"/>
                  <a:pt x="265" y="337"/>
                  <a:pt x="176" y="337"/>
                </a:cubicBezTo>
                <a:moveTo>
                  <a:pt x="176" y="80"/>
                </a:moveTo>
                <a:cubicBezTo>
                  <a:pt x="123" y="80"/>
                  <a:pt x="80" y="123"/>
                  <a:pt x="80" y="177"/>
                </a:cubicBezTo>
                <a:cubicBezTo>
                  <a:pt x="80" y="230"/>
                  <a:pt x="123" y="273"/>
                  <a:pt x="176" y="273"/>
                </a:cubicBezTo>
                <a:cubicBezTo>
                  <a:pt x="230" y="273"/>
                  <a:pt x="273" y="230"/>
                  <a:pt x="273" y="177"/>
                </a:cubicBezTo>
                <a:cubicBezTo>
                  <a:pt x="273" y="123"/>
                  <a:pt x="230" y="80"/>
                  <a:pt x="176" y="80"/>
                </a:cubicBezTo>
                <a:moveTo>
                  <a:pt x="96" y="177"/>
                </a:moveTo>
                <a:cubicBezTo>
                  <a:pt x="96" y="166"/>
                  <a:pt x="98" y="155"/>
                  <a:pt x="103" y="145"/>
                </a:cubicBezTo>
                <a:cubicBezTo>
                  <a:pt x="140" y="248"/>
                  <a:pt x="140" y="248"/>
                  <a:pt x="140" y="248"/>
                </a:cubicBezTo>
                <a:cubicBezTo>
                  <a:pt x="114" y="235"/>
                  <a:pt x="96" y="208"/>
                  <a:pt x="96" y="177"/>
                </a:cubicBezTo>
                <a:moveTo>
                  <a:pt x="176" y="257"/>
                </a:moveTo>
                <a:cubicBezTo>
                  <a:pt x="169" y="257"/>
                  <a:pt x="161" y="256"/>
                  <a:pt x="154" y="254"/>
                </a:cubicBezTo>
                <a:cubicBezTo>
                  <a:pt x="178" y="184"/>
                  <a:pt x="178" y="184"/>
                  <a:pt x="178" y="184"/>
                </a:cubicBezTo>
                <a:cubicBezTo>
                  <a:pt x="178" y="184"/>
                  <a:pt x="200" y="243"/>
                  <a:pt x="203" y="252"/>
                </a:cubicBezTo>
                <a:cubicBezTo>
                  <a:pt x="195" y="255"/>
                  <a:pt x="186" y="257"/>
                  <a:pt x="176" y="257"/>
                </a:cubicBezTo>
                <a:moveTo>
                  <a:pt x="188" y="138"/>
                </a:moveTo>
                <a:cubicBezTo>
                  <a:pt x="193" y="138"/>
                  <a:pt x="197" y="138"/>
                  <a:pt x="197" y="138"/>
                </a:cubicBezTo>
                <a:cubicBezTo>
                  <a:pt x="201" y="137"/>
                  <a:pt x="201" y="131"/>
                  <a:pt x="197" y="131"/>
                </a:cubicBezTo>
                <a:cubicBezTo>
                  <a:pt x="197" y="131"/>
                  <a:pt x="183" y="132"/>
                  <a:pt x="175" y="132"/>
                </a:cubicBezTo>
                <a:cubicBezTo>
                  <a:pt x="167" y="132"/>
                  <a:pt x="153" y="131"/>
                  <a:pt x="153" y="131"/>
                </a:cubicBezTo>
                <a:cubicBezTo>
                  <a:pt x="149" y="131"/>
                  <a:pt x="148" y="137"/>
                  <a:pt x="153" y="138"/>
                </a:cubicBezTo>
                <a:cubicBezTo>
                  <a:pt x="153" y="138"/>
                  <a:pt x="157" y="138"/>
                  <a:pt x="161" y="138"/>
                </a:cubicBezTo>
                <a:cubicBezTo>
                  <a:pt x="174" y="173"/>
                  <a:pt x="174" y="173"/>
                  <a:pt x="174" y="173"/>
                </a:cubicBezTo>
                <a:cubicBezTo>
                  <a:pt x="156" y="227"/>
                  <a:pt x="156" y="227"/>
                  <a:pt x="156" y="227"/>
                </a:cubicBezTo>
                <a:cubicBezTo>
                  <a:pt x="126" y="138"/>
                  <a:pt x="126" y="138"/>
                  <a:pt x="126" y="138"/>
                </a:cubicBezTo>
                <a:cubicBezTo>
                  <a:pt x="131" y="138"/>
                  <a:pt x="136" y="138"/>
                  <a:pt x="136" y="138"/>
                </a:cubicBezTo>
                <a:cubicBezTo>
                  <a:pt x="140" y="137"/>
                  <a:pt x="140" y="131"/>
                  <a:pt x="135" y="131"/>
                </a:cubicBezTo>
                <a:cubicBezTo>
                  <a:pt x="135" y="131"/>
                  <a:pt x="122" y="132"/>
                  <a:pt x="114" y="132"/>
                </a:cubicBezTo>
                <a:cubicBezTo>
                  <a:pt x="112" y="132"/>
                  <a:pt x="111" y="132"/>
                  <a:pt x="110" y="132"/>
                </a:cubicBezTo>
                <a:cubicBezTo>
                  <a:pt x="124" y="110"/>
                  <a:pt x="149" y="96"/>
                  <a:pt x="176" y="96"/>
                </a:cubicBezTo>
                <a:cubicBezTo>
                  <a:pt x="197" y="96"/>
                  <a:pt x="215" y="104"/>
                  <a:pt x="230" y="117"/>
                </a:cubicBezTo>
                <a:cubicBezTo>
                  <a:pt x="222" y="117"/>
                  <a:pt x="217" y="124"/>
                  <a:pt x="217" y="131"/>
                </a:cubicBezTo>
                <a:cubicBezTo>
                  <a:pt x="217" y="138"/>
                  <a:pt x="221" y="143"/>
                  <a:pt x="225" y="150"/>
                </a:cubicBezTo>
                <a:cubicBezTo>
                  <a:pt x="228" y="155"/>
                  <a:pt x="232" y="162"/>
                  <a:pt x="232" y="173"/>
                </a:cubicBezTo>
                <a:cubicBezTo>
                  <a:pt x="232" y="180"/>
                  <a:pt x="229" y="188"/>
                  <a:pt x="225" y="199"/>
                </a:cubicBezTo>
                <a:cubicBezTo>
                  <a:pt x="217" y="226"/>
                  <a:pt x="217" y="226"/>
                  <a:pt x="217" y="226"/>
                </a:cubicBezTo>
                <a:lnTo>
                  <a:pt x="188" y="138"/>
                </a:lnTo>
                <a:close/>
                <a:moveTo>
                  <a:pt x="257" y="177"/>
                </a:moveTo>
                <a:cubicBezTo>
                  <a:pt x="257" y="206"/>
                  <a:pt x="241" y="231"/>
                  <a:pt x="218" y="245"/>
                </a:cubicBezTo>
                <a:cubicBezTo>
                  <a:pt x="242" y="175"/>
                  <a:pt x="242" y="175"/>
                  <a:pt x="242" y="175"/>
                </a:cubicBezTo>
                <a:cubicBezTo>
                  <a:pt x="247" y="163"/>
                  <a:pt x="249" y="154"/>
                  <a:pt x="249" y="146"/>
                </a:cubicBezTo>
                <a:cubicBezTo>
                  <a:pt x="249" y="144"/>
                  <a:pt x="248" y="143"/>
                  <a:pt x="248" y="141"/>
                </a:cubicBezTo>
                <a:cubicBezTo>
                  <a:pt x="254" y="152"/>
                  <a:pt x="257" y="164"/>
                  <a:pt x="257" y="177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5" name="Freeform 15"/>
          <p:cNvSpPr>
            <a:spLocks noEditPoints="1"/>
          </p:cNvSpPr>
          <p:nvPr/>
        </p:nvSpPr>
        <p:spPr bwMode="auto">
          <a:xfrm>
            <a:off x="878418" y="2042584"/>
            <a:ext cx="573617" cy="575733"/>
          </a:xfrm>
          <a:custGeom>
            <a:avLst/>
            <a:gdLst>
              <a:gd name="T0" fmla="*/ 177 w 353"/>
              <a:gd name="T1" fmla="*/ 81 h 354"/>
              <a:gd name="T2" fmla="*/ 80 w 353"/>
              <a:gd name="T3" fmla="*/ 177 h 354"/>
              <a:gd name="T4" fmla="*/ 177 w 353"/>
              <a:gd name="T5" fmla="*/ 273 h 354"/>
              <a:gd name="T6" fmla="*/ 273 w 353"/>
              <a:gd name="T7" fmla="*/ 177 h 354"/>
              <a:gd name="T8" fmla="*/ 177 w 353"/>
              <a:gd name="T9" fmla="*/ 81 h 354"/>
              <a:gd name="T10" fmla="*/ 177 w 353"/>
              <a:gd name="T11" fmla="*/ 97 h 354"/>
              <a:gd name="T12" fmla="*/ 227 w 353"/>
              <a:gd name="T13" fmla="*/ 115 h 354"/>
              <a:gd name="T14" fmla="*/ 184 w 353"/>
              <a:gd name="T15" fmla="*/ 141 h 354"/>
              <a:gd name="T16" fmla="*/ 153 w 353"/>
              <a:gd name="T17" fmla="*/ 100 h 354"/>
              <a:gd name="T18" fmla="*/ 177 w 353"/>
              <a:gd name="T19" fmla="*/ 97 h 354"/>
              <a:gd name="T20" fmla="*/ 137 w 353"/>
              <a:gd name="T21" fmla="*/ 107 h 354"/>
              <a:gd name="T22" fmla="*/ 169 w 353"/>
              <a:gd name="T23" fmla="*/ 148 h 354"/>
              <a:gd name="T24" fmla="*/ 98 w 353"/>
              <a:gd name="T25" fmla="*/ 161 h 354"/>
              <a:gd name="T26" fmla="*/ 137 w 353"/>
              <a:gd name="T27" fmla="*/ 107 h 354"/>
              <a:gd name="T28" fmla="*/ 96 w 353"/>
              <a:gd name="T29" fmla="*/ 177 h 354"/>
              <a:gd name="T30" fmla="*/ 177 w 353"/>
              <a:gd name="T31" fmla="*/ 162 h 354"/>
              <a:gd name="T32" fmla="*/ 185 w 353"/>
              <a:gd name="T33" fmla="*/ 178 h 354"/>
              <a:gd name="T34" fmla="*/ 118 w 353"/>
              <a:gd name="T35" fmla="*/ 232 h 354"/>
              <a:gd name="T36" fmla="*/ 96 w 353"/>
              <a:gd name="T37" fmla="*/ 177 h 354"/>
              <a:gd name="T38" fmla="*/ 177 w 353"/>
              <a:gd name="T39" fmla="*/ 257 h 354"/>
              <a:gd name="T40" fmla="*/ 130 w 353"/>
              <a:gd name="T41" fmla="*/ 243 h 354"/>
              <a:gd name="T42" fmla="*/ 190 w 353"/>
              <a:gd name="T43" fmla="*/ 193 h 354"/>
              <a:gd name="T44" fmla="*/ 200 w 353"/>
              <a:gd name="T45" fmla="*/ 254 h 354"/>
              <a:gd name="T46" fmla="*/ 177 w 353"/>
              <a:gd name="T47" fmla="*/ 257 h 354"/>
              <a:gd name="T48" fmla="*/ 216 w 353"/>
              <a:gd name="T49" fmla="*/ 247 h 354"/>
              <a:gd name="T50" fmla="*/ 206 w 353"/>
              <a:gd name="T51" fmla="*/ 188 h 354"/>
              <a:gd name="T52" fmla="*/ 233 w 353"/>
              <a:gd name="T53" fmla="*/ 185 h 354"/>
              <a:gd name="T54" fmla="*/ 256 w 353"/>
              <a:gd name="T55" fmla="*/ 188 h 354"/>
              <a:gd name="T56" fmla="*/ 216 w 353"/>
              <a:gd name="T57" fmla="*/ 247 h 354"/>
              <a:gd name="T58" fmla="*/ 233 w 353"/>
              <a:gd name="T59" fmla="*/ 169 h 354"/>
              <a:gd name="T60" fmla="*/ 200 w 353"/>
              <a:gd name="T61" fmla="*/ 173 h 354"/>
              <a:gd name="T62" fmla="*/ 192 w 353"/>
              <a:gd name="T63" fmla="*/ 155 h 354"/>
              <a:gd name="T64" fmla="*/ 239 w 353"/>
              <a:gd name="T65" fmla="*/ 126 h 354"/>
              <a:gd name="T66" fmla="*/ 257 w 353"/>
              <a:gd name="T67" fmla="*/ 171 h 354"/>
              <a:gd name="T68" fmla="*/ 233 w 353"/>
              <a:gd name="T69" fmla="*/ 169 h 354"/>
              <a:gd name="T70" fmla="*/ 177 w 353"/>
              <a:gd name="T71" fmla="*/ 0 h 354"/>
              <a:gd name="T72" fmla="*/ 0 w 353"/>
              <a:gd name="T73" fmla="*/ 177 h 354"/>
              <a:gd name="T74" fmla="*/ 177 w 353"/>
              <a:gd name="T75" fmla="*/ 354 h 354"/>
              <a:gd name="T76" fmla="*/ 353 w 353"/>
              <a:gd name="T77" fmla="*/ 177 h 354"/>
              <a:gd name="T78" fmla="*/ 177 w 353"/>
              <a:gd name="T79" fmla="*/ 0 h 354"/>
              <a:gd name="T80" fmla="*/ 177 w 353"/>
              <a:gd name="T81" fmla="*/ 338 h 354"/>
              <a:gd name="T82" fmla="*/ 16 w 353"/>
              <a:gd name="T83" fmla="*/ 177 h 354"/>
              <a:gd name="T84" fmla="*/ 177 w 353"/>
              <a:gd name="T85" fmla="*/ 16 h 354"/>
              <a:gd name="T86" fmla="*/ 337 w 353"/>
              <a:gd name="T87" fmla="*/ 177 h 354"/>
              <a:gd name="T88" fmla="*/ 177 w 353"/>
              <a:gd name="T89" fmla="*/ 338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353" h="354">
                <a:moveTo>
                  <a:pt x="177" y="81"/>
                </a:moveTo>
                <a:cubicBezTo>
                  <a:pt x="123" y="81"/>
                  <a:pt x="80" y="124"/>
                  <a:pt x="80" y="177"/>
                </a:cubicBezTo>
                <a:cubicBezTo>
                  <a:pt x="80" y="230"/>
                  <a:pt x="123" y="273"/>
                  <a:pt x="177" y="273"/>
                </a:cubicBezTo>
                <a:cubicBezTo>
                  <a:pt x="230" y="273"/>
                  <a:pt x="273" y="230"/>
                  <a:pt x="273" y="177"/>
                </a:cubicBezTo>
                <a:cubicBezTo>
                  <a:pt x="273" y="124"/>
                  <a:pt x="230" y="81"/>
                  <a:pt x="177" y="81"/>
                </a:cubicBezTo>
                <a:moveTo>
                  <a:pt x="177" y="97"/>
                </a:moveTo>
                <a:cubicBezTo>
                  <a:pt x="196" y="97"/>
                  <a:pt x="213" y="103"/>
                  <a:pt x="227" y="115"/>
                </a:cubicBezTo>
                <a:cubicBezTo>
                  <a:pt x="214" y="125"/>
                  <a:pt x="200" y="134"/>
                  <a:pt x="184" y="141"/>
                </a:cubicBezTo>
                <a:cubicBezTo>
                  <a:pt x="175" y="126"/>
                  <a:pt x="165" y="113"/>
                  <a:pt x="153" y="100"/>
                </a:cubicBezTo>
                <a:cubicBezTo>
                  <a:pt x="160" y="98"/>
                  <a:pt x="168" y="97"/>
                  <a:pt x="177" y="97"/>
                </a:cubicBezTo>
                <a:moveTo>
                  <a:pt x="137" y="107"/>
                </a:moveTo>
                <a:cubicBezTo>
                  <a:pt x="149" y="119"/>
                  <a:pt x="160" y="133"/>
                  <a:pt x="169" y="148"/>
                </a:cubicBezTo>
                <a:cubicBezTo>
                  <a:pt x="147" y="156"/>
                  <a:pt x="123" y="161"/>
                  <a:pt x="98" y="161"/>
                </a:cubicBezTo>
                <a:cubicBezTo>
                  <a:pt x="103" y="138"/>
                  <a:pt x="117" y="119"/>
                  <a:pt x="137" y="107"/>
                </a:cubicBezTo>
                <a:moveTo>
                  <a:pt x="96" y="177"/>
                </a:moveTo>
                <a:cubicBezTo>
                  <a:pt x="125" y="177"/>
                  <a:pt x="152" y="172"/>
                  <a:pt x="177" y="162"/>
                </a:cubicBezTo>
                <a:cubicBezTo>
                  <a:pt x="180" y="167"/>
                  <a:pt x="183" y="172"/>
                  <a:pt x="185" y="178"/>
                </a:cubicBezTo>
                <a:cubicBezTo>
                  <a:pt x="157" y="188"/>
                  <a:pt x="134" y="207"/>
                  <a:pt x="118" y="232"/>
                </a:cubicBezTo>
                <a:cubicBezTo>
                  <a:pt x="105" y="218"/>
                  <a:pt x="96" y="198"/>
                  <a:pt x="96" y="177"/>
                </a:cubicBezTo>
                <a:moveTo>
                  <a:pt x="177" y="257"/>
                </a:moveTo>
                <a:cubicBezTo>
                  <a:pt x="159" y="257"/>
                  <a:pt x="143" y="252"/>
                  <a:pt x="130" y="243"/>
                </a:cubicBezTo>
                <a:cubicBezTo>
                  <a:pt x="144" y="220"/>
                  <a:pt x="165" y="202"/>
                  <a:pt x="190" y="193"/>
                </a:cubicBezTo>
                <a:cubicBezTo>
                  <a:pt x="197" y="212"/>
                  <a:pt x="200" y="232"/>
                  <a:pt x="200" y="254"/>
                </a:cubicBezTo>
                <a:cubicBezTo>
                  <a:pt x="193" y="256"/>
                  <a:pt x="185" y="257"/>
                  <a:pt x="177" y="257"/>
                </a:cubicBezTo>
                <a:moveTo>
                  <a:pt x="216" y="247"/>
                </a:moveTo>
                <a:cubicBezTo>
                  <a:pt x="215" y="226"/>
                  <a:pt x="212" y="207"/>
                  <a:pt x="206" y="188"/>
                </a:cubicBezTo>
                <a:cubicBezTo>
                  <a:pt x="214" y="186"/>
                  <a:pt x="223" y="185"/>
                  <a:pt x="233" y="185"/>
                </a:cubicBezTo>
                <a:cubicBezTo>
                  <a:pt x="241" y="185"/>
                  <a:pt x="248" y="186"/>
                  <a:pt x="256" y="188"/>
                </a:cubicBezTo>
                <a:cubicBezTo>
                  <a:pt x="253" y="213"/>
                  <a:pt x="237" y="235"/>
                  <a:pt x="216" y="247"/>
                </a:cubicBezTo>
                <a:moveTo>
                  <a:pt x="233" y="169"/>
                </a:moveTo>
                <a:cubicBezTo>
                  <a:pt x="222" y="169"/>
                  <a:pt x="211" y="170"/>
                  <a:pt x="200" y="173"/>
                </a:cubicBezTo>
                <a:cubicBezTo>
                  <a:pt x="198" y="167"/>
                  <a:pt x="195" y="161"/>
                  <a:pt x="192" y="155"/>
                </a:cubicBezTo>
                <a:cubicBezTo>
                  <a:pt x="209" y="148"/>
                  <a:pt x="224" y="138"/>
                  <a:pt x="239" y="126"/>
                </a:cubicBezTo>
                <a:cubicBezTo>
                  <a:pt x="249" y="139"/>
                  <a:pt x="255" y="154"/>
                  <a:pt x="257" y="171"/>
                </a:cubicBezTo>
                <a:cubicBezTo>
                  <a:pt x="249" y="170"/>
                  <a:pt x="241" y="169"/>
                  <a:pt x="233" y="169"/>
                </a:cubicBezTo>
                <a:moveTo>
                  <a:pt x="177" y="0"/>
                </a:moveTo>
                <a:cubicBezTo>
                  <a:pt x="79" y="0"/>
                  <a:pt x="0" y="79"/>
                  <a:pt x="0" y="177"/>
                </a:cubicBezTo>
                <a:cubicBezTo>
                  <a:pt x="0" y="275"/>
                  <a:pt x="79" y="354"/>
                  <a:pt x="177" y="354"/>
                </a:cubicBezTo>
                <a:cubicBezTo>
                  <a:pt x="274" y="354"/>
                  <a:pt x="353" y="275"/>
                  <a:pt x="353" y="177"/>
                </a:cubicBezTo>
                <a:cubicBezTo>
                  <a:pt x="353" y="79"/>
                  <a:pt x="274" y="0"/>
                  <a:pt x="177" y="0"/>
                </a:cubicBezTo>
                <a:moveTo>
                  <a:pt x="177" y="338"/>
                </a:moveTo>
                <a:cubicBezTo>
                  <a:pt x="88" y="338"/>
                  <a:pt x="16" y="266"/>
                  <a:pt x="16" y="177"/>
                </a:cubicBezTo>
                <a:cubicBezTo>
                  <a:pt x="16" y="88"/>
                  <a:pt x="88" y="16"/>
                  <a:pt x="177" y="16"/>
                </a:cubicBezTo>
                <a:cubicBezTo>
                  <a:pt x="265" y="16"/>
                  <a:pt x="337" y="88"/>
                  <a:pt x="337" y="177"/>
                </a:cubicBezTo>
                <a:cubicBezTo>
                  <a:pt x="337" y="266"/>
                  <a:pt x="265" y="338"/>
                  <a:pt x="177" y="338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6" name="Freeform 16"/>
          <p:cNvSpPr>
            <a:spLocks noEditPoints="1"/>
          </p:cNvSpPr>
          <p:nvPr/>
        </p:nvSpPr>
        <p:spPr bwMode="auto">
          <a:xfrm>
            <a:off x="1972734" y="2042584"/>
            <a:ext cx="573617" cy="575733"/>
          </a:xfrm>
          <a:custGeom>
            <a:avLst/>
            <a:gdLst>
              <a:gd name="T0" fmla="*/ 261 w 353"/>
              <a:gd name="T1" fmla="*/ 115 h 354"/>
              <a:gd name="T2" fmla="*/ 240 w 353"/>
              <a:gd name="T3" fmla="*/ 123 h 354"/>
              <a:gd name="T4" fmla="*/ 216 w 353"/>
              <a:gd name="T5" fmla="*/ 113 h 354"/>
              <a:gd name="T6" fmla="*/ 183 w 353"/>
              <a:gd name="T7" fmla="*/ 145 h 354"/>
              <a:gd name="T8" fmla="*/ 184 w 353"/>
              <a:gd name="T9" fmla="*/ 153 h 354"/>
              <a:gd name="T10" fmla="*/ 116 w 353"/>
              <a:gd name="T11" fmla="*/ 119 h 354"/>
              <a:gd name="T12" fmla="*/ 111 w 353"/>
              <a:gd name="T13" fmla="*/ 135 h 354"/>
              <a:gd name="T14" fmla="*/ 126 w 353"/>
              <a:gd name="T15" fmla="*/ 162 h 354"/>
              <a:gd name="T16" fmla="*/ 111 w 353"/>
              <a:gd name="T17" fmla="*/ 158 h 354"/>
              <a:gd name="T18" fmla="*/ 111 w 353"/>
              <a:gd name="T19" fmla="*/ 158 h 354"/>
              <a:gd name="T20" fmla="*/ 137 w 353"/>
              <a:gd name="T21" fmla="*/ 190 h 354"/>
              <a:gd name="T22" fmla="*/ 129 w 353"/>
              <a:gd name="T23" fmla="*/ 191 h 354"/>
              <a:gd name="T24" fmla="*/ 123 w 353"/>
              <a:gd name="T25" fmla="*/ 191 h 354"/>
              <a:gd name="T26" fmla="*/ 153 w 353"/>
              <a:gd name="T27" fmla="*/ 213 h 354"/>
              <a:gd name="T28" fmla="*/ 112 w 353"/>
              <a:gd name="T29" fmla="*/ 227 h 354"/>
              <a:gd name="T30" fmla="*/ 105 w 353"/>
              <a:gd name="T31" fmla="*/ 227 h 354"/>
              <a:gd name="T32" fmla="*/ 155 w 353"/>
              <a:gd name="T33" fmla="*/ 241 h 354"/>
              <a:gd name="T34" fmla="*/ 249 w 353"/>
              <a:gd name="T35" fmla="*/ 149 h 354"/>
              <a:gd name="T36" fmla="*/ 249 w 353"/>
              <a:gd name="T37" fmla="*/ 145 h 354"/>
              <a:gd name="T38" fmla="*/ 265 w 353"/>
              <a:gd name="T39" fmla="*/ 128 h 354"/>
              <a:gd name="T40" fmla="*/ 246 w 353"/>
              <a:gd name="T41" fmla="*/ 133 h 354"/>
              <a:gd name="T42" fmla="*/ 261 w 353"/>
              <a:gd name="T43" fmla="*/ 115 h 354"/>
              <a:gd name="T44" fmla="*/ 321 w 353"/>
              <a:gd name="T45" fmla="*/ 0 h 354"/>
              <a:gd name="T46" fmla="*/ 32 w 353"/>
              <a:gd name="T47" fmla="*/ 0 h 354"/>
              <a:gd name="T48" fmla="*/ 0 w 353"/>
              <a:gd name="T49" fmla="*/ 32 h 354"/>
              <a:gd name="T50" fmla="*/ 0 w 353"/>
              <a:gd name="T51" fmla="*/ 321 h 354"/>
              <a:gd name="T52" fmla="*/ 32 w 353"/>
              <a:gd name="T53" fmla="*/ 354 h 354"/>
              <a:gd name="T54" fmla="*/ 321 w 353"/>
              <a:gd name="T55" fmla="*/ 354 h 354"/>
              <a:gd name="T56" fmla="*/ 353 w 353"/>
              <a:gd name="T57" fmla="*/ 321 h 354"/>
              <a:gd name="T58" fmla="*/ 353 w 353"/>
              <a:gd name="T59" fmla="*/ 32 h 354"/>
              <a:gd name="T60" fmla="*/ 321 w 353"/>
              <a:gd name="T61" fmla="*/ 0 h 354"/>
              <a:gd name="T62" fmla="*/ 337 w 353"/>
              <a:gd name="T63" fmla="*/ 321 h 354"/>
              <a:gd name="T64" fmla="*/ 321 w 353"/>
              <a:gd name="T65" fmla="*/ 338 h 354"/>
              <a:gd name="T66" fmla="*/ 32 w 353"/>
              <a:gd name="T67" fmla="*/ 338 h 354"/>
              <a:gd name="T68" fmla="*/ 16 w 353"/>
              <a:gd name="T69" fmla="*/ 321 h 354"/>
              <a:gd name="T70" fmla="*/ 16 w 353"/>
              <a:gd name="T71" fmla="*/ 32 h 354"/>
              <a:gd name="T72" fmla="*/ 32 w 353"/>
              <a:gd name="T73" fmla="*/ 16 h 354"/>
              <a:gd name="T74" fmla="*/ 321 w 353"/>
              <a:gd name="T75" fmla="*/ 16 h 354"/>
              <a:gd name="T76" fmla="*/ 337 w 353"/>
              <a:gd name="T77" fmla="*/ 32 h 354"/>
              <a:gd name="T78" fmla="*/ 337 w 353"/>
              <a:gd name="T79" fmla="*/ 321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353" h="354">
                <a:moveTo>
                  <a:pt x="261" y="115"/>
                </a:moveTo>
                <a:cubicBezTo>
                  <a:pt x="254" y="119"/>
                  <a:pt x="247" y="122"/>
                  <a:pt x="240" y="123"/>
                </a:cubicBezTo>
                <a:cubicBezTo>
                  <a:pt x="234" y="117"/>
                  <a:pt x="225" y="113"/>
                  <a:pt x="216" y="113"/>
                </a:cubicBezTo>
                <a:cubicBezTo>
                  <a:pt x="198" y="113"/>
                  <a:pt x="183" y="127"/>
                  <a:pt x="183" y="145"/>
                </a:cubicBezTo>
                <a:cubicBezTo>
                  <a:pt x="183" y="148"/>
                  <a:pt x="183" y="150"/>
                  <a:pt x="184" y="153"/>
                </a:cubicBezTo>
                <a:cubicBezTo>
                  <a:pt x="156" y="151"/>
                  <a:pt x="132" y="138"/>
                  <a:pt x="116" y="119"/>
                </a:cubicBezTo>
                <a:cubicBezTo>
                  <a:pt x="113" y="124"/>
                  <a:pt x="111" y="129"/>
                  <a:pt x="111" y="135"/>
                </a:cubicBezTo>
                <a:cubicBezTo>
                  <a:pt x="111" y="146"/>
                  <a:pt x="117" y="156"/>
                  <a:pt x="126" y="162"/>
                </a:cubicBezTo>
                <a:cubicBezTo>
                  <a:pt x="121" y="162"/>
                  <a:pt x="115" y="160"/>
                  <a:pt x="111" y="158"/>
                </a:cubicBezTo>
                <a:cubicBezTo>
                  <a:pt x="111" y="158"/>
                  <a:pt x="111" y="158"/>
                  <a:pt x="111" y="158"/>
                </a:cubicBezTo>
                <a:cubicBezTo>
                  <a:pt x="111" y="174"/>
                  <a:pt x="122" y="187"/>
                  <a:pt x="137" y="190"/>
                </a:cubicBezTo>
                <a:cubicBezTo>
                  <a:pt x="135" y="191"/>
                  <a:pt x="132" y="191"/>
                  <a:pt x="129" y="191"/>
                </a:cubicBezTo>
                <a:cubicBezTo>
                  <a:pt x="127" y="191"/>
                  <a:pt x="125" y="191"/>
                  <a:pt x="123" y="191"/>
                </a:cubicBezTo>
                <a:cubicBezTo>
                  <a:pt x="127" y="204"/>
                  <a:pt x="139" y="213"/>
                  <a:pt x="153" y="213"/>
                </a:cubicBezTo>
                <a:cubicBezTo>
                  <a:pt x="142" y="222"/>
                  <a:pt x="128" y="227"/>
                  <a:pt x="112" y="227"/>
                </a:cubicBezTo>
                <a:cubicBezTo>
                  <a:pt x="110" y="227"/>
                  <a:pt x="107" y="227"/>
                  <a:pt x="105" y="227"/>
                </a:cubicBezTo>
                <a:cubicBezTo>
                  <a:pt x="119" y="236"/>
                  <a:pt x="136" y="241"/>
                  <a:pt x="155" y="241"/>
                </a:cubicBezTo>
                <a:cubicBezTo>
                  <a:pt x="216" y="241"/>
                  <a:pt x="249" y="192"/>
                  <a:pt x="249" y="149"/>
                </a:cubicBezTo>
                <a:cubicBezTo>
                  <a:pt x="249" y="148"/>
                  <a:pt x="249" y="146"/>
                  <a:pt x="249" y="145"/>
                </a:cubicBezTo>
                <a:cubicBezTo>
                  <a:pt x="255" y="140"/>
                  <a:pt x="261" y="134"/>
                  <a:pt x="265" y="128"/>
                </a:cubicBezTo>
                <a:cubicBezTo>
                  <a:pt x="259" y="131"/>
                  <a:pt x="253" y="132"/>
                  <a:pt x="246" y="133"/>
                </a:cubicBezTo>
                <a:cubicBezTo>
                  <a:pt x="253" y="129"/>
                  <a:pt x="258" y="123"/>
                  <a:pt x="261" y="115"/>
                </a:cubicBezTo>
                <a:moveTo>
                  <a:pt x="321" y="0"/>
                </a:moveTo>
                <a:cubicBezTo>
                  <a:pt x="32" y="0"/>
                  <a:pt x="32" y="0"/>
                  <a:pt x="32" y="0"/>
                </a:cubicBezTo>
                <a:cubicBezTo>
                  <a:pt x="15" y="0"/>
                  <a:pt x="0" y="15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5" y="354"/>
                  <a:pt x="32" y="354"/>
                </a:cubicBezTo>
                <a:cubicBezTo>
                  <a:pt x="321" y="354"/>
                  <a:pt x="321" y="354"/>
                  <a:pt x="321" y="354"/>
                </a:cubicBezTo>
                <a:cubicBezTo>
                  <a:pt x="339" y="354"/>
                  <a:pt x="353" y="339"/>
                  <a:pt x="353" y="321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15"/>
                  <a:pt x="339" y="0"/>
                  <a:pt x="321" y="0"/>
                </a:cubicBezTo>
                <a:moveTo>
                  <a:pt x="337" y="321"/>
                </a:moveTo>
                <a:cubicBezTo>
                  <a:pt x="337" y="330"/>
                  <a:pt x="330" y="338"/>
                  <a:pt x="321" y="338"/>
                </a:cubicBezTo>
                <a:cubicBezTo>
                  <a:pt x="32" y="338"/>
                  <a:pt x="32" y="338"/>
                  <a:pt x="32" y="338"/>
                </a:cubicBezTo>
                <a:cubicBezTo>
                  <a:pt x="23" y="338"/>
                  <a:pt x="16" y="330"/>
                  <a:pt x="16" y="32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4"/>
                  <a:pt x="23" y="16"/>
                  <a:pt x="32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4"/>
                  <a:pt x="337" y="32"/>
                </a:cubicBezTo>
                <a:lnTo>
                  <a:pt x="337" y="32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7" name="Freeform 17"/>
          <p:cNvSpPr>
            <a:spLocks noEditPoints="1"/>
          </p:cNvSpPr>
          <p:nvPr/>
        </p:nvSpPr>
        <p:spPr bwMode="auto">
          <a:xfrm>
            <a:off x="3071285" y="2042584"/>
            <a:ext cx="573617" cy="575733"/>
          </a:xfrm>
          <a:custGeom>
            <a:avLst/>
            <a:gdLst>
              <a:gd name="T0" fmla="*/ 321 w 353"/>
              <a:gd name="T1" fmla="*/ 0 h 354"/>
              <a:gd name="T2" fmla="*/ 32 w 353"/>
              <a:gd name="T3" fmla="*/ 0 h 354"/>
              <a:gd name="T4" fmla="*/ 0 w 353"/>
              <a:gd name="T5" fmla="*/ 32 h 354"/>
              <a:gd name="T6" fmla="*/ 0 w 353"/>
              <a:gd name="T7" fmla="*/ 321 h 354"/>
              <a:gd name="T8" fmla="*/ 32 w 353"/>
              <a:gd name="T9" fmla="*/ 354 h 354"/>
              <a:gd name="T10" fmla="*/ 321 w 353"/>
              <a:gd name="T11" fmla="*/ 354 h 354"/>
              <a:gd name="T12" fmla="*/ 353 w 353"/>
              <a:gd name="T13" fmla="*/ 321 h 354"/>
              <a:gd name="T14" fmla="*/ 353 w 353"/>
              <a:gd name="T15" fmla="*/ 32 h 354"/>
              <a:gd name="T16" fmla="*/ 321 w 353"/>
              <a:gd name="T17" fmla="*/ 0 h 354"/>
              <a:gd name="T18" fmla="*/ 337 w 353"/>
              <a:gd name="T19" fmla="*/ 321 h 354"/>
              <a:gd name="T20" fmla="*/ 321 w 353"/>
              <a:gd name="T21" fmla="*/ 338 h 354"/>
              <a:gd name="T22" fmla="*/ 32 w 353"/>
              <a:gd name="T23" fmla="*/ 338 h 354"/>
              <a:gd name="T24" fmla="*/ 16 w 353"/>
              <a:gd name="T25" fmla="*/ 321 h 354"/>
              <a:gd name="T26" fmla="*/ 16 w 353"/>
              <a:gd name="T27" fmla="*/ 32 h 354"/>
              <a:gd name="T28" fmla="*/ 32 w 353"/>
              <a:gd name="T29" fmla="*/ 16 h 354"/>
              <a:gd name="T30" fmla="*/ 321 w 353"/>
              <a:gd name="T31" fmla="*/ 16 h 354"/>
              <a:gd name="T32" fmla="*/ 337 w 353"/>
              <a:gd name="T33" fmla="*/ 32 h 354"/>
              <a:gd name="T34" fmla="*/ 337 w 353"/>
              <a:gd name="T35" fmla="*/ 321 h 354"/>
              <a:gd name="T36" fmla="*/ 192 w 353"/>
              <a:gd name="T37" fmla="*/ 139 h 354"/>
              <a:gd name="T38" fmla="*/ 203 w 353"/>
              <a:gd name="T39" fmla="*/ 129 h 354"/>
              <a:gd name="T40" fmla="*/ 216 w 353"/>
              <a:gd name="T41" fmla="*/ 129 h 354"/>
              <a:gd name="T42" fmla="*/ 216 w 353"/>
              <a:gd name="T43" fmla="*/ 105 h 354"/>
              <a:gd name="T44" fmla="*/ 195 w 353"/>
              <a:gd name="T45" fmla="*/ 105 h 354"/>
              <a:gd name="T46" fmla="*/ 160 w 353"/>
              <a:gd name="T47" fmla="*/ 137 h 354"/>
              <a:gd name="T48" fmla="*/ 160 w 353"/>
              <a:gd name="T49" fmla="*/ 153 h 354"/>
              <a:gd name="T50" fmla="*/ 144 w 353"/>
              <a:gd name="T51" fmla="*/ 153 h 354"/>
              <a:gd name="T52" fmla="*/ 144 w 353"/>
              <a:gd name="T53" fmla="*/ 177 h 354"/>
              <a:gd name="T54" fmla="*/ 160 w 353"/>
              <a:gd name="T55" fmla="*/ 177 h 354"/>
              <a:gd name="T56" fmla="*/ 160 w 353"/>
              <a:gd name="T57" fmla="*/ 249 h 354"/>
              <a:gd name="T58" fmla="*/ 192 w 353"/>
              <a:gd name="T59" fmla="*/ 249 h 354"/>
              <a:gd name="T60" fmla="*/ 192 w 353"/>
              <a:gd name="T61" fmla="*/ 177 h 354"/>
              <a:gd name="T62" fmla="*/ 213 w 353"/>
              <a:gd name="T63" fmla="*/ 177 h 354"/>
              <a:gd name="T64" fmla="*/ 216 w 353"/>
              <a:gd name="T65" fmla="*/ 153 h 354"/>
              <a:gd name="T66" fmla="*/ 192 w 353"/>
              <a:gd name="T67" fmla="*/ 153 h 354"/>
              <a:gd name="T68" fmla="*/ 192 w 353"/>
              <a:gd name="T69" fmla="*/ 139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353" h="354">
                <a:moveTo>
                  <a:pt x="321" y="0"/>
                </a:move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5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4" y="354"/>
                  <a:pt x="32" y="354"/>
                </a:cubicBezTo>
                <a:cubicBezTo>
                  <a:pt x="321" y="354"/>
                  <a:pt x="321" y="354"/>
                  <a:pt x="321" y="354"/>
                </a:cubicBezTo>
                <a:cubicBezTo>
                  <a:pt x="338" y="354"/>
                  <a:pt x="353" y="339"/>
                  <a:pt x="353" y="321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15"/>
                  <a:pt x="338" y="0"/>
                  <a:pt x="321" y="0"/>
                </a:cubicBezTo>
                <a:moveTo>
                  <a:pt x="337" y="321"/>
                </a:moveTo>
                <a:cubicBezTo>
                  <a:pt x="337" y="330"/>
                  <a:pt x="330" y="338"/>
                  <a:pt x="321" y="338"/>
                </a:cubicBezTo>
                <a:cubicBezTo>
                  <a:pt x="32" y="338"/>
                  <a:pt x="32" y="338"/>
                  <a:pt x="32" y="338"/>
                </a:cubicBezTo>
                <a:cubicBezTo>
                  <a:pt x="23" y="338"/>
                  <a:pt x="16" y="330"/>
                  <a:pt x="16" y="32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4"/>
                  <a:pt x="23" y="16"/>
                  <a:pt x="32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4"/>
                  <a:pt x="337" y="32"/>
                </a:cubicBezTo>
                <a:lnTo>
                  <a:pt x="337" y="321"/>
                </a:lnTo>
                <a:close/>
                <a:moveTo>
                  <a:pt x="192" y="139"/>
                </a:moveTo>
                <a:cubicBezTo>
                  <a:pt x="192" y="132"/>
                  <a:pt x="193" y="129"/>
                  <a:pt x="203" y="129"/>
                </a:cubicBezTo>
                <a:cubicBezTo>
                  <a:pt x="216" y="129"/>
                  <a:pt x="216" y="129"/>
                  <a:pt x="216" y="129"/>
                </a:cubicBezTo>
                <a:cubicBezTo>
                  <a:pt x="216" y="105"/>
                  <a:pt x="216" y="105"/>
                  <a:pt x="216" y="105"/>
                </a:cubicBezTo>
                <a:cubicBezTo>
                  <a:pt x="195" y="105"/>
                  <a:pt x="195" y="105"/>
                  <a:pt x="195" y="105"/>
                </a:cubicBezTo>
                <a:cubicBezTo>
                  <a:pt x="169" y="105"/>
                  <a:pt x="160" y="117"/>
                  <a:pt x="160" y="137"/>
                </a:cubicBezTo>
                <a:cubicBezTo>
                  <a:pt x="160" y="153"/>
                  <a:pt x="160" y="153"/>
                  <a:pt x="160" y="153"/>
                </a:cubicBezTo>
                <a:cubicBezTo>
                  <a:pt x="144" y="153"/>
                  <a:pt x="144" y="153"/>
                  <a:pt x="144" y="153"/>
                </a:cubicBezTo>
                <a:cubicBezTo>
                  <a:pt x="144" y="177"/>
                  <a:pt x="144" y="177"/>
                  <a:pt x="144" y="177"/>
                </a:cubicBezTo>
                <a:cubicBezTo>
                  <a:pt x="160" y="177"/>
                  <a:pt x="160" y="177"/>
                  <a:pt x="160" y="177"/>
                </a:cubicBezTo>
                <a:cubicBezTo>
                  <a:pt x="160" y="249"/>
                  <a:pt x="160" y="249"/>
                  <a:pt x="160" y="249"/>
                </a:cubicBezTo>
                <a:cubicBezTo>
                  <a:pt x="192" y="249"/>
                  <a:pt x="192" y="249"/>
                  <a:pt x="192" y="249"/>
                </a:cubicBezTo>
                <a:cubicBezTo>
                  <a:pt x="192" y="177"/>
                  <a:pt x="192" y="177"/>
                  <a:pt x="192" y="177"/>
                </a:cubicBezTo>
                <a:cubicBezTo>
                  <a:pt x="213" y="177"/>
                  <a:pt x="213" y="177"/>
                  <a:pt x="213" y="177"/>
                </a:cubicBezTo>
                <a:cubicBezTo>
                  <a:pt x="216" y="153"/>
                  <a:pt x="216" y="153"/>
                  <a:pt x="216" y="153"/>
                </a:cubicBezTo>
                <a:cubicBezTo>
                  <a:pt x="192" y="153"/>
                  <a:pt x="192" y="153"/>
                  <a:pt x="192" y="153"/>
                </a:cubicBezTo>
                <a:lnTo>
                  <a:pt x="192" y="13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8" name="Freeform 18"/>
          <p:cNvSpPr>
            <a:spLocks noEditPoints="1"/>
          </p:cNvSpPr>
          <p:nvPr/>
        </p:nvSpPr>
        <p:spPr bwMode="auto">
          <a:xfrm>
            <a:off x="4165601" y="2042584"/>
            <a:ext cx="573617" cy="575733"/>
          </a:xfrm>
          <a:custGeom>
            <a:avLst/>
            <a:gdLst>
              <a:gd name="T0" fmla="*/ 215 w 353"/>
              <a:gd name="T1" fmla="*/ 143 h 354"/>
              <a:gd name="T2" fmla="*/ 215 w 353"/>
              <a:gd name="T3" fmla="*/ 96 h 354"/>
              <a:gd name="T4" fmla="*/ 205 w 353"/>
              <a:gd name="T5" fmla="*/ 134 h 354"/>
              <a:gd name="T6" fmla="*/ 195 w 353"/>
              <a:gd name="T7" fmla="*/ 138 h 354"/>
              <a:gd name="T8" fmla="*/ 173 w 353"/>
              <a:gd name="T9" fmla="*/ 144 h 354"/>
              <a:gd name="T10" fmla="*/ 173 w 353"/>
              <a:gd name="T11" fmla="*/ 96 h 354"/>
              <a:gd name="T12" fmla="*/ 156 w 353"/>
              <a:gd name="T13" fmla="*/ 131 h 354"/>
              <a:gd name="T14" fmla="*/ 171 w 353"/>
              <a:gd name="T15" fmla="*/ 104 h 354"/>
              <a:gd name="T16" fmla="*/ 171 w 353"/>
              <a:gd name="T17" fmla="*/ 137 h 354"/>
              <a:gd name="T18" fmla="*/ 130 w 353"/>
              <a:gd name="T19" fmla="*/ 143 h 354"/>
              <a:gd name="T20" fmla="*/ 155 w 353"/>
              <a:gd name="T21" fmla="*/ 82 h 354"/>
              <a:gd name="T22" fmla="*/ 128 w 353"/>
              <a:gd name="T23" fmla="*/ 82 h 354"/>
              <a:gd name="T24" fmla="*/ 130 w 353"/>
              <a:gd name="T25" fmla="*/ 143 h 354"/>
              <a:gd name="T26" fmla="*/ 0 w 353"/>
              <a:gd name="T27" fmla="*/ 32 h 354"/>
              <a:gd name="T28" fmla="*/ 321 w 353"/>
              <a:gd name="T29" fmla="*/ 354 h 354"/>
              <a:gd name="T30" fmla="*/ 321 w 353"/>
              <a:gd name="T31" fmla="*/ 0 h 354"/>
              <a:gd name="T32" fmla="*/ 32 w 353"/>
              <a:gd name="T33" fmla="*/ 338 h 354"/>
              <a:gd name="T34" fmla="*/ 32 w 353"/>
              <a:gd name="T35" fmla="*/ 16 h 354"/>
              <a:gd name="T36" fmla="*/ 337 w 353"/>
              <a:gd name="T37" fmla="*/ 321 h 354"/>
              <a:gd name="T38" fmla="*/ 191 w 353"/>
              <a:gd name="T39" fmla="*/ 234 h 354"/>
              <a:gd name="T40" fmla="*/ 201 w 353"/>
              <a:gd name="T41" fmla="*/ 204 h 354"/>
              <a:gd name="T42" fmla="*/ 176 w 353"/>
              <a:gd name="T43" fmla="*/ 153 h 354"/>
              <a:gd name="T44" fmla="*/ 88 w 353"/>
              <a:gd name="T45" fmla="*/ 209 h 354"/>
              <a:gd name="T46" fmla="*/ 176 w 353"/>
              <a:gd name="T47" fmla="*/ 265 h 354"/>
              <a:gd name="T48" fmla="*/ 265 w 353"/>
              <a:gd name="T49" fmla="*/ 209 h 354"/>
              <a:gd name="T50" fmla="*/ 140 w 353"/>
              <a:gd name="T51" fmla="*/ 181 h 354"/>
              <a:gd name="T52" fmla="*/ 116 w 353"/>
              <a:gd name="T53" fmla="*/ 244 h 354"/>
              <a:gd name="T54" fmla="*/ 104 w 353"/>
              <a:gd name="T55" fmla="*/ 171 h 354"/>
              <a:gd name="T56" fmla="*/ 172 w 353"/>
              <a:gd name="T57" fmla="*/ 244 h 354"/>
              <a:gd name="T58" fmla="*/ 150 w 353"/>
              <a:gd name="T59" fmla="*/ 245 h 354"/>
              <a:gd name="T60" fmla="*/ 152 w 353"/>
              <a:gd name="T61" fmla="*/ 189 h 354"/>
              <a:gd name="T62" fmla="*/ 162 w 353"/>
              <a:gd name="T63" fmla="*/ 234 h 354"/>
              <a:gd name="T64" fmla="*/ 172 w 353"/>
              <a:gd name="T65" fmla="*/ 244 h 354"/>
              <a:gd name="T66" fmla="*/ 191 w 353"/>
              <a:gd name="T67" fmla="*/ 239 h 354"/>
              <a:gd name="T68" fmla="*/ 180 w 353"/>
              <a:gd name="T69" fmla="*/ 171 h 354"/>
              <a:gd name="T70" fmla="*/ 202 w 353"/>
              <a:gd name="T71" fmla="*/ 189 h 354"/>
              <a:gd name="T72" fmla="*/ 250 w 353"/>
              <a:gd name="T73" fmla="*/ 203 h 354"/>
              <a:gd name="T74" fmla="*/ 229 w 353"/>
              <a:gd name="T75" fmla="*/ 231 h 354"/>
              <a:gd name="T76" fmla="*/ 239 w 353"/>
              <a:gd name="T77" fmla="*/ 225 h 354"/>
              <a:gd name="T78" fmla="*/ 235 w 353"/>
              <a:gd name="T79" fmla="*/ 245 h 354"/>
              <a:gd name="T80" fmla="*/ 235 w 353"/>
              <a:gd name="T81" fmla="*/ 189 h 354"/>
              <a:gd name="T82" fmla="*/ 229 w 353"/>
              <a:gd name="T83" fmla="*/ 204 h 354"/>
              <a:gd name="T84" fmla="*/ 239 w 353"/>
              <a:gd name="T85" fmla="*/ 204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353" h="354">
                <a:moveTo>
                  <a:pt x="203" y="144"/>
                </a:moveTo>
                <a:cubicBezTo>
                  <a:pt x="209" y="144"/>
                  <a:pt x="215" y="139"/>
                  <a:pt x="215" y="139"/>
                </a:cubicBezTo>
                <a:cubicBezTo>
                  <a:pt x="215" y="143"/>
                  <a:pt x="215" y="143"/>
                  <a:pt x="215" y="143"/>
                </a:cubicBezTo>
                <a:cubicBezTo>
                  <a:pt x="225" y="143"/>
                  <a:pt x="225" y="143"/>
                  <a:pt x="225" y="143"/>
                </a:cubicBezTo>
                <a:cubicBezTo>
                  <a:pt x="225" y="96"/>
                  <a:pt x="225" y="96"/>
                  <a:pt x="225" y="96"/>
                </a:cubicBezTo>
                <a:cubicBezTo>
                  <a:pt x="215" y="96"/>
                  <a:pt x="215" y="96"/>
                  <a:pt x="215" y="96"/>
                </a:cubicBezTo>
                <a:cubicBezTo>
                  <a:pt x="215" y="133"/>
                  <a:pt x="215" y="133"/>
                  <a:pt x="215" y="133"/>
                </a:cubicBezTo>
                <a:cubicBezTo>
                  <a:pt x="215" y="133"/>
                  <a:pt x="212" y="137"/>
                  <a:pt x="208" y="137"/>
                </a:cubicBezTo>
                <a:cubicBezTo>
                  <a:pt x="205" y="137"/>
                  <a:pt x="205" y="134"/>
                  <a:pt x="205" y="134"/>
                </a:cubicBezTo>
                <a:cubicBezTo>
                  <a:pt x="205" y="96"/>
                  <a:pt x="205" y="96"/>
                  <a:pt x="205" y="96"/>
                </a:cubicBezTo>
                <a:cubicBezTo>
                  <a:pt x="195" y="96"/>
                  <a:pt x="195" y="96"/>
                  <a:pt x="195" y="96"/>
                </a:cubicBezTo>
                <a:cubicBezTo>
                  <a:pt x="195" y="138"/>
                  <a:pt x="195" y="138"/>
                  <a:pt x="195" y="138"/>
                </a:cubicBezTo>
                <a:cubicBezTo>
                  <a:pt x="195" y="138"/>
                  <a:pt x="196" y="144"/>
                  <a:pt x="203" y="144"/>
                </a:cubicBezTo>
                <a:moveTo>
                  <a:pt x="169" y="144"/>
                </a:moveTo>
                <a:cubicBezTo>
                  <a:pt x="173" y="144"/>
                  <a:pt x="173" y="144"/>
                  <a:pt x="173" y="144"/>
                </a:cubicBezTo>
                <a:cubicBezTo>
                  <a:pt x="180" y="144"/>
                  <a:pt x="186" y="138"/>
                  <a:pt x="186" y="131"/>
                </a:cubicBezTo>
                <a:cubicBezTo>
                  <a:pt x="186" y="110"/>
                  <a:pt x="186" y="110"/>
                  <a:pt x="186" y="110"/>
                </a:cubicBezTo>
                <a:cubicBezTo>
                  <a:pt x="186" y="102"/>
                  <a:pt x="180" y="96"/>
                  <a:pt x="173" y="96"/>
                </a:cubicBezTo>
                <a:cubicBezTo>
                  <a:pt x="169" y="96"/>
                  <a:pt x="169" y="96"/>
                  <a:pt x="169" y="96"/>
                </a:cubicBezTo>
                <a:cubicBezTo>
                  <a:pt x="162" y="96"/>
                  <a:pt x="156" y="102"/>
                  <a:pt x="156" y="110"/>
                </a:cubicBezTo>
                <a:cubicBezTo>
                  <a:pt x="156" y="131"/>
                  <a:pt x="156" y="131"/>
                  <a:pt x="156" y="131"/>
                </a:cubicBezTo>
                <a:cubicBezTo>
                  <a:pt x="156" y="138"/>
                  <a:pt x="162" y="144"/>
                  <a:pt x="169" y="144"/>
                </a:cubicBezTo>
                <a:moveTo>
                  <a:pt x="166" y="109"/>
                </a:moveTo>
                <a:cubicBezTo>
                  <a:pt x="166" y="106"/>
                  <a:pt x="168" y="104"/>
                  <a:pt x="171" y="104"/>
                </a:cubicBezTo>
                <a:cubicBezTo>
                  <a:pt x="174" y="104"/>
                  <a:pt x="176" y="106"/>
                  <a:pt x="176" y="109"/>
                </a:cubicBezTo>
                <a:cubicBezTo>
                  <a:pt x="176" y="132"/>
                  <a:pt x="176" y="132"/>
                  <a:pt x="176" y="132"/>
                </a:cubicBezTo>
                <a:cubicBezTo>
                  <a:pt x="176" y="135"/>
                  <a:pt x="174" y="137"/>
                  <a:pt x="171" y="137"/>
                </a:cubicBezTo>
                <a:cubicBezTo>
                  <a:pt x="168" y="137"/>
                  <a:pt x="166" y="135"/>
                  <a:pt x="166" y="132"/>
                </a:cubicBezTo>
                <a:lnTo>
                  <a:pt x="166" y="109"/>
                </a:lnTo>
                <a:close/>
                <a:moveTo>
                  <a:pt x="130" y="143"/>
                </a:moveTo>
                <a:cubicBezTo>
                  <a:pt x="142" y="143"/>
                  <a:pt x="142" y="143"/>
                  <a:pt x="142" y="143"/>
                </a:cubicBezTo>
                <a:cubicBezTo>
                  <a:pt x="142" y="118"/>
                  <a:pt x="142" y="118"/>
                  <a:pt x="142" y="118"/>
                </a:cubicBezTo>
                <a:cubicBezTo>
                  <a:pt x="155" y="82"/>
                  <a:pt x="155" y="82"/>
                  <a:pt x="155" y="82"/>
                </a:cubicBezTo>
                <a:cubicBezTo>
                  <a:pt x="145" y="82"/>
                  <a:pt x="145" y="82"/>
                  <a:pt x="145" y="82"/>
                </a:cubicBezTo>
                <a:cubicBezTo>
                  <a:pt x="136" y="106"/>
                  <a:pt x="136" y="106"/>
                  <a:pt x="136" y="106"/>
                </a:cubicBezTo>
                <a:cubicBezTo>
                  <a:pt x="128" y="82"/>
                  <a:pt x="128" y="82"/>
                  <a:pt x="128" y="82"/>
                </a:cubicBezTo>
                <a:cubicBezTo>
                  <a:pt x="116" y="82"/>
                  <a:pt x="116" y="82"/>
                  <a:pt x="116" y="82"/>
                </a:cubicBezTo>
                <a:cubicBezTo>
                  <a:pt x="130" y="118"/>
                  <a:pt x="130" y="118"/>
                  <a:pt x="130" y="118"/>
                </a:cubicBezTo>
                <a:lnTo>
                  <a:pt x="130" y="143"/>
                </a:lnTo>
                <a:close/>
                <a:moveTo>
                  <a:pt x="321" y="0"/>
                </a:move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5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4" y="354"/>
                  <a:pt x="32" y="354"/>
                </a:cubicBezTo>
                <a:cubicBezTo>
                  <a:pt x="321" y="354"/>
                  <a:pt x="321" y="354"/>
                  <a:pt x="321" y="354"/>
                </a:cubicBezTo>
                <a:cubicBezTo>
                  <a:pt x="339" y="354"/>
                  <a:pt x="353" y="339"/>
                  <a:pt x="353" y="321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15"/>
                  <a:pt x="339" y="0"/>
                  <a:pt x="321" y="0"/>
                </a:cubicBezTo>
                <a:moveTo>
                  <a:pt x="337" y="321"/>
                </a:moveTo>
                <a:cubicBezTo>
                  <a:pt x="337" y="330"/>
                  <a:pt x="330" y="338"/>
                  <a:pt x="321" y="338"/>
                </a:cubicBezTo>
                <a:cubicBezTo>
                  <a:pt x="32" y="338"/>
                  <a:pt x="32" y="338"/>
                  <a:pt x="32" y="338"/>
                </a:cubicBezTo>
                <a:cubicBezTo>
                  <a:pt x="23" y="338"/>
                  <a:pt x="16" y="330"/>
                  <a:pt x="16" y="32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4"/>
                  <a:pt x="23" y="16"/>
                  <a:pt x="32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4"/>
                  <a:pt x="337" y="32"/>
                </a:cubicBezTo>
                <a:lnTo>
                  <a:pt x="337" y="321"/>
                </a:lnTo>
                <a:close/>
                <a:moveTo>
                  <a:pt x="196" y="198"/>
                </a:moveTo>
                <a:cubicBezTo>
                  <a:pt x="194" y="198"/>
                  <a:pt x="192" y="199"/>
                  <a:pt x="191" y="201"/>
                </a:cubicBezTo>
                <a:cubicBezTo>
                  <a:pt x="191" y="234"/>
                  <a:pt x="191" y="234"/>
                  <a:pt x="191" y="234"/>
                </a:cubicBezTo>
                <a:cubicBezTo>
                  <a:pt x="192" y="235"/>
                  <a:pt x="194" y="236"/>
                  <a:pt x="196" y="236"/>
                </a:cubicBezTo>
                <a:cubicBezTo>
                  <a:pt x="201" y="236"/>
                  <a:pt x="201" y="231"/>
                  <a:pt x="201" y="231"/>
                </a:cubicBezTo>
                <a:cubicBezTo>
                  <a:pt x="201" y="204"/>
                  <a:pt x="201" y="204"/>
                  <a:pt x="201" y="204"/>
                </a:cubicBezTo>
                <a:cubicBezTo>
                  <a:pt x="201" y="204"/>
                  <a:pt x="200" y="198"/>
                  <a:pt x="196" y="198"/>
                </a:cubicBezTo>
                <a:moveTo>
                  <a:pt x="237" y="155"/>
                </a:moveTo>
                <a:cubicBezTo>
                  <a:pt x="237" y="155"/>
                  <a:pt x="207" y="153"/>
                  <a:pt x="176" y="153"/>
                </a:cubicBezTo>
                <a:cubicBezTo>
                  <a:pt x="146" y="153"/>
                  <a:pt x="116" y="155"/>
                  <a:pt x="116" y="155"/>
                </a:cubicBezTo>
                <a:cubicBezTo>
                  <a:pt x="102" y="155"/>
                  <a:pt x="91" y="165"/>
                  <a:pt x="91" y="178"/>
                </a:cubicBezTo>
                <a:cubicBezTo>
                  <a:pt x="91" y="178"/>
                  <a:pt x="88" y="194"/>
                  <a:pt x="88" y="209"/>
                </a:cubicBezTo>
                <a:cubicBezTo>
                  <a:pt x="88" y="225"/>
                  <a:pt x="91" y="240"/>
                  <a:pt x="91" y="240"/>
                </a:cubicBezTo>
                <a:cubicBezTo>
                  <a:pt x="91" y="253"/>
                  <a:pt x="102" y="264"/>
                  <a:pt x="116" y="264"/>
                </a:cubicBezTo>
                <a:cubicBezTo>
                  <a:pt x="116" y="264"/>
                  <a:pt x="146" y="265"/>
                  <a:pt x="176" y="265"/>
                </a:cubicBezTo>
                <a:cubicBezTo>
                  <a:pt x="206" y="265"/>
                  <a:pt x="237" y="264"/>
                  <a:pt x="237" y="264"/>
                </a:cubicBezTo>
                <a:cubicBezTo>
                  <a:pt x="251" y="264"/>
                  <a:pt x="262" y="253"/>
                  <a:pt x="262" y="240"/>
                </a:cubicBezTo>
                <a:cubicBezTo>
                  <a:pt x="262" y="240"/>
                  <a:pt x="265" y="224"/>
                  <a:pt x="265" y="209"/>
                </a:cubicBezTo>
                <a:cubicBezTo>
                  <a:pt x="265" y="194"/>
                  <a:pt x="262" y="178"/>
                  <a:pt x="262" y="178"/>
                </a:cubicBezTo>
                <a:cubicBezTo>
                  <a:pt x="262" y="165"/>
                  <a:pt x="251" y="155"/>
                  <a:pt x="237" y="155"/>
                </a:cubicBezTo>
                <a:moveTo>
                  <a:pt x="140" y="181"/>
                </a:moveTo>
                <a:cubicBezTo>
                  <a:pt x="128" y="181"/>
                  <a:pt x="128" y="181"/>
                  <a:pt x="128" y="181"/>
                </a:cubicBezTo>
                <a:cubicBezTo>
                  <a:pt x="128" y="244"/>
                  <a:pt x="128" y="244"/>
                  <a:pt x="128" y="244"/>
                </a:cubicBezTo>
                <a:cubicBezTo>
                  <a:pt x="116" y="244"/>
                  <a:pt x="116" y="244"/>
                  <a:pt x="116" y="244"/>
                </a:cubicBezTo>
                <a:cubicBezTo>
                  <a:pt x="116" y="181"/>
                  <a:pt x="116" y="181"/>
                  <a:pt x="116" y="181"/>
                </a:cubicBezTo>
                <a:cubicBezTo>
                  <a:pt x="104" y="181"/>
                  <a:pt x="104" y="181"/>
                  <a:pt x="104" y="181"/>
                </a:cubicBezTo>
                <a:cubicBezTo>
                  <a:pt x="104" y="171"/>
                  <a:pt x="104" y="171"/>
                  <a:pt x="104" y="171"/>
                </a:cubicBezTo>
                <a:cubicBezTo>
                  <a:pt x="140" y="171"/>
                  <a:pt x="140" y="171"/>
                  <a:pt x="140" y="171"/>
                </a:cubicBezTo>
                <a:lnTo>
                  <a:pt x="140" y="181"/>
                </a:lnTo>
                <a:close/>
                <a:moveTo>
                  <a:pt x="172" y="244"/>
                </a:moveTo>
                <a:cubicBezTo>
                  <a:pt x="162" y="244"/>
                  <a:pt x="162" y="244"/>
                  <a:pt x="162" y="244"/>
                </a:cubicBezTo>
                <a:cubicBezTo>
                  <a:pt x="162" y="239"/>
                  <a:pt x="162" y="239"/>
                  <a:pt x="162" y="239"/>
                </a:cubicBezTo>
                <a:cubicBezTo>
                  <a:pt x="162" y="239"/>
                  <a:pt x="156" y="245"/>
                  <a:pt x="150" y="245"/>
                </a:cubicBezTo>
                <a:cubicBezTo>
                  <a:pt x="143" y="245"/>
                  <a:pt x="142" y="238"/>
                  <a:pt x="142" y="238"/>
                </a:cubicBezTo>
                <a:cubicBezTo>
                  <a:pt x="142" y="189"/>
                  <a:pt x="142" y="189"/>
                  <a:pt x="142" y="189"/>
                </a:cubicBezTo>
                <a:cubicBezTo>
                  <a:pt x="152" y="189"/>
                  <a:pt x="152" y="189"/>
                  <a:pt x="152" y="189"/>
                </a:cubicBezTo>
                <a:cubicBezTo>
                  <a:pt x="152" y="235"/>
                  <a:pt x="152" y="235"/>
                  <a:pt x="152" y="235"/>
                </a:cubicBezTo>
                <a:cubicBezTo>
                  <a:pt x="152" y="235"/>
                  <a:pt x="152" y="238"/>
                  <a:pt x="155" y="238"/>
                </a:cubicBezTo>
                <a:cubicBezTo>
                  <a:pt x="159" y="238"/>
                  <a:pt x="162" y="234"/>
                  <a:pt x="162" y="234"/>
                </a:cubicBezTo>
                <a:cubicBezTo>
                  <a:pt x="162" y="189"/>
                  <a:pt x="162" y="189"/>
                  <a:pt x="162" y="189"/>
                </a:cubicBezTo>
                <a:cubicBezTo>
                  <a:pt x="172" y="189"/>
                  <a:pt x="172" y="189"/>
                  <a:pt x="172" y="189"/>
                </a:cubicBezTo>
                <a:lnTo>
                  <a:pt x="172" y="244"/>
                </a:lnTo>
                <a:close/>
                <a:moveTo>
                  <a:pt x="211" y="232"/>
                </a:moveTo>
                <a:cubicBezTo>
                  <a:pt x="211" y="232"/>
                  <a:pt x="211" y="245"/>
                  <a:pt x="202" y="245"/>
                </a:cubicBezTo>
                <a:cubicBezTo>
                  <a:pt x="196" y="245"/>
                  <a:pt x="193" y="242"/>
                  <a:pt x="191" y="239"/>
                </a:cubicBezTo>
                <a:cubicBezTo>
                  <a:pt x="191" y="244"/>
                  <a:pt x="191" y="244"/>
                  <a:pt x="191" y="244"/>
                </a:cubicBezTo>
                <a:cubicBezTo>
                  <a:pt x="180" y="244"/>
                  <a:pt x="180" y="244"/>
                  <a:pt x="180" y="244"/>
                </a:cubicBezTo>
                <a:cubicBezTo>
                  <a:pt x="180" y="171"/>
                  <a:pt x="180" y="171"/>
                  <a:pt x="180" y="171"/>
                </a:cubicBezTo>
                <a:cubicBezTo>
                  <a:pt x="191" y="171"/>
                  <a:pt x="191" y="171"/>
                  <a:pt x="191" y="171"/>
                </a:cubicBezTo>
                <a:cubicBezTo>
                  <a:pt x="191" y="195"/>
                  <a:pt x="191" y="195"/>
                  <a:pt x="191" y="195"/>
                </a:cubicBezTo>
                <a:cubicBezTo>
                  <a:pt x="193" y="193"/>
                  <a:pt x="197" y="189"/>
                  <a:pt x="202" y="189"/>
                </a:cubicBezTo>
                <a:cubicBezTo>
                  <a:pt x="208" y="189"/>
                  <a:pt x="211" y="195"/>
                  <a:pt x="211" y="202"/>
                </a:cubicBezTo>
                <a:lnTo>
                  <a:pt x="211" y="232"/>
                </a:lnTo>
                <a:close/>
                <a:moveTo>
                  <a:pt x="250" y="203"/>
                </a:moveTo>
                <a:cubicBezTo>
                  <a:pt x="250" y="219"/>
                  <a:pt x="250" y="219"/>
                  <a:pt x="250" y="219"/>
                </a:cubicBezTo>
                <a:cubicBezTo>
                  <a:pt x="229" y="219"/>
                  <a:pt x="229" y="219"/>
                  <a:pt x="229" y="219"/>
                </a:cubicBezTo>
                <a:cubicBezTo>
                  <a:pt x="229" y="231"/>
                  <a:pt x="229" y="231"/>
                  <a:pt x="229" y="231"/>
                </a:cubicBezTo>
                <a:cubicBezTo>
                  <a:pt x="229" y="231"/>
                  <a:pt x="229" y="236"/>
                  <a:pt x="234" y="236"/>
                </a:cubicBezTo>
                <a:cubicBezTo>
                  <a:pt x="239" y="236"/>
                  <a:pt x="239" y="231"/>
                  <a:pt x="239" y="231"/>
                </a:cubicBezTo>
                <a:cubicBezTo>
                  <a:pt x="239" y="225"/>
                  <a:pt x="239" y="225"/>
                  <a:pt x="239" y="225"/>
                </a:cubicBezTo>
                <a:cubicBezTo>
                  <a:pt x="250" y="225"/>
                  <a:pt x="250" y="225"/>
                  <a:pt x="250" y="225"/>
                </a:cubicBezTo>
                <a:cubicBezTo>
                  <a:pt x="250" y="234"/>
                  <a:pt x="250" y="234"/>
                  <a:pt x="250" y="234"/>
                </a:cubicBezTo>
                <a:cubicBezTo>
                  <a:pt x="250" y="234"/>
                  <a:pt x="248" y="245"/>
                  <a:pt x="235" y="245"/>
                </a:cubicBezTo>
                <a:cubicBezTo>
                  <a:pt x="222" y="245"/>
                  <a:pt x="219" y="234"/>
                  <a:pt x="219" y="234"/>
                </a:cubicBezTo>
                <a:cubicBezTo>
                  <a:pt x="219" y="203"/>
                  <a:pt x="219" y="203"/>
                  <a:pt x="219" y="203"/>
                </a:cubicBezTo>
                <a:cubicBezTo>
                  <a:pt x="219" y="203"/>
                  <a:pt x="219" y="189"/>
                  <a:pt x="235" y="189"/>
                </a:cubicBezTo>
                <a:cubicBezTo>
                  <a:pt x="251" y="189"/>
                  <a:pt x="250" y="203"/>
                  <a:pt x="250" y="203"/>
                </a:cubicBezTo>
                <a:moveTo>
                  <a:pt x="234" y="198"/>
                </a:moveTo>
                <a:cubicBezTo>
                  <a:pt x="229" y="198"/>
                  <a:pt x="229" y="204"/>
                  <a:pt x="229" y="204"/>
                </a:cubicBezTo>
                <a:cubicBezTo>
                  <a:pt x="229" y="211"/>
                  <a:pt x="229" y="211"/>
                  <a:pt x="229" y="211"/>
                </a:cubicBezTo>
                <a:cubicBezTo>
                  <a:pt x="239" y="211"/>
                  <a:pt x="239" y="211"/>
                  <a:pt x="239" y="211"/>
                </a:cubicBezTo>
                <a:cubicBezTo>
                  <a:pt x="239" y="204"/>
                  <a:pt x="239" y="204"/>
                  <a:pt x="239" y="204"/>
                </a:cubicBezTo>
                <a:cubicBezTo>
                  <a:pt x="239" y="204"/>
                  <a:pt x="239" y="198"/>
                  <a:pt x="234" y="198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9" name="Freeform 19"/>
          <p:cNvSpPr>
            <a:spLocks noEditPoints="1"/>
          </p:cNvSpPr>
          <p:nvPr/>
        </p:nvSpPr>
        <p:spPr bwMode="auto">
          <a:xfrm>
            <a:off x="5262034" y="2042584"/>
            <a:ext cx="573617" cy="575733"/>
          </a:xfrm>
          <a:custGeom>
            <a:avLst/>
            <a:gdLst>
              <a:gd name="T0" fmla="*/ 164 w 353"/>
              <a:gd name="T1" fmla="*/ 106 h 354"/>
              <a:gd name="T2" fmla="*/ 116 w 353"/>
              <a:gd name="T3" fmla="*/ 145 h 354"/>
              <a:gd name="T4" fmla="*/ 128 w 353"/>
              <a:gd name="T5" fmla="*/ 196 h 354"/>
              <a:gd name="T6" fmla="*/ 138 w 353"/>
              <a:gd name="T7" fmla="*/ 191 h 354"/>
              <a:gd name="T8" fmla="*/ 135 w 353"/>
              <a:gd name="T9" fmla="*/ 179 h 354"/>
              <a:gd name="T10" fmla="*/ 132 w 353"/>
              <a:gd name="T11" fmla="*/ 163 h 354"/>
              <a:gd name="T12" fmla="*/ 165 w 353"/>
              <a:gd name="T13" fmla="*/ 122 h 354"/>
              <a:gd name="T14" fmla="*/ 192 w 353"/>
              <a:gd name="T15" fmla="*/ 122 h 354"/>
              <a:gd name="T16" fmla="*/ 217 w 353"/>
              <a:gd name="T17" fmla="*/ 167 h 354"/>
              <a:gd name="T18" fmla="*/ 191 w 353"/>
              <a:gd name="T19" fmla="*/ 205 h 354"/>
              <a:gd name="T20" fmla="*/ 172 w 353"/>
              <a:gd name="T21" fmla="*/ 189 h 354"/>
              <a:gd name="T22" fmla="*/ 171 w 353"/>
              <a:gd name="T23" fmla="*/ 141 h 354"/>
              <a:gd name="T24" fmla="*/ 150 w 353"/>
              <a:gd name="T25" fmla="*/ 171 h 354"/>
              <a:gd name="T26" fmla="*/ 147 w 353"/>
              <a:gd name="T27" fmla="*/ 204 h 354"/>
              <a:gd name="T28" fmla="*/ 139 w 353"/>
              <a:gd name="T29" fmla="*/ 239 h 354"/>
              <a:gd name="T30" fmla="*/ 140 w 353"/>
              <a:gd name="T31" fmla="*/ 257 h 354"/>
              <a:gd name="T32" fmla="*/ 141 w 353"/>
              <a:gd name="T33" fmla="*/ 265 h 354"/>
              <a:gd name="T34" fmla="*/ 159 w 353"/>
              <a:gd name="T35" fmla="*/ 238 h 354"/>
              <a:gd name="T36" fmla="*/ 166 w 353"/>
              <a:gd name="T37" fmla="*/ 209 h 354"/>
              <a:gd name="T38" fmla="*/ 172 w 353"/>
              <a:gd name="T39" fmla="*/ 215 h 354"/>
              <a:gd name="T40" fmla="*/ 227 w 353"/>
              <a:gd name="T41" fmla="*/ 203 h 354"/>
              <a:gd name="T42" fmla="*/ 240 w 353"/>
              <a:gd name="T43" fmla="*/ 169 h 354"/>
              <a:gd name="T44" fmla="*/ 175 w 353"/>
              <a:gd name="T45" fmla="*/ 105 h 354"/>
              <a:gd name="T46" fmla="*/ 32 w 353"/>
              <a:gd name="T47" fmla="*/ 0 h 354"/>
              <a:gd name="T48" fmla="*/ 0 w 353"/>
              <a:gd name="T49" fmla="*/ 321 h 354"/>
              <a:gd name="T50" fmla="*/ 321 w 353"/>
              <a:gd name="T51" fmla="*/ 354 h 354"/>
              <a:gd name="T52" fmla="*/ 353 w 353"/>
              <a:gd name="T53" fmla="*/ 32 h 354"/>
              <a:gd name="T54" fmla="*/ 337 w 353"/>
              <a:gd name="T55" fmla="*/ 321 h 354"/>
              <a:gd name="T56" fmla="*/ 32 w 353"/>
              <a:gd name="T57" fmla="*/ 338 h 354"/>
              <a:gd name="T58" fmla="*/ 16 w 353"/>
              <a:gd name="T59" fmla="*/ 32 h 354"/>
              <a:gd name="T60" fmla="*/ 321 w 353"/>
              <a:gd name="T61" fmla="*/ 16 h 354"/>
              <a:gd name="T62" fmla="*/ 337 w 353"/>
              <a:gd name="T63" fmla="*/ 321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353" h="354">
                <a:moveTo>
                  <a:pt x="175" y="105"/>
                </a:moveTo>
                <a:cubicBezTo>
                  <a:pt x="171" y="105"/>
                  <a:pt x="168" y="106"/>
                  <a:pt x="164" y="106"/>
                </a:cubicBezTo>
                <a:cubicBezTo>
                  <a:pt x="158" y="108"/>
                  <a:pt x="151" y="109"/>
                  <a:pt x="146" y="112"/>
                </a:cubicBezTo>
                <a:cubicBezTo>
                  <a:pt x="132" y="120"/>
                  <a:pt x="122" y="130"/>
                  <a:pt x="116" y="145"/>
                </a:cubicBezTo>
                <a:cubicBezTo>
                  <a:pt x="115" y="148"/>
                  <a:pt x="115" y="150"/>
                  <a:pt x="114" y="153"/>
                </a:cubicBezTo>
                <a:cubicBezTo>
                  <a:pt x="109" y="171"/>
                  <a:pt x="118" y="189"/>
                  <a:pt x="128" y="196"/>
                </a:cubicBezTo>
                <a:cubicBezTo>
                  <a:pt x="131" y="197"/>
                  <a:pt x="135" y="199"/>
                  <a:pt x="137" y="196"/>
                </a:cubicBezTo>
                <a:cubicBezTo>
                  <a:pt x="138" y="195"/>
                  <a:pt x="138" y="193"/>
                  <a:pt x="138" y="191"/>
                </a:cubicBezTo>
                <a:cubicBezTo>
                  <a:pt x="139" y="190"/>
                  <a:pt x="140" y="187"/>
                  <a:pt x="140" y="186"/>
                </a:cubicBezTo>
                <a:cubicBezTo>
                  <a:pt x="139" y="183"/>
                  <a:pt x="136" y="181"/>
                  <a:pt x="135" y="179"/>
                </a:cubicBezTo>
                <a:cubicBezTo>
                  <a:pt x="133" y="175"/>
                  <a:pt x="133" y="171"/>
                  <a:pt x="131" y="165"/>
                </a:cubicBezTo>
                <a:cubicBezTo>
                  <a:pt x="131" y="165"/>
                  <a:pt x="132" y="164"/>
                  <a:pt x="132" y="163"/>
                </a:cubicBezTo>
                <a:cubicBezTo>
                  <a:pt x="132" y="157"/>
                  <a:pt x="133" y="152"/>
                  <a:pt x="135" y="148"/>
                </a:cubicBezTo>
                <a:cubicBezTo>
                  <a:pt x="141" y="134"/>
                  <a:pt x="150" y="127"/>
                  <a:pt x="165" y="122"/>
                </a:cubicBezTo>
                <a:cubicBezTo>
                  <a:pt x="169" y="121"/>
                  <a:pt x="178" y="120"/>
                  <a:pt x="183" y="121"/>
                </a:cubicBezTo>
                <a:cubicBezTo>
                  <a:pt x="186" y="121"/>
                  <a:pt x="189" y="122"/>
                  <a:pt x="192" y="122"/>
                </a:cubicBezTo>
                <a:cubicBezTo>
                  <a:pt x="203" y="126"/>
                  <a:pt x="211" y="132"/>
                  <a:pt x="215" y="142"/>
                </a:cubicBezTo>
                <a:cubicBezTo>
                  <a:pt x="218" y="148"/>
                  <a:pt x="218" y="159"/>
                  <a:pt x="217" y="167"/>
                </a:cubicBezTo>
                <a:cubicBezTo>
                  <a:pt x="216" y="171"/>
                  <a:pt x="216" y="174"/>
                  <a:pt x="215" y="177"/>
                </a:cubicBezTo>
                <a:cubicBezTo>
                  <a:pt x="211" y="190"/>
                  <a:pt x="205" y="201"/>
                  <a:pt x="191" y="205"/>
                </a:cubicBezTo>
                <a:cubicBezTo>
                  <a:pt x="182" y="207"/>
                  <a:pt x="175" y="201"/>
                  <a:pt x="173" y="196"/>
                </a:cubicBezTo>
                <a:cubicBezTo>
                  <a:pt x="173" y="194"/>
                  <a:pt x="172" y="191"/>
                  <a:pt x="172" y="189"/>
                </a:cubicBezTo>
                <a:cubicBezTo>
                  <a:pt x="174" y="179"/>
                  <a:pt x="178" y="170"/>
                  <a:pt x="181" y="160"/>
                </a:cubicBezTo>
                <a:cubicBezTo>
                  <a:pt x="183" y="150"/>
                  <a:pt x="178" y="142"/>
                  <a:pt x="171" y="141"/>
                </a:cubicBezTo>
                <a:cubicBezTo>
                  <a:pt x="162" y="138"/>
                  <a:pt x="154" y="147"/>
                  <a:pt x="152" y="153"/>
                </a:cubicBezTo>
                <a:cubicBezTo>
                  <a:pt x="150" y="157"/>
                  <a:pt x="149" y="165"/>
                  <a:pt x="150" y="171"/>
                </a:cubicBezTo>
                <a:cubicBezTo>
                  <a:pt x="151" y="173"/>
                  <a:pt x="153" y="178"/>
                  <a:pt x="153" y="180"/>
                </a:cubicBezTo>
                <a:cubicBezTo>
                  <a:pt x="151" y="188"/>
                  <a:pt x="149" y="196"/>
                  <a:pt x="147" y="204"/>
                </a:cubicBezTo>
                <a:cubicBezTo>
                  <a:pt x="144" y="212"/>
                  <a:pt x="143" y="220"/>
                  <a:pt x="141" y="228"/>
                </a:cubicBezTo>
                <a:cubicBezTo>
                  <a:pt x="140" y="231"/>
                  <a:pt x="140" y="235"/>
                  <a:pt x="139" y="239"/>
                </a:cubicBezTo>
                <a:cubicBezTo>
                  <a:pt x="139" y="244"/>
                  <a:pt x="139" y="244"/>
                  <a:pt x="139" y="244"/>
                </a:cubicBezTo>
                <a:cubicBezTo>
                  <a:pt x="138" y="247"/>
                  <a:pt x="139" y="253"/>
                  <a:pt x="140" y="257"/>
                </a:cubicBezTo>
                <a:cubicBezTo>
                  <a:pt x="140" y="259"/>
                  <a:pt x="139" y="262"/>
                  <a:pt x="140" y="263"/>
                </a:cubicBezTo>
                <a:cubicBezTo>
                  <a:pt x="140" y="264"/>
                  <a:pt x="140" y="265"/>
                  <a:pt x="141" y="265"/>
                </a:cubicBezTo>
                <a:cubicBezTo>
                  <a:pt x="144" y="265"/>
                  <a:pt x="149" y="257"/>
                  <a:pt x="150" y="254"/>
                </a:cubicBezTo>
                <a:cubicBezTo>
                  <a:pt x="153" y="249"/>
                  <a:pt x="156" y="244"/>
                  <a:pt x="159" y="238"/>
                </a:cubicBezTo>
                <a:cubicBezTo>
                  <a:pt x="161" y="233"/>
                  <a:pt x="161" y="228"/>
                  <a:pt x="163" y="222"/>
                </a:cubicBezTo>
                <a:cubicBezTo>
                  <a:pt x="164" y="218"/>
                  <a:pt x="166" y="214"/>
                  <a:pt x="166" y="209"/>
                </a:cubicBezTo>
                <a:cubicBezTo>
                  <a:pt x="167" y="209"/>
                  <a:pt x="167" y="209"/>
                  <a:pt x="167" y="209"/>
                </a:cubicBezTo>
                <a:cubicBezTo>
                  <a:pt x="167" y="212"/>
                  <a:pt x="170" y="214"/>
                  <a:pt x="172" y="215"/>
                </a:cubicBezTo>
                <a:cubicBezTo>
                  <a:pt x="177" y="219"/>
                  <a:pt x="187" y="223"/>
                  <a:pt x="198" y="220"/>
                </a:cubicBezTo>
                <a:cubicBezTo>
                  <a:pt x="210" y="217"/>
                  <a:pt x="220" y="212"/>
                  <a:pt x="227" y="203"/>
                </a:cubicBezTo>
                <a:cubicBezTo>
                  <a:pt x="231" y="197"/>
                  <a:pt x="235" y="190"/>
                  <a:pt x="238" y="181"/>
                </a:cubicBezTo>
                <a:cubicBezTo>
                  <a:pt x="239" y="177"/>
                  <a:pt x="239" y="173"/>
                  <a:pt x="240" y="169"/>
                </a:cubicBezTo>
                <a:cubicBezTo>
                  <a:pt x="243" y="158"/>
                  <a:pt x="239" y="145"/>
                  <a:pt x="236" y="138"/>
                </a:cubicBezTo>
                <a:cubicBezTo>
                  <a:pt x="227" y="116"/>
                  <a:pt x="207" y="104"/>
                  <a:pt x="175" y="105"/>
                </a:cubicBezTo>
                <a:moveTo>
                  <a:pt x="321" y="0"/>
                </a:moveTo>
                <a:cubicBezTo>
                  <a:pt x="32" y="0"/>
                  <a:pt x="32" y="0"/>
                  <a:pt x="32" y="0"/>
                </a:cubicBezTo>
                <a:cubicBezTo>
                  <a:pt x="15" y="0"/>
                  <a:pt x="0" y="15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5" y="354"/>
                  <a:pt x="32" y="354"/>
                </a:cubicBezTo>
                <a:cubicBezTo>
                  <a:pt x="321" y="354"/>
                  <a:pt x="321" y="354"/>
                  <a:pt x="321" y="354"/>
                </a:cubicBezTo>
                <a:cubicBezTo>
                  <a:pt x="339" y="354"/>
                  <a:pt x="353" y="339"/>
                  <a:pt x="353" y="321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15"/>
                  <a:pt x="339" y="0"/>
                  <a:pt x="321" y="0"/>
                </a:cubicBezTo>
                <a:moveTo>
                  <a:pt x="337" y="321"/>
                </a:moveTo>
                <a:cubicBezTo>
                  <a:pt x="337" y="330"/>
                  <a:pt x="330" y="338"/>
                  <a:pt x="321" y="338"/>
                </a:cubicBezTo>
                <a:cubicBezTo>
                  <a:pt x="32" y="338"/>
                  <a:pt x="32" y="338"/>
                  <a:pt x="32" y="338"/>
                </a:cubicBezTo>
                <a:cubicBezTo>
                  <a:pt x="23" y="338"/>
                  <a:pt x="16" y="330"/>
                  <a:pt x="16" y="32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4"/>
                  <a:pt x="23" y="16"/>
                  <a:pt x="32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4"/>
                  <a:pt x="337" y="32"/>
                </a:cubicBezTo>
                <a:lnTo>
                  <a:pt x="337" y="32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0" name="Freeform 20"/>
          <p:cNvSpPr>
            <a:spLocks noEditPoints="1"/>
          </p:cNvSpPr>
          <p:nvPr/>
        </p:nvSpPr>
        <p:spPr bwMode="auto">
          <a:xfrm>
            <a:off x="6358468" y="2042584"/>
            <a:ext cx="573617" cy="575733"/>
          </a:xfrm>
          <a:custGeom>
            <a:avLst/>
            <a:gdLst>
              <a:gd name="T0" fmla="*/ 321 w 353"/>
              <a:gd name="T1" fmla="*/ 0 h 354"/>
              <a:gd name="T2" fmla="*/ 32 w 353"/>
              <a:gd name="T3" fmla="*/ 0 h 354"/>
              <a:gd name="T4" fmla="*/ 0 w 353"/>
              <a:gd name="T5" fmla="*/ 32 h 354"/>
              <a:gd name="T6" fmla="*/ 0 w 353"/>
              <a:gd name="T7" fmla="*/ 321 h 354"/>
              <a:gd name="T8" fmla="*/ 32 w 353"/>
              <a:gd name="T9" fmla="*/ 354 h 354"/>
              <a:gd name="T10" fmla="*/ 321 w 353"/>
              <a:gd name="T11" fmla="*/ 354 h 354"/>
              <a:gd name="T12" fmla="*/ 353 w 353"/>
              <a:gd name="T13" fmla="*/ 321 h 354"/>
              <a:gd name="T14" fmla="*/ 353 w 353"/>
              <a:gd name="T15" fmla="*/ 32 h 354"/>
              <a:gd name="T16" fmla="*/ 321 w 353"/>
              <a:gd name="T17" fmla="*/ 0 h 354"/>
              <a:gd name="T18" fmla="*/ 337 w 353"/>
              <a:gd name="T19" fmla="*/ 321 h 354"/>
              <a:gd name="T20" fmla="*/ 321 w 353"/>
              <a:gd name="T21" fmla="*/ 338 h 354"/>
              <a:gd name="T22" fmla="*/ 32 w 353"/>
              <a:gd name="T23" fmla="*/ 338 h 354"/>
              <a:gd name="T24" fmla="*/ 16 w 353"/>
              <a:gd name="T25" fmla="*/ 321 h 354"/>
              <a:gd name="T26" fmla="*/ 16 w 353"/>
              <a:gd name="T27" fmla="*/ 32 h 354"/>
              <a:gd name="T28" fmla="*/ 32 w 353"/>
              <a:gd name="T29" fmla="*/ 16 h 354"/>
              <a:gd name="T30" fmla="*/ 321 w 353"/>
              <a:gd name="T31" fmla="*/ 16 h 354"/>
              <a:gd name="T32" fmla="*/ 337 w 353"/>
              <a:gd name="T33" fmla="*/ 32 h 354"/>
              <a:gd name="T34" fmla="*/ 337 w 353"/>
              <a:gd name="T35" fmla="*/ 321 h 354"/>
              <a:gd name="T36" fmla="*/ 233 w 353"/>
              <a:gd name="T37" fmla="*/ 113 h 354"/>
              <a:gd name="T38" fmla="*/ 188 w 353"/>
              <a:gd name="T39" fmla="*/ 147 h 354"/>
              <a:gd name="T40" fmla="*/ 200 w 353"/>
              <a:gd name="T41" fmla="*/ 145 h 354"/>
              <a:gd name="T42" fmla="*/ 210 w 353"/>
              <a:gd name="T43" fmla="*/ 158 h 354"/>
              <a:gd name="T44" fmla="*/ 200 w 353"/>
              <a:gd name="T45" fmla="*/ 180 h 354"/>
              <a:gd name="T46" fmla="*/ 184 w 353"/>
              <a:gd name="T47" fmla="*/ 195 h 354"/>
              <a:gd name="T48" fmla="*/ 173 w 353"/>
              <a:gd name="T49" fmla="*/ 172 h 354"/>
              <a:gd name="T50" fmla="*/ 166 w 353"/>
              <a:gd name="T51" fmla="*/ 138 h 354"/>
              <a:gd name="T52" fmla="*/ 143 w 353"/>
              <a:gd name="T53" fmla="*/ 114 h 354"/>
              <a:gd name="T54" fmla="*/ 119 w 353"/>
              <a:gd name="T55" fmla="*/ 128 h 354"/>
              <a:gd name="T56" fmla="*/ 96 w 353"/>
              <a:gd name="T57" fmla="*/ 147 h 354"/>
              <a:gd name="T58" fmla="*/ 103 w 353"/>
              <a:gd name="T59" fmla="*/ 156 h 354"/>
              <a:gd name="T60" fmla="*/ 116 w 353"/>
              <a:gd name="T61" fmla="*/ 149 h 354"/>
              <a:gd name="T62" fmla="*/ 131 w 353"/>
              <a:gd name="T63" fmla="*/ 173 h 354"/>
              <a:gd name="T64" fmla="*/ 144 w 353"/>
              <a:gd name="T65" fmla="*/ 217 h 354"/>
              <a:gd name="T66" fmla="*/ 168 w 353"/>
              <a:gd name="T67" fmla="*/ 241 h 354"/>
              <a:gd name="T68" fmla="*/ 224 w 353"/>
              <a:gd name="T69" fmla="*/ 202 h 354"/>
              <a:gd name="T70" fmla="*/ 257 w 353"/>
              <a:gd name="T71" fmla="*/ 142 h 354"/>
              <a:gd name="T72" fmla="*/ 233 w 353"/>
              <a:gd name="T73" fmla="*/ 113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353" h="354">
                <a:moveTo>
                  <a:pt x="321" y="0"/>
                </a:move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5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4" y="354"/>
                  <a:pt x="32" y="354"/>
                </a:cubicBezTo>
                <a:cubicBezTo>
                  <a:pt x="321" y="354"/>
                  <a:pt x="321" y="354"/>
                  <a:pt x="321" y="354"/>
                </a:cubicBezTo>
                <a:cubicBezTo>
                  <a:pt x="338" y="354"/>
                  <a:pt x="353" y="339"/>
                  <a:pt x="353" y="321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15"/>
                  <a:pt x="338" y="0"/>
                  <a:pt x="321" y="0"/>
                </a:cubicBezTo>
                <a:moveTo>
                  <a:pt x="337" y="321"/>
                </a:moveTo>
                <a:cubicBezTo>
                  <a:pt x="337" y="330"/>
                  <a:pt x="330" y="338"/>
                  <a:pt x="321" y="338"/>
                </a:cubicBezTo>
                <a:cubicBezTo>
                  <a:pt x="32" y="338"/>
                  <a:pt x="32" y="338"/>
                  <a:pt x="32" y="338"/>
                </a:cubicBezTo>
                <a:cubicBezTo>
                  <a:pt x="23" y="338"/>
                  <a:pt x="16" y="330"/>
                  <a:pt x="16" y="32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4"/>
                  <a:pt x="23" y="16"/>
                  <a:pt x="32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4"/>
                  <a:pt x="337" y="32"/>
                </a:cubicBezTo>
                <a:lnTo>
                  <a:pt x="337" y="321"/>
                </a:lnTo>
                <a:close/>
                <a:moveTo>
                  <a:pt x="233" y="113"/>
                </a:moveTo>
                <a:cubicBezTo>
                  <a:pt x="211" y="112"/>
                  <a:pt x="196" y="124"/>
                  <a:pt x="188" y="147"/>
                </a:cubicBezTo>
                <a:cubicBezTo>
                  <a:pt x="192" y="146"/>
                  <a:pt x="196" y="145"/>
                  <a:pt x="200" y="145"/>
                </a:cubicBezTo>
                <a:cubicBezTo>
                  <a:pt x="208" y="145"/>
                  <a:pt x="211" y="149"/>
                  <a:pt x="210" y="158"/>
                </a:cubicBezTo>
                <a:cubicBezTo>
                  <a:pt x="210" y="163"/>
                  <a:pt x="206" y="170"/>
                  <a:pt x="200" y="180"/>
                </a:cubicBezTo>
                <a:cubicBezTo>
                  <a:pt x="193" y="190"/>
                  <a:pt x="188" y="195"/>
                  <a:pt x="184" y="195"/>
                </a:cubicBezTo>
                <a:cubicBezTo>
                  <a:pt x="180" y="195"/>
                  <a:pt x="176" y="187"/>
                  <a:pt x="173" y="172"/>
                </a:cubicBezTo>
                <a:cubicBezTo>
                  <a:pt x="171" y="168"/>
                  <a:pt x="169" y="156"/>
                  <a:pt x="166" y="138"/>
                </a:cubicBezTo>
                <a:cubicBezTo>
                  <a:pt x="163" y="121"/>
                  <a:pt x="156" y="113"/>
                  <a:pt x="143" y="114"/>
                </a:cubicBezTo>
                <a:cubicBezTo>
                  <a:pt x="138" y="115"/>
                  <a:pt x="130" y="119"/>
                  <a:pt x="119" y="128"/>
                </a:cubicBezTo>
                <a:cubicBezTo>
                  <a:pt x="112" y="134"/>
                  <a:pt x="104" y="141"/>
                  <a:pt x="96" y="147"/>
                </a:cubicBezTo>
                <a:cubicBezTo>
                  <a:pt x="103" y="156"/>
                  <a:pt x="103" y="156"/>
                  <a:pt x="103" y="156"/>
                </a:cubicBezTo>
                <a:cubicBezTo>
                  <a:pt x="111" y="151"/>
                  <a:pt x="115" y="149"/>
                  <a:pt x="116" y="149"/>
                </a:cubicBezTo>
                <a:cubicBezTo>
                  <a:pt x="122" y="149"/>
                  <a:pt x="127" y="157"/>
                  <a:pt x="131" y="173"/>
                </a:cubicBezTo>
                <a:cubicBezTo>
                  <a:pt x="136" y="188"/>
                  <a:pt x="140" y="202"/>
                  <a:pt x="144" y="217"/>
                </a:cubicBezTo>
                <a:cubicBezTo>
                  <a:pt x="151" y="233"/>
                  <a:pt x="159" y="241"/>
                  <a:pt x="168" y="241"/>
                </a:cubicBezTo>
                <a:cubicBezTo>
                  <a:pt x="183" y="241"/>
                  <a:pt x="202" y="228"/>
                  <a:pt x="224" y="202"/>
                </a:cubicBezTo>
                <a:cubicBezTo>
                  <a:pt x="245" y="177"/>
                  <a:pt x="256" y="157"/>
                  <a:pt x="257" y="142"/>
                </a:cubicBezTo>
                <a:cubicBezTo>
                  <a:pt x="257" y="123"/>
                  <a:pt x="250" y="113"/>
                  <a:pt x="233" y="113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1" name="Freeform 21"/>
          <p:cNvSpPr>
            <a:spLocks noEditPoints="1"/>
          </p:cNvSpPr>
          <p:nvPr/>
        </p:nvSpPr>
        <p:spPr bwMode="auto">
          <a:xfrm>
            <a:off x="7454901" y="2042584"/>
            <a:ext cx="573617" cy="575733"/>
          </a:xfrm>
          <a:custGeom>
            <a:avLst/>
            <a:gdLst>
              <a:gd name="T0" fmla="*/ 169 w 353"/>
              <a:gd name="T1" fmla="*/ 174 h 354"/>
              <a:gd name="T2" fmla="*/ 186 w 353"/>
              <a:gd name="T3" fmla="*/ 144 h 354"/>
              <a:gd name="T4" fmla="*/ 184 w 353"/>
              <a:gd name="T5" fmla="*/ 126 h 354"/>
              <a:gd name="T6" fmla="*/ 155 w 353"/>
              <a:gd name="T7" fmla="*/ 113 h 354"/>
              <a:gd name="T8" fmla="*/ 149 w 353"/>
              <a:gd name="T9" fmla="*/ 175 h 354"/>
              <a:gd name="T10" fmla="*/ 151 w 353"/>
              <a:gd name="T11" fmla="*/ 185 h 354"/>
              <a:gd name="T12" fmla="*/ 152 w 353"/>
              <a:gd name="T13" fmla="*/ 241 h 354"/>
              <a:gd name="T14" fmla="*/ 177 w 353"/>
              <a:gd name="T15" fmla="*/ 183 h 354"/>
              <a:gd name="T16" fmla="*/ 143 w 353"/>
              <a:gd name="T17" fmla="*/ 128 h 354"/>
              <a:gd name="T18" fmla="*/ 150 w 353"/>
              <a:gd name="T19" fmla="*/ 122 h 354"/>
              <a:gd name="T20" fmla="*/ 150 w 353"/>
              <a:gd name="T21" fmla="*/ 125 h 354"/>
              <a:gd name="T22" fmla="*/ 163 w 353"/>
              <a:gd name="T23" fmla="*/ 161 h 354"/>
              <a:gd name="T24" fmla="*/ 156 w 353"/>
              <a:gd name="T25" fmla="*/ 164 h 354"/>
              <a:gd name="T26" fmla="*/ 152 w 353"/>
              <a:gd name="T27" fmla="*/ 228 h 354"/>
              <a:gd name="T28" fmla="*/ 154 w 353"/>
              <a:gd name="T29" fmla="*/ 195 h 354"/>
              <a:gd name="T30" fmla="*/ 155 w 353"/>
              <a:gd name="T31" fmla="*/ 195 h 354"/>
              <a:gd name="T32" fmla="*/ 165 w 353"/>
              <a:gd name="T33" fmla="*/ 198 h 354"/>
              <a:gd name="T34" fmla="*/ 175 w 353"/>
              <a:gd name="T35" fmla="*/ 212 h 354"/>
              <a:gd name="T36" fmla="*/ 241 w 353"/>
              <a:gd name="T37" fmla="*/ 121 h 354"/>
              <a:gd name="T38" fmla="*/ 225 w 353"/>
              <a:gd name="T39" fmla="*/ 145 h 354"/>
              <a:gd name="T40" fmla="*/ 200 w 353"/>
              <a:gd name="T41" fmla="*/ 161 h 354"/>
              <a:gd name="T42" fmla="*/ 225 w 353"/>
              <a:gd name="T43" fmla="*/ 185 h 354"/>
              <a:gd name="T44" fmla="*/ 241 w 353"/>
              <a:gd name="T45" fmla="*/ 161 h 354"/>
              <a:gd name="T46" fmla="*/ 265 w 353"/>
              <a:gd name="T47" fmla="*/ 145 h 354"/>
              <a:gd name="T48" fmla="*/ 241 w 353"/>
              <a:gd name="T49" fmla="*/ 121 h 354"/>
              <a:gd name="T50" fmla="*/ 32 w 353"/>
              <a:gd name="T51" fmla="*/ 0 h 354"/>
              <a:gd name="T52" fmla="*/ 0 w 353"/>
              <a:gd name="T53" fmla="*/ 321 h 354"/>
              <a:gd name="T54" fmla="*/ 321 w 353"/>
              <a:gd name="T55" fmla="*/ 354 h 354"/>
              <a:gd name="T56" fmla="*/ 353 w 353"/>
              <a:gd name="T57" fmla="*/ 32 h 354"/>
              <a:gd name="T58" fmla="*/ 337 w 353"/>
              <a:gd name="T59" fmla="*/ 321 h 354"/>
              <a:gd name="T60" fmla="*/ 32 w 353"/>
              <a:gd name="T61" fmla="*/ 338 h 354"/>
              <a:gd name="T62" fmla="*/ 16 w 353"/>
              <a:gd name="T63" fmla="*/ 32 h 354"/>
              <a:gd name="T64" fmla="*/ 321 w 353"/>
              <a:gd name="T65" fmla="*/ 16 h 354"/>
              <a:gd name="T66" fmla="*/ 337 w 353"/>
              <a:gd name="T67" fmla="*/ 321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353" h="354">
                <a:moveTo>
                  <a:pt x="177" y="183"/>
                </a:moveTo>
                <a:cubicBezTo>
                  <a:pt x="173" y="180"/>
                  <a:pt x="169" y="176"/>
                  <a:pt x="169" y="174"/>
                </a:cubicBezTo>
                <a:cubicBezTo>
                  <a:pt x="169" y="172"/>
                  <a:pt x="169" y="171"/>
                  <a:pt x="175" y="166"/>
                </a:cubicBezTo>
                <a:cubicBezTo>
                  <a:pt x="182" y="160"/>
                  <a:pt x="186" y="152"/>
                  <a:pt x="186" y="144"/>
                </a:cubicBezTo>
                <a:cubicBezTo>
                  <a:pt x="186" y="137"/>
                  <a:pt x="184" y="130"/>
                  <a:pt x="181" y="126"/>
                </a:cubicBezTo>
                <a:cubicBezTo>
                  <a:pt x="184" y="126"/>
                  <a:pt x="184" y="126"/>
                  <a:pt x="184" y="126"/>
                </a:cubicBezTo>
                <a:cubicBezTo>
                  <a:pt x="201" y="113"/>
                  <a:pt x="201" y="113"/>
                  <a:pt x="201" y="113"/>
                </a:cubicBezTo>
                <a:cubicBezTo>
                  <a:pt x="155" y="113"/>
                  <a:pt x="155" y="113"/>
                  <a:pt x="155" y="113"/>
                </a:cubicBezTo>
                <a:cubicBezTo>
                  <a:pt x="136" y="113"/>
                  <a:pt x="120" y="127"/>
                  <a:pt x="120" y="144"/>
                </a:cubicBezTo>
                <a:cubicBezTo>
                  <a:pt x="120" y="161"/>
                  <a:pt x="132" y="174"/>
                  <a:pt x="149" y="175"/>
                </a:cubicBezTo>
                <a:cubicBezTo>
                  <a:pt x="149" y="176"/>
                  <a:pt x="149" y="177"/>
                  <a:pt x="149" y="178"/>
                </a:cubicBezTo>
                <a:cubicBezTo>
                  <a:pt x="149" y="181"/>
                  <a:pt x="149" y="183"/>
                  <a:pt x="151" y="185"/>
                </a:cubicBezTo>
                <a:cubicBezTo>
                  <a:pt x="130" y="185"/>
                  <a:pt x="112" y="199"/>
                  <a:pt x="112" y="216"/>
                </a:cubicBezTo>
                <a:cubicBezTo>
                  <a:pt x="112" y="230"/>
                  <a:pt x="129" y="241"/>
                  <a:pt x="152" y="241"/>
                </a:cubicBezTo>
                <a:cubicBezTo>
                  <a:pt x="178" y="241"/>
                  <a:pt x="191" y="225"/>
                  <a:pt x="191" y="211"/>
                </a:cubicBezTo>
                <a:cubicBezTo>
                  <a:pt x="191" y="198"/>
                  <a:pt x="187" y="191"/>
                  <a:pt x="177" y="183"/>
                </a:cubicBezTo>
                <a:moveTo>
                  <a:pt x="140" y="143"/>
                </a:moveTo>
                <a:cubicBezTo>
                  <a:pt x="139" y="137"/>
                  <a:pt x="140" y="131"/>
                  <a:pt x="143" y="128"/>
                </a:cubicBezTo>
                <a:cubicBezTo>
                  <a:pt x="145" y="126"/>
                  <a:pt x="147" y="125"/>
                  <a:pt x="150" y="125"/>
                </a:cubicBezTo>
                <a:cubicBezTo>
                  <a:pt x="150" y="122"/>
                  <a:pt x="150" y="122"/>
                  <a:pt x="150" y="122"/>
                </a:cubicBezTo>
                <a:cubicBezTo>
                  <a:pt x="150" y="122"/>
                  <a:pt x="150" y="122"/>
                  <a:pt x="150" y="122"/>
                </a:cubicBezTo>
                <a:cubicBezTo>
                  <a:pt x="150" y="125"/>
                  <a:pt x="150" y="125"/>
                  <a:pt x="150" y="125"/>
                </a:cubicBezTo>
                <a:cubicBezTo>
                  <a:pt x="158" y="125"/>
                  <a:pt x="165" y="134"/>
                  <a:pt x="167" y="145"/>
                </a:cubicBezTo>
                <a:cubicBezTo>
                  <a:pt x="167" y="151"/>
                  <a:pt x="166" y="157"/>
                  <a:pt x="163" y="161"/>
                </a:cubicBezTo>
                <a:cubicBezTo>
                  <a:pt x="161" y="163"/>
                  <a:pt x="159" y="164"/>
                  <a:pt x="156" y="164"/>
                </a:cubicBezTo>
                <a:cubicBezTo>
                  <a:pt x="156" y="164"/>
                  <a:pt x="156" y="164"/>
                  <a:pt x="156" y="164"/>
                </a:cubicBezTo>
                <a:cubicBezTo>
                  <a:pt x="148" y="164"/>
                  <a:pt x="141" y="154"/>
                  <a:pt x="140" y="143"/>
                </a:cubicBezTo>
                <a:moveTo>
                  <a:pt x="152" y="228"/>
                </a:moveTo>
                <a:cubicBezTo>
                  <a:pt x="141" y="228"/>
                  <a:pt x="132" y="221"/>
                  <a:pt x="132" y="212"/>
                </a:cubicBezTo>
                <a:cubicBezTo>
                  <a:pt x="132" y="203"/>
                  <a:pt x="142" y="195"/>
                  <a:pt x="154" y="195"/>
                </a:cubicBezTo>
                <a:cubicBezTo>
                  <a:pt x="154" y="192"/>
                  <a:pt x="154" y="192"/>
                  <a:pt x="154" y="192"/>
                </a:cubicBezTo>
                <a:cubicBezTo>
                  <a:pt x="155" y="195"/>
                  <a:pt x="155" y="195"/>
                  <a:pt x="155" y="195"/>
                </a:cubicBezTo>
                <a:cubicBezTo>
                  <a:pt x="157" y="195"/>
                  <a:pt x="160" y="196"/>
                  <a:pt x="162" y="197"/>
                </a:cubicBezTo>
                <a:cubicBezTo>
                  <a:pt x="165" y="198"/>
                  <a:pt x="165" y="198"/>
                  <a:pt x="165" y="198"/>
                </a:cubicBezTo>
                <a:cubicBezTo>
                  <a:pt x="171" y="203"/>
                  <a:pt x="174" y="205"/>
                  <a:pt x="175" y="209"/>
                </a:cubicBezTo>
                <a:cubicBezTo>
                  <a:pt x="175" y="210"/>
                  <a:pt x="175" y="211"/>
                  <a:pt x="175" y="212"/>
                </a:cubicBezTo>
                <a:cubicBezTo>
                  <a:pt x="175" y="223"/>
                  <a:pt x="167" y="228"/>
                  <a:pt x="152" y="228"/>
                </a:cubicBezTo>
                <a:moveTo>
                  <a:pt x="241" y="121"/>
                </a:moveTo>
                <a:cubicBezTo>
                  <a:pt x="225" y="121"/>
                  <a:pt x="225" y="121"/>
                  <a:pt x="225" y="121"/>
                </a:cubicBezTo>
                <a:cubicBezTo>
                  <a:pt x="225" y="145"/>
                  <a:pt x="225" y="145"/>
                  <a:pt x="225" y="145"/>
                </a:cubicBezTo>
                <a:cubicBezTo>
                  <a:pt x="200" y="145"/>
                  <a:pt x="200" y="145"/>
                  <a:pt x="200" y="145"/>
                </a:cubicBezTo>
                <a:cubicBezTo>
                  <a:pt x="200" y="161"/>
                  <a:pt x="200" y="161"/>
                  <a:pt x="200" y="161"/>
                </a:cubicBezTo>
                <a:cubicBezTo>
                  <a:pt x="225" y="161"/>
                  <a:pt x="225" y="161"/>
                  <a:pt x="225" y="161"/>
                </a:cubicBezTo>
                <a:cubicBezTo>
                  <a:pt x="225" y="185"/>
                  <a:pt x="225" y="185"/>
                  <a:pt x="225" y="185"/>
                </a:cubicBezTo>
                <a:cubicBezTo>
                  <a:pt x="241" y="185"/>
                  <a:pt x="241" y="185"/>
                  <a:pt x="241" y="185"/>
                </a:cubicBezTo>
                <a:cubicBezTo>
                  <a:pt x="241" y="161"/>
                  <a:pt x="241" y="161"/>
                  <a:pt x="241" y="161"/>
                </a:cubicBezTo>
                <a:cubicBezTo>
                  <a:pt x="265" y="161"/>
                  <a:pt x="265" y="161"/>
                  <a:pt x="265" y="161"/>
                </a:cubicBezTo>
                <a:cubicBezTo>
                  <a:pt x="265" y="145"/>
                  <a:pt x="265" y="145"/>
                  <a:pt x="265" y="145"/>
                </a:cubicBezTo>
                <a:cubicBezTo>
                  <a:pt x="241" y="145"/>
                  <a:pt x="241" y="145"/>
                  <a:pt x="241" y="145"/>
                </a:cubicBezTo>
                <a:lnTo>
                  <a:pt x="241" y="121"/>
                </a:lnTo>
                <a:close/>
                <a:moveTo>
                  <a:pt x="321" y="0"/>
                </a:move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5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4" y="354"/>
                  <a:pt x="32" y="354"/>
                </a:cubicBezTo>
                <a:cubicBezTo>
                  <a:pt x="321" y="354"/>
                  <a:pt x="321" y="354"/>
                  <a:pt x="321" y="354"/>
                </a:cubicBezTo>
                <a:cubicBezTo>
                  <a:pt x="339" y="354"/>
                  <a:pt x="353" y="339"/>
                  <a:pt x="353" y="321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15"/>
                  <a:pt x="339" y="0"/>
                  <a:pt x="321" y="0"/>
                </a:cubicBezTo>
                <a:moveTo>
                  <a:pt x="337" y="321"/>
                </a:moveTo>
                <a:cubicBezTo>
                  <a:pt x="337" y="330"/>
                  <a:pt x="330" y="338"/>
                  <a:pt x="321" y="338"/>
                </a:cubicBezTo>
                <a:cubicBezTo>
                  <a:pt x="32" y="338"/>
                  <a:pt x="32" y="338"/>
                  <a:pt x="32" y="338"/>
                </a:cubicBezTo>
                <a:cubicBezTo>
                  <a:pt x="23" y="338"/>
                  <a:pt x="16" y="330"/>
                  <a:pt x="16" y="32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4"/>
                  <a:pt x="23" y="16"/>
                  <a:pt x="32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4"/>
                  <a:pt x="337" y="32"/>
                </a:cubicBezTo>
                <a:lnTo>
                  <a:pt x="337" y="32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2" name="Freeform 22"/>
          <p:cNvSpPr>
            <a:spLocks noEditPoints="1"/>
          </p:cNvSpPr>
          <p:nvPr/>
        </p:nvSpPr>
        <p:spPr bwMode="auto">
          <a:xfrm>
            <a:off x="8549218" y="2042584"/>
            <a:ext cx="573617" cy="575733"/>
          </a:xfrm>
          <a:custGeom>
            <a:avLst/>
            <a:gdLst>
              <a:gd name="T0" fmla="*/ 129 w 353"/>
              <a:gd name="T1" fmla="*/ 113 h 354"/>
              <a:gd name="T2" fmla="*/ 113 w 353"/>
              <a:gd name="T3" fmla="*/ 129 h 354"/>
              <a:gd name="T4" fmla="*/ 129 w 353"/>
              <a:gd name="T5" fmla="*/ 145 h 354"/>
              <a:gd name="T6" fmla="*/ 145 w 353"/>
              <a:gd name="T7" fmla="*/ 129 h 354"/>
              <a:gd name="T8" fmla="*/ 129 w 353"/>
              <a:gd name="T9" fmla="*/ 113 h 354"/>
              <a:gd name="T10" fmla="*/ 321 w 353"/>
              <a:gd name="T11" fmla="*/ 0 h 354"/>
              <a:gd name="T12" fmla="*/ 32 w 353"/>
              <a:gd name="T13" fmla="*/ 0 h 354"/>
              <a:gd name="T14" fmla="*/ 0 w 353"/>
              <a:gd name="T15" fmla="*/ 32 h 354"/>
              <a:gd name="T16" fmla="*/ 0 w 353"/>
              <a:gd name="T17" fmla="*/ 321 h 354"/>
              <a:gd name="T18" fmla="*/ 32 w 353"/>
              <a:gd name="T19" fmla="*/ 354 h 354"/>
              <a:gd name="T20" fmla="*/ 321 w 353"/>
              <a:gd name="T21" fmla="*/ 354 h 354"/>
              <a:gd name="T22" fmla="*/ 353 w 353"/>
              <a:gd name="T23" fmla="*/ 321 h 354"/>
              <a:gd name="T24" fmla="*/ 353 w 353"/>
              <a:gd name="T25" fmla="*/ 32 h 354"/>
              <a:gd name="T26" fmla="*/ 321 w 353"/>
              <a:gd name="T27" fmla="*/ 0 h 354"/>
              <a:gd name="T28" fmla="*/ 337 w 353"/>
              <a:gd name="T29" fmla="*/ 321 h 354"/>
              <a:gd name="T30" fmla="*/ 321 w 353"/>
              <a:gd name="T31" fmla="*/ 338 h 354"/>
              <a:gd name="T32" fmla="*/ 32 w 353"/>
              <a:gd name="T33" fmla="*/ 338 h 354"/>
              <a:gd name="T34" fmla="*/ 16 w 353"/>
              <a:gd name="T35" fmla="*/ 321 h 354"/>
              <a:gd name="T36" fmla="*/ 16 w 353"/>
              <a:gd name="T37" fmla="*/ 32 h 354"/>
              <a:gd name="T38" fmla="*/ 32 w 353"/>
              <a:gd name="T39" fmla="*/ 16 h 354"/>
              <a:gd name="T40" fmla="*/ 321 w 353"/>
              <a:gd name="T41" fmla="*/ 16 h 354"/>
              <a:gd name="T42" fmla="*/ 337 w 353"/>
              <a:gd name="T43" fmla="*/ 32 h 354"/>
              <a:gd name="T44" fmla="*/ 337 w 353"/>
              <a:gd name="T45" fmla="*/ 321 h 354"/>
              <a:gd name="T46" fmla="*/ 113 w 353"/>
              <a:gd name="T47" fmla="*/ 241 h 354"/>
              <a:gd name="T48" fmla="*/ 145 w 353"/>
              <a:gd name="T49" fmla="*/ 241 h 354"/>
              <a:gd name="T50" fmla="*/ 145 w 353"/>
              <a:gd name="T51" fmla="*/ 153 h 354"/>
              <a:gd name="T52" fmla="*/ 113 w 353"/>
              <a:gd name="T53" fmla="*/ 153 h 354"/>
              <a:gd name="T54" fmla="*/ 113 w 353"/>
              <a:gd name="T55" fmla="*/ 241 h 354"/>
              <a:gd name="T56" fmla="*/ 220 w 353"/>
              <a:gd name="T57" fmla="*/ 153 h 354"/>
              <a:gd name="T58" fmla="*/ 193 w 353"/>
              <a:gd name="T59" fmla="*/ 167 h 354"/>
              <a:gd name="T60" fmla="*/ 193 w 353"/>
              <a:gd name="T61" fmla="*/ 153 h 354"/>
              <a:gd name="T62" fmla="*/ 161 w 353"/>
              <a:gd name="T63" fmla="*/ 153 h 354"/>
              <a:gd name="T64" fmla="*/ 161 w 353"/>
              <a:gd name="T65" fmla="*/ 241 h 354"/>
              <a:gd name="T66" fmla="*/ 193 w 353"/>
              <a:gd name="T67" fmla="*/ 241 h 354"/>
              <a:gd name="T68" fmla="*/ 193 w 353"/>
              <a:gd name="T69" fmla="*/ 193 h 354"/>
              <a:gd name="T70" fmla="*/ 207 w 353"/>
              <a:gd name="T71" fmla="*/ 177 h 354"/>
              <a:gd name="T72" fmla="*/ 217 w 353"/>
              <a:gd name="T73" fmla="*/ 193 h 354"/>
              <a:gd name="T74" fmla="*/ 217 w 353"/>
              <a:gd name="T75" fmla="*/ 241 h 354"/>
              <a:gd name="T76" fmla="*/ 249 w 353"/>
              <a:gd name="T77" fmla="*/ 241 h 354"/>
              <a:gd name="T78" fmla="*/ 249 w 353"/>
              <a:gd name="T79" fmla="*/ 193 h 354"/>
              <a:gd name="T80" fmla="*/ 220 w 353"/>
              <a:gd name="T81" fmla="*/ 153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353" h="354">
                <a:moveTo>
                  <a:pt x="129" y="113"/>
                </a:moveTo>
                <a:cubicBezTo>
                  <a:pt x="120" y="113"/>
                  <a:pt x="113" y="120"/>
                  <a:pt x="113" y="129"/>
                </a:cubicBezTo>
                <a:cubicBezTo>
                  <a:pt x="113" y="138"/>
                  <a:pt x="120" y="145"/>
                  <a:pt x="129" y="145"/>
                </a:cubicBezTo>
                <a:cubicBezTo>
                  <a:pt x="137" y="145"/>
                  <a:pt x="145" y="138"/>
                  <a:pt x="145" y="129"/>
                </a:cubicBezTo>
                <a:cubicBezTo>
                  <a:pt x="145" y="120"/>
                  <a:pt x="137" y="113"/>
                  <a:pt x="129" y="113"/>
                </a:cubicBezTo>
                <a:moveTo>
                  <a:pt x="321" y="0"/>
                </a:moveTo>
                <a:cubicBezTo>
                  <a:pt x="32" y="0"/>
                  <a:pt x="32" y="0"/>
                  <a:pt x="32" y="0"/>
                </a:cubicBezTo>
                <a:cubicBezTo>
                  <a:pt x="15" y="0"/>
                  <a:pt x="0" y="15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5" y="354"/>
                  <a:pt x="32" y="354"/>
                </a:cubicBezTo>
                <a:cubicBezTo>
                  <a:pt x="321" y="354"/>
                  <a:pt x="321" y="354"/>
                  <a:pt x="321" y="354"/>
                </a:cubicBezTo>
                <a:cubicBezTo>
                  <a:pt x="339" y="354"/>
                  <a:pt x="353" y="339"/>
                  <a:pt x="353" y="321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15"/>
                  <a:pt x="339" y="0"/>
                  <a:pt x="321" y="0"/>
                </a:cubicBezTo>
                <a:moveTo>
                  <a:pt x="337" y="321"/>
                </a:moveTo>
                <a:cubicBezTo>
                  <a:pt x="337" y="330"/>
                  <a:pt x="330" y="338"/>
                  <a:pt x="321" y="338"/>
                </a:cubicBezTo>
                <a:cubicBezTo>
                  <a:pt x="32" y="338"/>
                  <a:pt x="32" y="338"/>
                  <a:pt x="32" y="338"/>
                </a:cubicBezTo>
                <a:cubicBezTo>
                  <a:pt x="23" y="338"/>
                  <a:pt x="16" y="330"/>
                  <a:pt x="16" y="32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4"/>
                  <a:pt x="23" y="16"/>
                  <a:pt x="32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4"/>
                  <a:pt x="337" y="32"/>
                </a:cubicBezTo>
                <a:lnTo>
                  <a:pt x="337" y="321"/>
                </a:lnTo>
                <a:close/>
                <a:moveTo>
                  <a:pt x="113" y="241"/>
                </a:moveTo>
                <a:cubicBezTo>
                  <a:pt x="145" y="241"/>
                  <a:pt x="145" y="241"/>
                  <a:pt x="145" y="241"/>
                </a:cubicBezTo>
                <a:cubicBezTo>
                  <a:pt x="145" y="153"/>
                  <a:pt x="145" y="153"/>
                  <a:pt x="145" y="153"/>
                </a:cubicBezTo>
                <a:cubicBezTo>
                  <a:pt x="113" y="153"/>
                  <a:pt x="113" y="153"/>
                  <a:pt x="113" y="153"/>
                </a:cubicBezTo>
                <a:lnTo>
                  <a:pt x="113" y="241"/>
                </a:lnTo>
                <a:close/>
                <a:moveTo>
                  <a:pt x="220" y="153"/>
                </a:moveTo>
                <a:cubicBezTo>
                  <a:pt x="196" y="153"/>
                  <a:pt x="193" y="167"/>
                  <a:pt x="193" y="167"/>
                </a:cubicBezTo>
                <a:cubicBezTo>
                  <a:pt x="193" y="153"/>
                  <a:pt x="193" y="153"/>
                  <a:pt x="193" y="153"/>
                </a:cubicBezTo>
                <a:cubicBezTo>
                  <a:pt x="161" y="153"/>
                  <a:pt x="161" y="153"/>
                  <a:pt x="161" y="153"/>
                </a:cubicBezTo>
                <a:cubicBezTo>
                  <a:pt x="161" y="241"/>
                  <a:pt x="161" y="241"/>
                  <a:pt x="161" y="241"/>
                </a:cubicBezTo>
                <a:cubicBezTo>
                  <a:pt x="193" y="241"/>
                  <a:pt x="193" y="241"/>
                  <a:pt x="193" y="241"/>
                </a:cubicBezTo>
                <a:cubicBezTo>
                  <a:pt x="193" y="193"/>
                  <a:pt x="193" y="193"/>
                  <a:pt x="193" y="193"/>
                </a:cubicBezTo>
                <a:cubicBezTo>
                  <a:pt x="193" y="193"/>
                  <a:pt x="193" y="177"/>
                  <a:pt x="207" y="177"/>
                </a:cubicBezTo>
                <a:cubicBezTo>
                  <a:pt x="214" y="177"/>
                  <a:pt x="217" y="184"/>
                  <a:pt x="217" y="193"/>
                </a:cubicBezTo>
                <a:cubicBezTo>
                  <a:pt x="217" y="241"/>
                  <a:pt x="217" y="241"/>
                  <a:pt x="217" y="241"/>
                </a:cubicBezTo>
                <a:cubicBezTo>
                  <a:pt x="249" y="241"/>
                  <a:pt x="249" y="241"/>
                  <a:pt x="249" y="241"/>
                </a:cubicBezTo>
                <a:cubicBezTo>
                  <a:pt x="249" y="193"/>
                  <a:pt x="249" y="193"/>
                  <a:pt x="249" y="193"/>
                </a:cubicBezTo>
                <a:cubicBezTo>
                  <a:pt x="249" y="168"/>
                  <a:pt x="238" y="153"/>
                  <a:pt x="220" y="153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3" name="Freeform 23"/>
          <p:cNvSpPr>
            <a:spLocks noEditPoints="1"/>
          </p:cNvSpPr>
          <p:nvPr/>
        </p:nvSpPr>
        <p:spPr bwMode="auto">
          <a:xfrm>
            <a:off x="9645651" y="2042584"/>
            <a:ext cx="575733" cy="575733"/>
          </a:xfrm>
          <a:custGeom>
            <a:avLst/>
            <a:gdLst>
              <a:gd name="T0" fmla="*/ 189 w 353"/>
              <a:gd name="T1" fmla="*/ 218 h 354"/>
              <a:gd name="T2" fmla="*/ 184 w 353"/>
              <a:gd name="T3" fmla="*/ 213 h 354"/>
              <a:gd name="T4" fmla="*/ 184 w 353"/>
              <a:gd name="T5" fmla="*/ 169 h 354"/>
              <a:gd name="T6" fmla="*/ 216 w 353"/>
              <a:gd name="T7" fmla="*/ 169 h 354"/>
              <a:gd name="T8" fmla="*/ 216 w 353"/>
              <a:gd name="T9" fmla="*/ 145 h 354"/>
              <a:gd name="T10" fmla="*/ 184 w 353"/>
              <a:gd name="T11" fmla="*/ 145 h 354"/>
              <a:gd name="T12" fmla="*/ 184 w 353"/>
              <a:gd name="T13" fmla="*/ 113 h 354"/>
              <a:gd name="T14" fmla="*/ 164 w 353"/>
              <a:gd name="T15" fmla="*/ 113 h 354"/>
              <a:gd name="T16" fmla="*/ 159 w 353"/>
              <a:gd name="T17" fmla="*/ 129 h 354"/>
              <a:gd name="T18" fmla="*/ 150 w 353"/>
              <a:gd name="T19" fmla="*/ 140 h 354"/>
              <a:gd name="T20" fmla="*/ 136 w 353"/>
              <a:gd name="T21" fmla="*/ 147 h 354"/>
              <a:gd name="T22" fmla="*/ 136 w 353"/>
              <a:gd name="T23" fmla="*/ 169 h 354"/>
              <a:gd name="T24" fmla="*/ 152 w 353"/>
              <a:gd name="T25" fmla="*/ 169 h 354"/>
              <a:gd name="T26" fmla="*/ 152 w 353"/>
              <a:gd name="T27" fmla="*/ 210 h 354"/>
              <a:gd name="T28" fmla="*/ 154 w 353"/>
              <a:gd name="T29" fmla="*/ 224 h 354"/>
              <a:gd name="T30" fmla="*/ 161 w 353"/>
              <a:gd name="T31" fmla="*/ 233 h 354"/>
              <a:gd name="T32" fmla="*/ 173 w 353"/>
              <a:gd name="T33" fmla="*/ 239 h 354"/>
              <a:gd name="T34" fmla="*/ 190 w 353"/>
              <a:gd name="T35" fmla="*/ 241 h 354"/>
              <a:gd name="T36" fmla="*/ 204 w 353"/>
              <a:gd name="T37" fmla="*/ 240 h 354"/>
              <a:gd name="T38" fmla="*/ 222 w 353"/>
              <a:gd name="T39" fmla="*/ 234 h 354"/>
              <a:gd name="T40" fmla="*/ 222 w 353"/>
              <a:gd name="T41" fmla="*/ 214 h 354"/>
              <a:gd name="T42" fmla="*/ 199 w 353"/>
              <a:gd name="T43" fmla="*/ 220 h 354"/>
              <a:gd name="T44" fmla="*/ 189 w 353"/>
              <a:gd name="T45" fmla="*/ 218 h 354"/>
              <a:gd name="T46" fmla="*/ 321 w 353"/>
              <a:gd name="T47" fmla="*/ 0 h 354"/>
              <a:gd name="T48" fmla="*/ 32 w 353"/>
              <a:gd name="T49" fmla="*/ 0 h 354"/>
              <a:gd name="T50" fmla="*/ 0 w 353"/>
              <a:gd name="T51" fmla="*/ 32 h 354"/>
              <a:gd name="T52" fmla="*/ 0 w 353"/>
              <a:gd name="T53" fmla="*/ 321 h 354"/>
              <a:gd name="T54" fmla="*/ 32 w 353"/>
              <a:gd name="T55" fmla="*/ 354 h 354"/>
              <a:gd name="T56" fmla="*/ 321 w 353"/>
              <a:gd name="T57" fmla="*/ 354 h 354"/>
              <a:gd name="T58" fmla="*/ 353 w 353"/>
              <a:gd name="T59" fmla="*/ 321 h 354"/>
              <a:gd name="T60" fmla="*/ 353 w 353"/>
              <a:gd name="T61" fmla="*/ 32 h 354"/>
              <a:gd name="T62" fmla="*/ 321 w 353"/>
              <a:gd name="T63" fmla="*/ 0 h 354"/>
              <a:gd name="T64" fmla="*/ 337 w 353"/>
              <a:gd name="T65" fmla="*/ 321 h 354"/>
              <a:gd name="T66" fmla="*/ 321 w 353"/>
              <a:gd name="T67" fmla="*/ 338 h 354"/>
              <a:gd name="T68" fmla="*/ 32 w 353"/>
              <a:gd name="T69" fmla="*/ 338 h 354"/>
              <a:gd name="T70" fmla="*/ 16 w 353"/>
              <a:gd name="T71" fmla="*/ 321 h 354"/>
              <a:gd name="T72" fmla="*/ 16 w 353"/>
              <a:gd name="T73" fmla="*/ 32 h 354"/>
              <a:gd name="T74" fmla="*/ 32 w 353"/>
              <a:gd name="T75" fmla="*/ 16 h 354"/>
              <a:gd name="T76" fmla="*/ 321 w 353"/>
              <a:gd name="T77" fmla="*/ 16 h 354"/>
              <a:gd name="T78" fmla="*/ 337 w 353"/>
              <a:gd name="T79" fmla="*/ 32 h 354"/>
              <a:gd name="T80" fmla="*/ 337 w 353"/>
              <a:gd name="T81" fmla="*/ 321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353" h="354">
                <a:moveTo>
                  <a:pt x="189" y="218"/>
                </a:moveTo>
                <a:cubicBezTo>
                  <a:pt x="187" y="216"/>
                  <a:pt x="185" y="215"/>
                  <a:pt x="184" y="213"/>
                </a:cubicBezTo>
                <a:cubicBezTo>
                  <a:pt x="184" y="212"/>
                  <a:pt x="184" y="169"/>
                  <a:pt x="184" y="169"/>
                </a:cubicBezTo>
                <a:cubicBezTo>
                  <a:pt x="216" y="169"/>
                  <a:pt x="216" y="169"/>
                  <a:pt x="216" y="169"/>
                </a:cubicBezTo>
                <a:cubicBezTo>
                  <a:pt x="216" y="145"/>
                  <a:pt x="216" y="145"/>
                  <a:pt x="216" y="145"/>
                </a:cubicBezTo>
                <a:cubicBezTo>
                  <a:pt x="184" y="145"/>
                  <a:pt x="184" y="145"/>
                  <a:pt x="184" y="145"/>
                </a:cubicBezTo>
                <a:cubicBezTo>
                  <a:pt x="184" y="113"/>
                  <a:pt x="184" y="113"/>
                  <a:pt x="184" y="113"/>
                </a:cubicBezTo>
                <a:cubicBezTo>
                  <a:pt x="164" y="113"/>
                  <a:pt x="164" y="113"/>
                  <a:pt x="164" y="113"/>
                </a:cubicBezTo>
                <a:cubicBezTo>
                  <a:pt x="163" y="119"/>
                  <a:pt x="161" y="125"/>
                  <a:pt x="159" y="129"/>
                </a:cubicBezTo>
                <a:cubicBezTo>
                  <a:pt x="157" y="134"/>
                  <a:pt x="154" y="137"/>
                  <a:pt x="150" y="140"/>
                </a:cubicBezTo>
                <a:cubicBezTo>
                  <a:pt x="146" y="143"/>
                  <a:pt x="141" y="146"/>
                  <a:pt x="136" y="147"/>
                </a:cubicBezTo>
                <a:cubicBezTo>
                  <a:pt x="136" y="169"/>
                  <a:pt x="136" y="169"/>
                  <a:pt x="136" y="169"/>
                </a:cubicBezTo>
                <a:cubicBezTo>
                  <a:pt x="152" y="169"/>
                  <a:pt x="152" y="169"/>
                  <a:pt x="152" y="169"/>
                </a:cubicBezTo>
                <a:cubicBezTo>
                  <a:pt x="152" y="210"/>
                  <a:pt x="152" y="210"/>
                  <a:pt x="152" y="210"/>
                </a:cubicBezTo>
                <a:cubicBezTo>
                  <a:pt x="152" y="216"/>
                  <a:pt x="153" y="221"/>
                  <a:pt x="154" y="224"/>
                </a:cubicBezTo>
                <a:cubicBezTo>
                  <a:pt x="155" y="227"/>
                  <a:pt x="158" y="230"/>
                  <a:pt x="161" y="233"/>
                </a:cubicBezTo>
                <a:cubicBezTo>
                  <a:pt x="164" y="235"/>
                  <a:pt x="169" y="237"/>
                  <a:pt x="173" y="239"/>
                </a:cubicBezTo>
                <a:cubicBezTo>
                  <a:pt x="178" y="240"/>
                  <a:pt x="183" y="241"/>
                  <a:pt x="190" y="241"/>
                </a:cubicBezTo>
                <a:cubicBezTo>
                  <a:pt x="195" y="241"/>
                  <a:pt x="200" y="241"/>
                  <a:pt x="204" y="240"/>
                </a:cubicBezTo>
                <a:cubicBezTo>
                  <a:pt x="209" y="239"/>
                  <a:pt x="216" y="237"/>
                  <a:pt x="222" y="234"/>
                </a:cubicBezTo>
                <a:cubicBezTo>
                  <a:pt x="222" y="214"/>
                  <a:pt x="222" y="214"/>
                  <a:pt x="222" y="214"/>
                </a:cubicBezTo>
                <a:cubicBezTo>
                  <a:pt x="215" y="219"/>
                  <a:pt x="206" y="220"/>
                  <a:pt x="199" y="220"/>
                </a:cubicBezTo>
                <a:cubicBezTo>
                  <a:pt x="196" y="220"/>
                  <a:pt x="192" y="219"/>
                  <a:pt x="189" y="218"/>
                </a:cubicBezTo>
                <a:moveTo>
                  <a:pt x="321" y="0"/>
                </a:move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5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4" y="354"/>
                  <a:pt x="32" y="354"/>
                </a:cubicBezTo>
                <a:cubicBezTo>
                  <a:pt x="321" y="354"/>
                  <a:pt x="321" y="354"/>
                  <a:pt x="321" y="354"/>
                </a:cubicBezTo>
                <a:cubicBezTo>
                  <a:pt x="338" y="354"/>
                  <a:pt x="353" y="339"/>
                  <a:pt x="353" y="321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15"/>
                  <a:pt x="338" y="0"/>
                  <a:pt x="321" y="0"/>
                </a:cubicBezTo>
                <a:moveTo>
                  <a:pt x="337" y="321"/>
                </a:moveTo>
                <a:cubicBezTo>
                  <a:pt x="337" y="330"/>
                  <a:pt x="330" y="338"/>
                  <a:pt x="321" y="338"/>
                </a:cubicBezTo>
                <a:cubicBezTo>
                  <a:pt x="32" y="338"/>
                  <a:pt x="32" y="338"/>
                  <a:pt x="32" y="338"/>
                </a:cubicBezTo>
                <a:cubicBezTo>
                  <a:pt x="23" y="338"/>
                  <a:pt x="16" y="330"/>
                  <a:pt x="16" y="32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4"/>
                  <a:pt x="23" y="16"/>
                  <a:pt x="32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4"/>
                  <a:pt x="337" y="32"/>
                </a:cubicBezTo>
                <a:lnTo>
                  <a:pt x="337" y="32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4" name="Freeform 24"/>
          <p:cNvSpPr>
            <a:spLocks noEditPoints="1"/>
          </p:cNvSpPr>
          <p:nvPr/>
        </p:nvSpPr>
        <p:spPr bwMode="auto">
          <a:xfrm>
            <a:off x="10742085" y="2042584"/>
            <a:ext cx="573617" cy="575733"/>
          </a:xfrm>
          <a:custGeom>
            <a:avLst/>
            <a:gdLst>
              <a:gd name="T0" fmla="*/ 213 w 353"/>
              <a:gd name="T1" fmla="*/ 115 h 354"/>
              <a:gd name="T2" fmla="*/ 214 w 353"/>
              <a:gd name="T3" fmla="*/ 113 h 354"/>
              <a:gd name="T4" fmla="*/ 211 w 353"/>
              <a:gd name="T5" fmla="*/ 113 h 354"/>
              <a:gd name="T6" fmla="*/ 211 w 353"/>
              <a:gd name="T7" fmla="*/ 113 h 354"/>
              <a:gd name="T8" fmla="*/ 196 w 353"/>
              <a:gd name="T9" fmla="*/ 113 h 354"/>
              <a:gd name="T10" fmla="*/ 195 w 353"/>
              <a:gd name="T11" fmla="*/ 113 h 354"/>
              <a:gd name="T12" fmla="*/ 163 w 353"/>
              <a:gd name="T13" fmla="*/ 166 h 354"/>
              <a:gd name="T14" fmla="*/ 132 w 353"/>
              <a:gd name="T15" fmla="*/ 113 h 354"/>
              <a:gd name="T16" fmla="*/ 131 w 353"/>
              <a:gd name="T17" fmla="*/ 113 h 354"/>
              <a:gd name="T18" fmla="*/ 116 w 353"/>
              <a:gd name="T19" fmla="*/ 113 h 354"/>
              <a:gd name="T20" fmla="*/ 112 w 353"/>
              <a:gd name="T21" fmla="*/ 113 h 354"/>
              <a:gd name="T22" fmla="*/ 155 w 353"/>
              <a:gd name="T23" fmla="*/ 187 h 354"/>
              <a:gd name="T24" fmla="*/ 154 w 353"/>
              <a:gd name="T25" fmla="*/ 240 h 354"/>
              <a:gd name="T26" fmla="*/ 154 w 353"/>
              <a:gd name="T27" fmla="*/ 241 h 354"/>
              <a:gd name="T28" fmla="*/ 155 w 353"/>
              <a:gd name="T29" fmla="*/ 241 h 354"/>
              <a:gd name="T30" fmla="*/ 156 w 353"/>
              <a:gd name="T31" fmla="*/ 241 h 354"/>
              <a:gd name="T32" fmla="*/ 171 w 353"/>
              <a:gd name="T33" fmla="*/ 241 h 354"/>
              <a:gd name="T34" fmla="*/ 173 w 353"/>
              <a:gd name="T35" fmla="*/ 241 h 354"/>
              <a:gd name="T36" fmla="*/ 172 w 353"/>
              <a:gd name="T37" fmla="*/ 187 h 354"/>
              <a:gd name="T38" fmla="*/ 192 w 353"/>
              <a:gd name="T39" fmla="*/ 151 h 354"/>
              <a:gd name="T40" fmla="*/ 213 w 353"/>
              <a:gd name="T41" fmla="*/ 115 h 354"/>
              <a:gd name="T42" fmla="*/ 217 w 353"/>
              <a:gd name="T43" fmla="*/ 223 h 354"/>
              <a:gd name="T44" fmla="*/ 205 w 353"/>
              <a:gd name="T45" fmla="*/ 230 h 354"/>
              <a:gd name="T46" fmla="*/ 206 w 353"/>
              <a:gd name="T47" fmla="*/ 237 h 354"/>
              <a:gd name="T48" fmla="*/ 212 w 353"/>
              <a:gd name="T49" fmla="*/ 241 h 354"/>
              <a:gd name="T50" fmla="*/ 215 w 353"/>
              <a:gd name="T51" fmla="*/ 241 h 354"/>
              <a:gd name="T52" fmla="*/ 224 w 353"/>
              <a:gd name="T53" fmla="*/ 235 h 354"/>
              <a:gd name="T54" fmla="*/ 223 w 353"/>
              <a:gd name="T55" fmla="*/ 227 h 354"/>
              <a:gd name="T56" fmla="*/ 217 w 353"/>
              <a:gd name="T57" fmla="*/ 223 h 354"/>
              <a:gd name="T58" fmla="*/ 234 w 353"/>
              <a:gd name="T59" fmla="*/ 115 h 354"/>
              <a:gd name="T60" fmla="*/ 231 w 353"/>
              <a:gd name="T61" fmla="*/ 114 h 354"/>
              <a:gd name="T62" fmla="*/ 222 w 353"/>
              <a:gd name="T63" fmla="*/ 123 h 354"/>
              <a:gd name="T64" fmla="*/ 213 w 353"/>
              <a:gd name="T65" fmla="*/ 212 h 354"/>
              <a:gd name="T66" fmla="*/ 213 w 353"/>
              <a:gd name="T67" fmla="*/ 213 h 354"/>
              <a:gd name="T68" fmla="*/ 215 w 353"/>
              <a:gd name="T69" fmla="*/ 213 h 354"/>
              <a:gd name="T70" fmla="*/ 215 w 353"/>
              <a:gd name="T71" fmla="*/ 213 h 354"/>
              <a:gd name="T72" fmla="*/ 220 w 353"/>
              <a:gd name="T73" fmla="*/ 214 h 354"/>
              <a:gd name="T74" fmla="*/ 222 w 353"/>
              <a:gd name="T75" fmla="*/ 215 h 354"/>
              <a:gd name="T76" fmla="*/ 222 w 353"/>
              <a:gd name="T77" fmla="*/ 213 h 354"/>
              <a:gd name="T78" fmla="*/ 238 w 353"/>
              <a:gd name="T79" fmla="*/ 139 h 354"/>
              <a:gd name="T80" fmla="*/ 240 w 353"/>
              <a:gd name="T81" fmla="*/ 127 h 354"/>
              <a:gd name="T82" fmla="*/ 239 w 353"/>
              <a:gd name="T83" fmla="*/ 118 h 354"/>
              <a:gd name="T84" fmla="*/ 234 w 353"/>
              <a:gd name="T85" fmla="*/ 115 h 354"/>
              <a:gd name="T86" fmla="*/ 321 w 353"/>
              <a:gd name="T87" fmla="*/ 0 h 354"/>
              <a:gd name="T88" fmla="*/ 32 w 353"/>
              <a:gd name="T89" fmla="*/ 0 h 354"/>
              <a:gd name="T90" fmla="*/ 0 w 353"/>
              <a:gd name="T91" fmla="*/ 32 h 354"/>
              <a:gd name="T92" fmla="*/ 0 w 353"/>
              <a:gd name="T93" fmla="*/ 321 h 354"/>
              <a:gd name="T94" fmla="*/ 32 w 353"/>
              <a:gd name="T95" fmla="*/ 354 h 354"/>
              <a:gd name="T96" fmla="*/ 321 w 353"/>
              <a:gd name="T97" fmla="*/ 354 h 354"/>
              <a:gd name="T98" fmla="*/ 353 w 353"/>
              <a:gd name="T99" fmla="*/ 321 h 354"/>
              <a:gd name="T100" fmla="*/ 353 w 353"/>
              <a:gd name="T101" fmla="*/ 32 h 354"/>
              <a:gd name="T102" fmla="*/ 321 w 353"/>
              <a:gd name="T103" fmla="*/ 0 h 354"/>
              <a:gd name="T104" fmla="*/ 337 w 353"/>
              <a:gd name="T105" fmla="*/ 321 h 354"/>
              <a:gd name="T106" fmla="*/ 321 w 353"/>
              <a:gd name="T107" fmla="*/ 338 h 354"/>
              <a:gd name="T108" fmla="*/ 32 w 353"/>
              <a:gd name="T109" fmla="*/ 338 h 354"/>
              <a:gd name="T110" fmla="*/ 16 w 353"/>
              <a:gd name="T111" fmla="*/ 321 h 354"/>
              <a:gd name="T112" fmla="*/ 16 w 353"/>
              <a:gd name="T113" fmla="*/ 32 h 354"/>
              <a:gd name="T114" fmla="*/ 32 w 353"/>
              <a:gd name="T115" fmla="*/ 16 h 354"/>
              <a:gd name="T116" fmla="*/ 321 w 353"/>
              <a:gd name="T117" fmla="*/ 16 h 354"/>
              <a:gd name="T118" fmla="*/ 337 w 353"/>
              <a:gd name="T119" fmla="*/ 32 h 354"/>
              <a:gd name="T120" fmla="*/ 337 w 353"/>
              <a:gd name="T121" fmla="*/ 321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353" h="354">
                <a:moveTo>
                  <a:pt x="213" y="115"/>
                </a:moveTo>
                <a:cubicBezTo>
                  <a:pt x="214" y="113"/>
                  <a:pt x="214" y="113"/>
                  <a:pt x="214" y="113"/>
                </a:cubicBezTo>
                <a:cubicBezTo>
                  <a:pt x="211" y="113"/>
                  <a:pt x="211" y="113"/>
                  <a:pt x="211" y="113"/>
                </a:cubicBezTo>
                <a:cubicBezTo>
                  <a:pt x="211" y="113"/>
                  <a:pt x="211" y="113"/>
                  <a:pt x="211" y="113"/>
                </a:cubicBezTo>
                <a:cubicBezTo>
                  <a:pt x="207" y="114"/>
                  <a:pt x="200" y="114"/>
                  <a:pt x="196" y="113"/>
                </a:cubicBezTo>
                <a:cubicBezTo>
                  <a:pt x="195" y="113"/>
                  <a:pt x="195" y="113"/>
                  <a:pt x="195" y="113"/>
                </a:cubicBezTo>
                <a:cubicBezTo>
                  <a:pt x="163" y="166"/>
                  <a:pt x="163" y="166"/>
                  <a:pt x="163" y="166"/>
                </a:cubicBezTo>
                <a:cubicBezTo>
                  <a:pt x="132" y="113"/>
                  <a:pt x="132" y="113"/>
                  <a:pt x="132" y="113"/>
                </a:cubicBezTo>
                <a:cubicBezTo>
                  <a:pt x="131" y="113"/>
                  <a:pt x="131" y="113"/>
                  <a:pt x="131" y="113"/>
                </a:cubicBezTo>
                <a:cubicBezTo>
                  <a:pt x="126" y="114"/>
                  <a:pt x="120" y="114"/>
                  <a:pt x="116" y="113"/>
                </a:cubicBezTo>
                <a:cubicBezTo>
                  <a:pt x="112" y="113"/>
                  <a:pt x="112" y="113"/>
                  <a:pt x="112" y="113"/>
                </a:cubicBezTo>
                <a:cubicBezTo>
                  <a:pt x="155" y="187"/>
                  <a:pt x="155" y="187"/>
                  <a:pt x="155" y="187"/>
                </a:cubicBezTo>
                <a:cubicBezTo>
                  <a:pt x="154" y="240"/>
                  <a:pt x="154" y="240"/>
                  <a:pt x="154" y="240"/>
                </a:cubicBezTo>
                <a:cubicBezTo>
                  <a:pt x="154" y="241"/>
                  <a:pt x="154" y="241"/>
                  <a:pt x="154" y="241"/>
                </a:cubicBezTo>
                <a:cubicBezTo>
                  <a:pt x="155" y="241"/>
                  <a:pt x="155" y="241"/>
                  <a:pt x="155" y="241"/>
                </a:cubicBezTo>
                <a:cubicBezTo>
                  <a:pt x="156" y="241"/>
                  <a:pt x="156" y="241"/>
                  <a:pt x="156" y="241"/>
                </a:cubicBezTo>
                <a:cubicBezTo>
                  <a:pt x="160" y="240"/>
                  <a:pt x="167" y="240"/>
                  <a:pt x="171" y="241"/>
                </a:cubicBezTo>
                <a:cubicBezTo>
                  <a:pt x="173" y="241"/>
                  <a:pt x="173" y="241"/>
                  <a:pt x="173" y="241"/>
                </a:cubicBezTo>
                <a:cubicBezTo>
                  <a:pt x="172" y="187"/>
                  <a:pt x="172" y="187"/>
                  <a:pt x="172" y="187"/>
                </a:cubicBezTo>
                <a:cubicBezTo>
                  <a:pt x="173" y="184"/>
                  <a:pt x="182" y="167"/>
                  <a:pt x="192" y="151"/>
                </a:cubicBezTo>
                <a:cubicBezTo>
                  <a:pt x="202" y="133"/>
                  <a:pt x="213" y="115"/>
                  <a:pt x="213" y="115"/>
                </a:cubicBezTo>
                <a:moveTo>
                  <a:pt x="217" y="223"/>
                </a:moveTo>
                <a:cubicBezTo>
                  <a:pt x="211" y="222"/>
                  <a:pt x="207" y="224"/>
                  <a:pt x="205" y="230"/>
                </a:cubicBezTo>
                <a:cubicBezTo>
                  <a:pt x="205" y="232"/>
                  <a:pt x="205" y="235"/>
                  <a:pt x="206" y="237"/>
                </a:cubicBezTo>
                <a:cubicBezTo>
                  <a:pt x="208" y="239"/>
                  <a:pt x="210" y="240"/>
                  <a:pt x="212" y="241"/>
                </a:cubicBezTo>
                <a:cubicBezTo>
                  <a:pt x="213" y="241"/>
                  <a:pt x="214" y="241"/>
                  <a:pt x="215" y="241"/>
                </a:cubicBezTo>
                <a:cubicBezTo>
                  <a:pt x="220" y="241"/>
                  <a:pt x="223" y="239"/>
                  <a:pt x="224" y="235"/>
                </a:cubicBezTo>
                <a:cubicBezTo>
                  <a:pt x="225" y="232"/>
                  <a:pt x="224" y="229"/>
                  <a:pt x="223" y="227"/>
                </a:cubicBezTo>
                <a:cubicBezTo>
                  <a:pt x="222" y="225"/>
                  <a:pt x="220" y="223"/>
                  <a:pt x="217" y="223"/>
                </a:cubicBezTo>
                <a:moveTo>
                  <a:pt x="234" y="115"/>
                </a:moveTo>
                <a:cubicBezTo>
                  <a:pt x="233" y="114"/>
                  <a:pt x="232" y="114"/>
                  <a:pt x="231" y="114"/>
                </a:cubicBezTo>
                <a:cubicBezTo>
                  <a:pt x="226" y="114"/>
                  <a:pt x="222" y="118"/>
                  <a:pt x="222" y="123"/>
                </a:cubicBezTo>
                <a:cubicBezTo>
                  <a:pt x="216" y="192"/>
                  <a:pt x="213" y="211"/>
                  <a:pt x="213" y="212"/>
                </a:cubicBezTo>
                <a:cubicBezTo>
                  <a:pt x="213" y="213"/>
                  <a:pt x="213" y="213"/>
                  <a:pt x="213" y="213"/>
                </a:cubicBezTo>
                <a:cubicBezTo>
                  <a:pt x="215" y="213"/>
                  <a:pt x="215" y="213"/>
                  <a:pt x="215" y="213"/>
                </a:cubicBezTo>
                <a:cubicBezTo>
                  <a:pt x="215" y="213"/>
                  <a:pt x="215" y="213"/>
                  <a:pt x="215" y="213"/>
                </a:cubicBezTo>
                <a:cubicBezTo>
                  <a:pt x="217" y="213"/>
                  <a:pt x="219" y="214"/>
                  <a:pt x="220" y="214"/>
                </a:cubicBezTo>
                <a:cubicBezTo>
                  <a:pt x="222" y="215"/>
                  <a:pt x="222" y="215"/>
                  <a:pt x="222" y="215"/>
                </a:cubicBezTo>
                <a:cubicBezTo>
                  <a:pt x="222" y="213"/>
                  <a:pt x="222" y="213"/>
                  <a:pt x="222" y="213"/>
                </a:cubicBezTo>
                <a:cubicBezTo>
                  <a:pt x="226" y="189"/>
                  <a:pt x="234" y="156"/>
                  <a:pt x="238" y="139"/>
                </a:cubicBezTo>
                <a:cubicBezTo>
                  <a:pt x="239" y="133"/>
                  <a:pt x="240" y="129"/>
                  <a:pt x="240" y="127"/>
                </a:cubicBezTo>
                <a:cubicBezTo>
                  <a:pt x="241" y="124"/>
                  <a:pt x="241" y="120"/>
                  <a:pt x="239" y="118"/>
                </a:cubicBezTo>
                <a:cubicBezTo>
                  <a:pt x="238" y="116"/>
                  <a:pt x="236" y="115"/>
                  <a:pt x="234" y="115"/>
                </a:cubicBezTo>
                <a:moveTo>
                  <a:pt x="321" y="0"/>
                </a:move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5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4" y="354"/>
                  <a:pt x="32" y="354"/>
                </a:cubicBezTo>
                <a:cubicBezTo>
                  <a:pt x="321" y="354"/>
                  <a:pt x="321" y="354"/>
                  <a:pt x="321" y="354"/>
                </a:cubicBezTo>
                <a:cubicBezTo>
                  <a:pt x="339" y="354"/>
                  <a:pt x="353" y="339"/>
                  <a:pt x="353" y="321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15"/>
                  <a:pt x="339" y="0"/>
                  <a:pt x="321" y="0"/>
                </a:cubicBezTo>
                <a:moveTo>
                  <a:pt x="337" y="321"/>
                </a:moveTo>
                <a:cubicBezTo>
                  <a:pt x="337" y="330"/>
                  <a:pt x="330" y="338"/>
                  <a:pt x="321" y="338"/>
                </a:cubicBezTo>
                <a:cubicBezTo>
                  <a:pt x="32" y="338"/>
                  <a:pt x="32" y="338"/>
                  <a:pt x="32" y="338"/>
                </a:cubicBezTo>
                <a:cubicBezTo>
                  <a:pt x="23" y="338"/>
                  <a:pt x="16" y="330"/>
                  <a:pt x="16" y="32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4"/>
                  <a:pt x="23" y="16"/>
                  <a:pt x="32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4"/>
                  <a:pt x="337" y="32"/>
                </a:cubicBezTo>
                <a:lnTo>
                  <a:pt x="337" y="32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5" name="Freeform 25"/>
          <p:cNvSpPr>
            <a:spLocks noEditPoints="1"/>
          </p:cNvSpPr>
          <p:nvPr/>
        </p:nvSpPr>
        <p:spPr bwMode="auto">
          <a:xfrm>
            <a:off x="878418" y="3141134"/>
            <a:ext cx="573617" cy="573617"/>
          </a:xfrm>
          <a:custGeom>
            <a:avLst/>
            <a:gdLst>
              <a:gd name="T0" fmla="*/ 125 w 353"/>
              <a:gd name="T1" fmla="*/ 159 h 353"/>
              <a:gd name="T2" fmla="*/ 88 w 353"/>
              <a:gd name="T3" fmla="*/ 189 h 353"/>
              <a:gd name="T4" fmla="*/ 120 w 353"/>
              <a:gd name="T5" fmla="*/ 208 h 353"/>
              <a:gd name="T6" fmla="*/ 120 w 353"/>
              <a:gd name="T7" fmla="*/ 208 h 353"/>
              <a:gd name="T8" fmla="*/ 126 w 353"/>
              <a:gd name="T9" fmla="*/ 212 h 353"/>
              <a:gd name="T10" fmla="*/ 141 w 353"/>
              <a:gd name="T11" fmla="*/ 221 h 353"/>
              <a:gd name="T12" fmla="*/ 164 w 353"/>
              <a:gd name="T13" fmla="*/ 203 h 353"/>
              <a:gd name="T14" fmla="*/ 176 w 353"/>
              <a:gd name="T15" fmla="*/ 194 h 353"/>
              <a:gd name="T16" fmla="*/ 176 w 353"/>
              <a:gd name="T17" fmla="*/ 194 h 353"/>
              <a:gd name="T18" fmla="*/ 176 w 353"/>
              <a:gd name="T19" fmla="*/ 194 h 353"/>
              <a:gd name="T20" fmla="*/ 176 w 353"/>
              <a:gd name="T21" fmla="*/ 194 h 353"/>
              <a:gd name="T22" fmla="*/ 177 w 353"/>
              <a:gd name="T23" fmla="*/ 194 h 353"/>
              <a:gd name="T24" fmla="*/ 205 w 353"/>
              <a:gd name="T25" fmla="*/ 215 h 353"/>
              <a:gd name="T26" fmla="*/ 213 w 353"/>
              <a:gd name="T27" fmla="*/ 221 h 353"/>
              <a:gd name="T28" fmla="*/ 265 w 353"/>
              <a:gd name="T29" fmla="*/ 189 h 353"/>
              <a:gd name="T30" fmla="*/ 228 w 353"/>
              <a:gd name="T31" fmla="*/ 159 h 353"/>
              <a:gd name="T32" fmla="*/ 176 w 353"/>
              <a:gd name="T33" fmla="*/ 191 h 353"/>
              <a:gd name="T34" fmla="*/ 125 w 353"/>
              <a:gd name="T35" fmla="*/ 159 h 353"/>
              <a:gd name="T36" fmla="*/ 212 w 353"/>
              <a:gd name="T37" fmla="*/ 240 h 353"/>
              <a:gd name="T38" fmla="*/ 212 w 353"/>
              <a:gd name="T39" fmla="*/ 240 h 353"/>
              <a:gd name="T40" fmla="*/ 177 w 353"/>
              <a:gd name="T41" fmla="*/ 214 h 353"/>
              <a:gd name="T42" fmla="*/ 143 w 353"/>
              <a:gd name="T43" fmla="*/ 240 h 353"/>
              <a:gd name="T44" fmla="*/ 142 w 353"/>
              <a:gd name="T45" fmla="*/ 240 h 353"/>
              <a:gd name="T46" fmla="*/ 124 w 353"/>
              <a:gd name="T47" fmla="*/ 229 h 353"/>
              <a:gd name="T48" fmla="*/ 124 w 353"/>
              <a:gd name="T49" fmla="*/ 239 h 353"/>
              <a:gd name="T50" fmla="*/ 176 w 353"/>
              <a:gd name="T51" fmla="*/ 273 h 353"/>
              <a:gd name="T52" fmla="*/ 229 w 353"/>
              <a:gd name="T53" fmla="*/ 239 h 353"/>
              <a:gd name="T54" fmla="*/ 229 w 353"/>
              <a:gd name="T55" fmla="*/ 230 h 353"/>
              <a:gd name="T56" fmla="*/ 212 w 353"/>
              <a:gd name="T57" fmla="*/ 240 h 353"/>
              <a:gd name="T58" fmla="*/ 228 w 353"/>
              <a:gd name="T59" fmla="*/ 159 h 353"/>
              <a:gd name="T60" fmla="*/ 228 w 353"/>
              <a:gd name="T61" fmla="*/ 159 h 353"/>
              <a:gd name="T62" fmla="*/ 228 w 353"/>
              <a:gd name="T63" fmla="*/ 159 h 353"/>
              <a:gd name="T64" fmla="*/ 228 w 353"/>
              <a:gd name="T65" fmla="*/ 159 h 353"/>
              <a:gd name="T66" fmla="*/ 88 w 353"/>
              <a:gd name="T67" fmla="*/ 131 h 353"/>
              <a:gd name="T68" fmla="*/ 125 w 353"/>
              <a:gd name="T69" fmla="*/ 159 h 353"/>
              <a:gd name="T70" fmla="*/ 176 w 353"/>
              <a:gd name="T71" fmla="*/ 127 h 353"/>
              <a:gd name="T72" fmla="*/ 141 w 353"/>
              <a:gd name="T73" fmla="*/ 96 h 353"/>
              <a:gd name="T74" fmla="*/ 88 w 353"/>
              <a:gd name="T75" fmla="*/ 131 h 353"/>
              <a:gd name="T76" fmla="*/ 321 w 353"/>
              <a:gd name="T77" fmla="*/ 0 h 353"/>
              <a:gd name="T78" fmla="*/ 32 w 353"/>
              <a:gd name="T79" fmla="*/ 0 h 353"/>
              <a:gd name="T80" fmla="*/ 0 w 353"/>
              <a:gd name="T81" fmla="*/ 32 h 353"/>
              <a:gd name="T82" fmla="*/ 0 w 353"/>
              <a:gd name="T83" fmla="*/ 321 h 353"/>
              <a:gd name="T84" fmla="*/ 32 w 353"/>
              <a:gd name="T85" fmla="*/ 353 h 353"/>
              <a:gd name="T86" fmla="*/ 321 w 353"/>
              <a:gd name="T87" fmla="*/ 353 h 353"/>
              <a:gd name="T88" fmla="*/ 353 w 353"/>
              <a:gd name="T89" fmla="*/ 321 h 353"/>
              <a:gd name="T90" fmla="*/ 353 w 353"/>
              <a:gd name="T91" fmla="*/ 32 h 353"/>
              <a:gd name="T92" fmla="*/ 321 w 353"/>
              <a:gd name="T93" fmla="*/ 0 h 353"/>
              <a:gd name="T94" fmla="*/ 337 w 353"/>
              <a:gd name="T95" fmla="*/ 321 h 353"/>
              <a:gd name="T96" fmla="*/ 321 w 353"/>
              <a:gd name="T97" fmla="*/ 337 h 353"/>
              <a:gd name="T98" fmla="*/ 32 w 353"/>
              <a:gd name="T99" fmla="*/ 337 h 353"/>
              <a:gd name="T100" fmla="*/ 16 w 353"/>
              <a:gd name="T101" fmla="*/ 321 h 353"/>
              <a:gd name="T102" fmla="*/ 16 w 353"/>
              <a:gd name="T103" fmla="*/ 32 h 353"/>
              <a:gd name="T104" fmla="*/ 32 w 353"/>
              <a:gd name="T105" fmla="*/ 16 h 353"/>
              <a:gd name="T106" fmla="*/ 321 w 353"/>
              <a:gd name="T107" fmla="*/ 16 h 353"/>
              <a:gd name="T108" fmla="*/ 337 w 353"/>
              <a:gd name="T109" fmla="*/ 32 h 353"/>
              <a:gd name="T110" fmla="*/ 337 w 353"/>
              <a:gd name="T111" fmla="*/ 321 h 353"/>
              <a:gd name="T112" fmla="*/ 213 w 353"/>
              <a:gd name="T113" fmla="*/ 96 h 353"/>
              <a:gd name="T114" fmla="*/ 176 w 353"/>
              <a:gd name="T115" fmla="*/ 127 h 353"/>
              <a:gd name="T116" fmla="*/ 228 w 353"/>
              <a:gd name="T117" fmla="*/ 159 h 353"/>
              <a:gd name="T118" fmla="*/ 265 w 353"/>
              <a:gd name="T119" fmla="*/ 129 h 353"/>
              <a:gd name="T120" fmla="*/ 213 w 353"/>
              <a:gd name="T121" fmla="*/ 96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353" h="353">
                <a:moveTo>
                  <a:pt x="125" y="159"/>
                </a:moveTo>
                <a:cubicBezTo>
                  <a:pt x="88" y="189"/>
                  <a:pt x="88" y="189"/>
                  <a:pt x="88" y="189"/>
                </a:cubicBezTo>
                <a:cubicBezTo>
                  <a:pt x="120" y="208"/>
                  <a:pt x="120" y="208"/>
                  <a:pt x="120" y="208"/>
                </a:cubicBezTo>
                <a:cubicBezTo>
                  <a:pt x="120" y="208"/>
                  <a:pt x="120" y="208"/>
                  <a:pt x="120" y="208"/>
                </a:cubicBezTo>
                <a:cubicBezTo>
                  <a:pt x="126" y="212"/>
                  <a:pt x="126" y="212"/>
                  <a:pt x="126" y="212"/>
                </a:cubicBezTo>
                <a:cubicBezTo>
                  <a:pt x="141" y="221"/>
                  <a:pt x="141" y="221"/>
                  <a:pt x="141" y="221"/>
                </a:cubicBezTo>
                <a:cubicBezTo>
                  <a:pt x="164" y="203"/>
                  <a:pt x="164" y="203"/>
                  <a:pt x="164" y="203"/>
                </a:cubicBezTo>
                <a:cubicBezTo>
                  <a:pt x="176" y="194"/>
                  <a:pt x="176" y="194"/>
                  <a:pt x="176" y="194"/>
                </a:cubicBezTo>
                <a:cubicBezTo>
                  <a:pt x="176" y="194"/>
                  <a:pt x="176" y="194"/>
                  <a:pt x="176" y="194"/>
                </a:cubicBezTo>
                <a:cubicBezTo>
                  <a:pt x="176" y="194"/>
                  <a:pt x="176" y="194"/>
                  <a:pt x="176" y="194"/>
                </a:cubicBezTo>
                <a:cubicBezTo>
                  <a:pt x="176" y="194"/>
                  <a:pt x="176" y="194"/>
                  <a:pt x="176" y="194"/>
                </a:cubicBezTo>
                <a:cubicBezTo>
                  <a:pt x="177" y="194"/>
                  <a:pt x="177" y="194"/>
                  <a:pt x="177" y="194"/>
                </a:cubicBezTo>
                <a:cubicBezTo>
                  <a:pt x="205" y="215"/>
                  <a:pt x="205" y="215"/>
                  <a:pt x="205" y="215"/>
                </a:cubicBezTo>
                <a:cubicBezTo>
                  <a:pt x="213" y="221"/>
                  <a:pt x="213" y="221"/>
                  <a:pt x="213" y="221"/>
                </a:cubicBezTo>
                <a:cubicBezTo>
                  <a:pt x="265" y="189"/>
                  <a:pt x="265" y="189"/>
                  <a:pt x="265" y="189"/>
                </a:cubicBezTo>
                <a:cubicBezTo>
                  <a:pt x="228" y="159"/>
                  <a:pt x="228" y="159"/>
                  <a:pt x="228" y="159"/>
                </a:cubicBezTo>
                <a:cubicBezTo>
                  <a:pt x="176" y="191"/>
                  <a:pt x="176" y="191"/>
                  <a:pt x="176" y="191"/>
                </a:cubicBezTo>
                <a:lnTo>
                  <a:pt x="125" y="159"/>
                </a:lnTo>
                <a:close/>
                <a:moveTo>
                  <a:pt x="212" y="240"/>
                </a:moveTo>
                <a:cubicBezTo>
                  <a:pt x="212" y="240"/>
                  <a:pt x="212" y="240"/>
                  <a:pt x="212" y="240"/>
                </a:cubicBezTo>
                <a:cubicBezTo>
                  <a:pt x="177" y="214"/>
                  <a:pt x="177" y="214"/>
                  <a:pt x="177" y="214"/>
                </a:cubicBezTo>
                <a:cubicBezTo>
                  <a:pt x="143" y="240"/>
                  <a:pt x="143" y="240"/>
                  <a:pt x="143" y="240"/>
                </a:cubicBezTo>
                <a:cubicBezTo>
                  <a:pt x="142" y="240"/>
                  <a:pt x="142" y="240"/>
                  <a:pt x="142" y="240"/>
                </a:cubicBezTo>
                <a:cubicBezTo>
                  <a:pt x="124" y="229"/>
                  <a:pt x="124" y="229"/>
                  <a:pt x="124" y="229"/>
                </a:cubicBezTo>
                <a:cubicBezTo>
                  <a:pt x="124" y="239"/>
                  <a:pt x="124" y="239"/>
                  <a:pt x="124" y="239"/>
                </a:cubicBezTo>
                <a:cubicBezTo>
                  <a:pt x="176" y="273"/>
                  <a:pt x="176" y="273"/>
                  <a:pt x="176" y="273"/>
                </a:cubicBezTo>
                <a:cubicBezTo>
                  <a:pt x="229" y="239"/>
                  <a:pt x="229" y="239"/>
                  <a:pt x="229" y="239"/>
                </a:cubicBezTo>
                <a:cubicBezTo>
                  <a:pt x="229" y="230"/>
                  <a:pt x="229" y="230"/>
                  <a:pt x="229" y="230"/>
                </a:cubicBezTo>
                <a:cubicBezTo>
                  <a:pt x="212" y="240"/>
                  <a:pt x="212" y="240"/>
                  <a:pt x="212" y="240"/>
                </a:cubicBezTo>
                <a:close/>
                <a:moveTo>
                  <a:pt x="228" y="159"/>
                </a:moveTo>
                <a:cubicBezTo>
                  <a:pt x="228" y="159"/>
                  <a:pt x="228" y="159"/>
                  <a:pt x="228" y="159"/>
                </a:cubicBezTo>
                <a:cubicBezTo>
                  <a:pt x="228" y="159"/>
                  <a:pt x="228" y="159"/>
                  <a:pt x="228" y="159"/>
                </a:cubicBezTo>
                <a:cubicBezTo>
                  <a:pt x="228" y="159"/>
                  <a:pt x="228" y="159"/>
                  <a:pt x="228" y="159"/>
                </a:cubicBezTo>
                <a:close/>
                <a:moveTo>
                  <a:pt x="88" y="131"/>
                </a:moveTo>
                <a:cubicBezTo>
                  <a:pt x="125" y="159"/>
                  <a:pt x="125" y="159"/>
                  <a:pt x="125" y="159"/>
                </a:cubicBezTo>
                <a:cubicBezTo>
                  <a:pt x="176" y="127"/>
                  <a:pt x="176" y="127"/>
                  <a:pt x="176" y="127"/>
                </a:cubicBezTo>
                <a:cubicBezTo>
                  <a:pt x="141" y="96"/>
                  <a:pt x="141" y="96"/>
                  <a:pt x="141" y="96"/>
                </a:cubicBezTo>
                <a:lnTo>
                  <a:pt x="88" y="131"/>
                </a:lnTo>
                <a:close/>
                <a:moveTo>
                  <a:pt x="321" y="0"/>
                </a:move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4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4" y="353"/>
                  <a:pt x="32" y="353"/>
                </a:cubicBezTo>
                <a:cubicBezTo>
                  <a:pt x="321" y="353"/>
                  <a:pt x="321" y="353"/>
                  <a:pt x="321" y="353"/>
                </a:cubicBezTo>
                <a:cubicBezTo>
                  <a:pt x="339" y="353"/>
                  <a:pt x="353" y="339"/>
                  <a:pt x="353" y="321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14"/>
                  <a:pt x="339" y="0"/>
                  <a:pt x="321" y="0"/>
                </a:cubicBezTo>
                <a:moveTo>
                  <a:pt x="337" y="321"/>
                </a:moveTo>
                <a:cubicBezTo>
                  <a:pt x="337" y="330"/>
                  <a:pt x="330" y="337"/>
                  <a:pt x="321" y="337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23" y="337"/>
                  <a:pt x="16" y="330"/>
                  <a:pt x="16" y="32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3"/>
                  <a:pt x="23" y="16"/>
                  <a:pt x="32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3"/>
                  <a:pt x="337" y="32"/>
                </a:cubicBezTo>
                <a:lnTo>
                  <a:pt x="337" y="321"/>
                </a:lnTo>
                <a:close/>
                <a:moveTo>
                  <a:pt x="213" y="96"/>
                </a:moveTo>
                <a:cubicBezTo>
                  <a:pt x="176" y="127"/>
                  <a:pt x="176" y="127"/>
                  <a:pt x="176" y="127"/>
                </a:cubicBezTo>
                <a:cubicBezTo>
                  <a:pt x="228" y="159"/>
                  <a:pt x="228" y="159"/>
                  <a:pt x="228" y="159"/>
                </a:cubicBezTo>
                <a:cubicBezTo>
                  <a:pt x="265" y="129"/>
                  <a:pt x="265" y="129"/>
                  <a:pt x="265" y="129"/>
                </a:cubicBezTo>
                <a:lnTo>
                  <a:pt x="213" y="9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6" name="Freeform 26"/>
          <p:cNvSpPr>
            <a:spLocks noEditPoints="1"/>
          </p:cNvSpPr>
          <p:nvPr/>
        </p:nvSpPr>
        <p:spPr bwMode="auto">
          <a:xfrm>
            <a:off x="1972734" y="3141134"/>
            <a:ext cx="573617" cy="573617"/>
          </a:xfrm>
          <a:custGeom>
            <a:avLst/>
            <a:gdLst>
              <a:gd name="T0" fmla="*/ 321 w 353"/>
              <a:gd name="T1" fmla="*/ 0 h 353"/>
              <a:gd name="T2" fmla="*/ 32 w 353"/>
              <a:gd name="T3" fmla="*/ 0 h 353"/>
              <a:gd name="T4" fmla="*/ 0 w 353"/>
              <a:gd name="T5" fmla="*/ 32 h 353"/>
              <a:gd name="T6" fmla="*/ 0 w 353"/>
              <a:gd name="T7" fmla="*/ 321 h 353"/>
              <a:gd name="T8" fmla="*/ 32 w 353"/>
              <a:gd name="T9" fmla="*/ 353 h 353"/>
              <a:gd name="T10" fmla="*/ 321 w 353"/>
              <a:gd name="T11" fmla="*/ 353 h 353"/>
              <a:gd name="T12" fmla="*/ 353 w 353"/>
              <a:gd name="T13" fmla="*/ 321 h 353"/>
              <a:gd name="T14" fmla="*/ 353 w 353"/>
              <a:gd name="T15" fmla="*/ 32 h 353"/>
              <a:gd name="T16" fmla="*/ 321 w 353"/>
              <a:gd name="T17" fmla="*/ 0 h 353"/>
              <a:gd name="T18" fmla="*/ 337 w 353"/>
              <a:gd name="T19" fmla="*/ 321 h 353"/>
              <a:gd name="T20" fmla="*/ 321 w 353"/>
              <a:gd name="T21" fmla="*/ 337 h 353"/>
              <a:gd name="T22" fmla="*/ 32 w 353"/>
              <a:gd name="T23" fmla="*/ 337 h 353"/>
              <a:gd name="T24" fmla="*/ 16 w 353"/>
              <a:gd name="T25" fmla="*/ 321 h 353"/>
              <a:gd name="T26" fmla="*/ 16 w 353"/>
              <a:gd name="T27" fmla="*/ 32 h 353"/>
              <a:gd name="T28" fmla="*/ 32 w 353"/>
              <a:gd name="T29" fmla="*/ 16 h 353"/>
              <a:gd name="T30" fmla="*/ 321 w 353"/>
              <a:gd name="T31" fmla="*/ 16 h 353"/>
              <a:gd name="T32" fmla="*/ 337 w 353"/>
              <a:gd name="T33" fmla="*/ 32 h 353"/>
              <a:gd name="T34" fmla="*/ 337 w 353"/>
              <a:gd name="T35" fmla="*/ 321 h 353"/>
              <a:gd name="T36" fmla="*/ 225 w 353"/>
              <a:gd name="T37" fmla="*/ 96 h 353"/>
              <a:gd name="T38" fmla="*/ 129 w 353"/>
              <a:gd name="T39" fmla="*/ 96 h 353"/>
              <a:gd name="T40" fmla="*/ 97 w 353"/>
              <a:gd name="T41" fmla="*/ 128 h 353"/>
              <a:gd name="T42" fmla="*/ 97 w 353"/>
              <a:gd name="T43" fmla="*/ 224 h 353"/>
              <a:gd name="T44" fmla="*/ 129 w 353"/>
              <a:gd name="T45" fmla="*/ 257 h 353"/>
              <a:gd name="T46" fmla="*/ 225 w 353"/>
              <a:gd name="T47" fmla="*/ 257 h 353"/>
              <a:gd name="T48" fmla="*/ 257 w 353"/>
              <a:gd name="T49" fmla="*/ 224 h 353"/>
              <a:gd name="T50" fmla="*/ 257 w 353"/>
              <a:gd name="T51" fmla="*/ 128 h 353"/>
              <a:gd name="T52" fmla="*/ 225 w 353"/>
              <a:gd name="T53" fmla="*/ 96 h 353"/>
              <a:gd name="T54" fmla="*/ 209 w 353"/>
              <a:gd name="T55" fmla="*/ 120 h 353"/>
              <a:gd name="T56" fmla="*/ 233 w 353"/>
              <a:gd name="T57" fmla="*/ 120 h 353"/>
              <a:gd name="T58" fmla="*/ 233 w 353"/>
              <a:gd name="T59" fmla="*/ 144 h 353"/>
              <a:gd name="T60" fmla="*/ 209 w 353"/>
              <a:gd name="T61" fmla="*/ 144 h 353"/>
              <a:gd name="T62" fmla="*/ 209 w 353"/>
              <a:gd name="T63" fmla="*/ 120 h 353"/>
              <a:gd name="T64" fmla="*/ 177 w 353"/>
              <a:gd name="T65" fmla="*/ 144 h 353"/>
              <a:gd name="T66" fmla="*/ 209 w 353"/>
              <a:gd name="T67" fmla="*/ 176 h 353"/>
              <a:gd name="T68" fmla="*/ 177 w 353"/>
              <a:gd name="T69" fmla="*/ 208 h 353"/>
              <a:gd name="T70" fmla="*/ 145 w 353"/>
              <a:gd name="T71" fmla="*/ 176 h 353"/>
              <a:gd name="T72" fmla="*/ 177 w 353"/>
              <a:gd name="T73" fmla="*/ 144 h 353"/>
              <a:gd name="T74" fmla="*/ 241 w 353"/>
              <a:gd name="T75" fmla="*/ 224 h 353"/>
              <a:gd name="T76" fmla="*/ 225 w 353"/>
              <a:gd name="T77" fmla="*/ 241 h 353"/>
              <a:gd name="T78" fmla="*/ 129 w 353"/>
              <a:gd name="T79" fmla="*/ 241 h 353"/>
              <a:gd name="T80" fmla="*/ 113 w 353"/>
              <a:gd name="T81" fmla="*/ 224 h 353"/>
              <a:gd name="T82" fmla="*/ 113 w 353"/>
              <a:gd name="T83" fmla="*/ 168 h 353"/>
              <a:gd name="T84" fmla="*/ 129 w 353"/>
              <a:gd name="T85" fmla="*/ 168 h 353"/>
              <a:gd name="T86" fmla="*/ 129 w 353"/>
              <a:gd name="T87" fmla="*/ 176 h 353"/>
              <a:gd name="T88" fmla="*/ 177 w 353"/>
              <a:gd name="T89" fmla="*/ 224 h 353"/>
              <a:gd name="T90" fmla="*/ 225 w 353"/>
              <a:gd name="T91" fmla="*/ 176 h 353"/>
              <a:gd name="T92" fmla="*/ 224 w 353"/>
              <a:gd name="T93" fmla="*/ 168 h 353"/>
              <a:gd name="T94" fmla="*/ 241 w 353"/>
              <a:gd name="T95" fmla="*/ 168 h 353"/>
              <a:gd name="T96" fmla="*/ 241 w 353"/>
              <a:gd name="T97" fmla="*/ 224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353" h="353">
                <a:moveTo>
                  <a:pt x="321" y="0"/>
                </a:moveTo>
                <a:cubicBezTo>
                  <a:pt x="32" y="0"/>
                  <a:pt x="32" y="0"/>
                  <a:pt x="32" y="0"/>
                </a:cubicBezTo>
                <a:cubicBezTo>
                  <a:pt x="15" y="0"/>
                  <a:pt x="0" y="14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5" y="353"/>
                  <a:pt x="32" y="353"/>
                </a:cubicBezTo>
                <a:cubicBezTo>
                  <a:pt x="321" y="353"/>
                  <a:pt x="321" y="353"/>
                  <a:pt x="321" y="353"/>
                </a:cubicBezTo>
                <a:cubicBezTo>
                  <a:pt x="339" y="353"/>
                  <a:pt x="353" y="339"/>
                  <a:pt x="353" y="321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14"/>
                  <a:pt x="339" y="0"/>
                  <a:pt x="321" y="0"/>
                </a:cubicBezTo>
                <a:moveTo>
                  <a:pt x="337" y="321"/>
                </a:moveTo>
                <a:cubicBezTo>
                  <a:pt x="337" y="330"/>
                  <a:pt x="330" y="337"/>
                  <a:pt x="321" y="337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23" y="337"/>
                  <a:pt x="16" y="330"/>
                  <a:pt x="16" y="32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3"/>
                  <a:pt x="23" y="16"/>
                  <a:pt x="32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3"/>
                  <a:pt x="337" y="32"/>
                </a:cubicBezTo>
                <a:lnTo>
                  <a:pt x="337" y="321"/>
                </a:lnTo>
                <a:close/>
                <a:moveTo>
                  <a:pt x="225" y="96"/>
                </a:moveTo>
                <a:cubicBezTo>
                  <a:pt x="129" y="96"/>
                  <a:pt x="129" y="96"/>
                  <a:pt x="129" y="96"/>
                </a:cubicBezTo>
                <a:cubicBezTo>
                  <a:pt x="111" y="96"/>
                  <a:pt x="97" y="110"/>
                  <a:pt x="97" y="128"/>
                </a:cubicBezTo>
                <a:cubicBezTo>
                  <a:pt x="97" y="224"/>
                  <a:pt x="97" y="224"/>
                  <a:pt x="97" y="224"/>
                </a:cubicBezTo>
                <a:cubicBezTo>
                  <a:pt x="97" y="242"/>
                  <a:pt x="111" y="257"/>
                  <a:pt x="129" y="257"/>
                </a:cubicBezTo>
                <a:cubicBezTo>
                  <a:pt x="225" y="257"/>
                  <a:pt x="225" y="257"/>
                  <a:pt x="225" y="257"/>
                </a:cubicBezTo>
                <a:cubicBezTo>
                  <a:pt x="243" y="257"/>
                  <a:pt x="257" y="242"/>
                  <a:pt x="257" y="224"/>
                </a:cubicBezTo>
                <a:cubicBezTo>
                  <a:pt x="257" y="128"/>
                  <a:pt x="257" y="128"/>
                  <a:pt x="257" y="128"/>
                </a:cubicBezTo>
                <a:cubicBezTo>
                  <a:pt x="257" y="110"/>
                  <a:pt x="243" y="96"/>
                  <a:pt x="225" y="96"/>
                </a:cubicBezTo>
                <a:moveTo>
                  <a:pt x="209" y="120"/>
                </a:moveTo>
                <a:cubicBezTo>
                  <a:pt x="233" y="120"/>
                  <a:pt x="233" y="120"/>
                  <a:pt x="233" y="120"/>
                </a:cubicBezTo>
                <a:cubicBezTo>
                  <a:pt x="233" y="144"/>
                  <a:pt x="233" y="144"/>
                  <a:pt x="233" y="144"/>
                </a:cubicBezTo>
                <a:cubicBezTo>
                  <a:pt x="209" y="144"/>
                  <a:pt x="209" y="144"/>
                  <a:pt x="209" y="144"/>
                </a:cubicBezTo>
                <a:lnTo>
                  <a:pt x="209" y="120"/>
                </a:lnTo>
                <a:close/>
                <a:moveTo>
                  <a:pt x="177" y="144"/>
                </a:moveTo>
                <a:cubicBezTo>
                  <a:pt x="195" y="144"/>
                  <a:pt x="209" y="159"/>
                  <a:pt x="209" y="176"/>
                </a:cubicBezTo>
                <a:cubicBezTo>
                  <a:pt x="209" y="194"/>
                  <a:pt x="195" y="208"/>
                  <a:pt x="177" y="208"/>
                </a:cubicBezTo>
                <a:cubicBezTo>
                  <a:pt x="159" y="208"/>
                  <a:pt x="145" y="194"/>
                  <a:pt x="145" y="176"/>
                </a:cubicBezTo>
                <a:cubicBezTo>
                  <a:pt x="145" y="159"/>
                  <a:pt x="159" y="144"/>
                  <a:pt x="177" y="144"/>
                </a:cubicBezTo>
                <a:moveTo>
                  <a:pt x="241" y="224"/>
                </a:moveTo>
                <a:cubicBezTo>
                  <a:pt x="241" y="233"/>
                  <a:pt x="234" y="241"/>
                  <a:pt x="225" y="241"/>
                </a:cubicBezTo>
                <a:cubicBezTo>
                  <a:pt x="129" y="241"/>
                  <a:pt x="129" y="241"/>
                  <a:pt x="129" y="241"/>
                </a:cubicBezTo>
                <a:cubicBezTo>
                  <a:pt x="120" y="241"/>
                  <a:pt x="113" y="233"/>
                  <a:pt x="113" y="224"/>
                </a:cubicBezTo>
                <a:cubicBezTo>
                  <a:pt x="113" y="168"/>
                  <a:pt x="113" y="168"/>
                  <a:pt x="113" y="168"/>
                </a:cubicBezTo>
                <a:cubicBezTo>
                  <a:pt x="129" y="168"/>
                  <a:pt x="129" y="168"/>
                  <a:pt x="129" y="168"/>
                </a:cubicBezTo>
                <a:cubicBezTo>
                  <a:pt x="129" y="171"/>
                  <a:pt x="129" y="174"/>
                  <a:pt x="129" y="176"/>
                </a:cubicBezTo>
                <a:cubicBezTo>
                  <a:pt x="129" y="203"/>
                  <a:pt x="150" y="224"/>
                  <a:pt x="177" y="224"/>
                </a:cubicBezTo>
                <a:cubicBezTo>
                  <a:pt x="203" y="224"/>
                  <a:pt x="225" y="203"/>
                  <a:pt x="225" y="176"/>
                </a:cubicBezTo>
                <a:cubicBezTo>
                  <a:pt x="225" y="174"/>
                  <a:pt x="225" y="171"/>
                  <a:pt x="224" y="168"/>
                </a:cubicBezTo>
                <a:cubicBezTo>
                  <a:pt x="241" y="168"/>
                  <a:pt x="241" y="168"/>
                  <a:pt x="241" y="168"/>
                </a:cubicBezTo>
                <a:lnTo>
                  <a:pt x="241" y="22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7" name="Freeform 27"/>
          <p:cNvSpPr>
            <a:spLocks noEditPoints="1"/>
          </p:cNvSpPr>
          <p:nvPr/>
        </p:nvSpPr>
        <p:spPr bwMode="auto">
          <a:xfrm>
            <a:off x="3071285" y="3141134"/>
            <a:ext cx="573617" cy="573617"/>
          </a:xfrm>
          <a:custGeom>
            <a:avLst/>
            <a:gdLst>
              <a:gd name="T0" fmla="*/ 321 w 353"/>
              <a:gd name="T1" fmla="*/ 0 h 353"/>
              <a:gd name="T2" fmla="*/ 32 w 353"/>
              <a:gd name="T3" fmla="*/ 0 h 353"/>
              <a:gd name="T4" fmla="*/ 0 w 353"/>
              <a:gd name="T5" fmla="*/ 32 h 353"/>
              <a:gd name="T6" fmla="*/ 0 w 353"/>
              <a:gd name="T7" fmla="*/ 321 h 353"/>
              <a:gd name="T8" fmla="*/ 32 w 353"/>
              <a:gd name="T9" fmla="*/ 353 h 353"/>
              <a:gd name="T10" fmla="*/ 321 w 353"/>
              <a:gd name="T11" fmla="*/ 353 h 353"/>
              <a:gd name="T12" fmla="*/ 353 w 353"/>
              <a:gd name="T13" fmla="*/ 321 h 353"/>
              <a:gd name="T14" fmla="*/ 353 w 353"/>
              <a:gd name="T15" fmla="*/ 32 h 353"/>
              <a:gd name="T16" fmla="*/ 321 w 353"/>
              <a:gd name="T17" fmla="*/ 0 h 353"/>
              <a:gd name="T18" fmla="*/ 337 w 353"/>
              <a:gd name="T19" fmla="*/ 321 h 353"/>
              <a:gd name="T20" fmla="*/ 321 w 353"/>
              <a:gd name="T21" fmla="*/ 337 h 353"/>
              <a:gd name="T22" fmla="*/ 32 w 353"/>
              <a:gd name="T23" fmla="*/ 337 h 353"/>
              <a:gd name="T24" fmla="*/ 16 w 353"/>
              <a:gd name="T25" fmla="*/ 321 h 353"/>
              <a:gd name="T26" fmla="*/ 16 w 353"/>
              <a:gd name="T27" fmla="*/ 32 h 353"/>
              <a:gd name="T28" fmla="*/ 32 w 353"/>
              <a:gd name="T29" fmla="*/ 16 h 353"/>
              <a:gd name="T30" fmla="*/ 321 w 353"/>
              <a:gd name="T31" fmla="*/ 16 h 353"/>
              <a:gd name="T32" fmla="*/ 337 w 353"/>
              <a:gd name="T33" fmla="*/ 32 h 353"/>
              <a:gd name="T34" fmla="*/ 337 w 353"/>
              <a:gd name="T35" fmla="*/ 321 h 353"/>
              <a:gd name="T36" fmla="*/ 176 w 353"/>
              <a:gd name="T37" fmla="*/ 80 h 353"/>
              <a:gd name="T38" fmla="*/ 80 w 353"/>
              <a:gd name="T39" fmla="*/ 176 h 353"/>
              <a:gd name="T40" fmla="*/ 176 w 353"/>
              <a:gd name="T41" fmla="*/ 273 h 353"/>
              <a:gd name="T42" fmla="*/ 273 w 353"/>
              <a:gd name="T43" fmla="*/ 176 h 353"/>
              <a:gd name="T44" fmla="*/ 176 w 353"/>
              <a:gd name="T45" fmla="*/ 80 h 353"/>
              <a:gd name="T46" fmla="*/ 96 w 353"/>
              <a:gd name="T47" fmla="*/ 176 h 353"/>
              <a:gd name="T48" fmla="*/ 102 w 353"/>
              <a:gd name="T49" fmla="*/ 145 h 353"/>
              <a:gd name="T50" fmla="*/ 140 w 353"/>
              <a:gd name="T51" fmla="*/ 248 h 353"/>
              <a:gd name="T52" fmla="*/ 96 w 353"/>
              <a:gd name="T53" fmla="*/ 176 h 353"/>
              <a:gd name="T54" fmla="*/ 176 w 353"/>
              <a:gd name="T55" fmla="*/ 257 h 353"/>
              <a:gd name="T56" fmla="*/ 154 w 353"/>
              <a:gd name="T57" fmla="*/ 253 h 353"/>
              <a:gd name="T58" fmla="*/ 178 w 353"/>
              <a:gd name="T59" fmla="*/ 183 h 353"/>
              <a:gd name="T60" fmla="*/ 203 w 353"/>
              <a:gd name="T61" fmla="*/ 252 h 353"/>
              <a:gd name="T62" fmla="*/ 176 w 353"/>
              <a:gd name="T63" fmla="*/ 257 h 353"/>
              <a:gd name="T64" fmla="*/ 187 w 353"/>
              <a:gd name="T65" fmla="*/ 138 h 353"/>
              <a:gd name="T66" fmla="*/ 197 w 353"/>
              <a:gd name="T67" fmla="*/ 137 h 353"/>
              <a:gd name="T68" fmla="*/ 196 w 353"/>
              <a:gd name="T69" fmla="*/ 131 h 353"/>
              <a:gd name="T70" fmla="*/ 174 w 353"/>
              <a:gd name="T71" fmla="*/ 132 h 353"/>
              <a:gd name="T72" fmla="*/ 153 w 353"/>
              <a:gd name="T73" fmla="*/ 131 h 353"/>
              <a:gd name="T74" fmla="*/ 152 w 353"/>
              <a:gd name="T75" fmla="*/ 137 h 353"/>
              <a:gd name="T76" fmla="*/ 161 w 353"/>
              <a:gd name="T77" fmla="*/ 138 h 353"/>
              <a:gd name="T78" fmla="*/ 174 w 353"/>
              <a:gd name="T79" fmla="*/ 173 h 353"/>
              <a:gd name="T80" fmla="*/ 156 w 353"/>
              <a:gd name="T81" fmla="*/ 226 h 353"/>
              <a:gd name="T82" fmla="*/ 126 w 353"/>
              <a:gd name="T83" fmla="*/ 138 h 353"/>
              <a:gd name="T84" fmla="*/ 136 w 353"/>
              <a:gd name="T85" fmla="*/ 137 h 353"/>
              <a:gd name="T86" fmla="*/ 135 w 353"/>
              <a:gd name="T87" fmla="*/ 131 h 353"/>
              <a:gd name="T88" fmla="*/ 113 w 353"/>
              <a:gd name="T89" fmla="*/ 132 h 353"/>
              <a:gd name="T90" fmla="*/ 110 w 353"/>
              <a:gd name="T91" fmla="*/ 132 h 353"/>
              <a:gd name="T92" fmla="*/ 176 w 353"/>
              <a:gd name="T93" fmla="*/ 96 h 353"/>
              <a:gd name="T94" fmla="*/ 229 w 353"/>
              <a:gd name="T95" fmla="*/ 116 h 353"/>
              <a:gd name="T96" fmla="*/ 217 w 353"/>
              <a:gd name="T97" fmla="*/ 131 h 353"/>
              <a:gd name="T98" fmla="*/ 225 w 353"/>
              <a:gd name="T99" fmla="*/ 150 h 353"/>
              <a:gd name="T100" fmla="*/ 231 w 353"/>
              <a:gd name="T101" fmla="*/ 172 h 353"/>
              <a:gd name="T102" fmla="*/ 225 w 353"/>
              <a:gd name="T103" fmla="*/ 199 h 353"/>
              <a:gd name="T104" fmla="*/ 217 w 353"/>
              <a:gd name="T105" fmla="*/ 226 h 353"/>
              <a:gd name="T106" fmla="*/ 187 w 353"/>
              <a:gd name="T107" fmla="*/ 138 h 353"/>
              <a:gd name="T108" fmla="*/ 256 w 353"/>
              <a:gd name="T109" fmla="*/ 176 h 353"/>
              <a:gd name="T110" fmla="*/ 218 w 353"/>
              <a:gd name="T111" fmla="*/ 245 h 353"/>
              <a:gd name="T112" fmla="*/ 242 w 353"/>
              <a:gd name="T113" fmla="*/ 175 h 353"/>
              <a:gd name="T114" fmla="*/ 248 w 353"/>
              <a:gd name="T115" fmla="*/ 146 h 353"/>
              <a:gd name="T116" fmla="*/ 248 w 353"/>
              <a:gd name="T117" fmla="*/ 141 h 353"/>
              <a:gd name="T118" fmla="*/ 256 w 353"/>
              <a:gd name="T119" fmla="*/ 176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353" h="353">
                <a:moveTo>
                  <a:pt x="321" y="0"/>
                </a:move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4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4" y="353"/>
                  <a:pt x="32" y="353"/>
                </a:cubicBezTo>
                <a:cubicBezTo>
                  <a:pt x="321" y="353"/>
                  <a:pt x="321" y="353"/>
                  <a:pt x="321" y="353"/>
                </a:cubicBezTo>
                <a:cubicBezTo>
                  <a:pt x="338" y="353"/>
                  <a:pt x="353" y="339"/>
                  <a:pt x="353" y="321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14"/>
                  <a:pt x="338" y="0"/>
                  <a:pt x="321" y="0"/>
                </a:cubicBezTo>
                <a:moveTo>
                  <a:pt x="337" y="321"/>
                </a:moveTo>
                <a:cubicBezTo>
                  <a:pt x="337" y="330"/>
                  <a:pt x="330" y="337"/>
                  <a:pt x="321" y="337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23" y="337"/>
                  <a:pt x="16" y="330"/>
                  <a:pt x="16" y="32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3"/>
                  <a:pt x="23" y="16"/>
                  <a:pt x="32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3"/>
                  <a:pt x="337" y="32"/>
                </a:cubicBezTo>
                <a:lnTo>
                  <a:pt x="337" y="321"/>
                </a:lnTo>
                <a:close/>
                <a:moveTo>
                  <a:pt x="176" y="80"/>
                </a:moveTo>
                <a:cubicBezTo>
                  <a:pt x="123" y="80"/>
                  <a:pt x="80" y="123"/>
                  <a:pt x="80" y="176"/>
                </a:cubicBezTo>
                <a:cubicBezTo>
                  <a:pt x="80" y="230"/>
                  <a:pt x="123" y="273"/>
                  <a:pt x="176" y="273"/>
                </a:cubicBezTo>
                <a:cubicBezTo>
                  <a:pt x="229" y="273"/>
                  <a:pt x="273" y="230"/>
                  <a:pt x="273" y="176"/>
                </a:cubicBezTo>
                <a:cubicBezTo>
                  <a:pt x="273" y="123"/>
                  <a:pt x="229" y="80"/>
                  <a:pt x="176" y="80"/>
                </a:cubicBezTo>
                <a:moveTo>
                  <a:pt x="96" y="176"/>
                </a:moveTo>
                <a:cubicBezTo>
                  <a:pt x="96" y="165"/>
                  <a:pt x="98" y="155"/>
                  <a:pt x="102" y="145"/>
                </a:cubicBezTo>
                <a:cubicBezTo>
                  <a:pt x="140" y="248"/>
                  <a:pt x="140" y="248"/>
                  <a:pt x="140" y="248"/>
                </a:cubicBezTo>
                <a:cubicBezTo>
                  <a:pt x="114" y="235"/>
                  <a:pt x="96" y="208"/>
                  <a:pt x="96" y="176"/>
                </a:cubicBezTo>
                <a:moveTo>
                  <a:pt x="176" y="257"/>
                </a:moveTo>
                <a:cubicBezTo>
                  <a:pt x="168" y="257"/>
                  <a:pt x="161" y="255"/>
                  <a:pt x="154" y="253"/>
                </a:cubicBezTo>
                <a:cubicBezTo>
                  <a:pt x="178" y="183"/>
                  <a:pt x="178" y="183"/>
                  <a:pt x="178" y="183"/>
                </a:cubicBezTo>
                <a:cubicBezTo>
                  <a:pt x="178" y="183"/>
                  <a:pt x="199" y="243"/>
                  <a:pt x="203" y="252"/>
                </a:cubicBezTo>
                <a:cubicBezTo>
                  <a:pt x="194" y="255"/>
                  <a:pt x="186" y="257"/>
                  <a:pt x="176" y="257"/>
                </a:cubicBezTo>
                <a:moveTo>
                  <a:pt x="187" y="138"/>
                </a:moveTo>
                <a:cubicBezTo>
                  <a:pt x="192" y="138"/>
                  <a:pt x="197" y="137"/>
                  <a:pt x="197" y="137"/>
                </a:cubicBezTo>
                <a:cubicBezTo>
                  <a:pt x="201" y="137"/>
                  <a:pt x="201" y="130"/>
                  <a:pt x="196" y="131"/>
                </a:cubicBezTo>
                <a:cubicBezTo>
                  <a:pt x="196" y="131"/>
                  <a:pt x="183" y="132"/>
                  <a:pt x="174" y="132"/>
                </a:cubicBezTo>
                <a:cubicBezTo>
                  <a:pt x="166" y="132"/>
                  <a:pt x="153" y="131"/>
                  <a:pt x="153" y="131"/>
                </a:cubicBezTo>
                <a:cubicBezTo>
                  <a:pt x="149" y="130"/>
                  <a:pt x="148" y="137"/>
                  <a:pt x="152" y="137"/>
                </a:cubicBezTo>
                <a:cubicBezTo>
                  <a:pt x="152" y="137"/>
                  <a:pt x="157" y="138"/>
                  <a:pt x="161" y="138"/>
                </a:cubicBezTo>
                <a:cubicBezTo>
                  <a:pt x="174" y="173"/>
                  <a:pt x="174" y="173"/>
                  <a:pt x="174" y="173"/>
                </a:cubicBezTo>
                <a:cubicBezTo>
                  <a:pt x="156" y="226"/>
                  <a:pt x="156" y="226"/>
                  <a:pt x="156" y="226"/>
                </a:cubicBezTo>
                <a:cubicBezTo>
                  <a:pt x="126" y="138"/>
                  <a:pt x="126" y="138"/>
                  <a:pt x="126" y="138"/>
                </a:cubicBezTo>
                <a:cubicBezTo>
                  <a:pt x="131" y="138"/>
                  <a:pt x="136" y="137"/>
                  <a:pt x="136" y="137"/>
                </a:cubicBezTo>
                <a:cubicBezTo>
                  <a:pt x="140" y="137"/>
                  <a:pt x="139" y="130"/>
                  <a:pt x="135" y="131"/>
                </a:cubicBezTo>
                <a:cubicBezTo>
                  <a:pt x="135" y="131"/>
                  <a:pt x="122" y="132"/>
                  <a:pt x="113" y="132"/>
                </a:cubicBezTo>
                <a:cubicBezTo>
                  <a:pt x="112" y="132"/>
                  <a:pt x="111" y="132"/>
                  <a:pt x="110" y="132"/>
                </a:cubicBezTo>
                <a:cubicBezTo>
                  <a:pt x="124" y="110"/>
                  <a:pt x="148" y="96"/>
                  <a:pt x="176" y="96"/>
                </a:cubicBezTo>
                <a:cubicBezTo>
                  <a:pt x="197" y="96"/>
                  <a:pt x="215" y="104"/>
                  <a:pt x="229" y="116"/>
                </a:cubicBezTo>
                <a:cubicBezTo>
                  <a:pt x="222" y="117"/>
                  <a:pt x="217" y="123"/>
                  <a:pt x="217" y="131"/>
                </a:cubicBezTo>
                <a:cubicBezTo>
                  <a:pt x="217" y="137"/>
                  <a:pt x="220" y="143"/>
                  <a:pt x="225" y="150"/>
                </a:cubicBezTo>
                <a:cubicBezTo>
                  <a:pt x="228" y="155"/>
                  <a:pt x="231" y="162"/>
                  <a:pt x="231" y="172"/>
                </a:cubicBezTo>
                <a:cubicBezTo>
                  <a:pt x="231" y="179"/>
                  <a:pt x="229" y="187"/>
                  <a:pt x="225" y="199"/>
                </a:cubicBezTo>
                <a:cubicBezTo>
                  <a:pt x="217" y="226"/>
                  <a:pt x="217" y="226"/>
                  <a:pt x="217" y="226"/>
                </a:cubicBezTo>
                <a:lnTo>
                  <a:pt x="187" y="138"/>
                </a:lnTo>
                <a:close/>
                <a:moveTo>
                  <a:pt x="256" y="176"/>
                </a:moveTo>
                <a:cubicBezTo>
                  <a:pt x="256" y="205"/>
                  <a:pt x="241" y="231"/>
                  <a:pt x="218" y="245"/>
                </a:cubicBezTo>
                <a:cubicBezTo>
                  <a:pt x="242" y="175"/>
                  <a:pt x="242" y="175"/>
                  <a:pt x="242" y="175"/>
                </a:cubicBezTo>
                <a:cubicBezTo>
                  <a:pt x="247" y="163"/>
                  <a:pt x="248" y="154"/>
                  <a:pt x="248" y="146"/>
                </a:cubicBezTo>
                <a:cubicBezTo>
                  <a:pt x="248" y="144"/>
                  <a:pt x="248" y="142"/>
                  <a:pt x="248" y="141"/>
                </a:cubicBezTo>
                <a:cubicBezTo>
                  <a:pt x="253" y="151"/>
                  <a:pt x="256" y="163"/>
                  <a:pt x="256" y="176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8" name="Freeform 28"/>
          <p:cNvSpPr>
            <a:spLocks noEditPoints="1"/>
          </p:cNvSpPr>
          <p:nvPr/>
        </p:nvSpPr>
        <p:spPr bwMode="auto">
          <a:xfrm>
            <a:off x="4165601" y="3141134"/>
            <a:ext cx="573617" cy="573617"/>
          </a:xfrm>
          <a:custGeom>
            <a:avLst/>
            <a:gdLst>
              <a:gd name="T0" fmla="*/ 321 w 353"/>
              <a:gd name="T1" fmla="*/ 0 h 353"/>
              <a:gd name="T2" fmla="*/ 32 w 353"/>
              <a:gd name="T3" fmla="*/ 0 h 353"/>
              <a:gd name="T4" fmla="*/ 0 w 353"/>
              <a:gd name="T5" fmla="*/ 32 h 353"/>
              <a:gd name="T6" fmla="*/ 0 w 353"/>
              <a:gd name="T7" fmla="*/ 321 h 353"/>
              <a:gd name="T8" fmla="*/ 32 w 353"/>
              <a:gd name="T9" fmla="*/ 353 h 353"/>
              <a:gd name="T10" fmla="*/ 321 w 353"/>
              <a:gd name="T11" fmla="*/ 353 h 353"/>
              <a:gd name="T12" fmla="*/ 353 w 353"/>
              <a:gd name="T13" fmla="*/ 321 h 353"/>
              <a:gd name="T14" fmla="*/ 353 w 353"/>
              <a:gd name="T15" fmla="*/ 32 h 353"/>
              <a:gd name="T16" fmla="*/ 321 w 353"/>
              <a:gd name="T17" fmla="*/ 0 h 353"/>
              <a:gd name="T18" fmla="*/ 337 w 353"/>
              <a:gd name="T19" fmla="*/ 321 h 353"/>
              <a:gd name="T20" fmla="*/ 321 w 353"/>
              <a:gd name="T21" fmla="*/ 337 h 353"/>
              <a:gd name="T22" fmla="*/ 32 w 353"/>
              <a:gd name="T23" fmla="*/ 337 h 353"/>
              <a:gd name="T24" fmla="*/ 16 w 353"/>
              <a:gd name="T25" fmla="*/ 321 h 353"/>
              <a:gd name="T26" fmla="*/ 16 w 353"/>
              <a:gd name="T27" fmla="*/ 32 h 353"/>
              <a:gd name="T28" fmla="*/ 32 w 353"/>
              <a:gd name="T29" fmla="*/ 16 h 353"/>
              <a:gd name="T30" fmla="*/ 321 w 353"/>
              <a:gd name="T31" fmla="*/ 16 h 353"/>
              <a:gd name="T32" fmla="*/ 337 w 353"/>
              <a:gd name="T33" fmla="*/ 32 h 353"/>
              <a:gd name="T34" fmla="*/ 337 w 353"/>
              <a:gd name="T35" fmla="*/ 321 h 353"/>
              <a:gd name="T36" fmla="*/ 177 w 353"/>
              <a:gd name="T37" fmla="*/ 80 h 353"/>
              <a:gd name="T38" fmla="*/ 80 w 353"/>
              <a:gd name="T39" fmla="*/ 176 h 353"/>
              <a:gd name="T40" fmla="*/ 177 w 353"/>
              <a:gd name="T41" fmla="*/ 273 h 353"/>
              <a:gd name="T42" fmla="*/ 273 w 353"/>
              <a:gd name="T43" fmla="*/ 176 h 353"/>
              <a:gd name="T44" fmla="*/ 177 w 353"/>
              <a:gd name="T45" fmla="*/ 80 h 353"/>
              <a:gd name="T46" fmla="*/ 177 w 353"/>
              <a:gd name="T47" fmla="*/ 96 h 353"/>
              <a:gd name="T48" fmla="*/ 227 w 353"/>
              <a:gd name="T49" fmla="*/ 114 h 353"/>
              <a:gd name="T50" fmla="*/ 184 w 353"/>
              <a:gd name="T51" fmla="*/ 141 h 353"/>
              <a:gd name="T52" fmla="*/ 153 w 353"/>
              <a:gd name="T53" fmla="*/ 100 h 353"/>
              <a:gd name="T54" fmla="*/ 177 w 353"/>
              <a:gd name="T55" fmla="*/ 96 h 353"/>
              <a:gd name="T56" fmla="*/ 137 w 353"/>
              <a:gd name="T57" fmla="*/ 107 h 353"/>
              <a:gd name="T58" fmla="*/ 169 w 353"/>
              <a:gd name="T59" fmla="*/ 147 h 353"/>
              <a:gd name="T60" fmla="*/ 98 w 353"/>
              <a:gd name="T61" fmla="*/ 160 h 353"/>
              <a:gd name="T62" fmla="*/ 137 w 353"/>
              <a:gd name="T63" fmla="*/ 107 h 353"/>
              <a:gd name="T64" fmla="*/ 96 w 353"/>
              <a:gd name="T65" fmla="*/ 176 h 353"/>
              <a:gd name="T66" fmla="*/ 177 w 353"/>
              <a:gd name="T67" fmla="*/ 161 h 353"/>
              <a:gd name="T68" fmla="*/ 185 w 353"/>
              <a:gd name="T69" fmla="*/ 177 h 353"/>
              <a:gd name="T70" fmla="*/ 118 w 353"/>
              <a:gd name="T71" fmla="*/ 231 h 353"/>
              <a:gd name="T72" fmla="*/ 96 w 353"/>
              <a:gd name="T73" fmla="*/ 176 h 353"/>
              <a:gd name="T74" fmla="*/ 177 w 353"/>
              <a:gd name="T75" fmla="*/ 257 h 353"/>
              <a:gd name="T76" fmla="*/ 130 w 353"/>
              <a:gd name="T77" fmla="*/ 242 h 353"/>
              <a:gd name="T78" fmla="*/ 190 w 353"/>
              <a:gd name="T79" fmla="*/ 192 h 353"/>
              <a:gd name="T80" fmla="*/ 200 w 353"/>
              <a:gd name="T81" fmla="*/ 253 h 353"/>
              <a:gd name="T82" fmla="*/ 177 w 353"/>
              <a:gd name="T83" fmla="*/ 257 h 353"/>
              <a:gd name="T84" fmla="*/ 216 w 353"/>
              <a:gd name="T85" fmla="*/ 246 h 353"/>
              <a:gd name="T86" fmla="*/ 206 w 353"/>
              <a:gd name="T87" fmla="*/ 187 h 353"/>
              <a:gd name="T88" fmla="*/ 233 w 353"/>
              <a:gd name="T89" fmla="*/ 184 h 353"/>
              <a:gd name="T90" fmla="*/ 256 w 353"/>
              <a:gd name="T91" fmla="*/ 187 h 353"/>
              <a:gd name="T92" fmla="*/ 216 w 353"/>
              <a:gd name="T93" fmla="*/ 246 h 353"/>
              <a:gd name="T94" fmla="*/ 233 w 353"/>
              <a:gd name="T95" fmla="*/ 168 h 353"/>
              <a:gd name="T96" fmla="*/ 200 w 353"/>
              <a:gd name="T97" fmla="*/ 172 h 353"/>
              <a:gd name="T98" fmla="*/ 192 w 353"/>
              <a:gd name="T99" fmla="*/ 155 h 353"/>
              <a:gd name="T100" fmla="*/ 239 w 353"/>
              <a:gd name="T101" fmla="*/ 125 h 353"/>
              <a:gd name="T102" fmla="*/ 256 w 353"/>
              <a:gd name="T103" fmla="*/ 171 h 353"/>
              <a:gd name="T104" fmla="*/ 233 w 353"/>
              <a:gd name="T105" fmla="*/ 168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353" h="353">
                <a:moveTo>
                  <a:pt x="321" y="0"/>
                </a:move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4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4" y="353"/>
                  <a:pt x="32" y="353"/>
                </a:cubicBezTo>
                <a:cubicBezTo>
                  <a:pt x="321" y="353"/>
                  <a:pt x="321" y="353"/>
                  <a:pt x="321" y="353"/>
                </a:cubicBezTo>
                <a:cubicBezTo>
                  <a:pt x="339" y="353"/>
                  <a:pt x="353" y="339"/>
                  <a:pt x="353" y="321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14"/>
                  <a:pt x="339" y="0"/>
                  <a:pt x="321" y="0"/>
                </a:cubicBezTo>
                <a:moveTo>
                  <a:pt x="337" y="321"/>
                </a:moveTo>
                <a:cubicBezTo>
                  <a:pt x="337" y="330"/>
                  <a:pt x="330" y="337"/>
                  <a:pt x="321" y="337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23" y="337"/>
                  <a:pt x="16" y="330"/>
                  <a:pt x="16" y="32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3"/>
                  <a:pt x="23" y="16"/>
                  <a:pt x="32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3"/>
                  <a:pt x="337" y="32"/>
                </a:cubicBezTo>
                <a:lnTo>
                  <a:pt x="337" y="321"/>
                </a:lnTo>
                <a:close/>
                <a:moveTo>
                  <a:pt x="177" y="80"/>
                </a:moveTo>
                <a:cubicBezTo>
                  <a:pt x="123" y="80"/>
                  <a:pt x="80" y="123"/>
                  <a:pt x="80" y="176"/>
                </a:cubicBezTo>
                <a:cubicBezTo>
                  <a:pt x="80" y="230"/>
                  <a:pt x="123" y="273"/>
                  <a:pt x="177" y="273"/>
                </a:cubicBezTo>
                <a:cubicBezTo>
                  <a:pt x="230" y="273"/>
                  <a:pt x="273" y="230"/>
                  <a:pt x="273" y="176"/>
                </a:cubicBezTo>
                <a:cubicBezTo>
                  <a:pt x="273" y="123"/>
                  <a:pt x="230" y="80"/>
                  <a:pt x="177" y="80"/>
                </a:cubicBezTo>
                <a:moveTo>
                  <a:pt x="177" y="96"/>
                </a:moveTo>
                <a:cubicBezTo>
                  <a:pt x="196" y="96"/>
                  <a:pt x="213" y="103"/>
                  <a:pt x="227" y="114"/>
                </a:cubicBezTo>
                <a:cubicBezTo>
                  <a:pt x="214" y="124"/>
                  <a:pt x="200" y="133"/>
                  <a:pt x="184" y="141"/>
                </a:cubicBezTo>
                <a:cubicBezTo>
                  <a:pt x="175" y="126"/>
                  <a:pt x="165" y="112"/>
                  <a:pt x="153" y="100"/>
                </a:cubicBezTo>
                <a:cubicBezTo>
                  <a:pt x="160" y="97"/>
                  <a:pt x="168" y="96"/>
                  <a:pt x="177" y="96"/>
                </a:cubicBezTo>
                <a:moveTo>
                  <a:pt x="137" y="107"/>
                </a:moveTo>
                <a:cubicBezTo>
                  <a:pt x="149" y="119"/>
                  <a:pt x="160" y="132"/>
                  <a:pt x="169" y="147"/>
                </a:cubicBezTo>
                <a:cubicBezTo>
                  <a:pt x="147" y="155"/>
                  <a:pt x="123" y="160"/>
                  <a:pt x="98" y="160"/>
                </a:cubicBezTo>
                <a:cubicBezTo>
                  <a:pt x="103" y="137"/>
                  <a:pt x="117" y="118"/>
                  <a:pt x="137" y="107"/>
                </a:cubicBezTo>
                <a:moveTo>
                  <a:pt x="96" y="176"/>
                </a:moveTo>
                <a:cubicBezTo>
                  <a:pt x="125" y="176"/>
                  <a:pt x="152" y="171"/>
                  <a:pt x="177" y="161"/>
                </a:cubicBezTo>
                <a:cubicBezTo>
                  <a:pt x="180" y="166"/>
                  <a:pt x="183" y="172"/>
                  <a:pt x="185" y="177"/>
                </a:cubicBezTo>
                <a:cubicBezTo>
                  <a:pt x="157" y="188"/>
                  <a:pt x="134" y="207"/>
                  <a:pt x="118" y="231"/>
                </a:cubicBezTo>
                <a:cubicBezTo>
                  <a:pt x="105" y="217"/>
                  <a:pt x="96" y="198"/>
                  <a:pt x="96" y="176"/>
                </a:cubicBezTo>
                <a:moveTo>
                  <a:pt x="177" y="257"/>
                </a:moveTo>
                <a:cubicBezTo>
                  <a:pt x="159" y="257"/>
                  <a:pt x="143" y="251"/>
                  <a:pt x="130" y="242"/>
                </a:cubicBezTo>
                <a:cubicBezTo>
                  <a:pt x="144" y="219"/>
                  <a:pt x="165" y="202"/>
                  <a:pt x="190" y="192"/>
                </a:cubicBezTo>
                <a:cubicBezTo>
                  <a:pt x="197" y="211"/>
                  <a:pt x="200" y="232"/>
                  <a:pt x="200" y="253"/>
                </a:cubicBezTo>
                <a:cubicBezTo>
                  <a:pt x="193" y="255"/>
                  <a:pt x="185" y="257"/>
                  <a:pt x="177" y="257"/>
                </a:cubicBezTo>
                <a:moveTo>
                  <a:pt x="216" y="246"/>
                </a:moveTo>
                <a:cubicBezTo>
                  <a:pt x="215" y="226"/>
                  <a:pt x="212" y="206"/>
                  <a:pt x="206" y="187"/>
                </a:cubicBezTo>
                <a:cubicBezTo>
                  <a:pt x="214" y="185"/>
                  <a:pt x="223" y="184"/>
                  <a:pt x="233" y="184"/>
                </a:cubicBezTo>
                <a:cubicBezTo>
                  <a:pt x="241" y="184"/>
                  <a:pt x="248" y="185"/>
                  <a:pt x="256" y="187"/>
                </a:cubicBezTo>
                <a:cubicBezTo>
                  <a:pt x="253" y="212"/>
                  <a:pt x="237" y="234"/>
                  <a:pt x="216" y="246"/>
                </a:cubicBezTo>
                <a:moveTo>
                  <a:pt x="233" y="168"/>
                </a:moveTo>
                <a:cubicBezTo>
                  <a:pt x="221" y="168"/>
                  <a:pt x="211" y="170"/>
                  <a:pt x="200" y="172"/>
                </a:cubicBezTo>
                <a:cubicBezTo>
                  <a:pt x="198" y="166"/>
                  <a:pt x="195" y="161"/>
                  <a:pt x="192" y="155"/>
                </a:cubicBezTo>
                <a:cubicBezTo>
                  <a:pt x="209" y="147"/>
                  <a:pt x="224" y="137"/>
                  <a:pt x="239" y="125"/>
                </a:cubicBezTo>
                <a:cubicBezTo>
                  <a:pt x="249" y="138"/>
                  <a:pt x="255" y="154"/>
                  <a:pt x="256" y="171"/>
                </a:cubicBezTo>
                <a:cubicBezTo>
                  <a:pt x="249" y="169"/>
                  <a:pt x="241" y="168"/>
                  <a:pt x="233" y="168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9" name="Freeform 29"/>
          <p:cNvSpPr>
            <a:spLocks noEditPoints="1"/>
          </p:cNvSpPr>
          <p:nvPr/>
        </p:nvSpPr>
        <p:spPr bwMode="auto">
          <a:xfrm>
            <a:off x="5312834" y="3141134"/>
            <a:ext cx="469900" cy="573617"/>
          </a:xfrm>
          <a:custGeom>
            <a:avLst/>
            <a:gdLst>
              <a:gd name="T0" fmla="*/ 133 w 289"/>
              <a:gd name="T1" fmla="*/ 210 h 353"/>
              <a:gd name="T2" fmla="*/ 154 w 289"/>
              <a:gd name="T3" fmla="*/ 207 h 353"/>
              <a:gd name="T4" fmla="*/ 142 w 289"/>
              <a:gd name="T5" fmla="*/ 192 h 353"/>
              <a:gd name="T6" fmla="*/ 136 w 289"/>
              <a:gd name="T7" fmla="*/ 230 h 353"/>
              <a:gd name="T8" fmla="*/ 137 w 289"/>
              <a:gd name="T9" fmla="*/ 246 h 353"/>
              <a:gd name="T10" fmla="*/ 119 w 289"/>
              <a:gd name="T11" fmla="*/ 254 h 353"/>
              <a:gd name="T12" fmla="*/ 160 w 289"/>
              <a:gd name="T13" fmla="*/ 238 h 353"/>
              <a:gd name="T14" fmla="*/ 91 w 289"/>
              <a:gd name="T15" fmla="*/ 192 h 353"/>
              <a:gd name="T16" fmla="*/ 73 w 289"/>
              <a:gd name="T17" fmla="*/ 257 h 353"/>
              <a:gd name="T18" fmla="*/ 86 w 289"/>
              <a:gd name="T19" fmla="*/ 234 h 353"/>
              <a:gd name="T20" fmla="*/ 110 w 289"/>
              <a:gd name="T21" fmla="*/ 227 h 353"/>
              <a:gd name="T22" fmla="*/ 109 w 289"/>
              <a:gd name="T23" fmla="*/ 198 h 353"/>
              <a:gd name="T24" fmla="*/ 91 w 289"/>
              <a:gd name="T25" fmla="*/ 223 h 353"/>
              <a:gd name="T26" fmla="*/ 86 w 289"/>
              <a:gd name="T27" fmla="*/ 204 h 353"/>
              <a:gd name="T28" fmla="*/ 102 w 289"/>
              <a:gd name="T29" fmla="*/ 213 h 353"/>
              <a:gd name="T30" fmla="*/ 209 w 289"/>
              <a:gd name="T31" fmla="*/ 0 h 353"/>
              <a:gd name="T32" fmla="*/ 0 w 289"/>
              <a:gd name="T33" fmla="*/ 32 h 353"/>
              <a:gd name="T34" fmla="*/ 32 w 289"/>
              <a:gd name="T35" fmla="*/ 353 h 353"/>
              <a:gd name="T36" fmla="*/ 289 w 289"/>
              <a:gd name="T37" fmla="*/ 321 h 353"/>
              <a:gd name="T38" fmla="*/ 209 w 289"/>
              <a:gd name="T39" fmla="*/ 0 h 353"/>
              <a:gd name="T40" fmla="*/ 257 w 289"/>
              <a:gd name="T41" fmla="*/ 337 h 353"/>
              <a:gd name="T42" fmla="*/ 16 w 289"/>
              <a:gd name="T43" fmla="*/ 321 h 353"/>
              <a:gd name="T44" fmla="*/ 32 w 289"/>
              <a:gd name="T45" fmla="*/ 16 h 353"/>
              <a:gd name="T46" fmla="*/ 177 w 289"/>
              <a:gd name="T47" fmla="*/ 96 h 353"/>
              <a:gd name="T48" fmla="*/ 273 w 289"/>
              <a:gd name="T49" fmla="*/ 112 h 353"/>
              <a:gd name="T50" fmla="*/ 193 w 289"/>
              <a:gd name="T51" fmla="*/ 96 h 353"/>
              <a:gd name="T52" fmla="*/ 201 w 289"/>
              <a:gd name="T53" fmla="*/ 16 h 353"/>
              <a:gd name="T54" fmla="*/ 193 w 289"/>
              <a:gd name="T55" fmla="*/ 96 h 353"/>
              <a:gd name="T56" fmla="*/ 169 w 289"/>
              <a:gd name="T57" fmla="*/ 256 h 353"/>
              <a:gd name="T58" fmla="*/ 212 w 289"/>
              <a:gd name="T59" fmla="*/ 249 h 353"/>
              <a:gd name="T60" fmla="*/ 212 w 289"/>
              <a:gd name="T61" fmla="*/ 199 h 353"/>
              <a:gd name="T62" fmla="*/ 169 w 289"/>
              <a:gd name="T63" fmla="*/ 194 h 353"/>
              <a:gd name="T64" fmla="*/ 188 w 289"/>
              <a:gd name="T65" fmla="*/ 246 h 353"/>
              <a:gd name="T66" fmla="*/ 183 w 289"/>
              <a:gd name="T67" fmla="*/ 204 h 353"/>
              <a:gd name="T68" fmla="*/ 208 w 289"/>
              <a:gd name="T69" fmla="*/ 224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289" h="353">
                <a:moveTo>
                  <a:pt x="144" y="219"/>
                </a:moveTo>
                <a:cubicBezTo>
                  <a:pt x="137" y="216"/>
                  <a:pt x="133" y="214"/>
                  <a:pt x="133" y="210"/>
                </a:cubicBezTo>
                <a:cubicBezTo>
                  <a:pt x="133" y="207"/>
                  <a:pt x="136" y="204"/>
                  <a:pt x="142" y="204"/>
                </a:cubicBezTo>
                <a:cubicBezTo>
                  <a:pt x="148" y="204"/>
                  <a:pt x="152" y="206"/>
                  <a:pt x="154" y="207"/>
                </a:cubicBezTo>
                <a:cubicBezTo>
                  <a:pt x="157" y="195"/>
                  <a:pt x="157" y="195"/>
                  <a:pt x="157" y="195"/>
                </a:cubicBezTo>
                <a:cubicBezTo>
                  <a:pt x="154" y="193"/>
                  <a:pt x="149" y="192"/>
                  <a:pt x="142" y="192"/>
                </a:cubicBezTo>
                <a:cubicBezTo>
                  <a:pt x="128" y="192"/>
                  <a:pt x="120" y="200"/>
                  <a:pt x="120" y="211"/>
                </a:cubicBezTo>
                <a:cubicBezTo>
                  <a:pt x="120" y="220"/>
                  <a:pt x="126" y="226"/>
                  <a:pt x="136" y="230"/>
                </a:cubicBezTo>
                <a:cubicBezTo>
                  <a:pt x="143" y="233"/>
                  <a:pt x="146" y="235"/>
                  <a:pt x="146" y="239"/>
                </a:cubicBezTo>
                <a:cubicBezTo>
                  <a:pt x="146" y="243"/>
                  <a:pt x="143" y="246"/>
                  <a:pt x="137" y="246"/>
                </a:cubicBezTo>
                <a:cubicBezTo>
                  <a:pt x="131" y="246"/>
                  <a:pt x="125" y="244"/>
                  <a:pt x="122" y="242"/>
                </a:cubicBezTo>
                <a:cubicBezTo>
                  <a:pt x="119" y="254"/>
                  <a:pt x="119" y="254"/>
                  <a:pt x="119" y="254"/>
                </a:cubicBezTo>
                <a:cubicBezTo>
                  <a:pt x="122" y="256"/>
                  <a:pt x="129" y="258"/>
                  <a:pt x="136" y="258"/>
                </a:cubicBezTo>
                <a:cubicBezTo>
                  <a:pt x="152" y="258"/>
                  <a:pt x="160" y="248"/>
                  <a:pt x="160" y="238"/>
                </a:cubicBezTo>
                <a:cubicBezTo>
                  <a:pt x="160" y="229"/>
                  <a:pt x="155" y="223"/>
                  <a:pt x="144" y="219"/>
                </a:cubicBezTo>
                <a:moveTo>
                  <a:pt x="91" y="192"/>
                </a:moveTo>
                <a:cubicBezTo>
                  <a:pt x="83" y="192"/>
                  <a:pt x="77" y="193"/>
                  <a:pt x="73" y="194"/>
                </a:cubicBezTo>
                <a:cubicBezTo>
                  <a:pt x="73" y="257"/>
                  <a:pt x="73" y="257"/>
                  <a:pt x="73" y="257"/>
                </a:cubicBezTo>
                <a:cubicBezTo>
                  <a:pt x="86" y="257"/>
                  <a:pt x="86" y="257"/>
                  <a:pt x="86" y="257"/>
                </a:cubicBezTo>
                <a:cubicBezTo>
                  <a:pt x="86" y="234"/>
                  <a:pt x="86" y="234"/>
                  <a:pt x="86" y="234"/>
                </a:cubicBezTo>
                <a:cubicBezTo>
                  <a:pt x="88" y="234"/>
                  <a:pt x="89" y="234"/>
                  <a:pt x="91" y="234"/>
                </a:cubicBezTo>
                <a:cubicBezTo>
                  <a:pt x="99" y="234"/>
                  <a:pt x="106" y="232"/>
                  <a:pt x="110" y="227"/>
                </a:cubicBezTo>
                <a:cubicBezTo>
                  <a:pt x="114" y="224"/>
                  <a:pt x="116" y="219"/>
                  <a:pt x="116" y="212"/>
                </a:cubicBezTo>
                <a:cubicBezTo>
                  <a:pt x="116" y="206"/>
                  <a:pt x="113" y="201"/>
                  <a:pt x="109" y="198"/>
                </a:cubicBezTo>
                <a:cubicBezTo>
                  <a:pt x="105" y="194"/>
                  <a:pt x="100" y="192"/>
                  <a:pt x="91" y="192"/>
                </a:cubicBezTo>
                <a:moveTo>
                  <a:pt x="91" y="223"/>
                </a:moveTo>
                <a:cubicBezTo>
                  <a:pt x="89" y="223"/>
                  <a:pt x="88" y="223"/>
                  <a:pt x="86" y="223"/>
                </a:cubicBezTo>
                <a:cubicBezTo>
                  <a:pt x="86" y="204"/>
                  <a:pt x="86" y="204"/>
                  <a:pt x="86" y="204"/>
                </a:cubicBezTo>
                <a:cubicBezTo>
                  <a:pt x="87" y="204"/>
                  <a:pt x="89" y="203"/>
                  <a:pt x="92" y="203"/>
                </a:cubicBezTo>
                <a:cubicBezTo>
                  <a:pt x="99" y="203"/>
                  <a:pt x="102" y="207"/>
                  <a:pt x="102" y="213"/>
                </a:cubicBezTo>
                <a:cubicBezTo>
                  <a:pt x="102" y="219"/>
                  <a:pt x="98" y="223"/>
                  <a:pt x="91" y="223"/>
                </a:cubicBezTo>
                <a:moveTo>
                  <a:pt x="209" y="0"/>
                </a:moveTo>
                <a:cubicBezTo>
                  <a:pt x="32" y="0"/>
                  <a:pt x="32" y="0"/>
                  <a:pt x="32" y="0"/>
                </a:cubicBezTo>
                <a:cubicBezTo>
                  <a:pt x="15" y="0"/>
                  <a:pt x="0" y="14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5" y="353"/>
                  <a:pt x="32" y="353"/>
                </a:cubicBezTo>
                <a:cubicBezTo>
                  <a:pt x="257" y="353"/>
                  <a:pt x="257" y="353"/>
                  <a:pt x="257" y="353"/>
                </a:cubicBezTo>
                <a:cubicBezTo>
                  <a:pt x="275" y="353"/>
                  <a:pt x="289" y="339"/>
                  <a:pt x="289" y="321"/>
                </a:cubicBezTo>
                <a:cubicBezTo>
                  <a:pt x="289" y="88"/>
                  <a:pt x="289" y="88"/>
                  <a:pt x="289" y="88"/>
                </a:cubicBezTo>
                <a:lnTo>
                  <a:pt x="209" y="0"/>
                </a:lnTo>
                <a:close/>
                <a:moveTo>
                  <a:pt x="273" y="321"/>
                </a:moveTo>
                <a:cubicBezTo>
                  <a:pt x="273" y="330"/>
                  <a:pt x="266" y="337"/>
                  <a:pt x="257" y="337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24" y="337"/>
                  <a:pt x="16" y="330"/>
                  <a:pt x="16" y="32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3"/>
                  <a:pt x="24" y="16"/>
                  <a:pt x="32" y="16"/>
                </a:cubicBezTo>
                <a:cubicBezTo>
                  <a:pt x="177" y="16"/>
                  <a:pt x="177" y="16"/>
                  <a:pt x="177" y="16"/>
                </a:cubicBezTo>
                <a:cubicBezTo>
                  <a:pt x="177" y="96"/>
                  <a:pt x="177" y="96"/>
                  <a:pt x="177" y="96"/>
                </a:cubicBezTo>
                <a:cubicBezTo>
                  <a:pt x="177" y="105"/>
                  <a:pt x="184" y="112"/>
                  <a:pt x="193" y="112"/>
                </a:cubicBezTo>
                <a:cubicBezTo>
                  <a:pt x="273" y="112"/>
                  <a:pt x="273" y="112"/>
                  <a:pt x="273" y="112"/>
                </a:cubicBezTo>
                <a:lnTo>
                  <a:pt x="273" y="321"/>
                </a:lnTo>
                <a:close/>
                <a:moveTo>
                  <a:pt x="193" y="96"/>
                </a:moveTo>
                <a:cubicBezTo>
                  <a:pt x="193" y="16"/>
                  <a:pt x="193" y="16"/>
                  <a:pt x="193" y="16"/>
                </a:cubicBezTo>
                <a:cubicBezTo>
                  <a:pt x="201" y="16"/>
                  <a:pt x="201" y="16"/>
                  <a:pt x="201" y="16"/>
                </a:cubicBezTo>
                <a:cubicBezTo>
                  <a:pt x="273" y="96"/>
                  <a:pt x="273" y="96"/>
                  <a:pt x="273" y="96"/>
                </a:cubicBezTo>
                <a:lnTo>
                  <a:pt x="193" y="96"/>
                </a:lnTo>
                <a:close/>
                <a:moveTo>
                  <a:pt x="169" y="194"/>
                </a:moveTo>
                <a:cubicBezTo>
                  <a:pt x="169" y="256"/>
                  <a:pt x="169" y="256"/>
                  <a:pt x="169" y="256"/>
                </a:cubicBezTo>
                <a:cubicBezTo>
                  <a:pt x="173" y="257"/>
                  <a:pt x="178" y="257"/>
                  <a:pt x="185" y="257"/>
                </a:cubicBezTo>
                <a:cubicBezTo>
                  <a:pt x="196" y="257"/>
                  <a:pt x="206" y="255"/>
                  <a:pt x="212" y="249"/>
                </a:cubicBezTo>
                <a:cubicBezTo>
                  <a:pt x="218" y="244"/>
                  <a:pt x="222" y="235"/>
                  <a:pt x="222" y="223"/>
                </a:cubicBezTo>
                <a:cubicBezTo>
                  <a:pt x="222" y="212"/>
                  <a:pt x="218" y="204"/>
                  <a:pt x="212" y="199"/>
                </a:cubicBezTo>
                <a:cubicBezTo>
                  <a:pt x="206" y="195"/>
                  <a:pt x="199" y="192"/>
                  <a:pt x="188" y="192"/>
                </a:cubicBezTo>
                <a:cubicBezTo>
                  <a:pt x="181" y="192"/>
                  <a:pt x="174" y="193"/>
                  <a:pt x="169" y="194"/>
                </a:cubicBezTo>
                <a:moveTo>
                  <a:pt x="208" y="224"/>
                </a:moveTo>
                <a:cubicBezTo>
                  <a:pt x="208" y="239"/>
                  <a:pt x="200" y="246"/>
                  <a:pt x="188" y="246"/>
                </a:cubicBezTo>
                <a:cubicBezTo>
                  <a:pt x="186" y="246"/>
                  <a:pt x="184" y="246"/>
                  <a:pt x="183" y="246"/>
                </a:cubicBezTo>
                <a:cubicBezTo>
                  <a:pt x="183" y="204"/>
                  <a:pt x="183" y="204"/>
                  <a:pt x="183" y="204"/>
                </a:cubicBezTo>
                <a:cubicBezTo>
                  <a:pt x="184" y="204"/>
                  <a:pt x="186" y="204"/>
                  <a:pt x="189" y="204"/>
                </a:cubicBezTo>
                <a:cubicBezTo>
                  <a:pt x="201" y="204"/>
                  <a:pt x="208" y="211"/>
                  <a:pt x="208" y="224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0" name="Freeform 30"/>
          <p:cNvSpPr>
            <a:spLocks noEditPoints="1"/>
          </p:cNvSpPr>
          <p:nvPr/>
        </p:nvSpPr>
        <p:spPr bwMode="auto">
          <a:xfrm>
            <a:off x="6411385" y="3141134"/>
            <a:ext cx="469900" cy="573617"/>
          </a:xfrm>
          <a:custGeom>
            <a:avLst/>
            <a:gdLst>
              <a:gd name="T0" fmla="*/ 126 w 289"/>
              <a:gd name="T1" fmla="*/ 193 h 353"/>
              <a:gd name="T2" fmla="*/ 108 w 289"/>
              <a:gd name="T3" fmla="*/ 257 h 353"/>
              <a:gd name="T4" fmla="*/ 122 w 289"/>
              <a:gd name="T5" fmla="*/ 257 h 353"/>
              <a:gd name="T6" fmla="*/ 126 w 289"/>
              <a:gd name="T7" fmla="*/ 240 h 353"/>
              <a:gd name="T8" fmla="*/ 143 w 289"/>
              <a:gd name="T9" fmla="*/ 240 h 353"/>
              <a:gd name="T10" fmla="*/ 148 w 289"/>
              <a:gd name="T11" fmla="*/ 257 h 353"/>
              <a:gd name="T12" fmla="*/ 163 w 289"/>
              <a:gd name="T13" fmla="*/ 257 h 353"/>
              <a:gd name="T14" fmla="*/ 144 w 289"/>
              <a:gd name="T15" fmla="*/ 193 h 353"/>
              <a:gd name="T16" fmla="*/ 126 w 289"/>
              <a:gd name="T17" fmla="*/ 193 h 353"/>
              <a:gd name="T18" fmla="*/ 128 w 289"/>
              <a:gd name="T19" fmla="*/ 230 h 353"/>
              <a:gd name="T20" fmla="*/ 132 w 289"/>
              <a:gd name="T21" fmla="*/ 216 h 353"/>
              <a:gd name="T22" fmla="*/ 135 w 289"/>
              <a:gd name="T23" fmla="*/ 204 h 353"/>
              <a:gd name="T24" fmla="*/ 135 w 289"/>
              <a:gd name="T25" fmla="*/ 204 h 353"/>
              <a:gd name="T26" fmla="*/ 138 w 289"/>
              <a:gd name="T27" fmla="*/ 216 h 353"/>
              <a:gd name="T28" fmla="*/ 142 w 289"/>
              <a:gd name="T29" fmla="*/ 230 h 353"/>
              <a:gd name="T30" fmla="*/ 128 w 289"/>
              <a:gd name="T31" fmla="*/ 230 h 353"/>
              <a:gd name="T32" fmla="*/ 208 w 289"/>
              <a:gd name="T33" fmla="*/ 0 h 353"/>
              <a:gd name="T34" fmla="*/ 32 w 289"/>
              <a:gd name="T35" fmla="*/ 0 h 353"/>
              <a:gd name="T36" fmla="*/ 0 w 289"/>
              <a:gd name="T37" fmla="*/ 32 h 353"/>
              <a:gd name="T38" fmla="*/ 0 w 289"/>
              <a:gd name="T39" fmla="*/ 321 h 353"/>
              <a:gd name="T40" fmla="*/ 32 w 289"/>
              <a:gd name="T41" fmla="*/ 353 h 353"/>
              <a:gd name="T42" fmla="*/ 257 w 289"/>
              <a:gd name="T43" fmla="*/ 353 h 353"/>
              <a:gd name="T44" fmla="*/ 289 w 289"/>
              <a:gd name="T45" fmla="*/ 321 h 353"/>
              <a:gd name="T46" fmla="*/ 289 w 289"/>
              <a:gd name="T47" fmla="*/ 88 h 353"/>
              <a:gd name="T48" fmla="*/ 208 w 289"/>
              <a:gd name="T49" fmla="*/ 0 h 353"/>
              <a:gd name="T50" fmla="*/ 273 w 289"/>
              <a:gd name="T51" fmla="*/ 321 h 353"/>
              <a:gd name="T52" fmla="*/ 257 w 289"/>
              <a:gd name="T53" fmla="*/ 337 h 353"/>
              <a:gd name="T54" fmla="*/ 32 w 289"/>
              <a:gd name="T55" fmla="*/ 337 h 353"/>
              <a:gd name="T56" fmla="*/ 16 w 289"/>
              <a:gd name="T57" fmla="*/ 321 h 353"/>
              <a:gd name="T58" fmla="*/ 16 w 289"/>
              <a:gd name="T59" fmla="*/ 32 h 353"/>
              <a:gd name="T60" fmla="*/ 32 w 289"/>
              <a:gd name="T61" fmla="*/ 16 h 353"/>
              <a:gd name="T62" fmla="*/ 176 w 289"/>
              <a:gd name="T63" fmla="*/ 16 h 353"/>
              <a:gd name="T64" fmla="*/ 176 w 289"/>
              <a:gd name="T65" fmla="*/ 96 h 353"/>
              <a:gd name="T66" fmla="*/ 192 w 289"/>
              <a:gd name="T67" fmla="*/ 112 h 353"/>
              <a:gd name="T68" fmla="*/ 273 w 289"/>
              <a:gd name="T69" fmla="*/ 112 h 353"/>
              <a:gd name="T70" fmla="*/ 273 w 289"/>
              <a:gd name="T71" fmla="*/ 321 h 353"/>
              <a:gd name="T72" fmla="*/ 192 w 289"/>
              <a:gd name="T73" fmla="*/ 96 h 353"/>
              <a:gd name="T74" fmla="*/ 192 w 289"/>
              <a:gd name="T75" fmla="*/ 16 h 353"/>
              <a:gd name="T76" fmla="*/ 200 w 289"/>
              <a:gd name="T77" fmla="*/ 16 h 353"/>
              <a:gd name="T78" fmla="*/ 273 w 289"/>
              <a:gd name="T79" fmla="*/ 96 h 353"/>
              <a:gd name="T80" fmla="*/ 192 w 289"/>
              <a:gd name="T81" fmla="*/ 96 h 353"/>
              <a:gd name="T82" fmla="*/ 169 w 289"/>
              <a:gd name="T83" fmla="*/ 257 h 353"/>
              <a:gd name="T84" fmla="*/ 182 w 289"/>
              <a:gd name="T85" fmla="*/ 257 h 353"/>
              <a:gd name="T86" fmla="*/ 182 w 289"/>
              <a:gd name="T87" fmla="*/ 193 h 353"/>
              <a:gd name="T88" fmla="*/ 169 w 289"/>
              <a:gd name="T89" fmla="*/ 193 h 353"/>
              <a:gd name="T90" fmla="*/ 169 w 289"/>
              <a:gd name="T91" fmla="*/ 257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289" h="353">
                <a:moveTo>
                  <a:pt x="126" y="193"/>
                </a:moveTo>
                <a:cubicBezTo>
                  <a:pt x="108" y="257"/>
                  <a:pt x="108" y="257"/>
                  <a:pt x="108" y="257"/>
                </a:cubicBezTo>
                <a:cubicBezTo>
                  <a:pt x="122" y="257"/>
                  <a:pt x="122" y="257"/>
                  <a:pt x="122" y="257"/>
                </a:cubicBezTo>
                <a:cubicBezTo>
                  <a:pt x="126" y="240"/>
                  <a:pt x="126" y="240"/>
                  <a:pt x="126" y="240"/>
                </a:cubicBezTo>
                <a:cubicBezTo>
                  <a:pt x="143" y="240"/>
                  <a:pt x="143" y="240"/>
                  <a:pt x="143" y="240"/>
                </a:cubicBezTo>
                <a:cubicBezTo>
                  <a:pt x="148" y="257"/>
                  <a:pt x="148" y="257"/>
                  <a:pt x="148" y="257"/>
                </a:cubicBezTo>
                <a:cubicBezTo>
                  <a:pt x="163" y="257"/>
                  <a:pt x="163" y="257"/>
                  <a:pt x="163" y="257"/>
                </a:cubicBezTo>
                <a:cubicBezTo>
                  <a:pt x="144" y="193"/>
                  <a:pt x="144" y="193"/>
                  <a:pt x="144" y="193"/>
                </a:cubicBezTo>
                <a:lnTo>
                  <a:pt x="126" y="193"/>
                </a:lnTo>
                <a:close/>
                <a:moveTo>
                  <a:pt x="128" y="230"/>
                </a:moveTo>
                <a:cubicBezTo>
                  <a:pt x="132" y="216"/>
                  <a:pt x="132" y="216"/>
                  <a:pt x="132" y="216"/>
                </a:cubicBezTo>
                <a:cubicBezTo>
                  <a:pt x="133" y="212"/>
                  <a:pt x="134" y="207"/>
                  <a:pt x="135" y="204"/>
                </a:cubicBezTo>
                <a:cubicBezTo>
                  <a:pt x="135" y="204"/>
                  <a:pt x="135" y="204"/>
                  <a:pt x="135" y="204"/>
                </a:cubicBezTo>
                <a:cubicBezTo>
                  <a:pt x="136" y="207"/>
                  <a:pt x="137" y="212"/>
                  <a:pt x="138" y="216"/>
                </a:cubicBezTo>
                <a:cubicBezTo>
                  <a:pt x="142" y="230"/>
                  <a:pt x="142" y="230"/>
                  <a:pt x="142" y="230"/>
                </a:cubicBezTo>
                <a:lnTo>
                  <a:pt x="128" y="230"/>
                </a:lnTo>
                <a:close/>
                <a:moveTo>
                  <a:pt x="208" y="0"/>
                </a:move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4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4" y="353"/>
                  <a:pt x="32" y="353"/>
                </a:cubicBezTo>
                <a:cubicBezTo>
                  <a:pt x="257" y="353"/>
                  <a:pt x="257" y="353"/>
                  <a:pt x="257" y="353"/>
                </a:cubicBezTo>
                <a:cubicBezTo>
                  <a:pt x="274" y="353"/>
                  <a:pt x="289" y="339"/>
                  <a:pt x="289" y="321"/>
                </a:cubicBezTo>
                <a:cubicBezTo>
                  <a:pt x="289" y="88"/>
                  <a:pt x="289" y="88"/>
                  <a:pt x="289" y="88"/>
                </a:cubicBezTo>
                <a:lnTo>
                  <a:pt x="208" y="0"/>
                </a:lnTo>
                <a:close/>
                <a:moveTo>
                  <a:pt x="273" y="321"/>
                </a:moveTo>
                <a:cubicBezTo>
                  <a:pt x="273" y="330"/>
                  <a:pt x="265" y="337"/>
                  <a:pt x="257" y="337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23" y="337"/>
                  <a:pt x="16" y="330"/>
                  <a:pt x="16" y="32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3"/>
                  <a:pt x="23" y="16"/>
                  <a:pt x="32" y="16"/>
                </a:cubicBezTo>
                <a:cubicBezTo>
                  <a:pt x="176" y="16"/>
                  <a:pt x="176" y="16"/>
                  <a:pt x="176" y="16"/>
                </a:cubicBezTo>
                <a:cubicBezTo>
                  <a:pt x="176" y="96"/>
                  <a:pt x="176" y="96"/>
                  <a:pt x="176" y="96"/>
                </a:cubicBezTo>
                <a:cubicBezTo>
                  <a:pt x="176" y="105"/>
                  <a:pt x="183" y="112"/>
                  <a:pt x="192" y="112"/>
                </a:cubicBezTo>
                <a:cubicBezTo>
                  <a:pt x="273" y="112"/>
                  <a:pt x="273" y="112"/>
                  <a:pt x="273" y="112"/>
                </a:cubicBezTo>
                <a:lnTo>
                  <a:pt x="273" y="321"/>
                </a:lnTo>
                <a:close/>
                <a:moveTo>
                  <a:pt x="192" y="96"/>
                </a:moveTo>
                <a:cubicBezTo>
                  <a:pt x="192" y="16"/>
                  <a:pt x="192" y="16"/>
                  <a:pt x="192" y="16"/>
                </a:cubicBezTo>
                <a:cubicBezTo>
                  <a:pt x="200" y="16"/>
                  <a:pt x="200" y="16"/>
                  <a:pt x="200" y="16"/>
                </a:cubicBezTo>
                <a:cubicBezTo>
                  <a:pt x="273" y="96"/>
                  <a:pt x="273" y="96"/>
                  <a:pt x="273" y="96"/>
                </a:cubicBezTo>
                <a:lnTo>
                  <a:pt x="192" y="96"/>
                </a:lnTo>
                <a:close/>
                <a:moveTo>
                  <a:pt x="169" y="257"/>
                </a:moveTo>
                <a:cubicBezTo>
                  <a:pt x="182" y="257"/>
                  <a:pt x="182" y="257"/>
                  <a:pt x="182" y="257"/>
                </a:cubicBezTo>
                <a:cubicBezTo>
                  <a:pt x="182" y="193"/>
                  <a:pt x="182" y="193"/>
                  <a:pt x="182" y="193"/>
                </a:cubicBezTo>
                <a:cubicBezTo>
                  <a:pt x="169" y="193"/>
                  <a:pt x="169" y="193"/>
                  <a:pt x="169" y="193"/>
                </a:cubicBezTo>
                <a:lnTo>
                  <a:pt x="169" y="25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1" name="Freeform 31"/>
          <p:cNvSpPr>
            <a:spLocks noEditPoints="1"/>
          </p:cNvSpPr>
          <p:nvPr/>
        </p:nvSpPr>
        <p:spPr bwMode="auto">
          <a:xfrm>
            <a:off x="7505701" y="3141134"/>
            <a:ext cx="469900" cy="573617"/>
          </a:xfrm>
          <a:custGeom>
            <a:avLst/>
            <a:gdLst>
              <a:gd name="T0" fmla="*/ 73 w 289"/>
              <a:gd name="T1" fmla="*/ 194 h 353"/>
              <a:gd name="T2" fmla="*/ 86 w 289"/>
              <a:gd name="T3" fmla="*/ 257 h 353"/>
              <a:gd name="T4" fmla="*/ 91 w 289"/>
              <a:gd name="T5" fmla="*/ 234 h 353"/>
              <a:gd name="T6" fmla="*/ 115 w 289"/>
              <a:gd name="T7" fmla="*/ 212 h 353"/>
              <a:gd name="T8" fmla="*/ 91 w 289"/>
              <a:gd name="T9" fmla="*/ 192 h 353"/>
              <a:gd name="T10" fmla="*/ 86 w 289"/>
              <a:gd name="T11" fmla="*/ 223 h 353"/>
              <a:gd name="T12" fmla="*/ 92 w 289"/>
              <a:gd name="T13" fmla="*/ 203 h 353"/>
              <a:gd name="T14" fmla="*/ 91 w 289"/>
              <a:gd name="T15" fmla="*/ 223 h 353"/>
              <a:gd name="T16" fmla="*/ 121 w 289"/>
              <a:gd name="T17" fmla="*/ 194 h 353"/>
              <a:gd name="T18" fmla="*/ 136 w 289"/>
              <a:gd name="T19" fmla="*/ 257 h 353"/>
              <a:gd name="T20" fmla="*/ 174 w 289"/>
              <a:gd name="T21" fmla="*/ 223 h 353"/>
              <a:gd name="T22" fmla="*/ 139 w 289"/>
              <a:gd name="T23" fmla="*/ 192 h 353"/>
              <a:gd name="T24" fmla="*/ 134 w 289"/>
              <a:gd name="T25" fmla="*/ 246 h 353"/>
              <a:gd name="T26" fmla="*/ 141 w 289"/>
              <a:gd name="T27" fmla="*/ 204 h 353"/>
              <a:gd name="T28" fmla="*/ 139 w 289"/>
              <a:gd name="T29" fmla="*/ 246 h 353"/>
              <a:gd name="T30" fmla="*/ 32 w 289"/>
              <a:gd name="T31" fmla="*/ 0 h 353"/>
              <a:gd name="T32" fmla="*/ 0 w 289"/>
              <a:gd name="T33" fmla="*/ 321 h 353"/>
              <a:gd name="T34" fmla="*/ 257 w 289"/>
              <a:gd name="T35" fmla="*/ 353 h 353"/>
              <a:gd name="T36" fmla="*/ 289 w 289"/>
              <a:gd name="T37" fmla="*/ 88 h 353"/>
              <a:gd name="T38" fmla="*/ 273 w 289"/>
              <a:gd name="T39" fmla="*/ 321 h 353"/>
              <a:gd name="T40" fmla="*/ 32 w 289"/>
              <a:gd name="T41" fmla="*/ 337 h 353"/>
              <a:gd name="T42" fmla="*/ 16 w 289"/>
              <a:gd name="T43" fmla="*/ 32 h 353"/>
              <a:gd name="T44" fmla="*/ 177 w 289"/>
              <a:gd name="T45" fmla="*/ 16 h 353"/>
              <a:gd name="T46" fmla="*/ 193 w 289"/>
              <a:gd name="T47" fmla="*/ 112 h 353"/>
              <a:gd name="T48" fmla="*/ 273 w 289"/>
              <a:gd name="T49" fmla="*/ 321 h 353"/>
              <a:gd name="T50" fmla="*/ 193 w 289"/>
              <a:gd name="T51" fmla="*/ 16 h 353"/>
              <a:gd name="T52" fmla="*/ 273 w 289"/>
              <a:gd name="T53" fmla="*/ 96 h 353"/>
              <a:gd name="T54" fmla="*/ 185 w 289"/>
              <a:gd name="T55" fmla="*/ 257 h 353"/>
              <a:gd name="T56" fmla="*/ 199 w 289"/>
              <a:gd name="T57" fmla="*/ 231 h 353"/>
              <a:gd name="T58" fmla="*/ 220 w 289"/>
              <a:gd name="T59" fmla="*/ 219 h 353"/>
              <a:gd name="T60" fmla="*/ 199 w 289"/>
              <a:gd name="T61" fmla="*/ 205 h 353"/>
              <a:gd name="T62" fmla="*/ 222 w 289"/>
              <a:gd name="T63" fmla="*/ 193 h 353"/>
              <a:gd name="T64" fmla="*/ 185 w 289"/>
              <a:gd name="T65" fmla="*/ 257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289" h="353">
                <a:moveTo>
                  <a:pt x="91" y="192"/>
                </a:moveTo>
                <a:cubicBezTo>
                  <a:pt x="83" y="192"/>
                  <a:pt x="77" y="193"/>
                  <a:pt x="73" y="194"/>
                </a:cubicBezTo>
                <a:cubicBezTo>
                  <a:pt x="73" y="257"/>
                  <a:pt x="73" y="257"/>
                  <a:pt x="73" y="257"/>
                </a:cubicBezTo>
                <a:cubicBezTo>
                  <a:pt x="86" y="257"/>
                  <a:pt x="86" y="257"/>
                  <a:pt x="86" y="257"/>
                </a:cubicBezTo>
                <a:cubicBezTo>
                  <a:pt x="86" y="234"/>
                  <a:pt x="86" y="234"/>
                  <a:pt x="86" y="234"/>
                </a:cubicBezTo>
                <a:cubicBezTo>
                  <a:pt x="87" y="234"/>
                  <a:pt x="89" y="234"/>
                  <a:pt x="91" y="234"/>
                </a:cubicBezTo>
                <a:cubicBezTo>
                  <a:pt x="99" y="234"/>
                  <a:pt x="105" y="232"/>
                  <a:pt x="110" y="227"/>
                </a:cubicBezTo>
                <a:cubicBezTo>
                  <a:pt x="114" y="224"/>
                  <a:pt x="115" y="219"/>
                  <a:pt x="115" y="212"/>
                </a:cubicBezTo>
                <a:cubicBezTo>
                  <a:pt x="115" y="206"/>
                  <a:pt x="113" y="201"/>
                  <a:pt x="109" y="198"/>
                </a:cubicBezTo>
                <a:cubicBezTo>
                  <a:pt x="105" y="194"/>
                  <a:pt x="99" y="192"/>
                  <a:pt x="91" y="192"/>
                </a:cubicBezTo>
                <a:moveTo>
                  <a:pt x="91" y="223"/>
                </a:moveTo>
                <a:cubicBezTo>
                  <a:pt x="89" y="223"/>
                  <a:pt x="87" y="223"/>
                  <a:pt x="86" y="223"/>
                </a:cubicBezTo>
                <a:cubicBezTo>
                  <a:pt x="86" y="204"/>
                  <a:pt x="86" y="204"/>
                  <a:pt x="86" y="204"/>
                </a:cubicBezTo>
                <a:cubicBezTo>
                  <a:pt x="87" y="204"/>
                  <a:pt x="89" y="203"/>
                  <a:pt x="92" y="203"/>
                </a:cubicBezTo>
                <a:cubicBezTo>
                  <a:pt x="98" y="203"/>
                  <a:pt x="102" y="207"/>
                  <a:pt x="102" y="213"/>
                </a:cubicBezTo>
                <a:cubicBezTo>
                  <a:pt x="102" y="219"/>
                  <a:pt x="98" y="223"/>
                  <a:pt x="91" y="223"/>
                </a:cubicBezTo>
                <a:moveTo>
                  <a:pt x="139" y="192"/>
                </a:moveTo>
                <a:cubicBezTo>
                  <a:pt x="132" y="192"/>
                  <a:pt x="126" y="193"/>
                  <a:pt x="121" y="194"/>
                </a:cubicBezTo>
                <a:cubicBezTo>
                  <a:pt x="121" y="256"/>
                  <a:pt x="121" y="256"/>
                  <a:pt x="121" y="256"/>
                </a:cubicBezTo>
                <a:cubicBezTo>
                  <a:pt x="124" y="257"/>
                  <a:pt x="129" y="257"/>
                  <a:pt x="136" y="257"/>
                </a:cubicBezTo>
                <a:cubicBezTo>
                  <a:pt x="148" y="257"/>
                  <a:pt x="157" y="255"/>
                  <a:pt x="164" y="249"/>
                </a:cubicBezTo>
                <a:cubicBezTo>
                  <a:pt x="169" y="244"/>
                  <a:pt x="174" y="235"/>
                  <a:pt x="174" y="223"/>
                </a:cubicBezTo>
                <a:cubicBezTo>
                  <a:pt x="174" y="212"/>
                  <a:pt x="170" y="204"/>
                  <a:pt x="163" y="199"/>
                </a:cubicBezTo>
                <a:cubicBezTo>
                  <a:pt x="158" y="195"/>
                  <a:pt x="150" y="192"/>
                  <a:pt x="139" y="192"/>
                </a:cubicBezTo>
                <a:moveTo>
                  <a:pt x="139" y="246"/>
                </a:moveTo>
                <a:cubicBezTo>
                  <a:pt x="137" y="246"/>
                  <a:pt x="136" y="246"/>
                  <a:pt x="134" y="246"/>
                </a:cubicBezTo>
                <a:cubicBezTo>
                  <a:pt x="134" y="204"/>
                  <a:pt x="134" y="204"/>
                  <a:pt x="134" y="204"/>
                </a:cubicBezTo>
                <a:cubicBezTo>
                  <a:pt x="136" y="204"/>
                  <a:pt x="137" y="204"/>
                  <a:pt x="141" y="204"/>
                </a:cubicBezTo>
                <a:cubicBezTo>
                  <a:pt x="152" y="204"/>
                  <a:pt x="159" y="211"/>
                  <a:pt x="159" y="224"/>
                </a:cubicBezTo>
                <a:cubicBezTo>
                  <a:pt x="159" y="239"/>
                  <a:pt x="151" y="246"/>
                  <a:pt x="139" y="246"/>
                </a:cubicBezTo>
                <a:moveTo>
                  <a:pt x="209" y="0"/>
                </a:move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4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4" y="353"/>
                  <a:pt x="32" y="353"/>
                </a:cubicBezTo>
                <a:cubicBezTo>
                  <a:pt x="257" y="353"/>
                  <a:pt x="257" y="353"/>
                  <a:pt x="257" y="353"/>
                </a:cubicBezTo>
                <a:cubicBezTo>
                  <a:pt x="275" y="353"/>
                  <a:pt x="289" y="339"/>
                  <a:pt x="289" y="321"/>
                </a:cubicBezTo>
                <a:cubicBezTo>
                  <a:pt x="289" y="88"/>
                  <a:pt x="289" y="88"/>
                  <a:pt x="289" y="88"/>
                </a:cubicBezTo>
                <a:lnTo>
                  <a:pt x="209" y="0"/>
                </a:lnTo>
                <a:close/>
                <a:moveTo>
                  <a:pt x="273" y="321"/>
                </a:moveTo>
                <a:cubicBezTo>
                  <a:pt x="273" y="330"/>
                  <a:pt x="266" y="337"/>
                  <a:pt x="257" y="337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23" y="337"/>
                  <a:pt x="16" y="330"/>
                  <a:pt x="16" y="32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3"/>
                  <a:pt x="23" y="16"/>
                  <a:pt x="32" y="16"/>
                </a:cubicBezTo>
                <a:cubicBezTo>
                  <a:pt x="177" y="16"/>
                  <a:pt x="177" y="16"/>
                  <a:pt x="177" y="16"/>
                </a:cubicBezTo>
                <a:cubicBezTo>
                  <a:pt x="177" y="96"/>
                  <a:pt x="177" y="96"/>
                  <a:pt x="177" y="96"/>
                </a:cubicBezTo>
                <a:cubicBezTo>
                  <a:pt x="177" y="105"/>
                  <a:pt x="184" y="112"/>
                  <a:pt x="193" y="112"/>
                </a:cubicBezTo>
                <a:cubicBezTo>
                  <a:pt x="273" y="112"/>
                  <a:pt x="273" y="112"/>
                  <a:pt x="273" y="112"/>
                </a:cubicBezTo>
                <a:lnTo>
                  <a:pt x="273" y="321"/>
                </a:lnTo>
                <a:close/>
                <a:moveTo>
                  <a:pt x="193" y="96"/>
                </a:moveTo>
                <a:cubicBezTo>
                  <a:pt x="193" y="16"/>
                  <a:pt x="193" y="16"/>
                  <a:pt x="193" y="16"/>
                </a:cubicBezTo>
                <a:cubicBezTo>
                  <a:pt x="201" y="16"/>
                  <a:pt x="201" y="16"/>
                  <a:pt x="201" y="16"/>
                </a:cubicBezTo>
                <a:cubicBezTo>
                  <a:pt x="273" y="96"/>
                  <a:pt x="273" y="96"/>
                  <a:pt x="273" y="96"/>
                </a:cubicBezTo>
                <a:lnTo>
                  <a:pt x="193" y="96"/>
                </a:lnTo>
                <a:close/>
                <a:moveTo>
                  <a:pt x="185" y="257"/>
                </a:moveTo>
                <a:cubicBezTo>
                  <a:pt x="199" y="257"/>
                  <a:pt x="199" y="257"/>
                  <a:pt x="199" y="257"/>
                </a:cubicBezTo>
                <a:cubicBezTo>
                  <a:pt x="199" y="231"/>
                  <a:pt x="199" y="231"/>
                  <a:pt x="199" y="231"/>
                </a:cubicBezTo>
                <a:cubicBezTo>
                  <a:pt x="220" y="231"/>
                  <a:pt x="220" y="231"/>
                  <a:pt x="220" y="231"/>
                </a:cubicBezTo>
                <a:cubicBezTo>
                  <a:pt x="220" y="219"/>
                  <a:pt x="220" y="219"/>
                  <a:pt x="220" y="219"/>
                </a:cubicBezTo>
                <a:cubicBezTo>
                  <a:pt x="199" y="219"/>
                  <a:pt x="199" y="219"/>
                  <a:pt x="199" y="219"/>
                </a:cubicBezTo>
                <a:cubicBezTo>
                  <a:pt x="199" y="205"/>
                  <a:pt x="199" y="205"/>
                  <a:pt x="199" y="205"/>
                </a:cubicBezTo>
                <a:cubicBezTo>
                  <a:pt x="222" y="205"/>
                  <a:pt x="222" y="205"/>
                  <a:pt x="222" y="205"/>
                </a:cubicBezTo>
                <a:cubicBezTo>
                  <a:pt x="222" y="193"/>
                  <a:pt x="222" y="193"/>
                  <a:pt x="222" y="193"/>
                </a:cubicBezTo>
                <a:cubicBezTo>
                  <a:pt x="185" y="193"/>
                  <a:pt x="185" y="193"/>
                  <a:pt x="185" y="193"/>
                </a:cubicBezTo>
                <a:lnTo>
                  <a:pt x="185" y="25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2" name="Freeform 32"/>
          <p:cNvSpPr>
            <a:spLocks noEditPoints="1"/>
          </p:cNvSpPr>
          <p:nvPr/>
        </p:nvSpPr>
        <p:spPr bwMode="auto">
          <a:xfrm>
            <a:off x="8602134" y="3141134"/>
            <a:ext cx="469900" cy="573617"/>
          </a:xfrm>
          <a:custGeom>
            <a:avLst/>
            <a:gdLst>
              <a:gd name="T0" fmla="*/ 113 w 289"/>
              <a:gd name="T1" fmla="*/ 231 h 353"/>
              <a:gd name="T2" fmla="*/ 122 w 289"/>
              <a:gd name="T3" fmla="*/ 231 h 353"/>
              <a:gd name="T4" fmla="*/ 122 w 289"/>
              <a:gd name="T5" fmla="*/ 245 h 353"/>
              <a:gd name="T6" fmla="*/ 115 w 289"/>
              <a:gd name="T7" fmla="*/ 246 h 353"/>
              <a:gd name="T8" fmla="*/ 96 w 289"/>
              <a:gd name="T9" fmla="*/ 225 h 353"/>
              <a:gd name="T10" fmla="*/ 116 w 289"/>
              <a:gd name="T11" fmla="*/ 204 h 353"/>
              <a:gd name="T12" fmla="*/ 130 w 289"/>
              <a:gd name="T13" fmla="*/ 207 h 353"/>
              <a:gd name="T14" fmla="*/ 133 w 289"/>
              <a:gd name="T15" fmla="*/ 195 h 353"/>
              <a:gd name="T16" fmla="*/ 116 w 289"/>
              <a:gd name="T17" fmla="*/ 192 h 353"/>
              <a:gd name="T18" fmla="*/ 82 w 289"/>
              <a:gd name="T19" fmla="*/ 226 h 353"/>
              <a:gd name="T20" fmla="*/ 91 w 289"/>
              <a:gd name="T21" fmla="*/ 249 h 353"/>
              <a:gd name="T22" fmla="*/ 115 w 289"/>
              <a:gd name="T23" fmla="*/ 257 h 353"/>
              <a:gd name="T24" fmla="*/ 135 w 289"/>
              <a:gd name="T25" fmla="*/ 254 h 353"/>
              <a:gd name="T26" fmla="*/ 135 w 289"/>
              <a:gd name="T27" fmla="*/ 220 h 353"/>
              <a:gd name="T28" fmla="*/ 113 w 289"/>
              <a:gd name="T29" fmla="*/ 220 h 353"/>
              <a:gd name="T30" fmla="*/ 113 w 289"/>
              <a:gd name="T31" fmla="*/ 231 h 353"/>
              <a:gd name="T32" fmla="*/ 149 w 289"/>
              <a:gd name="T33" fmla="*/ 257 h 353"/>
              <a:gd name="T34" fmla="*/ 163 w 289"/>
              <a:gd name="T35" fmla="*/ 257 h 353"/>
              <a:gd name="T36" fmla="*/ 163 w 289"/>
              <a:gd name="T37" fmla="*/ 193 h 353"/>
              <a:gd name="T38" fmla="*/ 149 w 289"/>
              <a:gd name="T39" fmla="*/ 193 h 353"/>
              <a:gd name="T40" fmla="*/ 149 w 289"/>
              <a:gd name="T41" fmla="*/ 257 h 353"/>
              <a:gd name="T42" fmla="*/ 209 w 289"/>
              <a:gd name="T43" fmla="*/ 0 h 353"/>
              <a:gd name="T44" fmla="*/ 32 w 289"/>
              <a:gd name="T45" fmla="*/ 0 h 353"/>
              <a:gd name="T46" fmla="*/ 0 w 289"/>
              <a:gd name="T47" fmla="*/ 32 h 353"/>
              <a:gd name="T48" fmla="*/ 0 w 289"/>
              <a:gd name="T49" fmla="*/ 321 h 353"/>
              <a:gd name="T50" fmla="*/ 32 w 289"/>
              <a:gd name="T51" fmla="*/ 353 h 353"/>
              <a:gd name="T52" fmla="*/ 257 w 289"/>
              <a:gd name="T53" fmla="*/ 353 h 353"/>
              <a:gd name="T54" fmla="*/ 289 w 289"/>
              <a:gd name="T55" fmla="*/ 321 h 353"/>
              <a:gd name="T56" fmla="*/ 289 w 289"/>
              <a:gd name="T57" fmla="*/ 88 h 353"/>
              <a:gd name="T58" fmla="*/ 209 w 289"/>
              <a:gd name="T59" fmla="*/ 0 h 353"/>
              <a:gd name="T60" fmla="*/ 273 w 289"/>
              <a:gd name="T61" fmla="*/ 321 h 353"/>
              <a:gd name="T62" fmla="*/ 257 w 289"/>
              <a:gd name="T63" fmla="*/ 337 h 353"/>
              <a:gd name="T64" fmla="*/ 32 w 289"/>
              <a:gd name="T65" fmla="*/ 337 h 353"/>
              <a:gd name="T66" fmla="*/ 16 w 289"/>
              <a:gd name="T67" fmla="*/ 321 h 353"/>
              <a:gd name="T68" fmla="*/ 16 w 289"/>
              <a:gd name="T69" fmla="*/ 32 h 353"/>
              <a:gd name="T70" fmla="*/ 32 w 289"/>
              <a:gd name="T71" fmla="*/ 16 h 353"/>
              <a:gd name="T72" fmla="*/ 177 w 289"/>
              <a:gd name="T73" fmla="*/ 16 h 353"/>
              <a:gd name="T74" fmla="*/ 177 w 289"/>
              <a:gd name="T75" fmla="*/ 96 h 353"/>
              <a:gd name="T76" fmla="*/ 193 w 289"/>
              <a:gd name="T77" fmla="*/ 112 h 353"/>
              <a:gd name="T78" fmla="*/ 273 w 289"/>
              <a:gd name="T79" fmla="*/ 112 h 353"/>
              <a:gd name="T80" fmla="*/ 273 w 289"/>
              <a:gd name="T81" fmla="*/ 321 h 353"/>
              <a:gd name="T82" fmla="*/ 193 w 289"/>
              <a:gd name="T83" fmla="*/ 96 h 353"/>
              <a:gd name="T84" fmla="*/ 193 w 289"/>
              <a:gd name="T85" fmla="*/ 16 h 353"/>
              <a:gd name="T86" fmla="*/ 201 w 289"/>
              <a:gd name="T87" fmla="*/ 16 h 353"/>
              <a:gd name="T88" fmla="*/ 273 w 289"/>
              <a:gd name="T89" fmla="*/ 96 h 353"/>
              <a:gd name="T90" fmla="*/ 193 w 289"/>
              <a:gd name="T91" fmla="*/ 96 h 353"/>
              <a:gd name="T92" fmla="*/ 173 w 289"/>
              <a:gd name="T93" fmla="*/ 257 h 353"/>
              <a:gd name="T94" fmla="*/ 187 w 289"/>
              <a:gd name="T95" fmla="*/ 257 h 353"/>
              <a:gd name="T96" fmla="*/ 187 w 289"/>
              <a:gd name="T97" fmla="*/ 231 h 353"/>
              <a:gd name="T98" fmla="*/ 208 w 289"/>
              <a:gd name="T99" fmla="*/ 231 h 353"/>
              <a:gd name="T100" fmla="*/ 208 w 289"/>
              <a:gd name="T101" fmla="*/ 219 h 353"/>
              <a:gd name="T102" fmla="*/ 187 w 289"/>
              <a:gd name="T103" fmla="*/ 219 h 353"/>
              <a:gd name="T104" fmla="*/ 187 w 289"/>
              <a:gd name="T105" fmla="*/ 205 h 353"/>
              <a:gd name="T106" fmla="*/ 210 w 289"/>
              <a:gd name="T107" fmla="*/ 205 h 353"/>
              <a:gd name="T108" fmla="*/ 210 w 289"/>
              <a:gd name="T109" fmla="*/ 193 h 353"/>
              <a:gd name="T110" fmla="*/ 173 w 289"/>
              <a:gd name="T111" fmla="*/ 193 h 353"/>
              <a:gd name="T112" fmla="*/ 173 w 289"/>
              <a:gd name="T113" fmla="*/ 257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289" h="353">
                <a:moveTo>
                  <a:pt x="113" y="231"/>
                </a:moveTo>
                <a:cubicBezTo>
                  <a:pt x="122" y="231"/>
                  <a:pt x="122" y="231"/>
                  <a:pt x="122" y="231"/>
                </a:cubicBezTo>
                <a:cubicBezTo>
                  <a:pt x="122" y="245"/>
                  <a:pt x="122" y="245"/>
                  <a:pt x="122" y="245"/>
                </a:cubicBezTo>
                <a:cubicBezTo>
                  <a:pt x="121" y="245"/>
                  <a:pt x="118" y="246"/>
                  <a:pt x="115" y="246"/>
                </a:cubicBezTo>
                <a:cubicBezTo>
                  <a:pt x="104" y="246"/>
                  <a:pt x="96" y="238"/>
                  <a:pt x="96" y="225"/>
                </a:cubicBezTo>
                <a:cubicBezTo>
                  <a:pt x="96" y="211"/>
                  <a:pt x="105" y="204"/>
                  <a:pt x="116" y="204"/>
                </a:cubicBezTo>
                <a:cubicBezTo>
                  <a:pt x="123" y="204"/>
                  <a:pt x="127" y="205"/>
                  <a:pt x="130" y="207"/>
                </a:cubicBezTo>
                <a:cubicBezTo>
                  <a:pt x="133" y="195"/>
                  <a:pt x="133" y="195"/>
                  <a:pt x="133" y="195"/>
                </a:cubicBezTo>
                <a:cubicBezTo>
                  <a:pt x="130" y="194"/>
                  <a:pt x="124" y="192"/>
                  <a:pt x="116" y="192"/>
                </a:cubicBezTo>
                <a:cubicBezTo>
                  <a:pt x="97" y="192"/>
                  <a:pt x="82" y="204"/>
                  <a:pt x="82" y="226"/>
                </a:cubicBezTo>
                <a:cubicBezTo>
                  <a:pt x="82" y="235"/>
                  <a:pt x="85" y="243"/>
                  <a:pt x="91" y="249"/>
                </a:cubicBezTo>
                <a:cubicBezTo>
                  <a:pt x="96" y="254"/>
                  <a:pt x="104" y="257"/>
                  <a:pt x="115" y="257"/>
                </a:cubicBezTo>
                <a:cubicBezTo>
                  <a:pt x="123" y="257"/>
                  <a:pt x="131" y="255"/>
                  <a:pt x="135" y="254"/>
                </a:cubicBezTo>
                <a:cubicBezTo>
                  <a:pt x="135" y="220"/>
                  <a:pt x="135" y="220"/>
                  <a:pt x="135" y="220"/>
                </a:cubicBezTo>
                <a:cubicBezTo>
                  <a:pt x="113" y="220"/>
                  <a:pt x="113" y="220"/>
                  <a:pt x="113" y="220"/>
                </a:cubicBezTo>
                <a:lnTo>
                  <a:pt x="113" y="231"/>
                </a:lnTo>
                <a:close/>
                <a:moveTo>
                  <a:pt x="149" y="257"/>
                </a:moveTo>
                <a:cubicBezTo>
                  <a:pt x="163" y="257"/>
                  <a:pt x="163" y="257"/>
                  <a:pt x="163" y="257"/>
                </a:cubicBezTo>
                <a:cubicBezTo>
                  <a:pt x="163" y="193"/>
                  <a:pt x="163" y="193"/>
                  <a:pt x="163" y="193"/>
                </a:cubicBezTo>
                <a:cubicBezTo>
                  <a:pt x="149" y="193"/>
                  <a:pt x="149" y="193"/>
                  <a:pt x="149" y="193"/>
                </a:cubicBezTo>
                <a:lnTo>
                  <a:pt x="149" y="257"/>
                </a:lnTo>
                <a:close/>
                <a:moveTo>
                  <a:pt x="209" y="0"/>
                </a:moveTo>
                <a:cubicBezTo>
                  <a:pt x="32" y="0"/>
                  <a:pt x="32" y="0"/>
                  <a:pt x="32" y="0"/>
                </a:cubicBezTo>
                <a:cubicBezTo>
                  <a:pt x="15" y="0"/>
                  <a:pt x="0" y="14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5" y="353"/>
                  <a:pt x="32" y="353"/>
                </a:cubicBezTo>
                <a:cubicBezTo>
                  <a:pt x="257" y="353"/>
                  <a:pt x="257" y="353"/>
                  <a:pt x="257" y="353"/>
                </a:cubicBezTo>
                <a:cubicBezTo>
                  <a:pt x="275" y="353"/>
                  <a:pt x="289" y="339"/>
                  <a:pt x="289" y="321"/>
                </a:cubicBezTo>
                <a:cubicBezTo>
                  <a:pt x="289" y="88"/>
                  <a:pt x="289" y="88"/>
                  <a:pt x="289" y="88"/>
                </a:cubicBezTo>
                <a:lnTo>
                  <a:pt x="209" y="0"/>
                </a:lnTo>
                <a:close/>
                <a:moveTo>
                  <a:pt x="273" y="321"/>
                </a:moveTo>
                <a:cubicBezTo>
                  <a:pt x="273" y="330"/>
                  <a:pt x="266" y="337"/>
                  <a:pt x="257" y="337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24" y="337"/>
                  <a:pt x="16" y="330"/>
                  <a:pt x="16" y="32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3"/>
                  <a:pt x="24" y="16"/>
                  <a:pt x="32" y="16"/>
                </a:cubicBezTo>
                <a:cubicBezTo>
                  <a:pt x="177" y="16"/>
                  <a:pt x="177" y="16"/>
                  <a:pt x="177" y="16"/>
                </a:cubicBezTo>
                <a:cubicBezTo>
                  <a:pt x="177" y="96"/>
                  <a:pt x="177" y="96"/>
                  <a:pt x="177" y="96"/>
                </a:cubicBezTo>
                <a:cubicBezTo>
                  <a:pt x="177" y="105"/>
                  <a:pt x="184" y="112"/>
                  <a:pt x="193" y="112"/>
                </a:cubicBezTo>
                <a:cubicBezTo>
                  <a:pt x="273" y="112"/>
                  <a:pt x="273" y="112"/>
                  <a:pt x="273" y="112"/>
                </a:cubicBezTo>
                <a:lnTo>
                  <a:pt x="273" y="321"/>
                </a:lnTo>
                <a:close/>
                <a:moveTo>
                  <a:pt x="193" y="96"/>
                </a:moveTo>
                <a:cubicBezTo>
                  <a:pt x="193" y="16"/>
                  <a:pt x="193" y="16"/>
                  <a:pt x="193" y="16"/>
                </a:cubicBezTo>
                <a:cubicBezTo>
                  <a:pt x="201" y="16"/>
                  <a:pt x="201" y="16"/>
                  <a:pt x="201" y="16"/>
                </a:cubicBezTo>
                <a:cubicBezTo>
                  <a:pt x="273" y="96"/>
                  <a:pt x="273" y="96"/>
                  <a:pt x="273" y="96"/>
                </a:cubicBezTo>
                <a:lnTo>
                  <a:pt x="193" y="96"/>
                </a:lnTo>
                <a:close/>
                <a:moveTo>
                  <a:pt x="173" y="257"/>
                </a:moveTo>
                <a:cubicBezTo>
                  <a:pt x="187" y="257"/>
                  <a:pt x="187" y="257"/>
                  <a:pt x="187" y="257"/>
                </a:cubicBezTo>
                <a:cubicBezTo>
                  <a:pt x="187" y="231"/>
                  <a:pt x="187" y="231"/>
                  <a:pt x="187" y="231"/>
                </a:cubicBezTo>
                <a:cubicBezTo>
                  <a:pt x="208" y="231"/>
                  <a:pt x="208" y="231"/>
                  <a:pt x="208" y="231"/>
                </a:cubicBezTo>
                <a:cubicBezTo>
                  <a:pt x="208" y="219"/>
                  <a:pt x="208" y="219"/>
                  <a:pt x="208" y="219"/>
                </a:cubicBezTo>
                <a:cubicBezTo>
                  <a:pt x="187" y="219"/>
                  <a:pt x="187" y="219"/>
                  <a:pt x="187" y="219"/>
                </a:cubicBezTo>
                <a:cubicBezTo>
                  <a:pt x="187" y="205"/>
                  <a:pt x="187" y="205"/>
                  <a:pt x="187" y="205"/>
                </a:cubicBezTo>
                <a:cubicBezTo>
                  <a:pt x="210" y="205"/>
                  <a:pt x="210" y="205"/>
                  <a:pt x="210" y="205"/>
                </a:cubicBezTo>
                <a:cubicBezTo>
                  <a:pt x="210" y="193"/>
                  <a:pt x="210" y="193"/>
                  <a:pt x="210" y="193"/>
                </a:cubicBezTo>
                <a:cubicBezTo>
                  <a:pt x="173" y="193"/>
                  <a:pt x="173" y="193"/>
                  <a:pt x="173" y="193"/>
                </a:cubicBezTo>
                <a:lnTo>
                  <a:pt x="173" y="25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3" name="Freeform 33"/>
          <p:cNvSpPr>
            <a:spLocks noEditPoints="1"/>
          </p:cNvSpPr>
          <p:nvPr/>
        </p:nvSpPr>
        <p:spPr bwMode="auto">
          <a:xfrm>
            <a:off x="9698567" y="3141134"/>
            <a:ext cx="469900" cy="573617"/>
          </a:xfrm>
          <a:custGeom>
            <a:avLst/>
            <a:gdLst>
              <a:gd name="T0" fmla="*/ 79 w 289"/>
              <a:gd name="T1" fmla="*/ 246 h 353"/>
              <a:gd name="T2" fmla="*/ 70 w 289"/>
              <a:gd name="T3" fmla="*/ 256 h 353"/>
              <a:gd name="T4" fmla="*/ 101 w 289"/>
              <a:gd name="T5" fmla="*/ 233 h 353"/>
              <a:gd name="T6" fmla="*/ 88 w 289"/>
              <a:gd name="T7" fmla="*/ 193 h 353"/>
              <a:gd name="T8" fmla="*/ 208 w 289"/>
              <a:gd name="T9" fmla="*/ 0 h 353"/>
              <a:gd name="T10" fmla="*/ 0 w 289"/>
              <a:gd name="T11" fmla="*/ 32 h 353"/>
              <a:gd name="T12" fmla="*/ 32 w 289"/>
              <a:gd name="T13" fmla="*/ 353 h 353"/>
              <a:gd name="T14" fmla="*/ 289 w 289"/>
              <a:gd name="T15" fmla="*/ 321 h 353"/>
              <a:gd name="T16" fmla="*/ 208 w 289"/>
              <a:gd name="T17" fmla="*/ 0 h 353"/>
              <a:gd name="T18" fmla="*/ 257 w 289"/>
              <a:gd name="T19" fmla="*/ 337 h 353"/>
              <a:gd name="T20" fmla="*/ 16 w 289"/>
              <a:gd name="T21" fmla="*/ 321 h 353"/>
              <a:gd name="T22" fmla="*/ 32 w 289"/>
              <a:gd name="T23" fmla="*/ 16 h 353"/>
              <a:gd name="T24" fmla="*/ 176 w 289"/>
              <a:gd name="T25" fmla="*/ 96 h 353"/>
              <a:gd name="T26" fmla="*/ 273 w 289"/>
              <a:gd name="T27" fmla="*/ 112 h 353"/>
              <a:gd name="T28" fmla="*/ 192 w 289"/>
              <a:gd name="T29" fmla="*/ 96 h 353"/>
              <a:gd name="T30" fmla="*/ 200 w 289"/>
              <a:gd name="T31" fmla="*/ 16 h 353"/>
              <a:gd name="T32" fmla="*/ 192 w 289"/>
              <a:gd name="T33" fmla="*/ 96 h 353"/>
              <a:gd name="T34" fmla="*/ 170 w 289"/>
              <a:gd name="T35" fmla="*/ 249 h 353"/>
              <a:gd name="T36" fmla="*/ 214 w 289"/>
              <a:gd name="T37" fmla="*/ 254 h 353"/>
              <a:gd name="T38" fmla="*/ 192 w 289"/>
              <a:gd name="T39" fmla="*/ 220 h 353"/>
              <a:gd name="T40" fmla="*/ 201 w 289"/>
              <a:gd name="T41" fmla="*/ 231 h 353"/>
              <a:gd name="T42" fmla="*/ 195 w 289"/>
              <a:gd name="T43" fmla="*/ 246 h 353"/>
              <a:gd name="T44" fmla="*/ 196 w 289"/>
              <a:gd name="T45" fmla="*/ 204 h 353"/>
              <a:gd name="T46" fmla="*/ 212 w 289"/>
              <a:gd name="T47" fmla="*/ 195 h 353"/>
              <a:gd name="T48" fmla="*/ 162 w 289"/>
              <a:gd name="T49" fmla="*/ 226 h 353"/>
              <a:gd name="T50" fmla="*/ 117 w 289"/>
              <a:gd name="T51" fmla="*/ 194 h 353"/>
              <a:gd name="T52" fmla="*/ 130 w 289"/>
              <a:gd name="T53" fmla="*/ 257 h 353"/>
              <a:gd name="T54" fmla="*/ 134 w 289"/>
              <a:gd name="T55" fmla="*/ 234 h 353"/>
              <a:gd name="T56" fmla="*/ 159 w 289"/>
              <a:gd name="T57" fmla="*/ 212 h 353"/>
              <a:gd name="T58" fmla="*/ 135 w 289"/>
              <a:gd name="T59" fmla="*/ 192 h 353"/>
              <a:gd name="T60" fmla="*/ 130 w 289"/>
              <a:gd name="T61" fmla="*/ 223 h 353"/>
              <a:gd name="T62" fmla="*/ 135 w 289"/>
              <a:gd name="T63" fmla="*/ 203 h 353"/>
              <a:gd name="T64" fmla="*/ 134 w 289"/>
              <a:gd name="T65" fmla="*/ 223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289" h="353">
                <a:moveTo>
                  <a:pt x="88" y="233"/>
                </a:moveTo>
                <a:cubicBezTo>
                  <a:pt x="88" y="243"/>
                  <a:pt x="85" y="246"/>
                  <a:pt x="79" y="246"/>
                </a:cubicBezTo>
                <a:cubicBezTo>
                  <a:pt x="76" y="246"/>
                  <a:pt x="74" y="245"/>
                  <a:pt x="72" y="245"/>
                </a:cubicBezTo>
                <a:cubicBezTo>
                  <a:pt x="70" y="256"/>
                  <a:pt x="70" y="256"/>
                  <a:pt x="70" y="256"/>
                </a:cubicBezTo>
                <a:cubicBezTo>
                  <a:pt x="73" y="257"/>
                  <a:pt x="77" y="258"/>
                  <a:pt x="80" y="258"/>
                </a:cubicBezTo>
                <a:cubicBezTo>
                  <a:pt x="93" y="258"/>
                  <a:pt x="101" y="251"/>
                  <a:pt x="101" y="233"/>
                </a:cubicBezTo>
                <a:cubicBezTo>
                  <a:pt x="101" y="193"/>
                  <a:pt x="101" y="193"/>
                  <a:pt x="101" y="193"/>
                </a:cubicBezTo>
                <a:cubicBezTo>
                  <a:pt x="88" y="193"/>
                  <a:pt x="88" y="193"/>
                  <a:pt x="88" y="193"/>
                </a:cubicBezTo>
                <a:lnTo>
                  <a:pt x="88" y="233"/>
                </a:lnTo>
                <a:close/>
                <a:moveTo>
                  <a:pt x="208" y="0"/>
                </a:move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4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4" y="353"/>
                  <a:pt x="32" y="353"/>
                </a:cubicBezTo>
                <a:cubicBezTo>
                  <a:pt x="257" y="353"/>
                  <a:pt x="257" y="353"/>
                  <a:pt x="257" y="353"/>
                </a:cubicBezTo>
                <a:cubicBezTo>
                  <a:pt x="274" y="353"/>
                  <a:pt x="289" y="339"/>
                  <a:pt x="289" y="321"/>
                </a:cubicBezTo>
                <a:cubicBezTo>
                  <a:pt x="289" y="88"/>
                  <a:pt x="289" y="88"/>
                  <a:pt x="289" y="88"/>
                </a:cubicBezTo>
                <a:lnTo>
                  <a:pt x="208" y="0"/>
                </a:lnTo>
                <a:close/>
                <a:moveTo>
                  <a:pt x="273" y="321"/>
                </a:moveTo>
                <a:cubicBezTo>
                  <a:pt x="273" y="330"/>
                  <a:pt x="265" y="337"/>
                  <a:pt x="257" y="337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23" y="337"/>
                  <a:pt x="16" y="330"/>
                  <a:pt x="16" y="32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3"/>
                  <a:pt x="23" y="16"/>
                  <a:pt x="32" y="16"/>
                </a:cubicBezTo>
                <a:cubicBezTo>
                  <a:pt x="176" y="16"/>
                  <a:pt x="176" y="16"/>
                  <a:pt x="176" y="16"/>
                </a:cubicBezTo>
                <a:cubicBezTo>
                  <a:pt x="176" y="96"/>
                  <a:pt x="176" y="96"/>
                  <a:pt x="176" y="96"/>
                </a:cubicBezTo>
                <a:cubicBezTo>
                  <a:pt x="176" y="105"/>
                  <a:pt x="183" y="112"/>
                  <a:pt x="192" y="112"/>
                </a:cubicBezTo>
                <a:cubicBezTo>
                  <a:pt x="273" y="112"/>
                  <a:pt x="273" y="112"/>
                  <a:pt x="273" y="112"/>
                </a:cubicBezTo>
                <a:lnTo>
                  <a:pt x="273" y="321"/>
                </a:lnTo>
                <a:close/>
                <a:moveTo>
                  <a:pt x="192" y="96"/>
                </a:moveTo>
                <a:cubicBezTo>
                  <a:pt x="192" y="16"/>
                  <a:pt x="192" y="16"/>
                  <a:pt x="192" y="16"/>
                </a:cubicBezTo>
                <a:cubicBezTo>
                  <a:pt x="200" y="16"/>
                  <a:pt x="200" y="16"/>
                  <a:pt x="200" y="16"/>
                </a:cubicBezTo>
                <a:cubicBezTo>
                  <a:pt x="273" y="96"/>
                  <a:pt x="273" y="96"/>
                  <a:pt x="273" y="96"/>
                </a:cubicBezTo>
                <a:lnTo>
                  <a:pt x="192" y="96"/>
                </a:lnTo>
                <a:close/>
                <a:moveTo>
                  <a:pt x="162" y="226"/>
                </a:moveTo>
                <a:cubicBezTo>
                  <a:pt x="162" y="235"/>
                  <a:pt x="165" y="243"/>
                  <a:pt x="170" y="249"/>
                </a:cubicBezTo>
                <a:cubicBezTo>
                  <a:pt x="176" y="254"/>
                  <a:pt x="184" y="257"/>
                  <a:pt x="195" y="257"/>
                </a:cubicBezTo>
                <a:cubicBezTo>
                  <a:pt x="202" y="257"/>
                  <a:pt x="210" y="255"/>
                  <a:pt x="214" y="254"/>
                </a:cubicBezTo>
                <a:cubicBezTo>
                  <a:pt x="214" y="220"/>
                  <a:pt x="214" y="220"/>
                  <a:pt x="214" y="220"/>
                </a:cubicBezTo>
                <a:cubicBezTo>
                  <a:pt x="192" y="220"/>
                  <a:pt x="192" y="220"/>
                  <a:pt x="192" y="220"/>
                </a:cubicBezTo>
                <a:cubicBezTo>
                  <a:pt x="192" y="231"/>
                  <a:pt x="192" y="231"/>
                  <a:pt x="192" y="231"/>
                </a:cubicBezTo>
                <a:cubicBezTo>
                  <a:pt x="201" y="231"/>
                  <a:pt x="201" y="231"/>
                  <a:pt x="201" y="231"/>
                </a:cubicBezTo>
                <a:cubicBezTo>
                  <a:pt x="201" y="245"/>
                  <a:pt x="201" y="245"/>
                  <a:pt x="201" y="245"/>
                </a:cubicBezTo>
                <a:cubicBezTo>
                  <a:pt x="200" y="245"/>
                  <a:pt x="198" y="246"/>
                  <a:pt x="195" y="246"/>
                </a:cubicBezTo>
                <a:cubicBezTo>
                  <a:pt x="184" y="246"/>
                  <a:pt x="176" y="238"/>
                  <a:pt x="176" y="225"/>
                </a:cubicBezTo>
                <a:cubicBezTo>
                  <a:pt x="176" y="211"/>
                  <a:pt x="185" y="204"/>
                  <a:pt x="196" y="204"/>
                </a:cubicBezTo>
                <a:cubicBezTo>
                  <a:pt x="202" y="204"/>
                  <a:pt x="206" y="205"/>
                  <a:pt x="210" y="207"/>
                </a:cubicBezTo>
                <a:cubicBezTo>
                  <a:pt x="212" y="195"/>
                  <a:pt x="212" y="195"/>
                  <a:pt x="212" y="195"/>
                </a:cubicBezTo>
                <a:cubicBezTo>
                  <a:pt x="210" y="194"/>
                  <a:pt x="204" y="192"/>
                  <a:pt x="196" y="192"/>
                </a:cubicBezTo>
                <a:cubicBezTo>
                  <a:pt x="176" y="192"/>
                  <a:pt x="162" y="204"/>
                  <a:pt x="162" y="226"/>
                </a:cubicBezTo>
                <a:moveTo>
                  <a:pt x="135" y="192"/>
                </a:moveTo>
                <a:cubicBezTo>
                  <a:pt x="127" y="192"/>
                  <a:pt x="121" y="193"/>
                  <a:pt x="117" y="194"/>
                </a:cubicBezTo>
                <a:cubicBezTo>
                  <a:pt x="117" y="257"/>
                  <a:pt x="117" y="257"/>
                  <a:pt x="117" y="257"/>
                </a:cubicBezTo>
                <a:cubicBezTo>
                  <a:pt x="130" y="257"/>
                  <a:pt x="130" y="257"/>
                  <a:pt x="130" y="257"/>
                </a:cubicBezTo>
                <a:cubicBezTo>
                  <a:pt x="130" y="234"/>
                  <a:pt x="130" y="234"/>
                  <a:pt x="130" y="234"/>
                </a:cubicBezTo>
                <a:cubicBezTo>
                  <a:pt x="131" y="234"/>
                  <a:pt x="133" y="234"/>
                  <a:pt x="134" y="234"/>
                </a:cubicBezTo>
                <a:cubicBezTo>
                  <a:pt x="142" y="234"/>
                  <a:pt x="149" y="232"/>
                  <a:pt x="154" y="227"/>
                </a:cubicBezTo>
                <a:cubicBezTo>
                  <a:pt x="157" y="224"/>
                  <a:pt x="159" y="219"/>
                  <a:pt x="159" y="212"/>
                </a:cubicBezTo>
                <a:cubicBezTo>
                  <a:pt x="159" y="206"/>
                  <a:pt x="157" y="201"/>
                  <a:pt x="153" y="198"/>
                </a:cubicBezTo>
                <a:cubicBezTo>
                  <a:pt x="149" y="194"/>
                  <a:pt x="143" y="192"/>
                  <a:pt x="135" y="192"/>
                </a:cubicBezTo>
                <a:moveTo>
                  <a:pt x="134" y="223"/>
                </a:moveTo>
                <a:cubicBezTo>
                  <a:pt x="132" y="223"/>
                  <a:pt x="131" y="223"/>
                  <a:pt x="130" y="223"/>
                </a:cubicBezTo>
                <a:cubicBezTo>
                  <a:pt x="130" y="204"/>
                  <a:pt x="130" y="204"/>
                  <a:pt x="130" y="204"/>
                </a:cubicBezTo>
                <a:cubicBezTo>
                  <a:pt x="131" y="204"/>
                  <a:pt x="133" y="203"/>
                  <a:pt x="135" y="203"/>
                </a:cubicBezTo>
                <a:cubicBezTo>
                  <a:pt x="142" y="203"/>
                  <a:pt x="146" y="207"/>
                  <a:pt x="146" y="213"/>
                </a:cubicBezTo>
                <a:cubicBezTo>
                  <a:pt x="146" y="219"/>
                  <a:pt x="142" y="223"/>
                  <a:pt x="134" y="223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4" name="Freeform 34"/>
          <p:cNvSpPr>
            <a:spLocks noEditPoints="1"/>
          </p:cNvSpPr>
          <p:nvPr/>
        </p:nvSpPr>
        <p:spPr bwMode="auto">
          <a:xfrm>
            <a:off x="10795000" y="3141134"/>
            <a:ext cx="467784" cy="573617"/>
          </a:xfrm>
          <a:custGeom>
            <a:avLst/>
            <a:gdLst>
              <a:gd name="T0" fmla="*/ 151 w 289"/>
              <a:gd name="T1" fmla="*/ 238 h 353"/>
              <a:gd name="T2" fmla="*/ 141 w 289"/>
              <a:gd name="T3" fmla="*/ 216 h 353"/>
              <a:gd name="T4" fmla="*/ 113 w 289"/>
              <a:gd name="T5" fmla="*/ 193 h 353"/>
              <a:gd name="T6" fmla="*/ 125 w 289"/>
              <a:gd name="T7" fmla="*/ 257 h 353"/>
              <a:gd name="T8" fmla="*/ 125 w 289"/>
              <a:gd name="T9" fmla="*/ 210 h 353"/>
              <a:gd name="T10" fmla="*/ 135 w 289"/>
              <a:gd name="T11" fmla="*/ 232 h 353"/>
              <a:gd name="T12" fmla="*/ 162 w 289"/>
              <a:gd name="T13" fmla="*/ 257 h 353"/>
              <a:gd name="T14" fmla="*/ 150 w 289"/>
              <a:gd name="T15" fmla="*/ 193 h 353"/>
              <a:gd name="T16" fmla="*/ 83 w 289"/>
              <a:gd name="T17" fmla="*/ 192 h 353"/>
              <a:gd name="T18" fmla="*/ 65 w 289"/>
              <a:gd name="T19" fmla="*/ 257 h 353"/>
              <a:gd name="T20" fmla="*/ 78 w 289"/>
              <a:gd name="T21" fmla="*/ 234 h 353"/>
              <a:gd name="T22" fmla="*/ 102 w 289"/>
              <a:gd name="T23" fmla="*/ 227 h 353"/>
              <a:gd name="T24" fmla="*/ 101 w 289"/>
              <a:gd name="T25" fmla="*/ 198 h 353"/>
              <a:gd name="T26" fmla="*/ 83 w 289"/>
              <a:gd name="T27" fmla="*/ 223 h 353"/>
              <a:gd name="T28" fmla="*/ 78 w 289"/>
              <a:gd name="T29" fmla="*/ 204 h 353"/>
              <a:gd name="T30" fmla="*/ 94 w 289"/>
              <a:gd name="T31" fmla="*/ 213 h 353"/>
              <a:gd name="T32" fmla="*/ 174 w 289"/>
              <a:gd name="T33" fmla="*/ 226 h 353"/>
              <a:gd name="T34" fmla="*/ 207 w 289"/>
              <a:gd name="T35" fmla="*/ 257 h 353"/>
              <a:gd name="T36" fmla="*/ 227 w 289"/>
              <a:gd name="T37" fmla="*/ 220 h 353"/>
              <a:gd name="T38" fmla="*/ 205 w 289"/>
              <a:gd name="T39" fmla="*/ 231 h 353"/>
              <a:gd name="T40" fmla="*/ 214 w 289"/>
              <a:gd name="T41" fmla="*/ 245 h 353"/>
              <a:gd name="T42" fmla="*/ 188 w 289"/>
              <a:gd name="T43" fmla="*/ 225 h 353"/>
              <a:gd name="T44" fmla="*/ 222 w 289"/>
              <a:gd name="T45" fmla="*/ 207 h 353"/>
              <a:gd name="T46" fmla="*/ 208 w 289"/>
              <a:gd name="T47" fmla="*/ 192 h 353"/>
              <a:gd name="T48" fmla="*/ 209 w 289"/>
              <a:gd name="T49" fmla="*/ 0 h 353"/>
              <a:gd name="T50" fmla="*/ 0 w 289"/>
              <a:gd name="T51" fmla="*/ 32 h 353"/>
              <a:gd name="T52" fmla="*/ 32 w 289"/>
              <a:gd name="T53" fmla="*/ 353 h 353"/>
              <a:gd name="T54" fmla="*/ 289 w 289"/>
              <a:gd name="T55" fmla="*/ 321 h 353"/>
              <a:gd name="T56" fmla="*/ 209 w 289"/>
              <a:gd name="T57" fmla="*/ 0 h 353"/>
              <a:gd name="T58" fmla="*/ 257 w 289"/>
              <a:gd name="T59" fmla="*/ 337 h 353"/>
              <a:gd name="T60" fmla="*/ 16 w 289"/>
              <a:gd name="T61" fmla="*/ 321 h 353"/>
              <a:gd name="T62" fmla="*/ 32 w 289"/>
              <a:gd name="T63" fmla="*/ 16 h 353"/>
              <a:gd name="T64" fmla="*/ 177 w 289"/>
              <a:gd name="T65" fmla="*/ 96 h 353"/>
              <a:gd name="T66" fmla="*/ 273 w 289"/>
              <a:gd name="T67" fmla="*/ 112 h 353"/>
              <a:gd name="T68" fmla="*/ 193 w 289"/>
              <a:gd name="T69" fmla="*/ 96 h 353"/>
              <a:gd name="T70" fmla="*/ 201 w 289"/>
              <a:gd name="T71" fmla="*/ 16 h 353"/>
              <a:gd name="T72" fmla="*/ 193 w 289"/>
              <a:gd name="T73" fmla="*/ 96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289" h="353">
                <a:moveTo>
                  <a:pt x="150" y="212"/>
                </a:moveTo>
                <a:cubicBezTo>
                  <a:pt x="150" y="221"/>
                  <a:pt x="150" y="230"/>
                  <a:pt x="151" y="238"/>
                </a:cubicBezTo>
                <a:cubicBezTo>
                  <a:pt x="151" y="238"/>
                  <a:pt x="151" y="238"/>
                  <a:pt x="151" y="238"/>
                </a:cubicBezTo>
                <a:cubicBezTo>
                  <a:pt x="148" y="231"/>
                  <a:pt x="144" y="223"/>
                  <a:pt x="141" y="216"/>
                </a:cubicBezTo>
                <a:cubicBezTo>
                  <a:pt x="129" y="193"/>
                  <a:pt x="129" y="193"/>
                  <a:pt x="129" y="193"/>
                </a:cubicBezTo>
                <a:cubicBezTo>
                  <a:pt x="113" y="193"/>
                  <a:pt x="113" y="193"/>
                  <a:pt x="113" y="193"/>
                </a:cubicBezTo>
                <a:cubicBezTo>
                  <a:pt x="113" y="257"/>
                  <a:pt x="113" y="257"/>
                  <a:pt x="113" y="257"/>
                </a:cubicBezTo>
                <a:cubicBezTo>
                  <a:pt x="125" y="257"/>
                  <a:pt x="125" y="257"/>
                  <a:pt x="125" y="257"/>
                </a:cubicBezTo>
                <a:cubicBezTo>
                  <a:pt x="125" y="237"/>
                  <a:pt x="125" y="237"/>
                  <a:pt x="125" y="237"/>
                </a:cubicBezTo>
                <a:cubicBezTo>
                  <a:pt x="125" y="227"/>
                  <a:pt x="125" y="218"/>
                  <a:pt x="125" y="210"/>
                </a:cubicBezTo>
                <a:cubicBezTo>
                  <a:pt x="125" y="210"/>
                  <a:pt x="125" y="210"/>
                  <a:pt x="125" y="210"/>
                </a:cubicBezTo>
                <a:cubicBezTo>
                  <a:pt x="128" y="217"/>
                  <a:pt x="132" y="225"/>
                  <a:pt x="135" y="232"/>
                </a:cubicBezTo>
                <a:cubicBezTo>
                  <a:pt x="148" y="257"/>
                  <a:pt x="148" y="257"/>
                  <a:pt x="148" y="257"/>
                </a:cubicBezTo>
                <a:cubicBezTo>
                  <a:pt x="162" y="257"/>
                  <a:pt x="162" y="257"/>
                  <a:pt x="162" y="257"/>
                </a:cubicBezTo>
                <a:cubicBezTo>
                  <a:pt x="162" y="193"/>
                  <a:pt x="162" y="193"/>
                  <a:pt x="162" y="193"/>
                </a:cubicBezTo>
                <a:cubicBezTo>
                  <a:pt x="150" y="193"/>
                  <a:pt x="150" y="193"/>
                  <a:pt x="150" y="193"/>
                </a:cubicBezTo>
                <a:lnTo>
                  <a:pt x="150" y="212"/>
                </a:lnTo>
                <a:close/>
                <a:moveTo>
                  <a:pt x="83" y="192"/>
                </a:moveTo>
                <a:cubicBezTo>
                  <a:pt x="75" y="192"/>
                  <a:pt x="69" y="193"/>
                  <a:pt x="65" y="194"/>
                </a:cubicBezTo>
                <a:cubicBezTo>
                  <a:pt x="65" y="257"/>
                  <a:pt x="65" y="257"/>
                  <a:pt x="65" y="257"/>
                </a:cubicBezTo>
                <a:cubicBezTo>
                  <a:pt x="78" y="257"/>
                  <a:pt x="78" y="257"/>
                  <a:pt x="78" y="257"/>
                </a:cubicBezTo>
                <a:cubicBezTo>
                  <a:pt x="78" y="234"/>
                  <a:pt x="78" y="234"/>
                  <a:pt x="78" y="234"/>
                </a:cubicBezTo>
                <a:cubicBezTo>
                  <a:pt x="79" y="234"/>
                  <a:pt x="81" y="234"/>
                  <a:pt x="83" y="234"/>
                </a:cubicBezTo>
                <a:cubicBezTo>
                  <a:pt x="91" y="234"/>
                  <a:pt x="97" y="232"/>
                  <a:pt x="102" y="227"/>
                </a:cubicBezTo>
                <a:cubicBezTo>
                  <a:pt x="106" y="224"/>
                  <a:pt x="107" y="219"/>
                  <a:pt x="107" y="212"/>
                </a:cubicBezTo>
                <a:cubicBezTo>
                  <a:pt x="107" y="206"/>
                  <a:pt x="105" y="201"/>
                  <a:pt x="101" y="198"/>
                </a:cubicBezTo>
                <a:cubicBezTo>
                  <a:pt x="97" y="194"/>
                  <a:pt x="91" y="192"/>
                  <a:pt x="83" y="192"/>
                </a:cubicBezTo>
                <a:moveTo>
                  <a:pt x="83" y="223"/>
                </a:moveTo>
                <a:cubicBezTo>
                  <a:pt x="81" y="223"/>
                  <a:pt x="79" y="223"/>
                  <a:pt x="78" y="223"/>
                </a:cubicBezTo>
                <a:cubicBezTo>
                  <a:pt x="78" y="204"/>
                  <a:pt x="78" y="204"/>
                  <a:pt x="78" y="204"/>
                </a:cubicBezTo>
                <a:cubicBezTo>
                  <a:pt x="79" y="204"/>
                  <a:pt x="81" y="203"/>
                  <a:pt x="84" y="203"/>
                </a:cubicBezTo>
                <a:cubicBezTo>
                  <a:pt x="90" y="203"/>
                  <a:pt x="94" y="207"/>
                  <a:pt x="94" y="213"/>
                </a:cubicBezTo>
                <a:cubicBezTo>
                  <a:pt x="94" y="219"/>
                  <a:pt x="90" y="223"/>
                  <a:pt x="83" y="223"/>
                </a:cubicBezTo>
                <a:moveTo>
                  <a:pt x="174" y="226"/>
                </a:moveTo>
                <a:cubicBezTo>
                  <a:pt x="174" y="235"/>
                  <a:pt x="177" y="243"/>
                  <a:pt x="183" y="249"/>
                </a:cubicBezTo>
                <a:cubicBezTo>
                  <a:pt x="188" y="254"/>
                  <a:pt x="196" y="257"/>
                  <a:pt x="207" y="257"/>
                </a:cubicBezTo>
                <a:cubicBezTo>
                  <a:pt x="215" y="257"/>
                  <a:pt x="223" y="255"/>
                  <a:pt x="227" y="254"/>
                </a:cubicBezTo>
                <a:cubicBezTo>
                  <a:pt x="227" y="220"/>
                  <a:pt x="227" y="220"/>
                  <a:pt x="227" y="220"/>
                </a:cubicBezTo>
                <a:cubicBezTo>
                  <a:pt x="205" y="220"/>
                  <a:pt x="205" y="220"/>
                  <a:pt x="205" y="220"/>
                </a:cubicBezTo>
                <a:cubicBezTo>
                  <a:pt x="205" y="231"/>
                  <a:pt x="205" y="231"/>
                  <a:pt x="205" y="231"/>
                </a:cubicBezTo>
                <a:cubicBezTo>
                  <a:pt x="214" y="231"/>
                  <a:pt x="214" y="231"/>
                  <a:pt x="214" y="231"/>
                </a:cubicBezTo>
                <a:cubicBezTo>
                  <a:pt x="214" y="245"/>
                  <a:pt x="214" y="245"/>
                  <a:pt x="214" y="245"/>
                </a:cubicBezTo>
                <a:cubicBezTo>
                  <a:pt x="213" y="245"/>
                  <a:pt x="210" y="246"/>
                  <a:pt x="207" y="246"/>
                </a:cubicBezTo>
                <a:cubicBezTo>
                  <a:pt x="196" y="246"/>
                  <a:pt x="188" y="238"/>
                  <a:pt x="188" y="225"/>
                </a:cubicBezTo>
                <a:cubicBezTo>
                  <a:pt x="188" y="211"/>
                  <a:pt x="197" y="204"/>
                  <a:pt x="208" y="204"/>
                </a:cubicBezTo>
                <a:cubicBezTo>
                  <a:pt x="215" y="204"/>
                  <a:pt x="219" y="205"/>
                  <a:pt x="222" y="207"/>
                </a:cubicBezTo>
                <a:cubicBezTo>
                  <a:pt x="225" y="195"/>
                  <a:pt x="225" y="195"/>
                  <a:pt x="225" y="195"/>
                </a:cubicBezTo>
                <a:cubicBezTo>
                  <a:pt x="222" y="194"/>
                  <a:pt x="216" y="192"/>
                  <a:pt x="208" y="192"/>
                </a:cubicBezTo>
                <a:cubicBezTo>
                  <a:pt x="189" y="192"/>
                  <a:pt x="174" y="204"/>
                  <a:pt x="174" y="226"/>
                </a:cubicBezTo>
                <a:moveTo>
                  <a:pt x="209" y="0"/>
                </a:move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4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4" y="353"/>
                  <a:pt x="32" y="353"/>
                </a:cubicBezTo>
                <a:cubicBezTo>
                  <a:pt x="257" y="353"/>
                  <a:pt x="257" y="353"/>
                  <a:pt x="257" y="353"/>
                </a:cubicBezTo>
                <a:cubicBezTo>
                  <a:pt x="275" y="353"/>
                  <a:pt x="289" y="339"/>
                  <a:pt x="289" y="321"/>
                </a:cubicBezTo>
                <a:cubicBezTo>
                  <a:pt x="289" y="88"/>
                  <a:pt x="289" y="88"/>
                  <a:pt x="289" y="88"/>
                </a:cubicBezTo>
                <a:lnTo>
                  <a:pt x="209" y="0"/>
                </a:lnTo>
                <a:close/>
                <a:moveTo>
                  <a:pt x="273" y="321"/>
                </a:moveTo>
                <a:cubicBezTo>
                  <a:pt x="273" y="330"/>
                  <a:pt x="266" y="337"/>
                  <a:pt x="257" y="337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23" y="337"/>
                  <a:pt x="16" y="330"/>
                  <a:pt x="16" y="32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3"/>
                  <a:pt x="23" y="16"/>
                  <a:pt x="32" y="16"/>
                </a:cubicBezTo>
                <a:cubicBezTo>
                  <a:pt x="177" y="16"/>
                  <a:pt x="177" y="16"/>
                  <a:pt x="177" y="16"/>
                </a:cubicBezTo>
                <a:cubicBezTo>
                  <a:pt x="177" y="96"/>
                  <a:pt x="177" y="96"/>
                  <a:pt x="177" y="96"/>
                </a:cubicBezTo>
                <a:cubicBezTo>
                  <a:pt x="177" y="105"/>
                  <a:pt x="184" y="112"/>
                  <a:pt x="193" y="112"/>
                </a:cubicBezTo>
                <a:cubicBezTo>
                  <a:pt x="273" y="112"/>
                  <a:pt x="273" y="112"/>
                  <a:pt x="273" y="112"/>
                </a:cubicBezTo>
                <a:lnTo>
                  <a:pt x="273" y="321"/>
                </a:lnTo>
                <a:close/>
                <a:moveTo>
                  <a:pt x="193" y="96"/>
                </a:moveTo>
                <a:cubicBezTo>
                  <a:pt x="193" y="16"/>
                  <a:pt x="193" y="16"/>
                  <a:pt x="193" y="16"/>
                </a:cubicBezTo>
                <a:cubicBezTo>
                  <a:pt x="201" y="16"/>
                  <a:pt x="201" y="16"/>
                  <a:pt x="201" y="16"/>
                </a:cubicBezTo>
                <a:cubicBezTo>
                  <a:pt x="273" y="96"/>
                  <a:pt x="273" y="96"/>
                  <a:pt x="273" y="96"/>
                </a:cubicBezTo>
                <a:lnTo>
                  <a:pt x="193" y="9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5" name="Freeform 35"/>
          <p:cNvSpPr>
            <a:spLocks noEditPoints="1"/>
          </p:cNvSpPr>
          <p:nvPr/>
        </p:nvSpPr>
        <p:spPr bwMode="auto">
          <a:xfrm>
            <a:off x="956733" y="4235451"/>
            <a:ext cx="416984" cy="575733"/>
          </a:xfrm>
          <a:custGeom>
            <a:avLst/>
            <a:gdLst>
              <a:gd name="T0" fmla="*/ 129 w 257"/>
              <a:gd name="T1" fmla="*/ 0 h 353"/>
              <a:gd name="T2" fmla="*/ 0 w 257"/>
              <a:gd name="T3" fmla="*/ 128 h 353"/>
              <a:gd name="T4" fmla="*/ 129 w 257"/>
              <a:gd name="T5" fmla="*/ 353 h 353"/>
              <a:gd name="T6" fmla="*/ 257 w 257"/>
              <a:gd name="T7" fmla="*/ 128 h 353"/>
              <a:gd name="T8" fmla="*/ 129 w 257"/>
              <a:gd name="T9" fmla="*/ 0 h 353"/>
              <a:gd name="T10" fmla="*/ 129 w 257"/>
              <a:gd name="T11" fmla="*/ 329 h 353"/>
              <a:gd name="T12" fmla="*/ 16 w 257"/>
              <a:gd name="T13" fmla="*/ 128 h 353"/>
              <a:gd name="T14" fmla="*/ 129 w 257"/>
              <a:gd name="T15" fmla="*/ 16 h 353"/>
              <a:gd name="T16" fmla="*/ 241 w 257"/>
              <a:gd name="T17" fmla="*/ 128 h 353"/>
              <a:gd name="T18" fmla="*/ 129 w 257"/>
              <a:gd name="T19" fmla="*/ 329 h 353"/>
              <a:gd name="T20" fmla="*/ 129 w 257"/>
              <a:gd name="T21" fmla="*/ 64 h 353"/>
              <a:gd name="T22" fmla="*/ 64 w 257"/>
              <a:gd name="T23" fmla="*/ 128 h 353"/>
              <a:gd name="T24" fmla="*/ 129 w 257"/>
              <a:gd name="T25" fmla="*/ 193 h 353"/>
              <a:gd name="T26" fmla="*/ 193 w 257"/>
              <a:gd name="T27" fmla="*/ 128 h 353"/>
              <a:gd name="T28" fmla="*/ 129 w 257"/>
              <a:gd name="T29" fmla="*/ 64 h 353"/>
              <a:gd name="T30" fmla="*/ 129 w 257"/>
              <a:gd name="T31" fmla="*/ 177 h 353"/>
              <a:gd name="T32" fmla="*/ 80 w 257"/>
              <a:gd name="T33" fmla="*/ 128 h 353"/>
              <a:gd name="T34" fmla="*/ 129 w 257"/>
              <a:gd name="T35" fmla="*/ 80 h 353"/>
              <a:gd name="T36" fmla="*/ 177 w 257"/>
              <a:gd name="T37" fmla="*/ 128 h 353"/>
              <a:gd name="T38" fmla="*/ 129 w 257"/>
              <a:gd name="T39" fmla="*/ 177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257" h="353">
                <a:moveTo>
                  <a:pt x="129" y="0"/>
                </a:moveTo>
                <a:cubicBezTo>
                  <a:pt x="58" y="0"/>
                  <a:pt x="0" y="57"/>
                  <a:pt x="0" y="128"/>
                </a:cubicBezTo>
                <a:cubicBezTo>
                  <a:pt x="0" y="233"/>
                  <a:pt x="129" y="353"/>
                  <a:pt x="129" y="353"/>
                </a:cubicBezTo>
                <a:cubicBezTo>
                  <a:pt x="129" y="353"/>
                  <a:pt x="257" y="233"/>
                  <a:pt x="257" y="128"/>
                </a:cubicBezTo>
                <a:cubicBezTo>
                  <a:pt x="257" y="57"/>
                  <a:pt x="199" y="0"/>
                  <a:pt x="129" y="0"/>
                </a:cubicBezTo>
                <a:moveTo>
                  <a:pt x="129" y="329"/>
                </a:moveTo>
                <a:cubicBezTo>
                  <a:pt x="129" y="329"/>
                  <a:pt x="16" y="225"/>
                  <a:pt x="16" y="128"/>
                </a:cubicBezTo>
                <a:cubicBezTo>
                  <a:pt x="16" y="66"/>
                  <a:pt x="66" y="16"/>
                  <a:pt x="129" y="16"/>
                </a:cubicBezTo>
                <a:cubicBezTo>
                  <a:pt x="191" y="16"/>
                  <a:pt x="241" y="66"/>
                  <a:pt x="241" y="128"/>
                </a:cubicBezTo>
                <a:cubicBezTo>
                  <a:pt x="241" y="225"/>
                  <a:pt x="129" y="329"/>
                  <a:pt x="129" y="329"/>
                </a:cubicBezTo>
                <a:moveTo>
                  <a:pt x="129" y="64"/>
                </a:moveTo>
                <a:cubicBezTo>
                  <a:pt x="93" y="64"/>
                  <a:pt x="64" y="93"/>
                  <a:pt x="64" y="128"/>
                </a:cubicBezTo>
                <a:cubicBezTo>
                  <a:pt x="64" y="164"/>
                  <a:pt x="93" y="193"/>
                  <a:pt x="129" y="193"/>
                </a:cubicBezTo>
                <a:cubicBezTo>
                  <a:pt x="164" y="193"/>
                  <a:pt x="193" y="164"/>
                  <a:pt x="193" y="128"/>
                </a:cubicBezTo>
                <a:cubicBezTo>
                  <a:pt x="193" y="93"/>
                  <a:pt x="164" y="64"/>
                  <a:pt x="129" y="64"/>
                </a:cubicBezTo>
                <a:moveTo>
                  <a:pt x="129" y="177"/>
                </a:moveTo>
                <a:cubicBezTo>
                  <a:pt x="102" y="177"/>
                  <a:pt x="80" y="155"/>
                  <a:pt x="80" y="128"/>
                </a:cubicBezTo>
                <a:cubicBezTo>
                  <a:pt x="80" y="102"/>
                  <a:pt x="102" y="80"/>
                  <a:pt x="129" y="80"/>
                </a:cubicBezTo>
                <a:cubicBezTo>
                  <a:pt x="155" y="80"/>
                  <a:pt x="177" y="102"/>
                  <a:pt x="177" y="128"/>
                </a:cubicBezTo>
                <a:cubicBezTo>
                  <a:pt x="177" y="155"/>
                  <a:pt x="155" y="177"/>
                  <a:pt x="129" y="177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6" name="Freeform 36"/>
          <p:cNvSpPr>
            <a:spLocks noEditPoints="1"/>
          </p:cNvSpPr>
          <p:nvPr/>
        </p:nvSpPr>
        <p:spPr bwMode="auto">
          <a:xfrm>
            <a:off x="1972734" y="4235451"/>
            <a:ext cx="575733" cy="575733"/>
          </a:xfrm>
          <a:custGeom>
            <a:avLst/>
            <a:gdLst>
              <a:gd name="T0" fmla="*/ 48 w 354"/>
              <a:gd name="T1" fmla="*/ 104 h 353"/>
              <a:gd name="T2" fmla="*/ 161 w 354"/>
              <a:gd name="T3" fmla="*/ 104 h 353"/>
              <a:gd name="T4" fmla="*/ 105 w 354"/>
              <a:gd name="T5" fmla="*/ 144 h 353"/>
              <a:gd name="T6" fmla="*/ 105 w 354"/>
              <a:gd name="T7" fmla="*/ 64 h 353"/>
              <a:gd name="T8" fmla="*/ 105 w 354"/>
              <a:gd name="T9" fmla="*/ 144 h 353"/>
              <a:gd name="T10" fmla="*/ 263 w 354"/>
              <a:gd name="T11" fmla="*/ 178 h 353"/>
              <a:gd name="T12" fmla="*/ 279 w 354"/>
              <a:gd name="T13" fmla="*/ 161 h 353"/>
              <a:gd name="T14" fmla="*/ 266 w 354"/>
              <a:gd name="T15" fmla="*/ 151 h 353"/>
              <a:gd name="T16" fmla="*/ 259 w 354"/>
              <a:gd name="T17" fmla="*/ 176 h 353"/>
              <a:gd name="T18" fmla="*/ 104 w 354"/>
              <a:gd name="T19" fmla="*/ 289 h 353"/>
              <a:gd name="T20" fmla="*/ 99 w 354"/>
              <a:gd name="T21" fmla="*/ 308 h 353"/>
              <a:gd name="T22" fmla="*/ 109 w 354"/>
              <a:gd name="T23" fmla="*/ 313 h 353"/>
              <a:gd name="T24" fmla="*/ 112 w 354"/>
              <a:gd name="T25" fmla="*/ 297 h 353"/>
              <a:gd name="T26" fmla="*/ 177 w 354"/>
              <a:gd name="T27" fmla="*/ 336 h 353"/>
              <a:gd name="T28" fmla="*/ 175 w 354"/>
              <a:gd name="T29" fmla="*/ 351 h 353"/>
              <a:gd name="T30" fmla="*/ 192 w 354"/>
              <a:gd name="T31" fmla="*/ 353 h 353"/>
              <a:gd name="T32" fmla="*/ 193 w 354"/>
              <a:gd name="T33" fmla="*/ 337 h 353"/>
              <a:gd name="T34" fmla="*/ 132 w 354"/>
              <a:gd name="T35" fmla="*/ 322 h 353"/>
              <a:gd name="T36" fmla="*/ 124 w 354"/>
              <a:gd name="T37" fmla="*/ 336 h 353"/>
              <a:gd name="T38" fmla="*/ 143 w 354"/>
              <a:gd name="T39" fmla="*/ 344 h 353"/>
              <a:gd name="T40" fmla="*/ 146 w 354"/>
              <a:gd name="T41" fmla="*/ 329 h 353"/>
              <a:gd name="T42" fmla="*/ 225 w 354"/>
              <a:gd name="T43" fmla="*/ 337 h 353"/>
              <a:gd name="T44" fmla="*/ 226 w 354"/>
              <a:gd name="T45" fmla="*/ 353 h 353"/>
              <a:gd name="T46" fmla="*/ 244 w 354"/>
              <a:gd name="T47" fmla="*/ 351 h 353"/>
              <a:gd name="T48" fmla="*/ 241 w 354"/>
              <a:gd name="T49" fmla="*/ 335 h 353"/>
              <a:gd name="T50" fmla="*/ 291 w 354"/>
              <a:gd name="T51" fmla="*/ 127 h 353"/>
              <a:gd name="T52" fmla="*/ 296 w 354"/>
              <a:gd name="T53" fmla="*/ 141 h 353"/>
              <a:gd name="T54" fmla="*/ 314 w 354"/>
              <a:gd name="T55" fmla="*/ 129 h 353"/>
              <a:gd name="T56" fmla="*/ 305 w 354"/>
              <a:gd name="T57" fmla="*/ 116 h 353"/>
              <a:gd name="T58" fmla="*/ 300 w 354"/>
              <a:gd name="T59" fmla="*/ 285 h 353"/>
              <a:gd name="T60" fmla="*/ 300 w 354"/>
              <a:gd name="T61" fmla="*/ 299 h 353"/>
              <a:gd name="T62" fmla="*/ 308 w 354"/>
              <a:gd name="T63" fmla="*/ 308 h 353"/>
              <a:gd name="T64" fmla="*/ 317 w 354"/>
              <a:gd name="T65" fmla="*/ 293 h 353"/>
              <a:gd name="T66" fmla="*/ 306 w 354"/>
              <a:gd name="T67" fmla="*/ 276 h 353"/>
              <a:gd name="T68" fmla="*/ 341 w 354"/>
              <a:gd name="T69" fmla="*/ 93 h 353"/>
              <a:gd name="T70" fmla="*/ 331 w 354"/>
              <a:gd name="T71" fmla="*/ 108 h 353"/>
              <a:gd name="T72" fmla="*/ 342 w 354"/>
              <a:gd name="T73" fmla="*/ 111 h 353"/>
              <a:gd name="T74" fmla="*/ 352 w 354"/>
              <a:gd name="T75" fmla="*/ 97 h 353"/>
              <a:gd name="T76" fmla="*/ 288 w 354"/>
              <a:gd name="T77" fmla="*/ 236 h 353"/>
              <a:gd name="T78" fmla="*/ 276 w 354"/>
              <a:gd name="T79" fmla="*/ 247 h 353"/>
              <a:gd name="T80" fmla="*/ 293 w 354"/>
              <a:gd name="T81" fmla="*/ 262 h 353"/>
              <a:gd name="T82" fmla="*/ 299 w 354"/>
              <a:gd name="T83" fmla="*/ 249 h 353"/>
              <a:gd name="T84" fmla="*/ 262 w 354"/>
              <a:gd name="T85" fmla="*/ 200 h 353"/>
              <a:gd name="T86" fmla="*/ 246 w 354"/>
              <a:gd name="T87" fmla="*/ 202 h 353"/>
              <a:gd name="T88" fmla="*/ 260 w 354"/>
              <a:gd name="T89" fmla="*/ 225 h 353"/>
              <a:gd name="T90" fmla="*/ 267 w 354"/>
              <a:gd name="T91" fmla="*/ 213 h 353"/>
              <a:gd name="T92" fmla="*/ 272 w 354"/>
              <a:gd name="T93" fmla="*/ 327 h 353"/>
              <a:gd name="T94" fmla="*/ 275 w 354"/>
              <a:gd name="T95" fmla="*/ 343 h 353"/>
              <a:gd name="T96" fmla="*/ 294 w 354"/>
              <a:gd name="T97" fmla="*/ 334 h 353"/>
              <a:gd name="T98" fmla="*/ 285 w 354"/>
              <a:gd name="T99" fmla="*/ 320 h 353"/>
              <a:gd name="T100" fmla="*/ 0 w 354"/>
              <a:gd name="T101" fmla="*/ 105 h 353"/>
              <a:gd name="T102" fmla="*/ 209 w 354"/>
              <a:gd name="T103" fmla="*/ 105 h 353"/>
              <a:gd name="T104" fmla="*/ 105 w 354"/>
              <a:gd name="T105" fmla="*/ 252 h 353"/>
              <a:gd name="T106" fmla="*/ 16 w 354"/>
              <a:gd name="T107" fmla="*/ 105 h 353"/>
              <a:gd name="T108" fmla="*/ 193 w 354"/>
              <a:gd name="T109" fmla="*/ 105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354" h="353">
                <a:moveTo>
                  <a:pt x="105" y="48"/>
                </a:moveTo>
                <a:cubicBezTo>
                  <a:pt x="74" y="48"/>
                  <a:pt x="48" y="73"/>
                  <a:pt x="48" y="104"/>
                </a:cubicBezTo>
                <a:cubicBezTo>
                  <a:pt x="48" y="135"/>
                  <a:pt x="74" y="161"/>
                  <a:pt x="105" y="161"/>
                </a:cubicBezTo>
                <a:cubicBezTo>
                  <a:pt x="136" y="161"/>
                  <a:pt x="161" y="135"/>
                  <a:pt x="161" y="104"/>
                </a:cubicBezTo>
                <a:cubicBezTo>
                  <a:pt x="161" y="73"/>
                  <a:pt x="136" y="48"/>
                  <a:pt x="105" y="48"/>
                </a:cubicBezTo>
                <a:moveTo>
                  <a:pt x="105" y="144"/>
                </a:moveTo>
                <a:cubicBezTo>
                  <a:pt x="82" y="144"/>
                  <a:pt x="64" y="126"/>
                  <a:pt x="64" y="104"/>
                </a:cubicBezTo>
                <a:cubicBezTo>
                  <a:pt x="64" y="82"/>
                  <a:pt x="82" y="64"/>
                  <a:pt x="105" y="64"/>
                </a:cubicBezTo>
                <a:cubicBezTo>
                  <a:pt x="127" y="64"/>
                  <a:pt x="145" y="82"/>
                  <a:pt x="145" y="104"/>
                </a:cubicBezTo>
                <a:cubicBezTo>
                  <a:pt x="145" y="126"/>
                  <a:pt x="127" y="144"/>
                  <a:pt x="105" y="144"/>
                </a:cubicBezTo>
                <a:moveTo>
                  <a:pt x="259" y="176"/>
                </a:moveTo>
                <a:cubicBezTo>
                  <a:pt x="260" y="177"/>
                  <a:pt x="261" y="178"/>
                  <a:pt x="263" y="178"/>
                </a:cubicBezTo>
                <a:cubicBezTo>
                  <a:pt x="265" y="178"/>
                  <a:pt x="268" y="176"/>
                  <a:pt x="270" y="174"/>
                </a:cubicBezTo>
                <a:cubicBezTo>
                  <a:pt x="272" y="170"/>
                  <a:pt x="275" y="165"/>
                  <a:pt x="279" y="161"/>
                </a:cubicBezTo>
                <a:cubicBezTo>
                  <a:pt x="281" y="158"/>
                  <a:pt x="281" y="153"/>
                  <a:pt x="278" y="150"/>
                </a:cubicBezTo>
                <a:cubicBezTo>
                  <a:pt x="274" y="147"/>
                  <a:pt x="269" y="147"/>
                  <a:pt x="266" y="151"/>
                </a:cubicBezTo>
                <a:cubicBezTo>
                  <a:pt x="262" y="156"/>
                  <a:pt x="259" y="161"/>
                  <a:pt x="256" y="165"/>
                </a:cubicBezTo>
                <a:cubicBezTo>
                  <a:pt x="254" y="169"/>
                  <a:pt x="255" y="174"/>
                  <a:pt x="259" y="176"/>
                </a:cubicBezTo>
                <a:moveTo>
                  <a:pt x="112" y="297"/>
                </a:moveTo>
                <a:cubicBezTo>
                  <a:pt x="112" y="293"/>
                  <a:pt x="109" y="289"/>
                  <a:pt x="104" y="289"/>
                </a:cubicBezTo>
                <a:cubicBezTo>
                  <a:pt x="100" y="289"/>
                  <a:pt x="96" y="293"/>
                  <a:pt x="96" y="297"/>
                </a:cubicBezTo>
                <a:cubicBezTo>
                  <a:pt x="96" y="298"/>
                  <a:pt x="96" y="302"/>
                  <a:pt x="99" y="308"/>
                </a:cubicBezTo>
                <a:cubicBezTo>
                  <a:pt x="100" y="311"/>
                  <a:pt x="103" y="313"/>
                  <a:pt x="106" y="313"/>
                </a:cubicBezTo>
                <a:cubicBezTo>
                  <a:pt x="107" y="313"/>
                  <a:pt x="108" y="313"/>
                  <a:pt x="109" y="313"/>
                </a:cubicBezTo>
                <a:cubicBezTo>
                  <a:pt x="113" y="311"/>
                  <a:pt x="115" y="306"/>
                  <a:pt x="114" y="302"/>
                </a:cubicBezTo>
                <a:cubicBezTo>
                  <a:pt x="113" y="299"/>
                  <a:pt x="112" y="297"/>
                  <a:pt x="112" y="297"/>
                </a:cubicBezTo>
                <a:moveTo>
                  <a:pt x="193" y="337"/>
                </a:moveTo>
                <a:cubicBezTo>
                  <a:pt x="187" y="337"/>
                  <a:pt x="182" y="336"/>
                  <a:pt x="177" y="336"/>
                </a:cubicBezTo>
                <a:cubicBezTo>
                  <a:pt x="172" y="335"/>
                  <a:pt x="168" y="338"/>
                  <a:pt x="168" y="343"/>
                </a:cubicBezTo>
                <a:cubicBezTo>
                  <a:pt x="167" y="347"/>
                  <a:pt x="170" y="351"/>
                  <a:pt x="175" y="351"/>
                </a:cubicBezTo>
                <a:cubicBezTo>
                  <a:pt x="180" y="352"/>
                  <a:pt x="186" y="353"/>
                  <a:pt x="192" y="353"/>
                </a:cubicBezTo>
                <a:cubicBezTo>
                  <a:pt x="192" y="353"/>
                  <a:pt x="192" y="353"/>
                  <a:pt x="192" y="353"/>
                </a:cubicBezTo>
                <a:cubicBezTo>
                  <a:pt x="197" y="353"/>
                  <a:pt x="200" y="350"/>
                  <a:pt x="200" y="345"/>
                </a:cubicBezTo>
                <a:cubicBezTo>
                  <a:pt x="201" y="341"/>
                  <a:pt x="197" y="337"/>
                  <a:pt x="193" y="337"/>
                </a:cubicBezTo>
                <a:moveTo>
                  <a:pt x="146" y="329"/>
                </a:moveTo>
                <a:cubicBezTo>
                  <a:pt x="141" y="327"/>
                  <a:pt x="136" y="325"/>
                  <a:pt x="132" y="322"/>
                </a:cubicBezTo>
                <a:cubicBezTo>
                  <a:pt x="128" y="320"/>
                  <a:pt x="123" y="321"/>
                  <a:pt x="121" y="325"/>
                </a:cubicBezTo>
                <a:cubicBezTo>
                  <a:pt x="119" y="329"/>
                  <a:pt x="120" y="334"/>
                  <a:pt x="124" y="336"/>
                </a:cubicBezTo>
                <a:cubicBezTo>
                  <a:pt x="129" y="339"/>
                  <a:pt x="135" y="342"/>
                  <a:pt x="141" y="344"/>
                </a:cubicBezTo>
                <a:cubicBezTo>
                  <a:pt x="141" y="344"/>
                  <a:pt x="142" y="344"/>
                  <a:pt x="143" y="344"/>
                </a:cubicBezTo>
                <a:cubicBezTo>
                  <a:pt x="147" y="344"/>
                  <a:pt x="150" y="342"/>
                  <a:pt x="151" y="339"/>
                </a:cubicBezTo>
                <a:cubicBezTo>
                  <a:pt x="152" y="335"/>
                  <a:pt x="150" y="330"/>
                  <a:pt x="146" y="329"/>
                </a:cubicBezTo>
                <a:moveTo>
                  <a:pt x="241" y="335"/>
                </a:moveTo>
                <a:cubicBezTo>
                  <a:pt x="236" y="336"/>
                  <a:pt x="231" y="336"/>
                  <a:pt x="225" y="337"/>
                </a:cubicBezTo>
                <a:cubicBezTo>
                  <a:pt x="221" y="337"/>
                  <a:pt x="218" y="341"/>
                  <a:pt x="218" y="345"/>
                </a:cubicBezTo>
                <a:cubicBezTo>
                  <a:pt x="218" y="350"/>
                  <a:pt x="222" y="353"/>
                  <a:pt x="226" y="353"/>
                </a:cubicBezTo>
                <a:cubicBezTo>
                  <a:pt x="226" y="353"/>
                  <a:pt x="226" y="353"/>
                  <a:pt x="226" y="353"/>
                </a:cubicBezTo>
                <a:cubicBezTo>
                  <a:pt x="232" y="352"/>
                  <a:pt x="238" y="352"/>
                  <a:pt x="244" y="351"/>
                </a:cubicBezTo>
                <a:cubicBezTo>
                  <a:pt x="248" y="350"/>
                  <a:pt x="251" y="346"/>
                  <a:pt x="250" y="342"/>
                </a:cubicBezTo>
                <a:cubicBezTo>
                  <a:pt x="250" y="338"/>
                  <a:pt x="246" y="335"/>
                  <a:pt x="241" y="335"/>
                </a:cubicBezTo>
                <a:moveTo>
                  <a:pt x="305" y="116"/>
                </a:moveTo>
                <a:cubicBezTo>
                  <a:pt x="301" y="119"/>
                  <a:pt x="296" y="123"/>
                  <a:pt x="291" y="127"/>
                </a:cubicBezTo>
                <a:cubicBezTo>
                  <a:pt x="288" y="129"/>
                  <a:pt x="287" y="134"/>
                  <a:pt x="290" y="138"/>
                </a:cubicBezTo>
                <a:cubicBezTo>
                  <a:pt x="292" y="140"/>
                  <a:pt x="294" y="141"/>
                  <a:pt x="296" y="141"/>
                </a:cubicBezTo>
                <a:cubicBezTo>
                  <a:pt x="298" y="141"/>
                  <a:pt x="300" y="140"/>
                  <a:pt x="301" y="139"/>
                </a:cubicBezTo>
                <a:cubicBezTo>
                  <a:pt x="306" y="135"/>
                  <a:pt x="310" y="132"/>
                  <a:pt x="314" y="129"/>
                </a:cubicBezTo>
                <a:cubicBezTo>
                  <a:pt x="318" y="127"/>
                  <a:pt x="319" y="122"/>
                  <a:pt x="316" y="118"/>
                </a:cubicBezTo>
                <a:cubicBezTo>
                  <a:pt x="314" y="114"/>
                  <a:pt x="309" y="114"/>
                  <a:pt x="305" y="116"/>
                </a:cubicBezTo>
                <a:moveTo>
                  <a:pt x="306" y="276"/>
                </a:moveTo>
                <a:cubicBezTo>
                  <a:pt x="302" y="277"/>
                  <a:pt x="299" y="281"/>
                  <a:pt x="300" y="285"/>
                </a:cubicBezTo>
                <a:cubicBezTo>
                  <a:pt x="300" y="288"/>
                  <a:pt x="301" y="291"/>
                  <a:pt x="301" y="293"/>
                </a:cubicBezTo>
                <a:cubicBezTo>
                  <a:pt x="301" y="295"/>
                  <a:pt x="301" y="297"/>
                  <a:pt x="300" y="299"/>
                </a:cubicBezTo>
                <a:cubicBezTo>
                  <a:pt x="299" y="303"/>
                  <a:pt x="302" y="307"/>
                  <a:pt x="307" y="308"/>
                </a:cubicBezTo>
                <a:cubicBezTo>
                  <a:pt x="307" y="308"/>
                  <a:pt x="308" y="308"/>
                  <a:pt x="308" y="308"/>
                </a:cubicBezTo>
                <a:cubicBezTo>
                  <a:pt x="312" y="308"/>
                  <a:pt x="315" y="306"/>
                  <a:pt x="316" y="302"/>
                </a:cubicBezTo>
                <a:cubicBezTo>
                  <a:pt x="316" y="299"/>
                  <a:pt x="317" y="296"/>
                  <a:pt x="317" y="293"/>
                </a:cubicBezTo>
                <a:cubicBezTo>
                  <a:pt x="317" y="289"/>
                  <a:pt x="316" y="286"/>
                  <a:pt x="316" y="282"/>
                </a:cubicBezTo>
                <a:cubicBezTo>
                  <a:pt x="315" y="278"/>
                  <a:pt x="310" y="275"/>
                  <a:pt x="306" y="276"/>
                </a:cubicBezTo>
                <a:moveTo>
                  <a:pt x="352" y="97"/>
                </a:moveTo>
                <a:cubicBezTo>
                  <a:pt x="350" y="93"/>
                  <a:pt x="345" y="91"/>
                  <a:pt x="341" y="93"/>
                </a:cubicBezTo>
                <a:cubicBezTo>
                  <a:pt x="341" y="93"/>
                  <a:pt x="339" y="95"/>
                  <a:pt x="334" y="97"/>
                </a:cubicBezTo>
                <a:cubicBezTo>
                  <a:pt x="330" y="100"/>
                  <a:pt x="329" y="105"/>
                  <a:pt x="331" y="108"/>
                </a:cubicBezTo>
                <a:cubicBezTo>
                  <a:pt x="333" y="111"/>
                  <a:pt x="335" y="112"/>
                  <a:pt x="338" y="112"/>
                </a:cubicBezTo>
                <a:cubicBezTo>
                  <a:pt x="340" y="112"/>
                  <a:pt x="341" y="112"/>
                  <a:pt x="342" y="111"/>
                </a:cubicBezTo>
                <a:cubicBezTo>
                  <a:pt x="346" y="109"/>
                  <a:pt x="349" y="108"/>
                  <a:pt x="349" y="108"/>
                </a:cubicBezTo>
                <a:cubicBezTo>
                  <a:pt x="353" y="106"/>
                  <a:pt x="354" y="101"/>
                  <a:pt x="352" y="97"/>
                </a:cubicBezTo>
                <a:moveTo>
                  <a:pt x="299" y="249"/>
                </a:moveTo>
                <a:cubicBezTo>
                  <a:pt x="296" y="245"/>
                  <a:pt x="292" y="240"/>
                  <a:pt x="288" y="236"/>
                </a:cubicBezTo>
                <a:cubicBezTo>
                  <a:pt x="285" y="233"/>
                  <a:pt x="280" y="233"/>
                  <a:pt x="276" y="236"/>
                </a:cubicBezTo>
                <a:cubicBezTo>
                  <a:pt x="273" y="239"/>
                  <a:pt x="273" y="244"/>
                  <a:pt x="276" y="247"/>
                </a:cubicBezTo>
                <a:cubicBezTo>
                  <a:pt x="280" y="251"/>
                  <a:pt x="284" y="255"/>
                  <a:pt x="287" y="259"/>
                </a:cubicBezTo>
                <a:cubicBezTo>
                  <a:pt x="288" y="261"/>
                  <a:pt x="291" y="262"/>
                  <a:pt x="293" y="262"/>
                </a:cubicBezTo>
                <a:cubicBezTo>
                  <a:pt x="295" y="262"/>
                  <a:pt x="296" y="262"/>
                  <a:pt x="298" y="261"/>
                </a:cubicBezTo>
                <a:cubicBezTo>
                  <a:pt x="301" y="258"/>
                  <a:pt x="302" y="253"/>
                  <a:pt x="299" y="249"/>
                </a:cubicBezTo>
                <a:moveTo>
                  <a:pt x="267" y="213"/>
                </a:moveTo>
                <a:cubicBezTo>
                  <a:pt x="264" y="209"/>
                  <a:pt x="263" y="205"/>
                  <a:pt x="262" y="200"/>
                </a:cubicBezTo>
                <a:cubicBezTo>
                  <a:pt x="262" y="196"/>
                  <a:pt x="258" y="193"/>
                  <a:pt x="254" y="193"/>
                </a:cubicBezTo>
                <a:cubicBezTo>
                  <a:pt x="249" y="194"/>
                  <a:pt x="246" y="198"/>
                  <a:pt x="246" y="202"/>
                </a:cubicBezTo>
                <a:cubicBezTo>
                  <a:pt x="247" y="209"/>
                  <a:pt x="249" y="215"/>
                  <a:pt x="253" y="221"/>
                </a:cubicBezTo>
                <a:cubicBezTo>
                  <a:pt x="254" y="224"/>
                  <a:pt x="257" y="225"/>
                  <a:pt x="260" y="225"/>
                </a:cubicBezTo>
                <a:cubicBezTo>
                  <a:pt x="261" y="225"/>
                  <a:pt x="262" y="225"/>
                  <a:pt x="264" y="224"/>
                </a:cubicBezTo>
                <a:cubicBezTo>
                  <a:pt x="267" y="222"/>
                  <a:pt x="269" y="217"/>
                  <a:pt x="267" y="213"/>
                </a:cubicBezTo>
                <a:moveTo>
                  <a:pt x="285" y="320"/>
                </a:moveTo>
                <a:cubicBezTo>
                  <a:pt x="281" y="323"/>
                  <a:pt x="277" y="325"/>
                  <a:pt x="272" y="327"/>
                </a:cubicBezTo>
                <a:cubicBezTo>
                  <a:pt x="268" y="329"/>
                  <a:pt x="266" y="334"/>
                  <a:pt x="267" y="338"/>
                </a:cubicBezTo>
                <a:cubicBezTo>
                  <a:pt x="269" y="341"/>
                  <a:pt x="272" y="343"/>
                  <a:pt x="275" y="343"/>
                </a:cubicBezTo>
                <a:cubicBezTo>
                  <a:pt x="276" y="343"/>
                  <a:pt x="277" y="343"/>
                  <a:pt x="278" y="342"/>
                </a:cubicBezTo>
                <a:cubicBezTo>
                  <a:pt x="284" y="340"/>
                  <a:pt x="289" y="337"/>
                  <a:pt x="294" y="334"/>
                </a:cubicBezTo>
                <a:cubicBezTo>
                  <a:pt x="298" y="331"/>
                  <a:pt x="298" y="326"/>
                  <a:pt x="296" y="322"/>
                </a:cubicBezTo>
                <a:cubicBezTo>
                  <a:pt x="293" y="319"/>
                  <a:pt x="288" y="318"/>
                  <a:pt x="285" y="320"/>
                </a:cubicBezTo>
                <a:moveTo>
                  <a:pt x="105" y="0"/>
                </a:moveTo>
                <a:cubicBezTo>
                  <a:pt x="47" y="0"/>
                  <a:pt x="0" y="47"/>
                  <a:pt x="0" y="105"/>
                </a:cubicBezTo>
                <a:cubicBezTo>
                  <a:pt x="0" y="190"/>
                  <a:pt x="105" y="273"/>
                  <a:pt x="105" y="273"/>
                </a:cubicBezTo>
                <a:cubicBezTo>
                  <a:pt x="105" y="273"/>
                  <a:pt x="209" y="190"/>
                  <a:pt x="209" y="105"/>
                </a:cubicBezTo>
                <a:cubicBezTo>
                  <a:pt x="209" y="47"/>
                  <a:pt x="162" y="0"/>
                  <a:pt x="105" y="0"/>
                </a:cubicBezTo>
                <a:moveTo>
                  <a:pt x="105" y="252"/>
                </a:moveTo>
                <a:cubicBezTo>
                  <a:pt x="95" y="243"/>
                  <a:pt x="80" y="229"/>
                  <a:pt x="65" y="211"/>
                </a:cubicBezTo>
                <a:cubicBezTo>
                  <a:pt x="43" y="184"/>
                  <a:pt x="16" y="144"/>
                  <a:pt x="16" y="105"/>
                </a:cubicBezTo>
                <a:cubicBezTo>
                  <a:pt x="16" y="56"/>
                  <a:pt x="56" y="16"/>
                  <a:pt x="105" y="16"/>
                </a:cubicBezTo>
                <a:cubicBezTo>
                  <a:pt x="153" y="16"/>
                  <a:pt x="193" y="56"/>
                  <a:pt x="193" y="105"/>
                </a:cubicBezTo>
                <a:cubicBezTo>
                  <a:pt x="193" y="167"/>
                  <a:pt x="130" y="230"/>
                  <a:pt x="105" y="252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7" name="Freeform 37"/>
          <p:cNvSpPr>
            <a:spLocks noEditPoints="1"/>
          </p:cNvSpPr>
          <p:nvPr/>
        </p:nvSpPr>
        <p:spPr bwMode="auto">
          <a:xfrm>
            <a:off x="3225801" y="4235451"/>
            <a:ext cx="260351" cy="575733"/>
          </a:xfrm>
          <a:custGeom>
            <a:avLst/>
            <a:gdLst>
              <a:gd name="T0" fmla="*/ 80 w 160"/>
              <a:gd name="T1" fmla="*/ 0 h 353"/>
              <a:gd name="T2" fmla="*/ 0 w 160"/>
              <a:gd name="T3" fmla="*/ 80 h 353"/>
              <a:gd name="T4" fmla="*/ 44 w 160"/>
              <a:gd name="T5" fmla="*/ 152 h 353"/>
              <a:gd name="T6" fmla="*/ 80 w 160"/>
              <a:gd name="T7" fmla="*/ 353 h 353"/>
              <a:gd name="T8" fmla="*/ 116 w 160"/>
              <a:gd name="T9" fmla="*/ 152 h 353"/>
              <a:gd name="T10" fmla="*/ 160 w 160"/>
              <a:gd name="T11" fmla="*/ 80 h 353"/>
              <a:gd name="T12" fmla="*/ 80 w 160"/>
              <a:gd name="T13" fmla="*/ 0 h 353"/>
              <a:gd name="T14" fmla="*/ 80 w 160"/>
              <a:gd name="T15" fmla="*/ 281 h 353"/>
              <a:gd name="T16" fmla="*/ 61 w 160"/>
              <a:gd name="T17" fmla="*/ 158 h 353"/>
              <a:gd name="T18" fmla="*/ 80 w 160"/>
              <a:gd name="T19" fmla="*/ 161 h 353"/>
              <a:gd name="T20" fmla="*/ 100 w 160"/>
              <a:gd name="T21" fmla="*/ 158 h 353"/>
              <a:gd name="T22" fmla="*/ 80 w 160"/>
              <a:gd name="T23" fmla="*/ 281 h 353"/>
              <a:gd name="T24" fmla="*/ 80 w 160"/>
              <a:gd name="T25" fmla="*/ 144 h 353"/>
              <a:gd name="T26" fmla="*/ 16 w 160"/>
              <a:gd name="T27" fmla="*/ 80 h 353"/>
              <a:gd name="T28" fmla="*/ 80 w 160"/>
              <a:gd name="T29" fmla="*/ 16 h 353"/>
              <a:gd name="T30" fmla="*/ 144 w 160"/>
              <a:gd name="T31" fmla="*/ 80 h 353"/>
              <a:gd name="T32" fmla="*/ 80 w 160"/>
              <a:gd name="T33" fmla="*/ 144 h 353"/>
              <a:gd name="T34" fmla="*/ 80 w 160"/>
              <a:gd name="T35" fmla="*/ 32 h 353"/>
              <a:gd name="T36" fmla="*/ 32 w 160"/>
              <a:gd name="T37" fmla="*/ 80 h 353"/>
              <a:gd name="T38" fmla="*/ 40 w 160"/>
              <a:gd name="T39" fmla="*/ 88 h 353"/>
              <a:gd name="T40" fmla="*/ 48 w 160"/>
              <a:gd name="T41" fmla="*/ 80 h 353"/>
              <a:gd name="T42" fmla="*/ 80 w 160"/>
              <a:gd name="T43" fmla="*/ 48 h 353"/>
              <a:gd name="T44" fmla="*/ 88 w 160"/>
              <a:gd name="T45" fmla="*/ 40 h 353"/>
              <a:gd name="T46" fmla="*/ 80 w 160"/>
              <a:gd name="T47" fmla="*/ 32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160" h="353">
                <a:moveTo>
                  <a:pt x="80" y="0"/>
                </a:moveTo>
                <a:cubicBezTo>
                  <a:pt x="36" y="0"/>
                  <a:pt x="0" y="36"/>
                  <a:pt x="0" y="80"/>
                </a:cubicBezTo>
                <a:cubicBezTo>
                  <a:pt x="0" y="112"/>
                  <a:pt x="18" y="139"/>
                  <a:pt x="44" y="152"/>
                </a:cubicBezTo>
                <a:cubicBezTo>
                  <a:pt x="80" y="353"/>
                  <a:pt x="80" y="353"/>
                  <a:pt x="80" y="353"/>
                </a:cubicBezTo>
                <a:cubicBezTo>
                  <a:pt x="116" y="152"/>
                  <a:pt x="116" y="152"/>
                  <a:pt x="116" y="152"/>
                </a:cubicBezTo>
                <a:cubicBezTo>
                  <a:pt x="142" y="139"/>
                  <a:pt x="160" y="112"/>
                  <a:pt x="160" y="80"/>
                </a:cubicBezTo>
                <a:cubicBezTo>
                  <a:pt x="160" y="36"/>
                  <a:pt x="125" y="0"/>
                  <a:pt x="80" y="0"/>
                </a:cubicBezTo>
                <a:moveTo>
                  <a:pt x="80" y="281"/>
                </a:moveTo>
                <a:cubicBezTo>
                  <a:pt x="61" y="158"/>
                  <a:pt x="61" y="158"/>
                  <a:pt x="61" y="158"/>
                </a:cubicBezTo>
                <a:cubicBezTo>
                  <a:pt x="67" y="160"/>
                  <a:pt x="73" y="161"/>
                  <a:pt x="80" y="161"/>
                </a:cubicBezTo>
                <a:cubicBezTo>
                  <a:pt x="87" y="161"/>
                  <a:pt x="94" y="160"/>
                  <a:pt x="100" y="158"/>
                </a:cubicBezTo>
                <a:lnTo>
                  <a:pt x="80" y="281"/>
                </a:lnTo>
                <a:close/>
                <a:moveTo>
                  <a:pt x="80" y="144"/>
                </a:moveTo>
                <a:cubicBezTo>
                  <a:pt x="45" y="144"/>
                  <a:pt x="16" y="116"/>
                  <a:pt x="16" y="80"/>
                </a:cubicBezTo>
                <a:cubicBezTo>
                  <a:pt x="16" y="45"/>
                  <a:pt x="45" y="16"/>
                  <a:pt x="80" y="16"/>
                </a:cubicBezTo>
                <a:cubicBezTo>
                  <a:pt x="116" y="16"/>
                  <a:pt x="144" y="45"/>
                  <a:pt x="144" y="80"/>
                </a:cubicBezTo>
                <a:cubicBezTo>
                  <a:pt x="144" y="116"/>
                  <a:pt x="116" y="144"/>
                  <a:pt x="80" y="144"/>
                </a:cubicBezTo>
                <a:moveTo>
                  <a:pt x="80" y="32"/>
                </a:moveTo>
                <a:cubicBezTo>
                  <a:pt x="80" y="32"/>
                  <a:pt x="32" y="32"/>
                  <a:pt x="32" y="80"/>
                </a:cubicBezTo>
                <a:cubicBezTo>
                  <a:pt x="32" y="85"/>
                  <a:pt x="36" y="88"/>
                  <a:pt x="40" y="88"/>
                </a:cubicBezTo>
                <a:cubicBezTo>
                  <a:pt x="44" y="88"/>
                  <a:pt x="48" y="85"/>
                  <a:pt x="48" y="80"/>
                </a:cubicBezTo>
                <a:cubicBezTo>
                  <a:pt x="48" y="48"/>
                  <a:pt x="80" y="48"/>
                  <a:pt x="80" y="48"/>
                </a:cubicBezTo>
                <a:cubicBezTo>
                  <a:pt x="85" y="48"/>
                  <a:pt x="88" y="45"/>
                  <a:pt x="88" y="40"/>
                </a:cubicBezTo>
                <a:cubicBezTo>
                  <a:pt x="88" y="36"/>
                  <a:pt x="85" y="32"/>
                  <a:pt x="80" y="32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8" name="Freeform 38"/>
          <p:cNvSpPr>
            <a:spLocks noEditPoints="1"/>
          </p:cNvSpPr>
          <p:nvPr/>
        </p:nvSpPr>
        <p:spPr bwMode="auto">
          <a:xfrm>
            <a:off x="4165601" y="4235451"/>
            <a:ext cx="573617" cy="575733"/>
          </a:xfrm>
          <a:custGeom>
            <a:avLst/>
            <a:gdLst>
              <a:gd name="T0" fmla="*/ 188 w 353"/>
              <a:gd name="T1" fmla="*/ 188 h 353"/>
              <a:gd name="T2" fmla="*/ 188 w 353"/>
              <a:gd name="T3" fmla="*/ 165 h 353"/>
              <a:gd name="T4" fmla="*/ 165 w 353"/>
              <a:gd name="T5" fmla="*/ 165 h 353"/>
              <a:gd name="T6" fmla="*/ 165 w 353"/>
              <a:gd name="T7" fmla="*/ 188 h 353"/>
              <a:gd name="T8" fmla="*/ 188 w 353"/>
              <a:gd name="T9" fmla="*/ 188 h 353"/>
              <a:gd name="T10" fmla="*/ 74 w 353"/>
              <a:gd name="T11" fmla="*/ 279 h 353"/>
              <a:gd name="T12" fmla="*/ 211 w 353"/>
              <a:gd name="T13" fmla="*/ 211 h 353"/>
              <a:gd name="T14" fmla="*/ 279 w 353"/>
              <a:gd name="T15" fmla="*/ 74 h 353"/>
              <a:gd name="T16" fmla="*/ 142 w 353"/>
              <a:gd name="T17" fmla="*/ 143 h 353"/>
              <a:gd name="T18" fmla="*/ 74 w 353"/>
              <a:gd name="T19" fmla="*/ 279 h 353"/>
              <a:gd name="T20" fmla="*/ 245 w 353"/>
              <a:gd name="T21" fmla="*/ 108 h 353"/>
              <a:gd name="T22" fmla="*/ 199 w 353"/>
              <a:gd name="T23" fmla="*/ 199 h 353"/>
              <a:gd name="T24" fmla="*/ 108 w 353"/>
              <a:gd name="T25" fmla="*/ 245 h 353"/>
              <a:gd name="T26" fmla="*/ 154 w 353"/>
              <a:gd name="T27" fmla="*/ 154 h 353"/>
              <a:gd name="T28" fmla="*/ 245 w 353"/>
              <a:gd name="T29" fmla="*/ 108 h 353"/>
              <a:gd name="T30" fmla="*/ 177 w 353"/>
              <a:gd name="T31" fmla="*/ 0 h 353"/>
              <a:gd name="T32" fmla="*/ 0 w 353"/>
              <a:gd name="T33" fmla="*/ 177 h 353"/>
              <a:gd name="T34" fmla="*/ 177 w 353"/>
              <a:gd name="T35" fmla="*/ 353 h 353"/>
              <a:gd name="T36" fmla="*/ 353 w 353"/>
              <a:gd name="T37" fmla="*/ 177 h 353"/>
              <a:gd name="T38" fmla="*/ 177 w 353"/>
              <a:gd name="T39" fmla="*/ 0 h 353"/>
              <a:gd name="T40" fmla="*/ 185 w 353"/>
              <a:gd name="T41" fmla="*/ 337 h 353"/>
              <a:gd name="T42" fmla="*/ 185 w 353"/>
              <a:gd name="T43" fmla="*/ 313 h 353"/>
              <a:gd name="T44" fmla="*/ 177 w 353"/>
              <a:gd name="T45" fmla="*/ 305 h 353"/>
              <a:gd name="T46" fmla="*/ 168 w 353"/>
              <a:gd name="T47" fmla="*/ 313 h 353"/>
              <a:gd name="T48" fmla="*/ 168 w 353"/>
              <a:gd name="T49" fmla="*/ 337 h 353"/>
              <a:gd name="T50" fmla="*/ 16 w 353"/>
              <a:gd name="T51" fmla="*/ 185 h 353"/>
              <a:gd name="T52" fmla="*/ 40 w 353"/>
              <a:gd name="T53" fmla="*/ 185 h 353"/>
              <a:gd name="T54" fmla="*/ 48 w 353"/>
              <a:gd name="T55" fmla="*/ 177 h 353"/>
              <a:gd name="T56" fmla="*/ 40 w 353"/>
              <a:gd name="T57" fmla="*/ 169 h 353"/>
              <a:gd name="T58" fmla="*/ 16 w 353"/>
              <a:gd name="T59" fmla="*/ 169 h 353"/>
              <a:gd name="T60" fmla="*/ 168 w 353"/>
              <a:gd name="T61" fmla="*/ 16 h 353"/>
              <a:gd name="T62" fmla="*/ 168 w 353"/>
              <a:gd name="T63" fmla="*/ 40 h 353"/>
              <a:gd name="T64" fmla="*/ 177 w 353"/>
              <a:gd name="T65" fmla="*/ 48 h 353"/>
              <a:gd name="T66" fmla="*/ 185 w 353"/>
              <a:gd name="T67" fmla="*/ 40 h 353"/>
              <a:gd name="T68" fmla="*/ 185 w 353"/>
              <a:gd name="T69" fmla="*/ 16 h 353"/>
              <a:gd name="T70" fmla="*/ 337 w 353"/>
              <a:gd name="T71" fmla="*/ 169 h 353"/>
              <a:gd name="T72" fmla="*/ 313 w 353"/>
              <a:gd name="T73" fmla="*/ 169 h 353"/>
              <a:gd name="T74" fmla="*/ 305 w 353"/>
              <a:gd name="T75" fmla="*/ 177 h 353"/>
              <a:gd name="T76" fmla="*/ 313 w 353"/>
              <a:gd name="T77" fmla="*/ 185 h 353"/>
              <a:gd name="T78" fmla="*/ 337 w 353"/>
              <a:gd name="T79" fmla="*/ 185 h 353"/>
              <a:gd name="T80" fmla="*/ 185 w 353"/>
              <a:gd name="T81" fmla="*/ 337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353" h="353">
                <a:moveTo>
                  <a:pt x="188" y="188"/>
                </a:moveTo>
                <a:cubicBezTo>
                  <a:pt x="194" y="182"/>
                  <a:pt x="194" y="172"/>
                  <a:pt x="188" y="165"/>
                </a:cubicBezTo>
                <a:cubicBezTo>
                  <a:pt x="182" y="159"/>
                  <a:pt x="171" y="159"/>
                  <a:pt x="165" y="165"/>
                </a:cubicBezTo>
                <a:cubicBezTo>
                  <a:pt x="159" y="172"/>
                  <a:pt x="159" y="182"/>
                  <a:pt x="165" y="188"/>
                </a:cubicBezTo>
                <a:cubicBezTo>
                  <a:pt x="171" y="194"/>
                  <a:pt x="182" y="194"/>
                  <a:pt x="188" y="188"/>
                </a:cubicBezTo>
                <a:moveTo>
                  <a:pt x="74" y="279"/>
                </a:moveTo>
                <a:cubicBezTo>
                  <a:pt x="211" y="211"/>
                  <a:pt x="211" y="211"/>
                  <a:pt x="211" y="211"/>
                </a:cubicBezTo>
                <a:cubicBezTo>
                  <a:pt x="279" y="74"/>
                  <a:pt x="279" y="74"/>
                  <a:pt x="279" y="74"/>
                </a:cubicBezTo>
                <a:cubicBezTo>
                  <a:pt x="142" y="143"/>
                  <a:pt x="142" y="143"/>
                  <a:pt x="142" y="143"/>
                </a:cubicBezTo>
                <a:lnTo>
                  <a:pt x="74" y="279"/>
                </a:lnTo>
                <a:close/>
                <a:moveTo>
                  <a:pt x="245" y="108"/>
                </a:moveTo>
                <a:cubicBezTo>
                  <a:pt x="199" y="199"/>
                  <a:pt x="199" y="199"/>
                  <a:pt x="199" y="199"/>
                </a:cubicBezTo>
                <a:cubicBezTo>
                  <a:pt x="108" y="245"/>
                  <a:pt x="108" y="245"/>
                  <a:pt x="108" y="245"/>
                </a:cubicBezTo>
                <a:cubicBezTo>
                  <a:pt x="154" y="154"/>
                  <a:pt x="154" y="154"/>
                  <a:pt x="154" y="154"/>
                </a:cubicBezTo>
                <a:lnTo>
                  <a:pt x="245" y="108"/>
                </a:lnTo>
                <a:close/>
                <a:moveTo>
                  <a:pt x="177" y="0"/>
                </a:moveTo>
                <a:cubicBezTo>
                  <a:pt x="79" y="0"/>
                  <a:pt x="0" y="79"/>
                  <a:pt x="0" y="177"/>
                </a:cubicBezTo>
                <a:cubicBezTo>
                  <a:pt x="0" y="274"/>
                  <a:pt x="79" y="353"/>
                  <a:pt x="177" y="353"/>
                </a:cubicBezTo>
                <a:cubicBezTo>
                  <a:pt x="274" y="353"/>
                  <a:pt x="353" y="274"/>
                  <a:pt x="353" y="177"/>
                </a:cubicBezTo>
                <a:cubicBezTo>
                  <a:pt x="353" y="79"/>
                  <a:pt x="274" y="0"/>
                  <a:pt x="177" y="0"/>
                </a:cubicBezTo>
                <a:moveTo>
                  <a:pt x="185" y="337"/>
                </a:moveTo>
                <a:cubicBezTo>
                  <a:pt x="185" y="313"/>
                  <a:pt x="185" y="313"/>
                  <a:pt x="185" y="313"/>
                </a:cubicBezTo>
                <a:cubicBezTo>
                  <a:pt x="185" y="309"/>
                  <a:pt x="181" y="305"/>
                  <a:pt x="177" y="305"/>
                </a:cubicBezTo>
                <a:cubicBezTo>
                  <a:pt x="172" y="305"/>
                  <a:pt x="168" y="309"/>
                  <a:pt x="168" y="313"/>
                </a:cubicBezTo>
                <a:cubicBezTo>
                  <a:pt x="168" y="337"/>
                  <a:pt x="168" y="337"/>
                  <a:pt x="168" y="337"/>
                </a:cubicBezTo>
                <a:cubicBezTo>
                  <a:pt x="86" y="333"/>
                  <a:pt x="20" y="267"/>
                  <a:pt x="16" y="185"/>
                </a:cubicBezTo>
                <a:cubicBezTo>
                  <a:pt x="40" y="185"/>
                  <a:pt x="40" y="185"/>
                  <a:pt x="40" y="185"/>
                </a:cubicBezTo>
                <a:cubicBezTo>
                  <a:pt x="44" y="185"/>
                  <a:pt x="48" y="181"/>
                  <a:pt x="48" y="177"/>
                </a:cubicBezTo>
                <a:cubicBezTo>
                  <a:pt x="48" y="172"/>
                  <a:pt x="44" y="169"/>
                  <a:pt x="40" y="169"/>
                </a:cubicBezTo>
                <a:cubicBezTo>
                  <a:pt x="16" y="169"/>
                  <a:pt x="16" y="169"/>
                  <a:pt x="16" y="169"/>
                </a:cubicBezTo>
                <a:cubicBezTo>
                  <a:pt x="20" y="86"/>
                  <a:pt x="86" y="21"/>
                  <a:pt x="168" y="16"/>
                </a:cubicBezTo>
                <a:cubicBezTo>
                  <a:pt x="168" y="40"/>
                  <a:pt x="168" y="40"/>
                  <a:pt x="168" y="40"/>
                </a:cubicBezTo>
                <a:cubicBezTo>
                  <a:pt x="168" y="45"/>
                  <a:pt x="172" y="48"/>
                  <a:pt x="177" y="48"/>
                </a:cubicBezTo>
                <a:cubicBezTo>
                  <a:pt x="181" y="48"/>
                  <a:pt x="185" y="45"/>
                  <a:pt x="185" y="40"/>
                </a:cubicBezTo>
                <a:cubicBezTo>
                  <a:pt x="185" y="16"/>
                  <a:pt x="185" y="16"/>
                  <a:pt x="185" y="16"/>
                </a:cubicBezTo>
                <a:cubicBezTo>
                  <a:pt x="267" y="21"/>
                  <a:pt x="333" y="86"/>
                  <a:pt x="337" y="169"/>
                </a:cubicBezTo>
                <a:cubicBezTo>
                  <a:pt x="313" y="169"/>
                  <a:pt x="313" y="169"/>
                  <a:pt x="313" y="169"/>
                </a:cubicBezTo>
                <a:cubicBezTo>
                  <a:pt x="309" y="169"/>
                  <a:pt x="305" y="172"/>
                  <a:pt x="305" y="177"/>
                </a:cubicBezTo>
                <a:cubicBezTo>
                  <a:pt x="305" y="181"/>
                  <a:pt x="309" y="185"/>
                  <a:pt x="313" y="185"/>
                </a:cubicBezTo>
                <a:cubicBezTo>
                  <a:pt x="337" y="185"/>
                  <a:pt x="337" y="185"/>
                  <a:pt x="337" y="185"/>
                </a:cubicBezTo>
                <a:cubicBezTo>
                  <a:pt x="333" y="267"/>
                  <a:pt x="267" y="333"/>
                  <a:pt x="185" y="337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9" name="Freeform 39"/>
          <p:cNvSpPr>
            <a:spLocks noEditPoints="1"/>
          </p:cNvSpPr>
          <p:nvPr/>
        </p:nvSpPr>
        <p:spPr bwMode="auto">
          <a:xfrm>
            <a:off x="5262034" y="4235451"/>
            <a:ext cx="573617" cy="575733"/>
          </a:xfrm>
          <a:custGeom>
            <a:avLst/>
            <a:gdLst>
              <a:gd name="T0" fmla="*/ 348 w 353"/>
              <a:gd name="T1" fmla="*/ 33 h 353"/>
              <a:gd name="T2" fmla="*/ 348 w 353"/>
              <a:gd name="T3" fmla="*/ 32 h 353"/>
              <a:gd name="T4" fmla="*/ 235 w 353"/>
              <a:gd name="T5" fmla="*/ 0 h 353"/>
              <a:gd name="T6" fmla="*/ 235 w 353"/>
              <a:gd name="T7" fmla="*/ 0 h 353"/>
              <a:gd name="T8" fmla="*/ 233 w 353"/>
              <a:gd name="T9" fmla="*/ 0 h 353"/>
              <a:gd name="T10" fmla="*/ 231 w 353"/>
              <a:gd name="T11" fmla="*/ 0 h 353"/>
              <a:gd name="T12" fmla="*/ 231 w 353"/>
              <a:gd name="T13" fmla="*/ 0 h 353"/>
              <a:gd name="T14" fmla="*/ 121 w 353"/>
              <a:gd name="T15" fmla="*/ 32 h 353"/>
              <a:gd name="T16" fmla="*/ 10 w 353"/>
              <a:gd name="T17" fmla="*/ 0 h 353"/>
              <a:gd name="T18" fmla="*/ 10 w 353"/>
              <a:gd name="T19" fmla="*/ 0 h 353"/>
              <a:gd name="T20" fmla="*/ 8 w 353"/>
              <a:gd name="T21" fmla="*/ 0 h 353"/>
              <a:gd name="T22" fmla="*/ 0 w 353"/>
              <a:gd name="T23" fmla="*/ 8 h 353"/>
              <a:gd name="T24" fmla="*/ 0 w 353"/>
              <a:gd name="T25" fmla="*/ 313 h 353"/>
              <a:gd name="T26" fmla="*/ 6 w 353"/>
              <a:gd name="T27" fmla="*/ 321 h 353"/>
              <a:gd name="T28" fmla="*/ 6 w 353"/>
              <a:gd name="T29" fmla="*/ 321 h 353"/>
              <a:gd name="T30" fmla="*/ 118 w 353"/>
              <a:gd name="T31" fmla="*/ 353 h 353"/>
              <a:gd name="T32" fmla="*/ 118 w 353"/>
              <a:gd name="T33" fmla="*/ 353 h 353"/>
              <a:gd name="T34" fmla="*/ 121 w 353"/>
              <a:gd name="T35" fmla="*/ 353 h 353"/>
              <a:gd name="T36" fmla="*/ 123 w 353"/>
              <a:gd name="T37" fmla="*/ 353 h 353"/>
              <a:gd name="T38" fmla="*/ 123 w 353"/>
              <a:gd name="T39" fmla="*/ 353 h 353"/>
              <a:gd name="T40" fmla="*/ 233 w 353"/>
              <a:gd name="T41" fmla="*/ 321 h 353"/>
              <a:gd name="T42" fmla="*/ 343 w 353"/>
              <a:gd name="T43" fmla="*/ 353 h 353"/>
              <a:gd name="T44" fmla="*/ 343 w 353"/>
              <a:gd name="T45" fmla="*/ 353 h 353"/>
              <a:gd name="T46" fmla="*/ 345 w 353"/>
              <a:gd name="T47" fmla="*/ 353 h 353"/>
              <a:gd name="T48" fmla="*/ 353 w 353"/>
              <a:gd name="T49" fmla="*/ 345 h 353"/>
              <a:gd name="T50" fmla="*/ 353 w 353"/>
              <a:gd name="T51" fmla="*/ 40 h 353"/>
              <a:gd name="T52" fmla="*/ 348 w 353"/>
              <a:gd name="T53" fmla="*/ 33 h 353"/>
              <a:gd name="T54" fmla="*/ 113 w 353"/>
              <a:gd name="T55" fmla="*/ 335 h 353"/>
              <a:gd name="T56" fmla="*/ 16 w 353"/>
              <a:gd name="T57" fmla="*/ 307 h 353"/>
              <a:gd name="T58" fmla="*/ 16 w 353"/>
              <a:gd name="T59" fmla="*/ 19 h 353"/>
              <a:gd name="T60" fmla="*/ 113 w 353"/>
              <a:gd name="T61" fmla="*/ 46 h 353"/>
              <a:gd name="T62" fmla="*/ 113 w 353"/>
              <a:gd name="T63" fmla="*/ 335 h 353"/>
              <a:gd name="T64" fmla="*/ 225 w 353"/>
              <a:gd name="T65" fmla="*/ 307 h 353"/>
              <a:gd name="T66" fmla="*/ 129 w 353"/>
              <a:gd name="T67" fmla="*/ 335 h 353"/>
              <a:gd name="T68" fmla="*/ 129 w 353"/>
              <a:gd name="T69" fmla="*/ 46 h 353"/>
              <a:gd name="T70" fmla="*/ 225 w 353"/>
              <a:gd name="T71" fmla="*/ 19 h 353"/>
              <a:gd name="T72" fmla="*/ 225 w 353"/>
              <a:gd name="T73" fmla="*/ 307 h 353"/>
              <a:gd name="T74" fmla="*/ 337 w 353"/>
              <a:gd name="T75" fmla="*/ 335 h 353"/>
              <a:gd name="T76" fmla="*/ 241 w 353"/>
              <a:gd name="T77" fmla="*/ 307 h 353"/>
              <a:gd name="T78" fmla="*/ 241 w 353"/>
              <a:gd name="T79" fmla="*/ 19 h 353"/>
              <a:gd name="T80" fmla="*/ 337 w 353"/>
              <a:gd name="T81" fmla="*/ 46 h 353"/>
              <a:gd name="T82" fmla="*/ 337 w 353"/>
              <a:gd name="T83" fmla="*/ 335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353" h="353">
                <a:moveTo>
                  <a:pt x="348" y="33"/>
                </a:moveTo>
                <a:cubicBezTo>
                  <a:pt x="348" y="32"/>
                  <a:pt x="348" y="32"/>
                  <a:pt x="348" y="32"/>
                </a:cubicBezTo>
                <a:cubicBezTo>
                  <a:pt x="235" y="0"/>
                  <a:pt x="235" y="0"/>
                  <a:pt x="235" y="0"/>
                </a:cubicBezTo>
                <a:cubicBezTo>
                  <a:pt x="235" y="0"/>
                  <a:pt x="235" y="0"/>
                  <a:pt x="235" y="0"/>
                </a:cubicBezTo>
                <a:cubicBezTo>
                  <a:pt x="234" y="0"/>
                  <a:pt x="234" y="0"/>
                  <a:pt x="233" y="0"/>
                </a:cubicBezTo>
                <a:cubicBezTo>
                  <a:pt x="232" y="0"/>
                  <a:pt x="232" y="0"/>
                  <a:pt x="231" y="0"/>
                </a:cubicBezTo>
                <a:cubicBezTo>
                  <a:pt x="231" y="0"/>
                  <a:pt x="231" y="0"/>
                  <a:pt x="231" y="0"/>
                </a:cubicBezTo>
                <a:cubicBezTo>
                  <a:pt x="121" y="32"/>
                  <a:pt x="121" y="32"/>
                  <a:pt x="121" y="32"/>
                </a:cubicBezTo>
                <a:cubicBezTo>
                  <a:pt x="10" y="0"/>
                  <a:pt x="10" y="0"/>
                  <a:pt x="10" y="0"/>
                </a:cubicBezTo>
                <a:cubicBezTo>
                  <a:pt x="10" y="0"/>
                  <a:pt x="10" y="0"/>
                  <a:pt x="10" y="0"/>
                </a:cubicBezTo>
                <a:cubicBezTo>
                  <a:pt x="10" y="0"/>
                  <a:pt x="9" y="0"/>
                  <a:pt x="8" y="0"/>
                </a:cubicBezTo>
                <a:cubicBezTo>
                  <a:pt x="4" y="0"/>
                  <a:pt x="0" y="4"/>
                  <a:pt x="0" y="8"/>
                </a:cubicBezTo>
                <a:cubicBezTo>
                  <a:pt x="0" y="313"/>
                  <a:pt x="0" y="313"/>
                  <a:pt x="0" y="313"/>
                </a:cubicBezTo>
                <a:cubicBezTo>
                  <a:pt x="0" y="317"/>
                  <a:pt x="3" y="320"/>
                  <a:pt x="6" y="321"/>
                </a:cubicBezTo>
                <a:cubicBezTo>
                  <a:pt x="6" y="321"/>
                  <a:pt x="6" y="321"/>
                  <a:pt x="6" y="321"/>
                </a:cubicBezTo>
                <a:cubicBezTo>
                  <a:pt x="118" y="353"/>
                  <a:pt x="118" y="353"/>
                  <a:pt x="118" y="353"/>
                </a:cubicBezTo>
                <a:cubicBezTo>
                  <a:pt x="118" y="353"/>
                  <a:pt x="118" y="353"/>
                  <a:pt x="118" y="353"/>
                </a:cubicBezTo>
                <a:cubicBezTo>
                  <a:pt x="119" y="353"/>
                  <a:pt x="120" y="353"/>
                  <a:pt x="121" y="353"/>
                </a:cubicBezTo>
                <a:cubicBezTo>
                  <a:pt x="121" y="353"/>
                  <a:pt x="122" y="353"/>
                  <a:pt x="123" y="353"/>
                </a:cubicBezTo>
                <a:cubicBezTo>
                  <a:pt x="123" y="353"/>
                  <a:pt x="123" y="353"/>
                  <a:pt x="123" y="353"/>
                </a:cubicBezTo>
                <a:cubicBezTo>
                  <a:pt x="233" y="321"/>
                  <a:pt x="233" y="321"/>
                  <a:pt x="233" y="321"/>
                </a:cubicBezTo>
                <a:cubicBezTo>
                  <a:pt x="343" y="353"/>
                  <a:pt x="343" y="353"/>
                  <a:pt x="343" y="353"/>
                </a:cubicBezTo>
                <a:cubicBezTo>
                  <a:pt x="343" y="353"/>
                  <a:pt x="343" y="353"/>
                  <a:pt x="343" y="353"/>
                </a:cubicBezTo>
                <a:cubicBezTo>
                  <a:pt x="344" y="353"/>
                  <a:pt x="345" y="353"/>
                  <a:pt x="345" y="353"/>
                </a:cubicBezTo>
                <a:cubicBezTo>
                  <a:pt x="350" y="353"/>
                  <a:pt x="353" y="350"/>
                  <a:pt x="353" y="345"/>
                </a:cubicBezTo>
                <a:cubicBezTo>
                  <a:pt x="353" y="40"/>
                  <a:pt x="353" y="40"/>
                  <a:pt x="353" y="40"/>
                </a:cubicBezTo>
                <a:cubicBezTo>
                  <a:pt x="353" y="36"/>
                  <a:pt x="351" y="33"/>
                  <a:pt x="348" y="33"/>
                </a:cubicBezTo>
                <a:moveTo>
                  <a:pt x="113" y="335"/>
                </a:moveTo>
                <a:cubicBezTo>
                  <a:pt x="16" y="307"/>
                  <a:pt x="16" y="307"/>
                  <a:pt x="16" y="307"/>
                </a:cubicBezTo>
                <a:cubicBezTo>
                  <a:pt x="16" y="19"/>
                  <a:pt x="16" y="19"/>
                  <a:pt x="16" y="19"/>
                </a:cubicBezTo>
                <a:cubicBezTo>
                  <a:pt x="113" y="46"/>
                  <a:pt x="113" y="46"/>
                  <a:pt x="113" y="46"/>
                </a:cubicBezTo>
                <a:lnTo>
                  <a:pt x="113" y="335"/>
                </a:lnTo>
                <a:close/>
                <a:moveTo>
                  <a:pt x="225" y="307"/>
                </a:moveTo>
                <a:cubicBezTo>
                  <a:pt x="129" y="335"/>
                  <a:pt x="129" y="335"/>
                  <a:pt x="129" y="335"/>
                </a:cubicBezTo>
                <a:cubicBezTo>
                  <a:pt x="129" y="46"/>
                  <a:pt x="129" y="46"/>
                  <a:pt x="129" y="46"/>
                </a:cubicBezTo>
                <a:cubicBezTo>
                  <a:pt x="225" y="19"/>
                  <a:pt x="225" y="19"/>
                  <a:pt x="225" y="19"/>
                </a:cubicBezTo>
                <a:lnTo>
                  <a:pt x="225" y="307"/>
                </a:lnTo>
                <a:close/>
                <a:moveTo>
                  <a:pt x="337" y="335"/>
                </a:moveTo>
                <a:cubicBezTo>
                  <a:pt x="241" y="307"/>
                  <a:pt x="241" y="307"/>
                  <a:pt x="241" y="307"/>
                </a:cubicBezTo>
                <a:cubicBezTo>
                  <a:pt x="241" y="19"/>
                  <a:pt x="241" y="19"/>
                  <a:pt x="241" y="19"/>
                </a:cubicBezTo>
                <a:cubicBezTo>
                  <a:pt x="337" y="46"/>
                  <a:pt x="337" y="46"/>
                  <a:pt x="337" y="46"/>
                </a:cubicBezTo>
                <a:lnTo>
                  <a:pt x="337" y="33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0" name="Freeform 40"/>
          <p:cNvSpPr>
            <a:spLocks noEditPoints="1"/>
          </p:cNvSpPr>
          <p:nvPr/>
        </p:nvSpPr>
        <p:spPr bwMode="auto">
          <a:xfrm>
            <a:off x="6358468" y="4235451"/>
            <a:ext cx="573617" cy="575733"/>
          </a:xfrm>
          <a:custGeom>
            <a:avLst/>
            <a:gdLst>
              <a:gd name="T0" fmla="*/ 216 w 353"/>
              <a:gd name="T1" fmla="*/ 112 h 353"/>
              <a:gd name="T2" fmla="*/ 184 w 353"/>
              <a:gd name="T3" fmla="*/ 112 h 353"/>
              <a:gd name="T4" fmla="*/ 64 w 353"/>
              <a:gd name="T5" fmla="*/ 257 h 353"/>
              <a:gd name="T6" fmla="*/ 64 w 353"/>
              <a:gd name="T7" fmla="*/ 225 h 353"/>
              <a:gd name="T8" fmla="*/ 64 w 353"/>
              <a:gd name="T9" fmla="*/ 257 h 353"/>
              <a:gd name="T10" fmla="*/ 163 w 353"/>
              <a:gd name="T11" fmla="*/ 122 h 353"/>
              <a:gd name="T12" fmla="*/ 161 w 353"/>
              <a:gd name="T13" fmla="*/ 145 h 353"/>
              <a:gd name="T14" fmla="*/ 81 w 353"/>
              <a:gd name="T15" fmla="*/ 199 h 353"/>
              <a:gd name="T16" fmla="*/ 60 w 353"/>
              <a:gd name="T17" fmla="*/ 207 h 353"/>
              <a:gd name="T18" fmla="*/ 81 w 353"/>
              <a:gd name="T19" fmla="*/ 199 h 353"/>
              <a:gd name="T20" fmla="*/ 93 w 353"/>
              <a:gd name="T21" fmla="*/ 167 h 353"/>
              <a:gd name="T22" fmla="*/ 91 w 353"/>
              <a:gd name="T23" fmla="*/ 189 h 353"/>
              <a:gd name="T24" fmla="*/ 268 w 353"/>
              <a:gd name="T25" fmla="*/ 152 h 353"/>
              <a:gd name="T26" fmla="*/ 282 w 353"/>
              <a:gd name="T27" fmla="*/ 143 h 353"/>
              <a:gd name="T28" fmla="*/ 272 w 353"/>
              <a:gd name="T29" fmla="*/ 131 h 353"/>
              <a:gd name="T30" fmla="*/ 268 w 353"/>
              <a:gd name="T31" fmla="*/ 152 h 353"/>
              <a:gd name="T32" fmla="*/ 347 w 353"/>
              <a:gd name="T33" fmla="*/ 32 h 353"/>
              <a:gd name="T34" fmla="*/ 235 w 353"/>
              <a:gd name="T35" fmla="*/ 0 h 353"/>
              <a:gd name="T36" fmla="*/ 230 w 353"/>
              <a:gd name="T37" fmla="*/ 0 h 353"/>
              <a:gd name="T38" fmla="*/ 120 w 353"/>
              <a:gd name="T39" fmla="*/ 32 h 353"/>
              <a:gd name="T40" fmla="*/ 10 w 353"/>
              <a:gd name="T41" fmla="*/ 0 h 353"/>
              <a:gd name="T42" fmla="*/ 0 w 353"/>
              <a:gd name="T43" fmla="*/ 8 h 353"/>
              <a:gd name="T44" fmla="*/ 5 w 353"/>
              <a:gd name="T45" fmla="*/ 321 h 353"/>
              <a:gd name="T46" fmla="*/ 118 w 353"/>
              <a:gd name="T47" fmla="*/ 353 h 353"/>
              <a:gd name="T48" fmla="*/ 120 w 353"/>
              <a:gd name="T49" fmla="*/ 353 h 353"/>
              <a:gd name="T50" fmla="*/ 122 w 353"/>
              <a:gd name="T51" fmla="*/ 353 h 353"/>
              <a:gd name="T52" fmla="*/ 343 w 353"/>
              <a:gd name="T53" fmla="*/ 353 h 353"/>
              <a:gd name="T54" fmla="*/ 345 w 353"/>
              <a:gd name="T55" fmla="*/ 353 h 353"/>
              <a:gd name="T56" fmla="*/ 353 w 353"/>
              <a:gd name="T57" fmla="*/ 40 h 353"/>
              <a:gd name="T58" fmla="*/ 112 w 353"/>
              <a:gd name="T59" fmla="*/ 335 h 353"/>
              <a:gd name="T60" fmla="*/ 16 w 353"/>
              <a:gd name="T61" fmla="*/ 19 h 353"/>
              <a:gd name="T62" fmla="*/ 112 w 353"/>
              <a:gd name="T63" fmla="*/ 335 h 353"/>
              <a:gd name="T64" fmla="*/ 128 w 353"/>
              <a:gd name="T65" fmla="*/ 335 h 353"/>
              <a:gd name="T66" fmla="*/ 134 w 353"/>
              <a:gd name="T67" fmla="*/ 167 h 353"/>
              <a:gd name="T68" fmla="*/ 139 w 353"/>
              <a:gd name="T69" fmla="*/ 145 h 353"/>
              <a:gd name="T70" fmla="*/ 128 w 353"/>
              <a:gd name="T71" fmla="*/ 46 h 353"/>
              <a:gd name="T72" fmla="*/ 224 w 353"/>
              <a:gd name="T73" fmla="*/ 307 h 353"/>
              <a:gd name="T74" fmla="*/ 240 w 353"/>
              <a:gd name="T75" fmla="*/ 307 h 353"/>
              <a:gd name="T76" fmla="*/ 250 w 353"/>
              <a:gd name="T77" fmla="*/ 131 h 353"/>
              <a:gd name="T78" fmla="*/ 244 w 353"/>
              <a:gd name="T79" fmla="*/ 110 h 353"/>
              <a:gd name="T80" fmla="*/ 240 w 353"/>
              <a:gd name="T81" fmla="*/ 19 h 353"/>
              <a:gd name="T82" fmla="*/ 337 w 353"/>
              <a:gd name="T83" fmla="*/ 335 h 353"/>
              <a:gd name="T84" fmla="*/ 281 w 353"/>
              <a:gd name="T85" fmla="*/ 225 h 353"/>
              <a:gd name="T86" fmla="*/ 275 w 353"/>
              <a:gd name="T87" fmla="*/ 238 h 353"/>
              <a:gd name="T88" fmla="*/ 275 w 353"/>
              <a:gd name="T89" fmla="*/ 259 h 353"/>
              <a:gd name="T90" fmla="*/ 281 w 353"/>
              <a:gd name="T91" fmla="*/ 273 h 353"/>
              <a:gd name="T92" fmla="*/ 297 w 353"/>
              <a:gd name="T93" fmla="*/ 260 h 353"/>
              <a:gd name="T94" fmla="*/ 313 w 353"/>
              <a:gd name="T95" fmla="*/ 273 h 353"/>
              <a:gd name="T96" fmla="*/ 318 w 353"/>
              <a:gd name="T97" fmla="*/ 259 h 353"/>
              <a:gd name="T98" fmla="*/ 318 w 353"/>
              <a:gd name="T99" fmla="*/ 238 h 353"/>
              <a:gd name="T100" fmla="*/ 313 w 353"/>
              <a:gd name="T101" fmla="*/ 225 h 353"/>
              <a:gd name="T102" fmla="*/ 297 w 353"/>
              <a:gd name="T103" fmla="*/ 237 h 353"/>
              <a:gd name="T104" fmla="*/ 285 w 353"/>
              <a:gd name="T105" fmla="*/ 177 h 353"/>
              <a:gd name="T106" fmla="*/ 292 w 353"/>
              <a:gd name="T107" fmla="*/ 156 h 353"/>
              <a:gd name="T108" fmla="*/ 285 w 353"/>
              <a:gd name="T109" fmla="*/ 177 h 353"/>
              <a:gd name="T110" fmla="*/ 302 w 353"/>
              <a:gd name="T111" fmla="*/ 207 h 353"/>
              <a:gd name="T112" fmla="*/ 287 w 353"/>
              <a:gd name="T113" fmla="*/ 190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353" h="353">
                <a:moveTo>
                  <a:pt x="200" y="128"/>
                </a:moveTo>
                <a:cubicBezTo>
                  <a:pt x="209" y="128"/>
                  <a:pt x="216" y="121"/>
                  <a:pt x="216" y="112"/>
                </a:cubicBezTo>
                <a:cubicBezTo>
                  <a:pt x="216" y="104"/>
                  <a:pt x="209" y="96"/>
                  <a:pt x="200" y="96"/>
                </a:cubicBezTo>
                <a:cubicBezTo>
                  <a:pt x="191" y="96"/>
                  <a:pt x="184" y="104"/>
                  <a:pt x="184" y="112"/>
                </a:cubicBezTo>
                <a:cubicBezTo>
                  <a:pt x="184" y="121"/>
                  <a:pt x="191" y="128"/>
                  <a:pt x="200" y="128"/>
                </a:cubicBezTo>
                <a:moveTo>
                  <a:pt x="64" y="257"/>
                </a:moveTo>
                <a:cubicBezTo>
                  <a:pt x="73" y="257"/>
                  <a:pt x="80" y="250"/>
                  <a:pt x="80" y="241"/>
                </a:cubicBezTo>
                <a:cubicBezTo>
                  <a:pt x="80" y="232"/>
                  <a:pt x="73" y="225"/>
                  <a:pt x="64" y="225"/>
                </a:cubicBezTo>
                <a:cubicBezTo>
                  <a:pt x="55" y="225"/>
                  <a:pt x="48" y="232"/>
                  <a:pt x="48" y="241"/>
                </a:cubicBezTo>
                <a:cubicBezTo>
                  <a:pt x="48" y="250"/>
                  <a:pt x="55" y="257"/>
                  <a:pt x="64" y="257"/>
                </a:cubicBezTo>
                <a:moveTo>
                  <a:pt x="171" y="136"/>
                </a:moveTo>
                <a:cubicBezTo>
                  <a:pt x="163" y="122"/>
                  <a:pt x="163" y="122"/>
                  <a:pt x="163" y="122"/>
                </a:cubicBezTo>
                <a:cubicBezTo>
                  <a:pt x="157" y="125"/>
                  <a:pt x="153" y="130"/>
                  <a:pt x="149" y="134"/>
                </a:cubicBezTo>
                <a:cubicBezTo>
                  <a:pt x="161" y="145"/>
                  <a:pt x="161" y="145"/>
                  <a:pt x="161" y="145"/>
                </a:cubicBezTo>
                <a:cubicBezTo>
                  <a:pt x="164" y="141"/>
                  <a:pt x="167" y="138"/>
                  <a:pt x="171" y="136"/>
                </a:cubicBezTo>
                <a:moveTo>
                  <a:pt x="81" y="199"/>
                </a:moveTo>
                <a:cubicBezTo>
                  <a:pt x="68" y="190"/>
                  <a:pt x="68" y="190"/>
                  <a:pt x="68" y="190"/>
                </a:cubicBezTo>
                <a:cubicBezTo>
                  <a:pt x="65" y="195"/>
                  <a:pt x="62" y="201"/>
                  <a:pt x="60" y="207"/>
                </a:cubicBezTo>
                <a:cubicBezTo>
                  <a:pt x="76" y="211"/>
                  <a:pt x="76" y="211"/>
                  <a:pt x="76" y="211"/>
                </a:cubicBezTo>
                <a:cubicBezTo>
                  <a:pt x="77" y="207"/>
                  <a:pt x="79" y="203"/>
                  <a:pt x="81" y="199"/>
                </a:cubicBezTo>
                <a:moveTo>
                  <a:pt x="102" y="180"/>
                </a:moveTo>
                <a:cubicBezTo>
                  <a:pt x="93" y="167"/>
                  <a:pt x="93" y="167"/>
                  <a:pt x="93" y="167"/>
                </a:cubicBezTo>
                <a:cubicBezTo>
                  <a:pt x="88" y="170"/>
                  <a:pt x="84" y="173"/>
                  <a:pt x="80" y="177"/>
                </a:cubicBezTo>
                <a:cubicBezTo>
                  <a:pt x="91" y="189"/>
                  <a:pt x="91" y="189"/>
                  <a:pt x="91" y="189"/>
                </a:cubicBezTo>
                <a:cubicBezTo>
                  <a:pt x="94" y="186"/>
                  <a:pt x="98" y="183"/>
                  <a:pt x="102" y="180"/>
                </a:cubicBezTo>
                <a:moveTo>
                  <a:pt x="268" y="152"/>
                </a:moveTo>
                <a:cubicBezTo>
                  <a:pt x="270" y="153"/>
                  <a:pt x="270" y="153"/>
                  <a:pt x="270" y="153"/>
                </a:cubicBezTo>
                <a:cubicBezTo>
                  <a:pt x="282" y="143"/>
                  <a:pt x="282" y="143"/>
                  <a:pt x="282" y="143"/>
                </a:cubicBezTo>
                <a:cubicBezTo>
                  <a:pt x="281" y="141"/>
                  <a:pt x="281" y="141"/>
                  <a:pt x="281" y="141"/>
                </a:cubicBezTo>
                <a:cubicBezTo>
                  <a:pt x="278" y="138"/>
                  <a:pt x="275" y="135"/>
                  <a:pt x="272" y="131"/>
                </a:cubicBezTo>
                <a:cubicBezTo>
                  <a:pt x="259" y="141"/>
                  <a:pt x="259" y="141"/>
                  <a:pt x="259" y="141"/>
                </a:cubicBezTo>
                <a:cubicBezTo>
                  <a:pt x="262" y="145"/>
                  <a:pt x="265" y="148"/>
                  <a:pt x="268" y="152"/>
                </a:cubicBezTo>
                <a:moveTo>
                  <a:pt x="347" y="33"/>
                </a:moveTo>
                <a:cubicBezTo>
                  <a:pt x="347" y="32"/>
                  <a:pt x="347" y="32"/>
                  <a:pt x="347" y="32"/>
                </a:cubicBezTo>
                <a:cubicBezTo>
                  <a:pt x="235" y="0"/>
                  <a:pt x="235" y="0"/>
                  <a:pt x="235" y="0"/>
                </a:cubicBezTo>
                <a:cubicBezTo>
                  <a:pt x="235" y="0"/>
                  <a:pt x="235" y="0"/>
                  <a:pt x="235" y="0"/>
                </a:cubicBezTo>
                <a:cubicBezTo>
                  <a:pt x="234" y="0"/>
                  <a:pt x="233" y="0"/>
                  <a:pt x="232" y="0"/>
                </a:cubicBezTo>
                <a:cubicBezTo>
                  <a:pt x="232" y="0"/>
                  <a:pt x="231" y="0"/>
                  <a:pt x="230" y="0"/>
                </a:cubicBezTo>
                <a:cubicBezTo>
                  <a:pt x="230" y="0"/>
                  <a:pt x="230" y="0"/>
                  <a:pt x="230" y="0"/>
                </a:cubicBezTo>
                <a:cubicBezTo>
                  <a:pt x="120" y="32"/>
                  <a:pt x="120" y="32"/>
                  <a:pt x="120" y="32"/>
                </a:cubicBezTo>
                <a:cubicBezTo>
                  <a:pt x="10" y="0"/>
                  <a:pt x="10" y="0"/>
                  <a:pt x="10" y="0"/>
                </a:cubicBezTo>
                <a:cubicBezTo>
                  <a:pt x="10" y="0"/>
                  <a:pt x="10" y="0"/>
                  <a:pt x="10" y="0"/>
                </a:cubicBezTo>
                <a:cubicBezTo>
                  <a:pt x="9" y="0"/>
                  <a:pt x="8" y="0"/>
                  <a:pt x="8" y="0"/>
                </a:cubicBezTo>
                <a:cubicBezTo>
                  <a:pt x="3" y="0"/>
                  <a:pt x="0" y="4"/>
                  <a:pt x="0" y="8"/>
                </a:cubicBezTo>
                <a:cubicBezTo>
                  <a:pt x="0" y="313"/>
                  <a:pt x="0" y="313"/>
                  <a:pt x="0" y="313"/>
                </a:cubicBezTo>
                <a:cubicBezTo>
                  <a:pt x="0" y="317"/>
                  <a:pt x="2" y="320"/>
                  <a:pt x="5" y="321"/>
                </a:cubicBezTo>
                <a:cubicBezTo>
                  <a:pt x="5" y="321"/>
                  <a:pt x="5" y="321"/>
                  <a:pt x="5" y="321"/>
                </a:cubicBezTo>
                <a:cubicBezTo>
                  <a:pt x="118" y="353"/>
                  <a:pt x="118" y="353"/>
                  <a:pt x="118" y="353"/>
                </a:cubicBezTo>
                <a:cubicBezTo>
                  <a:pt x="118" y="353"/>
                  <a:pt x="118" y="353"/>
                  <a:pt x="118" y="353"/>
                </a:cubicBezTo>
                <a:cubicBezTo>
                  <a:pt x="119" y="353"/>
                  <a:pt x="119" y="353"/>
                  <a:pt x="120" y="353"/>
                </a:cubicBezTo>
                <a:cubicBezTo>
                  <a:pt x="121" y="353"/>
                  <a:pt x="121" y="353"/>
                  <a:pt x="122" y="353"/>
                </a:cubicBezTo>
                <a:cubicBezTo>
                  <a:pt x="122" y="353"/>
                  <a:pt x="122" y="353"/>
                  <a:pt x="122" y="353"/>
                </a:cubicBezTo>
                <a:cubicBezTo>
                  <a:pt x="232" y="321"/>
                  <a:pt x="232" y="321"/>
                  <a:pt x="232" y="321"/>
                </a:cubicBezTo>
                <a:cubicBezTo>
                  <a:pt x="343" y="353"/>
                  <a:pt x="343" y="353"/>
                  <a:pt x="343" y="353"/>
                </a:cubicBezTo>
                <a:cubicBezTo>
                  <a:pt x="343" y="353"/>
                  <a:pt x="343" y="353"/>
                  <a:pt x="343" y="353"/>
                </a:cubicBezTo>
                <a:cubicBezTo>
                  <a:pt x="343" y="353"/>
                  <a:pt x="344" y="353"/>
                  <a:pt x="345" y="353"/>
                </a:cubicBezTo>
                <a:cubicBezTo>
                  <a:pt x="349" y="353"/>
                  <a:pt x="353" y="350"/>
                  <a:pt x="353" y="345"/>
                </a:cubicBezTo>
                <a:cubicBezTo>
                  <a:pt x="353" y="40"/>
                  <a:pt x="353" y="40"/>
                  <a:pt x="353" y="40"/>
                </a:cubicBezTo>
                <a:cubicBezTo>
                  <a:pt x="353" y="36"/>
                  <a:pt x="350" y="33"/>
                  <a:pt x="347" y="33"/>
                </a:cubicBezTo>
                <a:moveTo>
                  <a:pt x="112" y="335"/>
                </a:moveTo>
                <a:cubicBezTo>
                  <a:pt x="16" y="307"/>
                  <a:pt x="16" y="307"/>
                  <a:pt x="16" y="307"/>
                </a:cubicBezTo>
                <a:cubicBezTo>
                  <a:pt x="16" y="19"/>
                  <a:pt x="16" y="19"/>
                  <a:pt x="16" y="19"/>
                </a:cubicBezTo>
                <a:cubicBezTo>
                  <a:pt x="112" y="46"/>
                  <a:pt x="112" y="46"/>
                  <a:pt x="112" y="46"/>
                </a:cubicBezTo>
                <a:lnTo>
                  <a:pt x="112" y="335"/>
                </a:lnTo>
                <a:close/>
                <a:moveTo>
                  <a:pt x="224" y="307"/>
                </a:moveTo>
                <a:cubicBezTo>
                  <a:pt x="128" y="335"/>
                  <a:pt x="128" y="335"/>
                  <a:pt x="128" y="335"/>
                </a:cubicBezTo>
                <a:cubicBezTo>
                  <a:pt x="128" y="153"/>
                  <a:pt x="128" y="153"/>
                  <a:pt x="128" y="153"/>
                </a:cubicBezTo>
                <a:cubicBezTo>
                  <a:pt x="134" y="167"/>
                  <a:pt x="134" y="167"/>
                  <a:pt x="134" y="167"/>
                </a:cubicBezTo>
                <a:cubicBezTo>
                  <a:pt x="140" y="164"/>
                  <a:pt x="145" y="161"/>
                  <a:pt x="149" y="157"/>
                </a:cubicBezTo>
                <a:cubicBezTo>
                  <a:pt x="139" y="145"/>
                  <a:pt x="139" y="145"/>
                  <a:pt x="139" y="145"/>
                </a:cubicBezTo>
                <a:cubicBezTo>
                  <a:pt x="135" y="148"/>
                  <a:pt x="132" y="150"/>
                  <a:pt x="128" y="152"/>
                </a:cubicBezTo>
                <a:cubicBezTo>
                  <a:pt x="128" y="46"/>
                  <a:pt x="128" y="46"/>
                  <a:pt x="128" y="46"/>
                </a:cubicBezTo>
                <a:cubicBezTo>
                  <a:pt x="224" y="19"/>
                  <a:pt x="224" y="19"/>
                  <a:pt x="224" y="19"/>
                </a:cubicBezTo>
                <a:lnTo>
                  <a:pt x="224" y="307"/>
                </a:lnTo>
                <a:close/>
                <a:moveTo>
                  <a:pt x="337" y="335"/>
                </a:moveTo>
                <a:cubicBezTo>
                  <a:pt x="240" y="307"/>
                  <a:pt x="240" y="307"/>
                  <a:pt x="240" y="307"/>
                </a:cubicBezTo>
                <a:cubicBezTo>
                  <a:pt x="240" y="126"/>
                  <a:pt x="240" y="126"/>
                  <a:pt x="240" y="126"/>
                </a:cubicBezTo>
                <a:cubicBezTo>
                  <a:pt x="244" y="128"/>
                  <a:pt x="247" y="129"/>
                  <a:pt x="250" y="131"/>
                </a:cubicBezTo>
                <a:cubicBezTo>
                  <a:pt x="259" y="118"/>
                  <a:pt x="259" y="118"/>
                  <a:pt x="259" y="118"/>
                </a:cubicBezTo>
                <a:cubicBezTo>
                  <a:pt x="255" y="115"/>
                  <a:pt x="250" y="112"/>
                  <a:pt x="244" y="110"/>
                </a:cubicBezTo>
                <a:cubicBezTo>
                  <a:pt x="240" y="119"/>
                  <a:pt x="240" y="119"/>
                  <a:pt x="240" y="119"/>
                </a:cubicBezTo>
                <a:cubicBezTo>
                  <a:pt x="240" y="19"/>
                  <a:pt x="240" y="19"/>
                  <a:pt x="240" y="19"/>
                </a:cubicBezTo>
                <a:cubicBezTo>
                  <a:pt x="337" y="46"/>
                  <a:pt x="337" y="46"/>
                  <a:pt x="337" y="46"/>
                </a:cubicBezTo>
                <a:lnTo>
                  <a:pt x="337" y="335"/>
                </a:lnTo>
                <a:close/>
                <a:moveTo>
                  <a:pt x="286" y="227"/>
                </a:moveTo>
                <a:cubicBezTo>
                  <a:pt x="285" y="226"/>
                  <a:pt x="283" y="225"/>
                  <a:pt x="281" y="225"/>
                </a:cubicBezTo>
                <a:cubicBezTo>
                  <a:pt x="276" y="225"/>
                  <a:pt x="273" y="228"/>
                  <a:pt x="273" y="233"/>
                </a:cubicBezTo>
                <a:cubicBezTo>
                  <a:pt x="273" y="235"/>
                  <a:pt x="273" y="237"/>
                  <a:pt x="275" y="238"/>
                </a:cubicBezTo>
                <a:cubicBezTo>
                  <a:pt x="285" y="249"/>
                  <a:pt x="285" y="249"/>
                  <a:pt x="285" y="249"/>
                </a:cubicBezTo>
                <a:cubicBezTo>
                  <a:pt x="275" y="259"/>
                  <a:pt x="275" y="259"/>
                  <a:pt x="275" y="259"/>
                </a:cubicBezTo>
                <a:cubicBezTo>
                  <a:pt x="273" y="261"/>
                  <a:pt x="273" y="263"/>
                  <a:pt x="273" y="265"/>
                </a:cubicBezTo>
                <a:cubicBezTo>
                  <a:pt x="273" y="269"/>
                  <a:pt x="276" y="273"/>
                  <a:pt x="281" y="273"/>
                </a:cubicBezTo>
                <a:cubicBezTo>
                  <a:pt x="283" y="273"/>
                  <a:pt x="285" y="272"/>
                  <a:pt x="286" y="271"/>
                </a:cubicBezTo>
                <a:cubicBezTo>
                  <a:pt x="297" y="260"/>
                  <a:pt x="297" y="260"/>
                  <a:pt x="297" y="260"/>
                </a:cubicBezTo>
                <a:cubicBezTo>
                  <a:pt x="307" y="271"/>
                  <a:pt x="307" y="271"/>
                  <a:pt x="307" y="271"/>
                </a:cubicBezTo>
                <a:cubicBezTo>
                  <a:pt x="308" y="272"/>
                  <a:pt x="310" y="273"/>
                  <a:pt x="313" y="273"/>
                </a:cubicBezTo>
                <a:cubicBezTo>
                  <a:pt x="317" y="273"/>
                  <a:pt x="321" y="269"/>
                  <a:pt x="321" y="265"/>
                </a:cubicBezTo>
                <a:cubicBezTo>
                  <a:pt x="321" y="263"/>
                  <a:pt x="320" y="261"/>
                  <a:pt x="318" y="259"/>
                </a:cubicBezTo>
                <a:cubicBezTo>
                  <a:pt x="308" y="249"/>
                  <a:pt x="308" y="249"/>
                  <a:pt x="308" y="249"/>
                </a:cubicBezTo>
                <a:cubicBezTo>
                  <a:pt x="318" y="238"/>
                  <a:pt x="318" y="238"/>
                  <a:pt x="318" y="238"/>
                </a:cubicBezTo>
                <a:cubicBezTo>
                  <a:pt x="320" y="237"/>
                  <a:pt x="321" y="235"/>
                  <a:pt x="321" y="233"/>
                </a:cubicBezTo>
                <a:cubicBezTo>
                  <a:pt x="321" y="228"/>
                  <a:pt x="317" y="225"/>
                  <a:pt x="313" y="225"/>
                </a:cubicBezTo>
                <a:cubicBezTo>
                  <a:pt x="310" y="225"/>
                  <a:pt x="308" y="226"/>
                  <a:pt x="307" y="227"/>
                </a:cubicBezTo>
                <a:cubicBezTo>
                  <a:pt x="297" y="237"/>
                  <a:pt x="297" y="237"/>
                  <a:pt x="297" y="237"/>
                </a:cubicBezTo>
                <a:lnTo>
                  <a:pt x="286" y="227"/>
                </a:lnTo>
                <a:close/>
                <a:moveTo>
                  <a:pt x="285" y="177"/>
                </a:moveTo>
                <a:cubicBezTo>
                  <a:pt x="300" y="172"/>
                  <a:pt x="300" y="172"/>
                  <a:pt x="300" y="172"/>
                </a:cubicBezTo>
                <a:cubicBezTo>
                  <a:pt x="298" y="167"/>
                  <a:pt x="296" y="161"/>
                  <a:pt x="292" y="156"/>
                </a:cubicBezTo>
                <a:cubicBezTo>
                  <a:pt x="279" y="165"/>
                  <a:pt x="279" y="165"/>
                  <a:pt x="279" y="165"/>
                </a:cubicBezTo>
                <a:cubicBezTo>
                  <a:pt x="281" y="169"/>
                  <a:pt x="283" y="173"/>
                  <a:pt x="285" y="177"/>
                </a:cubicBezTo>
                <a:moveTo>
                  <a:pt x="287" y="205"/>
                </a:moveTo>
                <a:cubicBezTo>
                  <a:pt x="302" y="207"/>
                  <a:pt x="302" y="207"/>
                  <a:pt x="302" y="207"/>
                </a:cubicBezTo>
                <a:cubicBezTo>
                  <a:pt x="303" y="201"/>
                  <a:pt x="304" y="195"/>
                  <a:pt x="303" y="190"/>
                </a:cubicBezTo>
                <a:cubicBezTo>
                  <a:pt x="287" y="190"/>
                  <a:pt x="287" y="190"/>
                  <a:pt x="287" y="190"/>
                </a:cubicBezTo>
                <a:cubicBezTo>
                  <a:pt x="287" y="195"/>
                  <a:pt x="287" y="200"/>
                  <a:pt x="287" y="205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1" name="Freeform 41"/>
          <p:cNvSpPr>
            <a:spLocks noEditPoints="1"/>
          </p:cNvSpPr>
          <p:nvPr/>
        </p:nvSpPr>
        <p:spPr bwMode="auto">
          <a:xfrm>
            <a:off x="7454901" y="4235451"/>
            <a:ext cx="573617" cy="575733"/>
          </a:xfrm>
          <a:custGeom>
            <a:avLst/>
            <a:gdLst>
              <a:gd name="T0" fmla="*/ 177 w 353"/>
              <a:gd name="T1" fmla="*/ 0 h 353"/>
              <a:gd name="T2" fmla="*/ 176 w 353"/>
              <a:gd name="T3" fmla="*/ 0 h 353"/>
              <a:gd name="T4" fmla="*/ 176 w 353"/>
              <a:gd name="T5" fmla="*/ 0 h 353"/>
              <a:gd name="T6" fmla="*/ 0 w 353"/>
              <a:gd name="T7" fmla="*/ 177 h 353"/>
              <a:gd name="T8" fmla="*/ 176 w 353"/>
              <a:gd name="T9" fmla="*/ 353 h 353"/>
              <a:gd name="T10" fmla="*/ 353 w 353"/>
              <a:gd name="T11" fmla="*/ 177 h 353"/>
              <a:gd name="T12" fmla="*/ 177 w 353"/>
              <a:gd name="T13" fmla="*/ 0 h 353"/>
              <a:gd name="T14" fmla="*/ 185 w 353"/>
              <a:gd name="T15" fmla="*/ 337 h 353"/>
              <a:gd name="T16" fmla="*/ 185 w 353"/>
              <a:gd name="T17" fmla="*/ 281 h 353"/>
              <a:gd name="T18" fmla="*/ 176 w 353"/>
              <a:gd name="T19" fmla="*/ 273 h 353"/>
              <a:gd name="T20" fmla="*/ 168 w 353"/>
              <a:gd name="T21" fmla="*/ 281 h 353"/>
              <a:gd name="T22" fmla="*/ 168 w 353"/>
              <a:gd name="T23" fmla="*/ 337 h 353"/>
              <a:gd name="T24" fmla="*/ 16 w 353"/>
              <a:gd name="T25" fmla="*/ 185 h 353"/>
              <a:gd name="T26" fmla="*/ 72 w 353"/>
              <a:gd name="T27" fmla="*/ 185 h 353"/>
              <a:gd name="T28" fmla="*/ 80 w 353"/>
              <a:gd name="T29" fmla="*/ 177 h 353"/>
              <a:gd name="T30" fmla="*/ 72 w 353"/>
              <a:gd name="T31" fmla="*/ 169 h 353"/>
              <a:gd name="T32" fmla="*/ 16 w 353"/>
              <a:gd name="T33" fmla="*/ 169 h 353"/>
              <a:gd name="T34" fmla="*/ 168 w 353"/>
              <a:gd name="T35" fmla="*/ 16 h 353"/>
              <a:gd name="T36" fmla="*/ 168 w 353"/>
              <a:gd name="T37" fmla="*/ 72 h 353"/>
              <a:gd name="T38" fmla="*/ 176 w 353"/>
              <a:gd name="T39" fmla="*/ 80 h 353"/>
              <a:gd name="T40" fmla="*/ 185 w 353"/>
              <a:gd name="T41" fmla="*/ 72 h 353"/>
              <a:gd name="T42" fmla="*/ 185 w 353"/>
              <a:gd name="T43" fmla="*/ 16 h 353"/>
              <a:gd name="T44" fmla="*/ 337 w 353"/>
              <a:gd name="T45" fmla="*/ 169 h 353"/>
              <a:gd name="T46" fmla="*/ 281 w 353"/>
              <a:gd name="T47" fmla="*/ 169 h 353"/>
              <a:gd name="T48" fmla="*/ 273 w 353"/>
              <a:gd name="T49" fmla="*/ 177 h 353"/>
              <a:gd name="T50" fmla="*/ 281 w 353"/>
              <a:gd name="T51" fmla="*/ 185 h 353"/>
              <a:gd name="T52" fmla="*/ 337 w 353"/>
              <a:gd name="T53" fmla="*/ 185 h 353"/>
              <a:gd name="T54" fmla="*/ 185 w 353"/>
              <a:gd name="T55" fmla="*/ 337 h 353"/>
              <a:gd name="T56" fmla="*/ 176 w 353"/>
              <a:gd name="T57" fmla="*/ 136 h 353"/>
              <a:gd name="T58" fmla="*/ 136 w 353"/>
              <a:gd name="T59" fmla="*/ 177 h 353"/>
              <a:gd name="T60" fmla="*/ 176 w 353"/>
              <a:gd name="T61" fmla="*/ 217 h 353"/>
              <a:gd name="T62" fmla="*/ 217 w 353"/>
              <a:gd name="T63" fmla="*/ 177 h 353"/>
              <a:gd name="T64" fmla="*/ 176 w 353"/>
              <a:gd name="T65" fmla="*/ 136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353" h="353">
                <a:moveTo>
                  <a:pt x="177" y="0"/>
                </a:moveTo>
                <a:cubicBezTo>
                  <a:pt x="176" y="0"/>
                  <a:pt x="176" y="0"/>
                  <a:pt x="176" y="0"/>
                </a:cubicBezTo>
                <a:cubicBezTo>
                  <a:pt x="176" y="0"/>
                  <a:pt x="176" y="0"/>
                  <a:pt x="176" y="0"/>
                </a:cubicBezTo>
                <a:cubicBezTo>
                  <a:pt x="79" y="0"/>
                  <a:pt x="0" y="79"/>
                  <a:pt x="0" y="177"/>
                </a:cubicBezTo>
                <a:cubicBezTo>
                  <a:pt x="0" y="274"/>
                  <a:pt x="79" y="353"/>
                  <a:pt x="176" y="353"/>
                </a:cubicBezTo>
                <a:cubicBezTo>
                  <a:pt x="274" y="353"/>
                  <a:pt x="353" y="274"/>
                  <a:pt x="353" y="177"/>
                </a:cubicBezTo>
                <a:cubicBezTo>
                  <a:pt x="353" y="79"/>
                  <a:pt x="274" y="0"/>
                  <a:pt x="177" y="0"/>
                </a:cubicBezTo>
                <a:moveTo>
                  <a:pt x="185" y="337"/>
                </a:moveTo>
                <a:cubicBezTo>
                  <a:pt x="185" y="281"/>
                  <a:pt x="185" y="281"/>
                  <a:pt x="185" y="281"/>
                </a:cubicBezTo>
                <a:cubicBezTo>
                  <a:pt x="185" y="277"/>
                  <a:pt x="181" y="273"/>
                  <a:pt x="176" y="273"/>
                </a:cubicBezTo>
                <a:cubicBezTo>
                  <a:pt x="172" y="273"/>
                  <a:pt x="168" y="277"/>
                  <a:pt x="168" y="281"/>
                </a:cubicBezTo>
                <a:cubicBezTo>
                  <a:pt x="168" y="337"/>
                  <a:pt x="168" y="337"/>
                  <a:pt x="168" y="337"/>
                </a:cubicBezTo>
                <a:cubicBezTo>
                  <a:pt x="86" y="333"/>
                  <a:pt x="20" y="267"/>
                  <a:pt x="16" y="185"/>
                </a:cubicBezTo>
                <a:cubicBezTo>
                  <a:pt x="72" y="185"/>
                  <a:pt x="72" y="185"/>
                  <a:pt x="72" y="185"/>
                </a:cubicBezTo>
                <a:cubicBezTo>
                  <a:pt x="77" y="185"/>
                  <a:pt x="80" y="181"/>
                  <a:pt x="80" y="177"/>
                </a:cubicBezTo>
                <a:cubicBezTo>
                  <a:pt x="80" y="172"/>
                  <a:pt x="77" y="169"/>
                  <a:pt x="72" y="169"/>
                </a:cubicBezTo>
                <a:cubicBezTo>
                  <a:pt x="16" y="169"/>
                  <a:pt x="16" y="169"/>
                  <a:pt x="16" y="169"/>
                </a:cubicBezTo>
                <a:cubicBezTo>
                  <a:pt x="20" y="86"/>
                  <a:pt x="86" y="21"/>
                  <a:pt x="168" y="16"/>
                </a:cubicBezTo>
                <a:cubicBezTo>
                  <a:pt x="168" y="72"/>
                  <a:pt x="168" y="72"/>
                  <a:pt x="168" y="72"/>
                </a:cubicBezTo>
                <a:cubicBezTo>
                  <a:pt x="168" y="77"/>
                  <a:pt x="172" y="80"/>
                  <a:pt x="176" y="80"/>
                </a:cubicBezTo>
                <a:cubicBezTo>
                  <a:pt x="181" y="80"/>
                  <a:pt x="185" y="77"/>
                  <a:pt x="185" y="72"/>
                </a:cubicBezTo>
                <a:cubicBezTo>
                  <a:pt x="185" y="16"/>
                  <a:pt x="185" y="16"/>
                  <a:pt x="185" y="16"/>
                </a:cubicBezTo>
                <a:cubicBezTo>
                  <a:pt x="267" y="21"/>
                  <a:pt x="333" y="86"/>
                  <a:pt x="337" y="169"/>
                </a:cubicBezTo>
                <a:cubicBezTo>
                  <a:pt x="281" y="169"/>
                  <a:pt x="281" y="169"/>
                  <a:pt x="281" y="169"/>
                </a:cubicBezTo>
                <a:cubicBezTo>
                  <a:pt x="276" y="169"/>
                  <a:pt x="273" y="172"/>
                  <a:pt x="273" y="177"/>
                </a:cubicBezTo>
                <a:cubicBezTo>
                  <a:pt x="273" y="181"/>
                  <a:pt x="276" y="185"/>
                  <a:pt x="281" y="185"/>
                </a:cubicBezTo>
                <a:cubicBezTo>
                  <a:pt x="337" y="185"/>
                  <a:pt x="337" y="185"/>
                  <a:pt x="337" y="185"/>
                </a:cubicBezTo>
                <a:cubicBezTo>
                  <a:pt x="333" y="267"/>
                  <a:pt x="267" y="333"/>
                  <a:pt x="185" y="337"/>
                </a:cubicBezTo>
                <a:moveTo>
                  <a:pt x="176" y="136"/>
                </a:moveTo>
                <a:cubicBezTo>
                  <a:pt x="154" y="136"/>
                  <a:pt x="136" y="154"/>
                  <a:pt x="136" y="177"/>
                </a:cubicBezTo>
                <a:cubicBezTo>
                  <a:pt x="136" y="199"/>
                  <a:pt x="154" y="217"/>
                  <a:pt x="176" y="217"/>
                </a:cubicBezTo>
                <a:cubicBezTo>
                  <a:pt x="199" y="217"/>
                  <a:pt x="217" y="199"/>
                  <a:pt x="217" y="177"/>
                </a:cubicBezTo>
                <a:cubicBezTo>
                  <a:pt x="217" y="154"/>
                  <a:pt x="199" y="136"/>
                  <a:pt x="176" y="136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2" name="Freeform 42"/>
          <p:cNvSpPr>
            <a:spLocks noEditPoints="1"/>
          </p:cNvSpPr>
          <p:nvPr/>
        </p:nvSpPr>
        <p:spPr bwMode="auto">
          <a:xfrm>
            <a:off x="8549218" y="4235451"/>
            <a:ext cx="573617" cy="575733"/>
          </a:xfrm>
          <a:custGeom>
            <a:avLst/>
            <a:gdLst>
              <a:gd name="T0" fmla="*/ 177 w 353"/>
              <a:gd name="T1" fmla="*/ 0 h 353"/>
              <a:gd name="T2" fmla="*/ 0 w 353"/>
              <a:gd name="T3" fmla="*/ 177 h 353"/>
              <a:gd name="T4" fmla="*/ 177 w 353"/>
              <a:gd name="T5" fmla="*/ 353 h 353"/>
              <a:gd name="T6" fmla="*/ 353 w 353"/>
              <a:gd name="T7" fmla="*/ 177 h 353"/>
              <a:gd name="T8" fmla="*/ 177 w 353"/>
              <a:gd name="T9" fmla="*/ 0 h 353"/>
              <a:gd name="T10" fmla="*/ 169 w 353"/>
              <a:gd name="T11" fmla="*/ 337 h 353"/>
              <a:gd name="T12" fmla="*/ 17 w 353"/>
              <a:gd name="T13" fmla="*/ 185 h 353"/>
              <a:gd name="T14" fmla="*/ 50 w 353"/>
              <a:gd name="T15" fmla="*/ 185 h 353"/>
              <a:gd name="T16" fmla="*/ 67 w 353"/>
              <a:gd name="T17" fmla="*/ 200 h 353"/>
              <a:gd name="T18" fmla="*/ 169 w 353"/>
              <a:gd name="T19" fmla="*/ 289 h 353"/>
              <a:gd name="T20" fmla="*/ 169 w 353"/>
              <a:gd name="T21" fmla="*/ 337 h 353"/>
              <a:gd name="T22" fmla="*/ 169 w 353"/>
              <a:gd name="T23" fmla="*/ 273 h 353"/>
              <a:gd name="T24" fmla="*/ 83 w 353"/>
              <a:gd name="T25" fmla="*/ 198 h 353"/>
              <a:gd name="T26" fmla="*/ 95 w 353"/>
              <a:gd name="T27" fmla="*/ 185 h 353"/>
              <a:gd name="T28" fmla="*/ 138 w 353"/>
              <a:gd name="T29" fmla="*/ 185 h 353"/>
              <a:gd name="T30" fmla="*/ 169 w 353"/>
              <a:gd name="T31" fmla="*/ 216 h 353"/>
              <a:gd name="T32" fmla="*/ 169 w 353"/>
              <a:gd name="T33" fmla="*/ 273 h 353"/>
              <a:gd name="T34" fmla="*/ 169 w 353"/>
              <a:gd name="T35" fmla="*/ 137 h 353"/>
              <a:gd name="T36" fmla="*/ 138 w 353"/>
              <a:gd name="T37" fmla="*/ 169 h 353"/>
              <a:gd name="T38" fmla="*/ 95 w 353"/>
              <a:gd name="T39" fmla="*/ 169 h 353"/>
              <a:gd name="T40" fmla="*/ 83 w 353"/>
              <a:gd name="T41" fmla="*/ 155 h 353"/>
              <a:gd name="T42" fmla="*/ 169 w 353"/>
              <a:gd name="T43" fmla="*/ 81 h 353"/>
              <a:gd name="T44" fmla="*/ 169 w 353"/>
              <a:gd name="T45" fmla="*/ 137 h 353"/>
              <a:gd name="T46" fmla="*/ 169 w 353"/>
              <a:gd name="T47" fmla="*/ 65 h 353"/>
              <a:gd name="T48" fmla="*/ 67 w 353"/>
              <a:gd name="T49" fmla="*/ 153 h 353"/>
              <a:gd name="T50" fmla="*/ 50 w 353"/>
              <a:gd name="T51" fmla="*/ 169 h 353"/>
              <a:gd name="T52" fmla="*/ 17 w 353"/>
              <a:gd name="T53" fmla="*/ 169 h 353"/>
              <a:gd name="T54" fmla="*/ 169 w 353"/>
              <a:gd name="T55" fmla="*/ 16 h 353"/>
              <a:gd name="T56" fmla="*/ 169 w 353"/>
              <a:gd name="T57" fmla="*/ 65 h 353"/>
              <a:gd name="T58" fmla="*/ 185 w 353"/>
              <a:gd name="T59" fmla="*/ 16 h 353"/>
              <a:gd name="T60" fmla="*/ 337 w 353"/>
              <a:gd name="T61" fmla="*/ 169 h 353"/>
              <a:gd name="T62" fmla="*/ 289 w 353"/>
              <a:gd name="T63" fmla="*/ 169 h 353"/>
              <a:gd name="T64" fmla="*/ 271 w 353"/>
              <a:gd name="T65" fmla="*/ 115 h 353"/>
              <a:gd name="T66" fmla="*/ 273 w 353"/>
              <a:gd name="T67" fmla="*/ 104 h 353"/>
              <a:gd name="T68" fmla="*/ 249 w 353"/>
              <a:gd name="T69" fmla="*/ 80 h 353"/>
              <a:gd name="T70" fmla="*/ 238 w 353"/>
              <a:gd name="T71" fmla="*/ 83 h 353"/>
              <a:gd name="T72" fmla="*/ 185 w 353"/>
              <a:gd name="T73" fmla="*/ 65 h 353"/>
              <a:gd name="T74" fmla="*/ 185 w 353"/>
              <a:gd name="T75" fmla="*/ 16 h 353"/>
              <a:gd name="T76" fmla="*/ 185 w 353"/>
              <a:gd name="T77" fmla="*/ 81 h 353"/>
              <a:gd name="T78" fmla="*/ 227 w 353"/>
              <a:gd name="T79" fmla="*/ 95 h 353"/>
              <a:gd name="T80" fmla="*/ 225 w 353"/>
              <a:gd name="T81" fmla="*/ 104 h 353"/>
              <a:gd name="T82" fmla="*/ 249 w 353"/>
              <a:gd name="T83" fmla="*/ 128 h 353"/>
              <a:gd name="T84" fmla="*/ 259 w 353"/>
              <a:gd name="T85" fmla="*/ 126 h 353"/>
              <a:gd name="T86" fmla="*/ 273 w 353"/>
              <a:gd name="T87" fmla="*/ 169 h 353"/>
              <a:gd name="T88" fmla="*/ 216 w 353"/>
              <a:gd name="T89" fmla="*/ 169 h 353"/>
              <a:gd name="T90" fmla="*/ 185 w 353"/>
              <a:gd name="T91" fmla="*/ 137 h 353"/>
              <a:gd name="T92" fmla="*/ 185 w 353"/>
              <a:gd name="T93" fmla="*/ 81 h 353"/>
              <a:gd name="T94" fmla="*/ 185 w 353"/>
              <a:gd name="T95" fmla="*/ 216 h 353"/>
              <a:gd name="T96" fmla="*/ 216 w 353"/>
              <a:gd name="T97" fmla="*/ 185 h 353"/>
              <a:gd name="T98" fmla="*/ 273 w 353"/>
              <a:gd name="T99" fmla="*/ 185 h 353"/>
              <a:gd name="T100" fmla="*/ 185 w 353"/>
              <a:gd name="T101" fmla="*/ 273 h 353"/>
              <a:gd name="T102" fmla="*/ 185 w 353"/>
              <a:gd name="T103" fmla="*/ 216 h 353"/>
              <a:gd name="T104" fmla="*/ 185 w 353"/>
              <a:gd name="T105" fmla="*/ 337 h 353"/>
              <a:gd name="T106" fmla="*/ 185 w 353"/>
              <a:gd name="T107" fmla="*/ 289 h 353"/>
              <a:gd name="T108" fmla="*/ 289 w 353"/>
              <a:gd name="T109" fmla="*/ 185 h 353"/>
              <a:gd name="T110" fmla="*/ 337 w 353"/>
              <a:gd name="T111" fmla="*/ 185 h 353"/>
              <a:gd name="T112" fmla="*/ 185 w 353"/>
              <a:gd name="T113" fmla="*/ 337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353" h="353">
                <a:moveTo>
                  <a:pt x="177" y="0"/>
                </a:moveTo>
                <a:cubicBezTo>
                  <a:pt x="79" y="0"/>
                  <a:pt x="0" y="79"/>
                  <a:pt x="0" y="177"/>
                </a:cubicBezTo>
                <a:cubicBezTo>
                  <a:pt x="0" y="274"/>
                  <a:pt x="79" y="353"/>
                  <a:pt x="177" y="353"/>
                </a:cubicBezTo>
                <a:cubicBezTo>
                  <a:pt x="274" y="353"/>
                  <a:pt x="353" y="274"/>
                  <a:pt x="353" y="177"/>
                </a:cubicBezTo>
                <a:cubicBezTo>
                  <a:pt x="353" y="79"/>
                  <a:pt x="274" y="0"/>
                  <a:pt x="177" y="0"/>
                </a:cubicBezTo>
                <a:moveTo>
                  <a:pt x="169" y="337"/>
                </a:moveTo>
                <a:cubicBezTo>
                  <a:pt x="87" y="333"/>
                  <a:pt x="21" y="267"/>
                  <a:pt x="17" y="185"/>
                </a:cubicBezTo>
                <a:cubicBezTo>
                  <a:pt x="50" y="185"/>
                  <a:pt x="50" y="185"/>
                  <a:pt x="50" y="185"/>
                </a:cubicBezTo>
                <a:cubicBezTo>
                  <a:pt x="52" y="192"/>
                  <a:pt x="59" y="198"/>
                  <a:pt x="67" y="200"/>
                </a:cubicBezTo>
                <a:cubicBezTo>
                  <a:pt x="77" y="248"/>
                  <a:pt x="118" y="285"/>
                  <a:pt x="169" y="289"/>
                </a:cubicBezTo>
                <a:lnTo>
                  <a:pt x="169" y="337"/>
                </a:lnTo>
                <a:close/>
                <a:moveTo>
                  <a:pt x="169" y="273"/>
                </a:moveTo>
                <a:cubicBezTo>
                  <a:pt x="127" y="269"/>
                  <a:pt x="92" y="238"/>
                  <a:pt x="83" y="198"/>
                </a:cubicBezTo>
                <a:cubicBezTo>
                  <a:pt x="89" y="195"/>
                  <a:pt x="93" y="191"/>
                  <a:pt x="95" y="185"/>
                </a:cubicBezTo>
                <a:cubicBezTo>
                  <a:pt x="138" y="185"/>
                  <a:pt x="138" y="185"/>
                  <a:pt x="138" y="185"/>
                </a:cubicBezTo>
                <a:cubicBezTo>
                  <a:pt x="141" y="200"/>
                  <a:pt x="153" y="213"/>
                  <a:pt x="169" y="216"/>
                </a:cubicBezTo>
                <a:lnTo>
                  <a:pt x="169" y="273"/>
                </a:lnTo>
                <a:close/>
                <a:moveTo>
                  <a:pt x="169" y="137"/>
                </a:moveTo>
                <a:cubicBezTo>
                  <a:pt x="153" y="140"/>
                  <a:pt x="141" y="153"/>
                  <a:pt x="138" y="169"/>
                </a:cubicBezTo>
                <a:cubicBezTo>
                  <a:pt x="95" y="169"/>
                  <a:pt x="95" y="169"/>
                  <a:pt x="95" y="169"/>
                </a:cubicBezTo>
                <a:cubicBezTo>
                  <a:pt x="93" y="163"/>
                  <a:pt x="89" y="158"/>
                  <a:pt x="83" y="155"/>
                </a:cubicBezTo>
                <a:cubicBezTo>
                  <a:pt x="92" y="115"/>
                  <a:pt x="127" y="84"/>
                  <a:pt x="169" y="81"/>
                </a:cubicBezTo>
                <a:lnTo>
                  <a:pt x="169" y="137"/>
                </a:lnTo>
                <a:close/>
                <a:moveTo>
                  <a:pt x="169" y="65"/>
                </a:moveTo>
                <a:cubicBezTo>
                  <a:pt x="118" y="68"/>
                  <a:pt x="77" y="105"/>
                  <a:pt x="67" y="153"/>
                </a:cubicBezTo>
                <a:cubicBezTo>
                  <a:pt x="59" y="155"/>
                  <a:pt x="52" y="161"/>
                  <a:pt x="50" y="169"/>
                </a:cubicBezTo>
                <a:cubicBezTo>
                  <a:pt x="17" y="169"/>
                  <a:pt x="17" y="169"/>
                  <a:pt x="17" y="169"/>
                </a:cubicBezTo>
                <a:cubicBezTo>
                  <a:pt x="21" y="86"/>
                  <a:pt x="87" y="21"/>
                  <a:pt x="169" y="16"/>
                </a:cubicBezTo>
                <a:lnTo>
                  <a:pt x="169" y="65"/>
                </a:lnTo>
                <a:close/>
                <a:moveTo>
                  <a:pt x="185" y="16"/>
                </a:moveTo>
                <a:cubicBezTo>
                  <a:pt x="267" y="21"/>
                  <a:pt x="333" y="86"/>
                  <a:pt x="337" y="169"/>
                </a:cubicBezTo>
                <a:cubicBezTo>
                  <a:pt x="289" y="169"/>
                  <a:pt x="289" y="169"/>
                  <a:pt x="289" y="169"/>
                </a:cubicBezTo>
                <a:cubicBezTo>
                  <a:pt x="287" y="149"/>
                  <a:pt x="281" y="131"/>
                  <a:pt x="271" y="115"/>
                </a:cubicBezTo>
                <a:cubicBezTo>
                  <a:pt x="272" y="112"/>
                  <a:pt x="273" y="108"/>
                  <a:pt x="273" y="104"/>
                </a:cubicBezTo>
                <a:cubicBezTo>
                  <a:pt x="273" y="91"/>
                  <a:pt x="262" y="80"/>
                  <a:pt x="249" y="80"/>
                </a:cubicBezTo>
                <a:cubicBezTo>
                  <a:pt x="245" y="80"/>
                  <a:pt x="242" y="81"/>
                  <a:pt x="238" y="83"/>
                </a:cubicBezTo>
                <a:cubicBezTo>
                  <a:pt x="223" y="73"/>
                  <a:pt x="205" y="66"/>
                  <a:pt x="185" y="65"/>
                </a:cubicBezTo>
                <a:lnTo>
                  <a:pt x="185" y="16"/>
                </a:lnTo>
                <a:close/>
                <a:moveTo>
                  <a:pt x="185" y="81"/>
                </a:moveTo>
                <a:cubicBezTo>
                  <a:pt x="200" y="82"/>
                  <a:pt x="215" y="87"/>
                  <a:pt x="227" y="95"/>
                </a:cubicBezTo>
                <a:cubicBezTo>
                  <a:pt x="226" y="98"/>
                  <a:pt x="225" y="101"/>
                  <a:pt x="225" y="104"/>
                </a:cubicBezTo>
                <a:cubicBezTo>
                  <a:pt x="225" y="118"/>
                  <a:pt x="236" y="128"/>
                  <a:pt x="249" y="128"/>
                </a:cubicBezTo>
                <a:cubicBezTo>
                  <a:pt x="253" y="128"/>
                  <a:pt x="256" y="128"/>
                  <a:pt x="259" y="126"/>
                </a:cubicBezTo>
                <a:cubicBezTo>
                  <a:pt x="267" y="139"/>
                  <a:pt x="272" y="153"/>
                  <a:pt x="273" y="169"/>
                </a:cubicBezTo>
                <a:cubicBezTo>
                  <a:pt x="216" y="169"/>
                  <a:pt x="216" y="169"/>
                  <a:pt x="216" y="169"/>
                </a:cubicBezTo>
                <a:cubicBezTo>
                  <a:pt x="213" y="153"/>
                  <a:pt x="201" y="140"/>
                  <a:pt x="185" y="137"/>
                </a:cubicBezTo>
                <a:lnTo>
                  <a:pt x="185" y="81"/>
                </a:lnTo>
                <a:close/>
                <a:moveTo>
                  <a:pt x="185" y="216"/>
                </a:moveTo>
                <a:cubicBezTo>
                  <a:pt x="201" y="213"/>
                  <a:pt x="213" y="200"/>
                  <a:pt x="216" y="185"/>
                </a:cubicBezTo>
                <a:cubicBezTo>
                  <a:pt x="273" y="185"/>
                  <a:pt x="273" y="185"/>
                  <a:pt x="273" y="185"/>
                </a:cubicBezTo>
                <a:cubicBezTo>
                  <a:pt x="269" y="231"/>
                  <a:pt x="232" y="269"/>
                  <a:pt x="185" y="273"/>
                </a:cubicBezTo>
                <a:lnTo>
                  <a:pt x="185" y="216"/>
                </a:lnTo>
                <a:close/>
                <a:moveTo>
                  <a:pt x="185" y="337"/>
                </a:moveTo>
                <a:cubicBezTo>
                  <a:pt x="185" y="289"/>
                  <a:pt x="185" y="289"/>
                  <a:pt x="185" y="289"/>
                </a:cubicBezTo>
                <a:cubicBezTo>
                  <a:pt x="241" y="285"/>
                  <a:pt x="285" y="240"/>
                  <a:pt x="289" y="185"/>
                </a:cubicBezTo>
                <a:cubicBezTo>
                  <a:pt x="337" y="185"/>
                  <a:pt x="337" y="185"/>
                  <a:pt x="337" y="185"/>
                </a:cubicBezTo>
                <a:cubicBezTo>
                  <a:pt x="333" y="267"/>
                  <a:pt x="267" y="333"/>
                  <a:pt x="185" y="337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3" name="Freeform 43"/>
          <p:cNvSpPr>
            <a:spLocks noEditPoints="1"/>
          </p:cNvSpPr>
          <p:nvPr/>
        </p:nvSpPr>
        <p:spPr bwMode="auto">
          <a:xfrm>
            <a:off x="9698567" y="4235451"/>
            <a:ext cx="469900" cy="575733"/>
          </a:xfrm>
          <a:custGeom>
            <a:avLst/>
            <a:gdLst>
              <a:gd name="T0" fmla="*/ 289 w 289"/>
              <a:gd name="T1" fmla="*/ 24 h 353"/>
              <a:gd name="T2" fmla="*/ 284 w 289"/>
              <a:gd name="T3" fmla="*/ 17 h 353"/>
              <a:gd name="T4" fmla="*/ 200 w 289"/>
              <a:gd name="T5" fmla="*/ 0 h 353"/>
              <a:gd name="T6" fmla="*/ 141 w 289"/>
              <a:gd name="T7" fmla="*/ 9 h 353"/>
              <a:gd name="T8" fmla="*/ 104 w 289"/>
              <a:gd name="T9" fmla="*/ 16 h 353"/>
              <a:gd name="T10" fmla="*/ 58 w 289"/>
              <a:gd name="T11" fmla="*/ 8 h 353"/>
              <a:gd name="T12" fmla="*/ 8 w 289"/>
              <a:gd name="T13" fmla="*/ 0 h 353"/>
              <a:gd name="T14" fmla="*/ 0 w 289"/>
              <a:gd name="T15" fmla="*/ 8 h 353"/>
              <a:gd name="T16" fmla="*/ 0 w 289"/>
              <a:gd name="T17" fmla="*/ 345 h 353"/>
              <a:gd name="T18" fmla="*/ 8 w 289"/>
              <a:gd name="T19" fmla="*/ 353 h 353"/>
              <a:gd name="T20" fmla="*/ 16 w 289"/>
              <a:gd name="T21" fmla="*/ 345 h 353"/>
              <a:gd name="T22" fmla="*/ 16 w 289"/>
              <a:gd name="T23" fmla="*/ 209 h 353"/>
              <a:gd name="T24" fmla="*/ 53 w 289"/>
              <a:gd name="T25" fmla="*/ 216 h 353"/>
              <a:gd name="T26" fmla="*/ 104 w 289"/>
              <a:gd name="T27" fmla="*/ 225 h 353"/>
              <a:gd name="T28" fmla="*/ 146 w 289"/>
              <a:gd name="T29" fmla="*/ 217 h 353"/>
              <a:gd name="T30" fmla="*/ 200 w 289"/>
              <a:gd name="T31" fmla="*/ 209 h 353"/>
              <a:gd name="T32" fmla="*/ 277 w 289"/>
              <a:gd name="T33" fmla="*/ 224 h 353"/>
              <a:gd name="T34" fmla="*/ 288 w 289"/>
              <a:gd name="T35" fmla="*/ 220 h 353"/>
              <a:gd name="T36" fmla="*/ 289 w 289"/>
              <a:gd name="T37" fmla="*/ 217 h 353"/>
              <a:gd name="T38" fmla="*/ 289 w 289"/>
              <a:gd name="T39" fmla="*/ 217 h 353"/>
              <a:gd name="T40" fmla="*/ 289 w 289"/>
              <a:gd name="T41" fmla="*/ 24 h 353"/>
              <a:gd name="T42" fmla="*/ 273 w 289"/>
              <a:gd name="T43" fmla="*/ 205 h 353"/>
              <a:gd name="T44" fmla="*/ 200 w 289"/>
              <a:gd name="T45" fmla="*/ 193 h 353"/>
              <a:gd name="T46" fmla="*/ 141 w 289"/>
              <a:gd name="T47" fmla="*/ 202 h 353"/>
              <a:gd name="T48" fmla="*/ 104 w 289"/>
              <a:gd name="T49" fmla="*/ 209 h 353"/>
              <a:gd name="T50" fmla="*/ 58 w 289"/>
              <a:gd name="T51" fmla="*/ 201 h 353"/>
              <a:gd name="T52" fmla="*/ 16 w 289"/>
              <a:gd name="T53" fmla="*/ 193 h 353"/>
              <a:gd name="T54" fmla="*/ 16 w 289"/>
              <a:gd name="T55" fmla="*/ 16 h 353"/>
              <a:gd name="T56" fmla="*/ 53 w 289"/>
              <a:gd name="T57" fmla="*/ 24 h 353"/>
              <a:gd name="T58" fmla="*/ 104 w 289"/>
              <a:gd name="T59" fmla="*/ 32 h 353"/>
              <a:gd name="T60" fmla="*/ 146 w 289"/>
              <a:gd name="T61" fmla="*/ 25 h 353"/>
              <a:gd name="T62" fmla="*/ 200 w 289"/>
              <a:gd name="T63" fmla="*/ 16 h 353"/>
              <a:gd name="T64" fmla="*/ 273 w 289"/>
              <a:gd name="T65" fmla="*/ 29 h 353"/>
              <a:gd name="T66" fmla="*/ 273 w 289"/>
              <a:gd name="T67" fmla="*/ 205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289" h="353">
                <a:moveTo>
                  <a:pt x="289" y="24"/>
                </a:moveTo>
                <a:cubicBezTo>
                  <a:pt x="289" y="21"/>
                  <a:pt x="287" y="18"/>
                  <a:pt x="284" y="17"/>
                </a:cubicBezTo>
                <a:cubicBezTo>
                  <a:pt x="283" y="16"/>
                  <a:pt x="250" y="0"/>
                  <a:pt x="200" y="0"/>
                </a:cubicBezTo>
                <a:cubicBezTo>
                  <a:pt x="169" y="0"/>
                  <a:pt x="154" y="5"/>
                  <a:pt x="141" y="9"/>
                </a:cubicBezTo>
                <a:cubicBezTo>
                  <a:pt x="130" y="13"/>
                  <a:pt x="121" y="16"/>
                  <a:pt x="104" y="16"/>
                </a:cubicBezTo>
                <a:cubicBezTo>
                  <a:pt x="81" y="16"/>
                  <a:pt x="70" y="12"/>
                  <a:pt x="58" y="8"/>
                </a:cubicBezTo>
                <a:cubicBezTo>
                  <a:pt x="46" y="4"/>
                  <a:pt x="33" y="0"/>
                  <a:pt x="8" y="0"/>
                </a:cubicBezTo>
                <a:cubicBezTo>
                  <a:pt x="3" y="0"/>
                  <a:pt x="0" y="4"/>
                  <a:pt x="0" y="8"/>
                </a:cubicBezTo>
                <a:cubicBezTo>
                  <a:pt x="0" y="345"/>
                  <a:pt x="0" y="345"/>
                  <a:pt x="0" y="345"/>
                </a:cubicBezTo>
                <a:cubicBezTo>
                  <a:pt x="0" y="350"/>
                  <a:pt x="3" y="353"/>
                  <a:pt x="8" y="353"/>
                </a:cubicBezTo>
                <a:cubicBezTo>
                  <a:pt x="12" y="353"/>
                  <a:pt x="16" y="350"/>
                  <a:pt x="16" y="345"/>
                </a:cubicBezTo>
                <a:cubicBezTo>
                  <a:pt x="16" y="209"/>
                  <a:pt x="16" y="209"/>
                  <a:pt x="16" y="209"/>
                </a:cubicBezTo>
                <a:cubicBezTo>
                  <a:pt x="33" y="210"/>
                  <a:pt x="43" y="213"/>
                  <a:pt x="53" y="216"/>
                </a:cubicBezTo>
                <a:cubicBezTo>
                  <a:pt x="66" y="220"/>
                  <a:pt x="79" y="225"/>
                  <a:pt x="104" y="225"/>
                </a:cubicBezTo>
                <a:cubicBezTo>
                  <a:pt x="124" y="225"/>
                  <a:pt x="135" y="221"/>
                  <a:pt x="146" y="217"/>
                </a:cubicBezTo>
                <a:cubicBezTo>
                  <a:pt x="158" y="213"/>
                  <a:pt x="171" y="209"/>
                  <a:pt x="200" y="209"/>
                </a:cubicBezTo>
                <a:cubicBezTo>
                  <a:pt x="246" y="209"/>
                  <a:pt x="277" y="224"/>
                  <a:pt x="277" y="224"/>
                </a:cubicBezTo>
                <a:cubicBezTo>
                  <a:pt x="281" y="226"/>
                  <a:pt x="286" y="224"/>
                  <a:pt x="288" y="220"/>
                </a:cubicBezTo>
                <a:cubicBezTo>
                  <a:pt x="288" y="219"/>
                  <a:pt x="289" y="218"/>
                  <a:pt x="289" y="217"/>
                </a:cubicBezTo>
                <a:cubicBezTo>
                  <a:pt x="289" y="217"/>
                  <a:pt x="289" y="217"/>
                  <a:pt x="289" y="217"/>
                </a:cubicBezTo>
                <a:cubicBezTo>
                  <a:pt x="289" y="24"/>
                  <a:pt x="289" y="24"/>
                  <a:pt x="289" y="24"/>
                </a:cubicBezTo>
                <a:close/>
                <a:moveTo>
                  <a:pt x="273" y="205"/>
                </a:moveTo>
                <a:cubicBezTo>
                  <a:pt x="259" y="200"/>
                  <a:pt x="233" y="193"/>
                  <a:pt x="200" y="193"/>
                </a:cubicBezTo>
                <a:cubicBezTo>
                  <a:pt x="169" y="193"/>
                  <a:pt x="154" y="198"/>
                  <a:pt x="141" y="202"/>
                </a:cubicBezTo>
                <a:cubicBezTo>
                  <a:pt x="130" y="206"/>
                  <a:pt x="121" y="209"/>
                  <a:pt x="104" y="209"/>
                </a:cubicBezTo>
                <a:cubicBezTo>
                  <a:pt x="81" y="209"/>
                  <a:pt x="70" y="205"/>
                  <a:pt x="58" y="201"/>
                </a:cubicBezTo>
                <a:cubicBezTo>
                  <a:pt x="47" y="197"/>
                  <a:pt x="36" y="194"/>
                  <a:pt x="16" y="193"/>
                </a:cubicBezTo>
                <a:cubicBezTo>
                  <a:pt x="16" y="16"/>
                  <a:pt x="16" y="16"/>
                  <a:pt x="16" y="16"/>
                </a:cubicBezTo>
                <a:cubicBezTo>
                  <a:pt x="33" y="17"/>
                  <a:pt x="43" y="20"/>
                  <a:pt x="53" y="24"/>
                </a:cubicBezTo>
                <a:cubicBezTo>
                  <a:pt x="66" y="28"/>
                  <a:pt x="79" y="32"/>
                  <a:pt x="104" y="32"/>
                </a:cubicBezTo>
                <a:cubicBezTo>
                  <a:pt x="124" y="32"/>
                  <a:pt x="135" y="28"/>
                  <a:pt x="146" y="25"/>
                </a:cubicBezTo>
                <a:cubicBezTo>
                  <a:pt x="158" y="20"/>
                  <a:pt x="171" y="16"/>
                  <a:pt x="200" y="16"/>
                </a:cubicBezTo>
                <a:cubicBezTo>
                  <a:pt x="236" y="16"/>
                  <a:pt x="263" y="25"/>
                  <a:pt x="273" y="29"/>
                </a:cubicBezTo>
                <a:lnTo>
                  <a:pt x="273" y="20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4" name="Freeform 44"/>
          <p:cNvSpPr>
            <a:spLocks noEditPoints="1"/>
          </p:cNvSpPr>
          <p:nvPr/>
        </p:nvSpPr>
        <p:spPr bwMode="auto">
          <a:xfrm>
            <a:off x="10795000" y="4235451"/>
            <a:ext cx="467784" cy="575733"/>
          </a:xfrm>
          <a:custGeom>
            <a:avLst/>
            <a:gdLst>
              <a:gd name="T0" fmla="*/ 288 w 289"/>
              <a:gd name="T1" fmla="*/ 197 h 353"/>
              <a:gd name="T2" fmla="*/ 242 w 289"/>
              <a:gd name="T3" fmla="*/ 120 h 353"/>
              <a:gd name="T4" fmla="*/ 288 w 289"/>
              <a:gd name="T5" fmla="*/ 44 h 353"/>
              <a:gd name="T6" fmla="*/ 288 w 289"/>
              <a:gd name="T7" fmla="*/ 44 h 353"/>
              <a:gd name="T8" fmla="*/ 289 w 289"/>
              <a:gd name="T9" fmla="*/ 40 h 353"/>
              <a:gd name="T10" fmla="*/ 281 w 289"/>
              <a:gd name="T11" fmla="*/ 32 h 353"/>
              <a:gd name="T12" fmla="*/ 161 w 289"/>
              <a:gd name="T13" fmla="*/ 32 h 353"/>
              <a:gd name="T14" fmla="*/ 161 w 289"/>
              <a:gd name="T15" fmla="*/ 8 h 353"/>
              <a:gd name="T16" fmla="*/ 153 w 289"/>
              <a:gd name="T17" fmla="*/ 0 h 353"/>
              <a:gd name="T18" fmla="*/ 8 w 289"/>
              <a:gd name="T19" fmla="*/ 0 h 353"/>
              <a:gd name="T20" fmla="*/ 0 w 289"/>
              <a:gd name="T21" fmla="*/ 8 h 353"/>
              <a:gd name="T22" fmla="*/ 0 w 289"/>
              <a:gd name="T23" fmla="*/ 345 h 353"/>
              <a:gd name="T24" fmla="*/ 8 w 289"/>
              <a:gd name="T25" fmla="*/ 353 h 353"/>
              <a:gd name="T26" fmla="*/ 16 w 289"/>
              <a:gd name="T27" fmla="*/ 345 h 353"/>
              <a:gd name="T28" fmla="*/ 16 w 289"/>
              <a:gd name="T29" fmla="*/ 177 h 353"/>
              <a:gd name="T30" fmla="*/ 112 w 289"/>
              <a:gd name="T31" fmla="*/ 177 h 353"/>
              <a:gd name="T32" fmla="*/ 112 w 289"/>
              <a:gd name="T33" fmla="*/ 201 h 353"/>
              <a:gd name="T34" fmla="*/ 120 w 289"/>
              <a:gd name="T35" fmla="*/ 209 h 353"/>
              <a:gd name="T36" fmla="*/ 281 w 289"/>
              <a:gd name="T37" fmla="*/ 209 h 353"/>
              <a:gd name="T38" fmla="*/ 289 w 289"/>
              <a:gd name="T39" fmla="*/ 201 h 353"/>
              <a:gd name="T40" fmla="*/ 288 w 289"/>
              <a:gd name="T41" fmla="*/ 197 h 353"/>
              <a:gd name="T42" fmla="*/ 16 w 289"/>
              <a:gd name="T43" fmla="*/ 16 h 353"/>
              <a:gd name="T44" fmla="*/ 144 w 289"/>
              <a:gd name="T45" fmla="*/ 16 h 353"/>
              <a:gd name="T46" fmla="*/ 144 w 289"/>
              <a:gd name="T47" fmla="*/ 161 h 353"/>
              <a:gd name="T48" fmla="*/ 16 w 289"/>
              <a:gd name="T49" fmla="*/ 161 h 353"/>
              <a:gd name="T50" fmla="*/ 16 w 289"/>
              <a:gd name="T51" fmla="*/ 16 h 353"/>
              <a:gd name="T52" fmla="*/ 128 w 289"/>
              <a:gd name="T53" fmla="*/ 193 h 353"/>
              <a:gd name="T54" fmla="*/ 128 w 289"/>
              <a:gd name="T55" fmla="*/ 177 h 353"/>
              <a:gd name="T56" fmla="*/ 153 w 289"/>
              <a:gd name="T57" fmla="*/ 177 h 353"/>
              <a:gd name="T58" fmla="*/ 161 w 289"/>
              <a:gd name="T59" fmla="*/ 169 h 353"/>
              <a:gd name="T60" fmla="*/ 161 w 289"/>
              <a:gd name="T61" fmla="*/ 48 h 353"/>
              <a:gd name="T62" fmla="*/ 267 w 289"/>
              <a:gd name="T63" fmla="*/ 48 h 353"/>
              <a:gd name="T64" fmla="*/ 226 w 289"/>
              <a:gd name="T65" fmla="*/ 116 h 353"/>
              <a:gd name="T66" fmla="*/ 226 w 289"/>
              <a:gd name="T67" fmla="*/ 116 h 353"/>
              <a:gd name="T68" fmla="*/ 225 w 289"/>
              <a:gd name="T69" fmla="*/ 120 h 353"/>
              <a:gd name="T70" fmla="*/ 226 w 289"/>
              <a:gd name="T71" fmla="*/ 124 h 353"/>
              <a:gd name="T72" fmla="*/ 226 w 289"/>
              <a:gd name="T73" fmla="*/ 125 h 353"/>
              <a:gd name="T74" fmla="*/ 267 w 289"/>
              <a:gd name="T75" fmla="*/ 193 h 353"/>
              <a:gd name="T76" fmla="*/ 128 w 289"/>
              <a:gd name="T77" fmla="*/ 193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289" h="353">
                <a:moveTo>
                  <a:pt x="288" y="197"/>
                </a:moveTo>
                <a:cubicBezTo>
                  <a:pt x="242" y="120"/>
                  <a:pt x="242" y="120"/>
                  <a:pt x="242" y="120"/>
                </a:cubicBezTo>
                <a:cubicBezTo>
                  <a:pt x="288" y="44"/>
                  <a:pt x="288" y="44"/>
                  <a:pt x="288" y="44"/>
                </a:cubicBezTo>
                <a:cubicBezTo>
                  <a:pt x="288" y="44"/>
                  <a:pt x="288" y="44"/>
                  <a:pt x="288" y="44"/>
                </a:cubicBezTo>
                <a:cubicBezTo>
                  <a:pt x="288" y="43"/>
                  <a:pt x="289" y="42"/>
                  <a:pt x="289" y="40"/>
                </a:cubicBezTo>
                <a:cubicBezTo>
                  <a:pt x="289" y="36"/>
                  <a:pt x="285" y="32"/>
                  <a:pt x="281" y="32"/>
                </a:cubicBezTo>
                <a:cubicBezTo>
                  <a:pt x="161" y="32"/>
                  <a:pt x="161" y="32"/>
                  <a:pt x="161" y="32"/>
                </a:cubicBezTo>
                <a:cubicBezTo>
                  <a:pt x="161" y="8"/>
                  <a:pt x="161" y="8"/>
                  <a:pt x="161" y="8"/>
                </a:cubicBezTo>
                <a:cubicBezTo>
                  <a:pt x="161" y="4"/>
                  <a:pt x="157" y="0"/>
                  <a:pt x="153" y="0"/>
                </a:cubicBezTo>
                <a:cubicBezTo>
                  <a:pt x="8" y="0"/>
                  <a:pt x="8" y="0"/>
                  <a:pt x="8" y="0"/>
                </a:cubicBezTo>
                <a:cubicBezTo>
                  <a:pt x="4" y="0"/>
                  <a:pt x="0" y="4"/>
                  <a:pt x="0" y="8"/>
                </a:cubicBezTo>
                <a:cubicBezTo>
                  <a:pt x="0" y="345"/>
                  <a:pt x="0" y="345"/>
                  <a:pt x="0" y="345"/>
                </a:cubicBezTo>
                <a:cubicBezTo>
                  <a:pt x="0" y="350"/>
                  <a:pt x="4" y="353"/>
                  <a:pt x="8" y="353"/>
                </a:cubicBezTo>
                <a:cubicBezTo>
                  <a:pt x="12" y="353"/>
                  <a:pt x="16" y="350"/>
                  <a:pt x="16" y="345"/>
                </a:cubicBezTo>
                <a:cubicBezTo>
                  <a:pt x="16" y="177"/>
                  <a:pt x="16" y="177"/>
                  <a:pt x="16" y="177"/>
                </a:cubicBezTo>
                <a:cubicBezTo>
                  <a:pt x="112" y="177"/>
                  <a:pt x="112" y="177"/>
                  <a:pt x="112" y="177"/>
                </a:cubicBezTo>
                <a:cubicBezTo>
                  <a:pt x="112" y="201"/>
                  <a:pt x="112" y="201"/>
                  <a:pt x="112" y="201"/>
                </a:cubicBezTo>
                <a:cubicBezTo>
                  <a:pt x="112" y="205"/>
                  <a:pt x="116" y="209"/>
                  <a:pt x="120" y="209"/>
                </a:cubicBezTo>
                <a:cubicBezTo>
                  <a:pt x="281" y="209"/>
                  <a:pt x="281" y="209"/>
                  <a:pt x="281" y="209"/>
                </a:cubicBezTo>
                <a:cubicBezTo>
                  <a:pt x="285" y="209"/>
                  <a:pt x="289" y="205"/>
                  <a:pt x="289" y="201"/>
                </a:cubicBezTo>
                <a:cubicBezTo>
                  <a:pt x="289" y="199"/>
                  <a:pt x="288" y="198"/>
                  <a:pt x="288" y="197"/>
                </a:cubicBezTo>
                <a:close/>
                <a:moveTo>
                  <a:pt x="16" y="16"/>
                </a:moveTo>
                <a:cubicBezTo>
                  <a:pt x="144" y="16"/>
                  <a:pt x="144" y="16"/>
                  <a:pt x="144" y="16"/>
                </a:cubicBezTo>
                <a:cubicBezTo>
                  <a:pt x="144" y="161"/>
                  <a:pt x="144" y="161"/>
                  <a:pt x="144" y="161"/>
                </a:cubicBezTo>
                <a:cubicBezTo>
                  <a:pt x="16" y="161"/>
                  <a:pt x="16" y="161"/>
                  <a:pt x="16" y="161"/>
                </a:cubicBezTo>
                <a:lnTo>
                  <a:pt x="16" y="16"/>
                </a:lnTo>
                <a:close/>
                <a:moveTo>
                  <a:pt x="128" y="193"/>
                </a:moveTo>
                <a:cubicBezTo>
                  <a:pt x="128" y="177"/>
                  <a:pt x="128" y="177"/>
                  <a:pt x="128" y="177"/>
                </a:cubicBezTo>
                <a:cubicBezTo>
                  <a:pt x="153" y="177"/>
                  <a:pt x="153" y="177"/>
                  <a:pt x="153" y="177"/>
                </a:cubicBezTo>
                <a:cubicBezTo>
                  <a:pt x="157" y="177"/>
                  <a:pt x="161" y="173"/>
                  <a:pt x="161" y="169"/>
                </a:cubicBezTo>
                <a:cubicBezTo>
                  <a:pt x="161" y="48"/>
                  <a:pt x="161" y="48"/>
                  <a:pt x="161" y="48"/>
                </a:cubicBezTo>
                <a:cubicBezTo>
                  <a:pt x="267" y="48"/>
                  <a:pt x="267" y="48"/>
                  <a:pt x="267" y="48"/>
                </a:cubicBezTo>
                <a:cubicBezTo>
                  <a:pt x="226" y="116"/>
                  <a:pt x="226" y="116"/>
                  <a:pt x="226" y="116"/>
                </a:cubicBezTo>
                <a:cubicBezTo>
                  <a:pt x="226" y="116"/>
                  <a:pt x="226" y="116"/>
                  <a:pt x="226" y="116"/>
                </a:cubicBezTo>
                <a:cubicBezTo>
                  <a:pt x="225" y="118"/>
                  <a:pt x="225" y="119"/>
                  <a:pt x="225" y="120"/>
                </a:cubicBezTo>
                <a:cubicBezTo>
                  <a:pt x="225" y="122"/>
                  <a:pt x="225" y="123"/>
                  <a:pt x="226" y="124"/>
                </a:cubicBezTo>
                <a:cubicBezTo>
                  <a:pt x="226" y="125"/>
                  <a:pt x="226" y="125"/>
                  <a:pt x="226" y="125"/>
                </a:cubicBezTo>
                <a:cubicBezTo>
                  <a:pt x="267" y="193"/>
                  <a:pt x="267" y="193"/>
                  <a:pt x="267" y="193"/>
                </a:cubicBezTo>
                <a:lnTo>
                  <a:pt x="128" y="19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5" name="Freeform 45"/>
          <p:cNvSpPr>
            <a:spLocks noEditPoints="1"/>
          </p:cNvSpPr>
          <p:nvPr/>
        </p:nvSpPr>
        <p:spPr bwMode="auto">
          <a:xfrm>
            <a:off x="878418" y="5331884"/>
            <a:ext cx="573617" cy="575733"/>
          </a:xfrm>
          <a:custGeom>
            <a:avLst/>
            <a:gdLst>
              <a:gd name="T0" fmla="*/ 0 w 353"/>
              <a:gd name="T1" fmla="*/ 177 h 354"/>
              <a:gd name="T2" fmla="*/ 353 w 353"/>
              <a:gd name="T3" fmla="*/ 177 h 354"/>
              <a:gd name="T4" fmla="*/ 129 w 353"/>
              <a:gd name="T5" fmla="*/ 24 h 354"/>
              <a:gd name="T6" fmla="*/ 118 w 353"/>
              <a:gd name="T7" fmla="*/ 37 h 354"/>
              <a:gd name="T8" fmla="*/ 100 w 353"/>
              <a:gd name="T9" fmla="*/ 69 h 354"/>
              <a:gd name="T10" fmla="*/ 73 w 353"/>
              <a:gd name="T11" fmla="*/ 55 h 354"/>
              <a:gd name="T12" fmla="*/ 61 w 353"/>
              <a:gd name="T13" fmla="*/ 65 h 354"/>
              <a:gd name="T14" fmla="*/ 93 w 353"/>
              <a:gd name="T15" fmla="*/ 89 h 354"/>
              <a:gd name="T16" fmla="*/ 83 w 353"/>
              <a:gd name="T17" fmla="*/ 133 h 354"/>
              <a:gd name="T18" fmla="*/ 81 w 353"/>
              <a:gd name="T19" fmla="*/ 155 h 354"/>
              <a:gd name="T20" fmla="*/ 16 w 353"/>
              <a:gd name="T21" fmla="*/ 169 h 354"/>
              <a:gd name="T22" fmla="*/ 16 w 353"/>
              <a:gd name="T23" fmla="*/ 185 h 354"/>
              <a:gd name="T24" fmla="*/ 81 w 353"/>
              <a:gd name="T25" fmla="*/ 199 h 354"/>
              <a:gd name="T26" fmla="*/ 83 w 353"/>
              <a:gd name="T27" fmla="*/ 221 h 354"/>
              <a:gd name="T28" fmla="*/ 93 w 353"/>
              <a:gd name="T29" fmla="*/ 265 h 354"/>
              <a:gd name="T30" fmla="*/ 61 w 353"/>
              <a:gd name="T31" fmla="*/ 288 h 354"/>
              <a:gd name="T32" fmla="*/ 73 w 353"/>
              <a:gd name="T33" fmla="*/ 299 h 354"/>
              <a:gd name="T34" fmla="*/ 100 w 353"/>
              <a:gd name="T35" fmla="*/ 284 h 354"/>
              <a:gd name="T36" fmla="*/ 118 w 353"/>
              <a:gd name="T37" fmla="*/ 317 h 354"/>
              <a:gd name="T38" fmla="*/ 129 w 353"/>
              <a:gd name="T39" fmla="*/ 330 h 354"/>
              <a:gd name="T40" fmla="*/ 168 w 353"/>
              <a:gd name="T41" fmla="*/ 337 h 354"/>
              <a:gd name="T42" fmla="*/ 168 w 353"/>
              <a:gd name="T43" fmla="*/ 266 h 354"/>
              <a:gd name="T44" fmla="*/ 168 w 353"/>
              <a:gd name="T45" fmla="*/ 250 h 354"/>
              <a:gd name="T46" fmla="*/ 96 w 353"/>
              <a:gd name="T47" fmla="*/ 185 h 354"/>
              <a:gd name="T48" fmla="*/ 168 w 353"/>
              <a:gd name="T49" fmla="*/ 250 h 354"/>
              <a:gd name="T50" fmla="*/ 96 w 353"/>
              <a:gd name="T51" fmla="*/ 169 h 354"/>
              <a:gd name="T52" fmla="*/ 168 w 353"/>
              <a:gd name="T53" fmla="*/ 104 h 354"/>
              <a:gd name="T54" fmla="*/ 168 w 353"/>
              <a:gd name="T55" fmla="*/ 88 h 354"/>
              <a:gd name="T56" fmla="*/ 168 w 353"/>
              <a:gd name="T57" fmla="*/ 17 h 354"/>
              <a:gd name="T58" fmla="*/ 337 w 353"/>
              <a:gd name="T59" fmla="*/ 169 h 354"/>
              <a:gd name="T60" fmla="*/ 272 w 353"/>
              <a:gd name="T61" fmla="*/ 155 h 354"/>
              <a:gd name="T62" fmla="*/ 270 w 353"/>
              <a:gd name="T63" fmla="*/ 133 h 354"/>
              <a:gd name="T64" fmla="*/ 260 w 353"/>
              <a:gd name="T65" fmla="*/ 89 h 354"/>
              <a:gd name="T66" fmla="*/ 292 w 353"/>
              <a:gd name="T67" fmla="*/ 65 h 354"/>
              <a:gd name="T68" fmla="*/ 280 w 353"/>
              <a:gd name="T69" fmla="*/ 55 h 354"/>
              <a:gd name="T70" fmla="*/ 253 w 353"/>
              <a:gd name="T71" fmla="*/ 69 h 354"/>
              <a:gd name="T72" fmla="*/ 235 w 353"/>
              <a:gd name="T73" fmla="*/ 37 h 354"/>
              <a:gd name="T74" fmla="*/ 224 w 353"/>
              <a:gd name="T75" fmla="*/ 24 h 354"/>
              <a:gd name="T76" fmla="*/ 185 w 353"/>
              <a:gd name="T77" fmla="*/ 17 h 354"/>
              <a:gd name="T78" fmla="*/ 185 w 353"/>
              <a:gd name="T79" fmla="*/ 88 h 354"/>
              <a:gd name="T80" fmla="*/ 185 w 353"/>
              <a:gd name="T81" fmla="*/ 104 h 354"/>
              <a:gd name="T82" fmla="*/ 257 w 353"/>
              <a:gd name="T83" fmla="*/ 169 h 354"/>
              <a:gd name="T84" fmla="*/ 185 w 353"/>
              <a:gd name="T85" fmla="*/ 104 h 354"/>
              <a:gd name="T86" fmla="*/ 257 w 353"/>
              <a:gd name="T87" fmla="*/ 185 h 354"/>
              <a:gd name="T88" fmla="*/ 185 w 353"/>
              <a:gd name="T89" fmla="*/ 250 h 354"/>
              <a:gd name="T90" fmla="*/ 185 w 353"/>
              <a:gd name="T91" fmla="*/ 337 h 354"/>
              <a:gd name="T92" fmla="*/ 240 w 353"/>
              <a:gd name="T93" fmla="*/ 276 h 354"/>
              <a:gd name="T94" fmla="*/ 224 w 353"/>
              <a:gd name="T95" fmla="*/ 330 h 354"/>
              <a:gd name="T96" fmla="*/ 235 w 353"/>
              <a:gd name="T97" fmla="*/ 317 h 354"/>
              <a:gd name="T98" fmla="*/ 253 w 353"/>
              <a:gd name="T99" fmla="*/ 284 h 354"/>
              <a:gd name="T100" fmla="*/ 280 w 353"/>
              <a:gd name="T101" fmla="*/ 299 h 354"/>
              <a:gd name="T102" fmla="*/ 292 w 353"/>
              <a:gd name="T103" fmla="*/ 288 h 354"/>
              <a:gd name="T104" fmla="*/ 260 w 353"/>
              <a:gd name="T105" fmla="*/ 265 h 354"/>
              <a:gd name="T106" fmla="*/ 270 w 353"/>
              <a:gd name="T107" fmla="*/ 221 h 354"/>
              <a:gd name="T108" fmla="*/ 272 w 353"/>
              <a:gd name="T109" fmla="*/ 199 h 354"/>
              <a:gd name="T110" fmla="*/ 337 w 353"/>
              <a:gd name="T111" fmla="*/ 185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353" h="354">
                <a:moveTo>
                  <a:pt x="177" y="0"/>
                </a:moveTo>
                <a:cubicBezTo>
                  <a:pt x="79" y="0"/>
                  <a:pt x="0" y="79"/>
                  <a:pt x="0" y="177"/>
                </a:cubicBezTo>
                <a:cubicBezTo>
                  <a:pt x="0" y="274"/>
                  <a:pt x="79" y="354"/>
                  <a:pt x="177" y="354"/>
                </a:cubicBezTo>
                <a:cubicBezTo>
                  <a:pt x="274" y="354"/>
                  <a:pt x="353" y="274"/>
                  <a:pt x="353" y="177"/>
                </a:cubicBezTo>
                <a:cubicBezTo>
                  <a:pt x="353" y="79"/>
                  <a:pt x="274" y="0"/>
                  <a:pt x="177" y="0"/>
                </a:cubicBezTo>
                <a:moveTo>
                  <a:pt x="129" y="24"/>
                </a:moveTo>
                <a:cubicBezTo>
                  <a:pt x="125" y="27"/>
                  <a:pt x="122" y="31"/>
                  <a:pt x="119" y="36"/>
                </a:cubicBezTo>
                <a:cubicBezTo>
                  <a:pt x="119" y="36"/>
                  <a:pt x="118" y="36"/>
                  <a:pt x="118" y="37"/>
                </a:cubicBezTo>
                <a:cubicBezTo>
                  <a:pt x="112" y="46"/>
                  <a:pt x="106" y="56"/>
                  <a:pt x="101" y="68"/>
                </a:cubicBezTo>
                <a:cubicBezTo>
                  <a:pt x="101" y="68"/>
                  <a:pt x="100" y="69"/>
                  <a:pt x="100" y="69"/>
                </a:cubicBezTo>
                <a:cubicBezTo>
                  <a:pt x="100" y="70"/>
                  <a:pt x="100" y="71"/>
                  <a:pt x="99" y="72"/>
                </a:cubicBezTo>
                <a:cubicBezTo>
                  <a:pt x="89" y="67"/>
                  <a:pt x="81" y="61"/>
                  <a:pt x="73" y="55"/>
                </a:cubicBezTo>
                <a:cubicBezTo>
                  <a:pt x="89" y="41"/>
                  <a:pt x="108" y="30"/>
                  <a:pt x="129" y="24"/>
                </a:cubicBezTo>
                <a:moveTo>
                  <a:pt x="61" y="65"/>
                </a:moveTo>
                <a:cubicBezTo>
                  <a:pt x="71" y="74"/>
                  <a:pt x="82" y="81"/>
                  <a:pt x="94" y="87"/>
                </a:cubicBezTo>
                <a:cubicBezTo>
                  <a:pt x="94" y="87"/>
                  <a:pt x="93" y="88"/>
                  <a:pt x="93" y="89"/>
                </a:cubicBezTo>
                <a:cubicBezTo>
                  <a:pt x="89" y="101"/>
                  <a:pt x="86" y="114"/>
                  <a:pt x="84" y="128"/>
                </a:cubicBezTo>
                <a:cubicBezTo>
                  <a:pt x="84" y="129"/>
                  <a:pt x="84" y="131"/>
                  <a:pt x="83" y="133"/>
                </a:cubicBezTo>
                <a:cubicBezTo>
                  <a:pt x="83" y="138"/>
                  <a:pt x="82" y="144"/>
                  <a:pt x="81" y="149"/>
                </a:cubicBezTo>
                <a:cubicBezTo>
                  <a:pt x="81" y="151"/>
                  <a:pt x="81" y="153"/>
                  <a:pt x="81" y="155"/>
                </a:cubicBezTo>
                <a:cubicBezTo>
                  <a:pt x="81" y="160"/>
                  <a:pt x="81" y="164"/>
                  <a:pt x="80" y="169"/>
                </a:cubicBezTo>
                <a:cubicBezTo>
                  <a:pt x="16" y="169"/>
                  <a:pt x="16" y="169"/>
                  <a:pt x="16" y="169"/>
                </a:cubicBezTo>
                <a:cubicBezTo>
                  <a:pt x="18" y="129"/>
                  <a:pt x="35" y="93"/>
                  <a:pt x="61" y="65"/>
                </a:cubicBezTo>
                <a:moveTo>
                  <a:pt x="16" y="185"/>
                </a:moveTo>
                <a:cubicBezTo>
                  <a:pt x="80" y="185"/>
                  <a:pt x="80" y="185"/>
                  <a:pt x="80" y="185"/>
                </a:cubicBezTo>
                <a:cubicBezTo>
                  <a:pt x="81" y="190"/>
                  <a:pt x="81" y="194"/>
                  <a:pt x="81" y="199"/>
                </a:cubicBezTo>
                <a:cubicBezTo>
                  <a:pt x="81" y="201"/>
                  <a:pt x="81" y="203"/>
                  <a:pt x="81" y="205"/>
                </a:cubicBezTo>
                <a:cubicBezTo>
                  <a:pt x="82" y="210"/>
                  <a:pt x="83" y="216"/>
                  <a:pt x="83" y="221"/>
                </a:cubicBezTo>
                <a:cubicBezTo>
                  <a:pt x="84" y="223"/>
                  <a:pt x="84" y="224"/>
                  <a:pt x="84" y="226"/>
                </a:cubicBezTo>
                <a:cubicBezTo>
                  <a:pt x="86" y="240"/>
                  <a:pt x="89" y="253"/>
                  <a:pt x="93" y="265"/>
                </a:cubicBezTo>
                <a:cubicBezTo>
                  <a:pt x="93" y="266"/>
                  <a:pt x="94" y="267"/>
                  <a:pt x="94" y="267"/>
                </a:cubicBezTo>
                <a:cubicBezTo>
                  <a:pt x="82" y="273"/>
                  <a:pt x="71" y="280"/>
                  <a:pt x="61" y="288"/>
                </a:cubicBezTo>
                <a:cubicBezTo>
                  <a:pt x="35" y="261"/>
                  <a:pt x="18" y="225"/>
                  <a:pt x="16" y="185"/>
                </a:cubicBezTo>
                <a:moveTo>
                  <a:pt x="73" y="299"/>
                </a:moveTo>
                <a:cubicBezTo>
                  <a:pt x="81" y="293"/>
                  <a:pt x="89" y="287"/>
                  <a:pt x="99" y="282"/>
                </a:cubicBezTo>
                <a:cubicBezTo>
                  <a:pt x="100" y="283"/>
                  <a:pt x="100" y="284"/>
                  <a:pt x="100" y="284"/>
                </a:cubicBezTo>
                <a:cubicBezTo>
                  <a:pt x="100" y="285"/>
                  <a:pt x="101" y="286"/>
                  <a:pt x="101" y="286"/>
                </a:cubicBezTo>
                <a:cubicBezTo>
                  <a:pt x="106" y="298"/>
                  <a:pt x="112" y="308"/>
                  <a:pt x="118" y="317"/>
                </a:cubicBezTo>
                <a:cubicBezTo>
                  <a:pt x="118" y="317"/>
                  <a:pt x="119" y="318"/>
                  <a:pt x="119" y="318"/>
                </a:cubicBezTo>
                <a:cubicBezTo>
                  <a:pt x="122" y="323"/>
                  <a:pt x="125" y="327"/>
                  <a:pt x="129" y="330"/>
                </a:cubicBezTo>
                <a:cubicBezTo>
                  <a:pt x="108" y="324"/>
                  <a:pt x="89" y="313"/>
                  <a:pt x="73" y="299"/>
                </a:cubicBezTo>
                <a:moveTo>
                  <a:pt x="168" y="337"/>
                </a:moveTo>
                <a:cubicBezTo>
                  <a:pt x="146" y="332"/>
                  <a:pt x="127" y="310"/>
                  <a:pt x="113" y="276"/>
                </a:cubicBezTo>
                <a:cubicBezTo>
                  <a:pt x="130" y="270"/>
                  <a:pt x="149" y="266"/>
                  <a:pt x="168" y="266"/>
                </a:cubicBezTo>
                <a:lnTo>
                  <a:pt x="168" y="337"/>
                </a:lnTo>
                <a:close/>
                <a:moveTo>
                  <a:pt x="168" y="250"/>
                </a:moveTo>
                <a:cubicBezTo>
                  <a:pt x="147" y="250"/>
                  <a:pt x="127" y="254"/>
                  <a:pt x="108" y="261"/>
                </a:cubicBezTo>
                <a:cubicBezTo>
                  <a:pt x="101" y="239"/>
                  <a:pt x="97" y="213"/>
                  <a:pt x="96" y="185"/>
                </a:cubicBezTo>
                <a:cubicBezTo>
                  <a:pt x="168" y="185"/>
                  <a:pt x="168" y="185"/>
                  <a:pt x="168" y="185"/>
                </a:cubicBezTo>
                <a:lnTo>
                  <a:pt x="168" y="250"/>
                </a:lnTo>
                <a:close/>
                <a:moveTo>
                  <a:pt x="168" y="169"/>
                </a:moveTo>
                <a:cubicBezTo>
                  <a:pt x="96" y="169"/>
                  <a:pt x="96" y="169"/>
                  <a:pt x="96" y="169"/>
                </a:cubicBezTo>
                <a:cubicBezTo>
                  <a:pt x="97" y="141"/>
                  <a:pt x="101" y="115"/>
                  <a:pt x="108" y="93"/>
                </a:cubicBezTo>
                <a:cubicBezTo>
                  <a:pt x="127" y="100"/>
                  <a:pt x="147" y="103"/>
                  <a:pt x="168" y="104"/>
                </a:cubicBezTo>
                <a:lnTo>
                  <a:pt x="168" y="169"/>
                </a:lnTo>
                <a:close/>
                <a:moveTo>
                  <a:pt x="168" y="88"/>
                </a:moveTo>
                <a:cubicBezTo>
                  <a:pt x="149" y="87"/>
                  <a:pt x="130" y="84"/>
                  <a:pt x="113" y="78"/>
                </a:cubicBezTo>
                <a:cubicBezTo>
                  <a:pt x="127" y="44"/>
                  <a:pt x="146" y="22"/>
                  <a:pt x="168" y="17"/>
                </a:cubicBezTo>
                <a:lnTo>
                  <a:pt x="168" y="88"/>
                </a:lnTo>
                <a:close/>
                <a:moveTo>
                  <a:pt x="337" y="169"/>
                </a:moveTo>
                <a:cubicBezTo>
                  <a:pt x="273" y="169"/>
                  <a:pt x="273" y="169"/>
                  <a:pt x="273" y="169"/>
                </a:cubicBezTo>
                <a:cubicBezTo>
                  <a:pt x="272" y="164"/>
                  <a:pt x="272" y="160"/>
                  <a:pt x="272" y="155"/>
                </a:cubicBezTo>
                <a:cubicBezTo>
                  <a:pt x="272" y="153"/>
                  <a:pt x="272" y="151"/>
                  <a:pt x="272" y="149"/>
                </a:cubicBezTo>
                <a:cubicBezTo>
                  <a:pt x="271" y="144"/>
                  <a:pt x="270" y="138"/>
                  <a:pt x="270" y="133"/>
                </a:cubicBezTo>
                <a:cubicBezTo>
                  <a:pt x="269" y="131"/>
                  <a:pt x="269" y="129"/>
                  <a:pt x="269" y="128"/>
                </a:cubicBezTo>
                <a:cubicBezTo>
                  <a:pt x="267" y="114"/>
                  <a:pt x="264" y="101"/>
                  <a:pt x="260" y="89"/>
                </a:cubicBezTo>
                <a:cubicBezTo>
                  <a:pt x="260" y="88"/>
                  <a:pt x="259" y="87"/>
                  <a:pt x="259" y="87"/>
                </a:cubicBezTo>
                <a:cubicBezTo>
                  <a:pt x="271" y="81"/>
                  <a:pt x="282" y="74"/>
                  <a:pt x="292" y="65"/>
                </a:cubicBezTo>
                <a:cubicBezTo>
                  <a:pt x="318" y="93"/>
                  <a:pt x="335" y="129"/>
                  <a:pt x="337" y="169"/>
                </a:cubicBezTo>
                <a:moveTo>
                  <a:pt x="280" y="55"/>
                </a:moveTo>
                <a:cubicBezTo>
                  <a:pt x="272" y="61"/>
                  <a:pt x="264" y="67"/>
                  <a:pt x="254" y="72"/>
                </a:cubicBezTo>
                <a:cubicBezTo>
                  <a:pt x="253" y="71"/>
                  <a:pt x="253" y="70"/>
                  <a:pt x="253" y="69"/>
                </a:cubicBezTo>
                <a:cubicBezTo>
                  <a:pt x="253" y="69"/>
                  <a:pt x="252" y="68"/>
                  <a:pt x="252" y="68"/>
                </a:cubicBezTo>
                <a:cubicBezTo>
                  <a:pt x="247" y="56"/>
                  <a:pt x="241" y="46"/>
                  <a:pt x="235" y="37"/>
                </a:cubicBezTo>
                <a:cubicBezTo>
                  <a:pt x="235" y="36"/>
                  <a:pt x="234" y="36"/>
                  <a:pt x="234" y="36"/>
                </a:cubicBezTo>
                <a:cubicBezTo>
                  <a:pt x="231" y="31"/>
                  <a:pt x="228" y="27"/>
                  <a:pt x="224" y="24"/>
                </a:cubicBezTo>
                <a:cubicBezTo>
                  <a:pt x="245" y="30"/>
                  <a:pt x="264" y="41"/>
                  <a:pt x="280" y="55"/>
                </a:cubicBezTo>
                <a:moveTo>
                  <a:pt x="185" y="17"/>
                </a:moveTo>
                <a:cubicBezTo>
                  <a:pt x="207" y="22"/>
                  <a:pt x="226" y="44"/>
                  <a:pt x="240" y="78"/>
                </a:cubicBezTo>
                <a:cubicBezTo>
                  <a:pt x="223" y="84"/>
                  <a:pt x="204" y="87"/>
                  <a:pt x="185" y="88"/>
                </a:cubicBezTo>
                <a:lnTo>
                  <a:pt x="185" y="17"/>
                </a:lnTo>
                <a:close/>
                <a:moveTo>
                  <a:pt x="185" y="104"/>
                </a:moveTo>
                <a:cubicBezTo>
                  <a:pt x="206" y="103"/>
                  <a:pt x="226" y="100"/>
                  <a:pt x="245" y="93"/>
                </a:cubicBezTo>
                <a:cubicBezTo>
                  <a:pt x="252" y="115"/>
                  <a:pt x="256" y="141"/>
                  <a:pt x="257" y="169"/>
                </a:cubicBezTo>
                <a:cubicBezTo>
                  <a:pt x="185" y="169"/>
                  <a:pt x="185" y="169"/>
                  <a:pt x="185" y="169"/>
                </a:cubicBezTo>
                <a:lnTo>
                  <a:pt x="185" y="104"/>
                </a:lnTo>
                <a:close/>
                <a:moveTo>
                  <a:pt x="185" y="185"/>
                </a:moveTo>
                <a:cubicBezTo>
                  <a:pt x="257" y="185"/>
                  <a:pt x="257" y="185"/>
                  <a:pt x="257" y="185"/>
                </a:cubicBezTo>
                <a:cubicBezTo>
                  <a:pt x="256" y="213"/>
                  <a:pt x="252" y="239"/>
                  <a:pt x="245" y="261"/>
                </a:cubicBezTo>
                <a:cubicBezTo>
                  <a:pt x="226" y="254"/>
                  <a:pt x="206" y="250"/>
                  <a:pt x="185" y="250"/>
                </a:cubicBezTo>
                <a:lnTo>
                  <a:pt x="185" y="185"/>
                </a:lnTo>
                <a:close/>
                <a:moveTo>
                  <a:pt x="185" y="337"/>
                </a:moveTo>
                <a:cubicBezTo>
                  <a:pt x="185" y="266"/>
                  <a:pt x="185" y="266"/>
                  <a:pt x="185" y="266"/>
                </a:cubicBezTo>
                <a:cubicBezTo>
                  <a:pt x="204" y="266"/>
                  <a:pt x="223" y="270"/>
                  <a:pt x="240" y="276"/>
                </a:cubicBezTo>
                <a:cubicBezTo>
                  <a:pt x="226" y="310"/>
                  <a:pt x="207" y="332"/>
                  <a:pt x="185" y="337"/>
                </a:cubicBezTo>
                <a:moveTo>
                  <a:pt x="224" y="330"/>
                </a:moveTo>
                <a:cubicBezTo>
                  <a:pt x="228" y="327"/>
                  <a:pt x="231" y="323"/>
                  <a:pt x="234" y="318"/>
                </a:cubicBezTo>
                <a:cubicBezTo>
                  <a:pt x="234" y="318"/>
                  <a:pt x="235" y="317"/>
                  <a:pt x="235" y="317"/>
                </a:cubicBezTo>
                <a:cubicBezTo>
                  <a:pt x="241" y="308"/>
                  <a:pt x="247" y="298"/>
                  <a:pt x="252" y="286"/>
                </a:cubicBezTo>
                <a:cubicBezTo>
                  <a:pt x="252" y="286"/>
                  <a:pt x="253" y="285"/>
                  <a:pt x="253" y="284"/>
                </a:cubicBezTo>
                <a:cubicBezTo>
                  <a:pt x="253" y="284"/>
                  <a:pt x="253" y="283"/>
                  <a:pt x="254" y="282"/>
                </a:cubicBezTo>
                <a:cubicBezTo>
                  <a:pt x="264" y="287"/>
                  <a:pt x="272" y="293"/>
                  <a:pt x="280" y="299"/>
                </a:cubicBezTo>
                <a:cubicBezTo>
                  <a:pt x="264" y="313"/>
                  <a:pt x="245" y="324"/>
                  <a:pt x="224" y="330"/>
                </a:cubicBezTo>
                <a:moveTo>
                  <a:pt x="292" y="288"/>
                </a:moveTo>
                <a:cubicBezTo>
                  <a:pt x="282" y="280"/>
                  <a:pt x="271" y="273"/>
                  <a:pt x="259" y="267"/>
                </a:cubicBezTo>
                <a:cubicBezTo>
                  <a:pt x="259" y="267"/>
                  <a:pt x="260" y="266"/>
                  <a:pt x="260" y="265"/>
                </a:cubicBezTo>
                <a:cubicBezTo>
                  <a:pt x="264" y="253"/>
                  <a:pt x="267" y="240"/>
                  <a:pt x="269" y="226"/>
                </a:cubicBezTo>
                <a:cubicBezTo>
                  <a:pt x="269" y="224"/>
                  <a:pt x="269" y="223"/>
                  <a:pt x="270" y="221"/>
                </a:cubicBezTo>
                <a:cubicBezTo>
                  <a:pt x="270" y="216"/>
                  <a:pt x="271" y="210"/>
                  <a:pt x="272" y="205"/>
                </a:cubicBezTo>
                <a:cubicBezTo>
                  <a:pt x="272" y="203"/>
                  <a:pt x="272" y="201"/>
                  <a:pt x="272" y="199"/>
                </a:cubicBezTo>
                <a:cubicBezTo>
                  <a:pt x="272" y="194"/>
                  <a:pt x="272" y="190"/>
                  <a:pt x="273" y="185"/>
                </a:cubicBezTo>
                <a:cubicBezTo>
                  <a:pt x="337" y="185"/>
                  <a:pt x="337" y="185"/>
                  <a:pt x="337" y="185"/>
                </a:cubicBezTo>
                <a:cubicBezTo>
                  <a:pt x="335" y="225"/>
                  <a:pt x="318" y="261"/>
                  <a:pt x="292" y="288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6" name="Freeform 46"/>
          <p:cNvSpPr>
            <a:spLocks noEditPoints="1"/>
          </p:cNvSpPr>
          <p:nvPr/>
        </p:nvSpPr>
        <p:spPr bwMode="auto">
          <a:xfrm>
            <a:off x="1972734" y="5331884"/>
            <a:ext cx="573617" cy="575733"/>
          </a:xfrm>
          <a:custGeom>
            <a:avLst/>
            <a:gdLst>
              <a:gd name="T0" fmla="*/ 0 w 353"/>
              <a:gd name="T1" fmla="*/ 209 h 354"/>
              <a:gd name="T2" fmla="*/ 289 w 353"/>
              <a:gd name="T3" fmla="*/ 209 h 354"/>
              <a:gd name="T4" fmla="*/ 100 w 353"/>
              <a:gd name="T5" fmla="*/ 89 h 354"/>
              <a:gd name="T6" fmla="*/ 64 w 353"/>
              <a:gd name="T7" fmla="*/ 110 h 354"/>
              <a:gd name="T8" fmla="*/ 52 w 353"/>
              <a:gd name="T9" fmla="*/ 121 h 354"/>
              <a:gd name="T10" fmla="*/ 65 w 353"/>
              <a:gd name="T11" fmla="*/ 201 h 354"/>
              <a:gd name="T12" fmla="*/ 52 w 353"/>
              <a:gd name="T13" fmla="*/ 121 h 354"/>
              <a:gd name="T14" fmla="*/ 65 w 353"/>
              <a:gd name="T15" fmla="*/ 217 h 354"/>
              <a:gd name="T16" fmla="*/ 52 w 353"/>
              <a:gd name="T17" fmla="*/ 297 h 354"/>
              <a:gd name="T18" fmla="*/ 64 w 353"/>
              <a:gd name="T19" fmla="*/ 308 h 354"/>
              <a:gd name="T20" fmla="*/ 100 w 353"/>
              <a:gd name="T21" fmla="*/ 329 h 354"/>
              <a:gd name="T22" fmla="*/ 137 w 353"/>
              <a:gd name="T23" fmla="*/ 336 h 354"/>
              <a:gd name="T24" fmla="*/ 137 w 353"/>
              <a:gd name="T25" fmla="*/ 282 h 354"/>
              <a:gd name="T26" fmla="*/ 137 w 353"/>
              <a:gd name="T27" fmla="*/ 266 h 354"/>
              <a:gd name="T28" fmla="*/ 81 w 353"/>
              <a:gd name="T29" fmla="*/ 217 h 354"/>
              <a:gd name="T30" fmla="*/ 137 w 353"/>
              <a:gd name="T31" fmla="*/ 266 h 354"/>
              <a:gd name="T32" fmla="*/ 81 w 353"/>
              <a:gd name="T33" fmla="*/ 201 h 354"/>
              <a:gd name="T34" fmla="*/ 137 w 353"/>
              <a:gd name="T35" fmla="*/ 152 h 354"/>
              <a:gd name="T36" fmla="*/ 137 w 353"/>
              <a:gd name="T37" fmla="*/ 136 h 354"/>
              <a:gd name="T38" fmla="*/ 137 w 353"/>
              <a:gd name="T39" fmla="*/ 82 h 354"/>
              <a:gd name="T40" fmla="*/ 226 w 353"/>
              <a:gd name="T41" fmla="*/ 110 h 354"/>
              <a:gd name="T42" fmla="*/ 189 w 353"/>
              <a:gd name="T43" fmla="*/ 89 h 354"/>
              <a:gd name="T44" fmla="*/ 153 w 353"/>
              <a:gd name="T45" fmla="*/ 82 h 354"/>
              <a:gd name="T46" fmla="*/ 153 w 353"/>
              <a:gd name="T47" fmla="*/ 136 h 354"/>
              <a:gd name="T48" fmla="*/ 153 w 353"/>
              <a:gd name="T49" fmla="*/ 152 h 354"/>
              <a:gd name="T50" fmla="*/ 209 w 353"/>
              <a:gd name="T51" fmla="*/ 201 h 354"/>
              <a:gd name="T52" fmla="*/ 153 w 353"/>
              <a:gd name="T53" fmla="*/ 152 h 354"/>
              <a:gd name="T54" fmla="*/ 209 w 353"/>
              <a:gd name="T55" fmla="*/ 217 h 354"/>
              <a:gd name="T56" fmla="*/ 153 w 353"/>
              <a:gd name="T57" fmla="*/ 266 h 354"/>
              <a:gd name="T58" fmla="*/ 153 w 353"/>
              <a:gd name="T59" fmla="*/ 336 h 354"/>
              <a:gd name="T60" fmla="*/ 194 w 353"/>
              <a:gd name="T61" fmla="*/ 290 h 354"/>
              <a:gd name="T62" fmla="*/ 189 w 353"/>
              <a:gd name="T63" fmla="*/ 329 h 354"/>
              <a:gd name="T64" fmla="*/ 226 w 353"/>
              <a:gd name="T65" fmla="*/ 308 h 354"/>
              <a:gd name="T66" fmla="*/ 237 w 353"/>
              <a:gd name="T67" fmla="*/ 297 h 354"/>
              <a:gd name="T68" fmla="*/ 225 w 353"/>
              <a:gd name="T69" fmla="*/ 217 h 354"/>
              <a:gd name="T70" fmla="*/ 237 w 353"/>
              <a:gd name="T71" fmla="*/ 297 h 354"/>
              <a:gd name="T72" fmla="*/ 214 w 353"/>
              <a:gd name="T73" fmla="*/ 137 h 354"/>
              <a:gd name="T74" fmla="*/ 273 w 353"/>
              <a:gd name="T75" fmla="*/ 201 h 354"/>
              <a:gd name="T76" fmla="*/ 209 w 353"/>
              <a:gd name="T77" fmla="*/ 0 h 354"/>
              <a:gd name="T78" fmla="*/ 132 w 353"/>
              <a:gd name="T79" fmla="*/ 49 h 354"/>
              <a:gd name="T80" fmla="*/ 164 w 353"/>
              <a:gd name="T81" fmla="*/ 25 h 354"/>
              <a:gd name="T82" fmla="*/ 166 w 353"/>
              <a:gd name="T83" fmla="*/ 50 h 354"/>
              <a:gd name="T84" fmla="*/ 201 w 353"/>
              <a:gd name="T85" fmla="*/ 59 h 354"/>
              <a:gd name="T86" fmla="*/ 217 w 353"/>
              <a:gd name="T87" fmla="*/ 18 h 354"/>
              <a:gd name="T88" fmla="*/ 227 w 353"/>
              <a:gd name="T89" fmla="*/ 71 h 354"/>
              <a:gd name="T90" fmla="*/ 264 w 353"/>
              <a:gd name="T91" fmla="*/ 79 h 354"/>
              <a:gd name="T92" fmla="*/ 295 w 353"/>
              <a:gd name="T93" fmla="*/ 153 h 354"/>
              <a:gd name="T94" fmla="*/ 304 w 353"/>
              <a:gd name="T95" fmla="*/ 231 h 354"/>
              <a:gd name="T96" fmla="*/ 353 w 353"/>
              <a:gd name="T97" fmla="*/ 145 h 354"/>
              <a:gd name="T98" fmla="*/ 253 w 353"/>
              <a:gd name="T99" fmla="*/ 25 h 354"/>
              <a:gd name="T100" fmla="*/ 273 w 353"/>
              <a:gd name="T101" fmla="*/ 57 h 354"/>
              <a:gd name="T102" fmla="*/ 289 w 353"/>
              <a:gd name="T103" fmla="*/ 137 h 354"/>
              <a:gd name="T104" fmla="*/ 302 w 353"/>
              <a:gd name="T105" fmla="*/ 56 h 354"/>
              <a:gd name="T106" fmla="*/ 289 w 353"/>
              <a:gd name="T107" fmla="*/ 137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353" h="354">
                <a:moveTo>
                  <a:pt x="145" y="65"/>
                </a:moveTo>
                <a:cubicBezTo>
                  <a:pt x="65" y="65"/>
                  <a:pt x="0" y="129"/>
                  <a:pt x="0" y="209"/>
                </a:cubicBezTo>
                <a:cubicBezTo>
                  <a:pt x="0" y="289"/>
                  <a:pt x="65" y="354"/>
                  <a:pt x="145" y="354"/>
                </a:cubicBezTo>
                <a:cubicBezTo>
                  <a:pt x="225" y="354"/>
                  <a:pt x="289" y="289"/>
                  <a:pt x="289" y="209"/>
                </a:cubicBezTo>
                <a:cubicBezTo>
                  <a:pt x="289" y="129"/>
                  <a:pt x="225" y="65"/>
                  <a:pt x="145" y="65"/>
                </a:cubicBezTo>
                <a:moveTo>
                  <a:pt x="100" y="89"/>
                </a:moveTo>
                <a:cubicBezTo>
                  <a:pt x="93" y="98"/>
                  <a:pt x="86" y="109"/>
                  <a:pt x="81" y="122"/>
                </a:cubicBezTo>
                <a:cubicBezTo>
                  <a:pt x="75" y="118"/>
                  <a:pt x="69" y="114"/>
                  <a:pt x="64" y="110"/>
                </a:cubicBezTo>
                <a:cubicBezTo>
                  <a:pt x="74" y="101"/>
                  <a:pt x="87" y="94"/>
                  <a:pt x="100" y="89"/>
                </a:cubicBezTo>
                <a:moveTo>
                  <a:pt x="52" y="121"/>
                </a:moveTo>
                <a:cubicBezTo>
                  <a:pt x="59" y="127"/>
                  <a:pt x="67" y="132"/>
                  <a:pt x="75" y="137"/>
                </a:cubicBezTo>
                <a:cubicBezTo>
                  <a:pt x="69" y="156"/>
                  <a:pt x="65" y="178"/>
                  <a:pt x="65" y="201"/>
                </a:cubicBezTo>
                <a:cubicBezTo>
                  <a:pt x="17" y="201"/>
                  <a:pt x="17" y="201"/>
                  <a:pt x="17" y="201"/>
                </a:cubicBezTo>
                <a:cubicBezTo>
                  <a:pt x="19" y="170"/>
                  <a:pt x="32" y="142"/>
                  <a:pt x="52" y="121"/>
                </a:cubicBezTo>
                <a:moveTo>
                  <a:pt x="17" y="217"/>
                </a:moveTo>
                <a:cubicBezTo>
                  <a:pt x="65" y="217"/>
                  <a:pt x="65" y="217"/>
                  <a:pt x="65" y="217"/>
                </a:cubicBezTo>
                <a:cubicBezTo>
                  <a:pt x="65" y="240"/>
                  <a:pt x="69" y="262"/>
                  <a:pt x="75" y="281"/>
                </a:cubicBezTo>
                <a:cubicBezTo>
                  <a:pt x="67" y="286"/>
                  <a:pt x="59" y="291"/>
                  <a:pt x="52" y="297"/>
                </a:cubicBezTo>
                <a:cubicBezTo>
                  <a:pt x="32" y="276"/>
                  <a:pt x="19" y="248"/>
                  <a:pt x="17" y="217"/>
                </a:cubicBezTo>
                <a:moveTo>
                  <a:pt x="64" y="308"/>
                </a:moveTo>
                <a:cubicBezTo>
                  <a:pt x="69" y="304"/>
                  <a:pt x="75" y="300"/>
                  <a:pt x="81" y="297"/>
                </a:cubicBezTo>
                <a:cubicBezTo>
                  <a:pt x="86" y="309"/>
                  <a:pt x="93" y="320"/>
                  <a:pt x="100" y="329"/>
                </a:cubicBezTo>
                <a:cubicBezTo>
                  <a:pt x="87" y="324"/>
                  <a:pt x="74" y="317"/>
                  <a:pt x="64" y="308"/>
                </a:cubicBezTo>
                <a:moveTo>
                  <a:pt x="137" y="336"/>
                </a:moveTo>
                <a:cubicBezTo>
                  <a:pt x="120" y="332"/>
                  <a:pt x="105" y="315"/>
                  <a:pt x="95" y="290"/>
                </a:cubicBezTo>
                <a:cubicBezTo>
                  <a:pt x="108" y="285"/>
                  <a:pt x="122" y="282"/>
                  <a:pt x="137" y="282"/>
                </a:cubicBezTo>
                <a:lnTo>
                  <a:pt x="137" y="336"/>
                </a:lnTo>
                <a:close/>
                <a:moveTo>
                  <a:pt x="137" y="266"/>
                </a:moveTo>
                <a:cubicBezTo>
                  <a:pt x="120" y="266"/>
                  <a:pt x="104" y="270"/>
                  <a:pt x="90" y="275"/>
                </a:cubicBezTo>
                <a:cubicBezTo>
                  <a:pt x="85" y="258"/>
                  <a:pt x="81" y="238"/>
                  <a:pt x="81" y="217"/>
                </a:cubicBezTo>
                <a:cubicBezTo>
                  <a:pt x="137" y="217"/>
                  <a:pt x="137" y="217"/>
                  <a:pt x="137" y="217"/>
                </a:cubicBezTo>
                <a:lnTo>
                  <a:pt x="137" y="266"/>
                </a:lnTo>
                <a:close/>
                <a:moveTo>
                  <a:pt x="137" y="201"/>
                </a:moveTo>
                <a:cubicBezTo>
                  <a:pt x="81" y="201"/>
                  <a:pt x="81" y="201"/>
                  <a:pt x="81" y="201"/>
                </a:cubicBezTo>
                <a:cubicBezTo>
                  <a:pt x="81" y="180"/>
                  <a:pt x="85" y="160"/>
                  <a:pt x="90" y="143"/>
                </a:cubicBezTo>
                <a:cubicBezTo>
                  <a:pt x="104" y="148"/>
                  <a:pt x="120" y="152"/>
                  <a:pt x="137" y="152"/>
                </a:cubicBezTo>
                <a:lnTo>
                  <a:pt x="137" y="201"/>
                </a:lnTo>
                <a:close/>
                <a:moveTo>
                  <a:pt x="137" y="136"/>
                </a:moveTo>
                <a:cubicBezTo>
                  <a:pt x="122" y="136"/>
                  <a:pt x="108" y="133"/>
                  <a:pt x="95" y="128"/>
                </a:cubicBezTo>
                <a:cubicBezTo>
                  <a:pt x="105" y="103"/>
                  <a:pt x="120" y="86"/>
                  <a:pt x="137" y="82"/>
                </a:cubicBezTo>
                <a:lnTo>
                  <a:pt x="137" y="136"/>
                </a:lnTo>
                <a:close/>
                <a:moveTo>
                  <a:pt x="226" y="110"/>
                </a:moveTo>
                <a:cubicBezTo>
                  <a:pt x="221" y="114"/>
                  <a:pt x="215" y="118"/>
                  <a:pt x="209" y="122"/>
                </a:cubicBezTo>
                <a:cubicBezTo>
                  <a:pt x="203" y="109"/>
                  <a:pt x="197" y="98"/>
                  <a:pt x="189" y="89"/>
                </a:cubicBezTo>
                <a:cubicBezTo>
                  <a:pt x="203" y="94"/>
                  <a:pt x="215" y="101"/>
                  <a:pt x="226" y="110"/>
                </a:cubicBezTo>
                <a:moveTo>
                  <a:pt x="153" y="82"/>
                </a:moveTo>
                <a:cubicBezTo>
                  <a:pt x="170" y="86"/>
                  <a:pt x="184" y="103"/>
                  <a:pt x="194" y="128"/>
                </a:cubicBezTo>
                <a:cubicBezTo>
                  <a:pt x="182" y="133"/>
                  <a:pt x="168" y="136"/>
                  <a:pt x="153" y="136"/>
                </a:cubicBezTo>
                <a:lnTo>
                  <a:pt x="153" y="82"/>
                </a:lnTo>
                <a:close/>
                <a:moveTo>
                  <a:pt x="153" y="152"/>
                </a:moveTo>
                <a:cubicBezTo>
                  <a:pt x="170" y="152"/>
                  <a:pt x="185" y="148"/>
                  <a:pt x="200" y="143"/>
                </a:cubicBezTo>
                <a:cubicBezTo>
                  <a:pt x="205" y="160"/>
                  <a:pt x="208" y="180"/>
                  <a:pt x="209" y="201"/>
                </a:cubicBezTo>
                <a:cubicBezTo>
                  <a:pt x="153" y="201"/>
                  <a:pt x="153" y="201"/>
                  <a:pt x="153" y="201"/>
                </a:cubicBezTo>
                <a:lnTo>
                  <a:pt x="153" y="152"/>
                </a:lnTo>
                <a:close/>
                <a:moveTo>
                  <a:pt x="153" y="217"/>
                </a:moveTo>
                <a:cubicBezTo>
                  <a:pt x="209" y="217"/>
                  <a:pt x="209" y="217"/>
                  <a:pt x="209" y="217"/>
                </a:cubicBezTo>
                <a:cubicBezTo>
                  <a:pt x="208" y="238"/>
                  <a:pt x="205" y="258"/>
                  <a:pt x="200" y="275"/>
                </a:cubicBezTo>
                <a:cubicBezTo>
                  <a:pt x="185" y="270"/>
                  <a:pt x="170" y="266"/>
                  <a:pt x="153" y="266"/>
                </a:cubicBezTo>
                <a:lnTo>
                  <a:pt x="153" y="217"/>
                </a:lnTo>
                <a:close/>
                <a:moveTo>
                  <a:pt x="153" y="336"/>
                </a:moveTo>
                <a:cubicBezTo>
                  <a:pt x="153" y="282"/>
                  <a:pt x="153" y="282"/>
                  <a:pt x="153" y="282"/>
                </a:cubicBezTo>
                <a:cubicBezTo>
                  <a:pt x="168" y="282"/>
                  <a:pt x="182" y="285"/>
                  <a:pt x="194" y="290"/>
                </a:cubicBezTo>
                <a:cubicBezTo>
                  <a:pt x="184" y="315"/>
                  <a:pt x="170" y="332"/>
                  <a:pt x="153" y="336"/>
                </a:cubicBezTo>
                <a:moveTo>
                  <a:pt x="189" y="329"/>
                </a:moveTo>
                <a:cubicBezTo>
                  <a:pt x="197" y="320"/>
                  <a:pt x="203" y="309"/>
                  <a:pt x="209" y="297"/>
                </a:cubicBezTo>
                <a:cubicBezTo>
                  <a:pt x="215" y="300"/>
                  <a:pt x="221" y="304"/>
                  <a:pt x="226" y="308"/>
                </a:cubicBezTo>
                <a:cubicBezTo>
                  <a:pt x="215" y="317"/>
                  <a:pt x="203" y="324"/>
                  <a:pt x="189" y="329"/>
                </a:cubicBezTo>
                <a:moveTo>
                  <a:pt x="237" y="297"/>
                </a:moveTo>
                <a:cubicBezTo>
                  <a:pt x="231" y="291"/>
                  <a:pt x="223" y="286"/>
                  <a:pt x="214" y="281"/>
                </a:cubicBezTo>
                <a:cubicBezTo>
                  <a:pt x="220" y="262"/>
                  <a:pt x="224" y="240"/>
                  <a:pt x="225" y="217"/>
                </a:cubicBezTo>
                <a:cubicBezTo>
                  <a:pt x="273" y="217"/>
                  <a:pt x="273" y="217"/>
                  <a:pt x="273" y="217"/>
                </a:cubicBezTo>
                <a:cubicBezTo>
                  <a:pt x="271" y="248"/>
                  <a:pt x="258" y="276"/>
                  <a:pt x="237" y="297"/>
                </a:cubicBezTo>
                <a:moveTo>
                  <a:pt x="225" y="201"/>
                </a:moveTo>
                <a:cubicBezTo>
                  <a:pt x="224" y="178"/>
                  <a:pt x="220" y="156"/>
                  <a:pt x="214" y="137"/>
                </a:cubicBezTo>
                <a:cubicBezTo>
                  <a:pt x="223" y="132"/>
                  <a:pt x="231" y="127"/>
                  <a:pt x="237" y="121"/>
                </a:cubicBezTo>
                <a:cubicBezTo>
                  <a:pt x="258" y="142"/>
                  <a:pt x="271" y="170"/>
                  <a:pt x="273" y="201"/>
                </a:cubicBezTo>
                <a:lnTo>
                  <a:pt x="225" y="201"/>
                </a:lnTo>
                <a:close/>
                <a:moveTo>
                  <a:pt x="209" y="0"/>
                </a:moveTo>
                <a:cubicBezTo>
                  <a:pt x="162" y="0"/>
                  <a:pt x="121" y="22"/>
                  <a:pt x="95" y="57"/>
                </a:cubicBezTo>
                <a:cubicBezTo>
                  <a:pt x="107" y="53"/>
                  <a:pt x="119" y="50"/>
                  <a:pt x="132" y="49"/>
                </a:cubicBezTo>
                <a:cubicBezTo>
                  <a:pt x="131" y="48"/>
                  <a:pt x="129" y="47"/>
                  <a:pt x="128" y="46"/>
                </a:cubicBezTo>
                <a:cubicBezTo>
                  <a:pt x="139" y="37"/>
                  <a:pt x="151" y="30"/>
                  <a:pt x="164" y="25"/>
                </a:cubicBezTo>
                <a:cubicBezTo>
                  <a:pt x="159" y="31"/>
                  <a:pt x="154" y="40"/>
                  <a:pt x="149" y="49"/>
                </a:cubicBezTo>
                <a:cubicBezTo>
                  <a:pt x="155" y="49"/>
                  <a:pt x="160" y="49"/>
                  <a:pt x="166" y="50"/>
                </a:cubicBezTo>
                <a:cubicBezTo>
                  <a:pt x="175" y="33"/>
                  <a:pt x="187" y="21"/>
                  <a:pt x="201" y="18"/>
                </a:cubicBezTo>
                <a:cubicBezTo>
                  <a:pt x="201" y="59"/>
                  <a:pt x="201" y="59"/>
                  <a:pt x="201" y="59"/>
                </a:cubicBezTo>
                <a:cubicBezTo>
                  <a:pt x="206" y="61"/>
                  <a:pt x="212" y="63"/>
                  <a:pt x="217" y="66"/>
                </a:cubicBezTo>
                <a:cubicBezTo>
                  <a:pt x="217" y="18"/>
                  <a:pt x="217" y="18"/>
                  <a:pt x="217" y="18"/>
                </a:cubicBezTo>
                <a:cubicBezTo>
                  <a:pt x="234" y="22"/>
                  <a:pt x="248" y="39"/>
                  <a:pt x="259" y="64"/>
                </a:cubicBezTo>
                <a:cubicBezTo>
                  <a:pt x="249" y="67"/>
                  <a:pt x="238" y="70"/>
                  <a:pt x="227" y="71"/>
                </a:cubicBezTo>
                <a:cubicBezTo>
                  <a:pt x="233" y="75"/>
                  <a:pt x="240" y="79"/>
                  <a:pt x="246" y="84"/>
                </a:cubicBezTo>
                <a:cubicBezTo>
                  <a:pt x="252" y="83"/>
                  <a:pt x="258" y="81"/>
                  <a:pt x="264" y="79"/>
                </a:cubicBezTo>
                <a:cubicBezTo>
                  <a:pt x="267" y="88"/>
                  <a:pt x="269" y="99"/>
                  <a:pt x="270" y="109"/>
                </a:cubicBezTo>
                <a:cubicBezTo>
                  <a:pt x="281" y="122"/>
                  <a:pt x="289" y="137"/>
                  <a:pt x="295" y="153"/>
                </a:cubicBezTo>
                <a:cubicBezTo>
                  <a:pt x="337" y="153"/>
                  <a:pt x="337" y="153"/>
                  <a:pt x="337" y="153"/>
                </a:cubicBezTo>
                <a:cubicBezTo>
                  <a:pt x="335" y="183"/>
                  <a:pt x="323" y="210"/>
                  <a:pt x="304" y="231"/>
                </a:cubicBezTo>
                <a:cubicBezTo>
                  <a:pt x="302" y="241"/>
                  <a:pt x="300" y="250"/>
                  <a:pt x="297" y="259"/>
                </a:cubicBezTo>
                <a:cubicBezTo>
                  <a:pt x="331" y="233"/>
                  <a:pt x="353" y="191"/>
                  <a:pt x="353" y="145"/>
                </a:cubicBezTo>
                <a:cubicBezTo>
                  <a:pt x="353" y="65"/>
                  <a:pt x="289" y="0"/>
                  <a:pt x="209" y="0"/>
                </a:cubicBezTo>
                <a:moveTo>
                  <a:pt x="253" y="25"/>
                </a:moveTo>
                <a:cubicBezTo>
                  <a:pt x="267" y="30"/>
                  <a:pt x="279" y="37"/>
                  <a:pt x="290" y="46"/>
                </a:cubicBezTo>
                <a:cubicBezTo>
                  <a:pt x="285" y="50"/>
                  <a:pt x="279" y="54"/>
                  <a:pt x="273" y="57"/>
                </a:cubicBezTo>
                <a:cubicBezTo>
                  <a:pt x="267" y="45"/>
                  <a:pt x="261" y="33"/>
                  <a:pt x="253" y="25"/>
                </a:cubicBezTo>
                <a:moveTo>
                  <a:pt x="289" y="137"/>
                </a:moveTo>
                <a:cubicBezTo>
                  <a:pt x="288" y="113"/>
                  <a:pt x="284" y="92"/>
                  <a:pt x="278" y="72"/>
                </a:cubicBezTo>
                <a:cubicBezTo>
                  <a:pt x="287" y="68"/>
                  <a:pt x="295" y="62"/>
                  <a:pt x="302" y="56"/>
                </a:cubicBezTo>
                <a:cubicBezTo>
                  <a:pt x="322" y="78"/>
                  <a:pt x="335" y="106"/>
                  <a:pt x="337" y="137"/>
                </a:cubicBezTo>
                <a:lnTo>
                  <a:pt x="289" y="13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7" name="Freeform 47"/>
          <p:cNvSpPr>
            <a:spLocks noEditPoints="1"/>
          </p:cNvSpPr>
          <p:nvPr/>
        </p:nvSpPr>
        <p:spPr bwMode="auto">
          <a:xfrm>
            <a:off x="3071285" y="5331884"/>
            <a:ext cx="573617" cy="575733"/>
          </a:xfrm>
          <a:custGeom>
            <a:avLst/>
            <a:gdLst>
              <a:gd name="T0" fmla="*/ 160 w 353"/>
              <a:gd name="T1" fmla="*/ 191 h 354"/>
              <a:gd name="T2" fmla="*/ 150 w 353"/>
              <a:gd name="T3" fmla="*/ 266 h 354"/>
              <a:gd name="T4" fmla="*/ 176 w 353"/>
              <a:gd name="T5" fmla="*/ 298 h 354"/>
              <a:gd name="T6" fmla="*/ 196 w 353"/>
              <a:gd name="T7" fmla="*/ 212 h 354"/>
              <a:gd name="T8" fmla="*/ 264 w 353"/>
              <a:gd name="T9" fmla="*/ 226 h 354"/>
              <a:gd name="T10" fmla="*/ 265 w 353"/>
              <a:gd name="T11" fmla="*/ 211 h 354"/>
              <a:gd name="T12" fmla="*/ 169 w 353"/>
              <a:gd name="T13" fmla="*/ 130 h 354"/>
              <a:gd name="T14" fmla="*/ 167 w 353"/>
              <a:gd name="T15" fmla="*/ 97 h 354"/>
              <a:gd name="T16" fmla="*/ 152 w 353"/>
              <a:gd name="T17" fmla="*/ 92 h 354"/>
              <a:gd name="T18" fmla="*/ 132 w 353"/>
              <a:gd name="T19" fmla="*/ 75 h 354"/>
              <a:gd name="T20" fmla="*/ 83 w 353"/>
              <a:gd name="T21" fmla="*/ 66 h 354"/>
              <a:gd name="T22" fmla="*/ 61 w 353"/>
              <a:gd name="T23" fmla="*/ 159 h 354"/>
              <a:gd name="T24" fmla="*/ 112 w 353"/>
              <a:gd name="T25" fmla="*/ 189 h 354"/>
              <a:gd name="T26" fmla="*/ 123 w 353"/>
              <a:gd name="T27" fmla="*/ 166 h 354"/>
              <a:gd name="T28" fmla="*/ 176 w 353"/>
              <a:gd name="T29" fmla="*/ 0 h 354"/>
              <a:gd name="T30" fmla="*/ 176 w 353"/>
              <a:gd name="T31" fmla="*/ 354 h 354"/>
              <a:gd name="T32" fmla="*/ 176 w 353"/>
              <a:gd name="T33" fmla="*/ 0 h 354"/>
              <a:gd name="T34" fmla="*/ 16 w 353"/>
              <a:gd name="T35" fmla="*/ 177 h 354"/>
              <a:gd name="T36" fmla="*/ 337 w 353"/>
              <a:gd name="T37" fmla="*/ 177 h 354"/>
              <a:gd name="T38" fmla="*/ 320 w 353"/>
              <a:gd name="T39" fmla="*/ 164 h 354"/>
              <a:gd name="T40" fmla="*/ 318 w 353"/>
              <a:gd name="T41" fmla="*/ 150 h 354"/>
              <a:gd name="T42" fmla="*/ 315 w 353"/>
              <a:gd name="T43" fmla="*/ 137 h 354"/>
              <a:gd name="T44" fmla="*/ 310 w 353"/>
              <a:gd name="T45" fmla="*/ 122 h 354"/>
              <a:gd name="T46" fmla="*/ 304 w 353"/>
              <a:gd name="T47" fmla="*/ 110 h 354"/>
              <a:gd name="T48" fmla="*/ 298 w 353"/>
              <a:gd name="T49" fmla="*/ 100 h 354"/>
              <a:gd name="T50" fmla="*/ 292 w 353"/>
              <a:gd name="T51" fmla="*/ 91 h 354"/>
              <a:gd name="T52" fmla="*/ 272 w 353"/>
              <a:gd name="T53" fmla="*/ 69 h 354"/>
              <a:gd name="T54" fmla="*/ 264 w 353"/>
              <a:gd name="T55" fmla="*/ 62 h 354"/>
              <a:gd name="T56" fmla="*/ 213 w 353"/>
              <a:gd name="T57" fmla="*/ 59 h 354"/>
              <a:gd name="T58" fmla="*/ 220 w 353"/>
              <a:gd name="T59" fmla="*/ 96 h 354"/>
              <a:gd name="T60" fmla="*/ 264 w 353"/>
              <a:gd name="T61" fmla="*/ 113 h 354"/>
              <a:gd name="T62" fmla="*/ 288 w 353"/>
              <a:gd name="T63" fmla="*/ 200 h 354"/>
              <a:gd name="T64" fmla="*/ 317 w 353"/>
              <a:gd name="T65" fmla="*/ 208 h 354"/>
              <a:gd name="T66" fmla="*/ 320 w 353"/>
              <a:gd name="T67" fmla="*/ 194 h 354"/>
              <a:gd name="T68" fmla="*/ 321 w 353"/>
              <a:gd name="T69" fmla="*/ 177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353" h="354">
                <a:moveTo>
                  <a:pt x="196" y="212"/>
                </a:moveTo>
                <a:cubicBezTo>
                  <a:pt x="179" y="197"/>
                  <a:pt x="181" y="191"/>
                  <a:pt x="160" y="191"/>
                </a:cubicBezTo>
                <a:cubicBezTo>
                  <a:pt x="138" y="191"/>
                  <a:pt x="124" y="196"/>
                  <a:pt x="130" y="226"/>
                </a:cubicBezTo>
                <a:cubicBezTo>
                  <a:pt x="136" y="256"/>
                  <a:pt x="152" y="243"/>
                  <a:pt x="150" y="266"/>
                </a:cubicBezTo>
                <a:cubicBezTo>
                  <a:pt x="149" y="289"/>
                  <a:pt x="154" y="294"/>
                  <a:pt x="158" y="299"/>
                </a:cubicBezTo>
                <a:cubicBezTo>
                  <a:pt x="161" y="305"/>
                  <a:pt x="172" y="321"/>
                  <a:pt x="176" y="298"/>
                </a:cubicBezTo>
                <a:cubicBezTo>
                  <a:pt x="180" y="276"/>
                  <a:pt x="187" y="263"/>
                  <a:pt x="196" y="252"/>
                </a:cubicBezTo>
                <a:cubicBezTo>
                  <a:pt x="204" y="241"/>
                  <a:pt x="213" y="227"/>
                  <a:pt x="196" y="212"/>
                </a:cubicBezTo>
                <a:moveTo>
                  <a:pt x="265" y="211"/>
                </a:moveTo>
                <a:cubicBezTo>
                  <a:pt x="259" y="214"/>
                  <a:pt x="260" y="222"/>
                  <a:pt x="264" y="226"/>
                </a:cubicBezTo>
                <a:cubicBezTo>
                  <a:pt x="269" y="231"/>
                  <a:pt x="279" y="236"/>
                  <a:pt x="282" y="226"/>
                </a:cubicBezTo>
                <a:cubicBezTo>
                  <a:pt x="285" y="217"/>
                  <a:pt x="271" y="207"/>
                  <a:pt x="265" y="211"/>
                </a:cubicBezTo>
                <a:moveTo>
                  <a:pt x="137" y="159"/>
                </a:moveTo>
                <a:cubicBezTo>
                  <a:pt x="138" y="148"/>
                  <a:pt x="157" y="136"/>
                  <a:pt x="169" y="130"/>
                </a:cubicBezTo>
                <a:cubicBezTo>
                  <a:pt x="182" y="125"/>
                  <a:pt x="193" y="123"/>
                  <a:pt x="192" y="113"/>
                </a:cubicBezTo>
                <a:cubicBezTo>
                  <a:pt x="190" y="104"/>
                  <a:pt x="187" y="97"/>
                  <a:pt x="167" y="97"/>
                </a:cubicBezTo>
                <a:cubicBezTo>
                  <a:pt x="148" y="97"/>
                  <a:pt x="156" y="123"/>
                  <a:pt x="140" y="107"/>
                </a:cubicBezTo>
                <a:cubicBezTo>
                  <a:pt x="124" y="92"/>
                  <a:pt x="144" y="96"/>
                  <a:pt x="152" y="92"/>
                </a:cubicBezTo>
                <a:cubicBezTo>
                  <a:pt x="160" y="89"/>
                  <a:pt x="168" y="74"/>
                  <a:pt x="154" y="73"/>
                </a:cubicBezTo>
                <a:cubicBezTo>
                  <a:pt x="140" y="72"/>
                  <a:pt x="143" y="79"/>
                  <a:pt x="132" y="75"/>
                </a:cubicBezTo>
                <a:cubicBezTo>
                  <a:pt x="120" y="71"/>
                  <a:pt x="115" y="89"/>
                  <a:pt x="108" y="87"/>
                </a:cubicBezTo>
                <a:cubicBezTo>
                  <a:pt x="104" y="85"/>
                  <a:pt x="91" y="76"/>
                  <a:pt x="83" y="66"/>
                </a:cubicBezTo>
                <a:cubicBezTo>
                  <a:pt x="67" y="80"/>
                  <a:pt x="53" y="98"/>
                  <a:pt x="44" y="118"/>
                </a:cubicBezTo>
                <a:cubicBezTo>
                  <a:pt x="47" y="145"/>
                  <a:pt x="61" y="159"/>
                  <a:pt x="61" y="159"/>
                </a:cubicBezTo>
                <a:cubicBezTo>
                  <a:pt x="61" y="159"/>
                  <a:pt x="69" y="177"/>
                  <a:pt x="114" y="198"/>
                </a:cubicBezTo>
                <a:cubicBezTo>
                  <a:pt x="114" y="198"/>
                  <a:pt x="122" y="199"/>
                  <a:pt x="112" y="189"/>
                </a:cubicBezTo>
                <a:cubicBezTo>
                  <a:pt x="102" y="179"/>
                  <a:pt x="91" y="166"/>
                  <a:pt x="104" y="160"/>
                </a:cubicBezTo>
                <a:cubicBezTo>
                  <a:pt x="116" y="153"/>
                  <a:pt x="120" y="154"/>
                  <a:pt x="123" y="166"/>
                </a:cubicBezTo>
                <a:cubicBezTo>
                  <a:pt x="126" y="178"/>
                  <a:pt x="136" y="171"/>
                  <a:pt x="137" y="159"/>
                </a:cubicBezTo>
                <a:moveTo>
                  <a:pt x="176" y="0"/>
                </a:moveTo>
                <a:cubicBezTo>
                  <a:pt x="79" y="0"/>
                  <a:pt x="0" y="79"/>
                  <a:pt x="0" y="177"/>
                </a:cubicBezTo>
                <a:cubicBezTo>
                  <a:pt x="0" y="274"/>
                  <a:pt x="79" y="354"/>
                  <a:pt x="176" y="354"/>
                </a:cubicBezTo>
                <a:cubicBezTo>
                  <a:pt x="274" y="354"/>
                  <a:pt x="353" y="274"/>
                  <a:pt x="353" y="177"/>
                </a:cubicBezTo>
                <a:cubicBezTo>
                  <a:pt x="353" y="79"/>
                  <a:pt x="274" y="0"/>
                  <a:pt x="176" y="0"/>
                </a:cubicBezTo>
                <a:moveTo>
                  <a:pt x="176" y="337"/>
                </a:moveTo>
                <a:cubicBezTo>
                  <a:pt x="88" y="337"/>
                  <a:pt x="16" y="266"/>
                  <a:pt x="16" y="177"/>
                </a:cubicBezTo>
                <a:cubicBezTo>
                  <a:pt x="16" y="88"/>
                  <a:pt x="88" y="16"/>
                  <a:pt x="176" y="16"/>
                </a:cubicBezTo>
                <a:cubicBezTo>
                  <a:pt x="265" y="16"/>
                  <a:pt x="337" y="88"/>
                  <a:pt x="337" y="177"/>
                </a:cubicBezTo>
                <a:cubicBezTo>
                  <a:pt x="337" y="266"/>
                  <a:pt x="265" y="337"/>
                  <a:pt x="176" y="337"/>
                </a:cubicBezTo>
                <a:moveTo>
                  <a:pt x="320" y="164"/>
                </a:moveTo>
                <a:cubicBezTo>
                  <a:pt x="320" y="162"/>
                  <a:pt x="320" y="161"/>
                  <a:pt x="320" y="159"/>
                </a:cubicBezTo>
                <a:cubicBezTo>
                  <a:pt x="319" y="156"/>
                  <a:pt x="319" y="153"/>
                  <a:pt x="318" y="150"/>
                </a:cubicBezTo>
                <a:cubicBezTo>
                  <a:pt x="318" y="149"/>
                  <a:pt x="318" y="147"/>
                  <a:pt x="317" y="146"/>
                </a:cubicBezTo>
                <a:cubicBezTo>
                  <a:pt x="317" y="143"/>
                  <a:pt x="316" y="140"/>
                  <a:pt x="315" y="137"/>
                </a:cubicBezTo>
                <a:cubicBezTo>
                  <a:pt x="315" y="136"/>
                  <a:pt x="314" y="134"/>
                  <a:pt x="314" y="133"/>
                </a:cubicBezTo>
                <a:cubicBezTo>
                  <a:pt x="313" y="129"/>
                  <a:pt x="311" y="125"/>
                  <a:pt x="310" y="122"/>
                </a:cubicBezTo>
                <a:cubicBezTo>
                  <a:pt x="309" y="120"/>
                  <a:pt x="308" y="119"/>
                  <a:pt x="308" y="117"/>
                </a:cubicBezTo>
                <a:cubicBezTo>
                  <a:pt x="307" y="115"/>
                  <a:pt x="305" y="113"/>
                  <a:pt x="304" y="110"/>
                </a:cubicBezTo>
                <a:cubicBezTo>
                  <a:pt x="303" y="109"/>
                  <a:pt x="302" y="107"/>
                  <a:pt x="301" y="105"/>
                </a:cubicBezTo>
                <a:cubicBezTo>
                  <a:pt x="300" y="103"/>
                  <a:pt x="299" y="102"/>
                  <a:pt x="298" y="100"/>
                </a:cubicBezTo>
                <a:cubicBezTo>
                  <a:pt x="297" y="98"/>
                  <a:pt x="296" y="96"/>
                  <a:pt x="294" y="94"/>
                </a:cubicBezTo>
                <a:cubicBezTo>
                  <a:pt x="294" y="93"/>
                  <a:pt x="293" y="92"/>
                  <a:pt x="292" y="91"/>
                </a:cubicBezTo>
                <a:cubicBezTo>
                  <a:pt x="286" y="83"/>
                  <a:pt x="280" y="76"/>
                  <a:pt x="273" y="70"/>
                </a:cubicBezTo>
                <a:cubicBezTo>
                  <a:pt x="273" y="70"/>
                  <a:pt x="272" y="69"/>
                  <a:pt x="272" y="69"/>
                </a:cubicBezTo>
                <a:cubicBezTo>
                  <a:pt x="269" y="67"/>
                  <a:pt x="267" y="65"/>
                  <a:pt x="264" y="62"/>
                </a:cubicBezTo>
                <a:cubicBezTo>
                  <a:pt x="264" y="62"/>
                  <a:pt x="264" y="62"/>
                  <a:pt x="264" y="62"/>
                </a:cubicBezTo>
                <a:cubicBezTo>
                  <a:pt x="252" y="53"/>
                  <a:pt x="240" y="46"/>
                  <a:pt x="226" y="41"/>
                </a:cubicBezTo>
                <a:cubicBezTo>
                  <a:pt x="222" y="48"/>
                  <a:pt x="218" y="56"/>
                  <a:pt x="213" y="59"/>
                </a:cubicBezTo>
                <a:cubicBezTo>
                  <a:pt x="206" y="63"/>
                  <a:pt x="206" y="79"/>
                  <a:pt x="220" y="78"/>
                </a:cubicBezTo>
                <a:cubicBezTo>
                  <a:pt x="220" y="78"/>
                  <a:pt x="216" y="82"/>
                  <a:pt x="220" y="96"/>
                </a:cubicBezTo>
                <a:cubicBezTo>
                  <a:pt x="224" y="111"/>
                  <a:pt x="231" y="114"/>
                  <a:pt x="250" y="106"/>
                </a:cubicBezTo>
                <a:cubicBezTo>
                  <a:pt x="259" y="102"/>
                  <a:pt x="265" y="104"/>
                  <a:pt x="264" y="113"/>
                </a:cubicBezTo>
                <a:cubicBezTo>
                  <a:pt x="262" y="131"/>
                  <a:pt x="248" y="130"/>
                  <a:pt x="259" y="160"/>
                </a:cubicBezTo>
                <a:cubicBezTo>
                  <a:pt x="265" y="178"/>
                  <a:pt x="282" y="185"/>
                  <a:pt x="288" y="200"/>
                </a:cubicBezTo>
                <a:cubicBezTo>
                  <a:pt x="291" y="207"/>
                  <a:pt x="304" y="214"/>
                  <a:pt x="314" y="219"/>
                </a:cubicBezTo>
                <a:cubicBezTo>
                  <a:pt x="316" y="215"/>
                  <a:pt x="316" y="212"/>
                  <a:pt x="317" y="208"/>
                </a:cubicBezTo>
                <a:cubicBezTo>
                  <a:pt x="318" y="206"/>
                  <a:pt x="318" y="205"/>
                  <a:pt x="318" y="203"/>
                </a:cubicBezTo>
                <a:cubicBezTo>
                  <a:pt x="319" y="200"/>
                  <a:pt x="319" y="197"/>
                  <a:pt x="320" y="194"/>
                </a:cubicBezTo>
                <a:cubicBezTo>
                  <a:pt x="320" y="193"/>
                  <a:pt x="320" y="191"/>
                  <a:pt x="320" y="190"/>
                </a:cubicBezTo>
                <a:cubicBezTo>
                  <a:pt x="320" y="186"/>
                  <a:pt x="321" y="181"/>
                  <a:pt x="321" y="177"/>
                </a:cubicBezTo>
                <a:cubicBezTo>
                  <a:pt x="321" y="172"/>
                  <a:pt x="320" y="168"/>
                  <a:pt x="320" y="164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8" name="Freeform 48"/>
          <p:cNvSpPr>
            <a:spLocks noEditPoints="1"/>
          </p:cNvSpPr>
          <p:nvPr/>
        </p:nvSpPr>
        <p:spPr bwMode="auto">
          <a:xfrm>
            <a:off x="4165601" y="5331884"/>
            <a:ext cx="573617" cy="575733"/>
          </a:xfrm>
          <a:custGeom>
            <a:avLst/>
            <a:gdLst>
              <a:gd name="T0" fmla="*/ 337 w 353"/>
              <a:gd name="T1" fmla="*/ 73 h 354"/>
              <a:gd name="T2" fmla="*/ 351 w 353"/>
              <a:gd name="T3" fmla="*/ 14 h 354"/>
              <a:gd name="T4" fmla="*/ 339 w 353"/>
              <a:gd name="T5" fmla="*/ 3 h 354"/>
              <a:gd name="T6" fmla="*/ 281 w 353"/>
              <a:gd name="T7" fmla="*/ 16 h 354"/>
              <a:gd name="T8" fmla="*/ 281 w 353"/>
              <a:gd name="T9" fmla="*/ 81 h 354"/>
              <a:gd name="T10" fmla="*/ 16 w 353"/>
              <a:gd name="T11" fmla="*/ 73 h 354"/>
              <a:gd name="T12" fmla="*/ 80 w 353"/>
              <a:gd name="T13" fmla="*/ 73 h 354"/>
              <a:gd name="T14" fmla="*/ 64 w 353"/>
              <a:gd name="T15" fmla="*/ 24 h 354"/>
              <a:gd name="T16" fmla="*/ 8 w 353"/>
              <a:gd name="T17" fmla="*/ 0 h 354"/>
              <a:gd name="T18" fmla="*/ 53 w 353"/>
              <a:gd name="T19" fmla="*/ 65 h 354"/>
              <a:gd name="T20" fmla="*/ 177 w 353"/>
              <a:gd name="T21" fmla="*/ 273 h 354"/>
              <a:gd name="T22" fmla="*/ 138 w 353"/>
              <a:gd name="T23" fmla="*/ 106 h 354"/>
              <a:gd name="T24" fmla="*/ 138 w 353"/>
              <a:gd name="T25" fmla="*/ 106 h 354"/>
              <a:gd name="T26" fmla="*/ 120 w 353"/>
              <a:gd name="T27" fmla="*/ 169 h 354"/>
              <a:gd name="T28" fmla="*/ 97 w 353"/>
              <a:gd name="T29" fmla="*/ 185 h 354"/>
              <a:gd name="T30" fmla="*/ 115 w 353"/>
              <a:gd name="T31" fmla="*/ 228 h 354"/>
              <a:gd name="T32" fmla="*/ 132 w 353"/>
              <a:gd name="T33" fmla="*/ 235 h 354"/>
              <a:gd name="T34" fmla="*/ 168 w 353"/>
              <a:gd name="T35" fmla="*/ 256 h 354"/>
              <a:gd name="T36" fmla="*/ 168 w 353"/>
              <a:gd name="T37" fmla="*/ 256 h 354"/>
              <a:gd name="T38" fmla="*/ 137 w 353"/>
              <a:gd name="T39" fmla="*/ 185 h 354"/>
              <a:gd name="T40" fmla="*/ 168 w 353"/>
              <a:gd name="T41" fmla="*/ 169 h 354"/>
              <a:gd name="T42" fmla="*/ 168 w 353"/>
              <a:gd name="T43" fmla="*/ 144 h 354"/>
              <a:gd name="T44" fmla="*/ 146 w 353"/>
              <a:gd name="T45" fmla="*/ 124 h 354"/>
              <a:gd name="T46" fmla="*/ 256 w 353"/>
              <a:gd name="T47" fmla="*/ 169 h 354"/>
              <a:gd name="T48" fmla="*/ 238 w 353"/>
              <a:gd name="T49" fmla="*/ 126 h 354"/>
              <a:gd name="T50" fmla="*/ 221 w 353"/>
              <a:gd name="T51" fmla="*/ 118 h 354"/>
              <a:gd name="T52" fmla="*/ 185 w 353"/>
              <a:gd name="T53" fmla="*/ 98 h 354"/>
              <a:gd name="T54" fmla="*/ 185 w 353"/>
              <a:gd name="T55" fmla="*/ 98 h 354"/>
              <a:gd name="T56" fmla="*/ 216 w 353"/>
              <a:gd name="T57" fmla="*/ 169 h 354"/>
              <a:gd name="T58" fmla="*/ 185 w 353"/>
              <a:gd name="T59" fmla="*/ 256 h 354"/>
              <a:gd name="T60" fmla="*/ 185 w 353"/>
              <a:gd name="T61" fmla="*/ 256 h 354"/>
              <a:gd name="T62" fmla="*/ 216 w 353"/>
              <a:gd name="T63" fmla="*/ 185 h 354"/>
              <a:gd name="T64" fmla="*/ 215 w 353"/>
              <a:gd name="T65" fmla="*/ 248 h 354"/>
              <a:gd name="T66" fmla="*/ 215 w 353"/>
              <a:gd name="T67" fmla="*/ 248 h 354"/>
              <a:gd name="T68" fmla="*/ 233 w 353"/>
              <a:gd name="T69" fmla="*/ 185 h 354"/>
              <a:gd name="T70" fmla="*/ 72 w 353"/>
              <a:gd name="T71" fmla="*/ 273 h 354"/>
              <a:gd name="T72" fmla="*/ 24 w 353"/>
              <a:gd name="T73" fmla="*/ 289 h 354"/>
              <a:gd name="T74" fmla="*/ 0 w 353"/>
              <a:gd name="T75" fmla="*/ 346 h 354"/>
              <a:gd name="T76" fmla="*/ 64 w 353"/>
              <a:gd name="T77" fmla="*/ 301 h 354"/>
              <a:gd name="T78" fmla="*/ 80 w 353"/>
              <a:gd name="T79" fmla="*/ 329 h 354"/>
              <a:gd name="T80" fmla="*/ 300 w 353"/>
              <a:gd name="T81" fmla="*/ 289 h 354"/>
              <a:gd name="T82" fmla="*/ 329 w 353"/>
              <a:gd name="T83" fmla="*/ 273 h 354"/>
              <a:gd name="T84" fmla="*/ 273 w 353"/>
              <a:gd name="T85" fmla="*/ 329 h 354"/>
              <a:gd name="T86" fmla="*/ 289 w 353"/>
              <a:gd name="T87" fmla="*/ 301 h 354"/>
              <a:gd name="T88" fmla="*/ 353 w 353"/>
              <a:gd name="T89" fmla="*/ 346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353" h="354">
                <a:moveTo>
                  <a:pt x="281" y="81"/>
                </a:moveTo>
                <a:cubicBezTo>
                  <a:pt x="329" y="81"/>
                  <a:pt x="329" y="81"/>
                  <a:pt x="329" y="81"/>
                </a:cubicBezTo>
                <a:cubicBezTo>
                  <a:pt x="333" y="81"/>
                  <a:pt x="337" y="77"/>
                  <a:pt x="337" y="73"/>
                </a:cubicBezTo>
                <a:cubicBezTo>
                  <a:pt x="337" y="68"/>
                  <a:pt x="333" y="65"/>
                  <a:pt x="329" y="65"/>
                </a:cubicBezTo>
                <a:cubicBezTo>
                  <a:pt x="300" y="65"/>
                  <a:pt x="300" y="65"/>
                  <a:pt x="300" y="65"/>
                </a:cubicBezTo>
                <a:cubicBezTo>
                  <a:pt x="351" y="14"/>
                  <a:pt x="351" y="14"/>
                  <a:pt x="351" y="14"/>
                </a:cubicBezTo>
                <a:cubicBezTo>
                  <a:pt x="352" y="13"/>
                  <a:pt x="353" y="11"/>
                  <a:pt x="353" y="8"/>
                </a:cubicBezTo>
                <a:cubicBezTo>
                  <a:pt x="353" y="4"/>
                  <a:pt x="350" y="0"/>
                  <a:pt x="345" y="0"/>
                </a:cubicBezTo>
                <a:cubicBezTo>
                  <a:pt x="343" y="0"/>
                  <a:pt x="341" y="1"/>
                  <a:pt x="339" y="3"/>
                </a:cubicBezTo>
                <a:cubicBezTo>
                  <a:pt x="289" y="53"/>
                  <a:pt x="289" y="53"/>
                  <a:pt x="289" y="53"/>
                </a:cubicBezTo>
                <a:cubicBezTo>
                  <a:pt x="289" y="24"/>
                  <a:pt x="289" y="24"/>
                  <a:pt x="289" y="24"/>
                </a:cubicBezTo>
                <a:cubicBezTo>
                  <a:pt x="289" y="20"/>
                  <a:pt x="285" y="16"/>
                  <a:pt x="281" y="16"/>
                </a:cubicBezTo>
                <a:cubicBezTo>
                  <a:pt x="276" y="16"/>
                  <a:pt x="273" y="20"/>
                  <a:pt x="273" y="24"/>
                </a:cubicBezTo>
                <a:cubicBezTo>
                  <a:pt x="273" y="73"/>
                  <a:pt x="273" y="73"/>
                  <a:pt x="273" y="73"/>
                </a:cubicBezTo>
                <a:cubicBezTo>
                  <a:pt x="273" y="77"/>
                  <a:pt x="276" y="81"/>
                  <a:pt x="281" y="81"/>
                </a:cubicBezTo>
                <a:moveTo>
                  <a:pt x="53" y="65"/>
                </a:moveTo>
                <a:cubicBezTo>
                  <a:pt x="24" y="65"/>
                  <a:pt x="24" y="65"/>
                  <a:pt x="24" y="65"/>
                </a:cubicBezTo>
                <a:cubicBezTo>
                  <a:pt x="20" y="65"/>
                  <a:pt x="16" y="68"/>
                  <a:pt x="16" y="73"/>
                </a:cubicBezTo>
                <a:cubicBezTo>
                  <a:pt x="16" y="77"/>
                  <a:pt x="20" y="81"/>
                  <a:pt x="24" y="81"/>
                </a:cubicBezTo>
                <a:cubicBezTo>
                  <a:pt x="72" y="81"/>
                  <a:pt x="72" y="81"/>
                  <a:pt x="72" y="81"/>
                </a:cubicBezTo>
                <a:cubicBezTo>
                  <a:pt x="77" y="81"/>
                  <a:pt x="80" y="77"/>
                  <a:pt x="80" y="73"/>
                </a:cubicBezTo>
                <a:cubicBezTo>
                  <a:pt x="80" y="24"/>
                  <a:pt x="80" y="24"/>
                  <a:pt x="80" y="24"/>
                </a:cubicBezTo>
                <a:cubicBezTo>
                  <a:pt x="80" y="20"/>
                  <a:pt x="77" y="16"/>
                  <a:pt x="72" y="16"/>
                </a:cubicBezTo>
                <a:cubicBezTo>
                  <a:pt x="68" y="16"/>
                  <a:pt x="64" y="20"/>
                  <a:pt x="64" y="24"/>
                </a:cubicBezTo>
                <a:cubicBezTo>
                  <a:pt x="64" y="53"/>
                  <a:pt x="64" y="53"/>
                  <a:pt x="64" y="53"/>
                </a:cubicBezTo>
                <a:cubicBezTo>
                  <a:pt x="14" y="3"/>
                  <a:pt x="14" y="3"/>
                  <a:pt x="14" y="3"/>
                </a:cubicBezTo>
                <a:cubicBezTo>
                  <a:pt x="12" y="1"/>
                  <a:pt x="10" y="0"/>
                  <a:pt x="8" y="0"/>
                </a:cubicBezTo>
                <a:cubicBezTo>
                  <a:pt x="3" y="0"/>
                  <a:pt x="0" y="4"/>
                  <a:pt x="0" y="8"/>
                </a:cubicBezTo>
                <a:cubicBezTo>
                  <a:pt x="0" y="11"/>
                  <a:pt x="1" y="13"/>
                  <a:pt x="2" y="14"/>
                </a:cubicBezTo>
                <a:lnTo>
                  <a:pt x="53" y="65"/>
                </a:lnTo>
                <a:close/>
                <a:moveTo>
                  <a:pt x="177" y="81"/>
                </a:moveTo>
                <a:cubicBezTo>
                  <a:pt x="123" y="81"/>
                  <a:pt x="80" y="124"/>
                  <a:pt x="80" y="177"/>
                </a:cubicBezTo>
                <a:cubicBezTo>
                  <a:pt x="80" y="230"/>
                  <a:pt x="123" y="273"/>
                  <a:pt x="177" y="273"/>
                </a:cubicBezTo>
                <a:cubicBezTo>
                  <a:pt x="230" y="273"/>
                  <a:pt x="273" y="230"/>
                  <a:pt x="273" y="177"/>
                </a:cubicBezTo>
                <a:cubicBezTo>
                  <a:pt x="273" y="124"/>
                  <a:pt x="230" y="81"/>
                  <a:pt x="177" y="81"/>
                </a:cubicBezTo>
                <a:moveTo>
                  <a:pt x="138" y="106"/>
                </a:moveTo>
                <a:cubicBezTo>
                  <a:pt x="136" y="110"/>
                  <a:pt x="134" y="114"/>
                  <a:pt x="132" y="118"/>
                </a:cubicBezTo>
                <a:cubicBezTo>
                  <a:pt x="130" y="117"/>
                  <a:pt x="128" y="116"/>
                  <a:pt x="126" y="115"/>
                </a:cubicBezTo>
                <a:cubicBezTo>
                  <a:pt x="130" y="112"/>
                  <a:pt x="134" y="109"/>
                  <a:pt x="138" y="106"/>
                </a:cubicBezTo>
                <a:moveTo>
                  <a:pt x="115" y="126"/>
                </a:moveTo>
                <a:cubicBezTo>
                  <a:pt x="118" y="129"/>
                  <a:pt x="122" y="131"/>
                  <a:pt x="126" y="133"/>
                </a:cubicBezTo>
                <a:cubicBezTo>
                  <a:pt x="123" y="144"/>
                  <a:pt x="121" y="156"/>
                  <a:pt x="120" y="169"/>
                </a:cubicBezTo>
                <a:cubicBezTo>
                  <a:pt x="97" y="169"/>
                  <a:pt x="97" y="169"/>
                  <a:pt x="97" y="169"/>
                </a:cubicBezTo>
                <a:cubicBezTo>
                  <a:pt x="98" y="152"/>
                  <a:pt x="105" y="138"/>
                  <a:pt x="115" y="126"/>
                </a:cubicBezTo>
                <a:moveTo>
                  <a:pt x="97" y="185"/>
                </a:moveTo>
                <a:cubicBezTo>
                  <a:pt x="120" y="185"/>
                  <a:pt x="120" y="185"/>
                  <a:pt x="120" y="185"/>
                </a:cubicBezTo>
                <a:cubicBezTo>
                  <a:pt x="121" y="198"/>
                  <a:pt x="123" y="210"/>
                  <a:pt x="126" y="221"/>
                </a:cubicBezTo>
                <a:cubicBezTo>
                  <a:pt x="122" y="223"/>
                  <a:pt x="118" y="225"/>
                  <a:pt x="115" y="228"/>
                </a:cubicBezTo>
                <a:cubicBezTo>
                  <a:pt x="105" y="216"/>
                  <a:pt x="98" y="201"/>
                  <a:pt x="97" y="185"/>
                </a:cubicBezTo>
                <a:moveTo>
                  <a:pt x="126" y="239"/>
                </a:moveTo>
                <a:cubicBezTo>
                  <a:pt x="128" y="238"/>
                  <a:pt x="130" y="237"/>
                  <a:pt x="132" y="235"/>
                </a:cubicBezTo>
                <a:cubicBezTo>
                  <a:pt x="134" y="240"/>
                  <a:pt x="136" y="244"/>
                  <a:pt x="138" y="248"/>
                </a:cubicBezTo>
                <a:cubicBezTo>
                  <a:pt x="134" y="245"/>
                  <a:pt x="130" y="242"/>
                  <a:pt x="126" y="239"/>
                </a:cubicBezTo>
                <a:moveTo>
                  <a:pt x="168" y="256"/>
                </a:moveTo>
                <a:cubicBezTo>
                  <a:pt x="160" y="252"/>
                  <a:pt x="152" y="242"/>
                  <a:pt x="146" y="229"/>
                </a:cubicBezTo>
                <a:cubicBezTo>
                  <a:pt x="153" y="227"/>
                  <a:pt x="160" y="226"/>
                  <a:pt x="168" y="225"/>
                </a:cubicBezTo>
                <a:lnTo>
                  <a:pt x="168" y="256"/>
                </a:lnTo>
                <a:close/>
                <a:moveTo>
                  <a:pt x="168" y="209"/>
                </a:moveTo>
                <a:cubicBezTo>
                  <a:pt x="159" y="210"/>
                  <a:pt x="150" y="212"/>
                  <a:pt x="141" y="214"/>
                </a:cubicBezTo>
                <a:cubicBezTo>
                  <a:pt x="139" y="205"/>
                  <a:pt x="137" y="196"/>
                  <a:pt x="137" y="185"/>
                </a:cubicBezTo>
                <a:cubicBezTo>
                  <a:pt x="168" y="185"/>
                  <a:pt x="168" y="185"/>
                  <a:pt x="168" y="185"/>
                </a:cubicBezTo>
                <a:lnTo>
                  <a:pt x="168" y="209"/>
                </a:lnTo>
                <a:close/>
                <a:moveTo>
                  <a:pt x="168" y="169"/>
                </a:moveTo>
                <a:cubicBezTo>
                  <a:pt x="137" y="169"/>
                  <a:pt x="137" y="169"/>
                  <a:pt x="137" y="169"/>
                </a:cubicBezTo>
                <a:cubicBezTo>
                  <a:pt x="137" y="158"/>
                  <a:pt x="139" y="148"/>
                  <a:pt x="141" y="139"/>
                </a:cubicBezTo>
                <a:cubicBezTo>
                  <a:pt x="150" y="142"/>
                  <a:pt x="159" y="144"/>
                  <a:pt x="168" y="144"/>
                </a:cubicBezTo>
                <a:lnTo>
                  <a:pt x="168" y="169"/>
                </a:lnTo>
                <a:close/>
                <a:moveTo>
                  <a:pt x="168" y="128"/>
                </a:moveTo>
                <a:cubicBezTo>
                  <a:pt x="160" y="128"/>
                  <a:pt x="153" y="126"/>
                  <a:pt x="146" y="124"/>
                </a:cubicBezTo>
                <a:cubicBezTo>
                  <a:pt x="152" y="111"/>
                  <a:pt x="160" y="102"/>
                  <a:pt x="168" y="98"/>
                </a:cubicBezTo>
                <a:lnTo>
                  <a:pt x="168" y="128"/>
                </a:lnTo>
                <a:close/>
                <a:moveTo>
                  <a:pt x="256" y="169"/>
                </a:moveTo>
                <a:cubicBezTo>
                  <a:pt x="233" y="169"/>
                  <a:pt x="233" y="169"/>
                  <a:pt x="233" y="169"/>
                </a:cubicBezTo>
                <a:cubicBezTo>
                  <a:pt x="232" y="156"/>
                  <a:pt x="230" y="144"/>
                  <a:pt x="227" y="133"/>
                </a:cubicBezTo>
                <a:cubicBezTo>
                  <a:pt x="231" y="131"/>
                  <a:pt x="235" y="129"/>
                  <a:pt x="238" y="126"/>
                </a:cubicBezTo>
                <a:cubicBezTo>
                  <a:pt x="248" y="138"/>
                  <a:pt x="255" y="152"/>
                  <a:pt x="256" y="169"/>
                </a:cubicBezTo>
                <a:moveTo>
                  <a:pt x="227" y="115"/>
                </a:moveTo>
                <a:cubicBezTo>
                  <a:pt x="225" y="116"/>
                  <a:pt x="223" y="117"/>
                  <a:pt x="221" y="118"/>
                </a:cubicBezTo>
                <a:cubicBezTo>
                  <a:pt x="219" y="114"/>
                  <a:pt x="217" y="110"/>
                  <a:pt x="215" y="106"/>
                </a:cubicBezTo>
                <a:cubicBezTo>
                  <a:pt x="219" y="109"/>
                  <a:pt x="223" y="112"/>
                  <a:pt x="227" y="115"/>
                </a:cubicBezTo>
                <a:moveTo>
                  <a:pt x="185" y="98"/>
                </a:moveTo>
                <a:cubicBezTo>
                  <a:pt x="193" y="102"/>
                  <a:pt x="201" y="111"/>
                  <a:pt x="207" y="124"/>
                </a:cubicBezTo>
                <a:cubicBezTo>
                  <a:pt x="200" y="126"/>
                  <a:pt x="193" y="128"/>
                  <a:pt x="185" y="128"/>
                </a:cubicBezTo>
                <a:lnTo>
                  <a:pt x="185" y="98"/>
                </a:lnTo>
                <a:close/>
                <a:moveTo>
                  <a:pt x="185" y="144"/>
                </a:moveTo>
                <a:cubicBezTo>
                  <a:pt x="194" y="144"/>
                  <a:pt x="203" y="142"/>
                  <a:pt x="212" y="139"/>
                </a:cubicBezTo>
                <a:cubicBezTo>
                  <a:pt x="214" y="148"/>
                  <a:pt x="216" y="158"/>
                  <a:pt x="216" y="169"/>
                </a:cubicBezTo>
                <a:cubicBezTo>
                  <a:pt x="185" y="169"/>
                  <a:pt x="185" y="169"/>
                  <a:pt x="185" y="169"/>
                </a:cubicBezTo>
                <a:lnTo>
                  <a:pt x="185" y="144"/>
                </a:lnTo>
                <a:close/>
                <a:moveTo>
                  <a:pt x="185" y="256"/>
                </a:moveTo>
                <a:cubicBezTo>
                  <a:pt x="185" y="225"/>
                  <a:pt x="185" y="225"/>
                  <a:pt x="185" y="225"/>
                </a:cubicBezTo>
                <a:cubicBezTo>
                  <a:pt x="193" y="226"/>
                  <a:pt x="200" y="227"/>
                  <a:pt x="207" y="229"/>
                </a:cubicBezTo>
                <a:cubicBezTo>
                  <a:pt x="201" y="242"/>
                  <a:pt x="193" y="252"/>
                  <a:pt x="185" y="256"/>
                </a:cubicBezTo>
                <a:moveTo>
                  <a:pt x="185" y="209"/>
                </a:moveTo>
                <a:cubicBezTo>
                  <a:pt x="185" y="185"/>
                  <a:pt x="185" y="185"/>
                  <a:pt x="185" y="185"/>
                </a:cubicBezTo>
                <a:cubicBezTo>
                  <a:pt x="216" y="185"/>
                  <a:pt x="216" y="185"/>
                  <a:pt x="216" y="185"/>
                </a:cubicBezTo>
                <a:cubicBezTo>
                  <a:pt x="216" y="196"/>
                  <a:pt x="214" y="205"/>
                  <a:pt x="212" y="214"/>
                </a:cubicBezTo>
                <a:cubicBezTo>
                  <a:pt x="203" y="212"/>
                  <a:pt x="194" y="210"/>
                  <a:pt x="185" y="209"/>
                </a:cubicBezTo>
                <a:moveTo>
                  <a:pt x="215" y="248"/>
                </a:moveTo>
                <a:cubicBezTo>
                  <a:pt x="217" y="244"/>
                  <a:pt x="219" y="240"/>
                  <a:pt x="221" y="235"/>
                </a:cubicBezTo>
                <a:cubicBezTo>
                  <a:pt x="223" y="237"/>
                  <a:pt x="225" y="238"/>
                  <a:pt x="227" y="239"/>
                </a:cubicBezTo>
                <a:cubicBezTo>
                  <a:pt x="223" y="242"/>
                  <a:pt x="219" y="245"/>
                  <a:pt x="215" y="248"/>
                </a:cubicBezTo>
                <a:moveTo>
                  <a:pt x="238" y="228"/>
                </a:moveTo>
                <a:cubicBezTo>
                  <a:pt x="235" y="225"/>
                  <a:pt x="231" y="223"/>
                  <a:pt x="227" y="221"/>
                </a:cubicBezTo>
                <a:cubicBezTo>
                  <a:pt x="230" y="210"/>
                  <a:pt x="232" y="198"/>
                  <a:pt x="233" y="185"/>
                </a:cubicBezTo>
                <a:cubicBezTo>
                  <a:pt x="256" y="185"/>
                  <a:pt x="256" y="185"/>
                  <a:pt x="256" y="185"/>
                </a:cubicBezTo>
                <a:cubicBezTo>
                  <a:pt x="255" y="201"/>
                  <a:pt x="248" y="216"/>
                  <a:pt x="238" y="228"/>
                </a:cubicBezTo>
                <a:moveTo>
                  <a:pt x="72" y="273"/>
                </a:moveTo>
                <a:cubicBezTo>
                  <a:pt x="24" y="273"/>
                  <a:pt x="24" y="273"/>
                  <a:pt x="24" y="273"/>
                </a:cubicBezTo>
                <a:cubicBezTo>
                  <a:pt x="20" y="273"/>
                  <a:pt x="16" y="277"/>
                  <a:pt x="16" y="281"/>
                </a:cubicBezTo>
                <a:cubicBezTo>
                  <a:pt x="16" y="286"/>
                  <a:pt x="20" y="289"/>
                  <a:pt x="24" y="289"/>
                </a:cubicBezTo>
                <a:cubicBezTo>
                  <a:pt x="53" y="289"/>
                  <a:pt x="53" y="289"/>
                  <a:pt x="53" y="289"/>
                </a:cubicBezTo>
                <a:cubicBezTo>
                  <a:pt x="2" y="340"/>
                  <a:pt x="2" y="340"/>
                  <a:pt x="2" y="340"/>
                </a:cubicBezTo>
                <a:cubicBezTo>
                  <a:pt x="1" y="341"/>
                  <a:pt x="0" y="343"/>
                  <a:pt x="0" y="346"/>
                </a:cubicBezTo>
                <a:cubicBezTo>
                  <a:pt x="0" y="350"/>
                  <a:pt x="3" y="354"/>
                  <a:pt x="8" y="354"/>
                </a:cubicBezTo>
                <a:cubicBezTo>
                  <a:pt x="10" y="354"/>
                  <a:pt x="12" y="353"/>
                  <a:pt x="14" y="351"/>
                </a:cubicBezTo>
                <a:cubicBezTo>
                  <a:pt x="64" y="301"/>
                  <a:pt x="64" y="301"/>
                  <a:pt x="64" y="301"/>
                </a:cubicBezTo>
                <a:cubicBezTo>
                  <a:pt x="64" y="329"/>
                  <a:pt x="64" y="329"/>
                  <a:pt x="64" y="329"/>
                </a:cubicBezTo>
                <a:cubicBezTo>
                  <a:pt x="64" y="334"/>
                  <a:pt x="68" y="337"/>
                  <a:pt x="72" y="337"/>
                </a:cubicBezTo>
                <a:cubicBezTo>
                  <a:pt x="77" y="337"/>
                  <a:pt x="80" y="334"/>
                  <a:pt x="80" y="329"/>
                </a:cubicBezTo>
                <a:cubicBezTo>
                  <a:pt x="80" y="281"/>
                  <a:pt x="80" y="281"/>
                  <a:pt x="80" y="281"/>
                </a:cubicBezTo>
                <a:cubicBezTo>
                  <a:pt x="80" y="277"/>
                  <a:pt x="77" y="273"/>
                  <a:pt x="72" y="273"/>
                </a:cubicBezTo>
                <a:moveTo>
                  <a:pt x="300" y="289"/>
                </a:moveTo>
                <a:cubicBezTo>
                  <a:pt x="329" y="289"/>
                  <a:pt x="329" y="289"/>
                  <a:pt x="329" y="289"/>
                </a:cubicBezTo>
                <a:cubicBezTo>
                  <a:pt x="333" y="289"/>
                  <a:pt x="337" y="286"/>
                  <a:pt x="337" y="281"/>
                </a:cubicBezTo>
                <a:cubicBezTo>
                  <a:pt x="337" y="277"/>
                  <a:pt x="333" y="273"/>
                  <a:pt x="329" y="273"/>
                </a:cubicBezTo>
                <a:cubicBezTo>
                  <a:pt x="281" y="273"/>
                  <a:pt x="281" y="273"/>
                  <a:pt x="281" y="273"/>
                </a:cubicBezTo>
                <a:cubicBezTo>
                  <a:pt x="276" y="273"/>
                  <a:pt x="273" y="277"/>
                  <a:pt x="273" y="281"/>
                </a:cubicBezTo>
                <a:cubicBezTo>
                  <a:pt x="273" y="329"/>
                  <a:pt x="273" y="329"/>
                  <a:pt x="273" y="329"/>
                </a:cubicBezTo>
                <a:cubicBezTo>
                  <a:pt x="273" y="334"/>
                  <a:pt x="276" y="337"/>
                  <a:pt x="281" y="337"/>
                </a:cubicBezTo>
                <a:cubicBezTo>
                  <a:pt x="285" y="337"/>
                  <a:pt x="289" y="334"/>
                  <a:pt x="289" y="329"/>
                </a:cubicBezTo>
                <a:cubicBezTo>
                  <a:pt x="289" y="301"/>
                  <a:pt x="289" y="301"/>
                  <a:pt x="289" y="301"/>
                </a:cubicBezTo>
                <a:cubicBezTo>
                  <a:pt x="339" y="351"/>
                  <a:pt x="339" y="351"/>
                  <a:pt x="339" y="351"/>
                </a:cubicBezTo>
                <a:cubicBezTo>
                  <a:pt x="341" y="353"/>
                  <a:pt x="343" y="354"/>
                  <a:pt x="345" y="354"/>
                </a:cubicBezTo>
                <a:cubicBezTo>
                  <a:pt x="350" y="354"/>
                  <a:pt x="353" y="350"/>
                  <a:pt x="353" y="346"/>
                </a:cubicBezTo>
                <a:cubicBezTo>
                  <a:pt x="353" y="343"/>
                  <a:pt x="352" y="341"/>
                  <a:pt x="351" y="340"/>
                </a:cubicBezTo>
                <a:lnTo>
                  <a:pt x="300" y="28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9" name="Freeform 49"/>
          <p:cNvSpPr>
            <a:spLocks noEditPoints="1"/>
          </p:cNvSpPr>
          <p:nvPr/>
        </p:nvSpPr>
        <p:spPr bwMode="auto">
          <a:xfrm>
            <a:off x="5340351" y="5331884"/>
            <a:ext cx="416984" cy="575733"/>
          </a:xfrm>
          <a:custGeom>
            <a:avLst/>
            <a:gdLst>
              <a:gd name="T0" fmla="*/ 172 w 257"/>
              <a:gd name="T1" fmla="*/ 65 h 354"/>
              <a:gd name="T2" fmla="*/ 199 w 257"/>
              <a:gd name="T3" fmla="*/ 75 h 354"/>
              <a:gd name="T4" fmla="*/ 213 w 257"/>
              <a:gd name="T5" fmla="*/ 127 h 354"/>
              <a:gd name="T6" fmla="*/ 225 w 257"/>
              <a:gd name="T7" fmla="*/ 113 h 354"/>
              <a:gd name="T8" fmla="*/ 167 w 257"/>
              <a:gd name="T9" fmla="*/ 43 h 354"/>
              <a:gd name="T10" fmla="*/ 135 w 257"/>
              <a:gd name="T11" fmla="*/ 122 h 354"/>
              <a:gd name="T12" fmla="*/ 129 w 257"/>
              <a:gd name="T13" fmla="*/ 166 h 354"/>
              <a:gd name="T14" fmla="*/ 140 w 257"/>
              <a:gd name="T15" fmla="*/ 193 h 354"/>
              <a:gd name="T16" fmla="*/ 145 w 257"/>
              <a:gd name="T17" fmla="*/ 186 h 354"/>
              <a:gd name="T18" fmla="*/ 157 w 257"/>
              <a:gd name="T19" fmla="*/ 134 h 354"/>
              <a:gd name="T20" fmla="*/ 199 w 257"/>
              <a:gd name="T21" fmla="*/ 134 h 354"/>
              <a:gd name="T22" fmla="*/ 209 w 257"/>
              <a:gd name="T23" fmla="*/ 143 h 354"/>
              <a:gd name="T24" fmla="*/ 145 w 257"/>
              <a:gd name="T25" fmla="*/ 225 h 354"/>
              <a:gd name="T26" fmla="*/ 145 w 257"/>
              <a:gd name="T27" fmla="*/ 0 h 354"/>
              <a:gd name="T28" fmla="*/ 145 w 257"/>
              <a:gd name="T29" fmla="*/ 225 h 354"/>
              <a:gd name="T30" fmla="*/ 241 w 257"/>
              <a:gd name="T31" fmla="*/ 113 h 354"/>
              <a:gd name="T32" fmla="*/ 49 w 257"/>
              <a:gd name="T33" fmla="*/ 113 h 354"/>
              <a:gd name="T34" fmla="*/ 245 w 257"/>
              <a:gd name="T35" fmla="*/ 197 h 354"/>
              <a:gd name="T36" fmla="*/ 240 w 257"/>
              <a:gd name="T37" fmla="*/ 199 h 354"/>
              <a:gd name="T38" fmla="*/ 16 w 257"/>
              <a:gd name="T39" fmla="*/ 113 h 354"/>
              <a:gd name="T40" fmla="*/ 57 w 257"/>
              <a:gd name="T41" fmla="*/ 19 h 354"/>
              <a:gd name="T42" fmla="*/ 53 w 257"/>
              <a:gd name="T43" fmla="*/ 4 h 354"/>
              <a:gd name="T44" fmla="*/ 47 w 257"/>
              <a:gd name="T45" fmla="*/ 7 h 354"/>
              <a:gd name="T46" fmla="*/ 137 w 257"/>
              <a:gd name="T47" fmla="*/ 257 h 354"/>
              <a:gd name="T48" fmla="*/ 89 w 257"/>
              <a:gd name="T49" fmla="*/ 337 h 354"/>
              <a:gd name="T50" fmla="*/ 89 w 257"/>
              <a:gd name="T51" fmla="*/ 354 h 354"/>
              <a:gd name="T52" fmla="*/ 209 w 257"/>
              <a:gd name="T53" fmla="*/ 346 h 354"/>
              <a:gd name="T54" fmla="*/ 153 w 257"/>
              <a:gd name="T55" fmla="*/ 337 h 354"/>
              <a:gd name="T56" fmla="*/ 251 w 257"/>
              <a:gd name="T57" fmla="*/ 211 h 354"/>
              <a:gd name="T58" fmla="*/ 253 w 257"/>
              <a:gd name="T59" fmla="*/ 205 h 354"/>
              <a:gd name="T60" fmla="*/ 75 w 257"/>
              <a:gd name="T61" fmla="*/ 103 h 354"/>
              <a:gd name="T62" fmla="*/ 106 w 257"/>
              <a:gd name="T63" fmla="*/ 121 h 354"/>
              <a:gd name="T64" fmla="*/ 113 w 257"/>
              <a:gd name="T65" fmla="*/ 107 h 354"/>
              <a:gd name="T66" fmla="*/ 141 w 257"/>
              <a:gd name="T67" fmla="*/ 85 h 354"/>
              <a:gd name="T68" fmla="*/ 140 w 257"/>
              <a:gd name="T69" fmla="*/ 65 h 354"/>
              <a:gd name="T70" fmla="*/ 130 w 257"/>
              <a:gd name="T71" fmla="*/ 63 h 354"/>
              <a:gd name="T72" fmla="*/ 118 w 257"/>
              <a:gd name="T73" fmla="*/ 53 h 354"/>
              <a:gd name="T74" fmla="*/ 93 w 257"/>
              <a:gd name="T75" fmla="*/ 52 h 354"/>
              <a:gd name="T76" fmla="*/ 75 w 257"/>
              <a:gd name="T77" fmla="*/ 103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257" h="354">
                <a:moveTo>
                  <a:pt x="172" y="54"/>
                </a:moveTo>
                <a:cubicBezTo>
                  <a:pt x="172" y="54"/>
                  <a:pt x="169" y="56"/>
                  <a:pt x="172" y="65"/>
                </a:cubicBezTo>
                <a:cubicBezTo>
                  <a:pt x="174" y="74"/>
                  <a:pt x="178" y="76"/>
                  <a:pt x="190" y="71"/>
                </a:cubicBezTo>
                <a:cubicBezTo>
                  <a:pt x="196" y="69"/>
                  <a:pt x="200" y="70"/>
                  <a:pt x="199" y="75"/>
                </a:cubicBezTo>
                <a:cubicBezTo>
                  <a:pt x="198" y="86"/>
                  <a:pt x="189" y="86"/>
                  <a:pt x="196" y="103"/>
                </a:cubicBezTo>
                <a:cubicBezTo>
                  <a:pt x="200" y="114"/>
                  <a:pt x="209" y="118"/>
                  <a:pt x="213" y="127"/>
                </a:cubicBezTo>
                <a:cubicBezTo>
                  <a:pt x="214" y="130"/>
                  <a:pt x="218" y="132"/>
                  <a:pt x="222" y="135"/>
                </a:cubicBezTo>
                <a:cubicBezTo>
                  <a:pt x="224" y="128"/>
                  <a:pt x="225" y="120"/>
                  <a:pt x="225" y="113"/>
                </a:cubicBezTo>
                <a:cubicBezTo>
                  <a:pt x="225" y="78"/>
                  <a:pt x="203" y="49"/>
                  <a:pt x="172" y="37"/>
                </a:cubicBezTo>
                <a:cubicBezTo>
                  <a:pt x="171" y="40"/>
                  <a:pt x="169" y="42"/>
                  <a:pt x="167" y="43"/>
                </a:cubicBezTo>
                <a:cubicBezTo>
                  <a:pt x="163" y="45"/>
                  <a:pt x="163" y="55"/>
                  <a:pt x="172" y="54"/>
                </a:cubicBezTo>
                <a:moveTo>
                  <a:pt x="135" y="122"/>
                </a:moveTo>
                <a:cubicBezTo>
                  <a:pt x="122" y="122"/>
                  <a:pt x="114" y="125"/>
                  <a:pt x="117" y="143"/>
                </a:cubicBezTo>
                <a:cubicBezTo>
                  <a:pt x="120" y="161"/>
                  <a:pt x="130" y="153"/>
                  <a:pt x="129" y="166"/>
                </a:cubicBezTo>
                <a:cubicBezTo>
                  <a:pt x="128" y="180"/>
                  <a:pt x="132" y="183"/>
                  <a:pt x="134" y="187"/>
                </a:cubicBezTo>
                <a:cubicBezTo>
                  <a:pt x="135" y="188"/>
                  <a:pt x="138" y="192"/>
                  <a:pt x="140" y="193"/>
                </a:cubicBezTo>
                <a:cubicBezTo>
                  <a:pt x="140" y="193"/>
                  <a:pt x="141" y="193"/>
                  <a:pt x="141" y="193"/>
                </a:cubicBezTo>
                <a:cubicBezTo>
                  <a:pt x="143" y="192"/>
                  <a:pt x="144" y="191"/>
                  <a:pt x="145" y="186"/>
                </a:cubicBezTo>
                <a:cubicBezTo>
                  <a:pt x="147" y="172"/>
                  <a:pt x="152" y="165"/>
                  <a:pt x="157" y="158"/>
                </a:cubicBezTo>
                <a:cubicBezTo>
                  <a:pt x="162" y="152"/>
                  <a:pt x="168" y="143"/>
                  <a:pt x="157" y="134"/>
                </a:cubicBezTo>
                <a:cubicBezTo>
                  <a:pt x="147" y="126"/>
                  <a:pt x="148" y="122"/>
                  <a:pt x="135" y="122"/>
                </a:cubicBezTo>
                <a:moveTo>
                  <a:pt x="199" y="134"/>
                </a:moveTo>
                <a:cubicBezTo>
                  <a:pt x="196" y="136"/>
                  <a:pt x="196" y="140"/>
                  <a:pt x="199" y="143"/>
                </a:cubicBezTo>
                <a:cubicBezTo>
                  <a:pt x="202" y="145"/>
                  <a:pt x="208" y="149"/>
                  <a:pt x="209" y="143"/>
                </a:cubicBezTo>
                <a:cubicBezTo>
                  <a:pt x="211" y="137"/>
                  <a:pt x="203" y="132"/>
                  <a:pt x="199" y="134"/>
                </a:cubicBezTo>
                <a:moveTo>
                  <a:pt x="145" y="225"/>
                </a:moveTo>
                <a:cubicBezTo>
                  <a:pt x="207" y="225"/>
                  <a:pt x="257" y="175"/>
                  <a:pt x="257" y="113"/>
                </a:cubicBezTo>
                <a:cubicBezTo>
                  <a:pt x="257" y="51"/>
                  <a:pt x="207" y="0"/>
                  <a:pt x="145" y="0"/>
                </a:cubicBezTo>
                <a:cubicBezTo>
                  <a:pt x="83" y="0"/>
                  <a:pt x="33" y="51"/>
                  <a:pt x="33" y="113"/>
                </a:cubicBezTo>
                <a:cubicBezTo>
                  <a:pt x="33" y="175"/>
                  <a:pt x="83" y="225"/>
                  <a:pt x="145" y="225"/>
                </a:cubicBezTo>
                <a:moveTo>
                  <a:pt x="145" y="16"/>
                </a:moveTo>
                <a:cubicBezTo>
                  <a:pt x="198" y="16"/>
                  <a:pt x="241" y="60"/>
                  <a:pt x="241" y="113"/>
                </a:cubicBezTo>
                <a:cubicBezTo>
                  <a:pt x="241" y="166"/>
                  <a:pt x="198" y="209"/>
                  <a:pt x="145" y="209"/>
                </a:cubicBezTo>
                <a:cubicBezTo>
                  <a:pt x="92" y="209"/>
                  <a:pt x="49" y="166"/>
                  <a:pt x="49" y="113"/>
                </a:cubicBezTo>
                <a:cubicBezTo>
                  <a:pt x="49" y="60"/>
                  <a:pt x="92" y="16"/>
                  <a:pt x="145" y="16"/>
                </a:cubicBezTo>
                <a:moveTo>
                  <a:pt x="245" y="197"/>
                </a:moveTo>
                <a:cubicBezTo>
                  <a:pt x="243" y="197"/>
                  <a:pt x="241" y="198"/>
                  <a:pt x="240" y="199"/>
                </a:cubicBezTo>
                <a:cubicBezTo>
                  <a:pt x="240" y="199"/>
                  <a:pt x="240" y="199"/>
                  <a:pt x="240" y="199"/>
                </a:cubicBezTo>
                <a:cubicBezTo>
                  <a:pt x="216" y="225"/>
                  <a:pt x="182" y="241"/>
                  <a:pt x="145" y="241"/>
                </a:cubicBezTo>
                <a:cubicBezTo>
                  <a:pt x="74" y="241"/>
                  <a:pt x="16" y="184"/>
                  <a:pt x="16" y="113"/>
                </a:cubicBezTo>
                <a:cubicBezTo>
                  <a:pt x="16" y="76"/>
                  <a:pt x="32" y="42"/>
                  <a:pt x="57" y="19"/>
                </a:cubicBezTo>
                <a:cubicBezTo>
                  <a:pt x="57" y="19"/>
                  <a:pt x="57" y="19"/>
                  <a:pt x="57" y="19"/>
                </a:cubicBezTo>
                <a:cubicBezTo>
                  <a:pt x="59" y="17"/>
                  <a:pt x="61" y="15"/>
                  <a:pt x="61" y="12"/>
                </a:cubicBezTo>
                <a:cubicBezTo>
                  <a:pt x="61" y="8"/>
                  <a:pt x="57" y="4"/>
                  <a:pt x="53" y="4"/>
                </a:cubicBezTo>
                <a:cubicBezTo>
                  <a:pt x="50" y="4"/>
                  <a:pt x="48" y="5"/>
                  <a:pt x="47" y="7"/>
                </a:cubicBezTo>
                <a:cubicBezTo>
                  <a:pt x="47" y="7"/>
                  <a:pt x="47" y="7"/>
                  <a:pt x="47" y="7"/>
                </a:cubicBezTo>
                <a:cubicBezTo>
                  <a:pt x="18" y="33"/>
                  <a:pt x="0" y="71"/>
                  <a:pt x="0" y="113"/>
                </a:cubicBezTo>
                <a:cubicBezTo>
                  <a:pt x="0" y="190"/>
                  <a:pt x="61" y="253"/>
                  <a:pt x="137" y="257"/>
                </a:cubicBezTo>
                <a:cubicBezTo>
                  <a:pt x="137" y="337"/>
                  <a:pt x="137" y="337"/>
                  <a:pt x="137" y="337"/>
                </a:cubicBezTo>
                <a:cubicBezTo>
                  <a:pt x="89" y="337"/>
                  <a:pt x="89" y="337"/>
                  <a:pt x="89" y="337"/>
                </a:cubicBezTo>
                <a:cubicBezTo>
                  <a:pt x="84" y="337"/>
                  <a:pt x="81" y="341"/>
                  <a:pt x="81" y="346"/>
                </a:cubicBezTo>
                <a:cubicBezTo>
                  <a:pt x="81" y="350"/>
                  <a:pt x="84" y="354"/>
                  <a:pt x="89" y="354"/>
                </a:cubicBezTo>
                <a:cubicBezTo>
                  <a:pt x="201" y="354"/>
                  <a:pt x="201" y="354"/>
                  <a:pt x="201" y="354"/>
                </a:cubicBezTo>
                <a:cubicBezTo>
                  <a:pt x="206" y="354"/>
                  <a:pt x="209" y="350"/>
                  <a:pt x="209" y="346"/>
                </a:cubicBezTo>
                <a:cubicBezTo>
                  <a:pt x="209" y="341"/>
                  <a:pt x="206" y="337"/>
                  <a:pt x="201" y="337"/>
                </a:cubicBezTo>
                <a:cubicBezTo>
                  <a:pt x="153" y="337"/>
                  <a:pt x="153" y="337"/>
                  <a:pt x="153" y="337"/>
                </a:cubicBezTo>
                <a:cubicBezTo>
                  <a:pt x="153" y="257"/>
                  <a:pt x="153" y="257"/>
                  <a:pt x="153" y="257"/>
                </a:cubicBezTo>
                <a:cubicBezTo>
                  <a:pt x="191" y="255"/>
                  <a:pt x="226" y="237"/>
                  <a:pt x="251" y="211"/>
                </a:cubicBezTo>
                <a:cubicBezTo>
                  <a:pt x="251" y="211"/>
                  <a:pt x="251" y="211"/>
                  <a:pt x="251" y="211"/>
                </a:cubicBezTo>
                <a:cubicBezTo>
                  <a:pt x="252" y="209"/>
                  <a:pt x="253" y="207"/>
                  <a:pt x="253" y="205"/>
                </a:cubicBezTo>
                <a:cubicBezTo>
                  <a:pt x="253" y="201"/>
                  <a:pt x="250" y="197"/>
                  <a:pt x="245" y="197"/>
                </a:cubicBezTo>
                <a:moveTo>
                  <a:pt x="75" y="103"/>
                </a:moveTo>
                <a:cubicBezTo>
                  <a:pt x="75" y="103"/>
                  <a:pt x="80" y="113"/>
                  <a:pt x="107" y="126"/>
                </a:cubicBezTo>
                <a:cubicBezTo>
                  <a:pt x="107" y="126"/>
                  <a:pt x="112" y="127"/>
                  <a:pt x="106" y="121"/>
                </a:cubicBezTo>
                <a:cubicBezTo>
                  <a:pt x="100" y="115"/>
                  <a:pt x="93" y="107"/>
                  <a:pt x="101" y="103"/>
                </a:cubicBezTo>
                <a:cubicBezTo>
                  <a:pt x="109" y="99"/>
                  <a:pt x="111" y="100"/>
                  <a:pt x="113" y="107"/>
                </a:cubicBezTo>
                <a:cubicBezTo>
                  <a:pt x="114" y="114"/>
                  <a:pt x="121" y="110"/>
                  <a:pt x="121" y="103"/>
                </a:cubicBezTo>
                <a:cubicBezTo>
                  <a:pt x="122" y="96"/>
                  <a:pt x="133" y="89"/>
                  <a:pt x="141" y="85"/>
                </a:cubicBezTo>
                <a:cubicBezTo>
                  <a:pt x="148" y="82"/>
                  <a:pt x="155" y="81"/>
                  <a:pt x="155" y="75"/>
                </a:cubicBezTo>
                <a:cubicBezTo>
                  <a:pt x="154" y="70"/>
                  <a:pt x="152" y="65"/>
                  <a:pt x="140" y="65"/>
                </a:cubicBezTo>
                <a:cubicBezTo>
                  <a:pt x="128" y="65"/>
                  <a:pt x="133" y="81"/>
                  <a:pt x="123" y="72"/>
                </a:cubicBezTo>
                <a:cubicBezTo>
                  <a:pt x="113" y="62"/>
                  <a:pt x="125" y="65"/>
                  <a:pt x="130" y="63"/>
                </a:cubicBezTo>
                <a:cubicBezTo>
                  <a:pt x="135" y="61"/>
                  <a:pt x="140" y="52"/>
                  <a:pt x="131" y="51"/>
                </a:cubicBezTo>
                <a:cubicBezTo>
                  <a:pt x="123" y="51"/>
                  <a:pt x="125" y="55"/>
                  <a:pt x="118" y="53"/>
                </a:cubicBezTo>
                <a:cubicBezTo>
                  <a:pt x="111" y="50"/>
                  <a:pt x="108" y="61"/>
                  <a:pt x="104" y="59"/>
                </a:cubicBezTo>
                <a:cubicBezTo>
                  <a:pt x="102" y="59"/>
                  <a:pt x="97" y="55"/>
                  <a:pt x="93" y="52"/>
                </a:cubicBezTo>
                <a:cubicBezTo>
                  <a:pt x="81" y="62"/>
                  <a:pt x="72" y="75"/>
                  <a:pt x="68" y="91"/>
                </a:cubicBezTo>
                <a:cubicBezTo>
                  <a:pt x="71" y="99"/>
                  <a:pt x="75" y="103"/>
                  <a:pt x="75" y="103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0" name="Freeform 50"/>
          <p:cNvSpPr>
            <a:spLocks noEditPoints="1"/>
          </p:cNvSpPr>
          <p:nvPr/>
        </p:nvSpPr>
        <p:spPr bwMode="auto">
          <a:xfrm>
            <a:off x="6411385" y="5331884"/>
            <a:ext cx="469900" cy="575733"/>
          </a:xfrm>
          <a:custGeom>
            <a:avLst/>
            <a:gdLst>
              <a:gd name="T0" fmla="*/ 238 w 289"/>
              <a:gd name="T1" fmla="*/ 179 h 354"/>
              <a:gd name="T2" fmla="*/ 168 w 289"/>
              <a:gd name="T3" fmla="*/ 177 h 354"/>
              <a:gd name="T4" fmla="*/ 249 w 289"/>
              <a:gd name="T5" fmla="*/ 145 h 354"/>
              <a:gd name="T6" fmla="*/ 257 w 289"/>
              <a:gd name="T7" fmla="*/ 40 h 354"/>
              <a:gd name="T8" fmla="*/ 168 w 289"/>
              <a:gd name="T9" fmla="*/ 32 h 354"/>
              <a:gd name="T10" fmla="*/ 152 w 289"/>
              <a:gd name="T11" fmla="*/ 0 h 354"/>
              <a:gd name="T12" fmla="*/ 120 w 289"/>
              <a:gd name="T13" fmla="*/ 16 h 354"/>
              <a:gd name="T14" fmla="*/ 56 w 289"/>
              <a:gd name="T15" fmla="*/ 32 h 354"/>
              <a:gd name="T16" fmla="*/ 2 w 289"/>
              <a:gd name="T17" fmla="*/ 83 h 354"/>
              <a:gd name="T18" fmla="*/ 2 w 289"/>
              <a:gd name="T19" fmla="*/ 94 h 354"/>
              <a:gd name="T20" fmla="*/ 56 w 289"/>
              <a:gd name="T21" fmla="*/ 145 h 354"/>
              <a:gd name="T22" fmla="*/ 120 w 289"/>
              <a:gd name="T23" fmla="*/ 177 h 354"/>
              <a:gd name="T24" fmla="*/ 32 w 289"/>
              <a:gd name="T25" fmla="*/ 185 h 354"/>
              <a:gd name="T26" fmla="*/ 40 w 289"/>
              <a:gd name="T27" fmla="*/ 289 h 354"/>
              <a:gd name="T28" fmla="*/ 120 w 289"/>
              <a:gd name="T29" fmla="*/ 337 h 354"/>
              <a:gd name="T30" fmla="*/ 152 w 289"/>
              <a:gd name="T31" fmla="*/ 354 h 354"/>
              <a:gd name="T32" fmla="*/ 168 w 289"/>
              <a:gd name="T33" fmla="*/ 289 h 354"/>
              <a:gd name="T34" fmla="*/ 238 w 289"/>
              <a:gd name="T35" fmla="*/ 287 h 354"/>
              <a:gd name="T36" fmla="*/ 289 w 289"/>
              <a:gd name="T37" fmla="*/ 233 h 354"/>
              <a:gd name="T38" fmla="*/ 136 w 289"/>
              <a:gd name="T39" fmla="*/ 16 h 354"/>
              <a:gd name="T40" fmla="*/ 152 w 289"/>
              <a:gd name="T41" fmla="*/ 32 h 354"/>
              <a:gd name="T42" fmla="*/ 136 w 289"/>
              <a:gd name="T43" fmla="*/ 16 h 354"/>
              <a:gd name="T44" fmla="*/ 19 w 289"/>
              <a:gd name="T45" fmla="*/ 89 h 354"/>
              <a:gd name="T46" fmla="*/ 241 w 289"/>
              <a:gd name="T47" fmla="*/ 48 h 354"/>
              <a:gd name="T48" fmla="*/ 59 w 289"/>
              <a:gd name="T49" fmla="*/ 129 h 354"/>
              <a:gd name="T50" fmla="*/ 136 w 289"/>
              <a:gd name="T51" fmla="*/ 177 h 354"/>
              <a:gd name="T52" fmla="*/ 152 w 289"/>
              <a:gd name="T53" fmla="*/ 145 h 354"/>
              <a:gd name="T54" fmla="*/ 152 w 289"/>
              <a:gd name="T55" fmla="*/ 337 h 354"/>
              <a:gd name="T56" fmla="*/ 136 w 289"/>
              <a:gd name="T57" fmla="*/ 289 h 354"/>
              <a:gd name="T58" fmla="*/ 152 w 289"/>
              <a:gd name="T59" fmla="*/ 337 h 354"/>
              <a:gd name="T60" fmla="*/ 48 w 289"/>
              <a:gd name="T61" fmla="*/ 273 h 354"/>
              <a:gd name="T62" fmla="*/ 229 w 289"/>
              <a:gd name="T63" fmla="*/ 193 h 354"/>
              <a:gd name="T64" fmla="*/ 229 w 289"/>
              <a:gd name="T65" fmla="*/ 273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289" h="354">
                <a:moveTo>
                  <a:pt x="286" y="227"/>
                </a:moveTo>
                <a:cubicBezTo>
                  <a:pt x="238" y="179"/>
                  <a:pt x="238" y="179"/>
                  <a:pt x="238" y="179"/>
                </a:cubicBezTo>
                <a:cubicBezTo>
                  <a:pt x="237" y="178"/>
                  <a:pt x="235" y="177"/>
                  <a:pt x="232" y="177"/>
                </a:cubicBezTo>
                <a:cubicBezTo>
                  <a:pt x="168" y="177"/>
                  <a:pt x="168" y="177"/>
                  <a:pt x="168" y="177"/>
                </a:cubicBezTo>
                <a:cubicBezTo>
                  <a:pt x="168" y="145"/>
                  <a:pt x="168" y="145"/>
                  <a:pt x="168" y="145"/>
                </a:cubicBezTo>
                <a:cubicBezTo>
                  <a:pt x="249" y="145"/>
                  <a:pt x="249" y="145"/>
                  <a:pt x="249" y="145"/>
                </a:cubicBezTo>
                <a:cubicBezTo>
                  <a:pt x="253" y="145"/>
                  <a:pt x="257" y="141"/>
                  <a:pt x="257" y="137"/>
                </a:cubicBezTo>
                <a:cubicBezTo>
                  <a:pt x="257" y="40"/>
                  <a:pt x="257" y="40"/>
                  <a:pt x="257" y="40"/>
                </a:cubicBezTo>
                <a:cubicBezTo>
                  <a:pt x="257" y="36"/>
                  <a:pt x="253" y="32"/>
                  <a:pt x="249" y="32"/>
                </a:cubicBezTo>
                <a:cubicBezTo>
                  <a:pt x="168" y="32"/>
                  <a:pt x="168" y="32"/>
                  <a:pt x="168" y="32"/>
                </a:cubicBezTo>
                <a:cubicBezTo>
                  <a:pt x="168" y="16"/>
                  <a:pt x="168" y="16"/>
                  <a:pt x="168" y="16"/>
                </a:cubicBezTo>
                <a:cubicBezTo>
                  <a:pt x="168" y="8"/>
                  <a:pt x="161" y="0"/>
                  <a:pt x="152" y="0"/>
                </a:cubicBezTo>
                <a:cubicBezTo>
                  <a:pt x="136" y="0"/>
                  <a:pt x="136" y="0"/>
                  <a:pt x="136" y="0"/>
                </a:cubicBezTo>
                <a:cubicBezTo>
                  <a:pt x="127" y="0"/>
                  <a:pt x="120" y="8"/>
                  <a:pt x="120" y="16"/>
                </a:cubicBezTo>
                <a:cubicBezTo>
                  <a:pt x="120" y="32"/>
                  <a:pt x="120" y="32"/>
                  <a:pt x="120" y="32"/>
                </a:cubicBezTo>
                <a:cubicBezTo>
                  <a:pt x="56" y="32"/>
                  <a:pt x="56" y="32"/>
                  <a:pt x="56" y="32"/>
                </a:cubicBezTo>
                <a:cubicBezTo>
                  <a:pt x="54" y="32"/>
                  <a:pt x="52" y="33"/>
                  <a:pt x="50" y="35"/>
                </a:cubicBezTo>
                <a:cubicBezTo>
                  <a:pt x="2" y="83"/>
                  <a:pt x="2" y="83"/>
                  <a:pt x="2" y="83"/>
                </a:cubicBezTo>
                <a:cubicBezTo>
                  <a:pt x="1" y="84"/>
                  <a:pt x="0" y="86"/>
                  <a:pt x="0" y="89"/>
                </a:cubicBezTo>
                <a:cubicBezTo>
                  <a:pt x="0" y="91"/>
                  <a:pt x="1" y="93"/>
                  <a:pt x="2" y="94"/>
                </a:cubicBezTo>
                <a:cubicBezTo>
                  <a:pt x="50" y="142"/>
                  <a:pt x="50" y="142"/>
                  <a:pt x="50" y="142"/>
                </a:cubicBezTo>
                <a:cubicBezTo>
                  <a:pt x="52" y="144"/>
                  <a:pt x="54" y="145"/>
                  <a:pt x="56" y="145"/>
                </a:cubicBezTo>
                <a:cubicBezTo>
                  <a:pt x="120" y="145"/>
                  <a:pt x="120" y="145"/>
                  <a:pt x="120" y="145"/>
                </a:cubicBezTo>
                <a:cubicBezTo>
                  <a:pt x="120" y="177"/>
                  <a:pt x="120" y="177"/>
                  <a:pt x="120" y="177"/>
                </a:cubicBezTo>
                <a:cubicBezTo>
                  <a:pt x="40" y="177"/>
                  <a:pt x="40" y="177"/>
                  <a:pt x="40" y="177"/>
                </a:cubicBezTo>
                <a:cubicBezTo>
                  <a:pt x="35" y="177"/>
                  <a:pt x="32" y="181"/>
                  <a:pt x="32" y="185"/>
                </a:cubicBezTo>
                <a:cubicBezTo>
                  <a:pt x="32" y="281"/>
                  <a:pt x="32" y="281"/>
                  <a:pt x="32" y="281"/>
                </a:cubicBezTo>
                <a:cubicBezTo>
                  <a:pt x="32" y="286"/>
                  <a:pt x="35" y="289"/>
                  <a:pt x="40" y="289"/>
                </a:cubicBezTo>
                <a:cubicBezTo>
                  <a:pt x="120" y="289"/>
                  <a:pt x="120" y="289"/>
                  <a:pt x="120" y="289"/>
                </a:cubicBezTo>
                <a:cubicBezTo>
                  <a:pt x="120" y="337"/>
                  <a:pt x="120" y="337"/>
                  <a:pt x="120" y="337"/>
                </a:cubicBezTo>
                <a:cubicBezTo>
                  <a:pt x="120" y="346"/>
                  <a:pt x="127" y="354"/>
                  <a:pt x="136" y="354"/>
                </a:cubicBezTo>
                <a:cubicBezTo>
                  <a:pt x="152" y="354"/>
                  <a:pt x="152" y="354"/>
                  <a:pt x="152" y="354"/>
                </a:cubicBezTo>
                <a:cubicBezTo>
                  <a:pt x="161" y="354"/>
                  <a:pt x="168" y="346"/>
                  <a:pt x="168" y="337"/>
                </a:cubicBezTo>
                <a:cubicBezTo>
                  <a:pt x="168" y="289"/>
                  <a:pt x="168" y="289"/>
                  <a:pt x="168" y="289"/>
                </a:cubicBezTo>
                <a:cubicBezTo>
                  <a:pt x="232" y="289"/>
                  <a:pt x="232" y="289"/>
                  <a:pt x="232" y="289"/>
                </a:cubicBezTo>
                <a:cubicBezTo>
                  <a:pt x="235" y="289"/>
                  <a:pt x="237" y="288"/>
                  <a:pt x="238" y="287"/>
                </a:cubicBezTo>
                <a:cubicBezTo>
                  <a:pt x="286" y="239"/>
                  <a:pt x="286" y="239"/>
                  <a:pt x="286" y="239"/>
                </a:cubicBezTo>
                <a:cubicBezTo>
                  <a:pt x="288" y="237"/>
                  <a:pt x="289" y="235"/>
                  <a:pt x="289" y="233"/>
                </a:cubicBezTo>
                <a:cubicBezTo>
                  <a:pt x="289" y="231"/>
                  <a:pt x="288" y="229"/>
                  <a:pt x="286" y="227"/>
                </a:cubicBezTo>
                <a:moveTo>
                  <a:pt x="136" y="16"/>
                </a:moveTo>
                <a:cubicBezTo>
                  <a:pt x="152" y="16"/>
                  <a:pt x="152" y="16"/>
                  <a:pt x="152" y="16"/>
                </a:cubicBezTo>
                <a:cubicBezTo>
                  <a:pt x="152" y="32"/>
                  <a:pt x="152" y="32"/>
                  <a:pt x="152" y="32"/>
                </a:cubicBezTo>
                <a:cubicBezTo>
                  <a:pt x="136" y="32"/>
                  <a:pt x="136" y="32"/>
                  <a:pt x="136" y="32"/>
                </a:cubicBezTo>
                <a:lnTo>
                  <a:pt x="136" y="16"/>
                </a:lnTo>
                <a:close/>
                <a:moveTo>
                  <a:pt x="59" y="129"/>
                </a:moveTo>
                <a:cubicBezTo>
                  <a:pt x="19" y="89"/>
                  <a:pt x="19" y="89"/>
                  <a:pt x="19" y="89"/>
                </a:cubicBezTo>
                <a:cubicBezTo>
                  <a:pt x="59" y="48"/>
                  <a:pt x="59" y="48"/>
                  <a:pt x="59" y="48"/>
                </a:cubicBezTo>
                <a:cubicBezTo>
                  <a:pt x="241" y="48"/>
                  <a:pt x="241" y="48"/>
                  <a:pt x="241" y="48"/>
                </a:cubicBezTo>
                <a:cubicBezTo>
                  <a:pt x="241" y="129"/>
                  <a:pt x="241" y="129"/>
                  <a:pt x="241" y="129"/>
                </a:cubicBezTo>
                <a:lnTo>
                  <a:pt x="59" y="129"/>
                </a:lnTo>
                <a:close/>
                <a:moveTo>
                  <a:pt x="152" y="177"/>
                </a:moveTo>
                <a:cubicBezTo>
                  <a:pt x="136" y="177"/>
                  <a:pt x="136" y="177"/>
                  <a:pt x="136" y="177"/>
                </a:cubicBezTo>
                <a:cubicBezTo>
                  <a:pt x="136" y="145"/>
                  <a:pt x="136" y="145"/>
                  <a:pt x="136" y="145"/>
                </a:cubicBezTo>
                <a:cubicBezTo>
                  <a:pt x="152" y="145"/>
                  <a:pt x="152" y="145"/>
                  <a:pt x="152" y="145"/>
                </a:cubicBezTo>
                <a:lnTo>
                  <a:pt x="152" y="177"/>
                </a:lnTo>
                <a:close/>
                <a:moveTo>
                  <a:pt x="152" y="337"/>
                </a:moveTo>
                <a:cubicBezTo>
                  <a:pt x="136" y="337"/>
                  <a:pt x="136" y="337"/>
                  <a:pt x="136" y="337"/>
                </a:cubicBezTo>
                <a:cubicBezTo>
                  <a:pt x="136" y="289"/>
                  <a:pt x="136" y="289"/>
                  <a:pt x="136" y="289"/>
                </a:cubicBezTo>
                <a:cubicBezTo>
                  <a:pt x="152" y="289"/>
                  <a:pt x="152" y="289"/>
                  <a:pt x="152" y="289"/>
                </a:cubicBezTo>
                <a:lnTo>
                  <a:pt x="152" y="337"/>
                </a:lnTo>
                <a:close/>
                <a:moveTo>
                  <a:pt x="229" y="273"/>
                </a:moveTo>
                <a:cubicBezTo>
                  <a:pt x="48" y="273"/>
                  <a:pt x="48" y="273"/>
                  <a:pt x="48" y="273"/>
                </a:cubicBezTo>
                <a:cubicBezTo>
                  <a:pt x="48" y="193"/>
                  <a:pt x="48" y="193"/>
                  <a:pt x="48" y="193"/>
                </a:cubicBezTo>
                <a:cubicBezTo>
                  <a:pt x="229" y="193"/>
                  <a:pt x="229" y="193"/>
                  <a:pt x="229" y="193"/>
                </a:cubicBezTo>
                <a:cubicBezTo>
                  <a:pt x="269" y="233"/>
                  <a:pt x="269" y="233"/>
                  <a:pt x="269" y="233"/>
                </a:cubicBezTo>
                <a:lnTo>
                  <a:pt x="229" y="27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1" name="Freeform 51"/>
          <p:cNvSpPr>
            <a:spLocks noEditPoints="1"/>
          </p:cNvSpPr>
          <p:nvPr/>
        </p:nvSpPr>
        <p:spPr bwMode="auto">
          <a:xfrm>
            <a:off x="7505701" y="5331884"/>
            <a:ext cx="469900" cy="575733"/>
          </a:xfrm>
          <a:custGeom>
            <a:avLst/>
            <a:gdLst>
              <a:gd name="T0" fmla="*/ 136 w 289"/>
              <a:gd name="T1" fmla="*/ 129 h 354"/>
              <a:gd name="T2" fmla="*/ 241 w 289"/>
              <a:gd name="T3" fmla="*/ 121 h 354"/>
              <a:gd name="T4" fmla="*/ 136 w 289"/>
              <a:gd name="T5" fmla="*/ 113 h 354"/>
              <a:gd name="T6" fmla="*/ 233 w 289"/>
              <a:gd name="T7" fmla="*/ 145 h 354"/>
              <a:gd name="T8" fmla="*/ 177 w 289"/>
              <a:gd name="T9" fmla="*/ 153 h 354"/>
              <a:gd name="T10" fmla="*/ 233 w 289"/>
              <a:gd name="T11" fmla="*/ 161 h 354"/>
              <a:gd name="T12" fmla="*/ 233 w 289"/>
              <a:gd name="T13" fmla="*/ 145 h 354"/>
              <a:gd name="T14" fmla="*/ 169 w 289"/>
              <a:gd name="T15" fmla="*/ 32 h 354"/>
              <a:gd name="T16" fmla="*/ 153 w 289"/>
              <a:gd name="T17" fmla="*/ 0 h 354"/>
              <a:gd name="T18" fmla="*/ 120 w 289"/>
              <a:gd name="T19" fmla="*/ 16 h 354"/>
              <a:gd name="T20" fmla="*/ 16 w 289"/>
              <a:gd name="T21" fmla="*/ 32 h 354"/>
              <a:gd name="T22" fmla="*/ 0 w 289"/>
              <a:gd name="T23" fmla="*/ 225 h 354"/>
              <a:gd name="T24" fmla="*/ 120 w 289"/>
              <a:gd name="T25" fmla="*/ 241 h 354"/>
              <a:gd name="T26" fmla="*/ 136 w 289"/>
              <a:gd name="T27" fmla="*/ 354 h 354"/>
              <a:gd name="T28" fmla="*/ 169 w 289"/>
              <a:gd name="T29" fmla="*/ 337 h 354"/>
              <a:gd name="T30" fmla="*/ 273 w 289"/>
              <a:gd name="T31" fmla="*/ 241 h 354"/>
              <a:gd name="T32" fmla="*/ 289 w 289"/>
              <a:gd name="T33" fmla="*/ 48 h 354"/>
              <a:gd name="T34" fmla="*/ 136 w 289"/>
              <a:gd name="T35" fmla="*/ 16 h 354"/>
              <a:gd name="T36" fmla="*/ 153 w 289"/>
              <a:gd name="T37" fmla="*/ 32 h 354"/>
              <a:gd name="T38" fmla="*/ 136 w 289"/>
              <a:gd name="T39" fmla="*/ 16 h 354"/>
              <a:gd name="T40" fmla="*/ 136 w 289"/>
              <a:gd name="T41" fmla="*/ 337 h 354"/>
              <a:gd name="T42" fmla="*/ 153 w 289"/>
              <a:gd name="T43" fmla="*/ 241 h 354"/>
              <a:gd name="T44" fmla="*/ 273 w 289"/>
              <a:gd name="T45" fmla="*/ 225 h 354"/>
              <a:gd name="T46" fmla="*/ 16 w 289"/>
              <a:gd name="T47" fmla="*/ 48 h 354"/>
              <a:gd name="T48" fmla="*/ 273 w 289"/>
              <a:gd name="T49" fmla="*/ 225 h 354"/>
              <a:gd name="T50" fmla="*/ 201 w 289"/>
              <a:gd name="T51" fmla="*/ 97 h 354"/>
              <a:gd name="T52" fmla="*/ 201 w 289"/>
              <a:gd name="T53" fmla="*/ 81 h 354"/>
              <a:gd name="T54" fmla="*/ 48 w 289"/>
              <a:gd name="T55" fmla="*/ 89 h 354"/>
              <a:gd name="T56" fmla="*/ 56 w 289"/>
              <a:gd name="T57" fmla="*/ 161 h 354"/>
              <a:gd name="T58" fmla="*/ 161 w 289"/>
              <a:gd name="T59" fmla="*/ 153 h 354"/>
              <a:gd name="T60" fmla="*/ 56 w 289"/>
              <a:gd name="T61" fmla="*/ 145 h 354"/>
              <a:gd name="T62" fmla="*/ 56 w 289"/>
              <a:gd name="T63" fmla="*/ 161 h 354"/>
              <a:gd name="T64" fmla="*/ 217 w 289"/>
              <a:gd name="T65" fmla="*/ 193 h 354"/>
              <a:gd name="T66" fmla="*/ 217 w 289"/>
              <a:gd name="T67" fmla="*/ 177 h 354"/>
              <a:gd name="T68" fmla="*/ 48 w 289"/>
              <a:gd name="T69" fmla="*/ 185 h 354"/>
              <a:gd name="T70" fmla="*/ 56 w 289"/>
              <a:gd name="T71" fmla="*/ 129 h 354"/>
              <a:gd name="T72" fmla="*/ 112 w 289"/>
              <a:gd name="T73" fmla="*/ 121 h 354"/>
              <a:gd name="T74" fmla="*/ 56 w 289"/>
              <a:gd name="T75" fmla="*/ 113 h 354"/>
              <a:gd name="T76" fmla="*/ 56 w 289"/>
              <a:gd name="T77" fmla="*/ 129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289" h="354">
                <a:moveTo>
                  <a:pt x="128" y="121"/>
                </a:moveTo>
                <a:cubicBezTo>
                  <a:pt x="128" y="125"/>
                  <a:pt x="132" y="129"/>
                  <a:pt x="136" y="129"/>
                </a:cubicBezTo>
                <a:cubicBezTo>
                  <a:pt x="233" y="129"/>
                  <a:pt x="233" y="129"/>
                  <a:pt x="233" y="129"/>
                </a:cubicBezTo>
                <a:cubicBezTo>
                  <a:pt x="237" y="129"/>
                  <a:pt x="241" y="125"/>
                  <a:pt x="241" y="121"/>
                </a:cubicBezTo>
                <a:cubicBezTo>
                  <a:pt x="241" y="116"/>
                  <a:pt x="237" y="113"/>
                  <a:pt x="233" y="113"/>
                </a:cubicBezTo>
                <a:cubicBezTo>
                  <a:pt x="136" y="113"/>
                  <a:pt x="136" y="113"/>
                  <a:pt x="136" y="113"/>
                </a:cubicBezTo>
                <a:cubicBezTo>
                  <a:pt x="132" y="113"/>
                  <a:pt x="128" y="116"/>
                  <a:pt x="128" y="121"/>
                </a:cubicBezTo>
                <a:moveTo>
                  <a:pt x="233" y="145"/>
                </a:moveTo>
                <a:cubicBezTo>
                  <a:pt x="185" y="145"/>
                  <a:pt x="185" y="145"/>
                  <a:pt x="185" y="145"/>
                </a:cubicBezTo>
                <a:cubicBezTo>
                  <a:pt x="180" y="145"/>
                  <a:pt x="177" y="148"/>
                  <a:pt x="177" y="153"/>
                </a:cubicBezTo>
                <a:cubicBezTo>
                  <a:pt x="177" y="157"/>
                  <a:pt x="180" y="161"/>
                  <a:pt x="185" y="161"/>
                </a:cubicBezTo>
                <a:cubicBezTo>
                  <a:pt x="233" y="161"/>
                  <a:pt x="233" y="161"/>
                  <a:pt x="233" y="161"/>
                </a:cubicBezTo>
                <a:cubicBezTo>
                  <a:pt x="237" y="161"/>
                  <a:pt x="241" y="157"/>
                  <a:pt x="241" y="153"/>
                </a:cubicBezTo>
                <a:cubicBezTo>
                  <a:pt x="241" y="148"/>
                  <a:pt x="237" y="145"/>
                  <a:pt x="233" y="145"/>
                </a:cubicBezTo>
                <a:moveTo>
                  <a:pt x="273" y="32"/>
                </a:moveTo>
                <a:cubicBezTo>
                  <a:pt x="169" y="32"/>
                  <a:pt x="169" y="32"/>
                  <a:pt x="169" y="32"/>
                </a:cubicBezTo>
                <a:cubicBezTo>
                  <a:pt x="169" y="16"/>
                  <a:pt x="169" y="16"/>
                  <a:pt x="169" y="16"/>
                </a:cubicBezTo>
                <a:cubicBezTo>
                  <a:pt x="169" y="8"/>
                  <a:pt x="161" y="0"/>
                  <a:pt x="153" y="0"/>
                </a:cubicBezTo>
                <a:cubicBezTo>
                  <a:pt x="136" y="0"/>
                  <a:pt x="136" y="0"/>
                  <a:pt x="136" y="0"/>
                </a:cubicBezTo>
                <a:cubicBezTo>
                  <a:pt x="128" y="0"/>
                  <a:pt x="120" y="8"/>
                  <a:pt x="120" y="16"/>
                </a:cubicBezTo>
                <a:cubicBezTo>
                  <a:pt x="120" y="32"/>
                  <a:pt x="120" y="32"/>
                  <a:pt x="120" y="32"/>
                </a:cubicBezTo>
                <a:cubicBezTo>
                  <a:pt x="16" y="32"/>
                  <a:pt x="16" y="32"/>
                  <a:pt x="16" y="32"/>
                </a:cubicBezTo>
                <a:cubicBezTo>
                  <a:pt x="7" y="32"/>
                  <a:pt x="0" y="40"/>
                  <a:pt x="0" y="48"/>
                </a:cubicBezTo>
                <a:cubicBezTo>
                  <a:pt x="0" y="225"/>
                  <a:pt x="0" y="225"/>
                  <a:pt x="0" y="225"/>
                </a:cubicBezTo>
                <a:cubicBezTo>
                  <a:pt x="0" y="234"/>
                  <a:pt x="7" y="241"/>
                  <a:pt x="16" y="241"/>
                </a:cubicBezTo>
                <a:cubicBezTo>
                  <a:pt x="120" y="241"/>
                  <a:pt x="120" y="241"/>
                  <a:pt x="120" y="241"/>
                </a:cubicBezTo>
                <a:cubicBezTo>
                  <a:pt x="120" y="337"/>
                  <a:pt x="120" y="337"/>
                  <a:pt x="120" y="337"/>
                </a:cubicBezTo>
                <a:cubicBezTo>
                  <a:pt x="120" y="346"/>
                  <a:pt x="128" y="354"/>
                  <a:pt x="136" y="354"/>
                </a:cubicBezTo>
                <a:cubicBezTo>
                  <a:pt x="153" y="354"/>
                  <a:pt x="153" y="354"/>
                  <a:pt x="153" y="354"/>
                </a:cubicBezTo>
                <a:cubicBezTo>
                  <a:pt x="161" y="354"/>
                  <a:pt x="169" y="346"/>
                  <a:pt x="169" y="337"/>
                </a:cubicBezTo>
                <a:cubicBezTo>
                  <a:pt x="169" y="241"/>
                  <a:pt x="169" y="241"/>
                  <a:pt x="169" y="241"/>
                </a:cubicBezTo>
                <a:cubicBezTo>
                  <a:pt x="273" y="241"/>
                  <a:pt x="273" y="241"/>
                  <a:pt x="273" y="241"/>
                </a:cubicBezTo>
                <a:cubicBezTo>
                  <a:pt x="282" y="241"/>
                  <a:pt x="289" y="234"/>
                  <a:pt x="289" y="225"/>
                </a:cubicBezTo>
                <a:cubicBezTo>
                  <a:pt x="289" y="48"/>
                  <a:pt x="289" y="48"/>
                  <a:pt x="289" y="48"/>
                </a:cubicBezTo>
                <a:cubicBezTo>
                  <a:pt x="289" y="40"/>
                  <a:pt x="282" y="32"/>
                  <a:pt x="273" y="32"/>
                </a:cubicBezTo>
                <a:moveTo>
                  <a:pt x="136" y="16"/>
                </a:moveTo>
                <a:cubicBezTo>
                  <a:pt x="153" y="16"/>
                  <a:pt x="153" y="16"/>
                  <a:pt x="153" y="16"/>
                </a:cubicBezTo>
                <a:cubicBezTo>
                  <a:pt x="153" y="32"/>
                  <a:pt x="153" y="32"/>
                  <a:pt x="153" y="32"/>
                </a:cubicBezTo>
                <a:cubicBezTo>
                  <a:pt x="136" y="32"/>
                  <a:pt x="136" y="32"/>
                  <a:pt x="136" y="32"/>
                </a:cubicBezTo>
                <a:lnTo>
                  <a:pt x="136" y="16"/>
                </a:lnTo>
                <a:close/>
                <a:moveTo>
                  <a:pt x="153" y="337"/>
                </a:moveTo>
                <a:cubicBezTo>
                  <a:pt x="136" y="337"/>
                  <a:pt x="136" y="337"/>
                  <a:pt x="136" y="337"/>
                </a:cubicBezTo>
                <a:cubicBezTo>
                  <a:pt x="136" y="241"/>
                  <a:pt x="136" y="241"/>
                  <a:pt x="136" y="241"/>
                </a:cubicBezTo>
                <a:cubicBezTo>
                  <a:pt x="153" y="241"/>
                  <a:pt x="153" y="241"/>
                  <a:pt x="153" y="241"/>
                </a:cubicBezTo>
                <a:lnTo>
                  <a:pt x="153" y="337"/>
                </a:lnTo>
                <a:close/>
                <a:moveTo>
                  <a:pt x="273" y="225"/>
                </a:moveTo>
                <a:cubicBezTo>
                  <a:pt x="16" y="225"/>
                  <a:pt x="16" y="225"/>
                  <a:pt x="16" y="225"/>
                </a:cubicBezTo>
                <a:cubicBezTo>
                  <a:pt x="16" y="48"/>
                  <a:pt x="16" y="48"/>
                  <a:pt x="16" y="48"/>
                </a:cubicBezTo>
                <a:cubicBezTo>
                  <a:pt x="273" y="48"/>
                  <a:pt x="273" y="48"/>
                  <a:pt x="273" y="48"/>
                </a:cubicBezTo>
                <a:lnTo>
                  <a:pt x="273" y="225"/>
                </a:lnTo>
                <a:close/>
                <a:moveTo>
                  <a:pt x="56" y="97"/>
                </a:moveTo>
                <a:cubicBezTo>
                  <a:pt x="201" y="97"/>
                  <a:pt x="201" y="97"/>
                  <a:pt x="201" y="97"/>
                </a:cubicBezTo>
                <a:cubicBezTo>
                  <a:pt x="205" y="97"/>
                  <a:pt x="209" y="93"/>
                  <a:pt x="209" y="89"/>
                </a:cubicBezTo>
                <a:cubicBezTo>
                  <a:pt x="209" y="84"/>
                  <a:pt x="205" y="81"/>
                  <a:pt x="201" y="81"/>
                </a:cubicBezTo>
                <a:cubicBezTo>
                  <a:pt x="56" y="81"/>
                  <a:pt x="56" y="81"/>
                  <a:pt x="56" y="81"/>
                </a:cubicBezTo>
                <a:cubicBezTo>
                  <a:pt x="52" y="81"/>
                  <a:pt x="48" y="84"/>
                  <a:pt x="48" y="89"/>
                </a:cubicBezTo>
                <a:cubicBezTo>
                  <a:pt x="48" y="93"/>
                  <a:pt x="52" y="97"/>
                  <a:pt x="56" y="97"/>
                </a:cubicBezTo>
                <a:moveTo>
                  <a:pt x="56" y="161"/>
                </a:moveTo>
                <a:cubicBezTo>
                  <a:pt x="153" y="161"/>
                  <a:pt x="153" y="161"/>
                  <a:pt x="153" y="161"/>
                </a:cubicBezTo>
                <a:cubicBezTo>
                  <a:pt x="157" y="161"/>
                  <a:pt x="161" y="157"/>
                  <a:pt x="161" y="153"/>
                </a:cubicBezTo>
                <a:cubicBezTo>
                  <a:pt x="161" y="148"/>
                  <a:pt x="157" y="145"/>
                  <a:pt x="153" y="145"/>
                </a:cubicBezTo>
                <a:cubicBezTo>
                  <a:pt x="56" y="145"/>
                  <a:pt x="56" y="145"/>
                  <a:pt x="56" y="145"/>
                </a:cubicBezTo>
                <a:cubicBezTo>
                  <a:pt x="52" y="145"/>
                  <a:pt x="48" y="148"/>
                  <a:pt x="48" y="153"/>
                </a:cubicBezTo>
                <a:cubicBezTo>
                  <a:pt x="48" y="157"/>
                  <a:pt x="52" y="161"/>
                  <a:pt x="56" y="161"/>
                </a:cubicBezTo>
                <a:moveTo>
                  <a:pt x="56" y="193"/>
                </a:moveTo>
                <a:cubicBezTo>
                  <a:pt x="217" y="193"/>
                  <a:pt x="217" y="193"/>
                  <a:pt x="217" y="193"/>
                </a:cubicBezTo>
                <a:cubicBezTo>
                  <a:pt x="221" y="193"/>
                  <a:pt x="225" y="189"/>
                  <a:pt x="225" y="185"/>
                </a:cubicBezTo>
                <a:cubicBezTo>
                  <a:pt x="225" y="181"/>
                  <a:pt x="221" y="177"/>
                  <a:pt x="217" y="177"/>
                </a:cubicBezTo>
                <a:cubicBezTo>
                  <a:pt x="56" y="177"/>
                  <a:pt x="56" y="177"/>
                  <a:pt x="56" y="177"/>
                </a:cubicBezTo>
                <a:cubicBezTo>
                  <a:pt x="52" y="177"/>
                  <a:pt x="48" y="181"/>
                  <a:pt x="48" y="185"/>
                </a:cubicBezTo>
                <a:cubicBezTo>
                  <a:pt x="48" y="189"/>
                  <a:pt x="52" y="193"/>
                  <a:pt x="56" y="193"/>
                </a:cubicBezTo>
                <a:moveTo>
                  <a:pt x="56" y="129"/>
                </a:moveTo>
                <a:cubicBezTo>
                  <a:pt x="104" y="129"/>
                  <a:pt x="104" y="129"/>
                  <a:pt x="104" y="129"/>
                </a:cubicBezTo>
                <a:cubicBezTo>
                  <a:pt x="109" y="129"/>
                  <a:pt x="112" y="125"/>
                  <a:pt x="112" y="121"/>
                </a:cubicBezTo>
                <a:cubicBezTo>
                  <a:pt x="112" y="116"/>
                  <a:pt x="109" y="113"/>
                  <a:pt x="104" y="113"/>
                </a:cubicBezTo>
                <a:cubicBezTo>
                  <a:pt x="56" y="113"/>
                  <a:pt x="56" y="113"/>
                  <a:pt x="56" y="113"/>
                </a:cubicBezTo>
                <a:cubicBezTo>
                  <a:pt x="52" y="113"/>
                  <a:pt x="48" y="116"/>
                  <a:pt x="48" y="121"/>
                </a:cubicBezTo>
                <a:cubicBezTo>
                  <a:pt x="48" y="125"/>
                  <a:pt x="52" y="129"/>
                  <a:pt x="56" y="129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2" name="Freeform 52"/>
          <p:cNvSpPr>
            <a:spLocks noEditPoints="1"/>
          </p:cNvSpPr>
          <p:nvPr/>
        </p:nvSpPr>
        <p:spPr bwMode="auto">
          <a:xfrm>
            <a:off x="8549218" y="5384801"/>
            <a:ext cx="573617" cy="469900"/>
          </a:xfrm>
          <a:custGeom>
            <a:avLst/>
            <a:gdLst>
              <a:gd name="T0" fmla="*/ 217 w 353"/>
              <a:gd name="T1" fmla="*/ 113 h 289"/>
              <a:gd name="T2" fmla="*/ 169 w 353"/>
              <a:gd name="T3" fmla="*/ 113 h 289"/>
              <a:gd name="T4" fmla="*/ 161 w 353"/>
              <a:gd name="T5" fmla="*/ 121 h 289"/>
              <a:gd name="T6" fmla="*/ 169 w 353"/>
              <a:gd name="T7" fmla="*/ 129 h 289"/>
              <a:gd name="T8" fmla="*/ 194 w 353"/>
              <a:gd name="T9" fmla="*/ 129 h 289"/>
              <a:gd name="T10" fmla="*/ 129 w 353"/>
              <a:gd name="T11" fmla="*/ 233 h 289"/>
              <a:gd name="T12" fmla="*/ 129 w 353"/>
              <a:gd name="T13" fmla="*/ 233 h 289"/>
              <a:gd name="T14" fmla="*/ 129 w 353"/>
              <a:gd name="T15" fmla="*/ 233 h 289"/>
              <a:gd name="T16" fmla="*/ 137 w 353"/>
              <a:gd name="T17" fmla="*/ 241 h 289"/>
              <a:gd name="T18" fmla="*/ 145 w 353"/>
              <a:gd name="T19" fmla="*/ 233 h 289"/>
              <a:gd name="T20" fmla="*/ 145 w 353"/>
              <a:gd name="T21" fmla="*/ 233 h 289"/>
              <a:gd name="T22" fmla="*/ 209 w 353"/>
              <a:gd name="T23" fmla="*/ 137 h 289"/>
              <a:gd name="T24" fmla="*/ 209 w 353"/>
              <a:gd name="T25" fmla="*/ 169 h 289"/>
              <a:gd name="T26" fmla="*/ 217 w 353"/>
              <a:gd name="T27" fmla="*/ 177 h 289"/>
              <a:gd name="T28" fmla="*/ 225 w 353"/>
              <a:gd name="T29" fmla="*/ 169 h 289"/>
              <a:gd name="T30" fmla="*/ 225 w 353"/>
              <a:gd name="T31" fmla="*/ 121 h 289"/>
              <a:gd name="T32" fmla="*/ 217 w 353"/>
              <a:gd name="T33" fmla="*/ 113 h 289"/>
              <a:gd name="T34" fmla="*/ 349 w 353"/>
              <a:gd name="T35" fmla="*/ 242 h 289"/>
              <a:gd name="T36" fmla="*/ 205 w 353"/>
              <a:gd name="T37" fmla="*/ 17 h 289"/>
              <a:gd name="T38" fmla="*/ 177 w 353"/>
              <a:gd name="T39" fmla="*/ 0 h 289"/>
              <a:gd name="T40" fmla="*/ 149 w 353"/>
              <a:gd name="T41" fmla="*/ 17 h 289"/>
              <a:gd name="T42" fmla="*/ 4 w 353"/>
              <a:gd name="T43" fmla="*/ 242 h 289"/>
              <a:gd name="T44" fmla="*/ 0 w 353"/>
              <a:gd name="T45" fmla="*/ 257 h 289"/>
              <a:gd name="T46" fmla="*/ 32 w 353"/>
              <a:gd name="T47" fmla="*/ 289 h 289"/>
              <a:gd name="T48" fmla="*/ 321 w 353"/>
              <a:gd name="T49" fmla="*/ 289 h 289"/>
              <a:gd name="T50" fmla="*/ 353 w 353"/>
              <a:gd name="T51" fmla="*/ 257 h 289"/>
              <a:gd name="T52" fmla="*/ 349 w 353"/>
              <a:gd name="T53" fmla="*/ 242 h 289"/>
              <a:gd name="T54" fmla="*/ 321 w 353"/>
              <a:gd name="T55" fmla="*/ 273 h 289"/>
              <a:gd name="T56" fmla="*/ 32 w 353"/>
              <a:gd name="T57" fmla="*/ 273 h 289"/>
              <a:gd name="T58" fmla="*/ 16 w 353"/>
              <a:gd name="T59" fmla="*/ 257 h 289"/>
              <a:gd name="T60" fmla="*/ 17 w 353"/>
              <a:gd name="T61" fmla="*/ 251 h 289"/>
              <a:gd name="T62" fmla="*/ 18 w 353"/>
              <a:gd name="T63" fmla="*/ 250 h 289"/>
              <a:gd name="T64" fmla="*/ 162 w 353"/>
              <a:gd name="T65" fmla="*/ 25 h 289"/>
              <a:gd name="T66" fmla="*/ 163 w 353"/>
              <a:gd name="T67" fmla="*/ 24 h 289"/>
              <a:gd name="T68" fmla="*/ 177 w 353"/>
              <a:gd name="T69" fmla="*/ 16 h 289"/>
              <a:gd name="T70" fmla="*/ 190 w 353"/>
              <a:gd name="T71" fmla="*/ 23 h 289"/>
              <a:gd name="T72" fmla="*/ 191 w 353"/>
              <a:gd name="T73" fmla="*/ 25 h 289"/>
              <a:gd name="T74" fmla="*/ 336 w 353"/>
              <a:gd name="T75" fmla="*/ 250 h 289"/>
              <a:gd name="T76" fmla="*/ 336 w 353"/>
              <a:gd name="T77" fmla="*/ 251 h 289"/>
              <a:gd name="T78" fmla="*/ 337 w 353"/>
              <a:gd name="T79" fmla="*/ 257 h 289"/>
              <a:gd name="T80" fmla="*/ 321 w 353"/>
              <a:gd name="T81" fmla="*/ 273 h 2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353" h="289">
                <a:moveTo>
                  <a:pt x="217" y="113"/>
                </a:moveTo>
                <a:cubicBezTo>
                  <a:pt x="169" y="113"/>
                  <a:pt x="169" y="113"/>
                  <a:pt x="169" y="113"/>
                </a:cubicBezTo>
                <a:cubicBezTo>
                  <a:pt x="164" y="113"/>
                  <a:pt x="161" y="116"/>
                  <a:pt x="161" y="121"/>
                </a:cubicBezTo>
                <a:cubicBezTo>
                  <a:pt x="161" y="125"/>
                  <a:pt x="164" y="129"/>
                  <a:pt x="169" y="129"/>
                </a:cubicBezTo>
                <a:cubicBezTo>
                  <a:pt x="194" y="129"/>
                  <a:pt x="194" y="129"/>
                  <a:pt x="194" y="129"/>
                </a:cubicBezTo>
                <a:cubicBezTo>
                  <a:pt x="169" y="150"/>
                  <a:pt x="129" y="191"/>
                  <a:pt x="129" y="233"/>
                </a:cubicBezTo>
                <a:cubicBezTo>
                  <a:pt x="129" y="233"/>
                  <a:pt x="129" y="233"/>
                  <a:pt x="129" y="233"/>
                </a:cubicBezTo>
                <a:cubicBezTo>
                  <a:pt x="129" y="233"/>
                  <a:pt x="129" y="233"/>
                  <a:pt x="129" y="233"/>
                </a:cubicBezTo>
                <a:cubicBezTo>
                  <a:pt x="129" y="238"/>
                  <a:pt x="132" y="241"/>
                  <a:pt x="137" y="241"/>
                </a:cubicBezTo>
                <a:cubicBezTo>
                  <a:pt x="141" y="241"/>
                  <a:pt x="145" y="238"/>
                  <a:pt x="145" y="233"/>
                </a:cubicBezTo>
                <a:cubicBezTo>
                  <a:pt x="145" y="233"/>
                  <a:pt x="145" y="233"/>
                  <a:pt x="145" y="233"/>
                </a:cubicBezTo>
                <a:cubicBezTo>
                  <a:pt x="145" y="195"/>
                  <a:pt x="187" y="155"/>
                  <a:pt x="209" y="137"/>
                </a:cubicBezTo>
                <a:cubicBezTo>
                  <a:pt x="209" y="169"/>
                  <a:pt x="209" y="169"/>
                  <a:pt x="209" y="169"/>
                </a:cubicBezTo>
                <a:cubicBezTo>
                  <a:pt x="209" y="173"/>
                  <a:pt x="213" y="177"/>
                  <a:pt x="217" y="177"/>
                </a:cubicBezTo>
                <a:cubicBezTo>
                  <a:pt x="221" y="177"/>
                  <a:pt x="225" y="173"/>
                  <a:pt x="225" y="169"/>
                </a:cubicBezTo>
                <a:cubicBezTo>
                  <a:pt x="225" y="121"/>
                  <a:pt x="225" y="121"/>
                  <a:pt x="225" y="121"/>
                </a:cubicBezTo>
                <a:cubicBezTo>
                  <a:pt x="225" y="116"/>
                  <a:pt x="221" y="113"/>
                  <a:pt x="217" y="113"/>
                </a:cubicBezTo>
                <a:moveTo>
                  <a:pt x="349" y="242"/>
                </a:moveTo>
                <a:cubicBezTo>
                  <a:pt x="205" y="17"/>
                  <a:pt x="205" y="17"/>
                  <a:pt x="205" y="17"/>
                </a:cubicBezTo>
                <a:cubicBezTo>
                  <a:pt x="205" y="17"/>
                  <a:pt x="197" y="0"/>
                  <a:pt x="177" y="0"/>
                </a:cubicBezTo>
                <a:cubicBezTo>
                  <a:pt x="157" y="0"/>
                  <a:pt x="149" y="17"/>
                  <a:pt x="149" y="17"/>
                </a:cubicBezTo>
                <a:cubicBezTo>
                  <a:pt x="4" y="242"/>
                  <a:pt x="4" y="242"/>
                  <a:pt x="4" y="242"/>
                </a:cubicBezTo>
                <a:cubicBezTo>
                  <a:pt x="4" y="242"/>
                  <a:pt x="0" y="247"/>
                  <a:pt x="0" y="257"/>
                </a:cubicBezTo>
                <a:cubicBezTo>
                  <a:pt x="0" y="275"/>
                  <a:pt x="15" y="289"/>
                  <a:pt x="32" y="289"/>
                </a:cubicBezTo>
                <a:cubicBezTo>
                  <a:pt x="321" y="289"/>
                  <a:pt x="321" y="289"/>
                  <a:pt x="321" y="289"/>
                </a:cubicBezTo>
                <a:cubicBezTo>
                  <a:pt x="339" y="289"/>
                  <a:pt x="353" y="275"/>
                  <a:pt x="353" y="257"/>
                </a:cubicBezTo>
                <a:cubicBezTo>
                  <a:pt x="353" y="246"/>
                  <a:pt x="349" y="242"/>
                  <a:pt x="349" y="242"/>
                </a:cubicBezTo>
                <a:moveTo>
                  <a:pt x="321" y="273"/>
                </a:moveTo>
                <a:cubicBezTo>
                  <a:pt x="32" y="273"/>
                  <a:pt x="32" y="273"/>
                  <a:pt x="32" y="273"/>
                </a:cubicBezTo>
                <a:cubicBezTo>
                  <a:pt x="23" y="273"/>
                  <a:pt x="16" y="266"/>
                  <a:pt x="16" y="257"/>
                </a:cubicBezTo>
                <a:cubicBezTo>
                  <a:pt x="16" y="254"/>
                  <a:pt x="17" y="252"/>
                  <a:pt x="17" y="251"/>
                </a:cubicBezTo>
                <a:cubicBezTo>
                  <a:pt x="18" y="251"/>
                  <a:pt x="17" y="251"/>
                  <a:pt x="18" y="250"/>
                </a:cubicBezTo>
                <a:cubicBezTo>
                  <a:pt x="162" y="25"/>
                  <a:pt x="162" y="25"/>
                  <a:pt x="162" y="25"/>
                </a:cubicBezTo>
                <a:cubicBezTo>
                  <a:pt x="163" y="25"/>
                  <a:pt x="163" y="25"/>
                  <a:pt x="163" y="24"/>
                </a:cubicBezTo>
                <a:cubicBezTo>
                  <a:pt x="163" y="24"/>
                  <a:pt x="168" y="16"/>
                  <a:pt x="177" y="16"/>
                </a:cubicBezTo>
                <a:cubicBezTo>
                  <a:pt x="186" y="16"/>
                  <a:pt x="190" y="23"/>
                  <a:pt x="190" y="23"/>
                </a:cubicBezTo>
                <a:cubicBezTo>
                  <a:pt x="191" y="24"/>
                  <a:pt x="191" y="25"/>
                  <a:pt x="191" y="25"/>
                </a:cubicBezTo>
                <a:cubicBezTo>
                  <a:pt x="336" y="250"/>
                  <a:pt x="336" y="250"/>
                  <a:pt x="336" y="250"/>
                </a:cubicBezTo>
                <a:cubicBezTo>
                  <a:pt x="336" y="251"/>
                  <a:pt x="336" y="251"/>
                  <a:pt x="336" y="251"/>
                </a:cubicBezTo>
                <a:cubicBezTo>
                  <a:pt x="337" y="252"/>
                  <a:pt x="337" y="254"/>
                  <a:pt x="337" y="257"/>
                </a:cubicBezTo>
                <a:cubicBezTo>
                  <a:pt x="337" y="266"/>
                  <a:pt x="330" y="273"/>
                  <a:pt x="321" y="273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3" name="Freeform 53"/>
          <p:cNvSpPr>
            <a:spLocks noEditPoints="1"/>
          </p:cNvSpPr>
          <p:nvPr/>
        </p:nvSpPr>
        <p:spPr bwMode="auto">
          <a:xfrm>
            <a:off x="9645651" y="5331884"/>
            <a:ext cx="575733" cy="575733"/>
          </a:xfrm>
          <a:custGeom>
            <a:avLst/>
            <a:gdLst>
              <a:gd name="T0" fmla="*/ 337 w 353"/>
              <a:gd name="T1" fmla="*/ 32 h 354"/>
              <a:gd name="T2" fmla="*/ 289 w 353"/>
              <a:gd name="T3" fmla="*/ 16 h 354"/>
              <a:gd name="T4" fmla="*/ 281 w 353"/>
              <a:gd name="T5" fmla="*/ 0 h 354"/>
              <a:gd name="T6" fmla="*/ 272 w 353"/>
              <a:gd name="T7" fmla="*/ 16 h 354"/>
              <a:gd name="T8" fmla="*/ 80 w 353"/>
              <a:gd name="T9" fmla="*/ 8 h 354"/>
              <a:gd name="T10" fmla="*/ 64 w 353"/>
              <a:gd name="T11" fmla="*/ 8 h 354"/>
              <a:gd name="T12" fmla="*/ 32 w 353"/>
              <a:gd name="T13" fmla="*/ 16 h 354"/>
              <a:gd name="T14" fmla="*/ 16 w 353"/>
              <a:gd name="T15" fmla="*/ 193 h 354"/>
              <a:gd name="T16" fmla="*/ 0 w 353"/>
              <a:gd name="T17" fmla="*/ 225 h 354"/>
              <a:gd name="T18" fmla="*/ 48 w 353"/>
              <a:gd name="T19" fmla="*/ 241 h 354"/>
              <a:gd name="T20" fmla="*/ 56 w 353"/>
              <a:gd name="T21" fmla="*/ 354 h 354"/>
              <a:gd name="T22" fmla="*/ 64 w 353"/>
              <a:gd name="T23" fmla="*/ 333 h 354"/>
              <a:gd name="T24" fmla="*/ 88 w 353"/>
              <a:gd name="T25" fmla="*/ 354 h 354"/>
              <a:gd name="T26" fmla="*/ 96 w 353"/>
              <a:gd name="T27" fmla="*/ 241 h 354"/>
              <a:gd name="T28" fmla="*/ 256 w 353"/>
              <a:gd name="T29" fmla="*/ 346 h 354"/>
              <a:gd name="T30" fmla="*/ 270 w 353"/>
              <a:gd name="T31" fmla="*/ 351 h 354"/>
              <a:gd name="T32" fmla="*/ 289 w 353"/>
              <a:gd name="T33" fmla="*/ 346 h 354"/>
              <a:gd name="T34" fmla="*/ 305 w 353"/>
              <a:gd name="T35" fmla="*/ 346 h 354"/>
              <a:gd name="T36" fmla="*/ 337 w 353"/>
              <a:gd name="T37" fmla="*/ 241 h 354"/>
              <a:gd name="T38" fmla="*/ 353 w 353"/>
              <a:gd name="T39" fmla="*/ 209 h 354"/>
              <a:gd name="T40" fmla="*/ 32 w 353"/>
              <a:gd name="T41" fmla="*/ 32 h 354"/>
              <a:gd name="T42" fmla="*/ 321 w 353"/>
              <a:gd name="T43" fmla="*/ 193 h 354"/>
              <a:gd name="T44" fmla="*/ 32 w 353"/>
              <a:gd name="T45" fmla="*/ 32 h 354"/>
              <a:gd name="T46" fmla="*/ 67 w 353"/>
              <a:gd name="T47" fmla="*/ 313 h 354"/>
              <a:gd name="T48" fmla="*/ 80 w 353"/>
              <a:gd name="T49" fmla="*/ 326 h 354"/>
              <a:gd name="T50" fmla="*/ 64 w 353"/>
              <a:gd name="T51" fmla="*/ 269 h 354"/>
              <a:gd name="T52" fmla="*/ 64 w 353"/>
              <a:gd name="T53" fmla="*/ 294 h 354"/>
              <a:gd name="T54" fmla="*/ 64 w 353"/>
              <a:gd name="T55" fmla="*/ 246 h 354"/>
              <a:gd name="T56" fmla="*/ 80 w 353"/>
              <a:gd name="T57" fmla="*/ 241 h 354"/>
              <a:gd name="T58" fmla="*/ 272 w 353"/>
              <a:gd name="T59" fmla="*/ 326 h 354"/>
              <a:gd name="T60" fmla="*/ 285 w 353"/>
              <a:gd name="T61" fmla="*/ 313 h 354"/>
              <a:gd name="T62" fmla="*/ 289 w 353"/>
              <a:gd name="T63" fmla="*/ 294 h 354"/>
              <a:gd name="T64" fmla="*/ 289 w 353"/>
              <a:gd name="T65" fmla="*/ 269 h 354"/>
              <a:gd name="T66" fmla="*/ 289 w 353"/>
              <a:gd name="T67" fmla="*/ 246 h 354"/>
              <a:gd name="T68" fmla="*/ 272 w 353"/>
              <a:gd name="T69" fmla="*/ 241 h 354"/>
              <a:gd name="T70" fmla="*/ 289 w 353"/>
              <a:gd name="T71" fmla="*/ 246 h 354"/>
              <a:gd name="T72" fmla="*/ 16 w 353"/>
              <a:gd name="T73" fmla="*/ 225 h 354"/>
              <a:gd name="T74" fmla="*/ 337 w 353"/>
              <a:gd name="T75" fmla="*/ 209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353" h="354">
                <a:moveTo>
                  <a:pt x="337" y="193"/>
                </a:moveTo>
                <a:cubicBezTo>
                  <a:pt x="337" y="32"/>
                  <a:pt x="337" y="32"/>
                  <a:pt x="337" y="32"/>
                </a:cubicBezTo>
                <a:cubicBezTo>
                  <a:pt x="337" y="24"/>
                  <a:pt x="330" y="16"/>
                  <a:pt x="321" y="16"/>
                </a:cubicBezTo>
                <a:cubicBezTo>
                  <a:pt x="289" y="16"/>
                  <a:pt x="289" y="16"/>
                  <a:pt x="289" y="16"/>
                </a:cubicBezTo>
                <a:cubicBezTo>
                  <a:pt x="289" y="8"/>
                  <a:pt x="289" y="8"/>
                  <a:pt x="289" y="8"/>
                </a:cubicBezTo>
                <a:cubicBezTo>
                  <a:pt x="289" y="4"/>
                  <a:pt x="285" y="0"/>
                  <a:pt x="281" y="0"/>
                </a:cubicBezTo>
                <a:cubicBezTo>
                  <a:pt x="276" y="0"/>
                  <a:pt x="272" y="4"/>
                  <a:pt x="272" y="8"/>
                </a:cubicBezTo>
                <a:cubicBezTo>
                  <a:pt x="272" y="16"/>
                  <a:pt x="272" y="16"/>
                  <a:pt x="272" y="16"/>
                </a:cubicBezTo>
                <a:cubicBezTo>
                  <a:pt x="80" y="16"/>
                  <a:pt x="80" y="16"/>
                  <a:pt x="80" y="16"/>
                </a:cubicBezTo>
                <a:cubicBezTo>
                  <a:pt x="80" y="8"/>
                  <a:pt x="80" y="8"/>
                  <a:pt x="80" y="8"/>
                </a:cubicBezTo>
                <a:cubicBezTo>
                  <a:pt x="80" y="4"/>
                  <a:pt x="76" y="0"/>
                  <a:pt x="72" y="0"/>
                </a:cubicBezTo>
                <a:cubicBezTo>
                  <a:pt x="67" y="0"/>
                  <a:pt x="64" y="4"/>
                  <a:pt x="64" y="8"/>
                </a:cubicBezTo>
                <a:cubicBezTo>
                  <a:pt x="64" y="16"/>
                  <a:pt x="64" y="16"/>
                  <a:pt x="64" y="16"/>
                </a:cubicBezTo>
                <a:cubicBezTo>
                  <a:pt x="32" y="16"/>
                  <a:pt x="32" y="16"/>
                  <a:pt x="32" y="16"/>
                </a:cubicBezTo>
                <a:cubicBezTo>
                  <a:pt x="23" y="16"/>
                  <a:pt x="16" y="24"/>
                  <a:pt x="16" y="32"/>
                </a:cubicBezTo>
                <a:cubicBezTo>
                  <a:pt x="16" y="193"/>
                  <a:pt x="16" y="193"/>
                  <a:pt x="16" y="193"/>
                </a:cubicBezTo>
                <a:cubicBezTo>
                  <a:pt x="7" y="193"/>
                  <a:pt x="0" y="200"/>
                  <a:pt x="0" y="209"/>
                </a:cubicBezTo>
                <a:cubicBezTo>
                  <a:pt x="0" y="225"/>
                  <a:pt x="0" y="225"/>
                  <a:pt x="0" y="225"/>
                </a:cubicBezTo>
                <a:cubicBezTo>
                  <a:pt x="0" y="234"/>
                  <a:pt x="7" y="241"/>
                  <a:pt x="16" y="241"/>
                </a:cubicBezTo>
                <a:cubicBezTo>
                  <a:pt x="48" y="241"/>
                  <a:pt x="48" y="241"/>
                  <a:pt x="48" y="241"/>
                </a:cubicBezTo>
                <a:cubicBezTo>
                  <a:pt x="48" y="346"/>
                  <a:pt x="48" y="346"/>
                  <a:pt x="48" y="346"/>
                </a:cubicBezTo>
                <a:cubicBezTo>
                  <a:pt x="48" y="350"/>
                  <a:pt x="51" y="354"/>
                  <a:pt x="56" y="354"/>
                </a:cubicBezTo>
                <a:cubicBezTo>
                  <a:pt x="60" y="354"/>
                  <a:pt x="64" y="350"/>
                  <a:pt x="64" y="346"/>
                </a:cubicBezTo>
                <a:cubicBezTo>
                  <a:pt x="64" y="333"/>
                  <a:pt x="64" y="333"/>
                  <a:pt x="64" y="333"/>
                </a:cubicBezTo>
                <a:cubicBezTo>
                  <a:pt x="82" y="351"/>
                  <a:pt x="82" y="351"/>
                  <a:pt x="82" y="351"/>
                </a:cubicBezTo>
                <a:cubicBezTo>
                  <a:pt x="84" y="353"/>
                  <a:pt x="86" y="354"/>
                  <a:pt x="88" y="354"/>
                </a:cubicBezTo>
                <a:cubicBezTo>
                  <a:pt x="92" y="354"/>
                  <a:pt x="96" y="350"/>
                  <a:pt x="96" y="346"/>
                </a:cubicBezTo>
                <a:cubicBezTo>
                  <a:pt x="96" y="241"/>
                  <a:pt x="96" y="241"/>
                  <a:pt x="96" y="241"/>
                </a:cubicBezTo>
                <a:cubicBezTo>
                  <a:pt x="256" y="241"/>
                  <a:pt x="256" y="241"/>
                  <a:pt x="256" y="241"/>
                </a:cubicBezTo>
                <a:cubicBezTo>
                  <a:pt x="256" y="346"/>
                  <a:pt x="256" y="346"/>
                  <a:pt x="256" y="346"/>
                </a:cubicBezTo>
                <a:cubicBezTo>
                  <a:pt x="256" y="350"/>
                  <a:pt x="260" y="354"/>
                  <a:pt x="264" y="354"/>
                </a:cubicBezTo>
                <a:cubicBezTo>
                  <a:pt x="267" y="354"/>
                  <a:pt x="269" y="353"/>
                  <a:pt x="270" y="351"/>
                </a:cubicBezTo>
                <a:cubicBezTo>
                  <a:pt x="289" y="333"/>
                  <a:pt x="289" y="333"/>
                  <a:pt x="289" y="333"/>
                </a:cubicBezTo>
                <a:cubicBezTo>
                  <a:pt x="289" y="346"/>
                  <a:pt x="289" y="346"/>
                  <a:pt x="289" y="346"/>
                </a:cubicBezTo>
                <a:cubicBezTo>
                  <a:pt x="289" y="350"/>
                  <a:pt x="292" y="354"/>
                  <a:pt x="297" y="354"/>
                </a:cubicBezTo>
                <a:cubicBezTo>
                  <a:pt x="301" y="354"/>
                  <a:pt x="305" y="350"/>
                  <a:pt x="305" y="346"/>
                </a:cubicBezTo>
                <a:cubicBezTo>
                  <a:pt x="305" y="241"/>
                  <a:pt x="305" y="241"/>
                  <a:pt x="305" y="241"/>
                </a:cubicBezTo>
                <a:cubicBezTo>
                  <a:pt x="337" y="241"/>
                  <a:pt x="337" y="241"/>
                  <a:pt x="337" y="241"/>
                </a:cubicBezTo>
                <a:cubicBezTo>
                  <a:pt x="346" y="241"/>
                  <a:pt x="353" y="234"/>
                  <a:pt x="353" y="225"/>
                </a:cubicBezTo>
                <a:cubicBezTo>
                  <a:pt x="353" y="209"/>
                  <a:pt x="353" y="209"/>
                  <a:pt x="353" y="209"/>
                </a:cubicBezTo>
                <a:cubicBezTo>
                  <a:pt x="353" y="200"/>
                  <a:pt x="346" y="193"/>
                  <a:pt x="337" y="193"/>
                </a:cubicBezTo>
                <a:moveTo>
                  <a:pt x="32" y="32"/>
                </a:moveTo>
                <a:cubicBezTo>
                  <a:pt x="321" y="32"/>
                  <a:pt x="321" y="32"/>
                  <a:pt x="321" y="32"/>
                </a:cubicBezTo>
                <a:cubicBezTo>
                  <a:pt x="321" y="193"/>
                  <a:pt x="321" y="193"/>
                  <a:pt x="321" y="193"/>
                </a:cubicBezTo>
                <a:cubicBezTo>
                  <a:pt x="32" y="193"/>
                  <a:pt x="32" y="193"/>
                  <a:pt x="32" y="193"/>
                </a:cubicBezTo>
                <a:lnTo>
                  <a:pt x="32" y="32"/>
                </a:lnTo>
                <a:close/>
                <a:moveTo>
                  <a:pt x="80" y="326"/>
                </a:moveTo>
                <a:cubicBezTo>
                  <a:pt x="67" y="313"/>
                  <a:pt x="67" y="313"/>
                  <a:pt x="67" y="313"/>
                </a:cubicBezTo>
                <a:cubicBezTo>
                  <a:pt x="80" y="301"/>
                  <a:pt x="80" y="301"/>
                  <a:pt x="80" y="301"/>
                </a:cubicBezTo>
                <a:lnTo>
                  <a:pt x="80" y="326"/>
                </a:lnTo>
                <a:close/>
                <a:moveTo>
                  <a:pt x="64" y="294"/>
                </a:moveTo>
                <a:cubicBezTo>
                  <a:pt x="64" y="269"/>
                  <a:pt x="64" y="269"/>
                  <a:pt x="64" y="269"/>
                </a:cubicBezTo>
                <a:cubicBezTo>
                  <a:pt x="77" y="281"/>
                  <a:pt x="77" y="281"/>
                  <a:pt x="77" y="281"/>
                </a:cubicBezTo>
                <a:lnTo>
                  <a:pt x="64" y="294"/>
                </a:lnTo>
                <a:close/>
                <a:moveTo>
                  <a:pt x="80" y="262"/>
                </a:moveTo>
                <a:cubicBezTo>
                  <a:pt x="64" y="246"/>
                  <a:pt x="64" y="246"/>
                  <a:pt x="64" y="246"/>
                </a:cubicBezTo>
                <a:cubicBezTo>
                  <a:pt x="64" y="241"/>
                  <a:pt x="64" y="241"/>
                  <a:pt x="64" y="241"/>
                </a:cubicBezTo>
                <a:cubicBezTo>
                  <a:pt x="80" y="241"/>
                  <a:pt x="80" y="241"/>
                  <a:pt x="80" y="241"/>
                </a:cubicBezTo>
                <a:lnTo>
                  <a:pt x="80" y="262"/>
                </a:lnTo>
                <a:close/>
                <a:moveTo>
                  <a:pt x="272" y="326"/>
                </a:moveTo>
                <a:cubicBezTo>
                  <a:pt x="272" y="301"/>
                  <a:pt x="272" y="301"/>
                  <a:pt x="272" y="301"/>
                </a:cubicBezTo>
                <a:cubicBezTo>
                  <a:pt x="285" y="313"/>
                  <a:pt x="285" y="313"/>
                  <a:pt x="285" y="313"/>
                </a:cubicBezTo>
                <a:lnTo>
                  <a:pt x="272" y="326"/>
                </a:lnTo>
                <a:close/>
                <a:moveTo>
                  <a:pt x="289" y="294"/>
                </a:moveTo>
                <a:cubicBezTo>
                  <a:pt x="276" y="281"/>
                  <a:pt x="276" y="281"/>
                  <a:pt x="276" y="281"/>
                </a:cubicBezTo>
                <a:cubicBezTo>
                  <a:pt x="289" y="269"/>
                  <a:pt x="289" y="269"/>
                  <a:pt x="289" y="269"/>
                </a:cubicBezTo>
                <a:lnTo>
                  <a:pt x="289" y="294"/>
                </a:lnTo>
                <a:close/>
                <a:moveTo>
                  <a:pt x="289" y="246"/>
                </a:moveTo>
                <a:cubicBezTo>
                  <a:pt x="272" y="262"/>
                  <a:pt x="272" y="262"/>
                  <a:pt x="272" y="262"/>
                </a:cubicBezTo>
                <a:cubicBezTo>
                  <a:pt x="272" y="241"/>
                  <a:pt x="272" y="241"/>
                  <a:pt x="272" y="241"/>
                </a:cubicBezTo>
                <a:cubicBezTo>
                  <a:pt x="289" y="241"/>
                  <a:pt x="289" y="241"/>
                  <a:pt x="289" y="241"/>
                </a:cubicBezTo>
                <a:lnTo>
                  <a:pt x="289" y="246"/>
                </a:lnTo>
                <a:close/>
                <a:moveTo>
                  <a:pt x="337" y="225"/>
                </a:moveTo>
                <a:cubicBezTo>
                  <a:pt x="16" y="225"/>
                  <a:pt x="16" y="225"/>
                  <a:pt x="16" y="225"/>
                </a:cubicBezTo>
                <a:cubicBezTo>
                  <a:pt x="16" y="209"/>
                  <a:pt x="16" y="209"/>
                  <a:pt x="16" y="209"/>
                </a:cubicBezTo>
                <a:cubicBezTo>
                  <a:pt x="337" y="209"/>
                  <a:pt x="337" y="209"/>
                  <a:pt x="337" y="209"/>
                </a:cubicBezTo>
                <a:lnTo>
                  <a:pt x="337" y="22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4" name="Freeform 54"/>
          <p:cNvSpPr>
            <a:spLocks noEditPoints="1"/>
          </p:cNvSpPr>
          <p:nvPr/>
        </p:nvSpPr>
        <p:spPr bwMode="auto">
          <a:xfrm>
            <a:off x="10742085" y="5331884"/>
            <a:ext cx="573617" cy="575733"/>
          </a:xfrm>
          <a:custGeom>
            <a:avLst/>
            <a:gdLst>
              <a:gd name="T0" fmla="*/ 201 w 353"/>
              <a:gd name="T1" fmla="*/ 65 h 354"/>
              <a:gd name="T2" fmla="*/ 195 w 353"/>
              <a:gd name="T3" fmla="*/ 78 h 354"/>
              <a:gd name="T4" fmla="*/ 112 w 353"/>
              <a:gd name="T5" fmla="*/ 105 h 354"/>
              <a:gd name="T6" fmla="*/ 112 w 353"/>
              <a:gd name="T7" fmla="*/ 121 h 354"/>
              <a:gd name="T8" fmla="*/ 195 w 353"/>
              <a:gd name="T9" fmla="*/ 147 h 354"/>
              <a:gd name="T10" fmla="*/ 201 w 353"/>
              <a:gd name="T11" fmla="*/ 161 h 354"/>
              <a:gd name="T12" fmla="*/ 246 w 353"/>
              <a:gd name="T13" fmla="*/ 118 h 354"/>
              <a:gd name="T14" fmla="*/ 246 w 353"/>
              <a:gd name="T15" fmla="*/ 107 h 354"/>
              <a:gd name="T16" fmla="*/ 337 w 353"/>
              <a:gd name="T17" fmla="*/ 193 h 354"/>
              <a:gd name="T18" fmla="*/ 321 w 353"/>
              <a:gd name="T19" fmla="*/ 16 h 354"/>
              <a:gd name="T20" fmla="*/ 289 w 353"/>
              <a:gd name="T21" fmla="*/ 8 h 354"/>
              <a:gd name="T22" fmla="*/ 273 w 353"/>
              <a:gd name="T23" fmla="*/ 8 h 354"/>
              <a:gd name="T24" fmla="*/ 80 w 353"/>
              <a:gd name="T25" fmla="*/ 16 h 354"/>
              <a:gd name="T26" fmla="*/ 72 w 353"/>
              <a:gd name="T27" fmla="*/ 0 h 354"/>
              <a:gd name="T28" fmla="*/ 64 w 353"/>
              <a:gd name="T29" fmla="*/ 16 h 354"/>
              <a:gd name="T30" fmla="*/ 16 w 353"/>
              <a:gd name="T31" fmla="*/ 32 h 354"/>
              <a:gd name="T32" fmla="*/ 0 w 353"/>
              <a:gd name="T33" fmla="*/ 209 h 354"/>
              <a:gd name="T34" fmla="*/ 16 w 353"/>
              <a:gd name="T35" fmla="*/ 241 h 354"/>
              <a:gd name="T36" fmla="*/ 48 w 353"/>
              <a:gd name="T37" fmla="*/ 346 h 354"/>
              <a:gd name="T38" fmla="*/ 64 w 353"/>
              <a:gd name="T39" fmla="*/ 346 h 354"/>
              <a:gd name="T40" fmla="*/ 83 w 353"/>
              <a:gd name="T41" fmla="*/ 351 h 354"/>
              <a:gd name="T42" fmla="*/ 96 w 353"/>
              <a:gd name="T43" fmla="*/ 346 h 354"/>
              <a:gd name="T44" fmla="*/ 257 w 353"/>
              <a:gd name="T45" fmla="*/ 241 h 354"/>
              <a:gd name="T46" fmla="*/ 265 w 353"/>
              <a:gd name="T47" fmla="*/ 354 h 354"/>
              <a:gd name="T48" fmla="*/ 289 w 353"/>
              <a:gd name="T49" fmla="*/ 333 h 354"/>
              <a:gd name="T50" fmla="*/ 297 w 353"/>
              <a:gd name="T51" fmla="*/ 354 h 354"/>
              <a:gd name="T52" fmla="*/ 305 w 353"/>
              <a:gd name="T53" fmla="*/ 241 h 354"/>
              <a:gd name="T54" fmla="*/ 353 w 353"/>
              <a:gd name="T55" fmla="*/ 225 h 354"/>
              <a:gd name="T56" fmla="*/ 337 w 353"/>
              <a:gd name="T57" fmla="*/ 193 h 354"/>
              <a:gd name="T58" fmla="*/ 321 w 353"/>
              <a:gd name="T59" fmla="*/ 32 h 354"/>
              <a:gd name="T60" fmla="*/ 32 w 353"/>
              <a:gd name="T61" fmla="*/ 193 h 354"/>
              <a:gd name="T62" fmla="*/ 80 w 353"/>
              <a:gd name="T63" fmla="*/ 326 h 354"/>
              <a:gd name="T64" fmla="*/ 80 w 353"/>
              <a:gd name="T65" fmla="*/ 301 h 354"/>
              <a:gd name="T66" fmla="*/ 64 w 353"/>
              <a:gd name="T67" fmla="*/ 294 h 354"/>
              <a:gd name="T68" fmla="*/ 77 w 353"/>
              <a:gd name="T69" fmla="*/ 281 h 354"/>
              <a:gd name="T70" fmla="*/ 80 w 353"/>
              <a:gd name="T71" fmla="*/ 262 h 354"/>
              <a:gd name="T72" fmla="*/ 64 w 353"/>
              <a:gd name="T73" fmla="*/ 241 h 354"/>
              <a:gd name="T74" fmla="*/ 80 w 353"/>
              <a:gd name="T75" fmla="*/ 262 h 354"/>
              <a:gd name="T76" fmla="*/ 273 w 353"/>
              <a:gd name="T77" fmla="*/ 301 h 354"/>
              <a:gd name="T78" fmla="*/ 273 w 353"/>
              <a:gd name="T79" fmla="*/ 326 h 354"/>
              <a:gd name="T80" fmla="*/ 276 w 353"/>
              <a:gd name="T81" fmla="*/ 281 h 354"/>
              <a:gd name="T82" fmla="*/ 289 w 353"/>
              <a:gd name="T83" fmla="*/ 294 h 354"/>
              <a:gd name="T84" fmla="*/ 273 w 353"/>
              <a:gd name="T85" fmla="*/ 262 h 354"/>
              <a:gd name="T86" fmla="*/ 289 w 353"/>
              <a:gd name="T87" fmla="*/ 241 h 354"/>
              <a:gd name="T88" fmla="*/ 337 w 353"/>
              <a:gd name="T89" fmla="*/ 225 h 354"/>
              <a:gd name="T90" fmla="*/ 16 w 353"/>
              <a:gd name="T91" fmla="*/ 209 h 354"/>
              <a:gd name="T92" fmla="*/ 337 w 353"/>
              <a:gd name="T93" fmla="*/ 225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353" h="354">
                <a:moveTo>
                  <a:pt x="206" y="67"/>
                </a:moveTo>
                <a:cubicBezTo>
                  <a:pt x="205" y="65"/>
                  <a:pt x="203" y="65"/>
                  <a:pt x="201" y="65"/>
                </a:cubicBezTo>
                <a:cubicBezTo>
                  <a:pt x="196" y="65"/>
                  <a:pt x="193" y="68"/>
                  <a:pt x="193" y="73"/>
                </a:cubicBezTo>
                <a:cubicBezTo>
                  <a:pt x="193" y="75"/>
                  <a:pt x="193" y="77"/>
                  <a:pt x="195" y="78"/>
                </a:cubicBezTo>
                <a:cubicBezTo>
                  <a:pt x="221" y="105"/>
                  <a:pt x="221" y="105"/>
                  <a:pt x="221" y="105"/>
                </a:cubicBezTo>
                <a:cubicBezTo>
                  <a:pt x="112" y="105"/>
                  <a:pt x="112" y="105"/>
                  <a:pt x="112" y="105"/>
                </a:cubicBezTo>
                <a:cubicBezTo>
                  <a:pt x="108" y="105"/>
                  <a:pt x="104" y="108"/>
                  <a:pt x="104" y="113"/>
                </a:cubicBezTo>
                <a:cubicBezTo>
                  <a:pt x="104" y="117"/>
                  <a:pt x="108" y="121"/>
                  <a:pt x="112" y="121"/>
                </a:cubicBezTo>
                <a:cubicBezTo>
                  <a:pt x="221" y="121"/>
                  <a:pt x="221" y="121"/>
                  <a:pt x="221" y="121"/>
                </a:cubicBezTo>
                <a:cubicBezTo>
                  <a:pt x="195" y="147"/>
                  <a:pt x="195" y="147"/>
                  <a:pt x="195" y="147"/>
                </a:cubicBezTo>
                <a:cubicBezTo>
                  <a:pt x="193" y="149"/>
                  <a:pt x="193" y="151"/>
                  <a:pt x="193" y="153"/>
                </a:cubicBezTo>
                <a:cubicBezTo>
                  <a:pt x="193" y="157"/>
                  <a:pt x="196" y="161"/>
                  <a:pt x="201" y="161"/>
                </a:cubicBezTo>
                <a:cubicBezTo>
                  <a:pt x="203" y="161"/>
                  <a:pt x="205" y="160"/>
                  <a:pt x="206" y="159"/>
                </a:cubicBezTo>
                <a:cubicBezTo>
                  <a:pt x="246" y="118"/>
                  <a:pt x="246" y="118"/>
                  <a:pt x="246" y="118"/>
                </a:cubicBezTo>
                <a:cubicBezTo>
                  <a:pt x="248" y="117"/>
                  <a:pt x="249" y="115"/>
                  <a:pt x="249" y="113"/>
                </a:cubicBezTo>
                <a:cubicBezTo>
                  <a:pt x="249" y="110"/>
                  <a:pt x="248" y="108"/>
                  <a:pt x="246" y="107"/>
                </a:cubicBezTo>
                <a:lnTo>
                  <a:pt x="206" y="67"/>
                </a:lnTo>
                <a:close/>
                <a:moveTo>
                  <a:pt x="337" y="193"/>
                </a:moveTo>
                <a:cubicBezTo>
                  <a:pt x="337" y="32"/>
                  <a:pt x="337" y="32"/>
                  <a:pt x="337" y="32"/>
                </a:cubicBezTo>
                <a:cubicBezTo>
                  <a:pt x="337" y="24"/>
                  <a:pt x="330" y="16"/>
                  <a:pt x="321" y="16"/>
                </a:cubicBezTo>
                <a:cubicBezTo>
                  <a:pt x="289" y="16"/>
                  <a:pt x="289" y="16"/>
                  <a:pt x="289" y="16"/>
                </a:cubicBezTo>
                <a:cubicBezTo>
                  <a:pt x="289" y="8"/>
                  <a:pt x="289" y="8"/>
                  <a:pt x="289" y="8"/>
                </a:cubicBezTo>
                <a:cubicBezTo>
                  <a:pt x="289" y="4"/>
                  <a:pt x="285" y="0"/>
                  <a:pt x="281" y="0"/>
                </a:cubicBezTo>
                <a:cubicBezTo>
                  <a:pt x="276" y="0"/>
                  <a:pt x="273" y="4"/>
                  <a:pt x="273" y="8"/>
                </a:cubicBezTo>
                <a:cubicBezTo>
                  <a:pt x="273" y="16"/>
                  <a:pt x="273" y="16"/>
                  <a:pt x="273" y="16"/>
                </a:cubicBezTo>
                <a:cubicBezTo>
                  <a:pt x="80" y="16"/>
                  <a:pt x="80" y="16"/>
                  <a:pt x="80" y="16"/>
                </a:cubicBezTo>
                <a:cubicBezTo>
                  <a:pt x="80" y="8"/>
                  <a:pt x="80" y="8"/>
                  <a:pt x="80" y="8"/>
                </a:cubicBezTo>
                <a:cubicBezTo>
                  <a:pt x="80" y="4"/>
                  <a:pt x="77" y="0"/>
                  <a:pt x="72" y="0"/>
                </a:cubicBezTo>
                <a:cubicBezTo>
                  <a:pt x="68" y="0"/>
                  <a:pt x="64" y="4"/>
                  <a:pt x="64" y="8"/>
                </a:cubicBezTo>
                <a:cubicBezTo>
                  <a:pt x="64" y="16"/>
                  <a:pt x="64" y="16"/>
                  <a:pt x="64" y="16"/>
                </a:cubicBezTo>
                <a:cubicBezTo>
                  <a:pt x="32" y="16"/>
                  <a:pt x="32" y="16"/>
                  <a:pt x="32" y="16"/>
                </a:cubicBezTo>
                <a:cubicBezTo>
                  <a:pt x="23" y="16"/>
                  <a:pt x="16" y="24"/>
                  <a:pt x="16" y="32"/>
                </a:cubicBezTo>
                <a:cubicBezTo>
                  <a:pt x="16" y="193"/>
                  <a:pt x="16" y="193"/>
                  <a:pt x="16" y="193"/>
                </a:cubicBezTo>
                <a:cubicBezTo>
                  <a:pt x="7" y="193"/>
                  <a:pt x="0" y="200"/>
                  <a:pt x="0" y="209"/>
                </a:cubicBezTo>
                <a:cubicBezTo>
                  <a:pt x="0" y="225"/>
                  <a:pt x="0" y="225"/>
                  <a:pt x="0" y="225"/>
                </a:cubicBezTo>
                <a:cubicBezTo>
                  <a:pt x="0" y="234"/>
                  <a:pt x="7" y="241"/>
                  <a:pt x="16" y="241"/>
                </a:cubicBezTo>
                <a:cubicBezTo>
                  <a:pt x="48" y="241"/>
                  <a:pt x="48" y="241"/>
                  <a:pt x="48" y="241"/>
                </a:cubicBezTo>
                <a:cubicBezTo>
                  <a:pt x="48" y="346"/>
                  <a:pt x="48" y="346"/>
                  <a:pt x="48" y="346"/>
                </a:cubicBezTo>
                <a:cubicBezTo>
                  <a:pt x="48" y="350"/>
                  <a:pt x="52" y="354"/>
                  <a:pt x="56" y="354"/>
                </a:cubicBezTo>
                <a:cubicBezTo>
                  <a:pt x="61" y="354"/>
                  <a:pt x="64" y="350"/>
                  <a:pt x="64" y="346"/>
                </a:cubicBezTo>
                <a:cubicBezTo>
                  <a:pt x="64" y="333"/>
                  <a:pt x="64" y="333"/>
                  <a:pt x="64" y="333"/>
                </a:cubicBezTo>
                <a:cubicBezTo>
                  <a:pt x="83" y="351"/>
                  <a:pt x="83" y="351"/>
                  <a:pt x="83" y="351"/>
                </a:cubicBezTo>
                <a:cubicBezTo>
                  <a:pt x="84" y="353"/>
                  <a:pt x="86" y="354"/>
                  <a:pt x="88" y="354"/>
                </a:cubicBezTo>
                <a:cubicBezTo>
                  <a:pt x="93" y="354"/>
                  <a:pt x="96" y="350"/>
                  <a:pt x="96" y="346"/>
                </a:cubicBezTo>
                <a:cubicBezTo>
                  <a:pt x="96" y="241"/>
                  <a:pt x="96" y="241"/>
                  <a:pt x="96" y="241"/>
                </a:cubicBezTo>
                <a:cubicBezTo>
                  <a:pt x="257" y="241"/>
                  <a:pt x="257" y="241"/>
                  <a:pt x="257" y="241"/>
                </a:cubicBezTo>
                <a:cubicBezTo>
                  <a:pt x="257" y="346"/>
                  <a:pt x="257" y="346"/>
                  <a:pt x="257" y="346"/>
                </a:cubicBezTo>
                <a:cubicBezTo>
                  <a:pt x="257" y="350"/>
                  <a:pt x="260" y="354"/>
                  <a:pt x="265" y="354"/>
                </a:cubicBezTo>
                <a:cubicBezTo>
                  <a:pt x="267" y="354"/>
                  <a:pt x="269" y="353"/>
                  <a:pt x="270" y="351"/>
                </a:cubicBezTo>
                <a:cubicBezTo>
                  <a:pt x="289" y="333"/>
                  <a:pt x="289" y="333"/>
                  <a:pt x="289" y="333"/>
                </a:cubicBezTo>
                <a:cubicBezTo>
                  <a:pt x="289" y="346"/>
                  <a:pt x="289" y="346"/>
                  <a:pt x="289" y="346"/>
                </a:cubicBezTo>
                <a:cubicBezTo>
                  <a:pt x="289" y="350"/>
                  <a:pt x="292" y="354"/>
                  <a:pt x="297" y="354"/>
                </a:cubicBezTo>
                <a:cubicBezTo>
                  <a:pt x="301" y="354"/>
                  <a:pt x="305" y="350"/>
                  <a:pt x="305" y="346"/>
                </a:cubicBezTo>
                <a:cubicBezTo>
                  <a:pt x="305" y="241"/>
                  <a:pt x="305" y="241"/>
                  <a:pt x="305" y="241"/>
                </a:cubicBezTo>
                <a:cubicBezTo>
                  <a:pt x="337" y="241"/>
                  <a:pt x="337" y="241"/>
                  <a:pt x="337" y="241"/>
                </a:cubicBezTo>
                <a:cubicBezTo>
                  <a:pt x="346" y="241"/>
                  <a:pt x="353" y="234"/>
                  <a:pt x="353" y="225"/>
                </a:cubicBezTo>
                <a:cubicBezTo>
                  <a:pt x="353" y="209"/>
                  <a:pt x="353" y="209"/>
                  <a:pt x="353" y="209"/>
                </a:cubicBezTo>
                <a:cubicBezTo>
                  <a:pt x="353" y="200"/>
                  <a:pt x="346" y="193"/>
                  <a:pt x="337" y="193"/>
                </a:cubicBezTo>
                <a:moveTo>
                  <a:pt x="32" y="32"/>
                </a:moveTo>
                <a:cubicBezTo>
                  <a:pt x="321" y="32"/>
                  <a:pt x="321" y="32"/>
                  <a:pt x="321" y="32"/>
                </a:cubicBezTo>
                <a:cubicBezTo>
                  <a:pt x="321" y="193"/>
                  <a:pt x="321" y="193"/>
                  <a:pt x="321" y="193"/>
                </a:cubicBezTo>
                <a:cubicBezTo>
                  <a:pt x="32" y="193"/>
                  <a:pt x="32" y="193"/>
                  <a:pt x="32" y="193"/>
                </a:cubicBezTo>
                <a:lnTo>
                  <a:pt x="32" y="32"/>
                </a:lnTo>
                <a:close/>
                <a:moveTo>
                  <a:pt x="80" y="326"/>
                </a:moveTo>
                <a:cubicBezTo>
                  <a:pt x="67" y="313"/>
                  <a:pt x="67" y="313"/>
                  <a:pt x="67" y="313"/>
                </a:cubicBezTo>
                <a:cubicBezTo>
                  <a:pt x="80" y="301"/>
                  <a:pt x="80" y="301"/>
                  <a:pt x="80" y="301"/>
                </a:cubicBezTo>
                <a:lnTo>
                  <a:pt x="80" y="326"/>
                </a:lnTo>
                <a:close/>
                <a:moveTo>
                  <a:pt x="64" y="294"/>
                </a:moveTo>
                <a:cubicBezTo>
                  <a:pt x="64" y="269"/>
                  <a:pt x="64" y="269"/>
                  <a:pt x="64" y="269"/>
                </a:cubicBezTo>
                <a:cubicBezTo>
                  <a:pt x="77" y="281"/>
                  <a:pt x="77" y="281"/>
                  <a:pt x="77" y="281"/>
                </a:cubicBezTo>
                <a:lnTo>
                  <a:pt x="64" y="294"/>
                </a:lnTo>
                <a:close/>
                <a:moveTo>
                  <a:pt x="80" y="262"/>
                </a:moveTo>
                <a:cubicBezTo>
                  <a:pt x="64" y="246"/>
                  <a:pt x="64" y="246"/>
                  <a:pt x="64" y="246"/>
                </a:cubicBezTo>
                <a:cubicBezTo>
                  <a:pt x="64" y="241"/>
                  <a:pt x="64" y="241"/>
                  <a:pt x="64" y="241"/>
                </a:cubicBezTo>
                <a:cubicBezTo>
                  <a:pt x="80" y="241"/>
                  <a:pt x="80" y="241"/>
                  <a:pt x="80" y="241"/>
                </a:cubicBezTo>
                <a:lnTo>
                  <a:pt x="80" y="262"/>
                </a:lnTo>
                <a:close/>
                <a:moveTo>
                  <a:pt x="273" y="326"/>
                </a:moveTo>
                <a:cubicBezTo>
                  <a:pt x="273" y="301"/>
                  <a:pt x="273" y="301"/>
                  <a:pt x="273" y="301"/>
                </a:cubicBezTo>
                <a:cubicBezTo>
                  <a:pt x="286" y="313"/>
                  <a:pt x="286" y="313"/>
                  <a:pt x="286" y="313"/>
                </a:cubicBezTo>
                <a:lnTo>
                  <a:pt x="273" y="326"/>
                </a:lnTo>
                <a:close/>
                <a:moveTo>
                  <a:pt x="289" y="294"/>
                </a:moveTo>
                <a:cubicBezTo>
                  <a:pt x="276" y="281"/>
                  <a:pt x="276" y="281"/>
                  <a:pt x="276" y="281"/>
                </a:cubicBezTo>
                <a:cubicBezTo>
                  <a:pt x="289" y="269"/>
                  <a:pt x="289" y="269"/>
                  <a:pt x="289" y="269"/>
                </a:cubicBezTo>
                <a:lnTo>
                  <a:pt x="289" y="294"/>
                </a:lnTo>
                <a:close/>
                <a:moveTo>
                  <a:pt x="289" y="246"/>
                </a:moveTo>
                <a:cubicBezTo>
                  <a:pt x="273" y="262"/>
                  <a:pt x="273" y="262"/>
                  <a:pt x="273" y="262"/>
                </a:cubicBezTo>
                <a:cubicBezTo>
                  <a:pt x="273" y="241"/>
                  <a:pt x="273" y="241"/>
                  <a:pt x="273" y="241"/>
                </a:cubicBezTo>
                <a:cubicBezTo>
                  <a:pt x="289" y="241"/>
                  <a:pt x="289" y="241"/>
                  <a:pt x="289" y="241"/>
                </a:cubicBezTo>
                <a:lnTo>
                  <a:pt x="289" y="246"/>
                </a:lnTo>
                <a:close/>
                <a:moveTo>
                  <a:pt x="337" y="225"/>
                </a:moveTo>
                <a:cubicBezTo>
                  <a:pt x="16" y="225"/>
                  <a:pt x="16" y="225"/>
                  <a:pt x="16" y="225"/>
                </a:cubicBezTo>
                <a:cubicBezTo>
                  <a:pt x="16" y="209"/>
                  <a:pt x="16" y="209"/>
                  <a:pt x="16" y="209"/>
                </a:cubicBezTo>
                <a:cubicBezTo>
                  <a:pt x="337" y="209"/>
                  <a:pt x="337" y="209"/>
                  <a:pt x="337" y="209"/>
                </a:cubicBezTo>
                <a:lnTo>
                  <a:pt x="337" y="22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</p:spTree>
    <p:extLst>
      <p:ext uri="{BB962C8B-B14F-4D97-AF65-F5344CB8AC3E}">
        <p14:creationId xmlns:p14="http://schemas.microsoft.com/office/powerpoint/2010/main" val="1599344205"/>
      </p:ext>
    </p:extLst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Freeform 5"/>
          <p:cNvSpPr>
            <a:spLocks noEditPoints="1"/>
          </p:cNvSpPr>
          <p:nvPr/>
        </p:nvSpPr>
        <p:spPr bwMode="auto">
          <a:xfrm>
            <a:off x="804335" y="848785"/>
            <a:ext cx="582084" cy="582084"/>
          </a:xfrm>
          <a:custGeom>
            <a:avLst/>
            <a:gdLst>
              <a:gd name="T0" fmla="*/ 345 w 353"/>
              <a:gd name="T1" fmla="*/ 0 h 353"/>
              <a:gd name="T2" fmla="*/ 56 w 353"/>
              <a:gd name="T3" fmla="*/ 0 h 353"/>
              <a:gd name="T4" fmla="*/ 48 w 353"/>
              <a:gd name="T5" fmla="*/ 8 h 353"/>
              <a:gd name="T6" fmla="*/ 48 w 353"/>
              <a:gd name="T7" fmla="*/ 128 h 353"/>
              <a:gd name="T8" fmla="*/ 56 w 353"/>
              <a:gd name="T9" fmla="*/ 137 h 353"/>
              <a:gd name="T10" fmla="*/ 64 w 353"/>
              <a:gd name="T11" fmla="*/ 128 h 353"/>
              <a:gd name="T12" fmla="*/ 64 w 353"/>
              <a:gd name="T13" fmla="*/ 16 h 353"/>
              <a:gd name="T14" fmla="*/ 337 w 353"/>
              <a:gd name="T15" fmla="*/ 16 h 353"/>
              <a:gd name="T16" fmla="*/ 337 w 353"/>
              <a:gd name="T17" fmla="*/ 337 h 353"/>
              <a:gd name="T18" fmla="*/ 64 w 353"/>
              <a:gd name="T19" fmla="*/ 337 h 353"/>
              <a:gd name="T20" fmla="*/ 64 w 353"/>
              <a:gd name="T21" fmla="*/ 225 h 353"/>
              <a:gd name="T22" fmla="*/ 56 w 353"/>
              <a:gd name="T23" fmla="*/ 217 h 353"/>
              <a:gd name="T24" fmla="*/ 48 w 353"/>
              <a:gd name="T25" fmla="*/ 225 h 353"/>
              <a:gd name="T26" fmla="*/ 48 w 353"/>
              <a:gd name="T27" fmla="*/ 345 h 353"/>
              <a:gd name="T28" fmla="*/ 56 w 353"/>
              <a:gd name="T29" fmla="*/ 353 h 353"/>
              <a:gd name="T30" fmla="*/ 345 w 353"/>
              <a:gd name="T31" fmla="*/ 353 h 353"/>
              <a:gd name="T32" fmla="*/ 353 w 353"/>
              <a:gd name="T33" fmla="*/ 345 h 353"/>
              <a:gd name="T34" fmla="*/ 353 w 353"/>
              <a:gd name="T35" fmla="*/ 8 h 353"/>
              <a:gd name="T36" fmla="*/ 345 w 353"/>
              <a:gd name="T37" fmla="*/ 0 h 353"/>
              <a:gd name="T38" fmla="*/ 211 w 353"/>
              <a:gd name="T39" fmla="*/ 235 h 353"/>
              <a:gd name="T40" fmla="*/ 209 w 353"/>
              <a:gd name="T41" fmla="*/ 241 h 353"/>
              <a:gd name="T42" fmla="*/ 217 w 353"/>
              <a:gd name="T43" fmla="*/ 249 h 353"/>
              <a:gd name="T44" fmla="*/ 222 w 353"/>
              <a:gd name="T45" fmla="*/ 247 h 353"/>
              <a:gd name="T46" fmla="*/ 287 w 353"/>
              <a:gd name="T47" fmla="*/ 182 h 353"/>
              <a:gd name="T48" fmla="*/ 289 w 353"/>
              <a:gd name="T49" fmla="*/ 177 h 353"/>
              <a:gd name="T50" fmla="*/ 287 w 353"/>
              <a:gd name="T51" fmla="*/ 171 h 353"/>
              <a:gd name="T52" fmla="*/ 222 w 353"/>
              <a:gd name="T53" fmla="*/ 107 h 353"/>
              <a:gd name="T54" fmla="*/ 217 w 353"/>
              <a:gd name="T55" fmla="*/ 104 h 353"/>
              <a:gd name="T56" fmla="*/ 209 w 353"/>
              <a:gd name="T57" fmla="*/ 112 h 353"/>
              <a:gd name="T58" fmla="*/ 211 w 353"/>
              <a:gd name="T59" fmla="*/ 118 h 353"/>
              <a:gd name="T60" fmla="*/ 261 w 353"/>
              <a:gd name="T61" fmla="*/ 169 h 353"/>
              <a:gd name="T62" fmla="*/ 8 w 353"/>
              <a:gd name="T63" fmla="*/ 169 h 353"/>
              <a:gd name="T64" fmla="*/ 0 w 353"/>
              <a:gd name="T65" fmla="*/ 177 h 353"/>
              <a:gd name="T66" fmla="*/ 8 w 353"/>
              <a:gd name="T67" fmla="*/ 185 h 353"/>
              <a:gd name="T68" fmla="*/ 261 w 353"/>
              <a:gd name="T69" fmla="*/ 185 h 353"/>
              <a:gd name="T70" fmla="*/ 211 w 353"/>
              <a:gd name="T71" fmla="*/ 235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353" h="353">
                <a:moveTo>
                  <a:pt x="345" y="0"/>
                </a:moveTo>
                <a:cubicBezTo>
                  <a:pt x="56" y="0"/>
                  <a:pt x="56" y="0"/>
                  <a:pt x="56" y="0"/>
                </a:cubicBezTo>
                <a:cubicBezTo>
                  <a:pt x="52" y="0"/>
                  <a:pt x="48" y="4"/>
                  <a:pt x="48" y="8"/>
                </a:cubicBezTo>
                <a:cubicBezTo>
                  <a:pt x="48" y="128"/>
                  <a:pt x="48" y="128"/>
                  <a:pt x="48" y="128"/>
                </a:cubicBezTo>
                <a:cubicBezTo>
                  <a:pt x="48" y="133"/>
                  <a:pt x="52" y="137"/>
                  <a:pt x="56" y="137"/>
                </a:cubicBezTo>
                <a:cubicBezTo>
                  <a:pt x="61" y="137"/>
                  <a:pt x="64" y="133"/>
                  <a:pt x="64" y="128"/>
                </a:cubicBezTo>
                <a:cubicBezTo>
                  <a:pt x="64" y="16"/>
                  <a:pt x="64" y="16"/>
                  <a:pt x="64" y="16"/>
                </a:cubicBezTo>
                <a:cubicBezTo>
                  <a:pt x="337" y="16"/>
                  <a:pt x="337" y="16"/>
                  <a:pt x="337" y="16"/>
                </a:cubicBezTo>
                <a:cubicBezTo>
                  <a:pt x="337" y="337"/>
                  <a:pt x="337" y="337"/>
                  <a:pt x="337" y="337"/>
                </a:cubicBezTo>
                <a:cubicBezTo>
                  <a:pt x="64" y="337"/>
                  <a:pt x="64" y="337"/>
                  <a:pt x="64" y="337"/>
                </a:cubicBezTo>
                <a:cubicBezTo>
                  <a:pt x="64" y="225"/>
                  <a:pt x="64" y="225"/>
                  <a:pt x="64" y="225"/>
                </a:cubicBezTo>
                <a:cubicBezTo>
                  <a:pt x="64" y="220"/>
                  <a:pt x="61" y="217"/>
                  <a:pt x="56" y="217"/>
                </a:cubicBezTo>
                <a:cubicBezTo>
                  <a:pt x="52" y="217"/>
                  <a:pt x="48" y="220"/>
                  <a:pt x="48" y="225"/>
                </a:cubicBezTo>
                <a:cubicBezTo>
                  <a:pt x="48" y="345"/>
                  <a:pt x="48" y="345"/>
                  <a:pt x="48" y="345"/>
                </a:cubicBezTo>
                <a:cubicBezTo>
                  <a:pt x="48" y="350"/>
                  <a:pt x="52" y="353"/>
                  <a:pt x="56" y="353"/>
                </a:cubicBezTo>
                <a:cubicBezTo>
                  <a:pt x="345" y="353"/>
                  <a:pt x="345" y="353"/>
                  <a:pt x="345" y="353"/>
                </a:cubicBezTo>
                <a:cubicBezTo>
                  <a:pt x="350" y="353"/>
                  <a:pt x="353" y="350"/>
                  <a:pt x="353" y="345"/>
                </a:cubicBezTo>
                <a:cubicBezTo>
                  <a:pt x="353" y="8"/>
                  <a:pt x="353" y="8"/>
                  <a:pt x="353" y="8"/>
                </a:cubicBezTo>
                <a:cubicBezTo>
                  <a:pt x="353" y="4"/>
                  <a:pt x="350" y="0"/>
                  <a:pt x="345" y="0"/>
                </a:cubicBezTo>
                <a:moveTo>
                  <a:pt x="211" y="235"/>
                </a:moveTo>
                <a:cubicBezTo>
                  <a:pt x="210" y="237"/>
                  <a:pt x="209" y="239"/>
                  <a:pt x="209" y="241"/>
                </a:cubicBezTo>
                <a:cubicBezTo>
                  <a:pt x="209" y="245"/>
                  <a:pt x="212" y="249"/>
                  <a:pt x="217" y="249"/>
                </a:cubicBezTo>
                <a:cubicBezTo>
                  <a:pt x="219" y="249"/>
                  <a:pt x="221" y="248"/>
                  <a:pt x="222" y="247"/>
                </a:cubicBezTo>
                <a:cubicBezTo>
                  <a:pt x="287" y="182"/>
                  <a:pt x="287" y="182"/>
                  <a:pt x="287" y="182"/>
                </a:cubicBezTo>
                <a:cubicBezTo>
                  <a:pt x="288" y="181"/>
                  <a:pt x="289" y="179"/>
                  <a:pt x="289" y="177"/>
                </a:cubicBezTo>
                <a:cubicBezTo>
                  <a:pt x="289" y="174"/>
                  <a:pt x="288" y="172"/>
                  <a:pt x="287" y="171"/>
                </a:cubicBezTo>
                <a:cubicBezTo>
                  <a:pt x="222" y="107"/>
                  <a:pt x="222" y="107"/>
                  <a:pt x="222" y="107"/>
                </a:cubicBezTo>
                <a:cubicBezTo>
                  <a:pt x="221" y="105"/>
                  <a:pt x="219" y="104"/>
                  <a:pt x="217" y="104"/>
                </a:cubicBezTo>
                <a:cubicBezTo>
                  <a:pt x="212" y="104"/>
                  <a:pt x="209" y="108"/>
                  <a:pt x="209" y="112"/>
                </a:cubicBezTo>
                <a:cubicBezTo>
                  <a:pt x="209" y="115"/>
                  <a:pt x="210" y="117"/>
                  <a:pt x="211" y="118"/>
                </a:cubicBezTo>
                <a:cubicBezTo>
                  <a:pt x="261" y="169"/>
                  <a:pt x="261" y="169"/>
                  <a:pt x="261" y="169"/>
                </a:cubicBezTo>
                <a:cubicBezTo>
                  <a:pt x="8" y="169"/>
                  <a:pt x="8" y="169"/>
                  <a:pt x="8" y="169"/>
                </a:cubicBezTo>
                <a:cubicBezTo>
                  <a:pt x="3" y="169"/>
                  <a:pt x="0" y="172"/>
                  <a:pt x="0" y="177"/>
                </a:cubicBezTo>
                <a:cubicBezTo>
                  <a:pt x="0" y="181"/>
                  <a:pt x="3" y="185"/>
                  <a:pt x="8" y="185"/>
                </a:cubicBezTo>
                <a:cubicBezTo>
                  <a:pt x="261" y="185"/>
                  <a:pt x="261" y="185"/>
                  <a:pt x="261" y="185"/>
                </a:cubicBezTo>
                <a:lnTo>
                  <a:pt x="211" y="23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" name="Freeform 6"/>
          <p:cNvSpPr>
            <a:spLocks noEditPoints="1"/>
          </p:cNvSpPr>
          <p:nvPr/>
        </p:nvSpPr>
        <p:spPr bwMode="auto">
          <a:xfrm>
            <a:off x="1915585" y="848785"/>
            <a:ext cx="582084" cy="582084"/>
          </a:xfrm>
          <a:custGeom>
            <a:avLst/>
            <a:gdLst>
              <a:gd name="T0" fmla="*/ 297 w 353"/>
              <a:gd name="T1" fmla="*/ 217 h 353"/>
              <a:gd name="T2" fmla="*/ 289 w 353"/>
              <a:gd name="T3" fmla="*/ 225 h 353"/>
              <a:gd name="T4" fmla="*/ 289 w 353"/>
              <a:gd name="T5" fmla="*/ 337 h 353"/>
              <a:gd name="T6" fmla="*/ 16 w 353"/>
              <a:gd name="T7" fmla="*/ 337 h 353"/>
              <a:gd name="T8" fmla="*/ 16 w 353"/>
              <a:gd name="T9" fmla="*/ 16 h 353"/>
              <a:gd name="T10" fmla="*/ 289 w 353"/>
              <a:gd name="T11" fmla="*/ 16 h 353"/>
              <a:gd name="T12" fmla="*/ 289 w 353"/>
              <a:gd name="T13" fmla="*/ 128 h 353"/>
              <a:gd name="T14" fmla="*/ 297 w 353"/>
              <a:gd name="T15" fmla="*/ 137 h 353"/>
              <a:gd name="T16" fmla="*/ 305 w 353"/>
              <a:gd name="T17" fmla="*/ 128 h 353"/>
              <a:gd name="T18" fmla="*/ 305 w 353"/>
              <a:gd name="T19" fmla="*/ 8 h 353"/>
              <a:gd name="T20" fmla="*/ 297 w 353"/>
              <a:gd name="T21" fmla="*/ 0 h 353"/>
              <a:gd name="T22" fmla="*/ 8 w 353"/>
              <a:gd name="T23" fmla="*/ 0 h 353"/>
              <a:gd name="T24" fmla="*/ 0 w 353"/>
              <a:gd name="T25" fmla="*/ 8 h 353"/>
              <a:gd name="T26" fmla="*/ 0 w 353"/>
              <a:gd name="T27" fmla="*/ 345 h 353"/>
              <a:gd name="T28" fmla="*/ 8 w 353"/>
              <a:gd name="T29" fmla="*/ 353 h 353"/>
              <a:gd name="T30" fmla="*/ 297 w 353"/>
              <a:gd name="T31" fmla="*/ 353 h 353"/>
              <a:gd name="T32" fmla="*/ 305 w 353"/>
              <a:gd name="T33" fmla="*/ 345 h 353"/>
              <a:gd name="T34" fmla="*/ 305 w 353"/>
              <a:gd name="T35" fmla="*/ 225 h 353"/>
              <a:gd name="T36" fmla="*/ 297 w 353"/>
              <a:gd name="T37" fmla="*/ 217 h 353"/>
              <a:gd name="T38" fmla="*/ 345 w 353"/>
              <a:gd name="T39" fmla="*/ 169 h 353"/>
              <a:gd name="T40" fmla="*/ 92 w 353"/>
              <a:gd name="T41" fmla="*/ 169 h 353"/>
              <a:gd name="T42" fmla="*/ 142 w 353"/>
              <a:gd name="T43" fmla="*/ 118 h 353"/>
              <a:gd name="T44" fmla="*/ 145 w 353"/>
              <a:gd name="T45" fmla="*/ 112 h 353"/>
              <a:gd name="T46" fmla="*/ 137 w 353"/>
              <a:gd name="T47" fmla="*/ 104 h 353"/>
              <a:gd name="T48" fmla="*/ 131 w 353"/>
              <a:gd name="T49" fmla="*/ 107 h 353"/>
              <a:gd name="T50" fmla="*/ 67 w 353"/>
              <a:gd name="T51" fmla="*/ 171 h 353"/>
              <a:gd name="T52" fmla="*/ 64 w 353"/>
              <a:gd name="T53" fmla="*/ 177 h 353"/>
              <a:gd name="T54" fmla="*/ 67 w 353"/>
              <a:gd name="T55" fmla="*/ 182 h 353"/>
              <a:gd name="T56" fmla="*/ 131 w 353"/>
              <a:gd name="T57" fmla="*/ 247 h 353"/>
              <a:gd name="T58" fmla="*/ 137 w 353"/>
              <a:gd name="T59" fmla="*/ 249 h 353"/>
              <a:gd name="T60" fmla="*/ 145 w 353"/>
              <a:gd name="T61" fmla="*/ 241 h 353"/>
              <a:gd name="T62" fmla="*/ 142 w 353"/>
              <a:gd name="T63" fmla="*/ 235 h 353"/>
              <a:gd name="T64" fmla="*/ 92 w 353"/>
              <a:gd name="T65" fmla="*/ 185 h 353"/>
              <a:gd name="T66" fmla="*/ 345 w 353"/>
              <a:gd name="T67" fmla="*/ 185 h 353"/>
              <a:gd name="T68" fmla="*/ 353 w 353"/>
              <a:gd name="T69" fmla="*/ 177 h 353"/>
              <a:gd name="T70" fmla="*/ 345 w 353"/>
              <a:gd name="T71" fmla="*/ 169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353" h="353">
                <a:moveTo>
                  <a:pt x="297" y="217"/>
                </a:moveTo>
                <a:cubicBezTo>
                  <a:pt x="293" y="217"/>
                  <a:pt x="289" y="220"/>
                  <a:pt x="289" y="225"/>
                </a:cubicBezTo>
                <a:cubicBezTo>
                  <a:pt x="289" y="337"/>
                  <a:pt x="289" y="337"/>
                  <a:pt x="289" y="337"/>
                </a:cubicBezTo>
                <a:cubicBezTo>
                  <a:pt x="16" y="337"/>
                  <a:pt x="16" y="337"/>
                  <a:pt x="16" y="337"/>
                </a:cubicBezTo>
                <a:cubicBezTo>
                  <a:pt x="16" y="16"/>
                  <a:pt x="16" y="16"/>
                  <a:pt x="16" y="16"/>
                </a:cubicBezTo>
                <a:cubicBezTo>
                  <a:pt x="289" y="16"/>
                  <a:pt x="289" y="16"/>
                  <a:pt x="289" y="16"/>
                </a:cubicBezTo>
                <a:cubicBezTo>
                  <a:pt x="289" y="128"/>
                  <a:pt x="289" y="128"/>
                  <a:pt x="289" y="128"/>
                </a:cubicBezTo>
                <a:cubicBezTo>
                  <a:pt x="289" y="133"/>
                  <a:pt x="293" y="137"/>
                  <a:pt x="297" y="137"/>
                </a:cubicBezTo>
                <a:cubicBezTo>
                  <a:pt x="302" y="137"/>
                  <a:pt x="305" y="133"/>
                  <a:pt x="305" y="128"/>
                </a:cubicBezTo>
                <a:cubicBezTo>
                  <a:pt x="305" y="8"/>
                  <a:pt x="305" y="8"/>
                  <a:pt x="305" y="8"/>
                </a:cubicBezTo>
                <a:cubicBezTo>
                  <a:pt x="305" y="4"/>
                  <a:pt x="302" y="0"/>
                  <a:pt x="297" y="0"/>
                </a:cubicBezTo>
                <a:cubicBezTo>
                  <a:pt x="8" y="0"/>
                  <a:pt x="8" y="0"/>
                  <a:pt x="8" y="0"/>
                </a:cubicBezTo>
                <a:cubicBezTo>
                  <a:pt x="4" y="0"/>
                  <a:pt x="0" y="4"/>
                  <a:pt x="0" y="8"/>
                </a:cubicBezTo>
                <a:cubicBezTo>
                  <a:pt x="0" y="345"/>
                  <a:pt x="0" y="345"/>
                  <a:pt x="0" y="345"/>
                </a:cubicBezTo>
                <a:cubicBezTo>
                  <a:pt x="0" y="350"/>
                  <a:pt x="4" y="353"/>
                  <a:pt x="8" y="353"/>
                </a:cubicBezTo>
                <a:cubicBezTo>
                  <a:pt x="297" y="353"/>
                  <a:pt x="297" y="353"/>
                  <a:pt x="297" y="353"/>
                </a:cubicBezTo>
                <a:cubicBezTo>
                  <a:pt x="302" y="353"/>
                  <a:pt x="305" y="350"/>
                  <a:pt x="305" y="345"/>
                </a:cubicBezTo>
                <a:cubicBezTo>
                  <a:pt x="305" y="225"/>
                  <a:pt x="305" y="225"/>
                  <a:pt x="305" y="225"/>
                </a:cubicBezTo>
                <a:cubicBezTo>
                  <a:pt x="305" y="220"/>
                  <a:pt x="302" y="217"/>
                  <a:pt x="297" y="217"/>
                </a:cubicBezTo>
                <a:moveTo>
                  <a:pt x="345" y="169"/>
                </a:moveTo>
                <a:cubicBezTo>
                  <a:pt x="92" y="169"/>
                  <a:pt x="92" y="169"/>
                  <a:pt x="92" y="169"/>
                </a:cubicBezTo>
                <a:cubicBezTo>
                  <a:pt x="142" y="118"/>
                  <a:pt x="142" y="118"/>
                  <a:pt x="142" y="118"/>
                </a:cubicBezTo>
                <a:cubicBezTo>
                  <a:pt x="144" y="117"/>
                  <a:pt x="145" y="115"/>
                  <a:pt x="145" y="112"/>
                </a:cubicBezTo>
                <a:cubicBezTo>
                  <a:pt x="145" y="108"/>
                  <a:pt x="141" y="104"/>
                  <a:pt x="137" y="104"/>
                </a:cubicBezTo>
                <a:cubicBezTo>
                  <a:pt x="134" y="104"/>
                  <a:pt x="132" y="105"/>
                  <a:pt x="131" y="107"/>
                </a:cubicBezTo>
                <a:cubicBezTo>
                  <a:pt x="67" y="171"/>
                  <a:pt x="67" y="171"/>
                  <a:pt x="67" y="171"/>
                </a:cubicBezTo>
                <a:cubicBezTo>
                  <a:pt x="65" y="172"/>
                  <a:pt x="64" y="174"/>
                  <a:pt x="64" y="177"/>
                </a:cubicBezTo>
                <a:cubicBezTo>
                  <a:pt x="64" y="179"/>
                  <a:pt x="65" y="181"/>
                  <a:pt x="67" y="182"/>
                </a:cubicBezTo>
                <a:cubicBezTo>
                  <a:pt x="131" y="247"/>
                  <a:pt x="131" y="247"/>
                  <a:pt x="131" y="247"/>
                </a:cubicBezTo>
                <a:cubicBezTo>
                  <a:pt x="132" y="248"/>
                  <a:pt x="134" y="249"/>
                  <a:pt x="137" y="249"/>
                </a:cubicBezTo>
                <a:cubicBezTo>
                  <a:pt x="141" y="249"/>
                  <a:pt x="145" y="245"/>
                  <a:pt x="145" y="241"/>
                </a:cubicBezTo>
                <a:cubicBezTo>
                  <a:pt x="145" y="239"/>
                  <a:pt x="144" y="237"/>
                  <a:pt x="142" y="235"/>
                </a:cubicBezTo>
                <a:cubicBezTo>
                  <a:pt x="92" y="185"/>
                  <a:pt x="92" y="185"/>
                  <a:pt x="92" y="185"/>
                </a:cubicBezTo>
                <a:cubicBezTo>
                  <a:pt x="345" y="185"/>
                  <a:pt x="345" y="185"/>
                  <a:pt x="345" y="185"/>
                </a:cubicBezTo>
                <a:cubicBezTo>
                  <a:pt x="350" y="185"/>
                  <a:pt x="353" y="181"/>
                  <a:pt x="353" y="177"/>
                </a:cubicBezTo>
                <a:cubicBezTo>
                  <a:pt x="353" y="172"/>
                  <a:pt x="350" y="169"/>
                  <a:pt x="345" y="169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" name="Freeform 7"/>
          <p:cNvSpPr>
            <a:spLocks/>
          </p:cNvSpPr>
          <p:nvPr/>
        </p:nvSpPr>
        <p:spPr bwMode="auto">
          <a:xfrm>
            <a:off x="3172884" y="848785"/>
            <a:ext cx="289984" cy="582084"/>
          </a:xfrm>
          <a:custGeom>
            <a:avLst/>
            <a:gdLst>
              <a:gd name="T0" fmla="*/ 168 w 176"/>
              <a:gd name="T1" fmla="*/ 257 h 353"/>
              <a:gd name="T2" fmla="*/ 163 w 176"/>
              <a:gd name="T3" fmla="*/ 259 h 353"/>
              <a:gd name="T4" fmla="*/ 96 w 176"/>
              <a:gd name="T5" fmla="*/ 326 h 353"/>
              <a:gd name="T6" fmla="*/ 96 w 176"/>
              <a:gd name="T7" fmla="*/ 8 h 353"/>
              <a:gd name="T8" fmla="*/ 88 w 176"/>
              <a:gd name="T9" fmla="*/ 0 h 353"/>
              <a:gd name="T10" fmla="*/ 80 w 176"/>
              <a:gd name="T11" fmla="*/ 8 h 353"/>
              <a:gd name="T12" fmla="*/ 80 w 176"/>
              <a:gd name="T13" fmla="*/ 326 h 353"/>
              <a:gd name="T14" fmla="*/ 14 w 176"/>
              <a:gd name="T15" fmla="*/ 259 h 353"/>
              <a:gd name="T16" fmla="*/ 8 w 176"/>
              <a:gd name="T17" fmla="*/ 257 h 353"/>
              <a:gd name="T18" fmla="*/ 0 w 176"/>
              <a:gd name="T19" fmla="*/ 265 h 353"/>
              <a:gd name="T20" fmla="*/ 2 w 176"/>
              <a:gd name="T21" fmla="*/ 271 h 353"/>
              <a:gd name="T22" fmla="*/ 82 w 176"/>
              <a:gd name="T23" fmla="*/ 351 h 353"/>
              <a:gd name="T24" fmla="*/ 88 w 176"/>
              <a:gd name="T25" fmla="*/ 353 h 353"/>
              <a:gd name="T26" fmla="*/ 94 w 176"/>
              <a:gd name="T27" fmla="*/ 351 h 353"/>
              <a:gd name="T28" fmla="*/ 174 w 176"/>
              <a:gd name="T29" fmla="*/ 271 h 353"/>
              <a:gd name="T30" fmla="*/ 176 w 176"/>
              <a:gd name="T31" fmla="*/ 265 h 353"/>
              <a:gd name="T32" fmla="*/ 168 w 176"/>
              <a:gd name="T33" fmla="*/ 257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76" h="353">
                <a:moveTo>
                  <a:pt x="168" y="257"/>
                </a:moveTo>
                <a:cubicBezTo>
                  <a:pt x="166" y="257"/>
                  <a:pt x="164" y="258"/>
                  <a:pt x="163" y="259"/>
                </a:cubicBezTo>
                <a:cubicBezTo>
                  <a:pt x="96" y="326"/>
                  <a:pt x="96" y="326"/>
                  <a:pt x="96" y="326"/>
                </a:cubicBezTo>
                <a:cubicBezTo>
                  <a:pt x="96" y="8"/>
                  <a:pt x="96" y="8"/>
                  <a:pt x="96" y="8"/>
                </a:cubicBezTo>
                <a:cubicBezTo>
                  <a:pt x="96" y="4"/>
                  <a:pt x="93" y="0"/>
                  <a:pt x="88" y="0"/>
                </a:cubicBezTo>
                <a:cubicBezTo>
                  <a:pt x="84" y="0"/>
                  <a:pt x="80" y="4"/>
                  <a:pt x="80" y="8"/>
                </a:cubicBezTo>
                <a:cubicBezTo>
                  <a:pt x="80" y="326"/>
                  <a:pt x="80" y="326"/>
                  <a:pt x="80" y="326"/>
                </a:cubicBezTo>
                <a:cubicBezTo>
                  <a:pt x="14" y="259"/>
                  <a:pt x="14" y="259"/>
                  <a:pt x="14" y="259"/>
                </a:cubicBezTo>
                <a:cubicBezTo>
                  <a:pt x="12" y="258"/>
                  <a:pt x="10" y="257"/>
                  <a:pt x="8" y="257"/>
                </a:cubicBezTo>
                <a:cubicBezTo>
                  <a:pt x="3" y="257"/>
                  <a:pt x="0" y="261"/>
                  <a:pt x="0" y="265"/>
                </a:cubicBezTo>
                <a:cubicBezTo>
                  <a:pt x="0" y="267"/>
                  <a:pt x="1" y="269"/>
                  <a:pt x="2" y="271"/>
                </a:cubicBezTo>
                <a:cubicBezTo>
                  <a:pt x="82" y="351"/>
                  <a:pt x="82" y="351"/>
                  <a:pt x="82" y="351"/>
                </a:cubicBezTo>
                <a:cubicBezTo>
                  <a:pt x="84" y="352"/>
                  <a:pt x="86" y="353"/>
                  <a:pt x="88" y="353"/>
                </a:cubicBezTo>
                <a:cubicBezTo>
                  <a:pt x="90" y="353"/>
                  <a:pt x="92" y="352"/>
                  <a:pt x="94" y="351"/>
                </a:cubicBezTo>
                <a:cubicBezTo>
                  <a:pt x="174" y="271"/>
                  <a:pt x="174" y="271"/>
                  <a:pt x="174" y="271"/>
                </a:cubicBezTo>
                <a:cubicBezTo>
                  <a:pt x="176" y="269"/>
                  <a:pt x="176" y="267"/>
                  <a:pt x="176" y="265"/>
                </a:cubicBezTo>
                <a:cubicBezTo>
                  <a:pt x="176" y="261"/>
                  <a:pt x="173" y="257"/>
                  <a:pt x="168" y="257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0" name="Freeform 8"/>
          <p:cNvSpPr>
            <a:spLocks/>
          </p:cNvSpPr>
          <p:nvPr/>
        </p:nvSpPr>
        <p:spPr bwMode="auto">
          <a:xfrm>
            <a:off x="4284135" y="848785"/>
            <a:ext cx="292100" cy="582084"/>
          </a:xfrm>
          <a:custGeom>
            <a:avLst/>
            <a:gdLst>
              <a:gd name="T0" fmla="*/ 174 w 177"/>
              <a:gd name="T1" fmla="*/ 83 h 353"/>
              <a:gd name="T2" fmla="*/ 94 w 177"/>
              <a:gd name="T3" fmla="*/ 2 h 353"/>
              <a:gd name="T4" fmla="*/ 89 w 177"/>
              <a:gd name="T5" fmla="*/ 0 h 353"/>
              <a:gd name="T6" fmla="*/ 83 w 177"/>
              <a:gd name="T7" fmla="*/ 2 h 353"/>
              <a:gd name="T8" fmla="*/ 3 w 177"/>
              <a:gd name="T9" fmla="*/ 83 h 353"/>
              <a:gd name="T10" fmla="*/ 0 w 177"/>
              <a:gd name="T11" fmla="*/ 88 h 353"/>
              <a:gd name="T12" fmla="*/ 8 w 177"/>
              <a:gd name="T13" fmla="*/ 96 h 353"/>
              <a:gd name="T14" fmla="*/ 14 w 177"/>
              <a:gd name="T15" fmla="*/ 94 h 353"/>
              <a:gd name="T16" fmla="*/ 80 w 177"/>
              <a:gd name="T17" fmla="*/ 27 h 353"/>
              <a:gd name="T18" fmla="*/ 80 w 177"/>
              <a:gd name="T19" fmla="*/ 345 h 353"/>
              <a:gd name="T20" fmla="*/ 89 w 177"/>
              <a:gd name="T21" fmla="*/ 353 h 353"/>
              <a:gd name="T22" fmla="*/ 97 w 177"/>
              <a:gd name="T23" fmla="*/ 345 h 353"/>
              <a:gd name="T24" fmla="*/ 97 w 177"/>
              <a:gd name="T25" fmla="*/ 27 h 353"/>
              <a:gd name="T26" fmla="*/ 163 w 177"/>
              <a:gd name="T27" fmla="*/ 94 h 353"/>
              <a:gd name="T28" fmla="*/ 169 w 177"/>
              <a:gd name="T29" fmla="*/ 96 h 353"/>
              <a:gd name="T30" fmla="*/ 177 w 177"/>
              <a:gd name="T31" fmla="*/ 88 h 353"/>
              <a:gd name="T32" fmla="*/ 174 w 177"/>
              <a:gd name="T33" fmla="*/ 83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77" h="353">
                <a:moveTo>
                  <a:pt x="174" y="83"/>
                </a:moveTo>
                <a:cubicBezTo>
                  <a:pt x="94" y="2"/>
                  <a:pt x="94" y="2"/>
                  <a:pt x="94" y="2"/>
                </a:cubicBezTo>
                <a:cubicBezTo>
                  <a:pt x="93" y="1"/>
                  <a:pt x="91" y="0"/>
                  <a:pt x="89" y="0"/>
                </a:cubicBezTo>
                <a:cubicBezTo>
                  <a:pt x="86" y="0"/>
                  <a:pt x="84" y="1"/>
                  <a:pt x="83" y="2"/>
                </a:cubicBezTo>
                <a:cubicBezTo>
                  <a:pt x="3" y="83"/>
                  <a:pt x="3" y="83"/>
                  <a:pt x="3" y="83"/>
                </a:cubicBezTo>
                <a:cubicBezTo>
                  <a:pt x="1" y="84"/>
                  <a:pt x="0" y="86"/>
                  <a:pt x="0" y="88"/>
                </a:cubicBezTo>
                <a:cubicBezTo>
                  <a:pt x="0" y="93"/>
                  <a:pt x="4" y="96"/>
                  <a:pt x="8" y="96"/>
                </a:cubicBezTo>
                <a:cubicBezTo>
                  <a:pt x="10" y="96"/>
                  <a:pt x="12" y="95"/>
                  <a:pt x="14" y="94"/>
                </a:cubicBezTo>
                <a:cubicBezTo>
                  <a:pt x="80" y="27"/>
                  <a:pt x="80" y="27"/>
                  <a:pt x="80" y="27"/>
                </a:cubicBezTo>
                <a:cubicBezTo>
                  <a:pt x="80" y="345"/>
                  <a:pt x="80" y="345"/>
                  <a:pt x="80" y="345"/>
                </a:cubicBezTo>
                <a:cubicBezTo>
                  <a:pt x="80" y="350"/>
                  <a:pt x="84" y="353"/>
                  <a:pt x="89" y="353"/>
                </a:cubicBezTo>
                <a:cubicBezTo>
                  <a:pt x="93" y="353"/>
                  <a:pt x="97" y="350"/>
                  <a:pt x="97" y="345"/>
                </a:cubicBezTo>
                <a:cubicBezTo>
                  <a:pt x="97" y="27"/>
                  <a:pt x="97" y="27"/>
                  <a:pt x="97" y="27"/>
                </a:cubicBezTo>
                <a:cubicBezTo>
                  <a:pt x="163" y="94"/>
                  <a:pt x="163" y="94"/>
                  <a:pt x="163" y="94"/>
                </a:cubicBezTo>
                <a:cubicBezTo>
                  <a:pt x="165" y="95"/>
                  <a:pt x="167" y="96"/>
                  <a:pt x="169" y="96"/>
                </a:cubicBezTo>
                <a:cubicBezTo>
                  <a:pt x="173" y="96"/>
                  <a:pt x="177" y="93"/>
                  <a:pt x="177" y="88"/>
                </a:cubicBezTo>
                <a:cubicBezTo>
                  <a:pt x="177" y="86"/>
                  <a:pt x="176" y="84"/>
                  <a:pt x="174" y="83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1" name="Freeform 9"/>
          <p:cNvSpPr>
            <a:spLocks/>
          </p:cNvSpPr>
          <p:nvPr/>
        </p:nvSpPr>
        <p:spPr bwMode="auto">
          <a:xfrm>
            <a:off x="5249335" y="994834"/>
            <a:ext cx="582084" cy="292100"/>
          </a:xfrm>
          <a:custGeom>
            <a:avLst/>
            <a:gdLst>
              <a:gd name="T0" fmla="*/ 345 w 353"/>
              <a:gd name="T1" fmla="*/ 81 h 177"/>
              <a:gd name="T2" fmla="*/ 28 w 353"/>
              <a:gd name="T3" fmla="*/ 81 h 177"/>
              <a:gd name="T4" fmla="*/ 94 w 353"/>
              <a:gd name="T5" fmla="*/ 14 h 177"/>
              <a:gd name="T6" fmla="*/ 97 w 353"/>
              <a:gd name="T7" fmla="*/ 8 h 177"/>
              <a:gd name="T8" fmla="*/ 89 w 353"/>
              <a:gd name="T9" fmla="*/ 0 h 177"/>
              <a:gd name="T10" fmla="*/ 83 w 353"/>
              <a:gd name="T11" fmla="*/ 3 h 177"/>
              <a:gd name="T12" fmla="*/ 3 w 353"/>
              <a:gd name="T13" fmla="*/ 83 h 177"/>
              <a:gd name="T14" fmla="*/ 0 w 353"/>
              <a:gd name="T15" fmla="*/ 89 h 177"/>
              <a:gd name="T16" fmla="*/ 3 w 353"/>
              <a:gd name="T17" fmla="*/ 94 h 177"/>
              <a:gd name="T18" fmla="*/ 83 w 353"/>
              <a:gd name="T19" fmla="*/ 175 h 177"/>
              <a:gd name="T20" fmla="*/ 89 w 353"/>
              <a:gd name="T21" fmla="*/ 177 h 177"/>
              <a:gd name="T22" fmla="*/ 97 w 353"/>
              <a:gd name="T23" fmla="*/ 169 h 177"/>
              <a:gd name="T24" fmla="*/ 94 w 353"/>
              <a:gd name="T25" fmla="*/ 163 h 177"/>
              <a:gd name="T26" fmla="*/ 28 w 353"/>
              <a:gd name="T27" fmla="*/ 97 h 177"/>
              <a:gd name="T28" fmla="*/ 345 w 353"/>
              <a:gd name="T29" fmla="*/ 97 h 177"/>
              <a:gd name="T30" fmla="*/ 353 w 353"/>
              <a:gd name="T31" fmla="*/ 89 h 177"/>
              <a:gd name="T32" fmla="*/ 345 w 353"/>
              <a:gd name="T33" fmla="*/ 81 h 1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353" h="177">
                <a:moveTo>
                  <a:pt x="345" y="81"/>
                </a:moveTo>
                <a:cubicBezTo>
                  <a:pt x="28" y="81"/>
                  <a:pt x="28" y="81"/>
                  <a:pt x="28" y="81"/>
                </a:cubicBezTo>
                <a:cubicBezTo>
                  <a:pt x="94" y="14"/>
                  <a:pt x="94" y="14"/>
                  <a:pt x="94" y="14"/>
                </a:cubicBezTo>
                <a:cubicBezTo>
                  <a:pt x="96" y="13"/>
                  <a:pt x="97" y="11"/>
                  <a:pt x="97" y="8"/>
                </a:cubicBezTo>
                <a:cubicBezTo>
                  <a:pt x="97" y="4"/>
                  <a:pt x="93" y="0"/>
                  <a:pt x="89" y="0"/>
                </a:cubicBezTo>
                <a:cubicBezTo>
                  <a:pt x="86" y="0"/>
                  <a:pt x="84" y="1"/>
                  <a:pt x="83" y="3"/>
                </a:cubicBezTo>
                <a:cubicBezTo>
                  <a:pt x="3" y="83"/>
                  <a:pt x="3" y="83"/>
                  <a:pt x="3" y="83"/>
                </a:cubicBezTo>
                <a:cubicBezTo>
                  <a:pt x="1" y="84"/>
                  <a:pt x="0" y="86"/>
                  <a:pt x="0" y="89"/>
                </a:cubicBezTo>
                <a:cubicBezTo>
                  <a:pt x="0" y="91"/>
                  <a:pt x="1" y="93"/>
                  <a:pt x="3" y="94"/>
                </a:cubicBezTo>
                <a:cubicBezTo>
                  <a:pt x="83" y="175"/>
                  <a:pt x="83" y="175"/>
                  <a:pt x="83" y="175"/>
                </a:cubicBezTo>
                <a:cubicBezTo>
                  <a:pt x="84" y="176"/>
                  <a:pt x="86" y="177"/>
                  <a:pt x="89" y="177"/>
                </a:cubicBezTo>
                <a:cubicBezTo>
                  <a:pt x="93" y="177"/>
                  <a:pt x="97" y="173"/>
                  <a:pt x="97" y="169"/>
                </a:cubicBezTo>
                <a:cubicBezTo>
                  <a:pt x="97" y="167"/>
                  <a:pt x="96" y="165"/>
                  <a:pt x="94" y="163"/>
                </a:cubicBezTo>
                <a:cubicBezTo>
                  <a:pt x="28" y="97"/>
                  <a:pt x="28" y="97"/>
                  <a:pt x="28" y="97"/>
                </a:cubicBezTo>
                <a:cubicBezTo>
                  <a:pt x="345" y="97"/>
                  <a:pt x="345" y="97"/>
                  <a:pt x="345" y="97"/>
                </a:cubicBezTo>
                <a:cubicBezTo>
                  <a:pt x="350" y="97"/>
                  <a:pt x="353" y="93"/>
                  <a:pt x="353" y="89"/>
                </a:cubicBezTo>
                <a:cubicBezTo>
                  <a:pt x="353" y="84"/>
                  <a:pt x="350" y="81"/>
                  <a:pt x="345" y="81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2" name="Freeform 10"/>
          <p:cNvSpPr>
            <a:spLocks/>
          </p:cNvSpPr>
          <p:nvPr/>
        </p:nvSpPr>
        <p:spPr bwMode="auto">
          <a:xfrm>
            <a:off x="6362702" y="994834"/>
            <a:ext cx="582084" cy="292100"/>
          </a:xfrm>
          <a:custGeom>
            <a:avLst/>
            <a:gdLst>
              <a:gd name="T0" fmla="*/ 350 w 353"/>
              <a:gd name="T1" fmla="*/ 83 h 177"/>
              <a:gd name="T2" fmla="*/ 270 w 353"/>
              <a:gd name="T3" fmla="*/ 3 h 177"/>
              <a:gd name="T4" fmla="*/ 264 w 353"/>
              <a:gd name="T5" fmla="*/ 0 h 177"/>
              <a:gd name="T6" fmla="*/ 256 w 353"/>
              <a:gd name="T7" fmla="*/ 8 h 177"/>
              <a:gd name="T8" fmla="*/ 259 w 353"/>
              <a:gd name="T9" fmla="*/ 14 h 177"/>
              <a:gd name="T10" fmla="*/ 325 w 353"/>
              <a:gd name="T11" fmla="*/ 81 h 177"/>
              <a:gd name="T12" fmla="*/ 8 w 353"/>
              <a:gd name="T13" fmla="*/ 81 h 177"/>
              <a:gd name="T14" fmla="*/ 0 w 353"/>
              <a:gd name="T15" fmla="*/ 89 h 177"/>
              <a:gd name="T16" fmla="*/ 8 w 353"/>
              <a:gd name="T17" fmla="*/ 97 h 177"/>
              <a:gd name="T18" fmla="*/ 325 w 353"/>
              <a:gd name="T19" fmla="*/ 97 h 177"/>
              <a:gd name="T20" fmla="*/ 259 w 353"/>
              <a:gd name="T21" fmla="*/ 163 h 177"/>
              <a:gd name="T22" fmla="*/ 256 w 353"/>
              <a:gd name="T23" fmla="*/ 169 h 177"/>
              <a:gd name="T24" fmla="*/ 264 w 353"/>
              <a:gd name="T25" fmla="*/ 177 h 177"/>
              <a:gd name="T26" fmla="*/ 270 w 353"/>
              <a:gd name="T27" fmla="*/ 175 h 177"/>
              <a:gd name="T28" fmla="*/ 350 w 353"/>
              <a:gd name="T29" fmla="*/ 94 h 177"/>
              <a:gd name="T30" fmla="*/ 353 w 353"/>
              <a:gd name="T31" fmla="*/ 89 h 177"/>
              <a:gd name="T32" fmla="*/ 350 w 353"/>
              <a:gd name="T33" fmla="*/ 83 h 1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353" h="177">
                <a:moveTo>
                  <a:pt x="350" y="83"/>
                </a:moveTo>
                <a:cubicBezTo>
                  <a:pt x="270" y="3"/>
                  <a:pt x="270" y="3"/>
                  <a:pt x="270" y="3"/>
                </a:cubicBezTo>
                <a:cubicBezTo>
                  <a:pt x="269" y="1"/>
                  <a:pt x="267" y="0"/>
                  <a:pt x="264" y="0"/>
                </a:cubicBezTo>
                <a:cubicBezTo>
                  <a:pt x="260" y="0"/>
                  <a:pt x="256" y="4"/>
                  <a:pt x="256" y="8"/>
                </a:cubicBezTo>
                <a:cubicBezTo>
                  <a:pt x="256" y="11"/>
                  <a:pt x="257" y="13"/>
                  <a:pt x="259" y="14"/>
                </a:cubicBezTo>
                <a:cubicBezTo>
                  <a:pt x="325" y="81"/>
                  <a:pt x="325" y="81"/>
                  <a:pt x="325" y="81"/>
                </a:cubicBezTo>
                <a:cubicBezTo>
                  <a:pt x="8" y="81"/>
                  <a:pt x="8" y="81"/>
                  <a:pt x="8" y="81"/>
                </a:cubicBezTo>
                <a:cubicBezTo>
                  <a:pt x="3" y="81"/>
                  <a:pt x="0" y="84"/>
                  <a:pt x="0" y="89"/>
                </a:cubicBezTo>
                <a:cubicBezTo>
                  <a:pt x="0" y="93"/>
                  <a:pt x="3" y="97"/>
                  <a:pt x="8" y="97"/>
                </a:cubicBezTo>
                <a:cubicBezTo>
                  <a:pt x="325" y="97"/>
                  <a:pt x="325" y="97"/>
                  <a:pt x="325" y="97"/>
                </a:cubicBezTo>
                <a:cubicBezTo>
                  <a:pt x="259" y="163"/>
                  <a:pt x="259" y="163"/>
                  <a:pt x="259" y="163"/>
                </a:cubicBezTo>
                <a:cubicBezTo>
                  <a:pt x="257" y="165"/>
                  <a:pt x="256" y="167"/>
                  <a:pt x="256" y="169"/>
                </a:cubicBezTo>
                <a:cubicBezTo>
                  <a:pt x="256" y="173"/>
                  <a:pt x="260" y="177"/>
                  <a:pt x="264" y="177"/>
                </a:cubicBezTo>
                <a:cubicBezTo>
                  <a:pt x="267" y="177"/>
                  <a:pt x="269" y="176"/>
                  <a:pt x="270" y="175"/>
                </a:cubicBezTo>
                <a:cubicBezTo>
                  <a:pt x="350" y="94"/>
                  <a:pt x="350" y="94"/>
                  <a:pt x="350" y="94"/>
                </a:cubicBezTo>
                <a:cubicBezTo>
                  <a:pt x="352" y="93"/>
                  <a:pt x="353" y="91"/>
                  <a:pt x="353" y="89"/>
                </a:cubicBezTo>
                <a:cubicBezTo>
                  <a:pt x="353" y="86"/>
                  <a:pt x="352" y="84"/>
                  <a:pt x="350" y="83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3" name="Freeform 11"/>
          <p:cNvSpPr>
            <a:spLocks/>
          </p:cNvSpPr>
          <p:nvPr/>
        </p:nvSpPr>
        <p:spPr bwMode="auto">
          <a:xfrm>
            <a:off x="7499351" y="1007534"/>
            <a:ext cx="529167" cy="266700"/>
          </a:xfrm>
          <a:custGeom>
            <a:avLst/>
            <a:gdLst>
              <a:gd name="T0" fmla="*/ 313 w 321"/>
              <a:gd name="T1" fmla="*/ 0 h 161"/>
              <a:gd name="T2" fmla="*/ 307 w 321"/>
              <a:gd name="T3" fmla="*/ 3 h 161"/>
              <a:gd name="T4" fmla="*/ 160 w 321"/>
              <a:gd name="T5" fmla="*/ 142 h 161"/>
              <a:gd name="T6" fmla="*/ 14 w 321"/>
              <a:gd name="T7" fmla="*/ 3 h 161"/>
              <a:gd name="T8" fmla="*/ 8 w 321"/>
              <a:gd name="T9" fmla="*/ 0 h 161"/>
              <a:gd name="T10" fmla="*/ 0 w 321"/>
              <a:gd name="T11" fmla="*/ 8 h 161"/>
              <a:gd name="T12" fmla="*/ 2 w 321"/>
              <a:gd name="T13" fmla="*/ 14 h 161"/>
              <a:gd name="T14" fmla="*/ 155 w 321"/>
              <a:gd name="T15" fmla="*/ 159 h 161"/>
              <a:gd name="T16" fmla="*/ 160 w 321"/>
              <a:gd name="T17" fmla="*/ 161 h 161"/>
              <a:gd name="T18" fmla="*/ 166 w 321"/>
              <a:gd name="T19" fmla="*/ 159 h 161"/>
              <a:gd name="T20" fmla="*/ 319 w 321"/>
              <a:gd name="T21" fmla="*/ 14 h 161"/>
              <a:gd name="T22" fmla="*/ 321 w 321"/>
              <a:gd name="T23" fmla="*/ 8 h 161"/>
              <a:gd name="T24" fmla="*/ 313 w 321"/>
              <a:gd name="T25" fmla="*/ 0 h 1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321" h="161">
                <a:moveTo>
                  <a:pt x="313" y="0"/>
                </a:moveTo>
                <a:cubicBezTo>
                  <a:pt x="311" y="0"/>
                  <a:pt x="309" y="1"/>
                  <a:pt x="307" y="3"/>
                </a:cubicBezTo>
                <a:cubicBezTo>
                  <a:pt x="160" y="142"/>
                  <a:pt x="160" y="142"/>
                  <a:pt x="160" y="142"/>
                </a:cubicBezTo>
                <a:cubicBezTo>
                  <a:pt x="14" y="3"/>
                  <a:pt x="14" y="3"/>
                  <a:pt x="14" y="3"/>
                </a:cubicBezTo>
                <a:cubicBezTo>
                  <a:pt x="12" y="1"/>
                  <a:pt x="10" y="0"/>
                  <a:pt x="8" y="0"/>
                </a:cubicBezTo>
                <a:cubicBezTo>
                  <a:pt x="4" y="0"/>
                  <a:pt x="0" y="4"/>
                  <a:pt x="0" y="8"/>
                </a:cubicBezTo>
                <a:cubicBezTo>
                  <a:pt x="0" y="11"/>
                  <a:pt x="1" y="13"/>
                  <a:pt x="2" y="14"/>
                </a:cubicBezTo>
                <a:cubicBezTo>
                  <a:pt x="155" y="159"/>
                  <a:pt x="155" y="159"/>
                  <a:pt x="155" y="159"/>
                </a:cubicBezTo>
                <a:cubicBezTo>
                  <a:pt x="156" y="160"/>
                  <a:pt x="158" y="161"/>
                  <a:pt x="160" y="161"/>
                </a:cubicBezTo>
                <a:cubicBezTo>
                  <a:pt x="163" y="161"/>
                  <a:pt x="165" y="160"/>
                  <a:pt x="166" y="159"/>
                </a:cubicBezTo>
                <a:cubicBezTo>
                  <a:pt x="319" y="14"/>
                  <a:pt x="319" y="14"/>
                  <a:pt x="319" y="14"/>
                </a:cubicBezTo>
                <a:cubicBezTo>
                  <a:pt x="320" y="13"/>
                  <a:pt x="321" y="11"/>
                  <a:pt x="321" y="8"/>
                </a:cubicBezTo>
                <a:cubicBezTo>
                  <a:pt x="321" y="4"/>
                  <a:pt x="317" y="0"/>
                  <a:pt x="313" y="0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4" name="Freeform 12"/>
          <p:cNvSpPr>
            <a:spLocks/>
          </p:cNvSpPr>
          <p:nvPr/>
        </p:nvSpPr>
        <p:spPr bwMode="auto">
          <a:xfrm>
            <a:off x="8610602" y="1007534"/>
            <a:ext cx="529167" cy="266700"/>
          </a:xfrm>
          <a:custGeom>
            <a:avLst/>
            <a:gdLst>
              <a:gd name="T0" fmla="*/ 319 w 321"/>
              <a:gd name="T1" fmla="*/ 147 h 161"/>
              <a:gd name="T2" fmla="*/ 167 w 321"/>
              <a:gd name="T3" fmla="*/ 3 h 161"/>
              <a:gd name="T4" fmla="*/ 161 w 321"/>
              <a:gd name="T5" fmla="*/ 0 h 161"/>
              <a:gd name="T6" fmla="*/ 155 w 321"/>
              <a:gd name="T7" fmla="*/ 3 h 161"/>
              <a:gd name="T8" fmla="*/ 3 w 321"/>
              <a:gd name="T9" fmla="*/ 147 h 161"/>
              <a:gd name="T10" fmla="*/ 0 w 321"/>
              <a:gd name="T11" fmla="*/ 153 h 161"/>
              <a:gd name="T12" fmla="*/ 8 w 321"/>
              <a:gd name="T13" fmla="*/ 161 h 161"/>
              <a:gd name="T14" fmla="*/ 14 w 321"/>
              <a:gd name="T15" fmla="*/ 159 h 161"/>
              <a:gd name="T16" fmla="*/ 161 w 321"/>
              <a:gd name="T17" fmla="*/ 19 h 161"/>
              <a:gd name="T18" fmla="*/ 308 w 321"/>
              <a:gd name="T19" fmla="*/ 159 h 161"/>
              <a:gd name="T20" fmla="*/ 313 w 321"/>
              <a:gd name="T21" fmla="*/ 161 h 161"/>
              <a:gd name="T22" fmla="*/ 321 w 321"/>
              <a:gd name="T23" fmla="*/ 153 h 161"/>
              <a:gd name="T24" fmla="*/ 319 w 321"/>
              <a:gd name="T25" fmla="*/ 147 h 1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321" h="161">
                <a:moveTo>
                  <a:pt x="319" y="147"/>
                </a:moveTo>
                <a:cubicBezTo>
                  <a:pt x="167" y="3"/>
                  <a:pt x="167" y="3"/>
                  <a:pt x="167" y="3"/>
                </a:cubicBezTo>
                <a:cubicBezTo>
                  <a:pt x="165" y="1"/>
                  <a:pt x="163" y="0"/>
                  <a:pt x="161" y="0"/>
                </a:cubicBezTo>
                <a:cubicBezTo>
                  <a:pt x="159" y="0"/>
                  <a:pt x="157" y="1"/>
                  <a:pt x="155" y="3"/>
                </a:cubicBezTo>
                <a:cubicBezTo>
                  <a:pt x="3" y="147"/>
                  <a:pt x="3" y="147"/>
                  <a:pt x="3" y="147"/>
                </a:cubicBezTo>
                <a:cubicBezTo>
                  <a:pt x="1" y="149"/>
                  <a:pt x="0" y="151"/>
                  <a:pt x="0" y="153"/>
                </a:cubicBezTo>
                <a:cubicBezTo>
                  <a:pt x="0" y="157"/>
                  <a:pt x="4" y="161"/>
                  <a:pt x="8" y="161"/>
                </a:cubicBezTo>
                <a:cubicBezTo>
                  <a:pt x="11" y="161"/>
                  <a:pt x="13" y="160"/>
                  <a:pt x="14" y="159"/>
                </a:cubicBezTo>
                <a:cubicBezTo>
                  <a:pt x="161" y="19"/>
                  <a:pt x="161" y="19"/>
                  <a:pt x="161" y="19"/>
                </a:cubicBezTo>
                <a:cubicBezTo>
                  <a:pt x="308" y="159"/>
                  <a:pt x="308" y="159"/>
                  <a:pt x="308" y="159"/>
                </a:cubicBezTo>
                <a:cubicBezTo>
                  <a:pt x="309" y="160"/>
                  <a:pt x="311" y="161"/>
                  <a:pt x="313" y="161"/>
                </a:cubicBezTo>
                <a:cubicBezTo>
                  <a:pt x="318" y="161"/>
                  <a:pt x="321" y="157"/>
                  <a:pt x="321" y="153"/>
                </a:cubicBezTo>
                <a:cubicBezTo>
                  <a:pt x="321" y="151"/>
                  <a:pt x="320" y="149"/>
                  <a:pt x="319" y="147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5" name="Freeform 13"/>
          <p:cNvSpPr>
            <a:spLocks/>
          </p:cNvSpPr>
          <p:nvPr/>
        </p:nvSpPr>
        <p:spPr bwMode="auto">
          <a:xfrm>
            <a:off x="9855201" y="876301"/>
            <a:ext cx="264584" cy="529167"/>
          </a:xfrm>
          <a:custGeom>
            <a:avLst/>
            <a:gdLst>
              <a:gd name="T0" fmla="*/ 19 w 160"/>
              <a:gd name="T1" fmla="*/ 161 h 321"/>
              <a:gd name="T2" fmla="*/ 158 w 160"/>
              <a:gd name="T3" fmla="*/ 14 h 321"/>
              <a:gd name="T4" fmla="*/ 160 w 160"/>
              <a:gd name="T5" fmla="*/ 8 h 321"/>
              <a:gd name="T6" fmla="*/ 152 w 160"/>
              <a:gd name="T7" fmla="*/ 0 h 321"/>
              <a:gd name="T8" fmla="*/ 147 w 160"/>
              <a:gd name="T9" fmla="*/ 2 h 321"/>
              <a:gd name="T10" fmla="*/ 2 w 160"/>
              <a:gd name="T11" fmla="*/ 155 h 321"/>
              <a:gd name="T12" fmla="*/ 0 w 160"/>
              <a:gd name="T13" fmla="*/ 161 h 321"/>
              <a:gd name="T14" fmla="*/ 2 w 160"/>
              <a:gd name="T15" fmla="*/ 166 h 321"/>
              <a:gd name="T16" fmla="*/ 147 w 160"/>
              <a:gd name="T17" fmla="*/ 319 h 321"/>
              <a:gd name="T18" fmla="*/ 152 w 160"/>
              <a:gd name="T19" fmla="*/ 321 h 321"/>
              <a:gd name="T20" fmla="*/ 160 w 160"/>
              <a:gd name="T21" fmla="*/ 313 h 321"/>
              <a:gd name="T22" fmla="*/ 158 w 160"/>
              <a:gd name="T23" fmla="*/ 307 h 321"/>
              <a:gd name="T24" fmla="*/ 19 w 160"/>
              <a:gd name="T25" fmla="*/ 161 h 3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60" h="321">
                <a:moveTo>
                  <a:pt x="19" y="161"/>
                </a:moveTo>
                <a:cubicBezTo>
                  <a:pt x="158" y="14"/>
                  <a:pt x="158" y="14"/>
                  <a:pt x="158" y="14"/>
                </a:cubicBezTo>
                <a:cubicBezTo>
                  <a:pt x="160" y="12"/>
                  <a:pt x="160" y="10"/>
                  <a:pt x="160" y="8"/>
                </a:cubicBezTo>
                <a:cubicBezTo>
                  <a:pt x="160" y="4"/>
                  <a:pt x="157" y="0"/>
                  <a:pt x="152" y="0"/>
                </a:cubicBezTo>
                <a:cubicBezTo>
                  <a:pt x="150" y="0"/>
                  <a:pt x="148" y="1"/>
                  <a:pt x="147" y="2"/>
                </a:cubicBezTo>
                <a:cubicBezTo>
                  <a:pt x="2" y="155"/>
                  <a:pt x="2" y="155"/>
                  <a:pt x="2" y="155"/>
                </a:cubicBezTo>
                <a:cubicBezTo>
                  <a:pt x="1" y="156"/>
                  <a:pt x="0" y="158"/>
                  <a:pt x="0" y="161"/>
                </a:cubicBezTo>
                <a:cubicBezTo>
                  <a:pt x="0" y="163"/>
                  <a:pt x="1" y="165"/>
                  <a:pt x="2" y="166"/>
                </a:cubicBezTo>
                <a:cubicBezTo>
                  <a:pt x="147" y="319"/>
                  <a:pt x="147" y="319"/>
                  <a:pt x="147" y="319"/>
                </a:cubicBezTo>
                <a:cubicBezTo>
                  <a:pt x="148" y="320"/>
                  <a:pt x="150" y="321"/>
                  <a:pt x="152" y="321"/>
                </a:cubicBezTo>
                <a:cubicBezTo>
                  <a:pt x="157" y="321"/>
                  <a:pt x="160" y="318"/>
                  <a:pt x="160" y="313"/>
                </a:cubicBezTo>
                <a:cubicBezTo>
                  <a:pt x="160" y="311"/>
                  <a:pt x="160" y="309"/>
                  <a:pt x="158" y="307"/>
                </a:cubicBezTo>
                <a:lnTo>
                  <a:pt x="19" y="16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6" name="Freeform 14"/>
          <p:cNvSpPr>
            <a:spLocks/>
          </p:cNvSpPr>
          <p:nvPr/>
        </p:nvSpPr>
        <p:spPr bwMode="auto">
          <a:xfrm>
            <a:off x="10966451" y="876301"/>
            <a:ext cx="264584" cy="529167"/>
          </a:xfrm>
          <a:custGeom>
            <a:avLst/>
            <a:gdLst>
              <a:gd name="T0" fmla="*/ 158 w 161"/>
              <a:gd name="T1" fmla="*/ 155 h 321"/>
              <a:gd name="T2" fmla="*/ 14 w 161"/>
              <a:gd name="T3" fmla="*/ 2 h 321"/>
              <a:gd name="T4" fmla="*/ 8 w 161"/>
              <a:gd name="T5" fmla="*/ 0 h 321"/>
              <a:gd name="T6" fmla="*/ 0 w 161"/>
              <a:gd name="T7" fmla="*/ 8 h 321"/>
              <a:gd name="T8" fmla="*/ 3 w 161"/>
              <a:gd name="T9" fmla="*/ 14 h 321"/>
              <a:gd name="T10" fmla="*/ 142 w 161"/>
              <a:gd name="T11" fmla="*/ 161 h 321"/>
              <a:gd name="T12" fmla="*/ 3 w 161"/>
              <a:gd name="T13" fmla="*/ 307 h 321"/>
              <a:gd name="T14" fmla="*/ 0 w 161"/>
              <a:gd name="T15" fmla="*/ 313 h 321"/>
              <a:gd name="T16" fmla="*/ 8 w 161"/>
              <a:gd name="T17" fmla="*/ 321 h 321"/>
              <a:gd name="T18" fmla="*/ 14 w 161"/>
              <a:gd name="T19" fmla="*/ 319 h 321"/>
              <a:gd name="T20" fmla="*/ 158 w 161"/>
              <a:gd name="T21" fmla="*/ 166 h 321"/>
              <a:gd name="T22" fmla="*/ 161 w 161"/>
              <a:gd name="T23" fmla="*/ 161 h 321"/>
              <a:gd name="T24" fmla="*/ 158 w 161"/>
              <a:gd name="T25" fmla="*/ 155 h 3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61" h="321">
                <a:moveTo>
                  <a:pt x="158" y="155"/>
                </a:moveTo>
                <a:cubicBezTo>
                  <a:pt x="14" y="2"/>
                  <a:pt x="14" y="2"/>
                  <a:pt x="14" y="2"/>
                </a:cubicBezTo>
                <a:cubicBezTo>
                  <a:pt x="12" y="1"/>
                  <a:pt x="10" y="0"/>
                  <a:pt x="8" y="0"/>
                </a:cubicBezTo>
                <a:cubicBezTo>
                  <a:pt x="4" y="0"/>
                  <a:pt x="0" y="4"/>
                  <a:pt x="0" y="8"/>
                </a:cubicBezTo>
                <a:cubicBezTo>
                  <a:pt x="0" y="10"/>
                  <a:pt x="1" y="12"/>
                  <a:pt x="3" y="14"/>
                </a:cubicBezTo>
                <a:cubicBezTo>
                  <a:pt x="142" y="161"/>
                  <a:pt x="142" y="161"/>
                  <a:pt x="142" y="161"/>
                </a:cubicBezTo>
                <a:cubicBezTo>
                  <a:pt x="3" y="307"/>
                  <a:pt x="3" y="307"/>
                  <a:pt x="3" y="307"/>
                </a:cubicBezTo>
                <a:cubicBezTo>
                  <a:pt x="1" y="309"/>
                  <a:pt x="0" y="311"/>
                  <a:pt x="0" y="313"/>
                </a:cubicBezTo>
                <a:cubicBezTo>
                  <a:pt x="0" y="318"/>
                  <a:pt x="4" y="321"/>
                  <a:pt x="8" y="321"/>
                </a:cubicBezTo>
                <a:cubicBezTo>
                  <a:pt x="10" y="321"/>
                  <a:pt x="12" y="320"/>
                  <a:pt x="14" y="319"/>
                </a:cubicBezTo>
                <a:cubicBezTo>
                  <a:pt x="158" y="166"/>
                  <a:pt x="158" y="166"/>
                  <a:pt x="158" y="166"/>
                </a:cubicBezTo>
                <a:cubicBezTo>
                  <a:pt x="160" y="165"/>
                  <a:pt x="161" y="163"/>
                  <a:pt x="161" y="161"/>
                </a:cubicBezTo>
                <a:cubicBezTo>
                  <a:pt x="161" y="158"/>
                  <a:pt x="160" y="156"/>
                  <a:pt x="158" y="155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7" name="Freeform 15"/>
          <p:cNvSpPr>
            <a:spLocks noEditPoints="1"/>
          </p:cNvSpPr>
          <p:nvPr/>
        </p:nvSpPr>
        <p:spPr bwMode="auto">
          <a:xfrm>
            <a:off x="804335" y="1960033"/>
            <a:ext cx="582084" cy="584200"/>
          </a:xfrm>
          <a:custGeom>
            <a:avLst/>
            <a:gdLst>
              <a:gd name="T0" fmla="*/ 265 w 353"/>
              <a:gd name="T1" fmla="*/ 145 h 354"/>
              <a:gd name="T2" fmla="*/ 259 w 353"/>
              <a:gd name="T3" fmla="*/ 147 h 354"/>
              <a:gd name="T4" fmla="*/ 177 w 353"/>
              <a:gd name="T5" fmla="*/ 222 h 354"/>
              <a:gd name="T6" fmla="*/ 94 w 353"/>
              <a:gd name="T7" fmla="*/ 147 h 354"/>
              <a:gd name="T8" fmla="*/ 88 w 353"/>
              <a:gd name="T9" fmla="*/ 145 h 354"/>
              <a:gd name="T10" fmla="*/ 80 w 353"/>
              <a:gd name="T11" fmla="*/ 153 h 354"/>
              <a:gd name="T12" fmla="*/ 83 w 353"/>
              <a:gd name="T13" fmla="*/ 159 h 354"/>
              <a:gd name="T14" fmla="*/ 171 w 353"/>
              <a:gd name="T15" fmla="*/ 239 h 354"/>
              <a:gd name="T16" fmla="*/ 177 w 353"/>
              <a:gd name="T17" fmla="*/ 241 h 354"/>
              <a:gd name="T18" fmla="*/ 182 w 353"/>
              <a:gd name="T19" fmla="*/ 239 h 354"/>
              <a:gd name="T20" fmla="*/ 270 w 353"/>
              <a:gd name="T21" fmla="*/ 159 h 354"/>
              <a:gd name="T22" fmla="*/ 273 w 353"/>
              <a:gd name="T23" fmla="*/ 153 h 354"/>
              <a:gd name="T24" fmla="*/ 265 w 353"/>
              <a:gd name="T25" fmla="*/ 145 h 354"/>
              <a:gd name="T26" fmla="*/ 177 w 353"/>
              <a:gd name="T27" fmla="*/ 0 h 354"/>
              <a:gd name="T28" fmla="*/ 0 w 353"/>
              <a:gd name="T29" fmla="*/ 177 h 354"/>
              <a:gd name="T30" fmla="*/ 177 w 353"/>
              <a:gd name="T31" fmla="*/ 354 h 354"/>
              <a:gd name="T32" fmla="*/ 353 w 353"/>
              <a:gd name="T33" fmla="*/ 177 h 354"/>
              <a:gd name="T34" fmla="*/ 177 w 353"/>
              <a:gd name="T35" fmla="*/ 0 h 354"/>
              <a:gd name="T36" fmla="*/ 177 w 353"/>
              <a:gd name="T37" fmla="*/ 338 h 354"/>
              <a:gd name="T38" fmla="*/ 16 w 353"/>
              <a:gd name="T39" fmla="*/ 177 h 354"/>
              <a:gd name="T40" fmla="*/ 177 w 353"/>
              <a:gd name="T41" fmla="*/ 16 h 354"/>
              <a:gd name="T42" fmla="*/ 337 w 353"/>
              <a:gd name="T43" fmla="*/ 177 h 354"/>
              <a:gd name="T44" fmla="*/ 177 w 353"/>
              <a:gd name="T45" fmla="*/ 338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353" h="354">
                <a:moveTo>
                  <a:pt x="265" y="145"/>
                </a:moveTo>
                <a:cubicBezTo>
                  <a:pt x="263" y="145"/>
                  <a:pt x="261" y="146"/>
                  <a:pt x="259" y="147"/>
                </a:cubicBezTo>
                <a:cubicBezTo>
                  <a:pt x="177" y="222"/>
                  <a:pt x="177" y="222"/>
                  <a:pt x="177" y="222"/>
                </a:cubicBezTo>
                <a:cubicBezTo>
                  <a:pt x="94" y="147"/>
                  <a:pt x="94" y="147"/>
                  <a:pt x="94" y="147"/>
                </a:cubicBezTo>
                <a:cubicBezTo>
                  <a:pt x="92" y="146"/>
                  <a:pt x="90" y="145"/>
                  <a:pt x="88" y="145"/>
                </a:cubicBezTo>
                <a:cubicBezTo>
                  <a:pt x="84" y="145"/>
                  <a:pt x="80" y="148"/>
                  <a:pt x="80" y="153"/>
                </a:cubicBezTo>
                <a:cubicBezTo>
                  <a:pt x="80" y="155"/>
                  <a:pt x="81" y="157"/>
                  <a:pt x="83" y="159"/>
                </a:cubicBezTo>
                <a:cubicBezTo>
                  <a:pt x="171" y="239"/>
                  <a:pt x="171" y="239"/>
                  <a:pt x="171" y="239"/>
                </a:cubicBezTo>
                <a:cubicBezTo>
                  <a:pt x="172" y="240"/>
                  <a:pt x="174" y="241"/>
                  <a:pt x="177" y="241"/>
                </a:cubicBezTo>
                <a:cubicBezTo>
                  <a:pt x="179" y="241"/>
                  <a:pt x="181" y="240"/>
                  <a:pt x="182" y="239"/>
                </a:cubicBezTo>
                <a:cubicBezTo>
                  <a:pt x="270" y="159"/>
                  <a:pt x="270" y="159"/>
                  <a:pt x="270" y="159"/>
                </a:cubicBezTo>
                <a:cubicBezTo>
                  <a:pt x="272" y="157"/>
                  <a:pt x="273" y="155"/>
                  <a:pt x="273" y="153"/>
                </a:cubicBezTo>
                <a:cubicBezTo>
                  <a:pt x="273" y="148"/>
                  <a:pt x="269" y="145"/>
                  <a:pt x="265" y="145"/>
                </a:cubicBezTo>
                <a:moveTo>
                  <a:pt x="177" y="0"/>
                </a:moveTo>
                <a:cubicBezTo>
                  <a:pt x="79" y="0"/>
                  <a:pt x="0" y="79"/>
                  <a:pt x="0" y="177"/>
                </a:cubicBezTo>
                <a:cubicBezTo>
                  <a:pt x="0" y="275"/>
                  <a:pt x="79" y="354"/>
                  <a:pt x="177" y="354"/>
                </a:cubicBezTo>
                <a:cubicBezTo>
                  <a:pt x="274" y="354"/>
                  <a:pt x="353" y="275"/>
                  <a:pt x="353" y="177"/>
                </a:cubicBezTo>
                <a:cubicBezTo>
                  <a:pt x="353" y="79"/>
                  <a:pt x="274" y="0"/>
                  <a:pt x="177" y="0"/>
                </a:cubicBezTo>
                <a:moveTo>
                  <a:pt x="177" y="338"/>
                </a:moveTo>
                <a:cubicBezTo>
                  <a:pt x="88" y="338"/>
                  <a:pt x="16" y="266"/>
                  <a:pt x="16" y="177"/>
                </a:cubicBezTo>
                <a:cubicBezTo>
                  <a:pt x="16" y="88"/>
                  <a:pt x="88" y="16"/>
                  <a:pt x="177" y="16"/>
                </a:cubicBezTo>
                <a:cubicBezTo>
                  <a:pt x="265" y="16"/>
                  <a:pt x="337" y="88"/>
                  <a:pt x="337" y="177"/>
                </a:cubicBezTo>
                <a:cubicBezTo>
                  <a:pt x="337" y="266"/>
                  <a:pt x="265" y="338"/>
                  <a:pt x="177" y="338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8" name="Freeform 16"/>
          <p:cNvSpPr>
            <a:spLocks noEditPoints="1"/>
          </p:cNvSpPr>
          <p:nvPr/>
        </p:nvSpPr>
        <p:spPr bwMode="auto">
          <a:xfrm>
            <a:off x="1915585" y="1960033"/>
            <a:ext cx="582084" cy="584200"/>
          </a:xfrm>
          <a:custGeom>
            <a:avLst/>
            <a:gdLst>
              <a:gd name="T0" fmla="*/ 177 w 353"/>
              <a:gd name="T1" fmla="*/ 0 h 354"/>
              <a:gd name="T2" fmla="*/ 0 w 353"/>
              <a:gd name="T3" fmla="*/ 177 h 354"/>
              <a:gd name="T4" fmla="*/ 177 w 353"/>
              <a:gd name="T5" fmla="*/ 354 h 354"/>
              <a:gd name="T6" fmla="*/ 353 w 353"/>
              <a:gd name="T7" fmla="*/ 177 h 354"/>
              <a:gd name="T8" fmla="*/ 177 w 353"/>
              <a:gd name="T9" fmla="*/ 0 h 354"/>
              <a:gd name="T10" fmla="*/ 177 w 353"/>
              <a:gd name="T11" fmla="*/ 338 h 354"/>
              <a:gd name="T12" fmla="*/ 16 w 353"/>
              <a:gd name="T13" fmla="*/ 177 h 354"/>
              <a:gd name="T14" fmla="*/ 177 w 353"/>
              <a:gd name="T15" fmla="*/ 16 h 354"/>
              <a:gd name="T16" fmla="*/ 337 w 353"/>
              <a:gd name="T17" fmla="*/ 177 h 354"/>
              <a:gd name="T18" fmla="*/ 177 w 353"/>
              <a:gd name="T19" fmla="*/ 338 h 354"/>
              <a:gd name="T20" fmla="*/ 183 w 353"/>
              <a:gd name="T21" fmla="*/ 115 h 354"/>
              <a:gd name="T22" fmla="*/ 177 w 353"/>
              <a:gd name="T23" fmla="*/ 113 h 354"/>
              <a:gd name="T24" fmla="*/ 171 w 353"/>
              <a:gd name="T25" fmla="*/ 115 h 354"/>
              <a:gd name="T26" fmla="*/ 83 w 353"/>
              <a:gd name="T27" fmla="*/ 195 h 354"/>
              <a:gd name="T28" fmla="*/ 81 w 353"/>
              <a:gd name="T29" fmla="*/ 201 h 354"/>
              <a:gd name="T30" fmla="*/ 89 w 353"/>
              <a:gd name="T31" fmla="*/ 209 h 354"/>
              <a:gd name="T32" fmla="*/ 94 w 353"/>
              <a:gd name="T33" fmla="*/ 207 h 354"/>
              <a:gd name="T34" fmla="*/ 177 w 353"/>
              <a:gd name="T35" fmla="*/ 132 h 354"/>
              <a:gd name="T36" fmla="*/ 259 w 353"/>
              <a:gd name="T37" fmla="*/ 207 h 354"/>
              <a:gd name="T38" fmla="*/ 265 w 353"/>
              <a:gd name="T39" fmla="*/ 209 h 354"/>
              <a:gd name="T40" fmla="*/ 273 w 353"/>
              <a:gd name="T41" fmla="*/ 201 h 354"/>
              <a:gd name="T42" fmla="*/ 271 w 353"/>
              <a:gd name="T43" fmla="*/ 195 h 354"/>
              <a:gd name="T44" fmla="*/ 183 w 353"/>
              <a:gd name="T45" fmla="*/ 115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353" h="354">
                <a:moveTo>
                  <a:pt x="177" y="0"/>
                </a:moveTo>
                <a:cubicBezTo>
                  <a:pt x="79" y="0"/>
                  <a:pt x="0" y="79"/>
                  <a:pt x="0" y="177"/>
                </a:cubicBezTo>
                <a:cubicBezTo>
                  <a:pt x="0" y="275"/>
                  <a:pt x="79" y="354"/>
                  <a:pt x="177" y="354"/>
                </a:cubicBezTo>
                <a:cubicBezTo>
                  <a:pt x="274" y="354"/>
                  <a:pt x="353" y="275"/>
                  <a:pt x="353" y="177"/>
                </a:cubicBezTo>
                <a:cubicBezTo>
                  <a:pt x="353" y="79"/>
                  <a:pt x="274" y="0"/>
                  <a:pt x="177" y="0"/>
                </a:cubicBezTo>
                <a:moveTo>
                  <a:pt x="177" y="338"/>
                </a:moveTo>
                <a:cubicBezTo>
                  <a:pt x="88" y="338"/>
                  <a:pt x="16" y="266"/>
                  <a:pt x="16" y="177"/>
                </a:cubicBezTo>
                <a:cubicBezTo>
                  <a:pt x="16" y="88"/>
                  <a:pt x="88" y="16"/>
                  <a:pt x="177" y="16"/>
                </a:cubicBezTo>
                <a:cubicBezTo>
                  <a:pt x="266" y="16"/>
                  <a:pt x="337" y="88"/>
                  <a:pt x="337" y="177"/>
                </a:cubicBezTo>
                <a:cubicBezTo>
                  <a:pt x="337" y="266"/>
                  <a:pt x="266" y="338"/>
                  <a:pt x="177" y="338"/>
                </a:cubicBezTo>
                <a:moveTo>
                  <a:pt x="183" y="115"/>
                </a:moveTo>
                <a:cubicBezTo>
                  <a:pt x="181" y="114"/>
                  <a:pt x="179" y="113"/>
                  <a:pt x="177" y="113"/>
                </a:cubicBezTo>
                <a:cubicBezTo>
                  <a:pt x="175" y="113"/>
                  <a:pt x="173" y="114"/>
                  <a:pt x="171" y="115"/>
                </a:cubicBezTo>
                <a:cubicBezTo>
                  <a:pt x="83" y="195"/>
                  <a:pt x="83" y="195"/>
                  <a:pt x="83" y="195"/>
                </a:cubicBezTo>
                <a:cubicBezTo>
                  <a:pt x="81" y="197"/>
                  <a:pt x="81" y="199"/>
                  <a:pt x="81" y="201"/>
                </a:cubicBezTo>
                <a:cubicBezTo>
                  <a:pt x="81" y="205"/>
                  <a:pt x="84" y="209"/>
                  <a:pt x="89" y="209"/>
                </a:cubicBezTo>
                <a:cubicBezTo>
                  <a:pt x="91" y="209"/>
                  <a:pt x="93" y="208"/>
                  <a:pt x="94" y="207"/>
                </a:cubicBezTo>
                <a:cubicBezTo>
                  <a:pt x="177" y="132"/>
                  <a:pt x="177" y="132"/>
                  <a:pt x="177" y="132"/>
                </a:cubicBezTo>
                <a:cubicBezTo>
                  <a:pt x="259" y="207"/>
                  <a:pt x="259" y="207"/>
                  <a:pt x="259" y="207"/>
                </a:cubicBezTo>
                <a:cubicBezTo>
                  <a:pt x="261" y="208"/>
                  <a:pt x="263" y="209"/>
                  <a:pt x="265" y="209"/>
                </a:cubicBezTo>
                <a:cubicBezTo>
                  <a:pt x="270" y="209"/>
                  <a:pt x="273" y="205"/>
                  <a:pt x="273" y="201"/>
                </a:cubicBezTo>
                <a:cubicBezTo>
                  <a:pt x="273" y="199"/>
                  <a:pt x="272" y="197"/>
                  <a:pt x="271" y="195"/>
                </a:cubicBezTo>
                <a:lnTo>
                  <a:pt x="183" y="11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9" name="Freeform 17"/>
          <p:cNvSpPr>
            <a:spLocks noEditPoints="1"/>
          </p:cNvSpPr>
          <p:nvPr/>
        </p:nvSpPr>
        <p:spPr bwMode="auto">
          <a:xfrm>
            <a:off x="3026835" y="1960033"/>
            <a:ext cx="582084" cy="584200"/>
          </a:xfrm>
          <a:custGeom>
            <a:avLst/>
            <a:gdLst>
              <a:gd name="T0" fmla="*/ 208 w 353"/>
              <a:gd name="T1" fmla="*/ 89 h 354"/>
              <a:gd name="T2" fmla="*/ 200 w 353"/>
              <a:gd name="T3" fmla="*/ 81 h 354"/>
              <a:gd name="T4" fmla="*/ 195 w 353"/>
              <a:gd name="T5" fmla="*/ 83 h 354"/>
              <a:gd name="T6" fmla="*/ 114 w 353"/>
              <a:gd name="T7" fmla="*/ 171 h 354"/>
              <a:gd name="T8" fmla="*/ 112 w 353"/>
              <a:gd name="T9" fmla="*/ 177 h 354"/>
              <a:gd name="T10" fmla="*/ 114 w 353"/>
              <a:gd name="T11" fmla="*/ 183 h 354"/>
              <a:gd name="T12" fmla="*/ 195 w 353"/>
              <a:gd name="T13" fmla="*/ 271 h 354"/>
              <a:gd name="T14" fmla="*/ 200 w 353"/>
              <a:gd name="T15" fmla="*/ 273 h 354"/>
              <a:gd name="T16" fmla="*/ 208 w 353"/>
              <a:gd name="T17" fmla="*/ 265 h 354"/>
              <a:gd name="T18" fmla="*/ 206 w 353"/>
              <a:gd name="T19" fmla="*/ 260 h 354"/>
              <a:gd name="T20" fmla="*/ 131 w 353"/>
              <a:gd name="T21" fmla="*/ 177 h 354"/>
              <a:gd name="T22" fmla="*/ 206 w 353"/>
              <a:gd name="T23" fmla="*/ 94 h 354"/>
              <a:gd name="T24" fmla="*/ 208 w 353"/>
              <a:gd name="T25" fmla="*/ 89 h 354"/>
              <a:gd name="T26" fmla="*/ 176 w 353"/>
              <a:gd name="T27" fmla="*/ 0 h 354"/>
              <a:gd name="T28" fmla="*/ 0 w 353"/>
              <a:gd name="T29" fmla="*/ 177 h 354"/>
              <a:gd name="T30" fmla="*/ 176 w 353"/>
              <a:gd name="T31" fmla="*/ 354 h 354"/>
              <a:gd name="T32" fmla="*/ 353 w 353"/>
              <a:gd name="T33" fmla="*/ 177 h 354"/>
              <a:gd name="T34" fmla="*/ 176 w 353"/>
              <a:gd name="T35" fmla="*/ 0 h 354"/>
              <a:gd name="T36" fmla="*/ 176 w 353"/>
              <a:gd name="T37" fmla="*/ 338 h 354"/>
              <a:gd name="T38" fmla="*/ 16 w 353"/>
              <a:gd name="T39" fmla="*/ 177 h 354"/>
              <a:gd name="T40" fmla="*/ 176 w 353"/>
              <a:gd name="T41" fmla="*/ 16 h 354"/>
              <a:gd name="T42" fmla="*/ 337 w 353"/>
              <a:gd name="T43" fmla="*/ 177 h 354"/>
              <a:gd name="T44" fmla="*/ 176 w 353"/>
              <a:gd name="T45" fmla="*/ 338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353" h="354">
                <a:moveTo>
                  <a:pt x="208" y="89"/>
                </a:moveTo>
                <a:cubicBezTo>
                  <a:pt x="208" y="84"/>
                  <a:pt x="205" y="81"/>
                  <a:pt x="200" y="81"/>
                </a:cubicBezTo>
                <a:cubicBezTo>
                  <a:pt x="198" y="81"/>
                  <a:pt x="196" y="82"/>
                  <a:pt x="195" y="83"/>
                </a:cubicBezTo>
                <a:cubicBezTo>
                  <a:pt x="114" y="171"/>
                  <a:pt x="114" y="171"/>
                  <a:pt x="114" y="171"/>
                </a:cubicBezTo>
                <a:cubicBezTo>
                  <a:pt x="113" y="173"/>
                  <a:pt x="112" y="175"/>
                  <a:pt x="112" y="177"/>
                </a:cubicBezTo>
                <a:cubicBezTo>
                  <a:pt x="112" y="179"/>
                  <a:pt x="113" y="181"/>
                  <a:pt x="114" y="183"/>
                </a:cubicBezTo>
                <a:cubicBezTo>
                  <a:pt x="195" y="271"/>
                  <a:pt x="195" y="271"/>
                  <a:pt x="195" y="271"/>
                </a:cubicBezTo>
                <a:cubicBezTo>
                  <a:pt x="196" y="272"/>
                  <a:pt x="198" y="273"/>
                  <a:pt x="200" y="273"/>
                </a:cubicBezTo>
                <a:cubicBezTo>
                  <a:pt x="205" y="273"/>
                  <a:pt x="208" y="270"/>
                  <a:pt x="208" y="265"/>
                </a:cubicBezTo>
                <a:cubicBezTo>
                  <a:pt x="208" y="263"/>
                  <a:pt x="207" y="261"/>
                  <a:pt x="206" y="260"/>
                </a:cubicBezTo>
                <a:cubicBezTo>
                  <a:pt x="131" y="177"/>
                  <a:pt x="131" y="177"/>
                  <a:pt x="131" y="177"/>
                </a:cubicBezTo>
                <a:cubicBezTo>
                  <a:pt x="206" y="94"/>
                  <a:pt x="206" y="94"/>
                  <a:pt x="206" y="94"/>
                </a:cubicBezTo>
                <a:cubicBezTo>
                  <a:pt x="207" y="93"/>
                  <a:pt x="208" y="91"/>
                  <a:pt x="208" y="89"/>
                </a:cubicBezTo>
                <a:moveTo>
                  <a:pt x="176" y="0"/>
                </a:moveTo>
                <a:cubicBezTo>
                  <a:pt x="79" y="0"/>
                  <a:pt x="0" y="79"/>
                  <a:pt x="0" y="177"/>
                </a:cubicBezTo>
                <a:cubicBezTo>
                  <a:pt x="0" y="275"/>
                  <a:pt x="79" y="354"/>
                  <a:pt x="176" y="354"/>
                </a:cubicBezTo>
                <a:cubicBezTo>
                  <a:pt x="274" y="354"/>
                  <a:pt x="353" y="275"/>
                  <a:pt x="353" y="177"/>
                </a:cubicBezTo>
                <a:cubicBezTo>
                  <a:pt x="353" y="79"/>
                  <a:pt x="274" y="0"/>
                  <a:pt x="176" y="0"/>
                </a:cubicBezTo>
                <a:moveTo>
                  <a:pt x="176" y="338"/>
                </a:moveTo>
                <a:cubicBezTo>
                  <a:pt x="87" y="338"/>
                  <a:pt x="16" y="266"/>
                  <a:pt x="16" y="177"/>
                </a:cubicBezTo>
                <a:cubicBezTo>
                  <a:pt x="16" y="88"/>
                  <a:pt x="87" y="16"/>
                  <a:pt x="176" y="16"/>
                </a:cubicBezTo>
                <a:cubicBezTo>
                  <a:pt x="265" y="16"/>
                  <a:pt x="337" y="88"/>
                  <a:pt x="337" y="177"/>
                </a:cubicBezTo>
                <a:cubicBezTo>
                  <a:pt x="337" y="266"/>
                  <a:pt x="265" y="338"/>
                  <a:pt x="176" y="338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0" name="Freeform 18"/>
          <p:cNvSpPr>
            <a:spLocks noEditPoints="1"/>
          </p:cNvSpPr>
          <p:nvPr/>
        </p:nvSpPr>
        <p:spPr bwMode="auto">
          <a:xfrm>
            <a:off x="4138085" y="1960033"/>
            <a:ext cx="582084" cy="584200"/>
          </a:xfrm>
          <a:custGeom>
            <a:avLst/>
            <a:gdLst>
              <a:gd name="T0" fmla="*/ 158 w 353"/>
              <a:gd name="T1" fmla="*/ 83 h 354"/>
              <a:gd name="T2" fmla="*/ 152 w 353"/>
              <a:gd name="T3" fmla="*/ 81 h 354"/>
              <a:gd name="T4" fmla="*/ 144 w 353"/>
              <a:gd name="T5" fmla="*/ 89 h 354"/>
              <a:gd name="T6" fmla="*/ 147 w 353"/>
              <a:gd name="T7" fmla="*/ 94 h 354"/>
              <a:gd name="T8" fmla="*/ 222 w 353"/>
              <a:gd name="T9" fmla="*/ 177 h 354"/>
              <a:gd name="T10" fmla="*/ 147 w 353"/>
              <a:gd name="T11" fmla="*/ 260 h 354"/>
              <a:gd name="T12" fmla="*/ 144 w 353"/>
              <a:gd name="T13" fmla="*/ 265 h 354"/>
              <a:gd name="T14" fmla="*/ 152 w 353"/>
              <a:gd name="T15" fmla="*/ 273 h 354"/>
              <a:gd name="T16" fmla="*/ 158 w 353"/>
              <a:gd name="T17" fmla="*/ 271 h 354"/>
              <a:gd name="T18" fmla="*/ 238 w 353"/>
              <a:gd name="T19" fmla="*/ 183 h 354"/>
              <a:gd name="T20" fmla="*/ 241 w 353"/>
              <a:gd name="T21" fmla="*/ 177 h 354"/>
              <a:gd name="T22" fmla="*/ 238 w 353"/>
              <a:gd name="T23" fmla="*/ 171 h 354"/>
              <a:gd name="T24" fmla="*/ 158 w 353"/>
              <a:gd name="T25" fmla="*/ 83 h 354"/>
              <a:gd name="T26" fmla="*/ 177 w 353"/>
              <a:gd name="T27" fmla="*/ 0 h 354"/>
              <a:gd name="T28" fmla="*/ 0 w 353"/>
              <a:gd name="T29" fmla="*/ 177 h 354"/>
              <a:gd name="T30" fmla="*/ 177 w 353"/>
              <a:gd name="T31" fmla="*/ 354 h 354"/>
              <a:gd name="T32" fmla="*/ 353 w 353"/>
              <a:gd name="T33" fmla="*/ 177 h 354"/>
              <a:gd name="T34" fmla="*/ 177 w 353"/>
              <a:gd name="T35" fmla="*/ 0 h 354"/>
              <a:gd name="T36" fmla="*/ 177 w 353"/>
              <a:gd name="T37" fmla="*/ 338 h 354"/>
              <a:gd name="T38" fmla="*/ 16 w 353"/>
              <a:gd name="T39" fmla="*/ 177 h 354"/>
              <a:gd name="T40" fmla="*/ 177 w 353"/>
              <a:gd name="T41" fmla="*/ 16 h 354"/>
              <a:gd name="T42" fmla="*/ 337 w 353"/>
              <a:gd name="T43" fmla="*/ 177 h 354"/>
              <a:gd name="T44" fmla="*/ 177 w 353"/>
              <a:gd name="T45" fmla="*/ 338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353" h="354">
                <a:moveTo>
                  <a:pt x="158" y="83"/>
                </a:moveTo>
                <a:cubicBezTo>
                  <a:pt x="157" y="82"/>
                  <a:pt x="155" y="81"/>
                  <a:pt x="152" y="81"/>
                </a:cubicBezTo>
                <a:cubicBezTo>
                  <a:pt x="148" y="81"/>
                  <a:pt x="144" y="84"/>
                  <a:pt x="144" y="89"/>
                </a:cubicBezTo>
                <a:cubicBezTo>
                  <a:pt x="144" y="91"/>
                  <a:pt x="145" y="93"/>
                  <a:pt x="147" y="94"/>
                </a:cubicBezTo>
                <a:cubicBezTo>
                  <a:pt x="222" y="177"/>
                  <a:pt x="222" y="177"/>
                  <a:pt x="222" y="177"/>
                </a:cubicBezTo>
                <a:cubicBezTo>
                  <a:pt x="147" y="260"/>
                  <a:pt x="147" y="260"/>
                  <a:pt x="147" y="260"/>
                </a:cubicBezTo>
                <a:cubicBezTo>
                  <a:pt x="145" y="261"/>
                  <a:pt x="144" y="263"/>
                  <a:pt x="144" y="265"/>
                </a:cubicBezTo>
                <a:cubicBezTo>
                  <a:pt x="144" y="270"/>
                  <a:pt x="148" y="273"/>
                  <a:pt x="152" y="273"/>
                </a:cubicBezTo>
                <a:cubicBezTo>
                  <a:pt x="155" y="273"/>
                  <a:pt x="157" y="272"/>
                  <a:pt x="158" y="271"/>
                </a:cubicBezTo>
                <a:cubicBezTo>
                  <a:pt x="238" y="183"/>
                  <a:pt x="238" y="183"/>
                  <a:pt x="238" y="183"/>
                </a:cubicBezTo>
                <a:cubicBezTo>
                  <a:pt x="240" y="181"/>
                  <a:pt x="241" y="179"/>
                  <a:pt x="241" y="177"/>
                </a:cubicBezTo>
                <a:cubicBezTo>
                  <a:pt x="241" y="175"/>
                  <a:pt x="240" y="173"/>
                  <a:pt x="238" y="171"/>
                </a:cubicBezTo>
                <a:lnTo>
                  <a:pt x="158" y="83"/>
                </a:lnTo>
                <a:close/>
                <a:moveTo>
                  <a:pt x="177" y="0"/>
                </a:moveTo>
                <a:cubicBezTo>
                  <a:pt x="79" y="0"/>
                  <a:pt x="0" y="79"/>
                  <a:pt x="0" y="177"/>
                </a:cubicBezTo>
                <a:cubicBezTo>
                  <a:pt x="0" y="275"/>
                  <a:pt x="79" y="354"/>
                  <a:pt x="177" y="354"/>
                </a:cubicBezTo>
                <a:cubicBezTo>
                  <a:pt x="274" y="354"/>
                  <a:pt x="353" y="275"/>
                  <a:pt x="353" y="177"/>
                </a:cubicBezTo>
                <a:cubicBezTo>
                  <a:pt x="353" y="79"/>
                  <a:pt x="274" y="0"/>
                  <a:pt x="177" y="0"/>
                </a:cubicBezTo>
                <a:moveTo>
                  <a:pt x="177" y="338"/>
                </a:moveTo>
                <a:cubicBezTo>
                  <a:pt x="88" y="338"/>
                  <a:pt x="16" y="266"/>
                  <a:pt x="16" y="177"/>
                </a:cubicBezTo>
                <a:cubicBezTo>
                  <a:pt x="16" y="88"/>
                  <a:pt x="88" y="16"/>
                  <a:pt x="177" y="16"/>
                </a:cubicBezTo>
                <a:cubicBezTo>
                  <a:pt x="265" y="16"/>
                  <a:pt x="337" y="88"/>
                  <a:pt x="337" y="177"/>
                </a:cubicBezTo>
                <a:cubicBezTo>
                  <a:pt x="337" y="266"/>
                  <a:pt x="265" y="338"/>
                  <a:pt x="177" y="338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1" name="Freeform 19"/>
          <p:cNvSpPr>
            <a:spLocks noEditPoints="1"/>
          </p:cNvSpPr>
          <p:nvPr/>
        </p:nvSpPr>
        <p:spPr bwMode="auto">
          <a:xfrm>
            <a:off x="5249335" y="1960033"/>
            <a:ext cx="582084" cy="584200"/>
          </a:xfrm>
          <a:custGeom>
            <a:avLst/>
            <a:gdLst>
              <a:gd name="T0" fmla="*/ 113 w 353"/>
              <a:gd name="T1" fmla="*/ 161 h 354"/>
              <a:gd name="T2" fmla="*/ 105 w 353"/>
              <a:gd name="T3" fmla="*/ 169 h 354"/>
              <a:gd name="T4" fmla="*/ 107 w 353"/>
              <a:gd name="T5" fmla="*/ 175 h 354"/>
              <a:gd name="T6" fmla="*/ 171 w 353"/>
              <a:gd name="T7" fmla="*/ 239 h 354"/>
              <a:gd name="T8" fmla="*/ 177 w 353"/>
              <a:gd name="T9" fmla="*/ 241 h 354"/>
              <a:gd name="T10" fmla="*/ 183 w 353"/>
              <a:gd name="T11" fmla="*/ 239 h 354"/>
              <a:gd name="T12" fmla="*/ 247 w 353"/>
              <a:gd name="T13" fmla="*/ 175 h 354"/>
              <a:gd name="T14" fmla="*/ 249 w 353"/>
              <a:gd name="T15" fmla="*/ 169 h 354"/>
              <a:gd name="T16" fmla="*/ 241 w 353"/>
              <a:gd name="T17" fmla="*/ 161 h 354"/>
              <a:gd name="T18" fmla="*/ 235 w 353"/>
              <a:gd name="T19" fmla="*/ 163 h 354"/>
              <a:gd name="T20" fmla="*/ 185 w 353"/>
              <a:gd name="T21" fmla="*/ 214 h 354"/>
              <a:gd name="T22" fmla="*/ 185 w 353"/>
              <a:gd name="T23" fmla="*/ 8 h 354"/>
              <a:gd name="T24" fmla="*/ 177 w 353"/>
              <a:gd name="T25" fmla="*/ 0 h 354"/>
              <a:gd name="T26" fmla="*/ 169 w 353"/>
              <a:gd name="T27" fmla="*/ 8 h 354"/>
              <a:gd name="T28" fmla="*/ 169 w 353"/>
              <a:gd name="T29" fmla="*/ 214 h 354"/>
              <a:gd name="T30" fmla="*/ 118 w 353"/>
              <a:gd name="T31" fmla="*/ 163 h 354"/>
              <a:gd name="T32" fmla="*/ 113 w 353"/>
              <a:gd name="T33" fmla="*/ 161 h 354"/>
              <a:gd name="T34" fmla="*/ 212 w 353"/>
              <a:gd name="T35" fmla="*/ 4 h 354"/>
              <a:gd name="T36" fmla="*/ 209 w 353"/>
              <a:gd name="T37" fmla="*/ 3 h 354"/>
              <a:gd name="T38" fmla="*/ 201 w 353"/>
              <a:gd name="T39" fmla="*/ 11 h 354"/>
              <a:gd name="T40" fmla="*/ 209 w 353"/>
              <a:gd name="T41" fmla="*/ 19 h 354"/>
              <a:gd name="T42" fmla="*/ 209 w 353"/>
              <a:gd name="T43" fmla="*/ 20 h 354"/>
              <a:gd name="T44" fmla="*/ 337 w 353"/>
              <a:gd name="T45" fmla="*/ 177 h 354"/>
              <a:gd name="T46" fmla="*/ 177 w 353"/>
              <a:gd name="T47" fmla="*/ 338 h 354"/>
              <a:gd name="T48" fmla="*/ 16 w 353"/>
              <a:gd name="T49" fmla="*/ 177 h 354"/>
              <a:gd name="T50" fmla="*/ 145 w 353"/>
              <a:gd name="T51" fmla="*/ 20 h 354"/>
              <a:gd name="T52" fmla="*/ 145 w 353"/>
              <a:gd name="T53" fmla="*/ 19 h 354"/>
              <a:gd name="T54" fmla="*/ 153 w 353"/>
              <a:gd name="T55" fmla="*/ 11 h 354"/>
              <a:gd name="T56" fmla="*/ 145 w 353"/>
              <a:gd name="T57" fmla="*/ 3 h 354"/>
              <a:gd name="T58" fmla="*/ 141 w 353"/>
              <a:gd name="T59" fmla="*/ 4 h 354"/>
              <a:gd name="T60" fmla="*/ 0 w 353"/>
              <a:gd name="T61" fmla="*/ 177 h 354"/>
              <a:gd name="T62" fmla="*/ 177 w 353"/>
              <a:gd name="T63" fmla="*/ 354 h 354"/>
              <a:gd name="T64" fmla="*/ 353 w 353"/>
              <a:gd name="T65" fmla="*/ 177 h 354"/>
              <a:gd name="T66" fmla="*/ 212 w 353"/>
              <a:gd name="T67" fmla="*/ 4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353" h="354">
                <a:moveTo>
                  <a:pt x="113" y="161"/>
                </a:moveTo>
                <a:cubicBezTo>
                  <a:pt x="108" y="161"/>
                  <a:pt x="105" y="165"/>
                  <a:pt x="105" y="169"/>
                </a:cubicBezTo>
                <a:cubicBezTo>
                  <a:pt x="105" y="171"/>
                  <a:pt x="105" y="173"/>
                  <a:pt x="107" y="175"/>
                </a:cubicBezTo>
                <a:cubicBezTo>
                  <a:pt x="171" y="239"/>
                  <a:pt x="171" y="239"/>
                  <a:pt x="171" y="239"/>
                </a:cubicBezTo>
                <a:cubicBezTo>
                  <a:pt x="173" y="240"/>
                  <a:pt x="175" y="241"/>
                  <a:pt x="177" y="241"/>
                </a:cubicBezTo>
                <a:cubicBezTo>
                  <a:pt x="179" y="241"/>
                  <a:pt x="181" y="240"/>
                  <a:pt x="183" y="239"/>
                </a:cubicBezTo>
                <a:cubicBezTo>
                  <a:pt x="247" y="175"/>
                  <a:pt x="247" y="175"/>
                  <a:pt x="247" y="175"/>
                </a:cubicBezTo>
                <a:cubicBezTo>
                  <a:pt x="248" y="173"/>
                  <a:pt x="249" y="171"/>
                  <a:pt x="249" y="169"/>
                </a:cubicBezTo>
                <a:cubicBezTo>
                  <a:pt x="249" y="165"/>
                  <a:pt x="245" y="161"/>
                  <a:pt x="241" y="161"/>
                </a:cubicBezTo>
                <a:cubicBezTo>
                  <a:pt x="239" y="161"/>
                  <a:pt x="237" y="162"/>
                  <a:pt x="235" y="163"/>
                </a:cubicBezTo>
                <a:cubicBezTo>
                  <a:pt x="185" y="214"/>
                  <a:pt x="185" y="214"/>
                  <a:pt x="185" y="214"/>
                </a:cubicBezTo>
                <a:cubicBezTo>
                  <a:pt x="185" y="8"/>
                  <a:pt x="185" y="8"/>
                  <a:pt x="185" y="8"/>
                </a:cubicBezTo>
                <a:cubicBezTo>
                  <a:pt x="185" y="4"/>
                  <a:pt x="181" y="0"/>
                  <a:pt x="177" y="0"/>
                </a:cubicBezTo>
                <a:cubicBezTo>
                  <a:pt x="172" y="0"/>
                  <a:pt x="169" y="4"/>
                  <a:pt x="169" y="8"/>
                </a:cubicBezTo>
                <a:cubicBezTo>
                  <a:pt x="169" y="214"/>
                  <a:pt x="169" y="214"/>
                  <a:pt x="169" y="214"/>
                </a:cubicBezTo>
                <a:cubicBezTo>
                  <a:pt x="118" y="163"/>
                  <a:pt x="118" y="163"/>
                  <a:pt x="118" y="163"/>
                </a:cubicBezTo>
                <a:cubicBezTo>
                  <a:pt x="117" y="162"/>
                  <a:pt x="115" y="161"/>
                  <a:pt x="113" y="161"/>
                </a:cubicBezTo>
                <a:moveTo>
                  <a:pt x="212" y="4"/>
                </a:moveTo>
                <a:cubicBezTo>
                  <a:pt x="211" y="4"/>
                  <a:pt x="210" y="3"/>
                  <a:pt x="209" y="3"/>
                </a:cubicBezTo>
                <a:cubicBezTo>
                  <a:pt x="205" y="3"/>
                  <a:pt x="201" y="7"/>
                  <a:pt x="201" y="11"/>
                </a:cubicBezTo>
                <a:cubicBezTo>
                  <a:pt x="201" y="16"/>
                  <a:pt x="205" y="19"/>
                  <a:pt x="209" y="19"/>
                </a:cubicBezTo>
                <a:cubicBezTo>
                  <a:pt x="209" y="20"/>
                  <a:pt x="209" y="20"/>
                  <a:pt x="209" y="20"/>
                </a:cubicBezTo>
                <a:cubicBezTo>
                  <a:pt x="282" y="35"/>
                  <a:pt x="337" y="99"/>
                  <a:pt x="337" y="177"/>
                </a:cubicBezTo>
                <a:cubicBezTo>
                  <a:pt x="337" y="266"/>
                  <a:pt x="266" y="338"/>
                  <a:pt x="177" y="338"/>
                </a:cubicBezTo>
                <a:cubicBezTo>
                  <a:pt x="88" y="338"/>
                  <a:pt x="16" y="266"/>
                  <a:pt x="16" y="177"/>
                </a:cubicBezTo>
                <a:cubicBezTo>
                  <a:pt x="16" y="99"/>
                  <a:pt x="71" y="35"/>
                  <a:pt x="145" y="20"/>
                </a:cubicBezTo>
                <a:cubicBezTo>
                  <a:pt x="145" y="19"/>
                  <a:pt x="145" y="19"/>
                  <a:pt x="145" y="19"/>
                </a:cubicBezTo>
                <a:cubicBezTo>
                  <a:pt x="149" y="19"/>
                  <a:pt x="153" y="16"/>
                  <a:pt x="153" y="11"/>
                </a:cubicBezTo>
                <a:cubicBezTo>
                  <a:pt x="153" y="7"/>
                  <a:pt x="149" y="3"/>
                  <a:pt x="145" y="3"/>
                </a:cubicBezTo>
                <a:cubicBezTo>
                  <a:pt x="143" y="3"/>
                  <a:pt x="142" y="4"/>
                  <a:pt x="141" y="4"/>
                </a:cubicBezTo>
                <a:cubicBezTo>
                  <a:pt x="61" y="21"/>
                  <a:pt x="0" y="92"/>
                  <a:pt x="0" y="177"/>
                </a:cubicBezTo>
                <a:cubicBezTo>
                  <a:pt x="0" y="275"/>
                  <a:pt x="79" y="354"/>
                  <a:pt x="177" y="354"/>
                </a:cubicBezTo>
                <a:cubicBezTo>
                  <a:pt x="274" y="354"/>
                  <a:pt x="353" y="275"/>
                  <a:pt x="353" y="177"/>
                </a:cubicBezTo>
                <a:cubicBezTo>
                  <a:pt x="353" y="92"/>
                  <a:pt x="293" y="21"/>
                  <a:pt x="212" y="4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2" name="Freeform 20"/>
          <p:cNvSpPr>
            <a:spLocks noEditPoints="1"/>
          </p:cNvSpPr>
          <p:nvPr/>
        </p:nvSpPr>
        <p:spPr bwMode="auto">
          <a:xfrm>
            <a:off x="6362702" y="2095500"/>
            <a:ext cx="582084" cy="315384"/>
          </a:xfrm>
          <a:custGeom>
            <a:avLst/>
            <a:gdLst>
              <a:gd name="T0" fmla="*/ 353 w 353"/>
              <a:gd name="T1" fmla="*/ 8 h 192"/>
              <a:gd name="T2" fmla="*/ 345 w 353"/>
              <a:gd name="T3" fmla="*/ 0 h 192"/>
              <a:gd name="T4" fmla="*/ 8 w 353"/>
              <a:gd name="T5" fmla="*/ 0 h 192"/>
              <a:gd name="T6" fmla="*/ 0 w 353"/>
              <a:gd name="T7" fmla="*/ 8 h 192"/>
              <a:gd name="T8" fmla="*/ 2 w 353"/>
              <a:gd name="T9" fmla="*/ 13 h 192"/>
              <a:gd name="T10" fmla="*/ 2 w 353"/>
              <a:gd name="T11" fmla="*/ 13 h 192"/>
              <a:gd name="T12" fmla="*/ 170 w 353"/>
              <a:gd name="T13" fmla="*/ 190 h 192"/>
              <a:gd name="T14" fmla="*/ 170 w 353"/>
              <a:gd name="T15" fmla="*/ 190 h 192"/>
              <a:gd name="T16" fmla="*/ 176 w 353"/>
              <a:gd name="T17" fmla="*/ 192 h 192"/>
              <a:gd name="T18" fmla="*/ 182 w 353"/>
              <a:gd name="T19" fmla="*/ 190 h 192"/>
              <a:gd name="T20" fmla="*/ 182 w 353"/>
              <a:gd name="T21" fmla="*/ 190 h 192"/>
              <a:gd name="T22" fmla="*/ 351 w 353"/>
              <a:gd name="T23" fmla="*/ 13 h 192"/>
              <a:gd name="T24" fmla="*/ 351 w 353"/>
              <a:gd name="T25" fmla="*/ 13 h 192"/>
              <a:gd name="T26" fmla="*/ 353 w 353"/>
              <a:gd name="T27" fmla="*/ 8 h 192"/>
              <a:gd name="T28" fmla="*/ 176 w 353"/>
              <a:gd name="T29" fmla="*/ 173 h 192"/>
              <a:gd name="T30" fmla="*/ 26 w 353"/>
              <a:gd name="T31" fmla="*/ 16 h 192"/>
              <a:gd name="T32" fmla="*/ 326 w 353"/>
              <a:gd name="T33" fmla="*/ 16 h 192"/>
              <a:gd name="T34" fmla="*/ 176 w 353"/>
              <a:gd name="T35" fmla="*/ 173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353" h="192">
                <a:moveTo>
                  <a:pt x="353" y="8"/>
                </a:moveTo>
                <a:cubicBezTo>
                  <a:pt x="353" y="3"/>
                  <a:pt x="349" y="0"/>
                  <a:pt x="345" y="0"/>
                </a:cubicBezTo>
                <a:cubicBezTo>
                  <a:pt x="8" y="0"/>
                  <a:pt x="8" y="0"/>
                  <a:pt x="8" y="0"/>
                </a:cubicBezTo>
                <a:cubicBezTo>
                  <a:pt x="3" y="0"/>
                  <a:pt x="0" y="3"/>
                  <a:pt x="0" y="8"/>
                </a:cubicBezTo>
                <a:cubicBezTo>
                  <a:pt x="0" y="10"/>
                  <a:pt x="0" y="12"/>
                  <a:pt x="2" y="13"/>
                </a:cubicBezTo>
                <a:cubicBezTo>
                  <a:pt x="2" y="13"/>
                  <a:pt x="2" y="13"/>
                  <a:pt x="2" y="13"/>
                </a:cubicBezTo>
                <a:cubicBezTo>
                  <a:pt x="170" y="190"/>
                  <a:pt x="170" y="190"/>
                  <a:pt x="170" y="190"/>
                </a:cubicBezTo>
                <a:cubicBezTo>
                  <a:pt x="170" y="190"/>
                  <a:pt x="170" y="190"/>
                  <a:pt x="170" y="190"/>
                </a:cubicBezTo>
                <a:cubicBezTo>
                  <a:pt x="172" y="191"/>
                  <a:pt x="174" y="192"/>
                  <a:pt x="176" y="192"/>
                </a:cubicBezTo>
                <a:cubicBezTo>
                  <a:pt x="178" y="192"/>
                  <a:pt x="180" y="191"/>
                  <a:pt x="182" y="190"/>
                </a:cubicBezTo>
                <a:cubicBezTo>
                  <a:pt x="182" y="190"/>
                  <a:pt x="182" y="190"/>
                  <a:pt x="182" y="190"/>
                </a:cubicBezTo>
                <a:cubicBezTo>
                  <a:pt x="351" y="13"/>
                  <a:pt x="351" y="13"/>
                  <a:pt x="351" y="13"/>
                </a:cubicBezTo>
                <a:cubicBezTo>
                  <a:pt x="351" y="13"/>
                  <a:pt x="351" y="13"/>
                  <a:pt x="351" y="13"/>
                </a:cubicBezTo>
                <a:cubicBezTo>
                  <a:pt x="352" y="12"/>
                  <a:pt x="353" y="10"/>
                  <a:pt x="353" y="8"/>
                </a:cubicBezTo>
                <a:moveTo>
                  <a:pt x="176" y="173"/>
                </a:moveTo>
                <a:cubicBezTo>
                  <a:pt x="26" y="16"/>
                  <a:pt x="26" y="16"/>
                  <a:pt x="26" y="16"/>
                </a:cubicBezTo>
                <a:cubicBezTo>
                  <a:pt x="326" y="16"/>
                  <a:pt x="326" y="16"/>
                  <a:pt x="326" y="16"/>
                </a:cubicBezTo>
                <a:lnTo>
                  <a:pt x="176" y="17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3" name="Freeform 21"/>
          <p:cNvSpPr>
            <a:spLocks noEditPoints="1"/>
          </p:cNvSpPr>
          <p:nvPr/>
        </p:nvSpPr>
        <p:spPr bwMode="auto">
          <a:xfrm>
            <a:off x="7473951" y="2095500"/>
            <a:ext cx="582084" cy="315384"/>
          </a:xfrm>
          <a:custGeom>
            <a:avLst/>
            <a:gdLst>
              <a:gd name="T0" fmla="*/ 351 w 353"/>
              <a:gd name="T1" fmla="*/ 179 h 192"/>
              <a:gd name="T2" fmla="*/ 351 w 353"/>
              <a:gd name="T3" fmla="*/ 179 h 192"/>
              <a:gd name="T4" fmla="*/ 182 w 353"/>
              <a:gd name="T5" fmla="*/ 2 h 192"/>
              <a:gd name="T6" fmla="*/ 182 w 353"/>
              <a:gd name="T7" fmla="*/ 2 h 192"/>
              <a:gd name="T8" fmla="*/ 176 w 353"/>
              <a:gd name="T9" fmla="*/ 0 h 192"/>
              <a:gd name="T10" fmla="*/ 171 w 353"/>
              <a:gd name="T11" fmla="*/ 2 h 192"/>
              <a:gd name="T12" fmla="*/ 171 w 353"/>
              <a:gd name="T13" fmla="*/ 2 h 192"/>
              <a:gd name="T14" fmla="*/ 2 w 353"/>
              <a:gd name="T15" fmla="*/ 179 h 192"/>
              <a:gd name="T16" fmla="*/ 2 w 353"/>
              <a:gd name="T17" fmla="*/ 179 h 192"/>
              <a:gd name="T18" fmla="*/ 0 w 353"/>
              <a:gd name="T19" fmla="*/ 184 h 192"/>
              <a:gd name="T20" fmla="*/ 8 w 353"/>
              <a:gd name="T21" fmla="*/ 192 h 192"/>
              <a:gd name="T22" fmla="*/ 345 w 353"/>
              <a:gd name="T23" fmla="*/ 192 h 192"/>
              <a:gd name="T24" fmla="*/ 353 w 353"/>
              <a:gd name="T25" fmla="*/ 184 h 192"/>
              <a:gd name="T26" fmla="*/ 351 w 353"/>
              <a:gd name="T27" fmla="*/ 179 h 192"/>
              <a:gd name="T28" fmla="*/ 27 w 353"/>
              <a:gd name="T29" fmla="*/ 176 h 192"/>
              <a:gd name="T30" fmla="*/ 176 w 353"/>
              <a:gd name="T31" fmla="*/ 19 h 192"/>
              <a:gd name="T32" fmla="*/ 326 w 353"/>
              <a:gd name="T33" fmla="*/ 176 h 192"/>
              <a:gd name="T34" fmla="*/ 27 w 353"/>
              <a:gd name="T35" fmla="*/ 176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353" h="192">
                <a:moveTo>
                  <a:pt x="351" y="179"/>
                </a:moveTo>
                <a:cubicBezTo>
                  <a:pt x="351" y="179"/>
                  <a:pt x="351" y="179"/>
                  <a:pt x="351" y="179"/>
                </a:cubicBezTo>
                <a:cubicBezTo>
                  <a:pt x="182" y="2"/>
                  <a:pt x="182" y="2"/>
                  <a:pt x="182" y="2"/>
                </a:cubicBezTo>
                <a:cubicBezTo>
                  <a:pt x="182" y="2"/>
                  <a:pt x="182" y="2"/>
                  <a:pt x="182" y="2"/>
                </a:cubicBezTo>
                <a:cubicBezTo>
                  <a:pt x="181" y="1"/>
                  <a:pt x="179" y="0"/>
                  <a:pt x="176" y="0"/>
                </a:cubicBezTo>
                <a:cubicBezTo>
                  <a:pt x="174" y="0"/>
                  <a:pt x="172" y="1"/>
                  <a:pt x="171" y="2"/>
                </a:cubicBezTo>
                <a:cubicBezTo>
                  <a:pt x="171" y="2"/>
                  <a:pt x="171" y="2"/>
                  <a:pt x="171" y="2"/>
                </a:cubicBezTo>
                <a:cubicBezTo>
                  <a:pt x="2" y="179"/>
                  <a:pt x="2" y="179"/>
                  <a:pt x="2" y="179"/>
                </a:cubicBezTo>
                <a:cubicBezTo>
                  <a:pt x="2" y="179"/>
                  <a:pt x="2" y="179"/>
                  <a:pt x="2" y="179"/>
                </a:cubicBezTo>
                <a:cubicBezTo>
                  <a:pt x="1" y="180"/>
                  <a:pt x="0" y="182"/>
                  <a:pt x="0" y="184"/>
                </a:cubicBezTo>
                <a:cubicBezTo>
                  <a:pt x="0" y="189"/>
                  <a:pt x="3" y="192"/>
                  <a:pt x="8" y="192"/>
                </a:cubicBezTo>
                <a:cubicBezTo>
                  <a:pt x="345" y="192"/>
                  <a:pt x="345" y="192"/>
                  <a:pt x="345" y="192"/>
                </a:cubicBezTo>
                <a:cubicBezTo>
                  <a:pt x="350" y="192"/>
                  <a:pt x="353" y="189"/>
                  <a:pt x="353" y="184"/>
                </a:cubicBezTo>
                <a:cubicBezTo>
                  <a:pt x="353" y="182"/>
                  <a:pt x="352" y="180"/>
                  <a:pt x="351" y="179"/>
                </a:cubicBezTo>
                <a:moveTo>
                  <a:pt x="27" y="176"/>
                </a:moveTo>
                <a:cubicBezTo>
                  <a:pt x="176" y="19"/>
                  <a:pt x="176" y="19"/>
                  <a:pt x="176" y="19"/>
                </a:cubicBezTo>
                <a:cubicBezTo>
                  <a:pt x="326" y="176"/>
                  <a:pt x="326" y="176"/>
                  <a:pt x="326" y="176"/>
                </a:cubicBezTo>
                <a:lnTo>
                  <a:pt x="27" y="17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4" name="Freeform 22"/>
          <p:cNvSpPr>
            <a:spLocks noEditPoints="1"/>
          </p:cNvSpPr>
          <p:nvPr/>
        </p:nvSpPr>
        <p:spPr bwMode="auto">
          <a:xfrm>
            <a:off x="8716435" y="1960033"/>
            <a:ext cx="317500" cy="584200"/>
          </a:xfrm>
          <a:custGeom>
            <a:avLst/>
            <a:gdLst>
              <a:gd name="T0" fmla="*/ 185 w 193"/>
              <a:gd name="T1" fmla="*/ 0 h 354"/>
              <a:gd name="T2" fmla="*/ 180 w 193"/>
              <a:gd name="T3" fmla="*/ 3 h 354"/>
              <a:gd name="T4" fmla="*/ 180 w 193"/>
              <a:gd name="T5" fmla="*/ 3 h 354"/>
              <a:gd name="T6" fmla="*/ 3 w 193"/>
              <a:gd name="T7" fmla="*/ 171 h 354"/>
              <a:gd name="T8" fmla="*/ 3 w 193"/>
              <a:gd name="T9" fmla="*/ 171 h 354"/>
              <a:gd name="T10" fmla="*/ 0 w 193"/>
              <a:gd name="T11" fmla="*/ 177 h 354"/>
              <a:gd name="T12" fmla="*/ 3 w 193"/>
              <a:gd name="T13" fmla="*/ 183 h 354"/>
              <a:gd name="T14" fmla="*/ 3 w 193"/>
              <a:gd name="T15" fmla="*/ 183 h 354"/>
              <a:gd name="T16" fmla="*/ 180 w 193"/>
              <a:gd name="T17" fmla="*/ 351 h 354"/>
              <a:gd name="T18" fmla="*/ 180 w 193"/>
              <a:gd name="T19" fmla="*/ 351 h 354"/>
              <a:gd name="T20" fmla="*/ 185 w 193"/>
              <a:gd name="T21" fmla="*/ 354 h 354"/>
              <a:gd name="T22" fmla="*/ 193 w 193"/>
              <a:gd name="T23" fmla="*/ 346 h 354"/>
              <a:gd name="T24" fmla="*/ 193 w 193"/>
              <a:gd name="T25" fmla="*/ 8 h 354"/>
              <a:gd name="T26" fmla="*/ 185 w 193"/>
              <a:gd name="T27" fmla="*/ 0 h 354"/>
              <a:gd name="T28" fmla="*/ 177 w 193"/>
              <a:gd name="T29" fmla="*/ 327 h 354"/>
              <a:gd name="T30" fmla="*/ 20 w 193"/>
              <a:gd name="T31" fmla="*/ 177 h 354"/>
              <a:gd name="T32" fmla="*/ 177 w 193"/>
              <a:gd name="T33" fmla="*/ 27 h 354"/>
              <a:gd name="T34" fmla="*/ 177 w 193"/>
              <a:gd name="T35" fmla="*/ 327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93" h="354">
                <a:moveTo>
                  <a:pt x="185" y="0"/>
                </a:moveTo>
                <a:cubicBezTo>
                  <a:pt x="183" y="0"/>
                  <a:pt x="181" y="1"/>
                  <a:pt x="180" y="3"/>
                </a:cubicBezTo>
                <a:cubicBezTo>
                  <a:pt x="180" y="3"/>
                  <a:pt x="180" y="3"/>
                  <a:pt x="180" y="3"/>
                </a:cubicBezTo>
                <a:cubicBezTo>
                  <a:pt x="3" y="171"/>
                  <a:pt x="3" y="171"/>
                  <a:pt x="3" y="171"/>
                </a:cubicBezTo>
                <a:cubicBezTo>
                  <a:pt x="3" y="171"/>
                  <a:pt x="3" y="171"/>
                  <a:pt x="3" y="171"/>
                </a:cubicBezTo>
                <a:cubicBezTo>
                  <a:pt x="1" y="173"/>
                  <a:pt x="0" y="175"/>
                  <a:pt x="0" y="177"/>
                </a:cubicBezTo>
                <a:cubicBezTo>
                  <a:pt x="0" y="179"/>
                  <a:pt x="1" y="181"/>
                  <a:pt x="3" y="183"/>
                </a:cubicBezTo>
                <a:cubicBezTo>
                  <a:pt x="3" y="183"/>
                  <a:pt x="3" y="183"/>
                  <a:pt x="3" y="183"/>
                </a:cubicBezTo>
                <a:cubicBezTo>
                  <a:pt x="180" y="351"/>
                  <a:pt x="180" y="351"/>
                  <a:pt x="180" y="351"/>
                </a:cubicBezTo>
                <a:cubicBezTo>
                  <a:pt x="180" y="351"/>
                  <a:pt x="180" y="351"/>
                  <a:pt x="180" y="351"/>
                </a:cubicBezTo>
                <a:cubicBezTo>
                  <a:pt x="181" y="353"/>
                  <a:pt x="183" y="354"/>
                  <a:pt x="185" y="354"/>
                </a:cubicBezTo>
                <a:cubicBezTo>
                  <a:pt x="190" y="354"/>
                  <a:pt x="193" y="350"/>
                  <a:pt x="193" y="346"/>
                </a:cubicBezTo>
                <a:cubicBezTo>
                  <a:pt x="193" y="8"/>
                  <a:pt x="193" y="8"/>
                  <a:pt x="193" y="8"/>
                </a:cubicBezTo>
                <a:cubicBezTo>
                  <a:pt x="193" y="4"/>
                  <a:pt x="190" y="0"/>
                  <a:pt x="185" y="0"/>
                </a:cubicBezTo>
                <a:moveTo>
                  <a:pt x="177" y="327"/>
                </a:moveTo>
                <a:cubicBezTo>
                  <a:pt x="20" y="177"/>
                  <a:pt x="20" y="177"/>
                  <a:pt x="20" y="177"/>
                </a:cubicBezTo>
                <a:cubicBezTo>
                  <a:pt x="177" y="27"/>
                  <a:pt x="177" y="27"/>
                  <a:pt x="177" y="27"/>
                </a:cubicBezTo>
                <a:lnTo>
                  <a:pt x="177" y="32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5" name="Freeform 23"/>
          <p:cNvSpPr>
            <a:spLocks noEditPoints="1"/>
          </p:cNvSpPr>
          <p:nvPr/>
        </p:nvSpPr>
        <p:spPr bwMode="auto">
          <a:xfrm>
            <a:off x="9829801" y="1960033"/>
            <a:ext cx="315384" cy="584200"/>
          </a:xfrm>
          <a:custGeom>
            <a:avLst/>
            <a:gdLst>
              <a:gd name="T0" fmla="*/ 192 w 192"/>
              <a:gd name="T1" fmla="*/ 177 h 354"/>
              <a:gd name="T2" fmla="*/ 190 w 192"/>
              <a:gd name="T3" fmla="*/ 171 h 354"/>
              <a:gd name="T4" fmla="*/ 190 w 192"/>
              <a:gd name="T5" fmla="*/ 171 h 354"/>
              <a:gd name="T6" fmla="*/ 13 w 192"/>
              <a:gd name="T7" fmla="*/ 3 h 354"/>
              <a:gd name="T8" fmla="*/ 13 w 192"/>
              <a:gd name="T9" fmla="*/ 3 h 354"/>
              <a:gd name="T10" fmla="*/ 8 w 192"/>
              <a:gd name="T11" fmla="*/ 0 h 354"/>
              <a:gd name="T12" fmla="*/ 0 w 192"/>
              <a:gd name="T13" fmla="*/ 8 h 354"/>
              <a:gd name="T14" fmla="*/ 0 w 192"/>
              <a:gd name="T15" fmla="*/ 346 h 354"/>
              <a:gd name="T16" fmla="*/ 8 w 192"/>
              <a:gd name="T17" fmla="*/ 354 h 354"/>
              <a:gd name="T18" fmla="*/ 13 w 192"/>
              <a:gd name="T19" fmla="*/ 351 h 354"/>
              <a:gd name="T20" fmla="*/ 13 w 192"/>
              <a:gd name="T21" fmla="*/ 351 h 354"/>
              <a:gd name="T22" fmla="*/ 190 w 192"/>
              <a:gd name="T23" fmla="*/ 183 h 354"/>
              <a:gd name="T24" fmla="*/ 190 w 192"/>
              <a:gd name="T25" fmla="*/ 183 h 354"/>
              <a:gd name="T26" fmla="*/ 192 w 192"/>
              <a:gd name="T27" fmla="*/ 177 h 354"/>
              <a:gd name="T28" fmla="*/ 16 w 192"/>
              <a:gd name="T29" fmla="*/ 327 h 354"/>
              <a:gd name="T30" fmla="*/ 16 w 192"/>
              <a:gd name="T31" fmla="*/ 27 h 354"/>
              <a:gd name="T32" fmla="*/ 173 w 192"/>
              <a:gd name="T33" fmla="*/ 177 h 354"/>
              <a:gd name="T34" fmla="*/ 16 w 192"/>
              <a:gd name="T35" fmla="*/ 327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92" h="354">
                <a:moveTo>
                  <a:pt x="192" y="177"/>
                </a:moveTo>
                <a:cubicBezTo>
                  <a:pt x="192" y="175"/>
                  <a:pt x="192" y="173"/>
                  <a:pt x="190" y="171"/>
                </a:cubicBezTo>
                <a:cubicBezTo>
                  <a:pt x="190" y="171"/>
                  <a:pt x="190" y="171"/>
                  <a:pt x="190" y="171"/>
                </a:cubicBezTo>
                <a:cubicBezTo>
                  <a:pt x="13" y="3"/>
                  <a:pt x="13" y="3"/>
                  <a:pt x="13" y="3"/>
                </a:cubicBezTo>
                <a:cubicBezTo>
                  <a:pt x="13" y="3"/>
                  <a:pt x="13" y="3"/>
                  <a:pt x="13" y="3"/>
                </a:cubicBezTo>
                <a:cubicBezTo>
                  <a:pt x="12" y="1"/>
                  <a:pt x="10" y="0"/>
                  <a:pt x="8" y="0"/>
                </a:cubicBezTo>
                <a:cubicBezTo>
                  <a:pt x="3" y="0"/>
                  <a:pt x="0" y="4"/>
                  <a:pt x="0" y="8"/>
                </a:cubicBezTo>
                <a:cubicBezTo>
                  <a:pt x="0" y="346"/>
                  <a:pt x="0" y="346"/>
                  <a:pt x="0" y="346"/>
                </a:cubicBezTo>
                <a:cubicBezTo>
                  <a:pt x="0" y="350"/>
                  <a:pt x="3" y="354"/>
                  <a:pt x="8" y="354"/>
                </a:cubicBezTo>
                <a:cubicBezTo>
                  <a:pt x="10" y="354"/>
                  <a:pt x="12" y="353"/>
                  <a:pt x="13" y="351"/>
                </a:cubicBezTo>
                <a:cubicBezTo>
                  <a:pt x="13" y="351"/>
                  <a:pt x="13" y="351"/>
                  <a:pt x="13" y="351"/>
                </a:cubicBezTo>
                <a:cubicBezTo>
                  <a:pt x="190" y="183"/>
                  <a:pt x="190" y="183"/>
                  <a:pt x="190" y="183"/>
                </a:cubicBezTo>
                <a:cubicBezTo>
                  <a:pt x="190" y="183"/>
                  <a:pt x="190" y="183"/>
                  <a:pt x="190" y="183"/>
                </a:cubicBezTo>
                <a:cubicBezTo>
                  <a:pt x="192" y="181"/>
                  <a:pt x="192" y="179"/>
                  <a:pt x="192" y="177"/>
                </a:cubicBezTo>
                <a:moveTo>
                  <a:pt x="16" y="327"/>
                </a:moveTo>
                <a:cubicBezTo>
                  <a:pt x="16" y="27"/>
                  <a:pt x="16" y="27"/>
                  <a:pt x="16" y="27"/>
                </a:cubicBezTo>
                <a:cubicBezTo>
                  <a:pt x="173" y="177"/>
                  <a:pt x="173" y="177"/>
                  <a:pt x="173" y="177"/>
                </a:cubicBezTo>
                <a:lnTo>
                  <a:pt x="16" y="32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6" name="Freeform 24"/>
          <p:cNvSpPr>
            <a:spLocks/>
          </p:cNvSpPr>
          <p:nvPr/>
        </p:nvSpPr>
        <p:spPr bwMode="auto">
          <a:xfrm>
            <a:off x="10807702" y="1960033"/>
            <a:ext cx="582084" cy="584200"/>
          </a:xfrm>
          <a:custGeom>
            <a:avLst/>
            <a:gdLst>
              <a:gd name="T0" fmla="*/ 351 w 353"/>
              <a:gd name="T1" fmla="*/ 171 h 354"/>
              <a:gd name="T2" fmla="*/ 303 w 353"/>
              <a:gd name="T3" fmla="*/ 123 h 354"/>
              <a:gd name="T4" fmla="*/ 297 w 353"/>
              <a:gd name="T5" fmla="*/ 121 h 354"/>
              <a:gd name="T6" fmla="*/ 289 w 353"/>
              <a:gd name="T7" fmla="*/ 129 h 354"/>
              <a:gd name="T8" fmla="*/ 291 w 353"/>
              <a:gd name="T9" fmla="*/ 134 h 354"/>
              <a:gd name="T10" fmla="*/ 326 w 353"/>
              <a:gd name="T11" fmla="*/ 169 h 354"/>
              <a:gd name="T12" fmla="*/ 185 w 353"/>
              <a:gd name="T13" fmla="*/ 169 h 354"/>
              <a:gd name="T14" fmla="*/ 185 w 353"/>
              <a:gd name="T15" fmla="*/ 28 h 354"/>
              <a:gd name="T16" fmla="*/ 219 w 353"/>
              <a:gd name="T17" fmla="*/ 62 h 354"/>
              <a:gd name="T18" fmla="*/ 225 w 353"/>
              <a:gd name="T19" fmla="*/ 65 h 354"/>
              <a:gd name="T20" fmla="*/ 233 w 353"/>
              <a:gd name="T21" fmla="*/ 57 h 354"/>
              <a:gd name="T22" fmla="*/ 230 w 353"/>
              <a:gd name="T23" fmla="*/ 51 h 354"/>
              <a:gd name="T24" fmla="*/ 182 w 353"/>
              <a:gd name="T25" fmla="*/ 3 h 354"/>
              <a:gd name="T26" fmla="*/ 176 w 353"/>
              <a:gd name="T27" fmla="*/ 0 h 354"/>
              <a:gd name="T28" fmla="*/ 171 w 353"/>
              <a:gd name="T29" fmla="*/ 3 h 354"/>
              <a:gd name="T30" fmla="*/ 123 w 353"/>
              <a:gd name="T31" fmla="*/ 51 h 354"/>
              <a:gd name="T32" fmla="*/ 120 w 353"/>
              <a:gd name="T33" fmla="*/ 57 h 354"/>
              <a:gd name="T34" fmla="*/ 128 w 353"/>
              <a:gd name="T35" fmla="*/ 65 h 354"/>
              <a:gd name="T36" fmla="*/ 134 w 353"/>
              <a:gd name="T37" fmla="*/ 62 h 354"/>
              <a:gd name="T38" fmla="*/ 168 w 353"/>
              <a:gd name="T39" fmla="*/ 28 h 354"/>
              <a:gd name="T40" fmla="*/ 168 w 353"/>
              <a:gd name="T41" fmla="*/ 169 h 354"/>
              <a:gd name="T42" fmla="*/ 27 w 353"/>
              <a:gd name="T43" fmla="*/ 169 h 354"/>
              <a:gd name="T44" fmla="*/ 62 w 353"/>
              <a:gd name="T45" fmla="*/ 134 h 354"/>
              <a:gd name="T46" fmla="*/ 64 w 353"/>
              <a:gd name="T47" fmla="*/ 129 h 354"/>
              <a:gd name="T48" fmla="*/ 56 w 353"/>
              <a:gd name="T49" fmla="*/ 121 h 354"/>
              <a:gd name="T50" fmla="*/ 50 w 353"/>
              <a:gd name="T51" fmla="*/ 123 h 354"/>
              <a:gd name="T52" fmla="*/ 2 w 353"/>
              <a:gd name="T53" fmla="*/ 171 h 354"/>
              <a:gd name="T54" fmla="*/ 0 w 353"/>
              <a:gd name="T55" fmla="*/ 177 h 354"/>
              <a:gd name="T56" fmla="*/ 2 w 353"/>
              <a:gd name="T57" fmla="*/ 183 h 354"/>
              <a:gd name="T58" fmla="*/ 50 w 353"/>
              <a:gd name="T59" fmla="*/ 231 h 354"/>
              <a:gd name="T60" fmla="*/ 56 w 353"/>
              <a:gd name="T61" fmla="*/ 233 h 354"/>
              <a:gd name="T62" fmla="*/ 64 w 353"/>
              <a:gd name="T63" fmla="*/ 225 h 354"/>
              <a:gd name="T64" fmla="*/ 62 w 353"/>
              <a:gd name="T65" fmla="*/ 219 h 354"/>
              <a:gd name="T66" fmla="*/ 27 w 353"/>
              <a:gd name="T67" fmla="*/ 185 h 354"/>
              <a:gd name="T68" fmla="*/ 168 w 353"/>
              <a:gd name="T69" fmla="*/ 185 h 354"/>
              <a:gd name="T70" fmla="*/ 168 w 353"/>
              <a:gd name="T71" fmla="*/ 326 h 354"/>
              <a:gd name="T72" fmla="*/ 134 w 353"/>
              <a:gd name="T73" fmla="*/ 292 h 354"/>
              <a:gd name="T74" fmla="*/ 128 w 353"/>
              <a:gd name="T75" fmla="*/ 289 h 354"/>
              <a:gd name="T76" fmla="*/ 120 w 353"/>
              <a:gd name="T77" fmla="*/ 297 h 354"/>
              <a:gd name="T78" fmla="*/ 123 w 353"/>
              <a:gd name="T79" fmla="*/ 303 h 354"/>
              <a:gd name="T80" fmla="*/ 171 w 353"/>
              <a:gd name="T81" fmla="*/ 351 h 354"/>
              <a:gd name="T82" fmla="*/ 176 w 353"/>
              <a:gd name="T83" fmla="*/ 354 h 354"/>
              <a:gd name="T84" fmla="*/ 182 w 353"/>
              <a:gd name="T85" fmla="*/ 351 h 354"/>
              <a:gd name="T86" fmla="*/ 230 w 353"/>
              <a:gd name="T87" fmla="*/ 303 h 354"/>
              <a:gd name="T88" fmla="*/ 233 w 353"/>
              <a:gd name="T89" fmla="*/ 297 h 354"/>
              <a:gd name="T90" fmla="*/ 225 w 353"/>
              <a:gd name="T91" fmla="*/ 289 h 354"/>
              <a:gd name="T92" fmla="*/ 219 w 353"/>
              <a:gd name="T93" fmla="*/ 292 h 354"/>
              <a:gd name="T94" fmla="*/ 185 w 353"/>
              <a:gd name="T95" fmla="*/ 326 h 354"/>
              <a:gd name="T96" fmla="*/ 185 w 353"/>
              <a:gd name="T97" fmla="*/ 185 h 354"/>
              <a:gd name="T98" fmla="*/ 326 w 353"/>
              <a:gd name="T99" fmla="*/ 185 h 354"/>
              <a:gd name="T100" fmla="*/ 291 w 353"/>
              <a:gd name="T101" fmla="*/ 219 h 354"/>
              <a:gd name="T102" fmla="*/ 289 w 353"/>
              <a:gd name="T103" fmla="*/ 225 h 354"/>
              <a:gd name="T104" fmla="*/ 297 w 353"/>
              <a:gd name="T105" fmla="*/ 233 h 354"/>
              <a:gd name="T106" fmla="*/ 303 w 353"/>
              <a:gd name="T107" fmla="*/ 231 h 354"/>
              <a:gd name="T108" fmla="*/ 351 w 353"/>
              <a:gd name="T109" fmla="*/ 183 h 354"/>
              <a:gd name="T110" fmla="*/ 353 w 353"/>
              <a:gd name="T111" fmla="*/ 177 h 354"/>
              <a:gd name="T112" fmla="*/ 351 w 353"/>
              <a:gd name="T113" fmla="*/ 171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353" h="354">
                <a:moveTo>
                  <a:pt x="351" y="171"/>
                </a:moveTo>
                <a:cubicBezTo>
                  <a:pt x="303" y="123"/>
                  <a:pt x="303" y="123"/>
                  <a:pt x="303" y="123"/>
                </a:cubicBezTo>
                <a:cubicBezTo>
                  <a:pt x="301" y="122"/>
                  <a:pt x="299" y="121"/>
                  <a:pt x="297" y="121"/>
                </a:cubicBezTo>
                <a:cubicBezTo>
                  <a:pt x="292" y="121"/>
                  <a:pt x="289" y="124"/>
                  <a:pt x="289" y="129"/>
                </a:cubicBezTo>
                <a:cubicBezTo>
                  <a:pt x="289" y="131"/>
                  <a:pt x="290" y="133"/>
                  <a:pt x="291" y="134"/>
                </a:cubicBezTo>
                <a:cubicBezTo>
                  <a:pt x="326" y="169"/>
                  <a:pt x="326" y="169"/>
                  <a:pt x="326" y="169"/>
                </a:cubicBezTo>
                <a:cubicBezTo>
                  <a:pt x="185" y="169"/>
                  <a:pt x="185" y="169"/>
                  <a:pt x="185" y="169"/>
                </a:cubicBezTo>
                <a:cubicBezTo>
                  <a:pt x="185" y="28"/>
                  <a:pt x="185" y="28"/>
                  <a:pt x="185" y="28"/>
                </a:cubicBezTo>
                <a:cubicBezTo>
                  <a:pt x="219" y="62"/>
                  <a:pt x="219" y="62"/>
                  <a:pt x="219" y="62"/>
                </a:cubicBezTo>
                <a:cubicBezTo>
                  <a:pt x="220" y="64"/>
                  <a:pt x="222" y="65"/>
                  <a:pt x="225" y="65"/>
                </a:cubicBezTo>
                <a:cubicBezTo>
                  <a:pt x="229" y="65"/>
                  <a:pt x="233" y="61"/>
                  <a:pt x="233" y="57"/>
                </a:cubicBezTo>
                <a:cubicBezTo>
                  <a:pt x="233" y="54"/>
                  <a:pt x="232" y="52"/>
                  <a:pt x="230" y="51"/>
                </a:cubicBezTo>
                <a:cubicBezTo>
                  <a:pt x="182" y="3"/>
                  <a:pt x="182" y="3"/>
                  <a:pt x="182" y="3"/>
                </a:cubicBezTo>
                <a:cubicBezTo>
                  <a:pt x="181" y="1"/>
                  <a:pt x="179" y="0"/>
                  <a:pt x="176" y="0"/>
                </a:cubicBezTo>
                <a:cubicBezTo>
                  <a:pt x="174" y="0"/>
                  <a:pt x="172" y="1"/>
                  <a:pt x="171" y="3"/>
                </a:cubicBezTo>
                <a:cubicBezTo>
                  <a:pt x="123" y="51"/>
                  <a:pt x="123" y="51"/>
                  <a:pt x="123" y="51"/>
                </a:cubicBezTo>
                <a:cubicBezTo>
                  <a:pt x="121" y="52"/>
                  <a:pt x="120" y="54"/>
                  <a:pt x="120" y="57"/>
                </a:cubicBezTo>
                <a:cubicBezTo>
                  <a:pt x="120" y="61"/>
                  <a:pt x="124" y="65"/>
                  <a:pt x="128" y="65"/>
                </a:cubicBezTo>
                <a:cubicBezTo>
                  <a:pt x="131" y="65"/>
                  <a:pt x="133" y="64"/>
                  <a:pt x="134" y="62"/>
                </a:cubicBezTo>
                <a:cubicBezTo>
                  <a:pt x="168" y="28"/>
                  <a:pt x="168" y="28"/>
                  <a:pt x="168" y="28"/>
                </a:cubicBezTo>
                <a:cubicBezTo>
                  <a:pt x="168" y="169"/>
                  <a:pt x="168" y="169"/>
                  <a:pt x="168" y="169"/>
                </a:cubicBezTo>
                <a:cubicBezTo>
                  <a:pt x="27" y="169"/>
                  <a:pt x="27" y="169"/>
                  <a:pt x="27" y="169"/>
                </a:cubicBezTo>
                <a:cubicBezTo>
                  <a:pt x="62" y="134"/>
                  <a:pt x="62" y="134"/>
                  <a:pt x="62" y="134"/>
                </a:cubicBezTo>
                <a:cubicBezTo>
                  <a:pt x="63" y="133"/>
                  <a:pt x="64" y="131"/>
                  <a:pt x="64" y="129"/>
                </a:cubicBezTo>
                <a:cubicBezTo>
                  <a:pt x="64" y="124"/>
                  <a:pt x="61" y="121"/>
                  <a:pt x="56" y="121"/>
                </a:cubicBezTo>
                <a:cubicBezTo>
                  <a:pt x="54" y="121"/>
                  <a:pt x="52" y="122"/>
                  <a:pt x="50" y="123"/>
                </a:cubicBezTo>
                <a:cubicBezTo>
                  <a:pt x="2" y="171"/>
                  <a:pt x="2" y="171"/>
                  <a:pt x="2" y="171"/>
                </a:cubicBezTo>
                <a:cubicBezTo>
                  <a:pt x="1" y="173"/>
                  <a:pt x="0" y="175"/>
                  <a:pt x="0" y="177"/>
                </a:cubicBezTo>
                <a:cubicBezTo>
                  <a:pt x="0" y="179"/>
                  <a:pt x="1" y="181"/>
                  <a:pt x="2" y="183"/>
                </a:cubicBezTo>
                <a:cubicBezTo>
                  <a:pt x="50" y="231"/>
                  <a:pt x="50" y="231"/>
                  <a:pt x="50" y="231"/>
                </a:cubicBezTo>
                <a:cubicBezTo>
                  <a:pt x="52" y="232"/>
                  <a:pt x="54" y="233"/>
                  <a:pt x="56" y="233"/>
                </a:cubicBezTo>
                <a:cubicBezTo>
                  <a:pt x="61" y="233"/>
                  <a:pt x="64" y="230"/>
                  <a:pt x="64" y="225"/>
                </a:cubicBezTo>
                <a:cubicBezTo>
                  <a:pt x="64" y="223"/>
                  <a:pt x="63" y="221"/>
                  <a:pt x="62" y="219"/>
                </a:cubicBezTo>
                <a:cubicBezTo>
                  <a:pt x="27" y="185"/>
                  <a:pt x="27" y="185"/>
                  <a:pt x="27" y="185"/>
                </a:cubicBezTo>
                <a:cubicBezTo>
                  <a:pt x="168" y="185"/>
                  <a:pt x="168" y="185"/>
                  <a:pt x="168" y="185"/>
                </a:cubicBezTo>
                <a:cubicBezTo>
                  <a:pt x="168" y="326"/>
                  <a:pt x="168" y="326"/>
                  <a:pt x="168" y="326"/>
                </a:cubicBezTo>
                <a:cubicBezTo>
                  <a:pt x="134" y="292"/>
                  <a:pt x="134" y="292"/>
                  <a:pt x="134" y="292"/>
                </a:cubicBezTo>
                <a:cubicBezTo>
                  <a:pt x="133" y="290"/>
                  <a:pt x="131" y="289"/>
                  <a:pt x="128" y="289"/>
                </a:cubicBezTo>
                <a:cubicBezTo>
                  <a:pt x="124" y="289"/>
                  <a:pt x="120" y="293"/>
                  <a:pt x="120" y="297"/>
                </a:cubicBezTo>
                <a:cubicBezTo>
                  <a:pt x="120" y="300"/>
                  <a:pt x="121" y="302"/>
                  <a:pt x="123" y="303"/>
                </a:cubicBezTo>
                <a:cubicBezTo>
                  <a:pt x="171" y="351"/>
                  <a:pt x="171" y="351"/>
                  <a:pt x="171" y="351"/>
                </a:cubicBezTo>
                <a:cubicBezTo>
                  <a:pt x="172" y="353"/>
                  <a:pt x="174" y="354"/>
                  <a:pt x="176" y="354"/>
                </a:cubicBezTo>
                <a:cubicBezTo>
                  <a:pt x="179" y="354"/>
                  <a:pt x="181" y="353"/>
                  <a:pt x="182" y="351"/>
                </a:cubicBezTo>
                <a:cubicBezTo>
                  <a:pt x="230" y="303"/>
                  <a:pt x="230" y="303"/>
                  <a:pt x="230" y="303"/>
                </a:cubicBezTo>
                <a:cubicBezTo>
                  <a:pt x="232" y="302"/>
                  <a:pt x="233" y="300"/>
                  <a:pt x="233" y="297"/>
                </a:cubicBezTo>
                <a:cubicBezTo>
                  <a:pt x="233" y="293"/>
                  <a:pt x="229" y="289"/>
                  <a:pt x="225" y="289"/>
                </a:cubicBezTo>
                <a:cubicBezTo>
                  <a:pt x="222" y="289"/>
                  <a:pt x="220" y="290"/>
                  <a:pt x="219" y="292"/>
                </a:cubicBezTo>
                <a:cubicBezTo>
                  <a:pt x="185" y="326"/>
                  <a:pt x="185" y="326"/>
                  <a:pt x="185" y="326"/>
                </a:cubicBezTo>
                <a:cubicBezTo>
                  <a:pt x="185" y="185"/>
                  <a:pt x="185" y="185"/>
                  <a:pt x="185" y="185"/>
                </a:cubicBezTo>
                <a:cubicBezTo>
                  <a:pt x="326" y="185"/>
                  <a:pt x="326" y="185"/>
                  <a:pt x="326" y="185"/>
                </a:cubicBezTo>
                <a:cubicBezTo>
                  <a:pt x="291" y="219"/>
                  <a:pt x="291" y="219"/>
                  <a:pt x="291" y="219"/>
                </a:cubicBezTo>
                <a:cubicBezTo>
                  <a:pt x="290" y="221"/>
                  <a:pt x="289" y="223"/>
                  <a:pt x="289" y="225"/>
                </a:cubicBezTo>
                <a:cubicBezTo>
                  <a:pt x="289" y="230"/>
                  <a:pt x="292" y="233"/>
                  <a:pt x="297" y="233"/>
                </a:cubicBezTo>
                <a:cubicBezTo>
                  <a:pt x="299" y="233"/>
                  <a:pt x="301" y="232"/>
                  <a:pt x="303" y="231"/>
                </a:cubicBezTo>
                <a:cubicBezTo>
                  <a:pt x="351" y="183"/>
                  <a:pt x="351" y="183"/>
                  <a:pt x="351" y="183"/>
                </a:cubicBezTo>
                <a:cubicBezTo>
                  <a:pt x="352" y="181"/>
                  <a:pt x="353" y="179"/>
                  <a:pt x="353" y="177"/>
                </a:cubicBezTo>
                <a:cubicBezTo>
                  <a:pt x="353" y="175"/>
                  <a:pt x="352" y="173"/>
                  <a:pt x="351" y="171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7" name="Freeform 25"/>
          <p:cNvSpPr>
            <a:spLocks noEditPoints="1"/>
          </p:cNvSpPr>
          <p:nvPr/>
        </p:nvSpPr>
        <p:spPr bwMode="auto">
          <a:xfrm>
            <a:off x="804335" y="3073400"/>
            <a:ext cx="582084" cy="584200"/>
          </a:xfrm>
          <a:custGeom>
            <a:avLst/>
            <a:gdLst>
              <a:gd name="T0" fmla="*/ 265 w 353"/>
              <a:gd name="T1" fmla="*/ 128 h 353"/>
              <a:gd name="T2" fmla="*/ 259 w 353"/>
              <a:gd name="T3" fmla="*/ 130 h 353"/>
              <a:gd name="T4" fmla="*/ 259 w 353"/>
              <a:gd name="T5" fmla="*/ 130 h 353"/>
              <a:gd name="T6" fmla="*/ 177 w 353"/>
              <a:gd name="T7" fmla="*/ 206 h 353"/>
              <a:gd name="T8" fmla="*/ 94 w 353"/>
              <a:gd name="T9" fmla="*/ 130 h 353"/>
              <a:gd name="T10" fmla="*/ 94 w 353"/>
              <a:gd name="T11" fmla="*/ 130 h 353"/>
              <a:gd name="T12" fmla="*/ 88 w 353"/>
              <a:gd name="T13" fmla="*/ 128 h 353"/>
              <a:gd name="T14" fmla="*/ 80 w 353"/>
              <a:gd name="T15" fmla="*/ 136 h 353"/>
              <a:gd name="T16" fmla="*/ 83 w 353"/>
              <a:gd name="T17" fmla="*/ 142 h 353"/>
              <a:gd name="T18" fmla="*/ 83 w 353"/>
              <a:gd name="T19" fmla="*/ 142 h 353"/>
              <a:gd name="T20" fmla="*/ 171 w 353"/>
              <a:gd name="T21" fmla="*/ 222 h 353"/>
              <a:gd name="T22" fmla="*/ 171 w 353"/>
              <a:gd name="T23" fmla="*/ 222 h 353"/>
              <a:gd name="T24" fmla="*/ 177 w 353"/>
              <a:gd name="T25" fmla="*/ 224 h 353"/>
              <a:gd name="T26" fmla="*/ 182 w 353"/>
              <a:gd name="T27" fmla="*/ 222 h 353"/>
              <a:gd name="T28" fmla="*/ 182 w 353"/>
              <a:gd name="T29" fmla="*/ 222 h 353"/>
              <a:gd name="T30" fmla="*/ 270 w 353"/>
              <a:gd name="T31" fmla="*/ 142 h 353"/>
              <a:gd name="T32" fmla="*/ 270 w 353"/>
              <a:gd name="T33" fmla="*/ 142 h 353"/>
              <a:gd name="T34" fmla="*/ 273 w 353"/>
              <a:gd name="T35" fmla="*/ 136 h 353"/>
              <a:gd name="T36" fmla="*/ 265 w 353"/>
              <a:gd name="T37" fmla="*/ 128 h 353"/>
              <a:gd name="T38" fmla="*/ 321 w 353"/>
              <a:gd name="T39" fmla="*/ 0 h 353"/>
              <a:gd name="T40" fmla="*/ 32 w 353"/>
              <a:gd name="T41" fmla="*/ 0 h 353"/>
              <a:gd name="T42" fmla="*/ 0 w 353"/>
              <a:gd name="T43" fmla="*/ 32 h 353"/>
              <a:gd name="T44" fmla="*/ 0 w 353"/>
              <a:gd name="T45" fmla="*/ 321 h 353"/>
              <a:gd name="T46" fmla="*/ 32 w 353"/>
              <a:gd name="T47" fmla="*/ 353 h 353"/>
              <a:gd name="T48" fmla="*/ 321 w 353"/>
              <a:gd name="T49" fmla="*/ 353 h 353"/>
              <a:gd name="T50" fmla="*/ 353 w 353"/>
              <a:gd name="T51" fmla="*/ 321 h 353"/>
              <a:gd name="T52" fmla="*/ 353 w 353"/>
              <a:gd name="T53" fmla="*/ 32 h 353"/>
              <a:gd name="T54" fmla="*/ 321 w 353"/>
              <a:gd name="T55" fmla="*/ 0 h 353"/>
              <a:gd name="T56" fmla="*/ 337 w 353"/>
              <a:gd name="T57" fmla="*/ 321 h 353"/>
              <a:gd name="T58" fmla="*/ 321 w 353"/>
              <a:gd name="T59" fmla="*/ 337 h 353"/>
              <a:gd name="T60" fmla="*/ 32 w 353"/>
              <a:gd name="T61" fmla="*/ 337 h 353"/>
              <a:gd name="T62" fmla="*/ 16 w 353"/>
              <a:gd name="T63" fmla="*/ 321 h 353"/>
              <a:gd name="T64" fmla="*/ 16 w 353"/>
              <a:gd name="T65" fmla="*/ 32 h 353"/>
              <a:gd name="T66" fmla="*/ 32 w 353"/>
              <a:gd name="T67" fmla="*/ 16 h 353"/>
              <a:gd name="T68" fmla="*/ 321 w 353"/>
              <a:gd name="T69" fmla="*/ 16 h 353"/>
              <a:gd name="T70" fmla="*/ 337 w 353"/>
              <a:gd name="T71" fmla="*/ 32 h 353"/>
              <a:gd name="T72" fmla="*/ 337 w 353"/>
              <a:gd name="T73" fmla="*/ 321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353" h="353">
                <a:moveTo>
                  <a:pt x="265" y="128"/>
                </a:moveTo>
                <a:cubicBezTo>
                  <a:pt x="263" y="128"/>
                  <a:pt x="261" y="129"/>
                  <a:pt x="259" y="130"/>
                </a:cubicBezTo>
                <a:cubicBezTo>
                  <a:pt x="259" y="130"/>
                  <a:pt x="259" y="130"/>
                  <a:pt x="259" y="130"/>
                </a:cubicBezTo>
                <a:cubicBezTo>
                  <a:pt x="177" y="206"/>
                  <a:pt x="177" y="206"/>
                  <a:pt x="177" y="206"/>
                </a:cubicBezTo>
                <a:cubicBezTo>
                  <a:pt x="94" y="130"/>
                  <a:pt x="94" y="130"/>
                  <a:pt x="94" y="130"/>
                </a:cubicBezTo>
                <a:cubicBezTo>
                  <a:pt x="94" y="130"/>
                  <a:pt x="94" y="130"/>
                  <a:pt x="94" y="130"/>
                </a:cubicBezTo>
                <a:cubicBezTo>
                  <a:pt x="92" y="129"/>
                  <a:pt x="90" y="128"/>
                  <a:pt x="88" y="128"/>
                </a:cubicBezTo>
                <a:cubicBezTo>
                  <a:pt x="84" y="128"/>
                  <a:pt x="80" y="132"/>
                  <a:pt x="80" y="136"/>
                </a:cubicBezTo>
                <a:cubicBezTo>
                  <a:pt x="80" y="139"/>
                  <a:pt x="81" y="141"/>
                  <a:pt x="83" y="142"/>
                </a:cubicBezTo>
                <a:cubicBezTo>
                  <a:pt x="83" y="142"/>
                  <a:pt x="83" y="142"/>
                  <a:pt x="83" y="142"/>
                </a:cubicBezTo>
                <a:cubicBezTo>
                  <a:pt x="171" y="222"/>
                  <a:pt x="171" y="222"/>
                  <a:pt x="171" y="222"/>
                </a:cubicBezTo>
                <a:cubicBezTo>
                  <a:pt x="171" y="222"/>
                  <a:pt x="171" y="222"/>
                  <a:pt x="171" y="222"/>
                </a:cubicBezTo>
                <a:cubicBezTo>
                  <a:pt x="173" y="224"/>
                  <a:pt x="174" y="224"/>
                  <a:pt x="177" y="224"/>
                </a:cubicBezTo>
                <a:cubicBezTo>
                  <a:pt x="179" y="224"/>
                  <a:pt x="180" y="224"/>
                  <a:pt x="182" y="222"/>
                </a:cubicBezTo>
                <a:cubicBezTo>
                  <a:pt x="182" y="222"/>
                  <a:pt x="182" y="222"/>
                  <a:pt x="182" y="222"/>
                </a:cubicBezTo>
                <a:cubicBezTo>
                  <a:pt x="270" y="142"/>
                  <a:pt x="270" y="142"/>
                  <a:pt x="270" y="142"/>
                </a:cubicBezTo>
                <a:cubicBezTo>
                  <a:pt x="270" y="142"/>
                  <a:pt x="270" y="142"/>
                  <a:pt x="270" y="142"/>
                </a:cubicBezTo>
                <a:cubicBezTo>
                  <a:pt x="272" y="141"/>
                  <a:pt x="273" y="139"/>
                  <a:pt x="273" y="136"/>
                </a:cubicBezTo>
                <a:cubicBezTo>
                  <a:pt x="273" y="132"/>
                  <a:pt x="269" y="128"/>
                  <a:pt x="265" y="128"/>
                </a:cubicBezTo>
                <a:moveTo>
                  <a:pt x="321" y="0"/>
                </a:move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4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4" y="353"/>
                  <a:pt x="32" y="353"/>
                </a:cubicBezTo>
                <a:cubicBezTo>
                  <a:pt x="321" y="353"/>
                  <a:pt x="321" y="353"/>
                  <a:pt x="321" y="353"/>
                </a:cubicBezTo>
                <a:cubicBezTo>
                  <a:pt x="339" y="353"/>
                  <a:pt x="353" y="339"/>
                  <a:pt x="353" y="321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14"/>
                  <a:pt x="339" y="0"/>
                  <a:pt x="321" y="0"/>
                </a:cubicBezTo>
                <a:moveTo>
                  <a:pt x="337" y="321"/>
                </a:moveTo>
                <a:cubicBezTo>
                  <a:pt x="337" y="330"/>
                  <a:pt x="330" y="337"/>
                  <a:pt x="321" y="337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23" y="337"/>
                  <a:pt x="16" y="330"/>
                  <a:pt x="16" y="32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3"/>
                  <a:pt x="23" y="16"/>
                  <a:pt x="32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3"/>
                  <a:pt x="337" y="32"/>
                </a:cubicBezTo>
                <a:lnTo>
                  <a:pt x="337" y="32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8" name="Freeform 26"/>
          <p:cNvSpPr>
            <a:spLocks noEditPoints="1"/>
          </p:cNvSpPr>
          <p:nvPr/>
        </p:nvSpPr>
        <p:spPr bwMode="auto">
          <a:xfrm>
            <a:off x="1915585" y="3073400"/>
            <a:ext cx="582084" cy="584200"/>
          </a:xfrm>
          <a:custGeom>
            <a:avLst/>
            <a:gdLst>
              <a:gd name="T0" fmla="*/ 321 w 353"/>
              <a:gd name="T1" fmla="*/ 0 h 353"/>
              <a:gd name="T2" fmla="*/ 32 w 353"/>
              <a:gd name="T3" fmla="*/ 0 h 353"/>
              <a:gd name="T4" fmla="*/ 0 w 353"/>
              <a:gd name="T5" fmla="*/ 32 h 353"/>
              <a:gd name="T6" fmla="*/ 0 w 353"/>
              <a:gd name="T7" fmla="*/ 321 h 353"/>
              <a:gd name="T8" fmla="*/ 32 w 353"/>
              <a:gd name="T9" fmla="*/ 353 h 353"/>
              <a:gd name="T10" fmla="*/ 321 w 353"/>
              <a:gd name="T11" fmla="*/ 353 h 353"/>
              <a:gd name="T12" fmla="*/ 353 w 353"/>
              <a:gd name="T13" fmla="*/ 321 h 353"/>
              <a:gd name="T14" fmla="*/ 353 w 353"/>
              <a:gd name="T15" fmla="*/ 32 h 353"/>
              <a:gd name="T16" fmla="*/ 321 w 353"/>
              <a:gd name="T17" fmla="*/ 0 h 353"/>
              <a:gd name="T18" fmla="*/ 337 w 353"/>
              <a:gd name="T19" fmla="*/ 321 h 353"/>
              <a:gd name="T20" fmla="*/ 321 w 353"/>
              <a:gd name="T21" fmla="*/ 337 h 353"/>
              <a:gd name="T22" fmla="*/ 32 w 353"/>
              <a:gd name="T23" fmla="*/ 337 h 353"/>
              <a:gd name="T24" fmla="*/ 16 w 353"/>
              <a:gd name="T25" fmla="*/ 321 h 353"/>
              <a:gd name="T26" fmla="*/ 16 w 353"/>
              <a:gd name="T27" fmla="*/ 32 h 353"/>
              <a:gd name="T28" fmla="*/ 32 w 353"/>
              <a:gd name="T29" fmla="*/ 16 h 353"/>
              <a:gd name="T30" fmla="*/ 321 w 353"/>
              <a:gd name="T31" fmla="*/ 16 h 353"/>
              <a:gd name="T32" fmla="*/ 337 w 353"/>
              <a:gd name="T33" fmla="*/ 32 h 353"/>
              <a:gd name="T34" fmla="*/ 337 w 353"/>
              <a:gd name="T35" fmla="*/ 321 h 353"/>
              <a:gd name="T36" fmla="*/ 271 w 353"/>
              <a:gd name="T37" fmla="*/ 211 h 353"/>
              <a:gd name="T38" fmla="*/ 182 w 353"/>
              <a:gd name="T39" fmla="*/ 130 h 353"/>
              <a:gd name="T40" fmla="*/ 182 w 353"/>
              <a:gd name="T41" fmla="*/ 130 h 353"/>
              <a:gd name="T42" fmla="*/ 177 w 353"/>
              <a:gd name="T43" fmla="*/ 128 h 353"/>
              <a:gd name="T44" fmla="*/ 171 w 353"/>
              <a:gd name="T45" fmla="*/ 130 h 353"/>
              <a:gd name="T46" fmla="*/ 171 w 353"/>
              <a:gd name="T47" fmla="*/ 130 h 353"/>
              <a:gd name="T48" fmla="*/ 83 w 353"/>
              <a:gd name="T49" fmla="*/ 211 h 353"/>
              <a:gd name="T50" fmla="*/ 83 w 353"/>
              <a:gd name="T51" fmla="*/ 211 h 353"/>
              <a:gd name="T52" fmla="*/ 81 w 353"/>
              <a:gd name="T53" fmla="*/ 216 h 353"/>
              <a:gd name="T54" fmla="*/ 89 w 353"/>
              <a:gd name="T55" fmla="*/ 224 h 353"/>
              <a:gd name="T56" fmla="*/ 94 w 353"/>
              <a:gd name="T57" fmla="*/ 222 h 353"/>
              <a:gd name="T58" fmla="*/ 94 w 353"/>
              <a:gd name="T59" fmla="*/ 222 h 353"/>
              <a:gd name="T60" fmla="*/ 177 w 353"/>
              <a:gd name="T61" fmla="*/ 147 h 353"/>
              <a:gd name="T62" fmla="*/ 260 w 353"/>
              <a:gd name="T63" fmla="*/ 222 h 353"/>
              <a:gd name="T64" fmla="*/ 260 w 353"/>
              <a:gd name="T65" fmla="*/ 222 h 353"/>
              <a:gd name="T66" fmla="*/ 265 w 353"/>
              <a:gd name="T67" fmla="*/ 224 h 353"/>
              <a:gd name="T68" fmla="*/ 273 w 353"/>
              <a:gd name="T69" fmla="*/ 216 h 353"/>
              <a:gd name="T70" fmla="*/ 270 w 353"/>
              <a:gd name="T71" fmla="*/ 211 h 353"/>
              <a:gd name="T72" fmla="*/ 271 w 353"/>
              <a:gd name="T73" fmla="*/ 211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353" h="353">
                <a:moveTo>
                  <a:pt x="321" y="0"/>
                </a:moveTo>
                <a:cubicBezTo>
                  <a:pt x="32" y="0"/>
                  <a:pt x="32" y="0"/>
                  <a:pt x="32" y="0"/>
                </a:cubicBezTo>
                <a:cubicBezTo>
                  <a:pt x="15" y="0"/>
                  <a:pt x="0" y="14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5" y="353"/>
                  <a:pt x="32" y="353"/>
                </a:cubicBezTo>
                <a:cubicBezTo>
                  <a:pt x="321" y="353"/>
                  <a:pt x="321" y="353"/>
                  <a:pt x="321" y="353"/>
                </a:cubicBezTo>
                <a:cubicBezTo>
                  <a:pt x="339" y="353"/>
                  <a:pt x="353" y="339"/>
                  <a:pt x="353" y="321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14"/>
                  <a:pt x="339" y="0"/>
                  <a:pt x="321" y="0"/>
                </a:cubicBezTo>
                <a:moveTo>
                  <a:pt x="337" y="321"/>
                </a:moveTo>
                <a:cubicBezTo>
                  <a:pt x="337" y="330"/>
                  <a:pt x="330" y="337"/>
                  <a:pt x="321" y="337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23" y="337"/>
                  <a:pt x="16" y="330"/>
                  <a:pt x="16" y="32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3"/>
                  <a:pt x="23" y="16"/>
                  <a:pt x="32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3"/>
                  <a:pt x="337" y="32"/>
                </a:cubicBezTo>
                <a:lnTo>
                  <a:pt x="337" y="321"/>
                </a:lnTo>
                <a:close/>
                <a:moveTo>
                  <a:pt x="271" y="211"/>
                </a:moveTo>
                <a:cubicBezTo>
                  <a:pt x="182" y="130"/>
                  <a:pt x="182" y="130"/>
                  <a:pt x="182" y="130"/>
                </a:cubicBezTo>
                <a:cubicBezTo>
                  <a:pt x="182" y="130"/>
                  <a:pt x="182" y="130"/>
                  <a:pt x="182" y="130"/>
                </a:cubicBezTo>
                <a:cubicBezTo>
                  <a:pt x="181" y="129"/>
                  <a:pt x="179" y="128"/>
                  <a:pt x="177" y="128"/>
                </a:cubicBezTo>
                <a:cubicBezTo>
                  <a:pt x="175" y="128"/>
                  <a:pt x="173" y="129"/>
                  <a:pt x="171" y="130"/>
                </a:cubicBezTo>
                <a:cubicBezTo>
                  <a:pt x="171" y="130"/>
                  <a:pt x="171" y="130"/>
                  <a:pt x="171" y="130"/>
                </a:cubicBezTo>
                <a:cubicBezTo>
                  <a:pt x="83" y="211"/>
                  <a:pt x="83" y="211"/>
                  <a:pt x="83" y="211"/>
                </a:cubicBezTo>
                <a:cubicBezTo>
                  <a:pt x="83" y="211"/>
                  <a:pt x="83" y="211"/>
                  <a:pt x="83" y="211"/>
                </a:cubicBezTo>
                <a:cubicBezTo>
                  <a:pt x="82" y="212"/>
                  <a:pt x="81" y="214"/>
                  <a:pt x="81" y="216"/>
                </a:cubicBezTo>
                <a:cubicBezTo>
                  <a:pt x="81" y="221"/>
                  <a:pt x="84" y="224"/>
                  <a:pt x="89" y="224"/>
                </a:cubicBezTo>
                <a:cubicBezTo>
                  <a:pt x="91" y="224"/>
                  <a:pt x="92" y="224"/>
                  <a:pt x="94" y="222"/>
                </a:cubicBezTo>
                <a:cubicBezTo>
                  <a:pt x="94" y="222"/>
                  <a:pt x="94" y="222"/>
                  <a:pt x="94" y="222"/>
                </a:cubicBezTo>
                <a:cubicBezTo>
                  <a:pt x="177" y="147"/>
                  <a:pt x="177" y="147"/>
                  <a:pt x="177" y="147"/>
                </a:cubicBezTo>
                <a:cubicBezTo>
                  <a:pt x="260" y="222"/>
                  <a:pt x="260" y="222"/>
                  <a:pt x="260" y="222"/>
                </a:cubicBezTo>
                <a:cubicBezTo>
                  <a:pt x="260" y="222"/>
                  <a:pt x="260" y="222"/>
                  <a:pt x="260" y="222"/>
                </a:cubicBezTo>
                <a:cubicBezTo>
                  <a:pt x="261" y="224"/>
                  <a:pt x="263" y="224"/>
                  <a:pt x="265" y="224"/>
                </a:cubicBezTo>
                <a:cubicBezTo>
                  <a:pt x="270" y="224"/>
                  <a:pt x="273" y="221"/>
                  <a:pt x="273" y="216"/>
                </a:cubicBezTo>
                <a:cubicBezTo>
                  <a:pt x="273" y="214"/>
                  <a:pt x="272" y="212"/>
                  <a:pt x="270" y="211"/>
                </a:cubicBezTo>
                <a:lnTo>
                  <a:pt x="271" y="21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9" name="Freeform 27"/>
          <p:cNvSpPr>
            <a:spLocks noEditPoints="1"/>
          </p:cNvSpPr>
          <p:nvPr/>
        </p:nvSpPr>
        <p:spPr bwMode="auto">
          <a:xfrm>
            <a:off x="3026835" y="3073400"/>
            <a:ext cx="582084" cy="584200"/>
          </a:xfrm>
          <a:custGeom>
            <a:avLst/>
            <a:gdLst>
              <a:gd name="T0" fmla="*/ 200 w 353"/>
              <a:gd name="T1" fmla="*/ 80 h 353"/>
              <a:gd name="T2" fmla="*/ 194 w 353"/>
              <a:gd name="T3" fmla="*/ 83 h 353"/>
              <a:gd name="T4" fmla="*/ 194 w 353"/>
              <a:gd name="T5" fmla="*/ 83 h 353"/>
              <a:gd name="T6" fmla="*/ 114 w 353"/>
              <a:gd name="T7" fmla="*/ 171 h 353"/>
              <a:gd name="T8" fmla="*/ 114 w 353"/>
              <a:gd name="T9" fmla="*/ 171 h 353"/>
              <a:gd name="T10" fmla="*/ 112 w 353"/>
              <a:gd name="T11" fmla="*/ 176 h 353"/>
              <a:gd name="T12" fmla="*/ 114 w 353"/>
              <a:gd name="T13" fmla="*/ 182 h 353"/>
              <a:gd name="T14" fmla="*/ 114 w 353"/>
              <a:gd name="T15" fmla="*/ 182 h 353"/>
              <a:gd name="T16" fmla="*/ 194 w 353"/>
              <a:gd name="T17" fmla="*/ 270 h 353"/>
              <a:gd name="T18" fmla="*/ 194 w 353"/>
              <a:gd name="T19" fmla="*/ 270 h 353"/>
              <a:gd name="T20" fmla="*/ 200 w 353"/>
              <a:gd name="T21" fmla="*/ 273 h 353"/>
              <a:gd name="T22" fmla="*/ 208 w 353"/>
              <a:gd name="T23" fmla="*/ 265 h 353"/>
              <a:gd name="T24" fmla="*/ 206 w 353"/>
              <a:gd name="T25" fmla="*/ 259 h 353"/>
              <a:gd name="T26" fmla="*/ 206 w 353"/>
              <a:gd name="T27" fmla="*/ 259 h 353"/>
              <a:gd name="T28" fmla="*/ 131 w 353"/>
              <a:gd name="T29" fmla="*/ 176 h 353"/>
              <a:gd name="T30" fmla="*/ 206 w 353"/>
              <a:gd name="T31" fmla="*/ 93 h 353"/>
              <a:gd name="T32" fmla="*/ 206 w 353"/>
              <a:gd name="T33" fmla="*/ 93 h 353"/>
              <a:gd name="T34" fmla="*/ 208 w 353"/>
              <a:gd name="T35" fmla="*/ 88 h 353"/>
              <a:gd name="T36" fmla="*/ 200 w 353"/>
              <a:gd name="T37" fmla="*/ 80 h 353"/>
              <a:gd name="T38" fmla="*/ 321 w 353"/>
              <a:gd name="T39" fmla="*/ 0 h 353"/>
              <a:gd name="T40" fmla="*/ 32 w 353"/>
              <a:gd name="T41" fmla="*/ 0 h 353"/>
              <a:gd name="T42" fmla="*/ 0 w 353"/>
              <a:gd name="T43" fmla="*/ 32 h 353"/>
              <a:gd name="T44" fmla="*/ 0 w 353"/>
              <a:gd name="T45" fmla="*/ 321 h 353"/>
              <a:gd name="T46" fmla="*/ 32 w 353"/>
              <a:gd name="T47" fmla="*/ 353 h 353"/>
              <a:gd name="T48" fmla="*/ 321 w 353"/>
              <a:gd name="T49" fmla="*/ 353 h 353"/>
              <a:gd name="T50" fmla="*/ 353 w 353"/>
              <a:gd name="T51" fmla="*/ 321 h 353"/>
              <a:gd name="T52" fmla="*/ 353 w 353"/>
              <a:gd name="T53" fmla="*/ 32 h 353"/>
              <a:gd name="T54" fmla="*/ 321 w 353"/>
              <a:gd name="T55" fmla="*/ 0 h 353"/>
              <a:gd name="T56" fmla="*/ 337 w 353"/>
              <a:gd name="T57" fmla="*/ 321 h 353"/>
              <a:gd name="T58" fmla="*/ 321 w 353"/>
              <a:gd name="T59" fmla="*/ 337 h 353"/>
              <a:gd name="T60" fmla="*/ 32 w 353"/>
              <a:gd name="T61" fmla="*/ 337 h 353"/>
              <a:gd name="T62" fmla="*/ 16 w 353"/>
              <a:gd name="T63" fmla="*/ 321 h 353"/>
              <a:gd name="T64" fmla="*/ 16 w 353"/>
              <a:gd name="T65" fmla="*/ 32 h 353"/>
              <a:gd name="T66" fmla="*/ 32 w 353"/>
              <a:gd name="T67" fmla="*/ 16 h 353"/>
              <a:gd name="T68" fmla="*/ 321 w 353"/>
              <a:gd name="T69" fmla="*/ 16 h 353"/>
              <a:gd name="T70" fmla="*/ 337 w 353"/>
              <a:gd name="T71" fmla="*/ 32 h 353"/>
              <a:gd name="T72" fmla="*/ 337 w 353"/>
              <a:gd name="T73" fmla="*/ 321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353" h="353">
                <a:moveTo>
                  <a:pt x="200" y="80"/>
                </a:moveTo>
                <a:cubicBezTo>
                  <a:pt x="198" y="80"/>
                  <a:pt x="196" y="81"/>
                  <a:pt x="194" y="83"/>
                </a:cubicBezTo>
                <a:cubicBezTo>
                  <a:pt x="194" y="83"/>
                  <a:pt x="194" y="83"/>
                  <a:pt x="194" y="83"/>
                </a:cubicBezTo>
                <a:cubicBezTo>
                  <a:pt x="114" y="171"/>
                  <a:pt x="114" y="171"/>
                  <a:pt x="114" y="171"/>
                </a:cubicBezTo>
                <a:cubicBezTo>
                  <a:pt x="114" y="171"/>
                  <a:pt x="114" y="171"/>
                  <a:pt x="114" y="171"/>
                </a:cubicBezTo>
                <a:cubicBezTo>
                  <a:pt x="113" y="172"/>
                  <a:pt x="112" y="174"/>
                  <a:pt x="112" y="176"/>
                </a:cubicBezTo>
                <a:cubicBezTo>
                  <a:pt x="112" y="178"/>
                  <a:pt x="113" y="180"/>
                  <a:pt x="114" y="182"/>
                </a:cubicBezTo>
                <a:cubicBezTo>
                  <a:pt x="114" y="182"/>
                  <a:pt x="114" y="182"/>
                  <a:pt x="114" y="182"/>
                </a:cubicBezTo>
                <a:cubicBezTo>
                  <a:pt x="194" y="270"/>
                  <a:pt x="194" y="270"/>
                  <a:pt x="194" y="270"/>
                </a:cubicBezTo>
                <a:cubicBezTo>
                  <a:pt x="194" y="270"/>
                  <a:pt x="194" y="270"/>
                  <a:pt x="194" y="270"/>
                </a:cubicBezTo>
                <a:cubicBezTo>
                  <a:pt x="196" y="272"/>
                  <a:pt x="198" y="273"/>
                  <a:pt x="200" y="273"/>
                </a:cubicBezTo>
                <a:cubicBezTo>
                  <a:pt x="205" y="273"/>
                  <a:pt x="208" y="269"/>
                  <a:pt x="208" y="265"/>
                </a:cubicBezTo>
                <a:cubicBezTo>
                  <a:pt x="208" y="263"/>
                  <a:pt x="207" y="261"/>
                  <a:pt x="206" y="259"/>
                </a:cubicBezTo>
                <a:cubicBezTo>
                  <a:pt x="206" y="259"/>
                  <a:pt x="206" y="259"/>
                  <a:pt x="206" y="259"/>
                </a:cubicBezTo>
                <a:cubicBezTo>
                  <a:pt x="131" y="176"/>
                  <a:pt x="131" y="176"/>
                  <a:pt x="131" y="176"/>
                </a:cubicBezTo>
                <a:cubicBezTo>
                  <a:pt x="206" y="93"/>
                  <a:pt x="206" y="93"/>
                  <a:pt x="206" y="93"/>
                </a:cubicBezTo>
                <a:cubicBezTo>
                  <a:pt x="206" y="93"/>
                  <a:pt x="206" y="93"/>
                  <a:pt x="206" y="93"/>
                </a:cubicBezTo>
                <a:cubicBezTo>
                  <a:pt x="207" y="92"/>
                  <a:pt x="208" y="90"/>
                  <a:pt x="208" y="88"/>
                </a:cubicBezTo>
                <a:cubicBezTo>
                  <a:pt x="208" y="84"/>
                  <a:pt x="205" y="80"/>
                  <a:pt x="200" y="80"/>
                </a:cubicBezTo>
                <a:moveTo>
                  <a:pt x="321" y="0"/>
                </a:move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4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4" y="353"/>
                  <a:pt x="32" y="353"/>
                </a:cubicBezTo>
                <a:cubicBezTo>
                  <a:pt x="321" y="353"/>
                  <a:pt x="321" y="353"/>
                  <a:pt x="321" y="353"/>
                </a:cubicBezTo>
                <a:cubicBezTo>
                  <a:pt x="338" y="353"/>
                  <a:pt x="353" y="339"/>
                  <a:pt x="353" y="321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14"/>
                  <a:pt x="338" y="0"/>
                  <a:pt x="321" y="0"/>
                </a:cubicBezTo>
                <a:moveTo>
                  <a:pt x="337" y="321"/>
                </a:moveTo>
                <a:cubicBezTo>
                  <a:pt x="337" y="330"/>
                  <a:pt x="330" y="337"/>
                  <a:pt x="321" y="337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23" y="337"/>
                  <a:pt x="16" y="330"/>
                  <a:pt x="16" y="32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3"/>
                  <a:pt x="23" y="16"/>
                  <a:pt x="32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3"/>
                  <a:pt x="337" y="32"/>
                </a:cubicBezTo>
                <a:lnTo>
                  <a:pt x="337" y="32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0" name="Freeform 28"/>
          <p:cNvSpPr>
            <a:spLocks noEditPoints="1"/>
          </p:cNvSpPr>
          <p:nvPr/>
        </p:nvSpPr>
        <p:spPr bwMode="auto">
          <a:xfrm>
            <a:off x="4138085" y="3073400"/>
            <a:ext cx="582084" cy="584200"/>
          </a:xfrm>
          <a:custGeom>
            <a:avLst/>
            <a:gdLst>
              <a:gd name="T0" fmla="*/ 239 w 353"/>
              <a:gd name="T1" fmla="*/ 171 h 353"/>
              <a:gd name="T2" fmla="*/ 239 w 353"/>
              <a:gd name="T3" fmla="*/ 171 h 353"/>
              <a:gd name="T4" fmla="*/ 158 w 353"/>
              <a:gd name="T5" fmla="*/ 83 h 353"/>
              <a:gd name="T6" fmla="*/ 158 w 353"/>
              <a:gd name="T7" fmla="*/ 83 h 353"/>
              <a:gd name="T8" fmla="*/ 152 w 353"/>
              <a:gd name="T9" fmla="*/ 80 h 353"/>
              <a:gd name="T10" fmla="*/ 144 w 353"/>
              <a:gd name="T11" fmla="*/ 88 h 353"/>
              <a:gd name="T12" fmla="*/ 147 w 353"/>
              <a:gd name="T13" fmla="*/ 93 h 353"/>
              <a:gd name="T14" fmla="*/ 146 w 353"/>
              <a:gd name="T15" fmla="*/ 93 h 353"/>
              <a:gd name="T16" fmla="*/ 222 w 353"/>
              <a:gd name="T17" fmla="*/ 176 h 353"/>
              <a:gd name="T18" fmla="*/ 146 w 353"/>
              <a:gd name="T19" fmla="*/ 259 h 353"/>
              <a:gd name="T20" fmla="*/ 147 w 353"/>
              <a:gd name="T21" fmla="*/ 259 h 353"/>
              <a:gd name="T22" fmla="*/ 144 w 353"/>
              <a:gd name="T23" fmla="*/ 265 h 353"/>
              <a:gd name="T24" fmla="*/ 152 w 353"/>
              <a:gd name="T25" fmla="*/ 273 h 353"/>
              <a:gd name="T26" fmla="*/ 158 w 353"/>
              <a:gd name="T27" fmla="*/ 270 h 353"/>
              <a:gd name="T28" fmla="*/ 158 w 353"/>
              <a:gd name="T29" fmla="*/ 270 h 353"/>
              <a:gd name="T30" fmla="*/ 239 w 353"/>
              <a:gd name="T31" fmla="*/ 182 h 353"/>
              <a:gd name="T32" fmla="*/ 239 w 353"/>
              <a:gd name="T33" fmla="*/ 182 h 353"/>
              <a:gd name="T34" fmla="*/ 241 w 353"/>
              <a:gd name="T35" fmla="*/ 176 h 353"/>
              <a:gd name="T36" fmla="*/ 239 w 353"/>
              <a:gd name="T37" fmla="*/ 171 h 353"/>
              <a:gd name="T38" fmla="*/ 321 w 353"/>
              <a:gd name="T39" fmla="*/ 0 h 353"/>
              <a:gd name="T40" fmla="*/ 32 w 353"/>
              <a:gd name="T41" fmla="*/ 0 h 353"/>
              <a:gd name="T42" fmla="*/ 0 w 353"/>
              <a:gd name="T43" fmla="*/ 32 h 353"/>
              <a:gd name="T44" fmla="*/ 0 w 353"/>
              <a:gd name="T45" fmla="*/ 321 h 353"/>
              <a:gd name="T46" fmla="*/ 32 w 353"/>
              <a:gd name="T47" fmla="*/ 353 h 353"/>
              <a:gd name="T48" fmla="*/ 321 w 353"/>
              <a:gd name="T49" fmla="*/ 353 h 353"/>
              <a:gd name="T50" fmla="*/ 353 w 353"/>
              <a:gd name="T51" fmla="*/ 321 h 353"/>
              <a:gd name="T52" fmla="*/ 353 w 353"/>
              <a:gd name="T53" fmla="*/ 32 h 353"/>
              <a:gd name="T54" fmla="*/ 321 w 353"/>
              <a:gd name="T55" fmla="*/ 0 h 353"/>
              <a:gd name="T56" fmla="*/ 337 w 353"/>
              <a:gd name="T57" fmla="*/ 321 h 353"/>
              <a:gd name="T58" fmla="*/ 321 w 353"/>
              <a:gd name="T59" fmla="*/ 337 h 353"/>
              <a:gd name="T60" fmla="*/ 32 w 353"/>
              <a:gd name="T61" fmla="*/ 337 h 353"/>
              <a:gd name="T62" fmla="*/ 16 w 353"/>
              <a:gd name="T63" fmla="*/ 321 h 353"/>
              <a:gd name="T64" fmla="*/ 16 w 353"/>
              <a:gd name="T65" fmla="*/ 32 h 353"/>
              <a:gd name="T66" fmla="*/ 32 w 353"/>
              <a:gd name="T67" fmla="*/ 16 h 353"/>
              <a:gd name="T68" fmla="*/ 321 w 353"/>
              <a:gd name="T69" fmla="*/ 16 h 353"/>
              <a:gd name="T70" fmla="*/ 337 w 353"/>
              <a:gd name="T71" fmla="*/ 32 h 353"/>
              <a:gd name="T72" fmla="*/ 337 w 353"/>
              <a:gd name="T73" fmla="*/ 321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353" h="353">
                <a:moveTo>
                  <a:pt x="239" y="171"/>
                </a:moveTo>
                <a:cubicBezTo>
                  <a:pt x="239" y="171"/>
                  <a:pt x="239" y="171"/>
                  <a:pt x="239" y="171"/>
                </a:cubicBezTo>
                <a:cubicBezTo>
                  <a:pt x="158" y="83"/>
                  <a:pt x="158" y="83"/>
                  <a:pt x="158" y="83"/>
                </a:cubicBezTo>
                <a:cubicBezTo>
                  <a:pt x="158" y="83"/>
                  <a:pt x="158" y="83"/>
                  <a:pt x="158" y="83"/>
                </a:cubicBezTo>
                <a:cubicBezTo>
                  <a:pt x="157" y="81"/>
                  <a:pt x="155" y="80"/>
                  <a:pt x="152" y="80"/>
                </a:cubicBezTo>
                <a:cubicBezTo>
                  <a:pt x="148" y="80"/>
                  <a:pt x="144" y="84"/>
                  <a:pt x="144" y="88"/>
                </a:cubicBezTo>
                <a:cubicBezTo>
                  <a:pt x="144" y="90"/>
                  <a:pt x="145" y="92"/>
                  <a:pt x="147" y="93"/>
                </a:cubicBezTo>
                <a:cubicBezTo>
                  <a:pt x="146" y="93"/>
                  <a:pt x="146" y="93"/>
                  <a:pt x="146" y="93"/>
                </a:cubicBezTo>
                <a:cubicBezTo>
                  <a:pt x="222" y="176"/>
                  <a:pt x="222" y="176"/>
                  <a:pt x="222" y="176"/>
                </a:cubicBezTo>
                <a:cubicBezTo>
                  <a:pt x="146" y="259"/>
                  <a:pt x="146" y="259"/>
                  <a:pt x="146" y="259"/>
                </a:cubicBezTo>
                <a:cubicBezTo>
                  <a:pt x="147" y="259"/>
                  <a:pt x="147" y="259"/>
                  <a:pt x="147" y="259"/>
                </a:cubicBezTo>
                <a:cubicBezTo>
                  <a:pt x="145" y="261"/>
                  <a:pt x="144" y="263"/>
                  <a:pt x="144" y="265"/>
                </a:cubicBezTo>
                <a:cubicBezTo>
                  <a:pt x="144" y="269"/>
                  <a:pt x="148" y="273"/>
                  <a:pt x="152" y="273"/>
                </a:cubicBezTo>
                <a:cubicBezTo>
                  <a:pt x="155" y="273"/>
                  <a:pt x="157" y="272"/>
                  <a:pt x="158" y="270"/>
                </a:cubicBezTo>
                <a:cubicBezTo>
                  <a:pt x="158" y="270"/>
                  <a:pt x="158" y="270"/>
                  <a:pt x="158" y="270"/>
                </a:cubicBezTo>
                <a:cubicBezTo>
                  <a:pt x="239" y="182"/>
                  <a:pt x="239" y="182"/>
                  <a:pt x="239" y="182"/>
                </a:cubicBezTo>
                <a:cubicBezTo>
                  <a:pt x="239" y="182"/>
                  <a:pt x="239" y="182"/>
                  <a:pt x="239" y="182"/>
                </a:cubicBezTo>
                <a:cubicBezTo>
                  <a:pt x="240" y="180"/>
                  <a:pt x="241" y="178"/>
                  <a:pt x="241" y="176"/>
                </a:cubicBezTo>
                <a:cubicBezTo>
                  <a:pt x="241" y="174"/>
                  <a:pt x="240" y="172"/>
                  <a:pt x="239" y="171"/>
                </a:cubicBezTo>
                <a:moveTo>
                  <a:pt x="321" y="0"/>
                </a:move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4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4" y="353"/>
                  <a:pt x="32" y="353"/>
                </a:cubicBezTo>
                <a:cubicBezTo>
                  <a:pt x="321" y="353"/>
                  <a:pt x="321" y="353"/>
                  <a:pt x="321" y="353"/>
                </a:cubicBezTo>
                <a:cubicBezTo>
                  <a:pt x="339" y="353"/>
                  <a:pt x="353" y="339"/>
                  <a:pt x="353" y="321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14"/>
                  <a:pt x="339" y="0"/>
                  <a:pt x="321" y="0"/>
                </a:cubicBezTo>
                <a:moveTo>
                  <a:pt x="337" y="321"/>
                </a:moveTo>
                <a:cubicBezTo>
                  <a:pt x="337" y="330"/>
                  <a:pt x="330" y="337"/>
                  <a:pt x="321" y="337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23" y="337"/>
                  <a:pt x="16" y="330"/>
                  <a:pt x="16" y="32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3"/>
                  <a:pt x="23" y="16"/>
                  <a:pt x="32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3"/>
                  <a:pt x="337" y="32"/>
                </a:cubicBezTo>
                <a:lnTo>
                  <a:pt x="337" y="32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1" name="Freeform 29"/>
          <p:cNvSpPr>
            <a:spLocks noEditPoints="1"/>
          </p:cNvSpPr>
          <p:nvPr/>
        </p:nvSpPr>
        <p:spPr bwMode="auto">
          <a:xfrm>
            <a:off x="5342469" y="3073400"/>
            <a:ext cx="395817" cy="584200"/>
          </a:xfrm>
          <a:custGeom>
            <a:avLst/>
            <a:gdLst>
              <a:gd name="T0" fmla="*/ 233 w 241"/>
              <a:gd name="T1" fmla="*/ 224 h 353"/>
              <a:gd name="T2" fmla="*/ 161 w 241"/>
              <a:gd name="T3" fmla="*/ 224 h 353"/>
              <a:gd name="T4" fmla="*/ 161 w 241"/>
              <a:gd name="T5" fmla="*/ 32 h 353"/>
              <a:gd name="T6" fmla="*/ 129 w 241"/>
              <a:gd name="T7" fmla="*/ 0 h 353"/>
              <a:gd name="T8" fmla="*/ 113 w 241"/>
              <a:gd name="T9" fmla="*/ 0 h 353"/>
              <a:gd name="T10" fmla="*/ 81 w 241"/>
              <a:gd name="T11" fmla="*/ 32 h 353"/>
              <a:gd name="T12" fmla="*/ 81 w 241"/>
              <a:gd name="T13" fmla="*/ 224 h 353"/>
              <a:gd name="T14" fmla="*/ 8 w 241"/>
              <a:gd name="T15" fmla="*/ 224 h 353"/>
              <a:gd name="T16" fmla="*/ 0 w 241"/>
              <a:gd name="T17" fmla="*/ 233 h 353"/>
              <a:gd name="T18" fmla="*/ 3 w 241"/>
              <a:gd name="T19" fmla="*/ 238 h 353"/>
              <a:gd name="T20" fmla="*/ 115 w 241"/>
              <a:gd name="T21" fmla="*/ 351 h 353"/>
              <a:gd name="T22" fmla="*/ 121 w 241"/>
              <a:gd name="T23" fmla="*/ 353 h 353"/>
              <a:gd name="T24" fmla="*/ 127 w 241"/>
              <a:gd name="T25" fmla="*/ 351 h 353"/>
              <a:gd name="T26" fmla="*/ 239 w 241"/>
              <a:gd name="T27" fmla="*/ 238 h 353"/>
              <a:gd name="T28" fmla="*/ 241 w 241"/>
              <a:gd name="T29" fmla="*/ 233 h 353"/>
              <a:gd name="T30" fmla="*/ 233 w 241"/>
              <a:gd name="T31" fmla="*/ 224 h 353"/>
              <a:gd name="T32" fmla="*/ 121 w 241"/>
              <a:gd name="T33" fmla="*/ 334 h 353"/>
              <a:gd name="T34" fmla="*/ 28 w 241"/>
              <a:gd name="T35" fmla="*/ 241 h 353"/>
              <a:gd name="T36" fmla="*/ 97 w 241"/>
              <a:gd name="T37" fmla="*/ 241 h 353"/>
              <a:gd name="T38" fmla="*/ 97 w 241"/>
              <a:gd name="T39" fmla="*/ 32 h 353"/>
              <a:gd name="T40" fmla="*/ 113 w 241"/>
              <a:gd name="T41" fmla="*/ 16 h 353"/>
              <a:gd name="T42" fmla="*/ 129 w 241"/>
              <a:gd name="T43" fmla="*/ 16 h 353"/>
              <a:gd name="T44" fmla="*/ 145 w 241"/>
              <a:gd name="T45" fmla="*/ 32 h 353"/>
              <a:gd name="T46" fmla="*/ 145 w 241"/>
              <a:gd name="T47" fmla="*/ 241 h 353"/>
              <a:gd name="T48" fmla="*/ 214 w 241"/>
              <a:gd name="T49" fmla="*/ 241 h 353"/>
              <a:gd name="T50" fmla="*/ 121 w 241"/>
              <a:gd name="T51" fmla="*/ 334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241" h="353">
                <a:moveTo>
                  <a:pt x="233" y="224"/>
                </a:moveTo>
                <a:cubicBezTo>
                  <a:pt x="161" y="224"/>
                  <a:pt x="161" y="224"/>
                  <a:pt x="161" y="224"/>
                </a:cubicBezTo>
                <a:cubicBezTo>
                  <a:pt x="161" y="32"/>
                  <a:pt x="161" y="32"/>
                  <a:pt x="161" y="32"/>
                </a:cubicBezTo>
                <a:cubicBezTo>
                  <a:pt x="161" y="14"/>
                  <a:pt x="147" y="0"/>
                  <a:pt x="129" y="0"/>
                </a:cubicBezTo>
                <a:cubicBezTo>
                  <a:pt x="113" y="0"/>
                  <a:pt x="113" y="0"/>
                  <a:pt x="113" y="0"/>
                </a:cubicBezTo>
                <a:cubicBezTo>
                  <a:pt x="95" y="0"/>
                  <a:pt x="81" y="14"/>
                  <a:pt x="81" y="32"/>
                </a:cubicBezTo>
                <a:cubicBezTo>
                  <a:pt x="81" y="224"/>
                  <a:pt x="81" y="224"/>
                  <a:pt x="81" y="224"/>
                </a:cubicBezTo>
                <a:cubicBezTo>
                  <a:pt x="8" y="224"/>
                  <a:pt x="8" y="224"/>
                  <a:pt x="8" y="224"/>
                </a:cubicBezTo>
                <a:cubicBezTo>
                  <a:pt x="4" y="224"/>
                  <a:pt x="0" y="228"/>
                  <a:pt x="0" y="233"/>
                </a:cubicBezTo>
                <a:cubicBezTo>
                  <a:pt x="0" y="235"/>
                  <a:pt x="1" y="237"/>
                  <a:pt x="3" y="238"/>
                </a:cubicBezTo>
                <a:cubicBezTo>
                  <a:pt x="115" y="351"/>
                  <a:pt x="115" y="351"/>
                  <a:pt x="115" y="351"/>
                </a:cubicBezTo>
                <a:cubicBezTo>
                  <a:pt x="117" y="352"/>
                  <a:pt x="119" y="353"/>
                  <a:pt x="121" y="353"/>
                </a:cubicBezTo>
                <a:cubicBezTo>
                  <a:pt x="123" y="353"/>
                  <a:pt x="125" y="352"/>
                  <a:pt x="127" y="351"/>
                </a:cubicBezTo>
                <a:cubicBezTo>
                  <a:pt x="239" y="238"/>
                  <a:pt x="239" y="238"/>
                  <a:pt x="239" y="238"/>
                </a:cubicBezTo>
                <a:cubicBezTo>
                  <a:pt x="240" y="237"/>
                  <a:pt x="241" y="235"/>
                  <a:pt x="241" y="233"/>
                </a:cubicBezTo>
                <a:cubicBezTo>
                  <a:pt x="241" y="228"/>
                  <a:pt x="238" y="224"/>
                  <a:pt x="233" y="224"/>
                </a:cubicBezTo>
                <a:moveTo>
                  <a:pt x="121" y="334"/>
                </a:moveTo>
                <a:cubicBezTo>
                  <a:pt x="28" y="241"/>
                  <a:pt x="28" y="241"/>
                  <a:pt x="28" y="241"/>
                </a:cubicBezTo>
                <a:cubicBezTo>
                  <a:pt x="97" y="241"/>
                  <a:pt x="97" y="241"/>
                  <a:pt x="97" y="241"/>
                </a:cubicBezTo>
                <a:cubicBezTo>
                  <a:pt x="97" y="32"/>
                  <a:pt x="97" y="32"/>
                  <a:pt x="97" y="32"/>
                </a:cubicBezTo>
                <a:cubicBezTo>
                  <a:pt x="97" y="23"/>
                  <a:pt x="104" y="16"/>
                  <a:pt x="113" y="16"/>
                </a:cubicBezTo>
                <a:cubicBezTo>
                  <a:pt x="129" y="16"/>
                  <a:pt x="129" y="16"/>
                  <a:pt x="129" y="16"/>
                </a:cubicBezTo>
                <a:cubicBezTo>
                  <a:pt x="138" y="16"/>
                  <a:pt x="145" y="23"/>
                  <a:pt x="145" y="32"/>
                </a:cubicBezTo>
                <a:cubicBezTo>
                  <a:pt x="145" y="241"/>
                  <a:pt x="145" y="241"/>
                  <a:pt x="145" y="241"/>
                </a:cubicBezTo>
                <a:cubicBezTo>
                  <a:pt x="214" y="241"/>
                  <a:pt x="214" y="241"/>
                  <a:pt x="214" y="241"/>
                </a:cubicBezTo>
                <a:lnTo>
                  <a:pt x="121" y="33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2" name="Freeform 30"/>
          <p:cNvSpPr>
            <a:spLocks noEditPoints="1"/>
          </p:cNvSpPr>
          <p:nvPr/>
        </p:nvSpPr>
        <p:spPr bwMode="auto">
          <a:xfrm>
            <a:off x="6453718" y="3073400"/>
            <a:ext cx="397933" cy="584200"/>
          </a:xfrm>
          <a:custGeom>
            <a:avLst/>
            <a:gdLst>
              <a:gd name="T0" fmla="*/ 238 w 241"/>
              <a:gd name="T1" fmla="*/ 114 h 353"/>
              <a:gd name="T2" fmla="*/ 126 w 241"/>
              <a:gd name="T3" fmla="*/ 2 h 353"/>
              <a:gd name="T4" fmla="*/ 120 w 241"/>
              <a:gd name="T5" fmla="*/ 0 h 353"/>
              <a:gd name="T6" fmla="*/ 114 w 241"/>
              <a:gd name="T7" fmla="*/ 2 h 353"/>
              <a:gd name="T8" fmla="*/ 2 w 241"/>
              <a:gd name="T9" fmla="*/ 114 h 353"/>
              <a:gd name="T10" fmla="*/ 0 w 241"/>
              <a:gd name="T11" fmla="*/ 120 h 353"/>
              <a:gd name="T12" fmla="*/ 8 w 241"/>
              <a:gd name="T13" fmla="*/ 128 h 353"/>
              <a:gd name="T14" fmla="*/ 80 w 241"/>
              <a:gd name="T15" fmla="*/ 128 h 353"/>
              <a:gd name="T16" fmla="*/ 80 w 241"/>
              <a:gd name="T17" fmla="*/ 321 h 353"/>
              <a:gd name="T18" fmla="*/ 112 w 241"/>
              <a:gd name="T19" fmla="*/ 353 h 353"/>
              <a:gd name="T20" fmla="*/ 128 w 241"/>
              <a:gd name="T21" fmla="*/ 353 h 353"/>
              <a:gd name="T22" fmla="*/ 160 w 241"/>
              <a:gd name="T23" fmla="*/ 321 h 353"/>
              <a:gd name="T24" fmla="*/ 160 w 241"/>
              <a:gd name="T25" fmla="*/ 128 h 353"/>
              <a:gd name="T26" fmla="*/ 233 w 241"/>
              <a:gd name="T27" fmla="*/ 128 h 353"/>
              <a:gd name="T28" fmla="*/ 241 w 241"/>
              <a:gd name="T29" fmla="*/ 120 h 353"/>
              <a:gd name="T30" fmla="*/ 238 w 241"/>
              <a:gd name="T31" fmla="*/ 114 h 353"/>
              <a:gd name="T32" fmla="*/ 144 w 241"/>
              <a:gd name="T33" fmla="*/ 112 h 353"/>
              <a:gd name="T34" fmla="*/ 144 w 241"/>
              <a:gd name="T35" fmla="*/ 321 h 353"/>
              <a:gd name="T36" fmla="*/ 128 w 241"/>
              <a:gd name="T37" fmla="*/ 337 h 353"/>
              <a:gd name="T38" fmla="*/ 112 w 241"/>
              <a:gd name="T39" fmla="*/ 337 h 353"/>
              <a:gd name="T40" fmla="*/ 96 w 241"/>
              <a:gd name="T41" fmla="*/ 321 h 353"/>
              <a:gd name="T42" fmla="*/ 96 w 241"/>
              <a:gd name="T43" fmla="*/ 112 h 353"/>
              <a:gd name="T44" fmla="*/ 27 w 241"/>
              <a:gd name="T45" fmla="*/ 112 h 353"/>
              <a:gd name="T46" fmla="*/ 120 w 241"/>
              <a:gd name="T47" fmla="*/ 19 h 353"/>
              <a:gd name="T48" fmla="*/ 213 w 241"/>
              <a:gd name="T49" fmla="*/ 112 h 353"/>
              <a:gd name="T50" fmla="*/ 144 w 241"/>
              <a:gd name="T51" fmla="*/ 112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241" h="353">
                <a:moveTo>
                  <a:pt x="238" y="114"/>
                </a:moveTo>
                <a:cubicBezTo>
                  <a:pt x="126" y="2"/>
                  <a:pt x="126" y="2"/>
                  <a:pt x="126" y="2"/>
                </a:cubicBezTo>
                <a:cubicBezTo>
                  <a:pt x="124" y="1"/>
                  <a:pt x="122" y="0"/>
                  <a:pt x="120" y="0"/>
                </a:cubicBezTo>
                <a:cubicBezTo>
                  <a:pt x="118" y="0"/>
                  <a:pt x="116" y="1"/>
                  <a:pt x="114" y="2"/>
                </a:cubicBezTo>
                <a:cubicBezTo>
                  <a:pt x="2" y="114"/>
                  <a:pt x="2" y="114"/>
                  <a:pt x="2" y="114"/>
                </a:cubicBezTo>
                <a:cubicBezTo>
                  <a:pt x="1" y="116"/>
                  <a:pt x="0" y="118"/>
                  <a:pt x="0" y="120"/>
                </a:cubicBezTo>
                <a:cubicBezTo>
                  <a:pt x="0" y="125"/>
                  <a:pt x="3" y="128"/>
                  <a:pt x="8" y="128"/>
                </a:cubicBezTo>
                <a:cubicBezTo>
                  <a:pt x="80" y="128"/>
                  <a:pt x="80" y="128"/>
                  <a:pt x="80" y="128"/>
                </a:cubicBezTo>
                <a:cubicBezTo>
                  <a:pt x="80" y="321"/>
                  <a:pt x="80" y="321"/>
                  <a:pt x="80" y="321"/>
                </a:cubicBezTo>
                <a:cubicBezTo>
                  <a:pt x="80" y="339"/>
                  <a:pt x="94" y="353"/>
                  <a:pt x="112" y="353"/>
                </a:cubicBezTo>
                <a:cubicBezTo>
                  <a:pt x="128" y="353"/>
                  <a:pt x="128" y="353"/>
                  <a:pt x="128" y="353"/>
                </a:cubicBezTo>
                <a:cubicBezTo>
                  <a:pt x="146" y="353"/>
                  <a:pt x="160" y="339"/>
                  <a:pt x="160" y="321"/>
                </a:cubicBezTo>
                <a:cubicBezTo>
                  <a:pt x="160" y="128"/>
                  <a:pt x="160" y="128"/>
                  <a:pt x="160" y="128"/>
                </a:cubicBezTo>
                <a:cubicBezTo>
                  <a:pt x="233" y="128"/>
                  <a:pt x="233" y="128"/>
                  <a:pt x="233" y="128"/>
                </a:cubicBezTo>
                <a:cubicBezTo>
                  <a:pt x="237" y="128"/>
                  <a:pt x="241" y="125"/>
                  <a:pt x="241" y="120"/>
                </a:cubicBezTo>
                <a:cubicBezTo>
                  <a:pt x="241" y="118"/>
                  <a:pt x="240" y="116"/>
                  <a:pt x="238" y="114"/>
                </a:cubicBezTo>
                <a:moveTo>
                  <a:pt x="144" y="112"/>
                </a:moveTo>
                <a:cubicBezTo>
                  <a:pt x="144" y="321"/>
                  <a:pt x="144" y="321"/>
                  <a:pt x="144" y="321"/>
                </a:cubicBezTo>
                <a:cubicBezTo>
                  <a:pt x="144" y="330"/>
                  <a:pt x="137" y="337"/>
                  <a:pt x="128" y="337"/>
                </a:cubicBezTo>
                <a:cubicBezTo>
                  <a:pt x="112" y="337"/>
                  <a:pt x="112" y="337"/>
                  <a:pt x="112" y="337"/>
                </a:cubicBezTo>
                <a:cubicBezTo>
                  <a:pt x="103" y="337"/>
                  <a:pt x="96" y="330"/>
                  <a:pt x="96" y="321"/>
                </a:cubicBezTo>
                <a:cubicBezTo>
                  <a:pt x="96" y="112"/>
                  <a:pt x="96" y="112"/>
                  <a:pt x="96" y="112"/>
                </a:cubicBezTo>
                <a:cubicBezTo>
                  <a:pt x="27" y="112"/>
                  <a:pt x="27" y="112"/>
                  <a:pt x="27" y="112"/>
                </a:cubicBezTo>
                <a:cubicBezTo>
                  <a:pt x="120" y="19"/>
                  <a:pt x="120" y="19"/>
                  <a:pt x="120" y="19"/>
                </a:cubicBezTo>
                <a:cubicBezTo>
                  <a:pt x="213" y="112"/>
                  <a:pt x="213" y="112"/>
                  <a:pt x="213" y="112"/>
                </a:cubicBezTo>
                <a:lnTo>
                  <a:pt x="144" y="11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3" name="Freeform 31"/>
          <p:cNvSpPr>
            <a:spLocks noEditPoints="1"/>
          </p:cNvSpPr>
          <p:nvPr/>
        </p:nvSpPr>
        <p:spPr bwMode="auto">
          <a:xfrm>
            <a:off x="7473951" y="3166534"/>
            <a:ext cx="582084" cy="397933"/>
          </a:xfrm>
          <a:custGeom>
            <a:avLst/>
            <a:gdLst>
              <a:gd name="T0" fmla="*/ 321 w 353"/>
              <a:gd name="T1" fmla="*/ 80 h 241"/>
              <a:gd name="T2" fmla="*/ 128 w 353"/>
              <a:gd name="T3" fmla="*/ 80 h 241"/>
              <a:gd name="T4" fmla="*/ 128 w 353"/>
              <a:gd name="T5" fmla="*/ 8 h 241"/>
              <a:gd name="T6" fmla="*/ 120 w 353"/>
              <a:gd name="T7" fmla="*/ 0 h 241"/>
              <a:gd name="T8" fmla="*/ 115 w 353"/>
              <a:gd name="T9" fmla="*/ 2 h 241"/>
              <a:gd name="T10" fmla="*/ 2 w 353"/>
              <a:gd name="T11" fmla="*/ 115 h 241"/>
              <a:gd name="T12" fmla="*/ 0 w 353"/>
              <a:gd name="T13" fmla="*/ 120 h 241"/>
              <a:gd name="T14" fmla="*/ 2 w 353"/>
              <a:gd name="T15" fmla="*/ 126 h 241"/>
              <a:gd name="T16" fmla="*/ 115 w 353"/>
              <a:gd name="T17" fmla="*/ 238 h 241"/>
              <a:gd name="T18" fmla="*/ 120 w 353"/>
              <a:gd name="T19" fmla="*/ 241 h 241"/>
              <a:gd name="T20" fmla="*/ 128 w 353"/>
              <a:gd name="T21" fmla="*/ 233 h 241"/>
              <a:gd name="T22" fmla="*/ 128 w 353"/>
              <a:gd name="T23" fmla="*/ 160 h 241"/>
              <a:gd name="T24" fmla="*/ 321 w 353"/>
              <a:gd name="T25" fmla="*/ 160 h 241"/>
              <a:gd name="T26" fmla="*/ 353 w 353"/>
              <a:gd name="T27" fmla="*/ 128 h 241"/>
              <a:gd name="T28" fmla="*/ 353 w 353"/>
              <a:gd name="T29" fmla="*/ 112 h 241"/>
              <a:gd name="T30" fmla="*/ 321 w 353"/>
              <a:gd name="T31" fmla="*/ 80 h 241"/>
              <a:gd name="T32" fmla="*/ 337 w 353"/>
              <a:gd name="T33" fmla="*/ 128 h 241"/>
              <a:gd name="T34" fmla="*/ 321 w 353"/>
              <a:gd name="T35" fmla="*/ 144 h 241"/>
              <a:gd name="T36" fmla="*/ 112 w 353"/>
              <a:gd name="T37" fmla="*/ 144 h 241"/>
              <a:gd name="T38" fmla="*/ 112 w 353"/>
              <a:gd name="T39" fmla="*/ 213 h 241"/>
              <a:gd name="T40" fmla="*/ 19 w 353"/>
              <a:gd name="T41" fmla="*/ 120 h 241"/>
              <a:gd name="T42" fmla="*/ 112 w 353"/>
              <a:gd name="T43" fmla="*/ 27 h 241"/>
              <a:gd name="T44" fmla="*/ 112 w 353"/>
              <a:gd name="T45" fmla="*/ 96 h 241"/>
              <a:gd name="T46" fmla="*/ 321 w 353"/>
              <a:gd name="T47" fmla="*/ 96 h 241"/>
              <a:gd name="T48" fmla="*/ 337 w 353"/>
              <a:gd name="T49" fmla="*/ 112 h 241"/>
              <a:gd name="T50" fmla="*/ 337 w 353"/>
              <a:gd name="T51" fmla="*/ 128 h 2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353" h="241">
                <a:moveTo>
                  <a:pt x="321" y="80"/>
                </a:moveTo>
                <a:cubicBezTo>
                  <a:pt x="128" y="80"/>
                  <a:pt x="128" y="80"/>
                  <a:pt x="128" y="80"/>
                </a:cubicBezTo>
                <a:cubicBezTo>
                  <a:pt x="128" y="8"/>
                  <a:pt x="128" y="8"/>
                  <a:pt x="128" y="8"/>
                </a:cubicBezTo>
                <a:cubicBezTo>
                  <a:pt x="128" y="3"/>
                  <a:pt x="125" y="0"/>
                  <a:pt x="120" y="0"/>
                </a:cubicBezTo>
                <a:cubicBezTo>
                  <a:pt x="118" y="0"/>
                  <a:pt x="116" y="1"/>
                  <a:pt x="115" y="2"/>
                </a:cubicBezTo>
                <a:cubicBezTo>
                  <a:pt x="2" y="115"/>
                  <a:pt x="2" y="115"/>
                  <a:pt x="2" y="115"/>
                </a:cubicBezTo>
                <a:cubicBezTo>
                  <a:pt x="1" y="116"/>
                  <a:pt x="0" y="118"/>
                  <a:pt x="0" y="120"/>
                </a:cubicBezTo>
                <a:cubicBezTo>
                  <a:pt x="0" y="123"/>
                  <a:pt x="1" y="125"/>
                  <a:pt x="2" y="126"/>
                </a:cubicBezTo>
                <a:cubicBezTo>
                  <a:pt x="115" y="238"/>
                  <a:pt x="115" y="238"/>
                  <a:pt x="115" y="238"/>
                </a:cubicBezTo>
                <a:cubicBezTo>
                  <a:pt x="116" y="240"/>
                  <a:pt x="118" y="241"/>
                  <a:pt x="120" y="241"/>
                </a:cubicBezTo>
                <a:cubicBezTo>
                  <a:pt x="125" y="241"/>
                  <a:pt x="128" y="237"/>
                  <a:pt x="128" y="233"/>
                </a:cubicBezTo>
                <a:cubicBezTo>
                  <a:pt x="128" y="160"/>
                  <a:pt x="128" y="160"/>
                  <a:pt x="128" y="160"/>
                </a:cubicBezTo>
                <a:cubicBezTo>
                  <a:pt x="321" y="160"/>
                  <a:pt x="321" y="160"/>
                  <a:pt x="321" y="160"/>
                </a:cubicBezTo>
                <a:cubicBezTo>
                  <a:pt x="339" y="160"/>
                  <a:pt x="353" y="146"/>
                  <a:pt x="353" y="128"/>
                </a:cubicBezTo>
                <a:cubicBezTo>
                  <a:pt x="353" y="112"/>
                  <a:pt x="353" y="112"/>
                  <a:pt x="353" y="112"/>
                </a:cubicBezTo>
                <a:cubicBezTo>
                  <a:pt x="353" y="95"/>
                  <a:pt x="339" y="80"/>
                  <a:pt x="321" y="80"/>
                </a:cubicBezTo>
                <a:moveTo>
                  <a:pt x="337" y="128"/>
                </a:moveTo>
                <a:cubicBezTo>
                  <a:pt x="337" y="137"/>
                  <a:pt x="330" y="144"/>
                  <a:pt x="321" y="144"/>
                </a:cubicBezTo>
                <a:cubicBezTo>
                  <a:pt x="112" y="144"/>
                  <a:pt x="112" y="144"/>
                  <a:pt x="112" y="144"/>
                </a:cubicBezTo>
                <a:cubicBezTo>
                  <a:pt x="112" y="213"/>
                  <a:pt x="112" y="213"/>
                  <a:pt x="112" y="213"/>
                </a:cubicBezTo>
                <a:cubicBezTo>
                  <a:pt x="19" y="120"/>
                  <a:pt x="19" y="120"/>
                  <a:pt x="19" y="120"/>
                </a:cubicBezTo>
                <a:cubicBezTo>
                  <a:pt x="112" y="27"/>
                  <a:pt x="112" y="27"/>
                  <a:pt x="112" y="27"/>
                </a:cubicBezTo>
                <a:cubicBezTo>
                  <a:pt x="112" y="96"/>
                  <a:pt x="112" y="96"/>
                  <a:pt x="112" y="96"/>
                </a:cubicBezTo>
                <a:cubicBezTo>
                  <a:pt x="321" y="96"/>
                  <a:pt x="321" y="96"/>
                  <a:pt x="321" y="96"/>
                </a:cubicBezTo>
                <a:cubicBezTo>
                  <a:pt x="330" y="96"/>
                  <a:pt x="337" y="103"/>
                  <a:pt x="337" y="112"/>
                </a:cubicBezTo>
                <a:lnTo>
                  <a:pt x="337" y="12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4" name="Freeform 32"/>
          <p:cNvSpPr>
            <a:spLocks noEditPoints="1"/>
          </p:cNvSpPr>
          <p:nvPr/>
        </p:nvSpPr>
        <p:spPr bwMode="auto">
          <a:xfrm>
            <a:off x="8585202" y="3166534"/>
            <a:ext cx="579967" cy="397933"/>
          </a:xfrm>
          <a:custGeom>
            <a:avLst/>
            <a:gdLst>
              <a:gd name="T0" fmla="*/ 351 w 353"/>
              <a:gd name="T1" fmla="*/ 115 h 241"/>
              <a:gd name="T2" fmla="*/ 239 w 353"/>
              <a:gd name="T3" fmla="*/ 2 h 241"/>
              <a:gd name="T4" fmla="*/ 233 w 353"/>
              <a:gd name="T5" fmla="*/ 0 h 241"/>
              <a:gd name="T6" fmla="*/ 225 w 353"/>
              <a:gd name="T7" fmla="*/ 8 h 241"/>
              <a:gd name="T8" fmla="*/ 225 w 353"/>
              <a:gd name="T9" fmla="*/ 80 h 241"/>
              <a:gd name="T10" fmla="*/ 32 w 353"/>
              <a:gd name="T11" fmla="*/ 80 h 241"/>
              <a:gd name="T12" fmla="*/ 0 w 353"/>
              <a:gd name="T13" fmla="*/ 112 h 241"/>
              <a:gd name="T14" fmla="*/ 0 w 353"/>
              <a:gd name="T15" fmla="*/ 128 h 241"/>
              <a:gd name="T16" fmla="*/ 32 w 353"/>
              <a:gd name="T17" fmla="*/ 160 h 241"/>
              <a:gd name="T18" fmla="*/ 225 w 353"/>
              <a:gd name="T19" fmla="*/ 160 h 241"/>
              <a:gd name="T20" fmla="*/ 225 w 353"/>
              <a:gd name="T21" fmla="*/ 233 h 241"/>
              <a:gd name="T22" fmla="*/ 233 w 353"/>
              <a:gd name="T23" fmla="*/ 241 h 241"/>
              <a:gd name="T24" fmla="*/ 239 w 353"/>
              <a:gd name="T25" fmla="*/ 238 h 241"/>
              <a:gd name="T26" fmla="*/ 351 w 353"/>
              <a:gd name="T27" fmla="*/ 126 h 241"/>
              <a:gd name="T28" fmla="*/ 353 w 353"/>
              <a:gd name="T29" fmla="*/ 120 h 241"/>
              <a:gd name="T30" fmla="*/ 351 w 353"/>
              <a:gd name="T31" fmla="*/ 115 h 241"/>
              <a:gd name="T32" fmla="*/ 241 w 353"/>
              <a:gd name="T33" fmla="*/ 213 h 241"/>
              <a:gd name="T34" fmla="*/ 241 w 353"/>
              <a:gd name="T35" fmla="*/ 144 h 241"/>
              <a:gd name="T36" fmla="*/ 32 w 353"/>
              <a:gd name="T37" fmla="*/ 144 h 241"/>
              <a:gd name="T38" fmla="*/ 16 w 353"/>
              <a:gd name="T39" fmla="*/ 128 h 241"/>
              <a:gd name="T40" fmla="*/ 16 w 353"/>
              <a:gd name="T41" fmla="*/ 112 h 241"/>
              <a:gd name="T42" fmla="*/ 32 w 353"/>
              <a:gd name="T43" fmla="*/ 96 h 241"/>
              <a:gd name="T44" fmla="*/ 241 w 353"/>
              <a:gd name="T45" fmla="*/ 96 h 241"/>
              <a:gd name="T46" fmla="*/ 241 w 353"/>
              <a:gd name="T47" fmla="*/ 27 h 241"/>
              <a:gd name="T48" fmla="*/ 334 w 353"/>
              <a:gd name="T49" fmla="*/ 120 h 241"/>
              <a:gd name="T50" fmla="*/ 241 w 353"/>
              <a:gd name="T51" fmla="*/ 213 h 2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353" h="241">
                <a:moveTo>
                  <a:pt x="351" y="115"/>
                </a:moveTo>
                <a:cubicBezTo>
                  <a:pt x="239" y="2"/>
                  <a:pt x="239" y="2"/>
                  <a:pt x="239" y="2"/>
                </a:cubicBezTo>
                <a:cubicBezTo>
                  <a:pt x="237" y="1"/>
                  <a:pt x="235" y="0"/>
                  <a:pt x="233" y="0"/>
                </a:cubicBezTo>
                <a:cubicBezTo>
                  <a:pt x="229" y="0"/>
                  <a:pt x="225" y="3"/>
                  <a:pt x="225" y="8"/>
                </a:cubicBezTo>
                <a:cubicBezTo>
                  <a:pt x="225" y="80"/>
                  <a:pt x="225" y="80"/>
                  <a:pt x="225" y="80"/>
                </a:cubicBezTo>
                <a:cubicBezTo>
                  <a:pt x="32" y="80"/>
                  <a:pt x="32" y="80"/>
                  <a:pt x="32" y="80"/>
                </a:cubicBezTo>
                <a:cubicBezTo>
                  <a:pt x="15" y="80"/>
                  <a:pt x="0" y="95"/>
                  <a:pt x="0" y="112"/>
                </a:cubicBezTo>
                <a:cubicBezTo>
                  <a:pt x="0" y="128"/>
                  <a:pt x="0" y="128"/>
                  <a:pt x="0" y="128"/>
                </a:cubicBezTo>
                <a:cubicBezTo>
                  <a:pt x="0" y="146"/>
                  <a:pt x="15" y="160"/>
                  <a:pt x="32" y="160"/>
                </a:cubicBezTo>
                <a:cubicBezTo>
                  <a:pt x="225" y="160"/>
                  <a:pt x="225" y="160"/>
                  <a:pt x="225" y="160"/>
                </a:cubicBezTo>
                <a:cubicBezTo>
                  <a:pt x="225" y="233"/>
                  <a:pt x="225" y="233"/>
                  <a:pt x="225" y="233"/>
                </a:cubicBezTo>
                <a:cubicBezTo>
                  <a:pt x="225" y="237"/>
                  <a:pt x="229" y="241"/>
                  <a:pt x="233" y="241"/>
                </a:cubicBezTo>
                <a:cubicBezTo>
                  <a:pt x="235" y="241"/>
                  <a:pt x="237" y="240"/>
                  <a:pt x="239" y="238"/>
                </a:cubicBezTo>
                <a:cubicBezTo>
                  <a:pt x="351" y="126"/>
                  <a:pt x="351" y="126"/>
                  <a:pt x="351" y="126"/>
                </a:cubicBezTo>
                <a:cubicBezTo>
                  <a:pt x="353" y="125"/>
                  <a:pt x="353" y="123"/>
                  <a:pt x="353" y="120"/>
                </a:cubicBezTo>
                <a:cubicBezTo>
                  <a:pt x="353" y="118"/>
                  <a:pt x="353" y="116"/>
                  <a:pt x="351" y="115"/>
                </a:cubicBezTo>
                <a:moveTo>
                  <a:pt x="241" y="213"/>
                </a:moveTo>
                <a:cubicBezTo>
                  <a:pt x="241" y="144"/>
                  <a:pt x="241" y="144"/>
                  <a:pt x="241" y="144"/>
                </a:cubicBezTo>
                <a:cubicBezTo>
                  <a:pt x="32" y="144"/>
                  <a:pt x="32" y="144"/>
                  <a:pt x="32" y="144"/>
                </a:cubicBezTo>
                <a:cubicBezTo>
                  <a:pt x="23" y="144"/>
                  <a:pt x="16" y="137"/>
                  <a:pt x="16" y="128"/>
                </a:cubicBezTo>
                <a:cubicBezTo>
                  <a:pt x="16" y="112"/>
                  <a:pt x="16" y="112"/>
                  <a:pt x="16" y="112"/>
                </a:cubicBezTo>
                <a:cubicBezTo>
                  <a:pt x="16" y="103"/>
                  <a:pt x="23" y="96"/>
                  <a:pt x="32" y="96"/>
                </a:cubicBezTo>
                <a:cubicBezTo>
                  <a:pt x="241" y="96"/>
                  <a:pt x="241" y="96"/>
                  <a:pt x="241" y="96"/>
                </a:cubicBezTo>
                <a:cubicBezTo>
                  <a:pt x="241" y="27"/>
                  <a:pt x="241" y="27"/>
                  <a:pt x="241" y="27"/>
                </a:cubicBezTo>
                <a:cubicBezTo>
                  <a:pt x="334" y="120"/>
                  <a:pt x="334" y="120"/>
                  <a:pt x="334" y="120"/>
                </a:cubicBezTo>
                <a:lnTo>
                  <a:pt x="241" y="21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5" name="Freeform 33"/>
          <p:cNvSpPr>
            <a:spLocks/>
          </p:cNvSpPr>
          <p:nvPr/>
        </p:nvSpPr>
        <p:spPr bwMode="auto">
          <a:xfrm>
            <a:off x="9776884" y="3073400"/>
            <a:ext cx="423333" cy="584200"/>
          </a:xfrm>
          <a:custGeom>
            <a:avLst/>
            <a:gdLst>
              <a:gd name="T0" fmla="*/ 254 w 257"/>
              <a:gd name="T1" fmla="*/ 82 h 353"/>
              <a:gd name="T2" fmla="*/ 174 w 257"/>
              <a:gd name="T3" fmla="*/ 2 h 353"/>
              <a:gd name="T4" fmla="*/ 168 w 257"/>
              <a:gd name="T5" fmla="*/ 0 h 353"/>
              <a:gd name="T6" fmla="*/ 160 w 257"/>
              <a:gd name="T7" fmla="*/ 8 h 353"/>
              <a:gd name="T8" fmla="*/ 163 w 257"/>
              <a:gd name="T9" fmla="*/ 13 h 353"/>
              <a:gd name="T10" fmla="*/ 229 w 257"/>
              <a:gd name="T11" fmla="*/ 80 h 353"/>
              <a:gd name="T12" fmla="*/ 8 w 257"/>
              <a:gd name="T13" fmla="*/ 80 h 353"/>
              <a:gd name="T14" fmla="*/ 0 w 257"/>
              <a:gd name="T15" fmla="*/ 88 h 353"/>
              <a:gd name="T16" fmla="*/ 0 w 257"/>
              <a:gd name="T17" fmla="*/ 345 h 353"/>
              <a:gd name="T18" fmla="*/ 8 w 257"/>
              <a:gd name="T19" fmla="*/ 353 h 353"/>
              <a:gd name="T20" fmla="*/ 16 w 257"/>
              <a:gd name="T21" fmla="*/ 345 h 353"/>
              <a:gd name="T22" fmla="*/ 16 w 257"/>
              <a:gd name="T23" fmla="*/ 96 h 353"/>
              <a:gd name="T24" fmla="*/ 229 w 257"/>
              <a:gd name="T25" fmla="*/ 96 h 353"/>
              <a:gd name="T26" fmla="*/ 163 w 257"/>
              <a:gd name="T27" fmla="*/ 163 h 353"/>
              <a:gd name="T28" fmla="*/ 160 w 257"/>
              <a:gd name="T29" fmla="*/ 168 h 353"/>
              <a:gd name="T30" fmla="*/ 168 w 257"/>
              <a:gd name="T31" fmla="*/ 176 h 353"/>
              <a:gd name="T32" fmla="*/ 174 w 257"/>
              <a:gd name="T33" fmla="*/ 174 h 353"/>
              <a:gd name="T34" fmla="*/ 254 w 257"/>
              <a:gd name="T35" fmla="*/ 94 h 353"/>
              <a:gd name="T36" fmla="*/ 257 w 257"/>
              <a:gd name="T37" fmla="*/ 88 h 353"/>
              <a:gd name="T38" fmla="*/ 254 w 257"/>
              <a:gd name="T39" fmla="*/ 82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257" h="353">
                <a:moveTo>
                  <a:pt x="254" y="82"/>
                </a:moveTo>
                <a:cubicBezTo>
                  <a:pt x="174" y="2"/>
                  <a:pt x="174" y="2"/>
                  <a:pt x="174" y="2"/>
                </a:cubicBezTo>
                <a:cubicBezTo>
                  <a:pt x="173" y="1"/>
                  <a:pt x="171" y="0"/>
                  <a:pt x="168" y="0"/>
                </a:cubicBezTo>
                <a:cubicBezTo>
                  <a:pt x="164" y="0"/>
                  <a:pt x="160" y="3"/>
                  <a:pt x="160" y="8"/>
                </a:cubicBezTo>
                <a:cubicBezTo>
                  <a:pt x="160" y="10"/>
                  <a:pt x="161" y="12"/>
                  <a:pt x="163" y="13"/>
                </a:cubicBezTo>
                <a:cubicBezTo>
                  <a:pt x="229" y="80"/>
                  <a:pt x="229" y="80"/>
                  <a:pt x="229" y="80"/>
                </a:cubicBezTo>
                <a:cubicBezTo>
                  <a:pt x="8" y="80"/>
                  <a:pt x="8" y="80"/>
                  <a:pt x="8" y="80"/>
                </a:cubicBezTo>
                <a:cubicBezTo>
                  <a:pt x="3" y="80"/>
                  <a:pt x="0" y="84"/>
                  <a:pt x="0" y="88"/>
                </a:cubicBezTo>
                <a:cubicBezTo>
                  <a:pt x="0" y="345"/>
                  <a:pt x="0" y="345"/>
                  <a:pt x="0" y="345"/>
                </a:cubicBezTo>
                <a:cubicBezTo>
                  <a:pt x="0" y="349"/>
                  <a:pt x="3" y="353"/>
                  <a:pt x="8" y="353"/>
                </a:cubicBezTo>
                <a:cubicBezTo>
                  <a:pt x="12" y="353"/>
                  <a:pt x="16" y="349"/>
                  <a:pt x="16" y="345"/>
                </a:cubicBezTo>
                <a:cubicBezTo>
                  <a:pt x="16" y="96"/>
                  <a:pt x="16" y="96"/>
                  <a:pt x="16" y="96"/>
                </a:cubicBezTo>
                <a:cubicBezTo>
                  <a:pt x="229" y="96"/>
                  <a:pt x="229" y="96"/>
                  <a:pt x="229" y="96"/>
                </a:cubicBezTo>
                <a:cubicBezTo>
                  <a:pt x="163" y="163"/>
                  <a:pt x="163" y="163"/>
                  <a:pt x="163" y="163"/>
                </a:cubicBezTo>
                <a:cubicBezTo>
                  <a:pt x="161" y="164"/>
                  <a:pt x="160" y="166"/>
                  <a:pt x="160" y="168"/>
                </a:cubicBezTo>
                <a:cubicBezTo>
                  <a:pt x="160" y="173"/>
                  <a:pt x="164" y="176"/>
                  <a:pt x="168" y="176"/>
                </a:cubicBezTo>
                <a:cubicBezTo>
                  <a:pt x="171" y="176"/>
                  <a:pt x="173" y="175"/>
                  <a:pt x="174" y="174"/>
                </a:cubicBezTo>
                <a:cubicBezTo>
                  <a:pt x="254" y="94"/>
                  <a:pt x="254" y="94"/>
                  <a:pt x="254" y="94"/>
                </a:cubicBezTo>
                <a:cubicBezTo>
                  <a:pt x="256" y="92"/>
                  <a:pt x="257" y="90"/>
                  <a:pt x="257" y="88"/>
                </a:cubicBezTo>
                <a:cubicBezTo>
                  <a:pt x="257" y="86"/>
                  <a:pt x="256" y="84"/>
                  <a:pt x="254" y="82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6" name="Freeform 34"/>
          <p:cNvSpPr>
            <a:spLocks noEditPoints="1"/>
          </p:cNvSpPr>
          <p:nvPr/>
        </p:nvSpPr>
        <p:spPr bwMode="auto">
          <a:xfrm>
            <a:off x="10807702" y="3153834"/>
            <a:ext cx="582084" cy="423333"/>
          </a:xfrm>
          <a:custGeom>
            <a:avLst/>
            <a:gdLst>
              <a:gd name="T0" fmla="*/ 351 w 353"/>
              <a:gd name="T1" fmla="*/ 82 h 257"/>
              <a:gd name="T2" fmla="*/ 270 w 353"/>
              <a:gd name="T3" fmla="*/ 2 h 257"/>
              <a:gd name="T4" fmla="*/ 265 w 353"/>
              <a:gd name="T5" fmla="*/ 0 h 257"/>
              <a:gd name="T6" fmla="*/ 257 w 353"/>
              <a:gd name="T7" fmla="*/ 8 h 257"/>
              <a:gd name="T8" fmla="*/ 257 w 353"/>
              <a:gd name="T9" fmla="*/ 80 h 257"/>
              <a:gd name="T10" fmla="*/ 8 w 353"/>
              <a:gd name="T11" fmla="*/ 80 h 257"/>
              <a:gd name="T12" fmla="*/ 0 w 353"/>
              <a:gd name="T13" fmla="*/ 88 h 257"/>
              <a:gd name="T14" fmla="*/ 0 w 353"/>
              <a:gd name="T15" fmla="*/ 249 h 257"/>
              <a:gd name="T16" fmla="*/ 8 w 353"/>
              <a:gd name="T17" fmla="*/ 257 h 257"/>
              <a:gd name="T18" fmla="*/ 16 w 353"/>
              <a:gd name="T19" fmla="*/ 249 h 257"/>
              <a:gd name="T20" fmla="*/ 16 w 353"/>
              <a:gd name="T21" fmla="*/ 96 h 257"/>
              <a:gd name="T22" fmla="*/ 257 w 353"/>
              <a:gd name="T23" fmla="*/ 96 h 257"/>
              <a:gd name="T24" fmla="*/ 257 w 353"/>
              <a:gd name="T25" fmla="*/ 168 h 257"/>
              <a:gd name="T26" fmla="*/ 265 w 353"/>
              <a:gd name="T27" fmla="*/ 176 h 257"/>
              <a:gd name="T28" fmla="*/ 270 w 353"/>
              <a:gd name="T29" fmla="*/ 174 h 257"/>
              <a:gd name="T30" fmla="*/ 351 w 353"/>
              <a:gd name="T31" fmla="*/ 94 h 257"/>
              <a:gd name="T32" fmla="*/ 353 w 353"/>
              <a:gd name="T33" fmla="*/ 88 h 257"/>
              <a:gd name="T34" fmla="*/ 351 w 353"/>
              <a:gd name="T35" fmla="*/ 82 h 257"/>
              <a:gd name="T36" fmla="*/ 273 w 353"/>
              <a:gd name="T37" fmla="*/ 149 h 257"/>
              <a:gd name="T38" fmla="*/ 273 w 353"/>
              <a:gd name="T39" fmla="*/ 27 h 257"/>
              <a:gd name="T40" fmla="*/ 334 w 353"/>
              <a:gd name="T41" fmla="*/ 88 h 257"/>
              <a:gd name="T42" fmla="*/ 273 w 353"/>
              <a:gd name="T43" fmla="*/ 149 h 2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353" h="257">
                <a:moveTo>
                  <a:pt x="351" y="82"/>
                </a:moveTo>
                <a:cubicBezTo>
                  <a:pt x="270" y="2"/>
                  <a:pt x="270" y="2"/>
                  <a:pt x="270" y="2"/>
                </a:cubicBezTo>
                <a:cubicBezTo>
                  <a:pt x="269" y="1"/>
                  <a:pt x="267" y="0"/>
                  <a:pt x="265" y="0"/>
                </a:cubicBezTo>
                <a:cubicBezTo>
                  <a:pt x="260" y="0"/>
                  <a:pt x="257" y="3"/>
                  <a:pt x="257" y="8"/>
                </a:cubicBezTo>
                <a:cubicBezTo>
                  <a:pt x="257" y="80"/>
                  <a:pt x="257" y="80"/>
                  <a:pt x="257" y="80"/>
                </a:cubicBezTo>
                <a:cubicBezTo>
                  <a:pt x="8" y="80"/>
                  <a:pt x="8" y="80"/>
                  <a:pt x="8" y="80"/>
                </a:cubicBezTo>
                <a:cubicBezTo>
                  <a:pt x="3" y="80"/>
                  <a:pt x="0" y="84"/>
                  <a:pt x="0" y="88"/>
                </a:cubicBezTo>
                <a:cubicBezTo>
                  <a:pt x="0" y="249"/>
                  <a:pt x="0" y="249"/>
                  <a:pt x="0" y="249"/>
                </a:cubicBezTo>
                <a:cubicBezTo>
                  <a:pt x="0" y="253"/>
                  <a:pt x="3" y="257"/>
                  <a:pt x="8" y="257"/>
                </a:cubicBezTo>
                <a:cubicBezTo>
                  <a:pt x="12" y="257"/>
                  <a:pt x="16" y="253"/>
                  <a:pt x="16" y="249"/>
                </a:cubicBezTo>
                <a:cubicBezTo>
                  <a:pt x="16" y="96"/>
                  <a:pt x="16" y="96"/>
                  <a:pt x="16" y="96"/>
                </a:cubicBezTo>
                <a:cubicBezTo>
                  <a:pt x="257" y="96"/>
                  <a:pt x="257" y="96"/>
                  <a:pt x="257" y="96"/>
                </a:cubicBezTo>
                <a:cubicBezTo>
                  <a:pt x="257" y="168"/>
                  <a:pt x="257" y="168"/>
                  <a:pt x="257" y="168"/>
                </a:cubicBezTo>
                <a:cubicBezTo>
                  <a:pt x="257" y="173"/>
                  <a:pt x="260" y="176"/>
                  <a:pt x="265" y="176"/>
                </a:cubicBezTo>
                <a:cubicBezTo>
                  <a:pt x="267" y="176"/>
                  <a:pt x="269" y="176"/>
                  <a:pt x="270" y="174"/>
                </a:cubicBezTo>
                <a:cubicBezTo>
                  <a:pt x="351" y="94"/>
                  <a:pt x="351" y="94"/>
                  <a:pt x="351" y="94"/>
                </a:cubicBezTo>
                <a:cubicBezTo>
                  <a:pt x="352" y="92"/>
                  <a:pt x="353" y="90"/>
                  <a:pt x="353" y="88"/>
                </a:cubicBezTo>
                <a:cubicBezTo>
                  <a:pt x="353" y="86"/>
                  <a:pt x="352" y="84"/>
                  <a:pt x="351" y="82"/>
                </a:cubicBezTo>
                <a:moveTo>
                  <a:pt x="273" y="149"/>
                </a:moveTo>
                <a:cubicBezTo>
                  <a:pt x="273" y="27"/>
                  <a:pt x="273" y="27"/>
                  <a:pt x="273" y="27"/>
                </a:cubicBezTo>
                <a:cubicBezTo>
                  <a:pt x="334" y="88"/>
                  <a:pt x="334" y="88"/>
                  <a:pt x="334" y="88"/>
                </a:cubicBezTo>
                <a:lnTo>
                  <a:pt x="273" y="14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7" name="Freeform 35"/>
          <p:cNvSpPr>
            <a:spLocks noEditPoints="1"/>
          </p:cNvSpPr>
          <p:nvPr/>
        </p:nvSpPr>
        <p:spPr bwMode="auto">
          <a:xfrm>
            <a:off x="804335" y="4186767"/>
            <a:ext cx="582084" cy="582084"/>
          </a:xfrm>
          <a:custGeom>
            <a:avLst/>
            <a:gdLst>
              <a:gd name="T0" fmla="*/ 152 w 353"/>
              <a:gd name="T1" fmla="*/ 193 h 353"/>
              <a:gd name="T2" fmla="*/ 147 w 353"/>
              <a:gd name="T3" fmla="*/ 195 h 353"/>
              <a:gd name="T4" fmla="*/ 16 w 353"/>
              <a:gd name="T5" fmla="*/ 326 h 353"/>
              <a:gd name="T6" fmla="*/ 16 w 353"/>
              <a:gd name="T7" fmla="*/ 233 h 353"/>
              <a:gd name="T8" fmla="*/ 8 w 353"/>
              <a:gd name="T9" fmla="*/ 225 h 353"/>
              <a:gd name="T10" fmla="*/ 0 w 353"/>
              <a:gd name="T11" fmla="*/ 233 h 353"/>
              <a:gd name="T12" fmla="*/ 0 w 353"/>
              <a:gd name="T13" fmla="*/ 345 h 353"/>
              <a:gd name="T14" fmla="*/ 8 w 353"/>
              <a:gd name="T15" fmla="*/ 353 h 353"/>
              <a:gd name="T16" fmla="*/ 120 w 353"/>
              <a:gd name="T17" fmla="*/ 353 h 353"/>
              <a:gd name="T18" fmla="*/ 128 w 353"/>
              <a:gd name="T19" fmla="*/ 345 h 353"/>
              <a:gd name="T20" fmla="*/ 120 w 353"/>
              <a:gd name="T21" fmla="*/ 337 h 353"/>
              <a:gd name="T22" fmla="*/ 27 w 353"/>
              <a:gd name="T23" fmla="*/ 337 h 353"/>
              <a:gd name="T24" fmla="*/ 158 w 353"/>
              <a:gd name="T25" fmla="*/ 206 h 353"/>
              <a:gd name="T26" fmla="*/ 160 w 353"/>
              <a:gd name="T27" fmla="*/ 201 h 353"/>
              <a:gd name="T28" fmla="*/ 152 w 353"/>
              <a:gd name="T29" fmla="*/ 193 h 353"/>
              <a:gd name="T30" fmla="*/ 345 w 353"/>
              <a:gd name="T31" fmla="*/ 0 h 353"/>
              <a:gd name="T32" fmla="*/ 233 w 353"/>
              <a:gd name="T33" fmla="*/ 0 h 353"/>
              <a:gd name="T34" fmla="*/ 225 w 353"/>
              <a:gd name="T35" fmla="*/ 8 h 353"/>
              <a:gd name="T36" fmla="*/ 233 w 353"/>
              <a:gd name="T37" fmla="*/ 16 h 353"/>
              <a:gd name="T38" fmla="*/ 326 w 353"/>
              <a:gd name="T39" fmla="*/ 16 h 353"/>
              <a:gd name="T40" fmla="*/ 195 w 353"/>
              <a:gd name="T41" fmla="*/ 147 h 353"/>
              <a:gd name="T42" fmla="*/ 193 w 353"/>
              <a:gd name="T43" fmla="*/ 153 h 353"/>
              <a:gd name="T44" fmla="*/ 201 w 353"/>
              <a:gd name="T45" fmla="*/ 161 h 353"/>
              <a:gd name="T46" fmla="*/ 206 w 353"/>
              <a:gd name="T47" fmla="*/ 158 h 353"/>
              <a:gd name="T48" fmla="*/ 337 w 353"/>
              <a:gd name="T49" fmla="*/ 27 h 353"/>
              <a:gd name="T50" fmla="*/ 337 w 353"/>
              <a:gd name="T51" fmla="*/ 120 h 353"/>
              <a:gd name="T52" fmla="*/ 345 w 353"/>
              <a:gd name="T53" fmla="*/ 128 h 353"/>
              <a:gd name="T54" fmla="*/ 353 w 353"/>
              <a:gd name="T55" fmla="*/ 120 h 353"/>
              <a:gd name="T56" fmla="*/ 353 w 353"/>
              <a:gd name="T57" fmla="*/ 8 h 353"/>
              <a:gd name="T58" fmla="*/ 345 w 353"/>
              <a:gd name="T59" fmla="*/ 0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353" h="353">
                <a:moveTo>
                  <a:pt x="152" y="193"/>
                </a:moveTo>
                <a:cubicBezTo>
                  <a:pt x="150" y="193"/>
                  <a:pt x="148" y="194"/>
                  <a:pt x="147" y="195"/>
                </a:cubicBezTo>
                <a:cubicBezTo>
                  <a:pt x="16" y="326"/>
                  <a:pt x="16" y="326"/>
                  <a:pt x="16" y="326"/>
                </a:cubicBezTo>
                <a:cubicBezTo>
                  <a:pt x="16" y="233"/>
                  <a:pt x="16" y="233"/>
                  <a:pt x="16" y="233"/>
                </a:cubicBezTo>
                <a:cubicBezTo>
                  <a:pt x="16" y="228"/>
                  <a:pt x="12" y="225"/>
                  <a:pt x="8" y="225"/>
                </a:cubicBezTo>
                <a:cubicBezTo>
                  <a:pt x="3" y="225"/>
                  <a:pt x="0" y="228"/>
                  <a:pt x="0" y="233"/>
                </a:cubicBezTo>
                <a:cubicBezTo>
                  <a:pt x="0" y="345"/>
                  <a:pt x="0" y="345"/>
                  <a:pt x="0" y="345"/>
                </a:cubicBezTo>
                <a:cubicBezTo>
                  <a:pt x="0" y="350"/>
                  <a:pt x="3" y="353"/>
                  <a:pt x="8" y="353"/>
                </a:cubicBezTo>
                <a:cubicBezTo>
                  <a:pt x="120" y="353"/>
                  <a:pt x="120" y="353"/>
                  <a:pt x="120" y="353"/>
                </a:cubicBezTo>
                <a:cubicBezTo>
                  <a:pt x="125" y="353"/>
                  <a:pt x="128" y="350"/>
                  <a:pt x="128" y="345"/>
                </a:cubicBezTo>
                <a:cubicBezTo>
                  <a:pt x="128" y="341"/>
                  <a:pt x="125" y="337"/>
                  <a:pt x="120" y="337"/>
                </a:cubicBezTo>
                <a:cubicBezTo>
                  <a:pt x="27" y="337"/>
                  <a:pt x="27" y="337"/>
                  <a:pt x="27" y="337"/>
                </a:cubicBezTo>
                <a:cubicBezTo>
                  <a:pt x="158" y="206"/>
                  <a:pt x="158" y="206"/>
                  <a:pt x="158" y="206"/>
                </a:cubicBezTo>
                <a:cubicBezTo>
                  <a:pt x="160" y="205"/>
                  <a:pt x="160" y="203"/>
                  <a:pt x="160" y="201"/>
                </a:cubicBezTo>
                <a:cubicBezTo>
                  <a:pt x="160" y="196"/>
                  <a:pt x="157" y="193"/>
                  <a:pt x="152" y="193"/>
                </a:cubicBezTo>
                <a:moveTo>
                  <a:pt x="345" y="0"/>
                </a:moveTo>
                <a:cubicBezTo>
                  <a:pt x="233" y="0"/>
                  <a:pt x="233" y="0"/>
                  <a:pt x="233" y="0"/>
                </a:cubicBezTo>
                <a:cubicBezTo>
                  <a:pt x="228" y="0"/>
                  <a:pt x="225" y="4"/>
                  <a:pt x="225" y="8"/>
                </a:cubicBezTo>
                <a:cubicBezTo>
                  <a:pt x="225" y="12"/>
                  <a:pt x="228" y="16"/>
                  <a:pt x="233" y="16"/>
                </a:cubicBezTo>
                <a:cubicBezTo>
                  <a:pt x="326" y="16"/>
                  <a:pt x="326" y="16"/>
                  <a:pt x="326" y="16"/>
                </a:cubicBezTo>
                <a:cubicBezTo>
                  <a:pt x="195" y="147"/>
                  <a:pt x="195" y="147"/>
                  <a:pt x="195" y="147"/>
                </a:cubicBezTo>
                <a:cubicBezTo>
                  <a:pt x="193" y="148"/>
                  <a:pt x="193" y="150"/>
                  <a:pt x="193" y="153"/>
                </a:cubicBezTo>
                <a:cubicBezTo>
                  <a:pt x="193" y="157"/>
                  <a:pt x="196" y="161"/>
                  <a:pt x="201" y="161"/>
                </a:cubicBezTo>
                <a:cubicBezTo>
                  <a:pt x="203" y="161"/>
                  <a:pt x="205" y="160"/>
                  <a:pt x="206" y="158"/>
                </a:cubicBezTo>
                <a:cubicBezTo>
                  <a:pt x="337" y="27"/>
                  <a:pt x="337" y="27"/>
                  <a:pt x="337" y="27"/>
                </a:cubicBezTo>
                <a:cubicBezTo>
                  <a:pt x="337" y="120"/>
                  <a:pt x="337" y="120"/>
                  <a:pt x="337" y="120"/>
                </a:cubicBezTo>
                <a:cubicBezTo>
                  <a:pt x="337" y="125"/>
                  <a:pt x="341" y="128"/>
                  <a:pt x="345" y="128"/>
                </a:cubicBezTo>
                <a:cubicBezTo>
                  <a:pt x="350" y="128"/>
                  <a:pt x="353" y="125"/>
                  <a:pt x="353" y="120"/>
                </a:cubicBezTo>
                <a:cubicBezTo>
                  <a:pt x="353" y="8"/>
                  <a:pt x="353" y="8"/>
                  <a:pt x="353" y="8"/>
                </a:cubicBezTo>
                <a:cubicBezTo>
                  <a:pt x="353" y="4"/>
                  <a:pt x="350" y="0"/>
                  <a:pt x="345" y="0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8" name="Freeform 36"/>
          <p:cNvSpPr>
            <a:spLocks noEditPoints="1"/>
          </p:cNvSpPr>
          <p:nvPr/>
        </p:nvSpPr>
        <p:spPr bwMode="auto">
          <a:xfrm>
            <a:off x="1915585" y="4186767"/>
            <a:ext cx="582084" cy="582084"/>
          </a:xfrm>
          <a:custGeom>
            <a:avLst/>
            <a:gdLst>
              <a:gd name="T0" fmla="*/ 153 w 353"/>
              <a:gd name="T1" fmla="*/ 193 h 353"/>
              <a:gd name="T2" fmla="*/ 40 w 353"/>
              <a:gd name="T3" fmla="*/ 193 h 353"/>
              <a:gd name="T4" fmla="*/ 32 w 353"/>
              <a:gd name="T5" fmla="*/ 201 h 353"/>
              <a:gd name="T6" fmla="*/ 40 w 353"/>
              <a:gd name="T7" fmla="*/ 209 h 353"/>
              <a:gd name="T8" fmla="*/ 133 w 353"/>
              <a:gd name="T9" fmla="*/ 209 h 353"/>
              <a:gd name="T10" fmla="*/ 3 w 353"/>
              <a:gd name="T11" fmla="*/ 340 h 353"/>
              <a:gd name="T12" fmla="*/ 0 w 353"/>
              <a:gd name="T13" fmla="*/ 345 h 353"/>
              <a:gd name="T14" fmla="*/ 8 w 353"/>
              <a:gd name="T15" fmla="*/ 353 h 353"/>
              <a:gd name="T16" fmla="*/ 14 w 353"/>
              <a:gd name="T17" fmla="*/ 351 h 353"/>
              <a:gd name="T18" fmla="*/ 145 w 353"/>
              <a:gd name="T19" fmla="*/ 220 h 353"/>
              <a:gd name="T20" fmla="*/ 145 w 353"/>
              <a:gd name="T21" fmla="*/ 313 h 353"/>
              <a:gd name="T22" fmla="*/ 153 w 353"/>
              <a:gd name="T23" fmla="*/ 321 h 353"/>
              <a:gd name="T24" fmla="*/ 161 w 353"/>
              <a:gd name="T25" fmla="*/ 313 h 353"/>
              <a:gd name="T26" fmla="*/ 161 w 353"/>
              <a:gd name="T27" fmla="*/ 201 h 353"/>
              <a:gd name="T28" fmla="*/ 153 w 353"/>
              <a:gd name="T29" fmla="*/ 193 h 353"/>
              <a:gd name="T30" fmla="*/ 353 w 353"/>
              <a:gd name="T31" fmla="*/ 8 h 353"/>
              <a:gd name="T32" fmla="*/ 345 w 353"/>
              <a:gd name="T33" fmla="*/ 0 h 353"/>
              <a:gd name="T34" fmla="*/ 340 w 353"/>
              <a:gd name="T35" fmla="*/ 2 h 353"/>
              <a:gd name="T36" fmla="*/ 209 w 353"/>
              <a:gd name="T37" fmla="*/ 133 h 353"/>
              <a:gd name="T38" fmla="*/ 209 w 353"/>
              <a:gd name="T39" fmla="*/ 40 h 353"/>
              <a:gd name="T40" fmla="*/ 201 w 353"/>
              <a:gd name="T41" fmla="*/ 32 h 353"/>
              <a:gd name="T42" fmla="*/ 193 w 353"/>
              <a:gd name="T43" fmla="*/ 40 h 353"/>
              <a:gd name="T44" fmla="*/ 193 w 353"/>
              <a:gd name="T45" fmla="*/ 153 h 353"/>
              <a:gd name="T46" fmla="*/ 201 w 353"/>
              <a:gd name="T47" fmla="*/ 161 h 353"/>
              <a:gd name="T48" fmla="*/ 313 w 353"/>
              <a:gd name="T49" fmla="*/ 161 h 353"/>
              <a:gd name="T50" fmla="*/ 321 w 353"/>
              <a:gd name="T51" fmla="*/ 153 h 353"/>
              <a:gd name="T52" fmla="*/ 313 w 353"/>
              <a:gd name="T53" fmla="*/ 145 h 353"/>
              <a:gd name="T54" fmla="*/ 220 w 353"/>
              <a:gd name="T55" fmla="*/ 145 h 353"/>
              <a:gd name="T56" fmla="*/ 351 w 353"/>
              <a:gd name="T57" fmla="*/ 14 h 353"/>
              <a:gd name="T58" fmla="*/ 353 w 353"/>
              <a:gd name="T59" fmla="*/ 8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353" h="353">
                <a:moveTo>
                  <a:pt x="153" y="193"/>
                </a:moveTo>
                <a:cubicBezTo>
                  <a:pt x="40" y="193"/>
                  <a:pt x="40" y="193"/>
                  <a:pt x="40" y="193"/>
                </a:cubicBezTo>
                <a:cubicBezTo>
                  <a:pt x="36" y="193"/>
                  <a:pt x="32" y="196"/>
                  <a:pt x="32" y="201"/>
                </a:cubicBezTo>
                <a:cubicBezTo>
                  <a:pt x="32" y="205"/>
                  <a:pt x="36" y="209"/>
                  <a:pt x="40" y="209"/>
                </a:cubicBezTo>
                <a:cubicBezTo>
                  <a:pt x="133" y="209"/>
                  <a:pt x="133" y="209"/>
                  <a:pt x="133" y="209"/>
                </a:cubicBezTo>
                <a:cubicBezTo>
                  <a:pt x="3" y="340"/>
                  <a:pt x="3" y="340"/>
                  <a:pt x="3" y="340"/>
                </a:cubicBezTo>
                <a:cubicBezTo>
                  <a:pt x="1" y="341"/>
                  <a:pt x="0" y="343"/>
                  <a:pt x="0" y="345"/>
                </a:cubicBezTo>
                <a:cubicBezTo>
                  <a:pt x="0" y="350"/>
                  <a:pt x="4" y="353"/>
                  <a:pt x="8" y="353"/>
                </a:cubicBezTo>
                <a:cubicBezTo>
                  <a:pt x="10" y="353"/>
                  <a:pt x="12" y="352"/>
                  <a:pt x="14" y="351"/>
                </a:cubicBezTo>
                <a:cubicBezTo>
                  <a:pt x="145" y="220"/>
                  <a:pt x="145" y="220"/>
                  <a:pt x="145" y="220"/>
                </a:cubicBezTo>
                <a:cubicBezTo>
                  <a:pt x="145" y="313"/>
                  <a:pt x="145" y="313"/>
                  <a:pt x="145" y="313"/>
                </a:cubicBezTo>
                <a:cubicBezTo>
                  <a:pt x="145" y="318"/>
                  <a:pt x="148" y="321"/>
                  <a:pt x="153" y="321"/>
                </a:cubicBezTo>
                <a:cubicBezTo>
                  <a:pt x="157" y="321"/>
                  <a:pt x="161" y="318"/>
                  <a:pt x="161" y="313"/>
                </a:cubicBezTo>
                <a:cubicBezTo>
                  <a:pt x="161" y="201"/>
                  <a:pt x="161" y="201"/>
                  <a:pt x="161" y="201"/>
                </a:cubicBezTo>
                <a:cubicBezTo>
                  <a:pt x="161" y="196"/>
                  <a:pt x="157" y="193"/>
                  <a:pt x="153" y="193"/>
                </a:cubicBezTo>
                <a:moveTo>
                  <a:pt x="353" y="8"/>
                </a:moveTo>
                <a:cubicBezTo>
                  <a:pt x="353" y="4"/>
                  <a:pt x="350" y="0"/>
                  <a:pt x="345" y="0"/>
                </a:cubicBezTo>
                <a:cubicBezTo>
                  <a:pt x="343" y="0"/>
                  <a:pt x="341" y="1"/>
                  <a:pt x="340" y="2"/>
                </a:cubicBezTo>
                <a:cubicBezTo>
                  <a:pt x="209" y="133"/>
                  <a:pt x="209" y="133"/>
                  <a:pt x="209" y="133"/>
                </a:cubicBezTo>
                <a:cubicBezTo>
                  <a:pt x="209" y="40"/>
                  <a:pt x="209" y="40"/>
                  <a:pt x="209" y="40"/>
                </a:cubicBezTo>
                <a:cubicBezTo>
                  <a:pt x="209" y="36"/>
                  <a:pt x="205" y="32"/>
                  <a:pt x="201" y="32"/>
                </a:cubicBezTo>
                <a:cubicBezTo>
                  <a:pt x="196" y="32"/>
                  <a:pt x="193" y="36"/>
                  <a:pt x="193" y="40"/>
                </a:cubicBezTo>
                <a:cubicBezTo>
                  <a:pt x="193" y="153"/>
                  <a:pt x="193" y="153"/>
                  <a:pt x="193" y="153"/>
                </a:cubicBezTo>
                <a:cubicBezTo>
                  <a:pt x="193" y="157"/>
                  <a:pt x="196" y="161"/>
                  <a:pt x="201" y="161"/>
                </a:cubicBezTo>
                <a:cubicBezTo>
                  <a:pt x="313" y="161"/>
                  <a:pt x="313" y="161"/>
                  <a:pt x="313" y="161"/>
                </a:cubicBezTo>
                <a:cubicBezTo>
                  <a:pt x="318" y="161"/>
                  <a:pt x="321" y="157"/>
                  <a:pt x="321" y="153"/>
                </a:cubicBezTo>
                <a:cubicBezTo>
                  <a:pt x="321" y="148"/>
                  <a:pt x="318" y="145"/>
                  <a:pt x="313" y="145"/>
                </a:cubicBezTo>
                <a:cubicBezTo>
                  <a:pt x="220" y="145"/>
                  <a:pt x="220" y="145"/>
                  <a:pt x="220" y="145"/>
                </a:cubicBezTo>
                <a:cubicBezTo>
                  <a:pt x="351" y="14"/>
                  <a:pt x="351" y="14"/>
                  <a:pt x="351" y="14"/>
                </a:cubicBezTo>
                <a:cubicBezTo>
                  <a:pt x="353" y="12"/>
                  <a:pt x="353" y="10"/>
                  <a:pt x="353" y="8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9" name="Freeform 37"/>
          <p:cNvSpPr>
            <a:spLocks noEditPoints="1"/>
          </p:cNvSpPr>
          <p:nvPr/>
        </p:nvSpPr>
        <p:spPr bwMode="auto">
          <a:xfrm>
            <a:off x="3026835" y="4186767"/>
            <a:ext cx="582084" cy="582084"/>
          </a:xfrm>
          <a:custGeom>
            <a:avLst/>
            <a:gdLst>
              <a:gd name="T0" fmla="*/ 281 w 353"/>
              <a:gd name="T1" fmla="*/ 112 h 353"/>
              <a:gd name="T2" fmla="*/ 273 w 353"/>
              <a:gd name="T3" fmla="*/ 120 h 353"/>
              <a:gd name="T4" fmla="*/ 273 w 353"/>
              <a:gd name="T5" fmla="*/ 337 h 353"/>
              <a:gd name="T6" fmla="*/ 16 w 353"/>
              <a:gd name="T7" fmla="*/ 337 h 353"/>
              <a:gd name="T8" fmla="*/ 16 w 353"/>
              <a:gd name="T9" fmla="*/ 80 h 353"/>
              <a:gd name="T10" fmla="*/ 232 w 353"/>
              <a:gd name="T11" fmla="*/ 80 h 353"/>
              <a:gd name="T12" fmla="*/ 240 w 353"/>
              <a:gd name="T13" fmla="*/ 72 h 353"/>
              <a:gd name="T14" fmla="*/ 232 w 353"/>
              <a:gd name="T15" fmla="*/ 64 h 353"/>
              <a:gd name="T16" fmla="*/ 8 w 353"/>
              <a:gd name="T17" fmla="*/ 64 h 353"/>
              <a:gd name="T18" fmla="*/ 0 w 353"/>
              <a:gd name="T19" fmla="*/ 72 h 353"/>
              <a:gd name="T20" fmla="*/ 0 w 353"/>
              <a:gd name="T21" fmla="*/ 345 h 353"/>
              <a:gd name="T22" fmla="*/ 8 w 353"/>
              <a:gd name="T23" fmla="*/ 353 h 353"/>
              <a:gd name="T24" fmla="*/ 281 w 353"/>
              <a:gd name="T25" fmla="*/ 353 h 353"/>
              <a:gd name="T26" fmla="*/ 289 w 353"/>
              <a:gd name="T27" fmla="*/ 345 h 353"/>
              <a:gd name="T28" fmla="*/ 289 w 353"/>
              <a:gd name="T29" fmla="*/ 120 h 353"/>
              <a:gd name="T30" fmla="*/ 281 w 353"/>
              <a:gd name="T31" fmla="*/ 112 h 353"/>
              <a:gd name="T32" fmla="*/ 345 w 353"/>
              <a:gd name="T33" fmla="*/ 0 h 353"/>
              <a:gd name="T34" fmla="*/ 264 w 353"/>
              <a:gd name="T35" fmla="*/ 0 h 353"/>
              <a:gd name="T36" fmla="*/ 256 w 353"/>
              <a:gd name="T37" fmla="*/ 8 h 353"/>
              <a:gd name="T38" fmla="*/ 264 w 353"/>
              <a:gd name="T39" fmla="*/ 16 h 353"/>
              <a:gd name="T40" fmla="*/ 325 w 353"/>
              <a:gd name="T41" fmla="*/ 16 h 353"/>
              <a:gd name="T42" fmla="*/ 98 w 353"/>
              <a:gd name="T43" fmla="*/ 243 h 353"/>
              <a:gd name="T44" fmla="*/ 96 w 353"/>
              <a:gd name="T45" fmla="*/ 249 h 353"/>
              <a:gd name="T46" fmla="*/ 104 w 353"/>
              <a:gd name="T47" fmla="*/ 257 h 353"/>
              <a:gd name="T48" fmla="*/ 110 w 353"/>
              <a:gd name="T49" fmla="*/ 255 h 353"/>
              <a:gd name="T50" fmla="*/ 337 w 353"/>
              <a:gd name="T51" fmla="*/ 27 h 353"/>
              <a:gd name="T52" fmla="*/ 337 w 353"/>
              <a:gd name="T53" fmla="*/ 88 h 353"/>
              <a:gd name="T54" fmla="*/ 345 w 353"/>
              <a:gd name="T55" fmla="*/ 96 h 353"/>
              <a:gd name="T56" fmla="*/ 353 w 353"/>
              <a:gd name="T57" fmla="*/ 88 h 353"/>
              <a:gd name="T58" fmla="*/ 353 w 353"/>
              <a:gd name="T59" fmla="*/ 8 h 353"/>
              <a:gd name="T60" fmla="*/ 345 w 353"/>
              <a:gd name="T61" fmla="*/ 0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353" h="353">
                <a:moveTo>
                  <a:pt x="281" y="112"/>
                </a:moveTo>
                <a:cubicBezTo>
                  <a:pt x="276" y="112"/>
                  <a:pt x="273" y="116"/>
                  <a:pt x="273" y="120"/>
                </a:cubicBezTo>
                <a:cubicBezTo>
                  <a:pt x="273" y="337"/>
                  <a:pt x="273" y="337"/>
                  <a:pt x="273" y="337"/>
                </a:cubicBezTo>
                <a:cubicBezTo>
                  <a:pt x="16" y="337"/>
                  <a:pt x="16" y="337"/>
                  <a:pt x="16" y="337"/>
                </a:cubicBezTo>
                <a:cubicBezTo>
                  <a:pt x="16" y="80"/>
                  <a:pt x="16" y="80"/>
                  <a:pt x="16" y="80"/>
                </a:cubicBezTo>
                <a:cubicBezTo>
                  <a:pt x="232" y="80"/>
                  <a:pt x="232" y="80"/>
                  <a:pt x="232" y="80"/>
                </a:cubicBezTo>
                <a:cubicBezTo>
                  <a:pt x="237" y="80"/>
                  <a:pt x="240" y="77"/>
                  <a:pt x="240" y="72"/>
                </a:cubicBezTo>
                <a:cubicBezTo>
                  <a:pt x="240" y="68"/>
                  <a:pt x="237" y="64"/>
                  <a:pt x="232" y="64"/>
                </a:cubicBezTo>
                <a:cubicBezTo>
                  <a:pt x="8" y="64"/>
                  <a:pt x="8" y="64"/>
                  <a:pt x="8" y="64"/>
                </a:cubicBezTo>
                <a:cubicBezTo>
                  <a:pt x="3" y="64"/>
                  <a:pt x="0" y="68"/>
                  <a:pt x="0" y="72"/>
                </a:cubicBezTo>
                <a:cubicBezTo>
                  <a:pt x="0" y="345"/>
                  <a:pt x="0" y="345"/>
                  <a:pt x="0" y="345"/>
                </a:cubicBezTo>
                <a:cubicBezTo>
                  <a:pt x="0" y="350"/>
                  <a:pt x="3" y="353"/>
                  <a:pt x="8" y="353"/>
                </a:cubicBezTo>
                <a:cubicBezTo>
                  <a:pt x="281" y="353"/>
                  <a:pt x="281" y="353"/>
                  <a:pt x="281" y="353"/>
                </a:cubicBezTo>
                <a:cubicBezTo>
                  <a:pt x="285" y="353"/>
                  <a:pt x="289" y="350"/>
                  <a:pt x="289" y="345"/>
                </a:cubicBezTo>
                <a:cubicBezTo>
                  <a:pt x="289" y="120"/>
                  <a:pt x="289" y="120"/>
                  <a:pt x="289" y="120"/>
                </a:cubicBezTo>
                <a:cubicBezTo>
                  <a:pt x="289" y="116"/>
                  <a:pt x="285" y="112"/>
                  <a:pt x="281" y="112"/>
                </a:cubicBezTo>
                <a:moveTo>
                  <a:pt x="345" y="0"/>
                </a:moveTo>
                <a:cubicBezTo>
                  <a:pt x="264" y="0"/>
                  <a:pt x="264" y="0"/>
                  <a:pt x="264" y="0"/>
                </a:cubicBezTo>
                <a:cubicBezTo>
                  <a:pt x="260" y="0"/>
                  <a:pt x="256" y="4"/>
                  <a:pt x="256" y="8"/>
                </a:cubicBezTo>
                <a:cubicBezTo>
                  <a:pt x="256" y="12"/>
                  <a:pt x="260" y="16"/>
                  <a:pt x="264" y="16"/>
                </a:cubicBezTo>
                <a:cubicBezTo>
                  <a:pt x="325" y="16"/>
                  <a:pt x="325" y="16"/>
                  <a:pt x="325" y="16"/>
                </a:cubicBezTo>
                <a:cubicBezTo>
                  <a:pt x="98" y="243"/>
                  <a:pt x="98" y="243"/>
                  <a:pt x="98" y="243"/>
                </a:cubicBezTo>
                <a:cubicBezTo>
                  <a:pt x="97" y="245"/>
                  <a:pt x="96" y="247"/>
                  <a:pt x="96" y="249"/>
                </a:cubicBezTo>
                <a:cubicBezTo>
                  <a:pt x="96" y="253"/>
                  <a:pt x="99" y="257"/>
                  <a:pt x="104" y="257"/>
                </a:cubicBezTo>
                <a:cubicBezTo>
                  <a:pt x="106" y="257"/>
                  <a:pt x="108" y="256"/>
                  <a:pt x="110" y="255"/>
                </a:cubicBezTo>
                <a:cubicBezTo>
                  <a:pt x="337" y="27"/>
                  <a:pt x="337" y="27"/>
                  <a:pt x="337" y="27"/>
                </a:cubicBezTo>
                <a:cubicBezTo>
                  <a:pt x="337" y="88"/>
                  <a:pt x="337" y="88"/>
                  <a:pt x="337" y="88"/>
                </a:cubicBezTo>
                <a:cubicBezTo>
                  <a:pt x="337" y="93"/>
                  <a:pt x="340" y="96"/>
                  <a:pt x="345" y="96"/>
                </a:cubicBezTo>
                <a:cubicBezTo>
                  <a:pt x="349" y="96"/>
                  <a:pt x="353" y="93"/>
                  <a:pt x="353" y="88"/>
                </a:cubicBezTo>
                <a:cubicBezTo>
                  <a:pt x="353" y="8"/>
                  <a:pt x="353" y="8"/>
                  <a:pt x="353" y="8"/>
                </a:cubicBezTo>
                <a:cubicBezTo>
                  <a:pt x="353" y="4"/>
                  <a:pt x="349" y="0"/>
                  <a:pt x="345" y="0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0" name="Freeform 38"/>
          <p:cNvSpPr>
            <a:spLocks noEditPoints="1"/>
          </p:cNvSpPr>
          <p:nvPr/>
        </p:nvSpPr>
        <p:spPr bwMode="auto">
          <a:xfrm>
            <a:off x="4138085" y="4186767"/>
            <a:ext cx="582084" cy="582084"/>
          </a:xfrm>
          <a:custGeom>
            <a:avLst/>
            <a:gdLst>
              <a:gd name="T0" fmla="*/ 345 w 353"/>
              <a:gd name="T1" fmla="*/ 241 h 353"/>
              <a:gd name="T2" fmla="*/ 305 w 353"/>
              <a:gd name="T3" fmla="*/ 241 h 353"/>
              <a:gd name="T4" fmla="*/ 8 w 353"/>
              <a:gd name="T5" fmla="*/ 0 h 353"/>
              <a:gd name="T6" fmla="*/ 0 w 353"/>
              <a:gd name="T7" fmla="*/ 8 h 353"/>
              <a:gd name="T8" fmla="*/ 8 w 353"/>
              <a:gd name="T9" fmla="*/ 16 h 353"/>
              <a:gd name="T10" fmla="*/ 183 w 353"/>
              <a:gd name="T11" fmla="*/ 135 h 353"/>
              <a:gd name="T12" fmla="*/ 208 w 353"/>
              <a:gd name="T13" fmla="*/ 241 h 353"/>
              <a:gd name="T14" fmla="*/ 168 w 353"/>
              <a:gd name="T15" fmla="*/ 241 h 353"/>
              <a:gd name="T16" fmla="*/ 160 w 353"/>
              <a:gd name="T17" fmla="*/ 249 h 353"/>
              <a:gd name="T18" fmla="*/ 163 w 353"/>
              <a:gd name="T19" fmla="*/ 255 h 353"/>
              <a:gd name="T20" fmla="*/ 251 w 353"/>
              <a:gd name="T21" fmla="*/ 351 h 353"/>
              <a:gd name="T22" fmla="*/ 257 w 353"/>
              <a:gd name="T23" fmla="*/ 353 h 353"/>
              <a:gd name="T24" fmla="*/ 262 w 353"/>
              <a:gd name="T25" fmla="*/ 351 h 353"/>
              <a:gd name="T26" fmla="*/ 351 w 353"/>
              <a:gd name="T27" fmla="*/ 255 h 353"/>
              <a:gd name="T28" fmla="*/ 353 w 353"/>
              <a:gd name="T29" fmla="*/ 249 h 353"/>
              <a:gd name="T30" fmla="*/ 345 w 353"/>
              <a:gd name="T31" fmla="*/ 241 h 353"/>
              <a:gd name="T32" fmla="*/ 257 w 353"/>
              <a:gd name="T33" fmla="*/ 333 h 353"/>
              <a:gd name="T34" fmla="*/ 187 w 353"/>
              <a:gd name="T35" fmla="*/ 257 h 353"/>
              <a:gd name="T36" fmla="*/ 217 w 353"/>
              <a:gd name="T37" fmla="*/ 257 h 353"/>
              <a:gd name="T38" fmla="*/ 225 w 353"/>
              <a:gd name="T39" fmla="*/ 249 h 353"/>
              <a:gd name="T40" fmla="*/ 225 w 353"/>
              <a:gd name="T41" fmla="*/ 241 h 353"/>
              <a:gd name="T42" fmla="*/ 122 w 353"/>
              <a:gd name="T43" fmla="*/ 32 h 353"/>
              <a:gd name="T44" fmla="*/ 289 w 353"/>
              <a:gd name="T45" fmla="*/ 241 h 353"/>
              <a:gd name="T46" fmla="*/ 289 w 353"/>
              <a:gd name="T47" fmla="*/ 249 h 353"/>
              <a:gd name="T48" fmla="*/ 297 w 353"/>
              <a:gd name="T49" fmla="*/ 257 h 353"/>
              <a:gd name="T50" fmla="*/ 327 w 353"/>
              <a:gd name="T51" fmla="*/ 257 h 353"/>
              <a:gd name="T52" fmla="*/ 257 w 353"/>
              <a:gd name="T53" fmla="*/ 333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353" h="353">
                <a:moveTo>
                  <a:pt x="345" y="241"/>
                </a:moveTo>
                <a:cubicBezTo>
                  <a:pt x="305" y="241"/>
                  <a:pt x="305" y="241"/>
                  <a:pt x="305" y="241"/>
                </a:cubicBezTo>
                <a:cubicBezTo>
                  <a:pt x="302" y="198"/>
                  <a:pt x="272" y="0"/>
                  <a:pt x="8" y="0"/>
                </a:cubicBezTo>
                <a:cubicBezTo>
                  <a:pt x="3" y="0"/>
                  <a:pt x="0" y="4"/>
                  <a:pt x="0" y="8"/>
                </a:cubicBezTo>
                <a:cubicBezTo>
                  <a:pt x="0" y="12"/>
                  <a:pt x="3" y="16"/>
                  <a:pt x="8" y="16"/>
                </a:cubicBezTo>
                <a:cubicBezTo>
                  <a:pt x="91" y="16"/>
                  <a:pt x="150" y="56"/>
                  <a:pt x="183" y="135"/>
                </a:cubicBezTo>
                <a:cubicBezTo>
                  <a:pt x="203" y="181"/>
                  <a:pt x="207" y="224"/>
                  <a:pt x="208" y="241"/>
                </a:cubicBezTo>
                <a:cubicBezTo>
                  <a:pt x="168" y="241"/>
                  <a:pt x="168" y="241"/>
                  <a:pt x="168" y="241"/>
                </a:cubicBezTo>
                <a:cubicBezTo>
                  <a:pt x="164" y="241"/>
                  <a:pt x="160" y="244"/>
                  <a:pt x="160" y="249"/>
                </a:cubicBezTo>
                <a:cubicBezTo>
                  <a:pt x="160" y="251"/>
                  <a:pt x="161" y="253"/>
                  <a:pt x="163" y="255"/>
                </a:cubicBezTo>
                <a:cubicBezTo>
                  <a:pt x="251" y="351"/>
                  <a:pt x="251" y="351"/>
                  <a:pt x="251" y="351"/>
                </a:cubicBezTo>
                <a:cubicBezTo>
                  <a:pt x="253" y="352"/>
                  <a:pt x="255" y="353"/>
                  <a:pt x="257" y="353"/>
                </a:cubicBezTo>
                <a:cubicBezTo>
                  <a:pt x="259" y="353"/>
                  <a:pt x="261" y="352"/>
                  <a:pt x="262" y="351"/>
                </a:cubicBezTo>
                <a:cubicBezTo>
                  <a:pt x="351" y="255"/>
                  <a:pt x="351" y="255"/>
                  <a:pt x="351" y="255"/>
                </a:cubicBezTo>
                <a:cubicBezTo>
                  <a:pt x="352" y="253"/>
                  <a:pt x="353" y="251"/>
                  <a:pt x="353" y="249"/>
                </a:cubicBezTo>
                <a:cubicBezTo>
                  <a:pt x="353" y="244"/>
                  <a:pt x="350" y="241"/>
                  <a:pt x="345" y="241"/>
                </a:cubicBezTo>
                <a:moveTo>
                  <a:pt x="257" y="333"/>
                </a:moveTo>
                <a:cubicBezTo>
                  <a:pt x="187" y="257"/>
                  <a:pt x="187" y="257"/>
                  <a:pt x="187" y="257"/>
                </a:cubicBezTo>
                <a:cubicBezTo>
                  <a:pt x="217" y="257"/>
                  <a:pt x="217" y="257"/>
                  <a:pt x="217" y="257"/>
                </a:cubicBezTo>
                <a:cubicBezTo>
                  <a:pt x="221" y="257"/>
                  <a:pt x="225" y="253"/>
                  <a:pt x="225" y="249"/>
                </a:cubicBezTo>
                <a:cubicBezTo>
                  <a:pt x="225" y="241"/>
                  <a:pt x="225" y="241"/>
                  <a:pt x="225" y="241"/>
                </a:cubicBezTo>
                <a:cubicBezTo>
                  <a:pt x="223" y="208"/>
                  <a:pt x="210" y="91"/>
                  <a:pt x="122" y="32"/>
                </a:cubicBezTo>
                <a:cubicBezTo>
                  <a:pt x="268" y="79"/>
                  <a:pt x="287" y="206"/>
                  <a:pt x="289" y="241"/>
                </a:cubicBezTo>
                <a:cubicBezTo>
                  <a:pt x="289" y="249"/>
                  <a:pt x="289" y="249"/>
                  <a:pt x="289" y="249"/>
                </a:cubicBezTo>
                <a:cubicBezTo>
                  <a:pt x="289" y="253"/>
                  <a:pt x="292" y="257"/>
                  <a:pt x="297" y="257"/>
                </a:cubicBezTo>
                <a:cubicBezTo>
                  <a:pt x="327" y="257"/>
                  <a:pt x="327" y="257"/>
                  <a:pt x="327" y="257"/>
                </a:cubicBezTo>
                <a:lnTo>
                  <a:pt x="257" y="33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1" name="Freeform 39"/>
          <p:cNvSpPr>
            <a:spLocks noEditPoints="1"/>
          </p:cNvSpPr>
          <p:nvPr/>
        </p:nvSpPr>
        <p:spPr bwMode="auto">
          <a:xfrm>
            <a:off x="5249335" y="4186767"/>
            <a:ext cx="582084" cy="582084"/>
          </a:xfrm>
          <a:custGeom>
            <a:avLst/>
            <a:gdLst>
              <a:gd name="T0" fmla="*/ 351 w 353"/>
              <a:gd name="T1" fmla="*/ 99 h 353"/>
              <a:gd name="T2" fmla="*/ 263 w 353"/>
              <a:gd name="T3" fmla="*/ 2 h 353"/>
              <a:gd name="T4" fmla="*/ 257 w 353"/>
              <a:gd name="T5" fmla="*/ 0 h 353"/>
              <a:gd name="T6" fmla="*/ 251 w 353"/>
              <a:gd name="T7" fmla="*/ 2 h 353"/>
              <a:gd name="T8" fmla="*/ 163 w 353"/>
              <a:gd name="T9" fmla="*/ 99 h 353"/>
              <a:gd name="T10" fmla="*/ 161 w 353"/>
              <a:gd name="T11" fmla="*/ 104 h 353"/>
              <a:gd name="T12" fmla="*/ 169 w 353"/>
              <a:gd name="T13" fmla="*/ 112 h 353"/>
              <a:gd name="T14" fmla="*/ 208 w 353"/>
              <a:gd name="T15" fmla="*/ 112 h 353"/>
              <a:gd name="T16" fmla="*/ 183 w 353"/>
              <a:gd name="T17" fmla="*/ 218 h 353"/>
              <a:gd name="T18" fmla="*/ 8 w 353"/>
              <a:gd name="T19" fmla="*/ 337 h 353"/>
              <a:gd name="T20" fmla="*/ 0 w 353"/>
              <a:gd name="T21" fmla="*/ 345 h 353"/>
              <a:gd name="T22" fmla="*/ 8 w 353"/>
              <a:gd name="T23" fmla="*/ 353 h 353"/>
              <a:gd name="T24" fmla="*/ 305 w 353"/>
              <a:gd name="T25" fmla="*/ 112 h 353"/>
              <a:gd name="T26" fmla="*/ 345 w 353"/>
              <a:gd name="T27" fmla="*/ 112 h 353"/>
              <a:gd name="T28" fmla="*/ 353 w 353"/>
              <a:gd name="T29" fmla="*/ 104 h 353"/>
              <a:gd name="T30" fmla="*/ 351 w 353"/>
              <a:gd name="T31" fmla="*/ 99 h 353"/>
              <a:gd name="T32" fmla="*/ 297 w 353"/>
              <a:gd name="T33" fmla="*/ 96 h 353"/>
              <a:gd name="T34" fmla="*/ 289 w 353"/>
              <a:gd name="T35" fmla="*/ 104 h 353"/>
              <a:gd name="T36" fmla="*/ 289 w 353"/>
              <a:gd name="T37" fmla="*/ 112 h 353"/>
              <a:gd name="T38" fmla="*/ 122 w 353"/>
              <a:gd name="T39" fmla="*/ 321 h 353"/>
              <a:gd name="T40" fmla="*/ 225 w 353"/>
              <a:gd name="T41" fmla="*/ 112 h 353"/>
              <a:gd name="T42" fmla="*/ 225 w 353"/>
              <a:gd name="T43" fmla="*/ 104 h 353"/>
              <a:gd name="T44" fmla="*/ 217 w 353"/>
              <a:gd name="T45" fmla="*/ 96 h 353"/>
              <a:gd name="T46" fmla="*/ 187 w 353"/>
              <a:gd name="T47" fmla="*/ 96 h 353"/>
              <a:gd name="T48" fmla="*/ 257 w 353"/>
              <a:gd name="T49" fmla="*/ 20 h 353"/>
              <a:gd name="T50" fmla="*/ 327 w 353"/>
              <a:gd name="T51" fmla="*/ 96 h 353"/>
              <a:gd name="T52" fmla="*/ 297 w 353"/>
              <a:gd name="T53" fmla="*/ 96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353" h="353">
                <a:moveTo>
                  <a:pt x="351" y="99"/>
                </a:moveTo>
                <a:cubicBezTo>
                  <a:pt x="263" y="2"/>
                  <a:pt x="263" y="2"/>
                  <a:pt x="263" y="2"/>
                </a:cubicBezTo>
                <a:cubicBezTo>
                  <a:pt x="261" y="1"/>
                  <a:pt x="259" y="0"/>
                  <a:pt x="257" y="0"/>
                </a:cubicBezTo>
                <a:cubicBezTo>
                  <a:pt x="255" y="0"/>
                  <a:pt x="253" y="1"/>
                  <a:pt x="251" y="2"/>
                </a:cubicBezTo>
                <a:cubicBezTo>
                  <a:pt x="163" y="99"/>
                  <a:pt x="163" y="99"/>
                  <a:pt x="163" y="99"/>
                </a:cubicBezTo>
                <a:cubicBezTo>
                  <a:pt x="162" y="100"/>
                  <a:pt x="161" y="102"/>
                  <a:pt x="161" y="104"/>
                </a:cubicBezTo>
                <a:cubicBezTo>
                  <a:pt x="161" y="109"/>
                  <a:pt x="164" y="112"/>
                  <a:pt x="169" y="112"/>
                </a:cubicBezTo>
                <a:cubicBezTo>
                  <a:pt x="208" y="112"/>
                  <a:pt x="208" y="112"/>
                  <a:pt x="208" y="112"/>
                </a:cubicBezTo>
                <a:cubicBezTo>
                  <a:pt x="207" y="129"/>
                  <a:pt x="203" y="172"/>
                  <a:pt x="183" y="218"/>
                </a:cubicBezTo>
                <a:cubicBezTo>
                  <a:pt x="150" y="297"/>
                  <a:pt x="91" y="337"/>
                  <a:pt x="8" y="337"/>
                </a:cubicBezTo>
                <a:cubicBezTo>
                  <a:pt x="4" y="337"/>
                  <a:pt x="0" y="341"/>
                  <a:pt x="0" y="345"/>
                </a:cubicBezTo>
                <a:cubicBezTo>
                  <a:pt x="0" y="350"/>
                  <a:pt x="4" y="353"/>
                  <a:pt x="8" y="353"/>
                </a:cubicBezTo>
                <a:cubicBezTo>
                  <a:pt x="272" y="353"/>
                  <a:pt x="302" y="155"/>
                  <a:pt x="305" y="112"/>
                </a:cubicBezTo>
                <a:cubicBezTo>
                  <a:pt x="345" y="112"/>
                  <a:pt x="345" y="112"/>
                  <a:pt x="345" y="112"/>
                </a:cubicBezTo>
                <a:cubicBezTo>
                  <a:pt x="350" y="112"/>
                  <a:pt x="353" y="109"/>
                  <a:pt x="353" y="104"/>
                </a:cubicBezTo>
                <a:cubicBezTo>
                  <a:pt x="353" y="102"/>
                  <a:pt x="353" y="100"/>
                  <a:pt x="351" y="99"/>
                </a:cubicBezTo>
                <a:moveTo>
                  <a:pt x="297" y="96"/>
                </a:moveTo>
                <a:cubicBezTo>
                  <a:pt x="293" y="96"/>
                  <a:pt x="289" y="100"/>
                  <a:pt x="289" y="104"/>
                </a:cubicBezTo>
                <a:cubicBezTo>
                  <a:pt x="289" y="112"/>
                  <a:pt x="289" y="112"/>
                  <a:pt x="289" y="112"/>
                </a:cubicBezTo>
                <a:cubicBezTo>
                  <a:pt x="287" y="147"/>
                  <a:pt x="269" y="275"/>
                  <a:pt x="122" y="321"/>
                </a:cubicBezTo>
                <a:cubicBezTo>
                  <a:pt x="210" y="262"/>
                  <a:pt x="223" y="145"/>
                  <a:pt x="225" y="112"/>
                </a:cubicBezTo>
                <a:cubicBezTo>
                  <a:pt x="225" y="104"/>
                  <a:pt x="225" y="104"/>
                  <a:pt x="225" y="104"/>
                </a:cubicBezTo>
                <a:cubicBezTo>
                  <a:pt x="225" y="100"/>
                  <a:pt x="221" y="96"/>
                  <a:pt x="217" y="96"/>
                </a:cubicBezTo>
                <a:cubicBezTo>
                  <a:pt x="187" y="96"/>
                  <a:pt x="187" y="96"/>
                  <a:pt x="187" y="96"/>
                </a:cubicBezTo>
                <a:cubicBezTo>
                  <a:pt x="257" y="20"/>
                  <a:pt x="257" y="20"/>
                  <a:pt x="257" y="20"/>
                </a:cubicBezTo>
                <a:cubicBezTo>
                  <a:pt x="327" y="96"/>
                  <a:pt x="327" y="96"/>
                  <a:pt x="327" y="96"/>
                </a:cubicBezTo>
                <a:lnTo>
                  <a:pt x="297" y="9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2" name="Freeform 40"/>
          <p:cNvSpPr>
            <a:spLocks noEditPoints="1"/>
          </p:cNvSpPr>
          <p:nvPr/>
        </p:nvSpPr>
        <p:spPr bwMode="auto">
          <a:xfrm>
            <a:off x="6362702" y="4186767"/>
            <a:ext cx="582084" cy="582084"/>
          </a:xfrm>
          <a:custGeom>
            <a:avLst/>
            <a:gdLst>
              <a:gd name="T0" fmla="*/ 112 w 353"/>
              <a:gd name="T1" fmla="*/ 48 h 353"/>
              <a:gd name="T2" fmla="*/ 112 w 353"/>
              <a:gd name="T3" fmla="*/ 8 h 353"/>
              <a:gd name="T4" fmla="*/ 104 w 353"/>
              <a:gd name="T5" fmla="*/ 0 h 353"/>
              <a:gd name="T6" fmla="*/ 98 w 353"/>
              <a:gd name="T7" fmla="*/ 2 h 353"/>
              <a:gd name="T8" fmla="*/ 2 w 353"/>
              <a:gd name="T9" fmla="*/ 91 h 353"/>
              <a:gd name="T10" fmla="*/ 0 w 353"/>
              <a:gd name="T11" fmla="*/ 96 h 353"/>
              <a:gd name="T12" fmla="*/ 2 w 353"/>
              <a:gd name="T13" fmla="*/ 102 h 353"/>
              <a:gd name="T14" fmla="*/ 98 w 353"/>
              <a:gd name="T15" fmla="*/ 190 h 353"/>
              <a:gd name="T16" fmla="*/ 104 w 353"/>
              <a:gd name="T17" fmla="*/ 193 h 353"/>
              <a:gd name="T18" fmla="*/ 112 w 353"/>
              <a:gd name="T19" fmla="*/ 185 h 353"/>
              <a:gd name="T20" fmla="*/ 112 w 353"/>
              <a:gd name="T21" fmla="*/ 145 h 353"/>
              <a:gd name="T22" fmla="*/ 218 w 353"/>
              <a:gd name="T23" fmla="*/ 170 h 353"/>
              <a:gd name="T24" fmla="*/ 337 w 353"/>
              <a:gd name="T25" fmla="*/ 345 h 353"/>
              <a:gd name="T26" fmla="*/ 345 w 353"/>
              <a:gd name="T27" fmla="*/ 353 h 353"/>
              <a:gd name="T28" fmla="*/ 353 w 353"/>
              <a:gd name="T29" fmla="*/ 345 h 353"/>
              <a:gd name="T30" fmla="*/ 112 w 353"/>
              <a:gd name="T31" fmla="*/ 48 h 353"/>
              <a:gd name="T32" fmla="*/ 112 w 353"/>
              <a:gd name="T33" fmla="*/ 128 h 353"/>
              <a:gd name="T34" fmla="*/ 104 w 353"/>
              <a:gd name="T35" fmla="*/ 128 h 353"/>
              <a:gd name="T36" fmla="*/ 96 w 353"/>
              <a:gd name="T37" fmla="*/ 137 h 353"/>
              <a:gd name="T38" fmla="*/ 96 w 353"/>
              <a:gd name="T39" fmla="*/ 166 h 353"/>
              <a:gd name="T40" fmla="*/ 19 w 353"/>
              <a:gd name="T41" fmla="*/ 96 h 353"/>
              <a:gd name="T42" fmla="*/ 96 w 353"/>
              <a:gd name="T43" fmla="*/ 26 h 353"/>
              <a:gd name="T44" fmla="*/ 96 w 353"/>
              <a:gd name="T45" fmla="*/ 56 h 353"/>
              <a:gd name="T46" fmla="*/ 104 w 353"/>
              <a:gd name="T47" fmla="*/ 64 h 353"/>
              <a:gd name="T48" fmla="*/ 112 w 353"/>
              <a:gd name="T49" fmla="*/ 64 h 353"/>
              <a:gd name="T50" fmla="*/ 321 w 353"/>
              <a:gd name="T51" fmla="*/ 231 h 353"/>
              <a:gd name="T52" fmla="*/ 112 w 353"/>
              <a:gd name="T53" fmla="*/ 128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353" h="353">
                <a:moveTo>
                  <a:pt x="112" y="48"/>
                </a:moveTo>
                <a:cubicBezTo>
                  <a:pt x="112" y="8"/>
                  <a:pt x="112" y="8"/>
                  <a:pt x="112" y="8"/>
                </a:cubicBezTo>
                <a:cubicBezTo>
                  <a:pt x="112" y="4"/>
                  <a:pt x="108" y="0"/>
                  <a:pt x="104" y="0"/>
                </a:cubicBezTo>
                <a:cubicBezTo>
                  <a:pt x="102" y="0"/>
                  <a:pt x="100" y="1"/>
                  <a:pt x="98" y="2"/>
                </a:cubicBezTo>
                <a:cubicBezTo>
                  <a:pt x="2" y="91"/>
                  <a:pt x="2" y="91"/>
                  <a:pt x="2" y="91"/>
                </a:cubicBezTo>
                <a:cubicBezTo>
                  <a:pt x="0" y="92"/>
                  <a:pt x="0" y="94"/>
                  <a:pt x="0" y="96"/>
                </a:cubicBezTo>
                <a:cubicBezTo>
                  <a:pt x="0" y="99"/>
                  <a:pt x="0" y="101"/>
                  <a:pt x="2" y="102"/>
                </a:cubicBezTo>
                <a:cubicBezTo>
                  <a:pt x="98" y="190"/>
                  <a:pt x="98" y="190"/>
                  <a:pt x="98" y="190"/>
                </a:cubicBezTo>
                <a:cubicBezTo>
                  <a:pt x="100" y="192"/>
                  <a:pt x="102" y="193"/>
                  <a:pt x="104" y="193"/>
                </a:cubicBezTo>
                <a:cubicBezTo>
                  <a:pt x="108" y="193"/>
                  <a:pt x="112" y="189"/>
                  <a:pt x="112" y="185"/>
                </a:cubicBezTo>
                <a:cubicBezTo>
                  <a:pt x="112" y="145"/>
                  <a:pt x="112" y="145"/>
                  <a:pt x="112" y="145"/>
                </a:cubicBezTo>
                <a:cubicBezTo>
                  <a:pt x="129" y="146"/>
                  <a:pt x="171" y="151"/>
                  <a:pt x="218" y="170"/>
                </a:cubicBezTo>
                <a:cubicBezTo>
                  <a:pt x="297" y="203"/>
                  <a:pt x="337" y="262"/>
                  <a:pt x="337" y="345"/>
                </a:cubicBezTo>
                <a:cubicBezTo>
                  <a:pt x="337" y="350"/>
                  <a:pt x="340" y="353"/>
                  <a:pt x="345" y="353"/>
                </a:cubicBezTo>
                <a:cubicBezTo>
                  <a:pt x="349" y="353"/>
                  <a:pt x="353" y="350"/>
                  <a:pt x="353" y="345"/>
                </a:cubicBezTo>
                <a:cubicBezTo>
                  <a:pt x="353" y="82"/>
                  <a:pt x="154" y="52"/>
                  <a:pt x="112" y="48"/>
                </a:cubicBezTo>
                <a:moveTo>
                  <a:pt x="112" y="128"/>
                </a:moveTo>
                <a:cubicBezTo>
                  <a:pt x="104" y="128"/>
                  <a:pt x="104" y="128"/>
                  <a:pt x="104" y="128"/>
                </a:cubicBezTo>
                <a:cubicBezTo>
                  <a:pt x="99" y="128"/>
                  <a:pt x="96" y="132"/>
                  <a:pt x="96" y="137"/>
                </a:cubicBezTo>
                <a:cubicBezTo>
                  <a:pt x="96" y="166"/>
                  <a:pt x="96" y="166"/>
                  <a:pt x="96" y="166"/>
                </a:cubicBezTo>
                <a:cubicBezTo>
                  <a:pt x="19" y="96"/>
                  <a:pt x="19" y="96"/>
                  <a:pt x="19" y="96"/>
                </a:cubicBezTo>
                <a:cubicBezTo>
                  <a:pt x="96" y="26"/>
                  <a:pt x="96" y="26"/>
                  <a:pt x="96" y="26"/>
                </a:cubicBezTo>
                <a:cubicBezTo>
                  <a:pt x="96" y="56"/>
                  <a:pt x="96" y="56"/>
                  <a:pt x="96" y="56"/>
                </a:cubicBezTo>
                <a:cubicBezTo>
                  <a:pt x="96" y="61"/>
                  <a:pt x="99" y="64"/>
                  <a:pt x="104" y="64"/>
                </a:cubicBezTo>
                <a:cubicBezTo>
                  <a:pt x="112" y="64"/>
                  <a:pt x="112" y="64"/>
                  <a:pt x="112" y="64"/>
                </a:cubicBezTo>
                <a:cubicBezTo>
                  <a:pt x="147" y="66"/>
                  <a:pt x="274" y="85"/>
                  <a:pt x="321" y="231"/>
                </a:cubicBezTo>
                <a:cubicBezTo>
                  <a:pt x="261" y="143"/>
                  <a:pt x="145" y="130"/>
                  <a:pt x="112" y="128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3" name="Freeform 41"/>
          <p:cNvSpPr>
            <a:spLocks noEditPoints="1"/>
          </p:cNvSpPr>
          <p:nvPr/>
        </p:nvSpPr>
        <p:spPr bwMode="auto">
          <a:xfrm>
            <a:off x="7473951" y="4186767"/>
            <a:ext cx="582084" cy="582084"/>
          </a:xfrm>
          <a:custGeom>
            <a:avLst/>
            <a:gdLst>
              <a:gd name="T0" fmla="*/ 351 w 353"/>
              <a:gd name="T1" fmla="*/ 91 h 353"/>
              <a:gd name="T2" fmla="*/ 254 w 353"/>
              <a:gd name="T3" fmla="*/ 2 h 353"/>
              <a:gd name="T4" fmla="*/ 249 w 353"/>
              <a:gd name="T5" fmla="*/ 0 h 353"/>
              <a:gd name="T6" fmla="*/ 241 w 353"/>
              <a:gd name="T7" fmla="*/ 8 h 353"/>
              <a:gd name="T8" fmla="*/ 241 w 353"/>
              <a:gd name="T9" fmla="*/ 48 h 353"/>
              <a:gd name="T10" fmla="*/ 0 w 353"/>
              <a:gd name="T11" fmla="*/ 345 h 353"/>
              <a:gd name="T12" fmla="*/ 8 w 353"/>
              <a:gd name="T13" fmla="*/ 353 h 353"/>
              <a:gd name="T14" fmla="*/ 16 w 353"/>
              <a:gd name="T15" fmla="*/ 345 h 353"/>
              <a:gd name="T16" fmla="*/ 135 w 353"/>
              <a:gd name="T17" fmla="*/ 170 h 353"/>
              <a:gd name="T18" fmla="*/ 241 w 353"/>
              <a:gd name="T19" fmla="*/ 145 h 353"/>
              <a:gd name="T20" fmla="*/ 241 w 353"/>
              <a:gd name="T21" fmla="*/ 185 h 353"/>
              <a:gd name="T22" fmla="*/ 249 w 353"/>
              <a:gd name="T23" fmla="*/ 193 h 353"/>
              <a:gd name="T24" fmla="*/ 254 w 353"/>
              <a:gd name="T25" fmla="*/ 190 h 353"/>
              <a:gd name="T26" fmla="*/ 351 w 353"/>
              <a:gd name="T27" fmla="*/ 102 h 353"/>
              <a:gd name="T28" fmla="*/ 353 w 353"/>
              <a:gd name="T29" fmla="*/ 96 h 353"/>
              <a:gd name="T30" fmla="*/ 351 w 353"/>
              <a:gd name="T31" fmla="*/ 91 h 353"/>
              <a:gd name="T32" fmla="*/ 257 w 353"/>
              <a:gd name="T33" fmla="*/ 166 h 353"/>
              <a:gd name="T34" fmla="*/ 257 w 353"/>
              <a:gd name="T35" fmla="*/ 137 h 353"/>
              <a:gd name="T36" fmla="*/ 249 w 353"/>
              <a:gd name="T37" fmla="*/ 128 h 353"/>
              <a:gd name="T38" fmla="*/ 241 w 353"/>
              <a:gd name="T39" fmla="*/ 128 h 353"/>
              <a:gd name="T40" fmla="*/ 32 w 353"/>
              <a:gd name="T41" fmla="*/ 231 h 353"/>
              <a:gd name="T42" fmla="*/ 241 w 353"/>
              <a:gd name="T43" fmla="*/ 64 h 353"/>
              <a:gd name="T44" fmla="*/ 249 w 353"/>
              <a:gd name="T45" fmla="*/ 64 h 353"/>
              <a:gd name="T46" fmla="*/ 257 w 353"/>
              <a:gd name="T47" fmla="*/ 56 h 353"/>
              <a:gd name="T48" fmla="*/ 257 w 353"/>
              <a:gd name="T49" fmla="*/ 26 h 353"/>
              <a:gd name="T50" fmla="*/ 333 w 353"/>
              <a:gd name="T51" fmla="*/ 96 h 353"/>
              <a:gd name="T52" fmla="*/ 257 w 353"/>
              <a:gd name="T53" fmla="*/ 166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353" h="353">
                <a:moveTo>
                  <a:pt x="351" y="91"/>
                </a:moveTo>
                <a:cubicBezTo>
                  <a:pt x="254" y="2"/>
                  <a:pt x="254" y="2"/>
                  <a:pt x="254" y="2"/>
                </a:cubicBezTo>
                <a:cubicBezTo>
                  <a:pt x="253" y="1"/>
                  <a:pt x="251" y="0"/>
                  <a:pt x="249" y="0"/>
                </a:cubicBezTo>
                <a:cubicBezTo>
                  <a:pt x="244" y="0"/>
                  <a:pt x="241" y="4"/>
                  <a:pt x="241" y="8"/>
                </a:cubicBezTo>
                <a:cubicBezTo>
                  <a:pt x="241" y="48"/>
                  <a:pt x="241" y="48"/>
                  <a:pt x="241" y="48"/>
                </a:cubicBezTo>
                <a:cubicBezTo>
                  <a:pt x="198" y="52"/>
                  <a:pt x="0" y="82"/>
                  <a:pt x="0" y="345"/>
                </a:cubicBezTo>
                <a:cubicBezTo>
                  <a:pt x="0" y="350"/>
                  <a:pt x="3" y="353"/>
                  <a:pt x="8" y="353"/>
                </a:cubicBezTo>
                <a:cubicBezTo>
                  <a:pt x="12" y="353"/>
                  <a:pt x="16" y="350"/>
                  <a:pt x="16" y="345"/>
                </a:cubicBezTo>
                <a:cubicBezTo>
                  <a:pt x="16" y="262"/>
                  <a:pt x="56" y="203"/>
                  <a:pt x="135" y="170"/>
                </a:cubicBezTo>
                <a:cubicBezTo>
                  <a:pt x="181" y="151"/>
                  <a:pt x="224" y="146"/>
                  <a:pt x="241" y="145"/>
                </a:cubicBezTo>
                <a:cubicBezTo>
                  <a:pt x="241" y="185"/>
                  <a:pt x="241" y="185"/>
                  <a:pt x="241" y="185"/>
                </a:cubicBezTo>
                <a:cubicBezTo>
                  <a:pt x="241" y="189"/>
                  <a:pt x="244" y="193"/>
                  <a:pt x="249" y="193"/>
                </a:cubicBezTo>
                <a:cubicBezTo>
                  <a:pt x="251" y="193"/>
                  <a:pt x="253" y="192"/>
                  <a:pt x="254" y="190"/>
                </a:cubicBezTo>
                <a:cubicBezTo>
                  <a:pt x="351" y="102"/>
                  <a:pt x="351" y="102"/>
                  <a:pt x="351" y="102"/>
                </a:cubicBezTo>
                <a:cubicBezTo>
                  <a:pt x="352" y="101"/>
                  <a:pt x="353" y="99"/>
                  <a:pt x="353" y="96"/>
                </a:cubicBezTo>
                <a:cubicBezTo>
                  <a:pt x="353" y="94"/>
                  <a:pt x="352" y="92"/>
                  <a:pt x="351" y="91"/>
                </a:cubicBezTo>
                <a:moveTo>
                  <a:pt x="257" y="166"/>
                </a:moveTo>
                <a:cubicBezTo>
                  <a:pt x="257" y="137"/>
                  <a:pt x="257" y="137"/>
                  <a:pt x="257" y="137"/>
                </a:cubicBezTo>
                <a:cubicBezTo>
                  <a:pt x="257" y="132"/>
                  <a:pt x="253" y="128"/>
                  <a:pt x="249" y="128"/>
                </a:cubicBezTo>
                <a:cubicBezTo>
                  <a:pt x="241" y="128"/>
                  <a:pt x="241" y="128"/>
                  <a:pt x="241" y="128"/>
                </a:cubicBezTo>
                <a:cubicBezTo>
                  <a:pt x="208" y="130"/>
                  <a:pt x="91" y="143"/>
                  <a:pt x="32" y="231"/>
                </a:cubicBezTo>
                <a:cubicBezTo>
                  <a:pt x="79" y="85"/>
                  <a:pt x="206" y="66"/>
                  <a:pt x="241" y="64"/>
                </a:cubicBezTo>
                <a:cubicBezTo>
                  <a:pt x="249" y="64"/>
                  <a:pt x="249" y="64"/>
                  <a:pt x="249" y="64"/>
                </a:cubicBezTo>
                <a:cubicBezTo>
                  <a:pt x="253" y="64"/>
                  <a:pt x="257" y="61"/>
                  <a:pt x="257" y="56"/>
                </a:cubicBezTo>
                <a:cubicBezTo>
                  <a:pt x="257" y="26"/>
                  <a:pt x="257" y="26"/>
                  <a:pt x="257" y="26"/>
                </a:cubicBezTo>
                <a:cubicBezTo>
                  <a:pt x="333" y="96"/>
                  <a:pt x="333" y="96"/>
                  <a:pt x="333" y="96"/>
                </a:cubicBezTo>
                <a:lnTo>
                  <a:pt x="257" y="16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4" name="Freeform 42"/>
          <p:cNvSpPr>
            <a:spLocks/>
          </p:cNvSpPr>
          <p:nvPr/>
        </p:nvSpPr>
        <p:spPr bwMode="auto">
          <a:xfrm>
            <a:off x="8585202" y="4292601"/>
            <a:ext cx="579967" cy="370417"/>
          </a:xfrm>
          <a:custGeom>
            <a:avLst/>
            <a:gdLst>
              <a:gd name="T0" fmla="*/ 261 w 353"/>
              <a:gd name="T1" fmla="*/ 16 h 225"/>
              <a:gd name="T2" fmla="*/ 169 w 353"/>
              <a:gd name="T3" fmla="*/ 109 h 225"/>
              <a:gd name="T4" fmla="*/ 169 w 353"/>
              <a:gd name="T5" fmla="*/ 117 h 225"/>
              <a:gd name="T6" fmla="*/ 93 w 353"/>
              <a:gd name="T7" fmla="*/ 193 h 225"/>
              <a:gd name="T8" fmla="*/ 16 w 353"/>
              <a:gd name="T9" fmla="*/ 117 h 225"/>
              <a:gd name="T10" fmla="*/ 16 w 353"/>
              <a:gd name="T11" fmla="*/ 109 h 225"/>
              <a:gd name="T12" fmla="*/ 93 w 353"/>
              <a:gd name="T13" fmla="*/ 32 h 225"/>
              <a:gd name="T14" fmla="*/ 136 w 353"/>
              <a:gd name="T15" fmla="*/ 48 h 225"/>
              <a:gd name="T16" fmla="*/ 105 w 353"/>
              <a:gd name="T17" fmla="*/ 48 h 225"/>
              <a:gd name="T18" fmla="*/ 97 w 353"/>
              <a:gd name="T19" fmla="*/ 56 h 225"/>
              <a:gd name="T20" fmla="*/ 105 w 353"/>
              <a:gd name="T21" fmla="*/ 64 h 225"/>
              <a:gd name="T22" fmla="*/ 153 w 353"/>
              <a:gd name="T23" fmla="*/ 64 h 225"/>
              <a:gd name="T24" fmla="*/ 161 w 353"/>
              <a:gd name="T25" fmla="*/ 56 h 225"/>
              <a:gd name="T26" fmla="*/ 161 w 353"/>
              <a:gd name="T27" fmla="*/ 8 h 225"/>
              <a:gd name="T28" fmla="*/ 153 w 353"/>
              <a:gd name="T29" fmla="*/ 0 h 225"/>
              <a:gd name="T30" fmla="*/ 145 w 353"/>
              <a:gd name="T31" fmla="*/ 8 h 225"/>
              <a:gd name="T32" fmla="*/ 145 w 353"/>
              <a:gd name="T33" fmla="*/ 35 h 225"/>
              <a:gd name="T34" fmla="*/ 93 w 353"/>
              <a:gd name="T35" fmla="*/ 16 h 225"/>
              <a:gd name="T36" fmla="*/ 0 w 353"/>
              <a:gd name="T37" fmla="*/ 109 h 225"/>
              <a:gd name="T38" fmla="*/ 0 w 353"/>
              <a:gd name="T39" fmla="*/ 117 h 225"/>
              <a:gd name="T40" fmla="*/ 93 w 353"/>
              <a:gd name="T41" fmla="*/ 209 h 225"/>
              <a:gd name="T42" fmla="*/ 185 w 353"/>
              <a:gd name="T43" fmla="*/ 117 h 225"/>
              <a:gd name="T44" fmla="*/ 185 w 353"/>
              <a:gd name="T45" fmla="*/ 109 h 225"/>
              <a:gd name="T46" fmla="*/ 261 w 353"/>
              <a:gd name="T47" fmla="*/ 32 h 225"/>
              <a:gd name="T48" fmla="*/ 337 w 353"/>
              <a:gd name="T49" fmla="*/ 109 h 225"/>
              <a:gd name="T50" fmla="*/ 337 w 353"/>
              <a:gd name="T51" fmla="*/ 117 h 225"/>
              <a:gd name="T52" fmla="*/ 261 w 353"/>
              <a:gd name="T53" fmla="*/ 193 h 225"/>
              <a:gd name="T54" fmla="*/ 217 w 353"/>
              <a:gd name="T55" fmla="*/ 177 h 225"/>
              <a:gd name="T56" fmla="*/ 249 w 353"/>
              <a:gd name="T57" fmla="*/ 177 h 225"/>
              <a:gd name="T58" fmla="*/ 257 w 353"/>
              <a:gd name="T59" fmla="*/ 169 h 225"/>
              <a:gd name="T60" fmla="*/ 249 w 353"/>
              <a:gd name="T61" fmla="*/ 161 h 225"/>
              <a:gd name="T62" fmla="*/ 201 w 353"/>
              <a:gd name="T63" fmla="*/ 161 h 225"/>
              <a:gd name="T64" fmla="*/ 193 w 353"/>
              <a:gd name="T65" fmla="*/ 169 h 225"/>
              <a:gd name="T66" fmla="*/ 193 w 353"/>
              <a:gd name="T67" fmla="*/ 217 h 225"/>
              <a:gd name="T68" fmla="*/ 201 w 353"/>
              <a:gd name="T69" fmla="*/ 225 h 225"/>
              <a:gd name="T70" fmla="*/ 209 w 353"/>
              <a:gd name="T71" fmla="*/ 217 h 225"/>
              <a:gd name="T72" fmla="*/ 209 w 353"/>
              <a:gd name="T73" fmla="*/ 190 h 225"/>
              <a:gd name="T74" fmla="*/ 261 w 353"/>
              <a:gd name="T75" fmla="*/ 209 h 225"/>
              <a:gd name="T76" fmla="*/ 353 w 353"/>
              <a:gd name="T77" fmla="*/ 117 h 225"/>
              <a:gd name="T78" fmla="*/ 353 w 353"/>
              <a:gd name="T79" fmla="*/ 109 h 225"/>
              <a:gd name="T80" fmla="*/ 261 w 353"/>
              <a:gd name="T81" fmla="*/ 16 h 2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353" h="225">
                <a:moveTo>
                  <a:pt x="261" y="16"/>
                </a:moveTo>
                <a:cubicBezTo>
                  <a:pt x="210" y="16"/>
                  <a:pt x="169" y="58"/>
                  <a:pt x="169" y="109"/>
                </a:cubicBezTo>
                <a:cubicBezTo>
                  <a:pt x="169" y="117"/>
                  <a:pt x="169" y="117"/>
                  <a:pt x="169" y="117"/>
                </a:cubicBezTo>
                <a:cubicBezTo>
                  <a:pt x="169" y="159"/>
                  <a:pt x="135" y="193"/>
                  <a:pt x="93" y="193"/>
                </a:cubicBezTo>
                <a:cubicBezTo>
                  <a:pt x="50" y="193"/>
                  <a:pt x="16" y="159"/>
                  <a:pt x="16" y="117"/>
                </a:cubicBezTo>
                <a:cubicBezTo>
                  <a:pt x="16" y="109"/>
                  <a:pt x="16" y="109"/>
                  <a:pt x="16" y="109"/>
                </a:cubicBezTo>
                <a:cubicBezTo>
                  <a:pt x="16" y="67"/>
                  <a:pt x="50" y="32"/>
                  <a:pt x="93" y="32"/>
                </a:cubicBezTo>
                <a:cubicBezTo>
                  <a:pt x="109" y="32"/>
                  <a:pt x="124" y="38"/>
                  <a:pt x="136" y="48"/>
                </a:cubicBezTo>
                <a:cubicBezTo>
                  <a:pt x="105" y="48"/>
                  <a:pt x="105" y="48"/>
                  <a:pt x="105" y="48"/>
                </a:cubicBezTo>
                <a:cubicBezTo>
                  <a:pt x="100" y="48"/>
                  <a:pt x="97" y="52"/>
                  <a:pt x="97" y="56"/>
                </a:cubicBezTo>
                <a:cubicBezTo>
                  <a:pt x="97" y="61"/>
                  <a:pt x="100" y="64"/>
                  <a:pt x="105" y="64"/>
                </a:cubicBezTo>
                <a:cubicBezTo>
                  <a:pt x="153" y="64"/>
                  <a:pt x="153" y="64"/>
                  <a:pt x="153" y="64"/>
                </a:cubicBezTo>
                <a:cubicBezTo>
                  <a:pt x="157" y="64"/>
                  <a:pt x="161" y="61"/>
                  <a:pt x="161" y="56"/>
                </a:cubicBezTo>
                <a:cubicBezTo>
                  <a:pt x="161" y="8"/>
                  <a:pt x="161" y="8"/>
                  <a:pt x="161" y="8"/>
                </a:cubicBezTo>
                <a:cubicBezTo>
                  <a:pt x="161" y="4"/>
                  <a:pt x="157" y="0"/>
                  <a:pt x="153" y="0"/>
                </a:cubicBezTo>
                <a:cubicBezTo>
                  <a:pt x="148" y="0"/>
                  <a:pt x="145" y="4"/>
                  <a:pt x="145" y="8"/>
                </a:cubicBezTo>
                <a:cubicBezTo>
                  <a:pt x="145" y="35"/>
                  <a:pt x="145" y="35"/>
                  <a:pt x="145" y="35"/>
                </a:cubicBezTo>
                <a:cubicBezTo>
                  <a:pt x="129" y="23"/>
                  <a:pt x="110" y="16"/>
                  <a:pt x="93" y="16"/>
                </a:cubicBezTo>
                <a:cubicBezTo>
                  <a:pt x="42" y="16"/>
                  <a:pt x="0" y="58"/>
                  <a:pt x="0" y="109"/>
                </a:cubicBezTo>
                <a:cubicBezTo>
                  <a:pt x="0" y="117"/>
                  <a:pt x="0" y="117"/>
                  <a:pt x="0" y="117"/>
                </a:cubicBezTo>
                <a:cubicBezTo>
                  <a:pt x="0" y="168"/>
                  <a:pt x="42" y="209"/>
                  <a:pt x="93" y="209"/>
                </a:cubicBezTo>
                <a:cubicBezTo>
                  <a:pt x="144" y="209"/>
                  <a:pt x="185" y="168"/>
                  <a:pt x="185" y="117"/>
                </a:cubicBezTo>
                <a:cubicBezTo>
                  <a:pt x="185" y="109"/>
                  <a:pt x="185" y="109"/>
                  <a:pt x="185" y="109"/>
                </a:cubicBezTo>
                <a:cubicBezTo>
                  <a:pt x="185" y="67"/>
                  <a:pt x="219" y="32"/>
                  <a:pt x="261" y="32"/>
                </a:cubicBezTo>
                <a:cubicBezTo>
                  <a:pt x="303" y="32"/>
                  <a:pt x="337" y="67"/>
                  <a:pt x="337" y="109"/>
                </a:cubicBezTo>
                <a:cubicBezTo>
                  <a:pt x="337" y="117"/>
                  <a:pt x="337" y="117"/>
                  <a:pt x="337" y="117"/>
                </a:cubicBezTo>
                <a:cubicBezTo>
                  <a:pt x="337" y="159"/>
                  <a:pt x="303" y="193"/>
                  <a:pt x="261" y="193"/>
                </a:cubicBezTo>
                <a:cubicBezTo>
                  <a:pt x="244" y="193"/>
                  <a:pt x="230" y="187"/>
                  <a:pt x="217" y="177"/>
                </a:cubicBezTo>
                <a:cubicBezTo>
                  <a:pt x="249" y="177"/>
                  <a:pt x="249" y="177"/>
                  <a:pt x="249" y="177"/>
                </a:cubicBezTo>
                <a:cubicBezTo>
                  <a:pt x="254" y="177"/>
                  <a:pt x="257" y="173"/>
                  <a:pt x="257" y="169"/>
                </a:cubicBezTo>
                <a:cubicBezTo>
                  <a:pt x="257" y="164"/>
                  <a:pt x="254" y="161"/>
                  <a:pt x="249" y="161"/>
                </a:cubicBezTo>
                <a:cubicBezTo>
                  <a:pt x="201" y="161"/>
                  <a:pt x="201" y="161"/>
                  <a:pt x="201" y="161"/>
                </a:cubicBezTo>
                <a:cubicBezTo>
                  <a:pt x="196" y="161"/>
                  <a:pt x="193" y="164"/>
                  <a:pt x="193" y="169"/>
                </a:cubicBezTo>
                <a:cubicBezTo>
                  <a:pt x="193" y="217"/>
                  <a:pt x="193" y="217"/>
                  <a:pt x="193" y="217"/>
                </a:cubicBezTo>
                <a:cubicBezTo>
                  <a:pt x="193" y="221"/>
                  <a:pt x="196" y="225"/>
                  <a:pt x="201" y="225"/>
                </a:cubicBezTo>
                <a:cubicBezTo>
                  <a:pt x="205" y="225"/>
                  <a:pt x="209" y="221"/>
                  <a:pt x="209" y="217"/>
                </a:cubicBezTo>
                <a:cubicBezTo>
                  <a:pt x="209" y="190"/>
                  <a:pt x="209" y="190"/>
                  <a:pt x="209" y="190"/>
                </a:cubicBezTo>
                <a:cubicBezTo>
                  <a:pt x="225" y="203"/>
                  <a:pt x="244" y="209"/>
                  <a:pt x="261" y="209"/>
                </a:cubicBezTo>
                <a:cubicBezTo>
                  <a:pt x="312" y="209"/>
                  <a:pt x="353" y="168"/>
                  <a:pt x="353" y="117"/>
                </a:cubicBezTo>
                <a:cubicBezTo>
                  <a:pt x="353" y="109"/>
                  <a:pt x="353" y="109"/>
                  <a:pt x="353" y="109"/>
                </a:cubicBezTo>
                <a:cubicBezTo>
                  <a:pt x="353" y="58"/>
                  <a:pt x="312" y="16"/>
                  <a:pt x="261" y="16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5" name="Freeform 43"/>
          <p:cNvSpPr>
            <a:spLocks noEditPoints="1"/>
          </p:cNvSpPr>
          <p:nvPr/>
        </p:nvSpPr>
        <p:spPr bwMode="auto">
          <a:xfrm>
            <a:off x="9696451" y="4265084"/>
            <a:ext cx="582084" cy="423333"/>
          </a:xfrm>
          <a:custGeom>
            <a:avLst/>
            <a:gdLst>
              <a:gd name="T0" fmla="*/ 8 w 353"/>
              <a:gd name="T1" fmla="*/ 48 h 257"/>
              <a:gd name="T2" fmla="*/ 100 w 353"/>
              <a:gd name="T3" fmla="*/ 48 h 257"/>
              <a:gd name="T4" fmla="*/ 150 w 353"/>
              <a:gd name="T5" fmla="*/ 110 h 257"/>
              <a:gd name="T6" fmla="*/ 161 w 353"/>
              <a:gd name="T7" fmla="*/ 97 h 257"/>
              <a:gd name="T8" fmla="*/ 110 w 353"/>
              <a:gd name="T9" fmla="*/ 35 h 257"/>
              <a:gd name="T10" fmla="*/ 110 w 353"/>
              <a:gd name="T11" fmla="*/ 35 h 257"/>
              <a:gd name="T12" fmla="*/ 104 w 353"/>
              <a:gd name="T13" fmla="*/ 32 h 257"/>
              <a:gd name="T14" fmla="*/ 8 w 353"/>
              <a:gd name="T15" fmla="*/ 32 h 257"/>
              <a:gd name="T16" fmla="*/ 0 w 353"/>
              <a:gd name="T17" fmla="*/ 40 h 257"/>
              <a:gd name="T18" fmla="*/ 8 w 353"/>
              <a:gd name="T19" fmla="*/ 48 h 257"/>
              <a:gd name="T20" fmla="*/ 318 w 353"/>
              <a:gd name="T21" fmla="*/ 179 h 257"/>
              <a:gd name="T22" fmla="*/ 313 w 353"/>
              <a:gd name="T23" fmla="*/ 177 h 257"/>
              <a:gd name="T24" fmla="*/ 305 w 353"/>
              <a:gd name="T25" fmla="*/ 185 h 257"/>
              <a:gd name="T26" fmla="*/ 307 w 353"/>
              <a:gd name="T27" fmla="*/ 191 h 257"/>
              <a:gd name="T28" fmla="*/ 325 w 353"/>
              <a:gd name="T29" fmla="*/ 209 h 257"/>
              <a:gd name="T30" fmla="*/ 252 w 353"/>
              <a:gd name="T31" fmla="*/ 209 h 257"/>
              <a:gd name="T32" fmla="*/ 202 w 353"/>
              <a:gd name="T33" fmla="*/ 148 h 257"/>
              <a:gd name="T34" fmla="*/ 192 w 353"/>
              <a:gd name="T35" fmla="*/ 160 h 257"/>
              <a:gd name="T36" fmla="*/ 242 w 353"/>
              <a:gd name="T37" fmla="*/ 222 h 257"/>
              <a:gd name="T38" fmla="*/ 242 w 353"/>
              <a:gd name="T39" fmla="*/ 222 h 257"/>
              <a:gd name="T40" fmla="*/ 248 w 353"/>
              <a:gd name="T41" fmla="*/ 225 h 257"/>
              <a:gd name="T42" fmla="*/ 325 w 353"/>
              <a:gd name="T43" fmla="*/ 225 h 257"/>
              <a:gd name="T44" fmla="*/ 307 w 353"/>
              <a:gd name="T45" fmla="*/ 243 h 257"/>
              <a:gd name="T46" fmla="*/ 305 w 353"/>
              <a:gd name="T47" fmla="*/ 249 h 257"/>
              <a:gd name="T48" fmla="*/ 313 w 353"/>
              <a:gd name="T49" fmla="*/ 257 h 257"/>
              <a:gd name="T50" fmla="*/ 318 w 353"/>
              <a:gd name="T51" fmla="*/ 255 h 257"/>
              <a:gd name="T52" fmla="*/ 350 w 353"/>
              <a:gd name="T53" fmla="*/ 223 h 257"/>
              <a:gd name="T54" fmla="*/ 353 w 353"/>
              <a:gd name="T55" fmla="*/ 217 h 257"/>
              <a:gd name="T56" fmla="*/ 350 w 353"/>
              <a:gd name="T57" fmla="*/ 211 h 257"/>
              <a:gd name="T58" fmla="*/ 318 w 353"/>
              <a:gd name="T59" fmla="*/ 179 h 257"/>
              <a:gd name="T60" fmla="*/ 325 w 353"/>
              <a:gd name="T61" fmla="*/ 48 h 257"/>
              <a:gd name="T62" fmla="*/ 307 w 353"/>
              <a:gd name="T63" fmla="*/ 67 h 257"/>
              <a:gd name="T64" fmla="*/ 305 w 353"/>
              <a:gd name="T65" fmla="*/ 72 h 257"/>
              <a:gd name="T66" fmla="*/ 313 w 353"/>
              <a:gd name="T67" fmla="*/ 80 h 257"/>
              <a:gd name="T68" fmla="*/ 318 w 353"/>
              <a:gd name="T69" fmla="*/ 78 h 257"/>
              <a:gd name="T70" fmla="*/ 350 w 353"/>
              <a:gd name="T71" fmla="*/ 46 h 257"/>
              <a:gd name="T72" fmla="*/ 353 w 353"/>
              <a:gd name="T73" fmla="*/ 40 h 257"/>
              <a:gd name="T74" fmla="*/ 350 w 353"/>
              <a:gd name="T75" fmla="*/ 35 h 257"/>
              <a:gd name="T76" fmla="*/ 318 w 353"/>
              <a:gd name="T77" fmla="*/ 3 h 257"/>
              <a:gd name="T78" fmla="*/ 313 w 353"/>
              <a:gd name="T79" fmla="*/ 0 h 257"/>
              <a:gd name="T80" fmla="*/ 305 w 353"/>
              <a:gd name="T81" fmla="*/ 8 h 257"/>
              <a:gd name="T82" fmla="*/ 307 w 353"/>
              <a:gd name="T83" fmla="*/ 14 h 257"/>
              <a:gd name="T84" fmla="*/ 325 w 353"/>
              <a:gd name="T85" fmla="*/ 32 h 257"/>
              <a:gd name="T86" fmla="*/ 248 w 353"/>
              <a:gd name="T87" fmla="*/ 32 h 257"/>
              <a:gd name="T88" fmla="*/ 242 w 353"/>
              <a:gd name="T89" fmla="*/ 35 h 257"/>
              <a:gd name="T90" fmla="*/ 242 w 353"/>
              <a:gd name="T91" fmla="*/ 35 h 257"/>
              <a:gd name="T92" fmla="*/ 100 w 353"/>
              <a:gd name="T93" fmla="*/ 209 h 257"/>
              <a:gd name="T94" fmla="*/ 8 w 353"/>
              <a:gd name="T95" fmla="*/ 209 h 257"/>
              <a:gd name="T96" fmla="*/ 0 w 353"/>
              <a:gd name="T97" fmla="*/ 217 h 257"/>
              <a:gd name="T98" fmla="*/ 8 w 353"/>
              <a:gd name="T99" fmla="*/ 225 h 257"/>
              <a:gd name="T100" fmla="*/ 104 w 353"/>
              <a:gd name="T101" fmla="*/ 225 h 257"/>
              <a:gd name="T102" fmla="*/ 110 w 353"/>
              <a:gd name="T103" fmla="*/ 222 h 257"/>
              <a:gd name="T104" fmla="*/ 110 w 353"/>
              <a:gd name="T105" fmla="*/ 222 h 257"/>
              <a:gd name="T106" fmla="*/ 252 w 353"/>
              <a:gd name="T107" fmla="*/ 48 h 257"/>
              <a:gd name="T108" fmla="*/ 325 w 353"/>
              <a:gd name="T109" fmla="*/ 48 h 2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353" h="257">
                <a:moveTo>
                  <a:pt x="8" y="48"/>
                </a:moveTo>
                <a:cubicBezTo>
                  <a:pt x="100" y="48"/>
                  <a:pt x="100" y="48"/>
                  <a:pt x="100" y="48"/>
                </a:cubicBezTo>
                <a:cubicBezTo>
                  <a:pt x="150" y="110"/>
                  <a:pt x="150" y="110"/>
                  <a:pt x="150" y="110"/>
                </a:cubicBezTo>
                <a:cubicBezTo>
                  <a:pt x="161" y="97"/>
                  <a:pt x="161" y="97"/>
                  <a:pt x="161" y="97"/>
                </a:cubicBezTo>
                <a:cubicBezTo>
                  <a:pt x="110" y="35"/>
                  <a:pt x="110" y="35"/>
                  <a:pt x="110" y="35"/>
                </a:cubicBezTo>
                <a:cubicBezTo>
                  <a:pt x="110" y="35"/>
                  <a:pt x="110" y="35"/>
                  <a:pt x="110" y="35"/>
                </a:cubicBezTo>
                <a:cubicBezTo>
                  <a:pt x="109" y="34"/>
                  <a:pt x="106" y="32"/>
                  <a:pt x="104" y="32"/>
                </a:cubicBezTo>
                <a:cubicBezTo>
                  <a:pt x="8" y="32"/>
                  <a:pt x="8" y="32"/>
                  <a:pt x="8" y="32"/>
                </a:cubicBezTo>
                <a:cubicBezTo>
                  <a:pt x="3" y="32"/>
                  <a:pt x="0" y="36"/>
                  <a:pt x="0" y="40"/>
                </a:cubicBezTo>
                <a:cubicBezTo>
                  <a:pt x="0" y="45"/>
                  <a:pt x="3" y="48"/>
                  <a:pt x="8" y="48"/>
                </a:cubicBezTo>
                <a:moveTo>
                  <a:pt x="318" y="179"/>
                </a:moveTo>
                <a:cubicBezTo>
                  <a:pt x="317" y="178"/>
                  <a:pt x="315" y="177"/>
                  <a:pt x="313" y="177"/>
                </a:cubicBezTo>
                <a:cubicBezTo>
                  <a:pt x="308" y="177"/>
                  <a:pt x="305" y="180"/>
                  <a:pt x="305" y="185"/>
                </a:cubicBezTo>
                <a:cubicBezTo>
                  <a:pt x="305" y="187"/>
                  <a:pt x="306" y="189"/>
                  <a:pt x="307" y="191"/>
                </a:cubicBezTo>
                <a:cubicBezTo>
                  <a:pt x="325" y="209"/>
                  <a:pt x="325" y="209"/>
                  <a:pt x="325" y="209"/>
                </a:cubicBezTo>
                <a:cubicBezTo>
                  <a:pt x="252" y="209"/>
                  <a:pt x="252" y="209"/>
                  <a:pt x="252" y="209"/>
                </a:cubicBezTo>
                <a:cubicBezTo>
                  <a:pt x="202" y="148"/>
                  <a:pt x="202" y="148"/>
                  <a:pt x="202" y="148"/>
                </a:cubicBezTo>
                <a:cubicBezTo>
                  <a:pt x="192" y="160"/>
                  <a:pt x="192" y="160"/>
                  <a:pt x="192" y="160"/>
                </a:cubicBezTo>
                <a:cubicBezTo>
                  <a:pt x="242" y="222"/>
                  <a:pt x="242" y="222"/>
                  <a:pt x="242" y="222"/>
                </a:cubicBezTo>
                <a:cubicBezTo>
                  <a:pt x="242" y="222"/>
                  <a:pt x="242" y="222"/>
                  <a:pt x="242" y="222"/>
                </a:cubicBezTo>
                <a:cubicBezTo>
                  <a:pt x="244" y="224"/>
                  <a:pt x="246" y="225"/>
                  <a:pt x="248" y="225"/>
                </a:cubicBezTo>
                <a:cubicBezTo>
                  <a:pt x="325" y="225"/>
                  <a:pt x="325" y="225"/>
                  <a:pt x="325" y="225"/>
                </a:cubicBezTo>
                <a:cubicBezTo>
                  <a:pt x="307" y="243"/>
                  <a:pt x="307" y="243"/>
                  <a:pt x="307" y="243"/>
                </a:cubicBezTo>
                <a:cubicBezTo>
                  <a:pt x="306" y="245"/>
                  <a:pt x="305" y="247"/>
                  <a:pt x="305" y="249"/>
                </a:cubicBezTo>
                <a:cubicBezTo>
                  <a:pt x="305" y="253"/>
                  <a:pt x="308" y="257"/>
                  <a:pt x="313" y="257"/>
                </a:cubicBezTo>
                <a:cubicBezTo>
                  <a:pt x="315" y="257"/>
                  <a:pt x="317" y="256"/>
                  <a:pt x="318" y="255"/>
                </a:cubicBezTo>
                <a:cubicBezTo>
                  <a:pt x="350" y="223"/>
                  <a:pt x="350" y="223"/>
                  <a:pt x="350" y="223"/>
                </a:cubicBezTo>
                <a:cubicBezTo>
                  <a:pt x="352" y="221"/>
                  <a:pt x="353" y="219"/>
                  <a:pt x="353" y="217"/>
                </a:cubicBezTo>
                <a:cubicBezTo>
                  <a:pt x="353" y="215"/>
                  <a:pt x="352" y="213"/>
                  <a:pt x="350" y="211"/>
                </a:cubicBezTo>
                <a:lnTo>
                  <a:pt x="318" y="179"/>
                </a:lnTo>
                <a:close/>
                <a:moveTo>
                  <a:pt x="325" y="48"/>
                </a:moveTo>
                <a:cubicBezTo>
                  <a:pt x="307" y="67"/>
                  <a:pt x="307" y="67"/>
                  <a:pt x="307" y="67"/>
                </a:cubicBezTo>
                <a:cubicBezTo>
                  <a:pt x="306" y="68"/>
                  <a:pt x="305" y="70"/>
                  <a:pt x="305" y="72"/>
                </a:cubicBezTo>
                <a:cubicBezTo>
                  <a:pt x="305" y="77"/>
                  <a:pt x="308" y="80"/>
                  <a:pt x="313" y="80"/>
                </a:cubicBezTo>
                <a:cubicBezTo>
                  <a:pt x="315" y="80"/>
                  <a:pt x="317" y="80"/>
                  <a:pt x="318" y="78"/>
                </a:cubicBezTo>
                <a:cubicBezTo>
                  <a:pt x="350" y="46"/>
                  <a:pt x="350" y="46"/>
                  <a:pt x="350" y="46"/>
                </a:cubicBezTo>
                <a:cubicBezTo>
                  <a:pt x="352" y="45"/>
                  <a:pt x="353" y="43"/>
                  <a:pt x="353" y="40"/>
                </a:cubicBezTo>
                <a:cubicBezTo>
                  <a:pt x="353" y="38"/>
                  <a:pt x="352" y="36"/>
                  <a:pt x="350" y="35"/>
                </a:cubicBezTo>
                <a:cubicBezTo>
                  <a:pt x="318" y="3"/>
                  <a:pt x="318" y="3"/>
                  <a:pt x="318" y="3"/>
                </a:cubicBezTo>
                <a:cubicBezTo>
                  <a:pt x="317" y="1"/>
                  <a:pt x="315" y="0"/>
                  <a:pt x="313" y="0"/>
                </a:cubicBezTo>
                <a:cubicBezTo>
                  <a:pt x="308" y="0"/>
                  <a:pt x="305" y="4"/>
                  <a:pt x="305" y="8"/>
                </a:cubicBezTo>
                <a:cubicBezTo>
                  <a:pt x="305" y="10"/>
                  <a:pt x="306" y="12"/>
                  <a:pt x="307" y="14"/>
                </a:cubicBezTo>
                <a:cubicBezTo>
                  <a:pt x="325" y="32"/>
                  <a:pt x="325" y="32"/>
                  <a:pt x="325" y="32"/>
                </a:cubicBezTo>
                <a:cubicBezTo>
                  <a:pt x="248" y="32"/>
                  <a:pt x="248" y="32"/>
                  <a:pt x="248" y="32"/>
                </a:cubicBezTo>
                <a:cubicBezTo>
                  <a:pt x="246" y="32"/>
                  <a:pt x="244" y="34"/>
                  <a:pt x="242" y="35"/>
                </a:cubicBezTo>
                <a:cubicBezTo>
                  <a:pt x="242" y="35"/>
                  <a:pt x="242" y="35"/>
                  <a:pt x="242" y="35"/>
                </a:cubicBezTo>
                <a:cubicBezTo>
                  <a:pt x="100" y="209"/>
                  <a:pt x="100" y="209"/>
                  <a:pt x="100" y="209"/>
                </a:cubicBezTo>
                <a:cubicBezTo>
                  <a:pt x="8" y="209"/>
                  <a:pt x="8" y="209"/>
                  <a:pt x="8" y="209"/>
                </a:cubicBezTo>
                <a:cubicBezTo>
                  <a:pt x="3" y="209"/>
                  <a:pt x="0" y="213"/>
                  <a:pt x="0" y="217"/>
                </a:cubicBezTo>
                <a:cubicBezTo>
                  <a:pt x="0" y="221"/>
                  <a:pt x="3" y="225"/>
                  <a:pt x="8" y="225"/>
                </a:cubicBezTo>
                <a:cubicBezTo>
                  <a:pt x="104" y="225"/>
                  <a:pt x="104" y="225"/>
                  <a:pt x="104" y="225"/>
                </a:cubicBezTo>
                <a:cubicBezTo>
                  <a:pt x="106" y="225"/>
                  <a:pt x="109" y="224"/>
                  <a:pt x="110" y="222"/>
                </a:cubicBezTo>
                <a:cubicBezTo>
                  <a:pt x="110" y="222"/>
                  <a:pt x="110" y="222"/>
                  <a:pt x="110" y="222"/>
                </a:cubicBezTo>
                <a:cubicBezTo>
                  <a:pt x="252" y="48"/>
                  <a:pt x="252" y="48"/>
                  <a:pt x="252" y="48"/>
                </a:cubicBezTo>
                <a:lnTo>
                  <a:pt x="325" y="4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6" name="Freeform 44"/>
          <p:cNvSpPr>
            <a:spLocks noEditPoints="1"/>
          </p:cNvSpPr>
          <p:nvPr/>
        </p:nvSpPr>
        <p:spPr bwMode="auto">
          <a:xfrm>
            <a:off x="10807702" y="4239684"/>
            <a:ext cx="582084" cy="476251"/>
          </a:xfrm>
          <a:custGeom>
            <a:avLst/>
            <a:gdLst>
              <a:gd name="T0" fmla="*/ 351 w 353"/>
              <a:gd name="T1" fmla="*/ 139 h 289"/>
              <a:gd name="T2" fmla="*/ 303 w 353"/>
              <a:gd name="T3" fmla="*/ 91 h 289"/>
              <a:gd name="T4" fmla="*/ 297 w 353"/>
              <a:gd name="T5" fmla="*/ 88 h 289"/>
              <a:gd name="T6" fmla="*/ 289 w 353"/>
              <a:gd name="T7" fmla="*/ 96 h 289"/>
              <a:gd name="T8" fmla="*/ 291 w 353"/>
              <a:gd name="T9" fmla="*/ 102 h 289"/>
              <a:gd name="T10" fmla="*/ 326 w 353"/>
              <a:gd name="T11" fmla="*/ 137 h 289"/>
              <a:gd name="T12" fmla="*/ 132 w 353"/>
              <a:gd name="T13" fmla="*/ 137 h 289"/>
              <a:gd name="T14" fmla="*/ 241 w 353"/>
              <a:gd name="T15" fmla="*/ 28 h 289"/>
              <a:gd name="T16" fmla="*/ 241 w 353"/>
              <a:gd name="T17" fmla="*/ 72 h 289"/>
              <a:gd name="T18" fmla="*/ 249 w 353"/>
              <a:gd name="T19" fmla="*/ 80 h 289"/>
              <a:gd name="T20" fmla="*/ 257 w 353"/>
              <a:gd name="T21" fmla="*/ 72 h 289"/>
              <a:gd name="T22" fmla="*/ 257 w 353"/>
              <a:gd name="T23" fmla="*/ 8 h 289"/>
              <a:gd name="T24" fmla="*/ 249 w 353"/>
              <a:gd name="T25" fmla="*/ 0 h 289"/>
              <a:gd name="T26" fmla="*/ 185 w 353"/>
              <a:gd name="T27" fmla="*/ 0 h 289"/>
              <a:gd name="T28" fmla="*/ 176 w 353"/>
              <a:gd name="T29" fmla="*/ 8 h 289"/>
              <a:gd name="T30" fmla="*/ 185 w 353"/>
              <a:gd name="T31" fmla="*/ 16 h 289"/>
              <a:gd name="T32" fmla="*/ 229 w 353"/>
              <a:gd name="T33" fmla="*/ 16 h 289"/>
              <a:gd name="T34" fmla="*/ 109 w 353"/>
              <a:gd name="T35" fmla="*/ 137 h 289"/>
              <a:gd name="T36" fmla="*/ 63 w 353"/>
              <a:gd name="T37" fmla="*/ 137 h 289"/>
              <a:gd name="T38" fmla="*/ 32 w 353"/>
              <a:gd name="T39" fmla="*/ 113 h 289"/>
              <a:gd name="T40" fmla="*/ 0 w 353"/>
              <a:gd name="T41" fmla="*/ 145 h 289"/>
              <a:gd name="T42" fmla="*/ 32 w 353"/>
              <a:gd name="T43" fmla="*/ 177 h 289"/>
              <a:gd name="T44" fmla="*/ 63 w 353"/>
              <a:gd name="T45" fmla="*/ 153 h 289"/>
              <a:gd name="T46" fmla="*/ 109 w 353"/>
              <a:gd name="T47" fmla="*/ 153 h 289"/>
              <a:gd name="T48" fmla="*/ 229 w 353"/>
              <a:gd name="T49" fmla="*/ 273 h 289"/>
              <a:gd name="T50" fmla="*/ 185 w 353"/>
              <a:gd name="T51" fmla="*/ 273 h 289"/>
              <a:gd name="T52" fmla="*/ 176 w 353"/>
              <a:gd name="T53" fmla="*/ 281 h 289"/>
              <a:gd name="T54" fmla="*/ 185 w 353"/>
              <a:gd name="T55" fmla="*/ 289 h 289"/>
              <a:gd name="T56" fmla="*/ 249 w 353"/>
              <a:gd name="T57" fmla="*/ 289 h 289"/>
              <a:gd name="T58" fmla="*/ 257 w 353"/>
              <a:gd name="T59" fmla="*/ 281 h 289"/>
              <a:gd name="T60" fmla="*/ 257 w 353"/>
              <a:gd name="T61" fmla="*/ 217 h 289"/>
              <a:gd name="T62" fmla="*/ 249 w 353"/>
              <a:gd name="T63" fmla="*/ 209 h 289"/>
              <a:gd name="T64" fmla="*/ 241 w 353"/>
              <a:gd name="T65" fmla="*/ 217 h 289"/>
              <a:gd name="T66" fmla="*/ 241 w 353"/>
              <a:gd name="T67" fmla="*/ 262 h 289"/>
              <a:gd name="T68" fmla="*/ 132 w 353"/>
              <a:gd name="T69" fmla="*/ 153 h 289"/>
              <a:gd name="T70" fmla="*/ 326 w 353"/>
              <a:gd name="T71" fmla="*/ 153 h 289"/>
              <a:gd name="T72" fmla="*/ 291 w 353"/>
              <a:gd name="T73" fmla="*/ 187 h 289"/>
              <a:gd name="T74" fmla="*/ 289 w 353"/>
              <a:gd name="T75" fmla="*/ 193 h 289"/>
              <a:gd name="T76" fmla="*/ 297 w 353"/>
              <a:gd name="T77" fmla="*/ 201 h 289"/>
              <a:gd name="T78" fmla="*/ 303 w 353"/>
              <a:gd name="T79" fmla="*/ 198 h 289"/>
              <a:gd name="T80" fmla="*/ 351 w 353"/>
              <a:gd name="T81" fmla="*/ 150 h 289"/>
              <a:gd name="T82" fmla="*/ 353 w 353"/>
              <a:gd name="T83" fmla="*/ 145 h 289"/>
              <a:gd name="T84" fmla="*/ 351 w 353"/>
              <a:gd name="T85" fmla="*/ 139 h 289"/>
              <a:gd name="T86" fmla="*/ 32 w 353"/>
              <a:gd name="T87" fmla="*/ 161 h 289"/>
              <a:gd name="T88" fmla="*/ 16 w 353"/>
              <a:gd name="T89" fmla="*/ 145 h 289"/>
              <a:gd name="T90" fmla="*/ 32 w 353"/>
              <a:gd name="T91" fmla="*/ 129 h 289"/>
              <a:gd name="T92" fmla="*/ 48 w 353"/>
              <a:gd name="T93" fmla="*/ 145 h 289"/>
              <a:gd name="T94" fmla="*/ 32 w 353"/>
              <a:gd name="T95" fmla="*/ 161 h 2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53" h="289">
                <a:moveTo>
                  <a:pt x="351" y="139"/>
                </a:moveTo>
                <a:cubicBezTo>
                  <a:pt x="303" y="91"/>
                  <a:pt x="303" y="91"/>
                  <a:pt x="303" y="91"/>
                </a:cubicBezTo>
                <a:cubicBezTo>
                  <a:pt x="301" y="89"/>
                  <a:pt x="299" y="88"/>
                  <a:pt x="297" y="88"/>
                </a:cubicBezTo>
                <a:cubicBezTo>
                  <a:pt x="292" y="88"/>
                  <a:pt x="289" y="92"/>
                  <a:pt x="289" y="96"/>
                </a:cubicBezTo>
                <a:cubicBezTo>
                  <a:pt x="289" y="99"/>
                  <a:pt x="290" y="101"/>
                  <a:pt x="291" y="102"/>
                </a:cubicBezTo>
                <a:cubicBezTo>
                  <a:pt x="326" y="137"/>
                  <a:pt x="326" y="137"/>
                  <a:pt x="326" y="137"/>
                </a:cubicBezTo>
                <a:cubicBezTo>
                  <a:pt x="132" y="137"/>
                  <a:pt x="132" y="137"/>
                  <a:pt x="132" y="137"/>
                </a:cubicBezTo>
                <a:cubicBezTo>
                  <a:pt x="241" y="28"/>
                  <a:pt x="241" y="28"/>
                  <a:pt x="241" y="28"/>
                </a:cubicBezTo>
                <a:cubicBezTo>
                  <a:pt x="241" y="72"/>
                  <a:pt x="241" y="72"/>
                  <a:pt x="241" y="72"/>
                </a:cubicBezTo>
                <a:cubicBezTo>
                  <a:pt x="241" y="77"/>
                  <a:pt x="244" y="80"/>
                  <a:pt x="249" y="80"/>
                </a:cubicBezTo>
                <a:cubicBezTo>
                  <a:pt x="253" y="80"/>
                  <a:pt x="257" y="77"/>
                  <a:pt x="257" y="72"/>
                </a:cubicBezTo>
                <a:cubicBezTo>
                  <a:pt x="257" y="8"/>
                  <a:pt x="257" y="8"/>
                  <a:pt x="257" y="8"/>
                </a:cubicBezTo>
                <a:cubicBezTo>
                  <a:pt x="257" y="4"/>
                  <a:pt x="253" y="0"/>
                  <a:pt x="249" y="0"/>
                </a:cubicBezTo>
                <a:cubicBezTo>
                  <a:pt x="185" y="0"/>
                  <a:pt x="185" y="0"/>
                  <a:pt x="185" y="0"/>
                </a:cubicBezTo>
                <a:cubicBezTo>
                  <a:pt x="180" y="0"/>
                  <a:pt x="176" y="4"/>
                  <a:pt x="176" y="8"/>
                </a:cubicBezTo>
                <a:cubicBezTo>
                  <a:pt x="176" y="13"/>
                  <a:pt x="180" y="16"/>
                  <a:pt x="185" y="16"/>
                </a:cubicBezTo>
                <a:cubicBezTo>
                  <a:pt x="229" y="16"/>
                  <a:pt x="229" y="16"/>
                  <a:pt x="229" y="16"/>
                </a:cubicBezTo>
                <a:cubicBezTo>
                  <a:pt x="109" y="137"/>
                  <a:pt x="109" y="137"/>
                  <a:pt x="109" y="137"/>
                </a:cubicBezTo>
                <a:cubicBezTo>
                  <a:pt x="63" y="137"/>
                  <a:pt x="63" y="137"/>
                  <a:pt x="63" y="137"/>
                </a:cubicBezTo>
                <a:cubicBezTo>
                  <a:pt x="59" y="123"/>
                  <a:pt x="47" y="113"/>
                  <a:pt x="32" y="113"/>
                </a:cubicBezTo>
                <a:cubicBezTo>
                  <a:pt x="14" y="113"/>
                  <a:pt x="0" y="127"/>
                  <a:pt x="0" y="145"/>
                </a:cubicBezTo>
                <a:cubicBezTo>
                  <a:pt x="0" y="162"/>
                  <a:pt x="14" y="177"/>
                  <a:pt x="32" y="177"/>
                </a:cubicBezTo>
                <a:cubicBezTo>
                  <a:pt x="47" y="177"/>
                  <a:pt x="59" y="166"/>
                  <a:pt x="63" y="153"/>
                </a:cubicBezTo>
                <a:cubicBezTo>
                  <a:pt x="109" y="153"/>
                  <a:pt x="109" y="153"/>
                  <a:pt x="109" y="153"/>
                </a:cubicBezTo>
                <a:cubicBezTo>
                  <a:pt x="229" y="273"/>
                  <a:pt x="229" y="273"/>
                  <a:pt x="229" y="273"/>
                </a:cubicBezTo>
                <a:cubicBezTo>
                  <a:pt x="185" y="273"/>
                  <a:pt x="185" y="273"/>
                  <a:pt x="185" y="273"/>
                </a:cubicBezTo>
                <a:cubicBezTo>
                  <a:pt x="180" y="273"/>
                  <a:pt x="176" y="277"/>
                  <a:pt x="176" y="281"/>
                </a:cubicBezTo>
                <a:cubicBezTo>
                  <a:pt x="176" y="286"/>
                  <a:pt x="180" y="289"/>
                  <a:pt x="185" y="289"/>
                </a:cubicBezTo>
                <a:cubicBezTo>
                  <a:pt x="249" y="289"/>
                  <a:pt x="249" y="289"/>
                  <a:pt x="249" y="289"/>
                </a:cubicBezTo>
                <a:cubicBezTo>
                  <a:pt x="253" y="289"/>
                  <a:pt x="257" y="286"/>
                  <a:pt x="257" y="281"/>
                </a:cubicBezTo>
                <a:cubicBezTo>
                  <a:pt x="257" y="217"/>
                  <a:pt x="257" y="217"/>
                  <a:pt x="257" y="217"/>
                </a:cubicBezTo>
                <a:cubicBezTo>
                  <a:pt x="257" y="212"/>
                  <a:pt x="253" y="209"/>
                  <a:pt x="249" y="209"/>
                </a:cubicBezTo>
                <a:cubicBezTo>
                  <a:pt x="244" y="209"/>
                  <a:pt x="241" y="212"/>
                  <a:pt x="241" y="217"/>
                </a:cubicBezTo>
                <a:cubicBezTo>
                  <a:pt x="241" y="262"/>
                  <a:pt x="241" y="262"/>
                  <a:pt x="241" y="262"/>
                </a:cubicBezTo>
                <a:cubicBezTo>
                  <a:pt x="132" y="153"/>
                  <a:pt x="132" y="153"/>
                  <a:pt x="132" y="153"/>
                </a:cubicBezTo>
                <a:cubicBezTo>
                  <a:pt x="326" y="153"/>
                  <a:pt x="326" y="153"/>
                  <a:pt x="326" y="153"/>
                </a:cubicBezTo>
                <a:cubicBezTo>
                  <a:pt x="291" y="187"/>
                  <a:pt x="291" y="187"/>
                  <a:pt x="291" y="187"/>
                </a:cubicBezTo>
                <a:cubicBezTo>
                  <a:pt x="290" y="189"/>
                  <a:pt x="289" y="191"/>
                  <a:pt x="289" y="193"/>
                </a:cubicBezTo>
                <a:cubicBezTo>
                  <a:pt x="289" y="197"/>
                  <a:pt x="292" y="201"/>
                  <a:pt x="297" y="201"/>
                </a:cubicBezTo>
                <a:cubicBezTo>
                  <a:pt x="299" y="201"/>
                  <a:pt x="301" y="200"/>
                  <a:pt x="303" y="198"/>
                </a:cubicBezTo>
                <a:cubicBezTo>
                  <a:pt x="351" y="150"/>
                  <a:pt x="351" y="150"/>
                  <a:pt x="351" y="150"/>
                </a:cubicBezTo>
                <a:cubicBezTo>
                  <a:pt x="352" y="149"/>
                  <a:pt x="353" y="147"/>
                  <a:pt x="353" y="145"/>
                </a:cubicBezTo>
                <a:cubicBezTo>
                  <a:pt x="353" y="142"/>
                  <a:pt x="352" y="140"/>
                  <a:pt x="351" y="139"/>
                </a:cubicBezTo>
                <a:moveTo>
                  <a:pt x="32" y="161"/>
                </a:moveTo>
                <a:cubicBezTo>
                  <a:pt x="23" y="161"/>
                  <a:pt x="16" y="154"/>
                  <a:pt x="16" y="145"/>
                </a:cubicBezTo>
                <a:cubicBezTo>
                  <a:pt x="16" y="136"/>
                  <a:pt x="23" y="129"/>
                  <a:pt x="32" y="129"/>
                </a:cubicBezTo>
                <a:cubicBezTo>
                  <a:pt x="41" y="129"/>
                  <a:pt x="48" y="136"/>
                  <a:pt x="48" y="145"/>
                </a:cubicBezTo>
                <a:cubicBezTo>
                  <a:pt x="48" y="154"/>
                  <a:pt x="41" y="161"/>
                  <a:pt x="32" y="161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7" name="Freeform 45"/>
          <p:cNvSpPr>
            <a:spLocks noEditPoints="1"/>
          </p:cNvSpPr>
          <p:nvPr/>
        </p:nvSpPr>
        <p:spPr bwMode="auto">
          <a:xfrm>
            <a:off x="804335" y="5425017"/>
            <a:ext cx="582084" cy="584200"/>
          </a:xfrm>
          <a:custGeom>
            <a:avLst/>
            <a:gdLst>
              <a:gd name="T0" fmla="*/ 97 w 353"/>
              <a:gd name="T1" fmla="*/ 97 h 354"/>
              <a:gd name="T2" fmla="*/ 63 w 353"/>
              <a:gd name="T3" fmla="*/ 52 h 354"/>
              <a:gd name="T4" fmla="*/ 52 w 353"/>
              <a:gd name="T5" fmla="*/ 63 h 354"/>
              <a:gd name="T6" fmla="*/ 64 w 353"/>
              <a:gd name="T7" fmla="*/ 177 h 354"/>
              <a:gd name="T8" fmla="*/ 8 w 353"/>
              <a:gd name="T9" fmla="*/ 169 h 354"/>
              <a:gd name="T10" fmla="*/ 8 w 353"/>
              <a:gd name="T11" fmla="*/ 185 h 354"/>
              <a:gd name="T12" fmla="*/ 64 w 353"/>
              <a:gd name="T13" fmla="*/ 177 h 354"/>
              <a:gd name="T14" fmla="*/ 185 w 353"/>
              <a:gd name="T15" fmla="*/ 56 h 354"/>
              <a:gd name="T16" fmla="*/ 177 w 353"/>
              <a:gd name="T17" fmla="*/ 0 h 354"/>
              <a:gd name="T18" fmla="*/ 168 w 353"/>
              <a:gd name="T19" fmla="*/ 56 h 354"/>
              <a:gd name="T20" fmla="*/ 267 w 353"/>
              <a:gd name="T21" fmla="*/ 97 h 354"/>
              <a:gd name="T22" fmla="*/ 301 w 353"/>
              <a:gd name="T23" fmla="*/ 52 h 354"/>
              <a:gd name="T24" fmla="*/ 256 w 353"/>
              <a:gd name="T25" fmla="*/ 86 h 354"/>
              <a:gd name="T26" fmla="*/ 267 w 353"/>
              <a:gd name="T27" fmla="*/ 97 h 354"/>
              <a:gd name="T28" fmla="*/ 52 w 353"/>
              <a:gd name="T29" fmla="*/ 290 h 354"/>
              <a:gd name="T30" fmla="*/ 63 w 353"/>
              <a:gd name="T31" fmla="*/ 302 h 354"/>
              <a:gd name="T32" fmla="*/ 97 w 353"/>
              <a:gd name="T33" fmla="*/ 256 h 354"/>
              <a:gd name="T34" fmla="*/ 345 w 353"/>
              <a:gd name="T35" fmla="*/ 169 h 354"/>
              <a:gd name="T36" fmla="*/ 289 w 353"/>
              <a:gd name="T37" fmla="*/ 177 h 354"/>
              <a:gd name="T38" fmla="*/ 345 w 353"/>
              <a:gd name="T39" fmla="*/ 185 h 354"/>
              <a:gd name="T40" fmla="*/ 345 w 353"/>
              <a:gd name="T41" fmla="*/ 169 h 354"/>
              <a:gd name="T42" fmla="*/ 256 w 353"/>
              <a:gd name="T43" fmla="*/ 256 h 354"/>
              <a:gd name="T44" fmla="*/ 290 w 353"/>
              <a:gd name="T45" fmla="*/ 302 h 354"/>
              <a:gd name="T46" fmla="*/ 301 w 353"/>
              <a:gd name="T47" fmla="*/ 290 h 354"/>
              <a:gd name="T48" fmla="*/ 177 w 353"/>
              <a:gd name="T49" fmla="*/ 81 h 354"/>
              <a:gd name="T50" fmla="*/ 177 w 353"/>
              <a:gd name="T51" fmla="*/ 273 h 354"/>
              <a:gd name="T52" fmla="*/ 177 w 353"/>
              <a:gd name="T53" fmla="*/ 81 h 354"/>
              <a:gd name="T54" fmla="*/ 96 w 353"/>
              <a:gd name="T55" fmla="*/ 177 h 354"/>
              <a:gd name="T56" fmla="*/ 257 w 353"/>
              <a:gd name="T57" fmla="*/ 177 h 354"/>
              <a:gd name="T58" fmla="*/ 177 w 353"/>
              <a:gd name="T59" fmla="*/ 289 h 354"/>
              <a:gd name="T60" fmla="*/ 168 w 353"/>
              <a:gd name="T61" fmla="*/ 345 h 354"/>
              <a:gd name="T62" fmla="*/ 185 w 353"/>
              <a:gd name="T63" fmla="*/ 345 h 354"/>
              <a:gd name="T64" fmla="*/ 177 w 353"/>
              <a:gd name="T65" fmla="*/ 289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353" h="354">
                <a:moveTo>
                  <a:pt x="86" y="97"/>
                </a:moveTo>
                <a:cubicBezTo>
                  <a:pt x="89" y="101"/>
                  <a:pt x="94" y="101"/>
                  <a:pt x="97" y="97"/>
                </a:cubicBezTo>
                <a:cubicBezTo>
                  <a:pt x="100" y="94"/>
                  <a:pt x="100" y="89"/>
                  <a:pt x="97" y="86"/>
                </a:cubicBezTo>
                <a:cubicBezTo>
                  <a:pt x="63" y="52"/>
                  <a:pt x="63" y="52"/>
                  <a:pt x="63" y="52"/>
                </a:cubicBezTo>
                <a:cubicBezTo>
                  <a:pt x="60" y="49"/>
                  <a:pt x="55" y="49"/>
                  <a:pt x="52" y="52"/>
                </a:cubicBezTo>
                <a:cubicBezTo>
                  <a:pt x="48" y="55"/>
                  <a:pt x="48" y="60"/>
                  <a:pt x="52" y="63"/>
                </a:cubicBezTo>
                <a:lnTo>
                  <a:pt x="86" y="97"/>
                </a:lnTo>
                <a:close/>
                <a:moveTo>
                  <a:pt x="64" y="177"/>
                </a:moveTo>
                <a:cubicBezTo>
                  <a:pt x="64" y="172"/>
                  <a:pt x="61" y="169"/>
                  <a:pt x="56" y="169"/>
                </a:cubicBezTo>
                <a:cubicBezTo>
                  <a:pt x="8" y="169"/>
                  <a:pt x="8" y="169"/>
                  <a:pt x="8" y="169"/>
                </a:cubicBezTo>
                <a:cubicBezTo>
                  <a:pt x="3" y="169"/>
                  <a:pt x="0" y="172"/>
                  <a:pt x="0" y="177"/>
                </a:cubicBezTo>
                <a:cubicBezTo>
                  <a:pt x="0" y="181"/>
                  <a:pt x="3" y="185"/>
                  <a:pt x="8" y="185"/>
                </a:cubicBezTo>
                <a:cubicBezTo>
                  <a:pt x="56" y="185"/>
                  <a:pt x="56" y="185"/>
                  <a:pt x="56" y="185"/>
                </a:cubicBezTo>
                <a:cubicBezTo>
                  <a:pt x="61" y="185"/>
                  <a:pt x="64" y="181"/>
                  <a:pt x="64" y="177"/>
                </a:cubicBezTo>
                <a:moveTo>
                  <a:pt x="177" y="65"/>
                </a:moveTo>
                <a:cubicBezTo>
                  <a:pt x="181" y="65"/>
                  <a:pt x="185" y="61"/>
                  <a:pt x="185" y="56"/>
                </a:cubicBezTo>
                <a:cubicBezTo>
                  <a:pt x="185" y="8"/>
                  <a:pt x="185" y="8"/>
                  <a:pt x="185" y="8"/>
                </a:cubicBezTo>
                <a:cubicBezTo>
                  <a:pt x="185" y="4"/>
                  <a:pt x="181" y="0"/>
                  <a:pt x="177" y="0"/>
                </a:cubicBezTo>
                <a:cubicBezTo>
                  <a:pt x="172" y="0"/>
                  <a:pt x="168" y="4"/>
                  <a:pt x="168" y="8"/>
                </a:cubicBezTo>
                <a:cubicBezTo>
                  <a:pt x="168" y="56"/>
                  <a:pt x="168" y="56"/>
                  <a:pt x="168" y="56"/>
                </a:cubicBezTo>
                <a:cubicBezTo>
                  <a:pt x="168" y="61"/>
                  <a:pt x="172" y="65"/>
                  <a:pt x="177" y="65"/>
                </a:cubicBezTo>
                <a:moveTo>
                  <a:pt x="267" y="97"/>
                </a:moveTo>
                <a:cubicBezTo>
                  <a:pt x="301" y="63"/>
                  <a:pt x="301" y="63"/>
                  <a:pt x="301" y="63"/>
                </a:cubicBezTo>
                <a:cubicBezTo>
                  <a:pt x="305" y="60"/>
                  <a:pt x="305" y="55"/>
                  <a:pt x="301" y="52"/>
                </a:cubicBezTo>
                <a:cubicBezTo>
                  <a:pt x="298" y="49"/>
                  <a:pt x="293" y="49"/>
                  <a:pt x="290" y="52"/>
                </a:cubicBezTo>
                <a:cubicBezTo>
                  <a:pt x="256" y="86"/>
                  <a:pt x="256" y="86"/>
                  <a:pt x="256" y="86"/>
                </a:cubicBezTo>
                <a:cubicBezTo>
                  <a:pt x="253" y="89"/>
                  <a:pt x="253" y="94"/>
                  <a:pt x="256" y="97"/>
                </a:cubicBezTo>
                <a:cubicBezTo>
                  <a:pt x="259" y="101"/>
                  <a:pt x="264" y="101"/>
                  <a:pt x="267" y="97"/>
                </a:cubicBezTo>
                <a:moveTo>
                  <a:pt x="86" y="256"/>
                </a:moveTo>
                <a:cubicBezTo>
                  <a:pt x="52" y="290"/>
                  <a:pt x="52" y="290"/>
                  <a:pt x="52" y="290"/>
                </a:cubicBezTo>
                <a:cubicBezTo>
                  <a:pt x="48" y="294"/>
                  <a:pt x="48" y="299"/>
                  <a:pt x="52" y="302"/>
                </a:cubicBezTo>
                <a:cubicBezTo>
                  <a:pt x="55" y="305"/>
                  <a:pt x="60" y="305"/>
                  <a:pt x="63" y="302"/>
                </a:cubicBezTo>
                <a:cubicBezTo>
                  <a:pt x="97" y="268"/>
                  <a:pt x="97" y="268"/>
                  <a:pt x="97" y="268"/>
                </a:cubicBezTo>
                <a:cubicBezTo>
                  <a:pt x="100" y="265"/>
                  <a:pt x="100" y="260"/>
                  <a:pt x="97" y="256"/>
                </a:cubicBezTo>
                <a:cubicBezTo>
                  <a:pt x="94" y="253"/>
                  <a:pt x="89" y="253"/>
                  <a:pt x="86" y="256"/>
                </a:cubicBezTo>
                <a:moveTo>
                  <a:pt x="345" y="169"/>
                </a:moveTo>
                <a:cubicBezTo>
                  <a:pt x="297" y="169"/>
                  <a:pt x="297" y="169"/>
                  <a:pt x="297" y="169"/>
                </a:cubicBezTo>
                <a:cubicBezTo>
                  <a:pt x="292" y="169"/>
                  <a:pt x="289" y="172"/>
                  <a:pt x="289" y="177"/>
                </a:cubicBezTo>
                <a:cubicBezTo>
                  <a:pt x="289" y="181"/>
                  <a:pt x="292" y="185"/>
                  <a:pt x="297" y="185"/>
                </a:cubicBezTo>
                <a:cubicBezTo>
                  <a:pt x="345" y="185"/>
                  <a:pt x="345" y="185"/>
                  <a:pt x="345" y="185"/>
                </a:cubicBezTo>
                <a:cubicBezTo>
                  <a:pt x="350" y="185"/>
                  <a:pt x="353" y="181"/>
                  <a:pt x="353" y="177"/>
                </a:cubicBezTo>
                <a:cubicBezTo>
                  <a:pt x="353" y="172"/>
                  <a:pt x="350" y="169"/>
                  <a:pt x="345" y="169"/>
                </a:cubicBezTo>
                <a:moveTo>
                  <a:pt x="267" y="256"/>
                </a:moveTo>
                <a:cubicBezTo>
                  <a:pt x="264" y="253"/>
                  <a:pt x="259" y="253"/>
                  <a:pt x="256" y="256"/>
                </a:cubicBezTo>
                <a:cubicBezTo>
                  <a:pt x="253" y="260"/>
                  <a:pt x="253" y="265"/>
                  <a:pt x="256" y="268"/>
                </a:cubicBezTo>
                <a:cubicBezTo>
                  <a:pt x="290" y="302"/>
                  <a:pt x="290" y="302"/>
                  <a:pt x="290" y="302"/>
                </a:cubicBezTo>
                <a:cubicBezTo>
                  <a:pt x="293" y="305"/>
                  <a:pt x="298" y="305"/>
                  <a:pt x="301" y="302"/>
                </a:cubicBezTo>
                <a:cubicBezTo>
                  <a:pt x="305" y="299"/>
                  <a:pt x="305" y="294"/>
                  <a:pt x="301" y="290"/>
                </a:cubicBezTo>
                <a:lnTo>
                  <a:pt x="267" y="256"/>
                </a:lnTo>
                <a:close/>
                <a:moveTo>
                  <a:pt x="177" y="81"/>
                </a:moveTo>
                <a:cubicBezTo>
                  <a:pt x="123" y="81"/>
                  <a:pt x="80" y="124"/>
                  <a:pt x="80" y="177"/>
                </a:cubicBezTo>
                <a:cubicBezTo>
                  <a:pt x="80" y="230"/>
                  <a:pt x="123" y="273"/>
                  <a:pt x="177" y="273"/>
                </a:cubicBezTo>
                <a:cubicBezTo>
                  <a:pt x="230" y="273"/>
                  <a:pt x="273" y="230"/>
                  <a:pt x="273" y="177"/>
                </a:cubicBezTo>
                <a:cubicBezTo>
                  <a:pt x="273" y="124"/>
                  <a:pt x="230" y="81"/>
                  <a:pt x="177" y="81"/>
                </a:cubicBezTo>
                <a:moveTo>
                  <a:pt x="177" y="257"/>
                </a:moveTo>
                <a:cubicBezTo>
                  <a:pt x="132" y="257"/>
                  <a:pt x="96" y="221"/>
                  <a:pt x="96" y="177"/>
                </a:cubicBezTo>
                <a:cubicBezTo>
                  <a:pt x="96" y="133"/>
                  <a:pt x="132" y="97"/>
                  <a:pt x="177" y="97"/>
                </a:cubicBezTo>
                <a:cubicBezTo>
                  <a:pt x="221" y="97"/>
                  <a:pt x="257" y="133"/>
                  <a:pt x="257" y="177"/>
                </a:cubicBezTo>
                <a:cubicBezTo>
                  <a:pt x="257" y="221"/>
                  <a:pt x="221" y="257"/>
                  <a:pt x="177" y="257"/>
                </a:cubicBezTo>
                <a:moveTo>
                  <a:pt x="177" y="289"/>
                </a:moveTo>
                <a:cubicBezTo>
                  <a:pt x="172" y="289"/>
                  <a:pt x="168" y="293"/>
                  <a:pt x="168" y="297"/>
                </a:cubicBezTo>
                <a:cubicBezTo>
                  <a:pt x="168" y="345"/>
                  <a:pt x="168" y="345"/>
                  <a:pt x="168" y="345"/>
                </a:cubicBezTo>
                <a:cubicBezTo>
                  <a:pt x="168" y="350"/>
                  <a:pt x="172" y="354"/>
                  <a:pt x="177" y="354"/>
                </a:cubicBezTo>
                <a:cubicBezTo>
                  <a:pt x="181" y="354"/>
                  <a:pt x="185" y="350"/>
                  <a:pt x="185" y="345"/>
                </a:cubicBezTo>
                <a:cubicBezTo>
                  <a:pt x="185" y="297"/>
                  <a:pt x="185" y="297"/>
                  <a:pt x="185" y="297"/>
                </a:cubicBezTo>
                <a:cubicBezTo>
                  <a:pt x="185" y="293"/>
                  <a:pt x="181" y="289"/>
                  <a:pt x="177" y="289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8" name="Freeform 46"/>
          <p:cNvSpPr>
            <a:spLocks noEditPoints="1"/>
          </p:cNvSpPr>
          <p:nvPr/>
        </p:nvSpPr>
        <p:spPr bwMode="auto">
          <a:xfrm>
            <a:off x="1915585" y="5425017"/>
            <a:ext cx="582084" cy="584200"/>
          </a:xfrm>
          <a:custGeom>
            <a:avLst/>
            <a:gdLst>
              <a:gd name="T0" fmla="*/ 86 w 353"/>
              <a:gd name="T1" fmla="*/ 97 h 354"/>
              <a:gd name="T2" fmla="*/ 97 w 353"/>
              <a:gd name="T3" fmla="*/ 97 h 354"/>
              <a:gd name="T4" fmla="*/ 97 w 353"/>
              <a:gd name="T5" fmla="*/ 86 h 354"/>
              <a:gd name="T6" fmla="*/ 63 w 353"/>
              <a:gd name="T7" fmla="*/ 52 h 354"/>
              <a:gd name="T8" fmla="*/ 52 w 353"/>
              <a:gd name="T9" fmla="*/ 52 h 354"/>
              <a:gd name="T10" fmla="*/ 52 w 353"/>
              <a:gd name="T11" fmla="*/ 63 h 354"/>
              <a:gd name="T12" fmla="*/ 86 w 353"/>
              <a:gd name="T13" fmla="*/ 97 h 354"/>
              <a:gd name="T14" fmla="*/ 268 w 353"/>
              <a:gd name="T15" fmla="*/ 97 h 354"/>
              <a:gd name="T16" fmla="*/ 302 w 353"/>
              <a:gd name="T17" fmla="*/ 63 h 354"/>
              <a:gd name="T18" fmla="*/ 302 w 353"/>
              <a:gd name="T19" fmla="*/ 52 h 354"/>
              <a:gd name="T20" fmla="*/ 290 w 353"/>
              <a:gd name="T21" fmla="*/ 52 h 354"/>
              <a:gd name="T22" fmla="*/ 256 w 353"/>
              <a:gd name="T23" fmla="*/ 86 h 354"/>
              <a:gd name="T24" fmla="*/ 256 w 353"/>
              <a:gd name="T25" fmla="*/ 97 h 354"/>
              <a:gd name="T26" fmla="*/ 268 w 353"/>
              <a:gd name="T27" fmla="*/ 97 h 354"/>
              <a:gd name="T28" fmla="*/ 177 w 353"/>
              <a:gd name="T29" fmla="*/ 65 h 354"/>
              <a:gd name="T30" fmla="*/ 185 w 353"/>
              <a:gd name="T31" fmla="*/ 56 h 354"/>
              <a:gd name="T32" fmla="*/ 185 w 353"/>
              <a:gd name="T33" fmla="*/ 8 h 354"/>
              <a:gd name="T34" fmla="*/ 177 w 353"/>
              <a:gd name="T35" fmla="*/ 0 h 354"/>
              <a:gd name="T36" fmla="*/ 169 w 353"/>
              <a:gd name="T37" fmla="*/ 8 h 354"/>
              <a:gd name="T38" fmla="*/ 169 w 353"/>
              <a:gd name="T39" fmla="*/ 56 h 354"/>
              <a:gd name="T40" fmla="*/ 177 w 353"/>
              <a:gd name="T41" fmla="*/ 65 h 354"/>
              <a:gd name="T42" fmla="*/ 345 w 353"/>
              <a:gd name="T43" fmla="*/ 177 h 354"/>
              <a:gd name="T44" fmla="*/ 273 w 353"/>
              <a:gd name="T45" fmla="*/ 177 h 354"/>
              <a:gd name="T46" fmla="*/ 177 w 353"/>
              <a:gd name="T47" fmla="*/ 81 h 354"/>
              <a:gd name="T48" fmla="*/ 81 w 353"/>
              <a:gd name="T49" fmla="*/ 177 h 354"/>
              <a:gd name="T50" fmla="*/ 8 w 353"/>
              <a:gd name="T51" fmla="*/ 177 h 354"/>
              <a:gd name="T52" fmla="*/ 0 w 353"/>
              <a:gd name="T53" fmla="*/ 185 h 354"/>
              <a:gd name="T54" fmla="*/ 8 w 353"/>
              <a:gd name="T55" fmla="*/ 193 h 354"/>
              <a:gd name="T56" fmla="*/ 345 w 353"/>
              <a:gd name="T57" fmla="*/ 193 h 354"/>
              <a:gd name="T58" fmla="*/ 353 w 353"/>
              <a:gd name="T59" fmla="*/ 185 h 354"/>
              <a:gd name="T60" fmla="*/ 345 w 353"/>
              <a:gd name="T61" fmla="*/ 177 h 354"/>
              <a:gd name="T62" fmla="*/ 97 w 353"/>
              <a:gd name="T63" fmla="*/ 177 h 354"/>
              <a:gd name="T64" fmla="*/ 177 w 353"/>
              <a:gd name="T65" fmla="*/ 97 h 354"/>
              <a:gd name="T66" fmla="*/ 257 w 353"/>
              <a:gd name="T67" fmla="*/ 177 h 354"/>
              <a:gd name="T68" fmla="*/ 97 w 353"/>
              <a:gd name="T69" fmla="*/ 177 h 354"/>
              <a:gd name="T70" fmla="*/ 225 w 353"/>
              <a:gd name="T71" fmla="*/ 289 h 354"/>
              <a:gd name="T72" fmla="*/ 209 w 353"/>
              <a:gd name="T73" fmla="*/ 289 h 354"/>
              <a:gd name="T74" fmla="*/ 209 w 353"/>
              <a:gd name="T75" fmla="*/ 249 h 354"/>
              <a:gd name="T76" fmla="*/ 201 w 353"/>
              <a:gd name="T77" fmla="*/ 241 h 354"/>
              <a:gd name="T78" fmla="*/ 153 w 353"/>
              <a:gd name="T79" fmla="*/ 241 h 354"/>
              <a:gd name="T80" fmla="*/ 145 w 353"/>
              <a:gd name="T81" fmla="*/ 249 h 354"/>
              <a:gd name="T82" fmla="*/ 145 w 353"/>
              <a:gd name="T83" fmla="*/ 289 h 354"/>
              <a:gd name="T84" fmla="*/ 129 w 353"/>
              <a:gd name="T85" fmla="*/ 289 h 354"/>
              <a:gd name="T86" fmla="*/ 121 w 353"/>
              <a:gd name="T87" fmla="*/ 297 h 354"/>
              <a:gd name="T88" fmla="*/ 123 w 353"/>
              <a:gd name="T89" fmla="*/ 303 h 354"/>
              <a:gd name="T90" fmla="*/ 171 w 353"/>
              <a:gd name="T91" fmla="*/ 351 h 354"/>
              <a:gd name="T92" fmla="*/ 177 w 353"/>
              <a:gd name="T93" fmla="*/ 354 h 354"/>
              <a:gd name="T94" fmla="*/ 183 w 353"/>
              <a:gd name="T95" fmla="*/ 351 h 354"/>
              <a:gd name="T96" fmla="*/ 231 w 353"/>
              <a:gd name="T97" fmla="*/ 303 h 354"/>
              <a:gd name="T98" fmla="*/ 233 w 353"/>
              <a:gd name="T99" fmla="*/ 297 h 354"/>
              <a:gd name="T100" fmla="*/ 225 w 353"/>
              <a:gd name="T101" fmla="*/ 289 h 354"/>
              <a:gd name="T102" fmla="*/ 177 w 353"/>
              <a:gd name="T103" fmla="*/ 334 h 354"/>
              <a:gd name="T104" fmla="*/ 148 w 353"/>
              <a:gd name="T105" fmla="*/ 305 h 354"/>
              <a:gd name="T106" fmla="*/ 153 w 353"/>
              <a:gd name="T107" fmla="*/ 305 h 354"/>
              <a:gd name="T108" fmla="*/ 161 w 353"/>
              <a:gd name="T109" fmla="*/ 297 h 354"/>
              <a:gd name="T110" fmla="*/ 161 w 353"/>
              <a:gd name="T111" fmla="*/ 257 h 354"/>
              <a:gd name="T112" fmla="*/ 193 w 353"/>
              <a:gd name="T113" fmla="*/ 257 h 354"/>
              <a:gd name="T114" fmla="*/ 193 w 353"/>
              <a:gd name="T115" fmla="*/ 297 h 354"/>
              <a:gd name="T116" fmla="*/ 201 w 353"/>
              <a:gd name="T117" fmla="*/ 305 h 354"/>
              <a:gd name="T118" fmla="*/ 206 w 353"/>
              <a:gd name="T119" fmla="*/ 305 h 354"/>
              <a:gd name="T120" fmla="*/ 177 w 353"/>
              <a:gd name="T121" fmla="*/ 334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353" h="354">
                <a:moveTo>
                  <a:pt x="86" y="97"/>
                </a:moveTo>
                <a:cubicBezTo>
                  <a:pt x="89" y="101"/>
                  <a:pt x="94" y="101"/>
                  <a:pt x="97" y="97"/>
                </a:cubicBezTo>
                <a:cubicBezTo>
                  <a:pt x="101" y="94"/>
                  <a:pt x="101" y="89"/>
                  <a:pt x="97" y="86"/>
                </a:cubicBezTo>
                <a:cubicBezTo>
                  <a:pt x="63" y="52"/>
                  <a:pt x="63" y="52"/>
                  <a:pt x="63" y="52"/>
                </a:cubicBezTo>
                <a:cubicBezTo>
                  <a:pt x="60" y="49"/>
                  <a:pt x="55" y="49"/>
                  <a:pt x="52" y="52"/>
                </a:cubicBezTo>
                <a:cubicBezTo>
                  <a:pt x="49" y="55"/>
                  <a:pt x="49" y="60"/>
                  <a:pt x="52" y="63"/>
                </a:cubicBezTo>
                <a:lnTo>
                  <a:pt x="86" y="97"/>
                </a:lnTo>
                <a:close/>
                <a:moveTo>
                  <a:pt x="268" y="97"/>
                </a:moveTo>
                <a:cubicBezTo>
                  <a:pt x="302" y="63"/>
                  <a:pt x="302" y="63"/>
                  <a:pt x="302" y="63"/>
                </a:cubicBezTo>
                <a:cubicBezTo>
                  <a:pt x="305" y="60"/>
                  <a:pt x="305" y="55"/>
                  <a:pt x="302" y="52"/>
                </a:cubicBezTo>
                <a:cubicBezTo>
                  <a:pt x="299" y="49"/>
                  <a:pt x="294" y="49"/>
                  <a:pt x="290" y="52"/>
                </a:cubicBezTo>
                <a:cubicBezTo>
                  <a:pt x="256" y="86"/>
                  <a:pt x="256" y="86"/>
                  <a:pt x="256" y="86"/>
                </a:cubicBezTo>
                <a:cubicBezTo>
                  <a:pt x="253" y="89"/>
                  <a:pt x="253" y="94"/>
                  <a:pt x="256" y="97"/>
                </a:cubicBezTo>
                <a:cubicBezTo>
                  <a:pt x="259" y="101"/>
                  <a:pt x="265" y="101"/>
                  <a:pt x="268" y="97"/>
                </a:cubicBezTo>
                <a:moveTo>
                  <a:pt x="177" y="65"/>
                </a:moveTo>
                <a:cubicBezTo>
                  <a:pt x="181" y="65"/>
                  <a:pt x="185" y="61"/>
                  <a:pt x="185" y="56"/>
                </a:cubicBezTo>
                <a:cubicBezTo>
                  <a:pt x="185" y="8"/>
                  <a:pt x="185" y="8"/>
                  <a:pt x="185" y="8"/>
                </a:cubicBezTo>
                <a:cubicBezTo>
                  <a:pt x="185" y="4"/>
                  <a:pt x="181" y="0"/>
                  <a:pt x="177" y="0"/>
                </a:cubicBezTo>
                <a:cubicBezTo>
                  <a:pt x="172" y="0"/>
                  <a:pt x="169" y="4"/>
                  <a:pt x="169" y="8"/>
                </a:cubicBezTo>
                <a:cubicBezTo>
                  <a:pt x="169" y="56"/>
                  <a:pt x="169" y="56"/>
                  <a:pt x="169" y="56"/>
                </a:cubicBezTo>
                <a:cubicBezTo>
                  <a:pt x="169" y="61"/>
                  <a:pt x="172" y="65"/>
                  <a:pt x="177" y="65"/>
                </a:cubicBezTo>
                <a:moveTo>
                  <a:pt x="345" y="177"/>
                </a:moveTo>
                <a:cubicBezTo>
                  <a:pt x="273" y="177"/>
                  <a:pt x="273" y="177"/>
                  <a:pt x="273" y="177"/>
                </a:cubicBezTo>
                <a:cubicBezTo>
                  <a:pt x="273" y="124"/>
                  <a:pt x="230" y="81"/>
                  <a:pt x="177" y="81"/>
                </a:cubicBezTo>
                <a:cubicBezTo>
                  <a:pt x="124" y="81"/>
                  <a:pt x="81" y="124"/>
                  <a:pt x="81" y="177"/>
                </a:cubicBezTo>
                <a:cubicBezTo>
                  <a:pt x="8" y="177"/>
                  <a:pt x="8" y="177"/>
                  <a:pt x="8" y="177"/>
                </a:cubicBezTo>
                <a:cubicBezTo>
                  <a:pt x="4" y="177"/>
                  <a:pt x="0" y="180"/>
                  <a:pt x="0" y="185"/>
                </a:cubicBezTo>
                <a:cubicBezTo>
                  <a:pt x="0" y="189"/>
                  <a:pt x="4" y="193"/>
                  <a:pt x="8" y="193"/>
                </a:cubicBezTo>
                <a:cubicBezTo>
                  <a:pt x="345" y="193"/>
                  <a:pt x="345" y="193"/>
                  <a:pt x="345" y="193"/>
                </a:cubicBezTo>
                <a:cubicBezTo>
                  <a:pt x="350" y="193"/>
                  <a:pt x="353" y="189"/>
                  <a:pt x="353" y="185"/>
                </a:cubicBezTo>
                <a:cubicBezTo>
                  <a:pt x="353" y="180"/>
                  <a:pt x="350" y="177"/>
                  <a:pt x="345" y="177"/>
                </a:cubicBezTo>
                <a:moveTo>
                  <a:pt x="97" y="177"/>
                </a:moveTo>
                <a:cubicBezTo>
                  <a:pt x="97" y="133"/>
                  <a:pt x="133" y="97"/>
                  <a:pt x="177" y="97"/>
                </a:cubicBezTo>
                <a:cubicBezTo>
                  <a:pt x="221" y="97"/>
                  <a:pt x="257" y="133"/>
                  <a:pt x="257" y="177"/>
                </a:cubicBezTo>
                <a:lnTo>
                  <a:pt x="97" y="177"/>
                </a:lnTo>
                <a:close/>
                <a:moveTo>
                  <a:pt x="225" y="289"/>
                </a:moveTo>
                <a:cubicBezTo>
                  <a:pt x="209" y="289"/>
                  <a:pt x="209" y="289"/>
                  <a:pt x="209" y="289"/>
                </a:cubicBezTo>
                <a:cubicBezTo>
                  <a:pt x="209" y="249"/>
                  <a:pt x="209" y="249"/>
                  <a:pt x="209" y="249"/>
                </a:cubicBezTo>
                <a:cubicBezTo>
                  <a:pt x="209" y="245"/>
                  <a:pt x="205" y="241"/>
                  <a:pt x="201" y="241"/>
                </a:cubicBezTo>
                <a:cubicBezTo>
                  <a:pt x="153" y="241"/>
                  <a:pt x="153" y="241"/>
                  <a:pt x="153" y="241"/>
                </a:cubicBezTo>
                <a:cubicBezTo>
                  <a:pt x="148" y="241"/>
                  <a:pt x="145" y="245"/>
                  <a:pt x="145" y="249"/>
                </a:cubicBezTo>
                <a:cubicBezTo>
                  <a:pt x="145" y="289"/>
                  <a:pt x="145" y="289"/>
                  <a:pt x="145" y="289"/>
                </a:cubicBezTo>
                <a:cubicBezTo>
                  <a:pt x="129" y="289"/>
                  <a:pt x="129" y="289"/>
                  <a:pt x="129" y="289"/>
                </a:cubicBezTo>
                <a:cubicBezTo>
                  <a:pt x="124" y="289"/>
                  <a:pt x="121" y="293"/>
                  <a:pt x="121" y="297"/>
                </a:cubicBezTo>
                <a:cubicBezTo>
                  <a:pt x="121" y="300"/>
                  <a:pt x="122" y="302"/>
                  <a:pt x="123" y="303"/>
                </a:cubicBezTo>
                <a:cubicBezTo>
                  <a:pt x="171" y="351"/>
                  <a:pt x="171" y="351"/>
                  <a:pt x="171" y="351"/>
                </a:cubicBezTo>
                <a:cubicBezTo>
                  <a:pt x="173" y="353"/>
                  <a:pt x="175" y="354"/>
                  <a:pt x="177" y="354"/>
                </a:cubicBezTo>
                <a:cubicBezTo>
                  <a:pt x="179" y="354"/>
                  <a:pt x="181" y="353"/>
                  <a:pt x="183" y="351"/>
                </a:cubicBezTo>
                <a:cubicBezTo>
                  <a:pt x="231" y="303"/>
                  <a:pt x="231" y="303"/>
                  <a:pt x="231" y="303"/>
                </a:cubicBezTo>
                <a:cubicBezTo>
                  <a:pt x="232" y="302"/>
                  <a:pt x="233" y="300"/>
                  <a:pt x="233" y="297"/>
                </a:cubicBezTo>
                <a:cubicBezTo>
                  <a:pt x="233" y="293"/>
                  <a:pt x="229" y="289"/>
                  <a:pt x="225" y="289"/>
                </a:cubicBezTo>
                <a:moveTo>
                  <a:pt x="177" y="334"/>
                </a:moveTo>
                <a:cubicBezTo>
                  <a:pt x="148" y="305"/>
                  <a:pt x="148" y="305"/>
                  <a:pt x="148" y="305"/>
                </a:cubicBezTo>
                <a:cubicBezTo>
                  <a:pt x="153" y="305"/>
                  <a:pt x="153" y="305"/>
                  <a:pt x="153" y="305"/>
                </a:cubicBezTo>
                <a:cubicBezTo>
                  <a:pt x="157" y="305"/>
                  <a:pt x="161" y="302"/>
                  <a:pt x="161" y="297"/>
                </a:cubicBezTo>
                <a:cubicBezTo>
                  <a:pt x="161" y="257"/>
                  <a:pt x="161" y="257"/>
                  <a:pt x="161" y="257"/>
                </a:cubicBezTo>
                <a:cubicBezTo>
                  <a:pt x="193" y="257"/>
                  <a:pt x="193" y="257"/>
                  <a:pt x="193" y="257"/>
                </a:cubicBezTo>
                <a:cubicBezTo>
                  <a:pt x="193" y="297"/>
                  <a:pt x="193" y="297"/>
                  <a:pt x="193" y="297"/>
                </a:cubicBezTo>
                <a:cubicBezTo>
                  <a:pt x="193" y="302"/>
                  <a:pt x="196" y="305"/>
                  <a:pt x="201" y="305"/>
                </a:cubicBezTo>
                <a:cubicBezTo>
                  <a:pt x="206" y="305"/>
                  <a:pt x="206" y="305"/>
                  <a:pt x="206" y="305"/>
                </a:cubicBezTo>
                <a:lnTo>
                  <a:pt x="177" y="33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9" name="Freeform 47"/>
          <p:cNvSpPr>
            <a:spLocks noEditPoints="1"/>
          </p:cNvSpPr>
          <p:nvPr/>
        </p:nvSpPr>
        <p:spPr bwMode="auto">
          <a:xfrm>
            <a:off x="3026835" y="5425017"/>
            <a:ext cx="582084" cy="584200"/>
          </a:xfrm>
          <a:custGeom>
            <a:avLst/>
            <a:gdLst>
              <a:gd name="T0" fmla="*/ 345 w 353"/>
              <a:gd name="T1" fmla="*/ 337 h 354"/>
              <a:gd name="T2" fmla="*/ 273 w 353"/>
              <a:gd name="T3" fmla="*/ 337 h 354"/>
              <a:gd name="T4" fmla="*/ 176 w 353"/>
              <a:gd name="T5" fmla="*/ 241 h 354"/>
              <a:gd name="T6" fmla="*/ 80 w 353"/>
              <a:gd name="T7" fmla="*/ 337 h 354"/>
              <a:gd name="T8" fmla="*/ 8 w 353"/>
              <a:gd name="T9" fmla="*/ 337 h 354"/>
              <a:gd name="T10" fmla="*/ 0 w 353"/>
              <a:gd name="T11" fmla="*/ 345 h 354"/>
              <a:gd name="T12" fmla="*/ 8 w 353"/>
              <a:gd name="T13" fmla="*/ 354 h 354"/>
              <a:gd name="T14" fmla="*/ 345 w 353"/>
              <a:gd name="T15" fmla="*/ 354 h 354"/>
              <a:gd name="T16" fmla="*/ 353 w 353"/>
              <a:gd name="T17" fmla="*/ 345 h 354"/>
              <a:gd name="T18" fmla="*/ 345 w 353"/>
              <a:gd name="T19" fmla="*/ 337 h 354"/>
              <a:gd name="T20" fmla="*/ 96 w 353"/>
              <a:gd name="T21" fmla="*/ 337 h 354"/>
              <a:gd name="T22" fmla="*/ 176 w 353"/>
              <a:gd name="T23" fmla="*/ 257 h 354"/>
              <a:gd name="T24" fmla="*/ 256 w 353"/>
              <a:gd name="T25" fmla="*/ 337 h 354"/>
              <a:gd name="T26" fmla="*/ 96 w 353"/>
              <a:gd name="T27" fmla="*/ 337 h 354"/>
              <a:gd name="T28" fmla="*/ 267 w 353"/>
              <a:gd name="T29" fmla="*/ 258 h 354"/>
              <a:gd name="T30" fmla="*/ 301 w 353"/>
              <a:gd name="T31" fmla="*/ 224 h 354"/>
              <a:gd name="T32" fmla="*/ 301 w 353"/>
              <a:gd name="T33" fmla="*/ 213 h 354"/>
              <a:gd name="T34" fmla="*/ 290 w 353"/>
              <a:gd name="T35" fmla="*/ 213 h 354"/>
              <a:gd name="T36" fmla="*/ 256 w 353"/>
              <a:gd name="T37" fmla="*/ 247 h 354"/>
              <a:gd name="T38" fmla="*/ 256 w 353"/>
              <a:gd name="T39" fmla="*/ 258 h 354"/>
              <a:gd name="T40" fmla="*/ 267 w 353"/>
              <a:gd name="T41" fmla="*/ 258 h 354"/>
              <a:gd name="T42" fmla="*/ 168 w 353"/>
              <a:gd name="T43" fmla="*/ 169 h 354"/>
              <a:gd name="T44" fmla="*/ 168 w 353"/>
              <a:gd name="T45" fmla="*/ 217 h 354"/>
              <a:gd name="T46" fmla="*/ 176 w 353"/>
              <a:gd name="T47" fmla="*/ 225 h 354"/>
              <a:gd name="T48" fmla="*/ 184 w 353"/>
              <a:gd name="T49" fmla="*/ 217 h 354"/>
              <a:gd name="T50" fmla="*/ 184 w 353"/>
              <a:gd name="T51" fmla="*/ 169 h 354"/>
              <a:gd name="T52" fmla="*/ 176 w 353"/>
              <a:gd name="T53" fmla="*/ 161 h 354"/>
              <a:gd name="T54" fmla="*/ 168 w 353"/>
              <a:gd name="T55" fmla="*/ 169 h 354"/>
              <a:gd name="T56" fmla="*/ 85 w 353"/>
              <a:gd name="T57" fmla="*/ 258 h 354"/>
              <a:gd name="T58" fmla="*/ 97 w 353"/>
              <a:gd name="T59" fmla="*/ 258 h 354"/>
              <a:gd name="T60" fmla="*/ 97 w 353"/>
              <a:gd name="T61" fmla="*/ 247 h 354"/>
              <a:gd name="T62" fmla="*/ 63 w 353"/>
              <a:gd name="T63" fmla="*/ 213 h 354"/>
              <a:gd name="T64" fmla="*/ 51 w 353"/>
              <a:gd name="T65" fmla="*/ 213 h 354"/>
              <a:gd name="T66" fmla="*/ 51 w 353"/>
              <a:gd name="T67" fmla="*/ 224 h 354"/>
              <a:gd name="T68" fmla="*/ 85 w 353"/>
              <a:gd name="T69" fmla="*/ 258 h 354"/>
              <a:gd name="T70" fmla="*/ 128 w 353"/>
              <a:gd name="T71" fmla="*/ 65 h 354"/>
              <a:gd name="T72" fmla="*/ 144 w 353"/>
              <a:gd name="T73" fmla="*/ 65 h 354"/>
              <a:gd name="T74" fmla="*/ 144 w 353"/>
              <a:gd name="T75" fmla="*/ 105 h 354"/>
              <a:gd name="T76" fmla="*/ 152 w 353"/>
              <a:gd name="T77" fmla="*/ 113 h 354"/>
              <a:gd name="T78" fmla="*/ 200 w 353"/>
              <a:gd name="T79" fmla="*/ 113 h 354"/>
              <a:gd name="T80" fmla="*/ 208 w 353"/>
              <a:gd name="T81" fmla="*/ 105 h 354"/>
              <a:gd name="T82" fmla="*/ 208 w 353"/>
              <a:gd name="T83" fmla="*/ 65 h 354"/>
              <a:gd name="T84" fmla="*/ 224 w 353"/>
              <a:gd name="T85" fmla="*/ 65 h 354"/>
              <a:gd name="T86" fmla="*/ 232 w 353"/>
              <a:gd name="T87" fmla="*/ 56 h 354"/>
              <a:gd name="T88" fmla="*/ 230 w 353"/>
              <a:gd name="T89" fmla="*/ 51 h 354"/>
              <a:gd name="T90" fmla="*/ 182 w 353"/>
              <a:gd name="T91" fmla="*/ 3 h 354"/>
              <a:gd name="T92" fmla="*/ 176 w 353"/>
              <a:gd name="T93" fmla="*/ 0 h 354"/>
              <a:gd name="T94" fmla="*/ 170 w 353"/>
              <a:gd name="T95" fmla="*/ 3 h 354"/>
              <a:gd name="T96" fmla="*/ 122 w 353"/>
              <a:gd name="T97" fmla="*/ 51 h 354"/>
              <a:gd name="T98" fmla="*/ 120 w 353"/>
              <a:gd name="T99" fmla="*/ 56 h 354"/>
              <a:gd name="T100" fmla="*/ 128 w 353"/>
              <a:gd name="T101" fmla="*/ 65 h 354"/>
              <a:gd name="T102" fmla="*/ 176 w 353"/>
              <a:gd name="T103" fmla="*/ 20 h 354"/>
              <a:gd name="T104" fmla="*/ 205 w 353"/>
              <a:gd name="T105" fmla="*/ 48 h 354"/>
              <a:gd name="T106" fmla="*/ 200 w 353"/>
              <a:gd name="T107" fmla="*/ 48 h 354"/>
              <a:gd name="T108" fmla="*/ 192 w 353"/>
              <a:gd name="T109" fmla="*/ 56 h 354"/>
              <a:gd name="T110" fmla="*/ 192 w 353"/>
              <a:gd name="T111" fmla="*/ 97 h 354"/>
              <a:gd name="T112" fmla="*/ 160 w 353"/>
              <a:gd name="T113" fmla="*/ 97 h 354"/>
              <a:gd name="T114" fmla="*/ 160 w 353"/>
              <a:gd name="T115" fmla="*/ 56 h 354"/>
              <a:gd name="T116" fmla="*/ 152 w 353"/>
              <a:gd name="T117" fmla="*/ 48 h 354"/>
              <a:gd name="T118" fmla="*/ 147 w 353"/>
              <a:gd name="T119" fmla="*/ 48 h 354"/>
              <a:gd name="T120" fmla="*/ 176 w 353"/>
              <a:gd name="T121" fmla="*/ 20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353" h="354">
                <a:moveTo>
                  <a:pt x="345" y="337"/>
                </a:moveTo>
                <a:cubicBezTo>
                  <a:pt x="273" y="337"/>
                  <a:pt x="273" y="337"/>
                  <a:pt x="273" y="337"/>
                </a:cubicBezTo>
                <a:cubicBezTo>
                  <a:pt x="273" y="284"/>
                  <a:pt x="229" y="241"/>
                  <a:pt x="176" y="241"/>
                </a:cubicBezTo>
                <a:cubicBezTo>
                  <a:pt x="123" y="241"/>
                  <a:pt x="80" y="284"/>
                  <a:pt x="80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3" y="337"/>
                  <a:pt x="0" y="341"/>
                  <a:pt x="0" y="345"/>
                </a:cubicBezTo>
                <a:cubicBezTo>
                  <a:pt x="0" y="350"/>
                  <a:pt x="3" y="354"/>
                  <a:pt x="8" y="354"/>
                </a:cubicBezTo>
                <a:cubicBezTo>
                  <a:pt x="345" y="354"/>
                  <a:pt x="345" y="354"/>
                  <a:pt x="345" y="354"/>
                </a:cubicBezTo>
                <a:cubicBezTo>
                  <a:pt x="349" y="354"/>
                  <a:pt x="353" y="350"/>
                  <a:pt x="353" y="345"/>
                </a:cubicBezTo>
                <a:cubicBezTo>
                  <a:pt x="353" y="341"/>
                  <a:pt x="349" y="337"/>
                  <a:pt x="345" y="337"/>
                </a:cubicBezTo>
                <a:moveTo>
                  <a:pt x="96" y="337"/>
                </a:moveTo>
                <a:cubicBezTo>
                  <a:pt x="96" y="293"/>
                  <a:pt x="132" y="257"/>
                  <a:pt x="176" y="257"/>
                </a:cubicBezTo>
                <a:cubicBezTo>
                  <a:pt x="221" y="257"/>
                  <a:pt x="256" y="293"/>
                  <a:pt x="256" y="337"/>
                </a:cubicBezTo>
                <a:lnTo>
                  <a:pt x="96" y="337"/>
                </a:lnTo>
                <a:close/>
                <a:moveTo>
                  <a:pt x="267" y="258"/>
                </a:moveTo>
                <a:cubicBezTo>
                  <a:pt x="301" y="224"/>
                  <a:pt x="301" y="224"/>
                  <a:pt x="301" y="224"/>
                </a:cubicBezTo>
                <a:cubicBezTo>
                  <a:pt x="304" y="221"/>
                  <a:pt x="304" y="216"/>
                  <a:pt x="301" y="213"/>
                </a:cubicBezTo>
                <a:cubicBezTo>
                  <a:pt x="298" y="209"/>
                  <a:pt x="293" y="209"/>
                  <a:pt x="290" y="213"/>
                </a:cubicBezTo>
                <a:cubicBezTo>
                  <a:pt x="256" y="247"/>
                  <a:pt x="256" y="247"/>
                  <a:pt x="256" y="247"/>
                </a:cubicBezTo>
                <a:cubicBezTo>
                  <a:pt x="253" y="250"/>
                  <a:pt x="253" y="255"/>
                  <a:pt x="256" y="258"/>
                </a:cubicBezTo>
                <a:cubicBezTo>
                  <a:pt x="259" y="261"/>
                  <a:pt x="264" y="261"/>
                  <a:pt x="267" y="258"/>
                </a:cubicBezTo>
                <a:moveTo>
                  <a:pt x="168" y="169"/>
                </a:moveTo>
                <a:cubicBezTo>
                  <a:pt x="168" y="217"/>
                  <a:pt x="168" y="217"/>
                  <a:pt x="168" y="217"/>
                </a:cubicBezTo>
                <a:cubicBezTo>
                  <a:pt x="168" y="221"/>
                  <a:pt x="172" y="225"/>
                  <a:pt x="176" y="225"/>
                </a:cubicBezTo>
                <a:cubicBezTo>
                  <a:pt x="181" y="225"/>
                  <a:pt x="184" y="221"/>
                  <a:pt x="184" y="217"/>
                </a:cubicBezTo>
                <a:cubicBezTo>
                  <a:pt x="184" y="169"/>
                  <a:pt x="184" y="169"/>
                  <a:pt x="184" y="169"/>
                </a:cubicBezTo>
                <a:cubicBezTo>
                  <a:pt x="184" y="164"/>
                  <a:pt x="181" y="161"/>
                  <a:pt x="176" y="161"/>
                </a:cubicBezTo>
                <a:cubicBezTo>
                  <a:pt x="172" y="161"/>
                  <a:pt x="168" y="164"/>
                  <a:pt x="168" y="169"/>
                </a:cubicBezTo>
                <a:moveTo>
                  <a:pt x="85" y="258"/>
                </a:moveTo>
                <a:cubicBezTo>
                  <a:pt x="88" y="261"/>
                  <a:pt x="94" y="261"/>
                  <a:pt x="97" y="258"/>
                </a:cubicBezTo>
                <a:cubicBezTo>
                  <a:pt x="100" y="255"/>
                  <a:pt x="100" y="250"/>
                  <a:pt x="97" y="247"/>
                </a:cubicBezTo>
                <a:cubicBezTo>
                  <a:pt x="63" y="213"/>
                  <a:pt x="63" y="213"/>
                  <a:pt x="63" y="213"/>
                </a:cubicBezTo>
                <a:cubicBezTo>
                  <a:pt x="60" y="209"/>
                  <a:pt x="54" y="209"/>
                  <a:pt x="51" y="213"/>
                </a:cubicBezTo>
                <a:cubicBezTo>
                  <a:pt x="48" y="216"/>
                  <a:pt x="48" y="221"/>
                  <a:pt x="51" y="224"/>
                </a:cubicBezTo>
                <a:lnTo>
                  <a:pt x="85" y="258"/>
                </a:lnTo>
                <a:close/>
                <a:moveTo>
                  <a:pt x="128" y="65"/>
                </a:moveTo>
                <a:cubicBezTo>
                  <a:pt x="144" y="65"/>
                  <a:pt x="144" y="65"/>
                  <a:pt x="144" y="65"/>
                </a:cubicBezTo>
                <a:cubicBezTo>
                  <a:pt x="144" y="105"/>
                  <a:pt x="144" y="105"/>
                  <a:pt x="144" y="105"/>
                </a:cubicBezTo>
                <a:cubicBezTo>
                  <a:pt x="144" y="109"/>
                  <a:pt x="148" y="113"/>
                  <a:pt x="152" y="113"/>
                </a:cubicBezTo>
                <a:cubicBezTo>
                  <a:pt x="200" y="113"/>
                  <a:pt x="200" y="113"/>
                  <a:pt x="200" y="113"/>
                </a:cubicBezTo>
                <a:cubicBezTo>
                  <a:pt x="205" y="113"/>
                  <a:pt x="208" y="109"/>
                  <a:pt x="208" y="105"/>
                </a:cubicBezTo>
                <a:cubicBezTo>
                  <a:pt x="208" y="65"/>
                  <a:pt x="208" y="65"/>
                  <a:pt x="208" y="65"/>
                </a:cubicBezTo>
                <a:cubicBezTo>
                  <a:pt x="224" y="65"/>
                  <a:pt x="224" y="65"/>
                  <a:pt x="224" y="65"/>
                </a:cubicBezTo>
                <a:cubicBezTo>
                  <a:pt x="229" y="65"/>
                  <a:pt x="232" y="61"/>
                  <a:pt x="232" y="56"/>
                </a:cubicBezTo>
                <a:cubicBezTo>
                  <a:pt x="232" y="54"/>
                  <a:pt x="231" y="52"/>
                  <a:pt x="230" y="51"/>
                </a:cubicBezTo>
                <a:cubicBezTo>
                  <a:pt x="182" y="3"/>
                  <a:pt x="182" y="3"/>
                  <a:pt x="182" y="3"/>
                </a:cubicBezTo>
                <a:cubicBezTo>
                  <a:pt x="180" y="1"/>
                  <a:pt x="178" y="0"/>
                  <a:pt x="176" y="0"/>
                </a:cubicBezTo>
                <a:cubicBezTo>
                  <a:pt x="174" y="0"/>
                  <a:pt x="172" y="1"/>
                  <a:pt x="170" y="3"/>
                </a:cubicBezTo>
                <a:cubicBezTo>
                  <a:pt x="122" y="51"/>
                  <a:pt x="122" y="51"/>
                  <a:pt x="122" y="51"/>
                </a:cubicBezTo>
                <a:cubicBezTo>
                  <a:pt x="121" y="52"/>
                  <a:pt x="120" y="54"/>
                  <a:pt x="120" y="56"/>
                </a:cubicBezTo>
                <a:cubicBezTo>
                  <a:pt x="120" y="61"/>
                  <a:pt x="124" y="65"/>
                  <a:pt x="128" y="65"/>
                </a:cubicBezTo>
                <a:moveTo>
                  <a:pt x="176" y="20"/>
                </a:moveTo>
                <a:cubicBezTo>
                  <a:pt x="205" y="48"/>
                  <a:pt x="205" y="48"/>
                  <a:pt x="205" y="48"/>
                </a:cubicBezTo>
                <a:cubicBezTo>
                  <a:pt x="200" y="48"/>
                  <a:pt x="200" y="48"/>
                  <a:pt x="200" y="48"/>
                </a:cubicBezTo>
                <a:cubicBezTo>
                  <a:pt x="196" y="48"/>
                  <a:pt x="192" y="52"/>
                  <a:pt x="192" y="56"/>
                </a:cubicBezTo>
                <a:cubicBezTo>
                  <a:pt x="192" y="97"/>
                  <a:pt x="192" y="97"/>
                  <a:pt x="192" y="97"/>
                </a:cubicBezTo>
                <a:cubicBezTo>
                  <a:pt x="160" y="97"/>
                  <a:pt x="160" y="97"/>
                  <a:pt x="160" y="97"/>
                </a:cubicBezTo>
                <a:cubicBezTo>
                  <a:pt x="160" y="56"/>
                  <a:pt x="160" y="56"/>
                  <a:pt x="160" y="56"/>
                </a:cubicBezTo>
                <a:cubicBezTo>
                  <a:pt x="160" y="52"/>
                  <a:pt x="157" y="48"/>
                  <a:pt x="152" y="48"/>
                </a:cubicBezTo>
                <a:cubicBezTo>
                  <a:pt x="147" y="48"/>
                  <a:pt x="147" y="48"/>
                  <a:pt x="147" y="48"/>
                </a:cubicBezTo>
                <a:lnTo>
                  <a:pt x="176" y="2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0" name="Freeform 48"/>
          <p:cNvSpPr>
            <a:spLocks noEditPoints="1"/>
          </p:cNvSpPr>
          <p:nvPr/>
        </p:nvSpPr>
        <p:spPr bwMode="auto">
          <a:xfrm>
            <a:off x="4138085" y="5425017"/>
            <a:ext cx="582084" cy="584200"/>
          </a:xfrm>
          <a:custGeom>
            <a:avLst/>
            <a:gdLst>
              <a:gd name="T0" fmla="*/ 187 w 353"/>
              <a:gd name="T1" fmla="*/ 153 h 354"/>
              <a:gd name="T2" fmla="*/ 209 w 353"/>
              <a:gd name="T3" fmla="*/ 137 h 354"/>
              <a:gd name="T4" fmla="*/ 231 w 353"/>
              <a:gd name="T5" fmla="*/ 153 h 354"/>
              <a:gd name="T6" fmla="*/ 222 w 353"/>
              <a:gd name="T7" fmla="*/ 127 h 354"/>
              <a:gd name="T8" fmla="*/ 241 w 353"/>
              <a:gd name="T9" fmla="*/ 112 h 354"/>
              <a:gd name="T10" fmla="*/ 217 w 353"/>
              <a:gd name="T11" fmla="*/ 112 h 354"/>
              <a:gd name="T12" fmla="*/ 209 w 353"/>
              <a:gd name="T13" fmla="*/ 89 h 354"/>
              <a:gd name="T14" fmla="*/ 200 w 353"/>
              <a:gd name="T15" fmla="*/ 112 h 354"/>
              <a:gd name="T16" fmla="*/ 177 w 353"/>
              <a:gd name="T17" fmla="*/ 112 h 354"/>
              <a:gd name="T18" fmla="*/ 195 w 353"/>
              <a:gd name="T19" fmla="*/ 127 h 354"/>
              <a:gd name="T20" fmla="*/ 187 w 353"/>
              <a:gd name="T21" fmla="*/ 153 h 354"/>
              <a:gd name="T22" fmla="*/ 289 w 353"/>
              <a:gd name="T23" fmla="*/ 169 h 354"/>
              <a:gd name="T24" fmla="*/ 280 w 353"/>
              <a:gd name="T25" fmla="*/ 192 h 354"/>
              <a:gd name="T26" fmla="*/ 257 w 353"/>
              <a:gd name="T27" fmla="*/ 192 h 354"/>
              <a:gd name="T28" fmla="*/ 276 w 353"/>
              <a:gd name="T29" fmla="*/ 207 h 354"/>
              <a:gd name="T30" fmla="*/ 267 w 353"/>
              <a:gd name="T31" fmla="*/ 233 h 354"/>
              <a:gd name="T32" fmla="*/ 289 w 353"/>
              <a:gd name="T33" fmla="*/ 217 h 354"/>
              <a:gd name="T34" fmla="*/ 311 w 353"/>
              <a:gd name="T35" fmla="*/ 233 h 354"/>
              <a:gd name="T36" fmla="*/ 302 w 353"/>
              <a:gd name="T37" fmla="*/ 207 h 354"/>
              <a:gd name="T38" fmla="*/ 321 w 353"/>
              <a:gd name="T39" fmla="*/ 192 h 354"/>
              <a:gd name="T40" fmla="*/ 298 w 353"/>
              <a:gd name="T41" fmla="*/ 192 h 354"/>
              <a:gd name="T42" fmla="*/ 289 w 353"/>
              <a:gd name="T43" fmla="*/ 169 h 354"/>
              <a:gd name="T44" fmla="*/ 120 w 353"/>
              <a:gd name="T45" fmla="*/ 112 h 354"/>
              <a:gd name="T46" fmla="*/ 160 w 353"/>
              <a:gd name="T47" fmla="*/ 0 h 354"/>
              <a:gd name="T48" fmla="*/ 0 w 353"/>
              <a:gd name="T49" fmla="*/ 177 h 354"/>
              <a:gd name="T50" fmla="*/ 177 w 353"/>
              <a:gd name="T51" fmla="*/ 354 h 354"/>
              <a:gd name="T52" fmla="*/ 321 w 353"/>
              <a:gd name="T53" fmla="*/ 288 h 354"/>
              <a:gd name="T54" fmla="*/ 297 w 353"/>
              <a:gd name="T55" fmla="*/ 289 h 354"/>
              <a:gd name="T56" fmla="*/ 120 w 353"/>
              <a:gd name="T57" fmla="*/ 112 h 354"/>
              <a:gd name="T58" fmla="*/ 177 w 353"/>
              <a:gd name="T59" fmla="*/ 337 h 354"/>
              <a:gd name="T60" fmla="*/ 16 w 353"/>
              <a:gd name="T61" fmla="*/ 177 h 354"/>
              <a:gd name="T62" fmla="*/ 126 w 353"/>
              <a:gd name="T63" fmla="*/ 24 h 354"/>
              <a:gd name="T64" fmla="*/ 104 w 353"/>
              <a:gd name="T65" fmla="*/ 112 h 354"/>
              <a:gd name="T66" fmla="*/ 280 w 353"/>
              <a:gd name="T67" fmla="*/ 305 h 354"/>
              <a:gd name="T68" fmla="*/ 177 w 353"/>
              <a:gd name="T69" fmla="*/ 337 h 354"/>
              <a:gd name="T70" fmla="*/ 353 w 353"/>
              <a:gd name="T71" fmla="*/ 32 h 354"/>
              <a:gd name="T72" fmla="*/ 321 w 353"/>
              <a:gd name="T73" fmla="*/ 32 h 354"/>
              <a:gd name="T74" fmla="*/ 309 w 353"/>
              <a:gd name="T75" fmla="*/ 0 h 354"/>
              <a:gd name="T76" fmla="*/ 297 w 353"/>
              <a:gd name="T77" fmla="*/ 32 h 354"/>
              <a:gd name="T78" fmla="*/ 265 w 353"/>
              <a:gd name="T79" fmla="*/ 32 h 354"/>
              <a:gd name="T80" fmla="*/ 291 w 353"/>
              <a:gd name="T81" fmla="*/ 52 h 354"/>
              <a:gd name="T82" fmla="*/ 279 w 353"/>
              <a:gd name="T83" fmla="*/ 89 h 354"/>
              <a:gd name="T84" fmla="*/ 309 w 353"/>
              <a:gd name="T85" fmla="*/ 67 h 354"/>
              <a:gd name="T86" fmla="*/ 339 w 353"/>
              <a:gd name="T87" fmla="*/ 89 h 354"/>
              <a:gd name="T88" fmla="*/ 327 w 353"/>
              <a:gd name="T89" fmla="*/ 52 h 354"/>
              <a:gd name="T90" fmla="*/ 353 w 353"/>
              <a:gd name="T91" fmla="*/ 32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353" h="354">
                <a:moveTo>
                  <a:pt x="187" y="153"/>
                </a:moveTo>
                <a:cubicBezTo>
                  <a:pt x="209" y="137"/>
                  <a:pt x="209" y="137"/>
                  <a:pt x="209" y="137"/>
                </a:cubicBezTo>
                <a:cubicBezTo>
                  <a:pt x="231" y="153"/>
                  <a:pt x="231" y="153"/>
                  <a:pt x="231" y="153"/>
                </a:cubicBezTo>
                <a:cubicBezTo>
                  <a:pt x="222" y="127"/>
                  <a:pt x="222" y="127"/>
                  <a:pt x="222" y="127"/>
                </a:cubicBezTo>
                <a:cubicBezTo>
                  <a:pt x="241" y="112"/>
                  <a:pt x="241" y="112"/>
                  <a:pt x="241" y="112"/>
                </a:cubicBezTo>
                <a:cubicBezTo>
                  <a:pt x="217" y="112"/>
                  <a:pt x="217" y="112"/>
                  <a:pt x="217" y="112"/>
                </a:cubicBezTo>
                <a:cubicBezTo>
                  <a:pt x="209" y="89"/>
                  <a:pt x="209" y="89"/>
                  <a:pt x="209" y="89"/>
                </a:cubicBezTo>
                <a:cubicBezTo>
                  <a:pt x="200" y="112"/>
                  <a:pt x="200" y="112"/>
                  <a:pt x="200" y="112"/>
                </a:cubicBezTo>
                <a:cubicBezTo>
                  <a:pt x="177" y="112"/>
                  <a:pt x="177" y="112"/>
                  <a:pt x="177" y="112"/>
                </a:cubicBezTo>
                <a:cubicBezTo>
                  <a:pt x="195" y="127"/>
                  <a:pt x="195" y="127"/>
                  <a:pt x="195" y="127"/>
                </a:cubicBezTo>
                <a:lnTo>
                  <a:pt x="187" y="153"/>
                </a:lnTo>
                <a:close/>
                <a:moveTo>
                  <a:pt x="289" y="169"/>
                </a:moveTo>
                <a:cubicBezTo>
                  <a:pt x="280" y="192"/>
                  <a:pt x="280" y="192"/>
                  <a:pt x="280" y="192"/>
                </a:cubicBezTo>
                <a:cubicBezTo>
                  <a:pt x="257" y="192"/>
                  <a:pt x="257" y="192"/>
                  <a:pt x="257" y="192"/>
                </a:cubicBezTo>
                <a:cubicBezTo>
                  <a:pt x="276" y="207"/>
                  <a:pt x="276" y="207"/>
                  <a:pt x="276" y="207"/>
                </a:cubicBezTo>
                <a:cubicBezTo>
                  <a:pt x="267" y="233"/>
                  <a:pt x="267" y="233"/>
                  <a:pt x="267" y="233"/>
                </a:cubicBezTo>
                <a:cubicBezTo>
                  <a:pt x="289" y="217"/>
                  <a:pt x="289" y="217"/>
                  <a:pt x="289" y="217"/>
                </a:cubicBezTo>
                <a:cubicBezTo>
                  <a:pt x="311" y="233"/>
                  <a:pt x="311" y="233"/>
                  <a:pt x="311" y="233"/>
                </a:cubicBezTo>
                <a:cubicBezTo>
                  <a:pt x="302" y="207"/>
                  <a:pt x="302" y="207"/>
                  <a:pt x="302" y="207"/>
                </a:cubicBezTo>
                <a:cubicBezTo>
                  <a:pt x="321" y="192"/>
                  <a:pt x="321" y="192"/>
                  <a:pt x="321" y="192"/>
                </a:cubicBezTo>
                <a:cubicBezTo>
                  <a:pt x="298" y="192"/>
                  <a:pt x="298" y="192"/>
                  <a:pt x="298" y="192"/>
                </a:cubicBezTo>
                <a:lnTo>
                  <a:pt x="289" y="169"/>
                </a:lnTo>
                <a:close/>
                <a:moveTo>
                  <a:pt x="120" y="112"/>
                </a:moveTo>
                <a:cubicBezTo>
                  <a:pt x="120" y="70"/>
                  <a:pt x="135" y="31"/>
                  <a:pt x="160" y="0"/>
                </a:cubicBezTo>
                <a:cubicBezTo>
                  <a:pt x="70" y="9"/>
                  <a:pt x="0" y="84"/>
                  <a:pt x="0" y="177"/>
                </a:cubicBezTo>
                <a:cubicBezTo>
                  <a:pt x="0" y="274"/>
                  <a:pt x="79" y="354"/>
                  <a:pt x="177" y="354"/>
                </a:cubicBezTo>
                <a:cubicBezTo>
                  <a:pt x="232" y="354"/>
                  <a:pt x="289" y="328"/>
                  <a:pt x="321" y="288"/>
                </a:cubicBezTo>
                <a:cubicBezTo>
                  <a:pt x="316" y="289"/>
                  <a:pt x="302" y="289"/>
                  <a:pt x="297" y="289"/>
                </a:cubicBezTo>
                <a:cubicBezTo>
                  <a:pt x="199" y="289"/>
                  <a:pt x="120" y="210"/>
                  <a:pt x="120" y="112"/>
                </a:cubicBezTo>
                <a:moveTo>
                  <a:pt x="177" y="337"/>
                </a:moveTo>
                <a:cubicBezTo>
                  <a:pt x="88" y="337"/>
                  <a:pt x="16" y="265"/>
                  <a:pt x="16" y="177"/>
                </a:cubicBezTo>
                <a:cubicBezTo>
                  <a:pt x="16" y="106"/>
                  <a:pt x="61" y="45"/>
                  <a:pt x="126" y="24"/>
                </a:cubicBezTo>
                <a:cubicBezTo>
                  <a:pt x="112" y="51"/>
                  <a:pt x="104" y="81"/>
                  <a:pt x="104" y="112"/>
                </a:cubicBezTo>
                <a:cubicBezTo>
                  <a:pt x="104" y="213"/>
                  <a:pt x="182" y="296"/>
                  <a:pt x="280" y="305"/>
                </a:cubicBezTo>
                <a:cubicBezTo>
                  <a:pt x="251" y="325"/>
                  <a:pt x="214" y="337"/>
                  <a:pt x="177" y="337"/>
                </a:cubicBezTo>
                <a:moveTo>
                  <a:pt x="353" y="32"/>
                </a:moveTo>
                <a:cubicBezTo>
                  <a:pt x="321" y="32"/>
                  <a:pt x="321" y="32"/>
                  <a:pt x="321" y="32"/>
                </a:cubicBezTo>
                <a:cubicBezTo>
                  <a:pt x="309" y="0"/>
                  <a:pt x="309" y="0"/>
                  <a:pt x="309" y="0"/>
                </a:cubicBezTo>
                <a:cubicBezTo>
                  <a:pt x="297" y="32"/>
                  <a:pt x="297" y="32"/>
                  <a:pt x="297" y="32"/>
                </a:cubicBezTo>
                <a:cubicBezTo>
                  <a:pt x="265" y="32"/>
                  <a:pt x="265" y="32"/>
                  <a:pt x="265" y="32"/>
                </a:cubicBezTo>
                <a:cubicBezTo>
                  <a:pt x="291" y="52"/>
                  <a:pt x="291" y="52"/>
                  <a:pt x="291" y="52"/>
                </a:cubicBezTo>
                <a:cubicBezTo>
                  <a:pt x="279" y="89"/>
                  <a:pt x="279" y="89"/>
                  <a:pt x="279" y="89"/>
                </a:cubicBezTo>
                <a:cubicBezTo>
                  <a:pt x="309" y="67"/>
                  <a:pt x="309" y="67"/>
                  <a:pt x="309" y="67"/>
                </a:cubicBezTo>
                <a:cubicBezTo>
                  <a:pt x="339" y="89"/>
                  <a:pt x="339" y="89"/>
                  <a:pt x="339" y="89"/>
                </a:cubicBezTo>
                <a:cubicBezTo>
                  <a:pt x="327" y="52"/>
                  <a:pt x="327" y="52"/>
                  <a:pt x="327" y="52"/>
                </a:cubicBezTo>
                <a:lnTo>
                  <a:pt x="353" y="3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1" name="Freeform 49"/>
          <p:cNvSpPr>
            <a:spLocks noEditPoints="1"/>
          </p:cNvSpPr>
          <p:nvPr/>
        </p:nvSpPr>
        <p:spPr bwMode="auto">
          <a:xfrm>
            <a:off x="5249335" y="5425017"/>
            <a:ext cx="582084" cy="584200"/>
          </a:xfrm>
          <a:custGeom>
            <a:avLst/>
            <a:gdLst>
              <a:gd name="T0" fmla="*/ 273 w 353"/>
              <a:gd name="T1" fmla="*/ 145 h 354"/>
              <a:gd name="T2" fmla="*/ 241 w 353"/>
              <a:gd name="T3" fmla="*/ 177 h 354"/>
              <a:gd name="T4" fmla="*/ 273 w 353"/>
              <a:gd name="T5" fmla="*/ 209 h 354"/>
              <a:gd name="T6" fmla="*/ 305 w 353"/>
              <a:gd name="T7" fmla="*/ 177 h 354"/>
              <a:gd name="T8" fmla="*/ 273 w 353"/>
              <a:gd name="T9" fmla="*/ 145 h 354"/>
              <a:gd name="T10" fmla="*/ 273 w 353"/>
              <a:gd name="T11" fmla="*/ 193 h 354"/>
              <a:gd name="T12" fmla="*/ 257 w 353"/>
              <a:gd name="T13" fmla="*/ 177 h 354"/>
              <a:gd name="T14" fmla="*/ 273 w 353"/>
              <a:gd name="T15" fmla="*/ 161 h 354"/>
              <a:gd name="T16" fmla="*/ 289 w 353"/>
              <a:gd name="T17" fmla="*/ 177 h 354"/>
              <a:gd name="T18" fmla="*/ 273 w 353"/>
              <a:gd name="T19" fmla="*/ 193 h 354"/>
              <a:gd name="T20" fmla="*/ 233 w 353"/>
              <a:gd name="T21" fmla="*/ 273 h 354"/>
              <a:gd name="T22" fmla="*/ 225 w 353"/>
              <a:gd name="T23" fmla="*/ 281 h 354"/>
              <a:gd name="T24" fmla="*/ 233 w 353"/>
              <a:gd name="T25" fmla="*/ 289 h 354"/>
              <a:gd name="T26" fmla="*/ 241 w 353"/>
              <a:gd name="T27" fmla="*/ 281 h 354"/>
              <a:gd name="T28" fmla="*/ 233 w 353"/>
              <a:gd name="T29" fmla="*/ 273 h 354"/>
              <a:gd name="T30" fmla="*/ 81 w 353"/>
              <a:gd name="T31" fmla="*/ 193 h 354"/>
              <a:gd name="T32" fmla="*/ 64 w 353"/>
              <a:gd name="T33" fmla="*/ 209 h 354"/>
              <a:gd name="T34" fmla="*/ 81 w 353"/>
              <a:gd name="T35" fmla="*/ 225 h 354"/>
              <a:gd name="T36" fmla="*/ 97 w 353"/>
              <a:gd name="T37" fmla="*/ 209 h 354"/>
              <a:gd name="T38" fmla="*/ 81 w 353"/>
              <a:gd name="T39" fmla="*/ 193 h 354"/>
              <a:gd name="T40" fmla="*/ 153 w 353"/>
              <a:gd name="T41" fmla="*/ 225 h 354"/>
              <a:gd name="T42" fmla="*/ 129 w 353"/>
              <a:gd name="T43" fmla="*/ 249 h 354"/>
              <a:gd name="T44" fmla="*/ 153 w 353"/>
              <a:gd name="T45" fmla="*/ 273 h 354"/>
              <a:gd name="T46" fmla="*/ 177 w 353"/>
              <a:gd name="T47" fmla="*/ 249 h 354"/>
              <a:gd name="T48" fmla="*/ 153 w 353"/>
              <a:gd name="T49" fmla="*/ 225 h 354"/>
              <a:gd name="T50" fmla="*/ 153 w 353"/>
              <a:gd name="T51" fmla="*/ 257 h 354"/>
              <a:gd name="T52" fmla="*/ 145 w 353"/>
              <a:gd name="T53" fmla="*/ 249 h 354"/>
              <a:gd name="T54" fmla="*/ 153 w 353"/>
              <a:gd name="T55" fmla="*/ 241 h 354"/>
              <a:gd name="T56" fmla="*/ 161 w 353"/>
              <a:gd name="T57" fmla="*/ 249 h 354"/>
              <a:gd name="T58" fmla="*/ 153 w 353"/>
              <a:gd name="T59" fmla="*/ 257 h 354"/>
              <a:gd name="T60" fmla="*/ 201 w 353"/>
              <a:gd name="T61" fmla="*/ 177 h 354"/>
              <a:gd name="T62" fmla="*/ 193 w 353"/>
              <a:gd name="T63" fmla="*/ 185 h 354"/>
              <a:gd name="T64" fmla="*/ 201 w 353"/>
              <a:gd name="T65" fmla="*/ 193 h 354"/>
              <a:gd name="T66" fmla="*/ 209 w 353"/>
              <a:gd name="T67" fmla="*/ 185 h 354"/>
              <a:gd name="T68" fmla="*/ 201 w 353"/>
              <a:gd name="T69" fmla="*/ 177 h 354"/>
              <a:gd name="T70" fmla="*/ 177 w 353"/>
              <a:gd name="T71" fmla="*/ 0 h 354"/>
              <a:gd name="T72" fmla="*/ 0 w 353"/>
              <a:gd name="T73" fmla="*/ 177 h 354"/>
              <a:gd name="T74" fmla="*/ 177 w 353"/>
              <a:gd name="T75" fmla="*/ 354 h 354"/>
              <a:gd name="T76" fmla="*/ 353 w 353"/>
              <a:gd name="T77" fmla="*/ 177 h 354"/>
              <a:gd name="T78" fmla="*/ 177 w 353"/>
              <a:gd name="T79" fmla="*/ 0 h 354"/>
              <a:gd name="T80" fmla="*/ 177 w 353"/>
              <a:gd name="T81" fmla="*/ 337 h 354"/>
              <a:gd name="T82" fmla="*/ 16 w 353"/>
              <a:gd name="T83" fmla="*/ 177 h 354"/>
              <a:gd name="T84" fmla="*/ 177 w 353"/>
              <a:gd name="T85" fmla="*/ 16 h 354"/>
              <a:gd name="T86" fmla="*/ 337 w 353"/>
              <a:gd name="T87" fmla="*/ 177 h 354"/>
              <a:gd name="T88" fmla="*/ 177 w 353"/>
              <a:gd name="T89" fmla="*/ 337 h 354"/>
              <a:gd name="T90" fmla="*/ 129 w 353"/>
              <a:gd name="T91" fmla="*/ 65 h 354"/>
              <a:gd name="T92" fmla="*/ 81 w 353"/>
              <a:gd name="T93" fmla="*/ 113 h 354"/>
              <a:gd name="T94" fmla="*/ 129 w 353"/>
              <a:gd name="T95" fmla="*/ 161 h 354"/>
              <a:gd name="T96" fmla="*/ 177 w 353"/>
              <a:gd name="T97" fmla="*/ 113 h 354"/>
              <a:gd name="T98" fmla="*/ 129 w 353"/>
              <a:gd name="T99" fmla="*/ 65 h 354"/>
              <a:gd name="T100" fmla="*/ 129 w 353"/>
              <a:gd name="T101" fmla="*/ 145 h 354"/>
              <a:gd name="T102" fmla="*/ 97 w 353"/>
              <a:gd name="T103" fmla="*/ 113 h 354"/>
              <a:gd name="T104" fmla="*/ 129 w 353"/>
              <a:gd name="T105" fmla="*/ 81 h 354"/>
              <a:gd name="T106" fmla="*/ 161 w 353"/>
              <a:gd name="T107" fmla="*/ 113 h 354"/>
              <a:gd name="T108" fmla="*/ 129 w 353"/>
              <a:gd name="T109" fmla="*/ 145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353" h="354">
                <a:moveTo>
                  <a:pt x="273" y="145"/>
                </a:moveTo>
                <a:cubicBezTo>
                  <a:pt x="255" y="145"/>
                  <a:pt x="241" y="159"/>
                  <a:pt x="241" y="177"/>
                </a:cubicBezTo>
                <a:cubicBezTo>
                  <a:pt x="241" y="195"/>
                  <a:pt x="255" y="209"/>
                  <a:pt x="273" y="209"/>
                </a:cubicBezTo>
                <a:cubicBezTo>
                  <a:pt x="291" y="209"/>
                  <a:pt x="305" y="195"/>
                  <a:pt x="305" y="177"/>
                </a:cubicBezTo>
                <a:cubicBezTo>
                  <a:pt x="305" y="159"/>
                  <a:pt x="291" y="145"/>
                  <a:pt x="273" y="145"/>
                </a:cubicBezTo>
                <a:moveTo>
                  <a:pt x="273" y="193"/>
                </a:moveTo>
                <a:cubicBezTo>
                  <a:pt x="264" y="193"/>
                  <a:pt x="257" y="186"/>
                  <a:pt x="257" y="177"/>
                </a:cubicBezTo>
                <a:cubicBezTo>
                  <a:pt x="257" y="168"/>
                  <a:pt x="264" y="161"/>
                  <a:pt x="273" y="161"/>
                </a:cubicBezTo>
                <a:cubicBezTo>
                  <a:pt x="282" y="161"/>
                  <a:pt x="289" y="168"/>
                  <a:pt x="289" y="177"/>
                </a:cubicBezTo>
                <a:cubicBezTo>
                  <a:pt x="289" y="186"/>
                  <a:pt x="282" y="193"/>
                  <a:pt x="273" y="193"/>
                </a:cubicBezTo>
                <a:moveTo>
                  <a:pt x="233" y="273"/>
                </a:moveTo>
                <a:cubicBezTo>
                  <a:pt x="229" y="273"/>
                  <a:pt x="225" y="277"/>
                  <a:pt x="225" y="281"/>
                </a:cubicBezTo>
                <a:cubicBezTo>
                  <a:pt x="225" y="286"/>
                  <a:pt x="229" y="289"/>
                  <a:pt x="233" y="289"/>
                </a:cubicBezTo>
                <a:cubicBezTo>
                  <a:pt x="237" y="289"/>
                  <a:pt x="241" y="286"/>
                  <a:pt x="241" y="281"/>
                </a:cubicBezTo>
                <a:cubicBezTo>
                  <a:pt x="241" y="277"/>
                  <a:pt x="237" y="273"/>
                  <a:pt x="233" y="273"/>
                </a:cubicBezTo>
                <a:moveTo>
                  <a:pt x="81" y="193"/>
                </a:moveTo>
                <a:cubicBezTo>
                  <a:pt x="72" y="193"/>
                  <a:pt x="64" y="200"/>
                  <a:pt x="64" y="209"/>
                </a:cubicBezTo>
                <a:cubicBezTo>
                  <a:pt x="64" y="218"/>
                  <a:pt x="72" y="225"/>
                  <a:pt x="81" y="225"/>
                </a:cubicBezTo>
                <a:cubicBezTo>
                  <a:pt x="89" y="225"/>
                  <a:pt x="97" y="218"/>
                  <a:pt x="97" y="209"/>
                </a:cubicBezTo>
                <a:cubicBezTo>
                  <a:pt x="97" y="200"/>
                  <a:pt x="89" y="193"/>
                  <a:pt x="81" y="193"/>
                </a:cubicBezTo>
                <a:moveTo>
                  <a:pt x="153" y="225"/>
                </a:moveTo>
                <a:cubicBezTo>
                  <a:pt x="139" y="225"/>
                  <a:pt x="129" y="236"/>
                  <a:pt x="129" y="249"/>
                </a:cubicBezTo>
                <a:cubicBezTo>
                  <a:pt x="129" y="262"/>
                  <a:pt x="139" y="273"/>
                  <a:pt x="153" y="273"/>
                </a:cubicBezTo>
                <a:cubicBezTo>
                  <a:pt x="166" y="273"/>
                  <a:pt x="177" y="262"/>
                  <a:pt x="177" y="249"/>
                </a:cubicBezTo>
                <a:cubicBezTo>
                  <a:pt x="177" y="236"/>
                  <a:pt x="166" y="225"/>
                  <a:pt x="153" y="225"/>
                </a:cubicBezTo>
                <a:moveTo>
                  <a:pt x="153" y="257"/>
                </a:moveTo>
                <a:cubicBezTo>
                  <a:pt x="148" y="257"/>
                  <a:pt x="145" y="254"/>
                  <a:pt x="145" y="249"/>
                </a:cubicBezTo>
                <a:cubicBezTo>
                  <a:pt x="145" y="245"/>
                  <a:pt x="148" y="241"/>
                  <a:pt x="153" y="241"/>
                </a:cubicBezTo>
                <a:cubicBezTo>
                  <a:pt x="157" y="241"/>
                  <a:pt x="161" y="245"/>
                  <a:pt x="161" y="249"/>
                </a:cubicBezTo>
                <a:cubicBezTo>
                  <a:pt x="161" y="254"/>
                  <a:pt x="157" y="257"/>
                  <a:pt x="153" y="257"/>
                </a:cubicBezTo>
                <a:moveTo>
                  <a:pt x="201" y="177"/>
                </a:moveTo>
                <a:cubicBezTo>
                  <a:pt x="196" y="177"/>
                  <a:pt x="193" y="180"/>
                  <a:pt x="193" y="185"/>
                </a:cubicBezTo>
                <a:cubicBezTo>
                  <a:pt x="193" y="189"/>
                  <a:pt x="196" y="193"/>
                  <a:pt x="201" y="193"/>
                </a:cubicBezTo>
                <a:cubicBezTo>
                  <a:pt x="205" y="193"/>
                  <a:pt x="209" y="189"/>
                  <a:pt x="209" y="185"/>
                </a:cubicBezTo>
                <a:cubicBezTo>
                  <a:pt x="209" y="180"/>
                  <a:pt x="205" y="177"/>
                  <a:pt x="201" y="177"/>
                </a:cubicBezTo>
                <a:moveTo>
                  <a:pt x="177" y="0"/>
                </a:moveTo>
                <a:cubicBezTo>
                  <a:pt x="79" y="0"/>
                  <a:pt x="0" y="79"/>
                  <a:pt x="0" y="177"/>
                </a:cubicBezTo>
                <a:cubicBezTo>
                  <a:pt x="0" y="274"/>
                  <a:pt x="79" y="354"/>
                  <a:pt x="177" y="354"/>
                </a:cubicBezTo>
                <a:cubicBezTo>
                  <a:pt x="274" y="354"/>
                  <a:pt x="353" y="274"/>
                  <a:pt x="353" y="177"/>
                </a:cubicBezTo>
                <a:cubicBezTo>
                  <a:pt x="353" y="79"/>
                  <a:pt x="274" y="0"/>
                  <a:pt x="177" y="0"/>
                </a:cubicBezTo>
                <a:moveTo>
                  <a:pt x="177" y="337"/>
                </a:moveTo>
                <a:cubicBezTo>
                  <a:pt x="88" y="337"/>
                  <a:pt x="16" y="266"/>
                  <a:pt x="16" y="177"/>
                </a:cubicBezTo>
                <a:cubicBezTo>
                  <a:pt x="16" y="88"/>
                  <a:pt x="88" y="16"/>
                  <a:pt x="177" y="16"/>
                </a:cubicBezTo>
                <a:cubicBezTo>
                  <a:pt x="266" y="16"/>
                  <a:pt x="337" y="88"/>
                  <a:pt x="337" y="177"/>
                </a:cubicBezTo>
                <a:cubicBezTo>
                  <a:pt x="337" y="266"/>
                  <a:pt x="266" y="337"/>
                  <a:pt x="177" y="337"/>
                </a:cubicBezTo>
                <a:moveTo>
                  <a:pt x="129" y="65"/>
                </a:moveTo>
                <a:cubicBezTo>
                  <a:pt x="102" y="65"/>
                  <a:pt x="81" y="86"/>
                  <a:pt x="81" y="113"/>
                </a:cubicBezTo>
                <a:cubicBezTo>
                  <a:pt x="81" y="139"/>
                  <a:pt x="102" y="161"/>
                  <a:pt x="129" y="161"/>
                </a:cubicBezTo>
                <a:cubicBezTo>
                  <a:pt x="155" y="161"/>
                  <a:pt x="177" y="139"/>
                  <a:pt x="177" y="113"/>
                </a:cubicBezTo>
                <a:cubicBezTo>
                  <a:pt x="177" y="86"/>
                  <a:pt x="155" y="65"/>
                  <a:pt x="129" y="65"/>
                </a:cubicBezTo>
                <a:moveTo>
                  <a:pt x="129" y="145"/>
                </a:moveTo>
                <a:cubicBezTo>
                  <a:pt x="111" y="145"/>
                  <a:pt x="97" y="130"/>
                  <a:pt x="97" y="113"/>
                </a:cubicBezTo>
                <a:cubicBezTo>
                  <a:pt x="97" y="95"/>
                  <a:pt x="111" y="81"/>
                  <a:pt x="129" y="81"/>
                </a:cubicBezTo>
                <a:cubicBezTo>
                  <a:pt x="146" y="81"/>
                  <a:pt x="161" y="95"/>
                  <a:pt x="161" y="113"/>
                </a:cubicBezTo>
                <a:cubicBezTo>
                  <a:pt x="161" y="130"/>
                  <a:pt x="146" y="145"/>
                  <a:pt x="129" y="145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2" name="Freeform 50"/>
          <p:cNvSpPr>
            <a:spLocks noEditPoints="1"/>
          </p:cNvSpPr>
          <p:nvPr/>
        </p:nvSpPr>
        <p:spPr bwMode="auto">
          <a:xfrm>
            <a:off x="6354236" y="5503333"/>
            <a:ext cx="599017" cy="425451"/>
          </a:xfrm>
          <a:custGeom>
            <a:avLst/>
            <a:gdLst>
              <a:gd name="T0" fmla="*/ 356 w 363"/>
              <a:gd name="T1" fmla="*/ 76 h 257"/>
              <a:gd name="T2" fmla="*/ 292 w 363"/>
              <a:gd name="T3" fmla="*/ 36 h 257"/>
              <a:gd name="T4" fmla="*/ 306 w 363"/>
              <a:gd name="T5" fmla="*/ 55 h 257"/>
              <a:gd name="T6" fmla="*/ 341 w 363"/>
              <a:gd name="T7" fmla="*/ 80 h 257"/>
              <a:gd name="T8" fmla="*/ 337 w 363"/>
              <a:gd name="T9" fmla="*/ 102 h 257"/>
              <a:gd name="T10" fmla="*/ 310 w 363"/>
              <a:gd name="T11" fmla="*/ 131 h 257"/>
              <a:gd name="T12" fmla="*/ 310 w 363"/>
              <a:gd name="T13" fmla="*/ 129 h 257"/>
              <a:gd name="T14" fmla="*/ 181 w 363"/>
              <a:gd name="T15" fmla="*/ 0 h 257"/>
              <a:gd name="T16" fmla="*/ 53 w 363"/>
              <a:gd name="T17" fmla="*/ 129 h 257"/>
              <a:gd name="T18" fmla="*/ 68 w 363"/>
              <a:gd name="T19" fmla="*/ 189 h 257"/>
              <a:gd name="T20" fmla="*/ 21 w 363"/>
              <a:gd name="T21" fmla="*/ 161 h 257"/>
              <a:gd name="T22" fmla="*/ 26 w 363"/>
              <a:gd name="T23" fmla="*/ 140 h 257"/>
              <a:gd name="T24" fmla="*/ 37 w 363"/>
              <a:gd name="T25" fmla="*/ 126 h 257"/>
              <a:gd name="T26" fmla="*/ 39 w 363"/>
              <a:gd name="T27" fmla="*/ 101 h 257"/>
              <a:gd name="T28" fmla="*/ 6 w 363"/>
              <a:gd name="T29" fmla="*/ 166 h 257"/>
              <a:gd name="T30" fmla="*/ 80 w 363"/>
              <a:gd name="T31" fmla="*/ 207 h 257"/>
              <a:gd name="T32" fmla="*/ 181 w 363"/>
              <a:gd name="T33" fmla="*/ 257 h 257"/>
              <a:gd name="T34" fmla="*/ 307 w 363"/>
              <a:gd name="T35" fmla="*/ 152 h 257"/>
              <a:gd name="T36" fmla="*/ 356 w 363"/>
              <a:gd name="T37" fmla="*/ 76 h 257"/>
              <a:gd name="T38" fmla="*/ 181 w 363"/>
              <a:gd name="T39" fmla="*/ 241 h 257"/>
              <a:gd name="T40" fmla="*/ 102 w 363"/>
              <a:gd name="T41" fmla="*/ 209 h 257"/>
              <a:gd name="T42" fmla="*/ 111 w 363"/>
              <a:gd name="T43" fmla="*/ 209 h 257"/>
              <a:gd name="T44" fmla="*/ 203 w 363"/>
              <a:gd name="T45" fmla="*/ 197 h 257"/>
              <a:gd name="T46" fmla="*/ 288 w 363"/>
              <a:gd name="T47" fmla="*/ 164 h 257"/>
              <a:gd name="T48" fmla="*/ 181 w 363"/>
              <a:gd name="T49" fmla="*/ 241 h 257"/>
              <a:gd name="T50" fmla="*/ 293 w 363"/>
              <a:gd name="T51" fmla="*/ 143 h 257"/>
              <a:gd name="T52" fmla="*/ 199 w 363"/>
              <a:gd name="T53" fmla="*/ 181 h 257"/>
              <a:gd name="T54" fmla="*/ 111 w 363"/>
              <a:gd name="T55" fmla="*/ 193 h 257"/>
              <a:gd name="T56" fmla="*/ 88 w 363"/>
              <a:gd name="T57" fmla="*/ 192 h 257"/>
              <a:gd name="T58" fmla="*/ 69 w 363"/>
              <a:gd name="T59" fmla="*/ 129 h 257"/>
              <a:gd name="T60" fmla="*/ 181 w 363"/>
              <a:gd name="T61" fmla="*/ 17 h 257"/>
              <a:gd name="T62" fmla="*/ 294 w 363"/>
              <a:gd name="T63" fmla="*/ 129 h 257"/>
              <a:gd name="T64" fmla="*/ 293 w 363"/>
              <a:gd name="T65" fmla="*/ 143 h 2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363" h="257">
                <a:moveTo>
                  <a:pt x="356" y="76"/>
                </a:moveTo>
                <a:cubicBezTo>
                  <a:pt x="351" y="55"/>
                  <a:pt x="326" y="42"/>
                  <a:pt x="292" y="36"/>
                </a:cubicBezTo>
                <a:cubicBezTo>
                  <a:pt x="297" y="42"/>
                  <a:pt x="301" y="48"/>
                  <a:pt x="306" y="55"/>
                </a:cubicBezTo>
                <a:cubicBezTo>
                  <a:pt x="325" y="61"/>
                  <a:pt x="338" y="70"/>
                  <a:pt x="341" y="80"/>
                </a:cubicBezTo>
                <a:cubicBezTo>
                  <a:pt x="343" y="87"/>
                  <a:pt x="341" y="94"/>
                  <a:pt x="337" y="102"/>
                </a:cubicBezTo>
                <a:cubicBezTo>
                  <a:pt x="331" y="111"/>
                  <a:pt x="322" y="121"/>
                  <a:pt x="310" y="131"/>
                </a:cubicBezTo>
                <a:cubicBezTo>
                  <a:pt x="310" y="130"/>
                  <a:pt x="310" y="130"/>
                  <a:pt x="310" y="129"/>
                </a:cubicBezTo>
                <a:cubicBezTo>
                  <a:pt x="310" y="58"/>
                  <a:pt x="252" y="0"/>
                  <a:pt x="181" y="0"/>
                </a:cubicBezTo>
                <a:cubicBezTo>
                  <a:pt x="110" y="0"/>
                  <a:pt x="53" y="58"/>
                  <a:pt x="53" y="129"/>
                </a:cubicBezTo>
                <a:cubicBezTo>
                  <a:pt x="53" y="151"/>
                  <a:pt x="58" y="171"/>
                  <a:pt x="68" y="189"/>
                </a:cubicBezTo>
                <a:cubicBezTo>
                  <a:pt x="42" y="184"/>
                  <a:pt x="25" y="174"/>
                  <a:pt x="21" y="161"/>
                </a:cubicBezTo>
                <a:cubicBezTo>
                  <a:pt x="20" y="155"/>
                  <a:pt x="21" y="148"/>
                  <a:pt x="26" y="140"/>
                </a:cubicBezTo>
                <a:cubicBezTo>
                  <a:pt x="28" y="135"/>
                  <a:pt x="32" y="130"/>
                  <a:pt x="37" y="126"/>
                </a:cubicBezTo>
                <a:cubicBezTo>
                  <a:pt x="37" y="117"/>
                  <a:pt x="38" y="109"/>
                  <a:pt x="39" y="101"/>
                </a:cubicBezTo>
                <a:cubicBezTo>
                  <a:pt x="13" y="122"/>
                  <a:pt x="0" y="145"/>
                  <a:pt x="6" y="166"/>
                </a:cubicBezTo>
                <a:cubicBezTo>
                  <a:pt x="12" y="188"/>
                  <a:pt x="40" y="203"/>
                  <a:pt x="80" y="207"/>
                </a:cubicBezTo>
                <a:cubicBezTo>
                  <a:pt x="103" y="238"/>
                  <a:pt x="140" y="257"/>
                  <a:pt x="181" y="257"/>
                </a:cubicBezTo>
                <a:cubicBezTo>
                  <a:pt x="244" y="257"/>
                  <a:pt x="296" y="212"/>
                  <a:pt x="307" y="152"/>
                </a:cubicBezTo>
                <a:cubicBezTo>
                  <a:pt x="344" y="128"/>
                  <a:pt x="363" y="100"/>
                  <a:pt x="356" y="76"/>
                </a:cubicBezTo>
                <a:moveTo>
                  <a:pt x="181" y="241"/>
                </a:moveTo>
                <a:cubicBezTo>
                  <a:pt x="150" y="241"/>
                  <a:pt x="123" y="229"/>
                  <a:pt x="102" y="209"/>
                </a:cubicBezTo>
                <a:cubicBezTo>
                  <a:pt x="105" y="209"/>
                  <a:pt x="108" y="209"/>
                  <a:pt x="111" y="209"/>
                </a:cubicBezTo>
                <a:cubicBezTo>
                  <a:pt x="139" y="209"/>
                  <a:pt x="170" y="205"/>
                  <a:pt x="203" y="197"/>
                </a:cubicBezTo>
                <a:cubicBezTo>
                  <a:pt x="235" y="189"/>
                  <a:pt x="264" y="177"/>
                  <a:pt x="288" y="164"/>
                </a:cubicBezTo>
                <a:cubicBezTo>
                  <a:pt x="273" y="209"/>
                  <a:pt x="231" y="241"/>
                  <a:pt x="181" y="241"/>
                </a:cubicBezTo>
                <a:moveTo>
                  <a:pt x="293" y="143"/>
                </a:moveTo>
                <a:cubicBezTo>
                  <a:pt x="269" y="157"/>
                  <a:pt x="237" y="171"/>
                  <a:pt x="199" y="181"/>
                </a:cubicBezTo>
                <a:cubicBezTo>
                  <a:pt x="169" y="189"/>
                  <a:pt x="138" y="193"/>
                  <a:pt x="111" y="193"/>
                </a:cubicBezTo>
                <a:cubicBezTo>
                  <a:pt x="103" y="193"/>
                  <a:pt x="95" y="193"/>
                  <a:pt x="88" y="192"/>
                </a:cubicBezTo>
                <a:cubicBezTo>
                  <a:pt x="76" y="174"/>
                  <a:pt x="69" y="152"/>
                  <a:pt x="69" y="129"/>
                </a:cubicBezTo>
                <a:cubicBezTo>
                  <a:pt x="69" y="67"/>
                  <a:pt x="119" y="17"/>
                  <a:pt x="181" y="17"/>
                </a:cubicBezTo>
                <a:cubicBezTo>
                  <a:pt x="243" y="17"/>
                  <a:pt x="294" y="67"/>
                  <a:pt x="294" y="129"/>
                </a:cubicBezTo>
                <a:cubicBezTo>
                  <a:pt x="294" y="134"/>
                  <a:pt x="293" y="138"/>
                  <a:pt x="293" y="143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3" name="Freeform 51"/>
          <p:cNvSpPr>
            <a:spLocks noEditPoints="1"/>
          </p:cNvSpPr>
          <p:nvPr/>
        </p:nvSpPr>
        <p:spPr bwMode="auto">
          <a:xfrm>
            <a:off x="7552268" y="5425017"/>
            <a:ext cx="423333" cy="584200"/>
          </a:xfrm>
          <a:custGeom>
            <a:avLst/>
            <a:gdLst>
              <a:gd name="T0" fmla="*/ 128 w 257"/>
              <a:gd name="T1" fmla="*/ 305 h 354"/>
              <a:gd name="T2" fmla="*/ 48 w 257"/>
              <a:gd name="T3" fmla="*/ 225 h 354"/>
              <a:gd name="T4" fmla="*/ 40 w 257"/>
              <a:gd name="T5" fmla="*/ 217 h 354"/>
              <a:gd name="T6" fmla="*/ 32 w 257"/>
              <a:gd name="T7" fmla="*/ 225 h 354"/>
              <a:gd name="T8" fmla="*/ 128 w 257"/>
              <a:gd name="T9" fmla="*/ 321 h 354"/>
              <a:gd name="T10" fmla="*/ 137 w 257"/>
              <a:gd name="T11" fmla="*/ 313 h 354"/>
              <a:gd name="T12" fmla="*/ 128 w 257"/>
              <a:gd name="T13" fmla="*/ 305 h 354"/>
              <a:gd name="T14" fmla="*/ 128 w 257"/>
              <a:gd name="T15" fmla="*/ 0 h 354"/>
              <a:gd name="T16" fmla="*/ 0 w 257"/>
              <a:gd name="T17" fmla="*/ 225 h 354"/>
              <a:gd name="T18" fmla="*/ 128 w 257"/>
              <a:gd name="T19" fmla="*/ 354 h 354"/>
              <a:gd name="T20" fmla="*/ 257 w 257"/>
              <a:gd name="T21" fmla="*/ 225 h 354"/>
              <a:gd name="T22" fmla="*/ 128 w 257"/>
              <a:gd name="T23" fmla="*/ 0 h 354"/>
              <a:gd name="T24" fmla="*/ 128 w 257"/>
              <a:gd name="T25" fmla="*/ 337 h 354"/>
              <a:gd name="T26" fmla="*/ 16 w 257"/>
              <a:gd name="T27" fmla="*/ 221 h 354"/>
              <a:gd name="T28" fmla="*/ 128 w 257"/>
              <a:gd name="T29" fmla="*/ 19 h 354"/>
              <a:gd name="T30" fmla="*/ 241 w 257"/>
              <a:gd name="T31" fmla="*/ 221 h 354"/>
              <a:gd name="T32" fmla="*/ 128 w 257"/>
              <a:gd name="T33" fmla="*/ 337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257" h="354">
                <a:moveTo>
                  <a:pt x="128" y="305"/>
                </a:moveTo>
                <a:cubicBezTo>
                  <a:pt x="84" y="305"/>
                  <a:pt x="48" y="269"/>
                  <a:pt x="48" y="225"/>
                </a:cubicBezTo>
                <a:cubicBezTo>
                  <a:pt x="48" y="221"/>
                  <a:pt x="45" y="217"/>
                  <a:pt x="40" y="217"/>
                </a:cubicBezTo>
                <a:cubicBezTo>
                  <a:pt x="36" y="217"/>
                  <a:pt x="32" y="221"/>
                  <a:pt x="32" y="225"/>
                </a:cubicBezTo>
                <a:cubicBezTo>
                  <a:pt x="32" y="278"/>
                  <a:pt x="75" y="321"/>
                  <a:pt x="128" y="321"/>
                </a:cubicBezTo>
                <a:cubicBezTo>
                  <a:pt x="133" y="321"/>
                  <a:pt x="137" y="318"/>
                  <a:pt x="137" y="313"/>
                </a:cubicBezTo>
                <a:cubicBezTo>
                  <a:pt x="137" y="309"/>
                  <a:pt x="133" y="305"/>
                  <a:pt x="128" y="305"/>
                </a:cubicBezTo>
                <a:moveTo>
                  <a:pt x="128" y="0"/>
                </a:moveTo>
                <a:cubicBezTo>
                  <a:pt x="112" y="0"/>
                  <a:pt x="0" y="137"/>
                  <a:pt x="0" y="225"/>
                </a:cubicBezTo>
                <a:cubicBezTo>
                  <a:pt x="0" y="296"/>
                  <a:pt x="58" y="354"/>
                  <a:pt x="128" y="354"/>
                </a:cubicBezTo>
                <a:cubicBezTo>
                  <a:pt x="199" y="354"/>
                  <a:pt x="257" y="296"/>
                  <a:pt x="257" y="225"/>
                </a:cubicBezTo>
                <a:cubicBezTo>
                  <a:pt x="257" y="137"/>
                  <a:pt x="145" y="0"/>
                  <a:pt x="128" y="0"/>
                </a:cubicBezTo>
                <a:moveTo>
                  <a:pt x="128" y="337"/>
                </a:moveTo>
                <a:cubicBezTo>
                  <a:pt x="66" y="337"/>
                  <a:pt x="16" y="285"/>
                  <a:pt x="16" y="221"/>
                </a:cubicBezTo>
                <a:cubicBezTo>
                  <a:pt x="16" y="145"/>
                  <a:pt x="120" y="19"/>
                  <a:pt x="128" y="19"/>
                </a:cubicBezTo>
                <a:cubicBezTo>
                  <a:pt x="137" y="19"/>
                  <a:pt x="241" y="145"/>
                  <a:pt x="241" y="221"/>
                </a:cubicBezTo>
                <a:cubicBezTo>
                  <a:pt x="241" y="285"/>
                  <a:pt x="191" y="337"/>
                  <a:pt x="128" y="337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4" name="Freeform 52"/>
          <p:cNvSpPr>
            <a:spLocks noEditPoints="1"/>
          </p:cNvSpPr>
          <p:nvPr/>
        </p:nvSpPr>
        <p:spPr bwMode="auto">
          <a:xfrm>
            <a:off x="8585202" y="5425017"/>
            <a:ext cx="579967" cy="584200"/>
          </a:xfrm>
          <a:custGeom>
            <a:avLst/>
            <a:gdLst>
              <a:gd name="T0" fmla="*/ 177 w 353"/>
              <a:gd name="T1" fmla="*/ 113 h 354"/>
              <a:gd name="T2" fmla="*/ 161 w 353"/>
              <a:gd name="T3" fmla="*/ 129 h 354"/>
              <a:gd name="T4" fmla="*/ 177 w 353"/>
              <a:gd name="T5" fmla="*/ 145 h 354"/>
              <a:gd name="T6" fmla="*/ 193 w 353"/>
              <a:gd name="T7" fmla="*/ 129 h 354"/>
              <a:gd name="T8" fmla="*/ 177 w 353"/>
              <a:gd name="T9" fmla="*/ 113 h 354"/>
              <a:gd name="T10" fmla="*/ 185 w 353"/>
              <a:gd name="T11" fmla="*/ 17 h 354"/>
              <a:gd name="T12" fmla="*/ 185 w 353"/>
              <a:gd name="T13" fmla="*/ 8 h 354"/>
              <a:gd name="T14" fmla="*/ 177 w 353"/>
              <a:gd name="T15" fmla="*/ 0 h 354"/>
              <a:gd name="T16" fmla="*/ 169 w 353"/>
              <a:gd name="T17" fmla="*/ 8 h 354"/>
              <a:gd name="T18" fmla="*/ 169 w 353"/>
              <a:gd name="T19" fmla="*/ 17 h 354"/>
              <a:gd name="T20" fmla="*/ 0 w 353"/>
              <a:gd name="T21" fmla="*/ 185 h 354"/>
              <a:gd name="T22" fmla="*/ 8 w 353"/>
              <a:gd name="T23" fmla="*/ 193 h 354"/>
              <a:gd name="T24" fmla="*/ 169 w 353"/>
              <a:gd name="T25" fmla="*/ 193 h 354"/>
              <a:gd name="T26" fmla="*/ 169 w 353"/>
              <a:gd name="T27" fmla="*/ 305 h 354"/>
              <a:gd name="T28" fmla="*/ 137 w 353"/>
              <a:gd name="T29" fmla="*/ 337 h 354"/>
              <a:gd name="T30" fmla="*/ 105 w 353"/>
              <a:gd name="T31" fmla="*/ 305 h 354"/>
              <a:gd name="T32" fmla="*/ 97 w 353"/>
              <a:gd name="T33" fmla="*/ 297 h 354"/>
              <a:gd name="T34" fmla="*/ 89 w 353"/>
              <a:gd name="T35" fmla="*/ 305 h 354"/>
              <a:gd name="T36" fmla="*/ 137 w 353"/>
              <a:gd name="T37" fmla="*/ 354 h 354"/>
              <a:gd name="T38" fmla="*/ 184 w 353"/>
              <a:gd name="T39" fmla="*/ 313 h 354"/>
              <a:gd name="T40" fmla="*/ 185 w 353"/>
              <a:gd name="T41" fmla="*/ 313 h 354"/>
              <a:gd name="T42" fmla="*/ 185 w 353"/>
              <a:gd name="T43" fmla="*/ 193 h 354"/>
              <a:gd name="T44" fmla="*/ 345 w 353"/>
              <a:gd name="T45" fmla="*/ 193 h 354"/>
              <a:gd name="T46" fmla="*/ 353 w 353"/>
              <a:gd name="T47" fmla="*/ 185 h 354"/>
              <a:gd name="T48" fmla="*/ 185 w 353"/>
              <a:gd name="T49" fmla="*/ 17 h 354"/>
              <a:gd name="T50" fmla="*/ 17 w 353"/>
              <a:gd name="T51" fmla="*/ 177 h 354"/>
              <a:gd name="T52" fmla="*/ 177 w 353"/>
              <a:gd name="T53" fmla="*/ 32 h 354"/>
              <a:gd name="T54" fmla="*/ 337 w 353"/>
              <a:gd name="T55" fmla="*/ 177 h 354"/>
              <a:gd name="T56" fmla="*/ 17 w 353"/>
              <a:gd name="T57" fmla="*/ 177 h 354"/>
              <a:gd name="T58" fmla="*/ 64 w 353"/>
              <a:gd name="T59" fmla="*/ 129 h 354"/>
              <a:gd name="T60" fmla="*/ 48 w 353"/>
              <a:gd name="T61" fmla="*/ 145 h 354"/>
              <a:gd name="T62" fmla="*/ 64 w 353"/>
              <a:gd name="T63" fmla="*/ 161 h 354"/>
              <a:gd name="T64" fmla="*/ 80 w 353"/>
              <a:gd name="T65" fmla="*/ 145 h 354"/>
              <a:gd name="T66" fmla="*/ 64 w 353"/>
              <a:gd name="T67" fmla="*/ 129 h 354"/>
              <a:gd name="T68" fmla="*/ 129 w 353"/>
              <a:gd name="T69" fmla="*/ 81 h 354"/>
              <a:gd name="T70" fmla="*/ 113 w 353"/>
              <a:gd name="T71" fmla="*/ 97 h 354"/>
              <a:gd name="T72" fmla="*/ 129 w 353"/>
              <a:gd name="T73" fmla="*/ 113 h 354"/>
              <a:gd name="T74" fmla="*/ 145 w 353"/>
              <a:gd name="T75" fmla="*/ 97 h 354"/>
              <a:gd name="T76" fmla="*/ 129 w 353"/>
              <a:gd name="T77" fmla="*/ 81 h 354"/>
              <a:gd name="T78" fmla="*/ 273 w 353"/>
              <a:gd name="T79" fmla="*/ 129 h 354"/>
              <a:gd name="T80" fmla="*/ 257 w 353"/>
              <a:gd name="T81" fmla="*/ 145 h 354"/>
              <a:gd name="T82" fmla="*/ 273 w 353"/>
              <a:gd name="T83" fmla="*/ 161 h 354"/>
              <a:gd name="T84" fmla="*/ 289 w 353"/>
              <a:gd name="T85" fmla="*/ 145 h 354"/>
              <a:gd name="T86" fmla="*/ 273 w 353"/>
              <a:gd name="T87" fmla="*/ 129 h 354"/>
              <a:gd name="T88" fmla="*/ 225 w 353"/>
              <a:gd name="T89" fmla="*/ 65 h 354"/>
              <a:gd name="T90" fmla="*/ 209 w 353"/>
              <a:gd name="T91" fmla="*/ 81 h 354"/>
              <a:gd name="T92" fmla="*/ 225 w 353"/>
              <a:gd name="T93" fmla="*/ 97 h 354"/>
              <a:gd name="T94" fmla="*/ 241 w 353"/>
              <a:gd name="T95" fmla="*/ 81 h 354"/>
              <a:gd name="T96" fmla="*/ 225 w 353"/>
              <a:gd name="T97" fmla="*/ 65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353" h="354">
                <a:moveTo>
                  <a:pt x="177" y="113"/>
                </a:moveTo>
                <a:cubicBezTo>
                  <a:pt x="168" y="113"/>
                  <a:pt x="161" y="120"/>
                  <a:pt x="161" y="129"/>
                </a:cubicBezTo>
                <a:cubicBezTo>
                  <a:pt x="161" y="138"/>
                  <a:pt x="168" y="145"/>
                  <a:pt x="177" y="145"/>
                </a:cubicBezTo>
                <a:cubicBezTo>
                  <a:pt x="186" y="145"/>
                  <a:pt x="193" y="138"/>
                  <a:pt x="193" y="129"/>
                </a:cubicBezTo>
                <a:cubicBezTo>
                  <a:pt x="193" y="120"/>
                  <a:pt x="186" y="113"/>
                  <a:pt x="177" y="113"/>
                </a:cubicBezTo>
                <a:moveTo>
                  <a:pt x="185" y="17"/>
                </a:moveTo>
                <a:cubicBezTo>
                  <a:pt x="185" y="8"/>
                  <a:pt x="185" y="8"/>
                  <a:pt x="185" y="8"/>
                </a:cubicBezTo>
                <a:cubicBezTo>
                  <a:pt x="185" y="4"/>
                  <a:pt x="181" y="0"/>
                  <a:pt x="177" y="0"/>
                </a:cubicBezTo>
                <a:cubicBezTo>
                  <a:pt x="172" y="0"/>
                  <a:pt x="169" y="4"/>
                  <a:pt x="169" y="8"/>
                </a:cubicBezTo>
                <a:cubicBezTo>
                  <a:pt x="169" y="17"/>
                  <a:pt x="169" y="17"/>
                  <a:pt x="169" y="17"/>
                </a:cubicBezTo>
                <a:cubicBezTo>
                  <a:pt x="75" y="21"/>
                  <a:pt x="0" y="94"/>
                  <a:pt x="0" y="185"/>
                </a:cubicBezTo>
                <a:cubicBezTo>
                  <a:pt x="0" y="189"/>
                  <a:pt x="4" y="193"/>
                  <a:pt x="8" y="193"/>
                </a:cubicBezTo>
                <a:cubicBezTo>
                  <a:pt x="169" y="193"/>
                  <a:pt x="169" y="193"/>
                  <a:pt x="169" y="193"/>
                </a:cubicBezTo>
                <a:cubicBezTo>
                  <a:pt x="169" y="305"/>
                  <a:pt x="169" y="305"/>
                  <a:pt x="169" y="305"/>
                </a:cubicBezTo>
                <a:cubicBezTo>
                  <a:pt x="169" y="323"/>
                  <a:pt x="154" y="337"/>
                  <a:pt x="137" y="337"/>
                </a:cubicBezTo>
                <a:cubicBezTo>
                  <a:pt x="119" y="337"/>
                  <a:pt x="105" y="323"/>
                  <a:pt x="105" y="305"/>
                </a:cubicBezTo>
                <a:cubicBezTo>
                  <a:pt x="105" y="301"/>
                  <a:pt x="101" y="297"/>
                  <a:pt x="97" y="297"/>
                </a:cubicBezTo>
                <a:cubicBezTo>
                  <a:pt x="92" y="297"/>
                  <a:pt x="89" y="301"/>
                  <a:pt x="89" y="305"/>
                </a:cubicBezTo>
                <a:cubicBezTo>
                  <a:pt x="89" y="332"/>
                  <a:pt x="110" y="354"/>
                  <a:pt x="137" y="354"/>
                </a:cubicBezTo>
                <a:cubicBezTo>
                  <a:pt x="161" y="354"/>
                  <a:pt x="180" y="336"/>
                  <a:pt x="184" y="313"/>
                </a:cubicBezTo>
                <a:cubicBezTo>
                  <a:pt x="185" y="313"/>
                  <a:pt x="185" y="313"/>
                  <a:pt x="185" y="313"/>
                </a:cubicBezTo>
                <a:cubicBezTo>
                  <a:pt x="185" y="193"/>
                  <a:pt x="185" y="193"/>
                  <a:pt x="185" y="193"/>
                </a:cubicBezTo>
                <a:cubicBezTo>
                  <a:pt x="345" y="193"/>
                  <a:pt x="345" y="193"/>
                  <a:pt x="345" y="193"/>
                </a:cubicBezTo>
                <a:cubicBezTo>
                  <a:pt x="350" y="193"/>
                  <a:pt x="353" y="189"/>
                  <a:pt x="353" y="185"/>
                </a:cubicBezTo>
                <a:cubicBezTo>
                  <a:pt x="353" y="94"/>
                  <a:pt x="279" y="21"/>
                  <a:pt x="185" y="17"/>
                </a:cubicBezTo>
                <a:moveTo>
                  <a:pt x="17" y="177"/>
                </a:moveTo>
                <a:cubicBezTo>
                  <a:pt x="21" y="96"/>
                  <a:pt x="91" y="32"/>
                  <a:pt x="177" y="32"/>
                </a:cubicBezTo>
                <a:cubicBezTo>
                  <a:pt x="263" y="32"/>
                  <a:pt x="333" y="96"/>
                  <a:pt x="337" y="177"/>
                </a:cubicBezTo>
                <a:lnTo>
                  <a:pt x="17" y="177"/>
                </a:lnTo>
                <a:close/>
                <a:moveTo>
                  <a:pt x="64" y="129"/>
                </a:moveTo>
                <a:cubicBezTo>
                  <a:pt x="56" y="129"/>
                  <a:pt x="48" y="136"/>
                  <a:pt x="48" y="145"/>
                </a:cubicBezTo>
                <a:cubicBezTo>
                  <a:pt x="48" y="154"/>
                  <a:pt x="56" y="161"/>
                  <a:pt x="64" y="161"/>
                </a:cubicBezTo>
                <a:cubicBezTo>
                  <a:pt x="73" y="161"/>
                  <a:pt x="80" y="154"/>
                  <a:pt x="80" y="145"/>
                </a:cubicBezTo>
                <a:cubicBezTo>
                  <a:pt x="80" y="136"/>
                  <a:pt x="73" y="129"/>
                  <a:pt x="64" y="129"/>
                </a:cubicBezTo>
                <a:moveTo>
                  <a:pt x="129" y="81"/>
                </a:moveTo>
                <a:cubicBezTo>
                  <a:pt x="120" y="81"/>
                  <a:pt x="113" y="88"/>
                  <a:pt x="113" y="97"/>
                </a:cubicBezTo>
                <a:cubicBezTo>
                  <a:pt x="113" y="105"/>
                  <a:pt x="120" y="113"/>
                  <a:pt x="129" y="113"/>
                </a:cubicBezTo>
                <a:cubicBezTo>
                  <a:pt x="138" y="113"/>
                  <a:pt x="145" y="105"/>
                  <a:pt x="145" y="97"/>
                </a:cubicBezTo>
                <a:cubicBezTo>
                  <a:pt x="145" y="88"/>
                  <a:pt x="138" y="81"/>
                  <a:pt x="129" y="81"/>
                </a:cubicBezTo>
                <a:moveTo>
                  <a:pt x="273" y="129"/>
                </a:moveTo>
                <a:cubicBezTo>
                  <a:pt x="264" y="129"/>
                  <a:pt x="257" y="136"/>
                  <a:pt x="257" y="145"/>
                </a:cubicBezTo>
                <a:cubicBezTo>
                  <a:pt x="257" y="154"/>
                  <a:pt x="264" y="161"/>
                  <a:pt x="273" y="161"/>
                </a:cubicBezTo>
                <a:cubicBezTo>
                  <a:pt x="282" y="161"/>
                  <a:pt x="289" y="154"/>
                  <a:pt x="289" y="145"/>
                </a:cubicBezTo>
                <a:cubicBezTo>
                  <a:pt x="289" y="136"/>
                  <a:pt x="282" y="129"/>
                  <a:pt x="273" y="129"/>
                </a:cubicBezTo>
                <a:moveTo>
                  <a:pt x="225" y="65"/>
                </a:moveTo>
                <a:cubicBezTo>
                  <a:pt x="216" y="65"/>
                  <a:pt x="209" y="72"/>
                  <a:pt x="209" y="81"/>
                </a:cubicBezTo>
                <a:cubicBezTo>
                  <a:pt x="209" y="89"/>
                  <a:pt x="216" y="97"/>
                  <a:pt x="225" y="97"/>
                </a:cubicBezTo>
                <a:cubicBezTo>
                  <a:pt x="234" y="97"/>
                  <a:pt x="241" y="89"/>
                  <a:pt x="241" y="81"/>
                </a:cubicBezTo>
                <a:cubicBezTo>
                  <a:pt x="241" y="72"/>
                  <a:pt x="234" y="65"/>
                  <a:pt x="225" y="65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5" name="Freeform 53"/>
          <p:cNvSpPr>
            <a:spLocks noEditPoints="1"/>
          </p:cNvSpPr>
          <p:nvPr/>
        </p:nvSpPr>
        <p:spPr bwMode="auto">
          <a:xfrm>
            <a:off x="9696451" y="5558367"/>
            <a:ext cx="582084" cy="317500"/>
          </a:xfrm>
          <a:custGeom>
            <a:avLst/>
            <a:gdLst>
              <a:gd name="T0" fmla="*/ 176 w 353"/>
              <a:gd name="T1" fmla="*/ 0 h 192"/>
              <a:gd name="T2" fmla="*/ 0 w 353"/>
              <a:gd name="T3" fmla="*/ 184 h 192"/>
              <a:gd name="T4" fmla="*/ 8 w 353"/>
              <a:gd name="T5" fmla="*/ 192 h 192"/>
              <a:gd name="T6" fmla="*/ 152 w 353"/>
              <a:gd name="T7" fmla="*/ 192 h 192"/>
              <a:gd name="T8" fmla="*/ 160 w 353"/>
              <a:gd name="T9" fmla="*/ 184 h 192"/>
              <a:gd name="T10" fmla="*/ 176 w 353"/>
              <a:gd name="T11" fmla="*/ 160 h 192"/>
              <a:gd name="T12" fmla="*/ 192 w 353"/>
              <a:gd name="T13" fmla="*/ 184 h 192"/>
              <a:gd name="T14" fmla="*/ 200 w 353"/>
              <a:gd name="T15" fmla="*/ 192 h 192"/>
              <a:gd name="T16" fmla="*/ 345 w 353"/>
              <a:gd name="T17" fmla="*/ 192 h 192"/>
              <a:gd name="T18" fmla="*/ 353 w 353"/>
              <a:gd name="T19" fmla="*/ 184 h 192"/>
              <a:gd name="T20" fmla="*/ 176 w 353"/>
              <a:gd name="T21" fmla="*/ 0 h 192"/>
              <a:gd name="T22" fmla="*/ 208 w 353"/>
              <a:gd name="T23" fmla="*/ 176 h 192"/>
              <a:gd name="T24" fmla="*/ 176 w 353"/>
              <a:gd name="T25" fmla="*/ 144 h 192"/>
              <a:gd name="T26" fmla="*/ 145 w 353"/>
              <a:gd name="T27" fmla="*/ 176 h 192"/>
              <a:gd name="T28" fmla="*/ 112 w 353"/>
              <a:gd name="T29" fmla="*/ 176 h 192"/>
              <a:gd name="T30" fmla="*/ 176 w 353"/>
              <a:gd name="T31" fmla="*/ 112 h 192"/>
              <a:gd name="T32" fmla="*/ 240 w 353"/>
              <a:gd name="T33" fmla="*/ 176 h 192"/>
              <a:gd name="T34" fmla="*/ 208 w 353"/>
              <a:gd name="T35" fmla="*/ 176 h 192"/>
              <a:gd name="T36" fmla="*/ 256 w 353"/>
              <a:gd name="T37" fmla="*/ 176 h 192"/>
              <a:gd name="T38" fmla="*/ 176 w 353"/>
              <a:gd name="T39" fmla="*/ 96 h 192"/>
              <a:gd name="T40" fmla="*/ 96 w 353"/>
              <a:gd name="T41" fmla="*/ 176 h 192"/>
              <a:gd name="T42" fmla="*/ 64 w 353"/>
              <a:gd name="T43" fmla="*/ 176 h 192"/>
              <a:gd name="T44" fmla="*/ 176 w 353"/>
              <a:gd name="T45" fmla="*/ 64 h 192"/>
              <a:gd name="T46" fmla="*/ 288 w 353"/>
              <a:gd name="T47" fmla="*/ 176 h 192"/>
              <a:gd name="T48" fmla="*/ 256 w 353"/>
              <a:gd name="T49" fmla="*/ 176 h 192"/>
              <a:gd name="T50" fmla="*/ 304 w 353"/>
              <a:gd name="T51" fmla="*/ 176 h 192"/>
              <a:gd name="T52" fmla="*/ 176 w 353"/>
              <a:gd name="T53" fmla="*/ 48 h 192"/>
              <a:gd name="T54" fmla="*/ 48 w 353"/>
              <a:gd name="T55" fmla="*/ 176 h 192"/>
              <a:gd name="T56" fmla="*/ 16 w 353"/>
              <a:gd name="T57" fmla="*/ 176 h 192"/>
              <a:gd name="T58" fmla="*/ 176 w 353"/>
              <a:gd name="T59" fmla="*/ 16 h 192"/>
              <a:gd name="T60" fmla="*/ 336 w 353"/>
              <a:gd name="T61" fmla="*/ 176 h 192"/>
              <a:gd name="T62" fmla="*/ 304 w 353"/>
              <a:gd name="T63" fmla="*/ 176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353" h="192">
                <a:moveTo>
                  <a:pt x="176" y="0"/>
                </a:moveTo>
                <a:cubicBezTo>
                  <a:pt x="79" y="0"/>
                  <a:pt x="0" y="82"/>
                  <a:pt x="0" y="184"/>
                </a:cubicBezTo>
                <a:cubicBezTo>
                  <a:pt x="0" y="189"/>
                  <a:pt x="3" y="192"/>
                  <a:pt x="8" y="192"/>
                </a:cubicBezTo>
                <a:cubicBezTo>
                  <a:pt x="152" y="192"/>
                  <a:pt x="152" y="192"/>
                  <a:pt x="152" y="192"/>
                </a:cubicBezTo>
                <a:cubicBezTo>
                  <a:pt x="157" y="192"/>
                  <a:pt x="160" y="189"/>
                  <a:pt x="160" y="184"/>
                </a:cubicBezTo>
                <a:cubicBezTo>
                  <a:pt x="160" y="171"/>
                  <a:pt x="167" y="160"/>
                  <a:pt x="176" y="160"/>
                </a:cubicBezTo>
                <a:cubicBezTo>
                  <a:pt x="185" y="160"/>
                  <a:pt x="192" y="171"/>
                  <a:pt x="192" y="184"/>
                </a:cubicBezTo>
                <a:cubicBezTo>
                  <a:pt x="192" y="189"/>
                  <a:pt x="196" y="192"/>
                  <a:pt x="200" y="192"/>
                </a:cubicBezTo>
                <a:cubicBezTo>
                  <a:pt x="345" y="192"/>
                  <a:pt x="345" y="192"/>
                  <a:pt x="345" y="192"/>
                </a:cubicBezTo>
                <a:cubicBezTo>
                  <a:pt x="349" y="192"/>
                  <a:pt x="353" y="189"/>
                  <a:pt x="353" y="184"/>
                </a:cubicBezTo>
                <a:cubicBezTo>
                  <a:pt x="353" y="82"/>
                  <a:pt x="274" y="0"/>
                  <a:pt x="176" y="0"/>
                </a:cubicBezTo>
                <a:moveTo>
                  <a:pt x="208" y="176"/>
                </a:moveTo>
                <a:cubicBezTo>
                  <a:pt x="205" y="158"/>
                  <a:pt x="192" y="144"/>
                  <a:pt x="176" y="144"/>
                </a:cubicBezTo>
                <a:cubicBezTo>
                  <a:pt x="161" y="144"/>
                  <a:pt x="148" y="158"/>
                  <a:pt x="145" y="176"/>
                </a:cubicBezTo>
                <a:cubicBezTo>
                  <a:pt x="112" y="176"/>
                  <a:pt x="112" y="176"/>
                  <a:pt x="112" y="176"/>
                </a:cubicBezTo>
                <a:cubicBezTo>
                  <a:pt x="116" y="140"/>
                  <a:pt x="143" y="112"/>
                  <a:pt x="176" y="112"/>
                </a:cubicBezTo>
                <a:cubicBezTo>
                  <a:pt x="209" y="112"/>
                  <a:pt x="236" y="140"/>
                  <a:pt x="240" y="176"/>
                </a:cubicBezTo>
                <a:lnTo>
                  <a:pt x="208" y="176"/>
                </a:lnTo>
                <a:close/>
                <a:moveTo>
                  <a:pt x="256" y="176"/>
                </a:moveTo>
                <a:cubicBezTo>
                  <a:pt x="252" y="131"/>
                  <a:pt x="218" y="96"/>
                  <a:pt x="176" y="96"/>
                </a:cubicBezTo>
                <a:cubicBezTo>
                  <a:pt x="134" y="96"/>
                  <a:pt x="100" y="131"/>
                  <a:pt x="96" y="176"/>
                </a:cubicBezTo>
                <a:cubicBezTo>
                  <a:pt x="64" y="176"/>
                  <a:pt x="64" y="176"/>
                  <a:pt x="64" y="176"/>
                </a:cubicBezTo>
                <a:cubicBezTo>
                  <a:pt x="68" y="113"/>
                  <a:pt x="117" y="64"/>
                  <a:pt x="176" y="64"/>
                </a:cubicBezTo>
                <a:cubicBezTo>
                  <a:pt x="236" y="64"/>
                  <a:pt x="284" y="113"/>
                  <a:pt x="288" y="176"/>
                </a:cubicBezTo>
                <a:lnTo>
                  <a:pt x="256" y="176"/>
                </a:lnTo>
                <a:close/>
                <a:moveTo>
                  <a:pt x="304" y="176"/>
                </a:moveTo>
                <a:cubicBezTo>
                  <a:pt x="300" y="105"/>
                  <a:pt x="245" y="48"/>
                  <a:pt x="176" y="48"/>
                </a:cubicBezTo>
                <a:cubicBezTo>
                  <a:pt x="108" y="48"/>
                  <a:pt x="52" y="105"/>
                  <a:pt x="48" y="176"/>
                </a:cubicBezTo>
                <a:cubicBezTo>
                  <a:pt x="16" y="176"/>
                  <a:pt x="16" y="176"/>
                  <a:pt x="16" y="176"/>
                </a:cubicBezTo>
                <a:cubicBezTo>
                  <a:pt x="20" y="87"/>
                  <a:pt x="90" y="16"/>
                  <a:pt x="176" y="16"/>
                </a:cubicBezTo>
                <a:cubicBezTo>
                  <a:pt x="262" y="16"/>
                  <a:pt x="332" y="87"/>
                  <a:pt x="336" y="176"/>
                </a:cubicBezTo>
                <a:lnTo>
                  <a:pt x="304" y="17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6" name="Freeform 54"/>
          <p:cNvSpPr>
            <a:spLocks noEditPoints="1"/>
          </p:cNvSpPr>
          <p:nvPr/>
        </p:nvSpPr>
        <p:spPr bwMode="auto">
          <a:xfrm>
            <a:off x="10807702" y="5503333"/>
            <a:ext cx="582084" cy="425451"/>
          </a:xfrm>
          <a:custGeom>
            <a:avLst/>
            <a:gdLst>
              <a:gd name="T0" fmla="*/ 305 w 353"/>
              <a:gd name="T1" fmla="*/ 103 h 257"/>
              <a:gd name="T2" fmla="*/ 305 w 353"/>
              <a:gd name="T3" fmla="*/ 97 h 257"/>
              <a:gd name="T4" fmla="*/ 209 w 353"/>
              <a:gd name="T5" fmla="*/ 0 h 257"/>
              <a:gd name="T6" fmla="*/ 123 w 353"/>
              <a:gd name="T7" fmla="*/ 52 h 257"/>
              <a:gd name="T8" fmla="*/ 104 w 353"/>
              <a:gd name="T9" fmla="*/ 49 h 257"/>
              <a:gd name="T10" fmla="*/ 48 w 353"/>
              <a:gd name="T11" fmla="*/ 105 h 257"/>
              <a:gd name="T12" fmla="*/ 49 w 353"/>
              <a:gd name="T13" fmla="*/ 117 h 257"/>
              <a:gd name="T14" fmla="*/ 0 w 353"/>
              <a:gd name="T15" fmla="*/ 185 h 257"/>
              <a:gd name="T16" fmla="*/ 72 w 353"/>
              <a:gd name="T17" fmla="*/ 257 h 257"/>
              <a:gd name="T18" fmla="*/ 273 w 353"/>
              <a:gd name="T19" fmla="*/ 257 h 257"/>
              <a:gd name="T20" fmla="*/ 353 w 353"/>
              <a:gd name="T21" fmla="*/ 177 h 257"/>
              <a:gd name="T22" fmla="*/ 305 w 353"/>
              <a:gd name="T23" fmla="*/ 103 h 257"/>
              <a:gd name="T24" fmla="*/ 273 w 353"/>
              <a:gd name="T25" fmla="*/ 241 h 257"/>
              <a:gd name="T26" fmla="*/ 72 w 353"/>
              <a:gd name="T27" fmla="*/ 241 h 257"/>
              <a:gd name="T28" fmla="*/ 16 w 353"/>
              <a:gd name="T29" fmla="*/ 185 h 257"/>
              <a:gd name="T30" fmla="*/ 54 w 353"/>
              <a:gd name="T31" fmla="*/ 132 h 257"/>
              <a:gd name="T32" fmla="*/ 68 w 353"/>
              <a:gd name="T33" fmla="*/ 127 h 257"/>
              <a:gd name="T34" fmla="*/ 65 w 353"/>
              <a:gd name="T35" fmla="*/ 113 h 257"/>
              <a:gd name="T36" fmla="*/ 64 w 353"/>
              <a:gd name="T37" fmla="*/ 105 h 257"/>
              <a:gd name="T38" fmla="*/ 104 w 353"/>
              <a:gd name="T39" fmla="*/ 65 h 257"/>
              <a:gd name="T40" fmla="*/ 118 w 353"/>
              <a:gd name="T41" fmla="*/ 67 h 257"/>
              <a:gd name="T42" fmla="*/ 131 w 353"/>
              <a:gd name="T43" fmla="*/ 72 h 257"/>
              <a:gd name="T44" fmla="*/ 138 w 353"/>
              <a:gd name="T45" fmla="*/ 60 h 257"/>
              <a:gd name="T46" fmla="*/ 209 w 353"/>
              <a:gd name="T47" fmla="*/ 17 h 257"/>
              <a:gd name="T48" fmla="*/ 289 w 353"/>
              <a:gd name="T49" fmla="*/ 97 h 257"/>
              <a:gd name="T50" fmla="*/ 289 w 353"/>
              <a:gd name="T51" fmla="*/ 101 h 257"/>
              <a:gd name="T52" fmla="*/ 289 w 353"/>
              <a:gd name="T53" fmla="*/ 102 h 257"/>
              <a:gd name="T54" fmla="*/ 288 w 353"/>
              <a:gd name="T55" fmla="*/ 114 h 257"/>
              <a:gd name="T56" fmla="*/ 298 w 353"/>
              <a:gd name="T57" fmla="*/ 118 h 257"/>
              <a:gd name="T58" fmla="*/ 337 w 353"/>
              <a:gd name="T59" fmla="*/ 177 h 257"/>
              <a:gd name="T60" fmla="*/ 273 w 353"/>
              <a:gd name="T61" fmla="*/ 241 h 2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353" h="257">
                <a:moveTo>
                  <a:pt x="305" y="103"/>
                </a:moveTo>
                <a:cubicBezTo>
                  <a:pt x="305" y="101"/>
                  <a:pt x="305" y="99"/>
                  <a:pt x="305" y="97"/>
                </a:cubicBezTo>
                <a:cubicBezTo>
                  <a:pt x="305" y="44"/>
                  <a:pt x="262" y="0"/>
                  <a:pt x="209" y="0"/>
                </a:cubicBezTo>
                <a:cubicBezTo>
                  <a:pt x="172" y="0"/>
                  <a:pt x="139" y="21"/>
                  <a:pt x="123" y="52"/>
                </a:cubicBezTo>
                <a:cubicBezTo>
                  <a:pt x="117" y="50"/>
                  <a:pt x="111" y="49"/>
                  <a:pt x="104" y="49"/>
                </a:cubicBezTo>
                <a:cubicBezTo>
                  <a:pt x="73" y="49"/>
                  <a:pt x="48" y="74"/>
                  <a:pt x="48" y="105"/>
                </a:cubicBezTo>
                <a:cubicBezTo>
                  <a:pt x="48" y="109"/>
                  <a:pt x="48" y="113"/>
                  <a:pt x="49" y="117"/>
                </a:cubicBezTo>
                <a:cubicBezTo>
                  <a:pt x="21" y="126"/>
                  <a:pt x="0" y="153"/>
                  <a:pt x="0" y="185"/>
                </a:cubicBezTo>
                <a:cubicBezTo>
                  <a:pt x="0" y="225"/>
                  <a:pt x="32" y="257"/>
                  <a:pt x="72" y="257"/>
                </a:cubicBezTo>
                <a:cubicBezTo>
                  <a:pt x="273" y="257"/>
                  <a:pt x="273" y="257"/>
                  <a:pt x="273" y="257"/>
                </a:cubicBezTo>
                <a:cubicBezTo>
                  <a:pt x="317" y="257"/>
                  <a:pt x="353" y="221"/>
                  <a:pt x="353" y="177"/>
                </a:cubicBezTo>
                <a:cubicBezTo>
                  <a:pt x="353" y="144"/>
                  <a:pt x="333" y="116"/>
                  <a:pt x="305" y="103"/>
                </a:cubicBezTo>
                <a:moveTo>
                  <a:pt x="273" y="241"/>
                </a:moveTo>
                <a:cubicBezTo>
                  <a:pt x="72" y="241"/>
                  <a:pt x="72" y="241"/>
                  <a:pt x="72" y="241"/>
                </a:cubicBezTo>
                <a:cubicBezTo>
                  <a:pt x="41" y="241"/>
                  <a:pt x="16" y="216"/>
                  <a:pt x="16" y="185"/>
                </a:cubicBezTo>
                <a:cubicBezTo>
                  <a:pt x="16" y="161"/>
                  <a:pt x="31" y="139"/>
                  <a:pt x="54" y="132"/>
                </a:cubicBezTo>
                <a:cubicBezTo>
                  <a:pt x="68" y="127"/>
                  <a:pt x="68" y="127"/>
                  <a:pt x="68" y="127"/>
                </a:cubicBezTo>
                <a:cubicBezTo>
                  <a:pt x="65" y="113"/>
                  <a:pt x="65" y="113"/>
                  <a:pt x="65" y="113"/>
                </a:cubicBezTo>
                <a:cubicBezTo>
                  <a:pt x="64" y="110"/>
                  <a:pt x="64" y="108"/>
                  <a:pt x="64" y="105"/>
                </a:cubicBezTo>
                <a:cubicBezTo>
                  <a:pt x="64" y="83"/>
                  <a:pt x="82" y="65"/>
                  <a:pt x="104" y="65"/>
                </a:cubicBezTo>
                <a:cubicBezTo>
                  <a:pt x="109" y="65"/>
                  <a:pt x="113" y="66"/>
                  <a:pt x="118" y="67"/>
                </a:cubicBezTo>
                <a:cubicBezTo>
                  <a:pt x="131" y="72"/>
                  <a:pt x="131" y="72"/>
                  <a:pt x="131" y="72"/>
                </a:cubicBezTo>
                <a:cubicBezTo>
                  <a:pt x="138" y="60"/>
                  <a:pt x="138" y="60"/>
                  <a:pt x="138" y="60"/>
                </a:cubicBezTo>
                <a:cubicBezTo>
                  <a:pt x="152" y="33"/>
                  <a:pt x="179" y="17"/>
                  <a:pt x="209" y="17"/>
                </a:cubicBezTo>
                <a:cubicBezTo>
                  <a:pt x="253" y="17"/>
                  <a:pt x="289" y="53"/>
                  <a:pt x="289" y="97"/>
                </a:cubicBezTo>
                <a:cubicBezTo>
                  <a:pt x="289" y="98"/>
                  <a:pt x="289" y="100"/>
                  <a:pt x="289" y="101"/>
                </a:cubicBezTo>
                <a:cubicBezTo>
                  <a:pt x="289" y="102"/>
                  <a:pt x="289" y="102"/>
                  <a:pt x="289" y="102"/>
                </a:cubicBezTo>
                <a:cubicBezTo>
                  <a:pt x="288" y="114"/>
                  <a:pt x="288" y="114"/>
                  <a:pt x="288" y="114"/>
                </a:cubicBezTo>
                <a:cubicBezTo>
                  <a:pt x="298" y="118"/>
                  <a:pt x="298" y="118"/>
                  <a:pt x="298" y="118"/>
                </a:cubicBezTo>
                <a:cubicBezTo>
                  <a:pt x="322" y="128"/>
                  <a:pt x="337" y="151"/>
                  <a:pt x="337" y="177"/>
                </a:cubicBezTo>
                <a:cubicBezTo>
                  <a:pt x="337" y="212"/>
                  <a:pt x="308" y="241"/>
                  <a:pt x="273" y="241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</p:spTree>
    <p:extLst>
      <p:ext uri="{BB962C8B-B14F-4D97-AF65-F5344CB8AC3E}">
        <p14:creationId xmlns:p14="http://schemas.microsoft.com/office/powerpoint/2010/main" val="3410830359"/>
      </p:ext>
    </p:extLst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reeform 5"/>
          <p:cNvSpPr>
            <a:spLocks noEditPoints="1"/>
          </p:cNvSpPr>
          <p:nvPr/>
        </p:nvSpPr>
        <p:spPr bwMode="auto">
          <a:xfrm>
            <a:off x="863602" y="1045633"/>
            <a:ext cx="575733" cy="338667"/>
          </a:xfrm>
          <a:custGeom>
            <a:avLst/>
            <a:gdLst>
              <a:gd name="T0" fmla="*/ 305 w 353"/>
              <a:gd name="T1" fmla="*/ 82 h 208"/>
              <a:gd name="T2" fmla="*/ 305 w 353"/>
              <a:gd name="T3" fmla="*/ 80 h 208"/>
              <a:gd name="T4" fmla="*/ 257 w 353"/>
              <a:gd name="T5" fmla="*/ 32 h 208"/>
              <a:gd name="T6" fmla="*/ 225 w 353"/>
              <a:gd name="T7" fmla="*/ 44 h 208"/>
              <a:gd name="T8" fmla="*/ 144 w 353"/>
              <a:gd name="T9" fmla="*/ 0 h 208"/>
              <a:gd name="T10" fmla="*/ 49 w 353"/>
              <a:gd name="T11" fmla="*/ 82 h 208"/>
              <a:gd name="T12" fmla="*/ 0 w 353"/>
              <a:gd name="T13" fmla="*/ 144 h 208"/>
              <a:gd name="T14" fmla="*/ 64 w 353"/>
              <a:gd name="T15" fmla="*/ 208 h 208"/>
              <a:gd name="T16" fmla="*/ 289 w 353"/>
              <a:gd name="T17" fmla="*/ 208 h 208"/>
              <a:gd name="T18" fmla="*/ 353 w 353"/>
              <a:gd name="T19" fmla="*/ 144 h 208"/>
              <a:gd name="T20" fmla="*/ 305 w 353"/>
              <a:gd name="T21" fmla="*/ 82 h 208"/>
              <a:gd name="T22" fmla="*/ 289 w 353"/>
              <a:gd name="T23" fmla="*/ 192 h 208"/>
              <a:gd name="T24" fmla="*/ 64 w 353"/>
              <a:gd name="T25" fmla="*/ 192 h 208"/>
              <a:gd name="T26" fmla="*/ 16 w 353"/>
              <a:gd name="T27" fmla="*/ 144 h 208"/>
              <a:gd name="T28" fmla="*/ 53 w 353"/>
              <a:gd name="T29" fmla="*/ 97 h 208"/>
              <a:gd name="T30" fmla="*/ 65 w 353"/>
              <a:gd name="T31" fmla="*/ 84 h 208"/>
              <a:gd name="T32" fmla="*/ 144 w 353"/>
              <a:gd name="T33" fmla="*/ 16 h 208"/>
              <a:gd name="T34" fmla="*/ 212 w 353"/>
              <a:gd name="T35" fmla="*/ 52 h 208"/>
              <a:gd name="T36" fmla="*/ 223 w 353"/>
              <a:gd name="T37" fmla="*/ 59 h 208"/>
              <a:gd name="T38" fmla="*/ 225 w 353"/>
              <a:gd name="T39" fmla="*/ 60 h 208"/>
              <a:gd name="T40" fmla="*/ 236 w 353"/>
              <a:gd name="T41" fmla="*/ 56 h 208"/>
              <a:gd name="T42" fmla="*/ 257 w 353"/>
              <a:gd name="T43" fmla="*/ 48 h 208"/>
              <a:gd name="T44" fmla="*/ 289 w 353"/>
              <a:gd name="T45" fmla="*/ 80 h 208"/>
              <a:gd name="T46" fmla="*/ 289 w 353"/>
              <a:gd name="T47" fmla="*/ 81 h 208"/>
              <a:gd name="T48" fmla="*/ 301 w 353"/>
              <a:gd name="T49" fmla="*/ 97 h 208"/>
              <a:gd name="T50" fmla="*/ 337 w 353"/>
              <a:gd name="T51" fmla="*/ 144 h 208"/>
              <a:gd name="T52" fmla="*/ 289 w 353"/>
              <a:gd name="T53" fmla="*/ 192 h 2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353" h="208">
                <a:moveTo>
                  <a:pt x="305" y="82"/>
                </a:moveTo>
                <a:cubicBezTo>
                  <a:pt x="305" y="81"/>
                  <a:pt x="305" y="81"/>
                  <a:pt x="305" y="80"/>
                </a:cubicBezTo>
                <a:cubicBezTo>
                  <a:pt x="305" y="53"/>
                  <a:pt x="283" y="32"/>
                  <a:pt x="257" y="32"/>
                </a:cubicBezTo>
                <a:cubicBezTo>
                  <a:pt x="245" y="32"/>
                  <a:pt x="234" y="36"/>
                  <a:pt x="225" y="44"/>
                </a:cubicBezTo>
                <a:cubicBezTo>
                  <a:pt x="208" y="17"/>
                  <a:pt x="178" y="0"/>
                  <a:pt x="144" y="0"/>
                </a:cubicBezTo>
                <a:cubicBezTo>
                  <a:pt x="96" y="0"/>
                  <a:pt x="56" y="35"/>
                  <a:pt x="49" y="82"/>
                </a:cubicBezTo>
                <a:cubicBezTo>
                  <a:pt x="21" y="88"/>
                  <a:pt x="0" y="114"/>
                  <a:pt x="0" y="144"/>
                </a:cubicBezTo>
                <a:cubicBezTo>
                  <a:pt x="0" y="180"/>
                  <a:pt x="29" y="208"/>
                  <a:pt x="64" y="208"/>
                </a:cubicBezTo>
                <a:cubicBezTo>
                  <a:pt x="289" y="208"/>
                  <a:pt x="289" y="208"/>
                  <a:pt x="289" y="208"/>
                </a:cubicBezTo>
                <a:cubicBezTo>
                  <a:pt x="324" y="208"/>
                  <a:pt x="353" y="180"/>
                  <a:pt x="353" y="144"/>
                </a:cubicBezTo>
                <a:cubicBezTo>
                  <a:pt x="353" y="114"/>
                  <a:pt x="333" y="89"/>
                  <a:pt x="305" y="82"/>
                </a:cubicBezTo>
                <a:moveTo>
                  <a:pt x="289" y="192"/>
                </a:moveTo>
                <a:cubicBezTo>
                  <a:pt x="64" y="192"/>
                  <a:pt x="64" y="192"/>
                  <a:pt x="64" y="192"/>
                </a:cubicBezTo>
                <a:cubicBezTo>
                  <a:pt x="38" y="192"/>
                  <a:pt x="16" y="171"/>
                  <a:pt x="16" y="144"/>
                </a:cubicBezTo>
                <a:cubicBezTo>
                  <a:pt x="16" y="122"/>
                  <a:pt x="31" y="102"/>
                  <a:pt x="53" y="97"/>
                </a:cubicBezTo>
                <a:cubicBezTo>
                  <a:pt x="59" y="96"/>
                  <a:pt x="64" y="90"/>
                  <a:pt x="65" y="84"/>
                </a:cubicBezTo>
                <a:cubicBezTo>
                  <a:pt x="71" y="45"/>
                  <a:pt x="105" y="16"/>
                  <a:pt x="144" y="16"/>
                </a:cubicBezTo>
                <a:cubicBezTo>
                  <a:pt x="172" y="16"/>
                  <a:pt x="197" y="29"/>
                  <a:pt x="212" y="52"/>
                </a:cubicBezTo>
                <a:cubicBezTo>
                  <a:pt x="214" y="56"/>
                  <a:pt x="218" y="59"/>
                  <a:pt x="223" y="59"/>
                </a:cubicBezTo>
                <a:cubicBezTo>
                  <a:pt x="224" y="60"/>
                  <a:pt x="224" y="60"/>
                  <a:pt x="225" y="60"/>
                </a:cubicBezTo>
                <a:cubicBezTo>
                  <a:pt x="229" y="60"/>
                  <a:pt x="233" y="58"/>
                  <a:pt x="236" y="56"/>
                </a:cubicBezTo>
                <a:cubicBezTo>
                  <a:pt x="242" y="51"/>
                  <a:pt x="249" y="48"/>
                  <a:pt x="257" y="48"/>
                </a:cubicBezTo>
                <a:cubicBezTo>
                  <a:pt x="274" y="48"/>
                  <a:pt x="289" y="62"/>
                  <a:pt x="289" y="80"/>
                </a:cubicBezTo>
                <a:cubicBezTo>
                  <a:pt x="289" y="81"/>
                  <a:pt x="289" y="81"/>
                  <a:pt x="289" y="81"/>
                </a:cubicBezTo>
                <a:cubicBezTo>
                  <a:pt x="288" y="89"/>
                  <a:pt x="293" y="96"/>
                  <a:pt x="301" y="97"/>
                </a:cubicBezTo>
                <a:cubicBezTo>
                  <a:pt x="322" y="103"/>
                  <a:pt x="337" y="122"/>
                  <a:pt x="337" y="144"/>
                </a:cubicBezTo>
                <a:cubicBezTo>
                  <a:pt x="337" y="171"/>
                  <a:pt x="315" y="192"/>
                  <a:pt x="289" y="192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" name="Freeform 6"/>
          <p:cNvSpPr>
            <a:spLocks noEditPoints="1"/>
          </p:cNvSpPr>
          <p:nvPr/>
        </p:nvSpPr>
        <p:spPr bwMode="auto">
          <a:xfrm>
            <a:off x="1962151" y="965201"/>
            <a:ext cx="575733" cy="469900"/>
          </a:xfrm>
          <a:custGeom>
            <a:avLst/>
            <a:gdLst>
              <a:gd name="T0" fmla="*/ 320 w 353"/>
              <a:gd name="T1" fmla="*/ 169 h 289"/>
              <a:gd name="T2" fmla="*/ 353 w 353"/>
              <a:gd name="T3" fmla="*/ 97 h 289"/>
              <a:gd name="T4" fmla="*/ 257 w 353"/>
              <a:gd name="T5" fmla="*/ 0 h 289"/>
              <a:gd name="T6" fmla="*/ 162 w 353"/>
              <a:gd name="T7" fmla="*/ 82 h 289"/>
              <a:gd name="T8" fmla="*/ 145 w 353"/>
              <a:gd name="T9" fmla="*/ 81 h 289"/>
              <a:gd name="T10" fmla="*/ 50 w 353"/>
              <a:gd name="T11" fmla="*/ 163 h 289"/>
              <a:gd name="T12" fmla="*/ 0 w 353"/>
              <a:gd name="T13" fmla="*/ 225 h 289"/>
              <a:gd name="T14" fmla="*/ 64 w 353"/>
              <a:gd name="T15" fmla="*/ 289 h 289"/>
              <a:gd name="T16" fmla="*/ 289 w 353"/>
              <a:gd name="T17" fmla="*/ 289 h 289"/>
              <a:gd name="T18" fmla="*/ 353 w 353"/>
              <a:gd name="T19" fmla="*/ 225 h 289"/>
              <a:gd name="T20" fmla="*/ 320 w 353"/>
              <a:gd name="T21" fmla="*/ 169 h 289"/>
              <a:gd name="T22" fmla="*/ 257 w 353"/>
              <a:gd name="T23" fmla="*/ 16 h 289"/>
              <a:gd name="T24" fmla="*/ 337 w 353"/>
              <a:gd name="T25" fmla="*/ 97 h 289"/>
              <a:gd name="T26" fmla="*/ 305 w 353"/>
              <a:gd name="T27" fmla="*/ 161 h 289"/>
              <a:gd name="T28" fmla="*/ 257 w 353"/>
              <a:gd name="T29" fmla="*/ 113 h 289"/>
              <a:gd name="T30" fmla="*/ 225 w 353"/>
              <a:gd name="T31" fmla="*/ 125 h 289"/>
              <a:gd name="T32" fmla="*/ 178 w 353"/>
              <a:gd name="T33" fmla="*/ 87 h 289"/>
              <a:gd name="T34" fmla="*/ 257 w 353"/>
              <a:gd name="T35" fmla="*/ 16 h 289"/>
              <a:gd name="T36" fmla="*/ 289 w 353"/>
              <a:gd name="T37" fmla="*/ 273 h 289"/>
              <a:gd name="T38" fmla="*/ 64 w 353"/>
              <a:gd name="T39" fmla="*/ 273 h 289"/>
              <a:gd name="T40" fmla="*/ 16 w 353"/>
              <a:gd name="T41" fmla="*/ 225 h 289"/>
              <a:gd name="T42" fmla="*/ 53 w 353"/>
              <a:gd name="T43" fmla="*/ 178 h 289"/>
              <a:gd name="T44" fmla="*/ 65 w 353"/>
              <a:gd name="T45" fmla="*/ 165 h 289"/>
              <a:gd name="T46" fmla="*/ 145 w 353"/>
              <a:gd name="T47" fmla="*/ 97 h 289"/>
              <a:gd name="T48" fmla="*/ 204 w 353"/>
              <a:gd name="T49" fmla="*/ 125 h 289"/>
              <a:gd name="T50" fmla="*/ 223 w 353"/>
              <a:gd name="T51" fmla="*/ 141 h 289"/>
              <a:gd name="T52" fmla="*/ 225 w 353"/>
              <a:gd name="T53" fmla="*/ 141 h 289"/>
              <a:gd name="T54" fmla="*/ 236 w 353"/>
              <a:gd name="T55" fmla="*/ 137 h 289"/>
              <a:gd name="T56" fmla="*/ 257 w 353"/>
              <a:gd name="T57" fmla="*/ 129 h 289"/>
              <a:gd name="T58" fmla="*/ 289 w 353"/>
              <a:gd name="T59" fmla="*/ 161 h 289"/>
              <a:gd name="T60" fmla="*/ 289 w 353"/>
              <a:gd name="T61" fmla="*/ 162 h 289"/>
              <a:gd name="T62" fmla="*/ 301 w 353"/>
              <a:gd name="T63" fmla="*/ 179 h 289"/>
              <a:gd name="T64" fmla="*/ 337 w 353"/>
              <a:gd name="T65" fmla="*/ 225 h 289"/>
              <a:gd name="T66" fmla="*/ 289 w 353"/>
              <a:gd name="T67" fmla="*/ 273 h 2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353" h="289">
                <a:moveTo>
                  <a:pt x="320" y="169"/>
                </a:moveTo>
                <a:cubicBezTo>
                  <a:pt x="341" y="152"/>
                  <a:pt x="353" y="126"/>
                  <a:pt x="353" y="97"/>
                </a:cubicBezTo>
                <a:cubicBezTo>
                  <a:pt x="353" y="44"/>
                  <a:pt x="310" y="0"/>
                  <a:pt x="257" y="0"/>
                </a:cubicBezTo>
                <a:cubicBezTo>
                  <a:pt x="209" y="0"/>
                  <a:pt x="169" y="36"/>
                  <a:pt x="162" y="82"/>
                </a:cubicBezTo>
                <a:cubicBezTo>
                  <a:pt x="156" y="81"/>
                  <a:pt x="151" y="81"/>
                  <a:pt x="145" y="81"/>
                </a:cubicBezTo>
                <a:cubicBezTo>
                  <a:pt x="96" y="81"/>
                  <a:pt x="56" y="116"/>
                  <a:pt x="50" y="163"/>
                </a:cubicBezTo>
                <a:cubicBezTo>
                  <a:pt x="21" y="169"/>
                  <a:pt x="0" y="195"/>
                  <a:pt x="0" y="225"/>
                </a:cubicBezTo>
                <a:cubicBezTo>
                  <a:pt x="0" y="261"/>
                  <a:pt x="29" y="289"/>
                  <a:pt x="64" y="289"/>
                </a:cubicBezTo>
                <a:cubicBezTo>
                  <a:pt x="289" y="289"/>
                  <a:pt x="289" y="289"/>
                  <a:pt x="289" y="289"/>
                </a:cubicBezTo>
                <a:cubicBezTo>
                  <a:pt x="325" y="289"/>
                  <a:pt x="353" y="261"/>
                  <a:pt x="353" y="225"/>
                </a:cubicBezTo>
                <a:cubicBezTo>
                  <a:pt x="353" y="201"/>
                  <a:pt x="340" y="180"/>
                  <a:pt x="320" y="169"/>
                </a:cubicBezTo>
                <a:moveTo>
                  <a:pt x="257" y="16"/>
                </a:moveTo>
                <a:cubicBezTo>
                  <a:pt x="301" y="16"/>
                  <a:pt x="337" y="52"/>
                  <a:pt x="337" y="97"/>
                </a:cubicBezTo>
                <a:cubicBezTo>
                  <a:pt x="337" y="123"/>
                  <a:pt x="325" y="146"/>
                  <a:pt x="305" y="161"/>
                </a:cubicBezTo>
                <a:cubicBezTo>
                  <a:pt x="305" y="134"/>
                  <a:pt x="284" y="113"/>
                  <a:pt x="257" y="113"/>
                </a:cubicBezTo>
                <a:cubicBezTo>
                  <a:pt x="245" y="113"/>
                  <a:pt x="234" y="117"/>
                  <a:pt x="225" y="125"/>
                </a:cubicBezTo>
                <a:cubicBezTo>
                  <a:pt x="214" y="107"/>
                  <a:pt x="197" y="94"/>
                  <a:pt x="178" y="87"/>
                </a:cubicBezTo>
                <a:cubicBezTo>
                  <a:pt x="183" y="47"/>
                  <a:pt x="216" y="16"/>
                  <a:pt x="257" y="16"/>
                </a:cubicBezTo>
                <a:moveTo>
                  <a:pt x="289" y="273"/>
                </a:moveTo>
                <a:cubicBezTo>
                  <a:pt x="64" y="273"/>
                  <a:pt x="64" y="273"/>
                  <a:pt x="64" y="273"/>
                </a:cubicBezTo>
                <a:cubicBezTo>
                  <a:pt x="38" y="273"/>
                  <a:pt x="16" y="252"/>
                  <a:pt x="16" y="225"/>
                </a:cubicBezTo>
                <a:cubicBezTo>
                  <a:pt x="16" y="203"/>
                  <a:pt x="31" y="184"/>
                  <a:pt x="53" y="178"/>
                </a:cubicBezTo>
                <a:cubicBezTo>
                  <a:pt x="60" y="177"/>
                  <a:pt x="64" y="172"/>
                  <a:pt x="65" y="165"/>
                </a:cubicBezTo>
                <a:cubicBezTo>
                  <a:pt x="71" y="126"/>
                  <a:pt x="105" y="97"/>
                  <a:pt x="145" y="97"/>
                </a:cubicBezTo>
                <a:cubicBezTo>
                  <a:pt x="172" y="97"/>
                  <a:pt x="189" y="102"/>
                  <a:pt x="204" y="125"/>
                </a:cubicBezTo>
                <a:cubicBezTo>
                  <a:pt x="206" y="129"/>
                  <a:pt x="219" y="140"/>
                  <a:pt x="223" y="141"/>
                </a:cubicBezTo>
                <a:cubicBezTo>
                  <a:pt x="224" y="141"/>
                  <a:pt x="225" y="141"/>
                  <a:pt x="225" y="141"/>
                </a:cubicBezTo>
                <a:cubicBezTo>
                  <a:pt x="229" y="141"/>
                  <a:pt x="233" y="139"/>
                  <a:pt x="236" y="137"/>
                </a:cubicBezTo>
                <a:cubicBezTo>
                  <a:pt x="242" y="132"/>
                  <a:pt x="249" y="129"/>
                  <a:pt x="257" y="129"/>
                </a:cubicBezTo>
                <a:cubicBezTo>
                  <a:pt x="275" y="129"/>
                  <a:pt x="289" y="143"/>
                  <a:pt x="289" y="161"/>
                </a:cubicBezTo>
                <a:cubicBezTo>
                  <a:pt x="289" y="162"/>
                  <a:pt x="289" y="162"/>
                  <a:pt x="289" y="162"/>
                </a:cubicBezTo>
                <a:cubicBezTo>
                  <a:pt x="289" y="170"/>
                  <a:pt x="294" y="177"/>
                  <a:pt x="301" y="179"/>
                </a:cubicBezTo>
                <a:cubicBezTo>
                  <a:pt x="323" y="184"/>
                  <a:pt x="337" y="203"/>
                  <a:pt x="337" y="225"/>
                </a:cubicBezTo>
                <a:cubicBezTo>
                  <a:pt x="337" y="252"/>
                  <a:pt x="316" y="273"/>
                  <a:pt x="289" y="273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" name="Freeform 7"/>
          <p:cNvSpPr>
            <a:spLocks noEditPoints="1"/>
          </p:cNvSpPr>
          <p:nvPr/>
        </p:nvSpPr>
        <p:spPr bwMode="auto">
          <a:xfrm>
            <a:off x="3062818" y="939801"/>
            <a:ext cx="573617" cy="522817"/>
          </a:xfrm>
          <a:custGeom>
            <a:avLst/>
            <a:gdLst>
              <a:gd name="T0" fmla="*/ 305 w 353"/>
              <a:gd name="T1" fmla="*/ 83 h 321"/>
              <a:gd name="T2" fmla="*/ 305 w 353"/>
              <a:gd name="T3" fmla="*/ 81 h 321"/>
              <a:gd name="T4" fmla="*/ 256 w 353"/>
              <a:gd name="T5" fmla="*/ 32 h 321"/>
              <a:gd name="T6" fmla="*/ 225 w 353"/>
              <a:gd name="T7" fmla="*/ 44 h 321"/>
              <a:gd name="T8" fmla="*/ 144 w 353"/>
              <a:gd name="T9" fmla="*/ 0 h 321"/>
              <a:gd name="T10" fmla="*/ 49 w 353"/>
              <a:gd name="T11" fmla="*/ 82 h 321"/>
              <a:gd name="T12" fmla="*/ 0 w 353"/>
              <a:gd name="T13" fmla="*/ 145 h 321"/>
              <a:gd name="T14" fmla="*/ 64 w 353"/>
              <a:gd name="T15" fmla="*/ 209 h 321"/>
              <a:gd name="T16" fmla="*/ 289 w 353"/>
              <a:gd name="T17" fmla="*/ 209 h 321"/>
              <a:gd name="T18" fmla="*/ 353 w 353"/>
              <a:gd name="T19" fmla="*/ 145 h 321"/>
              <a:gd name="T20" fmla="*/ 305 w 353"/>
              <a:gd name="T21" fmla="*/ 83 h 321"/>
              <a:gd name="T22" fmla="*/ 289 w 353"/>
              <a:gd name="T23" fmla="*/ 193 h 321"/>
              <a:gd name="T24" fmla="*/ 64 w 353"/>
              <a:gd name="T25" fmla="*/ 193 h 321"/>
              <a:gd name="T26" fmla="*/ 16 w 353"/>
              <a:gd name="T27" fmla="*/ 145 h 321"/>
              <a:gd name="T28" fmla="*/ 53 w 353"/>
              <a:gd name="T29" fmla="*/ 98 h 321"/>
              <a:gd name="T30" fmla="*/ 65 w 353"/>
              <a:gd name="T31" fmla="*/ 85 h 321"/>
              <a:gd name="T32" fmla="*/ 144 w 353"/>
              <a:gd name="T33" fmla="*/ 16 h 321"/>
              <a:gd name="T34" fmla="*/ 203 w 353"/>
              <a:gd name="T35" fmla="*/ 45 h 321"/>
              <a:gd name="T36" fmla="*/ 223 w 353"/>
              <a:gd name="T37" fmla="*/ 60 h 321"/>
              <a:gd name="T38" fmla="*/ 225 w 353"/>
              <a:gd name="T39" fmla="*/ 60 h 321"/>
              <a:gd name="T40" fmla="*/ 235 w 353"/>
              <a:gd name="T41" fmla="*/ 56 h 321"/>
              <a:gd name="T42" fmla="*/ 256 w 353"/>
              <a:gd name="T43" fmla="*/ 48 h 321"/>
              <a:gd name="T44" fmla="*/ 289 w 353"/>
              <a:gd name="T45" fmla="*/ 81 h 321"/>
              <a:gd name="T46" fmla="*/ 288 w 353"/>
              <a:gd name="T47" fmla="*/ 82 h 321"/>
              <a:gd name="T48" fmla="*/ 301 w 353"/>
              <a:gd name="T49" fmla="*/ 98 h 321"/>
              <a:gd name="T50" fmla="*/ 337 w 353"/>
              <a:gd name="T51" fmla="*/ 145 h 321"/>
              <a:gd name="T52" fmla="*/ 289 w 353"/>
              <a:gd name="T53" fmla="*/ 193 h 321"/>
              <a:gd name="T54" fmla="*/ 160 w 353"/>
              <a:gd name="T55" fmla="*/ 257 h 321"/>
              <a:gd name="T56" fmla="*/ 176 w 353"/>
              <a:gd name="T57" fmla="*/ 273 h 321"/>
              <a:gd name="T58" fmla="*/ 192 w 353"/>
              <a:gd name="T59" fmla="*/ 257 h 321"/>
              <a:gd name="T60" fmla="*/ 176 w 353"/>
              <a:gd name="T61" fmla="*/ 225 h 321"/>
              <a:gd name="T62" fmla="*/ 160 w 353"/>
              <a:gd name="T63" fmla="*/ 257 h 321"/>
              <a:gd name="T64" fmla="*/ 80 w 353"/>
              <a:gd name="T65" fmla="*/ 305 h 321"/>
              <a:gd name="T66" fmla="*/ 96 w 353"/>
              <a:gd name="T67" fmla="*/ 321 h 321"/>
              <a:gd name="T68" fmla="*/ 112 w 353"/>
              <a:gd name="T69" fmla="*/ 305 h 321"/>
              <a:gd name="T70" fmla="*/ 96 w 353"/>
              <a:gd name="T71" fmla="*/ 273 h 321"/>
              <a:gd name="T72" fmla="*/ 80 w 353"/>
              <a:gd name="T73" fmla="*/ 305 h 321"/>
              <a:gd name="T74" fmla="*/ 240 w 353"/>
              <a:gd name="T75" fmla="*/ 289 h 321"/>
              <a:gd name="T76" fmla="*/ 256 w 353"/>
              <a:gd name="T77" fmla="*/ 305 h 321"/>
              <a:gd name="T78" fmla="*/ 273 w 353"/>
              <a:gd name="T79" fmla="*/ 289 h 321"/>
              <a:gd name="T80" fmla="*/ 256 w 353"/>
              <a:gd name="T81" fmla="*/ 257 h 321"/>
              <a:gd name="T82" fmla="*/ 240 w 353"/>
              <a:gd name="T83" fmla="*/ 289 h 3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353" h="321">
                <a:moveTo>
                  <a:pt x="305" y="83"/>
                </a:moveTo>
                <a:cubicBezTo>
                  <a:pt x="305" y="82"/>
                  <a:pt x="305" y="81"/>
                  <a:pt x="305" y="81"/>
                </a:cubicBezTo>
                <a:cubicBezTo>
                  <a:pt x="305" y="54"/>
                  <a:pt x="283" y="32"/>
                  <a:pt x="256" y="32"/>
                </a:cubicBezTo>
                <a:cubicBezTo>
                  <a:pt x="244" y="32"/>
                  <a:pt x="233" y="37"/>
                  <a:pt x="225" y="44"/>
                </a:cubicBezTo>
                <a:cubicBezTo>
                  <a:pt x="208" y="18"/>
                  <a:pt x="178" y="0"/>
                  <a:pt x="144" y="0"/>
                </a:cubicBezTo>
                <a:cubicBezTo>
                  <a:pt x="96" y="0"/>
                  <a:pt x="56" y="36"/>
                  <a:pt x="49" y="82"/>
                </a:cubicBezTo>
                <a:cubicBezTo>
                  <a:pt x="21" y="89"/>
                  <a:pt x="0" y="114"/>
                  <a:pt x="0" y="145"/>
                </a:cubicBezTo>
                <a:cubicBezTo>
                  <a:pt x="0" y="180"/>
                  <a:pt x="28" y="209"/>
                  <a:pt x="64" y="209"/>
                </a:cubicBezTo>
                <a:cubicBezTo>
                  <a:pt x="289" y="209"/>
                  <a:pt x="289" y="209"/>
                  <a:pt x="289" y="209"/>
                </a:cubicBezTo>
                <a:cubicBezTo>
                  <a:pt x="324" y="209"/>
                  <a:pt x="353" y="180"/>
                  <a:pt x="353" y="145"/>
                </a:cubicBezTo>
                <a:cubicBezTo>
                  <a:pt x="353" y="115"/>
                  <a:pt x="332" y="90"/>
                  <a:pt x="305" y="83"/>
                </a:cubicBezTo>
                <a:moveTo>
                  <a:pt x="289" y="193"/>
                </a:moveTo>
                <a:cubicBezTo>
                  <a:pt x="64" y="193"/>
                  <a:pt x="64" y="193"/>
                  <a:pt x="64" y="193"/>
                </a:cubicBezTo>
                <a:cubicBezTo>
                  <a:pt x="37" y="193"/>
                  <a:pt x="16" y="171"/>
                  <a:pt x="16" y="145"/>
                </a:cubicBezTo>
                <a:cubicBezTo>
                  <a:pt x="16" y="122"/>
                  <a:pt x="31" y="103"/>
                  <a:pt x="53" y="98"/>
                </a:cubicBezTo>
                <a:cubicBezTo>
                  <a:pt x="59" y="97"/>
                  <a:pt x="64" y="91"/>
                  <a:pt x="65" y="85"/>
                </a:cubicBezTo>
                <a:cubicBezTo>
                  <a:pt x="71" y="46"/>
                  <a:pt x="105" y="16"/>
                  <a:pt x="144" y="16"/>
                </a:cubicBezTo>
                <a:cubicBezTo>
                  <a:pt x="171" y="16"/>
                  <a:pt x="188" y="22"/>
                  <a:pt x="203" y="45"/>
                </a:cubicBezTo>
                <a:cubicBezTo>
                  <a:pt x="206" y="49"/>
                  <a:pt x="218" y="60"/>
                  <a:pt x="223" y="60"/>
                </a:cubicBezTo>
                <a:cubicBezTo>
                  <a:pt x="223" y="60"/>
                  <a:pt x="225" y="60"/>
                  <a:pt x="225" y="60"/>
                </a:cubicBezTo>
                <a:cubicBezTo>
                  <a:pt x="229" y="60"/>
                  <a:pt x="232" y="59"/>
                  <a:pt x="235" y="56"/>
                </a:cubicBezTo>
                <a:cubicBezTo>
                  <a:pt x="241" y="51"/>
                  <a:pt x="249" y="48"/>
                  <a:pt x="256" y="48"/>
                </a:cubicBezTo>
                <a:cubicBezTo>
                  <a:pt x="274" y="48"/>
                  <a:pt x="289" y="63"/>
                  <a:pt x="289" y="81"/>
                </a:cubicBezTo>
                <a:cubicBezTo>
                  <a:pt x="288" y="82"/>
                  <a:pt x="288" y="82"/>
                  <a:pt x="288" y="82"/>
                </a:cubicBezTo>
                <a:cubicBezTo>
                  <a:pt x="288" y="90"/>
                  <a:pt x="293" y="96"/>
                  <a:pt x="301" y="98"/>
                </a:cubicBezTo>
                <a:cubicBezTo>
                  <a:pt x="322" y="104"/>
                  <a:pt x="337" y="123"/>
                  <a:pt x="337" y="145"/>
                </a:cubicBezTo>
                <a:cubicBezTo>
                  <a:pt x="337" y="171"/>
                  <a:pt x="315" y="193"/>
                  <a:pt x="289" y="193"/>
                </a:cubicBezTo>
                <a:moveTo>
                  <a:pt x="160" y="257"/>
                </a:moveTo>
                <a:cubicBezTo>
                  <a:pt x="160" y="266"/>
                  <a:pt x="167" y="273"/>
                  <a:pt x="176" y="273"/>
                </a:cubicBezTo>
                <a:cubicBezTo>
                  <a:pt x="185" y="273"/>
                  <a:pt x="192" y="266"/>
                  <a:pt x="192" y="257"/>
                </a:cubicBezTo>
                <a:cubicBezTo>
                  <a:pt x="192" y="241"/>
                  <a:pt x="176" y="225"/>
                  <a:pt x="176" y="225"/>
                </a:cubicBezTo>
                <a:cubicBezTo>
                  <a:pt x="176" y="225"/>
                  <a:pt x="160" y="241"/>
                  <a:pt x="160" y="257"/>
                </a:cubicBezTo>
                <a:moveTo>
                  <a:pt x="80" y="305"/>
                </a:moveTo>
                <a:cubicBezTo>
                  <a:pt x="80" y="314"/>
                  <a:pt x="87" y="321"/>
                  <a:pt x="96" y="321"/>
                </a:cubicBezTo>
                <a:cubicBezTo>
                  <a:pt x="105" y="321"/>
                  <a:pt x="112" y="314"/>
                  <a:pt x="112" y="305"/>
                </a:cubicBezTo>
                <a:cubicBezTo>
                  <a:pt x="112" y="289"/>
                  <a:pt x="96" y="273"/>
                  <a:pt x="96" y="273"/>
                </a:cubicBezTo>
                <a:cubicBezTo>
                  <a:pt x="96" y="273"/>
                  <a:pt x="80" y="289"/>
                  <a:pt x="80" y="305"/>
                </a:cubicBezTo>
                <a:moveTo>
                  <a:pt x="240" y="289"/>
                </a:moveTo>
                <a:cubicBezTo>
                  <a:pt x="240" y="298"/>
                  <a:pt x="248" y="305"/>
                  <a:pt x="256" y="305"/>
                </a:cubicBezTo>
                <a:cubicBezTo>
                  <a:pt x="265" y="305"/>
                  <a:pt x="273" y="298"/>
                  <a:pt x="273" y="289"/>
                </a:cubicBezTo>
                <a:cubicBezTo>
                  <a:pt x="273" y="273"/>
                  <a:pt x="256" y="257"/>
                  <a:pt x="256" y="257"/>
                </a:cubicBezTo>
                <a:cubicBezTo>
                  <a:pt x="256" y="257"/>
                  <a:pt x="240" y="273"/>
                  <a:pt x="240" y="289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" name="Freeform 8"/>
          <p:cNvSpPr>
            <a:spLocks noEditPoints="1"/>
          </p:cNvSpPr>
          <p:nvPr/>
        </p:nvSpPr>
        <p:spPr bwMode="auto">
          <a:xfrm>
            <a:off x="4161369" y="965201"/>
            <a:ext cx="573617" cy="469900"/>
          </a:xfrm>
          <a:custGeom>
            <a:avLst/>
            <a:gdLst>
              <a:gd name="T0" fmla="*/ 160 w 353"/>
              <a:gd name="T1" fmla="*/ 233 h 289"/>
              <a:gd name="T2" fmla="*/ 152 w 353"/>
              <a:gd name="T3" fmla="*/ 225 h 289"/>
              <a:gd name="T4" fmla="*/ 147 w 353"/>
              <a:gd name="T5" fmla="*/ 228 h 289"/>
              <a:gd name="T6" fmla="*/ 99 w 353"/>
              <a:gd name="T7" fmla="*/ 276 h 289"/>
              <a:gd name="T8" fmla="*/ 96 w 353"/>
              <a:gd name="T9" fmla="*/ 281 h 289"/>
              <a:gd name="T10" fmla="*/ 104 w 353"/>
              <a:gd name="T11" fmla="*/ 289 h 289"/>
              <a:gd name="T12" fmla="*/ 110 w 353"/>
              <a:gd name="T13" fmla="*/ 287 h 289"/>
              <a:gd name="T14" fmla="*/ 158 w 353"/>
              <a:gd name="T15" fmla="*/ 239 h 289"/>
              <a:gd name="T16" fmla="*/ 160 w 353"/>
              <a:gd name="T17" fmla="*/ 233 h 289"/>
              <a:gd name="T18" fmla="*/ 112 w 353"/>
              <a:gd name="T19" fmla="*/ 233 h 289"/>
              <a:gd name="T20" fmla="*/ 104 w 353"/>
              <a:gd name="T21" fmla="*/ 225 h 289"/>
              <a:gd name="T22" fmla="*/ 99 w 353"/>
              <a:gd name="T23" fmla="*/ 228 h 289"/>
              <a:gd name="T24" fmla="*/ 50 w 353"/>
              <a:gd name="T25" fmla="*/ 276 h 289"/>
              <a:gd name="T26" fmla="*/ 48 w 353"/>
              <a:gd name="T27" fmla="*/ 281 h 289"/>
              <a:gd name="T28" fmla="*/ 56 w 353"/>
              <a:gd name="T29" fmla="*/ 289 h 289"/>
              <a:gd name="T30" fmla="*/ 62 w 353"/>
              <a:gd name="T31" fmla="*/ 287 h 289"/>
              <a:gd name="T32" fmla="*/ 110 w 353"/>
              <a:gd name="T33" fmla="*/ 239 h 289"/>
              <a:gd name="T34" fmla="*/ 112 w 353"/>
              <a:gd name="T35" fmla="*/ 233 h 289"/>
              <a:gd name="T36" fmla="*/ 209 w 353"/>
              <a:gd name="T37" fmla="*/ 233 h 289"/>
              <a:gd name="T38" fmla="*/ 201 w 353"/>
              <a:gd name="T39" fmla="*/ 225 h 289"/>
              <a:gd name="T40" fmla="*/ 195 w 353"/>
              <a:gd name="T41" fmla="*/ 228 h 289"/>
              <a:gd name="T42" fmla="*/ 147 w 353"/>
              <a:gd name="T43" fmla="*/ 276 h 289"/>
              <a:gd name="T44" fmla="*/ 144 w 353"/>
              <a:gd name="T45" fmla="*/ 281 h 289"/>
              <a:gd name="T46" fmla="*/ 152 w 353"/>
              <a:gd name="T47" fmla="*/ 289 h 289"/>
              <a:gd name="T48" fmla="*/ 158 w 353"/>
              <a:gd name="T49" fmla="*/ 287 h 289"/>
              <a:gd name="T50" fmla="*/ 206 w 353"/>
              <a:gd name="T51" fmla="*/ 239 h 289"/>
              <a:gd name="T52" fmla="*/ 209 w 353"/>
              <a:gd name="T53" fmla="*/ 233 h 289"/>
              <a:gd name="T54" fmla="*/ 249 w 353"/>
              <a:gd name="T55" fmla="*/ 225 h 289"/>
              <a:gd name="T56" fmla="*/ 243 w 353"/>
              <a:gd name="T57" fmla="*/ 228 h 289"/>
              <a:gd name="T58" fmla="*/ 195 w 353"/>
              <a:gd name="T59" fmla="*/ 276 h 289"/>
              <a:gd name="T60" fmla="*/ 193 w 353"/>
              <a:gd name="T61" fmla="*/ 281 h 289"/>
              <a:gd name="T62" fmla="*/ 201 w 353"/>
              <a:gd name="T63" fmla="*/ 289 h 289"/>
              <a:gd name="T64" fmla="*/ 206 w 353"/>
              <a:gd name="T65" fmla="*/ 287 h 289"/>
              <a:gd name="T66" fmla="*/ 254 w 353"/>
              <a:gd name="T67" fmla="*/ 239 h 289"/>
              <a:gd name="T68" fmla="*/ 257 w 353"/>
              <a:gd name="T69" fmla="*/ 233 h 289"/>
              <a:gd name="T70" fmla="*/ 249 w 353"/>
              <a:gd name="T71" fmla="*/ 225 h 289"/>
              <a:gd name="T72" fmla="*/ 305 w 353"/>
              <a:gd name="T73" fmla="*/ 83 h 289"/>
              <a:gd name="T74" fmla="*/ 305 w 353"/>
              <a:gd name="T75" fmla="*/ 81 h 289"/>
              <a:gd name="T76" fmla="*/ 257 w 353"/>
              <a:gd name="T77" fmla="*/ 32 h 289"/>
              <a:gd name="T78" fmla="*/ 225 w 353"/>
              <a:gd name="T79" fmla="*/ 44 h 289"/>
              <a:gd name="T80" fmla="*/ 144 w 353"/>
              <a:gd name="T81" fmla="*/ 0 h 289"/>
              <a:gd name="T82" fmla="*/ 49 w 353"/>
              <a:gd name="T83" fmla="*/ 82 h 289"/>
              <a:gd name="T84" fmla="*/ 0 w 353"/>
              <a:gd name="T85" fmla="*/ 145 h 289"/>
              <a:gd name="T86" fmla="*/ 64 w 353"/>
              <a:gd name="T87" fmla="*/ 209 h 289"/>
              <a:gd name="T88" fmla="*/ 289 w 353"/>
              <a:gd name="T89" fmla="*/ 209 h 289"/>
              <a:gd name="T90" fmla="*/ 353 w 353"/>
              <a:gd name="T91" fmla="*/ 145 h 289"/>
              <a:gd name="T92" fmla="*/ 305 w 353"/>
              <a:gd name="T93" fmla="*/ 83 h 289"/>
              <a:gd name="T94" fmla="*/ 289 w 353"/>
              <a:gd name="T95" fmla="*/ 193 h 289"/>
              <a:gd name="T96" fmla="*/ 64 w 353"/>
              <a:gd name="T97" fmla="*/ 193 h 289"/>
              <a:gd name="T98" fmla="*/ 16 w 353"/>
              <a:gd name="T99" fmla="*/ 145 h 289"/>
              <a:gd name="T100" fmla="*/ 53 w 353"/>
              <a:gd name="T101" fmla="*/ 98 h 289"/>
              <a:gd name="T102" fmla="*/ 65 w 353"/>
              <a:gd name="T103" fmla="*/ 85 h 289"/>
              <a:gd name="T104" fmla="*/ 144 w 353"/>
              <a:gd name="T105" fmla="*/ 16 h 289"/>
              <a:gd name="T106" fmla="*/ 204 w 353"/>
              <a:gd name="T107" fmla="*/ 45 h 289"/>
              <a:gd name="T108" fmla="*/ 223 w 353"/>
              <a:gd name="T109" fmla="*/ 60 h 289"/>
              <a:gd name="T110" fmla="*/ 225 w 353"/>
              <a:gd name="T111" fmla="*/ 60 h 289"/>
              <a:gd name="T112" fmla="*/ 236 w 353"/>
              <a:gd name="T113" fmla="*/ 57 h 289"/>
              <a:gd name="T114" fmla="*/ 257 w 353"/>
              <a:gd name="T115" fmla="*/ 49 h 289"/>
              <a:gd name="T116" fmla="*/ 289 w 353"/>
              <a:gd name="T117" fmla="*/ 81 h 289"/>
              <a:gd name="T118" fmla="*/ 289 w 353"/>
              <a:gd name="T119" fmla="*/ 82 h 289"/>
              <a:gd name="T120" fmla="*/ 301 w 353"/>
              <a:gd name="T121" fmla="*/ 98 h 289"/>
              <a:gd name="T122" fmla="*/ 337 w 353"/>
              <a:gd name="T123" fmla="*/ 145 h 289"/>
              <a:gd name="T124" fmla="*/ 289 w 353"/>
              <a:gd name="T125" fmla="*/ 193 h 2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53" h="289">
                <a:moveTo>
                  <a:pt x="160" y="233"/>
                </a:moveTo>
                <a:cubicBezTo>
                  <a:pt x="160" y="229"/>
                  <a:pt x="157" y="225"/>
                  <a:pt x="152" y="225"/>
                </a:cubicBezTo>
                <a:cubicBezTo>
                  <a:pt x="150" y="225"/>
                  <a:pt x="148" y="226"/>
                  <a:pt x="147" y="228"/>
                </a:cubicBezTo>
                <a:cubicBezTo>
                  <a:pt x="99" y="276"/>
                  <a:pt x="99" y="276"/>
                  <a:pt x="99" y="276"/>
                </a:cubicBezTo>
                <a:cubicBezTo>
                  <a:pt x="97" y="277"/>
                  <a:pt x="96" y="279"/>
                  <a:pt x="96" y="281"/>
                </a:cubicBezTo>
                <a:cubicBezTo>
                  <a:pt x="96" y="286"/>
                  <a:pt x="100" y="289"/>
                  <a:pt x="104" y="289"/>
                </a:cubicBezTo>
                <a:cubicBezTo>
                  <a:pt x="106" y="289"/>
                  <a:pt x="108" y="288"/>
                  <a:pt x="110" y="287"/>
                </a:cubicBezTo>
                <a:cubicBezTo>
                  <a:pt x="158" y="239"/>
                  <a:pt x="158" y="239"/>
                  <a:pt x="158" y="239"/>
                </a:cubicBezTo>
                <a:cubicBezTo>
                  <a:pt x="160" y="237"/>
                  <a:pt x="160" y="235"/>
                  <a:pt x="160" y="233"/>
                </a:cubicBezTo>
                <a:moveTo>
                  <a:pt x="112" y="233"/>
                </a:moveTo>
                <a:cubicBezTo>
                  <a:pt x="112" y="229"/>
                  <a:pt x="109" y="225"/>
                  <a:pt x="104" y="225"/>
                </a:cubicBezTo>
                <a:cubicBezTo>
                  <a:pt x="102" y="225"/>
                  <a:pt x="100" y="226"/>
                  <a:pt x="99" y="228"/>
                </a:cubicBezTo>
                <a:cubicBezTo>
                  <a:pt x="50" y="276"/>
                  <a:pt x="50" y="276"/>
                  <a:pt x="50" y="276"/>
                </a:cubicBezTo>
                <a:cubicBezTo>
                  <a:pt x="49" y="277"/>
                  <a:pt x="48" y="279"/>
                  <a:pt x="48" y="281"/>
                </a:cubicBezTo>
                <a:cubicBezTo>
                  <a:pt x="48" y="286"/>
                  <a:pt x="52" y="289"/>
                  <a:pt x="56" y="289"/>
                </a:cubicBezTo>
                <a:cubicBezTo>
                  <a:pt x="58" y="289"/>
                  <a:pt x="60" y="288"/>
                  <a:pt x="62" y="287"/>
                </a:cubicBezTo>
                <a:cubicBezTo>
                  <a:pt x="110" y="239"/>
                  <a:pt x="110" y="239"/>
                  <a:pt x="110" y="239"/>
                </a:cubicBezTo>
                <a:cubicBezTo>
                  <a:pt x="111" y="237"/>
                  <a:pt x="112" y="235"/>
                  <a:pt x="112" y="233"/>
                </a:cubicBezTo>
                <a:moveTo>
                  <a:pt x="209" y="233"/>
                </a:moveTo>
                <a:cubicBezTo>
                  <a:pt x="209" y="229"/>
                  <a:pt x="205" y="225"/>
                  <a:pt x="201" y="225"/>
                </a:cubicBezTo>
                <a:cubicBezTo>
                  <a:pt x="198" y="225"/>
                  <a:pt x="196" y="226"/>
                  <a:pt x="195" y="228"/>
                </a:cubicBezTo>
                <a:cubicBezTo>
                  <a:pt x="147" y="276"/>
                  <a:pt x="147" y="276"/>
                  <a:pt x="147" y="276"/>
                </a:cubicBezTo>
                <a:cubicBezTo>
                  <a:pt x="145" y="277"/>
                  <a:pt x="144" y="279"/>
                  <a:pt x="144" y="281"/>
                </a:cubicBezTo>
                <a:cubicBezTo>
                  <a:pt x="144" y="286"/>
                  <a:pt x="148" y="289"/>
                  <a:pt x="152" y="289"/>
                </a:cubicBezTo>
                <a:cubicBezTo>
                  <a:pt x="155" y="289"/>
                  <a:pt x="157" y="288"/>
                  <a:pt x="158" y="287"/>
                </a:cubicBezTo>
                <a:cubicBezTo>
                  <a:pt x="206" y="239"/>
                  <a:pt x="206" y="239"/>
                  <a:pt x="206" y="239"/>
                </a:cubicBezTo>
                <a:cubicBezTo>
                  <a:pt x="208" y="237"/>
                  <a:pt x="209" y="235"/>
                  <a:pt x="209" y="233"/>
                </a:cubicBezTo>
                <a:moveTo>
                  <a:pt x="249" y="225"/>
                </a:moveTo>
                <a:cubicBezTo>
                  <a:pt x="247" y="225"/>
                  <a:pt x="245" y="226"/>
                  <a:pt x="243" y="228"/>
                </a:cubicBezTo>
                <a:cubicBezTo>
                  <a:pt x="195" y="276"/>
                  <a:pt x="195" y="276"/>
                  <a:pt x="195" y="276"/>
                </a:cubicBezTo>
                <a:cubicBezTo>
                  <a:pt x="193" y="277"/>
                  <a:pt x="193" y="279"/>
                  <a:pt x="193" y="281"/>
                </a:cubicBezTo>
                <a:cubicBezTo>
                  <a:pt x="193" y="286"/>
                  <a:pt x="196" y="289"/>
                  <a:pt x="201" y="289"/>
                </a:cubicBezTo>
                <a:cubicBezTo>
                  <a:pt x="203" y="289"/>
                  <a:pt x="205" y="288"/>
                  <a:pt x="206" y="287"/>
                </a:cubicBezTo>
                <a:cubicBezTo>
                  <a:pt x="254" y="239"/>
                  <a:pt x="254" y="239"/>
                  <a:pt x="254" y="239"/>
                </a:cubicBezTo>
                <a:cubicBezTo>
                  <a:pt x="256" y="237"/>
                  <a:pt x="257" y="235"/>
                  <a:pt x="257" y="233"/>
                </a:cubicBezTo>
                <a:cubicBezTo>
                  <a:pt x="257" y="229"/>
                  <a:pt x="253" y="225"/>
                  <a:pt x="249" y="225"/>
                </a:cubicBezTo>
                <a:moveTo>
                  <a:pt x="305" y="83"/>
                </a:moveTo>
                <a:cubicBezTo>
                  <a:pt x="305" y="82"/>
                  <a:pt x="305" y="81"/>
                  <a:pt x="305" y="81"/>
                </a:cubicBezTo>
                <a:cubicBezTo>
                  <a:pt x="305" y="54"/>
                  <a:pt x="283" y="32"/>
                  <a:pt x="257" y="32"/>
                </a:cubicBezTo>
                <a:cubicBezTo>
                  <a:pt x="245" y="32"/>
                  <a:pt x="234" y="37"/>
                  <a:pt x="225" y="44"/>
                </a:cubicBezTo>
                <a:cubicBezTo>
                  <a:pt x="208" y="18"/>
                  <a:pt x="178" y="0"/>
                  <a:pt x="144" y="0"/>
                </a:cubicBezTo>
                <a:cubicBezTo>
                  <a:pt x="96" y="0"/>
                  <a:pt x="56" y="36"/>
                  <a:pt x="49" y="82"/>
                </a:cubicBezTo>
                <a:cubicBezTo>
                  <a:pt x="21" y="89"/>
                  <a:pt x="0" y="115"/>
                  <a:pt x="0" y="145"/>
                </a:cubicBezTo>
                <a:cubicBezTo>
                  <a:pt x="0" y="180"/>
                  <a:pt x="29" y="209"/>
                  <a:pt x="64" y="209"/>
                </a:cubicBezTo>
                <a:cubicBezTo>
                  <a:pt x="289" y="209"/>
                  <a:pt x="289" y="209"/>
                  <a:pt x="289" y="209"/>
                </a:cubicBezTo>
                <a:cubicBezTo>
                  <a:pt x="324" y="209"/>
                  <a:pt x="353" y="180"/>
                  <a:pt x="353" y="145"/>
                </a:cubicBezTo>
                <a:cubicBezTo>
                  <a:pt x="353" y="115"/>
                  <a:pt x="333" y="90"/>
                  <a:pt x="305" y="83"/>
                </a:cubicBezTo>
                <a:moveTo>
                  <a:pt x="289" y="193"/>
                </a:moveTo>
                <a:cubicBezTo>
                  <a:pt x="64" y="193"/>
                  <a:pt x="64" y="193"/>
                  <a:pt x="64" y="193"/>
                </a:cubicBezTo>
                <a:cubicBezTo>
                  <a:pt x="38" y="193"/>
                  <a:pt x="16" y="171"/>
                  <a:pt x="16" y="145"/>
                </a:cubicBezTo>
                <a:cubicBezTo>
                  <a:pt x="16" y="123"/>
                  <a:pt x="31" y="103"/>
                  <a:pt x="53" y="98"/>
                </a:cubicBezTo>
                <a:cubicBezTo>
                  <a:pt x="59" y="97"/>
                  <a:pt x="64" y="91"/>
                  <a:pt x="65" y="85"/>
                </a:cubicBezTo>
                <a:cubicBezTo>
                  <a:pt x="71" y="46"/>
                  <a:pt x="105" y="16"/>
                  <a:pt x="144" y="16"/>
                </a:cubicBezTo>
                <a:cubicBezTo>
                  <a:pt x="172" y="16"/>
                  <a:pt x="189" y="22"/>
                  <a:pt x="204" y="45"/>
                </a:cubicBezTo>
                <a:cubicBezTo>
                  <a:pt x="206" y="49"/>
                  <a:pt x="218" y="60"/>
                  <a:pt x="223" y="60"/>
                </a:cubicBezTo>
                <a:cubicBezTo>
                  <a:pt x="224" y="60"/>
                  <a:pt x="225" y="60"/>
                  <a:pt x="225" y="60"/>
                </a:cubicBezTo>
                <a:cubicBezTo>
                  <a:pt x="229" y="60"/>
                  <a:pt x="233" y="59"/>
                  <a:pt x="236" y="57"/>
                </a:cubicBezTo>
                <a:cubicBezTo>
                  <a:pt x="242" y="51"/>
                  <a:pt x="249" y="49"/>
                  <a:pt x="257" y="49"/>
                </a:cubicBezTo>
                <a:cubicBezTo>
                  <a:pt x="274" y="49"/>
                  <a:pt x="289" y="63"/>
                  <a:pt x="289" y="81"/>
                </a:cubicBezTo>
                <a:cubicBezTo>
                  <a:pt x="289" y="82"/>
                  <a:pt x="289" y="82"/>
                  <a:pt x="289" y="82"/>
                </a:cubicBezTo>
                <a:cubicBezTo>
                  <a:pt x="288" y="90"/>
                  <a:pt x="293" y="96"/>
                  <a:pt x="301" y="98"/>
                </a:cubicBezTo>
                <a:cubicBezTo>
                  <a:pt x="322" y="104"/>
                  <a:pt x="337" y="123"/>
                  <a:pt x="337" y="145"/>
                </a:cubicBezTo>
                <a:cubicBezTo>
                  <a:pt x="337" y="171"/>
                  <a:pt x="315" y="193"/>
                  <a:pt x="289" y="193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" name="Freeform 9"/>
          <p:cNvSpPr>
            <a:spLocks noEditPoints="1"/>
          </p:cNvSpPr>
          <p:nvPr/>
        </p:nvSpPr>
        <p:spPr bwMode="auto">
          <a:xfrm>
            <a:off x="5259918" y="939801"/>
            <a:ext cx="573617" cy="522817"/>
          </a:xfrm>
          <a:custGeom>
            <a:avLst/>
            <a:gdLst>
              <a:gd name="T0" fmla="*/ 145 w 353"/>
              <a:gd name="T1" fmla="*/ 265 h 321"/>
              <a:gd name="T2" fmla="*/ 153 w 353"/>
              <a:gd name="T3" fmla="*/ 321 h 321"/>
              <a:gd name="T4" fmla="*/ 161 w 353"/>
              <a:gd name="T5" fmla="*/ 265 h 321"/>
              <a:gd name="T6" fmla="*/ 201 w 353"/>
              <a:gd name="T7" fmla="*/ 241 h 321"/>
              <a:gd name="T8" fmla="*/ 193 w 353"/>
              <a:gd name="T9" fmla="*/ 297 h 321"/>
              <a:gd name="T10" fmla="*/ 209 w 353"/>
              <a:gd name="T11" fmla="*/ 297 h 321"/>
              <a:gd name="T12" fmla="*/ 201 w 353"/>
              <a:gd name="T13" fmla="*/ 241 h 321"/>
              <a:gd name="T14" fmla="*/ 48 w 353"/>
              <a:gd name="T15" fmla="*/ 233 h 321"/>
              <a:gd name="T16" fmla="*/ 56 w 353"/>
              <a:gd name="T17" fmla="*/ 289 h 321"/>
              <a:gd name="T18" fmla="*/ 64 w 353"/>
              <a:gd name="T19" fmla="*/ 233 h 321"/>
              <a:gd name="T20" fmla="*/ 105 w 353"/>
              <a:gd name="T21" fmla="*/ 241 h 321"/>
              <a:gd name="T22" fmla="*/ 97 w 353"/>
              <a:gd name="T23" fmla="*/ 281 h 321"/>
              <a:gd name="T24" fmla="*/ 113 w 353"/>
              <a:gd name="T25" fmla="*/ 281 h 321"/>
              <a:gd name="T26" fmla="*/ 105 w 353"/>
              <a:gd name="T27" fmla="*/ 241 h 321"/>
              <a:gd name="T28" fmla="*/ 305 w 353"/>
              <a:gd name="T29" fmla="*/ 81 h 321"/>
              <a:gd name="T30" fmla="*/ 225 w 353"/>
              <a:gd name="T31" fmla="*/ 44 h 321"/>
              <a:gd name="T32" fmla="*/ 50 w 353"/>
              <a:gd name="T33" fmla="*/ 82 h 321"/>
              <a:gd name="T34" fmla="*/ 64 w 353"/>
              <a:gd name="T35" fmla="*/ 209 h 321"/>
              <a:gd name="T36" fmla="*/ 353 w 353"/>
              <a:gd name="T37" fmla="*/ 145 h 321"/>
              <a:gd name="T38" fmla="*/ 289 w 353"/>
              <a:gd name="T39" fmla="*/ 193 h 321"/>
              <a:gd name="T40" fmla="*/ 16 w 353"/>
              <a:gd name="T41" fmla="*/ 145 h 321"/>
              <a:gd name="T42" fmla="*/ 65 w 353"/>
              <a:gd name="T43" fmla="*/ 85 h 321"/>
              <a:gd name="T44" fmla="*/ 204 w 353"/>
              <a:gd name="T45" fmla="*/ 45 h 321"/>
              <a:gd name="T46" fmla="*/ 225 w 353"/>
              <a:gd name="T47" fmla="*/ 60 h 321"/>
              <a:gd name="T48" fmla="*/ 257 w 353"/>
              <a:gd name="T49" fmla="*/ 48 h 321"/>
              <a:gd name="T50" fmla="*/ 289 w 353"/>
              <a:gd name="T51" fmla="*/ 82 h 321"/>
              <a:gd name="T52" fmla="*/ 337 w 353"/>
              <a:gd name="T53" fmla="*/ 145 h 321"/>
              <a:gd name="T54" fmla="*/ 249 w 353"/>
              <a:gd name="T55" fmla="*/ 225 h 321"/>
              <a:gd name="T56" fmla="*/ 241 w 353"/>
              <a:gd name="T57" fmla="*/ 281 h 321"/>
              <a:gd name="T58" fmla="*/ 257 w 353"/>
              <a:gd name="T59" fmla="*/ 281 h 321"/>
              <a:gd name="T60" fmla="*/ 249 w 353"/>
              <a:gd name="T61" fmla="*/ 225 h 321"/>
              <a:gd name="T62" fmla="*/ 289 w 353"/>
              <a:gd name="T63" fmla="*/ 233 h 321"/>
              <a:gd name="T64" fmla="*/ 297 w 353"/>
              <a:gd name="T65" fmla="*/ 273 h 321"/>
              <a:gd name="T66" fmla="*/ 305 w 353"/>
              <a:gd name="T67" fmla="*/ 233 h 3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353" h="321">
                <a:moveTo>
                  <a:pt x="153" y="257"/>
                </a:moveTo>
                <a:cubicBezTo>
                  <a:pt x="148" y="257"/>
                  <a:pt x="145" y="261"/>
                  <a:pt x="145" y="265"/>
                </a:cubicBezTo>
                <a:cubicBezTo>
                  <a:pt x="145" y="313"/>
                  <a:pt x="145" y="313"/>
                  <a:pt x="145" y="313"/>
                </a:cubicBezTo>
                <a:cubicBezTo>
                  <a:pt x="145" y="318"/>
                  <a:pt x="148" y="321"/>
                  <a:pt x="153" y="321"/>
                </a:cubicBezTo>
                <a:cubicBezTo>
                  <a:pt x="157" y="321"/>
                  <a:pt x="161" y="318"/>
                  <a:pt x="161" y="313"/>
                </a:cubicBezTo>
                <a:cubicBezTo>
                  <a:pt x="161" y="265"/>
                  <a:pt x="161" y="265"/>
                  <a:pt x="161" y="265"/>
                </a:cubicBezTo>
                <a:cubicBezTo>
                  <a:pt x="161" y="261"/>
                  <a:pt x="157" y="257"/>
                  <a:pt x="153" y="257"/>
                </a:cubicBezTo>
                <a:moveTo>
                  <a:pt x="201" y="241"/>
                </a:moveTo>
                <a:cubicBezTo>
                  <a:pt x="196" y="241"/>
                  <a:pt x="193" y="245"/>
                  <a:pt x="193" y="249"/>
                </a:cubicBezTo>
                <a:cubicBezTo>
                  <a:pt x="193" y="297"/>
                  <a:pt x="193" y="297"/>
                  <a:pt x="193" y="297"/>
                </a:cubicBezTo>
                <a:cubicBezTo>
                  <a:pt x="193" y="302"/>
                  <a:pt x="196" y="305"/>
                  <a:pt x="201" y="305"/>
                </a:cubicBezTo>
                <a:cubicBezTo>
                  <a:pt x="205" y="305"/>
                  <a:pt x="209" y="302"/>
                  <a:pt x="209" y="297"/>
                </a:cubicBezTo>
                <a:cubicBezTo>
                  <a:pt x="209" y="249"/>
                  <a:pt x="209" y="249"/>
                  <a:pt x="209" y="249"/>
                </a:cubicBezTo>
                <a:cubicBezTo>
                  <a:pt x="209" y="245"/>
                  <a:pt x="205" y="241"/>
                  <a:pt x="201" y="241"/>
                </a:cubicBezTo>
                <a:moveTo>
                  <a:pt x="56" y="225"/>
                </a:moveTo>
                <a:cubicBezTo>
                  <a:pt x="52" y="225"/>
                  <a:pt x="48" y="229"/>
                  <a:pt x="48" y="233"/>
                </a:cubicBezTo>
                <a:cubicBezTo>
                  <a:pt x="48" y="281"/>
                  <a:pt x="48" y="281"/>
                  <a:pt x="48" y="281"/>
                </a:cubicBezTo>
                <a:cubicBezTo>
                  <a:pt x="48" y="286"/>
                  <a:pt x="52" y="289"/>
                  <a:pt x="56" y="289"/>
                </a:cubicBezTo>
                <a:cubicBezTo>
                  <a:pt x="61" y="289"/>
                  <a:pt x="64" y="286"/>
                  <a:pt x="64" y="281"/>
                </a:cubicBezTo>
                <a:cubicBezTo>
                  <a:pt x="64" y="233"/>
                  <a:pt x="64" y="233"/>
                  <a:pt x="64" y="233"/>
                </a:cubicBezTo>
                <a:cubicBezTo>
                  <a:pt x="64" y="229"/>
                  <a:pt x="61" y="225"/>
                  <a:pt x="56" y="225"/>
                </a:cubicBezTo>
                <a:moveTo>
                  <a:pt x="105" y="241"/>
                </a:moveTo>
                <a:cubicBezTo>
                  <a:pt x="100" y="241"/>
                  <a:pt x="97" y="245"/>
                  <a:pt x="97" y="249"/>
                </a:cubicBezTo>
                <a:cubicBezTo>
                  <a:pt x="97" y="281"/>
                  <a:pt x="97" y="281"/>
                  <a:pt x="97" y="281"/>
                </a:cubicBezTo>
                <a:cubicBezTo>
                  <a:pt x="97" y="286"/>
                  <a:pt x="100" y="289"/>
                  <a:pt x="105" y="289"/>
                </a:cubicBezTo>
                <a:cubicBezTo>
                  <a:pt x="109" y="289"/>
                  <a:pt x="113" y="286"/>
                  <a:pt x="113" y="281"/>
                </a:cubicBezTo>
                <a:cubicBezTo>
                  <a:pt x="113" y="249"/>
                  <a:pt x="113" y="249"/>
                  <a:pt x="113" y="249"/>
                </a:cubicBezTo>
                <a:cubicBezTo>
                  <a:pt x="113" y="245"/>
                  <a:pt x="109" y="241"/>
                  <a:pt x="105" y="241"/>
                </a:cubicBezTo>
                <a:moveTo>
                  <a:pt x="305" y="83"/>
                </a:moveTo>
                <a:cubicBezTo>
                  <a:pt x="305" y="82"/>
                  <a:pt x="305" y="81"/>
                  <a:pt x="305" y="81"/>
                </a:cubicBezTo>
                <a:cubicBezTo>
                  <a:pt x="305" y="54"/>
                  <a:pt x="284" y="32"/>
                  <a:pt x="257" y="32"/>
                </a:cubicBezTo>
                <a:cubicBezTo>
                  <a:pt x="245" y="32"/>
                  <a:pt x="234" y="37"/>
                  <a:pt x="225" y="44"/>
                </a:cubicBezTo>
                <a:cubicBezTo>
                  <a:pt x="208" y="18"/>
                  <a:pt x="179" y="0"/>
                  <a:pt x="145" y="0"/>
                </a:cubicBezTo>
                <a:cubicBezTo>
                  <a:pt x="96" y="0"/>
                  <a:pt x="56" y="36"/>
                  <a:pt x="50" y="82"/>
                </a:cubicBezTo>
                <a:cubicBezTo>
                  <a:pt x="21" y="89"/>
                  <a:pt x="0" y="114"/>
                  <a:pt x="0" y="145"/>
                </a:cubicBezTo>
                <a:cubicBezTo>
                  <a:pt x="0" y="180"/>
                  <a:pt x="29" y="209"/>
                  <a:pt x="64" y="209"/>
                </a:cubicBezTo>
                <a:cubicBezTo>
                  <a:pt x="289" y="209"/>
                  <a:pt x="289" y="209"/>
                  <a:pt x="289" y="209"/>
                </a:cubicBezTo>
                <a:cubicBezTo>
                  <a:pt x="325" y="209"/>
                  <a:pt x="353" y="180"/>
                  <a:pt x="353" y="145"/>
                </a:cubicBezTo>
                <a:cubicBezTo>
                  <a:pt x="353" y="115"/>
                  <a:pt x="333" y="90"/>
                  <a:pt x="305" y="83"/>
                </a:cubicBezTo>
                <a:moveTo>
                  <a:pt x="289" y="193"/>
                </a:moveTo>
                <a:cubicBezTo>
                  <a:pt x="64" y="193"/>
                  <a:pt x="64" y="193"/>
                  <a:pt x="64" y="193"/>
                </a:cubicBezTo>
                <a:cubicBezTo>
                  <a:pt x="38" y="193"/>
                  <a:pt x="16" y="171"/>
                  <a:pt x="16" y="145"/>
                </a:cubicBezTo>
                <a:cubicBezTo>
                  <a:pt x="16" y="122"/>
                  <a:pt x="31" y="103"/>
                  <a:pt x="53" y="98"/>
                </a:cubicBezTo>
                <a:cubicBezTo>
                  <a:pt x="60" y="97"/>
                  <a:pt x="64" y="91"/>
                  <a:pt x="65" y="85"/>
                </a:cubicBezTo>
                <a:cubicBezTo>
                  <a:pt x="71" y="46"/>
                  <a:pt x="105" y="16"/>
                  <a:pt x="145" y="16"/>
                </a:cubicBezTo>
                <a:cubicBezTo>
                  <a:pt x="172" y="16"/>
                  <a:pt x="189" y="22"/>
                  <a:pt x="204" y="45"/>
                </a:cubicBezTo>
                <a:cubicBezTo>
                  <a:pt x="206" y="49"/>
                  <a:pt x="219" y="60"/>
                  <a:pt x="223" y="60"/>
                </a:cubicBezTo>
                <a:cubicBezTo>
                  <a:pt x="224" y="60"/>
                  <a:pt x="225" y="60"/>
                  <a:pt x="225" y="60"/>
                </a:cubicBezTo>
                <a:cubicBezTo>
                  <a:pt x="229" y="60"/>
                  <a:pt x="233" y="59"/>
                  <a:pt x="236" y="56"/>
                </a:cubicBezTo>
                <a:cubicBezTo>
                  <a:pt x="242" y="51"/>
                  <a:pt x="249" y="48"/>
                  <a:pt x="257" y="48"/>
                </a:cubicBezTo>
                <a:cubicBezTo>
                  <a:pt x="275" y="48"/>
                  <a:pt x="289" y="63"/>
                  <a:pt x="289" y="81"/>
                </a:cubicBezTo>
                <a:cubicBezTo>
                  <a:pt x="289" y="82"/>
                  <a:pt x="289" y="82"/>
                  <a:pt x="289" y="82"/>
                </a:cubicBezTo>
                <a:cubicBezTo>
                  <a:pt x="289" y="90"/>
                  <a:pt x="294" y="96"/>
                  <a:pt x="301" y="98"/>
                </a:cubicBezTo>
                <a:cubicBezTo>
                  <a:pt x="323" y="104"/>
                  <a:pt x="337" y="123"/>
                  <a:pt x="337" y="145"/>
                </a:cubicBezTo>
                <a:cubicBezTo>
                  <a:pt x="337" y="171"/>
                  <a:pt x="316" y="193"/>
                  <a:pt x="289" y="193"/>
                </a:cubicBezTo>
                <a:moveTo>
                  <a:pt x="249" y="225"/>
                </a:moveTo>
                <a:cubicBezTo>
                  <a:pt x="245" y="225"/>
                  <a:pt x="241" y="229"/>
                  <a:pt x="241" y="233"/>
                </a:cubicBezTo>
                <a:cubicBezTo>
                  <a:pt x="241" y="281"/>
                  <a:pt x="241" y="281"/>
                  <a:pt x="241" y="281"/>
                </a:cubicBezTo>
                <a:cubicBezTo>
                  <a:pt x="241" y="286"/>
                  <a:pt x="245" y="289"/>
                  <a:pt x="249" y="289"/>
                </a:cubicBezTo>
                <a:cubicBezTo>
                  <a:pt x="254" y="289"/>
                  <a:pt x="257" y="286"/>
                  <a:pt x="257" y="281"/>
                </a:cubicBezTo>
                <a:cubicBezTo>
                  <a:pt x="257" y="233"/>
                  <a:pt x="257" y="233"/>
                  <a:pt x="257" y="233"/>
                </a:cubicBezTo>
                <a:cubicBezTo>
                  <a:pt x="257" y="229"/>
                  <a:pt x="254" y="225"/>
                  <a:pt x="249" y="225"/>
                </a:cubicBezTo>
                <a:moveTo>
                  <a:pt x="297" y="225"/>
                </a:moveTo>
                <a:cubicBezTo>
                  <a:pt x="293" y="225"/>
                  <a:pt x="289" y="229"/>
                  <a:pt x="289" y="233"/>
                </a:cubicBezTo>
                <a:cubicBezTo>
                  <a:pt x="289" y="265"/>
                  <a:pt x="289" y="265"/>
                  <a:pt x="289" y="265"/>
                </a:cubicBezTo>
                <a:cubicBezTo>
                  <a:pt x="289" y="270"/>
                  <a:pt x="293" y="273"/>
                  <a:pt x="297" y="273"/>
                </a:cubicBezTo>
                <a:cubicBezTo>
                  <a:pt x="302" y="273"/>
                  <a:pt x="305" y="270"/>
                  <a:pt x="305" y="265"/>
                </a:cubicBezTo>
                <a:cubicBezTo>
                  <a:pt x="305" y="233"/>
                  <a:pt x="305" y="233"/>
                  <a:pt x="305" y="233"/>
                </a:cubicBezTo>
                <a:cubicBezTo>
                  <a:pt x="305" y="229"/>
                  <a:pt x="302" y="225"/>
                  <a:pt x="297" y="225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0" name="Freeform 10"/>
          <p:cNvSpPr>
            <a:spLocks noEditPoints="1"/>
          </p:cNvSpPr>
          <p:nvPr/>
        </p:nvSpPr>
        <p:spPr bwMode="auto">
          <a:xfrm>
            <a:off x="6358468" y="912284"/>
            <a:ext cx="575733" cy="575733"/>
          </a:xfrm>
          <a:custGeom>
            <a:avLst/>
            <a:gdLst>
              <a:gd name="T0" fmla="*/ 128 w 353"/>
              <a:gd name="T1" fmla="*/ 225 h 353"/>
              <a:gd name="T2" fmla="*/ 112 w 353"/>
              <a:gd name="T3" fmla="*/ 241 h 353"/>
              <a:gd name="T4" fmla="*/ 128 w 353"/>
              <a:gd name="T5" fmla="*/ 257 h 353"/>
              <a:gd name="T6" fmla="*/ 144 w 353"/>
              <a:gd name="T7" fmla="*/ 241 h 353"/>
              <a:gd name="T8" fmla="*/ 128 w 353"/>
              <a:gd name="T9" fmla="*/ 225 h 353"/>
              <a:gd name="T10" fmla="*/ 80 w 353"/>
              <a:gd name="T11" fmla="*/ 305 h 353"/>
              <a:gd name="T12" fmla="*/ 64 w 353"/>
              <a:gd name="T13" fmla="*/ 321 h 353"/>
              <a:gd name="T14" fmla="*/ 80 w 353"/>
              <a:gd name="T15" fmla="*/ 337 h 353"/>
              <a:gd name="T16" fmla="*/ 96 w 353"/>
              <a:gd name="T17" fmla="*/ 321 h 353"/>
              <a:gd name="T18" fmla="*/ 80 w 353"/>
              <a:gd name="T19" fmla="*/ 305 h 353"/>
              <a:gd name="T20" fmla="*/ 48 w 353"/>
              <a:gd name="T21" fmla="*/ 257 h 353"/>
              <a:gd name="T22" fmla="*/ 32 w 353"/>
              <a:gd name="T23" fmla="*/ 273 h 353"/>
              <a:gd name="T24" fmla="*/ 48 w 353"/>
              <a:gd name="T25" fmla="*/ 289 h 353"/>
              <a:gd name="T26" fmla="*/ 64 w 353"/>
              <a:gd name="T27" fmla="*/ 273 h 353"/>
              <a:gd name="T28" fmla="*/ 48 w 353"/>
              <a:gd name="T29" fmla="*/ 257 h 353"/>
              <a:gd name="T30" fmla="*/ 176 w 353"/>
              <a:gd name="T31" fmla="*/ 289 h 353"/>
              <a:gd name="T32" fmla="*/ 160 w 353"/>
              <a:gd name="T33" fmla="*/ 305 h 353"/>
              <a:gd name="T34" fmla="*/ 176 w 353"/>
              <a:gd name="T35" fmla="*/ 321 h 353"/>
              <a:gd name="T36" fmla="*/ 192 w 353"/>
              <a:gd name="T37" fmla="*/ 305 h 353"/>
              <a:gd name="T38" fmla="*/ 176 w 353"/>
              <a:gd name="T39" fmla="*/ 289 h 353"/>
              <a:gd name="T40" fmla="*/ 256 w 353"/>
              <a:gd name="T41" fmla="*/ 257 h 353"/>
              <a:gd name="T42" fmla="*/ 240 w 353"/>
              <a:gd name="T43" fmla="*/ 241 h 353"/>
              <a:gd name="T44" fmla="*/ 224 w 353"/>
              <a:gd name="T45" fmla="*/ 257 h 353"/>
              <a:gd name="T46" fmla="*/ 240 w 353"/>
              <a:gd name="T47" fmla="*/ 273 h 353"/>
              <a:gd name="T48" fmla="*/ 256 w 353"/>
              <a:gd name="T49" fmla="*/ 257 h 353"/>
              <a:gd name="T50" fmla="*/ 305 w 353"/>
              <a:gd name="T51" fmla="*/ 83 h 353"/>
              <a:gd name="T52" fmla="*/ 305 w 353"/>
              <a:gd name="T53" fmla="*/ 81 h 353"/>
              <a:gd name="T54" fmla="*/ 256 w 353"/>
              <a:gd name="T55" fmla="*/ 32 h 353"/>
              <a:gd name="T56" fmla="*/ 225 w 353"/>
              <a:gd name="T57" fmla="*/ 44 h 353"/>
              <a:gd name="T58" fmla="*/ 144 w 353"/>
              <a:gd name="T59" fmla="*/ 0 h 353"/>
              <a:gd name="T60" fmla="*/ 49 w 353"/>
              <a:gd name="T61" fmla="*/ 82 h 353"/>
              <a:gd name="T62" fmla="*/ 0 w 353"/>
              <a:gd name="T63" fmla="*/ 145 h 353"/>
              <a:gd name="T64" fmla="*/ 64 w 353"/>
              <a:gd name="T65" fmla="*/ 209 h 353"/>
              <a:gd name="T66" fmla="*/ 289 w 353"/>
              <a:gd name="T67" fmla="*/ 209 h 353"/>
              <a:gd name="T68" fmla="*/ 353 w 353"/>
              <a:gd name="T69" fmla="*/ 145 h 353"/>
              <a:gd name="T70" fmla="*/ 305 w 353"/>
              <a:gd name="T71" fmla="*/ 83 h 353"/>
              <a:gd name="T72" fmla="*/ 289 w 353"/>
              <a:gd name="T73" fmla="*/ 193 h 353"/>
              <a:gd name="T74" fmla="*/ 64 w 353"/>
              <a:gd name="T75" fmla="*/ 193 h 353"/>
              <a:gd name="T76" fmla="*/ 16 w 353"/>
              <a:gd name="T77" fmla="*/ 145 h 353"/>
              <a:gd name="T78" fmla="*/ 53 w 353"/>
              <a:gd name="T79" fmla="*/ 98 h 353"/>
              <a:gd name="T80" fmla="*/ 65 w 353"/>
              <a:gd name="T81" fmla="*/ 85 h 353"/>
              <a:gd name="T82" fmla="*/ 144 w 353"/>
              <a:gd name="T83" fmla="*/ 16 h 353"/>
              <a:gd name="T84" fmla="*/ 203 w 353"/>
              <a:gd name="T85" fmla="*/ 45 h 353"/>
              <a:gd name="T86" fmla="*/ 223 w 353"/>
              <a:gd name="T87" fmla="*/ 60 h 353"/>
              <a:gd name="T88" fmla="*/ 225 w 353"/>
              <a:gd name="T89" fmla="*/ 60 h 353"/>
              <a:gd name="T90" fmla="*/ 235 w 353"/>
              <a:gd name="T91" fmla="*/ 56 h 353"/>
              <a:gd name="T92" fmla="*/ 256 w 353"/>
              <a:gd name="T93" fmla="*/ 48 h 353"/>
              <a:gd name="T94" fmla="*/ 289 w 353"/>
              <a:gd name="T95" fmla="*/ 81 h 353"/>
              <a:gd name="T96" fmla="*/ 288 w 353"/>
              <a:gd name="T97" fmla="*/ 82 h 353"/>
              <a:gd name="T98" fmla="*/ 301 w 353"/>
              <a:gd name="T99" fmla="*/ 98 h 353"/>
              <a:gd name="T100" fmla="*/ 337 w 353"/>
              <a:gd name="T101" fmla="*/ 145 h 353"/>
              <a:gd name="T102" fmla="*/ 289 w 353"/>
              <a:gd name="T103" fmla="*/ 193 h 353"/>
              <a:gd name="T104" fmla="*/ 305 w 353"/>
              <a:gd name="T105" fmla="*/ 273 h 353"/>
              <a:gd name="T106" fmla="*/ 289 w 353"/>
              <a:gd name="T107" fmla="*/ 289 h 353"/>
              <a:gd name="T108" fmla="*/ 305 w 353"/>
              <a:gd name="T109" fmla="*/ 305 h 353"/>
              <a:gd name="T110" fmla="*/ 321 w 353"/>
              <a:gd name="T111" fmla="*/ 289 h 353"/>
              <a:gd name="T112" fmla="*/ 305 w 353"/>
              <a:gd name="T113" fmla="*/ 273 h 353"/>
              <a:gd name="T114" fmla="*/ 256 w 353"/>
              <a:gd name="T115" fmla="*/ 321 h 353"/>
              <a:gd name="T116" fmla="*/ 240 w 353"/>
              <a:gd name="T117" fmla="*/ 337 h 353"/>
              <a:gd name="T118" fmla="*/ 256 w 353"/>
              <a:gd name="T119" fmla="*/ 353 h 353"/>
              <a:gd name="T120" fmla="*/ 273 w 353"/>
              <a:gd name="T121" fmla="*/ 337 h 353"/>
              <a:gd name="T122" fmla="*/ 256 w 353"/>
              <a:gd name="T123" fmla="*/ 321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353" h="353">
                <a:moveTo>
                  <a:pt x="128" y="225"/>
                </a:moveTo>
                <a:cubicBezTo>
                  <a:pt x="119" y="225"/>
                  <a:pt x="112" y="232"/>
                  <a:pt x="112" y="241"/>
                </a:cubicBezTo>
                <a:cubicBezTo>
                  <a:pt x="112" y="250"/>
                  <a:pt x="119" y="257"/>
                  <a:pt x="128" y="257"/>
                </a:cubicBezTo>
                <a:cubicBezTo>
                  <a:pt x="137" y="257"/>
                  <a:pt x="144" y="250"/>
                  <a:pt x="144" y="241"/>
                </a:cubicBezTo>
                <a:cubicBezTo>
                  <a:pt x="144" y="232"/>
                  <a:pt x="137" y="225"/>
                  <a:pt x="128" y="225"/>
                </a:cubicBezTo>
                <a:moveTo>
                  <a:pt x="80" y="305"/>
                </a:moveTo>
                <a:cubicBezTo>
                  <a:pt x="71" y="305"/>
                  <a:pt x="64" y="313"/>
                  <a:pt x="64" y="321"/>
                </a:cubicBezTo>
                <a:cubicBezTo>
                  <a:pt x="64" y="330"/>
                  <a:pt x="71" y="337"/>
                  <a:pt x="80" y="337"/>
                </a:cubicBezTo>
                <a:cubicBezTo>
                  <a:pt x="89" y="337"/>
                  <a:pt x="96" y="330"/>
                  <a:pt x="96" y="321"/>
                </a:cubicBezTo>
                <a:cubicBezTo>
                  <a:pt x="96" y="313"/>
                  <a:pt x="89" y="305"/>
                  <a:pt x="80" y="305"/>
                </a:cubicBezTo>
                <a:moveTo>
                  <a:pt x="48" y="257"/>
                </a:moveTo>
                <a:cubicBezTo>
                  <a:pt x="39" y="257"/>
                  <a:pt x="32" y="264"/>
                  <a:pt x="32" y="273"/>
                </a:cubicBezTo>
                <a:cubicBezTo>
                  <a:pt x="32" y="282"/>
                  <a:pt x="39" y="289"/>
                  <a:pt x="48" y="289"/>
                </a:cubicBezTo>
                <a:cubicBezTo>
                  <a:pt x="57" y="289"/>
                  <a:pt x="64" y="282"/>
                  <a:pt x="64" y="273"/>
                </a:cubicBezTo>
                <a:cubicBezTo>
                  <a:pt x="64" y="264"/>
                  <a:pt x="57" y="257"/>
                  <a:pt x="48" y="257"/>
                </a:cubicBezTo>
                <a:moveTo>
                  <a:pt x="176" y="289"/>
                </a:moveTo>
                <a:cubicBezTo>
                  <a:pt x="167" y="289"/>
                  <a:pt x="160" y="296"/>
                  <a:pt x="160" y="305"/>
                </a:cubicBezTo>
                <a:cubicBezTo>
                  <a:pt x="160" y="314"/>
                  <a:pt x="167" y="321"/>
                  <a:pt x="176" y="321"/>
                </a:cubicBezTo>
                <a:cubicBezTo>
                  <a:pt x="185" y="321"/>
                  <a:pt x="192" y="314"/>
                  <a:pt x="192" y="305"/>
                </a:cubicBezTo>
                <a:cubicBezTo>
                  <a:pt x="192" y="296"/>
                  <a:pt x="185" y="289"/>
                  <a:pt x="176" y="289"/>
                </a:cubicBezTo>
                <a:moveTo>
                  <a:pt x="256" y="257"/>
                </a:moveTo>
                <a:cubicBezTo>
                  <a:pt x="256" y="248"/>
                  <a:pt x="249" y="241"/>
                  <a:pt x="240" y="241"/>
                </a:cubicBezTo>
                <a:cubicBezTo>
                  <a:pt x="232" y="241"/>
                  <a:pt x="224" y="248"/>
                  <a:pt x="224" y="257"/>
                </a:cubicBezTo>
                <a:cubicBezTo>
                  <a:pt x="224" y="266"/>
                  <a:pt x="232" y="273"/>
                  <a:pt x="240" y="273"/>
                </a:cubicBezTo>
                <a:cubicBezTo>
                  <a:pt x="249" y="273"/>
                  <a:pt x="256" y="266"/>
                  <a:pt x="256" y="257"/>
                </a:cubicBezTo>
                <a:moveTo>
                  <a:pt x="305" y="83"/>
                </a:moveTo>
                <a:cubicBezTo>
                  <a:pt x="305" y="82"/>
                  <a:pt x="305" y="81"/>
                  <a:pt x="305" y="81"/>
                </a:cubicBezTo>
                <a:cubicBezTo>
                  <a:pt x="305" y="54"/>
                  <a:pt x="283" y="32"/>
                  <a:pt x="256" y="32"/>
                </a:cubicBezTo>
                <a:cubicBezTo>
                  <a:pt x="244" y="32"/>
                  <a:pt x="233" y="37"/>
                  <a:pt x="225" y="44"/>
                </a:cubicBezTo>
                <a:cubicBezTo>
                  <a:pt x="208" y="18"/>
                  <a:pt x="178" y="0"/>
                  <a:pt x="144" y="0"/>
                </a:cubicBezTo>
                <a:cubicBezTo>
                  <a:pt x="96" y="0"/>
                  <a:pt x="56" y="36"/>
                  <a:pt x="49" y="82"/>
                </a:cubicBezTo>
                <a:cubicBezTo>
                  <a:pt x="21" y="89"/>
                  <a:pt x="0" y="114"/>
                  <a:pt x="0" y="145"/>
                </a:cubicBezTo>
                <a:cubicBezTo>
                  <a:pt x="0" y="180"/>
                  <a:pt x="28" y="209"/>
                  <a:pt x="64" y="209"/>
                </a:cubicBezTo>
                <a:cubicBezTo>
                  <a:pt x="289" y="209"/>
                  <a:pt x="289" y="209"/>
                  <a:pt x="289" y="209"/>
                </a:cubicBezTo>
                <a:cubicBezTo>
                  <a:pt x="324" y="209"/>
                  <a:pt x="353" y="180"/>
                  <a:pt x="353" y="145"/>
                </a:cubicBezTo>
                <a:cubicBezTo>
                  <a:pt x="353" y="115"/>
                  <a:pt x="332" y="90"/>
                  <a:pt x="305" y="83"/>
                </a:cubicBezTo>
                <a:moveTo>
                  <a:pt x="289" y="193"/>
                </a:moveTo>
                <a:cubicBezTo>
                  <a:pt x="64" y="193"/>
                  <a:pt x="64" y="193"/>
                  <a:pt x="64" y="193"/>
                </a:cubicBezTo>
                <a:cubicBezTo>
                  <a:pt x="37" y="193"/>
                  <a:pt x="16" y="171"/>
                  <a:pt x="16" y="145"/>
                </a:cubicBezTo>
                <a:cubicBezTo>
                  <a:pt x="16" y="122"/>
                  <a:pt x="31" y="103"/>
                  <a:pt x="53" y="98"/>
                </a:cubicBezTo>
                <a:cubicBezTo>
                  <a:pt x="59" y="96"/>
                  <a:pt x="64" y="91"/>
                  <a:pt x="65" y="85"/>
                </a:cubicBezTo>
                <a:cubicBezTo>
                  <a:pt x="71" y="46"/>
                  <a:pt x="105" y="16"/>
                  <a:pt x="144" y="16"/>
                </a:cubicBezTo>
                <a:cubicBezTo>
                  <a:pt x="171" y="16"/>
                  <a:pt x="188" y="22"/>
                  <a:pt x="203" y="45"/>
                </a:cubicBezTo>
                <a:cubicBezTo>
                  <a:pt x="206" y="49"/>
                  <a:pt x="218" y="60"/>
                  <a:pt x="223" y="60"/>
                </a:cubicBezTo>
                <a:cubicBezTo>
                  <a:pt x="223" y="60"/>
                  <a:pt x="225" y="60"/>
                  <a:pt x="225" y="60"/>
                </a:cubicBezTo>
                <a:cubicBezTo>
                  <a:pt x="229" y="60"/>
                  <a:pt x="232" y="59"/>
                  <a:pt x="235" y="56"/>
                </a:cubicBezTo>
                <a:cubicBezTo>
                  <a:pt x="241" y="51"/>
                  <a:pt x="249" y="48"/>
                  <a:pt x="256" y="48"/>
                </a:cubicBezTo>
                <a:cubicBezTo>
                  <a:pt x="274" y="48"/>
                  <a:pt x="289" y="63"/>
                  <a:pt x="289" y="81"/>
                </a:cubicBezTo>
                <a:cubicBezTo>
                  <a:pt x="288" y="82"/>
                  <a:pt x="288" y="82"/>
                  <a:pt x="288" y="82"/>
                </a:cubicBezTo>
                <a:cubicBezTo>
                  <a:pt x="288" y="89"/>
                  <a:pt x="293" y="96"/>
                  <a:pt x="301" y="98"/>
                </a:cubicBezTo>
                <a:cubicBezTo>
                  <a:pt x="322" y="104"/>
                  <a:pt x="337" y="123"/>
                  <a:pt x="337" y="145"/>
                </a:cubicBezTo>
                <a:cubicBezTo>
                  <a:pt x="337" y="171"/>
                  <a:pt x="315" y="193"/>
                  <a:pt x="289" y="193"/>
                </a:cubicBezTo>
                <a:moveTo>
                  <a:pt x="305" y="273"/>
                </a:moveTo>
                <a:cubicBezTo>
                  <a:pt x="296" y="273"/>
                  <a:pt x="289" y="280"/>
                  <a:pt x="289" y="289"/>
                </a:cubicBezTo>
                <a:cubicBezTo>
                  <a:pt x="289" y="298"/>
                  <a:pt x="296" y="305"/>
                  <a:pt x="305" y="305"/>
                </a:cubicBezTo>
                <a:cubicBezTo>
                  <a:pt x="313" y="305"/>
                  <a:pt x="321" y="298"/>
                  <a:pt x="321" y="289"/>
                </a:cubicBezTo>
                <a:cubicBezTo>
                  <a:pt x="321" y="280"/>
                  <a:pt x="313" y="273"/>
                  <a:pt x="305" y="273"/>
                </a:cubicBezTo>
                <a:moveTo>
                  <a:pt x="256" y="321"/>
                </a:moveTo>
                <a:cubicBezTo>
                  <a:pt x="248" y="321"/>
                  <a:pt x="240" y="329"/>
                  <a:pt x="240" y="337"/>
                </a:cubicBezTo>
                <a:cubicBezTo>
                  <a:pt x="240" y="346"/>
                  <a:pt x="248" y="353"/>
                  <a:pt x="256" y="353"/>
                </a:cubicBezTo>
                <a:cubicBezTo>
                  <a:pt x="265" y="353"/>
                  <a:pt x="273" y="346"/>
                  <a:pt x="273" y="337"/>
                </a:cubicBezTo>
                <a:cubicBezTo>
                  <a:pt x="273" y="329"/>
                  <a:pt x="265" y="321"/>
                  <a:pt x="256" y="321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1" name="Freeform 11"/>
          <p:cNvSpPr>
            <a:spLocks noEditPoints="1"/>
          </p:cNvSpPr>
          <p:nvPr/>
        </p:nvSpPr>
        <p:spPr bwMode="auto">
          <a:xfrm>
            <a:off x="7457018" y="912284"/>
            <a:ext cx="575733" cy="575733"/>
          </a:xfrm>
          <a:custGeom>
            <a:avLst/>
            <a:gdLst>
              <a:gd name="T0" fmla="*/ 193 w 353"/>
              <a:gd name="T1" fmla="*/ 249 h 353"/>
              <a:gd name="T2" fmla="*/ 185 w 353"/>
              <a:gd name="T3" fmla="*/ 241 h 353"/>
              <a:gd name="T4" fmla="*/ 179 w 353"/>
              <a:gd name="T5" fmla="*/ 243 h 353"/>
              <a:gd name="T6" fmla="*/ 131 w 353"/>
              <a:gd name="T7" fmla="*/ 292 h 353"/>
              <a:gd name="T8" fmla="*/ 128 w 353"/>
              <a:gd name="T9" fmla="*/ 297 h 353"/>
              <a:gd name="T10" fmla="*/ 136 w 353"/>
              <a:gd name="T11" fmla="*/ 305 h 353"/>
              <a:gd name="T12" fmla="*/ 165 w 353"/>
              <a:gd name="T13" fmla="*/ 305 h 353"/>
              <a:gd name="T14" fmla="*/ 131 w 353"/>
              <a:gd name="T15" fmla="*/ 340 h 353"/>
              <a:gd name="T16" fmla="*/ 128 w 353"/>
              <a:gd name="T17" fmla="*/ 345 h 353"/>
              <a:gd name="T18" fmla="*/ 136 w 353"/>
              <a:gd name="T19" fmla="*/ 353 h 353"/>
              <a:gd name="T20" fmla="*/ 142 w 353"/>
              <a:gd name="T21" fmla="*/ 351 h 353"/>
              <a:gd name="T22" fmla="*/ 190 w 353"/>
              <a:gd name="T23" fmla="*/ 303 h 353"/>
              <a:gd name="T24" fmla="*/ 193 w 353"/>
              <a:gd name="T25" fmla="*/ 297 h 353"/>
              <a:gd name="T26" fmla="*/ 185 w 353"/>
              <a:gd name="T27" fmla="*/ 289 h 353"/>
              <a:gd name="T28" fmla="*/ 185 w 353"/>
              <a:gd name="T29" fmla="*/ 289 h 353"/>
              <a:gd name="T30" fmla="*/ 156 w 353"/>
              <a:gd name="T31" fmla="*/ 289 h 353"/>
              <a:gd name="T32" fmla="*/ 190 w 353"/>
              <a:gd name="T33" fmla="*/ 255 h 353"/>
              <a:gd name="T34" fmla="*/ 193 w 353"/>
              <a:gd name="T35" fmla="*/ 249 h 353"/>
              <a:gd name="T36" fmla="*/ 104 w 353"/>
              <a:gd name="T37" fmla="*/ 257 h 353"/>
              <a:gd name="T38" fmla="*/ 99 w 353"/>
              <a:gd name="T39" fmla="*/ 260 h 353"/>
              <a:gd name="T40" fmla="*/ 50 w 353"/>
              <a:gd name="T41" fmla="*/ 308 h 353"/>
              <a:gd name="T42" fmla="*/ 48 w 353"/>
              <a:gd name="T43" fmla="*/ 313 h 353"/>
              <a:gd name="T44" fmla="*/ 56 w 353"/>
              <a:gd name="T45" fmla="*/ 321 h 353"/>
              <a:gd name="T46" fmla="*/ 62 w 353"/>
              <a:gd name="T47" fmla="*/ 319 h 353"/>
              <a:gd name="T48" fmla="*/ 110 w 353"/>
              <a:gd name="T49" fmla="*/ 271 h 353"/>
              <a:gd name="T50" fmla="*/ 112 w 353"/>
              <a:gd name="T51" fmla="*/ 265 h 353"/>
              <a:gd name="T52" fmla="*/ 104 w 353"/>
              <a:gd name="T53" fmla="*/ 257 h 353"/>
              <a:gd name="T54" fmla="*/ 305 w 353"/>
              <a:gd name="T55" fmla="*/ 83 h 353"/>
              <a:gd name="T56" fmla="*/ 305 w 353"/>
              <a:gd name="T57" fmla="*/ 81 h 353"/>
              <a:gd name="T58" fmla="*/ 257 w 353"/>
              <a:gd name="T59" fmla="*/ 32 h 353"/>
              <a:gd name="T60" fmla="*/ 225 w 353"/>
              <a:gd name="T61" fmla="*/ 44 h 353"/>
              <a:gd name="T62" fmla="*/ 144 w 353"/>
              <a:gd name="T63" fmla="*/ 0 h 353"/>
              <a:gd name="T64" fmla="*/ 49 w 353"/>
              <a:gd name="T65" fmla="*/ 82 h 353"/>
              <a:gd name="T66" fmla="*/ 0 w 353"/>
              <a:gd name="T67" fmla="*/ 145 h 353"/>
              <a:gd name="T68" fmla="*/ 64 w 353"/>
              <a:gd name="T69" fmla="*/ 209 h 353"/>
              <a:gd name="T70" fmla="*/ 289 w 353"/>
              <a:gd name="T71" fmla="*/ 209 h 353"/>
              <a:gd name="T72" fmla="*/ 353 w 353"/>
              <a:gd name="T73" fmla="*/ 145 h 353"/>
              <a:gd name="T74" fmla="*/ 305 w 353"/>
              <a:gd name="T75" fmla="*/ 83 h 353"/>
              <a:gd name="T76" fmla="*/ 289 w 353"/>
              <a:gd name="T77" fmla="*/ 193 h 353"/>
              <a:gd name="T78" fmla="*/ 64 w 353"/>
              <a:gd name="T79" fmla="*/ 193 h 353"/>
              <a:gd name="T80" fmla="*/ 16 w 353"/>
              <a:gd name="T81" fmla="*/ 145 h 353"/>
              <a:gd name="T82" fmla="*/ 53 w 353"/>
              <a:gd name="T83" fmla="*/ 98 h 353"/>
              <a:gd name="T84" fmla="*/ 65 w 353"/>
              <a:gd name="T85" fmla="*/ 85 h 353"/>
              <a:gd name="T86" fmla="*/ 144 w 353"/>
              <a:gd name="T87" fmla="*/ 16 h 353"/>
              <a:gd name="T88" fmla="*/ 204 w 353"/>
              <a:gd name="T89" fmla="*/ 45 h 353"/>
              <a:gd name="T90" fmla="*/ 223 w 353"/>
              <a:gd name="T91" fmla="*/ 60 h 353"/>
              <a:gd name="T92" fmla="*/ 225 w 353"/>
              <a:gd name="T93" fmla="*/ 60 h 353"/>
              <a:gd name="T94" fmla="*/ 236 w 353"/>
              <a:gd name="T95" fmla="*/ 56 h 353"/>
              <a:gd name="T96" fmla="*/ 257 w 353"/>
              <a:gd name="T97" fmla="*/ 48 h 353"/>
              <a:gd name="T98" fmla="*/ 289 w 353"/>
              <a:gd name="T99" fmla="*/ 81 h 353"/>
              <a:gd name="T100" fmla="*/ 289 w 353"/>
              <a:gd name="T101" fmla="*/ 82 h 353"/>
              <a:gd name="T102" fmla="*/ 301 w 353"/>
              <a:gd name="T103" fmla="*/ 98 h 353"/>
              <a:gd name="T104" fmla="*/ 337 w 353"/>
              <a:gd name="T105" fmla="*/ 145 h 353"/>
              <a:gd name="T106" fmla="*/ 289 w 353"/>
              <a:gd name="T107" fmla="*/ 193 h 353"/>
              <a:gd name="T108" fmla="*/ 273 w 353"/>
              <a:gd name="T109" fmla="*/ 257 h 353"/>
              <a:gd name="T110" fmla="*/ 267 w 353"/>
              <a:gd name="T111" fmla="*/ 260 h 353"/>
              <a:gd name="T112" fmla="*/ 219 w 353"/>
              <a:gd name="T113" fmla="*/ 308 h 353"/>
              <a:gd name="T114" fmla="*/ 217 w 353"/>
              <a:gd name="T115" fmla="*/ 313 h 353"/>
              <a:gd name="T116" fmla="*/ 225 w 353"/>
              <a:gd name="T117" fmla="*/ 321 h 353"/>
              <a:gd name="T118" fmla="*/ 230 w 353"/>
              <a:gd name="T119" fmla="*/ 319 h 353"/>
              <a:gd name="T120" fmla="*/ 279 w 353"/>
              <a:gd name="T121" fmla="*/ 271 h 353"/>
              <a:gd name="T122" fmla="*/ 281 w 353"/>
              <a:gd name="T123" fmla="*/ 265 h 353"/>
              <a:gd name="T124" fmla="*/ 273 w 353"/>
              <a:gd name="T125" fmla="*/ 257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53" h="353">
                <a:moveTo>
                  <a:pt x="193" y="249"/>
                </a:moveTo>
                <a:cubicBezTo>
                  <a:pt x="193" y="245"/>
                  <a:pt x="189" y="241"/>
                  <a:pt x="185" y="241"/>
                </a:cubicBezTo>
                <a:cubicBezTo>
                  <a:pt x="182" y="241"/>
                  <a:pt x="180" y="242"/>
                  <a:pt x="179" y="243"/>
                </a:cubicBezTo>
                <a:cubicBezTo>
                  <a:pt x="131" y="292"/>
                  <a:pt x="131" y="292"/>
                  <a:pt x="131" y="292"/>
                </a:cubicBezTo>
                <a:cubicBezTo>
                  <a:pt x="129" y="293"/>
                  <a:pt x="128" y="295"/>
                  <a:pt x="128" y="297"/>
                </a:cubicBezTo>
                <a:cubicBezTo>
                  <a:pt x="128" y="302"/>
                  <a:pt x="132" y="305"/>
                  <a:pt x="136" y="305"/>
                </a:cubicBezTo>
                <a:cubicBezTo>
                  <a:pt x="165" y="305"/>
                  <a:pt x="165" y="305"/>
                  <a:pt x="165" y="305"/>
                </a:cubicBezTo>
                <a:cubicBezTo>
                  <a:pt x="131" y="340"/>
                  <a:pt x="131" y="340"/>
                  <a:pt x="131" y="340"/>
                </a:cubicBezTo>
                <a:cubicBezTo>
                  <a:pt x="129" y="341"/>
                  <a:pt x="128" y="343"/>
                  <a:pt x="128" y="345"/>
                </a:cubicBezTo>
                <a:cubicBezTo>
                  <a:pt x="128" y="350"/>
                  <a:pt x="132" y="353"/>
                  <a:pt x="136" y="353"/>
                </a:cubicBezTo>
                <a:cubicBezTo>
                  <a:pt x="139" y="353"/>
                  <a:pt x="141" y="353"/>
                  <a:pt x="142" y="351"/>
                </a:cubicBezTo>
                <a:cubicBezTo>
                  <a:pt x="190" y="303"/>
                  <a:pt x="190" y="303"/>
                  <a:pt x="190" y="303"/>
                </a:cubicBezTo>
                <a:cubicBezTo>
                  <a:pt x="192" y="302"/>
                  <a:pt x="193" y="300"/>
                  <a:pt x="193" y="297"/>
                </a:cubicBezTo>
                <a:cubicBezTo>
                  <a:pt x="193" y="293"/>
                  <a:pt x="189" y="289"/>
                  <a:pt x="185" y="289"/>
                </a:cubicBezTo>
                <a:cubicBezTo>
                  <a:pt x="185" y="289"/>
                  <a:pt x="185" y="289"/>
                  <a:pt x="185" y="289"/>
                </a:cubicBezTo>
                <a:cubicBezTo>
                  <a:pt x="156" y="289"/>
                  <a:pt x="156" y="289"/>
                  <a:pt x="156" y="289"/>
                </a:cubicBezTo>
                <a:cubicBezTo>
                  <a:pt x="190" y="255"/>
                  <a:pt x="190" y="255"/>
                  <a:pt x="190" y="255"/>
                </a:cubicBezTo>
                <a:cubicBezTo>
                  <a:pt x="192" y="253"/>
                  <a:pt x="193" y="251"/>
                  <a:pt x="193" y="249"/>
                </a:cubicBezTo>
                <a:moveTo>
                  <a:pt x="104" y="257"/>
                </a:moveTo>
                <a:cubicBezTo>
                  <a:pt x="102" y="257"/>
                  <a:pt x="100" y="258"/>
                  <a:pt x="99" y="260"/>
                </a:cubicBezTo>
                <a:cubicBezTo>
                  <a:pt x="50" y="308"/>
                  <a:pt x="50" y="308"/>
                  <a:pt x="50" y="308"/>
                </a:cubicBezTo>
                <a:cubicBezTo>
                  <a:pt x="49" y="309"/>
                  <a:pt x="48" y="311"/>
                  <a:pt x="48" y="313"/>
                </a:cubicBezTo>
                <a:cubicBezTo>
                  <a:pt x="48" y="318"/>
                  <a:pt x="52" y="321"/>
                  <a:pt x="56" y="321"/>
                </a:cubicBezTo>
                <a:cubicBezTo>
                  <a:pt x="58" y="321"/>
                  <a:pt x="60" y="320"/>
                  <a:pt x="62" y="319"/>
                </a:cubicBezTo>
                <a:cubicBezTo>
                  <a:pt x="110" y="271"/>
                  <a:pt x="110" y="271"/>
                  <a:pt x="110" y="271"/>
                </a:cubicBezTo>
                <a:cubicBezTo>
                  <a:pt x="111" y="269"/>
                  <a:pt x="112" y="267"/>
                  <a:pt x="112" y="265"/>
                </a:cubicBezTo>
                <a:cubicBezTo>
                  <a:pt x="112" y="261"/>
                  <a:pt x="109" y="257"/>
                  <a:pt x="104" y="257"/>
                </a:cubicBezTo>
                <a:moveTo>
                  <a:pt x="305" y="83"/>
                </a:moveTo>
                <a:cubicBezTo>
                  <a:pt x="305" y="82"/>
                  <a:pt x="305" y="81"/>
                  <a:pt x="305" y="81"/>
                </a:cubicBezTo>
                <a:cubicBezTo>
                  <a:pt x="305" y="54"/>
                  <a:pt x="283" y="32"/>
                  <a:pt x="257" y="32"/>
                </a:cubicBezTo>
                <a:cubicBezTo>
                  <a:pt x="245" y="32"/>
                  <a:pt x="234" y="37"/>
                  <a:pt x="225" y="44"/>
                </a:cubicBezTo>
                <a:cubicBezTo>
                  <a:pt x="208" y="18"/>
                  <a:pt x="178" y="0"/>
                  <a:pt x="144" y="0"/>
                </a:cubicBezTo>
                <a:cubicBezTo>
                  <a:pt x="96" y="0"/>
                  <a:pt x="56" y="36"/>
                  <a:pt x="49" y="82"/>
                </a:cubicBezTo>
                <a:cubicBezTo>
                  <a:pt x="21" y="89"/>
                  <a:pt x="0" y="114"/>
                  <a:pt x="0" y="145"/>
                </a:cubicBezTo>
                <a:cubicBezTo>
                  <a:pt x="0" y="180"/>
                  <a:pt x="29" y="209"/>
                  <a:pt x="64" y="209"/>
                </a:cubicBezTo>
                <a:cubicBezTo>
                  <a:pt x="289" y="209"/>
                  <a:pt x="289" y="209"/>
                  <a:pt x="289" y="209"/>
                </a:cubicBezTo>
                <a:cubicBezTo>
                  <a:pt x="324" y="209"/>
                  <a:pt x="353" y="180"/>
                  <a:pt x="353" y="145"/>
                </a:cubicBezTo>
                <a:cubicBezTo>
                  <a:pt x="353" y="115"/>
                  <a:pt x="333" y="90"/>
                  <a:pt x="305" y="83"/>
                </a:cubicBezTo>
                <a:moveTo>
                  <a:pt x="289" y="193"/>
                </a:moveTo>
                <a:cubicBezTo>
                  <a:pt x="64" y="193"/>
                  <a:pt x="64" y="193"/>
                  <a:pt x="64" y="193"/>
                </a:cubicBezTo>
                <a:cubicBezTo>
                  <a:pt x="38" y="193"/>
                  <a:pt x="16" y="171"/>
                  <a:pt x="16" y="145"/>
                </a:cubicBezTo>
                <a:cubicBezTo>
                  <a:pt x="16" y="122"/>
                  <a:pt x="31" y="103"/>
                  <a:pt x="53" y="98"/>
                </a:cubicBezTo>
                <a:cubicBezTo>
                  <a:pt x="59" y="96"/>
                  <a:pt x="64" y="91"/>
                  <a:pt x="65" y="85"/>
                </a:cubicBezTo>
                <a:cubicBezTo>
                  <a:pt x="71" y="46"/>
                  <a:pt x="105" y="16"/>
                  <a:pt x="144" y="16"/>
                </a:cubicBezTo>
                <a:cubicBezTo>
                  <a:pt x="172" y="16"/>
                  <a:pt x="189" y="22"/>
                  <a:pt x="204" y="45"/>
                </a:cubicBezTo>
                <a:cubicBezTo>
                  <a:pt x="206" y="49"/>
                  <a:pt x="218" y="60"/>
                  <a:pt x="223" y="60"/>
                </a:cubicBezTo>
                <a:cubicBezTo>
                  <a:pt x="224" y="60"/>
                  <a:pt x="225" y="60"/>
                  <a:pt x="225" y="60"/>
                </a:cubicBezTo>
                <a:cubicBezTo>
                  <a:pt x="229" y="60"/>
                  <a:pt x="233" y="59"/>
                  <a:pt x="236" y="56"/>
                </a:cubicBezTo>
                <a:cubicBezTo>
                  <a:pt x="242" y="51"/>
                  <a:pt x="249" y="48"/>
                  <a:pt x="257" y="48"/>
                </a:cubicBezTo>
                <a:cubicBezTo>
                  <a:pt x="274" y="48"/>
                  <a:pt x="289" y="63"/>
                  <a:pt x="289" y="81"/>
                </a:cubicBezTo>
                <a:cubicBezTo>
                  <a:pt x="289" y="82"/>
                  <a:pt x="289" y="82"/>
                  <a:pt x="289" y="82"/>
                </a:cubicBezTo>
                <a:cubicBezTo>
                  <a:pt x="288" y="89"/>
                  <a:pt x="293" y="96"/>
                  <a:pt x="301" y="98"/>
                </a:cubicBezTo>
                <a:cubicBezTo>
                  <a:pt x="322" y="104"/>
                  <a:pt x="337" y="123"/>
                  <a:pt x="337" y="145"/>
                </a:cubicBezTo>
                <a:cubicBezTo>
                  <a:pt x="337" y="171"/>
                  <a:pt x="315" y="193"/>
                  <a:pt x="289" y="193"/>
                </a:cubicBezTo>
                <a:moveTo>
                  <a:pt x="273" y="257"/>
                </a:moveTo>
                <a:cubicBezTo>
                  <a:pt x="271" y="257"/>
                  <a:pt x="269" y="258"/>
                  <a:pt x="267" y="260"/>
                </a:cubicBezTo>
                <a:cubicBezTo>
                  <a:pt x="219" y="308"/>
                  <a:pt x="219" y="308"/>
                  <a:pt x="219" y="308"/>
                </a:cubicBezTo>
                <a:cubicBezTo>
                  <a:pt x="218" y="309"/>
                  <a:pt x="217" y="311"/>
                  <a:pt x="217" y="313"/>
                </a:cubicBezTo>
                <a:cubicBezTo>
                  <a:pt x="217" y="318"/>
                  <a:pt x="220" y="321"/>
                  <a:pt x="225" y="321"/>
                </a:cubicBezTo>
                <a:cubicBezTo>
                  <a:pt x="227" y="321"/>
                  <a:pt x="229" y="320"/>
                  <a:pt x="230" y="319"/>
                </a:cubicBezTo>
                <a:cubicBezTo>
                  <a:pt x="279" y="271"/>
                  <a:pt x="279" y="271"/>
                  <a:pt x="279" y="271"/>
                </a:cubicBezTo>
                <a:cubicBezTo>
                  <a:pt x="280" y="269"/>
                  <a:pt x="281" y="267"/>
                  <a:pt x="281" y="265"/>
                </a:cubicBezTo>
                <a:cubicBezTo>
                  <a:pt x="281" y="261"/>
                  <a:pt x="277" y="257"/>
                  <a:pt x="273" y="257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2" name="Freeform 12"/>
          <p:cNvSpPr>
            <a:spLocks noEditPoints="1"/>
          </p:cNvSpPr>
          <p:nvPr/>
        </p:nvSpPr>
        <p:spPr bwMode="auto">
          <a:xfrm>
            <a:off x="8555568" y="912284"/>
            <a:ext cx="575733" cy="575733"/>
          </a:xfrm>
          <a:custGeom>
            <a:avLst/>
            <a:gdLst>
              <a:gd name="T0" fmla="*/ 193 w 353"/>
              <a:gd name="T1" fmla="*/ 249 h 353"/>
              <a:gd name="T2" fmla="*/ 185 w 353"/>
              <a:gd name="T3" fmla="*/ 241 h 353"/>
              <a:gd name="T4" fmla="*/ 179 w 353"/>
              <a:gd name="T5" fmla="*/ 243 h 353"/>
              <a:gd name="T6" fmla="*/ 131 w 353"/>
              <a:gd name="T7" fmla="*/ 292 h 353"/>
              <a:gd name="T8" fmla="*/ 129 w 353"/>
              <a:gd name="T9" fmla="*/ 297 h 353"/>
              <a:gd name="T10" fmla="*/ 137 w 353"/>
              <a:gd name="T11" fmla="*/ 305 h 353"/>
              <a:gd name="T12" fmla="*/ 165 w 353"/>
              <a:gd name="T13" fmla="*/ 305 h 353"/>
              <a:gd name="T14" fmla="*/ 131 w 353"/>
              <a:gd name="T15" fmla="*/ 340 h 353"/>
              <a:gd name="T16" fmla="*/ 129 w 353"/>
              <a:gd name="T17" fmla="*/ 345 h 353"/>
              <a:gd name="T18" fmla="*/ 137 w 353"/>
              <a:gd name="T19" fmla="*/ 353 h 353"/>
              <a:gd name="T20" fmla="*/ 142 w 353"/>
              <a:gd name="T21" fmla="*/ 351 h 353"/>
              <a:gd name="T22" fmla="*/ 191 w 353"/>
              <a:gd name="T23" fmla="*/ 303 h 353"/>
              <a:gd name="T24" fmla="*/ 193 w 353"/>
              <a:gd name="T25" fmla="*/ 297 h 353"/>
              <a:gd name="T26" fmla="*/ 185 w 353"/>
              <a:gd name="T27" fmla="*/ 289 h 353"/>
              <a:gd name="T28" fmla="*/ 185 w 353"/>
              <a:gd name="T29" fmla="*/ 289 h 353"/>
              <a:gd name="T30" fmla="*/ 156 w 353"/>
              <a:gd name="T31" fmla="*/ 289 h 353"/>
              <a:gd name="T32" fmla="*/ 191 w 353"/>
              <a:gd name="T33" fmla="*/ 255 h 353"/>
              <a:gd name="T34" fmla="*/ 193 w 353"/>
              <a:gd name="T35" fmla="*/ 249 h 353"/>
              <a:gd name="T36" fmla="*/ 305 w 353"/>
              <a:gd name="T37" fmla="*/ 83 h 353"/>
              <a:gd name="T38" fmla="*/ 305 w 353"/>
              <a:gd name="T39" fmla="*/ 81 h 353"/>
              <a:gd name="T40" fmla="*/ 257 w 353"/>
              <a:gd name="T41" fmla="*/ 32 h 353"/>
              <a:gd name="T42" fmla="*/ 225 w 353"/>
              <a:gd name="T43" fmla="*/ 44 h 353"/>
              <a:gd name="T44" fmla="*/ 145 w 353"/>
              <a:gd name="T45" fmla="*/ 0 h 353"/>
              <a:gd name="T46" fmla="*/ 50 w 353"/>
              <a:gd name="T47" fmla="*/ 82 h 353"/>
              <a:gd name="T48" fmla="*/ 0 w 353"/>
              <a:gd name="T49" fmla="*/ 145 h 353"/>
              <a:gd name="T50" fmla="*/ 64 w 353"/>
              <a:gd name="T51" fmla="*/ 209 h 353"/>
              <a:gd name="T52" fmla="*/ 289 w 353"/>
              <a:gd name="T53" fmla="*/ 209 h 353"/>
              <a:gd name="T54" fmla="*/ 353 w 353"/>
              <a:gd name="T55" fmla="*/ 145 h 353"/>
              <a:gd name="T56" fmla="*/ 305 w 353"/>
              <a:gd name="T57" fmla="*/ 83 h 353"/>
              <a:gd name="T58" fmla="*/ 289 w 353"/>
              <a:gd name="T59" fmla="*/ 193 h 353"/>
              <a:gd name="T60" fmla="*/ 64 w 353"/>
              <a:gd name="T61" fmla="*/ 193 h 353"/>
              <a:gd name="T62" fmla="*/ 16 w 353"/>
              <a:gd name="T63" fmla="*/ 145 h 353"/>
              <a:gd name="T64" fmla="*/ 53 w 353"/>
              <a:gd name="T65" fmla="*/ 98 h 353"/>
              <a:gd name="T66" fmla="*/ 65 w 353"/>
              <a:gd name="T67" fmla="*/ 85 h 353"/>
              <a:gd name="T68" fmla="*/ 145 w 353"/>
              <a:gd name="T69" fmla="*/ 16 h 353"/>
              <a:gd name="T70" fmla="*/ 204 w 353"/>
              <a:gd name="T71" fmla="*/ 45 h 353"/>
              <a:gd name="T72" fmla="*/ 223 w 353"/>
              <a:gd name="T73" fmla="*/ 60 h 353"/>
              <a:gd name="T74" fmla="*/ 225 w 353"/>
              <a:gd name="T75" fmla="*/ 60 h 353"/>
              <a:gd name="T76" fmla="*/ 236 w 353"/>
              <a:gd name="T77" fmla="*/ 56 h 353"/>
              <a:gd name="T78" fmla="*/ 257 w 353"/>
              <a:gd name="T79" fmla="*/ 48 h 353"/>
              <a:gd name="T80" fmla="*/ 289 w 353"/>
              <a:gd name="T81" fmla="*/ 81 h 353"/>
              <a:gd name="T82" fmla="*/ 289 w 353"/>
              <a:gd name="T83" fmla="*/ 82 h 353"/>
              <a:gd name="T84" fmla="*/ 301 w 353"/>
              <a:gd name="T85" fmla="*/ 98 h 353"/>
              <a:gd name="T86" fmla="*/ 337 w 353"/>
              <a:gd name="T87" fmla="*/ 145 h 353"/>
              <a:gd name="T88" fmla="*/ 289 w 353"/>
              <a:gd name="T89" fmla="*/ 193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353" h="353">
                <a:moveTo>
                  <a:pt x="193" y="249"/>
                </a:moveTo>
                <a:cubicBezTo>
                  <a:pt x="193" y="245"/>
                  <a:pt x="189" y="241"/>
                  <a:pt x="185" y="241"/>
                </a:cubicBezTo>
                <a:cubicBezTo>
                  <a:pt x="183" y="241"/>
                  <a:pt x="181" y="242"/>
                  <a:pt x="179" y="243"/>
                </a:cubicBezTo>
                <a:cubicBezTo>
                  <a:pt x="131" y="292"/>
                  <a:pt x="131" y="292"/>
                  <a:pt x="131" y="292"/>
                </a:cubicBezTo>
                <a:cubicBezTo>
                  <a:pt x="130" y="293"/>
                  <a:pt x="129" y="295"/>
                  <a:pt x="129" y="297"/>
                </a:cubicBezTo>
                <a:cubicBezTo>
                  <a:pt x="129" y="302"/>
                  <a:pt x="132" y="305"/>
                  <a:pt x="137" y="305"/>
                </a:cubicBezTo>
                <a:cubicBezTo>
                  <a:pt x="165" y="305"/>
                  <a:pt x="165" y="305"/>
                  <a:pt x="165" y="305"/>
                </a:cubicBezTo>
                <a:cubicBezTo>
                  <a:pt x="131" y="340"/>
                  <a:pt x="131" y="340"/>
                  <a:pt x="131" y="340"/>
                </a:cubicBezTo>
                <a:cubicBezTo>
                  <a:pt x="130" y="341"/>
                  <a:pt x="129" y="343"/>
                  <a:pt x="129" y="345"/>
                </a:cubicBezTo>
                <a:cubicBezTo>
                  <a:pt x="129" y="350"/>
                  <a:pt x="132" y="353"/>
                  <a:pt x="137" y="353"/>
                </a:cubicBezTo>
                <a:cubicBezTo>
                  <a:pt x="139" y="353"/>
                  <a:pt x="141" y="353"/>
                  <a:pt x="142" y="351"/>
                </a:cubicBezTo>
                <a:cubicBezTo>
                  <a:pt x="191" y="303"/>
                  <a:pt x="191" y="303"/>
                  <a:pt x="191" y="303"/>
                </a:cubicBezTo>
                <a:cubicBezTo>
                  <a:pt x="192" y="302"/>
                  <a:pt x="193" y="300"/>
                  <a:pt x="193" y="297"/>
                </a:cubicBezTo>
                <a:cubicBezTo>
                  <a:pt x="193" y="293"/>
                  <a:pt x="189" y="289"/>
                  <a:pt x="185" y="289"/>
                </a:cubicBezTo>
                <a:cubicBezTo>
                  <a:pt x="185" y="289"/>
                  <a:pt x="185" y="289"/>
                  <a:pt x="185" y="289"/>
                </a:cubicBezTo>
                <a:cubicBezTo>
                  <a:pt x="156" y="289"/>
                  <a:pt x="156" y="289"/>
                  <a:pt x="156" y="289"/>
                </a:cubicBezTo>
                <a:cubicBezTo>
                  <a:pt x="191" y="255"/>
                  <a:pt x="191" y="255"/>
                  <a:pt x="191" y="255"/>
                </a:cubicBezTo>
                <a:cubicBezTo>
                  <a:pt x="192" y="253"/>
                  <a:pt x="193" y="251"/>
                  <a:pt x="193" y="249"/>
                </a:cubicBezTo>
                <a:moveTo>
                  <a:pt x="305" y="83"/>
                </a:moveTo>
                <a:cubicBezTo>
                  <a:pt x="305" y="82"/>
                  <a:pt x="305" y="81"/>
                  <a:pt x="305" y="81"/>
                </a:cubicBezTo>
                <a:cubicBezTo>
                  <a:pt x="305" y="54"/>
                  <a:pt x="284" y="32"/>
                  <a:pt x="257" y="32"/>
                </a:cubicBezTo>
                <a:cubicBezTo>
                  <a:pt x="245" y="32"/>
                  <a:pt x="234" y="37"/>
                  <a:pt x="225" y="44"/>
                </a:cubicBezTo>
                <a:cubicBezTo>
                  <a:pt x="208" y="18"/>
                  <a:pt x="179" y="0"/>
                  <a:pt x="145" y="0"/>
                </a:cubicBezTo>
                <a:cubicBezTo>
                  <a:pt x="96" y="0"/>
                  <a:pt x="56" y="36"/>
                  <a:pt x="50" y="82"/>
                </a:cubicBezTo>
                <a:cubicBezTo>
                  <a:pt x="21" y="89"/>
                  <a:pt x="0" y="114"/>
                  <a:pt x="0" y="145"/>
                </a:cubicBezTo>
                <a:cubicBezTo>
                  <a:pt x="0" y="180"/>
                  <a:pt x="29" y="209"/>
                  <a:pt x="64" y="209"/>
                </a:cubicBezTo>
                <a:cubicBezTo>
                  <a:pt x="289" y="209"/>
                  <a:pt x="289" y="209"/>
                  <a:pt x="289" y="209"/>
                </a:cubicBezTo>
                <a:cubicBezTo>
                  <a:pt x="325" y="209"/>
                  <a:pt x="353" y="180"/>
                  <a:pt x="353" y="145"/>
                </a:cubicBezTo>
                <a:cubicBezTo>
                  <a:pt x="353" y="115"/>
                  <a:pt x="333" y="90"/>
                  <a:pt x="305" y="83"/>
                </a:cubicBezTo>
                <a:moveTo>
                  <a:pt x="289" y="193"/>
                </a:moveTo>
                <a:cubicBezTo>
                  <a:pt x="64" y="193"/>
                  <a:pt x="64" y="193"/>
                  <a:pt x="64" y="193"/>
                </a:cubicBezTo>
                <a:cubicBezTo>
                  <a:pt x="38" y="193"/>
                  <a:pt x="16" y="171"/>
                  <a:pt x="16" y="145"/>
                </a:cubicBezTo>
                <a:cubicBezTo>
                  <a:pt x="16" y="122"/>
                  <a:pt x="31" y="103"/>
                  <a:pt x="53" y="98"/>
                </a:cubicBezTo>
                <a:cubicBezTo>
                  <a:pt x="60" y="96"/>
                  <a:pt x="64" y="91"/>
                  <a:pt x="65" y="85"/>
                </a:cubicBezTo>
                <a:cubicBezTo>
                  <a:pt x="71" y="46"/>
                  <a:pt x="105" y="16"/>
                  <a:pt x="145" y="16"/>
                </a:cubicBezTo>
                <a:cubicBezTo>
                  <a:pt x="172" y="16"/>
                  <a:pt x="189" y="22"/>
                  <a:pt x="204" y="45"/>
                </a:cubicBezTo>
                <a:cubicBezTo>
                  <a:pt x="206" y="49"/>
                  <a:pt x="219" y="60"/>
                  <a:pt x="223" y="60"/>
                </a:cubicBezTo>
                <a:cubicBezTo>
                  <a:pt x="224" y="60"/>
                  <a:pt x="225" y="60"/>
                  <a:pt x="225" y="60"/>
                </a:cubicBezTo>
                <a:cubicBezTo>
                  <a:pt x="229" y="60"/>
                  <a:pt x="233" y="59"/>
                  <a:pt x="236" y="56"/>
                </a:cubicBezTo>
                <a:cubicBezTo>
                  <a:pt x="242" y="51"/>
                  <a:pt x="249" y="48"/>
                  <a:pt x="257" y="48"/>
                </a:cubicBezTo>
                <a:cubicBezTo>
                  <a:pt x="275" y="48"/>
                  <a:pt x="289" y="63"/>
                  <a:pt x="289" y="81"/>
                </a:cubicBezTo>
                <a:cubicBezTo>
                  <a:pt x="289" y="82"/>
                  <a:pt x="289" y="82"/>
                  <a:pt x="289" y="82"/>
                </a:cubicBezTo>
                <a:cubicBezTo>
                  <a:pt x="289" y="89"/>
                  <a:pt x="294" y="96"/>
                  <a:pt x="301" y="98"/>
                </a:cubicBezTo>
                <a:cubicBezTo>
                  <a:pt x="323" y="104"/>
                  <a:pt x="337" y="123"/>
                  <a:pt x="337" y="145"/>
                </a:cubicBezTo>
                <a:cubicBezTo>
                  <a:pt x="337" y="171"/>
                  <a:pt x="316" y="193"/>
                  <a:pt x="289" y="193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3" name="Freeform 13"/>
          <p:cNvSpPr>
            <a:spLocks noEditPoints="1"/>
          </p:cNvSpPr>
          <p:nvPr/>
        </p:nvSpPr>
        <p:spPr bwMode="auto">
          <a:xfrm>
            <a:off x="9656235" y="952501"/>
            <a:ext cx="575733" cy="497417"/>
          </a:xfrm>
          <a:custGeom>
            <a:avLst/>
            <a:gdLst>
              <a:gd name="T0" fmla="*/ 40 w 353"/>
              <a:gd name="T1" fmla="*/ 97 h 305"/>
              <a:gd name="T2" fmla="*/ 160 w 353"/>
              <a:gd name="T3" fmla="*/ 97 h 305"/>
              <a:gd name="T4" fmla="*/ 208 w 353"/>
              <a:gd name="T5" fmla="*/ 49 h 305"/>
              <a:gd name="T6" fmla="*/ 160 w 353"/>
              <a:gd name="T7" fmla="*/ 0 h 305"/>
              <a:gd name="T8" fmla="*/ 152 w 353"/>
              <a:gd name="T9" fmla="*/ 0 h 305"/>
              <a:gd name="T10" fmla="*/ 144 w 353"/>
              <a:gd name="T11" fmla="*/ 8 h 305"/>
              <a:gd name="T12" fmla="*/ 152 w 353"/>
              <a:gd name="T13" fmla="*/ 16 h 305"/>
              <a:gd name="T14" fmla="*/ 160 w 353"/>
              <a:gd name="T15" fmla="*/ 16 h 305"/>
              <a:gd name="T16" fmla="*/ 192 w 353"/>
              <a:gd name="T17" fmla="*/ 49 h 305"/>
              <a:gd name="T18" fmla="*/ 160 w 353"/>
              <a:gd name="T19" fmla="*/ 81 h 305"/>
              <a:gd name="T20" fmla="*/ 40 w 353"/>
              <a:gd name="T21" fmla="*/ 81 h 305"/>
              <a:gd name="T22" fmla="*/ 32 w 353"/>
              <a:gd name="T23" fmla="*/ 89 h 305"/>
              <a:gd name="T24" fmla="*/ 40 w 353"/>
              <a:gd name="T25" fmla="*/ 97 h 305"/>
              <a:gd name="T26" fmla="*/ 289 w 353"/>
              <a:gd name="T27" fmla="*/ 97 h 305"/>
              <a:gd name="T28" fmla="*/ 256 w 353"/>
              <a:gd name="T29" fmla="*/ 65 h 305"/>
              <a:gd name="T30" fmla="*/ 248 w 353"/>
              <a:gd name="T31" fmla="*/ 65 h 305"/>
              <a:gd name="T32" fmla="*/ 240 w 353"/>
              <a:gd name="T33" fmla="*/ 73 h 305"/>
              <a:gd name="T34" fmla="*/ 248 w 353"/>
              <a:gd name="T35" fmla="*/ 81 h 305"/>
              <a:gd name="T36" fmla="*/ 256 w 353"/>
              <a:gd name="T37" fmla="*/ 81 h 305"/>
              <a:gd name="T38" fmla="*/ 272 w 353"/>
              <a:gd name="T39" fmla="*/ 97 h 305"/>
              <a:gd name="T40" fmla="*/ 256 w 353"/>
              <a:gd name="T41" fmla="*/ 113 h 305"/>
              <a:gd name="T42" fmla="*/ 8 w 353"/>
              <a:gd name="T43" fmla="*/ 113 h 305"/>
              <a:gd name="T44" fmla="*/ 0 w 353"/>
              <a:gd name="T45" fmla="*/ 121 h 305"/>
              <a:gd name="T46" fmla="*/ 8 w 353"/>
              <a:gd name="T47" fmla="*/ 129 h 305"/>
              <a:gd name="T48" fmla="*/ 256 w 353"/>
              <a:gd name="T49" fmla="*/ 129 h 305"/>
              <a:gd name="T50" fmla="*/ 289 w 353"/>
              <a:gd name="T51" fmla="*/ 97 h 305"/>
              <a:gd name="T52" fmla="*/ 305 w 353"/>
              <a:gd name="T53" fmla="*/ 145 h 305"/>
              <a:gd name="T54" fmla="*/ 40 w 353"/>
              <a:gd name="T55" fmla="*/ 145 h 305"/>
              <a:gd name="T56" fmla="*/ 32 w 353"/>
              <a:gd name="T57" fmla="*/ 153 h 305"/>
              <a:gd name="T58" fmla="*/ 40 w 353"/>
              <a:gd name="T59" fmla="*/ 161 h 305"/>
              <a:gd name="T60" fmla="*/ 305 w 353"/>
              <a:gd name="T61" fmla="*/ 161 h 305"/>
              <a:gd name="T62" fmla="*/ 337 w 353"/>
              <a:gd name="T63" fmla="*/ 193 h 305"/>
              <a:gd name="T64" fmla="*/ 305 w 353"/>
              <a:gd name="T65" fmla="*/ 225 h 305"/>
              <a:gd name="T66" fmla="*/ 297 w 353"/>
              <a:gd name="T67" fmla="*/ 225 h 305"/>
              <a:gd name="T68" fmla="*/ 289 w 353"/>
              <a:gd name="T69" fmla="*/ 233 h 305"/>
              <a:gd name="T70" fmla="*/ 297 w 353"/>
              <a:gd name="T71" fmla="*/ 241 h 305"/>
              <a:gd name="T72" fmla="*/ 305 w 353"/>
              <a:gd name="T73" fmla="*/ 241 h 305"/>
              <a:gd name="T74" fmla="*/ 353 w 353"/>
              <a:gd name="T75" fmla="*/ 193 h 305"/>
              <a:gd name="T76" fmla="*/ 305 w 353"/>
              <a:gd name="T77" fmla="*/ 145 h 305"/>
              <a:gd name="T78" fmla="*/ 192 w 353"/>
              <a:gd name="T79" fmla="*/ 177 h 305"/>
              <a:gd name="T80" fmla="*/ 72 w 353"/>
              <a:gd name="T81" fmla="*/ 177 h 305"/>
              <a:gd name="T82" fmla="*/ 64 w 353"/>
              <a:gd name="T83" fmla="*/ 185 h 305"/>
              <a:gd name="T84" fmla="*/ 72 w 353"/>
              <a:gd name="T85" fmla="*/ 193 h 305"/>
              <a:gd name="T86" fmla="*/ 192 w 353"/>
              <a:gd name="T87" fmla="*/ 193 h 305"/>
              <a:gd name="T88" fmla="*/ 240 w 353"/>
              <a:gd name="T89" fmla="*/ 241 h 305"/>
              <a:gd name="T90" fmla="*/ 192 w 353"/>
              <a:gd name="T91" fmla="*/ 289 h 305"/>
              <a:gd name="T92" fmla="*/ 184 w 353"/>
              <a:gd name="T93" fmla="*/ 289 h 305"/>
              <a:gd name="T94" fmla="*/ 176 w 353"/>
              <a:gd name="T95" fmla="*/ 297 h 305"/>
              <a:gd name="T96" fmla="*/ 184 w 353"/>
              <a:gd name="T97" fmla="*/ 305 h 305"/>
              <a:gd name="T98" fmla="*/ 192 w 353"/>
              <a:gd name="T99" fmla="*/ 305 h 305"/>
              <a:gd name="T100" fmla="*/ 256 w 353"/>
              <a:gd name="T101" fmla="*/ 241 h 305"/>
              <a:gd name="T102" fmla="*/ 192 w 353"/>
              <a:gd name="T103" fmla="*/ 177 h 3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353" h="305">
                <a:moveTo>
                  <a:pt x="40" y="97"/>
                </a:moveTo>
                <a:cubicBezTo>
                  <a:pt x="160" y="97"/>
                  <a:pt x="160" y="97"/>
                  <a:pt x="160" y="97"/>
                </a:cubicBezTo>
                <a:cubicBezTo>
                  <a:pt x="187" y="97"/>
                  <a:pt x="208" y="75"/>
                  <a:pt x="208" y="49"/>
                </a:cubicBezTo>
                <a:cubicBezTo>
                  <a:pt x="208" y="22"/>
                  <a:pt x="187" y="0"/>
                  <a:pt x="160" y="0"/>
                </a:cubicBezTo>
                <a:cubicBezTo>
                  <a:pt x="152" y="0"/>
                  <a:pt x="152" y="0"/>
                  <a:pt x="152" y="0"/>
                </a:cubicBezTo>
                <a:cubicBezTo>
                  <a:pt x="148" y="0"/>
                  <a:pt x="144" y="4"/>
                  <a:pt x="144" y="8"/>
                </a:cubicBezTo>
                <a:cubicBezTo>
                  <a:pt x="144" y="13"/>
                  <a:pt x="148" y="16"/>
                  <a:pt x="152" y="16"/>
                </a:cubicBezTo>
                <a:cubicBezTo>
                  <a:pt x="160" y="16"/>
                  <a:pt x="160" y="16"/>
                  <a:pt x="160" y="16"/>
                </a:cubicBezTo>
                <a:cubicBezTo>
                  <a:pt x="178" y="16"/>
                  <a:pt x="192" y="31"/>
                  <a:pt x="192" y="49"/>
                </a:cubicBezTo>
                <a:cubicBezTo>
                  <a:pt x="192" y="66"/>
                  <a:pt x="178" y="81"/>
                  <a:pt x="160" y="81"/>
                </a:cubicBezTo>
                <a:cubicBezTo>
                  <a:pt x="40" y="81"/>
                  <a:pt x="40" y="81"/>
                  <a:pt x="40" y="81"/>
                </a:cubicBezTo>
                <a:cubicBezTo>
                  <a:pt x="35" y="81"/>
                  <a:pt x="32" y="84"/>
                  <a:pt x="32" y="89"/>
                </a:cubicBezTo>
                <a:cubicBezTo>
                  <a:pt x="32" y="93"/>
                  <a:pt x="35" y="97"/>
                  <a:pt x="40" y="97"/>
                </a:cubicBezTo>
                <a:moveTo>
                  <a:pt x="289" y="97"/>
                </a:moveTo>
                <a:cubicBezTo>
                  <a:pt x="289" y="79"/>
                  <a:pt x="274" y="65"/>
                  <a:pt x="256" y="65"/>
                </a:cubicBezTo>
                <a:cubicBezTo>
                  <a:pt x="248" y="65"/>
                  <a:pt x="248" y="65"/>
                  <a:pt x="248" y="65"/>
                </a:cubicBezTo>
                <a:cubicBezTo>
                  <a:pt x="244" y="65"/>
                  <a:pt x="240" y="68"/>
                  <a:pt x="240" y="73"/>
                </a:cubicBezTo>
                <a:cubicBezTo>
                  <a:pt x="240" y="77"/>
                  <a:pt x="244" y="81"/>
                  <a:pt x="248" y="81"/>
                </a:cubicBezTo>
                <a:cubicBezTo>
                  <a:pt x="256" y="81"/>
                  <a:pt x="256" y="81"/>
                  <a:pt x="256" y="81"/>
                </a:cubicBezTo>
                <a:cubicBezTo>
                  <a:pt x="265" y="81"/>
                  <a:pt x="272" y="88"/>
                  <a:pt x="272" y="97"/>
                </a:cubicBezTo>
                <a:cubicBezTo>
                  <a:pt x="272" y="106"/>
                  <a:pt x="265" y="113"/>
                  <a:pt x="256" y="113"/>
                </a:cubicBezTo>
                <a:cubicBezTo>
                  <a:pt x="8" y="113"/>
                  <a:pt x="8" y="113"/>
                  <a:pt x="8" y="113"/>
                </a:cubicBezTo>
                <a:cubicBezTo>
                  <a:pt x="3" y="113"/>
                  <a:pt x="0" y="116"/>
                  <a:pt x="0" y="121"/>
                </a:cubicBezTo>
                <a:cubicBezTo>
                  <a:pt x="0" y="125"/>
                  <a:pt x="3" y="129"/>
                  <a:pt x="8" y="129"/>
                </a:cubicBezTo>
                <a:cubicBezTo>
                  <a:pt x="256" y="129"/>
                  <a:pt x="256" y="129"/>
                  <a:pt x="256" y="129"/>
                </a:cubicBezTo>
                <a:cubicBezTo>
                  <a:pt x="274" y="129"/>
                  <a:pt x="289" y="114"/>
                  <a:pt x="289" y="97"/>
                </a:cubicBezTo>
                <a:moveTo>
                  <a:pt x="305" y="145"/>
                </a:moveTo>
                <a:cubicBezTo>
                  <a:pt x="40" y="145"/>
                  <a:pt x="40" y="145"/>
                  <a:pt x="40" y="145"/>
                </a:cubicBezTo>
                <a:cubicBezTo>
                  <a:pt x="35" y="145"/>
                  <a:pt x="32" y="148"/>
                  <a:pt x="32" y="153"/>
                </a:cubicBezTo>
                <a:cubicBezTo>
                  <a:pt x="32" y="157"/>
                  <a:pt x="35" y="161"/>
                  <a:pt x="40" y="161"/>
                </a:cubicBezTo>
                <a:cubicBezTo>
                  <a:pt x="305" y="161"/>
                  <a:pt x="305" y="161"/>
                  <a:pt x="305" y="161"/>
                </a:cubicBezTo>
                <a:cubicBezTo>
                  <a:pt x="322" y="161"/>
                  <a:pt x="337" y="175"/>
                  <a:pt x="337" y="193"/>
                </a:cubicBezTo>
                <a:cubicBezTo>
                  <a:pt x="337" y="211"/>
                  <a:pt x="322" y="225"/>
                  <a:pt x="305" y="225"/>
                </a:cubicBezTo>
                <a:cubicBezTo>
                  <a:pt x="297" y="225"/>
                  <a:pt x="297" y="225"/>
                  <a:pt x="297" y="225"/>
                </a:cubicBezTo>
                <a:cubicBezTo>
                  <a:pt x="292" y="225"/>
                  <a:pt x="289" y="229"/>
                  <a:pt x="289" y="233"/>
                </a:cubicBezTo>
                <a:cubicBezTo>
                  <a:pt x="289" y="238"/>
                  <a:pt x="292" y="241"/>
                  <a:pt x="297" y="241"/>
                </a:cubicBezTo>
                <a:cubicBezTo>
                  <a:pt x="305" y="241"/>
                  <a:pt x="305" y="241"/>
                  <a:pt x="305" y="241"/>
                </a:cubicBezTo>
                <a:cubicBezTo>
                  <a:pt x="331" y="241"/>
                  <a:pt x="353" y="220"/>
                  <a:pt x="353" y="193"/>
                </a:cubicBezTo>
                <a:cubicBezTo>
                  <a:pt x="353" y="166"/>
                  <a:pt x="331" y="145"/>
                  <a:pt x="305" y="145"/>
                </a:cubicBezTo>
                <a:moveTo>
                  <a:pt x="192" y="177"/>
                </a:moveTo>
                <a:cubicBezTo>
                  <a:pt x="72" y="177"/>
                  <a:pt x="72" y="177"/>
                  <a:pt x="72" y="177"/>
                </a:cubicBezTo>
                <a:cubicBezTo>
                  <a:pt x="67" y="177"/>
                  <a:pt x="64" y="181"/>
                  <a:pt x="64" y="185"/>
                </a:cubicBezTo>
                <a:cubicBezTo>
                  <a:pt x="64" y="189"/>
                  <a:pt x="67" y="193"/>
                  <a:pt x="72" y="193"/>
                </a:cubicBezTo>
                <a:cubicBezTo>
                  <a:pt x="192" y="193"/>
                  <a:pt x="192" y="193"/>
                  <a:pt x="192" y="193"/>
                </a:cubicBezTo>
                <a:cubicBezTo>
                  <a:pt x="219" y="193"/>
                  <a:pt x="240" y="215"/>
                  <a:pt x="240" y="241"/>
                </a:cubicBezTo>
                <a:cubicBezTo>
                  <a:pt x="240" y="268"/>
                  <a:pt x="219" y="289"/>
                  <a:pt x="192" y="289"/>
                </a:cubicBezTo>
                <a:cubicBezTo>
                  <a:pt x="184" y="289"/>
                  <a:pt x="184" y="289"/>
                  <a:pt x="184" y="289"/>
                </a:cubicBezTo>
                <a:cubicBezTo>
                  <a:pt x="180" y="289"/>
                  <a:pt x="176" y="293"/>
                  <a:pt x="176" y="297"/>
                </a:cubicBezTo>
                <a:cubicBezTo>
                  <a:pt x="176" y="302"/>
                  <a:pt x="180" y="305"/>
                  <a:pt x="184" y="305"/>
                </a:cubicBezTo>
                <a:cubicBezTo>
                  <a:pt x="192" y="305"/>
                  <a:pt x="192" y="305"/>
                  <a:pt x="192" y="305"/>
                </a:cubicBezTo>
                <a:cubicBezTo>
                  <a:pt x="228" y="305"/>
                  <a:pt x="256" y="277"/>
                  <a:pt x="256" y="241"/>
                </a:cubicBezTo>
                <a:cubicBezTo>
                  <a:pt x="256" y="206"/>
                  <a:pt x="228" y="177"/>
                  <a:pt x="192" y="177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4" name="Freeform 14"/>
          <p:cNvSpPr>
            <a:spLocks noEditPoints="1"/>
          </p:cNvSpPr>
          <p:nvPr/>
        </p:nvSpPr>
        <p:spPr bwMode="auto">
          <a:xfrm>
            <a:off x="10754784" y="912284"/>
            <a:ext cx="575733" cy="575733"/>
          </a:xfrm>
          <a:custGeom>
            <a:avLst/>
            <a:gdLst>
              <a:gd name="T0" fmla="*/ 96 w 353"/>
              <a:gd name="T1" fmla="*/ 64 h 353"/>
              <a:gd name="T2" fmla="*/ 64 w 353"/>
              <a:gd name="T3" fmla="*/ 97 h 353"/>
              <a:gd name="T4" fmla="*/ 96 w 353"/>
              <a:gd name="T5" fmla="*/ 129 h 353"/>
              <a:gd name="T6" fmla="*/ 128 w 353"/>
              <a:gd name="T7" fmla="*/ 97 h 353"/>
              <a:gd name="T8" fmla="*/ 96 w 353"/>
              <a:gd name="T9" fmla="*/ 64 h 353"/>
              <a:gd name="T10" fmla="*/ 96 w 353"/>
              <a:gd name="T11" fmla="*/ 113 h 353"/>
              <a:gd name="T12" fmla="*/ 80 w 353"/>
              <a:gd name="T13" fmla="*/ 97 h 353"/>
              <a:gd name="T14" fmla="*/ 96 w 353"/>
              <a:gd name="T15" fmla="*/ 81 h 353"/>
              <a:gd name="T16" fmla="*/ 112 w 353"/>
              <a:gd name="T17" fmla="*/ 97 h 353"/>
              <a:gd name="T18" fmla="*/ 96 w 353"/>
              <a:gd name="T19" fmla="*/ 113 h 353"/>
              <a:gd name="T20" fmla="*/ 237 w 353"/>
              <a:gd name="T21" fmla="*/ 228 h 353"/>
              <a:gd name="T22" fmla="*/ 220 w 353"/>
              <a:gd name="T23" fmla="*/ 233 h 353"/>
              <a:gd name="T24" fmla="*/ 200 w 353"/>
              <a:gd name="T25" fmla="*/ 228 h 353"/>
              <a:gd name="T26" fmla="*/ 184 w 353"/>
              <a:gd name="T27" fmla="*/ 216 h 353"/>
              <a:gd name="T28" fmla="*/ 174 w 353"/>
              <a:gd name="T29" fmla="*/ 198 h 353"/>
              <a:gd name="T30" fmla="*/ 171 w 353"/>
              <a:gd name="T31" fmla="*/ 176 h 353"/>
              <a:gd name="T32" fmla="*/ 174 w 353"/>
              <a:gd name="T33" fmla="*/ 154 h 353"/>
              <a:gd name="T34" fmla="*/ 184 w 353"/>
              <a:gd name="T35" fmla="*/ 137 h 353"/>
              <a:gd name="T36" fmla="*/ 200 w 353"/>
              <a:gd name="T37" fmla="*/ 125 h 353"/>
              <a:gd name="T38" fmla="*/ 220 w 353"/>
              <a:gd name="T39" fmla="*/ 121 h 353"/>
              <a:gd name="T40" fmla="*/ 235 w 353"/>
              <a:gd name="T41" fmla="*/ 124 h 353"/>
              <a:gd name="T42" fmla="*/ 250 w 353"/>
              <a:gd name="T43" fmla="*/ 136 h 353"/>
              <a:gd name="T44" fmla="*/ 270 w 353"/>
              <a:gd name="T45" fmla="*/ 121 h 353"/>
              <a:gd name="T46" fmla="*/ 247 w 353"/>
              <a:gd name="T47" fmla="*/ 102 h 353"/>
              <a:gd name="T48" fmla="*/ 220 w 353"/>
              <a:gd name="T49" fmla="*/ 97 h 353"/>
              <a:gd name="T50" fmla="*/ 189 w 353"/>
              <a:gd name="T51" fmla="*/ 102 h 353"/>
              <a:gd name="T52" fmla="*/ 166 w 353"/>
              <a:gd name="T53" fmla="*/ 119 h 353"/>
              <a:gd name="T54" fmla="*/ 150 w 353"/>
              <a:gd name="T55" fmla="*/ 144 h 353"/>
              <a:gd name="T56" fmla="*/ 144 w 353"/>
              <a:gd name="T57" fmla="*/ 178 h 353"/>
              <a:gd name="T58" fmla="*/ 150 w 353"/>
              <a:gd name="T59" fmla="*/ 210 h 353"/>
              <a:gd name="T60" fmla="*/ 166 w 353"/>
              <a:gd name="T61" fmla="*/ 235 h 353"/>
              <a:gd name="T62" fmla="*/ 189 w 353"/>
              <a:gd name="T63" fmla="*/ 251 h 353"/>
              <a:gd name="T64" fmla="*/ 220 w 353"/>
              <a:gd name="T65" fmla="*/ 257 h 353"/>
              <a:gd name="T66" fmla="*/ 249 w 353"/>
              <a:gd name="T67" fmla="*/ 251 h 353"/>
              <a:gd name="T68" fmla="*/ 273 w 353"/>
              <a:gd name="T69" fmla="*/ 230 h 353"/>
              <a:gd name="T70" fmla="*/ 252 w 353"/>
              <a:gd name="T71" fmla="*/ 214 h 353"/>
              <a:gd name="T72" fmla="*/ 237 w 353"/>
              <a:gd name="T73" fmla="*/ 228 h 353"/>
              <a:gd name="T74" fmla="*/ 321 w 353"/>
              <a:gd name="T75" fmla="*/ 0 h 353"/>
              <a:gd name="T76" fmla="*/ 32 w 353"/>
              <a:gd name="T77" fmla="*/ 0 h 353"/>
              <a:gd name="T78" fmla="*/ 0 w 353"/>
              <a:gd name="T79" fmla="*/ 32 h 353"/>
              <a:gd name="T80" fmla="*/ 0 w 353"/>
              <a:gd name="T81" fmla="*/ 321 h 353"/>
              <a:gd name="T82" fmla="*/ 32 w 353"/>
              <a:gd name="T83" fmla="*/ 353 h 353"/>
              <a:gd name="T84" fmla="*/ 321 w 353"/>
              <a:gd name="T85" fmla="*/ 353 h 353"/>
              <a:gd name="T86" fmla="*/ 353 w 353"/>
              <a:gd name="T87" fmla="*/ 321 h 353"/>
              <a:gd name="T88" fmla="*/ 353 w 353"/>
              <a:gd name="T89" fmla="*/ 32 h 353"/>
              <a:gd name="T90" fmla="*/ 321 w 353"/>
              <a:gd name="T91" fmla="*/ 0 h 353"/>
              <a:gd name="T92" fmla="*/ 337 w 353"/>
              <a:gd name="T93" fmla="*/ 321 h 353"/>
              <a:gd name="T94" fmla="*/ 321 w 353"/>
              <a:gd name="T95" fmla="*/ 337 h 353"/>
              <a:gd name="T96" fmla="*/ 32 w 353"/>
              <a:gd name="T97" fmla="*/ 337 h 353"/>
              <a:gd name="T98" fmla="*/ 16 w 353"/>
              <a:gd name="T99" fmla="*/ 321 h 353"/>
              <a:gd name="T100" fmla="*/ 16 w 353"/>
              <a:gd name="T101" fmla="*/ 32 h 353"/>
              <a:gd name="T102" fmla="*/ 32 w 353"/>
              <a:gd name="T103" fmla="*/ 16 h 353"/>
              <a:gd name="T104" fmla="*/ 321 w 353"/>
              <a:gd name="T105" fmla="*/ 16 h 353"/>
              <a:gd name="T106" fmla="*/ 337 w 353"/>
              <a:gd name="T107" fmla="*/ 32 h 353"/>
              <a:gd name="T108" fmla="*/ 337 w 353"/>
              <a:gd name="T109" fmla="*/ 321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353" h="353">
                <a:moveTo>
                  <a:pt x="96" y="64"/>
                </a:moveTo>
                <a:cubicBezTo>
                  <a:pt x="78" y="64"/>
                  <a:pt x="64" y="79"/>
                  <a:pt x="64" y="97"/>
                </a:cubicBezTo>
                <a:cubicBezTo>
                  <a:pt x="64" y="114"/>
                  <a:pt x="78" y="129"/>
                  <a:pt x="96" y="129"/>
                </a:cubicBezTo>
                <a:cubicBezTo>
                  <a:pt x="114" y="129"/>
                  <a:pt x="128" y="114"/>
                  <a:pt x="128" y="97"/>
                </a:cubicBezTo>
                <a:cubicBezTo>
                  <a:pt x="128" y="79"/>
                  <a:pt x="114" y="64"/>
                  <a:pt x="96" y="64"/>
                </a:cubicBezTo>
                <a:moveTo>
                  <a:pt x="96" y="113"/>
                </a:moveTo>
                <a:cubicBezTo>
                  <a:pt x="87" y="113"/>
                  <a:pt x="80" y="105"/>
                  <a:pt x="80" y="97"/>
                </a:cubicBezTo>
                <a:cubicBezTo>
                  <a:pt x="80" y="88"/>
                  <a:pt x="87" y="81"/>
                  <a:pt x="96" y="81"/>
                </a:cubicBezTo>
                <a:cubicBezTo>
                  <a:pt x="105" y="81"/>
                  <a:pt x="112" y="88"/>
                  <a:pt x="112" y="97"/>
                </a:cubicBezTo>
                <a:cubicBezTo>
                  <a:pt x="112" y="105"/>
                  <a:pt x="105" y="113"/>
                  <a:pt x="96" y="113"/>
                </a:cubicBezTo>
                <a:moveTo>
                  <a:pt x="237" y="228"/>
                </a:moveTo>
                <a:cubicBezTo>
                  <a:pt x="231" y="231"/>
                  <a:pt x="226" y="233"/>
                  <a:pt x="220" y="233"/>
                </a:cubicBezTo>
                <a:cubicBezTo>
                  <a:pt x="212" y="233"/>
                  <a:pt x="206" y="231"/>
                  <a:pt x="200" y="228"/>
                </a:cubicBezTo>
                <a:cubicBezTo>
                  <a:pt x="194" y="225"/>
                  <a:pt x="189" y="221"/>
                  <a:pt x="184" y="216"/>
                </a:cubicBezTo>
                <a:cubicBezTo>
                  <a:pt x="180" y="211"/>
                  <a:pt x="177" y="205"/>
                  <a:pt x="174" y="198"/>
                </a:cubicBezTo>
                <a:cubicBezTo>
                  <a:pt x="172" y="192"/>
                  <a:pt x="171" y="184"/>
                  <a:pt x="171" y="176"/>
                </a:cubicBezTo>
                <a:cubicBezTo>
                  <a:pt x="171" y="168"/>
                  <a:pt x="172" y="161"/>
                  <a:pt x="174" y="154"/>
                </a:cubicBezTo>
                <a:cubicBezTo>
                  <a:pt x="177" y="148"/>
                  <a:pt x="180" y="142"/>
                  <a:pt x="184" y="137"/>
                </a:cubicBezTo>
                <a:cubicBezTo>
                  <a:pt x="189" y="132"/>
                  <a:pt x="194" y="128"/>
                  <a:pt x="200" y="125"/>
                </a:cubicBezTo>
                <a:cubicBezTo>
                  <a:pt x="206" y="123"/>
                  <a:pt x="212" y="121"/>
                  <a:pt x="220" y="121"/>
                </a:cubicBezTo>
                <a:cubicBezTo>
                  <a:pt x="225" y="121"/>
                  <a:pt x="230" y="122"/>
                  <a:pt x="235" y="124"/>
                </a:cubicBezTo>
                <a:cubicBezTo>
                  <a:pt x="240" y="126"/>
                  <a:pt x="245" y="130"/>
                  <a:pt x="250" y="136"/>
                </a:cubicBezTo>
                <a:cubicBezTo>
                  <a:pt x="270" y="121"/>
                  <a:pt x="270" y="121"/>
                  <a:pt x="270" y="121"/>
                </a:cubicBezTo>
                <a:cubicBezTo>
                  <a:pt x="262" y="112"/>
                  <a:pt x="255" y="106"/>
                  <a:pt x="247" y="102"/>
                </a:cubicBezTo>
                <a:cubicBezTo>
                  <a:pt x="238" y="98"/>
                  <a:pt x="229" y="97"/>
                  <a:pt x="220" y="97"/>
                </a:cubicBezTo>
                <a:cubicBezTo>
                  <a:pt x="209" y="97"/>
                  <a:pt x="199" y="98"/>
                  <a:pt x="189" y="102"/>
                </a:cubicBezTo>
                <a:cubicBezTo>
                  <a:pt x="180" y="106"/>
                  <a:pt x="172" y="112"/>
                  <a:pt x="166" y="119"/>
                </a:cubicBezTo>
                <a:cubicBezTo>
                  <a:pt x="159" y="126"/>
                  <a:pt x="154" y="134"/>
                  <a:pt x="150" y="144"/>
                </a:cubicBezTo>
                <a:cubicBezTo>
                  <a:pt x="146" y="154"/>
                  <a:pt x="144" y="165"/>
                  <a:pt x="144" y="178"/>
                </a:cubicBezTo>
                <a:cubicBezTo>
                  <a:pt x="144" y="189"/>
                  <a:pt x="146" y="200"/>
                  <a:pt x="150" y="210"/>
                </a:cubicBezTo>
                <a:cubicBezTo>
                  <a:pt x="154" y="220"/>
                  <a:pt x="159" y="228"/>
                  <a:pt x="166" y="235"/>
                </a:cubicBezTo>
                <a:cubicBezTo>
                  <a:pt x="172" y="242"/>
                  <a:pt x="180" y="248"/>
                  <a:pt x="189" y="251"/>
                </a:cubicBezTo>
                <a:cubicBezTo>
                  <a:pt x="199" y="255"/>
                  <a:pt x="209" y="257"/>
                  <a:pt x="220" y="257"/>
                </a:cubicBezTo>
                <a:cubicBezTo>
                  <a:pt x="230" y="257"/>
                  <a:pt x="240" y="255"/>
                  <a:pt x="249" y="251"/>
                </a:cubicBezTo>
                <a:cubicBezTo>
                  <a:pt x="259" y="246"/>
                  <a:pt x="266" y="240"/>
                  <a:pt x="273" y="230"/>
                </a:cubicBezTo>
                <a:cubicBezTo>
                  <a:pt x="252" y="214"/>
                  <a:pt x="252" y="214"/>
                  <a:pt x="252" y="214"/>
                </a:cubicBezTo>
                <a:cubicBezTo>
                  <a:pt x="247" y="221"/>
                  <a:pt x="242" y="225"/>
                  <a:pt x="237" y="228"/>
                </a:cubicBezTo>
                <a:moveTo>
                  <a:pt x="321" y="0"/>
                </a:move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5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4" y="353"/>
                  <a:pt x="32" y="353"/>
                </a:cubicBezTo>
                <a:cubicBezTo>
                  <a:pt x="321" y="353"/>
                  <a:pt x="321" y="353"/>
                  <a:pt x="321" y="353"/>
                </a:cubicBezTo>
                <a:cubicBezTo>
                  <a:pt x="339" y="353"/>
                  <a:pt x="353" y="339"/>
                  <a:pt x="353" y="321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15"/>
                  <a:pt x="339" y="0"/>
                  <a:pt x="321" y="0"/>
                </a:cubicBezTo>
                <a:moveTo>
                  <a:pt x="337" y="321"/>
                </a:moveTo>
                <a:cubicBezTo>
                  <a:pt x="337" y="330"/>
                  <a:pt x="330" y="337"/>
                  <a:pt x="321" y="337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23" y="337"/>
                  <a:pt x="16" y="330"/>
                  <a:pt x="16" y="32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4"/>
                  <a:pt x="23" y="16"/>
                  <a:pt x="32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4"/>
                  <a:pt x="337" y="32"/>
                </a:cubicBezTo>
                <a:lnTo>
                  <a:pt x="337" y="32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5" name="Freeform 15"/>
          <p:cNvSpPr>
            <a:spLocks noEditPoints="1"/>
          </p:cNvSpPr>
          <p:nvPr/>
        </p:nvSpPr>
        <p:spPr bwMode="auto">
          <a:xfrm>
            <a:off x="863602" y="2012951"/>
            <a:ext cx="575733" cy="575733"/>
          </a:xfrm>
          <a:custGeom>
            <a:avLst/>
            <a:gdLst>
              <a:gd name="T0" fmla="*/ 96 w 353"/>
              <a:gd name="T1" fmla="*/ 64 h 353"/>
              <a:gd name="T2" fmla="*/ 64 w 353"/>
              <a:gd name="T3" fmla="*/ 96 h 353"/>
              <a:gd name="T4" fmla="*/ 96 w 353"/>
              <a:gd name="T5" fmla="*/ 128 h 353"/>
              <a:gd name="T6" fmla="*/ 128 w 353"/>
              <a:gd name="T7" fmla="*/ 96 h 353"/>
              <a:gd name="T8" fmla="*/ 96 w 353"/>
              <a:gd name="T9" fmla="*/ 64 h 353"/>
              <a:gd name="T10" fmla="*/ 96 w 353"/>
              <a:gd name="T11" fmla="*/ 112 h 353"/>
              <a:gd name="T12" fmla="*/ 80 w 353"/>
              <a:gd name="T13" fmla="*/ 96 h 353"/>
              <a:gd name="T14" fmla="*/ 96 w 353"/>
              <a:gd name="T15" fmla="*/ 80 h 353"/>
              <a:gd name="T16" fmla="*/ 112 w 353"/>
              <a:gd name="T17" fmla="*/ 96 h 353"/>
              <a:gd name="T18" fmla="*/ 96 w 353"/>
              <a:gd name="T19" fmla="*/ 112 h 353"/>
              <a:gd name="T20" fmla="*/ 161 w 353"/>
              <a:gd name="T21" fmla="*/ 256 h 353"/>
              <a:gd name="T22" fmla="*/ 185 w 353"/>
              <a:gd name="T23" fmla="*/ 256 h 353"/>
              <a:gd name="T24" fmla="*/ 185 w 353"/>
              <a:gd name="T25" fmla="*/ 192 h 353"/>
              <a:gd name="T26" fmla="*/ 249 w 353"/>
              <a:gd name="T27" fmla="*/ 192 h 353"/>
              <a:gd name="T28" fmla="*/ 249 w 353"/>
              <a:gd name="T29" fmla="*/ 168 h 353"/>
              <a:gd name="T30" fmla="*/ 185 w 353"/>
              <a:gd name="T31" fmla="*/ 168 h 353"/>
              <a:gd name="T32" fmla="*/ 185 w 353"/>
              <a:gd name="T33" fmla="*/ 120 h 353"/>
              <a:gd name="T34" fmla="*/ 257 w 353"/>
              <a:gd name="T35" fmla="*/ 120 h 353"/>
              <a:gd name="T36" fmla="*/ 257 w 353"/>
              <a:gd name="T37" fmla="*/ 96 h 353"/>
              <a:gd name="T38" fmla="*/ 161 w 353"/>
              <a:gd name="T39" fmla="*/ 96 h 353"/>
              <a:gd name="T40" fmla="*/ 161 w 353"/>
              <a:gd name="T41" fmla="*/ 256 h 353"/>
              <a:gd name="T42" fmla="*/ 321 w 353"/>
              <a:gd name="T43" fmla="*/ 0 h 353"/>
              <a:gd name="T44" fmla="*/ 32 w 353"/>
              <a:gd name="T45" fmla="*/ 0 h 353"/>
              <a:gd name="T46" fmla="*/ 0 w 353"/>
              <a:gd name="T47" fmla="*/ 32 h 353"/>
              <a:gd name="T48" fmla="*/ 0 w 353"/>
              <a:gd name="T49" fmla="*/ 321 h 353"/>
              <a:gd name="T50" fmla="*/ 32 w 353"/>
              <a:gd name="T51" fmla="*/ 353 h 353"/>
              <a:gd name="T52" fmla="*/ 321 w 353"/>
              <a:gd name="T53" fmla="*/ 353 h 353"/>
              <a:gd name="T54" fmla="*/ 353 w 353"/>
              <a:gd name="T55" fmla="*/ 321 h 353"/>
              <a:gd name="T56" fmla="*/ 353 w 353"/>
              <a:gd name="T57" fmla="*/ 32 h 353"/>
              <a:gd name="T58" fmla="*/ 321 w 353"/>
              <a:gd name="T59" fmla="*/ 0 h 353"/>
              <a:gd name="T60" fmla="*/ 337 w 353"/>
              <a:gd name="T61" fmla="*/ 321 h 353"/>
              <a:gd name="T62" fmla="*/ 321 w 353"/>
              <a:gd name="T63" fmla="*/ 337 h 353"/>
              <a:gd name="T64" fmla="*/ 32 w 353"/>
              <a:gd name="T65" fmla="*/ 337 h 353"/>
              <a:gd name="T66" fmla="*/ 16 w 353"/>
              <a:gd name="T67" fmla="*/ 321 h 353"/>
              <a:gd name="T68" fmla="*/ 16 w 353"/>
              <a:gd name="T69" fmla="*/ 32 h 353"/>
              <a:gd name="T70" fmla="*/ 32 w 353"/>
              <a:gd name="T71" fmla="*/ 16 h 353"/>
              <a:gd name="T72" fmla="*/ 321 w 353"/>
              <a:gd name="T73" fmla="*/ 16 h 353"/>
              <a:gd name="T74" fmla="*/ 337 w 353"/>
              <a:gd name="T75" fmla="*/ 32 h 353"/>
              <a:gd name="T76" fmla="*/ 337 w 353"/>
              <a:gd name="T77" fmla="*/ 321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353" h="353">
                <a:moveTo>
                  <a:pt x="96" y="64"/>
                </a:moveTo>
                <a:cubicBezTo>
                  <a:pt x="78" y="64"/>
                  <a:pt x="64" y="78"/>
                  <a:pt x="64" y="96"/>
                </a:cubicBezTo>
                <a:cubicBezTo>
                  <a:pt x="64" y="114"/>
                  <a:pt x="78" y="128"/>
                  <a:pt x="96" y="128"/>
                </a:cubicBezTo>
                <a:cubicBezTo>
                  <a:pt x="114" y="128"/>
                  <a:pt x="128" y="114"/>
                  <a:pt x="128" y="96"/>
                </a:cubicBezTo>
                <a:cubicBezTo>
                  <a:pt x="128" y="78"/>
                  <a:pt x="114" y="64"/>
                  <a:pt x="96" y="64"/>
                </a:cubicBezTo>
                <a:moveTo>
                  <a:pt x="96" y="112"/>
                </a:moveTo>
                <a:cubicBezTo>
                  <a:pt x="87" y="112"/>
                  <a:pt x="80" y="105"/>
                  <a:pt x="80" y="96"/>
                </a:cubicBezTo>
                <a:cubicBezTo>
                  <a:pt x="80" y="87"/>
                  <a:pt x="87" y="80"/>
                  <a:pt x="96" y="80"/>
                </a:cubicBezTo>
                <a:cubicBezTo>
                  <a:pt x="105" y="80"/>
                  <a:pt x="112" y="87"/>
                  <a:pt x="112" y="96"/>
                </a:cubicBezTo>
                <a:cubicBezTo>
                  <a:pt x="112" y="105"/>
                  <a:pt x="105" y="112"/>
                  <a:pt x="96" y="112"/>
                </a:cubicBezTo>
                <a:moveTo>
                  <a:pt x="161" y="256"/>
                </a:moveTo>
                <a:cubicBezTo>
                  <a:pt x="185" y="256"/>
                  <a:pt x="185" y="256"/>
                  <a:pt x="185" y="256"/>
                </a:cubicBezTo>
                <a:cubicBezTo>
                  <a:pt x="185" y="192"/>
                  <a:pt x="185" y="192"/>
                  <a:pt x="185" y="192"/>
                </a:cubicBezTo>
                <a:cubicBezTo>
                  <a:pt x="249" y="192"/>
                  <a:pt x="249" y="192"/>
                  <a:pt x="249" y="192"/>
                </a:cubicBezTo>
                <a:cubicBezTo>
                  <a:pt x="249" y="168"/>
                  <a:pt x="249" y="168"/>
                  <a:pt x="249" y="168"/>
                </a:cubicBezTo>
                <a:cubicBezTo>
                  <a:pt x="185" y="168"/>
                  <a:pt x="185" y="168"/>
                  <a:pt x="185" y="168"/>
                </a:cubicBezTo>
                <a:cubicBezTo>
                  <a:pt x="185" y="120"/>
                  <a:pt x="185" y="120"/>
                  <a:pt x="185" y="120"/>
                </a:cubicBezTo>
                <a:cubicBezTo>
                  <a:pt x="257" y="120"/>
                  <a:pt x="257" y="120"/>
                  <a:pt x="257" y="120"/>
                </a:cubicBezTo>
                <a:cubicBezTo>
                  <a:pt x="257" y="96"/>
                  <a:pt x="257" y="96"/>
                  <a:pt x="257" y="96"/>
                </a:cubicBezTo>
                <a:cubicBezTo>
                  <a:pt x="161" y="96"/>
                  <a:pt x="161" y="96"/>
                  <a:pt x="161" y="96"/>
                </a:cubicBezTo>
                <a:lnTo>
                  <a:pt x="161" y="256"/>
                </a:lnTo>
                <a:close/>
                <a:moveTo>
                  <a:pt x="321" y="0"/>
                </a:move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4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8"/>
                  <a:pt x="14" y="353"/>
                  <a:pt x="32" y="353"/>
                </a:cubicBezTo>
                <a:cubicBezTo>
                  <a:pt x="321" y="353"/>
                  <a:pt x="321" y="353"/>
                  <a:pt x="321" y="353"/>
                </a:cubicBezTo>
                <a:cubicBezTo>
                  <a:pt x="339" y="353"/>
                  <a:pt x="353" y="338"/>
                  <a:pt x="353" y="321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14"/>
                  <a:pt x="339" y="0"/>
                  <a:pt x="321" y="0"/>
                </a:cubicBezTo>
                <a:moveTo>
                  <a:pt x="337" y="321"/>
                </a:moveTo>
                <a:cubicBezTo>
                  <a:pt x="337" y="330"/>
                  <a:pt x="330" y="337"/>
                  <a:pt x="321" y="337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23" y="337"/>
                  <a:pt x="16" y="330"/>
                  <a:pt x="16" y="32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3"/>
                  <a:pt x="23" y="16"/>
                  <a:pt x="32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3"/>
                  <a:pt x="337" y="32"/>
                </a:cubicBezTo>
                <a:lnTo>
                  <a:pt x="337" y="32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6" name="Freeform 16"/>
          <p:cNvSpPr>
            <a:spLocks noEditPoints="1"/>
          </p:cNvSpPr>
          <p:nvPr/>
        </p:nvSpPr>
        <p:spPr bwMode="auto">
          <a:xfrm>
            <a:off x="1962151" y="2012951"/>
            <a:ext cx="575733" cy="575733"/>
          </a:xfrm>
          <a:custGeom>
            <a:avLst/>
            <a:gdLst>
              <a:gd name="T0" fmla="*/ 177 w 353"/>
              <a:gd name="T1" fmla="*/ 0 h 353"/>
              <a:gd name="T2" fmla="*/ 0 w 353"/>
              <a:gd name="T3" fmla="*/ 176 h 353"/>
              <a:gd name="T4" fmla="*/ 177 w 353"/>
              <a:gd name="T5" fmla="*/ 353 h 353"/>
              <a:gd name="T6" fmla="*/ 353 w 353"/>
              <a:gd name="T7" fmla="*/ 176 h 353"/>
              <a:gd name="T8" fmla="*/ 177 w 353"/>
              <a:gd name="T9" fmla="*/ 0 h 353"/>
              <a:gd name="T10" fmla="*/ 177 w 353"/>
              <a:gd name="T11" fmla="*/ 337 h 353"/>
              <a:gd name="T12" fmla="*/ 16 w 353"/>
              <a:gd name="T13" fmla="*/ 176 h 353"/>
              <a:gd name="T14" fmla="*/ 177 w 353"/>
              <a:gd name="T15" fmla="*/ 16 h 353"/>
              <a:gd name="T16" fmla="*/ 337 w 353"/>
              <a:gd name="T17" fmla="*/ 176 h 353"/>
              <a:gd name="T18" fmla="*/ 177 w 353"/>
              <a:gd name="T19" fmla="*/ 337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53" h="353">
                <a:moveTo>
                  <a:pt x="177" y="0"/>
                </a:moveTo>
                <a:cubicBezTo>
                  <a:pt x="79" y="0"/>
                  <a:pt x="0" y="79"/>
                  <a:pt x="0" y="176"/>
                </a:cubicBezTo>
                <a:cubicBezTo>
                  <a:pt x="0" y="274"/>
                  <a:pt x="79" y="353"/>
                  <a:pt x="177" y="353"/>
                </a:cubicBezTo>
                <a:cubicBezTo>
                  <a:pt x="274" y="353"/>
                  <a:pt x="353" y="274"/>
                  <a:pt x="353" y="176"/>
                </a:cubicBezTo>
                <a:cubicBezTo>
                  <a:pt x="353" y="79"/>
                  <a:pt x="274" y="0"/>
                  <a:pt x="177" y="0"/>
                </a:cubicBezTo>
                <a:moveTo>
                  <a:pt x="177" y="337"/>
                </a:moveTo>
                <a:cubicBezTo>
                  <a:pt x="88" y="337"/>
                  <a:pt x="16" y="265"/>
                  <a:pt x="16" y="176"/>
                </a:cubicBezTo>
                <a:cubicBezTo>
                  <a:pt x="16" y="88"/>
                  <a:pt x="88" y="16"/>
                  <a:pt x="177" y="16"/>
                </a:cubicBezTo>
                <a:cubicBezTo>
                  <a:pt x="266" y="16"/>
                  <a:pt x="337" y="88"/>
                  <a:pt x="337" y="176"/>
                </a:cubicBezTo>
                <a:cubicBezTo>
                  <a:pt x="337" y="265"/>
                  <a:pt x="266" y="337"/>
                  <a:pt x="177" y="337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7" name="Freeform 17"/>
          <p:cNvSpPr>
            <a:spLocks noEditPoints="1"/>
          </p:cNvSpPr>
          <p:nvPr/>
        </p:nvSpPr>
        <p:spPr bwMode="auto">
          <a:xfrm>
            <a:off x="3062818" y="2012951"/>
            <a:ext cx="573617" cy="575733"/>
          </a:xfrm>
          <a:custGeom>
            <a:avLst/>
            <a:gdLst>
              <a:gd name="T0" fmla="*/ 176 w 353"/>
              <a:gd name="T1" fmla="*/ 0 h 353"/>
              <a:gd name="T2" fmla="*/ 0 w 353"/>
              <a:gd name="T3" fmla="*/ 176 h 353"/>
              <a:gd name="T4" fmla="*/ 176 w 353"/>
              <a:gd name="T5" fmla="*/ 353 h 353"/>
              <a:gd name="T6" fmla="*/ 353 w 353"/>
              <a:gd name="T7" fmla="*/ 176 h 353"/>
              <a:gd name="T8" fmla="*/ 176 w 353"/>
              <a:gd name="T9" fmla="*/ 0 h 353"/>
              <a:gd name="T10" fmla="*/ 197 w 353"/>
              <a:gd name="T11" fmla="*/ 335 h 353"/>
              <a:gd name="T12" fmla="*/ 176 w 353"/>
              <a:gd name="T13" fmla="*/ 337 h 353"/>
              <a:gd name="T14" fmla="*/ 16 w 353"/>
              <a:gd name="T15" fmla="*/ 176 h 353"/>
              <a:gd name="T16" fmla="*/ 176 w 353"/>
              <a:gd name="T17" fmla="*/ 16 h 353"/>
              <a:gd name="T18" fmla="*/ 197 w 353"/>
              <a:gd name="T19" fmla="*/ 17 h 353"/>
              <a:gd name="T20" fmla="*/ 256 w 353"/>
              <a:gd name="T21" fmla="*/ 176 h 353"/>
              <a:gd name="T22" fmla="*/ 197 w 353"/>
              <a:gd name="T23" fmla="*/ 335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53" h="353">
                <a:moveTo>
                  <a:pt x="176" y="0"/>
                </a:moveTo>
                <a:cubicBezTo>
                  <a:pt x="79" y="0"/>
                  <a:pt x="0" y="79"/>
                  <a:pt x="0" y="176"/>
                </a:cubicBezTo>
                <a:cubicBezTo>
                  <a:pt x="0" y="274"/>
                  <a:pt x="79" y="353"/>
                  <a:pt x="176" y="353"/>
                </a:cubicBezTo>
                <a:cubicBezTo>
                  <a:pt x="274" y="353"/>
                  <a:pt x="353" y="274"/>
                  <a:pt x="353" y="176"/>
                </a:cubicBezTo>
                <a:cubicBezTo>
                  <a:pt x="353" y="79"/>
                  <a:pt x="274" y="0"/>
                  <a:pt x="176" y="0"/>
                </a:cubicBezTo>
                <a:moveTo>
                  <a:pt x="197" y="335"/>
                </a:moveTo>
                <a:cubicBezTo>
                  <a:pt x="190" y="336"/>
                  <a:pt x="183" y="337"/>
                  <a:pt x="176" y="337"/>
                </a:cubicBezTo>
                <a:cubicBezTo>
                  <a:pt x="87" y="337"/>
                  <a:pt x="16" y="265"/>
                  <a:pt x="16" y="176"/>
                </a:cubicBezTo>
                <a:cubicBezTo>
                  <a:pt x="16" y="88"/>
                  <a:pt x="87" y="16"/>
                  <a:pt x="176" y="16"/>
                </a:cubicBezTo>
                <a:cubicBezTo>
                  <a:pt x="183" y="16"/>
                  <a:pt x="190" y="16"/>
                  <a:pt x="197" y="17"/>
                </a:cubicBezTo>
                <a:cubicBezTo>
                  <a:pt x="234" y="60"/>
                  <a:pt x="256" y="116"/>
                  <a:pt x="256" y="176"/>
                </a:cubicBezTo>
                <a:cubicBezTo>
                  <a:pt x="256" y="237"/>
                  <a:pt x="234" y="293"/>
                  <a:pt x="197" y="335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8" name="Freeform 18"/>
          <p:cNvSpPr>
            <a:spLocks noEditPoints="1"/>
          </p:cNvSpPr>
          <p:nvPr/>
        </p:nvSpPr>
        <p:spPr bwMode="auto">
          <a:xfrm>
            <a:off x="4161369" y="2012951"/>
            <a:ext cx="573617" cy="575733"/>
          </a:xfrm>
          <a:custGeom>
            <a:avLst/>
            <a:gdLst>
              <a:gd name="T0" fmla="*/ 177 w 353"/>
              <a:gd name="T1" fmla="*/ 0 h 353"/>
              <a:gd name="T2" fmla="*/ 0 w 353"/>
              <a:gd name="T3" fmla="*/ 176 h 353"/>
              <a:gd name="T4" fmla="*/ 177 w 353"/>
              <a:gd name="T5" fmla="*/ 353 h 353"/>
              <a:gd name="T6" fmla="*/ 353 w 353"/>
              <a:gd name="T7" fmla="*/ 176 h 353"/>
              <a:gd name="T8" fmla="*/ 177 w 353"/>
              <a:gd name="T9" fmla="*/ 0 h 353"/>
              <a:gd name="T10" fmla="*/ 177 w 353"/>
              <a:gd name="T11" fmla="*/ 337 h 353"/>
              <a:gd name="T12" fmla="*/ 16 w 353"/>
              <a:gd name="T13" fmla="*/ 176 h 353"/>
              <a:gd name="T14" fmla="*/ 177 w 353"/>
              <a:gd name="T15" fmla="*/ 16 h 353"/>
              <a:gd name="T16" fmla="*/ 177 w 353"/>
              <a:gd name="T17" fmla="*/ 337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53" h="353">
                <a:moveTo>
                  <a:pt x="177" y="0"/>
                </a:moveTo>
                <a:cubicBezTo>
                  <a:pt x="79" y="0"/>
                  <a:pt x="0" y="79"/>
                  <a:pt x="0" y="176"/>
                </a:cubicBezTo>
                <a:cubicBezTo>
                  <a:pt x="0" y="274"/>
                  <a:pt x="79" y="353"/>
                  <a:pt x="177" y="353"/>
                </a:cubicBezTo>
                <a:cubicBezTo>
                  <a:pt x="274" y="353"/>
                  <a:pt x="353" y="274"/>
                  <a:pt x="353" y="176"/>
                </a:cubicBezTo>
                <a:cubicBezTo>
                  <a:pt x="353" y="79"/>
                  <a:pt x="274" y="0"/>
                  <a:pt x="177" y="0"/>
                </a:cubicBezTo>
                <a:moveTo>
                  <a:pt x="177" y="337"/>
                </a:moveTo>
                <a:cubicBezTo>
                  <a:pt x="88" y="337"/>
                  <a:pt x="16" y="265"/>
                  <a:pt x="16" y="176"/>
                </a:cubicBezTo>
                <a:cubicBezTo>
                  <a:pt x="16" y="88"/>
                  <a:pt x="88" y="16"/>
                  <a:pt x="177" y="16"/>
                </a:cubicBezTo>
                <a:lnTo>
                  <a:pt x="177" y="33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9" name="Freeform 19"/>
          <p:cNvSpPr>
            <a:spLocks noEditPoints="1"/>
          </p:cNvSpPr>
          <p:nvPr/>
        </p:nvSpPr>
        <p:spPr bwMode="auto">
          <a:xfrm>
            <a:off x="5259918" y="2012951"/>
            <a:ext cx="573617" cy="575733"/>
          </a:xfrm>
          <a:custGeom>
            <a:avLst/>
            <a:gdLst>
              <a:gd name="T0" fmla="*/ 177 w 353"/>
              <a:gd name="T1" fmla="*/ 0 h 353"/>
              <a:gd name="T2" fmla="*/ 0 w 353"/>
              <a:gd name="T3" fmla="*/ 176 h 353"/>
              <a:gd name="T4" fmla="*/ 177 w 353"/>
              <a:gd name="T5" fmla="*/ 353 h 353"/>
              <a:gd name="T6" fmla="*/ 353 w 353"/>
              <a:gd name="T7" fmla="*/ 176 h 353"/>
              <a:gd name="T8" fmla="*/ 177 w 353"/>
              <a:gd name="T9" fmla="*/ 0 h 353"/>
              <a:gd name="T10" fmla="*/ 157 w 353"/>
              <a:gd name="T11" fmla="*/ 335 h 353"/>
              <a:gd name="T12" fmla="*/ 16 w 353"/>
              <a:gd name="T13" fmla="*/ 176 h 353"/>
              <a:gd name="T14" fmla="*/ 157 w 353"/>
              <a:gd name="T15" fmla="*/ 17 h 353"/>
              <a:gd name="T16" fmla="*/ 97 w 353"/>
              <a:gd name="T17" fmla="*/ 176 h 353"/>
              <a:gd name="T18" fmla="*/ 157 w 353"/>
              <a:gd name="T19" fmla="*/ 335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53" h="353">
                <a:moveTo>
                  <a:pt x="177" y="0"/>
                </a:moveTo>
                <a:cubicBezTo>
                  <a:pt x="79" y="0"/>
                  <a:pt x="0" y="79"/>
                  <a:pt x="0" y="176"/>
                </a:cubicBezTo>
                <a:cubicBezTo>
                  <a:pt x="0" y="274"/>
                  <a:pt x="79" y="353"/>
                  <a:pt x="177" y="353"/>
                </a:cubicBezTo>
                <a:cubicBezTo>
                  <a:pt x="274" y="353"/>
                  <a:pt x="353" y="274"/>
                  <a:pt x="353" y="176"/>
                </a:cubicBezTo>
                <a:cubicBezTo>
                  <a:pt x="353" y="79"/>
                  <a:pt x="274" y="0"/>
                  <a:pt x="177" y="0"/>
                </a:cubicBezTo>
                <a:moveTo>
                  <a:pt x="157" y="335"/>
                </a:moveTo>
                <a:cubicBezTo>
                  <a:pt x="78" y="325"/>
                  <a:pt x="16" y="258"/>
                  <a:pt x="16" y="176"/>
                </a:cubicBezTo>
                <a:cubicBezTo>
                  <a:pt x="16" y="94"/>
                  <a:pt x="78" y="27"/>
                  <a:pt x="157" y="17"/>
                </a:cubicBezTo>
                <a:cubicBezTo>
                  <a:pt x="119" y="59"/>
                  <a:pt x="97" y="115"/>
                  <a:pt x="97" y="176"/>
                </a:cubicBezTo>
                <a:cubicBezTo>
                  <a:pt x="97" y="237"/>
                  <a:pt x="119" y="293"/>
                  <a:pt x="157" y="335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0" name="Oval 20"/>
          <p:cNvSpPr>
            <a:spLocks noChangeArrowheads="1"/>
          </p:cNvSpPr>
          <p:nvPr/>
        </p:nvSpPr>
        <p:spPr bwMode="auto">
          <a:xfrm>
            <a:off x="6358468" y="2012951"/>
            <a:ext cx="575733" cy="575733"/>
          </a:xfrm>
          <a:prstGeom prst="ellipse">
            <a:avLst/>
          </a:pr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1" name="Freeform 21"/>
          <p:cNvSpPr>
            <a:spLocks noEditPoints="1"/>
          </p:cNvSpPr>
          <p:nvPr/>
        </p:nvSpPr>
        <p:spPr bwMode="auto">
          <a:xfrm>
            <a:off x="7457018" y="2012951"/>
            <a:ext cx="575733" cy="575733"/>
          </a:xfrm>
          <a:custGeom>
            <a:avLst/>
            <a:gdLst>
              <a:gd name="T0" fmla="*/ 176 w 353"/>
              <a:gd name="T1" fmla="*/ 0 h 353"/>
              <a:gd name="T2" fmla="*/ 0 w 353"/>
              <a:gd name="T3" fmla="*/ 176 h 353"/>
              <a:gd name="T4" fmla="*/ 176 w 353"/>
              <a:gd name="T5" fmla="*/ 353 h 353"/>
              <a:gd name="T6" fmla="*/ 353 w 353"/>
              <a:gd name="T7" fmla="*/ 176 h 353"/>
              <a:gd name="T8" fmla="*/ 176 w 353"/>
              <a:gd name="T9" fmla="*/ 0 h 353"/>
              <a:gd name="T10" fmla="*/ 197 w 353"/>
              <a:gd name="T11" fmla="*/ 335 h 353"/>
              <a:gd name="T12" fmla="*/ 257 w 353"/>
              <a:gd name="T13" fmla="*/ 176 h 353"/>
              <a:gd name="T14" fmla="*/ 197 w 353"/>
              <a:gd name="T15" fmla="*/ 17 h 353"/>
              <a:gd name="T16" fmla="*/ 337 w 353"/>
              <a:gd name="T17" fmla="*/ 176 h 353"/>
              <a:gd name="T18" fmla="*/ 197 w 353"/>
              <a:gd name="T19" fmla="*/ 335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53" h="353">
                <a:moveTo>
                  <a:pt x="176" y="0"/>
                </a:moveTo>
                <a:cubicBezTo>
                  <a:pt x="79" y="0"/>
                  <a:pt x="0" y="79"/>
                  <a:pt x="0" y="176"/>
                </a:cubicBezTo>
                <a:cubicBezTo>
                  <a:pt x="0" y="274"/>
                  <a:pt x="79" y="353"/>
                  <a:pt x="176" y="353"/>
                </a:cubicBezTo>
                <a:cubicBezTo>
                  <a:pt x="274" y="353"/>
                  <a:pt x="353" y="274"/>
                  <a:pt x="353" y="176"/>
                </a:cubicBezTo>
                <a:cubicBezTo>
                  <a:pt x="353" y="79"/>
                  <a:pt x="274" y="0"/>
                  <a:pt x="176" y="0"/>
                </a:cubicBezTo>
                <a:moveTo>
                  <a:pt x="197" y="335"/>
                </a:moveTo>
                <a:cubicBezTo>
                  <a:pt x="234" y="293"/>
                  <a:pt x="257" y="237"/>
                  <a:pt x="257" y="176"/>
                </a:cubicBezTo>
                <a:cubicBezTo>
                  <a:pt x="257" y="115"/>
                  <a:pt x="234" y="59"/>
                  <a:pt x="197" y="17"/>
                </a:cubicBezTo>
                <a:cubicBezTo>
                  <a:pt x="276" y="27"/>
                  <a:pt x="337" y="94"/>
                  <a:pt x="337" y="176"/>
                </a:cubicBezTo>
                <a:cubicBezTo>
                  <a:pt x="337" y="258"/>
                  <a:pt x="276" y="325"/>
                  <a:pt x="197" y="335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2" name="Freeform 22"/>
          <p:cNvSpPr>
            <a:spLocks noEditPoints="1"/>
          </p:cNvSpPr>
          <p:nvPr/>
        </p:nvSpPr>
        <p:spPr bwMode="auto">
          <a:xfrm>
            <a:off x="8555568" y="2012951"/>
            <a:ext cx="575733" cy="575733"/>
          </a:xfrm>
          <a:custGeom>
            <a:avLst/>
            <a:gdLst>
              <a:gd name="T0" fmla="*/ 177 w 353"/>
              <a:gd name="T1" fmla="*/ 0 h 353"/>
              <a:gd name="T2" fmla="*/ 0 w 353"/>
              <a:gd name="T3" fmla="*/ 176 h 353"/>
              <a:gd name="T4" fmla="*/ 177 w 353"/>
              <a:gd name="T5" fmla="*/ 353 h 353"/>
              <a:gd name="T6" fmla="*/ 353 w 353"/>
              <a:gd name="T7" fmla="*/ 176 h 353"/>
              <a:gd name="T8" fmla="*/ 177 w 353"/>
              <a:gd name="T9" fmla="*/ 0 h 353"/>
              <a:gd name="T10" fmla="*/ 177 w 353"/>
              <a:gd name="T11" fmla="*/ 337 h 353"/>
              <a:gd name="T12" fmla="*/ 177 w 353"/>
              <a:gd name="T13" fmla="*/ 16 h 353"/>
              <a:gd name="T14" fmla="*/ 337 w 353"/>
              <a:gd name="T15" fmla="*/ 176 h 353"/>
              <a:gd name="T16" fmla="*/ 177 w 353"/>
              <a:gd name="T17" fmla="*/ 337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53" h="353">
                <a:moveTo>
                  <a:pt x="177" y="0"/>
                </a:moveTo>
                <a:cubicBezTo>
                  <a:pt x="79" y="0"/>
                  <a:pt x="0" y="79"/>
                  <a:pt x="0" y="176"/>
                </a:cubicBezTo>
                <a:cubicBezTo>
                  <a:pt x="0" y="274"/>
                  <a:pt x="79" y="353"/>
                  <a:pt x="177" y="353"/>
                </a:cubicBezTo>
                <a:cubicBezTo>
                  <a:pt x="274" y="353"/>
                  <a:pt x="353" y="274"/>
                  <a:pt x="353" y="176"/>
                </a:cubicBezTo>
                <a:cubicBezTo>
                  <a:pt x="353" y="79"/>
                  <a:pt x="274" y="0"/>
                  <a:pt x="177" y="0"/>
                </a:cubicBezTo>
                <a:moveTo>
                  <a:pt x="177" y="337"/>
                </a:moveTo>
                <a:cubicBezTo>
                  <a:pt x="177" y="16"/>
                  <a:pt x="177" y="16"/>
                  <a:pt x="177" y="16"/>
                </a:cubicBezTo>
                <a:cubicBezTo>
                  <a:pt x="266" y="16"/>
                  <a:pt x="337" y="88"/>
                  <a:pt x="337" y="176"/>
                </a:cubicBezTo>
                <a:cubicBezTo>
                  <a:pt x="337" y="265"/>
                  <a:pt x="266" y="337"/>
                  <a:pt x="177" y="337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3" name="Freeform 23"/>
          <p:cNvSpPr>
            <a:spLocks noEditPoints="1"/>
          </p:cNvSpPr>
          <p:nvPr/>
        </p:nvSpPr>
        <p:spPr bwMode="auto">
          <a:xfrm>
            <a:off x="9656235" y="2012951"/>
            <a:ext cx="575733" cy="575733"/>
          </a:xfrm>
          <a:custGeom>
            <a:avLst/>
            <a:gdLst>
              <a:gd name="T0" fmla="*/ 176 w 353"/>
              <a:gd name="T1" fmla="*/ 0 h 353"/>
              <a:gd name="T2" fmla="*/ 0 w 353"/>
              <a:gd name="T3" fmla="*/ 176 h 353"/>
              <a:gd name="T4" fmla="*/ 176 w 353"/>
              <a:gd name="T5" fmla="*/ 353 h 353"/>
              <a:gd name="T6" fmla="*/ 353 w 353"/>
              <a:gd name="T7" fmla="*/ 176 h 353"/>
              <a:gd name="T8" fmla="*/ 176 w 353"/>
              <a:gd name="T9" fmla="*/ 0 h 353"/>
              <a:gd name="T10" fmla="*/ 176 w 353"/>
              <a:gd name="T11" fmla="*/ 337 h 353"/>
              <a:gd name="T12" fmla="*/ 156 w 353"/>
              <a:gd name="T13" fmla="*/ 335 h 353"/>
              <a:gd name="T14" fmla="*/ 96 w 353"/>
              <a:gd name="T15" fmla="*/ 176 h 353"/>
              <a:gd name="T16" fmla="*/ 156 w 353"/>
              <a:gd name="T17" fmla="*/ 17 h 353"/>
              <a:gd name="T18" fmla="*/ 176 w 353"/>
              <a:gd name="T19" fmla="*/ 16 h 353"/>
              <a:gd name="T20" fmla="*/ 337 w 353"/>
              <a:gd name="T21" fmla="*/ 176 h 353"/>
              <a:gd name="T22" fmla="*/ 176 w 353"/>
              <a:gd name="T23" fmla="*/ 337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53" h="353">
                <a:moveTo>
                  <a:pt x="176" y="0"/>
                </a:moveTo>
                <a:cubicBezTo>
                  <a:pt x="79" y="0"/>
                  <a:pt x="0" y="79"/>
                  <a:pt x="0" y="176"/>
                </a:cubicBezTo>
                <a:cubicBezTo>
                  <a:pt x="0" y="274"/>
                  <a:pt x="79" y="353"/>
                  <a:pt x="176" y="353"/>
                </a:cubicBezTo>
                <a:cubicBezTo>
                  <a:pt x="274" y="353"/>
                  <a:pt x="353" y="274"/>
                  <a:pt x="353" y="176"/>
                </a:cubicBezTo>
                <a:cubicBezTo>
                  <a:pt x="353" y="79"/>
                  <a:pt x="274" y="0"/>
                  <a:pt x="176" y="0"/>
                </a:cubicBezTo>
                <a:moveTo>
                  <a:pt x="176" y="337"/>
                </a:moveTo>
                <a:cubicBezTo>
                  <a:pt x="169" y="337"/>
                  <a:pt x="162" y="336"/>
                  <a:pt x="156" y="335"/>
                </a:cubicBezTo>
                <a:cubicBezTo>
                  <a:pt x="119" y="293"/>
                  <a:pt x="96" y="237"/>
                  <a:pt x="96" y="176"/>
                </a:cubicBezTo>
                <a:cubicBezTo>
                  <a:pt x="96" y="115"/>
                  <a:pt x="119" y="59"/>
                  <a:pt x="156" y="17"/>
                </a:cubicBezTo>
                <a:cubicBezTo>
                  <a:pt x="162" y="16"/>
                  <a:pt x="169" y="16"/>
                  <a:pt x="176" y="16"/>
                </a:cubicBezTo>
                <a:cubicBezTo>
                  <a:pt x="265" y="16"/>
                  <a:pt x="337" y="88"/>
                  <a:pt x="337" y="176"/>
                </a:cubicBezTo>
                <a:cubicBezTo>
                  <a:pt x="337" y="265"/>
                  <a:pt x="265" y="337"/>
                  <a:pt x="176" y="337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4" name="Freeform 24"/>
          <p:cNvSpPr>
            <a:spLocks noEditPoints="1"/>
          </p:cNvSpPr>
          <p:nvPr/>
        </p:nvSpPr>
        <p:spPr bwMode="auto">
          <a:xfrm>
            <a:off x="10911417" y="2012951"/>
            <a:ext cx="262467" cy="575733"/>
          </a:xfrm>
          <a:custGeom>
            <a:avLst/>
            <a:gdLst>
              <a:gd name="T0" fmla="*/ 97 w 161"/>
              <a:gd name="T1" fmla="*/ 227 h 353"/>
              <a:gd name="T2" fmla="*/ 97 w 161"/>
              <a:gd name="T3" fmla="*/ 128 h 353"/>
              <a:gd name="T4" fmla="*/ 80 w 161"/>
              <a:gd name="T5" fmla="*/ 112 h 353"/>
              <a:gd name="T6" fmla="*/ 64 w 161"/>
              <a:gd name="T7" fmla="*/ 128 h 353"/>
              <a:gd name="T8" fmla="*/ 64 w 161"/>
              <a:gd name="T9" fmla="*/ 227 h 353"/>
              <a:gd name="T10" fmla="*/ 32 w 161"/>
              <a:gd name="T11" fmla="*/ 273 h 353"/>
              <a:gd name="T12" fmla="*/ 80 w 161"/>
              <a:gd name="T13" fmla="*/ 321 h 353"/>
              <a:gd name="T14" fmla="*/ 129 w 161"/>
              <a:gd name="T15" fmla="*/ 273 h 353"/>
              <a:gd name="T16" fmla="*/ 97 w 161"/>
              <a:gd name="T17" fmla="*/ 227 h 353"/>
              <a:gd name="T18" fmla="*/ 129 w 161"/>
              <a:gd name="T19" fmla="*/ 208 h 353"/>
              <a:gd name="T20" fmla="*/ 129 w 161"/>
              <a:gd name="T21" fmla="*/ 48 h 353"/>
              <a:gd name="T22" fmla="*/ 80 w 161"/>
              <a:gd name="T23" fmla="*/ 0 h 353"/>
              <a:gd name="T24" fmla="*/ 32 w 161"/>
              <a:gd name="T25" fmla="*/ 48 h 353"/>
              <a:gd name="T26" fmla="*/ 32 w 161"/>
              <a:gd name="T27" fmla="*/ 208 h 353"/>
              <a:gd name="T28" fmla="*/ 0 w 161"/>
              <a:gd name="T29" fmla="*/ 273 h 353"/>
              <a:gd name="T30" fmla="*/ 80 w 161"/>
              <a:gd name="T31" fmla="*/ 353 h 353"/>
              <a:gd name="T32" fmla="*/ 161 w 161"/>
              <a:gd name="T33" fmla="*/ 273 h 353"/>
              <a:gd name="T34" fmla="*/ 129 w 161"/>
              <a:gd name="T35" fmla="*/ 208 h 353"/>
              <a:gd name="T36" fmla="*/ 80 w 161"/>
              <a:gd name="T37" fmla="*/ 337 h 353"/>
              <a:gd name="T38" fmla="*/ 16 w 161"/>
              <a:gd name="T39" fmla="*/ 273 h 353"/>
              <a:gd name="T40" fmla="*/ 48 w 161"/>
              <a:gd name="T41" fmla="*/ 217 h 353"/>
              <a:gd name="T42" fmla="*/ 48 w 161"/>
              <a:gd name="T43" fmla="*/ 48 h 353"/>
              <a:gd name="T44" fmla="*/ 80 w 161"/>
              <a:gd name="T45" fmla="*/ 16 h 353"/>
              <a:gd name="T46" fmla="*/ 113 w 161"/>
              <a:gd name="T47" fmla="*/ 48 h 353"/>
              <a:gd name="T48" fmla="*/ 113 w 161"/>
              <a:gd name="T49" fmla="*/ 217 h 353"/>
              <a:gd name="T50" fmla="*/ 145 w 161"/>
              <a:gd name="T51" fmla="*/ 273 h 353"/>
              <a:gd name="T52" fmla="*/ 80 w 161"/>
              <a:gd name="T53" fmla="*/ 337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161" h="353">
                <a:moveTo>
                  <a:pt x="97" y="227"/>
                </a:moveTo>
                <a:cubicBezTo>
                  <a:pt x="97" y="128"/>
                  <a:pt x="97" y="128"/>
                  <a:pt x="97" y="128"/>
                </a:cubicBezTo>
                <a:cubicBezTo>
                  <a:pt x="97" y="119"/>
                  <a:pt x="89" y="112"/>
                  <a:pt x="80" y="112"/>
                </a:cubicBezTo>
                <a:cubicBezTo>
                  <a:pt x="72" y="112"/>
                  <a:pt x="64" y="119"/>
                  <a:pt x="64" y="128"/>
                </a:cubicBezTo>
                <a:cubicBezTo>
                  <a:pt x="64" y="227"/>
                  <a:pt x="64" y="227"/>
                  <a:pt x="64" y="227"/>
                </a:cubicBezTo>
                <a:cubicBezTo>
                  <a:pt x="46" y="234"/>
                  <a:pt x="32" y="252"/>
                  <a:pt x="32" y="273"/>
                </a:cubicBezTo>
                <a:cubicBezTo>
                  <a:pt x="32" y="299"/>
                  <a:pt x="54" y="321"/>
                  <a:pt x="80" y="321"/>
                </a:cubicBezTo>
                <a:cubicBezTo>
                  <a:pt x="107" y="321"/>
                  <a:pt x="129" y="299"/>
                  <a:pt x="129" y="273"/>
                </a:cubicBezTo>
                <a:cubicBezTo>
                  <a:pt x="129" y="252"/>
                  <a:pt x="115" y="234"/>
                  <a:pt x="97" y="227"/>
                </a:cubicBezTo>
                <a:moveTo>
                  <a:pt x="129" y="208"/>
                </a:moveTo>
                <a:cubicBezTo>
                  <a:pt x="129" y="48"/>
                  <a:pt x="129" y="48"/>
                  <a:pt x="129" y="48"/>
                </a:cubicBezTo>
                <a:cubicBezTo>
                  <a:pt x="129" y="21"/>
                  <a:pt x="107" y="0"/>
                  <a:pt x="80" y="0"/>
                </a:cubicBezTo>
                <a:cubicBezTo>
                  <a:pt x="54" y="0"/>
                  <a:pt x="32" y="21"/>
                  <a:pt x="32" y="48"/>
                </a:cubicBezTo>
                <a:cubicBezTo>
                  <a:pt x="32" y="208"/>
                  <a:pt x="32" y="208"/>
                  <a:pt x="32" y="208"/>
                </a:cubicBezTo>
                <a:cubicBezTo>
                  <a:pt x="13" y="223"/>
                  <a:pt x="0" y="246"/>
                  <a:pt x="0" y="273"/>
                </a:cubicBezTo>
                <a:cubicBezTo>
                  <a:pt x="0" y="317"/>
                  <a:pt x="36" y="353"/>
                  <a:pt x="80" y="353"/>
                </a:cubicBezTo>
                <a:cubicBezTo>
                  <a:pt x="125" y="353"/>
                  <a:pt x="161" y="317"/>
                  <a:pt x="161" y="273"/>
                </a:cubicBezTo>
                <a:cubicBezTo>
                  <a:pt x="161" y="246"/>
                  <a:pt x="148" y="223"/>
                  <a:pt x="129" y="208"/>
                </a:cubicBezTo>
                <a:moveTo>
                  <a:pt x="80" y="337"/>
                </a:moveTo>
                <a:cubicBezTo>
                  <a:pt x="45" y="337"/>
                  <a:pt x="16" y="308"/>
                  <a:pt x="16" y="273"/>
                </a:cubicBezTo>
                <a:cubicBezTo>
                  <a:pt x="16" y="249"/>
                  <a:pt x="29" y="228"/>
                  <a:pt x="48" y="217"/>
                </a:cubicBezTo>
                <a:cubicBezTo>
                  <a:pt x="48" y="48"/>
                  <a:pt x="48" y="48"/>
                  <a:pt x="48" y="48"/>
                </a:cubicBezTo>
                <a:cubicBezTo>
                  <a:pt x="48" y="30"/>
                  <a:pt x="63" y="16"/>
                  <a:pt x="80" y="16"/>
                </a:cubicBezTo>
                <a:cubicBezTo>
                  <a:pt x="98" y="16"/>
                  <a:pt x="113" y="30"/>
                  <a:pt x="113" y="48"/>
                </a:cubicBezTo>
                <a:cubicBezTo>
                  <a:pt x="113" y="217"/>
                  <a:pt x="113" y="217"/>
                  <a:pt x="113" y="217"/>
                </a:cubicBezTo>
                <a:cubicBezTo>
                  <a:pt x="132" y="228"/>
                  <a:pt x="145" y="249"/>
                  <a:pt x="145" y="273"/>
                </a:cubicBezTo>
                <a:cubicBezTo>
                  <a:pt x="145" y="308"/>
                  <a:pt x="116" y="337"/>
                  <a:pt x="80" y="337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5" name="Freeform 25"/>
          <p:cNvSpPr>
            <a:spLocks noEditPoints="1"/>
          </p:cNvSpPr>
          <p:nvPr/>
        </p:nvSpPr>
        <p:spPr bwMode="auto">
          <a:xfrm>
            <a:off x="863602" y="3166534"/>
            <a:ext cx="575733" cy="575733"/>
          </a:xfrm>
          <a:custGeom>
            <a:avLst/>
            <a:gdLst>
              <a:gd name="T0" fmla="*/ 254 w 353"/>
              <a:gd name="T1" fmla="*/ 170 h 353"/>
              <a:gd name="T2" fmla="*/ 254 w 353"/>
              <a:gd name="T3" fmla="*/ 170 h 353"/>
              <a:gd name="T4" fmla="*/ 252 w 353"/>
              <a:gd name="T5" fmla="*/ 169 h 353"/>
              <a:gd name="T6" fmla="*/ 252 w 353"/>
              <a:gd name="T7" fmla="*/ 169 h 353"/>
              <a:gd name="T8" fmla="*/ 141 w 353"/>
              <a:gd name="T9" fmla="*/ 106 h 353"/>
              <a:gd name="T10" fmla="*/ 141 w 353"/>
              <a:gd name="T11" fmla="*/ 106 h 353"/>
              <a:gd name="T12" fmla="*/ 136 w 353"/>
              <a:gd name="T13" fmla="*/ 104 h 353"/>
              <a:gd name="T14" fmla="*/ 128 w 353"/>
              <a:gd name="T15" fmla="*/ 112 h 353"/>
              <a:gd name="T16" fmla="*/ 128 w 353"/>
              <a:gd name="T17" fmla="*/ 241 h 353"/>
              <a:gd name="T18" fmla="*/ 136 w 353"/>
              <a:gd name="T19" fmla="*/ 249 h 353"/>
              <a:gd name="T20" fmla="*/ 141 w 353"/>
              <a:gd name="T21" fmla="*/ 247 h 353"/>
              <a:gd name="T22" fmla="*/ 141 w 353"/>
              <a:gd name="T23" fmla="*/ 247 h 353"/>
              <a:gd name="T24" fmla="*/ 252 w 353"/>
              <a:gd name="T25" fmla="*/ 184 h 353"/>
              <a:gd name="T26" fmla="*/ 252 w 353"/>
              <a:gd name="T27" fmla="*/ 183 h 353"/>
              <a:gd name="T28" fmla="*/ 254 w 353"/>
              <a:gd name="T29" fmla="*/ 183 h 353"/>
              <a:gd name="T30" fmla="*/ 254 w 353"/>
              <a:gd name="T31" fmla="*/ 182 h 353"/>
              <a:gd name="T32" fmla="*/ 257 w 353"/>
              <a:gd name="T33" fmla="*/ 176 h 353"/>
              <a:gd name="T34" fmla="*/ 254 w 353"/>
              <a:gd name="T35" fmla="*/ 170 h 353"/>
              <a:gd name="T36" fmla="*/ 144 w 353"/>
              <a:gd name="T37" fmla="*/ 227 h 353"/>
              <a:gd name="T38" fmla="*/ 144 w 353"/>
              <a:gd name="T39" fmla="*/ 126 h 353"/>
              <a:gd name="T40" fmla="*/ 233 w 353"/>
              <a:gd name="T41" fmla="*/ 176 h 353"/>
              <a:gd name="T42" fmla="*/ 144 w 353"/>
              <a:gd name="T43" fmla="*/ 227 h 353"/>
              <a:gd name="T44" fmla="*/ 177 w 353"/>
              <a:gd name="T45" fmla="*/ 0 h 353"/>
              <a:gd name="T46" fmla="*/ 0 w 353"/>
              <a:gd name="T47" fmla="*/ 176 h 353"/>
              <a:gd name="T48" fmla="*/ 177 w 353"/>
              <a:gd name="T49" fmla="*/ 353 h 353"/>
              <a:gd name="T50" fmla="*/ 353 w 353"/>
              <a:gd name="T51" fmla="*/ 176 h 353"/>
              <a:gd name="T52" fmla="*/ 177 w 353"/>
              <a:gd name="T53" fmla="*/ 0 h 353"/>
              <a:gd name="T54" fmla="*/ 177 w 353"/>
              <a:gd name="T55" fmla="*/ 337 h 353"/>
              <a:gd name="T56" fmla="*/ 16 w 353"/>
              <a:gd name="T57" fmla="*/ 176 h 353"/>
              <a:gd name="T58" fmla="*/ 177 w 353"/>
              <a:gd name="T59" fmla="*/ 16 h 353"/>
              <a:gd name="T60" fmla="*/ 337 w 353"/>
              <a:gd name="T61" fmla="*/ 176 h 353"/>
              <a:gd name="T62" fmla="*/ 177 w 353"/>
              <a:gd name="T63" fmla="*/ 337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353" h="353">
                <a:moveTo>
                  <a:pt x="254" y="170"/>
                </a:moveTo>
                <a:cubicBezTo>
                  <a:pt x="254" y="170"/>
                  <a:pt x="254" y="170"/>
                  <a:pt x="254" y="170"/>
                </a:cubicBezTo>
                <a:cubicBezTo>
                  <a:pt x="252" y="169"/>
                  <a:pt x="252" y="169"/>
                  <a:pt x="252" y="169"/>
                </a:cubicBezTo>
                <a:cubicBezTo>
                  <a:pt x="252" y="169"/>
                  <a:pt x="252" y="169"/>
                  <a:pt x="252" y="169"/>
                </a:cubicBezTo>
                <a:cubicBezTo>
                  <a:pt x="141" y="106"/>
                  <a:pt x="141" y="106"/>
                  <a:pt x="141" y="106"/>
                </a:cubicBezTo>
                <a:cubicBezTo>
                  <a:pt x="141" y="106"/>
                  <a:pt x="141" y="106"/>
                  <a:pt x="141" y="106"/>
                </a:cubicBezTo>
                <a:cubicBezTo>
                  <a:pt x="140" y="105"/>
                  <a:pt x="138" y="104"/>
                  <a:pt x="136" y="104"/>
                </a:cubicBezTo>
                <a:cubicBezTo>
                  <a:pt x="132" y="104"/>
                  <a:pt x="128" y="108"/>
                  <a:pt x="128" y="112"/>
                </a:cubicBezTo>
                <a:cubicBezTo>
                  <a:pt x="128" y="241"/>
                  <a:pt x="128" y="241"/>
                  <a:pt x="128" y="241"/>
                </a:cubicBezTo>
                <a:cubicBezTo>
                  <a:pt x="128" y="245"/>
                  <a:pt x="132" y="249"/>
                  <a:pt x="136" y="249"/>
                </a:cubicBezTo>
                <a:cubicBezTo>
                  <a:pt x="138" y="249"/>
                  <a:pt x="140" y="248"/>
                  <a:pt x="141" y="247"/>
                </a:cubicBezTo>
                <a:cubicBezTo>
                  <a:pt x="141" y="247"/>
                  <a:pt x="141" y="247"/>
                  <a:pt x="141" y="247"/>
                </a:cubicBezTo>
                <a:cubicBezTo>
                  <a:pt x="252" y="184"/>
                  <a:pt x="252" y="184"/>
                  <a:pt x="252" y="184"/>
                </a:cubicBezTo>
                <a:cubicBezTo>
                  <a:pt x="252" y="184"/>
                  <a:pt x="252" y="183"/>
                  <a:pt x="252" y="183"/>
                </a:cubicBezTo>
                <a:cubicBezTo>
                  <a:pt x="254" y="183"/>
                  <a:pt x="254" y="183"/>
                  <a:pt x="254" y="183"/>
                </a:cubicBezTo>
                <a:cubicBezTo>
                  <a:pt x="254" y="182"/>
                  <a:pt x="254" y="182"/>
                  <a:pt x="254" y="182"/>
                </a:cubicBezTo>
                <a:cubicBezTo>
                  <a:pt x="256" y="181"/>
                  <a:pt x="257" y="179"/>
                  <a:pt x="257" y="176"/>
                </a:cubicBezTo>
                <a:cubicBezTo>
                  <a:pt x="257" y="174"/>
                  <a:pt x="256" y="172"/>
                  <a:pt x="254" y="170"/>
                </a:cubicBezTo>
                <a:moveTo>
                  <a:pt x="144" y="227"/>
                </a:moveTo>
                <a:cubicBezTo>
                  <a:pt x="144" y="126"/>
                  <a:pt x="144" y="126"/>
                  <a:pt x="144" y="126"/>
                </a:cubicBezTo>
                <a:cubicBezTo>
                  <a:pt x="233" y="176"/>
                  <a:pt x="233" y="176"/>
                  <a:pt x="233" y="176"/>
                </a:cubicBezTo>
                <a:lnTo>
                  <a:pt x="144" y="227"/>
                </a:lnTo>
                <a:close/>
                <a:moveTo>
                  <a:pt x="177" y="0"/>
                </a:moveTo>
                <a:cubicBezTo>
                  <a:pt x="79" y="0"/>
                  <a:pt x="0" y="79"/>
                  <a:pt x="0" y="176"/>
                </a:cubicBezTo>
                <a:cubicBezTo>
                  <a:pt x="0" y="274"/>
                  <a:pt x="79" y="353"/>
                  <a:pt x="177" y="353"/>
                </a:cubicBezTo>
                <a:cubicBezTo>
                  <a:pt x="274" y="353"/>
                  <a:pt x="353" y="274"/>
                  <a:pt x="353" y="176"/>
                </a:cubicBezTo>
                <a:cubicBezTo>
                  <a:pt x="353" y="79"/>
                  <a:pt x="274" y="0"/>
                  <a:pt x="177" y="0"/>
                </a:cubicBezTo>
                <a:moveTo>
                  <a:pt x="177" y="337"/>
                </a:moveTo>
                <a:cubicBezTo>
                  <a:pt x="88" y="337"/>
                  <a:pt x="16" y="265"/>
                  <a:pt x="16" y="176"/>
                </a:cubicBezTo>
                <a:cubicBezTo>
                  <a:pt x="16" y="88"/>
                  <a:pt x="88" y="16"/>
                  <a:pt x="177" y="16"/>
                </a:cubicBezTo>
                <a:cubicBezTo>
                  <a:pt x="265" y="16"/>
                  <a:pt x="337" y="88"/>
                  <a:pt x="337" y="176"/>
                </a:cubicBezTo>
                <a:cubicBezTo>
                  <a:pt x="337" y="265"/>
                  <a:pt x="265" y="337"/>
                  <a:pt x="177" y="337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6" name="Freeform 26"/>
          <p:cNvSpPr>
            <a:spLocks noEditPoints="1"/>
          </p:cNvSpPr>
          <p:nvPr/>
        </p:nvSpPr>
        <p:spPr bwMode="auto">
          <a:xfrm>
            <a:off x="1962151" y="3166534"/>
            <a:ext cx="575733" cy="575733"/>
          </a:xfrm>
          <a:custGeom>
            <a:avLst/>
            <a:gdLst>
              <a:gd name="T0" fmla="*/ 153 w 353"/>
              <a:gd name="T1" fmla="*/ 112 h 353"/>
              <a:gd name="T2" fmla="*/ 121 w 353"/>
              <a:gd name="T3" fmla="*/ 112 h 353"/>
              <a:gd name="T4" fmla="*/ 113 w 353"/>
              <a:gd name="T5" fmla="*/ 120 h 353"/>
              <a:gd name="T6" fmla="*/ 113 w 353"/>
              <a:gd name="T7" fmla="*/ 232 h 353"/>
              <a:gd name="T8" fmla="*/ 121 w 353"/>
              <a:gd name="T9" fmla="*/ 241 h 353"/>
              <a:gd name="T10" fmla="*/ 153 w 353"/>
              <a:gd name="T11" fmla="*/ 241 h 353"/>
              <a:gd name="T12" fmla="*/ 161 w 353"/>
              <a:gd name="T13" fmla="*/ 232 h 353"/>
              <a:gd name="T14" fmla="*/ 161 w 353"/>
              <a:gd name="T15" fmla="*/ 120 h 353"/>
              <a:gd name="T16" fmla="*/ 153 w 353"/>
              <a:gd name="T17" fmla="*/ 112 h 353"/>
              <a:gd name="T18" fmla="*/ 145 w 353"/>
              <a:gd name="T19" fmla="*/ 224 h 353"/>
              <a:gd name="T20" fmla="*/ 129 w 353"/>
              <a:gd name="T21" fmla="*/ 224 h 353"/>
              <a:gd name="T22" fmla="*/ 129 w 353"/>
              <a:gd name="T23" fmla="*/ 128 h 353"/>
              <a:gd name="T24" fmla="*/ 145 w 353"/>
              <a:gd name="T25" fmla="*/ 128 h 353"/>
              <a:gd name="T26" fmla="*/ 145 w 353"/>
              <a:gd name="T27" fmla="*/ 224 h 353"/>
              <a:gd name="T28" fmla="*/ 177 w 353"/>
              <a:gd name="T29" fmla="*/ 0 h 353"/>
              <a:gd name="T30" fmla="*/ 0 w 353"/>
              <a:gd name="T31" fmla="*/ 176 h 353"/>
              <a:gd name="T32" fmla="*/ 177 w 353"/>
              <a:gd name="T33" fmla="*/ 353 h 353"/>
              <a:gd name="T34" fmla="*/ 353 w 353"/>
              <a:gd name="T35" fmla="*/ 176 h 353"/>
              <a:gd name="T36" fmla="*/ 177 w 353"/>
              <a:gd name="T37" fmla="*/ 0 h 353"/>
              <a:gd name="T38" fmla="*/ 177 w 353"/>
              <a:gd name="T39" fmla="*/ 337 h 353"/>
              <a:gd name="T40" fmla="*/ 16 w 353"/>
              <a:gd name="T41" fmla="*/ 176 h 353"/>
              <a:gd name="T42" fmla="*/ 177 w 353"/>
              <a:gd name="T43" fmla="*/ 16 h 353"/>
              <a:gd name="T44" fmla="*/ 337 w 353"/>
              <a:gd name="T45" fmla="*/ 176 h 353"/>
              <a:gd name="T46" fmla="*/ 177 w 353"/>
              <a:gd name="T47" fmla="*/ 337 h 353"/>
              <a:gd name="T48" fmla="*/ 233 w 353"/>
              <a:gd name="T49" fmla="*/ 112 h 353"/>
              <a:gd name="T50" fmla="*/ 201 w 353"/>
              <a:gd name="T51" fmla="*/ 112 h 353"/>
              <a:gd name="T52" fmla="*/ 193 w 353"/>
              <a:gd name="T53" fmla="*/ 120 h 353"/>
              <a:gd name="T54" fmla="*/ 193 w 353"/>
              <a:gd name="T55" fmla="*/ 232 h 353"/>
              <a:gd name="T56" fmla="*/ 201 w 353"/>
              <a:gd name="T57" fmla="*/ 241 h 353"/>
              <a:gd name="T58" fmla="*/ 233 w 353"/>
              <a:gd name="T59" fmla="*/ 241 h 353"/>
              <a:gd name="T60" fmla="*/ 241 w 353"/>
              <a:gd name="T61" fmla="*/ 232 h 353"/>
              <a:gd name="T62" fmla="*/ 241 w 353"/>
              <a:gd name="T63" fmla="*/ 120 h 353"/>
              <a:gd name="T64" fmla="*/ 233 w 353"/>
              <a:gd name="T65" fmla="*/ 112 h 353"/>
              <a:gd name="T66" fmla="*/ 225 w 353"/>
              <a:gd name="T67" fmla="*/ 224 h 353"/>
              <a:gd name="T68" fmla="*/ 209 w 353"/>
              <a:gd name="T69" fmla="*/ 224 h 353"/>
              <a:gd name="T70" fmla="*/ 209 w 353"/>
              <a:gd name="T71" fmla="*/ 128 h 353"/>
              <a:gd name="T72" fmla="*/ 225 w 353"/>
              <a:gd name="T73" fmla="*/ 128 h 353"/>
              <a:gd name="T74" fmla="*/ 225 w 353"/>
              <a:gd name="T75" fmla="*/ 224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353" h="353">
                <a:moveTo>
                  <a:pt x="153" y="112"/>
                </a:moveTo>
                <a:cubicBezTo>
                  <a:pt x="121" y="112"/>
                  <a:pt x="121" y="112"/>
                  <a:pt x="121" y="112"/>
                </a:cubicBezTo>
                <a:cubicBezTo>
                  <a:pt x="116" y="112"/>
                  <a:pt x="113" y="116"/>
                  <a:pt x="113" y="120"/>
                </a:cubicBezTo>
                <a:cubicBezTo>
                  <a:pt x="113" y="232"/>
                  <a:pt x="113" y="232"/>
                  <a:pt x="113" y="232"/>
                </a:cubicBezTo>
                <a:cubicBezTo>
                  <a:pt x="113" y="237"/>
                  <a:pt x="116" y="241"/>
                  <a:pt x="121" y="241"/>
                </a:cubicBezTo>
                <a:cubicBezTo>
                  <a:pt x="153" y="241"/>
                  <a:pt x="153" y="241"/>
                  <a:pt x="153" y="241"/>
                </a:cubicBezTo>
                <a:cubicBezTo>
                  <a:pt x="157" y="241"/>
                  <a:pt x="161" y="237"/>
                  <a:pt x="161" y="232"/>
                </a:cubicBezTo>
                <a:cubicBezTo>
                  <a:pt x="161" y="120"/>
                  <a:pt x="161" y="120"/>
                  <a:pt x="161" y="120"/>
                </a:cubicBezTo>
                <a:cubicBezTo>
                  <a:pt x="161" y="116"/>
                  <a:pt x="157" y="112"/>
                  <a:pt x="153" y="112"/>
                </a:cubicBezTo>
                <a:moveTo>
                  <a:pt x="145" y="224"/>
                </a:moveTo>
                <a:cubicBezTo>
                  <a:pt x="129" y="224"/>
                  <a:pt x="129" y="224"/>
                  <a:pt x="129" y="224"/>
                </a:cubicBezTo>
                <a:cubicBezTo>
                  <a:pt x="129" y="128"/>
                  <a:pt x="129" y="128"/>
                  <a:pt x="129" y="128"/>
                </a:cubicBezTo>
                <a:cubicBezTo>
                  <a:pt x="145" y="128"/>
                  <a:pt x="145" y="128"/>
                  <a:pt x="145" y="128"/>
                </a:cubicBezTo>
                <a:lnTo>
                  <a:pt x="145" y="224"/>
                </a:lnTo>
                <a:close/>
                <a:moveTo>
                  <a:pt x="177" y="0"/>
                </a:moveTo>
                <a:cubicBezTo>
                  <a:pt x="79" y="0"/>
                  <a:pt x="0" y="79"/>
                  <a:pt x="0" y="176"/>
                </a:cubicBezTo>
                <a:cubicBezTo>
                  <a:pt x="0" y="274"/>
                  <a:pt x="79" y="353"/>
                  <a:pt x="177" y="353"/>
                </a:cubicBezTo>
                <a:cubicBezTo>
                  <a:pt x="274" y="353"/>
                  <a:pt x="353" y="274"/>
                  <a:pt x="353" y="176"/>
                </a:cubicBezTo>
                <a:cubicBezTo>
                  <a:pt x="353" y="79"/>
                  <a:pt x="274" y="0"/>
                  <a:pt x="177" y="0"/>
                </a:cubicBezTo>
                <a:moveTo>
                  <a:pt x="177" y="337"/>
                </a:moveTo>
                <a:cubicBezTo>
                  <a:pt x="88" y="337"/>
                  <a:pt x="16" y="265"/>
                  <a:pt x="16" y="176"/>
                </a:cubicBezTo>
                <a:cubicBezTo>
                  <a:pt x="16" y="88"/>
                  <a:pt x="88" y="16"/>
                  <a:pt x="177" y="16"/>
                </a:cubicBezTo>
                <a:cubicBezTo>
                  <a:pt x="266" y="16"/>
                  <a:pt x="337" y="88"/>
                  <a:pt x="337" y="176"/>
                </a:cubicBezTo>
                <a:cubicBezTo>
                  <a:pt x="337" y="265"/>
                  <a:pt x="266" y="337"/>
                  <a:pt x="177" y="337"/>
                </a:cubicBezTo>
                <a:moveTo>
                  <a:pt x="233" y="112"/>
                </a:moveTo>
                <a:cubicBezTo>
                  <a:pt x="201" y="112"/>
                  <a:pt x="201" y="112"/>
                  <a:pt x="201" y="112"/>
                </a:cubicBezTo>
                <a:cubicBezTo>
                  <a:pt x="196" y="112"/>
                  <a:pt x="193" y="116"/>
                  <a:pt x="193" y="120"/>
                </a:cubicBezTo>
                <a:cubicBezTo>
                  <a:pt x="193" y="232"/>
                  <a:pt x="193" y="232"/>
                  <a:pt x="193" y="232"/>
                </a:cubicBezTo>
                <a:cubicBezTo>
                  <a:pt x="193" y="237"/>
                  <a:pt x="196" y="241"/>
                  <a:pt x="201" y="241"/>
                </a:cubicBezTo>
                <a:cubicBezTo>
                  <a:pt x="233" y="241"/>
                  <a:pt x="233" y="241"/>
                  <a:pt x="233" y="241"/>
                </a:cubicBezTo>
                <a:cubicBezTo>
                  <a:pt x="237" y="241"/>
                  <a:pt x="241" y="237"/>
                  <a:pt x="241" y="232"/>
                </a:cubicBezTo>
                <a:cubicBezTo>
                  <a:pt x="241" y="120"/>
                  <a:pt x="241" y="120"/>
                  <a:pt x="241" y="120"/>
                </a:cubicBezTo>
                <a:cubicBezTo>
                  <a:pt x="241" y="116"/>
                  <a:pt x="237" y="112"/>
                  <a:pt x="233" y="112"/>
                </a:cubicBezTo>
                <a:moveTo>
                  <a:pt x="225" y="224"/>
                </a:moveTo>
                <a:cubicBezTo>
                  <a:pt x="209" y="224"/>
                  <a:pt x="209" y="224"/>
                  <a:pt x="209" y="224"/>
                </a:cubicBezTo>
                <a:cubicBezTo>
                  <a:pt x="209" y="128"/>
                  <a:pt x="209" y="128"/>
                  <a:pt x="209" y="128"/>
                </a:cubicBezTo>
                <a:cubicBezTo>
                  <a:pt x="225" y="128"/>
                  <a:pt x="225" y="128"/>
                  <a:pt x="225" y="128"/>
                </a:cubicBezTo>
                <a:lnTo>
                  <a:pt x="225" y="22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7" name="Freeform 27"/>
          <p:cNvSpPr>
            <a:spLocks noEditPoints="1"/>
          </p:cNvSpPr>
          <p:nvPr/>
        </p:nvSpPr>
        <p:spPr bwMode="auto">
          <a:xfrm>
            <a:off x="3062818" y="3166534"/>
            <a:ext cx="573617" cy="575733"/>
          </a:xfrm>
          <a:custGeom>
            <a:avLst/>
            <a:gdLst>
              <a:gd name="T0" fmla="*/ 176 w 353"/>
              <a:gd name="T1" fmla="*/ 0 h 353"/>
              <a:gd name="T2" fmla="*/ 0 w 353"/>
              <a:gd name="T3" fmla="*/ 176 h 353"/>
              <a:gd name="T4" fmla="*/ 176 w 353"/>
              <a:gd name="T5" fmla="*/ 353 h 353"/>
              <a:gd name="T6" fmla="*/ 353 w 353"/>
              <a:gd name="T7" fmla="*/ 176 h 353"/>
              <a:gd name="T8" fmla="*/ 176 w 353"/>
              <a:gd name="T9" fmla="*/ 0 h 353"/>
              <a:gd name="T10" fmla="*/ 176 w 353"/>
              <a:gd name="T11" fmla="*/ 337 h 353"/>
              <a:gd name="T12" fmla="*/ 16 w 353"/>
              <a:gd name="T13" fmla="*/ 176 h 353"/>
              <a:gd name="T14" fmla="*/ 176 w 353"/>
              <a:gd name="T15" fmla="*/ 16 h 353"/>
              <a:gd name="T16" fmla="*/ 337 w 353"/>
              <a:gd name="T17" fmla="*/ 176 h 353"/>
              <a:gd name="T18" fmla="*/ 176 w 353"/>
              <a:gd name="T19" fmla="*/ 337 h 353"/>
              <a:gd name="T20" fmla="*/ 232 w 353"/>
              <a:gd name="T21" fmla="*/ 112 h 353"/>
              <a:gd name="T22" fmla="*/ 120 w 353"/>
              <a:gd name="T23" fmla="*/ 112 h 353"/>
              <a:gd name="T24" fmla="*/ 112 w 353"/>
              <a:gd name="T25" fmla="*/ 120 h 353"/>
              <a:gd name="T26" fmla="*/ 112 w 353"/>
              <a:gd name="T27" fmla="*/ 232 h 353"/>
              <a:gd name="T28" fmla="*/ 120 w 353"/>
              <a:gd name="T29" fmla="*/ 241 h 353"/>
              <a:gd name="T30" fmla="*/ 232 w 353"/>
              <a:gd name="T31" fmla="*/ 241 h 353"/>
              <a:gd name="T32" fmla="*/ 240 w 353"/>
              <a:gd name="T33" fmla="*/ 232 h 353"/>
              <a:gd name="T34" fmla="*/ 240 w 353"/>
              <a:gd name="T35" fmla="*/ 120 h 353"/>
              <a:gd name="T36" fmla="*/ 232 w 353"/>
              <a:gd name="T37" fmla="*/ 112 h 353"/>
              <a:gd name="T38" fmla="*/ 224 w 353"/>
              <a:gd name="T39" fmla="*/ 224 h 353"/>
              <a:gd name="T40" fmla="*/ 128 w 353"/>
              <a:gd name="T41" fmla="*/ 224 h 353"/>
              <a:gd name="T42" fmla="*/ 128 w 353"/>
              <a:gd name="T43" fmla="*/ 128 h 353"/>
              <a:gd name="T44" fmla="*/ 224 w 353"/>
              <a:gd name="T45" fmla="*/ 128 h 353"/>
              <a:gd name="T46" fmla="*/ 224 w 353"/>
              <a:gd name="T47" fmla="*/ 224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353" h="353">
                <a:moveTo>
                  <a:pt x="176" y="0"/>
                </a:moveTo>
                <a:cubicBezTo>
                  <a:pt x="79" y="0"/>
                  <a:pt x="0" y="79"/>
                  <a:pt x="0" y="176"/>
                </a:cubicBezTo>
                <a:cubicBezTo>
                  <a:pt x="0" y="274"/>
                  <a:pt x="79" y="353"/>
                  <a:pt x="176" y="353"/>
                </a:cubicBezTo>
                <a:cubicBezTo>
                  <a:pt x="274" y="353"/>
                  <a:pt x="353" y="274"/>
                  <a:pt x="353" y="176"/>
                </a:cubicBezTo>
                <a:cubicBezTo>
                  <a:pt x="353" y="79"/>
                  <a:pt x="274" y="0"/>
                  <a:pt x="176" y="0"/>
                </a:cubicBezTo>
                <a:moveTo>
                  <a:pt x="176" y="337"/>
                </a:moveTo>
                <a:cubicBezTo>
                  <a:pt x="88" y="337"/>
                  <a:pt x="16" y="265"/>
                  <a:pt x="16" y="176"/>
                </a:cubicBezTo>
                <a:cubicBezTo>
                  <a:pt x="16" y="88"/>
                  <a:pt x="88" y="16"/>
                  <a:pt x="176" y="16"/>
                </a:cubicBezTo>
                <a:cubicBezTo>
                  <a:pt x="265" y="16"/>
                  <a:pt x="337" y="88"/>
                  <a:pt x="337" y="176"/>
                </a:cubicBezTo>
                <a:cubicBezTo>
                  <a:pt x="337" y="265"/>
                  <a:pt x="265" y="337"/>
                  <a:pt x="176" y="337"/>
                </a:cubicBezTo>
                <a:moveTo>
                  <a:pt x="232" y="112"/>
                </a:moveTo>
                <a:cubicBezTo>
                  <a:pt x="120" y="112"/>
                  <a:pt x="120" y="112"/>
                  <a:pt x="120" y="112"/>
                </a:cubicBezTo>
                <a:cubicBezTo>
                  <a:pt x="116" y="112"/>
                  <a:pt x="112" y="116"/>
                  <a:pt x="112" y="120"/>
                </a:cubicBezTo>
                <a:cubicBezTo>
                  <a:pt x="112" y="232"/>
                  <a:pt x="112" y="232"/>
                  <a:pt x="112" y="232"/>
                </a:cubicBezTo>
                <a:cubicBezTo>
                  <a:pt x="112" y="237"/>
                  <a:pt x="116" y="241"/>
                  <a:pt x="120" y="241"/>
                </a:cubicBezTo>
                <a:cubicBezTo>
                  <a:pt x="232" y="241"/>
                  <a:pt x="232" y="241"/>
                  <a:pt x="232" y="241"/>
                </a:cubicBezTo>
                <a:cubicBezTo>
                  <a:pt x="237" y="241"/>
                  <a:pt x="240" y="237"/>
                  <a:pt x="240" y="232"/>
                </a:cubicBezTo>
                <a:cubicBezTo>
                  <a:pt x="240" y="120"/>
                  <a:pt x="240" y="120"/>
                  <a:pt x="240" y="120"/>
                </a:cubicBezTo>
                <a:cubicBezTo>
                  <a:pt x="240" y="116"/>
                  <a:pt x="237" y="112"/>
                  <a:pt x="232" y="112"/>
                </a:cubicBezTo>
                <a:moveTo>
                  <a:pt x="224" y="224"/>
                </a:moveTo>
                <a:cubicBezTo>
                  <a:pt x="128" y="224"/>
                  <a:pt x="128" y="224"/>
                  <a:pt x="128" y="224"/>
                </a:cubicBezTo>
                <a:cubicBezTo>
                  <a:pt x="128" y="128"/>
                  <a:pt x="128" y="128"/>
                  <a:pt x="128" y="128"/>
                </a:cubicBezTo>
                <a:cubicBezTo>
                  <a:pt x="224" y="128"/>
                  <a:pt x="224" y="128"/>
                  <a:pt x="224" y="128"/>
                </a:cubicBezTo>
                <a:lnTo>
                  <a:pt x="224" y="22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8" name="Freeform 28"/>
          <p:cNvSpPr>
            <a:spLocks noEditPoints="1"/>
          </p:cNvSpPr>
          <p:nvPr/>
        </p:nvSpPr>
        <p:spPr bwMode="auto">
          <a:xfrm>
            <a:off x="4161369" y="3166534"/>
            <a:ext cx="573617" cy="575733"/>
          </a:xfrm>
          <a:custGeom>
            <a:avLst/>
            <a:gdLst>
              <a:gd name="T0" fmla="*/ 177 w 353"/>
              <a:gd name="T1" fmla="*/ 112 h 353"/>
              <a:gd name="T2" fmla="*/ 112 w 353"/>
              <a:gd name="T3" fmla="*/ 176 h 353"/>
              <a:gd name="T4" fmla="*/ 177 w 353"/>
              <a:gd name="T5" fmla="*/ 241 h 353"/>
              <a:gd name="T6" fmla="*/ 241 w 353"/>
              <a:gd name="T7" fmla="*/ 176 h 353"/>
              <a:gd name="T8" fmla="*/ 177 w 353"/>
              <a:gd name="T9" fmla="*/ 112 h 353"/>
              <a:gd name="T10" fmla="*/ 177 w 353"/>
              <a:gd name="T11" fmla="*/ 224 h 353"/>
              <a:gd name="T12" fmla="*/ 128 w 353"/>
              <a:gd name="T13" fmla="*/ 176 h 353"/>
              <a:gd name="T14" fmla="*/ 177 w 353"/>
              <a:gd name="T15" fmla="*/ 128 h 353"/>
              <a:gd name="T16" fmla="*/ 225 w 353"/>
              <a:gd name="T17" fmla="*/ 176 h 353"/>
              <a:gd name="T18" fmla="*/ 177 w 353"/>
              <a:gd name="T19" fmla="*/ 224 h 353"/>
              <a:gd name="T20" fmla="*/ 177 w 353"/>
              <a:gd name="T21" fmla="*/ 0 h 353"/>
              <a:gd name="T22" fmla="*/ 0 w 353"/>
              <a:gd name="T23" fmla="*/ 176 h 353"/>
              <a:gd name="T24" fmla="*/ 177 w 353"/>
              <a:gd name="T25" fmla="*/ 353 h 353"/>
              <a:gd name="T26" fmla="*/ 353 w 353"/>
              <a:gd name="T27" fmla="*/ 176 h 353"/>
              <a:gd name="T28" fmla="*/ 177 w 353"/>
              <a:gd name="T29" fmla="*/ 0 h 353"/>
              <a:gd name="T30" fmla="*/ 177 w 353"/>
              <a:gd name="T31" fmla="*/ 337 h 353"/>
              <a:gd name="T32" fmla="*/ 16 w 353"/>
              <a:gd name="T33" fmla="*/ 176 h 353"/>
              <a:gd name="T34" fmla="*/ 177 w 353"/>
              <a:gd name="T35" fmla="*/ 16 h 353"/>
              <a:gd name="T36" fmla="*/ 337 w 353"/>
              <a:gd name="T37" fmla="*/ 176 h 353"/>
              <a:gd name="T38" fmla="*/ 177 w 353"/>
              <a:gd name="T39" fmla="*/ 337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353" h="353">
                <a:moveTo>
                  <a:pt x="177" y="112"/>
                </a:moveTo>
                <a:cubicBezTo>
                  <a:pt x="141" y="112"/>
                  <a:pt x="112" y="141"/>
                  <a:pt x="112" y="176"/>
                </a:cubicBezTo>
                <a:cubicBezTo>
                  <a:pt x="112" y="212"/>
                  <a:pt x="141" y="241"/>
                  <a:pt x="177" y="241"/>
                </a:cubicBezTo>
                <a:cubicBezTo>
                  <a:pt x="212" y="241"/>
                  <a:pt x="241" y="212"/>
                  <a:pt x="241" y="176"/>
                </a:cubicBezTo>
                <a:cubicBezTo>
                  <a:pt x="241" y="141"/>
                  <a:pt x="212" y="112"/>
                  <a:pt x="177" y="112"/>
                </a:cubicBezTo>
                <a:moveTo>
                  <a:pt x="177" y="224"/>
                </a:moveTo>
                <a:cubicBezTo>
                  <a:pt x="150" y="224"/>
                  <a:pt x="128" y="203"/>
                  <a:pt x="128" y="176"/>
                </a:cubicBezTo>
                <a:cubicBezTo>
                  <a:pt x="128" y="150"/>
                  <a:pt x="150" y="128"/>
                  <a:pt x="177" y="128"/>
                </a:cubicBezTo>
                <a:cubicBezTo>
                  <a:pt x="203" y="128"/>
                  <a:pt x="225" y="150"/>
                  <a:pt x="225" y="176"/>
                </a:cubicBezTo>
                <a:cubicBezTo>
                  <a:pt x="225" y="203"/>
                  <a:pt x="203" y="224"/>
                  <a:pt x="177" y="224"/>
                </a:cubicBezTo>
                <a:moveTo>
                  <a:pt x="177" y="0"/>
                </a:moveTo>
                <a:cubicBezTo>
                  <a:pt x="79" y="0"/>
                  <a:pt x="0" y="79"/>
                  <a:pt x="0" y="176"/>
                </a:cubicBezTo>
                <a:cubicBezTo>
                  <a:pt x="0" y="274"/>
                  <a:pt x="79" y="353"/>
                  <a:pt x="177" y="353"/>
                </a:cubicBezTo>
                <a:cubicBezTo>
                  <a:pt x="274" y="353"/>
                  <a:pt x="353" y="274"/>
                  <a:pt x="353" y="176"/>
                </a:cubicBezTo>
                <a:cubicBezTo>
                  <a:pt x="353" y="79"/>
                  <a:pt x="274" y="0"/>
                  <a:pt x="177" y="0"/>
                </a:cubicBezTo>
                <a:moveTo>
                  <a:pt x="177" y="337"/>
                </a:moveTo>
                <a:cubicBezTo>
                  <a:pt x="88" y="337"/>
                  <a:pt x="16" y="265"/>
                  <a:pt x="16" y="176"/>
                </a:cubicBezTo>
                <a:cubicBezTo>
                  <a:pt x="16" y="88"/>
                  <a:pt x="88" y="16"/>
                  <a:pt x="177" y="16"/>
                </a:cubicBezTo>
                <a:cubicBezTo>
                  <a:pt x="265" y="16"/>
                  <a:pt x="337" y="88"/>
                  <a:pt x="337" y="176"/>
                </a:cubicBezTo>
                <a:cubicBezTo>
                  <a:pt x="337" y="265"/>
                  <a:pt x="265" y="337"/>
                  <a:pt x="177" y="337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9" name="Freeform 29"/>
          <p:cNvSpPr>
            <a:spLocks noEditPoints="1"/>
          </p:cNvSpPr>
          <p:nvPr/>
        </p:nvSpPr>
        <p:spPr bwMode="auto">
          <a:xfrm>
            <a:off x="5259918" y="3166534"/>
            <a:ext cx="573617" cy="575733"/>
          </a:xfrm>
          <a:custGeom>
            <a:avLst/>
            <a:gdLst>
              <a:gd name="T0" fmla="*/ 110 w 353"/>
              <a:gd name="T1" fmla="*/ 106 h 353"/>
              <a:gd name="T2" fmla="*/ 105 w 353"/>
              <a:gd name="T3" fmla="*/ 104 h 353"/>
              <a:gd name="T4" fmla="*/ 97 w 353"/>
              <a:gd name="T5" fmla="*/ 112 h 353"/>
              <a:gd name="T6" fmla="*/ 97 w 353"/>
              <a:gd name="T7" fmla="*/ 241 h 353"/>
              <a:gd name="T8" fmla="*/ 105 w 353"/>
              <a:gd name="T9" fmla="*/ 249 h 353"/>
              <a:gd name="T10" fmla="*/ 110 w 353"/>
              <a:gd name="T11" fmla="*/ 247 h 353"/>
              <a:gd name="T12" fmla="*/ 110 w 353"/>
              <a:gd name="T13" fmla="*/ 247 h 353"/>
              <a:gd name="T14" fmla="*/ 145 w 353"/>
              <a:gd name="T15" fmla="*/ 227 h 353"/>
              <a:gd name="T16" fmla="*/ 145 w 353"/>
              <a:gd name="T17" fmla="*/ 208 h 353"/>
              <a:gd name="T18" fmla="*/ 113 w 353"/>
              <a:gd name="T19" fmla="*/ 227 h 353"/>
              <a:gd name="T20" fmla="*/ 113 w 353"/>
              <a:gd name="T21" fmla="*/ 126 h 353"/>
              <a:gd name="T22" fmla="*/ 145 w 353"/>
              <a:gd name="T23" fmla="*/ 144 h 353"/>
              <a:gd name="T24" fmla="*/ 145 w 353"/>
              <a:gd name="T25" fmla="*/ 126 h 353"/>
              <a:gd name="T26" fmla="*/ 110 w 353"/>
              <a:gd name="T27" fmla="*/ 106 h 353"/>
              <a:gd name="T28" fmla="*/ 177 w 353"/>
              <a:gd name="T29" fmla="*/ 0 h 353"/>
              <a:gd name="T30" fmla="*/ 0 w 353"/>
              <a:gd name="T31" fmla="*/ 176 h 353"/>
              <a:gd name="T32" fmla="*/ 177 w 353"/>
              <a:gd name="T33" fmla="*/ 353 h 353"/>
              <a:gd name="T34" fmla="*/ 353 w 353"/>
              <a:gd name="T35" fmla="*/ 176 h 353"/>
              <a:gd name="T36" fmla="*/ 177 w 353"/>
              <a:gd name="T37" fmla="*/ 0 h 353"/>
              <a:gd name="T38" fmla="*/ 177 w 353"/>
              <a:gd name="T39" fmla="*/ 337 h 353"/>
              <a:gd name="T40" fmla="*/ 16 w 353"/>
              <a:gd name="T41" fmla="*/ 176 h 353"/>
              <a:gd name="T42" fmla="*/ 177 w 353"/>
              <a:gd name="T43" fmla="*/ 16 h 353"/>
              <a:gd name="T44" fmla="*/ 337 w 353"/>
              <a:gd name="T45" fmla="*/ 176 h 353"/>
              <a:gd name="T46" fmla="*/ 177 w 353"/>
              <a:gd name="T47" fmla="*/ 337 h 353"/>
              <a:gd name="T48" fmla="*/ 286 w 353"/>
              <a:gd name="T49" fmla="*/ 170 h 353"/>
              <a:gd name="T50" fmla="*/ 286 w 353"/>
              <a:gd name="T51" fmla="*/ 170 h 353"/>
              <a:gd name="T52" fmla="*/ 285 w 353"/>
              <a:gd name="T53" fmla="*/ 169 h 353"/>
              <a:gd name="T54" fmla="*/ 284 w 353"/>
              <a:gd name="T55" fmla="*/ 169 h 353"/>
              <a:gd name="T56" fmla="*/ 174 w 353"/>
              <a:gd name="T57" fmla="*/ 106 h 353"/>
              <a:gd name="T58" fmla="*/ 174 w 353"/>
              <a:gd name="T59" fmla="*/ 106 h 353"/>
              <a:gd name="T60" fmla="*/ 169 w 353"/>
              <a:gd name="T61" fmla="*/ 104 h 353"/>
              <a:gd name="T62" fmla="*/ 161 w 353"/>
              <a:gd name="T63" fmla="*/ 112 h 353"/>
              <a:gd name="T64" fmla="*/ 161 w 353"/>
              <a:gd name="T65" fmla="*/ 241 h 353"/>
              <a:gd name="T66" fmla="*/ 169 w 353"/>
              <a:gd name="T67" fmla="*/ 249 h 353"/>
              <a:gd name="T68" fmla="*/ 174 w 353"/>
              <a:gd name="T69" fmla="*/ 247 h 353"/>
              <a:gd name="T70" fmla="*/ 174 w 353"/>
              <a:gd name="T71" fmla="*/ 247 h 353"/>
              <a:gd name="T72" fmla="*/ 284 w 353"/>
              <a:gd name="T73" fmla="*/ 184 h 353"/>
              <a:gd name="T74" fmla="*/ 285 w 353"/>
              <a:gd name="T75" fmla="*/ 183 h 353"/>
              <a:gd name="T76" fmla="*/ 286 w 353"/>
              <a:gd name="T77" fmla="*/ 183 h 353"/>
              <a:gd name="T78" fmla="*/ 286 w 353"/>
              <a:gd name="T79" fmla="*/ 182 h 353"/>
              <a:gd name="T80" fmla="*/ 289 w 353"/>
              <a:gd name="T81" fmla="*/ 176 h 353"/>
              <a:gd name="T82" fmla="*/ 286 w 353"/>
              <a:gd name="T83" fmla="*/ 170 h 353"/>
              <a:gd name="T84" fmla="*/ 177 w 353"/>
              <a:gd name="T85" fmla="*/ 227 h 353"/>
              <a:gd name="T86" fmla="*/ 177 w 353"/>
              <a:gd name="T87" fmla="*/ 126 h 353"/>
              <a:gd name="T88" fmla="*/ 265 w 353"/>
              <a:gd name="T89" fmla="*/ 176 h 353"/>
              <a:gd name="T90" fmla="*/ 177 w 353"/>
              <a:gd name="T91" fmla="*/ 227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353" h="353">
                <a:moveTo>
                  <a:pt x="110" y="106"/>
                </a:moveTo>
                <a:cubicBezTo>
                  <a:pt x="108" y="105"/>
                  <a:pt x="106" y="104"/>
                  <a:pt x="105" y="104"/>
                </a:cubicBezTo>
                <a:cubicBezTo>
                  <a:pt x="100" y="104"/>
                  <a:pt x="97" y="108"/>
                  <a:pt x="97" y="112"/>
                </a:cubicBezTo>
                <a:cubicBezTo>
                  <a:pt x="97" y="241"/>
                  <a:pt x="97" y="241"/>
                  <a:pt x="97" y="241"/>
                </a:cubicBezTo>
                <a:cubicBezTo>
                  <a:pt x="97" y="245"/>
                  <a:pt x="100" y="249"/>
                  <a:pt x="105" y="249"/>
                </a:cubicBezTo>
                <a:cubicBezTo>
                  <a:pt x="106" y="249"/>
                  <a:pt x="108" y="248"/>
                  <a:pt x="110" y="247"/>
                </a:cubicBezTo>
                <a:cubicBezTo>
                  <a:pt x="110" y="247"/>
                  <a:pt x="110" y="247"/>
                  <a:pt x="110" y="247"/>
                </a:cubicBezTo>
                <a:cubicBezTo>
                  <a:pt x="145" y="227"/>
                  <a:pt x="145" y="227"/>
                  <a:pt x="145" y="227"/>
                </a:cubicBezTo>
                <a:cubicBezTo>
                  <a:pt x="145" y="208"/>
                  <a:pt x="145" y="208"/>
                  <a:pt x="145" y="208"/>
                </a:cubicBezTo>
                <a:cubicBezTo>
                  <a:pt x="113" y="227"/>
                  <a:pt x="113" y="227"/>
                  <a:pt x="113" y="227"/>
                </a:cubicBezTo>
                <a:cubicBezTo>
                  <a:pt x="113" y="126"/>
                  <a:pt x="113" y="126"/>
                  <a:pt x="113" y="126"/>
                </a:cubicBezTo>
                <a:cubicBezTo>
                  <a:pt x="145" y="144"/>
                  <a:pt x="145" y="144"/>
                  <a:pt x="145" y="144"/>
                </a:cubicBezTo>
                <a:cubicBezTo>
                  <a:pt x="145" y="126"/>
                  <a:pt x="145" y="126"/>
                  <a:pt x="145" y="126"/>
                </a:cubicBezTo>
                <a:cubicBezTo>
                  <a:pt x="110" y="106"/>
                  <a:pt x="110" y="106"/>
                  <a:pt x="110" y="106"/>
                </a:cubicBezTo>
                <a:close/>
                <a:moveTo>
                  <a:pt x="177" y="0"/>
                </a:moveTo>
                <a:cubicBezTo>
                  <a:pt x="79" y="0"/>
                  <a:pt x="0" y="79"/>
                  <a:pt x="0" y="176"/>
                </a:cubicBezTo>
                <a:cubicBezTo>
                  <a:pt x="0" y="274"/>
                  <a:pt x="79" y="353"/>
                  <a:pt x="177" y="353"/>
                </a:cubicBezTo>
                <a:cubicBezTo>
                  <a:pt x="274" y="353"/>
                  <a:pt x="353" y="274"/>
                  <a:pt x="353" y="176"/>
                </a:cubicBezTo>
                <a:cubicBezTo>
                  <a:pt x="353" y="79"/>
                  <a:pt x="274" y="0"/>
                  <a:pt x="177" y="0"/>
                </a:cubicBezTo>
                <a:moveTo>
                  <a:pt x="177" y="337"/>
                </a:moveTo>
                <a:cubicBezTo>
                  <a:pt x="88" y="337"/>
                  <a:pt x="16" y="265"/>
                  <a:pt x="16" y="176"/>
                </a:cubicBezTo>
                <a:cubicBezTo>
                  <a:pt x="16" y="88"/>
                  <a:pt x="88" y="16"/>
                  <a:pt x="177" y="16"/>
                </a:cubicBezTo>
                <a:cubicBezTo>
                  <a:pt x="266" y="16"/>
                  <a:pt x="337" y="88"/>
                  <a:pt x="337" y="176"/>
                </a:cubicBezTo>
                <a:cubicBezTo>
                  <a:pt x="337" y="265"/>
                  <a:pt x="266" y="337"/>
                  <a:pt x="177" y="337"/>
                </a:cubicBezTo>
                <a:moveTo>
                  <a:pt x="286" y="170"/>
                </a:moveTo>
                <a:cubicBezTo>
                  <a:pt x="286" y="170"/>
                  <a:pt x="286" y="170"/>
                  <a:pt x="286" y="170"/>
                </a:cubicBezTo>
                <a:cubicBezTo>
                  <a:pt x="285" y="169"/>
                  <a:pt x="285" y="169"/>
                  <a:pt x="285" y="169"/>
                </a:cubicBezTo>
                <a:cubicBezTo>
                  <a:pt x="285" y="169"/>
                  <a:pt x="284" y="169"/>
                  <a:pt x="284" y="169"/>
                </a:cubicBezTo>
                <a:cubicBezTo>
                  <a:pt x="174" y="106"/>
                  <a:pt x="174" y="106"/>
                  <a:pt x="174" y="106"/>
                </a:cubicBezTo>
                <a:cubicBezTo>
                  <a:pt x="174" y="106"/>
                  <a:pt x="174" y="106"/>
                  <a:pt x="174" y="106"/>
                </a:cubicBezTo>
                <a:cubicBezTo>
                  <a:pt x="172" y="105"/>
                  <a:pt x="171" y="104"/>
                  <a:pt x="169" y="104"/>
                </a:cubicBezTo>
                <a:cubicBezTo>
                  <a:pt x="164" y="104"/>
                  <a:pt x="161" y="108"/>
                  <a:pt x="161" y="112"/>
                </a:cubicBezTo>
                <a:cubicBezTo>
                  <a:pt x="161" y="241"/>
                  <a:pt x="161" y="241"/>
                  <a:pt x="161" y="241"/>
                </a:cubicBezTo>
                <a:cubicBezTo>
                  <a:pt x="161" y="245"/>
                  <a:pt x="164" y="249"/>
                  <a:pt x="169" y="249"/>
                </a:cubicBezTo>
                <a:cubicBezTo>
                  <a:pt x="171" y="249"/>
                  <a:pt x="172" y="248"/>
                  <a:pt x="174" y="247"/>
                </a:cubicBezTo>
                <a:cubicBezTo>
                  <a:pt x="174" y="247"/>
                  <a:pt x="174" y="247"/>
                  <a:pt x="174" y="247"/>
                </a:cubicBezTo>
                <a:cubicBezTo>
                  <a:pt x="284" y="184"/>
                  <a:pt x="284" y="184"/>
                  <a:pt x="284" y="184"/>
                </a:cubicBezTo>
                <a:cubicBezTo>
                  <a:pt x="284" y="184"/>
                  <a:pt x="285" y="183"/>
                  <a:pt x="285" y="183"/>
                </a:cubicBezTo>
                <a:cubicBezTo>
                  <a:pt x="286" y="183"/>
                  <a:pt x="286" y="183"/>
                  <a:pt x="286" y="183"/>
                </a:cubicBezTo>
                <a:cubicBezTo>
                  <a:pt x="286" y="182"/>
                  <a:pt x="286" y="182"/>
                  <a:pt x="286" y="182"/>
                </a:cubicBezTo>
                <a:cubicBezTo>
                  <a:pt x="288" y="181"/>
                  <a:pt x="289" y="179"/>
                  <a:pt x="289" y="176"/>
                </a:cubicBezTo>
                <a:cubicBezTo>
                  <a:pt x="289" y="174"/>
                  <a:pt x="288" y="172"/>
                  <a:pt x="286" y="170"/>
                </a:cubicBezTo>
                <a:moveTo>
                  <a:pt x="177" y="227"/>
                </a:moveTo>
                <a:cubicBezTo>
                  <a:pt x="177" y="126"/>
                  <a:pt x="177" y="126"/>
                  <a:pt x="177" y="126"/>
                </a:cubicBezTo>
                <a:cubicBezTo>
                  <a:pt x="265" y="176"/>
                  <a:pt x="265" y="176"/>
                  <a:pt x="265" y="176"/>
                </a:cubicBezTo>
                <a:lnTo>
                  <a:pt x="177" y="22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0" name="Freeform 30"/>
          <p:cNvSpPr>
            <a:spLocks noEditPoints="1"/>
          </p:cNvSpPr>
          <p:nvPr/>
        </p:nvSpPr>
        <p:spPr bwMode="auto">
          <a:xfrm>
            <a:off x="6358468" y="3166534"/>
            <a:ext cx="575733" cy="575733"/>
          </a:xfrm>
          <a:custGeom>
            <a:avLst/>
            <a:gdLst>
              <a:gd name="T0" fmla="*/ 176 w 353"/>
              <a:gd name="T1" fmla="*/ 0 h 353"/>
              <a:gd name="T2" fmla="*/ 0 w 353"/>
              <a:gd name="T3" fmla="*/ 176 h 353"/>
              <a:gd name="T4" fmla="*/ 176 w 353"/>
              <a:gd name="T5" fmla="*/ 353 h 353"/>
              <a:gd name="T6" fmla="*/ 353 w 353"/>
              <a:gd name="T7" fmla="*/ 176 h 353"/>
              <a:gd name="T8" fmla="*/ 176 w 353"/>
              <a:gd name="T9" fmla="*/ 0 h 353"/>
              <a:gd name="T10" fmla="*/ 176 w 353"/>
              <a:gd name="T11" fmla="*/ 337 h 353"/>
              <a:gd name="T12" fmla="*/ 16 w 353"/>
              <a:gd name="T13" fmla="*/ 176 h 353"/>
              <a:gd name="T14" fmla="*/ 176 w 353"/>
              <a:gd name="T15" fmla="*/ 16 h 353"/>
              <a:gd name="T16" fmla="*/ 337 w 353"/>
              <a:gd name="T17" fmla="*/ 176 h 353"/>
              <a:gd name="T18" fmla="*/ 176 w 353"/>
              <a:gd name="T19" fmla="*/ 337 h 353"/>
              <a:gd name="T20" fmla="*/ 248 w 353"/>
              <a:gd name="T21" fmla="*/ 104 h 353"/>
              <a:gd name="T22" fmla="*/ 216 w 353"/>
              <a:gd name="T23" fmla="*/ 104 h 353"/>
              <a:gd name="T24" fmla="*/ 208 w 353"/>
              <a:gd name="T25" fmla="*/ 112 h 353"/>
              <a:gd name="T26" fmla="*/ 208 w 353"/>
              <a:gd name="T27" fmla="*/ 163 h 353"/>
              <a:gd name="T28" fmla="*/ 109 w 353"/>
              <a:gd name="T29" fmla="*/ 106 h 353"/>
              <a:gd name="T30" fmla="*/ 109 w 353"/>
              <a:gd name="T31" fmla="*/ 106 h 353"/>
              <a:gd name="T32" fmla="*/ 104 w 353"/>
              <a:gd name="T33" fmla="*/ 104 h 353"/>
              <a:gd name="T34" fmla="*/ 96 w 353"/>
              <a:gd name="T35" fmla="*/ 112 h 353"/>
              <a:gd name="T36" fmla="*/ 96 w 353"/>
              <a:gd name="T37" fmla="*/ 241 h 353"/>
              <a:gd name="T38" fmla="*/ 104 w 353"/>
              <a:gd name="T39" fmla="*/ 249 h 353"/>
              <a:gd name="T40" fmla="*/ 109 w 353"/>
              <a:gd name="T41" fmla="*/ 247 h 353"/>
              <a:gd name="T42" fmla="*/ 109 w 353"/>
              <a:gd name="T43" fmla="*/ 247 h 353"/>
              <a:gd name="T44" fmla="*/ 208 w 353"/>
              <a:gd name="T45" fmla="*/ 190 h 353"/>
              <a:gd name="T46" fmla="*/ 208 w 353"/>
              <a:gd name="T47" fmla="*/ 241 h 353"/>
              <a:gd name="T48" fmla="*/ 216 w 353"/>
              <a:gd name="T49" fmla="*/ 249 h 353"/>
              <a:gd name="T50" fmla="*/ 248 w 353"/>
              <a:gd name="T51" fmla="*/ 249 h 353"/>
              <a:gd name="T52" fmla="*/ 256 w 353"/>
              <a:gd name="T53" fmla="*/ 241 h 353"/>
              <a:gd name="T54" fmla="*/ 256 w 353"/>
              <a:gd name="T55" fmla="*/ 112 h 353"/>
              <a:gd name="T56" fmla="*/ 248 w 353"/>
              <a:gd name="T57" fmla="*/ 104 h 353"/>
              <a:gd name="T58" fmla="*/ 112 w 353"/>
              <a:gd name="T59" fmla="*/ 227 h 353"/>
              <a:gd name="T60" fmla="*/ 112 w 353"/>
              <a:gd name="T61" fmla="*/ 126 h 353"/>
              <a:gd name="T62" fmla="*/ 200 w 353"/>
              <a:gd name="T63" fmla="*/ 176 h 353"/>
              <a:gd name="T64" fmla="*/ 112 w 353"/>
              <a:gd name="T65" fmla="*/ 227 h 353"/>
              <a:gd name="T66" fmla="*/ 240 w 353"/>
              <a:gd name="T67" fmla="*/ 232 h 353"/>
              <a:gd name="T68" fmla="*/ 224 w 353"/>
              <a:gd name="T69" fmla="*/ 232 h 353"/>
              <a:gd name="T70" fmla="*/ 224 w 353"/>
              <a:gd name="T71" fmla="*/ 120 h 353"/>
              <a:gd name="T72" fmla="*/ 240 w 353"/>
              <a:gd name="T73" fmla="*/ 120 h 353"/>
              <a:gd name="T74" fmla="*/ 240 w 353"/>
              <a:gd name="T75" fmla="*/ 232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353" h="353">
                <a:moveTo>
                  <a:pt x="176" y="0"/>
                </a:moveTo>
                <a:cubicBezTo>
                  <a:pt x="79" y="0"/>
                  <a:pt x="0" y="79"/>
                  <a:pt x="0" y="176"/>
                </a:cubicBezTo>
                <a:cubicBezTo>
                  <a:pt x="0" y="274"/>
                  <a:pt x="79" y="353"/>
                  <a:pt x="176" y="353"/>
                </a:cubicBezTo>
                <a:cubicBezTo>
                  <a:pt x="274" y="353"/>
                  <a:pt x="353" y="274"/>
                  <a:pt x="353" y="176"/>
                </a:cubicBezTo>
                <a:cubicBezTo>
                  <a:pt x="353" y="79"/>
                  <a:pt x="274" y="0"/>
                  <a:pt x="176" y="0"/>
                </a:cubicBezTo>
                <a:moveTo>
                  <a:pt x="176" y="337"/>
                </a:moveTo>
                <a:cubicBezTo>
                  <a:pt x="88" y="337"/>
                  <a:pt x="16" y="265"/>
                  <a:pt x="16" y="176"/>
                </a:cubicBezTo>
                <a:cubicBezTo>
                  <a:pt x="16" y="88"/>
                  <a:pt x="88" y="16"/>
                  <a:pt x="176" y="16"/>
                </a:cubicBezTo>
                <a:cubicBezTo>
                  <a:pt x="265" y="16"/>
                  <a:pt x="337" y="88"/>
                  <a:pt x="337" y="176"/>
                </a:cubicBezTo>
                <a:cubicBezTo>
                  <a:pt x="337" y="265"/>
                  <a:pt x="265" y="337"/>
                  <a:pt x="176" y="337"/>
                </a:cubicBezTo>
                <a:moveTo>
                  <a:pt x="248" y="104"/>
                </a:moveTo>
                <a:cubicBezTo>
                  <a:pt x="216" y="104"/>
                  <a:pt x="216" y="104"/>
                  <a:pt x="216" y="104"/>
                </a:cubicBezTo>
                <a:cubicBezTo>
                  <a:pt x="212" y="104"/>
                  <a:pt x="208" y="108"/>
                  <a:pt x="208" y="112"/>
                </a:cubicBezTo>
                <a:cubicBezTo>
                  <a:pt x="208" y="163"/>
                  <a:pt x="208" y="163"/>
                  <a:pt x="208" y="163"/>
                </a:cubicBezTo>
                <a:cubicBezTo>
                  <a:pt x="109" y="106"/>
                  <a:pt x="109" y="106"/>
                  <a:pt x="109" y="106"/>
                </a:cubicBezTo>
                <a:cubicBezTo>
                  <a:pt x="109" y="106"/>
                  <a:pt x="109" y="106"/>
                  <a:pt x="109" y="106"/>
                </a:cubicBezTo>
                <a:cubicBezTo>
                  <a:pt x="107" y="105"/>
                  <a:pt x="106" y="104"/>
                  <a:pt x="104" y="104"/>
                </a:cubicBezTo>
                <a:cubicBezTo>
                  <a:pt x="99" y="104"/>
                  <a:pt x="96" y="108"/>
                  <a:pt x="96" y="112"/>
                </a:cubicBezTo>
                <a:cubicBezTo>
                  <a:pt x="96" y="241"/>
                  <a:pt x="96" y="241"/>
                  <a:pt x="96" y="241"/>
                </a:cubicBezTo>
                <a:cubicBezTo>
                  <a:pt x="96" y="245"/>
                  <a:pt x="99" y="249"/>
                  <a:pt x="104" y="249"/>
                </a:cubicBezTo>
                <a:cubicBezTo>
                  <a:pt x="106" y="249"/>
                  <a:pt x="107" y="248"/>
                  <a:pt x="109" y="247"/>
                </a:cubicBezTo>
                <a:cubicBezTo>
                  <a:pt x="109" y="247"/>
                  <a:pt x="109" y="247"/>
                  <a:pt x="109" y="247"/>
                </a:cubicBezTo>
                <a:cubicBezTo>
                  <a:pt x="208" y="190"/>
                  <a:pt x="208" y="190"/>
                  <a:pt x="208" y="190"/>
                </a:cubicBezTo>
                <a:cubicBezTo>
                  <a:pt x="208" y="241"/>
                  <a:pt x="208" y="241"/>
                  <a:pt x="208" y="241"/>
                </a:cubicBezTo>
                <a:cubicBezTo>
                  <a:pt x="208" y="245"/>
                  <a:pt x="212" y="249"/>
                  <a:pt x="216" y="249"/>
                </a:cubicBezTo>
                <a:cubicBezTo>
                  <a:pt x="248" y="249"/>
                  <a:pt x="248" y="249"/>
                  <a:pt x="248" y="249"/>
                </a:cubicBezTo>
                <a:cubicBezTo>
                  <a:pt x="253" y="249"/>
                  <a:pt x="256" y="245"/>
                  <a:pt x="256" y="241"/>
                </a:cubicBezTo>
                <a:cubicBezTo>
                  <a:pt x="256" y="112"/>
                  <a:pt x="256" y="112"/>
                  <a:pt x="256" y="112"/>
                </a:cubicBezTo>
                <a:cubicBezTo>
                  <a:pt x="256" y="108"/>
                  <a:pt x="253" y="104"/>
                  <a:pt x="248" y="104"/>
                </a:cubicBezTo>
                <a:moveTo>
                  <a:pt x="112" y="227"/>
                </a:moveTo>
                <a:cubicBezTo>
                  <a:pt x="112" y="126"/>
                  <a:pt x="112" y="126"/>
                  <a:pt x="112" y="126"/>
                </a:cubicBezTo>
                <a:cubicBezTo>
                  <a:pt x="200" y="176"/>
                  <a:pt x="200" y="176"/>
                  <a:pt x="200" y="176"/>
                </a:cubicBezTo>
                <a:lnTo>
                  <a:pt x="112" y="227"/>
                </a:lnTo>
                <a:close/>
                <a:moveTo>
                  <a:pt x="240" y="232"/>
                </a:moveTo>
                <a:cubicBezTo>
                  <a:pt x="224" y="232"/>
                  <a:pt x="224" y="232"/>
                  <a:pt x="224" y="232"/>
                </a:cubicBezTo>
                <a:cubicBezTo>
                  <a:pt x="224" y="120"/>
                  <a:pt x="224" y="120"/>
                  <a:pt x="224" y="120"/>
                </a:cubicBezTo>
                <a:cubicBezTo>
                  <a:pt x="240" y="120"/>
                  <a:pt x="240" y="120"/>
                  <a:pt x="240" y="120"/>
                </a:cubicBezTo>
                <a:lnTo>
                  <a:pt x="240" y="23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1" name="Freeform 31"/>
          <p:cNvSpPr>
            <a:spLocks noEditPoints="1"/>
          </p:cNvSpPr>
          <p:nvPr/>
        </p:nvSpPr>
        <p:spPr bwMode="auto">
          <a:xfrm>
            <a:off x="7457018" y="3166534"/>
            <a:ext cx="575733" cy="575733"/>
          </a:xfrm>
          <a:custGeom>
            <a:avLst/>
            <a:gdLst>
              <a:gd name="T0" fmla="*/ 241 w 353"/>
              <a:gd name="T1" fmla="*/ 192 h 353"/>
              <a:gd name="T2" fmla="*/ 112 w 353"/>
              <a:gd name="T3" fmla="*/ 192 h 353"/>
              <a:gd name="T4" fmla="*/ 104 w 353"/>
              <a:gd name="T5" fmla="*/ 200 h 353"/>
              <a:gd name="T6" fmla="*/ 104 w 353"/>
              <a:gd name="T7" fmla="*/ 232 h 353"/>
              <a:gd name="T8" fmla="*/ 112 w 353"/>
              <a:gd name="T9" fmla="*/ 241 h 353"/>
              <a:gd name="T10" fmla="*/ 241 w 353"/>
              <a:gd name="T11" fmla="*/ 241 h 353"/>
              <a:gd name="T12" fmla="*/ 249 w 353"/>
              <a:gd name="T13" fmla="*/ 232 h 353"/>
              <a:gd name="T14" fmla="*/ 249 w 353"/>
              <a:gd name="T15" fmla="*/ 200 h 353"/>
              <a:gd name="T16" fmla="*/ 241 w 353"/>
              <a:gd name="T17" fmla="*/ 192 h 353"/>
              <a:gd name="T18" fmla="*/ 233 w 353"/>
              <a:gd name="T19" fmla="*/ 224 h 353"/>
              <a:gd name="T20" fmla="*/ 120 w 353"/>
              <a:gd name="T21" fmla="*/ 224 h 353"/>
              <a:gd name="T22" fmla="*/ 120 w 353"/>
              <a:gd name="T23" fmla="*/ 208 h 353"/>
              <a:gd name="T24" fmla="*/ 233 w 353"/>
              <a:gd name="T25" fmla="*/ 208 h 353"/>
              <a:gd name="T26" fmla="*/ 233 w 353"/>
              <a:gd name="T27" fmla="*/ 224 h 353"/>
              <a:gd name="T28" fmla="*/ 247 w 353"/>
              <a:gd name="T29" fmla="*/ 163 h 353"/>
              <a:gd name="T30" fmla="*/ 247 w 353"/>
              <a:gd name="T31" fmla="*/ 163 h 353"/>
              <a:gd name="T32" fmla="*/ 246 w 353"/>
              <a:gd name="T33" fmla="*/ 162 h 353"/>
              <a:gd name="T34" fmla="*/ 183 w 353"/>
              <a:gd name="T35" fmla="*/ 99 h 353"/>
              <a:gd name="T36" fmla="*/ 183 w 353"/>
              <a:gd name="T37" fmla="*/ 99 h 353"/>
              <a:gd name="T38" fmla="*/ 176 w 353"/>
              <a:gd name="T39" fmla="*/ 96 h 353"/>
              <a:gd name="T40" fmla="*/ 170 w 353"/>
              <a:gd name="T41" fmla="*/ 99 h 353"/>
              <a:gd name="T42" fmla="*/ 170 w 353"/>
              <a:gd name="T43" fmla="*/ 99 h 353"/>
              <a:gd name="T44" fmla="*/ 107 w 353"/>
              <a:gd name="T45" fmla="*/ 162 h 353"/>
              <a:gd name="T46" fmla="*/ 106 w 353"/>
              <a:gd name="T47" fmla="*/ 163 h 353"/>
              <a:gd name="T48" fmla="*/ 106 w 353"/>
              <a:gd name="T49" fmla="*/ 163 h 353"/>
              <a:gd name="T50" fmla="*/ 106 w 353"/>
              <a:gd name="T51" fmla="*/ 163 h 353"/>
              <a:gd name="T52" fmla="*/ 104 w 353"/>
              <a:gd name="T53" fmla="*/ 168 h 353"/>
              <a:gd name="T54" fmla="*/ 112 w 353"/>
              <a:gd name="T55" fmla="*/ 176 h 353"/>
              <a:gd name="T56" fmla="*/ 241 w 353"/>
              <a:gd name="T57" fmla="*/ 176 h 353"/>
              <a:gd name="T58" fmla="*/ 249 w 353"/>
              <a:gd name="T59" fmla="*/ 168 h 353"/>
              <a:gd name="T60" fmla="*/ 247 w 353"/>
              <a:gd name="T61" fmla="*/ 163 h 353"/>
              <a:gd name="T62" fmla="*/ 132 w 353"/>
              <a:gd name="T63" fmla="*/ 160 h 353"/>
              <a:gd name="T64" fmla="*/ 176 w 353"/>
              <a:gd name="T65" fmla="*/ 115 h 353"/>
              <a:gd name="T66" fmla="*/ 221 w 353"/>
              <a:gd name="T67" fmla="*/ 160 h 353"/>
              <a:gd name="T68" fmla="*/ 132 w 353"/>
              <a:gd name="T69" fmla="*/ 160 h 353"/>
              <a:gd name="T70" fmla="*/ 176 w 353"/>
              <a:gd name="T71" fmla="*/ 0 h 353"/>
              <a:gd name="T72" fmla="*/ 0 w 353"/>
              <a:gd name="T73" fmla="*/ 176 h 353"/>
              <a:gd name="T74" fmla="*/ 176 w 353"/>
              <a:gd name="T75" fmla="*/ 353 h 353"/>
              <a:gd name="T76" fmla="*/ 353 w 353"/>
              <a:gd name="T77" fmla="*/ 176 h 353"/>
              <a:gd name="T78" fmla="*/ 176 w 353"/>
              <a:gd name="T79" fmla="*/ 0 h 353"/>
              <a:gd name="T80" fmla="*/ 176 w 353"/>
              <a:gd name="T81" fmla="*/ 337 h 353"/>
              <a:gd name="T82" fmla="*/ 16 w 353"/>
              <a:gd name="T83" fmla="*/ 176 h 353"/>
              <a:gd name="T84" fmla="*/ 176 w 353"/>
              <a:gd name="T85" fmla="*/ 16 h 353"/>
              <a:gd name="T86" fmla="*/ 337 w 353"/>
              <a:gd name="T87" fmla="*/ 176 h 353"/>
              <a:gd name="T88" fmla="*/ 176 w 353"/>
              <a:gd name="T89" fmla="*/ 337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353" h="353">
                <a:moveTo>
                  <a:pt x="241" y="192"/>
                </a:moveTo>
                <a:cubicBezTo>
                  <a:pt x="112" y="192"/>
                  <a:pt x="112" y="192"/>
                  <a:pt x="112" y="192"/>
                </a:cubicBezTo>
                <a:cubicBezTo>
                  <a:pt x="108" y="192"/>
                  <a:pt x="104" y="196"/>
                  <a:pt x="104" y="200"/>
                </a:cubicBezTo>
                <a:cubicBezTo>
                  <a:pt x="104" y="232"/>
                  <a:pt x="104" y="232"/>
                  <a:pt x="104" y="232"/>
                </a:cubicBezTo>
                <a:cubicBezTo>
                  <a:pt x="104" y="237"/>
                  <a:pt x="108" y="241"/>
                  <a:pt x="112" y="241"/>
                </a:cubicBezTo>
                <a:cubicBezTo>
                  <a:pt x="241" y="241"/>
                  <a:pt x="241" y="241"/>
                  <a:pt x="241" y="241"/>
                </a:cubicBezTo>
                <a:cubicBezTo>
                  <a:pt x="245" y="241"/>
                  <a:pt x="249" y="237"/>
                  <a:pt x="249" y="232"/>
                </a:cubicBezTo>
                <a:cubicBezTo>
                  <a:pt x="249" y="200"/>
                  <a:pt x="249" y="200"/>
                  <a:pt x="249" y="200"/>
                </a:cubicBezTo>
                <a:cubicBezTo>
                  <a:pt x="249" y="196"/>
                  <a:pt x="245" y="192"/>
                  <a:pt x="241" y="192"/>
                </a:cubicBezTo>
                <a:moveTo>
                  <a:pt x="233" y="224"/>
                </a:moveTo>
                <a:cubicBezTo>
                  <a:pt x="120" y="224"/>
                  <a:pt x="120" y="224"/>
                  <a:pt x="120" y="224"/>
                </a:cubicBezTo>
                <a:cubicBezTo>
                  <a:pt x="120" y="208"/>
                  <a:pt x="120" y="208"/>
                  <a:pt x="120" y="208"/>
                </a:cubicBezTo>
                <a:cubicBezTo>
                  <a:pt x="233" y="208"/>
                  <a:pt x="233" y="208"/>
                  <a:pt x="233" y="208"/>
                </a:cubicBezTo>
                <a:lnTo>
                  <a:pt x="233" y="224"/>
                </a:lnTo>
                <a:close/>
                <a:moveTo>
                  <a:pt x="247" y="163"/>
                </a:moveTo>
                <a:cubicBezTo>
                  <a:pt x="247" y="163"/>
                  <a:pt x="247" y="163"/>
                  <a:pt x="247" y="163"/>
                </a:cubicBezTo>
                <a:cubicBezTo>
                  <a:pt x="246" y="163"/>
                  <a:pt x="246" y="163"/>
                  <a:pt x="246" y="162"/>
                </a:cubicBezTo>
                <a:cubicBezTo>
                  <a:pt x="183" y="99"/>
                  <a:pt x="183" y="99"/>
                  <a:pt x="183" y="99"/>
                </a:cubicBezTo>
                <a:cubicBezTo>
                  <a:pt x="183" y="99"/>
                  <a:pt x="183" y="99"/>
                  <a:pt x="183" y="99"/>
                </a:cubicBezTo>
                <a:cubicBezTo>
                  <a:pt x="181" y="97"/>
                  <a:pt x="179" y="96"/>
                  <a:pt x="176" y="96"/>
                </a:cubicBezTo>
                <a:cubicBezTo>
                  <a:pt x="174" y="96"/>
                  <a:pt x="172" y="97"/>
                  <a:pt x="170" y="99"/>
                </a:cubicBezTo>
                <a:cubicBezTo>
                  <a:pt x="170" y="99"/>
                  <a:pt x="170" y="99"/>
                  <a:pt x="170" y="99"/>
                </a:cubicBezTo>
                <a:cubicBezTo>
                  <a:pt x="107" y="162"/>
                  <a:pt x="107" y="162"/>
                  <a:pt x="107" y="162"/>
                </a:cubicBezTo>
                <a:cubicBezTo>
                  <a:pt x="107" y="163"/>
                  <a:pt x="107" y="163"/>
                  <a:pt x="106" y="163"/>
                </a:cubicBezTo>
                <a:cubicBezTo>
                  <a:pt x="106" y="163"/>
                  <a:pt x="106" y="163"/>
                  <a:pt x="106" y="163"/>
                </a:cubicBezTo>
                <a:cubicBezTo>
                  <a:pt x="106" y="163"/>
                  <a:pt x="106" y="163"/>
                  <a:pt x="106" y="163"/>
                </a:cubicBezTo>
                <a:cubicBezTo>
                  <a:pt x="105" y="165"/>
                  <a:pt x="104" y="166"/>
                  <a:pt x="104" y="168"/>
                </a:cubicBezTo>
                <a:cubicBezTo>
                  <a:pt x="104" y="173"/>
                  <a:pt x="108" y="176"/>
                  <a:pt x="112" y="176"/>
                </a:cubicBezTo>
                <a:cubicBezTo>
                  <a:pt x="241" y="176"/>
                  <a:pt x="241" y="176"/>
                  <a:pt x="241" y="176"/>
                </a:cubicBezTo>
                <a:cubicBezTo>
                  <a:pt x="245" y="176"/>
                  <a:pt x="249" y="173"/>
                  <a:pt x="249" y="168"/>
                </a:cubicBezTo>
                <a:cubicBezTo>
                  <a:pt x="249" y="166"/>
                  <a:pt x="248" y="165"/>
                  <a:pt x="247" y="163"/>
                </a:cubicBezTo>
                <a:close/>
                <a:moveTo>
                  <a:pt x="132" y="160"/>
                </a:moveTo>
                <a:cubicBezTo>
                  <a:pt x="176" y="115"/>
                  <a:pt x="176" y="115"/>
                  <a:pt x="176" y="115"/>
                </a:cubicBezTo>
                <a:cubicBezTo>
                  <a:pt x="221" y="160"/>
                  <a:pt x="221" y="160"/>
                  <a:pt x="221" y="160"/>
                </a:cubicBezTo>
                <a:lnTo>
                  <a:pt x="132" y="160"/>
                </a:lnTo>
                <a:close/>
                <a:moveTo>
                  <a:pt x="176" y="0"/>
                </a:moveTo>
                <a:cubicBezTo>
                  <a:pt x="79" y="0"/>
                  <a:pt x="0" y="79"/>
                  <a:pt x="0" y="176"/>
                </a:cubicBezTo>
                <a:cubicBezTo>
                  <a:pt x="0" y="274"/>
                  <a:pt x="79" y="353"/>
                  <a:pt x="176" y="353"/>
                </a:cubicBezTo>
                <a:cubicBezTo>
                  <a:pt x="274" y="353"/>
                  <a:pt x="353" y="274"/>
                  <a:pt x="353" y="176"/>
                </a:cubicBezTo>
                <a:cubicBezTo>
                  <a:pt x="353" y="79"/>
                  <a:pt x="274" y="0"/>
                  <a:pt x="176" y="0"/>
                </a:cubicBezTo>
                <a:moveTo>
                  <a:pt x="176" y="337"/>
                </a:moveTo>
                <a:cubicBezTo>
                  <a:pt x="88" y="337"/>
                  <a:pt x="16" y="265"/>
                  <a:pt x="16" y="176"/>
                </a:cubicBezTo>
                <a:cubicBezTo>
                  <a:pt x="16" y="88"/>
                  <a:pt x="88" y="16"/>
                  <a:pt x="176" y="16"/>
                </a:cubicBezTo>
                <a:cubicBezTo>
                  <a:pt x="265" y="16"/>
                  <a:pt x="337" y="88"/>
                  <a:pt x="337" y="176"/>
                </a:cubicBezTo>
                <a:cubicBezTo>
                  <a:pt x="337" y="265"/>
                  <a:pt x="265" y="337"/>
                  <a:pt x="176" y="337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2" name="Freeform 32"/>
          <p:cNvSpPr>
            <a:spLocks noEditPoints="1"/>
          </p:cNvSpPr>
          <p:nvPr/>
        </p:nvSpPr>
        <p:spPr bwMode="auto">
          <a:xfrm>
            <a:off x="8555568" y="3166534"/>
            <a:ext cx="575733" cy="575733"/>
          </a:xfrm>
          <a:custGeom>
            <a:avLst/>
            <a:gdLst>
              <a:gd name="T0" fmla="*/ 21 w 353"/>
              <a:gd name="T1" fmla="*/ 32 h 353"/>
              <a:gd name="T2" fmla="*/ 32 w 353"/>
              <a:gd name="T3" fmla="*/ 3 h 353"/>
              <a:gd name="T4" fmla="*/ 64 w 353"/>
              <a:gd name="T5" fmla="*/ 353 h 353"/>
              <a:gd name="T6" fmla="*/ 97 w 353"/>
              <a:gd name="T7" fmla="*/ 337 h 353"/>
              <a:gd name="T8" fmla="*/ 64 w 353"/>
              <a:gd name="T9" fmla="*/ 353 h 353"/>
              <a:gd name="T10" fmla="*/ 161 w 353"/>
              <a:gd name="T11" fmla="*/ 353 h 353"/>
              <a:gd name="T12" fmla="*/ 129 w 353"/>
              <a:gd name="T13" fmla="*/ 337 h 353"/>
              <a:gd name="T14" fmla="*/ 64 w 353"/>
              <a:gd name="T15" fmla="*/ 16 h 353"/>
              <a:gd name="T16" fmla="*/ 97 w 353"/>
              <a:gd name="T17" fmla="*/ 0 h 353"/>
              <a:gd name="T18" fmla="*/ 64 w 353"/>
              <a:gd name="T19" fmla="*/ 16 h 353"/>
              <a:gd name="T20" fmla="*/ 0 w 353"/>
              <a:gd name="T21" fmla="*/ 192 h 353"/>
              <a:gd name="T22" fmla="*/ 16 w 353"/>
              <a:gd name="T23" fmla="*/ 224 h 353"/>
              <a:gd name="T24" fmla="*/ 16 w 353"/>
              <a:gd name="T25" fmla="*/ 64 h 353"/>
              <a:gd name="T26" fmla="*/ 0 w 353"/>
              <a:gd name="T27" fmla="*/ 96 h 353"/>
              <a:gd name="T28" fmla="*/ 16 w 353"/>
              <a:gd name="T29" fmla="*/ 64 h 353"/>
              <a:gd name="T30" fmla="*/ 0 w 353"/>
              <a:gd name="T31" fmla="*/ 128 h 353"/>
              <a:gd name="T32" fmla="*/ 16 w 353"/>
              <a:gd name="T33" fmla="*/ 160 h 353"/>
              <a:gd name="T34" fmla="*/ 16 w 353"/>
              <a:gd name="T35" fmla="*/ 257 h 353"/>
              <a:gd name="T36" fmla="*/ 0 w 353"/>
              <a:gd name="T37" fmla="*/ 289 h 353"/>
              <a:gd name="T38" fmla="*/ 16 w 353"/>
              <a:gd name="T39" fmla="*/ 257 h 353"/>
              <a:gd name="T40" fmla="*/ 351 w 353"/>
              <a:gd name="T41" fmla="*/ 32 h 353"/>
              <a:gd name="T42" fmla="*/ 321 w 353"/>
              <a:gd name="T43" fmla="*/ 20 h 353"/>
              <a:gd name="T44" fmla="*/ 21 w 353"/>
              <a:gd name="T45" fmla="*/ 321 h 353"/>
              <a:gd name="T46" fmla="*/ 32 w 353"/>
              <a:gd name="T47" fmla="*/ 350 h 353"/>
              <a:gd name="T48" fmla="*/ 21 w 353"/>
              <a:gd name="T49" fmla="*/ 321 h 353"/>
              <a:gd name="T50" fmla="*/ 353 w 353"/>
              <a:gd name="T51" fmla="*/ 289 h 353"/>
              <a:gd name="T52" fmla="*/ 337 w 353"/>
              <a:gd name="T53" fmla="*/ 257 h 353"/>
              <a:gd name="T54" fmla="*/ 337 w 353"/>
              <a:gd name="T55" fmla="*/ 224 h 353"/>
              <a:gd name="T56" fmla="*/ 353 w 353"/>
              <a:gd name="T57" fmla="*/ 192 h 353"/>
              <a:gd name="T58" fmla="*/ 337 w 353"/>
              <a:gd name="T59" fmla="*/ 224 h 353"/>
              <a:gd name="T60" fmla="*/ 353 w 353"/>
              <a:gd name="T61" fmla="*/ 160 h 353"/>
              <a:gd name="T62" fmla="*/ 337 w 353"/>
              <a:gd name="T63" fmla="*/ 128 h 353"/>
              <a:gd name="T64" fmla="*/ 337 w 353"/>
              <a:gd name="T65" fmla="*/ 96 h 353"/>
              <a:gd name="T66" fmla="*/ 353 w 353"/>
              <a:gd name="T67" fmla="*/ 64 h 353"/>
              <a:gd name="T68" fmla="*/ 337 w 353"/>
              <a:gd name="T69" fmla="*/ 96 h 353"/>
              <a:gd name="T70" fmla="*/ 321 w 353"/>
              <a:gd name="T71" fmla="*/ 350 h 353"/>
              <a:gd name="T72" fmla="*/ 333 w 353"/>
              <a:gd name="T73" fmla="*/ 321 h 353"/>
              <a:gd name="T74" fmla="*/ 257 w 353"/>
              <a:gd name="T75" fmla="*/ 16 h 353"/>
              <a:gd name="T76" fmla="*/ 289 w 353"/>
              <a:gd name="T77" fmla="*/ 0 h 353"/>
              <a:gd name="T78" fmla="*/ 257 w 353"/>
              <a:gd name="T79" fmla="*/ 16 h 353"/>
              <a:gd name="T80" fmla="*/ 225 w 353"/>
              <a:gd name="T81" fmla="*/ 16 h 353"/>
              <a:gd name="T82" fmla="*/ 193 w 353"/>
              <a:gd name="T83" fmla="*/ 0 h 353"/>
              <a:gd name="T84" fmla="*/ 129 w 353"/>
              <a:gd name="T85" fmla="*/ 16 h 353"/>
              <a:gd name="T86" fmla="*/ 161 w 353"/>
              <a:gd name="T87" fmla="*/ 0 h 353"/>
              <a:gd name="T88" fmla="*/ 129 w 353"/>
              <a:gd name="T89" fmla="*/ 16 h 353"/>
              <a:gd name="T90" fmla="*/ 225 w 353"/>
              <a:gd name="T91" fmla="*/ 353 h 353"/>
              <a:gd name="T92" fmla="*/ 193 w 353"/>
              <a:gd name="T93" fmla="*/ 337 h 353"/>
              <a:gd name="T94" fmla="*/ 257 w 353"/>
              <a:gd name="T95" fmla="*/ 353 h 353"/>
              <a:gd name="T96" fmla="*/ 289 w 353"/>
              <a:gd name="T97" fmla="*/ 337 h 353"/>
              <a:gd name="T98" fmla="*/ 257 w 353"/>
              <a:gd name="T99" fmla="*/ 353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353" h="353">
                <a:moveTo>
                  <a:pt x="3" y="32"/>
                </a:moveTo>
                <a:cubicBezTo>
                  <a:pt x="21" y="32"/>
                  <a:pt x="21" y="32"/>
                  <a:pt x="21" y="32"/>
                </a:cubicBezTo>
                <a:cubicBezTo>
                  <a:pt x="23" y="27"/>
                  <a:pt x="28" y="23"/>
                  <a:pt x="32" y="20"/>
                </a:cubicBezTo>
                <a:cubicBezTo>
                  <a:pt x="32" y="3"/>
                  <a:pt x="32" y="3"/>
                  <a:pt x="32" y="3"/>
                </a:cubicBezTo>
                <a:cubicBezTo>
                  <a:pt x="19" y="7"/>
                  <a:pt x="8" y="18"/>
                  <a:pt x="3" y="32"/>
                </a:cubicBezTo>
                <a:moveTo>
                  <a:pt x="64" y="353"/>
                </a:moveTo>
                <a:cubicBezTo>
                  <a:pt x="97" y="353"/>
                  <a:pt x="97" y="353"/>
                  <a:pt x="97" y="353"/>
                </a:cubicBezTo>
                <a:cubicBezTo>
                  <a:pt x="97" y="337"/>
                  <a:pt x="97" y="337"/>
                  <a:pt x="97" y="337"/>
                </a:cubicBezTo>
                <a:cubicBezTo>
                  <a:pt x="64" y="337"/>
                  <a:pt x="64" y="337"/>
                  <a:pt x="64" y="337"/>
                </a:cubicBezTo>
                <a:lnTo>
                  <a:pt x="64" y="353"/>
                </a:lnTo>
                <a:close/>
                <a:moveTo>
                  <a:pt x="129" y="353"/>
                </a:moveTo>
                <a:cubicBezTo>
                  <a:pt x="161" y="353"/>
                  <a:pt x="161" y="353"/>
                  <a:pt x="161" y="353"/>
                </a:cubicBezTo>
                <a:cubicBezTo>
                  <a:pt x="161" y="337"/>
                  <a:pt x="161" y="337"/>
                  <a:pt x="161" y="337"/>
                </a:cubicBezTo>
                <a:cubicBezTo>
                  <a:pt x="129" y="337"/>
                  <a:pt x="129" y="337"/>
                  <a:pt x="129" y="337"/>
                </a:cubicBezTo>
                <a:lnTo>
                  <a:pt x="129" y="353"/>
                </a:lnTo>
                <a:close/>
                <a:moveTo>
                  <a:pt x="64" y="16"/>
                </a:moveTo>
                <a:cubicBezTo>
                  <a:pt x="97" y="16"/>
                  <a:pt x="97" y="16"/>
                  <a:pt x="97" y="16"/>
                </a:cubicBezTo>
                <a:cubicBezTo>
                  <a:pt x="97" y="0"/>
                  <a:pt x="97" y="0"/>
                  <a:pt x="97" y="0"/>
                </a:cubicBezTo>
                <a:cubicBezTo>
                  <a:pt x="64" y="0"/>
                  <a:pt x="64" y="0"/>
                  <a:pt x="64" y="0"/>
                </a:cubicBezTo>
                <a:lnTo>
                  <a:pt x="64" y="16"/>
                </a:lnTo>
                <a:close/>
                <a:moveTo>
                  <a:pt x="16" y="192"/>
                </a:moveTo>
                <a:cubicBezTo>
                  <a:pt x="0" y="192"/>
                  <a:pt x="0" y="192"/>
                  <a:pt x="0" y="192"/>
                </a:cubicBezTo>
                <a:cubicBezTo>
                  <a:pt x="0" y="224"/>
                  <a:pt x="0" y="224"/>
                  <a:pt x="0" y="224"/>
                </a:cubicBezTo>
                <a:cubicBezTo>
                  <a:pt x="16" y="224"/>
                  <a:pt x="16" y="224"/>
                  <a:pt x="16" y="224"/>
                </a:cubicBezTo>
                <a:lnTo>
                  <a:pt x="16" y="192"/>
                </a:lnTo>
                <a:close/>
                <a:moveTo>
                  <a:pt x="16" y="64"/>
                </a:moveTo>
                <a:cubicBezTo>
                  <a:pt x="0" y="64"/>
                  <a:pt x="0" y="64"/>
                  <a:pt x="0" y="64"/>
                </a:cubicBezTo>
                <a:cubicBezTo>
                  <a:pt x="0" y="96"/>
                  <a:pt x="0" y="96"/>
                  <a:pt x="0" y="96"/>
                </a:cubicBezTo>
                <a:cubicBezTo>
                  <a:pt x="16" y="96"/>
                  <a:pt x="16" y="96"/>
                  <a:pt x="16" y="96"/>
                </a:cubicBezTo>
                <a:lnTo>
                  <a:pt x="16" y="64"/>
                </a:lnTo>
                <a:close/>
                <a:moveTo>
                  <a:pt x="16" y="128"/>
                </a:moveTo>
                <a:cubicBezTo>
                  <a:pt x="0" y="128"/>
                  <a:pt x="0" y="128"/>
                  <a:pt x="0" y="128"/>
                </a:cubicBezTo>
                <a:cubicBezTo>
                  <a:pt x="0" y="160"/>
                  <a:pt x="0" y="160"/>
                  <a:pt x="0" y="160"/>
                </a:cubicBezTo>
                <a:cubicBezTo>
                  <a:pt x="16" y="160"/>
                  <a:pt x="16" y="160"/>
                  <a:pt x="16" y="160"/>
                </a:cubicBezTo>
                <a:lnTo>
                  <a:pt x="16" y="128"/>
                </a:lnTo>
                <a:close/>
                <a:moveTo>
                  <a:pt x="16" y="257"/>
                </a:moveTo>
                <a:cubicBezTo>
                  <a:pt x="0" y="257"/>
                  <a:pt x="0" y="257"/>
                  <a:pt x="0" y="257"/>
                </a:cubicBezTo>
                <a:cubicBezTo>
                  <a:pt x="0" y="289"/>
                  <a:pt x="0" y="289"/>
                  <a:pt x="0" y="289"/>
                </a:cubicBezTo>
                <a:cubicBezTo>
                  <a:pt x="16" y="289"/>
                  <a:pt x="16" y="289"/>
                  <a:pt x="16" y="289"/>
                </a:cubicBezTo>
                <a:lnTo>
                  <a:pt x="16" y="257"/>
                </a:lnTo>
                <a:close/>
                <a:moveTo>
                  <a:pt x="333" y="32"/>
                </a:moveTo>
                <a:cubicBezTo>
                  <a:pt x="351" y="32"/>
                  <a:pt x="351" y="32"/>
                  <a:pt x="351" y="32"/>
                </a:cubicBezTo>
                <a:cubicBezTo>
                  <a:pt x="346" y="18"/>
                  <a:pt x="335" y="7"/>
                  <a:pt x="321" y="3"/>
                </a:cubicBezTo>
                <a:cubicBezTo>
                  <a:pt x="321" y="20"/>
                  <a:pt x="321" y="20"/>
                  <a:pt x="321" y="20"/>
                </a:cubicBezTo>
                <a:cubicBezTo>
                  <a:pt x="326" y="23"/>
                  <a:pt x="330" y="27"/>
                  <a:pt x="333" y="32"/>
                </a:cubicBezTo>
                <a:moveTo>
                  <a:pt x="21" y="321"/>
                </a:moveTo>
                <a:cubicBezTo>
                  <a:pt x="3" y="321"/>
                  <a:pt x="3" y="321"/>
                  <a:pt x="3" y="321"/>
                </a:cubicBezTo>
                <a:cubicBezTo>
                  <a:pt x="8" y="334"/>
                  <a:pt x="19" y="345"/>
                  <a:pt x="32" y="350"/>
                </a:cubicBezTo>
                <a:cubicBezTo>
                  <a:pt x="32" y="332"/>
                  <a:pt x="32" y="332"/>
                  <a:pt x="32" y="332"/>
                </a:cubicBezTo>
                <a:cubicBezTo>
                  <a:pt x="28" y="330"/>
                  <a:pt x="23" y="326"/>
                  <a:pt x="21" y="321"/>
                </a:cubicBezTo>
                <a:moveTo>
                  <a:pt x="337" y="289"/>
                </a:moveTo>
                <a:cubicBezTo>
                  <a:pt x="353" y="289"/>
                  <a:pt x="353" y="289"/>
                  <a:pt x="353" y="289"/>
                </a:cubicBezTo>
                <a:cubicBezTo>
                  <a:pt x="353" y="257"/>
                  <a:pt x="353" y="257"/>
                  <a:pt x="353" y="257"/>
                </a:cubicBezTo>
                <a:cubicBezTo>
                  <a:pt x="337" y="257"/>
                  <a:pt x="337" y="257"/>
                  <a:pt x="337" y="257"/>
                </a:cubicBezTo>
                <a:lnTo>
                  <a:pt x="337" y="289"/>
                </a:lnTo>
                <a:close/>
                <a:moveTo>
                  <a:pt x="337" y="224"/>
                </a:moveTo>
                <a:cubicBezTo>
                  <a:pt x="353" y="224"/>
                  <a:pt x="353" y="224"/>
                  <a:pt x="353" y="224"/>
                </a:cubicBezTo>
                <a:cubicBezTo>
                  <a:pt x="353" y="192"/>
                  <a:pt x="353" y="192"/>
                  <a:pt x="353" y="192"/>
                </a:cubicBezTo>
                <a:cubicBezTo>
                  <a:pt x="337" y="192"/>
                  <a:pt x="337" y="192"/>
                  <a:pt x="337" y="192"/>
                </a:cubicBezTo>
                <a:lnTo>
                  <a:pt x="337" y="224"/>
                </a:lnTo>
                <a:close/>
                <a:moveTo>
                  <a:pt x="337" y="160"/>
                </a:moveTo>
                <a:cubicBezTo>
                  <a:pt x="353" y="160"/>
                  <a:pt x="353" y="160"/>
                  <a:pt x="353" y="160"/>
                </a:cubicBezTo>
                <a:cubicBezTo>
                  <a:pt x="353" y="128"/>
                  <a:pt x="353" y="128"/>
                  <a:pt x="353" y="128"/>
                </a:cubicBezTo>
                <a:cubicBezTo>
                  <a:pt x="337" y="128"/>
                  <a:pt x="337" y="128"/>
                  <a:pt x="337" y="128"/>
                </a:cubicBezTo>
                <a:lnTo>
                  <a:pt x="337" y="160"/>
                </a:lnTo>
                <a:close/>
                <a:moveTo>
                  <a:pt x="337" y="96"/>
                </a:moveTo>
                <a:cubicBezTo>
                  <a:pt x="353" y="96"/>
                  <a:pt x="353" y="96"/>
                  <a:pt x="353" y="96"/>
                </a:cubicBezTo>
                <a:cubicBezTo>
                  <a:pt x="353" y="64"/>
                  <a:pt x="353" y="64"/>
                  <a:pt x="353" y="64"/>
                </a:cubicBezTo>
                <a:cubicBezTo>
                  <a:pt x="337" y="64"/>
                  <a:pt x="337" y="64"/>
                  <a:pt x="337" y="64"/>
                </a:cubicBezTo>
                <a:lnTo>
                  <a:pt x="337" y="96"/>
                </a:lnTo>
                <a:close/>
                <a:moveTo>
                  <a:pt x="321" y="332"/>
                </a:moveTo>
                <a:cubicBezTo>
                  <a:pt x="321" y="350"/>
                  <a:pt x="321" y="350"/>
                  <a:pt x="321" y="350"/>
                </a:cubicBezTo>
                <a:cubicBezTo>
                  <a:pt x="335" y="345"/>
                  <a:pt x="346" y="334"/>
                  <a:pt x="351" y="321"/>
                </a:cubicBezTo>
                <a:cubicBezTo>
                  <a:pt x="333" y="321"/>
                  <a:pt x="333" y="321"/>
                  <a:pt x="333" y="321"/>
                </a:cubicBezTo>
                <a:cubicBezTo>
                  <a:pt x="330" y="326"/>
                  <a:pt x="326" y="330"/>
                  <a:pt x="321" y="332"/>
                </a:cubicBezTo>
                <a:moveTo>
                  <a:pt x="257" y="16"/>
                </a:moveTo>
                <a:cubicBezTo>
                  <a:pt x="289" y="16"/>
                  <a:pt x="289" y="16"/>
                  <a:pt x="289" y="16"/>
                </a:cubicBezTo>
                <a:cubicBezTo>
                  <a:pt x="289" y="0"/>
                  <a:pt x="289" y="0"/>
                  <a:pt x="289" y="0"/>
                </a:cubicBezTo>
                <a:cubicBezTo>
                  <a:pt x="257" y="0"/>
                  <a:pt x="257" y="0"/>
                  <a:pt x="257" y="0"/>
                </a:cubicBezTo>
                <a:lnTo>
                  <a:pt x="257" y="16"/>
                </a:lnTo>
                <a:close/>
                <a:moveTo>
                  <a:pt x="193" y="16"/>
                </a:moveTo>
                <a:cubicBezTo>
                  <a:pt x="225" y="16"/>
                  <a:pt x="225" y="16"/>
                  <a:pt x="225" y="16"/>
                </a:cubicBezTo>
                <a:cubicBezTo>
                  <a:pt x="225" y="0"/>
                  <a:pt x="225" y="0"/>
                  <a:pt x="225" y="0"/>
                </a:cubicBezTo>
                <a:cubicBezTo>
                  <a:pt x="193" y="0"/>
                  <a:pt x="193" y="0"/>
                  <a:pt x="193" y="0"/>
                </a:cubicBezTo>
                <a:lnTo>
                  <a:pt x="193" y="16"/>
                </a:lnTo>
                <a:close/>
                <a:moveTo>
                  <a:pt x="129" y="16"/>
                </a:moveTo>
                <a:cubicBezTo>
                  <a:pt x="161" y="16"/>
                  <a:pt x="161" y="16"/>
                  <a:pt x="161" y="16"/>
                </a:cubicBezTo>
                <a:cubicBezTo>
                  <a:pt x="161" y="0"/>
                  <a:pt x="161" y="0"/>
                  <a:pt x="161" y="0"/>
                </a:cubicBezTo>
                <a:cubicBezTo>
                  <a:pt x="129" y="0"/>
                  <a:pt x="129" y="0"/>
                  <a:pt x="129" y="0"/>
                </a:cubicBezTo>
                <a:lnTo>
                  <a:pt x="129" y="16"/>
                </a:lnTo>
                <a:close/>
                <a:moveTo>
                  <a:pt x="193" y="353"/>
                </a:moveTo>
                <a:cubicBezTo>
                  <a:pt x="225" y="353"/>
                  <a:pt x="225" y="353"/>
                  <a:pt x="225" y="353"/>
                </a:cubicBezTo>
                <a:cubicBezTo>
                  <a:pt x="225" y="337"/>
                  <a:pt x="225" y="337"/>
                  <a:pt x="225" y="337"/>
                </a:cubicBezTo>
                <a:cubicBezTo>
                  <a:pt x="193" y="337"/>
                  <a:pt x="193" y="337"/>
                  <a:pt x="193" y="337"/>
                </a:cubicBezTo>
                <a:lnTo>
                  <a:pt x="193" y="353"/>
                </a:lnTo>
                <a:close/>
                <a:moveTo>
                  <a:pt x="257" y="353"/>
                </a:moveTo>
                <a:cubicBezTo>
                  <a:pt x="289" y="353"/>
                  <a:pt x="289" y="353"/>
                  <a:pt x="289" y="353"/>
                </a:cubicBezTo>
                <a:cubicBezTo>
                  <a:pt x="289" y="337"/>
                  <a:pt x="289" y="337"/>
                  <a:pt x="289" y="337"/>
                </a:cubicBezTo>
                <a:cubicBezTo>
                  <a:pt x="257" y="337"/>
                  <a:pt x="257" y="337"/>
                  <a:pt x="257" y="337"/>
                </a:cubicBezTo>
                <a:lnTo>
                  <a:pt x="257" y="35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3" name="Freeform 33"/>
          <p:cNvSpPr>
            <a:spLocks noEditPoints="1"/>
          </p:cNvSpPr>
          <p:nvPr/>
        </p:nvSpPr>
        <p:spPr bwMode="auto">
          <a:xfrm>
            <a:off x="9656235" y="3166534"/>
            <a:ext cx="575733" cy="575733"/>
          </a:xfrm>
          <a:custGeom>
            <a:avLst/>
            <a:gdLst>
              <a:gd name="T0" fmla="*/ 0 w 353"/>
              <a:gd name="T1" fmla="*/ 192 h 353"/>
              <a:gd name="T2" fmla="*/ 16 w 353"/>
              <a:gd name="T3" fmla="*/ 224 h 353"/>
              <a:gd name="T4" fmla="*/ 16 w 353"/>
              <a:gd name="T5" fmla="*/ 257 h 353"/>
              <a:gd name="T6" fmla="*/ 0 w 353"/>
              <a:gd name="T7" fmla="*/ 289 h 353"/>
              <a:gd name="T8" fmla="*/ 16 w 353"/>
              <a:gd name="T9" fmla="*/ 257 h 353"/>
              <a:gd name="T10" fmla="*/ 20 w 353"/>
              <a:gd name="T11" fmla="*/ 32 h 353"/>
              <a:gd name="T12" fmla="*/ 32 w 353"/>
              <a:gd name="T13" fmla="*/ 3 h 353"/>
              <a:gd name="T14" fmla="*/ 20 w 353"/>
              <a:gd name="T15" fmla="*/ 321 h 353"/>
              <a:gd name="T16" fmla="*/ 32 w 353"/>
              <a:gd name="T17" fmla="*/ 350 h 353"/>
              <a:gd name="T18" fmla="*/ 20 w 353"/>
              <a:gd name="T19" fmla="*/ 321 h 353"/>
              <a:gd name="T20" fmla="*/ 96 w 353"/>
              <a:gd name="T21" fmla="*/ 353 h 353"/>
              <a:gd name="T22" fmla="*/ 64 w 353"/>
              <a:gd name="T23" fmla="*/ 337 h 353"/>
              <a:gd name="T24" fmla="*/ 224 w 353"/>
              <a:gd name="T25" fmla="*/ 0 h 353"/>
              <a:gd name="T26" fmla="*/ 192 w 353"/>
              <a:gd name="T27" fmla="*/ 16 h 353"/>
              <a:gd name="T28" fmla="*/ 224 w 353"/>
              <a:gd name="T29" fmla="*/ 0 h 353"/>
              <a:gd name="T30" fmla="*/ 350 w 353"/>
              <a:gd name="T31" fmla="*/ 32 h 353"/>
              <a:gd name="T32" fmla="*/ 321 w 353"/>
              <a:gd name="T33" fmla="*/ 20 h 353"/>
              <a:gd name="T34" fmla="*/ 16 w 353"/>
              <a:gd name="T35" fmla="*/ 64 h 353"/>
              <a:gd name="T36" fmla="*/ 0 w 353"/>
              <a:gd name="T37" fmla="*/ 96 h 353"/>
              <a:gd name="T38" fmla="*/ 16 w 353"/>
              <a:gd name="T39" fmla="*/ 64 h 353"/>
              <a:gd name="T40" fmla="*/ 128 w 353"/>
              <a:gd name="T41" fmla="*/ 0 h 353"/>
              <a:gd name="T42" fmla="*/ 160 w 353"/>
              <a:gd name="T43" fmla="*/ 16 h 353"/>
              <a:gd name="T44" fmla="*/ 16 w 353"/>
              <a:gd name="T45" fmla="*/ 128 h 353"/>
              <a:gd name="T46" fmla="*/ 0 w 353"/>
              <a:gd name="T47" fmla="*/ 160 h 353"/>
              <a:gd name="T48" fmla="*/ 16 w 353"/>
              <a:gd name="T49" fmla="*/ 128 h 353"/>
              <a:gd name="T50" fmla="*/ 353 w 353"/>
              <a:gd name="T51" fmla="*/ 224 h 353"/>
              <a:gd name="T52" fmla="*/ 337 w 353"/>
              <a:gd name="T53" fmla="*/ 192 h 353"/>
              <a:gd name="T54" fmla="*/ 64 w 353"/>
              <a:gd name="T55" fmla="*/ 16 h 353"/>
              <a:gd name="T56" fmla="*/ 96 w 353"/>
              <a:gd name="T57" fmla="*/ 0 h 353"/>
              <a:gd name="T58" fmla="*/ 64 w 353"/>
              <a:gd name="T59" fmla="*/ 16 h 353"/>
              <a:gd name="T60" fmla="*/ 289 w 353"/>
              <a:gd name="T61" fmla="*/ 16 h 353"/>
              <a:gd name="T62" fmla="*/ 256 w 353"/>
              <a:gd name="T63" fmla="*/ 0 h 353"/>
              <a:gd name="T64" fmla="*/ 337 w 353"/>
              <a:gd name="T65" fmla="*/ 289 h 353"/>
              <a:gd name="T66" fmla="*/ 353 w 353"/>
              <a:gd name="T67" fmla="*/ 257 h 353"/>
              <a:gd name="T68" fmla="*/ 337 w 353"/>
              <a:gd name="T69" fmla="*/ 289 h 353"/>
              <a:gd name="T70" fmla="*/ 353 w 353"/>
              <a:gd name="T71" fmla="*/ 160 h 353"/>
              <a:gd name="T72" fmla="*/ 337 w 353"/>
              <a:gd name="T73" fmla="*/ 128 h 353"/>
              <a:gd name="T74" fmla="*/ 337 w 353"/>
              <a:gd name="T75" fmla="*/ 96 h 353"/>
              <a:gd name="T76" fmla="*/ 353 w 353"/>
              <a:gd name="T77" fmla="*/ 64 h 353"/>
              <a:gd name="T78" fmla="*/ 337 w 353"/>
              <a:gd name="T79" fmla="*/ 96 h 353"/>
              <a:gd name="T80" fmla="*/ 321 w 353"/>
              <a:gd name="T81" fmla="*/ 350 h 353"/>
              <a:gd name="T82" fmla="*/ 332 w 353"/>
              <a:gd name="T83" fmla="*/ 321 h 353"/>
              <a:gd name="T84" fmla="*/ 192 w 353"/>
              <a:gd name="T85" fmla="*/ 353 h 353"/>
              <a:gd name="T86" fmla="*/ 224 w 353"/>
              <a:gd name="T87" fmla="*/ 337 h 353"/>
              <a:gd name="T88" fmla="*/ 192 w 353"/>
              <a:gd name="T89" fmla="*/ 353 h 353"/>
              <a:gd name="T90" fmla="*/ 289 w 353"/>
              <a:gd name="T91" fmla="*/ 353 h 353"/>
              <a:gd name="T92" fmla="*/ 256 w 353"/>
              <a:gd name="T93" fmla="*/ 337 h 353"/>
              <a:gd name="T94" fmla="*/ 128 w 353"/>
              <a:gd name="T95" fmla="*/ 353 h 353"/>
              <a:gd name="T96" fmla="*/ 160 w 353"/>
              <a:gd name="T97" fmla="*/ 337 h 353"/>
              <a:gd name="T98" fmla="*/ 128 w 353"/>
              <a:gd name="T99" fmla="*/ 353 h 353"/>
              <a:gd name="T100" fmla="*/ 120 w 353"/>
              <a:gd name="T101" fmla="*/ 112 h 353"/>
              <a:gd name="T102" fmla="*/ 112 w 353"/>
              <a:gd name="T103" fmla="*/ 232 h 353"/>
              <a:gd name="T104" fmla="*/ 232 w 353"/>
              <a:gd name="T105" fmla="*/ 241 h 353"/>
              <a:gd name="T106" fmla="*/ 240 w 353"/>
              <a:gd name="T107" fmla="*/ 120 h 353"/>
              <a:gd name="T108" fmla="*/ 224 w 353"/>
              <a:gd name="T109" fmla="*/ 224 h 353"/>
              <a:gd name="T110" fmla="*/ 128 w 353"/>
              <a:gd name="T111" fmla="*/ 128 h 353"/>
              <a:gd name="T112" fmla="*/ 224 w 353"/>
              <a:gd name="T113" fmla="*/ 224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353" h="353">
                <a:moveTo>
                  <a:pt x="16" y="192"/>
                </a:moveTo>
                <a:cubicBezTo>
                  <a:pt x="0" y="192"/>
                  <a:pt x="0" y="192"/>
                  <a:pt x="0" y="192"/>
                </a:cubicBezTo>
                <a:cubicBezTo>
                  <a:pt x="0" y="224"/>
                  <a:pt x="0" y="224"/>
                  <a:pt x="0" y="224"/>
                </a:cubicBezTo>
                <a:cubicBezTo>
                  <a:pt x="16" y="224"/>
                  <a:pt x="16" y="224"/>
                  <a:pt x="16" y="224"/>
                </a:cubicBezTo>
                <a:lnTo>
                  <a:pt x="16" y="192"/>
                </a:lnTo>
                <a:close/>
                <a:moveTo>
                  <a:pt x="16" y="257"/>
                </a:moveTo>
                <a:cubicBezTo>
                  <a:pt x="0" y="257"/>
                  <a:pt x="0" y="257"/>
                  <a:pt x="0" y="257"/>
                </a:cubicBezTo>
                <a:cubicBezTo>
                  <a:pt x="0" y="289"/>
                  <a:pt x="0" y="289"/>
                  <a:pt x="0" y="289"/>
                </a:cubicBezTo>
                <a:cubicBezTo>
                  <a:pt x="16" y="289"/>
                  <a:pt x="16" y="289"/>
                  <a:pt x="16" y="289"/>
                </a:cubicBezTo>
                <a:lnTo>
                  <a:pt x="16" y="257"/>
                </a:lnTo>
                <a:close/>
                <a:moveTo>
                  <a:pt x="2" y="32"/>
                </a:moveTo>
                <a:cubicBezTo>
                  <a:pt x="20" y="32"/>
                  <a:pt x="20" y="32"/>
                  <a:pt x="20" y="32"/>
                </a:cubicBezTo>
                <a:cubicBezTo>
                  <a:pt x="23" y="27"/>
                  <a:pt x="27" y="23"/>
                  <a:pt x="32" y="20"/>
                </a:cubicBezTo>
                <a:cubicBezTo>
                  <a:pt x="32" y="3"/>
                  <a:pt x="32" y="3"/>
                  <a:pt x="32" y="3"/>
                </a:cubicBezTo>
                <a:cubicBezTo>
                  <a:pt x="18" y="7"/>
                  <a:pt x="7" y="18"/>
                  <a:pt x="2" y="32"/>
                </a:cubicBezTo>
                <a:moveTo>
                  <a:pt x="20" y="321"/>
                </a:moveTo>
                <a:cubicBezTo>
                  <a:pt x="2" y="321"/>
                  <a:pt x="2" y="321"/>
                  <a:pt x="2" y="321"/>
                </a:cubicBezTo>
                <a:cubicBezTo>
                  <a:pt x="7" y="334"/>
                  <a:pt x="18" y="345"/>
                  <a:pt x="32" y="350"/>
                </a:cubicBezTo>
                <a:cubicBezTo>
                  <a:pt x="32" y="332"/>
                  <a:pt x="32" y="332"/>
                  <a:pt x="32" y="332"/>
                </a:cubicBezTo>
                <a:cubicBezTo>
                  <a:pt x="27" y="330"/>
                  <a:pt x="23" y="326"/>
                  <a:pt x="20" y="321"/>
                </a:cubicBezTo>
                <a:moveTo>
                  <a:pt x="64" y="353"/>
                </a:moveTo>
                <a:cubicBezTo>
                  <a:pt x="96" y="353"/>
                  <a:pt x="96" y="353"/>
                  <a:pt x="96" y="353"/>
                </a:cubicBezTo>
                <a:cubicBezTo>
                  <a:pt x="96" y="337"/>
                  <a:pt x="96" y="337"/>
                  <a:pt x="96" y="337"/>
                </a:cubicBezTo>
                <a:cubicBezTo>
                  <a:pt x="64" y="337"/>
                  <a:pt x="64" y="337"/>
                  <a:pt x="64" y="337"/>
                </a:cubicBezTo>
                <a:lnTo>
                  <a:pt x="64" y="353"/>
                </a:lnTo>
                <a:close/>
                <a:moveTo>
                  <a:pt x="224" y="0"/>
                </a:moveTo>
                <a:cubicBezTo>
                  <a:pt x="192" y="0"/>
                  <a:pt x="192" y="0"/>
                  <a:pt x="192" y="0"/>
                </a:cubicBezTo>
                <a:cubicBezTo>
                  <a:pt x="192" y="16"/>
                  <a:pt x="192" y="16"/>
                  <a:pt x="192" y="16"/>
                </a:cubicBezTo>
                <a:cubicBezTo>
                  <a:pt x="224" y="16"/>
                  <a:pt x="224" y="16"/>
                  <a:pt x="224" y="16"/>
                </a:cubicBezTo>
                <a:lnTo>
                  <a:pt x="224" y="0"/>
                </a:lnTo>
                <a:close/>
                <a:moveTo>
                  <a:pt x="332" y="32"/>
                </a:moveTo>
                <a:cubicBezTo>
                  <a:pt x="350" y="32"/>
                  <a:pt x="350" y="32"/>
                  <a:pt x="350" y="32"/>
                </a:cubicBezTo>
                <a:cubicBezTo>
                  <a:pt x="345" y="18"/>
                  <a:pt x="334" y="7"/>
                  <a:pt x="321" y="3"/>
                </a:cubicBezTo>
                <a:cubicBezTo>
                  <a:pt x="321" y="20"/>
                  <a:pt x="321" y="20"/>
                  <a:pt x="321" y="20"/>
                </a:cubicBezTo>
                <a:cubicBezTo>
                  <a:pt x="325" y="23"/>
                  <a:pt x="330" y="27"/>
                  <a:pt x="332" y="32"/>
                </a:cubicBezTo>
                <a:moveTo>
                  <a:pt x="16" y="64"/>
                </a:moveTo>
                <a:cubicBezTo>
                  <a:pt x="0" y="64"/>
                  <a:pt x="0" y="64"/>
                  <a:pt x="0" y="64"/>
                </a:cubicBezTo>
                <a:cubicBezTo>
                  <a:pt x="0" y="96"/>
                  <a:pt x="0" y="96"/>
                  <a:pt x="0" y="96"/>
                </a:cubicBezTo>
                <a:cubicBezTo>
                  <a:pt x="16" y="96"/>
                  <a:pt x="16" y="96"/>
                  <a:pt x="16" y="96"/>
                </a:cubicBezTo>
                <a:lnTo>
                  <a:pt x="16" y="64"/>
                </a:lnTo>
                <a:close/>
                <a:moveTo>
                  <a:pt x="160" y="0"/>
                </a:moveTo>
                <a:cubicBezTo>
                  <a:pt x="128" y="0"/>
                  <a:pt x="128" y="0"/>
                  <a:pt x="128" y="0"/>
                </a:cubicBezTo>
                <a:cubicBezTo>
                  <a:pt x="128" y="16"/>
                  <a:pt x="128" y="16"/>
                  <a:pt x="128" y="16"/>
                </a:cubicBezTo>
                <a:cubicBezTo>
                  <a:pt x="160" y="16"/>
                  <a:pt x="160" y="16"/>
                  <a:pt x="160" y="16"/>
                </a:cubicBezTo>
                <a:lnTo>
                  <a:pt x="160" y="0"/>
                </a:lnTo>
                <a:close/>
                <a:moveTo>
                  <a:pt x="16" y="128"/>
                </a:moveTo>
                <a:cubicBezTo>
                  <a:pt x="0" y="128"/>
                  <a:pt x="0" y="128"/>
                  <a:pt x="0" y="128"/>
                </a:cubicBezTo>
                <a:cubicBezTo>
                  <a:pt x="0" y="160"/>
                  <a:pt x="0" y="160"/>
                  <a:pt x="0" y="160"/>
                </a:cubicBezTo>
                <a:cubicBezTo>
                  <a:pt x="16" y="160"/>
                  <a:pt x="16" y="160"/>
                  <a:pt x="16" y="160"/>
                </a:cubicBezTo>
                <a:lnTo>
                  <a:pt x="16" y="128"/>
                </a:lnTo>
                <a:close/>
                <a:moveTo>
                  <a:pt x="337" y="224"/>
                </a:moveTo>
                <a:cubicBezTo>
                  <a:pt x="353" y="224"/>
                  <a:pt x="353" y="224"/>
                  <a:pt x="353" y="224"/>
                </a:cubicBezTo>
                <a:cubicBezTo>
                  <a:pt x="353" y="192"/>
                  <a:pt x="353" y="192"/>
                  <a:pt x="353" y="192"/>
                </a:cubicBezTo>
                <a:cubicBezTo>
                  <a:pt x="337" y="192"/>
                  <a:pt x="337" y="192"/>
                  <a:pt x="337" y="192"/>
                </a:cubicBezTo>
                <a:lnTo>
                  <a:pt x="337" y="224"/>
                </a:lnTo>
                <a:close/>
                <a:moveTo>
                  <a:pt x="64" y="16"/>
                </a:moveTo>
                <a:cubicBezTo>
                  <a:pt x="96" y="16"/>
                  <a:pt x="96" y="16"/>
                  <a:pt x="96" y="16"/>
                </a:cubicBezTo>
                <a:cubicBezTo>
                  <a:pt x="96" y="0"/>
                  <a:pt x="96" y="0"/>
                  <a:pt x="96" y="0"/>
                </a:cubicBezTo>
                <a:cubicBezTo>
                  <a:pt x="64" y="0"/>
                  <a:pt x="64" y="0"/>
                  <a:pt x="64" y="0"/>
                </a:cubicBezTo>
                <a:lnTo>
                  <a:pt x="64" y="16"/>
                </a:lnTo>
                <a:close/>
                <a:moveTo>
                  <a:pt x="256" y="16"/>
                </a:moveTo>
                <a:cubicBezTo>
                  <a:pt x="289" y="16"/>
                  <a:pt x="289" y="16"/>
                  <a:pt x="289" y="16"/>
                </a:cubicBezTo>
                <a:cubicBezTo>
                  <a:pt x="289" y="0"/>
                  <a:pt x="289" y="0"/>
                  <a:pt x="289" y="0"/>
                </a:cubicBezTo>
                <a:cubicBezTo>
                  <a:pt x="256" y="0"/>
                  <a:pt x="256" y="0"/>
                  <a:pt x="256" y="0"/>
                </a:cubicBezTo>
                <a:lnTo>
                  <a:pt x="256" y="16"/>
                </a:lnTo>
                <a:close/>
                <a:moveTo>
                  <a:pt x="337" y="289"/>
                </a:moveTo>
                <a:cubicBezTo>
                  <a:pt x="353" y="289"/>
                  <a:pt x="353" y="289"/>
                  <a:pt x="353" y="289"/>
                </a:cubicBezTo>
                <a:cubicBezTo>
                  <a:pt x="353" y="257"/>
                  <a:pt x="353" y="257"/>
                  <a:pt x="353" y="257"/>
                </a:cubicBezTo>
                <a:cubicBezTo>
                  <a:pt x="337" y="257"/>
                  <a:pt x="337" y="257"/>
                  <a:pt x="337" y="257"/>
                </a:cubicBezTo>
                <a:lnTo>
                  <a:pt x="337" y="289"/>
                </a:lnTo>
                <a:close/>
                <a:moveTo>
                  <a:pt x="337" y="160"/>
                </a:moveTo>
                <a:cubicBezTo>
                  <a:pt x="353" y="160"/>
                  <a:pt x="353" y="160"/>
                  <a:pt x="353" y="160"/>
                </a:cubicBezTo>
                <a:cubicBezTo>
                  <a:pt x="353" y="128"/>
                  <a:pt x="353" y="128"/>
                  <a:pt x="353" y="128"/>
                </a:cubicBezTo>
                <a:cubicBezTo>
                  <a:pt x="337" y="128"/>
                  <a:pt x="337" y="128"/>
                  <a:pt x="337" y="128"/>
                </a:cubicBezTo>
                <a:lnTo>
                  <a:pt x="337" y="160"/>
                </a:lnTo>
                <a:close/>
                <a:moveTo>
                  <a:pt x="337" y="96"/>
                </a:moveTo>
                <a:cubicBezTo>
                  <a:pt x="353" y="96"/>
                  <a:pt x="353" y="96"/>
                  <a:pt x="353" y="96"/>
                </a:cubicBezTo>
                <a:cubicBezTo>
                  <a:pt x="353" y="64"/>
                  <a:pt x="353" y="64"/>
                  <a:pt x="353" y="64"/>
                </a:cubicBezTo>
                <a:cubicBezTo>
                  <a:pt x="337" y="64"/>
                  <a:pt x="337" y="64"/>
                  <a:pt x="337" y="64"/>
                </a:cubicBezTo>
                <a:lnTo>
                  <a:pt x="337" y="96"/>
                </a:lnTo>
                <a:close/>
                <a:moveTo>
                  <a:pt x="321" y="332"/>
                </a:moveTo>
                <a:cubicBezTo>
                  <a:pt x="321" y="350"/>
                  <a:pt x="321" y="350"/>
                  <a:pt x="321" y="350"/>
                </a:cubicBezTo>
                <a:cubicBezTo>
                  <a:pt x="334" y="345"/>
                  <a:pt x="345" y="334"/>
                  <a:pt x="350" y="321"/>
                </a:cubicBezTo>
                <a:cubicBezTo>
                  <a:pt x="332" y="321"/>
                  <a:pt x="332" y="321"/>
                  <a:pt x="332" y="321"/>
                </a:cubicBezTo>
                <a:cubicBezTo>
                  <a:pt x="330" y="326"/>
                  <a:pt x="325" y="330"/>
                  <a:pt x="321" y="332"/>
                </a:cubicBezTo>
                <a:moveTo>
                  <a:pt x="192" y="353"/>
                </a:moveTo>
                <a:cubicBezTo>
                  <a:pt x="224" y="353"/>
                  <a:pt x="224" y="353"/>
                  <a:pt x="224" y="353"/>
                </a:cubicBezTo>
                <a:cubicBezTo>
                  <a:pt x="224" y="337"/>
                  <a:pt x="224" y="337"/>
                  <a:pt x="224" y="337"/>
                </a:cubicBezTo>
                <a:cubicBezTo>
                  <a:pt x="192" y="337"/>
                  <a:pt x="192" y="337"/>
                  <a:pt x="192" y="337"/>
                </a:cubicBezTo>
                <a:lnTo>
                  <a:pt x="192" y="353"/>
                </a:lnTo>
                <a:close/>
                <a:moveTo>
                  <a:pt x="256" y="353"/>
                </a:moveTo>
                <a:cubicBezTo>
                  <a:pt x="289" y="353"/>
                  <a:pt x="289" y="353"/>
                  <a:pt x="289" y="353"/>
                </a:cubicBezTo>
                <a:cubicBezTo>
                  <a:pt x="289" y="337"/>
                  <a:pt x="289" y="337"/>
                  <a:pt x="289" y="337"/>
                </a:cubicBezTo>
                <a:cubicBezTo>
                  <a:pt x="256" y="337"/>
                  <a:pt x="256" y="337"/>
                  <a:pt x="256" y="337"/>
                </a:cubicBezTo>
                <a:lnTo>
                  <a:pt x="256" y="353"/>
                </a:lnTo>
                <a:close/>
                <a:moveTo>
                  <a:pt x="128" y="353"/>
                </a:moveTo>
                <a:cubicBezTo>
                  <a:pt x="160" y="353"/>
                  <a:pt x="160" y="353"/>
                  <a:pt x="160" y="353"/>
                </a:cubicBezTo>
                <a:cubicBezTo>
                  <a:pt x="160" y="337"/>
                  <a:pt x="160" y="337"/>
                  <a:pt x="160" y="337"/>
                </a:cubicBezTo>
                <a:cubicBezTo>
                  <a:pt x="128" y="337"/>
                  <a:pt x="128" y="337"/>
                  <a:pt x="128" y="337"/>
                </a:cubicBezTo>
                <a:lnTo>
                  <a:pt x="128" y="353"/>
                </a:lnTo>
                <a:close/>
                <a:moveTo>
                  <a:pt x="232" y="112"/>
                </a:moveTo>
                <a:cubicBezTo>
                  <a:pt x="120" y="112"/>
                  <a:pt x="120" y="112"/>
                  <a:pt x="120" y="112"/>
                </a:cubicBezTo>
                <a:cubicBezTo>
                  <a:pt x="116" y="112"/>
                  <a:pt x="112" y="116"/>
                  <a:pt x="112" y="120"/>
                </a:cubicBezTo>
                <a:cubicBezTo>
                  <a:pt x="112" y="232"/>
                  <a:pt x="112" y="232"/>
                  <a:pt x="112" y="232"/>
                </a:cubicBezTo>
                <a:cubicBezTo>
                  <a:pt x="112" y="237"/>
                  <a:pt x="116" y="241"/>
                  <a:pt x="120" y="241"/>
                </a:cubicBezTo>
                <a:cubicBezTo>
                  <a:pt x="232" y="241"/>
                  <a:pt x="232" y="241"/>
                  <a:pt x="232" y="241"/>
                </a:cubicBezTo>
                <a:cubicBezTo>
                  <a:pt x="237" y="241"/>
                  <a:pt x="240" y="237"/>
                  <a:pt x="240" y="232"/>
                </a:cubicBezTo>
                <a:cubicBezTo>
                  <a:pt x="240" y="120"/>
                  <a:pt x="240" y="120"/>
                  <a:pt x="240" y="120"/>
                </a:cubicBezTo>
                <a:cubicBezTo>
                  <a:pt x="240" y="116"/>
                  <a:pt x="237" y="112"/>
                  <a:pt x="232" y="112"/>
                </a:cubicBezTo>
                <a:moveTo>
                  <a:pt x="224" y="224"/>
                </a:moveTo>
                <a:cubicBezTo>
                  <a:pt x="128" y="224"/>
                  <a:pt x="128" y="224"/>
                  <a:pt x="128" y="224"/>
                </a:cubicBezTo>
                <a:cubicBezTo>
                  <a:pt x="128" y="128"/>
                  <a:pt x="128" y="128"/>
                  <a:pt x="128" y="128"/>
                </a:cubicBezTo>
                <a:cubicBezTo>
                  <a:pt x="224" y="128"/>
                  <a:pt x="224" y="128"/>
                  <a:pt x="224" y="128"/>
                </a:cubicBezTo>
                <a:lnTo>
                  <a:pt x="224" y="22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4" name="Freeform 34"/>
          <p:cNvSpPr>
            <a:spLocks noEditPoints="1"/>
          </p:cNvSpPr>
          <p:nvPr/>
        </p:nvSpPr>
        <p:spPr bwMode="auto">
          <a:xfrm>
            <a:off x="10754784" y="3166534"/>
            <a:ext cx="575733" cy="575733"/>
          </a:xfrm>
          <a:custGeom>
            <a:avLst/>
            <a:gdLst>
              <a:gd name="T0" fmla="*/ 0 w 353"/>
              <a:gd name="T1" fmla="*/ 257 h 353"/>
              <a:gd name="T2" fmla="*/ 16 w 353"/>
              <a:gd name="T3" fmla="*/ 289 h 353"/>
              <a:gd name="T4" fmla="*/ 64 w 353"/>
              <a:gd name="T5" fmla="*/ 353 h 353"/>
              <a:gd name="T6" fmla="*/ 96 w 353"/>
              <a:gd name="T7" fmla="*/ 337 h 353"/>
              <a:gd name="T8" fmla="*/ 64 w 353"/>
              <a:gd name="T9" fmla="*/ 353 h 353"/>
              <a:gd name="T10" fmla="*/ 3 w 353"/>
              <a:gd name="T11" fmla="*/ 321 h 353"/>
              <a:gd name="T12" fmla="*/ 32 w 353"/>
              <a:gd name="T13" fmla="*/ 332 h 353"/>
              <a:gd name="T14" fmla="*/ 3 w 353"/>
              <a:gd name="T15" fmla="*/ 32 h 353"/>
              <a:gd name="T16" fmla="*/ 32 w 353"/>
              <a:gd name="T17" fmla="*/ 20 h 353"/>
              <a:gd name="T18" fmla="*/ 3 w 353"/>
              <a:gd name="T19" fmla="*/ 32 h 353"/>
              <a:gd name="T20" fmla="*/ 0 w 353"/>
              <a:gd name="T21" fmla="*/ 192 h 353"/>
              <a:gd name="T22" fmla="*/ 16 w 353"/>
              <a:gd name="T23" fmla="*/ 224 h 353"/>
              <a:gd name="T24" fmla="*/ 225 w 353"/>
              <a:gd name="T25" fmla="*/ 0 h 353"/>
              <a:gd name="T26" fmla="*/ 193 w 353"/>
              <a:gd name="T27" fmla="*/ 16 h 353"/>
              <a:gd name="T28" fmla="*/ 225 w 353"/>
              <a:gd name="T29" fmla="*/ 0 h 353"/>
              <a:gd name="T30" fmla="*/ 0 w 353"/>
              <a:gd name="T31" fmla="*/ 128 h 353"/>
              <a:gd name="T32" fmla="*/ 16 w 353"/>
              <a:gd name="T33" fmla="*/ 160 h 353"/>
              <a:gd name="T34" fmla="*/ 333 w 353"/>
              <a:gd name="T35" fmla="*/ 32 h 353"/>
              <a:gd name="T36" fmla="*/ 321 w 353"/>
              <a:gd name="T37" fmla="*/ 3 h 353"/>
              <a:gd name="T38" fmla="*/ 333 w 353"/>
              <a:gd name="T39" fmla="*/ 32 h 353"/>
              <a:gd name="T40" fmla="*/ 128 w 353"/>
              <a:gd name="T41" fmla="*/ 0 h 353"/>
              <a:gd name="T42" fmla="*/ 160 w 353"/>
              <a:gd name="T43" fmla="*/ 16 h 353"/>
              <a:gd name="T44" fmla="*/ 16 w 353"/>
              <a:gd name="T45" fmla="*/ 64 h 353"/>
              <a:gd name="T46" fmla="*/ 0 w 353"/>
              <a:gd name="T47" fmla="*/ 96 h 353"/>
              <a:gd name="T48" fmla="*/ 16 w 353"/>
              <a:gd name="T49" fmla="*/ 64 h 353"/>
              <a:gd name="T50" fmla="*/ 289 w 353"/>
              <a:gd name="T51" fmla="*/ 16 h 353"/>
              <a:gd name="T52" fmla="*/ 257 w 353"/>
              <a:gd name="T53" fmla="*/ 0 h 353"/>
              <a:gd name="T54" fmla="*/ 337 w 353"/>
              <a:gd name="T55" fmla="*/ 224 h 353"/>
              <a:gd name="T56" fmla="*/ 353 w 353"/>
              <a:gd name="T57" fmla="*/ 192 h 353"/>
              <a:gd name="T58" fmla="*/ 337 w 353"/>
              <a:gd name="T59" fmla="*/ 224 h 353"/>
              <a:gd name="T60" fmla="*/ 353 w 353"/>
              <a:gd name="T61" fmla="*/ 289 h 353"/>
              <a:gd name="T62" fmla="*/ 337 w 353"/>
              <a:gd name="T63" fmla="*/ 257 h 353"/>
              <a:gd name="T64" fmla="*/ 337 w 353"/>
              <a:gd name="T65" fmla="*/ 96 h 353"/>
              <a:gd name="T66" fmla="*/ 353 w 353"/>
              <a:gd name="T67" fmla="*/ 64 h 353"/>
              <a:gd name="T68" fmla="*/ 337 w 353"/>
              <a:gd name="T69" fmla="*/ 96 h 353"/>
              <a:gd name="T70" fmla="*/ 321 w 353"/>
              <a:gd name="T71" fmla="*/ 350 h 353"/>
              <a:gd name="T72" fmla="*/ 333 w 353"/>
              <a:gd name="T73" fmla="*/ 321 h 353"/>
              <a:gd name="T74" fmla="*/ 64 w 353"/>
              <a:gd name="T75" fmla="*/ 16 h 353"/>
              <a:gd name="T76" fmla="*/ 96 w 353"/>
              <a:gd name="T77" fmla="*/ 0 h 353"/>
              <a:gd name="T78" fmla="*/ 64 w 353"/>
              <a:gd name="T79" fmla="*/ 16 h 353"/>
              <a:gd name="T80" fmla="*/ 353 w 353"/>
              <a:gd name="T81" fmla="*/ 160 h 353"/>
              <a:gd name="T82" fmla="*/ 337 w 353"/>
              <a:gd name="T83" fmla="*/ 128 h 353"/>
              <a:gd name="T84" fmla="*/ 257 w 353"/>
              <a:gd name="T85" fmla="*/ 353 h 353"/>
              <a:gd name="T86" fmla="*/ 289 w 353"/>
              <a:gd name="T87" fmla="*/ 337 h 353"/>
              <a:gd name="T88" fmla="*/ 257 w 353"/>
              <a:gd name="T89" fmla="*/ 353 h 353"/>
              <a:gd name="T90" fmla="*/ 160 w 353"/>
              <a:gd name="T91" fmla="*/ 353 h 353"/>
              <a:gd name="T92" fmla="*/ 128 w 353"/>
              <a:gd name="T93" fmla="*/ 337 h 353"/>
              <a:gd name="T94" fmla="*/ 193 w 353"/>
              <a:gd name="T95" fmla="*/ 353 h 353"/>
              <a:gd name="T96" fmla="*/ 225 w 353"/>
              <a:gd name="T97" fmla="*/ 337 h 353"/>
              <a:gd name="T98" fmla="*/ 193 w 353"/>
              <a:gd name="T99" fmla="*/ 353 h 353"/>
              <a:gd name="T100" fmla="*/ 235 w 353"/>
              <a:gd name="T101" fmla="*/ 195 h 353"/>
              <a:gd name="T102" fmla="*/ 185 w 353"/>
              <a:gd name="T103" fmla="*/ 88 h 353"/>
              <a:gd name="T104" fmla="*/ 168 w 353"/>
              <a:gd name="T105" fmla="*/ 88 h 353"/>
              <a:gd name="T106" fmla="*/ 118 w 353"/>
              <a:gd name="T107" fmla="*/ 195 h 353"/>
              <a:gd name="T108" fmla="*/ 104 w 353"/>
              <a:gd name="T109" fmla="*/ 200 h 353"/>
              <a:gd name="T110" fmla="*/ 171 w 353"/>
              <a:gd name="T111" fmla="*/ 270 h 353"/>
              <a:gd name="T112" fmla="*/ 182 w 353"/>
              <a:gd name="T113" fmla="*/ 270 h 353"/>
              <a:gd name="T114" fmla="*/ 249 w 353"/>
              <a:gd name="T115" fmla="*/ 200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353" h="353">
                <a:moveTo>
                  <a:pt x="16" y="257"/>
                </a:moveTo>
                <a:cubicBezTo>
                  <a:pt x="0" y="257"/>
                  <a:pt x="0" y="257"/>
                  <a:pt x="0" y="257"/>
                </a:cubicBezTo>
                <a:cubicBezTo>
                  <a:pt x="0" y="289"/>
                  <a:pt x="0" y="289"/>
                  <a:pt x="0" y="289"/>
                </a:cubicBezTo>
                <a:cubicBezTo>
                  <a:pt x="16" y="289"/>
                  <a:pt x="16" y="289"/>
                  <a:pt x="16" y="289"/>
                </a:cubicBezTo>
                <a:lnTo>
                  <a:pt x="16" y="257"/>
                </a:lnTo>
                <a:close/>
                <a:moveTo>
                  <a:pt x="64" y="353"/>
                </a:moveTo>
                <a:cubicBezTo>
                  <a:pt x="96" y="353"/>
                  <a:pt x="96" y="353"/>
                  <a:pt x="96" y="353"/>
                </a:cubicBezTo>
                <a:cubicBezTo>
                  <a:pt x="96" y="337"/>
                  <a:pt x="96" y="337"/>
                  <a:pt x="96" y="337"/>
                </a:cubicBezTo>
                <a:cubicBezTo>
                  <a:pt x="64" y="337"/>
                  <a:pt x="64" y="337"/>
                  <a:pt x="64" y="337"/>
                </a:cubicBezTo>
                <a:lnTo>
                  <a:pt x="64" y="353"/>
                </a:lnTo>
                <a:close/>
                <a:moveTo>
                  <a:pt x="20" y="321"/>
                </a:moveTo>
                <a:cubicBezTo>
                  <a:pt x="3" y="321"/>
                  <a:pt x="3" y="321"/>
                  <a:pt x="3" y="321"/>
                </a:cubicBezTo>
                <a:cubicBezTo>
                  <a:pt x="8" y="334"/>
                  <a:pt x="18" y="345"/>
                  <a:pt x="32" y="350"/>
                </a:cubicBezTo>
                <a:cubicBezTo>
                  <a:pt x="32" y="332"/>
                  <a:pt x="32" y="332"/>
                  <a:pt x="32" y="332"/>
                </a:cubicBezTo>
                <a:cubicBezTo>
                  <a:pt x="27" y="330"/>
                  <a:pt x="23" y="326"/>
                  <a:pt x="20" y="321"/>
                </a:cubicBezTo>
                <a:moveTo>
                  <a:pt x="3" y="32"/>
                </a:moveTo>
                <a:cubicBezTo>
                  <a:pt x="20" y="32"/>
                  <a:pt x="20" y="32"/>
                  <a:pt x="20" y="32"/>
                </a:cubicBezTo>
                <a:cubicBezTo>
                  <a:pt x="23" y="27"/>
                  <a:pt x="27" y="23"/>
                  <a:pt x="32" y="20"/>
                </a:cubicBezTo>
                <a:cubicBezTo>
                  <a:pt x="32" y="3"/>
                  <a:pt x="32" y="3"/>
                  <a:pt x="32" y="3"/>
                </a:cubicBezTo>
                <a:cubicBezTo>
                  <a:pt x="18" y="7"/>
                  <a:pt x="8" y="18"/>
                  <a:pt x="3" y="32"/>
                </a:cubicBezTo>
                <a:moveTo>
                  <a:pt x="16" y="192"/>
                </a:moveTo>
                <a:cubicBezTo>
                  <a:pt x="0" y="192"/>
                  <a:pt x="0" y="192"/>
                  <a:pt x="0" y="192"/>
                </a:cubicBezTo>
                <a:cubicBezTo>
                  <a:pt x="0" y="224"/>
                  <a:pt x="0" y="224"/>
                  <a:pt x="0" y="224"/>
                </a:cubicBezTo>
                <a:cubicBezTo>
                  <a:pt x="16" y="224"/>
                  <a:pt x="16" y="224"/>
                  <a:pt x="16" y="224"/>
                </a:cubicBezTo>
                <a:lnTo>
                  <a:pt x="16" y="192"/>
                </a:lnTo>
                <a:close/>
                <a:moveTo>
                  <a:pt x="225" y="0"/>
                </a:moveTo>
                <a:cubicBezTo>
                  <a:pt x="193" y="0"/>
                  <a:pt x="193" y="0"/>
                  <a:pt x="193" y="0"/>
                </a:cubicBezTo>
                <a:cubicBezTo>
                  <a:pt x="193" y="16"/>
                  <a:pt x="193" y="16"/>
                  <a:pt x="193" y="16"/>
                </a:cubicBezTo>
                <a:cubicBezTo>
                  <a:pt x="225" y="16"/>
                  <a:pt x="225" y="16"/>
                  <a:pt x="225" y="16"/>
                </a:cubicBezTo>
                <a:lnTo>
                  <a:pt x="225" y="0"/>
                </a:lnTo>
                <a:close/>
                <a:moveTo>
                  <a:pt x="16" y="128"/>
                </a:moveTo>
                <a:cubicBezTo>
                  <a:pt x="0" y="128"/>
                  <a:pt x="0" y="128"/>
                  <a:pt x="0" y="128"/>
                </a:cubicBezTo>
                <a:cubicBezTo>
                  <a:pt x="0" y="160"/>
                  <a:pt x="0" y="160"/>
                  <a:pt x="0" y="160"/>
                </a:cubicBezTo>
                <a:cubicBezTo>
                  <a:pt x="16" y="160"/>
                  <a:pt x="16" y="160"/>
                  <a:pt x="16" y="160"/>
                </a:cubicBezTo>
                <a:lnTo>
                  <a:pt x="16" y="128"/>
                </a:lnTo>
                <a:close/>
                <a:moveTo>
                  <a:pt x="333" y="32"/>
                </a:moveTo>
                <a:cubicBezTo>
                  <a:pt x="350" y="32"/>
                  <a:pt x="350" y="32"/>
                  <a:pt x="350" y="32"/>
                </a:cubicBezTo>
                <a:cubicBezTo>
                  <a:pt x="345" y="18"/>
                  <a:pt x="335" y="7"/>
                  <a:pt x="321" y="3"/>
                </a:cubicBezTo>
                <a:cubicBezTo>
                  <a:pt x="321" y="20"/>
                  <a:pt x="321" y="20"/>
                  <a:pt x="321" y="20"/>
                </a:cubicBezTo>
                <a:cubicBezTo>
                  <a:pt x="326" y="23"/>
                  <a:pt x="330" y="27"/>
                  <a:pt x="333" y="32"/>
                </a:cubicBezTo>
                <a:moveTo>
                  <a:pt x="160" y="0"/>
                </a:moveTo>
                <a:cubicBezTo>
                  <a:pt x="128" y="0"/>
                  <a:pt x="128" y="0"/>
                  <a:pt x="128" y="0"/>
                </a:cubicBezTo>
                <a:cubicBezTo>
                  <a:pt x="128" y="16"/>
                  <a:pt x="128" y="16"/>
                  <a:pt x="128" y="16"/>
                </a:cubicBezTo>
                <a:cubicBezTo>
                  <a:pt x="160" y="16"/>
                  <a:pt x="160" y="16"/>
                  <a:pt x="160" y="16"/>
                </a:cubicBezTo>
                <a:lnTo>
                  <a:pt x="160" y="0"/>
                </a:lnTo>
                <a:close/>
                <a:moveTo>
                  <a:pt x="16" y="64"/>
                </a:moveTo>
                <a:cubicBezTo>
                  <a:pt x="0" y="64"/>
                  <a:pt x="0" y="64"/>
                  <a:pt x="0" y="64"/>
                </a:cubicBezTo>
                <a:cubicBezTo>
                  <a:pt x="0" y="96"/>
                  <a:pt x="0" y="96"/>
                  <a:pt x="0" y="96"/>
                </a:cubicBezTo>
                <a:cubicBezTo>
                  <a:pt x="16" y="96"/>
                  <a:pt x="16" y="96"/>
                  <a:pt x="16" y="96"/>
                </a:cubicBezTo>
                <a:lnTo>
                  <a:pt x="16" y="64"/>
                </a:lnTo>
                <a:close/>
                <a:moveTo>
                  <a:pt x="257" y="16"/>
                </a:moveTo>
                <a:cubicBezTo>
                  <a:pt x="289" y="16"/>
                  <a:pt x="289" y="16"/>
                  <a:pt x="289" y="16"/>
                </a:cubicBezTo>
                <a:cubicBezTo>
                  <a:pt x="289" y="0"/>
                  <a:pt x="289" y="0"/>
                  <a:pt x="289" y="0"/>
                </a:cubicBezTo>
                <a:cubicBezTo>
                  <a:pt x="257" y="0"/>
                  <a:pt x="257" y="0"/>
                  <a:pt x="257" y="0"/>
                </a:cubicBezTo>
                <a:lnTo>
                  <a:pt x="257" y="16"/>
                </a:lnTo>
                <a:close/>
                <a:moveTo>
                  <a:pt x="337" y="224"/>
                </a:moveTo>
                <a:cubicBezTo>
                  <a:pt x="353" y="224"/>
                  <a:pt x="353" y="224"/>
                  <a:pt x="353" y="224"/>
                </a:cubicBezTo>
                <a:cubicBezTo>
                  <a:pt x="353" y="192"/>
                  <a:pt x="353" y="192"/>
                  <a:pt x="353" y="192"/>
                </a:cubicBezTo>
                <a:cubicBezTo>
                  <a:pt x="337" y="192"/>
                  <a:pt x="337" y="192"/>
                  <a:pt x="337" y="192"/>
                </a:cubicBezTo>
                <a:lnTo>
                  <a:pt x="337" y="224"/>
                </a:lnTo>
                <a:close/>
                <a:moveTo>
                  <a:pt x="337" y="289"/>
                </a:moveTo>
                <a:cubicBezTo>
                  <a:pt x="353" y="289"/>
                  <a:pt x="353" y="289"/>
                  <a:pt x="353" y="289"/>
                </a:cubicBezTo>
                <a:cubicBezTo>
                  <a:pt x="353" y="257"/>
                  <a:pt x="353" y="257"/>
                  <a:pt x="353" y="257"/>
                </a:cubicBezTo>
                <a:cubicBezTo>
                  <a:pt x="337" y="257"/>
                  <a:pt x="337" y="257"/>
                  <a:pt x="337" y="257"/>
                </a:cubicBezTo>
                <a:lnTo>
                  <a:pt x="337" y="289"/>
                </a:lnTo>
                <a:close/>
                <a:moveTo>
                  <a:pt x="337" y="96"/>
                </a:moveTo>
                <a:cubicBezTo>
                  <a:pt x="353" y="96"/>
                  <a:pt x="353" y="96"/>
                  <a:pt x="353" y="96"/>
                </a:cubicBezTo>
                <a:cubicBezTo>
                  <a:pt x="353" y="64"/>
                  <a:pt x="353" y="64"/>
                  <a:pt x="353" y="64"/>
                </a:cubicBezTo>
                <a:cubicBezTo>
                  <a:pt x="337" y="64"/>
                  <a:pt x="337" y="64"/>
                  <a:pt x="337" y="64"/>
                </a:cubicBezTo>
                <a:lnTo>
                  <a:pt x="337" y="96"/>
                </a:lnTo>
                <a:close/>
                <a:moveTo>
                  <a:pt x="321" y="332"/>
                </a:moveTo>
                <a:cubicBezTo>
                  <a:pt x="321" y="350"/>
                  <a:pt x="321" y="350"/>
                  <a:pt x="321" y="350"/>
                </a:cubicBezTo>
                <a:cubicBezTo>
                  <a:pt x="335" y="345"/>
                  <a:pt x="345" y="334"/>
                  <a:pt x="350" y="321"/>
                </a:cubicBezTo>
                <a:cubicBezTo>
                  <a:pt x="333" y="321"/>
                  <a:pt x="333" y="321"/>
                  <a:pt x="333" y="321"/>
                </a:cubicBezTo>
                <a:cubicBezTo>
                  <a:pt x="330" y="326"/>
                  <a:pt x="326" y="330"/>
                  <a:pt x="321" y="332"/>
                </a:cubicBezTo>
                <a:moveTo>
                  <a:pt x="64" y="16"/>
                </a:moveTo>
                <a:cubicBezTo>
                  <a:pt x="96" y="16"/>
                  <a:pt x="96" y="16"/>
                  <a:pt x="96" y="16"/>
                </a:cubicBezTo>
                <a:cubicBezTo>
                  <a:pt x="96" y="0"/>
                  <a:pt x="96" y="0"/>
                  <a:pt x="96" y="0"/>
                </a:cubicBezTo>
                <a:cubicBezTo>
                  <a:pt x="64" y="0"/>
                  <a:pt x="64" y="0"/>
                  <a:pt x="64" y="0"/>
                </a:cubicBezTo>
                <a:lnTo>
                  <a:pt x="64" y="16"/>
                </a:lnTo>
                <a:close/>
                <a:moveTo>
                  <a:pt x="337" y="160"/>
                </a:moveTo>
                <a:cubicBezTo>
                  <a:pt x="353" y="160"/>
                  <a:pt x="353" y="160"/>
                  <a:pt x="353" y="160"/>
                </a:cubicBezTo>
                <a:cubicBezTo>
                  <a:pt x="353" y="128"/>
                  <a:pt x="353" y="128"/>
                  <a:pt x="353" y="128"/>
                </a:cubicBezTo>
                <a:cubicBezTo>
                  <a:pt x="337" y="128"/>
                  <a:pt x="337" y="128"/>
                  <a:pt x="337" y="128"/>
                </a:cubicBezTo>
                <a:lnTo>
                  <a:pt x="337" y="160"/>
                </a:lnTo>
                <a:close/>
                <a:moveTo>
                  <a:pt x="257" y="353"/>
                </a:moveTo>
                <a:cubicBezTo>
                  <a:pt x="289" y="353"/>
                  <a:pt x="289" y="353"/>
                  <a:pt x="289" y="353"/>
                </a:cubicBezTo>
                <a:cubicBezTo>
                  <a:pt x="289" y="337"/>
                  <a:pt x="289" y="337"/>
                  <a:pt x="289" y="337"/>
                </a:cubicBezTo>
                <a:cubicBezTo>
                  <a:pt x="257" y="337"/>
                  <a:pt x="257" y="337"/>
                  <a:pt x="257" y="337"/>
                </a:cubicBezTo>
                <a:lnTo>
                  <a:pt x="257" y="353"/>
                </a:lnTo>
                <a:close/>
                <a:moveTo>
                  <a:pt x="128" y="353"/>
                </a:moveTo>
                <a:cubicBezTo>
                  <a:pt x="160" y="353"/>
                  <a:pt x="160" y="353"/>
                  <a:pt x="160" y="353"/>
                </a:cubicBezTo>
                <a:cubicBezTo>
                  <a:pt x="160" y="337"/>
                  <a:pt x="160" y="337"/>
                  <a:pt x="160" y="337"/>
                </a:cubicBezTo>
                <a:cubicBezTo>
                  <a:pt x="128" y="337"/>
                  <a:pt x="128" y="337"/>
                  <a:pt x="128" y="337"/>
                </a:cubicBezTo>
                <a:lnTo>
                  <a:pt x="128" y="353"/>
                </a:lnTo>
                <a:close/>
                <a:moveTo>
                  <a:pt x="193" y="353"/>
                </a:moveTo>
                <a:cubicBezTo>
                  <a:pt x="225" y="353"/>
                  <a:pt x="225" y="353"/>
                  <a:pt x="225" y="353"/>
                </a:cubicBezTo>
                <a:cubicBezTo>
                  <a:pt x="225" y="337"/>
                  <a:pt x="225" y="337"/>
                  <a:pt x="225" y="337"/>
                </a:cubicBezTo>
                <a:cubicBezTo>
                  <a:pt x="193" y="337"/>
                  <a:pt x="193" y="337"/>
                  <a:pt x="193" y="337"/>
                </a:cubicBezTo>
                <a:lnTo>
                  <a:pt x="193" y="353"/>
                </a:lnTo>
                <a:close/>
                <a:moveTo>
                  <a:pt x="241" y="192"/>
                </a:moveTo>
                <a:cubicBezTo>
                  <a:pt x="238" y="192"/>
                  <a:pt x="236" y="193"/>
                  <a:pt x="235" y="195"/>
                </a:cubicBezTo>
                <a:cubicBezTo>
                  <a:pt x="185" y="245"/>
                  <a:pt x="185" y="245"/>
                  <a:pt x="185" y="245"/>
                </a:cubicBezTo>
                <a:cubicBezTo>
                  <a:pt x="185" y="88"/>
                  <a:pt x="185" y="88"/>
                  <a:pt x="185" y="88"/>
                </a:cubicBezTo>
                <a:cubicBezTo>
                  <a:pt x="185" y="84"/>
                  <a:pt x="181" y="80"/>
                  <a:pt x="176" y="80"/>
                </a:cubicBezTo>
                <a:cubicBezTo>
                  <a:pt x="172" y="80"/>
                  <a:pt x="168" y="84"/>
                  <a:pt x="168" y="88"/>
                </a:cubicBezTo>
                <a:cubicBezTo>
                  <a:pt x="168" y="245"/>
                  <a:pt x="168" y="245"/>
                  <a:pt x="168" y="245"/>
                </a:cubicBezTo>
                <a:cubicBezTo>
                  <a:pt x="118" y="195"/>
                  <a:pt x="118" y="195"/>
                  <a:pt x="118" y="195"/>
                </a:cubicBezTo>
                <a:cubicBezTo>
                  <a:pt x="116" y="193"/>
                  <a:pt x="114" y="192"/>
                  <a:pt x="112" y="192"/>
                </a:cubicBezTo>
                <a:cubicBezTo>
                  <a:pt x="108" y="192"/>
                  <a:pt x="104" y="196"/>
                  <a:pt x="104" y="200"/>
                </a:cubicBezTo>
                <a:cubicBezTo>
                  <a:pt x="104" y="203"/>
                  <a:pt x="105" y="205"/>
                  <a:pt x="107" y="206"/>
                </a:cubicBezTo>
                <a:cubicBezTo>
                  <a:pt x="171" y="270"/>
                  <a:pt x="171" y="270"/>
                  <a:pt x="171" y="270"/>
                </a:cubicBezTo>
                <a:cubicBezTo>
                  <a:pt x="172" y="272"/>
                  <a:pt x="174" y="273"/>
                  <a:pt x="176" y="273"/>
                </a:cubicBezTo>
                <a:cubicBezTo>
                  <a:pt x="179" y="273"/>
                  <a:pt x="181" y="272"/>
                  <a:pt x="182" y="270"/>
                </a:cubicBezTo>
                <a:cubicBezTo>
                  <a:pt x="246" y="206"/>
                  <a:pt x="246" y="206"/>
                  <a:pt x="246" y="206"/>
                </a:cubicBezTo>
                <a:cubicBezTo>
                  <a:pt x="248" y="205"/>
                  <a:pt x="249" y="203"/>
                  <a:pt x="249" y="200"/>
                </a:cubicBezTo>
                <a:cubicBezTo>
                  <a:pt x="249" y="196"/>
                  <a:pt x="245" y="192"/>
                  <a:pt x="241" y="192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5" name="Freeform 35"/>
          <p:cNvSpPr>
            <a:spLocks noEditPoints="1"/>
          </p:cNvSpPr>
          <p:nvPr/>
        </p:nvSpPr>
        <p:spPr bwMode="auto">
          <a:xfrm>
            <a:off x="863602" y="4265084"/>
            <a:ext cx="575733" cy="575733"/>
          </a:xfrm>
          <a:custGeom>
            <a:avLst/>
            <a:gdLst>
              <a:gd name="T0" fmla="*/ 0 w 353"/>
              <a:gd name="T1" fmla="*/ 257 h 353"/>
              <a:gd name="T2" fmla="*/ 16 w 353"/>
              <a:gd name="T3" fmla="*/ 289 h 353"/>
              <a:gd name="T4" fmla="*/ 16 w 353"/>
              <a:gd name="T5" fmla="*/ 128 h 353"/>
              <a:gd name="T6" fmla="*/ 0 w 353"/>
              <a:gd name="T7" fmla="*/ 161 h 353"/>
              <a:gd name="T8" fmla="*/ 16 w 353"/>
              <a:gd name="T9" fmla="*/ 128 h 353"/>
              <a:gd name="T10" fmla="*/ 0 w 353"/>
              <a:gd name="T11" fmla="*/ 193 h 353"/>
              <a:gd name="T12" fmla="*/ 16 w 353"/>
              <a:gd name="T13" fmla="*/ 225 h 353"/>
              <a:gd name="T14" fmla="*/ 20 w 353"/>
              <a:gd name="T15" fmla="*/ 321 h 353"/>
              <a:gd name="T16" fmla="*/ 32 w 353"/>
              <a:gd name="T17" fmla="*/ 350 h 353"/>
              <a:gd name="T18" fmla="*/ 20 w 353"/>
              <a:gd name="T19" fmla="*/ 321 h 353"/>
              <a:gd name="T20" fmla="*/ 20 w 353"/>
              <a:gd name="T21" fmla="*/ 32 h 353"/>
              <a:gd name="T22" fmla="*/ 32 w 353"/>
              <a:gd name="T23" fmla="*/ 3 h 353"/>
              <a:gd name="T24" fmla="*/ 225 w 353"/>
              <a:gd name="T25" fmla="*/ 0 h 353"/>
              <a:gd name="T26" fmla="*/ 193 w 353"/>
              <a:gd name="T27" fmla="*/ 16 h 353"/>
              <a:gd name="T28" fmla="*/ 225 w 353"/>
              <a:gd name="T29" fmla="*/ 0 h 353"/>
              <a:gd name="T30" fmla="*/ 96 w 353"/>
              <a:gd name="T31" fmla="*/ 353 h 353"/>
              <a:gd name="T32" fmla="*/ 64 w 353"/>
              <a:gd name="T33" fmla="*/ 337 h 353"/>
              <a:gd name="T34" fmla="*/ 16 w 353"/>
              <a:gd name="T35" fmla="*/ 64 h 353"/>
              <a:gd name="T36" fmla="*/ 0 w 353"/>
              <a:gd name="T37" fmla="*/ 96 h 353"/>
              <a:gd name="T38" fmla="*/ 16 w 353"/>
              <a:gd name="T39" fmla="*/ 64 h 353"/>
              <a:gd name="T40" fmla="*/ 350 w 353"/>
              <a:gd name="T41" fmla="*/ 32 h 353"/>
              <a:gd name="T42" fmla="*/ 321 w 353"/>
              <a:gd name="T43" fmla="*/ 21 h 353"/>
              <a:gd name="T44" fmla="*/ 160 w 353"/>
              <a:gd name="T45" fmla="*/ 0 h 353"/>
              <a:gd name="T46" fmla="*/ 128 w 353"/>
              <a:gd name="T47" fmla="*/ 16 h 353"/>
              <a:gd name="T48" fmla="*/ 160 w 353"/>
              <a:gd name="T49" fmla="*/ 0 h 353"/>
              <a:gd name="T50" fmla="*/ 160 w 353"/>
              <a:gd name="T51" fmla="*/ 353 h 353"/>
              <a:gd name="T52" fmla="*/ 128 w 353"/>
              <a:gd name="T53" fmla="*/ 337 h 353"/>
              <a:gd name="T54" fmla="*/ 337 w 353"/>
              <a:gd name="T55" fmla="*/ 289 h 353"/>
              <a:gd name="T56" fmla="*/ 353 w 353"/>
              <a:gd name="T57" fmla="*/ 257 h 353"/>
              <a:gd name="T58" fmla="*/ 337 w 353"/>
              <a:gd name="T59" fmla="*/ 289 h 353"/>
              <a:gd name="T60" fmla="*/ 321 w 353"/>
              <a:gd name="T61" fmla="*/ 350 h 353"/>
              <a:gd name="T62" fmla="*/ 333 w 353"/>
              <a:gd name="T63" fmla="*/ 321 h 353"/>
              <a:gd name="T64" fmla="*/ 337 w 353"/>
              <a:gd name="T65" fmla="*/ 161 h 353"/>
              <a:gd name="T66" fmla="*/ 353 w 353"/>
              <a:gd name="T67" fmla="*/ 128 h 353"/>
              <a:gd name="T68" fmla="*/ 337 w 353"/>
              <a:gd name="T69" fmla="*/ 161 h 353"/>
              <a:gd name="T70" fmla="*/ 289 w 353"/>
              <a:gd name="T71" fmla="*/ 16 h 353"/>
              <a:gd name="T72" fmla="*/ 257 w 353"/>
              <a:gd name="T73" fmla="*/ 0 h 353"/>
              <a:gd name="T74" fmla="*/ 337 w 353"/>
              <a:gd name="T75" fmla="*/ 225 h 353"/>
              <a:gd name="T76" fmla="*/ 353 w 353"/>
              <a:gd name="T77" fmla="*/ 193 h 353"/>
              <a:gd name="T78" fmla="*/ 337 w 353"/>
              <a:gd name="T79" fmla="*/ 225 h 353"/>
              <a:gd name="T80" fmla="*/ 177 w 353"/>
              <a:gd name="T81" fmla="*/ 80 h 353"/>
              <a:gd name="T82" fmla="*/ 107 w 353"/>
              <a:gd name="T83" fmla="*/ 147 h 353"/>
              <a:gd name="T84" fmla="*/ 112 w 353"/>
              <a:gd name="T85" fmla="*/ 161 h 353"/>
              <a:gd name="T86" fmla="*/ 168 w 353"/>
              <a:gd name="T87" fmla="*/ 108 h 353"/>
              <a:gd name="T88" fmla="*/ 177 w 353"/>
              <a:gd name="T89" fmla="*/ 273 h 353"/>
              <a:gd name="T90" fmla="*/ 185 w 353"/>
              <a:gd name="T91" fmla="*/ 108 h 353"/>
              <a:gd name="T92" fmla="*/ 241 w 353"/>
              <a:gd name="T93" fmla="*/ 161 h 353"/>
              <a:gd name="T94" fmla="*/ 246 w 353"/>
              <a:gd name="T95" fmla="*/ 147 h 353"/>
              <a:gd name="T96" fmla="*/ 337 w 353"/>
              <a:gd name="T97" fmla="*/ 96 h 353"/>
              <a:gd name="T98" fmla="*/ 353 w 353"/>
              <a:gd name="T99" fmla="*/ 64 h 353"/>
              <a:gd name="T100" fmla="*/ 337 w 353"/>
              <a:gd name="T101" fmla="*/ 96 h 353"/>
              <a:gd name="T102" fmla="*/ 289 w 353"/>
              <a:gd name="T103" fmla="*/ 353 h 353"/>
              <a:gd name="T104" fmla="*/ 257 w 353"/>
              <a:gd name="T105" fmla="*/ 337 h 353"/>
              <a:gd name="T106" fmla="*/ 193 w 353"/>
              <a:gd name="T107" fmla="*/ 353 h 353"/>
              <a:gd name="T108" fmla="*/ 225 w 353"/>
              <a:gd name="T109" fmla="*/ 337 h 353"/>
              <a:gd name="T110" fmla="*/ 193 w 353"/>
              <a:gd name="T111" fmla="*/ 353 h 353"/>
              <a:gd name="T112" fmla="*/ 96 w 353"/>
              <a:gd name="T113" fmla="*/ 16 h 353"/>
              <a:gd name="T114" fmla="*/ 64 w 353"/>
              <a:gd name="T115" fmla="*/ 0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353" h="353">
                <a:moveTo>
                  <a:pt x="16" y="257"/>
                </a:moveTo>
                <a:cubicBezTo>
                  <a:pt x="0" y="257"/>
                  <a:pt x="0" y="257"/>
                  <a:pt x="0" y="257"/>
                </a:cubicBezTo>
                <a:cubicBezTo>
                  <a:pt x="0" y="289"/>
                  <a:pt x="0" y="289"/>
                  <a:pt x="0" y="289"/>
                </a:cubicBezTo>
                <a:cubicBezTo>
                  <a:pt x="16" y="289"/>
                  <a:pt x="16" y="289"/>
                  <a:pt x="16" y="289"/>
                </a:cubicBezTo>
                <a:lnTo>
                  <a:pt x="16" y="257"/>
                </a:lnTo>
                <a:close/>
                <a:moveTo>
                  <a:pt x="16" y="128"/>
                </a:moveTo>
                <a:cubicBezTo>
                  <a:pt x="0" y="128"/>
                  <a:pt x="0" y="128"/>
                  <a:pt x="0" y="128"/>
                </a:cubicBezTo>
                <a:cubicBezTo>
                  <a:pt x="0" y="161"/>
                  <a:pt x="0" y="161"/>
                  <a:pt x="0" y="161"/>
                </a:cubicBezTo>
                <a:cubicBezTo>
                  <a:pt x="16" y="161"/>
                  <a:pt x="16" y="161"/>
                  <a:pt x="16" y="161"/>
                </a:cubicBezTo>
                <a:lnTo>
                  <a:pt x="16" y="128"/>
                </a:lnTo>
                <a:close/>
                <a:moveTo>
                  <a:pt x="16" y="193"/>
                </a:moveTo>
                <a:cubicBezTo>
                  <a:pt x="0" y="193"/>
                  <a:pt x="0" y="193"/>
                  <a:pt x="0" y="193"/>
                </a:cubicBezTo>
                <a:cubicBezTo>
                  <a:pt x="0" y="225"/>
                  <a:pt x="0" y="225"/>
                  <a:pt x="0" y="225"/>
                </a:cubicBezTo>
                <a:cubicBezTo>
                  <a:pt x="16" y="225"/>
                  <a:pt x="16" y="225"/>
                  <a:pt x="16" y="225"/>
                </a:cubicBezTo>
                <a:lnTo>
                  <a:pt x="16" y="193"/>
                </a:lnTo>
                <a:close/>
                <a:moveTo>
                  <a:pt x="20" y="321"/>
                </a:moveTo>
                <a:cubicBezTo>
                  <a:pt x="3" y="321"/>
                  <a:pt x="3" y="321"/>
                  <a:pt x="3" y="321"/>
                </a:cubicBezTo>
                <a:cubicBezTo>
                  <a:pt x="8" y="335"/>
                  <a:pt x="18" y="345"/>
                  <a:pt x="32" y="350"/>
                </a:cubicBezTo>
                <a:cubicBezTo>
                  <a:pt x="32" y="333"/>
                  <a:pt x="32" y="333"/>
                  <a:pt x="32" y="333"/>
                </a:cubicBezTo>
                <a:cubicBezTo>
                  <a:pt x="27" y="330"/>
                  <a:pt x="23" y="326"/>
                  <a:pt x="20" y="321"/>
                </a:cubicBezTo>
                <a:moveTo>
                  <a:pt x="3" y="32"/>
                </a:moveTo>
                <a:cubicBezTo>
                  <a:pt x="20" y="32"/>
                  <a:pt x="20" y="32"/>
                  <a:pt x="20" y="32"/>
                </a:cubicBezTo>
                <a:cubicBezTo>
                  <a:pt x="23" y="27"/>
                  <a:pt x="27" y="23"/>
                  <a:pt x="32" y="21"/>
                </a:cubicBezTo>
                <a:cubicBezTo>
                  <a:pt x="32" y="3"/>
                  <a:pt x="32" y="3"/>
                  <a:pt x="32" y="3"/>
                </a:cubicBezTo>
                <a:cubicBezTo>
                  <a:pt x="18" y="8"/>
                  <a:pt x="8" y="19"/>
                  <a:pt x="3" y="32"/>
                </a:cubicBezTo>
                <a:moveTo>
                  <a:pt x="225" y="0"/>
                </a:moveTo>
                <a:cubicBezTo>
                  <a:pt x="193" y="0"/>
                  <a:pt x="193" y="0"/>
                  <a:pt x="193" y="0"/>
                </a:cubicBezTo>
                <a:cubicBezTo>
                  <a:pt x="193" y="16"/>
                  <a:pt x="193" y="16"/>
                  <a:pt x="193" y="16"/>
                </a:cubicBezTo>
                <a:cubicBezTo>
                  <a:pt x="225" y="16"/>
                  <a:pt x="225" y="16"/>
                  <a:pt x="225" y="16"/>
                </a:cubicBezTo>
                <a:lnTo>
                  <a:pt x="225" y="0"/>
                </a:lnTo>
                <a:close/>
                <a:moveTo>
                  <a:pt x="64" y="353"/>
                </a:moveTo>
                <a:cubicBezTo>
                  <a:pt x="96" y="353"/>
                  <a:pt x="96" y="353"/>
                  <a:pt x="96" y="353"/>
                </a:cubicBezTo>
                <a:cubicBezTo>
                  <a:pt x="96" y="337"/>
                  <a:pt x="96" y="337"/>
                  <a:pt x="96" y="337"/>
                </a:cubicBezTo>
                <a:cubicBezTo>
                  <a:pt x="64" y="337"/>
                  <a:pt x="64" y="337"/>
                  <a:pt x="64" y="337"/>
                </a:cubicBezTo>
                <a:lnTo>
                  <a:pt x="64" y="353"/>
                </a:lnTo>
                <a:close/>
                <a:moveTo>
                  <a:pt x="16" y="64"/>
                </a:moveTo>
                <a:cubicBezTo>
                  <a:pt x="0" y="64"/>
                  <a:pt x="0" y="64"/>
                  <a:pt x="0" y="64"/>
                </a:cubicBezTo>
                <a:cubicBezTo>
                  <a:pt x="0" y="96"/>
                  <a:pt x="0" y="96"/>
                  <a:pt x="0" y="96"/>
                </a:cubicBezTo>
                <a:cubicBezTo>
                  <a:pt x="16" y="96"/>
                  <a:pt x="16" y="96"/>
                  <a:pt x="16" y="96"/>
                </a:cubicBezTo>
                <a:lnTo>
                  <a:pt x="16" y="64"/>
                </a:lnTo>
                <a:close/>
                <a:moveTo>
                  <a:pt x="333" y="32"/>
                </a:moveTo>
                <a:cubicBezTo>
                  <a:pt x="350" y="32"/>
                  <a:pt x="350" y="32"/>
                  <a:pt x="350" y="32"/>
                </a:cubicBezTo>
                <a:cubicBezTo>
                  <a:pt x="345" y="19"/>
                  <a:pt x="335" y="8"/>
                  <a:pt x="321" y="3"/>
                </a:cubicBezTo>
                <a:cubicBezTo>
                  <a:pt x="321" y="21"/>
                  <a:pt x="321" y="21"/>
                  <a:pt x="321" y="21"/>
                </a:cubicBezTo>
                <a:cubicBezTo>
                  <a:pt x="326" y="23"/>
                  <a:pt x="330" y="27"/>
                  <a:pt x="333" y="32"/>
                </a:cubicBezTo>
                <a:moveTo>
                  <a:pt x="160" y="0"/>
                </a:moveTo>
                <a:cubicBezTo>
                  <a:pt x="128" y="0"/>
                  <a:pt x="128" y="0"/>
                  <a:pt x="128" y="0"/>
                </a:cubicBezTo>
                <a:cubicBezTo>
                  <a:pt x="128" y="16"/>
                  <a:pt x="128" y="16"/>
                  <a:pt x="128" y="16"/>
                </a:cubicBezTo>
                <a:cubicBezTo>
                  <a:pt x="160" y="16"/>
                  <a:pt x="160" y="16"/>
                  <a:pt x="160" y="16"/>
                </a:cubicBezTo>
                <a:lnTo>
                  <a:pt x="160" y="0"/>
                </a:lnTo>
                <a:close/>
                <a:moveTo>
                  <a:pt x="128" y="353"/>
                </a:moveTo>
                <a:cubicBezTo>
                  <a:pt x="160" y="353"/>
                  <a:pt x="160" y="353"/>
                  <a:pt x="160" y="353"/>
                </a:cubicBezTo>
                <a:cubicBezTo>
                  <a:pt x="160" y="337"/>
                  <a:pt x="160" y="337"/>
                  <a:pt x="160" y="337"/>
                </a:cubicBezTo>
                <a:cubicBezTo>
                  <a:pt x="128" y="337"/>
                  <a:pt x="128" y="337"/>
                  <a:pt x="128" y="337"/>
                </a:cubicBezTo>
                <a:lnTo>
                  <a:pt x="128" y="353"/>
                </a:lnTo>
                <a:close/>
                <a:moveTo>
                  <a:pt x="337" y="289"/>
                </a:moveTo>
                <a:cubicBezTo>
                  <a:pt x="353" y="289"/>
                  <a:pt x="353" y="289"/>
                  <a:pt x="353" y="289"/>
                </a:cubicBezTo>
                <a:cubicBezTo>
                  <a:pt x="353" y="257"/>
                  <a:pt x="353" y="257"/>
                  <a:pt x="353" y="257"/>
                </a:cubicBezTo>
                <a:cubicBezTo>
                  <a:pt x="337" y="257"/>
                  <a:pt x="337" y="257"/>
                  <a:pt x="337" y="257"/>
                </a:cubicBezTo>
                <a:lnTo>
                  <a:pt x="337" y="289"/>
                </a:lnTo>
                <a:close/>
                <a:moveTo>
                  <a:pt x="321" y="333"/>
                </a:moveTo>
                <a:cubicBezTo>
                  <a:pt x="321" y="350"/>
                  <a:pt x="321" y="350"/>
                  <a:pt x="321" y="350"/>
                </a:cubicBezTo>
                <a:cubicBezTo>
                  <a:pt x="335" y="345"/>
                  <a:pt x="345" y="335"/>
                  <a:pt x="350" y="321"/>
                </a:cubicBezTo>
                <a:cubicBezTo>
                  <a:pt x="333" y="321"/>
                  <a:pt x="333" y="321"/>
                  <a:pt x="333" y="321"/>
                </a:cubicBezTo>
                <a:cubicBezTo>
                  <a:pt x="330" y="326"/>
                  <a:pt x="326" y="330"/>
                  <a:pt x="321" y="333"/>
                </a:cubicBezTo>
                <a:moveTo>
                  <a:pt x="337" y="161"/>
                </a:moveTo>
                <a:cubicBezTo>
                  <a:pt x="353" y="161"/>
                  <a:pt x="353" y="161"/>
                  <a:pt x="353" y="161"/>
                </a:cubicBezTo>
                <a:cubicBezTo>
                  <a:pt x="353" y="128"/>
                  <a:pt x="353" y="128"/>
                  <a:pt x="353" y="128"/>
                </a:cubicBezTo>
                <a:cubicBezTo>
                  <a:pt x="337" y="128"/>
                  <a:pt x="337" y="128"/>
                  <a:pt x="337" y="128"/>
                </a:cubicBezTo>
                <a:lnTo>
                  <a:pt x="337" y="161"/>
                </a:lnTo>
                <a:close/>
                <a:moveTo>
                  <a:pt x="257" y="16"/>
                </a:moveTo>
                <a:cubicBezTo>
                  <a:pt x="289" y="16"/>
                  <a:pt x="289" y="16"/>
                  <a:pt x="289" y="16"/>
                </a:cubicBezTo>
                <a:cubicBezTo>
                  <a:pt x="289" y="0"/>
                  <a:pt x="289" y="0"/>
                  <a:pt x="289" y="0"/>
                </a:cubicBezTo>
                <a:cubicBezTo>
                  <a:pt x="257" y="0"/>
                  <a:pt x="257" y="0"/>
                  <a:pt x="257" y="0"/>
                </a:cubicBezTo>
                <a:lnTo>
                  <a:pt x="257" y="16"/>
                </a:lnTo>
                <a:close/>
                <a:moveTo>
                  <a:pt x="337" y="225"/>
                </a:moveTo>
                <a:cubicBezTo>
                  <a:pt x="353" y="225"/>
                  <a:pt x="353" y="225"/>
                  <a:pt x="353" y="225"/>
                </a:cubicBezTo>
                <a:cubicBezTo>
                  <a:pt x="353" y="193"/>
                  <a:pt x="353" y="193"/>
                  <a:pt x="353" y="193"/>
                </a:cubicBezTo>
                <a:cubicBezTo>
                  <a:pt x="337" y="193"/>
                  <a:pt x="337" y="193"/>
                  <a:pt x="337" y="193"/>
                </a:cubicBezTo>
                <a:lnTo>
                  <a:pt x="337" y="225"/>
                </a:lnTo>
                <a:close/>
                <a:moveTo>
                  <a:pt x="182" y="83"/>
                </a:moveTo>
                <a:cubicBezTo>
                  <a:pt x="181" y="81"/>
                  <a:pt x="179" y="80"/>
                  <a:pt x="177" y="80"/>
                </a:cubicBezTo>
                <a:cubicBezTo>
                  <a:pt x="174" y="80"/>
                  <a:pt x="172" y="81"/>
                  <a:pt x="171" y="83"/>
                </a:cubicBezTo>
                <a:cubicBezTo>
                  <a:pt x="107" y="147"/>
                  <a:pt x="107" y="147"/>
                  <a:pt x="107" y="147"/>
                </a:cubicBezTo>
                <a:cubicBezTo>
                  <a:pt x="105" y="148"/>
                  <a:pt x="104" y="150"/>
                  <a:pt x="104" y="153"/>
                </a:cubicBezTo>
                <a:cubicBezTo>
                  <a:pt x="104" y="157"/>
                  <a:pt x="108" y="161"/>
                  <a:pt x="112" y="161"/>
                </a:cubicBezTo>
                <a:cubicBezTo>
                  <a:pt x="114" y="161"/>
                  <a:pt x="117" y="160"/>
                  <a:pt x="118" y="158"/>
                </a:cubicBezTo>
                <a:cubicBezTo>
                  <a:pt x="168" y="108"/>
                  <a:pt x="168" y="108"/>
                  <a:pt x="168" y="108"/>
                </a:cubicBezTo>
                <a:cubicBezTo>
                  <a:pt x="168" y="265"/>
                  <a:pt x="168" y="265"/>
                  <a:pt x="168" y="265"/>
                </a:cubicBezTo>
                <a:cubicBezTo>
                  <a:pt x="168" y="269"/>
                  <a:pt x="172" y="273"/>
                  <a:pt x="177" y="273"/>
                </a:cubicBezTo>
                <a:cubicBezTo>
                  <a:pt x="181" y="273"/>
                  <a:pt x="185" y="269"/>
                  <a:pt x="185" y="265"/>
                </a:cubicBezTo>
                <a:cubicBezTo>
                  <a:pt x="185" y="108"/>
                  <a:pt x="185" y="108"/>
                  <a:pt x="185" y="108"/>
                </a:cubicBezTo>
                <a:cubicBezTo>
                  <a:pt x="235" y="158"/>
                  <a:pt x="235" y="158"/>
                  <a:pt x="235" y="158"/>
                </a:cubicBezTo>
                <a:cubicBezTo>
                  <a:pt x="237" y="160"/>
                  <a:pt x="239" y="161"/>
                  <a:pt x="241" y="161"/>
                </a:cubicBezTo>
                <a:cubicBezTo>
                  <a:pt x="245" y="161"/>
                  <a:pt x="249" y="157"/>
                  <a:pt x="249" y="153"/>
                </a:cubicBezTo>
                <a:cubicBezTo>
                  <a:pt x="249" y="150"/>
                  <a:pt x="248" y="148"/>
                  <a:pt x="246" y="147"/>
                </a:cubicBezTo>
                <a:lnTo>
                  <a:pt x="182" y="83"/>
                </a:lnTo>
                <a:close/>
                <a:moveTo>
                  <a:pt x="337" y="96"/>
                </a:moveTo>
                <a:cubicBezTo>
                  <a:pt x="353" y="96"/>
                  <a:pt x="353" y="96"/>
                  <a:pt x="353" y="96"/>
                </a:cubicBezTo>
                <a:cubicBezTo>
                  <a:pt x="353" y="64"/>
                  <a:pt x="353" y="64"/>
                  <a:pt x="353" y="64"/>
                </a:cubicBezTo>
                <a:cubicBezTo>
                  <a:pt x="337" y="64"/>
                  <a:pt x="337" y="64"/>
                  <a:pt x="337" y="64"/>
                </a:cubicBezTo>
                <a:lnTo>
                  <a:pt x="337" y="96"/>
                </a:lnTo>
                <a:close/>
                <a:moveTo>
                  <a:pt x="257" y="353"/>
                </a:moveTo>
                <a:cubicBezTo>
                  <a:pt x="289" y="353"/>
                  <a:pt x="289" y="353"/>
                  <a:pt x="289" y="353"/>
                </a:cubicBezTo>
                <a:cubicBezTo>
                  <a:pt x="289" y="337"/>
                  <a:pt x="289" y="337"/>
                  <a:pt x="289" y="337"/>
                </a:cubicBezTo>
                <a:cubicBezTo>
                  <a:pt x="257" y="337"/>
                  <a:pt x="257" y="337"/>
                  <a:pt x="257" y="337"/>
                </a:cubicBezTo>
                <a:lnTo>
                  <a:pt x="257" y="353"/>
                </a:lnTo>
                <a:close/>
                <a:moveTo>
                  <a:pt x="193" y="353"/>
                </a:moveTo>
                <a:cubicBezTo>
                  <a:pt x="225" y="353"/>
                  <a:pt x="225" y="353"/>
                  <a:pt x="225" y="353"/>
                </a:cubicBezTo>
                <a:cubicBezTo>
                  <a:pt x="225" y="337"/>
                  <a:pt x="225" y="337"/>
                  <a:pt x="225" y="337"/>
                </a:cubicBezTo>
                <a:cubicBezTo>
                  <a:pt x="193" y="337"/>
                  <a:pt x="193" y="337"/>
                  <a:pt x="193" y="337"/>
                </a:cubicBezTo>
                <a:lnTo>
                  <a:pt x="193" y="353"/>
                </a:lnTo>
                <a:close/>
                <a:moveTo>
                  <a:pt x="64" y="16"/>
                </a:moveTo>
                <a:cubicBezTo>
                  <a:pt x="96" y="16"/>
                  <a:pt x="96" y="16"/>
                  <a:pt x="96" y="16"/>
                </a:cubicBezTo>
                <a:cubicBezTo>
                  <a:pt x="96" y="0"/>
                  <a:pt x="96" y="0"/>
                  <a:pt x="96" y="0"/>
                </a:cubicBezTo>
                <a:cubicBezTo>
                  <a:pt x="64" y="0"/>
                  <a:pt x="64" y="0"/>
                  <a:pt x="64" y="0"/>
                </a:cubicBezTo>
                <a:lnTo>
                  <a:pt x="64" y="1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6" name="Freeform 36"/>
          <p:cNvSpPr>
            <a:spLocks noEditPoints="1"/>
          </p:cNvSpPr>
          <p:nvPr/>
        </p:nvSpPr>
        <p:spPr bwMode="auto">
          <a:xfrm>
            <a:off x="1964269" y="4265084"/>
            <a:ext cx="573617" cy="575733"/>
          </a:xfrm>
          <a:custGeom>
            <a:avLst/>
            <a:gdLst>
              <a:gd name="T0" fmla="*/ 142 w 352"/>
              <a:gd name="T1" fmla="*/ 3 h 353"/>
              <a:gd name="T2" fmla="*/ 117 w 352"/>
              <a:gd name="T3" fmla="*/ 27 h 353"/>
              <a:gd name="T4" fmla="*/ 90 w 352"/>
              <a:gd name="T5" fmla="*/ 40 h 353"/>
              <a:gd name="T6" fmla="*/ 56 w 352"/>
              <a:gd name="T7" fmla="*/ 47 h 353"/>
              <a:gd name="T8" fmla="*/ 90 w 352"/>
              <a:gd name="T9" fmla="*/ 40 h 353"/>
              <a:gd name="T10" fmla="*/ 83 w 352"/>
              <a:gd name="T11" fmla="*/ 327 h 353"/>
              <a:gd name="T12" fmla="*/ 67 w 352"/>
              <a:gd name="T13" fmla="*/ 296 h 353"/>
              <a:gd name="T14" fmla="*/ 112 w 352"/>
              <a:gd name="T15" fmla="*/ 341 h 353"/>
              <a:gd name="T16" fmla="*/ 146 w 352"/>
              <a:gd name="T17" fmla="*/ 335 h 353"/>
              <a:gd name="T18" fmla="*/ 112 w 352"/>
              <a:gd name="T19" fmla="*/ 341 h 353"/>
              <a:gd name="T20" fmla="*/ 176 w 352"/>
              <a:gd name="T21" fmla="*/ 0 h 353"/>
              <a:gd name="T22" fmla="*/ 175 w 352"/>
              <a:gd name="T23" fmla="*/ 0 h 353"/>
              <a:gd name="T24" fmla="*/ 205 w 352"/>
              <a:gd name="T25" fmla="*/ 18 h 353"/>
              <a:gd name="T26" fmla="*/ 18 w 352"/>
              <a:gd name="T27" fmla="*/ 256 h 353"/>
              <a:gd name="T28" fmla="*/ 47 w 352"/>
              <a:gd name="T29" fmla="*/ 274 h 353"/>
              <a:gd name="T30" fmla="*/ 18 w 352"/>
              <a:gd name="T31" fmla="*/ 256 h 353"/>
              <a:gd name="T32" fmla="*/ 6 w 352"/>
              <a:gd name="T33" fmla="*/ 129 h 353"/>
              <a:gd name="T34" fmla="*/ 15 w 352"/>
              <a:gd name="T35" fmla="*/ 162 h 353"/>
              <a:gd name="T36" fmla="*/ 15 w 352"/>
              <a:gd name="T37" fmla="*/ 192 h 353"/>
              <a:gd name="T38" fmla="*/ 6 w 352"/>
              <a:gd name="T39" fmla="*/ 225 h 353"/>
              <a:gd name="T40" fmla="*/ 15 w 352"/>
              <a:gd name="T41" fmla="*/ 192 h 353"/>
              <a:gd name="T42" fmla="*/ 34 w 352"/>
              <a:gd name="T43" fmla="*/ 71 h 353"/>
              <a:gd name="T44" fmla="*/ 31 w 352"/>
              <a:gd name="T45" fmla="*/ 105 h 353"/>
              <a:gd name="T46" fmla="*/ 320 w 352"/>
              <a:gd name="T47" fmla="*/ 248 h 353"/>
              <a:gd name="T48" fmla="*/ 345 w 352"/>
              <a:gd name="T49" fmla="*/ 225 h 353"/>
              <a:gd name="T50" fmla="*/ 320 w 352"/>
              <a:gd name="T51" fmla="*/ 248 h 353"/>
              <a:gd name="T52" fmla="*/ 294 w 352"/>
              <a:gd name="T53" fmla="*/ 307 h 353"/>
              <a:gd name="T54" fmla="*/ 304 w 352"/>
              <a:gd name="T55" fmla="*/ 273 h 353"/>
              <a:gd name="T56" fmla="*/ 345 w 352"/>
              <a:gd name="T57" fmla="*/ 128 h 353"/>
              <a:gd name="T58" fmla="*/ 320 w 352"/>
              <a:gd name="T59" fmla="*/ 105 h 353"/>
              <a:gd name="T60" fmla="*/ 345 w 352"/>
              <a:gd name="T61" fmla="*/ 128 h 353"/>
              <a:gd name="T62" fmla="*/ 336 w 352"/>
              <a:gd name="T63" fmla="*/ 162 h 353"/>
              <a:gd name="T64" fmla="*/ 336 w 352"/>
              <a:gd name="T65" fmla="*/ 191 h 353"/>
              <a:gd name="T66" fmla="*/ 352 w 352"/>
              <a:gd name="T67" fmla="*/ 177 h 353"/>
              <a:gd name="T68" fmla="*/ 268 w 352"/>
              <a:gd name="T69" fmla="*/ 27 h 353"/>
              <a:gd name="T70" fmla="*/ 234 w 352"/>
              <a:gd name="T71" fmla="*/ 27 h 353"/>
              <a:gd name="T72" fmla="*/ 268 w 352"/>
              <a:gd name="T73" fmla="*/ 27 h 353"/>
              <a:gd name="T74" fmla="*/ 316 w 352"/>
              <a:gd name="T75" fmla="*/ 70 h 353"/>
              <a:gd name="T76" fmla="*/ 284 w 352"/>
              <a:gd name="T77" fmla="*/ 58 h 353"/>
              <a:gd name="T78" fmla="*/ 176 w 352"/>
              <a:gd name="T79" fmla="*/ 338 h 353"/>
              <a:gd name="T80" fmla="*/ 208 w 352"/>
              <a:gd name="T81" fmla="*/ 350 h 353"/>
              <a:gd name="T82" fmla="*/ 176 w 352"/>
              <a:gd name="T83" fmla="*/ 338 h 353"/>
              <a:gd name="T84" fmla="*/ 239 w 352"/>
              <a:gd name="T85" fmla="*/ 341 h 353"/>
              <a:gd name="T86" fmla="*/ 260 w 352"/>
              <a:gd name="T87" fmla="*/ 313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352" h="353">
                <a:moveTo>
                  <a:pt x="145" y="19"/>
                </a:moveTo>
                <a:cubicBezTo>
                  <a:pt x="142" y="3"/>
                  <a:pt x="142" y="3"/>
                  <a:pt x="142" y="3"/>
                </a:cubicBezTo>
                <a:cubicBezTo>
                  <a:pt x="132" y="6"/>
                  <a:pt x="121" y="9"/>
                  <a:pt x="111" y="13"/>
                </a:cubicBezTo>
                <a:cubicBezTo>
                  <a:pt x="117" y="27"/>
                  <a:pt x="117" y="27"/>
                  <a:pt x="117" y="27"/>
                </a:cubicBezTo>
                <a:cubicBezTo>
                  <a:pt x="126" y="23"/>
                  <a:pt x="136" y="20"/>
                  <a:pt x="145" y="19"/>
                </a:cubicBezTo>
                <a:moveTo>
                  <a:pt x="90" y="40"/>
                </a:moveTo>
                <a:cubicBezTo>
                  <a:pt x="82" y="27"/>
                  <a:pt x="82" y="27"/>
                  <a:pt x="82" y="27"/>
                </a:cubicBezTo>
                <a:cubicBezTo>
                  <a:pt x="73" y="33"/>
                  <a:pt x="64" y="40"/>
                  <a:pt x="56" y="47"/>
                </a:cubicBezTo>
                <a:cubicBezTo>
                  <a:pt x="67" y="58"/>
                  <a:pt x="67" y="58"/>
                  <a:pt x="67" y="58"/>
                </a:cubicBezTo>
                <a:cubicBezTo>
                  <a:pt x="74" y="51"/>
                  <a:pt x="82" y="45"/>
                  <a:pt x="90" y="40"/>
                </a:cubicBezTo>
                <a:moveTo>
                  <a:pt x="57" y="307"/>
                </a:moveTo>
                <a:cubicBezTo>
                  <a:pt x="65" y="314"/>
                  <a:pt x="74" y="321"/>
                  <a:pt x="83" y="327"/>
                </a:cubicBezTo>
                <a:cubicBezTo>
                  <a:pt x="91" y="314"/>
                  <a:pt x="91" y="314"/>
                  <a:pt x="91" y="314"/>
                </a:cubicBezTo>
                <a:cubicBezTo>
                  <a:pt x="83" y="309"/>
                  <a:pt x="75" y="303"/>
                  <a:pt x="67" y="296"/>
                </a:cubicBezTo>
                <a:lnTo>
                  <a:pt x="57" y="307"/>
                </a:lnTo>
                <a:close/>
                <a:moveTo>
                  <a:pt x="112" y="341"/>
                </a:moveTo>
                <a:cubicBezTo>
                  <a:pt x="122" y="345"/>
                  <a:pt x="133" y="348"/>
                  <a:pt x="143" y="350"/>
                </a:cubicBezTo>
                <a:cubicBezTo>
                  <a:pt x="146" y="335"/>
                  <a:pt x="146" y="335"/>
                  <a:pt x="146" y="335"/>
                </a:cubicBezTo>
                <a:cubicBezTo>
                  <a:pt x="137" y="333"/>
                  <a:pt x="127" y="330"/>
                  <a:pt x="118" y="327"/>
                </a:cubicBezTo>
                <a:lnTo>
                  <a:pt x="112" y="341"/>
                </a:lnTo>
                <a:close/>
                <a:moveTo>
                  <a:pt x="208" y="3"/>
                </a:moveTo>
                <a:cubicBezTo>
                  <a:pt x="197" y="1"/>
                  <a:pt x="186" y="0"/>
                  <a:pt x="176" y="0"/>
                </a:cubicBezTo>
                <a:cubicBezTo>
                  <a:pt x="176" y="0"/>
                  <a:pt x="176" y="0"/>
                  <a:pt x="176" y="0"/>
                </a:cubicBezTo>
                <a:cubicBezTo>
                  <a:pt x="175" y="0"/>
                  <a:pt x="175" y="0"/>
                  <a:pt x="175" y="0"/>
                </a:cubicBezTo>
                <a:cubicBezTo>
                  <a:pt x="176" y="16"/>
                  <a:pt x="176" y="16"/>
                  <a:pt x="176" y="16"/>
                </a:cubicBezTo>
                <a:cubicBezTo>
                  <a:pt x="185" y="16"/>
                  <a:pt x="195" y="17"/>
                  <a:pt x="205" y="18"/>
                </a:cubicBezTo>
                <a:lnTo>
                  <a:pt x="208" y="3"/>
                </a:lnTo>
                <a:close/>
                <a:moveTo>
                  <a:pt x="18" y="256"/>
                </a:moveTo>
                <a:cubicBezTo>
                  <a:pt x="23" y="265"/>
                  <a:pt x="29" y="275"/>
                  <a:pt x="35" y="283"/>
                </a:cubicBezTo>
                <a:cubicBezTo>
                  <a:pt x="47" y="274"/>
                  <a:pt x="47" y="274"/>
                  <a:pt x="47" y="274"/>
                </a:cubicBezTo>
                <a:cubicBezTo>
                  <a:pt x="41" y="266"/>
                  <a:pt x="36" y="258"/>
                  <a:pt x="32" y="249"/>
                </a:cubicBezTo>
                <a:lnTo>
                  <a:pt x="18" y="256"/>
                </a:lnTo>
                <a:close/>
                <a:moveTo>
                  <a:pt x="21" y="133"/>
                </a:moveTo>
                <a:cubicBezTo>
                  <a:pt x="6" y="129"/>
                  <a:pt x="6" y="129"/>
                  <a:pt x="6" y="129"/>
                </a:cubicBezTo>
                <a:cubicBezTo>
                  <a:pt x="3" y="139"/>
                  <a:pt x="1" y="150"/>
                  <a:pt x="0" y="161"/>
                </a:cubicBezTo>
                <a:cubicBezTo>
                  <a:pt x="15" y="162"/>
                  <a:pt x="15" y="162"/>
                  <a:pt x="15" y="162"/>
                </a:cubicBezTo>
                <a:cubicBezTo>
                  <a:pt x="16" y="152"/>
                  <a:pt x="18" y="143"/>
                  <a:pt x="21" y="133"/>
                </a:cubicBezTo>
                <a:moveTo>
                  <a:pt x="15" y="192"/>
                </a:moveTo>
                <a:cubicBezTo>
                  <a:pt x="0" y="193"/>
                  <a:pt x="0" y="193"/>
                  <a:pt x="0" y="193"/>
                </a:cubicBezTo>
                <a:cubicBezTo>
                  <a:pt x="1" y="204"/>
                  <a:pt x="3" y="215"/>
                  <a:pt x="6" y="225"/>
                </a:cubicBezTo>
                <a:cubicBezTo>
                  <a:pt x="21" y="221"/>
                  <a:pt x="21" y="221"/>
                  <a:pt x="21" y="221"/>
                </a:cubicBezTo>
                <a:cubicBezTo>
                  <a:pt x="18" y="212"/>
                  <a:pt x="16" y="202"/>
                  <a:pt x="15" y="192"/>
                </a:cubicBezTo>
                <a:moveTo>
                  <a:pt x="47" y="80"/>
                </a:moveTo>
                <a:cubicBezTo>
                  <a:pt x="34" y="71"/>
                  <a:pt x="34" y="71"/>
                  <a:pt x="34" y="71"/>
                </a:cubicBezTo>
                <a:cubicBezTo>
                  <a:pt x="28" y="80"/>
                  <a:pt x="22" y="89"/>
                  <a:pt x="17" y="99"/>
                </a:cubicBezTo>
                <a:cubicBezTo>
                  <a:pt x="31" y="105"/>
                  <a:pt x="31" y="105"/>
                  <a:pt x="31" y="105"/>
                </a:cubicBezTo>
                <a:cubicBezTo>
                  <a:pt x="36" y="97"/>
                  <a:pt x="41" y="88"/>
                  <a:pt x="47" y="80"/>
                </a:cubicBezTo>
                <a:moveTo>
                  <a:pt x="320" y="248"/>
                </a:moveTo>
                <a:cubicBezTo>
                  <a:pt x="333" y="255"/>
                  <a:pt x="333" y="255"/>
                  <a:pt x="333" y="255"/>
                </a:cubicBezTo>
                <a:cubicBezTo>
                  <a:pt x="338" y="245"/>
                  <a:pt x="342" y="235"/>
                  <a:pt x="345" y="225"/>
                </a:cubicBezTo>
                <a:cubicBezTo>
                  <a:pt x="330" y="220"/>
                  <a:pt x="330" y="220"/>
                  <a:pt x="330" y="220"/>
                </a:cubicBezTo>
                <a:cubicBezTo>
                  <a:pt x="328" y="230"/>
                  <a:pt x="324" y="239"/>
                  <a:pt x="320" y="248"/>
                </a:cubicBezTo>
                <a:moveTo>
                  <a:pt x="284" y="295"/>
                </a:moveTo>
                <a:cubicBezTo>
                  <a:pt x="294" y="307"/>
                  <a:pt x="294" y="307"/>
                  <a:pt x="294" y="307"/>
                </a:cubicBezTo>
                <a:cubicBezTo>
                  <a:pt x="302" y="299"/>
                  <a:pt x="310" y="291"/>
                  <a:pt x="316" y="283"/>
                </a:cubicBezTo>
                <a:cubicBezTo>
                  <a:pt x="304" y="273"/>
                  <a:pt x="304" y="273"/>
                  <a:pt x="304" y="273"/>
                </a:cubicBezTo>
                <a:cubicBezTo>
                  <a:pt x="298" y="281"/>
                  <a:pt x="291" y="289"/>
                  <a:pt x="284" y="295"/>
                </a:cubicBezTo>
                <a:moveTo>
                  <a:pt x="345" y="128"/>
                </a:moveTo>
                <a:cubicBezTo>
                  <a:pt x="342" y="118"/>
                  <a:pt x="338" y="108"/>
                  <a:pt x="333" y="98"/>
                </a:cubicBezTo>
                <a:cubicBezTo>
                  <a:pt x="320" y="105"/>
                  <a:pt x="320" y="105"/>
                  <a:pt x="320" y="105"/>
                </a:cubicBezTo>
                <a:cubicBezTo>
                  <a:pt x="324" y="114"/>
                  <a:pt x="328" y="123"/>
                  <a:pt x="330" y="132"/>
                </a:cubicBezTo>
                <a:lnTo>
                  <a:pt x="345" y="128"/>
                </a:lnTo>
                <a:close/>
                <a:moveTo>
                  <a:pt x="351" y="160"/>
                </a:moveTo>
                <a:cubicBezTo>
                  <a:pt x="336" y="162"/>
                  <a:pt x="336" y="162"/>
                  <a:pt x="336" y="162"/>
                </a:cubicBezTo>
                <a:cubicBezTo>
                  <a:pt x="336" y="167"/>
                  <a:pt x="336" y="172"/>
                  <a:pt x="336" y="177"/>
                </a:cubicBezTo>
                <a:cubicBezTo>
                  <a:pt x="336" y="182"/>
                  <a:pt x="336" y="186"/>
                  <a:pt x="336" y="191"/>
                </a:cubicBezTo>
                <a:cubicBezTo>
                  <a:pt x="351" y="193"/>
                  <a:pt x="351" y="193"/>
                  <a:pt x="351" y="193"/>
                </a:cubicBezTo>
                <a:cubicBezTo>
                  <a:pt x="351" y="187"/>
                  <a:pt x="352" y="182"/>
                  <a:pt x="352" y="177"/>
                </a:cubicBezTo>
                <a:cubicBezTo>
                  <a:pt x="352" y="171"/>
                  <a:pt x="351" y="166"/>
                  <a:pt x="351" y="160"/>
                </a:cubicBezTo>
                <a:moveTo>
                  <a:pt x="268" y="27"/>
                </a:moveTo>
                <a:cubicBezTo>
                  <a:pt x="259" y="21"/>
                  <a:pt x="249" y="16"/>
                  <a:pt x="239" y="12"/>
                </a:cubicBezTo>
                <a:cubicBezTo>
                  <a:pt x="234" y="27"/>
                  <a:pt x="234" y="27"/>
                  <a:pt x="234" y="27"/>
                </a:cubicBezTo>
                <a:cubicBezTo>
                  <a:pt x="243" y="30"/>
                  <a:pt x="252" y="35"/>
                  <a:pt x="260" y="40"/>
                </a:cubicBezTo>
                <a:lnTo>
                  <a:pt x="268" y="27"/>
                </a:lnTo>
                <a:close/>
                <a:moveTo>
                  <a:pt x="304" y="80"/>
                </a:moveTo>
                <a:cubicBezTo>
                  <a:pt x="316" y="70"/>
                  <a:pt x="316" y="70"/>
                  <a:pt x="316" y="70"/>
                </a:cubicBezTo>
                <a:cubicBezTo>
                  <a:pt x="310" y="62"/>
                  <a:pt x="302" y="54"/>
                  <a:pt x="294" y="46"/>
                </a:cubicBezTo>
                <a:cubicBezTo>
                  <a:pt x="284" y="58"/>
                  <a:pt x="284" y="58"/>
                  <a:pt x="284" y="58"/>
                </a:cubicBezTo>
                <a:cubicBezTo>
                  <a:pt x="291" y="64"/>
                  <a:pt x="298" y="72"/>
                  <a:pt x="304" y="80"/>
                </a:cubicBezTo>
                <a:moveTo>
                  <a:pt x="176" y="338"/>
                </a:moveTo>
                <a:cubicBezTo>
                  <a:pt x="176" y="353"/>
                  <a:pt x="176" y="353"/>
                  <a:pt x="176" y="353"/>
                </a:cubicBezTo>
                <a:cubicBezTo>
                  <a:pt x="187" y="353"/>
                  <a:pt x="198" y="352"/>
                  <a:pt x="208" y="350"/>
                </a:cubicBezTo>
                <a:cubicBezTo>
                  <a:pt x="205" y="335"/>
                  <a:pt x="205" y="335"/>
                  <a:pt x="205" y="335"/>
                </a:cubicBezTo>
                <a:cubicBezTo>
                  <a:pt x="196" y="337"/>
                  <a:pt x="186" y="338"/>
                  <a:pt x="176" y="338"/>
                </a:cubicBezTo>
                <a:moveTo>
                  <a:pt x="234" y="327"/>
                </a:moveTo>
                <a:cubicBezTo>
                  <a:pt x="239" y="341"/>
                  <a:pt x="239" y="341"/>
                  <a:pt x="239" y="341"/>
                </a:cubicBezTo>
                <a:cubicBezTo>
                  <a:pt x="250" y="337"/>
                  <a:pt x="259" y="332"/>
                  <a:pt x="269" y="326"/>
                </a:cubicBezTo>
                <a:cubicBezTo>
                  <a:pt x="260" y="313"/>
                  <a:pt x="260" y="313"/>
                  <a:pt x="260" y="313"/>
                </a:cubicBezTo>
                <a:cubicBezTo>
                  <a:pt x="252" y="319"/>
                  <a:pt x="243" y="323"/>
                  <a:pt x="234" y="327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7" name="Freeform 37"/>
          <p:cNvSpPr>
            <a:spLocks noEditPoints="1"/>
          </p:cNvSpPr>
          <p:nvPr/>
        </p:nvSpPr>
        <p:spPr bwMode="auto">
          <a:xfrm>
            <a:off x="3062818" y="4265084"/>
            <a:ext cx="573617" cy="575733"/>
          </a:xfrm>
          <a:custGeom>
            <a:avLst/>
            <a:gdLst>
              <a:gd name="T0" fmla="*/ 0 w 352"/>
              <a:gd name="T1" fmla="*/ 193 h 353"/>
              <a:gd name="T2" fmla="*/ 21 w 352"/>
              <a:gd name="T3" fmla="*/ 221 h 353"/>
              <a:gd name="T4" fmla="*/ 21 w 352"/>
              <a:gd name="T5" fmla="*/ 133 h 353"/>
              <a:gd name="T6" fmla="*/ 0 w 352"/>
              <a:gd name="T7" fmla="*/ 161 h 353"/>
              <a:gd name="T8" fmla="*/ 21 w 352"/>
              <a:gd name="T9" fmla="*/ 133 h 353"/>
              <a:gd name="T10" fmla="*/ 35 w 352"/>
              <a:gd name="T11" fmla="*/ 283 h 353"/>
              <a:gd name="T12" fmla="*/ 32 w 352"/>
              <a:gd name="T13" fmla="*/ 249 h 353"/>
              <a:gd name="T14" fmla="*/ 205 w 352"/>
              <a:gd name="T15" fmla="*/ 18 h 353"/>
              <a:gd name="T16" fmla="*/ 176 w 352"/>
              <a:gd name="T17" fmla="*/ 0 h 353"/>
              <a:gd name="T18" fmla="*/ 175 w 352"/>
              <a:gd name="T19" fmla="*/ 0 h 353"/>
              <a:gd name="T20" fmla="*/ 205 w 352"/>
              <a:gd name="T21" fmla="*/ 18 h 353"/>
              <a:gd name="T22" fmla="*/ 83 w 352"/>
              <a:gd name="T23" fmla="*/ 327 h 353"/>
              <a:gd name="T24" fmla="*/ 68 w 352"/>
              <a:gd name="T25" fmla="*/ 296 h 353"/>
              <a:gd name="T26" fmla="*/ 47 w 352"/>
              <a:gd name="T27" fmla="*/ 80 h 353"/>
              <a:gd name="T28" fmla="*/ 18 w 352"/>
              <a:gd name="T29" fmla="*/ 99 h 353"/>
              <a:gd name="T30" fmla="*/ 47 w 352"/>
              <a:gd name="T31" fmla="*/ 80 h 353"/>
              <a:gd name="T32" fmla="*/ 239 w 352"/>
              <a:gd name="T33" fmla="*/ 12 h 353"/>
              <a:gd name="T34" fmla="*/ 261 w 352"/>
              <a:gd name="T35" fmla="*/ 40 h 353"/>
              <a:gd name="T36" fmla="*/ 146 w 352"/>
              <a:gd name="T37" fmla="*/ 19 h 353"/>
              <a:gd name="T38" fmla="*/ 112 w 352"/>
              <a:gd name="T39" fmla="*/ 13 h 353"/>
              <a:gd name="T40" fmla="*/ 146 w 352"/>
              <a:gd name="T41" fmla="*/ 19 h 353"/>
              <a:gd name="T42" fmla="*/ 82 w 352"/>
              <a:gd name="T43" fmla="*/ 27 h 353"/>
              <a:gd name="T44" fmla="*/ 67 w 352"/>
              <a:gd name="T45" fmla="*/ 58 h 353"/>
              <a:gd name="T46" fmla="*/ 284 w 352"/>
              <a:gd name="T47" fmla="*/ 295 h 353"/>
              <a:gd name="T48" fmla="*/ 317 w 352"/>
              <a:gd name="T49" fmla="*/ 283 h 353"/>
              <a:gd name="T50" fmla="*/ 284 w 352"/>
              <a:gd name="T51" fmla="*/ 295 h 353"/>
              <a:gd name="T52" fmla="*/ 334 w 352"/>
              <a:gd name="T53" fmla="*/ 255 h 353"/>
              <a:gd name="T54" fmla="*/ 331 w 352"/>
              <a:gd name="T55" fmla="*/ 220 h 353"/>
              <a:gd name="T56" fmla="*/ 113 w 352"/>
              <a:gd name="T57" fmla="*/ 341 h 353"/>
              <a:gd name="T58" fmla="*/ 147 w 352"/>
              <a:gd name="T59" fmla="*/ 335 h 353"/>
              <a:gd name="T60" fmla="*/ 113 w 352"/>
              <a:gd name="T61" fmla="*/ 341 h 353"/>
              <a:gd name="T62" fmla="*/ 336 w 352"/>
              <a:gd name="T63" fmla="*/ 162 h 353"/>
              <a:gd name="T64" fmla="*/ 336 w 352"/>
              <a:gd name="T65" fmla="*/ 191 h 353"/>
              <a:gd name="T66" fmla="*/ 352 w 352"/>
              <a:gd name="T67" fmla="*/ 177 h 353"/>
              <a:gd name="T68" fmla="*/ 345 w 352"/>
              <a:gd name="T69" fmla="*/ 128 h 353"/>
              <a:gd name="T70" fmla="*/ 320 w 352"/>
              <a:gd name="T71" fmla="*/ 105 h 353"/>
              <a:gd name="T72" fmla="*/ 345 w 352"/>
              <a:gd name="T73" fmla="*/ 128 h 353"/>
              <a:gd name="T74" fmla="*/ 316 w 352"/>
              <a:gd name="T75" fmla="*/ 70 h 353"/>
              <a:gd name="T76" fmla="*/ 284 w 352"/>
              <a:gd name="T77" fmla="*/ 58 h 353"/>
              <a:gd name="T78" fmla="*/ 176 w 352"/>
              <a:gd name="T79" fmla="*/ 338 h 353"/>
              <a:gd name="T80" fmla="*/ 209 w 352"/>
              <a:gd name="T81" fmla="*/ 350 h 353"/>
              <a:gd name="T82" fmla="*/ 176 w 352"/>
              <a:gd name="T83" fmla="*/ 338 h 353"/>
              <a:gd name="T84" fmla="*/ 96 w 352"/>
              <a:gd name="T85" fmla="*/ 177 h 353"/>
              <a:gd name="T86" fmla="*/ 256 w 352"/>
              <a:gd name="T87" fmla="*/ 177 h 353"/>
              <a:gd name="T88" fmla="*/ 176 w 352"/>
              <a:gd name="T89" fmla="*/ 241 h 353"/>
              <a:gd name="T90" fmla="*/ 176 w 352"/>
              <a:gd name="T91" fmla="*/ 112 h 353"/>
              <a:gd name="T92" fmla="*/ 176 w 352"/>
              <a:gd name="T93" fmla="*/ 241 h 353"/>
              <a:gd name="T94" fmla="*/ 240 w 352"/>
              <a:gd name="T95" fmla="*/ 341 h 353"/>
              <a:gd name="T96" fmla="*/ 261 w 352"/>
              <a:gd name="T97" fmla="*/ 313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352" h="353">
                <a:moveTo>
                  <a:pt x="16" y="192"/>
                </a:moveTo>
                <a:cubicBezTo>
                  <a:pt x="0" y="193"/>
                  <a:pt x="0" y="193"/>
                  <a:pt x="0" y="193"/>
                </a:cubicBezTo>
                <a:cubicBezTo>
                  <a:pt x="1" y="204"/>
                  <a:pt x="3" y="215"/>
                  <a:pt x="6" y="225"/>
                </a:cubicBezTo>
                <a:cubicBezTo>
                  <a:pt x="21" y="221"/>
                  <a:pt x="21" y="221"/>
                  <a:pt x="21" y="221"/>
                </a:cubicBezTo>
                <a:cubicBezTo>
                  <a:pt x="18" y="212"/>
                  <a:pt x="17" y="202"/>
                  <a:pt x="16" y="192"/>
                </a:cubicBezTo>
                <a:moveTo>
                  <a:pt x="21" y="133"/>
                </a:moveTo>
                <a:cubicBezTo>
                  <a:pt x="6" y="129"/>
                  <a:pt x="6" y="129"/>
                  <a:pt x="6" y="129"/>
                </a:cubicBezTo>
                <a:cubicBezTo>
                  <a:pt x="3" y="139"/>
                  <a:pt x="1" y="150"/>
                  <a:pt x="0" y="161"/>
                </a:cubicBezTo>
                <a:cubicBezTo>
                  <a:pt x="16" y="162"/>
                  <a:pt x="16" y="162"/>
                  <a:pt x="16" y="162"/>
                </a:cubicBezTo>
                <a:cubicBezTo>
                  <a:pt x="16" y="152"/>
                  <a:pt x="18" y="143"/>
                  <a:pt x="21" y="133"/>
                </a:cubicBezTo>
                <a:moveTo>
                  <a:pt x="18" y="256"/>
                </a:moveTo>
                <a:cubicBezTo>
                  <a:pt x="23" y="265"/>
                  <a:pt x="29" y="275"/>
                  <a:pt x="35" y="283"/>
                </a:cubicBezTo>
                <a:cubicBezTo>
                  <a:pt x="48" y="274"/>
                  <a:pt x="48" y="274"/>
                  <a:pt x="48" y="274"/>
                </a:cubicBezTo>
                <a:cubicBezTo>
                  <a:pt x="42" y="266"/>
                  <a:pt x="36" y="258"/>
                  <a:pt x="32" y="249"/>
                </a:cubicBezTo>
                <a:lnTo>
                  <a:pt x="18" y="256"/>
                </a:lnTo>
                <a:close/>
                <a:moveTo>
                  <a:pt x="205" y="18"/>
                </a:moveTo>
                <a:cubicBezTo>
                  <a:pt x="208" y="3"/>
                  <a:pt x="208" y="3"/>
                  <a:pt x="208" y="3"/>
                </a:cubicBezTo>
                <a:cubicBezTo>
                  <a:pt x="198" y="1"/>
                  <a:pt x="187" y="0"/>
                  <a:pt x="176" y="0"/>
                </a:cubicBezTo>
                <a:cubicBezTo>
                  <a:pt x="176" y="0"/>
                  <a:pt x="176" y="0"/>
                  <a:pt x="176" y="0"/>
                </a:cubicBezTo>
                <a:cubicBezTo>
                  <a:pt x="175" y="0"/>
                  <a:pt x="175" y="0"/>
                  <a:pt x="175" y="0"/>
                </a:cubicBezTo>
                <a:cubicBezTo>
                  <a:pt x="176" y="16"/>
                  <a:pt x="176" y="16"/>
                  <a:pt x="176" y="16"/>
                </a:cubicBezTo>
                <a:cubicBezTo>
                  <a:pt x="186" y="16"/>
                  <a:pt x="196" y="17"/>
                  <a:pt x="205" y="18"/>
                </a:cubicBezTo>
                <a:moveTo>
                  <a:pt x="57" y="307"/>
                </a:moveTo>
                <a:cubicBezTo>
                  <a:pt x="65" y="314"/>
                  <a:pt x="74" y="321"/>
                  <a:pt x="83" y="327"/>
                </a:cubicBezTo>
                <a:cubicBezTo>
                  <a:pt x="91" y="314"/>
                  <a:pt x="91" y="314"/>
                  <a:pt x="91" y="314"/>
                </a:cubicBezTo>
                <a:cubicBezTo>
                  <a:pt x="83" y="309"/>
                  <a:pt x="75" y="303"/>
                  <a:pt x="68" y="296"/>
                </a:cubicBezTo>
                <a:lnTo>
                  <a:pt x="57" y="307"/>
                </a:lnTo>
                <a:close/>
                <a:moveTo>
                  <a:pt x="47" y="80"/>
                </a:moveTo>
                <a:cubicBezTo>
                  <a:pt x="35" y="71"/>
                  <a:pt x="35" y="71"/>
                  <a:pt x="35" y="71"/>
                </a:cubicBezTo>
                <a:cubicBezTo>
                  <a:pt x="28" y="80"/>
                  <a:pt x="23" y="89"/>
                  <a:pt x="18" y="99"/>
                </a:cubicBezTo>
                <a:cubicBezTo>
                  <a:pt x="31" y="105"/>
                  <a:pt x="31" y="105"/>
                  <a:pt x="31" y="105"/>
                </a:cubicBezTo>
                <a:cubicBezTo>
                  <a:pt x="36" y="97"/>
                  <a:pt x="41" y="88"/>
                  <a:pt x="47" y="80"/>
                </a:cubicBezTo>
                <a:moveTo>
                  <a:pt x="269" y="27"/>
                </a:moveTo>
                <a:cubicBezTo>
                  <a:pt x="259" y="21"/>
                  <a:pt x="250" y="16"/>
                  <a:pt x="239" y="12"/>
                </a:cubicBezTo>
                <a:cubicBezTo>
                  <a:pt x="234" y="27"/>
                  <a:pt x="234" y="27"/>
                  <a:pt x="234" y="27"/>
                </a:cubicBezTo>
                <a:cubicBezTo>
                  <a:pt x="243" y="30"/>
                  <a:pt x="252" y="35"/>
                  <a:pt x="261" y="40"/>
                </a:cubicBezTo>
                <a:lnTo>
                  <a:pt x="269" y="27"/>
                </a:lnTo>
                <a:close/>
                <a:moveTo>
                  <a:pt x="146" y="19"/>
                </a:moveTo>
                <a:cubicBezTo>
                  <a:pt x="143" y="3"/>
                  <a:pt x="143" y="3"/>
                  <a:pt x="143" y="3"/>
                </a:cubicBezTo>
                <a:cubicBezTo>
                  <a:pt x="132" y="6"/>
                  <a:pt x="122" y="9"/>
                  <a:pt x="112" y="13"/>
                </a:cubicBezTo>
                <a:cubicBezTo>
                  <a:pt x="117" y="27"/>
                  <a:pt x="117" y="27"/>
                  <a:pt x="117" y="27"/>
                </a:cubicBezTo>
                <a:cubicBezTo>
                  <a:pt x="126" y="23"/>
                  <a:pt x="136" y="20"/>
                  <a:pt x="146" y="19"/>
                </a:cubicBezTo>
                <a:moveTo>
                  <a:pt x="91" y="40"/>
                </a:moveTo>
                <a:cubicBezTo>
                  <a:pt x="82" y="27"/>
                  <a:pt x="82" y="27"/>
                  <a:pt x="82" y="27"/>
                </a:cubicBezTo>
                <a:cubicBezTo>
                  <a:pt x="73" y="33"/>
                  <a:pt x="65" y="40"/>
                  <a:pt x="57" y="47"/>
                </a:cubicBezTo>
                <a:cubicBezTo>
                  <a:pt x="67" y="58"/>
                  <a:pt x="67" y="58"/>
                  <a:pt x="67" y="58"/>
                </a:cubicBezTo>
                <a:cubicBezTo>
                  <a:pt x="74" y="51"/>
                  <a:pt x="82" y="45"/>
                  <a:pt x="91" y="40"/>
                </a:cubicBezTo>
                <a:moveTo>
                  <a:pt x="284" y="295"/>
                </a:moveTo>
                <a:cubicBezTo>
                  <a:pt x="295" y="307"/>
                  <a:pt x="295" y="307"/>
                  <a:pt x="295" y="307"/>
                </a:cubicBezTo>
                <a:cubicBezTo>
                  <a:pt x="303" y="299"/>
                  <a:pt x="310" y="291"/>
                  <a:pt x="317" y="283"/>
                </a:cubicBezTo>
                <a:cubicBezTo>
                  <a:pt x="304" y="273"/>
                  <a:pt x="304" y="273"/>
                  <a:pt x="304" y="273"/>
                </a:cubicBezTo>
                <a:cubicBezTo>
                  <a:pt x="298" y="281"/>
                  <a:pt x="292" y="289"/>
                  <a:pt x="284" y="295"/>
                </a:cubicBezTo>
                <a:moveTo>
                  <a:pt x="320" y="248"/>
                </a:moveTo>
                <a:cubicBezTo>
                  <a:pt x="334" y="255"/>
                  <a:pt x="334" y="255"/>
                  <a:pt x="334" y="255"/>
                </a:cubicBezTo>
                <a:cubicBezTo>
                  <a:pt x="339" y="245"/>
                  <a:pt x="342" y="235"/>
                  <a:pt x="345" y="225"/>
                </a:cubicBezTo>
                <a:cubicBezTo>
                  <a:pt x="331" y="220"/>
                  <a:pt x="331" y="220"/>
                  <a:pt x="331" y="220"/>
                </a:cubicBezTo>
                <a:cubicBezTo>
                  <a:pt x="328" y="230"/>
                  <a:pt x="324" y="239"/>
                  <a:pt x="320" y="248"/>
                </a:cubicBezTo>
                <a:moveTo>
                  <a:pt x="113" y="341"/>
                </a:moveTo>
                <a:cubicBezTo>
                  <a:pt x="123" y="345"/>
                  <a:pt x="133" y="348"/>
                  <a:pt x="144" y="350"/>
                </a:cubicBezTo>
                <a:cubicBezTo>
                  <a:pt x="147" y="335"/>
                  <a:pt x="147" y="335"/>
                  <a:pt x="147" y="335"/>
                </a:cubicBezTo>
                <a:cubicBezTo>
                  <a:pt x="137" y="333"/>
                  <a:pt x="127" y="330"/>
                  <a:pt x="118" y="327"/>
                </a:cubicBezTo>
                <a:lnTo>
                  <a:pt x="113" y="341"/>
                </a:lnTo>
                <a:close/>
                <a:moveTo>
                  <a:pt x="351" y="160"/>
                </a:moveTo>
                <a:cubicBezTo>
                  <a:pt x="336" y="162"/>
                  <a:pt x="336" y="162"/>
                  <a:pt x="336" y="162"/>
                </a:cubicBezTo>
                <a:cubicBezTo>
                  <a:pt x="337" y="167"/>
                  <a:pt x="337" y="172"/>
                  <a:pt x="337" y="177"/>
                </a:cubicBezTo>
                <a:cubicBezTo>
                  <a:pt x="337" y="182"/>
                  <a:pt x="337" y="186"/>
                  <a:pt x="336" y="191"/>
                </a:cubicBezTo>
                <a:cubicBezTo>
                  <a:pt x="351" y="193"/>
                  <a:pt x="351" y="193"/>
                  <a:pt x="351" y="193"/>
                </a:cubicBezTo>
                <a:cubicBezTo>
                  <a:pt x="352" y="187"/>
                  <a:pt x="352" y="182"/>
                  <a:pt x="352" y="177"/>
                </a:cubicBezTo>
                <a:cubicBezTo>
                  <a:pt x="352" y="171"/>
                  <a:pt x="352" y="166"/>
                  <a:pt x="351" y="160"/>
                </a:cubicBezTo>
                <a:moveTo>
                  <a:pt x="345" y="128"/>
                </a:moveTo>
                <a:cubicBezTo>
                  <a:pt x="342" y="118"/>
                  <a:pt x="338" y="108"/>
                  <a:pt x="334" y="98"/>
                </a:cubicBezTo>
                <a:cubicBezTo>
                  <a:pt x="320" y="105"/>
                  <a:pt x="320" y="105"/>
                  <a:pt x="320" y="105"/>
                </a:cubicBezTo>
                <a:cubicBezTo>
                  <a:pt x="324" y="114"/>
                  <a:pt x="328" y="123"/>
                  <a:pt x="331" y="132"/>
                </a:cubicBezTo>
                <a:lnTo>
                  <a:pt x="345" y="128"/>
                </a:lnTo>
                <a:close/>
                <a:moveTo>
                  <a:pt x="304" y="80"/>
                </a:moveTo>
                <a:cubicBezTo>
                  <a:pt x="316" y="70"/>
                  <a:pt x="316" y="70"/>
                  <a:pt x="316" y="70"/>
                </a:cubicBezTo>
                <a:cubicBezTo>
                  <a:pt x="310" y="62"/>
                  <a:pt x="303" y="54"/>
                  <a:pt x="295" y="46"/>
                </a:cubicBezTo>
                <a:cubicBezTo>
                  <a:pt x="284" y="58"/>
                  <a:pt x="284" y="58"/>
                  <a:pt x="284" y="58"/>
                </a:cubicBezTo>
                <a:cubicBezTo>
                  <a:pt x="292" y="64"/>
                  <a:pt x="298" y="72"/>
                  <a:pt x="304" y="80"/>
                </a:cubicBezTo>
                <a:moveTo>
                  <a:pt x="176" y="338"/>
                </a:moveTo>
                <a:cubicBezTo>
                  <a:pt x="176" y="353"/>
                  <a:pt x="176" y="353"/>
                  <a:pt x="176" y="353"/>
                </a:cubicBezTo>
                <a:cubicBezTo>
                  <a:pt x="187" y="353"/>
                  <a:pt x="198" y="352"/>
                  <a:pt x="209" y="350"/>
                </a:cubicBezTo>
                <a:cubicBezTo>
                  <a:pt x="206" y="335"/>
                  <a:pt x="206" y="335"/>
                  <a:pt x="206" y="335"/>
                </a:cubicBezTo>
                <a:cubicBezTo>
                  <a:pt x="196" y="337"/>
                  <a:pt x="186" y="338"/>
                  <a:pt x="176" y="338"/>
                </a:cubicBezTo>
                <a:moveTo>
                  <a:pt x="176" y="96"/>
                </a:moveTo>
                <a:cubicBezTo>
                  <a:pt x="132" y="96"/>
                  <a:pt x="96" y="132"/>
                  <a:pt x="96" y="177"/>
                </a:cubicBezTo>
                <a:cubicBezTo>
                  <a:pt x="96" y="221"/>
                  <a:pt x="132" y="257"/>
                  <a:pt x="176" y="257"/>
                </a:cubicBezTo>
                <a:cubicBezTo>
                  <a:pt x="221" y="257"/>
                  <a:pt x="256" y="221"/>
                  <a:pt x="256" y="177"/>
                </a:cubicBezTo>
                <a:cubicBezTo>
                  <a:pt x="256" y="132"/>
                  <a:pt x="221" y="96"/>
                  <a:pt x="176" y="96"/>
                </a:cubicBezTo>
                <a:moveTo>
                  <a:pt x="176" y="241"/>
                </a:moveTo>
                <a:cubicBezTo>
                  <a:pt x="141" y="241"/>
                  <a:pt x="112" y="212"/>
                  <a:pt x="112" y="177"/>
                </a:cubicBezTo>
                <a:cubicBezTo>
                  <a:pt x="112" y="141"/>
                  <a:pt x="141" y="112"/>
                  <a:pt x="176" y="112"/>
                </a:cubicBezTo>
                <a:cubicBezTo>
                  <a:pt x="212" y="112"/>
                  <a:pt x="240" y="141"/>
                  <a:pt x="240" y="177"/>
                </a:cubicBezTo>
                <a:cubicBezTo>
                  <a:pt x="240" y="212"/>
                  <a:pt x="212" y="241"/>
                  <a:pt x="176" y="241"/>
                </a:cubicBezTo>
                <a:moveTo>
                  <a:pt x="234" y="327"/>
                </a:moveTo>
                <a:cubicBezTo>
                  <a:pt x="240" y="341"/>
                  <a:pt x="240" y="341"/>
                  <a:pt x="240" y="341"/>
                </a:cubicBezTo>
                <a:cubicBezTo>
                  <a:pt x="250" y="337"/>
                  <a:pt x="260" y="332"/>
                  <a:pt x="269" y="326"/>
                </a:cubicBezTo>
                <a:cubicBezTo>
                  <a:pt x="261" y="313"/>
                  <a:pt x="261" y="313"/>
                  <a:pt x="261" y="313"/>
                </a:cubicBezTo>
                <a:cubicBezTo>
                  <a:pt x="252" y="319"/>
                  <a:pt x="243" y="323"/>
                  <a:pt x="234" y="327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8" name="Freeform 38"/>
          <p:cNvSpPr>
            <a:spLocks noEditPoints="1"/>
          </p:cNvSpPr>
          <p:nvPr/>
        </p:nvSpPr>
        <p:spPr bwMode="auto">
          <a:xfrm>
            <a:off x="4161369" y="4265084"/>
            <a:ext cx="573617" cy="575733"/>
          </a:xfrm>
          <a:custGeom>
            <a:avLst/>
            <a:gdLst>
              <a:gd name="T0" fmla="*/ 0 w 351"/>
              <a:gd name="T1" fmla="*/ 193 h 353"/>
              <a:gd name="T2" fmla="*/ 20 w 351"/>
              <a:gd name="T3" fmla="*/ 221 h 353"/>
              <a:gd name="T4" fmla="*/ 20 w 351"/>
              <a:gd name="T5" fmla="*/ 133 h 353"/>
              <a:gd name="T6" fmla="*/ 0 w 351"/>
              <a:gd name="T7" fmla="*/ 161 h 353"/>
              <a:gd name="T8" fmla="*/ 20 w 351"/>
              <a:gd name="T9" fmla="*/ 133 h 353"/>
              <a:gd name="T10" fmla="*/ 35 w 351"/>
              <a:gd name="T11" fmla="*/ 283 h 353"/>
              <a:gd name="T12" fmla="*/ 31 w 351"/>
              <a:gd name="T13" fmla="*/ 249 h 353"/>
              <a:gd name="T14" fmla="*/ 90 w 351"/>
              <a:gd name="T15" fmla="*/ 40 h 353"/>
              <a:gd name="T16" fmla="*/ 56 w 351"/>
              <a:gd name="T17" fmla="*/ 47 h 353"/>
              <a:gd name="T18" fmla="*/ 90 w 351"/>
              <a:gd name="T19" fmla="*/ 40 h 353"/>
              <a:gd name="T20" fmla="*/ 34 w 351"/>
              <a:gd name="T21" fmla="*/ 71 h 353"/>
              <a:gd name="T22" fmla="*/ 31 w 351"/>
              <a:gd name="T23" fmla="*/ 105 h 353"/>
              <a:gd name="T24" fmla="*/ 57 w 351"/>
              <a:gd name="T25" fmla="*/ 307 h 353"/>
              <a:gd name="T26" fmla="*/ 91 w 351"/>
              <a:gd name="T27" fmla="*/ 314 h 353"/>
              <a:gd name="T28" fmla="*/ 57 w 351"/>
              <a:gd name="T29" fmla="*/ 307 h 353"/>
              <a:gd name="T30" fmla="*/ 239 w 351"/>
              <a:gd name="T31" fmla="*/ 12 h 353"/>
              <a:gd name="T32" fmla="*/ 260 w 351"/>
              <a:gd name="T33" fmla="*/ 40 h 353"/>
              <a:gd name="T34" fmla="*/ 205 w 351"/>
              <a:gd name="T35" fmla="*/ 18 h 353"/>
              <a:gd name="T36" fmla="*/ 175 w 351"/>
              <a:gd name="T37" fmla="*/ 0 h 353"/>
              <a:gd name="T38" fmla="*/ 174 w 351"/>
              <a:gd name="T39" fmla="*/ 0 h 353"/>
              <a:gd name="T40" fmla="*/ 205 w 351"/>
              <a:gd name="T41" fmla="*/ 18 h 353"/>
              <a:gd name="T42" fmla="*/ 142 w 351"/>
              <a:gd name="T43" fmla="*/ 3 h 353"/>
              <a:gd name="T44" fmla="*/ 116 w 351"/>
              <a:gd name="T45" fmla="*/ 27 h 353"/>
              <a:gd name="T46" fmla="*/ 284 w 351"/>
              <a:gd name="T47" fmla="*/ 295 h 353"/>
              <a:gd name="T48" fmla="*/ 316 w 351"/>
              <a:gd name="T49" fmla="*/ 283 h 353"/>
              <a:gd name="T50" fmla="*/ 284 w 351"/>
              <a:gd name="T51" fmla="*/ 295 h 353"/>
              <a:gd name="T52" fmla="*/ 333 w 351"/>
              <a:gd name="T53" fmla="*/ 255 h 353"/>
              <a:gd name="T54" fmla="*/ 330 w 351"/>
              <a:gd name="T55" fmla="*/ 220 h 353"/>
              <a:gd name="T56" fmla="*/ 345 w 351"/>
              <a:gd name="T57" fmla="*/ 128 h 353"/>
              <a:gd name="T58" fmla="*/ 319 w 351"/>
              <a:gd name="T59" fmla="*/ 105 h 353"/>
              <a:gd name="T60" fmla="*/ 345 w 351"/>
              <a:gd name="T61" fmla="*/ 128 h 353"/>
              <a:gd name="T62" fmla="*/ 335 w 351"/>
              <a:gd name="T63" fmla="*/ 162 h 353"/>
              <a:gd name="T64" fmla="*/ 335 w 351"/>
              <a:gd name="T65" fmla="*/ 191 h 353"/>
              <a:gd name="T66" fmla="*/ 351 w 351"/>
              <a:gd name="T67" fmla="*/ 177 h 353"/>
              <a:gd name="T68" fmla="*/ 112 w 351"/>
              <a:gd name="T69" fmla="*/ 341 h 353"/>
              <a:gd name="T70" fmla="*/ 146 w 351"/>
              <a:gd name="T71" fmla="*/ 335 h 353"/>
              <a:gd name="T72" fmla="*/ 112 w 351"/>
              <a:gd name="T73" fmla="*/ 341 h 353"/>
              <a:gd name="T74" fmla="*/ 316 w 351"/>
              <a:gd name="T75" fmla="*/ 70 h 353"/>
              <a:gd name="T76" fmla="*/ 284 w 351"/>
              <a:gd name="T77" fmla="*/ 58 h 353"/>
              <a:gd name="T78" fmla="*/ 181 w 351"/>
              <a:gd name="T79" fmla="*/ 271 h 353"/>
              <a:gd name="T80" fmla="*/ 248 w 351"/>
              <a:gd name="T81" fmla="*/ 201 h 353"/>
              <a:gd name="T82" fmla="*/ 234 w 351"/>
              <a:gd name="T83" fmla="*/ 195 h 353"/>
              <a:gd name="T84" fmla="*/ 184 w 351"/>
              <a:gd name="T85" fmla="*/ 88 h 353"/>
              <a:gd name="T86" fmla="*/ 167 w 351"/>
              <a:gd name="T87" fmla="*/ 88 h 353"/>
              <a:gd name="T88" fmla="*/ 117 w 351"/>
              <a:gd name="T89" fmla="*/ 195 h 353"/>
              <a:gd name="T90" fmla="*/ 103 w 351"/>
              <a:gd name="T91" fmla="*/ 201 h 353"/>
              <a:gd name="T92" fmla="*/ 170 w 351"/>
              <a:gd name="T93" fmla="*/ 271 h 353"/>
              <a:gd name="T94" fmla="*/ 181 w 351"/>
              <a:gd name="T95" fmla="*/ 271 h 353"/>
              <a:gd name="T96" fmla="*/ 176 w 351"/>
              <a:gd name="T97" fmla="*/ 353 h 353"/>
              <a:gd name="T98" fmla="*/ 205 w 351"/>
              <a:gd name="T99" fmla="*/ 335 h 353"/>
              <a:gd name="T100" fmla="*/ 234 w 351"/>
              <a:gd name="T101" fmla="*/ 327 h 353"/>
              <a:gd name="T102" fmla="*/ 268 w 351"/>
              <a:gd name="T103" fmla="*/ 326 h 353"/>
              <a:gd name="T104" fmla="*/ 234 w 351"/>
              <a:gd name="T105" fmla="*/ 327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351" h="353">
                <a:moveTo>
                  <a:pt x="15" y="192"/>
                </a:moveTo>
                <a:cubicBezTo>
                  <a:pt x="0" y="193"/>
                  <a:pt x="0" y="193"/>
                  <a:pt x="0" y="193"/>
                </a:cubicBezTo>
                <a:cubicBezTo>
                  <a:pt x="1" y="204"/>
                  <a:pt x="3" y="215"/>
                  <a:pt x="6" y="225"/>
                </a:cubicBezTo>
                <a:cubicBezTo>
                  <a:pt x="20" y="221"/>
                  <a:pt x="20" y="221"/>
                  <a:pt x="20" y="221"/>
                </a:cubicBezTo>
                <a:cubicBezTo>
                  <a:pt x="18" y="212"/>
                  <a:pt x="16" y="202"/>
                  <a:pt x="15" y="192"/>
                </a:cubicBezTo>
                <a:moveTo>
                  <a:pt x="20" y="133"/>
                </a:moveTo>
                <a:cubicBezTo>
                  <a:pt x="5" y="129"/>
                  <a:pt x="5" y="129"/>
                  <a:pt x="5" y="129"/>
                </a:cubicBezTo>
                <a:cubicBezTo>
                  <a:pt x="3" y="139"/>
                  <a:pt x="1" y="150"/>
                  <a:pt x="0" y="161"/>
                </a:cubicBezTo>
                <a:cubicBezTo>
                  <a:pt x="15" y="162"/>
                  <a:pt x="15" y="162"/>
                  <a:pt x="15" y="162"/>
                </a:cubicBezTo>
                <a:cubicBezTo>
                  <a:pt x="16" y="152"/>
                  <a:pt x="18" y="143"/>
                  <a:pt x="20" y="133"/>
                </a:cubicBezTo>
                <a:moveTo>
                  <a:pt x="18" y="256"/>
                </a:moveTo>
                <a:cubicBezTo>
                  <a:pt x="22" y="265"/>
                  <a:pt x="28" y="275"/>
                  <a:pt x="35" y="283"/>
                </a:cubicBezTo>
                <a:cubicBezTo>
                  <a:pt x="47" y="274"/>
                  <a:pt x="47" y="274"/>
                  <a:pt x="47" y="274"/>
                </a:cubicBezTo>
                <a:cubicBezTo>
                  <a:pt x="41" y="266"/>
                  <a:pt x="36" y="258"/>
                  <a:pt x="31" y="249"/>
                </a:cubicBezTo>
                <a:lnTo>
                  <a:pt x="18" y="256"/>
                </a:lnTo>
                <a:close/>
                <a:moveTo>
                  <a:pt x="90" y="40"/>
                </a:moveTo>
                <a:cubicBezTo>
                  <a:pt x="82" y="27"/>
                  <a:pt x="82" y="27"/>
                  <a:pt x="82" y="27"/>
                </a:cubicBezTo>
                <a:cubicBezTo>
                  <a:pt x="73" y="33"/>
                  <a:pt x="64" y="40"/>
                  <a:pt x="56" y="47"/>
                </a:cubicBezTo>
                <a:cubicBezTo>
                  <a:pt x="66" y="58"/>
                  <a:pt x="66" y="58"/>
                  <a:pt x="66" y="58"/>
                </a:cubicBezTo>
                <a:cubicBezTo>
                  <a:pt x="74" y="51"/>
                  <a:pt x="82" y="45"/>
                  <a:pt x="90" y="40"/>
                </a:cubicBezTo>
                <a:moveTo>
                  <a:pt x="46" y="80"/>
                </a:moveTo>
                <a:cubicBezTo>
                  <a:pt x="34" y="71"/>
                  <a:pt x="34" y="71"/>
                  <a:pt x="34" y="71"/>
                </a:cubicBezTo>
                <a:cubicBezTo>
                  <a:pt x="28" y="80"/>
                  <a:pt x="22" y="89"/>
                  <a:pt x="17" y="99"/>
                </a:cubicBezTo>
                <a:cubicBezTo>
                  <a:pt x="31" y="105"/>
                  <a:pt x="31" y="105"/>
                  <a:pt x="31" y="105"/>
                </a:cubicBezTo>
                <a:cubicBezTo>
                  <a:pt x="35" y="97"/>
                  <a:pt x="40" y="88"/>
                  <a:pt x="46" y="80"/>
                </a:cubicBezTo>
                <a:moveTo>
                  <a:pt x="57" y="307"/>
                </a:moveTo>
                <a:cubicBezTo>
                  <a:pt x="65" y="314"/>
                  <a:pt x="74" y="321"/>
                  <a:pt x="83" y="327"/>
                </a:cubicBezTo>
                <a:cubicBezTo>
                  <a:pt x="91" y="314"/>
                  <a:pt x="91" y="314"/>
                  <a:pt x="91" y="314"/>
                </a:cubicBezTo>
                <a:cubicBezTo>
                  <a:pt x="82" y="309"/>
                  <a:pt x="74" y="303"/>
                  <a:pt x="67" y="296"/>
                </a:cubicBezTo>
                <a:lnTo>
                  <a:pt x="57" y="307"/>
                </a:lnTo>
                <a:close/>
                <a:moveTo>
                  <a:pt x="268" y="27"/>
                </a:moveTo>
                <a:cubicBezTo>
                  <a:pt x="259" y="21"/>
                  <a:pt x="249" y="16"/>
                  <a:pt x="239" y="12"/>
                </a:cubicBezTo>
                <a:cubicBezTo>
                  <a:pt x="233" y="27"/>
                  <a:pt x="233" y="27"/>
                  <a:pt x="233" y="27"/>
                </a:cubicBezTo>
                <a:cubicBezTo>
                  <a:pt x="242" y="30"/>
                  <a:pt x="251" y="35"/>
                  <a:pt x="260" y="40"/>
                </a:cubicBezTo>
                <a:lnTo>
                  <a:pt x="268" y="27"/>
                </a:lnTo>
                <a:close/>
                <a:moveTo>
                  <a:pt x="205" y="18"/>
                </a:moveTo>
                <a:cubicBezTo>
                  <a:pt x="208" y="3"/>
                  <a:pt x="208" y="3"/>
                  <a:pt x="208" y="3"/>
                </a:cubicBezTo>
                <a:cubicBezTo>
                  <a:pt x="197" y="1"/>
                  <a:pt x="186" y="0"/>
                  <a:pt x="175" y="0"/>
                </a:cubicBezTo>
                <a:cubicBezTo>
                  <a:pt x="175" y="0"/>
                  <a:pt x="175" y="0"/>
                  <a:pt x="175" y="0"/>
                </a:cubicBezTo>
                <a:cubicBezTo>
                  <a:pt x="174" y="0"/>
                  <a:pt x="174" y="0"/>
                  <a:pt x="174" y="0"/>
                </a:cubicBezTo>
                <a:cubicBezTo>
                  <a:pt x="175" y="16"/>
                  <a:pt x="175" y="16"/>
                  <a:pt x="175" y="16"/>
                </a:cubicBezTo>
                <a:cubicBezTo>
                  <a:pt x="185" y="16"/>
                  <a:pt x="195" y="17"/>
                  <a:pt x="205" y="18"/>
                </a:cubicBezTo>
                <a:moveTo>
                  <a:pt x="145" y="19"/>
                </a:moveTo>
                <a:cubicBezTo>
                  <a:pt x="142" y="3"/>
                  <a:pt x="142" y="3"/>
                  <a:pt x="142" y="3"/>
                </a:cubicBezTo>
                <a:cubicBezTo>
                  <a:pt x="131" y="6"/>
                  <a:pt x="121" y="9"/>
                  <a:pt x="111" y="13"/>
                </a:cubicBezTo>
                <a:cubicBezTo>
                  <a:pt x="116" y="27"/>
                  <a:pt x="116" y="27"/>
                  <a:pt x="116" y="27"/>
                </a:cubicBezTo>
                <a:cubicBezTo>
                  <a:pt x="126" y="23"/>
                  <a:pt x="135" y="20"/>
                  <a:pt x="145" y="19"/>
                </a:cubicBezTo>
                <a:moveTo>
                  <a:pt x="284" y="295"/>
                </a:moveTo>
                <a:cubicBezTo>
                  <a:pt x="294" y="307"/>
                  <a:pt x="294" y="307"/>
                  <a:pt x="294" y="307"/>
                </a:cubicBezTo>
                <a:cubicBezTo>
                  <a:pt x="302" y="299"/>
                  <a:pt x="309" y="291"/>
                  <a:pt x="316" y="283"/>
                </a:cubicBezTo>
                <a:cubicBezTo>
                  <a:pt x="304" y="273"/>
                  <a:pt x="304" y="273"/>
                  <a:pt x="304" y="273"/>
                </a:cubicBezTo>
                <a:cubicBezTo>
                  <a:pt x="298" y="281"/>
                  <a:pt x="291" y="289"/>
                  <a:pt x="284" y="295"/>
                </a:cubicBezTo>
                <a:moveTo>
                  <a:pt x="319" y="248"/>
                </a:moveTo>
                <a:cubicBezTo>
                  <a:pt x="333" y="255"/>
                  <a:pt x="333" y="255"/>
                  <a:pt x="333" y="255"/>
                </a:cubicBezTo>
                <a:cubicBezTo>
                  <a:pt x="338" y="245"/>
                  <a:pt x="342" y="235"/>
                  <a:pt x="345" y="225"/>
                </a:cubicBezTo>
                <a:cubicBezTo>
                  <a:pt x="330" y="220"/>
                  <a:pt x="330" y="220"/>
                  <a:pt x="330" y="220"/>
                </a:cubicBezTo>
                <a:cubicBezTo>
                  <a:pt x="327" y="230"/>
                  <a:pt x="324" y="239"/>
                  <a:pt x="319" y="248"/>
                </a:cubicBezTo>
                <a:moveTo>
                  <a:pt x="345" y="128"/>
                </a:moveTo>
                <a:cubicBezTo>
                  <a:pt x="342" y="118"/>
                  <a:pt x="338" y="108"/>
                  <a:pt x="333" y="98"/>
                </a:cubicBezTo>
                <a:cubicBezTo>
                  <a:pt x="319" y="105"/>
                  <a:pt x="319" y="105"/>
                  <a:pt x="319" y="105"/>
                </a:cubicBezTo>
                <a:cubicBezTo>
                  <a:pt x="324" y="114"/>
                  <a:pt x="327" y="123"/>
                  <a:pt x="330" y="132"/>
                </a:cubicBezTo>
                <a:lnTo>
                  <a:pt x="345" y="128"/>
                </a:lnTo>
                <a:close/>
                <a:moveTo>
                  <a:pt x="351" y="160"/>
                </a:moveTo>
                <a:cubicBezTo>
                  <a:pt x="335" y="162"/>
                  <a:pt x="335" y="162"/>
                  <a:pt x="335" y="162"/>
                </a:cubicBezTo>
                <a:cubicBezTo>
                  <a:pt x="336" y="167"/>
                  <a:pt x="336" y="172"/>
                  <a:pt x="336" y="177"/>
                </a:cubicBezTo>
                <a:cubicBezTo>
                  <a:pt x="336" y="182"/>
                  <a:pt x="336" y="186"/>
                  <a:pt x="335" y="191"/>
                </a:cubicBezTo>
                <a:cubicBezTo>
                  <a:pt x="351" y="193"/>
                  <a:pt x="351" y="193"/>
                  <a:pt x="351" y="193"/>
                </a:cubicBezTo>
                <a:cubicBezTo>
                  <a:pt x="351" y="187"/>
                  <a:pt x="351" y="182"/>
                  <a:pt x="351" y="177"/>
                </a:cubicBezTo>
                <a:cubicBezTo>
                  <a:pt x="351" y="171"/>
                  <a:pt x="351" y="166"/>
                  <a:pt x="351" y="160"/>
                </a:cubicBezTo>
                <a:moveTo>
                  <a:pt x="112" y="341"/>
                </a:moveTo>
                <a:cubicBezTo>
                  <a:pt x="122" y="345"/>
                  <a:pt x="132" y="348"/>
                  <a:pt x="143" y="350"/>
                </a:cubicBezTo>
                <a:cubicBezTo>
                  <a:pt x="146" y="335"/>
                  <a:pt x="146" y="335"/>
                  <a:pt x="146" y="335"/>
                </a:cubicBezTo>
                <a:cubicBezTo>
                  <a:pt x="136" y="333"/>
                  <a:pt x="127" y="330"/>
                  <a:pt x="117" y="327"/>
                </a:cubicBezTo>
                <a:lnTo>
                  <a:pt x="112" y="341"/>
                </a:lnTo>
                <a:close/>
                <a:moveTo>
                  <a:pt x="304" y="80"/>
                </a:moveTo>
                <a:cubicBezTo>
                  <a:pt x="316" y="70"/>
                  <a:pt x="316" y="70"/>
                  <a:pt x="316" y="70"/>
                </a:cubicBezTo>
                <a:cubicBezTo>
                  <a:pt x="309" y="62"/>
                  <a:pt x="302" y="54"/>
                  <a:pt x="294" y="46"/>
                </a:cubicBezTo>
                <a:cubicBezTo>
                  <a:pt x="284" y="58"/>
                  <a:pt x="284" y="58"/>
                  <a:pt x="284" y="58"/>
                </a:cubicBezTo>
                <a:cubicBezTo>
                  <a:pt x="291" y="64"/>
                  <a:pt x="298" y="72"/>
                  <a:pt x="304" y="80"/>
                </a:cubicBezTo>
                <a:moveTo>
                  <a:pt x="181" y="271"/>
                </a:moveTo>
                <a:cubicBezTo>
                  <a:pt x="245" y="206"/>
                  <a:pt x="245" y="206"/>
                  <a:pt x="245" y="206"/>
                </a:cubicBezTo>
                <a:cubicBezTo>
                  <a:pt x="247" y="205"/>
                  <a:pt x="248" y="203"/>
                  <a:pt x="248" y="201"/>
                </a:cubicBezTo>
                <a:cubicBezTo>
                  <a:pt x="248" y="196"/>
                  <a:pt x="244" y="193"/>
                  <a:pt x="240" y="193"/>
                </a:cubicBezTo>
                <a:cubicBezTo>
                  <a:pt x="238" y="193"/>
                  <a:pt x="235" y="194"/>
                  <a:pt x="234" y="195"/>
                </a:cubicBezTo>
                <a:cubicBezTo>
                  <a:pt x="184" y="246"/>
                  <a:pt x="184" y="246"/>
                  <a:pt x="184" y="246"/>
                </a:cubicBezTo>
                <a:cubicBezTo>
                  <a:pt x="184" y="88"/>
                  <a:pt x="184" y="88"/>
                  <a:pt x="184" y="88"/>
                </a:cubicBezTo>
                <a:cubicBezTo>
                  <a:pt x="184" y="84"/>
                  <a:pt x="180" y="80"/>
                  <a:pt x="176" y="80"/>
                </a:cubicBezTo>
                <a:cubicBezTo>
                  <a:pt x="171" y="80"/>
                  <a:pt x="167" y="84"/>
                  <a:pt x="167" y="88"/>
                </a:cubicBezTo>
                <a:cubicBezTo>
                  <a:pt x="167" y="246"/>
                  <a:pt x="167" y="246"/>
                  <a:pt x="167" y="246"/>
                </a:cubicBezTo>
                <a:cubicBezTo>
                  <a:pt x="117" y="195"/>
                  <a:pt x="117" y="195"/>
                  <a:pt x="117" y="195"/>
                </a:cubicBezTo>
                <a:cubicBezTo>
                  <a:pt x="116" y="194"/>
                  <a:pt x="114" y="193"/>
                  <a:pt x="111" y="193"/>
                </a:cubicBezTo>
                <a:cubicBezTo>
                  <a:pt x="107" y="193"/>
                  <a:pt x="103" y="196"/>
                  <a:pt x="103" y="201"/>
                </a:cubicBezTo>
                <a:cubicBezTo>
                  <a:pt x="103" y="203"/>
                  <a:pt x="104" y="205"/>
                  <a:pt x="106" y="206"/>
                </a:cubicBezTo>
                <a:cubicBezTo>
                  <a:pt x="170" y="271"/>
                  <a:pt x="170" y="271"/>
                  <a:pt x="170" y="271"/>
                </a:cubicBezTo>
                <a:cubicBezTo>
                  <a:pt x="171" y="272"/>
                  <a:pt x="173" y="273"/>
                  <a:pt x="176" y="273"/>
                </a:cubicBezTo>
                <a:cubicBezTo>
                  <a:pt x="178" y="273"/>
                  <a:pt x="180" y="272"/>
                  <a:pt x="181" y="271"/>
                </a:cubicBezTo>
                <a:moveTo>
                  <a:pt x="176" y="338"/>
                </a:moveTo>
                <a:cubicBezTo>
                  <a:pt x="176" y="353"/>
                  <a:pt x="176" y="353"/>
                  <a:pt x="176" y="353"/>
                </a:cubicBezTo>
                <a:cubicBezTo>
                  <a:pt x="186" y="353"/>
                  <a:pt x="197" y="352"/>
                  <a:pt x="208" y="350"/>
                </a:cubicBezTo>
                <a:cubicBezTo>
                  <a:pt x="205" y="335"/>
                  <a:pt x="205" y="335"/>
                  <a:pt x="205" y="335"/>
                </a:cubicBezTo>
                <a:cubicBezTo>
                  <a:pt x="195" y="337"/>
                  <a:pt x="185" y="338"/>
                  <a:pt x="176" y="338"/>
                </a:cubicBezTo>
                <a:moveTo>
                  <a:pt x="234" y="327"/>
                </a:moveTo>
                <a:cubicBezTo>
                  <a:pt x="239" y="341"/>
                  <a:pt x="239" y="341"/>
                  <a:pt x="239" y="341"/>
                </a:cubicBezTo>
                <a:cubicBezTo>
                  <a:pt x="249" y="337"/>
                  <a:pt x="259" y="332"/>
                  <a:pt x="268" y="326"/>
                </a:cubicBezTo>
                <a:cubicBezTo>
                  <a:pt x="260" y="313"/>
                  <a:pt x="260" y="313"/>
                  <a:pt x="260" y="313"/>
                </a:cubicBezTo>
                <a:cubicBezTo>
                  <a:pt x="252" y="319"/>
                  <a:pt x="243" y="323"/>
                  <a:pt x="234" y="327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9" name="Freeform 39"/>
          <p:cNvSpPr>
            <a:spLocks noEditPoints="1"/>
          </p:cNvSpPr>
          <p:nvPr/>
        </p:nvSpPr>
        <p:spPr bwMode="auto">
          <a:xfrm>
            <a:off x="5259918" y="4265084"/>
            <a:ext cx="573617" cy="575733"/>
          </a:xfrm>
          <a:custGeom>
            <a:avLst/>
            <a:gdLst>
              <a:gd name="T0" fmla="*/ 0 w 352"/>
              <a:gd name="T1" fmla="*/ 193 h 353"/>
              <a:gd name="T2" fmla="*/ 21 w 352"/>
              <a:gd name="T3" fmla="*/ 221 h 353"/>
              <a:gd name="T4" fmla="*/ 21 w 352"/>
              <a:gd name="T5" fmla="*/ 133 h 353"/>
              <a:gd name="T6" fmla="*/ 0 w 352"/>
              <a:gd name="T7" fmla="*/ 161 h 353"/>
              <a:gd name="T8" fmla="*/ 21 w 352"/>
              <a:gd name="T9" fmla="*/ 133 h 353"/>
              <a:gd name="T10" fmla="*/ 82 w 352"/>
              <a:gd name="T11" fmla="*/ 27 h 353"/>
              <a:gd name="T12" fmla="*/ 67 w 352"/>
              <a:gd name="T13" fmla="*/ 58 h 353"/>
              <a:gd name="T14" fmla="*/ 18 w 352"/>
              <a:gd name="T15" fmla="*/ 256 h 353"/>
              <a:gd name="T16" fmla="*/ 47 w 352"/>
              <a:gd name="T17" fmla="*/ 274 h 353"/>
              <a:gd name="T18" fmla="*/ 18 w 352"/>
              <a:gd name="T19" fmla="*/ 256 h 353"/>
              <a:gd name="T20" fmla="*/ 208 w 352"/>
              <a:gd name="T21" fmla="*/ 3 h 353"/>
              <a:gd name="T22" fmla="*/ 176 w 352"/>
              <a:gd name="T23" fmla="*/ 0 h 353"/>
              <a:gd name="T24" fmla="*/ 175 w 352"/>
              <a:gd name="T25" fmla="*/ 16 h 353"/>
              <a:gd name="T26" fmla="*/ 57 w 352"/>
              <a:gd name="T27" fmla="*/ 307 h 353"/>
              <a:gd name="T28" fmla="*/ 91 w 352"/>
              <a:gd name="T29" fmla="*/ 314 h 353"/>
              <a:gd name="T30" fmla="*/ 57 w 352"/>
              <a:gd name="T31" fmla="*/ 307 h 353"/>
              <a:gd name="T32" fmla="*/ 34 w 352"/>
              <a:gd name="T33" fmla="*/ 71 h 353"/>
              <a:gd name="T34" fmla="*/ 31 w 352"/>
              <a:gd name="T35" fmla="*/ 105 h 353"/>
              <a:gd name="T36" fmla="*/ 268 w 352"/>
              <a:gd name="T37" fmla="*/ 27 h 353"/>
              <a:gd name="T38" fmla="*/ 234 w 352"/>
              <a:gd name="T39" fmla="*/ 27 h 353"/>
              <a:gd name="T40" fmla="*/ 268 w 352"/>
              <a:gd name="T41" fmla="*/ 27 h 353"/>
              <a:gd name="T42" fmla="*/ 142 w 352"/>
              <a:gd name="T43" fmla="*/ 3 h 353"/>
              <a:gd name="T44" fmla="*/ 117 w 352"/>
              <a:gd name="T45" fmla="*/ 27 h 353"/>
              <a:gd name="T46" fmla="*/ 345 w 352"/>
              <a:gd name="T47" fmla="*/ 128 h 353"/>
              <a:gd name="T48" fmla="*/ 320 w 352"/>
              <a:gd name="T49" fmla="*/ 105 h 353"/>
              <a:gd name="T50" fmla="*/ 345 w 352"/>
              <a:gd name="T51" fmla="*/ 128 h 353"/>
              <a:gd name="T52" fmla="*/ 333 w 352"/>
              <a:gd name="T53" fmla="*/ 255 h 353"/>
              <a:gd name="T54" fmla="*/ 330 w 352"/>
              <a:gd name="T55" fmla="*/ 220 h 353"/>
              <a:gd name="T56" fmla="*/ 112 w 352"/>
              <a:gd name="T57" fmla="*/ 341 h 353"/>
              <a:gd name="T58" fmla="*/ 146 w 352"/>
              <a:gd name="T59" fmla="*/ 335 h 353"/>
              <a:gd name="T60" fmla="*/ 112 w 352"/>
              <a:gd name="T61" fmla="*/ 341 h 353"/>
              <a:gd name="T62" fmla="*/ 316 w 352"/>
              <a:gd name="T63" fmla="*/ 70 h 353"/>
              <a:gd name="T64" fmla="*/ 284 w 352"/>
              <a:gd name="T65" fmla="*/ 58 h 353"/>
              <a:gd name="T66" fmla="*/ 351 w 352"/>
              <a:gd name="T67" fmla="*/ 160 h 353"/>
              <a:gd name="T68" fmla="*/ 336 w 352"/>
              <a:gd name="T69" fmla="*/ 177 h 353"/>
              <a:gd name="T70" fmla="*/ 351 w 352"/>
              <a:gd name="T71" fmla="*/ 193 h 353"/>
              <a:gd name="T72" fmla="*/ 351 w 352"/>
              <a:gd name="T73" fmla="*/ 160 h 353"/>
              <a:gd name="T74" fmla="*/ 294 w 352"/>
              <a:gd name="T75" fmla="*/ 307 h 353"/>
              <a:gd name="T76" fmla="*/ 304 w 352"/>
              <a:gd name="T77" fmla="*/ 273 h 353"/>
              <a:gd name="T78" fmla="*/ 184 w 352"/>
              <a:gd name="T79" fmla="*/ 265 h 353"/>
              <a:gd name="T80" fmla="*/ 234 w 352"/>
              <a:gd name="T81" fmla="*/ 158 h 353"/>
              <a:gd name="T82" fmla="*/ 248 w 352"/>
              <a:gd name="T83" fmla="*/ 153 h 353"/>
              <a:gd name="T84" fmla="*/ 182 w 352"/>
              <a:gd name="T85" fmla="*/ 83 h 353"/>
              <a:gd name="T86" fmla="*/ 170 w 352"/>
              <a:gd name="T87" fmla="*/ 83 h 353"/>
              <a:gd name="T88" fmla="*/ 104 w 352"/>
              <a:gd name="T89" fmla="*/ 153 h 353"/>
              <a:gd name="T90" fmla="*/ 117 w 352"/>
              <a:gd name="T91" fmla="*/ 158 h 353"/>
              <a:gd name="T92" fmla="*/ 168 w 352"/>
              <a:gd name="T93" fmla="*/ 265 h 353"/>
              <a:gd name="T94" fmla="*/ 184 w 352"/>
              <a:gd name="T95" fmla="*/ 265 h 353"/>
              <a:gd name="T96" fmla="*/ 239 w 352"/>
              <a:gd name="T97" fmla="*/ 341 h 353"/>
              <a:gd name="T98" fmla="*/ 260 w 352"/>
              <a:gd name="T99" fmla="*/ 313 h 353"/>
              <a:gd name="T100" fmla="*/ 176 w 352"/>
              <a:gd name="T101" fmla="*/ 338 h 353"/>
              <a:gd name="T102" fmla="*/ 208 w 352"/>
              <a:gd name="T103" fmla="*/ 350 h 353"/>
              <a:gd name="T104" fmla="*/ 176 w 352"/>
              <a:gd name="T105" fmla="*/ 338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352" h="353">
                <a:moveTo>
                  <a:pt x="15" y="192"/>
                </a:moveTo>
                <a:cubicBezTo>
                  <a:pt x="0" y="193"/>
                  <a:pt x="0" y="193"/>
                  <a:pt x="0" y="193"/>
                </a:cubicBezTo>
                <a:cubicBezTo>
                  <a:pt x="1" y="204"/>
                  <a:pt x="3" y="215"/>
                  <a:pt x="6" y="225"/>
                </a:cubicBezTo>
                <a:cubicBezTo>
                  <a:pt x="21" y="221"/>
                  <a:pt x="21" y="221"/>
                  <a:pt x="21" y="221"/>
                </a:cubicBezTo>
                <a:cubicBezTo>
                  <a:pt x="18" y="212"/>
                  <a:pt x="16" y="202"/>
                  <a:pt x="15" y="192"/>
                </a:cubicBezTo>
                <a:moveTo>
                  <a:pt x="21" y="133"/>
                </a:moveTo>
                <a:cubicBezTo>
                  <a:pt x="6" y="129"/>
                  <a:pt x="6" y="129"/>
                  <a:pt x="6" y="129"/>
                </a:cubicBezTo>
                <a:cubicBezTo>
                  <a:pt x="3" y="139"/>
                  <a:pt x="1" y="150"/>
                  <a:pt x="0" y="161"/>
                </a:cubicBezTo>
                <a:cubicBezTo>
                  <a:pt x="15" y="162"/>
                  <a:pt x="15" y="162"/>
                  <a:pt x="15" y="162"/>
                </a:cubicBezTo>
                <a:cubicBezTo>
                  <a:pt x="16" y="152"/>
                  <a:pt x="18" y="143"/>
                  <a:pt x="21" y="133"/>
                </a:cubicBezTo>
                <a:moveTo>
                  <a:pt x="90" y="40"/>
                </a:moveTo>
                <a:cubicBezTo>
                  <a:pt x="82" y="27"/>
                  <a:pt x="82" y="27"/>
                  <a:pt x="82" y="27"/>
                </a:cubicBezTo>
                <a:cubicBezTo>
                  <a:pt x="73" y="33"/>
                  <a:pt x="64" y="40"/>
                  <a:pt x="56" y="47"/>
                </a:cubicBezTo>
                <a:cubicBezTo>
                  <a:pt x="67" y="58"/>
                  <a:pt x="67" y="58"/>
                  <a:pt x="67" y="58"/>
                </a:cubicBezTo>
                <a:cubicBezTo>
                  <a:pt x="74" y="51"/>
                  <a:pt x="82" y="45"/>
                  <a:pt x="90" y="40"/>
                </a:cubicBezTo>
                <a:moveTo>
                  <a:pt x="18" y="256"/>
                </a:moveTo>
                <a:cubicBezTo>
                  <a:pt x="23" y="265"/>
                  <a:pt x="29" y="275"/>
                  <a:pt x="35" y="283"/>
                </a:cubicBezTo>
                <a:cubicBezTo>
                  <a:pt x="47" y="274"/>
                  <a:pt x="47" y="274"/>
                  <a:pt x="47" y="274"/>
                </a:cubicBezTo>
                <a:cubicBezTo>
                  <a:pt x="41" y="266"/>
                  <a:pt x="36" y="258"/>
                  <a:pt x="32" y="249"/>
                </a:cubicBezTo>
                <a:lnTo>
                  <a:pt x="18" y="256"/>
                </a:lnTo>
                <a:close/>
                <a:moveTo>
                  <a:pt x="205" y="18"/>
                </a:moveTo>
                <a:cubicBezTo>
                  <a:pt x="208" y="3"/>
                  <a:pt x="208" y="3"/>
                  <a:pt x="208" y="3"/>
                </a:cubicBezTo>
                <a:cubicBezTo>
                  <a:pt x="197" y="1"/>
                  <a:pt x="186" y="0"/>
                  <a:pt x="176" y="0"/>
                </a:cubicBezTo>
                <a:cubicBezTo>
                  <a:pt x="176" y="0"/>
                  <a:pt x="176" y="0"/>
                  <a:pt x="176" y="0"/>
                </a:cubicBezTo>
                <a:cubicBezTo>
                  <a:pt x="175" y="0"/>
                  <a:pt x="175" y="0"/>
                  <a:pt x="175" y="0"/>
                </a:cubicBezTo>
                <a:cubicBezTo>
                  <a:pt x="175" y="16"/>
                  <a:pt x="175" y="16"/>
                  <a:pt x="175" y="16"/>
                </a:cubicBezTo>
                <a:cubicBezTo>
                  <a:pt x="185" y="16"/>
                  <a:pt x="195" y="17"/>
                  <a:pt x="205" y="18"/>
                </a:cubicBezTo>
                <a:moveTo>
                  <a:pt x="57" y="307"/>
                </a:moveTo>
                <a:cubicBezTo>
                  <a:pt x="65" y="314"/>
                  <a:pt x="74" y="321"/>
                  <a:pt x="83" y="327"/>
                </a:cubicBezTo>
                <a:cubicBezTo>
                  <a:pt x="91" y="314"/>
                  <a:pt x="91" y="314"/>
                  <a:pt x="91" y="314"/>
                </a:cubicBezTo>
                <a:cubicBezTo>
                  <a:pt x="83" y="309"/>
                  <a:pt x="75" y="303"/>
                  <a:pt x="67" y="296"/>
                </a:cubicBezTo>
                <a:lnTo>
                  <a:pt x="57" y="307"/>
                </a:lnTo>
                <a:close/>
                <a:moveTo>
                  <a:pt x="47" y="80"/>
                </a:moveTo>
                <a:cubicBezTo>
                  <a:pt x="34" y="71"/>
                  <a:pt x="34" y="71"/>
                  <a:pt x="34" y="71"/>
                </a:cubicBezTo>
                <a:cubicBezTo>
                  <a:pt x="28" y="80"/>
                  <a:pt x="22" y="89"/>
                  <a:pt x="17" y="99"/>
                </a:cubicBezTo>
                <a:cubicBezTo>
                  <a:pt x="31" y="105"/>
                  <a:pt x="31" y="105"/>
                  <a:pt x="31" y="105"/>
                </a:cubicBezTo>
                <a:cubicBezTo>
                  <a:pt x="36" y="97"/>
                  <a:pt x="41" y="88"/>
                  <a:pt x="47" y="80"/>
                </a:cubicBezTo>
                <a:moveTo>
                  <a:pt x="268" y="27"/>
                </a:moveTo>
                <a:cubicBezTo>
                  <a:pt x="259" y="21"/>
                  <a:pt x="249" y="16"/>
                  <a:pt x="239" y="12"/>
                </a:cubicBezTo>
                <a:cubicBezTo>
                  <a:pt x="234" y="27"/>
                  <a:pt x="234" y="27"/>
                  <a:pt x="234" y="27"/>
                </a:cubicBezTo>
                <a:cubicBezTo>
                  <a:pt x="243" y="30"/>
                  <a:pt x="252" y="35"/>
                  <a:pt x="260" y="40"/>
                </a:cubicBezTo>
                <a:lnTo>
                  <a:pt x="268" y="27"/>
                </a:lnTo>
                <a:close/>
                <a:moveTo>
                  <a:pt x="145" y="19"/>
                </a:moveTo>
                <a:cubicBezTo>
                  <a:pt x="142" y="3"/>
                  <a:pt x="142" y="3"/>
                  <a:pt x="142" y="3"/>
                </a:cubicBezTo>
                <a:cubicBezTo>
                  <a:pt x="132" y="6"/>
                  <a:pt x="121" y="9"/>
                  <a:pt x="111" y="13"/>
                </a:cubicBezTo>
                <a:cubicBezTo>
                  <a:pt x="117" y="27"/>
                  <a:pt x="117" y="27"/>
                  <a:pt x="117" y="27"/>
                </a:cubicBezTo>
                <a:cubicBezTo>
                  <a:pt x="126" y="23"/>
                  <a:pt x="136" y="20"/>
                  <a:pt x="145" y="19"/>
                </a:cubicBezTo>
                <a:moveTo>
                  <a:pt x="345" y="128"/>
                </a:moveTo>
                <a:cubicBezTo>
                  <a:pt x="342" y="118"/>
                  <a:pt x="338" y="108"/>
                  <a:pt x="333" y="98"/>
                </a:cubicBezTo>
                <a:cubicBezTo>
                  <a:pt x="320" y="105"/>
                  <a:pt x="320" y="105"/>
                  <a:pt x="320" y="105"/>
                </a:cubicBezTo>
                <a:cubicBezTo>
                  <a:pt x="324" y="114"/>
                  <a:pt x="328" y="123"/>
                  <a:pt x="330" y="132"/>
                </a:cubicBezTo>
                <a:lnTo>
                  <a:pt x="345" y="128"/>
                </a:lnTo>
                <a:close/>
                <a:moveTo>
                  <a:pt x="320" y="248"/>
                </a:moveTo>
                <a:cubicBezTo>
                  <a:pt x="333" y="255"/>
                  <a:pt x="333" y="255"/>
                  <a:pt x="333" y="255"/>
                </a:cubicBezTo>
                <a:cubicBezTo>
                  <a:pt x="338" y="245"/>
                  <a:pt x="342" y="235"/>
                  <a:pt x="345" y="225"/>
                </a:cubicBezTo>
                <a:cubicBezTo>
                  <a:pt x="330" y="220"/>
                  <a:pt x="330" y="220"/>
                  <a:pt x="330" y="220"/>
                </a:cubicBezTo>
                <a:cubicBezTo>
                  <a:pt x="328" y="230"/>
                  <a:pt x="324" y="239"/>
                  <a:pt x="320" y="248"/>
                </a:cubicBezTo>
                <a:moveTo>
                  <a:pt x="112" y="341"/>
                </a:moveTo>
                <a:cubicBezTo>
                  <a:pt x="122" y="345"/>
                  <a:pt x="133" y="348"/>
                  <a:pt x="143" y="350"/>
                </a:cubicBezTo>
                <a:cubicBezTo>
                  <a:pt x="146" y="335"/>
                  <a:pt x="146" y="335"/>
                  <a:pt x="146" y="335"/>
                </a:cubicBezTo>
                <a:cubicBezTo>
                  <a:pt x="137" y="333"/>
                  <a:pt x="127" y="330"/>
                  <a:pt x="118" y="327"/>
                </a:cubicBezTo>
                <a:lnTo>
                  <a:pt x="112" y="341"/>
                </a:lnTo>
                <a:close/>
                <a:moveTo>
                  <a:pt x="304" y="80"/>
                </a:moveTo>
                <a:cubicBezTo>
                  <a:pt x="316" y="70"/>
                  <a:pt x="316" y="70"/>
                  <a:pt x="316" y="70"/>
                </a:cubicBezTo>
                <a:cubicBezTo>
                  <a:pt x="310" y="62"/>
                  <a:pt x="302" y="54"/>
                  <a:pt x="294" y="46"/>
                </a:cubicBezTo>
                <a:cubicBezTo>
                  <a:pt x="284" y="58"/>
                  <a:pt x="284" y="58"/>
                  <a:pt x="284" y="58"/>
                </a:cubicBezTo>
                <a:cubicBezTo>
                  <a:pt x="291" y="64"/>
                  <a:pt x="298" y="72"/>
                  <a:pt x="304" y="80"/>
                </a:cubicBezTo>
                <a:moveTo>
                  <a:pt x="351" y="160"/>
                </a:moveTo>
                <a:cubicBezTo>
                  <a:pt x="336" y="162"/>
                  <a:pt x="336" y="162"/>
                  <a:pt x="336" y="162"/>
                </a:cubicBezTo>
                <a:cubicBezTo>
                  <a:pt x="336" y="167"/>
                  <a:pt x="336" y="172"/>
                  <a:pt x="336" y="177"/>
                </a:cubicBezTo>
                <a:cubicBezTo>
                  <a:pt x="336" y="182"/>
                  <a:pt x="336" y="186"/>
                  <a:pt x="336" y="191"/>
                </a:cubicBezTo>
                <a:cubicBezTo>
                  <a:pt x="351" y="193"/>
                  <a:pt x="351" y="193"/>
                  <a:pt x="351" y="193"/>
                </a:cubicBezTo>
                <a:cubicBezTo>
                  <a:pt x="352" y="187"/>
                  <a:pt x="352" y="182"/>
                  <a:pt x="352" y="177"/>
                </a:cubicBezTo>
                <a:cubicBezTo>
                  <a:pt x="352" y="171"/>
                  <a:pt x="351" y="166"/>
                  <a:pt x="351" y="160"/>
                </a:cubicBezTo>
                <a:moveTo>
                  <a:pt x="284" y="295"/>
                </a:moveTo>
                <a:cubicBezTo>
                  <a:pt x="294" y="307"/>
                  <a:pt x="294" y="307"/>
                  <a:pt x="294" y="307"/>
                </a:cubicBezTo>
                <a:cubicBezTo>
                  <a:pt x="302" y="299"/>
                  <a:pt x="310" y="291"/>
                  <a:pt x="316" y="283"/>
                </a:cubicBezTo>
                <a:cubicBezTo>
                  <a:pt x="304" y="273"/>
                  <a:pt x="304" y="273"/>
                  <a:pt x="304" y="273"/>
                </a:cubicBezTo>
                <a:cubicBezTo>
                  <a:pt x="298" y="281"/>
                  <a:pt x="291" y="289"/>
                  <a:pt x="284" y="295"/>
                </a:cubicBezTo>
                <a:moveTo>
                  <a:pt x="184" y="265"/>
                </a:moveTo>
                <a:cubicBezTo>
                  <a:pt x="184" y="108"/>
                  <a:pt x="184" y="108"/>
                  <a:pt x="184" y="108"/>
                </a:cubicBezTo>
                <a:cubicBezTo>
                  <a:pt x="234" y="158"/>
                  <a:pt x="234" y="158"/>
                  <a:pt x="234" y="158"/>
                </a:cubicBezTo>
                <a:cubicBezTo>
                  <a:pt x="236" y="160"/>
                  <a:pt x="238" y="161"/>
                  <a:pt x="240" y="161"/>
                </a:cubicBezTo>
                <a:cubicBezTo>
                  <a:pt x="244" y="161"/>
                  <a:pt x="248" y="157"/>
                  <a:pt x="248" y="153"/>
                </a:cubicBezTo>
                <a:cubicBezTo>
                  <a:pt x="248" y="150"/>
                  <a:pt x="247" y="148"/>
                  <a:pt x="246" y="147"/>
                </a:cubicBezTo>
                <a:cubicBezTo>
                  <a:pt x="182" y="83"/>
                  <a:pt x="182" y="83"/>
                  <a:pt x="182" y="83"/>
                </a:cubicBezTo>
                <a:cubicBezTo>
                  <a:pt x="180" y="81"/>
                  <a:pt x="178" y="80"/>
                  <a:pt x="176" y="80"/>
                </a:cubicBezTo>
                <a:cubicBezTo>
                  <a:pt x="174" y="80"/>
                  <a:pt x="172" y="81"/>
                  <a:pt x="170" y="83"/>
                </a:cubicBezTo>
                <a:cubicBezTo>
                  <a:pt x="106" y="147"/>
                  <a:pt x="106" y="147"/>
                  <a:pt x="106" y="147"/>
                </a:cubicBezTo>
                <a:cubicBezTo>
                  <a:pt x="104" y="148"/>
                  <a:pt x="104" y="150"/>
                  <a:pt x="104" y="153"/>
                </a:cubicBezTo>
                <a:cubicBezTo>
                  <a:pt x="104" y="157"/>
                  <a:pt x="107" y="161"/>
                  <a:pt x="112" y="161"/>
                </a:cubicBezTo>
                <a:cubicBezTo>
                  <a:pt x="114" y="161"/>
                  <a:pt x="116" y="160"/>
                  <a:pt x="117" y="158"/>
                </a:cubicBezTo>
                <a:cubicBezTo>
                  <a:pt x="168" y="108"/>
                  <a:pt x="168" y="108"/>
                  <a:pt x="168" y="108"/>
                </a:cubicBezTo>
                <a:cubicBezTo>
                  <a:pt x="168" y="265"/>
                  <a:pt x="168" y="265"/>
                  <a:pt x="168" y="265"/>
                </a:cubicBezTo>
                <a:cubicBezTo>
                  <a:pt x="168" y="269"/>
                  <a:pt x="171" y="273"/>
                  <a:pt x="176" y="273"/>
                </a:cubicBezTo>
                <a:cubicBezTo>
                  <a:pt x="180" y="273"/>
                  <a:pt x="184" y="269"/>
                  <a:pt x="184" y="265"/>
                </a:cubicBezTo>
                <a:moveTo>
                  <a:pt x="234" y="327"/>
                </a:moveTo>
                <a:cubicBezTo>
                  <a:pt x="239" y="341"/>
                  <a:pt x="239" y="341"/>
                  <a:pt x="239" y="341"/>
                </a:cubicBezTo>
                <a:cubicBezTo>
                  <a:pt x="250" y="337"/>
                  <a:pt x="259" y="332"/>
                  <a:pt x="269" y="326"/>
                </a:cubicBezTo>
                <a:cubicBezTo>
                  <a:pt x="260" y="313"/>
                  <a:pt x="260" y="313"/>
                  <a:pt x="260" y="313"/>
                </a:cubicBezTo>
                <a:cubicBezTo>
                  <a:pt x="252" y="319"/>
                  <a:pt x="243" y="323"/>
                  <a:pt x="234" y="327"/>
                </a:cubicBezTo>
                <a:moveTo>
                  <a:pt x="176" y="338"/>
                </a:moveTo>
                <a:cubicBezTo>
                  <a:pt x="176" y="353"/>
                  <a:pt x="176" y="353"/>
                  <a:pt x="176" y="353"/>
                </a:cubicBezTo>
                <a:cubicBezTo>
                  <a:pt x="187" y="353"/>
                  <a:pt x="198" y="352"/>
                  <a:pt x="208" y="350"/>
                </a:cubicBezTo>
                <a:cubicBezTo>
                  <a:pt x="205" y="335"/>
                  <a:pt x="205" y="335"/>
                  <a:pt x="205" y="335"/>
                </a:cubicBezTo>
                <a:cubicBezTo>
                  <a:pt x="196" y="337"/>
                  <a:pt x="186" y="338"/>
                  <a:pt x="176" y="338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0" name="Freeform 40"/>
          <p:cNvSpPr>
            <a:spLocks noEditPoints="1"/>
          </p:cNvSpPr>
          <p:nvPr/>
        </p:nvSpPr>
        <p:spPr bwMode="auto">
          <a:xfrm>
            <a:off x="6358468" y="4265084"/>
            <a:ext cx="575733" cy="575733"/>
          </a:xfrm>
          <a:custGeom>
            <a:avLst/>
            <a:gdLst>
              <a:gd name="T0" fmla="*/ 305 w 353"/>
              <a:gd name="T1" fmla="*/ 48 h 353"/>
              <a:gd name="T2" fmla="*/ 48 w 353"/>
              <a:gd name="T3" fmla="*/ 305 h 353"/>
              <a:gd name="T4" fmla="*/ 305 w 353"/>
              <a:gd name="T5" fmla="*/ 257 h 353"/>
              <a:gd name="T6" fmla="*/ 321 w 353"/>
              <a:gd name="T7" fmla="*/ 225 h 353"/>
              <a:gd name="T8" fmla="*/ 305 w 353"/>
              <a:gd name="T9" fmla="*/ 145 h 353"/>
              <a:gd name="T10" fmla="*/ 321 w 353"/>
              <a:gd name="T11" fmla="*/ 112 h 353"/>
              <a:gd name="T12" fmla="*/ 289 w 353"/>
              <a:gd name="T13" fmla="*/ 96 h 353"/>
              <a:gd name="T14" fmla="*/ 273 w 353"/>
              <a:gd name="T15" fmla="*/ 128 h 353"/>
              <a:gd name="T16" fmla="*/ 289 w 353"/>
              <a:gd name="T17" fmla="*/ 209 h 353"/>
              <a:gd name="T18" fmla="*/ 273 w 353"/>
              <a:gd name="T19" fmla="*/ 241 h 353"/>
              <a:gd name="T20" fmla="*/ 289 w 353"/>
              <a:gd name="T21" fmla="*/ 289 h 353"/>
              <a:gd name="T22" fmla="*/ 64 w 353"/>
              <a:gd name="T23" fmla="*/ 64 h 353"/>
              <a:gd name="T24" fmla="*/ 289 w 353"/>
              <a:gd name="T25" fmla="*/ 96 h 353"/>
              <a:gd name="T26" fmla="*/ 192 w 353"/>
              <a:gd name="T27" fmla="*/ 177 h 353"/>
              <a:gd name="T28" fmla="*/ 160 w 353"/>
              <a:gd name="T29" fmla="*/ 177 h 353"/>
              <a:gd name="T30" fmla="*/ 131 w 353"/>
              <a:gd name="T31" fmla="*/ 222 h 353"/>
              <a:gd name="T32" fmla="*/ 176 w 353"/>
              <a:gd name="T33" fmla="*/ 241 h 353"/>
              <a:gd name="T34" fmla="*/ 222 w 353"/>
              <a:gd name="T35" fmla="*/ 222 h 353"/>
              <a:gd name="T36" fmla="*/ 240 w 353"/>
              <a:gd name="T37" fmla="*/ 177 h 353"/>
              <a:gd name="T38" fmla="*/ 112 w 353"/>
              <a:gd name="T39" fmla="*/ 177 h 353"/>
              <a:gd name="T40" fmla="*/ 136 w 353"/>
              <a:gd name="T41" fmla="*/ 169 h 353"/>
              <a:gd name="T42" fmla="*/ 137 w 353"/>
              <a:gd name="T43" fmla="*/ 149 h 353"/>
              <a:gd name="T44" fmla="*/ 153 w 353"/>
              <a:gd name="T45" fmla="*/ 154 h 353"/>
              <a:gd name="T46" fmla="*/ 148 w 353"/>
              <a:gd name="T47" fmla="*/ 137 h 353"/>
              <a:gd name="T48" fmla="*/ 168 w 353"/>
              <a:gd name="T49" fmla="*/ 136 h 353"/>
              <a:gd name="T50" fmla="*/ 184 w 353"/>
              <a:gd name="T51" fmla="*/ 136 h 353"/>
              <a:gd name="T52" fmla="*/ 204 w 353"/>
              <a:gd name="T53" fmla="*/ 137 h 353"/>
              <a:gd name="T54" fmla="*/ 199 w 353"/>
              <a:gd name="T55" fmla="*/ 154 h 353"/>
              <a:gd name="T56" fmla="*/ 215 w 353"/>
              <a:gd name="T57" fmla="*/ 149 h 353"/>
              <a:gd name="T58" fmla="*/ 216 w 353"/>
              <a:gd name="T59" fmla="*/ 169 h 353"/>
              <a:gd name="T60" fmla="*/ 216 w 353"/>
              <a:gd name="T61" fmla="*/ 185 h 353"/>
              <a:gd name="T62" fmla="*/ 215 w 353"/>
              <a:gd name="T63" fmla="*/ 204 h 353"/>
              <a:gd name="T64" fmla="*/ 199 w 353"/>
              <a:gd name="T65" fmla="*/ 199 h 353"/>
              <a:gd name="T66" fmla="*/ 204 w 353"/>
              <a:gd name="T67" fmla="*/ 216 h 353"/>
              <a:gd name="T68" fmla="*/ 184 w 353"/>
              <a:gd name="T69" fmla="*/ 217 h 353"/>
              <a:gd name="T70" fmla="*/ 168 w 353"/>
              <a:gd name="T71" fmla="*/ 217 h 353"/>
              <a:gd name="T72" fmla="*/ 148 w 353"/>
              <a:gd name="T73" fmla="*/ 216 h 353"/>
              <a:gd name="T74" fmla="*/ 153 w 353"/>
              <a:gd name="T75" fmla="*/ 199 h 353"/>
              <a:gd name="T76" fmla="*/ 137 w 353"/>
              <a:gd name="T77" fmla="*/ 204 h 353"/>
              <a:gd name="T78" fmla="*/ 136 w 353"/>
              <a:gd name="T79" fmla="*/ 185 h 353"/>
              <a:gd name="T80" fmla="*/ 136 w 353"/>
              <a:gd name="T81" fmla="*/ 169 h 353"/>
              <a:gd name="T82" fmla="*/ 32 w 353"/>
              <a:gd name="T83" fmla="*/ 0 h 353"/>
              <a:gd name="T84" fmla="*/ 0 w 353"/>
              <a:gd name="T85" fmla="*/ 321 h 353"/>
              <a:gd name="T86" fmla="*/ 321 w 353"/>
              <a:gd name="T87" fmla="*/ 353 h 353"/>
              <a:gd name="T88" fmla="*/ 353 w 353"/>
              <a:gd name="T89" fmla="*/ 32 h 353"/>
              <a:gd name="T90" fmla="*/ 337 w 353"/>
              <a:gd name="T91" fmla="*/ 321 h 353"/>
              <a:gd name="T92" fmla="*/ 32 w 353"/>
              <a:gd name="T93" fmla="*/ 337 h 353"/>
              <a:gd name="T94" fmla="*/ 16 w 353"/>
              <a:gd name="T95" fmla="*/ 32 h 353"/>
              <a:gd name="T96" fmla="*/ 321 w 353"/>
              <a:gd name="T97" fmla="*/ 16 h 353"/>
              <a:gd name="T98" fmla="*/ 337 w 353"/>
              <a:gd name="T99" fmla="*/ 321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353" h="353">
                <a:moveTo>
                  <a:pt x="305" y="96"/>
                </a:moveTo>
                <a:cubicBezTo>
                  <a:pt x="305" y="48"/>
                  <a:pt x="305" y="48"/>
                  <a:pt x="305" y="48"/>
                </a:cubicBezTo>
                <a:cubicBezTo>
                  <a:pt x="48" y="48"/>
                  <a:pt x="48" y="48"/>
                  <a:pt x="48" y="48"/>
                </a:cubicBezTo>
                <a:cubicBezTo>
                  <a:pt x="48" y="305"/>
                  <a:pt x="48" y="305"/>
                  <a:pt x="48" y="305"/>
                </a:cubicBezTo>
                <a:cubicBezTo>
                  <a:pt x="305" y="305"/>
                  <a:pt x="305" y="305"/>
                  <a:pt x="305" y="305"/>
                </a:cubicBezTo>
                <a:cubicBezTo>
                  <a:pt x="305" y="257"/>
                  <a:pt x="305" y="257"/>
                  <a:pt x="305" y="257"/>
                </a:cubicBezTo>
                <a:cubicBezTo>
                  <a:pt x="313" y="257"/>
                  <a:pt x="321" y="250"/>
                  <a:pt x="321" y="241"/>
                </a:cubicBezTo>
                <a:cubicBezTo>
                  <a:pt x="321" y="225"/>
                  <a:pt x="321" y="225"/>
                  <a:pt x="321" y="225"/>
                </a:cubicBezTo>
                <a:cubicBezTo>
                  <a:pt x="321" y="216"/>
                  <a:pt x="313" y="209"/>
                  <a:pt x="305" y="209"/>
                </a:cubicBezTo>
                <a:cubicBezTo>
                  <a:pt x="305" y="145"/>
                  <a:pt x="305" y="145"/>
                  <a:pt x="305" y="145"/>
                </a:cubicBezTo>
                <a:cubicBezTo>
                  <a:pt x="313" y="145"/>
                  <a:pt x="321" y="137"/>
                  <a:pt x="321" y="128"/>
                </a:cubicBezTo>
                <a:cubicBezTo>
                  <a:pt x="321" y="112"/>
                  <a:pt x="321" y="112"/>
                  <a:pt x="321" y="112"/>
                </a:cubicBezTo>
                <a:cubicBezTo>
                  <a:pt x="321" y="104"/>
                  <a:pt x="313" y="96"/>
                  <a:pt x="305" y="96"/>
                </a:cubicBezTo>
                <a:moveTo>
                  <a:pt x="289" y="96"/>
                </a:moveTo>
                <a:cubicBezTo>
                  <a:pt x="280" y="96"/>
                  <a:pt x="273" y="104"/>
                  <a:pt x="273" y="112"/>
                </a:cubicBezTo>
                <a:cubicBezTo>
                  <a:pt x="273" y="128"/>
                  <a:pt x="273" y="128"/>
                  <a:pt x="273" y="128"/>
                </a:cubicBezTo>
                <a:cubicBezTo>
                  <a:pt x="273" y="137"/>
                  <a:pt x="280" y="145"/>
                  <a:pt x="289" y="145"/>
                </a:cubicBezTo>
                <a:cubicBezTo>
                  <a:pt x="289" y="209"/>
                  <a:pt x="289" y="209"/>
                  <a:pt x="289" y="209"/>
                </a:cubicBezTo>
                <a:cubicBezTo>
                  <a:pt x="280" y="209"/>
                  <a:pt x="273" y="216"/>
                  <a:pt x="273" y="225"/>
                </a:cubicBezTo>
                <a:cubicBezTo>
                  <a:pt x="273" y="241"/>
                  <a:pt x="273" y="241"/>
                  <a:pt x="273" y="241"/>
                </a:cubicBezTo>
                <a:cubicBezTo>
                  <a:pt x="273" y="250"/>
                  <a:pt x="280" y="257"/>
                  <a:pt x="289" y="257"/>
                </a:cubicBezTo>
                <a:cubicBezTo>
                  <a:pt x="289" y="289"/>
                  <a:pt x="289" y="289"/>
                  <a:pt x="289" y="289"/>
                </a:cubicBezTo>
                <a:cubicBezTo>
                  <a:pt x="64" y="289"/>
                  <a:pt x="64" y="289"/>
                  <a:pt x="64" y="289"/>
                </a:cubicBezTo>
                <a:cubicBezTo>
                  <a:pt x="64" y="64"/>
                  <a:pt x="64" y="64"/>
                  <a:pt x="64" y="64"/>
                </a:cubicBezTo>
                <a:cubicBezTo>
                  <a:pt x="289" y="64"/>
                  <a:pt x="289" y="64"/>
                  <a:pt x="289" y="64"/>
                </a:cubicBezTo>
                <a:lnTo>
                  <a:pt x="289" y="96"/>
                </a:lnTo>
                <a:close/>
                <a:moveTo>
                  <a:pt x="176" y="193"/>
                </a:moveTo>
                <a:cubicBezTo>
                  <a:pt x="185" y="193"/>
                  <a:pt x="192" y="185"/>
                  <a:pt x="192" y="177"/>
                </a:cubicBezTo>
                <a:cubicBezTo>
                  <a:pt x="192" y="168"/>
                  <a:pt x="185" y="161"/>
                  <a:pt x="176" y="161"/>
                </a:cubicBezTo>
                <a:cubicBezTo>
                  <a:pt x="167" y="161"/>
                  <a:pt x="160" y="168"/>
                  <a:pt x="160" y="177"/>
                </a:cubicBezTo>
                <a:cubicBezTo>
                  <a:pt x="160" y="185"/>
                  <a:pt x="167" y="193"/>
                  <a:pt x="176" y="193"/>
                </a:cubicBezTo>
                <a:moveTo>
                  <a:pt x="131" y="222"/>
                </a:moveTo>
                <a:cubicBezTo>
                  <a:pt x="131" y="222"/>
                  <a:pt x="131" y="222"/>
                  <a:pt x="131" y="222"/>
                </a:cubicBezTo>
                <a:cubicBezTo>
                  <a:pt x="142" y="234"/>
                  <a:pt x="158" y="241"/>
                  <a:pt x="176" y="241"/>
                </a:cubicBezTo>
                <a:cubicBezTo>
                  <a:pt x="194" y="241"/>
                  <a:pt x="210" y="234"/>
                  <a:pt x="222" y="222"/>
                </a:cubicBezTo>
                <a:cubicBezTo>
                  <a:pt x="222" y="222"/>
                  <a:pt x="222" y="222"/>
                  <a:pt x="222" y="222"/>
                </a:cubicBezTo>
                <a:cubicBezTo>
                  <a:pt x="222" y="222"/>
                  <a:pt x="222" y="222"/>
                  <a:pt x="222" y="222"/>
                </a:cubicBezTo>
                <a:cubicBezTo>
                  <a:pt x="233" y="210"/>
                  <a:pt x="240" y="194"/>
                  <a:pt x="240" y="177"/>
                </a:cubicBezTo>
                <a:cubicBezTo>
                  <a:pt x="240" y="141"/>
                  <a:pt x="212" y="112"/>
                  <a:pt x="176" y="112"/>
                </a:cubicBezTo>
                <a:cubicBezTo>
                  <a:pt x="141" y="112"/>
                  <a:pt x="112" y="141"/>
                  <a:pt x="112" y="177"/>
                </a:cubicBezTo>
                <a:cubicBezTo>
                  <a:pt x="112" y="194"/>
                  <a:pt x="119" y="210"/>
                  <a:pt x="131" y="222"/>
                </a:cubicBezTo>
                <a:close/>
                <a:moveTo>
                  <a:pt x="136" y="169"/>
                </a:moveTo>
                <a:cubicBezTo>
                  <a:pt x="129" y="169"/>
                  <a:pt x="129" y="169"/>
                  <a:pt x="129" y="169"/>
                </a:cubicBezTo>
                <a:cubicBezTo>
                  <a:pt x="130" y="161"/>
                  <a:pt x="133" y="155"/>
                  <a:pt x="137" y="149"/>
                </a:cubicBezTo>
                <a:cubicBezTo>
                  <a:pt x="142" y="154"/>
                  <a:pt x="142" y="154"/>
                  <a:pt x="142" y="154"/>
                </a:cubicBezTo>
                <a:cubicBezTo>
                  <a:pt x="145" y="157"/>
                  <a:pt x="150" y="157"/>
                  <a:pt x="153" y="154"/>
                </a:cubicBezTo>
                <a:cubicBezTo>
                  <a:pt x="157" y="151"/>
                  <a:pt x="157" y="146"/>
                  <a:pt x="153" y="143"/>
                </a:cubicBezTo>
                <a:cubicBezTo>
                  <a:pt x="148" y="137"/>
                  <a:pt x="148" y="137"/>
                  <a:pt x="148" y="137"/>
                </a:cubicBezTo>
                <a:cubicBezTo>
                  <a:pt x="154" y="133"/>
                  <a:pt x="161" y="131"/>
                  <a:pt x="168" y="129"/>
                </a:cubicBezTo>
                <a:cubicBezTo>
                  <a:pt x="168" y="136"/>
                  <a:pt x="168" y="136"/>
                  <a:pt x="168" y="136"/>
                </a:cubicBezTo>
                <a:cubicBezTo>
                  <a:pt x="168" y="141"/>
                  <a:pt x="172" y="145"/>
                  <a:pt x="176" y="145"/>
                </a:cubicBezTo>
                <a:cubicBezTo>
                  <a:pt x="181" y="145"/>
                  <a:pt x="184" y="141"/>
                  <a:pt x="184" y="136"/>
                </a:cubicBezTo>
                <a:cubicBezTo>
                  <a:pt x="184" y="129"/>
                  <a:pt x="184" y="129"/>
                  <a:pt x="184" y="129"/>
                </a:cubicBezTo>
                <a:cubicBezTo>
                  <a:pt x="191" y="131"/>
                  <a:pt x="198" y="133"/>
                  <a:pt x="204" y="137"/>
                </a:cubicBezTo>
                <a:cubicBezTo>
                  <a:pt x="199" y="143"/>
                  <a:pt x="199" y="143"/>
                  <a:pt x="199" y="143"/>
                </a:cubicBezTo>
                <a:cubicBezTo>
                  <a:pt x="196" y="146"/>
                  <a:pt x="196" y="151"/>
                  <a:pt x="199" y="154"/>
                </a:cubicBezTo>
                <a:cubicBezTo>
                  <a:pt x="202" y="157"/>
                  <a:pt x="207" y="157"/>
                  <a:pt x="210" y="154"/>
                </a:cubicBezTo>
                <a:cubicBezTo>
                  <a:pt x="215" y="149"/>
                  <a:pt x="215" y="149"/>
                  <a:pt x="215" y="149"/>
                </a:cubicBezTo>
                <a:cubicBezTo>
                  <a:pt x="219" y="155"/>
                  <a:pt x="222" y="161"/>
                  <a:pt x="224" y="169"/>
                </a:cubicBezTo>
                <a:cubicBezTo>
                  <a:pt x="216" y="169"/>
                  <a:pt x="216" y="169"/>
                  <a:pt x="216" y="169"/>
                </a:cubicBezTo>
                <a:cubicBezTo>
                  <a:pt x="212" y="169"/>
                  <a:pt x="208" y="172"/>
                  <a:pt x="208" y="177"/>
                </a:cubicBezTo>
                <a:cubicBezTo>
                  <a:pt x="208" y="181"/>
                  <a:pt x="212" y="185"/>
                  <a:pt x="216" y="185"/>
                </a:cubicBezTo>
                <a:cubicBezTo>
                  <a:pt x="224" y="185"/>
                  <a:pt x="224" y="185"/>
                  <a:pt x="224" y="185"/>
                </a:cubicBezTo>
                <a:cubicBezTo>
                  <a:pt x="222" y="192"/>
                  <a:pt x="219" y="199"/>
                  <a:pt x="215" y="204"/>
                </a:cubicBezTo>
                <a:cubicBezTo>
                  <a:pt x="210" y="199"/>
                  <a:pt x="210" y="199"/>
                  <a:pt x="210" y="199"/>
                </a:cubicBezTo>
                <a:cubicBezTo>
                  <a:pt x="207" y="196"/>
                  <a:pt x="202" y="196"/>
                  <a:pt x="199" y="199"/>
                </a:cubicBezTo>
                <a:cubicBezTo>
                  <a:pt x="196" y="202"/>
                  <a:pt x="196" y="208"/>
                  <a:pt x="199" y="211"/>
                </a:cubicBezTo>
                <a:cubicBezTo>
                  <a:pt x="204" y="216"/>
                  <a:pt x="204" y="216"/>
                  <a:pt x="204" y="216"/>
                </a:cubicBezTo>
                <a:cubicBezTo>
                  <a:pt x="198" y="220"/>
                  <a:pt x="191" y="223"/>
                  <a:pt x="184" y="224"/>
                </a:cubicBezTo>
                <a:cubicBezTo>
                  <a:pt x="184" y="217"/>
                  <a:pt x="184" y="217"/>
                  <a:pt x="184" y="217"/>
                </a:cubicBezTo>
                <a:cubicBezTo>
                  <a:pt x="184" y="212"/>
                  <a:pt x="181" y="209"/>
                  <a:pt x="176" y="209"/>
                </a:cubicBezTo>
                <a:cubicBezTo>
                  <a:pt x="172" y="209"/>
                  <a:pt x="168" y="212"/>
                  <a:pt x="168" y="217"/>
                </a:cubicBezTo>
                <a:cubicBezTo>
                  <a:pt x="168" y="224"/>
                  <a:pt x="168" y="224"/>
                  <a:pt x="168" y="224"/>
                </a:cubicBezTo>
                <a:cubicBezTo>
                  <a:pt x="161" y="223"/>
                  <a:pt x="154" y="220"/>
                  <a:pt x="148" y="216"/>
                </a:cubicBezTo>
                <a:cubicBezTo>
                  <a:pt x="153" y="211"/>
                  <a:pt x="153" y="211"/>
                  <a:pt x="153" y="211"/>
                </a:cubicBezTo>
                <a:cubicBezTo>
                  <a:pt x="157" y="208"/>
                  <a:pt x="157" y="202"/>
                  <a:pt x="153" y="199"/>
                </a:cubicBezTo>
                <a:cubicBezTo>
                  <a:pt x="150" y="196"/>
                  <a:pt x="145" y="196"/>
                  <a:pt x="142" y="199"/>
                </a:cubicBezTo>
                <a:cubicBezTo>
                  <a:pt x="137" y="204"/>
                  <a:pt x="137" y="204"/>
                  <a:pt x="137" y="204"/>
                </a:cubicBezTo>
                <a:cubicBezTo>
                  <a:pt x="133" y="199"/>
                  <a:pt x="130" y="192"/>
                  <a:pt x="129" y="185"/>
                </a:cubicBezTo>
                <a:cubicBezTo>
                  <a:pt x="136" y="185"/>
                  <a:pt x="136" y="185"/>
                  <a:pt x="136" y="185"/>
                </a:cubicBezTo>
                <a:cubicBezTo>
                  <a:pt x="140" y="185"/>
                  <a:pt x="144" y="181"/>
                  <a:pt x="144" y="177"/>
                </a:cubicBezTo>
                <a:cubicBezTo>
                  <a:pt x="144" y="172"/>
                  <a:pt x="140" y="169"/>
                  <a:pt x="136" y="169"/>
                </a:cubicBezTo>
                <a:moveTo>
                  <a:pt x="321" y="0"/>
                </a:move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4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4" y="353"/>
                  <a:pt x="32" y="353"/>
                </a:cubicBezTo>
                <a:cubicBezTo>
                  <a:pt x="321" y="353"/>
                  <a:pt x="321" y="353"/>
                  <a:pt x="321" y="353"/>
                </a:cubicBezTo>
                <a:cubicBezTo>
                  <a:pt x="338" y="353"/>
                  <a:pt x="353" y="339"/>
                  <a:pt x="353" y="321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14"/>
                  <a:pt x="338" y="0"/>
                  <a:pt x="321" y="0"/>
                </a:cubicBezTo>
                <a:moveTo>
                  <a:pt x="337" y="321"/>
                </a:moveTo>
                <a:cubicBezTo>
                  <a:pt x="337" y="330"/>
                  <a:pt x="330" y="337"/>
                  <a:pt x="321" y="337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23" y="337"/>
                  <a:pt x="16" y="330"/>
                  <a:pt x="16" y="32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3"/>
                  <a:pt x="23" y="16"/>
                  <a:pt x="32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3"/>
                  <a:pt x="337" y="32"/>
                </a:cubicBezTo>
                <a:lnTo>
                  <a:pt x="337" y="32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1" name="Freeform 41"/>
          <p:cNvSpPr>
            <a:spLocks noEditPoints="1"/>
          </p:cNvSpPr>
          <p:nvPr/>
        </p:nvSpPr>
        <p:spPr bwMode="auto">
          <a:xfrm>
            <a:off x="7457018" y="4265084"/>
            <a:ext cx="575733" cy="575733"/>
          </a:xfrm>
          <a:custGeom>
            <a:avLst/>
            <a:gdLst>
              <a:gd name="T0" fmla="*/ 273 w 353"/>
              <a:gd name="T1" fmla="*/ 48 h 353"/>
              <a:gd name="T2" fmla="*/ 80 w 353"/>
              <a:gd name="T3" fmla="*/ 48 h 353"/>
              <a:gd name="T4" fmla="*/ 80 w 353"/>
              <a:gd name="T5" fmla="*/ 145 h 353"/>
              <a:gd name="T6" fmla="*/ 273 w 353"/>
              <a:gd name="T7" fmla="*/ 145 h 353"/>
              <a:gd name="T8" fmla="*/ 273 w 353"/>
              <a:gd name="T9" fmla="*/ 48 h 353"/>
              <a:gd name="T10" fmla="*/ 257 w 353"/>
              <a:gd name="T11" fmla="*/ 128 h 353"/>
              <a:gd name="T12" fmla="*/ 96 w 353"/>
              <a:gd name="T13" fmla="*/ 128 h 353"/>
              <a:gd name="T14" fmla="*/ 96 w 353"/>
              <a:gd name="T15" fmla="*/ 64 h 353"/>
              <a:gd name="T16" fmla="*/ 257 w 353"/>
              <a:gd name="T17" fmla="*/ 64 h 353"/>
              <a:gd name="T18" fmla="*/ 257 w 353"/>
              <a:gd name="T19" fmla="*/ 128 h 353"/>
              <a:gd name="T20" fmla="*/ 193 w 353"/>
              <a:gd name="T21" fmla="*/ 96 h 353"/>
              <a:gd name="T22" fmla="*/ 160 w 353"/>
              <a:gd name="T23" fmla="*/ 96 h 353"/>
              <a:gd name="T24" fmla="*/ 160 w 353"/>
              <a:gd name="T25" fmla="*/ 112 h 353"/>
              <a:gd name="T26" fmla="*/ 193 w 353"/>
              <a:gd name="T27" fmla="*/ 112 h 353"/>
              <a:gd name="T28" fmla="*/ 193 w 353"/>
              <a:gd name="T29" fmla="*/ 96 h 353"/>
              <a:gd name="T30" fmla="*/ 345 w 353"/>
              <a:gd name="T31" fmla="*/ 0 h 353"/>
              <a:gd name="T32" fmla="*/ 8 w 353"/>
              <a:gd name="T33" fmla="*/ 0 h 353"/>
              <a:gd name="T34" fmla="*/ 0 w 353"/>
              <a:gd name="T35" fmla="*/ 8 h 353"/>
              <a:gd name="T36" fmla="*/ 8 w 353"/>
              <a:gd name="T37" fmla="*/ 16 h 353"/>
              <a:gd name="T38" fmla="*/ 32 w 353"/>
              <a:gd name="T39" fmla="*/ 16 h 353"/>
              <a:gd name="T40" fmla="*/ 32 w 353"/>
              <a:gd name="T41" fmla="*/ 289 h 353"/>
              <a:gd name="T42" fmla="*/ 64 w 353"/>
              <a:gd name="T43" fmla="*/ 321 h 353"/>
              <a:gd name="T44" fmla="*/ 80 w 353"/>
              <a:gd name="T45" fmla="*/ 321 h 353"/>
              <a:gd name="T46" fmla="*/ 80 w 353"/>
              <a:gd name="T47" fmla="*/ 345 h 353"/>
              <a:gd name="T48" fmla="*/ 88 w 353"/>
              <a:gd name="T49" fmla="*/ 353 h 353"/>
              <a:gd name="T50" fmla="*/ 96 w 353"/>
              <a:gd name="T51" fmla="*/ 345 h 353"/>
              <a:gd name="T52" fmla="*/ 96 w 353"/>
              <a:gd name="T53" fmla="*/ 321 h 353"/>
              <a:gd name="T54" fmla="*/ 257 w 353"/>
              <a:gd name="T55" fmla="*/ 321 h 353"/>
              <a:gd name="T56" fmla="*/ 257 w 353"/>
              <a:gd name="T57" fmla="*/ 345 h 353"/>
              <a:gd name="T58" fmla="*/ 265 w 353"/>
              <a:gd name="T59" fmla="*/ 353 h 353"/>
              <a:gd name="T60" fmla="*/ 273 w 353"/>
              <a:gd name="T61" fmla="*/ 345 h 353"/>
              <a:gd name="T62" fmla="*/ 273 w 353"/>
              <a:gd name="T63" fmla="*/ 321 h 353"/>
              <a:gd name="T64" fmla="*/ 289 w 353"/>
              <a:gd name="T65" fmla="*/ 321 h 353"/>
              <a:gd name="T66" fmla="*/ 321 w 353"/>
              <a:gd name="T67" fmla="*/ 289 h 353"/>
              <a:gd name="T68" fmla="*/ 321 w 353"/>
              <a:gd name="T69" fmla="*/ 16 h 353"/>
              <a:gd name="T70" fmla="*/ 345 w 353"/>
              <a:gd name="T71" fmla="*/ 16 h 353"/>
              <a:gd name="T72" fmla="*/ 353 w 353"/>
              <a:gd name="T73" fmla="*/ 8 h 353"/>
              <a:gd name="T74" fmla="*/ 345 w 353"/>
              <a:gd name="T75" fmla="*/ 0 h 353"/>
              <a:gd name="T76" fmla="*/ 305 w 353"/>
              <a:gd name="T77" fmla="*/ 289 h 353"/>
              <a:gd name="T78" fmla="*/ 289 w 353"/>
              <a:gd name="T79" fmla="*/ 305 h 353"/>
              <a:gd name="T80" fmla="*/ 64 w 353"/>
              <a:gd name="T81" fmla="*/ 305 h 353"/>
              <a:gd name="T82" fmla="*/ 48 w 353"/>
              <a:gd name="T83" fmla="*/ 289 h 353"/>
              <a:gd name="T84" fmla="*/ 48 w 353"/>
              <a:gd name="T85" fmla="*/ 16 h 353"/>
              <a:gd name="T86" fmla="*/ 305 w 353"/>
              <a:gd name="T87" fmla="*/ 16 h 353"/>
              <a:gd name="T88" fmla="*/ 305 w 353"/>
              <a:gd name="T89" fmla="*/ 289 h 353"/>
              <a:gd name="T90" fmla="*/ 193 w 353"/>
              <a:gd name="T91" fmla="*/ 225 h 353"/>
              <a:gd name="T92" fmla="*/ 160 w 353"/>
              <a:gd name="T93" fmla="*/ 225 h 353"/>
              <a:gd name="T94" fmla="*/ 160 w 353"/>
              <a:gd name="T95" fmla="*/ 241 h 353"/>
              <a:gd name="T96" fmla="*/ 193 w 353"/>
              <a:gd name="T97" fmla="*/ 241 h 353"/>
              <a:gd name="T98" fmla="*/ 193 w 353"/>
              <a:gd name="T99" fmla="*/ 225 h 353"/>
              <a:gd name="T100" fmla="*/ 273 w 353"/>
              <a:gd name="T101" fmla="*/ 177 h 353"/>
              <a:gd name="T102" fmla="*/ 80 w 353"/>
              <a:gd name="T103" fmla="*/ 177 h 353"/>
              <a:gd name="T104" fmla="*/ 80 w 353"/>
              <a:gd name="T105" fmla="*/ 273 h 353"/>
              <a:gd name="T106" fmla="*/ 273 w 353"/>
              <a:gd name="T107" fmla="*/ 273 h 353"/>
              <a:gd name="T108" fmla="*/ 273 w 353"/>
              <a:gd name="T109" fmla="*/ 177 h 353"/>
              <a:gd name="T110" fmla="*/ 257 w 353"/>
              <a:gd name="T111" fmla="*/ 257 h 353"/>
              <a:gd name="T112" fmla="*/ 96 w 353"/>
              <a:gd name="T113" fmla="*/ 257 h 353"/>
              <a:gd name="T114" fmla="*/ 96 w 353"/>
              <a:gd name="T115" fmla="*/ 193 h 353"/>
              <a:gd name="T116" fmla="*/ 257 w 353"/>
              <a:gd name="T117" fmla="*/ 193 h 353"/>
              <a:gd name="T118" fmla="*/ 257 w 353"/>
              <a:gd name="T119" fmla="*/ 257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353" h="353">
                <a:moveTo>
                  <a:pt x="273" y="48"/>
                </a:moveTo>
                <a:cubicBezTo>
                  <a:pt x="80" y="48"/>
                  <a:pt x="80" y="48"/>
                  <a:pt x="80" y="48"/>
                </a:cubicBezTo>
                <a:cubicBezTo>
                  <a:pt x="80" y="145"/>
                  <a:pt x="80" y="145"/>
                  <a:pt x="80" y="145"/>
                </a:cubicBezTo>
                <a:cubicBezTo>
                  <a:pt x="273" y="145"/>
                  <a:pt x="273" y="145"/>
                  <a:pt x="273" y="145"/>
                </a:cubicBezTo>
                <a:lnTo>
                  <a:pt x="273" y="48"/>
                </a:lnTo>
                <a:close/>
                <a:moveTo>
                  <a:pt x="257" y="128"/>
                </a:moveTo>
                <a:cubicBezTo>
                  <a:pt x="96" y="128"/>
                  <a:pt x="96" y="128"/>
                  <a:pt x="96" y="128"/>
                </a:cubicBezTo>
                <a:cubicBezTo>
                  <a:pt x="96" y="64"/>
                  <a:pt x="96" y="64"/>
                  <a:pt x="96" y="64"/>
                </a:cubicBezTo>
                <a:cubicBezTo>
                  <a:pt x="257" y="64"/>
                  <a:pt x="257" y="64"/>
                  <a:pt x="257" y="64"/>
                </a:cubicBezTo>
                <a:lnTo>
                  <a:pt x="257" y="128"/>
                </a:lnTo>
                <a:close/>
                <a:moveTo>
                  <a:pt x="193" y="96"/>
                </a:moveTo>
                <a:cubicBezTo>
                  <a:pt x="160" y="96"/>
                  <a:pt x="160" y="96"/>
                  <a:pt x="160" y="96"/>
                </a:cubicBezTo>
                <a:cubicBezTo>
                  <a:pt x="160" y="112"/>
                  <a:pt x="160" y="112"/>
                  <a:pt x="160" y="112"/>
                </a:cubicBezTo>
                <a:cubicBezTo>
                  <a:pt x="193" y="112"/>
                  <a:pt x="193" y="112"/>
                  <a:pt x="193" y="112"/>
                </a:cubicBezTo>
                <a:lnTo>
                  <a:pt x="193" y="96"/>
                </a:lnTo>
                <a:close/>
                <a:moveTo>
                  <a:pt x="345" y="0"/>
                </a:moveTo>
                <a:cubicBezTo>
                  <a:pt x="8" y="0"/>
                  <a:pt x="8" y="0"/>
                  <a:pt x="8" y="0"/>
                </a:cubicBezTo>
                <a:cubicBezTo>
                  <a:pt x="3" y="0"/>
                  <a:pt x="0" y="4"/>
                  <a:pt x="0" y="8"/>
                </a:cubicBezTo>
                <a:cubicBezTo>
                  <a:pt x="0" y="12"/>
                  <a:pt x="3" y="16"/>
                  <a:pt x="8" y="16"/>
                </a:cubicBezTo>
                <a:cubicBezTo>
                  <a:pt x="32" y="16"/>
                  <a:pt x="32" y="16"/>
                  <a:pt x="32" y="16"/>
                </a:cubicBezTo>
                <a:cubicBezTo>
                  <a:pt x="32" y="289"/>
                  <a:pt x="32" y="289"/>
                  <a:pt x="32" y="289"/>
                </a:cubicBezTo>
                <a:cubicBezTo>
                  <a:pt x="32" y="307"/>
                  <a:pt x="46" y="321"/>
                  <a:pt x="64" y="321"/>
                </a:cubicBezTo>
                <a:cubicBezTo>
                  <a:pt x="80" y="321"/>
                  <a:pt x="80" y="321"/>
                  <a:pt x="80" y="321"/>
                </a:cubicBezTo>
                <a:cubicBezTo>
                  <a:pt x="80" y="345"/>
                  <a:pt x="80" y="345"/>
                  <a:pt x="80" y="345"/>
                </a:cubicBezTo>
                <a:cubicBezTo>
                  <a:pt x="80" y="350"/>
                  <a:pt x="84" y="353"/>
                  <a:pt x="88" y="353"/>
                </a:cubicBezTo>
                <a:cubicBezTo>
                  <a:pt x="93" y="353"/>
                  <a:pt x="96" y="350"/>
                  <a:pt x="96" y="345"/>
                </a:cubicBezTo>
                <a:cubicBezTo>
                  <a:pt x="96" y="321"/>
                  <a:pt x="96" y="321"/>
                  <a:pt x="96" y="321"/>
                </a:cubicBezTo>
                <a:cubicBezTo>
                  <a:pt x="257" y="321"/>
                  <a:pt x="257" y="321"/>
                  <a:pt x="257" y="321"/>
                </a:cubicBezTo>
                <a:cubicBezTo>
                  <a:pt x="257" y="345"/>
                  <a:pt x="257" y="345"/>
                  <a:pt x="257" y="345"/>
                </a:cubicBezTo>
                <a:cubicBezTo>
                  <a:pt x="257" y="350"/>
                  <a:pt x="260" y="353"/>
                  <a:pt x="265" y="353"/>
                </a:cubicBezTo>
                <a:cubicBezTo>
                  <a:pt x="269" y="353"/>
                  <a:pt x="273" y="350"/>
                  <a:pt x="273" y="345"/>
                </a:cubicBezTo>
                <a:cubicBezTo>
                  <a:pt x="273" y="321"/>
                  <a:pt x="273" y="321"/>
                  <a:pt x="273" y="321"/>
                </a:cubicBezTo>
                <a:cubicBezTo>
                  <a:pt x="289" y="321"/>
                  <a:pt x="289" y="321"/>
                  <a:pt x="289" y="321"/>
                </a:cubicBezTo>
                <a:cubicBezTo>
                  <a:pt x="307" y="321"/>
                  <a:pt x="321" y="307"/>
                  <a:pt x="321" y="289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45" y="16"/>
                  <a:pt x="345" y="16"/>
                  <a:pt x="345" y="16"/>
                </a:cubicBezTo>
                <a:cubicBezTo>
                  <a:pt x="350" y="16"/>
                  <a:pt x="353" y="12"/>
                  <a:pt x="353" y="8"/>
                </a:cubicBezTo>
                <a:cubicBezTo>
                  <a:pt x="353" y="4"/>
                  <a:pt x="350" y="0"/>
                  <a:pt x="345" y="0"/>
                </a:cubicBezTo>
                <a:moveTo>
                  <a:pt x="305" y="289"/>
                </a:moveTo>
                <a:cubicBezTo>
                  <a:pt x="305" y="298"/>
                  <a:pt x="298" y="305"/>
                  <a:pt x="289" y="305"/>
                </a:cubicBezTo>
                <a:cubicBezTo>
                  <a:pt x="64" y="305"/>
                  <a:pt x="64" y="305"/>
                  <a:pt x="64" y="305"/>
                </a:cubicBezTo>
                <a:cubicBezTo>
                  <a:pt x="55" y="305"/>
                  <a:pt x="48" y="298"/>
                  <a:pt x="48" y="289"/>
                </a:cubicBezTo>
                <a:cubicBezTo>
                  <a:pt x="48" y="16"/>
                  <a:pt x="48" y="16"/>
                  <a:pt x="48" y="16"/>
                </a:cubicBezTo>
                <a:cubicBezTo>
                  <a:pt x="305" y="16"/>
                  <a:pt x="305" y="16"/>
                  <a:pt x="305" y="16"/>
                </a:cubicBezTo>
                <a:lnTo>
                  <a:pt x="305" y="289"/>
                </a:lnTo>
                <a:close/>
                <a:moveTo>
                  <a:pt x="193" y="225"/>
                </a:moveTo>
                <a:cubicBezTo>
                  <a:pt x="160" y="225"/>
                  <a:pt x="160" y="225"/>
                  <a:pt x="160" y="225"/>
                </a:cubicBezTo>
                <a:cubicBezTo>
                  <a:pt x="160" y="241"/>
                  <a:pt x="160" y="241"/>
                  <a:pt x="160" y="241"/>
                </a:cubicBezTo>
                <a:cubicBezTo>
                  <a:pt x="193" y="241"/>
                  <a:pt x="193" y="241"/>
                  <a:pt x="193" y="241"/>
                </a:cubicBezTo>
                <a:lnTo>
                  <a:pt x="193" y="225"/>
                </a:lnTo>
                <a:close/>
                <a:moveTo>
                  <a:pt x="273" y="177"/>
                </a:moveTo>
                <a:cubicBezTo>
                  <a:pt x="80" y="177"/>
                  <a:pt x="80" y="177"/>
                  <a:pt x="80" y="177"/>
                </a:cubicBezTo>
                <a:cubicBezTo>
                  <a:pt x="80" y="273"/>
                  <a:pt x="80" y="273"/>
                  <a:pt x="80" y="273"/>
                </a:cubicBezTo>
                <a:cubicBezTo>
                  <a:pt x="273" y="273"/>
                  <a:pt x="273" y="273"/>
                  <a:pt x="273" y="273"/>
                </a:cubicBezTo>
                <a:lnTo>
                  <a:pt x="273" y="177"/>
                </a:lnTo>
                <a:close/>
                <a:moveTo>
                  <a:pt x="257" y="257"/>
                </a:moveTo>
                <a:cubicBezTo>
                  <a:pt x="96" y="257"/>
                  <a:pt x="96" y="257"/>
                  <a:pt x="96" y="257"/>
                </a:cubicBezTo>
                <a:cubicBezTo>
                  <a:pt x="96" y="193"/>
                  <a:pt x="96" y="193"/>
                  <a:pt x="96" y="193"/>
                </a:cubicBezTo>
                <a:cubicBezTo>
                  <a:pt x="257" y="193"/>
                  <a:pt x="257" y="193"/>
                  <a:pt x="257" y="193"/>
                </a:cubicBezTo>
                <a:lnTo>
                  <a:pt x="257" y="25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2" name="Freeform 42"/>
          <p:cNvSpPr>
            <a:spLocks noEditPoints="1"/>
          </p:cNvSpPr>
          <p:nvPr/>
        </p:nvSpPr>
        <p:spPr bwMode="auto">
          <a:xfrm>
            <a:off x="8555568" y="4265084"/>
            <a:ext cx="575733" cy="575733"/>
          </a:xfrm>
          <a:custGeom>
            <a:avLst/>
            <a:gdLst>
              <a:gd name="T0" fmla="*/ 80 w 353"/>
              <a:gd name="T1" fmla="*/ 48 h 353"/>
              <a:gd name="T2" fmla="*/ 273 w 353"/>
              <a:gd name="T3" fmla="*/ 112 h 353"/>
              <a:gd name="T4" fmla="*/ 257 w 353"/>
              <a:gd name="T5" fmla="*/ 96 h 353"/>
              <a:gd name="T6" fmla="*/ 193 w 353"/>
              <a:gd name="T7" fmla="*/ 80 h 353"/>
              <a:gd name="T8" fmla="*/ 161 w 353"/>
              <a:gd name="T9" fmla="*/ 96 h 353"/>
              <a:gd name="T10" fmla="*/ 97 w 353"/>
              <a:gd name="T11" fmla="*/ 64 h 353"/>
              <a:gd name="T12" fmla="*/ 257 w 353"/>
              <a:gd name="T13" fmla="*/ 96 h 353"/>
              <a:gd name="T14" fmla="*/ 80 w 353"/>
              <a:gd name="T15" fmla="*/ 209 h 353"/>
              <a:gd name="T16" fmla="*/ 273 w 353"/>
              <a:gd name="T17" fmla="*/ 273 h 353"/>
              <a:gd name="T18" fmla="*/ 257 w 353"/>
              <a:gd name="T19" fmla="*/ 257 h 353"/>
              <a:gd name="T20" fmla="*/ 193 w 353"/>
              <a:gd name="T21" fmla="*/ 241 h 353"/>
              <a:gd name="T22" fmla="*/ 161 w 353"/>
              <a:gd name="T23" fmla="*/ 257 h 353"/>
              <a:gd name="T24" fmla="*/ 97 w 353"/>
              <a:gd name="T25" fmla="*/ 225 h 353"/>
              <a:gd name="T26" fmla="*/ 257 w 353"/>
              <a:gd name="T27" fmla="*/ 257 h 353"/>
              <a:gd name="T28" fmla="*/ 80 w 353"/>
              <a:gd name="T29" fmla="*/ 128 h 353"/>
              <a:gd name="T30" fmla="*/ 273 w 353"/>
              <a:gd name="T31" fmla="*/ 193 h 353"/>
              <a:gd name="T32" fmla="*/ 257 w 353"/>
              <a:gd name="T33" fmla="*/ 177 h 353"/>
              <a:gd name="T34" fmla="*/ 193 w 353"/>
              <a:gd name="T35" fmla="*/ 161 h 353"/>
              <a:gd name="T36" fmla="*/ 161 w 353"/>
              <a:gd name="T37" fmla="*/ 177 h 353"/>
              <a:gd name="T38" fmla="*/ 97 w 353"/>
              <a:gd name="T39" fmla="*/ 145 h 353"/>
              <a:gd name="T40" fmla="*/ 257 w 353"/>
              <a:gd name="T41" fmla="*/ 177 h 353"/>
              <a:gd name="T42" fmla="*/ 8 w 353"/>
              <a:gd name="T43" fmla="*/ 0 h 353"/>
              <a:gd name="T44" fmla="*/ 8 w 353"/>
              <a:gd name="T45" fmla="*/ 16 h 353"/>
              <a:gd name="T46" fmla="*/ 32 w 353"/>
              <a:gd name="T47" fmla="*/ 289 h 353"/>
              <a:gd name="T48" fmla="*/ 80 w 353"/>
              <a:gd name="T49" fmla="*/ 321 h 353"/>
              <a:gd name="T50" fmla="*/ 89 w 353"/>
              <a:gd name="T51" fmla="*/ 353 h 353"/>
              <a:gd name="T52" fmla="*/ 97 w 353"/>
              <a:gd name="T53" fmla="*/ 321 h 353"/>
              <a:gd name="T54" fmla="*/ 257 w 353"/>
              <a:gd name="T55" fmla="*/ 345 h 353"/>
              <a:gd name="T56" fmla="*/ 273 w 353"/>
              <a:gd name="T57" fmla="*/ 345 h 353"/>
              <a:gd name="T58" fmla="*/ 289 w 353"/>
              <a:gd name="T59" fmla="*/ 321 h 353"/>
              <a:gd name="T60" fmla="*/ 321 w 353"/>
              <a:gd name="T61" fmla="*/ 16 h 353"/>
              <a:gd name="T62" fmla="*/ 353 w 353"/>
              <a:gd name="T63" fmla="*/ 8 h 353"/>
              <a:gd name="T64" fmla="*/ 305 w 353"/>
              <a:gd name="T65" fmla="*/ 289 h 353"/>
              <a:gd name="T66" fmla="*/ 64 w 353"/>
              <a:gd name="T67" fmla="*/ 305 h 353"/>
              <a:gd name="T68" fmla="*/ 48 w 353"/>
              <a:gd name="T69" fmla="*/ 16 h 353"/>
              <a:gd name="T70" fmla="*/ 305 w 353"/>
              <a:gd name="T71" fmla="*/ 289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353" h="353">
                <a:moveTo>
                  <a:pt x="273" y="48"/>
                </a:moveTo>
                <a:cubicBezTo>
                  <a:pt x="80" y="48"/>
                  <a:pt x="80" y="48"/>
                  <a:pt x="80" y="48"/>
                </a:cubicBezTo>
                <a:cubicBezTo>
                  <a:pt x="80" y="112"/>
                  <a:pt x="80" y="112"/>
                  <a:pt x="80" y="112"/>
                </a:cubicBezTo>
                <a:cubicBezTo>
                  <a:pt x="273" y="112"/>
                  <a:pt x="273" y="112"/>
                  <a:pt x="273" y="112"/>
                </a:cubicBezTo>
                <a:lnTo>
                  <a:pt x="273" y="48"/>
                </a:lnTo>
                <a:close/>
                <a:moveTo>
                  <a:pt x="257" y="96"/>
                </a:moveTo>
                <a:cubicBezTo>
                  <a:pt x="193" y="96"/>
                  <a:pt x="193" y="96"/>
                  <a:pt x="193" y="96"/>
                </a:cubicBezTo>
                <a:cubicBezTo>
                  <a:pt x="193" y="80"/>
                  <a:pt x="193" y="80"/>
                  <a:pt x="193" y="80"/>
                </a:cubicBezTo>
                <a:cubicBezTo>
                  <a:pt x="161" y="80"/>
                  <a:pt x="161" y="80"/>
                  <a:pt x="161" y="80"/>
                </a:cubicBezTo>
                <a:cubicBezTo>
                  <a:pt x="161" y="96"/>
                  <a:pt x="161" y="96"/>
                  <a:pt x="161" y="96"/>
                </a:cubicBezTo>
                <a:cubicBezTo>
                  <a:pt x="97" y="96"/>
                  <a:pt x="97" y="96"/>
                  <a:pt x="97" y="96"/>
                </a:cubicBezTo>
                <a:cubicBezTo>
                  <a:pt x="97" y="64"/>
                  <a:pt x="97" y="64"/>
                  <a:pt x="97" y="64"/>
                </a:cubicBezTo>
                <a:cubicBezTo>
                  <a:pt x="257" y="64"/>
                  <a:pt x="257" y="64"/>
                  <a:pt x="257" y="64"/>
                </a:cubicBezTo>
                <a:lnTo>
                  <a:pt x="257" y="96"/>
                </a:lnTo>
                <a:close/>
                <a:moveTo>
                  <a:pt x="273" y="209"/>
                </a:moveTo>
                <a:cubicBezTo>
                  <a:pt x="80" y="209"/>
                  <a:pt x="80" y="209"/>
                  <a:pt x="80" y="209"/>
                </a:cubicBezTo>
                <a:cubicBezTo>
                  <a:pt x="80" y="273"/>
                  <a:pt x="80" y="273"/>
                  <a:pt x="80" y="273"/>
                </a:cubicBezTo>
                <a:cubicBezTo>
                  <a:pt x="273" y="273"/>
                  <a:pt x="273" y="273"/>
                  <a:pt x="273" y="273"/>
                </a:cubicBezTo>
                <a:lnTo>
                  <a:pt x="273" y="209"/>
                </a:lnTo>
                <a:close/>
                <a:moveTo>
                  <a:pt x="257" y="257"/>
                </a:moveTo>
                <a:cubicBezTo>
                  <a:pt x="193" y="257"/>
                  <a:pt x="193" y="257"/>
                  <a:pt x="193" y="257"/>
                </a:cubicBezTo>
                <a:cubicBezTo>
                  <a:pt x="193" y="241"/>
                  <a:pt x="193" y="241"/>
                  <a:pt x="193" y="241"/>
                </a:cubicBezTo>
                <a:cubicBezTo>
                  <a:pt x="161" y="241"/>
                  <a:pt x="161" y="241"/>
                  <a:pt x="161" y="241"/>
                </a:cubicBezTo>
                <a:cubicBezTo>
                  <a:pt x="161" y="257"/>
                  <a:pt x="161" y="257"/>
                  <a:pt x="161" y="257"/>
                </a:cubicBezTo>
                <a:cubicBezTo>
                  <a:pt x="97" y="257"/>
                  <a:pt x="97" y="257"/>
                  <a:pt x="97" y="257"/>
                </a:cubicBezTo>
                <a:cubicBezTo>
                  <a:pt x="97" y="225"/>
                  <a:pt x="97" y="225"/>
                  <a:pt x="97" y="225"/>
                </a:cubicBezTo>
                <a:cubicBezTo>
                  <a:pt x="257" y="225"/>
                  <a:pt x="257" y="225"/>
                  <a:pt x="257" y="225"/>
                </a:cubicBezTo>
                <a:lnTo>
                  <a:pt x="257" y="257"/>
                </a:lnTo>
                <a:close/>
                <a:moveTo>
                  <a:pt x="273" y="128"/>
                </a:moveTo>
                <a:cubicBezTo>
                  <a:pt x="80" y="128"/>
                  <a:pt x="80" y="128"/>
                  <a:pt x="80" y="128"/>
                </a:cubicBezTo>
                <a:cubicBezTo>
                  <a:pt x="80" y="193"/>
                  <a:pt x="80" y="193"/>
                  <a:pt x="80" y="193"/>
                </a:cubicBezTo>
                <a:cubicBezTo>
                  <a:pt x="273" y="193"/>
                  <a:pt x="273" y="193"/>
                  <a:pt x="273" y="193"/>
                </a:cubicBezTo>
                <a:lnTo>
                  <a:pt x="273" y="128"/>
                </a:lnTo>
                <a:close/>
                <a:moveTo>
                  <a:pt x="257" y="177"/>
                </a:moveTo>
                <a:cubicBezTo>
                  <a:pt x="193" y="177"/>
                  <a:pt x="193" y="177"/>
                  <a:pt x="193" y="177"/>
                </a:cubicBezTo>
                <a:cubicBezTo>
                  <a:pt x="193" y="161"/>
                  <a:pt x="193" y="161"/>
                  <a:pt x="193" y="161"/>
                </a:cubicBezTo>
                <a:cubicBezTo>
                  <a:pt x="161" y="161"/>
                  <a:pt x="161" y="161"/>
                  <a:pt x="161" y="161"/>
                </a:cubicBezTo>
                <a:cubicBezTo>
                  <a:pt x="161" y="177"/>
                  <a:pt x="161" y="177"/>
                  <a:pt x="161" y="177"/>
                </a:cubicBezTo>
                <a:cubicBezTo>
                  <a:pt x="97" y="177"/>
                  <a:pt x="97" y="177"/>
                  <a:pt x="97" y="177"/>
                </a:cubicBezTo>
                <a:cubicBezTo>
                  <a:pt x="97" y="145"/>
                  <a:pt x="97" y="145"/>
                  <a:pt x="97" y="145"/>
                </a:cubicBezTo>
                <a:cubicBezTo>
                  <a:pt x="257" y="145"/>
                  <a:pt x="257" y="145"/>
                  <a:pt x="257" y="145"/>
                </a:cubicBezTo>
                <a:lnTo>
                  <a:pt x="257" y="177"/>
                </a:lnTo>
                <a:close/>
                <a:moveTo>
                  <a:pt x="345" y="0"/>
                </a:moveTo>
                <a:cubicBezTo>
                  <a:pt x="8" y="0"/>
                  <a:pt x="8" y="0"/>
                  <a:pt x="8" y="0"/>
                </a:cubicBezTo>
                <a:cubicBezTo>
                  <a:pt x="4" y="0"/>
                  <a:pt x="0" y="4"/>
                  <a:pt x="0" y="8"/>
                </a:cubicBezTo>
                <a:cubicBezTo>
                  <a:pt x="0" y="12"/>
                  <a:pt x="4" y="16"/>
                  <a:pt x="8" y="16"/>
                </a:cubicBezTo>
                <a:cubicBezTo>
                  <a:pt x="32" y="16"/>
                  <a:pt x="32" y="16"/>
                  <a:pt x="32" y="16"/>
                </a:cubicBezTo>
                <a:cubicBezTo>
                  <a:pt x="32" y="289"/>
                  <a:pt x="32" y="289"/>
                  <a:pt x="32" y="289"/>
                </a:cubicBezTo>
                <a:cubicBezTo>
                  <a:pt x="32" y="307"/>
                  <a:pt x="47" y="321"/>
                  <a:pt x="64" y="321"/>
                </a:cubicBezTo>
                <a:cubicBezTo>
                  <a:pt x="80" y="321"/>
                  <a:pt x="80" y="321"/>
                  <a:pt x="80" y="321"/>
                </a:cubicBezTo>
                <a:cubicBezTo>
                  <a:pt x="80" y="345"/>
                  <a:pt x="80" y="345"/>
                  <a:pt x="80" y="345"/>
                </a:cubicBezTo>
                <a:cubicBezTo>
                  <a:pt x="80" y="350"/>
                  <a:pt x="84" y="353"/>
                  <a:pt x="89" y="353"/>
                </a:cubicBezTo>
                <a:cubicBezTo>
                  <a:pt x="93" y="353"/>
                  <a:pt x="97" y="350"/>
                  <a:pt x="97" y="345"/>
                </a:cubicBezTo>
                <a:cubicBezTo>
                  <a:pt x="97" y="321"/>
                  <a:pt x="97" y="321"/>
                  <a:pt x="97" y="321"/>
                </a:cubicBezTo>
                <a:cubicBezTo>
                  <a:pt x="257" y="321"/>
                  <a:pt x="257" y="321"/>
                  <a:pt x="257" y="321"/>
                </a:cubicBezTo>
                <a:cubicBezTo>
                  <a:pt x="257" y="345"/>
                  <a:pt x="257" y="345"/>
                  <a:pt x="257" y="345"/>
                </a:cubicBezTo>
                <a:cubicBezTo>
                  <a:pt x="257" y="350"/>
                  <a:pt x="261" y="353"/>
                  <a:pt x="265" y="353"/>
                </a:cubicBezTo>
                <a:cubicBezTo>
                  <a:pt x="270" y="353"/>
                  <a:pt x="273" y="350"/>
                  <a:pt x="273" y="345"/>
                </a:cubicBezTo>
                <a:cubicBezTo>
                  <a:pt x="273" y="321"/>
                  <a:pt x="273" y="321"/>
                  <a:pt x="273" y="321"/>
                </a:cubicBezTo>
                <a:cubicBezTo>
                  <a:pt x="289" y="321"/>
                  <a:pt x="289" y="321"/>
                  <a:pt x="289" y="321"/>
                </a:cubicBezTo>
                <a:cubicBezTo>
                  <a:pt x="307" y="321"/>
                  <a:pt x="321" y="307"/>
                  <a:pt x="321" y="289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45" y="16"/>
                  <a:pt x="345" y="16"/>
                  <a:pt x="345" y="16"/>
                </a:cubicBezTo>
                <a:cubicBezTo>
                  <a:pt x="350" y="16"/>
                  <a:pt x="353" y="12"/>
                  <a:pt x="353" y="8"/>
                </a:cubicBezTo>
                <a:cubicBezTo>
                  <a:pt x="353" y="4"/>
                  <a:pt x="350" y="0"/>
                  <a:pt x="345" y="0"/>
                </a:cubicBezTo>
                <a:moveTo>
                  <a:pt x="305" y="289"/>
                </a:moveTo>
                <a:cubicBezTo>
                  <a:pt x="305" y="298"/>
                  <a:pt x="298" y="305"/>
                  <a:pt x="289" y="305"/>
                </a:cubicBezTo>
                <a:cubicBezTo>
                  <a:pt x="64" y="305"/>
                  <a:pt x="64" y="305"/>
                  <a:pt x="64" y="305"/>
                </a:cubicBezTo>
                <a:cubicBezTo>
                  <a:pt x="56" y="305"/>
                  <a:pt x="48" y="298"/>
                  <a:pt x="48" y="289"/>
                </a:cubicBezTo>
                <a:cubicBezTo>
                  <a:pt x="48" y="16"/>
                  <a:pt x="48" y="16"/>
                  <a:pt x="48" y="16"/>
                </a:cubicBezTo>
                <a:cubicBezTo>
                  <a:pt x="305" y="16"/>
                  <a:pt x="305" y="16"/>
                  <a:pt x="305" y="16"/>
                </a:cubicBezTo>
                <a:lnTo>
                  <a:pt x="305" y="28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3" name="Freeform 43"/>
          <p:cNvSpPr>
            <a:spLocks noEditPoints="1"/>
          </p:cNvSpPr>
          <p:nvPr/>
        </p:nvSpPr>
        <p:spPr bwMode="auto">
          <a:xfrm>
            <a:off x="9709151" y="4265084"/>
            <a:ext cx="469900" cy="575733"/>
          </a:xfrm>
          <a:custGeom>
            <a:avLst/>
            <a:gdLst>
              <a:gd name="T0" fmla="*/ 128 w 289"/>
              <a:gd name="T1" fmla="*/ 193 h 353"/>
              <a:gd name="T2" fmla="*/ 160 w 289"/>
              <a:gd name="T3" fmla="*/ 193 h 353"/>
              <a:gd name="T4" fmla="*/ 160 w 289"/>
              <a:gd name="T5" fmla="*/ 177 h 353"/>
              <a:gd name="T6" fmla="*/ 128 w 289"/>
              <a:gd name="T7" fmla="*/ 177 h 353"/>
              <a:gd name="T8" fmla="*/ 128 w 289"/>
              <a:gd name="T9" fmla="*/ 193 h 353"/>
              <a:gd name="T10" fmla="*/ 128 w 289"/>
              <a:gd name="T11" fmla="*/ 112 h 353"/>
              <a:gd name="T12" fmla="*/ 160 w 289"/>
              <a:gd name="T13" fmla="*/ 112 h 353"/>
              <a:gd name="T14" fmla="*/ 160 w 289"/>
              <a:gd name="T15" fmla="*/ 96 h 353"/>
              <a:gd name="T16" fmla="*/ 128 w 289"/>
              <a:gd name="T17" fmla="*/ 96 h 353"/>
              <a:gd name="T18" fmla="*/ 128 w 289"/>
              <a:gd name="T19" fmla="*/ 112 h 353"/>
              <a:gd name="T20" fmla="*/ 128 w 289"/>
              <a:gd name="T21" fmla="*/ 273 h 353"/>
              <a:gd name="T22" fmla="*/ 160 w 289"/>
              <a:gd name="T23" fmla="*/ 273 h 353"/>
              <a:gd name="T24" fmla="*/ 160 w 289"/>
              <a:gd name="T25" fmla="*/ 257 h 353"/>
              <a:gd name="T26" fmla="*/ 128 w 289"/>
              <a:gd name="T27" fmla="*/ 257 h 353"/>
              <a:gd name="T28" fmla="*/ 128 w 289"/>
              <a:gd name="T29" fmla="*/ 273 h 353"/>
              <a:gd name="T30" fmla="*/ 257 w 289"/>
              <a:gd name="T31" fmla="*/ 0 h 353"/>
              <a:gd name="T32" fmla="*/ 32 w 289"/>
              <a:gd name="T33" fmla="*/ 0 h 353"/>
              <a:gd name="T34" fmla="*/ 0 w 289"/>
              <a:gd name="T35" fmla="*/ 32 h 353"/>
              <a:gd name="T36" fmla="*/ 0 w 289"/>
              <a:gd name="T37" fmla="*/ 321 h 353"/>
              <a:gd name="T38" fmla="*/ 32 w 289"/>
              <a:gd name="T39" fmla="*/ 353 h 353"/>
              <a:gd name="T40" fmla="*/ 257 w 289"/>
              <a:gd name="T41" fmla="*/ 353 h 353"/>
              <a:gd name="T42" fmla="*/ 289 w 289"/>
              <a:gd name="T43" fmla="*/ 321 h 353"/>
              <a:gd name="T44" fmla="*/ 289 w 289"/>
              <a:gd name="T45" fmla="*/ 32 h 353"/>
              <a:gd name="T46" fmla="*/ 257 w 289"/>
              <a:gd name="T47" fmla="*/ 0 h 353"/>
              <a:gd name="T48" fmla="*/ 273 w 289"/>
              <a:gd name="T49" fmla="*/ 321 h 353"/>
              <a:gd name="T50" fmla="*/ 257 w 289"/>
              <a:gd name="T51" fmla="*/ 337 h 353"/>
              <a:gd name="T52" fmla="*/ 32 w 289"/>
              <a:gd name="T53" fmla="*/ 337 h 353"/>
              <a:gd name="T54" fmla="*/ 16 w 289"/>
              <a:gd name="T55" fmla="*/ 321 h 353"/>
              <a:gd name="T56" fmla="*/ 16 w 289"/>
              <a:gd name="T57" fmla="*/ 32 h 353"/>
              <a:gd name="T58" fmla="*/ 32 w 289"/>
              <a:gd name="T59" fmla="*/ 16 h 353"/>
              <a:gd name="T60" fmla="*/ 257 w 289"/>
              <a:gd name="T61" fmla="*/ 16 h 353"/>
              <a:gd name="T62" fmla="*/ 273 w 289"/>
              <a:gd name="T63" fmla="*/ 32 h 353"/>
              <a:gd name="T64" fmla="*/ 273 w 289"/>
              <a:gd name="T65" fmla="*/ 321 h 353"/>
              <a:gd name="T66" fmla="*/ 48 w 289"/>
              <a:gd name="T67" fmla="*/ 305 h 353"/>
              <a:gd name="T68" fmla="*/ 240 w 289"/>
              <a:gd name="T69" fmla="*/ 305 h 353"/>
              <a:gd name="T70" fmla="*/ 240 w 289"/>
              <a:gd name="T71" fmla="*/ 48 h 353"/>
              <a:gd name="T72" fmla="*/ 48 w 289"/>
              <a:gd name="T73" fmla="*/ 48 h 353"/>
              <a:gd name="T74" fmla="*/ 48 w 289"/>
              <a:gd name="T75" fmla="*/ 305 h 353"/>
              <a:gd name="T76" fmla="*/ 64 w 289"/>
              <a:gd name="T77" fmla="*/ 64 h 353"/>
              <a:gd name="T78" fmla="*/ 224 w 289"/>
              <a:gd name="T79" fmla="*/ 64 h 353"/>
              <a:gd name="T80" fmla="*/ 224 w 289"/>
              <a:gd name="T81" fmla="*/ 128 h 353"/>
              <a:gd name="T82" fmla="*/ 64 w 289"/>
              <a:gd name="T83" fmla="*/ 128 h 353"/>
              <a:gd name="T84" fmla="*/ 64 w 289"/>
              <a:gd name="T85" fmla="*/ 64 h 353"/>
              <a:gd name="T86" fmla="*/ 64 w 289"/>
              <a:gd name="T87" fmla="*/ 145 h 353"/>
              <a:gd name="T88" fmla="*/ 224 w 289"/>
              <a:gd name="T89" fmla="*/ 145 h 353"/>
              <a:gd name="T90" fmla="*/ 224 w 289"/>
              <a:gd name="T91" fmla="*/ 209 h 353"/>
              <a:gd name="T92" fmla="*/ 64 w 289"/>
              <a:gd name="T93" fmla="*/ 209 h 353"/>
              <a:gd name="T94" fmla="*/ 64 w 289"/>
              <a:gd name="T95" fmla="*/ 145 h 353"/>
              <a:gd name="T96" fmla="*/ 64 w 289"/>
              <a:gd name="T97" fmla="*/ 225 h 353"/>
              <a:gd name="T98" fmla="*/ 224 w 289"/>
              <a:gd name="T99" fmla="*/ 225 h 353"/>
              <a:gd name="T100" fmla="*/ 224 w 289"/>
              <a:gd name="T101" fmla="*/ 289 h 353"/>
              <a:gd name="T102" fmla="*/ 64 w 289"/>
              <a:gd name="T103" fmla="*/ 289 h 353"/>
              <a:gd name="T104" fmla="*/ 64 w 289"/>
              <a:gd name="T105" fmla="*/ 225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289" h="353">
                <a:moveTo>
                  <a:pt x="128" y="193"/>
                </a:moveTo>
                <a:cubicBezTo>
                  <a:pt x="160" y="193"/>
                  <a:pt x="160" y="193"/>
                  <a:pt x="160" y="193"/>
                </a:cubicBezTo>
                <a:cubicBezTo>
                  <a:pt x="160" y="177"/>
                  <a:pt x="160" y="177"/>
                  <a:pt x="160" y="177"/>
                </a:cubicBezTo>
                <a:cubicBezTo>
                  <a:pt x="128" y="177"/>
                  <a:pt x="128" y="177"/>
                  <a:pt x="128" y="177"/>
                </a:cubicBezTo>
                <a:lnTo>
                  <a:pt x="128" y="193"/>
                </a:lnTo>
                <a:close/>
                <a:moveTo>
                  <a:pt x="128" y="112"/>
                </a:moveTo>
                <a:cubicBezTo>
                  <a:pt x="160" y="112"/>
                  <a:pt x="160" y="112"/>
                  <a:pt x="160" y="112"/>
                </a:cubicBezTo>
                <a:cubicBezTo>
                  <a:pt x="160" y="96"/>
                  <a:pt x="160" y="96"/>
                  <a:pt x="160" y="96"/>
                </a:cubicBezTo>
                <a:cubicBezTo>
                  <a:pt x="128" y="96"/>
                  <a:pt x="128" y="96"/>
                  <a:pt x="128" y="96"/>
                </a:cubicBezTo>
                <a:lnTo>
                  <a:pt x="128" y="112"/>
                </a:lnTo>
                <a:close/>
                <a:moveTo>
                  <a:pt x="128" y="273"/>
                </a:moveTo>
                <a:cubicBezTo>
                  <a:pt x="160" y="273"/>
                  <a:pt x="160" y="273"/>
                  <a:pt x="160" y="273"/>
                </a:cubicBezTo>
                <a:cubicBezTo>
                  <a:pt x="160" y="257"/>
                  <a:pt x="160" y="257"/>
                  <a:pt x="160" y="257"/>
                </a:cubicBezTo>
                <a:cubicBezTo>
                  <a:pt x="128" y="257"/>
                  <a:pt x="128" y="257"/>
                  <a:pt x="128" y="257"/>
                </a:cubicBezTo>
                <a:lnTo>
                  <a:pt x="128" y="273"/>
                </a:lnTo>
                <a:close/>
                <a:moveTo>
                  <a:pt x="257" y="0"/>
                </a:move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4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4" y="353"/>
                  <a:pt x="32" y="353"/>
                </a:cubicBezTo>
                <a:cubicBezTo>
                  <a:pt x="257" y="353"/>
                  <a:pt x="257" y="353"/>
                  <a:pt x="257" y="353"/>
                </a:cubicBezTo>
                <a:cubicBezTo>
                  <a:pt x="274" y="353"/>
                  <a:pt x="289" y="339"/>
                  <a:pt x="289" y="321"/>
                </a:cubicBezTo>
                <a:cubicBezTo>
                  <a:pt x="289" y="32"/>
                  <a:pt x="289" y="32"/>
                  <a:pt x="289" y="32"/>
                </a:cubicBezTo>
                <a:cubicBezTo>
                  <a:pt x="289" y="14"/>
                  <a:pt x="274" y="0"/>
                  <a:pt x="257" y="0"/>
                </a:cubicBezTo>
                <a:moveTo>
                  <a:pt x="273" y="321"/>
                </a:moveTo>
                <a:cubicBezTo>
                  <a:pt x="273" y="330"/>
                  <a:pt x="265" y="337"/>
                  <a:pt x="257" y="337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23" y="337"/>
                  <a:pt x="16" y="330"/>
                  <a:pt x="16" y="32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3"/>
                  <a:pt x="23" y="16"/>
                  <a:pt x="32" y="16"/>
                </a:cubicBezTo>
                <a:cubicBezTo>
                  <a:pt x="257" y="16"/>
                  <a:pt x="257" y="16"/>
                  <a:pt x="257" y="16"/>
                </a:cubicBezTo>
                <a:cubicBezTo>
                  <a:pt x="265" y="16"/>
                  <a:pt x="273" y="23"/>
                  <a:pt x="273" y="32"/>
                </a:cubicBezTo>
                <a:lnTo>
                  <a:pt x="273" y="321"/>
                </a:lnTo>
                <a:close/>
                <a:moveTo>
                  <a:pt x="48" y="305"/>
                </a:moveTo>
                <a:cubicBezTo>
                  <a:pt x="240" y="305"/>
                  <a:pt x="240" y="305"/>
                  <a:pt x="240" y="305"/>
                </a:cubicBezTo>
                <a:cubicBezTo>
                  <a:pt x="240" y="48"/>
                  <a:pt x="240" y="48"/>
                  <a:pt x="240" y="48"/>
                </a:cubicBezTo>
                <a:cubicBezTo>
                  <a:pt x="48" y="48"/>
                  <a:pt x="48" y="48"/>
                  <a:pt x="48" y="48"/>
                </a:cubicBezTo>
                <a:lnTo>
                  <a:pt x="48" y="305"/>
                </a:lnTo>
                <a:close/>
                <a:moveTo>
                  <a:pt x="64" y="64"/>
                </a:moveTo>
                <a:cubicBezTo>
                  <a:pt x="224" y="64"/>
                  <a:pt x="224" y="64"/>
                  <a:pt x="224" y="64"/>
                </a:cubicBezTo>
                <a:cubicBezTo>
                  <a:pt x="224" y="128"/>
                  <a:pt x="224" y="128"/>
                  <a:pt x="224" y="128"/>
                </a:cubicBezTo>
                <a:cubicBezTo>
                  <a:pt x="64" y="128"/>
                  <a:pt x="64" y="128"/>
                  <a:pt x="64" y="128"/>
                </a:cubicBezTo>
                <a:lnTo>
                  <a:pt x="64" y="64"/>
                </a:lnTo>
                <a:close/>
                <a:moveTo>
                  <a:pt x="64" y="145"/>
                </a:moveTo>
                <a:cubicBezTo>
                  <a:pt x="224" y="145"/>
                  <a:pt x="224" y="145"/>
                  <a:pt x="224" y="145"/>
                </a:cubicBezTo>
                <a:cubicBezTo>
                  <a:pt x="224" y="209"/>
                  <a:pt x="224" y="209"/>
                  <a:pt x="224" y="209"/>
                </a:cubicBezTo>
                <a:cubicBezTo>
                  <a:pt x="64" y="209"/>
                  <a:pt x="64" y="209"/>
                  <a:pt x="64" y="209"/>
                </a:cubicBezTo>
                <a:lnTo>
                  <a:pt x="64" y="145"/>
                </a:lnTo>
                <a:close/>
                <a:moveTo>
                  <a:pt x="64" y="225"/>
                </a:moveTo>
                <a:cubicBezTo>
                  <a:pt x="224" y="225"/>
                  <a:pt x="224" y="225"/>
                  <a:pt x="224" y="225"/>
                </a:cubicBezTo>
                <a:cubicBezTo>
                  <a:pt x="224" y="289"/>
                  <a:pt x="224" y="289"/>
                  <a:pt x="224" y="289"/>
                </a:cubicBezTo>
                <a:cubicBezTo>
                  <a:pt x="64" y="289"/>
                  <a:pt x="64" y="289"/>
                  <a:pt x="64" y="289"/>
                </a:cubicBezTo>
                <a:lnTo>
                  <a:pt x="64" y="22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4" name="Freeform 44"/>
          <p:cNvSpPr>
            <a:spLocks noEditPoints="1"/>
          </p:cNvSpPr>
          <p:nvPr/>
        </p:nvSpPr>
        <p:spPr bwMode="auto">
          <a:xfrm>
            <a:off x="10754784" y="4265084"/>
            <a:ext cx="575733" cy="575733"/>
          </a:xfrm>
          <a:custGeom>
            <a:avLst/>
            <a:gdLst>
              <a:gd name="T0" fmla="*/ 249 w 353"/>
              <a:gd name="T1" fmla="*/ 72 h 353"/>
              <a:gd name="T2" fmla="*/ 248 w 353"/>
              <a:gd name="T3" fmla="*/ 73 h 353"/>
              <a:gd name="T4" fmla="*/ 248 w 353"/>
              <a:gd name="T5" fmla="*/ 72 h 353"/>
              <a:gd name="T6" fmla="*/ 188 w 353"/>
              <a:gd name="T7" fmla="*/ 65 h 353"/>
              <a:gd name="T8" fmla="*/ 185 w 353"/>
              <a:gd name="T9" fmla="*/ 64 h 353"/>
              <a:gd name="T10" fmla="*/ 184 w 353"/>
              <a:gd name="T11" fmla="*/ 64 h 353"/>
              <a:gd name="T12" fmla="*/ 183 w 353"/>
              <a:gd name="T13" fmla="*/ 64 h 353"/>
              <a:gd name="T14" fmla="*/ 183 w 353"/>
              <a:gd name="T15" fmla="*/ 64 h 353"/>
              <a:gd name="T16" fmla="*/ 176 w 353"/>
              <a:gd name="T17" fmla="*/ 72 h 353"/>
              <a:gd name="T18" fmla="*/ 176 w 353"/>
              <a:gd name="T19" fmla="*/ 217 h 353"/>
              <a:gd name="T20" fmla="*/ 152 w 353"/>
              <a:gd name="T21" fmla="*/ 209 h 353"/>
              <a:gd name="T22" fmla="*/ 136 w 353"/>
              <a:gd name="T23" fmla="*/ 209 h 353"/>
              <a:gd name="T24" fmla="*/ 96 w 353"/>
              <a:gd name="T25" fmla="*/ 249 h 353"/>
              <a:gd name="T26" fmla="*/ 136 w 353"/>
              <a:gd name="T27" fmla="*/ 289 h 353"/>
              <a:gd name="T28" fmla="*/ 152 w 353"/>
              <a:gd name="T29" fmla="*/ 289 h 353"/>
              <a:gd name="T30" fmla="*/ 193 w 353"/>
              <a:gd name="T31" fmla="*/ 249 h 353"/>
              <a:gd name="T32" fmla="*/ 193 w 353"/>
              <a:gd name="T33" fmla="*/ 129 h 353"/>
              <a:gd name="T34" fmla="*/ 246 w 353"/>
              <a:gd name="T35" fmla="*/ 136 h 353"/>
              <a:gd name="T36" fmla="*/ 249 w 353"/>
              <a:gd name="T37" fmla="*/ 136 h 353"/>
              <a:gd name="T38" fmla="*/ 249 w 353"/>
              <a:gd name="T39" fmla="*/ 136 h 353"/>
              <a:gd name="T40" fmla="*/ 250 w 353"/>
              <a:gd name="T41" fmla="*/ 136 h 353"/>
              <a:gd name="T42" fmla="*/ 250 w 353"/>
              <a:gd name="T43" fmla="*/ 136 h 353"/>
              <a:gd name="T44" fmla="*/ 257 w 353"/>
              <a:gd name="T45" fmla="*/ 128 h 353"/>
              <a:gd name="T46" fmla="*/ 257 w 353"/>
              <a:gd name="T47" fmla="*/ 80 h 353"/>
              <a:gd name="T48" fmla="*/ 249 w 353"/>
              <a:gd name="T49" fmla="*/ 72 h 353"/>
              <a:gd name="T50" fmla="*/ 152 w 353"/>
              <a:gd name="T51" fmla="*/ 273 h 353"/>
              <a:gd name="T52" fmla="*/ 136 w 353"/>
              <a:gd name="T53" fmla="*/ 273 h 353"/>
              <a:gd name="T54" fmla="*/ 112 w 353"/>
              <a:gd name="T55" fmla="*/ 249 h 353"/>
              <a:gd name="T56" fmla="*/ 136 w 353"/>
              <a:gd name="T57" fmla="*/ 225 h 353"/>
              <a:gd name="T58" fmla="*/ 152 w 353"/>
              <a:gd name="T59" fmla="*/ 225 h 353"/>
              <a:gd name="T60" fmla="*/ 176 w 353"/>
              <a:gd name="T61" fmla="*/ 249 h 353"/>
              <a:gd name="T62" fmla="*/ 152 w 353"/>
              <a:gd name="T63" fmla="*/ 273 h 353"/>
              <a:gd name="T64" fmla="*/ 241 w 353"/>
              <a:gd name="T65" fmla="*/ 120 h 353"/>
              <a:gd name="T66" fmla="*/ 193 w 353"/>
              <a:gd name="T67" fmla="*/ 114 h 353"/>
              <a:gd name="T68" fmla="*/ 193 w 353"/>
              <a:gd name="T69" fmla="*/ 81 h 353"/>
              <a:gd name="T70" fmla="*/ 241 w 353"/>
              <a:gd name="T71" fmla="*/ 87 h 353"/>
              <a:gd name="T72" fmla="*/ 241 w 353"/>
              <a:gd name="T73" fmla="*/ 120 h 353"/>
              <a:gd name="T74" fmla="*/ 176 w 353"/>
              <a:gd name="T75" fmla="*/ 0 h 353"/>
              <a:gd name="T76" fmla="*/ 0 w 353"/>
              <a:gd name="T77" fmla="*/ 177 h 353"/>
              <a:gd name="T78" fmla="*/ 176 w 353"/>
              <a:gd name="T79" fmla="*/ 353 h 353"/>
              <a:gd name="T80" fmla="*/ 353 w 353"/>
              <a:gd name="T81" fmla="*/ 177 h 353"/>
              <a:gd name="T82" fmla="*/ 176 w 353"/>
              <a:gd name="T83" fmla="*/ 0 h 353"/>
              <a:gd name="T84" fmla="*/ 176 w 353"/>
              <a:gd name="T85" fmla="*/ 337 h 353"/>
              <a:gd name="T86" fmla="*/ 16 w 353"/>
              <a:gd name="T87" fmla="*/ 177 h 353"/>
              <a:gd name="T88" fmla="*/ 176 w 353"/>
              <a:gd name="T89" fmla="*/ 16 h 353"/>
              <a:gd name="T90" fmla="*/ 337 w 353"/>
              <a:gd name="T91" fmla="*/ 177 h 353"/>
              <a:gd name="T92" fmla="*/ 176 w 353"/>
              <a:gd name="T93" fmla="*/ 337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353" h="353">
                <a:moveTo>
                  <a:pt x="249" y="72"/>
                </a:moveTo>
                <a:cubicBezTo>
                  <a:pt x="248" y="72"/>
                  <a:pt x="248" y="72"/>
                  <a:pt x="248" y="73"/>
                </a:cubicBezTo>
                <a:cubicBezTo>
                  <a:pt x="248" y="72"/>
                  <a:pt x="248" y="72"/>
                  <a:pt x="248" y="72"/>
                </a:cubicBezTo>
                <a:cubicBezTo>
                  <a:pt x="188" y="65"/>
                  <a:pt x="188" y="65"/>
                  <a:pt x="188" y="65"/>
                </a:cubicBezTo>
                <a:cubicBezTo>
                  <a:pt x="187" y="64"/>
                  <a:pt x="186" y="64"/>
                  <a:pt x="185" y="64"/>
                </a:cubicBezTo>
                <a:cubicBezTo>
                  <a:pt x="184" y="64"/>
                  <a:pt x="184" y="64"/>
                  <a:pt x="184" y="64"/>
                </a:cubicBezTo>
                <a:cubicBezTo>
                  <a:pt x="183" y="64"/>
                  <a:pt x="183" y="64"/>
                  <a:pt x="183" y="64"/>
                </a:cubicBezTo>
                <a:cubicBezTo>
                  <a:pt x="183" y="64"/>
                  <a:pt x="183" y="64"/>
                  <a:pt x="183" y="64"/>
                </a:cubicBezTo>
                <a:cubicBezTo>
                  <a:pt x="179" y="65"/>
                  <a:pt x="176" y="68"/>
                  <a:pt x="176" y="72"/>
                </a:cubicBezTo>
                <a:cubicBezTo>
                  <a:pt x="176" y="217"/>
                  <a:pt x="176" y="217"/>
                  <a:pt x="176" y="217"/>
                </a:cubicBezTo>
                <a:cubicBezTo>
                  <a:pt x="170" y="212"/>
                  <a:pt x="161" y="209"/>
                  <a:pt x="152" y="209"/>
                </a:cubicBezTo>
                <a:cubicBezTo>
                  <a:pt x="136" y="209"/>
                  <a:pt x="136" y="209"/>
                  <a:pt x="136" y="209"/>
                </a:cubicBezTo>
                <a:cubicBezTo>
                  <a:pt x="114" y="209"/>
                  <a:pt x="96" y="227"/>
                  <a:pt x="96" y="249"/>
                </a:cubicBezTo>
                <a:cubicBezTo>
                  <a:pt x="96" y="271"/>
                  <a:pt x="114" y="289"/>
                  <a:pt x="136" y="289"/>
                </a:cubicBezTo>
                <a:cubicBezTo>
                  <a:pt x="152" y="289"/>
                  <a:pt x="152" y="289"/>
                  <a:pt x="152" y="289"/>
                </a:cubicBezTo>
                <a:cubicBezTo>
                  <a:pt x="175" y="289"/>
                  <a:pt x="193" y="271"/>
                  <a:pt x="193" y="249"/>
                </a:cubicBezTo>
                <a:cubicBezTo>
                  <a:pt x="193" y="129"/>
                  <a:pt x="193" y="129"/>
                  <a:pt x="193" y="129"/>
                </a:cubicBezTo>
                <a:cubicBezTo>
                  <a:pt x="246" y="136"/>
                  <a:pt x="246" y="136"/>
                  <a:pt x="246" y="136"/>
                </a:cubicBezTo>
                <a:cubicBezTo>
                  <a:pt x="247" y="136"/>
                  <a:pt x="248" y="136"/>
                  <a:pt x="249" y="136"/>
                </a:cubicBezTo>
                <a:cubicBezTo>
                  <a:pt x="249" y="136"/>
                  <a:pt x="249" y="136"/>
                  <a:pt x="249" y="136"/>
                </a:cubicBezTo>
                <a:cubicBezTo>
                  <a:pt x="250" y="136"/>
                  <a:pt x="250" y="136"/>
                  <a:pt x="250" y="136"/>
                </a:cubicBezTo>
                <a:cubicBezTo>
                  <a:pt x="250" y="136"/>
                  <a:pt x="250" y="136"/>
                  <a:pt x="250" y="136"/>
                </a:cubicBezTo>
                <a:cubicBezTo>
                  <a:pt x="254" y="136"/>
                  <a:pt x="257" y="132"/>
                  <a:pt x="257" y="128"/>
                </a:cubicBezTo>
                <a:cubicBezTo>
                  <a:pt x="257" y="80"/>
                  <a:pt x="257" y="80"/>
                  <a:pt x="257" y="80"/>
                </a:cubicBezTo>
                <a:cubicBezTo>
                  <a:pt x="257" y="76"/>
                  <a:pt x="253" y="72"/>
                  <a:pt x="249" y="72"/>
                </a:cubicBezTo>
                <a:moveTo>
                  <a:pt x="152" y="273"/>
                </a:moveTo>
                <a:cubicBezTo>
                  <a:pt x="136" y="273"/>
                  <a:pt x="136" y="273"/>
                  <a:pt x="136" y="273"/>
                </a:cubicBezTo>
                <a:cubicBezTo>
                  <a:pt x="123" y="273"/>
                  <a:pt x="112" y="262"/>
                  <a:pt x="112" y="249"/>
                </a:cubicBezTo>
                <a:cubicBezTo>
                  <a:pt x="112" y="236"/>
                  <a:pt x="123" y="225"/>
                  <a:pt x="136" y="225"/>
                </a:cubicBezTo>
                <a:cubicBezTo>
                  <a:pt x="152" y="225"/>
                  <a:pt x="152" y="225"/>
                  <a:pt x="152" y="225"/>
                </a:cubicBezTo>
                <a:cubicBezTo>
                  <a:pt x="166" y="225"/>
                  <a:pt x="176" y="236"/>
                  <a:pt x="176" y="249"/>
                </a:cubicBezTo>
                <a:cubicBezTo>
                  <a:pt x="176" y="262"/>
                  <a:pt x="166" y="273"/>
                  <a:pt x="152" y="273"/>
                </a:cubicBezTo>
                <a:moveTo>
                  <a:pt x="241" y="120"/>
                </a:moveTo>
                <a:cubicBezTo>
                  <a:pt x="193" y="114"/>
                  <a:pt x="193" y="114"/>
                  <a:pt x="193" y="114"/>
                </a:cubicBezTo>
                <a:cubicBezTo>
                  <a:pt x="193" y="81"/>
                  <a:pt x="193" y="81"/>
                  <a:pt x="193" y="81"/>
                </a:cubicBezTo>
                <a:cubicBezTo>
                  <a:pt x="241" y="87"/>
                  <a:pt x="241" y="87"/>
                  <a:pt x="241" y="87"/>
                </a:cubicBezTo>
                <a:lnTo>
                  <a:pt x="241" y="120"/>
                </a:lnTo>
                <a:close/>
                <a:moveTo>
                  <a:pt x="176" y="0"/>
                </a:moveTo>
                <a:cubicBezTo>
                  <a:pt x="79" y="0"/>
                  <a:pt x="0" y="79"/>
                  <a:pt x="0" y="177"/>
                </a:cubicBezTo>
                <a:cubicBezTo>
                  <a:pt x="0" y="274"/>
                  <a:pt x="79" y="353"/>
                  <a:pt x="176" y="353"/>
                </a:cubicBezTo>
                <a:cubicBezTo>
                  <a:pt x="274" y="353"/>
                  <a:pt x="353" y="274"/>
                  <a:pt x="353" y="177"/>
                </a:cubicBezTo>
                <a:cubicBezTo>
                  <a:pt x="353" y="79"/>
                  <a:pt x="274" y="0"/>
                  <a:pt x="176" y="0"/>
                </a:cubicBezTo>
                <a:moveTo>
                  <a:pt x="176" y="337"/>
                </a:moveTo>
                <a:cubicBezTo>
                  <a:pt x="88" y="337"/>
                  <a:pt x="16" y="265"/>
                  <a:pt x="16" y="177"/>
                </a:cubicBezTo>
                <a:cubicBezTo>
                  <a:pt x="16" y="88"/>
                  <a:pt x="88" y="16"/>
                  <a:pt x="176" y="16"/>
                </a:cubicBezTo>
                <a:cubicBezTo>
                  <a:pt x="265" y="16"/>
                  <a:pt x="337" y="88"/>
                  <a:pt x="337" y="177"/>
                </a:cubicBezTo>
                <a:cubicBezTo>
                  <a:pt x="337" y="265"/>
                  <a:pt x="265" y="337"/>
                  <a:pt x="176" y="337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5" name="Freeform 45"/>
          <p:cNvSpPr>
            <a:spLocks noEditPoints="1"/>
          </p:cNvSpPr>
          <p:nvPr/>
        </p:nvSpPr>
        <p:spPr bwMode="auto">
          <a:xfrm>
            <a:off x="863602" y="5363633"/>
            <a:ext cx="575733" cy="577851"/>
          </a:xfrm>
          <a:custGeom>
            <a:avLst/>
            <a:gdLst>
              <a:gd name="T0" fmla="*/ 321 w 353"/>
              <a:gd name="T1" fmla="*/ 0 h 354"/>
              <a:gd name="T2" fmla="*/ 32 w 353"/>
              <a:gd name="T3" fmla="*/ 0 h 354"/>
              <a:gd name="T4" fmla="*/ 0 w 353"/>
              <a:gd name="T5" fmla="*/ 32 h 354"/>
              <a:gd name="T6" fmla="*/ 0 w 353"/>
              <a:gd name="T7" fmla="*/ 321 h 354"/>
              <a:gd name="T8" fmla="*/ 32 w 353"/>
              <a:gd name="T9" fmla="*/ 354 h 354"/>
              <a:gd name="T10" fmla="*/ 321 w 353"/>
              <a:gd name="T11" fmla="*/ 354 h 354"/>
              <a:gd name="T12" fmla="*/ 353 w 353"/>
              <a:gd name="T13" fmla="*/ 321 h 354"/>
              <a:gd name="T14" fmla="*/ 353 w 353"/>
              <a:gd name="T15" fmla="*/ 32 h 354"/>
              <a:gd name="T16" fmla="*/ 321 w 353"/>
              <a:gd name="T17" fmla="*/ 0 h 354"/>
              <a:gd name="T18" fmla="*/ 337 w 353"/>
              <a:gd name="T19" fmla="*/ 321 h 354"/>
              <a:gd name="T20" fmla="*/ 321 w 353"/>
              <a:gd name="T21" fmla="*/ 338 h 354"/>
              <a:gd name="T22" fmla="*/ 32 w 353"/>
              <a:gd name="T23" fmla="*/ 338 h 354"/>
              <a:gd name="T24" fmla="*/ 16 w 353"/>
              <a:gd name="T25" fmla="*/ 321 h 354"/>
              <a:gd name="T26" fmla="*/ 16 w 353"/>
              <a:gd name="T27" fmla="*/ 32 h 354"/>
              <a:gd name="T28" fmla="*/ 32 w 353"/>
              <a:gd name="T29" fmla="*/ 16 h 354"/>
              <a:gd name="T30" fmla="*/ 321 w 353"/>
              <a:gd name="T31" fmla="*/ 16 h 354"/>
              <a:gd name="T32" fmla="*/ 337 w 353"/>
              <a:gd name="T33" fmla="*/ 32 h 354"/>
              <a:gd name="T34" fmla="*/ 337 w 353"/>
              <a:gd name="T35" fmla="*/ 321 h 354"/>
              <a:gd name="T36" fmla="*/ 249 w 353"/>
              <a:gd name="T37" fmla="*/ 73 h 354"/>
              <a:gd name="T38" fmla="*/ 248 w 353"/>
              <a:gd name="T39" fmla="*/ 73 h 354"/>
              <a:gd name="T40" fmla="*/ 248 w 353"/>
              <a:gd name="T41" fmla="*/ 73 h 354"/>
              <a:gd name="T42" fmla="*/ 188 w 353"/>
              <a:gd name="T43" fmla="*/ 65 h 354"/>
              <a:gd name="T44" fmla="*/ 185 w 353"/>
              <a:gd name="T45" fmla="*/ 65 h 354"/>
              <a:gd name="T46" fmla="*/ 184 w 353"/>
              <a:gd name="T47" fmla="*/ 65 h 354"/>
              <a:gd name="T48" fmla="*/ 183 w 353"/>
              <a:gd name="T49" fmla="*/ 65 h 354"/>
              <a:gd name="T50" fmla="*/ 183 w 353"/>
              <a:gd name="T51" fmla="*/ 65 h 354"/>
              <a:gd name="T52" fmla="*/ 177 w 353"/>
              <a:gd name="T53" fmla="*/ 73 h 354"/>
              <a:gd name="T54" fmla="*/ 177 w 353"/>
              <a:gd name="T55" fmla="*/ 217 h 354"/>
              <a:gd name="T56" fmla="*/ 152 w 353"/>
              <a:gd name="T57" fmla="*/ 209 h 354"/>
              <a:gd name="T58" fmla="*/ 136 w 353"/>
              <a:gd name="T59" fmla="*/ 209 h 354"/>
              <a:gd name="T60" fmla="*/ 96 w 353"/>
              <a:gd name="T61" fmla="*/ 249 h 354"/>
              <a:gd name="T62" fmla="*/ 136 w 353"/>
              <a:gd name="T63" fmla="*/ 289 h 354"/>
              <a:gd name="T64" fmla="*/ 152 w 353"/>
              <a:gd name="T65" fmla="*/ 289 h 354"/>
              <a:gd name="T66" fmla="*/ 193 w 353"/>
              <a:gd name="T67" fmla="*/ 249 h 354"/>
              <a:gd name="T68" fmla="*/ 193 w 353"/>
              <a:gd name="T69" fmla="*/ 130 h 354"/>
              <a:gd name="T70" fmla="*/ 246 w 353"/>
              <a:gd name="T71" fmla="*/ 136 h 354"/>
              <a:gd name="T72" fmla="*/ 249 w 353"/>
              <a:gd name="T73" fmla="*/ 137 h 354"/>
              <a:gd name="T74" fmla="*/ 250 w 353"/>
              <a:gd name="T75" fmla="*/ 137 h 354"/>
              <a:gd name="T76" fmla="*/ 250 w 353"/>
              <a:gd name="T77" fmla="*/ 137 h 354"/>
              <a:gd name="T78" fmla="*/ 250 w 353"/>
              <a:gd name="T79" fmla="*/ 137 h 354"/>
              <a:gd name="T80" fmla="*/ 257 w 353"/>
              <a:gd name="T81" fmla="*/ 129 h 354"/>
              <a:gd name="T82" fmla="*/ 257 w 353"/>
              <a:gd name="T83" fmla="*/ 81 h 354"/>
              <a:gd name="T84" fmla="*/ 249 w 353"/>
              <a:gd name="T85" fmla="*/ 73 h 354"/>
              <a:gd name="T86" fmla="*/ 152 w 353"/>
              <a:gd name="T87" fmla="*/ 273 h 354"/>
              <a:gd name="T88" fmla="*/ 136 w 353"/>
              <a:gd name="T89" fmla="*/ 273 h 354"/>
              <a:gd name="T90" fmla="*/ 112 w 353"/>
              <a:gd name="T91" fmla="*/ 249 h 354"/>
              <a:gd name="T92" fmla="*/ 136 w 353"/>
              <a:gd name="T93" fmla="*/ 225 h 354"/>
              <a:gd name="T94" fmla="*/ 152 w 353"/>
              <a:gd name="T95" fmla="*/ 225 h 354"/>
              <a:gd name="T96" fmla="*/ 177 w 353"/>
              <a:gd name="T97" fmla="*/ 249 h 354"/>
              <a:gd name="T98" fmla="*/ 152 w 353"/>
              <a:gd name="T99" fmla="*/ 273 h 354"/>
              <a:gd name="T100" fmla="*/ 241 w 353"/>
              <a:gd name="T101" fmla="*/ 120 h 354"/>
              <a:gd name="T102" fmla="*/ 193 w 353"/>
              <a:gd name="T103" fmla="*/ 114 h 354"/>
              <a:gd name="T104" fmla="*/ 193 w 353"/>
              <a:gd name="T105" fmla="*/ 81 h 354"/>
              <a:gd name="T106" fmla="*/ 241 w 353"/>
              <a:gd name="T107" fmla="*/ 87 h 354"/>
              <a:gd name="T108" fmla="*/ 241 w 353"/>
              <a:gd name="T109" fmla="*/ 120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353" h="354">
                <a:moveTo>
                  <a:pt x="321" y="0"/>
                </a:move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5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4" y="354"/>
                  <a:pt x="32" y="354"/>
                </a:cubicBezTo>
                <a:cubicBezTo>
                  <a:pt x="321" y="354"/>
                  <a:pt x="321" y="354"/>
                  <a:pt x="321" y="354"/>
                </a:cubicBezTo>
                <a:cubicBezTo>
                  <a:pt x="339" y="354"/>
                  <a:pt x="353" y="339"/>
                  <a:pt x="353" y="321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15"/>
                  <a:pt x="339" y="0"/>
                  <a:pt x="321" y="0"/>
                </a:cubicBezTo>
                <a:moveTo>
                  <a:pt x="337" y="321"/>
                </a:moveTo>
                <a:cubicBezTo>
                  <a:pt x="337" y="330"/>
                  <a:pt x="330" y="338"/>
                  <a:pt x="321" y="338"/>
                </a:cubicBezTo>
                <a:cubicBezTo>
                  <a:pt x="32" y="338"/>
                  <a:pt x="32" y="338"/>
                  <a:pt x="32" y="338"/>
                </a:cubicBezTo>
                <a:cubicBezTo>
                  <a:pt x="23" y="338"/>
                  <a:pt x="16" y="330"/>
                  <a:pt x="16" y="32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4"/>
                  <a:pt x="23" y="16"/>
                  <a:pt x="32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4"/>
                  <a:pt x="337" y="32"/>
                </a:cubicBezTo>
                <a:lnTo>
                  <a:pt x="337" y="321"/>
                </a:lnTo>
                <a:close/>
                <a:moveTo>
                  <a:pt x="249" y="73"/>
                </a:moveTo>
                <a:cubicBezTo>
                  <a:pt x="248" y="73"/>
                  <a:pt x="248" y="73"/>
                  <a:pt x="248" y="73"/>
                </a:cubicBezTo>
                <a:cubicBezTo>
                  <a:pt x="248" y="73"/>
                  <a:pt x="248" y="73"/>
                  <a:pt x="248" y="73"/>
                </a:cubicBezTo>
                <a:cubicBezTo>
                  <a:pt x="188" y="65"/>
                  <a:pt x="188" y="65"/>
                  <a:pt x="188" y="65"/>
                </a:cubicBezTo>
                <a:cubicBezTo>
                  <a:pt x="187" y="65"/>
                  <a:pt x="186" y="65"/>
                  <a:pt x="185" y="65"/>
                </a:cubicBezTo>
                <a:cubicBezTo>
                  <a:pt x="184" y="65"/>
                  <a:pt x="184" y="65"/>
                  <a:pt x="184" y="65"/>
                </a:cubicBezTo>
                <a:cubicBezTo>
                  <a:pt x="183" y="65"/>
                  <a:pt x="183" y="65"/>
                  <a:pt x="183" y="65"/>
                </a:cubicBezTo>
                <a:cubicBezTo>
                  <a:pt x="183" y="65"/>
                  <a:pt x="183" y="65"/>
                  <a:pt x="183" y="65"/>
                </a:cubicBezTo>
                <a:cubicBezTo>
                  <a:pt x="180" y="65"/>
                  <a:pt x="177" y="69"/>
                  <a:pt x="177" y="73"/>
                </a:cubicBezTo>
                <a:cubicBezTo>
                  <a:pt x="177" y="217"/>
                  <a:pt x="177" y="217"/>
                  <a:pt x="177" y="217"/>
                </a:cubicBezTo>
                <a:cubicBezTo>
                  <a:pt x="170" y="212"/>
                  <a:pt x="162" y="209"/>
                  <a:pt x="152" y="209"/>
                </a:cubicBezTo>
                <a:cubicBezTo>
                  <a:pt x="136" y="209"/>
                  <a:pt x="136" y="209"/>
                  <a:pt x="136" y="209"/>
                </a:cubicBezTo>
                <a:cubicBezTo>
                  <a:pt x="114" y="209"/>
                  <a:pt x="96" y="227"/>
                  <a:pt x="96" y="249"/>
                </a:cubicBezTo>
                <a:cubicBezTo>
                  <a:pt x="96" y="271"/>
                  <a:pt x="114" y="289"/>
                  <a:pt x="136" y="289"/>
                </a:cubicBezTo>
                <a:cubicBezTo>
                  <a:pt x="152" y="289"/>
                  <a:pt x="152" y="289"/>
                  <a:pt x="152" y="289"/>
                </a:cubicBezTo>
                <a:cubicBezTo>
                  <a:pt x="175" y="289"/>
                  <a:pt x="193" y="271"/>
                  <a:pt x="193" y="249"/>
                </a:cubicBezTo>
                <a:cubicBezTo>
                  <a:pt x="193" y="130"/>
                  <a:pt x="193" y="130"/>
                  <a:pt x="193" y="130"/>
                </a:cubicBezTo>
                <a:cubicBezTo>
                  <a:pt x="246" y="136"/>
                  <a:pt x="246" y="136"/>
                  <a:pt x="246" y="136"/>
                </a:cubicBezTo>
                <a:cubicBezTo>
                  <a:pt x="247" y="137"/>
                  <a:pt x="248" y="137"/>
                  <a:pt x="249" y="137"/>
                </a:cubicBezTo>
                <a:cubicBezTo>
                  <a:pt x="249" y="137"/>
                  <a:pt x="249" y="137"/>
                  <a:pt x="250" y="137"/>
                </a:cubicBezTo>
                <a:cubicBezTo>
                  <a:pt x="250" y="137"/>
                  <a:pt x="250" y="137"/>
                  <a:pt x="250" y="137"/>
                </a:cubicBezTo>
                <a:cubicBezTo>
                  <a:pt x="250" y="137"/>
                  <a:pt x="250" y="137"/>
                  <a:pt x="250" y="137"/>
                </a:cubicBezTo>
                <a:cubicBezTo>
                  <a:pt x="254" y="136"/>
                  <a:pt x="257" y="133"/>
                  <a:pt x="257" y="129"/>
                </a:cubicBezTo>
                <a:cubicBezTo>
                  <a:pt x="257" y="81"/>
                  <a:pt x="257" y="81"/>
                  <a:pt x="257" y="81"/>
                </a:cubicBezTo>
                <a:cubicBezTo>
                  <a:pt x="257" y="76"/>
                  <a:pt x="253" y="73"/>
                  <a:pt x="249" y="73"/>
                </a:cubicBezTo>
                <a:moveTo>
                  <a:pt x="152" y="273"/>
                </a:moveTo>
                <a:cubicBezTo>
                  <a:pt x="136" y="273"/>
                  <a:pt x="136" y="273"/>
                  <a:pt x="136" y="273"/>
                </a:cubicBezTo>
                <a:cubicBezTo>
                  <a:pt x="123" y="273"/>
                  <a:pt x="112" y="263"/>
                  <a:pt x="112" y="249"/>
                </a:cubicBezTo>
                <a:cubicBezTo>
                  <a:pt x="112" y="236"/>
                  <a:pt x="123" y="225"/>
                  <a:pt x="136" y="225"/>
                </a:cubicBezTo>
                <a:cubicBezTo>
                  <a:pt x="152" y="225"/>
                  <a:pt x="152" y="225"/>
                  <a:pt x="152" y="225"/>
                </a:cubicBezTo>
                <a:cubicBezTo>
                  <a:pt x="166" y="225"/>
                  <a:pt x="177" y="236"/>
                  <a:pt x="177" y="249"/>
                </a:cubicBezTo>
                <a:cubicBezTo>
                  <a:pt x="177" y="263"/>
                  <a:pt x="166" y="273"/>
                  <a:pt x="152" y="273"/>
                </a:cubicBezTo>
                <a:moveTo>
                  <a:pt x="241" y="120"/>
                </a:moveTo>
                <a:cubicBezTo>
                  <a:pt x="193" y="114"/>
                  <a:pt x="193" y="114"/>
                  <a:pt x="193" y="114"/>
                </a:cubicBezTo>
                <a:cubicBezTo>
                  <a:pt x="193" y="81"/>
                  <a:pt x="193" y="81"/>
                  <a:pt x="193" y="81"/>
                </a:cubicBezTo>
                <a:cubicBezTo>
                  <a:pt x="241" y="87"/>
                  <a:pt x="241" y="87"/>
                  <a:pt x="241" y="87"/>
                </a:cubicBezTo>
                <a:lnTo>
                  <a:pt x="241" y="12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6" name="Freeform 46"/>
          <p:cNvSpPr>
            <a:spLocks noEditPoints="1"/>
          </p:cNvSpPr>
          <p:nvPr/>
        </p:nvSpPr>
        <p:spPr bwMode="auto">
          <a:xfrm>
            <a:off x="1962151" y="5363633"/>
            <a:ext cx="575733" cy="577851"/>
          </a:xfrm>
          <a:custGeom>
            <a:avLst/>
            <a:gdLst>
              <a:gd name="T0" fmla="*/ 32 w 353"/>
              <a:gd name="T1" fmla="*/ 0 h 354"/>
              <a:gd name="T2" fmla="*/ 0 w 353"/>
              <a:gd name="T3" fmla="*/ 321 h 354"/>
              <a:gd name="T4" fmla="*/ 321 w 353"/>
              <a:gd name="T5" fmla="*/ 354 h 354"/>
              <a:gd name="T6" fmla="*/ 353 w 353"/>
              <a:gd name="T7" fmla="*/ 32 h 354"/>
              <a:gd name="T8" fmla="*/ 337 w 353"/>
              <a:gd name="T9" fmla="*/ 321 h 354"/>
              <a:gd name="T10" fmla="*/ 32 w 353"/>
              <a:gd name="T11" fmla="*/ 338 h 354"/>
              <a:gd name="T12" fmla="*/ 16 w 353"/>
              <a:gd name="T13" fmla="*/ 32 h 354"/>
              <a:gd name="T14" fmla="*/ 321 w 353"/>
              <a:gd name="T15" fmla="*/ 16 h 354"/>
              <a:gd name="T16" fmla="*/ 337 w 353"/>
              <a:gd name="T17" fmla="*/ 321 h 354"/>
              <a:gd name="T18" fmla="*/ 169 w 353"/>
              <a:gd name="T19" fmla="*/ 145 h 354"/>
              <a:gd name="T20" fmla="*/ 169 w 353"/>
              <a:gd name="T21" fmla="*/ 129 h 354"/>
              <a:gd name="T22" fmla="*/ 64 w 353"/>
              <a:gd name="T23" fmla="*/ 137 h 354"/>
              <a:gd name="T24" fmla="*/ 72 w 353"/>
              <a:gd name="T25" fmla="*/ 113 h 354"/>
              <a:gd name="T26" fmla="*/ 177 w 353"/>
              <a:gd name="T27" fmla="*/ 105 h 354"/>
              <a:gd name="T28" fmla="*/ 72 w 353"/>
              <a:gd name="T29" fmla="*/ 97 h 354"/>
              <a:gd name="T30" fmla="*/ 72 w 353"/>
              <a:gd name="T31" fmla="*/ 113 h 354"/>
              <a:gd name="T32" fmla="*/ 169 w 353"/>
              <a:gd name="T33" fmla="*/ 161 h 354"/>
              <a:gd name="T34" fmla="*/ 64 w 353"/>
              <a:gd name="T35" fmla="*/ 169 h 354"/>
              <a:gd name="T36" fmla="*/ 169 w 353"/>
              <a:gd name="T37" fmla="*/ 177 h 354"/>
              <a:gd name="T38" fmla="*/ 297 w 353"/>
              <a:gd name="T39" fmla="*/ 73 h 354"/>
              <a:gd name="T40" fmla="*/ 296 w 353"/>
              <a:gd name="T41" fmla="*/ 73 h 354"/>
              <a:gd name="T42" fmla="*/ 233 w 353"/>
              <a:gd name="T43" fmla="*/ 65 h 354"/>
              <a:gd name="T44" fmla="*/ 232 w 353"/>
              <a:gd name="T45" fmla="*/ 65 h 354"/>
              <a:gd name="T46" fmla="*/ 225 w 353"/>
              <a:gd name="T47" fmla="*/ 73 h 354"/>
              <a:gd name="T48" fmla="*/ 201 w 353"/>
              <a:gd name="T49" fmla="*/ 209 h 354"/>
              <a:gd name="T50" fmla="*/ 145 w 353"/>
              <a:gd name="T51" fmla="*/ 249 h 354"/>
              <a:gd name="T52" fmla="*/ 201 w 353"/>
              <a:gd name="T53" fmla="*/ 289 h 354"/>
              <a:gd name="T54" fmla="*/ 241 w 353"/>
              <a:gd name="T55" fmla="*/ 130 h 354"/>
              <a:gd name="T56" fmla="*/ 297 w 353"/>
              <a:gd name="T57" fmla="*/ 137 h 354"/>
              <a:gd name="T58" fmla="*/ 298 w 353"/>
              <a:gd name="T59" fmla="*/ 137 h 354"/>
              <a:gd name="T60" fmla="*/ 305 w 353"/>
              <a:gd name="T61" fmla="*/ 129 h 354"/>
              <a:gd name="T62" fmla="*/ 297 w 353"/>
              <a:gd name="T63" fmla="*/ 73 h 354"/>
              <a:gd name="T64" fmla="*/ 185 w 353"/>
              <a:gd name="T65" fmla="*/ 273 h 354"/>
              <a:gd name="T66" fmla="*/ 185 w 353"/>
              <a:gd name="T67" fmla="*/ 225 h 354"/>
              <a:gd name="T68" fmla="*/ 225 w 353"/>
              <a:gd name="T69" fmla="*/ 249 h 354"/>
              <a:gd name="T70" fmla="*/ 289 w 353"/>
              <a:gd name="T71" fmla="*/ 120 h 354"/>
              <a:gd name="T72" fmla="*/ 241 w 353"/>
              <a:gd name="T73" fmla="*/ 81 h 354"/>
              <a:gd name="T74" fmla="*/ 289 w 353"/>
              <a:gd name="T75" fmla="*/ 120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353" h="354">
                <a:moveTo>
                  <a:pt x="321" y="0"/>
                </a:moveTo>
                <a:cubicBezTo>
                  <a:pt x="32" y="0"/>
                  <a:pt x="32" y="0"/>
                  <a:pt x="32" y="0"/>
                </a:cubicBezTo>
                <a:cubicBezTo>
                  <a:pt x="15" y="0"/>
                  <a:pt x="0" y="15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5" y="354"/>
                  <a:pt x="32" y="354"/>
                </a:cubicBezTo>
                <a:cubicBezTo>
                  <a:pt x="321" y="354"/>
                  <a:pt x="321" y="354"/>
                  <a:pt x="321" y="354"/>
                </a:cubicBezTo>
                <a:cubicBezTo>
                  <a:pt x="339" y="354"/>
                  <a:pt x="353" y="339"/>
                  <a:pt x="353" y="321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15"/>
                  <a:pt x="339" y="0"/>
                  <a:pt x="321" y="0"/>
                </a:cubicBezTo>
                <a:moveTo>
                  <a:pt x="337" y="321"/>
                </a:moveTo>
                <a:cubicBezTo>
                  <a:pt x="337" y="330"/>
                  <a:pt x="330" y="338"/>
                  <a:pt x="321" y="338"/>
                </a:cubicBezTo>
                <a:cubicBezTo>
                  <a:pt x="32" y="338"/>
                  <a:pt x="32" y="338"/>
                  <a:pt x="32" y="338"/>
                </a:cubicBezTo>
                <a:cubicBezTo>
                  <a:pt x="23" y="338"/>
                  <a:pt x="16" y="330"/>
                  <a:pt x="16" y="32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4"/>
                  <a:pt x="23" y="16"/>
                  <a:pt x="32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4"/>
                  <a:pt x="337" y="32"/>
                </a:cubicBezTo>
                <a:lnTo>
                  <a:pt x="337" y="321"/>
                </a:lnTo>
                <a:close/>
                <a:moveTo>
                  <a:pt x="72" y="145"/>
                </a:moveTo>
                <a:cubicBezTo>
                  <a:pt x="169" y="145"/>
                  <a:pt x="169" y="145"/>
                  <a:pt x="169" y="145"/>
                </a:cubicBezTo>
                <a:cubicBezTo>
                  <a:pt x="173" y="145"/>
                  <a:pt x="177" y="141"/>
                  <a:pt x="177" y="137"/>
                </a:cubicBezTo>
                <a:cubicBezTo>
                  <a:pt x="177" y="132"/>
                  <a:pt x="173" y="129"/>
                  <a:pt x="169" y="129"/>
                </a:cubicBezTo>
                <a:cubicBezTo>
                  <a:pt x="72" y="129"/>
                  <a:pt x="72" y="129"/>
                  <a:pt x="72" y="129"/>
                </a:cubicBezTo>
                <a:cubicBezTo>
                  <a:pt x="68" y="129"/>
                  <a:pt x="64" y="132"/>
                  <a:pt x="64" y="137"/>
                </a:cubicBezTo>
                <a:cubicBezTo>
                  <a:pt x="64" y="141"/>
                  <a:pt x="68" y="145"/>
                  <a:pt x="72" y="145"/>
                </a:cubicBezTo>
                <a:moveTo>
                  <a:pt x="72" y="113"/>
                </a:moveTo>
                <a:cubicBezTo>
                  <a:pt x="169" y="113"/>
                  <a:pt x="169" y="113"/>
                  <a:pt x="169" y="113"/>
                </a:cubicBezTo>
                <a:cubicBezTo>
                  <a:pt x="173" y="113"/>
                  <a:pt x="177" y="109"/>
                  <a:pt x="177" y="105"/>
                </a:cubicBezTo>
                <a:cubicBezTo>
                  <a:pt x="177" y="100"/>
                  <a:pt x="173" y="97"/>
                  <a:pt x="169" y="97"/>
                </a:cubicBezTo>
                <a:cubicBezTo>
                  <a:pt x="72" y="97"/>
                  <a:pt x="72" y="97"/>
                  <a:pt x="72" y="97"/>
                </a:cubicBezTo>
                <a:cubicBezTo>
                  <a:pt x="68" y="97"/>
                  <a:pt x="64" y="100"/>
                  <a:pt x="64" y="105"/>
                </a:cubicBezTo>
                <a:cubicBezTo>
                  <a:pt x="64" y="109"/>
                  <a:pt x="68" y="113"/>
                  <a:pt x="72" y="113"/>
                </a:cubicBezTo>
                <a:moveTo>
                  <a:pt x="177" y="169"/>
                </a:moveTo>
                <a:cubicBezTo>
                  <a:pt x="177" y="164"/>
                  <a:pt x="173" y="161"/>
                  <a:pt x="169" y="161"/>
                </a:cubicBezTo>
                <a:cubicBezTo>
                  <a:pt x="72" y="161"/>
                  <a:pt x="72" y="161"/>
                  <a:pt x="72" y="161"/>
                </a:cubicBezTo>
                <a:cubicBezTo>
                  <a:pt x="68" y="161"/>
                  <a:pt x="64" y="164"/>
                  <a:pt x="64" y="169"/>
                </a:cubicBezTo>
                <a:cubicBezTo>
                  <a:pt x="64" y="173"/>
                  <a:pt x="68" y="177"/>
                  <a:pt x="72" y="177"/>
                </a:cubicBezTo>
                <a:cubicBezTo>
                  <a:pt x="169" y="177"/>
                  <a:pt x="169" y="177"/>
                  <a:pt x="169" y="177"/>
                </a:cubicBezTo>
                <a:cubicBezTo>
                  <a:pt x="173" y="177"/>
                  <a:pt x="177" y="173"/>
                  <a:pt x="177" y="169"/>
                </a:cubicBezTo>
                <a:moveTo>
                  <a:pt x="297" y="73"/>
                </a:moveTo>
                <a:cubicBezTo>
                  <a:pt x="297" y="73"/>
                  <a:pt x="296" y="73"/>
                  <a:pt x="296" y="73"/>
                </a:cubicBezTo>
                <a:cubicBezTo>
                  <a:pt x="296" y="73"/>
                  <a:pt x="296" y="73"/>
                  <a:pt x="296" y="73"/>
                </a:cubicBezTo>
                <a:cubicBezTo>
                  <a:pt x="236" y="65"/>
                  <a:pt x="236" y="65"/>
                  <a:pt x="236" y="65"/>
                </a:cubicBezTo>
                <a:cubicBezTo>
                  <a:pt x="235" y="65"/>
                  <a:pt x="234" y="65"/>
                  <a:pt x="233" y="65"/>
                </a:cubicBezTo>
                <a:cubicBezTo>
                  <a:pt x="233" y="65"/>
                  <a:pt x="233" y="65"/>
                  <a:pt x="232" y="65"/>
                </a:cubicBezTo>
                <a:cubicBezTo>
                  <a:pt x="232" y="65"/>
                  <a:pt x="232" y="65"/>
                  <a:pt x="232" y="65"/>
                </a:cubicBezTo>
                <a:cubicBezTo>
                  <a:pt x="232" y="65"/>
                  <a:pt x="232" y="65"/>
                  <a:pt x="232" y="65"/>
                </a:cubicBezTo>
                <a:cubicBezTo>
                  <a:pt x="228" y="65"/>
                  <a:pt x="225" y="69"/>
                  <a:pt x="225" y="73"/>
                </a:cubicBezTo>
                <a:cubicBezTo>
                  <a:pt x="225" y="217"/>
                  <a:pt x="225" y="217"/>
                  <a:pt x="225" y="217"/>
                </a:cubicBezTo>
                <a:cubicBezTo>
                  <a:pt x="218" y="212"/>
                  <a:pt x="210" y="209"/>
                  <a:pt x="201" y="209"/>
                </a:cubicBezTo>
                <a:cubicBezTo>
                  <a:pt x="185" y="209"/>
                  <a:pt x="185" y="209"/>
                  <a:pt x="185" y="209"/>
                </a:cubicBezTo>
                <a:cubicBezTo>
                  <a:pt x="163" y="209"/>
                  <a:pt x="145" y="227"/>
                  <a:pt x="145" y="249"/>
                </a:cubicBezTo>
                <a:cubicBezTo>
                  <a:pt x="145" y="271"/>
                  <a:pt x="163" y="289"/>
                  <a:pt x="185" y="289"/>
                </a:cubicBezTo>
                <a:cubicBezTo>
                  <a:pt x="201" y="289"/>
                  <a:pt x="201" y="289"/>
                  <a:pt x="201" y="289"/>
                </a:cubicBezTo>
                <a:cubicBezTo>
                  <a:pt x="223" y="289"/>
                  <a:pt x="241" y="271"/>
                  <a:pt x="241" y="249"/>
                </a:cubicBezTo>
                <a:cubicBezTo>
                  <a:pt x="241" y="130"/>
                  <a:pt x="241" y="130"/>
                  <a:pt x="241" y="130"/>
                </a:cubicBezTo>
                <a:cubicBezTo>
                  <a:pt x="294" y="136"/>
                  <a:pt x="294" y="136"/>
                  <a:pt x="294" y="136"/>
                </a:cubicBezTo>
                <a:cubicBezTo>
                  <a:pt x="295" y="137"/>
                  <a:pt x="296" y="137"/>
                  <a:pt x="297" y="137"/>
                </a:cubicBezTo>
                <a:cubicBezTo>
                  <a:pt x="298" y="137"/>
                  <a:pt x="298" y="137"/>
                  <a:pt x="298" y="137"/>
                </a:cubicBezTo>
                <a:cubicBezTo>
                  <a:pt x="298" y="137"/>
                  <a:pt x="298" y="137"/>
                  <a:pt x="298" y="137"/>
                </a:cubicBezTo>
                <a:cubicBezTo>
                  <a:pt x="298" y="137"/>
                  <a:pt x="298" y="137"/>
                  <a:pt x="298" y="137"/>
                </a:cubicBezTo>
                <a:cubicBezTo>
                  <a:pt x="302" y="136"/>
                  <a:pt x="305" y="133"/>
                  <a:pt x="305" y="129"/>
                </a:cubicBezTo>
                <a:cubicBezTo>
                  <a:pt x="305" y="81"/>
                  <a:pt x="305" y="81"/>
                  <a:pt x="305" y="81"/>
                </a:cubicBezTo>
                <a:cubicBezTo>
                  <a:pt x="305" y="76"/>
                  <a:pt x="302" y="73"/>
                  <a:pt x="297" y="73"/>
                </a:cubicBezTo>
                <a:moveTo>
                  <a:pt x="201" y="273"/>
                </a:moveTo>
                <a:cubicBezTo>
                  <a:pt x="185" y="273"/>
                  <a:pt x="185" y="273"/>
                  <a:pt x="185" y="273"/>
                </a:cubicBezTo>
                <a:cubicBezTo>
                  <a:pt x="172" y="273"/>
                  <a:pt x="161" y="263"/>
                  <a:pt x="161" y="249"/>
                </a:cubicBezTo>
                <a:cubicBezTo>
                  <a:pt x="161" y="236"/>
                  <a:pt x="172" y="225"/>
                  <a:pt x="185" y="225"/>
                </a:cubicBezTo>
                <a:cubicBezTo>
                  <a:pt x="201" y="225"/>
                  <a:pt x="201" y="225"/>
                  <a:pt x="201" y="225"/>
                </a:cubicBezTo>
                <a:cubicBezTo>
                  <a:pt x="214" y="225"/>
                  <a:pt x="225" y="236"/>
                  <a:pt x="225" y="249"/>
                </a:cubicBezTo>
                <a:cubicBezTo>
                  <a:pt x="225" y="263"/>
                  <a:pt x="214" y="273"/>
                  <a:pt x="201" y="273"/>
                </a:cubicBezTo>
                <a:moveTo>
                  <a:pt x="289" y="120"/>
                </a:moveTo>
                <a:cubicBezTo>
                  <a:pt x="241" y="114"/>
                  <a:pt x="241" y="114"/>
                  <a:pt x="241" y="114"/>
                </a:cubicBezTo>
                <a:cubicBezTo>
                  <a:pt x="241" y="81"/>
                  <a:pt x="241" y="81"/>
                  <a:pt x="241" y="81"/>
                </a:cubicBezTo>
                <a:cubicBezTo>
                  <a:pt x="289" y="87"/>
                  <a:pt x="289" y="87"/>
                  <a:pt x="289" y="87"/>
                </a:cubicBezTo>
                <a:lnTo>
                  <a:pt x="289" y="12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7" name="Freeform 47"/>
          <p:cNvSpPr>
            <a:spLocks noEditPoints="1"/>
          </p:cNvSpPr>
          <p:nvPr/>
        </p:nvSpPr>
        <p:spPr bwMode="auto">
          <a:xfrm>
            <a:off x="3062818" y="5363633"/>
            <a:ext cx="573617" cy="577851"/>
          </a:xfrm>
          <a:custGeom>
            <a:avLst/>
            <a:gdLst>
              <a:gd name="T0" fmla="*/ 281 w 353"/>
              <a:gd name="T1" fmla="*/ 49 h 354"/>
              <a:gd name="T2" fmla="*/ 279 w 353"/>
              <a:gd name="T3" fmla="*/ 49 h 354"/>
              <a:gd name="T4" fmla="*/ 279 w 353"/>
              <a:gd name="T5" fmla="*/ 49 h 354"/>
              <a:gd name="T6" fmla="*/ 134 w 353"/>
              <a:gd name="T7" fmla="*/ 81 h 354"/>
              <a:gd name="T8" fmla="*/ 134 w 353"/>
              <a:gd name="T9" fmla="*/ 81 h 354"/>
              <a:gd name="T10" fmla="*/ 128 w 353"/>
              <a:gd name="T11" fmla="*/ 89 h 354"/>
              <a:gd name="T12" fmla="*/ 128 w 353"/>
              <a:gd name="T13" fmla="*/ 233 h 354"/>
              <a:gd name="T14" fmla="*/ 104 w 353"/>
              <a:gd name="T15" fmla="*/ 225 h 354"/>
              <a:gd name="T16" fmla="*/ 88 w 353"/>
              <a:gd name="T17" fmla="*/ 225 h 354"/>
              <a:gd name="T18" fmla="*/ 48 w 353"/>
              <a:gd name="T19" fmla="*/ 265 h 354"/>
              <a:gd name="T20" fmla="*/ 88 w 353"/>
              <a:gd name="T21" fmla="*/ 305 h 354"/>
              <a:gd name="T22" fmla="*/ 104 w 353"/>
              <a:gd name="T23" fmla="*/ 305 h 354"/>
              <a:gd name="T24" fmla="*/ 144 w 353"/>
              <a:gd name="T25" fmla="*/ 265 h 354"/>
              <a:gd name="T26" fmla="*/ 144 w 353"/>
              <a:gd name="T27" fmla="*/ 143 h 354"/>
              <a:gd name="T28" fmla="*/ 273 w 353"/>
              <a:gd name="T29" fmla="*/ 115 h 354"/>
              <a:gd name="T30" fmla="*/ 273 w 353"/>
              <a:gd name="T31" fmla="*/ 201 h 354"/>
              <a:gd name="T32" fmla="*/ 248 w 353"/>
              <a:gd name="T33" fmla="*/ 193 h 354"/>
              <a:gd name="T34" fmla="*/ 232 w 353"/>
              <a:gd name="T35" fmla="*/ 193 h 354"/>
              <a:gd name="T36" fmla="*/ 192 w 353"/>
              <a:gd name="T37" fmla="*/ 233 h 354"/>
              <a:gd name="T38" fmla="*/ 232 w 353"/>
              <a:gd name="T39" fmla="*/ 273 h 354"/>
              <a:gd name="T40" fmla="*/ 248 w 353"/>
              <a:gd name="T41" fmla="*/ 273 h 354"/>
              <a:gd name="T42" fmla="*/ 289 w 353"/>
              <a:gd name="T43" fmla="*/ 233 h 354"/>
              <a:gd name="T44" fmla="*/ 289 w 353"/>
              <a:gd name="T45" fmla="*/ 57 h 354"/>
              <a:gd name="T46" fmla="*/ 281 w 353"/>
              <a:gd name="T47" fmla="*/ 49 h 354"/>
              <a:gd name="T48" fmla="*/ 104 w 353"/>
              <a:gd name="T49" fmla="*/ 289 h 354"/>
              <a:gd name="T50" fmla="*/ 88 w 353"/>
              <a:gd name="T51" fmla="*/ 289 h 354"/>
              <a:gd name="T52" fmla="*/ 64 w 353"/>
              <a:gd name="T53" fmla="*/ 265 h 354"/>
              <a:gd name="T54" fmla="*/ 88 w 353"/>
              <a:gd name="T55" fmla="*/ 241 h 354"/>
              <a:gd name="T56" fmla="*/ 104 w 353"/>
              <a:gd name="T57" fmla="*/ 241 h 354"/>
              <a:gd name="T58" fmla="*/ 128 w 353"/>
              <a:gd name="T59" fmla="*/ 265 h 354"/>
              <a:gd name="T60" fmla="*/ 104 w 353"/>
              <a:gd name="T61" fmla="*/ 289 h 354"/>
              <a:gd name="T62" fmla="*/ 248 w 353"/>
              <a:gd name="T63" fmla="*/ 257 h 354"/>
              <a:gd name="T64" fmla="*/ 232 w 353"/>
              <a:gd name="T65" fmla="*/ 257 h 354"/>
              <a:gd name="T66" fmla="*/ 208 w 353"/>
              <a:gd name="T67" fmla="*/ 233 h 354"/>
              <a:gd name="T68" fmla="*/ 232 w 353"/>
              <a:gd name="T69" fmla="*/ 209 h 354"/>
              <a:gd name="T70" fmla="*/ 248 w 353"/>
              <a:gd name="T71" fmla="*/ 209 h 354"/>
              <a:gd name="T72" fmla="*/ 273 w 353"/>
              <a:gd name="T73" fmla="*/ 233 h 354"/>
              <a:gd name="T74" fmla="*/ 248 w 353"/>
              <a:gd name="T75" fmla="*/ 257 h 354"/>
              <a:gd name="T76" fmla="*/ 273 w 353"/>
              <a:gd name="T77" fmla="*/ 98 h 354"/>
              <a:gd name="T78" fmla="*/ 144 w 353"/>
              <a:gd name="T79" fmla="*/ 127 h 354"/>
              <a:gd name="T80" fmla="*/ 144 w 353"/>
              <a:gd name="T81" fmla="*/ 95 h 354"/>
              <a:gd name="T82" fmla="*/ 273 w 353"/>
              <a:gd name="T83" fmla="*/ 67 h 354"/>
              <a:gd name="T84" fmla="*/ 273 w 353"/>
              <a:gd name="T85" fmla="*/ 98 h 354"/>
              <a:gd name="T86" fmla="*/ 321 w 353"/>
              <a:gd name="T87" fmla="*/ 0 h 354"/>
              <a:gd name="T88" fmla="*/ 32 w 353"/>
              <a:gd name="T89" fmla="*/ 0 h 354"/>
              <a:gd name="T90" fmla="*/ 0 w 353"/>
              <a:gd name="T91" fmla="*/ 32 h 354"/>
              <a:gd name="T92" fmla="*/ 0 w 353"/>
              <a:gd name="T93" fmla="*/ 321 h 354"/>
              <a:gd name="T94" fmla="*/ 32 w 353"/>
              <a:gd name="T95" fmla="*/ 354 h 354"/>
              <a:gd name="T96" fmla="*/ 321 w 353"/>
              <a:gd name="T97" fmla="*/ 354 h 354"/>
              <a:gd name="T98" fmla="*/ 353 w 353"/>
              <a:gd name="T99" fmla="*/ 321 h 354"/>
              <a:gd name="T100" fmla="*/ 353 w 353"/>
              <a:gd name="T101" fmla="*/ 32 h 354"/>
              <a:gd name="T102" fmla="*/ 321 w 353"/>
              <a:gd name="T103" fmla="*/ 0 h 354"/>
              <a:gd name="T104" fmla="*/ 337 w 353"/>
              <a:gd name="T105" fmla="*/ 321 h 354"/>
              <a:gd name="T106" fmla="*/ 321 w 353"/>
              <a:gd name="T107" fmla="*/ 338 h 354"/>
              <a:gd name="T108" fmla="*/ 32 w 353"/>
              <a:gd name="T109" fmla="*/ 338 h 354"/>
              <a:gd name="T110" fmla="*/ 16 w 353"/>
              <a:gd name="T111" fmla="*/ 321 h 354"/>
              <a:gd name="T112" fmla="*/ 16 w 353"/>
              <a:gd name="T113" fmla="*/ 32 h 354"/>
              <a:gd name="T114" fmla="*/ 32 w 353"/>
              <a:gd name="T115" fmla="*/ 16 h 354"/>
              <a:gd name="T116" fmla="*/ 321 w 353"/>
              <a:gd name="T117" fmla="*/ 16 h 354"/>
              <a:gd name="T118" fmla="*/ 337 w 353"/>
              <a:gd name="T119" fmla="*/ 32 h 354"/>
              <a:gd name="T120" fmla="*/ 337 w 353"/>
              <a:gd name="T121" fmla="*/ 321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353" h="354">
                <a:moveTo>
                  <a:pt x="281" y="49"/>
                </a:moveTo>
                <a:cubicBezTo>
                  <a:pt x="280" y="49"/>
                  <a:pt x="280" y="49"/>
                  <a:pt x="279" y="49"/>
                </a:cubicBezTo>
                <a:cubicBezTo>
                  <a:pt x="279" y="49"/>
                  <a:pt x="279" y="49"/>
                  <a:pt x="279" y="49"/>
                </a:cubicBezTo>
                <a:cubicBezTo>
                  <a:pt x="134" y="81"/>
                  <a:pt x="134" y="81"/>
                  <a:pt x="134" y="81"/>
                </a:cubicBezTo>
                <a:cubicBezTo>
                  <a:pt x="134" y="81"/>
                  <a:pt x="134" y="81"/>
                  <a:pt x="134" y="81"/>
                </a:cubicBezTo>
                <a:cubicBezTo>
                  <a:pt x="131" y="82"/>
                  <a:pt x="128" y="85"/>
                  <a:pt x="128" y="89"/>
                </a:cubicBezTo>
                <a:cubicBezTo>
                  <a:pt x="128" y="233"/>
                  <a:pt x="128" y="233"/>
                  <a:pt x="128" y="233"/>
                </a:cubicBezTo>
                <a:cubicBezTo>
                  <a:pt x="121" y="228"/>
                  <a:pt x="113" y="225"/>
                  <a:pt x="104" y="225"/>
                </a:cubicBezTo>
                <a:cubicBezTo>
                  <a:pt x="88" y="225"/>
                  <a:pt x="88" y="225"/>
                  <a:pt x="88" y="225"/>
                </a:cubicBezTo>
                <a:cubicBezTo>
                  <a:pt x="66" y="225"/>
                  <a:pt x="48" y="243"/>
                  <a:pt x="48" y="265"/>
                </a:cubicBezTo>
                <a:cubicBezTo>
                  <a:pt x="48" y="287"/>
                  <a:pt x="66" y="305"/>
                  <a:pt x="88" y="305"/>
                </a:cubicBezTo>
                <a:cubicBezTo>
                  <a:pt x="104" y="305"/>
                  <a:pt x="104" y="305"/>
                  <a:pt x="104" y="305"/>
                </a:cubicBezTo>
                <a:cubicBezTo>
                  <a:pt x="126" y="305"/>
                  <a:pt x="144" y="287"/>
                  <a:pt x="144" y="265"/>
                </a:cubicBezTo>
                <a:cubicBezTo>
                  <a:pt x="144" y="143"/>
                  <a:pt x="144" y="143"/>
                  <a:pt x="144" y="143"/>
                </a:cubicBezTo>
                <a:cubicBezTo>
                  <a:pt x="273" y="115"/>
                  <a:pt x="273" y="115"/>
                  <a:pt x="273" y="115"/>
                </a:cubicBezTo>
                <a:cubicBezTo>
                  <a:pt x="273" y="201"/>
                  <a:pt x="273" y="201"/>
                  <a:pt x="273" y="201"/>
                </a:cubicBezTo>
                <a:cubicBezTo>
                  <a:pt x="266" y="196"/>
                  <a:pt x="257" y="193"/>
                  <a:pt x="248" y="193"/>
                </a:cubicBezTo>
                <a:cubicBezTo>
                  <a:pt x="232" y="193"/>
                  <a:pt x="232" y="193"/>
                  <a:pt x="232" y="193"/>
                </a:cubicBezTo>
                <a:cubicBezTo>
                  <a:pt x="210" y="193"/>
                  <a:pt x="192" y="211"/>
                  <a:pt x="192" y="233"/>
                </a:cubicBezTo>
                <a:cubicBezTo>
                  <a:pt x="192" y="255"/>
                  <a:pt x="210" y="273"/>
                  <a:pt x="232" y="273"/>
                </a:cubicBezTo>
                <a:cubicBezTo>
                  <a:pt x="248" y="273"/>
                  <a:pt x="248" y="273"/>
                  <a:pt x="248" y="273"/>
                </a:cubicBezTo>
                <a:cubicBezTo>
                  <a:pt x="271" y="273"/>
                  <a:pt x="289" y="255"/>
                  <a:pt x="289" y="233"/>
                </a:cubicBezTo>
                <a:cubicBezTo>
                  <a:pt x="289" y="57"/>
                  <a:pt x="289" y="57"/>
                  <a:pt x="289" y="57"/>
                </a:cubicBezTo>
                <a:cubicBezTo>
                  <a:pt x="289" y="52"/>
                  <a:pt x="285" y="49"/>
                  <a:pt x="281" y="49"/>
                </a:cubicBezTo>
                <a:moveTo>
                  <a:pt x="104" y="289"/>
                </a:moveTo>
                <a:cubicBezTo>
                  <a:pt x="88" y="289"/>
                  <a:pt x="88" y="289"/>
                  <a:pt x="88" y="289"/>
                </a:cubicBezTo>
                <a:cubicBezTo>
                  <a:pt x="75" y="289"/>
                  <a:pt x="64" y="279"/>
                  <a:pt x="64" y="265"/>
                </a:cubicBezTo>
                <a:cubicBezTo>
                  <a:pt x="64" y="252"/>
                  <a:pt x="75" y="241"/>
                  <a:pt x="88" y="241"/>
                </a:cubicBezTo>
                <a:cubicBezTo>
                  <a:pt x="104" y="241"/>
                  <a:pt x="104" y="241"/>
                  <a:pt x="104" y="241"/>
                </a:cubicBezTo>
                <a:cubicBezTo>
                  <a:pt x="117" y="241"/>
                  <a:pt x="128" y="252"/>
                  <a:pt x="128" y="265"/>
                </a:cubicBezTo>
                <a:cubicBezTo>
                  <a:pt x="128" y="279"/>
                  <a:pt x="117" y="289"/>
                  <a:pt x="104" y="289"/>
                </a:cubicBezTo>
                <a:moveTo>
                  <a:pt x="248" y="257"/>
                </a:moveTo>
                <a:cubicBezTo>
                  <a:pt x="232" y="257"/>
                  <a:pt x="232" y="257"/>
                  <a:pt x="232" y="257"/>
                </a:cubicBezTo>
                <a:cubicBezTo>
                  <a:pt x="219" y="257"/>
                  <a:pt x="208" y="246"/>
                  <a:pt x="208" y="233"/>
                </a:cubicBezTo>
                <a:cubicBezTo>
                  <a:pt x="208" y="220"/>
                  <a:pt x="219" y="209"/>
                  <a:pt x="232" y="209"/>
                </a:cubicBezTo>
                <a:cubicBezTo>
                  <a:pt x="248" y="209"/>
                  <a:pt x="248" y="209"/>
                  <a:pt x="248" y="209"/>
                </a:cubicBezTo>
                <a:cubicBezTo>
                  <a:pt x="262" y="209"/>
                  <a:pt x="273" y="220"/>
                  <a:pt x="273" y="233"/>
                </a:cubicBezTo>
                <a:cubicBezTo>
                  <a:pt x="273" y="246"/>
                  <a:pt x="262" y="257"/>
                  <a:pt x="248" y="257"/>
                </a:cubicBezTo>
                <a:moveTo>
                  <a:pt x="273" y="98"/>
                </a:moveTo>
                <a:cubicBezTo>
                  <a:pt x="144" y="127"/>
                  <a:pt x="144" y="127"/>
                  <a:pt x="144" y="127"/>
                </a:cubicBezTo>
                <a:cubicBezTo>
                  <a:pt x="144" y="95"/>
                  <a:pt x="144" y="95"/>
                  <a:pt x="144" y="95"/>
                </a:cubicBezTo>
                <a:cubicBezTo>
                  <a:pt x="273" y="67"/>
                  <a:pt x="273" y="67"/>
                  <a:pt x="273" y="67"/>
                </a:cubicBezTo>
                <a:lnTo>
                  <a:pt x="273" y="98"/>
                </a:lnTo>
                <a:close/>
                <a:moveTo>
                  <a:pt x="321" y="0"/>
                </a:move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5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4" y="354"/>
                  <a:pt x="32" y="354"/>
                </a:cubicBezTo>
                <a:cubicBezTo>
                  <a:pt x="321" y="354"/>
                  <a:pt x="321" y="354"/>
                  <a:pt x="321" y="354"/>
                </a:cubicBezTo>
                <a:cubicBezTo>
                  <a:pt x="338" y="354"/>
                  <a:pt x="353" y="339"/>
                  <a:pt x="353" y="321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15"/>
                  <a:pt x="338" y="0"/>
                  <a:pt x="321" y="0"/>
                </a:cubicBezTo>
                <a:moveTo>
                  <a:pt x="337" y="321"/>
                </a:moveTo>
                <a:cubicBezTo>
                  <a:pt x="337" y="330"/>
                  <a:pt x="330" y="338"/>
                  <a:pt x="321" y="338"/>
                </a:cubicBezTo>
                <a:cubicBezTo>
                  <a:pt x="32" y="338"/>
                  <a:pt x="32" y="338"/>
                  <a:pt x="32" y="338"/>
                </a:cubicBezTo>
                <a:cubicBezTo>
                  <a:pt x="23" y="338"/>
                  <a:pt x="16" y="330"/>
                  <a:pt x="16" y="32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4"/>
                  <a:pt x="23" y="16"/>
                  <a:pt x="32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4"/>
                  <a:pt x="337" y="32"/>
                </a:cubicBezTo>
                <a:lnTo>
                  <a:pt x="337" y="32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8" name="Freeform 48"/>
          <p:cNvSpPr>
            <a:spLocks noEditPoints="1"/>
          </p:cNvSpPr>
          <p:nvPr/>
        </p:nvSpPr>
        <p:spPr bwMode="auto">
          <a:xfrm>
            <a:off x="4161369" y="5391151"/>
            <a:ext cx="573617" cy="524933"/>
          </a:xfrm>
          <a:custGeom>
            <a:avLst/>
            <a:gdLst>
              <a:gd name="T0" fmla="*/ 128 w 353"/>
              <a:gd name="T1" fmla="*/ 241 h 322"/>
              <a:gd name="T2" fmla="*/ 24 w 353"/>
              <a:gd name="T3" fmla="*/ 241 h 322"/>
              <a:gd name="T4" fmla="*/ 16 w 353"/>
              <a:gd name="T5" fmla="*/ 233 h 322"/>
              <a:gd name="T6" fmla="*/ 24 w 353"/>
              <a:gd name="T7" fmla="*/ 225 h 322"/>
              <a:gd name="T8" fmla="*/ 144 w 353"/>
              <a:gd name="T9" fmla="*/ 225 h 322"/>
              <a:gd name="T10" fmla="*/ 208 w 353"/>
              <a:gd name="T11" fmla="*/ 161 h 322"/>
              <a:gd name="T12" fmla="*/ 64 w 353"/>
              <a:gd name="T13" fmla="*/ 161 h 322"/>
              <a:gd name="T14" fmla="*/ 64 w 353"/>
              <a:gd name="T15" fmla="*/ 16 h 322"/>
              <a:gd name="T16" fmla="*/ 289 w 353"/>
              <a:gd name="T17" fmla="*/ 16 h 322"/>
              <a:gd name="T18" fmla="*/ 289 w 353"/>
              <a:gd name="T19" fmla="*/ 80 h 322"/>
              <a:gd name="T20" fmla="*/ 305 w 353"/>
              <a:gd name="T21" fmla="*/ 64 h 322"/>
              <a:gd name="T22" fmla="*/ 305 w 353"/>
              <a:gd name="T23" fmla="*/ 8 h 322"/>
              <a:gd name="T24" fmla="*/ 297 w 353"/>
              <a:gd name="T25" fmla="*/ 0 h 322"/>
              <a:gd name="T26" fmla="*/ 56 w 353"/>
              <a:gd name="T27" fmla="*/ 0 h 322"/>
              <a:gd name="T28" fmla="*/ 48 w 353"/>
              <a:gd name="T29" fmla="*/ 8 h 322"/>
              <a:gd name="T30" fmla="*/ 48 w 353"/>
              <a:gd name="T31" fmla="*/ 209 h 322"/>
              <a:gd name="T32" fmla="*/ 24 w 353"/>
              <a:gd name="T33" fmla="*/ 209 h 322"/>
              <a:gd name="T34" fmla="*/ 0 w 353"/>
              <a:gd name="T35" fmla="*/ 233 h 322"/>
              <a:gd name="T36" fmla="*/ 24 w 353"/>
              <a:gd name="T37" fmla="*/ 257 h 322"/>
              <a:gd name="T38" fmla="*/ 112 w 353"/>
              <a:gd name="T39" fmla="*/ 257 h 322"/>
              <a:gd name="T40" fmla="*/ 128 w 353"/>
              <a:gd name="T41" fmla="*/ 241 h 322"/>
              <a:gd name="T42" fmla="*/ 329 w 353"/>
              <a:gd name="T43" fmla="*/ 209 h 322"/>
              <a:gd name="T44" fmla="*/ 305 w 353"/>
              <a:gd name="T45" fmla="*/ 209 h 322"/>
              <a:gd name="T46" fmla="*/ 305 w 353"/>
              <a:gd name="T47" fmla="*/ 178 h 322"/>
              <a:gd name="T48" fmla="*/ 257 w 353"/>
              <a:gd name="T49" fmla="*/ 225 h 322"/>
              <a:gd name="T50" fmla="*/ 329 w 353"/>
              <a:gd name="T51" fmla="*/ 225 h 322"/>
              <a:gd name="T52" fmla="*/ 337 w 353"/>
              <a:gd name="T53" fmla="*/ 233 h 322"/>
              <a:gd name="T54" fmla="*/ 329 w 353"/>
              <a:gd name="T55" fmla="*/ 241 h 322"/>
              <a:gd name="T56" fmla="*/ 241 w 353"/>
              <a:gd name="T57" fmla="*/ 241 h 322"/>
              <a:gd name="T58" fmla="*/ 225 w 353"/>
              <a:gd name="T59" fmla="*/ 257 h 322"/>
              <a:gd name="T60" fmla="*/ 329 w 353"/>
              <a:gd name="T61" fmla="*/ 257 h 322"/>
              <a:gd name="T62" fmla="*/ 353 w 353"/>
              <a:gd name="T63" fmla="*/ 233 h 322"/>
              <a:gd name="T64" fmla="*/ 329 w 353"/>
              <a:gd name="T65" fmla="*/ 209 h 322"/>
              <a:gd name="T66" fmla="*/ 353 w 353"/>
              <a:gd name="T67" fmla="*/ 97 h 322"/>
              <a:gd name="T68" fmla="*/ 329 w 353"/>
              <a:gd name="T69" fmla="*/ 73 h 322"/>
              <a:gd name="T70" fmla="*/ 312 w 353"/>
              <a:gd name="T71" fmla="*/ 80 h 322"/>
              <a:gd name="T72" fmla="*/ 111 w 353"/>
              <a:gd name="T73" fmla="*/ 280 h 322"/>
              <a:gd name="T74" fmla="*/ 104 w 353"/>
              <a:gd name="T75" fmla="*/ 297 h 322"/>
              <a:gd name="T76" fmla="*/ 128 w 353"/>
              <a:gd name="T77" fmla="*/ 322 h 322"/>
              <a:gd name="T78" fmla="*/ 145 w 353"/>
              <a:gd name="T79" fmla="*/ 314 h 322"/>
              <a:gd name="T80" fmla="*/ 346 w 353"/>
              <a:gd name="T81" fmla="*/ 114 h 322"/>
              <a:gd name="T82" fmla="*/ 353 w 353"/>
              <a:gd name="T83" fmla="*/ 97 h 322"/>
              <a:gd name="T84" fmla="*/ 335 w 353"/>
              <a:gd name="T85" fmla="*/ 102 h 322"/>
              <a:gd name="T86" fmla="*/ 296 w 353"/>
              <a:gd name="T87" fmla="*/ 141 h 322"/>
              <a:gd name="T88" fmla="*/ 285 w 353"/>
              <a:gd name="T89" fmla="*/ 130 h 322"/>
              <a:gd name="T90" fmla="*/ 323 w 353"/>
              <a:gd name="T91" fmla="*/ 91 h 322"/>
              <a:gd name="T92" fmla="*/ 329 w 353"/>
              <a:gd name="T93" fmla="*/ 89 h 322"/>
              <a:gd name="T94" fmla="*/ 337 w 353"/>
              <a:gd name="T95" fmla="*/ 97 h 322"/>
              <a:gd name="T96" fmla="*/ 335 w 353"/>
              <a:gd name="T97" fmla="*/ 102 h 3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353" h="322">
                <a:moveTo>
                  <a:pt x="128" y="241"/>
                </a:moveTo>
                <a:cubicBezTo>
                  <a:pt x="24" y="241"/>
                  <a:pt x="24" y="241"/>
                  <a:pt x="24" y="241"/>
                </a:cubicBezTo>
                <a:cubicBezTo>
                  <a:pt x="20" y="241"/>
                  <a:pt x="16" y="238"/>
                  <a:pt x="16" y="233"/>
                </a:cubicBezTo>
                <a:cubicBezTo>
                  <a:pt x="16" y="229"/>
                  <a:pt x="20" y="225"/>
                  <a:pt x="24" y="225"/>
                </a:cubicBezTo>
                <a:cubicBezTo>
                  <a:pt x="144" y="225"/>
                  <a:pt x="144" y="225"/>
                  <a:pt x="144" y="225"/>
                </a:cubicBezTo>
                <a:cubicBezTo>
                  <a:pt x="208" y="161"/>
                  <a:pt x="208" y="161"/>
                  <a:pt x="208" y="161"/>
                </a:cubicBezTo>
                <a:cubicBezTo>
                  <a:pt x="64" y="161"/>
                  <a:pt x="64" y="161"/>
                  <a:pt x="64" y="161"/>
                </a:cubicBezTo>
                <a:cubicBezTo>
                  <a:pt x="64" y="16"/>
                  <a:pt x="64" y="16"/>
                  <a:pt x="64" y="16"/>
                </a:cubicBezTo>
                <a:cubicBezTo>
                  <a:pt x="289" y="16"/>
                  <a:pt x="289" y="16"/>
                  <a:pt x="289" y="16"/>
                </a:cubicBezTo>
                <a:cubicBezTo>
                  <a:pt x="289" y="80"/>
                  <a:pt x="289" y="80"/>
                  <a:pt x="289" y="80"/>
                </a:cubicBezTo>
                <a:cubicBezTo>
                  <a:pt x="305" y="64"/>
                  <a:pt x="305" y="64"/>
                  <a:pt x="305" y="64"/>
                </a:cubicBezTo>
                <a:cubicBezTo>
                  <a:pt x="305" y="8"/>
                  <a:pt x="305" y="8"/>
                  <a:pt x="305" y="8"/>
                </a:cubicBezTo>
                <a:cubicBezTo>
                  <a:pt x="305" y="4"/>
                  <a:pt x="301" y="0"/>
                  <a:pt x="297" y="0"/>
                </a:cubicBezTo>
                <a:cubicBezTo>
                  <a:pt x="56" y="0"/>
                  <a:pt x="56" y="0"/>
                  <a:pt x="56" y="0"/>
                </a:cubicBezTo>
                <a:cubicBezTo>
                  <a:pt x="52" y="0"/>
                  <a:pt x="48" y="4"/>
                  <a:pt x="48" y="8"/>
                </a:cubicBezTo>
                <a:cubicBezTo>
                  <a:pt x="48" y="209"/>
                  <a:pt x="48" y="209"/>
                  <a:pt x="48" y="209"/>
                </a:cubicBezTo>
                <a:cubicBezTo>
                  <a:pt x="24" y="209"/>
                  <a:pt x="24" y="209"/>
                  <a:pt x="24" y="209"/>
                </a:cubicBezTo>
                <a:cubicBezTo>
                  <a:pt x="11" y="209"/>
                  <a:pt x="0" y="220"/>
                  <a:pt x="0" y="233"/>
                </a:cubicBezTo>
                <a:cubicBezTo>
                  <a:pt x="0" y="247"/>
                  <a:pt x="11" y="257"/>
                  <a:pt x="24" y="257"/>
                </a:cubicBezTo>
                <a:cubicBezTo>
                  <a:pt x="112" y="257"/>
                  <a:pt x="112" y="257"/>
                  <a:pt x="112" y="257"/>
                </a:cubicBezTo>
                <a:lnTo>
                  <a:pt x="128" y="241"/>
                </a:lnTo>
                <a:close/>
                <a:moveTo>
                  <a:pt x="329" y="209"/>
                </a:moveTo>
                <a:cubicBezTo>
                  <a:pt x="305" y="209"/>
                  <a:pt x="305" y="209"/>
                  <a:pt x="305" y="209"/>
                </a:cubicBezTo>
                <a:cubicBezTo>
                  <a:pt x="305" y="178"/>
                  <a:pt x="305" y="178"/>
                  <a:pt x="305" y="178"/>
                </a:cubicBezTo>
                <a:cubicBezTo>
                  <a:pt x="257" y="225"/>
                  <a:pt x="257" y="225"/>
                  <a:pt x="257" y="225"/>
                </a:cubicBezTo>
                <a:cubicBezTo>
                  <a:pt x="329" y="225"/>
                  <a:pt x="329" y="225"/>
                  <a:pt x="329" y="225"/>
                </a:cubicBezTo>
                <a:cubicBezTo>
                  <a:pt x="333" y="225"/>
                  <a:pt x="337" y="229"/>
                  <a:pt x="337" y="233"/>
                </a:cubicBezTo>
                <a:cubicBezTo>
                  <a:pt x="337" y="238"/>
                  <a:pt x="333" y="241"/>
                  <a:pt x="329" y="241"/>
                </a:cubicBezTo>
                <a:cubicBezTo>
                  <a:pt x="241" y="241"/>
                  <a:pt x="241" y="241"/>
                  <a:pt x="241" y="241"/>
                </a:cubicBezTo>
                <a:cubicBezTo>
                  <a:pt x="225" y="257"/>
                  <a:pt x="225" y="257"/>
                  <a:pt x="225" y="257"/>
                </a:cubicBezTo>
                <a:cubicBezTo>
                  <a:pt x="329" y="257"/>
                  <a:pt x="329" y="257"/>
                  <a:pt x="329" y="257"/>
                </a:cubicBezTo>
                <a:cubicBezTo>
                  <a:pt x="342" y="257"/>
                  <a:pt x="353" y="247"/>
                  <a:pt x="353" y="233"/>
                </a:cubicBezTo>
                <a:cubicBezTo>
                  <a:pt x="353" y="220"/>
                  <a:pt x="342" y="209"/>
                  <a:pt x="329" y="209"/>
                </a:cubicBezTo>
                <a:moveTo>
                  <a:pt x="353" y="97"/>
                </a:moveTo>
                <a:cubicBezTo>
                  <a:pt x="353" y="83"/>
                  <a:pt x="342" y="73"/>
                  <a:pt x="329" y="73"/>
                </a:cubicBezTo>
                <a:cubicBezTo>
                  <a:pt x="322" y="73"/>
                  <a:pt x="316" y="75"/>
                  <a:pt x="312" y="80"/>
                </a:cubicBezTo>
                <a:cubicBezTo>
                  <a:pt x="111" y="280"/>
                  <a:pt x="111" y="280"/>
                  <a:pt x="111" y="280"/>
                </a:cubicBezTo>
                <a:cubicBezTo>
                  <a:pt x="107" y="285"/>
                  <a:pt x="104" y="291"/>
                  <a:pt x="104" y="297"/>
                </a:cubicBezTo>
                <a:cubicBezTo>
                  <a:pt x="104" y="311"/>
                  <a:pt x="115" y="322"/>
                  <a:pt x="128" y="322"/>
                </a:cubicBezTo>
                <a:cubicBezTo>
                  <a:pt x="135" y="322"/>
                  <a:pt x="141" y="319"/>
                  <a:pt x="145" y="314"/>
                </a:cubicBezTo>
                <a:cubicBezTo>
                  <a:pt x="346" y="114"/>
                  <a:pt x="346" y="114"/>
                  <a:pt x="346" y="114"/>
                </a:cubicBezTo>
                <a:cubicBezTo>
                  <a:pt x="350" y="109"/>
                  <a:pt x="353" y="103"/>
                  <a:pt x="353" y="97"/>
                </a:cubicBezTo>
                <a:moveTo>
                  <a:pt x="335" y="102"/>
                </a:moveTo>
                <a:cubicBezTo>
                  <a:pt x="296" y="141"/>
                  <a:pt x="296" y="141"/>
                  <a:pt x="296" y="141"/>
                </a:cubicBezTo>
                <a:cubicBezTo>
                  <a:pt x="285" y="130"/>
                  <a:pt x="285" y="130"/>
                  <a:pt x="285" y="130"/>
                </a:cubicBezTo>
                <a:cubicBezTo>
                  <a:pt x="323" y="91"/>
                  <a:pt x="323" y="91"/>
                  <a:pt x="323" y="91"/>
                </a:cubicBezTo>
                <a:cubicBezTo>
                  <a:pt x="325" y="90"/>
                  <a:pt x="327" y="89"/>
                  <a:pt x="329" y="89"/>
                </a:cubicBezTo>
                <a:cubicBezTo>
                  <a:pt x="333" y="89"/>
                  <a:pt x="337" y="92"/>
                  <a:pt x="337" y="97"/>
                </a:cubicBezTo>
                <a:cubicBezTo>
                  <a:pt x="337" y="99"/>
                  <a:pt x="336" y="101"/>
                  <a:pt x="335" y="102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9" name="Freeform 49"/>
          <p:cNvSpPr>
            <a:spLocks noEditPoints="1"/>
          </p:cNvSpPr>
          <p:nvPr/>
        </p:nvSpPr>
        <p:spPr bwMode="auto">
          <a:xfrm>
            <a:off x="5259918" y="5522385"/>
            <a:ext cx="573617" cy="260351"/>
          </a:xfrm>
          <a:custGeom>
            <a:avLst/>
            <a:gdLst>
              <a:gd name="T0" fmla="*/ 313 w 353"/>
              <a:gd name="T1" fmla="*/ 0 h 160"/>
              <a:gd name="T2" fmla="*/ 310 w 353"/>
              <a:gd name="T3" fmla="*/ 1 h 160"/>
              <a:gd name="T4" fmla="*/ 310 w 353"/>
              <a:gd name="T5" fmla="*/ 1 h 160"/>
              <a:gd name="T6" fmla="*/ 219 w 353"/>
              <a:gd name="T7" fmla="*/ 46 h 160"/>
              <a:gd name="T8" fmla="*/ 185 w 353"/>
              <a:gd name="T9" fmla="*/ 32 h 160"/>
              <a:gd name="T10" fmla="*/ 169 w 353"/>
              <a:gd name="T11" fmla="*/ 32 h 160"/>
              <a:gd name="T12" fmla="*/ 135 w 353"/>
              <a:gd name="T13" fmla="*/ 46 h 160"/>
              <a:gd name="T14" fmla="*/ 44 w 353"/>
              <a:gd name="T15" fmla="*/ 1 h 160"/>
              <a:gd name="T16" fmla="*/ 44 w 353"/>
              <a:gd name="T17" fmla="*/ 1 h 160"/>
              <a:gd name="T18" fmla="*/ 40 w 353"/>
              <a:gd name="T19" fmla="*/ 0 h 160"/>
              <a:gd name="T20" fmla="*/ 0 w 353"/>
              <a:gd name="T21" fmla="*/ 80 h 160"/>
              <a:gd name="T22" fmla="*/ 40 w 353"/>
              <a:gd name="T23" fmla="*/ 160 h 160"/>
              <a:gd name="T24" fmla="*/ 44 w 353"/>
              <a:gd name="T25" fmla="*/ 159 h 160"/>
              <a:gd name="T26" fmla="*/ 44 w 353"/>
              <a:gd name="T27" fmla="*/ 159 h 160"/>
              <a:gd name="T28" fmla="*/ 135 w 353"/>
              <a:gd name="T29" fmla="*/ 114 h 160"/>
              <a:gd name="T30" fmla="*/ 169 w 353"/>
              <a:gd name="T31" fmla="*/ 128 h 160"/>
              <a:gd name="T32" fmla="*/ 185 w 353"/>
              <a:gd name="T33" fmla="*/ 128 h 160"/>
              <a:gd name="T34" fmla="*/ 219 w 353"/>
              <a:gd name="T35" fmla="*/ 114 h 160"/>
              <a:gd name="T36" fmla="*/ 310 w 353"/>
              <a:gd name="T37" fmla="*/ 160 h 160"/>
              <a:gd name="T38" fmla="*/ 310 w 353"/>
              <a:gd name="T39" fmla="*/ 159 h 160"/>
              <a:gd name="T40" fmla="*/ 313 w 353"/>
              <a:gd name="T41" fmla="*/ 160 h 160"/>
              <a:gd name="T42" fmla="*/ 353 w 353"/>
              <a:gd name="T43" fmla="*/ 80 h 160"/>
              <a:gd name="T44" fmla="*/ 313 w 353"/>
              <a:gd name="T45" fmla="*/ 0 h 160"/>
              <a:gd name="T46" fmla="*/ 125 w 353"/>
              <a:gd name="T47" fmla="*/ 101 h 160"/>
              <a:gd name="T48" fmla="*/ 39 w 353"/>
              <a:gd name="T49" fmla="*/ 144 h 160"/>
              <a:gd name="T50" fmla="*/ 16 w 353"/>
              <a:gd name="T51" fmla="*/ 80 h 160"/>
              <a:gd name="T52" fmla="*/ 39 w 353"/>
              <a:gd name="T53" fmla="*/ 16 h 160"/>
              <a:gd name="T54" fmla="*/ 125 w 353"/>
              <a:gd name="T55" fmla="*/ 59 h 160"/>
              <a:gd name="T56" fmla="*/ 121 w 353"/>
              <a:gd name="T57" fmla="*/ 80 h 160"/>
              <a:gd name="T58" fmla="*/ 125 w 353"/>
              <a:gd name="T59" fmla="*/ 101 h 160"/>
              <a:gd name="T60" fmla="*/ 185 w 353"/>
              <a:gd name="T61" fmla="*/ 112 h 160"/>
              <a:gd name="T62" fmla="*/ 169 w 353"/>
              <a:gd name="T63" fmla="*/ 112 h 160"/>
              <a:gd name="T64" fmla="*/ 137 w 353"/>
              <a:gd name="T65" fmla="*/ 80 h 160"/>
              <a:gd name="T66" fmla="*/ 169 w 353"/>
              <a:gd name="T67" fmla="*/ 48 h 160"/>
              <a:gd name="T68" fmla="*/ 185 w 353"/>
              <a:gd name="T69" fmla="*/ 48 h 160"/>
              <a:gd name="T70" fmla="*/ 217 w 353"/>
              <a:gd name="T71" fmla="*/ 80 h 160"/>
              <a:gd name="T72" fmla="*/ 185 w 353"/>
              <a:gd name="T73" fmla="*/ 112 h 160"/>
              <a:gd name="T74" fmla="*/ 315 w 353"/>
              <a:gd name="T75" fmla="*/ 144 h 160"/>
              <a:gd name="T76" fmla="*/ 228 w 353"/>
              <a:gd name="T77" fmla="*/ 101 h 160"/>
              <a:gd name="T78" fmla="*/ 233 w 353"/>
              <a:gd name="T79" fmla="*/ 80 h 160"/>
              <a:gd name="T80" fmla="*/ 228 w 353"/>
              <a:gd name="T81" fmla="*/ 59 h 160"/>
              <a:gd name="T82" fmla="*/ 315 w 353"/>
              <a:gd name="T83" fmla="*/ 16 h 160"/>
              <a:gd name="T84" fmla="*/ 337 w 353"/>
              <a:gd name="T85" fmla="*/ 80 h 160"/>
              <a:gd name="T86" fmla="*/ 315 w 353"/>
              <a:gd name="T87" fmla="*/ 14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353" h="160">
                <a:moveTo>
                  <a:pt x="313" y="0"/>
                </a:moveTo>
                <a:cubicBezTo>
                  <a:pt x="312" y="0"/>
                  <a:pt x="311" y="0"/>
                  <a:pt x="310" y="1"/>
                </a:cubicBezTo>
                <a:cubicBezTo>
                  <a:pt x="310" y="1"/>
                  <a:pt x="310" y="1"/>
                  <a:pt x="310" y="1"/>
                </a:cubicBezTo>
                <a:cubicBezTo>
                  <a:pt x="219" y="46"/>
                  <a:pt x="219" y="46"/>
                  <a:pt x="219" y="46"/>
                </a:cubicBezTo>
                <a:cubicBezTo>
                  <a:pt x="210" y="37"/>
                  <a:pt x="198" y="32"/>
                  <a:pt x="185" y="32"/>
                </a:cubicBezTo>
                <a:cubicBezTo>
                  <a:pt x="169" y="32"/>
                  <a:pt x="169" y="32"/>
                  <a:pt x="169" y="32"/>
                </a:cubicBezTo>
                <a:cubicBezTo>
                  <a:pt x="155" y="32"/>
                  <a:pt x="143" y="37"/>
                  <a:pt x="135" y="46"/>
                </a:cubicBezTo>
                <a:cubicBezTo>
                  <a:pt x="44" y="1"/>
                  <a:pt x="44" y="1"/>
                  <a:pt x="44" y="1"/>
                </a:cubicBezTo>
                <a:cubicBezTo>
                  <a:pt x="44" y="1"/>
                  <a:pt x="44" y="1"/>
                  <a:pt x="44" y="1"/>
                </a:cubicBezTo>
                <a:cubicBezTo>
                  <a:pt x="43" y="0"/>
                  <a:pt x="42" y="0"/>
                  <a:pt x="40" y="0"/>
                </a:cubicBezTo>
                <a:cubicBezTo>
                  <a:pt x="18" y="0"/>
                  <a:pt x="0" y="36"/>
                  <a:pt x="0" y="80"/>
                </a:cubicBezTo>
                <a:cubicBezTo>
                  <a:pt x="0" y="124"/>
                  <a:pt x="18" y="160"/>
                  <a:pt x="40" y="160"/>
                </a:cubicBezTo>
                <a:cubicBezTo>
                  <a:pt x="42" y="160"/>
                  <a:pt x="43" y="160"/>
                  <a:pt x="44" y="159"/>
                </a:cubicBezTo>
                <a:cubicBezTo>
                  <a:pt x="44" y="159"/>
                  <a:pt x="44" y="159"/>
                  <a:pt x="44" y="159"/>
                </a:cubicBezTo>
                <a:cubicBezTo>
                  <a:pt x="135" y="114"/>
                  <a:pt x="135" y="114"/>
                  <a:pt x="135" y="114"/>
                </a:cubicBezTo>
                <a:cubicBezTo>
                  <a:pt x="143" y="123"/>
                  <a:pt x="155" y="128"/>
                  <a:pt x="169" y="128"/>
                </a:cubicBezTo>
                <a:cubicBezTo>
                  <a:pt x="185" y="128"/>
                  <a:pt x="185" y="128"/>
                  <a:pt x="185" y="128"/>
                </a:cubicBezTo>
                <a:cubicBezTo>
                  <a:pt x="198" y="128"/>
                  <a:pt x="210" y="123"/>
                  <a:pt x="219" y="114"/>
                </a:cubicBezTo>
                <a:cubicBezTo>
                  <a:pt x="310" y="160"/>
                  <a:pt x="310" y="160"/>
                  <a:pt x="310" y="160"/>
                </a:cubicBezTo>
                <a:cubicBezTo>
                  <a:pt x="310" y="159"/>
                  <a:pt x="310" y="159"/>
                  <a:pt x="310" y="159"/>
                </a:cubicBezTo>
                <a:cubicBezTo>
                  <a:pt x="311" y="160"/>
                  <a:pt x="312" y="160"/>
                  <a:pt x="313" y="160"/>
                </a:cubicBezTo>
                <a:cubicBezTo>
                  <a:pt x="335" y="160"/>
                  <a:pt x="353" y="124"/>
                  <a:pt x="353" y="80"/>
                </a:cubicBezTo>
                <a:cubicBezTo>
                  <a:pt x="353" y="36"/>
                  <a:pt x="335" y="0"/>
                  <a:pt x="313" y="0"/>
                </a:cubicBezTo>
                <a:moveTo>
                  <a:pt x="125" y="101"/>
                </a:moveTo>
                <a:cubicBezTo>
                  <a:pt x="39" y="144"/>
                  <a:pt x="39" y="144"/>
                  <a:pt x="39" y="144"/>
                </a:cubicBezTo>
                <a:cubicBezTo>
                  <a:pt x="26" y="142"/>
                  <a:pt x="16" y="114"/>
                  <a:pt x="16" y="80"/>
                </a:cubicBezTo>
                <a:cubicBezTo>
                  <a:pt x="16" y="46"/>
                  <a:pt x="26" y="18"/>
                  <a:pt x="39" y="16"/>
                </a:cubicBezTo>
                <a:cubicBezTo>
                  <a:pt x="125" y="59"/>
                  <a:pt x="125" y="59"/>
                  <a:pt x="125" y="59"/>
                </a:cubicBezTo>
                <a:cubicBezTo>
                  <a:pt x="122" y="66"/>
                  <a:pt x="121" y="73"/>
                  <a:pt x="121" y="80"/>
                </a:cubicBezTo>
                <a:cubicBezTo>
                  <a:pt x="121" y="87"/>
                  <a:pt x="122" y="94"/>
                  <a:pt x="125" y="101"/>
                </a:cubicBezTo>
                <a:moveTo>
                  <a:pt x="185" y="112"/>
                </a:moveTo>
                <a:cubicBezTo>
                  <a:pt x="169" y="112"/>
                  <a:pt x="169" y="112"/>
                  <a:pt x="169" y="112"/>
                </a:cubicBezTo>
                <a:cubicBezTo>
                  <a:pt x="151" y="112"/>
                  <a:pt x="137" y="98"/>
                  <a:pt x="137" y="80"/>
                </a:cubicBezTo>
                <a:cubicBezTo>
                  <a:pt x="137" y="62"/>
                  <a:pt x="151" y="48"/>
                  <a:pt x="169" y="48"/>
                </a:cubicBezTo>
                <a:cubicBezTo>
                  <a:pt x="185" y="48"/>
                  <a:pt x="185" y="48"/>
                  <a:pt x="185" y="48"/>
                </a:cubicBezTo>
                <a:cubicBezTo>
                  <a:pt x="203" y="48"/>
                  <a:pt x="217" y="62"/>
                  <a:pt x="217" y="80"/>
                </a:cubicBezTo>
                <a:cubicBezTo>
                  <a:pt x="217" y="98"/>
                  <a:pt x="203" y="112"/>
                  <a:pt x="185" y="112"/>
                </a:cubicBezTo>
                <a:moveTo>
                  <a:pt x="315" y="144"/>
                </a:moveTo>
                <a:cubicBezTo>
                  <a:pt x="228" y="101"/>
                  <a:pt x="228" y="101"/>
                  <a:pt x="228" y="101"/>
                </a:cubicBezTo>
                <a:cubicBezTo>
                  <a:pt x="231" y="94"/>
                  <a:pt x="233" y="87"/>
                  <a:pt x="233" y="80"/>
                </a:cubicBezTo>
                <a:cubicBezTo>
                  <a:pt x="233" y="73"/>
                  <a:pt x="231" y="66"/>
                  <a:pt x="228" y="59"/>
                </a:cubicBezTo>
                <a:cubicBezTo>
                  <a:pt x="315" y="16"/>
                  <a:pt x="315" y="16"/>
                  <a:pt x="315" y="16"/>
                </a:cubicBezTo>
                <a:cubicBezTo>
                  <a:pt x="327" y="18"/>
                  <a:pt x="337" y="46"/>
                  <a:pt x="337" y="80"/>
                </a:cubicBezTo>
                <a:cubicBezTo>
                  <a:pt x="337" y="114"/>
                  <a:pt x="327" y="142"/>
                  <a:pt x="315" y="144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0" name="Freeform 50"/>
          <p:cNvSpPr>
            <a:spLocks noEditPoints="1"/>
          </p:cNvSpPr>
          <p:nvPr/>
        </p:nvSpPr>
        <p:spPr bwMode="auto">
          <a:xfrm>
            <a:off x="6542618" y="5363633"/>
            <a:ext cx="207433" cy="577851"/>
          </a:xfrm>
          <a:custGeom>
            <a:avLst/>
            <a:gdLst>
              <a:gd name="T0" fmla="*/ 128 w 128"/>
              <a:gd name="T1" fmla="*/ 280 h 354"/>
              <a:gd name="T2" fmla="*/ 128 w 128"/>
              <a:gd name="T3" fmla="*/ 280 h 354"/>
              <a:gd name="T4" fmla="*/ 104 w 128"/>
              <a:gd name="T5" fmla="*/ 161 h 354"/>
              <a:gd name="T6" fmla="*/ 112 w 128"/>
              <a:gd name="T7" fmla="*/ 161 h 354"/>
              <a:gd name="T8" fmla="*/ 120 w 128"/>
              <a:gd name="T9" fmla="*/ 153 h 354"/>
              <a:gd name="T10" fmla="*/ 112 w 128"/>
              <a:gd name="T11" fmla="*/ 145 h 354"/>
              <a:gd name="T12" fmla="*/ 101 w 128"/>
              <a:gd name="T13" fmla="*/ 145 h 354"/>
              <a:gd name="T14" fmla="*/ 88 w 128"/>
              <a:gd name="T15" fmla="*/ 79 h 354"/>
              <a:gd name="T16" fmla="*/ 88 w 128"/>
              <a:gd name="T17" fmla="*/ 79 h 354"/>
              <a:gd name="T18" fmla="*/ 88 w 128"/>
              <a:gd name="T19" fmla="*/ 79 h 354"/>
              <a:gd name="T20" fmla="*/ 124 w 128"/>
              <a:gd name="T21" fmla="*/ 47 h 354"/>
              <a:gd name="T22" fmla="*/ 124 w 128"/>
              <a:gd name="T23" fmla="*/ 47 h 354"/>
              <a:gd name="T24" fmla="*/ 128 w 128"/>
              <a:gd name="T25" fmla="*/ 40 h 354"/>
              <a:gd name="T26" fmla="*/ 64 w 128"/>
              <a:gd name="T27" fmla="*/ 0 h 354"/>
              <a:gd name="T28" fmla="*/ 0 w 128"/>
              <a:gd name="T29" fmla="*/ 40 h 354"/>
              <a:gd name="T30" fmla="*/ 4 w 128"/>
              <a:gd name="T31" fmla="*/ 47 h 354"/>
              <a:gd name="T32" fmla="*/ 4 w 128"/>
              <a:gd name="T33" fmla="*/ 47 h 354"/>
              <a:gd name="T34" fmla="*/ 40 w 128"/>
              <a:gd name="T35" fmla="*/ 79 h 354"/>
              <a:gd name="T36" fmla="*/ 40 w 128"/>
              <a:gd name="T37" fmla="*/ 79 h 354"/>
              <a:gd name="T38" fmla="*/ 40 w 128"/>
              <a:gd name="T39" fmla="*/ 79 h 354"/>
              <a:gd name="T40" fmla="*/ 0 w 128"/>
              <a:gd name="T41" fmla="*/ 280 h 354"/>
              <a:gd name="T42" fmla="*/ 0 w 128"/>
              <a:gd name="T43" fmla="*/ 280 h 354"/>
              <a:gd name="T44" fmla="*/ 0 w 128"/>
              <a:gd name="T45" fmla="*/ 281 h 354"/>
              <a:gd name="T46" fmla="*/ 2 w 128"/>
              <a:gd name="T47" fmla="*/ 287 h 354"/>
              <a:gd name="T48" fmla="*/ 2 w 128"/>
              <a:gd name="T49" fmla="*/ 287 h 354"/>
              <a:gd name="T50" fmla="*/ 58 w 128"/>
              <a:gd name="T51" fmla="*/ 351 h 354"/>
              <a:gd name="T52" fmla="*/ 58 w 128"/>
              <a:gd name="T53" fmla="*/ 351 h 354"/>
              <a:gd name="T54" fmla="*/ 64 w 128"/>
              <a:gd name="T55" fmla="*/ 354 h 354"/>
              <a:gd name="T56" fmla="*/ 70 w 128"/>
              <a:gd name="T57" fmla="*/ 351 h 354"/>
              <a:gd name="T58" fmla="*/ 70 w 128"/>
              <a:gd name="T59" fmla="*/ 351 h 354"/>
              <a:gd name="T60" fmla="*/ 126 w 128"/>
              <a:gd name="T61" fmla="*/ 287 h 354"/>
              <a:gd name="T62" fmla="*/ 126 w 128"/>
              <a:gd name="T63" fmla="*/ 287 h 354"/>
              <a:gd name="T64" fmla="*/ 128 w 128"/>
              <a:gd name="T65" fmla="*/ 281 h 354"/>
              <a:gd name="T66" fmla="*/ 128 w 128"/>
              <a:gd name="T67" fmla="*/ 280 h 354"/>
              <a:gd name="T68" fmla="*/ 16 w 128"/>
              <a:gd name="T69" fmla="*/ 37 h 354"/>
              <a:gd name="T70" fmla="*/ 64 w 128"/>
              <a:gd name="T71" fmla="*/ 16 h 354"/>
              <a:gd name="T72" fmla="*/ 112 w 128"/>
              <a:gd name="T73" fmla="*/ 37 h 354"/>
              <a:gd name="T74" fmla="*/ 64 w 128"/>
              <a:gd name="T75" fmla="*/ 78 h 354"/>
              <a:gd name="T76" fmla="*/ 16 w 128"/>
              <a:gd name="T77" fmla="*/ 37 h 354"/>
              <a:gd name="T78" fmla="*/ 64 w 128"/>
              <a:gd name="T79" fmla="*/ 333 h 354"/>
              <a:gd name="T80" fmla="*/ 17 w 128"/>
              <a:gd name="T81" fmla="*/ 279 h 354"/>
              <a:gd name="T82" fmla="*/ 54 w 128"/>
              <a:gd name="T83" fmla="*/ 91 h 354"/>
              <a:gd name="T84" fmla="*/ 58 w 128"/>
              <a:gd name="T85" fmla="*/ 94 h 354"/>
              <a:gd name="T86" fmla="*/ 59 w 128"/>
              <a:gd name="T87" fmla="*/ 95 h 354"/>
              <a:gd name="T88" fmla="*/ 60 w 128"/>
              <a:gd name="T89" fmla="*/ 96 h 354"/>
              <a:gd name="T90" fmla="*/ 60 w 128"/>
              <a:gd name="T91" fmla="*/ 96 h 354"/>
              <a:gd name="T92" fmla="*/ 64 w 128"/>
              <a:gd name="T93" fmla="*/ 97 h 354"/>
              <a:gd name="T94" fmla="*/ 68 w 128"/>
              <a:gd name="T95" fmla="*/ 96 h 354"/>
              <a:gd name="T96" fmla="*/ 68 w 128"/>
              <a:gd name="T97" fmla="*/ 96 h 354"/>
              <a:gd name="T98" fmla="*/ 69 w 128"/>
              <a:gd name="T99" fmla="*/ 95 h 354"/>
              <a:gd name="T100" fmla="*/ 70 w 128"/>
              <a:gd name="T101" fmla="*/ 94 h 354"/>
              <a:gd name="T102" fmla="*/ 74 w 128"/>
              <a:gd name="T103" fmla="*/ 91 h 354"/>
              <a:gd name="T104" fmla="*/ 85 w 128"/>
              <a:gd name="T105" fmla="*/ 145 h 354"/>
              <a:gd name="T106" fmla="*/ 64 w 128"/>
              <a:gd name="T107" fmla="*/ 145 h 354"/>
              <a:gd name="T108" fmla="*/ 56 w 128"/>
              <a:gd name="T109" fmla="*/ 153 h 354"/>
              <a:gd name="T110" fmla="*/ 64 w 128"/>
              <a:gd name="T111" fmla="*/ 161 h 354"/>
              <a:gd name="T112" fmla="*/ 88 w 128"/>
              <a:gd name="T113" fmla="*/ 161 h 354"/>
              <a:gd name="T114" fmla="*/ 112 w 128"/>
              <a:gd name="T115" fmla="*/ 279 h 354"/>
              <a:gd name="T116" fmla="*/ 64 w 128"/>
              <a:gd name="T117" fmla="*/ 333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28" h="354">
                <a:moveTo>
                  <a:pt x="128" y="280"/>
                </a:moveTo>
                <a:cubicBezTo>
                  <a:pt x="128" y="280"/>
                  <a:pt x="128" y="280"/>
                  <a:pt x="128" y="280"/>
                </a:cubicBezTo>
                <a:cubicBezTo>
                  <a:pt x="104" y="161"/>
                  <a:pt x="104" y="161"/>
                  <a:pt x="104" y="161"/>
                </a:cubicBezTo>
                <a:cubicBezTo>
                  <a:pt x="112" y="161"/>
                  <a:pt x="112" y="161"/>
                  <a:pt x="112" y="161"/>
                </a:cubicBezTo>
                <a:cubicBezTo>
                  <a:pt x="117" y="161"/>
                  <a:pt x="120" y="157"/>
                  <a:pt x="120" y="153"/>
                </a:cubicBezTo>
                <a:cubicBezTo>
                  <a:pt x="120" y="148"/>
                  <a:pt x="117" y="145"/>
                  <a:pt x="112" y="145"/>
                </a:cubicBezTo>
                <a:cubicBezTo>
                  <a:pt x="101" y="145"/>
                  <a:pt x="101" y="145"/>
                  <a:pt x="101" y="145"/>
                </a:cubicBezTo>
                <a:cubicBezTo>
                  <a:pt x="88" y="79"/>
                  <a:pt x="88" y="79"/>
                  <a:pt x="88" y="79"/>
                </a:cubicBezTo>
                <a:cubicBezTo>
                  <a:pt x="88" y="79"/>
                  <a:pt x="88" y="79"/>
                  <a:pt x="88" y="79"/>
                </a:cubicBezTo>
                <a:cubicBezTo>
                  <a:pt x="88" y="79"/>
                  <a:pt x="88" y="79"/>
                  <a:pt x="88" y="79"/>
                </a:cubicBezTo>
                <a:cubicBezTo>
                  <a:pt x="124" y="47"/>
                  <a:pt x="124" y="47"/>
                  <a:pt x="124" y="47"/>
                </a:cubicBezTo>
                <a:cubicBezTo>
                  <a:pt x="124" y="47"/>
                  <a:pt x="124" y="47"/>
                  <a:pt x="124" y="47"/>
                </a:cubicBezTo>
                <a:cubicBezTo>
                  <a:pt x="127" y="46"/>
                  <a:pt x="128" y="43"/>
                  <a:pt x="128" y="40"/>
                </a:cubicBezTo>
                <a:cubicBezTo>
                  <a:pt x="128" y="18"/>
                  <a:pt x="100" y="0"/>
                  <a:pt x="64" y="0"/>
                </a:cubicBezTo>
                <a:cubicBezTo>
                  <a:pt x="29" y="0"/>
                  <a:pt x="0" y="18"/>
                  <a:pt x="0" y="40"/>
                </a:cubicBezTo>
                <a:cubicBezTo>
                  <a:pt x="0" y="43"/>
                  <a:pt x="2" y="46"/>
                  <a:pt x="4" y="47"/>
                </a:cubicBezTo>
                <a:cubicBezTo>
                  <a:pt x="4" y="47"/>
                  <a:pt x="4" y="47"/>
                  <a:pt x="4" y="47"/>
                </a:cubicBezTo>
                <a:cubicBezTo>
                  <a:pt x="40" y="79"/>
                  <a:pt x="40" y="79"/>
                  <a:pt x="40" y="79"/>
                </a:cubicBezTo>
                <a:cubicBezTo>
                  <a:pt x="40" y="79"/>
                  <a:pt x="40" y="79"/>
                  <a:pt x="40" y="79"/>
                </a:cubicBezTo>
                <a:cubicBezTo>
                  <a:pt x="40" y="79"/>
                  <a:pt x="40" y="79"/>
                  <a:pt x="40" y="79"/>
                </a:cubicBezTo>
                <a:cubicBezTo>
                  <a:pt x="0" y="280"/>
                  <a:pt x="0" y="280"/>
                  <a:pt x="0" y="280"/>
                </a:cubicBezTo>
                <a:cubicBezTo>
                  <a:pt x="0" y="280"/>
                  <a:pt x="0" y="280"/>
                  <a:pt x="0" y="280"/>
                </a:cubicBezTo>
                <a:cubicBezTo>
                  <a:pt x="0" y="280"/>
                  <a:pt x="0" y="281"/>
                  <a:pt x="0" y="281"/>
                </a:cubicBezTo>
                <a:cubicBezTo>
                  <a:pt x="0" y="283"/>
                  <a:pt x="1" y="285"/>
                  <a:pt x="2" y="287"/>
                </a:cubicBezTo>
                <a:cubicBezTo>
                  <a:pt x="2" y="287"/>
                  <a:pt x="2" y="287"/>
                  <a:pt x="2" y="287"/>
                </a:cubicBezTo>
                <a:cubicBezTo>
                  <a:pt x="58" y="351"/>
                  <a:pt x="58" y="351"/>
                  <a:pt x="58" y="351"/>
                </a:cubicBezTo>
                <a:cubicBezTo>
                  <a:pt x="58" y="351"/>
                  <a:pt x="58" y="351"/>
                  <a:pt x="58" y="351"/>
                </a:cubicBezTo>
                <a:cubicBezTo>
                  <a:pt x="60" y="352"/>
                  <a:pt x="62" y="354"/>
                  <a:pt x="64" y="354"/>
                </a:cubicBezTo>
                <a:cubicBezTo>
                  <a:pt x="67" y="354"/>
                  <a:pt x="69" y="352"/>
                  <a:pt x="70" y="351"/>
                </a:cubicBezTo>
                <a:cubicBezTo>
                  <a:pt x="70" y="351"/>
                  <a:pt x="70" y="351"/>
                  <a:pt x="70" y="351"/>
                </a:cubicBezTo>
                <a:cubicBezTo>
                  <a:pt x="126" y="287"/>
                  <a:pt x="126" y="287"/>
                  <a:pt x="126" y="287"/>
                </a:cubicBezTo>
                <a:cubicBezTo>
                  <a:pt x="126" y="287"/>
                  <a:pt x="126" y="287"/>
                  <a:pt x="126" y="287"/>
                </a:cubicBezTo>
                <a:cubicBezTo>
                  <a:pt x="128" y="285"/>
                  <a:pt x="128" y="283"/>
                  <a:pt x="128" y="281"/>
                </a:cubicBezTo>
                <a:cubicBezTo>
                  <a:pt x="128" y="281"/>
                  <a:pt x="128" y="280"/>
                  <a:pt x="128" y="280"/>
                </a:cubicBezTo>
                <a:moveTo>
                  <a:pt x="16" y="37"/>
                </a:moveTo>
                <a:cubicBezTo>
                  <a:pt x="20" y="26"/>
                  <a:pt x="40" y="16"/>
                  <a:pt x="64" y="16"/>
                </a:cubicBezTo>
                <a:cubicBezTo>
                  <a:pt x="89" y="16"/>
                  <a:pt x="109" y="26"/>
                  <a:pt x="112" y="37"/>
                </a:cubicBezTo>
                <a:cubicBezTo>
                  <a:pt x="64" y="78"/>
                  <a:pt x="64" y="78"/>
                  <a:pt x="64" y="78"/>
                </a:cubicBezTo>
                <a:lnTo>
                  <a:pt x="16" y="37"/>
                </a:lnTo>
                <a:close/>
                <a:moveTo>
                  <a:pt x="64" y="333"/>
                </a:moveTo>
                <a:cubicBezTo>
                  <a:pt x="17" y="279"/>
                  <a:pt x="17" y="279"/>
                  <a:pt x="17" y="279"/>
                </a:cubicBezTo>
                <a:cubicBezTo>
                  <a:pt x="54" y="91"/>
                  <a:pt x="54" y="91"/>
                  <a:pt x="54" y="91"/>
                </a:cubicBezTo>
                <a:cubicBezTo>
                  <a:pt x="58" y="94"/>
                  <a:pt x="58" y="94"/>
                  <a:pt x="58" y="94"/>
                </a:cubicBezTo>
                <a:cubicBezTo>
                  <a:pt x="59" y="94"/>
                  <a:pt x="59" y="95"/>
                  <a:pt x="59" y="95"/>
                </a:cubicBezTo>
                <a:cubicBezTo>
                  <a:pt x="60" y="96"/>
                  <a:pt x="60" y="96"/>
                  <a:pt x="60" y="96"/>
                </a:cubicBezTo>
                <a:cubicBezTo>
                  <a:pt x="60" y="96"/>
                  <a:pt x="60" y="96"/>
                  <a:pt x="60" y="96"/>
                </a:cubicBezTo>
                <a:cubicBezTo>
                  <a:pt x="61" y="96"/>
                  <a:pt x="63" y="97"/>
                  <a:pt x="64" y="97"/>
                </a:cubicBezTo>
                <a:cubicBezTo>
                  <a:pt x="66" y="97"/>
                  <a:pt x="67" y="96"/>
                  <a:pt x="68" y="96"/>
                </a:cubicBezTo>
                <a:cubicBezTo>
                  <a:pt x="68" y="96"/>
                  <a:pt x="68" y="96"/>
                  <a:pt x="68" y="96"/>
                </a:cubicBezTo>
                <a:cubicBezTo>
                  <a:pt x="69" y="95"/>
                  <a:pt x="69" y="95"/>
                  <a:pt x="69" y="95"/>
                </a:cubicBezTo>
                <a:cubicBezTo>
                  <a:pt x="69" y="95"/>
                  <a:pt x="70" y="94"/>
                  <a:pt x="70" y="94"/>
                </a:cubicBezTo>
                <a:cubicBezTo>
                  <a:pt x="74" y="91"/>
                  <a:pt x="74" y="91"/>
                  <a:pt x="74" y="91"/>
                </a:cubicBezTo>
                <a:cubicBezTo>
                  <a:pt x="85" y="145"/>
                  <a:pt x="85" y="145"/>
                  <a:pt x="85" y="145"/>
                </a:cubicBezTo>
                <a:cubicBezTo>
                  <a:pt x="64" y="145"/>
                  <a:pt x="64" y="145"/>
                  <a:pt x="64" y="145"/>
                </a:cubicBezTo>
                <a:cubicBezTo>
                  <a:pt x="60" y="145"/>
                  <a:pt x="56" y="148"/>
                  <a:pt x="56" y="153"/>
                </a:cubicBezTo>
                <a:cubicBezTo>
                  <a:pt x="56" y="157"/>
                  <a:pt x="60" y="161"/>
                  <a:pt x="64" y="161"/>
                </a:cubicBezTo>
                <a:cubicBezTo>
                  <a:pt x="88" y="161"/>
                  <a:pt x="88" y="161"/>
                  <a:pt x="88" y="161"/>
                </a:cubicBezTo>
                <a:cubicBezTo>
                  <a:pt x="112" y="279"/>
                  <a:pt x="112" y="279"/>
                  <a:pt x="112" y="279"/>
                </a:cubicBezTo>
                <a:lnTo>
                  <a:pt x="64" y="33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1" name="Freeform 51"/>
          <p:cNvSpPr>
            <a:spLocks noEditPoints="1"/>
          </p:cNvSpPr>
          <p:nvPr/>
        </p:nvSpPr>
        <p:spPr bwMode="auto">
          <a:xfrm>
            <a:off x="7457018" y="5444067"/>
            <a:ext cx="575733" cy="416984"/>
          </a:xfrm>
          <a:custGeom>
            <a:avLst/>
            <a:gdLst>
              <a:gd name="T0" fmla="*/ 217 w 353"/>
              <a:gd name="T1" fmla="*/ 96 h 256"/>
              <a:gd name="T2" fmla="*/ 217 w 353"/>
              <a:gd name="T3" fmla="*/ 112 h 256"/>
              <a:gd name="T4" fmla="*/ 273 w 353"/>
              <a:gd name="T5" fmla="*/ 104 h 256"/>
              <a:gd name="T6" fmla="*/ 345 w 353"/>
              <a:gd name="T7" fmla="*/ 96 h 256"/>
              <a:gd name="T8" fmla="*/ 353 w 353"/>
              <a:gd name="T9" fmla="*/ 16 h 256"/>
              <a:gd name="T10" fmla="*/ 16 w 353"/>
              <a:gd name="T11" fmla="*/ 0 h 256"/>
              <a:gd name="T12" fmla="*/ 0 w 353"/>
              <a:gd name="T13" fmla="*/ 88 h 256"/>
              <a:gd name="T14" fmla="*/ 32 w 353"/>
              <a:gd name="T15" fmla="*/ 128 h 256"/>
              <a:gd name="T16" fmla="*/ 0 w 353"/>
              <a:gd name="T17" fmla="*/ 168 h 256"/>
              <a:gd name="T18" fmla="*/ 16 w 353"/>
              <a:gd name="T19" fmla="*/ 256 h 256"/>
              <a:gd name="T20" fmla="*/ 353 w 353"/>
              <a:gd name="T21" fmla="*/ 240 h 256"/>
              <a:gd name="T22" fmla="*/ 345 w 353"/>
              <a:gd name="T23" fmla="*/ 160 h 256"/>
              <a:gd name="T24" fmla="*/ 345 w 353"/>
              <a:gd name="T25" fmla="*/ 96 h 256"/>
              <a:gd name="T26" fmla="*/ 337 w 353"/>
              <a:gd name="T27" fmla="*/ 16 h 256"/>
              <a:gd name="T28" fmla="*/ 305 w 353"/>
              <a:gd name="T29" fmla="*/ 32 h 256"/>
              <a:gd name="T30" fmla="*/ 16 w 353"/>
              <a:gd name="T31" fmla="*/ 16 h 256"/>
              <a:gd name="T32" fmla="*/ 289 w 353"/>
              <a:gd name="T33" fmla="*/ 32 h 256"/>
              <a:gd name="T34" fmla="*/ 16 w 353"/>
              <a:gd name="T35" fmla="*/ 16 h 256"/>
              <a:gd name="T36" fmla="*/ 16 w 353"/>
              <a:gd name="T37" fmla="*/ 240 h 256"/>
              <a:gd name="T38" fmla="*/ 289 w 353"/>
              <a:gd name="T39" fmla="*/ 224 h 256"/>
              <a:gd name="T40" fmla="*/ 337 w 353"/>
              <a:gd name="T41" fmla="*/ 240 h 256"/>
              <a:gd name="T42" fmla="*/ 305 w 353"/>
              <a:gd name="T43" fmla="*/ 224 h 256"/>
              <a:gd name="T44" fmla="*/ 337 w 353"/>
              <a:gd name="T45" fmla="*/ 240 h 256"/>
              <a:gd name="T46" fmla="*/ 337 w 353"/>
              <a:gd name="T47" fmla="*/ 208 h 256"/>
              <a:gd name="T48" fmla="*/ 16 w 353"/>
              <a:gd name="T49" fmla="*/ 175 h 256"/>
              <a:gd name="T50" fmla="*/ 16 w 353"/>
              <a:gd name="T51" fmla="*/ 81 h 256"/>
              <a:gd name="T52" fmla="*/ 337 w 353"/>
              <a:gd name="T53" fmla="*/ 48 h 256"/>
              <a:gd name="T54" fmla="*/ 305 w 353"/>
              <a:gd name="T55" fmla="*/ 128 h 256"/>
              <a:gd name="T56" fmla="*/ 265 w 353"/>
              <a:gd name="T57" fmla="*/ 144 h 256"/>
              <a:gd name="T58" fmla="*/ 209 w 353"/>
              <a:gd name="T59" fmla="*/ 152 h 256"/>
              <a:gd name="T60" fmla="*/ 265 w 353"/>
              <a:gd name="T61" fmla="*/ 160 h 256"/>
              <a:gd name="T62" fmla="*/ 265 w 353"/>
              <a:gd name="T63" fmla="*/ 144 h 256"/>
              <a:gd name="T64" fmla="*/ 249 w 353"/>
              <a:gd name="T65" fmla="*/ 136 h 256"/>
              <a:gd name="T66" fmla="*/ 249 w 353"/>
              <a:gd name="T67" fmla="*/ 120 h 256"/>
              <a:gd name="T68" fmla="*/ 209 w 353"/>
              <a:gd name="T69" fmla="*/ 128 h 256"/>
              <a:gd name="T70" fmla="*/ 168 w 353"/>
              <a:gd name="T71" fmla="*/ 112 h 256"/>
              <a:gd name="T72" fmla="*/ 136 w 353"/>
              <a:gd name="T73" fmla="*/ 84 h 256"/>
              <a:gd name="T74" fmla="*/ 128 w 353"/>
              <a:gd name="T75" fmla="*/ 80 h 256"/>
              <a:gd name="T76" fmla="*/ 121 w 353"/>
              <a:gd name="T77" fmla="*/ 84 h 256"/>
              <a:gd name="T78" fmla="*/ 88 w 353"/>
              <a:gd name="T79" fmla="*/ 112 h 256"/>
              <a:gd name="T80" fmla="*/ 84 w 353"/>
              <a:gd name="T81" fmla="*/ 127 h 256"/>
              <a:gd name="T82" fmla="*/ 97 w 353"/>
              <a:gd name="T83" fmla="*/ 166 h 256"/>
              <a:gd name="T84" fmla="*/ 104 w 353"/>
              <a:gd name="T85" fmla="*/ 176 h 256"/>
              <a:gd name="T86" fmla="*/ 128 w 353"/>
              <a:gd name="T87" fmla="*/ 162 h 256"/>
              <a:gd name="T88" fmla="*/ 152 w 353"/>
              <a:gd name="T89" fmla="*/ 176 h 256"/>
              <a:gd name="T90" fmla="*/ 160 w 353"/>
              <a:gd name="T91" fmla="*/ 166 h 256"/>
              <a:gd name="T92" fmla="*/ 173 w 353"/>
              <a:gd name="T93" fmla="*/ 127 h 256"/>
              <a:gd name="T94" fmla="*/ 168 w 353"/>
              <a:gd name="T95" fmla="*/ 112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53" h="256">
                <a:moveTo>
                  <a:pt x="265" y="96"/>
                </a:moveTo>
                <a:cubicBezTo>
                  <a:pt x="217" y="96"/>
                  <a:pt x="217" y="96"/>
                  <a:pt x="217" y="96"/>
                </a:cubicBezTo>
                <a:cubicBezTo>
                  <a:pt x="212" y="96"/>
                  <a:pt x="209" y="99"/>
                  <a:pt x="209" y="104"/>
                </a:cubicBezTo>
                <a:cubicBezTo>
                  <a:pt x="209" y="108"/>
                  <a:pt x="212" y="112"/>
                  <a:pt x="217" y="112"/>
                </a:cubicBezTo>
                <a:cubicBezTo>
                  <a:pt x="265" y="112"/>
                  <a:pt x="265" y="112"/>
                  <a:pt x="265" y="112"/>
                </a:cubicBezTo>
                <a:cubicBezTo>
                  <a:pt x="269" y="112"/>
                  <a:pt x="273" y="108"/>
                  <a:pt x="273" y="104"/>
                </a:cubicBezTo>
                <a:cubicBezTo>
                  <a:pt x="273" y="99"/>
                  <a:pt x="269" y="96"/>
                  <a:pt x="265" y="96"/>
                </a:cubicBezTo>
                <a:moveTo>
                  <a:pt x="345" y="96"/>
                </a:moveTo>
                <a:cubicBezTo>
                  <a:pt x="350" y="96"/>
                  <a:pt x="353" y="92"/>
                  <a:pt x="353" y="88"/>
                </a:cubicBezTo>
                <a:cubicBezTo>
                  <a:pt x="353" y="16"/>
                  <a:pt x="353" y="16"/>
                  <a:pt x="353" y="16"/>
                </a:cubicBezTo>
                <a:cubicBezTo>
                  <a:pt x="353" y="7"/>
                  <a:pt x="346" y="0"/>
                  <a:pt x="337" y="0"/>
                </a:cubicBez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88"/>
                  <a:pt x="0" y="88"/>
                  <a:pt x="0" y="88"/>
                </a:cubicBezTo>
                <a:cubicBezTo>
                  <a:pt x="0" y="92"/>
                  <a:pt x="3" y="96"/>
                  <a:pt x="8" y="96"/>
                </a:cubicBezTo>
                <a:cubicBezTo>
                  <a:pt x="21" y="96"/>
                  <a:pt x="32" y="110"/>
                  <a:pt x="32" y="128"/>
                </a:cubicBezTo>
                <a:cubicBezTo>
                  <a:pt x="32" y="146"/>
                  <a:pt x="21" y="160"/>
                  <a:pt x="8" y="160"/>
                </a:cubicBezTo>
                <a:cubicBezTo>
                  <a:pt x="3" y="160"/>
                  <a:pt x="0" y="164"/>
                  <a:pt x="0" y="168"/>
                </a:cubicBezTo>
                <a:cubicBezTo>
                  <a:pt x="0" y="240"/>
                  <a:pt x="0" y="240"/>
                  <a:pt x="0" y="240"/>
                </a:cubicBezTo>
                <a:cubicBezTo>
                  <a:pt x="0" y="249"/>
                  <a:pt x="7" y="256"/>
                  <a:pt x="16" y="256"/>
                </a:cubicBezTo>
                <a:cubicBezTo>
                  <a:pt x="337" y="256"/>
                  <a:pt x="337" y="256"/>
                  <a:pt x="337" y="256"/>
                </a:cubicBezTo>
                <a:cubicBezTo>
                  <a:pt x="346" y="256"/>
                  <a:pt x="353" y="249"/>
                  <a:pt x="353" y="240"/>
                </a:cubicBezTo>
                <a:cubicBezTo>
                  <a:pt x="353" y="168"/>
                  <a:pt x="353" y="168"/>
                  <a:pt x="353" y="168"/>
                </a:cubicBezTo>
                <a:cubicBezTo>
                  <a:pt x="353" y="164"/>
                  <a:pt x="350" y="160"/>
                  <a:pt x="345" y="160"/>
                </a:cubicBezTo>
                <a:cubicBezTo>
                  <a:pt x="332" y="160"/>
                  <a:pt x="321" y="146"/>
                  <a:pt x="321" y="128"/>
                </a:cubicBezTo>
                <a:cubicBezTo>
                  <a:pt x="321" y="110"/>
                  <a:pt x="332" y="96"/>
                  <a:pt x="345" y="96"/>
                </a:cubicBezTo>
                <a:moveTo>
                  <a:pt x="305" y="16"/>
                </a:moveTo>
                <a:cubicBezTo>
                  <a:pt x="337" y="16"/>
                  <a:pt x="337" y="16"/>
                  <a:pt x="337" y="16"/>
                </a:cubicBezTo>
                <a:cubicBezTo>
                  <a:pt x="337" y="32"/>
                  <a:pt x="337" y="32"/>
                  <a:pt x="337" y="32"/>
                </a:cubicBezTo>
                <a:cubicBezTo>
                  <a:pt x="305" y="32"/>
                  <a:pt x="305" y="32"/>
                  <a:pt x="305" y="32"/>
                </a:cubicBezTo>
                <a:lnTo>
                  <a:pt x="305" y="16"/>
                </a:lnTo>
                <a:close/>
                <a:moveTo>
                  <a:pt x="16" y="16"/>
                </a:moveTo>
                <a:cubicBezTo>
                  <a:pt x="289" y="16"/>
                  <a:pt x="289" y="16"/>
                  <a:pt x="289" y="16"/>
                </a:cubicBezTo>
                <a:cubicBezTo>
                  <a:pt x="289" y="32"/>
                  <a:pt x="289" y="32"/>
                  <a:pt x="289" y="32"/>
                </a:cubicBezTo>
                <a:cubicBezTo>
                  <a:pt x="16" y="32"/>
                  <a:pt x="16" y="32"/>
                  <a:pt x="16" y="32"/>
                </a:cubicBezTo>
                <a:lnTo>
                  <a:pt x="16" y="16"/>
                </a:lnTo>
                <a:close/>
                <a:moveTo>
                  <a:pt x="289" y="240"/>
                </a:moveTo>
                <a:cubicBezTo>
                  <a:pt x="16" y="240"/>
                  <a:pt x="16" y="240"/>
                  <a:pt x="16" y="240"/>
                </a:cubicBezTo>
                <a:cubicBezTo>
                  <a:pt x="16" y="224"/>
                  <a:pt x="16" y="224"/>
                  <a:pt x="16" y="224"/>
                </a:cubicBezTo>
                <a:cubicBezTo>
                  <a:pt x="289" y="224"/>
                  <a:pt x="289" y="224"/>
                  <a:pt x="289" y="224"/>
                </a:cubicBezTo>
                <a:lnTo>
                  <a:pt x="289" y="240"/>
                </a:lnTo>
                <a:close/>
                <a:moveTo>
                  <a:pt x="337" y="240"/>
                </a:moveTo>
                <a:cubicBezTo>
                  <a:pt x="305" y="240"/>
                  <a:pt x="305" y="240"/>
                  <a:pt x="305" y="240"/>
                </a:cubicBezTo>
                <a:cubicBezTo>
                  <a:pt x="305" y="224"/>
                  <a:pt x="305" y="224"/>
                  <a:pt x="305" y="224"/>
                </a:cubicBezTo>
                <a:cubicBezTo>
                  <a:pt x="337" y="224"/>
                  <a:pt x="337" y="224"/>
                  <a:pt x="337" y="224"/>
                </a:cubicBezTo>
                <a:lnTo>
                  <a:pt x="337" y="240"/>
                </a:lnTo>
                <a:close/>
                <a:moveTo>
                  <a:pt x="337" y="175"/>
                </a:moveTo>
                <a:cubicBezTo>
                  <a:pt x="337" y="208"/>
                  <a:pt x="337" y="208"/>
                  <a:pt x="337" y="208"/>
                </a:cubicBezTo>
                <a:cubicBezTo>
                  <a:pt x="16" y="208"/>
                  <a:pt x="16" y="208"/>
                  <a:pt x="16" y="208"/>
                </a:cubicBezTo>
                <a:cubicBezTo>
                  <a:pt x="16" y="175"/>
                  <a:pt x="16" y="175"/>
                  <a:pt x="16" y="175"/>
                </a:cubicBezTo>
                <a:cubicBezTo>
                  <a:pt x="34" y="171"/>
                  <a:pt x="48" y="151"/>
                  <a:pt x="48" y="128"/>
                </a:cubicBezTo>
                <a:cubicBezTo>
                  <a:pt x="48" y="105"/>
                  <a:pt x="34" y="85"/>
                  <a:pt x="16" y="81"/>
                </a:cubicBezTo>
                <a:cubicBezTo>
                  <a:pt x="16" y="48"/>
                  <a:pt x="16" y="48"/>
                  <a:pt x="16" y="48"/>
                </a:cubicBezTo>
                <a:cubicBezTo>
                  <a:pt x="337" y="48"/>
                  <a:pt x="337" y="48"/>
                  <a:pt x="337" y="48"/>
                </a:cubicBezTo>
                <a:cubicBezTo>
                  <a:pt x="337" y="81"/>
                  <a:pt x="337" y="81"/>
                  <a:pt x="337" y="81"/>
                </a:cubicBezTo>
                <a:cubicBezTo>
                  <a:pt x="319" y="85"/>
                  <a:pt x="305" y="105"/>
                  <a:pt x="305" y="128"/>
                </a:cubicBezTo>
                <a:cubicBezTo>
                  <a:pt x="305" y="151"/>
                  <a:pt x="319" y="171"/>
                  <a:pt x="337" y="175"/>
                </a:cubicBezTo>
                <a:moveTo>
                  <a:pt x="265" y="144"/>
                </a:moveTo>
                <a:cubicBezTo>
                  <a:pt x="217" y="144"/>
                  <a:pt x="217" y="144"/>
                  <a:pt x="217" y="144"/>
                </a:cubicBezTo>
                <a:cubicBezTo>
                  <a:pt x="212" y="144"/>
                  <a:pt x="209" y="148"/>
                  <a:pt x="209" y="152"/>
                </a:cubicBezTo>
                <a:cubicBezTo>
                  <a:pt x="209" y="156"/>
                  <a:pt x="212" y="160"/>
                  <a:pt x="217" y="160"/>
                </a:cubicBezTo>
                <a:cubicBezTo>
                  <a:pt x="265" y="160"/>
                  <a:pt x="265" y="160"/>
                  <a:pt x="265" y="160"/>
                </a:cubicBezTo>
                <a:cubicBezTo>
                  <a:pt x="269" y="160"/>
                  <a:pt x="273" y="156"/>
                  <a:pt x="273" y="152"/>
                </a:cubicBezTo>
                <a:cubicBezTo>
                  <a:pt x="273" y="148"/>
                  <a:pt x="269" y="144"/>
                  <a:pt x="265" y="144"/>
                </a:cubicBezTo>
                <a:moveTo>
                  <a:pt x="217" y="136"/>
                </a:moveTo>
                <a:cubicBezTo>
                  <a:pt x="249" y="136"/>
                  <a:pt x="249" y="136"/>
                  <a:pt x="249" y="136"/>
                </a:cubicBezTo>
                <a:cubicBezTo>
                  <a:pt x="253" y="136"/>
                  <a:pt x="257" y="132"/>
                  <a:pt x="257" y="128"/>
                </a:cubicBezTo>
                <a:cubicBezTo>
                  <a:pt x="257" y="124"/>
                  <a:pt x="253" y="120"/>
                  <a:pt x="249" y="120"/>
                </a:cubicBezTo>
                <a:cubicBezTo>
                  <a:pt x="217" y="120"/>
                  <a:pt x="217" y="120"/>
                  <a:pt x="217" y="120"/>
                </a:cubicBezTo>
                <a:cubicBezTo>
                  <a:pt x="212" y="120"/>
                  <a:pt x="209" y="124"/>
                  <a:pt x="209" y="128"/>
                </a:cubicBezTo>
                <a:cubicBezTo>
                  <a:pt x="209" y="132"/>
                  <a:pt x="212" y="136"/>
                  <a:pt x="217" y="136"/>
                </a:cubicBezTo>
                <a:moveTo>
                  <a:pt x="168" y="112"/>
                </a:moveTo>
                <a:cubicBezTo>
                  <a:pt x="149" y="112"/>
                  <a:pt x="149" y="112"/>
                  <a:pt x="149" y="112"/>
                </a:cubicBezTo>
                <a:cubicBezTo>
                  <a:pt x="136" y="84"/>
                  <a:pt x="136" y="84"/>
                  <a:pt x="136" y="84"/>
                </a:cubicBezTo>
                <a:cubicBezTo>
                  <a:pt x="135" y="84"/>
                  <a:pt x="135" y="84"/>
                  <a:pt x="135" y="84"/>
                </a:cubicBezTo>
                <a:cubicBezTo>
                  <a:pt x="134" y="82"/>
                  <a:pt x="131" y="80"/>
                  <a:pt x="128" y="80"/>
                </a:cubicBezTo>
                <a:cubicBezTo>
                  <a:pt x="125" y="80"/>
                  <a:pt x="123" y="82"/>
                  <a:pt x="121" y="84"/>
                </a:cubicBezTo>
                <a:cubicBezTo>
                  <a:pt x="121" y="84"/>
                  <a:pt x="121" y="84"/>
                  <a:pt x="121" y="84"/>
                </a:cubicBezTo>
                <a:cubicBezTo>
                  <a:pt x="107" y="112"/>
                  <a:pt x="107" y="112"/>
                  <a:pt x="107" y="112"/>
                </a:cubicBezTo>
                <a:cubicBezTo>
                  <a:pt x="88" y="112"/>
                  <a:pt x="88" y="112"/>
                  <a:pt x="88" y="112"/>
                </a:cubicBezTo>
                <a:cubicBezTo>
                  <a:pt x="84" y="112"/>
                  <a:pt x="80" y="115"/>
                  <a:pt x="80" y="120"/>
                </a:cubicBezTo>
                <a:cubicBezTo>
                  <a:pt x="80" y="125"/>
                  <a:pt x="84" y="127"/>
                  <a:pt x="84" y="127"/>
                </a:cubicBezTo>
                <a:cubicBezTo>
                  <a:pt x="105" y="141"/>
                  <a:pt x="105" y="141"/>
                  <a:pt x="105" y="141"/>
                </a:cubicBezTo>
                <a:cubicBezTo>
                  <a:pt x="97" y="166"/>
                  <a:pt x="97" y="166"/>
                  <a:pt x="97" y="166"/>
                </a:cubicBezTo>
                <a:cubicBezTo>
                  <a:pt x="96" y="167"/>
                  <a:pt x="96" y="167"/>
                  <a:pt x="96" y="168"/>
                </a:cubicBezTo>
                <a:cubicBezTo>
                  <a:pt x="96" y="173"/>
                  <a:pt x="100" y="176"/>
                  <a:pt x="104" y="176"/>
                </a:cubicBezTo>
                <a:cubicBezTo>
                  <a:pt x="106" y="176"/>
                  <a:pt x="107" y="176"/>
                  <a:pt x="109" y="175"/>
                </a:cubicBezTo>
                <a:cubicBezTo>
                  <a:pt x="128" y="162"/>
                  <a:pt x="128" y="162"/>
                  <a:pt x="128" y="162"/>
                </a:cubicBezTo>
                <a:cubicBezTo>
                  <a:pt x="148" y="175"/>
                  <a:pt x="148" y="175"/>
                  <a:pt x="148" y="175"/>
                </a:cubicBezTo>
                <a:cubicBezTo>
                  <a:pt x="148" y="175"/>
                  <a:pt x="149" y="176"/>
                  <a:pt x="152" y="176"/>
                </a:cubicBezTo>
                <a:cubicBezTo>
                  <a:pt x="157" y="176"/>
                  <a:pt x="160" y="173"/>
                  <a:pt x="160" y="168"/>
                </a:cubicBezTo>
                <a:cubicBezTo>
                  <a:pt x="160" y="167"/>
                  <a:pt x="160" y="167"/>
                  <a:pt x="160" y="166"/>
                </a:cubicBezTo>
                <a:cubicBezTo>
                  <a:pt x="152" y="141"/>
                  <a:pt x="152" y="141"/>
                  <a:pt x="152" y="141"/>
                </a:cubicBezTo>
                <a:cubicBezTo>
                  <a:pt x="173" y="127"/>
                  <a:pt x="173" y="127"/>
                  <a:pt x="173" y="127"/>
                </a:cubicBezTo>
                <a:cubicBezTo>
                  <a:pt x="173" y="127"/>
                  <a:pt x="176" y="125"/>
                  <a:pt x="176" y="120"/>
                </a:cubicBezTo>
                <a:cubicBezTo>
                  <a:pt x="176" y="115"/>
                  <a:pt x="173" y="112"/>
                  <a:pt x="168" y="112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2" name="Freeform 52"/>
          <p:cNvSpPr>
            <a:spLocks noEditPoints="1"/>
          </p:cNvSpPr>
          <p:nvPr/>
        </p:nvSpPr>
        <p:spPr bwMode="auto">
          <a:xfrm>
            <a:off x="8555568" y="5416552"/>
            <a:ext cx="575733" cy="472017"/>
          </a:xfrm>
          <a:custGeom>
            <a:avLst/>
            <a:gdLst>
              <a:gd name="T0" fmla="*/ 16 w 353"/>
              <a:gd name="T1" fmla="*/ 65 h 289"/>
              <a:gd name="T2" fmla="*/ 0 w 353"/>
              <a:gd name="T3" fmla="*/ 153 h 289"/>
              <a:gd name="T4" fmla="*/ 16 w 353"/>
              <a:gd name="T5" fmla="*/ 177 h 289"/>
              <a:gd name="T6" fmla="*/ 0 w 353"/>
              <a:gd name="T7" fmla="*/ 201 h 289"/>
              <a:gd name="T8" fmla="*/ 16 w 353"/>
              <a:gd name="T9" fmla="*/ 289 h 289"/>
              <a:gd name="T10" fmla="*/ 305 w 353"/>
              <a:gd name="T11" fmla="*/ 273 h 289"/>
              <a:gd name="T12" fmla="*/ 297 w 353"/>
              <a:gd name="T13" fmla="*/ 193 h 289"/>
              <a:gd name="T14" fmla="*/ 297 w 353"/>
              <a:gd name="T15" fmla="*/ 161 h 289"/>
              <a:gd name="T16" fmla="*/ 305 w 353"/>
              <a:gd name="T17" fmla="*/ 81 h 289"/>
              <a:gd name="T18" fmla="*/ 16 w 353"/>
              <a:gd name="T19" fmla="*/ 81 h 289"/>
              <a:gd name="T20" fmla="*/ 257 w 353"/>
              <a:gd name="T21" fmla="*/ 97 h 289"/>
              <a:gd name="T22" fmla="*/ 16 w 353"/>
              <a:gd name="T23" fmla="*/ 81 h 289"/>
              <a:gd name="T24" fmla="*/ 16 w 353"/>
              <a:gd name="T25" fmla="*/ 273 h 289"/>
              <a:gd name="T26" fmla="*/ 257 w 353"/>
              <a:gd name="T27" fmla="*/ 257 h 289"/>
              <a:gd name="T28" fmla="*/ 289 w 353"/>
              <a:gd name="T29" fmla="*/ 273 h 289"/>
              <a:gd name="T30" fmla="*/ 273 w 353"/>
              <a:gd name="T31" fmla="*/ 257 h 289"/>
              <a:gd name="T32" fmla="*/ 289 w 353"/>
              <a:gd name="T33" fmla="*/ 273 h 289"/>
              <a:gd name="T34" fmla="*/ 273 w 353"/>
              <a:gd name="T35" fmla="*/ 177 h 289"/>
              <a:gd name="T36" fmla="*/ 289 w 353"/>
              <a:gd name="T37" fmla="*/ 241 h 289"/>
              <a:gd name="T38" fmla="*/ 16 w 353"/>
              <a:gd name="T39" fmla="*/ 207 h 289"/>
              <a:gd name="T40" fmla="*/ 16 w 353"/>
              <a:gd name="T41" fmla="*/ 147 h 289"/>
              <a:gd name="T42" fmla="*/ 289 w 353"/>
              <a:gd name="T43" fmla="*/ 113 h 289"/>
              <a:gd name="T44" fmla="*/ 289 w 353"/>
              <a:gd name="T45" fmla="*/ 97 h 289"/>
              <a:gd name="T46" fmla="*/ 273 w 353"/>
              <a:gd name="T47" fmla="*/ 81 h 289"/>
              <a:gd name="T48" fmla="*/ 289 w 353"/>
              <a:gd name="T49" fmla="*/ 97 h 289"/>
              <a:gd name="T50" fmla="*/ 101 w 353"/>
              <a:gd name="T51" fmla="*/ 188 h 289"/>
              <a:gd name="T52" fmla="*/ 94 w 353"/>
              <a:gd name="T53" fmla="*/ 211 h 289"/>
              <a:gd name="T54" fmla="*/ 104 w 353"/>
              <a:gd name="T55" fmla="*/ 216 h 289"/>
              <a:gd name="T56" fmla="*/ 137 w 353"/>
              <a:gd name="T57" fmla="*/ 216 h 289"/>
              <a:gd name="T58" fmla="*/ 147 w 353"/>
              <a:gd name="T59" fmla="*/ 211 h 289"/>
              <a:gd name="T60" fmla="*/ 140 w 353"/>
              <a:gd name="T61" fmla="*/ 188 h 289"/>
              <a:gd name="T62" fmla="*/ 161 w 353"/>
              <a:gd name="T63" fmla="*/ 170 h 289"/>
              <a:gd name="T64" fmla="*/ 138 w 353"/>
              <a:gd name="T65" fmla="*/ 164 h 289"/>
              <a:gd name="T66" fmla="*/ 127 w 353"/>
              <a:gd name="T67" fmla="*/ 141 h 289"/>
              <a:gd name="T68" fmla="*/ 115 w 353"/>
              <a:gd name="T69" fmla="*/ 141 h 289"/>
              <a:gd name="T70" fmla="*/ 103 w 353"/>
              <a:gd name="T71" fmla="*/ 164 h 289"/>
              <a:gd name="T72" fmla="*/ 80 w 353"/>
              <a:gd name="T73" fmla="*/ 170 h 289"/>
              <a:gd name="T74" fmla="*/ 337 w 353"/>
              <a:gd name="T75" fmla="*/ 0 h 289"/>
              <a:gd name="T76" fmla="*/ 48 w 353"/>
              <a:gd name="T77" fmla="*/ 17 h 289"/>
              <a:gd name="T78" fmla="*/ 56 w 353"/>
              <a:gd name="T79" fmla="*/ 49 h 289"/>
              <a:gd name="T80" fmla="*/ 64 w 353"/>
              <a:gd name="T81" fmla="*/ 17 h 289"/>
              <a:gd name="T82" fmla="*/ 337 w 353"/>
              <a:gd name="T83" fmla="*/ 209 h 289"/>
              <a:gd name="T84" fmla="*/ 321 w 353"/>
              <a:gd name="T85" fmla="*/ 217 h 289"/>
              <a:gd name="T86" fmla="*/ 337 w 353"/>
              <a:gd name="T87" fmla="*/ 225 h 289"/>
              <a:gd name="T88" fmla="*/ 353 w 353"/>
              <a:gd name="T89" fmla="*/ 17 h 289"/>
              <a:gd name="T90" fmla="*/ 185 w 353"/>
              <a:gd name="T91" fmla="*/ 209 h 289"/>
              <a:gd name="T92" fmla="*/ 225 w 353"/>
              <a:gd name="T93" fmla="*/ 201 h 289"/>
              <a:gd name="T94" fmla="*/ 185 w 353"/>
              <a:gd name="T95" fmla="*/ 193 h 289"/>
              <a:gd name="T96" fmla="*/ 185 w 353"/>
              <a:gd name="T97" fmla="*/ 209 h 289"/>
              <a:gd name="T98" fmla="*/ 201 w 353"/>
              <a:gd name="T99" fmla="*/ 185 h 289"/>
              <a:gd name="T100" fmla="*/ 201 w 353"/>
              <a:gd name="T101" fmla="*/ 169 h 289"/>
              <a:gd name="T102" fmla="*/ 177 w 353"/>
              <a:gd name="T103" fmla="*/ 177 h 289"/>
              <a:gd name="T104" fmla="*/ 185 w 353"/>
              <a:gd name="T105" fmla="*/ 161 h 289"/>
              <a:gd name="T106" fmla="*/ 225 w 353"/>
              <a:gd name="T107" fmla="*/ 153 h 289"/>
              <a:gd name="T108" fmla="*/ 185 w 353"/>
              <a:gd name="T109" fmla="*/ 145 h 289"/>
              <a:gd name="T110" fmla="*/ 185 w 353"/>
              <a:gd name="T111" fmla="*/ 161 h 2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353" h="289">
                <a:moveTo>
                  <a:pt x="289" y="65"/>
                </a:moveTo>
                <a:cubicBezTo>
                  <a:pt x="16" y="65"/>
                  <a:pt x="16" y="65"/>
                  <a:pt x="16" y="65"/>
                </a:cubicBezTo>
                <a:cubicBezTo>
                  <a:pt x="7" y="65"/>
                  <a:pt x="0" y="72"/>
                  <a:pt x="0" y="81"/>
                </a:cubicBezTo>
                <a:cubicBezTo>
                  <a:pt x="0" y="153"/>
                  <a:pt x="0" y="153"/>
                  <a:pt x="0" y="153"/>
                </a:cubicBezTo>
                <a:cubicBezTo>
                  <a:pt x="0" y="157"/>
                  <a:pt x="4" y="161"/>
                  <a:pt x="8" y="161"/>
                </a:cubicBezTo>
                <a:cubicBezTo>
                  <a:pt x="13" y="161"/>
                  <a:pt x="16" y="168"/>
                  <a:pt x="16" y="177"/>
                </a:cubicBezTo>
                <a:cubicBezTo>
                  <a:pt x="16" y="186"/>
                  <a:pt x="13" y="193"/>
                  <a:pt x="8" y="193"/>
                </a:cubicBezTo>
                <a:cubicBezTo>
                  <a:pt x="4" y="193"/>
                  <a:pt x="0" y="197"/>
                  <a:pt x="0" y="201"/>
                </a:cubicBezTo>
                <a:cubicBezTo>
                  <a:pt x="0" y="273"/>
                  <a:pt x="0" y="273"/>
                  <a:pt x="0" y="273"/>
                </a:cubicBezTo>
                <a:cubicBezTo>
                  <a:pt x="0" y="282"/>
                  <a:pt x="7" y="289"/>
                  <a:pt x="16" y="289"/>
                </a:cubicBezTo>
                <a:cubicBezTo>
                  <a:pt x="289" y="289"/>
                  <a:pt x="289" y="289"/>
                  <a:pt x="289" y="289"/>
                </a:cubicBezTo>
                <a:cubicBezTo>
                  <a:pt x="298" y="289"/>
                  <a:pt x="305" y="282"/>
                  <a:pt x="305" y="273"/>
                </a:cubicBezTo>
                <a:cubicBezTo>
                  <a:pt x="305" y="201"/>
                  <a:pt x="305" y="201"/>
                  <a:pt x="305" y="201"/>
                </a:cubicBezTo>
                <a:cubicBezTo>
                  <a:pt x="305" y="197"/>
                  <a:pt x="302" y="193"/>
                  <a:pt x="297" y="193"/>
                </a:cubicBezTo>
                <a:cubicBezTo>
                  <a:pt x="293" y="193"/>
                  <a:pt x="289" y="186"/>
                  <a:pt x="289" y="177"/>
                </a:cubicBezTo>
                <a:cubicBezTo>
                  <a:pt x="289" y="168"/>
                  <a:pt x="293" y="161"/>
                  <a:pt x="297" y="161"/>
                </a:cubicBezTo>
                <a:cubicBezTo>
                  <a:pt x="302" y="161"/>
                  <a:pt x="305" y="157"/>
                  <a:pt x="305" y="153"/>
                </a:cubicBezTo>
                <a:cubicBezTo>
                  <a:pt x="305" y="81"/>
                  <a:pt x="305" y="81"/>
                  <a:pt x="305" y="81"/>
                </a:cubicBezTo>
                <a:cubicBezTo>
                  <a:pt x="305" y="72"/>
                  <a:pt x="298" y="65"/>
                  <a:pt x="289" y="65"/>
                </a:cubicBezTo>
                <a:moveTo>
                  <a:pt x="16" y="81"/>
                </a:moveTo>
                <a:cubicBezTo>
                  <a:pt x="257" y="81"/>
                  <a:pt x="257" y="81"/>
                  <a:pt x="257" y="81"/>
                </a:cubicBezTo>
                <a:cubicBezTo>
                  <a:pt x="257" y="97"/>
                  <a:pt x="257" y="97"/>
                  <a:pt x="257" y="97"/>
                </a:cubicBezTo>
                <a:cubicBezTo>
                  <a:pt x="16" y="97"/>
                  <a:pt x="16" y="97"/>
                  <a:pt x="16" y="97"/>
                </a:cubicBezTo>
                <a:lnTo>
                  <a:pt x="16" y="81"/>
                </a:lnTo>
                <a:close/>
                <a:moveTo>
                  <a:pt x="257" y="273"/>
                </a:moveTo>
                <a:cubicBezTo>
                  <a:pt x="16" y="273"/>
                  <a:pt x="16" y="273"/>
                  <a:pt x="16" y="273"/>
                </a:cubicBezTo>
                <a:cubicBezTo>
                  <a:pt x="16" y="257"/>
                  <a:pt x="16" y="257"/>
                  <a:pt x="16" y="257"/>
                </a:cubicBezTo>
                <a:cubicBezTo>
                  <a:pt x="257" y="257"/>
                  <a:pt x="257" y="257"/>
                  <a:pt x="257" y="257"/>
                </a:cubicBezTo>
                <a:lnTo>
                  <a:pt x="257" y="273"/>
                </a:lnTo>
                <a:close/>
                <a:moveTo>
                  <a:pt x="289" y="273"/>
                </a:moveTo>
                <a:cubicBezTo>
                  <a:pt x="273" y="273"/>
                  <a:pt x="273" y="273"/>
                  <a:pt x="273" y="273"/>
                </a:cubicBezTo>
                <a:cubicBezTo>
                  <a:pt x="273" y="257"/>
                  <a:pt x="273" y="257"/>
                  <a:pt x="273" y="257"/>
                </a:cubicBezTo>
                <a:cubicBezTo>
                  <a:pt x="289" y="257"/>
                  <a:pt x="289" y="257"/>
                  <a:pt x="289" y="257"/>
                </a:cubicBezTo>
                <a:lnTo>
                  <a:pt x="289" y="273"/>
                </a:lnTo>
                <a:close/>
                <a:moveTo>
                  <a:pt x="289" y="147"/>
                </a:moveTo>
                <a:cubicBezTo>
                  <a:pt x="280" y="151"/>
                  <a:pt x="273" y="163"/>
                  <a:pt x="273" y="177"/>
                </a:cubicBezTo>
                <a:cubicBezTo>
                  <a:pt x="273" y="191"/>
                  <a:pt x="280" y="203"/>
                  <a:pt x="289" y="207"/>
                </a:cubicBezTo>
                <a:cubicBezTo>
                  <a:pt x="289" y="241"/>
                  <a:pt x="289" y="241"/>
                  <a:pt x="289" y="241"/>
                </a:cubicBezTo>
                <a:cubicBezTo>
                  <a:pt x="16" y="241"/>
                  <a:pt x="16" y="241"/>
                  <a:pt x="16" y="241"/>
                </a:cubicBezTo>
                <a:cubicBezTo>
                  <a:pt x="16" y="207"/>
                  <a:pt x="16" y="207"/>
                  <a:pt x="16" y="207"/>
                </a:cubicBezTo>
                <a:cubicBezTo>
                  <a:pt x="26" y="203"/>
                  <a:pt x="32" y="191"/>
                  <a:pt x="32" y="177"/>
                </a:cubicBezTo>
                <a:cubicBezTo>
                  <a:pt x="32" y="163"/>
                  <a:pt x="26" y="151"/>
                  <a:pt x="16" y="147"/>
                </a:cubicBezTo>
                <a:cubicBezTo>
                  <a:pt x="16" y="113"/>
                  <a:pt x="16" y="113"/>
                  <a:pt x="16" y="113"/>
                </a:cubicBezTo>
                <a:cubicBezTo>
                  <a:pt x="289" y="113"/>
                  <a:pt x="289" y="113"/>
                  <a:pt x="289" y="113"/>
                </a:cubicBezTo>
                <a:lnTo>
                  <a:pt x="289" y="147"/>
                </a:lnTo>
                <a:close/>
                <a:moveTo>
                  <a:pt x="289" y="97"/>
                </a:moveTo>
                <a:cubicBezTo>
                  <a:pt x="273" y="97"/>
                  <a:pt x="273" y="97"/>
                  <a:pt x="273" y="97"/>
                </a:cubicBezTo>
                <a:cubicBezTo>
                  <a:pt x="273" y="81"/>
                  <a:pt x="273" y="81"/>
                  <a:pt x="273" y="81"/>
                </a:cubicBezTo>
                <a:cubicBezTo>
                  <a:pt x="289" y="81"/>
                  <a:pt x="289" y="81"/>
                  <a:pt x="289" y="81"/>
                </a:cubicBezTo>
                <a:lnTo>
                  <a:pt x="289" y="97"/>
                </a:lnTo>
                <a:close/>
                <a:moveTo>
                  <a:pt x="83" y="176"/>
                </a:moveTo>
                <a:cubicBezTo>
                  <a:pt x="101" y="188"/>
                  <a:pt x="101" y="188"/>
                  <a:pt x="101" y="188"/>
                </a:cubicBezTo>
                <a:cubicBezTo>
                  <a:pt x="94" y="209"/>
                  <a:pt x="94" y="209"/>
                  <a:pt x="94" y="209"/>
                </a:cubicBezTo>
                <a:cubicBezTo>
                  <a:pt x="94" y="209"/>
                  <a:pt x="94" y="210"/>
                  <a:pt x="94" y="211"/>
                </a:cubicBezTo>
                <a:cubicBezTo>
                  <a:pt x="94" y="214"/>
                  <a:pt x="97" y="217"/>
                  <a:pt x="101" y="217"/>
                </a:cubicBezTo>
                <a:cubicBezTo>
                  <a:pt x="102" y="217"/>
                  <a:pt x="103" y="217"/>
                  <a:pt x="104" y="216"/>
                </a:cubicBezTo>
                <a:cubicBezTo>
                  <a:pt x="121" y="205"/>
                  <a:pt x="121" y="205"/>
                  <a:pt x="121" y="205"/>
                </a:cubicBezTo>
                <a:cubicBezTo>
                  <a:pt x="137" y="216"/>
                  <a:pt x="137" y="216"/>
                  <a:pt x="137" y="216"/>
                </a:cubicBezTo>
                <a:cubicBezTo>
                  <a:pt x="137" y="216"/>
                  <a:pt x="138" y="217"/>
                  <a:pt x="141" y="217"/>
                </a:cubicBezTo>
                <a:cubicBezTo>
                  <a:pt x="144" y="217"/>
                  <a:pt x="147" y="214"/>
                  <a:pt x="147" y="211"/>
                </a:cubicBezTo>
                <a:cubicBezTo>
                  <a:pt x="147" y="210"/>
                  <a:pt x="147" y="209"/>
                  <a:pt x="147" y="209"/>
                </a:cubicBezTo>
                <a:cubicBezTo>
                  <a:pt x="140" y="188"/>
                  <a:pt x="140" y="188"/>
                  <a:pt x="140" y="188"/>
                </a:cubicBezTo>
                <a:cubicBezTo>
                  <a:pt x="158" y="176"/>
                  <a:pt x="158" y="176"/>
                  <a:pt x="158" y="176"/>
                </a:cubicBezTo>
                <a:cubicBezTo>
                  <a:pt x="158" y="176"/>
                  <a:pt x="161" y="175"/>
                  <a:pt x="161" y="170"/>
                </a:cubicBezTo>
                <a:cubicBezTo>
                  <a:pt x="161" y="167"/>
                  <a:pt x="158" y="164"/>
                  <a:pt x="154" y="164"/>
                </a:cubicBezTo>
                <a:cubicBezTo>
                  <a:pt x="138" y="164"/>
                  <a:pt x="138" y="164"/>
                  <a:pt x="138" y="164"/>
                </a:cubicBezTo>
                <a:cubicBezTo>
                  <a:pt x="127" y="141"/>
                  <a:pt x="127" y="141"/>
                  <a:pt x="127" y="141"/>
                </a:cubicBezTo>
                <a:cubicBezTo>
                  <a:pt x="127" y="141"/>
                  <a:pt x="127" y="141"/>
                  <a:pt x="127" y="141"/>
                </a:cubicBezTo>
                <a:cubicBezTo>
                  <a:pt x="125" y="138"/>
                  <a:pt x="123" y="137"/>
                  <a:pt x="121" y="137"/>
                </a:cubicBezTo>
                <a:cubicBezTo>
                  <a:pt x="118" y="137"/>
                  <a:pt x="116" y="138"/>
                  <a:pt x="115" y="141"/>
                </a:cubicBezTo>
                <a:cubicBezTo>
                  <a:pt x="115" y="141"/>
                  <a:pt x="115" y="141"/>
                  <a:pt x="115" y="141"/>
                </a:cubicBezTo>
                <a:cubicBezTo>
                  <a:pt x="103" y="164"/>
                  <a:pt x="103" y="164"/>
                  <a:pt x="103" y="164"/>
                </a:cubicBezTo>
                <a:cubicBezTo>
                  <a:pt x="87" y="164"/>
                  <a:pt x="87" y="164"/>
                  <a:pt x="87" y="164"/>
                </a:cubicBezTo>
                <a:cubicBezTo>
                  <a:pt x="83" y="164"/>
                  <a:pt x="80" y="167"/>
                  <a:pt x="80" y="170"/>
                </a:cubicBezTo>
                <a:cubicBezTo>
                  <a:pt x="80" y="175"/>
                  <a:pt x="83" y="176"/>
                  <a:pt x="83" y="176"/>
                </a:cubicBezTo>
                <a:moveTo>
                  <a:pt x="337" y="0"/>
                </a:moveTo>
                <a:cubicBezTo>
                  <a:pt x="64" y="0"/>
                  <a:pt x="64" y="0"/>
                  <a:pt x="64" y="0"/>
                </a:cubicBezTo>
                <a:cubicBezTo>
                  <a:pt x="56" y="0"/>
                  <a:pt x="48" y="8"/>
                  <a:pt x="48" y="17"/>
                </a:cubicBezTo>
                <a:cubicBezTo>
                  <a:pt x="48" y="41"/>
                  <a:pt x="48" y="41"/>
                  <a:pt x="48" y="41"/>
                </a:cubicBezTo>
                <a:cubicBezTo>
                  <a:pt x="48" y="45"/>
                  <a:pt x="52" y="49"/>
                  <a:pt x="56" y="49"/>
                </a:cubicBezTo>
                <a:cubicBezTo>
                  <a:pt x="61" y="49"/>
                  <a:pt x="64" y="45"/>
                  <a:pt x="64" y="41"/>
                </a:cubicBezTo>
                <a:cubicBezTo>
                  <a:pt x="64" y="17"/>
                  <a:pt x="64" y="17"/>
                  <a:pt x="64" y="17"/>
                </a:cubicBezTo>
                <a:cubicBezTo>
                  <a:pt x="337" y="17"/>
                  <a:pt x="337" y="17"/>
                  <a:pt x="337" y="17"/>
                </a:cubicBezTo>
                <a:cubicBezTo>
                  <a:pt x="337" y="209"/>
                  <a:pt x="337" y="209"/>
                  <a:pt x="337" y="209"/>
                </a:cubicBezTo>
                <a:cubicBezTo>
                  <a:pt x="329" y="209"/>
                  <a:pt x="329" y="209"/>
                  <a:pt x="329" y="209"/>
                </a:cubicBezTo>
                <a:cubicBezTo>
                  <a:pt x="325" y="209"/>
                  <a:pt x="321" y="213"/>
                  <a:pt x="321" y="217"/>
                </a:cubicBezTo>
                <a:cubicBezTo>
                  <a:pt x="321" y="222"/>
                  <a:pt x="325" y="225"/>
                  <a:pt x="329" y="225"/>
                </a:cubicBezTo>
                <a:cubicBezTo>
                  <a:pt x="337" y="225"/>
                  <a:pt x="337" y="225"/>
                  <a:pt x="337" y="225"/>
                </a:cubicBezTo>
                <a:cubicBezTo>
                  <a:pt x="346" y="225"/>
                  <a:pt x="353" y="218"/>
                  <a:pt x="353" y="209"/>
                </a:cubicBezTo>
                <a:cubicBezTo>
                  <a:pt x="353" y="17"/>
                  <a:pt x="353" y="17"/>
                  <a:pt x="353" y="17"/>
                </a:cubicBezTo>
                <a:cubicBezTo>
                  <a:pt x="353" y="8"/>
                  <a:pt x="346" y="0"/>
                  <a:pt x="337" y="0"/>
                </a:cubicBezTo>
                <a:moveTo>
                  <a:pt x="185" y="209"/>
                </a:moveTo>
                <a:cubicBezTo>
                  <a:pt x="217" y="209"/>
                  <a:pt x="217" y="209"/>
                  <a:pt x="217" y="209"/>
                </a:cubicBezTo>
                <a:cubicBezTo>
                  <a:pt x="221" y="209"/>
                  <a:pt x="225" y="206"/>
                  <a:pt x="225" y="201"/>
                </a:cubicBezTo>
                <a:cubicBezTo>
                  <a:pt x="225" y="197"/>
                  <a:pt x="221" y="193"/>
                  <a:pt x="217" y="193"/>
                </a:cubicBezTo>
                <a:cubicBezTo>
                  <a:pt x="185" y="193"/>
                  <a:pt x="185" y="193"/>
                  <a:pt x="185" y="193"/>
                </a:cubicBezTo>
                <a:cubicBezTo>
                  <a:pt x="180" y="193"/>
                  <a:pt x="177" y="197"/>
                  <a:pt x="177" y="201"/>
                </a:cubicBezTo>
                <a:cubicBezTo>
                  <a:pt x="177" y="206"/>
                  <a:pt x="180" y="209"/>
                  <a:pt x="185" y="209"/>
                </a:cubicBezTo>
                <a:moveTo>
                  <a:pt x="185" y="185"/>
                </a:moveTo>
                <a:cubicBezTo>
                  <a:pt x="201" y="185"/>
                  <a:pt x="201" y="185"/>
                  <a:pt x="201" y="185"/>
                </a:cubicBezTo>
                <a:cubicBezTo>
                  <a:pt x="205" y="185"/>
                  <a:pt x="209" y="182"/>
                  <a:pt x="209" y="177"/>
                </a:cubicBezTo>
                <a:cubicBezTo>
                  <a:pt x="209" y="173"/>
                  <a:pt x="205" y="169"/>
                  <a:pt x="201" y="169"/>
                </a:cubicBezTo>
                <a:cubicBezTo>
                  <a:pt x="185" y="169"/>
                  <a:pt x="185" y="169"/>
                  <a:pt x="185" y="169"/>
                </a:cubicBezTo>
                <a:cubicBezTo>
                  <a:pt x="180" y="169"/>
                  <a:pt x="177" y="173"/>
                  <a:pt x="177" y="177"/>
                </a:cubicBezTo>
                <a:cubicBezTo>
                  <a:pt x="177" y="182"/>
                  <a:pt x="180" y="185"/>
                  <a:pt x="185" y="185"/>
                </a:cubicBezTo>
                <a:moveTo>
                  <a:pt x="185" y="161"/>
                </a:moveTo>
                <a:cubicBezTo>
                  <a:pt x="217" y="161"/>
                  <a:pt x="217" y="161"/>
                  <a:pt x="217" y="161"/>
                </a:cubicBezTo>
                <a:cubicBezTo>
                  <a:pt x="221" y="161"/>
                  <a:pt x="225" y="157"/>
                  <a:pt x="225" y="153"/>
                </a:cubicBezTo>
                <a:cubicBezTo>
                  <a:pt x="225" y="149"/>
                  <a:pt x="221" y="145"/>
                  <a:pt x="217" y="145"/>
                </a:cubicBezTo>
                <a:cubicBezTo>
                  <a:pt x="185" y="145"/>
                  <a:pt x="185" y="145"/>
                  <a:pt x="185" y="145"/>
                </a:cubicBezTo>
                <a:cubicBezTo>
                  <a:pt x="180" y="145"/>
                  <a:pt x="177" y="149"/>
                  <a:pt x="177" y="153"/>
                </a:cubicBezTo>
                <a:cubicBezTo>
                  <a:pt x="177" y="157"/>
                  <a:pt x="180" y="161"/>
                  <a:pt x="185" y="161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3" name="Freeform 53"/>
          <p:cNvSpPr>
            <a:spLocks noEditPoints="1"/>
          </p:cNvSpPr>
          <p:nvPr/>
        </p:nvSpPr>
        <p:spPr bwMode="auto">
          <a:xfrm>
            <a:off x="9656235" y="5363633"/>
            <a:ext cx="575733" cy="577851"/>
          </a:xfrm>
          <a:custGeom>
            <a:avLst/>
            <a:gdLst>
              <a:gd name="T0" fmla="*/ 321 w 353"/>
              <a:gd name="T1" fmla="*/ 0 h 354"/>
              <a:gd name="T2" fmla="*/ 32 w 353"/>
              <a:gd name="T3" fmla="*/ 0 h 354"/>
              <a:gd name="T4" fmla="*/ 0 w 353"/>
              <a:gd name="T5" fmla="*/ 32 h 354"/>
              <a:gd name="T6" fmla="*/ 0 w 353"/>
              <a:gd name="T7" fmla="*/ 321 h 354"/>
              <a:gd name="T8" fmla="*/ 32 w 353"/>
              <a:gd name="T9" fmla="*/ 354 h 354"/>
              <a:gd name="T10" fmla="*/ 321 w 353"/>
              <a:gd name="T11" fmla="*/ 354 h 354"/>
              <a:gd name="T12" fmla="*/ 353 w 353"/>
              <a:gd name="T13" fmla="*/ 321 h 354"/>
              <a:gd name="T14" fmla="*/ 353 w 353"/>
              <a:gd name="T15" fmla="*/ 32 h 354"/>
              <a:gd name="T16" fmla="*/ 321 w 353"/>
              <a:gd name="T17" fmla="*/ 0 h 354"/>
              <a:gd name="T18" fmla="*/ 337 w 353"/>
              <a:gd name="T19" fmla="*/ 321 h 354"/>
              <a:gd name="T20" fmla="*/ 321 w 353"/>
              <a:gd name="T21" fmla="*/ 338 h 354"/>
              <a:gd name="T22" fmla="*/ 32 w 353"/>
              <a:gd name="T23" fmla="*/ 338 h 354"/>
              <a:gd name="T24" fmla="*/ 16 w 353"/>
              <a:gd name="T25" fmla="*/ 321 h 354"/>
              <a:gd name="T26" fmla="*/ 16 w 353"/>
              <a:gd name="T27" fmla="*/ 32 h 354"/>
              <a:gd name="T28" fmla="*/ 32 w 353"/>
              <a:gd name="T29" fmla="*/ 16 h 354"/>
              <a:gd name="T30" fmla="*/ 321 w 353"/>
              <a:gd name="T31" fmla="*/ 16 h 354"/>
              <a:gd name="T32" fmla="*/ 337 w 353"/>
              <a:gd name="T33" fmla="*/ 32 h 354"/>
              <a:gd name="T34" fmla="*/ 337 w 353"/>
              <a:gd name="T35" fmla="*/ 321 h 354"/>
              <a:gd name="T36" fmla="*/ 32 w 353"/>
              <a:gd name="T37" fmla="*/ 321 h 354"/>
              <a:gd name="T38" fmla="*/ 321 w 353"/>
              <a:gd name="T39" fmla="*/ 321 h 354"/>
              <a:gd name="T40" fmla="*/ 321 w 353"/>
              <a:gd name="T41" fmla="*/ 32 h 354"/>
              <a:gd name="T42" fmla="*/ 32 w 353"/>
              <a:gd name="T43" fmla="*/ 32 h 354"/>
              <a:gd name="T44" fmla="*/ 32 w 353"/>
              <a:gd name="T45" fmla="*/ 321 h 354"/>
              <a:gd name="T46" fmla="*/ 48 w 353"/>
              <a:gd name="T47" fmla="*/ 49 h 354"/>
              <a:gd name="T48" fmla="*/ 305 w 353"/>
              <a:gd name="T49" fmla="*/ 49 h 354"/>
              <a:gd name="T50" fmla="*/ 305 w 353"/>
              <a:gd name="T51" fmla="*/ 305 h 354"/>
              <a:gd name="T52" fmla="*/ 48 w 353"/>
              <a:gd name="T53" fmla="*/ 305 h 354"/>
              <a:gd name="T54" fmla="*/ 48 w 353"/>
              <a:gd name="T55" fmla="*/ 49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353" h="354">
                <a:moveTo>
                  <a:pt x="321" y="0"/>
                </a:move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5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4" y="354"/>
                  <a:pt x="32" y="354"/>
                </a:cubicBezTo>
                <a:cubicBezTo>
                  <a:pt x="321" y="354"/>
                  <a:pt x="321" y="354"/>
                  <a:pt x="321" y="354"/>
                </a:cubicBezTo>
                <a:cubicBezTo>
                  <a:pt x="338" y="354"/>
                  <a:pt x="353" y="339"/>
                  <a:pt x="353" y="321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15"/>
                  <a:pt x="338" y="0"/>
                  <a:pt x="321" y="0"/>
                </a:cubicBezTo>
                <a:moveTo>
                  <a:pt x="337" y="321"/>
                </a:moveTo>
                <a:cubicBezTo>
                  <a:pt x="337" y="330"/>
                  <a:pt x="330" y="338"/>
                  <a:pt x="321" y="338"/>
                </a:cubicBezTo>
                <a:cubicBezTo>
                  <a:pt x="32" y="338"/>
                  <a:pt x="32" y="338"/>
                  <a:pt x="32" y="338"/>
                </a:cubicBezTo>
                <a:cubicBezTo>
                  <a:pt x="23" y="338"/>
                  <a:pt x="16" y="330"/>
                  <a:pt x="16" y="32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4"/>
                  <a:pt x="23" y="16"/>
                  <a:pt x="32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4"/>
                  <a:pt x="337" y="32"/>
                </a:cubicBezTo>
                <a:lnTo>
                  <a:pt x="337" y="321"/>
                </a:lnTo>
                <a:close/>
                <a:moveTo>
                  <a:pt x="32" y="321"/>
                </a:moveTo>
                <a:cubicBezTo>
                  <a:pt x="321" y="321"/>
                  <a:pt x="321" y="321"/>
                  <a:pt x="321" y="321"/>
                </a:cubicBezTo>
                <a:cubicBezTo>
                  <a:pt x="321" y="32"/>
                  <a:pt x="321" y="32"/>
                  <a:pt x="321" y="32"/>
                </a:cubicBezTo>
                <a:cubicBezTo>
                  <a:pt x="32" y="32"/>
                  <a:pt x="32" y="32"/>
                  <a:pt x="32" y="32"/>
                </a:cubicBezTo>
                <a:lnTo>
                  <a:pt x="32" y="321"/>
                </a:lnTo>
                <a:close/>
                <a:moveTo>
                  <a:pt x="48" y="49"/>
                </a:moveTo>
                <a:cubicBezTo>
                  <a:pt x="305" y="49"/>
                  <a:pt x="305" y="49"/>
                  <a:pt x="305" y="49"/>
                </a:cubicBezTo>
                <a:cubicBezTo>
                  <a:pt x="305" y="305"/>
                  <a:pt x="305" y="305"/>
                  <a:pt x="305" y="305"/>
                </a:cubicBezTo>
                <a:cubicBezTo>
                  <a:pt x="48" y="305"/>
                  <a:pt x="48" y="305"/>
                  <a:pt x="48" y="305"/>
                </a:cubicBezTo>
                <a:lnTo>
                  <a:pt x="48" y="4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4" name="Freeform 54"/>
          <p:cNvSpPr>
            <a:spLocks noEditPoints="1"/>
          </p:cNvSpPr>
          <p:nvPr/>
        </p:nvSpPr>
        <p:spPr bwMode="auto">
          <a:xfrm>
            <a:off x="10754784" y="5363633"/>
            <a:ext cx="575733" cy="577851"/>
          </a:xfrm>
          <a:custGeom>
            <a:avLst/>
            <a:gdLst>
              <a:gd name="T0" fmla="*/ 32 w 353"/>
              <a:gd name="T1" fmla="*/ 321 h 354"/>
              <a:gd name="T2" fmla="*/ 168 w 353"/>
              <a:gd name="T3" fmla="*/ 321 h 354"/>
              <a:gd name="T4" fmla="*/ 168 w 353"/>
              <a:gd name="T5" fmla="*/ 185 h 354"/>
              <a:gd name="T6" fmla="*/ 32 w 353"/>
              <a:gd name="T7" fmla="*/ 185 h 354"/>
              <a:gd name="T8" fmla="*/ 32 w 353"/>
              <a:gd name="T9" fmla="*/ 321 h 354"/>
              <a:gd name="T10" fmla="*/ 48 w 353"/>
              <a:gd name="T11" fmla="*/ 201 h 354"/>
              <a:gd name="T12" fmla="*/ 152 w 353"/>
              <a:gd name="T13" fmla="*/ 201 h 354"/>
              <a:gd name="T14" fmla="*/ 152 w 353"/>
              <a:gd name="T15" fmla="*/ 305 h 354"/>
              <a:gd name="T16" fmla="*/ 48 w 353"/>
              <a:gd name="T17" fmla="*/ 305 h 354"/>
              <a:gd name="T18" fmla="*/ 48 w 353"/>
              <a:gd name="T19" fmla="*/ 201 h 354"/>
              <a:gd name="T20" fmla="*/ 32 w 353"/>
              <a:gd name="T21" fmla="*/ 169 h 354"/>
              <a:gd name="T22" fmla="*/ 168 w 353"/>
              <a:gd name="T23" fmla="*/ 169 h 354"/>
              <a:gd name="T24" fmla="*/ 168 w 353"/>
              <a:gd name="T25" fmla="*/ 32 h 354"/>
              <a:gd name="T26" fmla="*/ 32 w 353"/>
              <a:gd name="T27" fmla="*/ 32 h 354"/>
              <a:gd name="T28" fmla="*/ 32 w 353"/>
              <a:gd name="T29" fmla="*/ 169 h 354"/>
              <a:gd name="T30" fmla="*/ 48 w 353"/>
              <a:gd name="T31" fmla="*/ 49 h 354"/>
              <a:gd name="T32" fmla="*/ 152 w 353"/>
              <a:gd name="T33" fmla="*/ 49 h 354"/>
              <a:gd name="T34" fmla="*/ 152 w 353"/>
              <a:gd name="T35" fmla="*/ 153 h 354"/>
              <a:gd name="T36" fmla="*/ 48 w 353"/>
              <a:gd name="T37" fmla="*/ 153 h 354"/>
              <a:gd name="T38" fmla="*/ 48 w 353"/>
              <a:gd name="T39" fmla="*/ 49 h 354"/>
              <a:gd name="T40" fmla="*/ 321 w 353"/>
              <a:gd name="T41" fmla="*/ 0 h 354"/>
              <a:gd name="T42" fmla="*/ 32 w 353"/>
              <a:gd name="T43" fmla="*/ 0 h 354"/>
              <a:gd name="T44" fmla="*/ 0 w 353"/>
              <a:gd name="T45" fmla="*/ 32 h 354"/>
              <a:gd name="T46" fmla="*/ 0 w 353"/>
              <a:gd name="T47" fmla="*/ 321 h 354"/>
              <a:gd name="T48" fmla="*/ 32 w 353"/>
              <a:gd name="T49" fmla="*/ 354 h 354"/>
              <a:gd name="T50" fmla="*/ 321 w 353"/>
              <a:gd name="T51" fmla="*/ 354 h 354"/>
              <a:gd name="T52" fmla="*/ 353 w 353"/>
              <a:gd name="T53" fmla="*/ 321 h 354"/>
              <a:gd name="T54" fmla="*/ 353 w 353"/>
              <a:gd name="T55" fmla="*/ 32 h 354"/>
              <a:gd name="T56" fmla="*/ 321 w 353"/>
              <a:gd name="T57" fmla="*/ 0 h 354"/>
              <a:gd name="T58" fmla="*/ 337 w 353"/>
              <a:gd name="T59" fmla="*/ 321 h 354"/>
              <a:gd name="T60" fmla="*/ 321 w 353"/>
              <a:gd name="T61" fmla="*/ 338 h 354"/>
              <a:gd name="T62" fmla="*/ 32 w 353"/>
              <a:gd name="T63" fmla="*/ 338 h 354"/>
              <a:gd name="T64" fmla="*/ 16 w 353"/>
              <a:gd name="T65" fmla="*/ 321 h 354"/>
              <a:gd name="T66" fmla="*/ 16 w 353"/>
              <a:gd name="T67" fmla="*/ 32 h 354"/>
              <a:gd name="T68" fmla="*/ 32 w 353"/>
              <a:gd name="T69" fmla="*/ 16 h 354"/>
              <a:gd name="T70" fmla="*/ 321 w 353"/>
              <a:gd name="T71" fmla="*/ 16 h 354"/>
              <a:gd name="T72" fmla="*/ 337 w 353"/>
              <a:gd name="T73" fmla="*/ 32 h 354"/>
              <a:gd name="T74" fmla="*/ 337 w 353"/>
              <a:gd name="T75" fmla="*/ 321 h 354"/>
              <a:gd name="T76" fmla="*/ 185 w 353"/>
              <a:gd name="T77" fmla="*/ 169 h 354"/>
              <a:gd name="T78" fmla="*/ 321 w 353"/>
              <a:gd name="T79" fmla="*/ 169 h 354"/>
              <a:gd name="T80" fmla="*/ 321 w 353"/>
              <a:gd name="T81" fmla="*/ 32 h 354"/>
              <a:gd name="T82" fmla="*/ 185 w 353"/>
              <a:gd name="T83" fmla="*/ 32 h 354"/>
              <a:gd name="T84" fmla="*/ 185 w 353"/>
              <a:gd name="T85" fmla="*/ 169 h 354"/>
              <a:gd name="T86" fmla="*/ 201 w 353"/>
              <a:gd name="T87" fmla="*/ 49 h 354"/>
              <a:gd name="T88" fmla="*/ 305 w 353"/>
              <a:gd name="T89" fmla="*/ 49 h 354"/>
              <a:gd name="T90" fmla="*/ 305 w 353"/>
              <a:gd name="T91" fmla="*/ 153 h 354"/>
              <a:gd name="T92" fmla="*/ 201 w 353"/>
              <a:gd name="T93" fmla="*/ 153 h 354"/>
              <a:gd name="T94" fmla="*/ 201 w 353"/>
              <a:gd name="T95" fmla="*/ 49 h 354"/>
              <a:gd name="T96" fmla="*/ 185 w 353"/>
              <a:gd name="T97" fmla="*/ 321 h 354"/>
              <a:gd name="T98" fmla="*/ 321 w 353"/>
              <a:gd name="T99" fmla="*/ 321 h 354"/>
              <a:gd name="T100" fmla="*/ 321 w 353"/>
              <a:gd name="T101" fmla="*/ 185 h 354"/>
              <a:gd name="T102" fmla="*/ 185 w 353"/>
              <a:gd name="T103" fmla="*/ 185 h 354"/>
              <a:gd name="T104" fmla="*/ 185 w 353"/>
              <a:gd name="T105" fmla="*/ 321 h 354"/>
              <a:gd name="T106" fmla="*/ 201 w 353"/>
              <a:gd name="T107" fmla="*/ 201 h 354"/>
              <a:gd name="T108" fmla="*/ 305 w 353"/>
              <a:gd name="T109" fmla="*/ 201 h 354"/>
              <a:gd name="T110" fmla="*/ 305 w 353"/>
              <a:gd name="T111" fmla="*/ 305 h 354"/>
              <a:gd name="T112" fmla="*/ 201 w 353"/>
              <a:gd name="T113" fmla="*/ 305 h 354"/>
              <a:gd name="T114" fmla="*/ 201 w 353"/>
              <a:gd name="T115" fmla="*/ 201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353" h="354">
                <a:moveTo>
                  <a:pt x="32" y="321"/>
                </a:moveTo>
                <a:cubicBezTo>
                  <a:pt x="168" y="321"/>
                  <a:pt x="168" y="321"/>
                  <a:pt x="168" y="321"/>
                </a:cubicBezTo>
                <a:cubicBezTo>
                  <a:pt x="168" y="185"/>
                  <a:pt x="168" y="185"/>
                  <a:pt x="168" y="185"/>
                </a:cubicBezTo>
                <a:cubicBezTo>
                  <a:pt x="32" y="185"/>
                  <a:pt x="32" y="185"/>
                  <a:pt x="32" y="185"/>
                </a:cubicBezTo>
                <a:lnTo>
                  <a:pt x="32" y="321"/>
                </a:lnTo>
                <a:close/>
                <a:moveTo>
                  <a:pt x="48" y="201"/>
                </a:moveTo>
                <a:cubicBezTo>
                  <a:pt x="152" y="201"/>
                  <a:pt x="152" y="201"/>
                  <a:pt x="152" y="201"/>
                </a:cubicBezTo>
                <a:cubicBezTo>
                  <a:pt x="152" y="305"/>
                  <a:pt x="152" y="305"/>
                  <a:pt x="152" y="305"/>
                </a:cubicBezTo>
                <a:cubicBezTo>
                  <a:pt x="48" y="305"/>
                  <a:pt x="48" y="305"/>
                  <a:pt x="48" y="305"/>
                </a:cubicBezTo>
                <a:lnTo>
                  <a:pt x="48" y="201"/>
                </a:lnTo>
                <a:close/>
                <a:moveTo>
                  <a:pt x="32" y="169"/>
                </a:moveTo>
                <a:cubicBezTo>
                  <a:pt x="168" y="169"/>
                  <a:pt x="168" y="169"/>
                  <a:pt x="168" y="169"/>
                </a:cubicBezTo>
                <a:cubicBezTo>
                  <a:pt x="168" y="32"/>
                  <a:pt x="168" y="32"/>
                  <a:pt x="168" y="32"/>
                </a:cubicBezTo>
                <a:cubicBezTo>
                  <a:pt x="32" y="32"/>
                  <a:pt x="32" y="32"/>
                  <a:pt x="32" y="32"/>
                </a:cubicBezTo>
                <a:lnTo>
                  <a:pt x="32" y="169"/>
                </a:lnTo>
                <a:close/>
                <a:moveTo>
                  <a:pt x="48" y="49"/>
                </a:moveTo>
                <a:cubicBezTo>
                  <a:pt x="152" y="49"/>
                  <a:pt x="152" y="49"/>
                  <a:pt x="152" y="49"/>
                </a:cubicBezTo>
                <a:cubicBezTo>
                  <a:pt x="152" y="153"/>
                  <a:pt x="152" y="153"/>
                  <a:pt x="152" y="153"/>
                </a:cubicBezTo>
                <a:cubicBezTo>
                  <a:pt x="48" y="153"/>
                  <a:pt x="48" y="153"/>
                  <a:pt x="48" y="153"/>
                </a:cubicBezTo>
                <a:lnTo>
                  <a:pt x="48" y="49"/>
                </a:lnTo>
                <a:close/>
                <a:moveTo>
                  <a:pt x="321" y="0"/>
                </a:move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5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4" y="354"/>
                  <a:pt x="32" y="354"/>
                </a:cubicBezTo>
                <a:cubicBezTo>
                  <a:pt x="321" y="354"/>
                  <a:pt x="321" y="354"/>
                  <a:pt x="321" y="354"/>
                </a:cubicBezTo>
                <a:cubicBezTo>
                  <a:pt x="339" y="354"/>
                  <a:pt x="353" y="339"/>
                  <a:pt x="353" y="321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15"/>
                  <a:pt x="339" y="0"/>
                  <a:pt x="321" y="0"/>
                </a:cubicBezTo>
                <a:moveTo>
                  <a:pt x="337" y="321"/>
                </a:moveTo>
                <a:cubicBezTo>
                  <a:pt x="337" y="330"/>
                  <a:pt x="330" y="338"/>
                  <a:pt x="321" y="338"/>
                </a:cubicBezTo>
                <a:cubicBezTo>
                  <a:pt x="32" y="338"/>
                  <a:pt x="32" y="338"/>
                  <a:pt x="32" y="338"/>
                </a:cubicBezTo>
                <a:cubicBezTo>
                  <a:pt x="23" y="338"/>
                  <a:pt x="16" y="330"/>
                  <a:pt x="16" y="32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4"/>
                  <a:pt x="23" y="16"/>
                  <a:pt x="32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4"/>
                  <a:pt x="337" y="32"/>
                </a:cubicBezTo>
                <a:lnTo>
                  <a:pt x="337" y="321"/>
                </a:lnTo>
                <a:close/>
                <a:moveTo>
                  <a:pt x="185" y="169"/>
                </a:moveTo>
                <a:cubicBezTo>
                  <a:pt x="321" y="169"/>
                  <a:pt x="321" y="169"/>
                  <a:pt x="321" y="169"/>
                </a:cubicBezTo>
                <a:cubicBezTo>
                  <a:pt x="321" y="32"/>
                  <a:pt x="321" y="32"/>
                  <a:pt x="321" y="32"/>
                </a:cubicBezTo>
                <a:cubicBezTo>
                  <a:pt x="185" y="32"/>
                  <a:pt x="185" y="32"/>
                  <a:pt x="185" y="32"/>
                </a:cubicBezTo>
                <a:lnTo>
                  <a:pt x="185" y="169"/>
                </a:lnTo>
                <a:close/>
                <a:moveTo>
                  <a:pt x="201" y="49"/>
                </a:moveTo>
                <a:cubicBezTo>
                  <a:pt x="305" y="49"/>
                  <a:pt x="305" y="49"/>
                  <a:pt x="305" y="49"/>
                </a:cubicBezTo>
                <a:cubicBezTo>
                  <a:pt x="305" y="153"/>
                  <a:pt x="305" y="153"/>
                  <a:pt x="305" y="153"/>
                </a:cubicBezTo>
                <a:cubicBezTo>
                  <a:pt x="201" y="153"/>
                  <a:pt x="201" y="153"/>
                  <a:pt x="201" y="153"/>
                </a:cubicBezTo>
                <a:lnTo>
                  <a:pt x="201" y="49"/>
                </a:lnTo>
                <a:close/>
                <a:moveTo>
                  <a:pt x="185" y="321"/>
                </a:moveTo>
                <a:cubicBezTo>
                  <a:pt x="321" y="321"/>
                  <a:pt x="321" y="321"/>
                  <a:pt x="321" y="321"/>
                </a:cubicBezTo>
                <a:cubicBezTo>
                  <a:pt x="321" y="185"/>
                  <a:pt x="321" y="185"/>
                  <a:pt x="321" y="185"/>
                </a:cubicBezTo>
                <a:cubicBezTo>
                  <a:pt x="185" y="185"/>
                  <a:pt x="185" y="185"/>
                  <a:pt x="185" y="185"/>
                </a:cubicBezTo>
                <a:lnTo>
                  <a:pt x="185" y="321"/>
                </a:lnTo>
                <a:close/>
                <a:moveTo>
                  <a:pt x="201" y="201"/>
                </a:moveTo>
                <a:cubicBezTo>
                  <a:pt x="305" y="201"/>
                  <a:pt x="305" y="201"/>
                  <a:pt x="305" y="201"/>
                </a:cubicBezTo>
                <a:cubicBezTo>
                  <a:pt x="305" y="305"/>
                  <a:pt x="305" y="305"/>
                  <a:pt x="305" y="305"/>
                </a:cubicBezTo>
                <a:cubicBezTo>
                  <a:pt x="201" y="305"/>
                  <a:pt x="201" y="305"/>
                  <a:pt x="201" y="305"/>
                </a:cubicBezTo>
                <a:lnTo>
                  <a:pt x="201" y="20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</p:spTree>
    <p:extLst>
      <p:ext uri="{BB962C8B-B14F-4D97-AF65-F5344CB8AC3E}">
        <p14:creationId xmlns:p14="http://schemas.microsoft.com/office/powerpoint/2010/main" val="156393774"/>
      </p:ext>
    </p:extLst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reeform 5"/>
          <p:cNvSpPr>
            <a:spLocks noEditPoints="1"/>
          </p:cNvSpPr>
          <p:nvPr/>
        </p:nvSpPr>
        <p:spPr bwMode="auto">
          <a:xfrm>
            <a:off x="802218" y="912285"/>
            <a:ext cx="582084" cy="582084"/>
          </a:xfrm>
          <a:custGeom>
            <a:avLst/>
            <a:gdLst>
              <a:gd name="T0" fmla="*/ 185 w 353"/>
              <a:gd name="T1" fmla="*/ 321 h 353"/>
              <a:gd name="T2" fmla="*/ 321 w 353"/>
              <a:gd name="T3" fmla="*/ 321 h 353"/>
              <a:gd name="T4" fmla="*/ 321 w 353"/>
              <a:gd name="T5" fmla="*/ 32 h 353"/>
              <a:gd name="T6" fmla="*/ 185 w 353"/>
              <a:gd name="T7" fmla="*/ 32 h 353"/>
              <a:gd name="T8" fmla="*/ 185 w 353"/>
              <a:gd name="T9" fmla="*/ 321 h 353"/>
              <a:gd name="T10" fmla="*/ 201 w 353"/>
              <a:gd name="T11" fmla="*/ 48 h 353"/>
              <a:gd name="T12" fmla="*/ 305 w 353"/>
              <a:gd name="T13" fmla="*/ 48 h 353"/>
              <a:gd name="T14" fmla="*/ 305 w 353"/>
              <a:gd name="T15" fmla="*/ 305 h 353"/>
              <a:gd name="T16" fmla="*/ 201 w 353"/>
              <a:gd name="T17" fmla="*/ 305 h 353"/>
              <a:gd name="T18" fmla="*/ 201 w 353"/>
              <a:gd name="T19" fmla="*/ 48 h 353"/>
              <a:gd name="T20" fmla="*/ 321 w 353"/>
              <a:gd name="T21" fmla="*/ 0 h 353"/>
              <a:gd name="T22" fmla="*/ 32 w 353"/>
              <a:gd name="T23" fmla="*/ 0 h 353"/>
              <a:gd name="T24" fmla="*/ 0 w 353"/>
              <a:gd name="T25" fmla="*/ 32 h 353"/>
              <a:gd name="T26" fmla="*/ 0 w 353"/>
              <a:gd name="T27" fmla="*/ 321 h 353"/>
              <a:gd name="T28" fmla="*/ 32 w 353"/>
              <a:gd name="T29" fmla="*/ 353 h 353"/>
              <a:gd name="T30" fmla="*/ 321 w 353"/>
              <a:gd name="T31" fmla="*/ 353 h 353"/>
              <a:gd name="T32" fmla="*/ 353 w 353"/>
              <a:gd name="T33" fmla="*/ 321 h 353"/>
              <a:gd name="T34" fmla="*/ 353 w 353"/>
              <a:gd name="T35" fmla="*/ 32 h 353"/>
              <a:gd name="T36" fmla="*/ 321 w 353"/>
              <a:gd name="T37" fmla="*/ 0 h 353"/>
              <a:gd name="T38" fmla="*/ 337 w 353"/>
              <a:gd name="T39" fmla="*/ 321 h 353"/>
              <a:gd name="T40" fmla="*/ 321 w 353"/>
              <a:gd name="T41" fmla="*/ 337 h 353"/>
              <a:gd name="T42" fmla="*/ 32 w 353"/>
              <a:gd name="T43" fmla="*/ 337 h 353"/>
              <a:gd name="T44" fmla="*/ 16 w 353"/>
              <a:gd name="T45" fmla="*/ 321 h 353"/>
              <a:gd name="T46" fmla="*/ 16 w 353"/>
              <a:gd name="T47" fmla="*/ 32 h 353"/>
              <a:gd name="T48" fmla="*/ 32 w 353"/>
              <a:gd name="T49" fmla="*/ 16 h 353"/>
              <a:gd name="T50" fmla="*/ 321 w 353"/>
              <a:gd name="T51" fmla="*/ 16 h 353"/>
              <a:gd name="T52" fmla="*/ 337 w 353"/>
              <a:gd name="T53" fmla="*/ 32 h 353"/>
              <a:gd name="T54" fmla="*/ 337 w 353"/>
              <a:gd name="T55" fmla="*/ 321 h 353"/>
              <a:gd name="T56" fmla="*/ 32 w 353"/>
              <a:gd name="T57" fmla="*/ 321 h 353"/>
              <a:gd name="T58" fmla="*/ 168 w 353"/>
              <a:gd name="T59" fmla="*/ 321 h 353"/>
              <a:gd name="T60" fmla="*/ 168 w 353"/>
              <a:gd name="T61" fmla="*/ 32 h 353"/>
              <a:gd name="T62" fmla="*/ 32 w 353"/>
              <a:gd name="T63" fmla="*/ 32 h 353"/>
              <a:gd name="T64" fmla="*/ 32 w 353"/>
              <a:gd name="T65" fmla="*/ 321 h 353"/>
              <a:gd name="T66" fmla="*/ 48 w 353"/>
              <a:gd name="T67" fmla="*/ 48 h 353"/>
              <a:gd name="T68" fmla="*/ 152 w 353"/>
              <a:gd name="T69" fmla="*/ 48 h 353"/>
              <a:gd name="T70" fmla="*/ 152 w 353"/>
              <a:gd name="T71" fmla="*/ 305 h 353"/>
              <a:gd name="T72" fmla="*/ 48 w 353"/>
              <a:gd name="T73" fmla="*/ 305 h 353"/>
              <a:gd name="T74" fmla="*/ 48 w 353"/>
              <a:gd name="T75" fmla="*/ 48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353" h="353">
                <a:moveTo>
                  <a:pt x="185" y="321"/>
                </a:moveTo>
                <a:cubicBezTo>
                  <a:pt x="321" y="321"/>
                  <a:pt x="321" y="321"/>
                  <a:pt x="321" y="321"/>
                </a:cubicBezTo>
                <a:cubicBezTo>
                  <a:pt x="321" y="32"/>
                  <a:pt x="321" y="32"/>
                  <a:pt x="321" y="32"/>
                </a:cubicBezTo>
                <a:cubicBezTo>
                  <a:pt x="185" y="32"/>
                  <a:pt x="185" y="32"/>
                  <a:pt x="185" y="32"/>
                </a:cubicBezTo>
                <a:lnTo>
                  <a:pt x="185" y="321"/>
                </a:lnTo>
                <a:close/>
                <a:moveTo>
                  <a:pt x="201" y="48"/>
                </a:moveTo>
                <a:cubicBezTo>
                  <a:pt x="305" y="48"/>
                  <a:pt x="305" y="48"/>
                  <a:pt x="305" y="48"/>
                </a:cubicBezTo>
                <a:cubicBezTo>
                  <a:pt x="305" y="305"/>
                  <a:pt x="305" y="305"/>
                  <a:pt x="305" y="305"/>
                </a:cubicBezTo>
                <a:cubicBezTo>
                  <a:pt x="201" y="305"/>
                  <a:pt x="201" y="305"/>
                  <a:pt x="201" y="305"/>
                </a:cubicBezTo>
                <a:lnTo>
                  <a:pt x="201" y="48"/>
                </a:lnTo>
                <a:close/>
                <a:moveTo>
                  <a:pt x="321" y="0"/>
                </a:move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4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4" y="353"/>
                  <a:pt x="32" y="353"/>
                </a:cubicBezTo>
                <a:cubicBezTo>
                  <a:pt x="321" y="353"/>
                  <a:pt x="321" y="353"/>
                  <a:pt x="321" y="353"/>
                </a:cubicBezTo>
                <a:cubicBezTo>
                  <a:pt x="339" y="353"/>
                  <a:pt x="353" y="339"/>
                  <a:pt x="353" y="321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14"/>
                  <a:pt x="339" y="0"/>
                  <a:pt x="321" y="0"/>
                </a:cubicBezTo>
                <a:moveTo>
                  <a:pt x="337" y="321"/>
                </a:moveTo>
                <a:cubicBezTo>
                  <a:pt x="337" y="330"/>
                  <a:pt x="330" y="337"/>
                  <a:pt x="321" y="337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23" y="337"/>
                  <a:pt x="16" y="330"/>
                  <a:pt x="16" y="32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3"/>
                  <a:pt x="23" y="16"/>
                  <a:pt x="32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3"/>
                  <a:pt x="337" y="32"/>
                </a:cubicBezTo>
                <a:lnTo>
                  <a:pt x="337" y="321"/>
                </a:lnTo>
                <a:close/>
                <a:moveTo>
                  <a:pt x="32" y="321"/>
                </a:moveTo>
                <a:cubicBezTo>
                  <a:pt x="168" y="321"/>
                  <a:pt x="168" y="321"/>
                  <a:pt x="168" y="321"/>
                </a:cubicBezTo>
                <a:cubicBezTo>
                  <a:pt x="168" y="32"/>
                  <a:pt x="168" y="32"/>
                  <a:pt x="168" y="32"/>
                </a:cubicBezTo>
                <a:cubicBezTo>
                  <a:pt x="32" y="32"/>
                  <a:pt x="32" y="32"/>
                  <a:pt x="32" y="32"/>
                </a:cubicBezTo>
                <a:lnTo>
                  <a:pt x="32" y="321"/>
                </a:lnTo>
                <a:close/>
                <a:moveTo>
                  <a:pt x="48" y="48"/>
                </a:moveTo>
                <a:cubicBezTo>
                  <a:pt x="152" y="48"/>
                  <a:pt x="152" y="48"/>
                  <a:pt x="152" y="48"/>
                </a:cubicBezTo>
                <a:cubicBezTo>
                  <a:pt x="152" y="305"/>
                  <a:pt x="152" y="305"/>
                  <a:pt x="152" y="305"/>
                </a:cubicBezTo>
                <a:cubicBezTo>
                  <a:pt x="48" y="305"/>
                  <a:pt x="48" y="305"/>
                  <a:pt x="48" y="305"/>
                </a:cubicBezTo>
                <a:lnTo>
                  <a:pt x="48" y="4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" name="Freeform 6"/>
          <p:cNvSpPr>
            <a:spLocks noEditPoints="1"/>
          </p:cNvSpPr>
          <p:nvPr/>
        </p:nvSpPr>
        <p:spPr bwMode="auto">
          <a:xfrm>
            <a:off x="1913467" y="912285"/>
            <a:ext cx="582084" cy="582084"/>
          </a:xfrm>
          <a:custGeom>
            <a:avLst/>
            <a:gdLst>
              <a:gd name="T0" fmla="*/ 321 w 353"/>
              <a:gd name="T1" fmla="*/ 0 h 353"/>
              <a:gd name="T2" fmla="*/ 32 w 353"/>
              <a:gd name="T3" fmla="*/ 0 h 353"/>
              <a:gd name="T4" fmla="*/ 0 w 353"/>
              <a:gd name="T5" fmla="*/ 32 h 353"/>
              <a:gd name="T6" fmla="*/ 0 w 353"/>
              <a:gd name="T7" fmla="*/ 321 h 353"/>
              <a:gd name="T8" fmla="*/ 32 w 353"/>
              <a:gd name="T9" fmla="*/ 353 h 353"/>
              <a:gd name="T10" fmla="*/ 321 w 353"/>
              <a:gd name="T11" fmla="*/ 353 h 353"/>
              <a:gd name="T12" fmla="*/ 353 w 353"/>
              <a:gd name="T13" fmla="*/ 321 h 353"/>
              <a:gd name="T14" fmla="*/ 353 w 353"/>
              <a:gd name="T15" fmla="*/ 32 h 353"/>
              <a:gd name="T16" fmla="*/ 321 w 353"/>
              <a:gd name="T17" fmla="*/ 0 h 353"/>
              <a:gd name="T18" fmla="*/ 337 w 353"/>
              <a:gd name="T19" fmla="*/ 321 h 353"/>
              <a:gd name="T20" fmla="*/ 321 w 353"/>
              <a:gd name="T21" fmla="*/ 337 h 353"/>
              <a:gd name="T22" fmla="*/ 32 w 353"/>
              <a:gd name="T23" fmla="*/ 337 h 353"/>
              <a:gd name="T24" fmla="*/ 16 w 353"/>
              <a:gd name="T25" fmla="*/ 321 h 353"/>
              <a:gd name="T26" fmla="*/ 16 w 353"/>
              <a:gd name="T27" fmla="*/ 32 h 353"/>
              <a:gd name="T28" fmla="*/ 32 w 353"/>
              <a:gd name="T29" fmla="*/ 16 h 353"/>
              <a:gd name="T30" fmla="*/ 321 w 353"/>
              <a:gd name="T31" fmla="*/ 16 h 353"/>
              <a:gd name="T32" fmla="*/ 337 w 353"/>
              <a:gd name="T33" fmla="*/ 32 h 353"/>
              <a:gd name="T34" fmla="*/ 337 w 353"/>
              <a:gd name="T35" fmla="*/ 321 h 353"/>
              <a:gd name="T36" fmla="*/ 32 w 353"/>
              <a:gd name="T37" fmla="*/ 321 h 353"/>
              <a:gd name="T38" fmla="*/ 321 w 353"/>
              <a:gd name="T39" fmla="*/ 321 h 353"/>
              <a:gd name="T40" fmla="*/ 321 w 353"/>
              <a:gd name="T41" fmla="*/ 184 h 353"/>
              <a:gd name="T42" fmla="*/ 32 w 353"/>
              <a:gd name="T43" fmla="*/ 184 h 353"/>
              <a:gd name="T44" fmla="*/ 32 w 353"/>
              <a:gd name="T45" fmla="*/ 321 h 353"/>
              <a:gd name="T46" fmla="*/ 48 w 353"/>
              <a:gd name="T47" fmla="*/ 200 h 353"/>
              <a:gd name="T48" fmla="*/ 305 w 353"/>
              <a:gd name="T49" fmla="*/ 200 h 353"/>
              <a:gd name="T50" fmla="*/ 305 w 353"/>
              <a:gd name="T51" fmla="*/ 305 h 353"/>
              <a:gd name="T52" fmla="*/ 48 w 353"/>
              <a:gd name="T53" fmla="*/ 305 h 353"/>
              <a:gd name="T54" fmla="*/ 48 w 353"/>
              <a:gd name="T55" fmla="*/ 200 h 353"/>
              <a:gd name="T56" fmla="*/ 32 w 353"/>
              <a:gd name="T57" fmla="*/ 168 h 353"/>
              <a:gd name="T58" fmla="*/ 321 w 353"/>
              <a:gd name="T59" fmla="*/ 168 h 353"/>
              <a:gd name="T60" fmla="*/ 321 w 353"/>
              <a:gd name="T61" fmla="*/ 32 h 353"/>
              <a:gd name="T62" fmla="*/ 32 w 353"/>
              <a:gd name="T63" fmla="*/ 32 h 353"/>
              <a:gd name="T64" fmla="*/ 32 w 353"/>
              <a:gd name="T65" fmla="*/ 168 h 353"/>
              <a:gd name="T66" fmla="*/ 48 w 353"/>
              <a:gd name="T67" fmla="*/ 48 h 353"/>
              <a:gd name="T68" fmla="*/ 305 w 353"/>
              <a:gd name="T69" fmla="*/ 48 h 353"/>
              <a:gd name="T70" fmla="*/ 305 w 353"/>
              <a:gd name="T71" fmla="*/ 152 h 353"/>
              <a:gd name="T72" fmla="*/ 48 w 353"/>
              <a:gd name="T73" fmla="*/ 152 h 353"/>
              <a:gd name="T74" fmla="*/ 48 w 353"/>
              <a:gd name="T75" fmla="*/ 48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353" h="353">
                <a:moveTo>
                  <a:pt x="321" y="0"/>
                </a:moveTo>
                <a:cubicBezTo>
                  <a:pt x="32" y="0"/>
                  <a:pt x="32" y="0"/>
                  <a:pt x="32" y="0"/>
                </a:cubicBezTo>
                <a:cubicBezTo>
                  <a:pt x="15" y="0"/>
                  <a:pt x="0" y="14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5" y="353"/>
                  <a:pt x="32" y="353"/>
                </a:cubicBezTo>
                <a:cubicBezTo>
                  <a:pt x="321" y="353"/>
                  <a:pt x="321" y="353"/>
                  <a:pt x="321" y="353"/>
                </a:cubicBezTo>
                <a:cubicBezTo>
                  <a:pt x="339" y="353"/>
                  <a:pt x="353" y="339"/>
                  <a:pt x="353" y="321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14"/>
                  <a:pt x="339" y="0"/>
                  <a:pt x="321" y="0"/>
                </a:cubicBezTo>
                <a:moveTo>
                  <a:pt x="337" y="321"/>
                </a:moveTo>
                <a:cubicBezTo>
                  <a:pt x="337" y="330"/>
                  <a:pt x="330" y="337"/>
                  <a:pt x="321" y="337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23" y="337"/>
                  <a:pt x="16" y="330"/>
                  <a:pt x="16" y="32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3"/>
                  <a:pt x="23" y="16"/>
                  <a:pt x="32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3"/>
                  <a:pt x="337" y="32"/>
                </a:cubicBezTo>
                <a:lnTo>
                  <a:pt x="337" y="321"/>
                </a:lnTo>
                <a:close/>
                <a:moveTo>
                  <a:pt x="32" y="321"/>
                </a:moveTo>
                <a:cubicBezTo>
                  <a:pt x="321" y="321"/>
                  <a:pt x="321" y="321"/>
                  <a:pt x="321" y="321"/>
                </a:cubicBezTo>
                <a:cubicBezTo>
                  <a:pt x="321" y="184"/>
                  <a:pt x="321" y="184"/>
                  <a:pt x="321" y="184"/>
                </a:cubicBezTo>
                <a:cubicBezTo>
                  <a:pt x="32" y="184"/>
                  <a:pt x="32" y="184"/>
                  <a:pt x="32" y="184"/>
                </a:cubicBezTo>
                <a:lnTo>
                  <a:pt x="32" y="321"/>
                </a:lnTo>
                <a:close/>
                <a:moveTo>
                  <a:pt x="48" y="200"/>
                </a:moveTo>
                <a:cubicBezTo>
                  <a:pt x="305" y="200"/>
                  <a:pt x="305" y="200"/>
                  <a:pt x="305" y="200"/>
                </a:cubicBezTo>
                <a:cubicBezTo>
                  <a:pt x="305" y="305"/>
                  <a:pt x="305" y="305"/>
                  <a:pt x="305" y="305"/>
                </a:cubicBezTo>
                <a:cubicBezTo>
                  <a:pt x="48" y="305"/>
                  <a:pt x="48" y="305"/>
                  <a:pt x="48" y="305"/>
                </a:cubicBezTo>
                <a:lnTo>
                  <a:pt x="48" y="200"/>
                </a:lnTo>
                <a:close/>
                <a:moveTo>
                  <a:pt x="32" y="168"/>
                </a:moveTo>
                <a:cubicBezTo>
                  <a:pt x="321" y="168"/>
                  <a:pt x="321" y="168"/>
                  <a:pt x="321" y="168"/>
                </a:cubicBezTo>
                <a:cubicBezTo>
                  <a:pt x="321" y="32"/>
                  <a:pt x="321" y="32"/>
                  <a:pt x="321" y="32"/>
                </a:cubicBezTo>
                <a:cubicBezTo>
                  <a:pt x="32" y="32"/>
                  <a:pt x="32" y="32"/>
                  <a:pt x="32" y="32"/>
                </a:cubicBezTo>
                <a:lnTo>
                  <a:pt x="32" y="168"/>
                </a:lnTo>
                <a:close/>
                <a:moveTo>
                  <a:pt x="48" y="48"/>
                </a:moveTo>
                <a:cubicBezTo>
                  <a:pt x="305" y="48"/>
                  <a:pt x="305" y="48"/>
                  <a:pt x="305" y="48"/>
                </a:cubicBezTo>
                <a:cubicBezTo>
                  <a:pt x="305" y="152"/>
                  <a:pt x="305" y="152"/>
                  <a:pt x="305" y="152"/>
                </a:cubicBezTo>
                <a:cubicBezTo>
                  <a:pt x="48" y="152"/>
                  <a:pt x="48" y="152"/>
                  <a:pt x="48" y="152"/>
                </a:cubicBezTo>
                <a:lnTo>
                  <a:pt x="48" y="4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" name="Freeform 7"/>
          <p:cNvSpPr>
            <a:spLocks noEditPoints="1"/>
          </p:cNvSpPr>
          <p:nvPr/>
        </p:nvSpPr>
        <p:spPr bwMode="auto">
          <a:xfrm>
            <a:off x="3026834" y="912285"/>
            <a:ext cx="582084" cy="582084"/>
          </a:xfrm>
          <a:custGeom>
            <a:avLst/>
            <a:gdLst>
              <a:gd name="T0" fmla="*/ 32 w 353"/>
              <a:gd name="T1" fmla="*/ 321 h 353"/>
              <a:gd name="T2" fmla="*/ 168 w 353"/>
              <a:gd name="T3" fmla="*/ 321 h 353"/>
              <a:gd name="T4" fmla="*/ 168 w 353"/>
              <a:gd name="T5" fmla="*/ 184 h 353"/>
              <a:gd name="T6" fmla="*/ 32 w 353"/>
              <a:gd name="T7" fmla="*/ 184 h 353"/>
              <a:gd name="T8" fmla="*/ 32 w 353"/>
              <a:gd name="T9" fmla="*/ 321 h 353"/>
              <a:gd name="T10" fmla="*/ 48 w 353"/>
              <a:gd name="T11" fmla="*/ 200 h 353"/>
              <a:gd name="T12" fmla="*/ 152 w 353"/>
              <a:gd name="T13" fmla="*/ 200 h 353"/>
              <a:gd name="T14" fmla="*/ 152 w 353"/>
              <a:gd name="T15" fmla="*/ 305 h 353"/>
              <a:gd name="T16" fmla="*/ 48 w 353"/>
              <a:gd name="T17" fmla="*/ 305 h 353"/>
              <a:gd name="T18" fmla="*/ 48 w 353"/>
              <a:gd name="T19" fmla="*/ 200 h 353"/>
              <a:gd name="T20" fmla="*/ 32 w 353"/>
              <a:gd name="T21" fmla="*/ 168 h 353"/>
              <a:gd name="T22" fmla="*/ 168 w 353"/>
              <a:gd name="T23" fmla="*/ 168 h 353"/>
              <a:gd name="T24" fmla="*/ 168 w 353"/>
              <a:gd name="T25" fmla="*/ 32 h 353"/>
              <a:gd name="T26" fmla="*/ 32 w 353"/>
              <a:gd name="T27" fmla="*/ 32 h 353"/>
              <a:gd name="T28" fmla="*/ 32 w 353"/>
              <a:gd name="T29" fmla="*/ 168 h 353"/>
              <a:gd name="T30" fmla="*/ 48 w 353"/>
              <a:gd name="T31" fmla="*/ 48 h 353"/>
              <a:gd name="T32" fmla="*/ 152 w 353"/>
              <a:gd name="T33" fmla="*/ 48 h 353"/>
              <a:gd name="T34" fmla="*/ 152 w 353"/>
              <a:gd name="T35" fmla="*/ 152 h 353"/>
              <a:gd name="T36" fmla="*/ 48 w 353"/>
              <a:gd name="T37" fmla="*/ 152 h 353"/>
              <a:gd name="T38" fmla="*/ 48 w 353"/>
              <a:gd name="T39" fmla="*/ 48 h 353"/>
              <a:gd name="T40" fmla="*/ 321 w 353"/>
              <a:gd name="T41" fmla="*/ 0 h 353"/>
              <a:gd name="T42" fmla="*/ 32 w 353"/>
              <a:gd name="T43" fmla="*/ 0 h 353"/>
              <a:gd name="T44" fmla="*/ 0 w 353"/>
              <a:gd name="T45" fmla="*/ 32 h 353"/>
              <a:gd name="T46" fmla="*/ 0 w 353"/>
              <a:gd name="T47" fmla="*/ 321 h 353"/>
              <a:gd name="T48" fmla="*/ 32 w 353"/>
              <a:gd name="T49" fmla="*/ 353 h 353"/>
              <a:gd name="T50" fmla="*/ 321 w 353"/>
              <a:gd name="T51" fmla="*/ 353 h 353"/>
              <a:gd name="T52" fmla="*/ 353 w 353"/>
              <a:gd name="T53" fmla="*/ 321 h 353"/>
              <a:gd name="T54" fmla="*/ 353 w 353"/>
              <a:gd name="T55" fmla="*/ 32 h 353"/>
              <a:gd name="T56" fmla="*/ 321 w 353"/>
              <a:gd name="T57" fmla="*/ 0 h 353"/>
              <a:gd name="T58" fmla="*/ 337 w 353"/>
              <a:gd name="T59" fmla="*/ 321 h 353"/>
              <a:gd name="T60" fmla="*/ 321 w 353"/>
              <a:gd name="T61" fmla="*/ 337 h 353"/>
              <a:gd name="T62" fmla="*/ 32 w 353"/>
              <a:gd name="T63" fmla="*/ 337 h 353"/>
              <a:gd name="T64" fmla="*/ 16 w 353"/>
              <a:gd name="T65" fmla="*/ 321 h 353"/>
              <a:gd name="T66" fmla="*/ 16 w 353"/>
              <a:gd name="T67" fmla="*/ 32 h 353"/>
              <a:gd name="T68" fmla="*/ 32 w 353"/>
              <a:gd name="T69" fmla="*/ 16 h 353"/>
              <a:gd name="T70" fmla="*/ 321 w 353"/>
              <a:gd name="T71" fmla="*/ 16 h 353"/>
              <a:gd name="T72" fmla="*/ 337 w 353"/>
              <a:gd name="T73" fmla="*/ 32 h 353"/>
              <a:gd name="T74" fmla="*/ 337 w 353"/>
              <a:gd name="T75" fmla="*/ 321 h 353"/>
              <a:gd name="T76" fmla="*/ 184 w 353"/>
              <a:gd name="T77" fmla="*/ 321 h 353"/>
              <a:gd name="T78" fmla="*/ 321 w 353"/>
              <a:gd name="T79" fmla="*/ 321 h 353"/>
              <a:gd name="T80" fmla="*/ 321 w 353"/>
              <a:gd name="T81" fmla="*/ 32 h 353"/>
              <a:gd name="T82" fmla="*/ 184 w 353"/>
              <a:gd name="T83" fmla="*/ 32 h 353"/>
              <a:gd name="T84" fmla="*/ 184 w 353"/>
              <a:gd name="T85" fmla="*/ 321 h 353"/>
              <a:gd name="T86" fmla="*/ 200 w 353"/>
              <a:gd name="T87" fmla="*/ 48 h 353"/>
              <a:gd name="T88" fmla="*/ 305 w 353"/>
              <a:gd name="T89" fmla="*/ 48 h 353"/>
              <a:gd name="T90" fmla="*/ 305 w 353"/>
              <a:gd name="T91" fmla="*/ 305 h 353"/>
              <a:gd name="T92" fmla="*/ 200 w 353"/>
              <a:gd name="T93" fmla="*/ 305 h 353"/>
              <a:gd name="T94" fmla="*/ 200 w 353"/>
              <a:gd name="T95" fmla="*/ 48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53" h="353">
                <a:moveTo>
                  <a:pt x="32" y="321"/>
                </a:moveTo>
                <a:cubicBezTo>
                  <a:pt x="168" y="321"/>
                  <a:pt x="168" y="321"/>
                  <a:pt x="168" y="321"/>
                </a:cubicBezTo>
                <a:cubicBezTo>
                  <a:pt x="168" y="184"/>
                  <a:pt x="168" y="184"/>
                  <a:pt x="168" y="184"/>
                </a:cubicBezTo>
                <a:cubicBezTo>
                  <a:pt x="32" y="184"/>
                  <a:pt x="32" y="184"/>
                  <a:pt x="32" y="184"/>
                </a:cubicBezTo>
                <a:lnTo>
                  <a:pt x="32" y="321"/>
                </a:lnTo>
                <a:close/>
                <a:moveTo>
                  <a:pt x="48" y="200"/>
                </a:moveTo>
                <a:cubicBezTo>
                  <a:pt x="152" y="200"/>
                  <a:pt x="152" y="200"/>
                  <a:pt x="152" y="200"/>
                </a:cubicBezTo>
                <a:cubicBezTo>
                  <a:pt x="152" y="305"/>
                  <a:pt x="152" y="305"/>
                  <a:pt x="152" y="305"/>
                </a:cubicBezTo>
                <a:cubicBezTo>
                  <a:pt x="48" y="305"/>
                  <a:pt x="48" y="305"/>
                  <a:pt x="48" y="305"/>
                </a:cubicBezTo>
                <a:lnTo>
                  <a:pt x="48" y="200"/>
                </a:lnTo>
                <a:close/>
                <a:moveTo>
                  <a:pt x="32" y="168"/>
                </a:moveTo>
                <a:cubicBezTo>
                  <a:pt x="168" y="168"/>
                  <a:pt x="168" y="168"/>
                  <a:pt x="168" y="168"/>
                </a:cubicBezTo>
                <a:cubicBezTo>
                  <a:pt x="168" y="32"/>
                  <a:pt x="168" y="32"/>
                  <a:pt x="168" y="32"/>
                </a:cubicBezTo>
                <a:cubicBezTo>
                  <a:pt x="32" y="32"/>
                  <a:pt x="32" y="32"/>
                  <a:pt x="32" y="32"/>
                </a:cubicBezTo>
                <a:lnTo>
                  <a:pt x="32" y="168"/>
                </a:lnTo>
                <a:close/>
                <a:moveTo>
                  <a:pt x="48" y="48"/>
                </a:moveTo>
                <a:cubicBezTo>
                  <a:pt x="152" y="48"/>
                  <a:pt x="152" y="48"/>
                  <a:pt x="152" y="48"/>
                </a:cubicBezTo>
                <a:cubicBezTo>
                  <a:pt x="152" y="152"/>
                  <a:pt x="152" y="152"/>
                  <a:pt x="152" y="152"/>
                </a:cubicBezTo>
                <a:cubicBezTo>
                  <a:pt x="48" y="152"/>
                  <a:pt x="48" y="152"/>
                  <a:pt x="48" y="152"/>
                </a:cubicBezTo>
                <a:lnTo>
                  <a:pt x="48" y="48"/>
                </a:lnTo>
                <a:close/>
                <a:moveTo>
                  <a:pt x="321" y="0"/>
                </a:move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4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4" y="353"/>
                  <a:pt x="32" y="353"/>
                </a:cubicBezTo>
                <a:cubicBezTo>
                  <a:pt x="321" y="353"/>
                  <a:pt x="321" y="353"/>
                  <a:pt x="321" y="353"/>
                </a:cubicBezTo>
                <a:cubicBezTo>
                  <a:pt x="338" y="353"/>
                  <a:pt x="353" y="339"/>
                  <a:pt x="353" y="321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14"/>
                  <a:pt x="338" y="0"/>
                  <a:pt x="321" y="0"/>
                </a:cubicBezTo>
                <a:moveTo>
                  <a:pt x="337" y="321"/>
                </a:moveTo>
                <a:cubicBezTo>
                  <a:pt x="337" y="330"/>
                  <a:pt x="330" y="337"/>
                  <a:pt x="321" y="337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23" y="337"/>
                  <a:pt x="16" y="330"/>
                  <a:pt x="16" y="32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3"/>
                  <a:pt x="23" y="16"/>
                  <a:pt x="32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3"/>
                  <a:pt x="337" y="32"/>
                </a:cubicBezTo>
                <a:lnTo>
                  <a:pt x="337" y="321"/>
                </a:lnTo>
                <a:close/>
                <a:moveTo>
                  <a:pt x="184" y="321"/>
                </a:moveTo>
                <a:cubicBezTo>
                  <a:pt x="321" y="321"/>
                  <a:pt x="321" y="321"/>
                  <a:pt x="321" y="321"/>
                </a:cubicBezTo>
                <a:cubicBezTo>
                  <a:pt x="321" y="32"/>
                  <a:pt x="321" y="32"/>
                  <a:pt x="321" y="32"/>
                </a:cubicBezTo>
                <a:cubicBezTo>
                  <a:pt x="184" y="32"/>
                  <a:pt x="184" y="32"/>
                  <a:pt x="184" y="32"/>
                </a:cubicBezTo>
                <a:lnTo>
                  <a:pt x="184" y="321"/>
                </a:lnTo>
                <a:close/>
                <a:moveTo>
                  <a:pt x="200" y="48"/>
                </a:moveTo>
                <a:cubicBezTo>
                  <a:pt x="305" y="48"/>
                  <a:pt x="305" y="48"/>
                  <a:pt x="305" y="48"/>
                </a:cubicBezTo>
                <a:cubicBezTo>
                  <a:pt x="305" y="305"/>
                  <a:pt x="305" y="305"/>
                  <a:pt x="305" y="305"/>
                </a:cubicBezTo>
                <a:cubicBezTo>
                  <a:pt x="200" y="305"/>
                  <a:pt x="200" y="305"/>
                  <a:pt x="200" y="305"/>
                </a:cubicBezTo>
                <a:lnTo>
                  <a:pt x="200" y="4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" name="Freeform 8"/>
          <p:cNvSpPr>
            <a:spLocks noEditPoints="1"/>
          </p:cNvSpPr>
          <p:nvPr/>
        </p:nvSpPr>
        <p:spPr bwMode="auto">
          <a:xfrm>
            <a:off x="4138085" y="912285"/>
            <a:ext cx="582084" cy="582084"/>
          </a:xfrm>
          <a:custGeom>
            <a:avLst/>
            <a:gdLst>
              <a:gd name="T0" fmla="*/ 168 w 353"/>
              <a:gd name="T1" fmla="*/ 32 h 353"/>
              <a:gd name="T2" fmla="*/ 32 w 353"/>
              <a:gd name="T3" fmla="*/ 32 h 353"/>
              <a:gd name="T4" fmla="*/ 32 w 353"/>
              <a:gd name="T5" fmla="*/ 168 h 353"/>
              <a:gd name="T6" fmla="*/ 168 w 353"/>
              <a:gd name="T7" fmla="*/ 168 h 353"/>
              <a:gd name="T8" fmla="*/ 168 w 353"/>
              <a:gd name="T9" fmla="*/ 32 h 353"/>
              <a:gd name="T10" fmla="*/ 152 w 353"/>
              <a:gd name="T11" fmla="*/ 152 h 353"/>
              <a:gd name="T12" fmla="*/ 48 w 353"/>
              <a:gd name="T13" fmla="*/ 152 h 353"/>
              <a:gd name="T14" fmla="*/ 48 w 353"/>
              <a:gd name="T15" fmla="*/ 48 h 353"/>
              <a:gd name="T16" fmla="*/ 152 w 353"/>
              <a:gd name="T17" fmla="*/ 48 h 353"/>
              <a:gd name="T18" fmla="*/ 152 w 353"/>
              <a:gd name="T19" fmla="*/ 152 h 353"/>
              <a:gd name="T20" fmla="*/ 32 w 353"/>
              <a:gd name="T21" fmla="*/ 321 h 353"/>
              <a:gd name="T22" fmla="*/ 321 w 353"/>
              <a:gd name="T23" fmla="*/ 321 h 353"/>
              <a:gd name="T24" fmla="*/ 321 w 353"/>
              <a:gd name="T25" fmla="*/ 184 h 353"/>
              <a:gd name="T26" fmla="*/ 32 w 353"/>
              <a:gd name="T27" fmla="*/ 184 h 353"/>
              <a:gd name="T28" fmla="*/ 32 w 353"/>
              <a:gd name="T29" fmla="*/ 321 h 353"/>
              <a:gd name="T30" fmla="*/ 48 w 353"/>
              <a:gd name="T31" fmla="*/ 200 h 353"/>
              <a:gd name="T32" fmla="*/ 305 w 353"/>
              <a:gd name="T33" fmla="*/ 200 h 353"/>
              <a:gd name="T34" fmla="*/ 305 w 353"/>
              <a:gd name="T35" fmla="*/ 305 h 353"/>
              <a:gd name="T36" fmla="*/ 48 w 353"/>
              <a:gd name="T37" fmla="*/ 305 h 353"/>
              <a:gd name="T38" fmla="*/ 48 w 353"/>
              <a:gd name="T39" fmla="*/ 200 h 353"/>
              <a:gd name="T40" fmla="*/ 185 w 353"/>
              <a:gd name="T41" fmla="*/ 168 h 353"/>
              <a:gd name="T42" fmla="*/ 321 w 353"/>
              <a:gd name="T43" fmla="*/ 168 h 353"/>
              <a:gd name="T44" fmla="*/ 321 w 353"/>
              <a:gd name="T45" fmla="*/ 32 h 353"/>
              <a:gd name="T46" fmla="*/ 185 w 353"/>
              <a:gd name="T47" fmla="*/ 32 h 353"/>
              <a:gd name="T48" fmla="*/ 185 w 353"/>
              <a:gd name="T49" fmla="*/ 168 h 353"/>
              <a:gd name="T50" fmla="*/ 201 w 353"/>
              <a:gd name="T51" fmla="*/ 48 h 353"/>
              <a:gd name="T52" fmla="*/ 305 w 353"/>
              <a:gd name="T53" fmla="*/ 48 h 353"/>
              <a:gd name="T54" fmla="*/ 305 w 353"/>
              <a:gd name="T55" fmla="*/ 152 h 353"/>
              <a:gd name="T56" fmla="*/ 201 w 353"/>
              <a:gd name="T57" fmla="*/ 152 h 353"/>
              <a:gd name="T58" fmla="*/ 201 w 353"/>
              <a:gd name="T59" fmla="*/ 48 h 353"/>
              <a:gd name="T60" fmla="*/ 321 w 353"/>
              <a:gd name="T61" fmla="*/ 0 h 353"/>
              <a:gd name="T62" fmla="*/ 32 w 353"/>
              <a:gd name="T63" fmla="*/ 0 h 353"/>
              <a:gd name="T64" fmla="*/ 0 w 353"/>
              <a:gd name="T65" fmla="*/ 32 h 353"/>
              <a:gd name="T66" fmla="*/ 0 w 353"/>
              <a:gd name="T67" fmla="*/ 321 h 353"/>
              <a:gd name="T68" fmla="*/ 32 w 353"/>
              <a:gd name="T69" fmla="*/ 353 h 353"/>
              <a:gd name="T70" fmla="*/ 321 w 353"/>
              <a:gd name="T71" fmla="*/ 353 h 353"/>
              <a:gd name="T72" fmla="*/ 353 w 353"/>
              <a:gd name="T73" fmla="*/ 321 h 353"/>
              <a:gd name="T74" fmla="*/ 353 w 353"/>
              <a:gd name="T75" fmla="*/ 32 h 353"/>
              <a:gd name="T76" fmla="*/ 321 w 353"/>
              <a:gd name="T77" fmla="*/ 0 h 353"/>
              <a:gd name="T78" fmla="*/ 337 w 353"/>
              <a:gd name="T79" fmla="*/ 321 h 353"/>
              <a:gd name="T80" fmla="*/ 321 w 353"/>
              <a:gd name="T81" fmla="*/ 337 h 353"/>
              <a:gd name="T82" fmla="*/ 32 w 353"/>
              <a:gd name="T83" fmla="*/ 337 h 353"/>
              <a:gd name="T84" fmla="*/ 16 w 353"/>
              <a:gd name="T85" fmla="*/ 321 h 353"/>
              <a:gd name="T86" fmla="*/ 16 w 353"/>
              <a:gd name="T87" fmla="*/ 32 h 353"/>
              <a:gd name="T88" fmla="*/ 32 w 353"/>
              <a:gd name="T89" fmla="*/ 16 h 353"/>
              <a:gd name="T90" fmla="*/ 321 w 353"/>
              <a:gd name="T91" fmla="*/ 16 h 353"/>
              <a:gd name="T92" fmla="*/ 337 w 353"/>
              <a:gd name="T93" fmla="*/ 32 h 353"/>
              <a:gd name="T94" fmla="*/ 337 w 353"/>
              <a:gd name="T95" fmla="*/ 321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53" h="353">
                <a:moveTo>
                  <a:pt x="168" y="32"/>
                </a:moveTo>
                <a:cubicBezTo>
                  <a:pt x="32" y="32"/>
                  <a:pt x="32" y="32"/>
                  <a:pt x="32" y="32"/>
                </a:cubicBezTo>
                <a:cubicBezTo>
                  <a:pt x="32" y="168"/>
                  <a:pt x="32" y="168"/>
                  <a:pt x="32" y="168"/>
                </a:cubicBezTo>
                <a:cubicBezTo>
                  <a:pt x="168" y="168"/>
                  <a:pt x="168" y="168"/>
                  <a:pt x="168" y="168"/>
                </a:cubicBezTo>
                <a:lnTo>
                  <a:pt x="168" y="32"/>
                </a:lnTo>
                <a:close/>
                <a:moveTo>
                  <a:pt x="152" y="152"/>
                </a:moveTo>
                <a:cubicBezTo>
                  <a:pt x="48" y="152"/>
                  <a:pt x="48" y="152"/>
                  <a:pt x="48" y="152"/>
                </a:cubicBezTo>
                <a:cubicBezTo>
                  <a:pt x="48" y="48"/>
                  <a:pt x="48" y="48"/>
                  <a:pt x="48" y="48"/>
                </a:cubicBezTo>
                <a:cubicBezTo>
                  <a:pt x="152" y="48"/>
                  <a:pt x="152" y="48"/>
                  <a:pt x="152" y="48"/>
                </a:cubicBezTo>
                <a:lnTo>
                  <a:pt x="152" y="152"/>
                </a:lnTo>
                <a:close/>
                <a:moveTo>
                  <a:pt x="32" y="321"/>
                </a:moveTo>
                <a:cubicBezTo>
                  <a:pt x="321" y="321"/>
                  <a:pt x="321" y="321"/>
                  <a:pt x="321" y="321"/>
                </a:cubicBezTo>
                <a:cubicBezTo>
                  <a:pt x="321" y="184"/>
                  <a:pt x="321" y="184"/>
                  <a:pt x="321" y="184"/>
                </a:cubicBezTo>
                <a:cubicBezTo>
                  <a:pt x="32" y="184"/>
                  <a:pt x="32" y="184"/>
                  <a:pt x="32" y="184"/>
                </a:cubicBezTo>
                <a:lnTo>
                  <a:pt x="32" y="321"/>
                </a:lnTo>
                <a:close/>
                <a:moveTo>
                  <a:pt x="48" y="200"/>
                </a:moveTo>
                <a:cubicBezTo>
                  <a:pt x="305" y="200"/>
                  <a:pt x="305" y="200"/>
                  <a:pt x="305" y="200"/>
                </a:cubicBezTo>
                <a:cubicBezTo>
                  <a:pt x="305" y="305"/>
                  <a:pt x="305" y="305"/>
                  <a:pt x="305" y="305"/>
                </a:cubicBezTo>
                <a:cubicBezTo>
                  <a:pt x="48" y="305"/>
                  <a:pt x="48" y="305"/>
                  <a:pt x="48" y="305"/>
                </a:cubicBezTo>
                <a:lnTo>
                  <a:pt x="48" y="200"/>
                </a:lnTo>
                <a:close/>
                <a:moveTo>
                  <a:pt x="185" y="168"/>
                </a:moveTo>
                <a:cubicBezTo>
                  <a:pt x="321" y="168"/>
                  <a:pt x="321" y="168"/>
                  <a:pt x="321" y="168"/>
                </a:cubicBezTo>
                <a:cubicBezTo>
                  <a:pt x="321" y="32"/>
                  <a:pt x="321" y="32"/>
                  <a:pt x="321" y="32"/>
                </a:cubicBezTo>
                <a:cubicBezTo>
                  <a:pt x="185" y="32"/>
                  <a:pt x="185" y="32"/>
                  <a:pt x="185" y="32"/>
                </a:cubicBezTo>
                <a:lnTo>
                  <a:pt x="185" y="168"/>
                </a:lnTo>
                <a:close/>
                <a:moveTo>
                  <a:pt x="201" y="48"/>
                </a:moveTo>
                <a:cubicBezTo>
                  <a:pt x="305" y="48"/>
                  <a:pt x="305" y="48"/>
                  <a:pt x="305" y="48"/>
                </a:cubicBezTo>
                <a:cubicBezTo>
                  <a:pt x="305" y="152"/>
                  <a:pt x="305" y="152"/>
                  <a:pt x="305" y="152"/>
                </a:cubicBezTo>
                <a:cubicBezTo>
                  <a:pt x="201" y="152"/>
                  <a:pt x="201" y="152"/>
                  <a:pt x="201" y="152"/>
                </a:cubicBezTo>
                <a:lnTo>
                  <a:pt x="201" y="48"/>
                </a:lnTo>
                <a:close/>
                <a:moveTo>
                  <a:pt x="321" y="0"/>
                </a:move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4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4" y="353"/>
                  <a:pt x="32" y="353"/>
                </a:cubicBezTo>
                <a:cubicBezTo>
                  <a:pt x="321" y="353"/>
                  <a:pt x="321" y="353"/>
                  <a:pt x="321" y="353"/>
                </a:cubicBezTo>
                <a:cubicBezTo>
                  <a:pt x="339" y="353"/>
                  <a:pt x="353" y="339"/>
                  <a:pt x="353" y="321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14"/>
                  <a:pt x="339" y="0"/>
                  <a:pt x="321" y="0"/>
                </a:cubicBezTo>
                <a:moveTo>
                  <a:pt x="337" y="321"/>
                </a:moveTo>
                <a:cubicBezTo>
                  <a:pt x="337" y="330"/>
                  <a:pt x="330" y="337"/>
                  <a:pt x="321" y="337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23" y="337"/>
                  <a:pt x="16" y="330"/>
                  <a:pt x="16" y="32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3"/>
                  <a:pt x="23" y="16"/>
                  <a:pt x="32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3"/>
                  <a:pt x="337" y="32"/>
                </a:cubicBezTo>
                <a:lnTo>
                  <a:pt x="337" y="32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" name="Freeform 9"/>
          <p:cNvSpPr>
            <a:spLocks noEditPoints="1"/>
          </p:cNvSpPr>
          <p:nvPr/>
        </p:nvSpPr>
        <p:spPr bwMode="auto">
          <a:xfrm>
            <a:off x="5249334" y="912285"/>
            <a:ext cx="582084" cy="582084"/>
          </a:xfrm>
          <a:custGeom>
            <a:avLst/>
            <a:gdLst>
              <a:gd name="T0" fmla="*/ 32 w 353"/>
              <a:gd name="T1" fmla="*/ 321 h 353"/>
              <a:gd name="T2" fmla="*/ 169 w 353"/>
              <a:gd name="T3" fmla="*/ 321 h 353"/>
              <a:gd name="T4" fmla="*/ 169 w 353"/>
              <a:gd name="T5" fmla="*/ 32 h 353"/>
              <a:gd name="T6" fmla="*/ 32 w 353"/>
              <a:gd name="T7" fmla="*/ 32 h 353"/>
              <a:gd name="T8" fmla="*/ 32 w 353"/>
              <a:gd name="T9" fmla="*/ 321 h 353"/>
              <a:gd name="T10" fmla="*/ 48 w 353"/>
              <a:gd name="T11" fmla="*/ 48 h 353"/>
              <a:gd name="T12" fmla="*/ 153 w 353"/>
              <a:gd name="T13" fmla="*/ 48 h 353"/>
              <a:gd name="T14" fmla="*/ 153 w 353"/>
              <a:gd name="T15" fmla="*/ 305 h 353"/>
              <a:gd name="T16" fmla="*/ 48 w 353"/>
              <a:gd name="T17" fmla="*/ 305 h 353"/>
              <a:gd name="T18" fmla="*/ 48 w 353"/>
              <a:gd name="T19" fmla="*/ 48 h 353"/>
              <a:gd name="T20" fmla="*/ 185 w 353"/>
              <a:gd name="T21" fmla="*/ 168 h 353"/>
              <a:gd name="T22" fmla="*/ 321 w 353"/>
              <a:gd name="T23" fmla="*/ 168 h 353"/>
              <a:gd name="T24" fmla="*/ 321 w 353"/>
              <a:gd name="T25" fmla="*/ 32 h 353"/>
              <a:gd name="T26" fmla="*/ 185 w 353"/>
              <a:gd name="T27" fmla="*/ 32 h 353"/>
              <a:gd name="T28" fmla="*/ 185 w 353"/>
              <a:gd name="T29" fmla="*/ 168 h 353"/>
              <a:gd name="T30" fmla="*/ 201 w 353"/>
              <a:gd name="T31" fmla="*/ 48 h 353"/>
              <a:gd name="T32" fmla="*/ 305 w 353"/>
              <a:gd name="T33" fmla="*/ 48 h 353"/>
              <a:gd name="T34" fmla="*/ 305 w 353"/>
              <a:gd name="T35" fmla="*/ 152 h 353"/>
              <a:gd name="T36" fmla="*/ 201 w 353"/>
              <a:gd name="T37" fmla="*/ 152 h 353"/>
              <a:gd name="T38" fmla="*/ 201 w 353"/>
              <a:gd name="T39" fmla="*/ 48 h 353"/>
              <a:gd name="T40" fmla="*/ 321 w 353"/>
              <a:gd name="T41" fmla="*/ 0 h 353"/>
              <a:gd name="T42" fmla="*/ 32 w 353"/>
              <a:gd name="T43" fmla="*/ 0 h 353"/>
              <a:gd name="T44" fmla="*/ 0 w 353"/>
              <a:gd name="T45" fmla="*/ 32 h 353"/>
              <a:gd name="T46" fmla="*/ 0 w 353"/>
              <a:gd name="T47" fmla="*/ 321 h 353"/>
              <a:gd name="T48" fmla="*/ 32 w 353"/>
              <a:gd name="T49" fmla="*/ 353 h 353"/>
              <a:gd name="T50" fmla="*/ 321 w 353"/>
              <a:gd name="T51" fmla="*/ 353 h 353"/>
              <a:gd name="T52" fmla="*/ 353 w 353"/>
              <a:gd name="T53" fmla="*/ 321 h 353"/>
              <a:gd name="T54" fmla="*/ 353 w 353"/>
              <a:gd name="T55" fmla="*/ 32 h 353"/>
              <a:gd name="T56" fmla="*/ 321 w 353"/>
              <a:gd name="T57" fmla="*/ 0 h 353"/>
              <a:gd name="T58" fmla="*/ 337 w 353"/>
              <a:gd name="T59" fmla="*/ 321 h 353"/>
              <a:gd name="T60" fmla="*/ 321 w 353"/>
              <a:gd name="T61" fmla="*/ 337 h 353"/>
              <a:gd name="T62" fmla="*/ 32 w 353"/>
              <a:gd name="T63" fmla="*/ 337 h 353"/>
              <a:gd name="T64" fmla="*/ 16 w 353"/>
              <a:gd name="T65" fmla="*/ 321 h 353"/>
              <a:gd name="T66" fmla="*/ 16 w 353"/>
              <a:gd name="T67" fmla="*/ 32 h 353"/>
              <a:gd name="T68" fmla="*/ 32 w 353"/>
              <a:gd name="T69" fmla="*/ 16 h 353"/>
              <a:gd name="T70" fmla="*/ 321 w 353"/>
              <a:gd name="T71" fmla="*/ 16 h 353"/>
              <a:gd name="T72" fmla="*/ 337 w 353"/>
              <a:gd name="T73" fmla="*/ 32 h 353"/>
              <a:gd name="T74" fmla="*/ 337 w 353"/>
              <a:gd name="T75" fmla="*/ 321 h 353"/>
              <a:gd name="T76" fmla="*/ 185 w 353"/>
              <a:gd name="T77" fmla="*/ 321 h 353"/>
              <a:gd name="T78" fmla="*/ 321 w 353"/>
              <a:gd name="T79" fmla="*/ 321 h 353"/>
              <a:gd name="T80" fmla="*/ 321 w 353"/>
              <a:gd name="T81" fmla="*/ 184 h 353"/>
              <a:gd name="T82" fmla="*/ 185 w 353"/>
              <a:gd name="T83" fmla="*/ 184 h 353"/>
              <a:gd name="T84" fmla="*/ 185 w 353"/>
              <a:gd name="T85" fmla="*/ 321 h 353"/>
              <a:gd name="T86" fmla="*/ 201 w 353"/>
              <a:gd name="T87" fmla="*/ 200 h 353"/>
              <a:gd name="T88" fmla="*/ 305 w 353"/>
              <a:gd name="T89" fmla="*/ 200 h 353"/>
              <a:gd name="T90" fmla="*/ 305 w 353"/>
              <a:gd name="T91" fmla="*/ 305 h 353"/>
              <a:gd name="T92" fmla="*/ 201 w 353"/>
              <a:gd name="T93" fmla="*/ 305 h 353"/>
              <a:gd name="T94" fmla="*/ 201 w 353"/>
              <a:gd name="T95" fmla="*/ 200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53" h="353">
                <a:moveTo>
                  <a:pt x="32" y="321"/>
                </a:moveTo>
                <a:cubicBezTo>
                  <a:pt x="169" y="321"/>
                  <a:pt x="169" y="321"/>
                  <a:pt x="169" y="321"/>
                </a:cubicBezTo>
                <a:cubicBezTo>
                  <a:pt x="169" y="32"/>
                  <a:pt x="169" y="32"/>
                  <a:pt x="169" y="32"/>
                </a:cubicBezTo>
                <a:cubicBezTo>
                  <a:pt x="32" y="32"/>
                  <a:pt x="32" y="32"/>
                  <a:pt x="32" y="32"/>
                </a:cubicBezTo>
                <a:lnTo>
                  <a:pt x="32" y="321"/>
                </a:lnTo>
                <a:close/>
                <a:moveTo>
                  <a:pt x="48" y="48"/>
                </a:moveTo>
                <a:cubicBezTo>
                  <a:pt x="153" y="48"/>
                  <a:pt x="153" y="48"/>
                  <a:pt x="153" y="48"/>
                </a:cubicBezTo>
                <a:cubicBezTo>
                  <a:pt x="153" y="305"/>
                  <a:pt x="153" y="305"/>
                  <a:pt x="153" y="305"/>
                </a:cubicBezTo>
                <a:cubicBezTo>
                  <a:pt x="48" y="305"/>
                  <a:pt x="48" y="305"/>
                  <a:pt x="48" y="305"/>
                </a:cubicBezTo>
                <a:lnTo>
                  <a:pt x="48" y="48"/>
                </a:lnTo>
                <a:close/>
                <a:moveTo>
                  <a:pt x="185" y="168"/>
                </a:moveTo>
                <a:cubicBezTo>
                  <a:pt x="321" y="168"/>
                  <a:pt x="321" y="168"/>
                  <a:pt x="321" y="168"/>
                </a:cubicBezTo>
                <a:cubicBezTo>
                  <a:pt x="321" y="32"/>
                  <a:pt x="321" y="32"/>
                  <a:pt x="321" y="32"/>
                </a:cubicBezTo>
                <a:cubicBezTo>
                  <a:pt x="185" y="32"/>
                  <a:pt x="185" y="32"/>
                  <a:pt x="185" y="32"/>
                </a:cubicBezTo>
                <a:lnTo>
                  <a:pt x="185" y="168"/>
                </a:lnTo>
                <a:close/>
                <a:moveTo>
                  <a:pt x="201" y="48"/>
                </a:moveTo>
                <a:cubicBezTo>
                  <a:pt x="305" y="48"/>
                  <a:pt x="305" y="48"/>
                  <a:pt x="305" y="48"/>
                </a:cubicBezTo>
                <a:cubicBezTo>
                  <a:pt x="305" y="152"/>
                  <a:pt x="305" y="152"/>
                  <a:pt x="305" y="152"/>
                </a:cubicBezTo>
                <a:cubicBezTo>
                  <a:pt x="201" y="152"/>
                  <a:pt x="201" y="152"/>
                  <a:pt x="201" y="152"/>
                </a:cubicBezTo>
                <a:lnTo>
                  <a:pt x="201" y="48"/>
                </a:lnTo>
                <a:close/>
                <a:moveTo>
                  <a:pt x="321" y="0"/>
                </a:moveTo>
                <a:cubicBezTo>
                  <a:pt x="32" y="0"/>
                  <a:pt x="32" y="0"/>
                  <a:pt x="32" y="0"/>
                </a:cubicBezTo>
                <a:cubicBezTo>
                  <a:pt x="15" y="0"/>
                  <a:pt x="0" y="14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5" y="353"/>
                  <a:pt x="32" y="353"/>
                </a:cubicBezTo>
                <a:cubicBezTo>
                  <a:pt x="321" y="353"/>
                  <a:pt x="321" y="353"/>
                  <a:pt x="321" y="353"/>
                </a:cubicBezTo>
                <a:cubicBezTo>
                  <a:pt x="339" y="353"/>
                  <a:pt x="353" y="339"/>
                  <a:pt x="353" y="321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14"/>
                  <a:pt x="339" y="0"/>
                  <a:pt x="321" y="0"/>
                </a:cubicBezTo>
                <a:moveTo>
                  <a:pt x="337" y="321"/>
                </a:moveTo>
                <a:cubicBezTo>
                  <a:pt x="337" y="330"/>
                  <a:pt x="330" y="337"/>
                  <a:pt x="321" y="337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23" y="337"/>
                  <a:pt x="16" y="330"/>
                  <a:pt x="16" y="32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3"/>
                  <a:pt x="23" y="16"/>
                  <a:pt x="32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3"/>
                  <a:pt x="337" y="32"/>
                </a:cubicBezTo>
                <a:lnTo>
                  <a:pt x="337" y="321"/>
                </a:lnTo>
                <a:close/>
                <a:moveTo>
                  <a:pt x="185" y="321"/>
                </a:moveTo>
                <a:cubicBezTo>
                  <a:pt x="321" y="321"/>
                  <a:pt x="321" y="321"/>
                  <a:pt x="321" y="321"/>
                </a:cubicBezTo>
                <a:cubicBezTo>
                  <a:pt x="321" y="184"/>
                  <a:pt x="321" y="184"/>
                  <a:pt x="321" y="184"/>
                </a:cubicBezTo>
                <a:cubicBezTo>
                  <a:pt x="185" y="184"/>
                  <a:pt x="185" y="184"/>
                  <a:pt x="185" y="184"/>
                </a:cubicBezTo>
                <a:lnTo>
                  <a:pt x="185" y="321"/>
                </a:lnTo>
                <a:close/>
                <a:moveTo>
                  <a:pt x="201" y="200"/>
                </a:moveTo>
                <a:cubicBezTo>
                  <a:pt x="305" y="200"/>
                  <a:pt x="305" y="200"/>
                  <a:pt x="305" y="200"/>
                </a:cubicBezTo>
                <a:cubicBezTo>
                  <a:pt x="305" y="305"/>
                  <a:pt x="305" y="305"/>
                  <a:pt x="305" y="305"/>
                </a:cubicBezTo>
                <a:cubicBezTo>
                  <a:pt x="201" y="305"/>
                  <a:pt x="201" y="305"/>
                  <a:pt x="201" y="305"/>
                </a:cubicBezTo>
                <a:lnTo>
                  <a:pt x="201" y="20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0" name="Freeform 10"/>
          <p:cNvSpPr>
            <a:spLocks noEditPoints="1"/>
          </p:cNvSpPr>
          <p:nvPr/>
        </p:nvSpPr>
        <p:spPr bwMode="auto">
          <a:xfrm>
            <a:off x="6362701" y="912285"/>
            <a:ext cx="582084" cy="582084"/>
          </a:xfrm>
          <a:custGeom>
            <a:avLst/>
            <a:gdLst>
              <a:gd name="T0" fmla="*/ 321 w 353"/>
              <a:gd name="T1" fmla="*/ 0 h 353"/>
              <a:gd name="T2" fmla="*/ 32 w 353"/>
              <a:gd name="T3" fmla="*/ 0 h 353"/>
              <a:gd name="T4" fmla="*/ 0 w 353"/>
              <a:gd name="T5" fmla="*/ 32 h 353"/>
              <a:gd name="T6" fmla="*/ 0 w 353"/>
              <a:gd name="T7" fmla="*/ 321 h 353"/>
              <a:gd name="T8" fmla="*/ 32 w 353"/>
              <a:gd name="T9" fmla="*/ 353 h 353"/>
              <a:gd name="T10" fmla="*/ 321 w 353"/>
              <a:gd name="T11" fmla="*/ 353 h 353"/>
              <a:gd name="T12" fmla="*/ 353 w 353"/>
              <a:gd name="T13" fmla="*/ 321 h 353"/>
              <a:gd name="T14" fmla="*/ 353 w 353"/>
              <a:gd name="T15" fmla="*/ 32 h 353"/>
              <a:gd name="T16" fmla="*/ 321 w 353"/>
              <a:gd name="T17" fmla="*/ 0 h 353"/>
              <a:gd name="T18" fmla="*/ 337 w 353"/>
              <a:gd name="T19" fmla="*/ 321 h 353"/>
              <a:gd name="T20" fmla="*/ 321 w 353"/>
              <a:gd name="T21" fmla="*/ 337 h 353"/>
              <a:gd name="T22" fmla="*/ 32 w 353"/>
              <a:gd name="T23" fmla="*/ 337 h 353"/>
              <a:gd name="T24" fmla="*/ 16 w 353"/>
              <a:gd name="T25" fmla="*/ 321 h 353"/>
              <a:gd name="T26" fmla="*/ 16 w 353"/>
              <a:gd name="T27" fmla="*/ 32 h 353"/>
              <a:gd name="T28" fmla="*/ 32 w 353"/>
              <a:gd name="T29" fmla="*/ 16 h 353"/>
              <a:gd name="T30" fmla="*/ 321 w 353"/>
              <a:gd name="T31" fmla="*/ 16 h 353"/>
              <a:gd name="T32" fmla="*/ 337 w 353"/>
              <a:gd name="T33" fmla="*/ 32 h 353"/>
              <a:gd name="T34" fmla="*/ 337 w 353"/>
              <a:gd name="T35" fmla="*/ 321 h 353"/>
              <a:gd name="T36" fmla="*/ 32 w 353"/>
              <a:gd name="T37" fmla="*/ 321 h 353"/>
              <a:gd name="T38" fmla="*/ 168 w 353"/>
              <a:gd name="T39" fmla="*/ 321 h 353"/>
              <a:gd name="T40" fmla="*/ 168 w 353"/>
              <a:gd name="T41" fmla="*/ 184 h 353"/>
              <a:gd name="T42" fmla="*/ 32 w 353"/>
              <a:gd name="T43" fmla="*/ 184 h 353"/>
              <a:gd name="T44" fmla="*/ 32 w 353"/>
              <a:gd name="T45" fmla="*/ 321 h 353"/>
              <a:gd name="T46" fmla="*/ 48 w 353"/>
              <a:gd name="T47" fmla="*/ 200 h 353"/>
              <a:gd name="T48" fmla="*/ 152 w 353"/>
              <a:gd name="T49" fmla="*/ 200 h 353"/>
              <a:gd name="T50" fmla="*/ 152 w 353"/>
              <a:gd name="T51" fmla="*/ 305 h 353"/>
              <a:gd name="T52" fmla="*/ 48 w 353"/>
              <a:gd name="T53" fmla="*/ 305 h 353"/>
              <a:gd name="T54" fmla="*/ 48 w 353"/>
              <a:gd name="T55" fmla="*/ 200 h 353"/>
              <a:gd name="T56" fmla="*/ 32 w 353"/>
              <a:gd name="T57" fmla="*/ 168 h 353"/>
              <a:gd name="T58" fmla="*/ 321 w 353"/>
              <a:gd name="T59" fmla="*/ 168 h 353"/>
              <a:gd name="T60" fmla="*/ 321 w 353"/>
              <a:gd name="T61" fmla="*/ 32 h 353"/>
              <a:gd name="T62" fmla="*/ 32 w 353"/>
              <a:gd name="T63" fmla="*/ 32 h 353"/>
              <a:gd name="T64" fmla="*/ 32 w 353"/>
              <a:gd name="T65" fmla="*/ 168 h 353"/>
              <a:gd name="T66" fmla="*/ 48 w 353"/>
              <a:gd name="T67" fmla="*/ 48 h 353"/>
              <a:gd name="T68" fmla="*/ 305 w 353"/>
              <a:gd name="T69" fmla="*/ 48 h 353"/>
              <a:gd name="T70" fmla="*/ 305 w 353"/>
              <a:gd name="T71" fmla="*/ 152 h 353"/>
              <a:gd name="T72" fmla="*/ 48 w 353"/>
              <a:gd name="T73" fmla="*/ 152 h 353"/>
              <a:gd name="T74" fmla="*/ 48 w 353"/>
              <a:gd name="T75" fmla="*/ 48 h 353"/>
              <a:gd name="T76" fmla="*/ 184 w 353"/>
              <a:gd name="T77" fmla="*/ 321 h 353"/>
              <a:gd name="T78" fmla="*/ 321 w 353"/>
              <a:gd name="T79" fmla="*/ 321 h 353"/>
              <a:gd name="T80" fmla="*/ 321 w 353"/>
              <a:gd name="T81" fmla="*/ 184 h 353"/>
              <a:gd name="T82" fmla="*/ 184 w 353"/>
              <a:gd name="T83" fmla="*/ 184 h 353"/>
              <a:gd name="T84" fmla="*/ 184 w 353"/>
              <a:gd name="T85" fmla="*/ 321 h 353"/>
              <a:gd name="T86" fmla="*/ 200 w 353"/>
              <a:gd name="T87" fmla="*/ 200 h 353"/>
              <a:gd name="T88" fmla="*/ 305 w 353"/>
              <a:gd name="T89" fmla="*/ 200 h 353"/>
              <a:gd name="T90" fmla="*/ 305 w 353"/>
              <a:gd name="T91" fmla="*/ 305 h 353"/>
              <a:gd name="T92" fmla="*/ 200 w 353"/>
              <a:gd name="T93" fmla="*/ 305 h 353"/>
              <a:gd name="T94" fmla="*/ 200 w 353"/>
              <a:gd name="T95" fmla="*/ 200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53" h="353">
                <a:moveTo>
                  <a:pt x="321" y="0"/>
                </a:move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4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4" y="353"/>
                  <a:pt x="32" y="353"/>
                </a:cubicBezTo>
                <a:cubicBezTo>
                  <a:pt x="321" y="353"/>
                  <a:pt x="321" y="353"/>
                  <a:pt x="321" y="353"/>
                </a:cubicBezTo>
                <a:cubicBezTo>
                  <a:pt x="338" y="353"/>
                  <a:pt x="353" y="339"/>
                  <a:pt x="353" y="321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14"/>
                  <a:pt x="338" y="0"/>
                  <a:pt x="321" y="0"/>
                </a:cubicBezTo>
                <a:moveTo>
                  <a:pt x="337" y="321"/>
                </a:moveTo>
                <a:cubicBezTo>
                  <a:pt x="337" y="330"/>
                  <a:pt x="330" y="337"/>
                  <a:pt x="321" y="337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23" y="337"/>
                  <a:pt x="16" y="330"/>
                  <a:pt x="16" y="32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3"/>
                  <a:pt x="23" y="16"/>
                  <a:pt x="32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3"/>
                  <a:pt x="337" y="32"/>
                </a:cubicBezTo>
                <a:lnTo>
                  <a:pt x="337" y="321"/>
                </a:lnTo>
                <a:close/>
                <a:moveTo>
                  <a:pt x="32" y="321"/>
                </a:moveTo>
                <a:cubicBezTo>
                  <a:pt x="168" y="321"/>
                  <a:pt x="168" y="321"/>
                  <a:pt x="168" y="321"/>
                </a:cubicBezTo>
                <a:cubicBezTo>
                  <a:pt x="168" y="184"/>
                  <a:pt x="168" y="184"/>
                  <a:pt x="168" y="184"/>
                </a:cubicBezTo>
                <a:cubicBezTo>
                  <a:pt x="32" y="184"/>
                  <a:pt x="32" y="184"/>
                  <a:pt x="32" y="184"/>
                </a:cubicBezTo>
                <a:lnTo>
                  <a:pt x="32" y="321"/>
                </a:lnTo>
                <a:close/>
                <a:moveTo>
                  <a:pt x="48" y="200"/>
                </a:moveTo>
                <a:cubicBezTo>
                  <a:pt x="152" y="200"/>
                  <a:pt x="152" y="200"/>
                  <a:pt x="152" y="200"/>
                </a:cubicBezTo>
                <a:cubicBezTo>
                  <a:pt x="152" y="305"/>
                  <a:pt x="152" y="305"/>
                  <a:pt x="152" y="305"/>
                </a:cubicBezTo>
                <a:cubicBezTo>
                  <a:pt x="48" y="305"/>
                  <a:pt x="48" y="305"/>
                  <a:pt x="48" y="305"/>
                </a:cubicBezTo>
                <a:lnTo>
                  <a:pt x="48" y="200"/>
                </a:lnTo>
                <a:close/>
                <a:moveTo>
                  <a:pt x="32" y="168"/>
                </a:moveTo>
                <a:cubicBezTo>
                  <a:pt x="321" y="168"/>
                  <a:pt x="321" y="168"/>
                  <a:pt x="321" y="168"/>
                </a:cubicBezTo>
                <a:cubicBezTo>
                  <a:pt x="321" y="32"/>
                  <a:pt x="321" y="32"/>
                  <a:pt x="321" y="32"/>
                </a:cubicBezTo>
                <a:cubicBezTo>
                  <a:pt x="32" y="32"/>
                  <a:pt x="32" y="32"/>
                  <a:pt x="32" y="32"/>
                </a:cubicBezTo>
                <a:lnTo>
                  <a:pt x="32" y="168"/>
                </a:lnTo>
                <a:close/>
                <a:moveTo>
                  <a:pt x="48" y="48"/>
                </a:moveTo>
                <a:cubicBezTo>
                  <a:pt x="305" y="48"/>
                  <a:pt x="305" y="48"/>
                  <a:pt x="305" y="48"/>
                </a:cubicBezTo>
                <a:cubicBezTo>
                  <a:pt x="305" y="152"/>
                  <a:pt x="305" y="152"/>
                  <a:pt x="305" y="152"/>
                </a:cubicBezTo>
                <a:cubicBezTo>
                  <a:pt x="48" y="152"/>
                  <a:pt x="48" y="152"/>
                  <a:pt x="48" y="152"/>
                </a:cubicBezTo>
                <a:lnTo>
                  <a:pt x="48" y="48"/>
                </a:lnTo>
                <a:close/>
                <a:moveTo>
                  <a:pt x="184" y="321"/>
                </a:moveTo>
                <a:cubicBezTo>
                  <a:pt x="321" y="321"/>
                  <a:pt x="321" y="321"/>
                  <a:pt x="321" y="321"/>
                </a:cubicBezTo>
                <a:cubicBezTo>
                  <a:pt x="321" y="184"/>
                  <a:pt x="321" y="184"/>
                  <a:pt x="321" y="184"/>
                </a:cubicBezTo>
                <a:cubicBezTo>
                  <a:pt x="184" y="184"/>
                  <a:pt x="184" y="184"/>
                  <a:pt x="184" y="184"/>
                </a:cubicBezTo>
                <a:lnTo>
                  <a:pt x="184" y="321"/>
                </a:lnTo>
                <a:close/>
                <a:moveTo>
                  <a:pt x="200" y="200"/>
                </a:moveTo>
                <a:cubicBezTo>
                  <a:pt x="305" y="200"/>
                  <a:pt x="305" y="200"/>
                  <a:pt x="305" y="200"/>
                </a:cubicBezTo>
                <a:cubicBezTo>
                  <a:pt x="305" y="305"/>
                  <a:pt x="305" y="305"/>
                  <a:pt x="305" y="305"/>
                </a:cubicBezTo>
                <a:cubicBezTo>
                  <a:pt x="200" y="305"/>
                  <a:pt x="200" y="305"/>
                  <a:pt x="200" y="305"/>
                </a:cubicBezTo>
                <a:lnTo>
                  <a:pt x="200" y="20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1" name="Freeform 11"/>
          <p:cNvSpPr>
            <a:spLocks noEditPoints="1"/>
          </p:cNvSpPr>
          <p:nvPr/>
        </p:nvSpPr>
        <p:spPr bwMode="auto">
          <a:xfrm>
            <a:off x="7473951" y="912285"/>
            <a:ext cx="582084" cy="582084"/>
          </a:xfrm>
          <a:custGeom>
            <a:avLst/>
            <a:gdLst>
              <a:gd name="T0" fmla="*/ 321 w 353"/>
              <a:gd name="T1" fmla="*/ 321 h 353"/>
              <a:gd name="T2" fmla="*/ 241 w 353"/>
              <a:gd name="T3" fmla="*/ 241 h 353"/>
              <a:gd name="T4" fmla="*/ 257 w 353"/>
              <a:gd name="T5" fmla="*/ 257 h 353"/>
              <a:gd name="T6" fmla="*/ 305 w 353"/>
              <a:gd name="T7" fmla="*/ 305 h 353"/>
              <a:gd name="T8" fmla="*/ 257 w 353"/>
              <a:gd name="T9" fmla="*/ 257 h 353"/>
              <a:gd name="T10" fmla="*/ 112 w 353"/>
              <a:gd name="T11" fmla="*/ 321 h 353"/>
              <a:gd name="T12" fmla="*/ 32 w 353"/>
              <a:gd name="T13" fmla="*/ 241 h 353"/>
              <a:gd name="T14" fmla="*/ 48 w 353"/>
              <a:gd name="T15" fmla="*/ 257 h 353"/>
              <a:gd name="T16" fmla="*/ 96 w 353"/>
              <a:gd name="T17" fmla="*/ 305 h 353"/>
              <a:gd name="T18" fmla="*/ 48 w 353"/>
              <a:gd name="T19" fmla="*/ 257 h 353"/>
              <a:gd name="T20" fmla="*/ 32 w 353"/>
              <a:gd name="T21" fmla="*/ 0 h 353"/>
              <a:gd name="T22" fmla="*/ 0 w 353"/>
              <a:gd name="T23" fmla="*/ 321 h 353"/>
              <a:gd name="T24" fmla="*/ 321 w 353"/>
              <a:gd name="T25" fmla="*/ 353 h 353"/>
              <a:gd name="T26" fmla="*/ 353 w 353"/>
              <a:gd name="T27" fmla="*/ 32 h 353"/>
              <a:gd name="T28" fmla="*/ 337 w 353"/>
              <a:gd name="T29" fmla="*/ 321 h 353"/>
              <a:gd name="T30" fmla="*/ 32 w 353"/>
              <a:gd name="T31" fmla="*/ 337 h 353"/>
              <a:gd name="T32" fmla="*/ 16 w 353"/>
              <a:gd name="T33" fmla="*/ 32 h 353"/>
              <a:gd name="T34" fmla="*/ 321 w 353"/>
              <a:gd name="T35" fmla="*/ 16 h 353"/>
              <a:gd name="T36" fmla="*/ 337 w 353"/>
              <a:gd name="T37" fmla="*/ 321 h 353"/>
              <a:gd name="T38" fmla="*/ 112 w 353"/>
              <a:gd name="T39" fmla="*/ 112 h 353"/>
              <a:gd name="T40" fmla="*/ 32 w 353"/>
              <a:gd name="T41" fmla="*/ 32 h 353"/>
              <a:gd name="T42" fmla="*/ 48 w 353"/>
              <a:gd name="T43" fmla="*/ 48 h 353"/>
              <a:gd name="T44" fmla="*/ 96 w 353"/>
              <a:gd name="T45" fmla="*/ 96 h 353"/>
              <a:gd name="T46" fmla="*/ 48 w 353"/>
              <a:gd name="T47" fmla="*/ 48 h 353"/>
              <a:gd name="T48" fmla="*/ 112 w 353"/>
              <a:gd name="T49" fmla="*/ 216 h 353"/>
              <a:gd name="T50" fmla="*/ 32 w 353"/>
              <a:gd name="T51" fmla="*/ 136 h 353"/>
              <a:gd name="T52" fmla="*/ 48 w 353"/>
              <a:gd name="T53" fmla="*/ 152 h 353"/>
              <a:gd name="T54" fmla="*/ 96 w 353"/>
              <a:gd name="T55" fmla="*/ 200 h 353"/>
              <a:gd name="T56" fmla="*/ 48 w 353"/>
              <a:gd name="T57" fmla="*/ 152 h 353"/>
              <a:gd name="T58" fmla="*/ 217 w 353"/>
              <a:gd name="T59" fmla="*/ 112 h 353"/>
              <a:gd name="T60" fmla="*/ 136 w 353"/>
              <a:gd name="T61" fmla="*/ 32 h 353"/>
              <a:gd name="T62" fmla="*/ 152 w 353"/>
              <a:gd name="T63" fmla="*/ 48 h 353"/>
              <a:gd name="T64" fmla="*/ 201 w 353"/>
              <a:gd name="T65" fmla="*/ 96 h 353"/>
              <a:gd name="T66" fmla="*/ 152 w 353"/>
              <a:gd name="T67" fmla="*/ 48 h 353"/>
              <a:gd name="T68" fmla="*/ 321 w 353"/>
              <a:gd name="T69" fmla="*/ 216 h 353"/>
              <a:gd name="T70" fmla="*/ 241 w 353"/>
              <a:gd name="T71" fmla="*/ 136 h 353"/>
              <a:gd name="T72" fmla="*/ 257 w 353"/>
              <a:gd name="T73" fmla="*/ 152 h 353"/>
              <a:gd name="T74" fmla="*/ 305 w 353"/>
              <a:gd name="T75" fmla="*/ 200 h 353"/>
              <a:gd name="T76" fmla="*/ 257 w 353"/>
              <a:gd name="T77" fmla="*/ 152 h 353"/>
              <a:gd name="T78" fmla="*/ 321 w 353"/>
              <a:gd name="T79" fmla="*/ 112 h 353"/>
              <a:gd name="T80" fmla="*/ 241 w 353"/>
              <a:gd name="T81" fmla="*/ 32 h 353"/>
              <a:gd name="T82" fmla="*/ 257 w 353"/>
              <a:gd name="T83" fmla="*/ 48 h 353"/>
              <a:gd name="T84" fmla="*/ 305 w 353"/>
              <a:gd name="T85" fmla="*/ 96 h 353"/>
              <a:gd name="T86" fmla="*/ 257 w 353"/>
              <a:gd name="T87" fmla="*/ 48 h 353"/>
              <a:gd name="T88" fmla="*/ 217 w 353"/>
              <a:gd name="T89" fmla="*/ 321 h 353"/>
              <a:gd name="T90" fmla="*/ 136 w 353"/>
              <a:gd name="T91" fmla="*/ 241 h 353"/>
              <a:gd name="T92" fmla="*/ 152 w 353"/>
              <a:gd name="T93" fmla="*/ 257 h 353"/>
              <a:gd name="T94" fmla="*/ 201 w 353"/>
              <a:gd name="T95" fmla="*/ 305 h 353"/>
              <a:gd name="T96" fmla="*/ 152 w 353"/>
              <a:gd name="T97" fmla="*/ 257 h 353"/>
              <a:gd name="T98" fmla="*/ 217 w 353"/>
              <a:gd name="T99" fmla="*/ 216 h 353"/>
              <a:gd name="T100" fmla="*/ 136 w 353"/>
              <a:gd name="T101" fmla="*/ 136 h 353"/>
              <a:gd name="T102" fmla="*/ 152 w 353"/>
              <a:gd name="T103" fmla="*/ 152 h 353"/>
              <a:gd name="T104" fmla="*/ 201 w 353"/>
              <a:gd name="T105" fmla="*/ 200 h 353"/>
              <a:gd name="T106" fmla="*/ 152 w 353"/>
              <a:gd name="T107" fmla="*/ 152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353" h="353">
                <a:moveTo>
                  <a:pt x="241" y="321"/>
                </a:moveTo>
                <a:cubicBezTo>
                  <a:pt x="321" y="321"/>
                  <a:pt x="321" y="321"/>
                  <a:pt x="321" y="321"/>
                </a:cubicBezTo>
                <a:cubicBezTo>
                  <a:pt x="321" y="241"/>
                  <a:pt x="321" y="241"/>
                  <a:pt x="321" y="241"/>
                </a:cubicBezTo>
                <a:cubicBezTo>
                  <a:pt x="241" y="241"/>
                  <a:pt x="241" y="241"/>
                  <a:pt x="241" y="241"/>
                </a:cubicBezTo>
                <a:lnTo>
                  <a:pt x="241" y="321"/>
                </a:lnTo>
                <a:close/>
                <a:moveTo>
                  <a:pt x="257" y="257"/>
                </a:moveTo>
                <a:cubicBezTo>
                  <a:pt x="305" y="257"/>
                  <a:pt x="305" y="257"/>
                  <a:pt x="305" y="257"/>
                </a:cubicBezTo>
                <a:cubicBezTo>
                  <a:pt x="305" y="305"/>
                  <a:pt x="305" y="305"/>
                  <a:pt x="305" y="305"/>
                </a:cubicBezTo>
                <a:cubicBezTo>
                  <a:pt x="257" y="305"/>
                  <a:pt x="257" y="305"/>
                  <a:pt x="257" y="305"/>
                </a:cubicBezTo>
                <a:lnTo>
                  <a:pt x="257" y="257"/>
                </a:lnTo>
                <a:close/>
                <a:moveTo>
                  <a:pt x="32" y="321"/>
                </a:moveTo>
                <a:cubicBezTo>
                  <a:pt x="112" y="321"/>
                  <a:pt x="112" y="321"/>
                  <a:pt x="112" y="321"/>
                </a:cubicBezTo>
                <a:cubicBezTo>
                  <a:pt x="112" y="241"/>
                  <a:pt x="112" y="241"/>
                  <a:pt x="112" y="241"/>
                </a:cubicBezTo>
                <a:cubicBezTo>
                  <a:pt x="32" y="241"/>
                  <a:pt x="32" y="241"/>
                  <a:pt x="32" y="241"/>
                </a:cubicBezTo>
                <a:lnTo>
                  <a:pt x="32" y="321"/>
                </a:lnTo>
                <a:close/>
                <a:moveTo>
                  <a:pt x="48" y="257"/>
                </a:moveTo>
                <a:cubicBezTo>
                  <a:pt x="96" y="257"/>
                  <a:pt x="96" y="257"/>
                  <a:pt x="96" y="257"/>
                </a:cubicBezTo>
                <a:cubicBezTo>
                  <a:pt x="96" y="305"/>
                  <a:pt x="96" y="305"/>
                  <a:pt x="96" y="305"/>
                </a:cubicBezTo>
                <a:cubicBezTo>
                  <a:pt x="48" y="305"/>
                  <a:pt x="48" y="305"/>
                  <a:pt x="48" y="305"/>
                </a:cubicBezTo>
                <a:lnTo>
                  <a:pt x="48" y="257"/>
                </a:lnTo>
                <a:close/>
                <a:moveTo>
                  <a:pt x="321" y="0"/>
                </a:move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4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4" y="353"/>
                  <a:pt x="32" y="353"/>
                </a:cubicBezTo>
                <a:cubicBezTo>
                  <a:pt x="321" y="353"/>
                  <a:pt x="321" y="353"/>
                  <a:pt x="321" y="353"/>
                </a:cubicBezTo>
                <a:cubicBezTo>
                  <a:pt x="339" y="353"/>
                  <a:pt x="353" y="339"/>
                  <a:pt x="353" y="321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14"/>
                  <a:pt x="339" y="0"/>
                  <a:pt x="321" y="0"/>
                </a:cubicBezTo>
                <a:moveTo>
                  <a:pt x="337" y="321"/>
                </a:moveTo>
                <a:cubicBezTo>
                  <a:pt x="337" y="330"/>
                  <a:pt x="330" y="337"/>
                  <a:pt x="321" y="337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23" y="337"/>
                  <a:pt x="16" y="330"/>
                  <a:pt x="16" y="32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3"/>
                  <a:pt x="23" y="16"/>
                  <a:pt x="32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3"/>
                  <a:pt x="337" y="32"/>
                </a:cubicBezTo>
                <a:lnTo>
                  <a:pt x="337" y="321"/>
                </a:lnTo>
                <a:close/>
                <a:moveTo>
                  <a:pt x="32" y="112"/>
                </a:moveTo>
                <a:cubicBezTo>
                  <a:pt x="112" y="112"/>
                  <a:pt x="112" y="112"/>
                  <a:pt x="112" y="112"/>
                </a:cubicBezTo>
                <a:cubicBezTo>
                  <a:pt x="112" y="32"/>
                  <a:pt x="112" y="32"/>
                  <a:pt x="112" y="32"/>
                </a:cubicBezTo>
                <a:cubicBezTo>
                  <a:pt x="32" y="32"/>
                  <a:pt x="32" y="32"/>
                  <a:pt x="32" y="32"/>
                </a:cubicBezTo>
                <a:lnTo>
                  <a:pt x="32" y="112"/>
                </a:lnTo>
                <a:close/>
                <a:moveTo>
                  <a:pt x="48" y="48"/>
                </a:moveTo>
                <a:cubicBezTo>
                  <a:pt x="96" y="48"/>
                  <a:pt x="96" y="48"/>
                  <a:pt x="96" y="48"/>
                </a:cubicBezTo>
                <a:cubicBezTo>
                  <a:pt x="96" y="96"/>
                  <a:pt x="96" y="96"/>
                  <a:pt x="96" y="96"/>
                </a:cubicBezTo>
                <a:cubicBezTo>
                  <a:pt x="48" y="96"/>
                  <a:pt x="48" y="96"/>
                  <a:pt x="48" y="96"/>
                </a:cubicBezTo>
                <a:lnTo>
                  <a:pt x="48" y="48"/>
                </a:lnTo>
                <a:close/>
                <a:moveTo>
                  <a:pt x="32" y="216"/>
                </a:moveTo>
                <a:cubicBezTo>
                  <a:pt x="112" y="216"/>
                  <a:pt x="112" y="216"/>
                  <a:pt x="112" y="216"/>
                </a:cubicBezTo>
                <a:cubicBezTo>
                  <a:pt x="112" y="136"/>
                  <a:pt x="112" y="136"/>
                  <a:pt x="112" y="136"/>
                </a:cubicBezTo>
                <a:cubicBezTo>
                  <a:pt x="32" y="136"/>
                  <a:pt x="32" y="136"/>
                  <a:pt x="32" y="136"/>
                </a:cubicBezTo>
                <a:lnTo>
                  <a:pt x="32" y="216"/>
                </a:lnTo>
                <a:close/>
                <a:moveTo>
                  <a:pt x="48" y="152"/>
                </a:moveTo>
                <a:cubicBezTo>
                  <a:pt x="96" y="152"/>
                  <a:pt x="96" y="152"/>
                  <a:pt x="96" y="152"/>
                </a:cubicBezTo>
                <a:cubicBezTo>
                  <a:pt x="96" y="200"/>
                  <a:pt x="96" y="200"/>
                  <a:pt x="96" y="200"/>
                </a:cubicBezTo>
                <a:cubicBezTo>
                  <a:pt x="48" y="200"/>
                  <a:pt x="48" y="200"/>
                  <a:pt x="48" y="200"/>
                </a:cubicBezTo>
                <a:lnTo>
                  <a:pt x="48" y="152"/>
                </a:lnTo>
                <a:close/>
                <a:moveTo>
                  <a:pt x="136" y="112"/>
                </a:moveTo>
                <a:cubicBezTo>
                  <a:pt x="217" y="112"/>
                  <a:pt x="217" y="112"/>
                  <a:pt x="217" y="112"/>
                </a:cubicBezTo>
                <a:cubicBezTo>
                  <a:pt x="217" y="32"/>
                  <a:pt x="217" y="32"/>
                  <a:pt x="217" y="32"/>
                </a:cubicBezTo>
                <a:cubicBezTo>
                  <a:pt x="136" y="32"/>
                  <a:pt x="136" y="32"/>
                  <a:pt x="136" y="32"/>
                </a:cubicBezTo>
                <a:lnTo>
                  <a:pt x="136" y="112"/>
                </a:lnTo>
                <a:close/>
                <a:moveTo>
                  <a:pt x="152" y="48"/>
                </a:moveTo>
                <a:cubicBezTo>
                  <a:pt x="201" y="48"/>
                  <a:pt x="201" y="48"/>
                  <a:pt x="201" y="48"/>
                </a:cubicBezTo>
                <a:cubicBezTo>
                  <a:pt x="201" y="96"/>
                  <a:pt x="201" y="96"/>
                  <a:pt x="201" y="96"/>
                </a:cubicBezTo>
                <a:cubicBezTo>
                  <a:pt x="152" y="96"/>
                  <a:pt x="152" y="96"/>
                  <a:pt x="152" y="96"/>
                </a:cubicBezTo>
                <a:lnTo>
                  <a:pt x="152" y="48"/>
                </a:lnTo>
                <a:close/>
                <a:moveTo>
                  <a:pt x="241" y="216"/>
                </a:moveTo>
                <a:cubicBezTo>
                  <a:pt x="321" y="216"/>
                  <a:pt x="321" y="216"/>
                  <a:pt x="321" y="216"/>
                </a:cubicBezTo>
                <a:cubicBezTo>
                  <a:pt x="321" y="136"/>
                  <a:pt x="321" y="136"/>
                  <a:pt x="321" y="136"/>
                </a:cubicBezTo>
                <a:cubicBezTo>
                  <a:pt x="241" y="136"/>
                  <a:pt x="241" y="136"/>
                  <a:pt x="241" y="136"/>
                </a:cubicBezTo>
                <a:lnTo>
                  <a:pt x="241" y="216"/>
                </a:lnTo>
                <a:close/>
                <a:moveTo>
                  <a:pt x="257" y="152"/>
                </a:moveTo>
                <a:cubicBezTo>
                  <a:pt x="305" y="152"/>
                  <a:pt x="305" y="152"/>
                  <a:pt x="305" y="152"/>
                </a:cubicBezTo>
                <a:cubicBezTo>
                  <a:pt x="305" y="200"/>
                  <a:pt x="305" y="200"/>
                  <a:pt x="305" y="200"/>
                </a:cubicBezTo>
                <a:cubicBezTo>
                  <a:pt x="257" y="200"/>
                  <a:pt x="257" y="200"/>
                  <a:pt x="257" y="200"/>
                </a:cubicBezTo>
                <a:lnTo>
                  <a:pt x="257" y="152"/>
                </a:lnTo>
                <a:close/>
                <a:moveTo>
                  <a:pt x="241" y="112"/>
                </a:moveTo>
                <a:cubicBezTo>
                  <a:pt x="321" y="112"/>
                  <a:pt x="321" y="112"/>
                  <a:pt x="321" y="112"/>
                </a:cubicBezTo>
                <a:cubicBezTo>
                  <a:pt x="321" y="32"/>
                  <a:pt x="321" y="32"/>
                  <a:pt x="321" y="32"/>
                </a:cubicBezTo>
                <a:cubicBezTo>
                  <a:pt x="241" y="32"/>
                  <a:pt x="241" y="32"/>
                  <a:pt x="241" y="32"/>
                </a:cubicBezTo>
                <a:lnTo>
                  <a:pt x="241" y="112"/>
                </a:lnTo>
                <a:close/>
                <a:moveTo>
                  <a:pt x="257" y="48"/>
                </a:moveTo>
                <a:cubicBezTo>
                  <a:pt x="305" y="48"/>
                  <a:pt x="305" y="48"/>
                  <a:pt x="305" y="48"/>
                </a:cubicBezTo>
                <a:cubicBezTo>
                  <a:pt x="305" y="96"/>
                  <a:pt x="305" y="96"/>
                  <a:pt x="305" y="96"/>
                </a:cubicBezTo>
                <a:cubicBezTo>
                  <a:pt x="257" y="96"/>
                  <a:pt x="257" y="96"/>
                  <a:pt x="257" y="96"/>
                </a:cubicBezTo>
                <a:lnTo>
                  <a:pt x="257" y="48"/>
                </a:lnTo>
                <a:close/>
                <a:moveTo>
                  <a:pt x="136" y="321"/>
                </a:moveTo>
                <a:cubicBezTo>
                  <a:pt x="217" y="321"/>
                  <a:pt x="217" y="321"/>
                  <a:pt x="217" y="321"/>
                </a:cubicBezTo>
                <a:cubicBezTo>
                  <a:pt x="217" y="241"/>
                  <a:pt x="217" y="241"/>
                  <a:pt x="217" y="241"/>
                </a:cubicBezTo>
                <a:cubicBezTo>
                  <a:pt x="136" y="241"/>
                  <a:pt x="136" y="241"/>
                  <a:pt x="136" y="241"/>
                </a:cubicBezTo>
                <a:lnTo>
                  <a:pt x="136" y="321"/>
                </a:lnTo>
                <a:close/>
                <a:moveTo>
                  <a:pt x="152" y="257"/>
                </a:moveTo>
                <a:cubicBezTo>
                  <a:pt x="201" y="257"/>
                  <a:pt x="201" y="257"/>
                  <a:pt x="201" y="257"/>
                </a:cubicBezTo>
                <a:cubicBezTo>
                  <a:pt x="201" y="305"/>
                  <a:pt x="201" y="305"/>
                  <a:pt x="201" y="305"/>
                </a:cubicBezTo>
                <a:cubicBezTo>
                  <a:pt x="152" y="305"/>
                  <a:pt x="152" y="305"/>
                  <a:pt x="152" y="305"/>
                </a:cubicBezTo>
                <a:lnTo>
                  <a:pt x="152" y="257"/>
                </a:lnTo>
                <a:close/>
                <a:moveTo>
                  <a:pt x="136" y="216"/>
                </a:moveTo>
                <a:cubicBezTo>
                  <a:pt x="217" y="216"/>
                  <a:pt x="217" y="216"/>
                  <a:pt x="217" y="216"/>
                </a:cubicBezTo>
                <a:cubicBezTo>
                  <a:pt x="217" y="136"/>
                  <a:pt x="217" y="136"/>
                  <a:pt x="217" y="136"/>
                </a:cubicBezTo>
                <a:cubicBezTo>
                  <a:pt x="136" y="136"/>
                  <a:pt x="136" y="136"/>
                  <a:pt x="136" y="136"/>
                </a:cubicBezTo>
                <a:lnTo>
                  <a:pt x="136" y="216"/>
                </a:lnTo>
                <a:close/>
                <a:moveTo>
                  <a:pt x="152" y="152"/>
                </a:moveTo>
                <a:cubicBezTo>
                  <a:pt x="201" y="152"/>
                  <a:pt x="201" y="152"/>
                  <a:pt x="201" y="152"/>
                </a:cubicBezTo>
                <a:cubicBezTo>
                  <a:pt x="201" y="200"/>
                  <a:pt x="201" y="200"/>
                  <a:pt x="201" y="200"/>
                </a:cubicBezTo>
                <a:cubicBezTo>
                  <a:pt x="152" y="200"/>
                  <a:pt x="152" y="200"/>
                  <a:pt x="152" y="200"/>
                </a:cubicBezTo>
                <a:lnTo>
                  <a:pt x="152" y="15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2" name="Freeform 12"/>
          <p:cNvSpPr>
            <a:spLocks noEditPoints="1"/>
          </p:cNvSpPr>
          <p:nvPr/>
        </p:nvSpPr>
        <p:spPr bwMode="auto">
          <a:xfrm>
            <a:off x="8585201" y="912285"/>
            <a:ext cx="582084" cy="582084"/>
          </a:xfrm>
          <a:custGeom>
            <a:avLst/>
            <a:gdLst>
              <a:gd name="T0" fmla="*/ 32 w 353"/>
              <a:gd name="T1" fmla="*/ 192 h 353"/>
              <a:gd name="T2" fmla="*/ 0 w 353"/>
              <a:gd name="T3" fmla="*/ 321 h 353"/>
              <a:gd name="T4" fmla="*/ 129 w 353"/>
              <a:gd name="T5" fmla="*/ 353 h 353"/>
              <a:gd name="T6" fmla="*/ 161 w 353"/>
              <a:gd name="T7" fmla="*/ 224 h 353"/>
              <a:gd name="T8" fmla="*/ 145 w 353"/>
              <a:gd name="T9" fmla="*/ 321 h 353"/>
              <a:gd name="T10" fmla="*/ 32 w 353"/>
              <a:gd name="T11" fmla="*/ 337 h 353"/>
              <a:gd name="T12" fmla="*/ 16 w 353"/>
              <a:gd name="T13" fmla="*/ 224 h 353"/>
              <a:gd name="T14" fmla="*/ 129 w 353"/>
              <a:gd name="T15" fmla="*/ 208 h 353"/>
              <a:gd name="T16" fmla="*/ 145 w 353"/>
              <a:gd name="T17" fmla="*/ 321 h 353"/>
              <a:gd name="T18" fmla="*/ 32 w 353"/>
              <a:gd name="T19" fmla="*/ 0 h 353"/>
              <a:gd name="T20" fmla="*/ 0 w 353"/>
              <a:gd name="T21" fmla="*/ 128 h 353"/>
              <a:gd name="T22" fmla="*/ 129 w 353"/>
              <a:gd name="T23" fmla="*/ 160 h 353"/>
              <a:gd name="T24" fmla="*/ 161 w 353"/>
              <a:gd name="T25" fmla="*/ 32 h 353"/>
              <a:gd name="T26" fmla="*/ 145 w 353"/>
              <a:gd name="T27" fmla="*/ 128 h 353"/>
              <a:gd name="T28" fmla="*/ 32 w 353"/>
              <a:gd name="T29" fmla="*/ 144 h 353"/>
              <a:gd name="T30" fmla="*/ 16 w 353"/>
              <a:gd name="T31" fmla="*/ 32 h 353"/>
              <a:gd name="T32" fmla="*/ 129 w 353"/>
              <a:gd name="T33" fmla="*/ 16 h 353"/>
              <a:gd name="T34" fmla="*/ 145 w 353"/>
              <a:gd name="T35" fmla="*/ 128 h 353"/>
              <a:gd name="T36" fmla="*/ 225 w 353"/>
              <a:gd name="T37" fmla="*/ 0 h 353"/>
              <a:gd name="T38" fmla="*/ 193 w 353"/>
              <a:gd name="T39" fmla="*/ 128 h 353"/>
              <a:gd name="T40" fmla="*/ 321 w 353"/>
              <a:gd name="T41" fmla="*/ 160 h 353"/>
              <a:gd name="T42" fmla="*/ 353 w 353"/>
              <a:gd name="T43" fmla="*/ 32 h 353"/>
              <a:gd name="T44" fmla="*/ 337 w 353"/>
              <a:gd name="T45" fmla="*/ 128 h 353"/>
              <a:gd name="T46" fmla="*/ 225 w 353"/>
              <a:gd name="T47" fmla="*/ 144 h 353"/>
              <a:gd name="T48" fmla="*/ 209 w 353"/>
              <a:gd name="T49" fmla="*/ 32 h 353"/>
              <a:gd name="T50" fmla="*/ 321 w 353"/>
              <a:gd name="T51" fmla="*/ 16 h 353"/>
              <a:gd name="T52" fmla="*/ 337 w 353"/>
              <a:gd name="T53" fmla="*/ 128 h 353"/>
              <a:gd name="T54" fmla="*/ 225 w 353"/>
              <a:gd name="T55" fmla="*/ 192 h 353"/>
              <a:gd name="T56" fmla="*/ 193 w 353"/>
              <a:gd name="T57" fmla="*/ 321 h 353"/>
              <a:gd name="T58" fmla="*/ 321 w 353"/>
              <a:gd name="T59" fmla="*/ 353 h 353"/>
              <a:gd name="T60" fmla="*/ 353 w 353"/>
              <a:gd name="T61" fmla="*/ 224 h 353"/>
              <a:gd name="T62" fmla="*/ 337 w 353"/>
              <a:gd name="T63" fmla="*/ 321 h 353"/>
              <a:gd name="T64" fmla="*/ 225 w 353"/>
              <a:gd name="T65" fmla="*/ 337 h 353"/>
              <a:gd name="T66" fmla="*/ 209 w 353"/>
              <a:gd name="T67" fmla="*/ 224 h 353"/>
              <a:gd name="T68" fmla="*/ 321 w 353"/>
              <a:gd name="T69" fmla="*/ 208 h 353"/>
              <a:gd name="T70" fmla="*/ 337 w 353"/>
              <a:gd name="T71" fmla="*/ 321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353" h="353">
                <a:moveTo>
                  <a:pt x="129" y="192"/>
                </a:moveTo>
                <a:cubicBezTo>
                  <a:pt x="32" y="192"/>
                  <a:pt x="32" y="192"/>
                  <a:pt x="32" y="192"/>
                </a:cubicBezTo>
                <a:cubicBezTo>
                  <a:pt x="15" y="192"/>
                  <a:pt x="0" y="207"/>
                  <a:pt x="0" y="224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5" y="353"/>
                  <a:pt x="32" y="353"/>
                </a:cubicBezTo>
                <a:cubicBezTo>
                  <a:pt x="129" y="353"/>
                  <a:pt x="129" y="353"/>
                  <a:pt x="129" y="353"/>
                </a:cubicBezTo>
                <a:cubicBezTo>
                  <a:pt x="146" y="353"/>
                  <a:pt x="161" y="339"/>
                  <a:pt x="161" y="321"/>
                </a:cubicBezTo>
                <a:cubicBezTo>
                  <a:pt x="161" y="224"/>
                  <a:pt x="161" y="224"/>
                  <a:pt x="161" y="224"/>
                </a:cubicBezTo>
                <a:cubicBezTo>
                  <a:pt x="161" y="207"/>
                  <a:pt x="146" y="192"/>
                  <a:pt x="129" y="192"/>
                </a:cubicBezTo>
                <a:moveTo>
                  <a:pt x="145" y="321"/>
                </a:moveTo>
                <a:cubicBezTo>
                  <a:pt x="145" y="330"/>
                  <a:pt x="138" y="337"/>
                  <a:pt x="129" y="337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23" y="337"/>
                  <a:pt x="16" y="330"/>
                  <a:pt x="16" y="321"/>
                </a:cubicBezTo>
                <a:cubicBezTo>
                  <a:pt x="16" y="224"/>
                  <a:pt x="16" y="224"/>
                  <a:pt x="16" y="224"/>
                </a:cubicBezTo>
                <a:cubicBezTo>
                  <a:pt x="16" y="216"/>
                  <a:pt x="23" y="208"/>
                  <a:pt x="32" y="208"/>
                </a:cubicBezTo>
                <a:cubicBezTo>
                  <a:pt x="129" y="208"/>
                  <a:pt x="129" y="208"/>
                  <a:pt x="129" y="208"/>
                </a:cubicBezTo>
                <a:cubicBezTo>
                  <a:pt x="138" y="208"/>
                  <a:pt x="145" y="216"/>
                  <a:pt x="145" y="224"/>
                </a:cubicBezTo>
                <a:lnTo>
                  <a:pt x="145" y="321"/>
                </a:lnTo>
                <a:close/>
                <a:moveTo>
                  <a:pt x="129" y="0"/>
                </a:moveTo>
                <a:cubicBezTo>
                  <a:pt x="32" y="0"/>
                  <a:pt x="32" y="0"/>
                  <a:pt x="32" y="0"/>
                </a:cubicBezTo>
                <a:cubicBezTo>
                  <a:pt x="15" y="0"/>
                  <a:pt x="0" y="14"/>
                  <a:pt x="0" y="32"/>
                </a:cubicBezTo>
                <a:cubicBezTo>
                  <a:pt x="0" y="128"/>
                  <a:pt x="0" y="128"/>
                  <a:pt x="0" y="128"/>
                </a:cubicBezTo>
                <a:cubicBezTo>
                  <a:pt x="0" y="146"/>
                  <a:pt x="15" y="160"/>
                  <a:pt x="32" y="160"/>
                </a:cubicBezTo>
                <a:cubicBezTo>
                  <a:pt x="129" y="160"/>
                  <a:pt x="129" y="160"/>
                  <a:pt x="129" y="160"/>
                </a:cubicBezTo>
                <a:cubicBezTo>
                  <a:pt x="146" y="160"/>
                  <a:pt x="161" y="146"/>
                  <a:pt x="161" y="128"/>
                </a:cubicBezTo>
                <a:cubicBezTo>
                  <a:pt x="161" y="32"/>
                  <a:pt x="161" y="32"/>
                  <a:pt x="161" y="32"/>
                </a:cubicBezTo>
                <a:cubicBezTo>
                  <a:pt x="161" y="14"/>
                  <a:pt x="146" y="0"/>
                  <a:pt x="129" y="0"/>
                </a:cubicBezTo>
                <a:moveTo>
                  <a:pt x="145" y="128"/>
                </a:moveTo>
                <a:cubicBezTo>
                  <a:pt x="145" y="137"/>
                  <a:pt x="138" y="144"/>
                  <a:pt x="129" y="144"/>
                </a:cubicBezTo>
                <a:cubicBezTo>
                  <a:pt x="32" y="144"/>
                  <a:pt x="32" y="144"/>
                  <a:pt x="32" y="144"/>
                </a:cubicBezTo>
                <a:cubicBezTo>
                  <a:pt x="23" y="144"/>
                  <a:pt x="16" y="137"/>
                  <a:pt x="16" y="128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3"/>
                  <a:pt x="23" y="16"/>
                  <a:pt x="32" y="16"/>
                </a:cubicBezTo>
                <a:cubicBezTo>
                  <a:pt x="129" y="16"/>
                  <a:pt x="129" y="16"/>
                  <a:pt x="129" y="16"/>
                </a:cubicBezTo>
                <a:cubicBezTo>
                  <a:pt x="138" y="16"/>
                  <a:pt x="145" y="23"/>
                  <a:pt x="145" y="32"/>
                </a:cubicBezTo>
                <a:lnTo>
                  <a:pt x="145" y="128"/>
                </a:lnTo>
                <a:close/>
                <a:moveTo>
                  <a:pt x="321" y="0"/>
                </a:moveTo>
                <a:cubicBezTo>
                  <a:pt x="225" y="0"/>
                  <a:pt x="225" y="0"/>
                  <a:pt x="225" y="0"/>
                </a:cubicBezTo>
                <a:cubicBezTo>
                  <a:pt x="207" y="0"/>
                  <a:pt x="193" y="14"/>
                  <a:pt x="193" y="32"/>
                </a:cubicBezTo>
                <a:cubicBezTo>
                  <a:pt x="193" y="128"/>
                  <a:pt x="193" y="128"/>
                  <a:pt x="193" y="128"/>
                </a:cubicBezTo>
                <a:cubicBezTo>
                  <a:pt x="193" y="146"/>
                  <a:pt x="207" y="160"/>
                  <a:pt x="225" y="160"/>
                </a:cubicBezTo>
                <a:cubicBezTo>
                  <a:pt x="321" y="160"/>
                  <a:pt x="321" y="160"/>
                  <a:pt x="321" y="160"/>
                </a:cubicBezTo>
                <a:cubicBezTo>
                  <a:pt x="339" y="160"/>
                  <a:pt x="353" y="146"/>
                  <a:pt x="353" y="128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14"/>
                  <a:pt x="339" y="0"/>
                  <a:pt x="321" y="0"/>
                </a:cubicBezTo>
                <a:moveTo>
                  <a:pt x="337" y="128"/>
                </a:moveTo>
                <a:cubicBezTo>
                  <a:pt x="337" y="137"/>
                  <a:pt x="330" y="144"/>
                  <a:pt x="321" y="144"/>
                </a:cubicBezTo>
                <a:cubicBezTo>
                  <a:pt x="225" y="144"/>
                  <a:pt x="225" y="144"/>
                  <a:pt x="225" y="144"/>
                </a:cubicBezTo>
                <a:cubicBezTo>
                  <a:pt x="216" y="144"/>
                  <a:pt x="209" y="137"/>
                  <a:pt x="209" y="128"/>
                </a:cubicBezTo>
                <a:cubicBezTo>
                  <a:pt x="209" y="32"/>
                  <a:pt x="209" y="32"/>
                  <a:pt x="209" y="32"/>
                </a:cubicBezTo>
                <a:cubicBezTo>
                  <a:pt x="209" y="23"/>
                  <a:pt x="216" y="16"/>
                  <a:pt x="225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3"/>
                  <a:pt x="337" y="32"/>
                </a:cubicBezTo>
                <a:lnTo>
                  <a:pt x="337" y="128"/>
                </a:lnTo>
                <a:close/>
                <a:moveTo>
                  <a:pt x="321" y="192"/>
                </a:moveTo>
                <a:cubicBezTo>
                  <a:pt x="225" y="192"/>
                  <a:pt x="225" y="192"/>
                  <a:pt x="225" y="192"/>
                </a:cubicBezTo>
                <a:cubicBezTo>
                  <a:pt x="207" y="192"/>
                  <a:pt x="193" y="207"/>
                  <a:pt x="193" y="224"/>
                </a:cubicBezTo>
                <a:cubicBezTo>
                  <a:pt x="193" y="321"/>
                  <a:pt x="193" y="321"/>
                  <a:pt x="193" y="321"/>
                </a:cubicBezTo>
                <a:cubicBezTo>
                  <a:pt x="193" y="339"/>
                  <a:pt x="207" y="353"/>
                  <a:pt x="225" y="353"/>
                </a:cubicBezTo>
                <a:cubicBezTo>
                  <a:pt x="321" y="353"/>
                  <a:pt x="321" y="353"/>
                  <a:pt x="321" y="353"/>
                </a:cubicBezTo>
                <a:cubicBezTo>
                  <a:pt x="339" y="353"/>
                  <a:pt x="353" y="339"/>
                  <a:pt x="353" y="321"/>
                </a:cubicBezTo>
                <a:cubicBezTo>
                  <a:pt x="353" y="224"/>
                  <a:pt x="353" y="224"/>
                  <a:pt x="353" y="224"/>
                </a:cubicBezTo>
                <a:cubicBezTo>
                  <a:pt x="353" y="207"/>
                  <a:pt x="339" y="192"/>
                  <a:pt x="321" y="192"/>
                </a:cubicBezTo>
                <a:moveTo>
                  <a:pt x="337" y="321"/>
                </a:moveTo>
                <a:cubicBezTo>
                  <a:pt x="337" y="330"/>
                  <a:pt x="330" y="337"/>
                  <a:pt x="321" y="337"/>
                </a:cubicBezTo>
                <a:cubicBezTo>
                  <a:pt x="225" y="337"/>
                  <a:pt x="225" y="337"/>
                  <a:pt x="225" y="337"/>
                </a:cubicBezTo>
                <a:cubicBezTo>
                  <a:pt x="216" y="337"/>
                  <a:pt x="209" y="330"/>
                  <a:pt x="209" y="321"/>
                </a:cubicBezTo>
                <a:cubicBezTo>
                  <a:pt x="209" y="224"/>
                  <a:pt x="209" y="224"/>
                  <a:pt x="209" y="224"/>
                </a:cubicBezTo>
                <a:cubicBezTo>
                  <a:pt x="209" y="216"/>
                  <a:pt x="216" y="208"/>
                  <a:pt x="225" y="208"/>
                </a:cubicBezTo>
                <a:cubicBezTo>
                  <a:pt x="321" y="208"/>
                  <a:pt x="321" y="208"/>
                  <a:pt x="321" y="208"/>
                </a:cubicBezTo>
                <a:cubicBezTo>
                  <a:pt x="330" y="208"/>
                  <a:pt x="337" y="216"/>
                  <a:pt x="337" y="224"/>
                </a:cubicBezTo>
                <a:lnTo>
                  <a:pt x="337" y="32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3" name="Freeform 13"/>
          <p:cNvSpPr>
            <a:spLocks noEditPoints="1"/>
          </p:cNvSpPr>
          <p:nvPr/>
        </p:nvSpPr>
        <p:spPr bwMode="auto">
          <a:xfrm>
            <a:off x="9698567" y="912285"/>
            <a:ext cx="582084" cy="582084"/>
          </a:xfrm>
          <a:custGeom>
            <a:avLst/>
            <a:gdLst>
              <a:gd name="T0" fmla="*/ 16 w 353"/>
              <a:gd name="T1" fmla="*/ 128 h 353"/>
              <a:gd name="T2" fmla="*/ 0 w 353"/>
              <a:gd name="T3" fmla="*/ 208 h 353"/>
              <a:gd name="T4" fmla="*/ 80 w 353"/>
              <a:gd name="T5" fmla="*/ 224 h 353"/>
              <a:gd name="T6" fmla="*/ 96 w 353"/>
              <a:gd name="T7" fmla="*/ 144 h 353"/>
              <a:gd name="T8" fmla="*/ 80 w 353"/>
              <a:gd name="T9" fmla="*/ 208 h 353"/>
              <a:gd name="T10" fmla="*/ 16 w 353"/>
              <a:gd name="T11" fmla="*/ 144 h 353"/>
              <a:gd name="T12" fmla="*/ 80 w 353"/>
              <a:gd name="T13" fmla="*/ 208 h 353"/>
              <a:gd name="T14" fmla="*/ 144 w 353"/>
              <a:gd name="T15" fmla="*/ 0 h 353"/>
              <a:gd name="T16" fmla="*/ 128 w 353"/>
              <a:gd name="T17" fmla="*/ 80 h 353"/>
              <a:gd name="T18" fmla="*/ 208 w 353"/>
              <a:gd name="T19" fmla="*/ 96 h 353"/>
              <a:gd name="T20" fmla="*/ 224 w 353"/>
              <a:gd name="T21" fmla="*/ 16 h 353"/>
              <a:gd name="T22" fmla="*/ 208 w 353"/>
              <a:gd name="T23" fmla="*/ 80 h 353"/>
              <a:gd name="T24" fmla="*/ 144 w 353"/>
              <a:gd name="T25" fmla="*/ 16 h 353"/>
              <a:gd name="T26" fmla="*/ 208 w 353"/>
              <a:gd name="T27" fmla="*/ 80 h 353"/>
              <a:gd name="T28" fmla="*/ 16 w 353"/>
              <a:gd name="T29" fmla="*/ 257 h 353"/>
              <a:gd name="T30" fmla="*/ 0 w 353"/>
              <a:gd name="T31" fmla="*/ 337 h 353"/>
              <a:gd name="T32" fmla="*/ 80 w 353"/>
              <a:gd name="T33" fmla="*/ 353 h 353"/>
              <a:gd name="T34" fmla="*/ 96 w 353"/>
              <a:gd name="T35" fmla="*/ 273 h 353"/>
              <a:gd name="T36" fmla="*/ 80 w 353"/>
              <a:gd name="T37" fmla="*/ 337 h 353"/>
              <a:gd name="T38" fmla="*/ 16 w 353"/>
              <a:gd name="T39" fmla="*/ 273 h 353"/>
              <a:gd name="T40" fmla="*/ 80 w 353"/>
              <a:gd name="T41" fmla="*/ 337 h 353"/>
              <a:gd name="T42" fmla="*/ 272 w 353"/>
              <a:gd name="T43" fmla="*/ 0 h 353"/>
              <a:gd name="T44" fmla="*/ 256 w 353"/>
              <a:gd name="T45" fmla="*/ 80 h 353"/>
              <a:gd name="T46" fmla="*/ 337 w 353"/>
              <a:gd name="T47" fmla="*/ 96 h 353"/>
              <a:gd name="T48" fmla="*/ 353 w 353"/>
              <a:gd name="T49" fmla="*/ 16 h 353"/>
              <a:gd name="T50" fmla="*/ 337 w 353"/>
              <a:gd name="T51" fmla="*/ 80 h 353"/>
              <a:gd name="T52" fmla="*/ 272 w 353"/>
              <a:gd name="T53" fmla="*/ 16 h 353"/>
              <a:gd name="T54" fmla="*/ 337 w 353"/>
              <a:gd name="T55" fmla="*/ 80 h 353"/>
              <a:gd name="T56" fmla="*/ 272 w 353"/>
              <a:gd name="T57" fmla="*/ 257 h 353"/>
              <a:gd name="T58" fmla="*/ 256 w 353"/>
              <a:gd name="T59" fmla="*/ 337 h 353"/>
              <a:gd name="T60" fmla="*/ 337 w 353"/>
              <a:gd name="T61" fmla="*/ 353 h 353"/>
              <a:gd name="T62" fmla="*/ 353 w 353"/>
              <a:gd name="T63" fmla="*/ 273 h 353"/>
              <a:gd name="T64" fmla="*/ 337 w 353"/>
              <a:gd name="T65" fmla="*/ 337 h 353"/>
              <a:gd name="T66" fmla="*/ 272 w 353"/>
              <a:gd name="T67" fmla="*/ 273 h 353"/>
              <a:gd name="T68" fmla="*/ 337 w 353"/>
              <a:gd name="T69" fmla="*/ 337 h 353"/>
              <a:gd name="T70" fmla="*/ 16 w 353"/>
              <a:gd name="T71" fmla="*/ 0 h 353"/>
              <a:gd name="T72" fmla="*/ 0 w 353"/>
              <a:gd name="T73" fmla="*/ 80 h 353"/>
              <a:gd name="T74" fmla="*/ 80 w 353"/>
              <a:gd name="T75" fmla="*/ 96 h 353"/>
              <a:gd name="T76" fmla="*/ 96 w 353"/>
              <a:gd name="T77" fmla="*/ 16 h 353"/>
              <a:gd name="T78" fmla="*/ 80 w 353"/>
              <a:gd name="T79" fmla="*/ 80 h 353"/>
              <a:gd name="T80" fmla="*/ 16 w 353"/>
              <a:gd name="T81" fmla="*/ 16 h 353"/>
              <a:gd name="T82" fmla="*/ 80 w 353"/>
              <a:gd name="T83" fmla="*/ 80 h 353"/>
              <a:gd name="T84" fmla="*/ 144 w 353"/>
              <a:gd name="T85" fmla="*/ 128 h 353"/>
              <a:gd name="T86" fmla="*/ 128 w 353"/>
              <a:gd name="T87" fmla="*/ 208 h 353"/>
              <a:gd name="T88" fmla="*/ 208 w 353"/>
              <a:gd name="T89" fmla="*/ 224 h 353"/>
              <a:gd name="T90" fmla="*/ 224 w 353"/>
              <a:gd name="T91" fmla="*/ 144 h 353"/>
              <a:gd name="T92" fmla="*/ 208 w 353"/>
              <a:gd name="T93" fmla="*/ 208 h 353"/>
              <a:gd name="T94" fmla="*/ 144 w 353"/>
              <a:gd name="T95" fmla="*/ 144 h 353"/>
              <a:gd name="T96" fmla="*/ 208 w 353"/>
              <a:gd name="T97" fmla="*/ 208 h 353"/>
              <a:gd name="T98" fmla="*/ 144 w 353"/>
              <a:gd name="T99" fmla="*/ 257 h 353"/>
              <a:gd name="T100" fmla="*/ 128 w 353"/>
              <a:gd name="T101" fmla="*/ 337 h 353"/>
              <a:gd name="T102" fmla="*/ 208 w 353"/>
              <a:gd name="T103" fmla="*/ 353 h 353"/>
              <a:gd name="T104" fmla="*/ 224 w 353"/>
              <a:gd name="T105" fmla="*/ 273 h 353"/>
              <a:gd name="T106" fmla="*/ 208 w 353"/>
              <a:gd name="T107" fmla="*/ 337 h 353"/>
              <a:gd name="T108" fmla="*/ 144 w 353"/>
              <a:gd name="T109" fmla="*/ 273 h 353"/>
              <a:gd name="T110" fmla="*/ 208 w 353"/>
              <a:gd name="T111" fmla="*/ 337 h 353"/>
              <a:gd name="T112" fmla="*/ 272 w 353"/>
              <a:gd name="T113" fmla="*/ 128 h 353"/>
              <a:gd name="T114" fmla="*/ 256 w 353"/>
              <a:gd name="T115" fmla="*/ 208 h 353"/>
              <a:gd name="T116" fmla="*/ 337 w 353"/>
              <a:gd name="T117" fmla="*/ 224 h 353"/>
              <a:gd name="T118" fmla="*/ 353 w 353"/>
              <a:gd name="T119" fmla="*/ 144 h 353"/>
              <a:gd name="T120" fmla="*/ 337 w 353"/>
              <a:gd name="T121" fmla="*/ 208 h 353"/>
              <a:gd name="T122" fmla="*/ 272 w 353"/>
              <a:gd name="T123" fmla="*/ 144 h 353"/>
              <a:gd name="T124" fmla="*/ 337 w 353"/>
              <a:gd name="T125" fmla="*/ 208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53" h="353">
                <a:moveTo>
                  <a:pt x="80" y="128"/>
                </a:moveTo>
                <a:cubicBezTo>
                  <a:pt x="16" y="128"/>
                  <a:pt x="16" y="128"/>
                  <a:pt x="16" y="128"/>
                </a:cubicBezTo>
                <a:cubicBezTo>
                  <a:pt x="7" y="128"/>
                  <a:pt x="0" y="135"/>
                  <a:pt x="0" y="144"/>
                </a:cubicBezTo>
                <a:cubicBezTo>
                  <a:pt x="0" y="208"/>
                  <a:pt x="0" y="208"/>
                  <a:pt x="0" y="208"/>
                </a:cubicBezTo>
                <a:cubicBezTo>
                  <a:pt x="0" y="217"/>
                  <a:pt x="7" y="224"/>
                  <a:pt x="16" y="224"/>
                </a:cubicBezTo>
                <a:cubicBezTo>
                  <a:pt x="80" y="224"/>
                  <a:pt x="80" y="224"/>
                  <a:pt x="80" y="224"/>
                </a:cubicBezTo>
                <a:cubicBezTo>
                  <a:pt x="89" y="224"/>
                  <a:pt x="96" y="217"/>
                  <a:pt x="96" y="208"/>
                </a:cubicBezTo>
                <a:cubicBezTo>
                  <a:pt x="96" y="144"/>
                  <a:pt x="96" y="144"/>
                  <a:pt x="96" y="144"/>
                </a:cubicBezTo>
                <a:cubicBezTo>
                  <a:pt x="96" y="135"/>
                  <a:pt x="89" y="128"/>
                  <a:pt x="80" y="128"/>
                </a:cubicBezTo>
                <a:moveTo>
                  <a:pt x="80" y="208"/>
                </a:moveTo>
                <a:cubicBezTo>
                  <a:pt x="16" y="208"/>
                  <a:pt x="16" y="208"/>
                  <a:pt x="16" y="208"/>
                </a:cubicBezTo>
                <a:cubicBezTo>
                  <a:pt x="16" y="144"/>
                  <a:pt x="16" y="144"/>
                  <a:pt x="16" y="144"/>
                </a:cubicBezTo>
                <a:cubicBezTo>
                  <a:pt x="80" y="144"/>
                  <a:pt x="80" y="144"/>
                  <a:pt x="80" y="144"/>
                </a:cubicBezTo>
                <a:lnTo>
                  <a:pt x="80" y="208"/>
                </a:lnTo>
                <a:close/>
                <a:moveTo>
                  <a:pt x="208" y="0"/>
                </a:moveTo>
                <a:cubicBezTo>
                  <a:pt x="144" y="0"/>
                  <a:pt x="144" y="0"/>
                  <a:pt x="144" y="0"/>
                </a:cubicBezTo>
                <a:cubicBezTo>
                  <a:pt x="135" y="0"/>
                  <a:pt x="128" y="7"/>
                  <a:pt x="128" y="16"/>
                </a:cubicBezTo>
                <a:cubicBezTo>
                  <a:pt x="128" y="80"/>
                  <a:pt x="128" y="80"/>
                  <a:pt x="128" y="80"/>
                </a:cubicBezTo>
                <a:cubicBezTo>
                  <a:pt x="128" y="89"/>
                  <a:pt x="135" y="96"/>
                  <a:pt x="144" y="96"/>
                </a:cubicBezTo>
                <a:cubicBezTo>
                  <a:pt x="208" y="96"/>
                  <a:pt x="208" y="96"/>
                  <a:pt x="208" y="96"/>
                </a:cubicBezTo>
                <a:cubicBezTo>
                  <a:pt x="217" y="96"/>
                  <a:pt x="224" y="89"/>
                  <a:pt x="224" y="80"/>
                </a:cubicBezTo>
                <a:cubicBezTo>
                  <a:pt x="224" y="16"/>
                  <a:pt x="224" y="16"/>
                  <a:pt x="224" y="16"/>
                </a:cubicBezTo>
                <a:cubicBezTo>
                  <a:pt x="224" y="7"/>
                  <a:pt x="217" y="0"/>
                  <a:pt x="208" y="0"/>
                </a:cubicBezTo>
                <a:moveTo>
                  <a:pt x="208" y="80"/>
                </a:moveTo>
                <a:cubicBezTo>
                  <a:pt x="144" y="80"/>
                  <a:pt x="144" y="80"/>
                  <a:pt x="144" y="80"/>
                </a:cubicBezTo>
                <a:cubicBezTo>
                  <a:pt x="144" y="16"/>
                  <a:pt x="144" y="16"/>
                  <a:pt x="144" y="16"/>
                </a:cubicBezTo>
                <a:cubicBezTo>
                  <a:pt x="208" y="16"/>
                  <a:pt x="208" y="16"/>
                  <a:pt x="208" y="16"/>
                </a:cubicBezTo>
                <a:lnTo>
                  <a:pt x="208" y="80"/>
                </a:lnTo>
                <a:close/>
                <a:moveTo>
                  <a:pt x="80" y="257"/>
                </a:moveTo>
                <a:cubicBezTo>
                  <a:pt x="16" y="257"/>
                  <a:pt x="16" y="257"/>
                  <a:pt x="16" y="257"/>
                </a:cubicBezTo>
                <a:cubicBezTo>
                  <a:pt x="7" y="257"/>
                  <a:pt x="0" y="264"/>
                  <a:pt x="0" y="273"/>
                </a:cubicBezTo>
                <a:cubicBezTo>
                  <a:pt x="0" y="337"/>
                  <a:pt x="0" y="337"/>
                  <a:pt x="0" y="337"/>
                </a:cubicBezTo>
                <a:cubicBezTo>
                  <a:pt x="0" y="346"/>
                  <a:pt x="7" y="353"/>
                  <a:pt x="16" y="353"/>
                </a:cubicBezTo>
                <a:cubicBezTo>
                  <a:pt x="80" y="353"/>
                  <a:pt x="80" y="353"/>
                  <a:pt x="80" y="353"/>
                </a:cubicBezTo>
                <a:cubicBezTo>
                  <a:pt x="89" y="353"/>
                  <a:pt x="96" y="346"/>
                  <a:pt x="96" y="337"/>
                </a:cubicBezTo>
                <a:cubicBezTo>
                  <a:pt x="96" y="273"/>
                  <a:pt x="96" y="273"/>
                  <a:pt x="96" y="273"/>
                </a:cubicBezTo>
                <a:cubicBezTo>
                  <a:pt x="96" y="264"/>
                  <a:pt x="89" y="257"/>
                  <a:pt x="80" y="257"/>
                </a:cubicBezTo>
                <a:moveTo>
                  <a:pt x="80" y="337"/>
                </a:moveTo>
                <a:cubicBezTo>
                  <a:pt x="16" y="337"/>
                  <a:pt x="16" y="337"/>
                  <a:pt x="16" y="337"/>
                </a:cubicBezTo>
                <a:cubicBezTo>
                  <a:pt x="16" y="273"/>
                  <a:pt x="16" y="273"/>
                  <a:pt x="16" y="273"/>
                </a:cubicBezTo>
                <a:cubicBezTo>
                  <a:pt x="80" y="273"/>
                  <a:pt x="80" y="273"/>
                  <a:pt x="80" y="273"/>
                </a:cubicBezTo>
                <a:lnTo>
                  <a:pt x="80" y="337"/>
                </a:lnTo>
                <a:close/>
                <a:moveTo>
                  <a:pt x="337" y="0"/>
                </a:moveTo>
                <a:cubicBezTo>
                  <a:pt x="272" y="0"/>
                  <a:pt x="272" y="0"/>
                  <a:pt x="272" y="0"/>
                </a:cubicBezTo>
                <a:cubicBezTo>
                  <a:pt x="264" y="0"/>
                  <a:pt x="256" y="7"/>
                  <a:pt x="256" y="16"/>
                </a:cubicBezTo>
                <a:cubicBezTo>
                  <a:pt x="256" y="80"/>
                  <a:pt x="256" y="80"/>
                  <a:pt x="256" y="80"/>
                </a:cubicBezTo>
                <a:cubicBezTo>
                  <a:pt x="256" y="89"/>
                  <a:pt x="264" y="96"/>
                  <a:pt x="272" y="96"/>
                </a:cubicBezTo>
                <a:cubicBezTo>
                  <a:pt x="337" y="96"/>
                  <a:pt x="337" y="96"/>
                  <a:pt x="337" y="96"/>
                </a:cubicBezTo>
                <a:cubicBezTo>
                  <a:pt x="346" y="96"/>
                  <a:pt x="353" y="89"/>
                  <a:pt x="353" y="80"/>
                </a:cubicBezTo>
                <a:cubicBezTo>
                  <a:pt x="353" y="16"/>
                  <a:pt x="353" y="16"/>
                  <a:pt x="353" y="16"/>
                </a:cubicBezTo>
                <a:cubicBezTo>
                  <a:pt x="353" y="7"/>
                  <a:pt x="346" y="0"/>
                  <a:pt x="337" y="0"/>
                </a:cubicBezTo>
                <a:moveTo>
                  <a:pt x="337" y="80"/>
                </a:moveTo>
                <a:cubicBezTo>
                  <a:pt x="272" y="80"/>
                  <a:pt x="272" y="80"/>
                  <a:pt x="272" y="80"/>
                </a:cubicBezTo>
                <a:cubicBezTo>
                  <a:pt x="272" y="16"/>
                  <a:pt x="272" y="16"/>
                  <a:pt x="272" y="16"/>
                </a:cubicBezTo>
                <a:cubicBezTo>
                  <a:pt x="337" y="16"/>
                  <a:pt x="337" y="16"/>
                  <a:pt x="337" y="16"/>
                </a:cubicBezTo>
                <a:lnTo>
                  <a:pt x="337" y="80"/>
                </a:lnTo>
                <a:close/>
                <a:moveTo>
                  <a:pt x="337" y="257"/>
                </a:moveTo>
                <a:cubicBezTo>
                  <a:pt x="272" y="257"/>
                  <a:pt x="272" y="257"/>
                  <a:pt x="272" y="257"/>
                </a:cubicBezTo>
                <a:cubicBezTo>
                  <a:pt x="264" y="257"/>
                  <a:pt x="256" y="264"/>
                  <a:pt x="256" y="273"/>
                </a:cubicBezTo>
                <a:cubicBezTo>
                  <a:pt x="256" y="337"/>
                  <a:pt x="256" y="337"/>
                  <a:pt x="256" y="337"/>
                </a:cubicBezTo>
                <a:cubicBezTo>
                  <a:pt x="256" y="346"/>
                  <a:pt x="264" y="353"/>
                  <a:pt x="272" y="353"/>
                </a:cubicBezTo>
                <a:cubicBezTo>
                  <a:pt x="337" y="353"/>
                  <a:pt x="337" y="353"/>
                  <a:pt x="337" y="353"/>
                </a:cubicBezTo>
                <a:cubicBezTo>
                  <a:pt x="346" y="353"/>
                  <a:pt x="353" y="346"/>
                  <a:pt x="353" y="337"/>
                </a:cubicBezTo>
                <a:cubicBezTo>
                  <a:pt x="353" y="273"/>
                  <a:pt x="353" y="273"/>
                  <a:pt x="353" y="273"/>
                </a:cubicBezTo>
                <a:cubicBezTo>
                  <a:pt x="353" y="264"/>
                  <a:pt x="346" y="257"/>
                  <a:pt x="337" y="257"/>
                </a:cubicBezTo>
                <a:moveTo>
                  <a:pt x="337" y="337"/>
                </a:moveTo>
                <a:cubicBezTo>
                  <a:pt x="272" y="337"/>
                  <a:pt x="272" y="337"/>
                  <a:pt x="272" y="337"/>
                </a:cubicBezTo>
                <a:cubicBezTo>
                  <a:pt x="272" y="273"/>
                  <a:pt x="272" y="273"/>
                  <a:pt x="272" y="273"/>
                </a:cubicBezTo>
                <a:cubicBezTo>
                  <a:pt x="337" y="273"/>
                  <a:pt x="337" y="273"/>
                  <a:pt x="337" y="273"/>
                </a:cubicBezTo>
                <a:lnTo>
                  <a:pt x="337" y="337"/>
                </a:lnTo>
                <a:close/>
                <a:moveTo>
                  <a:pt x="80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80"/>
                  <a:pt x="0" y="80"/>
                  <a:pt x="0" y="80"/>
                </a:cubicBezTo>
                <a:cubicBezTo>
                  <a:pt x="0" y="89"/>
                  <a:pt x="7" y="96"/>
                  <a:pt x="16" y="96"/>
                </a:cubicBezTo>
                <a:cubicBezTo>
                  <a:pt x="80" y="96"/>
                  <a:pt x="80" y="96"/>
                  <a:pt x="80" y="96"/>
                </a:cubicBezTo>
                <a:cubicBezTo>
                  <a:pt x="89" y="96"/>
                  <a:pt x="96" y="89"/>
                  <a:pt x="96" y="80"/>
                </a:cubicBezTo>
                <a:cubicBezTo>
                  <a:pt x="96" y="16"/>
                  <a:pt x="96" y="16"/>
                  <a:pt x="96" y="16"/>
                </a:cubicBezTo>
                <a:cubicBezTo>
                  <a:pt x="96" y="7"/>
                  <a:pt x="89" y="0"/>
                  <a:pt x="80" y="0"/>
                </a:cubicBezTo>
                <a:moveTo>
                  <a:pt x="80" y="80"/>
                </a:moveTo>
                <a:cubicBezTo>
                  <a:pt x="16" y="80"/>
                  <a:pt x="16" y="80"/>
                  <a:pt x="16" y="80"/>
                </a:cubicBezTo>
                <a:cubicBezTo>
                  <a:pt x="16" y="16"/>
                  <a:pt x="16" y="16"/>
                  <a:pt x="16" y="16"/>
                </a:cubicBezTo>
                <a:cubicBezTo>
                  <a:pt x="80" y="16"/>
                  <a:pt x="80" y="16"/>
                  <a:pt x="80" y="16"/>
                </a:cubicBezTo>
                <a:lnTo>
                  <a:pt x="80" y="80"/>
                </a:lnTo>
                <a:close/>
                <a:moveTo>
                  <a:pt x="208" y="128"/>
                </a:moveTo>
                <a:cubicBezTo>
                  <a:pt x="144" y="128"/>
                  <a:pt x="144" y="128"/>
                  <a:pt x="144" y="128"/>
                </a:cubicBezTo>
                <a:cubicBezTo>
                  <a:pt x="135" y="128"/>
                  <a:pt x="128" y="135"/>
                  <a:pt x="128" y="144"/>
                </a:cubicBezTo>
                <a:cubicBezTo>
                  <a:pt x="128" y="208"/>
                  <a:pt x="128" y="208"/>
                  <a:pt x="128" y="208"/>
                </a:cubicBezTo>
                <a:cubicBezTo>
                  <a:pt x="128" y="217"/>
                  <a:pt x="135" y="224"/>
                  <a:pt x="144" y="224"/>
                </a:cubicBezTo>
                <a:cubicBezTo>
                  <a:pt x="208" y="224"/>
                  <a:pt x="208" y="224"/>
                  <a:pt x="208" y="224"/>
                </a:cubicBezTo>
                <a:cubicBezTo>
                  <a:pt x="217" y="224"/>
                  <a:pt x="224" y="217"/>
                  <a:pt x="224" y="208"/>
                </a:cubicBezTo>
                <a:cubicBezTo>
                  <a:pt x="224" y="144"/>
                  <a:pt x="224" y="144"/>
                  <a:pt x="224" y="144"/>
                </a:cubicBezTo>
                <a:cubicBezTo>
                  <a:pt x="224" y="135"/>
                  <a:pt x="217" y="128"/>
                  <a:pt x="208" y="128"/>
                </a:cubicBezTo>
                <a:moveTo>
                  <a:pt x="208" y="208"/>
                </a:moveTo>
                <a:cubicBezTo>
                  <a:pt x="144" y="208"/>
                  <a:pt x="144" y="208"/>
                  <a:pt x="144" y="208"/>
                </a:cubicBezTo>
                <a:cubicBezTo>
                  <a:pt x="144" y="144"/>
                  <a:pt x="144" y="144"/>
                  <a:pt x="144" y="144"/>
                </a:cubicBezTo>
                <a:cubicBezTo>
                  <a:pt x="208" y="144"/>
                  <a:pt x="208" y="144"/>
                  <a:pt x="208" y="144"/>
                </a:cubicBezTo>
                <a:lnTo>
                  <a:pt x="208" y="208"/>
                </a:lnTo>
                <a:close/>
                <a:moveTo>
                  <a:pt x="208" y="257"/>
                </a:moveTo>
                <a:cubicBezTo>
                  <a:pt x="144" y="257"/>
                  <a:pt x="144" y="257"/>
                  <a:pt x="144" y="257"/>
                </a:cubicBezTo>
                <a:cubicBezTo>
                  <a:pt x="135" y="257"/>
                  <a:pt x="128" y="264"/>
                  <a:pt x="128" y="273"/>
                </a:cubicBezTo>
                <a:cubicBezTo>
                  <a:pt x="128" y="337"/>
                  <a:pt x="128" y="337"/>
                  <a:pt x="128" y="337"/>
                </a:cubicBezTo>
                <a:cubicBezTo>
                  <a:pt x="128" y="346"/>
                  <a:pt x="135" y="353"/>
                  <a:pt x="144" y="353"/>
                </a:cubicBezTo>
                <a:cubicBezTo>
                  <a:pt x="208" y="353"/>
                  <a:pt x="208" y="353"/>
                  <a:pt x="208" y="353"/>
                </a:cubicBezTo>
                <a:cubicBezTo>
                  <a:pt x="217" y="353"/>
                  <a:pt x="224" y="346"/>
                  <a:pt x="224" y="337"/>
                </a:cubicBezTo>
                <a:cubicBezTo>
                  <a:pt x="224" y="273"/>
                  <a:pt x="224" y="273"/>
                  <a:pt x="224" y="273"/>
                </a:cubicBezTo>
                <a:cubicBezTo>
                  <a:pt x="224" y="264"/>
                  <a:pt x="217" y="257"/>
                  <a:pt x="208" y="257"/>
                </a:cubicBezTo>
                <a:moveTo>
                  <a:pt x="208" y="337"/>
                </a:moveTo>
                <a:cubicBezTo>
                  <a:pt x="144" y="337"/>
                  <a:pt x="144" y="337"/>
                  <a:pt x="144" y="337"/>
                </a:cubicBezTo>
                <a:cubicBezTo>
                  <a:pt x="144" y="273"/>
                  <a:pt x="144" y="273"/>
                  <a:pt x="144" y="273"/>
                </a:cubicBezTo>
                <a:cubicBezTo>
                  <a:pt x="208" y="273"/>
                  <a:pt x="208" y="273"/>
                  <a:pt x="208" y="273"/>
                </a:cubicBezTo>
                <a:lnTo>
                  <a:pt x="208" y="337"/>
                </a:lnTo>
                <a:close/>
                <a:moveTo>
                  <a:pt x="337" y="128"/>
                </a:moveTo>
                <a:cubicBezTo>
                  <a:pt x="272" y="128"/>
                  <a:pt x="272" y="128"/>
                  <a:pt x="272" y="128"/>
                </a:cubicBezTo>
                <a:cubicBezTo>
                  <a:pt x="264" y="128"/>
                  <a:pt x="256" y="135"/>
                  <a:pt x="256" y="144"/>
                </a:cubicBezTo>
                <a:cubicBezTo>
                  <a:pt x="256" y="208"/>
                  <a:pt x="256" y="208"/>
                  <a:pt x="256" y="208"/>
                </a:cubicBezTo>
                <a:cubicBezTo>
                  <a:pt x="256" y="217"/>
                  <a:pt x="264" y="224"/>
                  <a:pt x="272" y="224"/>
                </a:cubicBezTo>
                <a:cubicBezTo>
                  <a:pt x="337" y="224"/>
                  <a:pt x="337" y="224"/>
                  <a:pt x="337" y="224"/>
                </a:cubicBezTo>
                <a:cubicBezTo>
                  <a:pt x="346" y="224"/>
                  <a:pt x="353" y="217"/>
                  <a:pt x="353" y="208"/>
                </a:cubicBezTo>
                <a:cubicBezTo>
                  <a:pt x="353" y="144"/>
                  <a:pt x="353" y="144"/>
                  <a:pt x="353" y="144"/>
                </a:cubicBezTo>
                <a:cubicBezTo>
                  <a:pt x="353" y="135"/>
                  <a:pt x="346" y="128"/>
                  <a:pt x="337" y="128"/>
                </a:cubicBezTo>
                <a:moveTo>
                  <a:pt x="337" y="208"/>
                </a:moveTo>
                <a:cubicBezTo>
                  <a:pt x="272" y="208"/>
                  <a:pt x="272" y="208"/>
                  <a:pt x="272" y="208"/>
                </a:cubicBezTo>
                <a:cubicBezTo>
                  <a:pt x="272" y="144"/>
                  <a:pt x="272" y="144"/>
                  <a:pt x="272" y="144"/>
                </a:cubicBezTo>
                <a:cubicBezTo>
                  <a:pt x="337" y="144"/>
                  <a:pt x="337" y="144"/>
                  <a:pt x="337" y="144"/>
                </a:cubicBezTo>
                <a:lnTo>
                  <a:pt x="337" y="20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4" name="Freeform 14"/>
          <p:cNvSpPr>
            <a:spLocks noEditPoints="1"/>
          </p:cNvSpPr>
          <p:nvPr/>
        </p:nvSpPr>
        <p:spPr bwMode="auto">
          <a:xfrm>
            <a:off x="10809818" y="912285"/>
            <a:ext cx="582084" cy="582084"/>
          </a:xfrm>
          <a:custGeom>
            <a:avLst/>
            <a:gdLst>
              <a:gd name="T0" fmla="*/ 80 w 353"/>
              <a:gd name="T1" fmla="*/ 128 h 353"/>
              <a:gd name="T2" fmla="*/ 16 w 353"/>
              <a:gd name="T3" fmla="*/ 128 h 353"/>
              <a:gd name="T4" fmla="*/ 0 w 353"/>
              <a:gd name="T5" fmla="*/ 144 h 353"/>
              <a:gd name="T6" fmla="*/ 0 w 353"/>
              <a:gd name="T7" fmla="*/ 337 h 353"/>
              <a:gd name="T8" fmla="*/ 16 w 353"/>
              <a:gd name="T9" fmla="*/ 353 h 353"/>
              <a:gd name="T10" fmla="*/ 80 w 353"/>
              <a:gd name="T11" fmla="*/ 353 h 353"/>
              <a:gd name="T12" fmla="*/ 96 w 353"/>
              <a:gd name="T13" fmla="*/ 337 h 353"/>
              <a:gd name="T14" fmla="*/ 96 w 353"/>
              <a:gd name="T15" fmla="*/ 144 h 353"/>
              <a:gd name="T16" fmla="*/ 80 w 353"/>
              <a:gd name="T17" fmla="*/ 128 h 353"/>
              <a:gd name="T18" fmla="*/ 80 w 353"/>
              <a:gd name="T19" fmla="*/ 337 h 353"/>
              <a:gd name="T20" fmla="*/ 16 w 353"/>
              <a:gd name="T21" fmla="*/ 337 h 353"/>
              <a:gd name="T22" fmla="*/ 16 w 353"/>
              <a:gd name="T23" fmla="*/ 144 h 353"/>
              <a:gd name="T24" fmla="*/ 80 w 353"/>
              <a:gd name="T25" fmla="*/ 144 h 353"/>
              <a:gd name="T26" fmla="*/ 80 w 353"/>
              <a:gd name="T27" fmla="*/ 337 h 353"/>
              <a:gd name="T28" fmla="*/ 337 w 353"/>
              <a:gd name="T29" fmla="*/ 0 h 353"/>
              <a:gd name="T30" fmla="*/ 16 w 353"/>
              <a:gd name="T31" fmla="*/ 0 h 353"/>
              <a:gd name="T32" fmla="*/ 0 w 353"/>
              <a:gd name="T33" fmla="*/ 16 h 353"/>
              <a:gd name="T34" fmla="*/ 0 w 353"/>
              <a:gd name="T35" fmla="*/ 80 h 353"/>
              <a:gd name="T36" fmla="*/ 16 w 353"/>
              <a:gd name="T37" fmla="*/ 96 h 353"/>
              <a:gd name="T38" fmla="*/ 337 w 353"/>
              <a:gd name="T39" fmla="*/ 96 h 353"/>
              <a:gd name="T40" fmla="*/ 353 w 353"/>
              <a:gd name="T41" fmla="*/ 80 h 353"/>
              <a:gd name="T42" fmla="*/ 353 w 353"/>
              <a:gd name="T43" fmla="*/ 16 h 353"/>
              <a:gd name="T44" fmla="*/ 337 w 353"/>
              <a:gd name="T45" fmla="*/ 0 h 353"/>
              <a:gd name="T46" fmla="*/ 337 w 353"/>
              <a:gd name="T47" fmla="*/ 80 h 353"/>
              <a:gd name="T48" fmla="*/ 16 w 353"/>
              <a:gd name="T49" fmla="*/ 80 h 353"/>
              <a:gd name="T50" fmla="*/ 16 w 353"/>
              <a:gd name="T51" fmla="*/ 16 h 353"/>
              <a:gd name="T52" fmla="*/ 337 w 353"/>
              <a:gd name="T53" fmla="*/ 16 h 353"/>
              <a:gd name="T54" fmla="*/ 337 w 353"/>
              <a:gd name="T55" fmla="*/ 80 h 353"/>
              <a:gd name="T56" fmla="*/ 337 w 353"/>
              <a:gd name="T57" fmla="*/ 128 h 353"/>
              <a:gd name="T58" fmla="*/ 144 w 353"/>
              <a:gd name="T59" fmla="*/ 128 h 353"/>
              <a:gd name="T60" fmla="*/ 128 w 353"/>
              <a:gd name="T61" fmla="*/ 144 h 353"/>
              <a:gd name="T62" fmla="*/ 128 w 353"/>
              <a:gd name="T63" fmla="*/ 337 h 353"/>
              <a:gd name="T64" fmla="*/ 144 w 353"/>
              <a:gd name="T65" fmla="*/ 353 h 353"/>
              <a:gd name="T66" fmla="*/ 337 w 353"/>
              <a:gd name="T67" fmla="*/ 353 h 353"/>
              <a:gd name="T68" fmla="*/ 353 w 353"/>
              <a:gd name="T69" fmla="*/ 337 h 353"/>
              <a:gd name="T70" fmla="*/ 353 w 353"/>
              <a:gd name="T71" fmla="*/ 144 h 353"/>
              <a:gd name="T72" fmla="*/ 337 w 353"/>
              <a:gd name="T73" fmla="*/ 128 h 353"/>
              <a:gd name="T74" fmla="*/ 337 w 353"/>
              <a:gd name="T75" fmla="*/ 337 h 353"/>
              <a:gd name="T76" fmla="*/ 144 w 353"/>
              <a:gd name="T77" fmla="*/ 337 h 353"/>
              <a:gd name="T78" fmla="*/ 144 w 353"/>
              <a:gd name="T79" fmla="*/ 144 h 353"/>
              <a:gd name="T80" fmla="*/ 337 w 353"/>
              <a:gd name="T81" fmla="*/ 144 h 353"/>
              <a:gd name="T82" fmla="*/ 337 w 353"/>
              <a:gd name="T83" fmla="*/ 337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353" h="353">
                <a:moveTo>
                  <a:pt x="80" y="128"/>
                </a:moveTo>
                <a:cubicBezTo>
                  <a:pt x="16" y="128"/>
                  <a:pt x="16" y="128"/>
                  <a:pt x="16" y="128"/>
                </a:cubicBezTo>
                <a:cubicBezTo>
                  <a:pt x="7" y="128"/>
                  <a:pt x="0" y="135"/>
                  <a:pt x="0" y="144"/>
                </a:cubicBezTo>
                <a:cubicBezTo>
                  <a:pt x="0" y="337"/>
                  <a:pt x="0" y="337"/>
                  <a:pt x="0" y="337"/>
                </a:cubicBezTo>
                <a:cubicBezTo>
                  <a:pt x="0" y="346"/>
                  <a:pt x="7" y="353"/>
                  <a:pt x="16" y="353"/>
                </a:cubicBezTo>
                <a:cubicBezTo>
                  <a:pt x="80" y="353"/>
                  <a:pt x="80" y="353"/>
                  <a:pt x="80" y="353"/>
                </a:cubicBezTo>
                <a:cubicBezTo>
                  <a:pt x="89" y="353"/>
                  <a:pt x="96" y="346"/>
                  <a:pt x="96" y="337"/>
                </a:cubicBezTo>
                <a:cubicBezTo>
                  <a:pt x="96" y="144"/>
                  <a:pt x="96" y="144"/>
                  <a:pt x="96" y="144"/>
                </a:cubicBezTo>
                <a:cubicBezTo>
                  <a:pt x="96" y="135"/>
                  <a:pt x="89" y="128"/>
                  <a:pt x="80" y="128"/>
                </a:cubicBezTo>
                <a:moveTo>
                  <a:pt x="80" y="337"/>
                </a:moveTo>
                <a:cubicBezTo>
                  <a:pt x="16" y="337"/>
                  <a:pt x="16" y="337"/>
                  <a:pt x="16" y="337"/>
                </a:cubicBezTo>
                <a:cubicBezTo>
                  <a:pt x="16" y="144"/>
                  <a:pt x="16" y="144"/>
                  <a:pt x="16" y="144"/>
                </a:cubicBezTo>
                <a:cubicBezTo>
                  <a:pt x="80" y="144"/>
                  <a:pt x="80" y="144"/>
                  <a:pt x="80" y="144"/>
                </a:cubicBezTo>
                <a:lnTo>
                  <a:pt x="80" y="337"/>
                </a:lnTo>
                <a:close/>
                <a:moveTo>
                  <a:pt x="337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80"/>
                  <a:pt x="0" y="80"/>
                  <a:pt x="0" y="80"/>
                </a:cubicBezTo>
                <a:cubicBezTo>
                  <a:pt x="0" y="89"/>
                  <a:pt x="7" y="96"/>
                  <a:pt x="16" y="96"/>
                </a:cubicBezTo>
                <a:cubicBezTo>
                  <a:pt x="337" y="96"/>
                  <a:pt x="337" y="96"/>
                  <a:pt x="337" y="96"/>
                </a:cubicBezTo>
                <a:cubicBezTo>
                  <a:pt x="346" y="96"/>
                  <a:pt x="353" y="89"/>
                  <a:pt x="353" y="80"/>
                </a:cubicBezTo>
                <a:cubicBezTo>
                  <a:pt x="353" y="16"/>
                  <a:pt x="353" y="16"/>
                  <a:pt x="353" y="16"/>
                </a:cubicBezTo>
                <a:cubicBezTo>
                  <a:pt x="353" y="7"/>
                  <a:pt x="346" y="0"/>
                  <a:pt x="337" y="0"/>
                </a:cubicBezTo>
                <a:moveTo>
                  <a:pt x="337" y="80"/>
                </a:moveTo>
                <a:cubicBezTo>
                  <a:pt x="16" y="80"/>
                  <a:pt x="16" y="80"/>
                  <a:pt x="16" y="80"/>
                </a:cubicBezTo>
                <a:cubicBezTo>
                  <a:pt x="16" y="16"/>
                  <a:pt x="16" y="16"/>
                  <a:pt x="16" y="16"/>
                </a:cubicBezTo>
                <a:cubicBezTo>
                  <a:pt x="337" y="16"/>
                  <a:pt x="337" y="16"/>
                  <a:pt x="337" y="16"/>
                </a:cubicBezTo>
                <a:lnTo>
                  <a:pt x="337" y="80"/>
                </a:lnTo>
                <a:close/>
                <a:moveTo>
                  <a:pt x="337" y="128"/>
                </a:moveTo>
                <a:cubicBezTo>
                  <a:pt x="144" y="128"/>
                  <a:pt x="144" y="128"/>
                  <a:pt x="144" y="128"/>
                </a:cubicBezTo>
                <a:cubicBezTo>
                  <a:pt x="136" y="128"/>
                  <a:pt x="128" y="135"/>
                  <a:pt x="128" y="144"/>
                </a:cubicBezTo>
                <a:cubicBezTo>
                  <a:pt x="128" y="337"/>
                  <a:pt x="128" y="337"/>
                  <a:pt x="128" y="337"/>
                </a:cubicBezTo>
                <a:cubicBezTo>
                  <a:pt x="128" y="346"/>
                  <a:pt x="136" y="353"/>
                  <a:pt x="144" y="353"/>
                </a:cubicBezTo>
                <a:cubicBezTo>
                  <a:pt x="337" y="353"/>
                  <a:pt x="337" y="353"/>
                  <a:pt x="337" y="353"/>
                </a:cubicBezTo>
                <a:cubicBezTo>
                  <a:pt x="346" y="353"/>
                  <a:pt x="353" y="346"/>
                  <a:pt x="353" y="337"/>
                </a:cubicBezTo>
                <a:cubicBezTo>
                  <a:pt x="353" y="144"/>
                  <a:pt x="353" y="144"/>
                  <a:pt x="353" y="144"/>
                </a:cubicBezTo>
                <a:cubicBezTo>
                  <a:pt x="353" y="135"/>
                  <a:pt x="346" y="128"/>
                  <a:pt x="337" y="128"/>
                </a:cubicBezTo>
                <a:moveTo>
                  <a:pt x="337" y="337"/>
                </a:moveTo>
                <a:cubicBezTo>
                  <a:pt x="144" y="337"/>
                  <a:pt x="144" y="337"/>
                  <a:pt x="144" y="337"/>
                </a:cubicBezTo>
                <a:cubicBezTo>
                  <a:pt x="144" y="144"/>
                  <a:pt x="144" y="144"/>
                  <a:pt x="144" y="144"/>
                </a:cubicBezTo>
                <a:cubicBezTo>
                  <a:pt x="337" y="144"/>
                  <a:pt x="337" y="144"/>
                  <a:pt x="337" y="144"/>
                </a:cubicBezTo>
                <a:lnTo>
                  <a:pt x="337" y="33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5" name="Freeform 15"/>
          <p:cNvSpPr>
            <a:spLocks noEditPoints="1"/>
          </p:cNvSpPr>
          <p:nvPr/>
        </p:nvSpPr>
        <p:spPr bwMode="auto">
          <a:xfrm>
            <a:off x="802218" y="2025651"/>
            <a:ext cx="582084" cy="582084"/>
          </a:xfrm>
          <a:custGeom>
            <a:avLst/>
            <a:gdLst>
              <a:gd name="T0" fmla="*/ 177 w 353"/>
              <a:gd name="T1" fmla="*/ 128 h 353"/>
              <a:gd name="T2" fmla="*/ 128 w 353"/>
              <a:gd name="T3" fmla="*/ 177 h 353"/>
              <a:gd name="T4" fmla="*/ 177 w 353"/>
              <a:gd name="T5" fmla="*/ 225 h 353"/>
              <a:gd name="T6" fmla="*/ 225 w 353"/>
              <a:gd name="T7" fmla="*/ 177 h 353"/>
              <a:gd name="T8" fmla="*/ 177 w 353"/>
              <a:gd name="T9" fmla="*/ 128 h 353"/>
              <a:gd name="T10" fmla="*/ 177 w 353"/>
              <a:gd name="T11" fmla="*/ 209 h 353"/>
              <a:gd name="T12" fmla="*/ 144 w 353"/>
              <a:gd name="T13" fmla="*/ 177 h 353"/>
              <a:gd name="T14" fmla="*/ 177 w 353"/>
              <a:gd name="T15" fmla="*/ 145 h 353"/>
              <a:gd name="T16" fmla="*/ 209 w 353"/>
              <a:gd name="T17" fmla="*/ 177 h 353"/>
              <a:gd name="T18" fmla="*/ 177 w 353"/>
              <a:gd name="T19" fmla="*/ 209 h 353"/>
              <a:gd name="T20" fmla="*/ 177 w 353"/>
              <a:gd name="T21" fmla="*/ 64 h 353"/>
              <a:gd name="T22" fmla="*/ 64 w 353"/>
              <a:gd name="T23" fmla="*/ 177 h 353"/>
              <a:gd name="T24" fmla="*/ 177 w 353"/>
              <a:gd name="T25" fmla="*/ 289 h 353"/>
              <a:gd name="T26" fmla="*/ 289 w 353"/>
              <a:gd name="T27" fmla="*/ 177 h 353"/>
              <a:gd name="T28" fmla="*/ 177 w 353"/>
              <a:gd name="T29" fmla="*/ 64 h 353"/>
              <a:gd name="T30" fmla="*/ 177 w 353"/>
              <a:gd name="T31" fmla="*/ 273 h 353"/>
              <a:gd name="T32" fmla="*/ 80 w 353"/>
              <a:gd name="T33" fmla="*/ 177 h 353"/>
              <a:gd name="T34" fmla="*/ 177 w 353"/>
              <a:gd name="T35" fmla="*/ 80 h 353"/>
              <a:gd name="T36" fmla="*/ 273 w 353"/>
              <a:gd name="T37" fmla="*/ 177 h 353"/>
              <a:gd name="T38" fmla="*/ 177 w 353"/>
              <a:gd name="T39" fmla="*/ 273 h 353"/>
              <a:gd name="T40" fmla="*/ 299 w 353"/>
              <a:gd name="T41" fmla="*/ 304 h 353"/>
              <a:gd name="T42" fmla="*/ 353 w 353"/>
              <a:gd name="T43" fmla="*/ 177 h 353"/>
              <a:gd name="T44" fmla="*/ 177 w 353"/>
              <a:gd name="T45" fmla="*/ 0 h 353"/>
              <a:gd name="T46" fmla="*/ 0 w 353"/>
              <a:gd name="T47" fmla="*/ 177 h 353"/>
              <a:gd name="T48" fmla="*/ 54 w 353"/>
              <a:gd name="T49" fmla="*/ 304 h 353"/>
              <a:gd name="T50" fmla="*/ 34 w 353"/>
              <a:gd name="T51" fmla="*/ 340 h 353"/>
              <a:gd name="T52" fmla="*/ 32 w 353"/>
              <a:gd name="T53" fmla="*/ 345 h 353"/>
              <a:gd name="T54" fmla="*/ 40 w 353"/>
              <a:gd name="T55" fmla="*/ 353 h 353"/>
              <a:gd name="T56" fmla="*/ 46 w 353"/>
              <a:gd name="T57" fmla="*/ 351 h 353"/>
              <a:gd name="T58" fmla="*/ 48 w 353"/>
              <a:gd name="T59" fmla="*/ 347 h 353"/>
              <a:gd name="T60" fmla="*/ 66 w 353"/>
              <a:gd name="T61" fmla="*/ 314 h 353"/>
              <a:gd name="T62" fmla="*/ 177 w 353"/>
              <a:gd name="T63" fmla="*/ 353 h 353"/>
              <a:gd name="T64" fmla="*/ 287 w 353"/>
              <a:gd name="T65" fmla="*/ 314 h 353"/>
              <a:gd name="T66" fmla="*/ 305 w 353"/>
              <a:gd name="T67" fmla="*/ 347 h 353"/>
              <a:gd name="T68" fmla="*/ 313 w 353"/>
              <a:gd name="T69" fmla="*/ 353 h 353"/>
              <a:gd name="T70" fmla="*/ 321 w 353"/>
              <a:gd name="T71" fmla="*/ 345 h 353"/>
              <a:gd name="T72" fmla="*/ 319 w 353"/>
              <a:gd name="T73" fmla="*/ 340 h 353"/>
              <a:gd name="T74" fmla="*/ 299 w 353"/>
              <a:gd name="T75" fmla="*/ 304 h 353"/>
              <a:gd name="T76" fmla="*/ 177 w 353"/>
              <a:gd name="T77" fmla="*/ 337 h 353"/>
              <a:gd name="T78" fmla="*/ 16 w 353"/>
              <a:gd name="T79" fmla="*/ 177 h 353"/>
              <a:gd name="T80" fmla="*/ 177 w 353"/>
              <a:gd name="T81" fmla="*/ 16 h 353"/>
              <a:gd name="T82" fmla="*/ 337 w 353"/>
              <a:gd name="T83" fmla="*/ 177 h 353"/>
              <a:gd name="T84" fmla="*/ 177 w 353"/>
              <a:gd name="T85" fmla="*/ 337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353" h="353">
                <a:moveTo>
                  <a:pt x="177" y="128"/>
                </a:moveTo>
                <a:cubicBezTo>
                  <a:pt x="150" y="128"/>
                  <a:pt x="128" y="150"/>
                  <a:pt x="128" y="177"/>
                </a:cubicBezTo>
                <a:cubicBezTo>
                  <a:pt x="128" y="203"/>
                  <a:pt x="150" y="225"/>
                  <a:pt x="177" y="225"/>
                </a:cubicBezTo>
                <a:cubicBezTo>
                  <a:pt x="203" y="225"/>
                  <a:pt x="225" y="203"/>
                  <a:pt x="225" y="177"/>
                </a:cubicBezTo>
                <a:cubicBezTo>
                  <a:pt x="225" y="150"/>
                  <a:pt x="203" y="128"/>
                  <a:pt x="177" y="128"/>
                </a:cubicBezTo>
                <a:moveTo>
                  <a:pt x="177" y="209"/>
                </a:moveTo>
                <a:cubicBezTo>
                  <a:pt x="159" y="209"/>
                  <a:pt x="144" y="194"/>
                  <a:pt x="144" y="177"/>
                </a:cubicBezTo>
                <a:cubicBezTo>
                  <a:pt x="144" y="159"/>
                  <a:pt x="159" y="145"/>
                  <a:pt x="177" y="145"/>
                </a:cubicBezTo>
                <a:cubicBezTo>
                  <a:pt x="194" y="145"/>
                  <a:pt x="209" y="159"/>
                  <a:pt x="209" y="177"/>
                </a:cubicBezTo>
                <a:cubicBezTo>
                  <a:pt x="209" y="194"/>
                  <a:pt x="194" y="209"/>
                  <a:pt x="177" y="209"/>
                </a:cubicBezTo>
                <a:moveTo>
                  <a:pt x="177" y="64"/>
                </a:moveTo>
                <a:cubicBezTo>
                  <a:pt x="114" y="64"/>
                  <a:pt x="64" y="115"/>
                  <a:pt x="64" y="177"/>
                </a:cubicBezTo>
                <a:cubicBezTo>
                  <a:pt x="64" y="239"/>
                  <a:pt x="114" y="289"/>
                  <a:pt x="177" y="289"/>
                </a:cubicBezTo>
                <a:cubicBezTo>
                  <a:pt x="239" y="289"/>
                  <a:pt x="289" y="239"/>
                  <a:pt x="289" y="177"/>
                </a:cubicBezTo>
                <a:cubicBezTo>
                  <a:pt x="289" y="115"/>
                  <a:pt x="239" y="64"/>
                  <a:pt x="177" y="64"/>
                </a:cubicBezTo>
                <a:moveTo>
                  <a:pt x="177" y="273"/>
                </a:moveTo>
                <a:cubicBezTo>
                  <a:pt x="123" y="273"/>
                  <a:pt x="80" y="230"/>
                  <a:pt x="80" y="177"/>
                </a:cubicBezTo>
                <a:cubicBezTo>
                  <a:pt x="80" y="123"/>
                  <a:pt x="123" y="80"/>
                  <a:pt x="177" y="80"/>
                </a:cubicBezTo>
                <a:cubicBezTo>
                  <a:pt x="230" y="80"/>
                  <a:pt x="273" y="123"/>
                  <a:pt x="273" y="177"/>
                </a:cubicBezTo>
                <a:cubicBezTo>
                  <a:pt x="273" y="230"/>
                  <a:pt x="230" y="273"/>
                  <a:pt x="177" y="273"/>
                </a:cubicBezTo>
                <a:moveTo>
                  <a:pt x="299" y="304"/>
                </a:moveTo>
                <a:cubicBezTo>
                  <a:pt x="332" y="272"/>
                  <a:pt x="353" y="227"/>
                  <a:pt x="353" y="177"/>
                </a:cubicBezTo>
                <a:cubicBezTo>
                  <a:pt x="353" y="79"/>
                  <a:pt x="274" y="0"/>
                  <a:pt x="177" y="0"/>
                </a:cubicBezTo>
                <a:cubicBezTo>
                  <a:pt x="79" y="0"/>
                  <a:pt x="0" y="79"/>
                  <a:pt x="0" y="177"/>
                </a:cubicBezTo>
                <a:cubicBezTo>
                  <a:pt x="0" y="227"/>
                  <a:pt x="21" y="272"/>
                  <a:pt x="54" y="304"/>
                </a:cubicBezTo>
                <a:cubicBezTo>
                  <a:pt x="34" y="340"/>
                  <a:pt x="34" y="340"/>
                  <a:pt x="34" y="340"/>
                </a:cubicBezTo>
                <a:cubicBezTo>
                  <a:pt x="33" y="341"/>
                  <a:pt x="32" y="343"/>
                  <a:pt x="32" y="345"/>
                </a:cubicBezTo>
                <a:cubicBezTo>
                  <a:pt x="32" y="350"/>
                  <a:pt x="36" y="353"/>
                  <a:pt x="40" y="353"/>
                </a:cubicBezTo>
                <a:cubicBezTo>
                  <a:pt x="42" y="353"/>
                  <a:pt x="44" y="352"/>
                  <a:pt x="46" y="351"/>
                </a:cubicBezTo>
                <a:cubicBezTo>
                  <a:pt x="47" y="350"/>
                  <a:pt x="47" y="349"/>
                  <a:pt x="48" y="347"/>
                </a:cubicBezTo>
                <a:cubicBezTo>
                  <a:pt x="66" y="314"/>
                  <a:pt x="66" y="314"/>
                  <a:pt x="66" y="314"/>
                </a:cubicBezTo>
                <a:cubicBezTo>
                  <a:pt x="96" y="339"/>
                  <a:pt x="135" y="353"/>
                  <a:pt x="177" y="353"/>
                </a:cubicBezTo>
                <a:cubicBezTo>
                  <a:pt x="218" y="353"/>
                  <a:pt x="257" y="339"/>
                  <a:pt x="287" y="314"/>
                </a:cubicBezTo>
                <a:cubicBezTo>
                  <a:pt x="305" y="347"/>
                  <a:pt x="305" y="347"/>
                  <a:pt x="305" y="347"/>
                </a:cubicBezTo>
                <a:cubicBezTo>
                  <a:pt x="306" y="351"/>
                  <a:pt x="309" y="353"/>
                  <a:pt x="313" y="353"/>
                </a:cubicBezTo>
                <a:cubicBezTo>
                  <a:pt x="317" y="353"/>
                  <a:pt x="321" y="350"/>
                  <a:pt x="321" y="345"/>
                </a:cubicBezTo>
                <a:cubicBezTo>
                  <a:pt x="321" y="343"/>
                  <a:pt x="320" y="341"/>
                  <a:pt x="319" y="340"/>
                </a:cubicBezTo>
                <a:lnTo>
                  <a:pt x="299" y="304"/>
                </a:lnTo>
                <a:close/>
                <a:moveTo>
                  <a:pt x="177" y="337"/>
                </a:moveTo>
                <a:cubicBezTo>
                  <a:pt x="88" y="337"/>
                  <a:pt x="16" y="265"/>
                  <a:pt x="16" y="177"/>
                </a:cubicBezTo>
                <a:cubicBezTo>
                  <a:pt x="16" y="88"/>
                  <a:pt x="88" y="16"/>
                  <a:pt x="177" y="16"/>
                </a:cubicBezTo>
                <a:cubicBezTo>
                  <a:pt x="265" y="16"/>
                  <a:pt x="337" y="88"/>
                  <a:pt x="337" y="177"/>
                </a:cubicBezTo>
                <a:cubicBezTo>
                  <a:pt x="337" y="265"/>
                  <a:pt x="265" y="337"/>
                  <a:pt x="177" y="337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6" name="Freeform 16"/>
          <p:cNvSpPr>
            <a:spLocks noEditPoints="1"/>
          </p:cNvSpPr>
          <p:nvPr/>
        </p:nvSpPr>
        <p:spPr bwMode="auto">
          <a:xfrm>
            <a:off x="2019301" y="2025651"/>
            <a:ext cx="370417" cy="582084"/>
          </a:xfrm>
          <a:custGeom>
            <a:avLst/>
            <a:gdLst>
              <a:gd name="T0" fmla="*/ 217 w 225"/>
              <a:gd name="T1" fmla="*/ 0 h 353"/>
              <a:gd name="T2" fmla="*/ 8 w 225"/>
              <a:gd name="T3" fmla="*/ 0 h 353"/>
              <a:gd name="T4" fmla="*/ 0 w 225"/>
              <a:gd name="T5" fmla="*/ 8 h 353"/>
              <a:gd name="T6" fmla="*/ 0 w 225"/>
              <a:gd name="T7" fmla="*/ 96 h 353"/>
              <a:gd name="T8" fmla="*/ 105 w 225"/>
              <a:gd name="T9" fmla="*/ 208 h 353"/>
              <a:gd name="T10" fmla="*/ 105 w 225"/>
              <a:gd name="T11" fmla="*/ 337 h 353"/>
              <a:gd name="T12" fmla="*/ 41 w 225"/>
              <a:gd name="T13" fmla="*/ 337 h 353"/>
              <a:gd name="T14" fmla="*/ 33 w 225"/>
              <a:gd name="T15" fmla="*/ 345 h 353"/>
              <a:gd name="T16" fmla="*/ 41 w 225"/>
              <a:gd name="T17" fmla="*/ 353 h 353"/>
              <a:gd name="T18" fmla="*/ 185 w 225"/>
              <a:gd name="T19" fmla="*/ 353 h 353"/>
              <a:gd name="T20" fmla="*/ 193 w 225"/>
              <a:gd name="T21" fmla="*/ 345 h 353"/>
              <a:gd name="T22" fmla="*/ 185 w 225"/>
              <a:gd name="T23" fmla="*/ 337 h 353"/>
              <a:gd name="T24" fmla="*/ 121 w 225"/>
              <a:gd name="T25" fmla="*/ 337 h 353"/>
              <a:gd name="T26" fmla="*/ 121 w 225"/>
              <a:gd name="T27" fmla="*/ 208 h 353"/>
              <a:gd name="T28" fmla="*/ 225 w 225"/>
              <a:gd name="T29" fmla="*/ 96 h 353"/>
              <a:gd name="T30" fmla="*/ 225 w 225"/>
              <a:gd name="T31" fmla="*/ 8 h 353"/>
              <a:gd name="T32" fmla="*/ 217 w 225"/>
              <a:gd name="T33" fmla="*/ 0 h 353"/>
              <a:gd name="T34" fmla="*/ 209 w 225"/>
              <a:gd name="T35" fmla="*/ 96 h 353"/>
              <a:gd name="T36" fmla="*/ 113 w 225"/>
              <a:gd name="T37" fmla="*/ 193 h 353"/>
              <a:gd name="T38" fmla="*/ 17 w 225"/>
              <a:gd name="T39" fmla="*/ 96 h 353"/>
              <a:gd name="T40" fmla="*/ 17 w 225"/>
              <a:gd name="T41" fmla="*/ 59 h 353"/>
              <a:gd name="T42" fmla="*/ 69 w 225"/>
              <a:gd name="T43" fmla="*/ 72 h 353"/>
              <a:gd name="T44" fmla="*/ 116 w 225"/>
              <a:gd name="T45" fmla="*/ 92 h 353"/>
              <a:gd name="T46" fmla="*/ 139 w 225"/>
              <a:gd name="T47" fmla="*/ 96 h 353"/>
              <a:gd name="T48" fmla="*/ 209 w 225"/>
              <a:gd name="T49" fmla="*/ 68 h 353"/>
              <a:gd name="T50" fmla="*/ 209 w 225"/>
              <a:gd name="T51" fmla="*/ 96 h 353"/>
              <a:gd name="T52" fmla="*/ 209 w 225"/>
              <a:gd name="T53" fmla="*/ 47 h 353"/>
              <a:gd name="T54" fmla="*/ 121 w 225"/>
              <a:gd name="T55" fmla="*/ 77 h 353"/>
              <a:gd name="T56" fmla="*/ 76 w 225"/>
              <a:gd name="T57" fmla="*/ 58 h 353"/>
              <a:gd name="T58" fmla="*/ 17 w 225"/>
              <a:gd name="T59" fmla="*/ 43 h 353"/>
              <a:gd name="T60" fmla="*/ 17 w 225"/>
              <a:gd name="T61" fmla="*/ 16 h 353"/>
              <a:gd name="T62" fmla="*/ 209 w 225"/>
              <a:gd name="T63" fmla="*/ 16 h 353"/>
              <a:gd name="T64" fmla="*/ 209 w 225"/>
              <a:gd name="T65" fmla="*/ 47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225" h="353">
                <a:moveTo>
                  <a:pt x="217" y="0"/>
                </a:moveTo>
                <a:cubicBezTo>
                  <a:pt x="8" y="0"/>
                  <a:pt x="8" y="0"/>
                  <a:pt x="8" y="0"/>
                </a:cubicBezTo>
                <a:cubicBezTo>
                  <a:pt x="4" y="0"/>
                  <a:pt x="0" y="4"/>
                  <a:pt x="0" y="8"/>
                </a:cubicBezTo>
                <a:cubicBezTo>
                  <a:pt x="0" y="96"/>
                  <a:pt x="0" y="96"/>
                  <a:pt x="0" y="96"/>
                </a:cubicBezTo>
                <a:cubicBezTo>
                  <a:pt x="0" y="156"/>
                  <a:pt x="47" y="204"/>
                  <a:pt x="105" y="208"/>
                </a:cubicBezTo>
                <a:cubicBezTo>
                  <a:pt x="105" y="337"/>
                  <a:pt x="105" y="337"/>
                  <a:pt x="105" y="337"/>
                </a:cubicBezTo>
                <a:cubicBezTo>
                  <a:pt x="41" y="337"/>
                  <a:pt x="41" y="337"/>
                  <a:pt x="41" y="337"/>
                </a:cubicBezTo>
                <a:cubicBezTo>
                  <a:pt x="36" y="337"/>
                  <a:pt x="33" y="341"/>
                  <a:pt x="33" y="345"/>
                </a:cubicBezTo>
                <a:cubicBezTo>
                  <a:pt x="33" y="350"/>
                  <a:pt x="36" y="353"/>
                  <a:pt x="41" y="353"/>
                </a:cubicBezTo>
                <a:cubicBezTo>
                  <a:pt x="185" y="353"/>
                  <a:pt x="185" y="353"/>
                  <a:pt x="185" y="353"/>
                </a:cubicBezTo>
                <a:cubicBezTo>
                  <a:pt x="190" y="353"/>
                  <a:pt x="193" y="350"/>
                  <a:pt x="193" y="345"/>
                </a:cubicBezTo>
                <a:cubicBezTo>
                  <a:pt x="193" y="341"/>
                  <a:pt x="190" y="337"/>
                  <a:pt x="185" y="337"/>
                </a:cubicBezTo>
                <a:cubicBezTo>
                  <a:pt x="121" y="337"/>
                  <a:pt x="121" y="337"/>
                  <a:pt x="121" y="337"/>
                </a:cubicBezTo>
                <a:cubicBezTo>
                  <a:pt x="121" y="208"/>
                  <a:pt x="121" y="208"/>
                  <a:pt x="121" y="208"/>
                </a:cubicBezTo>
                <a:cubicBezTo>
                  <a:pt x="179" y="204"/>
                  <a:pt x="225" y="156"/>
                  <a:pt x="225" y="96"/>
                </a:cubicBezTo>
                <a:cubicBezTo>
                  <a:pt x="225" y="8"/>
                  <a:pt x="225" y="8"/>
                  <a:pt x="225" y="8"/>
                </a:cubicBezTo>
                <a:cubicBezTo>
                  <a:pt x="225" y="4"/>
                  <a:pt x="222" y="0"/>
                  <a:pt x="217" y="0"/>
                </a:cubicBezTo>
                <a:moveTo>
                  <a:pt x="209" y="96"/>
                </a:moveTo>
                <a:cubicBezTo>
                  <a:pt x="209" y="150"/>
                  <a:pt x="166" y="193"/>
                  <a:pt x="113" y="193"/>
                </a:cubicBezTo>
                <a:cubicBezTo>
                  <a:pt x="60" y="193"/>
                  <a:pt x="17" y="150"/>
                  <a:pt x="17" y="96"/>
                </a:cubicBezTo>
                <a:cubicBezTo>
                  <a:pt x="17" y="59"/>
                  <a:pt x="17" y="59"/>
                  <a:pt x="17" y="59"/>
                </a:cubicBezTo>
                <a:cubicBezTo>
                  <a:pt x="39" y="57"/>
                  <a:pt x="50" y="63"/>
                  <a:pt x="69" y="72"/>
                </a:cubicBezTo>
                <a:cubicBezTo>
                  <a:pt x="80" y="78"/>
                  <a:pt x="95" y="85"/>
                  <a:pt x="116" y="92"/>
                </a:cubicBezTo>
                <a:cubicBezTo>
                  <a:pt x="124" y="95"/>
                  <a:pt x="132" y="96"/>
                  <a:pt x="139" y="96"/>
                </a:cubicBezTo>
                <a:cubicBezTo>
                  <a:pt x="169" y="96"/>
                  <a:pt x="195" y="80"/>
                  <a:pt x="209" y="68"/>
                </a:cubicBezTo>
                <a:lnTo>
                  <a:pt x="209" y="96"/>
                </a:lnTo>
                <a:close/>
                <a:moveTo>
                  <a:pt x="209" y="47"/>
                </a:moveTo>
                <a:cubicBezTo>
                  <a:pt x="207" y="49"/>
                  <a:pt x="163" y="91"/>
                  <a:pt x="121" y="77"/>
                </a:cubicBezTo>
                <a:cubicBezTo>
                  <a:pt x="101" y="70"/>
                  <a:pt x="88" y="64"/>
                  <a:pt x="76" y="58"/>
                </a:cubicBezTo>
                <a:cubicBezTo>
                  <a:pt x="57" y="48"/>
                  <a:pt x="43" y="41"/>
                  <a:pt x="17" y="43"/>
                </a:cubicBezTo>
                <a:cubicBezTo>
                  <a:pt x="17" y="16"/>
                  <a:pt x="17" y="16"/>
                  <a:pt x="17" y="16"/>
                </a:cubicBezTo>
                <a:cubicBezTo>
                  <a:pt x="209" y="16"/>
                  <a:pt x="209" y="16"/>
                  <a:pt x="209" y="16"/>
                </a:cubicBezTo>
                <a:lnTo>
                  <a:pt x="209" y="4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7" name="Freeform 17"/>
          <p:cNvSpPr>
            <a:spLocks noEditPoints="1"/>
          </p:cNvSpPr>
          <p:nvPr/>
        </p:nvSpPr>
        <p:spPr bwMode="auto">
          <a:xfrm>
            <a:off x="3185584" y="2025651"/>
            <a:ext cx="262467" cy="582084"/>
          </a:xfrm>
          <a:custGeom>
            <a:avLst/>
            <a:gdLst>
              <a:gd name="T0" fmla="*/ 112 w 160"/>
              <a:gd name="T1" fmla="*/ 96 h 353"/>
              <a:gd name="T2" fmla="*/ 112 w 160"/>
              <a:gd name="T3" fmla="*/ 16 h 353"/>
              <a:gd name="T4" fmla="*/ 96 w 160"/>
              <a:gd name="T5" fmla="*/ 0 h 353"/>
              <a:gd name="T6" fmla="*/ 64 w 160"/>
              <a:gd name="T7" fmla="*/ 0 h 353"/>
              <a:gd name="T8" fmla="*/ 48 w 160"/>
              <a:gd name="T9" fmla="*/ 16 h 353"/>
              <a:gd name="T10" fmla="*/ 48 w 160"/>
              <a:gd name="T11" fmla="*/ 96 h 353"/>
              <a:gd name="T12" fmla="*/ 0 w 160"/>
              <a:gd name="T13" fmla="*/ 145 h 353"/>
              <a:gd name="T14" fmla="*/ 0 w 160"/>
              <a:gd name="T15" fmla="*/ 305 h 353"/>
              <a:gd name="T16" fmla="*/ 48 w 160"/>
              <a:gd name="T17" fmla="*/ 353 h 353"/>
              <a:gd name="T18" fmla="*/ 112 w 160"/>
              <a:gd name="T19" fmla="*/ 353 h 353"/>
              <a:gd name="T20" fmla="*/ 160 w 160"/>
              <a:gd name="T21" fmla="*/ 305 h 353"/>
              <a:gd name="T22" fmla="*/ 160 w 160"/>
              <a:gd name="T23" fmla="*/ 145 h 353"/>
              <a:gd name="T24" fmla="*/ 112 w 160"/>
              <a:gd name="T25" fmla="*/ 96 h 353"/>
              <a:gd name="T26" fmla="*/ 64 w 160"/>
              <a:gd name="T27" fmla="*/ 16 h 353"/>
              <a:gd name="T28" fmla="*/ 96 w 160"/>
              <a:gd name="T29" fmla="*/ 16 h 353"/>
              <a:gd name="T30" fmla="*/ 96 w 160"/>
              <a:gd name="T31" fmla="*/ 32 h 353"/>
              <a:gd name="T32" fmla="*/ 64 w 160"/>
              <a:gd name="T33" fmla="*/ 32 h 353"/>
              <a:gd name="T34" fmla="*/ 64 w 160"/>
              <a:gd name="T35" fmla="*/ 16 h 353"/>
              <a:gd name="T36" fmla="*/ 64 w 160"/>
              <a:gd name="T37" fmla="*/ 48 h 353"/>
              <a:gd name="T38" fmla="*/ 96 w 160"/>
              <a:gd name="T39" fmla="*/ 48 h 353"/>
              <a:gd name="T40" fmla="*/ 96 w 160"/>
              <a:gd name="T41" fmla="*/ 96 h 353"/>
              <a:gd name="T42" fmla="*/ 64 w 160"/>
              <a:gd name="T43" fmla="*/ 96 h 353"/>
              <a:gd name="T44" fmla="*/ 64 w 160"/>
              <a:gd name="T45" fmla="*/ 48 h 353"/>
              <a:gd name="T46" fmla="*/ 144 w 160"/>
              <a:gd name="T47" fmla="*/ 305 h 353"/>
              <a:gd name="T48" fmla="*/ 112 w 160"/>
              <a:gd name="T49" fmla="*/ 337 h 353"/>
              <a:gd name="T50" fmla="*/ 48 w 160"/>
              <a:gd name="T51" fmla="*/ 337 h 353"/>
              <a:gd name="T52" fmla="*/ 16 w 160"/>
              <a:gd name="T53" fmla="*/ 305 h 353"/>
              <a:gd name="T54" fmla="*/ 16 w 160"/>
              <a:gd name="T55" fmla="*/ 273 h 353"/>
              <a:gd name="T56" fmla="*/ 144 w 160"/>
              <a:gd name="T57" fmla="*/ 273 h 353"/>
              <a:gd name="T58" fmla="*/ 144 w 160"/>
              <a:gd name="T59" fmla="*/ 305 h 353"/>
              <a:gd name="T60" fmla="*/ 144 w 160"/>
              <a:gd name="T61" fmla="*/ 257 h 353"/>
              <a:gd name="T62" fmla="*/ 16 w 160"/>
              <a:gd name="T63" fmla="*/ 257 h 353"/>
              <a:gd name="T64" fmla="*/ 16 w 160"/>
              <a:gd name="T65" fmla="*/ 193 h 353"/>
              <a:gd name="T66" fmla="*/ 144 w 160"/>
              <a:gd name="T67" fmla="*/ 193 h 353"/>
              <a:gd name="T68" fmla="*/ 144 w 160"/>
              <a:gd name="T69" fmla="*/ 257 h 353"/>
              <a:gd name="T70" fmla="*/ 144 w 160"/>
              <a:gd name="T71" fmla="*/ 177 h 353"/>
              <a:gd name="T72" fmla="*/ 16 w 160"/>
              <a:gd name="T73" fmla="*/ 177 h 353"/>
              <a:gd name="T74" fmla="*/ 16 w 160"/>
              <a:gd name="T75" fmla="*/ 145 h 353"/>
              <a:gd name="T76" fmla="*/ 48 w 160"/>
              <a:gd name="T77" fmla="*/ 112 h 353"/>
              <a:gd name="T78" fmla="*/ 112 w 160"/>
              <a:gd name="T79" fmla="*/ 112 h 353"/>
              <a:gd name="T80" fmla="*/ 144 w 160"/>
              <a:gd name="T81" fmla="*/ 145 h 353"/>
              <a:gd name="T82" fmla="*/ 144 w 160"/>
              <a:gd name="T83" fmla="*/ 177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60" h="353">
                <a:moveTo>
                  <a:pt x="112" y="96"/>
                </a:moveTo>
                <a:cubicBezTo>
                  <a:pt x="112" y="16"/>
                  <a:pt x="112" y="16"/>
                  <a:pt x="112" y="16"/>
                </a:cubicBezTo>
                <a:cubicBezTo>
                  <a:pt x="112" y="7"/>
                  <a:pt x="105" y="0"/>
                  <a:pt x="96" y="0"/>
                </a:cubicBezTo>
                <a:cubicBezTo>
                  <a:pt x="64" y="0"/>
                  <a:pt x="64" y="0"/>
                  <a:pt x="64" y="0"/>
                </a:cubicBezTo>
                <a:cubicBezTo>
                  <a:pt x="55" y="0"/>
                  <a:pt x="48" y="7"/>
                  <a:pt x="48" y="16"/>
                </a:cubicBezTo>
                <a:cubicBezTo>
                  <a:pt x="48" y="96"/>
                  <a:pt x="48" y="96"/>
                  <a:pt x="48" y="96"/>
                </a:cubicBezTo>
                <a:cubicBezTo>
                  <a:pt x="21" y="96"/>
                  <a:pt x="0" y="118"/>
                  <a:pt x="0" y="145"/>
                </a:cubicBezTo>
                <a:cubicBezTo>
                  <a:pt x="0" y="305"/>
                  <a:pt x="0" y="305"/>
                  <a:pt x="0" y="305"/>
                </a:cubicBezTo>
                <a:cubicBezTo>
                  <a:pt x="0" y="332"/>
                  <a:pt x="21" y="353"/>
                  <a:pt x="48" y="353"/>
                </a:cubicBezTo>
                <a:cubicBezTo>
                  <a:pt x="112" y="353"/>
                  <a:pt x="112" y="353"/>
                  <a:pt x="112" y="353"/>
                </a:cubicBezTo>
                <a:cubicBezTo>
                  <a:pt x="139" y="353"/>
                  <a:pt x="160" y="332"/>
                  <a:pt x="160" y="305"/>
                </a:cubicBezTo>
                <a:cubicBezTo>
                  <a:pt x="160" y="145"/>
                  <a:pt x="160" y="145"/>
                  <a:pt x="160" y="145"/>
                </a:cubicBezTo>
                <a:cubicBezTo>
                  <a:pt x="160" y="118"/>
                  <a:pt x="139" y="96"/>
                  <a:pt x="112" y="96"/>
                </a:cubicBezTo>
                <a:moveTo>
                  <a:pt x="64" y="16"/>
                </a:moveTo>
                <a:cubicBezTo>
                  <a:pt x="96" y="16"/>
                  <a:pt x="96" y="16"/>
                  <a:pt x="96" y="16"/>
                </a:cubicBezTo>
                <a:cubicBezTo>
                  <a:pt x="96" y="32"/>
                  <a:pt x="96" y="32"/>
                  <a:pt x="96" y="32"/>
                </a:cubicBezTo>
                <a:cubicBezTo>
                  <a:pt x="64" y="32"/>
                  <a:pt x="64" y="32"/>
                  <a:pt x="64" y="32"/>
                </a:cubicBezTo>
                <a:lnTo>
                  <a:pt x="64" y="16"/>
                </a:lnTo>
                <a:close/>
                <a:moveTo>
                  <a:pt x="64" y="48"/>
                </a:moveTo>
                <a:cubicBezTo>
                  <a:pt x="96" y="48"/>
                  <a:pt x="96" y="48"/>
                  <a:pt x="96" y="48"/>
                </a:cubicBezTo>
                <a:cubicBezTo>
                  <a:pt x="96" y="96"/>
                  <a:pt x="96" y="96"/>
                  <a:pt x="96" y="96"/>
                </a:cubicBezTo>
                <a:cubicBezTo>
                  <a:pt x="64" y="96"/>
                  <a:pt x="64" y="96"/>
                  <a:pt x="64" y="96"/>
                </a:cubicBezTo>
                <a:lnTo>
                  <a:pt x="64" y="48"/>
                </a:lnTo>
                <a:close/>
                <a:moveTo>
                  <a:pt x="144" y="305"/>
                </a:moveTo>
                <a:cubicBezTo>
                  <a:pt x="144" y="323"/>
                  <a:pt x="130" y="337"/>
                  <a:pt x="112" y="337"/>
                </a:cubicBezTo>
                <a:cubicBezTo>
                  <a:pt x="48" y="337"/>
                  <a:pt x="48" y="337"/>
                  <a:pt x="48" y="337"/>
                </a:cubicBezTo>
                <a:cubicBezTo>
                  <a:pt x="30" y="337"/>
                  <a:pt x="16" y="323"/>
                  <a:pt x="16" y="305"/>
                </a:cubicBezTo>
                <a:cubicBezTo>
                  <a:pt x="16" y="273"/>
                  <a:pt x="16" y="273"/>
                  <a:pt x="16" y="273"/>
                </a:cubicBezTo>
                <a:cubicBezTo>
                  <a:pt x="144" y="273"/>
                  <a:pt x="144" y="273"/>
                  <a:pt x="144" y="273"/>
                </a:cubicBezTo>
                <a:lnTo>
                  <a:pt x="144" y="305"/>
                </a:lnTo>
                <a:close/>
                <a:moveTo>
                  <a:pt x="144" y="257"/>
                </a:moveTo>
                <a:cubicBezTo>
                  <a:pt x="16" y="257"/>
                  <a:pt x="16" y="257"/>
                  <a:pt x="16" y="257"/>
                </a:cubicBezTo>
                <a:cubicBezTo>
                  <a:pt x="16" y="193"/>
                  <a:pt x="16" y="193"/>
                  <a:pt x="16" y="193"/>
                </a:cubicBezTo>
                <a:cubicBezTo>
                  <a:pt x="144" y="193"/>
                  <a:pt x="144" y="193"/>
                  <a:pt x="144" y="193"/>
                </a:cubicBezTo>
                <a:lnTo>
                  <a:pt x="144" y="257"/>
                </a:lnTo>
                <a:close/>
                <a:moveTo>
                  <a:pt x="144" y="177"/>
                </a:moveTo>
                <a:cubicBezTo>
                  <a:pt x="16" y="177"/>
                  <a:pt x="16" y="177"/>
                  <a:pt x="16" y="177"/>
                </a:cubicBezTo>
                <a:cubicBezTo>
                  <a:pt x="16" y="145"/>
                  <a:pt x="16" y="145"/>
                  <a:pt x="16" y="145"/>
                </a:cubicBezTo>
                <a:cubicBezTo>
                  <a:pt x="16" y="127"/>
                  <a:pt x="30" y="112"/>
                  <a:pt x="48" y="112"/>
                </a:cubicBezTo>
                <a:cubicBezTo>
                  <a:pt x="112" y="112"/>
                  <a:pt x="112" y="112"/>
                  <a:pt x="112" y="112"/>
                </a:cubicBezTo>
                <a:cubicBezTo>
                  <a:pt x="130" y="112"/>
                  <a:pt x="144" y="127"/>
                  <a:pt x="144" y="145"/>
                </a:cubicBezTo>
                <a:lnTo>
                  <a:pt x="144" y="17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8" name="Freeform 18"/>
          <p:cNvSpPr>
            <a:spLocks noEditPoints="1"/>
          </p:cNvSpPr>
          <p:nvPr/>
        </p:nvSpPr>
        <p:spPr bwMode="auto">
          <a:xfrm>
            <a:off x="4243918" y="2025651"/>
            <a:ext cx="370417" cy="582084"/>
          </a:xfrm>
          <a:custGeom>
            <a:avLst/>
            <a:gdLst>
              <a:gd name="T0" fmla="*/ 209 w 225"/>
              <a:gd name="T1" fmla="*/ 0 h 353"/>
              <a:gd name="T2" fmla="*/ 16 w 225"/>
              <a:gd name="T3" fmla="*/ 0 h 353"/>
              <a:gd name="T4" fmla="*/ 0 w 225"/>
              <a:gd name="T5" fmla="*/ 16 h 353"/>
              <a:gd name="T6" fmla="*/ 0 w 225"/>
              <a:gd name="T7" fmla="*/ 32 h 353"/>
              <a:gd name="T8" fmla="*/ 16 w 225"/>
              <a:gd name="T9" fmla="*/ 48 h 353"/>
              <a:gd name="T10" fmla="*/ 32 w 225"/>
              <a:gd name="T11" fmla="*/ 48 h 353"/>
              <a:gd name="T12" fmla="*/ 32 w 225"/>
              <a:gd name="T13" fmla="*/ 273 h 353"/>
              <a:gd name="T14" fmla="*/ 113 w 225"/>
              <a:gd name="T15" fmla="*/ 353 h 353"/>
              <a:gd name="T16" fmla="*/ 193 w 225"/>
              <a:gd name="T17" fmla="*/ 273 h 353"/>
              <a:gd name="T18" fmla="*/ 193 w 225"/>
              <a:gd name="T19" fmla="*/ 48 h 353"/>
              <a:gd name="T20" fmla="*/ 209 w 225"/>
              <a:gd name="T21" fmla="*/ 48 h 353"/>
              <a:gd name="T22" fmla="*/ 225 w 225"/>
              <a:gd name="T23" fmla="*/ 32 h 353"/>
              <a:gd name="T24" fmla="*/ 225 w 225"/>
              <a:gd name="T25" fmla="*/ 16 h 353"/>
              <a:gd name="T26" fmla="*/ 209 w 225"/>
              <a:gd name="T27" fmla="*/ 0 h 353"/>
              <a:gd name="T28" fmla="*/ 177 w 225"/>
              <a:gd name="T29" fmla="*/ 273 h 353"/>
              <a:gd name="T30" fmla="*/ 113 w 225"/>
              <a:gd name="T31" fmla="*/ 337 h 353"/>
              <a:gd name="T32" fmla="*/ 48 w 225"/>
              <a:gd name="T33" fmla="*/ 273 h 353"/>
              <a:gd name="T34" fmla="*/ 48 w 225"/>
              <a:gd name="T35" fmla="*/ 104 h 353"/>
              <a:gd name="T36" fmla="*/ 86 w 225"/>
              <a:gd name="T37" fmla="*/ 112 h 353"/>
              <a:gd name="T38" fmla="*/ 109 w 225"/>
              <a:gd name="T39" fmla="*/ 109 h 353"/>
              <a:gd name="T40" fmla="*/ 157 w 225"/>
              <a:gd name="T41" fmla="*/ 90 h 353"/>
              <a:gd name="T42" fmla="*/ 177 w 225"/>
              <a:gd name="T43" fmla="*/ 82 h 353"/>
              <a:gd name="T44" fmla="*/ 177 w 225"/>
              <a:gd name="T45" fmla="*/ 273 h 353"/>
              <a:gd name="T46" fmla="*/ 177 w 225"/>
              <a:gd name="T47" fmla="*/ 66 h 353"/>
              <a:gd name="T48" fmla="*/ 149 w 225"/>
              <a:gd name="T49" fmla="*/ 77 h 353"/>
              <a:gd name="T50" fmla="*/ 104 w 225"/>
              <a:gd name="T51" fmla="*/ 95 h 353"/>
              <a:gd name="T52" fmla="*/ 48 w 225"/>
              <a:gd name="T53" fmla="*/ 88 h 353"/>
              <a:gd name="T54" fmla="*/ 48 w 225"/>
              <a:gd name="T55" fmla="*/ 48 h 353"/>
              <a:gd name="T56" fmla="*/ 177 w 225"/>
              <a:gd name="T57" fmla="*/ 48 h 353"/>
              <a:gd name="T58" fmla="*/ 177 w 225"/>
              <a:gd name="T59" fmla="*/ 66 h 353"/>
              <a:gd name="T60" fmla="*/ 209 w 225"/>
              <a:gd name="T61" fmla="*/ 32 h 353"/>
              <a:gd name="T62" fmla="*/ 16 w 225"/>
              <a:gd name="T63" fmla="*/ 32 h 353"/>
              <a:gd name="T64" fmla="*/ 16 w 225"/>
              <a:gd name="T65" fmla="*/ 16 h 353"/>
              <a:gd name="T66" fmla="*/ 209 w 225"/>
              <a:gd name="T67" fmla="*/ 16 h 353"/>
              <a:gd name="T68" fmla="*/ 209 w 225"/>
              <a:gd name="T69" fmla="*/ 32 h 353"/>
              <a:gd name="T70" fmla="*/ 104 w 225"/>
              <a:gd name="T71" fmla="*/ 225 h 353"/>
              <a:gd name="T72" fmla="*/ 96 w 225"/>
              <a:gd name="T73" fmla="*/ 233 h 353"/>
              <a:gd name="T74" fmla="*/ 104 w 225"/>
              <a:gd name="T75" fmla="*/ 241 h 353"/>
              <a:gd name="T76" fmla="*/ 113 w 225"/>
              <a:gd name="T77" fmla="*/ 233 h 353"/>
              <a:gd name="T78" fmla="*/ 104 w 225"/>
              <a:gd name="T79" fmla="*/ 225 h 353"/>
              <a:gd name="T80" fmla="*/ 96 w 225"/>
              <a:gd name="T81" fmla="*/ 177 h 353"/>
              <a:gd name="T82" fmla="*/ 80 w 225"/>
              <a:gd name="T83" fmla="*/ 161 h 353"/>
              <a:gd name="T84" fmla="*/ 64 w 225"/>
              <a:gd name="T85" fmla="*/ 177 h 353"/>
              <a:gd name="T86" fmla="*/ 80 w 225"/>
              <a:gd name="T87" fmla="*/ 193 h 353"/>
              <a:gd name="T88" fmla="*/ 96 w 225"/>
              <a:gd name="T89" fmla="*/ 177 h 353"/>
              <a:gd name="T90" fmla="*/ 88 w 225"/>
              <a:gd name="T91" fmla="*/ 289 h 353"/>
              <a:gd name="T92" fmla="*/ 80 w 225"/>
              <a:gd name="T93" fmla="*/ 297 h 353"/>
              <a:gd name="T94" fmla="*/ 88 w 225"/>
              <a:gd name="T95" fmla="*/ 305 h 353"/>
              <a:gd name="T96" fmla="*/ 96 w 225"/>
              <a:gd name="T97" fmla="*/ 297 h 353"/>
              <a:gd name="T98" fmla="*/ 88 w 225"/>
              <a:gd name="T99" fmla="*/ 289 h 353"/>
              <a:gd name="T100" fmla="*/ 145 w 225"/>
              <a:gd name="T101" fmla="*/ 128 h 353"/>
              <a:gd name="T102" fmla="*/ 129 w 225"/>
              <a:gd name="T103" fmla="*/ 145 h 353"/>
              <a:gd name="T104" fmla="*/ 145 w 225"/>
              <a:gd name="T105" fmla="*/ 161 h 353"/>
              <a:gd name="T106" fmla="*/ 161 w 225"/>
              <a:gd name="T107" fmla="*/ 145 h 353"/>
              <a:gd name="T108" fmla="*/ 145 w 225"/>
              <a:gd name="T109" fmla="*/ 128 h 353"/>
              <a:gd name="T110" fmla="*/ 137 w 225"/>
              <a:gd name="T111" fmla="*/ 257 h 353"/>
              <a:gd name="T112" fmla="*/ 129 w 225"/>
              <a:gd name="T113" fmla="*/ 265 h 353"/>
              <a:gd name="T114" fmla="*/ 137 w 225"/>
              <a:gd name="T115" fmla="*/ 273 h 353"/>
              <a:gd name="T116" fmla="*/ 145 w 225"/>
              <a:gd name="T117" fmla="*/ 265 h 353"/>
              <a:gd name="T118" fmla="*/ 137 w 225"/>
              <a:gd name="T119" fmla="*/ 257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225" h="353">
                <a:moveTo>
                  <a:pt x="209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32"/>
                  <a:pt x="0" y="32"/>
                  <a:pt x="0" y="32"/>
                </a:cubicBezTo>
                <a:cubicBezTo>
                  <a:pt x="0" y="41"/>
                  <a:pt x="7" y="48"/>
                  <a:pt x="16" y="48"/>
                </a:cubicBezTo>
                <a:cubicBezTo>
                  <a:pt x="32" y="48"/>
                  <a:pt x="32" y="48"/>
                  <a:pt x="32" y="48"/>
                </a:cubicBezTo>
                <a:cubicBezTo>
                  <a:pt x="32" y="273"/>
                  <a:pt x="32" y="273"/>
                  <a:pt x="32" y="273"/>
                </a:cubicBezTo>
                <a:cubicBezTo>
                  <a:pt x="32" y="317"/>
                  <a:pt x="68" y="353"/>
                  <a:pt x="113" y="353"/>
                </a:cubicBezTo>
                <a:cubicBezTo>
                  <a:pt x="157" y="353"/>
                  <a:pt x="193" y="317"/>
                  <a:pt x="193" y="273"/>
                </a:cubicBezTo>
                <a:cubicBezTo>
                  <a:pt x="193" y="48"/>
                  <a:pt x="193" y="48"/>
                  <a:pt x="193" y="48"/>
                </a:cubicBezTo>
                <a:cubicBezTo>
                  <a:pt x="209" y="48"/>
                  <a:pt x="209" y="48"/>
                  <a:pt x="209" y="48"/>
                </a:cubicBezTo>
                <a:cubicBezTo>
                  <a:pt x="218" y="48"/>
                  <a:pt x="225" y="41"/>
                  <a:pt x="225" y="32"/>
                </a:cubicBezTo>
                <a:cubicBezTo>
                  <a:pt x="225" y="16"/>
                  <a:pt x="225" y="16"/>
                  <a:pt x="225" y="16"/>
                </a:cubicBezTo>
                <a:cubicBezTo>
                  <a:pt x="225" y="7"/>
                  <a:pt x="218" y="0"/>
                  <a:pt x="209" y="0"/>
                </a:cubicBezTo>
                <a:moveTo>
                  <a:pt x="177" y="273"/>
                </a:moveTo>
                <a:cubicBezTo>
                  <a:pt x="177" y="308"/>
                  <a:pt x="148" y="337"/>
                  <a:pt x="113" y="337"/>
                </a:cubicBezTo>
                <a:cubicBezTo>
                  <a:pt x="77" y="337"/>
                  <a:pt x="48" y="308"/>
                  <a:pt x="48" y="273"/>
                </a:cubicBezTo>
                <a:cubicBezTo>
                  <a:pt x="48" y="104"/>
                  <a:pt x="48" y="104"/>
                  <a:pt x="48" y="104"/>
                </a:cubicBezTo>
                <a:cubicBezTo>
                  <a:pt x="60" y="109"/>
                  <a:pt x="72" y="112"/>
                  <a:pt x="86" y="112"/>
                </a:cubicBezTo>
                <a:cubicBezTo>
                  <a:pt x="94" y="112"/>
                  <a:pt x="101" y="111"/>
                  <a:pt x="109" y="109"/>
                </a:cubicBezTo>
                <a:cubicBezTo>
                  <a:pt x="130" y="102"/>
                  <a:pt x="145" y="96"/>
                  <a:pt x="157" y="90"/>
                </a:cubicBezTo>
                <a:cubicBezTo>
                  <a:pt x="164" y="87"/>
                  <a:pt x="170" y="84"/>
                  <a:pt x="177" y="82"/>
                </a:cubicBezTo>
                <a:lnTo>
                  <a:pt x="177" y="273"/>
                </a:lnTo>
                <a:close/>
                <a:moveTo>
                  <a:pt x="177" y="66"/>
                </a:moveTo>
                <a:cubicBezTo>
                  <a:pt x="167" y="68"/>
                  <a:pt x="159" y="72"/>
                  <a:pt x="149" y="77"/>
                </a:cubicBezTo>
                <a:cubicBezTo>
                  <a:pt x="138" y="82"/>
                  <a:pt x="124" y="89"/>
                  <a:pt x="104" y="95"/>
                </a:cubicBezTo>
                <a:cubicBezTo>
                  <a:pt x="84" y="101"/>
                  <a:pt x="64" y="96"/>
                  <a:pt x="48" y="88"/>
                </a:cubicBezTo>
                <a:cubicBezTo>
                  <a:pt x="48" y="48"/>
                  <a:pt x="48" y="48"/>
                  <a:pt x="48" y="48"/>
                </a:cubicBezTo>
                <a:cubicBezTo>
                  <a:pt x="177" y="48"/>
                  <a:pt x="177" y="48"/>
                  <a:pt x="177" y="48"/>
                </a:cubicBezTo>
                <a:lnTo>
                  <a:pt x="177" y="66"/>
                </a:lnTo>
                <a:close/>
                <a:moveTo>
                  <a:pt x="209" y="32"/>
                </a:moveTo>
                <a:cubicBezTo>
                  <a:pt x="16" y="32"/>
                  <a:pt x="16" y="32"/>
                  <a:pt x="16" y="32"/>
                </a:cubicBezTo>
                <a:cubicBezTo>
                  <a:pt x="16" y="16"/>
                  <a:pt x="16" y="16"/>
                  <a:pt x="16" y="16"/>
                </a:cubicBezTo>
                <a:cubicBezTo>
                  <a:pt x="209" y="16"/>
                  <a:pt x="209" y="16"/>
                  <a:pt x="209" y="16"/>
                </a:cubicBezTo>
                <a:lnTo>
                  <a:pt x="209" y="32"/>
                </a:lnTo>
                <a:close/>
                <a:moveTo>
                  <a:pt x="104" y="225"/>
                </a:moveTo>
                <a:cubicBezTo>
                  <a:pt x="100" y="225"/>
                  <a:pt x="96" y="228"/>
                  <a:pt x="96" y="233"/>
                </a:cubicBezTo>
                <a:cubicBezTo>
                  <a:pt x="96" y="237"/>
                  <a:pt x="100" y="241"/>
                  <a:pt x="104" y="241"/>
                </a:cubicBezTo>
                <a:cubicBezTo>
                  <a:pt x="109" y="241"/>
                  <a:pt x="113" y="237"/>
                  <a:pt x="113" y="233"/>
                </a:cubicBezTo>
                <a:cubicBezTo>
                  <a:pt x="113" y="228"/>
                  <a:pt x="109" y="225"/>
                  <a:pt x="104" y="225"/>
                </a:cubicBezTo>
                <a:moveTo>
                  <a:pt x="96" y="177"/>
                </a:moveTo>
                <a:cubicBezTo>
                  <a:pt x="96" y="168"/>
                  <a:pt x="89" y="161"/>
                  <a:pt x="80" y="161"/>
                </a:cubicBezTo>
                <a:cubicBezTo>
                  <a:pt x="72" y="161"/>
                  <a:pt x="64" y="168"/>
                  <a:pt x="64" y="177"/>
                </a:cubicBezTo>
                <a:cubicBezTo>
                  <a:pt x="64" y="186"/>
                  <a:pt x="72" y="193"/>
                  <a:pt x="80" y="193"/>
                </a:cubicBezTo>
                <a:cubicBezTo>
                  <a:pt x="89" y="193"/>
                  <a:pt x="96" y="186"/>
                  <a:pt x="96" y="177"/>
                </a:cubicBezTo>
                <a:moveTo>
                  <a:pt x="88" y="289"/>
                </a:moveTo>
                <a:cubicBezTo>
                  <a:pt x="84" y="289"/>
                  <a:pt x="80" y="293"/>
                  <a:pt x="80" y="297"/>
                </a:cubicBezTo>
                <a:cubicBezTo>
                  <a:pt x="80" y="301"/>
                  <a:pt x="84" y="305"/>
                  <a:pt x="88" y="305"/>
                </a:cubicBezTo>
                <a:cubicBezTo>
                  <a:pt x="93" y="305"/>
                  <a:pt x="96" y="301"/>
                  <a:pt x="96" y="297"/>
                </a:cubicBezTo>
                <a:cubicBezTo>
                  <a:pt x="96" y="293"/>
                  <a:pt x="93" y="289"/>
                  <a:pt x="88" y="289"/>
                </a:cubicBezTo>
                <a:moveTo>
                  <a:pt x="145" y="128"/>
                </a:moveTo>
                <a:cubicBezTo>
                  <a:pt x="136" y="128"/>
                  <a:pt x="129" y="136"/>
                  <a:pt x="129" y="145"/>
                </a:cubicBezTo>
                <a:cubicBezTo>
                  <a:pt x="129" y="153"/>
                  <a:pt x="136" y="161"/>
                  <a:pt x="145" y="161"/>
                </a:cubicBezTo>
                <a:cubicBezTo>
                  <a:pt x="153" y="161"/>
                  <a:pt x="161" y="153"/>
                  <a:pt x="161" y="145"/>
                </a:cubicBezTo>
                <a:cubicBezTo>
                  <a:pt x="161" y="136"/>
                  <a:pt x="153" y="128"/>
                  <a:pt x="145" y="128"/>
                </a:cubicBezTo>
                <a:moveTo>
                  <a:pt x="137" y="257"/>
                </a:moveTo>
                <a:cubicBezTo>
                  <a:pt x="132" y="257"/>
                  <a:pt x="129" y="260"/>
                  <a:pt x="129" y="265"/>
                </a:cubicBezTo>
                <a:cubicBezTo>
                  <a:pt x="129" y="269"/>
                  <a:pt x="132" y="273"/>
                  <a:pt x="137" y="273"/>
                </a:cubicBezTo>
                <a:cubicBezTo>
                  <a:pt x="141" y="273"/>
                  <a:pt x="145" y="269"/>
                  <a:pt x="145" y="265"/>
                </a:cubicBezTo>
                <a:cubicBezTo>
                  <a:pt x="145" y="260"/>
                  <a:pt x="141" y="257"/>
                  <a:pt x="137" y="257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9" name="Freeform 19"/>
          <p:cNvSpPr>
            <a:spLocks noEditPoints="1"/>
          </p:cNvSpPr>
          <p:nvPr/>
        </p:nvSpPr>
        <p:spPr bwMode="auto">
          <a:xfrm>
            <a:off x="5302251" y="2025651"/>
            <a:ext cx="476251" cy="582084"/>
          </a:xfrm>
          <a:custGeom>
            <a:avLst/>
            <a:gdLst>
              <a:gd name="T0" fmla="*/ 65 w 289"/>
              <a:gd name="T1" fmla="*/ 273 h 353"/>
              <a:gd name="T2" fmla="*/ 97 w 289"/>
              <a:gd name="T3" fmla="*/ 273 h 353"/>
              <a:gd name="T4" fmla="*/ 105 w 289"/>
              <a:gd name="T5" fmla="*/ 193 h 353"/>
              <a:gd name="T6" fmla="*/ 105 w 289"/>
              <a:gd name="T7" fmla="*/ 209 h 353"/>
              <a:gd name="T8" fmla="*/ 105 w 289"/>
              <a:gd name="T9" fmla="*/ 193 h 353"/>
              <a:gd name="T10" fmla="*/ 209 w 289"/>
              <a:gd name="T11" fmla="*/ 265 h 353"/>
              <a:gd name="T12" fmla="*/ 225 w 289"/>
              <a:gd name="T13" fmla="*/ 265 h 353"/>
              <a:gd name="T14" fmla="*/ 225 w 289"/>
              <a:gd name="T15" fmla="*/ 129 h 353"/>
              <a:gd name="T16" fmla="*/ 241 w 289"/>
              <a:gd name="T17" fmla="*/ 48 h 353"/>
              <a:gd name="T18" fmla="*/ 257 w 289"/>
              <a:gd name="T19" fmla="*/ 16 h 353"/>
              <a:gd name="T20" fmla="*/ 49 w 289"/>
              <a:gd name="T21" fmla="*/ 0 h 353"/>
              <a:gd name="T22" fmla="*/ 32 w 289"/>
              <a:gd name="T23" fmla="*/ 32 h 353"/>
              <a:gd name="T24" fmla="*/ 65 w 289"/>
              <a:gd name="T25" fmla="*/ 48 h 353"/>
              <a:gd name="T26" fmla="*/ 0 w 289"/>
              <a:gd name="T27" fmla="*/ 249 h 353"/>
              <a:gd name="T28" fmla="*/ 245 w 289"/>
              <a:gd name="T29" fmla="*/ 353 h 353"/>
              <a:gd name="T30" fmla="*/ 225 w 289"/>
              <a:gd name="T31" fmla="*/ 129 h 353"/>
              <a:gd name="T32" fmla="*/ 241 w 289"/>
              <a:gd name="T33" fmla="*/ 16 h 353"/>
              <a:gd name="T34" fmla="*/ 49 w 289"/>
              <a:gd name="T35" fmla="*/ 32 h 353"/>
              <a:gd name="T36" fmla="*/ 209 w 289"/>
              <a:gd name="T37" fmla="*/ 48 h 353"/>
              <a:gd name="T38" fmla="*/ 150 w 289"/>
              <a:gd name="T39" fmla="*/ 87 h 353"/>
              <a:gd name="T40" fmla="*/ 81 w 289"/>
              <a:gd name="T41" fmla="*/ 48 h 353"/>
              <a:gd name="T42" fmla="*/ 238 w 289"/>
              <a:gd name="T43" fmla="*/ 337 h 353"/>
              <a:gd name="T44" fmla="*/ 16 w 289"/>
              <a:gd name="T45" fmla="*/ 249 h 353"/>
              <a:gd name="T46" fmla="*/ 81 w 289"/>
              <a:gd name="T47" fmla="*/ 129 h 353"/>
              <a:gd name="T48" fmla="*/ 114 w 289"/>
              <a:gd name="T49" fmla="*/ 113 h 353"/>
              <a:gd name="T50" fmla="*/ 209 w 289"/>
              <a:gd name="T51" fmla="*/ 87 h 353"/>
              <a:gd name="T52" fmla="*/ 216 w 289"/>
              <a:gd name="T53" fmla="*/ 142 h 353"/>
              <a:gd name="T54" fmla="*/ 238 w 289"/>
              <a:gd name="T55" fmla="*/ 337 h 353"/>
              <a:gd name="T56" fmla="*/ 145 w 289"/>
              <a:gd name="T57" fmla="*/ 169 h 353"/>
              <a:gd name="T58" fmla="*/ 193 w 289"/>
              <a:gd name="T59" fmla="*/ 169 h 353"/>
              <a:gd name="T60" fmla="*/ 169 w 289"/>
              <a:gd name="T61" fmla="*/ 177 h 353"/>
              <a:gd name="T62" fmla="*/ 169 w 289"/>
              <a:gd name="T63" fmla="*/ 161 h 353"/>
              <a:gd name="T64" fmla="*/ 169 w 289"/>
              <a:gd name="T65" fmla="*/ 177 h 353"/>
              <a:gd name="T66" fmla="*/ 129 w 289"/>
              <a:gd name="T67" fmla="*/ 241 h 353"/>
              <a:gd name="T68" fmla="*/ 161 w 289"/>
              <a:gd name="T69" fmla="*/ 241 h 353"/>
              <a:gd name="T70" fmla="*/ 169 w 289"/>
              <a:gd name="T71" fmla="*/ 289 h 353"/>
              <a:gd name="T72" fmla="*/ 169 w 289"/>
              <a:gd name="T73" fmla="*/ 305 h 353"/>
              <a:gd name="T74" fmla="*/ 169 w 289"/>
              <a:gd name="T75" fmla="*/ 289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289" h="353">
                <a:moveTo>
                  <a:pt x="81" y="257"/>
                </a:moveTo>
                <a:cubicBezTo>
                  <a:pt x="72" y="257"/>
                  <a:pt x="65" y="264"/>
                  <a:pt x="65" y="273"/>
                </a:cubicBezTo>
                <a:cubicBezTo>
                  <a:pt x="65" y="282"/>
                  <a:pt x="72" y="289"/>
                  <a:pt x="81" y="289"/>
                </a:cubicBezTo>
                <a:cubicBezTo>
                  <a:pt x="89" y="289"/>
                  <a:pt x="97" y="282"/>
                  <a:pt x="97" y="273"/>
                </a:cubicBezTo>
                <a:cubicBezTo>
                  <a:pt x="97" y="264"/>
                  <a:pt x="89" y="257"/>
                  <a:pt x="81" y="257"/>
                </a:cubicBezTo>
                <a:moveTo>
                  <a:pt x="105" y="193"/>
                </a:moveTo>
                <a:cubicBezTo>
                  <a:pt x="100" y="193"/>
                  <a:pt x="97" y="196"/>
                  <a:pt x="97" y="201"/>
                </a:cubicBezTo>
                <a:cubicBezTo>
                  <a:pt x="97" y="205"/>
                  <a:pt x="100" y="209"/>
                  <a:pt x="105" y="209"/>
                </a:cubicBezTo>
                <a:cubicBezTo>
                  <a:pt x="109" y="209"/>
                  <a:pt x="113" y="205"/>
                  <a:pt x="113" y="201"/>
                </a:cubicBezTo>
                <a:cubicBezTo>
                  <a:pt x="113" y="196"/>
                  <a:pt x="109" y="193"/>
                  <a:pt x="105" y="193"/>
                </a:cubicBezTo>
                <a:moveTo>
                  <a:pt x="217" y="257"/>
                </a:moveTo>
                <a:cubicBezTo>
                  <a:pt x="213" y="257"/>
                  <a:pt x="209" y="260"/>
                  <a:pt x="209" y="265"/>
                </a:cubicBezTo>
                <a:cubicBezTo>
                  <a:pt x="209" y="269"/>
                  <a:pt x="213" y="273"/>
                  <a:pt x="217" y="273"/>
                </a:cubicBezTo>
                <a:cubicBezTo>
                  <a:pt x="222" y="273"/>
                  <a:pt x="225" y="269"/>
                  <a:pt x="225" y="265"/>
                </a:cubicBezTo>
                <a:cubicBezTo>
                  <a:pt x="225" y="260"/>
                  <a:pt x="222" y="257"/>
                  <a:pt x="217" y="257"/>
                </a:cubicBezTo>
                <a:moveTo>
                  <a:pt x="225" y="129"/>
                </a:moveTo>
                <a:cubicBezTo>
                  <a:pt x="225" y="48"/>
                  <a:pt x="225" y="48"/>
                  <a:pt x="225" y="48"/>
                </a:cubicBezTo>
                <a:cubicBezTo>
                  <a:pt x="241" y="48"/>
                  <a:pt x="241" y="48"/>
                  <a:pt x="241" y="48"/>
                </a:cubicBezTo>
                <a:cubicBezTo>
                  <a:pt x="250" y="48"/>
                  <a:pt x="257" y="41"/>
                  <a:pt x="257" y="32"/>
                </a:cubicBezTo>
                <a:cubicBezTo>
                  <a:pt x="257" y="16"/>
                  <a:pt x="257" y="16"/>
                  <a:pt x="257" y="16"/>
                </a:cubicBezTo>
                <a:cubicBezTo>
                  <a:pt x="257" y="7"/>
                  <a:pt x="250" y="0"/>
                  <a:pt x="241" y="0"/>
                </a:cubicBezTo>
                <a:cubicBezTo>
                  <a:pt x="49" y="0"/>
                  <a:pt x="49" y="0"/>
                  <a:pt x="49" y="0"/>
                </a:cubicBezTo>
                <a:cubicBezTo>
                  <a:pt x="40" y="0"/>
                  <a:pt x="32" y="7"/>
                  <a:pt x="32" y="16"/>
                </a:cubicBezTo>
                <a:cubicBezTo>
                  <a:pt x="32" y="32"/>
                  <a:pt x="32" y="32"/>
                  <a:pt x="32" y="32"/>
                </a:cubicBezTo>
                <a:cubicBezTo>
                  <a:pt x="32" y="41"/>
                  <a:pt x="40" y="48"/>
                  <a:pt x="49" y="48"/>
                </a:cubicBezTo>
                <a:cubicBezTo>
                  <a:pt x="65" y="48"/>
                  <a:pt x="65" y="48"/>
                  <a:pt x="65" y="48"/>
                </a:cubicBezTo>
                <a:cubicBezTo>
                  <a:pt x="65" y="129"/>
                  <a:pt x="65" y="129"/>
                  <a:pt x="65" y="129"/>
                </a:cubicBezTo>
                <a:cubicBezTo>
                  <a:pt x="26" y="155"/>
                  <a:pt x="0" y="199"/>
                  <a:pt x="0" y="249"/>
                </a:cubicBezTo>
                <a:cubicBezTo>
                  <a:pt x="0" y="290"/>
                  <a:pt x="18" y="327"/>
                  <a:pt x="45" y="353"/>
                </a:cubicBezTo>
                <a:cubicBezTo>
                  <a:pt x="245" y="353"/>
                  <a:pt x="245" y="353"/>
                  <a:pt x="245" y="353"/>
                </a:cubicBezTo>
                <a:cubicBezTo>
                  <a:pt x="272" y="327"/>
                  <a:pt x="289" y="290"/>
                  <a:pt x="289" y="249"/>
                </a:cubicBezTo>
                <a:cubicBezTo>
                  <a:pt x="289" y="199"/>
                  <a:pt x="264" y="155"/>
                  <a:pt x="225" y="129"/>
                </a:cubicBezTo>
                <a:moveTo>
                  <a:pt x="49" y="16"/>
                </a:moveTo>
                <a:cubicBezTo>
                  <a:pt x="241" y="16"/>
                  <a:pt x="241" y="16"/>
                  <a:pt x="241" y="16"/>
                </a:cubicBezTo>
                <a:cubicBezTo>
                  <a:pt x="241" y="32"/>
                  <a:pt x="241" y="32"/>
                  <a:pt x="241" y="32"/>
                </a:cubicBezTo>
                <a:cubicBezTo>
                  <a:pt x="49" y="32"/>
                  <a:pt x="49" y="32"/>
                  <a:pt x="49" y="32"/>
                </a:cubicBezTo>
                <a:lnTo>
                  <a:pt x="49" y="16"/>
                </a:lnTo>
                <a:close/>
                <a:moveTo>
                  <a:pt x="209" y="48"/>
                </a:moveTo>
                <a:cubicBezTo>
                  <a:pt x="209" y="71"/>
                  <a:pt x="209" y="71"/>
                  <a:pt x="209" y="71"/>
                </a:cubicBezTo>
                <a:cubicBezTo>
                  <a:pt x="193" y="71"/>
                  <a:pt x="172" y="74"/>
                  <a:pt x="150" y="87"/>
                </a:cubicBezTo>
                <a:cubicBezTo>
                  <a:pt x="123" y="102"/>
                  <a:pt x="98" y="98"/>
                  <a:pt x="81" y="90"/>
                </a:cubicBezTo>
                <a:cubicBezTo>
                  <a:pt x="81" y="48"/>
                  <a:pt x="81" y="48"/>
                  <a:pt x="81" y="48"/>
                </a:cubicBezTo>
                <a:lnTo>
                  <a:pt x="209" y="48"/>
                </a:lnTo>
                <a:close/>
                <a:moveTo>
                  <a:pt x="238" y="337"/>
                </a:moveTo>
                <a:cubicBezTo>
                  <a:pt x="52" y="337"/>
                  <a:pt x="52" y="337"/>
                  <a:pt x="52" y="337"/>
                </a:cubicBezTo>
                <a:cubicBezTo>
                  <a:pt x="29" y="313"/>
                  <a:pt x="16" y="282"/>
                  <a:pt x="16" y="249"/>
                </a:cubicBezTo>
                <a:cubicBezTo>
                  <a:pt x="16" y="206"/>
                  <a:pt x="38" y="166"/>
                  <a:pt x="73" y="142"/>
                </a:cubicBezTo>
                <a:cubicBezTo>
                  <a:pt x="78" y="139"/>
                  <a:pt x="81" y="134"/>
                  <a:pt x="81" y="129"/>
                </a:cubicBezTo>
                <a:cubicBezTo>
                  <a:pt x="81" y="107"/>
                  <a:pt x="81" y="107"/>
                  <a:pt x="81" y="107"/>
                </a:cubicBezTo>
                <a:cubicBezTo>
                  <a:pt x="90" y="111"/>
                  <a:pt x="102" y="113"/>
                  <a:pt x="114" y="113"/>
                </a:cubicBezTo>
                <a:cubicBezTo>
                  <a:pt x="127" y="113"/>
                  <a:pt x="142" y="110"/>
                  <a:pt x="158" y="101"/>
                </a:cubicBezTo>
                <a:cubicBezTo>
                  <a:pt x="178" y="90"/>
                  <a:pt x="195" y="87"/>
                  <a:pt x="209" y="87"/>
                </a:cubicBezTo>
                <a:cubicBezTo>
                  <a:pt x="209" y="129"/>
                  <a:pt x="209" y="129"/>
                  <a:pt x="209" y="129"/>
                </a:cubicBezTo>
                <a:cubicBezTo>
                  <a:pt x="209" y="134"/>
                  <a:pt x="212" y="139"/>
                  <a:pt x="216" y="142"/>
                </a:cubicBezTo>
                <a:cubicBezTo>
                  <a:pt x="252" y="166"/>
                  <a:pt x="273" y="206"/>
                  <a:pt x="273" y="249"/>
                </a:cubicBezTo>
                <a:cubicBezTo>
                  <a:pt x="273" y="282"/>
                  <a:pt x="261" y="313"/>
                  <a:pt x="238" y="337"/>
                </a:cubicBezTo>
                <a:moveTo>
                  <a:pt x="169" y="145"/>
                </a:moveTo>
                <a:cubicBezTo>
                  <a:pt x="156" y="145"/>
                  <a:pt x="145" y="155"/>
                  <a:pt x="145" y="169"/>
                </a:cubicBezTo>
                <a:cubicBezTo>
                  <a:pt x="145" y="182"/>
                  <a:pt x="156" y="193"/>
                  <a:pt x="169" y="193"/>
                </a:cubicBezTo>
                <a:cubicBezTo>
                  <a:pt x="182" y="193"/>
                  <a:pt x="193" y="182"/>
                  <a:pt x="193" y="169"/>
                </a:cubicBezTo>
                <a:cubicBezTo>
                  <a:pt x="193" y="155"/>
                  <a:pt x="182" y="145"/>
                  <a:pt x="169" y="145"/>
                </a:cubicBezTo>
                <a:moveTo>
                  <a:pt x="169" y="177"/>
                </a:moveTo>
                <a:cubicBezTo>
                  <a:pt x="164" y="177"/>
                  <a:pt x="161" y="173"/>
                  <a:pt x="161" y="169"/>
                </a:cubicBezTo>
                <a:cubicBezTo>
                  <a:pt x="161" y="164"/>
                  <a:pt x="164" y="161"/>
                  <a:pt x="169" y="161"/>
                </a:cubicBezTo>
                <a:cubicBezTo>
                  <a:pt x="173" y="161"/>
                  <a:pt x="177" y="164"/>
                  <a:pt x="177" y="169"/>
                </a:cubicBezTo>
                <a:cubicBezTo>
                  <a:pt x="177" y="173"/>
                  <a:pt x="173" y="177"/>
                  <a:pt x="169" y="177"/>
                </a:cubicBezTo>
                <a:moveTo>
                  <a:pt x="145" y="225"/>
                </a:moveTo>
                <a:cubicBezTo>
                  <a:pt x="136" y="225"/>
                  <a:pt x="129" y="232"/>
                  <a:pt x="129" y="241"/>
                </a:cubicBezTo>
                <a:cubicBezTo>
                  <a:pt x="129" y="250"/>
                  <a:pt x="136" y="257"/>
                  <a:pt x="145" y="257"/>
                </a:cubicBezTo>
                <a:cubicBezTo>
                  <a:pt x="154" y="257"/>
                  <a:pt x="161" y="250"/>
                  <a:pt x="161" y="241"/>
                </a:cubicBezTo>
                <a:cubicBezTo>
                  <a:pt x="161" y="232"/>
                  <a:pt x="154" y="225"/>
                  <a:pt x="145" y="225"/>
                </a:cubicBezTo>
                <a:moveTo>
                  <a:pt x="169" y="289"/>
                </a:moveTo>
                <a:cubicBezTo>
                  <a:pt x="164" y="289"/>
                  <a:pt x="161" y="293"/>
                  <a:pt x="161" y="297"/>
                </a:cubicBezTo>
                <a:cubicBezTo>
                  <a:pt x="161" y="301"/>
                  <a:pt x="164" y="305"/>
                  <a:pt x="169" y="305"/>
                </a:cubicBezTo>
                <a:cubicBezTo>
                  <a:pt x="173" y="305"/>
                  <a:pt x="177" y="301"/>
                  <a:pt x="177" y="297"/>
                </a:cubicBezTo>
                <a:cubicBezTo>
                  <a:pt x="177" y="293"/>
                  <a:pt x="173" y="289"/>
                  <a:pt x="169" y="289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0" name="Freeform 20"/>
          <p:cNvSpPr>
            <a:spLocks noEditPoints="1"/>
          </p:cNvSpPr>
          <p:nvPr/>
        </p:nvSpPr>
        <p:spPr bwMode="auto">
          <a:xfrm>
            <a:off x="6415617" y="2025651"/>
            <a:ext cx="476251" cy="582084"/>
          </a:xfrm>
          <a:custGeom>
            <a:avLst/>
            <a:gdLst>
              <a:gd name="T0" fmla="*/ 64 w 289"/>
              <a:gd name="T1" fmla="*/ 281 h 353"/>
              <a:gd name="T2" fmla="*/ 80 w 289"/>
              <a:gd name="T3" fmla="*/ 281 h 353"/>
              <a:gd name="T4" fmla="*/ 80 w 289"/>
              <a:gd name="T5" fmla="*/ 177 h 353"/>
              <a:gd name="T6" fmla="*/ 80 w 289"/>
              <a:gd name="T7" fmla="*/ 209 h 353"/>
              <a:gd name="T8" fmla="*/ 80 w 289"/>
              <a:gd name="T9" fmla="*/ 177 h 353"/>
              <a:gd name="T10" fmla="*/ 224 w 289"/>
              <a:gd name="T11" fmla="*/ 201 h 353"/>
              <a:gd name="T12" fmla="*/ 241 w 289"/>
              <a:gd name="T13" fmla="*/ 201 h 353"/>
              <a:gd name="T14" fmla="*/ 225 w 289"/>
              <a:gd name="T15" fmla="*/ 48 h 353"/>
              <a:gd name="T16" fmla="*/ 257 w 289"/>
              <a:gd name="T17" fmla="*/ 32 h 353"/>
              <a:gd name="T18" fmla="*/ 241 w 289"/>
              <a:gd name="T19" fmla="*/ 0 h 353"/>
              <a:gd name="T20" fmla="*/ 32 w 289"/>
              <a:gd name="T21" fmla="*/ 16 h 353"/>
              <a:gd name="T22" fmla="*/ 48 w 289"/>
              <a:gd name="T23" fmla="*/ 48 h 353"/>
              <a:gd name="T24" fmla="*/ 0 w 289"/>
              <a:gd name="T25" fmla="*/ 257 h 353"/>
              <a:gd name="T26" fmla="*/ 192 w 289"/>
              <a:gd name="T27" fmla="*/ 353 h 353"/>
              <a:gd name="T28" fmla="*/ 225 w 289"/>
              <a:gd name="T29" fmla="*/ 48 h 353"/>
              <a:gd name="T30" fmla="*/ 241 w 289"/>
              <a:gd name="T31" fmla="*/ 16 h 353"/>
              <a:gd name="T32" fmla="*/ 48 w 289"/>
              <a:gd name="T33" fmla="*/ 32 h 353"/>
              <a:gd name="T34" fmla="*/ 80 w 289"/>
              <a:gd name="T35" fmla="*/ 48 h 353"/>
              <a:gd name="T36" fmla="*/ 230 w 289"/>
              <a:gd name="T37" fmla="*/ 132 h 353"/>
              <a:gd name="T38" fmla="*/ 60 w 289"/>
              <a:gd name="T39" fmla="*/ 129 h 353"/>
              <a:gd name="T40" fmla="*/ 192 w 289"/>
              <a:gd name="T41" fmla="*/ 337 h 353"/>
              <a:gd name="T42" fmla="*/ 16 w 289"/>
              <a:gd name="T43" fmla="*/ 257 h 353"/>
              <a:gd name="T44" fmla="*/ 50 w 289"/>
              <a:gd name="T45" fmla="*/ 149 h 353"/>
              <a:gd name="T46" fmla="*/ 175 w 289"/>
              <a:gd name="T47" fmla="*/ 169 h 353"/>
              <a:gd name="T48" fmla="*/ 244 w 289"/>
              <a:gd name="T49" fmla="*/ 162 h 353"/>
              <a:gd name="T50" fmla="*/ 192 w 289"/>
              <a:gd name="T51" fmla="*/ 337 h 353"/>
              <a:gd name="T52" fmla="*/ 192 w 289"/>
              <a:gd name="T53" fmla="*/ 241 h 353"/>
              <a:gd name="T54" fmla="*/ 224 w 289"/>
              <a:gd name="T55" fmla="*/ 241 h 353"/>
              <a:gd name="T56" fmla="*/ 136 w 289"/>
              <a:gd name="T57" fmla="*/ 225 h 353"/>
              <a:gd name="T58" fmla="*/ 136 w 289"/>
              <a:gd name="T59" fmla="*/ 273 h 353"/>
              <a:gd name="T60" fmla="*/ 136 w 289"/>
              <a:gd name="T61" fmla="*/ 225 h 353"/>
              <a:gd name="T62" fmla="*/ 128 w 289"/>
              <a:gd name="T63" fmla="*/ 249 h 353"/>
              <a:gd name="T64" fmla="*/ 144 w 289"/>
              <a:gd name="T65" fmla="*/ 249 h 353"/>
              <a:gd name="T66" fmla="*/ 184 w 289"/>
              <a:gd name="T67" fmla="*/ 305 h 353"/>
              <a:gd name="T68" fmla="*/ 184 w 289"/>
              <a:gd name="T69" fmla="*/ 321 h 353"/>
              <a:gd name="T70" fmla="*/ 184 w 289"/>
              <a:gd name="T71" fmla="*/ 305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289" h="353">
                <a:moveTo>
                  <a:pt x="72" y="273"/>
                </a:moveTo>
                <a:cubicBezTo>
                  <a:pt x="67" y="273"/>
                  <a:pt x="64" y="277"/>
                  <a:pt x="64" y="281"/>
                </a:cubicBezTo>
                <a:cubicBezTo>
                  <a:pt x="64" y="285"/>
                  <a:pt x="67" y="289"/>
                  <a:pt x="72" y="289"/>
                </a:cubicBezTo>
                <a:cubicBezTo>
                  <a:pt x="76" y="289"/>
                  <a:pt x="80" y="285"/>
                  <a:pt x="80" y="281"/>
                </a:cubicBezTo>
                <a:cubicBezTo>
                  <a:pt x="80" y="277"/>
                  <a:pt x="76" y="273"/>
                  <a:pt x="72" y="273"/>
                </a:cubicBezTo>
                <a:moveTo>
                  <a:pt x="80" y="177"/>
                </a:moveTo>
                <a:cubicBezTo>
                  <a:pt x="71" y="177"/>
                  <a:pt x="64" y="184"/>
                  <a:pt x="64" y="193"/>
                </a:cubicBezTo>
                <a:cubicBezTo>
                  <a:pt x="64" y="202"/>
                  <a:pt x="71" y="209"/>
                  <a:pt x="80" y="209"/>
                </a:cubicBezTo>
                <a:cubicBezTo>
                  <a:pt x="89" y="209"/>
                  <a:pt x="96" y="202"/>
                  <a:pt x="96" y="193"/>
                </a:cubicBezTo>
                <a:cubicBezTo>
                  <a:pt x="96" y="184"/>
                  <a:pt x="89" y="177"/>
                  <a:pt x="80" y="177"/>
                </a:cubicBezTo>
                <a:moveTo>
                  <a:pt x="232" y="193"/>
                </a:moveTo>
                <a:cubicBezTo>
                  <a:pt x="228" y="193"/>
                  <a:pt x="224" y="196"/>
                  <a:pt x="224" y="201"/>
                </a:cubicBezTo>
                <a:cubicBezTo>
                  <a:pt x="224" y="205"/>
                  <a:pt x="228" y="209"/>
                  <a:pt x="232" y="209"/>
                </a:cubicBezTo>
                <a:cubicBezTo>
                  <a:pt x="237" y="209"/>
                  <a:pt x="241" y="205"/>
                  <a:pt x="241" y="201"/>
                </a:cubicBezTo>
                <a:cubicBezTo>
                  <a:pt x="241" y="196"/>
                  <a:pt x="237" y="193"/>
                  <a:pt x="232" y="193"/>
                </a:cubicBezTo>
                <a:moveTo>
                  <a:pt x="225" y="48"/>
                </a:moveTo>
                <a:cubicBezTo>
                  <a:pt x="241" y="48"/>
                  <a:pt x="241" y="48"/>
                  <a:pt x="241" y="48"/>
                </a:cubicBezTo>
                <a:cubicBezTo>
                  <a:pt x="249" y="48"/>
                  <a:pt x="257" y="41"/>
                  <a:pt x="257" y="32"/>
                </a:cubicBezTo>
                <a:cubicBezTo>
                  <a:pt x="257" y="16"/>
                  <a:pt x="257" y="16"/>
                  <a:pt x="257" y="16"/>
                </a:cubicBezTo>
                <a:cubicBezTo>
                  <a:pt x="257" y="7"/>
                  <a:pt x="249" y="0"/>
                  <a:pt x="241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39" y="0"/>
                  <a:pt x="32" y="7"/>
                  <a:pt x="32" y="16"/>
                </a:cubicBezTo>
                <a:cubicBezTo>
                  <a:pt x="32" y="32"/>
                  <a:pt x="32" y="32"/>
                  <a:pt x="32" y="32"/>
                </a:cubicBezTo>
                <a:cubicBezTo>
                  <a:pt x="32" y="41"/>
                  <a:pt x="39" y="48"/>
                  <a:pt x="48" y="48"/>
                </a:cubicBezTo>
                <a:cubicBezTo>
                  <a:pt x="63" y="48"/>
                  <a:pt x="63" y="48"/>
                  <a:pt x="63" y="48"/>
                </a:cubicBezTo>
                <a:cubicBezTo>
                  <a:pt x="57" y="146"/>
                  <a:pt x="0" y="165"/>
                  <a:pt x="0" y="257"/>
                </a:cubicBezTo>
                <a:cubicBezTo>
                  <a:pt x="0" y="310"/>
                  <a:pt x="43" y="353"/>
                  <a:pt x="96" y="353"/>
                </a:cubicBezTo>
                <a:cubicBezTo>
                  <a:pt x="192" y="353"/>
                  <a:pt x="192" y="353"/>
                  <a:pt x="192" y="353"/>
                </a:cubicBezTo>
                <a:cubicBezTo>
                  <a:pt x="246" y="353"/>
                  <a:pt x="289" y="310"/>
                  <a:pt x="289" y="257"/>
                </a:cubicBezTo>
                <a:cubicBezTo>
                  <a:pt x="289" y="165"/>
                  <a:pt x="231" y="146"/>
                  <a:pt x="225" y="48"/>
                </a:cubicBezTo>
                <a:moveTo>
                  <a:pt x="48" y="16"/>
                </a:moveTo>
                <a:cubicBezTo>
                  <a:pt x="241" y="16"/>
                  <a:pt x="241" y="16"/>
                  <a:pt x="241" y="16"/>
                </a:cubicBezTo>
                <a:cubicBezTo>
                  <a:pt x="241" y="32"/>
                  <a:pt x="241" y="32"/>
                  <a:pt x="241" y="32"/>
                </a:cubicBezTo>
                <a:cubicBezTo>
                  <a:pt x="48" y="32"/>
                  <a:pt x="48" y="32"/>
                  <a:pt x="48" y="32"/>
                </a:cubicBezTo>
                <a:lnTo>
                  <a:pt x="48" y="16"/>
                </a:lnTo>
                <a:close/>
                <a:moveTo>
                  <a:pt x="80" y="48"/>
                </a:moveTo>
                <a:cubicBezTo>
                  <a:pt x="209" y="48"/>
                  <a:pt x="209" y="48"/>
                  <a:pt x="209" y="48"/>
                </a:cubicBezTo>
                <a:cubicBezTo>
                  <a:pt x="211" y="84"/>
                  <a:pt x="219" y="110"/>
                  <a:pt x="230" y="132"/>
                </a:cubicBezTo>
                <a:cubicBezTo>
                  <a:pt x="217" y="142"/>
                  <a:pt x="180" y="167"/>
                  <a:pt x="139" y="143"/>
                </a:cubicBezTo>
                <a:cubicBezTo>
                  <a:pt x="106" y="124"/>
                  <a:pt x="77" y="126"/>
                  <a:pt x="60" y="129"/>
                </a:cubicBezTo>
                <a:cubicBezTo>
                  <a:pt x="70" y="108"/>
                  <a:pt x="78" y="82"/>
                  <a:pt x="80" y="48"/>
                </a:cubicBezTo>
                <a:moveTo>
                  <a:pt x="192" y="337"/>
                </a:moveTo>
                <a:cubicBezTo>
                  <a:pt x="96" y="337"/>
                  <a:pt x="96" y="337"/>
                  <a:pt x="96" y="337"/>
                </a:cubicBezTo>
                <a:cubicBezTo>
                  <a:pt x="52" y="337"/>
                  <a:pt x="16" y="301"/>
                  <a:pt x="16" y="257"/>
                </a:cubicBezTo>
                <a:cubicBezTo>
                  <a:pt x="16" y="215"/>
                  <a:pt x="29" y="190"/>
                  <a:pt x="44" y="162"/>
                </a:cubicBezTo>
                <a:cubicBezTo>
                  <a:pt x="46" y="158"/>
                  <a:pt x="48" y="154"/>
                  <a:pt x="50" y="149"/>
                </a:cubicBezTo>
                <a:cubicBezTo>
                  <a:pt x="52" y="149"/>
                  <a:pt x="86" y="131"/>
                  <a:pt x="131" y="157"/>
                </a:cubicBezTo>
                <a:cubicBezTo>
                  <a:pt x="146" y="166"/>
                  <a:pt x="161" y="169"/>
                  <a:pt x="175" y="169"/>
                </a:cubicBezTo>
                <a:cubicBezTo>
                  <a:pt x="202" y="169"/>
                  <a:pt x="225" y="156"/>
                  <a:pt x="237" y="147"/>
                </a:cubicBezTo>
                <a:cubicBezTo>
                  <a:pt x="239" y="152"/>
                  <a:pt x="242" y="157"/>
                  <a:pt x="244" y="162"/>
                </a:cubicBezTo>
                <a:cubicBezTo>
                  <a:pt x="259" y="190"/>
                  <a:pt x="273" y="215"/>
                  <a:pt x="273" y="257"/>
                </a:cubicBezTo>
                <a:cubicBezTo>
                  <a:pt x="273" y="301"/>
                  <a:pt x="237" y="337"/>
                  <a:pt x="192" y="337"/>
                </a:cubicBezTo>
                <a:moveTo>
                  <a:pt x="208" y="225"/>
                </a:moveTo>
                <a:cubicBezTo>
                  <a:pt x="200" y="225"/>
                  <a:pt x="192" y="232"/>
                  <a:pt x="192" y="241"/>
                </a:cubicBezTo>
                <a:cubicBezTo>
                  <a:pt x="192" y="250"/>
                  <a:pt x="200" y="257"/>
                  <a:pt x="208" y="257"/>
                </a:cubicBezTo>
                <a:cubicBezTo>
                  <a:pt x="217" y="257"/>
                  <a:pt x="224" y="250"/>
                  <a:pt x="224" y="241"/>
                </a:cubicBezTo>
                <a:cubicBezTo>
                  <a:pt x="224" y="232"/>
                  <a:pt x="217" y="225"/>
                  <a:pt x="208" y="225"/>
                </a:cubicBezTo>
                <a:moveTo>
                  <a:pt x="136" y="225"/>
                </a:moveTo>
                <a:cubicBezTo>
                  <a:pt x="123" y="225"/>
                  <a:pt x="112" y="236"/>
                  <a:pt x="112" y="249"/>
                </a:cubicBezTo>
                <a:cubicBezTo>
                  <a:pt x="112" y="262"/>
                  <a:pt x="123" y="273"/>
                  <a:pt x="136" y="273"/>
                </a:cubicBezTo>
                <a:cubicBezTo>
                  <a:pt x="149" y="273"/>
                  <a:pt x="160" y="262"/>
                  <a:pt x="160" y="249"/>
                </a:cubicBezTo>
                <a:cubicBezTo>
                  <a:pt x="160" y="236"/>
                  <a:pt x="149" y="225"/>
                  <a:pt x="136" y="225"/>
                </a:cubicBezTo>
                <a:moveTo>
                  <a:pt x="136" y="257"/>
                </a:moveTo>
                <a:cubicBezTo>
                  <a:pt x="132" y="257"/>
                  <a:pt x="128" y="253"/>
                  <a:pt x="128" y="249"/>
                </a:cubicBezTo>
                <a:cubicBezTo>
                  <a:pt x="128" y="244"/>
                  <a:pt x="132" y="241"/>
                  <a:pt x="136" y="241"/>
                </a:cubicBezTo>
                <a:cubicBezTo>
                  <a:pt x="141" y="241"/>
                  <a:pt x="144" y="244"/>
                  <a:pt x="144" y="249"/>
                </a:cubicBezTo>
                <a:cubicBezTo>
                  <a:pt x="144" y="253"/>
                  <a:pt x="141" y="257"/>
                  <a:pt x="136" y="257"/>
                </a:cubicBezTo>
                <a:moveTo>
                  <a:pt x="184" y="305"/>
                </a:moveTo>
                <a:cubicBezTo>
                  <a:pt x="180" y="305"/>
                  <a:pt x="176" y="309"/>
                  <a:pt x="176" y="313"/>
                </a:cubicBezTo>
                <a:cubicBezTo>
                  <a:pt x="176" y="318"/>
                  <a:pt x="180" y="321"/>
                  <a:pt x="184" y="321"/>
                </a:cubicBezTo>
                <a:cubicBezTo>
                  <a:pt x="189" y="321"/>
                  <a:pt x="192" y="318"/>
                  <a:pt x="192" y="313"/>
                </a:cubicBezTo>
                <a:cubicBezTo>
                  <a:pt x="192" y="309"/>
                  <a:pt x="189" y="305"/>
                  <a:pt x="184" y="305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1" name="Freeform 21"/>
          <p:cNvSpPr>
            <a:spLocks noEditPoints="1"/>
          </p:cNvSpPr>
          <p:nvPr/>
        </p:nvSpPr>
        <p:spPr bwMode="auto">
          <a:xfrm>
            <a:off x="7499351" y="2025651"/>
            <a:ext cx="529167" cy="582084"/>
          </a:xfrm>
          <a:custGeom>
            <a:avLst/>
            <a:gdLst>
              <a:gd name="T0" fmla="*/ 80 w 321"/>
              <a:gd name="T1" fmla="*/ 281 h 353"/>
              <a:gd name="T2" fmla="*/ 96 w 321"/>
              <a:gd name="T3" fmla="*/ 281 h 353"/>
              <a:gd name="T4" fmla="*/ 225 w 321"/>
              <a:gd name="T5" fmla="*/ 96 h 353"/>
              <a:gd name="T6" fmla="*/ 241 w 321"/>
              <a:gd name="T7" fmla="*/ 48 h 353"/>
              <a:gd name="T8" fmla="*/ 257 w 321"/>
              <a:gd name="T9" fmla="*/ 16 h 353"/>
              <a:gd name="T10" fmla="*/ 80 w 321"/>
              <a:gd name="T11" fmla="*/ 0 h 353"/>
              <a:gd name="T12" fmla="*/ 64 w 321"/>
              <a:gd name="T13" fmla="*/ 32 h 353"/>
              <a:gd name="T14" fmla="*/ 96 w 321"/>
              <a:gd name="T15" fmla="*/ 48 h 353"/>
              <a:gd name="T16" fmla="*/ 0 w 321"/>
              <a:gd name="T17" fmla="*/ 273 h 353"/>
              <a:gd name="T18" fmla="*/ 241 w 321"/>
              <a:gd name="T19" fmla="*/ 353 h 353"/>
              <a:gd name="T20" fmla="*/ 225 w 321"/>
              <a:gd name="T21" fmla="*/ 96 h 353"/>
              <a:gd name="T22" fmla="*/ 241 w 321"/>
              <a:gd name="T23" fmla="*/ 16 h 353"/>
              <a:gd name="T24" fmla="*/ 80 w 321"/>
              <a:gd name="T25" fmla="*/ 32 h 353"/>
              <a:gd name="T26" fmla="*/ 209 w 321"/>
              <a:gd name="T27" fmla="*/ 48 h 353"/>
              <a:gd name="T28" fmla="*/ 158 w 321"/>
              <a:gd name="T29" fmla="*/ 88 h 353"/>
              <a:gd name="T30" fmla="*/ 112 w 321"/>
              <a:gd name="T31" fmla="*/ 96 h 353"/>
              <a:gd name="T32" fmla="*/ 209 w 321"/>
              <a:gd name="T33" fmla="*/ 48 h 353"/>
              <a:gd name="T34" fmla="*/ 80 w 321"/>
              <a:gd name="T35" fmla="*/ 337 h 353"/>
              <a:gd name="T36" fmla="*/ 74 w 321"/>
              <a:gd name="T37" fmla="*/ 158 h 353"/>
              <a:gd name="T38" fmla="*/ 123 w 321"/>
              <a:gd name="T39" fmla="*/ 112 h 353"/>
              <a:gd name="T40" fmla="*/ 209 w 321"/>
              <a:gd name="T41" fmla="*/ 88 h 353"/>
              <a:gd name="T42" fmla="*/ 247 w 321"/>
              <a:gd name="T43" fmla="*/ 158 h 353"/>
              <a:gd name="T44" fmla="*/ 241 w 321"/>
              <a:gd name="T45" fmla="*/ 337 h 353"/>
              <a:gd name="T46" fmla="*/ 80 w 321"/>
              <a:gd name="T47" fmla="*/ 217 h 353"/>
              <a:gd name="T48" fmla="*/ 128 w 321"/>
              <a:gd name="T49" fmla="*/ 217 h 353"/>
              <a:gd name="T50" fmla="*/ 104 w 321"/>
              <a:gd name="T51" fmla="*/ 225 h 353"/>
              <a:gd name="T52" fmla="*/ 104 w 321"/>
              <a:gd name="T53" fmla="*/ 209 h 353"/>
              <a:gd name="T54" fmla="*/ 104 w 321"/>
              <a:gd name="T55" fmla="*/ 225 h 353"/>
              <a:gd name="T56" fmla="*/ 241 w 321"/>
              <a:gd name="T57" fmla="*/ 297 h 353"/>
              <a:gd name="T58" fmla="*/ 257 w 321"/>
              <a:gd name="T59" fmla="*/ 297 h 353"/>
              <a:gd name="T60" fmla="*/ 233 w 321"/>
              <a:gd name="T61" fmla="*/ 241 h 353"/>
              <a:gd name="T62" fmla="*/ 233 w 321"/>
              <a:gd name="T63" fmla="*/ 257 h 353"/>
              <a:gd name="T64" fmla="*/ 233 w 321"/>
              <a:gd name="T65" fmla="*/ 241 h 353"/>
              <a:gd name="T66" fmla="*/ 177 w 321"/>
              <a:gd name="T67" fmla="*/ 193 h 353"/>
              <a:gd name="T68" fmla="*/ 209 w 321"/>
              <a:gd name="T69" fmla="*/ 193 h 353"/>
              <a:gd name="T70" fmla="*/ 160 w 321"/>
              <a:gd name="T71" fmla="*/ 257 h 353"/>
              <a:gd name="T72" fmla="*/ 160 w 321"/>
              <a:gd name="T73" fmla="*/ 289 h 353"/>
              <a:gd name="T74" fmla="*/ 160 w 321"/>
              <a:gd name="T75" fmla="*/ 257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321" h="353">
                <a:moveTo>
                  <a:pt x="88" y="273"/>
                </a:moveTo>
                <a:cubicBezTo>
                  <a:pt x="84" y="273"/>
                  <a:pt x="80" y="277"/>
                  <a:pt x="80" y="281"/>
                </a:cubicBezTo>
                <a:cubicBezTo>
                  <a:pt x="80" y="285"/>
                  <a:pt x="84" y="289"/>
                  <a:pt x="88" y="289"/>
                </a:cubicBezTo>
                <a:cubicBezTo>
                  <a:pt x="93" y="289"/>
                  <a:pt x="96" y="285"/>
                  <a:pt x="96" y="281"/>
                </a:cubicBezTo>
                <a:cubicBezTo>
                  <a:pt x="96" y="277"/>
                  <a:pt x="93" y="273"/>
                  <a:pt x="88" y="273"/>
                </a:cubicBezTo>
                <a:moveTo>
                  <a:pt x="225" y="96"/>
                </a:moveTo>
                <a:cubicBezTo>
                  <a:pt x="225" y="48"/>
                  <a:pt x="225" y="48"/>
                  <a:pt x="225" y="48"/>
                </a:cubicBezTo>
                <a:cubicBezTo>
                  <a:pt x="241" y="48"/>
                  <a:pt x="241" y="48"/>
                  <a:pt x="241" y="48"/>
                </a:cubicBezTo>
                <a:cubicBezTo>
                  <a:pt x="250" y="48"/>
                  <a:pt x="257" y="41"/>
                  <a:pt x="257" y="32"/>
                </a:cubicBezTo>
                <a:cubicBezTo>
                  <a:pt x="257" y="16"/>
                  <a:pt x="257" y="16"/>
                  <a:pt x="257" y="16"/>
                </a:cubicBezTo>
                <a:cubicBezTo>
                  <a:pt x="257" y="7"/>
                  <a:pt x="250" y="0"/>
                  <a:pt x="241" y="0"/>
                </a:cubicBezTo>
                <a:cubicBezTo>
                  <a:pt x="80" y="0"/>
                  <a:pt x="80" y="0"/>
                  <a:pt x="80" y="0"/>
                </a:cubicBezTo>
                <a:cubicBezTo>
                  <a:pt x="71" y="0"/>
                  <a:pt x="64" y="7"/>
                  <a:pt x="64" y="16"/>
                </a:cubicBezTo>
                <a:cubicBezTo>
                  <a:pt x="64" y="32"/>
                  <a:pt x="64" y="32"/>
                  <a:pt x="64" y="32"/>
                </a:cubicBezTo>
                <a:cubicBezTo>
                  <a:pt x="64" y="41"/>
                  <a:pt x="71" y="48"/>
                  <a:pt x="80" y="48"/>
                </a:cubicBezTo>
                <a:cubicBezTo>
                  <a:pt x="96" y="48"/>
                  <a:pt x="96" y="48"/>
                  <a:pt x="96" y="48"/>
                </a:cubicBezTo>
                <a:cubicBezTo>
                  <a:pt x="96" y="96"/>
                  <a:pt x="96" y="96"/>
                  <a:pt x="96" y="96"/>
                </a:cubicBezTo>
                <a:cubicBezTo>
                  <a:pt x="96" y="145"/>
                  <a:pt x="0" y="161"/>
                  <a:pt x="0" y="273"/>
                </a:cubicBezTo>
                <a:cubicBezTo>
                  <a:pt x="0" y="353"/>
                  <a:pt x="80" y="353"/>
                  <a:pt x="80" y="353"/>
                </a:cubicBezTo>
                <a:cubicBezTo>
                  <a:pt x="241" y="353"/>
                  <a:pt x="241" y="353"/>
                  <a:pt x="241" y="353"/>
                </a:cubicBezTo>
                <a:cubicBezTo>
                  <a:pt x="241" y="353"/>
                  <a:pt x="321" y="353"/>
                  <a:pt x="321" y="273"/>
                </a:cubicBezTo>
                <a:cubicBezTo>
                  <a:pt x="321" y="161"/>
                  <a:pt x="225" y="145"/>
                  <a:pt x="225" y="96"/>
                </a:cubicBezTo>
                <a:moveTo>
                  <a:pt x="80" y="16"/>
                </a:moveTo>
                <a:cubicBezTo>
                  <a:pt x="241" y="16"/>
                  <a:pt x="241" y="16"/>
                  <a:pt x="241" y="16"/>
                </a:cubicBezTo>
                <a:cubicBezTo>
                  <a:pt x="241" y="32"/>
                  <a:pt x="241" y="32"/>
                  <a:pt x="241" y="32"/>
                </a:cubicBezTo>
                <a:cubicBezTo>
                  <a:pt x="80" y="32"/>
                  <a:pt x="80" y="32"/>
                  <a:pt x="80" y="32"/>
                </a:cubicBezTo>
                <a:lnTo>
                  <a:pt x="80" y="16"/>
                </a:lnTo>
                <a:close/>
                <a:moveTo>
                  <a:pt x="209" y="48"/>
                </a:moveTo>
                <a:cubicBezTo>
                  <a:pt x="209" y="72"/>
                  <a:pt x="209" y="72"/>
                  <a:pt x="209" y="72"/>
                </a:cubicBezTo>
                <a:cubicBezTo>
                  <a:pt x="194" y="73"/>
                  <a:pt x="177" y="77"/>
                  <a:pt x="158" y="88"/>
                </a:cubicBezTo>
                <a:cubicBezTo>
                  <a:pt x="142" y="97"/>
                  <a:pt x="126" y="98"/>
                  <a:pt x="112" y="96"/>
                </a:cubicBezTo>
                <a:cubicBezTo>
                  <a:pt x="112" y="96"/>
                  <a:pt x="112" y="96"/>
                  <a:pt x="112" y="96"/>
                </a:cubicBezTo>
                <a:cubicBezTo>
                  <a:pt x="112" y="48"/>
                  <a:pt x="112" y="48"/>
                  <a:pt x="112" y="48"/>
                </a:cubicBezTo>
                <a:lnTo>
                  <a:pt x="209" y="48"/>
                </a:lnTo>
                <a:close/>
                <a:moveTo>
                  <a:pt x="241" y="337"/>
                </a:moveTo>
                <a:cubicBezTo>
                  <a:pt x="80" y="337"/>
                  <a:pt x="80" y="337"/>
                  <a:pt x="80" y="337"/>
                </a:cubicBezTo>
                <a:cubicBezTo>
                  <a:pt x="78" y="337"/>
                  <a:pt x="16" y="336"/>
                  <a:pt x="16" y="273"/>
                </a:cubicBezTo>
                <a:cubicBezTo>
                  <a:pt x="16" y="212"/>
                  <a:pt x="47" y="183"/>
                  <a:pt x="74" y="158"/>
                </a:cubicBezTo>
                <a:cubicBezTo>
                  <a:pt x="90" y="144"/>
                  <a:pt x="104" y="130"/>
                  <a:pt x="110" y="111"/>
                </a:cubicBezTo>
                <a:cubicBezTo>
                  <a:pt x="114" y="112"/>
                  <a:pt x="118" y="112"/>
                  <a:pt x="123" y="112"/>
                </a:cubicBezTo>
                <a:cubicBezTo>
                  <a:pt x="136" y="112"/>
                  <a:pt x="151" y="109"/>
                  <a:pt x="166" y="101"/>
                </a:cubicBezTo>
                <a:cubicBezTo>
                  <a:pt x="182" y="92"/>
                  <a:pt x="197" y="89"/>
                  <a:pt x="209" y="88"/>
                </a:cubicBezTo>
                <a:cubicBezTo>
                  <a:pt x="209" y="96"/>
                  <a:pt x="209" y="96"/>
                  <a:pt x="209" y="96"/>
                </a:cubicBezTo>
                <a:cubicBezTo>
                  <a:pt x="209" y="122"/>
                  <a:pt x="227" y="140"/>
                  <a:pt x="247" y="158"/>
                </a:cubicBezTo>
                <a:cubicBezTo>
                  <a:pt x="274" y="183"/>
                  <a:pt x="305" y="212"/>
                  <a:pt x="305" y="273"/>
                </a:cubicBezTo>
                <a:cubicBezTo>
                  <a:pt x="305" y="335"/>
                  <a:pt x="247" y="337"/>
                  <a:pt x="241" y="337"/>
                </a:cubicBezTo>
                <a:moveTo>
                  <a:pt x="104" y="193"/>
                </a:moveTo>
                <a:cubicBezTo>
                  <a:pt x="91" y="193"/>
                  <a:pt x="80" y="203"/>
                  <a:pt x="80" y="217"/>
                </a:cubicBezTo>
                <a:cubicBezTo>
                  <a:pt x="80" y="230"/>
                  <a:pt x="91" y="241"/>
                  <a:pt x="104" y="241"/>
                </a:cubicBezTo>
                <a:cubicBezTo>
                  <a:pt x="118" y="241"/>
                  <a:pt x="128" y="230"/>
                  <a:pt x="128" y="217"/>
                </a:cubicBezTo>
                <a:cubicBezTo>
                  <a:pt x="128" y="203"/>
                  <a:pt x="118" y="193"/>
                  <a:pt x="104" y="193"/>
                </a:cubicBezTo>
                <a:moveTo>
                  <a:pt x="104" y="225"/>
                </a:moveTo>
                <a:cubicBezTo>
                  <a:pt x="100" y="225"/>
                  <a:pt x="96" y="221"/>
                  <a:pt x="96" y="217"/>
                </a:cubicBezTo>
                <a:cubicBezTo>
                  <a:pt x="96" y="212"/>
                  <a:pt x="100" y="209"/>
                  <a:pt x="104" y="209"/>
                </a:cubicBezTo>
                <a:cubicBezTo>
                  <a:pt x="109" y="209"/>
                  <a:pt x="112" y="212"/>
                  <a:pt x="112" y="217"/>
                </a:cubicBezTo>
                <a:cubicBezTo>
                  <a:pt x="112" y="221"/>
                  <a:pt x="109" y="225"/>
                  <a:pt x="104" y="225"/>
                </a:cubicBezTo>
                <a:moveTo>
                  <a:pt x="249" y="289"/>
                </a:moveTo>
                <a:cubicBezTo>
                  <a:pt x="244" y="289"/>
                  <a:pt x="241" y="293"/>
                  <a:pt x="241" y="297"/>
                </a:cubicBezTo>
                <a:cubicBezTo>
                  <a:pt x="241" y="301"/>
                  <a:pt x="244" y="305"/>
                  <a:pt x="249" y="305"/>
                </a:cubicBezTo>
                <a:cubicBezTo>
                  <a:pt x="253" y="305"/>
                  <a:pt x="257" y="301"/>
                  <a:pt x="257" y="297"/>
                </a:cubicBezTo>
                <a:cubicBezTo>
                  <a:pt x="257" y="293"/>
                  <a:pt x="253" y="289"/>
                  <a:pt x="249" y="289"/>
                </a:cubicBezTo>
                <a:moveTo>
                  <a:pt x="233" y="241"/>
                </a:moveTo>
                <a:cubicBezTo>
                  <a:pt x="228" y="241"/>
                  <a:pt x="225" y="244"/>
                  <a:pt x="225" y="249"/>
                </a:cubicBezTo>
                <a:cubicBezTo>
                  <a:pt x="225" y="253"/>
                  <a:pt x="228" y="257"/>
                  <a:pt x="233" y="257"/>
                </a:cubicBezTo>
                <a:cubicBezTo>
                  <a:pt x="237" y="257"/>
                  <a:pt x="241" y="253"/>
                  <a:pt x="241" y="249"/>
                </a:cubicBezTo>
                <a:cubicBezTo>
                  <a:pt x="241" y="244"/>
                  <a:pt x="237" y="241"/>
                  <a:pt x="233" y="241"/>
                </a:cubicBezTo>
                <a:moveTo>
                  <a:pt x="193" y="177"/>
                </a:moveTo>
                <a:cubicBezTo>
                  <a:pt x="184" y="177"/>
                  <a:pt x="177" y="184"/>
                  <a:pt x="177" y="193"/>
                </a:cubicBezTo>
                <a:cubicBezTo>
                  <a:pt x="177" y="202"/>
                  <a:pt x="184" y="209"/>
                  <a:pt x="193" y="209"/>
                </a:cubicBezTo>
                <a:cubicBezTo>
                  <a:pt x="201" y="209"/>
                  <a:pt x="209" y="202"/>
                  <a:pt x="209" y="193"/>
                </a:cubicBezTo>
                <a:cubicBezTo>
                  <a:pt x="209" y="184"/>
                  <a:pt x="201" y="177"/>
                  <a:pt x="193" y="177"/>
                </a:cubicBezTo>
                <a:moveTo>
                  <a:pt x="160" y="257"/>
                </a:moveTo>
                <a:cubicBezTo>
                  <a:pt x="152" y="257"/>
                  <a:pt x="144" y="264"/>
                  <a:pt x="144" y="273"/>
                </a:cubicBezTo>
                <a:cubicBezTo>
                  <a:pt x="144" y="282"/>
                  <a:pt x="152" y="289"/>
                  <a:pt x="160" y="289"/>
                </a:cubicBezTo>
                <a:cubicBezTo>
                  <a:pt x="169" y="289"/>
                  <a:pt x="177" y="282"/>
                  <a:pt x="177" y="273"/>
                </a:cubicBezTo>
                <a:cubicBezTo>
                  <a:pt x="177" y="264"/>
                  <a:pt x="169" y="257"/>
                  <a:pt x="160" y="257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2" name="Freeform 22"/>
          <p:cNvSpPr>
            <a:spLocks noEditPoints="1"/>
          </p:cNvSpPr>
          <p:nvPr/>
        </p:nvSpPr>
        <p:spPr bwMode="auto">
          <a:xfrm>
            <a:off x="8638117" y="2025651"/>
            <a:ext cx="476251" cy="582084"/>
          </a:xfrm>
          <a:custGeom>
            <a:avLst/>
            <a:gdLst>
              <a:gd name="T0" fmla="*/ 0 w 289"/>
              <a:gd name="T1" fmla="*/ 16 h 353"/>
              <a:gd name="T2" fmla="*/ 273 w 289"/>
              <a:gd name="T3" fmla="*/ 353 h 353"/>
              <a:gd name="T4" fmla="*/ 273 w 289"/>
              <a:gd name="T5" fmla="*/ 0 h 353"/>
              <a:gd name="T6" fmla="*/ 257 w 289"/>
              <a:gd name="T7" fmla="*/ 305 h 353"/>
              <a:gd name="T8" fmla="*/ 241 w 289"/>
              <a:gd name="T9" fmla="*/ 337 h 353"/>
              <a:gd name="T10" fmla="*/ 217 w 289"/>
              <a:gd name="T11" fmla="*/ 297 h 353"/>
              <a:gd name="T12" fmla="*/ 193 w 289"/>
              <a:gd name="T13" fmla="*/ 337 h 353"/>
              <a:gd name="T14" fmla="*/ 177 w 289"/>
              <a:gd name="T15" fmla="*/ 297 h 353"/>
              <a:gd name="T16" fmla="*/ 145 w 289"/>
              <a:gd name="T17" fmla="*/ 297 h 353"/>
              <a:gd name="T18" fmla="*/ 129 w 289"/>
              <a:gd name="T19" fmla="*/ 337 h 353"/>
              <a:gd name="T20" fmla="*/ 105 w 289"/>
              <a:gd name="T21" fmla="*/ 297 h 353"/>
              <a:gd name="T22" fmla="*/ 81 w 289"/>
              <a:gd name="T23" fmla="*/ 337 h 353"/>
              <a:gd name="T24" fmla="*/ 65 w 289"/>
              <a:gd name="T25" fmla="*/ 297 h 353"/>
              <a:gd name="T26" fmla="*/ 48 w 289"/>
              <a:gd name="T27" fmla="*/ 305 h 353"/>
              <a:gd name="T28" fmla="*/ 32 w 289"/>
              <a:gd name="T29" fmla="*/ 337 h 353"/>
              <a:gd name="T30" fmla="*/ 273 w 289"/>
              <a:gd name="T31" fmla="*/ 273 h 353"/>
              <a:gd name="T32" fmla="*/ 257 w 289"/>
              <a:gd name="T33" fmla="*/ 257 h 353"/>
              <a:gd name="T34" fmla="*/ 241 w 289"/>
              <a:gd name="T35" fmla="*/ 217 h 353"/>
              <a:gd name="T36" fmla="*/ 225 w 289"/>
              <a:gd name="T37" fmla="*/ 217 h 353"/>
              <a:gd name="T38" fmla="*/ 209 w 289"/>
              <a:gd name="T39" fmla="*/ 257 h 353"/>
              <a:gd name="T40" fmla="*/ 169 w 289"/>
              <a:gd name="T41" fmla="*/ 217 h 353"/>
              <a:gd name="T42" fmla="*/ 145 w 289"/>
              <a:gd name="T43" fmla="*/ 257 h 353"/>
              <a:gd name="T44" fmla="*/ 129 w 289"/>
              <a:gd name="T45" fmla="*/ 225 h 353"/>
              <a:gd name="T46" fmla="*/ 113 w 289"/>
              <a:gd name="T47" fmla="*/ 217 h 353"/>
              <a:gd name="T48" fmla="*/ 97 w 289"/>
              <a:gd name="T49" fmla="*/ 257 h 353"/>
              <a:gd name="T50" fmla="*/ 73 w 289"/>
              <a:gd name="T51" fmla="*/ 217 h 353"/>
              <a:gd name="T52" fmla="*/ 16 w 289"/>
              <a:gd name="T53" fmla="*/ 257 h 353"/>
              <a:gd name="T54" fmla="*/ 273 w 289"/>
              <a:gd name="T55" fmla="*/ 257 h 353"/>
              <a:gd name="T56" fmla="*/ 257 w 289"/>
              <a:gd name="T57" fmla="*/ 128 h 353"/>
              <a:gd name="T58" fmla="*/ 241 w 289"/>
              <a:gd name="T59" fmla="*/ 169 h 353"/>
              <a:gd name="T60" fmla="*/ 217 w 289"/>
              <a:gd name="T61" fmla="*/ 112 h 353"/>
              <a:gd name="T62" fmla="*/ 193 w 289"/>
              <a:gd name="T63" fmla="*/ 169 h 353"/>
              <a:gd name="T64" fmla="*/ 177 w 289"/>
              <a:gd name="T65" fmla="*/ 128 h 353"/>
              <a:gd name="T66" fmla="*/ 161 w 289"/>
              <a:gd name="T67" fmla="*/ 120 h 353"/>
              <a:gd name="T68" fmla="*/ 145 w 289"/>
              <a:gd name="T69" fmla="*/ 169 h 353"/>
              <a:gd name="T70" fmla="*/ 105 w 289"/>
              <a:gd name="T71" fmla="*/ 120 h 353"/>
              <a:gd name="T72" fmla="*/ 81 w 289"/>
              <a:gd name="T73" fmla="*/ 169 h 353"/>
              <a:gd name="T74" fmla="*/ 65 w 289"/>
              <a:gd name="T75" fmla="*/ 128 h 353"/>
              <a:gd name="T76" fmla="*/ 48 w 289"/>
              <a:gd name="T77" fmla="*/ 120 h 353"/>
              <a:gd name="T78" fmla="*/ 32 w 289"/>
              <a:gd name="T79" fmla="*/ 169 h 353"/>
              <a:gd name="T80" fmla="*/ 273 w 289"/>
              <a:gd name="T81" fmla="*/ 96 h 353"/>
              <a:gd name="T82" fmla="*/ 257 w 289"/>
              <a:gd name="T83" fmla="*/ 80 h 353"/>
              <a:gd name="T84" fmla="*/ 241 w 289"/>
              <a:gd name="T85" fmla="*/ 48 h 353"/>
              <a:gd name="T86" fmla="*/ 225 w 289"/>
              <a:gd name="T87" fmla="*/ 48 h 353"/>
              <a:gd name="T88" fmla="*/ 209 w 289"/>
              <a:gd name="T89" fmla="*/ 80 h 353"/>
              <a:gd name="T90" fmla="*/ 185 w 289"/>
              <a:gd name="T91" fmla="*/ 32 h 353"/>
              <a:gd name="T92" fmla="*/ 161 w 289"/>
              <a:gd name="T93" fmla="*/ 80 h 353"/>
              <a:gd name="T94" fmla="*/ 145 w 289"/>
              <a:gd name="T95" fmla="*/ 48 h 353"/>
              <a:gd name="T96" fmla="*/ 129 w 289"/>
              <a:gd name="T97" fmla="*/ 40 h 353"/>
              <a:gd name="T98" fmla="*/ 113 w 289"/>
              <a:gd name="T99" fmla="*/ 80 h 353"/>
              <a:gd name="T100" fmla="*/ 73 w 289"/>
              <a:gd name="T101" fmla="*/ 40 h 353"/>
              <a:gd name="T102" fmla="*/ 48 w 289"/>
              <a:gd name="T103" fmla="*/ 80 h 353"/>
              <a:gd name="T104" fmla="*/ 32 w 289"/>
              <a:gd name="T105" fmla="*/ 40 h 353"/>
              <a:gd name="T106" fmla="*/ 16 w 289"/>
              <a:gd name="T107" fmla="*/ 16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89" h="353">
                <a:moveTo>
                  <a:pt x="273" y="0"/>
                </a:moveTo>
                <a:cubicBezTo>
                  <a:pt x="16" y="0"/>
                  <a:pt x="16" y="0"/>
                  <a:pt x="16" y="0"/>
                </a:cubicBezTo>
                <a:cubicBezTo>
                  <a:pt x="8" y="0"/>
                  <a:pt x="0" y="7"/>
                  <a:pt x="0" y="16"/>
                </a:cubicBezTo>
                <a:cubicBezTo>
                  <a:pt x="0" y="337"/>
                  <a:pt x="0" y="337"/>
                  <a:pt x="0" y="337"/>
                </a:cubicBezTo>
                <a:cubicBezTo>
                  <a:pt x="0" y="346"/>
                  <a:pt x="8" y="353"/>
                  <a:pt x="16" y="353"/>
                </a:cubicBezTo>
                <a:cubicBezTo>
                  <a:pt x="273" y="353"/>
                  <a:pt x="273" y="353"/>
                  <a:pt x="273" y="353"/>
                </a:cubicBezTo>
                <a:cubicBezTo>
                  <a:pt x="282" y="353"/>
                  <a:pt x="289" y="346"/>
                  <a:pt x="289" y="337"/>
                </a:cubicBezTo>
                <a:cubicBezTo>
                  <a:pt x="289" y="16"/>
                  <a:pt x="289" y="16"/>
                  <a:pt x="289" y="16"/>
                </a:cubicBezTo>
                <a:cubicBezTo>
                  <a:pt x="289" y="7"/>
                  <a:pt x="282" y="0"/>
                  <a:pt x="273" y="0"/>
                </a:cubicBezTo>
                <a:moveTo>
                  <a:pt x="273" y="337"/>
                </a:moveTo>
                <a:cubicBezTo>
                  <a:pt x="257" y="337"/>
                  <a:pt x="257" y="337"/>
                  <a:pt x="257" y="337"/>
                </a:cubicBezTo>
                <a:cubicBezTo>
                  <a:pt x="257" y="305"/>
                  <a:pt x="257" y="305"/>
                  <a:pt x="257" y="305"/>
                </a:cubicBezTo>
                <a:cubicBezTo>
                  <a:pt x="257" y="301"/>
                  <a:pt x="254" y="297"/>
                  <a:pt x="249" y="297"/>
                </a:cubicBezTo>
                <a:cubicBezTo>
                  <a:pt x="245" y="297"/>
                  <a:pt x="241" y="301"/>
                  <a:pt x="241" y="305"/>
                </a:cubicBezTo>
                <a:cubicBezTo>
                  <a:pt x="241" y="337"/>
                  <a:pt x="241" y="337"/>
                  <a:pt x="241" y="337"/>
                </a:cubicBezTo>
                <a:cubicBezTo>
                  <a:pt x="225" y="337"/>
                  <a:pt x="225" y="337"/>
                  <a:pt x="225" y="337"/>
                </a:cubicBezTo>
                <a:cubicBezTo>
                  <a:pt x="225" y="305"/>
                  <a:pt x="225" y="305"/>
                  <a:pt x="225" y="305"/>
                </a:cubicBezTo>
                <a:cubicBezTo>
                  <a:pt x="225" y="301"/>
                  <a:pt x="222" y="297"/>
                  <a:pt x="217" y="297"/>
                </a:cubicBezTo>
                <a:cubicBezTo>
                  <a:pt x="213" y="297"/>
                  <a:pt x="209" y="301"/>
                  <a:pt x="209" y="305"/>
                </a:cubicBezTo>
                <a:cubicBezTo>
                  <a:pt x="209" y="337"/>
                  <a:pt x="209" y="337"/>
                  <a:pt x="209" y="337"/>
                </a:cubicBezTo>
                <a:cubicBezTo>
                  <a:pt x="193" y="337"/>
                  <a:pt x="193" y="337"/>
                  <a:pt x="193" y="337"/>
                </a:cubicBezTo>
                <a:cubicBezTo>
                  <a:pt x="193" y="297"/>
                  <a:pt x="193" y="297"/>
                  <a:pt x="193" y="297"/>
                </a:cubicBezTo>
                <a:cubicBezTo>
                  <a:pt x="193" y="293"/>
                  <a:pt x="189" y="289"/>
                  <a:pt x="185" y="289"/>
                </a:cubicBezTo>
                <a:cubicBezTo>
                  <a:pt x="181" y="289"/>
                  <a:pt x="177" y="293"/>
                  <a:pt x="177" y="297"/>
                </a:cubicBezTo>
                <a:cubicBezTo>
                  <a:pt x="177" y="337"/>
                  <a:pt x="177" y="337"/>
                  <a:pt x="177" y="337"/>
                </a:cubicBezTo>
                <a:cubicBezTo>
                  <a:pt x="145" y="337"/>
                  <a:pt x="145" y="337"/>
                  <a:pt x="145" y="337"/>
                </a:cubicBezTo>
                <a:cubicBezTo>
                  <a:pt x="145" y="297"/>
                  <a:pt x="145" y="297"/>
                  <a:pt x="145" y="297"/>
                </a:cubicBezTo>
                <a:cubicBezTo>
                  <a:pt x="145" y="293"/>
                  <a:pt x="141" y="289"/>
                  <a:pt x="137" y="289"/>
                </a:cubicBezTo>
                <a:cubicBezTo>
                  <a:pt x="132" y="289"/>
                  <a:pt x="129" y="293"/>
                  <a:pt x="129" y="297"/>
                </a:cubicBezTo>
                <a:cubicBezTo>
                  <a:pt x="129" y="337"/>
                  <a:pt x="129" y="337"/>
                  <a:pt x="129" y="337"/>
                </a:cubicBezTo>
                <a:cubicBezTo>
                  <a:pt x="113" y="337"/>
                  <a:pt x="113" y="337"/>
                  <a:pt x="113" y="337"/>
                </a:cubicBezTo>
                <a:cubicBezTo>
                  <a:pt x="113" y="305"/>
                  <a:pt x="113" y="305"/>
                  <a:pt x="113" y="305"/>
                </a:cubicBezTo>
                <a:cubicBezTo>
                  <a:pt x="113" y="301"/>
                  <a:pt x="109" y="297"/>
                  <a:pt x="105" y="297"/>
                </a:cubicBezTo>
                <a:cubicBezTo>
                  <a:pt x="100" y="297"/>
                  <a:pt x="97" y="301"/>
                  <a:pt x="97" y="305"/>
                </a:cubicBezTo>
                <a:cubicBezTo>
                  <a:pt x="97" y="337"/>
                  <a:pt x="97" y="337"/>
                  <a:pt x="97" y="337"/>
                </a:cubicBezTo>
                <a:cubicBezTo>
                  <a:pt x="81" y="337"/>
                  <a:pt x="81" y="337"/>
                  <a:pt x="81" y="337"/>
                </a:cubicBezTo>
                <a:cubicBezTo>
                  <a:pt x="81" y="297"/>
                  <a:pt x="81" y="297"/>
                  <a:pt x="81" y="297"/>
                </a:cubicBezTo>
                <a:cubicBezTo>
                  <a:pt x="81" y="293"/>
                  <a:pt x="77" y="289"/>
                  <a:pt x="73" y="289"/>
                </a:cubicBezTo>
                <a:cubicBezTo>
                  <a:pt x="68" y="289"/>
                  <a:pt x="65" y="293"/>
                  <a:pt x="65" y="297"/>
                </a:cubicBezTo>
                <a:cubicBezTo>
                  <a:pt x="65" y="337"/>
                  <a:pt x="65" y="337"/>
                  <a:pt x="65" y="337"/>
                </a:cubicBezTo>
                <a:cubicBezTo>
                  <a:pt x="48" y="337"/>
                  <a:pt x="48" y="337"/>
                  <a:pt x="48" y="337"/>
                </a:cubicBezTo>
                <a:cubicBezTo>
                  <a:pt x="48" y="305"/>
                  <a:pt x="48" y="305"/>
                  <a:pt x="48" y="305"/>
                </a:cubicBezTo>
                <a:cubicBezTo>
                  <a:pt x="48" y="301"/>
                  <a:pt x="45" y="297"/>
                  <a:pt x="40" y="297"/>
                </a:cubicBezTo>
                <a:cubicBezTo>
                  <a:pt x="36" y="297"/>
                  <a:pt x="32" y="301"/>
                  <a:pt x="32" y="305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16" y="337"/>
                  <a:pt x="16" y="337"/>
                  <a:pt x="16" y="337"/>
                </a:cubicBezTo>
                <a:cubicBezTo>
                  <a:pt x="16" y="273"/>
                  <a:pt x="16" y="273"/>
                  <a:pt x="16" y="273"/>
                </a:cubicBezTo>
                <a:cubicBezTo>
                  <a:pt x="273" y="273"/>
                  <a:pt x="273" y="273"/>
                  <a:pt x="273" y="273"/>
                </a:cubicBezTo>
                <a:lnTo>
                  <a:pt x="273" y="337"/>
                </a:lnTo>
                <a:close/>
                <a:moveTo>
                  <a:pt x="273" y="257"/>
                </a:moveTo>
                <a:cubicBezTo>
                  <a:pt x="257" y="257"/>
                  <a:pt x="257" y="257"/>
                  <a:pt x="257" y="257"/>
                </a:cubicBezTo>
                <a:cubicBezTo>
                  <a:pt x="257" y="217"/>
                  <a:pt x="257" y="217"/>
                  <a:pt x="257" y="217"/>
                </a:cubicBezTo>
                <a:cubicBezTo>
                  <a:pt x="257" y="212"/>
                  <a:pt x="254" y="209"/>
                  <a:pt x="249" y="209"/>
                </a:cubicBezTo>
                <a:cubicBezTo>
                  <a:pt x="245" y="209"/>
                  <a:pt x="241" y="212"/>
                  <a:pt x="241" y="217"/>
                </a:cubicBezTo>
                <a:cubicBezTo>
                  <a:pt x="241" y="257"/>
                  <a:pt x="241" y="257"/>
                  <a:pt x="241" y="257"/>
                </a:cubicBezTo>
                <a:cubicBezTo>
                  <a:pt x="225" y="257"/>
                  <a:pt x="225" y="257"/>
                  <a:pt x="225" y="257"/>
                </a:cubicBezTo>
                <a:cubicBezTo>
                  <a:pt x="225" y="217"/>
                  <a:pt x="225" y="217"/>
                  <a:pt x="225" y="217"/>
                </a:cubicBezTo>
                <a:cubicBezTo>
                  <a:pt x="225" y="212"/>
                  <a:pt x="222" y="209"/>
                  <a:pt x="217" y="209"/>
                </a:cubicBezTo>
                <a:cubicBezTo>
                  <a:pt x="213" y="209"/>
                  <a:pt x="209" y="212"/>
                  <a:pt x="209" y="217"/>
                </a:cubicBezTo>
                <a:cubicBezTo>
                  <a:pt x="209" y="257"/>
                  <a:pt x="209" y="257"/>
                  <a:pt x="209" y="257"/>
                </a:cubicBezTo>
                <a:cubicBezTo>
                  <a:pt x="177" y="257"/>
                  <a:pt x="177" y="257"/>
                  <a:pt x="177" y="257"/>
                </a:cubicBezTo>
                <a:cubicBezTo>
                  <a:pt x="177" y="225"/>
                  <a:pt x="177" y="225"/>
                  <a:pt x="177" y="225"/>
                </a:cubicBezTo>
                <a:cubicBezTo>
                  <a:pt x="177" y="220"/>
                  <a:pt x="173" y="217"/>
                  <a:pt x="169" y="217"/>
                </a:cubicBezTo>
                <a:cubicBezTo>
                  <a:pt x="164" y="217"/>
                  <a:pt x="161" y="220"/>
                  <a:pt x="161" y="225"/>
                </a:cubicBezTo>
                <a:cubicBezTo>
                  <a:pt x="161" y="257"/>
                  <a:pt x="161" y="257"/>
                  <a:pt x="161" y="257"/>
                </a:cubicBezTo>
                <a:cubicBezTo>
                  <a:pt x="145" y="257"/>
                  <a:pt x="145" y="257"/>
                  <a:pt x="145" y="257"/>
                </a:cubicBezTo>
                <a:cubicBezTo>
                  <a:pt x="145" y="225"/>
                  <a:pt x="145" y="225"/>
                  <a:pt x="145" y="225"/>
                </a:cubicBezTo>
                <a:cubicBezTo>
                  <a:pt x="145" y="220"/>
                  <a:pt x="141" y="217"/>
                  <a:pt x="137" y="217"/>
                </a:cubicBezTo>
                <a:cubicBezTo>
                  <a:pt x="132" y="217"/>
                  <a:pt x="129" y="220"/>
                  <a:pt x="129" y="225"/>
                </a:cubicBezTo>
                <a:cubicBezTo>
                  <a:pt x="129" y="257"/>
                  <a:pt x="129" y="257"/>
                  <a:pt x="129" y="257"/>
                </a:cubicBezTo>
                <a:cubicBezTo>
                  <a:pt x="113" y="257"/>
                  <a:pt x="113" y="257"/>
                  <a:pt x="113" y="257"/>
                </a:cubicBezTo>
                <a:cubicBezTo>
                  <a:pt x="113" y="217"/>
                  <a:pt x="113" y="217"/>
                  <a:pt x="113" y="217"/>
                </a:cubicBezTo>
                <a:cubicBezTo>
                  <a:pt x="113" y="212"/>
                  <a:pt x="109" y="209"/>
                  <a:pt x="105" y="209"/>
                </a:cubicBezTo>
                <a:cubicBezTo>
                  <a:pt x="100" y="209"/>
                  <a:pt x="97" y="212"/>
                  <a:pt x="97" y="217"/>
                </a:cubicBezTo>
                <a:cubicBezTo>
                  <a:pt x="97" y="257"/>
                  <a:pt x="97" y="257"/>
                  <a:pt x="97" y="257"/>
                </a:cubicBezTo>
                <a:cubicBezTo>
                  <a:pt x="81" y="257"/>
                  <a:pt x="81" y="257"/>
                  <a:pt x="81" y="257"/>
                </a:cubicBezTo>
                <a:cubicBezTo>
                  <a:pt x="81" y="225"/>
                  <a:pt x="81" y="225"/>
                  <a:pt x="81" y="225"/>
                </a:cubicBezTo>
                <a:cubicBezTo>
                  <a:pt x="81" y="220"/>
                  <a:pt x="77" y="217"/>
                  <a:pt x="73" y="217"/>
                </a:cubicBezTo>
                <a:cubicBezTo>
                  <a:pt x="68" y="217"/>
                  <a:pt x="65" y="220"/>
                  <a:pt x="65" y="225"/>
                </a:cubicBezTo>
                <a:cubicBezTo>
                  <a:pt x="65" y="257"/>
                  <a:pt x="65" y="257"/>
                  <a:pt x="65" y="257"/>
                </a:cubicBezTo>
                <a:cubicBezTo>
                  <a:pt x="16" y="257"/>
                  <a:pt x="16" y="257"/>
                  <a:pt x="16" y="257"/>
                </a:cubicBezTo>
                <a:cubicBezTo>
                  <a:pt x="16" y="185"/>
                  <a:pt x="16" y="185"/>
                  <a:pt x="16" y="185"/>
                </a:cubicBezTo>
                <a:cubicBezTo>
                  <a:pt x="273" y="185"/>
                  <a:pt x="273" y="185"/>
                  <a:pt x="273" y="185"/>
                </a:cubicBezTo>
                <a:lnTo>
                  <a:pt x="273" y="257"/>
                </a:lnTo>
                <a:close/>
                <a:moveTo>
                  <a:pt x="273" y="169"/>
                </a:moveTo>
                <a:cubicBezTo>
                  <a:pt x="257" y="169"/>
                  <a:pt x="257" y="169"/>
                  <a:pt x="257" y="169"/>
                </a:cubicBezTo>
                <a:cubicBezTo>
                  <a:pt x="257" y="128"/>
                  <a:pt x="257" y="128"/>
                  <a:pt x="257" y="128"/>
                </a:cubicBezTo>
                <a:cubicBezTo>
                  <a:pt x="257" y="124"/>
                  <a:pt x="254" y="120"/>
                  <a:pt x="249" y="120"/>
                </a:cubicBezTo>
                <a:cubicBezTo>
                  <a:pt x="245" y="120"/>
                  <a:pt x="241" y="124"/>
                  <a:pt x="241" y="128"/>
                </a:cubicBezTo>
                <a:cubicBezTo>
                  <a:pt x="241" y="169"/>
                  <a:pt x="241" y="169"/>
                  <a:pt x="241" y="169"/>
                </a:cubicBezTo>
                <a:cubicBezTo>
                  <a:pt x="225" y="169"/>
                  <a:pt x="225" y="169"/>
                  <a:pt x="225" y="169"/>
                </a:cubicBezTo>
                <a:cubicBezTo>
                  <a:pt x="225" y="120"/>
                  <a:pt x="225" y="120"/>
                  <a:pt x="225" y="120"/>
                </a:cubicBezTo>
                <a:cubicBezTo>
                  <a:pt x="225" y="116"/>
                  <a:pt x="222" y="112"/>
                  <a:pt x="217" y="112"/>
                </a:cubicBezTo>
                <a:cubicBezTo>
                  <a:pt x="213" y="112"/>
                  <a:pt x="209" y="116"/>
                  <a:pt x="209" y="120"/>
                </a:cubicBezTo>
                <a:cubicBezTo>
                  <a:pt x="209" y="169"/>
                  <a:pt x="209" y="169"/>
                  <a:pt x="209" y="169"/>
                </a:cubicBezTo>
                <a:cubicBezTo>
                  <a:pt x="193" y="169"/>
                  <a:pt x="193" y="169"/>
                  <a:pt x="193" y="169"/>
                </a:cubicBezTo>
                <a:cubicBezTo>
                  <a:pt x="193" y="128"/>
                  <a:pt x="193" y="128"/>
                  <a:pt x="193" y="128"/>
                </a:cubicBezTo>
                <a:cubicBezTo>
                  <a:pt x="193" y="124"/>
                  <a:pt x="189" y="120"/>
                  <a:pt x="185" y="120"/>
                </a:cubicBezTo>
                <a:cubicBezTo>
                  <a:pt x="181" y="120"/>
                  <a:pt x="177" y="124"/>
                  <a:pt x="177" y="128"/>
                </a:cubicBezTo>
                <a:cubicBezTo>
                  <a:pt x="177" y="169"/>
                  <a:pt x="177" y="169"/>
                  <a:pt x="177" y="169"/>
                </a:cubicBezTo>
                <a:cubicBezTo>
                  <a:pt x="161" y="169"/>
                  <a:pt x="161" y="169"/>
                  <a:pt x="161" y="169"/>
                </a:cubicBezTo>
                <a:cubicBezTo>
                  <a:pt x="161" y="120"/>
                  <a:pt x="161" y="120"/>
                  <a:pt x="161" y="120"/>
                </a:cubicBezTo>
                <a:cubicBezTo>
                  <a:pt x="161" y="116"/>
                  <a:pt x="157" y="112"/>
                  <a:pt x="153" y="112"/>
                </a:cubicBezTo>
                <a:cubicBezTo>
                  <a:pt x="148" y="112"/>
                  <a:pt x="145" y="116"/>
                  <a:pt x="145" y="120"/>
                </a:cubicBezTo>
                <a:cubicBezTo>
                  <a:pt x="145" y="169"/>
                  <a:pt x="145" y="169"/>
                  <a:pt x="145" y="169"/>
                </a:cubicBezTo>
                <a:cubicBezTo>
                  <a:pt x="113" y="169"/>
                  <a:pt x="113" y="169"/>
                  <a:pt x="113" y="169"/>
                </a:cubicBezTo>
                <a:cubicBezTo>
                  <a:pt x="113" y="128"/>
                  <a:pt x="113" y="128"/>
                  <a:pt x="113" y="128"/>
                </a:cubicBezTo>
                <a:cubicBezTo>
                  <a:pt x="113" y="124"/>
                  <a:pt x="109" y="120"/>
                  <a:pt x="105" y="120"/>
                </a:cubicBezTo>
                <a:cubicBezTo>
                  <a:pt x="100" y="120"/>
                  <a:pt x="97" y="124"/>
                  <a:pt x="97" y="128"/>
                </a:cubicBezTo>
                <a:cubicBezTo>
                  <a:pt x="97" y="169"/>
                  <a:pt x="97" y="169"/>
                  <a:pt x="97" y="169"/>
                </a:cubicBezTo>
                <a:cubicBezTo>
                  <a:pt x="81" y="169"/>
                  <a:pt x="81" y="169"/>
                  <a:pt x="81" y="169"/>
                </a:cubicBezTo>
                <a:cubicBezTo>
                  <a:pt x="81" y="128"/>
                  <a:pt x="81" y="128"/>
                  <a:pt x="81" y="128"/>
                </a:cubicBezTo>
                <a:cubicBezTo>
                  <a:pt x="81" y="124"/>
                  <a:pt x="77" y="120"/>
                  <a:pt x="73" y="120"/>
                </a:cubicBezTo>
                <a:cubicBezTo>
                  <a:pt x="68" y="120"/>
                  <a:pt x="65" y="124"/>
                  <a:pt x="65" y="128"/>
                </a:cubicBezTo>
                <a:cubicBezTo>
                  <a:pt x="65" y="169"/>
                  <a:pt x="65" y="169"/>
                  <a:pt x="65" y="169"/>
                </a:cubicBezTo>
                <a:cubicBezTo>
                  <a:pt x="48" y="169"/>
                  <a:pt x="48" y="169"/>
                  <a:pt x="48" y="169"/>
                </a:cubicBezTo>
                <a:cubicBezTo>
                  <a:pt x="48" y="120"/>
                  <a:pt x="48" y="120"/>
                  <a:pt x="48" y="120"/>
                </a:cubicBezTo>
                <a:cubicBezTo>
                  <a:pt x="48" y="116"/>
                  <a:pt x="45" y="112"/>
                  <a:pt x="40" y="112"/>
                </a:cubicBezTo>
                <a:cubicBezTo>
                  <a:pt x="36" y="112"/>
                  <a:pt x="32" y="116"/>
                  <a:pt x="32" y="120"/>
                </a:cubicBezTo>
                <a:cubicBezTo>
                  <a:pt x="32" y="169"/>
                  <a:pt x="32" y="169"/>
                  <a:pt x="32" y="169"/>
                </a:cubicBezTo>
                <a:cubicBezTo>
                  <a:pt x="16" y="169"/>
                  <a:pt x="16" y="169"/>
                  <a:pt x="16" y="169"/>
                </a:cubicBezTo>
                <a:cubicBezTo>
                  <a:pt x="16" y="96"/>
                  <a:pt x="16" y="96"/>
                  <a:pt x="16" y="96"/>
                </a:cubicBezTo>
                <a:cubicBezTo>
                  <a:pt x="273" y="96"/>
                  <a:pt x="273" y="96"/>
                  <a:pt x="273" y="96"/>
                </a:cubicBezTo>
                <a:lnTo>
                  <a:pt x="273" y="169"/>
                </a:lnTo>
                <a:close/>
                <a:moveTo>
                  <a:pt x="273" y="80"/>
                </a:moveTo>
                <a:cubicBezTo>
                  <a:pt x="257" y="80"/>
                  <a:pt x="257" y="80"/>
                  <a:pt x="257" y="80"/>
                </a:cubicBezTo>
                <a:cubicBezTo>
                  <a:pt x="257" y="48"/>
                  <a:pt x="257" y="48"/>
                  <a:pt x="257" y="48"/>
                </a:cubicBezTo>
                <a:cubicBezTo>
                  <a:pt x="257" y="44"/>
                  <a:pt x="254" y="40"/>
                  <a:pt x="249" y="40"/>
                </a:cubicBezTo>
                <a:cubicBezTo>
                  <a:pt x="245" y="40"/>
                  <a:pt x="241" y="44"/>
                  <a:pt x="241" y="48"/>
                </a:cubicBezTo>
                <a:cubicBezTo>
                  <a:pt x="241" y="80"/>
                  <a:pt x="241" y="80"/>
                  <a:pt x="241" y="80"/>
                </a:cubicBezTo>
                <a:cubicBezTo>
                  <a:pt x="225" y="80"/>
                  <a:pt x="225" y="80"/>
                  <a:pt x="225" y="80"/>
                </a:cubicBezTo>
                <a:cubicBezTo>
                  <a:pt x="225" y="48"/>
                  <a:pt x="225" y="48"/>
                  <a:pt x="225" y="48"/>
                </a:cubicBezTo>
                <a:cubicBezTo>
                  <a:pt x="225" y="44"/>
                  <a:pt x="222" y="40"/>
                  <a:pt x="217" y="40"/>
                </a:cubicBezTo>
                <a:cubicBezTo>
                  <a:pt x="213" y="40"/>
                  <a:pt x="209" y="44"/>
                  <a:pt x="209" y="48"/>
                </a:cubicBezTo>
                <a:cubicBezTo>
                  <a:pt x="209" y="80"/>
                  <a:pt x="209" y="80"/>
                  <a:pt x="209" y="80"/>
                </a:cubicBezTo>
                <a:cubicBezTo>
                  <a:pt x="193" y="80"/>
                  <a:pt x="193" y="80"/>
                  <a:pt x="193" y="80"/>
                </a:cubicBezTo>
                <a:cubicBezTo>
                  <a:pt x="193" y="40"/>
                  <a:pt x="193" y="40"/>
                  <a:pt x="193" y="40"/>
                </a:cubicBezTo>
                <a:cubicBezTo>
                  <a:pt x="193" y="36"/>
                  <a:pt x="189" y="32"/>
                  <a:pt x="185" y="32"/>
                </a:cubicBezTo>
                <a:cubicBezTo>
                  <a:pt x="181" y="32"/>
                  <a:pt x="177" y="36"/>
                  <a:pt x="177" y="40"/>
                </a:cubicBezTo>
                <a:cubicBezTo>
                  <a:pt x="177" y="80"/>
                  <a:pt x="177" y="80"/>
                  <a:pt x="177" y="80"/>
                </a:cubicBezTo>
                <a:cubicBezTo>
                  <a:pt x="161" y="80"/>
                  <a:pt x="161" y="80"/>
                  <a:pt x="161" y="80"/>
                </a:cubicBezTo>
                <a:cubicBezTo>
                  <a:pt x="161" y="48"/>
                  <a:pt x="161" y="48"/>
                  <a:pt x="161" y="48"/>
                </a:cubicBezTo>
                <a:cubicBezTo>
                  <a:pt x="161" y="44"/>
                  <a:pt x="157" y="40"/>
                  <a:pt x="153" y="40"/>
                </a:cubicBezTo>
                <a:cubicBezTo>
                  <a:pt x="148" y="40"/>
                  <a:pt x="145" y="44"/>
                  <a:pt x="145" y="48"/>
                </a:cubicBezTo>
                <a:cubicBezTo>
                  <a:pt x="145" y="80"/>
                  <a:pt x="145" y="80"/>
                  <a:pt x="145" y="80"/>
                </a:cubicBezTo>
                <a:cubicBezTo>
                  <a:pt x="129" y="80"/>
                  <a:pt x="129" y="80"/>
                  <a:pt x="129" y="80"/>
                </a:cubicBezTo>
                <a:cubicBezTo>
                  <a:pt x="129" y="40"/>
                  <a:pt x="129" y="40"/>
                  <a:pt x="129" y="40"/>
                </a:cubicBezTo>
                <a:cubicBezTo>
                  <a:pt x="129" y="36"/>
                  <a:pt x="125" y="32"/>
                  <a:pt x="121" y="32"/>
                </a:cubicBezTo>
                <a:cubicBezTo>
                  <a:pt x="116" y="32"/>
                  <a:pt x="113" y="36"/>
                  <a:pt x="113" y="40"/>
                </a:cubicBezTo>
                <a:cubicBezTo>
                  <a:pt x="113" y="80"/>
                  <a:pt x="113" y="80"/>
                  <a:pt x="113" y="80"/>
                </a:cubicBezTo>
                <a:cubicBezTo>
                  <a:pt x="81" y="80"/>
                  <a:pt x="81" y="80"/>
                  <a:pt x="81" y="80"/>
                </a:cubicBezTo>
                <a:cubicBezTo>
                  <a:pt x="81" y="48"/>
                  <a:pt x="81" y="48"/>
                  <a:pt x="81" y="48"/>
                </a:cubicBezTo>
                <a:cubicBezTo>
                  <a:pt x="81" y="44"/>
                  <a:pt x="77" y="40"/>
                  <a:pt x="73" y="40"/>
                </a:cubicBezTo>
                <a:cubicBezTo>
                  <a:pt x="68" y="40"/>
                  <a:pt x="65" y="44"/>
                  <a:pt x="65" y="48"/>
                </a:cubicBezTo>
                <a:cubicBezTo>
                  <a:pt x="65" y="80"/>
                  <a:pt x="65" y="80"/>
                  <a:pt x="65" y="80"/>
                </a:cubicBezTo>
                <a:cubicBezTo>
                  <a:pt x="48" y="80"/>
                  <a:pt x="48" y="80"/>
                  <a:pt x="48" y="80"/>
                </a:cubicBezTo>
                <a:cubicBezTo>
                  <a:pt x="48" y="40"/>
                  <a:pt x="48" y="40"/>
                  <a:pt x="48" y="40"/>
                </a:cubicBezTo>
                <a:cubicBezTo>
                  <a:pt x="48" y="36"/>
                  <a:pt x="45" y="32"/>
                  <a:pt x="40" y="32"/>
                </a:cubicBezTo>
                <a:cubicBezTo>
                  <a:pt x="36" y="32"/>
                  <a:pt x="32" y="36"/>
                  <a:pt x="32" y="40"/>
                </a:cubicBezTo>
                <a:cubicBezTo>
                  <a:pt x="32" y="80"/>
                  <a:pt x="32" y="80"/>
                  <a:pt x="32" y="80"/>
                </a:cubicBezTo>
                <a:cubicBezTo>
                  <a:pt x="16" y="80"/>
                  <a:pt x="16" y="80"/>
                  <a:pt x="16" y="80"/>
                </a:cubicBezTo>
                <a:cubicBezTo>
                  <a:pt x="16" y="16"/>
                  <a:pt x="16" y="16"/>
                  <a:pt x="16" y="16"/>
                </a:cubicBezTo>
                <a:cubicBezTo>
                  <a:pt x="273" y="16"/>
                  <a:pt x="273" y="16"/>
                  <a:pt x="273" y="16"/>
                </a:cubicBezTo>
                <a:lnTo>
                  <a:pt x="273" y="8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3" name="Freeform 23"/>
          <p:cNvSpPr>
            <a:spLocks noEditPoints="1"/>
          </p:cNvSpPr>
          <p:nvPr/>
        </p:nvSpPr>
        <p:spPr bwMode="auto">
          <a:xfrm>
            <a:off x="9698567" y="2182285"/>
            <a:ext cx="582084" cy="266700"/>
          </a:xfrm>
          <a:custGeom>
            <a:avLst/>
            <a:gdLst>
              <a:gd name="T0" fmla="*/ 334 w 353"/>
              <a:gd name="T1" fmla="*/ 81 h 161"/>
              <a:gd name="T2" fmla="*/ 353 w 353"/>
              <a:gd name="T3" fmla="*/ 45 h 161"/>
              <a:gd name="T4" fmla="*/ 309 w 353"/>
              <a:gd name="T5" fmla="*/ 0 h 161"/>
              <a:gd name="T6" fmla="*/ 264 w 353"/>
              <a:gd name="T7" fmla="*/ 45 h 161"/>
              <a:gd name="T8" fmla="*/ 265 w 353"/>
              <a:gd name="T9" fmla="*/ 49 h 161"/>
              <a:gd name="T10" fmla="*/ 88 w 353"/>
              <a:gd name="T11" fmla="*/ 49 h 161"/>
              <a:gd name="T12" fmla="*/ 88 w 353"/>
              <a:gd name="T13" fmla="*/ 45 h 161"/>
              <a:gd name="T14" fmla="*/ 44 w 353"/>
              <a:gd name="T15" fmla="*/ 0 h 161"/>
              <a:gd name="T16" fmla="*/ 0 w 353"/>
              <a:gd name="T17" fmla="*/ 45 h 161"/>
              <a:gd name="T18" fmla="*/ 18 w 353"/>
              <a:gd name="T19" fmla="*/ 81 h 161"/>
              <a:gd name="T20" fmla="*/ 0 w 353"/>
              <a:gd name="T21" fmla="*/ 117 h 161"/>
              <a:gd name="T22" fmla="*/ 44 w 353"/>
              <a:gd name="T23" fmla="*/ 161 h 161"/>
              <a:gd name="T24" fmla="*/ 88 w 353"/>
              <a:gd name="T25" fmla="*/ 117 h 161"/>
              <a:gd name="T26" fmla="*/ 88 w 353"/>
              <a:gd name="T27" fmla="*/ 113 h 161"/>
              <a:gd name="T28" fmla="*/ 265 w 353"/>
              <a:gd name="T29" fmla="*/ 113 h 161"/>
              <a:gd name="T30" fmla="*/ 264 w 353"/>
              <a:gd name="T31" fmla="*/ 117 h 161"/>
              <a:gd name="T32" fmla="*/ 309 w 353"/>
              <a:gd name="T33" fmla="*/ 161 h 161"/>
              <a:gd name="T34" fmla="*/ 353 w 353"/>
              <a:gd name="T35" fmla="*/ 117 h 161"/>
              <a:gd name="T36" fmla="*/ 334 w 353"/>
              <a:gd name="T37" fmla="*/ 81 h 161"/>
              <a:gd name="T38" fmla="*/ 309 w 353"/>
              <a:gd name="T39" fmla="*/ 145 h 161"/>
              <a:gd name="T40" fmla="*/ 281 w 353"/>
              <a:gd name="T41" fmla="*/ 117 h 161"/>
              <a:gd name="T42" fmla="*/ 289 w 353"/>
              <a:gd name="T43" fmla="*/ 97 h 161"/>
              <a:gd name="T44" fmla="*/ 63 w 353"/>
              <a:gd name="T45" fmla="*/ 97 h 161"/>
              <a:gd name="T46" fmla="*/ 72 w 353"/>
              <a:gd name="T47" fmla="*/ 117 h 161"/>
              <a:gd name="T48" fmla="*/ 44 w 353"/>
              <a:gd name="T49" fmla="*/ 145 h 161"/>
              <a:gd name="T50" fmla="*/ 16 w 353"/>
              <a:gd name="T51" fmla="*/ 117 h 161"/>
              <a:gd name="T52" fmla="*/ 40 w 353"/>
              <a:gd name="T53" fmla="*/ 89 h 161"/>
              <a:gd name="T54" fmla="*/ 40 w 353"/>
              <a:gd name="T55" fmla="*/ 89 h 161"/>
              <a:gd name="T56" fmla="*/ 48 w 353"/>
              <a:gd name="T57" fmla="*/ 81 h 161"/>
              <a:gd name="T58" fmla="*/ 40 w 353"/>
              <a:gd name="T59" fmla="*/ 73 h 161"/>
              <a:gd name="T60" fmla="*/ 40 w 353"/>
              <a:gd name="T61" fmla="*/ 72 h 161"/>
              <a:gd name="T62" fmla="*/ 16 w 353"/>
              <a:gd name="T63" fmla="*/ 45 h 161"/>
              <a:gd name="T64" fmla="*/ 44 w 353"/>
              <a:gd name="T65" fmla="*/ 16 h 161"/>
              <a:gd name="T66" fmla="*/ 72 w 353"/>
              <a:gd name="T67" fmla="*/ 45 h 161"/>
              <a:gd name="T68" fmla="*/ 63 w 353"/>
              <a:gd name="T69" fmla="*/ 65 h 161"/>
              <a:gd name="T70" fmla="*/ 289 w 353"/>
              <a:gd name="T71" fmla="*/ 65 h 161"/>
              <a:gd name="T72" fmla="*/ 281 w 353"/>
              <a:gd name="T73" fmla="*/ 45 h 161"/>
              <a:gd name="T74" fmla="*/ 309 w 353"/>
              <a:gd name="T75" fmla="*/ 16 h 161"/>
              <a:gd name="T76" fmla="*/ 337 w 353"/>
              <a:gd name="T77" fmla="*/ 45 h 161"/>
              <a:gd name="T78" fmla="*/ 313 w 353"/>
              <a:gd name="T79" fmla="*/ 72 h 161"/>
              <a:gd name="T80" fmla="*/ 313 w 353"/>
              <a:gd name="T81" fmla="*/ 73 h 161"/>
              <a:gd name="T82" fmla="*/ 305 w 353"/>
              <a:gd name="T83" fmla="*/ 81 h 161"/>
              <a:gd name="T84" fmla="*/ 313 w 353"/>
              <a:gd name="T85" fmla="*/ 89 h 161"/>
              <a:gd name="T86" fmla="*/ 313 w 353"/>
              <a:gd name="T87" fmla="*/ 89 h 161"/>
              <a:gd name="T88" fmla="*/ 337 w 353"/>
              <a:gd name="T89" fmla="*/ 117 h 161"/>
              <a:gd name="T90" fmla="*/ 309 w 353"/>
              <a:gd name="T91" fmla="*/ 145 h 1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353" h="161">
                <a:moveTo>
                  <a:pt x="334" y="81"/>
                </a:moveTo>
                <a:cubicBezTo>
                  <a:pt x="345" y="73"/>
                  <a:pt x="353" y="59"/>
                  <a:pt x="353" y="45"/>
                </a:cubicBezTo>
                <a:cubicBezTo>
                  <a:pt x="353" y="20"/>
                  <a:pt x="333" y="0"/>
                  <a:pt x="309" y="0"/>
                </a:cubicBezTo>
                <a:cubicBezTo>
                  <a:pt x="284" y="0"/>
                  <a:pt x="264" y="20"/>
                  <a:pt x="264" y="45"/>
                </a:cubicBezTo>
                <a:cubicBezTo>
                  <a:pt x="264" y="46"/>
                  <a:pt x="265" y="47"/>
                  <a:pt x="265" y="49"/>
                </a:cubicBezTo>
                <a:cubicBezTo>
                  <a:pt x="88" y="49"/>
                  <a:pt x="88" y="49"/>
                  <a:pt x="88" y="49"/>
                </a:cubicBezTo>
                <a:cubicBezTo>
                  <a:pt x="88" y="47"/>
                  <a:pt x="88" y="46"/>
                  <a:pt x="88" y="45"/>
                </a:cubicBezTo>
                <a:cubicBezTo>
                  <a:pt x="88" y="20"/>
                  <a:pt x="68" y="0"/>
                  <a:pt x="44" y="0"/>
                </a:cubicBezTo>
                <a:cubicBezTo>
                  <a:pt x="19" y="0"/>
                  <a:pt x="0" y="20"/>
                  <a:pt x="0" y="45"/>
                </a:cubicBezTo>
                <a:cubicBezTo>
                  <a:pt x="0" y="59"/>
                  <a:pt x="7" y="73"/>
                  <a:pt x="18" y="81"/>
                </a:cubicBezTo>
                <a:cubicBezTo>
                  <a:pt x="7" y="89"/>
                  <a:pt x="0" y="102"/>
                  <a:pt x="0" y="117"/>
                </a:cubicBezTo>
                <a:cubicBezTo>
                  <a:pt x="0" y="141"/>
                  <a:pt x="19" y="161"/>
                  <a:pt x="44" y="161"/>
                </a:cubicBezTo>
                <a:cubicBezTo>
                  <a:pt x="68" y="161"/>
                  <a:pt x="88" y="141"/>
                  <a:pt x="88" y="117"/>
                </a:cubicBezTo>
                <a:cubicBezTo>
                  <a:pt x="88" y="115"/>
                  <a:pt x="88" y="114"/>
                  <a:pt x="88" y="113"/>
                </a:cubicBezTo>
                <a:cubicBezTo>
                  <a:pt x="265" y="113"/>
                  <a:pt x="265" y="113"/>
                  <a:pt x="265" y="113"/>
                </a:cubicBezTo>
                <a:cubicBezTo>
                  <a:pt x="265" y="114"/>
                  <a:pt x="264" y="115"/>
                  <a:pt x="264" y="117"/>
                </a:cubicBezTo>
                <a:cubicBezTo>
                  <a:pt x="264" y="141"/>
                  <a:pt x="284" y="161"/>
                  <a:pt x="309" y="161"/>
                </a:cubicBezTo>
                <a:cubicBezTo>
                  <a:pt x="333" y="161"/>
                  <a:pt x="353" y="141"/>
                  <a:pt x="353" y="117"/>
                </a:cubicBezTo>
                <a:cubicBezTo>
                  <a:pt x="353" y="102"/>
                  <a:pt x="345" y="89"/>
                  <a:pt x="334" y="81"/>
                </a:cubicBezTo>
                <a:moveTo>
                  <a:pt x="309" y="145"/>
                </a:moveTo>
                <a:cubicBezTo>
                  <a:pt x="293" y="145"/>
                  <a:pt x="281" y="132"/>
                  <a:pt x="281" y="117"/>
                </a:cubicBezTo>
                <a:cubicBezTo>
                  <a:pt x="281" y="109"/>
                  <a:pt x="284" y="102"/>
                  <a:pt x="289" y="97"/>
                </a:cubicBezTo>
                <a:cubicBezTo>
                  <a:pt x="63" y="97"/>
                  <a:pt x="63" y="97"/>
                  <a:pt x="63" y="97"/>
                </a:cubicBezTo>
                <a:cubicBezTo>
                  <a:pt x="69" y="102"/>
                  <a:pt x="72" y="109"/>
                  <a:pt x="72" y="117"/>
                </a:cubicBezTo>
                <a:cubicBezTo>
                  <a:pt x="72" y="132"/>
                  <a:pt x="59" y="145"/>
                  <a:pt x="44" y="145"/>
                </a:cubicBezTo>
                <a:cubicBezTo>
                  <a:pt x="28" y="145"/>
                  <a:pt x="16" y="132"/>
                  <a:pt x="16" y="117"/>
                </a:cubicBezTo>
                <a:cubicBezTo>
                  <a:pt x="16" y="103"/>
                  <a:pt x="26" y="91"/>
                  <a:pt x="40" y="89"/>
                </a:cubicBezTo>
                <a:cubicBezTo>
                  <a:pt x="40" y="89"/>
                  <a:pt x="40" y="89"/>
                  <a:pt x="40" y="89"/>
                </a:cubicBezTo>
                <a:cubicBezTo>
                  <a:pt x="44" y="89"/>
                  <a:pt x="48" y="85"/>
                  <a:pt x="48" y="81"/>
                </a:cubicBezTo>
                <a:cubicBezTo>
                  <a:pt x="48" y="76"/>
                  <a:pt x="44" y="73"/>
                  <a:pt x="40" y="73"/>
                </a:cubicBezTo>
                <a:cubicBezTo>
                  <a:pt x="40" y="72"/>
                  <a:pt x="40" y="72"/>
                  <a:pt x="40" y="72"/>
                </a:cubicBezTo>
                <a:cubicBezTo>
                  <a:pt x="26" y="70"/>
                  <a:pt x="16" y="59"/>
                  <a:pt x="16" y="45"/>
                </a:cubicBezTo>
                <a:cubicBezTo>
                  <a:pt x="16" y="29"/>
                  <a:pt x="28" y="16"/>
                  <a:pt x="44" y="16"/>
                </a:cubicBezTo>
                <a:cubicBezTo>
                  <a:pt x="59" y="16"/>
                  <a:pt x="72" y="29"/>
                  <a:pt x="72" y="45"/>
                </a:cubicBezTo>
                <a:cubicBezTo>
                  <a:pt x="72" y="52"/>
                  <a:pt x="69" y="59"/>
                  <a:pt x="63" y="65"/>
                </a:cubicBezTo>
                <a:cubicBezTo>
                  <a:pt x="289" y="65"/>
                  <a:pt x="289" y="65"/>
                  <a:pt x="289" y="65"/>
                </a:cubicBezTo>
                <a:cubicBezTo>
                  <a:pt x="284" y="59"/>
                  <a:pt x="281" y="52"/>
                  <a:pt x="281" y="45"/>
                </a:cubicBezTo>
                <a:cubicBezTo>
                  <a:pt x="281" y="29"/>
                  <a:pt x="293" y="16"/>
                  <a:pt x="309" y="16"/>
                </a:cubicBezTo>
                <a:cubicBezTo>
                  <a:pt x="324" y="16"/>
                  <a:pt x="337" y="29"/>
                  <a:pt x="337" y="45"/>
                </a:cubicBezTo>
                <a:cubicBezTo>
                  <a:pt x="337" y="59"/>
                  <a:pt x="326" y="70"/>
                  <a:pt x="313" y="72"/>
                </a:cubicBezTo>
                <a:cubicBezTo>
                  <a:pt x="313" y="73"/>
                  <a:pt x="313" y="73"/>
                  <a:pt x="313" y="73"/>
                </a:cubicBezTo>
                <a:cubicBezTo>
                  <a:pt x="308" y="73"/>
                  <a:pt x="305" y="76"/>
                  <a:pt x="305" y="81"/>
                </a:cubicBezTo>
                <a:cubicBezTo>
                  <a:pt x="305" y="85"/>
                  <a:pt x="308" y="89"/>
                  <a:pt x="313" y="89"/>
                </a:cubicBezTo>
                <a:cubicBezTo>
                  <a:pt x="313" y="89"/>
                  <a:pt x="313" y="89"/>
                  <a:pt x="313" y="89"/>
                </a:cubicBezTo>
                <a:cubicBezTo>
                  <a:pt x="326" y="91"/>
                  <a:pt x="337" y="103"/>
                  <a:pt x="337" y="117"/>
                </a:cubicBezTo>
                <a:cubicBezTo>
                  <a:pt x="337" y="132"/>
                  <a:pt x="324" y="145"/>
                  <a:pt x="309" y="145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4" name="Freeform 24"/>
          <p:cNvSpPr>
            <a:spLocks noEditPoints="1"/>
          </p:cNvSpPr>
          <p:nvPr/>
        </p:nvSpPr>
        <p:spPr bwMode="auto">
          <a:xfrm>
            <a:off x="10803467" y="2019301"/>
            <a:ext cx="594784" cy="596900"/>
          </a:xfrm>
          <a:custGeom>
            <a:avLst/>
            <a:gdLst>
              <a:gd name="T0" fmla="*/ 81 w 361"/>
              <a:gd name="T1" fmla="*/ 126 h 362"/>
              <a:gd name="T2" fmla="*/ 129 w 361"/>
              <a:gd name="T3" fmla="*/ 163 h 362"/>
              <a:gd name="T4" fmla="*/ 129 w 361"/>
              <a:gd name="T5" fmla="*/ 152 h 362"/>
              <a:gd name="T6" fmla="*/ 68 w 361"/>
              <a:gd name="T7" fmla="*/ 116 h 362"/>
              <a:gd name="T8" fmla="*/ 28 w 361"/>
              <a:gd name="T9" fmla="*/ 76 h 362"/>
              <a:gd name="T10" fmla="*/ 65 w 361"/>
              <a:gd name="T11" fmla="*/ 73 h 362"/>
              <a:gd name="T12" fmla="*/ 73 w 361"/>
              <a:gd name="T13" fmla="*/ 64 h 362"/>
              <a:gd name="T14" fmla="*/ 76 w 361"/>
              <a:gd name="T15" fmla="*/ 28 h 362"/>
              <a:gd name="T16" fmla="*/ 116 w 361"/>
              <a:gd name="T17" fmla="*/ 68 h 362"/>
              <a:gd name="T18" fmla="*/ 152 w 361"/>
              <a:gd name="T19" fmla="*/ 129 h 362"/>
              <a:gd name="T20" fmla="*/ 163 w 361"/>
              <a:gd name="T21" fmla="*/ 129 h 362"/>
              <a:gd name="T22" fmla="*/ 126 w 361"/>
              <a:gd name="T23" fmla="*/ 81 h 362"/>
              <a:gd name="T24" fmla="*/ 128 w 361"/>
              <a:gd name="T25" fmla="*/ 17 h 362"/>
              <a:gd name="T26" fmla="*/ 53 w 361"/>
              <a:gd name="T27" fmla="*/ 52 h 362"/>
              <a:gd name="T28" fmla="*/ 17 w 361"/>
              <a:gd name="T29" fmla="*/ 127 h 362"/>
              <a:gd name="T30" fmla="*/ 281 w 361"/>
              <a:gd name="T31" fmla="*/ 234 h 362"/>
              <a:gd name="T32" fmla="*/ 243 w 361"/>
              <a:gd name="T33" fmla="*/ 198 h 362"/>
              <a:gd name="T34" fmla="*/ 232 w 361"/>
              <a:gd name="T35" fmla="*/ 209 h 362"/>
              <a:gd name="T36" fmla="*/ 285 w 361"/>
              <a:gd name="T37" fmla="*/ 262 h 362"/>
              <a:gd name="T38" fmla="*/ 333 w 361"/>
              <a:gd name="T39" fmla="*/ 245 h 362"/>
              <a:gd name="T40" fmla="*/ 296 w 361"/>
              <a:gd name="T41" fmla="*/ 288 h 362"/>
              <a:gd name="T42" fmla="*/ 288 w 361"/>
              <a:gd name="T43" fmla="*/ 288 h 362"/>
              <a:gd name="T44" fmla="*/ 287 w 361"/>
              <a:gd name="T45" fmla="*/ 297 h 362"/>
              <a:gd name="T46" fmla="*/ 245 w 361"/>
              <a:gd name="T47" fmla="*/ 333 h 362"/>
              <a:gd name="T48" fmla="*/ 262 w 361"/>
              <a:gd name="T49" fmla="*/ 285 h 362"/>
              <a:gd name="T50" fmla="*/ 209 w 361"/>
              <a:gd name="T51" fmla="*/ 232 h 362"/>
              <a:gd name="T52" fmla="*/ 197 w 361"/>
              <a:gd name="T53" fmla="*/ 243 h 362"/>
              <a:gd name="T54" fmla="*/ 233 w 361"/>
              <a:gd name="T55" fmla="*/ 282 h 362"/>
              <a:gd name="T56" fmla="*/ 296 w 361"/>
              <a:gd name="T57" fmla="*/ 344 h 362"/>
              <a:gd name="T58" fmla="*/ 344 w 361"/>
              <a:gd name="T59" fmla="*/ 296 h 362"/>
              <a:gd name="T60" fmla="*/ 281 w 361"/>
              <a:gd name="T61" fmla="*/ 234 h 362"/>
              <a:gd name="T62" fmla="*/ 280 w 361"/>
              <a:gd name="T63" fmla="*/ 126 h 362"/>
              <a:gd name="T64" fmla="*/ 344 w 361"/>
              <a:gd name="T65" fmla="*/ 127 h 362"/>
              <a:gd name="T66" fmla="*/ 308 w 361"/>
              <a:gd name="T67" fmla="*/ 52 h 362"/>
              <a:gd name="T68" fmla="*/ 233 w 361"/>
              <a:gd name="T69" fmla="*/ 17 h 362"/>
              <a:gd name="T70" fmla="*/ 235 w 361"/>
              <a:gd name="T71" fmla="*/ 81 h 362"/>
              <a:gd name="T72" fmla="*/ 79 w 361"/>
              <a:gd name="T73" fmla="*/ 234 h 362"/>
              <a:gd name="T74" fmla="*/ 17 w 361"/>
              <a:gd name="T75" fmla="*/ 296 h 362"/>
              <a:gd name="T76" fmla="*/ 65 w 361"/>
              <a:gd name="T77" fmla="*/ 344 h 362"/>
              <a:gd name="T78" fmla="*/ 127 w 361"/>
              <a:gd name="T79" fmla="*/ 282 h 362"/>
              <a:gd name="T80" fmla="*/ 116 w 361"/>
              <a:gd name="T81" fmla="*/ 333 h 362"/>
              <a:gd name="T82" fmla="*/ 73 w 361"/>
              <a:gd name="T83" fmla="*/ 297 h 362"/>
              <a:gd name="T84" fmla="*/ 72 w 361"/>
              <a:gd name="T85" fmla="*/ 288 h 362"/>
              <a:gd name="T86" fmla="*/ 64 w 361"/>
              <a:gd name="T87" fmla="*/ 288 h 362"/>
              <a:gd name="T88" fmla="*/ 28 w 361"/>
              <a:gd name="T89" fmla="*/ 245 h 362"/>
              <a:gd name="T90" fmla="*/ 76 w 361"/>
              <a:gd name="T91" fmla="*/ 262 h 362"/>
              <a:gd name="T92" fmla="*/ 262 w 361"/>
              <a:gd name="T93" fmla="*/ 76 h 362"/>
              <a:gd name="T94" fmla="*/ 245 w 361"/>
              <a:gd name="T95" fmla="*/ 28 h 362"/>
              <a:gd name="T96" fmla="*/ 288 w 361"/>
              <a:gd name="T97" fmla="*/ 64 h 362"/>
              <a:gd name="T98" fmla="*/ 288 w 361"/>
              <a:gd name="T99" fmla="*/ 72 h 362"/>
              <a:gd name="T100" fmla="*/ 297 w 361"/>
              <a:gd name="T101" fmla="*/ 73 h 362"/>
              <a:gd name="T102" fmla="*/ 333 w 361"/>
              <a:gd name="T103" fmla="*/ 116 h 362"/>
              <a:gd name="T104" fmla="*/ 285 w 361"/>
              <a:gd name="T105" fmla="*/ 99 h 362"/>
              <a:gd name="T106" fmla="*/ 116 w 361"/>
              <a:gd name="T107" fmla="*/ 293 h 3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361" h="362">
                <a:moveTo>
                  <a:pt x="79" y="127"/>
                </a:moveTo>
                <a:cubicBezTo>
                  <a:pt x="80" y="127"/>
                  <a:pt x="80" y="126"/>
                  <a:pt x="81" y="126"/>
                </a:cubicBezTo>
                <a:cubicBezTo>
                  <a:pt x="118" y="163"/>
                  <a:pt x="118" y="163"/>
                  <a:pt x="118" y="163"/>
                </a:cubicBezTo>
                <a:cubicBezTo>
                  <a:pt x="121" y="166"/>
                  <a:pt x="126" y="166"/>
                  <a:pt x="129" y="163"/>
                </a:cubicBezTo>
                <a:cubicBezTo>
                  <a:pt x="132" y="160"/>
                  <a:pt x="132" y="155"/>
                  <a:pt x="129" y="152"/>
                </a:cubicBezTo>
                <a:cubicBezTo>
                  <a:pt x="129" y="152"/>
                  <a:pt x="129" y="152"/>
                  <a:pt x="129" y="152"/>
                </a:cubicBezTo>
                <a:cubicBezTo>
                  <a:pt x="76" y="99"/>
                  <a:pt x="76" y="99"/>
                  <a:pt x="76" y="99"/>
                </a:cubicBezTo>
                <a:cubicBezTo>
                  <a:pt x="76" y="105"/>
                  <a:pt x="73" y="111"/>
                  <a:pt x="68" y="116"/>
                </a:cubicBezTo>
                <a:cubicBezTo>
                  <a:pt x="57" y="127"/>
                  <a:pt x="39" y="127"/>
                  <a:pt x="28" y="116"/>
                </a:cubicBezTo>
                <a:cubicBezTo>
                  <a:pt x="17" y="105"/>
                  <a:pt x="17" y="87"/>
                  <a:pt x="28" y="76"/>
                </a:cubicBezTo>
                <a:cubicBezTo>
                  <a:pt x="38" y="67"/>
                  <a:pt x="53" y="66"/>
                  <a:pt x="64" y="73"/>
                </a:cubicBezTo>
                <a:cubicBezTo>
                  <a:pt x="65" y="73"/>
                  <a:pt x="65" y="73"/>
                  <a:pt x="65" y="73"/>
                </a:cubicBezTo>
                <a:cubicBezTo>
                  <a:pt x="67" y="75"/>
                  <a:pt x="71" y="75"/>
                  <a:pt x="73" y="73"/>
                </a:cubicBezTo>
                <a:cubicBezTo>
                  <a:pt x="75" y="70"/>
                  <a:pt x="75" y="67"/>
                  <a:pt x="73" y="64"/>
                </a:cubicBezTo>
                <a:cubicBezTo>
                  <a:pt x="73" y="64"/>
                  <a:pt x="73" y="64"/>
                  <a:pt x="73" y="64"/>
                </a:cubicBezTo>
                <a:cubicBezTo>
                  <a:pt x="66" y="53"/>
                  <a:pt x="67" y="38"/>
                  <a:pt x="76" y="28"/>
                </a:cubicBezTo>
                <a:cubicBezTo>
                  <a:pt x="87" y="17"/>
                  <a:pt x="105" y="17"/>
                  <a:pt x="116" y="28"/>
                </a:cubicBezTo>
                <a:cubicBezTo>
                  <a:pt x="127" y="39"/>
                  <a:pt x="127" y="57"/>
                  <a:pt x="116" y="68"/>
                </a:cubicBezTo>
                <a:cubicBezTo>
                  <a:pt x="111" y="73"/>
                  <a:pt x="105" y="75"/>
                  <a:pt x="99" y="76"/>
                </a:cubicBezTo>
                <a:cubicBezTo>
                  <a:pt x="152" y="129"/>
                  <a:pt x="152" y="129"/>
                  <a:pt x="152" y="129"/>
                </a:cubicBezTo>
                <a:cubicBezTo>
                  <a:pt x="152" y="129"/>
                  <a:pt x="152" y="129"/>
                  <a:pt x="152" y="129"/>
                </a:cubicBezTo>
                <a:cubicBezTo>
                  <a:pt x="155" y="132"/>
                  <a:pt x="160" y="132"/>
                  <a:pt x="163" y="129"/>
                </a:cubicBezTo>
                <a:cubicBezTo>
                  <a:pt x="166" y="126"/>
                  <a:pt x="166" y="121"/>
                  <a:pt x="163" y="118"/>
                </a:cubicBezTo>
                <a:cubicBezTo>
                  <a:pt x="126" y="81"/>
                  <a:pt x="126" y="81"/>
                  <a:pt x="126" y="81"/>
                </a:cubicBezTo>
                <a:cubicBezTo>
                  <a:pt x="127" y="80"/>
                  <a:pt x="127" y="80"/>
                  <a:pt x="128" y="79"/>
                </a:cubicBezTo>
                <a:cubicBezTo>
                  <a:pt x="145" y="62"/>
                  <a:pt x="145" y="34"/>
                  <a:pt x="128" y="17"/>
                </a:cubicBezTo>
                <a:cubicBezTo>
                  <a:pt x="110" y="0"/>
                  <a:pt x="82" y="0"/>
                  <a:pt x="65" y="17"/>
                </a:cubicBezTo>
                <a:cubicBezTo>
                  <a:pt x="55" y="27"/>
                  <a:pt x="51" y="40"/>
                  <a:pt x="53" y="52"/>
                </a:cubicBezTo>
                <a:cubicBezTo>
                  <a:pt x="40" y="51"/>
                  <a:pt x="27" y="55"/>
                  <a:pt x="17" y="65"/>
                </a:cubicBezTo>
                <a:cubicBezTo>
                  <a:pt x="0" y="82"/>
                  <a:pt x="0" y="110"/>
                  <a:pt x="17" y="127"/>
                </a:cubicBezTo>
                <a:cubicBezTo>
                  <a:pt x="34" y="145"/>
                  <a:pt x="62" y="145"/>
                  <a:pt x="79" y="127"/>
                </a:cubicBezTo>
                <a:moveTo>
                  <a:pt x="281" y="234"/>
                </a:moveTo>
                <a:cubicBezTo>
                  <a:pt x="281" y="234"/>
                  <a:pt x="281" y="235"/>
                  <a:pt x="280" y="235"/>
                </a:cubicBezTo>
                <a:cubicBezTo>
                  <a:pt x="243" y="198"/>
                  <a:pt x="243" y="198"/>
                  <a:pt x="243" y="198"/>
                </a:cubicBezTo>
                <a:cubicBezTo>
                  <a:pt x="240" y="195"/>
                  <a:pt x="235" y="195"/>
                  <a:pt x="232" y="198"/>
                </a:cubicBezTo>
                <a:cubicBezTo>
                  <a:pt x="229" y="201"/>
                  <a:pt x="229" y="206"/>
                  <a:pt x="232" y="209"/>
                </a:cubicBezTo>
                <a:cubicBezTo>
                  <a:pt x="231" y="209"/>
                  <a:pt x="231" y="209"/>
                  <a:pt x="231" y="209"/>
                </a:cubicBezTo>
                <a:cubicBezTo>
                  <a:pt x="285" y="262"/>
                  <a:pt x="285" y="262"/>
                  <a:pt x="285" y="262"/>
                </a:cubicBezTo>
                <a:cubicBezTo>
                  <a:pt x="285" y="256"/>
                  <a:pt x="288" y="250"/>
                  <a:pt x="293" y="245"/>
                </a:cubicBezTo>
                <a:cubicBezTo>
                  <a:pt x="304" y="234"/>
                  <a:pt x="322" y="234"/>
                  <a:pt x="333" y="245"/>
                </a:cubicBezTo>
                <a:cubicBezTo>
                  <a:pt x="344" y="256"/>
                  <a:pt x="344" y="274"/>
                  <a:pt x="333" y="285"/>
                </a:cubicBezTo>
                <a:cubicBezTo>
                  <a:pt x="323" y="295"/>
                  <a:pt x="307" y="295"/>
                  <a:pt x="296" y="288"/>
                </a:cubicBezTo>
                <a:cubicBezTo>
                  <a:pt x="296" y="288"/>
                  <a:pt x="296" y="288"/>
                  <a:pt x="296" y="288"/>
                </a:cubicBezTo>
                <a:cubicBezTo>
                  <a:pt x="294" y="286"/>
                  <a:pt x="290" y="286"/>
                  <a:pt x="288" y="288"/>
                </a:cubicBezTo>
                <a:cubicBezTo>
                  <a:pt x="286" y="291"/>
                  <a:pt x="286" y="294"/>
                  <a:pt x="287" y="297"/>
                </a:cubicBezTo>
                <a:cubicBezTo>
                  <a:pt x="287" y="297"/>
                  <a:pt x="287" y="297"/>
                  <a:pt x="287" y="297"/>
                </a:cubicBezTo>
                <a:cubicBezTo>
                  <a:pt x="295" y="308"/>
                  <a:pt x="294" y="323"/>
                  <a:pt x="284" y="333"/>
                </a:cubicBezTo>
                <a:cubicBezTo>
                  <a:pt x="273" y="344"/>
                  <a:pt x="256" y="344"/>
                  <a:pt x="245" y="333"/>
                </a:cubicBezTo>
                <a:cubicBezTo>
                  <a:pt x="234" y="322"/>
                  <a:pt x="234" y="304"/>
                  <a:pt x="245" y="293"/>
                </a:cubicBezTo>
                <a:cubicBezTo>
                  <a:pt x="249" y="288"/>
                  <a:pt x="256" y="286"/>
                  <a:pt x="262" y="285"/>
                </a:cubicBezTo>
                <a:cubicBezTo>
                  <a:pt x="209" y="232"/>
                  <a:pt x="209" y="232"/>
                  <a:pt x="209" y="232"/>
                </a:cubicBezTo>
                <a:cubicBezTo>
                  <a:pt x="209" y="232"/>
                  <a:pt x="209" y="232"/>
                  <a:pt x="209" y="232"/>
                </a:cubicBezTo>
                <a:cubicBezTo>
                  <a:pt x="205" y="229"/>
                  <a:pt x="201" y="229"/>
                  <a:pt x="198" y="232"/>
                </a:cubicBezTo>
                <a:cubicBezTo>
                  <a:pt x="195" y="235"/>
                  <a:pt x="195" y="240"/>
                  <a:pt x="197" y="243"/>
                </a:cubicBezTo>
                <a:cubicBezTo>
                  <a:pt x="235" y="280"/>
                  <a:pt x="235" y="280"/>
                  <a:pt x="235" y="280"/>
                </a:cubicBezTo>
                <a:cubicBezTo>
                  <a:pt x="234" y="281"/>
                  <a:pt x="234" y="281"/>
                  <a:pt x="233" y="282"/>
                </a:cubicBezTo>
                <a:cubicBezTo>
                  <a:pt x="216" y="299"/>
                  <a:pt x="216" y="327"/>
                  <a:pt x="233" y="344"/>
                </a:cubicBezTo>
                <a:cubicBezTo>
                  <a:pt x="250" y="361"/>
                  <a:pt x="278" y="361"/>
                  <a:pt x="296" y="344"/>
                </a:cubicBezTo>
                <a:cubicBezTo>
                  <a:pt x="305" y="334"/>
                  <a:pt x="309" y="321"/>
                  <a:pt x="308" y="309"/>
                </a:cubicBezTo>
                <a:cubicBezTo>
                  <a:pt x="321" y="310"/>
                  <a:pt x="334" y="306"/>
                  <a:pt x="344" y="296"/>
                </a:cubicBezTo>
                <a:cubicBezTo>
                  <a:pt x="361" y="279"/>
                  <a:pt x="361" y="251"/>
                  <a:pt x="344" y="234"/>
                </a:cubicBezTo>
                <a:cubicBezTo>
                  <a:pt x="327" y="216"/>
                  <a:pt x="299" y="216"/>
                  <a:pt x="281" y="234"/>
                </a:cubicBezTo>
                <a:moveTo>
                  <a:pt x="126" y="280"/>
                </a:moveTo>
                <a:cubicBezTo>
                  <a:pt x="280" y="126"/>
                  <a:pt x="280" y="126"/>
                  <a:pt x="280" y="126"/>
                </a:cubicBezTo>
                <a:cubicBezTo>
                  <a:pt x="281" y="126"/>
                  <a:pt x="281" y="127"/>
                  <a:pt x="282" y="127"/>
                </a:cubicBezTo>
                <a:cubicBezTo>
                  <a:pt x="299" y="145"/>
                  <a:pt x="327" y="145"/>
                  <a:pt x="344" y="127"/>
                </a:cubicBezTo>
                <a:cubicBezTo>
                  <a:pt x="361" y="110"/>
                  <a:pt x="361" y="82"/>
                  <a:pt x="344" y="65"/>
                </a:cubicBezTo>
                <a:cubicBezTo>
                  <a:pt x="334" y="55"/>
                  <a:pt x="321" y="51"/>
                  <a:pt x="308" y="52"/>
                </a:cubicBezTo>
                <a:cubicBezTo>
                  <a:pt x="310" y="40"/>
                  <a:pt x="306" y="27"/>
                  <a:pt x="296" y="17"/>
                </a:cubicBezTo>
                <a:cubicBezTo>
                  <a:pt x="279" y="0"/>
                  <a:pt x="251" y="0"/>
                  <a:pt x="233" y="17"/>
                </a:cubicBezTo>
                <a:cubicBezTo>
                  <a:pt x="216" y="34"/>
                  <a:pt x="216" y="62"/>
                  <a:pt x="233" y="79"/>
                </a:cubicBezTo>
                <a:cubicBezTo>
                  <a:pt x="234" y="80"/>
                  <a:pt x="234" y="80"/>
                  <a:pt x="235" y="81"/>
                </a:cubicBezTo>
                <a:cubicBezTo>
                  <a:pt x="80" y="235"/>
                  <a:pt x="80" y="235"/>
                  <a:pt x="80" y="235"/>
                </a:cubicBezTo>
                <a:cubicBezTo>
                  <a:pt x="80" y="235"/>
                  <a:pt x="80" y="234"/>
                  <a:pt x="79" y="234"/>
                </a:cubicBezTo>
                <a:cubicBezTo>
                  <a:pt x="62" y="216"/>
                  <a:pt x="34" y="216"/>
                  <a:pt x="17" y="234"/>
                </a:cubicBezTo>
                <a:cubicBezTo>
                  <a:pt x="0" y="251"/>
                  <a:pt x="0" y="279"/>
                  <a:pt x="17" y="296"/>
                </a:cubicBezTo>
                <a:cubicBezTo>
                  <a:pt x="27" y="306"/>
                  <a:pt x="40" y="310"/>
                  <a:pt x="52" y="309"/>
                </a:cubicBezTo>
                <a:cubicBezTo>
                  <a:pt x="51" y="321"/>
                  <a:pt x="55" y="335"/>
                  <a:pt x="65" y="344"/>
                </a:cubicBezTo>
                <a:cubicBezTo>
                  <a:pt x="82" y="362"/>
                  <a:pt x="110" y="362"/>
                  <a:pt x="127" y="344"/>
                </a:cubicBezTo>
                <a:cubicBezTo>
                  <a:pt x="145" y="327"/>
                  <a:pt x="145" y="299"/>
                  <a:pt x="127" y="282"/>
                </a:cubicBezTo>
                <a:cubicBezTo>
                  <a:pt x="127" y="281"/>
                  <a:pt x="126" y="281"/>
                  <a:pt x="126" y="280"/>
                </a:cubicBezTo>
                <a:moveTo>
                  <a:pt x="116" y="333"/>
                </a:moveTo>
                <a:cubicBezTo>
                  <a:pt x="105" y="344"/>
                  <a:pt x="87" y="344"/>
                  <a:pt x="76" y="333"/>
                </a:cubicBezTo>
                <a:cubicBezTo>
                  <a:pt x="66" y="323"/>
                  <a:pt x="65" y="308"/>
                  <a:pt x="73" y="297"/>
                </a:cubicBezTo>
                <a:cubicBezTo>
                  <a:pt x="73" y="296"/>
                  <a:pt x="73" y="296"/>
                  <a:pt x="73" y="296"/>
                </a:cubicBezTo>
                <a:cubicBezTo>
                  <a:pt x="75" y="294"/>
                  <a:pt x="75" y="291"/>
                  <a:pt x="72" y="288"/>
                </a:cubicBezTo>
                <a:cubicBezTo>
                  <a:pt x="70" y="286"/>
                  <a:pt x="67" y="286"/>
                  <a:pt x="64" y="288"/>
                </a:cubicBezTo>
                <a:cubicBezTo>
                  <a:pt x="64" y="288"/>
                  <a:pt x="64" y="288"/>
                  <a:pt x="64" y="288"/>
                </a:cubicBezTo>
                <a:cubicBezTo>
                  <a:pt x="53" y="295"/>
                  <a:pt x="38" y="294"/>
                  <a:pt x="28" y="285"/>
                </a:cubicBezTo>
                <a:cubicBezTo>
                  <a:pt x="17" y="274"/>
                  <a:pt x="17" y="256"/>
                  <a:pt x="28" y="245"/>
                </a:cubicBezTo>
                <a:cubicBezTo>
                  <a:pt x="39" y="234"/>
                  <a:pt x="57" y="234"/>
                  <a:pt x="68" y="245"/>
                </a:cubicBezTo>
                <a:cubicBezTo>
                  <a:pt x="73" y="250"/>
                  <a:pt x="75" y="256"/>
                  <a:pt x="76" y="262"/>
                </a:cubicBezTo>
                <a:cubicBezTo>
                  <a:pt x="169" y="169"/>
                  <a:pt x="169" y="169"/>
                  <a:pt x="169" y="169"/>
                </a:cubicBezTo>
                <a:cubicBezTo>
                  <a:pt x="262" y="76"/>
                  <a:pt x="262" y="76"/>
                  <a:pt x="262" y="76"/>
                </a:cubicBezTo>
                <a:cubicBezTo>
                  <a:pt x="256" y="75"/>
                  <a:pt x="250" y="73"/>
                  <a:pt x="245" y="68"/>
                </a:cubicBezTo>
                <a:cubicBezTo>
                  <a:pt x="234" y="57"/>
                  <a:pt x="234" y="39"/>
                  <a:pt x="245" y="28"/>
                </a:cubicBezTo>
                <a:cubicBezTo>
                  <a:pt x="256" y="17"/>
                  <a:pt x="274" y="17"/>
                  <a:pt x="285" y="28"/>
                </a:cubicBezTo>
                <a:cubicBezTo>
                  <a:pt x="294" y="38"/>
                  <a:pt x="295" y="53"/>
                  <a:pt x="288" y="64"/>
                </a:cubicBezTo>
                <a:cubicBezTo>
                  <a:pt x="288" y="64"/>
                  <a:pt x="288" y="64"/>
                  <a:pt x="288" y="64"/>
                </a:cubicBezTo>
                <a:cubicBezTo>
                  <a:pt x="286" y="67"/>
                  <a:pt x="286" y="70"/>
                  <a:pt x="288" y="72"/>
                </a:cubicBezTo>
                <a:cubicBezTo>
                  <a:pt x="291" y="75"/>
                  <a:pt x="294" y="75"/>
                  <a:pt x="297" y="73"/>
                </a:cubicBezTo>
                <a:cubicBezTo>
                  <a:pt x="297" y="73"/>
                  <a:pt x="297" y="73"/>
                  <a:pt x="297" y="73"/>
                </a:cubicBezTo>
                <a:cubicBezTo>
                  <a:pt x="308" y="66"/>
                  <a:pt x="323" y="67"/>
                  <a:pt x="333" y="76"/>
                </a:cubicBezTo>
                <a:cubicBezTo>
                  <a:pt x="344" y="87"/>
                  <a:pt x="344" y="105"/>
                  <a:pt x="333" y="116"/>
                </a:cubicBezTo>
                <a:cubicBezTo>
                  <a:pt x="322" y="127"/>
                  <a:pt x="304" y="127"/>
                  <a:pt x="293" y="116"/>
                </a:cubicBezTo>
                <a:cubicBezTo>
                  <a:pt x="288" y="111"/>
                  <a:pt x="285" y="105"/>
                  <a:pt x="285" y="99"/>
                </a:cubicBezTo>
                <a:cubicBezTo>
                  <a:pt x="99" y="285"/>
                  <a:pt x="99" y="285"/>
                  <a:pt x="99" y="285"/>
                </a:cubicBezTo>
                <a:cubicBezTo>
                  <a:pt x="105" y="286"/>
                  <a:pt x="111" y="288"/>
                  <a:pt x="116" y="293"/>
                </a:cubicBezTo>
                <a:cubicBezTo>
                  <a:pt x="127" y="304"/>
                  <a:pt x="127" y="322"/>
                  <a:pt x="116" y="333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5" name="Freeform 25"/>
          <p:cNvSpPr>
            <a:spLocks noEditPoints="1"/>
          </p:cNvSpPr>
          <p:nvPr/>
        </p:nvSpPr>
        <p:spPr bwMode="auto">
          <a:xfrm>
            <a:off x="802218" y="3136900"/>
            <a:ext cx="582084" cy="584200"/>
          </a:xfrm>
          <a:custGeom>
            <a:avLst/>
            <a:gdLst>
              <a:gd name="T0" fmla="*/ 241 w 353"/>
              <a:gd name="T1" fmla="*/ 289 h 354"/>
              <a:gd name="T2" fmla="*/ 16 w 353"/>
              <a:gd name="T3" fmla="*/ 289 h 354"/>
              <a:gd name="T4" fmla="*/ 0 w 353"/>
              <a:gd name="T5" fmla="*/ 305 h 354"/>
              <a:gd name="T6" fmla="*/ 0 w 353"/>
              <a:gd name="T7" fmla="*/ 338 h 354"/>
              <a:gd name="T8" fmla="*/ 16 w 353"/>
              <a:gd name="T9" fmla="*/ 354 h 354"/>
              <a:gd name="T10" fmla="*/ 241 w 353"/>
              <a:gd name="T11" fmla="*/ 354 h 354"/>
              <a:gd name="T12" fmla="*/ 257 w 353"/>
              <a:gd name="T13" fmla="*/ 338 h 354"/>
              <a:gd name="T14" fmla="*/ 257 w 353"/>
              <a:gd name="T15" fmla="*/ 305 h 354"/>
              <a:gd name="T16" fmla="*/ 241 w 353"/>
              <a:gd name="T17" fmla="*/ 289 h 354"/>
              <a:gd name="T18" fmla="*/ 241 w 353"/>
              <a:gd name="T19" fmla="*/ 338 h 354"/>
              <a:gd name="T20" fmla="*/ 16 w 353"/>
              <a:gd name="T21" fmla="*/ 338 h 354"/>
              <a:gd name="T22" fmla="*/ 16 w 353"/>
              <a:gd name="T23" fmla="*/ 305 h 354"/>
              <a:gd name="T24" fmla="*/ 241 w 353"/>
              <a:gd name="T25" fmla="*/ 305 h 354"/>
              <a:gd name="T26" fmla="*/ 241 w 353"/>
              <a:gd name="T27" fmla="*/ 338 h 354"/>
              <a:gd name="T28" fmla="*/ 16 w 353"/>
              <a:gd name="T29" fmla="*/ 161 h 354"/>
              <a:gd name="T30" fmla="*/ 241 w 353"/>
              <a:gd name="T31" fmla="*/ 161 h 354"/>
              <a:gd name="T32" fmla="*/ 257 w 353"/>
              <a:gd name="T33" fmla="*/ 145 h 354"/>
              <a:gd name="T34" fmla="*/ 257 w 353"/>
              <a:gd name="T35" fmla="*/ 113 h 354"/>
              <a:gd name="T36" fmla="*/ 241 w 353"/>
              <a:gd name="T37" fmla="*/ 97 h 354"/>
              <a:gd name="T38" fmla="*/ 16 w 353"/>
              <a:gd name="T39" fmla="*/ 97 h 354"/>
              <a:gd name="T40" fmla="*/ 0 w 353"/>
              <a:gd name="T41" fmla="*/ 113 h 354"/>
              <a:gd name="T42" fmla="*/ 0 w 353"/>
              <a:gd name="T43" fmla="*/ 145 h 354"/>
              <a:gd name="T44" fmla="*/ 16 w 353"/>
              <a:gd name="T45" fmla="*/ 161 h 354"/>
              <a:gd name="T46" fmla="*/ 16 w 353"/>
              <a:gd name="T47" fmla="*/ 113 h 354"/>
              <a:gd name="T48" fmla="*/ 241 w 353"/>
              <a:gd name="T49" fmla="*/ 113 h 354"/>
              <a:gd name="T50" fmla="*/ 241 w 353"/>
              <a:gd name="T51" fmla="*/ 145 h 354"/>
              <a:gd name="T52" fmla="*/ 16 w 353"/>
              <a:gd name="T53" fmla="*/ 145 h 354"/>
              <a:gd name="T54" fmla="*/ 16 w 353"/>
              <a:gd name="T55" fmla="*/ 113 h 354"/>
              <a:gd name="T56" fmla="*/ 337 w 353"/>
              <a:gd name="T57" fmla="*/ 193 h 354"/>
              <a:gd name="T58" fmla="*/ 16 w 353"/>
              <a:gd name="T59" fmla="*/ 193 h 354"/>
              <a:gd name="T60" fmla="*/ 0 w 353"/>
              <a:gd name="T61" fmla="*/ 209 h 354"/>
              <a:gd name="T62" fmla="*/ 0 w 353"/>
              <a:gd name="T63" fmla="*/ 241 h 354"/>
              <a:gd name="T64" fmla="*/ 16 w 353"/>
              <a:gd name="T65" fmla="*/ 257 h 354"/>
              <a:gd name="T66" fmla="*/ 337 w 353"/>
              <a:gd name="T67" fmla="*/ 257 h 354"/>
              <a:gd name="T68" fmla="*/ 353 w 353"/>
              <a:gd name="T69" fmla="*/ 241 h 354"/>
              <a:gd name="T70" fmla="*/ 353 w 353"/>
              <a:gd name="T71" fmla="*/ 209 h 354"/>
              <a:gd name="T72" fmla="*/ 337 w 353"/>
              <a:gd name="T73" fmla="*/ 193 h 354"/>
              <a:gd name="T74" fmla="*/ 337 w 353"/>
              <a:gd name="T75" fmla="*/ 241 h 354"/>
              <a:gd name="T76" fmla="*/ 16 w 353"/>
              <a:gd name="T77" fmla="*/ 241 h 354"/>
              <a:gd name="T78" fmla="*/ 16 w 353"/>
              <a:gd name="T79" fmla="*/ 209 h 354"/>
              <a:gd name="T80" fmla="*/ 337 w 353"/>
              <a:gd name="T81" fmla="*/ 209 h 354"/>
              <a:gd name="T82" fmla="*/ 337 w 353"/>
              <a:gd name="T83" fmla="*/ 241 h 354"/>
              <a:gd name="T84" fmla="*/ 337 w 353"/>
              <a:gd name="T85" fmla="*/ 0 h 354"/>
              <a:gd name="T86" fmla="*/ 16 w 353"/>
              <a:gd name="T87" fmla="*/ 0 h 354"/>
              <a:gd name="T88" fmla="*/ 0 w 353"/>
              <a:gd name="T89" fmla="*/ 16 h 354"/>
              <a:gd name="T90" fmla="*/ 0 w 353"/>
              <a:gd name="T91" fmla="*/ 49 h 354"/>
              <a:gd name="T92" fmla="*/ 16 w 353"/>
              <a:gd name="T93" fmla="*/ 65 h 354"/>
              <a:gd name="T94" fmla="*/ 337 w 353"/>
              <a:gd name="T95" fmla="*/ 65 h 354"/>
              <a:gd name="T96" fmla="*/ 353 w 353"/>
              <a:gd name="T97" fmla="*/ 49 h 354"/>
              <a:gd name="T98" fmla="*/ 353 w 353"/>
              <a:gd name="T99" fmla="*/ 16 h 354"/>
              <a:gd name="T100" fmla="*/ 337 w 353"/>
              <a:gd name="T101" fmla="*/ 0 h 354"/>
              <a:gd name="T102" fmla="*/ 337 w 353"/>
              <a:gd name="T103" fmla="*/ 49 h 354"/>
              <a:gd name="T104" fmla="*/ 16 w 353"/>
              <a:gd name="T105" fmla="*/ 49 h 354"/>
              <a:gd name="T106" fmla="*/ 16 w 353"/>
              <a:gd name="T107" fmla="*/ 16 h 354"/>
              <a:gd name="T108" fmla="*/ 337 w 353"/>
              <a:gd name="T109" fmla="*/ 16 h 354"/>
              <a:gd name="T110" fmla="*/ 337 w 353"/>
              <a:gd name="T111" fmla="*/ 49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353" h="354">
                <a:moveTo>
                  <a:pt x="241" y="289"/>
                </a:moveTo>
                <a:cubicBezTo>
                  <a:pt x="16" y="289"/>
                  <a:pt x="16" y="289"/>
                  <a:pt x="16" y="289"/>
                </a:cubicBezTo>
                <a:cubicBezTo>
                  <a:pt x="7" y="289"/>
                  <a:pt x="0" y="297"/>
                  <a:pt x="0" y="305"/>
                </a:cubicBezTo>
                <a:cubicBezTo>
                  <a:pt x="0" y="338"/>
                  <a:pt x="0" y="338"/>
                  <a:pt x="0" y="338"/>
                </a:cubicBezTo>
                <a:cubicBezTo>
                  <a:pt x="0" y="346"/>
                  <a:pt x="7" y="354"/>
                  <a:pt x="16" y="354"/>
                </a:cubicBezTo>
                <a:cubicBezTo>
                  <a:pt x="241" y="354"/>
                  <a:pt x="241" y="354"/>
                  <a:pt x="241" y="354"/>
                </a:cubicBezTo>
                <a:cubicBezTo>
                  <a:pt x="250" y="354"/>
                  <a:pt x="257" y="346"/>
                  <a:pt x="257" y="338"/>
                </a:cubicBezTo>
                <a:cubicBezTo>
                  <a:pt x="257" y="305"/>
                  <a:pt x="257" y="305"/>
                  <a:pt x="257" y="305"/>
                </a:cubicBezTo>
                <a:cubicBezTo>
                  <a:pt x="257" y="297"/>
                  <a:pt x="250" y="289"/>
                  <a:pt x="241" y="289"/>
                </a:cubicBezTo>
                <a:moveTo>
                  <a:pt x="241" y="338"/>
                </a:moveTo>
                <a:cubicBezTo>
                  <a:pt x="16" y="338"/>
                  <a:pt x="16" y="338"/>
                  <a:pt x="16" y="338"/>
                </a:cubicBezTo>
                <a:cubicBezTo>
                  <a:pt x="16" y="305"/>
                  <a:pt x="16" y="305"/>
                  <a:pt x="16" y="305"/>
                </a:cubicBezTo>
                <a:cubicBezTo>
                  <a:pt x="241" y="305"/>
                  <a:pt x="241" y="305"/>
                  <a:pt x="241" y="305"/>
                </a:cubicBezTo>
                <a:lnTo>
                  <a:pt x="241" y="338"/>
                </a:lnTo>
                <a:close/>
                <a:moveTo>
                  <a:pt x="16" y="161"/>
                </a:moveTo>
                <a:cubicBezTo>
                  <a:pt x="241" y="161"/>
                  <a:pt x="241" y="161"/>
                  <a:pt x="241" y="161"/>
                </a:cubicBezTo>
                <a:cubicBezTo>
                  <a:pt x="250" y="161"/>
                  <a:pt x="257" y="154"/>
                  <a:pt x="257" y="145"/>
                </a:cubicBezTo>
                <a:cubicBezTo>
                  <a:pt x="257" y="113"/>
                  <a:pt x="257" y="113"/>
                  <a:pt x="257" y="113"/>
                </a:cubicBezTo>
                <a:cubicBezTo>
                  <a:pt x="257" y="104"/>
                  <a:pt x="250" y="97"/>
                  <a:pt x="241" y="97"/>
                </a:cubicBezTo>
                <a:cubicBezTo>
                  <a:pt x="16" y="97"/>
                  <a:pt x="16" y="97"/>
                  <a:pt x="16" y="97"/>
                </a:cubicBezTo>
                <a:cubicBezTo>
                  <a:pt x="7" y="97"/>
                  <a:pt x="0" y="104"/>
                  <a:pt x="0" y="113"/>
                </a:cubicBezTo>
                <a:cubicBezTo>
                  <a:pt x="0" y="145"/>
                  <a:pt x="0" y="145"/>
                  <a:pt x="0" y="145"/>
                </a:cubicBezTo>
                <a:cubicBezTo>
                  <a:pt x="0" y="154"/>
                  <a:pt x="7" y="161"/>
                  <a:pt x="16" y="161"/>
                </a:cubicBezTo>
                <a:moveTo>
                  <a:pt x="16" y="113"/>
                </a:moveTo>
                <a:cubicBezTo>
                  <a:pt x="241" y="113"/>
                  <a:pt x="241" y="113"/>
                  <a:pt x="241" y="113"/>
                </a:cubicBezTo>
                <a:cubicBezTo>
                  <a:pt x="241" y="145"/>
                  <a:pt x="241" y="145"/>
                  <a:pt x="241" y="145"/>
                </a:cubicBezTo>
                <a:cubicBezTo>
                  <a:pt x="16" y="145"/>
                  <a:pt x="16" y="145"/>
                  <a:pt x="16" y="145"/>
                </a:cubicBezTo>
                <a:lnTo>
                  <a:pt x="16" y="113"/>
                </a:lnTo>
                <a:close/>
                <a:moveTo>
                  <a:pt x="337" y="193"/>
                </a:moveTo>
                <a:cubicBezTo>
                  <a:pt x="16" y="193"/>
                  <a:pt x="16" y="193"/>
                  <a:pt x="16" y="193"/>
                </a:cubicBezTo>
                <a:cubicBezTo>
                  <a:pt x="7" y="193"/>
                  <a:pt x="0" y="200"/>
                  <a:pt x="0" y="209"/>
                </a:cubicBezTo>
                <a:cubicBezTo>
                  <a:pt x="0" y="241"/>
                  <a:pt x="0" y="241"/>
                  <a:pt x="0" y="241"/>
                </a:cubicBezTo>
                <a:cubicBezTo>
                  <a:pt x="0" y="250"/>
                  <a:pt x="7" y="257"/>
                  <a:pt x="16" y="257"/>
                </a:cubicBezTo>
                <a:cubicBezTo>
                  <a:pt x="337" y="257"/>
                  <a:pt x="337" y="257"/>
                  <a:pt x="337" y="257"/>
                </a:cubicBezTo>
                <a:cubicBezTo>
                  <a:pt x="346" y="257"/>
                  <a:pt x="353" y="250"/>
                  <a:pt x="353" y="241"/>
                </a:cubicBezTo>
                <a:cubicBezTo>
                  <a:pt x="353" y="209"/>
                  <a:pt x="353" y="209"/>
                  <a:pt x="353" y="209"/>
                </a:cubicBezTo>
                <a:cubicBezTo>
                  <a:pt x="353" y="200"/>
                  <a:pt x="346" y="193"/>
                  <a:pt x="337" y="193"/>
                </a:cubicBezTo>
                <a:moveTo>
                  <a:pt x="337" y="241"/>
                </a:moveTo>
                <a:cubicBezTo>
                  <a:pt x="16" y="241"/>
                  <a:pt x="16" y="241"/>
                  <a:pt x="16" y="241"/>
                </a:cubicBezTo>
                <a:cubicBezTo>
                  <a:pt x="16" y="209"/>
                  <a:pt x="16" y="209"/>
                  <a:pt x="16" y="209"/>
                </a:cubicBezTo>
                <a:cubicBezTo>
                  <a:pt x="337" y="209"/>
                  <a:pt x="337" y="209"/>
                  <a:pt x="337" y="209"/>
                </a:cubicBezTo>
                <a:lnTo>
                  <a:pt x="337" y="241"/>
                </a:lnTo>
                <a:close/>
                <a:moveTo>
                  <a:pt x="337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8"/>
                  <a:pt x="0" y="16"/>
                </a:cubicBezTo>
                <a:cubicBezTo>
                  <a:pt x="0" y="49"/>
                  <a:pt x="0" y="49"/>
                  <a:pt x="0" y="49"/>
                </a:cubicBezTo>
                <a:cubicBezTo>
                  <a:pt x="0" y="57"/>
                  <a:pt x="7" y="65"/>
                  <a:pt x="16" y="65"/>
                </a:cubicBezTo>
                <a:cubicBezTo>
                  <a:pt x="337" y="65"/>
                  <a:pt x="337" y="65"/>
                  <a:pt x="337" y="65"/>
                </a:cubicBezTo>
                <a:cubicBezTo>
                  <a:pt x="346" y="65"/>
                  <a:pt x="353" y="57"/>
                  <a:pt x="353" y="49"/>
                </a:cubicBezTo>
                <a:cubicBezTo>
                  <a:pt x="353" y="16"/>
                  <a:pt x="353" y="16"/>
                  <a:pt x="353" y="16"/>
                </a:cubicBezTo>
                <a:cubicBezTo>
                  <a:pt x="353" y="8"/>
                  <a:pt x="346" y="0"/>
                  <a:pt x="337" y="0"/>
                </a:cubicBezTo>
                <a:moveTo>
                  <a:pt x="337" y="49"/>
                </a:moveTo>
                <a:cubicBezTo>
                  <a:pt x="16" y="49"/>
                  <a:pt x="16" y="49"/>
                  <a:pt x="16" y="49"/>
                </a:cubicBezTo>
                <a:cubicBezTo>
                  <a:pt x="16" y="16"/>
                  <a:pt x="16" y="16"/>
                  <a:pt x="16" y="16"/>
                </a:cubicBezTo>
                <a:cubicBezTo>
                  <a:pt x="337" y="16"/>
                  <a:pt x="337" y="16"/>
                  <a:pt x="337" y="16"/>
                </a:cubicBezTo>
                <a:lnTo>
                  <a:pt x="337" y="4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6" name="Freeform 26"/>
          <p:cNvSpPr>
            <a:spLocks noEditPoints="1"/>
          </p:cNvSpPr>
          <p:nvPr/>
        </p:nvSpPr>
        <p:spPr bwMode="auto">
          <a:xfrm>
            <a:off x="1913467" y="3136900"/>
            <a:ext cx="582084" cy="584200"/>
          </a:xfrm>
          <a:custGeom>
            <a:avLst/>
            <a:gdLst>
              <a:gd name="T0" fmla="*/ 289 w 353"/>
              <a:gd name="T1" fmla="*/ 289 h 354"/>
              <a:gd name="T2" fmla="*/ 64 w 353"/>
              <a:gd name="T3" fmla="*/ 289 h 354"/>
              <a:gd name="T4" fmla="*/ 48 w 353"/>
              <a:gd name="T5" fmla="*/ 305 h 354"/>
              <a:gd name="T6" fmla="*/ 48 w 353"/>
              <a:gd name="T7" fmla="*/ 338 h 354"/>
              <a:gd name="T8" fmla="*/ 64 w 353"/>
              <a:gd name="T9" fmla="*/ 354 h 354"/>
              <a:gd name="T10" fmla="*/ 289 w 353"/>
              <a:gd name="T11" fmla="*/ 354 h 354"/>
              <a:gd name="T12" fmla="*/ 305 w 353"/>
              <a:gd name="T13" fmla="*/ 338 h 354"/>
              <a:gd name="T14" fmla="*/ 305 w 353"/>
              <a:gd name="T15" fmla="*/ 305 h 354"/>
              <a:gd name="T16" fmla="*/ 289 w 353"/>
              <a:gd name="T17" fmla="*/ 289 h 354"/>
              <a:gd name="T18" fmla="*/ 289 w 353"/>
              <a:gd name="T19" fmla="*/ 338 h 354"/>
              <a:gd name="T20" fmla="*/ 64 w 353"/>
              <a:gd name="T21" fmla="*/ 338 h 354"/>
              <a:gd name="T22" fmla="*/ 64 w 353"/>
              <a:gd name="T23" fmla="*/ 305 h 354"/>
              <a:gd name="T24" fmla="*/ 289 w 353"/>
              <a:gd name="T25" fmla="*/ 305 h 354"/>
              <a:gd name="T26" fmla="*/ 289 w 353"/>
              <a:gd name="T27" fmla="*/ 338 h 354"/>
              <a:gd name="T28" fmla="*/ 289 w 353"/>
              <a:gd name="T29" fmla="*/ 161 h 354"/>
              <a:gd name="T30" fmla="*/ 305 w 353"/>
              <a:gd name="T31" fmla="*/ 145 h 354"/>
              <a:gd name="T32" fmla="*/ 305 w 353"/>
              <a:gd name="T33" fmla="*/ 113 h 354"/>
              <a:gd name="T34" fmla="*/ 289 w 353"/>
              <a:gd name="T35" fmla="*/ 97 h 354"/>
              <a:gd name="T36" fmla="*/ 64 w 353"/>
              <a:gd name="T37" fmla="*/ 97 h 354"/>
              <a:gd name="T38" fmla="*/ 48 w 353"/>
              <a:gd name="T39" fmla="*/ 113 h 354"/>
              <a:gd name="T40" fmla="*/ 48 w 353"/>
              <a:gd name="T41" fmla="*/ 145 h 354"/>
              <a:gd name="T42" fmla="*/ 64 w 353"/>
              <a:gd name="T43" fmla="*/ 161 h 354"/>
              <a:gd name="T44" fmla="*/ 289 w 353"/>
              <a:gd name="T45" fmla="*/ 161 h 354"/>
              <a:gd name="T46" fmla="*/ 64 w 353"/>
              <a:gd name="T47" fmla="*/ 113 h 354"/>
              <a:gd name="T48" fmla="*/ 289 w 353"/>
              <a:gd name="T49" fmla="*/ 113 h 354"/>
              <a:gd name="T50" fmla="*/ 289 w 353"/>
              <a:gd name="T51" fmla="*/ 145 h 354"/>
              <a:gd name="T52" fmla="*/ 64 w 353"/>
              <a:gd name="T53" fmla="*/ 145 h 354"/>
              <a:gd name="T54" fmla="*/ 64 w 353"/>
              <a:gd name="T55" fmla="*/ 113 h 354"/>
              <a:gd name="T56" fmla="*/ 337 w 353"/>
              <a:gd name="T57" fmla="*/ 193 h 354"/>
              <a:gd name="T58" fmla="*/ 16 w 353"/>
              <a:gd name="T59" fmla="*/ 193 h 354"/>
              <a:gd name="T60" fmla="*/ 0 w 353"/>
              <a:gd name="T61" fmla="*/ 209 h 354"/>
              <a:gd name="T62" fmla="*/ 0 w 353"/>
              <a:gd name="T63" fmla="*/ 241 h 354"/>
              <a:gd name="T64" fmla="*/ 16 w 353"/>
              <a:gd name="T65" fmla="*/ 257 h 354"/>
              <a:gd name="T66" fmla="*/ 337 w 353"/>
              <a:gd name="T67" fmla="*/ 257 h 354"/>
              <a:gd name="T68" fmla="*/ 353 w 353"/>
              <a:gd name="T69" fmla="*/ 241 h 354"/>
              <a:gd name="T70" fmla="*/ 353 w 353"/>
              <a:gd name="T71" fmla="*/ 209 h 354"/>
              <a:gd name="T72" fmla="*/ 337 w 353"/>
              <a:gd name="T73" fmla="*/ 193 h 354"/>
              <a:gd name="T74" fmla="*/ 337 w 353"/>
              <a:gd name="T75" fmla="*/ 241 h 354"/>
              <a:gd name="T76" fmla="*/ 16 w 353"/>
              <a:gd name="T77" fmla="*/ 241 h 354"/>
              <a:gd name="T78" fmla="*/ 16 w 353"/>
              <a:gd name="T79" fmla="*/ 209 h 354"/>
              <a:gd name="T80" fmla="*/ 337 w 353"/>
              <a:gd name="T81" fmla="*/ 209 h 354"/>
              <a:gd name="T82" fmla="*/ 337 w 353"/>
              <a:gd name="T83" fmla="*/ 241 h 354"/>
              <a:gd name="T84" fmla="*/ 337 w 353"/>
              <a:gd name="T85" fmla="*/ 0 h 354"/>
              <a:gd name="T86" fmla="*/ 16 w 353"/>
              <a:gd name="T87" fmla="*/ 0 h 354"/>
              <a:gd name="T88" fmla="*/ 0 w 353"/>
              <a:gd name="T89" fmla="*/ 16 h 354"/>
              <a:gd name="T90" fmla="*/ 0 w 353"/>
              <a:gd name="T91" fmla="*/ 49 h 354"/>
              <a:gd name="T92" fmla="*/ 16 w 353"/>
              <a:gd name="T93" fmla="*/ 65 h 354"/>
              <a:gd name="T94" fmla="*/ 337 w 353"/>
              <a:gd name="T95" fmla="*/ 65 h 354"/>
              <a:gd name="T96" fmla="*/ 353 w 353"/>
              <a:gd name="T97" fmla="*/ 49 h 354"/>
              <a:gd name="T98" fmla="*/ 353 w 353"/>
              <a:gd name="T99" fmla="*/ 16 h 354"/>
              <a:gd name="T100" fmla="*/ 337 w 353"/>
              <a:gd name="T101" fmla="*/ 0 h 354"/>
              <a:gd name="T102" fmla="*/ 337 w 353"/>
              <a:gd name="T103" fmla="*/ 49 h 354"/>
              <a:gd name="T104" fmla="*/ 16 w 353"/>
              <a:gd name="T105" fmla="*/ 49 h 354"/>
              <a:gd name="T106" fmla="*/ 16 w 353"/>
              <a:gd name="T107" fmla="*/ 16 h 354"/>
              <a:gd name="T108" fmla="*/ 337 w 353"/>
              <a:gd name="T109" fmla="*/ 16 h 354"/>
              <a:gd name="T110" fmla="*/ 337 w 353"/>
              <a:gd name="T111" fmla="*/ 49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353" h="354">
                <a:moveTo>
                  <a:pt x="289" y="289"/>
                </a:moveTo>
                <a:cubicBezTo>
                  <a:pt x="64" y="289"/>
                  <a:pt x="64" y="289"/>
                  <a:pt x="64" y="289"/>
                </a:cubicBezTo>
                <a:cubicBezTo>
                  <a:pt x="56" y="289"/>
                  <a:pt x="48" y="297"/>
                  <a:pt x="48" y="305"/>
                </a:cubicBezTo>
                <a:cubicBezTo>
                  <a:pt x="48" y="338"/>
                  <a:pt x="48" y="338"/>
                  <a:pt x="48" y="338"/>
                </a:cubicBezTo>
                <a:cubicBezTo>
                  <a:pt x="48" y="346"/>
                  <a:pt x="56" y="354"/>
                  <a:pt x="64" y="354"/>
                </a:cubicBezTo>
                <a:cubicBezTo>
                  <a:pt x="289" y="354"/>
                  <a:pt x="289" y="354"/>
                  <a:pt x="289" y="354"/>
                </a:cubicBezTo>
                <a:cubicBezTo>
                  <a:pt x="298" y="354"/>
                  <a:pt x="305" y="346"/>
                  <a:pt x="305" y="338"/>
                </a:cubicBezTo>
                <a:cubicBezTo>
                  <a:pt x="305" y="305"/>
                  <a:pt x="305" y="305"/>
                  <a:pt x="305" y="305"/>
                </a:cubicBezTo>
                <a:cubicBezTo>
                  <a:pt x="305" y="297"/>
                  <a:pt x="298" y="289"/>
                  <a:pt x="289" y="289"/>
                </a:cubicBezTo>
                <a:moveTo>
                  <a:pt x="289" y="338"/>
                </a:moveTo>
                <a:cubicBezTo>
                  <a:pt x="64" y="338"/>
                  <a:pt x="64" y="338"/>
                  <a:pt x="64" y="338"/>
                </a:cubicBezTo>
                <a:cubicBezTo>
                  <a:pt x="64" y="305"/>
                  <a:pt x="64" y="305"/>
                  <a:pt x="64" y="305"/>
                </a:cubicBezTo>
                <a:cubicBezTo>
                  <a:pt x="289" y="305"/>
                  <a:pt x="289" y="305"/>
                  <a:pt x="289" y="305"/>
                </a:cubicBezTo>
                <a:lnTo>
                  <a:pt x="289" y="338"/>
                </a:lnTo>
                <a:close/>
                <a:moveTo>
                  <a:pt x="289" y="161"/>
                </a:moveTo>
                <a:cubicBezTo>
                  <a:pt x="298" y="161"/>
                  <a:pt x="305" y="154"/>
                  <a:pt x="305" y="145"/>
                </a:cubicBezTo>
                <a:cubicBezTo>
                  <a:pt x="305" y="113"/>
                  <a:pt x="305" y="113"/>
                  <a:pt x="305" y="113"/>
                </a:cubicBezTo>
                <a:cubicBezTo>
                  <a:pt x="305" y="104"/>
                  <a:pt x="298" y="97"/>
                  <a:pt x="289" y="97"/>
                </a:cubicBezTo>
                <a:cubicBezTo>
                  <a:pt x="64" y="97"/>
                  <a:pt x="64" y="97"/>
                  <a:pt x="64" y="97"/>
                </a:cubicBezTo>
                <a:cubicBezTo>
                  <a:pt x="56" y="97"/>
                  <a:pt x="48" y="104"/>
                  <a:pt x="48" y="113"/>
                </a:cubicBezTo>
                <a:cubicBezTo>
                  <a:pt x="48" y="145"/>
                  <a:pt x="48" y="145"/>
                  <a:pt x="48" y="145"/>
                </a:cubicBezTo>
                <a:cubicBezTo>
                  <a:pt x="48" y="154"/>
                  <a:pt x="56" y="161"/>
                  <a:pt x="64" y="161"/>
                </a:cubicBezTo>
                <a:lnTo>
                  <a:pt x="289" y="161"/>
                </a:lnTo>
                <a:close/>
                <a:moveTo>
                  <a:pt x="64" y="113"/>
                </a:moveTo>
                <a:cubicBezTo>
                  <a:pt x="289" y="113"/>
                  <a:pt x="289" y="113"/>
                  <a:pt x="289" y="113"/>
                </a:cubicBezTo>
                <a:cubicBezTo>
                  <a:pt x="289" y="145"/>
                  <a:pt x="289" y="145"/>
                  <a:pt x="289" y="145"/>
                </a:cubicBezTo>
                <a:cubicBezTo>
                  <a:pt x="64" y="145"/>
                  <a:pt x="64" y="145"/>
                  <a:pt x="64" y="145"/>
                </a:cubicBezTo>
                <a:lnTo>
                  <a:pt x="64" y="113"/>
                </a:lnTo>
                <a:close/>
                <a:moveTo>
                  <a:pt x="337" y="193"/>
                </a:moveTo>
                <a:cubicBezTo>
                  <a:pt x="16" y="193"/>
                  <a:pt x="16" y="193"/>
                  <a:pt x="16" y="193"/>
                </a:cubicBezTo>
                <a:cubicBezTo>
                  <a:pt x="7" y="193"/>
                  <a:pt x="0" y="200"/>
                  <a:pt x="0" y="209"/>
                </a:cubicBezTo>
                <a:cubicBezTo>
                  <a:pt x="0" y="241"/>
                  <a:pt x="0" y="241"/>
                  <a:pt x="0" y="241"/>
                </a:cubicBezTo>
                <a:cubicBezTo>
                  <a:pt x="0" y="250"/>
                  <a:pt x="7" y="257"/>
                  <a:pt x="16" y="257"/>
                </a:cubicBezTo>
                <a:cubicBezTo>
                  <a:pt x="337" y="257"/>
                  <a:pt x="337" y="257"/>
                  <a:pt x="337" y="257"/>
                </a:cubicBezTo>
                <a:cubicBezTo>
                  <a:pt x="346" y="257"/>
                  <a:pt x="353" y="250"/>
                  <a:pt x="353" y="241"/>
                </a:cubicBezTo>
                <a:cubicBezTo>
                  <a:pt x="353" y="209"/>
                  <a:pt x="353" y="209"/>
                  <a:pt x="353" y="209"/>
                </a:cubicBezTo>
                <a:cubicBezTo>
                  <a:pt x="353" y="200"/>
                  <a:pt x="346" y="193"/>
                  <a:pt x="337" y="193"/>
                </a:cubicBezTo>
                <a:moveTo>
                  <a:pt x="337" y="241"/>
                </a:moveTo>
                <a:cubicBezTo>
                  <a:pt x="16" y="241"/>
                  <a:pt x="16" y="241"/>
                  <a:pt x="16" y="241"/>
                </a:cubicBezTo>
                <a:cubicBezTo>
                  <a:pt x="16" y="209"/>
                  <a:pt x="16" y="209"/>
                  <a:pt x="16" y="209"/>
                </a:cubicBezTo>
                <a:cubicBezTo>
                  <a:pt x="337" y="209"/>
                  <a:pt x="337" y="209"/>
                  <a:pt x="337" y="209"/>
                </a:cubicBezTo>
                <a:lnTo>
                  <a:pt x="337" y="241"/>
                </a:lnTo>
                <a:close/>
                <a:moveTo>
                  <a:pt x="337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8"/>
                  <a:pt x="0" y="16"/>
                </a:cubicBezTo>
                <a:cubicBezTo>
                  <a:pt x="0" y="49"/>
                  <a:pt x="0" y="49"/>
                  <a:pt x="0" y="49"/>
                </a:cubicBezTo>
                <a:cubicBezTo>
                  <a:pt x="0" y="57"/>
                  <a:pt x="7" y="65"/>
                  <a:pt x="16" y="65"/>
                </a:cubicBezTo>
                <a:cubicBezTo>
                  <a:pt x="337" y="65"/>
                  <a:pt x="337" y="65"/>
                  <a:pt x="337" y="65"/>
                </a:cubicBezTo>
                <a:cubicBezTo>
                  <a:pt x="346" y="65"/>
                  <a:pt x="353" y="57"/>
                  <a:pt x="353" y="49"/>
                </a:cubicBezTo>
                <a:cubicBezTo>
                  <a:pt x="353" y="16"/>
                  <a:pt x="353" y="16"/>
                  <a:pt x="353" y="16"/>
                </a:cubicBezTo>
                <a:cubicBezTo>
                  <a:pt x="353" y="8"/>
                  <a:pt x="346" y="0"/>
                  <a:pt x="337" y="0"/>
                </a:cubicBezTo>
                <a:moveTo>
                  <a:pt x="337" y="49"/>
                </a:moveTo>
                <a:cubicBezTo>
                  <a:pt x="16" y="49"/>
                  <a:pt x="16" y="49"/>
                  <a:pt x="16" y="49"/>
                </a:cubicBezTo>
                <a:cubicBezTo>
                  <a:pt x="16" y="16"/>
                  <a:pt x="16" y="16"/>
                  <a:pt x="16" y="16"/>
                </a:cubicBezTo>
                <a:cubicBezTo>
                  <a:pt x="337" y="16"/>
                  <a:pt x="337" y="16"/>
                  <a:pt x="337" y="16"/>
                </a:cubicBezTo>
                <a:lnTo>
                  <a:pt x="337" y="4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7" name="Freeform 27"/>
          <p:cNvSpPr>
            <a:spLocks noEditPoints="1"/>
          </p:cNvSpPr>
          <p:nvPr/>
        </p:nvSpPr>
        <p:spPr bwMode="auto">
          <a:xfrm>
            <a:off x="3026834" y="3136900"/>
            <a:ext cx="582084" cy="584200"/>
          </a:xfrm>
          <a:custGeom>
            <a:avLst/>
            <a:gdLst>
              <a:gd name="T0" fmla="*/ 337 w 353"/>
              <a:gd name="T1" fmla="*/ 289 h 354"/>
              <a:gd name="T2" fmla="*/ 112 w 353"/>
              <a:gd name="T3" fmla="*/ 289 h 354"/>
              <a:gd name="T4" fmla="*/ 96 w 353"/>
              <a:gd name="T5" fmla="*/ 305 h 354"/>
              <a:gd name="T6" fmla="*/ 96 w 353"/>
              <a:gd name="T7" fmla="*/ 338 h 354"/>
              <a:gd name="T8" fmla="*/ 112 w 353"/>
              <a:gd name="T9" fmla="*/ 354 h 354"/>
              <a:gd name="T10" fmla="*/ 337 w 353"/>
              <a:gd name="T11" fmla="*/ 354 h 354"/>
              <a:gd name="T12" fmla="*/ 353 w 353"/>
              <a:gd name="T13" fmla="*/ 338 h 354"/>
              <a:gd name="T14" fmla="*/ 353 w 353"/>
              <a:gd name="T15" fmla="*/ 305 h 354"/>
              <a:gd name="T16" fmla="*/ 337 w 353"/>
              <a:gd name="T17" fmla="*/ 289 h 354"/>
              <a:gd name="T18" fmla="*/ 337 w 353"/>
              <a:gd name="T19" fmla="*/ 338 h 354"/>
              <a:gd name="T20" fmla="*/ 112 w 353"/>
              <a:gd name="T21" fmla="*/ 338 h 354"/>
              <a:gd name="T22" fmla="*/ 112 w 353"/>
              <a:gd name="T23" fmla="*/ 305 h 354"/>
              <a:gd name="T24" fmla="*/ 337 w 353"/>
              <a:gd name="T25" fmla="*/ 305 h 354"/>
              <a:gd name="T26" fmla="*/ 337 w 353"/>
              <a:gd name="T27" fmla="*/ 338 h 354"/>
              <a:gd name="T28" fmla="*/ 337 w 353"/>
              <a:gd name="T29" fmla="*/ 97 h 354"/>
              <a:gd name="T30" fmla="*/ 112 w 353"/>
              <a:gd name="T31" fmla="*/ 97 h 354"/>
              <a:gd name="T32" fmla="*/ 96 w 353"/>
              <a:gd name="T33" fmla="*/ 113 h 354"/>
              <a:gd name="T34" fmla="*/ 96 w 353"/>
              <a:gd name="T35" fmla="*/ 145 h 354"/>
              <a:gd name="T36" fmla="*/ 112 w 353"/>
              <a:gd name="T37" fmla="*/ 161 h 354"/>
              <a:gd name="T38" fmla="*/ 337 w 353"/>
              <a:gd name="T39" fmla="*/ 161 h 354"/>
              <a:gd name="T40" fmla="*/ 353 w 353"/>
              <a:gd name="T41" fmla="*/ 145 h 354"/>
              <a:gd name="T42" fmla="*/ 353 w 353"/>
              <a:gd name="T43" fmla="*/ 113 h 354"/>
              <a:gd name="T44" fmla="*/ 337 w 353"/>
              <a:gd name="T45" fmla="*/ 97 h 354"/>
              <a:gd name="T46" fmla="*/ 337 w 353"/>
              <a:gd name="T47" fmla="*/ 145 h 354"/>
              <a:gd name="T48" fmla="*/ 112 w 353"/>
              <a:gd name="T49" fmla="*/ 145 h 354"/>
              <a:gd name="T50" fmla="*/ 112 w 353"/>
              <a:gd name="T51" fmla="*/ 113 h 354"/>
              <a:gd name="T52" fmla="*/ 337 w 353"/>
              <a:gd name="T53" fmla="*/ 113 h 354"/>
              <a:gd name="T54" fmla="*/ 337 w 353"/>
              <a:gd name="T55" fmla="*/ 145 h 354"/>
              <a:gd name="T56" fmla="*/ 337 w 353"/>
              <a:gd name="T57" fmla="*/ 193 h 354"/>
              <a:gd name="T58" fmla="*/ 16 w 353"/>
              <a:gd name="T59" fmla="*/ 193 h 354"/>
              <a:gd name="T60" fmla="*/ 0 w 353"/>
              <a:gd name="T61" fmla="*/ 209 h 354"/>
              <a:gd name="T62" fmla="*/ 0 w 353"/>
              <a:gd name="T63" fmla="*/ 241 h 354"/>
              <a:gd name="T64" fmla="*/ 16 w 353"/>
              <a:gd name="T65" fmla="*/ 257 h 354"/>
              <a:gd name="T66" fmla="*/ 337 w 353"/>
              <a:gd name="T67" fmla="*/ 257 h 354"/>
              <a:gd name="T68" fmla="*/ 353 w 353"/>
              <a:gd name="T69" fmla="*/ 241 h 354"/>
              <a:gd name="T70" fmla="*/ 353 w 353"/>
              <a:gd name="T71" fmla="*/ 209 h 354"/>
              <a:gd name="T72" fmla="*/ 337 w 353"/>
              <a:gd name="T73" fmla="*/ 193 h 354"/>
              <a:gd name="T74" fmla="*/ 337 w 353"/>
              <a:gd name="T75" fmla="*/ 241 h 354"/>
              <a:gd name="T76" fmla="*/ 16 w 353"/>
              <a:gd name="T77" fmla="*/ 241 h 354"/>
              <a:gd name="T78" fmla="*/ 16 w 353"/>
              <a:gd name="T79" fmla="*/ 209 h 354"/>
              <a:gd name="T80" fmla="*/ 337 w 353"/>
              <a:gd name="T81" fmla="*/ 209 h 354"/>
              <a:gd name="T82" fmla="*/ 337 w 353"/>
              <a:gd name="T83" fmla="*/ 241 h 354"/>
              <a:gd name="T84" fmla="*/ 337 w 353"/>
              <a:gd name="T85" fmla="*/ 0 h 354"/>
              <a:gd name="T86" fmla="*/ 16 w 353"/>
              <a:gd name="T87" fmla="*/ 0 h 354"/>
              <a:gd name="T88" fmla="*/ 0 w 353"/>
              <a:gd name="T89" fmla="*/ 16 h 354"/>
              <a:gd name="T90" fmla="*/ 0 w 353"/>
              <a:gd name="T91" fmla="*/ 49 h 354"/>
              <a:gd name="T92" fmla="*/ 16 w 353"/>
              <a:gd name="T93" fmla="*/ 65 h 354"/>
              <a:gd name="T94" fmla="*/ 337 w 353"/>
              <a:gd name="T95" fmla="*/ 65 h 354"/>
              <a:gd name="T96" fmla="*/ 353 w 353"/>
              <a:gd name="T97" fmla="*/ 49 h 354"/>
              <a:gd name="T98" fmla="*/ 353 w 353"/>
              <a:gd name="T99" fmla="*/ 16 h 354"/>
              <a:gd name="T100" fmla="*/ 337 w 353"/>
              <a:gd name="T101" fmla="*/ 0 h 354"/>
              <a:gd name="T102" fmla="*/ 337 w 353"/>
              <a:gd name="T103" fmla="*/ 49 h 354"/>
              <a:gd name="T104" fmla="*/ 16 w 353"/>
              <a:gd name="T105" fmla="*/ 49 h 354"/>
              <a:gd name="T106" fmla="*/ 16 w 353"/>
              <a:gd name="T107" fmla="*/ 16 h 354"/>
              <a:gd name="T108" fmla="*/ 337 w 353"/>
              <a:gd name="T109" fmla="*/ 16 h 354"/>
              <a:gd name="T110" fmla="*/ 337 w 353"/>
              <a:gd name="T111" fmla="*/ 49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353" h="354">
                <a:moveTo>
                  <a:pt x="337" y="289"/>
                </a:moveTo>
                <a:cubicBezTo>
                  <a:pt x="112" y="289"/>
                  <a:pt x="112" y="289"/>
                  <a:pt x="112" y="289"/>
                </a:cubicBezTo>
                <a:cubicBezTo>
                  <a:pt x="103" y="289"/>
                  <a:pt x="96" y="297"/>
                  <a:pt x="96" y="305"/>
                </a:cubicBezTo>
                <a:cubicBezTo>
                  <a:pt x="96" y="338"/>
                  <a:pt x="96" y="338"/>
                  <a:pt x="96" y="338"/>
                </a:cubicBezTo>
                <a:cubicBezTo>
                  <a:pt x="96" y="346"/>
                  <a:pt x="103" y="354"/>
                  <a:pt x="112" y="354"/>
                </a:cubicBezTo>
                <a:cubicBezTo>
                  <a:pt x="337" y="354"/>
                  <a:pt x="337" y="354"/>
                  <a:pt x="337" y="354"/>
                </a:cubicBezTo>
                <a:cubicBezTo>
                  <a:pt x="346" y="354"/>
                  <a:pt x="353" y="346"/>
                  <a:pt x="353" y="338"/>
                </a:cubicBezTo>
                <a:cubicBezTo>
                  <a:pt x="353" y="305"/>
                  <a:pt x="353" y="305"/>
                  <a:pt x="353" y="305"/>
                </a:cubicBezTo>
                <a:cubicBezTo>
                  <a:pt x="353" y="297"/>
                  <a:pt x="346" y="289"/>
                  <a:pt x="337" y="289"/>
                </a:cubicBezTo>
                <a:moveTo>
                  <a:pt x="337" y="338"/>
                </a:moveTo>
                <a:cubicBezTo>
                  <a:pt x="112" y="338"/>
                  <a:pt x="112" y="338"/>
                  <a:pt x="112" y="338"/>
                </a:cubicBezTo>
                <a:cubicBezTo>
                  <a:pt x="112" y="305"/>
                  <a:pt x="112" y="305"/>
                  <a:pt x="112" y="305"/>
                </a:cubicBezTo>
                <a:cubicBezTo>
                  <a:pt x="337" y="305"/>
                  <a:pt x="337" y="305"/>
                  <a:pt x="337" y="305"/>
                </a:cubicBezTo>
                <a:lnTo>
                  <a:pt x="337" y="338"/>
                </a:lnTo>
                <a:close/>
                <a:moveTo>
                  <a:pt x="337" y="97"/>
                </a:moveTo>
                <a:cubicBezTo>
                  <a:pt x="112" y="97"/>
                  <a:pt x="112" y="97"/>
                  <a:pt x="112" y="97"/>
                </a:cubicBezTo>
                <a:cubicBezTo>
                  <a:pt x="103" y="97"/>
                  <a:pt x="96" y="104"/>
                  <a:pt x="96" y="113"/>
                </a:cubicBezTo>
                <a:cubicBezTo>
                  <a:pt x="96" y="145"/>
                  <a:pt x="96" y="145"/>
                  <a:pt x="96" y="145"/>
                </a:cubicBezTo>
                <a:cubicBezTo>
                  <a:pt x="96" y="154"/>
                  <a:pt x="103" y="161"/>
                  <a:pt x="112" y="161"/>
                </a:cubicBezTo>
                <a:cubicBezTo>
                  <a:pt x="337" y="161"/>
                  <a:pt x="337" y="161"/>
                  <a:pt x="337" y="161"/>
                </a:cubicBezTo>
                <a:cubicBezTo>
                  <a:pt x="346" y="161"/>
                  <a:pt x="353" y="154"/>
                  <a:pt x="353" y="145"/>
                </a:cubicBezTo>
                <a:cubicBezTo>
                  <a:pt x="353" y="113"/>
                  <a:pt x="353" y="113"/>
                  <a:pt x="353" y="113"/>
                </a:cubicBezTo>
                <a:cubicBezTo>
                  <a:pt x="353" y="104"/>
                  <a:pt x="346" y="97"/>
                  <a:pt x="337" y="97"/>
                </a:cubicBezTo>
                <a:moveTo>
                  <a:pt x="337" y="145"/>
                </a:moveTo>
                <a:cubicBezTo>
                  <a:pt x="112" y="145"/>
                  <a:pt x="112" y="145"/>
                  <a:pt x="112" y="145"/>
                </a:cubicBezTo>
                <a:cubicBezTo>
                  <a:pt x="112" y="113"/>
                  <a:pt x="112" y="113"/>
                  <a:pt x="112" y="113"/>
                </a:cubicBezTo>
                <a:cubicBezTo>
                  <a:pt x="337" y="113"/>
                  <a:pt x="337" y="113"/>
                  <a:pt x="337" y="113"/>
                </a:cubicBezTo>
                <a:lnTo>
                  <a:pt x="337" y="145"/>
                </a:lnTo>
                <a:close/>
                <a:moveTo>
                  <a:pt x="337" y="193"/>
                </a:moveTo>
                <a:cubicBezTo>
                  <a:pt x="16" y="193"/>
                  <a:pt x="16" y="193"/>
                  <a:pt x="16" y="193"/>
                </a:cubicBezTo>
                <a:cubicBezTo>
                  <a:pt x="7" y="193"/>
                  <a:pt x="0" y="200"/>
                  <a:pt x="0" y="209"/>
                </a:cubicBezTo>
                <a:cubicBezTo>
                  <a:pt x="0" y="241"/>
                  <a:pt x="0" y="241"/>
                  <a:pt x="0" y="241"/>
                </a:cubicBezTo>
                <a:cubicBezTo>
                  <a:pt x="0" y="250"/>
                  <a:pt x="7" y="257"/>
                  <a:pt x="16" y="257"/>
                </a:cubicBezTo>
                <a:cubicBezTo>
                  <a:pt x="337" y="257"/>
                  <a:pt x="337" y="257"/>
                  <a:pt x="337" y="257"/>
                </a:cubicBezTo>
                <a:cubicBezTo>
                  <a:pt x="346" y="257"/>
                  <a:pt x="353" y="250"/>
                  <a:pt x="353" y="241"/>
                </a:cubicBezTo>
                <a:cubicBezTo>
                  <a:pt x="353" y="209"/>
                  <a:pt x="353" y="209"/>
                  <a:pt x="353" y="209"/>
                </a:cubicBezTo>
                <a:cubicBezTo>
                  <a:pt x="353" y="200"/>
                  <a:pt x="346" y="193"/>
                  <a:pt x="337" y="193"/>
                </a:cubicBezTo>
                <a:moveTo>
                  <a:pt x="337" y="241"/>
                </a:moveTo>
                <a:cubicBezTo>
                  <a:pt x="16" y="241"/>
                  <a:pt x="16" y="241"/>
                  <a:pt x="16" y="241"/>
                </a:cubicBezTo>
                <a:cubicBezTo>
                  <a:pt x="16" y="209"/>
                  <a:pt x="16" y="209"/>
                  <a:pt x="16" y="209"/>
                </a:cubicBezTo>
                <a:cubicBezTo>
                  <a:pt x="337" y="209"/>
                  <a:pt x="337" y="209"/>
                  <a:pt x="337" y="209"/>
                </a:cubicBezTo>
                <a:lnTo>
                  <a:pt x="337" y="241"/>
                </a:lnTo>
                <a:close/>
                <a:moveTo>
                  <a:pt x="337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8"/>
                  <a:pt x="0" y="16"/>
                </a:cubicBezTo>
                <a:cubicBezTo>
                  <a:pt x="0" y="49"/>
                  <a:pt x="0" y="49"/>
                  <a:pt x="0" y="49"/>
                </a:cubicBezTo>
                <a:cubicBezTo>
                  <a:pt x="0" y="57"/>
                  <a:pt x="7" y="65"/>
                  <a:pt x="16" y="65"/>
                </a:cubicBezTo>
                <a:cubicBezTo>
                  <a:pt x="337" y="65"/>
                  <a:pt x="337" y="65"/>
                  <a:pt x="337" y="65"/>
                </a:cubicBezTo>
                <a:cubicBezTo>
                  <a:pt x="346" y="65"/>
                  <a:pt x="353" y="57"/>
                  <a:pt x="353" y="49"/>
                </a:cubicBezTo>
                <a:cubicBezTo>
                  <a:pt x="353" y="16"/>
                  <a:pt x="353" y="16"/>
                  <a:pt x="353" y="16"/>
                </a:cubicBezTo>
                <a:cubicBezTo>
                  <a:pt x="353" y="8"/>
                  <a:pt x="346" y="0"/>
                  <a:pt x="337" y="0"/>
                </a:cubicBezTo>
                <a:moveTo>
                  <a:pt x="337" y="49"/>
                </a:moveTo>
                <a:cubicBezTo>
                  <a:pt x="16" y="49"/>
                  <a:pt x="16" y="49"/>
                  <a:pt x="16" y="49"/>
                </a:cubicBezTo>
                <a:cubicBezTo>
                  <a:pt x="16" y="16"/>
                  <a:pt x="16" y="16"/>
                  <a:pt x="16" y="16"/>
                </a:cubicBezTo>
                <a:cubicBezTo>
                  <a:pt x="337" y="16"/>
                  <a:pt x="337" y="16"/>
                  <a:pt x="337" y="16"/>
                </a:cubicBezTo>
                <a:lnTo>
                  <a:pt x="337" y="4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8" name="Freeform 28"/>
          <p:cNvSpPr>
            <a:spLocks noEditPoints="1"/>
          </p:cNvSpPr>
          <p:nvPr/>
        </p:nvSpPr>
        <p:spPr bwMode="auto">
          <a:xfrm>
            <a:off x="4138085" y="3136900"/>
            <a:ext cx="582084" cy="584200"/>
          </a:xfrm>
          <a:custGeom>
            <a:avLst/>
            <a:gdLst>
              <a:gd name="T0" fmla="*/ 337 w 353"/>
              <a:gd name="T1" fmla="*/ 289 h 354"/>
              <a:gd name="T2" fmla="*/ 16 w 353"/>
              <a:gd name="T3" fmla="*/ 289 h 354"/>
              <a:gd name="T4" fmla="*/ 0 w 353"/>
              <a:gd name="T5" fmla="*/ 305 h 354"/>
              <a:gd name="T6" fmla="*/ 0 w 353"/>
              <a:gd name="T7" fmla="*/ 338 h 354"/>
              <a:gd name="T8" fmla="*/ 16 w 353"/>
              <a:gd name="T9" fmla="*/ 354 h 354"/>
              <a:gd name="T10" fmla="*/ 337 w 353"/>
              <a:gd name="T11" fmla="*/ 354 h 354"/>
              <a:gd name="T12" fmla="*/ 353 w 353"/>
              <a:gd name="T13" fmla="*/ 338 h 354"/>
              <a:gd name="T14" fmla="*/ 353 w 353"/>
              <a:gd name="T15" fmla="*/ 305 h 354"/>
              <a:gd name="T16" fmla="*/ 337 w 353"/>
              <a:gd name="T17" fmla="*/ 289 h 354"/>
              <a:gd name="T18" fmla="*/ 337 w 353"/>
              <a:gd name="T19" fmla="*/ 338 h 354"/>
              <a:gd name="T20" fmla="*/ 16 w 353"/>
              <a:gd name="T21" fmla="*/ 338 h 354"/>
              <a:gd name="T22" fmla="*/ 16 w 353"/>
              <a:gd name="T23" fmla="*/ 305 h 354"/>
              <a:gd name="T24" fmla="*/ 337 w 353"/>
              <a:gd name="T25" fmla="*/ 305 h 354"/>
              <a:gd name="T26" fmla="*/ 337 w 353"/>
              <a:gd name="T27" fmla="*/ 338 h 354"/>
              <a:gd name="T28" fmla="*/ 337 w 353"/>
              <a:gd name="T29" fmla="*/ 0 h 354"/>
              <a:gd name="T30" fmla="*/ 16 w 353"/>
              <a:gd name="T31" fmla="*/ 0 h 354"/>
              <a:gd name="T32" fmla="*/ 0 w 353"/>
              <a:gd name="T33" fmla="*/ 16 h 354"/>
              <a:gd name="T34" fmla="*/ 0 w 353"/>
              <a:gd name="T35" fmla="*/ 49 h 354"/>
              <a:gd name="T36" fmla="*/ 16 w 353"/>
              <a:gd name="T37" fmla="*/ 65 h 354"/>
              <a:gd name="T38" fmla="*/ 337 w 353"/>
              <a:gd name="T39" fmla="*/ 65 h 354"/>
              <a:gd name="T40" fmla="*/ 353 w 353"/>
              <a:gd name="T41" fmla="*/ 49 h 354"/>
              <a:gd name="T42" fmla="*/ 353 w 353"/>
              <a:gd name="T43" fmla="*/ 16 h 354"/>
              <a:gd name="T44" fmla="*/ 337 w 353"/>
              <a:gd name="T45" fmla="*/ 0 h 354"/>
              <a:gd name="T46" fmla="*/ 337 w 353"/>
              <a:gd name="T47" fmla="*/ 49 h 354"/>
              <a:gd name="T48" fmla="*/ 16 w 353"/>
              <a:gd name="T49" fmla="*/ 49 h 354"/>
              <a:gd name="T50" fmla="*/ 16 w 353"/>
              <a:gd name="T51" fmla="*/ 16 h 354"/>
              <a:gd name="T52" fmla="*/ 337 w 353"/>
              <a:gd name="T53" fmla="*/ 16 h 354"/>
              <a:gd name="T54" fmla="*/ 337 w 353"/>
              <a:gd name="T55" fmla="*/ 49 h 354"/>
              <a:gd name="T56" fmla="*/ 337 w 353"/>
              <a:gd name="T57" fmla="*/ 97 h 354"/>
              <a:gd name="T58" fmla="*/ 16 w 353"/>
              <a:gd name="T59" fmla="*/ 97 h 354"/>
              <a:gd name="T60" fmla="*/ 0 w 353"/>
              <a:gd name="T61" fmla="*/ 113 h 354"/>
              <a:gd name="T62" fmla="*/ 0 w 353"/>
              <a:gd name="T63" fmla="*/ 145 h 354"/>
              <a:gd name="T64" fmla="*/ 16 w 353"/>
              <a:gd name="T65" fmla="*/ 161 h 354"/>
              <a:gd name="T66" fmla="*/ 337 w 353"/>
              <a:gd name="T67" fmla="*/ 161 h 354"/>
              <a:gd name="T68" fmla="*/ 353 w 353"/>
              <a:gd name="T69" fmla="*/ 145 h 354"/>
              <a:gd name="T70" fmla="*/ 353 w 353"/>
              <a:gd name="T71" fmla="*/ 113 h 354"/>
              <a:gd name="T72" fmla="*/ 337 w 353"/>
              <a:gd name="T73" fmla="*/ 97 h 354"/>
              <a:gd name="T74" fmla="*/ 337 w 353"/>
              <a:gd name="T75" fmla="*/ 145 h 354"/>
              <a:gd name="T76" fmla="*/ 16 w 353"/>
              <a:gd name="T77" fmla="*/ 145 h 354"/>
              <a:gd name="T78" fmla="*/ 16 w 353"/>
              <a:gd name="T79" fmla="*/ 113 h 354"/>
              <a:gd name="T80" fmla="*/ 337 w 353"/>
              <a:gd name="T81" fmla="*/ 113 h 354"/>
              <a:gd name="T82" fmla="*/ 337 w 353"/>
              <a:gd name="T83" fmla="*/ 145 h 354"/>
              <a:gd name="T84" fmla="*/ 337 w 353"/>
              <a:gd name="T85" fmla="*/ 193 h 354"/>
              <a:gd name="T86" fmla="*/ 16 w 353"/>
              <a:gd name="T87" fmla="*/ 193 h 354"/>
              <a:gd name="T88" fmla="*/ 0 w 353"/>
              <a:gd name="T89" fmla="*/ 209 h 354"/>
              <a:gd name="T90" fmla="*/ 0 w 353"/>
              <a:gd name="T91" fmla="*/ 241 h 354"/>
              <a:gd name="T92" fmla="*/ 16 w 353"/>
              <a:gd name="T93" fmla="*/ 257 h 354"/>
              <a:gd name="T94" fmla="*/ 337 w 353"/>
              <a:gd name="T95" fmla="*/ 257 h 354"/>
              <a:gd name="T96" fmla="*/ 353 w 353"/>
              <a:gd name="T97" fmla="*/ 241 h 354"/>
              <a:gd name="T98" fmla="*/ 353 w 353"/>
              <a:gd name="T99" fmla="*/ 209 h 354"/>
              <a:gd name="T100" fmla="*/ 337 w 353"/>
              <a:gd name="T101" fmla="*/ 193 h 354"/>
              <a:gd name="T102" fmla="*/ 337 w 353"/>
              <a:gd name="T103" fmla="*/ 241 h 354"/>
              <a:gd name="T104" fmla="*/ 16 w 353"/>
              <a:gd name="T105" fmla="*/ 241 h 354"/>
              <a:gd name="T106" fmla="*/ 16 w 353"/>
              <a:gd name="T107" fmla="*/ 209 h 354"/>
              <a:gd name="T108" fmla="*/ 337 w 353"/>
              <a:gd name="T109" fmla="*/ 209 h 354"/>
              <a:gd name="T110" fmla="*/ 337 w 353"/>
              <a:gd name="T111" fmla="*/ 241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353" h="354">
                <a:moveTo>
                  <a:pt x="337" y="289"/>
                </a:moveTo>
                <a:cubicBezTo>
                  <a:pt x="16" y="289"/>
                  <a:pt x="16" y="289"/>
                  <a:pt x="16" y="289"/>
                </a:cubicBezTo>
                <a:cubicBezTo>
                  <a:pt x="7" y="289"/>
                  <a:pt x="0" y="297"/>
                  <a:pt x="0" y="305"/>
                </a:cubicBezTo>
                <a:cubicBezTo>
                  <a:pt x="0" y="338"/>
                  <a:pt x="0" y="338"/>
                  <a:pt x="0" y="338"/>
                </a:cubicBezTo>
                <a:cubicBezTo>
                  <a:pt x="0" y="346"/>
                  <a:pt x="7" y="354"/>
                  <a:pt x="16" y="354"/>
                </a:cubicBezTo>
                <a:cubicBezTo>
                  <a:pt x="337" y="354"/>
                  <a:pt x="337" y="354"/>
                  <a:pt x="337" y="354"/>
                </a:cubicBezTo>
                <a:cubicBezTo>
                  <a:pt x="346" y="354"/>
                  <a:pt x="353" y="346"/>
                  <a:pt x="353" y="338"/>
                </a:cubicBezTo>
                <a:cubicBezTo>
                  <a:pt x="353" y="305"/>
                  <a:pt x="353" y="305"/>
                  <a:pt x="353" y="305"/>
                </a:cubicBezTo>
                <a:cubicBezTo>
                  <a:pt x="353" y="297"/>
                  <a:pt x="346" y="289"/>
                  <a:pt x="337" y="289"/>
                </a:cubicBezTo>
                <a:moveTo>
                  <a:pt x="337" y="338"/>
                </a:moveTo>
                <a:cubicBezTo>
                  <a:pt x="16" y="338"/>
                  <a:pt x="16" y="338"/>
                  <a:pt x="16" y="338"/>
                </a:cubicBezTo>
                <a:cubicBezTo>
                  <a:pt x="16" y="305"/>
                  <a:pt x="16" y="305"/>
                  <a:pt x="16" y="305"/>
                </a:cubicBezTo>
                <a:cubicBezTo>
                  <a:pt x="337" y="305"/>
                  <a:pt x="337" y="305"/>
                  <a:pt x="337" y="305"/>
                </a:cubicBezTo>
                <a:lnTo>
                  <a:pt x="337" y="338"/>
                </a:lnTo>
                <a:close/>
                <a:moveTo>
                  <a:pt x="337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8"/>
                  <a:pt x="0" y="16"/>
                </a:cubicBezTo>
                <a:cubicBezTo>
                  <a:pt x="0" y="49"/>
                  <a:pt x="0" y="49"/>
                  <a:pt x="0" y="49"/>
                </a:cubicBezTo>
                <a:cubicBezTo>
                  <a:pt x="0" y="57"/>
                  <a:pt x="7" y="65"/>
                  <a:pt x="16" y="65"/>
                </a:cubicBezTo>
                <a:cubicBezTo>
                  <a:pt x="337" y="65"/>
                  <a:pt x="337" y="65"/>
                  <a:pt x="337" y="65"/>
                </a:cubicBezTo>
                <a:cubicBezTo>
                  <a:pt x="346" y="65"/>
                  <a:pt x="353" y="57"/>
                  <a:pt x="353" y="49"/>
                </a:cubicBezTo>
                <a:cubicBezTo>
                  <a:pt x="353" y="16"/>
                  <a:pt x="353" y="16"/>
                  <a:pt x="353" y="16"/>
                </a:cubicBezTo>
                <a:cubicBezTo>
                  <a:pt x="353" y="8"/>
                  <a:pt x="346" y="0"/>
                  <a:pt x="337" y="0"/>
                </a:cubicBezTo>
                <a:moveTo>
                  <a:pt x="337" y="49"/>
                </a:moveTo>
                <a:cubicBezTo>
                  <a:pt x="16" y="49"/>
                  <a:pt x="16" y="49"/>
                  <a:pt x="16" y="49"/>
                </a:cubicBezTo>
                <a:cubicBezTo>
                  <a:pt x="16" y="16"/>
                  <a:pt x="16" y="16"/>
                  <a:pt x="16" y="16"/>
                </a:cubicBezTo>
                <a:cubicBezTo>
                  <a:pt x="337" y="16"/>
                  <a:pt x="337" y="16"/>
                  <a:pt x="337" y="16"/>
                </a:cubicBezTo>
                <a:lnTo>
                  <a:pt x="337" y="49"/>
                </a:lnTo>
                <a:close/>
                <a:moveTo>
                  <a:pt x="337" y="97"/>
                </a:moveTo>
                <a:cubicBezTo>
                  <a:pt x="16" y="97"/>
                  <a:pt x="16" y="97"/>
                  <a:pt x="16" y="97"/>
                </a:cubicBezTo>
                <a:cubicBezTo>
                  <a:pt x="7" y="97"/>
                  <a:pt x="0" y="104"/>
                  <a:pt x="0" y="113"/>
                </a:cubicBezTo>
                <a:cubicBezTo>
                  <a:pt x="0" y="145"/>
                  <a:pt x="0" y="145"/>
                  <a:pt x="0" y="145"/>
                </a:cubicBezTo>
                <a:cubicBezTo>
                  <a:pt x="0" y="154"/>
                  <a:pt x="7" y="161"/>
                  <a:pt x="16" y="161"/>
                </a:cubicBezTo>
                <a:cubicBezTo>
                  <a:pt x="337" y="161"/>
                  <a:pt x="337" y="161"/>
                  <a:pt x="337" y="161"/>
                </a:cubicBezTo>
                <a:cubicBezTo>
                  <a:pt x="346" y="161"/>
                  <a:pt x="353" y="154"/>
                  <a:pt x="353" y="145"/>
                </a:cubicBezTo>
                <a:cubicBezTo>
                  <a:pt x="353" y="113"/>
                  <a:pt x="353" y="113"/>
                  <a:pt x="353" y="113"/>
                </a:cubicBezTo>
                <a:cubicBezTo>
                  <a:pt x="353" y="104"/>
                  <a:pt x="346" y="97"/>
                  <a:pt x="337" y="97"/>
                </a:cubicBezTo>
                <a:moveTo>
                  <a:pt x="337" y="145"/>
                </a:moveTo>
                <a:cubicBezTo>
                  <a:pt x="16" y="145"/>
                  <a:pt x="16" y="145"/>
                  <a:pt x="16" y="145"/>
                </a:cubicBezTo>
                <a:cubicBezTo>
                  <a:pt x="16" y="113"/>
                  <a:pt x="16" y="113"/>
                  <a:pt x="16" y="113"/>
                </a:cubicBezTo>
                <a:cubicBezTo>
                  <a:pt x="337" y="113"/>
                  <a:pt x="337" y="113"/>
                  <a:pt x="337" y="113"/>
                </a:cubicBezTo>
                <a:lnTo>
                  <a:pt x="337" y="145"/>
                </a:lnTo>
                <a:close/>
                <a:moveTo>
                  <a:pt x="337" y="193"/>
                </a:moveTo>
                <a:cubicBezTo>
                  <a:pt x="16" y="193"/>
                  <a:pt x="16" y="193"/>
                  <a:pt x="16" y="193"/>
                </a:cubicBezTo>
                <a:cubicBezTo>
                  <a:pt x="7" y="193"/>
                  <a:pt x="0" y="200"/>
                  <a:pt x="0" y="209"/>
                </a:cubicBezTo>
                <a:cubicBezTo>
                  <a:pt x="0" y="241"/>
                  <a:pt x="0" y="241"/>
                  <a:pt x="0" y="241"/>
                </a:cubicBezTo>
                <a:cubicBezTo>
                  <a:pt x="0" y="250"/>
                  <a:pt x="7" y="257"/>
                  <a:pt x="16" y="257"/>
                </a:cubicBezTo>
                <a:cubicBezTo>
                  <a:pt x="337" y="257"/>
                  <a:pt x="337" y="257"/>
                  <a:pt x="337" y="257"/>
                </a:cubicBezTo>
                <a:cubicBezTo>
                  <a:pt x="346" y="257"/>
                  <a:pt x="353" y="250"/>
                  <a:pt x="353" y="241"/>
                </a:cubicBezTo>
                <a:cubicBezTo>
                  <a:pt x="353" y="209"/>
                  <a:pt x="353" y="209"/>
                  <a:pt x="353" y="209"/>
                </a:cubicBezTo>
                <a:cubicBezTo>
                  <a:pt x="353" y="200"/>
                  <a:pt x="346" y="193"/>
                  <a:pt x="337" y="193"/>
                </a:cubicBezTo>
                <a:moveTo>
                  <a:pt x="337" y="241"/>
                </a:moveTo>
                <a:cubicBezTo>
                  <a:pt x="16" y="241"/>
                  <a:pt x="16" y="241"/>
                  <a:pt x="16" y="241"/>
                </a:cubicBezTo>
                <a:cubicBezTo>
                  <a:pt x="16" y="209"/>
                  <a:pt x="16" y="209"/>
                  <a:pt x="16" y="209"/>
                </a:cubicBezTo>
                <a:cubicBezTo>
                  <a:pt x="337" y="209"/>
                  <a:pt x="337" y="209"/>
                  <a:pt x="337" y="209"/>
                </a:cubicBezTo>
                <a:lnTo>
                  <a:pt x="337" y="24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9" name="Freeform 29"/>
          <p:cNvSpPr>
            <a:spLocks noEditPoints="1"/>
          </p:cNvSpPr>
          <p:nvPr/>
        </p:nvSpPr>
        <p:spPr bwMode="auto">
          <a:xfrm>
            <a:off x="5249334" y="3136900"/>
            <a:ext cx="582084" cy="584200"/>
          </a:xfrm>
          <a:custGeom>
            <a:avLst/>
            <a:gdLst>
              <a:gd name="T0" fmla="*/ 345 w 353"/>
              <a:gd name="T1" fmla="*/ 209 h 354"/>
              <a:gd name="T2" fmla="*/ 185 w 353"/>
              <a:gd name="T3" fmla="*/ 209 h 354"/>
              <a:gd name="T4" fmla="*/ 193 w 353"/>
              <a:gd name="T5" fmla="*/ 201 h 354"/>
              <a:gd name="T6" fmla="*/ 185 w 353"/>
              <a:gd name="T7" fmla="*/ 193 h 354"/>
              <a:gd name="T8" fmla="*/ 177 w 353"/>
              <a:gd name="T9" fmla="*/ 193 h 354"/>
              <a:gd name="T10" fmla="*/ 177 w 353"/>
              <a:gd name="T11" fmla="*/ 145 h 354"/>
              <a:gd name="T12" fmla="*/ 161 w 353"/>
              <a:gd name="T13" fmla="*/ 129 h 354"/>
              <a:gd name="T14" fmla="*/ 81 w 353"/>
              <a:gd name="T15" fmla="*/ 129 h 354"/>
              <a:gd name="T16" fmla="*/ 64 w 353"/>
              <a:gd name="T17" fmla="*/ 145 h 354"/>
              <a:gd name="T18" fmla="*/ 64 w 353"/>
              <a:gd name="T19" fmla="*/ 193 h 354"/>
              <a:gd name="T20" fmla="*/ 56 w 353"/>
              <a:gd name="T21" fmla="*/ 193 h 354"/>
              <a:gd name="T22" fmla="*/ 48 w 353"/>
              <a:gd name="T23" fmla="*/ 201 h 354"/>
              <a:gd name="T24" fmla="*/ 56 w 353"/>
              <a:gd name="T25" fmla="*/ 209 h 354"/>
              <a:gd name="T26" fmla="*/ 8 w 353"/>
              <a:gd name="T27" fmla="*/ 209 h 354"/>
              <a:gd name="T28" fmla="*/ 0 w 353"/>
              <a:gd name="T29" fmla="*/ 217 h 354"/>
              <a:gd name="T30" fmla="*/ 8 w 353"/>
              <a:gd name="T31" fmla="*/ 225 h 354"/>
              <a:gd name="T32" fmla="*/ 48 w 353"/>
              <a:gd name="T33" fmla="*/ 225 h 354"/>
              <a:gd name="T34" fmla="*/ 48 w 353"/>
              <a:gd name="T35" fmla="*/ 346 h 354"/>
              <a:gd name="T36" fmla="*/ 56 w 353"/>
              <a:gd name="T37" fmla="*/ 354 h 354"/>
              <a:gd name="T38" fmla="*/ 64 w 353"/>
              <a:gd name="T39" fmla="*/ 346 h 354"/>
              <a:gd name="T40" fmla="*/ 64 w 353"/>
              <a:gd name="T41" fmla="*/ 225 h 354"/>
              <a:gd name="T42" fmla="*/ 289 w 353"/>
              <a:gd name="T43" fmla="*/ 225 h 354"/>
              <a:gd name="T44" fmla="*/ 289 w 353"/>
              <a:gd name="T45" fmla="*/ 346 h 354"/>
              <a:gd name="T46" fmla="*/ 297 w 353"/>
              <a:gd name="T47" fmla="*/ 354 h 354"/>
              <a:gd name="T48" fmla="*/ 305 w 353"/>
              <a:gd name="T49" fmla="*/ 346 h 354"/>
              <a:gd name="T50" fmla="*/ 305 w 353"/>
              <a:gd name="T51" fmla="*/ 225 h 354"/>
              <a:gd name="T52" fmla="*/ 345 w 353"/>
              <a:gd name="T53" fmla="*/ 225 h 354"/>
              <a:gd name="T54" fmla="*/ 353 w 353"/>
              <a:gd name="T55" fmla="*/ 217 h 354"/>
              <a:gd name="T56" fmla="*/ 345 w 353"/>
              <a:gd name="T57" fmla="*/ 209 h 354"/>
              <a:gd name="T58" fmla="*/ 161 w 353"/>
              <a:gd name="T59" fmla="*/ 193 h 354"/>
              <a:gd name="T60" fmla="*/ 81 w 353"/>
              <a:gd name="T61" fmla="*/ 193 h 354"/>
              <a:gd name="T62" fmla="*/ 81 w 353"/>
              <a:gd name="T63" fmla="*/ 145 h 354"/>
              <a:gd name="T64" fmla="*/ 161 w 353"/>
              <a:gd name="T65" fmla="*/ 145 h 354"/>
              <a:gd name="T66" fmla="*/ 161 w 353"/>
              <a:gd name="T67" fmla="*/ 193 h 354"/>
              <a:gd name="T68" fmla="*/ 297 w 353"/>
              <a:gd name="T69" fmla="*/ 65 h 354"/>
              <a:gd name="T70" fmla="*/ 305 w 353"/>
              <a:gd name="T71" fmla="*/ 65 h 354"/>
              <a:gd name="T72" fmla="*/ 313 w 353"/>
              <a:gd name="T73" fmla="*/ 57 h 354"/>
              <a:gd name="T74" fmla="*/ 305 w 353"/>
              <a:gd name="T75" fmla="*/ 49 h 354"/>
              <a:gd name="T76" fmla="*/ 305 w 353"/>
              <a:gd name="T77" fmla="*/ 40 h 354"/>
              <a:gd name="T78" fmla="*/ 297 w 353"/>
              <a:gd name="T79" fmla="*/ 32 h 354"/>
              <a:gd name="T80" fmla="*/ 289 w 353"/>
              <a:gd name="T81" fmla="*/ 40 h 354"/>
              <a:gd name="T82" fmla="*/ 289 w 353"/>
              <a:gd name="T83" fmla="*/ 57 h 354"/>
              <a:gd name="T84" fmla="*/ 297 w 353"/>
              <a:gd name="T85" fmla="*/ 65 h 354"/>
              <a:gd name="T86" fmla="*/ 297 w 353"/>
              <a:gd name="T87" fmla="*/ 113 h 354"/>
              <a:gd name="T88" fmla="*/ 353 w 353"/>
              <a:gd name="T89" fmla="*/ 57 h 354"/>
              <a:gd name="T90" fmla="*/ 297 w 353"/>
              <a:gd name="T91" fmla="*/ 0 h 354"/>
              <a:gd name="T92" fmla="*/ 241 w 353"/>
              <a:gd name="T93" fmla="*/ 57 h 354"/>
              <a:gd name="T94" fmla="*/ 297 w 353"/>
              <a:gd name="T95" fmla="*/ 113 h 354"/>
              <a:gd name="T96" fmla="*/ 297 w 353"/>
              <a:gd name="T97" fmla="*/ 16 h 354"/>
              <a:gd name="T98" fmla="*/ 337 w 353"/>
              <a:gd name="T99" fmla="*/ 57 h 354"/>
              <a:gd name="T100" fmla="*/ 297 w 353"/>
              <a:gd name="T101" fmla="*/ 97 h 354"/>
              <a:gd name="T102" fmla="*/ 257 w 353"/>
              <a:gd name="T103" fmla="*/ 57 h 354"/>
              <a:gd name="T104" fmla="*/ 297 w 353"/>
              <a:gd name="T105" fmla="*/ 16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353" h="354">
                <a:moveTo>
                  <a:pt x="345" y="209"/>
                </a:moveTo>
                <a:cubicBezTo>
                  <a:pt x="185" y="209"/>
                  <a:pt x="185" y="209"/>
                  <a:pt x="185" y="209"/>
                </a:cubicBezTo>
                <a:cubicBezTo>
                  <a:pt x="189" y="209"/>
                  <a:pt x="193" y="205"/>
                  <a:pt x="193" y="201"/>
                </a:cubicBezTo>
                <a:cubicBezTo>
                  <a:pt x="193" y="197"/>
                  <a:pt x="189" y="193"/>
                  <a:pt x="185" y="193"/>
                </a:cubicBezTo>
                <a:cubicBezTo>
                  <a:pt x="177" y="193"/>
                  <a:pt x="177" y="193"/>
                  <a:pt x="177" y="193"/>
                </a:cubicBezTo>
                <a:cubicBezTo>
                  <a:pt x="177" y="145"/>
                  <a:pt x="177" y="145"/>
                  <a:pt x="177" y="145"/>
                </a:cubicBezTo>
                <a:cubicBezTo>
                  <a:pt x="177" y="136"/>
                  <a:pt x="170" y="129"/>
                  <a:pt x="161" y="129"/>
                </a:cubicBezTo>
                <a:cubicBezTo>
                  <a:pt x="81" y="129"/>
                  <a:pt x="81" y="129"/>
                  <a:pt x="81" y="129"/>
                </a:cubicBezTo>
                <a:cubicBezTo>
                  <a:pt x="72" y="129"/>
                  <a:pt x="64" y="136"/>
                  <a:pt x="64" y="145"/>
                </a:cubicBezTo>
                <a:cubicBezTo>
                  <a:pt x="64" y="193"/>
                  <a:pt x="64" y="193"/>
                  <a:pt x="64" y="193"/>
                </a:cubicBezTo>
                <a:cubicBezTo>
                  <a:pt x="56" y="193"/>
                  <a:pt x="56" y="193"/>
                  <a:pt x="56" y="193"/>
                </a:cubicBezTo>
                <a:cubicBezTo>
                  <a:pt x="52" y="193"/>
                  <a:pt x="48" y="197"/>
                  <a:pt x="48" y="201"/>
                </a:cubicBezTo>
                <a:cubicBezTo>
                  <a:pt x="48" y="205"/>
                  <a:pt x="52" y="209"/>
                  <a:pt x="56" y="209"/>
                </a:cubicBezTo>
                <a:cubicBezTo>
                  <a:pt x="8" y="209"/>
                  <a:pt x="8" y="209"/>
                  <a:pt x="8" y="209"/>
                </a:cubicBezTo>
                <a:cubicBezTo>
                  <a:pt x="4" y="209"/>
                  <a:pt x="0" y="213"/>
                  <a:pt x="0" y="217"/>
                </a:cubicBezTo>
                <a:cubicBezTo>
                  <a:pt x="0" y="222"/>
                  <a:pt x="4" y="225"/>
                  <a:pt x="8" y="225"/>
                </a:cubicBezTo>
                <a:cubicBezTo>
                  <a:pt x="48" y="225"/>
                  <a:pt x="48" y="225"/>
                  <a:pt x="48" y="225"/>
                </a:cubicBezTo>
                <a:cubicBezTo>
                  <a:pt x="48" y="346"/>
                  <a:pt x="48" y="346"/>
                  <a:pt x="48" y="346"/>
                </a:cubicBezTo>
                <a:cubicBezTo>
                  <a:pt x="48" y="350"/>
                  <a:pt x="52" y="354"/>
                  <a:pt x="56" y="354"/>
                </a:cubicBezTo>
                <a:cubicBezTo>
                  <a:pt x="61" y="354"/>
                  <a:pt x="64" y="350"/>
                  <a:pt x="64" y="346"/>
                </a:cubicBezTo>
                <a:cubicBezTo>
                  <a:pt x="64" y="225"/>
                  <a:pt x="64" y="225"/>
                  <a:pt x="64" y="225"/>
                </a:cubicBezTo>
                <a:cubicBezTo>
                  <a:pt x="289" y="225"/>
                  <a:pt x="289" y="225"/>
                  <a:pt x="289" y="225"/>
                </a:cubicBezTo>
                <a:cubicBezTo>
                  <a:pt x="289" y="346"/>
                  <a:pt x="289" y="346"/>
                  <a:pt x="289" y="346"/>
                </a:cubicBezTo>
                <a:cubicBezTo>
                  <a:pt x="289" y="350"/>
                  <a:pt x="293" y="354"/>
                  <a:pt x="297" y="354"/>
                </a:cubicBezTo>
                <a:cubicBezTo>
                  <a:pt x="302" y="354"/>
                  <a:pt x="305" y="350"/>
                  <a:pt x="305" y="346"/>
                </a:cubicBezTo>
                <a:cubicBezTo>
                  <a:pt x="305" y="225"/>
                  <a:pt x="305" y="225"/>
                  <a:pt x="305" y="225"/>
                </a:cubicBezTo>
                <a:cubicBezTo>
                  <a:pt x="345" y="225"/>
                  <a:pt x="345" y="225"/>
                  <a:pt x="345" y="225"/>
                </a:cubicBezTo>
                <a:cubicBezTo>
                  <a:pt x="350" y="225"/>
                  <a:pt x="353" y="222"/>
                  <a:pt x="353" y="217"/>
                </a:cubicBezTo>
                <a:cubicBezTo>
                  <a:pt x="353" y="213"/>
                  <a:pt x="350" y="209"/>
                  <a:pt x="345" y="209"/>
                </a:cubicBezTo>
                <a:moveTo>
                  <a:pt x="161" y="193"/>
                </a:moveTo>
                <a:cubicBezTo>
                  <a:pt x="81" y="193"/>
                  <a:pt x="81" y="193"/>
                  <a:pt x="81" y="193"/>
                </a:cubicBezTo>
                <a:cubicBezTo>
                  <a:pt x="81" y="145"/>
                  <a:pt x="81" y="145"/>
                  <a:pt x="81" y="145"/>
                </a:cubicBezTo>
                <a:cubicBezTo>
                  <a:pt x="161" y="145"/>
                  <a:pt x="161" y="145"/>
                  <a:pt x="161" y="145"/>
                </a:cubicBezTo>
                <a:lnTo>
                  <a:pt x="161" y="193"/>
                </a:lnTo>
                <a:close/>
                <a:moveTo>
                  <a:pt x="297" y="65"/>
                </a:moveTo>
                <a:cubicBezTo>
                  <a:pt x="305" y="65"/>
                  <a:pt x="305" y="65"/>
                  <a:pt x="305" y="65"/>
                </a:cubicBezTo>
                <a:cubicBezTo>
                  <a:pt x="310" y="65"/>
                  <a:pt x="313" y="61"/>
                  <a:pt x="313" y="57"/>
                </a:cubicBezTo>
                <a:cubicBezTo>
                  <a:pt x="313" y="52"/>
                  <a:pt x="310" y="49"/>
                  <a:pt x="305" y="49"/>
                </a:cubicBezTo>
                <a:cubicBezTo>
                  <a:pt x="305" y="40"/>
                  <a:pt x="305" y="40"/>
                  <a:pt x="305" y="40"/>
                </a:cubicBezTo>
                <a:cubicBezTo>
                  <a:pt x="305" y="36"/>
                  <a:pt x="302" y="32"/>
                  <a:pt x="297" y="32"/>
                </a:cubicBezTo>
                <a:cubicBezTo>
                  <a:pt x="293" y="32"/>
                  <a:pt x="289" y="36"/>
                  <a:pt x="289" y="40"/>
                </a:cubicBezTo>
                <a:cubicBezTo>
                  <a:pt x="289" y="57"/>
                  <a:pt x="289" y="57"/>
                  <a:pt x="289" y="57"/>
                </a:cubicBezTo>
                <a:cubicBezTo>
                  <a:pt x="289" y="61"/>
                  <a:pt x="293" y="65"/>
                  <a:pt x="297" y="65"/>
                </a:cubicBezTo>
                <a:moveTo>
                  <a:pt x="297" y="113"/>
                </a:moveTo>
                <a:cubicBezTo>
                  <a:pt x="328" y="113"/>
                  <a:pt x="353" y="88"/>
                  <a:pt x="353" y="57"/>
                </a:cubicBezTo>
                <a:cubicBezTo>
                  <a:pt x="353" y="26"/>
                  <a:pt x="328" y="0"/>
                  <a:pt x="297" y="0"/>
                </a:cubicBezTo>
                <a:cubicBezTo>
                  <a:pt x="266" y="0"/>
                  <a:pt x="241" y="26"/>
                  <a:pt x="241" y="57"/>
                </a:cubicBezTo>
                <a:cubicBezTo>
                  <a:pt x="241" y="88"/>
                  <a:pt x="266" y="113"/>
                  <a:pt x="297" y="113"/>
                </a:cubicBezTo>
                <a:moveTo>
                  <a:pt x="297" y="16"/>
                </a:moveTo>
                <a:cubicBezTo>
                  <a:pt x="319" y="16"/>
                  <a:pt x="337" y="34"/>
                  <a:pt x="337" y="57"/>
                </a:cubicBezTo>
                <a:cubicBezTo>
                  <a:pt x="337" y="79"/>
                  <a:pt x="319" y="97"/>
                  <a:pt x="297" y="97"/>
                </a:cubicBezTo>
                <a:cubicBezTo>
                  <a:pt x="275" y="97"/>
                  <a:pt x="257" y="79"/>
                  <a:pt x="257" y="57"/>
                </a:cubicBezTo>
                <a:cubicBezTo>
                  <a:pt x="257" y="34"/>
                  <a:pt x="275" y="16"/>
                  <a:pt x="297" y="16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0" name="Freeform 30"/>
          <p:cNvSpPr>
            <a:spLocks noEditPoints="1"/>
          </p:cNvSpPr>
          <p:nvPr/>
        </p:nvSpPr>
        <p:spPr bwMode="auto">
          <a:xfrm>
            <a:off x="6362701" y="3136900"/>
            <a:ext cx="582084" cy="584200"/>
          </a:xfrm>
          <a:custGeom>
            <a:avLst/>
            <a:gdLst>
              <a:gd name="T0" fmla="*/ 353 w 353"/>
              <a:gd name="T1" fmla="*/ 105 h 354"/>
              <a:gd name="T2" fmla="*/ 248 w 353"/>
              <a:gd name="T3" fmla="*/ 0 h 354"/>
              <a:gd name="T4" fmla="*/ 176 w 353"/>
              <a:gd name="T5" fmla="*/ 30 h 354"/>
              <a:gd name="T6" fmla="*/ 104 w 353"/>
              <a:gd name="T7" fmla="*/ 0 h 354"/>
              <a:gd name="T8" fmla="*/ 0 w 353"/>
              <a:gd name="T9" fmla="*/ 105 h 354"/>
              <a:gd name="T10" fmla="*/ 0 w 353"/>
              <a:gd name="T11" fmla="*/ 117 h 354"/>
              <a:gd name="T12" fmla="*/ 176 w 353"/>
              <a:gd name="T13" fmla="*/ 354 h 354"/>
              <a:gd name="T14" fmla="*/ 352 w 353"/>
              <a:gd name="T15" fmla="*/ 117 h 354"/>
              <a:gd name="T16" fmla="*/ 353 w 353"/>
              <a:gd name="T17" fmla="*/ 105 h 354"/>
              <a:gd name="T18" fmla="*/ 336 w 353"/>
              <a:gd name="T19" fmla="*/ 115 h 354"/>
              <a:gd name="T20" fmla="*/ 176 w 353"/>
              <a:gd name="T21" fmla="*/ 336 h 354"/>
              <a:gd name="T22" fmla="*/ 16 w 353"/>
              <a:gd name="T23" fmla="*/ 115 h 354"/>
              <a:gd name="T24" fmla="*/ 16 w 353"/>
              <a:gd name="T25" fmla="*/ 105 h 354"/>
              <a:gd name="T26" fmla="*/ 104 w 353"/>
              <a:gd name="T27" fmla="*/ 16 h 354"/>
              <a:gd name="T28" fmla="*/ 165 w 353"/>
              <a:gd name="T29" fmla="*/ 41 h 354"/>
              <a:gd name="T30" fmla="*/ 173 w 353"/>
              <a:gd name="T31" fmla="*/ 48 h 354"/>
              <a:gd name="T32" fmla="*/ 144 w 353"/>
              <a:gd name="T33" fmla="*/ 113 h 354"/>
              <a:gd name="T34" fmla="*/ 184 w 353"/>
              <a:gd name="T35" fmla="*/ 161 h 354"/>
              <a:gd name="T36" fmla="*/ 152 w 353"/>
              <a:gd name="T37" fmla="*/ 233 h 354"/>
              <a:gd name="T38" fmla="*/ 176 w 353"/>
              <a:gd name="T39" fmla="*/ 273 h 354"/>
              <a:gd name="T40" fmla="*/ 170 w 353"/>
              <a:gd name="T41" fmla="*/ 233 h 354"/>
              <a:gd name="T42" fmla="*/ 202 w 353"/>
              <a:gd name="T43" fmla="*/ 156 h 354"/>
              <a:gd name="T44" fmla="*/ 163 w 353"/>
              <a:gd name="T45" fmla="*/ 111 h 354"/>
              <a:gd name="T46" fmla="*/ 197 w 353"/>
              <a:gd name="T47" fmla="*/ 33 h 354"/>
              <a:gd name="T48" fmla="*/ 248 w 353"/>
              <a:gd name="T49" fmla="*/ 16 h 354"/>
              <a:gd name="T50" fmla="*/ 337 w 353"/>
              <a:gd name="T51" fmla="*/ 105 h 354"/>
              <a:gd name="T52" fmla="*/ 336 w 353"/>
              <a:gd name="T53" fmla="*/ 115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353" h="354">
                <a:moveTo>
                  <a:pt x="353" y="105"/>
                </a:moveTo>
                <a:cubicBezTo>
                  <a:pt x="353" y="47"/>
                  <a:pt x="306" y="0"/>
                  <a:pt x="248" y="0"/>
                </a:cubicBezTo>
                <a:cubicBezTo>
                  <a:pt x="220" y="0"/>
                  <a:pt x="195" y="11"/>
                  <a:pt x="176" y="30"/>
                </a:cubicBezTo>
                <a:cubicBezTo>
                  <a:pt x="157" y="11"/>
                  <a:pt x="132" y="0"/>
                  <a:pt x="104" y="0"/>
                </a:cubicBezTo>
                <a:cubicBezTo>
                  <a:pt x="46" y="0"/>
                  <a:pt x="0" y="47"/>
                  <a:pt x="0" y="105"/>
                </a:cubicBezTo>
                <a:cubicBezTo>
                  <a:pt x="0" y="111"/>
                  <a:pt x="1" y="119"/>
                  <a:pt x="0" y="117"/>
                </a:cubicBezTo>
                <a:cubicBezTo>
                  <a:pt x="12" y="220"/>
                  <a:pt x="161" y="354"/>
                  <a:pt x="176" y="354"/>
                </a:cubicBezTo>
                <a:cubicBezTo>
                  <a:pt x="192" y="354"/>
                  <a:pt x="341" y="220"/>
                  <a:pt x="352" y="117"/>
                </a:cubicBezTo>
                <a:cubicBezTo>
                  <a:pt x="352" y="119"/>
                  <a:pt x="353" y="111"/>
                  <a:pt x="353" y="105"/>
                </a:cubicBezTo>
                <a:moveTo>
                  <a:pt x="336" y="115"/>
                </a:moveTo>
                <a:cubicBezTo>
                  <a:pt x="327" y="201"/>
                  <a:pt x="206" y="318"/>
                  <a:pt x="176" y="336"/>
                </a:cubicBezTo>
                <a:cubicBezTo>
                  <a:pt x="146" y="318"/>
                  <a:pt x="26" y="201"/>
                  <a:pt x="16" y="115"/>
                </a:cubicBezTo>
                <a:cubicBezTo>
                  <a:pt x="16" y="115"/>
                  <a:pt x="16" y="110"/>
                  <a:pt x="16" y="105"/>
                </a:cubicBezTo>
                <a:cubicBezTo>
                  <a:pt x="16" y="56"/>
                  <a:pt x="55" y="16"/>
                  <a:pt x="104" y="16"/>
                </a:cubicBezTo>
                <a:cubicBezTo>
                  <a:pt x="127" y="16"/>
                  <a:pt x="148" y="25"/>
                  <a:pt x="165" y="41"/>
                </a:cubicBezTo>
                <a:cubicBezTo>
                  <a:pt x="173" y="48"/>
                  <a:pt x="173" y="48"/>
                  <a:pt x="173" y="48"/>
                </a:cubicBezTo>
                <a:cubicBezTo>
                  <a:pt x="144" y="113"/>
                  <a:pt x="144" y="113"/>
                  <a:pt x="144" y="113"/>
                </a:cubicBezTo>
                <a:cubicBezTo>
                  <a:pt x="184" y="161"/>
                  <a:pt x="184" y="161"/>
                  <a:pt x="184" y="161"/>
                </a:cubicBezTo>
                <a:cubicBezTo>
                  <a:pt x="152" y="233"/>
                  <a:pt x="152" y="233"/>
                  <a:pt x="152" y="233"/>
                </a:cubicBezTo>
                <a:cubicBezTo>
                  <a:pt x="176" y="273"/>
                  <a:pt x="176" y="273"/>
                  <a:pt x="176" y="273"/>
                </a:cubicBezTo>
                <a:cubicBezTo>
                  <a:pt x="170" y="233"/>
                  <a:pt x="170" y="233"/>
                  <a:pt x="170" y="233"/>
                </a:cubicBezTo>
                <a:cubicBezTo>
                  <a:pt x="202" y="156"/>
                  <a:pt x="202" y="156"/>
                  <a:pt x="202" y="156"/>
                </a:cubicBezTo>
                <a:cubicBezTo>
                  <a:pt x="163" y="111"/>
                  <a:pt x="163" y="111"/>
                  <a:pt x="163" y="111"/>
                </a:cubicBezTo>
                <a:cubicBezTo>
                  <a:pt x="197" y="33"/>
                  <a:pt x="197" y="33"/>
                  <a:pt x="197" y="33"/>
                </a:cubicBezTo>
                <a:cubicBezTo>
                  <a:pt x="212" y="22"/>
                  <a:pt x="230" y="16"/>
                  <a:pt x="248" y="16"/>
                </a:cubicBezTo>
                <a:cubicBezTo>
                  <a:pt x="297" y="16"/>
                  <a:pt x="337" y="56"/>
                  <a:pt x="337" y="105"/>
                </a:cubicBezTo>
                <a:cubicBezTo>
                  <a:pt x="337" y="110"/>
                  <a:pt x="336" y="115"/>
                  <a:pt x="336" y="115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1" name="Freeform 31"/>
          <p:cNvSpPr>
            <a:spLocks noEditPoints="1"/>
          </p:cNvSpPr>
          <p:nvPr/>
        </p:nvSpPr>
        <p:spPr bwMode="auto">
          <a:xfrm>
            <a:off x="7473951" y="3164418"/>
            <a:ext cx="582084" cy="531284"/>
          </a:xfrm>
          <a:custGeom>
            <a:avLst/>
            <a:gdLst>
              <a:gd name="T0" fmla="*/ 160 w 353"/>
              <a:gd name="T1" fmla="*/ 311 h 322"/>
              <a:gd name="T2" fmla="*/ 146 w 353"/>
              <a:gd name="T3" fmla="*/ 249 h 322"/>
              <a:gd name="T4" fmla="*/ 180 w 353"/>
              <a:gd name="T5" fmla="*/ 175 h 322"/>
              <a:gd name="T6" fmla="*/ 139 w 353"/>
              <a:gd name="T7" fmla="*/ 127 h 322"/>
              <a:gd name="T8" fmla="*/ 160 w 353"/>
              <a:gd name="T9" fmla="*/ 52 h 322"/>
              <a:gd name="T10" fmla="*/ 160 w 353"/>
              <a:gd name="T11" fmla="*/ 52 h 322"/>
              <a:gd name="T12" fmla="*/ 160 w 353"/>
              <a:gd name="T13" fmla="*/ 50 h 322"/>
              <a:gd name="T14" fmla="*/ 157 w 353"/>
              <a:gd name="T15" fmla="*/ 43 h 322"/>
              <a:gd name="T16" fmla="*/ 157 w 353"/>
              <a:gd name="T17" fmla="*/ 43 h 322"/>
              <a:gd name="T18" fmla="*/ 90 w 353"/>
              <a:gd name="T19" fmla="*/ 16 h 322"/>
              <a:gd name="T20" fmla="*/ 0 w 353"/>
              <a:gd name="T21" fmla="*/ 107 h 322"/>
              <a:gd name="T22" fmla="*/ 1 w 353"/>
              <a:gd name="T23" fmla="*/ 117 h 322"/>
              <a:gd name="T24" fmla="*/ 1 w 353"/>
              <a:gd name="T25" fmla="*/ 117 h 322"/>
              <a:gd name="T26" fmla="*/ 147 w 353"/>
              <a:gd name="T27" fmla="*/ 319 h 322"/>
              <a:gd name="T28" fmla="*/ 152 w 353"/>
              <a:gd name="T29" fmla="*/ 322 h 322"/>
              <a:gd name="T30" fmla="*/ 160 w 353"/>
              <a:gd name="T31" fmla="*/ 313 h 322"/>
              <a:gd name="T32" fmla="*/ 160 w 353"/>
              <a:gd name="T33" fmla="*/ 312 h 322"/>
              <a:gd name="T34" fmla="*/ 160 w 353"/>
              <a:gd name="T35" fmla="*/ 311 h 322"/>
              <a:gd name="T36" fmla="*/ 17 w 353"/>
              <a:gd name="T37" fmla="*/ 116 h 322"/>
              <a:gd name="T38" fmla="*/ 16 w 353"/>
              <a:gd name="T39" fmla="*/ 115 h 322"/>
              <a:gd name="T40" fmla="*/ 16 w 353"/>
              <a:gd name="T41" fmla="*/ 115 h 322"/>
              <a:gd name="T42" fmla="*/ 16 w 353"/>
              <a:gd name="T43" fmla="*/ 107 h 322"/>
              <a:gd name="T44" fmla="*/ 90 w 353"/>
              <a:gd name="T45" fmla="*/ 33 h 322"/>
              <a:gd name="T46" fmla="*/ 143 w 353"/>
              <a:gd name="T47" fmla="*/ 52 h 322"/>
              <a:gd name="T48" fmla="*/ 120 w 353"/>
              <a:gd name="T49" fmla="*/ 129 h 322"/>
              <a:gd name="T50" fmla="*/ 160 w 353"/>
              <a:gd name="T51" fmla="*/ 177 h 322"/>
              <a:gd name="T52" fmla="*/ 128 w 353"/>
              <a:gd name="T53" fmla="*/ 249 h 322"/>
              <a:gd name="T54" fmla="*/ 139 w 353"/>
              <a:gd name="T55" fmla="*/ 294 h 322"/>
              <a:gd name="T56" fmla="*/ 17 w 353"/>
              <a:gd name="T57" fmla="*/ 116 h 322"/>
              <a:gd name="T58" fmla="*/ 353 w 353"/>
              <a:gd name="T59" fmla="*/ 91 h 322"/>
              <a:gd name="T60" fmla="*/ 263 w 353"/>
              <a:gd name="T61" fmla="*/ 0 h 322"/>
              <a:gd name="T62" fmla="*/ 196 w 353"/>
              <a:gd name="T63" fmla="*/ 27 h 322"/>
              <a:gd name="T64" fmla="*/ 196 w 353"/>
              <a:gd name="T65" fmla="*/ 27 h 322"/>
              <a:gd name="T66" fmla="*/ 193 w 353"/>
              <a:gd name="T67" fmla="*/ 31 h 322"/>
              <a:gd name="T68" fmla="*/ 193 w 353"/>
              <a:gd name="T69" fmla="*/ 31 h 322"/>
              <a:gd name="T70" fmla="*/ 168 w 353"/>
              <a:gd name="T71" fmla="*/ 113 h 322"/>
              <a:gd name="T72" fmla="*/ 209 w 353"/>
              <a:gd name="T73" fmla="*/ 161 h 322"/>
              <a:gd name="T74" fmla="*/ 176 w 353"/>
              <a:gd name="T75" fmla="*/ 233 h 322"/>
              <a:gd name="T76" fmla="*/ 193 w 353"/>
              <a:gd name="T77" fmla="*/ 299 h 322"/>
              <a:gd name="T78" fmla="*/ 193 w 353"/>
              <a:gd name="T79" fmla="*/ 299 h 322"/>
              <a:gd name="T80" fmla="*/ 201 w 353"/>
              <a:gd name="T81" fmla="*/ 305 h 322"/>
              <a:gd name="T82" fmla="*/ 206 w 353"/>
              <a:gd name="T83" fmla="*/ 303 h 322"/>
              <a:gd name="T84" fmla="*/ 352 w 353"/>
              <a:gd name="T85" fmla="*/ 101 h 322"/>
              <a:gd name="T86" fmla="*/ 352 w 353"/>
              <a:gd name="T87" fmla="*/ 101 h 322"/>
              <a:gd name="T88" fmla="*/ 353 w 353"/>
              <a:gd name="T89" fmla="*/ 91 h 322"/>
              <a:gd name="T90" fmla="*/ 337 w 353"/>
              <a:gd name="T91" fmla="*/ 99 h 322"/>
              <a:gd name="T92" fmla="*/ 337 w 353"/>
              <a:gd name="T93" fmla="*/ 99 h 322"/>
              <a:gd name="T94" fmla="*/ 336 w 353"/>
              <a:gd name="T95" fmla="*/ 100 h 322"/>
              <a:gd name="T96" fmla="*/ 206 w 353"/>
              <a:gd name="T97" fmla="*/ 284 h 322"/>
              <a:gd name="T98" fmla="*/ 195 w 353"/>
              <a:gd name="T99" fmla="*/ 233 h 322"/>
              <a:gd name="T100" fmla="*/ 228 w 353"/>
              <a:gd name="T101" fmla="*/ 158 h 322"/>
              <a:gd name="T102" fmla="*/ 187 w 353"/>
              <a:gd name="T103" fmla="*/ 111 h 322"/>
              <a:gd name="T104" fmla="*/ 208 w 353"/>
              <a:gd name="T105" fmla="*/ 38 h 322"/>
              <a:gd name="T106" fmla="*/ 208 w 353"/>
              <a:gd name="T107" fmla="*/ 38 h 322"/>
              <a:gd name="T108" fmla="*/ 263 w 353"/>
              <a:gd name="T109" fmla="*/ 16 h 322"/>
              <a:gd name="T110" fmla="*/ 337 w 353"/>
              <a:gd name="T111" fmla="*/ 91 h 322"/>
              <a:gd name="T112" fmla="*/ 337 w 353"/>
              <a:gd name="T113" fmla="*/ 99 h 3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353" h="322">
                <a:moveTo>
                  <a:pt x="160" y="311"/>
                </a:moveTo>
                <a:cubicBezTo>
                  <a:pt x="146" y="249"/>
                  <a:pt x="146" y="249"/>
                  <a:pt x="146" y="249"/>
                </a:cubicBezTo>
                <a:cubicBezTo>
                  <a:pt x="180" y="175"/>
                  <a:pt x="180" y="175"/>
                  <a:pt x="180" y="175"/>
                </a:cubicBezTo>
                <a:cubicBezTo>
                  <a:pt x="139" y="127"/>
                  <a:pt x="139" y="127"/>
                  <a:pt x="139" y="127"/>
                </a:cubicBezTo>
                <a:cubicBezTo>
                  <a:pt x="160" y="52"/>
                  <a:pt x="160" y="52"/>
                  <a:pt x="160" y="52"/>
                </a:cubicBezTo>
                <a:cubicBezTo>
                  <a:pt x="160" y="52"/>
                  <a:pt x="160" y="52"/>
                  <a:pt x="160" y="52"/>
                </a:cubicBezTo>
                <a:cubicBezTo>
                  <a:pt x="160" y="51"/>
                  <a:pt x="160" y="50"/>
                  <a:pt x="160" y="50"/>
                </a:cubicBezTo>
                <a:cubicBezTo>
                  <a:pt x="160" y="47"/>
                  <a:pt x="159" y="45"/>
                  <a:pt x="157" y="43"/>
                </a:cubicBezTo>
                <a:cubicBezTo>
                  <a:pt x="157" y="43"/>
                  <a:pt x="157" y="43"/>
                  <a:pt x="157" y="43"/>
                </a:cubicBezTo>
                <a:cubicBezTo>
                  <a:pt x="141" y="28"/>
                  <a:pt x="114" y="16"/>
                  <a:pt x="90" y="16"/>
                </a:cubicBezTo>
                <a:cubicBezTo>
                  <a:pt x="40" y="16"/>
                  <a:pt x="0" y="57"/>
                  <a:pt x="0" y="107"/>
                </a:cubicBezTo>
                <a:cubicBezTo>
                  <a:pt x="0" y="112"/>
                  <a:pt x="1" y="117"/>
                  <a:pt x="1" y="117"/>
                </a:cubicBezTo>
                <a:cubicBezTo>
                  <a:pt x="1" y="117"/>
                  <a:pt x="1" y="117"/>
                  <a:pt x="1" y="117"/>
                </a:cubicBezTo>
                <a:cubicBezTo>
                  <a:pt x="10" y="199"/>
                  <a:pt x="118" y="302"/>
                  <a:pt x="147" y="319"/>
                </a:cubicBezTo>
                <a:cubicBezTo>
                  <a:pt x="148" y="321"/>
                  <a:pt x="150" y="322"/>
                  <a:pt x="152" y="322"/>
                </a:cubicBezTo>
                <a:cubicBezTo>
                  <a:pt x="157" y="322"/>
                  <a:pt x="160" y="318"/>
                  <a:pt x="160" y="313"/>
                </a:cubicBezTo>
                <a:cubicBezTo>
                  <a:pt x="160" y="313"/>
                  <a:pt x="160" y="312"/>
                  <a:pt x="160" y="312"/>
                </a:cubicBezTo>
                <a:lnTo>
                  <a:pt x="160" y="311"/>
                </a:lnTo>
                <a:close/>
                <a:moveTo>
                  <a:pt x="17" y="116"/>
                </a:moveTo>
                <a:cubicBezTo>
                  <a:pt x="17" y="116"/>
                  <a:pt x="16" y="115"/>
                  <a:pt x="16" y="115"/>
                </a:cubicBezTo>
                <a:cubicBezTo>
                  <a:pt x="16" y="115"/>
                  <a:pt x="16" y="115"/>
                  <a:pt x="16" y="115"/>
                </a:cubicBezTo>
                <a:cubicBezTo>
                  <a:pt x="16" y="113"/>
                  <a:pt x="16" y="110"/>
                  <a:pt x="16" y="107"/>
                </a:cubicBezTo>
                <a:cubicBezTo>
                  <a:pt x="16" y="66"/>
                  <a:pt x="49" y="33"/>
                  <a:pt x="90" y="33"/>
                </a:cubicBezTo>
                <a:cubicBezTo>
                  <a:pt x="108" y="33"/>
                  <a:pt x="129" y="40"/>
                  <a:pt x="143" y="52"/>
                </a:cubicBezTo>
                <a:cubicBezTo>
                  <a:pt x="120" y="129"/>
                  <a:pt x="120" y="129"/>
                  <a:pt x="120" y="129"/>
                </a:cubicBezTo>
                <a:cubicBezTo>
                  <a:pt x="160" y="177"/>
                  <a:pt x="160" y="177"/>
                  <a:pt x="160" y="177"/>
                </a:cubicBezTo>
                <a:cubicBezTo>
                  <a:pt x="128" y="249"/>
                  <a:pt x="128" y="249"/>
                  <a:pt x="128" y="249"/>
                </a:cubicBezTo>
                <a:cubicBezTo>
                  <a:pt x="139" y="294"/>
                  <a:pt x="139" y="294"/>
                  <a:pt x="139" y="294"/>
                </a:cubicBezTo>
                <a:cubicBezTo>
                  <a:pt x="102" y="263"/>
                  <a:pt x="24" y="179"/>
                  <a:pt x="17" y="116"/>
                </a:cubicBezTo>
                <a:moveTo>
                  <a:pt x="353" y="91"/>
                </a:moveTo>
                <a:cubicBezTo>
                  <a:pt x="353" y="41"/>
                  <a:pt x="313" y="0"/>
                  <a:pt x="263" y="0"/>
                </a:cubicBezTo>
                <a:cubicBezTo>
                  <a:pt x="239" y="0"/>
                  <a:pt x="212" y="12"/>
                  <a:pt x="196" y="27"/>
                </a:cubicBezTo>
                <a:cubicBezTo>
                  <a:pt x="196" y="27"/>
                  <a:pt x="196" y="27"/>
                  <a:pt x="196" y="27"/>
                </a:cubicBezTo>
                <a:cubicBezTo>
                  <a:pt x="194" y="28"/>
                  <a:pt x="193" y="30"/>
                  <a:pt x="193" y="31"/>
                </a:cubicBezTo>
                <a:cubicBezTo>
                  <a:pt x="193" y="31"/>
                  <a:pt x="193" y="31"/>
                  <a:pt x="193" y="31"/>
                </a:cubicBezTo>
                <a:cubicBezTo>
                  <a:pt x="168" y="113"/>
                  <a:pt x="168" y="113"/>
                  <a:pt x="168" y="113"/>
                </a:cubicBezTo>
                <a:cubicBezTo>
                  <a:pt x="209" y="161"/>
                  <a:pt x="209" y="161"/>
                  <a:pt x="209" y="161"/>
                </a:cubicBezTo>
                <a:cubicBezTo>
                  <a:pt x="176" y="233"/>
                  <a:pt x="176" y="233"/>
                  <a:pt x="176" y="233"/>
                </a:cubicBezTo>
                <a:cubicBezTo>
                  <a:pt x="193" y="299"/>
                  <a:pt x="193" y="299"/>
                  <a:pt x="193" y="299"/>
                </a:cubicBezTo>
                <a:cubicBezTo>
                  <a:pt x="193" y="299"/>
                  <a:pt x="193" y="299"/>
                  <a:pt x="193" y="299"/>
                </a:cubicBezTo>
                <a:cubicBezTo>
                  <a:pt x="194" y="303"/>
                  <a:pt x="197" y="305"/>
                  <a:pt x="201" y="305"/>
                </a:cubicBezTo>
                <a:cubicBezTo>
                  <a:pt x="203" y="305"/>
                  <a:pt x="205" y="305"/>
                  <a:pt x="206" y="303"/>
                </a:cubicBezTo>
                <a:cubicBezTo>
                  <a:pt x="235" y="286"/>
                  <a:pt x="343" y="183"/>
                  <a:pt x="352" y="101"/>
                </a:cubicBezTo>
                <a:cubicBezTo>
                  <a:pt x="352" y="101"/>
                  <a:pt x="352" y="101"/>
                  <a:pt x="352" y="101"/>
                </a:cubicBezTo>
                <a:cubicBezTo>
                  <a:pt x="352" y="101"/>
                  <a:pt x="353" y="96"/>
                  <a:pt x="353" y="91"/>
                </a:cubicBezTo>
                <a:moveTo>
                  <a:pt x="337" y="99"/>
                </a:moveTo>
                <a:cubicBezTo>
                  <a:pt x="337" y="99"/>
                  <a:pt x="337" y="99"/>
                  <a:pt x="337" y="99"/>
                </a:cubicBezTo>
                <a:cubicBezTo>
                  <a:pt x="337" y="99"/>
                  <a:pt x="336" y="100"/>
                  <a:pt x="336" y="100"/>
                </a:cubicBezTo>
                <a:cubicBezTo>
                  <a:pt x="329" y="168"/>
                  <a:pt x="239" y="259"/>
                  <a:pt x="206" y="284"/>
                </a:cubicBezTo>
                <a:cubicBezTo>
                  <a:pt x="195" y="233"/>
                  <a:pt x="195" y="233"/>
                  <a:pt x="195" y="233"/>
                </a:cubicBezTo>
                <a:cubicBezTo>
                  <a:pt x="228" y="158"/>
                  <a:pt x="228" y="158"/>
                  <a:pt x="228" y="158"/>
                </a:cubicBezTo>
                <a:cubicBezTo>
                  <a:pt x="187" y="111"/>
                  <a:pt x="187" y="111"/>
                  <a:pt x="187" y="111"/>
                </a:cubicBezTo>
                <a:cubicBezTo>
                  <a:pt x="208" y="38"/>
                  <a:pt x="208" y="38"/>
                  <a:pt x="208" y="38"/>
                </a:cubicBezTo>
                <a:cubicBezTo>
                  <a:pt x="208" y="38"/>
                  <a:pt x="208" y="38"/>
                  <a:pt x="208" y="38"/>
                </a:cubicBezTo>
                <a:cubicBezTo>
                  <a:pt x="222" y="25"/>
                  <a:pt x="244" y="16"/>
                  <a:pt x="263" y="16"/>
                </a:cubicBezTo>
                <a:cubicBezTo>
                  <a:pt x="304" y="16"/>
                  <a:pt x="337" y="50"/>
                  <a:pt x="337" y="91"/>
                </a:cubicBezTo>
                <a:cubicBezTo>
                  <a:pt x="337" y="93"/>
                  <a:pt x="337" y="97"/>
                  <a:pt x="337" y="99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2" name="Freeform 32"/>
          <p:cNvSpPr>
            <a:spLocks noEditPoints="1"/>
          </p:cNvSpPr>
          <p:nvPr/>
        </p:nvSpPr>
        <p:spPr bwMode="auto">
          <a:xfrm>
            <a:off x="8585201" y="3136900"/>
            <a:ext cx="582084" cy="584200"/>
          </a:xfrm>
          <a:custGeom>
            <a:avLst/>
            <a:gdLst>
              <a:gd name="T0" fmla="*/ 145 w 353"/>
              <a:gd name="T1" fmla="*/ 201 h 354"/>
              <a:gd name="T2" fmla="*/ 161 w 353"/>
              <a:gd name="T3" fmla="*/ 201 h 354"/>
              <a:gd name="T4" fmla="*/ 137 w 353"/>
              <a:gd name="T5" fmla="*/ 153 h 354"/>
              <a:gd name="T6" fmla="*/ 137 w 353"/>
              <a:gd name="T7" fmla="*/ 169 h 354"/>
              <a:gd name="T8" fmla="*/ 137 w 353"/>
              <a:gd name="T9" fmla="*/ 153 h 354"/>
              <a:gd name="T10" fmla="*/ 105 w 353"/>
              <a:gd name="T11" fmla="*/ 185 h 354"/>
              <a:gd name="T12" fmla="*/ 121 w 353"/>
              <a:gd name="T13" fmla="*/ 185 h 354"/>
              <a:gd name="T14" fmla="*/ 161 w 353"/>
              <a:gd name="T15" fmla="*/ 145 h 354"/>
              <a:gd name="T16" fmla="*/ 161 w 353"/>
              <a:gd name="T17" fmla="*/ 129 h 354"/>
              <a:gd name="T18" fmla="*/ 161 w 353"/>
              <a:gd name="T19" fmla="*/ 145 h 354"/>
              <a:gd name="T20" fmla="*/ 161 w 353"/>
              <a:gd name="T21" fmla="*/ 241 h 354"/>
              <a:gd name="T22" fmla="*/ 177 w 353"/>
              <a:gd name="T23" fmla="*/ 241 h 354"/>
              <a:gd name="T24" fmla="*/ 177 w 353"/>
              <a:gd name="T25" fmla="*/ 169 h 354"/>
              <a:gd name="T26" fmla="*/ 177 w 353"/>
              <a:gd name="T27" fmla="*/ 185 h 354"/>
              <a:gd name="T28" fmla="*/ 177 w 353"/>
              <a:gd name="T29" fmla="*/ 169 h 354"/>
              <a:gd name="T30" fmla="*/ 209 w 353"/>
              <a:gd name="T31" fmla="*/ 153 h 354"/>
              <a:gd name="T32" fmla="*/ 193 w 353"/>
              <a:gd name="T33" fmla="*/ 153 h 354"/>
              <a:gd name="T34" fmla="*/ 217 w 353"/>
              <a:gd name="T35" fmla="*/ 201 h 354"/>
              <a:gd name="T36" fmla="*/ 217 w 353"/>
              <a:gd name="T37" fmla="*/ 185 h 354"/>
              <a:gd name="T38" fmla="*/ 217 w 353"/>
              <a:gd name="T39" fmla="*/ 201 h 354"/>
              <a:gd name="T40" fmla="*/ 185 w 353"/>
              <a:gd name="T41" fmla="*/ 121 h 354"/>
              <a:gd name="T42" fmla="*/ 185 w 353"/>
              <a:gd name="T43" fmla="*/ 105 h 354"/>
              <a:gd name="T44" fmla="*/ 353 w 353"/>
              <a:gd name="T45" fmla="*/ 81 h 354"/>
              <a:gd name="T46" fmla="*/ 225 w 353"/>
              <a:gd name="T47" fmla="*/ 16 h 354"/>
              <a:gd name="T48" fmla="*/ 216 w 353"/>
              <a:gd name="T49" fmla="*/ 24 h 354"/>
              <a:gd name="T50" fmla="*/ 24 w 353"/>
              <a:gd name="T51" fmla="*/ 217 h 354"/>
              <a:gd name="T52" fmla="*/ 80 w 353"/>
              <a:gd name="T53" fmla="*/ 354 h 354"/>
              <a:gd name="T54" fmla="*/ 330 w 353"/>
              <a:gd name="T55" fmla="*/ 137 h 354"/>
              <a:gd name="T56" fmla="*/ 338 w 353"/>
              <a:gd name="T57" fmla="*/ 129 h 354"/>
              <a:gd name="T58" fmla="*/ 353 w 353"/>
              <a:gd name="T59" fmla="*/ 81 h 354"/>
              <a:gd name="T60" fmla="*/ 80 w 353"/>
              <a:gd name="T61" fmla="*/ 338 h 354"/>
              <a:gd name="T62" fmla="*/ 35 w 353"/>
              <a:gd name="T63" fmla="*/ 228 h 354"/>
              <a:gd name="T64" fmla="*/ 156 w 353"/>
              <a:gd name="T65" fmla="*/ 288 h 354"/>
              <a:gd name="T66" fmla="*/ 168 w 353"/>
              <a:gd name="T67" fmla="*/ 277 h 354"/>
              <a:gd name="T68" fmla="*/ 186 w 353"/>
              <a:gd name="T69" fmla="*/ 77 h 354"/>
              <a:gd name="T70" fmla="*/ 168 w 353"/>
              <a:gd name="T71" fmla="*/ 277 h 354"/>
              <a:gd name="T72" fmla="*/ 327 w 353"/>
              <a:gd name="T73" fmla="*/ 118 h 354"/>
              <a:gd name="T74" fmla="*/ 319 w 353"/>
              <a:gd name="T75" fmla="*/ 126 h 354"/>
              <a:gd name="T76" fmla="*/ 197 w 353"/>
              <a:gd name="T77" fmla="*/ 66 h 354"/>
              <a:gd name="T78" fmla="*/ 228 w 353"/>
              <a:gd name="T79" fmla="*/ 35 h 354"/>
              <a:gd name="T80" fmla="*/ 237 w 353"/>
              <a:gd name="T81" fmla="*/ 28 h 354"/>
              <a:gd name="T82" fmla="*/ 337 w 353"/>
              <a:gd name="T83" fmla="*/ 81 h 354"/>
              <a:gd name="T84" fmla="*/ 241 w 353"/>
              <a:gd name="T85" fmla="*/ 177 h 354"/>
              <a:gd name="T86" fmla="*/ 241 w 353"/>
              <a:gd name="T87" fmla="*/ 161 h 354"/>
              <a:gd name="T88" fmla="*/ 241 w 353"/>
              <a:gd name="T89" fmla="*/ 177 h 354"/>
              <a:gd name="T90" fmla="*/ 185 w 353"/>
              <a:gd name="T91" fmla="*/ 217 h 354"/>
              <a:gd name="T92" fmla="*/ 201 w 353"/>
              <a:gd name="T93" fmla="*/ 217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353" h="354">
                <a:moveTo>
                  <a:pt x="153" y="193"/>
                </a:moveTo>
                <a:cubicBezTo>
                  <a:pt x="148" y="193"/>
                  <a:pt x="145" y="197"/>
                  <a:pt x="145" y="201"/>
                </a:cubicBezTo>
                <a:cubicBezTo>
                  <a:pt x="145" y="205"/>
                  <a:pt x="148" y="209"/>
                  <a:pt x="153" y="209"/>
                </a:cubicBezTo>
                <a:cubicBezTo>
                  <a:pt x="157" y="209"/>
                  <a:pt x="161" y="205"/>
                  <a:pt x="161" y="201"/>
                </a:cubicBezTo>
                <a:cubicBezTo>
                  <a:pt x="161" y="197"/>
                  <a:pt x="157" y="193"/>
                  <a:pt x="153" y="193"/>
                </a:cubicBezTo>
                <a:moveTo>
                  <a:pt x="137" y="153"/>
                </a:moveTo>
                <a:cubicBezTo>
                  <a:pt x="132" y="153"/>
                  <a:pt x="129" y="156"/>
                  <a:pt x="129" y="161"/>
                </a:cubicBezTo>
                <a:cubicBezTo>
                  <a:pt x="129" y="165"/>
                  <a:pt x="132" y="169"/>
                  <a:pt x="137" y="169"/>
                </a:cubicBezTo>
                <a:cubicBezTo>
                  <a:pt x="141" y="169"/>
                  <a:pt x="145" y="165"/>
                  <a:pt x="145" y="161"/>
                </a:cubicBezTo>
                <a:cubicBezTo>
                  <a:pt x="145" y="156"/>
                  <a:pt x="141" y="153"/>
                  <a:pt x="137" y="153"/>
                </a:cubicBezTo>
                <a:moveTo>
                  <a:pt x="113" y="177"/>
                </a:moveTo>
                <a:cubicBezTo>
                  <a:pt x="108" y="177"/>
                  <a:pt x="105" y="181"/>
                  <a:pt x="105" y="185"/>
                </a:cubicBezTo>
                <a:cubicBezTo>
                  <a:pt x="105" y="189"/>
                  <a:pt x="108" y="193"/>
                  <a:pt x="113" y="193"/>
                </a:cubicBezTo>
                <a:cubicBezTo>
                  <a:pt x="117" y="193"/>
                  <a:pt x="121" y="189"/>
                  <a:pt x="121" y="185"/>
                </a:cubicBezTo>
                <a:cubicBezTo>
                  <a:pt x="121" y="181"/>
                  <a:pt x="117" y="177"/>
                  <a:pt x="113" y="177"/>
                </a:cubicBezTo>
                <a:moveTo>
                  <a:pt x="161" y="145"/>
                </a:moveTo>
                <a:cubicBezTo>
                  <a:pt x="165" y="145"/>
                  <a:pt x="169" y="141"/>
                  <a:pt x="169" y="137"/>
                </a:cubicBezTo>
                <a:cubicBezTo>
                  <a:pt x="169" y="132"/>
                  <a:pt x="165" y="129"/>
                  <a:pt x="161" y="129"/>
                </a:cubicBezTo>
                <a:cubicBezTo>
                  <a:pt x="156" y="129"/>
                  <a:pt x="153" y="132"/>
                  <a:pt x="153" y="137"/>
                </a:cubicBezTo>
                <a:cubicBezTo>
                  <a:pt x="153" y="141"/>
                  <a:pt x="156" y="145"/>
                  <a:pt x="161" y="145"/>
                </a:cubicBezTo>
                <a:moveTo>
                  <a:pt x="169" y="233"/>
                </a:moveTo>
                <a:cubicBezTo>
                  <a:pt x="164" y="233"/>
                  <a:pt x="161" y="237"/>
                  <a:pt x="161" y="241"/>
                </a:cubicBezTo>
                <a:cubicBezTo>
                  <a:pt x="161" y="246"/>
                  <a:pt x="164" y="249"/>
                  <a:pt x="169" y="249"/>
                </a:cubicBezTo>
                <a:cubicBezTo>
                  <a:pt x="173" y="249"/>
                  <a:pt x="177" y="246"/>
                  <a:pt x="177" y="241"/>
                </a:cubicBezTo>
                <a:cubicBezTo>
                  <a:pt x="177" y="237"/>
                  <a:pt x="173" y="233"/>
                  <a:pt x="169" y="233"/>
                </a:cubicBezTo>
                <a:moveTo>
                  <a:pt x="177" y="169"/>
                </a:moveTo>
                <a:cubicBezTo>
                  <a:pt x="172" y="169"/>
                  <a:pt x="169" y="173"/>
                  <a:pt x="169" y="177"/>
                </a:cubicBezTo>
                <a:cubicBezTo>
                  <a:pt x="169" y="181"/>
                  <a:pt x="172" y="185"/>
                  <a:pt x="177" y="185"/>
                </a:cubicBezTo>
                <a:cubicBezTo>
                  <a:pt x="181" y="185"/>
                  <a:pt x="185" y="181"/>
                  <a:pt x="185" y="177"/>
                </a:cubicBezTo>
                <a:cubicBezTo>
                  <a:pt x="185" y="173"/>
                  <a:pt x="181" y="169"/>
                  <a:pt x="177" y="169"/>
                </a:cubicBezTo>
                <a:moveTo>
                  <a:pt x="201" y="161"/>
                </a:moveTo>
                <a:cubicBezTo>
                  <a:pt x="205" y="161"/>
                  <a:pt x="209" y="157"/>
                  <a:pt x="209" y="153"/>
                </a:cubicBezTo>
                <a:cubicBezTo>
                  <a:pt x="209" y="148"/>
                  <a:pt x="205" y="145"/>
                  <a:pt x="201" y="145"/>
                </a:cubicBezTo>
                <a:cubicBezTo>
                  <a:pt x="196" y="145"/>
                  <a:pt x="193" y="148"/>
                  <a:pt x="193" y="153"/>
                </a:cubicBezTo>
                <a:cubicBezTo>
                  <a:pt x="193" y="157"/>
                  <a:pt x="196" y="161"/>
                  <a:pt x="201" y="161"/>
                </a:cubicBezTo>
                <a:moveTo>
                  <a:pt x="217" y="201"/>
                </a:moveTo>
                <a:cubicBezTo>
                  <a:pt x="221" y="201"/>
                  <a:pt x="225" y="197"/>
                  <a:pt x="225" y="193"/>
                </a:cubicBezTo>
                <a:cubicBezTo>
                  <a:pt x="225" y="189"/>
                  <a:pt x="221" y="185"/>
                  <a:pt x="217" y="185"/>
                </a:cubicBezTo>
                <a:cubicBezTo>
                  <a:pt x="213" y="185"/>
                  <a:pt x="209" y="189"/>
                  <a:pt x="209" y="193"/>
                </a:cubicBezTo>
                <a:cubicBezTo>
                  <a:pt x="209" y="197"/>
                  <a:pt x="213" y="201"/>
                  <a:pt x="217" y="201"/>
                </a:cubicBezTo>
                <a:moveTo>
                  <a:pt x="177" y="113"/>
                </a:moveTo>
                <a:cubicBezTo>
                  <a:pt x="177" y="117"/>
                  <a:pt x="180" y="121"/>
                  <a:pt x="185" y="121"/>
                </a:cubicBezTo>
                <a:cubicBezTo>
                  <a:pt x="189" y="121"/>
                  <a:pt x="193" y="117"/>
                  <a:pt x="193" y="113"/>
                </a:cubicBezTo>
                <a:cubicBezTo>
                  <a:pt x="193" y="108"/>
                  <a:pt x="189" y="105"/>
                  <a:pt x="185" y="105"/>
                </a:cubicBezTo>
                <a:cubicBezTo>
                  <a:pt x="180" y="105"/>
                  <a:pt x="177" y="108"/>
                  <a:pt x="177" y="113"/>
                </a:cubicBezTo>
                <a:moveTo>
                  <a:pt x="353" y="81"/>
                </a:moveTo>
                <a:cubicBezTo>
                  <a:pt x="353" y="36"/>
                  <a:pt x="318" y="0"/>
                  <a:pt x="273" y="0"/>
                </a:cubicBezTo>
                <a:cubicBezTo>
                  <a:pt x="255" y="0"/>
                  <a:pt x="238" y="6"/>
                  <a:pt x="225" y="16"/>
                </a:cubicBezTo>
                <a:cubicBezTo>
                  <a:pt x="224" y="16"/>
                  <a:pt x="224" y="16"/>
                  <a:pt x="224" y="16"/>
                </a:cubicBezTo>
                <a:cubicBezTo>
                  <a:pt x="216" y="24"/>
                  <a:pt x="216" y="24"/>
                  <a:pt x="216" y="24"/>
                </a:cubicBezTo>
                <a:cubicBezTo>
                  <a:pt x="216" y="24"/>
                  <a:pt x="216" y="24"/>
                  <a:pt x="216" y="24"/>
                </a:cubicBezTo>
                <a:cubicBezTo>
                  <a:pt x="24" y="217"/>
                  <a:pt x="24" y="217"/>
                  <a:pt x="24" y="217"/>
                </a:cubicBezTo>
                <a:cubicBezTo>
                  <a:pt x="9" y="231"/>
                  <a:pt x="0" y="251"/>
                  <a:pt x="0" y="273"/>
                </a:cubicBezTo>
                <a:cubicBezTo>
                  <a:pt x="0" y="318"/>
                  <a:pt x="36" y="354"/>
                  <a:pt x="80" y="354"/>
                </a:cubicBezTo>
                <a:cubicBezTo>
                  <a:pt x="103" y="354"/>
                  <a:pt x="123" y="345"/>
                  <a:pt x="137" y="330"/>
                </a:cubicBezTo>
                <a:cubicBezTo>
                  <a:pt x="330" y="137"/>
                  <a:pt x="330" y="137"/>
                  <a:pt x="330" y="137"/>
                </a:cubicBezTo>
                <a:cubicBezTo>
                  <a:pt x="330" y="137"/>
                  <a:pt x="330" y="137"/>
                  <a:pt x="330" y="137"/>
                </a:cubicBezTo>
                <a:cubicBezTo>
                  <a:pt x="338" y="129"/>
                  <a:pt x="338" y="129"/>
                  <a:pt x="338" y="129"/>
                </a:cubicBezTo>
                <a:cubicBezTo>
                  <a:pt x="337" y="129"/>
                  <a:pt x="337" y="129"/>
                  <a:pt x="337" y="129"/>
                </a:cubicBezTo>
                <a:cubicBezTo>
                  <a:pt x="347" y="115"/>
                  <a:pt x="353" y="99"/>
                  <a:pt x="353" y="81"/>
                </a:cubicBezTo>
                <a:moveTo>
                  <a:pt x="126" y="319"/>
                </a:moveTo>
                <a:cubicBezTo>
                  <a:pt x="114" y="330"/>
                  <a:pt x="98" y="338"/>
                  <a:pt x="80" y="338"/>
                </a:cubicBezTo>
                <a:cubicBezTo>
                  <a:pt x="45" y="338"/>
                  <a:pt x="16" y="309"/>
                  <a:pt x="16" y="273"/>
                </a:cubicBezTo>
                <a:cubicBezTo>
                  <a:pt x="16" y="256"/>
                  <a:pt x="23" y="240"/>
                  <a:pt x="35" y="228"/>
                </a:cubicBezTo>
                <a:cubicBezTo>
                  <a:pt x="66" y="197"/>
                  <a:pt x="66" y="197"/>
                  <a:pt x="66" y="197"/>
                </a:cubicBezTo>
                <a:cubicBezTo>
                  <a:pt x="156" y="288"/>
                  <a:pt x="156" y="288"/>
                  <a:pt x="156" y="288"/>
                </a:cubicBezTo>
                <a:lnTo>
                  <a:pt x="126" y="319"/>
                </a:lnTo>
                <a:close/>
                <a:moveTo>
                  <a:pt x="168" y="277"/>
                </a:moveTo>
                <a:cubicBezTo>
                  <a:pt x="77" y="186"/>
                  <a:pt x="77" y="186"/>
                  <a:pt x="77" y="186"/>
                </a:cubicBezTo>
                <a:cubicBezTo>
                  <a:pt x="186" y="77"/>
                  <a:pt x="186" y="77"/>
                  <a:pt x="186" y="77"/>
                </a:cubicBezTo>
                <a:cubicBezTo>
                  <a:pt x="277" y="168"/>
                  <a:pt x="277" y="168"/>
                  <a:pt x="277" y="168"/>
                </a:cubicBezTo>
                <a:lnTo>
                  <a:pt x="168" y="277"/>
                </a:lnTo>
                <a:close/>
                <a:moveTo>
                  <a:pt x="326" y="117"/>
                </a:moveTo>
                <a:cubicBezTo>
                  <a:pt x="327" y="118"/>
                  <a:pt x="327" y="118"/>
                  <a:pt x="327" y="118"/>
                </a:cubicBezTo>
                <a:cubicBezTo>
                  <a:pt x="319" y="126"/>
                  <a:pt x="319" y="126"/>
                  <a:pt x="319" y="126"/>
                </a:cubicBezTo>
                <a:cubicBezTo>
                  <a:pt x="319" y="126"/>
                  <a:pt x="319" y="126"/>
                  <a:pt x="319" y="126"/>
                </a:cubicBezTo>
                <a:cubicBezTo>
                  <a:pt x="288" y="156"/>
                  <a:pt x="288" y="156"/>
                  <a:pt x="288" y="156"/>
                </a:cubicBezTo>
                <a:cubicBezTo>
                  <a:pt x="197" y="66"/>
                  <a:pt x="197" y="66"/>
                  <a:pt x="197" y="66"/>
                </a:cubicBezTo>
                <a:cubicBezTo>
                  <a:pt x="228" y="35"/>
                  <a:pt x="228" y="35"/>
                  <a:pt x="228" y="35"/>
                </a:cubicBezTo>
                <a:cubicBezTo>
                  <a:pt x="228" y="35"/>
                  <a:pt x="228" y="35"/>
                  <a:pt x="228" y="35"/>
                </a:cubicBezTo>
                <a:cubicBezTo>
                  <a:pt x="236" y="27"/>
                  <a:pt x="236" y="27"/>
                  <a:pt x="236" y="27"/>
                </a:cubicBezTo>
                <a:cubicBezTo>
                  <a:pt x="237" y="28"/>
                  <a:pt x="237" y="28"/>
                  <a:pt x="237" y="28"/>
                </a:cubicBezTo>
                <a:cubicBezTo>
                  <a:pt x="247" y="21"/>
                  <a:pt x="260" y="16"/>
                  <a:pt x="273" y="16"/>
                </a:cubicBezTo>
                <a:cubicBezTo>
                  <a:pt x="309" y="16"/>
                  <a:pt x="337" y="45"/>
                  <a:pt x="337" y="81"/>
                </a:cubicBezTo>
                <a:cubicBezTo>
                  <a:pt x="337" y="94"/>
                  <a:pt x="333" y="107"/>
                  <a:pt x="326" y="117"/>
                </a:cubicBezTo>
                <a:moveTo>
                  <a:pt x="241" y="177"/>
                </a:moveTo>
                <a:cubicBezTo>
                  <a:pt x="245" y="177"/>
                  <a:pt x="249" y="173"/>
                  <a:pt x="249" y="169"/>
                </a:cubicBezTo>
                <a:cubicBezTo>
                  <a:pt x="249" y="164"/>
                  <a:pt x="245" y="161"/>
                  <a:pt x="241" y="161"/>
                </a:cubicBezTo>
                <a:cubicBezTo>
                  <a:pt x="237" y="161"/>
                  <a:pt x="233" y="164"/>
                  <a:pt x="233" y="169"/>
                </a:cubicBezTo>
                <a:cubicBezTo>
                  <a:pt x="233" y="173"/>
                  <a:pt x="237" y="177"/>
                  <a:pt x="241" y="177"/>
                </a:cubicBezTo>
                <a:moveTo>
                  <a:pt x="193" y="209"/>
                </a:moveTo>
                <a:cubicBezTo>
                  <a:pt x="188" y="209"/>
                  <a:pt x="185" y="213"/>
                  <a:pt x="185" y="217"/>
                </a:cubicBezTo>
                <a:cubicBezTo>
                  <a:pt x="185" y="222"/>
                  <a:pt x="188" y="225"/>
                  <a:pt x="193" y="225"/>
                </a:cubicBezTo>
                <a:cubicBezTo>
                  <a:pt x="197" y="225"/>
                  <a:pt x="201" y="222"/>
                  <a:pt x="201" y="217"/>
                </a:cubicBezTo>
                <a:cubicBezTo>
                  <a:pt x="201" y="213"/>
                  <a:pt x="197" y="209"/>
                  <a:pt x="193" y="209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3" name="Freeform 33"/>
          <p:cNvSpPr>
            <a:spLocks noEditPoints="1"/>
          </p:cNvSpPr>
          <p:nvPr/>
        </p:nvSpPr>
        <p:spPr bwMode="auto">
          <a:xfrm>
            <a:off x="9698567" y="3136900"/>
            <a:ext cx="582084" cy="584200"/>
          </a:xfrm>
          <a:custGeom>
            <a:avLst/>
            <a:gdLst>
              <a:gd name="T0" fmla="*/ 321 w 353"/>
              <a:gd name="T1" fmla="*/ 0 h 354"/>
              <a:gd name="T2" fmla="*/ 32 w 353"/>
              <a:gd name="T3" fmla="*/ 0 h 354"/>
              <a:gd name="T4" fmla="*/ 0 w 353"/>
              <a:gd name="T5" fmla="*/ 32 h 354"/>
              <a:gd name="T6" fmla="*/ 0 w 353"/>
              <a:gd name="T7" fmla="*/ 321 h 354"/>
              <a:gd name="T8" fmla="*/ 32 w 353"/>
              <a:gd name="T9" fmla="*/ 354 h 354"/>
              <a:gd name="T10" fmla="*/ 321 w 353"/>
              <a:gd name="T11" fmla="*/ 354 h 354"/>
              <a:gd name="T12" fmla="*/ 353 w 353"/>
              <a:gd name="T13" fmla="*/ 321 h 354"/>
              <a:gd name="T14" fmla="*/ 353 w 353"/>
              <a:gd name="T15" fmla="*/ 32 h 354"/>
              <a:gd name="T16" fmla="*/ 321 w 353"/>
              <a:gd name="T17" fmla="*/ 0 h 354"/>
              <a:gd name="T18" fmla="*/ 337 w 353"/>
              <a:gd name="T19" fmla="*/ 321 h 354"/>
              <a:gd name="T20" fmla="*/ 321 w 353"/>
              <a:gd name="T21" fmla="*/ 338 h 354"/>
              <a:gd name="T22" fmla="*/ 32 w 353"/>
              <a:gd name="T23" fmla="*/ 338 h 354"/>
              <a:gd name="T24" fmla="*/ 16 w 353"/>
              <a:gd name="T25" fmla="*/ 321 h 354"/>
              <a:gd name="T26" fmla="*/ 16 w 353"/>
              <a:gd name="T27" fmla="*/ 32 h 354"/>
              <a:gd name="T28" fmla="*/ 32 w 353"/>
              <a:gd name="T29" fmla="*/ 16 h 354"/>
              <a:gd name="T30" fmla="*/ 321 w 353"/>
              <a:gd name="T31" fmla="*/ 16 h 354"/>
              <a:gd name="T32" fmla="*/ 337 w 353"/>
              <a:gd name="T33" fmla="*/ 32 h 354"/>
              <a:gd name="T34" fmla="*/ 337 w 353"/>
              <a:gd name="T35" fmla="*/ 321 h 354"/>
              <a:gd name="T36" fmla="*/ 256 w 353"/>
              <a:gd name="T37" fmla="*/ 145 h 354"/>
              <a:gd name="T38" fmla="*/ 208 w 353"/>
              <a:gd name="T39" fmla="*/ 145 h 354"/>
              <a:gd name="T40" fmla="*/ 208 w 353"/>
              <a:gd name="T41" fmla="*/ 97 h 354"/>
              <a:gd name="T42" fmla="*/ 192 w 353"/>
              <a:gd name="T43" fmla="*/ 81 h 354"/>
              <a:gd name="T44" fmla="*/ 160 w 353"/>
              <a:gd name="T45" fmla="*/ 81 h 354"/>
              <a:gd name="T46" fmla="*/ 144 w 353"/>
              <a:gd name="T47" fmla="*/ 97 h 354"/>
              <a:gd name="T48" fmla="*/ 144 w 353"/>
              <a:gd name="T49" fmla="*/ 145 h 354"/>
              <a:gd name="T50" fmla="*/ 96 w 353"/>
              <a:gd name="T51" fmla="*/ 145 h 354"/>
              <a:gd name="T52" fmla="*/ 80 w 353"/>
              <a:gd name="T53" fmla="*/ 161 h 354"/>
              <a:gd name="T54" fmla="*/ 80 w 353"/>
              <a:gd name="T55" fmla="*/ 193 h 354"/>
              <a:gd name="T56" fmla="*/ 96 w 353"/>
              <a:gd name="T57" fmla="*/ 209 h 354"/>
              <a:gd name="T58" fmla="*/ 144 w 353"/>
              <a:gd name="T59" fmla="*/ 209 h 354"/>
              <a:gd name="T60" fmla="*/ 144 w 353"/>
              <a:gd name="T61" fmla="*/ 257 h 354"/>
              <a:gd name="T62" fmla="*/ 160 w 353"/>
              <a:gd name="T63" fmla="*/ 273 h 354"/>
              <a:gd name="T64" fmla="*/ 192 w 353"/>
              <a:gd name="T65" fmla="*/ 273 h 354"/>
              <a:gd name="T66" fmla="*/ 208 w 353"/>
              <a:gd name="T67" fmla="*/ 257 h 354"/>
              <a:gd name="T68" fmla="*/ 208 w 353"/>
              <a:gd name="T69" fmla="*/ 209 h 354"/>
              <a:gd name="T70" fmla="*/ 256 w 353"/>
              <a:gd name="T71" fmla="*/ 209 h 354"/>
              <a:gd name="T72" fmla="*/ 272 w 353"/>
              <a:gd name="T73" fmla="*/ 193 h 354"/>
              <a:gd name="T74" fmla="*/ 272 w 353"/>
              <a:gd name="T75" fmla="*/ 161 h 354"/>
              <a:gd name="T76" fmla="*/ 256 w 353"/>
              <a:gd name="T77" fmla="*/ 145 h 354"/>
              <a:gd name="T78" fmla="*/ 256 w 353"/>
              <a:gd name="T79" fmla="*/ 193 h 354"/>
              <a:gd name="T80" fmla="*/ 192 w 353"/>
              <a:gd name="T81" fmla="*/ 193 h 354"/>
              <a:gd name="T82" fmla="*/ 192 w 353"/>
              <a:gd name="T83" fmla="*/ 257 h 354"/>
              <a:gd name="T84" fmla="*/ 160 w 353"/>
              <a:gd name="T85" fmla="*/ 257 h 354"/>
              <a:gd name="T86" fmla="*/ 160 w 353"/>
              <a:gd name="T87" fmla="*/ 193 h 354"/>
              <a:gd name="T88" fmla="*/ 96 w 353"/>
              <a:gd name="T89" fmla="*/ 193 h 354"/>
              <a:gd name="T90" fmla="*/ 96 w 353"/>
              <a:gd name="T91" fmla="*/ 161 h 354"/>
              <a:gd name="T92" fmla="*/ 160 w 353"/>
              <a:gd name="T93" fmla="*/ 161 h 354"/>
              <a:gd name="T94" fmla="*/ 160 w 353"/>
              <a:gd name="T95" fmla="*/ 97 h 354"/>
              <a:gd name="T96" fmla="*/ 192 w 353"/>
              <a:gd name="T97" fmla="*/ 97 h 354"/>
              <a:gd name="T98" fmla="*/ 192 w 353"/>
              <a:gd name="T99" fmla="*/ 161 h 354"/>
              <a:gd name="T100" fmla="*/ 256 w 353"/>
              <a:gd name="T101" fmla="*/ 161 h 354"/>
              <a:gd name="T102" fmla="*/ 256 w 353"/>
              <a:gd name="T103" fmla="*/ 193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353" h="354">
                <a:moveTo>
                  <a:pt x="321" y="0"/>
                </a:move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5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4" y="354"/>
                  <a:pt x="32" y="354"/>
                </a:cubicBezTo>
                <a:cubicBezTo>
                  <a:pt x="321" y="354"/>
                  <a:pt x="321" y="354"/>
                  <a:pt x="321" y="354"/>
                </a:cubicBezTo>
                <a:cubicBezTo>
                  <a:pt x="338" y="354"/>
                  <a:pt x="353" y="339"/>
                  <a:pt x="353" y="321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15"/>
                  <a:pt x="338" y="0"/>
                  <a:pt x="321" y="0"/>
                </a:cubicBezTo>
                <a:moveTo>
                  <a:pt x="337" y="321"/>
                </a:moveTo>
                <a:cubicBezTo>
                  <a:pt x="337" y="330"/>
                  <a:pt x="330" y="338"/>
                  <a:pt x="321" y="338"/>
                </a:cubicBezTo>
                <a:cubicBezTo>
                  <a:pt x="32" y="338"/>
                  <a:pt x="32" y="338"/>
                  <a:pt x="32" y="338"/>
                </a:cubicBezTo>
                <a:cubicBezTo>
                  <a:pt x="23" y="338"/>
                  <a:pt x="16" y="330"/>
                  <a:pt x="16" y="32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4"/>
                  <a:pt x="23" y="16"/>
                  <a:pt x="32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4"/>
                  <a:pt x="337" y="32"/>
                </a:cubicBezTo>
                <a:lnTo>
                  <a:pt x="337" y="321"/>
                </a:lnTo>
                <a:close/>
                <a:moveTo>
                  <a:pt x="256" y="145"/>
                </a:moveTo>
                <a:cubicBezTo>
                  <a:pt x="208" y="145"/>
                  <a:pt x="208" y="145"/>
                  <a:pt x="208" y="145"/>
                </a:cubicBezTo>
                <a:cubicBezTo>
                  <a:pt x="208" y="97"/>
                  <a:pt x="208" y="97"/>
                  <a:pt x="208" y="97"/>
                </a:cubicBezTo>
                <a:cubicBezTo>
                  <a:pt x="208" y="88"/>
                  <a:pt x="201" y="81"/>
                  <a:pt x="192" y="81"/>
                </a:cubicBezTo>
                <a:cubicBezTo>
                  <a:pt x="160" y="81"/>
                  <a:pt x="160" y="81"/>
                  <a:pt x="160" y="81"/>
                </a:cubicBezTo>
                <a:cubicBezTo>
                  <a:pt x="151" y="81"/>
                  <a:pt x="144" y="88"/>
                  <a:pt x="144" y="97"/>
                </a:cubicBezTo>
                <a:cubicBezTo>
                  <a:pt x="144" y="145"/>
                  <a:pt x="144" y="145"/>
                  <a:pt x="144" y="145"/>
                </a:cubicBezTo>
                <a:cubicBezTo>
                  <a:pt x="96" y="145"/>
                  <a:pt x="96" y="145"/>
                  <a:pt x="96" y="145"/>
                </a:cubicBezTo>
                <a:cubicBezTo>
                  <a:pt x="87" y="145"/>
                  <a:pt x="80" y="152"/>
                  <a:pt x="80" y="161"/>
                </a:cubicBezTo>
                <a:cubicBezTo>
                  <a:pt x="80" y="193"/>
                  <a:pt x="80" y="193"/>
                  <a:pt x="80" y="193"/>
                </a:cubicBezTo>
                <a:cubicBezTo>
                  <a:pt x="80" y="202"/>
                  <a:pt x="87" y="209"/>
                  <a:pt x="96" y="209"/>
                </a:cubicBezTo>
                <a:cubicBezTo>
                  <a:pt x="144" y="209"/>
                  <a:pt x="144" y="209"/>
                  <a:pt x="144" y="209"/>
                </a:cubicBezTo>
                <a:cubicBezTo>
                  <a:pt x="144" y="257"/>
                  <a:pt x="144" y="257"/>
                  <a:pt x="144" y="257"/>
                </a:cubicBezTo>
                <a:cubicBezTo>
                  <a:pt x="144" y="266"/>
                  <a:pt x="151" y="273"/>
                  <a:pt x="160" y="273"/>
                </a:cubicBezTo>
                <a:cubicBezTo>
                  <a:pt x="192" y="273"/>
                  <a:pt x="192" y="273"/>
                  <a:pt x="192" y="273"/>
                </a:cubicBezTo>
                <a:cubicBezTo>
                  <a:pt x="201" y="273"/>
                  <a:pt x="208" y="266"/>
                  <a:pt x="208" y="257"/>
                </a:cubicBezTo>
                <a:cubicBezTo>
                  <a:pt x="208" y="209"/>
                  <a:pt x="208" y="209"/>
                  <a:pt x="208" y="209"/>
                </a:cubicBezTo>
                <a:cubicBezTo>
                  <a:pt x="256" y="209"/>
                  <a:pt x="256" y="209"/>
                  <a:pt x="256" y="209"/>
                </a:cubicBezTo>
                <a:cubicBezTo>
                  <a:pt x="265" y="209"/>
                  <a:pt x="272" y="202"/>
                  <a:pt x="272" y="193"/>
                </a:cubicBezTo>
                <a:cubicBezTo>
                  <a:pt x="272" y="161"/>
                  <a:pt x="272" y="161"/>
                  <a:pt x="272" y="161"/>
                </a:cubicBezTo>
                <a:cubicBezTo>
                  <a:pt x="272" y="152"/>
                  <a:pt x="265" y="145"/>
                  <a:pt x="256" y="145"/>
                </a:cubicBezTo>
                <a:moveTo>
                  <a:pt x="256" y="193"/>
                </a:moveTo>
                <a:cubicBezTo>
                  <a:pt x="192" y="193"/>
                  <a:pt x="192" y="193"/>
                  <a:pt x="192" y="193"/>
                </a:cubicBezTo>
                <a:cubicBezTo>
                  <a:pt x="192" y="257"/>
                  <a:pt x="192" y="257"/>
                  <a:pt x="192" y="257"/>
                </a:cubicBezTo>
                <a:cubicBezTo>
                  <a:pt x="160" y="257"/>
                  <a:pt x="160" y="257"/>
                  <a:pt x="160" y="257"/>
                </a:cubicBezTo>
                <a:cubicBezTo>
                  <a:pt x="160" y="193"/>
                  <a:pt x="160" y="193"/>
                  <a:pt x="160" y="193"/>
                </a:cubicBezTo>
                <a:cubicBezTo>
                  <a:pt x="96" y="193"/>
                  <a:pt x="96" y="193"/>
                  <a:pt x="96" y="193"/>
                </a:cubicBezTo>
                <a:cubicBezTo>
                  <a:pt x="96" y="161"/>
                  <a:pt x="96" y="161"/>
                  <a:pt x="96" y="161"/>
                </a:cubicBezTo>
                <a:cubicBezTo>
                  <a:pt x="160" y="161"/>
                  <a:pt x="160" y="161"/>
                  <a:pt x="160" y="161"/>
                </a:cubicBezTo>
                <a:cubicBezTo>
                  <a:pt x="160" y="97"/>
                  <a:pt x="160" y="97"/>
                  <a:pt x="160" y="97"/>
                </a:cubicBezTo>
                <a:cubicBezTo>
                  <a:pt x="192" y="97"/>
                  <a:pt x="192" y="97"/>
                  <a:pt x="192" y="97"/>
                </a:cubicBezTo>
                <a:cubicBezTo>
                  <a:pt x="192" y="161"/>
                  <a:pt x="192" y="161"/>
                  <a:pt x="192" y="161"/>
                </a:cubicBezTo>
                <a:cubicBezTo>
                  <a:pt x="256" y="161"/>
                  <a:pt x="256" y="161"/>
                  <a:pt x="256" y="161"/>
                </a:cubicBezTo>
                <a:lnTo>
                  <a:pt x="256" y="19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4" name="Freeform 34"/>
          <p:cNvSpPr>
            <a:spLocks noEditPoints="1"/>
          </p:cNvSpPr>
          <p:nvPr/>
        </p:nvSpPr>
        <p:spPr bwMode="auto">
          <a:xfrm>
            <a:off x="10809818" y="3136900"/>
            <a:ext cx="582084" cy="584200"/>
          </a:xfrm>
          <a:custGeom>
            <a:avLst/>
            <a:gdLst>
              <a:gd name="T0" fmla="*/ 176 w 353"/>
              <a:gd name="T1" fmla="*/ 0 h 354"/>
              <a:gd name="T2" fmla="*/ 0 w 353"/>
              <a:gd name="T3" fmla="*/ 177 h 354"/>
              <a:gd name="T4" fmla="*/ 176 w 353"/>
              <a:gd name="T5" fmla="*/ 354 h 354"/>
              <a:gd name="T6" fmla="*/ 353 w 353"/>
              <a:gd name="T7" fmla="*/ 177 h 354"/>
              <a:gd name="T8" fmla="*/ 176 w 353"/>
              <a:gd name="T9" fmla="*/ 0 h 354"/>
              <a:gd name="T10" fmla="*/ 176 w 353"/>
              <a:gd name="T11" fmla="*/ 338 h 354"/>
              <a:gd name="T12" fmla="*/ 16 w 353"/>
              <a:gd name="T13" fmla="*/ 177 h 354"/>
              <a:gd name="T14" fmla="*/ 176 w 353"/>
              <a:gd name="T15" fmla="*/ 16 h 354"/>
              <a:gd name="T16" fmla="*/ 337 w 353"/>
              <a:gd name="T17" fmla="*/ 177 h 354"/>
              <a:gd name="T18" fmla="*/ 176 w 353"/>
              <a:gd name="T19" fmla="*/ 338 h 354"/>
              <a:gd name="T20" fmla="*/ 257 w 353"/>
              <a:gd name="T21" fmla="*/ 145 h 354"/>
              <a:gd name="T22" fmla="*/ 209 w 353"/>
              <a:gd name="T23" fmla="*/ 145 h 354"/>
              <a:gd name="T24" fmla="*/ 209 w 353"/>
              <a:gd name="T25" fmla="*/ 97 h 354"/>
              <a:gd name="T26" fmla="*/ 193 w 353"/>
              <a:gd name="T27" fmla="*/ 81 h 354"/>
              <a:gd name="T28" fmla="*/ 160 w 353"/>
              <a:gd name="T29" fmla="*/ 81 h 354"/>
              <a:gd name="T30" fmla="*/ 144 w 353"/>
              <a:gd name="T31" fmla="*/ 97 h 354"/>
              <a:gd name="T32" fmla="*/ 144 w 353"/>
              <a:gd name="T33" fmla="*/ 145 h 354"/>
              <a:gd name="T34" fmla="*/ 96 w 353"/>
              <a:gd name="T35" fmla="*/ 145 h 354"/>
              <a:gd name="T36" fmla="*/ 80 w 353"/>
              <a:gd name="T37" fmla="*/ 161 h 354"/>
              <a:gd name="T38" fmla="*/ 80 w 353"/>
              <a:gd name="T39" fmla="*/ 193 h 354"/>
              <a:gd name="T40" fmla="*/ 96 w 353"/>
              <a:gd name="T41" fmla="*/ 209 h 354"/>
              <a:gd name="T42" fmla="*/ 144 w 353"/>
              <a:gd name="T43" fmla="*/ 209 h 354"/>
              <a:gd name="T44" fmla="*/ 144 w 353"/>
              <a:gd name="T45" fmla="*/ 257 h 354"/>
              <a:gd name="T46" fmla="*/ 160 w 353"/>
              <a:gd name="T47" fmla="*/ 273 h 354"/>
              <a:gd name="T48" fmla="*/ 193 w 353"/>
              <a:gd name="T49" fmla="*/ 273 h 354"/>
              <a:gd name="T50" fmla="*/ 209 w 353"/>
              <a:gd name="T51" fmla="*/ 257 h 354"/>
              <a:gd name="T52" fmla="*/ 209 w 353"/>
              <a:gd name="T53" fmla="*/ 209 h 354"/>
              <a:gd name="T54" fmla="*/ 257 w 353"/>
              <a:gd name="T55" fmla="*/ 209 h 354"/>
              <a:gd name="T56" fmla="*/ 273 w 353"/>
              <a:gd name="T57" fmla="*/ 193 h 354"/>
              <a:gd name="T58" fmla="*/ 273 w 353"/>
              <a:gd name="T59" fmla="*/ 161 h 354"/>
              <a:gd name="T60" fmla="*/ 257 w 353"/>
              <a:gd name="T61" fmla="*/ 145 h 354"/>
              <a:gd name="T62" fmla="*/ 257 w 353"/>
              <a:gd name="T63" fmla="*/ 193 h 354"/>
              <a:gd name="T64" fmla="*/ 193 w 353"/>
              <a:gd name="T65" fmla="*/ 193 h 354"/>
              <a:gd name="T66" fmla="*/ 193 w 353"/>
              <a:gd name="T67" fmla="*/ 257 h 354"/>
              <a:gd name="T68" fmla="*/ 160 w 353"/>
              <a:gd name="T69" fmla="*/ 257 h 354"/>
              <a:gd name="T70" fmla="*/ 160 w 353"/>
              <a:gd name="T71" fmla="*/ 193 h 354"/>
              <a:gd name="T72" fmla="*/ 96 w 353"/>
              <a:gd name="T73" fmla="*/ 193 h 354"/>
              <a:gd name="T74" fmla="*/ 96 w 353"/>
              <a:gd name="T75" fmla="*/ 161 h 354"/>
              <a:gd name="T76" fmla="*/ 160 w 353"/>
              <a:gd name="T77" fmla="*/ 161 h 354"/>
              <a:gd name="T78" fmla="*/ 160 w 353"/>
              <a:gd name="T79" fmla="*/ 97 h 354"/>
              <a:gd name="T80" fmla="*/ 193 w 353"/>
              <a:gd name="T81" fmla="*/ 97 h 354"/>
              <a:gd name="T82" fmla="*/ 193 w 353"/>
              <a:gd name="T83" fmla="*/ 161 h 354"/>
              <a:gd name="T84" fmla="*/ 257 w 353"/>
              <a:gd name="T85" fmla="*/ 161 h 354"/>
              <a:gd name="T86" fmla="*/ 257 w 353"/>
              <a:gd name="T87" fmla="*/ 193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353" h="354">
                <a:moveTo>
                  <a:pt x="176" y="0"/>
                </a:moveTo>
                <a:cubicBezTo>
                  <a:pt x="79" y="0"/>
                  <a:pt x="0" y="79"/>
                  <a:pt x="0" y="177"/>
                </a:cubicBezTo>
                <a:cubicBezTo>
                  <a:pt x="0" y="275"/>
                  <a:pt x="79" y="354"/>
                  <a:pt x="176" y="354"/>
                </a:cubicBezTo>
                <a:cubicBezTo>
                  <a:pt x="274" y="354"/>
                  <a:pt x="353" y="275"/>
                  <a:pt x="353" y="177"/>
                </a:cubicBezTo>
                <a:cubicBezTo>
                  <a:pt x="353" y="79"/>
                  <a:pt x="274" y="0"/>
                  <a:pt x="176" y="0"/>
                </a:cubicBezTo>
                <a:moveTo>
                  <a:pt x="176" y="338"/>
                </a:moveTo>
                <a:cubicBezTo>
                  <a:pt x="88" y="338"/>
                  <a:pt x="16" y="266"/>
                  <a:pt x="16" y="177"/>
                </a:cubicBezTo>
                <a:cubicBezTo>
                  <a:pt x="16" y="88"/>
                  <a:pt x="88" y="16"/>
                  <a:pt x="176" y="16"/>
                </a:cubicBezTo>
                <a:cubicBezTo>
                  <a:pt x="265" y="16"/>
                  <a:pt x="337" y="88"/>
                  <a:pt x="337" y="177"/>
                </a:cubicBezTo>
                <a:cubicBezTo>
                  <a:pt x="337" y="266"/>
                  <a:pt x="265" y="338"/>
                  <a:pt x="176" y="338"/>
                </a:cubicBezTo>
                <a:moveTo>
                  <a:pt x="257" y="145"/>
                </a:moveTo>
                <a:cubicBezTo>
                  <a:pt x="209" y="145"/>
                  <a:pt x="209" y="145"/>
                  <a:pt x="209" y="145"/>
                </a:cubicBezTo>
                <a:cubicBezTo>
                  <a:pt x="209" y="97"/>
                  <a:pt x="209" y="97"/>
                  <a:pt x="209" y="97"/>
                </a:cubicBezTo>
                <a:cubicBezTo>
                  <a:pt x="209" y="88"/>
                  <a:pt x="201" y="81"/>
                  <a:pt x="193" y="81"/>
                </a:cubicBezTo>
                <a:cubicBezTo>
                  <a:pt x="160" y="81"/>
                  <a:pt x="160" y="81"/>
                  <a:pt x="160" y="81"/>
                </a:cubicBezTo>
                <a:cubicBezTo>
                  <a:pt x="152" y="81"/>
                  <a:pt x="144" y="88"/>
                  <a:pt x="144" y="97"/>
                </a:cubicBezTo>
                <a:cubicBezTo>
                  <a:pt x="144" y="145"/>
                  <a:pt x="144" y="145"/>
                  <a:pt x="144" y="145"/>
                </a:cubicBezTo>
                <a:cubicBezTo>
                  <a:pt x="96" y="145"/>
                  <a:pt x="96" y="145"/>
                  <a:pt x="96" y="145"/>
                </a:cubicBezTo>
                <a:cubicBezTo>
                  <a:pt x="87" y="145"/>
                  <a:pt x="80" y="152"/>
                  <a:pt x="80" y="161"/>
                </a:cubicBezTo>
                <a:cubicBezTo>
                  <a:pt x="80" y="193"/>
                  <a:pt x="80" y="193"/>
                  <a:pt x="80" y="193"/>
                </a:cubicBezTo>
                <a:cubicBezTo>
                  <a:pt x="80" y="202"/>
                  <a:pt x="87" y="209"/>
                  <a:pt x="96" y="209"/>
                </a:cubicBezTo>
                <a:cubicBezTo>
                  <a:pt x="144" y="209"/>
                  <a:pt x="144" y="209"/>
                  <a:pt x="144" y="209"/>
                </a:cubicBezTo>
                <a:cubicBezTo>
                  <a:pt x="144" y="257"/>
                  <a:pt x="144" y="257"/>
                  <a:pt x="144" y="257"/>
                </a:cubicBezTo>
                <a:cubicBezTo>
                  <a:pt x="144" y="266"/>
                  <a:pt x="152" y="273"/>
                  <a:pt x="160" y="273"/>
                </a:cubicBezTo>
                <a:cubicBezTo>
                  <a:pt x="193" y="273"/>
                  <a:pt x="193" y="273"/>
                  <a:pt x="193" y="273"/>
                </a:cubicBezTo>
                <a:cubicBezTo>
                  <a:pt x="201" y="273"/>
                  <a:pt x="209" y="266"/>
                  <a:pt x="209" y="257"/>
                </a:cubicBezTo>
                <a:cubicBezTo>
                  <a:pt x="209" y="209"/>
                  <a:pt x="209" y="209"/>
                  <a:pt x="209" y="209"/>
                </a:cubicBezTo>
                <a:cubicBezTo>
                  <a:pt x="257" y="209"/>
                  <a:pt x="257" y="209"/>
                  <a:pt x="257" y="209"/>
                </a:cubicBezTo>
                <a:cubicBezTo>
                  <a:pt x="266" y="209"/>
                  <a:pt x="273" y="202"/>
                  <a:pt x="273" y="193"/>
                </a:cubicBezTo>
                <a:cubicBezTo>
                  <a:pt x="273" y="161"/>
                  <a:pt x="273" y="161"/>
                  <a:pt x="273" y="161"/>
                </a:cubicBezTo>
                <a:cubicBezTo>
                  <a:pt x="273" y="152"/>
                  <a:pt x="266" y="145"/>
                  <a:pt x="257" y="145"/>
                </a:cubicBezTo>
                <a:moveTo>
                  <a:pt x="257" y="193"/>
                </a:moveTo>
                <a:cubicBezTo>
                  <a:pt x="193" y="193"/>
                  <a:pt x="193" y="193"/>
                  <a:pt x="193" y="193"/>
                </a:cubicBezTo>
                <a:cubicBezTo>
                  <a:pt x="193" y="257"/>
                  <a:pt x="193" y="257"/>
                  <a:pt x="193" y="257"/>
                </a:cubicBezTo>
                <a:cubicBezTo>
                  <a:pt x="160" y="257"/>
                  <a:pt x="160" y="257"/>
                  <a:pt x="160" y="257"/>
                </a:cubicBezTo>
                <a:cubicBezTo>
                  <a:pt x="160" y="193"/>
                  <a:pt x="160" y="193"/>
                  <a:pt x="160" y="193"/>
                </a:cubicBezTo>
                <a:cubicBezTo>
                  <a:pt x="96" y="193"/>
                  <a:pt x="96" y="193"/>
                  <a:pt x="96" y="193"/>
                </a:cubicBezTo>
                <a:cubicBezTo>
                  <a:pt x="96" y="161"/>
                  <a:pt x="96" y="161"/>
                  <a:pt x="96" y="161"/>
                </a:cubicBezTo>
                <a:cubicBezTo>
                  <a:pt x="160" y="161"/>
                  <a:pt x="160" y="161"/>
                  <a:pt x="160" y="161"/>
                </a:cubicBezTo>
                <a:cubicBezTo>
                  <a:pt x="160" y="97"/>
                  <a:pt x="160" y="97"/>
                  <a:pt x="160" y="97"/>
                </a:cubicBezTo>
                <a:cubicBezTo>
                  <a:pt x="193" y="97"/>
                  <a:pt x="193" y="97"/>
                  <a:pt x="193" y="97"/>
                </a:cubicBezTo>
                <a:cubicBezTo>
                  <a:pt x="193" y="161"/>
                  <a:pt x="193" y="161"/>
                  <a:pt x="193" y="161"/>
                </a:cubicBezTo>
                <a:cubicBezTo>
                  <a:pt x="257" y="161"/>
                  <a:pt x="257" y="161"/>
                  <a:pt x="257" y="161"/>
                </a:cubicBezTo>
                <a:lnTo>
                  <a:pt x="257" y="19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5" name="Freeform 35"/>
          <p:cNvSpPr>
            <a:spLocks noEditPoints="1"/>
          </p:cNvSpPr>
          <p:nvPr/>
        </p:nvSpPr>
        <p:spPr bwMode="auto">
          <a:xfrm>
            <a:off x="802218" y="4436533"/>
            <a:ext cx="582084" cy="211667"/>
          </a:xfrm>
          <a:custGeom>
            <a:avLst/>
            <a:gdLst>
              <a:gd name="T0" fmla="*/ 289 w 353"/>
              <a:gd name="T1" fmla="*/ 0 h 129"/>
              <a:gd name="T2" fmla="*/ 64 w 353"/>
              <a:gd name="T3" fmla="*/ 0 h 129"/>
              <a:gd name="T4" fmla="*/ 0 w 353"/>
              <a:gd name="T5" fmla="*/ 64 h 129"/>
              <a:gd name="T6" fmla="*/ 64 w 353"/>
              <a:gd name="T7" fmla="*/ 129 h 129"/>
              <a:gd name="T8" fmla="*/ 289 w 353"/>
              <a:gd name="T9" fmla="*/ 129 h 129"/>
              <a:gd name="T10" fmla="*/ 353 w 353"/>
              <a:gd name="T11" fmla="*/ 64 h 129"/>
              <a:gd name="T12" fmla="*/ 289 w 353"/>
              <a:gd name="T13" fmla="*/ 0 h 129"/>
              <a:gd name="T14" fmla="*/ 64 w 353"/>
              <a:gd name="T15" fmla="*/ 64 h 129"/>
              <a:gd name="T16" fmla="*/ 48 w 353"/>
              <a:gd name="T17" fmla="*/ 48 h 129"/>
              <a:gd name="T18" fmla="*/ 64 w 353"/>
              <a:gd name="T19" fmla="*/ 32 h 129"/>
              <a:gd name="T20" fmla="*/ 80 w 353"/>
              <a:gd name="T21" fmla="*/ 48 h 129"/>
              <a:gd name="T22" fmla="*/ 64 w 353"/>
              <a:gd name="T23" fmla="*/ 64 h 129"/>
              <a:gd name="T24" fmla="*/ 104 w 353"/>
              <a:gd name="T25" fmla="*/ 80 h 129"/>
              <a:gd name="T26" fmla="*/ 96 w 353"/>
              <a:gd name="T27" fmla="*/ 72 h 129"/>
              <a:gd name="T28" fmla="*/ 104 w 353"/>
              <a:gd name="T29" fmla="*/ 64 h 129"/>
              <a:gd name="T30" fmla="*/ 112 w 353"/>
              <a:gd name="T31" fmla="*/ 72 h 129"/>
              <a:gd name="T32" fmla="*/ 104 w 353"/>
              <a:gd name="T33" fmla="*/ 80 h 129"/>
              <a:gd name="T34" fmla="*/ 289 w 353"/>
              <a:gd name="T35" fmla="*/ 112 h 129"/>
              <a:gd name="T36" fmla="*/ 185 w 353"/>
              <a:gd name="T37" fmla="*/ 112 h 129"/>
              <a:gd name="T38" fmla="*/ 185 w 353"/>
              <a:gd name="T39" fmla="*/ 16 h 129"/>
              <a:gd name="T40" fmla="*/ 289 w 353"/>
              <a:gd name="T41" fmla="*/ 16 h 129"/>
              <a:gd name="T42" fmla="*/ 337 w 353"/>
              <a:gd name="T43" fmla="*/ 64 h 129"/>
              <a:gd name="T44" fmla="*/ 289 w 353"/>
              <a:gd name="T45" fmla="*/ 112 h 1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353" h="129">
                <a:moveTo>
                  <a:pt x="289" y="0"/>
                </a:moveTo>
                <a:cubicBezTo>
                  <a:pt x="64" y="0"/>
                  <a:pt x="64" y="0"/>
                  <a:pt x="64" y="0"/>
                </a:cubicBezTo>
                <a:cubicBezTo>
                  <a:pt x="29" y="0"/>
                  <a:pt x="0" y="29"/>
                  <a:pt x="0" y="64"/>
                </a:cubicBezTo>
                <a:cubicBezTo>
                  <a:pt x="0" y="100"/>
                  <a:pt x="29" y="129"/>
                  <a:pt x="64" y="129"/>
                </a:cubicBezTo>
                <a:cubicBezTo>
                  <a:pt x="289" y="129"/>
                  <a:pt x="289" y="129"/>
                  <a:pt x="289" y="129"/>
                </a:cubicBezTo>
                <a:cubicBezTo>
                  <a:pt x="324" y="129"/>
                  <a:pt x="353" y="100"/>
                  <a:pt x="353" y="64"/>
                </a:cubicBezTo>
                <a:cubicBezTo>
                  <a:pt x="353" y="29"/>
                  <a:pt x="324" y="0"/>
                  <a:pt x="289" y="0"/>
                </a:cubicBezTo>
                <a:moveTo>
                  <a:pt x="64" y="64"/>
                </a:moveTo>
                <a:cubicBezTo>
                  <a:pt x="55" y="64"/>
                  <a:pt x="48" y="57"/>
                  <a:pt x="48" y="48"/>
                </a:cubicBezTo>
                <a:cubicBezTo>
                  <a:pt x="48" y="39"/>
                  <a:pt x="55" y="32"/>
                  <a:pt x="64" y="32"/>
                </a:cubicBezTo>
                <a:cubicBezTo>
                  <a:pt x="73" y="32"/>
                  <a:pt x="80" y="39"/>
                  <a:pt x="80" y="48"/>
                </a:cubicBezTo>
                <a:cubicBezTo>
                  <a:pt x="80" y="57"/>
                  <a:pt x="73" y="64"/>
                  <a:pt x="64" y="64"/>
                </a:cubicBezTo>
                <a:moveTo>
                  <a:pt x="104" y="80"/>
                </a:moveTo>
                <a:cubicBezTo>
                  <a:pt x="100" y="80"/>
                  <a:pt x="96" y="77"/>
                  <a:pt x="96" y="72"/>
                </a:cubicBezTo>
                <a:cubicBezTo>
                  <a:pt x="96" y="68"/>
                  <a:pt x="100" y="64"/>
                  <a:pt x="104" y="64"/>
                </a:cubicBezTo>
                <a:cubicBezTo>
                  <a:pt x="109" y="64"/>
                  <a:pt x="112" y="68"/>
                  <a:pt x="112" y="72"/>
                </a:cubicBezTo>
                <a:cubicBezTo>
                  <a:pt x="112" y="77"/>
                  <a:pt x="109" y="80"/>
                  <a:pt x="104" y="80"/>
                </a:cubicBezTo>
                <a:moveTo>
                  <a:pt x="289" y="112"/>
                </a:moveTo>
                <a:cubicBezTo>
                  <a:pt x="185" y="112"/>
                  <a:pt x="185" y="112"/>
                  <a:pt x="185" y="112"/>
                </a:cubicBezTo>
                <a:cubicBezTo>
                  <a:pt x="185" y="16"/>
                  <a:pt x="185" y="16"/>
                  <a:pt x="185" y="16"/>
                </a:cubicBezTo>
                <a:cubicBezTo>
                  <a:pt x="289" y="16"/>
                  <a:pt x="289" y="16"/>
                  <a:pt x="289" y="16"/>
                </a:cubicBezTo>
                <a:cubicBezTo>
                  <a:pt x="315" y="16"/>
                  <a:pt x="337" y="38"/>
                  <a:pt x="337" y="64"/>
                </a:cubicBezTo>
                <a:cubicBezTo>
                  <a:pt x="337" y="91"/>
                  <a:pt x="315" y="112"/>
                  <a:pt x="289" y="112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6" name="Freeform 36"/>
          <p:cNvSpPr>
            <a:spLocks noEditPoints="1"/>
          </p:cNvSpPr>
          <p:nvPr/>
        </p:nvSpPr>
        <p:spPr bwMode="auto">
          <a:xfrm>
            <a:off x="1991784" y="4250267"/>
            <a:ext cx="425451" cy="582084"/>
          </a:xfrm>
          <a:custGeom>
            <a:avLst/>
            <a:gdLst>
              <a:gd name="T0" fmla="*/ 209 w 257"/>
              <a:gd name="T1" fmla="*/ 96 h 353"/>
              <a:gd name="T2" fmla="*/ 193 w 257"/>
              <a:gd name="T3" fmla="*/ 96 h 353"/>
              <a:gd name="T4" fmla="*/ 193 w 257"/>
              <a:gd name="T5" fmla="*/ 80 h 353"/>
              <a:gd name="T6" fmla="*/ 193 w 257"/>
              <a:gd name="T7" fmla="*/ 16 h 353"/>
              <a:gd name="T8" fmla="*/ 177 w 257"/>
              <a:gd name="T9" fmla="*/ 0 h 353"/>
              <a:gd name="T10" fmla="*/ 81 w 257"/>
              <a:gd name="T11" fmla="*/ 0 h 353"/>
              <a:gd name="T12" fmla="*/ 65 w 257"/>
              <a:gd name="T13" fmla="*/ 16 h 353"/>
              <a:gd name="T14" fmla="*/ 65 w 257"/>
              <a:gd name="T15" fmla="*/ 80 h 353"/>
              <a:gd name="T16" fmla="*/ 65 w 257"/>
              <a:gd name="T17" fmla="*/ 96 h 353"/>
              <a:gd name="T18" fmla="*/ 49 w 257"/>
              <a:gd name="T19" fmla="*/ 96 h 353"/>
              <a:gd name="T20" fmla="*/ 0 w 257"/>
              <a:gd name="T21" fmla="*/ 144 h 353"/>
              <a:gd name="T22" fmla="*/ 0 w 257"/>
              <a:gd name="T23" fmla="*/ 305 h 353"/>
              <a:gd name="T24" fmla="*/ 49 w 257"/>
              <a:gd name="T25" fmla="*/ 353 h 353"/>
              <a:gd name="T26" fmla="*/ 209 w 257"/>
              <a:gd name="T27" fmla="*/ 353 h 353"/>
              <a:gd name="T28" fmla="*/ 257 w 257"/>
              <a:gd name="T29" fmla="*/ 305 h 353"/>
              <a:gd name="T30" fmla="*/ 257 w 257"/>
              <a:gd name="T31" fmla="*/ 144 h 353"/>
              <a:gd name="T32" fmla="*/ 209 w 257"/>
              <a:gd name="T33" fmla="*/ 96 h 353"/>
              <a:gd name="T34" fmla="*/ 81 w 257"/>
              <a:gd name="T35" fmla="*/ 16 h 353"/>
              <a:gd name="T36" fmla="*/ 177 w 257"/>
              <a:gd name="T37" fmla="*/ 16 h 353"/>
              <a:gd name="T38" fmla="*/ 177 w 257"/>
              <a:gd name="T39" fmla="*/ 32 h 353"/>
              <a:gd name="T40" fmla="*/ 81 w 257"/>
              <a:gd name="T41" fmla="*/ 32 h 353"/>
              <a:gd name="T42" fmla="*/ 81 w 257"/>
              <a:gd name="T43" fmla="*/ 16 h 353"/>
              <a:gd name="T44" fmla="*/ 81 w 257"/>
              <a:gd name="T45" fmla="*/ 48 h 353"/>
              <a:gd name="T46" fmla="*/ 177 w 257"/>
              <a:gd name="T47" fmla="*/ 48 h 353"/>
              <a:gd name="T48" fmla="*/ 177 w 257"/>
              <a:gd name="T49" fmla="*/ 80 h 353"/>
              <a:gd name="T50" fmla="*/ 81 w 257"/>
              <a:gd name="T51" fmla="*/ 80 h 353"/>
              <a:gd name="T52" fmla="*/ 81 w 257"/>
              <a:gd name="T53" fmla="*/ 48 h 353"/>
              <a:gd name="T54" fmla="*/ 209 w 257"/>
              <a:gd name="T55" fmla="*/ 337 h 353"/>
              <a:gd name="T56" fmla="*/ 49 w 257"/>
              <a:gd name="T57" fmla="*/ 337 h 353"/>
              <a:gd name="T58" fmla="*/ 16 w 257"/>
              <a:gd name="T59" fmla="*/ 305 h 353"/>
              <a:gd name="T60" fmla="*/ 241 w 257"/>
              <a:gd name="T61" fmla="*/ 305 h 353"/>
              <a:gd name="T62" fmla="*/ 209 w 257"/>
              <a:gd name="T63" fmla="*/ 337 h 353"/>
              <a:gd name="T64" fmla="*/ 177 w 257"/>
              <a:gd name="T65" fmla="*/ 208 h 353"/>
              <a:gd name="T66" fmla="*/ 177 w 257"/>
              <a:gd name="T67" fmla="*/ 241 h 353"/>
              <a:gd name="T68" fmla="*/ 145 w 257"/>
              <a:gd name="T69" fmla="*/ 241 h 353"/>
              <a:gd name="T70" fmla="*/ 145 w 257"/>
              <a:gd name="T71" fmla="*/ 273 h 353"/>
              <a:gd name="T72" fmla="*/ 113 w 257"/>
              <a:gd name="T73" fmla="*/ 273 h 353"/>
              <a:gd name="T74" fmla="*/ 113 w 257"/>
              <a:gd name="T75" fmla="*/ 241 h 353"/>
              <a:gd name="T76" fmla="*/ 81 w 257"/>
              <a:gd name="T77" fmla="*/ 241 h 353"/>
              <a:gd name="T78" fmla="*/ 81 w 257"/>
              <a:gd name="T79" fmla="*/ 208 h 353"/>
              <a:gd name="T80" fmla="*/ 113 w 257"/>
              <a:gd name="T81" fmla="*/ 208 h 353"/>
              <a:gd name="T82" fmla="*/ 113 w 257"/>
              <a:gd name="T83" fmla="*/ 176 h 353"/>
              <a:gd name="T84" fmla="*/ 145 w 257"/>
              <a:gd name="T85" fmla="*/ 176 h 353"/>
              <a:gd name="T86" fmla="*/ 145 w 257"/>
              <a:gd name="T87" fmla="*/ 208 h 353"/>
              <a:gd name="T88" fmla="*/ 177 w 257"/>
              <a:gd name="T89" fmla="*/ 208 h 353"/>
              <a:gd name="T90" fmla="*/ 16 w 257"/>
              <a:gd name="T91" fmla="*/ 144 h 353"/>
              <a:gd name="T92" fmla="*/ 49 w 257"/>
              <a:gd name="T93" fmla="*/ 112 h 353"/>
              <a:gd name="T94" fmla="*/ 209 w 257"/>
              <a:gd name="T95" fmla="*/ 112 h 353"/>
              <a:gd name="T96" fmla="*/ 241 w 257"/>
              <a:gd name="T97" fmla="*/ 144 h 353"/>
              <a:gd name="T98" fmla="*/ 16 w 257"/>
              <a:gd name="T99" fmla="*/ 144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257" h="353">
                <a:moveTo>
                  <a:pt x="209" y="96"/>
                </a:moveTo>
                <a:cubicBezTo>
                  <a:pt x="193" y="96"/>
                  <a:pt x="193" y="96"/>
                  <a:pt x="193" y="96"/>
                </a:cubicBezTo>
                <a:cubicBezTo>
                  <a:pt x="193" y="80"/>
                  <a:pt x="193" y="80"/>
                  <a:pt x="193" y="80"/>
                </a:cubicBezTo>
                <a:cubicBezTo>
                  <a:pt x="193" y="16"/>
                  <a:pt x="193" y="16"/>
                  <a:pt x="193" y="16"/>
                </a:cubicBezTo>
                <a:cubicBezTo>
                  <a:pt x="193" y="7"/>
                  <a:pt x="186" y="0"/>
                  <a:pt x="177" y="0"/>
                </a:cubicBezTo>
                <a:cubicBezTo>
                  <a:pt x="81" y="0"/>
                  <a:pt x="81" y="0"/>
                  <a:pt x="81" y="0"/>
                </a:cubicBezTo>
                <a:cubicBezTo>
                  <a:pt x="72" y="0"/>
                  <a:pt x="65" y="7"/>
                  <a:pt x="65" y="16"/>
                </a:cubicBezTo>
                <a:cubicBezTo>
                  <a:pt x="65" y="80"/>
                  <a:pt x="65" y="80"/>
                  <a:pt x="65" y="80"/>
                </a:cubicBezTo>
                <a:cubicBezTo>
                  <a:pt x="65" y="96"/>
                  <a:pt x="65" y="96"/>
                  <a:pt x="65" y="96"/>
                </a:cubicBezTo>
                <a:cubicBezTo>
                  <a:pt x="49" y="96"/>
                  <a:pt x="49" y="96"/>
                  <a:pt x="49" y="96"/>
                </a:cubicBezTo>
                <a:cubicBezTo>
                  <a:pt x="22" y="96"/>
                  <a:pt x="0" y="118"/>
                  <a:pt x="0" y="144"/>
                </a:cubicBezTo>
                <a:cubicBezTo>
                  <a:pt x="0" y="305"/>
                  <a:pt x="0" y="305"/>
                  <a:pt x="0" y="305"/>
                </a:cubicBezTo>
                <a:cubicBezTo>
                  <a:pt x="0" y="331"/>
                  <a:pt x="22" y="353"/>
                  <a:pt x="49" y="353"/>
                </a:cubicBezTo>
                <a:cubicBezTo>
                  <a:pt x="209" y="353"/>
                  <a:pt x="209" y="353"/>
                  <a:pt x="209" y="353"/>
                </a:cubicBezTo>
                <a:cubicBezTo>
                  <a:pt x="236" y="353"/>
                  <a:pt x="257" y="331"/>
                  <a:pt x="257" y="305"/>
                </a:cubicBezTo>
                <a:cubicBezTo>
                  <a:pt x="257" y="144"/>
                  <a:pt x="257" y="144"/>
                  <a:pt x="257" y="144"/>
                </a:cubicBezTo>
                <a:cubicBezTo>
                  <a:pt x="257" y="118"/>
                  <a:pt x="236" y="96"/>
                  <a:pt x="209" y="96"/>
                </a:cubicBezTo>
                <a:moveTo>
                  <a:pt x="81" y="16"/>
                </a:moveTo>
                <a:cubicBezTo>
                  <a:pt x="177" y="16"/>
                  <a:pt x="177" y="16"/>
                  <a:pt x="177" y="16"/>
                </a:cubicBezTo>
                <a:cubicBezTo>
                  <a:pt x="177" y="32"/>
                  <a:pt x="177" y="32"/>
                  <a:pt x="177" y="32"/>
                </a:cubicBezTo>
                <a:cubicBezTo>
                  <a:pt x="81" y="32"/>
                  <a:pt x="81" y="32"/>
                  <a:pt x="81" y="32"/>
                </a:cubicBezTo>
                <a:lnTo>
                  <a:pt x="81" y="16"/>
                </a:lnTo>
                <a:close/>
                <a:moveTo>
                  <a:pt x="81" y="48"/>
                </a:moveTo>
                <a:cubicBezTo>
                  <a:pt x="177" y="48"/>
                  <a:pt x="177" y="48"/>
                  <a:pt x="177" y="48"/>
                </a:cubicBezTo>
                <a:cubicBezTo>
                  <a:pt x="177" y="80"/>
                  <a:pt x="177" y="80"/>
                  <a:pt x="177" y="80"/>
                </a:cubicBezTo>
                <a:cubicBezTo>
                  <a:pt x="81" y="80"/>
                  <a:pt x="81" y="80"/>
                  <a:pt x="81" y="80"/>
                </a:cubicBezTo>
                <a:lnTo>
                  <a:pt x="81" y="48"/>
                </a:lnTo>
                <a:close/>
                <a:moveTo>
                  <a:pt x="209" y="337"/>
                </a:moveTo>
                <a:cubicBezTo>
                  <a:pt x="49" y="337"/>
                  <a:pt x="49" y="337"/>
                  <a:pt x="49" y="337"/>
                </a:cubicBezTo>
                <a:cubicBezTo>
                  <a:pt x="31" y="337"/>
                  <a:pt x="16" y="322"/>
                  <a:pt x="16" y="305"/>
                </a:cubicBezTo>
                <a:cubicBezTo>
                  <a:pt x="241" y="305"/>
                  <a:pt x="241" y="305"/>
                  <a:pt x="241" y="305"/>
                </a:cubicBezTo>
                <a:cubicBezTo>
                  <a:pt x="241" y="322"/>
                  <a:pt x="227" y="337"/>
                  <a:pt x="209" y="337"/>
                </a:cubicBezTo>
                <a:moveTo>
                  <a:pt x="177" y="208"/>
                </a:moveTo>
                <a:cubicBezTo>
                  <a:pt x="177" y="241"/>
                  <a:pt x="177" y="241"/>
                  <a:pt x="177" y="241"/>
                </a:cubicBezTo>
                <a:cubicBezTo>
                  <a:pt x="145" y="241"/>
                  <a:pt x="145" y="241"/>
                  <a:pt x="145" y="241"/>
                </a:cubicBezTo>
                <a:cubicBezTo>
                  <a:pt x="145" y="273"/>
                  <a:pt x="145" y="273"/>
                  <a:pt x="145" y="273"/>
                </a:cubicBezTo>
                <a:cubicBezTo>
                  <a:pt x="113" y="273"/>
                  <a:pt x="113" y="273"/>
                  <a:pt x="113" y="273"/>
                </a:cubicBezTo>
                <a:cubicBezTo>
                  <a:pt x="113" y="241"/>
                  <a:pt x="113" y="241"/>
                  <a:pt x="113" y="241"/>
                </a:cubicBezTo>
                <a:cubicBezTo>
                  <a:pt x="81" y="241"/>
                  <a:pt x="81" y="241"/>
                  <a:pt x="81" y="241"/>
                </a:cubicBezTo>
                <a:cubicBezTo>
                  <a:pt x="81" y="208"/>
                  <a:pt x="81" y="208"/>
                  <a:pt x="81" y="208"/>
                </a:cubicBezTo>
                <a:cubicBezTo>
                  <a:pt x="113" y="208"/>
                  <a:pt x="113" y="208"/>
                  <a:pt x="113" y="208"/>
                </a:cubicBezTo>
                <a:cubicBezTo>
                  <a:pt x="113" y="176"/>
                  <a:pt x="113" y="176"/>
                  <a:pt x="113" y="176"/>
                </a:cubicBezTo>
                <a:cubicBezTo>
                  <a:pt x="145" y="176"/>
                  <a:pt x="145" y="176"/>
                  <a:pt x="145" y="176"/>
                </a:cubicBezTo>
                <a:cubicBezTo>
                  <a:pt x="145" y="208"/>
                  <a:pt x="145" y="208"/>
                  <a:pt x="145" y="208"/>
                </a:cubicBezTo>
                <a:lnTo>
                  <a:pt x="177" y="208"/>
                </a:lnTo>
                <a:close/>
                <a:moveTo>
                  <a:pt x="16" y="144"/>
                </a:moveTo>
                <a:cubicBezTo>
                  <a:pt x="16" y="126"/>
                  <a:pt x="31" y="112"/>
                  <a:pt x="49" y="112"/>
                </a:cubicBezTo>
                <a:cubicBezTo>
                  <a:pt x="209" y="112"/>
                  <a:pt x="209" y="112"/>
                  <a:pt x="209" y="112"/>
                </a:cubicBezTo>
                <a:cubicBezTo>
                  <a:pt x="227" y="112"/>
                  <a:pt x="241" y="126"/>
                  <a:pt x="241" y="144"/>
                </a:cubicBezTo>
                <a:lnTo>
                  <a:pt x="16" y="14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7" name="Freeform 37"/>
          <p:cNvSpPr>
            <a:spLocks noEditPoints="1"/>
          </p:cNvSpPr>
          <p:nvPr/>
        </p:nvSpPr>
        <p:spPr bwMode="auto">
          <a:xfrm>
            <a:off x="3026834" y="4250267"/>
            <a:ext cx="582084" cy="582084"/>
          </a:xfrm>
          <a:custGeom>
            <a:avLst/>
            <a:gdLst>
              <a:gd name="T0" fmla="*/ 337 w 353"/>
              <a:gd name="T1" fmla="*/ 16 h 353"/>
              <a:gd name="T2" fmla="*/ 192 w 353"/>
              <a:gd name="T3" fmla="*/ 16 h 353"/>
              <a:gd name="T4" fmla="*/ 176 w 353"/>
              <a:gd name="T5" fmla="*/ 0 h 353"/>
              <a:gd name="T6" fmla="*/ 160 w 353"/>
              <a:gd name="T7" fmla="*/ 16 h 353"/>
              <a:gd name="T8" fmla="*/ 16 w 353"/>
              <a:gd name="T9" fmla="*/ 16 h 353"/>
              <a:gd name="T10" fmla="*/ 0 w 353"/>
              <a:gd name="T11" fmla="*/ 32 h 353"/>
              <a:gd name="T12" fmla="*/ 0 w 353"/>
              <a:gd name="T13" fmla="*/ 48 h 353"/>
              <a:gd name="T14" fmla="*/ 16 w 353"/>
              <a:gd name="T15" fmla="*/ 64 h 353"/>
              <a:gd name="T16" fmla="*/ 16 w 353"/>
              <a:gd name="T17" fmla="*/ 257 h 353"/>
              <a:gd name="T18" fmla="*/ 32 w 353"/>
              <a:gd name="T19" fmla="*/ 273 h 353"/>
              <a:gd name="T20" fmla="*/ 168 w 353"/>
              <a:gd name="T21" fmla="*/ 273 h 353"/>
              <a:gd name="T22" fmla="*/ 168 w 353"/>
              <a:gd name="T23" fmla="*/ 293 h 353"/>
              <a:gd name="T24" fmla="*/ 122 w 353"/>
              <a:gd name="T25" fmla="*/ 339 h 353"/>
              <a:gd name="T26" fmla="*/ 120 w 353"/>
              <a:gd name="T27" fmla="*/ 345 h 353"/>
              <a:gd name="T28" fmla="*/ 128 w 353"/>
              <a:gd name="T29" fmla="*/ 353 h 353"/>
              <a:gd name="T30" fmla="*/ 134 w 353"/>
              <a:gd name="T31" fmla="*/ 351 h 353"/>
              <a:gd name="T32" fmla="*/ 176 w 353"/>
              <a:gd name="T33" fmla="*/ 308 h 353"/>
              <a:gd name="T34" fmla="*/ 219 w 353"/>
              <a:gd name="T35" fmla="*/ 351 h 353"/>
              <a:gd name="T36" fmla="*/ 224 w 353"/>
              <a:gd name="T37" fmla="*/ 353 h 353"/>
              <a:gd name="T38" fmla="*/ 232 w 353"/>
              <a:gd name="T39" fmla="*/ 345 h 353"/>
              <a:gd name="T40" fmla="*/ 230 w 353"/>
              <a:gd name="T41" fmla="*/ 339 h 353"/>
              <a:gd name="T42" fmla="*/ 184 w 353"/>
              <a:gd name="T43" fmla="*/ 293 h 353"/>
              <a:gd name="T44" fmla="*/ 184 w 353"/>
              <a:gd name="T45" fmla="*/ 273 h 353"/>
              <a:gd name="T46" fmla="*/ 321 w 353"/>
              <a:gd name="T47" fmla="*/ 273 h 353"/>
              <a:gd name="T48" fmla="*/ 337 w 353"/>
              <a:gd name="T49" fmla="*/ 257 h 353"/>
              <a:gd name="T50" fmla="*/ 337 w 353"/>
              <a:gd name="T51" fmla="*/ 64 h 353"/>
              <a:gd name="T52" fmla="*/ 353 w 353"/>
              <a:gd name="T53" fmla="*/ 48 h 353"/>
              <a:gd name="T54" fmla="*/ 353 w 353"/>
              <a:gd name="T55" fmla="*/ 32 h 353"/>
              <a:gd name="T56" fmla="*/ 337 w 353"/>
              <a:gd name="T57" fmla="*/ 16 h 353"/>
              <a:gd name="T58" fmla="*/ 321 w 353"/>
              <a:gd name="T59" fmla="*/ 257 h 353"/>
              <a:gd name="T60" fmla="*/ 32 w 353"/>
              <a:gd name="T61" fmla="*/ 257 h 353"/>
              <a:gd name="T62" fmla="*/ 32 w 353"/>
              <a:gd name="T63" fmla="*/ 64 h 353"/>
              <a:gd name="T64" fmla="*/ 321 w 353"/>
              <a:gd name="T65" fmla="*/ 64 h 353"/>
              <a:gd name="T66" fmla="*/ 321 w 353"/>
              <a:gd name="T67" fmla="*/ 257 h 353"/>
              <a:gd name="T68" fmla="*/ 337 w 353"/>
              <a:gd name="T69" fmla="*/ 48 h 353"/>
              <a:gd name="T70" fmla="*/ 16 w 353"/>
              <a:gd name="T71" fmla="*/ 48 h 353"/>
              <a:gd name="T72" fmla="*/ 16 w 353"/>
              <a:gd name="T73" fmla="*/ 32 h 353"/>
              <a:gd name="T74" fmla="*/ 337 w 353"/>
              <a:gd name="T75" fmla="*/ 32 h 353"/>
              <a:gd name="T76" fmla="*/ 337 w 353"/>
              <a:gd name="T77" fmla="*/ 48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353" h="353">
                <a:moveTo>
                  <a:pt x="337" y="16"/>
                </a:moveTo>
                <a:cubicBezTo>
                  <a:pt x="192" y="16"/>
                  <a:pt x="192" y="16"/>
                  <a:pt x="192" y="16"/>
                </a:cubicBezTo>
                <a:cubicBezTo>
                  <a:pt x="192" y="7"/>
                  <a:pt x="185" y="0"/>
                  <a:pt x="176" y="0"/>
                </a:cubicBezTo>
                <a:cubicBezTo>
                  <a:pt x="167" y="0"/>
                  <a:pt x="160" y="7"/>
                  <a:pt x="160" y="16"/>
                </a:cubicBezTo>
                <a:cubicBezTo>
                  <a:pt x="16" y="16"/>
                  <a:pt x="16" y="16"/>
                  <a:pt x="16" y="16"/>
                </a:cubicBezTo>
                <a:cubicBezTo>
                  <a:pt x="7" y="16"/>
                  <a:pt x="0" y="23"/>
                  <a:pt x="0" y="32"/>
                </a:cubicBezTo>
                <a:cubicBezTo>
                  <a:pt x="0" y="48"/>
                  <a:pt x="0" y="48"/>
                  <a:pt x="0" y="48"/>
                </a:cubicBezTo>
                <a:cubicBezTo>
                  <a:pt x="0" y="57"/>
                  <a:pt x="7" y="64"/>
                  <a:pt x="16" y="64"/>
                </a:cubicBezTo>
                <a:cubicBezTo>
                  <a:pt x="16" y="257"/>
                  <a:pt x="16" y="257"/>
                  <a:pt x="16" y="257"/>
                </a:cubicBezTo>
                <a:cubicBezTo>
                  <a:pt x="16" y="265"/>
                  <a:pt x="23" y="273"/>
                  <a:pt x="32" y="273"/>
                </a:cubicBezTo>
                <a:cubicBezTo>
                  <a:pt x="168" y="273"/>
                  <a:pt x="168" y="273"/>
                  <a:pt x="168" y="273"/>
                </a:cubicBezTo>
                <a:cubicBezTo>
                  <a:pt x="168" y="293"/>
                  <a:pt x="168" y="293"/>
                  <a:pt x="168" y="293"/>
                </a:cubicBezTo>
                <a:cubicBezTo>
                  <a:pt x="122" y="339"/>
                  <a:pt x="122" y="339"/>
                  <a:pt x="122" y="339"/>
                </a:cubicBezTo>
                <a:cubicBezTo>
                  <a:pt x="121" y="341"/>
                  <a:pt x="120" y="343"/>
                  <a:pt x="120" y="345"/>
                </a:cubicBezTo>
                <a:cubicBezTo>
                  <a:pt x="120" y="349"/>
                  <a:pt x="124" y="353"/>
                  <a:pt x="128" y="353"/>
                </a:cubicBezTo>
                <a:cubicBezTo>
                  <a:pt x="130" y="353"/>
                  <a:pt x="132" y="352"/>
                  <a:pt x="134" y="351"/>
                </a:cubicBezTo>
                <a:cubicBezTo>
                  <a:pt x="176" y="308"/>
                  <a:pt x="176" y="308"/>
                  <a:pt x="176" y="308"/>
                </a:cubicBezTo>
                <a:cubicBezTo>
                  <a:pt x="219" y="351"/>
                  <a:pt x="219" y="351"/>
                  <a:pt x="219" y="351"/>
                </a:cubicBezTo>
                <a:cubicBezTo>
                  <a:pt x="220" y="352"/>
                  <a:pt x="222" y="353"/>
                  <a:pt x="224" y="353"/>
                </a:cubicBezTo>
                <a:cubicBezTo>
                  <a:pt x="229" y="353"/>
                  <a:pt x="232" y="349"/>
                  <a:pt x="232" y="345"/>
                </a:cubicBezTo>
                <a:cubicBezTo>
                  <a:pt x="232" y="343"/>
                  <a:pt x="231" y="341"/>
                  <a:pt x="230" y="339"/>
                </a:cubicBezTo>
                <a:cubicBezTo>
                  <a:pt x="184" y="293"/>
                  <a:pt x="184" y="293"/>
                  <a:pt x="184" y="293"/>
                </a:cubicBezTo>
                <a:cubicBezTo>
                  <a:pt x="184" y="273"/>
                  <a:pt x="184" y="273"/>
                  <a:pt x="184" y="273"/>
                </a:cubicBezTo>
                <a:cubicBezTo>
                  <a:pt x="321" y="273"/>
                  <a:pt x="321" y="273"/>
                  <a:pt x="321" y="273"/>
                </a:cubicBezTo>
                <a:cubicBezTo>
                  <a:pt x="330" y="273"/>
                  <a:pt x="337" y="265"/>
                  <a:pt x="337" y="257"/>
                </a:cubicBezTo>
                <a:cubicBezTo>
                  <a:pt x="337" y="64"/>
                  <a:pt x="337" y="64"/>
                  <a:pt x="337" y="64"/>
                </a:cubicBezTo>
                <a:cubicBezTo>
                  <a:pt x="346" y="64"/>
                  <a:pt x="353" y="57"/>
                  <a:pt x="353" y="48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23"/>
                  <a:pt x="346" y="16"/>
                  <a:pt x="337" y="16"/>
                </a:cubicBezTo>
                <a:moveTo>
                  <a:pt x="321" y="257"/>
                </a:moveTo>
                <a:cubicBezTo>
                  <a:pt x="32" y="257"/>
                  <a:pt x="32" y="257"/>
                  <a:pt x="32" y="257"/>
                </a:cubicBezTo>
                <a:cubicBezTo>
                  <a:pt x="32" y="64"/>
                  <a:pt x="32" y="64"/>
                  <a:pt x="32" y="64"/>
                </a:cubicBezTo>
                <a:cubicBezTo>
                  <a:pt x="321" y="64"/>
                  <a:pt x="321" y="64"/>
                  <a:pt x="321" y="64"/>
                </a:cubicBezTo>
                <a:lnTo>
                  <a:pt x="321" y="257"/>
                </a:lnTo>
                <a:close/>
                <a:moveTo>
                  <a:pt x="337" y="48"/>
                </a:moveTo>
                <a:cubicBezTo>
                  <a:pt x="16" y="48"/>
                  <a:pt x="16" y="48"/>
                  <a:pt x="16" y="48"/>
                </a:cubicBezTo>
                <a:cubicBezTo>
                  <a:pt x="16" y="32"/>
                  <a:pt x="16" y="32"/>
                  <a:pt x="16" y="32"/>
                </a:cubicBezTo>
                <a:cubicBezTo>
                  <a:pt x="337" y="32"/>
                  <a:pt x="337" y="32"/>
                  <a:pt x="337" y="32"/>
                </a:cubicBezTo>
                <a:lnTo>
                  <a:pt x="337" y="4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8" name="Freeform 38"/>
          <p:cNvSpPr>
            <a:spLocks noEditPoints="1"/>
          </p:cNvSpPr>
          <p:nvPr/>
        </p:nvSpPr>
        <p:spPr bwMode="auto">
          <a:xfrm>
            <a:off x="4138085" y="4250267"/>
            <a:ext cx="582084" cy="582084"/>
          </a:xfrm>
          <a:custGeom>
            <a:avLst/>
            <a:gdLst>
              <a:gd name="T0" fmla="*/ 193 w 353"/>
              <a:gd name="T1" fmla="*/ 16 h 353"/>
              <a:gd name="T2" fmla="*/ 160 w 353"/>
              <a:gd name="T3" fmla="*/ 16 h 353"/>
              <a:gd name="T4" fmla="*/ 0 w 353"/>
              <a:gd name="T5" fmla="*/ 32 h 353"/>
              <a:gd name="T6" fmla="*/ 16 w 353"/>
              <a:gd name="T7" fmla="*/ 64 h 353"/>
              <a:gd name="T8" fmla="*/ 32 w 353"/>
              <a:gd name="T9" fmla="*/ 273 h 353"/>
              <a:gd name="T10" fmla="*/ 168 w 353"/>
              <a:gd name="T11" fmla="*/ 293 h 353"/>
              <a:gd name="T12" fmla="*/ 120 w 353"/>
              <a:gd name="T13" fmla="*/ 345 h 353"/>
              <a:gd name="T14" fmla="*/ 134 w 353"/>
              <a:gd name="T15" fmla="*/ 351 h 353"/>
              <a:gd name="T16" fmla="*/ 219 w 353"/>
              <a:gd name="T17" fmla="*/ 351 h 353"/>
              <a:gd name="T18" fmla="*/ 233 w 353"/>
              <a:gd name="T19" fmla="*/ 345 h 353"/>
              <a:gd name="T20" fmla="*/ 185 w 353"/>
              <a:gd name="T21" fmla="*/ 293 h 353"/>
              <a:gd name="T22" fmla="*/ 321 w 353"/>
              <a:gd name="T23" fmla="*/ 273 h 353"/>
              <a:gd name="T24" fmla="*/ 337 w 353"/>
              <a:gd name="T25" fmla="*/ 64 h 353"/>
              <a:gd name="T26" fmla="*/ 353 w 353"/>
              <a:gd name="T27" fmla="*/ 32 h 353"/>
              <a:gd name="T28" fmla="*/ 321 w 353"/>
              <a:gd name="T29" fmla="*/ 257 h 353"/>
              <a:gd name="T30" fmla="*/ 32 w 353"/>
              <a:gd name="T31" fmla="*/ 64 h 353"/>
              <a:gd name="T32" fmla="*/ 321 w 353"/>
              <a:gd name="T33" fmla="*/ 257 h 353"/>
              <a:gd name="T34" fmla="*/ 16 w 353"/>
              <a:gd name="T35" fmla="*/ 48 h 353"/>
              <a:gd name="T36" fmla="*/ 337 w 353"/>
              <a:gd name="T37" fmla="*/ 32 h 353"/>
              <a:gd name="T38" fmla="*/ 72 w 353"/>
              <a:gd name="T39" fmla="*/ 176 h 353"/>
              <a:gd name="T40" fmla="*/ 160 w 353"/>
              <a:gd name="T41" fmla="*/ 168 h 353"/>
              <a:gd name="T42" fmla="*/ 159 w 353"/>
              <a:gd name="T43" fmla="*/ 164 h 353"/>
              <a:gd name="T44" fmla="*/ 119 w 353"/>
              <a:gd name="T45" fmla="*/ 100 h 353"/>
              <a:gd name="T46" fmla="*/ 106 w 353"/>
              <a:gd name="T47" fmla="*/ 100 h 353"/>
              <a:gd name="T48" fmla="*/ 65 w 353"/>
              <a:gd name="T49" fmla="*/ 164 h 353"/>
              <a:gd name="T50" fmla="*/ 64 w 353"/>
              <a:gd name="T51" fmla="*/ 168 h 353"/>
              <a:gd name="T52" fmla="*/ 112 w 353"/>
              <a:gd name="T53" fmla="*/ 119 h 353"/>
              <a:gd name="T54" fmla="*/ 87 w 353"/>
              <a:gd name="T55" fmla="*/ 160 h 353"/>
              <a:gd name="T56" fmla="*/ 241 w 353"/>
              <a:gd name="T57" fmla="*/ 224 h 353"/>
              <a:gd name="T58" fmla="*/ 241 w 353"/>
              <a:gd name="T59" fmla="*/ 128 h 353"/>
              <a:gd name="T60" fmla="*/ 241 w 353"/>
              <a:gd name="T61" fmla="*/ 224 h 353"/>
              <a:gd name="T62" fmla="*/ 273 w 353"/>
              <a:gd name="T63" fmla="*/ 176 h 353"/>
              <a:gd name="T64" fmla="*/ 209 w 353"/>
              <a:gd name="T65" fmla="*/ 176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353" h="353">
                <a:moveTo>
                  <a:pt x="337" y="16"/>
                </a:moveTo>
                <a:cubicBezTo>
                  <a:pt x="193" y="16"/>
                  <a:pt x="193" y="16"/>
                  <a:pt x="193" y="16"/>
                </a:cubicBezTo>
                <a:cubicBezTo>
                  <a:pt x="193" y="7"/>
                  <a:pt x="185" y="0"/>
                  <a:pt x="177" y="0"/>
                </a:cubicBezTo>
                <a:cubicBezTo>
                  <a:pt x="168" y="0"/>
                  <a:pt x="160" y="7"/>
                  <a:pt x="160" y="16"/>
                </a:cubicBezTo>
                <a:cubicBezTo>
                  <a:pt x="16" y="16"/>
                  <a:pt x="16" y="16"/>
                  <a:pt x="16" y="16"/>
                </a:cubicBezTo>
                <a:cubicBezTo>
                  <a:pt x="7" y="16"/>
                  <a:pt x="0" y="23"/>
                  <a:pt x="0" y="32"/>
                </a:cubicBezTo>
                <a:cubicBezTo>
                  <a:pt x="0" y="48"/>
                  <a:pt x="0" y="48"/>
                  <a:pt x="0" y="48"/>
                </a:cubicBezTo>
                <a:cubicBezTo>
                  <a:pt x="0" y="57"/>
                  <a:pt x="7" y="64"/>
                  <a:pt x="16" y="64"/>
                </a:cubicBezTo>
                <a:cubicBezTo>
                  <a:pt x="16" y="257"/>
                  <a:pt x="16" y="257"/>
                  <a:pt x="16" y="257"/>
                </a:cubicBezTo>
                <a:cubicBezTo>
                  <a:pt x="16" y="265"/>
                  <a:pt x="23" y="273"/>
                  <a:pt x="32" y="273"/>
                </a:cubicBezTo>
                <a:cubicBezTo>
                  <a:pt x="168" y="273"/>
                  <a:pt x="168" y="273"/>
                  <a:pt x="168" y="273"/>
                </a:cubicBezTo>
                <a:cubicBezTo>
                  <a:pt x="168" y="293"/>
                  <a:pt x="168" y="293"/>
                  <a:pt x="168" y="293"/>
                </a:cubicBezTo>
                <a:cubicBezTo>
                  <a:pt x="123" y="339"/>
                  <a:pt x="123" y="339"/>
                  <a:pt x="123" y="339"/>
                </a:cubicBezTo>
                <a:cubicBezTo>
                  <a:pt x="121" y="341"/>
                  <a:pt x="120" y="343"/>
                  <a:pt x="120" y="345"/>
                </a:cubicBezTo>
                <a:cubicBezTo>
                  <a:pt x="120" y="349"/>
                  <a:pt x="124" y="353"/>
                  <a:pt x="128" y="353"/>
                </a:cubicBezTo>
                <a:cubicBezTo>
                  <a:pt x="131" y="353"/>
                  <a:pt x="133" y="352"/>
                  <a:pt x="134" y="351"/>
                </a:cubicBezTo>
                <a:cubicBezTo>
                  <a:pt x="177" y="308"/>
                  <a:pt x="177" y="308"/>
                  <a:pt x="177" y="308"/>
                </a:cubicBezTo>
                <a:cubicBezTo>
                  <a:pt x="219" y="351"/>
                  <a:pt x="219" y="351"/>
                  <a:pt x="219" y="351"/>
                </a:cubicBezTo>
                <a:cubicBezTo>
                  <a:pt x="220" y="352"/>
                  <a:pt x="222" y="353"/>
                  <a:pt x="225" y="353"/>
                </a:cubicBezTo>
                <a:cubicBezTo>
                  <a:pt x="229" y="353"/>
                  <a:pt x="233" y="349"/>
                  <a:pt x="233" y="345"/>
                </a:cubicBezTo>
                <a:cubicBezTo>
                  <a:pt x="233" y="343"/>
                  <a:pt x="232" y="341"/>
                  <a:pt x="230" y="339"/>
                </a:cubicBezTo>
                <a:cubicBezTo>
                  <a:pt x="185" y="293"/>
                  <a:pt x="185" y="293"/>
                  <a:pt x="185" y="293"/>
                </a:cubicBezTo>
                <a:cubicBezTo>
                  <a:pt x="185" y="273"/>
                  <a:pt x="185" y="273"/>
                  <a:pt x="185" y="273"/>
                </a:cubicBezTo>
                <a:cubicBezTo>
                  <a:pt x="321" y="273"/>
                  <a:pt x="321" y="273"/>
                  <a:pt x="321" y="273"/>
                </a:cubicBezTo>
                <a:cubicBezTo>
                  <a:pt x="330" y="273"/>
                  <a:pt x="337" y="265"/>
                  <a:pt x="337" y="257"/>
                </a:cubicBezTo>
                <a:cubicBezTo>
                  <a:pt x="337" y="64"/>
                  <a:pt x="337" y="64"/>
                  <a:pt x="337" y="64"/>
                </a:cubicBezTo>
                <a:cubicBezTo>
                  <a:pt x="346" y="64"/>
                  <a:pt x="353" y="57"/>
                  <a:pt x="353" y="48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23"/>
                  <a:pt x="346" y="16"/>
                  <a:pt x="337" y="16"/>
                </a:cubicBezTo>
                <a:moveTo>
                  <a:pt x="321" y="257"/>
                </a:moveTo>
                <a:cubicBezTo>
                  <a:pt x="32" y="257"/>
                  <a:pt x="32" y="257"/>
                  <a:pt x="32" y="257"/>
                </a:cubicBezTo>
                <a:cubicBezTo>
                  <a:pt x="32" y="64"/>
                  <a:pt x="32" y="64"/>
                  <a:pt x="32" y="64"/>
                </a:cubicBezTo>
                <a:cubicBezTo>
                  <a:pt x="321" y="64"/>
                  <a:pt x="321" y="64"/>
                  <a:pt x="321" y="64"/>
                </a:cubicBezTo>
                <a:lnTo>
                  <a:pt x="321" y="257"/>
                </a:lnTo>
                <a:close/>
                <a:moveTo>
                  <a:pt x="337" y="48"/>
                </a:moveTo>
                <a:cubicBezTo>
                  <a:pt x="16" y="48"/>
                  <a:pt x="16" y="48"/>
                  <a:pt x="16" y="48"/>
                </a:cubicBezTo>
                <a:cubicBezTo>
                  <a:pt x="16" y="32"/>
                  <a:pt x="16" y="32"/>
                  <a:pt x="16" y="32"/>
                </a:cubicBezTo>
                <a:cubicBezTo>
                  <a:pt x="337" y="32"/>
                  <a:pt x="337" y="32"/>
                  <a:pt x="337" y="32"/>
                </a:cubicBezTo>
                <a:lnTo>
                  <a:pt x="337" y="48"/>
                </a:lnTo>
                <a:close/>
                <a:moveTo>
                  <a:pt x="72" y="176"/>
                </a:moveTo>
                <a:cubicBezTo>
                  <a:pt x="152" y="176"/>
                  <a:pt x="152" y="176"/>
                  <a:pt x="152" y="176"/>
                </a:cubicBezTo>
                <a:cubicBezTo>
                  <a:pt x="157" y="176"/>
                  <a:pt x="160" y="173"/>
                  <a:pt x="160" y="168"/>
                </a:cubicBezTo>
                <a:cubicBezTo>
                  <a:pt x="160" y="167"/>
                  <a:pt x="160" y="165"/>
                  <a:pt x="159" y="164"/>
                </a:cubicBezTo>
                <a:cubicBezTo>
                  <a:pt x="159" y="164"/>
                  <a:pt x="159" y="164"/>
                  <a:pt x="159" y="164"/>
                </a:cubicBezTo>
                <a:cubicBezTo>
                  <a:pt x="119" y="100"/>
                  <a:pt x="119" y="100"/>
                  <a:pt x="119" y="100"/>
                </a:cubicBezTo>
                <a:cubicBezTo>
                  <a:pt x="119" y="100"/>
                  <a:pt x="119" y="100"/>
                  <a:pt x="119" y="100"/>
                </a:cubicBezTo>
                <a:cubicBezTo>
                  <a:pt x="117" y="98"/>
                  <a:pt x="115" y="96"/>
                  <a:pt x="112" y="96"/>
                </a:cubicBezTo>
                <a:cubicBezTo>
                  <a:pt x="109" y="96"/>
                  <a:pt x="107" y="98"/>
                  <a:pt x="106" y="100"/>
                </a:cubicBezTo>
                <a:cubicBezTo>
                  <a:pt x="106" y="100"/>
                  <a:pt x="106" y="100"/>
                  <a:pt x="106" y="100"/>
                </a:cubicBezTo>
                <a:cubicBezTo>
                  <a:pt x="65" y="164"/>
                  <a:pt x="65" y="164"/>
                  <a:pt x="65" y="164"/>
                </a:cubicBezTo>
                <a:cubicBezTo>
                  <a:pt x="66" y="164"/>
                  <a:pt x="66" y="164"/>
                  <a:pt x="66" y="164"/>
                </a:cubicBezTo>
                <a:cubicBezTo>
                  <a:pt x="65" y="165"/>
                  <a:pt x="64" y="167"/>
                  <a:pt x="64" y="168"/>
                </a:cubicBezTo>
                <a:cubicBezTo>
                  <a:pt x="64" y="173"/>
                  <a:pt x="68" y="176"/>
                  <a:pt x="72" y="176"/>
                </a:cubicBezTo>
                <a:moveTo>
                  <a:pt x="112" y="119"/>
                </a:moveTo>
                <a:cubicBezTo>
                  <a:pt x="138" y="160"/>
                  <a:pt x="138" y="160"/>
                  <a:pt x="138" y="160"/>
                </a:cubicBezTo>
                <a:cubicBezTo>
                  <a:pt x="87" y="160"/>
                  <a:pt x="87" y="160"/>
                  <a:pt x="87" y="160"/>
                </a:cubicBezTo>
                <a:lnTo>
                  <a:pt x="112" y="119"/>
                </a:lnTo>
                <a:close/>
                <a:moveTo>
                  <a:pt x="241" y="224"/>
                </a:moveTo>
                <a:cubicBezTo>
                  <a:pt x="267" y="224"/>
                  <a:pt x="289" y="203"/>
                  <a:pt x="289" y="176"/>
                </a:cubicBezTo>
                <a:cubicBezTo>
                  <a:pt x="289" y="150"/>
                  <a:pt x="267" y="128"/>
                  <a:pt x="241" y="128"/>
                </a:cubicBezTo>
                <a:cubicBezTo>
                  <a:pt x="214" y="128"/>
                  <a:pt x="193" y="150"/>
                  <a:pt x="193" y="176"/>
                </a:cubicBezTo>
                <a:cubicBezTo>
                  <a:pt x="193" y="203"/>
                  <a:pt x="214" y="224"/>
                  <a:pt x="241" y="224"/>
                </a:cubicBezTo>
                <a:moveTo>
                  <a:pt x="241" y="144"/>
                </a:moveTo>
                <a:cubicBezTo>
                  <a:pt x="258" y="144"/>
                  <a:pt x="273" y="159"/>
                  <a:pt x="273" y="176"/>
                </a:cubicBezTo>
                <a:cubicBezTo>
                  <a:pt x="273" y="194"/>
                  <a:pt x="258" y="208"/>
                  <a:pt x="241" y="208"/>
                </a:cubicBezTo>
                <a:cubicBezTo>
                  <a:pt x="223" y="208"/>
                  <a:pt x="209" y="194"/>
                  <a:pt x="209" y="176"/>
                </a:cubicBezTo>
                <a:cubicBezTo>
                  <a:pt x="209" y="159"/>
                  <a:pt x="223" y="144"/>
                  <a:pt x="241" y="144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9" name="Freeform 39"/>
          <p:cNvSpPr>
            <a:spLocks noEditPoints="1"/>
          </p:cNvSpPr>
          <p:nvPr/>
        </p:nvSpPr>
        <p:spPr bwMode="auto">
          <a:xfrm>
            <a:off x="5249334" y="4250267"/>
            <a:ext cx="582084" cy="582084"/>
          </a:xfrm>
          <a:custGeom>
            <a:avLst/>
            <a:gdLst>
              <a:gd name="T0" fmla="*/ 281 w 353"/>
              <a:gd name="T1" fmla="*/ 144 h 353"/>
              <a:gd name="T2" fmla="*/ 281 w 353"/>
              <a:gd name="T3" fmla="*/ 128 h 353"/>
              <a:gd name="T4" fmla="*/ 193 w 353"/>
              <a:gd name="T5" fmla="*/ 136 h 353"/>
              <a:gd name="T6" fmla="*/ 201 w 353"/>
              <a:gd name="T7" fmla="*/ 112 h 353"/>
              <a:gd name="T8" fmla="*/ 257 w 353"/>
              <a:gd name="T9" fmla="*/ 104 h 353"/>
              <a:gd name="T10" fmla="*/ 201 w 353"/>
              <a:gd name="T11" fmla="*/ 96 h 353"/>
              <a:gd name="T12" fmla="*/ 201 w 353"/>
              <a:gd name="T13" fmla="*/ 112 h 353"/>
              <a:gd name="T14" fmla="*/ 233 w 353"/>
              <a:gd name="T15" fmla="*/ 176 h 353"/>
              <a:gd name="T16" fmla="*/ 233 w 353"/>
              <a:gd name="T17" fmla="*/ 160 h 353"/>
              <a:gd name="T18" fmla="*/ 193 w 353"/>
              <a:gd name="T19" fmla="*/ 168 h 353"/>
              <a:gd name="T20" fmla="*/ 81 w 353"/>
              <a:gd name="T21" fmla="*/ 208 h 353"/>
              <a:gd name="T22" fmla="*/ 161 w 353"/>
              <a:gd name="T23" fmla="*/ 192 h 353"/>
              <a:gd name="T24" fmla="*/ 145 w 353"/>
              <a:gd name="T25" fmla="*/ 96 h 353"/>
              <a:gd name="T26" fmla="*/ 64 w 353"/>
              <a:gd name="T27" fmla="*/ 112 h 353"/>
              <a:gd name="T28" fmla="*/ 81 w 353"/>
              <a:gd name="T29" fmla="*/ 208 h 353"/>
              <a:gd name="T30" fmla="*/ 145 w 353"/>
              <a:gd name="T31" fmla="*/ 112 h 353"/>
              <a:gd name="T32" fmla="*/ 81 w 353"/>
              <a:gd name="T33" fmla="*/ 192 h 353"/>
              <a:gd name="T34" fmla="*/ 201 w 353"/>
              <a:gd name="T35" fmla="*/ 208 h 353"/>
              <a:gd name="T36" fmla="*/ 289 w 353"/>
              <a:gd name="T37" fmla="*/ 200 h 353"/>
              <a:gd name="T38" fmla="*/ 201 w 353"/>
              <a:gd name="T39" fmla="*/ 192 h 353"/>
              <a:gd name="T40" fmla="*/ 201 w 353"/>
              <a:gd name="T41" fmla="*/ 208 h 353"/>
              <a:gd name="T42" fmla="*/ 193 w 353"/>
              <a:gd name="T43" fmla="*/ 16 h 353"/>
              <a:gd name="T44" fmla="*/ 161 w 353"/>
              <a:gd name="T45" fmla="*/ 16 h 353"/>
              <a:gd name="T46" fmla="*/ 0 w 353"/>
              <a:gd name="T47" fmla="*/ 32 h 353"/>
              <a:gd name="T48" fmla="*/ 16 w 353"/>
              <a:gd name="T49" fmla="*/ 64 h 353"/>
              <a:gd name="T50" fmla="*/ 32 w 353"/>
              <a:gd name="T51" fmla="*/ 273 h 353"/>
              <a:gd name="T52" fmla="*/ 169 w 353"/>
              <a:gd name="T53" fmla="*/ 293 h 353"/>
              <a:gd name="T54" fmla="*/ 121 w 353"/>
              <a:gd name="T55" fmla="*/ 345 h 353"/>
              <a:gd name="T56" fmla="*/ 134 w 353"/>
              <a:gd name="T57" fmla="*/ 351 h 353"/>
              <a:gd name="T58" fmla="*/ 219 w 353"/>
              <a:gd name="T59" fmla="*/ 351 h 353"/>
              <a:gd name="T60" fmla="*/ 233 w 353"/>
              <a:gd name="T61" fmla="*/ 345 h 353"/>
              <a:gd name="T62" fmla="*/ 185 w 353"/>
              <a:gd name="T63" fmla="*/ 293 h 353"/>
              <a:gd name="T64" fmla="*/ 321 w 353"/>
              <a:gd name="T65" fmla="*/ 273 h 353"/>
              <a:gd name="T66" fmla="*/ 337 w 353"/>
              <a:gd name="T67" fmla="*/ 64 h 353"/>
              <a:gd name="T68" fmla="*/ 353 w 353"/>
              <a:gd name="T69" fmla="*/ 32 h 353"/>
              <a:gd name="T70" fmla="*/ 321 w 353"/>
              <a:gd name="T71" fmla="*/ 257 h 353"/>
              <a:gd name="T72" fmla="*/ 32 w 353"/>
              <a:gd name="T73" fmla="*/ 64 h 353"/>
              <a:gd name="T74" fmla="*/ 321 w 353"/>
              <a:gd name="T75" fmla="*/ 257 h 353"/>
              <a:gd name="T76" fmla="*/ 16 w 353"/>
              <a:gd name="T77" fmla="*/ 48 h 353"/>
              <a:gd name="T78" fmla="*/ 337 w 353"/>
              <a:gd name="T79" fmla="*/ 32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353" h="353">
                <a:moveTo>
                  <a:pt x="201" y="144"/>
                </a:moveTo>
                <a:cubicBezTo>
                  <a:pt x="281" y="144"/>
                  <a:pt x="281" y="144"/>
                  <a:pt x="281" y="144"/>
                </a:cubicBezTo>
                <a:cubicBezTo>
                  <a:pt x="286" y="144"/>
                  <a:pt x="289" y="141"/>
                  <a:pt x="289" y="136"/>
                </a:cubicBezTo>
                <a:cubicBezTo>
                  <a:pt x="289" y="132"/>
                  <a:pt x="286" y="128"/>
                  <a:pt x="281" y="128"/>
                </a:cubicBezTo>
                <a:cubicBezTo>
                  <a:pt x="201" y="128"/>
                  <a:pt x="201" y="128"/>
                  <a:pt x="201" y="128"/>
                </a:cubicBezTo>
                <a:cubicBezTo>
                  <a:pt x="196" y="128"/>
                  <a:pt x="193" y="132"/>
                  <a:pt x="193" y="136"/>
                </a:cubicBezTo>
                <a:cubicBezTo>
                  <a:pt x="193" y="141"/>
                  <a:pt x="196" y="144"/>
                  <a:pt x="201" y="144"/>
                </a:cubicBezTo>
                <a:moveTo>
                  <a:pt x="201" y="112"/>
                </a:moveTo>
                <a:cubicBezTo>
                  <a:pt x="249" y="112"/>
                  <a:pt x="249" y="112"/>
                  <a:pt x="249" y="112"/>
                </a:cubicBezTo>
                <a:cubicBezTo>
                  <a:pt x="254" y="112"/>
                  <a:pt x="257" y="108"/>
                  <a:pt x="257" y="104"/>
                </a:cubicBezTo>
                <a:cubicBezTo>
                  <a:pt x="257" y="100"/>
                  <a:pt x="254" y="96"/>
                  <a:pt x="249" y="96"/>
                </a:cubicBezTo>
                <a:cubicBezTo>
                  <a:pt x="201" y="96"/>
                  <a:pt x="201" y="96"/>
                  <a:pt x="201" y="96"/>
                </a:cubicBezTo>
                <a:cubicBezTo>
                  <a:pt x="196" y="96"/>
                  <a:pt x="193" y="100"/>
                  <a:pt x="193" y="104"/>
                </a:cubicBezTo>
                <a:cubicBezTo>
                  <a:pt x="193" y="108"/>
                  <a:pt x="196" y="112"/>
                  <a:pt x="201" y="112"/>
                </a:cubicBezTo>
                <a:moveTo>
                  <a:pt x="201" y="176"/>
                </a:moveTo>
                <a:cubicBezTo>
                  <a:pt x="233" y="176"/>
                  <a:pt x="233" y="176"/>
                  <a:pt x="233" y="176"/>
                </a:cubicBezTo>
                <a:cubicBezTo>
                  <a:pt x="237" y="176"/>
                  <a:pt x="241" y="173"/>
                  <a:pt x="241" y="168"/>
                </a:cubicBezTo>
                <a:cubicBezTo>
                  <a:pt x="241" y="164"/>
                  <a:pt x="237" y="160"/>
                  <a:pt x="233" y="160"/>
                </a:cubicBezTo>
                <a:cubicBezTo>
                  <a:pt x="201" y="160"/>
                  <a:pt x="201" y="160"/>
                  <a:pt x="201" y="160"/>
                </a:cubicBezTo>
                <a:cubicBezTo>
                  <a:pt x="196" y="160"/>
                  <a:pt x="193" y="164"/>
                  <a:pt x="193" y="168"/>
                </a:cubicBezTo>
                <a:cubicBezTo>
                  <a:pt x="193" y="173"/>
                  <a:pt x="196" y="176"/>
                  <a:pt x="201" y="176"/>
                </a:cubicBezTo>
                <a:moveTo>
                  <a:pt x="81" y="208"/>
                </a:moveTo>
                <a:cubicBezTo>
                  <a:pt x="145" y="208"/>
                  <a:pt x="145" y="208"/>
                  <a:pt x="145" y="208"/>
                </a:cubicBezTo>
                <a:cubicBezTo>
                  <a:pt x="154" y="208"/>
                  <a:pt x="161" y="201"/>
                  <a:pt x="161" y="192"/>
                </a:cubicBezTo>
                <a:cubicBezTo>
                  <a:pt x="161" y="112"/>
                  <a:pt x="161" y="112"/>
                  <a:pt x="161" y="112"/>
                </a:cubicBezTo>
                <a:cubicBezTo>
                  <a:pt x="161" y="103"/>
                  <a:pt x="154" y="96"/>
                  <a:pt x="145" y="96"/>
                </a:cubicBezTo>
                <a:cubicBezTo>
                  <a:pt x="81" y="96"/>
                  <a:pt x="81" y="96"/>
                  <a:pt x="81" y="96"/>
                </a:cubicBezTo>
                <a:cubicBezTo>
                  <a:pt x="72" y="96"/>
                  <a:pt x="64" y="103"/>
                  <a:pt x="64" y="112"/>
                </a:cubicBezTo>
                <a:cubicBezTo>
                  <a:pt x="64" y="192"/>
                  <a:pt x="64" y="192"/>
                  <a:pt x="64" y="192"/>
                </a:cubicBezTo>
                <a:cubicBezTo>
                  <a:pt x="64" y="201"/>
                  <a:pt x="72" y="208"/>
                  <a:pt x="81" y="208"/>
                </a:cubicBezTo>
                <a:moveTo>
                  <a:pt x="81" y="112"/>
                </a:moveTo>
                <a:cubicBezTo>
                  <a:pt x="145" y="112"/>
                  <a:pt x="145" y="112"/>
                  <a:pt x="145" y="112"/>
                </a:cubicBezTo>
                <a:cubicBezTo>
                  <a:pt x="145" y="192"/>
                  <a:pt x="145" y="192"/>
                  <a:pt x="145" y="192"/>
                </a:cubicBezTo>
                <a:cubicBezTo>
                  <a:pt x="81" y="192"/>
                  <a:pt x="81" y="192"/>
                  <a:pt x="81" y="192"/>
                </a:cubicBezTo>
                <a:lnTo>
                  <a:pt x="81" y="112"/>
                </a:lnTo>
                <a:close/>
                <a:moveTo>
                  <a:pt x="201" y="208"/>
                </a:moveTo>
                <a:cubicBezTo>
                  <a:pt x="281" y="208"/>
                  <a:pt x="281" y="208"/>
                  <a:pt x="281" y="208"/>
                </a:cubicBezTo>
                <a:cubicBezTo>
                  <a:pt x="286" y="208"/>
                  <a:pt x="289" y="205"/>
                  <a:pt x="289" y="200"/>
                </a:cubicBezTo>
                <a:cubicBezTo>
                  <a:pt x="289" y="196"/>
                  <a:pt x="286" y="192"/>
                  <a:pt x="281" y="192"/>
                </a:cubicBezTo>
                <a:cubicBezTo>
                  <a:pt x="201" y="192"/>
                  <a:pt x="201" y="192"/>
                  <a:pt x="201" y="192"/>
                </a:cubicBezTo>
                <a:cubicBezTo>
                  <a:pt x="196" y="192"/>
                  <a:pt x="193" y="196"/>
                  <a:pt x="193" y="200"/>
                </a:cubicBezTo>
                <a:cubicBezTo>
                  <a:pt x="193" y="205"/>
                  <a:pt x="196" y="208"/>
                  <a:pt x="201" y="208"/>
                </a:cubicBezTo>
                <a:moveTo>
                  <a:pt x="337" y="16"/>
                </a:moveTo>
                <a:cubicBezTo>
                  <a:pt x="193" y="16"/>
                  <a:pt x="193" y="16"/>
                  <a:pt x="193" y="16"/>
                </a:cubicBezTo>
                <a:cubicBezTo>
                  <a:pt x="193" y="7"/>
                  <a:pt x="186" y="0"/>
                  <a:pt x="177" y="0"/>
                </a:cubicBezTo>
                <a:cubicBezTo>
                  <a:pt x="168" y="0"/>
                  <a:pt x="161" y="7"/>
                  <a:pt x="161" y="16"/>
                </a:cubicBezTo>
                <a:cubicBezTo>
                  <a:pt x="16" y="16"/>
                  <a:pt x="16" y="16"/>
                  <a:pt x="16" y="16"/>
                </a:cubicBezTo>
                <a:cubicBezTo>
                  <a:pt x="7" y="16"/>
                  <a:pt x="0" y="23"/>
                  <a:pt x="0" y="32"/>
                </a:cubicBezTo>
                <a:cubicBezTo>
                  <a:pt x="0" y="48"/>
                  <a:pt x="0" y="48"/>
                  <a:pt x="0" y="48"/>
                </a:cubicBezTo>
                <a:cubicBezTo>
                  <a:pt x="0" y="57"/>
                  <a:pt x="7" y="64"/>
                  <a:pt x="16" y="64"/>
                </a:cubicBezTo>
                <a:cubicBezTo>
                  <a:pt x="16" y="257"/>
                  <a:pt x="16" y="257"/>
                  <a:pt x="16" y="257"/>
                </a:cubicBezTo>
                <a:cubicBezTo>
                  <a:pt x="16" y="265"/>
                  <a:pt x="23" y="273"/>
                  <a:pt x="32" y="273"/>
                </a:cubicBezTo>
                <a:cubicBezTo>
                  <a:pt x="169" y="273"/>
                  <a:pt x="169" y="273"/>
                  <a:pt x="169" y="273"/>
                </a:cubicBezTo>
                <a:cubicBezTo>
                  <a:pt x="169" y="293"/>
                  <a:pt x="169" y="293"/>
                  <a:pt x="169" y="293"/>
                </a:cubicBezTo>
                <a:cubicBezTo>
                  <a:pt x="123" y="339"/>
                  <a:pt x="123" y="339"/>
                  <a:pt x="123" y="339"/>
                </a:cubicBezTo>
                <a:cubicBezTo>
                  <a:pt x="122" y="341"/>
                  <a:pt x="121" y="343"/>
                  <a:pt x="121" y="345"/>
                </a:cubicBezTo>
                <a:cubicBezTo>
                  <a:pt x="121" y="349"/>
                  <a:pt x="124" y="353"/>
                  <a:pt x="129" y="353"/>
                </a:cubicBezTo>
                <a:cubicBezTo>
                  <a:pt x="131" y="353"/>
                  <a:pt x="133" y="352"/>
                  <a:pt x="134" y="351"/>
                </a:cubicBezTo>
                <a:cubicBezTo>
                  <a:pt x="177" y="308"/>
                  <a:pt x="177" y="308"/>
                  <a:pt x="177" y="308"/>
                </a:cubicBezTo>
                <a:cubicBezTo>
                  <a:pt x="219" y="351"/>
                  <a:pt x="219" y="351"/>
                  <a:pt x="219" y="351"/>
                </a:cubicBezTo>
                <a:cubicBezTo>
                  <a:pt x="221" y="352"/>
                  <a:pt x="223" y="353"/>
                  <a:pt x="225" y="353"/>
                </a:cubicBezTo>
                <a:cubicBezTo>
                  <a:pt x="229" y="353"/>
                  <a:pt x="233" y="349"/>
                  <a:pt x="233" y="345"/>
                </a:cubicBezTo>
                <a:cubicBezTo>
                  <a:pt x="233" y="343"/>
                  <a:pt x="232" y="341"/>
                  <a:pt x="231" y="339"/>
                </a:cubicBezTo>
                <a:cubicBezTo>
                  <a:pt x="185" y="293"/>
                  <a:pt x="185" y="293"/>
                  <a:pt x="185" y="293"/>
                </a:cubicBezTo>
                <a:cubicBezTo>
                  <a:pt x="185" y="273"/>
                  <a:pt x="185" y="273"/>
                  <a:pt x="185" y="273"/>
                </a:cubicBezTo>
                <a:cubicBezTo>
                  <a:pt x="321" y="273"/>
                  <a:pt x="321" y="273"/>
                  <a:pt x="321" y="273"/>
                </a:cubicBezTo>
                <a:cubicBezTo>
                  <a:pt x="330" y="273"/>
                  <a:pt x="337" y="265"/>
                  <a:pt x="337" y="257"/>
                </a:cubicBezTo>
                <a:cubicBezTo>
                  <a:pt x="337" y="64"/>
                  <a:pt x="337" y="64"/>
                  <a:pt x="337" y="64"/>
                </a:cubicBezTo>
                <a:cubicBezTo>
                  <a:pt x="346" y="64"/>
                  <a:pt x="353" y="57"/>
                  <a:pt x="353" y="48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23"/>
                  <a:pt x="346" y="16"/>
                  <a:pt x="337" y="16"/>
                </a:cubicBezTo>
                <a:moveTo>
                  <a:pt x="321" y="257"/>
                </a:moveTo>
                <a:cubicBezTo>
                  <a:pt x="32" y="257"/>
                  <a:pt x="32" y="257"/>
                  <a:pt x="32" y="257"/>
                </a:cubicBezTo>
                <a:cubicBezTo>
                  <a:pt x="32" y="64"/>
                  <a:pt x="32" y="64"/>
                  <a:pt x="32" y="64"/>
                </a:cubicBezTo>
                <a:cubicBezTo>
                  <a:pt x="321" y="64"/>
                  <a:pt x="321" y="64"/>
                  <a:pt x="321" y="64"/>
                </a:cubicBezTo>
                <a:lnTo>
                  <a:pt x="321" y="257"/>
                </a:lnTo>
                <a:close/>
                <a:moveTo>
                  <a:pt x="337" y="48"/>
                </a:moveTo>
                <a:cubicBezTo>
                  <a:pt x="16" y="48"/>
                  <a:pt x="16" y="48"/>
                  <a:pt x="16" y="48"/>
                </a:cubicBezTo>
                <a:cubicBezTo>
                  <a:pt x="16" y="32"/>
                  <a:pt x="16" y="32"/>
                  <a:pt x="16" y="32"/>
                </a:cubicBezTo>
                <a:cubicBezTo>
                  <a:pt x="337" y="32"/>
                  <a:pt x="337" y="32"/>
                  <a:pt x="337" y="32"/>
                </a:cubicBezTo>
                <a:lnTo>
                  <a:pt x="337" y="4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0" name="Freeform 40"/>
          <p:cNvSpPr>
            <a:spLocks noEditPoints="1"/>
          </p:cNvSpPr>
          <p:nvPr/>
        </p:nvSpPr>
        <p:spPr bwMode="auto">
          <a:xfrm>
            <a:off x="6362701" y="4250267"/>
            <a:ext cx="582084" cy="582084"/>
          </a:xfrm>
          <a:custGeom>
            <a:avLst/>
            <a:gdLst>
              <a:gd name="T0" fmla="*/ 176 w 353"/>
              <a:gd name="T1" fmla="*/ 144 h 353"/>
              <a:gd name="T2" fmla="*/ 120 w 353"/>
              <a:gd name="T3" fmla="*/ 200 h 353"/>
              <a:gd name="T4" fmla="*/ 128 w 353"/>
              <a:gd name="T5" fmla="*/ 208 h 353"/>
              <a:gd name="T6" fmla="*/ 136 w 353"/>
              <a:gd name="T7" fmla="*/ 200 h 353"/>
              <a:gd name="T8" fmla="*/ 176 w 353"/>
              <a:gd name="T9" fmla="*/ 160 h 353"/>
              <a:gd name="T10" fmla="*/ 216 w 353"/>
              <a:gd name="T11" fmla="*/ 200 h 353"/>
              <a:gd name="T12" fmla="*/ 224 w 353"/>
              <a:gd name="T13" fmla="*/ 208 h 353"/>
              <a:gd name="T14" fmla="*/ 232 w 353"/>
              <a:gd name="T15" fmla="*/ 200 h 353"/>
              <a:gd name="T16" fmla="*/ 176 w 353"/>
              <a:gd name="T17" fmla="*/ 144 h 353"/>
              <a:gd name="T18" fmla="*/ 176 w 353"/>
              <a:gd name="T19" fmla="*/ 192 h 353"/>
              <a:gd name="T20" fmla="*/ 168 w 353"/>
              <a:gd name="T21" fmla="*/ 200 h 353"/>
              <a:gd name="T22" fmla="*/ 176 w 353"/>
              <a:gd name="T23" fmla="*/ 208 h 353"/>
              <a:gd name="T24" fmla="*/ 184 w 353"/>
              <a:gd name="T25" fmla="*/ 200 h 353"/>
              <a:gd name="T26" fmla="*/ 176 w 353"/>
              <a:gd name="T27" fmla="*/ 192 h 353"/>
              <a:gd name="T28" fmla="*/ 80 w 353"/>
              <a:gd name="T29" fmla="*/ 208 h 353"/>
              <a:gd name="T30" fmla="*/ 88 w 353"/>
              <a:gd name="T31" fmla="*/ 200 h 353"/>
              <a:gd name="T32" fmla="*/ 176 w 353"/>
              <a:gd name="T33" fmla="*/ 112 h 353"/>
              <a:gd name="T34" fmla="*/ 264 w 353"/>
              <a:gd name="T35" fmla="*/ 200 h 353"/>
              <a:gd name="T36" fmla="*/ 273 w 353"/>
              <a:gd name="T37" fmla="*/ 208 h 353"/>
              <a:gd name="T38" fmla="*/ 281 w 353"/>
              <a:gd name="T39" fmla="*/ 200 h 353"/>
              <a:gd name="T40" fmla="*/ 176 w 353"/>
              <a:gd name="T41" fmla="*/ 96 h 353"/>
              <a:gd name="T42" fmla="*/ 72 w 353"/>
              <a:gd name="T43" fmla="*/ 200 h 353"/>
              <a:gd name="T44" fmla="*/ 80 w 353"/>
              <a:gd name="T45" fmla="*/ 208 h 353"/>
              <a:gd name="T46" fmla="*/ 337 w 353"/>
              <a:gd name="T47" fmla="*/ 16 h 353"/>
              <a:gd name="T48" fmla="*/ 192 w 353"/>
              <a:gd name="T49" fmla="*/ 16 h 353"/>
              <a:gd name="T50" fmla="*/ 176 w 353"/>
              <a:gd name="T51" fmla="*/ 0 h 353"/>
              <a:gd name="T52" fmla="*/ 160 w 353"/>
              <a:gd name="T53" fmla="*/ 16 h 353"/>
              <a:gd name="T54" fmla="*/ 16 w 353"/>
              <a:gd name="T55" fmla="*/ 16 h 353"/>
              <a:gd name="T56" fmla="*/ 0 w 353"/>
              <a:gd name="T57" fmla="*/ 32 h 353"/>
              <a:gd name="T58" fmla="*/ 0 w 353"/>
              <a:gd name="T59" fmla="*/ 48 h 353"/>
              <a:gd name="T60" fmla="*/ 16 w 353"/>
              <a:gd name="T61" fmla="*/ 64 h 353"/>
              <a:gd name="T62" fmla="*/ 16 w 353"/>
              <a:gd name="T63" fmla="*/ 257 h 353"/>
              <a:gd name="T64" fmla="*/ 32 w 353"/>
              <a:gd name="T65" fmla="*/ 273 h 353"/>
              <a:gd name="T66" fmla="*/ 168 w 353"/>
              <a:gd name="T67" fmla="*/ 273 h 353"/>
              <a:gd name="T68" fmla="*/ 168 w 353"/>
              <a:gd name="T69" fmla="*/ 293 h 353"/>
              <a:gd name="T70" fmla="*/ 122 w 353"/>
              <a:gd name="T71" fmla="*/ 339 h 353"/>
              <a:gd name="T72" fmla="*/ 120 w 353"/>
              <a:gd name="T73" fmla="*/ 345 h 353"/>
              <a:gd name="T74" fmla="*/ 128 w 353"/>
              <a:gd name="T75" fmla="*/ 353 h 353"/>
              <a:gd name="T76" fmla="*/ 134 w 353"/>
              <a:gd name="T77" fmla="*/ 351 h 353"/>
              <a:gd name="T78" fmla="*/ 176 w 353"/>
              <a:gd name="T79" fmla="*/ 308 h 353"/>
              <a:gd name="T80" fmla="*/ 219 w 353"/>
              <a:gd name="T81" fmla="*/ 351 h 353"/>
              <a:gd name="T82" fmla="*/ 224 w 353"/>
              <a:gd name="T83" fmla="*/ 353 h 353"/>
              <a:gd name="T84" fmla="*/ 232 w 353"/>
              <a:gd name="T85" fmla="*/ 345 h 353"/>
              <a:gd name="T86" fmla="*/ 230 w 353"/>
              <a:gd name="T87" fmla="*/ 339 h 353"/>
              <a:gd name="T88" fmla="*/ 184 w 353"/>
              <a:gd name="T89" fmla="*/ 293 h 353"/>
              <a:gd name="T90" fmla="*/ 184 w 353"/>
              <a:gd name="T91" fmla="*/ 273 h 353"/>
              <a:gd name="T92" fmla="*/ 321 w 353"/>
              <a:gd name="T93" fmla="*/ 273 h 353"/>
              <a:gd name="T94" fmla="*/ 337 w 353"/>
              <a:gd name="T95" fmla="*/ 257 h 353"/>
              <a:gd name="T96" fmla="*/ 337 w 353"/>
              <a:gd name="T97" fmla="*/ 64 h 353"/>
              <a:gd name="T98" fmla="*/ 353 w 353"/>
              <a:gd name="T99" fmla="*/ 48 h 353"/>
              <a:gd name="T100" fmla="*/ 353 w 353"/>
              <a:gd name="T101" fmla="*/ 32 h 353"/>
              <a:gd name="T102" fmla="*/ 337 w 353"/>
              <a:gd name="T103" fmla="*/ 16 h 353"/>
              <a:gd name="T104" fmla="*/ 321 w 353"/>
              <a:gd name="T105" fmla="*/ 257 h 353"/>
              <a:gd name="T106" fmla="*/ 32 w 353"/>
              <a:gd name="T107" fmla="*/ 257 h 353"/>
              <a:gd name="T108" fmla="*/ 32 w 353"/>
              <a:gd name="T109" fmla="*/ 64 h 353"/>
              <a:gd name="T110" fmla="*/ 321 w 353"/>
              <a:gd name="T111" fmla="*/ 64 h 353"/>
              <a:gd name="T112" fmla="*/ 321 w 353"/>
              <a:gd name="T113" fmla="*/ 257 h 353"/>
              <a:gd name="T114" fmla="*/ 337 w 353"/>
              <a:gd name="T115" fmla="*/ 48 h 353"/>
              <a:gd name="T116" fmla="*/ 16 w 353"/>
              <a:gd name="T117" fmla="*/ 48 h 353"/>
              <a:gd name="T118" fmla="*/ 16 w 353"/>
              <a:gd name="T119" fmla="*/ 32 h 353"/>
              <a:gd name="T120" fmla="*/ 337 w 353"/>
              <a:gd name="T121" fmla="*/ 32 h 353"/>
              <a:gd name="T122" fmla="*/ 337 w 353"/>
              <a:gd name="T123" fmla="*/ 48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353" h="353">
                <a:moveTo>
                  <a:pt x="176" y="144"/>
                </a:moveTo>
                <a:cubicBezTo>
                  <a:pt x="145" y="144"/>
                  <a:pt x="120" y="169"/>
                  <a:pt x="120" y="200"/>
                </a:cubicBezTo>
                <a:cubicBezTo>
                  <a:pt x="120" y="205"/>
                  <a:pt x="124" y="208"/>
                  <a:pt x="128" y="208"/>
                </a:cubicBezTo>
                <a:cubicBezTo>
                  <a:pt x="132" y="208"/>
                  <a:pt x="136" y="205"/>
                  <a:pt x="136" y="200"/>
                </a:cubicBezTo>
                <a:cubicBezTo>
                  <a:pt x="136" y="178"/>
                  <a:pt x="154" y="160"/>
                  <a:pt x="176" y="160"/>
                </a:cubicBezTo>
                <a:cubicBezTo>
                  <a:pt x="198" y="160"/>
                  <a:pt x="216" y="178"/>
                  <a:pt x="216" y="200"/>
                </a:cubicBezTo>
                <a:cubicBezTo>
                  <a:pt x="216" y="205"/>
                  <a:pt x="220" y="208"/>
                  <a:pt x="224" y="208"/>
                </a:cubicBezTo>
                <a:cubicBezTo>
                  <a:pt x="229" y="208"/>
                  <a:pt x="232" y="205"/>
                  <a:pt x="232" y="200"/>
                </a:cubicBezTo>
                <a:cubicBezTo>
                  <a:pt x="232" y="169"/>
                  <a:pt x="207" y="144"/>
                  <a:pt x="176" y="144"/>
                </a:cubicBezTo>
                <a:moveTo>
                  <a:pt x="176" y="192"/>
                </a:moveTo>
                <a:cubicBezTo>
                  <a:pt x="172" y="192"/>
                  <a:pt x="168" y="196"/>
                  <a:pt x="168" y="200"/>
                </a:cubicBezTo>
                <a:cubicBezTo>
                  <a:pt x="168" y="205"/>
                  <a:pt x="172" y="208"/>
                  <a:pt x="176" y="208"/>
                </a:cubicBezTo>
                <a:cubicBezTo>
                  <a:pt x="181" y="208"/>
                  <a:pt x="184" y="205"/>
                  <a:pt x="184" y="200"/>
                </a:cubicBezTo>
                <a:cubicBezTo>
                  <a:pt x="184" y="196"/>
                  <a:pt x="181" y="192"/>
                  <a:pt x="176" y="192"/>
                </a:cubicBezTo>
                <a:moveTo>
                  <a:pt x="80" y="208"/>
                </a:moveTo>
                <a:cubicBezTo>
                  <a:pt x="84" y="208"/>
                  <a:pt x="88" y="205"/>
                  <a:pt x="88" y="200"/>
                </a:cubicBezTo>
                <a:cubicBezTo>
                  <a:pt x="88" y="152"/>
                  <a:pt x="127" y="112"/>
                  <a:pt x="176" y="112"/>
                </a:cubicBezTo>
                <a:cubicBezTo>
                  <a:pt x="225" y="112"/>
                  <a:pt x="264" y="152"/>
                  <a:pt x="264" y="200"/>
                </a:cubicBezTo>
                <a:cubicBezTo>
                  <a:pt x="264" y="205"/>
                  <a:pt x="268" y="208"/>
                  <a:pt x="273" y="208"/>
                </a:cubicBezTo>
                <a:cubicBezTo>
                  <a:pt x="277" y="208"/>
                  <a:pt x="281" y="205"/>
                  <a:pt x="281" y="200"/>
                </a:cubicBezTo>
                <a:cubicBezTo>
                  <a:pt x="281" y="143"/>
                  <a:pt x="234" y="96"/>
                  <a:pt x="176" y="96"/>
                </a:cubicBezTo>
                <a:cubicBezTo>
                  <a:pt x="119" y="96"/>
                  <a:pt x="72" y="143"/>
                  <a:pt x="72" y="200"/>
                </a:cubicBezTo>
                <a:cubicBezTo>
                  <a:pt x="72" y="205"/>
                  <a:pt x="75" y="208"/>
                  <a:pt x="80" y="208"/>
                </a:cubicBezTo>
                <a:moveTo>
                  <a:pt x="337" y="16"/>
                </a:moveTo>
                <a:cubicBezTo>
                  <a:pt x="192" y="16"/>
                  <a:pt x="192" y="16"/>
                  <a:pt x="192" y="16"/>
                </a:cubicBezTo>
                <a:cubicBezTo>
                  <a:pt x="192" y="7"/>
                  <a:pt x="185" y="0"/>
                  <a:pt x="176" y="0"/>
                </a:cubicBezTo>
                <a:cubicBezTo>
                  <a:pt x="167" y="0"/>
                  <a:pt x="160" y="7"/>
                  <a:pt x="160" y="16"/>
                </a:cubicBezTo>
                <a:cubicBezTo>
                  <a:pt x="16" y="16"/>
                  <a:pt x="16" y="16"/>
                  <a:pt x="16" y="16"/>
                </a:cubicBezTo>
                <a:cubicBezTo>
                  <a:pt x="7" y="16"/>
                  <a:pt x="0" y="23"/>
                  <a:pt x="0" y="32"/>
                </a:cubicBezTo>
                <a:cubicBezTo>
                  <a:pt x="0" y="48"/>
                  <a:pt x="0" y="48"/>
                  <a:pt x="0" y="48"/>
                </a:cubicBezTo>
                <a:cubicBezTo>
                  <a:pt x="0" y="57"/>
                  <a:pt x="7" y="64"/>
                  <a:pt x="16" y="64"/>
                </a:cubicBezTo>
                <a:cubicBezTo>
                  <a:pt x="16" y="257"/>
                  <a:pt x="16" y="257"/>
                  <a:pt x="16" y="257"/>
                </a:cubicBezTo>
                <a:cubicBezTo>
                  <a:pt x="16" y="265"/>
                  <a:pt x="23" y="273"/>
                  <a:pt x="32" y="273"/>
                </a:cubicBezTo>
                <a:cubicBezTo>
                  <a:pt x="168" y="273"/>
                  <a:pt x="168" y="273"/>
                  <a:pt x="168" y="273"/>
                </a:cubicBezTo>
                <a:cubicBezTo>
                  <a:pt x="168" y="293"/>
                  <a:pt x="168" y="293"/>
                  <a:pt x="168" y="293"/>
                </a:cubicBezTo>
                <a:cubicBezTo>
                  <a:pt x="122" y="339"/>
                  <a:pt x="122" y="339"/>
                  <a:pt x="122" y="339"/>
                </a:cubicBezTo>
                <a:cubicBezTo>
                  <a:pt x="121" y="341"/>
                  <a:pt x="120" y="343"/>
                  <a:pt x="120" y="345"/>
                </a:cubicBezTo>
                <a:cubicBezTo>
                  <a:pt x="120" y="349"/>
                  <a:pt x="124" y="353"/>
                  <a:pt x="128" y="353"/>
                </a:cubicBezTo>
                <a:cubicBezTo>
                  <a:pt x="130" y="353"/>
                  <a:pt x="132" y="352"/>
                  <a:pt x="134" y="351"/>
                </a:cubicBezTo>
                <a:cubicBezTo>
                  <a:pt x="176" y="308"/>
                  <a:pt x="176" y="308"/>
                  <a:pt x="176" y="308"/>
                </a:cubicBezTo>
                <a:cubicBezTo>
                  <a:pt x="219" y="351"/>
                  <a:pt x="219" y="351"/>
                  <a:pt x="219" y="351"/>
                </a:cubicBezTo>
                <a:cubicBezTo>
                  <a:pt x="220" y="352"/>
                  <a:pt x="222" y="353"/>
                  <a:pt x="224" y="353"/>
                </a:cubicBezTo>
                <a:cubicBezTo>
                  <a:pt x="229" y="353"/>
                  <a:pt x="232" y="349"/>
                  <a:pt x="232" y="345"/>
                </a:cubicBezTo>
                <a:cubicBezTo>
                  <a:pt x="232" y="343"/>
                  <a:pt x="231" y="341"/>
                  <a:pt x="230" y="339"/>
                </a:cubicBezTo>
                <a:cubicBezTo>
                  <a:pt x="184" y="293"/>
                  <a:pt x="184" y="293"/>
                  <a:pt x="184" y="293"/>
                </a:cubicBezTo>
                <a:cubicBezTo>
                  <a:pt x="184" y="273"/>
                  <a:pt x="184" y="273"/>
                  <a:pt x="184" y="273"/>
                </a:cubicBezTo>
                <a:cubicBezTo>
                  <a:pt x="321" y="273"/>
                  <a:pt x="321" y="273"/>
                  <a:pt x="321" y="273"/>
                </a:cubicBezTo>
                <a:cubicBezTo>
                  <a:pt x="330" y="273"/>
                  <a:pt x="337" y="265"/>
                  <a:pt x="337" y="257"/>
                </a:cubicBezTo>
                <a:cubicBezTo>
                  <a:pt x="337" y="64"/>
                  <a:pt x="337" y="64"/>
                  <a:pt x="337" y="64"/>
                </a:cubicBezTo>
                <a:cubicBezTo>
                  <a:pt x="346" y="64"/>
                  <a:pt x="353" y="57"/>
                  <a:pt x="353" y="48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23"/>
                  <a:pt x="346" y="16"/>
                  <a:pt x="337" y="16"/>
                </a:cubicBezTo>
                <a:moveTo>
                  <a:pt x="321" y="257"/>
                </a:moveTo>
                <a:cubicBezTo>
                  <a:pt x="32" y="257"/>
                  <a:pt x="32" y="257"/>
                  <a:pt x="32" y="257"/>
                </a:cubicBezTo>
                <a:cubicBezTo>
                  <a:pt x="32" y="64"/>
                  <a:pt x="32" y="64"/>
                  <a:pt x="32" y="64"/>
                </a:cubicBezTo>
                <a:cubicBezTo>
                  <a:pt x="321" y="64"/>
                  <a:pt x="321" y="64"/>
                  <a:pt x="321" y="64"/>
                </a:cubicBezTo>
                <a:lnTo>
                  <a:pt x="321" y="257"/>
                </a:lnTo>
                <a:close/>
                <a:moveTo>
                  <a:pt x="337" y="48"/>
                </a:moveTo>
                <a:cubicBezTo>
                  <a:pt x="16" y="48"/>
                  <a:pt x="16" y="48"/>
                  <a:pt x="16" y="48"/>
                </a:cubicBezTo>
                <a:cubicBezTo>
                  <a:pt x="16" y="32"/>
                  <a:pt x="16" y="32"/>
                  <a:pt x="16" y="32"/>
                </a:cubicBezTo>
                <a:cubicBezTo>
                  <a:pt x="337" y="32"/>
                  <a:pt x="337" y="32"/>
                  <a:pt x="337" y="32"/>
                </a:cubicBezTo>
                <a:lnTo>
                  <a:pt x="337" y="4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1" name="Freeform 41"/>
          <p:cNvSpPr>
            <a:spLocks noEditPoints="1"/>
          </p:cNvSpPr>
          <p:nvPr/>
        </p:nvSpPr>
        <p:spPr bwMode="auto">
          <a:xfrm>
            <a:off x="7473951" y="4250267"/>
            <a:ext cx="582084" cy="582084"/>
          </a:xfrm>
          <a:custGeom>
            <a:avLst/>
            <a:gdLst>
              <a:gd name="T0" fmla="*/ 281 w 353"/>
              <a:gd name="T1" fmla="*/ 224 h 353"/>
              <a:gd name="T2" fmla="*/ 287 w 353"/>
              <a:gd name="T3" fmla="*/ 212 h 353"/>
              <a:gd name="T4" fmla="*/ 239 w 353"/>
              <a:gd name="T5" fmla="*/ 147 h 353"/>
              <a:gd name="T6" fmla="*/ 233 w 353"/>
              <a:gd name="T7" fmla="*/ 144 h 353"/>
              <a:gd name="T8" fmla="*/ 201 w 353"/>
              <a:gd name="T9" fmla="*/ 173 h 353"/>
              <a:gd name="T10" fmla="*/ 136 w 353"/>
              <a:gd name="T11" fmla="*/ 112 h 353"/>
              <a:gd name="T12" fmla="*/ 130 w 353"/>
              <a:gd name="T13" fmla="*/ 116 h 353"/>
              <a:gd name="T14" fmla="*/ 66 w 353"/>
              <a:gd name="T15" fmla="*/ 212 h 353"/>
              <a:gd name="T16" fmla="*/ 72 w 353"/>
              <a:gd name="T17" fmla="*/ 224 h 353"/>
              <a:gd name="T18" fmla="*/ 195 w 353"/>
              <a:gd name="T19" fmla="*/ 190 h 353"/>
              <a:gd name="T20" fmla="*/ 206 w 353"/>
              <a:gd name="T21" fmla="*/ 190 h 353"/>
              <a:gd name="T22" fmla="*/ 265 w 353"/>
              <a:gd name="T23" fmla="*/ 208 h 353"/>
              <a:gd name="T24" fmla="*/ 138 w 353"/>
              <a:gd name="T25" fmla="*/ 133 h 353"/>
              <a:gd name="T26" fmla="*/ 289 w 353"/>
              <a:gd name="T27" fmla="*/ 104 h 353"/>
              <a:gd name="T28" fmla="*/ 241 w 353"/>
              <a:gd name="T29" fmla="*/ 104 h 353"/>
              <a:gd name="T30" fmla="*/ 265 w 353"/>
              <a:gd name="T31" fmla="*/ 96 h 353"/>
              <a:gd name="T32" fmla="*/ 265 w 353"/>
              <a:gd name="T33" fmla="*/ 112 h 353"/>
              <a:gd name="T34" fmla="*/ 265 w 353"/>
              <a:gd name="T35" fmla="*/ 96 h 353"/>
              <a:gd name="T36" fmla="*/ 193 w 353"/>
              <a:gd name="T37" fmla="*/ 16 h 353"/>
              <a:gd name="T38" fmla="*/ 160 w 353"/>
              <a:gd name="T39" fmla="*/ 16 h 353"/>
              <a:gd name="T40" fmla="*/ 0 w 353"/>
              <a:gd name="T41" fmla="*/ 32 h 353"/>
              <a:gd name="T42" fmla="*/ 16 w 353"/>
              <a:gd name="T43" fmla="*/ 64 h 353"/>
              <a:gd name="T44" fmla="*/ 32 w 353"/>
              <a:gd name="T45" fmla="*/ 273 h 353"/>
              <a:gd name="T46" fmla="*/ 168 w 353"/>
              <a:gd name="T47" fmla="*/ 293 h 353"/>
              <a:gd name="T48" fmla="*/ 120 w 353"/>
              <a:gd name="T49" fmla="*/ 345 h 353"/>
              <a:gd name="T50" fmla="*/ 134 w 353"/>
              <a:gd name="T51" fmla="*/ 351 h 353"/>
              <a:gd name="T52" fmla="*/ 219 w 353"/>
              <a:gd name="T53" fmla="*/ 351 h 353"/>
              <a:gd name="T54" fmla="*/ 233 w 353"/>
              <a:gd name="T55" fmla="*/ 345 h 353"/>
              <a:gd name="T56" fmla="*/ 185 w 353"/>
              <a:gd name="T57" fmla="*/ 293 h 353"/>
              <a:gd name="T58" fmla="*/ 321 w 353"/>
              <a:gd name="T59" fmla="*/ 273 h 353"/>
              <a:gd name="T60" fmla="*/ 337 w 353"/>
              <a:gd name="T61" fmla="*/ 64 h 353"/>
              <a:gd name="T62" fmla="*/ 353 w 353"/>
              <a:gd name="T63" fmla="*/ 32 h 353"/>
              <a:gd name="T64" fmla="*/ 321 w 353"/>
              <a:gd name="T65" fmla="*/ 257 h 353"/>
              <a:gd name="T66" fmla="*/ 32 w 353"/>
              <a:gd name="T67" fmla="*/ 64 h 353"/>
              <a:gd name="T68" fmla="*/ 321 w 353"/>
              <a:gd name="T69" fmla="*/ 257 h 353"/>
              <a:gd name="T70" fmla="*/ 16 w 353"/>
              <a:gd name="T71" fmla="*/ 48 h 353"/>
              <a:gd name="T72" fmla="*/ 337 w 353"/>
              <a:gd name="T73" fmla="*/ 32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353" h="353">
                <a:moveTo>
                  <a:pt x="72" y="224"/>
                </a:moveTo>
                <a:cubicBezTo>
                  <a:pt x="281" y="224"/>
                  <a:pt x="281" y="224"/>
                  <a:pt x="281" y="224"/>
                </a:cubicBezTo>
                <a:cubicBezTo>
                  <a:pt x="285" y="224"/>
                  <a:pt x="289" y="221"/>
                  <a:pt x="289" y="216"/>
                </a:cubicBezTo>
                <a:cubicBezTo>
                  <a:pt x="289" y="215"/>
                  <a:pt x="288" y="213"/>
                  <a:pt x="287" y="212"/>
                </a:cubicBezTo>
                <a:cubicBezTo>
                  <a:pt x="287" y="212"/>
                  <a:pt x="287" y="212"/>
                  <a:pt x="287" y="212"/>
                </a:cubicBezTo>
                <a:cubicBezTo>
                  <a:pt x="239" y="147"/>
                  <a:pt x="239" y="147"/>
                  <a:pt x="239" y="147"/>
                </a:cubicBezTo>
                <a:cubicBezTo>
                  <a:pt x="239" y="147"/>
                  <a:pt x="239" y="147"/>
                  <a:pt x="239" y="147"/>
                </a:cubicBezTo>
                <a:cubicBezTo>
                  <a:pt x="238" y="146"/>
                  <a:pt x="235" y="144"/>
                  <a:pt x="233" y="144"/>
                </a:cubicBezTo>
                <a:cubicBezTo>
                  <a:pt x="230" y="144"/>
                  <a:pt x="228" y="145"/>
                  <a:pt x="227" y="147"/>
                </a:cubicBezTo>
                <a:cubicBezTo>
                  <a:pt x="201" y="173"/>
                  <a:pt x="201" y="173"/>
                  <a:pt x="201" y="173"/>
                </a:cubicBezTo>
                <a:cubicBezTo>
                  <a:pt x="142" y="114"/>
                  <a:pt x="142" y="114"/>
                  <a:pt x="142" y="114"/>
                </a:cubicBezTo>
                <a:cubicBezTo>
                  <a:pt x="141" y="113"/>
                  <a:pt x="139" y="112"/>
                  <a:pt x="136" y="112"/>
                </a:cubicBezTo>
                <a:cubicBezTo>
                  <a:pt x="134" y="112"/>
                  <a:pt x="131" y="114"/>
                  <a:pt x="130" y="116"/>
                </a:cubicBezTo>
                <a:cubicBezTo>
                  <a:pt x="130" y="116"/>
                  <a:pt x="130" y="116"/>
                  <a:pt x="130" y="116"/>
                </a:cubicBezTo>
                <a:cubicBezTo>
                  <a:pt x="65" y="212"/>
                  <a:pt x="65" y="212"/>
                  <a:pt x="65" y="212"/>
                </a:cubicBezTo>
                <a:cubicBezTo>
                  <a:pt x="66" y="212"/>
                  <a:pt x="66" y="212"/>
                  <a:pt x="66" y="212"/>
                </a:cubicBezTo>
                <a:cubicBezTo>
                  <a:pt x="65" y="213"/>
                  <a:pt x="64" y="215"/>
                  <a:pt x="64" y="216"/>
                </a:cubicBezTo>
                <a:cubicBezTo>
                  <a:pt x="64" y="221"/>
                  <a:pt x="68" y="224"/>
                  <a:pt x="72" y="224"/>
                </a:cubicBezTo>
                <a:moveTo>
                  <a:pt x="138" y="133"/>
                </a:moveTo>
                <a:cubicBezTo>
                  <a:pt x="195" y="190"/>
                  <a:pt x="195" y="190"/>
                  <a:pt x="195" y="190"/>
                </a:cubicBezTo>
                <a:cubicBezTo>
                  <a:pt x="196" y="191"/>
                  <a:pt x="198" y="192"/>
                  <a:pt x="201" y="192"/>
                </a:cubicBezTo>
                <a:cubicBezTo>
                  <a:pt x="203" y="192"/>
                  <a:pt x="205" y="191"/>
                  <a:pt x="206" y="190"/>
                </a:cubicBezTo>
                <a:cubicBezTo>
                  <a:pt x="232" y="164"/>
                  <a:pt x="232" y="164"/>
                  <a:pt x="232" y="164"/>
                </a:cubicBezTo>
                <a:cubicBezTo>
                  <a:pt x="265" y="208"/>
                  <a:pt x="265" y="208"/>
                  <a:pt x="265" y="208"/>
                </a:cubicBezTo>
                <a:cubicBezTo>
                  <a:pt x="87" y="208"/>
                  <a:pt x="87" y="208"/>
                  <a:pt x="87" y="208"/>
                </a:cubicBezTo>
                <a:lnTo>
                  <a:pt x="138" y="133"/>
                </a:lnTo>
                <a:close/>
                <a:moveTo>
                  <a:pt x="265" y="128"/>
                </a:moveTo>
                <a:cubicBezTo>
                  <a:pt x="278" y="128"/>
                  <a:pt x="289" y="117"/>
                  <a:pt x="289" y="104"/>
                </a:cubicBezTo>
                <a:cubicBezTo>
                  <a:pt x="289" y="91"/>
                  <a:pt x="278" y="80"/>
                  <a:pt x="265" y="80"/>
                </a:cubicBezTo>
                <a:cubicBezTo>
                  <a:pt x="252" y="80"/>
                  <a:pt x="241" y="91"/>
                  <a:pt x="241" y="104"/>
                </a:cubicBezTo>
                <a:cubicBezTo>
                  <a:pt x="241" y="117"/>
                  <a:pt x="252" y="128"/>
                  <a:pt x="265" y="128"/>
                </a:cubicBezTo>
                <a:moveTo>
                  <a:pt x="265" y="96"/>
                </a:moveTo>
                <a:cubicBezTo>
                  <a:pt x="269" y="96"/>
                  <a:pt x="273" y="100"/>
                  <a:pt x="273" y="104"/>
                </a:cubicBezTo>
                <a:cubicBezTo>
                  <a:pt x="273" y="108"/>
                  <a:pt x="269" y="112"/>
                  <a:pt x="265" y="112"/>
                </a:cubicBezTo>
                <a:cubicBezTo>
                  <a:pt x="260" y="112"/>
                  <a:pt x="257" y="108"/>
                  <a:pt x="257" y="104"/>
                </a:cubicBezTo>
                <a:cubicBezTo>
                  <a:pt x="257" y="100"/>
                  <a:pt x="260" y="96"/>
                  <a:pt x="265" y="96"/>
                </a:cubicBezTo>
                <a:moveTo>
                  <a:pt x="337" y="16"/>
                </a:moveTo>
                <a:cubicBezTo>
                  <a:pt x="193" y="16"/>
                  <a:pt x="193" y="16"/>
                  <a:pt x="193" y="16"/>
                </a:cubicBezTo>
                <a:cubicBezTo>
                  <a:pt x="193" y="7"/>
                  <a:pt x="185" y="0"/>
                  <a:pt x="176" y="0"/>
                </a:cubicBezTo>
                <a:cubicBezTo>
                  <a:pt x="168" y="0"/>
                  <a:pt x="160" y="7"/>
                  <a:pt x="160" y="16"/>
                </a:cubicBezTo>
                <a:cubicBezTo>
                  <a:pt x="16" y="16"/>
                  <a:pt x="16" y="16"/>
                  <a:pt x="16" y="16"/>
                </a:cubicBezTo>
                <a:cubicBezTo>
                  <a:pt x="7" y="16"/>
                  <a:pt x="0" y="23"/>
                  <a:pt x="0" y="32"/>
                </a:cubicBezTo>
                <a:cubicBezTo>
                  <a:pt x="0" y="48"/>
                  <a:pt x="0" y="48"/>
                  <a:pt x="0" y="48"/>
                </a:cubicBezTo>
                <a:cubicBezTo>
                  <a:pt x="0" y="57"/>
                  <a:pt x="7" y="64"/>
                  <a:pt x="16" y="64"/>
                </a:cubicBezTo>
                <a:cubicBezTo>
                  <a:pt x="16" y="257"/>
                  <a:pt x="16" y="257"/>
                  <a:pt x="16" y="257"/>
                </a:cubicBezTo>
                <a:cubicBezTo>
                  <a:pt x="16" y="265"/>
                  <a:pt x="23" y="273"/>
                  <a:pt x="32" y="273"/>
                </a:cubicBezTo>
                <a:cubicBezTo>
                  <a:pt x="168" y="273"/>
                  <a:pt x="168" y="273"/>
                  <a:pt x="168" y="273"/>
                </a:cubicBezTo>
                <a:cubicBezTo>
                  <a:pt x="168" y="293"/>
                  <a:pt x="168" y="293"/>
                  <a:pt x="168" y="293"/>
                </a:cubicBezTo>
                <a:cubicBezTo>
                  <a:pt x="123" y="339"/>
                  <a:pt x="123" y="339"/>
                  <a:pt x="123" y="339"/>
                </a:cubicBezTo>
                <a:cubicBezTo>
                  <a:pt x="121" y="341"/>
                  <a:pt x="120" y="343"/>
                  <a:pt x="120" y="345"/>
                </a:cubicBezTo>
                <a:cubicBezTo>
                  <a:pt x="120" y="349"/>
                  <a:pt x="124" y="353"/>
                  <a:pt x="128" y="353"/>
                </a:cubicBezTo>
                <a:cubicBezTo>
                  <a:pt x="131" y="353"/>
                  <a:pt x="133" y="352"/>
                  <a:pt x="134" y="351"/>
                </a:cubicBezTo>
                <a:cubicBezTo>
                  <a:pt x="176" y="308"/>
                  <a:pt x="176" y="308"/>
                  <a:pt x="176" y="308"/>
                </a:cubicBezTo>
                <a:cubicBezTo>
                  <a:pt x="219" y="351"/>
                  <a:pt x="219" y="351"/>
                  <a:pt x="219" y="351"/>
                </a:cubicBezTo>
                <a:cubicBezTo>
                  <a:pt x="220" y="352"/>
                  <a:pt x="222" y="353"/>
                  <a:pt x="225" y="353"/>
                </a:cubicBezTo>
                <a:cubicBezTo>
                  <a:pt x="229" y="353"/>
                  <a:pt x="233" y="349"/>
                  <a:pt x="233" y="345"/>
                </a:cubicBezTo>
                <a:cubicBezTo>
                  <a:pt x="233" y="343"/>
                  <a:pt x="232" y="341"/>
                  <a:pt x="230" y="339"/>
                </a:cubicBezTo>
                <a:cubicBezTo>
                  <a:pt x="185" y="293"/>
                  <a:pt x="185" y="293"/>
                  <a:pt x="185" y="293"/>
                </a:cubicBezTo>
                <a:cubicBezTo>
                  <a:pt x="185" y="273"/>
                  <a:pt x="185" y="273"/>
                  <a:pt x="185" y="273"/>
                </a:cubicBezTo>
                <a:cubicBezTo>
                  <a:pt x="321" y="273"/>
                  <a:pt x="321" y="273"/>
                  <a:pt x="321" y="273"/>
                </a:cubicBezTo>
                <a:cubicBezTo>
                  <a:pt x="330" y="273"/>
                  <a:pt x="337" y="265"/>
                  <a:pt x="337" y="257"/>
                </a:cubicBezTo>
                <a:cubicBezTo>
                  <a:pt x="337" y="64"/>
                  <a:pt x="337" y="64"/>
                  <a:pt x="337" y="64"/>
                </a:cubicBezTo>
                <a:cubicBezTo>
                  <a:pt x="346" y="64"/>
                  <a:pt x="353" y="57"/>
                  <a:pt x="353" y="48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23"/>
                  <a:pt x="346" y="16"/>
                  <a:pt x="337" y="16"/>
                </a:cubicBezTo>
                <a:moveTo>
                  <a:pt x="321" y="257"/>
                </a:moveTo>
                <a:cubicBezTo>
                  <a:pt x="32" y="257"/>
                  <a:pt x="32" y="257"/>
                  <a:pt x="32" y="257"/>
                </a:cubicBezTo>
                <a:cubicBezTo>
                  <a:pt x="32" y="64"/>
                  <a:pt x="32" y="64"/>
                  <a:pt x="32" y="64"/>
                </a:cubicBezTo>
                <a:cubicBezTo>
                  <a:pt x="321" y="64"/>
                  <a:pt x="321" y="64"/>
                  <a:pt x="321" y="64"/>
                </a:cubicBezTo>
                <a:lnTo>
                  <a:pt x="321" y="257"/>
                </a:lnTo>
                <a:close/>
                <a:moveTo>
                  <a:pt x="337" y="48"/>
                </a:moveTo>
                <a:cubicBezTo>
                  <a:pt x="16" y="48"/>
                  <a:pt x="16" y="48"/>
                  <a:pt x="16" y="48"/>
                </a:cubicBezTo>
                <a:cubicBezTo>
                  <a:pt x="16" y="32"/>
                  <a:pt x="16" y="32"/>
                  <a:pt x="16" y="32"/>
                </a:cubicBezTo>
                <a:cubicBezTo>
                  <a:pt x="337" y="32"/>
                  <a:pt x="337" y="32"/>
                  <a:pt x="337" y="32"/>
                </a:cubicBezTo>
                <a:lnTo>
                  <a:pt x="337" y="4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2" name="Freeform 42"/>
          <p:cNvSpPr>
            <a:spLocks noEditPoints="1"/>
          </p:cNvSpPr>
          <p:nvPr/>
        </p:nvSpPr>
        <p:spPr bwMode="auto">
          <a:xfrm>
            <a:off x="8585201" y="4343400"/>
            <a:ext cx="582084" cy="423333"/>
          </a:xfrm>
          <a:custGeom>
            <a:avLst/>
            <a:gdLst>
              <a:gd name="T0" fmla="*/ 349 w 353"/>
              <a:gd name="T1" fmla="*/ 65 h 257"/>
              <a:gd name="T2" fmla="*/ 349 w 353"/>
              <a:gd name="T3" fmla="*/ 65 h 257"/>
              <a:gd name="T4" fmla="*/ 180 w 353"/>
              <a:gd name="T5" fmla="*/ 1 h 257"/>
              <a:gd name="T6" fmla="*/ 177 w 353"/>
              <a:gd name="T7" fmla="*/ 0 h 257"/>
              <a:gd name="T8" fmla="*/ 173 w 353"/>
              <a:gd name="T9" fmla="*/ 1 h 257"/>
              <a:gd name="T10" fmla="*/ 5 w 353"/>
              <a:gd name="T11" fmla="*/ 65 h 257"/>
              <a:gd name="T12" fmla="*/ 5 w 353"/>
              <a:gd name="T13" fmla="*/ 65 h 257"/>
              <a:gd name="T14" fmla="*/ 5 w 353"/>
              <a:gd name="T15" fmla="*/ 79 h 257"/>
              <a:gd name="T16" fmla="*/ 5 w 353"/>
              <a:gd name="T17" fmla="*/ 79 h 257"/>
              <a:gd name="T18" fmla="*/ 20 w 353"/>
              <a:gd name="T19" fmla="*/ 85 h 257"/>
              <a:gd name="T20" fmla="*/ 0 w 353"/>
              <a:gd name="T21" fmla="*/ 176 h 257"/>
              <a:gd name="T22" fmla="*/ 32 w 353"/>
              <a:gd name="T23" fmla="*/ 176 h 257"/>
              <a:gd name="T24" fmla="*/ 36 w 353"/>
              <a:gd name="T25" fmla="*/ 91 h 257"/>
              <a:gd name="T26" fmla="*/ 48 w 353"/>
              <a:gd name="T27" fmla="*/ 216 h 257"/>
              <a:gd name="T28" fmla="*/ 48 w 353"/>
              <a:gd name="T29" fmla="*/ 217 h 257"/>
              <a:gd name="T30" fmla="*/ 58 w 353"/>
              <a:gd name="T31" fmla="*/ 224 h 257"/>
              <a:gd name="T32" fmla="*/ 119 w 353"/>
              <a:gd name="T33" fmla="*/ 209 h 257"/>
              <a:gd name="T34" fmla="*/ 172 w 353"/>
              <a:gd name="T35" fmla="*/ 255 h 257"/>
              <a:gd name="T36" fmla="*/ 181 w 353"/>
              <a:gd name="T37" fmla="*/ 255 h 257"/>
              <a:gd name="T38" fmla="*/ 243 w 353"/>
              <a:gd name="T39" fmla="*/ 209 h 257"/>
              <a:gd name="T40" fmla="*/ 304 w 353"/>
              <a:gd name="T41" fmla="*/ 224 h 257"/>
              <a:gd name="T42" fmla="*/ 313 w 353"/>
              <a:gd name="T43" fmla="*/ 217 h 257"/>
              <a:gd name="T44" fmla="*/ 313 w 353"/>
              <a:gd name="T45" fmla="*/ 215 h 257"/>
              <a:gd name="T46" fmla="*/ 348 w 353"/>
              <a:gd name="T47" fmla="*/ 80 h 257"/>
              <a:gd name="T48" fmla="*/ 349 w 353"/>
              <a:gd name="T49" fmla="*/ 79 h 257"/>
              <a:gd name="T50" fmla="*/ 353 w 353"/>
              <a:gd name="T51" fmla="*/ 72 h 257"/>
              <a:gd name="T52" fmla="*/ 243 w 353"/>
              <a:gd name="T53" fmla="*/ 193 h 257"/>
              <a:gd name="T54" fmla="*/ 241 w 353"/>
              <a:gd name="T55" fmla="*/ 193 h 257"/>
              <a:gd name="T56" fmla="*/ 237 w 353"/>
              <a:gd name="T57" fmla="*/ 194 h 257"/>
              <a:gd name="T58" fmla="*/ 125 w 353"/>
              <a:gd name="T59" fmla="*/ 194 h 257"/>
              <a:gd name="T60" fmla="*/ 121 w 353"/>
              <a:gd name="T61" fmla="*/ 193 h 257"/>
              <a:gd name="T62" fmla="*/ 119 w 353"/>
              <a:gd name="T63" fmla="*/ 193 h 257"/>
              <a:gd name="T64" fmla="*/ 78 w 353"/>
              <a:gd name="T65" fmla="*/ 107 h 257"/>
              <a:gd name="T66" fmla="*/ 173 w 353"/>
              <a:gd name="T67" fmla="*/ 144 h 257"/>
              <a:gd name="T68" fmla="*/ 180 w 353"/>
              <a:gd name="T69" fmla="*/ 144 h 257"/>
              <a:gd name="T70" fmla="*/ 277 w 353"/>
              <a:gd name="T71" fmla="*/ 107 h 257"/>
              <a:gd name="T72" fmla="*/ 177 w 353"/>
              <a:gd name="T73" fmla="*/ 128 h 257"/>
              <a:gd name="T74" fmla="*/ 177 w 353"/>
              <a:gd name="T75" fmla="*/ 16 h 257"/>
              <a:gd name="T76" fmla="*/ 177 w 353"/>
              <a:gd name="T77" fmla="*/ 128 h 2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353" h="257">
                <a:moveTo>
                  <a:pt x="353" y="72"/>
                </a:moveTo>
                <a:cubicBezTo>
                  <a:pt x="353" y="69"/>
                  <a:pt x="352" y="66"/>
                  <a:pt x="349" y="65"/>
                </a:cubicBezTo>
                <a:cubicBezTo>
                  <a:pt x="349" y="65"/>
                  <a:pt x="349" y="65"/>
                  <a:pt x="349" y="65"/>
                </a:cubicBezTo>
                <a:cubicBezTo>
                  <a:pt x="349" y="65"/>
                  <a:pt x="349" y="65"/>
                  <a:pt x="349" y="65"/>
                </a:cubicBezTo>
                <a:cubicBezTo>
                  <a:pt x="349" y="65"/>
                  <a:pt x="348" y="65"/>
                  <a:pt x="348" y="65"/>
                </a:cubicBezTo>
                <a:cubicBezTo>
                  <a:pt x="180" y="1"/>
                  <a:pt x="180" y="1"/>
                  <a:pt x="180" y="1"/>
                </a:cubicBezTo>
                <a:cubicBezTo>
                  <a:pt x="180" y="1"/>
                  <a:pt x="180" y="1"/>
                  <a:pt x="180" y="1"/>
                </a:cubicBezTo>
                <a:cubicBezTo>
                  <a:pt x="179" y="0"/>
                  <a:pt x="178" y="0"/>
                  <a:pt x="177" y="0"/>
                </a:cubicBezTo>
                <a:cubicBezTo>
                  <a:pt x="176" y="0"/>
                  <a:pt x="174" y="0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5" y="65"/>
                  <a:pt x="5" y="65"/>
                  <a:pt x="5" y="65"/>
                </a:cubicBezTo>
                <a:cubicBezTo>
                  <a:pt x="5" y="65"/>
                  <a:pt x="5" y="65"/>
                  <a:pt x="5" y="65"/>
                </a:cubicBezTo>
                <a:cubicBezTo>
                  <a:pt x="5" y="65"/>
                  <a:pt x="5" y="65"/>
                  <a:pt x="5" y="65"/>
                </a:cubicBezTo>
                <a:cubicBezTo>
                  <a:pt x="5" y="65"/>
                  <a:pt x="5" y="65"/>
                  <a:pt x="5" y="65"/>
                </a:cubicBezTo>
                <a:cubicBezTo>
                  <a:pt x="2" y="66"/>
                  <a:pt x="0" y="69"/>
                  <a:pt x="0" y="72"/>
                </a:cubicBezTo>
                <a:cubicBezTo>
                  <a:pt x="0" y="75"/>
                  <a:pt x="2" y="78"/>
                  <a:pt x="5" y="79"/>
                </a:cubicBezTo>
                <a:cubicBezTo>
                  <a:pt x="5" y="79"/>
                  <a:pt x="5" y="79"/>
                  <a:pt x="5" y="79"/>
                </a:cubicBezTo>
                <a:cubicBezTo>
                  <a:pt x="5" y="79"/>
                  <a:pt x="5" y="79"/>
                  <a:pt x="5" y="79"/>
                </a:cubicBezTo>
                <a:cubicBezTo>
                  <a:pt x="5" y="79"/>
                  <a:pt x="5" y="80"/>
                  <a:pt x="5" y="80"/>
                </a:cubicBezTo>
                <a:cubicBezTo>
                  <a:pt x="20" y="85"/>
                  <a:pt x="20" y="85"/>
                  <a:pt x="20" y="85"/>
                </a:cubicBezTo>
                <a:cubicBezTo>
                  <a:pt x="10" y="162"/>
                  <a:pt x="10" y="162"/>
                  <a:pt x="10" y="162"/>
                </a:cubicBezTo>
                <a:cubicBezTo>
                  <a:pt x="4" y="164"/>
                  <a:pt x="0" y="170"/>
                  <a:pt x="0" y="176"/>
                </a:cubicBezTo>
                <a:cubicBezTo>
                  <a:pt x="0" y="185"/>
                  <a:pt x="7" y="193"/>
                  <a:pt x="16" y="193"/>
                </a:cubicBezTo>
                <a:cubicBezTo>
                  <a:pt x="25" y="193"/>
                  <a:pt x="32" y="185"/>
                  <a:pt x="32" y="176"/>
                </a:cubicBezTo>
                <a:cubicBezTo>
                  <a:pt x="32" y="171"/>
                  <a:pt x="30" y="167"/>
                  <a:pt x="26" y="164"/>
                </a:cubicBezTo>
                <a:cubicBezTo>
                  <a:pt x="36" y="91"/>
                  <a:pt x="36" y="91"/>
                  <a:pt x="36" y="91"/>
                </a:cubicBezTo>
                <a:cubicBezTo>
                  <a:pt x="63" y="101"/>
                  <a:pt x="63" y="101"/>
                  <a:pt x="63" y="101"/>
                </a:cubicBezTo>
                <a:cubicBezTo>
                  <a:pt x="48" y="216"/>
                  <a:pt x="48" y="216"/>
                  <a:pt x="48" y="216"/>
                </a:cubicBezTo>
                <a:cubicBezTo>
                  <a:pt x="49" y="216"/>
                  <a:pt x="49" y="216"/>
                  <a:pt x="49" y="216"/>
                </a:cubicBezTo>
                <a:cubicBezTo>
                  <a:pt x="49" y="216"/>
                  <a:pt x="48" y="216"/>
                  <a:pt x="48" y="217"/>
                </a:cubicBezTo>
                <a:cubicBezTo>
                  <a:pt x="48" y="221"/>
                  <a:pt x="52" y="225"/>
                  <a:pt x="56" y="225"/>
                </a:cubicBezTo>
                <a:cubicBezTo>
                  <a:pt x="57" y="225"/>
                  <a:pt x="58" y="224"/>
                  <a:pt x="58" y="224"/>
                </a:cubicBezTo>
                <a:cubicBezTo>
                  <a:pt x="58" y="224"/>
                  <a:pt x="58" y="224"/>
                  <a:pt x="58" y="224"/>
                </a:cubicBezTo>
                <a:cubicBezTo>
                  <a:pt x="119" y="209"/>
                  <a:pt x="119" y="209"/>
                  <a:pt x="119" y="209"/>
                </a:cubicBezTo>
                <a:cubicBezTo>
                  <a:pt x="172" y="255"/>
                  <a:pt x="172" y="255"/>
                  <a:pt x="172" y="255"/>
                </a:cubicBezTo>
                <a:cubicBezTo>
                  <a:pt x="172" y="255"/>
                  <a:pt x="172" y="255"/>
                  <a:pt x="172" y="255"/>
                </a:cubicBezTo>
                <a:cubicBezTo>
                  <a:pt x="173" y="256"/>
                  <a:pt x="175" y="257"/>
                  <a:pt x="177" y="257"/>
                </a:cubicBezTo>
                <a:cubicBezTo>
                  <a:pt x="178" y="257"/>
                  <a:pt x="180" y="256"/>
                  <a:pt x="181" y="255"/>
                </a:cubicBezTo>
                <a:cubicBezTo>
                  <a:pt x="181" y="255"/>
                  <a:pt x="181" y="255"/>
                  <a:pt x="181" y="255"/>
                </a:cubicBezTo>
                <a:cubicBezTo>
                  <a:pt x="243" y="209"/>
                  <a:pt x="243" y="209"/>
                  <a:pt x="243" y="209"/>
                </a:cubicBezTo>
                <a:cubicBezTo>
                  <a:pt x="304" y="224"/>
                  <a:pt x="304" y="224"/>
                  <a:pt x="304" y="224"/>
                </a:cubicBezTo>
                <a:cubicBezTo>
                  <a:pt x="304" y="224"/>
                  <a:pt x="304" y="224"/>
                  <a:pt x="304" y="224"/>
                </a:cubicBezTo>
                <a:cubicBezTo>
                  <a:pt x="304" y="224"/>
                  <a:pt x="305" y="225"/>
                  <a:pt x="305" y="225"/>
                </a:cubicBezTo>
                <a:cubicBezTo>
                  <a:pt x="310" y="225"/>
                  <a:pt x="313" y="221"/>
                  <a:pt x="313" y="217"/>
                </a:cubicBezTo>
                <a:cubicBezTo>
                  <a:pt x="313" y="216"/>
                  <a:pt x="313" y="216"/>
                  <a:pt x="313" y="215"/>
                </a:cubicBezTo>
                <a:cubicBezTo>
                  <a:pt x="313" y="215"/>
                  <a:pt x="313" y="215"/>
                  <a:pt x="313" y="215"/>
                </a:cubicBezTo>
                <a:cubicBezTo>
                  <a:pt x="292" y="101"/>
                  <a:pt x="292" y="101"/>
                  <a:pt x="292" y="101"/>
                </a:cubicBezTo>
                <a:cubicBezTo>
                  <a:pt x="348" y="80"/>
                  <a:pt x="348" y="80"/>
                  <a:pt x="348" y="80"/>
                </a:cubicBezTo>
                <a:cubicBezTo>
                  <a:pt x="348" y="80"/>
                  <a:pt x="349" y="79"/>
                  <a:pt x="349" y="79"/>
                </a:cubicBezTo>
                <a:cubicBezTo>
                  <a:pt x="349" y="79"/>
                  <a:pt x="349" y="79"/>
                  <a:pt x="349" y="79"/>
                </a:cubicBezTo>
                <a:cubicBezTo>
                  <a:pt x="349" y="79"/>
                  <a:pt x="349" y="79"/>
                  <a:pt x="349" y="79"/>
                </a:cubicBezTo>
                <a:cubicBezTo>
                  <a:pt x="352" y="78"/>
                  <a:pt x="353" y="75"/>
                  <a:pt x="353" y="72"/>
                </a:cubicBezTo>
                <a:moveTo>
                  <a:pt x="295" y="206"/>
                </a:moveTo>
                <a:cubicBezTo>
                  <a:pt x="243" y="193"/>
                  <a:pt x="243" y="193"/>
                  <a:pt x="243" y="193"/>
                </a:cubicBezTo>
                <a:cubicBezTo>
                  <a:pt x="243" y="193"/>
                  <a:pt x="243" y="193"/>
                  <a:pt x="243" y="193"/>
                </a:cubicBezTo>
                <a:cubicBezTo>
                  <a:pt x="242" y="193"/>
                  <a:pt x="242" y="193"/>
                  <a:pt x="241" y="193"/>
                </a:cubicBezTo>
                <a:cubicBezTo>
                  <a:pt x="239" y="193"/>
                  <a:pt x="238" y="193"/>
                  <a:pt x="237" y="194"/>
                </a:cubicBezTo>
                <a:cubicBezTo>
                  <a:pt x="237" y="194"/>
                  <a:pt x="237" y="194"/>
                  <a:pt x="237" y="194"/>
                </a:cubicBezTo>
                <a:cubicBezTo>
                  <a:pt x="177" y="238"/>
                  <a:pt x="177" y="238"/>
                  <a:pt x="177" y="238"/>
                </a:cubicBezTo>
                <a:cubicBezTo>
                  <a:pt x="125" y="194"/>
                  <a:pt x="125" y="194"/>
                  <a:pt x="125" y="194"/>
                </a:cubicBezTo>
                <a:cubicBezTo>
                  <a:pt x="125" y="194"/>
                  <a:pt x="125" y="194"/>
                  <a:pt x="125" y="194"/>
                </a:cubicBezTo>
                <a:cubicBezTo>
                  <a:pt x="124" y="193"/>
                  <a:pt x="122" y="193"/>
                  <a:pt x="121" y="193"/>
                </a:cubicBezTo>
                <a:cubicBezTo>
                  <a:pt x="120" y="193"/>
                  <a:pt x="119" y="193"/>
                  <a:pt x="119" y="193"/>
                </a:cubicBezTo>
                <a:cubicBezTo>
                  <a:pt x="119" y="193"/>
                  <a:pt x="119" y="193"/>
                  <a:pt x="119" y="193"/>
                </a:cubicBezTo>
                <a:cubicBezTo>
                  <a:pt x="66" y="206"/>
                  <a:pt x="66" y="206"/>
                  <a:pt x="66" y="206"/>
                </a:cubicBezTo>
                <a:cubicBezTo>
                  <a:pt x="78" y="107"/>
                  <a:pt x="78" y="107"/>
                  <a:pt x="78" y="107"/>
                </a:cubicBezTo>
                <a:cubicBezTo>
                  <a:pt x="173" y="144"/>
                  <a:pt x="173" y="144"/>
                  <a:pt x="173" y="144"/>
                </a:cubicBezTo>
                <a:cubicBezTo>
                  <a:pt x="173" y="144"/>
                  <a:pt x="173" y="144"/>
                  <a:pt x="173" y="144"/>
                </a:cubicBezTo>
                <a:cubicBezTo>
                  <a:pt x="174" y="144"/>
                  <a:pt x="176" y="144"/>
                  <a:pt x="177" y="144"/>
                </a:cubicBezTo>
                <a:cubicBezTo>
                  <a:pt x="178" y="144"/>
                  <a:pt x="179" y="144"/>
                  <a:pt x="180" y="144"/>
                </a:cubicBezTo>
                <a:cubicBezTo>
                  <a:pt x="180" y="144"/>
                  <a:pt x="180" y="144"/>
                  <a:pt x="180" y="144"/>
                </a:cubicBezTo>
                <a:cubicBezTo>
                  <a:pt x="277" y="107"/>
                  <a:pt x="277" y="107"/>
                  <a:pt x="277" y="107"/>
                </a:cubicBezTo>
                <a:lnTo>
                  <a:pt x="295" y="206"/>
                </a:lnTo>
                <a:close/>
                <a:moveTo>
                  <a:pt x="177" y="128"/>
                </a:moveTo>
                <a:cubicBezTo>
                  <a:pt x="31" y="72"/>
                  <a:pt x="31" y="72"/>
                  <a:pt x="31" y="72"/>
                </a:cubicBezTo>
                <a:cubicBezTo>
                  <a:pt x="177" y="16"/>
                  <a:pt x="177" y="16"/>
                  <a:pt x="177" y="16"/>
                </a:cubicBezTo>
                <a:cubicBezTo>
                  <a:pt x="323" y="72"/>
                  <a:pt x="323" y="72"/>
                  <a:pt x="323" y="72"/>
                </a:cubicBezTo>
                <a:lnTo>
                  <a:pt x="177" y="12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3" name="Freeform 43"/>
          <p:cNvSpPr>
            <a:spLocks noEditPoints="1"/>
          </p:cNvSpPr>
          <p:nvPr/>
        </p:nvSpPr>
        <p:spPr bwMode="auto">
          <a:xfrm>
            <a:off x="9829801" y="4250267"/>
            <a:ext cx="317500" cy="582084"/>
          </a:xfrm>
          <a:custGeom>
            <a:avLst/>
            <a:gdLst>
              <a:gd name="T0" fmla="*/ 184 w 192"/>
              <a:gd name="T1" fmla="*/ 0 h 353"/>
              <a:gd name="T2" fmla="*/ 8 w 192"/>
              <a:gd name="T3" fmla="*/ 0 h 353"/>
              <a:gd name="T4" fmla="*/ 0 w 192"/>
              <a:gd name="T5" fmla="*/ 8 h 353"/>
              <a:gd name="T6" fmla="*/ 0 w 192"/>
              <a:gd name="T7" fmla="*/ 345 h 353"/>
              <a:gd name="T8" fmla="*/ 8 w 192"/>
              <a:gd name="T9" fmla="*/ 353 h 353"/>
              <a:gd name="T10" fmla="*/ 14 w 192"/>
              <a:gd name="T11" fmla="*/ 350 h 353"/>
              <a:gd name="T12" fmla="*/ 14 w 192"/>
              <a:gd name="T13" fmla="*/ 350 h 353"/>
              <a:gd name="T14" fmla="*/ 96 w 192"/>
              <a:gd name="T15" fmla="*/ 260 h 353"/>
              <a:gd name="T16" fmla="*/ 179 w 192"/>
              <a:gd name="T17" fmla="*/ 350 h 353"/>
              <a:gd name="T18" fmla="*/ 179 w 192"/>
              <a:gd name="T19" fmla="*/ 350 h 353"/>
              <a:gd name="T20" fmla="*/ 184 w 192"/>
              <a:gd name="T21" fmla="*/ 353 h 353"/>
              <a:gd name="T22" fmla="*/ 192 w 192"/>
              <a:gd name="T23" fmla="*/ 345 h 353"/>
              <a:gd name="T24" fmla="*/ 192 w 192"/>
              <a:gd name="T25" fmla="*/ 8 h 353"/>
              <a:gd name="T26" fmla="*/ 184 w 192"/>
              <a:gd name="T27" fmla="*/ 0 h 353"/>
              <a:gd name="T28" fmla="*/ 176 w 192"/>
              <a:gd name="T29" fmla="*/ 324 h 353"/>
              <a:gd name="T30" fmla="*/ 102 w 192"/>
              <a:gd name="T31" fmla="*/ 243 h 353"/>
              <a:gd name="T32" fmla="*/ 102 w 192"/>
              <a:gd name="T33" fmla="*/ 243 h 353"/>
              <a:gd name="T34" fmla="*/ 96 w 192"/>
              <a:gd name="T35" fmla="*/ 241 h 353"/>
              <a:gd name="T36" fmla="*/ 90 w 192"/>
              <a:gd name="T37" fmla="*/ 243 h 353"/>
              <a:gd name="T38" fmla="*/ 90 w 192"/>
              <a:gd name="T39" fmla="*/ 243 h 353"/>
              <a:gd name="T40" fmla="*/ 16 w 192"/>
              <a:gd name="T41" fmla="*/ 324 h 353"/>
              <a:gd name="T42" fmla="*/ 16 w 192"/>
              <a:gd name="T43" fmla="*/ 16 h 353"/>
              <a:gd name="T44" fmla="*/ 176 w 192"/>
              <a:gd name="T45" fmla="*/ 16 h 353"/>
              <a:gd name="T46" fmla="*/ 176 w 192"/>
              <a:gd name="T47" fmla="*/ 324 h 353"/>
              <a:gd name="T48" fmla="*/ 56 w 192"/>
              <a:gd name="T49" fmla="*/ 128 h 353"/>
              <a:gd name="T50" fmla="*/ 88 w 192"/>
              <a:gd name="T51" fmla="*/ 128 h 353"/>
              <a:gd name="T52" fmla="*/ 88 w 192"/>
              <a:gd name="T53" fmla="*/ 160 h 353"/>
              <a:gd name="T54" fmla="*/ 96 w 192"/>
              <a:gd name="T55" fmla="*/ 168 h 353"/>
              <a:gd name="T56" fmla="*/ 104 w 192"/>
              <a:gd name="T57" fmla="*/ 160 h 353"/>
              <a:gd name="T58" fmla="*/ 104 w 192"/>
              <a:gd name="T59" fmla="*/ 128 h 353"/>
              <a:gd name="T60" fmla="*/ 136 w 192"/>
              <a:gd name="T61" fmla="*/ 128 h 353"/>
              <a:gd name="T62" fmla="*/ 144 w 192"/>
              <a:gd name="T63" fmla="*/ 120 h 353"/>
              <a:gd name="T64" fmla="*/ 136 w 192"/>
              <a:gd name="T65" fmla="*/ 112 h 353"/>
              <a:gd name="T66" fmla="*/ 104 w 192"/>
              <a:gd name="T67" fmla="*/ 112 h 353"/>
              <a:gd name="T68" fmla="*/ 104 w 192"/>
              <a:gd name="T69" fmla="*/ 80 h 353"/>
              <a:gd name="T70" fmla="*/ 96 w 192"/>
              <a:gd name="T71" fmla="*/ 72 h 353"/>
              <a:gd name="T72" fmla="*/ 88 w 192"/>
              <a:gd name="T73" fmla="*/ 80 h 353"/>
              <a:gd name="T74" fmla="*/ 88 w 192"/>
              <a:gd name="T75" fmla="*/ 112 h 353"/>
              <a:gd name="T76" fmla="*/ 56 w 192"/>
              <a:gd name="T77" fmla="*/ 112 h 353"/>
              <a:gd name="T78" fmla="*/ 48 w 192"/>
              <a:gd name="T79" fmla="*/ 120 h 353"/>
              <a:gd name="T80" fmla="*/ 56 w 192"/>
              <a:gd name="T81" fmla="*/ 128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92" h="353">
                <a:moveTo>
                  <a:pt x="184" y="0"/>
                </a:moveTo>
                <a:cubicBezTo>
                  <a:pt x="8" y="0"/>
                  <a:pt x="8" y="0"/>
                  <a:pt x="8" y="0"/>
                </a:cubicBezTo>
                <a:cubicBezTo>
                  <a:pt x="3" y="0"/>
                  <a:pt x="0" y="3"/>
                  <a:pt x="0" y="8"/>
                </a:cubicBezTo>
                <a:cubicBezTo>
                  <a:pt x="0" y="345"/>
                  <a:pt x="0" y="345"/>
                  <a:pt x="0" y="345"/>
                </a:cubicBezTo>
                <a:cubicBezTo>
                  <a:pt x="0" y="349"/>
                  <a:pt x="3" y="353"/>
                  <a:pt x="8" y="353"/>
                </a:cubicBezTo>
                <a:cubicBezTo>
                  <a:pt x="10" y="353"/>
                  <a:pt x="12" y="352"/>
                  <a:pt x="14" y="350"/>
                </a:cubicBezTo>
                <a:cubicBezTo>
                  <a:pt x="14" y="350"/>
                  <a:pt x="14" y="350"/>
                  <a:pt x="14" y="350"/>
                </a:cubicBezTo>
                <a:cubicBezTo>
                  <a:pt x="96" y="260"/>
                  <a:pt x="96" y="260"/>
                  <a:pt x="96" y="260"/>
                </a:cubicBezTo>
                <a:cubicBezTo>
                  <a:pt x="179" y="350"/>
                  <a:pt x="179" y="350"/>
                  <a:pt x="179" y="350"/>
                </a:cubicBezTo>
                <a:cubicBezTo>
                  <a:pt x="179" y="350"/>
                  <a:pt x="179" y="350"/>
                  <a:pt x="179" y="350"/>
                </a:cubicBezTo>
                <a:cubicBezTo>
                  <a:pt x="180" y="352"/>
                  <a:pt x="182" y="353"/>
                  <a:pt x="184" y="353"/>
                </a:cubicBezTo>
                <a:cubicBezTo>
                  <a:pt x="189" y="353"/>
                  <a:pt x="192" y="349"/>
                  <a:pt x="192" y="345"/>
                </a:cubicBezTo>
                <a:cubicBezTo>
                  <a:pt x="192" y="8"/>
                  <a:pt x="192" y="8"/>
                  <a:pt x="192" y="8"/>
                </a:cubicBezTo>
                <a:cubicBezTo>
                  <a:pt x="192" y="3"/>
                  <a:pt x="189" y="0"/>
                  <a:pt x="184" y="0"/>
                </a:cubicBezTo>
                <a:moveTo>
                  <a:pt x="176" y="324"/>
                </a:moveTo>
                <a:cubicBezTo>
                  <a:pt x="102" y="243"/>
                  <a:pt x="102" y="243"/>
                  <a:pt x="102" y="243"/>
                </a:cubicBezTo>
                <a:cubicBezTo>
                  <a:pt x="102" y="243"/>
                  <a:pt x="102" y="243"/>
                  <a:pt x="102" y="243"/>
                </a:cubicBezTo>
                <a:cubicBezTo>
                  <a:pt x="101" y="242"/>
                  <a:pt x="99" y="241"/>
                  <a:pt x="96" y="241"/>
                </a:cubicBezTo>
                <a:cubicBezTo>
                  <a:pt x="94" y="241"/>
                  <a:pt x="92" y="242"/>
                  <a:pt x="90" y="243"/>
                </a:cubicBezTo>
                <a:cubicBezTo>
                  <a:pt x="90" y="243"/>
                  <a:pt x="90" y="243"/>
                  <a:pt x="90" y="243"/>
                </a:cubicBezTo>
                <a:cubicBezTo>
                  <a:pt x="16" y="324"/>
                  <a:pt x="16" y="324"/>
                  <a:pt x="16" y="324"/>
                </a:cubicBezTo>
                <a:cubicBezTo>
                  <a:pt x="16" y="16"/>
                  <a:pt x="16" y="16"/>
                  <a:pt x="16" y="16"/>
                </a:cubicBezTo>
                <a:cubicBezTo>
                  <a:pt x="176" y="16"/>
                  <a:pt x="176" y="16"/>
                  <a:pt x="176" y="16"/>
                </a:cubicBezTo>
                <a:lnTo>
                  <a:pt x="176" y="324"/>
                </a:lnTo>
                <a:close/>
                <a:moveTo>
                  <a:pt x="56" y="128"/>
                </a:moveTo>
                <a:cubicBezTo>
                  <a:pt x="88" y="128"/>
                  <a:pt x="88" y="128"/>
                  <a:pt x="88" y="128"/>
                </a:cubicBezTo>
                <a:cubicBezTo>
                  <a:pt x="88" y="160"/>
                  <a:pt x="88" y="160"/>
                  <a:pt x="88" y="160"/>
                </a:cubicBezTo>
                <a:cubicBezTo>
                  <a:pt x="88" y="165"/>
                  <a:pt x="92" y="168"/>
                  <a:pt x="96" y="168"/>
                </a:cubicBezTo>
                <a:cubicBezTo>
                  <a:pt x="101" y="168"/>
                  <a:pt x="104" y="165"/>
                  <a:pt x="104" y="160"/>
                </a:cubicBezTo>
                <a:cubicBezTo>
                  <a:pt x="104" y="128"/>
                  <a:pt x="104" y="128"/>
                  <a:pt x="104" y="128"/>
                </a:cubicBezTo>
                <a:cubicBezTo>
                  <a:pt x="136" y="128"/>
                  <a:pt x="136" y="128"/>
                  <a:pt x="136" y="128"/>
                </a:cubicBezTo>
                <a:cubicBezTo>
                  <a:pt x="141" y="128"/>
                  <a:pt x="144" y="125"/>
                  <a:pt x="144" y="120"/>
                </a:cubicBezTo>
                <a:cubicBezTo>
                  <a:pt x="144" y="116"/>
                  <a:pt x="141" y="112"/>
                  <a:pt x="136" y="112"/>
                </a:cubicBezTo>
                <a:cubicBezTo>
                  <a:pt x="104" y="112"/>
                  <a:pt x="104" y="112"/>
                  <a:pt x="104" y="112"/>
                </a:cubicBezTo>
                <a:cubicBezTo>
                  <a:pt x="104" y="80"/>
                  <a:pt x="104" y="80"/>
                  <a:pt x="104" y="80"/>
                </a:cubicBezTo>
                <a:cubicBezTo>
                  <a:pt x="104" y="76"/>
                  <a:pt x="101" y="72"/>
                  <a:pt x="96" y="72"/>
                </a:cubicBezTo>
                <a:cubicBezTo>
                  <a:pt x="92" y="72"/>
                  <a:pt x="88" y="76"/>
                  <a:pt x="88" y="80"/>
                </a:cubicBezTo>
                <a:cubicBezTo>
                  <a:pt x="88" y="112"/>
                  <a:pt x="88" y="112"/>
                  <a:pt x="88" y="112"/>
                </a:cubicBezTo>
                <a:cubicBezTo>
                  <a:pt x="56" y="112"/>
                  <a:pt x="56" y="112"/>
                  <a:pt x="56" y="112"/>
                </a:cubicBezTo>
                <a:cubicBezTo>
                  <a:pt x="52" y="112"/>
                  <a:pt x="48" y="116"/>
                  <a:pt x="48" y="120"/>
                </a:cubicBezTo>
                <a:cubicBezTo>
                  <a:pt x="48" y="125"/>
                  <a:pt x="52" y="128"/>
                  <a:pt x="56" y="128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4" name="Freeform 44"/>
          <p:cNvSpPr>
            <a:spLocks noEditPoints="1"/>
          </p:cNvSpPr>
          <p:nvPr/>
        </p:nvSpPr>
        <p:spPr bwMode="auto">
          <a:xfrm>
            <a:off x="10888133" y="4250267"/>
            <a:ext cx="425451" cy="582084"/>
          </a:xfrm>
          <a:custGeom>
            <a:avLst/>
            <a:gdLst>
              <a:gd name="T0" fmla="*/ 68 w 257"/>
              <a:gd name="T1" fmla="*/ 224 h 353"/>
              <a:gd name="T2" fmla="*/ 128 w 257"/>
              <a:gd name="T3" fmla="*/ 180 h 353"/>
              <a:gd name="T4" fmla="*/ 189 w 257"/>
              <a:gd name="T5" fmla="*/ 224 h 353"/>
              <a:gd name="T6" fmla="*/ 165 w 257"/>
              <a:gd name="T7" fmla="*/ 152 h 353"/>
              <a:gd name="T8" fmla="*/ 217 w 257"/>
              <a:gd name="T9" fmla="*/ 112 h 353"/>
              <a:gd name="T10" fmla="*/ 153 w 257"/>
              <a:gd name="T11" fmla="*/ 112 h 353"/>
              <a:gd name="T12" fmla="*/ 128 w 257"/>
              <a:gd name="T13" fmla="*/ 48 h 353"/>
              <a:gd name="T14" fmla="*/ 104 w 257"/>
              <a:gd name="T15" fmla="*/ 112 h 353"/>
              <a:gd name="T16" fmla="*/ 40 w 257"/>
              <a:gd name="T17" fmla="*/ 112 h 353"/>
              <a:gd name="T18" fmla="*/ 92 w 257"/>
              <a:gd name="T19" fmla="*/ 152 h 353"/>
              <a:gd name="T20" fmla="*/ 68 w 257"/>
              <a:gd name="T21" fmla="*/ 224 h 353"/>
              <a:gd name="T22" fmla="*/ 87 w 257"/>
              <a:gd name="T23" fmla="*/ 128 h 353"/>
              <a:gd name="T24" fmla="*/ 116 w 257"/>
              <a:gd name="T25" fmla="*/ 128 h 353"/>
              <a:gd name="T26" fmla="*/ 119 w 257"/>
              <a:gd name="T27" fmla="*/ 118 h 353"/>
              <a:gd name="T28" fmla="*/ 128 w 257"/>
              <a:gd name="T29" fmla="*/ 94 h 353"/>
              <a:gd name="T30" fmla="*/ 138 w 257"/>
              <a:gd name="T31" fmla="*/ 118 h 353"/>
              <a:gd name="T32" fmla="*/ 141 w 257"/>
              <a:gd name="T33" fmla="*/ 128 h 353"/>
              <a:gd name="T34" fmla="*/ 170 w 257"/>
              <a:gd name="T35" fmla="*/ 128 h 353"/>
              <a:gd name="T36" fmla="*/ 155 w 257"/>
              <a:gd name="T37" fmla="*/ 140 h 353"/>
              <a:gd name="T38" fmla="*/ 146 w 257"/>
              <a:gd name="T39" fmla="*/ 146 h 353"/>
              <a:gd name="T40" fmla="*/ 149 w 257"/>
              <a:gd name="T41" fmla="*/ 157 h 353"/>
              <a:gd name="T42" fmla="*/ 158 w 257"/>
              <a:gd name="T43" fmla="*/ 182 h 353"/>
              <a:gd name="T44" fmla="*/ 138 w 257"/>
              <a:gd name="T45" fmla="*/ 167 h 353"/>
              <a:gd name="T46" fmla="*/ 128 w 257"/>
              <a:gd name="T47" fmla="*/ 160 h 353"/>
              <a:gd name="T48" fmla="*/ 119 w 257"/>
              <a:gd name="T49" fmla="*/ 167 h 353"/>
              <a:gd name="T50" fmla="*/ 99 w 257"/>
              <a:gd name="T51" fmla="*/ 182 h 353"/>
              <a:gd name="T52" fmla="*/ 108 w 257"/>
              <a:gd name="T53" fmla="*/ 157 h 353"/>
              <a:gd name="T54" fmla="*/ 111 w 257"/>
              <a:gd name="T55" fmla="*/ 146 h 353"/>
              <a:gd name="T56" fmla="*/ 102 w 257"/>
              <a:gd name="T57" fmla="*/ 140 h 353"/>
              <a:gd name="T58" fmla="*/ 87 w 257"/>
              <a:gd name="T59" fmla="*/ 128 h 353"/>
              <a:gd name="T60" fmla="*/ 249 w 257"/>
              <a:gd name="T61" fmla="*/ 0 h 353"/>
              <a:gd name="T62" fmla="*/ 8 w 257"/>
              <a:gd name="T63" fmla="*/ 0 h 353"/>
              <a:gd name="T64" fmla="*/ 0 w 257"/>
              <a:gd name="T65" fmla="*/ 8 h 353"/>
              <a:gd name="T66" fmla="*/ 0 w 257"/>
              <a:gd name="T67" fmla="*/ 345 h 353"/>
              <a:gd name="T68" fmla="*/ 8 w 257"/>
              <a:gd name="T69" fmla="*/ 353 h 353"/>
              <a:gd name="T70" fmla="*/ 14 w 257"/>
              <a:gd name="T71" fmla="*/ 350 h 353"/>
              <a:gd name="T72" fmla="*/ 14 w 257"/>
              <a:gd name="T73" fmla="*/ 350 h 353"/>
              <a:gd name="T74" fmla="*/ 128 w 257"/>
              <a:gd name="T75" fmla="*/ 259 h 353"/>
              <a:gd name="T76" fmla="*/ 243 w 257"/>
              <a:gd name="T77" fmla="*/ 350 h 353"/>
              <a:gd name="T78" fmla="*/ 243 w 257"/>
              <a:gd name="T79" fmla="*/ 350 h 353"/>
              <a:gd name="T80" fmla="*/ 249 w 257"/>
              <a:gd name="T81" fmla="*/ 353 h 353"/>
              <a:gd name="T82" fmla="*/ 257 w 257"/>
              <a:gd name="T83" fmla="*/ 345 h 353"/>
              <a:gd name="T84" fmla="*/ 257 w 257"/>
              <a:gd name="T85" fmla="*/ 8 h 353"/>
              <a:gd name="T86" fmla="*/ 249 w 257"/>
              <a:gd name="T87" fmla="*/ 0 h 353"/>
              <a:gd name="T88" fmla="*/ 241 w 257"/>
              <a:gd name="T89" fmla="*/ 328 h 353"/>
              <a:gd name="T90" fmla="*/ 134 w 257"/>
              <a:gd name="T91" fmla="*/ 243 h 353"/>
              <a:gd name="T92" fmla="*/ 134 w 257"/>
              <a:gd name="T93" fmla="*/ 243 h 353"/>
              <a:gd name="T94" fmla="*/ 128 w 257"/>
              <a:gd name="T95" fmla="*/ 241 h 353"/>
              <a:gd name="T96" fmla="*/ 123 w 257"/>
              <a:gd name="T97" fmla="*/ 243 h 353"/>
              <a:gd name="T98" fmla="*/ 123 w 257"/>
              <a:gd name="T99" fmla="*/ 243 h 353"/>
              <a:gd name="T100" fmla="*/ 16 w 257"/>
              <a:gd name="T101" fmla="*/ 328 h 353"/>
              <a:gd name="T102" fmla="*/ 16 w 257"/>
              <a:gd name="T103" fmla="*/ 16 h 353"/>
              <a:gd name="T104" fmla="*/ 241 w 257"/>
              <a:gd name="T105" fmla="*/ 16 h 353"/>
              <a:gd name="T106" fmla="*/ 241 w 257"/>
              <a:gd name="T107" fmla="*/ 328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57" h="353">
                <a:moveTo>
                  <a:pt x="68" y="224"/>
                </a:moveTo>
                <a:cubicBezTo>
                  <a:pt x="128" y="180"/>
                  <a:pt x="128" y="180"/>
                  <a:pt x="128" y="180"/>
                </a:cubicBezTo>
                <a:cubicBezTo>
                  <a:pt x="189" y="224"/>
                  <a:pt x="189" y="224"/>
                  <a:pt x="189" y="224"/>
                </a:cubicBezTo>
                <a:cubicBezTo>
                  <a:pt x="165" y="152"/>
                  <a:pt x="165" y="152"/>
                  <a:pt x="165" y="152"/>
                </a:cubicBezTo>
                <a:cubicBezTo>
                  <a:pt x="217" y="112"/>
                  <a:pt x="217" y="112"/>
                  <a:pt x="217" y="112"/>
                </a:cubicBezTo>
                <a:cubicBezTo>
                  <a:pt x="153" y="112"/>
                  <a:pt x="153" y="112"/>
                  <a:pt x="153" y="112"/>
                </a:cubicBezTo>
                <a:cubicBezTo>
                  <a:pt x="128" y="48"/>
                  <a:pt x="128" y="48"/>
                  <a:pt x="128" y="48"/>
                </a:cubicBezTo>
                <a:cubicBezTo>
                  <a:pt x="104" y="112"/>
                  <a:pt x="104" y="112"/>
                  <a:pt x="104" y="112"/>
                </a:cubicBezTo>
                <a:cubicBezTo>
                  <a:pt x="40" y="112"/>
                  <a:pt x="40" y="112"/>
                  <a:pt x="40" y="112"/>
                </a:cubicBezTo>
                <a:cubicBezTo>
                  <a:pt x="92" y="152"/>
                  <a:pt x="92" y="152"/>
                  <a:pt x="92" y="152"/>
                </a:cubicBezTo>
                <a:lnTo>
                  <a:pt x="68" y="224"/>
                </a:lnTo>
                <a:close/>
                <a:moveTo>
                  <a:pt x="87" y="128"/>
                </a:moveTo>
                <a:cubicBezTo>
                  <a:pt x="116" y="128"/>
                  <a:pt x="116" y="128"/>
                  <a:pt x="116" y="128"/>
                </a:cubicBezTo>
                <a:cubicBezTo>
                  <a:pt x="119" y="118"/>
                  <a:pt x="119" y="118"/>
                  <a:pt x="119" y="118"/>
                </a:cubicBezTo>
                <a:cubicBezTo>
                  <a:pt x="128" y="94"/>
                  <a:pt x="128" y="94"/>
                  <a:pt x="128" y="94"/>
                </a:cubicBezTo>
                <a:cubicBezTo>
                  <a:pt x="138" y="118"/>
                  <a:pt x="138" y="118"/>
                  <a:pt x="138" y="118"/>
                </a:cubicBezTo>
                <a:cubicBezTo>
                  <a:pt x="141" y="128"/>
                  <a:pt x="141" y="128"/>
                  <a:pt x="141" y="128"/>
                </a:cubicBezTo>
                <a:cubicBezTo>
                  <a:pt x="170" y="128"/>
                  <a:pt x="170" y="128"/>
                  <a:pt x="170" y="128"/>
                </a:cubicBezTo>
                <a:cubicBezTo>
                  <a:pt x="155" y="140"/>
                  <a:pt x="155" y="140"/>
                  <a:pt x="155" y="140"/>
                </a:cubicBezTo>
                <a:cubicBezTo>
                  <a:pt x="146" y="146"/>
                  <a:pt x="146" y="146"/>
                  <a:pt x="146" y="146"/>
                </a:cubicBezTo>
                <a:cubicBezTo>
                  <a:pt x="149" y="157"/>
                  <a:pt x="149" y="157"/>
                  <a:pt x="149" y="157"/>
                </a:cubicBezTo>
                <a:cubicBezTo>
                  <a:pt x="158" y="182"/>
                  <a:pt x="158" y="182"/>
                  <a:pt x="158" y="182"/>
                </a:cubicBezTo>
                <a:cubicBezTo>
                  <a:pt x="138" y="167"/>
                  <a:pt x="138" y="167"/>
                  <a:pt x="138" y="167"/>
                </a:cubicBezTo>
                <a:cubicBezTo>
                  <a:pt x="128" y="160"/>
                  <a:pt x="128" y="160"/>
                  <a:pt x="128" y="160"/>
                </a:cubicBezTo>
                <a:cubicBezTo>
                  <a:pt x="119" y="167"/>
                  <a:pt x="119" y="167"/>
                  <a:pt x="119" y="167"/>
                </a:cubicBezTo>
                <a:cubicBezTo>
                  <a:pt x="99" y="182"/>
                  <a:pt x="99" y="182"/>
                  <a:pt x="99" y="182"/>
                </a:cubicBezTo>
                <a:cubicBezTo>
                  <a:pt x="108" y="157"/>
                  <a:pt x="108" y="157"/>
                  <a:pt x="108" y="157"/>
                </a:cubicBezTo>
                <a:cubicBezTo>
                  <a:pt x="111" y="146"/>
                  <a:pt x="111" y="146"/>
                  <a:pt x="111" y="146"/>
                </a:cubicBezTo>
                <a:cubicBezTo>
                  <a:pt x="102" y="140"/>
                  <a:pt x="102" y="140"/>
                  <a:pt x="102" y="140"/>
                </a:cubicBezTo>
                <a:lnTo>
                  <a:pt x="87" y="128"/>
                </a:lnTo>
                <a:close/>
                <a:moveTo>
                  <a:pt x="249" y="0"/>
                </a:moveTo>
                <a:cubicBezTo>
                  <a:pt x="8" y="0"/>
                  <a:pt x="8" y="0"/>
                  <a:pt x="8" y="0"/>
                </a:cubicBezTo>
                <a:cubicBezTo>
                  <a:pt x="4" y="0"/>
                  <a:pt x="0" y="3"/>
                  <a:pt x="0" y="8"/>
                </a:cubicBezTo>
                <a:cubicBezTo>
                  <a:pt x="0" y="345"/>
                  <a:pt x="0" y="345"/>
                  <a:pt x="0" y="345"/>
                </a:cubicBezTo>
                <a:cubicBezTo>
                  <a:pt x="0" y="349"/>
                  <a:pt x="4" y="353"/>
                  <a:pt x="8" y="353"/>
                </a:cubicBezTo>
                <a:cubicBezTo>
                  <a:pt x="10" y="353"/>
                  <a:pt x="12" y="352"/>
                  <a:pt x="14" y="350"/>
                </a:cubicBezTo>
                <a:cubicBezTo>
                  <a:pt x="14" y="350"/>
                  <a:pt x="14" y="350"/>
                  <a:pt x="14" y="350"/>
                </a:cubicBezTo>
                <a:cubicBezTo>
                  <a:pt x="128" y="259"/>
                  <a:pt x="128" y="259"/>
                  <a:pt x="128" y="259"/>
                </a:cubicBezTo>
                <a:cubicBezTo>
                  <a:pt x="243" y="350"/>
                  <a:pt x="243" y="350"/>
                  <a:pt x="243" y="350"/>
                </a:cubicBezTo>
                <a:cubicBezTo>
                  <a:pt x="243" y="350"/>
                  <a:pt x="243" y="350"/>
                  <a:pt x="243" y="350"/>
                </a:cubicBezTo>
                <a:cubicBezTo>
                  <a:pt x="245" y="352"/>
                  <a:pt x="247" y="353"/>
                  <a:pt x="249" y="353"/>
                </a:cubicBezTo>
                <a:cubicBezTo>
                  <a:pt x="253" y="353"/>
                  <a:pt x="257" y="349"/>
                  <a:pt x="257" y="345"/>
                </a:cubicBezTo>
                <a:cubicBezTo>
                  <a:pt x="257" y="8"/>
                  <a:pt x="257" y="8"/>
                  <a:pt x="257" y="8"/>
                </a:cubicBezTo>
                <a:cubicBezTo>
                  <a:pt x="257" y="3"/>
                  <a:pt x="253" y="0"/>
                  <a:pt x="249" y="0"/>
                </a:cubicBezTo>
                <a:moveTo>
                  <a:pt x="241" y="328"/>
                </a:moveTo>
                <a:cubicBezTo>
                  <a:pt x="134" y="243"/>
                  <a:pt x="134" y="243"/>
                  <a:pt x="134" y="243"/>
                </a:cubicBezTo>
                <a:cubicBezTo>
                  <a:pt x="134" y="243"/>
                  <a:pt x="134" y="243"/>
                  <a:pt x="134" y="243"/>
                </a:cubicBezTo>
                <a:cubicBezTo>
                  <a:pt x="133" y="242"/>
                  <a:pt x="131" y="241"/>
                  <a:pt x="128" y="241"/>
                </a:cubicBezTo>
                <a:cubicBezTo>
                  <a:pt x="126" y="241"/>
                  <a:pt x="124" y="242"/>
                  <a:pt x="123" y="243"/>
                </a:cubicBezTo>
                <a:cubicBezTo>
                  <a:pt x="123" y="243"/>
                  <a:pt x="123" y="243"/>
                  <a:pt x="123" y="243"/>
                </a:cubicBezTo>
                <a:cubicBezTo>
                  <a:pt x="16" y="328"/>
                  <a:pt x="16" y="328"/>
                  <a:pt x="16" y="328"/>
                </a:cubicBezTo>
                <a:cubicBezTo>
                  <a:pt x="16" y="16"/>
                  <a:pt x="16" y="16"/>
                  <a:pt x="16" y="16"/>
                </a:cubicBezTo>
                <a:cubicBezTo>
                  <a:pt x="241" y="16"/>
                  <a:pt x="241" y="16"/>
                  <a:pt x="241" y="16"/>
                </a:cubicBezTo>
                <a:lnTo>
                  <a:pt x="241" y="32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5" name="Freeform 45"/>
          <p:cNvSpPr>
            <a:spLocks noEditPoints="1"/>
          </p:cNvSpPr>
          <p:nvPr/>
        </p:nvSpPr>
        <p:spPr bwMode="auto">
          <a:xfrm>
            <a:off x="802218" y="5363634"/>
            <a:ext cx="582084" cy="582084"/>
          </a:xfrm>
          <a:custGeom>
            <a:avLst/>
            <a:gdLst>
              <a:gd name="T0" fmla="*/ 160 w 353"/>
              <a:gd name="T1" fmla="*/ 177 h 353"/>
              <a:gd name="T2" fmla="*/ 193 w 353"/>
              <a:gd name="T3" fmla="*/ 177 h 353"/>
              <a:gd name="T4" fmla="*/ 353 w 353"/>
              <a:gd name="T5" fmla="*/ 177 h 353"/>
              <a:gd name="T6" fmla="*/ 301 w 353"/>
              <a:gd name="T7" fmla="*/ 52 h 353"/>
              <a:gd name="T8" fmla="*/ 177 w 353"/>
              <a:gd name="T9" fmla="*/ 0 h 353"/>
              <a:gd name="T10" fmla="*/ 52 w 353"/>
              <a:gd name="T11" fmla="*/ 52 h 353"/>
              <a:gd name="T12" fmla="*/ 0 w 353"/>
              <a:gd name="T13" fmla="*/ 177 h 353"/>
              <a:gd name="T14" fmla="*/ 52 w 353"/>
              <a:gd name="T15" fmla="*/ 302 h 353"/>
              <a:gd name="T16" fmla="*/ 177 w 353"/>
              <a:gd name="T17" fmla="*/ 353 h 353"/>
              <a:gd name="T18" fmla="*/ 301 w 353"/>
              <a:gd name="T19" fmla="*/ 302 h 353"/>
              <a:gd name="T20" fmla="*/ 353 w 353"/>
              <a:gd name="T21" fmla="*/ 177 h 353"/>
              <a:gd name="T22" fmla="*/ 67 w 353"/>
              <a:gd name="T23" fmla="*/ 141 h 353"/>
              <a:gd name="T24" fmla="*/ 67 w 353"/>
              <a:gd name="T25" fmla="*/ 212 h 353"/>
              <a:gd name="T26" fmla="*/ 113 w 353"/>
              <a:gd name="T27" fmla="*/ 150 h 353"/>
              <a:gd name="T28" fmla="*/ 82 w 353"/>
              <a:gd name="T29" fmla="*/ 138 h 353"/>
              <a:gd name="T30" fmla="*/ 113 w 353"/>
              <a:gd name="T31" fmla="*/ 150 h 353"/>
              <a:gd name="T32" fmla="*/ 82 w 353"/>
              <a:gd name="T33" fmla="*/ 216 h 353"/>
              <a:gd name="T34" fmla="*/ 113 w 353"/>
              <a:gd name="T35" fmla="*/ 203 h 353"/>
              <a:gd name="T36" fmla="*/ 63 w 353"/>
              <a:gd name="T37" fmla="*/ 290 h 353"/>
              <a:gd name="T38" fmla="*/ 116 w 353"/>
              <a:gd name="T39" fmla="*/ 237 h 353"/>
              <a:gd name="T40" fmla="*/ 63 w 353"/>
              <a:gd name="T41" fmla="*/ 290 h 353"/>
              <a:gd name="T42" fmla="*/ 74 w 353"/>
              <a:gd name="T43" fmla="*/ 124 h 353"/>
              <a:gd name="T44" fmla="*/ 124 w 353"/>
              <a:gd name="T45" fmla="*/ 75 h 353"/>
              <a:gd name="T46" fmla="*/ 221 w 353"/>
              <a:gd name="T47" fmla="*/ 115 h 353"/>
              <a:gd name="T48" fmla="*/ 189 w 353"/>
              <a:gd name="T49" fmla="*/ 101 h 353"/>
              <a:gd name="T50" fmla="*/ 221 w 353"/>
              <a:gd name="T51" fmla="*/ 115 h 353"/>
              <a:gd name="T52" fmla="*/ 212 w 353"/>
              <a:gd name="T53" fmla="*/ 67 h 353"/>
              <a:gd name="T54" fmla="*/ 141 w 353"/>
              <a:gd name="T55" fmla="*/ 67 h 353"/>
              <a:gd name="T56" fmla="*/ 138 w 353"/>
              <a:gd name="T57" fmla="*/ 83 h 353"/>
              <a:gd name="T58" fmla="*/ 150 w 353"/>
              <a:gd name="T59" fmla="*/ 113 h 353"/>
              <a:gd name="T60" fmla="*/ 138 w 353"/>
              <a:gd name="T61" fmla="*/ 83 h 353"/>
              <a:gd name="T62" fmla="*/ 150 w 353"/>
              <a:gd name="T63" fmla="*/ 240 h 353"/>
              <a:gd name="T64" fmla="*/ 138 w 353"/>
              <a:gd name="T65" fmla="*/ 271 h 353"/>
              <a:gd name="T66" fmla="*/ 177 w 353"/>
              <a:gd name="T67" fmla="*/ 337 h 353"/>
              <a:gd name="T68" fmla="*/ 176 w 353"/>
              <a:gd name="T69" fmla="*/ 262 h 353"/>
              <a:gd name="T70" fmla="*/ 177 w 353"/>
              <a:gd name="T71" fmla="*/ 337 h 353"/>
              <a:gd name="T72" fmla="*/ 189 w 353"/>
              <a:gd name="T73" fmla="*/ 252 h 353"/>
              <a:gd name="T74" fmla="*/ 221 w 353"/>
              <a:gd name="T75" fmla="*/ 239 h 353"/>
              <a:gd name="T76" fmla="*/ 224 w 353"/>
              <a:gd name="T77" fmla="*/ 196 h 353"/>
              <a:gd name="T78" fmla="*/ 196 w 353"/>
              <a:gd name="T79" fmla="*/ 224 h 353"/>
              <a:gd name="T80" fmla="*/ 157 w 353"/>
              <a:gd name="T81" fmla="*/ 224 h 353"/>
              <a:gd name="T82" fmla="*/ 129 w 353"/>
              <a:gd name="T83" fmla="*/ 196 h 353"/>
              <a:gd name="T84" fmla="*/ 129 w 353"/>
              <a:gd name="T85" fmla="*/ 157 h 353"/>
              <a:gd name="T86" fmla="*/ 157 w 353"/>
              <a:gd name="T87" fmla="*/ 129 h 353"/>
              <a:gd name="T88" fmla="*/ 196 w 353"/>
              <a:gd name="T89" fmla="*/ 129 h 353"/>
              <a:gd name="T90" fmla="*/ 224 w 353"/>
              <a:gd name="T91" fmla="*/ 157 h 353"/>
              <a:gd name="T92" fmla="*/ 224 w 353"/>
              <a:gd name="T93" fmla="*/ 196 h 353"/>
              <a:gd name="T94" fmla="*/ 279 w 353"/>
              <a:gd name="T95" fmla="*/ 124 h 353"/>
              <a:gd name="T96" fmla="*/ 229 w 353"/>
              <a:gd name="T97" fmla="*/ 75 h 353"/>
              <a:gd name="T98" fmla="*/ 252 w 353"/>
              <a:gd name="T99" fmla="*/ 164 h 353"/>
              <a:gd name="T100" fmla="*/ 239 w 353"/>
              <a:gd name="T101" fmla="*/ 132 h 353"/>
              <a:gd name="T102" fmla="*/ 252 w 353"/>
              <a:gd name="T103" fmla="*/ 164 h 353"/>
              <a:gd name="T104" fmla="*/ 271 w 353"/>
              <a:gd name="T105" fmla="*/ 216 h 353"/>
              <a:gd name="T106" fmla="*/ 240 w 353"/>
              <a:gd name="T107" fmla="*/ 203 h 353"/>
              <a:gd name="T108" fmla="*/ 290 w 353"/>
              <a:gd name="T109" fmla="*/ 290 h 353"/>
              <a:gd name="T110" fmla="*/ 237 w 353"/>
              <a:gd name="T111" fmla="*/ 237 h 353"/>
              <a:gd name="T112" fmla="*/ 290 w 353"/>
              <a:gd name="T113" fmla="*/ 290 h 353"/>
              <a:gd name="T114" fmla="*/ 262 w 353"/>
              <a:gd name="T115" fmla="*/ 177 h 353"/>
              <a:gd name="T116" fmla="*/ 337 w 353"/>
              <a:gd name="T117" fmla="*/ 177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353" h="353">
                <a:moveTo>
                  <a:pt x="177" y="161"/>
                </a:moveTo>
                <a:cubicBezTo>
                  <a:pt x="168" y="161"/>
                  <a:pt x="160" y="168"/>
                  <a:pt x="160" y="177"/>
                </a:cubicBezTo>
                <a:cubicBezTo>
                  <a:pt x="160" y="185"/>
                  <a:pt x="168" y="193"/>
                  <a:pt x="177" y="193"/>
                </a:cubicBezTo>
                <a:cubicBezTo>
                  <a:pt x="185" y="193"/>
                  <a:pt x="193" y="185"/>
                  <a:pt x="193" y="177"/>
                </a:cubicBezTo>
                <a:cubicBezTo>
                  <a:pt x="193" y="168"/>
                  <a:pt x="185" y="161"/>
                  <a:pt x="177" y="161"/>
                </a:cubicBezTo>
                <a:moveTo>
                  <a:pt x="353" y="177"/>
                </a:moveTo>
                <a:cubicBezTo>
                  <a:pt x="353" y="157"/>
                  <a:pt x="330" y="140"/>
                  <a:pt x="293" y="128"/>
                </a:cubicBezTo>
                <a:cubicBezTo>
                  <a:pt x="311" y="94"/>
                  <a:pt x="315" y="65"/>
                  <a:pt x="301" y="52"/>
                </a:cubicBezTo>
                <a:cubicBezTo>
                  <a:pt x="288" y="38"/>
                  <a:pt x="259" y="42"/>
                  <a:pt x="225" y="60"/>
                </a:cubicBezTo>
                <a:cubicBezTo>
                  <a:pt x="213" y="23"/>
                  <a:pt x="196" y="0"/>
                  <a:pt x="177" y="0"/>
                </a:cubicBezTo>
                <a:cubicBezTo>
                  <a:pt x="157" y="0"/>
                  <a:pt x="140" y="23"/>
                  <a:pt x="128" y="60"/>
                </a:cubicBezTo>
                <a:cubicBezTo>
                  <a:pt x="94" y="42"/>
                  <a:pt x="65" y="38"/>
                  <a:pt x="52" y="52"/>
                </a:cubicBezTo>
                <a:cubicBezTo>
                  <a:pt x="38" y="65"/>
                  <a:pt x="42" y="94"/>
                  <a:pt x="60" y="128"/>
                </a:cubicBezTo>
                <a:cubicBezTo>
                  <a:pt x="23" y="140"/>
                  <a:pt x="0" y="157"/>
                  <a:pt x="0" y="177"/>
                </a:cubicBezTo>
                <a:cubicBezTo>
                  <a:pt x="0" y="196"/>
                  <a:pt x="23" y="213"/>
                  <a:pt x="60" y="225"/>
                </a:cubicBezTo>
                <a:cubicBezTo>
                  <a:pt x="42" y="259"/>
                  <a:pt x="38" y="288"/>
                  <a:pt x="52" y="302"/>
                </a:cubicBezTo>
                <a:cubicBezTo>
                  <a:pt x="65" y="315"/>
                  <a:pt x="94" y="311"/>
                  <a:pt x="128" y="293"/>
                </a:cubicBezTo>
                <a:cubicBezTo>
                  <a:pt x="140" y="330"/>
                  <a:pt x="157" y="353"/>
                  <a:pt x="177" y="353"/>
                </a:cubicBezTo>
                <a:cubicBezTo>
                  <a:pt x="196" y="353"/>
                  <a:pt x="213" y="330"/>
                  <a:pt x="225" y="293"/>
                </a:cubicBezTo>
                <a:cubicBezTo>
                  <a:pt x="259" y="311"/>
                  <a:pt x="288" y="315"/>
                  <a:pt x="301" y="302"/>
                </a:cubicBezTo>
                <a:cubicBezTo>
                  <a:pt x="315" y="288"/>
                  <a:pt x="311" y="259"/>
                  <a:pt x="293" y="225"/>
                </a:cubicBezTo>
                <a:cubicBezTo>
                  <a:pt x="330" y="213"/>
                  <a:pt x="353" y="196"/>
                  <a:pt x="353" y="177"/>
                </a:cubicBezTo>
                <a:moveTo>
                  <a:pt x="16" y="177"/>
                </a:moveTo>
                <a:cubicBezTo>
                  <a:pt x="16" y="163"/>
                  <a:pt x="36" y="150"/>
                  <a:pt x="67" y="141"/>
                </a:cubicBezTo>
                <a:cubicBezTo>
                  <a:pt x="74" y="153"/>
                  <a:pt x="82" y="165"/>
                  <a:pt x="91" y="177"/>
                </a:cubicBezTo>
                <a:cubicBezTo>
                  <a:pt x="82" y="189"/>
                  <a:pt x="74" y="201"/>
                  <a:pt x="67" y="212"/>
                </a:cubicBezTo>
                <a:cubicBezTo>
                  <a:pt x="36" y="203"/>
                  <a:pt x="16" y="191"/>
                  <a:pt x="16" y="177"/>
                </a:cubicBezTo>
                <a:moveTo>
                  <a:pt x="113" y="150"/>
                </a:moveTo>
                <a:cubicBezTo>
                  <a:pt x="109" y="155"/>
                  <a:pt x="105" y="160"/>
                  <a:pt x="101" y="164"/>
                </a:cubicBezTo>
                <a:cubicBezTo>
                  <a:pt x="94" y="155"/>
                  <a:pt x="88" y="146"/>
                  <a:pt x="82" y="138"/>
                </a:cubicBezTo>
                <a:cubicBezTo>
                  <a:pt x="92" y="135"/>
                  <a:pt x="103" y="134"/>
                  <a:pt x="114" y="132"/>
                </a:cubicBezTo>
                <a:cubicBezTo>
                  <a:pt x="114" y="138"/>
                  <a:pt x="113" y="144"/>
                  <a:pt x="113" y="150"/>
                </a:cubicBezTo>
                <a:moveTo>
                  <a:pt x="114" y="221"/>
                </a:moveTo>
                <a:cubicBezTo>
                  <a:pt x="103" y="220"/>
                  <a:pt x="92" y="218"/>
                  <a:pt x="82" y="216"/>
                </a:cubicBezTo>
                <a:cubicBezTo>
                  <a:pt x="88" y="207"/>
                  <a:pt x="94" y="198"/>
                  <a:pt x="101" y="189"/>
                </a:cubicBezTo>
                <a:cubicBezTo>
                  <a:pt x="105" y="194"/>
                  <a:pt x="109" y="198"/>
                  <a:pt x="113" y="203"/>
                </a:cubicBezTo>
                <a:cubicBezTo>
                  <a:pt x="113" y="209"/>
                  <a:pt x="114" y="215"/>
                  <a:pt x="114" y="221"/>
                </a:cubicBezTo>
                <a:moveTo>
                  <a:pt x="63" y="290"/>
                </a:moveTo>
                <a:cubicBezTo>
                  <a:pt x="53" y="280"/>
                  <a:pt x="58" y="257"/>
                  <a:pt x="74" y="229"/>
                </a:cubicBezTo>
                <a:cubicBezTo>
                  <a:pt x="87" y="232"/>
                  <a:pt x="101" y="235"/>
                  <a:pt x="116" y="237"/>
                </a:cubicBezTo>
                <a:cubicBezTo>
                  <a:pt x="118" y="252"/>
                  <a:pt x="121" y="266"/>
                  <a:pt x="124" y="279"/>
                </a:cubicBezTo>
                <a:cubicBezTo>
                  <a:pt x="96" y="295"/>
                  <a:pt x="73" y="300"/>
                  <a:pt x="63" y="290"/>
                </a:cubicBezTo>
                <a:moveTo>
                  <a:pt x="116" y="116"/>
                </a:moveTo>
                <a:cubicBezTo>
                  <a:pt x="101" y="118"/>
                  <a:pt x="87" y="121"/>
                  <a:pt x="74" y="124"/>
                </a:cubicBezTo>
                <a:cubicBezTo>
                  <a:pt x="58" y="96"/>
                  <a:pt x="53" y="73"/>
                  <a:pt x="63" y="63"/>
                </a:cubicBezTo>
                <a:cubicBezTo>
                  <a:pt x="73" y="53"/>
                  <a:pt x="96" y="58"/>
                  <a:pt x="124" y="75"/>
                </a:cubicBezTo>
                <a:cubicBezTo>
                  <a:pt x="121" y="87"/>
                  <a:pt x="118" y="101"/>
                  <a:pt x="116" y="116"/>
                </a:cubicBezTo>
                <a:moveTo>
                  <a:pt x="221" y="115"/>
                </a:moveTo>
                <a:cubicBezTo>
                  <a:pt x="215" y="114"/>
                  <a:pt x="209" y="114"/>
                  <a:pt x="203" y="113"/>
                </a:cubicBezTo>
                <a:cubicBezTo>
                  <a:pt x="198" y="109"/>
                  <a:pt x="194" y="105"/>
                  <a:pt x="189" y="101"/>
                </a:cubicBezTo>
                <a:cubicBezTo>
                  <a:pt x="198" y="94"/>
                  <a:pt x="207" y="88"/>
                  <a:pt x="216" y="83"/>
                </a:cubicBezTo>
                <a:cubicBezTo>
                  <a:pt x="218" y="92"/>
                  <a:pt x="219" y="103"/>
                  <a:pt x="221" y="115"/>
                </a:cubicBezTo>
                <a:moveTo>
                  <a:pt x="177" y="16"/>
                </a:moveTo>
                <a:cubicBezTo>
                  <a:pt x="190" y="16"/>
                  <a:pt x="203" y="36"/>
                  <a:pt x="212" y="67"/>
                </a:cubicBezTo>
                <a:cubicBezTo>
                  <a:pt x="200" y="74"/>
                  <a:pt x="189" y="82"/>
                  <a:pt x="177" y="91"/>
                </a:cubicBezTo>
                <a:cubicBezTo>
                  <a:pt x="165" y="82"/>
                  <a:pt x="153" y="74"/>
                  <a:pt x="141" y="67"/>
                </a:cubicBezTo>
                <a:cubicBezTo>
                  <a:pt x="150" y="36"/>
                  <a:pt x="163" y="16"/>
                  <a:pt x="177" y="16"/>
                </a:cubicBezTo>
                <a:moveTo>
                  <a:pt x="138" y="83"/>
                </a:moveTo>
                <a:cubicBezTo>
                  <a:pt x="146" y="88"/>
                  <a:pt x="155" y="94"/>
                  <a:pt x="164" y="101"/>
                </a:cubicBezTo>
                <a:cubicBezTo>
                  <a:pt x="159" y="105"/>
                  <a:pt x="155" y="109"/>
                  <a:pt x="150" y="113"/>
                </a:cubicBezTo>
                <a:cubicBezTo>
                  <a:pt x="144" y="114"/>
                  <a:pt x="138" y="114"/>
                  <a:pt x="132" y="115"/>
                </a:cubicBezTo>
                <a:cubicBezTo>
                  <a:pt x="134" y="103"/>
                  <a:pt x="135" y="92"/>
                  <a:pt x="138" y="83"/>
                </a:cubicBezTo>
                <a:moveTo>
                  <a:pt x="132" y="239"/>
                </a:moveTo>
                <a:cubicBezTo>
                  <a:pt x="138" y="239"/>
                  <a:pt x="144" y="240"/>
                  <a:pt x="150" y="240"/>
                </a:cubicBezTo>
                <a:cubicBezTo>
                  <a:pt x="155" y="244"/>
                  <a:pt x="159" y="248"/>
                  <a:pt x="164" y="252"/>
                </a:cubicBezTo>
                <a:cubicBezTo>
                  <a:pt x="155" y="259"/>
                  <a:pt x="146" y="265"/>
                  <a:pt x="138" y="271"/>
                </a:cubicBezTo>
                <a:cubicBezTo>
                  <a:pt x="135" y="261"/>
                  <a:pt x="134" y="250"/>
                  <a:pt x="132" y="239"/>
                </a:cubicBezTo>
                <a:moveTo>
                  <a:pt x="177" y="337"/>
                </a:moveTo>
                <a:cubicBezTo>
                  <a:pt x="163" y="337"/>
                  <a:pt x="150" y="317"/>
                  <a:pt x="141" y="286"/>
                </a:cubicBezTo>
                <a:cubicBezTo>
                  <a:pt x="153" y="279"/>
                  <a:pt x="164" y="271"/>
                  <a:pt x="176" y="262"/>
                </a:cubicBezTo>
                <a:cubicBezTo>
                  <a:pt x="188" y="271"/>
                  <a:pt x="200" y="279"/>
                  <a:pt x="212" y="286"/>
                </a:cubicBezTo>
                <a:cubicBezTo>
                  <a:pt x="203" y="317"/>
                  <a:pt x="190" y="337"/>
                  <a:pt x="177" y="337"/>
                </a:cubicBezTo>
                <a:moveTo>
                  <a:pt x="216" y="271"/>
                </a:moveTo>
                <a:cubicBezTo>
                  <a:pt x="207" y="265"/>
                  <a:pt x="198" y="259"/>
                  <a:pt x="189" y="252"/>
                </a:cubicBezTo>
                <a:cubicBezTo>
                  <a:pt x="194" y="248"/>
                  <a:pt x="198" y="244"/>
                  <a:pt x="203" y="240"/>
                </a:cubicBezTo>
                <a:cubicBezTo>
                  <a:pt x="209" y="240"/>
                  <a:pt x="215" y="239"/>
                  <a:pt x="221" y="239"/>
                </a:cubicBezTo>
                <a:cubicBezTo>
                  <a:pt x="219" y="250"/>
                  <a:pt x="218" y="261"/>
                  <a:pt x="216" y="271"/>
                </a:cubicBezTo>
                <a:moveTo>
                  <a:pt x="224" y="196"/>
                </a:moveTo>
                <a:cubicBezTo>
                  <a:pt x="220" y="201"/>
                  <a:pt x="215" y="206"/>
                  <a:pt x="211" y="211"/>
                </a:cubicBezTo>
                <a:cubicBezTo>
                  <a:pt x="206" y="215"/>
                  <a:pt x="201" y="220"/>
                  <a:pt x="196" y="224"/>
                </a:cubicBezTo>
                <a:cubicBezTo>
                  <a:pt x="190" y="225"/>
                  <a:pt x="183" y="225"/>
                  <a:pt x="177" y="225"/>
                </a:cubicBezTo>
                <a:cubicBezTo>
                  <a:pt x="170" y="225"/>
                  <a:pt x="163" y="225"/>
                  <a:pt x="157" y="224"/>
                </a:cubicBezTo>
                <a:cubicBezTo>
                  <a:pt x="152" y="220"/>
                  <a:pt x="147" y="215"/>
                  <a:pt x="142" y="211"/>
                </a:cubicBezTo>
                <a:cubicBezTo>
                  <a:pt x="138" y="206"/>
                  <a:pt x="133" y="201"/>
                  <a:pt x="129" y="196"/>
                </a:cubicBezTo>
                <a:cubicBezTo>
                  <a:pt x="129" y="190"/>
                  <a:pt x="128" y="183"/>
                  <a:pt x="128" y="177"/>
                </a:cubicBezTo>
                <a:cubicBezTo>
                  <a:pt x="128" y="170"/>
                  <a:pt x="129" y="163"/>
                  <a:pt x="129" y="157"/>
                </a:cubicBezTo>
                <a:cubicBezTo>
                  <a:pt x="133" y="152"/>
                  <a:pt x="138" y="147"/>
                  <a:pt x="142" y="143"/>
                </a:cubicBezTo>
                <a:cubicBezTo>
                  <a:pt x="147" y="138"/>
                  <a:pt x="152" y="133"/>
                  <a:pt x="157" y="129"/>
                </a:cubicBezTo>
                <a:cubicBezTo>
                  <a:pt x="163" y="129"/>
                  <a:pt x="170" y="128"/>
                  <a:pt x="177" y="128"/>
                </a:cubicBezTo>
                <a:cubicBezTo>
                  <a:pt x="183" y="128"/>
                  <a:pt x="190" y="129"/>
                  <a:pt x="196" y="129"/>
                </a:cubicBezTo>
                <a:cubicBezTo>
                  <a:pt x="201" y="133"/>
                  <a:pt x="206" y="138"/>
                  <a:pt x="211" y="143"/>
                </a:cubicBezTo>
                <a:cubicBezTo>
                  <a:pt x="215" y="147"/>
                  <a:pt x="220" y="152"/>
                  <a:pt x="224" y="157"/>
                </a:cubicBezTo>
                <a:cubicBezTo>
                  <a:pt x="224" y="163"/>
                  <a:pt x="225" y="170"/>
                  <a:pt x="225" y="177"/>
                </a:cubicBezTo>
                <a:cubicBezTo>
                  <a:pt x="225" y="183"/>
                  <a:pt x="224" y="190"/>
                  <a:pt x="224" y="196"/>
                </a:cubicBezTo>
                <a:moveTo>
                  <a:pt x="290" y="63"/>
                </a:moveTo>
                <a:cubicBezTo>
                  <a:pt x="300" y="73"/>
                  <a:pt x="295" y="96"/>
                  <a:pt x="279" y="124"/>
                </a:cubicBezTo>
                <a:cubicBezTo>
                  <a:pt x="266" y="121"/>
                  <a:pt x="252" y="118"/>
                  <a:pt x="237" y="116"/>
                </a:cubicBezTo>
                <a:cubicBezTo>
                  <a:pt x="235" y="101"/>
                  <a:pt x="232" y="87"/>
                  <a:pt x="229" y="75"/>
                </a:cubicBezTo>
                <a:cubicBezTo>
                  <a:pt x="257" y="58"/>
                  <a:pt x="280" y="53"/>
                  <a:pt x="290" y="63"/>
                </a:cubicBezTo>
                <a:moveTo>
                  <a:pt x="252" y="164"/>
                </a:moveTo>
                <a:cubicBezTo>
                  <a:pt x="248" y="159"/>
                  <a:pt x="244" y="155"/>
                  <a:pt x="240" y="150"/>
                </a:cubicBezTo>
                <a:cubicBezTo>
                  <a:pt x="240" y="144"/>
                  <a:pt x="239" y="138"/>
                  <a:pt x="239" y="132"/>
                </a:cubicBezTo>
                <a:cubicBezTo>
                  <a:pt x="250" y="134"/>
                  <a:pt x="261" y="135"/>
                  <a:pt x="271" y="138"/>
                </a:cubicBezTo>
                <a:cubicBezTo>
                  <a:pt x="265" y="146"/>
                  <a:pt x="259" y="155"/>
                  <a:pt x="252" y="164"/>
                </a:cubicBezTo>
                <a:moveTo>
                  <a:pt x="252" y="189"/>
                </a:moveTo>
                <a:cubicBezTo>
                  <a:pt x="259" y="198"/>
                  <a:pt x="265" y="207"/>
                  <a:pt x="271" y="216"/>
                </a:cubicBezTo>
                <a:cubicBezTo>
                  <a:pt x="261" y="218"/>
                  <a:pt x="250" y="220"/>
                  <a:pt x="239" y="221"/>
                </a:cubicBezTo>
                <a:cubicBezTo>
                  <a:pt x="239" y="215"/>
                  <a:pt x="240" y="209"/>
                  <a:pt x="240" y="203"/>
                </a:cubicBezTo>
                <a:cubicBezTo>
                  <a:pt x="244" y="198"/>
                  <a:pt x="248" y="194"/>
                  <a:pt x="252" y="189"/>
                </a:cubicBezTo>
                <a:moveTo>
                  <a:pt x="290" y="290"/>
                </a:moveTo>
                <a:cubicBezTo>
                  <a:pt x="280" y="300"/>
                  <a:pt x="257" y="295"/>
                  <a:pt x="229" y="279"/>
                </a:cubicBezTo>
                <a:cubicBezTo>
                  <a:pt x="232" y="266"/>
                  <a:pt x="235" y="252"/>
                  <a:pt x="237" y="237"/>
                </a:cubicBezTo>
                <a:cubicBezTo>
                  <a:pt x="252" y="235"/>
                  <a:pt x="266" y="232"/>
                  <a:pt x="279" y="229"/>
                </a:cubicBezTo>
                <a:cubicBezTo>
                  <a:pt x="295" y="257"/>
                  <a:pt x="300" y="280"/>
                  <a:pt x="290" y="290"/>
                </a:cubicBezTo>
                <a:moveTo>
                  <a:pt x="286" y="212"/>
                </a:moveTo>
                <a:cubicBezTo>
                  <a:pt x="279" y="200"/>
                  <a:pt x="271" y="189"/>
                  <a:pt x="262" y="177"/>
                </a:cubicBezTo>
                <a:cubicBezTo>
                  <a:pt x="271" y="165"/>
                  <a:pt x="279" y="153"/>
                  <a:pt x="286" y="141"/>
                </a:cubicBezTo>
                <a:cubicBezTo>
                  <a:pt x="317" y="150"/>
                  <a:pt x="337" y="163"/>
                  <a:pt x="337" y="177"/>
                </a:cubicBezTo>
                <a:cubicBezTo>
                  <a:pt x="337" y="191"/>
                  <a:pt x="317" y="203"/>
                  <a:pt x="286" y="212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6" name="Freeform 46"/>
          <p:cNvSpPr>
            <a:spLocks noEditPoints="1"/>
          </p:cNvSpPr>
          <p:nvPr/>
        </p:nvSpPr>
        <p:spPr bwMode="auto">
          <a:xfrm>
            <a:off x="1991784" y="5363634"/>
            <a:ext cx="425451" cy="582084"/>
          </a:xfrm>
          <a:custGeom>
            <a:avLst/>
            <a:gdLst>
              <a:gd name="T0" fmla="*/ 256 w 257"/>
              <a:gd name="T1" fmla="*/ 277 h 353"/>
              <a:gd name="T2" fmla="*/ 233 w 257"/>
              <a:gd name="T3" fmla="*/ 209 h 353"/>
              <a:gd name="T4" fmla="*/ 240 w 257"/>
              <a:gd name="T5" fmla="*/ 196 h 353"/>
              <a:gd name="T6" fmla="*/ 201 w 257"/>
              <a:gd name="T7" fmla="*/ 145 h 353"/>
              <a:gd name="T8" fmla="*/ 225 w 257"/>
              <a:gd name="T9" fmla="*/ 136 h 353"/>
              <a:gd name="T10" fmla="*/ 222 w 257"/>
              <a:gd name="T11" fmla="*/ 130 h 353"/>
              <a:gd name="T12" fmla="*/ 193 w 257"/>
              <a:gd name="T13" fmla="*/ 80 h 353"/>
              <a:gd name="T14" fmla="*/ 199 w 257"/>
              <a:gd name="T15" fmla="*/ 67 h 353"/>
              <a:gd name="T16" fmla="*/ 129 w 257"/>
              <a:gd name="T17" fmla="*/ 0 h 353"/>
              <a:gd name="T18" fmla="*/ 59 w 257"/>
              <a:gd name="T19" fmla="*/ 67 h 353"/>
              <a:gd name="T20" fmla="*/ 65 w 257"/>
              <a:gd name="T21" fmla="*/ 80 h 353"/>
              <a:gd name="T22" fmla="*/ 35 w 257"/>
              <a:gd name="T23" fmla="*/ 130 h 353"/>
              <a:gd name="T24" fmla="*/ 33 w 257"/>
              <a:gd name="T25" fmla="*/ 136 h 353"/>
              <a:gd name="T26" fmla="*/ 57 w 257"/>
              <a:gd name="T27" fmla="*/ 145 h 353"/>
              <a:gd name="T28" fmla="*/ 18 w 257"/>
              <a:gd name="T29" fmla="*/ 196 h 353"/>
              <a:gd name="T30" fmla="*/ 24 w 257"/>
              <a:gd name="T31" fmla="*/ 209 h 353"/>
              <a:gd name="T32" fmla="*/ 2 w 257"/>
              <a:gd name="T33" fmla="*/ 277 h 353"/>
              <a:gd name="T34" fmla="*/ 0 w 257"/>
              <a:gd name="T35" fmla="*/ 281 h 353"/>
              <a:gd name="T36" fmla="*/ 97 w 257"/>
              <a:gd name="T37" fmla="*/ 289 h 353"/>
              <a:gd name="T38" fmla="*/ 105 w 257"/>
              <a:gd name="T39" fmla="*/ 353 h 353"/>
              <a:gd name="T40" fmla="*/ 161 w 257"/>
              <a:gd name="T41" fmla="*/ 345 h 353"/>
              <a:gd name="T42" fmla="*/ 249 w 257"/>
              <a:gd name="T43" fmla="*/ 289 h 353"/>
              <a:gd name="T44" fmla="*/ 256 w 257"/>
              <a:gd name="T45" fmla="*/ 277 h 353"/>
              <a:gd name="T46" fmla="*/ 113 w 257"/>
              <a:gd name="T47" fmla="*/ 337 h 353"/>
              <a:gd name="T48" fmla="*/ 145 w 257"/>
              <a:gd name="T49" fmla="*/ 289 h 353"/>
              <a:gd name="T50" fmla="*/ 23 w 257"/>
              <a:gd name="T51" fmla="*/ 273 h 353"/>
              <a:gd name="T52" fmla="*/ 63 w 257"/>
              <a:gd name="T53" fmla="*/ 205 h 353"/>
              <a:gd name="T54" fmla="*/ 57 w 257"/>
              <a:gd name="T55" fmla="*/ 193 h 353"/>
              <a:gd name="T56" fmla="*/ 79 w 257"/>
              <a:gd name="T57" fmla="*/ 141 h 353"/>
              <a:gd name="T58" fmla="*/ 81 w 257"/>
              <a:gd name="T59" fmla="*/ 136 h 353"/>
              <a:gd name="T60" fmla="*/ 58 w 257"/>
              <a:gd name="T61" fmla="*/ 128 h 353"/>
              <a:gd name="T62" fmla="*/ 102 w 257"/>
              <a:gd name="T63" fmla="*/ 78 h 353"/>
              <a:gd name="T64" fmla="*/ 97 w 257"/>
              <a:gd name="T65" fmla="*/ 64 h 353"/>
              <a:gd name="T66" fmla="*/ 129 w 257"/>
              <a:gd name="T67" fmla="*/ 19 h 353"/>
              <a:gd name="T68" fmla="*/ 161 w 257"/>
              <a:gd name="T69" fmla="*/ 64 h 353"/>
              <a:gd name="T70" fmla="*/ 156 w 257"/>
              <a:gd name="T71" fmla="*/ 78 h 353"/>
              <a:gd name="T72" fmla="*/ 200 w 257"/>
              <a:gd name="T73" fmla="*/ 128 h 353"/>
              <a:gd name="T74" fmla="*/ 177 w 257"/>
              <a:gd name="T75" fmla="*/ 136 h 353"/>
              <a:gd name="T76" fmla="*/ 179 w 257"/>
              <a:gd name="T77" fmla="*/ 141 h 353"/>
              <a:gd name="T78" fmla="*/ 201 w 257"/>
              <a:gd name="T79" fmla="*/ 193 h 353"/>
              <a:gd name="T80" fmla="*/ 194 w 257"/>
              <a:gd name="T81" fmla="*/ 205 h 353"/>
              <a:gd name="T82" fmla="*/ 235 w 257"/>
              <a:gd name="T83" fmla="*/ 273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257" h="353">
                <a:moveTo>
                  <a:pt x="256" y="277"/>
                </a:moveTo>
                <a:cubicBezTo>
                  <a:pt x="256" y="277"/>
                  <a:pt x="256" y="277"/>
                  <a:pt x="256" y="277"/>
                </a:cubicBezTo>
                <a:cubicBezTo>
                  <a:pt x="215" y="209"/>
                  <a:pt x="215" y="209"/>
                  <a:pt x="215" y="209"/>
                </a:cubicBezTo>
                <a:cubicBezTo>
                  <a:pt x="233" y="209"/>
                  <a:pt x="233" y="209"/>
                  <a:pt x="233" y="209"/>
                </a:cubicBezTo>
                <a:cubicBezTo>
                  <a:pt x="238" y="209"/>
                  <a:pt x="241" y="205"/>
                  <a:pt x="241" y="201"/>
                </a:cubicBezTo>
                <a:cubicBezTo>
                  <a:pt x="241" y="199"/>
                  <a:pt x="241" y="197"/>
                  <a:pt x="240" y="196"/>
                </a:cubicBezTo>
                <a:cubicBezTo>
                  <a:pt x="240" y="196"/>
                  <a:pt x="240" y="196"/>
                  <a:pt x="240" y="196"/>
                </a:cubicBezTo>
                <a:cubicBezTo>
                  <a:pt x="201" y="145"/>
                  <a:pt x="201" y="145"/>
                  <a:pt x="201" y="145"/>
                </a:cubicBezTo>
                <a:cubicBezTo>
                  <a:pt x="217" y="145"/>
                  <a:pt x="217" y="145"/>
                  <a:pt x="217" y="145"/>
                </a:cubicBezTo>
                <a:cubicBezTo>
                  <a:pt x="222" y="145"/>
                  <a:pt x="225" y="141"/>
                  <a:pt x="225" y="136"/>
                </a:cubicBezTo>
                <a:cubicBezTo>
                  <a:pt x="225" y="134"/>
                  <a:pt x="224" y="132"/>
                  <a:pt x="222" y="131"/>
                </a:cubicBezTo>
                <a:cubicBezTo>
                  <a:pt x="222" y="130"/>
                  <a:pt x="222" y="130"/>
                  <a:pt x="222" y="130"/>
                </a:cubicBezTo>
                <a:cubicBezTo>
                  <a:pt x="179" y="80"/>
                  <a:pt x="179" y="80"/>
                  <a:pt x="179" y="80"/>
                </a:cubicBezTo>
                <a:cubicBezTo>
                  <a:pt x="193" y="80"/>
                  <a:pt x="193" y="80"/>
                  <a:pt x="193" y="80"/>
                </a:cubicBezTo>
                <a:cubicBezTo>
                  <a:pt x="197" y="80"/>
                  <a:pt x="201" y="77"/>
                  <a:pt x="201" y="72"/>
                </a:cubicBezTo>
                <a:cubicBezTo>
                  <a:pt x="201" y="70"/>
                  <a:pt x="200" y="68"/>
                  <a:pt x="199" y="67"/>
                </a:cubicBezTo>
                <a:cubicBezTo>
                  <a:pt x="135" y="2"/>
                  <a:pt x="135" y="2"/>
                  <a:pt x="135" y="2"/>
                </a:cubicBezTo>
                <a:cubicBezTo>
                  <a:pt x="133" y="1"/>
                  <a:pt x="131" y="0"/>
                  <a:pt x="129" y="0"/>
                </a:cubicBezTo>
                <a:cubicBezTo>
                  <a:pt x="127" y="0"/>
                  <a:pt x="125" y="1"/>
                  <a:pt x="123" y="2"/>
                </a:cubicBezTo>
                <a:cubicBezTo>
                  <a:pt x="59" y="67"/>
                  <a:pt x="59" y="67"/>
                  <a:pt x="59" y="67"/>
                </a:cubicBezTo>
                <a:cubicBezTo>
                  <a:pt x="57" y="68"/>
                  <a:pt x="57" y="70"/>
                  <a:pt x="57" y="72"/>
                </a:cubicBezTo>
                <a:cubicBezTo>
                  <a:pt x="57" y="77"/>
                  <a:pt x="60" y="80"/>
                  <a:pt x="65" y="80"/>
                </a:cubicBezTo>
                <a:cubicBezTo>
                  <a:pt x="79" y="80"/>
                  <a:pt x="79" y="80"/>
                  <a:pt x="79" y="80"/>
                </a:cubicBezTo>
                <a:cubicBezTo>
                  <a:pt x="35" y="130"/>
                  <a:pt x="35" y="130"/>
                  <a:pt x="35" y="130"/>
                </a:cubicBezTo>
                <a:cubicBezTo>
                  <a:pt x="35" y="131"/>
                  <a:pt x="35" y="131"/>
                  <a:pt x="35" y="131"/>
                </a:cubicBezTo>
                <a:cubicBezTo>
                  <a:pt x="34" y="132"/>
                  <a:pt x="33" y="134"/>
                  <a:pt x="33" y="136"/>
                </a:cubicBezTo>
                <a:cubicBezTo>
                  <a:pt x="33" y="141"/>
                  <a:pt x="36" y="145"/>
                  <a:pt x="41" y="145"/>
                </a:cubicBezTo>
                <a:cubicBezTo>
                  <a:pt x="57" y="145"/>
                  <a:pt x="57" y="145"/>
                  <a:pt x="57" y="145"/>
                </a:cubicBezTo>
                <a:cubicBezTo>
                  <a:pt x="18" y="196"/>
                  <a:pt x="18" y="196"/>
                  <a:pt x="18" y="196"/>
                </a:cubicBezTo>
                <a:cubicBezTo>
                  <a:pt x="18" y="196"/>
                  <a:pt x="18" y="196"/>
                  <a:pt x="18" y="196"/>
                </a:cubicBezTo>
                <a:cubicBezTo>
                  <a:pt x="17" y="197"/>
                  <a:pt x="16" y="199"/>
                  <a:pt x="16" y="201"/>
                </a:cubicBezTo>
                <a:cubicBezTo>
                  <a:pt x="16" y="205"/>
                  <a:pt x="20" y="209"/>
                  <a:pt x="24" y="209"/>
                </a:cubicBezTo>
                <a:cubicBezTo>
                  <a:pt x="42" y="209"/>
                  <a:pt x="42" y="209"/>
                  <a:pt x="42" y="209"/>
                </a:cubicBezTo>
                <a:cubicBezTo>
                  <a:pt x="2" y="277"/>
                  <a:pt x="2" y="277"/>
                  <a:pt x="2" y="277"/>
                </a:cubicBezTo>
                <a:cubicBezTo>
                  <a:pt x="2" y="277"/>
                  <a:pt x="2" y="277"/>
                  <a:pt x="2" y="277"/>
                </a:cubicBezTo>
                <a:cubicBezTo>
                  <a:pt x="1" y="278"/>
                  <a:pt x="0" y="279"/>
                  <a:pt x="0" y="281"/>
                </a:cubicBezTo>
                <a:cubicBezTo>
                  <a:pt x="0" y="285"/>
                  <a:pt x="4" y="289"/>
                  <a:pt x="8" y="289"/>
                </a:cubicBezTo>
                <a:cubicBezTo>
                  <a:pt x="97" y="289"/>
                  <a:pt x="97" y="289"/>
                  <a:pt x="97" y="289"/>
                </a:cubicBezTo>
                <a:cubicBezTo>
                  <a:pt x="97" y="345"/>
                  <a:pt x="97" y="345"/>
                  <a:pt x="97" y="345"/>
                </a:cubicBezTo>
                <a:cubicBezTo>
                  <a:pt x="97" y="350"/>
                  <a:pt x="100" y="353"/>
                  <a:pt x="105" y="353"/>
                </a:cubicBezTo>
                <a:cubicBezTo>
                  <a:pt x="153" y="353"/>
                  <a:pt x="153" y="353"/>
                  <a:pt x="153" y="353"/>
                </a:cubicBezTo>
                <a:cubicBezTo>
                  <a:pt x="157" y="353"/>
                  <a:pt x="161" y="350"/>
                  <a:pt x="161" y="345"/>
                </a:cubicBezTo>
                <a:cubicBezTo>
                  <a:pt x="161" y="289"/>
                  <a:pt x="161" y="289"/>
                  <a:pt x="161" y="289"/>
                </a:cubicBezTo>
                <a:cubicBezTo>
                  <a:pt x="249" y="289"/>
                  <a:pt x="249" y="289"/>
                  <a:pt x="249" y="289"/>
                </a:cubicBezTo>
                <a:cubicBezTo>
                  <a:pt x="254" y="289"/>
                  <a:pt x="257" y="285"/>
                  <a:pt x="257" y="281"/>
                </a:cubicBezTo>
                <a:cubicBezTo>
                  <a:pt x="257" y="279"/>
                  <a:pt x="257" y="278"/>
                  <a:pt x="256" y="277"/>
                </a:cubicBezTo>
                <a:moveTo>
                  <a:pt x="145" y="337"/>
                </a:moveTo>
                <a:cubicBezTo>
                  <a:pt x="113" y="337"/>
                  <a:pt x="113" y="337"/>
                  <a:pt x="113" y="337"/>
                </a:cubicBezTo>
                <a:cubicBezTo>
                  <a:pt x="113" y="289"/>
                  <a:pt x="113" y="289"/>
                  <a:pt x="113" y="289"/>
                </a:cubicBezTo>
                <a:cubicBezTo>
                  <a:pt x="145" y="289"/>
                  <a:pt x="145" y="289"/>
                  <a:pt x="145" y="289"/>
                </a:cubicBezTo>
                <a:lnTo>
                  <a:pt x="145" y="337"/>
                </a:lnTo>
                <a:close/>
                <a:moveTo>
                  <a:pt x="23" y="273"/>
                </a:moveTo>
                <a:cubicBezTo>
                  <a:pt x="63" y="205"/>
                  <a:pt x="63" y="205"/>
                  <a:pt x="63" y="205"/>
                </a:cubicBezTo>
                <a:cubicBezTo>
                  <a:pt x="63" y="205"/>
                  <a:pt x="63" y="205"/>
                  <a:pt x="63" y="205"/>
                </a:cubicBezTo>
                <a:cubicBezTo>
                  <a:pt x="64" y="204"/>
                  <a:pt x="65" y="202"/>
                  <a:pt x="65" y="201"/>
                </a:cubicBezTo>
                <a:cubicBezTo>
                  <a:pt x="65" y="196"/>
                  <a:pt x="61" y="193"/>
                  <a:pt x="57" y="193"/>
                </a:cubicBezTo>
                <a:cubicBezTo>
                  <a:pt x="41" y="193"/>
                  <a:pt x="41" y="193"/>
                  <a:pt x="41" y="193"/>
                </a:cubicBezTo>
                <a:cubicBezTo>
                  <a:pt x="79" y="141"/>
                  <a:pt x="79" y="141"/>
                  <a:pt x="79" y="141"/>
                </a:cubicBezTo>
                <a:cubicBezTo>
                  <a:pt x="79" y="141"/>
                  <a:pt x="79" y="141"/>
                  <a:pt x="79" y="141"/>
                </a:cubicBezTo>
                <a:cubicBezTo>
                  <a:pt x="80" y="140"/>
                  <a:pt x="81" y="138"/>
                  <a:pt x="81" y="136"/>
                </a:cubicBezTo>
                <a:cubicBezTo>
                  <a:pt x="81" y="132"/>
                  <a:pt x="77" y="128"/>
                  <a:pt x="73" y="128"/>
                </a:cubicBezTo>
                <a:cubicBezTo>
                  <a:pt x="58" y="128"/>
                  <a:pt x="58" y="128"/>
                  <a:pt x="58" y="128"/>
                </a:cubicBezTo>
                <a:cubicBezTo>
                  <a:pt x="102" y="78"/>
                  <a:pt x="102" y="78"/>
                  <a:pt x="102" y="78"/>
                </a:cubicBezTo>
                <a:cubicBezTo>
                  <a:pt x="102" y="78"/>
                  <a:pt x="102" y="78"/>
                  <a:pt x="102" y="78"/>
                </a:cubicBezTo>
                <a:cubicBezTo>
                  <a:pt x="104" y="77"/>
                  <a:pt x="105" y="75"/>
                  <a:pt x="105" y="72"/>
                </a:cubicBezTo>
                <a:cubicBezTo>
                  <a:pt x="105" y="68"/>
                  <a:pt x="101" y="64"/>
                  <a:pt x="97" y="64"/>
                </a:cubicBezTo>
                <a:cubicBezTo>
                  <a:pt x="84" y="64"/>
                  <a:pt x="84" y="64"/>
                  <a:pt x="84" y="64"/>
                </a:cubicBezTo>
                <a:cubicBezTo>
                  <a:pt x="129" y="19"/>
                  <a:pt x="129" y="19"/>
                  <a:pt x="129" y="19"/>
                </a:cubicBezTo>
                <a:cubicBezTo>
                  <a:pt x="174" y="64"/>
                  <a:pt x="174" y="64"/>
                  <a:pt x="174" y="64"/>
                </a:cubicBezTo>
                <a:cubicBezTo>
                  <a:pt x="161" y="64"/>
                  <a:pt x="161" y="64"/>
                  <a:pt x="161" y="64"/>
                </a:cubicBezTo>
                <a:cubicBezTo>
                  <a:pt x="157" y="64"/>
                  <a:pt x="153" y="68"/>
                  <a:pt x="153" y="72"/>
                </a:cubicBezTo>
                <a:cubicBezTo>
                  <a:pt x="153" y="75"/>
                  <a:pt x="154" y="77"/>
                  <a:pt x="156" y="78"/>
                </a:cubicBezTo>
                <a:cubicBezTo>
                  <a:pt x="156" y="78"/>
                  <a:pt x="156" y="78"/>
                  <a:pt x="156" y="78"/>
                </a:cubicBezTo>
                <a:cubicBezTo>
                  <a:pt x="200" y="128"/>
                  <a:pt x="200" y="128"/>
                  <a:pt x="200" y="128"/>
                </a:cubicBezTo>
                <a:cubicBezTo>
                  <a:pt x="185" y="128"/>
                  <a:pt x="185" y="128"/>
                  <a:pt x="185" y="128"/>
                </a:cubicBezTo>
                <a:cubicBezTo>
                  <a:pt x="181" y="128"/>
                  <a:pt x="177" y="132"/>
                  <a:pt x="177" y="136"/>
                </a:cubicBezTo>
                <a:cubicBezTo>
                  <a:pt x="177" y="138"/>
                  <a:pt x="178" y="140"/>
                  <a:pt x="179" y="141"/>
                </a:cubicBezTo>
                <a:cubicBezTo>
                  <a:pt x="179" y="141"/>
                  <a:pt x="179" y="141"/>
                  <a:pt x="179" y="141"/>
                </a:cubicBezTo>
                <a:cubicBezTo>
                  <a:pt x="217" y="193"/>
                  <a:pt x="217" y="193"/>
                  <a:pt x="217" y="193"/>
                </a:cubicBezTo>
                <a:cubicBezTo>
                  <a:pt x="201" y="193"/>
                  <a:pt x="201" y="193"/>
                  <a:pt x="201" y="193"/>
                </a:cubicBezTo>
                <a:cubicBezTo>
                  <a:pt x="197" y="193"/>
                  <a:pt x="193" y="196"/>
                  <a:pt x="193" y="201"/>
                </a:cubicBezTo>
                <a:cubicBezTo>
                  <a:pt x="193" y="202"/>
                  <a:pt x="194" y="204"/>
                  <a:pt x="194" y="205"/>
                </a:cubicBezTo>
                <a:cubicBezTo>
                  <a:pt x="194" y="205"/>
                  <a:pt x="194" y="205"/>
                  <a:pt x="194" y="205"/>
                </a:cubicBezTo>
                <a:cubicBezTo>
                  <a:pt x="235" y="273"/>
                  <a:pt x="235" y="273"/>
                  <a:pt x="235" y="273"/>
                </a:cubicBezTo>
                <a:lnTo>
                  <a:pt x="23" y="27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7" name="Freeform 47"/>
          <p:cNvSpPr>
            <a:spLocks noEditPoints="1"/>
          </p:cNvSpPr>
          <p:nvPr/>
        </p:nvSpPr>
        <p:spPr bwMode="auto">
          <a:xfrm>
            <a:off x="3185584" y="5363634"/>
            <a:ext cx="262467" cy="582084"/>
          </a:xfrm>
          <a:custGeom>
            <a:avLst/>
            <a:gdLst>
              <a:gd name="T0" fmla="*/ 104 w 160"/>
              <a:gd name="T1" fmla="*/ 80 h 353"/>
              <a:gd name="T2" fmla="*/ 96 w 160"/>
              <a:gd name="T3" fmla="*/ 88 h 353"/>
              <a:gd name="T4" fmla="*/ 96 w 160"/>
              <a:gd name="T5" fmla="*/ 201 h 353"/>
              <a:gd name="T6" fmla="*/ 104 w 160"/>
              <a:gd name="T7" fmla="*/ 209 h 353"/>
              <a:gd name="T8" fmla="*/ 112 w 160"/>
              <a:gd name="T9" fmla="*/ 201 h 353"/>
              <a:gd name="T10" fmla="*/ 112 w 160"/>
              <a:gd name="T11" fmla="*/ 88 h 353"/>
              <a:gd name="T12" fmla="*/ 104 w 160"/>
              <a:gd name="T13" fmla="*/ 80 h 353"/>
              <a:gd name="T14" fmla="*/ 56 w 160"/>
              <a:gd name="T15" fmla="*/ 80 h 353"/>
              <a:gd name="T16" fmla="*/ 48 w 160"/>
              <a:gd name="T17" fmla="*/ 88 h 353"/>
              <a:gd name="T18" fmla="*/ 48 w 160"/>
              <a:gd name="T19" fmla="*/ 201 h 353"/>
              <a:gd name="T20" fmla="*/ 56 w 160"/>
              <a:gd name="T21" fmla="*/ 209 h 353"/>
              <a:gd name="T22" fmla="*/ 64 w 160"/>
              <a:gd name="T23" fmla="*/ 201 h 353"/>
              <a:gd name="T24" fmla="*/ 64 w 160"/>
              <a:gd name="T25" fmla="*/ 88 h 353"/>
              <a:gd name="T26" fmla="*/ 56 w 160"/>
              <a:gd name="T27" fmla="*/ 80 h 353"/>
              <a:gd name="T28" fmla="*/ 80 w 160"/>
              <a:gd name="T29" fmla="*/ 0 h 353"/>
              <a:gd name="T30" fmla="*/ 0 w 160"/>
              <a:gd name="T31" fmla="*/ 80 h 353"/>
              <a:gd name="T32" fmla="*/ 0 w 160"/>
              <a:gd name="T33" fmla="*/ 241 h 353"/>
              <a:gd name="T34" fmla="*/ 16 w 160"/>
              <a:gd name="T35" fmla="*/ 257 h 353"/>
              <a:gd name="T36" fmla="*/ 72 w 160"/>
              <a:gd name="T37" fmla="*/ 257 h 353"/>
              <a:gd name="T38" fmla="*/ 72 w 160"/>
              <a:gd name="T39" fmla="*/ 345 h 353"/>
              <a:gd name="T40" fmla="*/ 80 w 160"/>
              <a:gd name="T41" fmla="*/ 353 h 353"/>
              <a:gd name="T42" fmla="*/ 88 w 160"/>
              <a:gd name="T43" fmla="*/ 345 h 353"/>
              <a:gd name="T44" fmla="*/ 88 w 160"/>
              <a:gd name="T45" fmla="*/ 257 h 353"/>
              <a:gd name="T46" fmla="*/ 144 w 160"/>
              <a:gd name="T47" fmla="*/ 257 h 353"/>
              <a:gd name="T48" fmla="*/ 160 w 160"/>
              <a:gd name="T49" fmla="*/ 241 h 353"/>
              <a:gd name="T50" fmla="*/ 160 w 160"/>
              <a:gd name="T51" fmla="*/ 80 h 353"/>
              <a:gd name="T52" fmla="*/ 80 w 160"/>
              <a:gd name="T53" fmla="*/ 0 h 353"/>
              <a:gd name="T54" fmla="*/ 144 w 160"/>
              <a:gd name="T55" fmla="*/ 241 h 353"/>
              <a:gd name="T56" fmla="*/ 16 w 160"/>
              <a:gd name="T57" fmla="*/ 241 h 353"/>
              <a:gd name="T58" fmla="*/ 16 w 160"/>
              <a:gd name="T59" fmla="*/ 80 h 353"/>
              <a:gd name="T60" fmla="*/ 80 w 160"/>
              <a:gd name="T61" fmla="*/ 16 h 353"/>
              <a:gd name="T62" fmla="*/ 144 w 160"/>
              <a:gd name="T63" fmla="*/ 80 h 353"/>
              <a:gd name="T64" fmla="*/ 144 w 160"/>
              <a:gd name="T65" fmla="*/ 241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60" h="353">
                <a:moveTo>
                  <a:pt x="104" y="80"/>
                </a:moveTo>
                <a:cubicBezTo>
                  <a:pt x="100" y="80"/>
                  <a:pt x="96" y="84"/>
                  <a:pt x="96" y="88"/>
                </a:cubicBezTo>
                <a:cubicBezTo>
                  <a:pt x="96" y="201"/>
                  <a:pt x="96" y="201"/>
                  <a:pt x="96" y="201"/>
                </a:cubicBezTo>
                <a:cubicBezTo>
                  <a:pt x="96" y="205"/>
                  <a:pt x="100" y="209"/>
                  <a:pt x="104" y="209"/>
                </a:cubicBezTo>
                <a:cubicBezTo>
                  <a:pt x="109" y="209"/>
                  <a:pt x="112" y="205"/>
                  <a:pt x="112" y="201"/>
                </a:cubicBezTo>
                <a:cubicBezTo>
                  <a:pt x="112" y="88"/>
                  <a:pt x="112" y="88"/>
                  <a:pt x="112" y="88"/>
                </a:cubicBezTo>
                <a:cubicBezTo>
                  <a:pt x="112" y="84"/>
                  <a:pt x="109" y="80"/>
                  <a:pt x="104" y="80"/>
                </a:cubicBezTo>
                <a:moveTo>
                  <a:pt x="56" y="80"/>
                </a:moveTo>
                <a:cubicBezTo>
                  <a:pt x="52" y="80"/>
                  <a:pt x="48" y="84"/>
                  <a:pt x="48" y="88"/>
                </a:cubicBezTo>
                <a:cubicBezTo>
                  <a:pt x="48" y="201"/>
                  <a:pt x="48" y="201"/>
                  <a:pt x="48" y="201"/>
                </a:cubicBezTo>
                <a:cubicBezTo>
                  <a:pt x="48" y="205"/>
                  <a:pt x="52" y="209"/>
                  <a:pt x="56" y="209"/>
                </a:cubicBezTo>
                <a:cubicBezTo>
                  <a:pt x="61" y="209"/>
                  <a:pt x="64" y="205"/>
                  <a:pt x="64" y="201"/>
                </a:cubicBezTo>
                <a:cubicBezTo>
                  <a:pt x="64" y="88"/>
                  <a:pt x="64" y="88"/>
                  <a:pt x="64" y="88"/>
                </a:cubicBezTo>
                <a:cubicBezTo>
                  <a:pt x="64" y="84"/>
                  <a:pt x="61" y="80"/>
                  <a:pt x="56" y="80"/>
                </a:cubicBezTo>
                <a:moveTo>
                  <a:pt x="80" y="0"/>
                </a:moveTo>
                <a:cubicBezTo>
                  <a:pt x="36" y="0"/>
                  <a:pt x="0" y="36"/>
                  <a:pt x="0" y="80"/>
                </a:cubicBezTo>
                <a:cubicBezTo>
                  <a:pt x="0" y="241"/>
                  <a:pt x="0" y="241"/>
                  <a:pt x="0" y="241"/>
                </a:cubicBezTo>
                <a:cubicBezTo>
                  <a:pt x="0" y="250"/>
                  <a:pt x="7" y="257"/>
                  <a:pt x="16" y="257"/>
                </a:cubicBezTo>
                <a:cubicBezTo>
                  <a:pt x="72" y="257"/>
                  <a:pt x="72" y="257"/>
                  <a:pt x="72" y="257"/>
                </a:cubicBezTo>
                <a:cubicBezTo>
                  <a:pt x="72" y="345"/>
                  <a:pt x="72" y="345"/>
                  <a:pt x="72" y="345"/>
                </a:cubicBezTo>
                <a:cubicBezTo>
                  <a:pt x="72" y="350"/>
                  <a:pt x="76" y="353"/>
                  <a:pt x="80" y="353"/>
                </a:cubicBezTo>
                <a:cubicBezTo>
                  <a:pt x="85" y="353"/>
                  <a:pt x="88" y="350"/>
                  <a:pt x="88" y="345"/>
                </a:cubicBezTo>
                <a:cubicBezTo>
                  <a:pt x="88" y="257"/>
                  <a:pt x="88" y="257"/>
                  <a:pt x="88" y="257"/>
                </a:cubicBezTo>
                <a:cubicBezTo>
                  <a:pt x="144" y="257"/>
                  <a:pt x="144" y="257"/>
                  <a:pt x="144" y="257"/>
                </a:cubicBezTo>
                <a:cubicBezTo>
                  <a:pt x="153" y="257"/>
                  <a:pt x="160" y="250"/>
                  <a:pt x="160" y="241"/>
                </a:cubicBezTo>
                <a:cubicBezTo>
                  <a:pt x="160" y="80"/>
                  <a:pt x="160" y="80"/>
                  <a:pt x="160" y="80"/>
                </a:cubicBezTo>
                <a:cubicBezTo>
                  <a:pt x="160" y="36"/>
                  <a:pt x="125" y="0"/>
                  <a:pt x="80" y="0"/>
                </a:cubicBezTo>
                <a:moveTo>
                  <a:pt x="144" y="241"/>
                </a:moveTo>
                <a:cubicBezTo>
                  <a:pt x="16" y="241"/>
                  <a:pt x="16" y="241"/>
                  <a:pt x="16" y="241"/>
                </a:cubicBezTo>
                <a:cubicBezTo>
                  <a:pt x="16" y="80"/>
                  <a:pt x="16" y="80"/>
                  <a:pt x="16" y="80"/>
                </a:cubicBezTo>
                <a:cubicBezTo>
                  <a:pt x="16" y="45"/>
                  <a:pt x="45" y="16"/>
                  <a:pt x="80" y="16"/>
                </a:cubicBezTo>
                <a:cubicBezTo>
                  <a:pt x="116" y="16"/>
                  <a:pt x="144" y="45"/>
                  <a:pt x="144" y="80"/>
                </a:cubicBezTo>
                <a:lnTo>
                  <a:pt x="144" y="24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8" name="Freeform 48"/>
          <p:cNvSpPr>
            <a:spLocks noEditPoints="1"/>
          </p:cNvSpPr>
          <p:nvPr/>
        </p:nvSpPr>
        <p:spPr bwMode="auto">
          <a:xfrm>
            <a:off x="4138085" y="5363634"/>
            <a:ext cx="582084" cy="582084"/>
          </a:xfrm>
          <a:custGeom>
            <a:avLst/>
            <a:gdLst>
              <a:gd name="T0" fmla="*/ 152 w 353"/>
              <a:gd name="T1" fmla="*/ 88 h 353"/>
              <a:gd name="T2" fmla="*/ 144 w 353"/>
              <a:gd name="T3" fmla="*/ 0 h 353"/>
              <a:gd name="T4" fmla="*/ 136 w 353"/>
              <a:gd name="T5" fmla="*/ 88 h 353"/>
              <a:gd name="T6" fmla="*/ 241 w 353"/>
              <a:gd name="T7" fmla="*/ 112 h 353"/>
              <a:gd name="T8" fmla="*/ 249 w 353"/>
              <a:gd name="T9" fmla="*/ 24 h 353"/>
              <a:gd name="T10" fmla="*/ 233 w 353"/>
              <a:gd name="T11" fmla="*/ 24 h 353"/>
              <a:gd name="T12" fmla="*/ 241 w 353"/>
              <a:gd name="T13" fmla="*/ 112 h 353"/>
              <a:gd name="T14" fmla="*/ 201 w 353"/>
              <a:gd name="T15" fmla="*/ 88 h 353"/>
              <a:gd name="T16" fmla="*/ 193 w 353"/>
              <a:gd name="T17" fmla="*/ 32 h 353"/>
              <a:gd name="T18" fmla="*/ 185 w 353"/>
              <a:gd name="T19" fmla="*/ 88 h 353"/>
              <a:gd name="T20" fmla="*/ 305 w 353"/>
              <a:gd name="T21" fmla="*/ 169 h 353"/>
              <a:gd name="T22" fmla="*/ 289 w 353"/>
              <a:gd name="T23" fmla="*/ 145 h 353"/>
              <a:gd name="T24" fmla="*/ 16 w 353"/>
              <a:gd name="T25" fmla="*/ 128 h 353"/>
              <a:gd name="T26" fmla="*/ 0 w 353"/>
              <a:gd name="T27" fmla="*/ 241 h 353"/>
              <a:gd name="T28" fmla="*/ 8 w 353"/>
              <a:gd name="T29" fmla="*/ 337 h 353"/>
              <a:gd name="T30" fmla="*/ 8 w 353"/>
              <a:gd name="T31" fmla="*/ 353 h 353"/>
              <a:gd name="T32" fmla="*/ 289 w 353"/>
              <a:gd name="T33" fmla="*/ 345 h 353"/>
              <a:gd name="T34" fmla="*/ 234 w 353"/>
              <a:gd name="T35" fmla="*/ 337 h 353"/>
              <a:gd name="T36" fmla="*/ 305 w 353"/>
              <a:gd name="T37" fmla="*/ 265 h 353"/>
              <a:gd name="T38" fmla="*/ 305 w 353"/>
              <a:gd name="T39" fmla="*/ 169 h 353"/>
              <a:gd name="T40" fmla="*/ 112 w 353"/>
              <a:gd name="T41" fmla="*/ 337 h 353"/>
              <a:gd name="T42" fmla="*/ 248 w 353"/>
              <a:gd name="T43" fmla="*/ 305 h 353"/>
              <a:gd name="T44" fmla="*/ 273 w 353"/>
              <a:gd name="T45" fmla="*/ 241 h 353"/>
              <a:gd name="T46" fmla="*/ 29 w 353"/>
              <a:gd name="T47" fmla="*/ 289 h 353"/>
              <a:gd name="T48" fmla="*/ 16 w 353"/>
              <a:gd name="T49" fmla="*/ 145 h 353"/>
              <a:gd name="T50" fmla="*/ 273 w 353"/>
              <a:gd name="T51" fmla="*/ 241 h 353"/>
              <a:gd name="T52" fmla="*/ 288 w 353"/>
              <a:gd name="T53" fmla="*/ 249 h 353"/>
              <a:gd name="T54" fmla="*/ 289 w 353"/>
              <a:gd name="T55" fmla="*/ 185 h 353"/>
              <a:gd name="T56" fmla="*/ 337 w 353"/>
              <a:gd name="T57" fmla="*/ 217 h 353"/>
              <a:gd name="T58" fmla="*/ 48 w 353"/>
              <a:gd name="T59" fmla="*/ 96 h 353"/>
              <a:gd name="T60" fmla="*/ 56 w 353"/>
              <a:gd name="T61" fmla="*/ 40 h 353"/>
              <a:gd name="T62" fmla="*/ 40 w 353"/>
              <a:gd name="T63" fmla="*/ 40 h 353"/>
              <a:gd name="T64" fmla="*/ 48 w 353"/>
              <a:gd name="T65" fmla="*/ 96 h 353"/>
              <a:gd name="T66" fmla="*/ 104 w 353"/>
              <a:gd name="T67" fmla="*/ 104 h 353"/>
              <a:gd name="T68" fmla="*/ 96 w 353"/>
              <a:gd name="T69" fmla="*/ 16 h 353"/>
              <a:gd name="T70" fmla="*/ 88 w 353"/>
              <a:gd name="T71" fmla="*/ 104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353" h="353">
                <a:moveTo>
                  <a:pt x="144" y="96"/>
                </a:moveTo>
                <a:cubicBezTo>
                  <a:pt x="149" y="96"/>
                  <a:pt x="152" y="93"/>
                  <a:pt x="152" y="88"/>
                </a:cubicBezTo>
                <a:cubicBezTo>
                  <a:pt x="152" y="8"/>
                  <a:pt x="152" y="8"/>
                  <a:pt x="152" y="8"/>
                </a:cubicBezTo>
                <a:cubicBezTo>
                  <a:pt x="152" y="4"/>
                  <a:pt x="149" y="0"/>
                  <a:pt x="144" y="0"/>
                </a:cubicBezTo>
                <a:cubicBezTo>
                  <a:pt x="140" y="0"/>
                  <a:pt x="136" y="4"/>
                  <a:pt x="136" y="8"/>
                </a:cubicBezTo>
                <a:cubicBezTo>
                  <a:pt x="136" y="88"/>
                  <a:pt x="136" y="88"/>
                  <a:pt x="136" y="88"/>
                </a:cubicBezTo>
                <a:cubicBezTo>
                  <a:pt x="136" y="93"/>
                  <a:pt x="140" y="96"/>
                  <a:pt x="144" y="96"/>
                </a:cubicBezTo>
                <a:moveTo>
                  <a:pt x="241" y="112"/>
                </a:moveTo>
                <a:cubicBezTo>
                  <a:pt x="245" y="112"/>
                  <a:pt x="249" y="109"/>
                  <a:pt x="249" y="104"/>
                </a:cubicBezTo>
                <a:cubicBezTo>
                  <a:pt x="249" y="24"/>
                  <a:pt x="249" y="24"/>
                  <a:pt x="249" y="24"/>
                </a:cubicBezTo>
                <a:cubicBezTo>
                  <a:pt x="249" y="20"/>
                  <a:pt x="245" y="16"/>
                  <a:pt x="241" y="16"/>
                </a:cubicBezTo>
                <a:cubicBezTo>
                  <a:pt x="236" y="16"/>
                  <a:pt x="233" y="20"/>
                  <a:pt x="233" y="24"/>
                </a:cubicBezTo>
                <a:cubicBezTo>
                  <a:pt x="233" y="104"/>
                  <a:pt x="233" y="104"/>
                  <a:pt x="233" y="104"/>
                </a:cubicBezTo>
                <a:cubicBezTo>
                  <a:pt x="233" y="109"/>
                  <a:pt x="236" y="112"/>
                  <a:pt x="241" y="112"/>
                </a:cubicBezTo>
                <a:moveTo>
                  <a:pt x="193" y="96"/>
                </a:moveTo>
                <a:cubicBezTo>
                  <a:pt x="197" y="96"/>
                  <a:pt x="201" y="93"/>
                  <a:pt x="201" y="88"/>
                </a:cubicBezTo>
                <a:cubicBezTo>
                  <a:pt x="201" y="40"/>
                  <a:pt x="201" y="40"/>
                  <a:pt x="201" y="40"/>
                </a:cubicBezTo>
                <a:cubicBezTo>
                  <a:pt x="201" y="36"/>
                  <a:pt x="197" y="32"/>
                  <a:pt x="193" y="32"/>
                </a:cubicBezTo>
                <a:cubicBezTo>
                  <a:pt x="188" y="32"/>
                  <a:pt x="185" y="36"/>
                  <a:pt x="185" y="40"/>
                </a:cubicBezTo>
                <a:cubicBezTo>
                  <a:pt x="185" y="88"/>
                  <a:pt x="185" y="88"/>
                  <a:pt x="185" y="88"/>
                </a:cubicBezTo>
                <a:cubicBezTo>
                  <a:pt x="185" y="93"/>
                  <a:pt x="188" y="96"/>
                  <a:pt x="193" y="96"/>
                </a:cubicBezTo>
                <a:moveTo>
                  <a:pt x="305" y="169"/>
                </a:moveTo>
                <a:cubicBezTo>
                  <a:pt x="289" y="169"/>
                  <a:pt x="289" y="169"/>
                  <a:pt x="289" y="169"/>
                </a:cubicBezTo>
                <a:cubicBezTo>
                  <a:pt x="289" y="145"/>
                  <a:pt x="289" y="145"/>
                  <a:pt x="289" y="145"/>
                </a:cubicBezTo>
                <a:cubicBezTo>
                  <a:pt x="289" y="136"/>
                  <a:pt x="282" y="128"/>
                  <a:pt x="273" y="128"/>
                </a:cubicBezTo>
                <a:cubicBezTo>
                  <a:pt x="16" y="128"/>
                  <a:pt x="16" y="128"/>
                  <a:pt x="16" y="128"/>
                </a:cubicBezTo>
                <a:cubicBezTo>
                  <a:pt x="7" y="128"/>
                  <a:pt x="0" y="136"/>
                  <a:pt x="0" y="145"/>
                </a:cubicBezTo>
                <a:cubicBezTo>
                  <a:pt x="0" y="241"/>
                  <a:pt x="0" y="241"/>
                  <a:pt x="0" y="241"/>
                </a:cubicBezTo>
                <a:cubicBezTo>
                  <a:pt x="0" y="282"/>
                  <a:pt x="22" y="318"/>
                  <a:pt x="55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3" y="337"/>
                  <a:pt x="0" y="341"/>
                  <a:pt x="0" y="345"/>
                </a:cubicBezTo>
                <a:cubicBezTo>
                  <a:pt x="0" y="350"/>
                  <a:pt x="3" y="353"/>
                  <a:pt x="8" y="353"/>
                </a:cubicBezTo>
                <a:cubicBezTo>
                  <a:pt x="281" y="353"/>
                  <a:pt x="281" y="353"/>
                  <a:pt x="281" y="353"/>
                </a:cubicBezTo>
                <a:cubicBezTo>
                  <a:pt x="285" y="353"/>
                  <a:pt x="289" y="350"/>
                  <a:pt x="289" y="345"/>
                </a:cubicBezTo>
                <a:cubicBezTo>
                  <a:pt x="289" y="341"/>
                  <a:pt x="285" y="337"/>
                  <a:pt x="281" y="337"/>
                </a:cubicBezTo>
                <a:cubicBezTo>
                  <a:pt x="234" y="337"/>
                  <a:pt x="234" y="337"/>
                  <a:pt x="234" y="337"/>
                </a:cubicBezTo>
                <a:cubicBezTo>
                  <a:pt x="260" y="321"/>
                  <a:pt x="280" y="296"/>
                  <a:pt x="286" y="265"/>
                </a:cubicBezTo>
                <a:cubicBezTo>
                  <a:pt x="305" y="265"/>
                  <a:pt x="305" y="265"/>
                  <a:pt x="305" y="265"/>
                </a:cubicBezTo>
                <a:cubicBezTo>
                  <a:pt x="332" y="265"/>
                  <a:pt x="353" y="243"/>
                  <a:pt x="353" y="217"/>
                </a:cubicBezTo>
                <a:cubicBezTo>
                  <a:pt x="353" y="190"/>
                  <a:pt x="332" y="169"/>
                  <a:pt x="305" y="169"/>
                </a:cubicBezTo>
                <a:moveTo>
                  <a:pt x="177" y="337"/>
                </a:moveTo>
                <a:cubicBezTo>
                  <a:pt x="112" y="337"/>
                  <a:pt x="112" y="337"/>
                  <a:pt x="112" y="337"/>
                </a:cubicBezTo>
                <a:cubicBezTo>
                  <a:pt x="84" y="337"/>
                  <a:pt x="58" y="325"/>
                  <a:pt x="41" y="305"/>
                </a:cubicBezTo>
                <a:cubicBezTo>
                  <a:pt x="248" y="305"/>
                  <a:pt x="248" y="305"/>
                  <a:pt x="248" y="305"/>
                </a:cubicBezTo>
                <a:cubicBezTo>
                  <a:pt x="231" y="325"/>
                  <a:pt x="205" y="337"/>
                  <a:pt x="177" y="337"/>
                </a:cubicBezTo>
                <a:moveTo>
                  <a:pt x="273" y="241"/>
                </a:moveTo>
                <a:cubicBezTo>
                  <a:pt x="273" y="258"/>
                  <a:pt x="268" y="275"/>
                  <a:pt x="260" y="289"/>
                </a:cubicBezTo>
                <a:cubicBezTo>
                  <a:pt x="29" y="289"/>
                  <a:pt x="29" y="289"/>
                  <a:pt x="29" y="289"/>
                </a:cubicBezTo>
                <a:cubicBezTo>
                  <a:pt x="21" y="275"/>
                  <a:pt x="16" y="258"/>
                  <a:pt x="16" y="241"/>
                </a:cubicBezTo>
                <a:cubicBezTo>
                  <a:pt x="16" y="145"/>
                  <a:pt x="16" y="145"/>
                  <a:pt x="16" y="145"/>
                </a:cubicBezTo>
                <a:cubicBezTo>
                  <a:pt x="273" y="145"/>
                  <a:pt x="273" y="145"/>
                  <a:pt x="273" y="145"/>
                </a:cubicBezTo>
                <a:lnTo>
                  <a:pt x="273" y="241"/>
                </a:lnTo>
                <a:close/>
                <a:moveTo>
                  <a:pt x="305" y="249"/>
                </a:moveTo>
                <a:cubicBezTo>
                  <a:pt x="288" y="249"/>
                  <a:pt x="288" y="249"/>
                  <a:pt x="288" y="249"/>
                </a:cubicBezTo>
                <a:cubicBezTo>
                  <a:pt x="289" y="246"/>
                  <a:pt x="289" y="244"/>
                  <a:pt x="289" y="241"/>
                </a:cubicBezTo>
                <a:cubicBezTo>
                  <a:pt x="289" y="185"/>
                  <a:pt x="289" y="185"/>
                  <a:pt x="289" y="185"/>
                </a:cubicBezTo>
                <a:cubicBezTo>
                  <a:pt x="305" y="185"/>
                  <a:pt x="305" y="185"/>
                  <a:pt x="305" y="185"/>
                </a:cubicBezTo>
                <a:cubicBezTo>
                  <a:pt x="323" y="185"/>
                  <a:pt x="337" y="199"/>
                  <a:pt x="337" y="217"/>
                </a:cubicBezTo>
                <a:cubicBezTo>
                  <a:pt x="337" y="234"/>
                  <a:pt x="323" y="249"/>
                  <a:pt x="305" y="249"/>
                </a:cubicBezTo>
                <a:moveTo>
                  <a:pt x="48" y="96"/>
                </a:moveTo>
                <a:cubicBezTo>
                  <a:pt x="52" y="96"/>
                  <a:pt x="56" y="93"/>
                  <a:pt x="56" y="88"/>
                </a:cubicBezTo>
                <a:cubicBezTo>
                  <a:pt x="56" y="40"/>
                  <a:pt x="56" y="40"/>
                  <a:pt x="56" y="40"/>
                </a:cubicBezTo>
                <a:cubicBezTo>
                  <a:pt x="56" y="36"/>
                  <a:pt x="52" y="32"/>
                  <a:pt x="48" y="32"/>
                </a:cubicBezTo>
                <a:cubicBezTo>
                  <a:pt x="44" y="32"/>
                  <a:pt x="40" y="36"/>
                  <a:pt x="40" y="40"/>
                </a:cubicBezTo>
                <a:cubicBezTo>
                  <a:pt x="40" y="88"/>
                  <a:pt x="40" y="88"/>
                  <a:pt x="40" y="88"/>
                </a:cubicBezTo>
                <a:cubicBezTo>
                  <a:pt x="40" y="93"/>
                  <a:pt x="44" y="96"/>
                  <a:pt x="48" y="96"/>
                </a:cubicBezTo>
                <a:moveTo>
                  <a:pt x="96" y="112"/>
                </a:moveTo>
                <a:cubicBezTo>
                  <a:pt x="101" y="112"/>
                  <a:pt x="104" y="109"/>
                  <a:pt x="104" y="104"/>
                </a:cubicBezTo>
                <a:cubicBezTo>
                  <a:pt x="104" y="24"/>
                  <a:pt x="104" y="24"/>
                  <a:pt x="104" y="24"/>
                </a:cubicBezTo>
                <a:cubicBezTo>
                  <a:pt x="104" y="20"/>
                  <a:pt x="101" y="16"/>
                  <a:pt x="96" y="16"/>
                </a:cubicBezTo>
                <a:cubicBezTo>
                  <a:pt x="92" y="16"/>
                  <a:pt x="88" y="20"/>
                  <a:pt x="88" y="24"/>
                </a:cubicBezTo>
                <a:cubicBezTo>
                  <a:pt x="88" y="104"/>
                  <a:pt x="88" y="104"/>
                  <a:pt x="88" y="104"/>
                </a:cubicBezTo>
                <a:cubicBezTo>
                  <a:pt x="88" y="109"/>
                  <a:pt x="92" y="112"/>
                  <a:pt x="96" y="112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9" name="Freeform 49"/>
          <p:cNvSpPr>
            <a:spLocks noEditPoints="1"/>
          </p:cNvSpPr>
          <p:nvPr/>
        </p:nvSpPr>
        <p:spPr bwMode="auto">
          <a:xfrm>
            <a:off x="5234518" y="5393267"/>
            <a:ext cx="607484" cy="529167"/>
          </a:xfrm>
          <a:custGeom>
            <a:avLst/>
            <a:gdLst>
              <a:gd name="T0" fmla="*/ 117 w 369"/>
              <a:gd name="T1" fmla="*/ 207 h 321"/>
              <a:gd name="T2" fmla="*/ 162 w 369"/>
              <a:gd name="T3" fmla="*/ 207 h 321"/>
              <a:gd name="T4" fmla="*/ 247 w 369"/>
              <a:gd name="T5" fmla="*/ 121 h 321"/>
              <a:gd name="T6" fmla="*/ 247 w 369"/>
              <a:gd name="T7" fmla="*/ 110 h 321"/>
              <a:gd name="T8" fmla="*/ 236 w 369"/>
              <a:gd name="T9" fmla="*/ 110 h 321"/>
              <a:gd name="T10" fmla="*/ 151 w 369"/>
              <a:gd name="T11" fmla="*/ 195 h 321"/>
              <a:gd name="T12" fmla="*/ 128 w 369"/>
              <a:gd name="T13" fmla="*/ 195 h 321"/>
              <a:gd name="T14" fmla="*/ 128 w 369"/>
              <a:gd name="T15" fmla="*/ 172 h 321"/>
              <a:gd name="T16" fmla="*/ 151 w 369"/>
              <a:gd name="T17" fmla="*/ 150 h 321"/>
              <a:gd name="T18" fmla="*/ 264 w 369"/>
              <a:gd name="T19" fmla="*/ 36 h 321"/>
              <a:gd name="T20" fmla="*/ 253 w 369"/>
              <a:gd name="T21" fmla="*/ 25 h 321"/>
              <a:gd name="T22" fmla="*/ 117 w 369"/>
              <a:gd name="T23" fmla="*/ 161 h 321"/>
              <a:gd name="T24" fmla="*/ 117 w 369"/>
              <a:gd name="T25" fmla="*/ 207 h 321"/>
              <a:gd name="T26" fmla="*/ 49 w 369"/>
              <a:gd name="T27" fmla="*/ 272 h 321"/>
              <a:gd name="T28" fmla="*/ 49 w 369"/>
              <a:gd name="T29" fmla="*/ 161 h 321"/>
              <a:gd name="T30" fmla="*/ 49 w 369"/>
              <a:gd name="T31" fmla="*/ 161 h 321"/>
              <a:gd name="T32" fmla="*/ 49 w 369"/>
              <a:gd name="T33" fmla="*/ 161 h 321"/>
              <a:gd name="T34" fmla="*/ 168 w 369"/>
              <a:gd name="T35" fmla="*/ 42 h 321"/>
              <a:gd name="T36" fmla="*/ 168 w 369"/>
              <a:gd name="T37" fmla="*/ 31 h 321"/>
              <a:gd name="T38" fmla="*/ 157 w 369"/>
              <a:gd name="T39" fmla="*/ 31 h 321"/>
              <a:gd name="T40" fmla="*/ 37 w 369"/>
              <a:gd name="T41" fmla="*/ 150 h 321"/>
              <a:gd name="T42" fmla="*/ 37 w 369"/>
              <a:gd name="T43" fmla="*/ 283 h 321"/>
              <a:gd name="T44" fmla="*/ 174 w 369"/>
              <a:gd name="T45" fmla="*/ 283 h 321"/>
              <a:gd name="T46" fmla="*/ 162 w 369"/>
              <a:gd name="T47" fmla="*/ 272 h 321"/>
              <a:gd name="T48" fmla="*/ 49 w 369"/>
              <a:gd name="T49" fmla="*/ 272 h 321"/>
              <a:gd name="T50" fmla="*/ 344 w 369"/>
              <a:gd name="T51" fmla="*/ 25 h 321"/>
              <a:gd name="T52" fmla="*/ 253 w 369"/>
              <a:gd name="T53" fmla="*/ 25 h 321"/>
              <a:gd name="T54" fmla="*/ 264 w 369"/>
              <a:gd name="T55" fmla="*/ 36 h 321"/>
              <a:gd name="T56" fmla="*/ 333 w 369"/>
              <a:gd name="T57" fmla="*/ 36 h 321"/>
              <a:gd name="T58" fmla="*/ 333 w 369"/>
              <a:gd name="T59" fmla="*/ 104 h 321"/>
              <a:gd name="T60" fmla="*/ 162 w 369"/>
              <a:gd name="T61" fmla="*/ 272 h 321"/>
              <a:gd name="T62" fmla="*/ 174 w 369"/>
              <a:gd name="T63" fmla="*/ 283 h 321"/>
              <a:gd name="T64" fmla="*/ 344 w 369"/>
              <a:gd name="T65" fmla="*/ 116 h 321"/>
              <a:gd name="T66" fmla="*/ 344 w 369"/>
              <a:gd name="T67" fmla="*/ 25 h 321"/>
              <a:gd name="T68" fmla="*/ 174 w 369"/>
              <a:gd name="T69" fmla="*/ 150 h 321"/>
              <a:gd name="T70" fmla="*/ 174 w 369"/>
              <a:gd name="T71" fmla="*/ 150 h 321"/>
              <a:gd name="T72" fmla="*/ 174 w 369"/>
              <a:gd name="T73" fmla="*/ 150 h 3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369" h="321">
                <a:moveTo>
                  <a:pt x="117" y="207"/>
                </a:moveTo>
                <a:cubicBezTo>
                  <a:pt x="129" y="219"/>
                  <a:pt x="150" y="219"/>
                  <a:pt x="162" y="207"/>
                </a:cubicBezTo>
                <a:cubicBezTo>
                  <a:pt x="247" y="121"/>
                  <a:pt x="247" y="121"/>
                  <a:pt x="247" y="121"/>
                </a:cubicBezTo>
                <a:cubicBezTo>
                  <a:pt x="251" y="118"/>
                  <a:pt x="251" y="113"/>
                  <a:pt x="247" y="110"/>
                </a:cubicBezTo>
                <a:cubicBezTo>
                  <a:pt x="244" y="107"/>
                  <a:pt x="239" y="107"/>
                  <a:pt x="236" y="110"/>
                </a:cubicBezTo>
                <a:cubicBezTo>
                  <a:pt x="151" y="195"/>
                  <a:pt x="151" y="195"/>
                  <a:pt x="151" y="195"/>
                </a:cubicBezTo>
                <a:cubicBezTo>
                  <a:pt x="145" y="201"/>
                  <a:pt x="134" y="201"/>
                  <a:pt x="128" y="195"/>
                </a:cubicBezTo>
                <a:cubicBezTo>
                  <a:pt x="122" y="189"/>
                  <a:pt x="122" y="179"/>
                  <a:pt x="128" y="172"/>
                </a:cubicBezTo>
                <a:cubicBezTo>
                  <a:pt x="151" y="150"/>
                  <a:pt x="151" y="150"/>
                  <a:pt x="151" y="150"/>
                </a:cubicBezTo>
                <a:cubicBezTo>
                  <a:pt x="264" y="36"/>
                  <a:pt x="264" y="36"/>
                  <a:pt x="264" y="36"/>
                </a:cubicBezTo>
                <a:cubicBezTo>
                  <a:pt x="253" y="25"/>
                  <a:pt x="253" y="25"/>
                  <a:pt x="253" y="25"/>
                </a:cubicBezTo>
                <a:cubicBezTo>
                  <a:pt x="117" y="161"/>
                  <a:pt x="117" y="161"/>
                  <a:pt x="117" y="161"/>
                </a:cubicBezTo>
                <a:cubicBezTo>
                  <a:pt x="104" y="174"/>
                  <a:pt x="104" y="194"/>
                  <a:pt x="117" y="207"/>
                </a:cubicBezTo>
                <a:moveTo>
                  <a:pt x="49" y="272"/>
                </a:moveTo>
                <a:cubicBezTo>
                  <a:pt x="17" y="240"/>
                  <a:pt x="17" y="192"/>
                  <a:pt x="49" y="161"/>
                </a:cubicBezTo>
                <a:cubicBezTo>
                  <a:pt x="49" y="161"/>
                  <a:pt x="49" y="161"/>
                  <a:pt x="49" y="161"/>
                </a:cubicBezTo>
                <a:cubicBezTo>
                  <a:pt x="49" y="161"/>
                  <a:pt x="49" y="161"/>
                  <a:pt x="49" y="161"/>
                </a:cubicBezTo>
                <a:cubicBezTo>
                  <a:pt x="168" y="42"/>
                  <a:pt x="168" y="42"/>
                  <a:pt x="168" y="42"/>
                </a:cubicBezTo>
                <a:cubicBezTo>
                  <a:pt x="171" y="39"/>
                  <a:pt x="171" y="34"/>
                  <a:pt x="168" y="31"/>
                </a:cubicBezTo>
                <a:cubicBezTo>
                  <a:pt x="165" y="27"/>
                  <a:pt x="160" y="27"/>
                  <a:pt x="157" y="31"/>
                </a:cubicBezTo>
                <a:cubicBezTo>
                  <a:pt x="37" y="150"/>
                  <a:pt x="37" y="150"/>
                  <a:pt x="37" y="150"/>
                </a:cubicBezTo>
                <a:cubicBezTo>
                  <a:pt x="0" y="187"/>
                  <a:pt x="0" y="245"/>
                  <a:pt x="37" y="283"/>
                </a:cubicBezTo>
                <a:cubicBezTo>
                  <a:pt x="75" y="321"/>
                  <a:pt x="136" y="321"/>
                  <a:pt x="174" y="283"/>
                </a:cubicBezTo>
                <a:cubicBezTo>
                  <a:pt x="162" y="272"/>
                  <a:pt x="162" y="272"/>
                  <a:pt x="162" y="272"/>
                </a:cubicBezTo>
                <a:cubicBezTo>
                  <a:pt x="131" y="303"/>
                  <a:pt x="80" y="303"/>
                  <a:pt x="49" y="272"/>
                </a:cubicBezTo>
                <a:moveTo>
                  <a:pt x="344" y="25"/>
                </a:moveTo>
                <a:cubicBezTo>
                  <a:pt x="319" y="0"/>
                  <a:pt x="278" y="0"/>
                  <a:pt x="253" y="25"/>
                </a:cubicBezTo>
                <a:cubicBezTo>
                  <a:pt x="264" y="36"/>
                  <a:pt x="264" y="36"/>
                  <a:pt x="264" y="36"/>
                </a:cubicBezTo>
                <a:cubicBezTo>
                  <a:pt x="283" y="17"/>
                  <a:pt x="314" y="17"/>
                  <a:pt x="333" y="36"/>
                </a:cubicBezTo>
                <a:cubicBezTo>
                  <a:pt x="351" y="55"/>
                  <a:pt x="351" y="86"/>
                  <a:pt x="333" y="104"/>
                </a:cubicBezTo>
                <a:cubicBezTo>
                  <a:pt x="162" y="272"/>
                  <a:pt x="162" y="272"/>
                  <a:pt x="162" y="272"/>
                </a:cubicBezTo>
                <a:cubicBezTo>
                  <a:pt x="174" y="283"/>
                  <a:pt x="174" y="283"/>
                  <a:pt x="174" y="283"/>
                </a:cubicBezTo>
                <a:cubicBezTo>
                  <a:pt x="344" y="116"/>
                  <a:pt x="344" y="116"/>
                  <a:pt x="344" y="116"/>
                </a:cubicBezTo>
                <a:cubicBezTo>
                  <a:pt x="369" y="91"/>
                  <a:pt x="369" y="50"/>
                  <a:pt x="344" y="25"/>
                </a:cubicBezTo>
                <a:moveTo>
                  <a:pt x="174" y="150"/>
                </a:moveTo>
                <a:cubicBezTo>
                  <a:pt x="174" y="150"/>
                  <a:pt x="174" y="150"/>
                  <a:pt x="174" y="150"/>
                </a:cubicBezTo>
                <a:cubicBezTo>
                  <a:pt x="174" y="150"/>
                  <a:pt x="174" y="150"/>
                  <a:pt x="174" y="15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0" name="Freeform 50"/>
          <p:cNvSpPr>
            <a:spLocks noEditPoints="1"/>
          </p:cNvSpPr>
          <p:nvPr/>
        </p:nvSpPr>
        <p:spPr bwMode="auto">
          <a:xfrm>
            <a:off x="6362701" y="5401734"/>
            <a:ext cx="582084" cy="503767"/>
          </a:xfrm>
          <a:custGeom>
            <a:avLst/>
            <a:gdLst>
              <a:gd name="T0" fmla="*/ 348 w 353"/>
              <a:gd name="T1" fmla="*/ 145 h 305"/>
              <a:gd name="T2" fmla="*/ 296 w 353"/>
              <a:gd name="T3" fmla="*/ 121 h 305"/>
              <a:gd name="T4" fmla="*/ 348 w 353"/>
              <a:gd name="T5" fmla="*/ 96 h 305"/>
              <a:gd name="T6" fmla="*/ 348 w 353"/>
              <a:gd name="T7" fmla="*/ 81 h 305"/>
              <a:gd name="T8" fmla="*/ 180 w 353"/>
              <a:gd name="T9" fmla="*/ 1 h 305"/>
              <a:gd name="T10" fmla="*/ 176 w 353"/>
              <a:gd name="T11" fmla="*/ 0 h 305"/>
              <a:gd name="T12" fmla="*/ 173 w 353"/>
              <a:gd name="T13" fmla="*/ 1 h 305"/>
              <a:gd name="T14" fmla="*/ 4 w 353"/>
              <a:gd name="T15" fmla="*/ 81 h 305"/>
              <a:gd name="T16" fmla="*/ 4 w 353"/>
              <a:gd name="T17" fmla="*/ 96 h 305"/>
              <a:gd name="T18" fmla="*/ 56 w 353"/>
              <a:gd name="T19" fmla="*/ 121 h 305"/>
              <a:gd name="T20" fmla="*/ 4 w 353"/>
              <a:gd name="T21" fmla="*/ 145 h 305"/>
              <a:gd name="T22" fmla="*/ 4 w 353"/>
              <a:gd name="T23" fmla="*/ 160 h 305"/>
              <a:gd name="T24" fmla="*/ 56 w 353"/>
              <a:gd name="T25" fmla="*/ 185 h 305"/>
              <a:gd name="T26" fmla="*/ 4 w 353"/>
              <a:gd name="T27" fmla="*/ 210 h 305"/>
              <a:gd name="T28" fmla="*/ 4 w 353"/>
              <a:gd name="T29" fmla="*/ 224 h 305"/>
              <a:gd name="T30" fmla="*/ 173 w 353"/>
              <a:gd name="T31" fmla="*/ 304 h 305"/>
              <a:gd name="T32" fmla="*/ 176 w 353"/>
              <a:gd name="T33" fmla="*/ 305 h 305"/>
              <a:gd name="T34" fmla="*/ 180 w 353"/>
              <a:gd name="T35" fmla="*/ 304 h 305"/>
              <a:gd name="T36" fmla="*/ 348 w 353"/>
              <a:gd name="T37" fmla="*/ 224 h 305"/>
              <a:gd name="T38" fmla="*/ 348 w 353"/>
              <a:gd name="T39" fmla="*/ 210 h 305"/>
              <a:gd name="T40" fmla="*/ 296 w 353"/>
              <a:gd name="T41" fmla="*/ 185 h 305"/>
              <a:gd name="T42" fmla="*/ 348 w 353"/>
              <a:gd name="T43" fmla="*/ 160 h 305"/>
              <a:gd name="T44" fmla="*/ 26 w 353"/>
              <a:gd name="T45" fmla="*/ 88 h 305"/>
              <a:gd name="T46" fmla="*/ 326 w 353"/>
              <a:gd name="T47" fmla="*/ 88 h 305"/>
              <a:gd name="T48" fmla="*/ 26 w 353"/>
              <a:gd name="T49" fmla="*/ 88 h 305"/>
              <a:gd name="T50" fmla="*/ 176 w 353"/>
              <a:gd name="T51" fmla="*/ 288 h 305"/>
              <a:gd name="T52" fmla="*/ 75 w 353"/>
              <a:gd name="T53" fmla="*/ 194 h 305"/>
              <a:gd name="T54" fmla="*/ 173 w 353"/>
              <a:gd name="T55" fmla="*/ 240 h 305"/>
              <a:gd name="T56" fmla="*/ 180 w 353"/>
              <a:gd name="T57" fmla="*/ 240 h 305"/>
              <a:gd name="T58" fmla="*/ 277 w 353"/>
              <a:gd name="T59" fmla="*/ 194 h 305"/>
              <a:gd name="T60" fmla="*/ 176 w 353"/>
              <a:gd name="T61" fmla="*/ 224 h 305"/>
              <a:gd name="T62" fmla="*/ 75 w 353"/>
              <a:gd name="T63" fmla="*/ 129 h 305"/>
              <a:gd name="T64" fmla="*/ 173 w 353"/>
              <a:gd name="T65" fmla="*/ 176 h 305"/>
              <a:gd name="T66" fmla="*/ 180 w 353"/>
              <a:gd name="T67" fmla="*/ 176 h 305"/>
              <a:gd name="T68" fmla="*/ 277 w 353"/>
              <a:gd name="T69" fmla="*/ 129 h 305"/>
              <a:gd name="T70" fmla="*/ 176 w 353"/>
              <a:gd name="T71" fmla="*/ 224 h 3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353" h="305">
                <a:moveTo>
                  <a:pt x="353" y="153"/>
                </a:moveTo>
                <a:cubicBezTo>
                  <a:pt x="353" y="149"/>
                  <a:pt x="351" y="147"/>
                  <a:pt x="348" y="145"/>
                </a:cubicBezTo>
                <a:cubicBezTo>
                  <a:pt x="348" y="145"/>
                  <a:pt x="348" y="145"/>
                  <a:pt x="348" y="145"/>
                </a:cubicBezTo>
                <a:cubicBezTo>
                  <a:pt x="296" y="121"/>
                  <a:pt x="296" y="121"/>
                  <a:pt x="296" y="121"/>
                </a:cubicBezTo>
                <a:cubicBezTo>
                  <a:pt x="348" y="96"/>
                  <a:pt x="348" y="96"/>
                  <a:pt x="348" y="96"/>
                </a:cubicBezTo>
                <a:cubicBezTo>
                  <a:pt x="348" y="96"/>
                  <a:pt x="348" y="96"/>
                  <a:pt x="348" y="96"/>
                </a:cubicBezTo>
                <a:cubicBezTo>
                  <a:pt x="351" y="94"/>
                  <a:pt x="353" y="92"/>
                  <a:pt x="353" y="88"/>
                </a:cubicBezTo>
                <a:cubicBezTo>
                  <a:pt x="353" y="85"/>
                  <a:pt x="351" y="83"/>
                  <a:pt x="348" y="81"/>
                </a:cubicBezTo>
                <a:cubicBezTo>
                  <a:pt x="348" y="81"/>
                  <a:pt x="348" y="81"/>
                  <a:pt x="348" y="81"/>
                </a:cubicBezTo>
                <a:cubicBezTo>
                  <a:pt x="180" y="1"/>
                  <a:pt x="180" y="1"/>
                  <a:pt x="180" y="1"/>
                </a:cubicBezTo>
                <a:cubicBezTo>
                  <a:pt x="180" y="1"/>
                  <a:pt x="180" y="1"/>
                  <a:pt x="180" y="1"/>
                </a:cubicBezTo>
                <a:cubicBezTo>
                  <a:pt x="179" y="0"/>
                  <a:pt x="177" y="0"/>
                  <a:pt x="176" y="0"/>
                </a:cubicBezTo>
                <a:cubicBezTo>
                  <a:pt x="175" y="0"/>
                  <a:pt x="174" y="0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4" y="81"/>
                  <a:pt x="4" y="81"/>
                  <a:pt x="4" y="81"/>
                </a:cubicBezTo>
                <a:cubicBezTo>
                  <a:pt x="4" y="81"/>
                  <a:pt x="4" y="81"/>
                  <a:pt x="4" y="81"/>
                </a:cubicBezTo>
                <a:cubicBezTo>
                  <a:pt x="1" y="83"/>
                  <a:pt x="0" y="85"/>
                  <a:pt x="0" y="88"/>
                </a:cubicBezTo>
                <a:cubicBezTo>
                  <a:pt x="0" y="92"/>
                  <a:pt x="1" y="94"/>
                  <a:pt x="4" y="96"/>
                </a:cubicBezTo>
                <a:cubicBezTo>
                  <a:pt x="4" y="96"/>
                  <a:pt x="4" y="96"/>
                  <a:pt x="4" y="96"/>
                </a:cubicBezTo>
                <a:cubicBezTo>
                  <a:pt x="56" y="121"/>
                  <a:pt x="56" y="121"/>
                  <a:pt x="56" y="121"/>
                </a:cubicBezTo>
                <a:cubicBezTo>
                  <a:pt x="4" y="145"/>
                  <a:pt x="4" y="145"/>
                  <a:pt x="4" y="145"/>
                </a:cubicBezTo>
                <a:cubicBezTo>
                  <a:pt x="4" y="145"/>
                  <a:pt x="4" y="145"/>
                  <a:pt x="4" y="145"/>
                </a:cubicBezTo>
                <a:cubicBezTo>
                  <a:pt x="1" y="147"/>
                  <a:pt x="0" y="149"/>
                  <a:pt x="0" y="153"/>
                </a:cubicBezTo>
                <a:cubicBezTo>
                  <a:pt x="0" y="156"/>
                  <a:pt x="1" y="159"/>
                  <a:pt x="4" y="160"/>
                </a:cubicBezTo>
                <a:cubicBezTo>
                  <a:pt x="4" y="160"/>
                  <a:pt x="4" y="160"/>
                  <a:pt x="4" y="160"/>
                </a:cubicBezTo>
                <a:cubicBezTo>
                  <a:pt x="56" y="185"/>
                  <a:pt x="56" y="185"/>
                  <a:pt x="56" y="185"/>
                </a:cubicBezTo>
                <a:cubicBezTo>
                  <a:pt x="4" y="210"/>
                  <a:pt x="4" y="210"/>
                  <a:pt x="4" y="210"/>
                </a:cubicBezTo>
                <a:cubicBezTo>
                  <a:pt x="4" y="210"/>
                  <a:pt x="4" y="210"/>
                  <a:pt x="4" y="210"/>
                </a:cubicBezTo>
                <a:cubicBezTo>
                  <a:pt x="1" y="211"/>
                  <a:pt x="0" y="214"/>
                  <a:pt x="0" y="217"/>
                </a:cubicBezTo>
                <a:cubicBezTo>
                  <a:pt x="0" y="220"/>
                  <a:pt x="1" y="223"/>
                  <a:pt x="4" y="224"/>
                </a:cubicBezTo>
                <a:cubicBezTo>
                  <a:pt x="4" y="224"/>
                  <a:pt x="4" y="224"/>
                  <a:pt x="4" y="224"/>
                </a:cubicBezTo>
                <a:cubicBezTo>
                  <a:pt x="173" y="304"/>
                  <a:pt x="173" y="304"/>
                  <a:pt x="173" y="304"/>
                </a:cubicBezTo>
                <a:cubicBezTo>
                  <a:pt x="173" y="304"/>
                  <a:pt x="173" y="304"/>
                  <a:pt x="173" y="304"/>
                </a:cubicBezTo>
                <a:cubicBezTo>
                  <a:pt x="174" y="305"/>
                  <a:pt x="175" y="305"/>
                  <a:pt x="176" y="305"/>
                </a:cubicBezTo>
                <a:cubicBezTo>
                  <a:pt x="177" y="305"/>
                  <a:pt x="179" y="305"/>
                  <a:pt x="180" y="304"/>
                </a:cubicBezTo>
                <a:cubicBezTo>
                  <a:pt x="180" y="304"/>
                  <a:pt x="180" y="304"/>
                  <a:pt x="180" y="304"/>
                </a:cubicBezTo>
                <a:cubicBezTo>
                  <a:pt x="348" y="224"/>
                  <a:pt x="348" y="224"/>
                  <a:pt x="348" y="224"/>
                </a:cubicBezTo>
                <a:cubicBezTo>
                  <a:pt x="348" y="224"/>
                  <a:pt x="348" y="224"/>
                  <a:pt x="348" y="224"/>
                </a:cubicBezTo>
                <a:cubicBezTo>
                  <a:pt x="351" y="223"/>
                  <a:pt x="353" y="220"/>
                  <a:pt x="353" y="217"/>
                </a:cubicBezTo>
                <a:cubicBezTo>
                  <a:pt x="353" y="214"/>
                  <a:pt x="351" y="211"/>
                  <a:pt x="348" y="210"/>
                </a:cubicBezTo>
                <a:cubicBezTo>
                  <a:pt x="348" y="210"/>
                  <a:pt x="348" y="210"/>
                  <a:pt x="348" y="210"/>
                </a:cubicBezTo>
                <a:cubicBezTo>
                  <a:pt x="296" y="185"/>
                  <a:pt x="296" y="185"/>
                  <a:pt x="296" y="185"/>
                </a:cubicBezTo>
                <a:cubicBezTo>
                  <a:pt x="348" y="160"/>
                  <a:pt x="348" y="160"/>
                  <a:pt x="348" y="160"/>
                </a:cubicBezTo>
                <a:cubicBezTo>
                  <a:pt x="348" y="160"/>
                  <a:pt x="348" y="160"/>
                  <a:pt x="348" y="160"/>
                </a:cubicBezTo>
                <a:cubicBezTo>
                  <a:pt x="351" y="159"/>
                  <a:pt x="353" y="156"/>
                  <a:pt x="353" y="153"/>
                </a:cubicBezTo>
                <a:moveTo>
                  <a:pt x="26" y="88"/>
                </a:moveTo>
                <a:cubicBezTo>
                  <a:pt x="176" y="17"/>
                  <a:pt x="176" y="17"/>
                  <a:pt x="176" y="17"/>
                </a:cubicBezTo>
                <a:cubicBezTo>
                  <a:pt x="326" y="88"/>
                  <a:pt x="326" y="88"/>
                  <a:pt x="326" y="88"/>
                </a:cubicBezTo>
                <a:cubicBezTo>
                  <a:pt x="176" y="160"/>
                  <a:pt x="176" y="160"/>
                  <a:pt x="176" y="160"/>
                </a:cubicBezTo>
                <a:lnTo>
                  <a:pt x="26" y="88"/>
                </a:lnTo>
                <a:close/>
                <a:moveTo>
                  <a:pt x="326" y="217"/>
                </a:moveTo>
                <a:cubicBezTo>
                  <a:pt x="176" y="288"/>
                  <a:pt x="176" y="288"/>
                  <a:pt x="176" y="288"/>
                </a:cubicBezTo>
                <a:cubicBezTo>
                  <a:pt x="26" y="217"/>
                  <a:pt x="26" y="217"/>
                  <a:pt x="26" y="217"/>
                </a:cubicBezTo>
                <a:cubicBezTo>
                  <a:pt x="75" y="194"/>
                  <a:pt x="75" y="194"/>
                  <a:pt x="75" y="194"/>
                </a:cubicBezTo>
                <a:cubicBezTo>
                  <a:pt x="173" y="240"/>
                  <a:pt x="173" y="240"/>
                  <a:pt x="173" y="240"/>
                </a:cubicBezTo>
                <a:cubicBezTo>
                  <a:pt x="173" y="240"/>
                  <a:pt x="173" y="240"/>
                  <a:pt x="173" y="240"/>
                </a:cubicBezTo>
                <a:cubicBezTo>
                  <a:pt x="174" y="241"/>
                  <a:pt x="175" y="241"/>
                  <a:pt x="176" y="241"/>
                </a:cubicBezTo>
                <a:cubicBezTo>
                  <a:pt x="177" y="241"/>
                  <a:pt x="179" y="241"/>
                  <a:pt x="180" y="240"/>
                </a:cubicBezTo>
                <a:cubicBezTo>
                  <a:pt x="180" y="240"/>
                  <a:pt x="180" y="240"/>
                  <a:pt x="180" y="240"/>
                </a:cubicBezTo>
                <a:cubicBezTo>
                  <a:pt x="277" y="194"/>
                  <a:pt x="277" y="194"/>
                  <a:pt x="277" y="194"/>
                </a:cubicBezTo>
                <a:lnTo>
                  <a:pt x="326" y="217"/>
                </a:lnTo>
                <a:close/>
                <a:moveTo>
                  <a:pt x="176" y="224"/>
                </a:moveTo>
                <a:cubicBezTo>
                  <a:pt x="26" y="153"/>
                  <a:pt x="26" y="153"/>
                  <a:pt x="26" y="153"/>
                </a:cubicBezTo>
                <a:cubicBezTo>
                  <a:pt x="75" y="129"/>
                  <a:pt x="75" y="129"/>
                  <a:pt x="75" y="129"/>
                </a:cubicBezTo>
                <a:cubicBezTo>
                  <a:pt x="173" y="176"/>
                  <a:pt x="173" y="176"/>
                  <a:pt x="173" y="176"/>
                </a:cubicBezTo>
                <a:cubicBezTo>
                  <a:pt x="173" y="176"/>
                  <a:pt x="173" y="176"/>
                  <a:pt x="173" y="176"/>
                </a:cubicBezTo>
                <a:cubicBezTo>
                  <a:pt x="174" y="176"/>
                  <a:pt x="175" y="177"/>
                  <a:pt x="176" y="177"/>
                </a:cubicBezTo>
                <a:cubicBezTo>
                  <a:pt x="177" y="177"/>
                  <a:pt x="179" y="176"/>
                  <a:pt x="180" y="176"/>
                </a:cubicBezTo>
                <a:cubicBezTo>
                  <a:pt x="180" y="176"/>
                  <a:pt x="180" y="176"/>
                  <a:pt x="180" y="176"/>
                </a:cubicBezTo>
                <a:cubicBezTo>
                  <a:pt x="277" y="129"/>
                  <a:pt x="277" y="129"/>
                  <a:pt x="277" y="129"/>
                </a:cubicBezTo>
                <a:cubicBezTo>
                  <a:pt x="326" y="153"/>
                  <a:pt x="326" y="153"/>
                  <a:pt x="326" y="153"/>
                </a:cubicBezTo>
                <a:lnTo>
                  <a:pt x="176" y="22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1" name="Freeform 51"/>
          <p:cNvSpPr>
            <a:spLocks noEditPoints="1"/>
          </p:cNvSpPr>
          <p:nvPr/>
        </p:nvSpPr>
        <p:spPr bwMode="auto">
          <a:xfrm>
            <a:off x="7473951" y="5363634"/>
            <a:ext cx="582084" cy="582084"/>
          </a:xfrm>
          <a:custGeom>
            <a:avLst/>
            <a:gdLst>
              <a:gd name="T0" fmla="*/ 340 w 353"/>
              <a:gd name="T1" fmla="*/ 155 h 353"/>
              <a:gd name="T2" fmla="*/ 312 w 353"/>
              <a:gd name="T3" fmla="*/ 140 h 353"/>
              <a:gd name="T4" fmla="*/ 340 w 353"/>
              <a:gd name="T5" fmla="*/ 126 h 353"/>
              <a:gd name="T6" fmla="*/ 340 w 353"/>
              <a:gd name="T7" fmla="*/ 83 h 353"/>
              <a:gd name="T8" fmla="*/ 188 w 353"/>
              <a:gd name="T9" fmla="*/ 3 h 353"/>
              <a:gd name="T10" fmla="*/ 176 w 353"/>
              <a:gd name="T11" fmla="*/ 0 h 353"/>
              <a:gd name="T12" fmla="*/ 165 w 353"/>
              <a:gd name="T13" fmla="*/ 3 h 353"/>
              <a:gd name="T14" fmla="*/ 13 w 353"/>
              <a:gd name="T15" fmla="*/ 83 h 353"/>
              <a:gd name="T16" fmla="*/ 13 w 353"/>
              <a:gd name="T17" fmla="*/ 126 h 353"/>
              <a:gd name="T18" fmla="*/ 41 w 353"/>
              <a:gd name="T19" fmla="*/ 140 h 353"/>
              <a:gd name="T20" fmla="*/ 13 w 353"/>
              <a:gd name="T21" fmla="*/ 155 h 353"/>
              <a:gd name="T22" fmla="*/ 13 w 353"/>
              <a:gd name="T23" fmla="*/ 198 h 353"/>
              <a:gd name="T24" fmla="*/ 41 w 353"/>
              <a:gd name="T25" fmla="*/ 213 h 353"/>
              <a:gd name="T26" fmla="*/ 13 w 353"/>
              <a:gd name="T27" fmla="*/ 228 h 353"/>
              <a:gd name="T28" fmla="*/ 13 w 353"/>
              <a:gd name="T29" fmla="*/ 270 h 353"/>
              <a:gd name="T30" fmla="*/ 165 w 353"/>
              <a:gd name="T31" fmla="*/ 350 h 353"/>
              <a:gd name="T32" fmla="*/ 176 w 353"/>
              <a:gd name="T33" fmla="*/ 353 h 353"/>
              <a:gd name="T34" fmla="*/ 188 w 353"/>
              <a:gd name="T35" fmla="*/ 350 h 353"/>
              <a:gd name="T36" fmla="*/ 340 w 353"/>
              <a:gd name="T37" fmla="*/ 270 h 353"/>
              <a:gd name="T38" fmla="*/ 340 w 353"/>
              <a:gd name="T39" fmla="*/ 228 h 353"/>
              <a:gd name="T40" fmla="*/ 312 w 353"/>
              <a:gd name="T41" fmla="*/ 213 h 353"/>
              <a:gd name="T42" fmla="*/ 340 w 353"/>
              <a:gd name="T43" fmla="*/ 198 h 353"/>
              <a:gd name="T44" fmla="*/ 20 w 353"/>
              <a:gd name="T45" fmla="*/ 111 h 353"/>
              <a:gd name="T46" fmla="*/ 16 w 353"/>
              <a:gd name="T47" fmla="*/ 104 h 353"/>
              <a:gd name="T48" fmla="*/ 20 w 353"/>
              <a:gd name="T49" fmla="*/ 97 h 353"/>
              <a:gd name="T50" fmla="*/ 173 w 353"/>
              <a:gd name="T51" fmla="*/ 17 h 353"/>
              <a:gd name="T52" fmla="*/ 180 w 353"/>
              <a:gd name="T53" fmla="*/ 17 h 353"/>
              <a:gd name="T54" fmla="*/ 333 w 353"/>
              <a:gd name="T55" fmla="*/ 97 h 353"/>
              <a:gd name="T56" fmla="*/ 337 w 353"/>
              <a:gd name="T57" fmla="*/ 104 h 353"/>
              <a:gd name="T58" fmla="*/ 333 w 353"/>
              <a:gd name="T59" fmla="*/ 111 h 353"/>
              <a:gd name="T60" fmla="*/ 180 w 353"/>
              <a:gd name="T61" fmla="*/ 192 h 353"/>
              <a:gd name="T62" fmla="*/ 173 w 353"/>
              <a:gd name="T63" fmla="*/ 192 h 353"/>
              <a:gd name="T64" fmla="*/ 20 w 353"/>
              <a:gd name="T65" fmla="*/ 111 h 353"/>
              <a:gd name="T66" fmla="*/ 333 w 353"/>
              <a:gd name="T67" fmla="*/ 242 h 353"/>
              <a:gd name="T68" fmla="*/ 333 w 353"/>
              <a:gd name="T69" fmla="*/ 256 h 353"/>
              <a:gd name="T70" fmla="*/ 180 w 353"/>
              <a:gd name="T71" fmla="*/ 336 h 353"/>
              <a:gd name="T72" fmla="*/ 176 w 353"/>
              <a:gd name="T73" fmla="*/ 337 h 353"/>
              <a:gd name="T74" fmla="*/ 173 w 353"/>
              <a:gd name="T75" fmla="*/ 336 h 353"/>
              <a:gd name="T76" fmla="*/ 20 w 353"/>
              <a:gd name="T77" fmla="*/ 256 h 353"/>
              <a:gd name="T78" fmla="*/ 20 w 353"/>
              <a:gd name="T79" fmla="*/ 242 h 353"/>
              <a:gd name="T80" fmla="*/ 58 w 353"/>
              <a:gd name="T81" fmla="*/ 222 h 353"/>
              <a:gd name="T82" fmla="*/ 165 w 353"/>
              <a:gd name="T83" fmla="*/ 278 h 353"/>
              <a:gd name="T84" fmla="*/ 188 w 353"/>
              <a:gd name="T85" fmla="*/ 278 h 353"/>
              <a:gd name="T86" fmla="*/ 295 w 353"/>
              <a:gd name="T87" fmla="*/ 222 h 353"/>
              <a:gd name="T88" fmla="*/ 333 w 353"/>
              <a:gd name="T89" fmla="*/ 184 h 353"/>
              <a:gd name="T90" fmla="*/ 180 w 353"/>
              <a:gd name="T91" fmla="*/ 264 h 353"/>
              <a:gd name="T92" fmla="*/ 176 w 353"/>
              <a:gd name="T93" fmla="*/ 265 h 353"/>
              <a:gd name="T94" fmla="*/ 173 w 353"/>
              <a:gd name="T95" fmla="*/ 264 h 353"/>
              <a:gd name="T96" fmla="*/ 20 w 353"/>
              <a:gd name="T97" fmla="*/ 184 h 353"/>
              <a:gd name="T98" fmla="*/ 20 w 353"/>
              <a:gd name="T99" fmla="*/ 170 h 353"/>
              <a:gd name="T100" fmla="*/ 58 w 353"/>
              <a:gd name="T101" fmla="*/ 150 h 353"/>
              <a:gd name="T102" fmla="*/ 165 w 353"/>
              <a:gd name="T103" fmla="*/ 206 h 353"/>
              <a:gd name="T104" fmla="*/ 188 w 353"/>
              <a:gd name="T105" fmla="*/ 206 h 353"/>
              <a:gd name="T106" fmla="*/ 295 w 353"/>
              <a:gd name="T107" fmla="*/ 150 h 353"/>
              <a:gd name="T108" fmla="*/ 333 w 353"/>
              <a:gd name="T109" fmla="*/ 170 h 353"/>
              <a:gd name="T110" fmla="*/ 333 w 353"/>
              <a:gd name="T111" fmla="*/ 184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353" h="353">
                <a:moveTo>
                  <a:pt x="353" y="177"/>
                </a:moveTo>
                <a:cubicBezTo>
                  <a:pt x="353" y="167"/>
                  <a:pt x="348" y="159"/>
                  <a:pt x="340" y="155"/>
                </a:cubicBezTo>
                <a:cubicBezTo>
                  <a:pt x="340" y="155"/>
                  <a:pt x="340" y="155"/>
                  <a:pt x="340" y="155"/>
                </a:cubicBezTo>
                <a:cubicBezTo>
                  <a:pt x="312" y="140"/>
                  <a:pt x="312" y="140"/>
                  <a:pt x="312" y="140"/>
                </a:cubicBezTo>
                <a:cubicBezTo>
                  <a:pt x="340" y="126"/>
                  <a:pt x="340" y="126"/>
                  <a:pt x="340" y="126"/>
                </a:cubicBezTo>
                <a:cubicBezTo>
                  <a:pt x="340" y="126"/>
                  <a:pt x="340" y="126"/>
                  <a:pt x="340" y="126"/>
                </a:cubicBezTo>
                <a:cubicBezTo>
                  <a:pt x="348" y="122"/>
                  <a:pt x="353" y="114"/>
                  <a:pt x="353" y="104"/>
                </a:cubicBezTo>
                <a:cubicBezTo>
                  <a:pt x="353" y="95"/>
                  <a:pt x="348" y="87"/>
                  <a:pt x="340" y="83"/>
                </a:cubicBezTo>
                <a:cubicBezTo>
                  <a:pt x="340" y="83"/>
                  <a:pt x="340" y="83"/>
                  <a:pt x="340" y="83"/>
                </a:cubicBezTo>
                <a:cubicBezTo>
                  <a:pt x="188" y="3"/>
                  <a:pt x="188" y="3"/>
                  <a:pt x="188" y="3"/>
                </a:cubicBezTo>
                <a:cubicBezTo>
                  <a:pt x="188" y="3"/>
                  <a:pt x="188" y="3"/>
                  <a:pt x="188" y="3"/>
                </a:cubicBezTo>
                <a:cubicBezTo>
                  <a:pt x="184" y="1"/>
                  <a:pt x="181" y="0"/>
                  <a:pt x="176" y="0"/>
                </a:cubicBezTo>
                <a:cubicBezTo>
                  <a:pt x="172" y="0"/>
                  <a:pt x="169" y="1"/>
                  <a:pt x="165" y="3"/>
                </a:cubicBezTo>
                <a:cubicBezTo>
                  <a:pt x="165" y="3"/>
                  <a:pt x="165" y="3"/>
                  <a:pt x="165" y="3"/>
                </a:cubicBezTo>
                <a:cubicBezTo>
                  <a:pt x="13" y="83"/>
                  <a:pt x="13" y="83"/>
                  <a:pt x="13" y="83"/>
                </a:cubicBezTo>
                <a:cubicBezTo>
                  <a:pt x="13" y="83"/>
                  <a:pt x="13" y="83"/>
                  <a:pt x="13" y="83"/>
                </a:cubicBezTo>
                <a:cubicBezTo>
                  <a:pt x="5" y="87"/>
                  <a:pt x="0" y="95"/>
                  <a:pt x="0" y="104"/>
                </a:cubicBezTo>
                <a:cubicBezTo>
                  <a:pt x="0" y="114"/>
                  <a:pt x="5" y="122"/>
                  <a:pt x="13" y="126"/>
                </a:cubicBezTo>
                <a:cubicBezTo>
                  <a:pt x="13" y="126"/>
                  <a:pt x="13" y="126"/>
                  <a:pt x="13" y="126"/>
                </a:cubicBezTo>
                <a:cubicBezTo>
                  <a:pt x="41" y="140"/>
                  <a:pt x="41" y="140"/>
                  <a:pt x="41" y="140"/>
                </a:cubicBezTo>
                <a:cubicBezTo>
                  <a:pt x="13" y="155"/>
                  <a:pt x="13" y="155"/>
                  <a:pt x="13" y="155"/>
                </a:cubicBezTo>
                <a:cubicBezTo>
                  <a:pt x="13" y="155"/>
                  <a:pt x="13" y="155"/>
                  <a:pt x="13" y="155"/>
                </a:cubicBezTo>
                <a:cubicBezTo>
                  <a:pt x="5" y="159"/>
                  <a:pt x="0" y="167"/>
                  <a:pt x="0" y="177"/>
                </a:cubicBezTo>
                <a:cubicBezTo>
                  <a:pt x="0" y="186"/>
                  <a:pt x="5" y="194"/>
                  <a:pt x="13" y="198"/>
                </a:cubicBezTo>
                <a:cubicBezTo>
                  <a:pt x="13" y="198"/>
                  <a:pt x="13" y="198"/>
                  <a:pt x="13" y="198"/>
                </a:cubicBezTo>
                <a:cubicBezTo>
                  <a:pt x="41" y="213"/>
                  <a:pt x="41" y="213"/>
                  <a:pt x="41" y="213"/>
                </a:cubicBezTo>
                <a:cubicBezTo>
                  <a:pt x="13" y="228"/>
                  <a:pt x="13" y="228"/>
                  <a:pt x="13" y="228"/>
                </a:cubicBezTo>
                <a:cubicBezTo>
                  <a:pt x="13" y="228"/>
                  <a:pt x="13" y="228"/>
                  <a:pt x="13" y="228"/>
                </a:cubicBezTo>
                <a:cubicBezTo>
                  <a:pt x="5" y="232"/>
                  <a:pt x="0" y="240"/>
                  <a:pt x="0" y="249"/>
                </a:cubicBezTo>
                <a:cubicBezTo>
                  <a:pt x="0" y="258"/>
                  <a:pt x="5" y="266"/>
                  <a:pt x="13" y="270"/>
                </a:cubicBezTo>
                <a:cubicBezTo>
                  <a:pt x="13" y="270"/>
                  <a:pt x="13" y="270"/>
                  <a:pt x="13" y="270"/>
                </a:cubicBezTo>
                <a:cubicBezTo>
                  <a:pt x="165" y="350"/>
                  <a:pt x="165" y="350"/>
                  <a:pt x="165" y="350"/>
                </a:cubicBezTo>
                <a:cubicBezTo>
                  <a:pt x="165" y="350"/>
                  <a:pt x="165" y="350"/>
                  <a:pt x="165" y="350"/>
                </a:cubicBezTo>
                <a:cubicBezTo>
                  <a:pt x="169" y="352"/>
                  <a:pt x="172" y="353"/>
                  <a:pt x="176" y="353"/>
                </a:cubicBezTo>
                <a:cubicBezTo>
                  <a:pt x="181" y="353"/>
                  <a:pt x="184" y="352"/>
                  <a:pt x="188" y="350"/>
                </a:cubicBezTo>
                <a:cubicBezTo>
                  <a:pt x="188" y="350"/>
                  <a:pt x="188" y="350"/>
                  <a:pt x="188" y="350"/>
                </a:cubicBezTo>
                <a:cubicBezTo>
                  <a:pt x="340" y="270"/>
                  <a:pt x="340" y="270"/>
                  <a:pt x="340" y="270"/>
                </a:cubicBezTo>
                <a:cubicBezTo>
                  <a:pt x="340" y="270"/>
                  <a:pt x="340" y="270"/>
                  <a:pt x="340" y="270"/>
                </a:cubicBezTo>
                <a:cubicBezTo>
                  <a:pt x="348" y="266"/>
                  <a:pt x="353" y="258"/>
                  <a:pt x="353" y="249"/>
                </a:cubicBezTo>
                <a:cubicBezTo>
                  <a:pt x="353" y="240"/>
                  <a:pt x="348" y="232"/>
                  <a:pt x="340" y="228"/>
                </a:cubicBezTo>
                <a:cubicBezTo>
                  <a:pt x="340" y="228"/>
                  <a:pt x="340" y="228"/>
                  <a:pt x="340" y="228"/>
                </a:cubicBezTo>
                <a:cubicBezTo>
                  <a:pt x="312" y="213"/>
                  <a:pt x="312" y="213"/>
                  <a:pt x="312" y="213"/>
                </a:cubicBezTo>
                <a:cubicBezTo>
                  <a:pt x="340" y="198"/>
                  <a:pt x="340" y="198"/>
                  <a:pt x="340" y="198"/>
                </a:cubicBezTo>
                <a:cubicBezTo>
                  <a:pt x="340" y="198"/>
                  <a:pt x="340" y="198"/>
                  <a:pt x="340" y="198"/>
                </a:cubicBezTo>
                <a:cubicBezTo>
                  <a:pt x="348" y="194"/>
                  <a:pt x="353" y="186"/>
                  <a:pt x="353" y="177"/>
                </a:cubicBezTo>
                <a:moveTo>
                  <a:pt x="20" y="111"/>
                </a:moveTo>
                <a:cubicBezTo>
                  <a:pt x="20" y="111"/>
                  <a:pt x="20" y="111"/>
                  <a:pt x="20" y="111"/>
                </a:cubicBezTo>
                <a:cubicBezTo>
                  <a:pt x="18" y="110"/>
                  <a:pt x="16" y="107"/>
                  <a:pt x="16" y="104"/>
                </a:cubicBezTo>
                <a:cubicBezTo>
                  <a:pt x="16" y="101"/>
                  <a:pt x="18" y="99"/>
                  <a:pt x="20" y="97"/>
                </a:cubicBezTo>
                <a:cubicBezTo>
                  <a:pt x="20" y="97"/>
                  <a:pt x="20" y="97"/>
                  <a:pt x="20" y="97"/>
                </a:cubicBezTo>
                <a:cubicBezTo>
                  <a:pt x="173" y="17"/>
                  <a:pt x="173" y="17"/>
                  <a:pt x="173" y="17"/>
                </a:cubicBezTo>
                <a:cubicBezTo>
                  <a:pt x="173" y="17"/>
                  <a:pt x="173" y="17"/>
                  <a:pt x="173" y="17"/>
                </a:cubicBezTo>
                <a:cubicBezTo>
                  <a:pt x="174" y="16"/>
                  <a:pt x="175" y="16"/>
                  <a:pt x="176" y="16"/>
                </a:cubicBezTo>
                <a:cubicBezTo>
                  <a:pt x="178" y="16"/>
                  <a:pt x="179" y="16"/>
                  <a:pt x="180" y="17"/>
                </a:cubicBezTo>
                <a:cubicBezTo>
                  <a:pt x="180" y="17"/>
                  <a:pt x="180" y="17"/>
                  <a:pt x="180" y="17"/>
                </a:cubicBezTo>
                <a:cubicBezTo>
                  <a:pt x="333" y="97"/>
                  <a:pt x="333" y="97"/>
                  <a:pt x="333" y="97"/>
                </a:cubicBezTo>
                <a:cubicBezTo>
                  <a:pt x="333" y="97"/>
                  <a:pt x="333" y="97"/>
                  <a:pt x="333" y="97"/>
                </a:cubicBezTo>
                <a:cubicBezTo>
                  <a:pt x="335" y="99"/>
                  <a:pt x="337" y="101"/>
                  <a:pt x="337" y="104"/>
                </a:cubicBezTo>
                <a:cubicBezTo>
                  <a:pt x="337" y="107"/>
                  <a:pt x="335" y="110"/>
                  <a:pt x="333" y="111"/>
                </a:cubicBezTo>
                <a:cubicBezTo>
                  <a:pt x="333" y="111"/>
                  <a:pt x="333" y="111"/>
                  <a:pt x="333" y="111"/>
                </a:cubicBezTo>
                <a:cubicBezTo>
                  <a:pt x="180" y="192"/>
                  <a:pt x="180" y="192"/>
                  <a:pt x="180" y="192"/>
                </a:cubicBezTo>
                <a:cubicBezTo>
                  <a:pt x="180" y="192"/>
                  <a:pt x="180" y="192"/>
                  <a:pt x="180" y="192"/>
                </a:cubicBezTo>
                <a:cubicBezTo>
                  <a:pt x="179" y="192"/>
                  <a:pt x="178" y="193"/>
                  <a:pt x="176" y="193"/>
                </a:cubicBezTo>
                <a:cubicBezTo>
                  <a:pt x="175" y="193"/>
                  <a:pt x="174" y="192"/>
                  <a:pt x="173" y="192"/>
                </a:cubicBezTo>
                <a:cubicBezTo>
                  <a:pt x="173" y="192"/>
                  <a:pt x="173" y="192"/>
                  <a:pt x="173" y="192"/>
                </a:cubicBezTo>
                <a:lnTo>
                  <a:pt x="20" y="111"/>
                </a:lnTo>
                <a:close/>
                <a:moveTo>
                  <a:pt x="333" y="242"/>
                </a:moveTo>
                <a:cubicBezTo>
                  <a:pt x="333" y="242"/>
                  <a:pt x="333" y="242"/>
                  <a:pt x="333" y="242"/>
                </a:cubicBezTo>
                <a:cubicBezTo>
                  <a:pt x="335" y="243"/>
                  <a:pt x="337" y="246"/>
                  <a:pt x="337" y="249"/>
                </a:cubicBezTo>
                <a:cubicBezTo>
                  <a:pt x="337" y="252"/>
                  <a:pt x="335" y="255"/>
                  <a:pt x="333" y="256"/>
                </a:cubicBezTo>
                <a:cubicBezTo>
                  <a:pt x="333" y="256"/>
                  <a:pt x="333" y="256"/>
                  <a:pt x="333" y="256"/>
                </a:cubicBezTo>
                <a:cubicBezTo>
                  <a:pt x="180" y="336"/>
                  <a:pt x="180" y="336"/>
                  <a:pt x="180" y="336"/>
                </a:cubicBezTo>
                <a:cubicBezTo>
                  <a:pt x="180" y="336"/>
                  <a:pt x="180" y="336"/>
                  <a:pt x="180" y="336"/>
                </a:cubicBezTo>
                <a:cubicBezTo>
                  <a:pt x="179" y="337"/>
                  <a:pt x="178" y="337"/>
                  <a:pt x="176" y="337"/>
                </a:cubicBezTo>
                <a:cubicBezTo>
                  <a:pt x="175" y="337"/>
                  <a:pt x="174" y="337"/>
                  <a:pt x="173" y="336"/>
                </a:cubicBezTo>
                <a:cubicBezTo>
                  <a:pt x="173" y="336"/>
                  <a:pt x="173" y="336"/>
                  <a:pt x="173" y="336"/>
                </a:cubicBezTo>
                <a:cubicBezTo>
                  <a:pt x="20" y="256"/>
                  <a:pt x="20" y="256"/>
                  <a:pt x="20" y="256"/>
                </a:cubicBezTo>
                <a:cubicBezTo>
                  <a:pt x="20" y="256"/>
                  <a:pt x="20" y="256"/>
                  <a:pt x="20" y="256"/>
                </a:cubicBezTo>
                <a:cubicBezTo>
                  <a:pt x="18" y="255"/>
                  <a:pt x="16" y="252"/>
                  <a:pt x="16" y="249"/>
                </a:cubicBezTo>
                <a:cubicBezTo>
                  <a:pt x="16" y="246"/>
                  <a:pt x="18" y="243"/>
                  <a:pt x="20" y="242"/>
                </a:cubicBezTo>
                <a:cubicBezTo>
                  <a:pt x="20" y="242"/>
                  <a:pt x="20" y="242"/>
                  <a:pt x="20" y="242"/>
                </a:cubicBezTo>
                <a:cubicBezTo>
                  <a:pt x="58" y="222"/>
                  <a:pt x="58" y="222"/>
                  <a:pt x="58" y="222"/>
                </a:cubicBezTo>
                <a:cubicBezTo>
                  <a:pt x="165" y="278"/>
                  <a:pt x="165" y="278"/>
                  <a:pt x="165" y="278"/>
                </a:cubicBezTo>
                <a:cubicBezTo>
                  <a:pt x="165" y="278"/>
                  <a:pt x="165" y="278"/>
                  <a:pt x="165" y="278"/>
                </a:cubicBezTo>
                <a:cubicBezTo>
                  <a:pt x="169" y="280"/>
                  <a:pt x="172" y="281"/>
                  <a:pt x="176" y="281"/>
                </a:cubicBezTo>
                <a:cubicBezTo>
                  <a:pt x="181" y="281"/>
                  <a:pt x="184" y="280"/>
                  <a:pt x="188" y="278"/>
                </a:cubicBezTo>
                <a:cubicBezTo>
                  <a:pt x="188" y="278"/>
                  <a:pt x="188" y="278"/>
                  <a:pt x="188" y="278"/>
                </a:cubicBezTo>
                <a:cubicBezTo>
                  <a:pt x="295" y="222"/>
                  <a:pt x="295" y="222"/>
                  <a:pt x="295" y="222"/>
                </a:cubicBezTo>
                <a:lnTo>
                  <a:pt x="333" y="242"/>
                </a:lnTo>
                <a:close/>
                <a:moveTo>
                  <a:pt x="333" y="184"/>
                </a:moveTo>
                <a:cubicBezTo>
                  <a:pt x="333" y="184"/>
                  <a:pt x="333" y="184"/>
                  <a:pt x="333" y="184"/>
                </a:cubicBezTo>
                <a:cubicBezTo>
                  <a:pt x="180" y="264"/>
                  <a:pt x="180" y="264"/>
                  <a:pt x="180" y="264"/>
                </a:cubicBezTo>
                <a:cubicBezTo>
                  <a:pt x="180" y="264"/>
                  <a:pt x="180" y="264"/>
                  <a:pt x="180" y="264"/>
                </a:cubicBezTo>
                <a:cubicBezTo>
                  <a:pt x="179" y="265"/>
                  <a:pt x="178" y="265"/>
                  <a:pt x="176" y="265"/>
                </a:cubicBezTo>
                <a:cubicBezTo>
                  <a:pt x="175" y="265"/>
                  <a:pt x="174" y="265"/>
                  <a:pt x="173" y="264"/>
                </a:cubicBezTo>
                <a:cubicBezTo>
                  <a:pt x="173" y="264"/>
                  <a:pt x="173" y="264"/>
                  <a:pt x="173" y="264"/>
                </a:cubicBezTo>
                <a:cubicBezTo>
                  <a:pt x="20" y="184"/>
                  <a:pt x="20" y="184"/>
                  <a:pt x="20" y="184"/>
                </a:cubicBezTo>
                <a:cubicBezTo>
                  <a:pt x="20" y="184"/>
                  <a:pt x="20" y="184"/>
                  <a:pt x="20" y="184"/>
                </a:cubicBezTo>
                <a:cubicBezTo>
                  <a:pt x="18" y="182"/>
                  <a:pt x="16" y="180"/>
                  <a:pt x="16" y="177"/>
                </a:cubicBezTo>
                <a:cubicBezTo>
                  <a:pt x="16" y="174"/>
                  <a:pt x="18" y="171"/>
                  <a:pt x="20" y="170"/>
                </a:cubicBezTo>
                <a:cubicBezTo>
                  <a:pt x="20" y="170"/>
                  <a:pt x="20" y="170"/>
                  <a:pt x="20" y="170"/>
                </a:cubicBezTo>
                <a:cubicBezTo>
                  <a:pt x="58" y="150"/>
                  <a:pt x="58" y="150"/>
                  <a:pt x="58" y="150"/>
                </a:cubicBezTo>
                <a:cubicBezTo>
                  <a:pt x="165" y="206"/>
                  <a:pt x="165" y="206"/>
                  <a:pt x="165" y="206"/>
                </a:cubicBezTo>
                <a:cubicBezTo>
                  <a:pt x="165" y="206"/>
                  <a:pt x="165" y="206"/>
                  <a:pt x="165" y="206"/>
                </a:cubicBezTo>
                <a:cubicBezTo>
                  <a:pt x="169" y="208"/>
                  <a:pt x="172" y="209"/>
                  <a:pt x="176" y="209"/>
                </a:cubicBezTo>
                <a:cubicBezTo>
                  <a:pt x="181" y="209"/>
                  <a:pt x="184" y="208"/>
                  <a:pt x="188" y="206"/>
                </a:cubicBezTo>
                <a:cubicBezTo>
                  <a:pt x="188" y="206"/>
                  <a:pt x="188" y="206"/>
                  <a:pt x="188" y="206"/>
                </a:cubicBezTo>
                <a:cubicBezTo>
                  <a:pt x="295" y="150"/>
                  <a:pt x="295" y="150"/>
                  <a:pt x="295" y="150"/>
                </a:cubicBezTo>
                <a:cubicBezTo>
                  <a:pt x="333" y="170"/>
                  <a:pt x="333" y="170"/>
                  <a:pt x="333" y="170"/>
                </a:cubicBezTo>
                <a:cubicBezTo>
                  <a:pt x="333" y="170"/>
                  <a:pt x="333" y="170"/>
                  <a:pt x="333" y="170"/>
                </a:cubicBezTo>
                <a:cubicBezTo>
                  <a:pt x="335" y="171"/>
                  <a:pt x="337" y="174"/>
                  <a:pt x="337" y="177"/>
                </a:cubicBezTo>
                <a:cubicBezTo>
                  <a:pt x="337" y="180"/>
                  <a:pt x="335" y="182"/>
                  <a:pt x="333" y="184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2" name="Freeform 52"/>
          <p:cNvSpPr>
            <a:spLocks noEditPoints="1"/>
          </p:cNvSpPr>
          <p:nvPr/>
        </p:nvSpPr>
        <p:spPr bwMode="auto">
          <a:xfrm>
            <a:off x="8585201" y="5416551"/>
            <a:ext cx="582084" cy="476251"/>
          </a:xfrm>
          <a:custGeom>
            <a:avLst/>
            <a:gdLst>
              <a:gd name="T0" fmla="*/ 32 w 353"/>
              <a:gd name="T1" fmla="*/ 209 h 289"/>
              <a:gd name="T2" fmla="*/ 48 w 353"/>
              <a:gd name="T3" fmla="*/ 209 h 289"/>
              <a:gd name="T4" fmla="*/ 89 w 353"/>
              <a:gd name="T5" fmla="*/ 169 h 289"/>
              <a:gd name="T6" fmla="*/ 273 w 353"/>
              <a:gd name="T7" fmla="*/ 161 h 289"/>
              <a:gd name="T8" fmla="*/ 233 w 353"/>
              <a:gd name="T9" fmla="*/ 217 h 289"/>
              <a:gd name="T10" fmla="*/ 273 w 353"/>
              <a:gd name="T11" fmla="*/ 177 h 289"/>
              <a:gd name="T12" fmla="*/ 273 w 353"/>
              <a:gd name="T13" fmla="*/ 161 h 289"/>
              <a:gd name="T14" fmla="*/ 286 w 353"/>
              <a:gd name="T15" fmla="*/ 32 h 289"/>
              <a:gd name="T16" fmla="*/ 241 w 353"/>
              <a:gd name="T17" fmla="*/ 0 h 289"/>
              <a:gd name="T18" fmla="*/ 161 w 353"/>
              <a:gd name="T19" fmla="*/ 48 h 289"/>
              <a:gd name="T20" fmla="*/ 67 w 353"/>
              <a:gd name="T21" fmla="*/ 32 h 289"/>
              <a:gd name="T22" fmla="*/ 8 w 353"/>
              <a:gd name="T23" fmla="*/ 174 h 289"/>
              <a:gd name="T24" fmla="*/ 80 w 353"/>
              <a:gd name="T25" fmla="*/ 289 h 289"/>
              <a:gd name="T26" fmla="*/ 195 w 353"/>
              <a:gd name="T27" fmla="*/ 225 h 289"/>
              <a:gd name="T28" fmla="*/ 353 w 353"/>
              <a:gd name="T29" fmla="*/ 209 h 289"/>
              <a:gd name="T30" fmla="*/ 80 w 353"/>
              <a:gd name="T31" fmla="*/ 273 h 289"/>
              <a:gd name="T32" fmla="*/ 80 w 353"/>
              <a:gd name="T33" fmla="*/ 145 h 289"/>
              <a:gd name="T34" fmla="*/ 80 w 353"/>
              <a:gd name="T35" fmla="*/ 273 h 289"/>
              <a:gd name="T36" fmla="*/ 80 w 353"/>
              <a:gd name="T37" fmla="*/ 129 h 289"/>
              <a:gd name="T38" fmla="*/ 83 w 353"/>
              <a:gd name="T39" fmla="*/ 35 h 289"/>
              <a:gd name="T40" fmla="*/ 113 w 353"/>
              <a:gd name="T41" fmla="*/ 16 h 289"/>
              <a:gd name="T42" fmla="*/ 145 w 353"/>
              <a:gd name="T43" fmla="*/ 46 h 289"/>
              <a:gd name="T44" fmla="*/ 193 w 353"/>
              <a:gd name="T45" fmla="*/ 209 h 289"/>
              <a:gd name="T46" fmla="*/ 161 w 353"/>
              <a:gd name="T47" fmla="*/ 193 h 289"/>
              <a:gd name="T48" fmla="*/ 193 w 353"/>
              <a:gd name="T49" fmla="*/ 209 h 289"/>
              <a:gd name="T50" fmla="*/ 161 w 353"/>
              <a:gd name="T51" fmla="*/ 177 h 289"/>
              <a:gd name="T52" fmla="*/ 193 w 353"/>
              <a:gd name="T53" fmla="*/ 64 h 289"/>
              <a:gd name="T54" fmla="*/ 209 w 353"/>
              <a:gd name="T55" fmla="*/ 46 h 289"/>
              <a:gd name="T56" fmla="*/ 241 w 353"/>
              <a:gd name="T57" fmla="*/ 16 h 289"/>
              <a:gd name="T58" fmla="*/ 270 w 353"/>
              <a:gd name="T59" fmla="*/ 35 h 289"/>
              <a:gd name="T60" fmla="*/ 273 w 353"/>
              <a:gd name="T61" fmla="*/ 129 h 289"/>
              <a:gd name="T62" fmla="*/ 209 w 353"/>
              <a:gd name="T63" fmla="*/ 46 h 289"/>
              <a:gd name="T64" fmla="*/ 209 w 353"/>
              <a:gd name="T65" fmla="*/ 209 h 289"/>
              <a:gd name="T66" fmla="*/ 337 w 353"/>
              <a:gd name="T67" fmla="*/ 209 h 2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353" h="289">
                <a:moveTo>
                  <a:pt x="80" y="161"/>
                </a:moveTo>
                <a:cubicBezTo>
                  <a:pt x="54" y="161"/>
                  <a:pt x="32" y="182"/>
                  <a:pt x="32" y="209"/>
                </a:cubicBezTo>
                <a:cubicBezTo>
                  <a:pt x="32" y="213"/>
                  <a:pt x="36" y="217"/>
                  <a:pt x="40" y="217"/>
                </a:cubicBezTo>
                <a:cubicBezTo>
                  <a:pt x="45" y="217"/>
                  <a:pt x="48" y="213"/>
                  <a:pt x="48" y="209"/>
                </a:cubicBezTo>
                <a:cubicBezTo>
                  <a:pt x="48" y="191"/>
                  <a:pt x="63" y="177"/>
                  <a:pt x="80" y="177"/>
                </a:cubicBezTo>
                <a:cubicBezTo>
                  <a:pt x="85" y="177"/>
                  <a:pt x="89" y="173"/>
                  <a:pt x="89" y="169"/>
                </a:cubicBezTo>
                <a:cubicBezTo>
                  <a:pt x="89" y="164"/>
                  <a:pt x="85" y="161"/>
                  <a:pt x="80" y="161"/>
                </a:cubicBezTo>
                <a:moveTo>
                  <a:pt x="273" y="161"/>
                </a:moveTo>
                <a:cubicBezTo>
                  <a:pt x="247" y="161"/>
                  <a:pt x="225" y="182"/>
                  <a:pt x="225" y="209"/>
                </a:cubicBezTo>
                <a:cubicBezTo>
                  <a:pt x="225" y="213"/>
                  <a:pt x="229" y="217"/>
                  <a:pt x="233" y="217"/>
                </a:cubicBezTo>
                <a:cubicBezTo>
                  <a:pt x="237" y="217"/>
                  <a:pt x="241" y="213"/>
                  <a:pt x="241" y="209"/>
                </a:cubicBezTo>
                <a:cubicBezTo>
                  <a:pt x="241" y="191"/>
                  <a:pt x="255" y="177"/>
                  <a:pt x="273" y="177"/>
                </a:cubicBezTo>
                <a:cubicBezTo>
                  <a:pt x="278" y="177"/>
                  <a:pt x="281" y="173"/>
                  <a:pt x="281" y="169"/>
                </a:cubicBezTo>
                <a:cubicBezTo>
                  <a:pt x="281" y="164"/>
                  <a:pt x="278" y="161"/>
                  <a:pt x="273" y="161"/>
                </a:cubicBezTo>
                <a:moveTo>
                  <a:pt x="345" y="174"/>
                </a:moveTo>
                <a:cubicBezTo>
                  <a:pt x="286" y="32"/>
                  <a:pt x="286" y="32"/>
                  <a:pt x="286" y="32"/>
                </a:cubicBezTo>
                <a:cubicBezTo>
                  <a:pt x="286" y="32"/>
                  <a:pt x="286" y="32"/>
                  <a:pt x="286" y="32"/>
                </a:cubicBezTo>
                <a:cubicBezTo>
                  <a:pt x="280" y="14"/>
                  <a:pt x="262" y="0"/>
                  <a:pt x="241" y="0"/>
                </a:cubicBezTo>
                <a:cubicBezTo>
                  <a:pt x="214" y="0"/>
                  <a:pt x="193" y="22"/>
                  <a:pt x="193" y="48"/>
                </a:cubicBezTo>
                <a:cubicBezTo>
                  <a:pt x="161" y="48"/>
                  <a:pt x="161" y="48"/>
                  <a:pt x="161" y="48"/>
                </a:cubicBezTo>
                <a:cubicBezTo>
                  <a:pt x="161" y="22"/>
                  <a:pt x="139" y="0"/>
                  <a:pt x="113" y="0"/>
                </a:cubicBezTo>
                <a:cubicBezTo>
                  <a:pt x="92" y="0"/>
                  <a:pt x="74" y="14"/>
                  <a:pt x="67" y="32"/>
                </a:cubicBezTo>
                <a:cubicBezTo>
                  <a:pt x="67" y="32"/>
                  <a:pt x="67" y="32"/>
                  <a:pt x="67" y="32"/>
                </a:cubicBezTo>
                <a:cubicBezTo>
                  <a:pt x="8" y="174"/>
                  <a:pt x="8" y="174"/>
                  <a:pt x="8" y="174"/>
                </a:cubicBezTo>
                <a:cubicBezTo>
                  <a:pt x="3" y="184"/>
                  <a:pt x="0" y="196"/>
                  <a:pt x="0" y="209"/>
                </a:cubicBezTo>
                <a:cubicBezTo>
                  <a:pt x="0" y="253"/>
                  <a:pt x="36" y="289"/>
                  <a:pt x="80" y="289"/>
                </a:cubicBezTo>
                <a:cubicBezTo>
                  <a:pt x="119" y="289"/>
                  <a:pt x="152" y="262"/>
                  <a:pt x="159" y="225"/>
                </a:cubicBezTo>
                <a:cubicBezTo>
                  <a:pt x="195" y="225"/>
                  <a:pt x="195" y="225"/>
                  <a:pt x="195" y="225"/>
                </a:cubicBezTo>
                <a:cubicBezTo>
                  <a:pt x="202" y="262"/>
                  <a:pt x="234" y="289"/>
                  <a:pt x="273" y="289"/>
                </a:cubicBezTo>
                <a:cubicBezTo>
                  <a:pt x="318" y="289"/>
                  <a:pt x="353" y="253"/>
                  <a:pt x="353" y="209"/>
                </a:cubicBezTo>
                <a:cubicBezTo>
                  <a:pt x="353" y="196"/>
                  <a:pt x="350" y="184"/>
                  <a:pt x="345" y="174"/>
                </a:cubicBezTo>
                <a:moveTo>
                  <a:pt x="80" y="273"/>
                </a:moveTo>
                <a:cubicBezTo>
                  <a:pt x="45" y="273"/>
                  <a:pt x="16" y="244"/>
                  <a:pt x="16" y="209"/>
                </a:cubicBezTo>
                <a:cubicBezTo>
                  <a:pt x="16" y="173"/>
                  <a:pt x="45" y="145"/>
                  <a:pt x="80" y="145"/>
                </a:cubicBezTo>
                <a:cubicBezTo>
                  <a:pt x="116" y="145"/>
                  <a:pt x="145" y="173"/>
                  <a:pt x="145" y="209"/>
                </a:cubicBezTo>
                <a:cubicBezTo>
                  <a:pt x="145" y="244"/>
                  <a:pt x="116" y="273"/>
                  <a:pt x="80" y="273"/>
                </a:cubicBezTo>
                <a:moveTo>
                  <a:pt x="145" y="161"/>
                </a:moveTo>
                <a:cubicBezTo>
                  <a:pt x="130" y="141"/>
                  <a:pt x="107" y="129"/>
                  <a:pt x="80" y="129"/>
                </a:cubicBezTo>
                <a:cubicBezTo>
                  <a:pt x="66" y="129"/>
                  <a:pt x="52" y="133"/>
                  <a:pt x="40" y="140"/>
                </a:cubicBezTo>
                <a:cubicBezTo>
                  <a:pt x="83" y="35"/>
                  <a:pt x="83" y="35"/>
                  <a:pt x="83" y="35"/>
                </a:cubicBezTo>
                <a:cubicBezTo>
                  <a:pt x="83" y="35"/>
                  <a:pt x="83" y="35"/>
                  <a:pt x="83" y="35"/>
                </a:cubicBezTo>
                <a:cubicBezTo>
                  <a:pt x="88" y="24"/>
                  <a:pt x="100" y="16"/>
                  <a:pt x="113" y="16"/>
                </a:cubicBezTo>
                <a:cubicBezTo>
                  <a:pt x="129" y="16"/>
                  <a:pt x="143" y="29"/>
                  <a:pt x="144" y="45"/>
                </a:cubicBezTo>
                <a:cubicBezTo>
                  <a:pt x="145" y="46"/>
                  <a:pt x="145" y="46"/>
                  <a:pt x="145" y="46"/>
                </a:cubicBezTo>
                <a:lnTo>
                  <a:pt x="145" y="161"/>
                </a:lnTo>
                <a:close/>
                <a:moveTo>
                  <a:pt x="193" y="209"/>
                </a:moveTo>
                <a:cubicBezTo>
                  <a:pt x="161" y="209"/>
                  <a:pt x="161" y="209"/>
                  <a:pt x="161" y="209"/>
                </a:cubicBezTo>
                <a:cubicBezTo>
                  <a:pt x="161" y="193"/>
                  <a:pt x="161" y="193"/>
                  <a:pt x="161" y="193"/>
                </a:cubicBezTo>
                <a:cubicBezTo>
                  <a:pt x="193" y="193"/>
                  <a:pt x="193" y="193"/>
                  <a:pt x="193" y="193"/>
                </a:cubicBezTo>
                <a:lnTo>
                  <a:pt x="193" y="209"/>
                </a:lnTo>
                <a:close/>
                <a:moveTo>
                  <a:pt x="193" y="177"/>
                </a:moveTo>
                <a:cubicBezTo>
                  <a:pt x="161" y="177"/>
                  <a:pt x="161" y="177"/>
                  <a:pt x="161" y="177"/>
                </a:cubicBezTo>
                <a:cubicBezTo>
                  <a:pt x="161" y="64"/>
                  <a:pt x="161" y="64"/>
                  <a:pt x="161" y="64"/>
                </a:cubicBezTo>
                <a:cubicBezTo>
                  <a:pt x="193" y="64"/>
                  <a:pt x="193" y="64"/>
                  <a:pt x="193" y="64"/>
                </a:cubicBezTo>
                <a:lnTo>
                  <a:pt x="193" y="177"/>
                </a:lnTo>
                <a:close/>
                <a:moveTo>
                  <a:pt x="209" y="46"/>
                </a:moveTo>
                <a:cubicBezTo>
                  <a:pt x="209" y="45"/>
                  <a:pt x="209" y="45"/>
                  <a:pt x="209" y="45"/>
                </a:cubicBezTo>
                <a:cubicBezTo>
                  <a:pt x="211" y="29"/>
                  <a:pt x="224" y="16"/>
                  <a:pt x="241" y="16"/>
                </a:cubicBezTo>
                <a:cubicBezTo>
                  <a:pt x="254" y="16"/>
                  <a:pt x="265" y="24"/>
                  <a:pt x="270" y="35"/>
                </a:cubicBezTo>
                <a:cubicBezTo>
                  <a:pt x="270" y="35"/>
                  <a:pt x="270" y="35"/>
                  <a:pt x="270" y="35"/>
                </a:cubicBezTo>
                <a:cubicBezTo>
                  <a:pt x="314" y="140"/>
                  <a:pt x="314" y="140"/>
                  <a:pt x="314" y="140"/>
                </a:cubicBezTo>
                <a:cubicBezTo>
                  <a:pt x="302" y="133"/>
                  <a:pt x="288" y="129"/>
                  <a:pt x="273" y="129"/>
                </a:cubicBezTo>
                <a:cubicBezTo>
                  <a:pt x="247" y="129"/>
                  <a:pt x="224" y="141"/>
                  <a:pt x="209" y="161"/>
                </a:cubicBezTo>
                <a:lnTo>
                  <a:pt x="209" y="46"/>
                </a:lnTo>
                <a:close/>
                <a:moveTo>
                  <a:pt x="273" y="273"/>
                </a:moveTo>
                <a:cubicBezTo>
                  <a:pt x="238" y="273"/>
                  <a:pt x="209" y="244"/>
                  <a:pt x="209" y="209"/>
                </a:cubicBezTo>
                <a:cubicBezTo>
                  <a:pt x="209" y="173"/>
                  <a:pt x="238" y="145"/>
                  <a:pt x="273" y="145"/>
                </a:cubicBezTo>
                <a:cubicBezTo>
                  <a:pt x="309" y="145"/>
                  <a:pt x="337" y="173"/>
                  <a:pt x="337" y="209"/>
                </a:cubicBezTo>
                <a:cubicBezTo>
                  <a:pt x="337" y="244"/>
                  <a:pt x="309" y="273"/>
                  <a:pt x="273" y="273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3" name="Freeform 53"/>
          <p:cNvSpPr>
            <a:spLocks noEditPoints="1"/>
          </p:cNvSpPr>
          <p:nvPr/>
        </p:nvSpPr>
        <p:spPr bwMode="auto">
          <a:xfrm>
            <a:off x="9683751" y="5374217"/>
            <a:ext cx="596900" cy="558800"/>
          </a:xfrm>
          <a:custGeom>
            <a:avLst/>
            <a:gdLst>
              <a:gd name="T0" fmla="*/ 78 w 362"/>
              <a:gd name="T1" fmla="*/ 49 h 339"/>
              <a:gd name="T2" fmla="*/ 63 w 362"/>
              <a:gd name="T3" fmla="*/ 93 h 339"/>
              <a:gd name="T4" fmla="*/ 110 w 362"/>
              <a:gd name="T5" fmla="*/ 87 h 339"/>
              <a:gd name="T6" fmla="*/ 84 w 362"/>
              <a:gd name="T7" fmla="*/ 81 h 339"/>
              <a:gd name="T8" fmla="*/ 65 w 362"/>
              <a:gd name="T9" fmla="*/ 73 h 339"/>
              <a:gd name="T10" fmla="*/ 78 w 362"/>
              <a:gd name="T11" fmla="*/ 65 h 339"/>
              <a:gd name="T12" fmla="*/ 97 w 362"/>
              <a:gd name="T13" fmla="*/ 78 h 339"/>
              <a:gd name="T14" fmla="*/ 84 w 362"/>
              <a:gd name="T15" fmla="*/ 242 h 339"/>
              <a:gd name="T16" fmla="*/ 53 w 362"/>
              <a:gd name="T17" fmla="*/ 278 h 339"/>
              <a:gd name="T18" fmla="*/ 93 w 362"/>
              <a:gd name="T19" fmla="*/ 287 h 339"/>
              <a:gd name="T20" fmla="*/ 84 w 362"/>
              <a:gd name="T21" fmla="*/ 242 h 339"/>
              <a:gd name="T22" fmla="*/ 78 w 362"/>
              <a:gd name="T23" fmla="*/ 274 h 339"/>
              <a:gd name="T24" fmla="*/ 65 w 362"/>
              <a:gd name="T25" fmla="*/ 266 h 339"/>
              <a:gd name="T26" fmla="*/ 84 w 362"/>
              <a:gd name="T27" fmla="*/ 258 h 339"/>
              <a:gd name="T28" fmla="*/ 86 w 362"/>
              <a:gd name="T29" fmla="*/ 273 h 339"/>
              <a:gd name="T30" fmla="*/ 313 w 362"/>
              <a:gd name="T31" fmla="*/ 33 h 339"/>
              <a:gd name="T32" fmla="*/ 153 w 362"/>
              <a:gd name="T33" fmla="*/ 135 h 339"/>
              <a:gd name="T34" fmla="*/ 147 w 362"/>
              <a:gd name="T35" fmla="*/ 112 h 339"/>
              <a:gd name="T36" fmla="*/ 17 w 362"/>
              <a:gd name="T37" fmla="*/ 41 h 339"/>
              <a:gd name="T38" fmla="*/ 103 w 362"/>
              <a:gd name="T39" fmla="*/ 170 h 339"/>
              <a:gd name="T40" fmla="*/ 17 w 362"/>
              <a:gd name="T41" fmla="*/ 299 h 339"/>
              <a:gd name="T42" fmla="*/ 147 w 362"/>
              <a:gd name="T43" fmla="*/ 228 h 339"/>
              <a:gd name="T44" fmla="*/ 153 w 362"/>
              <a:gd name="T45" fmla="*/ 204 h 339"/>
              <a:gd name="T46" fmla="*/ 313 w 362"/>
              <a:gd name="T47" fmla="*/ 306 h 339"/>
              <a:gd name="T48" fmla="*/ 205 w 362"/>
              <a:gd name="T49" fmla="*/ 170 h 339"/>
              <a:gd name="T50" fmla="*/ 50 w 362"/>
              <a:gd name="T51" fmla="*/ 113 h 339"/>
              <a:gd name="T52" fmla="*/ 102 w 362"/>
              <a:gd name="T53" fmla="*/ 31 h 339"/>
              <a:gd name="T54" fmla="*/ 50 w 362"/>
              <a:gd name="T55" fmla="*/ 113 h 339"/>
              <a:gd name="T56" fmla="*/ 120 w 362"/>
              <a:gd name="T57" fmla="*/ 132 h 339"/>
              <a:gd name="T58" fmla="*/ 116 w 362"/>
              <a:gd name="T59" fmla="*/ 160 h 339"/>
              <a:gd name="T60" fmla="*/ 102 w 362"/>
              <a:gd name="T61" fmla="*/ 308 h 339"/>
              <a:gd name="T62" fmla="*/ 50 w 362"/>
              <a:gd name="T63" fmla="*/ 226 h 339"/>
              <a:gd name="T64" fmla="*/ 102 w 362"/>
              <a:gd name="T65" fmla="*/ 308 h 339"/>
              <a:gd name="T66" fmla="*/ 84 w 362"/>
              <a:gd name="T67" fmla="*/ 202 h 339"/>
              <a:gd name="T68" fmla="*/ 341 w 362"/>
              <a:gd name="T69" fmla="*/ 60 h 339"/>
              <a:gd name="T70" fmla="*/ 341 w 362"/>
              <a:gd name="T71" fmla="*/ 279 h 339"/>
              <a:gd name="T72" fmla="*/ 167 w 362"/>
              <a:gd name="T73" fmla="*/ 195 h 339"/>
              <a:gd name="T74" fmla="*/ 341 w 362"/>
              <a:gd name="T75" fmla="*/ 279 h 339"/>
              <a:gd name="T76" fmla="*/ 145 w 362"/>
              <a:gd name="T77" fmla="*/ 170 h 339"/>
              <a:gd name="T78" fmla="*/ 161 w 362"/>
              <a:gd name="T79" fmla="*/ 170 h 3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362" h="339">
                <a:moveTo>
                  <a:pt x="93" y="52"/>
                </a:moveTo>
                <a:cubicBezTo>
                  <a:pt x="88" y="50"/>
                  <a:pt x="83" y="49"/>
                  <a:pt x="78" y="49"/>
                </a:cubicBezTo>
                <a:cubicBezTo>
                  <a:pt x="68" y="49"/>
                  <a:pt x="58" y="53"/>
                  <a:pt x="53" y="61"/>
                </a:cubicBezTo>
                <a:cubicBezTo>
                  <a:pt x="44" y="72"/>
                  <a:pt x="49" y="87"/>
                  <a:pt x="63" y="93"/>
                </a:cubicBezTo>
                <a:cubicBezTo>
                  <a:pt x="69" y="96"/>
                  <a:pt x="77" y="97"/>
                  <a:pt x="84" y="97"/>
                </a:cubicBezTo>
                <a:cubicBezTo>
                  <a:pt x="95" y="97"/>
                  <a:pt x="105" y="94"/>
                  <a:pt x="110" y="87"/>
                </a:cubicBezTo>
                <a:cubicBezTo>
                  <a:pt x="118" y="76"/>
                  <a:pt x="107" y="59"/>
                  <a:pt x="93" y="52"/>
                </a:cubicBezTo>
                <a:moveTo>
                  <a:pt x="84" y="81"/>
                </a:moveTo>
                <a:cubicBezTo>
                  <a:pt x="79" y="81"/>
                  <a:pt x="74" y="80"/>
                  <a:pt x="70" y="79"/>
                </a:cubicBezTo>
                <a:cubicBezTo>
                  <a:pt x="67" y="77"/>
                  <a:pt x="65" y="75"/>
                  <a:pt x="65" y="73"/>
                </a:cubicBezTo>
                <a:cubicBezTo>
                  <a:pt x="65" y="73"/>
                  <a:pt x="65" y="72"/>
                  <a:pt x="66" y="70"/>
                </a:cubicBezTo>
                <a:cubicBezTo>
                  <a:pt x="68" y="67"/>
                  <a:pt x="73" y="65"/>
                  <a:pt x="78" y="65"/>
                </a:cubicBezTo>
                <a:cubicBezTo>
                  <a:pt x="81" y="65"/>
                  <a:pt x="84" y="66"/>
                  <a:pt x="86" y="67"/>
                </a:cubicBezTo>
                <a:cubicBezTo>
                  <a:pt x="93" y="70"/>
                  <a:pt x="96" y="76"/>
                  <a:pt x="97" y="78"/>
                </a:cubicBezTo>
                <a:cubicBezTo>
                  <a:pt x="96" y="79"/>
                  <a:pt x="91" y="81"/>
                  <a:pt x="84" y="81"/>
                </a:cubicBezTo>
                <a:moveTo>
                  <a:pt x="84" y="242"/>
                </a:moveTo>
                <a:cubicBezTo>
                  <a:pt x="77" y="242"/>
                  <a:pt x="69" y="244"/>
                  <a:pt x="63" y="246"/>
                </a:cubicBezTo>
                <a:cubicBezTo>
                  <a:pt x="49" y="253"/>
                  <a:pt x="44" y="267"/>
                  <a:pt x="53" y="278"/>
                </a:cubicBezTo>
                <a:cubicBezTo>
                  <a:pt x="58" y="286"/>
                  <a:pt x="68" y="290"/>
                  <a:pt x="78" y="290"/>
                </a:cubicBezTo>
                <a:cubicBezTo>
                  <a:pt x="83" y="290"/>
                  <a:pt x="88" y="289"/>
                  <a:pt x="93" y="287"/>
                </a:cubicBezTo>
                <a:cubicBezTo>
                  <a:pt x="107" y="281"/>
                  <a:pt x="118" y="263"/>
                  <a:pt x="110" y="252"/>
                </a:cubicBezTo>
                <a:cubicBezTo>
                  <a:pt x="105" y="245"/>
                  <a:pt x="95" y="242"/>
                  <a:pt x="84" y="242"/>
                </a:cubicBezTo>
                <a:moveTo>
                  <a:pt x="86" y="273"/>
                </a:moveTo>
                <a:cubicBezTo>
                  <a:pt x="84" y="274"/>
                  <a:pt x="81" y="274"/>
                  <a:pt x="78" y="274"/>
                </a:cubicBezTo>
                <a:cubicBezTo>
                  <a:pt x="73" y="274"/>
                  <a:pt x="68" y="272"/>
                  <a:pt x="66" y="269"/>
                </a:cubicBezTo>
                <a:cubicBezTo>
                  <a:pt x="65" y="268"/>
                  <a:pt x="65" y="267"/>
                  <a:pt x="65" y="266"/>
                </a:cubicBezTo>
                <a:cubicBezTo>
                  <a:pt x="65" y="264"/>
                  <a:pt x="67" y="262"/>
                  <a:pt x="70" y="261"/>
                </a:cubicBezTo>
                <a:cubicBezTo>
                  <a:pt x="74" y="259"/>
                  <a:pt x="79" y="258"/>
                  <a:pt x="84" y="258"/>
                </a:cubicBezTo>
                <a:cubicBezTo>
                  <a:pt x="91" y="258"/>
                  <a:pt x="96" y="260"/>
                  <a:pt x="97" y="261"/>
                </a:cubicBezTo>
                <a:cubicBezTo>
                  <a:pt x="96" y="263"/>
                  <a:pt x="93" y="270"/>
                  <a:pt x="86" y="273"/>
                </a:cubicBezTo>
                <a:moveTo>
                  <a:pt x="362" y="65"/>
                </a:moveTo>
                <a:cubicBezTo>
                  <a:pt x="362" y="48"/>
                  <a:pt x="331" y="33"/>
                  <a:pt x="313" y="33"/>
                </a:cubicBezTo>
                <a:cubicBezTo>
                  <a:pt x="312" y="33"/>
                  <a:pt x="312" y="33"/>
                  <a:pt x="312" y="33"/>
                </a:cubicBezTo>
                <a:cubicBezTo>
                  <a:pt x="300" y="33"/>
                  <a:pt x="296" y="35"/>
                  <a:pt x="153" y="135"/>
                </a:cubicBezTo>
                <a:cubicBezTo>
                  <a:pt x="136" y="124"/>
                  <a:pt x="136" y="124"/>
                  <a:pt x="136" y="124"/>
                </a:cubicBezTo>
                <a:cubicBezTo>
                  <a:pt x="140" y="120"/>
                  <a:pt x="144" y="116"/>
                  <a:pt x="147" y="112"/>
                </a:cubicBezTo>
                <a:cubicBezTo>
                  <a:pt x="165" y="81"/>
                  <a:pt x="140" y="35"/>
                  <a:pt x="108" y="18"/>
                </a:cubicBezTo>
                <a:cubicBezTo>
                  <a:pt x="77" y="0"/>
                  <a:pt x="36" y="10"/>
                  <a:pt x="17" y="41"/>
                </a:cubicBezTo>
                <a:cubicBezTo>
                  <a:pt x="0" y="70"/>
                  <a:pt x="9" y="106"/>
                  <a:pt x="38" y="125"/>
                </a:cubicBezTo>
                <a:cubicBezTo>
                  <a:pt x="62" y="141"/>
                  <a:pt x="83" y="156"/>
                  <a:pt x="103" y="170"/>
                </a:cubicBezTo>
                <a:cubicBezTo>
                  <a:pt x="83" y="183"/>
                  <a:pt x="62" y="198"/>
                  <a:pt x="38" y="215"/>
                </a:cubicBezTo>
                <a:cubicBezTo>
                  <a:pt x="9" y="233"/>
                  <a:pt x="0" y="270"/>
                  <a:pt x="17" y="299"/>
                </a:cubicBezTo>
                <a:cubicBezTo>
                  <a:pt x="36" y="329"/>
                  <a:pt x="77" y="339"/>
                  <a:pt x="108" y="322"/>
                </a:cubicBezTo>
                <a:cubicBezTo>
                  <a:pt x="140" y="304"/>
                  <a:pt x="165" y="258"/>
                  <a:pt x="147" y="228"/>
                </a:cubicBezTo>
                <a:cubicBezTo>
                  <a:pt x="144" y="223"/>
                  <a:pt x="140" y="219"/>
                  <a:pt x="136" y="216"/>
                </a:cubicBezTo>
                <a:cubicBezTo>
                  <a:pt x="153" y="204"/>
                  <a:pt x="153" y="204"/>
                  <a:pt x="153" y="204"/>
                </a:cubicBezTo>
                <a:cubicBezTo>
                  <a:pt x="295" y="304"/>
                  <a:pt x="300" y="306"/>
                  <a:pt x="312" y="306"/>
                </a:cubicBezTo>
                <a:cubicBezTo>
                  <a:pt x="313" y="306"/>
                  <a:pt x="313" y="306"/>
                  <a:pt x="313" y="306"/>
                </a:cubicBezTo>
                <a:cubicBezTo>
                  <a:pt x="331" y="306"/>
                  <a:pt x="362" y="292"/>
                  <a:pt x="362" y="274"/>
                </a:cubicBezTo>
                <a:cubicBezTo>
                  <a:pt x="205" y="170"/>
                  <a:pt x="205" y="170"/>
                  <a:pt x="205" y="170"/>
                </a:cubicBezTo>
                <a:lnTo>
                  <a:pt x="362" y="65"/>
                </a:lnTo>
                <a:close/>
                <a:moveTo>
                  <a:pt x="50" y="113"/>
                </a:moveTo>
                <a:cubicBezTo>
                  <a:pt x="26" y="100"/>
                  <a:pt x="17" y="71"/>
                  <a:pt x="32" y="49"/>
                </a:cubicBezTo>
                <a:cubicBezTo>
                  <a:pt x="46" y="26"/>
                  <a:pt x="77" y="18"/>
                  <a:pt x="102" y="31"/>
                </a:cubicBezTo>
                <a:cubicBezTo>
                  <a:pt x="127" y="45"/>
                  <a:pt x="146" y="79"/>
                  <a:pt x="132" y="102"/>
                </a:cubicBezTo>
                <a:cubicBezTo>
                  <a:pt x="118" y="125"/>
                  <a:pt x="75" y="127"/>
                  <a:pt x="50" y="113"/>
                </a:cubicBezTo>
                <a:moveTo>
                  <a:pt x="84" y="138"/>
                </a:moveTo>
                <a:cubicBezTo>
                  <a:pt x="97" y="138"/>
                  <a:pt x="109" y="136"/>
                  <a:pt x="120" y="132"/>
                </a:cubicBezTo>
                <a:cubicBezTo>
                  <a:pt x="139" y="145"/>
                  <a:pt x="139" y="145"/>
                  <a:pt x="139" y="145"/>
                </a:cubicBezTo>
                <a:cubicBezTo>
                  <a:pt x="132" y="150"/>
                  <a:pt x="124" y="155"/>
                  <a:pt x="116" y="160"/>
                </a:cubicBezTo>
                <a:cubicBezTo>
                  <a:pt x="106" y="153"/>
                  <a:pt x="96" y="146"/>
                  <a:pt x="84" y="138"/>
                </a:cubicBezTo>
                <a:moveTo>
                  <a:pt x="102" y="308"/>
                </a:moveTo>
                <a:cubicBezTo>
                  <a:pt x="77" y="321"/>
                  <a:pt x="46" y="313"/>
                  <a:pt x="32" y="290"/>
                </a:cubicBezTo>
                <a:cubicBezTo>
                  <a:pt x="17" y="268"/>
                  <a:pt x="26" y="239"/>
                  <a:pt x="50" y="226"/>
                </a:cubicBezTo>
                <a:cubicBezTo>
                  <a:pt x="75" y="213"/>
                  <a:pt x="118" y="215"/>
                  <a:pt x="132" y="237"/>
                </a:cubicBezTo>
                <a:cubicBezTo>
                  <a:pt x="146" y="260"/>
                  <a:pt x="127" y="295"/>
                  <a:pt x="102" y="308"/>
                </a:cubicBezTo>
                <a:moveTo>
                  <a:pt x="120" y="207"/>
                </a:moveTo>
                <a:cubicBezTo>
                  <a:pt x="109" y="203"/>
                  <a:pt x="97" y="201"/>
                  <a:pt x="84" y="202"/>
                </a:cubicBezTo>
                <a:cubicBezTo>
                  <a:pt x="271" y="71"/>
                  <a:pt x="303" y="49"/>
                  <a:pt x="312" y="49"/>
                </a:cubicBezTo>
                <a:cubicBezTo>
                  <a:pt x="312" y="49"/>
                  <a:pt x="326" y="48"/>
                  <a:pt x="341" y="60"/>
                </a:cubicBezTo>
                <a:lnTo>
                  <a:pt x="120" y="207"/>
                </a:lnTo>
                <a:close/>
                <a:moveTo>
                  <a:pt x="341" y="279"/>
                </a:moveTo>
                <a:cubicBezTo>
                  <a:pt x="326" y="291"/>
                  <a:pt x="312" y="290"/>
                  <a:pt x="312" y="290"/>
                </a:cubicBezTo>
                <a:cubicBezTo>
                  <a:pt x="305" y="290"/>
                  <a:pt x="281" y="275"/>
                  <a:pt x="167" y="195"/>
                </a:cubicBezTo>
                <a:cubicBezTo>
                  <a:pt x="191" y="179"/>
                  <a:pt x="191" y="179"/>
                  <a:pt x="191" y="179"/>
                </a:cubicBezTo>
                <a:lnTo>
                  <a:pt x="341" y="279"/>
                </a:lnTo>
                <a:close/>
                <a:moveTo>
                  <a:pt x="153" y="162"/>
                </a:moveTo>
                <a:cubicBezTo>
                  <a:pt x="149" y="162"/>
                  <a:pt x="145" y="165"/>
                  <a:pt x="145" y="170"/>
                </a:cubicBezTo>
                <a:cubicBezTo>
                  <a:pt x="145" y="174"/>
                  <a:pt x="149" y="178"/>
                  <a:pt x="153" y="178"/>
                </a:cubicBezTo>
                <a:cubicBezTo>
                  <a:pt x="157" y="178"/>
                  <a:pt x="161" y="174"/>
                  <a:pt x="161" y="170"/>
                </a:cubicBezTo>
                <a:cubicBezTo>
                  <a:pt x="161" y="165"/>
                  <a:pt x="157" y="162"/>
                  <a:pt x="153" y="162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4" name="Freeform 54"/>
          <p:cNvSpPr>
            <a:spLocks noEditPoints="1"/>
          </p:cNvSpPr>
          <p:nvPr/>
        </p:nvSpPr>
        <p:spPr bwMode="auto">
          <a:xfrm>
            <a:off x="10809818" y="5363634"/>
            <a:ext cx="596900" cy="582084"/>
          </a:xfrm>
          <a:custGeom>
            <a:avLst/>
            <a:gdLst>
              <a:gd name="T0" fmla="*/ 337 w 362"/>
              <a:gd name="T1" fmla="*/ 0 h 353"/>
              <a:gd name="T2" fmla="*/ 111 w 362"/>
              <a:gd name="T3" fmla="*/ 129 h 353"/>
              <a:gd name="T4" fmla="*/ 81 w 362"/>
              <a:gd name="T5" fmla="*/ 196 h 353"/>
              <a:gd name="T6" fmla="*/ 144 w 362"/>
              <a:gd name="T7" fmla="*/ 274 h 353"/>
              <a:gd name="T8" fmla="*/ 179 w 362"/>
              <a:gd name="T9" fmla="*/ 333 h 353"/>
              <a:gd name="T10" fmla="*/ 281 w 362"/>
              <a:gd name="T11" fmla="*/ 186 h 353"/>
              <a:gd name="T12" fmla="*/ 209 w 362"/>
              <a:gd name="T13" fmla="*/ 238 h 353"/>
              <a:gd name="T14" fmla="*/ 171 w 362"/>
              <a:gd name="T15" fmla="*/ 263 h 353"/>
              <a:gd name="T16" fmla="*/ 154 w 362"/>
              <a:gd name="T17" fmla="*/ 256 h 353"/>
              <a:gd name="T18" fmla="*/ 111 w 362"/>
              <a:gd name="T19" fmla="*/ 242 h 353"/>
              <a:gd name="T20" fmla="*/ 90 w 362"/>
              <a:gd name="T21" fmla="*/ 182 h 353"/>
              <a:gd name="T22" fmla="*/ 115 w 362"/>
              <a:gd name="T23" fmla="*/ 144 h 353"/>
              <a:gd name="T24" fmla="*/ 209 w 362"/>
              <a:gd name="T25" fmla="*/ 237 h 353"/>
              <a:gd name="T26" fmla="*/ 270 w 362"/>
              <a:gd name="T27" fmla="*/ 174 h 353"/>
              <a:gd name="T28" fmla="*/ 220 w 362"/>
              <a:gd name="T29" fmla="*/ 225 h 353"/>
              <a:gd name="T30" fmla="*/ 164 w 362"/>
              <a:gd name="T31" fmla="*/ 97 h 353"/>
              <a:gd name="T32" fmla="*/ 337 w 362"/>
              <a:gd name="T33" fmla="*/ 16 h 353"/>
              <a:gd name="T34" fmla="*/ 62 w 362"/>
              <a:gd name="T35" fmla="*/ 197 h 353"/>
              <a:gd name="T36" fmla="*/ 156 w 362"/>
              <a:gd name="T37" fmla="*/ 291 h 353"/>
              <a:gd name="T38" fmla="*/ 62 w 362"/>
              <a:gd name="T39" fmla="*/ 197 h 353"/>
              <a:gd name="T40" fmla="*/ 58 w 362"/>
              <a:gd name="T41" fmla="*/ 252 h 353"/>
              <a:gd name="T42" fmla="*/ 101 w 362"/>
              <a:gd name="T43" fmla="*/ 295 h 353"/>
              <a:gd name="T44" fmla="*/ 168 w 362"/>
              <a:gd name="T45" fmla="*/ 128 h 353"/>
              <a:gd name="T46" fmla="*/ 168 w 362"/>
              <a:gd name="T47" fmla="*/ 145 h 353"/>
              <a:gd name="T48" fmla="*/ 168 w 362"/>
              <a:gd name="T49" fmla="*/ 128 h 353"/>
              <a:gd name="T50" fmla="*/ 225 w 362"/>
              <a:gd name="T51" fmla="*/ 185 h 353"/>
              <a:gd name="T52" fmla="*/ 209 w 362"/>
              <a:gd name="T53" fmla="*/ 185 h 353"/>
              <a:gd name="T54" fmla="*/ 265 w 362"/>
              <a:gd name="T55" fmla="*/ 112 h 353"/>
              <a:gd name="T56" fmla="*/ 265 w 362"/>
              <a:gd name="T57" fmla="*/ 64 h 353"/>
              <a:gd name="T58" fmla="*/ 265 w 362"/>
              <a:gd name="T59" fmla="*/ 112 h 353"/>
              <a:gd name="T60" fmla="*/ 273 w 362"/>
              <a:gd name="T61" fmla="*/ 88 h 353"/>
              <a:gd name="T62" fmla="*/ 257 w 362"/>
              <a:gd name="T63" fmla="*/ 88 h 353"/>
              <a:gd name="T64" fmla="*/ 193 w 362"/>
              <a:gd name="T65" fmla="*/ 169 h 353"/>
              <a:gd name="T66" fmla="*/ 193 w 362"/>
              <a:gd name="T67" fmla="*/ 153 h 353"/>
              <a:gd name="T68" fmla="*/ 193 w 362"/>
              <a:gd name="T69" fmla="*/ 169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362" h="353">
                <a:moveTo>
                  <a:pt x="350" y="3"/>
                </a:moveTo>
                <a:cubicBezTo>
                  <a:pt x="348" y="1"/>
                  <a:pt x="344" y="0"/>
                  <a:pt x="337" y="0"/>
                </a:cubicBezTo>
                <a:cubicBezTo>
                  <a:pt x="304" y="0"/>
                  <a:pt x="215" y="25"/>
                  <a:pt x="168" y="72"/>
                </a:cubicBezTo>
                <a:cubicBezTo>
                  <a:pt x="156" y="83"/>
                  <a:pt x="119" y="117"/>
                  <a:pt x="111" y="129"/>
                </a:cubicBezTo>
                <a:cubicBezTo>
                  <a:pt x="83" y="136"/>
                  <a:pt x="43" y="152"/>
                  <a:pt x="20" y="174"/>
                </a:cubicBezTo>
                <a:cubicBezTo>
                  <a:pt x="20" y="174"/>
                  <a:pt x="48" y="174"/>
                  <a:pt x="81" y="196"/>
                </a:cubicBezTo>
                <a:cubicBezTo>
                  <a:pt x="76" y="216"/>
                  <a:pt x="82" y="237"/>
                  <a:pt x="99" y="254"/>
                </a:cubicBezTo>
                <a:cubicBezTo>
                  <a:pt x="113" y="267"/>
                  <a:pt x="128" y="274"/>
                  <a:pt x="144" y="274"/>
                </a:cubicBezTo>
                <a:cubicBezTo>
                  <a:pt x="149" y="274"/>
                  <a:pt x="153" y="273"/>
                  <a:pt x="157" y="272"/>
                </a:cubicBezTo>
                <a:cubicBezTo>
                  <a:pt x="179" y="306"/>
                  <a:pt x="179" y="333"/>
                  <a:pt x="179" y="333"/>
                </a:cubicBezTo>
                <a:cubicBezTo>
                  <a:pt x="202" y="311"/>
                  <a:pt x="217" y="270"/>
                  <a:pt x="224" y="242"/>
                </a:cubicBezTo>
                <a:cubicBezTo>
                  <a:pt x="236" y="234"/>
                  <a:pt x="270" y="197"/>
                  <a:pt x="281" y="186"/>
                </a:cubicBezTo>
                <a:cubicBezTo>
                  <a:pt x="338" y="129"/>
                  <a:pt x="362" y="14"/>
                  <a:pt x="350" y="3"/>
                </a:cubicBezTo>
                <a:moveTo>
                  <a:pt x="209" y="238"/>
                </a:moveTo>
                <a:cubicBezTo>
                  <a:pt x="203" y="260"/>
                  <a:pt x="195" y="279"/>
                  <a:pt x="187" y="295"/>
                </a:cubicBezTo>
                <a:cubicBezTo>
                  <a:pt x="183" y="285"/>
                  <a:pt x="178" y="275"/>
                  <a:pt x="171" y="263"/>
                </a:cubicBezTo>
                <a:cubicBezTo>
                  <a:pt x="168" y="259"/>
                  <a:pt x="163" y="256"/>
                  <a:pt x="157" y="256"/>
                </a:cubicBezTo>
                <a:cubicBezTo>
                  <a:pt x="156" y="256"/>
                  <a:pt x="155" y="256"/>
                  <a:pt x="154" y="256"/>
                </a:cubicBezTo>
                <a:cubicBezTo>
                  <a:pt x="150" y="257"/>
                  <a:pt x="147" y="258"/>
                  <a:pt x="144" y="258"/>
                </a:cubicBezTo>
                <a:cubicBezTo>
                  <a:pt x="132" y="258"/>
                  <a:pt x="121" y="252"/>
                  <a:pt x="111" y="242"/>
                </a:cubicBezTo>
                <a:cubicBezTo>
                  <a:pt x="98" y="230"/>
                  <a:pt x="93" y="214"/>
                  <a:pt x="97" y="200"/>
                </a:cubicBezTo>
                <a:cubicBezTo>
                  <a:pt x="98" y="193"/>
                  <a:pt x="96" y="186"/>
                  <a:pt x="90" y="182"/>
                </a:cubicBezTo>
                <a:cubicBezTo>
                  <a:pt x="79" y="175"/>
                  <a:pt x="68" y="170"/>
                  <a:pt x="58" y="167"/>
                </a:cubicBezTo>
                <a:cubicBezTo>
                  <a:pt x="74" y="158"/>
                  <a:pt x="94" y="150"/>
                  <a:pt x="115" y="144"/>
                </a:cubicBezTo>
                <a:cubicBezTo>
                  <a:pt x="116" y="144"/>
                  <a:pt x="116" y="144"/>
                  <a:pt x="116" y="144"/>
                </a:cubicBezTo>
                <a:cubicBezTo>
                  <a:pt x="209" y="237"/>
                  <a:pt x="209" y="237"/>
                  <a:pt x="209" y="237"/>
                </a:cubicBezTo>
                <a:cubicBezTo>
                  <a:pt x="209" y="237"/>
                  <a:pt x="209" y="238"/>
                  <a:pt x="209" y="238"/>
                </a:cubicBezTo>
                <a:moveTo>
                  <a:pt x="270" y="174"/>
                </a:moveTo>
                <a:cubicBezTo>
                  <a:pt x="267" y="177"/>
                  <a:pt x="262" y="183"/>
                  <a:pt x="256" y="189"/>
                </a:cubicBezTo>
                <a:cubicBezTo>
                  <a:pt x="245" y="200"/>
                  <a:pt x="230" y="216"/>
                  <a:pt x="220" y="225"/>
                </a:cubicBezTo>
                <a:cubicBezTo>
                  <a:pt x="128" y="133"/>
                  <a:pt x="128" y="133"/>
                  <a:pt x="128" y="133"/>
                </a:cubicBezTo>
                <a:cubicBezTo>
                  <a:pt x="137" y="124"/>
                  <a:pt x="154" y="108"/>
                  <a:pt x="164" y="97"/>
                </a:cubicBezTo>
                <a:cubicBezTo>
                  <a:pt x="171" y="92"/>
                  <a:pt x="176" y="87"/>
                  <a:pt x="179" y="83"/>
                </a:cubicBezTo>
                <a:cubicBezTo>
                  <a:pt x="222" y="40"/>
                  <a:pt x="306" y="16"/>
                  <a:pt x="337" y="16"/>
                </a:cubicBezTo>
                <a:cubicBezTo>
                  <a:pt x="337" y="42"/>
                  <a:pt x="315" y="129"/>
                  <a:pt x="270" y="174"/>
                </a:cubicBezTo>
                <a:moveTo>
                  <a:pt x="62" y="197"/>
                </a:moveTo>
                <a:cubicBezTo>
                  <a:pt x="0" y="353"/>
                  <a:pt x="0" y="353"/>
                  <a:pt x="0" y="353"/>
                </a:cubicBezTo>
                <a:cubicBezTo>
                  <a:pt x="156" y="291"/>
                  <a:pt x="156" y="291"/>
                  <a:pt x="156" y="291"/>
                </a:cubicBezTo>
                <a:cubicBezTo>
                  <a:pt x="153" y="291"/>
                  <a:pt x="150" y="291"/>
                  <a:pt x="148" y="291"/>
                </a:cubicBezTo>
                <a:cubicBezTo>
                  <a:pt x="100" y="291"/>
                  <a:pt x="57" y="245"/>
                  <a:pt x="62" y="197"/>
                </a:cubicBezTo>
                <a:moveTo>
                  <a:pt x="29" y="324"/>
                </a:moveTo>
                <a:cubicBezTo>
                  <a:pt x="58" y="252"/>
                  <a:pt x="58" y="252"/>
                  <a:pt x="58" y="252"/>
                </a:cubicBezTo>
                <a:cubicBezTo>
                  <a:pt x="62" y="259"/>
                  <a:pt x="67" y="266"/>
                  <a:pt x="72" y="272"/>
                </a:cubicBezTo>
                <a:cubicBezTo>
                  <a:pt x="81" y="282"/>
                  <a:pt x="91" y="290"/>
                  <a:pt x="101" y="295"/>
                </a:cubicBezTo>
                <a:lnTo>
                  <a:pt x="29" y="324"/>
                </a:lnTo>
                <a:close/>
                <a:moveTo>
                  <a:pt x="168" y="128"/>
                </a:moveTo>
                <a:cubicBezTo>
                  <a:pt x="164" y="128"/>
                  <a:pt x="160" y="132"/>
                  <a:pt x="160" y="136"/>
                </a:cubicBezTo>
                <a:cubicBezTo>
                  <a:pt x="160" y="141"/>
                  <a:pt x="164" y="145"/>
                  <a:pt x="168" y="145"/>
                </a:cubicBezTo>
                <a:cubicBezTo>
                  <a:pt x="173" y="145"/>
                  <a:pt x="176" y="141"/>
                  <a:pt x="176" y="136"/>
                </a:cubicBezTo>
                <a:cubicBezTo>
                  <a:pt x="176" y="132"/>
                  <a:pt x="173" y="128"/>
                  <a:pt x="168" y="128"/>
                </a:cubicBezTo>
                <a:moveTo>
                  <a:pt x="217" y="193"/>
                </a:moveTo>
                <a:cubicBezTo>
                  <a:pt x="221" y="193"/>
                  <a:pt x="225" y="189"/>
                  <a:pt x="225" y="185"/>
                </a:cubicBezTo>
                <a:cubicBezTo>
                  <a:pt x="225" y="180"/>
                  <a:pt x="221" y="177"/>
                  <a:pt x="217" y="177"/>
                </a:cubicBezTo>
                <a:cubicBezTo>
                  <a:pt x="212" y="177"/>
                  <a:pt x="209" y="180"/>
                  <a:pt x="209" y="185"/>
                </a:cubicBezTo>
                <a:cubicBezTo>
                  <a:pt x="209" y="189"/>
                  <a:pt x="212" y="193"/>
                  <a:pt x="217" y="193"/>
                </a:cubicBezTo>
                <a:moveTo>
                  <a:pt x="265" y="112"/>
                </a:moveTo>
                <a:cubicBezTo>
                  <a:pt x="278" y="112"/>
                  <a:pt x="289" y="102"/>
                  <a:pt x="289" y="88"/>
                </a:cubicBezTo>
                <a:cubicBezTo>
                  <a:pt x="289" y="75"/>
                  <a:pt x="278" y="64"/>
                  <a:pt x="265" y="64"/>
                </a:cubicBezTo>
                <a:cubicBezTo>
                  <a:pt x="251" y="64"/>
                  <a:pt x="241" y="75"/>
                  <a:pt x="241" y="88"/>
                </a:cubicBezTo>
                <a:cubicBezTo>
                  <a:pt x="241" y="102"/>
                  <a:pt x="251" y="112"/>
                  <a:pt x="265" y="112"/>
                </a:cubicBezTo>
                <a:moveTo>
                  <a:pt x="265" y="80"/>
                </a:moveTo>
                <a:cubicBezTo>
                  <a:pt x="269" y="80"/>
                  <a:pt x="273" y="84"/>
                  <a:pt x="273" y="88"/>
                </a:cubicBezTo>
                <a:cubicBezTo>
                  <a:pt x="273" y="93"/>
                  <a:pt x="269" y="96"/>
                  <a:pt x="265" y="96"/>
                </a:cubicBezTo>
                <a:cubicBezTo>
                  <a:pt x="260" y="96"/>
                  <a:pt x="257" y="93"/>
                  <a:pt x="257" y="88"/>
                </a:cubicBezTo>
                <a:cubicBezTo>
                  <a:pt x="257" y="84"/>
                  <a:pt x="260" y="80"/>
                  <a:pt x="265" y="80"/>
                </a:cubicBezTo>
                <a:moveTo>
                  <a:pt x="193" y="169"/>
                </a:moveTo>
                <a:cubicBezTo>
                  <a:pt x="197" y="169"/>
                  <a:pt x="201" y="165"/>
                  <a:pt x="201" y="161"/>
                </a:cubicBezTo>
                <a:cubicBezTo>
                  <a:pt x="201" y="156"/>
                  <a:pt x="197" y="153"/>
                  <a:pt x="193" y="153"/>
                </a:cubicBezTo>
                <a:cubicBezTo>
                  <a:pt x="188" y="153"/>
                  <a:pt x="185" y="156"/>
                  <a:pt x="185" y="161"/>
                </a:cubicBezTo>
                <a:cubicBezTo>
                  <a:pt x="185" y="165"/>
                  <a:pt x="188" y="169"/>
                  <a:pt x="193" y="169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</p:spTree>
    <p:extLst>
      <p:ext uri="{BB962C8B-B14F-4D97-AF65-F5344CB8AC3E}">
        <p14:creationId xmlns:p14="http://schemas.microsoft.com/office/powerpoint/2010/main" val="726015036"/>
      </p:ext>
    </p:extLst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 5"/>
          <p:cNvSpPr>
            <a:spLocks/>
          </p:cNvSpPr>
          <p:nvPr/>
        </p:nvSpPr>
        <p:spPr bwMode="auto">
          <a:xfrm>
            <a:off x="806718" y="1394327"/>
            <a:ext cx="218271" cy="226915"/>
          </a:xfrm>
          <a:custGeom>
            <a:avLst/>
            <a:gdLst>
              <a:gd name="T0" fmla="*/ 152 w 152"/>
              <a:gd name="T1" fmla="*/ 6 h 158"/>
              <a:gd name="T2" fmla="*/ 148 w 152"/>
              <a:gd name="T3" fmla="*/ 13 h 158"/>
              <a:gd name="T4" fmla="*/ 88 w 152"/>
              <a:gd name="T5" fmla="*/ 73 h 158"/>
              <a:gd name="T6" fmla="*/ 88 w 152"/>
              <a:gd name="T7" fmla="*/ 146 h 158"/>
              <a:gd name="T8" fmla="*/ 118 w 152"/>
              <a:gd name="T9" fmla="*/ 146 h 158"/>
              <a:gd name="T10" fmla="*/ 122 w 152"/>
              <a:gd name="T11" fmla="*/ 147 h 158"/>
              <a:gd name="T12" fmla="*/ 124 w 152"/>
              <a:gd name="T13" fmla="*/ 152 h 158"/>
              <a:gd name="T14" fmla="*/ 122 w 152"/>
              <a:gd name="T15" fmla="*/ 156 h 158"/>
              <a:gd name="T16" fmla="*/ 118 w 152"/>
              <a:gd name="T17" fmla="*/ 158 h 158"/>
              <a:gd name="T18" fmla="*/ 33 w 152"/>
              <a:gd name="T19" fmla="*/ 158 h 158"/>
              <a:gd name="T20" fmla="*/ 29 w 152"/>
              <a:gd name="T21" fmla="*/ 156 h 158"/>
              <a:gd name="T22" fmla="*/ 27 w 152"/>
              <a:gd name="T23" fmla="*/ 152 h 158"/>
              <a:gd name="T24" fmla="*/ 29 w 152"/>
              <a:gd name="T25" fmla="*/ 147 h 158"/>
              <a:gd name="T26" fmla="*/ 33 w 152"/>
              <a:gd name="T27" fmla="*/ 146 h 158"/>
              <a:gd name="T28" fmla="*/ 64 w 152"/>
              <a:gd name="T29" fmla="*/ 146 h 158"/>
              <a:gd name="T30" fmla="*/ 64 w 152"/>
              <a:gd name="T31" fmla="*/ 73 h 158"/>
              <a:gd name="T32" fmla="*/ 4 w 152"/>
              <a:gd name="T33" fmla="*/ 13 h 158"/>
              <a:gd name="T34" fmla="*/ 0 w 152"/>
              <a:gd name="T35" fmla="*/ 6 h 158"/>
              <a:gd name="T36" fmla="*/ 1 w 152"/>
              <a:gd name="T37" fmla="*/ 2 h 158"/>
              <a:gd name="T38" fmla="*/ 5 w 152"/>
              <a:gd name="T39" fmla="*/ 1 h 158"/>
              <a:gd name="T40" fmla="*/ 9 w 152"/>
              <a:gd name="T41" fmla="*/ 0 h 158"/>
              <a:gd name="T42" fmla="*/ 142 w 152"/>
              <a:gd name="T43" fmla="*/ 0 h 158"/>
              <a:gd name="T44" fmla="*/ 146 w 152"/>
              <a:gd name="T45" fmla="*/ 1 h 158"/>
              <a:gd name="T46" fmla="*/ 150 w 152"/>
              <a:gd name="T47" fmla="*/ 2 h 158"/>
              <a:gd name="T48" fmla="*/ 152 w 152"/>
              <a:gd name="T49" fmla="*/ 6 h 1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52" h="158">
                <a:moveTo>
                  <a:pt x="152" y="6"/>
                </a:moveTo>
                <a:cubicBezTo>
                  <a:pt x="152" y="8"/>
                  <a:pt x="150" y="11"/>
                  <a:pt x="148" y="13"/>
                </a:cubicBezTo>
                <a:cubicBezTo>
                  <a:pt x="88" y="73"/>
                  <a:pt x="88" y="73"/>
                  <a:pt x="88" y="73"/>
                </a:cubicBezTo>
                <a:cubicBezTo>
                  <a:pt x="88" y="146"/>
                  <a:pt x="88" y="146"/>
                  <a:pt x="88" y="146"/>
                </a:cubicBezTo>
                <a:cubicBezTo>
                  <a:pt x="118" y="146"/>
                  <a:pt x="118" y="146"/>
                  <a:pt x="118" y="146"/>
                </a:cubicBezTo>
                <a:cubicBezTo>
                  <a:pt x="120" y="146"/>
                  <a:pt x="121" y="146"/>
                  <a:pt x="122" y="147"/>
                </a:cubicBezTo>
                <a:cubicBezTo>
                  <a:pt x="123" y="149"/>
                  <a:pt x="124" y="150"/>
                  <a:pt x="124" y="152"/>
                </a:cubicBezTo>
                <a:cubicBezTo>
                  <a:pt x="124" y="153"/>
                  <a:pt x="123" y="155"/>
                  <a:pt x="122" y="156"/>
                </a:cubicBezTo>
                <a:cubicBezTo>
                  <a:pt x="121" y="157"/>
                  <a:pt x="120" y="158"/>
                  <a:pt x="118" y="158"/>
                </a:cubicBezTo>
                <a:cubicBezTo>
                  <a:pt x="33" y="158"/>
                  <a:pt x="33" y="158"/>
                  <a:pt x="33" y="158"/>
                </a:cubicBezTo>
                <a:cubicBezTo>
                  <a:pt x="32" y="158"/>
                  <a:pt x="30" y="157"/>
                  <a:pt x="29" y="156"/>
                </a:cubicBezTo>
                <a:cubicBezTo>
                  <a:pt x="28" y="155"/>
                  <a:pt x="27" y="153"/>
                  <a:pt x="27" y="152"/>
                </a:cubicBezTo>
                <a:cubicBezTo>
                  <a:pt x="27" y="150"/>
                  <a:pt x="28" y="149"/>
                  <a:pt x="29" y="147"/>
                </a:cubicBezTo>
                <a:cubicBezTo>
                  <a:pt x="30" y="146"/>
                  <a:pt x="32" y="146"/>
                  <a:pt x="33" y="146"/>
                </a:cubicBezTo>
                <a:cubicBezTo>
                  <a:pt x="64" y="146"/>
                  <a:pt x="64" y="146"/>
                  <a:pt x="64" y="146"/>
                </a:cubicBezTo>
                <a:cubicBezTo>
                  <a:pt x="64" y="73"/>
                  <a:pt x="64" y="73"/>
                  <a:pt x="64" y="73"/>
                </a:cubicBezTo>
                <a:cubicBezTo>
                  <a:pt x="4" y="13"/>
                  <a:pt x="4" y="13"/>
                  <a:pt x="4" y="13"/>
                </a:cubicBezTo>
                <a:cubicBezTo>
                  <a:pt x="1" y="11"/>
                  <a:pt x="0" y="8"/>
                  <a:pt x="0" y="6"/>
                </a:cubicBezTo>
                <a:cubicBezTo>
                  <a:pt x="0" y="4"/>
                  <a:pt x="0" y="3"/>
                  <a:pt x="1" y="2"/>
                </a:cubicBezTo>
                <a:cubicBezTo>
                  <a:pt x="3" y="2"/>
                  <a:pt x="4" y="1"/>
                  <a:pt x="5" y="1"/>
                </a:cubicBezTo>
                <a:cubicBezTo>
                  <a:pt x="6" y="0"/>
                  <a:pt x="8" y="0"/>
                  <a:pt x="9" y="0"/>
                </a:cubicBezTo>
                <a:cubicBezTo>
                  <a:pt x="142" y="0"/>
                  <a:pt x="142" y="0"/>
                  <a:pt x="142" y="0"/>
                </a:cubicBezTo>
                <a:cubicBezTo>
                  <a:pt x="144" y="0"/>
                  <a:pt x="145" y="0"/>
                  <a:pt x="146" y="1"/>
                </a:cubicBezTo>
                <a:cubicBezTo>
                  <a:pt x="148" y="1"/>
                  <a:pt x="149" y="2"/>
                  <a:pt x="150" y="2"/>
                </a:cubicBezTo>
                <a:cubicBezTo>
                  <a:pt x="151" y="3"/>
                  <a:pt x="152" y="4"/>
                  <a:pt x="152" y="6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4" name="Freeform 6"/>
          <p:cNvSpPr>
            <a:spLocks/>
          </p:cNvSpPr>
          <p:nvPr/>
        </p:nvSpPr>
        <p:spPr bwMode="auto">
          <a:xfrm>
            <a:off x="1100627" y="1394327"/>
            <a:ext cx="207464" cy="226915"/>
          </a:xfrm>
          <a:custGeom>
            <a:avLst/>
            <a:gdLst>
              <a:gd name="T0" fmla="*/ 145 w 145"/>
              <a:gd name="T1" fmla="*/ 9 h 158"/>
              <a:gd name="T2" fmla="*/ 145 w 145"/>
              <a:gd name="T3" fmla="*/ 115 h 158"/>
              <a:gd name="T4" fmla="*/ 142 w 145"/>
              <a:gd name="T5" fmla="*/ 124 h 158"/>
              <a:gd name="T6" fmla="*/ 134 w 145"/>
              <a:gd name="T7" fmla="*/ 129 h 158"/>
              <a:gd name="T8" fmla="*/ 124 w 145"/>
              <a:gd name="T9" fmla="*/ 132 h 158"/>
              <a:gd name="T10" fmla="*/ 115 w 145"/>
              <a:gd name="T11" fmla="*/ 133 h 158"/>
              <a:gd name="T12" fmla="*/ 106 w 145"/>
              <a:gd name="T13" fmla="*/ 132 h 158"/>
              <a:gd name="T14" fmla="*/ 96 w 145"/>
              <a:gd name="T15" fmla="*/ 129 h 158"/>
              <a:gd name="T16" fmla="*/ 88 w 145"/>
              <a:gd name="T17" fmla="*/ 124 h 158"/>
              <a:gd name="T18" fmla="*/ 85 w 145"/>
              <a:gd name="T19" fmla="*/ 115 h 158"/>
              <a:gd name="T20" fmla="*/ 88 w 145"/>
              <a:gd name="T21" fmla="*/ 107 h 158"/>
              <a:gd name="T22" fmla="*/ 96 w 145"/>
              <a:gd name="T23" fmla="*/ 101 h 158"/>
              <a:gd name="T24" fmla="*/ 106 w 145"/>
              <a:gd name="T25" fmla="*/ 98 h 158"/>
              <a:gd name="T26" fmla="*/ 115 w 145"/>
              <a:gd name="T27" fmla="*/ 97 h 158"/>
              <a:gd name="T28" fmla="*/ 133 w 145"/>
              <a:gd name="T29" fmla="*/ 101 h 158"/>
              <a:gd name="T30" fmla="*/ 133 w 145"/>
              <a:gd name="T31" fmla="*/ 50 h 158"/>
              <a:gd name="T32" fmla="*/ 61 w 145"/>
              <a:gd name="T33" fmla="*/ 72 h 158"/>
              <a:gd name="T34" fmla="*/ 61 w 145"/>
              <a:gd name="T35" fmla="*/ 140 h 158"/>
              <a:gd name="T36" fmla="*/ 57 w 145"/>
              <a:gd name="T37" fmla="*/ 148 h 158"/>
              <a:gd name="T38" fmla="*/ 49 w 145"/>
              <a:gd name="T39" fmla="*/ 154 h 158"/>
              <a:gd name="T40" fmla="*/ 39 w 145"/>
              <a:gd name="T41" fmla="*/ 157 h 158"/>
              <a:gd name="T42" fmla="*/ 30 w 145"/>
              <a:gd name="T43" fmla="*/ 158 h 158"/>
              <a:gd name="T44" fmla="*/ 21 w 145"/>
              <a:gd name="T45" fmla="*/ 157 h 158"/>
              <a:gd name="T46" fmla="*/ 11 w 145"/>
              <a:gd name="T47" fmla="*/ 154 h 158"/>
              <a:gd name="T48" fmla="*/ 3 w 145"/>
              <a:gd name="T49" fmla="*/ 148 h 158"/>
              <a:gd name="T50" fmla="*/ 0 w 145"/>
              <a:gd name="T51" fmla="*/ 140 h 158"/>
              <a:gd name="T52" fmla="*/ 3 w 145"/>
              <a:gd name="T53" fmla="*/ 131 h 158"/>
              <a:gd name="T54" fmla="*/ 11 w 145"/>
              <a:gd name="T55" fmla="*/ 125 h 158"/>
              <a:gd name="T56" fmla="*/ 21 w 145"/>
              <a:gd name="T57" fmla="*/ 122 h 158"/>
              <a:gd name="T58" fmla="*/ 30 w 145"/>
              <a:gd name="T59" fmla="*/ 121 h 158"/>
              <a:gd name="T60" fmla="*/ 48 w 145"/>
              <a:gd name="T61" fmla="*/ 125 h 158"/>
              <a:gd name="T62" fmla="*/ 48 w 145"/>
              <a:gd name="T63" fmla="*/ 34 h 158"/>
              <a:gd name="T64" fmla="*/ 50 w 145"/>
              <a:gd name="T65" fmla="*/ 28 h 158"/>
              <a:gd name="T66" fmla="*/ 55 w 145"/>
              <a:gd name="T67" fmla="*/ 25 h 158"/>
              <a:gd name="T68" fmla="*/ 134 w 145"/>
              <a:gd name="T69" fmla="*/ 1 h 158"/>
              <a:gd name="T70" fmla="*/ 136 w 145"/>
              <a:gd name="T71" fmla="*/ 0 h 158"/>
              <a:gd name="T72" fmla="*/ 143 w 145"/>
              <a:gd name="T73" fmla="*/ 3 h 158"/>
              <a:gd name="T74" fmla="*/ 145 w 145"/>
              <a:gd name="T75" fmla="*/ 9 h 1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45" h="158">
                <a:moveTo>
                  <a:pt x="145" y="9"/>
                </a:moveTo>
                <a:cubicBezTo>
                  <a:pt x="145" y="115"/>
                  <a:pt x="145" y="115"/>
                  <a:pt x="145" y="115"/>
                </a:cubicBezTo>
                <a:cubicBezTo>
                  <a:pt x="145" y="118"/>
                  <a:pt x="144" y="121"/>
                  <a:pt x="142" y="124"/>
                </a:cubicBezTo>
                <a:cubicBezTo>
                  <a:pt x="140" y="126"/>
                  <a:pt x="137" y="128"/>
                  <a:pt x="134" y="129"/>
                </a:cubicBezTo>
                <a:cubicBezTo>
                  <a:pt x="131" y="131"/>
                  <a:pt x="127" y="132"/>
                  <a:pt x="124" y="132"/>
                </a:cubicBezTo>
                <a:cubicBezTo>
                  <a:pt x="121" y="133"/>
                  <a:pt x="118" y="133"/>
                  <a:pt x="115" y="133"/>
                </a:cubicBezTo>
                <a:cubicBezTo>
                  <a:pt x="112" y="133"/>
                  <a:pt x="109" y="133"/>
                  <a:pt x="106" y="132"/>
                </a:cubicBezTo>
                <a:cubicBezTo>
                  <a:pt x="103" y="132"/>
                  <a:pt x="99" y="131"/>
                  <a:pt x="96" y="129"/>
                </a:cubicBezTo>
                <a:cubicBezTo>
                  <a:pt x="93" y="128"/>
                  <a:pt x="90" y="126"/>
                  <a:pt x="88" y="124"/>
                </a:cubicBezTo>
                <a:cubicBezTo>
                  <a:pt x="86" y="121"/>
                  <a:pt x="85" y="118"/>
                  <a:pt x="85" y="115"/>
                </a:cubicBezTo>
                <a:cubicBezTo>
                  <a:pt x="85" y="112"/>
                  <a:pt x="86" y="109"/>
                  <a:pt x="88" y="107"/>
                </a:cubicBezTo>
                <a:cubicBezTo>
                  <a:pt x="90" y="104"/>
                  <a:pt x="93" y="103"/>
                  <a:pt x="96" y="101"/>
                </a:cubicBezTo>
                <a:cubicBezTo>
                  <a:pt x="99" y="100"/>
                  <a:pt x="103" y="99"/>
                  <a:pt x="106" y="98"/>
                </a:cubicBezTo>
                <a:cubicBezTo>
                  <a:pt x="109" y="97"/>
                  <a:pt x="112" y="97"/>
                  <a:pt x="115" y="97"/>
                </a:cubicBezTo>
                <a:cubicBezTo>
                  <a:pt x="122" y="97"/>
                  <a:pt x="128" y="98"/>
                  <a:pt x="133" y="101"/>
                </a:cubicBezTo>
                <a:cubicBezTo>
                  <a:pt x="133" y="50"/>
                  <a:pt x="133" y="50"/>
                  <a:pt x="133" y="50"/>
                </a:cubicBezTo>
                <a:cubicBezTo>
                  <a:pt x="61" y="72"/>
                  <a:pt x="61" y="72"/>
                  <a:pt x="61" y="72"/>
                </a:cubicBezTo>
                <a:cubicBezTo>
                  <a:pt x="61" y="140"/>
                  <a:pt x="61" y="140"/>
                  <a:pt x="61" y="140"/>
                </a:cubicBezTo>
                <a:cubicBezTo>
                  <a:pt x="61" y="143"/>
                  <a:pt x="59" y="145"/>
                  <a:pt x="57" y="148"/>
                </a:cubicBezTo>
                <a:cubicBezTo>
                  <a:pt x="55" y="150"/>
                  <a:pt x="52" y="152"/>
                  <a:pt x="49" y="154"/>
                </a:cubicBezTo>
                <a:cubicBezTo>
                  <a:pt x="46" y="155"/>
                  <a:pt x="43" y="156"/>
                  <a:pt x="39" y="157"/>
                </a:cubicBezTo>
                <a:cubicBezTo>
                  <a:pt x="36" y="157"/>
                  <a:pt x="33" y="158"/>
                  <a:pt x="30" y="158"/>
                </a:cubicBezTo>
                <a:cubicBezTo>
                  <a:pt x="27" y="158"/>
                  <a:pt x="24" y="157"/>
                  <a:pt x="21" y="157"/>
                </a:cubicBezTo>
                <a:cubicBezTo>
                  <a:pt x="18" y="156"/>
                  <a:pt x="15" y="155"/>
                  <a:pt x="11" y="154"/>
                </a:cubicBezTo>
                <a:cubicBezTo>
                  <a:pt x="8" y="152"/>
                  <a:pt x="5" y="150"/>
                  <a:pt x="3" y="148"/>
                </a:cubicBezTo>
                <a:cubicBezTo>
                  <a:pt x="1" y="145"/>
                  <a:pt x="0" y="143"/>
                  <a:pt x="0" y="140"/>
                </a:cubicBezTo>
                <a:cubicBezTo>
                  <a:pt x="0" y="136"/>
                  <a:pt x="1" y="134"/>
                  <a:pt x="3" y="131"/>
                </a:cubicBezTo>
                <a:cubicBezTo>
                  <a:pt x="5" y="129"/>
                  <a:pt x="8" y="127"/>
                  <a:pt x="11" y="125"/>
                </a:cubicBezTo>
                <a:cubicBezTo>
                  <a:pt x="15" y="124"/>
                  <a:pt x="18" y="123"/>
                  <a:pt x="21" y="122"/>
                </a:cubicBezTo>
                <a:cubicBezTo>
                  <a:pt x="24" y="122"/>
                  <a:pt x="27" y="121"/>
                  <a:pt x="30" y="121"/>
                </a:cubicBezTo>
                <a:cubicBezTo>
                  <a:pt x="37" y="121"/>
                  <a:pt x="43" y="123"/>
                  <a:pt x="48" y="125"/>
                </a:cubicBezTo>
                <a:cubicBezTo>
                  <a:pt x="48" y="34"/>
                  <a:pt x="48" y="34"/>
                  <a:pt x="48" y="34"/>
                </a:cubicBezTo>
                <a:cubicBezTo>
                  <a:pt x="48" y="32"/>
                  <a:pt x="49" y="30"/>
                  <a:pt x="50" y="28"/>
                </a:cubicBezTo>
                <a:cubicBezTo>
                  <a:pt x="51" y="27"/>
                  <a:pt x="53" y="26"/>
                  <a:pt x="55" y="25"/>
                </a:cubicBezTo>
                <a:cubicBezTo>
                  <a:pt x="134" y="1"/>
                  <a:pt x="134" y="1"/>
                  <a:pt x="134" y="1"/>
                </a:cubicBezTo>
                <a:cubicBezTo>
                  <a:pt x="134" y="0"/>
                  <a:pt x="135" y="0"/>
                  <a:pt x="136" y="0"/>
                </a:cubicBezTo>
                <a:cubicBezTo>
                  <a:pt x="139" y="0"/>
                  <a:pt x="141" y="1"/>
                  <a:pt x="143" y="3"/>
                </a:cubicBezTo>
                <a:cubicBezTo>
                  <a:pt x="144" y="5"/>
                  <a:pt x="145" y="7"/>
                  <a:pt x="145" y="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5" name="Freeform 7"/>
          <p:cNvSpPr>
            <a:spLocks noEditPoints="1"/>
          </p:cNvSpPr>
          <p:nvPr/>
        </p:nvSpPr>
        <p:spPr bwMode="auto">
          <a:xfrm>
            <a:off x="1372924" y="1394327"/>
            <a:ext cx="224755" cy="226915"/>
          </a:xfrm>
          <a:custGeom>
            <a:avLst/>
            <a:gdLst>
              <a:gd name="T0" fmla="*/ 157 w 157"/>
              <a:gd name="T1" fmla="*/ 146 h 158"/>
              <a:gd name="T2" fmla="*/ 154 w 157"/>
              <a:gd name="T3" fmla="*/ 154 h 158"/>
              <a:gd name="T4" fmla="*/ 145 w 157"/>
              <a:gd name="T5" fmla="*/ 158 h 158"/>
              <a:gd name="T6" fmla="*/ 137 w 157"/>
              <a:gd name="T7" fmla="*/ 154 h 158"/>
              <a:gd name="T8" fmla="*/ 104 w 157"/>
              <a:gd name="T9" fmla="*/ 122 h 158"/>
              <a:gd name="T10" fmla="*/ 66 w 157"/>
              <a:gd name="T11" fmla="*/ 133 h 158"/>
              <a:gd name="T12" fmla="*/ 41 w 157"/>
              <a:gd name="T13" fmla="*/ 128 h 158"/>
              <a:gd name="T14" fmla="*/ 19 w 157"/>
              <a:gd name="T15" fmla="*/ 114 h 158"/>
              <a:gd name="T16" fmla="*/ 5 w 157"/>
              <a:gd name="T17" fmla="*/ 93 h 158"/>
              <a:gd name="T18" fmla="*/ 0 w 157"/>
              <a:gd name="T19" fmla="*/ 67 h 158"/>
              <a:gd name="T20" fmla="*/ 5 w 157"/>
              <a:gd name="T21" fmla="*/ 41 h 158"/>
              <a:gd name="T22" fmla="*/ 19 w 157"/>
              <a:gd name="T23" fmla="*/ 20 h 158"/>
              <a:gd name="T24" fmla="*/ 41 w 157"/>
              <a:gd name="T25" fmla="*/ 6 h 158"/>
              <a:gd name="T26" fmla="*/ 66 w 157"/>
              <a:gd name="T27" fmla="*/ 0 h 158"/>
              <a:gd name="T28" fmla="*/ 92 w 157"/>
              <a:gd name="T29" fmla="*/ 6 h 158"/>
              <a:gd name="T30" fmla="*/ 114 w 157"/>
              <a:gd name="T31" fmla="*/ 20 h 158"/>
              <a:gd name="T32" fmla="*/ 128 w 157"/>
              <a:gd name="T33" fmla="*/ 41 h 158"/>
              <a:gd name="T34" fmla="*/ 133 w 157"/>
              <a:gd name="T35" fmla="*/ 67 h 158"/>
              <a:gd name="T36" fmla="*/ 121 w 157"/>
              <a:gd name="T37" fmla="*/ 105 h 158"/>
              <a:gd name="T38" fmla="*/ 154 w 157"/>
              <a:gd name="T39" fmla="*/ 137 h 158"/>
              <a:gd name="T40" fmla="*/ 157 w 157"/>
              <a:gd name="T41" fmla="*/ 146 h 158"/>
              <a:gd name="T42" fmla="*/ 96 w 157"/>
              <a:gd name="T43" fmla="*/ 97 h 158"/>
              <a:gd name="T44" fmla="*/ 109 w 157"/>
              <a:gd name="T45" fmla="*/ 67 h 158"/>
              <a:gd name="T46" fmla="*/ 96 w 157"/>
              <a:gd name="T47" fmla="*/ 37 h 158"/>
              <a:gd name="T48" fmla="*/ 66 w 157"/>
              <a:gd name="T49" fmla="*/ 25 h 158"/>
              <a:gd name="T50" fmla="*/ 37 w 157"/>
              <a:gd name="T51" fmla="*/ 37 h 158"/>
              <a:gd name="T52" fmla="*/ 24 w 157"/>
              <a:gd name="T53" fmla="*/ 67 h 158"/>
              <a:gd name="T54" fmla="*/ 37 w 157"/>
              <a:gd name="T55" fmla="*/ 97 h 158"/>
              <a:gd name="T56" fmla="*/ 66 w 157"/>
              <a:gd name="T57" fmla="*/ 109 h 158"/>
              <a:gd name="T58" fmla="*/ 96 w 157"/>
              <a:gd name="T59" fmla="*/ 97 h 1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57" h="158">
                <a:moveTo>
                  <a:pt x="157" y="146"/>
                </a:moveTo>
                <a:cubicBezTo>
                  <a:pt x="157" y="149"/>
                  <a:pt x="156" y="152"/>
                  <a:pt x="154" y="154"/>
                </a:cubicBezTo>
                <a:cubicBezTo>
                  <a:pt x="151" y="156"/>
                  <a:pt x="148" y="158"/>
                  <a:pt x="145" y="158"/>
                </a:cubicBezTo>
                <a:cubicBezTo>
                  <a:pt x="142" y="158"/>
                  <a:pt x="139" y="156"/>
                  <a:pt x="137" y="154"/>
                </a:cubicBezTo>
                <a:cubicBezTo>
                  <a:pt x="104" y="122"/>
                  <a:pt x="104" y="122"/>
                  <a:pt x="104" y="122"/>
                </a:cubicBezTo>
                <a:cubicBezTo>
                  <a:pt x="93" y="130"/>
                  <a:pt x="80" y="133"/>
                  <a:pt x="66" y="133"/>
                </a:cubicBezTo>
                <a:cubicBezTo>
                  <a:pt x="57" y="133"/>
                  <a:pt x="49" y="132"/>
                  <a:pt x="41" y="128"/>
                </a:cubicBezTo>
                <a:cubicBezTo>
                  <a:pt x="32" y="125"/>
                  <a:pt x="25" y="120"/>
                  <a:pt x="19" y="114"/>
                </a:cubicBezTo>
                <a:cubicBezTo>
                  <a:pt x="13" y="108"/>
                  <a:pt x="9" y="101"/>
                  <a:pt x="5" y="93"/>
                </a:cubicBezTo>
                <a:cubicBezTo>
                  <a:pt x="2" y="85"/>
                  <a:pt x="0" y="76"/>
                  <a:pt x="0" y="67"/>
                </a:cubicBezTo>
                <a:cubicBezTo>
                  <a:pt x="0" y="58"/>
                  <a:pt x="2" y="49"/>
                  <a:pt x="5" y="41"/>
                </a:cubicBezTo>
                <a:cubicBezTo>
                  <a:pt x="9" y="33"/>
                  <a:pt x="13" y="26"/>
                  <a:pt x="19" y="20"/>
                </a:cubicBezTo>
                <a:cubicBezTo>
                  <a:pt x="25" y="14"/>
                  <a:pt x="32" y="9"/>
                  <a:pt x="41" y="6"/>
                </a:cubicBezTo>
                <a:cubicBezTo>
                  <a:pt x="49" y="2"/>
                  <a:pt x="57" y="0"/>
                  <a:pt x="66" y="0"/>
                </a:cubicBezTo>
                <a:cubicBezTo>
                  <a:pt x="75" y="0"/>
                  <a:pt x="84" y="2"/>
                  <a:pt x="92" y="6"/>
                </a:cubicBezTo>
                <a:cubicBezTo>
                  <a:pt x="101" y="9"/>
                  <a:pt x="108" y="14"/>
                  <a:pt x="114" y="20"/>
                </a:cubicBezTo>
                <a:cubicBezTo>
                  <a:pt x="120" y="26"/>
                  <a:pt x="124" y="33"/>
                  <a:pt x="128" y="41"/>
                </a:cubicBezTo>
                <a:cubicBezTo>
                  <a:pt x="131" y="49"/>
                  <a:pt x="133" y="58"/>
                  <a:pt x="133" y="67"/>
                </a:cubicBezTo>
                <a:cubicBezTo>
                  <a:pt x="133" y="81"/>
                  <a:pt x="129" y="93"/>
                  <a:pt x="121" y="105"/>
                </a:cubicBezTo>
                <a:cubicBezTo>
                  <a:pt x="154" y="137"/>
                  <a:pt x="154" y="137"/>
                  <a:pt x="154" y="137"/>
                </a:cubicBezTo>
                <a:cubicBezTo>
                  <a:pt x="156" y="139"/>
                  <a:pt x="157" y="142"/>
                  <a:pt x="157" y="146"/>
                </a:cubicBezTo>
                <a:close/>
                <a:moveTo>
                  <a:pt x="96" y="97"/>
                </a:moveTo>
                <a:cubicBezTo>
                  <a:pt x="105" y="89"/>
                  <a:pt x="109" y="79"/>
                  <a:pt x="109" y="67"/>
                </a:cubicBezTo>
                <a:cubicBezTo>
                  <a:pt x="109" y="55"/>
                  <a:pt x="105" y="45"/>
                  <a:pt x="96" y="37"/>
                </a:cubicBezTo>
                <a:cubicBezTo>
                  <a:pt x="88" y="29"/>
                  <a:pt x="78" y="25"/>
                  <a:pt x="66" y="25"/>
                </a:cubicBezTo>
                <a:cubicBezTo>
                  <a:pt x="55" y="25"/>
                  <a:pt x="45" y="29"/>
                  <a:pt x="37" y="37"/>
                </a:cubicBezTo>
                <a:cubicBezTo>
                  <a:pt x="28" y="45"/>
                  <a:pt x="24" y="55"/>
                  <a:pt x="24" y="67"/>
                </a:cubicBezTo>
                <a:cubicBezTo>
                  <a:pt x="24" y="79"/>
                  <a:pt x="28" y="89"/>
                  <a:pt x="37" y="97"/>
                </a:cubicBezTo>
                <a:cubicBezTo>
                  <a:pt x="45" y="105"/>
                  <a:pt x="55" y="109"/>
                  <a:pt x="66" y="109"/>
                </a:cubicBezTo>
                <a:cubicBezTo>
                  <a:pt x="78" y="109"/>
                  <a:pt x="88" y="105"/>
                  <a:pt x="96" y="9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6" name="Freeform 8"/>
          <p:cNvSpPr>
            <a:spLocks noEditPoints="1"/>
          </p:cNvSpPr>
          <p:nvPr/>
        </p:nvSpPr>
        <p:spPr bwMode="auto">
          <a:xfrm>
            <a:off x="1662511" y="1411617"/>
            <a:ext cx="242043" cy="192337"/>
          </a:xfrm>
          <a:custGeom>
            <a:avLst/>
            <a:gdLst>
              <a:gd name="T0" fmla="*/ 169 w 169"/>
              <a:gd name="T1" fmla="*/ 16 h 134"/>
              <a:gd name="T2" fmla="*/ 169 w 169"/>
              <a:gd name="T3" fmla="*/ 118 h 134"/>
              <a:gd name="T4" fmla="*/ 165 w 169"/>
              <a:gd name="T5" fmla="*/ 129 h 134"/>
              <a:gd name="T6" fmla="*/ 154 w 169"/>
              <a:gd name="T7" fmla="*/ 134 h 134"/>
              <a:gd name="T8" fmla="*/ 15 w 169"/>
              <a:gd name="T9" fmla="*/ 134 h 134"/>
              <a:gd name="T10" fmla="*/ 4 w 169"/>
              <a:gd name="T11" fmla="*/ 129 h 134"/>
              <a:gd name="T12" fmla="*/ 0 w 169"/>
              <a:gd name="T13" fmla="*/ 118 h 134"/>
              <a:gd name="T14" fmla="*/ 0 w 169"/>
              <a:gd name="T15" fmla="*/ 16 h 134"/>
              <a:gd name="T16" fmla="*/ 4 w 169"/>
              <a:gd name="T17" fmla="*/ 5 h 134"/>
              <a:gd name="T18" fmla="*/ 15 w 169"/>
              <a:gd name="T19" fmla="*/ 0 h 134"/>
              <a:gd name="T20" fmla="*/ 154 w 169"/>
              <a:gd name="T21" fmla="*/ 0 h 134"/>
              <a:gd name="T22" fmla="*/ 165 w 169"/>
              <a:gd name="T23" fmla="*/ 5 h 134"/>
              <a:gd name="T24" fmla="*/ 169 w 169"/>
              <a:gd name="T25" fmla="*/ 16 h 134"/>
              <a:gd name="T26" fmla="*/ 157 w 169"/>
              <a:gd name="T27" fmla="*/ 19 h 134"/>
              <a:gd name="T28" fmla="*/ 157 w 169"/>
              <a:gd name="T29" fmla="*/ 18 h 134"/>
              <a:gd name="T30" fmla="*/ 157 w 169"/>
              <a:gd name="T31" fmla="*/ 17 h 134"/>
              <a:gd name="T32" fmla="*/ 157 w 169"/>
              <a:gd name="T33" fmla="*/ 16 h 134"/>
              <a:gd name="T34" fmla="*/ 157 w 169"/>
              <a:gd name="T35" fmla="*/ 14 h 134"/>
              <a:gd name="T36" fmla="*/ 156 w 169"/>
              <a:gd name="T37" fmla="*/ 14 h 134"/>
              <a:gd name="T38" fmla="*/ 155 w 169"/>
              <a:gd name="T39" fmla="*/ 13 h 134"/>
              <a:gd name="T40" fmla="*/ 154 w 169"/>
              <a:gd name="T41" fmla="*/ 13 h 134"/>
              <a:gd name="T42" fmla="*/ 15 w 169"/>
              <a:gd name="T43" fmla="*/ 13 h 134"/>
              <a:gd name="T44" fmla="*/ 13 w 169"/>
              <a:gd name="T45" fmla="*/ 13 h 134"/>
              <a:gd name="T46" fmla="*/ 12 w 169"/>
              <a:gd name="T47" fmla="*/ 16 h 134"/>
              <a:gd name="T48" fmla="*/ 26 w 169"/>
              <a:gd name="T49" fmla="*/ 42 h 134"/>
              <a:gd name="T50" fmla="*/ 64 w 169"/>
              <a:gd name="T51" fmla="*/ 72 h 134"/>
              <a:gd name="T52" fmla="*/ 67 w 169"/>
              <a:gd name="T53" fmla="*/ 75 h 134"/>
              <a:gd name="T54" fmla="*/ 71 w 169"/>
              <a:gd name="T55" fmla="*/ 79 h 134"/>
              <a:gd name="T56" fmla="*/ 76 w 169"/>
              <a:gd name="T57" fmla="*/ 82 h 134"/>
              <a:gd name="T58" fmla="*/ 80 w 169"/>
              <a:gd name="T59" fmla="*/ 84 h 134"/>
              <a:gd name="T60" fmla="*/ 84 w 169"/>
              <a:gd name="T61" fmla="*/ 85 h 134"/>
              <a:gd name="T62" fmla="*/ 85 w 169"/>
              <a:gd name="T63" fmla="*/ 85 h 134"/>
              <a:gd name="T64" fmla="*/ 85 w 169"/>
              <a:gd name="T65" fmla="*/ 85 h 134"/>
              <a:gd name="T66" fmla="*/ 89 w 169"/>
              <a:gd name="T67" fmla="*/ 84 h 134"/>
              <a:gd name="T68" fmla="*/ 93 w 169"/>
              <a:gd name="T69" fmla="*/ 82 h 134"/>
              <a:gd name="T70" fmla="*/ 98 w 169"/>
              <a:gd name="T71" fmla="*/ 79 h 134"/>
              <a:gd name="T72" fmla="*/ 102 w 169"/>
              <a:gd name="T73" fmla="*/ 75 h 134"/>
              <a:gd name="T74" fmla="*/ 105 w 169"/>
              <a:gd name="T75" fmla="*/ 72 h 134"/>
              <a:gd name="T76" fmla="*/ 143 w 169"/>
              <a:gd name="T77" fmla="*/ 42 h 134"/>
              <a:gd name="T78" fmla="*/ 153 w 169"/>
              <a:gd name="T79" fmla="*/ 32 h 134"/>
              <a:gd name="T80" fmla="*/ 157 w 169"/>
              <a:gd name="T81" fmla="*/ 19 h 134"/>
              <a:gd name="T82" fmla="*/ 157 w 169"/>
              <a:gd name="T83" fmla="*/ 118 h 134"/>
              <a:gd name="T84" fmla="*/ 157 w 169"/>
              <a:gd name="T85" fmla="*/ 46 h 134"/>
              <a:gd name="T86" fmla="*/ 151 w 169"/>
              <a:gd name="T87" fmla="*/ 52 h 134"/>
              <a:gd name="T88" fmla="*/ 110 w 169"/>
              <a:gd name="T89" fmla="*/ 84 h 134"/>
              <a:gd name="T90" fmla="*/ 103 w 169"/>
              <a:gd name="T91" fmla="*/ 90 h 134"/>
              <a:gd name="T92" fmla="*/ 94 w 169"/>
              <a:gd name="T93" fmla="*/ 95 h 134"/>
              <a:gd name="T94" fmla="*/ 85 w 169"/>
              <a:gd name="T95" fmla="*/ 97 h 134"/>
              <a:gd name="T96" fmla="*/ 85 w 169"/>
              <a:gd name="T97" fmla="*/ 97 h 134"/>
              <a:gd name="T98" fmla="*/ 84 w 169"/>
              <a:gd name="T99" fmla="*/ 97 h 134"/>
              <a:gd name="T100" fmla="*/ 75 w 169"/>
              <a:gd name="T101" fmla="*/ 95 h 134"/>
              <a:gd name="T102" fmla="*/ 67 w 169"/>
              <a:gd name="T103" fmla="*/ 90 h 134"/>
              <a:gd name="T104" fmla="*/ 59 w 169"/>
              <a:gd name="T105" fmla="*/ 84 h 134"/>
              <a:gd name="T106" fmla="*/ 18 w 169"/>
              <a:gd name="T107" fmla="*/ 52 h 134"/>
              <a:gd name="T108" fmla="*/ 12 w 169"/>
              <a:gd name="T109" fmla="*/ 46 h 134"/>
              <a:gd name="T110" fmla="*/ 12 w 169"/>
              <a:gd name="T111" fmla="*/ 118 h 134"/>
              <a:gd name="T112" fmla="*/ 13 w 169"/>
              <a:gd name="T113" fmla="*/ 121 h 134"/>
              <a:gd name="T114" fmla="*/ 15 w 169"/>
              <a:gd name="T115" fmla="*/ 121 h 134"/>
              <a:gd name="T116" fmla="*/ 154 w 169"/>
              <a:gd name="T117" fmla="*/ 121 h 134"/>
              <a:gd name="T118" fmla="*/ 156 w 169"/>
              <a:gd name="T119" fmla="*/ 121 h 134"/>
              <a:gd name="T120" fmla="*/ 157 w 169"/>
              <a:gd name="T121" fmla="*/ 118 h 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69" h="134">
                <a:moveTo>
                  <a:pt x="169" y="16"/>
                </a:moveTo>
                <a:cubicBezTo>
                  <a:pt x="169" y="118"/>
                  <a:pt x="169" y="118"/>
                  <a:pt x="169" y="118"/>
                </a:cubicBezTo>
                <a:cubicBezTo>
                  <a:pt x="169" y="123"/>
                  <a:pt x="168" y="126"/>
                  <a:pt x="165" y="129"/>
                </a:cubicBezTo>
                <a:cubicBezTo>
                  <a:pt x="162" y="132"/>
                  <a:pt x="158" y="134"/>
                  <a:pt x="154" y="134"/>
                </a:cubicBezTo>
                <a:cubicBezTo>
                  <a:pt x="15" y="134"/>
                  <a:pt x="15" y="134"/>
                  <a:pt x="15" y="134"/>
                </a:cubicBezTo>
                <a:cubicBezTo>
                  <a:pt x="11" y="134"/>
                  <a:pt x="7" y="132"/>
                  <a:pt x="4" y="129"/>
                </a:cubicBezTo>
                <a:cubicBezTo>
                  <a:pt x="1" y="126"/>
                  <a:pt x="0" y="123"/>
                  <a:pt x="0" y="118"/>
                </a:cubicBezTo>
                <a:cubicBezTo>
                  <a:pt x="0" y="16"/>
                  <a:pt x="0" y="16"/>
                  <a:pt x="0" y="16"/>
                </a:cubicBezTo>
                <a:cubicBezTo>
                  <a:pt x="0" y="11"/>
                  <a:pt x="1" y="8"/>
                  <a:pt x="4" y="5"/>
                </a:cubicBezTo>
                <a:cubicBezTo>
                  <a:pt x="7" y="2"/>
                  <a:pt x="11" y="0"/>
                  <a:pt x="15" y="0"/>
                </a:cubicBezTo>
                <a:cubicBezTo>
                  <a:pt x="154" y="0"/>
                  <a:pt x="154" y="0"/>
                  <a:pt x="154" y="0"/>
                </a:cubicBezTo>
                <a:cubicBezTo>
                  <a:pt x="158" y="0"/>
                  <a:pt x="162" y="2"/>
                  <a:pt x="165" y="5"/>
                </a:cubicBezTo>
                <a:cubicBezTo>
                  <a:pt x="168" y="8"/>
                  <a:pt x="169" y="11"/>
                  <a:pt x="169" y="16"/>
                </a:cubicBezTo>
                <a:close/>
                <a:moveTo>
                  <a:pt x="157" y="19"/>
                </a:moveTo>
                <a:cubicBezTo>
                  <a:pt x="157" y="19"/>
                  <a:pt x="157" y="19"/>
                  <a:pt x="157" y="18"/>
                </a:cubicBezTo>
                <a:cubicBezTo>
                  <a:pt x="157" y="17"/>
                  <a:pt x="157" y="17"/>
                  <a:pt x="157" y="17"/>
                </a:cubicBezTo>
                <a:cubicBezTo>
                  <a:pt x="157" y="16"/>
                  <a:pt x="157" y="16"/>
                  <a:pt x="157" y="16"/>
                </a:cubicBezTo>
                <a:cubicBezTo>
                  <a:pt x="157" y="15"/>
                  <a:pt x="157" y="15"/>
                  <a:pt x="157" y="14"/>
                </a:cubicBezTo>
                <a:cubicBezTo>
                  <a:pt x="157" y="14"/>
                  <a:pt x="156" y="14"/>
                  <a:pt x="156" y="14"/>
                </a:cubicBezTo>
                <a:cubicBezTo>
                  <a:pt x="156" y="13"/>
                  <a:pt x="156" y="13"/>
                  <a:pt x="155" y="13"/>
                </a:cubicBezTo>
                <a:cubicBezTo>
                  <a:pt x="155" y="13"/>
                  <a:pt x="155" y="13"/>
                  <a:pt x="154" y="13"/>
                </a:cubicBezTo>
                <a:cubicBezTo>
                  <a:pt x="15" y="13"/>
                  <a:pt x="15" y="13"/>
                  <a:pt x="15" y="13"/>
                </a:cubicBezTo>
                <a:cubicBezTo>
                  <a:pt x="14" y="13"/>
                  <a:pt x="13" y="13"/>
                  <a:pt x="13" y="13"/>
                </a:cubicBezTo>
                <a:cubicBezTo>
                  <a:pt x="12" y="14"/>
                  <a:pt x="12" y="15"/>
                  <a:pt x="12" y="16"/>
                </a:cubicBezTo>
                <a:cubicBezTo>
                  <a:pt x="12" y="26"/>
                  <a:pt x="17" y="35"/>
                  <a:pt x="26" y="42"/>
                </a:cubicBezTo>
                <a:cubicBezTo>
                  <a:pt x="38" y="52"/>
                  <a:pt x="51" y="62"/>
                  <a:pt x="64" y="72"/>
                </a:cubicBezTo>
                <a:cubicBezTo>
                  <a:pt x="64" y="73"/>
                  <a:pt x="65" y="74"/>
                  <a:pt x="67" y="75"/>
                </a:cubicBezTo>
                <a:cubicBezTo>
                  <a:pt x="69" y="77"/>
                  <a:pt x="70" y="78"/>
                  <a:pt x="71" y="79"/>
                </a:cubicBezTo>
                <a:cubicBezTo>
                  <a:pt x="72" y="80"/>
                  <a:pt x="74" y="81"/>
                  <a:pt x="76" y="82"/>
                </a:cubicBezTo>
                <a:cubicBezTo>
                  <a:pt x="77" y="83"/>
                  <a:pt x="79" y="84"/>
                  <a:pt x="80" y="84"/>
                </a:cubicBezTo>
                <a:cubicBezTo>
                  <a:pt x="82" y="85"/>
                  <a:pt x="83" y="85"/>
                  <a:pt x="84" y="85"/>
                </a:cubicBezTo>
                <a:cubicBezTo>
                  <a:pt x="85" y="85"/>
                  <a:pt x="85" y="85"/>
                  <a:pt x="85" y="85"/>
                </a:cubicBezTo>
                <a:cubicBezTo>
                  <a:pt x="85" y="85"/>
                  <a:pt x="85" y="85"/>
                  <a:pt x="85" y="85"/>
                </a:cubicBezTo>
                <a:cubicBezTo>
                  <a:pt x="86" y="85"/>
                  <a:pt x="87" y="85"/>
                  <a:pt x="89" y="84"/>
                </a:cubicBezTo>
                <a:cubicBezTo>
                  <a:pt x="90" y="84"/>
                  <a:pt x="92" y="83"/>
                  <a:pt x="93" y="82"/>
                </a:cubicBezTo>
                <a:cubicBezTo>
                  <a:pt x="95" y="81"/>
                  <a:pt x="97" y="80"/>
                  <a:pt x="98" y="79"/>
                </a:cubicBezTo>
                <a:cubicBezTo>
                  <a:pt x="99" y="78"/>
                  <a:pt x="100" y="77"/>
                  <a:pt x="102" y="75"/>
                </a:cubicBezTo>
                <a:cubicBezTo>
                  <a:pt x="104" y="74"/>
                  <a:pt x="105" y="73"/>
                  <a:pt x="105" y="72"/>
                </a:cubicBezTo>
                <a:cubicBezTo>
                  <a:pt x="118" y="62"/>
                  <a:pt x="131" y="52"/>
                  <a:pt x="143" y="42"/>
                </a:cubicBezTo>
                <a:cubicBezTo>
                  <a:pt x="147" y="40"/>
                  <a:pt x="150" y="36"/>
                  <a:pt x="153" y="32"/>
                </a:cubicBezTo>
                <a:cubicBezTo>
                  <a:pt x="156" y="27"/>
                  <a:pt x="157" y="23"/>
                  <a:pt x="157" y="19"/>
                </a:cubicBezTo>
                <a:close/>
                <a:moveTo>
                  <a:pt x="157" y="118"/>
                </a:moveTo>
                <a:cubicBezTo>
                  <a:pt x="157" y="46"/>
                  <a:pt x="157" y="46"/>
                  <a:pt x="157" y="46"/>
                </a:cubicBezTo>
                <a:cubicBezTo>
                  <a:pt x="155" y="48"/>
                  <a:pt x="153" y="50"/>
                  <a:pt x="151" y="52"/>
                </a:cubicBezTo>
                <a:cubicBezTo>
                  <a:pt x="134" y="65"/>
                  <a:pt x="120" y="76"/>
                  <a:pt x="110" y="84"/>
                </a:cubicBezTo>
                <a:cubicBezTo>
                  <a:pt x="107" y="87"/>
                  <a:pt x="105" y="89"/>
                  <a:pt x="103" y="90"/>
                </a:cubicBezTo>
                <a:cubicBezTo>
                  <a:pt x="100" y="92"/>
                  <a:pt x="98" y="93"/>
                  <a:pt x="94" y="95"/>
                </a:cubicBezTo>
                <a:cubicBezTo>
                  <a:pt x="91" y="97"/>
                  <a:pt x="88" y="97"/>
                  <a:pt x="85" y="97"/>
                </a:cubicBezTo>
                <a:cubicBezTo>
                  <a:pt x="85" y="97"/>
                  <a:pt x="85" y="97"/>
                  <a:pt x="85" y="97"/>
                </a:cubicBezTo>
                <a:cubicBezTo>
                  <a:pt x="84" y="97"/>
                  <a:pt x="84" y="97"/>
                  <a:pt x="84" y="97"/>
                </a:cubicBezTo>
                <a:cubicBezTo>
                  <a:pt x="81" y="97"/>
                  <a:pt x="78" y="97"/>
                  <a:pt x="75" y="95"/>
                </a:cubicBezTo>
                <a:cubicBezTo>
                  <a:pt x="71" y="93"/>
                  <a:pt x="69" y="92"/>
                  <a:pt x="67" y="90"/>
                </a:cubicBezTo>
                <a:cubicBezTo>
                  <a:pt x="65" y="89"/>
                  <a:pt x="62" y="87"/>
                  <a:pt x="59" y="84"/>
                </a:cubicBezTo>
                <a:cubicBezTo>
                  <a:pt x="49" y="76"/>
                  <a:pt x="35" y="65"/>
                  <a:pt x="18" y="52"/>
                </a:cubicBezTo>
                <a:cubicBezTo>
                  <a:pt x="16" y="50"/>
                  <a:pt x="14" y="48"/>
                  <a:pt x="12" y="46"/>
                </a:cubicBezTo>
                <a:cubicBezTo>
                  <a:pt x="12" y="118"/>
                  <a:pt x="12" y="118"/>
                  <a:pt x="12" y="118"/>
                </a:cubicBezTo>
                <a:cubicBezTo>
                  <a:pt x="12" y="119"/>
                  <a:pt x="12" y="120"/>
                  <a:pt x="13" y="121"/>
                </a:cubicBezTo>
                <a:cubicBezTo>
                  <a:pt x="13" y="121"/>
                  <a:pt x="14" y="121"/>
                  <a:pt x="15" y="121"/>
                </a:cubicBezTo>
                <a:cubicBezTo>
                  <a:pt x="154" y="121"/>
                  <a:pt x="154" y="121"/>
                  <a:pt x="154" y="121"/>
                </a:cubicBezTo>
                <a:cubicBezTo>
                  <a:pt x="155" y="121"/>
                  <a:pt x="156" y="121"/>
                  <a:pt x="156" y="121"/>
                </a:cubicBezTo>
                <a:cubicBezTo>
                  <a:pt x="157" y="120"/>
                  <a:pt x="157" y="119"/>
                  <a:pt x="157" y="118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7" name="Freeform 9"/>
          <p:cNvSpPr>
            <a:spLocks/>
          </p:cNvSpPr>
          <p:nvPr/>
        </p:nvSpPr>
        <p:spPr bwMode="auto">
          <a:xfrm>
            <a:off x="1969387" y="1394327"/>
            <a:ext cx="242043" cy="209627"/>
          </a:xfrm>
          <a:custGeom>
            <a:avLst/>
            <a:gdLst>
              <a:gd name="T0" fmla="*/ 85 w 169"/>
              <a:gd name="T1" fmla="*/ 146 h 146"/>
              <a:gd name="T2" fmla="*/ 80 w 169"/>
              <a:gd name="T3" fmla="*/ 144 h 146"/>
              <a:gd name="T4" fmla="*/ 21 w 169"/>
              <a:gd name="T5" fmla="*/ 87 h 146"/>
              <a:gd name="T6" fmla="*/ 19 w 169"/>
              <a:gd name="T7" fmla="*/ 85 h 146"/>
              <a:gd name="T8" fmla="*/ 14 w 169"/>
              <a:gd name="T9" fmla="*/ 78 h 146"/>
              <a:gd name="T10" fmla="*/ 7 w 169"/>
              <a:gd name="T11" fmla="*/ 69 h 146"/>
              <a:gd name="T12" fmla="*/ 2 w 169"/>
              <a:gd name="T13" fmla="*/ 58 h 146"/>
              <a:gd name="T14" fmla="*/ 0 w 169"/>
              <a:gd name="T15" fmla="*/ 45 h 146"/>
              <a:gd name="T16" fmla="*/ 12 w 169"/>
              <a:gd name="T17" fmla="*/ 12 h 146"/>
              <a:gd name="T18" fmla="*/ 45 w 169"/>
              <a:gd name="T19" fmla="*/ 0 h 146"/>
              <a:gd name="T20" fmla="*/ 57 w 169"/>
              <a:gd name="T21" fmla="*/ 2 h 146"/>
              <a:gd name="T22" fmla="*/ 68 w 169"/>
              <a:gd name="T23" fmla="*/ 8 h 146"/>
              <a:gd name="T24" fmla="*/ 77 w 169"/>
              <a:gd name="T25" fmla="*/ 14 h 146"/>
              <a:gd name="T26" fmla="*/ 85 w 169"/>
              <a:gd name="T27" fmla="*/ 21 h 146"/>
              <a:gd name="T28" fmla="*/ 92 w 169"/>
              <a:gd name="T29" fmla="*/ 14 h 146"/>
              <a:gd name="T30" fmla="*/ 101 w 169"/>
              <a:gd name="T31" fmla="*/ 8 h 146"/>
              <a:gd name="T32" fmla="*/ 112 w 169"/>
              <a:gd name="T33" fmla="*/ 2 h 146"/>
              <a:gd name="T34" fmla="*/ 124 w 169"/>
              <a:gd name="T35" fmla="*/ 0 h 146"/>
              <a:gd name="T36" fmla="*/ 157 w 169"/>
              <a:gd name="T37" fmla="*/ 12 h 146"/>
              <a:gd name="T38" fmla="*/ 169 w 169"/>
              <a:gd name="T39" fmla="*/ 45 h 146"/>
              <a:gd name="T40" fmla="*/ 148 w 169"/>
              <a:gd name="T41" fmla="*/ 87 h 146"/>
              <a:gd name="T42" fmla="*/ 89 w 169"/>
              <a:gd name="T43" fmla="*/ 144 h 146"/>
              <a:gd name="T44" fmla="*/ 85 w 169"/>
              <a:gd name="T45" fmla="*/ 146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169" h="146">
                <a:moveTo>
                  <a:pt x="85" y="146"/>
                </a:moveTo>
                <a:cubicBezTo>
                  <a:pt x="83" y="146"/>
                  <a:pt x="82" y="145"/>
                  <a:pt x="80" y="144"/>
                </a:cubicBezTo>
                <a:cubicBezTo>
                  <a:pt x="21" y="87"/>
                  <a:pt x="21" y="87"/>
                  <a:pt x="21" y="87"/>
                </a:cubicBezTo>
                <a:cubicBezTo>
                  <a:pt x="21" y="86"/>
                  <a:pt x="20" y="86"/>
                  <a:pt x="19" y="85"/>
                </a:cubicBezTo>
                <a:cubicBezTo>
                  <a:pt x="18" y="83"/>
                  <a:pt x="16" y="81"/>
                  <a:pt x="14" y="78"/>
                </a:cubicBezTo>
                <a:cubicBezTo>
                  <a:pt x="11" y="75"/>
                  <a:pt x="9" y="72"/>
                  <a:pt x="7" y="69"/>
                </a:cubicBezTo>
                <a:cubicBezTo>
                  <a:pt x="5" y="66"/>
                  <a:pt x="4" y="62"/>
                  <a:pt x="2" y="58"/>
                </a:cubicBezTo>
                <a:cubicBezTo>
                  <a:pt x="1" y="53"/>
                  <a:pt x="0" y="49"/>
                  <a:pt x="0" y="45"/>
                </a:cubicBezTo>
                <a:cubicBezTo>
                  <a:pt x="0" y="31"/>
                  <a:pt x="4" y="20"/>
                  <a:pt x="12" y="12"/>
                </a:cubicBezTo>
                <a:cubicBezTo>
                  <a:pt x="20" y="4"/>
                  <a:pt x="31" y="0"/>
                  <a:pt x="45" y="0"/>
                </a:cubicBezTo>
                <a:cubicBezTo>
                  <a:pt x="49" y="0"/>
                  <a:pt x="53" y="1"/>
                  <a:pt x="57" y="2"/>
                </a:cubicBezTo>
                <a:cubicBezTo>
                  <a:pt x="61" y="4"/>
                  <a:pt x="65" y="6"/>
                  <a:pt x="68" y="8"/>
                </a:cubicBezTo>
                <a:cubicBezTo>
                  <a:pt x="72" y="10"/>
                  <a:pt x="75" y="12"/>
                  <a:pt x="77" y="14"/>
                </a:cubicBezTo>
                <a:cubicBezTo>
                  <a:pt x="80" y="16"/>
                  <a:pt x="82" y="19"/>
                  <a:pt x="85" y="21"/>
                </a:cubicBezTo>
                <a:cubicBezTo>
                  <a:pt x="87" y="19"/>
                  <a:pt x="89" y="16"/>
                  <a:pt x="92" y="14"/>
                </a:cubicBezTo>
                <a:cubicBezTo>
                  <a:pt x="94" y="12"/>
                  <a:pt x="97" y="10"/>
                  <a:pt x="101" y="8"/>
                </a:cubicBezTo>
                <a:cubicBezTo>
                  <a:pt x="104" y="6"/>
                  <a:pt x="108" y="4"/>
                  <a:pt x="112" y="2"/>
                </a:cubicBezTo>
                <a:cubicBezTo>
                  <a:pt x="116" y="1"/>
                  <a:pt x="120" y="0"/>
                  <a:pt x="124" y="0"/>
                </a:cubicBezTo>
                <a:cubicBezTo>
                  <a:pt x="138" y="0"/>
                  <a:pt x="149" y="4"/>
                  <a:pt x="157" y="12"/>
                </a:cubicBezTo>
                <a:cubicBezTo>
                  <a:pt x="165" y="20"/>
                  <a:pt x="169" y="31"/>
                  <a:pt x="169" y="45"/>
                </a:cubicBezTo>
                <a:cubicBezTo>
                  <a:pt x="169" y="59"/>
                  <a:pt x="162" y="73"/>
                  <a:pt x="148" y="87"/>
                </a:cubicBezTo>
                <a:cubicBezTo>
                  <a:pt x="89" y="144"/>
                  <a:pt x="89" y="144"/>
                  <a:pt x="89" y="144"/>
                </a:cubicBezTo>
                <a:cubicBezTo>
                  <a:pt x="88" y="145"/>
                  <a:pt x="86" y="146"/>
                  <a:pt x="85" y="146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8" name="Freeform 10"/>
          <p:cNvSpPr>
            <a:spLocks/>
          </p:cNvSpPr>
          <p:nvPr/>
        </p:nvSpPr>
        <p:spPr bwMode="auto">
          <a:xfrm>
            <a:off x="2276263" y="1381362"/>
            <a:ext cx="224755" cy="216111"/>
          </a:xfrm>
          <a:custGeom>
            <a:avLst/>
            <a:gdLst>
              <a:gd name="T0" fmla="*/ 157 w 157"/>
              <a:gd name="T1" fmla="*/ 58 h 150"/>
              <a:gd name="T2" fmla="*/ 155 w 157"/>
              <a:gd name="T3" fmla="*/ 63 h 150"/>
              <a:gd name="T4" fmla="*/ 120 w 157"/>
              <a:gd name="T5" fmla="*/ 96 h 150"/>
              <a:gd name="T6" fmla="*/ 129 w 157"/>
              <a:gd name="T7" fmla="*/ 144 h 150"/>
              <a:gd name="T8" fmla="*/ 129 w 157"/>
              <a:gd name="T9" fmla="*/ 146 h 150"/>
              <a:gd name="T10" fmla="*/ 128 w 157"/>
              <a:gd name="T11" fmla="*/ 149 h 150"/>
              <a:gd name="T12" fmla="*/ 125 w 157"/>
              <a:gd name="T13" fmla="*/ 150 h 150"/>
              <a:gd name="T14" fmla="*/ 121 w 157"/>
              <a:gd name="T15" fmla="*/ 149 h 150"/>
              <a:gd name="T16" fmla="*/ 79 w 157"/>
              <a:gd name="T17" fmla="*/ 127 h 150"/>
              <a:gd name="T18" fmla="*/ 36 w 157"/>
              <a:gd name="T19" fmla="*/ 149 h 150"/>
              <a:gd name="T20" fmla="*/ 32 w 157"/>
              <a:gd name="T21" fmla="*/ 150 h 150"/>
              <a:gd name="T22" fmla="*/ 29 w 157"/>
              <a:gd name="T23" fmla="*/ 149 h 150"/>
              <a:gd name="T24" fmla="*/ 28 w 157"/>
              <a:gd name="T25" fmla="*/ 146 h 150"/>
              <a:gd name="T26" fmla="*/ 29 w 157"/>
              <a:gd name="T27" fmla="*/ 144 h 150"/>
              <a:gd name="T28" fmla="*/ 37 w 157"/>
              <a:gd name="T29" fmla="*/ 96 h 150"/>
              <a:gd name="T30" fmla="*/ 2 w 157"/>
              <a:gd name="T31" fmla="*/ 63 h 150"/>
              <a:gd name="T32" fmla="*/ 0 w 157"/>
              <a:gd name="T33" fmla="*/ 58 h 150"/>
              <a:gd name="T34" fmla="*/ 5 w 157"/>
              <a:gd name="T35" fmla="*/ 54 h 150"/>
              <a:gd name="T36" fmla="*/ 53 w 157"/>
              <a:gd name="T37" fmla="*/ 47 h 150"/>
              <a:gd name="T38" fmla="*/ 74 w 157"/>
              <a:gd name="T39" fmla="*/ 4 h 150"/>
              <a:gd name="T40" fmla="*/ 79 w 157"/>
              <a:gd name="T41" fmla="*/ 0 h 150"/>
              <a:gd name="T42" fmla="*/ 83 w 157"/>
              <a:gd name="T43" fmla="*/ 4 h 150"/>
              <a:gd name="T44" fmla="*/ 105 w 157"/>
              <a:gd name="T45" fmla="*/ 47 h 150"/>
              <a:gd name="T46" fmla="*/ 152 w 157"/>
              <a:gd name="T47" fmla="*/ 54 h 150"/>
              <a:gd name="T48" fmla="*/ 157 w 157"/>
              <a:gd name="T49" fmla="*/ 58 h 1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57" h="150">
                <a:moveTo>
                  <a:pt x="157" y="58"/>
                </a:moveTo>
                <a:cubicBezTo>
                  <a:pt x="157" y="60"/>
                  <a:pt x="156" y="61"/>
                  <a:pt x="155" y="63"/>
                </a:cubicBezTo>
                <a:cubicBezTo>
                  <a:pt x="120" y="96"/>
                  <a:pt x="120" y="96"/>
                  <a:pt x="120" y="96"/>
                </a:cubicBezTo>
                <a:cubicBezTo>
                  <a:pt x="129" y="144"/>
                  <a:pt x="129" y="144"/>
                  <a:pt x="129" y="144"/>
                </a:cubicBezTo>
                <a:cubicBezTo>
                  <a:pt x="129" y="144"/>
                  <a:pt x="129" y="145"/>
                  <a:pt x="129" y="146"/>
                </a:cubicBezTo>
                <a:cubicBezTo>
                  <a:pt x="129" y="147"/>
                  <a:pt x="128" y="148"/>
                  <a:pt x="128" y="149"/>
                </a:cubicBezTo>
                <a:cubicBezTo>
                  <a:pt x="127" y="150"/>
                  <a:pt x="126" y="150"/>
                  <a:pt x="125" y="150"/>
                </a:cubicBezTo>
                <a:cubicBezTo>
                  <a:pt x="124" y="150"/>
                  <a:pt x="122" y="150"/>
                  <a:pt x="121" y="149"/>
                </a:cubicBezTo>
                <a:cubicBezTo>
                  <a:pt x="79" y="127"/>
                  <a:pt x="79" y="127"/>
                  <a:pt x="79" y="127"/>
                </a:cubicBezTo>
                <a:cubicBezTo>
                  <a:pt x="36" y="149"/>
                  <a:pt x="36" y="149"/>
                  <a:pt x="36" y="149"/>
                </a:cubicBezTo>
                <a:cubicBezTo>
                  <a:pt x="35" y="150"/>
                  <a:pt x="34" y="150"/>
                  <a:pt x="32" y="150"/>
                </a:cubicBezTo>
                <a:cubicBezTo>
                  <a:pt x="31" y="150"/>
                  <a:pt x="30" y="150"/>
                  <a:pt x="29" y="149"/>
                </a:cubicBezTo>
                <a:cubicBezTo>
                  <a:pt x="29" y="148"/>
                  <a:pt x="28" y="147"/>
                  <a:pt x="28" y="146"/>
                </a:cubicBezTo>
                <a:cubicBezTo>
                  <a:pt x="28" y="145"/>
                  <a:pt x="28" y="145"/>
                  <a:pt x="29" y="144"/>
                </a:cubicBezTo>
                <a:cubicBezTo>
                  <a:pt x="37" y="96"/>
                  <a:pt x="37" y="96"/>
                  <a:pt x="37" y="96"/>
                </a:cubicBezTo>
                <a:cubicBezTo>
                  <a:pt x="2" y="63"/>
                  <a:pt x="2" y="63"/>
                  <a:pt x="2" y="63"/>
                </a:cubicBezTo>
                <a:cubicBezTo>
                  <a:pt x="1" y="61"/>
                  <a:pt x="0" y="60"/>
                  <a:pt x="0" y="58"/>
                </a:cubicBezTo>
                <a:cubicBezTo>
                  <a:pt x="0" y="56"/>
                  <a:pt x="2" y="55"/>
                  <a:pt x="5" y="54"/>
                </a:cubicBezTo>
                <a:cubicBezTo>
                  <a:pt x="53" y="47"/>
                  <a:pt x="53" y="47"/>
                  <a:pt x="53" y="47"/>
                </a:cubicBezTo>
                <a:cubicBezTo>
                  <a:pt x="74" y="4"/>
                  <a:pt x="74" y="4"/>
                  <a:pt x="74" y="4"/>
                </a:cubicBezTo>
                <a:cubicBezTo>
                  <a:pt x="75" y="2"/>
                  <a:pt x="77" y="0"/>
                  <a:pt x="79" y="0"/>
                </a:cubicBezTo>
                <a:cubicBezTo>
                  <a:pt x="81" y="0"/>
                  <a:pt x="82" y="2"/>
                  <a:pt x="83" y="4"/>
                </a:cubicBezTo>
                <a:cubicBezTo>
                  <a:pt x="105" y="47"/>
                  <a:pt x="105" y="47"/>
                  <a:pt x="105" y="47"/>
                </a:cubicBezTo>
                <a:cubicBezTo>
                  <a:pt x="152" y="54"/>
                  <a:pt x="152" y="54"/>
                  <a:pt x="152" y="54"/>
                </a:cubicBezTo>
                <a:cubicBezTo>
                  <a:pt x="156" y="55"/>
                  <a:pt x="157" y="56"/>
                  <a:pt x="157" y="58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9" name="Freeform 11"/>
          <p:cNvSpPr>
            <a:spLocks noEditPoints="1"/>
          </p:cNvSpPr>
          <p:nvPr/>
        </p:nvSpPr>
        <p:spPr bwMode="auto">
          <a:xfrm>
            <a:off x="2565849" y="1381362"/>
            <a:ext cx="224755" cy="216111"/>
          </a:xfrm>
          <a:custGeom>
            <a:avLst/>
            <a:gdLst>
              <a:gd name="T0" fmla="*/ 157 w 157"/>
              <a:gd name="T1" fmla="*/ 58 h 150"/>
              <a:gd name="T2" fmla="*/ 155 w 157"/>
              <a:gd name="T3" fmla="*/ 63 h 150"/>
              <a:gd name="T4" fmla="*/ 120 w 157"/>
              <a:gd name="T5" fmla="*/ 96 h 150"/>
              <a:gd name="T6" fmla="*/ 129 w 157"/>
              <a:gd name="T7" fmla="*/ 144 h 150"/>
              <a:gd name="T8" fmla="*/ 129 w 157"/>
              <a:gd name="T9" fmla="*/ 146 h 150"/>
              <a:gd name="T10" fmla="*/ 125 w 157"/>
              <a:gd name="T11" fmla="*/ 150 h 150"/>
              <a:gd name="T12" fmla="*/ 121 w 157"/>
              <a:gd name="T13" fmla="*/ 149 h 150"/>
              <a:gd name="T14" fmla="*/ 79 w 157"/>
              <a:gd name="T15" fmla="*/ 127 h 150"/>
              <a:gd name="T16" fmla="*/ 36 w 157"/>
              <a:gd name="T17" fmla="*/ 149 h 150"/>
              <a:gd name="T18" fmla="*/ 32 w 157"/>
              <a:gd name="T19" fmla="*/ 150 h 150"/>
              <a:gd name="T20" fmla="*/ 29 w 157"/>
              <a:gd name="T21" fmla="*/ 149 h 150"/>
              <a:gd name="T22" fmla="*/ 28 w 157"/>
              <a:gd name="T23" fmla="*/ 146 h 150"/>
              <a:gd name="T24" fmla="*/ 29 w 157"/>
              <a:gd name="T25" fmla="*/ 144 h 150"/>
              <a:gd name="T26" fmla="*/ 37 w 157"/>
              <a:gd name="T27" fmla="*/ 96 h 150"/>
              <a:gd name="T28" fmla="*/ 2 w 157"/>
              <a:gd name="T29" fmla="*/ 63 h 150"/>
              <a:gd name="T30" fmla="*/ 0 w 157"/>
              <a:gd name="T31" fmla="*/ 58 h 150"/>
              <a:gd name="T32" fmla="*/ 5 w 157"/>
              <a:gd name="T33" fmla="*/ 54 h 150"/>
              <a:gd name="T34" fmla="*/ 53 w 157"/>
              <a:gd name="T35" fmla="*/ 47 h 150"/>
              <a:gd name="T36" fmla="*/ 74 w 157"/>
              <a:gd name="T37" fmla="*/ 4 h 150"/>
              <a:gd name="T38" fmla="*/ 79 w 157"/>
              <a:gd name="T39" fmla="*/ 0 h 150"/>
              <a:gd name="T40" fmla="*/ 83 w 157"/>
              <a:gd name="T41" fmla="*/ 4 h 150"/>
              <a:gd name="T42" fmla="*/ 104 w 157"/>
              <a:gd name="T43" fmla="*/ 47 h 150"/>
              <a:gd name="T44" fmla="*/ 152 w 157"/>
              <a:gd name="T45" fmla="*/ 54 h 150"/>
              <a:gd name="T46" fmla="*/ 157 w 157"/>
              <a:gd name="T47" fmla="*/ 58 h 150"/>
              <a:gd name="T48" fmla="*/ 107 w 157"/>
              <a:gd name="T49" fmla="*/ 92 h 150"/>
              <a:gd name="T50" fmla="*/ 136 w 157"/>
              <a:gd name="T51" fmla="*/ 64 h 150"/>
              <a:gd name="T52" fmla="*/ 96 w 157"/>
              <a:gd name="T53" fmla="*/ 58 h 150"/>
              <a:gd name="T54" fmla="*/ 79 w 157"/>
              <a:gd name="T55" fmla="*/ 22 h 150"/>
              <a:gd name="T56" fmla="*/ 61 w 157"/>
              <a:gd name="T57" fmla="*/ 58 h 150"/>
              <a:gd name="T58" fmla="*/ 21 w 157"/>
              <a:gd name="T59" fmla="*/ 64 h 150"/>
              <a:gd name="T60" fmla="*/ 50 w 157"/>
              <a:gd name="T61" fmla="*/ 92 h 150"/>
              <a:gd name="T62" fmla="*/ 43 w 157"/>
              <a:gd name="T63" fmla="*/ 132 h 150"/>
              <a:gd name="T64" fmla="*/ 79 w 157"/>
              <a:gd name="T65" fmla="*/ 113 h 150"/>
              <a:gd name="T66" fmla="*/ 114 w 157"/>
              <a:gd name="T67" fmla="*/ 132 h 150"/>
              <a:gd name="T68" fmla="*/ 107 w 157"/>
              <a:gd name="T69" fmla="*/ 92 h 1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57" h="150">
                <a:moveTo>
                  <a:pt x="157" y="58"/>
                </a:moveTo>
                <a:cubicBezTo>
                  <a:pt x="157" y="60"/>
                  <a:pt x="156" y="61"/>
                  <a:pt x="155" y="63"/>
                </a:cubicBezTo>
                <a:cubicBezTo>
                  <a:pt x="120" y="96"/>
                  <a:pt x="120" y="96"/>
                  <a:pt x="120" y="96"/>
                </a:cubicBezTo>
                <a:cubicBezTo>
                  <a:pt x="129" y="144"/>
                  <a:pt x="129" y="144"/>
                  <a:pt x="129" y="144"/>
                </a:cubicBezTo>
                <a:cubicBezTo>
                  <a:pt x="129" y="144"/>
                  <a:pt x="129" y="145"/>
                  <a:pt x="129" y="146"/>
                </a:cubicBezTo>
                <a:cubicBezTo>
                  <a:pt x="129" y="149"/>
                  <a:pt x="127" y="150"/>
                  <a:pt x="125" y="150"/>
                </a:cubicBezTo>
                <a:cubicBezTo>
                  <a:pt x="124" y="150"/>
                  <a:pt x="122" y="150"/>
                  <a:pt x="121" y="149"/>
                </a:cubicBezTo>
                <a:cubicBezTo>
                  <a:pt x="79" y="127"/>
                  <a:pt x="79" y="127"/>
                  <a:pt x="79" y="127"/>
                </a:cubicBezTo>
                <a:cubicBezTo>
                  <a:pt x="36" y="149"/>
                  <a:pt x="36" y="149"/>
                  <a:pt x="36" y="149"/>
                </a:cubicBezTo>
                <a:cubicBezTo>
                  <a:pt x="35" y="150"/>
                  <a:pt x="33" y="150"/>
                  <a:pt x="32" y="150"/>
                </a:cubicBezTo>
                <a:cubicBezTo>
                  <a:pt x="31" y="150"/>
                  <a:pt x="30" y="150"/>
                  <a:pt x="29" y="149"/>
                </a:cubicBezTo>
                <a:cubicBezTo>
                  <a:pt x="29" y="148"/>
                  <a:pt x="28" y="147"/>
                  <a:pt x="28" y="146"/>
                </a:cubicBezTo>
                <a:cubicBezTo>
                  <a:pt x="28" y="145"/>
                  <a:pt x="28" y="145"/>
                  <a:pt x="29" y="144"/>
                </a:cubicBezTo>
                <a:cubicBezTo>
                  <a:pt x="37" y="96"/>
                  <a:pt x="37" y="96"/>
                  <a:pt x="37" y="96"/>
                </a:cubicBezTo>
                <a:cubicBezTo>
                  <a:pt x="2" y="63"/>
                  <a:pt x="2" y="63"/>
                  <a:pt x="2" y="63"/>
                </a:cubicBezTo>
                <a:cubicBezTo>
                  <a:pt x="1" y="61"/>
                  <a:pt x="0" y="60"/>
                  <a:pt x="0" y="58"/>
                </a:cubicBezTo>
                <a:cubicBezTo>
                  <a:pt x="0" y="56"/>
                  <a:pt x="2" y="55"/>
                  <a:pt x="5" y="54"/>
                </a:cubicBezTo>
                <a:cubicBezTo>
                  <a:pt x="53" y="47"/>
                  <a:pt x="53" y="47"/>
                  <a:pt x="53" y="47"/>
                </a:cubicBezTo>
                <a:cubicBezTo>
                  <a:pt x="74" y="4"/>
                  <a:pt x="74" y="4"/>
                  <a:pt x="74" y="4"/>
                </a:cubicBezTo>
                <a:cubicBezTo>
                  <a:pt x="75" y="2"/>
                  <a:pt x="77" y="0"/>
                  <a:pt x="79" y="0"/>
                </a:cubicBezTo>
                <a:cubicBezTo>
                  <a:pt x="80" y="0"/>
                  <a:pt x="82" y="2"/>
                  <a:pt x="83" y="4"/>
                </a:cubicBezTo>
                <a:cubicBezTo>
                  <a:pt x="104" y="47"/>
                  <a:pt x="104" y="47"/>
                  <a:pt x="104" y="47"/>
                </a:cubicBezTo>
                <a:cubicBezTo>
                  <a:pt x="152" y="54"/>
                  <a:pt x="152" y="54"/>
                  <a:pt x="152" y="54"/>
                </a:cubicBezTo>
                <a:cubicBezTo>
                  <a:pt x="155" y="55"/>
                  <a:pt x="157" y="56"/>
                  <a:pt x="157" y="58"/>
                </a:cubicBezTo>
                <a:close/>
                <a:moveTo>
                  <a:pt x="107" y="92"/>
                </a:moveTo>
                <a:cubicBezTo>
                  <a:pt x="136" y="64"/>
                  <a:pt x="136" y="64"/>
                  <a:pt x="136" y="64"/>
                </a:cubicBezTo>
                <a:cubicBezTo>
                  <a:pt x="96" y="58"/>
                  <a:pt x="96" y="58"/>
                  <a:pt x="96" y="58"/>
                </a:cubicBezTo>
                <a:cubicBezTo>
                  <a:pt x="79" y="22"/>
                  <a:pt x="79" y="22"/>
                  <a:pt x="79" y="22"/>
                </a:cubicBezTo>
                <a:cubicBezTo>
                  <a:pt x="61" y="58"/>
                  <a:pt x="61" y="58"/>
                  <a:pt x="61" y="58"/>
                </a:cubicBezTo>
                <a:cubicBezTo>
                  <a:pt x="21" y="64"/>
                  <a:pt x="21" y="64"/>
                  <a:pt x="21" y="64"/>
                </a:cubicBezTo>
                <a:cubicBezTo>
                  <a:pt x="50" y="92"/>
                  <a:pt x="50" y="92"/>
                  <a:pt x="50" y="92"/>
                </a:cubicBezTo>
                <a:cubicBezTo>
                  <a:pt x="43" y="132"/>
                  <a:pt x="43" y="132"/>
                  <a:pt x="43" y="132"/>
                </a:cubicBezTo>
                <a:cubicBezTo>
                  <a:pt x="79" y="113"/>
                  <a:pt x="79" y="113"/>
                  <a:pt x="79" y="113"/>
                </a:cubicBezTo>
                <a:cubicBezTo>
                  <a:pt x="114" y="132"/>
                  <a:pt x="114" y="132"/>
                  <a:pt x="114" y="132"/>
                </a:cubicBezTo>
                <a:lnTo>
                  <a:pt x="107" y="92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0" name="Freeform 12"/>
          <p:cNvSpPr>
            <a:spLocks noEditPoints="1"/>
          </p:cNvSpPr>
          <p:nvPr/>
        </p:nvSpPr>
        <p:spPr bwMode="auto">
          <a:xfrm>
            <a:off x="2855437" y="1394327"/>
            <a:ext cx="190176" cy="209627"/>
          </a:xfrm>
          <a:custGeom>
            <a:avLst/>
            <a:gdLst>
              <a:gd name="T0" fmla="*/ 133 w 133"/>
              <a:gd name="T1" fmla="*/ 121 h 146"/>
              <a:gd name="T2" fmla="*/ 126 w 133"/>
              <a:gd name="T3" fmla="*/ 139 h 146"/>
              <a:gd name="T4" fmla="*/ 108 w 133"/>
              <a:gd name="T5" fmla="*/ 146 h 146"/>
              <a:gd name="T6" fmla="*/ 25 w 133"/>
              <a:gd name="T7" fmla="*/ 146 h 146"/>
              <a:gd name="T8" fmla="*/ 7 w 133"/>
              <a:gd name="T9" fmla="*/ 139 h 146"/>
              <a:gd name="T10" fmla="*/ 0 w 133"/>
              <a:gd name="T11" fmla="*/ 121 h 146"/>
              <a:gd name="T12" fmla="*/ 0 w 133"/>
              <a:gd name="T13" fmla="*/ 111 h 146"/>
              <a:gd name="T14" fmla="*/ 2 w 133"/>
              <a:gd name="T15" fmla="*/ 101 h 146"/>
              <a:gd name="T16" fmla="*/ 4 w 133"/>
              <a:gd name="T17" fmla="*/ 91 h 146"/>
              <a:gd name="T18" fmla="*/ 8 w 133"/>
              <a:gd name="T19" fmla="*/ 82 h 146"/>
              <a:gd name="T20" fmla="*/ 14 w 133"/>
              <a:gd name="T21" fmla="*/ 74 h 146"/>
              <a:gd name="T22" fmla="*/ 22 w 133"/>
              <a:gd name="T23" fmla="*/ 69 h 146"/>
              <a:gd name="T24" fmla="*/ 33 w 133"/>
              <a:gd name="T25" fmla="*/ 67 h 146"/>
              <a:gd name="T26" fmla="*/ 37 w 133"/>
              <a:gd name="T27" fmla="*/ 69 h 146"/>
              <a:gd name="T28" fmla="*/ 44 w 133"/>
              <a:gd name="T29" fmla="*/ 73 h 146"/>
              <a:gd name="T30" fmla="*/ 54 w 133"/>
              <a:gd name="T31" fmla="*/ 78 h 146"/>
              <a:gd name="T32" fmla="*/ 66 w 133"/>
              <a:gd name="T33" fmla="*/ 80 h 146"/>
              <a:gd name="T34" fmla="*/ 79 w 133"/>
              <a:gd name="T35" fmla="*/ 78 h 146"/>
              <a:gd name="T36" fmla="*/ 89 w 133"/>
              <a:gd name="T37" fmla="*/ 73 h 146"/>
              <a:gd name="T38" fmla="*/ 96 w 133"/>
              <a:gd name="T39" fmla="*/ 69 h 146"/>
              <a:gd name="T40" fmla="*/ 100 w 133"/>
              <a:gd name="T41" fmla="*/ 67 h 146"/>
              <a:gd name="T42" fmla="*/ 111 w 133"/>
              <a:gd name="T43" fmla="*/ 69 h 146"/>
              <a:gd name="T44" fmla="*/ 119 w 133"/>
              <a:gd name="T45" fmla="*/ 74 h 146"/>
              <a:gd name="T46" fmla="*/ 125 w 133"/>
              <a:gd name="T47" fmla="*/ 82 h 146"/>
              <a:gd name="T48" fmla="*/ 129 w 133"/>
              <a:gd name="T49" fmla="*/ 91 h 146"/>
              <a:gd name="T50" fmla="*/ 131 w 133"/>
              <a:gd name="T51" fmla="*/ 101 h 146"/>
              <a:gd name="T52" fmla="*/ 133 w 133"/>
              <a:gd name="T53" fmla="*/ 111 h 146"/>
              <a:gd name="T54" fmla="*/ 133 w 133"/>
              <a:gd name="T55" fmla="*/ 121 h 146"/>
              <a:gd name="T56" fmla="*/ 92 w 133"/>
              <a:gd name="T57" fmla="*/ 11 h 146"/>
              <a:gd name="T58" fmla="*/ 103 w 133"/>
              <a:gd name="T59" fmla="*/ 37 h 146"/>
              <a:gd name="T60" fmla="*/ 92 w 133"/>
              <a:gd name="T61" fmla="*/ 62 h 146"/>
              <a:gd name="T62" fmla="*/ 66 w 133"/>
              <a:gd name="T63" fmla="*/ 73 h 146"/>
              <a:gd name="T64" fmla="*/ 41 w 133"/>
              <a:gd name="T65" fmla="*/ 62 h 146"/>
              <a:gd name="T66" fmla="*/ 30 w 133"/>
              <a:gd name="T67" fmla="*/ 37 h 146"/>
              <a:gd name="T68" fmla="*/ 41 w 133"/>
              <a:gd name="T69" fmla="*/ 11 h 146"/>
              <a:gd name="T70" fmla="*/ 66 w 133"/>
              <a:gd name="T71" fmla="*/ 0 h 146"/>
              <a:gd name="T72" fmla="*/ 92 w 133"/>
              <a:gd name="T73" fmla="*/ 11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33" h="146">
                <a:moveTo>
                  <a:pt x="133" y="121"/>
                </a:moveTo>
                <a:cubicBezTo>
                  <a:pt x="133" y="129"/>
                  <a:pt x="131" y="135"/>
                  <a:pt x="126" y="139"/>
                </a:cubicBezTo>
                <a:cubicBezTo>
                  <a:pt x="121" y="143"/>
                  <a:pt x="115" y="146"/>
                  <a:pt x="108" y="146"/>
                </a:cubicBezTo>
                <a:cubicBezTo>
                  <a:pt x="25" y="146"/>
                  <a:pt x="25" y="146"/>
                  <a:pt x="25" y="146"/>
                </a:cubicBezTo>
                <a:cubicBezTo>
                  <a:pt x="17" y="146"/>
                  <a:pt x="11" y="143"/>
                  <a:pt x="7" y="139"/>
                </a:cubicBezTo>
                <a:cubicBezTo>
                  <a:pt x="2" y="135"/>
                  <a:pt x="0" y="129"/>
                  <a:pt x="0" y="121"/>
                </a:cubicBezTo>
                <a:cubicBezTo>
                  <a:pt x="0" y="118"/>
                  <a:pt x="0" y="114"/>
                  <a:pt x="0" y="111"/>
                </a:cubicBezTo>
                <a:cubicBezTo>
                  <a:pt x="0" y="108"/>
                  <a:pt x="1" y="105"/>
                  <a:pt x="2" y="101"/>
                </a:cubicBezTo>
                <a:cubicBezTo>
                  <a:pt x="2" y="97"/>
                  <a:pt x="3" y="94"/>
                  <a:pt x="4" y="91"/>
                </a:cubicBezTo>
                <a:cubicBezTo>
                  <a:pt x="5" y="88"/>
                  <a:pt x="6" y="85"/>
                  <a:pt x="8" y="82"/>
                </a:cubicBezTo>
                <a:cubicBezTo>
                  <a:pt x="10" y="79"/>
                  <a:pt x="12" y="76"/>
                  <a:pt x="14" y="74"/>
                </a:cubicBezTo>
                <a:cubicBezTo>
                  <a:pt x="16" y="72"/>
                  <a:pt x="19" y="70"/>
                  <a:pt x="22" y="69"/>
                </a:cubicBezTo>
                <a:cubicBezTo>
                  <a:pt x="25" y="68"/>
                  <a:pt x="29" y="67"/>
                  <a:pt x="33" y="67"/>
                </a:cubicBezTo>
                <a:cubicBezTo>
                  <a:pt x="33" y="67"/>
                  <a:pt x="34" y="68"/>
                  <a:pt x="37" y="69"/>
                </a:cubicBezTo>
                <a:cubicBezTo>
                  <a:pt x="39" y="70"/>
                  <a:pt x="41" y="72"/>
                  <a:pt x="44" y="73"/>
                </a:cubicBezTo>
                <a:cubicBezTo>
                  <a:pt x="46" y="75"/>
                  <a:pt x="50" y="77"/>
                  <a:pt x="54" y="78"/>
                </a:cubicBezTo>
                <a:cubicBezTo>
                  <a:pt x="58" y="79"/>
                  <a:pt x="62" y="80"/>
                  <a:pt x="66" y="80"/>
                </a:cubicBezTo>
                <a:cubicBezTo>
                  <a:pt x="71" y="80"/>
                  <a:pt x="75" y="79"/>
                  <a:pt x="79" y="78"/>
                </a:cubicBezTo>
                <a:cubicBezTo>
                  <a:pt x="83" y="77"/>
                  <a:pt x="87" y="75"/>
                  <a:pt x="89" y="73"/>
                </a:cubicBezTo>
                <a:cubicBezTo>
                  <a:pt x="92" y="72"/>
                  <a:pt x="94" y="70"/>
                  <a:pt x="96" y="69"/>
                </a:cubicBezTo>
                <a:cubicBezTo>
                  <a:pt x="98" y="68"/>
                  <a:pt x="100" y="67"/>
                  <a:pt x="100" y="67"/>
                </a:cubicBezTo>
                <a:cubicBezTo>
                  <a:pt x="104" y="67"/>
                  <a:pt x="108" y="68"/>
                  <a:pt x="111" y="69"/>
                </a:cubicBezTo>
                <a:cubicBezTo>
                  <a:pt x="114" y="70"/>
                  <a:pt x="117" y="72"/>
                  <a:pt x="119" y="74"/>
                </a:cubicBezTo>
                <a:cubicBezTo>
                  <a:pt x="121" y="76"/>
                  <a:pt x="123" y="79"/>
                  <a:pt x="125" y="82"/>
                </a:cubicBezTo>
                <a:cubicBezTo>
                  <a:pt x="126" y="85"/>
                  <a:pt x="128" y="88"/>
                  <a:pt x="129" y="91"/>
                </a:cubicBezTo>
                <a:cubicBezTo>
                  <a:pt x="130" y="94"/>
                  <a:pt x="131" y="97"/>
                  <a:pt x="131" y="101"/>
                </a:cubicBezTo>
                <a:cubicBezTo>
                  <a:pt x="132" y="105"/>
                  <a:pt x="132" y="108"/>
                  <a:pt x="133" y="111"/>
                </a:cubicBezTo>
                <a:cubicBezTo>
                  <a:pt x="133" y="114"/>
                  <a:pt x="133" y="118"/>
                  <a:pt x="133" y="121"/>
                </a:cubicBezTo>
                <a:close/>
                <a:moveTo>
                  <a:pt x="92" y="11"/>
                </a:moveTo>
                <a:cubicBezTo>
                  <a:pt x="99" y="18"/>
                  <a:pt x="103" y="27"/>
                  <a:pt x="103" y="37"/>
                </a:cubicBezTo>
                <a:cubicBezTo>
                  <a:pt x="103" y="47"/>
                  <a:pt x="99" y="55"/>
                  <a:pt x="92" y="62"/>
                </a:cubicBezTo>
                <a:cubicBezTo>
                  <a:pt x="85" y="69"/>
                  <a:pt x="76" y="73"/>
                  <a:pt x="66" y="73"/>
                </a:cubicBezTo>
                <a:cubicBezTo>
                  <a:pt x="56" y="73"/>
                  <a:pt x="48" y="69"/>
                  <a:pt x="41" y="62"/>
                </a:cubicBezTo>
                <a:cubicBezTo>
                  <a:pt x="34" y="55"/>
                  <a:pt x="30" y="47"/>
                  <a:pt x="30" y="37"/>
                </a:cubicBezTo>
                <a:cubicBezTo>
                  <a:pt x="30" y="27"/>
                  <a:pt x="34" y="18"/>
                  <a:pt x="41" y="11"/>
                </a:cubicBezTo>
                <a:cubicBezTo>
                  <a:pt x="48" y="4"/>
                  <a:pt x="56" y="0"/>
                  <a:pt x="66" y="0"/>
                </a:cubicBezTo>
                <a:cubicBezTo>
                  <a:pt x="76" y="0"/>
                  <a:pt x="85" y="4"/>
                  <a:pt x="92" y="1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1" name="Freeform 13"/>
          <p:cNvSpPr>
            <a:spLocks noEditPoints="1"/>
          </p:cNvSpPr>
          <p:nvPr/>
        </p:nvSpPr>
        <p:spPr bwMode="auto">
          <a:xfrm>
            <a:off x="3110447" y="1394327"/>
            <a:ext cx="259332" cy="226915"/>
          </a:xfrm>
          <a:custGeom>
            <a:avLst/>
            <a:gdLst>
              <a:gd name="T0" fmla="*/ 177 w 181"/>
              <a:gd name="T1" fmla="*/ 153 h 158"/>
              <a:gd name="T2" fmla="*/ 4 w 181"/>
              <a:gd name="T3" fmla="*/ 153 h 158"/>
              <a:gd name="T4" fmla="*/ 4 w 181"/>
              <a:gd name="T5" fmla="*/ 5 h 158"/>
              <a:gd name="T6" fmla="*/ 177 w 181"/>
              <a:gd name="T7" fmla="*/ 5 h 158"/>
              <a:gd name="T8" fmla="*/ 36 w 181"/>
              <a:gd name="T9" fmla="*/ 19 h 158"/>
              <a:gd name="T10" fmla="*/ 18 w 181"/>
              <a:gd name="T11" fmla="*/ 12 h 158"/>
              <a:gd name="T12" fmla="*/ 12 w 181"/>
              <a:gd name="T13" fmla="*/ 31 h 158"/>
              <a:gd name="T14" fmla="*/ 30 w 181"/>
              <a:gd name="T15" fmla="*/ 37 h 158"/>
              <a:gd name="T16" fmla="*/ 36 w 181"/>
              <a:gd name="T17" fmla="*/ 67 h 158"/>
              <a:gd name="T18" fmla="*/ 30 w 181"/>
              <a:gd name="T19" fmla="*/ 49 h 158"/>
              <a:gd name="T20" fmla="*/ 12 w 181"/>
              <a:gd name="T21" fmla="*/ 55 h 158"/>
              <a:gd name="T22" fmla="*/ 18 w 181"/>
              <a:gd name="T23" fmla="*/ 73 h 158"/>
              <a:gd name="T24" fmla="*/ 36 w 181"/>
              <a:gd name="T25" fmla="*/ 67 h 158"/>
              <a:gd name="T26" fmla="*/ 34 w 181"/>
              <a:gd name="T27" fmla="*/ 87 h 158"/>
              <a:gd name="T28" fmla="*/ 14 w 181"/>
              <a:gd name="T29" fmla="*/ 87 h 158"/>
              <a:gd name="T30" fmla="*/ 14 w 181"/>
              <a:gd name="T31" fmla="*/ 107 h 158"/>
              <a:gd name="T32" fmla="*/ 34 w 181"/>
              <a:gd name="T33" fmla="*/ 107 h 158"/>
              <a:gd name="T34" fmla="*/ 36 w 181"/>
              <a:gd name="T35" fmla="*/ 127 h 158"/>
              <a:gd name="T36" fmla="*/ 18 w 181"/>
              <a:gd name="T37" fmla="*/ 121 h 158"/>
              <a:gd name="T38" fmla="*/ 12 w 181"/>
              <a:gd name="T39" fmla="*/ 140 h 158"/>
              <a:gd name="T40" fmla="*/ 30 w 181"/>
              <a:gd name="T41" fmla="*/ 146 h 158"/>
              <a:gd name="T42" fmla="*/ 133 w 181"/>
              <a:gd name="T43" fmla="*/ 67 h 158"/>
              <a:gd name="T44" fmla="*/ 127 w 181"/>
              <a:gd name="T45" fmla="*/ 12 h 158"/>
              <a:gd name="T46" fmla="*/ 48 w 181"/>
              <a:gd name="T47" fmla="*/ 19 h 158"/>
              <a:gd name="T48" fmla="*/ 54 w 181"/>
              <a:gd name="T49" fmla="*/ 73 h 158"/>
              <a:gd name="T50" fmla="*/ 133 w 181"/>
              <a:gd name="T51" fmla="*/ 67 h 158"/>
              <a:gd name="T52" fmla="*/ 131 w 181"/>
              <a:gd name="T53" fmla="*/ 87 h 158"/>
              <a:gd name="T54" fmla="*/ 50 w 181"/>
              <a:gd name="T55" fmla="*/ 87 h 158"/>
              <a:gd name="T56" fmla="*/ 50 w 181"/>
              <a:gd name="T57" fmla="*/ 144 h 158"/>
              <a:gd name="T58" fmla="*/ 131 w 181"/>
              <a:gd name="T59" fmla="*/ 144 h 158"/>
              <a:gd name="T60" fmla="*/ 169 w 181"/>
              <a:gd name="T61" fmla="*/ 19 h 158"/>
              <a:gd name="T62" fmla="*/ 151 w 181"/>
              <a:gd name="T63" fmla="*/ 12 h 158"/>
              <a:gd name="T64" fmla="*/ 145 w 181"/>
              <a:gd name="T65" fmla="*/ 31 h 158"/>
              <a:gd name="T66" fmla="*/ 163 w 181"/>
              <a:gd name="T67" fmla="*/ 37 h 158"/>
              <a:gd name="T68" fmla="*/ 169 w 181"/>
              <a:gd name="T69" fmla="*/ 67 h 158"/>
              <a:gd name="T70" fmla="*/ 163 w 181"/>
              <a:gd name="T71" fmla="*/ 49 h 158"/>
              <a:gd name="T72" fmla="*/ 145 w 181"/>
              <a:gd name="T73" fmla="*/ 55 h 158"/>
              <a:gd name="T74" fmla="*/ 151 w 181"/>
              <a:gd name="T75" fmla="*/ 73 h 158"/>
              <a:gd name="T76" fmla="*/ 169 w 181"/>
              <a:gd name="T77" fmla="*/ 67 h 158"/>
              <a:gd name="T78" fmla="*/ 167 w 181"/>
              <a:gd name="T79" fmla="*/ 87 h 158"/>
              <a:gd name="T80" fmla="*/ 147 w 181"/>
              <a:gd name="T81" fmla="*/ 87 h 158"/>
              <a:gd name="T82" fmla="*/ 147 w 181"/>
              <a:gd name="T83" fmla="*/ 107 h 158"/>
              <a:gd name="T84" fmla="*/ 167 w 181"/>
              <a:gd name="T85" fmla="*/ 107 h 158"/>
              <a:gd name="T86" fmla="*/ 169 w 181"/>
              <a:gd name="T87" fmla="*/ 127 h 158"/>
              <a:gd name="T88" fmla="*/ 151 w 181"/>
              <a:gd name="T89" fmla="*/ 121 h 158"/>
              <a:gd name="T90" fmla="*/ 145 w 181"/>
              <a:gd name="T91" fmla="*/ 140 h 158"/>
              <a:gd name="T92" fmla="*/ 163 w 181"/>
              <a:gd name="T93" fmla="*/ 146 h 1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81" h="158">
                <a:moveTo>
                  <a:pt x="181" y="15"/>
                </a:moveTo>
                <a:cubicBezTo>
                  <a:pt x="181" y="143"/>
                  <a:pt x="181" y="143"/>
                  <a:pt x="181" y="143"/>
                </a:cubicBezTo>
                <a:cubicBezTo>
                  <a:pt x="181" y="147"/>
                  <a:pt x="180" y="150"/>
                  <a:pt x="177" y="153"/>
                </a:cubicBezTo>
                <a:cubicBezTo>
                  <a:pt x="174" y="156"/>
                  <a:pt x="170" y="158"/>
                  <a:pt x="166" y="158"/>
                </a:cubicBezTo>
                <a:cubicBezTo>
                  <a:pt x="15" y="158"/>
                  <a:pt x="15" y="158"/>
                  <a:pt x="15" y="158"/>
                </a:cubicBezTo>
                <a:cubicBezTo>
                  <a:pt x="11" y="158"/>
                  <a:pt x="7" y="156"/>
                  <a:pt x="4" y="153"/>
                </a:cubicBezTo>
                <a:cubicBezTo>
                  <a:pt x="1" y="150"/>
                  <a:pt x="0" y="147"/>
                  <a:pt x="0" y="143"/>
                </a:cubicBezTo>
                <a:cubicBezTo>
                  <a:pt x="0" y="15"/>
                  <a:pt x="0" y="15"/>
                  <a:pt x="0" y="15"/>
                </a:cubicBezTo>
                <a:cubicBezTo>
                  <a:pt x="0" y="11"/>
                  <a:pt x="1" y="8"/>
                  <a:pt x="4" y="5"/>
                </a:cubicBezTo>
                <a:cubicBezTo>
                  <a:pt x="7" y="2"/>
                  <a:pt x="11" y="0"/>
                  <a:pt x="15" y="0"/>
                </a:cubicBezTo>
                <a:cubicBezTo>
                  <a:pt x="166" y="0"/>
                  <a:pt x="166" y="0"/>
                  <a:pt x="166" y="0"/>
                </a:cubicBezTo>
                <a:cubicBezTo>
                  <a:pt x="170" y="0"/>
                  <a:pt x="174" y="2"/>
                  <a:pt x="177" y="5"/>
                </a:cubicBezTo>
                <a:cubicBezTo>
                  <a:pt x="180" y="8"/>
                  <a:pt x="181" y="11"/>
                  <a:pt x="181" y="15"/>
                </a:cubicBezTo>
                <a:close/>
                <a:moveTo>
                  <a:pt x="36" y="31"/>
                </a:moveTo>
                <a:cubicBezTo>
                  <a:pt x="36" y="19"/>
                  <a:pt x="36" y="19"/>
                  <a:pt x="36" y="19"/>
                </a:cubicBezTo>
                <a:cubicBezTo>
                  <a:pt x="36" y="17"/>
                  <a:pt x="35" y="15"/>
                  <a:pt x="34" y="14"/>
                </a:cubicBezTo>
                <a:cubicBezTo>
                  <a:pt x="33" y="13"/>
                  <a:pt x="32" y="12"/>
                  <a:pt x="30" y="12"/>
                </a:cubicBezTo>
                <a:cubicBezTo>
                  <a:pt x="18" y="12"/>
                  <a:pt x="18" y="12"/>
                  <a:pt x="18" y="12"/>
                </a:cubicBezTo>
                <a:cubicBezTo>
                  <a:pt x="16" y="12"/>
                  <a:pt x="15" y="13"/>
                  <a:pt x="14" y="14"/>
                </a:cubicBezTo>
                <a:cubicBezTo>
                  <a:pt x="12" y="15"/>
                  <a:pt x="12" y="17"/>
                  <a:pt x="12" y="19"/>
                </a:cubicBezTo>
                <a:cubicBezTo>
                  <a:pt x="12" y="31"/>
                  <a:pt x="12" y="31"/>
                  <a:pt x="12" y="31"/>
                </a:cubicBezTo>
                <a:cubicBezTo>
                  <a:pt x="12" y="32"/>
                  <a:pt x="12" y="34"/>
                  <a:pt x="14" y="35"/>
                </a:cubicBezTo>
                <a:cubicBezTo>
                  <a:pt x="15" y="36"/>
                  <a:pt x="16" y="37"/>
                  <a:pt x="18" y="37"/>
                </a:cubicBezTo>
                <a:cubicBezTo>
                  <a:pt x="30" y="37"/>
                  <a:pt x="30" y="37"/>
                  <a:pt x="30" y="37"/>
                </a:cubicBezTo>
                <a:cubicBezTo>
                  <a:pt x="32" y="37"/>
                  <a:pt x="33" y="36"/>
                  <a:pt x="34" y="35"/>
                </a:cubicBezTo>
                <a:cubicBezTo>
                  <a:pt x="35" y="34"/>
                  <a:pt x="36" y="32"/>
                  <a:pt x="36" y="31"/>
                </a:cubicBezTo>
                <a:close/>
                <a:moveTo>
                  <a:pt x="36" y="67"/>
                </a:moveTo>
                <a:cubicBezTo>
                  <a:pt x="36" y="55"/>
                  <a:pt x="36" y="55"/>
                  <a:pt x="36" y="55"/>
                </a:cubicBezTo>
                <a:cubicBezTo>
                  <a:pt x="36" y="53"/>
                  <a:pt x="35" y="52"/>
                  <a:pt x="34" y="51"/>
                </a:cubicBezTo>
                <a:cubicBezTo>
                  <a:pt x="33" y="49"/>
                  <a:pt x="32" y="49"/>
                  <a:pt x="30" y="49"/>
                </a:cubicBezTo>
                <a:cubicBezTo>
                  <a:pt x="18" y="49"/>
                  <a:pt x="18" y="49"/>
                  <a:pt x="18" y="49"/>
                </a:cubicBezTo>
                <a:cubicBezTo>
                  <a:pt x="16" y="49"/>
                  <a:pt x="15" y="49"/>
                  <a:pt x="14" y="51"/>
                </a:cubicBezTo>
                <a:cubicBezTo>
                  <a:pt x="12" y="52"/>
                  <a:pt x="12" y="53"/>
                  <a:pt x="12" y="55"/>
                </a:cubicBezTo>
                <a:cubicBezTo>
                  <a:pt x="12" y="67"/>
                  <a:pt x="12" y="67"/>
                  <a:pt x="12" y="67"/>
                </a:cubicBezTo>
                <a:cubicBezTo>
                  <a:pt x="12" y="69"/>
                  <a:pt x="12" y="70"/>
                  <a:pt x="14" y="71"/>
                </a:cubicBezTo>
                <a:cubicBezTo>
                  <a:pt x="15" y="72"/>
                  <a:pt x="16" y="73"/>
                  <a:pt x="18" y="73"/>
                </a:cubicBezTo>
                <a:cubicBezTo>
                  <a:pt x="30" y="73"/>
                  <a:pt x="30" y="73"/>
                  <a:pt x="30" y="73"/>
                </a:cubicBezTo>
                <a:cubicBezTo>
                  <a:pt x="32" y="73"/>
                  <a:pt x="33" y="72"/>
                  <a:pt x="34" y="71"/>
                </a:cubicBezTo>
                <a:cubicBezTo>
                  <a:pt x="35" y="70"/>
                  <a:pt x="36" y="69"/>
                  <a:pt x="36" y="67"/>
                </a:cubicBezTo>
                <a:close/>
                <a:moveTo>
                  <a:pt x="36" y="103"/>
                </a:moveTo>
                <a:cubicBezTo>
                  <a:pt x="36" y="91"/>
                  <a:pt x="36" y="91"/>
                  <a:pt x="36" y="91"/>
                </a:cubicBezTo>
                <a:cubicBezTo>
                  <a:pt x="36" y="89"/>
                  <a:pt x="35" y="88"/>
                  <a:pt x="34" y="87"/>
                </a:cubicBezTo>
                <a:cubicBezTo>
                  <a:pt x="33" y="86"/>
                  <a:pt x="32" y="85"/>
                  <a:pt x="30" y="85"/>
                </a:cubicBezTo>
                <a:cubicBezTo>
                  <a:pt x="18" y="85"/>
                  <a:pt x="18" y="85"/>
                  <a:pt x="18" y="85"/>
                </a:cubicBezTo>
                <a:cubicBezTo>
                  <a:pt x="16" y="85"/>
                  <a:pt x="15" y="86"/>
                  <a:pt x="14" y="87"/>
                </a:cubicBezTo>
                <a:cubicBezTo>
                  <a:pt x="12" y="88"/>
                  <a:pt x="12" y="89"/>
                  <a:pt x="12" y="91"/>
                </a:cubicBezTo>
                <a:cubicBezTo>
                  <a:pt x="12" y="103"/>
                  <a:pt x="12" y="103"/>
                  <a:pt x="12" y="103"/>
                </a:cubicBezTo>
                <a:cubicBezTo>
                  <a:pt x="12" y="105"/>
                  <a:pt x="12" y="106"/>
                  <a:pt x="14" y="107"/>
                </a:cubicBezTo>
                <a:cubicBezTo>
                  <a:pt x="15" y="109"/>
                  <a:pt x="16" y="109"/>
                  <a:pt x="18" y="109"/>
                </a:cubicBezTo>
                <a:cubicBezTo>
                  <a:pt x="30" y="109"/>
                  <a:pt x="30" y="109"/>
                  <a:pt x="30" y="109"/>
                </a:cubicBezTo>
                <a:cubicBezTo>
                  <a:pt x="32" y="109"/>
                  <a:pt x="33" y="109"/>
                  <a:pt x="34" y="107"/>
                </a:cubicBezTo>
                <a:cubicBezTo>
                  <a:pt x="35" y="106"/>
                  <a:pt x="36" y="105"/>
                  <a:pt x="36" y="103"/>
                </a:cubicBezTo>
                <a:close/>
                <a:moveTo>
                  <a:pt x="36" y="140"/>
                </a:moveTo>
                <a:cubicBezTo>
                  <a:pt x="36" y="127"/>
                  <a:pt x="36" y="127"/>
                  <a:pt x="36" y="127"/>
                </a:cubicBezTo>
                <a:cubicBezTo>
                  <a:pt x="36" y="126"/>
                  <a:pt x="35" y="124"/>
                  <a:pt x="34" y="123"/>
                </a:cubicBezTo>
                <a:cubicBezTo>
                  <a:pt x="33" y="122"/>
                  <a:pt x="32" y="121"/>
                  <a:pt x="30" y="121"/>
                </a:cubicBezTo>
                <a:cubicBezTo>
                  <a:pt x="18" y="121"/>
                  <a:pt x="18" y="121"/>
                  <a:pt x="18" y="121"/>
                </a:cubicBezTo>
                <a:cubicBezTo>
                  <a:pt x="16" y="121"/>
                  <a:pt x="15" y="122"/>
                  <a:pt x="14" y="123"/>
                </a:cubicBezTo>
                <a:cubicBezTo>
                  <a:pt x="12" y="124"/>
                  <a:pt x="12" y="126"/>
                  <a:pt x="12" y="127"/>
                </a:cubicBezTo>
                <a:cubicBezTo>
                  <a:pt x="12" y="140"/>
                  <a:pt x="12" y="140"/>
                  <a:pt x="12" y="140"/>
                </a:cubicBezTo>
                <a:cubicBezTo>
                  <a:pt x="12" y="141"/>
                  <a:pt x="12" y="143"/>
                  <a:pt x="14" y="144"/>
                </a:cubicBezTo>
                <a:cubicBezTo>
                  <a:pt x="15" y="145"/>
                  <a:pt x="16" y="146"/>
                  <a:pt x="18" y="146"/>
                </a:cubicBezTo>
                <a:cubicBezTo>
                  <a:pt x="30" y="146"/>
                  <a:pt x="30" y="146"/>
                  <a:pt x="30" y="146"/>
                </a:cubicBezTo>
                <a:cubicBezTo>
                  <a:pt x="32" y="146"/>
                  <a:pt x="33" y="145"/>
                  <a:pt x="34" y="144"/>
                </a:cubicBezTo>
                <a:cubicBezTo>
                  <a:pt x="35" y="143"/>
                  <a:pt x="36" y="141"/>
                  <a:pt x="36" y="140"/>
                </a:cubicBezTo>
                <a:close/>
                <a:moveTo>
                  <a:pt x="133" y="67"/>
                </a:moveTo>
                <a:cubicBezTo>
                  <a:pt x="133" y="19"/>
                  <a:pt x="133" y="19"/>
                  <a:pt x="133" y="19"/>
                </a:cubicBezTo>
                <a:cubicBezTo>
                  <a:pt x="133" y="17"/>
                  <a:pt x="132" y="15"/>
                  <a:pt x="131" y="14"/>
                </a:cubicBezTo>
                <a:cubicBezTo>
                  <a:pt x="130" y="13"/>
                  <a:pt x="128" y="12"/>
                  <a:pt x="127" y="12"/>
                </a:cubicBezTo>
                <a:cubicBezTo>
                  <a:pt x="54" y="12"/>
                  <a:pt x="54" y="12"/>
                  <a:pt x="54" y="12"/>
                </a:cubicBezTo>
                <a:cubicBezTo>
                  <a:pt x="52" y="12"/>
                  <a:pt x="51" y="13"/>
                  <a:pt x="50" y="14"/>
                </a:cubicBezTo>
                <a:cubicBezTo>
                  <a:pt x="49" y="15"/>
                  <a:pt x="48" y="17"/>
                  <a:pt x="48" y="19"/>
                </a:cubicBezTo>
                <a:cubicBezTo>
                  <a:pt x="48" y="67"/>
                  <a:pt x="48" y="67"/>
                  <a:pt x="48" y="67"/>
                </a:cubicBezTo>
                <a:cubicBezTo>
                  <a:pt x="48" y="69"/>
                  <a:pt x="49" y="70"/>
                  <a:pt x="50" y="71"/>
                </a:cubicBezTo>
                <a:cubicBezTo>
                  <a:pt x="51" y="72"/>
                  <a:pt x="52" y="73"/>
                  <a:pt x="54" y="73"/>
                </a:cubicBezTo>
                <a:cubicBezTo>
                  <a:pt x="127" y="73"/>
                  <a:pt x="127" y="73"/>
                  <a:pt x="127" y="73"/>
                </a:cubicBezTo>
                <a:cubicBezTo>
                  <a:pt x="128" y="73"/>
                  <a:pt x="130" y="72"/>
                  <a:pt x="131" y="71"/>
                </a:cubicBezTo>
                <a:cubicBezTo>
                  <a:pt x="132" y="70"/>
                  <a:pt x="133" y="69"/>
                  <a:pt x="133" y="67"/>
                </a:cubicBezTo>
                <a:close/>
                <a:moveTo>
                  <a:pt x="133" y="140"/>
                </a:moveTo>
                <a:cubicBezTo>
                  <a:pt x="133" y="91"/>
                  <a:pt x="133" y="91"/>
                  <a:pt x="133" y="91"/>
                </a:cubicBezTo>
                <a:cubicBezTo>
                  <a:pt x="133" y="89"/>
                  <a:pt x="132" y="88"/>
                  <a:pt x="131" y="87"/>
                </a:cubicBezTo>
                <a:cubicBezTo>
                  <a:pt x="130" y="86"/>
                  <a:pt x="128" y="85"/>
                  <a:pt x="127" y="85"/>
                </a:cubicBezTo>
                <a:cubicBezTo>
                  <a:pt x="54" y="85"/>
                  <a:pt x="54" y="85"/>
                  <a:pt x="54" y="85"/>
                </a:cubicBezTo>
                <a:cubicBezTo>
                  <a:pt x="52" y="85"/>
                  <a:pt x="51" y="86"/>
                  <a:pt x="50" y="87"/>
                </a:cubicBezTo>
                <a:cubicBezTo>
                  <a:pt x="49" y="88"/>
                  <a:pt x="48" y="89"/>
                  <a:pt x="48" y="91"/>
                </a:cubicBezTo>
                <a:cubicBezTo>
                  <a:pt x="48" y="140"/>
                  <a:pt x="48" y="140"/>
                  <a:pt x="48" y="140"/>
                </a:cubicBezTo>
                <a:cubicBezTo>
                  <a:pt x="48" y="141"/>
                  <a:pt x="49" y="143"/>
                  <a:pt x="50" y="144"/>
                </a:cubicBezTo>
                <a:cubicBezTo>
                  <a:pt x="51" y="145"/>
                  <a:pt x="52" y="146"/>
                  <a:pt x="54" y="146"/>
                </a:cubicBezTo>
                <a:cubicBezTo>
                  <a:pt x="127" y="146"/>
                  <a:pt x="127" y="146"/>
                  <a:pt x="127" y="146"/>
                </a:cubicBezTo>
                <a:cubicBezTo>
                  <a:pt x="128" y="146"/>
                  <a:pt x="130" y="145"/>
                  <a:pt x="131" y="144"/>
                </a:cubicBezTo>
                <a:cubicBezTo>
                  <a:pt x="132" y="143"/>
                  <a:pt x="133" y="141"/>
                  <a:pt x="133" y="140"/>
                </a:cubicBezTo>
                <a:close/>
                <a:moveTo>
                  <a:pt x="169" y="31"/>
                </a:moveTo>
                <a:cubicBezTo>
                  <a:pt x="169" y="19"/>
                  <a:pt x="169" y="19"/>
                  <a:pt x="169" y="19"/>
                </a:cubicBezTo>
                <a:cubicBezTo>
                  <a:pt x="169" y="17"/>
                  <a:pt x="168" y="15"/>
                  <a:pt x="167" y="14"/>
                </a:cubicBezTo>
                <a:cubicBezTo>
                  <a:pt x="166" y="13"/>
                  <a:pt x="165" y="12"/>
                  <a:pt x="163" y="12"/>
                </a:cubicBezTo>
                <a:cubicBezTo>
                  <a:pt x="151" y="12"/>
                  <a:pt x="151" y="12"/>
                  <a:pt x="151" y="12"/>
                </a:cubicBezTo>
                <a:cubicBezTo>
                  <a:pt x="149" y="12"/>
                  <a:pt x="148" y="13"/>
                  <a:pt x="147" y="14"/>
                </a:cubicBezTo>
                <a:cubicBezTo>
                  <a:pt x="145" y="15"/>
                  <a:pt x="145" y="17"/>
                  <a:pt x="145" y="19"/>
                </a:cubicBezTo>
                <a:cubicBezTo>
                  <a:pt x="145" y="31"/>
                  <a:pt x="145" y="31"/>
                  <a:pt x="145" y="31"/>
                </a:cubicBezTo>
                <a:cubicBezTo>
                  <a:pt x="145" y="32"/>
                  <a:pt x="145" y="34"/>
                  <a:pt x="147" y="35"/>
                </a:cubicBezTo>
                <a:cubicBezTo>
                  <a:pt x="148" y="36"/>
                  <a:pt x="149" y="37"/>
                  <a:pt x="151" y="37"/>
                </a:cubicBezTo>
                <a:cubicBezTo>
                  <a:pt x="163" y="37"/>
                  <a:pt x="163" y="37"/>
                  <a:pt x="163" y="37"/>
                </a:cubicBezTo>
                <a:cubicBezTo>
                  <a:pt x="165" y="37"/>
                  <a:pt x="166" y="36"/>
                  <a:pt x="167" y="35"/>
                </a:cubicBezTo>
                <a:cubicBezTo>
                  <a:pt x="168" y="34"/>
                  <a:pt x="169" y="32"/>
                  <a:pt x="169" y="31"/>
                </a:cubicBezTo>
                <a:close/>
                <a:moveTo>
                  <a:pt x="169" y="67"/>
                </a:moveTo>
                <a:cubicBezTo>
                  <a:pt x="169" y="55"/>
                  <a:pt x="169" y="55"/>
                  <a:pt x="169" y="55"/>
                </a:cubicBezTo>
                <a:cubicBezTo>
                  <a:pt x="169" y="53"/>
                  <a:pt x="168" y="52"/>
                  <a:pt x="167" y="51"/>
                </a:cubicBezTo>
                <a:cubicBezTo>
                  <a:pt x="166" y="49"/>
                  <a:pt x="165" y="49"/>
                  <a:pt x="163" y="49"/>
                </a:cubicBezTo>
                <a:cubicBezTo>
                  <a:pt x="151" y="49"/>
                  <a:pt x="151" y="49"/>
                  <a:pt x="151" y="49"/>
                </a:cubicBezTo>
                <a:cubicBezTo>
                  <a:pt x="149" y="49"/>
                  <a:pt x="148" y="49"/>
                  <a:pt x="147" y="51"/>
                </a:cubicBezTo>
                <a:cubicBezTo>
                  <a:pt x="145" y="52"/>
                  <a:pt x="145" y="53"/>
                  <a:pt x="145" y="55"/>
                </a:cubicBezTo>
                <a:cubicBezTo>
                  <a:pt x="145" y="67"/>
                  <a:pt x="145" y="67"/>
                  <a:pt x="145" y="67"/>
                </a:cubicBezTo>
                <a:cubicBezTo>
                  <a:pt x="145" y="69"/>
                  <a:pt x="145" y="70"/>
                  <a:pt x="147" y="71"/>
                </a:cubicBezTo>
                <a:cubicBezTo>
                  <a:pt x="148" y="72"/>
                  <a:pt x="149" y="73"/>
                  <a:pt x="151" y="73"/>
                </a:cubicBezTo>
                <a:cubicBezTo>
                  <a:pt x="163" y="73"/>
                  <a:pt x="163" y="73"/>
                  <a:pt x="163" y="73"/>
                </a:cubicBezTo>
                <a:cubicBezTo>
                  <a:pt x="165" y="73"/>
                  <a:pt x="166" y="72"/>
                  <a:pt x="167" y="71"/>
                </a:cubicBezTo>
                <a:cubicBezTo>
                  <a:pt x="168" y="70"/>
                  <a:pt x="169" y="69"/>
                  <a:pt x="169" y="67"/>
                </a:cubicBezTo>
                <a:close/>
                <a:moveTo>
                  <a:pt x="169" y="103"/>
                </a:moveTo>
                <a:cubicBezTo>
                  <a:pt x="169" y="91"/>
                  <a:pt x="169" y="91"/>
                  <a:pt x="169" y="91"/>
                </a:cubicBezTo>
                <a:cubicBezTo>
                  <a:pt x="169" y="89"/>
                  <a:pt x="168" y="88"/>
                  <a:pt x="167" y="87"/>
                </a:cubicBezTo>
                <a:cubicBezTo>
                  <a:pt x="166" y="86"/>
                  <a:pt x="165" y="85"/>
                  <a:pt x="163" y="85"/>
                </a:cubicBezTo>
                <a:cubicBezTo>
                  <a:pt x="151" y="85"/>
                  <a:pt x="151" y="85"/>
                  <a:pt x="151" y="85"/>
                </a:cubicBezTo>
                <a:cubicBezTo>
                  <a:pt x="149" y="85"/>
                  <a:pt x="148" y="86"/>
                  <a:pt x="147" y="87"/>
                </a:cubicBezTo>
                <a:cubicBezTo>
                  <a:pt x="145" y="88"/>
                  <a:pt x="145" y="89"/>
                  <a:pt x="145" y="91"/>
                </a:cubicBezTo>
                <a:cubicBezTo>
                  <a:pt x="145" y="103"/>
                  <a:pt x="145" y="103"/>
                  <a:pt x="145" y="103"/>
                </a:cubicBezTo>
                <a:cubicBezTo>
                  <a:pt x="145" y="105"/>
                  <a:pt x="145" y="106"/>
                  <a:pt x="147" y="107"/>
                </a:cubicBezTo>
                <a:cubicBezTo>
                  <a:pt x="148" y="109"/>
                  <a:pt x="149" y="109"/>
                  <a:pt x="151" y="109"/>
                </a:cubicBezTo>
                <a:cubicBezTo>
                  <a:pt x="163" y="109"/>
                  <a:pt x="163" y="109"/>
                  <a:pt x="163" y="109"/>
                </a:cubicBezTo>
                <a:cubicBezTo>
                  <a:pt x="165" y="109"/>
                  <a:pt x="166" y="109"/>
                  <a:pt x="167" y="107"/>
                </a:cubicBezTo>
                <a:cubicBezTo>
                  <a:pt x="168" y="106"/>
                  <a:pt x="169" y="105"/>
                  <a:pt x="169" y="103"/>
                </a:cubicBezTo>
                <a:close/>
                <a:moveTo>
                  <a:pt x="169" y="140"/>
                </a:moveTo>
                <a:cubicBezTo>
                  <a:pt x="169" y="127"/>
                  <a:pt x="169" y="127"/>
                  <a:pt x="169" y="127"/>
                </a:cubicBezTo>
                <a:cubicBezTo>
                  <a:pt x="169" y="126"/>
                  <a:pt x="168" y="124"/>
                  <a:pt x="167" y="123"/>
                </a:cubicBezTo>
                <a:cubicBezTo>
                  <a:pt x="166" y="122"/>
                  <a:pt x="165" y="121"/>
                  <a:pt x="163" y="121"/>
                </a:cubicBezTo>
                <a:cubicBezTo>
                  <a:pt x="151" y="121"/>
                  <a:pt x="151" y="121"/>
                  <a:pt x="151" y="121"/>
                </a:cubicBezTo>
                <a:cubicBezTo>
                  <a:pt x="149" y="121"/>
                  <a:pt x="148" y="122"/>
                  <a:pt x="147" y="123"/>
                </a:cubicBezTo>
                <a:cubicBezTo>
                  <a:pt x="145" y="124"/>
                  <a:pt x="145" y="126"/>
                  <a:pt x="145" y="127"/>
                </a:cubicBezTo>
                <a:cubicBezTo>
                  <a:pt x="145" y="140"/>
                  <a:pt x="145" y="140"/>
                  <a:pt x="145" y="140"/>
                </a:cubicBezTo>
                <a:cubicBezTo>
                  <a:pt x="145" y="141"/>
                  <a:pt x="145" y="143"/>
                  <a:pt x="147" y="144"/>
                </a:cubicBezTo>
                <a:cubicBezTo>
                  <a:pt x="148" y="145"/>
                  <a:pt x="149" y="146"/>
                  <a:pt x="151" y="146"/>
                </a:cubicBezTo>
                <a:cubicBezTo>
                  <a:pt x="163" y="146"/>
                  <a:pt x="163" y="146"/>
                  <a:pt x="163" y="146"/>
                </a:cubicBezTo>
                <a:cubicBezTo>
                  <a:pt x="165" y="146"/>
                  <a:pt x="166" y="145"/>
                  <a:pt x="167" y="144"/>
                </a:cubicBezTo>
                <a:cubicBezTo>
                  <a:pt x="168" y="143"/>
                  <a:pt x="169" y="141"/>
                  <a:pt x="169" y="14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2" name="Freeform 14"/>
          <p:cNvSpPr>
            <a:spLocks noEditPoints="1"/>
          </p:cNvSpPr>
          <p:nvPr/>
        </p:nvSpPr>
        <p:spPr bwMode="auto">
          <a:xfrm>
            <a:off x="3434611" y="1394328"/>
            <a:ext cx="224755" cy="192337"/>
          </a:xfrm>
          <a:custGeom>
            <a:avLst/>
            <a:gdLst>
              <a:gd name="T0" fmla="*/ 72 w 157"/>
              <a:gd name="T1" fmla="*/ 12 h 133"/>
              <a:gd name="T2" fmla="*/ 72 w 157"/>
              <a:gd name="T3" fmla="*/ 49 h 133"/>
              <a:gd name="T4" fmla="*/ 69 w 157"/>
              <a:gd name="T5" fmla="*/ 57 h 133"/>
              <a:gd name="T6" fmla="*/ 60 w 157"/>
              <a:gd name="T7" fmla="*/ 61 h 133"/>
              <a:gd name="T8" fmla="*/ 12 w 157"/>
              <a:gd name="T9" fmla="*/ 61 h 133"/>
              <a:gd name="T10" fmla="*/ 3 w 157"/>
              <a:gd name="T11" fmla="*/ 57 h 133"/>
              <a:gd name="T12" fmla="*/ 0 w 157"/>
              <a:gd name="T13" fmla="*/ 49 h 133"/>
              <a:gd name="T14" fmla="*/ 0 w 157"/>
              <a:gd name="T15" fmla="*/ 12 h 133"/>
              <a:gd name="T16" fmla="*/ 3 w 157"/>
              <a:gd name="T17" fmla="*/ 4 h 133"/>
              <a:gd name="T18" fmla="*/ 12 w 157"/>
              <a:gd name="T19" fmla="*/ 0 h 133"/>
              <a:gd name="T20" fmla="*/ 60 w 157"/>
              <a:gd name="T21" fmla="*/ 0 h 133"/>
              <a:gd name="T22" fmla="*/ 69 w 157"/>
              <a:gd name="T23" fmla="*/ 4 h 133"/>
              <a:gd name="T24" fmla="*/ 72 w 157"/>
              <a:gd name="T25" fmla="*/ 12 h 133"/>
              <a:gd name="T26" fmla="*/ 72 w 157"/>
              <a:gd name="T27" fmla="*/ 85 h 133"/>
              <a:gd name="T28" fmla="*/ 72 w 157"/>
              <a:gd name="T29" fmla="*/ 121 h 133"/>
              <a:gd name="T30" fmla="*/ 69 w 157"/>
              <a:gd name="T31" fmla="*/ 130 h 133"/>
              <a:gd name="T32" fmla="*/ 60 w 157"/>
              <a:gd name="T33" fmla="*/ 133 h 133"/>
              <a:gd name="T34" fmla="*/ 12 w 157"/>
              <a:gd name="T35" fmla="*/ 133 h 133"/>
              <a:gd name="T36" fmla="*/ 3 w 157"/>
              <a:gd name="T37" fmla="*/ 130 h 133"/>
              <a:gd name="T38" fmla="*/ 0 w 157"/>
              <a:gd name="T39" fmla="*/ 121 h 133"/>
              <a:gd name="T40" fmla="*/ 0 w 157"/>
              <a:gd name="T41" fmla="*/ 85 h 133"/>
              <a:gd name="T42" fmla="*/ 3 w 157"/>
              <a:gd name="T43" fmla="*/ 77 h 133"/>
              <a:gd name="T44" fmla="*/ 12 w 157"/>
              <a:gd name="T45" fmla="*/ 73 h 133"/>
              <a:gd name="T46" fmla="*/ 60 w 157"/>
              <a:gd name="T47" fmla="*/ 73 h 133"/>
              <a:gd name="T48" fmla="*/ 69 w 157"/>
              <a:gd name="T49" fmla="*/ 77 h 133"/>
              <a:gd name="T50" fmla="*/ 72 w 157"/>
              <a:gd name="T51" fmla="*/ 85 h 133"/>
              <a:gd name="T52" fmla="*/ 157 w 157"/>
              <a:gd name="T53" fmla="*/ 12 h 133"/>
              <a:gd name="T54" fmla="*/ 157 w 157"/>
              <a:gd name="T55" fmla="*/ 49 h 133"/>
              <a:gd name="T56" fmla="*/ 154 w 157"/>
              <a:gd name="T57" fmla="*/ 57 h 133"/>
              <a:gd name="T58" fmla="*/ 145 w 157"/>
              <a:gd name="T59" fmla="*/ 61 h 133"/>
              <a:gd name="T60" fmla="*/ 97 w 157"/>
              <a:gd name="T61" fmla="*/ 61 h 133"/>
              <a:gd name="T62" fmla="*/ 88 w 157"/>
              <a:gd name="T63" fmla="*/ 57 h 133"/>
              <a:gd name="T64" fmla="*/ 85 w 157"/>
              <a:gd name="T65" fmla="*/ 49 h 133"/>
              <a:gd name="T66" fmla="*/ 85 w 157"/>
              <a:gd name="T67" fmla="*/ 12 h 133"/>
              <a:gd name="T68" fmla="*/ 88 w 157"/>
              <a:gd name="T69" fmla="*/ 4 h 133"/>
              <a:gd name="T70" fmla="*/ 97 w 157"/>
              <a:gd name="T71" fmla="*/ 0 h 133"/>
              <a:gd name="T72" fmla="*/ 145 w 157"/>
              <a:gd name="T73" fmla="*/ 0 h 133"/>
              <a:gd name="T74" fmla="*/ 154 w 157"/>
              <a:gd name="T75" fmla="*/ 4 h 133"/>
              <a:gd name="T76" fmla="*/ 157 w 157"/>
              <a:gd name="T77" fmla="*/ 12 h 133"/>
              <a:gd name="T78" fmla="*/ 157 w 157"/>
              <a:gd name="T79" fmla="*/ 85 h 133"/>
              <a:gd name="T80" fmla="*/ 157 w 157"/>
              <a:gd name="T81" fmla="*/ 121 h 133"/>
              <a:gd name="T82" fmla="*/ 154 w 157"/>
              <a:gd name="T83" fmla="*/ 130 h 133"/>
              <a:gd name="T84" fmla="*/ 145 w 157"/>
              <a:gd name="T85" fmla="*/ 133 h 133"/>
              <a:gd name="T86" fmla="*/ 97 w 157"/>
              <a:gd name="T87" fmla="*/ 133 h 133"/>
              <a:gd name="T88" fmla="*/ 88 w 157"/>
              <a:gd name="T89" fmla="*/ 130 h 133"/>
              <a:gd name="T90" fmla="*/ 85 w 157"/>
              <a:gd name="T91" fmla="*/ 121 h 133"/>
              <a:gd name="T92" fmla="*/ 85 w 157"/>
              <a:gd name="T93" fmla="*/ 85 h 133"/>
              <a:gd name="T94" fmla="*/ 88 w 157"/>
              <a:gd name="T95" fmla="*/ 77 h 133"/>
              <a:gd name="T96" fmla="*/ 97 w 157"/>
              <a:gd name="T97" fmla="*/ 73 h 133"/>
              <a:gd name="T98" fmla="*/ 145 w 157"/>
              <a:gd name="T99" fmla="*/ 73 h 133"/>
              <a:gd name="T100" fmla="*/ 154 w 157"/>
              <a:gd name="T101" fmla="*/ 77 h 133"/>
              <a:gd name="T102" fmla="*/ 157 w 157"/>
              <a:gd name="T103" fmla="*/ 85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57" h="133">
                <a:moveTo>
                  <a:pt x="72" y="12"/>
                </a:moveTo>
                <a:cubicBezTo>
                  <a:pt x="72" y="49"/>
                  <a:pt x="72" y="49"/>
                  <a:pt x="72" y="49"/>
                </a:cubicBezTo>
                <a:cubicBezTo>
                  <a:pt x="72" y="52"/>
                  <a:pt x="71" y="55"/>
                  <a:pt x="69" y="57"/>
                </a:cubicBezTo>
                <a:cubicBezTo>
                  <a:pt x="66" y="60"/>
                  <a:pt x="64" y="61"/>
                  <a:pt x="60" y="61"/>
                </a:cubicBezTo>
                <a:cubicBezTo>
                  <a:pt x="12" y="61"/>
                  <a:pt x="12" y="61"/>
                  <a:pt x="12" y="61"/>
                </a:cubicBezTo>
                <a:cubicBezTo>
                  <a:pt x="9" y="61"/>
                  <a:pt x="6" y="60"/>
                  <a:pt x="3" y="57"/>
                </a:cubicBezTo>
                <a:cubicBezTo>
                  <a:pt x="1" y="55"/>
                  <a:pt x="0" y="52"/>
                  <a:pt x="0" y="49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9"/>
                  <a:pt x="1" y="6"/>
                  <a:pt x="3" y="4"/>
                </a:cubicBezTo>
                <a:cubicBezTo>
                  <a:pt x="6" y="2"/>
                  <a:pt x="9" y="0"/>
                  <a:pt x="12" y="0"/>
                </a:cubicBezTo>
                <a:cubicBezTo>
                  <a:pt x="60" y="0"/>
                  <a:pt x="60" y="0"/>
                  <a:pt x="60" y="0"/>
                </a:cubicBezTo>
                <a:cubicBezTo>
                  <a:pt x="64" y="0"/>
                  <a:pt x="66" y="2"/>
                  <a:pt x="69" y="4"/>
                </a:cubicBezTo>
                <a:cubicBezTo>
                  <a:pt x="71" y="6"/>
                  <a:pt x="72" y="9"/>
                  <a:pt x="72" y="12"/>
                </a:cubicBezTo>
                <a:close/>
                <a:moveTo>
                  <a:pt x="72" y="85"/>
                </a:moveTo>
                <a:cubicBezTo>
                  <a:pt x="72" y="121"/>
                  <a:pt x="72" y="121"/>
                  <a:pt x="72" y="121"/>
                </a:cubicBezTo>
                <a:cubicBezTo>
                  <a:pt x="72" y="125"/>
                  <a:pt x="71" y="127"/>
                  <a:pt x="69" y="130"/>
                </a:cubicBezTo>
                <a:cubicBezTo>
                  <a:pt x="66" y="132"/>
                  <a:pt x="64" y="133"/>
                  <a:pt x="60" y="133"/>
                </a:cubicBezTo>
                <a:cubicBezTo>
                  <a:pt x="12" y="133"/>
                  <a:pt x="12" y="133"/>
                  <a:pt x="12" y="133"/>
                </a:cubicBezTo>
                <a:cubicBezTo>
                  <a:pt x="9" y="133"/>
                  <a:pt x="6" y="132"/>
                  <a:pt x="3" y="130"/>
                </a:cubicBezTo>
                <a:cubicBezTo>
                  <a:pt x="1" y="127"/>
                  <a:pt x="0" y="125"/>
                  <a:pt x="0" y="121"/>
                </a:cubicBezTo>
                <a:cubicBezTo>
                  <a:pt x="0" y="85"/>
                  <a:pt x="0" y="85"/>
                  <a:pt x="0" y="85"/>
                </a:cubicBezTo>
                <a:cubicBezTo>
                  <a:pt x="0" y="82"/>
                  <a:pt x="1" y="79"/>
                  <a:pt x="3" y="77"/>
                </a:cubicBezTo>
                <a:cubicBezTo>
                  <a:pt x="6" y="74"/>
                  <a:pt x="9" y="73"/>
                  <a:pt x="12" y="73"/>
                </a:cubicBezTo>
                <a:cubicBezTo>
                  <a:pt x="60" y="73"/>
                  <a:pt x="60" y="73"/>
                  <a:pt x="60" y="73"/>
                </a:cubicBezTo>
                <a:cubicBezTo>
                  <a:pt x="64" y="73"/>
                  <a:pt x="66" y="74"/>
                  <a:pt x="69" y="77"/>
                </a:cubicBezTo>
                <a:cubicBezTo>
                  <a:pt x="71" y="79"/>
                  <a:pt x="72" y="82"/>
                  <a:pt x="72" y="85"/>
                </a:cubicBezTo>
                <a:close/>
                <a:moveTo>
                  <a:pt x="157" y="12"/>
                </a:moveTo>
                <a:cubicBezTo>
                  <a:pt x="157" y="49"/>
                  <a:pt x="157" y="49"/>
                  <a:pt x="157" y="49"/>
                </a:cubicBezTo>
                <a:cubicBezTo>
                  <a:pt x="157" y="52"/>
                  <a:pt x="156" y="55"/>
                  <a:pt x="154" y="57"/>
                </a:cubicBezTo>
                <a:cubicBezTo>
                  <a:pt x="151" y="60"/>
                  <a:pt x="148" y="61"/>
                  <a:pt x="145" y="61"/>
                </a:cubicBezTo>
                <a:cubicBezTo>
                  <a:pt x="97" y="61"/>
                  <a:pt x="97" y="61"/>
                  <a:pt x="97" y="61"/>
                </a:cubicBezTo>
                <a:cubicBezTo>
                  <a:pt x="93" y="61"/>
                  <a:pt x="90" y="60"/>
                  <a:pt x="88" y="57"/>
                </a:cubicBezTo>
                <a:cubicBezTo>
                  <a:pt x="86" y="55"/>
                  <a:pt x="85" y="52"/>
                  <a:pt x="85" y="49"/>
                </a:cubicBezTo>
                <a:cubicBezTo>
                  <a:pt x="85" y="12"/>
                  <a:pt x="85" y="12"/>
                  <a:pt x="85" y="12"/>
                </a:cubicBezTo>
                <a:cubicBezTo>
                  <a:pt x="85" y="9"/>
                  <a:pt x="86" y="6"/>
                  <a:pt x="88" y="4"/>
                </a:cubicBezTo>
                <a:cubicBezTo>
                  <a:pt x="90" y="2"/>
                  <a:pt x="93" y="0"/>
                  <a:pt x="97" y="0"/>
                </a:cubicBezTo>
                <a:cubicBezTo>
                  <a:pt x="145" y="0"/>
                  <a:pt x="145" y="0"/>
                  <a:pt x="145" y="0"/>
                </a:cubicBezTo>
                <a:cubicBezTo>
                  <a:pt x="148" y="0"/>
                  <a:pt x="151" y="2"/>
                  <a:pt x="154" y="4"/>
                </a:cubicBezTo>
                <a:cubicBezTo>
                  <a:pt x="156" y="6"/>
                  <a:pt x="157" y="9"/>
                  <a:pt x="157" y="12"/>
                </a:cubicBezTo>
                <a:close/>
                <a:moveTo>
                  <a:pt x="157" y="85"/>
                </a:moveTo>
                <a:cubicBezTo>
                  <a:pt x="157" y="121"/>
                  <a:pt x="157" y="121"/>
                  <a:pt x="157" y="121"/>
                </a:cubicBezTo>
                <a:cubicBezTo>
                  <a:pt x="157" y="125"/>
                  <a:pt x="156" y="127"/>
                  <a:pt x="154" y="130"/>
                </a:cubicBezTo>
                <a:cubicBezTo>
                  <a:pt x="151" y="132"/>
                  <a:pt x="148" y="133"/>
                  <a:pt x="145" y="133"/>
                </a:cubicBezTo>
                <a:cubicBezTo>
                  <a:pt x="97" y="133"/>
                  <a:pt x="97" y="133"/>
                  <a:pt x="97" y="133"/>
                </a:cubicBezTo>
                <a:cubicBezTo>
                  <a:pt x="93" y="133"/>
                  <a:pt x="90" y="132"/>
                  <a:pt x="88" y="130"/>
                </a:cubicBezTo>
                <a:cubicBezTo>
                  <a:pt x="86" y="127"/>
                  <a:pt x="85" y="125"/>
                  <a:pt x="85" y="121"/>
                </a:cubicBezTo>
                <a:cubicBezTo>
                  <a:pt x="85" y="85"/>
                  <a:pt x="85" y="85"/>
                  <a:pt x="85" y="85"/>
                </a:cubicBezTo>
                <a:cubicBezTo>
                  <a:pt x="85" y="82"/>
                  <a:pt x="86" y="79"/>
                  <a:pt x="88" y="77"/>
                </a:cubicBezTo>
                <a:cubicBezTo>
                  <a:pt x="90" y="74"/>
                  <a:pt x="93" y="73"/>
                  <a:pt x="97" y="73"/>
                </a:cubicBezTo>
                <a:cubicBezTo>
                  <a:pt x="145" y="73"/>
                  <a:pt x="145" y="73"/>
                  <a:pt x="145" y="73"/>
                </a:cubicBezTo>
                <a:cubicBezTo>
                  <a:pt x="148" y="73"/>
                  <a:pt x="151" y="74"/>
                  <a:pt x="154" y="77"/>
                </a:cubicBezTo>
                <a:cubicBezTo>
                  <a:pt x="156" y="79"/>
                  <a:pt x="157" y="82"/>
                  <a:pt x="157" y="85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3" name="Freeform 15"/>
          <p:cNvSpPr>
            <a:spLocks noEditPoints="1"/>
          </p:cNvSpPr>
          <p:nvPr/>
        </p:nvSpPr>
        <p:spPr bwMode="auto">
          <a:xfrm>
            <a:off x="3724197" y="1394328"/>
            <a:ext cx="242043" cy="192337"/>
          </a:xfrm>
          <a:custGeom>
            <a:avLst/>
            <a:gdLst>
              <a:gd name="T0" fmla="*/ 48 w 169"/>
              <a:gd name="T1" fmla="*/ 28 h 133"/>
              <a:gd name="T2" fmla="*/ 39 w 169"/>
              <a:gd name="T3" fmla="*/ 37 h 133"/>
              <a:gd name="T4" fmla="*/ 2 w 169"/>
              <a:gd name="T5" fmla="*/ 34 h 133"/>
              <a:gd name="T6" fmla="*/ 0 w 169"/>
              <a:gd name="T7" fmla="*/ 9 h 133"/>
              <a:gd name="T8" fmla="*/ 9 w 169"/>
              <a:gd name="T9" fmla="*/ 0 h 133"/>
              <a:gd name="T10" fmla="*/ 46 w 169"/>
              <a:gd name="T11" fmla="*/ 3 h 133"/>
              <a:gd name="T12" fmla="*/ 48 w 169"/>
              <a:gd name="T13" fmla="*/ 58 h 133"/>
              <a:gd name="T14" fmla="*/ 46 w 169"/>
              <a:gd name="T15" fmla="*/ 82 h 133"/>
              <a:gd name="T16" fmla="*/ 9 w 169"/>
              <a:gd name="T17" fmla="*/ 85 h 133"/>
              <a:gd name="T18" fmla="*/ 0 w 169"/>
              <a:gd name="T19" fmla="*/ 76 h 133"/>
              <a:gd name="T20" fmla="*/ 2 w 169"/>
              <a:gd name="T21" fmla="*/ 51 h 133"/>
              <a:gd name="T22" fmla="*/ 39 w 169"/>
              <a:gd name="T23" fmla="*/ 49 h 133"/>
              <a:gd name="T24" fmla="*/ 48 w 169"/>
              <a:gd name="T25" fmla="*/ 58 h 133"/>
              <a:gd name="T26" fmla="*/ 48 w 169"/>
              <a:gd name="T27" fmla="*/ 124 h 133"/>
              <a:gd name="T28" fmla="*/ 39 w 169"/>
              <a:gd name="T29" fmla="*/ 133 h 133"/>
              <a:gd name="T30" fmla="*/ 2 w 169"/>
              <a:gd name="T31" fmla="*/ 131 h 133"/>
              <a:gd name="T32" fmla="*/ 0 w 169"/>
              <a:gd name="T33" fmla="*/ 106 h 133"/>
              <a:gd name="T34" fmla="*/ 9 w 169"/>
              <a:gd name="T35" fmla="*/ 97 h 133"/>
              <a:gd name="T36" fmla="*/ 46 w 169"/>
              <a:gd name="T37" fmla="*/ 100 h 133"/>
              <a:gd name="T38" fmla="*/ 109 w 169"/>
              <a:gd name="T39" fmla="*/ 9 h 133"/>
              <a:gd name="T40" fmla="*/ 106 w 169"/>
              <a:gd name="T41" fmla="*/ 34 h 133"/>
              <a:gd name="T42" fmla="*/ 69 w 169"/>
              <a:gd name="T43" fmla="*/ 37 h 133"/>
              <a:gd name="T44" fmla="*/ 60 w 169"/>
              <a:gd name="T45" fmla="*/ 28 h 133"/>
              <a:gd name="T46" fmla="*/ 63 w 169"/>
              <a:gd name="T47" fmla="*/ 3 h 133"/>
              <a:gd name="T48" fmla="*/ 100 w 169"/>
              <a:gd name="T49" fmla="*/ 0 h 133"/>
              <a:gd name="T50" fmla="*/ 109 w 169"/>
              <a:gd name="T51" fmla="*/ 9 h 133"/>
              <a:gd name="T52" fmla="*/ 109 w 169"/>
              <a:gd name="T53" fmla="*/ 76 h 133"/>
              <a:gd name="T54" fmla="*/ 100 w 169"/>
              <a:gd name="T55" fmla="*/ 85 h 133"/>
              <a:gd name="T56" fmla="*/ 63 w 169"/>
              <a:gd name="T57" fmla="*/ 82 h 133"/>
              <a:gd name="T58" fmla="*/ 60 w 169"/>
              <a:gd name="T59" fmla="*/ 58 h 133"/>
              <a:gd name="T60" fmla="*/ 69 w 169"/>
              <a:gd name="T61" fmla="*/ 49 h 133"/>
              <a:gd name="T62" fmla="*/ 106 w 169"/>
              <a:gd name="T63" fmla="*/ 51 h 133"/>
              <a:gd name="T64" fmla="*/ 109 w 169"/>
              <a:gd name="T65" fmla="*/ 106 h 133"/>
              <a:gd name="T66" fmla="*/ 106 w 169"/>
              <a:gd name="T67" fmla="*/ 131 h 133"/>
              <a:gd name="T68" fmla="*/ 69 w 169"/>
              <a:gd name="T69" fmla="*/ 133 h 133"/>
              <a:gd name="T70" fmla="*/ 60 w 169"/>
              <a:gd name="T71" fmla="*/ 124 h 133"/>
              <a:gd name="T72" fmla="*/ 63 w 169"/>
              <a:gd name="T73" fmla="*/ 100 h 133"/>
              <a:gd name="T74" fmla="*/ 100 w 169"/>
              <a:gd name="T75" fmla="*/ 97 h 133"/>
              <a:gd name="T76" fmla="*/ 109 w 169"/>
              <a:gd name="T77" fmla="*/ 106 h 133"/>
              <a:gd name="T78" fmla="*/ 169 w 169"/>
              <a:gd name="T79" fmla="*/ 28 h 133"/>
              <a:gd name="T80" fmla="*/ 160 w 169"/>
              <a:gd name="T81" fmla="*/ 37 h 133"/>
              <a:gd name="T82" fmla="*/ 123 w 169"/>
              <a:gd name="T83" fmla="*/ 34 h 133"/>
              <a:gd name="T84" fmla="*/ 121 w 169"/>
              <a:gd name="T85" fmla="*/ 9 h 133"/>
              <a:gd name="T86" fmla="*/ 130 w 169"/>
              <a:gd name="T87" fmla="*/ 0 h 133"/>
              <a:gd name="T88" fmla="*/ 167 w 169"/>
              <a:gd name="T89" fmla="*/ 3 h 133"/>
              <a:gd name="T90" fmla="*/ 169 w 169"/>
              <a:gd name="T91" fmla="*/ 58 h 133"/>
              <a:gd name="T92" fmla="*/ 167 w 169"/>
              <a:gd name="T93" fmla="*/ 82 h 133"/>
              <a:gd name="T94" fmla="*/ 130 w 169"/>
              <a:gd name="T95" fmla="*/ 85 h 133"/>
              <a:gd name="T96" fmla="*/ 121 w 169"/>
              <a:gd name="T97" fmla="*/ 76 h 133"/>
              <a:gd name="T98" fmla="*/ 123 w 169"/>
              <a:gd name="T99" fmla="*/ 51 h 133"/>
              <a:gd name="T100" fmla="*/ 160 w 169"/>
              <a:gd name="T101" fmla="*/ 49 h 133"/>
              <a:gd name="T102" fmla="*/ 169 w 169"/>
              <a:gd name="T103" fmla="*/ 58 h 133"/>
              <a:gd name="T104" fmla="*/ 169 w 169"/>
              <a:gd name="T105" fmla="*/ 124 h 133"/>
              <a:gd name="T106" fmla="*/ 160 w 169"/>
              <a:gd name="T107" fmla="*/ 133 h 133"/>
              <a:gd name="T108" fmla="*/ 123 w 169"/>
              <a:gd name="T109" fmla="*/ 131 h 133"/>
              <a:gd name="T110" fmla="*/ 121 w 169"/>
              <a:gd name="T111" fmla="*/ 106 h 133"/>
              <a:gd name="T112" fmla="*/ 130 w 169"/>
              <a:gd name="T113" fmla="*/ 97 h 133"/>
              <a:gd name="T114" fmla="*/ 167 w 169"/>
              <a:gd name="T115" fmla="*/ 100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69" h="133">
                <a:moveTo>
                  <a:pt x="48" y="9"/>
                </a:moveTo>
                <a:cubicBezTo>
                  <a:pt x="48" y="28"/>
                  <a:pt x="48" y="28"/>
                  <a:pt x="48" y="28"/>
                </a:cubicBezTo>
                <a:cubicBezTo>
                  <a:pt x="48" y="30"/>
                  <a:pt x="47" y="32"/>
                  <a:pt x="46" y="34"/>
                </a:cubicBezTo>
                <a:cubicBezTo>
                  <a:pt x="44" y="36"/>
                  <a:pt x="42" y="37"/>
                  <a:pt x="39" y="37"/>
                </a:cubicBezTo>
                <a:cubicBezTo>
                  <a:pt x="9" y="37"/>
                  <a:pt x="9" y="37"/>
                  <a:pt x="9" y="37"/>
                </a:cubicBezTo>
                <a:cubicBezTo>
                  <a:pt x="6" y="37"/>
                  <a:pt x="4" y="36"/>
                  <a:pt x="2" y="34"/>
                </a:cubicBezTo>
                <a:cubicBezTo>
                  <a:pt x="1" y="32"/>
                  <a:pt x="0" y="30"/>
                  <a:pt x="0" y="28"/>
                </a:cubicBezTo>
                <a:cubicBezTo>
                  <a:pt x="0" y="9"/>
                  <a:pt x="0" y="9"/>
                  <a:pt x="0" y="9"/>
                </a:cubicBezTo>
                <a:cubicBezTo>
                  <a:pt x="0" y="7"/>
                  <a:pt x="1" y="5"/>
                  <a:pt x="2" y="3"/>
                </a:cubicBezTo>
                <a:cubicBezTo>
                  <a:pt x="4" y="1"/>
                  <a:pt x="6" y="0"/>
                  <a:pt x="9" y="0"/>
                </a:cubicBezTo>
                <a:cubicBezTo>
                  <a:pt x="39" y="0"/>
                  <a:pt x="39" y="0"/>
                  <a:pt x="39" y="0"/>
                </a:cubicBezTo>
                <a:cubicBezTo>
                  <a:pt x="42" y="0"/>
                  <a:pt x="44" y="1"/>
                  <a:pt x="46" y="3"/>
                </a:cubicBezTo>
                <a:cubicBezTo>
                  <a:pt x="47" y="5"/>
                  <a:pt x="48" y="7"/>
                  <a:pt x="48" y="9"/>
                </a:cubicBezTo>
                <a:close/>
                <a:moveTo>
                  <a:pt x="48" y="58"/>
                </a:moveTo>
                <a:cubicBezTo>
                  <a:pt x="48" y="76"/>
                  <a:pt x="48" y="76"/>
                  <a:pt x="48" y="76"/>
                </a:cubicBezTo>
                <a:cubicBezTo>
                  <a:pt x="48" y="79"/>
                  <a:pt x="47" y="81"/>
                  <a:pt x="46" y="82"/>
                </a:cubicBezTo>
                <a:cubicBezTo>
                  <a:pt x="44" y="84"/>
                  <a:pt x="42" y="85"/>
                  <a:pt x="39" y="85"/>
                </a:cubicBezTo>
                <a:cubicBezTo>
                  <a:pt x="9" y="85"/>
                  <a:pt x="9" y="85"/>
                  <a:pt x="9" y="85"/>
                </a:cubicBezTo>
                <a:cubicBezTo>
                  <a:pt x="6" y="85"/>
                  <a:pt x="4" y="84"/>
                  <a:pt x="2" y="82"/>
                </a:cubicBezTo>
                <a:cubicBezTo>
                  <a:pt x="1" y="81"/>
                  <a:pt x="0" y="79"/>
                  <a:pt x="0" y="76"/>
                </a:cubicBezTo>
                <a:cubicBezTo>
                  <a:pt x="0" y="58"/>
                  <a:pt x="0" y="58"/>
                  <a:pt x="0" y="58"/>
                </a:cubicBezTo>
                <a:cubicBezTo>
                  <a:pt x="0" y="55"/>
                  <a:pt x="1" y="53"/>
                  <a:pt x="2" y="51"/>
                </a:cubicBezTo>
                <a:cubicBezTo>
                  <a:pt x="4" y="50"/>
                  <a:pt x="6" y="49"/>
                  <a:pt x="9" y="49"/>
                </a:cubicBezTo>
                <a:cubicBezTo>
                  <a:pt x="39" y="49"/>
                  <a:pt x="39" y="49"/>
                  <a:pt x="39" y="49"/>
                </a:cubicBezTo>
                <a:cubicBezTo>
                  <a:pt x="42" y="49"/>
                  <a:pt x="44" y="50"/>
                  <a:pt x="46" y="51"/>
                </a:cubicBezTo>
                <a:cubicBezTo>
                  <a:pt x="47" y="53"/>
                  <a:pt x="48" y="55"/>
                  <a:pt x="48" y="58"/>
                </a:cubicBezTo>
                <a:close/>
                <a:moveTo>
                  <a:pt x="48" y="106"/>
                </a:moveTo>
                <a:cubicBezTo>
                  <a:pt x="48" y="124"/>
                  <a:pt x="48" y="124"/>
                  <a:pt x="48" y="124"/>
                </a:cubicBezTo>
                <a:cubicBezTo>
                  <a:pt x="48" y="127"/>
                  <a:pt x="47" y="129"/>
                  <a:pt x="46" y="131"/>
                </a:cubicBezTo>
                <a:cubicBezTo>
                  <a:pt x="44" y="133"/>
                  <a:pt x="42" y="133"/>
                  <a:pt x="39" y="133"/>
                </a:cubicBezTo>
                <a:cubicBezTo>
                  <a:pt x="9" y="133"/>
                  <a:pt x="9" y="133"/>
                  <a:pt x="9" y="133"/>
                </a:cubicBezTo>
                <a:cubicBezTo>
                  <a:pt x="6" y="133"/>
                  <a:pt x="4" y="133"/>
                  <a:pt x="2" y="131"/>
                </a:cubicBezTo>
                <a:cubicBezTo>
                  <a:pt x="1" y="129"/>
                  <a:pt x="0" y="127"/>
                  <a:pt x="0" y="124"/>
                </a:cubicBezTo>
                <a:cubicBezTo>
                  <a:pt x="0" y="106"/>
                  <a:pt x="0" y="106"/>
                  <a:pt x="0" y="106"/>
                </a:cubicBezTo>
                <a:cubicBezTo>
                  <a:pt x="0" y="104"/>
                  <a:pt x="1" y="102"/>
                  <a:pt x="2" y="100"/>
                </a:cubicBezTo>
                <a:cubicBezTo>
                  <a:pt x="4" y="98"/>
                  <a:pt x="6" y="97"/>
                  <a:pt x="9" y="97"/>
                </a:cubicBezTo>
                <a:cubicBezTo>
                  <a:pt x="39" y="97"/>
                  <a:pt x="39" y="97"/>
                  <a:pt x="39" y="97"/>
                </a:cubicBezTo>
                <a:cubicBezTo>
                  <a:pt x="42" y="97"/>
                  <a:pt x="44" y="98"/>
                  <a:pt x="46" y="100"/>
                </a:cubicBezTo>
                <a:cubicBezTo>
                  <a:pt x="47" y="102"/>
                  <a:pt x="48" y="104"/>
                  <a:pt x="48" y="106"/>
                </a:cubicBezTo>
                <a:close/>
                <a:moveTo>
                  <a:pt x="109" y="9"/>
                </a:moveTo>
                <a:cubicBezTo>
                  <a:pt x="109" y="28"/>
                  <a:pt x="109" y="28"/>
                  <a:pt x="109" y="28"/>
                </a:cubicBezTo>
                <a:cubicBezTo>
                  <a:pt x="109" y="30"/>
                  <a:pt x="108" y="32"/>
                  <a:pt x="106" y="34"/>
                </a:cubicBezTo>
                <a:cubicBezTo>
                  <a:pt x="104" y="36"/>
                  <a:pt x="102" y="37"/>
                  <a:pt x="100" y="37"/>
                </a:cubicBezTo>
                <a:cubicBezTo>
                  <a:pt x="69" y="37"/>
                  <a:pt x="69" y="37"/>
                  <a:pt x="69" y="37"/>
                </a:cubicBezTo>
                <a:cubicBezTo>
                  <a:pt x="67" y="37"/>
                  <a:pt x="65" y="36"/>
                  <a:pt x="63" y="34"/>
                </a:cubicBezTo>
                <a:cubicBezTo>
                  <a:pt x="61" y="32"/>
                  <a:pt x="60" y="30"/>
                  <a:pt x="60" y="28"/>
                </a:cubicBezTo>
                <a:cubicBezTo>
                  <a:pt x="60" y="9"/>
                  <a:pt x="60" y="9"/>
                  <a:pt x="60" y="9"/>
                </a:cubicBezTo>
                <a:cubicBezTo>
                  <a:pt x="60" y="7"/>
                  <a:pt x="61" y="5"/>
                  <a:pt x="63" y="3"/>
                </a:cubicBezTo>
                <a:cubicBezTo>
                  <a:pt x="65" y="1"/>
                  <a:pt x="67" y="0"/>
                  <a:pt x="69" y="0"/>
                </a:cubicBezTo>
                <a:cubicBezTo>
                  <a:pt x="100" y="0"/>
                  <a:pt x="100" y="0"/>
                  <a:pt x="100" y="0"/>
                </a:cubicBezTo>
                <a:cubicBezTo>
                  <a:pt x="102" y="0"/>
                  <a:pt x="104" y="1"/>
                  <a:pt x="106" y="3"/>
                </a:cubicBezTo>
                <a:cubicBezTo>
                  <a:pt x="108" y="5"/>
                  <a:pt x="109" y="7"/>
                  <a:pt x="109" y="9"/>
                </a:cubicBezTo>
                <a:close/>
                <a:moveTo>
                  <a:pt x="109" y="58"/>
                </a:moveTo>
                <a:cubicBezTo>
                  <a:pt x="109" y="76"/>
                  <a:pt x="109" y="76"/>
                  <a:pt x="109" y="76"/>
                </a:cubicBezTo>
                <a:cubicBezTo>
                  <a:pt x="109" y="79"/>
                  <a:pt x="108" y="81"/>
                  <a:pt x="106" y="82"/>
                </a:cubicBezTo>
                <a:cubicBezTo>
                  <a:pt x="104" y="84"/>
                  <a:pt x="102" y="85"/>
                  <a:pt x="100" y="85"/>
                </a:cubicBezTo>
                <a:cubicBezTo>
                  <a:pt x="69" y="85"/>
                  <a:pt x="69" y="85"/>
                  <a:pt x="69" y="85"/>
                </a:cubicBezTo>
                <a:cubicBezTo>
                  <a:pt x="67" y="85"/>
                  <a:pt x="65" y="84"/>
                  <a:pt x="63" y="82"/>
                </a:cubicBezTo>
                <a:cubicBezTo>
                  <a:pt x="61" y="81"/>
                  <a:pt x="60" y="79"/>
                  <a:pt x="60" y="76"/>
                </a:cubicBezTo>
                <a:cubicBezTo>
                  <a:pt x="60" y="58"/>
                  <a:pt x="60" y="58"/>
                  <a:pt x="60" y="58"/>
                </a:cubicBezTo>
                <a:cubicBezTo>
                  <a:pt x="60" y="55"/>
                  <a:pt x="61" y="53"/>
                  <a:pt x="63" y="51"/>
                </a:cubicBezTo>
                <a:cubicBezTo>
                  <a:pt x="65" y="50"/>
                  <a:pt x="67" y="49"/>
                  <a:pt x="69" y="49"/>
                </a:cubicBezTo>
                <a:cubicBezTo>
                  <a:pt x="100" y="49"/>
                  <a:pt x="100" y="49"/>
                  <a:pt x="100" y="49"/>
                </a:cubicBezTo>
                <a:cubicBezTo>
                  <a:pt x="102" y="49"/>
                  <a:pt x="104" y="50"/>
                  <a:pt x="106" y="51"/>
                </a:cubicBezTo>
                <a:cubicBezTo>
                  <a:pt x="108" y="53"/>
                  <a:pt x="109" y="55"/>
                  <a:pt x="109" y="58"/>
                </a:cubicBezTo>
                <a:close/>
                <a:moveTo>
                  <a:pt x="109" y="106"/>
                </a:moveTo>
                <a:cubicBezTo>
                  <a:pt x="109" y="124"/>
                  <a:pt x="109" y="124"/>
                  <a:pt x="109" y="124"/>
                </a:cubicBezTo>
                <a:cubicBezTo>
                  <a:pt x="109" y="127"/>
                  <a:pt x="108" y="129"/>
                  <a:pt x="106" y="131"/>
                </a:cubicBezTo>
                <a:cubicBezTo>
                  <a:pt x="104" y="133"/>
                  <a:pt x="102" y="133"/>
                  <a:pt x="100" y="133"/>
                </a:cubicBezTo>
                <a:cubicBezTo>
                  <a:pt x="69" y="133"/>
                  <a:pt x="69" y="133"/>
                  <a:pt x="69" y="133"/>
                </a:cubicBezTo>
                <a:cubicBezTo>
                  <a:pt x="67" y="133"/>
                  <a:pt x="65" y="133"/>
                  <a:pt x="63" y="131"/>
                </a:cubicBezTo>
                <a:cubicBezTo>
                  <a:pt x="61" y="129"/>
                  <a:pt x="60" y="127"/>
                  <a:pt x="60" y="124"/>
                </a:cubicBezTo>
                <a:cubicBezTo>
                  <a:pt x="60" y="106"/>
                  <a:pt x="60" y="106"/>
                  <a:pt x="60" y="106"/>
                </a:cubicBezTo>
                <a:cubicBezTo>
                  <a:pt x="60" y="104"/>
                  <a:pt x="61" y="102"/>
                  <a:pt x="63" y="100"/>
                </a:cubicBezTo>
                <a:cubicBezTo>
                  <a:pt x="65" y="98"/>
                  <a:pt x="67" y="97"/>
                  <a:pt x="69" y="97"/>
                </a:cubicBezTo>
                <a:cubicBezTo>
                  <a:pt x="100" y="97"/>
                  <a:pt x="100" y="97"/>
                  <a:pt x="100" y="97"/>
                </a:cubicBezTo>
                <a:cubicBezTo>
                  <a:pt x="102" y="97"/>
                  <a:pt x="104" y="98"/>
                  <a:pt x="106" y="100"/>
                </a:cubicBezTo>
                <a:cubicBezTo>
                  <a:pt x="108" y="102"/>
                  <a:pt x="109" y="104"/>
                  <a:pt x="109" y="106"/>
                </a:cubicBezTo>
                <a:close/>
                <a:moveTo>
                  <a:pt x="169" y="9"/>
                </a:moveTo>
                <a:cubicBezTo>
                  <a:pt x="169" y="28"/>
                  <a:pt x="169" y="28"/>
                  <a:pt x="169" y="28"/>
                </a:cubicBezTo>
                <a:cubicBezTo>
                  <a:pt x="169" y="30"/>
                  <a:pt x="168" y="32"/>
                  <a:pt x="167" y="34"/>
                </a:cubicBezTo>
                <a:cubicBezTo>
                  <a:pt x="165" y="36"/>
                  <a:pt x="163" y="37"/>
                  <a:pt x="160" y="37"/>
                </a:cubicBezTo>
                <a:cubicBezTo>
                  <a:pt x="130" y="37"/>
                  <a:pt x="130" y="37"/>
                  <a:pt x="130" y="37"/>
                </a:cubicBezTo>
                <a:cubicBezTo>
                  <a:pt x="127" y="37"/>
                  <a:pt x="125" y="36"/>
                  <a:pt x="123" y="34"/>
                </a:cubicBezTo>
                <a:cubicBezTo>
                  <a:pt x="122" y="32"/>
                  <a:pt x="121" y="30"/>
                  <a:pt x="121" y="28"/>
                </a:cubicBezTo>
                <a:cubicBezTo>
                  <a:pt x="121" y="9"/>
                  <a:pt x="121" y="9"/>
                  <a:pt x="121" y="9"/>
                </a:cubicBezTo>
                <a:cubicBezTo>
                  <a:pt x="121" y="7"/>
                  <a:pt x="122" y="5"/>
                  <a:pt x="123" y="3"/>
                </a:cubicBezTo>
                <a:cubicBezTo>
                  <a:pt x="125" y="1"/>
                  <a:pt x="127" y="0"/>
                  <a:pt x="130" y="0"/>
                </a:cubicBezTo>
                <a:cubicBezTo>
                  <a:pt x="160" y="0"/>
                  <a:pt x="160" y="0"/>
                  <a:pt x="160" y="0"/>
                </a:cubicBezTo>
                <a:cubicBezTo>
                  <a:pt x="163" y="0"/>
                  <a:pt x="165" y="1"/>
                  <a:pt x="167" y="3"/>
                </a:cubicBezTo>
                <a:cubicBezTo>
                  <a:pt x="168" y="5"/>
                  <a:pt x="169" y="7"/>
                  <a:pt x="169" y="9"/>
                </a:cubicBezTo>
                <a:close/>
                <a:moveTo>
                  <a:pt x="169" y="58"/>
                </a:moveTo>
                <a:cubicBezTo>
                  <a:pt x="169" y="76"/>
                  <a:pt x="169" y="76"/>
                  <a:pt x="169" y="76"/>
                </a:cubicBezTo>
                <a:cubicBezTo>
                  <a:pt x="169" y="79"/>
                  <a:pt x="168" y="81"/>
                  <a:pt x="167" y="82"/>
                </a:cubicBezTo>
                <a:cubicBezTo>
                  <a:pt x="165" y="84"/>
                  <a:pt x="163" y="85"/>
                  <a:pt x="160" y="85"/>
                </a:cubicBezTo>
                <a:cubicBezTo>
                  <a:pt x="130" y="85"/>
                  <a:pt x="130" y="85"/>
                  <a:pt x="130" y="85"/>
                </a:cubicBezTo>
                <a:cubicBezTo>
                  <a:pt x="127" y="85"/>
                  <a:pt x="125" y="84"/>
                  <a:pt x="123" y="82"/>
                </a:cubicBezTo>
                <a:cubicBezTo>
                  <a:pt x="122" y="81"/>
                  <a:pt x="121" y="79"/>
                  <a:pt x="121" y="76"/>
                </a:cubicBezTo>
                <a:cubicBezTo>
                  <a:pt x="121" y="58"/>
                  <a:pt x="121" y="58"/>
                  <a:pt x="121" y="58"/>
                </a:cubicBezTo>
                <a:cubicBezTo>
                  <a:pt x="121" y="55"/>
                  <a:pt x="122" y="53"/>
                  <a:pt x="123" y="51"/>
                </a:cubicBezTo>
                <a:cubicBezTo>
                  <a:pt x="125" y="50"/>
                  <a:pt x="127" y="49"/>
                  <a:pt x="130" y="49"/>
                </a:cubicBezTo>
                <a:cubicBezTo>
                  <a:pt x="160" y="49"/>
                  <a:pt x="160" y="49"/>
                  <a:pt x="160" y="49"/>
                </a:cubicBezTo>
                <a:cubicBezTo>
                  <a:pt x="163" y="49"/>
                  <a:pt x="165" y="50"/>
                  <a:pt x="167" y="51"/>
                </a:cubicBezTo>
                <a:cubicBezTo>
                  <a:pt x="168" y="53"/>
                  <a:pt x="169" y="55"/>
                  <a:pt x="169" y="58"/>
                </a:cubicBezTo>
                <a:close/>
                <a:moveTo>
                  <a:pt x="169" y="106"/>
                </a:moveTo>
                <a:cubicBezTo>
                  <a:pt x="169" y="124"/>
                  <a:pt x="169" y="124"/>
                  <a:pt x="169" y="124"/>
                </a:cubicBezTo>
                <a:cubicBezTo>
                  <a:pt x="169" y="127"/>
                  <a:pt x="168" y="129"/>
                  <a:pt x="167" y="131"/>
                </a:cubicBezTo>
                <a:cubicBezTo>
                  <a:pt x="165" y="133"/>
                  <a:pt x="163" y="133"/>
                  <a:pt x="160" y="133"/>
                </a:cubicBezTo>
                <a:cubicBezTo>
                  <a:pt x="130" y="133"/>
                  <a:pt x="130" y="133"/>
                  <a:pt x="130" y="133"/>
                </a:cubicBezTo>
                <a:cubicBezTo>
                  <a:pt x="127" y="133"/>
                  <a:pt x="125" y="133"/>
                  <a:pt x="123" y="131"/>
                </a:cubicBezTo>
                <a:cubicBezTo>
                  <a:pt x="122" y="129"/>
                  <a:pt x="121" y="127"/>
                  <a:pt x="121" y="124"/>
                </a:cubicBezTo>
                <a:cubicBezTo>
                  <a:pt x="121" y="106"/>
                  <a:pt x="121" y="106"/>
                  <a:pt x="121" y="106"/>
                </a:cubicBezTo>
                <a:cubicBezTo>
                  <a:pt x="121" y="104"/>
                  <a:pt x="122" y="102"/>
                  <a:pt x="123" y="100"/>
                </a:cubicBezTo>
                <a:cubicBezTo>
                  <a:pt x="125" y="98"/>
                  <a:pt x="127" y="97"/>
                  <a:pt x="130" y="97"/>
                </a:cubicBezTo>
                <a:cubicBezTo>
                  <a:pt x="160" y="97"/>
                  <a:pt x="160" y="97"/>
                  <a:pt x="160" y="97"/>
                </a:cubicBezTo>
                <a:cubicBezTo>
                  <a:pt x="163" y="97"/>
                  <a:pt x="165" y="98"/>
                  <a:pt x="167" y="100"/>
                </a:cubicBezTo>
                <a:cubicBezTo>
                  <a:pt x="168" y="102"/>
                  <a:pt x="169" y="104"/>
                  <a:pt x="169" y="106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4" name="Freeform 16"/>
          <p:cNvSpPr>
            <a:spLocks noEditPoints="1"/>
          </p:cNvSpPr>
          <p:nvPr/>
        </p:nvSpPr>
        <p:spPr bwMode="auto">
          <a:xfrm>
            <a:off x="4028912" y="1394328"/>
            <a:ext cx="242043" cy="192337"/>
          </a:xfrm>
          <a:custGeom>
            <a:avLst/>
            <a:gdLst>
              <a:gd name="T0" fmla="*/ 48 w 169"/>
              <a:gd name="T1" fmla="*/ 28 h 133"/>
              <a:gd name="T2" fmla="*/ 39 w 169"/>
              <a:gd name="T3" fmla="*/ 37 h 133"/>
              <a:gd name="T4" fmla="*/ 2 w 169"/>
              <a:gd name="T5" fmla="*/ 34 h 133"/>
              <a:gd name="T6" fmla="*/ 0 w 169"/>
              <a:gd name="T7" fmla="*/ 9 h 133"/>
              <a:gd name="T8" fmla="*/ 9 w 169"/>
              <a:gd name="T9" fmla="*/ 0 h 133"/>
              <a:gd name="T10" fmla="*/ 46 w 169"/>
              <a:gd name="T11" fmla="*/ 3 h 133"/>
              <a:gd name="T12" fmla="*/ 48 w 169"/>
              <a:gd name="T13" fmla="*/ 58 h 133"/>
              <a:gd name="T14" fmla="*/ 46 w 169"/>
              <a:gd name="T15" fmla="*/ 82 h 133"/>
              <a:gd name="T16" fmla="*/ 9 w 169"/>
              <a:gd name="T17" fmla="*/ 85 h 133"/>
              <a:gd name="T18" fmla="*/ 0 w 169"/>
              <a:gd name="T19" fmla="*/ 76 h 133"/>
              <a:gd name="T20" fmla="*/ 2 w 169"/>
              <a:gd name="T21" fmla="*/ 51 h 133"/>
              <a:gd name="T22" fmla="*/ 39 w 169"/>
              <a:gd name="T23" fmla="*/ 49 h 133"/>
              <a:gd name="T24" fmla="*/ 48 w 169"/>
              <a:gd name="T25" fmla="*/ 58 h 133"/>
              <a:gd name="T26" fmla="*/ 48 w 169"/>
              <a:gd name="T27" fmla="*/ 124 h 133"/>
              <a:gd name="T28" fmla="*/ 39 w 169"/>
              <a:gd name="T29" fmla="*/ 133 h 133"/>
              <a:gd name="T30" fmla="*/ 2 w 169"/>
              <a:gd name="T31" fmla="*/ 131 h 133"/>
              <a:gd name="T32" fmla="*/ 0 w 169"/>
              <a:gd name="T33" fmla="*/ 106 h 133"/>
              <a:gd name="T34" fmla="*/ 9 w 169"/>
              <a:gd name="T35" fmla="*/ 97 h 133"/>
              <a:gd name="T36" fmla="*/ 46 w 169"/>
              <a:gd name="T37" fmla="*/ 100 h 133"/>
              <a:gd name="T38" fmla="*/ 169 w 169"/>
              <a:gd name="T39" fmla="*/ 9 h 133"/>
              <a:gd name="T40" fmla="*/ 167 w 169"/>
              <a:gd name="T41" fmla="*/ 34 h 133"/>
              <a:gd name="T42" fmla="*/ 69 w 169"/>
              <a:gd name="T43" fmla="*/ 37 h 133"/>
              <a:gd name="T44" fmla="*/ 60 w 169"/>
              <a:gd name="T45" fmla="*/ 28 h 133"/>
              <a:gd name="T46" fmla="*/ 63 w 169"/>
              <a:gd name="T47" fmla="*/ 3 h 133"/>
              <a:gd name="T48" fmla="*/ 160 w 169"/>
              <a:gd name="T49" fmla="*/ 0 h 133"/>
              <a:gd name="T50" fmla="*/ 169 w 169"/>
              <a:gd name="T51" fmla="*/ 9 h 133"/>
              <a:gd name="T52" fmla="*/ 169 w 169"/>
              <a:gd name="T53" fmla="*/ 76 h 133"/>
              <a:gd name="T54" fmla="*/ 160 w 169"/>
              <a:gd name="T55" fmla="*/ 85 h 133"/>
              <a:gd name="T56" fmla="*/ 63 w 169"/>
              <a:gd name="T57" fmla="*/ 82 h 133"/>
              <a:gd name="T58" fmla="*/ 60 w 169"/>
              <a:gd name="T59" fmla="*/ 58 h 133"/>
              <a:gd name="T60" fmla="*/ 69 w 169"/>
              <a:gd name="T61" fmla="*/ 49 h 133"/>
              <a:gd name="T62" fmla="*/ 167 w 169"/>
              <a:gd name="T63" fmla="*/ 51 h 133"/>
              <a:gd name="T64" fmla="*/ 169 w 169"/>
              <a:gd name="T65" fmla="*/ 106 h 133"/>
              <a:gd name="T66" fmla="*/ 167 w 169"/>
              <a:gd name="T67" fmla="*/ 131 h 133"/>
              <a:gd name="T68" fmla="*/ 69 w 169"/>
              <a:gd name="T69" fmla="*/ 133 h 133"/>
              <a:gd name="T70" fmla="*/ 60 w 169"/>
              <a:gd name="T71" fmla="*/ 124 h 133"/>
              <a:gd name="T72" fmla="*/ 63 w 169"/>
              <a:gd name="T73" fmla="*/ 100 h 133"/>
              <a:gd name="T74" fmla="*/ 160 w 169"/>
              <a:gd name="T75" fmla="*/ 97 h 133"/>
              <a:gd name="T76" fmla="*/ 169 w 169"/>
              <a:gd name="T77" fmla="*/ 106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69" h="133">
                <a:moveTo>
                  <a:pt x="48" y="9"/>
                </a:moveTo>
                <a:cubicBezTo>
                  <a:pt x="48" y="28"/>
                  <a:pt x="48" y="28"/>
                  <a:pt x="48" y="28"/>
                </a:cubicBezTo>
                <a:cubicBezTo>
                  <a:pt x="48" y="30"/>
                  <a:pt x="47" y="32"/>
                  <a:pt x="46" y="34"/>
                </a:cubicBezTo>
                <a:cubicBezTo>
                  <a:pt x="44" y="36"/>
                  <a:pt x="42" y="37"/>
                  <a:pt x="39" y="37"/>
                </a:cubicBezTo>
                <a:cubicBezTo>
                  <a:pt x="9" y="37"/>
                  <a:pt x="9" y="37"/>
                  <a:pt x="9" y="37"/>
                </a:cubicBezTo>
                <a:cubicBezTo>
                  <a:pt x="6" y="37"/>
                  <a:pt x="4" y="36"/>
                  <a:pt x="2" y="34"/>
                </a:cubicBezTo>
                <a:cubicBezTo>
                  <a:pt x="1" y="32"/>
                  <a:pt x="0" y="30"/>
                  <a:pt x="0" y="28"/>
                </a:cubicBezTo>
                <a:cubicBezTo>
                  <a:pt x="0" y="9"/>
                  <a:pt x="0" y="9"/>
                  <a:pt x="0" y="9"/>
                </a:cubicBezTo>
                <a:cubicBezTo>
                  <a:pt x="0" y="7"/>
                  <a:pt x="1" y="5"/>
                  <a:pt x="2" y="3"/>
                </a:cubicBezTo>
                <a:cubicBezTo>
                  <a:pt x="4" y="1"/>
                  <a:pt x="6" y="0"/>
                  <a:pt x="9" y="0"/>
                </a:cubicBezTo>
                <a:cubicBezTo>
                  <a:pt x="39" y="0"/>
                  <a:pt x="39" y="0"/>
                  <a:pt x="39" y="0"/>
                </a:cubicBezTo>
                <a:cubicBezTo>
                  <a:pt x="42" y="0"/>
                  <a:pt x="44" y="1"/>
                  <a:pt x="46" y="3"/>
                </a:cubicBezTo>
                <a:cubicBezTo>
                  <a:pt x="47" y="5"/>
                  <a:pt x="48" y="7"/>
                  <a:pt x="48" y="9"/>
                </a:cubicBezTo>
                <a:close/>
                <a:moveTo>
                  <a:pt x="48" y="58"/>
                </a:moveTo>
                <a:cubicBezTo>
                  <a:pt x="48" y="76"/>
                  <a:pt x="48" y="76"/>
                  <a:pt x="48" y="76"/>
                </a:cubicBezTo>
                <a:cubicBezTo>
                  <a:pt x="48" y="79"/>
                  <a:pt x="47" y="81"/>
                  <a:pt x="46" y="82"/>
                </a:cubicBezTo>
                <a:cubicBezTo>
                  <a:pt x="44" y="84"/>
                  <a:pt x="42" y="85"/>
                  <a:pt x="39" y="85"/>
                </a:cubicBezTo>
                <a:cubicBezTo>
                  <a:pt x="9" y="85"/>
                  <a:pt x="9" y="85"/>
                  <a:pt x="9" y="85"/>
                </a:cubicBezTo>
                <a:cubicBezTo>
                  <a:pt x="6" y="85"/>
                  <a:pt x="4" y="84"/>
                  <a:pt x="2" y="82"/>
                </a:cubicBezTo>
                <a:cubicBezTo>
                  <a:pt x="1" y="81"/>
                  <a:pt x="0" y="79"/>
                  <a:pt x="0" y="76"/>
                </a:cubicBezTo>
                <a:cubicBezTo>
                  <a:pt x="0" y="58"/>
                  <a:pt x="0" y="58"/>
                  <a:pt x="0" y="58"/>
                </a:cubicBezTo>
                <a:cubicBezTo>
                  <a:pt x="0" y="55"/>
                  <a:pt x="1" y="53"/>
                  <a:pt x="2" y="51"/>
                </a:cubicBezTo>
                <a:cubicBezTo>
                  <a:pt x="4" y="50"/>
                  <a:pt x="6" y="49"/>
                  <a:pt x="9" y="49"/>
                </a:cubicBezTo>
                <a:cubicBezTo>
                  <a:pt x="39" y="49"/>
                  <a:pt x="39" y="49"/>
                  <a:pt x="39" y="49"/>
                </a:cubicBezTo>
                <a:cubicBezTo>
                  <a:pt x="42" y="49"/>
                  <a:pt x="44" y="50"/>
                  <a:pt x="46" y="51"/>
                </a:cubicBezTo>
                <a:cubicBezTo>
                  <a:pt x="47" y="53"/>
                  <a:pt x="48" y="55"/>
                  <a:pt x="48" y="58"/>
                </a:cubicBezTo>
                <a:close/>
                <a:moveTo>
                  <a:pt x="48" y="106"/>
                </a:moveTo>
                <a:cubicBezTo>
                  <a:pt x="48" y="124"/>
                  <a:pt x="48" y="124"/>
                  <a:pt x="48" y="124"/>
                </a:cubicBezTo>
                <a:cubicBezTo>
                  <a:pt x="48" y="127"/>
                  <a:pt x="47" y="129"/>
                  <a:pt x="46" y="131"/>
                </a:cubicBezTo>
                <a:cubicBezTo>
                  <a:pt x="44" y="133"/>
                  <a:pt x="42" y="133"/>
                  <a:pt x="39" y="133"/>
                </a:cubicBezTo>
                <a:cubicBezTo>
                  <a:pt x="9" y="133"/>
                  <a:pt x="9" y="133"/>
                  <a:pt x="9" y="133"/>
                </a:cubicBezTo>
                <a:cubicBezTo>
                  <a:pt x="6" y="133"/>
                  <a:pt x="4" y="133"/>
                  <a:pt x="2" y="131"/>
                </a:cubicBezTo>
                <a:cubicBezTo>
                  <a:pt x="1" y="129"/>
                  <a:pt x="0" y="127"/>
                  <a:pt x="0" y="124"/>
                </a:cubicBezTo>
                <a:cubicBezTo>
                  <a:pt x="0" y="106"/>
                  <a:pt x="0" y="106"/>
                  <a:pt x="0" y="106"/>
                </a:cubicBezTo>
                <a:cubicBezTo>
                  <a:pt x="0" y="104"/>
                  <a:pt x="1" y="102"/>
                  <a:pt x="2" y="100"/>
                </a:cubicBezTo>
                <a:cubicBezTo>
                  <a:pt x="4" y="98"/>
                  <a:pt x="6" y="97"/>
                  <a:pt x="9" y="97"/>
                </a:cubicBezTo>
                <a:cubicBezTo>
                  <a:pt x="39" y="97"/>
                  <a:pt x="39" y="97"/>
                  <a:pt x="39" y="97"/>
                </a:cubicBezTo>
                <a:cubicBezTo>
                  <a:pt x="42" y="97"/>
                  <a:pt x="44" y="98"/>
                  <a:pt x="46" y="100"/>
                </a:cubicBezTo>
                <a:cubicBezTo>
                  <a:pt x="47" y="102"/>
                  <a:pt x="48" y="104"/>
                  <a:pt x="48" y="106"/>
                </a:cubicBezTo>
                <a:close/>
                <a:moveTo>
                  <a:pt x="169" y="9"/>
                </a:moveTo>
                <a:cubicBezTo>
                  <a:pt x="169" y="28"/>
                  <a:pt x="169" y="28"/>
                  <a:pt x="169" y="28"/>
                </a:cubicBezTo>
                <a:cubicBezTo>
                  <a:pt x="169" y="30"/>
                  <a:pt x="168" y="32"/>
                  <a:pt x="167" y="34"/>
                </a:cubicBezTo>
                <a:cubicBezTo>
                  <a:pt x="165" y="36"/>
                  <a:pt x="163" y="37"/>
                  <a:pt x="160" y="37"/>
                </a:cubicBezTo>
                <a:cubicBezTo>
                  <a:pt x="69" y="37"/>
                  <a:pt x="69" y="37"/>
                  <a:pt x="69" y="37"/>
                </a:cubicBezTo>
                <a:cubicBezTo>
                  <a:pt x="67" y="37"/>
                  <a:pt x="65" y="36"/>
                  <a:pt x="63" y="34"/>
                </a:cubicBezTo>
                <a:cubicBezTo>
                  <a:pt x="61" y="32"/>
                  <a:pt x="60" y="30"/>
                  <a:pt x="60" y="28"/>
                </a:cubicBezTo>
                <a:cubicBezTo>
                  <a:pt x="60" y="9"/>
                  <a:pt x="60" y="9"/>
                  <a:pt x="60" y="9"/>
                </a:cubicBezTo>
                <a:cubicBezTo>
                  <a:pt x="60" y="7"/>
                  <a:pt x="61" y="5"/>
                  <a:pt x="63" y="3"/>
                </a:cubicBezTo>
                <a:cubicBezTo>
                  <a:pt x="65" y="1"/>
                  <a:pt x="67" y="0"/>
                  <a:pt x="69" y="0"/>
                </a:cubicBezTo>
                <a:cubicBezTo>
                  <a:pt x="160" y="0"/>
                  <a:pt x="160" y="0"/>
                  <a:pt x="160" y="0"/>
                </a:cubicBezTo>
                <a:cubicBezTo>
                  <a:pt x="163" y="0"/>
                  <a:pt x="165" y="1"/>
                  <a:pt x="167" y="3"/>
                </a:cubicBezTo>
                <a:cubicBezTo>
                  <a:pt x="168" y="5"/>
                  <a:pt x="169" y="7"/>
                  <a:pt x="169" y="9"/>
                </a:cubicBezTo>
                <a:close/>
                <a:moveTo>
                  <a:pt x="169" y="58"/>
                </a:moveTo>
                <a:cubicBezTo>
                  <a:pt x="169" y="76"/>
                  <a:pt x="169" y="76"/>
                  <a:pt x="169" y="76"/>
                </a:cubicBezTo>
                <a:cubicBezTo>
                  <a:pt x="169" y="79"/>
                  <a:pt x="168" y="81"/>
                  <a:pt x="167" y="82"/>
                </a:cubicBezTo>
                <a:cubicBezTo>
                  <a:pt x="165" y="84"/>
                  <a:pt x="163" y="85"/>
                  <a:pt x="160" y="85"/>
                </a:cubicBezTo>
                <a:cubicBezTo>
                  <a:pt x="69" y="85"/>
                  <a:pt x="69" y="85"/>
                  <a:pt x="69" y="85"/>
                </a:cubicBezTo>
                <a:cubicBezTo>
                  <a:pt x="67" y="85"/>
                  <a:pt x="65" y="84"/>
                  <a:pt x="63" y="82"/>
                </a:cubicBezTo>
                <a:cubicBezTo>
                  <a:pt x="61" y="81"/>
                  <a:pt x="60" y="79"/>
                  <a:pt x="60" y="76"/>
                </a:cubicBezTo>
                <a:cubicBezTo>
                  <a:pt x="60" y="58"/>
                  <a:pt x="60" y="58"/>
                  <a:pt x="60" y="58"/>
                </a:cubicBezTo>
                <a:cubicBezTo>
                  <a:pt x="60" y="55"/>
                  <a:pt x="61" y="53"/>
                  <a:pt x="63" y="51"/>
                </a:cubicBezTo>
                <a:cubicBezTo>
                  <a:pt x="65" y="50"/>
                  <a:pt x="67" y="49"/>
                  <a:pt x="69" y="49"/>
                </a:cubicBezTo>
                <a:cubicBezTo>
                  <a:pt x="160" y="49"/>
                  <a:pt x="160" y="49"/>
                  <a:pt x="160" y="49"/>
                </a:cubicBezTo>
                <a:cubicBezTo>
                  <a:pt x="163" y="49"/>
                  <a:pt x="165" y="50"/>
                  <a:pt x="167" y="51"/>
                </a:cubicBezTo>
                <a:cubicBezTo>
                  <a:pt x="168" y="53"/>
                  <a:pt x="169" y="55"/>
                  <a:pt x="169" y="58"/>
                </a:cubicBezTo>
                <a:close/>
                <a:moveTo>
                  <a:pt x="169" y="106"/>
                </a:moveTo>
                <a:cubicBezTo>
                  <a:pt x="169" y="124"/>
                  <a:pt x="169" y="124"/>
                  <a:pt x="169" y="124"/>
                </a:cubicBezTo>
                <a:cubicBezTo>
                  <a:pt x="169" y="127"/>
                  <a:pt x="168" y="129"/>
                  <a:pt x="167" y="131"/>
                </a:cubicBezTo>
                <a:cubicBezTo>
                  <a:pt x="165" y="133"/>
                  <a:pt x="163" y="133"/>
                  <a:pt x="160" y="133"/>
                </a:cubicBezTo>
                <a:cubicBezTo>
                  <a:pt x="69" y="133"/>
                  <a:pt x="69" y="133"/>
                  <a:pt x="69" y="133"/>
                </a:cubicBezTo>
                <a:cubicBezTo>
                  <a:pt x="67" y="133"/>
                  <a:pt x="65" y="133"/>
                  <a:pt x="63" y="131"/>
                </a:cubicBezTo>
                <a:cubicBezTo>
                  <a:pt x="61" y="129"/>
                  <a:pt x="60" y="127"/>
                  <a:pt x="60" y="124"/>
                </a:cubicBezTo>
                <a:cubicBezTo>
                  <a:pt x="60" y="106"/>
                  <a:pt x="60" y="106"/>
                  <a:pt x="60" y="106"/>
                </a:cubicBezTo>
                <a:cubicBezTo>
                  <a:pt x="60" y="104"/>
                  <a:pt x="61" y="102"/>
                  <a:pt x="63" y="100"/>
                </a:cubicBezTo>
                <a:cubicBezTo>
                  <a:pt x="65" y="98"/>
                  <a:pt x="67" y="97"/>
                  <a:pt x="69" y="97"/>
                </a:cubicBezTo>
                <a:cubicBezTo>
                  <a:pt x="160" y="97"/>
                  <a:pt x="160" y="97"/>
                  <a:pt x="160" y="97"/>
                </a:cubicBezTo>
                <a:cubicBezTo>
                  <a:pt x="163" y="97"/>
                  <a:pt x="165" y="98"/>
                  <a:pt x="167" y="100"/>
                </a:cubicBezTo>
                <a:cubicBezTo>
                  <a:pt x="168" y="102"/>
                  <a:pt x="169" y="104"/>
                  <a:pt x="169" y="106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5" name="Freeform 17"/>
          <p:cNvSpPr>
            <a:spLocks/>
          </p:cNvSpPr>
          <p:nvPr/>
        </p:nvSpPr>
        <p:spPr bwMode="auto">
          <a:xfrm>
            <a:off x="4353076" y="1424584"/>
            <a:ext cx="209627" cy="159921"/>
          </a:xfrm>
          <a:custGeom>
            <a:avLst/>
            <a:gdLst>
              <a:gd name="T0" fmla="*/ 147 w 147"/>
              <a:gd name="T1" fmla="*/ 22 h 112"/>
              <a:gd name="T2" fmla="*/ 144 w 147"/>
              <a:gd name="T3" fmla="*/ 28 h 112"/>
              <a:gd name="T4" fmla="*/ 76 w 147"/>
              <a:gd name="T5" fmla="*/ 97 h 112"/>
              <a:gd name="T6" fmla="*/ 63 w 147"/>
              <a:gd name="T7" fmla="*/ 110 h 112"/>
              <a:gd name="T8" fmla="*/ 56 w 147"/>
              <a:gd name="T9" fmla="*/ 112 h 112"/>
              <a:gd name="T10" fmla="*/ 50 w 147"/>
              <a:gd name="T11" fmla="*/ 110 h 112"/>
              <a:gd name="T12" fmla="*/ 37 w 147"/>
              <a:gd name="T13" fmla="*/ 97 h 112"/>
              <a:gd name="T14" fmla="*/ 3 w 147"/>
              <a:gd name="T15" fmla="*/ 62 h 112"/>
              <a:gd name="T16" fmla="*/ 0 w 147"/>
              <a:gd name="T17" fmla="*/ 56 h 112"/>
              <a:gd name="T18" fmla="*/ 3 w 147"/>
              <a:gd name="T19" fmla="*/ 50 h 112"/>
              <a:gd name="T20" fmla="*/ 16 w 147"/>
              <a:gd name="T21" fmla="*/ 37 h 112"/>
              <a:gd name="T22" fmla="*/ 22 w 147"/>
              <a:gd name="T23" fmla="*/ 34 h 112"/>
              <a:gd name="T24" fmla="*/ 29 w 147"/>
              <a:gd name="T25" fmla="*/ 37 h 112"/>
              <a:gd name="T26" fmla="*/ 56 w 147"/>
              <a:gd name="T27" fmla="*/ 65 h 112"/>
              <a:gd name="T28" fmla="*/ 119 w 147"/>
              <a:gd name="T29" fmla="*/ 2 h 112"/>
              <a:gd name="T30" fmla="*/ 125 w 147"/>
              <a:gd name="T31" fmla="*/ 0 h 112"/>
              <a:gd name="T32" fmla="*/ 131 w 147"/>
              <a:gd name="T33" fmla="*/ 2 h 112"/>
              <a:gd name="T34" fmla="*/ 144 w 147"/>
              <a:gd name="T35" fmla="*/ 15 h 112"/>
              <a:gd name="T36" fmla="*/ 147 w 147"/>
              <a:gd name="T37" fmla="*/ 22 h 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47" h="112">
                <a:moveTo>
                  <a:pt x="147" y="22"/>
                </a:moveTo>
                <a:cubicBezTo>
                  <a:pt x="147" y="24"/>
                  <a:pt x="146" y="26"/>
                  <a:pt x="144" y="28"/>
                </a:cubicBezTo>
                <a:cubicBezTo>
                  <a:pt x="76" y="97"/>
                  <a:pt x="76" y="97"/>
                  <a:pt x="76" y="97"/>
                </a:cubicBezTo>
                <a:cubicBezTo>
                  <a:pt x="63" y="110"/>
                  <a:pt x="63" y="110"/>
                  <a:pt x="63" y="110"/>
                </a:cubicBezTo>
                <a:cubicBezTo>
                  <a:pt x="61" y="111"/>
                  <a:pt x="59" y="112"/>
                  <a:pt x="56" y="112"/>
                </a:cubicBezTo>
                <a:cubicBezTo>
                  <a:pt x="54" y="112"/>
                  <a:pt x="52" y="111"/>
                  <a:pt x="50" y="110"/>
                </a:cubicBezTo>
                <a:cubicBezTo>
                  <a:pt x="37" y="97"/>
                  <a:pt x="37" y="97"/>
                  <a:pt x="37" y="97"/>
                </a:cubicBezTo>
                <a:cubicBezTo>
                  <a:pt x="3" y="62"/>
                  <a:pt x="3" y="62"/>
                  <a:pt x="3" y="62"/>
                </a:cubicBezTo>
                <a:cubicBezTo>
                  <a:pt x="1" y="61"/>
                  <a:pt x="0" y="59"/>
                  <a:pt x="0" y="56"/>
                </a:cubicBezTo>
                <a:cubicBezTo>
                  <a:pt x="0" y="53"/>
                  <a:pt x="1" y="51"/>
                  <a:pt x="3" y="50"/>
                </a:cubicBezTo>
                <a:cubicBezTo>
                  <a:pt x="16" y="37"/>
                  <a:pt x="16" y="37"/>
                  <a:pt x="16" y="37"/>
                </a:cubicBezTo>
                <a:cubicBezTo>
                  <a:pt x="18" y="35"/>
                  <a:pt x="20" y="34"/>
                  <a:pt x="22" y="34"/>
                </a:cubicBezTo>
                <a:cubicBezTo>
                  <a:pt x="25" y="34"/>
                  <a:pt x="27" y="35"/>
                  <a:pt x="29" y="37"/>
                </a:cubicBezTo>
                <a:cubicBezTo>
                  <a:pt x="56" y="65"/>
                  <a:pt x="56" y="65"/>
                  <a:pt x="56" y="65"/>
                </a:cubicBezTo>
                <a:cubicBezTo>
                  <a:pt x="119" y="2"/>
                  <a:pt x="119" y="2"/>
                  <a:pt x="119" y="2"/>
                </a:cubicBezTo>
                <a:cubicBezTo>
                  <a:pt x="120" y="1"/>
                  <a:pt x="122" y="0"/>
                  <a:pt x="125" y="0"/>
                </a:cubicBezTo>
                <a:cubicBezTo>
                  <a:pt x="127" y="0"/>
                  <a:pt x="130" y="1"/>
                  <a:pt x="131" y="2"/>
                </a:cubicBezTo>
                <a:cubicBezTo>
                  <a:pt x="144" y="15"/>
                  <a:pt x="144" y="15"/>
                  <a:pt x="144" y="15"/>
                </a:cubicBezTo>
                <a:cubicBezTo>
                  <a:pt x="146" y="17"/>
                  <a:pt x="147" y="19"/>
                  <a:pt x="147" y="22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6" name="Freeform 18"/>
          <p:cNvSpPr>
            <a:spLocks/>
          </p:cNvSpPr>
          <p:nvPr/>
        </p:nvSpPr>
        <p:spPr bwMode="auto">
          <a:xfrm>
            <a:off x="4657791" y="1428905"/>
            <a:ext cx="162083" cy="159921"/>
          </a:xfrm>
          <a:custGeom>
            <a:avLst/>
            <a:gdLst>
              <a:gd name="T0" fmla="*/ 113 w 113"/>
              <a:gd name="T1" fmla="*/ 90 h 112"/>
              <a:gd name="T2" fmla="*/ 110 w 113"/>
              <a:gd name="T3" fmla="*/ 97 h 112"/>
              <a:gd name="T4" fmla="*/ 97 w 113"/>
              <a:gd name="T5" fmla="*/ 110 h 112"/>
              <a:gd name="T6" fmla="*/ 91 w 113"/>
              <a:gd name="T7" fmla="*/ 112 h 112"/>
              <a:gd name="T8" fmla="*/ 84 w 113"/>
              <a:gd name="T9" fmla="*/ 110 h 112"/>
              <a:gd name="T10" fmla="*/ 57 w 113"/>
              <a:gd name="T11" fmla="*/ 82 h 112"/>
              <a:gd name="T12" fmla="*/ 29 w 113"/>
              <a:gd name="T13" fmla="*/ 110 h 112"/>
              <a:gd name="T14" fmla="*/ 22 w 113"/>
              <a:gd name="T15" fmla="*/ 112 h 112"/>
              <a:gd name="T16" fmla="*/ 16 w 113"/>
              <a:gd name="T17" fmla="*/ 110 h 112"/>
              <a:gd name="T18" fmla="*/ 3 w 113"/>
              <a:gd name="T19" fmla="*/ 97 h 112"/>
              <a:gd name="T20" fmla="*/ 0 w 113"/>
              <a:gd name="T21" fmla="*/ 90 h 112"/>
              <a:gd name="T22" fmla="*/ 3 w 113"/>
              <a:gd name="T23" fmla="*/ 84 h 112"/>
              <a:gd name="T24" fmla="*/ 31 w 113"/>
              <a:gd name="T25" fmla="*/ 56 h 112"/>
              <a:gd name="T26" fmla="*/ 3 w 113"/>
              <a:gd name="T27" fmla="*/ 28 h 112"/>
              <a:gd name="T28" fmla="*/ 0 w 113"/>
              <a:gd name="T29" fmla="*/ 22 h 112"/>
              <a:gd name="T30" fmla="*/ 3 w 113"/>
              <a:gd name="T31" fmla="*/ 15 h 112"/>
              <a:gd name="T32" fmla="*/ 16 w 113"/>
              <a:gd name="T33" fmla="*/ 3 h 112"/>
              <a:gd name="T34" fmla="*/ 22 w 113"/>
              <a:gd name="T35" fmla="*/ 0 h 112"/>
              <a:gd name="T36" fmla="*/ 29 w 113"/>
              <a:gd name="T37" fmla="*/ 3 h 112"/>
              <a:gd name="T38" fmla="*/ 57 w 113"/>
              <a:gd name="T39" fmla="*/ 30 h 112"/>
              <a:gd name="T40" fmla="*/ 84 w 113"/>
              <a:gd name="T41" fmla="*/ 3 h 112"/>
              <a:gd name="T42" fmla="*/ 91 w 113"/>
              <a:gd name="T43" fmla="*/ 0 h 112"/>
              <a:gd name="T44" fmla="*/ 97 w 113"/>
              <a:gd name="T45" fmla="*/ 3 h 112"/>
              <a:gd name="T46" fmla="*/ 110 w 113"/>
              <a:gd name="T47" fmla="*/ 15 h 112"/>
              <a:gd name="T48" fmla="*/ 113 w 113"/>
              <a:gd name="T49" fmla="*/ 22 h 112"/>
              <a:gd name="T50" fmla="*/ 110 w 113"/>
              <a:gd name="T51" fmla="*/ 28 h 112"/>
              <a:gd name="T52" fmla="*/ 82 w 113"/>
              <a:gd name="T53" fmla="*/ 56 h 112"/>
              <a:gd name="T54" fmla="*/ 110 w 113"/>
              <a:gd name="T55" fmla="*/ 84 h 112"/>
              <a:gd name="T56" fmla="*/ 113 w 113"/>
              <a:gd name="T57" fmla="*/ 90 h 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113" h="112">
                <a:moveTo>
                  <a:pt x="113" y="90"/>
                </a:moveTo>
                <a:cubicBezTo>
                  <a:pt x="113" y="93"/>
                  <a:pt x="112" y="95"/>
                  <a:pt x="110" y="97"/>
                </a:cubicBezTo>
                <a:cubicBezTo>
                  <a:pt x="97" y="110"/>
                  <a:pt x="97" y="110"/>
                  <a:pt x="97" y="110"/>
                </a:cubicBezTo>
                <a:cubicBezTo>
                  <a:pt x="95" y="111"/>
                  <a:pt x="93" y="112"/>
                  <a:pt x="91" y="112"/>
                </a:cubicBezTo>
                <a:cubicBezTo>
                  <a:pt x="88" y="112"/>
                  <a:pt x="86" y="111"/>
                  <a:pt x="84" y="110"/>
                </a:cubicBezTo>
                <a:cubicBezTo>
                  <a:pt x="57" y="82"/>
                  <a:pt x="57" y="82"/>
                  <a:pt x="57" y="82"/>
                </a:cubicBezTo>
                <a:cubicBezTo>
                  <a:pt x="29" y="110"/>
                  <a:pt x="29" y="110"/>
                  <a:pt x="29" y="110"/>
                </a:cubicBezTo>
                <a:cubicBezTo>
                  <a:pt x="27" y="111"/>
                  <a:pt x="25" y="112"/>
                  <a:pt x="22" y="112"/>
                </a:cubicBezTo>
                <a:cubicBezTo>
                  <a:pt x="20" y="112"/>
                  <a:pt x="18" y="111"/>
                  <a:pt x="16" y="110"/>
                </a:cubicBezTo>
                <a:cubicBezTo>
                  <a:pt x="3" y="97"/>
                  <a:pt x="3" y="97"/>
                  <a:pt x="3" y="97"/>
                </a:cubicBezTo>
                <a:cubicBezTo>
                  <a:pt x="1" y="95"/>
                  <a:pt x="0" y="93"/>
                  <a:pt x="0" y="90"/>
                </a:cubicBezTo>
                <a:cubicBezTo>
                  <a:pt x="0" y="88"/>
                  <a:pt x="1" y="86"/>
                  <a:pt x="3" y="84"/>
                </a:cubicBezTo>
                <a:cubicBezTo>
                  <a:pt x="31" y="56"/>
                  <a:pt x="31" y="56"/>
                  <a:pt x="31" y="56"/>
                </a:cubicBezTo>
                <a:cubicBezTo>
                  <a:pt x="3" y="28"/>
                  <a:pt x="3" y="28"/>
                  <a:pt x="3" y="28"/>
                </a:cubicBezTo>
                <a:cubicBezTo>
                  <a:pt x="1" y="26"/>
                  <a:pt x="0" y="24"/>
                  <a:pt x="0" y="22"/>
                </a:cubicBezTo>
                <a:cubicBezTo>
                  <a:pt x="0" y="19"/>
                  <a:pt x="1" y="17"/>
                  <a:pt x="3" y="15"/>
                </a:cubicBezTo>
                <a:cubicBezTo>
                  <a:pt x="16" y="3"/>
                  <a:pt x="16" y="3"/>
                  <a:pt x="16" y="3"/>
                </a:cubicBezTo>
                <a:cubicBezTo>
                  <a:pt x="18" y="1"/>
                  <a:pt x="20" y="0"/>
                  <a:pt x="22" y="0"/>
                </a:cubicBezTo>
                <a:cubicBezTo>
                  <a:pt x="25" y="0"/>
                  <a:pt x="27" y="1"/>
                  <a:pt x="29" y="3"/>
                </a:cubicBezTo>
                <a:cubicBezTo>
                  <a:pt x="57" y="30"/>
                  <a:pt x="57" y="30"/>
                  <a:pt x="57" y="30"/>
                </a:cubicBezTo>
                <a:cubicBezTo>
                  <a:pt x="84" y="3"/>
                  <a:pt x="84" y="3"/>
                  <a:pt x="84" y="3"/>
                </a:cubicBezTo>
                <a:cubicBezTo>
                  <a:pt x="86" y="1"/>
                  <a:pt x="88" y="0"/>
                  <a:pt x="91" y="0"/>
                </a:cubicBezTo>
                <a:cubicBezTo>
                  <a:pt x="93" y="0"/>
                  <a:pt x="95" y="1"/>
                  <a:pt x="97" y="3"/>
                </a:cubicBezTo>
                <a:cubicBezTo>
                  <a:pt x="110" y="15"/>
                  <a:pt x="110" y="15"/>
                  <a:pt x="110" y="15"/>
                </a:cubicBezTo>
                <a:cubicBezTo>
                  <a:pt x="112" y="17"/>
                  <a:pt x="113" y="19"/>
                  <a:pt x="113" y="22"/>
                </a:cubicBezTo>
                <a:cubicBezTo>
                  <a:pt x="113" y="24"/>
                  <a:pt x="112" y="26"/>
                  <a:pt x="110" y="28"/>
                </a:cubicBezTo>
                <a:cubicBezTo>
                  <a:pt x="82" y="56"/>
                  <a:pt x="82" y="56"/>
                  <a:pt x="82" y="56"/>
                </a:cubicBezTo>
                <a:cubicBezTo>
                  <a:pt x="110" y="84"/>
                  <a:pt x="110" y="84"/>
                  <a:pt x="110" y="84"/>
                </a:cubicBezTo>
                <a:cubicBezTo>
                  <a:pt x="112" y="86"/>
                  <a:pt x="113" y="88"/>
                  <a:pt x="113" y="9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7" name="Freeform 19"/>
          <p:cNvSpPr>
            <a:spLocks noEditPoints="1"/>
          </p:cNvSpPr>
          <p:nvPr/>
        </p:nvSpPr>
        <p:spPr bwMode="auto">
          <a:xfrm>
            <a:off x="4897672" y="1394327"/>
            <a:ext cx="224755" cy="226915"/>
          </a:xfrm>
          <a:custGeom>
            <a:avLst/>
            <a:gdLst>
              <a:gd name="T0" fmla="*/ 157 w 157"/>
              <a:gd name="T1" fmla="*/ 146 h 158"/>
              <a:gd name="T2" fmla="*/ 153 w 157"/>
              <a:gd name="T3" fmla="*/ 154 h 158"/>
              <a:gd name="T4" fmla="*/ 145 w 157"/>
              <a:gd name="T5" fmla="*/ 158 h 158"/>
              <a:gd name="T6" fmla="*/ 136 w 157"/>
              <a:gd name="T7" fmla="*/ 154 h 158"/>
              <a:gd name="T8" fmla="*/ 104 w 157"/>
              <a:gd name="T9" fmla="*/ 122 h 158"/>
              <a:gd name="T10" fmla="*/ 66 w 157"/>
              <a:gd name="T11" fmla="*/ 133 h 158"/>
              <a:gd name="T12" fmla="*/ 40 w 157"/>
              <a:gd name="T13" fmla="*/ 128 h 158"/>
              <a:gd name="T14" fmla="*/ 19 w 157"/>
              <a:gd name="T15" fmla="*/ 114 h 158"/>
              <a:gd name="T16" fmla="*/ 5 w 157"/>
              <a:gd name="T17" fmla="*/ 93 h 158"/>
              <a:gd name="T18" fmla="*/ 0 w 157"/>
              <a:gd name="T19" fmla="*/ 67 h 158"/>
              <a:gd name="T20" fmla="*/ 5 w 157"/>
              <a:gd name="T21" fmla="*/ 41 h 158"/>
              <a:gd name="T22" fmla="*/ 19 w 157"/>
              <a:gd name="T23" fmla="*/ 20 h 158"/>
              <a:gd name="T24" fmla="*/ 40 w 157"/>
              <a:gd name="T25" fmla="*/ 6 h 158"/>
              <a:gd name="T26" fmla="*/ 66 w 157"/>
              <a:gd name="T27" fmla="*/ 0 h 158"/>
              <a:gd name="T28" fmla="*/ 92 w 157"/>
              <a:gd name="T29" fmla="*/ 6 h 158"/>
              <a:gd name="T30" fmla="*/ 113 w 157"/>
              <a:gd name="T31" fmla="*/ 20 h 158"/>
              <a:gd name="T32" fmla="*/ 128 w 157"/>
              <a:gd name="T33" fmla="*/ 41 h 158"/>
              <a:gd name="T34" fmla="*/ 133 w 157"/>
              <a:gd name="T35" fmla="*/ 67 h 158"/>
              <a:gd name="T36" fmla="*/ 121 w 157"/>
              <a:gd name="T37" fmla="*/ 105 h 158"/>
              <a:gd name="T38" fmla="*/ 154 w 157"/>
              <a:gd name="T39" fmla="*/ 137 h 158"/>
              <a:gd name="T40" fmla="*/ 157 w 157"/>
              <a:gd name="T41" fmla="*/ 146 h 158"/>
              <a:gd name="T42" fmla="*/ 96 w 157"/>
              <a:gd name="T43" fmla="*/ 97 h 158"/>
              <a:gd name="T44" fmla="*/ 109 w 157"/>
              <a:gd name="T45" fmla="*/ 67 h 158"/>
              <a:gd name="T46" fmla="*/ 96 w 157"/>
              <a:gd name="T47" fmla="*/ 37 h 158"/>
              <a:gd name="T48" fmla="*/ 66 w 157"/>
              <a:gd name="T49" fmla="*/ 25 h 158"/>
              <a:gd name="T50" fmla="*/ 36 w 157"/>
              <a:gd name="T51" fmla="*/ 37 h 158"/>
              <a:gd name="T52" fmla="*/ 24 w 157"/>
              <a:gd name="T53" fmla="*/ 67 h 158"/>
              <a:gd name="T54" fmla="*/ 36 w 157"/>
              <a:gd name="T55" fmla="*/ 97 h 158"/>
              <a:gd name="T56" fmla="*/ 66 w 157"/>
              <a:gd name="T57" fmla="*/ 109 h 158"/>
              <a:gd name="T58" fmla="*/ 96 w 157"/>
              <a:gd name="T59" fmla="*/ 97 h 158"/>
              <a:gd name="T60" fmla="*/ 97 w 157"/>
              <a:gd name="T61" fmla="*/ 64 h 158"/>
              <a:gd name="T62" fmla="*/ 97 w 157"/>
              <a:gd name="T63" fmla="*/ 70 h 158"/>
              <a:gd name="T64" fmla="*/ 96 w 157"/>
              <a:gd name="T65" fmla="*/ 72 h 158"/>
              <a:gd name="T66" fmla="*/ 93 w 157"/>
              <a:gd name="T67" fmla="*/ 73 h 158"/>
              <a:gd name="T68" fmla="*/ 72 w 157"/>
              <a:gd name="T69" fmla="*/ 73 h 158"/>
              <a:gd name="T70" fmla="*/ 72 w 157"/>
              <a:gd name="T71" fmla="*/ 94 h 158"/>
              <a:gd name="T72" fmla="*/ 71 w 157"/>
              <a:gd name="T73" fmla="*/ 96 h 158"/>
              <a:gd name="T74" fmla="*/ 69 w 157"/>
              <a:gd name="T75" fmla="*/ 97 h 158"/>
              <a:gd name="T76" fmla="*/ 63 w 157"/>
              <a:gd name="T77" fmla="*/ 97 h 158"/>
              <a:gd name="T78" fmla="*/ 61 w 157"/>
              <a:gd name="T79" fmla="*/ 96 h 158"/>
              <a:gd name="T80" fmla="*/ 60 w 157"/>
              <a:gd name="T81" fmla="*/ 94 h 158"/>
              <a:gd name="T82" fmla="*/ 60 w 157"/>
              <a:gd name="T83" fmla="*/ 73 h 158"/>
              <a:gd name="T84" fmla="*/ 39 w 157"/>
              <a:gd name="T85" fmla="*/ 73 h 158"/>
              <a:gd name="T86" fmla="*/ 37 w 157"/>
              <a:gd name="T87" fmla="*/ 72 h 158"/>
              <a:gd name="T88" fmla="*/ 36 w 157"/>
              <a:gd name="T89" fmla="*/ 70 h 158"/>
              <a:gd name="T90" fmla="*/ 36 w 157"/>
              <a:gd name="T91" fmla="*/ 64 h 158"/>
              <a:gd name="T92" fmla="*/ 37 w 157"/>
              <a:gd name="T93" fmla="*/ 62 h 158"/>
              <a:gd name="T94" fmla="*/ 39 w 157"/>
              <a:gd name="T95" fmla="*/ 61 h 158"/>
              <a:gd name="T96" fmla="*/ 60 w 157"/>
              <a:gd name="T97" fmla="*/ 61 h 158"/>
              <a:gd name="T98" fmla="*/ 60 w 157"/>
              <a:gd name="T99" fmla="*/ 40 h 158"/>
              <a:gd name="T100" fmla="*/ 61 w 157"/>
              <a:gd name="T101" fmla="*/ 38 h 158"/>
              <a:gd name="T102" fmla="*/ 63 w 157"/>
              <a:gd name="T103" fmla="*/ 37 h 158"/>
              <a:gd name="T104" fmla="*/ 69 w 157"/>
              <a:gd name="T105" fmla="*/ 37 h 158"/>
              <a:gd name="T106" fmla="*/ 71 w 157"/>
              <a:gd name="T107" fmla="*/ 38 h 158"/>
              <a:gd name="T108" fmla="*/ 72 w 157"/>
              <a:gd name="T109" fmla="*/ 40 h 158"/>
              <a:gd name="T110" fmla="*/ 72 w 157"/>
              <a:gd name="T111" fmla="*/ 61 h 158"/>
              <a:gd name="T112" fmla="*/ 93 w 157"/>
              <a:gd name="T113" fmla="*/ 61 h 158"/>
              <a:gd name="T114" fmla="*/ 96 w 157"/>
              <a:gd name="T115" fmla="*/ 62 h 158"/>
              <a:gd name="T116" fmla="*/ 97 w 157"/>
              <a:gd name="T117" fmla="*/ 64 h 1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57" h="158">
                <a:moveTo>
                  <a:pt x="157" y="146"/>
                </a:moveTo>
                <a:cubicBezTo>
                  <a:pt x="157" y="149"/>
                  <a:pt x="156" y="152"/>
                  <a:pt x="153" y="154"/>
                </a:cubicBezTo>
                <a:cubicBezTo>
                  <a:pt x="151" y="156"/>
                  <a:pt x="148" y="158"/>
                  <a:pt x="145" y="158"/>
                </a:cubicBezTo>
                <a:cubicBezTo>
                  <a:pt x="142" y="158"/>
                  <a:pt x="139" y="156"/>
                  <a:pt x="136" y="154"/>
                </a:cubicBezTo>
                <a:cubicBezTo>
                  <a:pt x="104" y="122"/>
                  <a:pt x="104" y="122"/>
                  <a:pt x="104" y="122"/>
                </a:cubicBezTo>
                <a:cubicBezTo>
                  <a:pt x="93" y="130"/>
                  <a:pt x="80" y="133"/>
                  <a:pt x="66" y="133"/>
                </a:cubicBezTo>
                <a:cubicBezTo>
                  <a:pt x="57" y="133"/>
                  <a:pt x="49" y="132"/>
                  <a:pt x="40" y="128"/>
                </a:cubicBezTo>
                <a:cubicBezTo>
                  <a:pt x="32" y="125"/>
                  <a:pt x="25" y="120"/>
                  <a:pt x="19" y="114"/>
                </a:cubicBezTo>
                <a:cubicBezTo>
                  <a:pt x="13" y="108"/>
                  <a:pt x="8" y="101"/>
                  <a:pt x="5" y="93"/>
                </a:cubicBezTo>
                <a:cubicBezTo>
                  <a:pt x="1" y="85"/>
                  <a:pt x="0" y="76"/>
                  <a:pt x="0" y="67"/>
                </a:cubicBezTo>
                <a:cubicBezTo>
                  <a:pt x="0" y="58"/>
                  <a:pt x="1" y="49"/>
                  <a:pt x="5" y="41"/>
                </a:cubicBezTo>
                <a:cubicBezTo>
                  <a:pt x="8" y="33"/>
                  <a:pt x="13" y="26"/>
                  <a:pt x="19" y="20"/>
                </a:cubicBezTo>
                <a:cubicBezTo>
                  <a:pt x="25" y="14"/>
                  <a:pt x="32" y="9"/>
                  <a:pt x="40" y="6"/>
                </a:cubicBezTo>
                <a:cubicBezTo>
                  <a:pt x="49" y="2"/>
                  <a:pt x="57" y="0"/>
                  <a:pt x="66" y="0"/>
                </a:cubicBezTo>
                <a:cubicBezTo>
                  <a:pt x="75" y="0"/>
                  <a:pt x="84" y="2"/>
                  <a:pt x="92" y="6"/>
                </a:cubicBezTo>
                <a:cubicBezTo>
                  <a:pt x="100" y="9"/>
                  <a:pt x="107" y="14"/>
                  <a:pt x="113" y="20"/>
                </a:cubicBezTo>
                <a:cubicBezTo>
                  <a:pt x="119" y="26"/>
                  <a:pt x="124" y="33"/>
                  <a:pt x="128" y="41"/>
                </a:cubicBezTo>
                <a:cubicBezTo>
                  <a:pt x="131" y="49"/>
                  <a:pt x="133" y="58"/>
                  <a:pt x="133" y="67"/>
                </a:cubicBezTo>
                <a:cubicBezTo>
                  <a:pt x="133" y="81"/>
                  <a:pt x="129" y="93"/>
                  <a:pt x="121" y="105"/>
                </a:cubicBezTo>
                <a:cubicBezTo>
                  <a:pt x="154" y="137"/>
                  <a:pt x="154" y="137"/>
                  <a:pt x="154" y="137"/>
                </a:cubicBezTo>
                <a:cubicBezTo>
                  <a:pt x="156" y="139"/>
                  <a:pt x="157" y="142"/>
                  <a:pt x="157" y="146"/>
                </a:cubicBezTo>
                <a:close/>
                <a:moveTo>
                  <a:pt x="96" y="97"/>
                </a:moveTo>
                <a:cubicBezTo>
                  <a:pt x="104" y="89"/>
                  <a:pt x="109" y="79"/>
                  <a:pt x="109" y="67"/>
                </a:cubicBezTo>
                <a:cubicBezTo>
                  <a:pt x="109" y="55"/>
                  <a:pt x="104" y="45"/>
                  <a:pt x="96" y="37"/>
                </a:cubicBezTo>
                <a:cubicBezTo>
                  <a:pt x="88" y="29"/>
                  <a:pt x="78" y="25"/>
                  <a:pt x="66" y="25"/>
                </a:cubicBezTo>
                <a:cubicBezTo>
                  <a:pt x="55" y="25"/>
                  <a:pt x="45" y="29"/>
                  <a:pt x="36" y="37"/>
                </a:cubicBezTo>
                <a:cubicBezTo>
                  <a:pt x="28" y="45"/>
                  <a:pt x="24" y="55"/>
                  <a:pt x="24" y="67"/>
                </a:cubicBezTo>
                <a:cubicBezTo>
                  <a:pt x="24" y="79"/>
                  <a:pt x="28" y="89"/>
                  <a:pt x="36" y="97"/>
                </a:cubicBezTo>
                <a:cubicBezTo>
                  <a:pt x="45" y="105"/>
                  <a:pt x="55" y="109"/>
                  <a:pt x="66" y="109"/>
                </a:cubicBezTo>
                <a:cubicBezTo>
                  <a:pt x="78" y="109"/>
                  <a:pt x="88" y="105"/>
                  <a:pt x="96" y="97"/>
                </a:cubicBezTo>
                <a:close/>
                <a:moveTo>
                  <a:pt x="97" y="64"/>
                </a:moveTo>
                <a:cubicBezTo>
                  <a:pt x="97" y="70"/>
                  <a:pt x="97" y="70"/>
                  <a:pt x="97" y="70"/>
                </a:cubicBezTo>
                <a:cubicBezTo>
                  <a:pt x="97" y="71"/>
                  <a:pt x="96" y="71"/>
                  <a:pt x="96" y="72"/>
                </a:cubicBezTo>
                <a:cubicBezTo>
                  <a:pt x="95" y="73"/>
                  <a:pt x="94" y="73"/>
                  <a:pt x="93" y="73"/>
                </a:cubicBezTo>
                <a:cubicBezTo>
                  <a:pt x="72" y="73"/>
                  <a:pt x="72" y="73"/>
                  <a:pt x="72" y="73"/>
                </a:cubicBezTo>
                <a:cubicBezTo>
                  <a:pt x="72" y="94"/>
                  <a:pt x="72" y="94"/>
                  <a:pt x="72" y="94"/>
                </a:cubicBezTo>
                <a:cubicBezTo>
                  <a:pt x="72" y="95"/>
                  <a:pt x="72" y="96"/>
                  <a:pt x="71" y="96"/>
                </a:cubicBezTo>
                <a:cubicBezTo>
                  <a:pt x="71" y="97"/>
                  <a:pt x="70" y="97"/>
                  <a:pt x="69" y="97"/>
                </a:cubicBezTo>
                <a:cubicBezTo>
                  <a:pt x="63" y="97"/>
                  <a:pt x="63" y="97"/>
                  <a:pt x="63" y="97"/>
                </a:cubicBezTo>
                <a:cubicBezTo>
                  <a:pt x="62" y="97"/>
                  <a:pt x="62" y="97"/>
                  <a:pt x="61" y="96"/>
                </a:cubicBezTo>
                <a:cubicBezTo>
                  <a:pt x="61" y="96"/>
                  <a:pt x="60" y="95"/>
                  <a:pt x="60" y="94"/>
                </a:cubicBezTo>
                <a:cubicBezTo>
                  <a:pt x="60" y="73"/>
                  <a:pt x="60" y="73"/>
                  <a:pt x="60" y="73"/>
                </a:cubicBezTo>
                <a:cubicBezTo>
                  <a:pt x="39" y="73"/>
                  <a:pt x="39" y="73"/>
                  <a:pt x="39" y="73"/>
                </a:cubicBezTo>
                <a:cubicBezTo>
                  <a:pt x="38" y="73"/>
                  <a:pt x="37" y="73"/>
                  <a:pt x="37" y="72"/>
                </a:cubicBezTo>
                <a:cubicBezTo>
                  <a:pt x="36" y="71"/>
                  <a:pt x="36" y="71"/>
                  <a:pt x="36" y="70"/>
                </a:cubicBezTo>
                <a:cubicBezTo>
                  <a:pt x="36" y="64"/>
                  <a:pt x="36" y="64"/>
                  <a:pt x="36" y="64"/>
                </a:cubicBezTo>
                <a:cubicBezTo>
                  <a:pt x="36" y="63"/>
                  <a:pt x="36" y="62"/>
                  <a:pt x="37" y="62"/>
                </a:cubicBezTo>
                <a:cubicBezTo>
                  <a:pt x="37" y="61"/>
                  <a:pt x="38" y="61"/>
                  <a:pt x="39" y="61"/>
                </a:cubicBezTo>
                <a:cubicBezTo>
                  <a:pt x="60" y="61"/>
                  <a:pt x="60" y="61"/>
                  <a:pt x="60" y="61"/>
                </a:cubicBezTo>
                <a:cubicBezTo>
                  <a:pt x="60" y="40"/>
                  <a:pt x="60" y="40"/>
                  <a:pt x="60" y="40"/>
                </a:cubicBezTo>
                <a:cubicBezTo>
                  <a:pt x="60" y="39"/>
                  <a:pt x="61" y="38"/>
                  <a:pt x="61" y="38"/>
                </a:cubicBezTo>
                <a:cubicBezTo>
                  <a:pt x="62" y="37"/>
                  <a:pt x="62" y="37"/>
                  <a:pt x="63" y="37"/>
                </a:cubicBezTo>
                <a:cubicBezTo>
                  <a:pt x="69" y="37"/>
                  <a:pt x="69" y="37"/>
                  <a:pt x="69" y="37"/>
                </a:cubicBezTo>
                <a:cubicBezTo>
                  <a:pt x="70" y="37"/>
                  <a:pt x="71" y="37"/>
                  <a:pt x="71" y="38"/>
                </a:cubicBezTo>
                <a:cubicBezTo>
                  <a:pt x="72" y="38"/>
                  <a:pt x="72" y="39"/>
                  <a:pt x="72" y="40"/>
                </a:cubicBezTo>
                <a:cubicBezTo>
                  <a:pt x="72" y="61"/>
                  <a:pt x="72" y="61"/>
                  <a:pt x="72" y="61"/>
                </a:cubicBezTo>
                <a:cubicBezTo>
                  <a:pt x="93" y="61"/>
                  <a:pt x="93" y="61"/>
                  <a:pt x="93" y="61"/>
                </a:cubicBezTo>
                <a:cubicBezTo>
                  <a:pt x="94" y="61"/>
                  <a:pt x="95" y="61"/>
                  <a:pt x="96" y="62"/>
                </a:cubicBezTo>
                <a:cubicBezTo>
                  <a:pt x="96" y="62"/>
                  <a:pt x="97" y="63"/>
                  <a:pt x="97" y="6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8" name="Freeform 20"/>
          <p:cNvSpPr>
            <a:spLocks noEditPoints="1"/>
          </p:cNvSpPr>
          <p:nvPr/>
        </p:nvSpPr>
        <p:spPr bwMode="auto">
          <a:xfrm>
            <a:off x="5187260" y="1394327"/>
            <a:ext cx="224755" cy="226915"/>
          </a:xfrm>
          <a:custGeom>
            <a:avLst/>
            <a:gdLst>
              <a:gd name="T0" fmla="*/ 157 w 157"/>
              <a:gd name="T1" fmla="*/ 146 h 158"/>
              <a:gd name="T2" fmla="*/ 153 w 157"/>
              <a:gd name="T3" fmla="*/ 154 h 158"/>
              <a:gd name="T4" fmla="*/ 145 w 157"/>
              <a:gd name="T5" fmla="*/ 158 h 158"/>
              <a:gd name="T6" fmla="*/ 136 w 157"/>
              <a:gd name="T7" fmla="*/ 154 h 158"/>
              <a:gd name="T8" fmla="*/ 104 w 157"/>
              <a:gd name="T9" fmla="*/ 122 h 158"/>
              <a:gd name="T10" fmla="*/ 66 w 157"/>
              <a:gd name="T11" fmla="*/ 133 h 158"/>
              <a:gd name="T12" fmla="*/ 40 w 157"/>
              <a:gd name="T13" fmla="*/ 128 h 158"/>
              <a:gd name="T14" fmla="*/ 19 w 157"/>
              <a:gd name="T15" fmla="*/ 114 h 158"/>
              <a:gd name="T16" fmla="*/ 5 w 157"/>
              <a:gd name="T17" fmla="*/ 93 h 158"/>
              <a:gd name="T18" fmla="*/ 0 w 157"/>
              <a:gd name="T19" fmla="*/ 67 h 158"/>
              <a:gd name="T20" fmla="*/ 5 w 157"/>
              <a:gd name="T21" fmla="*/ 41 h 158"/>
              <a:gd name="T22" fmla="*/ 19 w 157"/>
              <a:gd name="T23" fmla="*/ 20 h 158"/>
              <a:gd name="T24" fmla="*/ 40 w 157"/>
              <a:gd name="T25" fmla="*/ 6 h 158"/>
              <a:gd name="T26" fmla="*/ 66 w 157"/>
              <a:gd name="T27" fmla="*/ 0 h 158"/>
              <a:gd name="T28" fmla="*/ 92 w 157"/>
              <a:gd name="T29" fmla="*/ 6 h 158"/>
              <a:gd name="T30" fmla="*/ 113 w 157"/>
              <a:gd name="T31" fmla="*/ 20 h 158"/>
              <a:gd name="T32" fmla="*/ 128 w 157"/>
              <a:gd name="T33" fmla="*/ 41 h 158"/>
              <a:gd name="T34" fmla="*/ 133 w 157"/>
              <a:gd name="T35" fmla="*/ 67 h 158"/>
              <a:gd name="T36" fmla="*/ 121 w 157"/>
              <a:gd name="T37" fmla="*/ 105 h 158"/>
              <a:gd name="T38" fmla="*/ 153 w 157"/>
              <a:gd name="T39" fmla="*/ 137 h 158"/>
              <a:gd name="T40" fmla="*/ 157 w 157"/>
              <a:gd name="T41" fmla="*/ 146 h 158"/>
              <a:gd name="T42" fmla="*/ 96 w 157"/>
              <a:gd name="T43" fmla="*/ 97 h 158"/>
              <a:gd name="T44" fmla="*/ 109 w 157"/>
              <a:gd name="T45" fmla="*/ 67 h 158"/>
              <a:gd name="T46" fmla="*/ 96 w 157"/>
              <a:gd name="T47" fmla="*/ 37 h 158"/>
              <a:gd name="T48" fmla="*/ 66 w 157"/>
              <a:gd name="T49" fmla="*/ 25 h 158"/>
              <a:gd name="T50" fmla="*/ 36 w 157"/>
              <a:gd name="T51" fmla="*/ 37 h 158"/>
              <a:gd name="T52" fmla="*/ 24 w 157"/>
              <a:gd name="T53" fmla="*/ 67 h 158"/>
              <a:gd name="T54" fmla="*/ 36 w 157"/>
              <a:gd name="T55" fmla="*/ 97 h 158"/>
              <a:gd name="T56" fmla="*/ 66 w 157"/>
              <a:gd name="T57" fmla="*/ 109 h 158"/>
              <a:gd name="T58" fmla="*/ 96 w 157"/>
              <a:gd name="T59" fmla="*/ 97 h 158"/>
              <a:gd name="T60" fmla="*/ 96 w 157"/>
              <a:gd name="T61" fmla="*/ 64 h 158"/>
              <a:gd name="T62" fmla="*/ 96 w 157"/>
              <a:gd name="T63" fmla="*/ 70 h 158"/>
              <a:gd name="T64" fmla="*/ 96 w 157"/>
              <a:gd name="T65" fmla="*/ 72 h 158"/>
              <a:gd name="T66" fmla="*/ 93 w 157"/>
              <a:gd name="T67" fmla="*/ 73 h 158"/>
              <a:gd name="T68" fmla="*/ 39 w 157"/>
              <a:gd name="T69" fmla="*/ 73 h 158"/>
              <a:gd name="T70" fmla="*/ 37 w 157"/>
              <a:gd name="T71" fmla="*/ 72 h 158"/>
              <a:gd name="T72" fmla="*/ 36 w 157"/>
              <a:gd name="T73" fmla="*/ 70 h 158"/>
              <a:gd name="T74" fmla="*/ 36 w 157"/>
              <a:gd name="T75" fmla="*/ 64 h 158"/>
              <a:gd name="T76" fmla="*/ 37 w 157"/>
              <a:gd name="T77" fmla="*/ 62 h 158"/>
              <a:gd name="T78" fmla="*/ 39 w 157"/>
              <a:gd name="T79" fmla="*/ 61 h 158"/>
              <a:gd name="T80" fmla="*/ 93 w 157"/>
              <a:gd name="T81" fmla="*/ 61 h 158"/>
              <a:gd name="T82" fmla="*/ 96 w 157"/>
              <a:gd name="T83" fmla="*/ 62 h 158"/>
              <a:gd name="T84" fmla="*/ 96 w 157"/>
              <a:gd name="T85" fmla="*/ 64 h 1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57" h="158">
                <a:moveTo>
                  <a:pt x="157" y="146"/>
                </a:moveTo>
                <a:cubicBezTo>
                  <a:pt x="157" y="149"/>
                  <a:pt x="156" y="152"/>
                  <a:pt x="153" y="154"/>
                </a:cubicBezTo>
                <a:cubicBezTo>
                  <a:pt x="151" y="156"/>
                  <a:pt x="148" y="158"/>
                  <a:pt x="145" y="158"/>
                </a:cubicBezTo>
                <a:cubicBezTo>
                  <a:pt x="141" y="158"/>
                  <a:pt x="139" y="156"/>
                  <a:pt x="136" y="154"/>
                </a:cubicBezTo>
                <a:cubicBezTo>
                  <a:pt x="104" y="122"/>
                  <a:pt x="104" y="122"/>
                  <a:pt x="104" y="122"/>
                </a:cubicBezTo>
                <a:cubicBezTo>
                  <a:pt x="93" y="130"/>
                  <a:pt x="80" y="133"/>
                  <a:pt x="66" y="133"/>
                </a:cubicBezTo>
                <a:cubicBezTo>
                  <a:pt x="57" y="133"/>
                  <a:pt x="49" y="132"/>
                  <a:pt x="40" y="128"/>
                </a:cubicBezTo>
                <a:cubicBezTo>
                  <a:pt x="32" y="125"/>
                  <a:pt x="25" y="120"/>
                  <a:pt x="19" y="114"/>
                </a:cubicBezTo>
                <a:cubicBezTo>
                  <a:pt x="13" y="108"/>
                  <a:pt x="8" y="101"/>
                  <a:pt x="5" y="93"/>
                </a:cubicBezTo>
                <a:cubicBezTo>
                  <a:pt x="1" y="85"/>
                  <a:pt x="0" y="76"/>
                  <a:pt x="0" y="67"/>
                </a:cubicBezTo>
                <a:cubicBezTo>
                  <a:pt x="0" y="58"/>
                  <a:pt x="1" y="49"/>
                  <a:pt x="5" y="41"/>
                </a:cubicBezTo>
                <a:cubicBezTo>
                  <a:pt x="8" y="33"/>
                  <a:pt x="13" y="26"/>
                  <a:pt x="19" y="20"/>
                </a:cubicBezTo>
                <a:cubicBezTo>
                  <a:pt x="25" y="14"/>
                  <a:pt x="32" y="9"/>
                  <a:pt x="40" y="6"/>
                </a:cubicBezTo>
                <a:cubicBezTo>
                  <a:pt x="49" y="2"/>
                  <a:pt x="57" y="0"/>
                  <a:pt x="66" y="0"/>
                </a:cubicBezTo>
                <a:cubicBezTo>
                  <a:pt x="75" y="0"/>
                  <a:pt x="84" y="2"/>
                  <a:pt x="92" y="6"/>
                </a:cubicBezTo>
                <a:cubicBezTo>
                  <a:pt x="100" y="9"/>
                  <a:pt x="107" y="14"/>
                  <a:pt x="113" y="20"/>
                </a:cubicBezTo>
                <a:cubicBezTo>
                  <a:pt x="119" y="26"/>
                  <a:pt x="124" y="33"/>
                  <a:pt x="128" y="41"/>
                </a:cubicBezTo>
                <a:cubicBezTo>
                  <a:pt x="131" y="49"/>
                  <a:pt x="133" y="58"/>
                  <a:pt x="133" y="67"/>
                </a:cubicBezTo>
                <a:cubicBezTo>
                  <a:pt x="133" y="81"/>
                  <a:pt x="129" y="93"/>
                  <a:pt x="121" y="105"/>
                </a:cubicBezTo>
                <a:cubicBezTo>
                  <a:pt x="153" y="137"/>
                  <a:pt x="153" y="137"/>
                  <a:pt x="153" y="137"/>
                </a:cubicBezTo>
                <a:cubicBezTo>
                  <a:pt x="156" y="139"/>
                  <a:pt x="157" y="142"/>
                  <a:pt x="157" y="146"/>
                </a:cubicBezTo>
                <a:close/>
                <a:moveTo>
                  <a:pt x="96" y="97"/>
                </a:moveTo>
                <a:cubicBezTo>
                  <a:pt x="104" y="89"/>
                  <a:pt x="109" y="79"/>
                  <a:pt x="109" y="67"/>
                </a:cubicBezTo>
                <a:cubicBezTo>
                  <a:pt x="109" y="55"/>
                  <a:pt x="104" y="45"/>
                  <a:pt x="96" y="37"/>
                </a:cubicBezTo>
                <a:cubicBezTo>
                  <a:pt x="88" y="29"/>
                  <a:pt x="78" y="25"/>
                  <a:pt x="66" y="25"/>
                </a:cubicBezTo>
                <a:cubicBezTo>
                  <a:pt x="55" y="25"/>
                  <a:pt x="45" y="29"/>
                  <a:pt x="36" y="37"/>
                </a:cubicBezTo>
                <a:cubicBezTo>
                  <a:pt x="28" y="45"/>
                  <a:pt x="24" y="55"/>
                  <a:pt x="24" y="67"/>
                </a:cubicBezTo>
                <a:cubicBezTo>
                  <a:pt x="24" y="79"/>
                  <a:pt x="28" y="89"/>
                  <a:pt x="36" y="97"/>
                </a:cubicBezTo>
                <a:cubicBezTo>
                  <a:pt x="45" y="105"/>
                  <a:pt x="55" y="109"/>
                  <a:pt x="66" y="109"/>
                </a:cubicBezTo>
                <a:cubicBezTo>
                  <a:pt x="78" y="109"/>
                  <a:pt x="88" y="105"/>
                  <a:pt x="96" y="97"/>
                </a:cubicBezTo>
                <a:close/>
                <a:moveTo>
                  <a:pt x="96" y="64"/>
                </a:moveTo>
                <a:cubicBezTo>
                  <a:pt x="96" y="70"/>
                  <a:pt x="96" y="70"/>
                  <a:pt x="96" y="70"/>
                </a:cubicBezTo>
                <a:cubicBezTo>
                  <a:pt x="96" y="71"/>
                  <a:pt x="96" y="71"/>
                  <a:pt x="96" y="72"/>
                </a:cubicBezTo>
                <a:cubicBezTo>
                  <a:pt x="95" y="73"/>
                  <a:pt x="94" y="73"/>
                  <a:pt x="93" y="73"/>
                </a:cubicBezTo>
                <a:cubicBezTo>
                  <a:pt x="39" y="73"/>
                  <a:pt x="39" y="73"/>
                  <a:pt x="39" y="73"/>
                </a:cubicBezTo>
                <a:cubicBezTo>
                  <a:pt x="38" y="73"/>
                  <a:pt x="37" y="73"/>
                  <a:pt x="37" y="72"/>
                </a:cubicBezTo>
                <a:cubicBezTo>
                  <a:pt x="36" y="71"/>
                  <a:pt x="36" y="71"/>
                  <a:pt x="36" y="70"/>
                </a:cubicBezTo>
                <a:cubicBezTo>
                  <a:pt x="36" y="64"/>
                  <a:pt x="36" y="64"/>
                  <a:pt x="36" y="64"/>
                </a:cubicBezTo>
                <a:cubicBezTo>
                  <a:pt x="36" y="63"/>
                  <a:pt x="36" y="62"/>
                  <a:pt x="37" y="62"/>
                </a:cubicBezTo>
                <a:cubicBezTo>
                  <a:pt x="37" y="61"/>
                  <a:pt x="38" y="61"/>
                  <a:pt x="39" y="61"/>
                </a:cubicBezTo>
                <a:cubicBezTo>
                  <a:pt x="93" y="61"/>
                  <a:pt x="93" y="61"/>
                  <a:pt x="93" y="61"/>
                </a:cubicBezTo>
                <a:cubicBezTo>
                  <a:pt x="94" y="61"/>
                  <a:pt x="95" y="61"/>
                  <a:pt x="96" y="62"/>
                </a:cubicBezTo>
                <a:cubicBezTo>
                  <a:pt x="96" y="62"/>
                  <a:pt x="96" y="63"/>
                  <a:pt x="96" y="6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9" name="Freeform 21"/>
          <p:cNvSpPr>
            <a:spLocks noEditPoints="1"/>
          </p:cNvSpPr>
          <p:nvPr/>
        </p:nvSpPr>
        <p:spPr bwMode="auto">
          <a:xfrm>
            <a:off x="5476847" y="1377039"/>
            <a:ext cx="207464" cy="226915"/>
          </a:xfrm>
          <a:custGeom>
            <a:avLst/>
            <a:gdLst>
              <a:gd name="T0" fmla="*/ 145 w 145"/>
              <a:gd name="T1" fmla="*/ 85 h 158"/>
              <a:gd name="T2" fmla="*/ 139 w 145"/>
              <a:gd name="T3" fmla="*/ 113 h 158"/>
              <a:gd name="T4" fmla="*/ 124 w 145"/>
              <a:gd name="T5" fmla="*/ 136 h 158"/>
              <a:gd name="T6" fmla="*/ 100 w 145"/>
              <a:gd name="T7" fmla="*/ 152 h 158"/>
              <a:gd name="T8" fmla="*/ 72 w 145"/>
              <a:gd name="T9" fmla="*/ 158 h 158"/>
              <a:gd name="T10" fmla="*/ 44 w 145"/>
              <a:gd name="T11" fmla="*/ 152 h 158"/>
              <a:gd name="T12" fmla="*/ 21 w 145"/>
              <a:gd name="T13" fmla="*/ 136 h 158"/>
              <a:gd name="T14" fmla="*/ 5 w 145"/>
              <a:gd name="T15" fmla="*/ 113 h 158"/>
              <a:gd name="T16" fmla="*/ 0 w 145"/>
              <a:gd name="T17" fmla="*/ 85 h 158"/>
              <a:gd name="T18" fmla="*/ 7 w 145"/>
              <a:gd name="T19" fmla="*/ 53 h 158"/>
              <a:gd name="T20" fmla="*/ 29 w 145"/>
              <a:gd name="T21" fmla="*/ 27 h 158"/>
              <a:gd name="T22" fmla="*/ 38 w 145"/>
              <a:gd name="T23" fmla="*/ 25 h 158"/>
              <a:gd name="T24" fmla="*/ 46 w 145"/>
              <a:gd name="T25" fmla="*/ 29 h 158"/>
              <a:gd name="T26" fmla="*/ 48 w 145"/>
              <a:gd name="T27" fmla="*/ 38 h 158"/>
              <a:gd name="T28" fmla="*/ 43 w 145"/>
              <a:gd name="T29" fmla="*/ 46 h 158"/>
              <a:gd name="T30" fmla="*/ 29 w 145"/>
              <a:gd name="T31" fmla="*/ 63 h 158"/>
              <a:gd name="T32" fmla="*/ 24 w 145"/>
              <a:gd name="T33" fmla="*/ 85 h 158"/>
              <a:gd name="T34" fmla="*/ 28 w 145"/>
              <a:gd name="T35" fmla="*/ 104 h 158"/>
              <a:gd name="T36" fmla="*/ 38 w 145"/>
              <a:gd name="T37" fmla="*/ 119 h 158"/>
              <a:gd name="T38" fmla="*/ 53 w 145"/>
              <a:gd name="T39" fmla="*/ 130 h 158"/>
              <a:gd name="T40" fmla="*/ 72 w 145"/>
              <a:gd name="T41" fmla="*/ 133 h 158"/>
              <a:gd name="T42" fmla="*/ 91 w 145"/>
              <a:gd name="T43" fmla="*/ 130 h 158"/>
              <a:gd name="T44" fmla="*/ 106 w 145"/>
              <a:gd name="T45" fmla="*/ 119 h 158"/>
              <a:gd name="T46" fmla="*/ 117 w 145"/>
              <a:gd name="T47" fmla="*/ 104 h 158"/>
              <a:gd name="T48" fmla="*/ 121 w 145"/>
              <a:gd name="T49" fmla="*/ 85 h 158"/>
              <a:gd name="T50" fmla="*/ 116 w 145"/>
              <a:gd name="T51" fmla="*/ 63 h 158"/>
              <a:gd name="T52" fmla="*/ 101 w 145"/>
              <a:gd name="T53" fmla="*/ 46 h 158"/>
              <a:gd name="T54" fmla="*/ 97 w 145"/>
              <a:gd name="T55" fmla="*/ 38 h 158"/>
              <a:gd name="T56" fmla="*/ 99 w 145"/>
              <a:gd name="T57" fmla="*/ 29 h 158"/>
              <a:gd name="T58" fmla="*/ 107 w 145"/>
              <a:gd name="T59" fmla="*/ 25 h 158"/>
              <a:gd name="T60" fmla="*/ 116 w 145"/>
              <a:gd name="T61" fmla="*/ 27 h 158"/>
              <a:gd name="T62" fmla="*/ 137 w 145"/>
              <a:gd name="T63" fmla="*/ 53 h 158"/>
              <a:gd name="T64" fmla="*/ 145 w 145"/>
              <a:gd name="T65" fmla="*/ 85 h 158"/>
              <a:gd name="T66" fmla="*/ 84 w 145"/>
              <a:gd name="T67" fmla="*/ 12 h 158"/>
              <a:gd name="T68" fmla="*/ 84 w 145"/>
              <a:gd name="T69" fmla="*/ 73 h 158"/>
              <a:gd name="T70" fmla="*/ 81 w 145"/>
              <a:gd name="T71" fmla="*/ 81 h 158"/>
              <a:gd name="T72" fmla="*/ 72 w 145"/>
              <a:gd name="T73" fmla="*/ 85 h 158"/>
              <a:gd name="T74" fmla="*/ 64 w 145"/>
              <a:gd name="T75" fmla="*/ 81 h 158"/>
              <a:gd name="T76" fmla="*/ 60 w 145"/>
              <a:gd name="T77" fmla="*/ 73 h 158"/>
              <a:gd name="T78" fmla="*/ 60 w 145"/>
              <a:gd name="T79" fmla="*/ 12 h 158"/>
              <a:gd name="T80" fmla="*/ 64 w 145"/>
              <a:gd name="T81" fmla="*/ 4 h 158"/>
              <a:gd name="T82" fmla="*/ 72 w 145"/>
              <a:gd name="T83" fmla="*/ 0 h 158"/>
              <a:gd name="T84" fmla="*/ 81 w 145"/>
              <a:gd name="T85" fmla="*/ 4 h 158"/>
              <a:gd name="T86" fmla="*/ 84 w 145"/>
              <a:gd name="T87" fmla="*/ 12 h 1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45" h="158">
                <a:moveTo>
                  <a:pt x="145" y="85"/>
                </a:moveTo>
                <a:cubicBezTo>
                  <a:pt x="145" y="95"/>
                  <a:pt x="143" y="104"/>
                  <a:pt x="139" y="113"/>
                </a:cubicBezTo>
                <a:cubicBezTo>
                  <a:pt x="135" y="122"/>
                  <a:pt x="130" y="130"/>
                  <a:pt x="124" y="136"/>
                </a:cubicBezTo>
                <a:cubicBezTo>
                  <a:pt x="117" y="143"/>
                  <a:pt x="109" y="148"/>
                  <a:pt x="100" y="152"/>
                </a:cubicBezTo>
                <a:cubicBezTo>
                  <a:pt x="91" y="156"/>
                  <a:pt x="82" y="158"/>
                  <a:pt x="72" y="158"/>
                </a:cubicBezTo>
                <a:cubicBezTo>
                  <a:pt x="62" y="158"/>
                  <a:pt x="53" y="156"/>
                  <a:pt x="44" y="152"/>
                </a:cubicBezTo>
                <a:cubicBezTo>
                  <a:pt x="35" y="148"/>
                  <a:pt x="27" y="143"/>
                  <a:pt x="21" y="136"/>
                </a:cubicBezTo>
                <a:cubicBezTo>
                  <a:pt x="14" y="130"/>
                  <a:pt x="9" y="122"/>
                  <a:pt x="5" y="113"/>
                </a:cubicBezTo>
                <a:cubicBezTo>
                  <a:pt x="2" y="104"/>
                  <a:pt x="0" y="95"/>
                  <a:pt x="0" y="85"/>
                </a:cubicBezTo>
                <a:cubicBezTo>
                  <a:pt x="0" y="73"/>
                  <a:pt x="2" y="63"/>
                  <a:pt x="7" y="53"/>
                </a:cubicBezTo>
                <a:cubicBezTo>
                  <a:pt x="12" y="42"/>
                  <a:pt x="19" y="34"/>
                  <a:pt x="29" y="27"/>
                </a:cubicBezTo>
                <a:cubicBezTo>
                  <a:pt x="31" y="25"/>
                  <a:pt x="34" y="24"/>
                  <a:pt x="38" y="25"/>
                </a:cubicBezTo>
                <a:cubicBezTo>
                  <a:pt x="41" y="25"/>
                  <a:pt x="44" y="27"/>
                  <a:pt x="46" y="29"/>
                </a:cubicBezTo>
                <a:cubicBezTo>
                  <a:pt x="48" y="32"/>
                  <a:pt x="48" y="35"/>
                  <a:pt x="48" y="38"/>
                </a:cubicBezTo>
                <a:cubicBezTo>
                  <a:pt x="47" y="42"/>
                  <a:pt x="46" y="44"/>
                  <a:pt x="43" y="46"/>
                </a:cubicBezTo>
                <a:cubicBezTo>
                  <a:pt x="37" y="51"/>
                  <a:pt x="32" y="57"/>
                  <a:pt x="29" y="63"/>
                </a:cubicBezTo>
                <a:cubicBezTo>
                  <a:pt x="25" y="70"/>
                  <a:pt x="24" y="77"/>
                  <a:pt x="24" y="85"/>
                </a:cubicBezTo>
                <a:cubicBezTo>
                  <a:pt x="24" y="92"/>
                  <a:pt x="25" y="98"/>
                  <a:pt x="28" y="104"/>
                </a:cubicBezTo>
                <a:cubicBezTo>
                  <a:pt x="30" y="110"/>
                  <a:pt x="34" y="115"/>
                  <a:pt x="38" y="119"/>
                </a:cubicBezTo>
                <a:cubicBezTo>
                  <a:pt x="42" y="124"/>
                  <a:pt x="47" y="127"/>
                  <a:pt x="53" y="130"/>
                </a:cubicBezTo>
                <a:cubicBezTo>
                  <a:pt x="59" y="132"/>
                  <a:pt x="66" y="133"/>
                  <a:pt x="72" y="133"/>
                </a:cubicBezTo>
                <a:cubicBezTo>
                  <a:pt x="79" y="133"/>
                  <a:pt x="85" y="132"/>
                  <a:pt x="91" y="130"/>
                </a:cubicBezTo>
                <a:cubicBezTo>
                  <a:pt x="97" y="127"/>
                  <a:pt x="102" y="124"/>
                  <a:pt x="106" y="119"/>
                </a:cubicBezTo>
                <a:cubicBezTo>
                  <a:pt x="111" y="115"/>
                  <a:pt x="114" y="110"/>
                  <a:pt x="117" y="104"/>
                </a:cubicBezTo>
                <a:cubicBezTo>
                  <a:pt x="119" y="98"/>
                  <a:pt x="121" y="92"/>
                  <a:pt x="121" y="85"/>
                </a:cubicBezTo>
                <a:cubicBezTo>
                  <a:pt x="121" y="77"/>
                  <a:pt x="119" y="70"/>
                  <a:pt x="116" y="63"/>
                </a:cubicBezTo>
                <a:cubicBezTo>
                  <a:pt x="112" y="57"/>
                  <a:pt x="107" y="51"/>
                  <a:pt x="101" y="46"/>
                </a:cubicBezTo>
                <a:cubicBezTo>
                  <a:pt x="99" y="44"/>
                  <a:pt x="97" y="42"/>
                  <a:pt x="97" y="38"/>
                </a:cubicBezTo>
                <a:cubicBezTo>
                  <a:pt x="96" y="35"/>
                  <a:pt x="97" y="32"/>
                  <a:pt x="99" y="29"/>
                </a:cubicBezTo>
                <a:cubicBezTo>
                  <a:pt x="101" y="27"/>
                  <a:pt x="103" y="25"/>
                  <a:pt x="107" y="25"/>
                </a:cubicBezTo>
                <a:cubicBezTo>
                  <a:pt x="110" y="24"/>
                  <a:pt x="113" y="25"/>
                  <a:pt x="116" y="27"/>
                </a:cubicBezTo>
                <a:cubicBezTo>
                  <a:pt x="125" y="34"/>
                  <a:pt x="132" y="42"/>
                  <a:pt x="137" y="53"/>
                </a:cubicBezTo>
                <a:cubicBezTo>
                  <a:pt x="142" y="63"/>
                  <a:pt x="145" y="73"/>
                  <a:pt x="145" y="85"/>
                </a:cubicBezTo>
                <a:close/>
                <a:moveTo>
                  <a:pt x="84" y="12"/>
                </a:moveTo>
                <a:cubicBezTo>
                  <a:pt x="84" y="73"/>
                  <a:pt x="84" y="73"/>
                  <a:pt x="84" y="73"/>
                </a:cubicBezTo>
                <a:cubicBezTo>
                  <a:pt x="84" y="76"/>
                  <a:pt x="83" y="79"/>
                  <a:pt x="81" y="81"/>
                </a:cubicBezTo>
                <a:cubicBezTo>
                  <a:pt x="78" y="84"/>
                  <a:pt x="75" y="85"/>
                  <a:pt x="72" y="85"/>
                </a:cubicBezTo>
                <a:cubicBezTo>
                  <a:pt x="69" y="85"/>
                  <a:pt x="66" y="84"/>
                  <a:pt x="64" y="81"/>
                </a:cubicBezTo>
                <a:cubicBezTo>
                  <a:pt x="61" y="79"/>
                  <a:pt x="60" y="76"/>
                  <a:pt x="60" y="73"/>
                </a:cubicBezTo>
                <a:cubicBezTo>
                  <a:pt x="60" y="12"/>
                  <a:pt x="60" y="12"/>
                  <a:pt x="60" y="12"/>
                </a:cubicBezTo>
                <a:cubicBezTo>
                  <a:pt x="60" y="9"/>
                  <a:pt x="61" y="6"/>
                  <a:pt x="64" y="4"/>
                </a:cubicBezTo>
                <a:cubicBezTo>
                  <a:pt x="66" y="1"/>
                  <a:pt x="69" y="0"/>
                  <a:pt x="72" y="0"/>
                </a:cubicBezTo>
                <a:cubicBezTo>
                  <a:pt x="75" y="0"/>
                  <a:pt x="78" y="1"/>
                  <a:pt x="81" y="4"/>
                </a:cubicBezTo>
                <a:cubicBezTo>
                  <a:pt x="83" y="6"/>
                  <a:pt x="84" y="9"/>
                  <a:pt x="84" y="12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0" name="Freeform 22"/>
          <p:cNvSpPr>
            <a:spLocks noEditPoints="1"/>
          </p:cNvSpPr>
          <p:nvPr/>
        </p:nvSpPr>
        <p:spPr bwMode="auto">
          <a:xfrm>
            <a:off x="5749144" y="1394327"/>
            <a:ext cx="242043" cy="209627"/>
          </a:xfrm>
          <a:custGeom>
            <a:avLst/>
            <a:gdLst>
              <a:gd name="T0" fmla="*/ 25 w 170"/>
              <a:gd name="T1" fmla="*/ 143 h 146"/>
              <a:gd name="T2" fmla="*/ 22 w 170"/>
              <a:gd name="T3" fmla="*/ 146 h 146"/>
              <a:gd name="T4" fmla="*/ 1 w 170"/>
              <a:gd name="T5" fmla="*/ 145 h 146"/>
              <a:gd name="T6" fmla="*/ 0 w 170"/>
              <a:gd name="T7" fmla="*/ 124 h 146"/>
              <a:gd name="T8" fmla="*/ 3 w 170"/>
              <a:gd name="T9" fmla="*/ 121 h 146"/>
              <a:gd name="T10" fmla="*/ 24 w 170"/>
              <a:gd name="T11" fmla="*/ 122 h 146"/>
              <a:gd name="T12" fmla="*/ 61 w 170"/>
              <a:gd name="T13" fmla="*/ 112 h 146"/>
              <a:gd name="T14" fmla="*/ 60 w 170"/>
              <a:gd name="T15" fmla="*/ 145 h 146"/>
              <a:gd name="T16" fmla="*/ 40 w 170"/>
              <a:gd name="T17" fmla="*/ 146 h 146"/>
              <a:gd name="T18" fmla="*/ 37 w 170"/>
              <a:gd name="T19" fmla="*/ 143 h 146"/>
              <a:gd name="T20" fmla="*/ 38 w 170"/>
              <a:gd name="T21" fmla="*/ 110 h 146"/>
              <a:gd name="T22" fmla="*/ 58 w 170"/>
              <a:gd name="T23" fmla="*/ 109 h 146"/>
              <a:gd name="T24" fmla="*/ 61 w 170"/>
              <a:gd name="T25" fmla="*/ 112 h 146"/>
              <a:gd name="T26" fmla="*/ 97 w 170"/>
              <a:gd name="T27" fmla="*/ 143 h 146"/>
              <a:gd name="T28" fmla="*/ 94 w 170"/>
              <a:gd name="T29" fmla="*/ 146 h 146"/>
              <a:gd name="T30" fmla="*/ 74 w 170"/>
              <a:gd name="T31" fmla="*/ 145 h 146"/>
              <a:gd name="T32" fmla="*/ 73 w 170"/>
              <a:gd name="T33" fmla="*/ 88 h 146"/>
              <a:gd name="T34" fmla="*/ 76 w 170"/>
              <a:gd name="T35" fmla="*/ 85 h 146"/>
              <a:gd name="T36" fmla="*/ 96 w 170"/>
              <a:gd name="T37" fmla="*/ 86 h 146"/>
              <a:gd name="T38" fmla="*/ 134 w 170"/>
              <a:gd name="T39" fmla="*/ 52 h 146"/>
              <a:gd name="T40" fmla="*/ 133 w 170"/>
              <a:gd name="T41" fmla="*/ 145 h 146"/>
              <a:gd name="T42" fmla="*/ 112 w 170"/>
              <a:gd name="T43" fmla="*/ 146 h 146"/>
              <a:gd name="T44" fmla="*/ 109 w 170"/>
              <a:gd name="T45" fmla="*/ 143 h 146"/>
              <a:gd name="T46" fmla="*/ 110 w 170"/>
              <a:gd name="T47" fmla="*/ 50 h 146"/>
              <a:gd name="T48" fmla="*/ 131 w 170"/>
              <a:gd name="T49" fmla="*/ 49 h 146"/>
              <a:gd name="T50" fmla="*/ 134 w 170"/>
              <a:gd name="T51" fmla="*/ 52 h 146"/>
              <a:gd name="T52" fmla="*/ 170 w 170"/>
              <a:gd name="T53" fmla="*/ 143 h 146"/>
              <a:gd name="T54" fmla="*/ 167 w 170"/>
              <a:gd name="T55" fmla="*/ 146 h 146"/>
              <a:gd name="T56" fmla="*/ 147 w 170"/>
              <a:gd name="T57" fmla="*/ 145 h 146"/>
              <a:gd name="T58" fmla="*/ 146 w 170"/>
              <a:gd name="T59" fmla="*/ 3 h 146"/>
              <a:gd name="T60" fmla="*/ 149 w 170"/>
              <a:gd name="T61" fmla="*/ 0 h 146"/>
              <a:gd name="T62" fmla="*/ 169 w 170"/>
              <a:gd name="T63" fmla="*/ 1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70" h="146">
                <a:moveTo>
                  <a:pt x="25" y="124"/>
                </a:moveTo>
                <a:cubicBezTo>
                  <a:pt x="25" y="143"/>
                  <a:pt x="25" y="143"/>
                  <a:pt x="25" y="143"/>
                </a:cubicBezTo>
                <a:cubicBezTo>
                  <a:pt x="25" y="143"/>
                  <a:pt x="24" y="144"/>
                  <a:pt x="24" y="145"/>
                </a:cubicBezTo>
                <a:cubicBezTo>
                  <a:pt x="23" y="145"/>
                  <a:pt x="23" y="146"/>
                  <a:pt x="22" y="146"/>
                </a:cubicBezTo>
                <a:cubicBezTo>
                  <a:pt x="3" y="146"/>
                  <a:pt x="3" y="146"/>
                  <a:pt x="3" y="146"/>
                </a:cubicBezTo>
                <a:cubicBezTo>
                  <a:pt x="3" y="146"/>
                  <a:pt x="2" y="145"/>
                  <a:pt x="1" y="145"/>
                </a:cubicBezTo>
                <a:cubicBezTo>
                  <a:pt x="1" y="144"/>
                  <a:pt x="0" y="143"/>
                  <a:pt x="0" y="143"/>
                </a:cubicBezTo>
                <a:cubicBezTo>
                  <a:pt x="0" y="124"/>
                  <a:pt x="0" y="124"/>
                  <a:pt x="0" y="124"/>
                </a:cubicBezTo>
                <a:cubicBezTo>
                  <a:pt x="0" y="124"/>
                  <a:pt x="1" y="123"/>
                  <a:pt x="1" y="122"/>
                </a:cubicBezTo>
                <a:cubicBezTo>
                  <a:pt x="2" y="122"/>
                  <a:pt x="3" y="121"/>
                  <a:pt x="3" y="121"/>
                </a:cubicBezTo>
                <a:cubicBezTo>
                  <a:pt x="22" y="121"/>
                  <a:pt x="22" y="121"/>
                  <a:pt x="22" y="121"/>
                </a:cubicBezTo>
                <a:cubicBezTo>
                  <a:pt x="23" y="121"/>
                  <a:pt x="23" y="122"/>
                  <a:pt x="24" y="122"/>
                </a:cubicBezTo>
                <a:cubicBezTo>
                  <a:pt x="24" y="123"/>
                  <a:pt x="25" y="124"/>
                  <a:pt x="25" y="124"/>
                </a:cubicBezTo>
                <a:close/>
                <a:moveTo>
                  <a:pt x="61" y="112"/>
                </a:moveTo>
                <a:cubicBezTo>
                  <a:pt x="61" y="143"/>
                  <a:pt x="61" y="143"/>
                  <a:pt x="61" y="143"/>
                </a:cubicBezTo>
                <a:cubicBezTo>
                  <a:pt x="61" y="143"/>
                  <a:pt x="61" y="144"/>
                  <a:pt x="60" y="145"/>
                </a:cubicBezTo>
                <a:cubicBezTo>
                  <a:pt x="60" y="145"/>
                  <a:pt x="59" y="146"/>
                  <a:pt x="58" y="146"/>
                </a:cubicBezTo>
                <a:cubicBezTo>
                  <a:pt x="40" y="146"/>
                  <a:pt x="40" y="146"/>
                  <a:pt x="40" y="146"/>
                </a:cubicBezTo>
                <a:cubicBezTo>
                  <a:pt x="39" y="146"/>
                  <a:pt x="38" y="145"/>
                  <a:pt x="38" y="145"/>
                </a:cubicBezTo>
                <a:cubicBezTo>
                  <a:pt x="37" y="144"/>
                  <a:pt x="37" y="143"/>
                  <a:pt x="37" y="143"/>
                </a:cubicBezTo>
                <a:cubicBezTo>
                  <a:pt x="37" y="112"/>
                  <a:pt x="37" y="112"/>
                  <a:pt x="37" y="112"/>
                </a:cubicBezTo>
                <a:cubicBezTo>
                  <a:pt x="37" y="111"/>
                  <a:pt x="37" y="111"/>
                  <a:pt x="38" y="110"/>
                </a:cubicBezTo>
                <a:cubicBezTo>
                  <a:pt x="38" y="110"/>
                  <a:pt x="39" y="109"/>
                  <a:pt x="40" y="109"/>
                </a:cubicBezTo>
                <a:cubicBezTo>
                  <a:pt x="58" y="109"/>
                  <a:pt x="58" y="109"/>
                  <a:pt x="58" y="109"/>
                </a:cubicBezTo>
                <a:cubicBezTo>
                  <a:pt x="59" y="109"/>
                  <a:pt x="60" y="110"/>
                  <a:pt x="60" y="110"/>
                </a:cubicBezTo>
                <a:cubicBezTo>
                  <a:pt x="61" y="111"/>
                  <a:pt x="61" y="111"/>
                  <a:pt x="61" y="112"/>
                </a:cubicBezTo>
                <a:close/>
                <a:moveTo>
                  <a:pt x="97" y="88"/>
                </a:moveTo>
                <a:cubicBezTo>
                  <a:pt x="97" y="143"/>
                  <a:pt x="97" y="143"/>
                  <a:pt x="97" y="143"/>
                </a:cubicBezTo>
                <a:cubicBezTo>
                  <a:pt x="97" y="143"/>
                  <a:pt x="97" y="144"/>
                  <a:pt x="96" y="145"/>
                </a:cubicBezTo>
                <a:cubicBezTo>
                  <a:pt x="96" y="145"/>
                  <a:pt x="95" y="146"/>
                  <a:pt x="94" y="146"/>
                </a:cubicBezTo>
                <a:cubicBezTo>
                  <a:pt x="76" y="146"/>
                  <a:pt x="76" y="146"/>
                  <a:pt x="76" y="146"/>
                </a:cubicBezTo>
                <a:cubicBezTo>
                  <a:pt x="75" y="146"/>
                  <a:pt x="75" y="145"/>
                  <a:pt x="74" y="145"/>
                </a:cubicBezTo>
                <a:cubicBezTo>
                  <a:pt x="73" y="144"/>
                  <a:pt x="73" y="143"/>
                  <a:pt x="73" y="143"/>
                </a:cubicBezTo>
                <a:cubicBezTo>
                  <a:pt x="73" y="88"/>
                  <a:pt x="73" y="88"/>
                  <a:pt x="73" y="88"/>
                </a:cubicBezTo>
                <a:cubicBezTo>
                  <a:pt x="73" y="87"/>
                  <a:pt x="73" y="86"/>
                  <a:pt x="74" y="86"/>
                </a:cubicBezTo>
                <a:cubicBezTo>
                  <a:pt x="75" y="85"/>
                  <a:pt x="75" y="85"/>
                  <a:pt x="76" y="85"/>
                </a:cubicBezTo>
                <a:cubicBezTo>
                  <a:pt x="94" y="85"/>
                  <a:pt x="94" y="85"/>
                  <a:pt x="94" y="85"/>
                </a:cubicBezTo>
                <a:cubicBezTo>
                  <a:pt x="95" y="85"/>
                  <a:pt x="96" y="85"/>
                  <a:pt x="96" y="86"/>
                </a:cubicBezTo>
                <a:cubicBezTo>
                  <a:pt x="97" y="86"/>
                  <a:pt x="97" y="87"/>
                  <a:pt x="97" y="88"/>
                </a:cubicBezTo>
                <a:close/>
                <a:moveTo>
                  <a:pt x="134" y="52"/>
                </a:moveTo>
                <a:cubicBezTo>
                  <a:pt x="134" y="143"/>
                  <a:pt x="134" y="143"/>
                  <a:pt x="134" y="143"/>
                </a:cubicBezTo>
                <a:cubicBezTo>
                  <a:pt x="134" y="143"/>
                  <a:pt x="133" y="144"/>
                  <a:pt x="133" y="145"/>
                </a:cubicBezTo>
                <a:cubicBezTo>
                  <a:pt x="132" y="145"/>
                  <a:pt x="131" y="146"/>
                  <a:pt x="131" y="146"/>
                </a:cubicBezTo>
                <a:cubicBezTo>
                  <a:pt x="112" y="146"/>
                  <a:pt x="112" y="146"/>
                  <a:pt x="112" y="146"/>
                </a:cubicBezTo>
                <a:cubicBezTo>
                  <a:pt x="112" y="146"/>
                  <a:pt x="111" y="145"/>
                  <a:pt x="110" y="145"/>
                </a:cubicBezTo>
                <a:cubicBezTo>
                  <a:pt x="110" y="144"/>
                  <a:pt x="109" y="143"/>
                  <a:pt x="109" y="143"/>
                </a:cubicBezTo>
                <a:cubicBezTo>
                  <a:pt x="109" y="52"/>
                  <a:pt x="109" y="52"/>
                  <a:pt x="109" y="52"/>
                </a:cubicBezTo>
                <a:cubicBezTo>
                  <a:pt x="109" y="51"/>
                  <a:pt x="110" y="50"/>
                  <a:pt x="110" y="50"/>
                </a:cubicBezTo>
                <a:cubicBezTo>
                  <a:pt x="111" y="49"/>
                  <a:pt x="112" y="49"/>
                  <a:pt x="112" y="49"/>
                </a:cubicBezTo>
                <a:cubicBezTo>
                  <a:pt x="131" y="49"/>
                  <a:pt x="131" y="49"/>
                  <a:pt x="131" y="49"/>
                </a:cubicBezTo>
                <a:cubicBezTo>
                  <a:pt x="131" y="49"/>
                  <a:pt x="132" y="49"/>
                  <a:pt x="133" y="50"/>
                </a:cubicBezTo>
                <a:cubicBezTo>
                  <a:pt x="133" y="50"/>
                  <a:pt x="134" y="51"/>
                  <a:pt x="134" y="52"/>
                </a:cubicBezTo>
                <a:close/>
                <a:moveTo>
                  <a:pt x="170" y="3"/>
                </a:moveTo>
                <a:cubicBezTo>
                  <a:pt x="170" y="143"/>
                  <a:pt x="170" y="143"/>
                  <a:pt x="170" y="143"/>
                </a:cubicBezTo>
                <a:cubicBezTo>
                  <a:pt x="170" y="143"/>
                  <a:pt x="170" y="144"/>
                  <a:pt x="169" y="145"/>
                </a:cubicBezTo>
                <a:cubicBezTo>
                  <a:pt x="168" y="145"/>
                  <a:pt x="168" y="146"/>
                  <a:pt x="167" y="146"/>
                </a:cubicBezTo>
                <a:cubicBezTo>
                  <a:pt x="149" y="146"/>
                  <a:pt x="149" y="146"/>
                  <a:pt x="149" y="146"/>
                </a:cubicBezTo>
                <a:cubicBezTo>
                  <a:pt x="148" y="146"/>
                  <a:pt x="147" y="145"/>
                  <a:pt x="147" y="145"/>
                </a:cubicBezTo>
                <a:cubicBezTo>
                  <a:pt x="146" y="144"/>
                  <a:pt x="146" y="143"/>
                  <a:pt x="146" y="143"/>
                </a:cubicBezTo>
                <a:cubicBezTo>
                  <a:pt x="146" y="3"/>
                  <a:pt x="146" y="3"/>
                  <a:pt x="146" y="3"/>
                </a:cubicBezTo>
                <a:cubicBezTo>
                  <a:pt x="146" y="2"/>
                  <a:pt x="146" y="2"/>
                  <a:pt x="147" y="1"/>
                </a:cubicBezTo>
                <a:cubicBezTo>
                  <a:pt x="147" y="1"/>
                  <a:pt x="148" y="0"/>
                  <a:pt x="149" y="0"/>
                </a:cubicBezTo>
                <a:cubicBezTo>
                  <a:pt x="167" y="0"/>
                  <a:pt x="167" y="0"/>
                  <a:pt x="167" y="0"/>
                </a:cubicBezTo>
                <a:cubicBezTo>
                  <a:pt x="168" y="0"/>
                  <a:pt x="168" y="1"/>
                  <a:pt x="169" y="1"/>
                </a:cubicBezTo>
                <a:cubicBezTo>
                  <a:pt x="170" y="2"/>
                  <a:pt x="170" y="2"/>
                  <a:pt x="170" y="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1" name="Freeform 23"/>
          <p:cNvSpPr>
            <a:spLocks noEditPoints="1"/>
          </p:cNvSpPr>
          <p:nvPr/>
        </p:nvSpPr>
        <p:spPr bwMode="auto">
          <a:xfrm>
            <a:off x="6056020" y="1394327"/>
            <a:ext cx="207464" cy="209627"/>
          </a:xfrm>
          <a:custGeom>
            <a:avLst/>
            <a:gdLst>
              <a:gd name="T0" fmla="*/ 145 w 145"/>
              <a:gd name="T1" fmla="*/ 84 h 146"/>
              <a:gd name="T2" fmla="*/ 142 w 145"/>
              <a:gd name="T3" fmla="*/ 87 h 146"/>
              <a:gd name="T4" fmla="*/ 121 w 145"/>
              <a:gd name="T5" fmla="*/ 98 h 146"/>
              <a:gd name="T6" fmla="*/ 132 w 145"/>
              <a:gd name="T7" fmla="*/ 114 h 146"/>
              <a:gd name="T8" fmla="*/ 122 w 145"/>
              <a:gd name="T9" fmla="*/ 126 h 146"/>
              <a:gd name="T10" fmla="*/ 110 w 145"/>
              <a:gd name="T11" fmla="*/ 132 h 146"/>
              <a:gd name="T12" fmla="*/ 89 w 145"/>
              <a:gd name="T13" fmla="*/ 125 h 146"/>
              <a:gd name="T14" fmla="*/ 83 w 145"/>
              <a:gd name="T15" fmla="*/ 146 h 146"/>
              <a:gd name="T16" fmla="*/ 59 w 145"/>
              <a:gd name="T17" fmla="*/ 145 h 146"/>
              <a:gd name="T18" fmla="*/ 56 w 145"/>
              <a:gd name="T19" fmla="*/ 125 h 146"/>
              <a:gd name="T20" fmla="*/ 34 w 145"/>
              <a:gd name="T21" fmla="*/ 132 h 146"/>
              <a:gd name="T22" fmla="*/ 29 w 145"/>
              <a:gd name="T23" fmla="*/ 132 h 146"/>
              <a:gd name="T24" fmla="*/ 13 w 145"/>
              <a:gd name="T25" fmla="*/ 114 h 146"/>
              <a:gd name="T26" fmla="*/ 18 w 145"/>
              <a:gd name="T27" fmla="*/ 105 h 146"/>
              <a:gd name="T28" fmla="*/ 20 w 145"/>
              <a:gd name="T29" fmla="*/ 89 h 146"/>
              <a:gd name="T30" fmla="*/ 0 w 145"/>
              <a:gd name="T31" fmla="*/ 85 h 146"/>
              <a:gd name="T32" fmla="*/ 0 w 145"/>
              <a:gd name="T33" fmla="*/ 62 h 146"/>
              <a:gd name="T34" fmla="*/ 2 w 145"/>
              <a:gd name="T35" fmla="*/ 59 h 146"/>
              <a:gd name="T36" fmla="*/ 23 w 145"/>
              <a:gd name="T37" fmla="*/ 48 h 146"/>
              <a:gd name="T38" fmla="*/ 12 w 145"/>
              <a:gd name="T39" fmla="*/ 32 h 146"/>
              <a:gd name="T40" fmla="*/ 22 w 145"/>
              <a:gd name="T41" fmla="*/ 20 h 146"/>
              <a:gd name="T42" fmla="*/ 34 w 145"/>
              <a:gd name="T43" fmla="*/ 14 h 146"/>
              <a:gd name="T44" fmla="*/ 55 w 145"/>
              <a:gd name="T45" fmla="*/ 21 h 146"/>
              <a:gd name="T46" fmla="*/ 62 w 145"/>
              <a:gd name="T47" fmla="*/ 0 h 146"/>
              <a:gd name="T48" fmla="*/ 85 w 145"/>
              <a:gd name="T49" fmla="*/ 1 h 146"/>
              <a:gd name="T50" fmla="*/ 89 w 145"/>
              <a:gd name="T51" fmla="*/ 21 h 146"/>
              <a:gd name="T52" fmla="*/ 111 w 145"/>
              <a:gd name="T53" fmla="*/ 14 h 146"/>
              <a:gd name="T54" fmla="*/ 115 w 145"/>
              <a:gd name="T55" fmla="*/ 14 h 146"/>
              <a:gd name="T56" fmla="*/ 132 w 145"/>
              <a:gd name="T57" fmla="*/ 32 h 146"/>
              <a:gd name="T58" fmla="*/ 126 w 145"/>
              <a:gd name="T59" fmla="*/ 41 h 146"/>
              <a:gd name="T60" fmla="*/ 125 w 145"/>
              <a:gd name="T61" fmla="*/ 57 h 146"/>
              <a:gd name="T62" fmla="*/ 144 w 145"/>
              <a:gd name="T63" fmla="*/ 60 h 146"/>
              <a:gd name="T64" fmla="*/ 89 w 145"/>
              <a:gd name="T65" fmla="*/ 90 h 146"/>
              <a:gd name="T66" fmla="*/ 89 w 145"/>
              <a:gd name="T67" fmla="*/ 56 h 146"/>
              <a:gd name="T68" fmla="*/ 55 w 145"/>
              <a:gd name="T69" fmla="*/ 56 h 146"/>
              <a:gd name="T70" fmla="*/ 55 w 145"/>
              <a:gd name="T71" fmla="*/ 90 h 146"/>
              <a:gd name="T72" fmla="*/ 89 w 145"/>
              <a:gd name="T73" fmla="*/ 90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45" h="146">
                <a:moveTo>
                  <a:pt x="145" y="63"/>
                </a:moveTo>
                <a:cubicBezTo>
                  <a:pt x="145" y="84"/>
                  <a:pt x="145" y="84"/>
                  <a:pt x="145" y="84"/>
                </a:cubicBezTo>
                <a:cubicBezTo>
                  <a:pt x="145" y="84"/>
                  <a:pt x="144" y="85"/>
                  <a:pt x="144" y="86"/>
                </a:cubicBezTo>
                <a:cubicBezTo>
                  <a:pt x="144" y="87"/>
                  <a:pt x="143" y="87"/>
                  <a:pt x="142" y="87"/>
                </a:cubicBezTo>
                <a:cubicBezTo>
                  <a:pt x="125" y="90"/>
                  <a:pt x="125" y="90"/>
                  <a:pt x="125" y="90"/>
                </a:cubicBezTo>
                <a:cubicBezTo>
                  <a:pt x="123" y="93"/>
                  <a:pt x="122" y="96"/>
                  <a:pt x="121" y="98"/>
                </a:cubicBezTo>
                <a:cubicBezTo>
                  <a:pt x="123" y="101"/>
                  <a:pt x="127" y="106"/>
                  <a:pt x="131" y="111"/>
                </a:cubicBezTo>
                <a:cubicBezTo>
                  <a:pt x="132" y="112"/>
                  <a:pt x="132" y="113"/>
                  <a:pt x="132" y="114"/>
                </a:cubicBezTo>
                <a:cubicBezTo>
                  <a:pt x="132" y="115"/>
                  <a:pt x="132" y="115"/>
                  <a:pt x="131" y="116"/>
                </a:cubicBezTo>
                <a:cubicBezTo>
                  <a:pt x="129" y="118"/>
                  <a:pt x="126" y="122"/>
                  <a:pt x="122" y="126"/>
                </a:cubicBezTo>
                <a:cubicBezTo>
                  <a:pt x="117" y="131"/>
                  <a:pt x="114" y="133"/>
                  <a:pt x="113" y="133"/>
                </a:cubicBezTo>
                <a:cubicBezTo>
                  <a:pt x="112" y="133"/>
                  <a:pt x="111" y="133"/>
                  <a:pt x="110" y="132"/>
                </a:cubicBezTo>
                <a:cubicBezTo>
                  <a:pt x="97" y="122"/>
                  <a:pt x="97" y="122"/>
                  <a:pt x="97" y="122"/>
                </a:cubicBezTo>
                <a:cubicBezTo>
                  <a:pt x="95" y="123"/>
                  <a:pt x="92" y="124"/>
                  <a:pt x="89" y="125"/>
                </a:cubicBezTo>
                <a:cubicBezTo>
                  <a:pt x="88" y="134"/>
                  <a:pt x="87" y="140"/>
                  <a:pt x="86" y="143"/>
                </a:cubicBezTo>
                <a:cubicBezTo>
                  <a:pt x="86" y="145"/>
                  <a:pt x="84" y="146"/>
                  <a:pt x="83" y="146"/>
                </a:cubicBezTo>
                <a:cubicBezTo>
                  <a:pt x="62" y="146"/>
                  <a:pt x="62" y="146"/>
                  <a:pt x="62" y="146"/>
                </a:cubicBezTo>
                <a:cubicBezTo>
                  <a:pt x="61" y="146"/>
                  <a:pt x="60" y="145"/>
                  <a:pt x="59" y="145"/>
                </a:cubicBezTo>
                <a:cubicBezTo>
                  <a:pt x="59" y="144"/>
                  <a:pt x="58" y="144"/>
                  <a:pt x="58" y="143"/>
                </a:cubicBezTo>
                <a:cubicBezTo>
                  <a:pt x="56" y="125"/>
                  <a:pt x="56" y="125"/>
                  <a:pt x="56" y="125"/>
                </a:cubicBezTo>
                <a:cubicBezTo>
                  <a:pt x="52" y="124"/>
                  <a:pt x="50" y="123"/>
                  <a:pt x="47" y="122"/>
                </a:cubicBezTo>
                <a:cubicBezTo>
                  <a:pt x="34" y="132"/>
                  <a:pt x="34" y="132"/>
                  <a:pt x="34" y="132"/>
                </a:cubicBezTo>
                <a:cubicBezTo>
                  <a:pt x="33" y="133"/>
                  <a:pt x="32" y="133"/>
                  <a:pt x="31" y="133"/>
                </a:cubicBezTo>
                <a:cubicBezTo>
                  <a:pt x="31" y="133"/>
                  <a:pt x="30" y="132"/>
                  <a:pt x="29" y="132"/>
                </a:cubicBezTo>
                <a:cubicBezTo>
                  <a:pt x="21" y="125"/>
                  <a:pt x="16" y="119"/>
                  <a:pt x="13" y="116"/>
                </a:cubicBezTo>
                <a:cubicBezTo>
                  <a:pt x="13" y="115"/>
                  <a:pt x="13" y="115"/>
                  <a:pt x="13" y="114"/>
                </a:cubicBezTo>
                <a:cubicBezTo>
                  <a:pt x="13" y="113"/>
                  <a:pt x="13" y="112"/>
                  <a:pt x="14" y="112"/>
                </a:cubicBezTo>
                <a:cubicBezTo>
                  <a:pt x="14" y="110"/>
                  <a:pt x="16" y="108"/>
                  <a:pt x="18" y="105"/>
                </a:cubicBezTo>
                <a:cubicBezTo>
                  <a:pt x="21" y="102"/>
                  <a:pt x="22" y="100"/>
                  <a:pt x="23" y="99"/>
                </a:cubicBezTo>
                <a:cubicBezTo>
                  <a:pt x="22" y="95"/>
                  <a:pt x="20" y="92"/>
                  <a:pt x="20" y="89"/>
                </a:cubicBezTo>
                <a:cubicBezTo>
                  <a:pt x="2" y="87"/>
                  <a:pt x="2" y="87"/>
                  <a:pt x="2" y="87"/>
                </a:cubicBezTo>
                <a:cubicBezTo>
                  <a:pt x="1" y="87"/>
                  <a:pt x="1" y="86"/>
                  <a:pt x="0" y="85"/>
                </a:cubicBezTo>
                <a:cubicBezTo>
                  <a:pt x="0" y="85"/>
                  <a:pt x="0" y="84"/>
                  <a:pt x="0" y="83"/>
                </a:cubicBezTo>
                <a:cubicBezTo>
                  <a:pt x="0" y="62"/>
                  <a:pt x="0" y="62"/>
                  <a:pt x="0" y="62"/>
                </a:cubicBezTo>
                <a:cubicBezTo>
                  <a:pt x="0" y="62"/>
                  <a:pt x="0" y="61"/>
                  <a:pt x="0" y="60"/>
                </a:cubicBezTo>
                <a:cubicBezTo>
                  <a:pt x="1" y="59"/>
                  <a:pt x="1" y="59"/>
                  <a:pt x="2" y="59"/>
                </a:cubicBezTo>
                <a:cubicBezTo>
                  <a:pt x="20" y="56"/>
                  <a:pt x="20" y="56"/>
                  <a:pt x="20" y="56"/>
                </a:cubicBezTo>
                <a:cubicBezTo>
                  <a:pt x="21" y="53"/>
                  <a:pt x="22" y="50"/>
                  <a:pt x="23" y="48"/>
                </a:cubicBezTo>
                <a:cubicBezTo>
                  <a:pt x="21" y="44"/>
                  <a:pt x="17" y="40"/>
                  <a:pt x="13" y="34"/>
                </a:cubicBezTo>
                <a:cubicBezTo>
                  <a:pt x="13" y="34"/>
                  <a:pt x="12" y="33"/>
                  <a:pt x="12" y="32"/>
                </a:cubicBezTo>
                <a:cubicBezTo>
                  <a:pt x="12" y="32"/>
                  <a:pt x="13" y="31"/>
                  <a:pt x="13" y="30"/>
                </a:cubicBezTo>
                <a:cubicBezTo>
                  <a:pt x="15" y="28"/>
                  <a:pt x="18" y="24"/>
                  <a:pt x="22" y="20"/>
                </a:cubicBezTo>
                <a:cubicBezTo>
                  <a:pt x="27" y="15"/>
                  <a:pt x="30" y="13"/>
                  <a:pt x="31" y="13"/>
                </a:cubicBezTo>
                <a:cubicBezTo>
                  <a:pt x="32" y="13"/>
                  <a:pt x="33" y="13"/>
                  <a:pt x="34" y="14"/>
                </a:cubicBezTo>
                <a:cubicBezTo>
                  <a:pt x="47" y="24"/>
                  <a:pt x="47" y="24"/>
                  <a:pt x="47" y="24"/>
                </a:cubicBezTo>
                <a:cubicBezTo>
                  <a:pt x="50" y="23"/>
                  <a:pt x="53" y="22"/>
                  <a:pt x="55" y="21"/>
                </a:cubicBezTo>
                <a:cubicBezTo>
                  <a:pt x="57" y="12"/>
                  <a:pt x="57" y="6"/>
                  <a:pt x="58" y="3"/>
                </a:cubicBezTo>
                <a:cubicBezTo>
                  <a:pt x="59" y="1"/>
                  <a:pt x="60" y="0"/>
                  <a:pt x="62" y="0"/>
                </a:cubicBezTo>
                <a:cubicBezTo>
                  <a:pt x="83" y="0"/>
                  <a:pt x="83" y="0"/>
                  <a:pt x="83" y="0"/>
                </a:cubicBezTo>
                <a:cubicBezTo>
                  <a:pt x="84" y="0"/>
                  <a:pt x="84" y="1"/>
                  <a:pt x="85" y="1"/>
                </a:cubicBezTo>
                <a:cubicBezTo>
                  <a:pt x="86" y="2"/>
                  <a:pt x="86" y="2"/>
                  <a:pt x="86" y="3"/>
                </a:cubicBezTo>
                <a:cubicBezTo>
                  <a:pt x="89" y="21"/>
                  <a:pt x="89" y="21"/>
                  <a:pt x="89" y="21"/>
                </a:cubicBezTo>
                <a:cubicBezTo>
                  <a:pt x="92" y="22"/>
                  <a:pt x="95" y="23"/>
                  <a:pt x="97" y="24"/>
                </a:cubicBezTo>
                <a:cubicBezTo>
                  <a:pt x="111" y="14"/>
                  <a:pt x="111" y="14"/>
                  <a:pt x="111" y="14"/>
                </a:cubicBezTo>
                <a:cubicBezTo>
                  <a:pt x="111" y="13"/>
                  <a:pt x="112" y="13"/>
                  <a:pt x="113" y="13"/>
                </a:cubicBezTo>
                <a:cubicBezTo>
                  <a:pt x="114" y="13"/>
                  <a:pt x="114" y="13"/>
                  <a:pt x="115" y="14"/>
                </a:cubicBezTo>
                <a:cubicBezTo>
                  <a:pt x="123" y="22"/>
                  <a:pt x="129" y="27"/>
                  <a:pt x="131" y="30"/>
                </a:cubicBezTo>
                <a:cubicBezTo>
                  <a:pt x="131" y="31"/>
                  <a:pt x="132" y="31"/>
                  <a:pt x="132" y="32"/>
                </a:cubicBezTo>
                <a:cubicBezTo>
                  <a:pt x="132" y="33"/>
                  <a:pt x="131" y="34"/>
                  <a:pt x="131" y="34"/>
                </a:cubicBezTo>
                <a:cubicBezTo>
                  <a:pt x="130" y="36"/>
                  <a:pt x="128" y="38"/>
                  <a:pt x="126" y="41"/>
                </a:cubicBezTo>
                <a:cubicBezTo>
                  <a:pt x="124" y="44"/>
                  <a:pt x="122" y="46"/>
                  <a:pt x="121" y="47"/>
                </a:cubicBezTo>
                <a:cubicBezTo>
                  <a:pt x="122" y="50"/>
                  <a:pt x="124" y="54"/>
                  <a:pt x="125" y="57"/>
                </a:cubicBezTo>
                <a:cubicBezTo>
                  <a:pt x="142" y="59"/>
                  <a:pt x="142" y="59"/>
                  <a:pt x="142" y="59"/>
                </a:cubicBezTo>
                <a:cubicBezTo>
                  <a:pt x="143" y="59"/>
                  <a:pt x="144" y="60"/>
                  <a:pt x="144" y="60"/>
                </a:cubicBezTo>
                <a:cubicBezTo>
                  <a:pt x="144" y="61"/>
                  <a:pt x="145" y="62"/>
                  <a:pt x="145" y="63"/>
                </a:cubicBezTo>
                <a:close/>
                <a:moveTo>
                  <a:pt x="89" y="90"/>
                </a:moveTo>
                <a:cubicBezTo>
                  <a:pt x="94" y="85"/>
                  <a:pt x="96" y="80"/>
                  <a:pt x="96" y="73"/>
                </a:cubicBezTo>
                <a:cubicBezTo>
                  <a:pt x="96" y="66"/>
                  <a:pt x="94" y="61"/>
                  <a:pt x="89" y="56"/>
                </a:cubicBezTo>
                <a:cubicBezTo>
                  <a:pt x="85" y="51"/>
                  <a:pt x="79" y="49"/>
                  <a:pt x="72" y="49"/>
                </a:cubicBezTo>
                <a:cubicBezTo>
                  <a:pt x="65" y="49"/>
                  <a:pt x="60" y="51"/>
                  <a:pt x="55" y="56"/>
                </a:cubicBezTo>
                <a:cubicBezTo>
                  <a:pt x="50" y="61"/>
                  <a:pt x="48" y="66"/>
                  <a:pt x="48" y="73"/>
                </a:cubicBezTo>
                <a:cubicBezTo>
                  <a:pt x="48" y="80"/>
                  <a:pt x="50" y="85"/>
                  <a:pt x="55" y="90"/>
                </a:cubicBezTo>
                <a:cubicBezTo>
                  <a:pt x="60" y="95"/>
                  <a:pt x="65" y="97"/>
                  <a:pt x="72" y="97"/>
                </a:cubicBezTo>
                <a:cubicBezTo>
                  <a:pt x="79" y="97"/>
                  <a:pt x="85" y="95"/>
                  <a:pt x="89" y="9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2" name="Freeform 24"/>
          <p:cNvSpPr>
            <a:spLocks noEditPoints="1"/>
          </p:cNvSpPr>
          <p:nvPr/>
        </p:nvSpPr>
        <p:spPr bwMode="auto">
          <a:xfrm>
            <a:off x="6326158" y="1394327"/>
            <a:ext cx="192337" cy="209627"/>
          </a:xfrm>
          <a:custGeom>
            <a:avLst/>
            <a:gdLst>
              <a:gd name="T0" fmla="*/ 134 w 134"/>
              <a:gd name="T1" fmla="*/ 34 h 146"/>
              <a:gd name="T2" fmla="*/ 130 w 134"/>
              <a:gd name="T3" fmla="*/ 37 h 146"/>
              <a:gd name="T4" fmla="*/ 121 w 134"/>
              <a:gd name="T5" fmla="*/ 126 h 146"/>
              <a:gd name="T6" fmla="*/ 106 w 134"/>
              <a:gd name="T7" fmla="*/ 146 h 146"/>
              <a:gd name="T8" fmla="*/ 17 w 134"/>
              <a:gd name="T9" fmla="*/ 140 h 146"/>
              <a:gd name="T10" fmla="*/ 12 w 134"/>
              <a:gd name="T11" fmla="*/ 37 h 146"/>
              <a:gd name="T12" fmla="*/ 1 w 134"/>
              <a:gd name="T13" fmla="*/ 36 h 146"/>
              <a:gd name="T14" fmla="*/ 0 w 134"/>
              <a:gd name="T15" fmla="*/ 28 h 146"/>
              <a:gd name="T16" fmla="*/ 3 w 134"/>
              <a:gd name="T17" fmla="*/ 25 h 146"/>
              <a:gd name="T18" fmla="*/ 39 w 134"/>
              <a:gd name="T19" fmla="*/ 9 h 146"/>
              <a:gd name="T20" fmla="*/ 52 w 134"/>
              <a:gd name="T21" fmla="*/ 0 h 146"/>
              <a:gd name="T22" fmla="*/ 90 w 134"/>
              <a:gd name="T23" fmla="*/ 3 h 146"/>
              <a:gd name="T24" fmla="*/ 101 w 134"/>
              <a:gd name="T25" fmla="*/ 25 h 146"/>
              <a:gd name="T26" fmla="*/ 133 w 134"/>
              <a:gd name="T27" fmla="*/ 25 h 146"/>
              <a:gd name="T28" fmla="*/ 109 w 134"/>
              <a:gd name="T29" fmla="*/ 126 h 146"/>
              <a:gd name="T30" fmla="*/ 25 w 134"/>
              <a:gd name="T31" fmla="*/ 37 h 146"/>
              <a:gd name="T32" fmla="*/ 25 w 134"/>
              <a:gd name="T33" fmla="*/ 130 h 146"/>
              <a:gd name="T34" fmla="*/ 28 w 134"/>
              <a:gd name="T35" fmla="*/ 133 h 146"/>
              <a:gd name="T36" fmla="*/ 107 w 134"/>
              <a:gd name="T37" fmla="*/ 133 h 146"/>
              <a:gd name="T38" fmla="*/ 109 w 134"/>
              <a:gd name="T39" fmla="*/ 126 h 146"/>
              <a:gd name="T40" fmla="*/ 49 w 134"/>
              <a:gd name="T41" fmla="*/ 112 h 146"/>
              <a:gd name="T42" fmla="*/ 46 w 134"/>
              <a:gd name="T43" fmla="*/ 115 h 146"/>
              <a:gd name="T44" fmla="*/ 38 w 134"/>
              <a:gd name="T45" fmla="*/ 114 h 146"/>
              <a:gd name="T46" fmla="*/ 37 w 134"/>
              <a:gd name="T47" fmla="*/ 58 h 146"/>
              <a:gd name="T48" fmla="*/ 40 w 134"/>
              <a:gd name="T49" fmla="*/ 55 h 146"/>
              <a:gd name="T50" fmla="*/ 48 w 134"/>
              <a:gd name="T51" fmla="*/ 56 h 146"/>
              <a:gd name="T52" fmla="*/ 46 w 134"/>
              <a:gd name="T53" fmla="*/ 25 h 146"/>
              <a:gd name="T54" fmla="*/ 84 w 134"/>
              <a:gd name="T55" fmla="*/ 13 h 146"/>
              <a:gd name="T56" fmla="*/ 52 w 134"/>
              <a:gd name="T57" fmla="*/ 12 h 146"/>
              <a:gd name="T58" fmla="*/ 46 w 134"/>
              <a:gd name="T59" fmla="*/ 25 h 146"/>
              <a:gd name="T60" fmla="*/ 73 w 134"/>
              <a:gd name="T61" fmla="*/ 112 h 146"/>
              <a:gd name="T62" fmla="*/ 70 w 134"/>
              <a:gd name="T63" fmla="*/ 115 h 146"/>
              <a:gd name="T64" fmla="*/ 62 w 134"/>
              <a:gd name="T65" fmla="*/ 114 h 146"/>
              <a:gd name="T66" fmla="*/ 61 w 134"/>
              <a:gd name="T67" fmla="*/ 58 h 146"/>
              <a:gd name="T68" fmla="*/ 64 w 134"/>
              <a:gd name="T69" fmla="*/ 55 h 146"/>
              <a:gd name="T70" fmla="*/ 72 w 134"/>
              <a:gd name="T71" fmla="*/ 56 h 146"/>
              <a:gd name="T72" fmla="*/ 97 w 134"/>
              <a:gd name="T73" fmla="*/ 58 h 146"/>
              <a:gd name="T74" fmla="*/ 96 w 134"/>
              <a:gd name="T75" fmla="*/ 114 h 146"/>
              <a:gd name="T76" fmla="*/ 88 w 134"/>
              <a:gd name="T77" fmla="*/ 115 h 146"/>
              <a:gd name="T78" fmla="*/ 85 w 134"/>
              <a:gd name="T79" fmla="*/ 112 h 146"/>
              <a:gd name="T80" fmla="*/ 86 w 134"/>
              <a:gd name="T81" fmla="*/ 56 h 146"/>
              <a:gd name="T82" fmla="*/ 94 w 134"/>
              <a:gd name="T83" fmla="*/ 55 h 146"/>
              <a:gd name="T84" fmla="*/ 97 w 134"/>
              <a:gd name="T85" fmla="*/ 58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34" h="146">
                <a:moveTo>
                  <a:pt x="134" y="28"/>
                </a:moveTo>
                <a:cubicBezTo>
                  <a:pt x="134" y="34"/>
                  <a:pt x="134" y="34"/>
                  <a:pt x="134" y="34"/>
                </a:cubicBezTo>
                <a:cubicBezTo>
                  <a:pt x="134" y="35"/>
                  <a:pt x="133" y="35"/>
                  <a:pt x="133" y="36"/>
                </a:cubicBezTo>
                <a:cubicBezTo>
                  <a:pt x="132" y="36"/>
                  <a:pt x="131" y="37"/>
                  <a:pt x="130" y="37"/>
                </a:cubicBezTo>
                <a:cubicBezTo>
                  <a:pt x="121" y="37"/>
                  <a:pt x="121" y="37"/>
                  <a:pt x="121" y="37"/>
                </a:cubicBezTo>
                <a:cubicBezTo>
                  <a:pt x="121" y="126"/>
                  <a:pt x="121" y="126"/>
                  <a:pt x="121" y="126"/>
                </a:cubicBezTo>
                <a:cubicBezTo>
                  <a:pt x="121" y="132"/>
                  <a:pt x="120" y="136"/>
                  <a:pt x="117" y="140"/>
                </a:cubicBezTo>
                <a:cubicBezTo>
                  <a:pt x="114" y="144"/>
                  <a:pt x="110" y="146"/>
                  <a:pt x="106" y="146"/>
                </a:cubicBezTo>
                <a:cubicBezTo>
                  <a:pt x="28" y="146"/>
                  <a:pt x="28" y="146"/>
                  <a:pt x="28" y="146"/>
                </a:cubicBezTo>
                <a:cubicBezTo>
                  <a:pt x="23" y="146"/>
                  <a:pt x="20" y="144"/>
                  <a:pt x="17" y="140"/>
                </a:cubicBezTo>
                <a:cubicBezTo>
                  <a:pt x="14" y="136"/>
                  <a:pt x="12" y="132"/>
                  <a:pt x="12" y="127"/>
                </a:cubicBezTo>
                <a:cubicBezTo>
                  <a:pt x="12" y="37"/>
                  <a:pt x="12" y="37"/>
                  <a:pt x="12" y="37"/>
                </a:cubicBezTo>
                <a:cubicBezTo>
                  <a:pt x="3" y="37"/>
                  <a:pt x="3" y="37"/>
                  <a:pt x="3" y="37"/>
                </a:cubicBezTo>
                <a:cubicBezTo>
                  <a:pt x="3" y="37"/>
                  <a:pt x="2" y="36"/>
                  <a:pt x="1" y="36"/>
                </a:cubicBezTo>
                <a:cubicBezTo>
                  <a:pt x="1" y="35"/>
                  <a:pt x="0" y="35"/>
                  <a:pt x="0" y="34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7"/>
                  <a:pt x="1" y="26"/>
                  <a:pt x="1" y="25"/>
                </a:cubicBezTo>
                <a:cubicBezTo>
                  <a:pt x="2" y="25"/>
                  <a:pt x="3" y="25"/>
                  <a:pt x="3" y="25"/>
                </a:cubicBezTo>
                <a:cubicBezTo>
                  <a:pt x="33" y="25"/>
                  <a:pt x="33" y="25"/>
                  <a:pt x="33" y="25"/>
                </a:cubicBezTo>
                <a:cubicBezTo>
                  <a:pt x="39" y="9"/>
                  <a:pt x="39" y="9"/>
                  <a:pt x="39" y="9"/>
                </a:cubicBezTo>
                <a:cubicBezTo>
                  <a:pt x="40" y="6"/>
                  <a:pt x="42" y="4"/>
                  <a:pt x="44" y="3"/>
                </a:cubicBezTo>
                <a:cubicBezTo>
                  <a:pt x="47" y="1"/>
                  <a:pt x="49" y="0"/>
                  <a:pt x="52" y="0"/>
                </a:cubicBezTo>
                <a:cubicBezTo>
                  <a:pt x="82" y="0"/>
                  <a:pt x="82" y="0"/>
                  <a:pt x="82" y="0"/>
                </a:cubicBezTo>
                <a:cubicBezTo>
                  <a:pt x="85" y="0"/>
                  <a:pt x="87" y="1"/>
                  <a:pt x="90" y="3"/>
                </a:cubicBezTo>
                <a:cubicBezTo>
                  <a:pt x="92" y="4"/>
                  <a:pt x="94" y="6"/>
                  <a:pt x="95" y="9"/>
                </a:cubicBezTo>
                <a:cubicBezTo>
                  <a:pt x="101" y="25"/>
                  <a:pt x="101" y="25"/>
                  <a:pt x="101" y="25"/>
                </a:cubicBezTo>
                <a:cubicBezTo>
                  <a:pt x="130" y="25"/>
                  <a:pt x="130" y="25"/>
                  <a:pt x="130" y="25"/>
                </a:cubicBezTo>
                <a:cubicBezTo>
                  <a:pt x="131" y="25"/>
                  <a:pt x="132" y="25"/>
                  <a:pt x="133" y="25"/>
                </a:cubicBezTo>
                <a:cubicBezTo>
                  <a:pt x="133" y="26"/>
                  <a:pt x="134" y="27"/>
                  <a:pt x="134" y="28"/>
                </a:cubicBezTo>
                <a:close/>
                <a:moveTo>
                  <a:pt x="109" y="126"/>
                </a:moveTo>
                <a:cubicBezTo>
                  <a:pt x="109" y="37"/>
                  <a:pt x="109" y="37"/>
                  <a:pt x="109" y="37"/>
                </a:cubicBezTo>
                <a:cubicBezTo>
                  <a:pt x="25" y="37"/>
                  <a:pt x="25" y="37"/>
                  <a:pt x="25" y="37"/>
                </a:cubicBezTo>
                <a:cubicBezTo>
                  <a:pt x="25" y="126"/>
                  <a:pt x="25" y="126"/>
                  <a:pt x="25" y="126"/>
                </a:cubicBezTo>
                <a:cubicBezTo>
                  <a:pt x="25" y="128"/>
                  <a:pt x="25" y="129"/>
                  <a:pt x="25" y="130"/>
                </a:cubicBezTo>
                <a:cubicBezTo>
                  <a:pt x="26" y="131"/>
                  <a:pt x="26" y="132"/>
                  <a:pt x="27" y="133"/>
                </a:cubicBezTo>
                <a:cubicBezTo>
                  <a:pt x="27" y="133"/>
                  <a:pt x="27" y="133"/>
                  <a:pt x="28" y="133"/>
                </a:cubicBezTo>
                <a:cubicBezTo>
                  <a:pt x="106" y="133"/>
                  <a:pt x="106" y="133"/>
                  <a:pt x="106" y="133"/>
                </a:cubicBezTo>
                <a:cubicBezTo>
                  <a:pt x="106" y="133"/>
                  <a:pt x="107" y="133"/>
                  <a:pt x="107" y="133"/>
                </a:cubicBezTo>
                <a:cubicBezTo>
                  <a:pt x="108" y="132"/>
                  <a:pt x="108" y="131"/>
                  <a:pt x="109" y="130"/>
                </a:cubicBezTo>
                <a:cubicBezTo>
                  <a:pt x="109" y="129"/>
                  <a:pt x="109" y="128"/>
                  <a:pt x="109" y="126"/>
                </a:cubicBezTo>
                <a:close/>
                <a:moveTo>
                  <a:pt x="49" y="58"/>
                </a:moveTo>
                <a:cubicBezTo>
                  <a:pt x="49" y="112"/>
                  <a:pt x="49" y="112"/>
                  <a:pt x="49" y="112"/>
                </a:cubicBezTo>
                <a:cubicBezTo>
                  <a:pt x="49" y="113"/>
                  <a:pt x="49" y="114"/>
                  <a:pt x="48" y="114"/>
                </a:cubicBezTo>
                <a:cubicBezTo>
                  <a:pt x="47" y="115"/>
                  <a:pt x="47" y="115"/>
                  <a:pt x="46" y="115"/>
                </a:cubicBezTo>
                <a:cubicBezTo>
                  <a:pt x="40" y="115"/>
                  <a:pt x="40" y="115"/>
                  <a:pt x="40" y="115"/>
                </a:cubicBezTo>
                <a:cubicBezTo>
                  <a:pt x="39" y="115"/>
                  <a:pt x="38" y="115"/>
                  <a:pt x="38" y="114"/>
                </a:cubicBezTo>
                <a:cubicBezTo>
                  <a:pt x="37" y="114"/>
                  <a:pt x="37" y="113"/>
                  <a:pt x="37" y="112"/>
                </a:cubicBezTo>
                <a:cubicBezTo>
                  <a:pt x="37" y="58"/>
                  <a:pt x="37" y="58"/>
                  <a:pt x="37" y="58"/>
                </a:cubicBezTo>
                <a:cubicBezTo>
                  <a:pt x="37" y="57"/>
                  <a:pt x="37" y="56"/>
                  <a:pt x="38" y="56"/>
                </a:cubicBezTo>
                <a:cubicBezTo>
                  <a:pt x="38" y="55"/>
                  <a:pt x="39" y="55"/>
                  <a:pt x="40" y="55"/>
                </a:cubicBezTo>
                <a:cubicBezTo>
                  <a:pt x="46" y="55"/>
                  <a:pt x="46" y="55"/>
                  <a:pt x="46" y="55"/>
                </a:cubicBezTo>
                <a:cubicBezTo>
                  <a:pt x="47" y="55"/>
                  <a:pt x="47" y="55"/>
                  <a:pt x="48" y="56"/>
                </a:cubicBezTo>
                <a:cubicBezTo>
                  <a:pt x="49" y="56"/>
                  <a:pt x="49" y="57"/>
                  <a:pt x="49" y="58"/>
                </a:cubicBezTo>
                <a:close/>
                <a:moveTo>
                  <a:pt x="46" y="25"/>
                </a:moveTo>
                <a:cubicBezTo>
                  <a:pt x="88" y="25"/>
                  <a:pt x="88" y="25"/>
                  <a:pt x="88" y="25"/>
                </a:cubicBezTo>
                <a:cubicBezTo>
                  <a:pt x="84" y="13"/>
                  <a:pt x="84" y="13"/>
                  <a:pt x="84" y="13"/>
                </a:cubicBezTo>
                <a:cubicBezTo>
                  <a:pt x="83" y="13"/>
                  <a:pt x="83" y="13"/>
                  <a:pt x="82" y="12"/>
                </a:cubicBezTo>
                <a:cubicBezTo>
                  <a:pt x="52" y="12"/>
                  <a:pt x="52" y="12"/>
                  <a:pt x="52" y="12"/>
                </a:cubicBezTo>
                <a:cubicBezTo>
                  <a:pt x="51" y="13"/>
                  <a:pt x="51" y="13"/>
                  <a:pt x="50" y="13"/>
                </a:cubicBezTo>
                <a:lnTo>
                  <a:pt x="46" y="25"/>
                </a:lnTo>
                <a:close/>
                <a:moveTo>
                  <a:pt x="73" y="58"/>
                </a:moveTo>
                <a:cubicBezTo>
                  <a:pt x="73" y="112"/>
                  <a:pt x="73" y="112"/>
                  <a:pt x="73" y="112"/>
                </a:cubicBezTo>
                <a:cubicBezTo>
                  <a:pt x="73" y="113"/>
                  <a:pt x="73" y="114"/>
                  <a:pt x="72" y="114"/>
                </a:cubicBezTo>
                <a:cubicBezTo>
                  <a:pt x="72" y="115"/>
                  <a:pt x="71" y="115"/>
                  <a:pt x="70" y="115"/>
                </a:cubicBezTo>
                <a:cubicBezTo>
                  <a:pt x="64" y="115"/>
                  <a:pt x="64" y="115"/>
                  <a:pt x="64" y="115"/>
                </a:cubicBezTo>
                <a:cubicBezTo>
                  <a:pt x="63" y="115"/>
                  <a:pt x="62" y="115"/>
                  <a:pt x="62" y="114"/>
                </a:cubicBezTo>
                <a:cubicBezTo>
                  <a:pt x="61" y="114"/>
                  <a:pt x="61" y="113"/>
                  <a:pt x="61" y="112"/>
                </a:cubicBezTo>
                <a:cubicBezTo>
                  <a:pt x="61" y="58"/>
                  <a:pt x="61" y="58"/>
                  <a:pt x="61" y="58"/>
                </a:cubicBezTo>
                <a:cubicBezTo>
                  <a:pt x="61" y="57"/>
                  <a:pt x="61" y="56"/>
                  <a:pt x="62" y="56"/>
                </a:cubicBezTo>
                <a:cubicBezTo>
                  <a:pt x="62" y="55"/>
                  <a:pt x="63" y="55"/>
                  <a:pt x="64" y="55"/>
                </a:cubicBezTo>
                <a:cubicBezTo>
                  <a:pt x="70" y="55"/>
                  <a:pt x="70" y="55"/>
                  <a:pt x="70" y="55"/>
                </a:cubicBezTo>
                <a:cubicBezTo>
                  <a:pt x="71" y="55"/>
                  <a:pt x="72" y="55"/>
                  <a:pt x="72" y="56"/>
                </a:cubicBezTo>
                <a:cubicBezTo>
                  <a:pt x="73" y="56"/>
                  <a:pt x="73" y="57"/>
                  <a:pt x="73" y="58"/>
                </a:cubicBezTo>
                <a:close/>
                <a:moveTo>
                  <a:pt x="97" y="58"/>
                </a:moveTo>
                <a:cubicBezTo>
                  <a:pt x="97" y="112"/>
                  <a:pt x="97" y="112"/>
                  <a:pt x="97" y="112"/>
                </a:cubicBezTo>
                <a:cubicBezTo>
                  <a:pt x="97" y="113"/>
                  <a:pt x="97" y="114"/>
                  <a:pt x="96" y="114"/>
                </a:cubicBezTo>
                <a:cubicBezTo>
                  <a:pt x="96" y="115"/>
                  <a:pt x="95" y="115"/>
                  <a:pt x="94" y="115"/>
                </a:cubicBezTo>
                <a:cubicBezTo>
                  <a:pt x="88" y="115"/>
                  <a:pt x="88" y="115"/>
                  <a:pt x="88" y="115"/>
                </a:cubicBezTo>
                <a:cubicBezTo>
                  <a:pt x="87" y="115"/>
                  <a:pt x="87" y="115"/>
                  <a:pt x="86" y="114"/>
                </a:cubicBezTo>
                <a:cubicBezTo>
                  <a:pt x="85" y="114"/>
                  <a:pt x="85" y="113"/>
                  <a:pt x="85" y="112"/>
                </a:cubicBezTo>
                <a:cubicBezTo>
                  <a:pt x="85" y="58"/>
                  <a:pt x="85" y="58"/>
                  <a:pt x="85" y="58"/>
                </a:cubicBezTo>
                <a:cubicBezTo>
                  <a:pt x="85" y="57"/>
                  <a:pt x="85" y="56"/>
                  <a:pt x="86" y="56"/>
                </a:cubicBezTo>
                <a:cubicBezTo>
                  <a:pt x="87" y="55"/>
                  <a:pt x="87" y="55"/>
                  <a:pt x="88" y="55"/>
                </a:cubicBezTo>
                <a:cubicBezTo>
                  <a:pt x="94" y="55"/>
                  <a:pt x="94" y="55"/>
                  <a:pt x="94" y="55"/>
                </a:cubicBezTo>
                <a:cubicBezTo>
                  <a:pt x="95" y="55"/>
                  <a:pt x="96" y="55"/>
                  <a:pt x="96" y="56"/>
                </a:cubicBezTo>
                <a:cubicBezTo>
                  <a:pt x="97" y="56"/>
                  <a:pt x="97" y="57"/>
                  <a:pt x="97" y="58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3" name="Freeform 25"/>
          <p:cNvSpPr>
            <a:spLocks noEditPoints="1"/>
          </p:cNvSpPr>
          <p:nvPr/>
        </p:nvSpPr>
        <p:spPr bwMode="auto">
          <a:xfrm>
            <a:off x="6585490" y="1411617"/>
            <a:ext cx="218271" cy="175049"/>
          </a:xfrm>
          <a:custGeom>
            <a:avLst/>
            <a:gdLst>
              <a:gd name="T0" fmla="*/ 151 w 152"/>
              <a:gd name="T1" fmla="*/ 64 h 121"/>
              <a:gd name="T2" fmla="*/ 145 w 152"/>
              <a:gd name="T3" fmla="*/ 71 h 121"/>
              <a:gd name="T4" fmla="*/ 144 w 152"/>
              <a:gd name="T5" fmla="*/ 72 h 121"/>
              <a:gd name="T6" fmla="*/ 143 w 152"/>
              <a:gd name="T7" fmla="*/ 72 h 121"/>
              <a:gd name="T8" fmla="*/ 141 w 152"/>
              <a:gd name="T9" fmla="*/ 71 h 121"/>
              <a:gd name="T10" fmla="*/ 76 w 152"/>
              <a:gd name="T11" fmla="*/ 16 h 121"/>
              <a:gd name="T12" fmla="*/ 10 w 152"/>
              <a:gd name="T13" fmla="*/ 71 h 121"/>
              <a:gd name="T14" fmla="*/ 8 w 152"/>
              <a:gd name="T15" fmla="*/ 72 h 121"/>
              <a:gd name="T16" fmla="*/ 6 w 152"/>
              <a:gd name="T17" fmla="*/ 71 h 121"/>
              <a:gd name="T18" fmla="*/ 0 w 152"/>
              <a:gd name="T19" fmla="*/ 64 h 121"/>
              <a:gd name="T20" fmla="*/ 0 w 152"/>
              <a:gd name="T21" fmla="*/ 61 h 121"/>
              <a:gd name="T22" fmla="*/ 1 w 152"/>
              <a:gd name="T23" fmla="*/ 59 h 121"/>
              <a:gd name="T24" fmla="*/ 69 w 152"/>
              <a:gd name="T25" fmla="*/ 3 h 121"/>
              <a:gd name="T26" fmla="*/ 76 w 152"/>
              <a:gd name="T27" fmla="*/ 0 h 121"/>
              <a:gd name="T28" fmla="*/ 83 w 152"/>
              <a:gd name="T29" fmla="*/ 3 h 121"/>
              <a:gd name="T30" fmla="*/ 106 w 152"/>
              <a:gd name="T31" fmla="*/ 22 h 121"/>
              <a:gd name="T32" fmla="*/ 106 w 152"/>
              <a:gd name="T33" fmla="*/ 3 h 121"/>
              <a:gd name="T34" fmla="*/ 107 w 152"/>
              <a:gd name="T35" fmla="*/ 1 h 121"/>
              <a:gd name="T36" fmla="*/ 109 w 152"/>
              <a:gd name="T37" fmla="*/ 0 h 121"/>
              <a:gd name="T38" fmla="*/ 127 w 152"/>
              <a:gd name="T39" fmla="*/ 0 h 121"/>
              <a:gd name="T40" fmla="*/ 129 w 152"/>
              <a:gd name="T41" fmla="*/ 1 h 121"/>
              <a:gd name="T42" fmla="*/ 130 w 152"/>
              <a:gd name="T43" fmla="*/ 3 h 121"/>
              <a:gd name="T44" fmla="*/ 130 w 152"/>
              <a:gd name="T45" fmla="*/ 42 h 121"/>
              <a:gd name="T46" fmla="*/ 151 w 152"/>
              <a:gd name="T47" fmla="*/ 59 h 121"/>
              <a:gd name="T48" fmla="*/ 152 w 152"/>
              <a:gd name="T49" fmla="*/ 61 h 121"/>
              <a:gd name="T50" fmla="*/ 151 w 152"/>
              <a:gd name="T51" fmla="*/ 64 h 121"/>
              <a:gd name="T52" fmla="*/ 130 w 152"/>
              <a:gd name="T53" fmla="*/ 70 h 121"/>
              <a:gd name="T54" fmla="*/ 130 w 152"/>
              <a:gd name="T55" fmla="*/ 115 h 121"/>
              <a:gd name="T56" fmla="*/ 128 w 152"/>
              <a:gd name="T57" fmla="*/ 120 h 121"/>
              <a:gd name="T58" fmla="*/ 124 w 152"/>
              <a:gd name="T59" fmla="*/ 121 h 121"/>
              <a:gd name="T60" fmla="*/ 88 w 152"/>
              <a:gd name="T61" fmla="*/ 121 h 121"/>
              <a:gd name="T62" fmla="*/ 88 w 152"/>
              <a:gd name="T63" fmla="*/ 85 h 121"/>
              <a:gd name="T64" fmla="*/ 64 w 152"/>
              <a:gd name="T65" fmla="*/ 85 h 121"/>
              <a:gd name="T66" fmla="*/ 64 w 152"/>
              <a:gd name="T67" fmla="*/ 121 h 121"/>
              <a:gd name="T68" fmla="*/ 27 w 152"/>
              <a:gd name="T69" fmla="*/ 121 h 121"/>
              <a:gd name="T70" fmla="*/ 23 w 152"/>
              <a:gd name="T71" fmla="*/ 120 h 121"/>
              <a:gd name="T72" fmla="*/ 21 w 152"/>
              <a:gd name="T73" fmla="*/ 115 h 121"/>
              <a:gd name="T74" fmla="*/ 21 w 152"/>
              <a:gd name="T75" fmla="*/ 70 h 121"/>
              <a:gd name="T76" fmla="*/ 21 w 152"/>
              <a:gd name="T77" fmla="*/ 70 h 121"/>
              <a:gd name="T78" fmla="*/ 21 w 152"/>
              <a:gd name="T79" fmla="*/ 69 h 121"/>
              <a:gd name="T80" fmla="*/ 76 w 152"/>
              <a:gd name="T81" fmla="*/ 25 h 121"/>
              <a:gd name="T82" fmla="*/ 130 w 152"/>
              <a:gd name="T83" fmla="*/ 69 h 121"/>
              <a:gd name="T84" fmla="*/ 130 w 152"/>
              <a:gd name="T85" fmla="*/ 70 h 1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52" h="121">
                <a:moveTo>
                  <a:pt x="151" y="64"/>
                </a:moveTo>
                <a:cubicBezTo>
                  <a:pt x="145" y="71"/>
                  <a:pt x="145" y="71"/>
                  <a:pt x="145" y="71"/>
                </a:cubicBezTo>
                <a:cubicBezTo>
                  <a:pt x="145" y="71"/>
                  <a:pt x="144" y="71"/>
                  <a:pt x="144" y="72"/>
                </a:cubicBezTo>
                <a:cubicBezTo>
                  <a:pt x="143" y="72"/>
                  <a:pt x="143" y="72"/>
                  <a:pt x="143" y="72"/>
                </a:cubicBezTo>
                <a:cubicBezTo>
                  <a:pt x="142" y="72"/>
                  <a:pt x="142" y="71"/>
                  <a:pt x="141" y="71"/>
                </a:cubicBezTo>
                <a:cubicBezTo>
                  <a:pt x="76" y="16"/>
                  <a:pt x="76" y="16"/>
                  <a:pt x="76" y="16"/>
                </a:cubicBezTo>
                <a:cubicBezTo>
                  <a:pt x="10" y="71"/>
                  <a:pt x="10" y="71"/>
                  <a:pt x="10" y="71"/>
                </a:cubicBezTo>
                <a:cubicBezTo>
                  <a:pt x="10" y="71"/>
                  <a:pt x="9" y="72"/>
                  <a:pt x="8" y="72"/>
                </a:cubicBezTo>
                <a:cubicBezTo>
                  <a:pt x="7" y="71"/>
                  <a:pt x="7" y="71"/>
                  <a:pt x="6" y="71"/>
                </a:cubicBezTo>
                <a:cubicBezTo>
                  <a:pt x="0" y="64"/>
                  <a:pt x="0" y="64"/>
                  <a:pt x="0" y="64"/>
                </a:cubicBezTo>
                <a:cubicBezTo>
                  <a:pt x="0" y="63"/>
                  <a:pt x="0" y="62"/>
                  <a:pt x="0" y="61"/>
                </a:cubicBezTo>
                <a:cubicBezTo>
                  <a:pt x="0" y="60"/>
                  <a:pt x="0" y="60"/>
                  <a:pt x="1" y="59"/>
                </a:cubicBezTo>
                <a:cubicBezTo>
                  <a:pt x="69" y="3"/>
                  <a:pt x="69" y="3"/>
                  <a:pt x="69" y="3"/>
                </a:cubicBezTo>
                <a:cubicBezTo>
                  <a:pt x="71" y="1"/>
                  <a:pt x="73" y="0"/>
                  <a:pt x="76" y="0"/>
                </a:cubicBezTo>
                <a:cubicBezTo>
                  <a:pt x="79" y="0"/>
                  <a:pt x="81" y="1"/>
                  <a:pt x="83" y="3"/>
                </a:cubicBezTo>
                <a:cubicBezTo>
                  <a:pt x="106" y="22"/>
                  <a:pt x="106" y="22"/>
                  <a:pt x="106" y="22"/>
                </a:cubicBezTo>
                <a:cubicBezTo>
                  <a:pt x="106" y="3"/>
                  <a:pt x="106" y="3"/>
                  <a:pt x="106" y="3"/>
                </a:cubicBezTo>
                <a:cubicBezTo>
                  <a:pt x="106" y="3"/>
                  <a:pt x="106" y="2"/>
                  <a:pt x="107" y="1"/>
                </a:cubicBezTo>
                <a:cubicBezTo>
                  <a:pt x="107" y="1"/>
                  <a:pt x="108" y="0"/>
                  <a:pt x="109" y="0"/>
                </a:cubicBezTo>
                <a:cubicBezTo>
                  <a:pt x="127" y="0"/>
                  <a:pt x="127" y="0"/>
                  <a:pt x="127" y="0"/>
                </a:cubicBezTo>
                <a:cubicBezTo>
                  <a:pt x="128" y="0"/>
                  <a:pt x="129" y="1"/>
                  <a:pt x="129" y="1"/>
                </a:cubicBezTo>
                <a:cubicBezTo>
                  <a:pt x="130" y="2"/>
                  <a:pt x="130" y="3"/>
                  <a:pt x="130" y="3"/>
                </a:cubicBezTo>
                <a:cubicBezTo>
                  <a:pt x="130" y="42"/>
                  <a:pt x="130" y="42"/>
                  <a:pt x="130" y="42"/>
                </a:cubicBezTo>
                <a:cubicBezTo>
                  <a:pt x="151" y="59"/>
                  <a:pt x="151" y="59"/>
                  <a:pt x="151" y="59"/>
                </a:cubicBezTo>
                <a:cubicBezTo>
                  <a:pt x="152" y="60"/>
                  <a:pt x="152" y="60"/>
                  <a:pt x="152" y="61"/>
                </a:cubicBezTo>
                <a:cubicBezTo>
                  <a:pt x="152" y="62"/>
                  <a:pt x="152" y="63"/>
                  <a:pt x="151" y="64"/>
                </a:cubicBezTo>
                <a:close/>
                <a:moveTo>
                  <a:pt x="130" y="70"/>
                </a:moveTo>
                <a:cubicBezTo>
                  <a:pt x="130" y="115"/>
                  <a:pt x="130" y="115"/>
                  <a:pt x="130" y="115"/>
                </a:cubicBezTo>
                <a:cubicBezTo>
                  <a:pt x="130" y="117"/>
                  <a:pt x="130" y="118"/>
                  <a:pt x="128" y="120"/>
                </a:cubicBezTo>
                <a:cubicBezTo>
                  <a:pt x="127" y="121"/>
                  <a:pt x="126" y="121"/>
                  <a:pt x="124" y="121"/>
                </a:cubicBezTo>
                <a:cubicBezTo>
                  <a:pt x="88" y="121"/>
                  <a:pt x="88" y="121"/>
                  <a:pt x="88" y="121"/>
                </a:cubicBezTo>
                <a:cubicBezTo>
                  <a:pt x="88" y="85"/>
                  <a:pt x="88" y="85"/>
                  <a:pt x="88" y="85"/>
                </a:cubicBezTo>
                <a:cubicBezTo>
                  <a:pt x="64" y="85"/>
                  <a:pt x="64" y="85"/>
                  <a:pt x="64" y="85"/>
                </a:cubicBezTo>
                <a:cubicBezTo>
                  <a:pt x="64" y="121"/>
                  <a:pt x="64" y="121"/>
                  <a:pt x="64" y="121"/>
                </a:cubicBezTo>
                <a:cubicBezTo>
                  <a:pt x="27" y="121"/>
                  <a:pt x="27" y="121"/>
                  <a:pt x="27" y="121"/>
                </a:cubicBezTo>
                <a:cubicBezTo>
                  <a:pt x="26" y="121"/>
                  <a:pt x="24" y="121"/>
                  <a:pt x="23" y="120"/>
                </a:cubicBezTo>
                <a:cubicBezTo>
                  <a:pt x="22" y="118"/>
                  <a:pt x="21" y="117"/>
                  <a:pt x="21" y="115"/>
                </a:cubicBezTo>
                <a:cubicBezTo>
                  <a:pt x="21" y="70"/>
                  <a:pt x="21" y="70"/>
                  <a:pt x="21" y="70"/>
                </a:cubicBezTo>
                <a:cubicBezTo>
                  <a:pt x="21" y="70"/>
                  <a:pt x="21" y="70"/>
                  <a:pt x="21" y="70"/>
                </a:cubicBezTo>
                <a:cubicBezTo>
                  <a:pt x="21" y="70"/>
                  <a:pt x="21" y="70"/>
                  <a:pt x="21" y="69"/>
                </a:cubicBezTo>
                <a:cubicBezTo>
                  <a:pt x="76" y="25"/>
                  <a:pt x="76" y="25"/>
                  <a:pt x="76" y="25"/>
                </a:cubicBezTo>
                <a:cubicBezTo>
                  <a:pt x="130" y="69"/>
                  <a:pt x="130" y="69"/>
                  <a:pt x="130" y="69"/>
                </a:cubicBezTo>
                <a:cubicBezTo>
                  <a:pt x="130" y="70"/>
                  <a:pt x="130" y="70"/>
                  <a:pt x="130" y="7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4" name="Freeform 26"/>
          <p:cNvSpPr>
            <a:spLocks noEditPoints="1"/>
          </p:cNvSpPr>
          <p:nvPr/>
        </p:nvSpPr>
        <p:spPr bwMode="auto">
          <a:xfrm>
            <a:off x="6870753" y="1377039"/>
            <a:ext cx="209627" cy="244204"/>
          </a:xfrm>
          <a:custGeom>
            <a:avLst/>
            <a:gdLst>
              <a:gd name="T0" fmla="*/ 139 w 145"/>
              <a:gd name="T1" fmla="*/ 36 h 170"/>
              <a:gd name="T2" fmla="*/ 143 w 145"/>
              <a:gd name="T3" fmla="*/ 43 h 170"/>
              <a:gd name="T4" fmla="*/ 145 w 145"/>
              <a:gd name="T5" fmla="*/ 52 h 170"/>
              <a:gd name="T6" fmla="*/ 145 w 145"/>
              <a:gd name="T7" fmla="*/ 161 h 170"/>
              <a:gd name="T8" fmla="*/ 143 w 145"/>
              <a:gd name="T9" fmla="*/ 167 h 170"/>
              <a:gd name="T10" fmla="*/ 136 w 145"/>
              <a:gd name="T11" fmla="*/ 170 h 170"/>
              <a:gd name="T12" fmla="*/ 9 w 145"/>
              <a:gd name="T13" fmla="*/ 170 h 170"/>
              <a:gd name="T14" fmla="*/ 3 w 145"/>
              <a:gd name="T15" fmla="*/ 167 h 170"/>
              <a:gd name="T16" fmla="*/ 0 w 145"/>
              <a:gd name="T17" fmla="*/ 161 h 170"/>
              <a:gd name="T18" fmla="*/ 0 w 145"/>
              <a:gd name="T19" fmla="*/ 9 h 170"/>
              <a:gd name="T20" fmla="*/ 3 w 145"/>
              <a:gd name="T21" fmla="*/ 3 h 170"/>
              <a:gd name="T22" fmla="*/ 9 w 145"/>
              <a:gd name="T23" fmla="*/ 0 h 170"/>
              <a:gd name="T24" fmla="*/ 94 w 145"/>
              <a:gd name="T25" fmla="*/ 0 h 170"/>
              <a:gd name="T26" fmla="*/ 102 w 145"/>
              <a:gd name="T27" fmla="*/ 2 h 170"/>
              <a:gd name="T28" fmla="*/ 109 w 145"/>
              <a:gd name="T29" fmla="*/ 7 h 170"/>
              <a:gd name="T30" fmla="*/ 139 w 145"/>
              <a:gd name="T31" fmla="*/ 36 h 170"/>
              <a:gd name="T32" fmla="*/ 133 w 145"/>
              <a:gd name="T33" fmla="*/ 158 h 170"/>
              <a:gd name="T34" fmla="*/ 133 w 145"/>
              <a:gd name="T35" fmla="*/ 61 h 170"/>
              <a:gd name="T36" fmla="*/ 94 w 145"/>
              <a:gd name="T37" fmla="*/ 61 h 170"/>
              <a:gd name="T38" fmla="*/ 87 w 145"/>
              <a:gd name="T39" fmla="*/ 58 h 170"/>
              <a:gd name="T40" fmla="*/ 85 w 145"/>
              <a:gd name="T41" fmla="*/ 52 h 170"/>
              <a:gd name="T42" fmla="*/ 85 w 145"/>
              <a:gd name="T43" fmla="*/ 12 h 170"/>
              <a:gd name="T44" fmla="*/ 12 w 145"/>
              <a:gd name="T45" fmla="*/ 12 h 170"/>
              <a:gd name="T46" fmla="*/ 12 w 145"/>
              <a:gd name="T47" fmla="*/ 158 h 170"/>
              <a:gd name="T48" fmla="*/ 133 w 145"/>
              <a:gd name="T49" fmla="*/ 158 h 170"/>
              <a:gd name="T50" fmla="*/ 97 w 145"/>
              <a:gd name="T51" fmla="*/ 13 h 170"/>
              <a:gd name="T52" fmla="*/ 97 w 145"/>
              <a:gd name="T53" fmla="*/ 49 h 170"/>
              <a:gd name="T54" fmla="*/ 132 w 145"/>
              <a:gd name="T55" fmla="*/ 49 h 170"/>
              <a:gd name="T56" fmla="*/ 130 w 145"/>
              <a:gd name="T57" fmla="*/ 45 h 170"/>
              <a:gd name="T58" fmla="*/ 101 w 145"/>
              <a:gd name="T59" fmla="*/ 15 h 170"/>
              <a:gd name="T60" fmla="*/ 97 w 145"/>
              <a:gd name="T61" fmla="*/ 13 h 1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45" h="170">
                <a:moveTo>
                  <a:pt x="139" y="36"/>
                </a:moveTo>
                <a:cubicBezTo>
                  <a:pt x="141" y="38"/>
                  <a:pt x="142" y="40"/>
                  <a:pt x="143" y="43"/>
                </a:cubicBezTo>
                <a:cubicBezTo>
                  <a:pt x="145" y="46"/>
                  <a:pt x="145" y="49"/>
                  <a:pt x="145" y="52"/>
                </a:cubicBezTo>
                <a:cubicBezTo>
                  <a:pt x="145" y="161"/>
                  <a:pt x="145" y="161"/>
                  <a:pt x="145" y="161"/>
                </a:cubicBezTo>
                <a:cubicBezTo>
                  <a:pt x="145" y="163"/>
                  <a:pt x="144" y="165"/>
                  <a:pt x="143" y="167"/>
                </a:cubicBezTo>
                <a:cubicBezTo>
                  <a:pt x="141" y="169"/>
                  <a:pt x="139" y="170"/>
                  <a:pt x="136" y="170"/>
                </a:cubicBezTo>
                <a:cubicBezTo>
                  <a:pt x="9" y="170"/>
                  <a:pt x="9" y="170"/>
                  <a:pt x="9" y="170"/>
                </a:cubicBezTo>
                <a:cubicBezTo>
                  <a:pt x="7" y="170"/>
                  <a:pt x="5" y="169"/>
                  <a:pt x="3" y="167"/>
                </a:cubicBezTo>
                <a:cubicBezTo>
                  <a:pt x="1" y="165"/>
                  <a:pt x="0" y="163"/>
                  <a:pt x="0" y="161"/>
                </a:cubicBezTo>
                <a:cubicBezTo>
                  <a:pt x="0" y="9"/>
                  <a:pt x="0" y="9"/>
                  <a:pt x="0" y="9"/>
                </a:cubicBezTo>
                <a:cubicBezTo>
                  <a:pt x="0" y="7"/>
                  <a:pt x="1" y="5"/>
                  <a:pt x="3" y="3"/>
                </a:cubicBezTo>
                <a:cubicBezTo>
                  <a:pt x="5" y="1"/>
                  <a:pt x="7" y="0"/>
                  <a:pt x="9" y="0"/>
                </a:cubicBezTo>
                <a:cubicBezTo>
                  <a:pt x="94" y="0"/>
                  <a:pt x="94" y="0"/>
                  <a:pt x="94" y="0"/>
                </a:cubicBezTo>
                <a:cubicBezTo>
                  <a:pt x="96" y="0"/>
                  <a:pt x="99" y="1"/>
                  <a:pt x="102" y="2"/>
                </a:cubicBezTo>
                <a:cubicBezTo>
                  <a:pt x="105" y="3"/>
                  <a:pt x="108" y="5"/>
                  <a:pt x="109" y="7"/>
                </a:cubicBezTo>
                <a:lnTo>
                  <a:pt x="139" y="36"/>
                </a:lnTo>
                <a:close/>
                <a:moveTo>
                  <a:pt x="133" y="158"/>
                </a:moveTo>
                <a:cubicBezTo>
                  <a:pt x="133" y="61"/>
                  <a:pt x="133" y="61"/>
                  <a:pt x="133" y="61"/>
                </a:cubicBezTo>
                <a:cubicBezTo>
                  <a:pt x="94" y="61"/>
                  <a:pt x="94" y="61"/>
                  <a:pt x="94" y="61"/>
                </a:cubicBezTo>
                <a:cubicBezTo>
                  <a:pt x="91" y="61"/>
                  <a:pt x="89" y="60"/>
                  <a:pt x="87" y="58"/>
                </a:cubicBezTo>
                <a:cubicBezTo>
                  <a:pt x="86" y="56"/>
                  <a:pt x="85" y="54"/>
                  <a:pt x="85" y="52"/>
                </a:cubicBezTo>
                <a:cubicBezTo>
                  <a:pt x="85" y="12"/>
                  <a:pt x="85" y="12"/>
                  <a:pt x="85" y="12"/>
                </a:cubicBezTo>
                <a:cubicBezTo>
                  <a:pt x="12" y="12"/>
                  <a:pt x="12" y="12"/>
                  <a:pt x="12" y="12"/>
                </a:cubicBezTo>
                <a:cubicBezTo>
                  <a:pt x="12" y="158"/>
                  <a:pt x="12" y="158"/>
                  <a:pt x="12" y="158"/>
                </a:cubicBezTo>
                <a:lnTo>
                  <a:pt x="133" y="158"/>
                </a:lnTo>
                <a:close/>
                <a:moveTo>
                  <a:pt x="97" y="13"/>
                </a:moveTo>
                <a:cubicBezTo>
                  <a:pt x="97" y="49"/>
                  <a:pt x="97" y="49"/>
                  <a:pt x="97" y="49"/>
                </a:cubicBezTo>
                <a:cubicBezTo>
                  <a:pt x="132" y="49"/>
                  <a:pt x="132" y="49"/>
                  <a:pt x="132" y="49"/>
                </a:cubicBezTo>
                <a:cubicBezTo>
                  <a:pt x="132" y="47"/>
                  <a:pt x="131" y="46"/>
                  <a:pt x="130" y="45"/>
                </a:cubicBezTo>
                <a:cubicBezTo>
                  <a:pt x="101" y="15"/>
                  <a:pt x="101" y="15"/>
                  <a:pt x="101" y="15"/>
                </a:cubicBezTo>
                <a:cubicBezTo>
                  <a:pt x="100" y="14"/>
                  <a:pt x="99" y="14"/>
                  <a:pt x="97" y="1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5" name="Freeform 27"/>
          <p:cNvSpPr>
            <a:spLocks noEditPoints="1"/>
          </p:cNvSpPr>
          <p:nvPr/>
        </p:nvSpPr>
        <p:spPr bwMode="auto">
          <a:xfrm>
            <a:off x="7143052" y="1394327"/>
            <a:ext cx="209627" cy="209627"/>
          </a:xfrm>
          <a:custGeom>
            <a:avLst/>
            <a:gdLst>
              <a:gd name="T0" fmla="*/ 135 w 145"/>
              <a:gd name="T1" fmla="*/ 37 h 146"/>
              <a:gd name="T2" fmla="*/ 145 w 145"/>
              <a:gd name="T3" fmla="*/ 73 h 146"/>
              <a:gd name="T4" fmla="*/ 135 w 145"/>
              <a:gd name="T5" fmla="*/ 109 h 146"/>
              <a:gd name="T6" fmla="*/ 109 w 145"/>
              <a:gd name="T7" fmla="*/ 136 h 146"/>
              <a:gd name="T8" fmla="*/ 73 w 145"/>
              <a:gd name="T9" fmla="*/ 146 h 146"/>
              <a:gd name="T10" fmla="*/ 36 w 145"/>
              <a:gd name="T11" fmla="*/ 136 h 146"/>
              <a:gd name="T12" fmla="*/ 10 w 145"/>
              <a:gd name="T13" fmla="*/ 109 h 146"/>
              <a:gd name="T14" fmla="*/ 0 w 145"/>
              <a:gd name="T15" fmla="*/ 73 h 146"/>
              <a:gd name="T16" fmla="*/ 10 w 145"/>
              <a:gd name="T17" fmla="*/ 37 h 146"/>
              <a:gd name="T18" fmla="*/ 36 w 145"/>
              <a:gd name="T19" fmla="*/ 10 h 146"/>
              <a:gd name="T20" fmla="*/ 73 w 145"/>
              <a:gd name="T21" fmla="*/ 0 h 146"/>
              <a:gd name="T22" fmla="*/ 109 w 145"/>
              <a:gd name="T23" fmla="*/ 10 h 146"/>
              <a:gd name="T24" fmla="*/ 135 w 145"/>
              <a:gd name="T25" fmla="*/ 37 h 146"/>
              <a:gd name="T26" fmla="*/ 117 w 145"/>
              <a:gd name="T27" fmla="*/ 99 h 146"/>
              <a:gd name="T28" fmla="*/ 124 w 145"/>
              <a:gd name="T29" fmla="*/ 73 h 146"/>
              <a:gd name="T30" fmla="*/ 117 w 145"/>
              <a:gd name="T31" fmla="*/ 47 h 146"/>
              <a:gd name="T32" fmla="*/ 98 w 145"/>
              <a:gd name="T33" fmla="*/ 28 h 146"/>
              <a:gd name="T34" fmla="*/ 73 w 145"/>
              <a:gd name="T35" fmla="*/ 22 h 146"/>
              <a:gd name="T36" fmla="*/ 47 w 145"/>
              <a:gd name="T37" fmla="*/ 28 h 146"/>
              <a:gd name="T38" fmla="*/ 28 w 145"/>
              <a:gd name="T39" fmla="*/ 47 h 146"/>
              <a:gd name="T40" fmla="*/ 21 w 145"/>
              <a:gd name="T41" fmla="*/ 73 h 146"/>
              <a:gd name="T42" fmla="*/ 28 w 145"/>
              <a:gd name="T43" fmla="*/ 99 h 146"/>
              <a:gd name="T44" fmla="*/ 47 w 145"/>
              <a:gd name="T45" fmla="*/ 118 h 146"/>
              <a:gd name="T46" fmla="*/ 73 w 145"/>
              <a:gd name="T47" fmla="*/ 124 h 146"/>
              <a:gd name="T48" fmla="*/ 98 w 145"/>
              <a:gd name="T49" fmla="*/ 118 h 146"/>
              <a:gd name="T50" fmla="*/ 117 w 145"/>
              <a:gd name="T51" fmla="*/ 99 h 146"/>
              <a:gd name="T52" fmla="*/ 85 w 145"/>
              <a:gd name="T53" fmla="*/ 40 h 146"/>
              <a:gd name="T54" fmla="*/ 85 w 145"/>
              <a:gd name="T55" fmla="*/ 82 h 146"/>
              <a:gd name="T56" fmla="*/ 84 w 145"/>
              <a:gd name="T57" fmla="*/ 84 h 146"/>
              <a:gd name="T58" fmla="*/ 82 w 145"/>
              <a:gd name="T59" fmla="*/ 85 h 146"/>
              <a:gd name="T60" fmla="*/ 51 w 145"/>
              <a:gd name="T61" fmla="*/ 85 h 146"/>
              <a:gd name="T62" fmla="*/ 49 w 145"/>
              <a:gd name="T63" fmla="*/ 84 h 146"/>
              <a:gd name="T64" fmla="*/ 48 w 145"/>
              <a:gd name="T65" fmla="*/ 82 h 146"/>
              <a:gd name="T66" fmla="*/ 48 w 145"/>
              <a:gd name="T67" fmla="*/ 76 h 146"/>
              <a:gd name="T68" fmla="*/ 49 w 145"/>
              <a:gd name="T69" fmla="*/ 74 h 146"/>
              <a:gd name="T70" fmla="*/ 51 w 145"/>
              <a:gd name="T71" fmla="*/ 73 h 146"/>
              <a:gd name="T72" fmla="*/ 73 w 145"/>
              <a:gd name="T73" fmla="*/ 73 h 146"/>
              <a:gd name="T74" fmla="*/ 73 w 145"/>
              <a:gd name="T75" fmla="*/ 40 h 146"/>
              <a:gd name="T76" fmla="*/ 73 w 145"/>
              <a:gd name="T77" fmla="*/ 38 h 146"/>
              <a:gd name="T78" fmla="*/ 76 w 145"/>
              <a:gd name="T79" fmla="*/ 37 h 146"/>
              <a:gd name="T80" fmla="*/ 82 w 145"/>
              <a:gd name="T81" fmla="*/ 37 h 146"/>
              <a:gd name="T82" fmla="*/ 84 w 145"/>
              <a:gd name="T83" fmla="*/ 38 h 146"/>
              <a:gd name="T84" fmla="*/ 85 w 145"/>
              <a:gd name="T85" fmla="*/ 40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45" h="146">
                <a:moveTo>
                  <a:pt x="135" y="37"/>
                </a:moveTo>
                <a:cubicBezTo>
                  <a:pt x="142" y="48"/>
                  <a:pt x="145" y="60"/>
                  <a:pt x="145" y="73"/>
                </a:cubicBezTo>
                <a:cubicBezTo>
                  <a:pt x="145" y="86"/>
                  <a:pt x="142" y="98"/>
                  <a:pt x="135" y="109"/>
                </a:cubicBezTo>
                <a:cubicBezTo>
                  <a:pt x="129" y="121"/>
                  <a:pt x="120" y="129"/>
                  <a:pt x="109" y="136"/>
                </a:cubicBezTo>
                <a:cubicBezTo>
                  <a:pt x="98" y="142"/>
                  <a:pt x="86" y="146"/>
                  <a:pt x="73" y="146"/>
                </a:cubicBezTo>
                <a:cubicBezTo>
                  <a:pt x="59" y="146"/>
                  <a:pt x="47" y="142"/>
                  <a:pt x="36" y="136"/>
                </a:cubicBezTo>
                <a:cubicBezTo>
                  <a:pt x="25" y="129"/>
                  <a:pt x="16" y="121"/>
                  <a:pt x="10" y="109"/>
                </a:cubicBezTo>
                <a:cubicBezTo>
                  <a:pt x="3" y="98"/>
                  <a:pt x="0" y="86"/>
                  <a:pt x="0" y="73"/>
                </a:cubicBezTo>
                <a:cubicBezTo>
                  <a:pt x="0" y="60"/>
                  <a:pt x="3" y="48"/>
                  <a:pt x="10" y="37"/>
                </a:cubicBezTo>
                <a:cubicBezTo>
                  <a:pt x="16" y="25"/>
                  <a:pt x="25" y="17"/>
                  <a:pt x="36" y="10"/>
                </a:cubicBezTo>
                <a:cubicBezTo>
                  <a:pt x="47" y="4"/>
                  <a:pt x="59" y="0"/>
                  <a:pt x="73" y="0"/>
                </a:cubicBezTo>
                <a:cubicBezTo>
                  <a:pt x="86" y="0"/>
                  <a:pt x="98" y="4"/>
                  <a:pt x="109" y="10"/>
                </a:cubicBezTo>
                <a:cubicBezTo>
                  <a:pt x="120" y="17"/>
                  <a:pt x="129" y="25"/>
                  <a:pt x="135" y="37"/>
                </a:cubicBezTo>
                <a:close/>
                <a:moveTo>
                  <a:pt x="117" y="99"/>
                </a:moveTo>
                <a:cubicBezTo>
                  <a:pt x="122" y="91"/>
                  <a:pt x="124" y="82"/>
                  <a:pt x="124" y="73"/>
                </a:cubicBezTo>
                <a:cubicBezTo>
                  <a:pt x="124" y="64"/>
                  <a:pt x="122" y="55"/>
                  <a:pt x="117" y="47"/>
                </a:cubicBezTo>
                <a:cubicBezTo>
                  <a:pt x="112" y="39"/>
                  <a:pt x="106" y="33"/>
                  <a:pt x="98" y="28"/>
                </a:cubicBezTo>
                <a:cubicBezTo>
                  <a:pt x="90" y="24"/>
                  <a:pt x="82" y="22"/>
                  <a:pt x="73" y="22"/>
                </a:cubicBezTo>
                <a:cubicBezTo>
                  <a:pt x="63" y="22"/>
                  <a:pt x="55" y="24"/>
                  <a:pt x="47" y="28"/>
                </a:cubicBezTo>
                <a:cubicBezTo>
                  <a:pt x="39" y="33"/>
                  <a:pt x="33" y="39"/>
                  <a:pt x="28" y="47"/>
                </a:cubicBezTo>
                <a:cubicBezTo>
                  <a:pt x="23" y="55"/>
                  <a:pt x="21" y="64"/>
                  <a:pt x="21" y="73"/>
                </a:cubicBezTo>
                <a:cubicBezTo>
                  <a:pt x="21" y="82"/>
                  <a:pt x="23" y="91"/>
                  <a:pt x="28" y="99"/>
                </a:cubicBezTo>
                <a:cubicBezTo>
                  <a:pt x="33" y="107"/>
                  <a:pt x="39" y="113"/>
                  <a:pt x="47" y="118"/>
                </a:cubicBezTo>
                <a:cubicBezTo>
                  <a:pt x="55" y="122"/>
                  <a:pt x="63" y="124"/>
                  <a:pt x="73" y="124"/>
                </a:cubicBezTo>
                <a:cubicBezTo>
                  <a:pt x="82" y="124"/>
                  <a:pt x="90" y="122"/>
                  <a:pt x="98" y="118"/>
                </a:cubicBezTo>
                <a:cubicBezTo>
                  <a:pt x="106" y="113"/>
                  <a:pt x="112" y="107"/>
                  <a:pt x="117" y="99"/>
                </a:cubicBezTo>
                <a:close/>
                <a:moveTo>
                  <a:pt x="85" y="40"/>
                </a:moveTo>
                <a:cubicBezTo>
                  <a:pt x="85" y="82"/>
                  <a:pt x="85" y="82"/>
                  <a:pt x="85" y="82"/>
                </a:cubicBezTo>
                <a:cubicBezTo>
                  <a:pt x="85" y="83"/>
                  <a:pt x="84" y="84"/>
                  <a:pt x="84" y="84"/>
                </a:cubicBezTo>
                <a:cubicBezTo>
                  <a:pt x="83" y="85"/>
                  <a:pt x="83" y="85"/>
                  <a:pt x="82" y="85"/>
                </a:cubicBezTo>
                <a:cubicBezTo>
                  <a:pt x="51" y="85"/>
                  <a:pt x="51" y="85"/>
                  <a:pt x="51" y="85"/>
                </a:cubicBezTo>
                <a:cubicBezTo>
                  <a:pt x="51" y="85"/>
                  <a:pt x="50" y="85"/>
                  <a:pt x="49" y="84"/>
                </a:cubicBezTo>
                <a:cubicBezTo>
                  <a:pt x="49" y="84"/>
                  <a:pt x="48" y="83"/>
                  <a:pt x="48" y="82"/>
                </a:cubicBezTo>
                <a:cubicBezTo>
                  <a:pt x="48" y="76"/>
                  <a:pt x="48" y="76"/>
                  <a:pt x="48" y="76"/>
                </a:cubicBezTo>
                <a:cubicBezTo>
                  <a:pt x="48" y="75"/>
                  <a:pt x="49" y="74"/>
                  <a:pt x="49" y="74"/>
                </a:cubicBezTo>
                <a:cubicBezTo>
                  <a:pt x="50" y="73"/>
                  <a:pt x="51" y="73"/>
                  <a:pt x="51" y="73"/>
                </a:cubicBezTo>
                <a:cubicBezTo>
                  <a:pt x="73" y="73"/>
                  <a:pt x="73" y="73"/>
                  <a:pt x="73" y="73"/>
                </a:cubicBezTo>
                <a:cubicBezTo>
                  <a:pt x="73" y="40"/>
                  <a:pt x="73" y="40"/>
                  <a:pt x="73" y="40"/>
                </a:cubicBezTo>
                <a:cubicBezTo>
                  <a:pt x="73" y="39"/>
                  <a:pt x="73" y="38"/>
                  <a:pt x="73" y="38"/>
                </a:cubicBezTo>
                <a:cubicBezTo>
                  <a:pt x="74" y="37"/>
                  <a:pt x="75" y="37"/>
                  <a:pt x="76" y="37"/>
                </a:cubicBezTo>
                <a:cubicBezTo>
                  <a:pt x="82" y="37"/>
                  <a:pt x="82" y="37"/>
                  <a:pt x="82" y="37"/>
                </a:cubicBezTo>
                <a:cubicBezTo>
                  <a:pt x="83" y="37"/>
                  <a:pt x="83" y="37"/>
                  <a:pt x="84" y="38"/>
                </a:cubicBezTo>
                <a:cubicBezTo>
                  <a:pt x="84" y="38"/>
                  <a:pt x="85" y="39"/>
                  <a:pt x="85" y="4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6" name="Freeform 28"/>
          <p:cNvSpPr>
            <a:spLocks noEditPoints="1"/>
          </p:cNvSpPr>
          <p:nvPr/>
        </p:nvSpPr>
        <p:spPr bwMode="auto">
          <a:xfrm>
            <a:off x="7423995" y="1411617"/>
            <a:ext cx="246365" cy="175049"/>
          </a:xfrm>
          <a:custGeom>
            <a:avLst/>
            <a:gdLst>
              <a:gd name="T0" fmla="*/ 172 w 172"/>
              <a:gd name="T1" fmla="*/ 115 h 121"/>
              <a:gd name="T2" fmla="*/ 167 w 172"/>
              <a:gd name="T3" fmla="*/ 121 h 121"/>
              <a:gd name="T4" fmla="*/ 101 w 172"/>
              <a:gd name="T5" fmla="*/ 121 h 121"/>
              <a:gd name="T6" fmla="*/ 103 w 172"/>
              <a:gd name="T7" fmla="*/ 121 h 121"/>
              <a:gd name="T8" fmla="*/ 104 w 172"/>
              <a:gd name="T9" fmla="*/ 118 h 121"/>
              <a:gd name="T10" fmla="*/ 102 w 172"/>
              <a:gd name="T11" fmla="*/ 94 h 121"/>
              <a:gd name="T12" fmla="*/ 101 w 172"/>
              <a:gd name="T13" fmla="*/ 92 h 121"/>
              <a:gd name="T14" fmla="*/ 98 w 172"/>
              <a:gd name="T15" fmla="*/ 91 h 121"/>
              <a:gd name="T16" fmla="*/ 73 w 172"/>
              <a:gd name="T17" fmla="*/ 91 h 121"/>
              <a:gd name="T18" fmla="*/ 71 w 172"/>
              <a:gd name="T19" fmla="*/ 92 h 121"/>
              <a:gd name="T20" fmla="*/ 69 w 172"/>
              <a:gd name="T21" fmla="*/ 94 h 121"/>
              <a:gd name="T22" fmla="*/ 68 w 172"/>
              <a:gd name="T23" fmla="*/ 118 h 121"/>
              <a:gd name="T24" fmla="*/ 68 w 172"/>
              <a:gd name="T25" fmla="*/ 121 h 121"/>
              <a:gd name="T26" fmla="*/ 70 w 172"/>
              <a:gd name="T27" fmla="*/ 121 h 121"/>
              <a:gd name="T28" fmla="*/ 4 w 172"/>
              <a:gd name="T29" fmla="*/ 121 h 121"/>
              <a:gd name="T30" fmla="*/ 0 w 172"/>
              <a:gd name="T31" fmla="*/ 115 h 121"/>
              <a:gd name="T32" fmla="*/ 2 w 172"/>
              <a:gd name="T33" fmla="*/ 104 h 121"/>
              <a:gd name="T34" fmla="*/ 41 w 172"/>
              <a:gd name="T35" fmla="*/ 5 h 121"/>
              <a:gd name="T36" fmla="*/ 44 w 172"/>
              <a:gd name="T37" fmla="*/ 2 h 121"/>
              <a:gd name="T38" fmla="*/ 47 w 172"/>
              <a:gd name="T39" fmla="*/ 0 h 121"/>
              <a:gd name="T40" fmla="*/ 80 w 172"/>
              <a:gd name="T41" fmla="*/ 0 h 121"/>
              <a:gd name="T42" fmla="*/ 77 w 172"/>
              <a:gd name="T43" fmla="*/ 1 h 121"/>
              <a:gd name="T44" fmla="*/ 76 w 172"/>
              <a:gd name="T45" fmla="*/ 3 h 121"/>
              <a:gd name="T46" fmla="*/ 75 w 172"/>
              <a:gd name="T47" fmla="*/ 22 h 121"/>
              <a:gd name="T48" fmla="*/ 76 w 172"/>
              <a:gd name="T49" fmla="*/ 24 h 121"/>
              <a:gd name="T50" fmla="*/ 78 w 172"/>
              <a:gd name="T51" fmla="*/ 25 h 121"/>
              <a:gd name="T52" fmla="*/ 93 w 172"/>
              <a:gd name="T53" fmla="*/ 25 h 121"/>
              <a:gd name="T54" fmla="*/ 96 w 172"/>
              <a:gd name="T55" fmla="*/ 24 h 121"/>
              <a:gd name="T56" fmla="*/ 96 w 172"/>
              <a:gd name="T57" fmla="*/ 22 h 121"/>
              <a:gd name="T58" fmla="*/ 95 w 172"/>
              <a:gd name="T59" fmla="*/ 3 h 121"/>
              <a:gd name="T60" fmla="*/ 94 w 172"/>
              <a:gd name="T61" fmla="*/ 1 h 121"/>
              <a:gd name="T62" fmla="*/ 92 w 172"/>
              <a:gd name="T63" fmla="*/ 0 h 121"/>
              <a:gd name="T64" fmla="*/ 124 w 172"/>
              <a:gd name="T65" fmla="*/ 0 h 121"/>
              <a:gd name="T66" fmla="*/ 127 w 172"/>
              <a:gd name="T67" fmla="*/ 2 h 121"/>
              <a:gd name="T68" fmla="*/ 130 w 172"/>
              <a:gd name="T69" fmla="*/ 5 h 121"/>
              <a:gd name="T70" fmla="*/ 169 w 172"/>
              <a:gd name="T71" fmla="*/ 104 h 121"/>
              <a:gd name="T72" fmla="*/ 172 w 172"/>
              <a:gd name="T73" fmla="*/ 115 h 121"/>
              <a:gd name="T74" fmla="*/ 100 w 172"/>
              <a:gd name="T75" fmla="*/ 70 h 121"/>
              <a:gd name="T76" fmla="*/ 100 w 172"/>
              <a:gd name="T77" fmla="*/ 70 h 121"/>
              <a:gd name="T78" fmla="*/ 98 w 172"/>
              <a:gd name="T79" fmla="*/ 40 h 121"/>
              <a:gd name="T80" fmla="*/ 97 w 172"/>
              <a:gd name="T81" fmla="*/ 38 h 121"/>
              <a:gd name="T82" fmla="*/ 94 w 172"/>
              <a:gd name="T83" fmla="*/ 37 h 121"/>
              <a:gd name="T84" fmla="*/ 77 w 172"/>
              <a:gd name="T85" fmla="*/ 37 h 121"/>
              <a:gd name="T86" fmla="*/ 75 w 172"/>
              <a:gd name="T87" fmla="*/ 38 h 121"/>
              <a:gd name="T88" fmla="*/ 74 w 172"/>
              <a:gd name="T89" fmla="*/ 40 h 121"/>
              <a:gd name="T90" fmla="*/ 71 w 172"/>
              <a:gd name="T91" fmla="*/ 70 h 121"/>
              <a:gd name="T92" fmla="*/ 71 w 172"/>
              <a:gd name="T93" fmla="*/ 70 h 121"/>
              <a:gd name="T94" fmla="*/ 72 w 172"/>
              <a:gd name="T95" fmla="*/ 72 h 121"/>
              <a:gd name="T96" fmla="*/ 74 w 172"/>
              <a:gd name="T97" fmla="*/ 73 h 121"/>
              <a:gd name="T98" fmla="*/ 97 w 172"/>
              <a:gd name="T99" fmla="*/ 73 h 121"/>
              <a:gd name="T100" fmla="*/ 99 w 172"/>
              <a:gd name="T101" fmla="*/ 72 h 121"/>
              <a:gd name="T102" fmla="*/ 100 w 172"/>
              <a:gd name="T103" fmla="*/ 70 h 1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72" h="121">
                <a:moveTo>
                  <a:pt x="172" y="115"/>
                </a:moveTo>
                <a:cubicBezTo>
                  <a:pt x="172" y="119"/>
                  <a:pt x="170" y="121"/>
                  <a:pt x="167" y="121"/>
                </a:cubicBezTo>
                <a:cubicBezTo>
                  <a:pt x="101" y="121"/>
                  <a:pt x="101" y="121"/>
                  <a:pt x="101" y="121"/>
                </a:cubicBezTo>
                <a:cubicBezTo>
                  <a:pt x="102" y="121"/>
                  <a:pt x="102" y="121"/>
                  <a:pt x="103" y="121"/>
                </a:cubicBezTo>
                <a:cubicBezTo>
                  <a:pt x="103" y="120"/>
                  <a:pt x="104" y="119"/>
                  <a:pt x="104" y="118"/>
                </a:cubicBezTo>
                <a:cubicBezTo>
                  <a:pt x="102" y="94"/>
                  <a:pt x="102" y="94"/>
                  <a:pt x="102" y="94"/>
                </a:cubicBezTo>
                <a:cubicBezTo>
                  <a:pt x="102" y="93"/>
                  <a:pt x="101" y="93"/>
                  <a:pt x="101" y="92"/>
                </a:cubicBezTo>
                <a:cubicBezTo>
                  <a:pt x="100" y="92"/>
                  <a:pt x="99" y="91"/>
                  <a:pt x="98" y="91"/>
                </a:cubicBezTo>
                <a:cubicBezTo>
                  <a:pt x="73" y="91"/>
                  <a:pt x="73" y="91"/>
                  <a:pt x="73" y="91"/>
                </a:cubicBezTo>
                <a:cubicBezTo>
                  <a:pt x="72" y="91"/>
                  <a:pt x="71" y="92"/>
                  <a:pt x="71" y="92"/>
                </a:cubicBezTo>
                <a:cubicBezTo>
                  <a:pt x="70" y="93"/>
                  <a:pt x="70" y="93"/>
                  <a:pt x="69" y="94"/>
                </a:cubicBezTo>
                <a:cubicBezTo>
                  <a:pt x="68" y="118"/>
                  <a:pt x="68" y="118"/>
                  <a:pt x="68" y="118"/>
                </a:cubicBezTo>
                <a:cubicBezTo>
                  <a:pt x="68" y="119"/>
                  <a:pt x="68" y="120"/>
                  <a:pt x="68" y="121"/>
                </a:cubicBezTo>
                <a:cubicBezTo>
                  <a:pt x="69" y="121"/>
                  <a:pt x="70" y="121"/>
                  <a:pt x="70" y="121"/>
                </a:cubicBezTo>
                <a:cubicBezTo>
                  <a:pt x="4" y="121"/>
                  <a:pt x="4" y="121"/>
                  <a:pt x="4" y="121"/>
                </a:cubicBezTo>
                <a:cubicBezTo>
                  <a:pt x="1" y="121"/>
                  <a:pt x="0" y="119"/>
                  <a:pt x="0" y="115"/>
                </a:cubicBezTo>
                <a:cubicBezTo>
                  <a:pt x="0" y="111"/>
                  <a:pt x="0" y="108"/>
                  <a:pt x="2" y="104"/>
                </a:cubicBezTo>
                <a:cubicBezTo>
                  <a:pt x="41" y="5"/>
                  <a:pt x="41" y="5"/>
                  <a:pt x="41" y="5"/>
                </a:cubicBezTo>
                <a:cubicBezTo>
                  <a:pt x="42" y="4"/>
                  <a:pt x="43" y="3"/>
                  <a:pt x="44" y="2"/>
                </a:cubicBezTo>
                <a:cubicBezTo>
                  <a:pt x="45" y="1"/>
                  <a:pt x="46" y="0"/>
                  <a:pt x="47" y="0"/>
                </a:cubicBezTo>
                <a:cubicBezTo>
                  <a:pt x="80" y="0"/>
                  <a:pt x="80" y="0"/>
                  <a:pt x="80" y="0"/>
                </a:cubicBezTo>
                <a:cubicBezTo>
                  <a:pt x="79" y="0"/>
                  <a:pt x="78" y="1"/>
                  <a:pt x="77" y="1"/>
                </a:cubicBezTo>
                <a:cubicBezTo>
                  <a:pt x="77" y="2"/>
                  <a:pt x="76" y="3"/>
                  <a:pt x="76" y="3"/>
                </a:cubicBezTo>
                <a:cubicBezTo>
                  <a:pt x="75" y="22"/>
                  <a:pt x="75" y="22"/>
                  <a:pt x="75" y="22"/>
                </a:cubicBezTo>
                <a:cubicBezTo>
                  <a:pt x="75" y="23"/>
                  <a:pt x="75" y="23"/>
                  <a:pt x="76" y="24"/>
                </a:cubicBezTo>
                <a:cubicBezTo>
                  <a:pt x="76" y="24"/>
                  <a:pt x="77" y="25"/>
                  <a:pt x="78" y="25"/>
                </a:cubicBezTo>
                <a:cubicBezTo>
                  <a:pt x="93" y="25"/>
                  <a:pt x="93" y="25"/>
                  <a:pt x="93" y="25"/>
                </a:cubicBezTo>
                <a:cubicBezTo>
                  <a:pt x="94" y="25"/>
                  <a:pt x="95" y="24"/>
                  <a:pt x="96" y="24"/>
                </a:cubicBezTo>
                <a:cubicBezTo>
                  <a:pt x="96" y="23"/>
                  <a:pt x="96" y="23"/>
                  <a:pt x="96" y="22"/>
                </a:cubicBezTo>
                <a:cubicBezTo>
                  <a:pt x="95" y="3"/>
                  <a:pt x="95" y="3"/>
                  <a:pt x="95" y="3"/>
                </a:cubicBezTo>
                <a:cubicBezTo>
                  <a:pt x="95" y="3"/>
                  <a:pt x="94" y="2"/>
                  <a:pt x="94" y="1"/>
                </a:cubicBezTo>
                <a:cubicBezTo>
                  <a:pt x="93" y="1"/>
                  <a:pt x="92" y="0"/>
                  <a:pt x="92" y="0"/>
                </a:cubicBezTo>
                <a:cubicBezTo>
                  <a:pt x="124" y="0"/>
                  <a:pt x="124" y="0"/>
                  <a:pt x="124" y="0"/>
                </a:cubicBezTo>
                <a:cubicBezTo>
                  <a:pt x="125" y="0"/>
                  <a:pt x="126" y="1"/>
                  <a:pt x="127" y="2"/>
                </a:cubicBezTo>
                <a:cubicBezTo>
                  <a:pt x="128" y="3"/>
                  <a:pt x="129" y="4"/>
                  <a:pt x="130" y="5"/>
                </a:cubicBezTo>
                <a:cubicBezTo>
                  <a:pt x="169" y="104"/>
                  <a:pt x="169" y="104"/>
                  <a:pt x="169" y="104"/>
                </a:cubicBezTo>
                <a:cubicBezTo>
                  <a:pt x="171" y="108"/>
                  <a:pt x="172" y="111"/>
                  <a:pt x="172" y="115"/>
                </a:cubicBezTo>
                <a:close/>
                <a:moveTo>
                  <a:pt x="100" y="70"/>
                </a:moveTo>
                <a:cubicBezTo>
                  <a:pt x="100" y="70"/>
                  <a:pt x="100" y="70"/>
                  <a:pt x="100" y="70"/>
                </a:cubicBezTo>
                <a:cubicBezTo>
                  <a:pt x="98" y="40"/>
                  <a:pt x="98" y="40"/>
                  <a:pt x="98" y="40"/>
                </a:cubicBezTo>
                <a:cubicBezTo>
                  <a:pt x="98" y="39"/>
                  <a:pt x="97" y="38"/>
                  <a:pt x="97" y="38"/>
                </a:cubicBezTo>
                <a:cubicBezTo>
                  <a:pt x="96" y="37"/>
                  <a:pt x="95" y="37"/>
                  <a:pt x="94" y="37"/>
                </a:cubicBezTo>
                <a:cubicBezTo>
                  <a:pt x="77" y="37"/>
                  <a:pt x="77" y="37"/>
                  <a:pt x="77" y="37"/>
                </a:cubicBezTo>
                <a:cubicBezTo>
                  <a:pt x="76" y="37"/>
                  <a:pt x="75" y="37"/>
                  <a:pt x="75" y="38"/>
                </a:cubicBezTo>
                <a:cubicBezTo>
                  <a:pt x="74" y="38"/>
                  <a:pt x="74" y="39"/>
                  <a:pt x="74" y="40"/>
                </a:cubicBezTo>
                <a:cubicBezTo>
                  <a:pt x="71" y="70"/>
                  <a:pt x="71" y="70"/>
                  <a:pt x="71" y="70"/>
                </a:cubicBezTo>
                <a:cubicBezTo>
                  <a:pt x="71" y="70"/>
                  <a:pt x="71" y="70"/>
                  <a:pt x="71" y="70"/>
                </a:cubicBezTo>
                <a:cubicBezTo>
                  <a:pt x="71" y="71"/>
                  <a:pt x="71" y="72"/>
                  <a:pt x="72" y="72"/>
                </a:cubicBezTo>
                <a:cubicBezTo>
                  <a:pt x="73" y="73"/>
                  <a:pt x="73" y="73"/>
                  <a:pt x="74" y="73"/>
                </a:cubicBezTo>
                <a:cubicBezTo>
                  <a:pt x="97" y="73"/>
                  <a:pt x="97" y="73"/>
                  <a:pt x="97" y="73"/>
                </a:cubicBezTo>
                <a:cubicBezTo>
                  <a:pt x="98" y="73"/>
                  <a:pt x="99" y="73"/>
                  <a:pt x="99" y="72"/>
                </a:cubicBezTo>
                <a:cubicBezTo>
                  <a:pt x="100" y="72"/>
                  <a:pt x="100" y="71"/>
                  <a:pt x="100" y="7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7" name="Freeform 29"/>
          <p:cNvSpPr>
            <a:spLocks noEditPoints="1"/>
          </p:cNvSpPr>
          <p:nvPr/>
        </p:nvSpPr>
        <p:spPr bwMode="auto">
          <a:xfrm>
            <a:off x="7739515" y="1377039"/>
            <a:ext cx="224755" cy="209627"/>
          </a:xfrm>
          <a:custGeom>
            <a:avLst/>
            <a:gdLst>
              <a:gd name="T0" fmla="*/ 157 w 157"/>
              <a:gd name="T1" fmla="*/ 106 h 145"/>
              <a:gd name="T2" fmla="*/ 157 w 157"/>
              <a:gd name="T3" fmla="*/ 136 h 145"/>
              <a:gd name="T4" fmla="*/ 155 w 157"/>
              <a:gd name="T5" fmla="*/ 143 h 145"/>
              <a:gd name="T6" fmla="*/ 148 w 157"/>
              <a:gd name="T7" fmla="*/ 145 h 145"/>
              <a:gd name="T8" fmla="*/ 9 w 157"/>
              <a:gd name="T9" fmla="*/ 145 h 145"/>
              <a:gd name="T10" fmla="*/ 3 w 157"/>
              <a:gd name="T11" fmla="*/ 143 h 145"/>
              <a:gd name="T12" fmla="*/ 0 w 157"/>
              <a:gd name="T13" fmla="*/ 136 h 145"/>
              <a:gd name="T14" fmla="*/ 0 w 157"/>
              <a:gd name="T15" fmla="*/ 106 h 145"/>
              <a:gd name="T16" fmla="*/ 3 w 157"/>
              <a:gd name="T17" fmla="*/ 100 h 145"/>
              <a:gd name="T18" fmla="*/ 9 w 157"/>
              <a:gd name="T19" fmla="*/ 97 h 145"/>
              <a:gd name="T20" fmla="*/ 53 w 157"/>
              <a:gd name="T21" fmla="*/ 97 h 145"/>
              <a:gd name="T22" fmla="*/ 66 w 157"/>
              <a:gd name="T23" fmla="*/ 110 h 145"/>
              <a:gd name="T24" fmla="*/ 79 w 157"/>
              <a:gd name="T25" fmla="*/ 115 h 145"/>
              <a:gd name="T26" fmla="*/ 91 w 157"/>
              <a:gd name="T27" fmla="*/ 110 h 145"/>
              <a:gd name="T28" fmla="*/ 104 w 157"/>
              <a:gd name="T29" fmla="*/ 97 h 145"/>
              <a:gd name="T30" fmla="*/ 148 w 157"/>
              <a:gd name="T31" fmla="*/ 97 h 145"/>
              <a:gd name="T32" fmla="*/ 155 w 157"/>
              <a:gd name="T33" fmla="*/ 100 h 145"/>
              <a:gd name="T34" fmla="*/ 157 w 157"/>
              <a:gd name="T35" fmla="*/ 106 h 145"/>
              <a:gd name="T36" fmla="*/ 127 w 157"/>
              <a:gd name="T37" fmla="*/ 52 h 145"/>
              <a:gd name="T38" fmla="*/ 125 w 157"/>
              <a:gd name="T39" fmla="*/ 59 h 145"/>
              <a:gd name="T40" fmla="*/ 83 w 157"/>
              <a:gd name="T41" fmla="*/ 101 h 145"/>
              <a:gd name="T42" fmla="*/ 79 w 157"/>
              <a:gd name="T43" fmla="*/ 103 h 145"/>
              <a:gd name="T44" fmla="*/ 74 w 157"/>
              <a:gd name="T45" fmla="*/ 101 h 145"/>
              <a:gd name="T46" fmla="*/ 32 w 157"/>
              <a:gd name="T47" fmla="*/ 59 h 145"/>
              <a:gd name="T48" fmla="*/ 31 w 157"/>
              <a:gd name="T49" fmla="*/ 52 h 145"/>
              <a:gd name="T50" fmla="*/ 36 w 157"/>
              <a:gd name="T51" fmla="*/ 49 h 145"/>
              <a:gd name="T52" fmla="*/ 60 w 157"/>
              <a:gd name="T53" fmla="*/ 49 h 145"/>
              <a:gd name="T54" fmla="*/ 60 w 157"/>
              <a:gd name="T55" fmla="*/ 6 h 145"/>
              <a:gd name="T56" fmla="*/ 62 w 157"/>
              <a:gd name="T57" fmla="*/ 2 h 145"/>
              <a:gd name="T58" fmla="*/ 67 w 157"/>
              <a:gd name="T59" fmla="*/ 0 h 145"/>
              <a:gd name="T60" fmla="*/ 91 w 157"/>
              <a:gd name="T61" fmla="*/ 0 h 145"/>
              <a:gd name="T62" fmla="*/ 95 w 157"/>
              <a:gd name="T63" fmla="*/ 2 h 145"/>
              <a:gd name="T64" fmla="*/ 97 w 157"/>
              <a:gd name="T65" fmla="*/ 6 h 145"/>
              <a:gd name="T66" fmla="*/ 97 w 157"/>
              <a:gd name="T67" fmla="*/ 49 h 145"/>
              <a:gd name="T68" fmla="*/ 121 w 157"/>
              <a:gd name="T69" fmla="*/ 49 h 145"/>
              <a:gd name="T70" fmla="*/ 127 w 157"/>
              <a:gd name="T71" fmla="*/ 52 h 145"/>
              <a:gd name="T72" fmla="*/ 119 w 157"/>
              <a:gd name="T73" fmla="*/ 132 h 145"/>
              <a:gd name="T74" fmla="*/ 121 w 157"/>
              <a:gd name="T75" fmla="*/ 127 h 145"/>
              <a:gd name="T76" fmla="*/ 119 w 157"/>
              <a:gd name="T77" fmla="*/ 123 h 145"/>
              <a:gd name="T78" fmla="*/ 115 w 157"/>
              <a:gd name="T79" fmla="*/ 121 h 145"/>
              <a:gd name="T80" fmla="*/ 111 w 157"/>
              <a:gd name="T81" fmla="*/ 123 h 145"/>
              <a:gd name="T82" fmla="*/ 109 w 157"/>
              <a:gd name="T83" fmla="*/ 127 h 145"/>
              <a:gd name="T84" fmla="*/ 111 w 157"/>
              <a:gd name="T85" fmla="*/ 132 h 145"/>
              <a:gd name="T86" fmla="*/ 115 w 157"/>
              <a:gd name="T87" fmla="*/ 133 h 145"/>
              <a:gd name="T88" fmla="*/ 119 w 157"/>
              <a:gd name="T89" fmla="*/ 132 h 145"/>
              <a:gd name="T90" fmla="*/ 143 w 157"/>
              <a:gd name="T91" fmla="*/ 132 h 145"/>
              <a:gd name="T92" fmla="*/ 145 w 157"/>
              <a:gd name="T93" fmla="*/ 127 h 145"/>
              <a:gd name="T94" fmla="*/ 143 w 157"/>
              <a:gd name="T95" fmla="*/ 123 h 145"/>
              <a:gd name="T96" fmla="*/ 139 w 157"/>
              <a:gd name="T97" fmla="*/ 121 h 145"/>
              <a:gd name="T98" fmla="*/ 135 w 157"/>
              <a:gd name="T99" fmla="*/ 123 h 145"/>
              <a:gd name="T100" fmla="*/ 133 w 157"/>
              <a:gd name="T101" fmla="*/ 127 h 145"/>
              <a:gd name="T102" fmla="*/ 135 w 157"/>
              <a:gd name="T103" fmla="*/ 132 h 145"/>
              <a:gd name="T104" fmla="*/ 139 w 157"/>
              <a:gd name="T105" fmla="*/ 133 h 145"/>
              <a:gd name="T106" fmla="*/ 143 w 157"/>
              <a:gd name="T107" fmla="*/ 132 h 1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57" h="145">
                <a:moveTo>
                  <a:pt x="157" y="106"/>
                </a:moveTo>
                <a:cubicBezTo>
                  <a:pt x="157" y="136"/>
                  <a:pt x="157" y="136"/>
                  <a:pt x="157" y="136"/>
                </a:cubicBezTo>
                <a:cubicBezTo>
                  <a:pt x="157" y="139"/>
                  <a:pt x="156" y="141"/>
                  <a:pt x="155" y="143"/>
                </a:cubicBezTo>
                <a:cubicBezTo>
                  <a:pt x="153" y="145"/>
                  <a:pt x="151" y="145"/>
                  <a:pt x="148" y="145"/>
                </a:cubicBezTo>
                <a:cubicBezTo>
                  <a:pt x="9" y="145"/>
                  <a:pt x="9" y="145"/>
                  <a:pt x="9" y="145"/>
                </a:cubicBezTo>
                <a:cubicBezTo>
                  <a:pt x="7" y="145"/>
                  <a:pt x="4" y="145"/>
                  <a:pt x="3" y="143"/>
                </a:cubicBezTo>
                <a:cubicBezTo>
                  <a:pt x="1" y="141"/>
                  <a:pt x="0" y="139"/>
                  <a:pt x="0" y="136"/>
                </a:cubicBezTo>
                <a:cubicBezTo>
                  <a:pt x="0" y="106"/>
                  <a:pt x="0" y="106"/>
                  <a:pt x="0" y="106"/>
                </a:cubicBezTo>
                <a:cubicBezTo>
                  <a:pt x="0" y="104"/>
                  <a:pt x="1" y="101"/>
                  <a:pt x="3" y="100"/>
                </a:cubicBezTo>
                <a:cubicBezTo>
                  <a:pt x="4" y="98"/>
                  <a:pt x="7" y="97"/>
                  <a:pt x="9" y="97"/>
                </a:cubicBezTo>
                <a:cubicBezTo>
                  <a:pt x="53" y="97"/>
                  <a:pt x="53" y="97"/>
                  <a:pt x="53" y="97"/>
                </a:cubicBezTo>
                <a:cubicBezTo>
                  <a:pt x="66" y="110"/>
                  <a:pt x="66" y="110"/>
                  <a:pt x="66" y="110"/>
                </a:cubicBezTo>
                <a:cubicBezTo>
                  <a:pt x="69" y="113"/>
                  <a:pt x="74" y="115"/>
                  <a:pt x="79" y="115"/>
                </a:cubicBezTo>
                <a:cubicBezTo>
                  <a:pt x="84" y="115"/>
                  <a:pt x="88" y="113"/>
                  <a:pt x="91" y="110"/>
                </a:cubicBezTo>
                <a:cubicBezTo>
                  <a:pt x="104" y="97"/>
                  <a:pt x="104" y="97"/>
                  <a:pt x="104" y="97"/>
                </a:cubicBezTo>
                <a:cubicBezTo>
                  <a:pt x="148" y="97"/>
                  <a:pt x="148" y="97"/>
                  <a:pt x="148" y="97"/>
                </a:cubicBezTo>
                <a:cubicBezTo>
                  <a:pt x="151" y="97"/>
                  <a:pt x="153" y="98"/>
                  <a:pt x="155" y="100"/>
                </a:cubicBezTo>
                <a:cubicBezTo>
                  <a:pt x="156" y="101"/>
                  <a:pt x="157" y="104"/>
                  <a:pt x="157" y="106"/>
                </a:cubicBezTo>
                <a:close/>
                <a:moveTo>
                  <a:pt x="127" y="52"/>
                </a:moveTo>
                <a:cubicBezTo>
                  <a:pt x="128" y="55"/>
                  <a:pt x="127" y="57"/>
                  <a:pt x="125" y="59"/>
                </a:cubicBezTo>
                <a:cubicBezTo>
                  <a:pt x="83" y="101"/>
                  <a:pt x="83" y="101"/>
                  <a:pt x="83" y="101"/>
                </a:cubicBezTo>
                <a:cubicBezTo>
                  <a:pt x="82" y="103"/>
                  <a:pt x="80" y="103"/>
                  <a:pt x="79" y="103"/>
                </a:cubicBezTo>
                <a:cubicBezTo>
                  <a:pt x="77" y="103"/>
                  <a:pt x="76" y="103"/>
                  <a:pt x="74" y="101"/>
                </a:cubicBezTo>
                <a:cubicBezTo>
                  <a:pt x="32" y="59"/>
                  <a:pt x="32" y="59"/>
                  <a:pt x="32" y="59"/>
                </a:cubicBezTo>
                <a:cubicBezTo>
                  <a:pt x="30" y="57"/>
                  <a:pt x="30" y="55"/>
                  <a:pt x="31" y="52"/>
                </a:cubicBezTo>
                <a:cubicBezTo>
                  <a:pt x="32" y="50"/>
                  <a:pt x="34" y="49"/>
                  <a:pt x="36" y="49"/>
                </a:cubicBezTo>
                <a:cubicBezTo>
                  <a:pt x="60" y="49"/>
                  <a:pt x="60" y="49"/>
                  <a:pt x="60" y="49"/>
                </a:cubicBezTo>
                <a:cubicBezTo>
                  <a:pt x="60" y="6"/>
                  <a:pt x="60" y="6"/>
                  <a:pt x="60" y="6"/>
                </a:cubicBezTo>
                <a:cubicBezTo>
                  <a:pt x="60" y="5"/>
                  <a:pt x="61" y="3"/>
                  <a:pt x="62" y="2"/>
                </a:cubicBezTo>
                <a:cubicBezTo>
                  <a:pt x="63" y="1"/>
                  <a:pt x="65" y="0"/>
                  <a:pt x="67" y="0"/>
                </a:cubicBezTo>
                <a:cubicBezTo>
                  <a:pt x="91" y="0"/>
                  <a:pt x="91" y="0"/>
                  <a:pt x="91" y="0"/>
                </a:cubicBezTo>
                <a:cubicBezTo>
                  <a:pt x="92" y="0"/>
                  <a:pt x="94" y="1"/>
                  <a:pt x="95" y="2"/>
                </a:cubicBezTo>
                <a:cubicBezTo>
                  <a:pt x="96" y="3"/>
                  <a:pt x="97" y="5"/>
                  <a:pt x="97" y="6"/>
                </a:cubicBezTo>
                <a:cubicBezTo>
                  <a:pt x="97" y="49"/>
                  <a:pt x="97" y="49"/>
                  <a:pt x="97" y="49"/>
                </a:cubicBezTo>
                <a:cubicBezTo>
                  <a:pt x="121" y="49"/>
                  <a:pt x="121" y="49"/>
                  <a:pt x="121" y="49"/>
                </a:cubicBezTo>
                <a:cubicBezTo>
                  <a:pt x="124" y="49"/>
                  <a:pt x="125" y="50"/>
                  <a:pt x="127" y="52"/>
                </a:cubicBezTo>
                <a:close/>
                <a:moveTo>
                  <a:pt x="119" y="132"/>
                </a:moveTo>
                <a:cubicBezTo>
                  <a:pt x="120" y="130"/>
                  <a:pt x="121" y="129"/>
                  <a:pt x="121" y="127"/>
                </a:cubicBezTo>
                <a:cubicBezTo>
                  <a:pt x="121" y="126"/>
                  <a:pt x="120" y="124"/>
                  <a:pt x="119" y="123"/>
                </a:cubicBezTo>
                <a:cubicBezTo>
                  <a:pt x="118" y="122"/>
                  <a:pt x="117" y="121"/>
                  <a:pt x="115" y="121"/>
                </a:cubicBezTo>
                <a:cubicBezTo>
                  <a:pt x="113" y="121"/>
                  <a:pt x="112" y="122"/>
                  <a:pt x="111" y="123"/>
                </a:cubicBezTo>
                <a:cubicBezTo>
                  <a:pt x="109" y="124"/>
                  <a:pt x="109" y="126"/>
                  <a:pt x="109" y="127"/>
                </a:cubicBezTo>
                <a:cubicBezTo>
                  <a:pt x="109" y="129"/>
                  <a:pt x="109" y="130"/>
                  <a:pt x="111" y="132"/>
                </a:cubicBezTo>
                <a:cubicBezTo>
                  <a:pt x="112" y="133"/>
                  <a:pt x="113" y="133"/>
                  <a:pt x="115" y="133"/>
                </a:cubicBezTo>
                <a:cubicBezTo>
                  <a:pt x="117" y="133"/>
                  <a:pt x="118" y="133"/>
                  <a:pt x="119" y="132"/>
                </a:cubicBezTo>
                <a:close/>
                <a:moveTo>
                  <a:pt x="143" y="132"/>
                </a:moveTo>
                <a:cubicBezTo>
                  <a:pt x="145" y="130"/>
                  <a:pt x="145" y="129"/>
                  <a:pt x="145" y="127"/>
                </a:cubicBezTo>
                <a:cubicBezTo>
                  <a:pt x="145" y="126"/>
                  <a:pt x="145" y="124"/>
                  <a:pt x="143" y="123"/>
                </a:cubicBezTo>
                <a:cubicBezTo>
                  <a:pt x="142" y="122"/>
                  <a:pt x="141" y="121"/>
                  <a:pt x="139" y="121"/>
                </a:cubicBezTo>
                <a:cubicBezTo>
                  <a:pt x="138" y="121"/>
                  <a:pt x="136" y="122"/>
                  <a:pt x="135" y="123"/>
                </a:cubicBezTo>
                <a:cubicBezTo>
                  <a:pt x="134" y="124"/>
                  <a:pt x="133" y="126"/>
                  <a:pt x="133" y="127"/>
                </a:cubicBezTo>
                <a:cubicBezTo>
                  <a:pt x="133" y="129"/>
                  <a:pt x="134" y="130"/>
                  <a:pt x="135" y="132"/>
                </a:cubicBezTo>
                <a:cubicBezTo>
                  <a:pt x="136" y="133"/>
                  <a:pt x="138" y="133"/>
                  <a:pt x="139" y="133"/>
                </a:cubicBezTo>
                <a:cubicBezTo>
                  <a:pt x="141" y="133"/>
                  <a:pt x="142" y="133"/>
                  <a:pt x="143" y="132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8" name="Freeform 30"/>
          <p:cNvSpPr>
            <a:spLocks noEditPoints="1"/>
          </p:cNvSpPr>
          <p:nvPr/>
        </p:nvSpPr>
        <p:spPr bwMode="auto">
          <a:xfrm>
            <a:off x="8029101" y="1394327"/>
            <a:ext cx="207464" cy="209627"/>
          </a:xfrm>
          <a:custGeom>
            <a:avLst/>
            <a:gdLst>
              <a:gd name="T0" fmla="*/ 135 w 145"/>
              <a:gd name="T1" fmla="*/ 37 h 146"/>
              <a:gd name="T2" fmla="*/ 145 w 145"/>
              <a:gd name="T3" fmla="*/ 73 h 146"/>
              <a:gd name="T4" fmla="*/ 135 w 145"/>
              <a:gd name="T5" fmla="*/ 109 h 146"/>
              <a:gd name="T6" fmla="*/ 109 w 145"/>
              <a:gd name="T7" fmla="*/ 136 h 146"/>
              <a:gd name="T8" fmla="*/ 73 w 145"/>
              <a:gd name="T9" fmla="*/ 146 h 146"/>
              <a:gd name="T10" fmla="*/ 36 w 145"/>
              <a:gd name="T11" fmla="*/ 136 h 146"/>
              <a:gd name="T12" fmla="*/ 10 w 145"/>
              <a:gd name="T13" fmla="*/ 109 h 146"/>
              <a:gd name="T14" fmla="*/ 0 w 145"/>
              <a:gd name="T15" fmla="*/ 73 h 146"/>
              <a:gd name="T16" fmla="*/ 10 w 145"/>
              <a:gd name="T17" fmla="*/ 37 h 146"/>
              <a:gd name="T18" fmla="*/ 36 w 145"/>
              <a:gd name="T19" fmla="*/ 10 h 146"/>
              <a:gd name="T20" fmla="*/ 73 w 145"/>
              <a:gd name="T21" fmla="*/ 0 h 146"/>
              <a:gd name="T22" fmla="*/ 109 w 145"/>
              <a:gd name="T23" fmla="*/ 10 h 146"/>
              <a:gd name="T24" fmla="*/ 135 w 145"/>
              <a:gd name="T25" fmla="*/ 37 h 146"/>
              <a:gd name="T26" fmla="*/ 98 w 145"/>
              <a:gd name="T27" fmla="*/ 28 h 146"/>
              <a:gd name="T28" fmla="*/ 73 w 145"/>
              <a:gd name="T29" fmla="*/ 22 h 146"/>
              <a:gd name="T30" fmla="*/ 47 w 145"/>
              <a:gd name="T31" fmla="*/ 28 h 146"/>
              <a:gd name="T32" fmla="*/ 28 w 145"/>
              <a:gd name="T33" fmla="*/ 47 h 146"/>
              <a:gd name="T34" fmla="*/ 21 w 145"/>
              <a:gd name="T35" fmla="*/ 73 h 146"/>
              <a:gd name="T36" fmla="*/ 28 w 145"/>
              <a:gd name="T37" fmla="*/ 99 h 146"/>
              <a:gd name="T38" fmla="*/ 47 w 145"/>
              <a:gd name="T39" fmla="*/ 118 h 146"/>
              <a:gd name="T40" fmla="*/ 73 w 145"/>
              <a:gd name="T41" fmla="*/ 124 h 146"/>
              <a:gd name="T42" fmla="*/ 98 w 145"/>
              <a:gd name="T43" fmla="*/ 118 h 146"/>
              <a:gd name="T44" fmla="*/ 117 w 145"/>
              <a:gd name="T45" fmla="*/ 99 h 146"/>
              <a:gd name="T46" fmla="*/ 124 w 145"/>
              <a:gd name="T47" fmla="*/ 73 h 146"/>
              <a:gd name="T48" fmla="*/ 117 w 145"/>
              <a:gd name="T49" fmla="*/ 47 h 146"/>
              <a:gd name="T50" fmla="*/ 98 w 145"/>
              <a:gd name="T51" fmla="*/ 28 h 146"/>
              <a:gd name="T52" fmla="*/ 106 w 145"/>
              <a:gd name="T53" fmla="*/ 76 h 146"/>
              <a:gd name="T54" fmla="*/ 105 w 145"/>
              <a:gd name="T55" fmla="*/ 78 h 146"/>
              <a:gd name="T56" fmla="*/ 75 w 145"/>
              <a:gd name="T57" fmla="*/ 108 h 146"/>
              <a:gd name="T58" fmla="*/ 73 w 145"/>
              <a:gd name="T59" fmla="*/ 109 h 146"/>
              <a:gd name="T60" fmla="*/ 70 w 145"/>
              <a:gd name="T61" fmla="*/ 108 h 146"/>
              <a:gd name="T62" fmla="*/ 40 w 145"/>
              <a:gd name="T63" fmla="*/ 78 h 146"/>
              <a:gd name="T64" fmla="*/ 39 w 145"/>
              <a:gd name="T65" fmla="*/ 75 h 146"/>
              <a:gd name="T66" fmla="*/ 42 w 145"/>
              <a:gd name="T67" fmla="*/ 73 h 146"/>
              <a:gd name="T68" fmla="*/ 60 w 145"/>
              <a:gd name="T69" fmla="*/ 73 h 146"/>
              <a:gd name="T70" fmla="*/ 60 w 145"/>
              <a:gd name="T71" fmla="*/ 40 h 146"/>
              <a:gd name="T72" fmla="*/ 61 w 145"/>
              <a:gd name="T73" fmla="*/ 38 h 146"/>
              <a:gd name="T74" fmla="*/ 63 w 145"/>
              <a:gd name="T75" fmla="*/ 37 h 146"/>
              <a:gd name="T76" fmla="*/ 82 w 145"/>
              <a:gd name="T77" fmla="*/ 37 h 146"/>
              <a:gd name="T78" fmla="*/ 84 w 145"/>
              <a:gd name="T79" fmla="*/ 38 h 146"/>
              <a:gd name="T80" fmla="*/ 85 w 145"/>
              <a:gd name="T81" fmla="*/ 40 h 146"/>
              <a:gd name="T82" fmla="*/ 85 w 145"/>
              <a:gd name="T83" fmla="*/ 73 h 146"/>
              <a:gd name="T84" fmla="*/ 103 w 145"/>
              <a:gd name="T85" fmla="*/ 73 h 146"/>
              <a:gd name="T86" fmla="*/ 105 w 145"/>
              <a:gd name="T87" fmla="*/ 74 h 146"/>
              <a:gd name="T88" fmla="*/ 106 w 145"/>
              <a:gd name="T89" fmla="*/ 76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45" h="146">
                <a:moveTo>
                  <a:pt x="135" y="37"/>
                </a:moveTo>
                <a:cubicBezTo>
                  <a:pt x="142" y="48"/>
                  <a:pt x="145" y="60"/>
                  <a:pt x="145" y="73"/>
                </a:cubicBezTo>
                <a:cubicBezTo>
                  <a:pt x="145" y="86"/>
                  <a:pt x="142" y="98"/>
                  <a:pt x="135" y="109"/>
                </a:cubicBezTo>
                <a:cubicBezTo>
                  <a:pt x="129" y="121"/>
                  <a:pt x="120" y="129"/>
                  <a:pt x="109" y="136"/>
                </a:cubicBezTo>
                <a:cubicBezTo>
                  <a:pt x="98" y="142"/>
                  <a:pt x="86" y="146"/>
                  <a:pt x="73" y="146"/>
                </a:cubicBezTo>
                <a:cubicBezTo>
                  <a:pt x="59" y="146"/>
                  <a:pt x="47" y="142"/>
                  <a:pt x="36" y="136"/>
                </a:cubicBezTo>
                <a:cubicBezTo>
                  <a:pt x="25" y="129"/>
                  <a:pt x="16" y="121"/>
                  <a:pt x="10" y="109"/>
                </a:cubicBezTo>
                <a:cubicBezTo>
                  <a:pt x="3" y="98"/>
                  <a:pt x="0" y="86"/>
                  <a:pt x="0" y="73"/>
                </a:cubicBezTo>
                <a:cubicBezTo>
                  <a:pt x="0" y="60"/>
                  <a:pt x="3" y="48"/>
                  <a:pt x="10" y="37"/>
                </a:cubicBezTo>
                <a:cubicBezTo>
                  <a:pt x="16" y="25"/>
                  <a:pt x="25" y="17"/>
                  <a:pt x="36" y="10"/>
                </a:cubicBezTo>
                <a:cubicBezTo>
                  <a:pt x="47" y="4"/>
                  <a:pt x="59" y="0"/>
                  <a:pt x="73" y="0"/>
                </a:cubicBezTo>
                <a:cubicBezTo>
                  <a:pt x="86" y="0"/>
                  <a:pt x="98" y="4"/>
                  <a:pt x="109" y="10"/>
                </a:cubicBezTo>
                <a:cubicBezTo>
                  <a:pt x="120" y="17"/>
                  <a:pt x="129" y="25"/>
                  <a:pt x="135" y="37"/>
                </a:cubicBezTo>
                <a:close/>
                <a:moveTo>
                  <a:pt x="98" y="28"/>
                </a:moveTo>
                <a:cubicBezTo>
                  <a:pt x="90" y="24"/>
                  <a:pt x="82" y="22"/>
                  <a:pt x="73" y="22"/>
                </a:cubicBezTo>
                <a:cubicBezTo>
                  <a:pt x="63" y="22"/>
                  <a:pt x="55" y="24"/>
                  <a:pt x="47" y="28"/>
                </a:cubicBezTo>
                <a:cubicBezTo>
                  <a:pt x="39" y="33"/>
                  <a:pt x="33" y="39"/>
                  <a:pt x="28" y="47"/>
                </a:cubicBezTo>
                <a:cubicBezTo>
                  <a:pt x="23" y="55"/>
                  <a:pt x="21" y="64"/>
                  <a:pt x="21" y="73"/>
                </a:cubicBezTo>
                <a:cubicBezTo>
                  <a:pt x="21" y="82"/>
                  <a:pt x="23" y="91"/>
                  <a:pt x="28" y="99"/>
                </a:cubicBezTo>
                <a:cubicBezTo>
                  <a:pt x="33" y="107"/>
                  <a:pt x="39" y="113"/>
                  <a:pt x="47" y="118"/>
                </a:cubicBezTo>
                <a:cubicBezTo>
                  <a:pt x="55" y="122"/>
                  <a:pt x="63" y="124"/>
                  <a:pt x="73" y="124"/>
                </a:cubicBezTo>
                <a:cubicBezTo>
                  <a:pt x="82" y="124"/>
                  <a:pt x="90" y="122"/>
                  <a:pt x="98" y="118"/>
                </a:cubicBezTo>
                <a:cubicBezTo>
                  <a:pt x="106" y="113"/>
                  <a:pt x="112" y="107"/>
                  <a:pt x="117" y="99"/>
                </a:cubicBezTo>
                <a:cubicBezTo>
                  <a:pt x="122" y="91"/>
                  <a:pt x="124" y="82"/>
                  <a:pt x="124" y="73"/>
                </a:cubicBezTo>
                <a:cubicBezTo>
                  <a:pt x="124" y="64"/>
                  <a:pt x="122" y="55"/>
                  <a:pt x="117" y="47"/>
                </a:cubicBezTo>
                <a:cubicBezTo>
                  <a:pt x="112" y="39"/>
                  <a:pt x="106" y="33"/>
                  <a:pt x="98" y="28"/>
                </a:cubicBezTo>
                <a:close/>
                <a:moveTo>
                  <a:pt x="106" y="76"/>
                </a:moveTo>
                <a:cubicBezTo>
                  <a:pt x="106" y="77"/>
                  <a:pt x="106" y="78"/>
                  <a:pt x="105" y="78"/>
                </a:cubicBezTo>
                <a:cubicBezTo>
                  <a:pt x="75" y="108"/>
                  <a:pt x="75" y="108"/>
                  <a:pt x="75" y="108"/>
                </a:cubicBezTo>
                <a:cubicBezTo>
                  <a:pt x="74" y="109"/>
                  <a:pt x="73" y="109"/>
                  <a:pt x="73" y="109"/>
                </a:cubicBezTo>
                <a:cubicBezTo>
                  <a:pt x="72" y="109"/>
                  <a:pt x="71" y="109"/>
                  <a:pt x="70" y="108"/>
                </a:cubicBezTo>
                <a:cubicBezTo>
                  <a:pt x="40" y="78"/>
                  <a:pt x="40" y="78"/>
                  <a:pt x="40" y="78"/>
                </a:cubicBezTo>
                <a:cubicBezTo>
                  <a:pt x="39" y="77"/>
                  <a:pt x="39" y="76"/>
                  <a:pt x="39" y="75"/>
                </a:cubicBezTo>
                <a:cubicBezTo>
                  <a:pt x="40" y="74"/>
                  <a:pt x="41" y="73"/>
                  <a:pt x="42" y="73"/>
                </a:cubicBezTo>
                <a:cubicBezTo>
                  <a:pt x="60" y="73"/>
                  <a:pt x="60" y="73"/>
                  <a:pt x="60" y="73"/>
                </a:cubicBezTo>
                <a:cubicBezTo>
                  <a:pt x="60" y="40"/>
                  <a:pt x="60" y="40"/>
                  <a:pt x="60" y="40"/>
                </a:cubicBezTo>
                <a:cubicBezTo>
                  <a:pt x="60" y="39"/>
                  <a:pt x="61" y="38"/>
                  <a:pt x="61" y="38"/>
                </a:cubicBezTo>
                <a:cubicBezTo>
                  <a:pt x="62" y="37"/>
                  <a:pt x="63" y="37"/>
                  <a:pt x="63" y="37"/>
                </a:cubicBezTo>
                <a:cubicBezTo>
                  <a:pt x="82" y="37"/>
                  <a:pt x="82" y="37"/>
                  <a:pt x="82" y="37"/>
                </a:cubicBezTo>
                <a:cubicBezTo>
                  <a:pt x="82" y="37"/>
                  <a:pt x="83" y="37"/>
                  <a:pt x="84" y="38"/>
                </a:cubicBezTo>
                <a:cubicBezTo>
                  <a:pt x="84" y="38"/>
                  <a:pt x="85" y="39"/>
                  <a:pt x="85" y="40"/>
                </a:cubicBezTo>
                <a:cubicBezTo>
                  <a:pt x="85" y="73"/>
                  <a:pt x="85" y="73"/>
                  <a:pt x="85" y="73"/>
                </a:cubicBezTo>
                <a:cubicBezTo>
                  <a:pt x="103" y="73"/>
                  <a:pt x="103" y="73"/>
                  <a:pt x="103" y="73"/>
                </a:cubicBezTo>
                <a:cubicBezTo>
                  <a:pt x="104" y="73"/>
                  <a:pt x="104" y="73"/>
                  <a:pt x="105" y="74"/>
                </a:cubicBezTo>
                <a:cubicBezTo>
                  <a:pt x="106" y="74"/>
                  <a:pt x="106" y="75"/>
                  <a:pt x="106" y="76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9" name="Freeform 31"/>
          <p:cNvSpPr>
            <a:spLocks noEditPoints="1"/>
          </p:cNvSpPr>
          <p:nvPr/>
        </p:nvSpPr>
        <p:spPr bwMode="auto">
          <a:xfrm>
            <a:off x="8301399" y="1394327"/>
            <a:ext cx="207464" cy="209627"/>
          </a:xfrm>
          <a:custGeom>
            <a:avLst/>
            <a:gdLst>
              <a:gd name="T0" fmla="*/ 135 w 145"/>
              <a:gd name="T1" fmla="*/ 37 h 146"/>
              <a:gd name="T2" fmla="*/ 145 w 145"/>
              <a:gd name="T3" fmla="*/ 73 h 146"/>
              <a:gd name="T4" fmla="*/ 135 w 145"/>
              <a:gd name="T5" fmla="*/ 109 h 146"/>
              <a:gd name="T6" fmla="*/ 109 w 145"/>
              <a:gd name="T7" fmla="*/ 136 h 146"/>
              <a:gd name="T8" fmla="*/ 72 w 145"/>
              <a:gd name="T9" fmla="*/ 146 h 146"/>
              <a:gd name="T10" fmla="*/ 36 w 145"/>
              <a:gd name="T11" fmla="*/ 136 h 146"/>
              <a:gd name="T12" fmla="*/ 10 w 145"/>
              <a:gd name="T13" fmla="*/ 109 h 146"/>
              <a:gd name="T14" fmla="*/ 0 w 145"/>
              <a:gd name="T15" fmla="*/ 73 h 146"/>
              <a:gd name="T16" fmla="*/ 10 w 145"/>
              <a:gd name="T17" fmla="*/ 37 h 146"/>
              <a:gd name="T18" fmla="*/ 36 w 145"/>
              <a:gd name="T19" fmla="*/ 10 h 146"/>
              <a:gd name="T20" fmla="*/ 72 w 145"/>
              <a:gd name="T21" fmla="*/ 0 h 146"/>
              <a:gd name="T22" fmla="*/ 109 w 145"/>
              <a:gd name="T23" fmla="*/ 10 h 146"/>
              <a:gd name="T24" fmla="*/ 135 w 145"/>
              <a:gd name="T25" fmla="*/ 37 h 146"/>
              <a:gd name="T26" fmla="*/ 98 w 145"/>
              <a:gd name="T27" fmla="*/ 28 h 146"/>
              <a:gd name="T28" fmla="*/ 72 w 145"/>
              <a:gd name="T29" fmla="*/ 22 h 146"/>
              <a:gd name="T30" fmla="*/ 47 w 145"/>
              <a:gd name="T31" fmla="*/ 28 h 146"/>
              <a:gd name="T32" fmla="*/ 28 w 145"/>
              <a:gd name="T33" fmla="*/ 47 h 146"/>
              <a:gd name="T34" fmla="*/ 21 w 145"/>
              <a:gd name="T35" fmla="*/ 73 h 146"/>
              <a:gd name="T36" fmla="*/ 28 w 145"/>
              <a:gd name="T37" fmla="*/ 99 h 146"/>
              <a:gd name="T38" fmla="*/ 47 w 145"/>
              <a:gd name="T39" fmla="*/ 118 h 146"/>
              <a:gd name="T40" fmla="*/ 72 w 145"/>
              <a:gd name="T41" fmla="*/ 124 h 146"/>
              <a:gd name="T42" fmla="*/ 98 w 145"/>
              <a:gd name="T43" fmla="*/ 118 h 146"/>
              <a:gd name="T44" fmla="*/ 117 w 145"/>
              <a:gd name="T45" fmla="*/ 99 h 146"/>
              <a:gd name="T46" fmla="*/ 124 w 145"/>
              <a:gd name="T47" fmla="*/ 73 h 146"/>
              <a:gd name="T48" fmla="*/ 117 w 145"/>
              <a:gd name="T49" fmla="*/ 47 h 146"/>
              <a:gd name="T50" fmla="*/ 98 w 145"/>
              <a:gd name="T51" fmla="*/ 28 h 146"/>
              <a:gd name="T52" fmla="*/ 105 w 145"/>
              <a:gd name="T53" fmla="*/ 71 h 146"/>
              <a:gd name="T54" fmla="*/ 103 w 145"/>
              <a:gd name="T55" fmla="*/ 73 h 146"/>
              <a:gd name="T56" fmla="*/ 84 w 145"/>
              <a:gd name="T57" fmla="*/ 73 h 146"/>
              <a:gd name="T58" fmla="*/ 84 w 145"/>
              <a:gd name="T59" fmla="*/ 106 h 146"/>
              <a:gd name="T60" fmla="*/ 84 w 145"/>
              <a:gd name="T61" fmla="*/ 108 h 146"/>
              <a:gd name="T62" fmla="*/ 81 w 145"/>
              <a:gd name="T63" fmla="*/ 109 h 146"/>
              <a:gd name="T64" fmla="*/ 63 w 145"/>
              <a:gd name="T65" fmla="*/ 109 h 146"/>
              <a:gd name="T66" fmla="*/ 61 w 145"/>
              <a:gd name="T67" fmla="*/ 108 h 146"/>
              <a:gd name="T68" fmla="*/ 60 w 145"/>
              <a:gd name="T69" fmla="*/ 106 h 146"/>
              <a:gd name="T70" fmla="*/ 60 w 145"/>
              <a:gd name="T71" fmla="*/ 73 h 146"/>
              <a:gd name="T72" fmla="*/ 42 w 145"/>
              <a:gd name="T73" fmla="*/ 73 h 146"/>
              <a:gd name="T74" fmla="*/ 40 w 145"/>
              <a:gd name="T75" fmla="*/ 72 h 146"/>
              <a:gd name="T76" fmla="*/ 39 w 145"/>
              <a:gd name="T77" fmla="*/ 70 h 146"/>
              <a:gd name="T78" fmla="*/ 40 w 145"/>
              <a:gd name="T79" fmla="*/ 68 h 146"/>
              <a:gd name="T80" fmla="*/ 70 w 145"/>
              <a:gd name="T81" fmla="*/ 38 h 146"/>
              <a:gd name="T82" fmla="*/ 72 w 145"/>
              <a:gd name="T83" fmla="*/ 37 h 146"/>
              <a:gd name="T84" fmla="*/ 75 w 145"/>
              <a:gd name="T85" fmla="*/ 38 h 146"/>
              <a:gd name="T86" fmla="*/ 105 w 145"/>
              <a:gd name="T87" fmla="*/ 68 h 146"/>
              <a:gd name="T88" fmla="*/ 105 w 145"/>
              <a:gd name="T89" fmla="*/ 71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45" h="146">
                <a:moveTo>
                  <a:pt x="135" y="37"/>
                </a:moveTo>
                <a:cubicBezTo>
                  <a:pt x="142" y="48"/>
                  <a:pt x="145" y="60"/>
                  <a:pt x="145" y="73"/>
                </a:cubicBezTo>
                <a:cubicBezTo>
                  <a:pt x="145" y="86"/>
                  <a:pt x="142" y="98"/>
                  <a:pt x="135" y="109"/>
                </a:cubicBezTo>
                <a:cubicBezTo>
                  <a:pt x="129" y="121"/>
                  <a:pt x="120" y="129"/>
                  <a:pt x="109" y="136"/>
                </a:cubicBezTo>
                <a:cubicBezTo>
                  <a:pt x="98" y="142"/>
                  <a:pt x="86" y="146"/>
                  <a:pt x="72" y="146"/>
                </a:cubicBezTo>
                <a:cubicBezTo>
                  <a:pt x="59" y="146"/>
                  <a:pt x="47" y="142"/>
                  <a:pt x="36" y="136"/>
                </a:cubicBezTo>
                <a:cubicBezTo>
                  <a:pt x="25" y="129"/>
                  <a:pt x="16" y="121"/>
                  <a:pt x="10" y="109"/>
                </a:cubicBezTo>
                <a:cubicBezTo>
                  <a:pt x="3" y="98"/>
                  <a:pt x="0" y="86"/>
                  <a:pt x="0" y="73"/>
                </a:cubicBezTo>
                <a:cubicBezTo>
                  <a:pt x="0" y="60"/>
                  <a:pt x="3" y="48"/>
                  <a:pt x="10" y="37"/>
                </a:cubicBezTo>
                <a:cubicBezTo>
                  <a:pt x="16" y="25"/>
                  <a:pt x="25" y="17"/>
                  <a:pt x="36" y="10"/>
                </a:cubicBezTo>
                <a:cubicBezTo>
                  <a:pt x="47" y="4"/>
                  <a:pt x="59" y="0"/>
                  <a:pt x="72" y="0"/>
                </a:cubicBezTo>
                <a:cubicBezTo>
                  <a:pt x="86" y="0"/>
                  <a:pt x="98" y="4"/>
                  <a:pt x="109" y="10"/>
                </a:cubicBezTo>
                <a:cubicBezTo>
                  <a:pt x="120" y="17"/>
                  <a:pt x="129" y="25"/>
                  <a:pt x="135" y="37"/>
                </a:cubicBezTo>
                <a:close/>
                <a:moveTo>
                  <a:pt x="98" y="28"/>
                </a:moveTo>
                <a:cubicBezTo>
                  <a:pt x="90" y="24"/>
                  <a:pt x="82" y="22"/>
                  <a:pt x="72" y="22"/>
                </a:cubicBezTo>
                <a:cubicBezTo>
                  <a:pt x="63" y="22"/>
                  <a:pt x="54" y="24"/>
                  <a:pt x="47" y="28"/>
                </a:cubicBezTo>
                <a:cubicBezTo>
                  <a:pt x="39" y="33"/>
                  <a:pt x="32" y="39"/>
                  <a:pt x="28" y="47"/>
                </a:cubicBezTo>
                <a:cubicBezTo>
                  <a:pt x="23" y="55"/>
                  <a:pt x="21" y="64"/>
                  <a:pt x="21" y="73"/>
                </a:cubicBezTo>
                <a:cubicBezTo>
                  <a:pt x="21" y="82"/>
                  <a:pt x="23" y="91"/>
                  <a:pt x="28" y="99"/>
                </a:cubicBezTo>
                <a:cubicBezTo>
                  <a:pt x="32" y="107"/>
                  <a:pt x="39" y="113"/>
                  <a:pt x="47" y="118"/>
                </a:cubicBezTo>
                <a:cubicBezTo>
                  <a:pt x="54" y="122"/>
                  <a:pt x="63" y="124"/>
                  <a:pt x="72" y="124"/>
                </a:cubicBezTo>
                <a:cubicBezTo>
                  <a:pt x="82" y="124"/>
                  <a:pt x="90" y="122"/>
                  <a:pt x="98" y="118"/>
                </a:cubicBezTo>
                <a:cubicBezTo>
                  <a:pt x="106" y="113"/>
                  <a:pt x="112" y="107"/>
                  <a:pt x="117" y="99"/>
                </a:cubicBezTo>
                <a:cubicBezTo>
                  <a:pt x="122" y="91"/>
                  <a:pt x="124" y="82"/>
                  <a:pt x="124" y="73"/>
                </a:cubicBezTo>
                <a:cubicBezTo>
                  <a:pt x="124" y="64"/>
                  <a:pt x="122" y="55"/>
                  <a:pt x="117" y="47"/>
                </a:cubicBezTo>
                <a:cubicBezTo>
                  <a:pt x="112" y="39"/>
                  <a:pt x="106" y="33"/>
                  <a:pt x="98" y="28"/>
                </a:cubicBezTo>
                <a:close/>
                <a:moveTo>
                  <a:pt x="105" y="71"/>
                </a:moveTo>
                <a:cubicBezTo>
                  <a:pt x="105" y="72"/>
                  <a:pt x="104" y="73"/>
                  <a:pt x="103" y="73"/>
                </a:cubicBezTo>
                <a:cubicBezTo>
                  <a:pt x="84" y="73"/>
                  <a:pt x="84" y="73"/>
                  <a:pt x="84" y="73"/>
                </a:cubicBezTo>
                <a:cubicBezTo>
                  <a:pt x="84" y="106"/>
                  <a:pt x="84" y="106"/>
                  <a:pt x="84" y="106"/>
                </a:cubicBezTo>
                <a:cubicBezTo>
                  <a:pt x="84" y="107"/>
                  <a:pt x="84" y="108"/>
                  <a:pt x="84" y="108"/>
                </a:cubicBezTo>
                <a:cubicBezTo>
                  <a:pt x="83" y="109"/>
                  <a:pt x="82" y="109"/>
                  <a:pt x="81" y="109"/>
                </a:cubicBezTo>
                <a:cubicBezTo>
                  <a:pt x="63" y="109"/>
                  <a:pt x="63" y="109"/>
                  <a:pt x="63" y="109"/>
                </a:cubicBezTo>
                <a:cubicBezTo>
                  <a:pt x="62" y="109"/>
                  <a:pt x="62" y="109"/>
                  <a:pt x="61" y="108"/>
                </a:cubicBezTo>
                <a:cubicBezTo>
                  <a:pt x="61" y="108"/>
                  <a:pt x="60" y="107"/>
                  <a:pt x="60" y="106"/>
                </a:cubicBezTo>
                <a:cubicBezTo>
                  <a:pt x="60" y="73"/>
                  <a:pt x="60" y="73"/>
                  <a:pt x="60" y="73"/>
                </a:cubicBezTo>
                <a:cubicBezTo>
                  <a:pt x="42" y="73"/>
                  <a:pt x="42" y="73"/>
                  <a:pt x="42" y="73"/>
                </a:cubicBezTo>
                <a:cubicBezTo>
                  <a:pt x="41" y="73"/>
                  <a:pt x="41" y="73"/>
                  <a:pt x="40" y="72"/>
                </a:cubicBezTo>
                <a:cubicBezTo>
                  <a:pt x="39" y="72"/>
                  <a:pt x="39" y="71"/>
                  <a:pt x="39" y="70"/>
                </a:cubicBezTo>
                <a:cubicBezTo>
                  <a:pt x="39" y="69"/>
                  <a:pt x="39" y="68"/>
                  <a:pt x="40" y="68"/>
                </a:cubicBezTo>
                <a:cubicBezTo>
                  <a:pt x="70" y="38"/>
                  <a:pt x="70" y="38"/>
                  <a:pt x="70" y="38"/>
                </a:cubicBezTo>
                <a:cubicBezTo>
                  <a:pt x="71" y="37"/>
                  <a:pt x="72" y="37"/>
                  <a:pt x="72" y="37"/>
                </a:cubicBezTo>
                <a:cubicBezTo>
                  <a:pt x="73" y="37"/>
                  <a:pt x="74" y="37"/>
                  <a:pt x="75" y="38"/>
                </a:cubicBezTo>
                <a:cubicBezTo>
                  <a:pt x="105" y="68"/>
                  <a:pt x="105" y="68"/>
                  <a:pt x="105" y="68"/>
                </a:cubicBezTo>
                <a:cubicBezTo>
                  <a:pt x="106" y="69"/>
                  <a:pt x="106" y="70"/>
                  <a:pt x="105" y="7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0" name="Freeform 32"/>
          <p:cNvSpPr>
            <a:spLocks noEditPoints="1"/>
          </p:cNvSpPr>
          <p:nvPr/>
        </p:nvSpPr>
        <p:spPr bwMode="auto">
          <a:xfrm>
            <a:off x="8573697" y="1411617"/>
            <a:ext cx="207464" cy="175049"/>
          </a:xfrm>
          <a:custGeom>
            <a:avLst/>
            <a:gdLst>
              <a:gd name="T0" fmla="*/ 145 w 145"/>
              <a:gd name="T1" fmla="*/ 70 h 121"/>
              <a:gd name="T2" fmla="*/ 145 w 145"/>
              <a:gd name="T3" fmla="*/ 115 h 121"/>
              <a:gd name="T4" fmla="*/ 143 w 145"/>
              <a:gd name="T5" fmla="*/ 120 h 121"/>
              <a:gd name="T6" fmla="*/ 139 w 145"/>
              <a:gd name="T7" fmla="*/ 121 h 121"/>
              <a:gd name="T8" fmla="*/ 6 w 145"/>
              <a:gd name="T9" fmla="*/ 121 h 121"/>
              <a:gd name="T10" fmla="*/ 1 w 145"/>
              <a:gd name="T11" fmla="*/ 120 h 121"/>
              <a:gd name="T12" fmla="*/ 0 w 145"/>
              <a:gd name="T13" fmla="*/ 115 h 121"/>
              <a:gd name="T14" fmla="*/ 0 w 145"/>
              <a:gd name="T15" fmla="*/ 70 h 121"/>
              <a:gd name="T16" fmla="*/ 2 w 145"/>
              <a:gd name="T17" fmla="*/ 58 h 121"/>
              <a:gd name="T18" fmla="*/ 25 w 145"/>
              <a:gd name="T19" fmla="*/ 6 h 121"/>
              <a:gd name="T20" fmla="*/ 28 w 145"/>
              <a:gd name="T21" fmla="*/ 2 h 121"/>
              <a:gd name="T22" fmla="*/ 33 w 145"/>
              <a:gd name="T23" fmla="*/ 0 h 121"/>
              <a:gd name="T24" fmla="*/ 112 w 145"/>
              <a:gd name="T25" fmla="*/ 0 h 121"/>
              <a:gd name="T26" fmla="*/ 117 w 145"/>
              <a:gd name="T27" fmla="*/ 2 h 121"/>
              <a:gd name="T28" fmla="*/ 120 w 145"/>
              <a:gd name="T29" fmla="*/ 6 h 121"/>
              <a:gd name="T30" fmla="*/ 142 w 145"/>
              <a:gd name="T31" fmla="*/ 58 h 121"/>
              <a:gd name="T32" fmla="*/ 145 w 145"/>
              <a:gd name="T33" fmla="*/ 70 h 121"/>
              <a:gd name="T34" fmla="*/ 96 w 145"/>
              <a:gd name="T35" fmla="*/ 67 h 121"/>
              <a:gd name="T36" fmla="*/ 126 w 145"/>
              <a:gd name="T37" fmla="*/ 67 h 121"/>
              <a:gd name="T38" fmla="*/ 126 w 145"/>
              <a:gd name="T39" fmla="*/ 66 h 121"/>
              <a:gd name="T40" fmla="*/ 126 w 145"/>
              <a:gd name="T41" fmla="*/ 66 h 121"/>
              <a:gd name="T42" fmla="*/ 106 w 145"/>
              <a:gd name="T43" fmla="*/ 19 h 121"/>
              <a:gd name="T44" fmla="*/ 39 w 145"/>
              <a:gd name="T45" fmla="*/ 19 h 121"/>
              <a:gd name="T46" fmla="*/ 19 w 145"/>
              <a:gd name="T47" fmla="*/ 66 h 121"/>
              <a:gd name="T48" fmla="*/ 18 w 145"/>
              <a:gd name="T49" fmla="*/ 66 h 121"/>
              <a:gd name="T50" fmla="*/ 18 w 145"/>
              <a:gd name="T51" fmla="*/ 67 h 121"/>
              <a:gd name="T52" fmla="*/ 48 w 145"/>
              <a:gd name="T53" fmla="*/ 67 h 121"/>
              <a:gd name="T54" fmla="*/ 57 w 145"/>
              <a:gd name="T55" fmla="*/ 85 h 121"/>
              <a:gd name="T56" fmla="*/ 87 w 145"/>
              <a:gd name="T57" fmla="*/ 85 h 121"/>
              <a:gd name="T58" fmla="*/ 96 w 145"/>
              <a:gd name="T59" fmla="*/ 67 h 1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45" h="121">
                <a:moveTo>
                  <a:pt x="145" y="70"/>
                </a:moveTo>
                <a:cubicBezTo>
                  <a:pt x="145" y="115"/>
                  <a:pt x="145" y="115"/>
                  <a:pt x="145" y="115"/>
                </a:cubicBezTo>
                <a:cubicBezTo>
                  <a:pt x="145" y="117"/>
                  <a:pt x="144" y="118"/>
                  <a:pt x="143" y="120"/>
                </a:cubicBezTo>
                <a:cubicBezTo>
                  <a:pt x="142" y="121"/>
                  <a:pt x="140" y="121"/>
                  <a:pt x="139" y="121"/>
                </a:cubicBezTo>
                <a:cubicBezTo>
                  <a:pt x="6" y="121"/>
                  <a:pt x="6" y="121"/>
                  <a:pt x="6" y="121"/>
                </a:cubicBezTo>
                <a:cubicBezTo>
                  <a:pt x="4" y="121"/>
                  <a:pt x="3" y="121"/>
                  <a:pt x="1" y="120"/>
                </a:cubicBezTo>
                <a:cubicBezTo>
                  <a:pt x="0" y="118"/>
                  <a:pt x="0" y="117"/>
                  <a:pt x="0" y="115"/>
                </a:cubicBezTo>
                <a:cubicBezTo>
                  <a:pt x="0" y="70"/>
                  <a:pt x="0" y="70"/>
                  <a:pt x="0" y="70"/>
                </a:cubicBezTo>
                <a:cubicBezTo>
                  <a:pt x="0" y="66"/>
                  <a:pt x="0" y="62"/>
                  <a:pt x="2" y="58"/>
                </a:cubicBezTo>
                <a:cubicBezTo>
                  <a:pt x="25" y="6"/>
                  <a:pt x="25" y="6"/>
                  <a:pt x="25" y="6"/>
                </a:cubicBezTo>
                <a:cubicBezTo>
                  <a:pt x="25" y="4"/>
                  <a:pt x="26" y="3"/>
                  <a:pt x="28" y="2"/>
                </a:cubicBezTo>
                <a:cubicBezTo>
                  <a:pt x="30" y="1"/>
                  <a:pt x="31" y="0"/>
                  <a:pt x="33" y="0"/>
                </a:cubicBezTo>
                <a:cubicBezTo>
                  <a:pt x="112" y="0"/>
                  <a:pt x="112" y="0"/>
                  <a:pt x="112" y="0"/>
                </a:cubicBezTo>
                <a:cubicBezTo>
                  <a:pt x="113" y="0"/>
                  <a:pt x="115" y="1"/>
                  <a:pt x="117" y="2"/>
                </a:cubicBezTo>
                <a:cubicBezTo>
                  <a:pt x="118" y="3"/>
                  <a:pt x="119" y="4"/>
                  <a:pt x="120" y="6"/>
                </a:cubicBezTo>
                <a:cubicBezTo>
                  <a:pt x="142" y="58"/>
                  <a:pt x="142" y="58"/>
                  <a:pt x="142" y="58"/>
                </a:cubicBezTo>
                <a:cubicBezTo>
                  <a:pt x="144" y="62"/>
                  <a:pt x="145" y="66"/>
                  <a:pt x="145" y="70"/>
                </a:cubicBezTo>
                <a:close/>
                <a:moveTo>
                  <a:pt x="96" y="67"/>
                </a:moveTo>
                <a:cubicBezTo>
                  <a:pt x="126" y="67"/>
                  <a:pt x="126" y="67"/>
                  <a:pt x="126" y="67"/>
                </a:cubicBezTo>
                <a:cubicBezTo>
                  <a:pt x="126" y="67"/>
                  <a:pt x="126" y="67"/>
                  <a:pt x="126" y="66"/>
                </a:cubicBezTo>
                <a:cubicBezTo>
                  <a:pt x="126" y="66"/>
                  <a:pt x="126" y="66"/>
                  <a:pt x="126" y="66"/>
                </a:cubicBezTo>
                <a:cubicBezTo>
                  <a:pt x="106" y="19"/>
                  <a:pt x="106" y="19"/>
                  <a:pt x="106" y="19"/>
                </a:cubicBezTo>
                <a:cubicBezTo>
                  <a:pt x="39" y="19"/>
                  <a:pt x="39" y="19"/>
                  <a:pt x="39" y="19"/>
                </a:cubicBezTo>
                <a:cubicBezTo>
                  <a:pt x="19" y="66"/>
                  <a:pt x="19" y="66"/>
                  <a:pt x="19" y="66"/>
                </a:cubicBezTo>
                <a:cubicBezTo>
                  <a:pt x="19" y="66"/>
                  <a:pt x="19" y="66"/>
                  <a:pt x="18" y="66"/>
                </a:cubicBezTo>
                <a:cubicBezTo>
                  <a:pt x="18" y="67"/>
                  <a:pt x="18" y="67"/>
                  <a:pt x="18" y="67"/>
                </a:cubicBezTo>
                <a:cubicBezTo>
                  <a:pt x="48" y="67"/>
                  <a:pt x="48" y="67"/>
                  <a:pt x="48" y="67"/>
                </a:cubicBezTo>
                <a:cubicBezTo>
                  <a:pt x="57" y="85"/>
                  <a:pt x="57" y="85"/>
                  <a:pt x="57" y="85"/>
                </a:cubicBezTo>
                <a:cubicBezTo>
                  <a:pt x="87" y="85"/>
                  <a:pt x="87" y="85"/>
                  <a:pt x="87" y="85"/>
                </a:cubicBezTo>
                <a:lnTo>
                  <a:pt x="96" y="67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1" name="Freeform 33"/>
          <p:cNvSpPr>
            <a:spLocks noEditPoints="1"/>
          </p:cNvSpPr>
          <p:nvPr/>
        </p:nvSpPr>
        <p:spPr bwMode="auto">
          <a:xfrm>
            <a:off x="8845996" y="1394327"/>
            <a:ext cx="207464" cy="209627"/>
          </a:xfrm>
          <a:custGeom>
            <a:avLst/>
            <a:gdLst>
              <a:gd name="T0" fmla="*/ 136 w 146"/>
              <a:gd name="T1" fmla="*/ 37 h 146"/>
              <a:gd name="T2" fmla="*/ 146 w 146"/>
              <a:gd name="T3" fmla="*/ 73 h 146"/>
              <a:gd name="T4" fmla="*/ 136 w 146"/>
              <a:gd name="T5" fmla="*/ 109 h 146"/>
              <a:gd name="T6" fmla="*/ 110 w 146"/>
              <a:gd name="T7" fmla="*/ 136 h 146"/>
              <a:gd name="T8" fmla="*/ 73 w 146"/>
              <a:gd name="T9" fmla="*/ 146 h 146"/>
              <a:gd name="T10" fmla="*/ 37 w 146"/>
              <a:gd name="T11" fmla="*/ 136 h 146"/>
              <a:gd name="T12" fmla="*/ 10 w 146"/>
              <a:gd name="T13" fmla="*/ 109 h 146"/>
              <a:gd name="T14" fmla="*/ 0 w 146"/>
              <a:gd name="T15" fmla="*/ 73 h 146"/>
              <a:gd name="T16" fmla="*/ 10 w 146"/>
              <a:gd name="T17" fmla="*/ 37 h 146"/>
              <a:gd name="T18" fmla="*/ 37 w 146"/>
              <a:gd name="T19" fmla="*/ 10 h 146"/>
              <a:gd name="T20" fmla="*/ 73 w 146"/>
              <a:gd name="T21" fmla="*/ 0 h 146"/>
              <a:gd name="T22" fmla="*/ 110 w 146"/>
              <a:gd name="T23" fmla="*/ 10 h 146"/>
              <a:gd name="T24" fmla="*/ 136 w 146"/>
              <a:gd name="T25" fmla="*/ 37 h 146"/>
              <a:gd name="T26" fmla="*/ 118 w 146"/>
              <a:gd name="T27" fmla="*/ 99 h 146"/>
              <a:gd name="T28" fmla="*/ 125 w 146"/>
              <a:gd name="T29" fmla="*/ 73 h 146"/>
              <a:gd name="T30" fmla="*/ 118 w 146"/>
              <a:gd name="T31" fmla="*/ 47 h 146"/>
              <a:gd name="T32" fmla="*/ 99 w 146"/>
              <a:gd name="T33" fmla="*/ 28 h 146"/>
              <a:gd name="T34" fmla="*/ 73 w 146"/>
              <a:gd name="T35" fmla="*/ 22 h 146"/>
              <a:gd name="T36" fmla="*/ 47 w 146"/>
              <a:gd name="T37" fmla="*/ 28 h 146"/>
              <a:gd name="T38" fmla="*/ 29 w 146"/>
              <a:gd name="T39" fmla="*/ 47 h 146"/>
              <a:gd name="T40" fmla="*/ 22 w 146"/>
              <a:gd name="T41" fmla="*/ 73 h 146"/>
              <a:gd name="T42" fmla="*/ 29 w 146"/>
              <a:gd name="T43" fmla="*/ 99 h 146"/>
              <a:gd name="T44" fmla="*/ 47 w 146"/>
              <a:gd name="T45" fmla="*/ 118 h 146"/>
              <a:gd name="T46" fmla="*/ 73 w 146"/>
              <a:gd name="T47" fmla="*/ 124 h 146"/>
              <a:gd name="T48" fmla="*/ 99 w 146"/>
              <a:gd name="T49" fmla="*/ 118 h 146"/>
              <a:gd name="T50" fmla="*/ 118 w 146"/>
              <a:gd name="T51" fmla="*/ 99 h 146"/>
              <a:gd name="T52" fmla="*/ 112 w 146"/>
              <a:gd name="T53" fmla="*/ 73 h 146"/>
              <a:gd name="T54" fmla="*/ 109 w 146"/>
              <a:gd name="T55" fmla="*/ 78 h 146"/>
              <a:gd name="T56" fmla="*/ 58 w 146"/>
              <a:gd name="T57" fmla="*/ 108 h 146"/>
              <a:gd name="T58" fmla="*/ 55 w 146"/>
              <a:gd name="T59" fmla="*/ 109 h 146"/>
              <a:gd name="T60" fmla="*/ 52 w 146"/>
              <a:gd name="T61" fmla="*/ 109 h 146"/>
              <a:gd name="T62" fmla="*/ 49 w 146"/>
              <a:gd name="T63" fmla="*/ 103 h 146"/>
              <a:gd name="T64" fmla="*/ 49 w 146"/>
              <a:gd name="T65" fmla="*/ 43 h 146"/>
              <a:gd name="T66" fmla="*/ 52 w 146"/>
              <a:gd name="T67" fmla="*/ 37 h 146"/>
              <a:gd name="T68" fmla="*/ 58 w 146"/>
              <a:gd name="T69" fmla="*/ 38 h 146"/>
              <a:gd name="T70" fmla="*/ 109 w 146"/>
              <a:gd name="T71" fmla="*/ 68 h 146"/>
              <a:gd name="T72" fmla="*/ 112 w 146"/>
              <a:gd name="T73" fmla="*/ 73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46" h="146">
                <a:moveTo>
                  <a:pt x="136" y="37"/>
                </a:moveTo>
                <a:cubicBezTo>
                  <a:pt x="142" y="48"/>
                  <a:pt x="146" y="60"/>
                  <a:pt x="146" y="73"/>
                </a:cubicBezTo>
                <a:cubicBezTo>
                  <a:pt x="146" y="86"/>
                  <a:pt x="142" y="98"/>
                  <a:pt x="136" y="109"/>
                </a:cubicBezTo>
                <a:cubicBezTo>
                  <a:pt x="129" y="121"/>
                  <a:pt x="121" y="129"/>
                  <a:pt x="110" y="136"/>
                </a:cubicBezTo>
                <a:cubicBezTo>
                  <a:pt x="98" y="142"/>
                  <a:pt x="86" y="146"/>
                  <a:pt x="73" y="146"/>
                </a:cubicBezTo>
                <a:cubicBezTo>
                  <a:pt x="60" y="146"/>
                  <a:pt x="48" y="142"/>
                  <a:pt x="37" y="136"/>
                </a:cubicBezTo>
                <a:cubicBezTo>
                  <a:pt x="26" y="129"/>
                  <a:pt x="17" y="121"/>
                  <a:pt x="10" y="109"/>
                </a:cubicBezTo>
                <a:cubicBezTo>
                  <a:pt x="4" y="98"/>
                  <a:pt x="0" y="86"/>
                  <a:pt x="0" y="73"/>
                </a:cubicBezTo>
                <a:cubicBezTo>
                  <a:pt x="0" y="60"/>
                  <a:pt x="4" y="48"/>
                  <a:pt x="10" y="37"/>
                </a:cubicBezTo>
                <a:cubicBezTo>
                  <a:pt x="17" y="25"/>
                  <a:pt x="26" y="17"/>
                  <a:pt x="37" y="10"/>
                </a:cubicBezTo>
                <a:cubicBezTo>
                  <a:pt x="48" y="4"/>
                  <a:pt x="60" y="0"/>
                  <a:pt x="73" y="0"/>
                </a:cubicBezTo>
                <a:cubicBezTo>
                  <a:pt x="86" y="0"/>
                  <a:pt x="98" y="4"/>
                  <a:pt x="110" y="10"/>
                </a:cubicBezTo>
                <a:cubicBezTo>
                  <a:pt x="121" y="17"/>
                  <a:pt x="129" y="25"/>
                  <a:pt x="136" y="37"/>
                </a:cubicBezTo>
                <a:close/>
                <a:moveTo>
                  <a:pt x="118" y="99"/>
                </a:moveTo>
                <a:cubicBezTo>
                  <a:pt x="122" y="91"/>
                  <a:pt x="125" y="82"/>
                  <a:pt x="125" y="73"/>
                </a:cubicBezTo>
                <a:cubicBezTo>
                  <a:pt x="125" y="64"/>
                  <a:pt x="122" y="55"/>
                  <a:pt x="118" y="47"/>
                </a:cubicBezTo>
                <a:cubicBezTo>
                  <a:pt x="113" y="39"/>
                  <a:pt x="107" y="33"/>
                  <a:pt x="99" y="28"/>
                </a:cubicBezTo>
                <a:cubicBezTo>
                  <a:pt x="91" y="24"/>
                  <a:pt x="82" y="22"/>
                  <a:pt x="73" y="22"/>
                </a:cubicBezTo>
                <a:cubicBezTo>
                  <a:pt x="64" y="22"/>
                  <a:pt x="55" y="24"/>
                  <a:pt x="47" y="28"/>
                </a:cubicBezTo>
                <a:cubicBezTo>
                  <a:pt x="39" y="33"/>
                  <a:pt x="33" y="39"/>
                  <a:pt x="29" y="47"/>
                </a:cubicBezTo>
                <a:cubicBezTo>
                  <a:pt x="24" y="55"/>
                  <a:pt x="22" y="64"/>
                  <a:pt x="22" y="73"/>
                </a:cubicBezTo>
                <a:cubicBezTo>
                  <a:pt x="22" y="82"/>
                  <a:pt x="24" y="91"/>
                  <a:pt x="29" y="99"/>
                </a:cubicBezTo>
                <a:cubicBezTo>
                  <a:pt x="33" y="107"/>
                  <a:pt x="39" y="113"/>
                  <a:pt x="47" y="118"/>
                </a:cubicBezTo>
                <a:cubicBezTo>
                  <a:pt x="55" y="122"/>
                  <a:pt x="64" y="124"/>
                  <a:pt x="73" y="124"/>
                </a:cubicBezTo>
                <a:cubicBezTo>
                  <a:pt x="82" y="124"/>
                  <a:pt x="91" y="122"/>
                  <a:pt x="99" y="118"/>
                </a:cubicBezTo>
                <a:cubicBezTo>
                  <a:pt x="107" y="113"/>
                  <a:pt x="113" y="107"/>
                  <a:pt x="118" y="99"/>
                </a:cubicBezTo>
                <a:close/>
                <a:moveTo>
                  <a:pt x="112" y="73"/>
                </a:moveTo>
                <a:cubicBezTo>
                  <a:pt x="112" y="75"/>
                  <a:pt x="111" y="77"/>
                  <a:pt x="109" y="78"/>
                </a:cubicBezTo>
                <a:cubicBezTo>
                  <a:pt x="58" y="108"/>
                  <a:pt x="58" y="108"/>
                  <a:pt x="58" y="108"/>
                </a:cubicBezTo>
                <a:cubicBezTo>
                  <a:pt x="57" y="109"/>
                  <a:pt x="56" y="109"/>
                  <a:pt x="55" y="109"/>
                </a:cubicBezTo>
                <a:cubicBezTo>
                  <a:pt x="54" y="109"/>
                  <a:pt x="53" y="109"/>
                  <a:pt x="52" y="109"/>
                </a:cubicBezTo>
                <a:cubicBezTo>
                  <a:pt x="50" y="107"/>
                  <a:pt x="49" y="106"/>
                  <a:pt x="49" y="103"/>
                </a:cubicBezTo>
                <a:cubicBezTo>
                  <a:pt x="49" y="43"/>
                  <a:pt x="49" y="43"/>
                  <a:pt x="49" y="43"/>
                </a:cubicBezTo>
                <a:cubicBezTo>
                  <a:pt x="49" y="40"/>
                  <a:pt x="50" y="39"/>
                  <a:pt x="52" y="37"/>
                </a:cubicBezTo>
                <a:cubicBezTo>
                  <a:pt x="54" y="36"/>
                  <a:pt x="56" y="36"/>
                  <a:pt x="58" y="38"/>
                </a:cubicBezTo>
                <a:cubicBezTo>
                  <a:pt x="109" y="68"/>
                  <a:pt x="109" y="68"/>
                  <a:pt x="109" y="68"/>
                </a:cubicBezTo>
                <a:cubicBezTo>
                  <a:pt x="111" y="69"/>
                  <a:pt x="112" y="71"/>
                  <a:pt x="112" y="7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2" name="Freeform 34"/>
          <p:cNvSpPr>
            <a:spLocks/>
          </p:cNvSpPr>
          <p:nvPr/>
        </p:nvSpPr>
        <p:spPr bwMode="auto">
          <a:xfrm>
            <a:off x="9118293" y="1394327"/>
            <a:ext cx="207464" cy="209627"/>
          </a:xfrm>
          <a:custGeom>
            <a:avLst/>
            <a:gdLst>
              <a:gd name="T0" fmla="*/ 146 w 146"/>
              <a:gd name="T1" fmla="*/ 12 h 146"/>
              <a:gd name="T2" fmla="*/ 146 w 146"/>
              <a:gd name="T3" fmla="*/ 55 h 146"/>
              <a:gd name="T4" fmla="*/ 144 w 146"/>
              <a:gd name="T5" fmla="*/ 59 h 146"/>
              <a:gd name="T6" fmla="*/ 140 w 146"/>
              <a:gd name="T7" fmla="*/ 61 h 146"/>
              <a:gd name="T8" fmla="*/ 97 w 146"/>
              <a:gd name="T9" fmla="*/ 61 h 146"/>
              <a:gd name="T10" fmla="*/ 92 w 146"/>
              <a:gd name="T11" fmla="*/ 57 h 146"/>
              <a:gd name="T12" fmla="*/ 93 w 146"/>
              <a:gd name="T13" fmla="*/ 51 h 146"/>
              <a:gd name="T14" fmla="*/ 106 w 146"/>
              <a:gd name="T15" fmla="*/ 38 h 146"/>
              <a:gd name="T16" fmla="*/ 73 w 146"/>
              <a:gd name="T17" fmla="*/ 25 h 146"/>
              <a:gd name="T18" fmla="*/ 54 w 146"/>
              <a:gd name="T19" fmla="*/ 28 h 146"/>
              <a:gd name="T20" fmla="*/ 39 w 146"/>
              <a:gd name="T21" fmla="*/ 39 h 146"/>
              <a:gd name="T22" fmla="*/ 28 w 146"/>
              <a:gd name="T23" fmla="*/ 54 h 146"/>
              <a:gd name="T24" fmla="*/ 25 w 146"/>
              <a:gd name="T25" fmla="*/ 73 h 146"/>
              <a:gd name="T26" fmla="*/ 28 w 146"/>
              <a:gd name="T27" fmla="*/ 92 h 146"/>
              <a:gd name="T28" fmla="*/ 39 w 146"/>
              <a:gd name="T29" fmla="*/ 107 h 146"/>
              <a:gd name="T30" fmla="*/ 54 w 146"/>
              <a:gd name="T31" fmla="*/ 118 h 146"/>
              <a:gd name="T32" fmla="*/ 73 w 146"/>
              <a:gd name="T33" fmla="*/ 121 h 146"/>
              <a:gd name="T34" fmla="*/ 94 w 146"/>
              <a:gd name="T35" fmla="*/ 116 h 146"/>
              <a:gd name="T36" fmla="*/ 111 w 146"/>
              <a:gd name="T37" fmla="*/ 103 h 146"/>
              <a:gd name="T38" fmla="*/ 113 w 146"/>
              <a:gd name="T39" fmla="*/ 101 h 146"/>
              <a:gd name="T40" fmla="*/ 116 w 146"/>
              <a:gd name="T41" fmla="*/ 102 h 146"/>
              <a:gd name="T42" fmla="*/ 129 w 146"/>
              <a:gd name="T43" fmla="*/ 115 h 146"/>
              <a:gd name="T44" fmla="*/ 130 w 146"/>
              <a:gd name="T45" fmla="*/ 117 h 146"/>
              <a:gd name="T46" fmla="*/ 129 w 146"/>
              <a:gd name="T47" fmla="*/ 119 h 146"/>
              <a:gd name="T48" fmla="*/ 104 w 146"/>
              <a:gd name="T49" fmla="*/ 139 h 146"/>
              <a:gd name="T50" fmla="*/ 73 w 146"/>
              <a:gd name="T51" fmla="*/ 146 h 146"/>
              <a:gd name="T52" fmla="*/ 45 w 146"/>
              <a:gd name="T53" fmla="*/ 140 h 146"/>
              <a:gd name="T54" fmla="*/ 22 w 146"/>
              <a:gd name="T55" fmla="*/ 124 h 146"/>
              <a:gd name="T56" fmla="*/ 6 w 146"/>
              <a:gd name="T57" fmla="*/ 101 h 146"/>
              <a:gd name="T58" fmla="*/ 0 w 146"/>
              <a:gd name="T59" fmla="*/ 73 h 146"/>
              <a:gd name="T60" fmla="*/ 6 w 146"/>
              <a:gd name="T61" fmla="*/ 45 h 146"/>
              <a:gd name="T62" fmla="*/ 22 w 146"/>
              <a:gd name="T63" fmla="*/ 22 h 146"/>
              <a:gd name="T64" fmla="*/ 45 w 146"/>
              <a:gd name="T65" fmla="*/ 6 h 146"/>
              <a:gd name="T66" fmla="*/ 73 w 146"/>
              <a:gd name="T67" fmla="*/ 0 h 146"/>
              <a:gd name="T68" fmla="*/ 100 w 146"/>
              <a:gd name="T69" fmla="*/ 6 h 146"/>
              <a:gd name="T70" fmla="*/ 123 w 146"/>
              <a:gd name="T71" fmla="*/ 20 h 146"/>
              <a:gd name="T72" fmla="*/ 135 w 146"/>
              <a:gd name="T73" fmla="*/ 8 h 146"/>
              <a:gd name="T74" fmla="*/ 142 w 146"/>
              <a:gd name="T75" fmla="*/ 7 h 146"/>
              <a:gd name="T76" fmla="*/ 146 w 146"/>
              <a:gd name="T77" fmla="*/ 12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46" h="146">
                <a:moveTo>
                  <a:pt x="146" y="12"/>
                </a:moveTo>
                <a:cubicBezTo>
                  <a:pt x="146" y="55"/>
                  <a:pt x="146" y="55"/>
                  <a:pt x="146" y="55"/>
                </a:cubicBezTo>
                <a:cubicBezTo>
                  <a:pt x="146" y="56"/>
                  <a:pt x="145" y="58"/>
                  <a:pt x="144" y="59"/>
                </a:cubicBezTo>
                <a:cubicBezTo>
                  <a:pt x="143" y="60"/>
                  <a:pt x="141" y="61"/>
                  <a:pt x="140" y="61"/>
                </a:cubicBezTo>
                <a:cubicBezTo>
                  <a:pt x="97" y="61"/>
                  <a:pt x="97" y="61"/>
                  <a:pt x="97" y="61"/>
                </a:cubicBezTo>
                <a:cubicBezTo>
                  <a:pt x="95" y="61"/>
                  <a:pt x="93" y="60"/>
                  <a:pt x="92" y="57"/>
                </a:cubicBezTo>
                <a:cubicBezTo>
                  <a:pt x="91" y="55"/>
                  <a:pt x="91" y="52"/>
                  <a:pt x="93" y="51"/>
                </a:cubicBezTo>
                <a:cubicBezTo>
                  <a:pt x="106" y="38"/>
                  <a:pt x="106" y="38"/>
                  <a:pt x="106" y="38"/>
                </a:cubicBezTo>
                <a:cubicBezTo>
                  <a:pt x="97" y="29"/>
                  <a:pt x="86" y="25"/>
                  <a:pt x="73" y="25"/>
                </a:cubicBezTo>
                <a:cubicBezTo>
                  <a:pt x="66" y="25"/>
                  <a:pt x="60" y="26"/>
                  <a:pt x="54" y="28"/>
                </a:cubicBezTo>
                <a:cubicBezTo>
                  <a:pt x="48" y="31"/>
                  <a:pt x="43" y="34"/>
                  <a:pt x="39" y="39"/>
                </a:cubicBezTo>
                <a:cubicBezTo>
                  <a:pt x="34" y="43"/>
                  <a:pt x="31" y="48"/>
                  <a:pt x="28" y="54"/>
                </a:cubicBezTo>
                <a:cubicBezTo>
                  <a:pt x="26" y="60"/>
                  <a:pt x="25" y="66"/>
                  <a:pt x="25" y="73"/>
                </a:cubicBezTo>
                <a:cubicBezTo>
                  <a:pt x="25" y="80"/>
                  <a:pt x="26" y="86"/>
                  <a:pt x="28" y="92"/>
                </a:cubicBezTo>
                <a:cubicBezTo>
                  <a:pt x="31" y="98"/>
                  <a:pt x="34" y="103"/>
                  <a:pt x="39" y="107"/>
                </a:cubicBezTo>
                <a:cubicBezTo>
                  <a:pt x="43" y="112"/>
                  <a:pt x="48" y="115"/>
                  <a:pt x="54" y="118"/>
                </a:cubicBezTo>
                <a:cubicBezTo>
                  <a:pt x="60" y="120"/>
                  <a:pt x="66" y="121"/>
                  <a:pt x="73" y="121"/>
                </a:cubicBezTo>
                <a:cubicBezTo>
                  <a:pt x="80" y="121"/>
                  <a:pt x="88" y="120"/>
                  <a:pt x="94" y="116"/>
                </a:cubicBezTo>
                <a:cubicBezTo>
                  <a:pt x="101" y="113"/>
                  <a:pt x="107" y="109"/>
                  <a:pt x="111" y="103"/>
                </a:cubicBezTo>
                <a:cubicBezTo>
                  <a:pt x="112" y="102"/>
                  <a:pt x="112" y="102"/>
                  <a:pt x="113" y="101"/>
                </a:cubicBezTo>
                <a:cubicBezTo>
                  <a:pt x="114" y="101"/>
                  <a:pt x="115" y="102"/>
                  <a:pt x="116" y="102"/>
                </a:cubicBezTo>
                <a:cubicBezTo>
                  <a:pt x="129" y="115"/>
                  <a:pt x="129" y="115"/>
                  <a:pt x="129" y="115"/>
                </a:cubicBezTo>
                <a:cubicBezTo>
                  <a:pt x="129" y="116"/>
                  <a:pt x="130" y="116"/>
                  <a:pt x="130" y="117"/>
                </a:cubicBezTo>
                <a:cubicBezTo>
                  <a:pt x="130" y="118"/>
                  <a:pt x="129" y="119"/>
                  <a:pt x="129" y="119"/>
                </a:cubicBezTo>
                <a:cubicBezTo>
                  <a:pt x="122" y="128"/>
                  <a:pt x="114" y="134"/>
                  <a:pt x="104" y="139"/>
                </a:cubicBezTo>
                <a:cubicBezTo>
                  <a:pt x="94" y="143"/>
                  <a:pt x="84" y="146"/>
                  <a:pt x="73" y="146"/>
                </a:cubicBezTo>
                <a:cubicBezTo>
                  <a:pt x="63" y="146"/>
                  <a:pt x="54" y="144"/>
                  <a:pt x="45" y="140"/>
                </a:cubicBezTo>
                <a:cubicBezTo>
                  <a:pt x="36" y="136"/>
                  <a:pt x="28" y="131"/>
                  <a:pt x="22" y="124"/>
                </a:cubicBezTo>
                <a:cubicBezTo>
                  <a:pt x="15" y="118"/>
                  <a:pt x="10" y="110"/>
                  <a:pt x="6" y="101"/>
                </a:cubicBezTo>
                <a:cubicBezTo>
                  <a:pt x="2" y="92"/>
                  <a:pt x="0" y="83"/>
                  <a:pt x="0" y="73"/>
                </a:cubicBezTo>
                <a:cubicBezTo>
                  <a:pt x="0" y="63"/>
                  <a:pt x="2" y="54"/>
                  <a:pt x="6" y="45"/>
                </a:cubicBezTo>
                <a:cubicBezTo>
                  <a:pt x="10" y="36"/>
                  <a:pt x="15" y="28"/>
                  <a:pt x="22" y="22"/>
                </a:cubicBezTo>
                <a:cubicBezTo>
                  <a:pt x="28" y="15"/>
                  <a:pt x="36" y="10"/>
                  <a:pt x="45" y="6"/>
                </a:cubicBezTo>
                <a:cubicBezTo>
                  <a:pt x="54" y="2"/>
                  <a:pt x="63" y="0"/>
                  <a:pt x="73" y="0"/>
                </a:cubicBezTo>
                <a:cubicBezTo>
                  <a:pt x="82" y="0"/>
                  <a:pt x="91" y="2"/>
                  <a:pt x="100" y="6"/>
                </a:cubicBezTo>
                <a:cubicBezTo>
                  <a:pt x="109" y="9"/>
                  <a:pt x="116" y="14"/>
                  <a:pt x="123" y="20"/>
                </a:cubicBezTo>
                <a:cubicBezTo>
                  <a:pt x="135" y="8"/>
                  <a:pt x="135" y="8"/>
                  <a:pt x="135" y="8"/>
                </a:cubicBezTo>
                <a:cubicBezTo>
                  <a:pt x="137" y="6"/>
                  <a:pt x="139" y="6"/>
                  <a:pt x="142" y="7"/>
                </a:cubicBezTo>
                <a:cubicBezTo>
                  <a:pt x="144" y="8"/>
                  <a:pt x="146" y="10"/>
                  <a:pt x="146" y="12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3" name="Freeform 35"/>
          <p:cNvSpPr>
            <a:spLocks noEditPoints="1"/>
          </p:cNvSpPr>
          <p:nvPr/>
        </p:nvSpPr>
        <p:spPr bwMode="auto">
          <a:xfrm>
            <a:off x="9390592" y="1394327"/>
            <a:ext cx="207464" cy="209627"/>
          </a:xfrm>
          <a:custGeom>
            <a:avLst/>
            <a:gdLst>
              <a:gd name="T0" fmla="*/ 143 w 145"/>
              <a:gd name="T1" fmla="*/ 88 h 146"/>
              <a:gd name="T2" fmla="*/ 143 w 145"/>
              <a:gd name="T3" fmla="*/ 89 h 146"/>
              <a:gd name="T4" fmla="*/ 118 w 145"/>
              <a:gd name="T5" fmla="*/ 130 h 146"/>
              <a:gd name="T6" fmla="*/ 72 w 145"/>
              <a:gd name="T7" fmla="*/ 146 h 146"/>
              <a:gd name="T8" fmla="*/ 46 w 145"/>
              <a:gd name="T9" fmla="*/ 140 h 146"/>
              <a:gd name="T10" fmla="*/ 23 w 145"/>
              <a:gd name="T11" fmla="*/ 126 h 146"/>
              <a:gd name="T12" fmla="*/ 11 w 145"/>
              <a:gd name="T13" fmla="*/ 138 h 146"/>
              <a:gd name="T14" fmla="*/ 6 w 145"/>
              <a:gd name="T15" fmla="*/ 140 h 146"/>
              <a:gd name="T16" fmla="*/ 2 w 145"/>
              <a:gd name="T17" fmla="*/ 138 h 146"/>
              <a:gd name="T18" fmla="*/ 0 w 145"/>
              <a:gd name="T19" fmla="*/ 133 h 146"/>
              <a:gd name="T20" fmla="*/ 0 w 145"/>
              <a:gd name="T21" fmla="*/ 91 h 146"/>
              <a:gd name="T22" fmla="*/ 2 w 145"/>
              <a:gd name="T23" fmla="*/ 87 h 146"/>
              <a:gd name="T24" fmla="*/ 6 w 145"/>
              <a:gd name="T25" fmla="*/ 85 h 146"/>
              <a:gd name="T26" fmla="*/ 49 w 145"/>
              <a:gd name="T27" fmla="*/ 85 h 146"/>
              <a:gd name="T28" fmla="*/ 53 w 145"/>
              <a:gd name="T29" fmla="*/ 87 h 146"/>
              <a:gd name="T30" fmla="*/ 55 w 145"/>
              <a:gd name="T31" fmla="*/ 91 h 146"/>
              <a:gd name="T32" fmla="*/ 53 w 145"/>
              <a:gd name="T33" fmla="*/ 95 h 146"/>
              <a:gd name="T34" fmla="*/ 40 w 145"/>
              <a:gd name="T35" fmla="*/ 108 h 146"/>
              <a:gd name="T36" fmla="*/ 55 w 145"/>
              <a:gd name="T37" fmla="*/ 118 h 146"/>
              <a:gd name="T38" fmla="*/ 73 w 145"/>
              <a:gd name="T39" fmla="*/ 121 h 146"/>
              <a:gd name="T40" fmla="*/ 96 w 145"/>
              <a:gd name="T41" fmla="*/ 115 h 146"/>
              <a:gd name="T42" fmla="*/ 114 w 145"/>
              <a:gd name="T43" fmla="*/ 98 h 146"/>
              <a:gd name="T44" fmla="*/ 119 w 145"/>
              <a:gd name="T45" fmla="*/ 87 h 146"/>
              <a:gd name="T46" fmla="*/ 122 w 145"/>
              <a:gd name="T47" fmla="*/ 85 h 146"/>
              <a:gd name="T48" fmla="*/ 140 w 145"/>
              <a:gd name="T49" fmla="*/ 85 h 146"/>
              <a:gd name="T50" fmla="*/ 142 w 145"/>
              <a:gd name="T51" fmla="*/ 86 h 146"/>
              <a:gd name="T52" fmla="*/ 143 w 145"/>
              <a:gd name="T53" fmla="*/ 88 h 146"/>
              <a:gd name="T54" fmla="*/ 145 w 145"/>
              <a:gd name="T55" fmla="*/ 12 h 146"/>
              <a:gd name="T56" fmla="*/ 145 w 145"/>
              <a:gd name="T57" fmla="*/ 55 h 146"/>
              <a:gd name="T58" fmla="*/ 144 w 145"/>
              <a:gd name="T59" fmla="*/ 59 h 146"/>
              <a:gd name="T60" fmla="*/ 139 w 145"/>
              <a:gd name="T61" fmla="*/ 61 h 146"/>
              <a:gd name="T62" fmla="*/ 97 w 145"/>
              <a:gd name="T63" fmla="*/ 61 h 146"/>
              <a:gd name="T64" fmla="*/ 93 w 145"/>
              <a:gd name="T65" fmla="*/ 59 h 146"/>
              <a:gd name="T66" fmla="*/ 91 w 145"/>
              <a:gd name="T67" fmla="*/ 55 h 146"/>
              <a:gd name="T68" fmla="*/ 93 w 145"/>
              <a:gd name="T69" fmla="*/ 51 h 146"/>
              <a:gd name="T70" fmla="*/ 106 w 145"/>
              <a:gd name="T71" fmla="*/ 38 h 146"/>
              <a:gd name="T72" fmla="*/ 73 w 145"/>
              <a:gd name="T73" fmla="*/ 25 h 146"/>
              <a:gd name="T74" fmla="*/ 49 w 145"/>
              <a:gd name="T75" fmla="*/ 31 h 146"/>
              <a:gd name="T76" fmla="*/ 32 w 145"/>
              <a:gd name="T77" fmla="*/ 48 h 146"/>
              <a:gd name="T78" fmla="*/ 27 w 145"/>
              <a:gd name="T79" fmla="*/ 59 h 146"/>
              <a:gd name="T80" fmla="*/ 24 w 145"/>
              <a:gd name="T81" fmla="*/ 61 h 146"/>
              <a:gd name="T82" fmla="*/ 5 w 145"/>
              <a:gd name="T83" fmla="*/ 61 h 146"/>
              <a:gd name="T84" fmla="*/ 3 w 145"/>
              <a:gd name="T85" fmla="*/ 60 h 146"/>
              <a:gd name="T86" fmla="*/ 2 w 145"/>
              <a:gd name="T87" fmla="*/ 58 h 146"/>
              <a:gd name="T88" fmla="*/ 2 w 145"/>
              <a:gd name="T89" fmla="*/ 57 h 146"/>
              <a:gd name="T90" fmla="*/ 27 w 145"/>
              <a:gd name="T91" fmla="*/ 16 h 146"/>
              <a:gd name="T92" fmla="*/ 73 w 145"/>
              <a:gd name="T93" fmla="*/ 0 h 146"/>
              <a:gd name="T94" fmla="*/ 100 w 145"/>
              <a:gd name="T95" fmla="*/ 6 h 146"/>
              <a:gd name="T96" fmla="*/ 123 w 145"/>
              <a:gd name="T97" fmla="*/ 20 h 146"/>
              <a:gd name="T98" fmla="*/ 135 w 145"/>
              <a:gd name="T99" fmla="*/ 8 h 146"/>
              <a:gd name="T100" fmla="*/ 139 w 145"/>
              <a:gd name="T101" fmla="*/ 6 h 146"/>
              <a:gd name="T102" fmla="*/ 144 w 145"/>
              <a:gd name="T103" fmla="*/ 8 h 146"/>
              <a:gd name="T104" fmla="*/ 145 w 145"/>
              <a:gd name="T105" fmla="*/ 12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45" h="146">
                <a:moveTo>
                  <a:pt x="143" y="88"/>
                </a:moveTo>
                <a:cubicBezTo>
                  <a:pt x="143" y="88"/>
                  <a:pt x="143" y="89"/>
                  <a:pt x="143" y="89"/>
                </a:cubicBezTo>
                <a:cubicBezTo>
                  <a:pt x="139" y="106"/>
                  <a:pt x="130" y="119"/>
                  <a:pt x="118" y="130"/>
                </a:cubicBezTo>
                <a:cubicBezTo>
                  <a:pt x="105" y="140"/>
                  <a:pt x="90" y="146"/>
                  <a:pt x="72" y="146"/>
                </a:cubicBezTo>
                <a:cubicBezTo>
                  <a:pt x="63" y="146"/>
                  <a:pt x="54" y="144"/>
                  <a:pt x="46" y="140"/>
                </a:cubicBezTo>
                <a:cubicBezTo>
                  <a:pt x="37" y="137"/>
                  <a:pt x="29" y="132"/>
                  <a:pt x="23" y="126"/>
                </a:cubicBezTo>
                <a:cubicBezTo>
                  <a:pt x="11" y="138"/>
                  <a:pt x="11" y="138"/>
                  <a:pt x="11" y="138"/>
                </a:cubicBezTo>
                <a:cubicBezTo>
                  <a:pt x="9" y="139"/>
                  <a:pt x="8" y="140"/>
                  <a:pt x="6" y="140"/>
                </a:cubicBezTo>
                <a:cubicBezTo>
                  <a:pt x="5" y="140"/>
                  <a:pt x="3" y="139"/>
                  <a:pt x="2" y="138"/>
                </a:cubicBezTo>
                <a:cubicBezTo>
                  <a:pt x="1" y="137"/>
                  <a:pt x="0" y="135"/>
                  <a:pt x="0" y="133"/>
                </a:cubicBezTo>
                <a:cubicBezTo>
                  <a:pt x="0" y="91"/>
                  <a:pt x="0" y="91"/>
                  <a:pt x="0" y="91"/>
                </a:cubicBezTo>
                <a:cubicBezTo>
                  <a:pt x="0" y="89"/>
                  <a:pt x="1" y="88"/>
                  <a:pt x="2" y="87"/>
                </a:cubicBezTo>
                <a:cubicBezTo>
                  <a:pt x="3" y="86"/>
                  <a:pt x="5" y="85"/>
                  <a:pt x="6" y="85"/>
                </a:cubicBezTo>
                <a:cubicBezTo>
                  <a:pt x="49" y="85"/>
                  <a:pt x="49" y="85"/>
                  <a:pt x="49" y="85"/>
                </a:cubicBezTo>
                <a:cubicBezTo>
                  <a:pt x="50" y="85"/>
                  <a:pt x="52" y="86"/>
                  <a:pt x="53" y="87"/>
                </a:cubicBezTo>
                <a:cubicBezTo>
                  <a:pt x="54" y="88"/>
                  <a:pt x="55" y="89"/>
                  <a:pt x="55" y="91"/>
                </a:cubicBezTo>
                <a:cubicBezTo>
                  <a:pt x="55" y="93"/>
                  <a:pt x="54" y="94"/>
                  <a:pt x="53" y="95"/>
                </a:cubicBezTo>
                <a:cubicBezTo>
                  <a:pt x="40" y="108"/>
                  <a:pt x="40" y="108"/>
                  <a:pt x="40" y="108"/>
                </a:cubicBezTo>
                <a:cubicBezTo>
                  <a:pt x="44" y="112"/>
                  <a:pt x="49" y="116"/>
                  <a:pt x="55" y="118"/>
                </a:cubicBezTo>
                <a:cubicBezTo>
                  <a:pt x="61" y="120"/>
                  <a:pt x="67" y="121"/>
                  <a:pt x="73" y="121"/>
                </a:cubicBezTo>
                <a:cubicBezTo>
                  <a:pt x="81" y="121"/>
                  <a:pt x="89" y="119"/>
                  <a:pt x="96" y="115"/>
                </a:cubicBezTo>
                <a:cubicBezTo>
                  <a:pt x="104" y="111"/>
                  <a:pt x="110" y="105"/>
                  <a:pt x="114" y="98"/>
                </a:cubicBezTo>
                <a:cubicBezTo>
                  <a:pt x="115" y="97"/>
                  <a:pt x="116" y="94"/>
                  <a:pt x="119" y="87"/>
                </a:cubicBezTo>
                <a:cubicBezTo>
                  <a:pt x="120" y="86"/>
                  <a:pt x="121" y="85"/>
                  <a:pt x="122" y="85"/>
                </a:cubicBezTo>
                <a:cubicBezTo>
                  <a:pt x="140" y="85"/>
                  <a:pt x="140" y="85"/>
                  <a:pt x="140" y="85"/>
                </a:cubicBezTo>
                <a:cubicBezTo>
                  <a:pt x="141" y="85"/>
                  <a:pt x="142" y="85"/>
                  <a:pt x="142" y="86"/>
                </a:cubicBezTo>
                <a:cubicBezTo>
                  <a:pt x="143" y="87"/>
                  <a:pt x="143" y="87"/>
                  <a:pt x="143" y="88"/>
                </a:cubicBezTo>
                <a:close/>
                <a:moveTo>
                  <a:pt x="145" y="12"/>
                </a:moveTo>
                <a:cubicBezTo>
                  <a:pt x="145" y="55"/>
                  <a:pt x="145" y="55"/>
                  <a:pt x="145" y="55"/>
                </a:cubicBezTo>
                <a:cubicBezTo>
                  <a:pt x="145" y="56"/>
                  <a:pt x="145" y="58"/>
                  <a:pt x="144" y="59"/>
                </a:cubicBezTo>
                <a:cubicBezTo>
                  <a:pt x="142" y="60"/>
                  <a:pt x="141" y="61"/>
                  <a:pt x="139" y="61"/>
                </a:cubicBezTo>
                <a:cubicBezTo>
                  <a:pt x="97" y="61"/>
                  <a:pt x="97" y="61"/>
                  <a:pt x="97" y="61"/>
                </a:cubicBezTo>
                <a:cubicBezTo>
                  <a:pt x="95" y="61"/>
                  <a:pt x="94" y="60"/>
                  <a:pt x="93" y="59"/>
                </a:cubicBezTo>
                <a:cubicBezTo>
                  <a:pt x="92" y="58"/>
                  <a:pt x="91" y="56"/>
                  <a:pt x="91" y="55"/>
                </a:cubicBezTo>
                <a:cubicBezTo>
                  <a:pt x="91" y="53"/>
                  <a:pt x="92" y="52"/>
                  <a:pt x="93" y="51"/>
                </a:cubicBezTo>
                <a:cubicBezTo>
                  <a:pt x="106" y="38"/>
                  <a:pt x="106" y="38"/>
                  <a:pt x="106" y="38"/>
                </a:cubicBezTo>
                <a:cubicBezTo>
                  <a:pt x="96" y="29"/>
                  <a:pt x="85" y="25"/>
                  <a:pt x="73" y="25"/>
                </a:cubicBezTo>
                <a:cubicBezTo>
                  <a:pt x="64" y="25"/>
                  <a:pt x="56" y="27"/>
                  <a:pt x="49" y="31"/>
                </a:cubicBezTo>
                <a:cubicBezTo>
                  <a:pt x="42" y="35"/>
                  <a:pt x="36" y="40"/>
                  <a:pt x="32" y="48"/>
                </a:cubicBezTo>
                <a:cubicBezTo>
                  <a:pt x="31" y="49"/>
                  <a:pt x="29" y="52"/>
                  <a:pt x="27" y="59"/>
                </a:cubicBezTo>
                <a:cubicBezTo>
                  <a:pt x="26" y="60"/>
                  <a:pt x="25" y="61"/>
                  <a:pt x="24" y="61"/>
                </a:cubicBezTo>
                <a:cubicBezTo>
                  <a:pt x="5" y="61"/>
                  <a:pt x="5" y="61"/>
                  <a:pt x="5" y="61"/>
                </a:cubicBezTo>
                <a:cubicBezTo>
                  <a:pt x="4" y="61"/>
                  <a:pt x="3" y="61"/>
                  <a:pt x="3" y="60"/>
                </a:cubicBezTo>
                <a:cubicBezTo>
                  <a:pt x="2" y="59"/>
                  <a:pt x="2" y="59"/>
                  <a:pt x="2" y="58"/>
                </a:cubicBezTo>
                <a:cubicBezTo>
                  <a:pt x="2" y="57"/>
                  <a:pt x="2" y="57"/>
                  <a:pt x="2" y="57"/>
                </a:cubicBezTo>
                <a:cubicBezTo>
                  <a:pt x="6" y="40"/>
                  <a:pt x="15" y="27"/>
                  <a:pt x="27" y="16"/>
                </a:cubicBezTo>
                <a:cubicBezTo>
                  <a:pt x="40" y="6"/>
                  <a:pt x="55" y="0"/>
                  <a:pt x="73" y="0"/>
                </a:cubicBezTo>
                <a:cubicBezTo>
                  <a:pt x="82" y="0"/>
                  <a:pt x="91" y="2"/>
                  <a:pt x="100" y="6"/>
                </a:cubicBezTo>
                <a:cubicBezTo>
                  <a:pt x="108" y="9"/>
                  <a:pt x="116" y="14"/>
                  <a:pt x="123" y="20"/>
                </a:cubicBezTo>
                <a:cubicBezTo>
                  <a:pt x="135" y="8"/>
                  <a:pt x="135" y="8"/>
                  <a:pt x="135" y="8"/>
                </a:cubicBezTo>
                <a:cubicBezTo>
                  <a:pt x="136" y="7"/>
                  <a:pt x="138" y="6"/>
                  <a:pt x="139" y="6"/>
                </a:cubicBezTo>
                <a:cubicBezTo>
                  <a:pt x="141" y="6"/>
                  <a:pt x="142" y="7"/>
                  <a:pt x="144" y="8"/>
                </a:cubicBezTo>
                <a:cubicBezTo>
                  <a:pt x="145" y="9"/>
                  <a:pt x="145" y="11"/>
                  <a:pt x="145" y="12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4" name="Freeform 36"/>
          <p:cNvSpPr>
            <a:spLocks noEditPoints="1"/>
          </p:cNvSpPr>
          <p:nvPr/>
        </p:nvSpPr>
        <p:spPr bwMode="auto">
          <a:xfrm>
            <a:off x="9662891" y="1394328"/>
            <a:ext cx="242043" cy="192337"/>
          </a:xfrm>
          <a:custGeom>
            <a:avLst/>
            <a:gdLst>
              <a:gd name="T0" fmla="*/ 169 w 169"/>
              <a:gd name="T1" fmla="*/ 118 h 133"/>
              <a:gd name="T2" fmla="*/ 154 w 169"/>
              <a:gd name="T3" fmla="*/ 133 h 133"/>
              <a:gd name="T4" fmla="*/ 5 w 169"/>
              <a:gd name="T5" fmla="*/ 129 h 133"/>
              <a:gd name="T6" fmla="*/ 0 w 169"/>
              <a:gd name="T7" fmla="*/ 15 h 133"/>
              <a:gd name="T8" fmla="*/ 15 w 169"/>
              <a:gd name="T9" fmla="*/ 0 h 133"/>
              <a:gd name="T10" fmla="*/ 165 w 169"/>
              <a:gd name="T11" fmla="*/ 5 h 133"/>
              <a:gd name="T12" fmla="*/ 157 w 169"/>
              <a:gd name="T13" fmla="*/ 118 h 133"/>
              <a:gd name="T14" fmla="*/ 156 w 169"/>
              <a:gd name="T15" fmla="*/ 38 h 133"/>
              <a:gd name="T16" fmla="*/ 15 w 169"/>
              <a:gd name="T17" fmla="*/ 37 h 133"/>
              <a:gd name="T18" fmla="*/ 12 w 169"/>
              <a:gd name="T19" fmla="*/ 40 h 133"/>
              <a:gd name="T20" fmla="*/ 13 w 169"/>
              <a:gd name="T21" fmla="*/ 120 h 133"/>
              <a:gd name="T22" fmla="*/ 154 w 169"/>
              <a:gd name="T23" fmla="*/ 121 h 133"/>
              <a:gd name="T24" fmla="*/ 157 w 169"/>
              <a:gd name="T25" fmla="*/ 118 h 133"/>
              <a:gd name="T26" fmla="*/ 36 w 169"/>
              <a:gd name="T27" fmla="*/ 58 h 133"/>
              <a:gd name="T28" fmla="*/ 33 w 169"/>
              <a:gd name="T29" fmla="*/ 61 h 133"/>
              <a:gd name="T30" fmla="*/ 25 w 169"/>
              <a:gd name="T31" fmla="*/ 60 h 133"/>
              <a:gd name="T32" fmla="*/ 24 w 169"/>
              <a:gd name="T33" fmla="*/ 52 h 133"/>
              <a:gd name="T34" fmla="*/ 27 w 169"/>
              <a:gd name="T35" fmla="*/ 49 h 133"/>
              <a:gd name="T36" fmla="*/ 35 w 169"/>
              <a:gd name="T37" fmla="*/ 50 h 133"/>
              <a:gd name="T38" fmla="*/ 36 w 169"/>
              <a:gd name="T39" fmla="*/ 76 h 133"/>
              <a:gd name="T40" fmla="*/ 35 w 169"/>
              <a:gd name="T41" fmla="*/ 84 h 133"/>
              <a:gd name="T42" fmla="*/ 27 w 169"/>
              <a:gd name="T43" fmla="*/ 85 h 133"/>
              <a:gd name="T44" fmla="*/ 24 w 169"/>
              <a:gd name="T45" fmla="*/ 82 h 133"/>
              <a:gd name="T46" fmla="*/ 25 w 169"/>
              <a:gd name="T47" fmla="*/ 74 h 133"/>
              <a:gd name="T48" fmla="*/ 33 w 169"/>
              <a:gd name="T49" fmla="*/ 73 h 133"/>
              <a:gd name="T50" fmla="*/ 36 w 169"/>
              <a:gd name="T51" fmla="*/ 76 h 133"/>
              <a:gd name="T52" fmla="*/ 36 w 169"/>
              <a:gd name="T53" fmla="*/ 106 h 133"/>
              <a:gd name="T54" fmla="*/ 33 w 169"/>
              <a:gd name="T55" fmla="*/ 109 h 133"/>
              <a:gd name="T56" fmla="*/ 25 w 169"/>
              <a:gd name="T57" fmla="*/ 108 h 133"/>
              <a:gd name="T58" fmla="*/ 24 w 169"/>
              <a:gd name="T59" fmla="*/ 100 h 133"/>
              <a:gd name="T60" fmla="*/ 27 w 169"/>
              <a:gd name="T61" fmla="*/ 97 h 133"/>
              <a:gd name="T62" fmla="*/ 35 w 169"/>
              <a:gd name="T63" fmla="*/ 98 h 133"/>
              <a:gd name="T64" fmla="*/ 145 w 169"/>
              <a:gd name="T65" fmla="*/ 52 h 133"/>
              <a:gd name="T66" fmla="*/ 144 w 169"/>
              <a:gd name="T67" fmla="*/ 60 h 133"/>
              <a:gd name="T68" fmla="*/ 51 w 169"/>
              <a:gd name="T69" fmla="*/ 61 h 133"/>
              <a:gd name="T70" fmla="*/ 48 w 169"/>
              <a:gd name="T71" fmla="*/ 58 h 133"/>
              <a:gd name="T72" fmla="*/ 49 w 169"/>
              <a:gd name="T73" fmla="*/ 50 h 133"/>
              <a:gd name="T74" fmla="*/ 142 w 169"/>
              <a:gd name="T75" fmla="*/ 49 h 133"/>
              <a:gd name="T76" fmla="*/ 145 w 169"/>
              <a:gd name="T77" fmla="*/ 52 h 133"/>
              <a:gd name="T78" fmla="*/ 145 w 169"/>
              <a:gd name="T79" fmla="*/ 82 h 133"/>
              <a:gd name="T80" fmla="*/ 142 w 169"/>
              <a:gd name="T81" fmla="*/ 85 h 133"/>
              <a:gd name="T82" fmla="*/ 49 w 169"/>
              <a:gd name="T83" fmla="*/ 84 h 133"/>
              <a:gd name="T84" fmla="*/ 48 w 169"/>
              <a:gd name="T85" fmla="*/ 76 h 133"/>
              <a:gd name="T86" fmla="*/ 51 w 169"/>
              <a:gd name="T87" fmla="*/ 73 h 133"/>
              <a:gd name="T88" fmla="*/ 144 w 169"/>
              <a:gd name="T89" fmla="*/ 74 h 133"/>
              <a:gd name="T90" fmla="*/ 145 w 169"/>
              <a:gd name="T91" fmla="*/ 100 h 133"/>
              <a:gd name="T92" fmla="*/ 144 w 169"/>
              <a:gd name="T93" fmla="*/ 108 h 133"/>
              <a:gd name="T94" fmla="*/ 51 w 169"/>
              <a:gd name="T95" fmla="*/ 109 h 133"/>
              <a:gd name="T96" fmla="*/ 48 w 169"/>
              <a:gd name="T97" fmla="*/ 106 h 133"/>
              <a:gd name="T98" fmla="*/ 49 w 169"/>
              <a:gd name="T99" fmla="*/ 98 h 133"/>
              <a:gd name="T100" fmla="*/ 142 w 169"/>
              <a:gd name="T101" fmla="*/ 97 h 133"/>
              <a:gd name="T102" fmla="*/ 145 w 169"/>
              <a:gd name="T103" fmla="*/ 100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69" h="133">
                <a:moveTo>
                  <a:pt x="169" y="15"/>
                </a:moveTo>
                <a:cubicBezTo>
                  <a:pt x="169" y="118"/>
                  <a:pt x="169" y="118"/>
                  <a:pt x="169" y="118"/>
                </a:cubicBezTo>
                <a:cubicBezTo>
                  <a:pt x="169" y="123"/>
                  <a:pt x="168" y="126"/>
                  <a:pt x="165" y="129"/>
                </a:cubicBezTo>
                <a:cubicBezTo>
                  <a:pt x="162" y="132"/>
                  <a:pt x="159" y="133"/>
                  <a:pt x="154" y="133"/>
                </a:cubicBezTo>
                <a:cubicBezTo>
                  <a:pt x="15" y="133"/>
                  <a:pt x="15" y="133"/>
                  <a:pt x="15" y="133"/>
                </a:cubicBezTo>
                <a:cubicBezTo>
                  <a:pt x="11" y="133"/>
                  <a:pt x="7" y="132"/>
                  <a:pt x="5" y="129"/>
                </a:cubicBezTo>
                <a:cubicBezTo>
                  <a:pt x="2" y="126"/>
                  <a:pt x="0" y="123"/>
                  <a:pt x="0" y="118"/>
                </a:cubicBezTo>
                <a:cubicBezTo>
                  <a:pt x="0" y="15"/>
                  <a:pt x="0" y="15"/>
                  <a:pt x="0" y="15"/>
                </a:cubicBezTo>
                <a:cubicBezTo>
                  <a:pt x="0" y="11"/>
                  <a:pt x="2" y="8"/>
                  <a:pt x="5" y="5"/>
                </a:cubicBezTo>
                <a:cubicBezTo>
                  <a:pt x="7" y="2"/>
                  <a:pt x="11" y="0"/>
                  <a:pt x="15" y="0"/>
                </a:cubicBezTo>
                <a:cubicBezTo>
                  <a:pt x="154" y="0"/>
                  <a:pt x="154" y="0"/>
                  <a:pt x="154" y="0"/>
                </a:cubicBezTo>
                <a:cubicBezTo>
                  <a:pt x="159" y="0"/>
                  <a:pt x="162" y="2"/>
                  <a:pt x="165" y="5"/>
                </a:cubicBezTo>
                <a:cubicBezTo>
                  <a:pt x="168" y="8"/>
                  <a:pt x="169" y="11"/>
                  <a:pt x="169" y="15"/>
                </a:cubicBezTo>
                <a:close/>
                <a:moveTo>
                  <a:pt x="157" y="118"/>
                </a:moveTo>
                <a:cubicBezTo>
                  <a:pt x="157" y="40"/>
                  <a:pt x="157" y="40"/>
                  <a:pt x="157" y="40"/>
                </a:cubicBezTo>
                <a:cubicBezTo>
                  <a:pt x="157" y="39"/>
                  <a:pt x="157" y="38"/>
                  <a:pt x="156" y="38"/>
                </a:cubicBezTo>
                <a:cubicBezTo>
                  <a:pt x="156" y="37"/>
                  <a:pt x="155" y="37"/>
                  <a:pt x="154" y="37"/>
                </a:cubicBezTo>
                <a:cubicBezTo>
                  <a:pt x="15" y="37"/>
                  <a:pt x="15" y="37"/>
                  <a:pt x="15" y="37"/>
                </a:cubicBezTo>
                <a:cubicBezTo>
                  <a:pt x="14" y="37"/>
                  <a:pt x="14" y="37"/>
                  <a:pt x="13" y="38"/>
                </a:cubicBezTo>
                <a:cubicBezTo>
                  <a:pt x="12" y="38"/>
                  <a:pt x="12" y="39"/>
                  <a:pt x="12" y="40"/>
                </a:cubicBezTo>
                <a:cubicBezTo>
                  <a:pt x="12" y="118"/>
                  <a:pt x="12" y="118"/>
                  <a:pt x="12" y="118"/>
                </a:cubicBezTo>
                <a:cubicBezTo>
                  <a:pt x="12" y="119"/>
                  <a:pt x="12" y="120"/>
                  <a:pt x="13" y="120"/>
                </a:cubicBezTo>
                <a:cubicBezTo>
                  <a:pt x="14" y="121"/>
                  <a:pt x="14" y="121"/>
                  <a:pt x="15" y="121"/>
                </a:cubicBezTo>
                <a:cubicBezTo>
                  <a:pt x="154" y="121"/>
                  <a:pt x="154" y="121"/>
                  <a:pt x="154" y="121"/>
                </a:cubicBezTo>
                <a:cubicBezTo>
                  <a:pt x="155" y="121"/>
                  <a:pt x="156" y="121"/>
                  <a:pt x="156" y="120"/>
                </a:cubicBezTo>
                <a:cubicBezTo>
                  <a:pt x="157" y="120"/>
                  <a:pt x="157" y="119"/>
                  <a:pt x="157" y="118"/>
                </a:cubicBezTo>
                <a:close/>
                <a:moveTo>
                  <a:pt x="36" y="52"/>
                </a:moveTo>
                <a:cubicBezTo>
                  <a:pt x="36" y="58"/>
                  <a:pt x="36" y="58"/>
                  <a:pt x="36" y="58"/>
                </a:cubicBezTo>
                <a:cubicBezTo>
                  <a:pt x="36" y="59"/>
                  <a:pt x="36" y="59"/>
                  <a:pt x="35" y="60"/>
                </a:cubicBezTo>
                <a:cubicBezTo>
                  <a:pt x="35" y="61"/>
                  <a:pt x="34" y="61"/>
                  <a:pt x="33" y="61"/>
                </a:cubicBezTo>
                <a:cubicBezTo>
                  <a:pt x="27" y="61"/>
                  <a:pt x="27" y="61"/>
                  <a:pt x="27" y="61"/>
                </a:cubicBezTo>
                <a:cubicBezTo>
                  <a:pt x="26" y="61"/>
                  <a:pt x="26" y="61"/>
                  <a:pt x="25" y="60"/>
                </a:cubicBezTo>
                <a:cubicBezTo>
                  <a:pt x="25" y="59"/>
                  <a:pt x="24" y="59"/>
                  <a:pt x="24" y="58"/>
                </a:cubicBezTo>
                <a:cubicBezTo>
                  <a:pt x="24" y="52"/>
                  <a:pt x="24" y="52"/>
                  <a:pt x="24" y="52"/>
                </a:cubicBezTo>
                <a:cubicBezTo>
                  <a:pt x="24" y="51"/>
                  <a:pt x="25" y="50"/>
                  <a:pt x="25" y="50"/>
                </a:cubicBezTo>
                <a:cubicBezTo>
                  <a:pt x="26" y="49"/>
                  <a:pt x="26" y="49"/>
                  <a:pt x="27" y="49"/>
                </a:cubicBezTo>
                <a:cubicBezTo>
                  <a:pt x="33" y="49"/>
                  <a:pt x="33" y="49"/>
                  <a:pt x="33" y="49"/>
                </a:cubicBezTo>
                <a:cubicBezTo>
                  <a:pt x="34" y="49"/>
                  <a:pt x="35" y="49"/>
                  <a:pt x="35" y="50"/>
                </a:cubicBezTo>
                <a:cubicBezTo>
                  <a:pt x="36" y="50"/>
                  <a:pt x="36" y="51"/>
                  <a:pt x="36" y="52"/>
                </a:cubicBezTo>
                <a:close/>
                <a:moveTo>
                  <a:pt x="36" y="76"/>
                </a:moveTo>
                <a:cubicBezTo>
                  <a:pt x="36" y="82"/>
                  <a:pt x="36" y="82"/>
                  <a:pt x="36" y="82"/>
                </a:cubicBezTo>
                <a:cubicBezTo>
                  <a:pt x="36" y="83"/>
                  <a:pt x="36" y="84"/>
                  <a:pt x="35" y="84"/>
                </a:cubicBezTo>
                <a:cubicBezTo>
                  <a:pt x="35" y="85"/>
                  <a:pt x="34" y="85"/>
                  <a:pt x="33" y="85"/>
                </a:cubicBezTo>
                <a:cubicBezTo>
                  <a:pt x="27" y="85"/>
                  <a:pt x="27" y="85"/>
                  <a:pt x="27" y="85"/>
                </a:cubicBezTo>
                <a:cubicBezTo>
                  <a:pt x="26" y="85"/>
                  <a:pt x="26" y="85"/>
                  <a:pt x="25" y="84"/>
                </a:cubicBezTo>
                <a:cubicBezTo>
                  <a:pt x="25" y="84"/>
                  <a:pt x="24" y="83"/>
                  <a:pt x="24" y="82"/>
                </a:cubicBezTo>
                <a:cubicBezTo>
                  <a:pt x="24" y="76"/>
                  <a:pt x="24" y="76"/>
                  <a:pt x="24" y="76"/>
                </a:cubicBezTo>
                <a:cubicBezTo>
                  <a:pt x="24" y="75"/>
                  <a:pt x="25" y="74"/>
                  <a:pt x="25" y="74"/>
                </a:cubicBezTo>
                <a:cubicBezTo>
                  <a:pt x="26" y="73"/>
                  <a:pt x="26" y="73"/>
                  <a:pt x="27" y="73"/>
                </a:cubicBezTo>
                <a:cubicBezTo>
                  <a:pt x="33" y="73"/>
                  <a:pt x="33" y="73"/>
                  <a:pt x="33" y="73"/>
                </a:cubicBezTo>
                <a:cubicBezTo>
                  <a:pt x="34" y="73"/>
                  <a:pt x="35" y="73"/>
                  <a:pt x="35" y="74"/>
                </a:cubicBezTo>
                <a:cubicBezTo>
                  <a:pt x="36" y="74"/>
                  <a:pt x="36" y="75"/>
                  <a:pt x="36" y="76"/>
                </a:cubicBezTo>
                <a:close/>
                <a:moveTo>
                  <a:pt x="36" y="100"/>
                </a:moveTo>
                <a:cubicBezTo>
                  <a:pt x="36" y="106"/>
                  <a:pt x="36" y="106"/>
                  <a:pt x="36" y="106"/>
                </a:cubicBezTo>
                <a:cubicBezTo>
                  <a:pt x="36" y="107"/>
                  <a:pt x="36" y="108"/>
                  <a:pt x="35" y="108"/>
                </a:cubicBezTo>
                <a:cubicBezTo>
                  <a:pt x="35" y="109"/>
                  <a:pt x="34" y="109"/>
                  <a:pt x="33" y="109"/>
                </a:cubicBezTo>
                <a:cubicBezTo>
                  <a:pt x="27" y="109"/>
                  <a:pt x="27" y="109"/>
                  <a:pt x="27" y="109"/>
                </a:cubicBezTo>
                <a:cubicBezTo>
                  <a:pt x="26" y="109"/>
                  <a:pt x="26" y="109"/>
                  <a:pt x="25" y="108"/>
                </a:cubicBezTo>
                <a:cubicBezTo>
                  <a:pt x="25" y="108"/>
                  <a:pt x="24" y="107"/>
                  <a:pt x="24" y="106"/>
                </a:cubicBezTo>
                <a:cubicBezTo>
                  <a:pt x="24" y="100"/>
                  <a:pt x="24" y="100"/>
                  <a:pt x="24" y="100"/>
                </a:cubicBezTo>
                <a:cubicBezTo>
                  <a:pt x="24" y="99"/>
                  <a:pt x="25" y="99"/>
                  <a:pt x="25" y="98"/>
                </a:cubicBezTo>
                <a:cubicBezTo>
                  <a:pt x="26" y="97"/>
                  <a:pt x="26" y="97"/>
                  <a:pt x="27" y="97"/>
                </a:cubicBezTo>
                <a:cubicBezTo>
                  <a:pt x="33" y="97"/>
                  <a:pt x="33" y="97"/>
                  <a:pt x="33" y="97"/>
                </a:cubicBezTo>
                <a:cubicBezTo>
                  <a:pt x="34" y="97"/>
                  <a:pt x="35" y="97"/>
                  <a:pt x="35" y="98"/>
                </a:cubicBezTo>
                <a:cubicBezTo>
                  <a:pt x="36" y="99"/>
                  <a:pt x="36" y="99"/>
                  <a:pt x="36" y="100"/>
                </a:cubicBezTo>
                <a:close/>
                <a:moveTo>
                  <a:pt x="145" y="52"/>
                </a:moveTo>
                <a:cubicBezTo>
                  <a:pt x="145" y="58"/>
                  <a:pt x="145" y="58"/>
                  <a:pt x="145" y="58"/>
                </a:cubicBezTo>
                <a:cubicBezTo>
                  <a:pt x="145" y="59"/>
                  <a:pt x="145" y="59"/>
                  <a:pt x="144" y="60"/>
                </a:cubicBezTo>
                <a:cubicBezTo>
                  <a:pt x="144" y="61"/>
                  <a:pt x="143" y="61"/>
                  <a:pt x="142" y="61"/>
                </a:cubicBezTo>
                <a:cubicBezTo>
                  <a:pt x="51" y="61"/>
                  <a:pt x="51" y="61"/>
                  <a:pt x="51" y="61"/>
                </a:cubicBezTo>
                <a:cubicBezTo>
                  <a:pt x="51" y="61"/>
                  <a:pt x="50" y="61"/>
                  <a:pt x="49" y="60"/>
                </a:cubicBezTo>
                <a:cubicBezTo>
                  <a:pt x="49" y="59"/>
                  <a:pt x="48" y="59"/>
                  <a:pt x="48" y="58"/>
                </a:cubicBezTo>
                <a:cubicBezTo>
                  <a:pt x="48" y="52"/>
                  <a:pt x="48" y="52"/>
                  <a:pt x="48" y="52"/>
                </a:cubicBezTo>
                <a:cubicBezTo>
                  <a:pt x="48" y="51"/>
                  <a:pt x="49" y="50"/>
                  <a:pt x="49" y="50"/>
                </a:cubicBezTo>
                <a:cubicBezTo>
                  <a:pt x="50" y="49"/>
                  <a:pt x="51" y="49"/>
                  <a:pt x="51" y="49"/>
                </a:cubicBezTo>
                <a:cubicBezTo>
                  <a:pt x="142" y="49"/>
                  <a:pt x="142" y="49"/>
                  <a:pt x="142" y="49"/>
                </a:cubicBezTo>
                <a:cubicBezTo>
                  <a:pt x="143" y="49"/>
                  <a:pt x="144" y="49"/>
                  <a:pt x="144" y="50"/>
                </a:cubicBezTo>
                <a:cubicBezTo>
                  <a:pt x="145" y="50"/>
                  <a:pt x="145" y="51"/>
                  <a:pt x="145" y="52"/>
                </a:cubicBezTo>
                <a:close/>
                <a:moveTo>
                  <a:pt x="145" y="76"/>
                </a:moveTo>
                <a:cubicBezTo>
                  <a:pt x="145" y="82"/>
                  <a:pt x="145" y="82"/>
                  <a:pt x="145" y="82"/>
                </a:cubicBezTo>
                <a:cubicBezTo>
                  <a:pt x="145" y="83"/>
                  <a:pt x="145" y="84"/>
                  <a:pt x="144" y="84"/>
                </a:cubicBezTo>
                <a:cubicBezTo>
                  <a:pt x="144" y="85"/>
                  <a:pt x="143" y="85"/>
                  <a:pt x="142" y="85"/>
                </a:cubicBezTo>
                <a:cubicBezTo>
                  <a:pt x="51" y="85"/>
                  <a:pt x="51" y="85"/>
                  <a:pt x="51" y="85"/>
                </a:cubicBezTo>
                <a:cubicBezTo>
                  <a:pt x="51" y="85"/>
                  <a:pt x="50" y="85"/>
                  <a:pt x="49" y="84"/>
                </a:cubicBezTo>
                <a:cubicBezTo>
                  <a:pt x="49" y="84"/>
                  <a:pt x="48" y="83"/>
                  <a:pt x="48" y="82"/>
                </a:cubicBezTo>
                <a:cubicBezTo>
                  <a:pt x="48" y="76"/>
                  <a:pt x="48" y="76"/>
                  <a:pt x="48" y="76"/>
                </a:cubicBezTo>
                <a:cubicBezTo>
                  <a:pt x="48" y="75"/>
                  <a:pt x="49" y="74"/>
                  <a:pt x="49" y="74"/>
                </a:cubicBezTo>
                <a:cubicBezTo>
                  <a:pt x="50" y="73"/>
                  <a:pt x="51" y="73"/>
                  <a:pt x="51" y="73"/>
                </a:cubicBezTo>
                <a:cubicBezTo>
                  <a:pt x="142" y="73"/>
                  <a:pt x="142" y="73"/>
                  <a:pt x="142" y="73"/>
                </a:cubicBezTo>
                <a:cubicBezTo>
                  <a:pt x="143" y="73"/>
                  <a:pt x="144" y="73"/>
                  <a:pt x="144" y="74"/>
                </a:cubicBezTo>
                <a:cubicBezTo>
                  <a:pt x="145" y="74"/>
                  <a:pt x="145" y="75"/>
                  <a:pt x="145" y="76"/>
                </a:cubicBezTo>
                <a:close/>
                <a:moveTo>
                  <a:pt x="145" y="100"/>
                </a:moveTo>
                <a:cubicBezTo>
                  <a:pt x="145" y="106"/>
                  <a:pt x="145" y="106"/>
                  <a:pt x="145" y="106"/>
                </a:cubicBezTo>
                <a:cubicBezTo>
                  <a:pt x="145" y="107"/>
                  <a:pt x="145" y="108"/>
                  <a:pt x="144" y="108"/>
                </a:cubicBezTo>
                <a:cubicBezTo>
                  <a:pt x="144" y="109"/>
                  <a:pt x="143" y="109"/>
                  <a:pt x="142" y="109"/>
                </a:cubicBezTo>
                <a:cubicBezTo>
                  <a:pt x="51" y="109"/>
                  <a:pt x="51" y="109"/>
                  <a:pt x="51" y="109"/>
                </a:cubicBezTo>
                <a:cubicBezTo>
                  <a:pt x="51" y="109"/>
                  <a:pt x="50" y="109"/>
                  <a:pt x="49" y="108"/>
                </a:cubicBezTo>
                <a:cubicBezTo>
                  <a:pt x="49" y="108"/>
                  <a:pt x="48" y="107"/>
                  <a:pt x="48" y="106"/>
                </a:cubicBezTo>
                <a:cubicBezTo>
                  <a:pt x="48" y="100"/>
                  <a:pt x="48" y="100"/>
                  <a:pt x="48" y="100"/>
                </a:cubicBezTo>
                <a:cubicBezTo>
                  <a:pt x="48" y="99"/>
                  <a:pt x="49" y="99"/>
                  <a:pt x="49" y="98"/>
                </a:cubicBezTo>
                <a:cubicBezTo>
                  <a:pt x="50" y="97"/>
                  <a:pt x="51" y="97"/>
                  <a:pt x="51" y="97"/>
                </a:cubicBezTo>
                <a:cubicBezTo>
                  <a:pt x="142" y="97"/>
                  <a:pt x="142" y="97"/>
                  <a:pt x="142" y="97"/>
                </a:cubicBezTo>
                <a:cubicBezTo>
                  <a:pt x="143" y="97"/>
                  <a:pt x="144" y="97"/>
                  <a:pt x="144" y="98"/>
                </a:cubicBezTo>
                <a:cubicBezTo>
                  <a:pt x="145" y="99"/>
                  <a:pt x="145" y="99"/>
                  <a:pt x="145" y="10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5" name="Freeform 37"/>
          <p:cNvSpPr>
            <a:spLocks noEditPoints="1"/>
          </p:cNvSpPr>
          <p:nvPr/>
        </p:nvSpPr>
        <p:spPr bwMode="auto">
          <a:xfrm>
            <a:off x="9969766" y="1394328"/>
            <a:ext cx="155599" cy="192337"/>
          </a:xfrm>
          <a:custGeom>
            <a:avLst/>
            <a:gdLst>
              <a:gd name="T0" fmla="*/ 109 w 109"/>
              <a:gd name="T1" fmla="*/ 70 h 133"/>
              <a:gd name="T2" fmla="*/ 109 w 109"/>
              <a:gd name="T3" fmla="*/ 124 h 133"/>
              <a:gd name="T4" fmla="*/ 106 w 109"/>
              <a:gd name="T5" fmla="*/ 131 h 133"/>
              <a:gd name="T6" fmla="*/ 100 w 109"/>
              <a:gd name="T7" fmla="*/ 133 h 133"/>
              <a:gd name="T8" fmla="*/ 9 w 109"/>
              <a:gd name="T9" fmla="*/ 133 h 133"/>
              <a:gd name="T10" fmla="*/ 3 w 109"/>
              <a:gd name="T11" fmla="*/ 131 h 133"/>
              <a:gd name="T12" fmla="*/ 0 w 109"/>
              <a:gd name="T13" fmla="*/ 124 h 133"/>
              <a:gd name="T14" fmla="*/ 0 w 109"/>
              <a:gd name="T15" fmla="*/ 70 h 133"/>
              <a:gd name="T16" fmla="*/ 3 w 109"/>
              <a:gd name="T17" fmla="*/ 64 h 133"/>
              <a:gd name="T18" fmla="*/ 9 w 109"/>
              <a:gd name="T19" fmla="*/ 61 h 133"/>
              <a:gd name="T20" fmla="*/ 12 w 109"/>
              <a:gd name="T21" fmla="*/ 61 h 133"/>
              <a:gd name="T22" fmla="*/ 12 w 109"/>
              <a:gd name="T23" fmla="*/ 43 h 133"/>
              <a:gd name="T24" fmla="*/ 25 w 109"/>
              <a:gd name="T25" fmla="*/ 13 h 133"/>
              <a:gd name="T26" fmla="*/ 55 w 109"/>
              <a:gd name="T27" fmla="*/ 0 h 133"/>
              <a:gd name="T28" fmla="*/ 84 w 109"/>
              <a:gd name="T29" fmla="*/ 13 h 133"/>
              <a:gd name="T30" fmla="*/ 97 w 109"/>
              <a:gd name="T31" fmla="*/ 43 h 133"/>
              <a:gd name="T32" fmla="*/ 97 w 109"/>
              <a:gd name="T33" fmla="*/ 61 h 133"/>
              <a:gd name="T34" fmla="*/ 100 w 109"/>
              <a:gd name="T35" fmla="*/ 61 h 133"/>
              <a:gd name="T36" fmla="*/ 106 w 109"/>
              <a:gd name="T37" fmla="*/ 64 h 133"/>
              <a:gd name="T38" fmla="*/ 109 w 109"/>
              <a:gd name="T39" fmla="*/ 70 h 133"/>
              <a:gd name="T40" fmla="*/ 30 w 109"/>
              <a:gd name="T41" fmla="*/ 61 h 133"/>
              <a:gd name="T42" fmla="*/ 79 w 109"/>
              <a:gd name="T43" fmla="*/ 61 h 133"/>
              <a:gd name="T44" fmla="*/ 79 w 109"/>
              <a:gd name="T45" fmla="*/ 43 h 133"/>
              <a:gd name="T46" fmla="*/ 72 w 109"/>
              <a:gd name="T47" fmla="*/ 26 h 133"/>
              <a:gd name="T48" fmla="*/ 55 w 109"/>
              <a:gd name="T49" fmla="*/ 19 h 133"/>
              <a:gd name="T50" fmla="*/ 37 w 109"/>
              <a:gd name="T51" fmla="*/ 26 h 133"/>
              <a:gd name="T52" fmla="*/ 30 w 109"/>
              <a:gd name="T53" fmla="*/ 43 h 133"/>
              <a:gd name="T54" fmla="*/ 30 w 109"/>
              <a:gd name="T55" fmla="*/ 61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109" h="133">
                <a:moveTo>
                  <a:pt x="109" y="70"/>
                </a:moveTo>
                <a:cubicBezTo>
                  <a:pt x="109" y="124"/>
                  <a:pt x="109" y="124"/>
                  <a:pt x="109" y="124"/>
                </a:cubicBezTo>
                <a:cubicBezTo>
                  <a:pt x="109" y="127"/>
                  <a:pt x="108" y="129"/>
                  <a:pt x="106" y="131"/>
                </a:cubicBezTo>
                <a:cubicBezTo>
                  <a:pt x="105" y="133"/>
                  <a:pt x="102" y="133"/>
                  <a:pt x="100" y="133"/>
                </a:cubicBezTo>
                <a:cubicBezTo>
                  <a:pt x="9" y="133"/>
                  <a:pt x="9" y="133"/>
                  <a:pt x="9" y="133"/>
                </a:cubicBezTo>
                <a:cubicBezTo>
                  <a:pt x="7" y="133"/>
                  <a:pt x="5" y="133"/>
                  <a:pt x="3" y="131"/>
                </a:cubicBezTo>
                <a:cubicBezTo>
                  <a:pt x="1" y="129"/>
                  <a:pt x="0" y="127"/>
                  <a:pt x="0" y="124"/>
                </a:cubicBezTo>
                <a:cubicBezTo>
                  <a:pt x="0" y="70"/>
                  <a:pt x="0" y="70"/>
                  <a:pt x="0" y="70"/>
                </a:cubicBezTo>
                <a:cubicBezTo>
                  <a:pt x="0" y="67"/>
                  <a:pt x="1" y="65"/>
                  <a:pt x="3" y="64"/>
                </a:cubicBezTo>
                <a:cubicBezTo>
                  <a:pt x="5" y="62"/>
                  <a:pt x="7" y="61"/>
                  <a:pt x="9" y="61"/>
                </a:cubicBezTo>
                <a:cubicBezTo>
                  <a:pt x="12" y="61"/>
                  <a:pt x="12" y="61"/>
                  <a:pt x="12" y="61"/>
                </a:cubicBezTo>
                <a:cubicBezTo>
                  <a:pt x="12" y="43"/>
                  <a:pt x="12" y="43"/>
                  <a:pt x="12" y="43"/>
                </a:cubicBezTo>
                <a:cubicBezTo>
                  <a:pt x="12" y="31"/>
                  <a:pt x="16" y="21"/>
                  <a:pt x="25" y="13"/>
                </a:cubicBezTo>
                <a:cubicBezTo>
                  <a:pt x="33" y="5"/>
                  <a:pt x="43" y="0"/>
                  <a:pt x="55" y="0"/>
                </a:cubicBezTo>
                <a:cubicBezTo>
                  <a:pt x="66" y="0"/>
                  <a:pt x="76" y="5"/>
                  <a:pt x="84" y="13"/>
                </a:cubicBezTo>
                <a:cubicBezTo>
                  <a:pt x="93" y="21"/>
                  <a:pt x="97" y="31"/>
                  <a:pt x="97" y="43"/>
                </a:cubicBezTo>
                <a:cubicBezTo>
                  <a:pt x="97" y="61"/>
                  <a:pt x="97" y="61"/>
                  <a:pt x="97" y="61"/>
                </a:cubicBezTo>
                <a:cubicBezTo>
                  <a:pt x="100" y="61"/>
                  <a:pt x="100" y="61"/>
                  <a:pt x="100" y="61"/>
                </a:cubicBezTo>
                <a:cubicBezTo>
                  <a:pt x="102" y="61"/>
                  <a:pt x="105" y="62"/>
                  <a:pt x="106" y="64"/>
                </a:cubicBezTo>
                <a:cubicBezTo>
                  <a:pt x="108" y="65"/>
                  <a:pt x="109" y="67"/>
                  <a:pt x="109" y="70"/>
                </a:cubicBezTo>
                <a:close/>
                <a:moveTo>
                  <a:pt x="30" y="61"/>
                </a:moveTo>
                <a:cubicBezTo>
                  <a:pt x="79" y="61"/>
                  <a:pt x="79" y="61"/>
                  <a:pt x="79" y="61"/>
                </a:cubicBezTo>
                <a:cubicBezTo>
                  <a:pt x="79" y="43"/>
                  <a:pt x="79" y="43"/>
                  <a:pt x="79" y="43"/>
                </a:cubicBezTo>
                <a:cubicBezTo>
                  <a:pt x="79" y="36"/>
                  <a:pt x="76" y="30"/>
                  <a:pt x="72" y="26"/>
                </a:cubicBezTo>
                <a:cubicBezTo>
                  <a:pt x="67" y="21"/>
                  <a:pt x="61" y="19"/>
                  <a:pt x="55" y="19"/>
                </a:cubicBezTo>
                <a:cubicBezTo>
                  <a:pt x="48" y="19"/>
                  <a:pt x="42" y="21"/>
                  <a:pt x="37" y="26"/>
                </a:cubicBezTo>
                <a:cubicBezTo>
                  <a:pt x="33" y="30"/>
                  <a:pt x="30" y="36"/>
                  <a:pt x="30" y="43"/>
                </a:cubicBezTo>
                <a:lnTo>
                  <a:pt x="30" y="6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6" name="Freeform 38"/>
          <p:cNvSpPr>
            <a:spLocks noEditPoints="1"/>
          </p:cNvSpPr>
          <p:nvPr/>
        </p:nvSpPr>
        <p:spPr bwMode="auto">
          <a:xfrm>
            <a:off x="10198843" y="1394327"/>
            <a:ext cx="233399" cy="209627"/>
          </a:xfrm>
          <a:custGeom>
            <a:avLst/>
            <a:gdLst>
              <a:gd name="T0" fmla="*/ 24 w 163"/>
              <a:gd name="T1" fmla="*/ 12 h 146"/>
              <a:gd name="T2" fmla="*/ 18 w 163"/>
              <a:gd name="T3" fmla="*/ 23 h 146"/>
              <a:gd name="T4" fmla="*/ 18 w 163"/>
              <a:gd name="T5" fmla="*/ 143 h 146"/>
              <a:gd name="T6" fmla="*/ 17 w 163"/>
              <a:gd name="T7" fmla="*/ 145 h 146"/>
              <a:gd name="T8" fmla="*/ 15 w 163"/>
              <a:gd name="T9" fmla="*/ 146 h 146"/>
              <a:gd name="T10" fmla="*/ 9 w 163"/>
              <a:gd name="T11" fmla="*/ 146 h 146"/>
              <a:gd name="T12" fmla="*/ 7 w 163"/>
              <a:gd name="T13" fmla="*/ 145 h 146"/>
              <a:gd name="T14" fmla="*/ 6 w 163"/>
              <a:gd name="T15" fmla="*/ 143 h 146"/>
              <a:gd name="T16" fmla="*/ 6 w 163"/>
              <a:gd name="T17" fmla="*/ 23 h 146"/>
              <a:gd name="T18" fmla="*/ 0 w 163"/>
              <a:gd name="T19" fmla="*/ 12 h 146"/>
              <a:gd name="T20" fmla="*/ 3 w 163"/>
              <a:gd name="T21" fmla="*/ 4 h 146"/>
              <a:gd name="T22" fmla="*/ 12 w 163"/>
              <a:gd name="T23" fmla="*/ 0 h 146"/>
              <a:gd name="T24" fmla="*/ 20 w 163"/>
              <a:gd name="T25" fmla="*/ 4 h 146"/>
              <a:gd name="T26" fmla="*/ 24 w 163"/>
              <a:gd name="T27" fmla="*/ 12 h 146"/>
              <a:gd name="T28" fmla="*/ 163 w 163"/>
              <a:gd name="T29" fmla="*/ 19 h 146"/>
              <a:gd name="T30" fmla="*/ 163 w 163"/>
              <a:gd name="T31" fmla="*/ 91 h 146"/>
              <a:gd name="T32" fmla="*/ 162 w 163"/>
              <a:gd name="T33" fmla="*/ 94 h 146"/>
              <a:gd name="T34" fmla="*/ 158 w 163"/>
              <a:gd name="T35" fmla="*/ 97 h 146"/>
              <a:gd name="T36" fmla="*/ 123 w 163"/>
              <a:gd name="T37" fmla="*/ 108 h 146"/>
              <a:gd name="T38" fmla="*/ 112 w 163"/>
              <a:gd name="T39" fmla="*/ 106 h 146"/>
              <a:gd name="T40" fmla="*/ 101 w 163"/>
              <a:gd name="T41" fmla="*/ 101 h 146"/>
              <a:gd name="T42" fmla="*/ 90 w 163"/>
              <a:gd name="T43" fmla="*/ 97 h 146"/>
              <a:gd name="T44" fmla="*/ 77 w 163"/>
              <a:gd name="T45" fmla="*/ 95 h 146"/>
              <a:gd name="T46" fmla="*/ 33 w 163"/>
              <a:gd name="T47" fmla="*/ 108 h 146"/>
              <a:gd name="T48" fmla="*/ 30 w 163"/>
              <a:gd name="T49" fmla="*/ 109 h 146"/>
              <a:gd name="T50" fmla="*/ 26 w 163"/>
              <a:gd name="T51" fmla="*/ 107 h 146"/>
              <a:gd name="T52" fmla="*/ 24 w 163"/>
              <a:gd name="T53" fmla="*/ 103 h 146"/>
              <a:gd name="T54" fmla="*/ 24 w 163"/>
              <a:gd name="T55" fmla="*/ 33 h 146"/>
              <a:gd name="T56" fmla="*/ 27 w 163"/>
              <a:gd name="T57" fmla="*/ 28 h 146"/>
              <a:gd name="T58" fmla="*/ 34 w 163"/>
              <a:gd name="T59" fmla="*/ 24 h 146"/>
              <a:gd name="T60" fmla="*/ 74 w 163"/>
              <a:gd name="T61" fmla="*/ 12 h 146"/>
              <a:gd name="T62" fmla="*/ 93 w 163"/>
              <a:gd name="T63" fmla="*/ 15 h 146"/>
              <a:gd name="T64" fmla="*/ 114 w 163"/>
              <a:gd name="T65" fmla="*/ 24 h 146"/>
              <a:gd name="T66" fmla="*/ 122 w 163"/>
              <a:gd name="T67" fmla="*/ 25 h 146"/>
              <a:gd name="T68" fmla="*/ 133 w 163"/>
              <a:gd name="T69" fmla="*/ 23 h 146"/>
              <a:gd name="T70" fmla="*/ 144 w 163"/>
              <a:gd name="T71" fmla="*/ 19 h 146"/>
              <a:gd name="T72" fmla="*/ 152 w 163"/>
              <a:gd name="T73" fmla="*/ 14 h 146"/>
              <a:gd name="T74" fmla="*/ 157 w 163"/>
              <a:gd name="T75" fmla="*/ 12 h 146"/>
              <a:gd name="T76" fmla="*/ 161 w 163"/>
              <a:gd name="T77" fmla="*/ 14 h 146"/>
              <a:gd name="T78" fmla="*/ 163 w 163"/>
              <a:gd name="T79" fmla="*/ 19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63" h="146">
                <a:moveTo>
                  <a:pt x="24" y="12"/>
                </a:moveTo>
                <a:cubicBezTo>
                  <a:pt x="24" y="17"/>
                  <a:pt x="22" y="20"/>
                  <a:pt x="18" y="23"/>
                </a:cubicBezTo>
                <a:cubicBezTo>
                  <a:pt x="18" y="143"/>
                  <a:pt x="18" y="143"/>
                  <a:pt x="18" y="143"/>
                </a:cubicBezTo>
                <a:cubicBezTo>
                  <a:pt x="18" y="143"/>
                  <a:pt x="18" y="144"/>
                  <a:pt x="17" y="145"/>
                </a:cubicBezTo>
                <a:cubicBezTo>
                  <a:pt x="16" y="145"/>
                  <a:pt x="16" y="146"/>
                  <a:pt x="15" y="146"/>
                </a:cubicBezTo>
                <a:cubicBezTo>
                  <a:pt x="9" y="146"/>
                  <a:pt x="9" y="146"/>
                  <a:pt x="9" y="146"/>
                </a:cubicBezTo>
                <a:cubicBezTo>
                  <a:pt x="8" y="146"/>
                  <a:pt x="7" y="145"/>
                  <a:pt x="7" y="145"/>
                </a:cubicBezTo>
                <a:cubicBezTo>
                  <a:pt x="6" y="144"/>
                  <a:pt x="6" y="143"/>
                  <a:pt x="6" y="143"/>
                </a:cubicBezTo>
                <a:cubicBezTo>
                  <a:pt x="6" y="23"/>
                  <a:pt x="6" y="23"/>
                  <a:pt x="6" y="23"/>
                </a:cubicBezTo>
                <a:cubicBezTo>
                  <a:pt x="2" y="20"/>
                  <a:pt x="0" y="17"/>
                  <a:pt x="0" y="12"/>
                </a:cubicBezTo>
                <a:cubicBezTo>
                  <a:pt x="0" y="9"/>
                  <a:pt x="1" y="6"/>
                  <a:pt x="3" y="4"/>
                </a:cubicBezTo>
                <a:cubicBezTo>
                  <a:pt x="6" y="2"/>
                  <a:pt x="8" y="0"/>
                  <a:pt x="12" y="0"/>
                </a:cubicBezTo>
                <a:cubicBezTo>
                  <a:pt x="15" y="0"/>
                  <a:pt x="18" y="2"/>
                  <a:pt x="20" y="4"/>
                </a:cubicBezTo>
                <a:cubicBezTo>
                  <a:pt x="23" y="6"/>
                  <a:pt x="24" y="9"/>
                  <a:pt x="24" y="12"/>
                </a:cubicBezTo>
                <a:close/>
                <a:moveTo>
                  <a:pt x="163" y="19"/>
                </a:moveTo>
                <a:cubicBezTo>
                  <a:pt x="163" y="91"/>
                  <a:pt x="163" y="91"/>
                  <a:pt x="163" y="91"/>
                </a:cubicBezTo>
                <a:cubicBezTo>
                  <a:pt x="163" y="92"/>
                  <a:pt x="163" y="93"/>
                  <a:pt x="162" y="94"/>
                </a:cubicBezTo>
                <a:cubicBezTo>
                  <a:pt x="161" y="95"/>
                  <a:pt x="160" y="96"/>
                  <a:pt x="158" y="97"/>
                </a:cubicBezTo>
                <a:cubicBezTo>
                  <a:pt x="145" y="104"/>
                  <a:pt x="133" y="108"/>
                  <a:pt x="123" y="108"/>
                </a:cubicBezTo>
                <a:cubicBezTo>
                  <a:pt x="119" y="108"/>
                  <a:pt x="116" y="107"/>
                  <a:pt x="112" y="106"/>
                </a:cubicBezTo>
                <a:cubicBezTo>
                  <a:pt x="108" y="104"/>
                  <a:pt x="104" y="103"/>
                  <a:pt x="101" y="101"/>
                </a:cubicBezTo>
                <a:cubicBezTo>
                  <a:pt x="98" y="100"/>
                  <a:pt x="95" y="98"/>
                  <a:pt x="90" y="97"/>
                </a:cubicBezTo>
                <a:cubicBezTo>
                  <a:pt x="86" y="95"/>
                  <a:pt x="82" y="95"/>
                  <a:pt x="77" y="95"/>
                </a:cubicBezTo>
                <a:cubicBezTo>
                  <a:pt x="65" y="95"/>
                  <a:pt x="50" y="99"/>
                  <a:pt x="33" y="108"/>
                </a:cubicBezTo>
                <a:cubicBezTo>
                  <a:pt x="32" y="109"/>
                  <a:pt x="31" y="109"/>
                  <a:pt x="30" y="109"/>
                </a:cubicBezTo>
                <a:cubicBezTo>
                  <a:pt x="28" y="109"/>
                  <a:pt x="27" y="109"/>
                  <a:pt x="26" y="107"/>
                </a:cubicBezTo>
                <a:cubicBezTo>
                  <a:pt x="25" y="106"/>
                  <a:pt x="24" y="105"/>
                  <a:pt x="24" y="103"/>
                </a:cubicBezTo>
                <a:cubicBezTo>
                  <a:pt x="24" y="33"/>
                  <a:pt x="24" y="33"/>
                  <a:pt x="24" y="33"/>
                </a:cubicBezTo>
                <a:cubicBezTo>
                  <a:pt x="24" y="31"/>
                  <a:pt x="25" y="29"/>
                  <a:pt x="27" y="28"/>
                </a:cubicBezTo>
                <a:cubicBezTo>
                  <a:pt x="28" y="27"/>
                  <a:pt x="31" y="26"/>
                  <a:pt x="34" y="24"/>
                </a:cubicBezTo>
                <a:cubicBezTo>
                  <a:pt x="49" y="16"/>
                  <a:pt x="62" y="12"/>
                  <a:pt x="74" y="12"/>
                </a:cubicBezTo>
                <a:cubicBezTo>
                  <a:pt x="81" y="12"/>
                  <a:pt x="87" y="13"/>
                  <a:pt x="93" y="15"/>
                </a:cubicBezTo>
                <a:cubicBezTo>
                  <a:pt x="99" y="17"/>
                  <a:pt x="106" y="20"/>
                  <a:pt x="114" y="24"/>
                </a:cubicBezTo>
                <a:cubicBezTo>
                  <a:pt x="116" y="25"/>
                  <a:pt x="119" y="25"/>
                  <a:pt x="122" y="25"/>
                </a:cubicBezTo>
                <a:cubicBezTo>
                  <a:pt x="125" y="25"/>
                  <a:pt x="129" y="25"/>
                  <a:pt x="133" y="23"/>
                </a:cubicBezTo>
                <a:cubicBezTo>
                  <a:pt x="137" y="22"/>
                  <a:pt x="141" y="21"/>
                  <a:pt x="144" y="19"/>
                </a:cubicBezTo>
                <a:cubicBezTo>
                  <a:pt x="147" y="17"/>
                  <a:pt x="149" y="16"/>
                  <a:pt x="152" y="14"/>
                </a:cubicBezTo>
                <a:cubicBezTo>
                  <a:pt x="155" y="13"/>
                  <a:pt x="156" y="12"/>
                  <a:pt x="157" y="12"/>
                </a:cubicBezTo>
                <a:cubicBezTo>
                  <a:pt x="159" y="12"/>
                  <a:pt x="160" y="13"/>
                  <a:pt x="161" y="14"/>
                </a:cubicBezTo>
                <a:cubicBezTo>
                  <a:pt x="163" y="15"/>
                  <a:pt x="163" y="17"/>
                  <a:pt x="163" y="1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7" name="Freeform 39"/>
          <p:cNvSpPr>
            <a:spLocks/>
          </p:cNvSpPr>
          <p:nvPr/>
        </p:nvSpPr>
        <p:spPr bwMode="auto">
          <a:xfrm>
            <a:off x="10497073" y="1394328"/>
            <a:ext cx="224755" cy="192337"/>
          </a:xfrm>
          <a:custGeom>
            <a:avLst/>
            <a:gdLst>
              <a:gd name="T0" fmla="*/ 157 w 157"/>
              <a:gd name="T1" fmla="*/ 72 h 133"/>
              <a:gd name="T2" fmla="*/ 151 w 157"/>
              <a:gd name="T3" fmla="*/ 102 h 133"/>
              <a:gd name="T4" fmla="*/ 150 w 157"/>
              <a:gd name="T5" fmla="*/ 106 h 133"/>
              <a:gd name="T6" fmla="*/ 132 w 157"/>
              <a:gd name="T7" fmla="*/ 109 h 133"/>
              <a:gd name="T8" fmla="*/ 123 w 157"/>
              <a:gd name="T9" fmla="*/ 122 h 133"/>
              <a:gd name="T10" fmla="*/ 109 w 157"/>
              <a:gd name="T11" fmla="*/ 127 h 133"/>
              <a:gd name="T12" fmla="*/ 109 w 157"/>
              <a:gd name="T13" fmla="*/ 130 h 133"/>
              <a:gd name="T14" fmla="*/ 108 w 157"/>
              <a:gd name="T15" fmla="*/ 133 h 133"/>
              <a:gd name="T16" fmla="*/ 106 w 157"/>
              <a:gd name="T17" fmla="*/ 133 h 133"/>
              <a:gd name="T18" fmla="*/ 100 w 157"/>
              <a:gd name="T19" fmla="*/ 133 h 133"/>
              <a:gd name="T20" fmla="*/ 97 w 157"/>
              <a:gd name="T21" fmla="*/ 133 h 133"/>
              <a:gd name="T22" fmla="*/ 97 w 157"/>
              <a:gd name="T23" fmla="*/ 130 h 133"/>
              <a:gd name="T24" fmla="*/ 97 w 157"/>
              <a:gd name="T25" fmla="*/ 76 h 133"/>
              <a:gd name="T26" fmla="*/ 97 w 157"/>
              <a:gd name="T27" fmla="*/ 74 h 133"/>
              <a:gd name="T28" fmla="*/ 100 w 157"/>
              <a:gd name="T29" fmla="*/ 73 h 133"/>
              <a:gd name="T30" fmla="*/ 106 w 157"/>
              <a:gd name="T31" fmla="*/ 73 h 133"/>
              <a:gd name="T32" fmla="*/ 108 w 157"/>
              <a:gd name="T33" fmla="*/ 74 h 133"/>
              <a:gd name="T34" fmla="*/ 109 w 157"/>
              <a:gd name="T35" fmla="*/ 76 h 133"/>
              <a:gd name="T36" fmla="*/ 109 w 157"/>
              <a:gd name="T37" fmla="*/ 79 h 133"/>
              <a:gd name="T38" fmla="*/ 121 w 157"/>
              <a:gd name="T39" fmla="*/ 82 h 133"/>
              <a:gd name="T40" fmla="*/ 130 w 157"/>
              <a:gd name="T41" fmla="*/ 91 h 133"/>
              <a:gd name="T42" fmla="*/ 136 w 157"/>
              <a:gd name="T43" fmla="*/ 90 h 133"/>
              <a:gd name="T44" fmla="*/ 139 w 157"/>
              <a:gd name="T45" fmla="*/ 72 h 133"/>
              <a:gd name="T46" fmla="*/ 131 w 157"/>
              <a:gd name="T47" fmla="*/ 46 h 133"/>
              <a:gd name="T48" fmla="*/ 108 w 157"/>
              <a:gd name="T49" fmla="*/ 26 h 133"/>
              <a:gd name="T50" fmla="*/ 78 w 157"/>
              <a:gd name="T51" fmla="*/ 19 h 133"/>
              <a:gd name="T52" fmla="*/ 49 w 157"/>
              <a:gd name="T53" fmla="*/ 26 h 133"/>
              <a:gd name="T54" fmla="*/ 26 w 157"/>
              <a:gd name="T55" fmla="*/ 46 h 133"/>
              <a:gd name="T56" fmla="*/ 18 w 157"/>
              <a:gd name="T57" fmla="*/ 72 h 133"/>
              <a:gd name="T58" fmla="*/ 21 w 157"/>
              <a:gd name="T59" fmla="*/ 90 h 133"/>
              <a:gd name="T60" fmla="*/ 27 w 157"/>
              <a:gd name="T61" fmla="*/ 91 h 133"/>
              <a:gd name="T62" fmla="*/ 36 w 157"/>
              <a:gd name="T63" fmla="*/ 82 h 133"/>
              <a:gd name="T64" fmla="*/ 48 w 157"/>
              <a:gd name="T65" fmla="*/ 79 h 133"/>
              <a:gd name="T66" fmla="*/ 48 w 157"/>
              <a:gd name="T67" fmla="*/ 76 h 133"/>
              <a:gd name="T68" fmla="*/ 49 w 157"/>
              <a:gd name="T69" fmla="*/ 74 h 133"/>
              <a:gd name="T70" fmla="*/ 51 w 157"/>
              <a:gd name="T71" fmla="*/ 73 h 133"/>
              <a:gd name="T72" fmla="*/ 57 w 157"/>
              <a:gd name="T73" fmla="*/ 73 h 133"/>
              <a:gd name="T74" fmla="*/ 59 w 157"/>
              <a:gd name="T75" fmla="*/ 74 h 133"/>
              <a:gd name="T76" fmla="*/ 60 w 157"/>
              <a:gd name="T77" fmla="*/ 76 h 133"/>
              <a:gd name="T78" fmla="*/ 60 w 157"/>
              <a:gd name="T79" fmla="*/ 130 h 133"/>
              <a:gd name="T80" fmla="*/ 59 w 157"/>
              <a:gd name="T81" fmla="*/ 133 h 133"/>
              <a:gd name="T82" fmla="*/ 57 w 157"/>
              <a:gd name="T83" fmla="*/ 133 h 133"/>
              <a:gd name="T84" fmla="*/ 51 w 157"/>
              <a:gd name="T85" fmla="*/ 133 h 133"/>
              <a:gd name="T86" fmla="*/ 49 w 157"/>
              <a:gd name="T87" fmla="*/ 133 h 133"/>
              <a:gd name="T88" fmla="*/ 48 w 157"/>
              <a:gd name="T89" fmla="*/ 130 h 133"/>
              <a:gd name="T90" fmla="*/ 48 w 157"/>
              <a:gd name="T91" fmla="*/ 127 h 133"/>
              <a:gd name="T92" fmla="*/ 33 w 157"/>
              <a:gd name="T93" fmla="*/ 122 h 133"/>
              <a:gd name="T94" fmla="*/ 25 w 157"/>
              <a:gd name="T95" fmla="*/ 109 h 133"/>
              <a:gd name="T96" fmla="*/ 7 w 157"/>
              <a:gd name="T97" fmla="*/ 106 h 133"/>
              <a:gd name="T98" fmla="*/ 5 w 157"/>
              <a:gd name="T99" fmla="*/ 102 h 133"/>
              <a:gd name="T100" fmla="*/ 0 w 157"/>
              <a:gd name="T101" fmla="*/ 72 h 133"/>
              <a:gd name="T102" fmla="*/ 6 w 157"/>
              <a:gd name="T103" fmla="*/ 45 h 133"/>
              <a:gd name="T104" fmla="*/ 23 w 157"/>
              <a:gd name="T105" fmla="*/ 22 h 133"/>
              <a:gd name="T106" fmla="*/ 48 w 157"/>
              <a:gd name="T107" fmla="*/ 6 h 133"/>
              <a:gd name="T108" fmla="*/ 78 w 157"/>
              <a:gd name="T109" fmla="*/ 0 h 133"/>
              <a:gd name="T110" fmla="*/ 109 w 157"/>
              <a:gd name="T111" fmla="*/ 6 h 133"/>
              <a:gd name="T112" fmla="*/ 134 w 157"/>
              <a:gd name="T113" fmla="*/ 22 h 133"/>
              <a:gd name="T114" fmla="*/ 151 w 157"/>
              <a:gd name="T115" fmla="*/ 45 h 133"/>
              <a:gd name="T116" fmla="*/ 157 w 157"/>
              <a:gd name="T117" fmla="*/ 72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57" h="133">
                <a:moveTo>
                  <a:pt x="157" y="72"/>
                </a:moveTo>
                <a:cubicBezTo>
                  <a:pt x="157" y="82"/>
                  <a:pt x="155" y="92"/>
                  <a:pt x="151" y="102"/>
                </a:cubicBezTo>
                <a:cubicBezTo>
                  <a:pt x="150" y="106"/>
                  <a:pt x="150" y="106"/>
                  <a:pt x="150" y="106"/>
                </a:cubicBezTo>
                <a:cubicBezTo>
                  <a:pt x="132" y="109"/>
                  <a:pt x="132" y="109"/>
                  <a:pt x="132" y="109"/>
                </a:cubicBezTo>
                <a:cubicBezTo>
                  <a:pt x="131" y="115"/>
                  <a:pt x="128" y="119"/>
                  <a:pt x="123" y="122"/>
                </a:cubicBezTo>
                <a:cubicBezTo>
                  <a:pt x="119" y="126"/>
                  <a:pt x="114" y="127"/>
                  <a:pt x="109" y="127"/>
                </a:cubicBezTo>
                <a:cubicBezTo>
                  <a:pt x="109" y="130"/>
                  <a:pt x="109" y="130"/>
                  <a:pt x="109" y="130"/>
                </a:cubicBezTo>
                <a:cubicBezTo>
                  <a:pt x="109" y="131"/>
                  <a:pt x="108" y="132"/>
                  <a:pt x="108" y="133"/>
                </a:cubicBezTo>
                <a:cubicBezTo>
                  <a:pt x="107" y="133"/>
                  <a:pt x="107" y="133"/>
                  <a:pt x="106" y="133"/>
                </a:cubicBezTo>
                <a:cubicBezTo>
                  <a:pt x="100" y="133"/>
                  <a:pt x="100" y="133"/>
                  <a:pt x="100" y="133"/>
                </a:cubicBezTo>
                <a:cubicBezTo>
                  <a:pt x="99" y="133"/>
                  <a:pt x="98" y="133"/>
                  <a:pt x="97" y="133"/>
                </a:cubicBezTo>
                <a:cubicBezTo>
                  <a:pt x="97" y="132"/>
                  <a:pt x="97" y="131"/>
                  <a:pt x="97" y="130"/>
                </a:cubicBezTo>
                <a:cubicBezTo>
                  <a:pt x="97" y="76"/>
                  <a:pt x="97" y="76"/>
                  <a:pt x="97" y="76"/>
                </a:cubicBezTo>
                <a:cubicBezTo>
                  <a:pt x="97" y="75"/>
                  <a:pt x="97" y="74"/>
                  <a:pt x="97" y="74"/>
                </a:cubicBezTo>
                <a:cubicBezTo>
                  <a:pt x="98" y="73"/>
                  <a:pt x="99" y="73"/>
                  <a:pt x="100" y="73"/>
                </a:cubicBezTo>
                <a:cubicBezTo>
                  <a:pt x="106" y="73"/>
                  <a:pt x="106" y="73"/>
                  <a:pt x="106" y="73"/>
                </a:cubicBezTo>
                <a:cubicBezTo>
                  <a:pt x="107" y="73"/>
                  <a:pt x="107" y="73"/>
                  <a:pt x="108" y="74"/>
                </a:cubicBezTo>
                <a:cubicBezTo>
                  <a:pt x="108" y="74"/>
                  <a:pt x="109" y="75"/>
                  <a:pt x="109" y="76"/>
                </a:cubicBezTo>
                <a:cubicBezTo>
                  <a:pt x="109" y="79"/>
                  <a:pt x="109" y="79"/>
                  <a:pt x="109" y="79"/>
                </a:cubicBezTo>
                <a:cubicBezTo>
                  <a:pt x="113" y="79"/>
                  <a:pt x="117" y="80"/>
                  <a:pt x="121" y="82"/>
                </a:cubicBezTo>
                <a:cubicBezTo>
                  <a:pt x="125" y="85"/>
                  <a:pt x="128" y="88"/>
                  <a:pt x="130" y="91"/>
                </a:cubicBezTo>
                <a:cubicBezTo>
                  <a:pt x="136" y="90"/>
                  <a:pt x="136" y="90"/>
                  <a:pt x="136" y="90"/>
                </a:cubicBezTo>
                <a:cubicBezTo>
                  <a:pt x="138" y="84"/>
                  <a:pt x="139" y="78"/>
                  <a:pt x="139" y="72"/>
                </a:cubicBezTo>
                <a:cubicBezTo>
                  <a:pt x="139" y="63"/>
                  <a:pt x="136" y="54"/>
                  <a:pt x="131" y="46"/>
                </a:cubicBezTo>
                <a:cubicBezTo>
                  <a:pt x="125" y="37"/>
                  <a:pt x="118" y="31"/>
                  <a:pt x="108" y="26"/>
                </a:cubicBezTo>
                <a:cubicBezTo>
                  <a:pt x="99" y="21"/>
                  <a:pt x="89" y="19"/>
                  <a:pt x="78" y="19"/>
                </a:cubicBezTo>
                <a:cubicBezTo>
                  <a:pt x="68" y="19"/>
                  <a:pt x="58" y="21"/>
                  <a:pt x="49" y="26"/>
                </a:cubicBezTo>
                <a:cubicBezTo>
                  <a:pt x="39" y="31"/>
                  <a:pt x="32" y="37"/>
                  <a:pt x="26" y="46"/>
                </a:cubicBezTo>
                <a:cubicBezTo>
                  <a:pt x="21" y="54"/>
                  <a:pt x="18" y="63"/>
                  <a:pt x="18" y="72"/>
                </a:cubicBezTo>
                <a:cubicBezTo>
                  <a:pt x="18" y="78"/>
                  <a:pt x="19" y="84"/>
                  <a:pt x="21" y="90"/>
                </a:cubicBezTo>
                <a:cubicBezTo>
                  <a:pt x="27" y="91"/>
                  <a:pt x="27" y="91"/>
                  <a:pt x="27" y="91"/>
                </a:cubicBezTo>
                <a:cubicBezTo>
                  <a:pt x="29" y="88"/>
                  <a:pt x="32" y="85"/>
                  <a:pt x="36" y="82"/>
                </a:cubicBezTo>
                <a:cubicBezTo>
                  <a:pt x="40" y="80"/>
                  <a:pt x="44" y="79"/>
                  <a:pt x="48" y="79"/>
                </a:cubicBezTo>
                <a:cubicBezTo>
                  <a:pt x="48" y="76"/>
                  <a:pt x="48" y="76"/>
                  <a:pt x="48" y="76"/>
                </a:cubicBezTo>
                <a:cubicBezTo>
                  <a:pt x="48" y="75"/>
                  <a:pt x="48" y="74"/>
                  <a:pt x="49" y="74"/>
                </a:cubicBezTo>
                <a:cubicBezTo>
                  <a:pt x="50" y="73"/>
                  <a:pt x="50" y="73"/>
                  <a:pt x="51" y="73"/>
                </a:cubicBezTo>
                <a:cubicBezTo>
                  <a:pt x="57" y="73"/>
                  <a:pt x="57" y="73"/>
                  <a:pt x="57" y="73"/>
                </a:cubicBezTo>
                <a:cubicBezTo>
                  <a:pt x="58" y="73"/>
                  <a:pt x="59" y="73"/>
                  <a:pt x="59" y="74"/>
                </a:cubicBezTo>
                <a:cubicBezTo>
                  <a:pt x="60" y="74"/>
                  <a:pt x="60" y="75"/>
                  <a:pt x="60" y="76"/>
                </a:cubicBezTo>
                <a:cubicBezTo>
                  <a:pt x="60" y="130"/>
                  <a:pt x="60" y="130"/>
                  <a:pt x="60" y="130"/>
                </a:cubicBezTo>
                <a:cubicBezTo>
                  <a:pt x="60" y="131"/>
                  <a:pt x="60" y="132"/>
                  <a:pt x="59" y="133"/>
                </a:cubicBezTo>
                <a:cubicBezTo>
                  <a:pt x="59" y="133"/>
                  <a:pt x="58" y="133"/>
                  <a:pt x="57" y="133"/>
                </a:cubicBezTo>
                <a:cubicBezTo>
                  <a:pt x="51" y="133"/>
                  <a:pt x="51" y="133"/>
                  <a:pt x="51" y="133"/>
                </a:cubicBezTo>
                <a:cubicBezTo>
                  <a:pt x="50" y="133"/>
                  <a:pt x="50" y="133"/>
                  <a:pt x="49" y="133"/>
                </a:cubicBezTo>
                <a:cubicBezTo>
                  <a:pt x="48" y="132"/>
                  <a:pt x="48" y="131"/>
                  <a:pt x="48" y="130"/>
                </a:cubicBezTo>
                <a:cubicBezTo>
                  <a:pt x="48" y="127"/>
                  <a:pt x="48" y="127"/>
                  <a:pt x="48" y="127"/>
                </a:cubicBezTo>
                <a:cubicBezTo>
                  <a:pt x="43" y="127"/>
                  <a:pt x="38" y="126"/>
                  <a:pt x="33" y="122"/>
                </a:cubicBezTo>
                <a:cubicBezTo>
                  <a:pt x="29" y="119"/>
                  <a:pt x="26" y="115"/>
                  <a:pt x="25" y="109"/>
                </a:cubicBezTo>
                <a:cubicBezTo>
                  <a:pt x="7" y="106"/>
                  <a:pt x="7" y="106"/>
                  <a:pt x="7" y="106"/>
                </a:cubicBezTo>
                <a:cubicBezTo>
                  <a:pt x="5" y="102"/>
                  <a:pt x="5" y="102"/>
                  <a:pt x="5" y="102"/>
                </a:cubicBezTo>
                <a:cubicBezTo>
                  <a:pt x="2" y="92"/>
                  <a:pt x="0" y="82"/>
                  <a:pt x="0" y="72"/>
                </a:cubicBezTo>
                <a:cubicBezTo>
                  <a:pt x="0" y="63"/>
                  <a:pt x="2" y="53"/>
                  <a:pt x="6" y="45"/>
                </a:cubicBezTo>
                <a:cubicBezTo>
                  <a:pt x="10" y="36"/>
                  <a:pt x="16" y="28"/>
                  <a:pt x="23" y="22"/>
                </a:cubicBezTo>
                <a:cubicBezTo>
                  <a:pt x="30" y="15"/>
                  <a:pt x="38" y="10"/>
                  <a:pt x="48" y="6"/>
                </a:cubicBezTo>
                <a:cubicBezTo>
                  <a:pt x="58" y="2"/>
                  <a:pt x="68" y="0"/>
                  <a:pt x="78" y="0"/>
                </a:cubicBezTo>
                <a:cubicBezTo>
                  <a:pt x="89" y="0"/>
                  <a:pt x="99" y="2"/>
                  <a:pt x="109" y="6"/>
                </a:cubicBezTo>
                <a:cubicBezTo>
                  <a:pt x="118" y="10"/>
                  <a:pt x="127" y="15"/>
                  <a:pt x="134" y="22"/>
                </a:cubicBezTo>
                <a:cubicBezTo>
                  <a:pt x="141" y="28"/>
                  <a:pt x="147" y="36"/>
                  <a:pt x="151" y="45"/>
                </a:cubicBezTo>
                <a:cubicBezTo>
                  <a:pt x="155" y="53"/>
                  <a:pt x="157" y="63"/>
                  <a:pt x="157" y="72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8" name="Freeform 40"/>
          <p:cNvSpPr>
            <a:spLocks/>
          </p:cNvSpPr>
          <p:nvPr/>
        </p:nvSpPr>
        <p:spPr bwMode="auto">
          <a:xfrm>
            <a:off x="10786660" y="1415939"/>
            <a:ext cx="101571" cy="166405"/>
          </a:xfrm>
          <a:custGeom>
            <a:avLst/>
            <a:gdLst>
              <a:gd name="T0" fmla="*/ 72 w 72"/>
              <a:gd name="T1" fmla="*/ 7 h 115"/>
              <a:gd name="T2" fmla="*/ 72 w 72"/>
              <a:gd name="T3" fmla="*/ 109 h 115"/>
              <a:gd name="T4" fmla="*/ 71 w 72"/>
              <a:gd name="T5" fmla="*/ 114 h 115"/>
              <a:gd name="T6" fmla="*/ 66 w 72"/>
              <a:gd name="T7" fmla="*/ 115 h 115"/>
              <a:gd name="T8" fmla="*/ 62 w 72"/>
              <a:gd name="T9" fmla="*/ 114 h 115"/>
              <a:gd name="T10" fmla="*/ 31 w 72"/>
              <a:gd name="T11" fmla="*/ 82 h 115"/>
              <a:gd name="T12" fmla="*/ 6 w 72"/>
              <a:gd name="T13" fmla="*/ 82 h 115"/>
              <a:gd name="T14" fmla="*/ 2 w 72"/>
              <a:gd name="T15" fmla="*/ 80 h 115"/>
              <a:gd name="T16" fmla="*/ 0 w 72"/>
              <a:gd name="T17" fmla="*/ 76 h 115"/>
              <a:gd name="T18" fmla="*/ 0 w 72"/>
              <a:gd name="T19" fmla="*/ 40 h 115"/>
              <a:gd name="T20" fmla="*/ 2 w 72"/>
              <a:gd name="T21" fmla="*/ 36 h 115"/>
              <a:gd name="T22" fmla="*/ 6 w 72"/>
              <a:gd name="T23" fmla="*/ 34 h 115"/>
              <a:gd name="T24" fmla="*/ 31 w 72"/>
              <a:gd name="T25" fmla="*/ 34 h 115"/>
              <a:gd name="T26" fmla="*/ 62 w 72"/>
              <a:gd name="T27" fmla="*/ 2 h 115"/>
              <a:gd name="T28" fmla="*/ 66 w 72"/>
              <a:gd name="T29" fmla="*/ 0 h 115"/>
              <a:gd name="T30" fmla="*/ 71 w 72"/>
              <a:gd name="T31" fmla="*/ 2 h 115"/>
              <a:gd name="T32" fmla="*/ 72 w 72"/>
              <a:gd name="T33" fmla="*/ 7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72" h="115">
                <a:moveTo>
                  <a:pt x="72" y="7"/>
                </a:moveTo>
                <a:cubicBezTo>
                  <a:pt x="72" y="109"/>
                  <a:pt x="72" y="109"/>
                  <a:pt x="72" y="109"/>
                </a:cubicBezTo>
                <a:cubicBezTo>
                  <a:pt x="72" y="111"/>
                  <a:pt x="72" y="112"/>
                  <a:pt x="71" y="114"/>
                </a:cubicBezTo>
                <a:cubicBezTo>
                  <a:pt x="69" y="115"/>
                  <a:pt x="68" y="115"/>
                  <a:pt x="66" y="115"/>
                </a:cubicBezTo>
                <a:cubicBezTo>
                  <a:pt x="65" y="115"/>
                  <a:pt x="63" y="115"/>
                  <a:pt x="62" y="114"/>
                </a:cubicBezTo>
                <a:cubicBezTo>
                  <a:pt x="31" y="82"/>
                  <a:pt x="31" y="82"/>
                  <a:pt x="31" y="82"/>
                </a:cubicBezTo>
                <a:cubicBezTo>
                  <a:pt x="6" y="82"/>
                  <a:pt x="6" y="82"/>
                  <a:pt x="6" y="82"/>
                </a:cubicBezTo>
                <a:cubicBezTo>
                  <a:pt x="4" y="82"/>
                  <a:pt x="3" y="82"/>
                  <a:pt x="2" y="80"/>
                </a:cubicBezTo>
                <a:cubicBezTo>
                  <a:pt x="0" y="79"/>
                  <a:pt x="0" y="78"/>
                  <a:pt x="0" y="7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38"/>
                  <a:pt x="0" y="37"/>
                  <a:pt x="2" y="36"/>
                </a:cubicBezTo>
                <a:cubicBezTo>
                  <a:pt x="3" y="34"/>
                  <a:pt x="4" y="34"/>
                  <a:pt x="6" y="34"/>
                </a:cubicBezTo>
                <a:cubicBezTo>
                  <a:pt x="31" y="34"/>
                  <a:pt x="31" y="34"/>
                  <a:pt x="31" y="34"/>
                </a:cubicBezTo>
                <a:cubicBezTo>
                  <a:pt x="62" y="2"/>
                  <a:pt x="62" y="2"/>
                  <a:pt x="62" y="2"/>
                </a:cubicBezTo>
                <a:cubicBezTo>
                  <a:pt x="63" y="1"/>
                  <a:pt x="65" y="0"/>
                  <a:pt x="66" y="0"/>
                </a:cubicBezTo>
                <a:cubicBezTo>
                  <a:pt x="68" y="0"/>
                  <a:pt x="69" y="1"/>
                  <a:pt x="71" y="2"/>
                </a:cubicBezTo>
                <a:cubicBezTo>
                  <a:pt x="72" y="3"/>
                  <a:pt x="72" y="5"/>
                  <a:pt x="72" y="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9" name="Freeform 41"/>
          <p:cNvSpPr>
            <a:spLocks noEditPoints="1"/>
          </p:cNvSpPr>
          <p:nvPr/>
        </p:nvSpPr>
        <p:spPr bwMode="auto">
          <a:xfrm>
            <a:off x="10953066" y="1415939"/>
            <a:ext cx="155599" cy="166405"/>
          </a:xfrm>
          <a:custGeom>
            <a:avLst/>
            <a:gdLst>
              <a:gd name="T0" fmla="*/ 73 w 109"/>
              <a:gd name="T1" fmla="*/ 7 h 115"/>
              <a:gd name="T2" fmla="*/ 73 w 109"/>
              <a:gd name="T3" fmla="*/ 109 h 115"/>
              <a:gd name="T4" fmla="*/ 71 w 109"/>
              <a:gd name="T5" fmla="*/ 114 h 115"/>
              <a:gd name="T6" fmla="*/ 66 w 109"/>
              <a:gd name="T7" fmla="*/ 115 h 115"/>
              <a:gd name="T8" fmla="*/ 62 w 109"/>
              <a:gd name="T9" fmla="*/ 114 h 115"/>
              <a:gd name="T10" fmla="*/ 31 w 109"/>
              <a:gd name="T11" fmla="*/ 82 h 115"/>
              <a:gd name="T12" fmla="*/ 6 w 109"/>
              <a:gd name="T13" fmla="*/ 82 h 115"/>
              <a:gd name="T14" fmla="*/ 2 w 109"/>
              <a:gd name="T15" fmla="*/ 80 h 115"/>
              <a:gd name="T16" fmla="*/ 0 w 109"/>
              <a:gd name="T17" fmla="*/ 76 h 115"/>
              <a:gd name="T18" fmla="*/ 0 w 109"/>
              <a:gd name="T19" fmla="*/ 40 h 115"/>
              <a:gd name="T20" fmla="*/ 2 w 109"/>
              <a:gd name="T21" fmla="*/ 36 h 115"/>
              <a:gd name="T22" fmla="*/ 6 w 109"/>
              <a:gd name="T23" fmla="*/ 34 h 115"/>
              <a:gd name="T24" fmla="*/ 31 w 109"/>
              <a:gd name="T25" fmla="*/ 34 h 115"/>
              <a:gd name="T26" fmla="*/ 62 w 109"/>
              <a:gd name="T27" fmla="*/ 2 h 115"/>
              <a:gd name="T28" fmla="*/ 66 w 109"/>
              <a:gd name="T29" fmla="*/ 0 h 115"/>
              <a:gd name="T30" fmla="*/ 71 w 109"/>
              <a:gd name="T31" fmla="*/ 2 h 115"/>
              <a:gd name="T32" fmla="*/ 73 w 109"/>
              <a:gd name="T33" fmla="*/ 7 h 115"/>
              <a:gd name="T34" fmla="*/ 105 w 109"/>
              <a:gd name="T35" fmla="*/ 45 h 115"/>
              <a:gd name="T36" fmla="*/ 109 w 109"/>
              <a:gd name="T37" fmla="*/ 58 h 115"/>
              <a:gd name="T38" fmla="*/ 105 w 109"/>
              <a:gd name="T39" fmla="*/ 71 h 115"/>
              <a:gd name="T40" fmla="*/ 94 w 109"/>
              <a:gd name="T41" fmla="*/ 80 h 115"/>
              <a:gd name="T42" fmla="*/ 92 w 109"/>
              <a:gd name="T43" fmla="*/ 81 h 115"/>
              <a:gd name="T44" fmla="*/ 88 w 109"/>
              <a:gd name="T45" fmla="*/ 79 h 115"/>
              <a:gd name="T46" fmla="*/ 86 w 109"/>
              <a:gd name="T47" fmla="*/ 75 h 115"/>
              <a:gd name="T48" fmla="*/ 87 w 109"/>
              <a:gd name="T49" fmla="*/ 71 h 115"/>
              <a:gd name="T50" fmla="*/ 90 w 109"/>
              <a:gd name="T51" fmla="*/ 69 h 115"/>
              <a:gd name="T52" fmla="*/ 93 w 109"/>
              <a:gd name="T53" fmla="*/ 67 h 115"/>
              <a:gd name="T54" fmla="*/ 96 w 109"/>
              <a:gd name="T55" fmla="*/ 63 h 115"/>
              <a:gd name="T56" fmla="*/ 97 w 109"/>
              <a:gd name="T57" fmla="*/ 58 h 115"/>
              <a:gd name="T58" fmla="*/ 96 w 109"/>
              <a:gd name="T59" fmla="*/ 53 h 115"/>
              <a:gd name="T60" fmla="*/ 93 w 109"/>
              <a:gd name="T61" fmla="*/ 49 h 115"/>
              <a:gd name="T62" fmla="*/ 90 w 109"/>
              <a:gd name="T63" fmla="*/ 47 h 115"/>
              <a:gd name="T64" fmla="*/ 87 w 109"/>
              <a:gd name="T65" fmla="*/ 45 h 115"/>
              <a:gd name="T66" fmla="*/ 86 w 109"/>
              <a:gd name="T67" fmla="*/ 41 h 115"/>
              <a:gd name="T68" fmla="*/ 88 w 109"/>
              <a:gd name="T69" fmla="*/ 37 h 115"/>
              <a:gd name="T70" fmla="*/ 92 w 109"/>
              <a:gd name="T71" fmla="*/ 35 h 115"/>
              <a:gd name="T72" fmla="*/ 94 w 109"/>
              <a:gd name="T73" fmla="*/ 36 h 115"/>
              <a:gd name="T74" fmla="*/ 105 w 109"/>
              <a:gd name="T75" fmla="*/ 45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09" h="115">
                <a:moveTo>
                  <a:pt x="73" y="7"/>
                </a:moveTo>
                <a:cubicBezTo>
                  <a:pt x="73" y="109"/>
                  <a:pt x="73" y="109"/>
                  <a:pt x="73" y="109"/>
                </a:cubicBezTo>
                <a:cubicBezTo>
                  <a:pt x="73" y="111"/>
                  <a:pt x="72" y="112"/>
                  <a:pt x="71" y="114"/>
                </a:cubicBezTo>
                <a:cubicBezTo>
                  <a:pt x="70" y="115"/>
                  <a:pt x="68" y="115"/>
                  <a:pt x="66" y="115"/>
                </a:cubicBezTo>
                <a:cubicBezTo>
                  <a:pt x="65" y="115"/>
                  <a:pt x="63" y="115"/>
                  <a:pt x="62" y="114"/>
                </a:cubicBezTo>
                <a:cubicBezTo>
                  <a:pt x="31" y="82"/>
                  <a:pt x="31" y="82"/>
                  <a:pt x="31" y="82"/>
                </a:cubicBezTo>
                <a:cubicBezTo>
                  <a:pt x="6" y="82"/>
                  <a:pt x="6" y="82"/>
                  <a:pt x="6" y="82"/>
                </a:cubicBezTo>
                <a:cubicBezTo>
                  <a:pt x="4" y="82"/>
                  <a:pt x="3" y="82"/>
                  <a:pt x="2" y="80"/>
                </a:cubicBezTo>
                <a:cubicBezTo>
                  <a:pt x="1" y="79"/>
                  <a:pt x="0" y="78"/>
                  <a:pt x="0" y="7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38"/>
                  <a:pt x="1" y="37"/>
                  <a:pt x="2" y="36"/>
                </a:cubicBezTo>
                <a:cubicBezTo>
                  <a:pt x="3" y="34"/>
                  <a:pt x="4" y="34"/>
                  <a:pt x="6" y="34"/>
                </a:cubicBezTo>
                <a:cubicBezTo>
                  <a:pt x="31" y="34"/>
                  <a:pt x="31" y="34"/>
                  <a:pt x="31" y="34"/>
                </a:cubicBezTo>
                <a:cubicBezTo>
                  <a:pt x="62" y="2"/>
                  <a:pt x="62" y="2"/>
                  <a:pt x="62" y="2"/>
                </a:cubicBezTo>
                <a:cubicBezTo>
                  <a:pt x="63" y="1"/>
                  <a:pt x="65" y="0"/>
                  <a:pt x="66" y="0"/>
                </a:cubicBezTo>
                <a:cubicBezTo>
                  <a:pt x="68" y="0"/>
                  <a:pt x="70" y="1"/>
                  <a:pt x="71" y="2"/>
                </a:cubicBezTo>
                <a:cubicBezTo>
                  <a:pt x="72" y="3"/>
                  <a:pt x="73" y="5"/>
                  <a:pt x="73" y="7"/>
                </a:cubicBezTo>
                <a:close/>
                <a:moveTo>
                  <a:pt x="105" y="45"/>
                </a:moveTo>
                <a:cubicBezTo>
                  <a:pt x="108" y="49"/>
                  <a:pt x="109" y="53"/>
                  <a:pt x="109" y="58"/>
                </a:cubicBezTo>
                <a:cubicBezTo>
                  <a:pt x="109" y="63"/>
                  <a:pt x="108" y="67"/>
                  <a:pt x="105" y="71"/>
                </a:cubicBezTo>
                <a:cubicBezTo>
                  <a:pt x="102" y="75"/>
                  <a:pt x="99" y="78"/>
                  <a:pt x="94" y="80"/>
                </a:cubicBezTo>
                <a:cubicBezTo>
                  <a:pt x="94" y="80"/>
                  <a:pt x="93" y="81"/>
                  <a:pt x="92" y="81"/>
                </a:cubicBezTo>
                <a:cubicBezTo>
                  <a:pt x="90" y="81"/>
                  <a:pt x="89" y="80"/>
                  <a:pt x="88" y="79"/>
                </a:cubicBezTo>
                <a:cubicBezTo>
                  <a:pt x="86" y="78"/>
                  <a:pt x="86" y="76"/>
                  <a:pt x="86" y="75"/>
                </a:cubicBezTo>
                <a:cubicBezTo>
                  <a:pt x="86" y="73"/>
                  <a:pt x="86" y="72"/>
                  <a:pt x="87" y="71"/>
                </a:cubicBezTo>
                <a:cubicBezTo>
                  <a:pt x="88" y="70"/>
                  <a:pt x="89" y="70"/>
                  <a:pt x="90" y="69"/>
                </a:cubicBezTo>
                <a:cubicBezTo>
                  <a:pt x="91" y="68"/>
                  <a:pt x="92" y="68"/>
                  <a:pt x="93" y="67"/>
                </a:cubicBezTo>
                <a:cubicBezTo>
                  <a:pt x="94" y="66"/>
                  <a:pt x="95" y="65"/>
                  <a:pt x="96" y="63"/>
                </a:cubicBezTo>
                <a:cubicBezTo>
                  <a:pt x="96" y="62"/>
                  <a:pt x="97" y="60"/>
                  <a:pt x="97" y="58"/>
                </a:cubicBezTo>
                <a:cubicBezTo>
                  <a:pt x="97" y="56"/>
                  <a:pt x="96" y="54"/>
                  <a:pt x="96" y="53"/>
                </a:cubicBezTo>
                <a:cubicBezTo>
                  <a:pt x="95" y="51"/>
                  <a:pt x="94" y="50"/>
                  <a:pt x="93" y="49"/>
                </a:cubicBezTo>
                <a:cubicBezTo>
                  <a:pt x="92" y="48"/>
                  <a:pt x="91" y="48"/>
                  <a:pt x="90" y="47"/>
                </a:cubicBezTo>
                <a:cubicBezTo>
                  <a:pt x="89" y="46"/>
                  <a:pt x="88" y="46"/>
                  <a:pt x="87" y="45"/>
                </a:cubicBezTo>
                <a:cubicBezTo>
                  <a:pt x="86" y="44"/>
                  <a:pt x="86" y="43"/>
                  <a:pt x="86" y="41"/>
                </a:cubicBezTo>
                <a:cubicBezTo>
                  <a:pt x="86" y="40"/>
                  <a:pt x="86" y="38"/>
                  <a:pt x="88" y="37"/>
                </a:cubicBezTo>
                <a:cubicBezTo>
                  <a:pt x="89" y="36"/>
                  <a:pt x="90" y="35"/>
                  <a:pt x="92" y="35"/>
                </a:cubicBezTo>
                <a:cubicBezTo>
                  <a:pt x="93" y="35"/>
                  <a:pt x="94" y="35"/>
                  <a:pt x="94" y="36"/>
                </a:cubicBezTo>
                <a:cubicBezTo>
                  <a:pt x="99" y="37"/>
                  <a:pt x="102" y="40"/>
                  <a:pt x="105" y="45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40" name="Freeform 42"/>
          <p:cNvSpPr>
            <a:spLocks noEditPoints="1"/>
          </p:cNvSpPr>
          <p:nvPr/>
        </p:nvSpPr>
        <p:spPr bwMode="auto">
          <a:xfrm>
            <a:off x="11173496" y="1402973"/>
            <a:ext cx="224755" cy="192337"/>
          </a:xfrm>
          <a:custGeom>
            <a:avLst/>
            <a:gdLst>
              <a:gd name="T0" fmla="*/ 73 w 158"/>
              <a:gd name="T1" fmla="*/ 118 h 134"/>
              <a:gd name="T2" fmla="*/ 67 w 158"/>
              <a:gd name="T3" fmla="*/ 124 h 134"/>
              <a:gd name="T4" fmla="*/ 31 w 158"/>
              <a:gd name="T5" fmla="*/ 91 h 134"/>
              <a:gd name="T6" fmla="*/ 2 w 158"/>
              <a:gd name="T7" fmla="*/ 89 h 134"/>
              <a:gd name="T8" fmla="*/ 0 w 158"/>
              <a:gd name="T9" fmla="*/ 49 h 134"/>
              <a:gd name="T10" fmla="*/ 7 w 158"/>
              <a:gd name="T11" fmla="*/ 43 h 134"/>
              <a:gd name="T12" fmla="*/ 63 w 158"/>
              <a:gd name="T13" fmla="*/ 11 h 134"/>
              <a:gd name="T14" fmla="*/ 71 w 158"/>
              <a:gd name="T15" fmla="*/ 11 h 134"/>
              <a:gd name="T16" fmla="*/ 105 w 158"/>
              <a:gd name="T17" fmla="*/ 54 h 134"/>
              <a:gd name="T18" fmla="*/ 105 w 158"/>
              <a:gd name="T19" fmla="*/ 80 h 134"/>
              <a:gd name="T20" fmla="*/ 92 w 158"/>
              <a:gd name="T21" fmla="*/ 90 h 134"/>
              <a:gd name="T22" fmla="*/ 86 w 158"/>
              <a:gd name="T23" fmla="*/ 84 h 134"/>
              <a:gd name="T24" fmla="*/ 90 w 158"/>
              <a:gd name="T25" fmla="*/ 78 h 134"/>
              <a:gd name="T26" fmla="*/ 96 w 158"/>
              <a:gd name="T27" fmla="*/ 72 h 134"/>
              <a:gd name="T28" fmla="*/ 96 w 158"/>
              <a:gd name="T29" fmla="*/ 62 h 134"/>
              <a:gd name="T30" fmla="*/ 90 w 158"/>
              <a:gd name="T31" fmla="*/ 56 h 134"/>
              <a:gd name="T32" fmla="*/ 86 w 158"/>
              <a:gd name="T33" fmla="*/ 50 h 134"/>
              <a:gd name="T34" fmla="*/ 92 w 158"/>
              <a:gd name="T35" fmla="*/ 44 h 134"/>
              <a:gd name="T36" fmla="*/ 105 w 158"/>
              <a:gd name="T37" fmla="*/ 54 h 134"/>
              <a:gd name="T38" fmla="*/ 134 w 158"/>
              <a:gd name="T39" fmla="*/ 67 h 134"/>
              <a:gd name="T40" fmla="*/ 104 w 158"/>
              <a:gd name="T41" fmla="*/ 112 h 134"/>
              <a:gd name="T42" fmla="*/ 98 w 158"/>
              <a:gd name="T43" fmla="*/ 110 h 134"/>
              <a:gd name="T44" fmla="*/ 99 w 158"/>
              <a:gd name="T45" fmla="*/ 100 h 134"/>
              <a:gd name="T46" fmla="*/ 118 w 158"/>
              <a:gd name="T47" fmla="*/ 83 h 134"/>
              <a:gd name="T48" fmla="*/ 118 w 158"/>
              <a:gd name="T49" fmla="*/ 51 h 134"/>
              <a:gd name="T50" fmla="*/ 99 w 158"/>
              <a:gd name="T51" fmla="*/ 34 h 134"/>
              <a:gd name="T52" fmla="*/ 98 w 158"/>
              <a:gd name="T53" fmla="*/ 24 h 134"/>
              <a:gd name="T54" fmla="*/ 104 w 158"/>
              <a:gd name="T55" fmla="*/ 22 h 134"/>
              <a:gd name="T56" fmla="*/ 146 w 158"/>
              <a:gd name="T57" fmla="*/ 27 h 134"/>
              <a:gd name="T58" fmla="*/ 146 w 158"/>
              <a:gd name="T59" fmla="*/ 107 h 134"/>
              <a:gd name="T60" fmla="*/ 111 w 158"/>
              <a:gd name="T61" fmla="*/ 134 h 134"/>
              <a:gd name="T62" fmla="*/ 105 w 158"/>
              <a:gd name="T63" fmla="*/ 128 h 134"/>
              <a:gd name="T64" fmla="*/ 111 w 158"/>
              <a:gd name="T65" fmla="*/ 122 h 134"/>
              <a:gd name="T66" fmla="*/ 121 w 158"/>
              <a:gd name="T67" fmla="*/ 116 h 134"/>
              <a:gd name="T68" fmla="*/ 146 w 158"/>
              <a:gd name="T69" fmla="*/ 67 h 134"/>
              <a:gd name="T70" fmla="*/ 121 w 158"/>
              <a:gd name="T71" fmla="*/ 18 h 134"/>
              <a:gd name="T72" fmla="*/ 111 w 158"/>
              <a:gd name="T73" fmla="*/ 12 h 134"/>
              <a:gd name="T74" fmla="*/ 105 w 158"/>
              <a:gd name="T75" fmla="*/ 6 h 134"/>
              <a:gd name="T76" fmla="*/ 111 w 158"/>
              <a:gd name="T77" fmla="*/ 0 h 134"/>
              <a:gd name="T78" fmla="*/ 146 w 158"/>
              <a:gd name="T79" fmla="*/ 27 h 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58" h="134">
                <a:moveTo>
                  <a:pt x="73" y="16"/>
                </a:moveTo>
                <a:cubicBezTo>
                  <a:pt x="73" y="118"/>
                  <a:pt x="73" y="118"/>
                  <a:pt x="73" y="118"/>
                </a:cubicBezTo>
                <a:cubicBezTo>
                  <a:pt x="73" y="120"/>
                  <a:pt x="73" y="121"/>
                  <a:pt x="71" y="123"/>
                </a:cubicBezTo>
                <a:cubicBezTo>
                  <a:pt x="70" y="124"/>
                  <a:pt x="69" y="124"/>
                  <a:pt x="67" y="124"/>
                </a:cubicBezTo>
                <a:cubicBezTo>
                  <a:pt x="65" y="124"/>
                  <a:pt x="64" y="124"/>
                  <a:pt x="63" y="123"/>
                </a:cubicBezTo>
                <a:cubicBezTo>
                  <a:pt x="31" y="91"/>
                  <a:pt x="31" y="91"/>
                  <a:pt x="31" y="91"/>
                </a:cubicBezTo>
                <a:cubicBezTo>
                  <a:pt x="7" y="91"/>
                  <a:pt x="7" y="91"/>
                  <a:pt x="7" y="91"/>
                </a:cubicBezTo>
                <a:cubicBezTo>
                  <a:pt x="5" y="91"/>
                  <a:pt x="3" y="91"/>
                  <a:pt x="2" y="89"/>
                </a:cubicBezTo>
                <a:cubicBezTo>
                  <a:pt x="1" y="88"/>
                  <a:pt x="0" y="87"/>
                  <a:pt x="0" y="85"/>
                </a:cubicBezTo>
                <a:cubicBezTo>
                  <a:pt x="0" y="49"/>
                  <a:pt x="0" y="49"/>
                  <a:pt x="0" y="49"/>
                </a:cubicBezTo>
                <a:cubicBezTo>
                  <a:pt x="0" y="47"/>
                  <a:pt x="1" y="46"/>
                  <a:pt x="2" y="45"/>
                </a:cubicBezTo>
                <a:cubicBezTo>
                  <a:pt x="3" y="43"/>
                  <a:pt x="5" y="43"/>
                  <a:pt x="7" y="43"/>
                </a:cubicBezTo>
                <a:cubicBezTo>
                  <a:pt x="31" y="43"/>
                  <a:pt x="31" y="43"/>
                  <a:pt x="31" y="43"/>
                </a:cubicBezTo>
                <a:cubicBezTo>
                  <a:pt x="63" y="11"/>
                  <a:pt x="63" y="11"/>
                  <a:pt x="63" y="11"/>
                </a:cubicBezTo>
                <a:cubicBezTo>
                  <a:pt x="64" y="10"/>
                  <a:pt x="65" y="9"/>
                  <a:pt x="67" y="9"/>
                </a:cubicBezTo>
                <a:cubicBezTo>
                  <a:pt x="69" y="9"/>
                  <a:pt x="70" y="10"/>
                  <a:pt x="71" y="11"/>
                </a:cubicBezTo>
                <a:cubicBezTo>
                  <a:pt x="73" y="12"/>
                  <a:pt x="73" y="14"/>
                  <a:pt x="73" y="16"/>
                </a:cubicBezTo>
                <a:close/>
                <a:moveTo>
                  <a:pt x="105" y="54"/>
                </a:moveTo>
                <a:cubicBezTo>
                  <a:pt x="108" y="58"/>
                  <a:pt x="109" y="62"/>
                  <a:pt x="109" y="67"/>
                </a:cubicBezTo>
                <a:cubicBezTo>
                  <a:pt x="109" y="72"/>
                  <a:pt x="108" y="76"/>
                  <a:pt x="105" y="80"/>
                </a:cubicBezTo>
                <a:cubicBezTo>
                  <a:pt x="103" y="84"/>
                  <a:pt x="99" y="87"/>
                  <a:pt x="95" y="89"/>
                </a:cubicBezTo>
                <a:cubicBezTo>
                  <a:pt x="94" y="89"/>
                  <a:pt x="93" y="90"/>
                  <a:pt x="92" y="90"/>
                </a:cubicBezTo>
                <a:cubicBezTo>
                  <a:pt x="91" y="90"/>
                  <a:pt x="89" y="89"/>
                  <a:pt x="88" y="88"/>
                </a:cubicBezTo>
                <a:cubicBezTo>
                  <a:pt x="87" y="87"/>
                  <a:pt x="86" y="85"/>
                  <a:pt x="86" y="84"/>
                </a:cubicBezTo>
                <a:cubicBezTo>
                  <a:pt x="86" y="82"/>
                  <a:pt x="87" y="81"/>
                  <a:pt x="87" y="80"/>
                </a:cubicBezTo>
                <a:cubicBezTo>
                  <a:pt x="88" y="79"/>
                  <a:pt x="89" y="79"/>
                  <a:pt x="90" y="78"/>
                </a:cubicBezTo>
                <a:cubicBezTo>
                  <a:pt x="91" y="77"/>
                  <a:pt x="92" y="77"/>
                  <a:pt x="93" y="76"/>
                </a:cubicBezTo>
                <a:cubicBezTo>
                  <a:pt x="94" y="75"/>
                  <a:pt x="95" y="74"/>
                  <a:pt x="96" y="72"/>
                </a:cubicBezTo>
                <a:cubicBezTo>
                  <a:pt x="97" y="71"/>
                  <a:pt x="97" y="69"/>
                  <a:pt x="97" y="67"/>
                </a:cubicBezTo>
                <a:cubicBezTo>
                  <a:pt x="97" y="65"/>
                  <a:pt x="97" y="63"/>
                  <a:pt x="96" y="62"/>
                </a:cubicBezTo>
                <a:cubicBezTo>
                  <a:pt x="95" y="60"/>
                  <a:pt x="94" y="59"/>
                  <a:pt x="93" y="58"/>
                </a:cubicBezTo>
                <a:cubicBezTo>
                  <a:pt x="92" y="57"/>
                  <a:pt x="91" y="57"/>
                  <a:pt x="90" y="56"/>
                </a:cubicBezTo>
                <a:cubicBezTo>
                  <a:pt x="89" y="55"/>
                  <a:pt x="88" y="55"/>
                  <a:pt x="87" y="54"/>
                </a:cubicBezTo>
                <a:cubicBezTo>
                  <a:pt x="87" y="53"/>
                  <a:pt x="86" y="52"/>
                  <a:pt x="86" y="50"/>
                </a:cubicBezTo>
                <a:cubicBezTo>
                  <a:pt x="86" y="49"/>
                  <a:pt x="87" y="47"/>
                  <a:pt x="88" y="46"/>
                </a:cubicBezTo>
                <a:cubicBezTo>
                  <a:pt x="89" y="45"/>
                  <a:pt x="91" y="44"/>
                  <a:pt x="92" y="44"/>
                </a:cubicBezTo>
                <a:cubicBezTo>
                  <a:pt x="93" y="44"/>
                  <a:pt x="94" y="44"/>
                  <a:pt x="95" y="45"/>
                </a:cubicBezTo>
                <a:cubicBezTo>
                  <a:pt x="99" y="46"/>
                  <a:pt x="103" y="49"/>
                  <a:pt x="105" y="54"/>
                </a:cubicBezTo>
                <a:close/>
                <a:moveTo>
                  <a:pt x="126" y="40"/>
                </a:moveTo>
                <a:cubicBezTo>
                  <a:pt x="131" y="48"/>
                  <a:pt x="134" y="57"/>
                  <a:pt x="134" y="67"/>
                </a:cubicBezTo>
                <a:cubicBezTo>
                  <a:pt x="134" y="77"/>
                  <a:pt x="131" y="86"/>
                  <a:pt x="126" y="94"/>
                </a:cubicBezTo>
                <a:cubicBezTo>
                  <a:pt x="120" y="102"/>
                  <a:pt x="113" y="108"/>
                  <a:pt x="104" y="112"/>
                </a:cubicBezTo>
                <a:cubicBezTo>
                  <a:pt x="103" y="112"/>
                  <a:pt x="103" y="112"/>
                  <a:pt x="102" y="112"/>
                </a:cubicBezTo>
                <a:cubicBezTo>
                  <a:pt x="100" y="112"/>
                  <a:pt x="99" y="111"/>
                  <a:pt x="98" y="110"/>
                </a:cubicBezTo>
                <a:cubicBezTo>
                  <a:pt x="96" y="109"/>
                  <a:pt x="96" y="108"/>
                  <a:pt x="96" y="106"/>
                </a:cubicBezTo>
                <a:cubicBezTo>
                  <a:pt x="96" y="103"/>
                  <a:pt x="97" y="102"/>
                  <a:pt x="99" y="100"/>
                </a:cubicBezTo>
                <a:cubicBezTo>
                  <a:pt x="103" y="99"/>
                  <a:pt x="105" y="97"/>
                  <a:pt x="107" y="96"/>
                </a:cubicBezTo>
                <a:cubicBezTo>
                  <a:pt x="111" y="93"/>
                  <a:pt x="115" y="89"/>
                  <a:pt x="118" y="83"/>
                </a:cubicBezTo>
                <a:cubicBezTo>
                  <a:pt x="120" y="78"/>
                  <a:pt x="122" y="73"/>
                  <a:pt x="122" y="67"/>
                </a:cubicBezTo>
                <a:cubicBezTo>
                  <a:pt x="122" y="61"/>
                  <a:pt x="120" y="56"/>
                  <a:pt x="118" y="51"/>
                </a:cubicBezTo>
                <a:cubicBezTo>
                  <a:pt x="115" y="45"/>
                  <a:pt x="111" y="41"/>
                  <a:pt x="107" y="38"/>
                </a:cubicBezTo>
                <a:cubicBezTo>
                  <a:pt x="105" y="37"/>
                  <a:pt x="103" y="35"/>
                  <a:pt x="99" y="34"/>
                </a:cubicBezTo>
                <a:cubicBezTo>
                  <a:pt x="97" y="32"/>
                  <a:pt x="96" y="30"/>
                  <a:pt x="96" y="28"/>
                </a:cubicBezTo>
                <a:cubicBezTo>
                  <a:pt x="96" y="26"/>
                  <a:pt x="96" y="25"/>
                  <a:pt x="98" y="24"/>
                </a:cubicBezTo>
                <a:cubicBezTo>
                  <a:pt x="99" y="23"/>
                  <a:pt x="100" y="22"/>
                  <a:pt x="102" y="22"/>
                </a:cubicBezTo>
                <a:cubicBezTo>
                  <a:pt x="103" y="22"/>
                  <a:pt x="103" y="22"/>
                  <a:pt x="104" y="22"/>
                </a:cubicBezTo>
                <a:cubicBezTo>
                  <a:pt x="113" y="26"/>
                  <a:pt x="120" y="32"/>
                  <a:pt x="126" y="40"/>
                </a:cubicBezTo>
                <a:close/>
                <a:moveTo>
                  <a:pt x="146" y="27"/>
                </a:moveTo>
                <a:cubicBezTo>
                  <a:pt x="154" y="39"/>
                  <a:pt x="158" y="52"/>
                  <a:pt x="158" y="67"/>
                </a:cubicBezTo>
                <a:cubicBezTo>
                  <a:pt x="158" y="81"/>
                  <a:pt x="154" y="95"/>
                  <a:pt x="146" y="107"/>
                </a:cubicBezTo>
                <a:cubicBezTo>
                  <a:pt x="138" y="119"/>
                  <a:pt x="127" y="128"/>
                  <a:pt x="114" y="134"/>
                </a:cubicBezTo>
                <a:cubicBezTo>
                  <a:pt x="113" y="134"/>
                  <a:pt x="112" y="134"/>
                  <a:pt x="111" y="134"/>
                </a:cubicBezTo>
                <a:cubicBezTo>
                  <a:pt x="110" y="134"/>
                  <a:pt x="108" y="134"/>
                  <a:pt x="107" y="132"/>
                </a:cubicBezTo>
                <a:cubicBezTo>
                  <a:pt x="106" y="131"/>
                  <a:pt x="105" y="130"/>
                  <a:pt x="105" y="128"/>
                </a:cubicBezTo>
                <a:cubicBezTo>
                  <a:pt x="105" y="126"/>
                  <a:pt x="107" y="124"/>
                  <a:pt x="109" y="123"/>
                </a:cubicBezTo>
                <a:cubicBezTo>
                  <a:pt x="109" y="122"/>
                  <a:pt x="110" y="122"/>
                  <a:pt x="111" y="122"/>
                </a:cubicBezTo>
                <a:cubicBezTo>
                  <a:pt x="112" y="121"/>
                  <a:pt x="113" y="121"/>
                  <a:pt x="113" y="121"/>
                </a:cubicBezTo>
                <a:cubicBezTo>
                  <a:pt x="116" y="119"/>
                  <a:pt x="119" y="117"/>
                  <a:pt x="121" y="116"/>
                </a:cubicBezTo>
                <a:cubicBezTo>
                  <a:pt x="129" y="110"/>
                  <a:pt x="135" y="103"/>
                  <a:pt x="139" y="94"/>
                </a:cubicBezTo>
                <a:cubicBezTo>
                  <a:pt x="144" y="86"/>
                  <a:pt x="146" y="77"/>
                  <a:pt x="146" y="67"/>
                </a:cubicBezTo>
                <a:cubicBezTo>
                  <a:pt x="146" y="57"/>
                  <a:pt x="144" y="48"/>
                  <a:pt x="139" y="40"/>
                </a:cubicBezTo>
                <a:cubicBezTo>
                  <a:pt x="135" y="31"/>
                  <a:pt x="129" y="24"/>
                  <a:pt x="121" y="18"/>
                </a:cubicBezTo>
                <a:cubicBezTo>
                  <a:pt x="119" y="17"/>
                  <a:pt x="116" y="15"/>
                  <a:pt x="113" y="13"/>
                </a:cubicBezTo>
                <a:cubicBezTo>
                  <a:pt x="113" y="13"/>
                  <a:pt x="112" y="13"/>
                  <a:pt x="111" y="12"/>
                </a:cubicBezTo>
                <a:cubicBezTo>
                  <a:pt x="110" y="12"/>
                  <a:pt x="109" y="12"/>
                  <a:pt x="109" y="11"/>
                </a:cubicBezTo>
                <a:cubicBezTo>
                  <a:pt x="107" y="10"/>
                  <a:pt x="105" y="8"/>
                  <a:pt x="105" y="6"/>
                </a:cubicBezTo>
                <a:cubicBezTo>
                  <a:pt x="105" y="4"/>
                  <a:pt x="106" y="3"/>
                  <a:pt x="107" y="2"/>
                </a:cubicBezTo>
                <a:cubicBezTo>
                  <a:pt x="108" y="0"/>
                  <a:pt x="110" y="0"/>
                  <a:pt x="111" y="0"/>
                </a:cubicBezTo>
                <a:cubicBezTo>
                  <a:pt x="112" y="0"/>
                  <a:pt x="113" y="0"/>
                  <a:pt x="114" y="0"/>
                </a:cubicBezTo>
                <a:cubicBezTo>
                  <a:pt x="127" y="6"/>
                  <a:pt x="138" y="15"/>
                  <a:pt x="146" y="2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41" name="Freeform 43"/>
          <p:cNvSpPr>
            <a:spLocks noEditPoints="1"/>
          </p:cNvSpPr>
          <p:nvPr/>
        </p:nvSpPr>
        <p:spPr bwMode="auto">
          <a:xfrm>
            <a:off x="793751" y="1824385"/>
            <a:ext cx="190176" cy="190176"/>
          </a:xfrm>
          <a:custGeom>
            <a:avLst/>
            <a:gdLst>
              <a:gd name="T0" fmla="*/ 40 w 88"/>
              <a:gd name="T1" fmla="*/ 40 h 88"/>
              <a:gd name="T2" fmla="*/ 0 w 88"/>
              <a:gd name="T3" fmla="*/ 0 h 88"/>
              <a:gd name="T4" fmla="*/ 40 w 88"/>
              <a:gd name="T5" fmla="*/ 48 h 88"/>
              <a:gd name="T6" fmla="*/ 0 w 88"/>
              <a:gd name="T7" fmla="*/ 88 h 88"/>
              <a:gd name="T8" fmla="*/ 40 w 88"/>
              <a:gd name="T9" fmla="*/ 48 h 88"/>
              <a:gd name="T10" fmla="*/ 32 w 88"/>
              <a:gd name="T11" fmla="*/ 32 h 88"/>
              <a:gd name="T12" fmla="*/ 8 w 88"/>
              <a:gd name="T13" fmla="*/ 8 h 88"/>
              <a:gd name="T14" fmla="*/ 8 w 88"/>
              <a:gd name="T15" fmla="*/ 80 h 88"/>
              <a:gd name="T16" fmla="*/ 32 w 88"/>
              <a:gd name="T17" fmla="*/ 56 h 88"/>
              <a:gd name="T18" fmla="*/ 8 w 88"/>
              <a:gd name="T19" fmla="*/ 80 h 88"/>
              <a:gd name="T20" fmla="*/ 24 w 88"/>
              <a:gd name="T21" fmla="*/ 24 h 88"/>
              <a:gd name="T22" fmla="*/ 16 w 88"/>
              <a:gd name="T23" fmla="*/ 16 h 88"/>
              <a:gd name="T24" fmla="*/ 24 w 88"/>
              <a:gd name="T25" fmla="*/ 64 h 88"/>
              <a:gd name="T26" fmla="*/ 16 w 88"/>
              <a:gd name="T27" fmla="*/ 72 h 88"/>
              <a:gd name="T28" fmla="*/ 24 w 88"/>
              <a:gd name="T29" fmla="*/ 64 h 88"/>
              <a:gd name="T30" fmla="*/ 88 w 88"/>
              <a:gd name="T31" fmla="*/ 40 h 88"/>
              <a:gd name="T32" fmla="*/ 48 w 88"/>
              <a:gd name="T33" fmla="*/ 0 h 88"/>
              <a:gd name="T34" fmla="*/ 88 w 88"/>
              <a:gd name="T35" fmla="*/ 48 h 88"/>
              <a:gd name="T36" fmla="*/ 64 w 88"/>
              <a:gd name="T37" fmla="*/ 72 h 88"/>
              <a:gd name="T38" fmla="*/ 56 w 88"/>
              <a:gd name="T39" fmla="*/ 64 h 88"/>
              <a:gd name="T40" fmla="*/ 48 w 88"/>
              <a:gd name="T41" fmla="*/ 88 h 88"/>
              <a:gd name="T42" fmla="*/ 72 w 88"/>
              <a:gd name="T43" fmla="*/ 48 h 88"/>
              <a:gd name="T44" fmla="*/ 80 w 88"/>
              <a:gd name="T45" fmla="*/ 56 h 88"/>
              <a:gd name="T46" fmla="*/ 88 w 88"/>
              <a:gd name="T47" fmla="*/ 48 h 88"/>
              <a:gd name="T48" fmla="*/ 80 w 88"/>
              <a:gd name="T49" fmla="*/ 32 h 88"/>
              <a:gd name="T50" fmla="*/ 56 w 88"/>
              <a:gd name="T51" fmla="*/ 8 h 88"/>
              <a:gd name="T52" fmla="*/ 72 w 88"/>
              <a:gd name="T53" fmla="*/ 16 h 88"/>
              <a:gd name="T54" fmla="*/ 64 w 88"/>
              <a:gd name="T55" fmla="*/ 24 h 88"/>
              <a:gd name="T56" fmla="*/ 72 w 88"/>
              <a:gd name="T57" fmla="*/ 16 h 88"/>
              <a:gd name="T58" fmla="*/ 72 w 88"/>
              <a:gd name="T59" fmla="*/ 88 h 88"/>
              <a:gd name="T60" fmla="*/ 64 w 88"/>
              <a:gd name="T61" fmla="*/ 80 h 88"/>
              <a:gd name="T62" fmla="*/ 88 w 88"/>
              <a:gd name="T63" fmla="*/ 80 h 88"/>
              <a:gd name="T64" fmla="*/ 80 w 88"/>
              <a:gd name="T65" fmla="*/ 88 h 88"/>
              <a:gd name="T66" fmla="*/ 88 w 88"/>
              <a:gd name="T67" fmla="*/ 80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88" h="88">
                <a:moveTo>
                  <a:pt x="40" y="0"/>
                </a:moveTo>
                <a:lnTo>
                  <a:pt x="40" y="40"/>
                </a:lnTo>
                <a:lnTo>
                  <a:pt x="0" y="40"/>
                </a:lnTo>
                <a:lnTo>
                  <a:pt x="0" y="0"/>
                </a:lnTo>
                <a:lnTo>
                  <a:pt x="40" y="0"/>
                </a:lnTo>
                <a:close/>
                <a:moveTo>
                  <a:pt x="40" y="48"/>
                </a:moveTo>
                <a:lnTo>
                  <a:pt x="40" y="88"/>
                </a:lnTo>
                <a:lnTo>
                  <a:pt x="0" y="88"/>
                </a:lnTo>
                <a:lnTo>
                  <a:pt x="0" y="48"/>
                </a:lnTo>
                <a:lnTo>
                  <a:pt x="40" y="48"/>
                </a:lnTo>
                <a:close/>
                <a:moveTo>
                  <a:pt x="8" y="32"/>
                </a:moveTo>
                <a:lnTo>
                  <a:pt x="32" y="32"/>
                </a:lnTo>
                <a:lnTo>
                  <a:pt x="32" y="8"/>
                </a:lnTo>
                <a:lnTo>
                  <a:pt x="8" y="8"/>
                </a:lnTo>
                <a:lnTo>
                  <a:pt x="8" y="32"/>
                </a:lnTo>
                <a:close/>
                <a:moveTo>
                  <a:pt x="8" y="80"/>
                </a:moveTo>
                <a:lnTo>
                  <a:pt x="32" y="80"/>
                </a:lnTo>
                <a:lnTo>
                  <a:pt x="32" y="56"/>
                </a:lnTo>
                <a:lnTo>
                  <a:pt x="8" y="56"/>
                </a:lnTo>
                <a:lnTo>
                  <a:pt x="8" y="80"/>
                </a:lnTo>
                <a:close/>
                <a:moveTo>
                  <a:pt x="24" y="16"/>
                </a:moveTo>
                <a:lnTo>
                  <a:pt x="24" y="24"/>
                </a:lnTo>
                <a:lnTo>
                  <a:pt x="16" y="24"/>
                </a:lnTo>
                <a:lnTo>
                  <a:pt x="16" y="16"/>
                </a:lnTo>
                <a:lnTo>
                  <a:pt x="24" y="16"/>
                </a:lnTo>
                <a:close/>
                <a:moveTo>
                  <a:pt x="24" y="64"/>
                </a:moveTo>
                <a:lnTo>
                  <a:pt x="24" y="72"/>
                </a:lnTo>
                <a:lnTo>
                  <a:pt x="16" y="72"/>
                </a:lnTo>
                <a:lnTo>
                  <a:pt x="16" y="64"/>
                </a:lnTo>
                <a:lnTo>
                  <a:pt x="24" y="64"/>
                </a:lnTo>
                <a:close/>
                <a:moveTo>
                  <a:pt x="88" y="0"/>
                </a:moveTo>
                <a:lnTo>
                  <a:pt x="88" y="40"/>
                </a:lnTo>
                <a:lnTo>
                  <a:pt x="48" y="40"/>
                </a:lnTo>
                <a:lnTo>
                  <a:pt x="48" y="0"/>
                </a:lnTo>
                <a:lnTo>
                  <a:pt x="88" y="0"/>
                </a:lnTo>
                <a:close/>
                <a:moveTo>
                  <a:pt x="88" y="48"/>
                </a:moveTo>
                <a:lnTo>
                  <a:pt x="88" y="72"/>
                </a:lnTo>
                <a:lnTo>
                  <a:pt x="64" y="72"/>
                </a:lnTo>
                <a:lnTo>
                  <a:pt x="64" y="64"/>
                </a:lnTo>
                <a:lnTo>
                  <a:pt x="56" y="64"/>
                </a:lnTo>
                <a:lnTo>
                  <a:pt x="56" y="88"/>
                </a:lnTo>
                <a:lnTo>
                  <a:pt x="48" y="88"/>
                </a:lnTo>
                <a:lnTo>
                  <a:pt x="48" y="48"/>
                </a:lnTo>
                <a:lnTo>
                  <a:pt x="72" y="48"/>
                </a:lnTo>
                <a:lnTo>
                  <a:pt x="72" y="56"/>
                </a:lnTo>
                <a:lnTo>
                  <a:pt x="80" y="56"/>
                </a:lnTo>
                <a:lnTo>
                  <a:pt x="80" y="48"/>
                </a:lnTo>
                <a:lnTo>
                  <a:pt x="88" y="48"/>
                </a:lnTo>
                <a:close/>
                <a:moveTo>
                  <a:pt x="56" y="32"/>
                </a:moveTo>
                <a:lnTo>
                  <a:pt x="80" y="32"/>
                </a:lnTo>
                <a:lnTo>
                  <a:pt x="80" y="8"/>
                </a:lnTo>
                <a:lnTo>
                  <a:pt x="56" y="8"/>
                </a:lnTo>
                <a:lnTo>
                  <a:pt x="56" y="32"/>
                </a:lnTo>
                <a:close/>
                <a:moveTo>
                  <a:pt x="72" y="16"/>
                </a:moveTo>
                <a:lnTo>
                  <a:pt x="72" y="24"/>
                </a:lnTo>
                <a:lnTo>
                  <a:pt x="64" y="24"/>
                </a:lnTo>
                <a:lnTo>
                  <a:pt x="64" y="16"/>
                </a:lnTo>
                <a:lnTo>
                  <a:pt x="72" y="16"/>
                </a:lnTo>
                <a:close/>
                <a:moveTo>
                  <a:pt x="72" y="80"/>
                </a:moveTo>
                <a:lnTo>
                  <a:pt x="72" y="88"/>
                </a:lnTo>
                <a:lnTo>
                  <a:pt x="64" y="88"/>
                </a:lnTo>
                <a:lnTo>
                  <a:pt x="64" y="80"/>
                </a:lnTo>
                <a:lnTo>
                  <a:pt x="72" y="80"/>
                </a:lnTo>
                <a:close/>
                <a:moveTo>
                  <a:pt x="88" y="80"/>
                </a:moveTo>
                <a:lnTo>
                  <a:pt x="88" y="88"/>
                </a:lnTo>
                <a:lnTo>
                  <a:pt x="80" y="88"/>
                </a:lnTo>
                <a:lnTo>
                  <a:pt x="80" y="80"/>
                </a:lnTo>
                <a:lnTo>
                  <a:pt x="88" y="8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42" name="Freeform 44"/>
          <p:cNvSpPr>
            <a:spLocks noEditPoints="1"/>
          </p:cNvSpPr>
          <p:nvPr/>
        </p:nvSpPr>
        <p:spPr bwMode="auto">
          <a:xfrm>
            <a:off x="1046599" y="1824385"/>
            <a:ext cx="242043" cy="190176"/>
          </a:xfrm>
          <a:custGeom>
            <a:avLst/>
            <a:gdLst>
              <a:gd name="T0" fmla="*/ 0 w 112"/>
              <a:gd name="T1" fmla="*/ 88 h 88"/>
              <a:gd name="T2" fmla="*/ 4 w 112"/>
              <a:gd name="T3" fmla="*/ 0 h 88"/>
              <a:gd name="T4" fmla="*/ 8 w 112"/>
              <a:gd name="T5" fmla="*/ 88 h 88"/>
              <a:gd name="T6" fmla="*/ 6 w 112"/>
              <a:gd name="T7" fmla="*/ 0 h 88"/>
              <a:gd name="T8" fmla="*/ 8 w 112"/>
              <a:gd name="T9" fmla="*/ 88 h 88"/>
              <a:gd name="T10" fmla="*/ 12 w 112"/>
              <a:gd name="T11" fmla="*/ 88 h 88"/>
              <a:gd name="T12" fmla="*/ 14 w 112"/>
              <a:gd name="T13" fmla="*/ 0 h 88"/>
              <a:gd name="T14" fmla="*/ 24 w 112"/>
              <a:gd name="T15" fmla="*/ 88 h 88"/>
              <a:gd name="T16" fmla="*/ 22 w 112"/>
              <a:gd name="T17" fmla="*/ 0 h 88"/>
              <a:gd name="T18" fmla="*/ 24 w 112"/>
              <a:gd name="T19" fmla="*/ 88 h 88"/>
              <a:gd name="T20" fmla="*/ 30 w 112"/>
              <a:gd name="T21" fmla="*/ 88 h 88"/>
              <a:gd name="T22" fmla="*/ 34 w 112"/>
              <a:gd name="T23" fmla="*/ 0 h 88"/>
              <a:gd name="T24" fmla="*/ 42 w 112"/>
              <a:gd name="T25" fmla="*/ 88 h 88"/>
              <a:gd name="T26" fmla="*/ 40 w 112"/>
              <a:gd name="T27" fmla="*/ 0 h 88"/>
              <a:gd name="T28" fmla="*/ 42 w 112"/>
              <a:gd name="T29" fmla="*/ 88 h 88"/>
              <a:gd name="T30" fmla="*/ 44 w 112"/>
              <a:gd name="T31" fmla="*/ 88 h 88"/>
              <a:gd name="T32" fmla="*/ 45 w 112"/>
              <a:gd name="T33" fmla="*/ 0 h 88"/>
              <a:gd name="T34" fmla="*/ 49 w 112"/>
              <a:gd name="T35" fmla="*/ 88 h 88"/>
              <a:gd name="T36" fmla="*/ 47 w 112"/>
              <a:gd name="T37" fmla="*/ 0 h 88"/>
              <a:gd name="T38" fmla="*/ 49 w 112"/>
              <a:gd name="T39" fmla="*/ 88 h 88"/>
              <a:gd name="T40" fmla="*/ 55 w 112"/>
              <a:gd name="T41" fmla="*/ 88 h 88"/>
              <a:gd name="T42" fmla="*/ 59 w 112"/>
              <a:gd name="T43" fmla="*/ 0 h 88"/>
              <a:gd name="T44" fmla="*/ 69 w 112"/>
              <a:gd name="T45" fmla="*/ 88 h 88"/>
              <a:gd name="T46" fmla="*/ 65 w 112"/>
              <a:gd name="T47" fmla="*/ 0 h 88"/>
              <a:gd name="T48" fmla="*/ 69 w 112"/>
              <a:gd name="T49" fmla="*/ 88 h 88"/>
              <a:gd name="T50" fmla="*/ 73 w 112"/>
              <a:gd name="T51" fmla="*/ 88 h 88"/>
              <a:gd name="T52" fmla="*/ 77 w 112"/>
              <a:gd name="T53" fmla="*/ 0 h 88"/>
              <a:gd name="T54" fmla="*/ 85 w 112"/>
              <a:gd name="T55" fmla="*/ 88 h 88"/>
              <a:gd name="T56" fmla="*/ 81 w 112"/>
              <a:gd name="T57" fmla="*/ 0 h 88"/>
              <a:gd name="T58" fmla="*/ 85 w 112"/>
              <a:gd name="T59" fmla="*/ 88 h 88"/>
              <a:gd name="T60" fmla="*/ 87 w 112"/>
              <a:gd name="T61" fmla="*/ 88 h 88"/>
              <a:gd name="T62" fmla="*/ 91 w 112"/>
              <a:gd name="T63" fmla="*/ 0 h 88"/>
              <a:gd name="T64" fmla="*/ 103 w 112"/>
              <a:gd name="T65" fmla="*/ 88 h 88"/>
              <a:gd name="T66" fmla="*/ 97 w 112"/>
              <a:gd name="T67" fmla="*/ 0 h 88"/>
              <a:gd name="T68" fmla="*/ 103 w 112"/>
              <a:gd name="T69" fmla="*/ 88 h 88"/>
              <a:gd name="T70" fmla="*/ 105 w 112"/>
              <a:gd name="T71" fmla="*/ 88 h 88"/>
              <a:gd name="T72" fmla="*/ 107 w 112"/>
              <a:gd name="T73" fmla="*/ 0 h 88"/>
              <a:gd name="T74" fmla="*/ 112 w 112"/>
              <a:gd name="T75" fmla="*/ 88 h 88"/>
              <a:gd name="T76" fmla="*/ 108 w 112"/>
              <a:gd name="T77" fmla="*/ 0 h 88"/>
              <a:gd name="T78" fmla="*/ 112 w 112"/>
              <a:gd name="T79" fmla="*/ 88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12" h="88">
                <a:moveTo>
                  <a:pt x="4" y="88"/>
                </a:moveTo>
                <a:lnTo>
                  <a:pt x="0" y="88"/>
                </a:lnTo>
                <a:lnTo>
                  <a:pt x="0" y="0"/>
                </a:lnTo>
                <a:lnTo>
                  <a:pt x="4" y="0"/>
                </a:lnTo>
                <a:lnTo>
                  <a:pt x="4" y="88"/>
                </a:lnTo>
                <a:close/>
                <a:moveTo>
                  <a:pt x="8" y="88"/>
                </a:moveTo>
                <a:lnTo>
                  <a:pt x="6" y="88"/>
                </a:lnTo>
                <a:lnTo>
                  <a:pt x="6" y="0"/>
                </a:lnTo>
                <a:lnTo>
                  <a:pt x="8" y="0"/>
                </a:lnTo>
                <a:lnTo>
                  <a:pt x="8" y="88"/>
                </a:lnTo>
                <a:close/>
                <a:moveTo>
                  <a:pt x="14" y="88"/>
                </a:moveTo>
                <a:lnTo>
                  <a:pt x="12" y="88"/>
                </a:lnTo>
                <a:lnTo>
                  <a:pt x="12" y="0"/>
                </a:lnTo>
                <a:lnTo>
                  <a:pt x="14" y="0"/>
                </a:lnTo>
                <a:lnTo>
                  <a:pt x="14" y="88"/>
                </a:lnTo>
                <a:close/>
                <a:moveTo>
                  <a:pt x="24" y="88"/>
                </a:moveTo>
                <a:lnTo>
                  <a:pt x="22" y="88"/>
                </a:lnTo>
                <a:lnTo>
                  <a:pt x="22" y="0"/>
                </a:lnTo>
                <a:lnTo>
                  <a:pt x="24" y="0"/>
                </a:lnTo>
                <a:lnTo>
                  <a:pt x="24" y="88"/>
                </a:lnTo>
                <a:close/>
                <a:moveTo>
                  <a:pt x="34" y="88"/>
                </a:moveTo>
                <a:lnTo>
                  <a:pt x="30" y="88"/>
                </a:lnTo>
                <a:lnTo>
                  <a:pt x="30" y="0"/>
                </a:lnTo>
                <a:lnTo>
                  <a:pt x="34" y="0"/>
                </a:lnTo>
                <a:lnTo>
                  <a:pt x="34" y="88"/>
                </a:lnTo>
                <a:close/>
                <a:moveTo>
                  <a:pt x="42" y="88"/>
                </a:moveTo>
                <a:lnTo>
                  <a:pt x="40" y="88"/>
                </a:lnTo>
                <a:lnTo>
                  <a:pt x="40" y="0"/>
                </a:lnTo>
                <a:lnTo>
                  <a:pt x="42" y="0"/>
                </a:lnTo>
                <a:lnTo>
                  <a:pt x="42" y="88"/>
                </a:lnTo>
                <a:close/>
                <a:moveTo>
                  <a:pt x="45" y="88"/>
                </a:moveTo>
                <a:lnTo>
                  <a:pt x="44" y="88"/>
                </a:lnTo>
                <a:lnTo>
                  <a:pt x="44" y="0"/>
                </a:lnTo>
                <a:lnTo>
                  <a:pt x="45" y="0"/>
                </a:lnTo>
                <a:lnTo>
                  <a:pt x="45" y="88"/>
                </a:lnTo>
                <a:close/>
                <a:moveTo>
                  <a:pt x="49" y="88"/>
                </a:moveTo>
                <a:lnTo>
                  <a:pt x="47" y="88"/>
                </a:lnTo>
                <a:lnTo>
                  <a:pt x="47" y="0"/>
                </a:lnTo>
                <a:lnTo>
                  <a:pt x="49" y="0"/>
                </a:lnTo>
                <a:lnTo>
                  <a:pt x="49" y="88"/>
                </a:lnTo>
                <a:close/>
                <a:moveTo>
                  <a:pt x="59" y="88"/>
                </a:moveTo>
                <a:lnTo>
                  <a:pt x="55" y="88"/>
                </a:lnTo>
                <a:lnTo>
                  <a:pt x="55" y="0"/>
                </a:lnTo>
                <a:lnTo>
                  <a:pt x="59" y="0"/>
                </a:lnTo>
                <a:lnTo>
                  <a:pt x="59" y="88"/>
                </a:lnTo>
                <a:close/>
                <a:moveTo>
                  <a:pt x="69" y="88"/>
                </a:moveTo>
                <a:lnTo>
                  <a:pt x="65" y="88"/>
                </a:lnTo>
                <a:lnTo>
                  <a:pt x="65" y="0"/>
                </a:lnTo>
                <a:lnTo>
                  <a:pt x="69" y="0"/>
                </a:lnTo>
                <a:lnTo>
                  <a:pt x="69" y="88"/>
                </a:lnTo>
                <a:close/>
                <a:moveTo>
                  <a:pt x="77" y="88"/>
                </a:moveTo>
                <a:lnTo>
                  <a:pt x="73" y="88"/>
                </a:lnTo>
                <a:lnTo>
                  <a:pt x="73" y="0"/>
                </a:lnTo>
                <a:lnTo>
                  <a:pt x="77" y="0"/>
                </a:lnTo>
                <a:lnTo>
                  <a:pt x="77" y="88"/>
                </a:lnTo>
                <a:close/>
                <a:moveTo>
                  <a:pt x="85" y="88"/>
                </a:moveTo>
                <a:lnTo>
                  <a:pt x="81" y="88"/>
                </a:lnTo>
                <a:lnTo>
                  <a:pt x="81" y="0"/>
                </a:lnTo>
                <a:lnTo>
                  <a:pt x="85" y="0"/>
                </a:lnTo>
                <a:lnTo>
                  <a:pt x="85" y="88"/>
                </a:lnTo>
                <a:close/>
                <a:moveTo>
                  <a:pt x="91" y="88"/>
                </a:moveTo>
                <a:lnTo>
                  <a:pt x="87" y="88"/>
                </a:lnTo>
                <a:lnTo>
                  <a:pt x="87" y="0"/>
                </a:lnTo>
                <a:lnTo>
                  <a:pt x="91" y="0"/>
                </a:lnTo>
                <a:lnTo>
                  <a:pt x="91" y="88"/>
                </a:lnTo>
                <a:close/>
                <a:moveTo>
                  <a:pt x="103" y="88"/>
                </a:moveTo>
                <a:lnTo>
                  <a:pt x="97" y="88"/>
                </a:lnTo>
                <a:lnTo>
                  <a:pt x="97" y="0"/>
                </a:lnTo>
                <a:lnTo>
                  <a:pt x="103" y="0"/>
                </a:lnTo>
                <a:lnTo>
                  <a:pt x="103" y="88"/>
                </a:lnTo>
                <a:close/>
                <a:moveTo>
                  <a:pt x="107" y="88"/>
                </a:moveTo>
                <a:lnTo>
                  <a:pt x="105" y="88"/>
                </a:lnTo>
                <a:lnTo>
                  <a:pt x="105" y="0"/>
                </a:lnTo>
                <a:lnTo>
                  <a:pt x="107" y="0"/>
                </a:lnTo>
                <a:lnTo>
                  <a:pt x="107" y="88"/>
                </a:lnTo>
                <a:close/>
                <a:moveTo>
                  <a:pt x="112" y="88"/>
                </a:moveTo>
                <a:lnTo>
                  <a:pt x="108" y="88"/>
                </a:lnTo>
                <a:lnTo>
                  <a:pt x="108" y="0"/>
                </a:lnTo>
                <a:lnTo>
                  <a:pt x="112" y="0"/>
                </a:lnTo>
                <a:lnTo>
                  <a:pt x="112" y="88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43" name="Freeform 45"/>
          <p:cNvSpPr>
            <a:spLocks noEditPoints="1"/>
          </p:cNvSpPr>
          <p:nvPr/>
        </p:nvSpPr>
        <p:spPr bwMode="auto">
          <a:xfrm>
            <a:off x="1351313" y="1824385"/>
            <a:ext cx="205304" cy="205304"/>
          </a:xfrm>
          <a:custGeom>
            <a:avLst/>
            <a:gdLst>
              <a:gd name="T0" fmla="*/ 143 w 143"/>
              <a:gd name="T1" fmla="*/ 85 h 144"/>
              <a:gd name="T2" fmla="*/ 140 w 143"/>
              <a:gd name="T3" fmla="*/ 94 h 144"/>
              <a:gd name="T4" fmla="*/ 93 w 143"/>
              <a:gd name="T5" fmla="*/ 140 h 144"/>
              <a:gd name="T6" fmla="*/ 85 w 143"/>
              <a:gd name="T7" fmla="*/ 144 h 144"/>
              <a:gd name="T8" fmla="*/ 76 w 143"/>
              <a:gd name="T9" fmla="*/ 140 h 144"/>
              <a:gd name="T10" fmla="*/ 9 w 143"/>
              <a:gd name="T11" fmla="*/ 72 h 144"/>
              <a:gd name="T12" fmla="*/ 3 w 143"/>
              <a:gd name="T13" fmla="*/ 63 h 144"/>
              <a:gd name="T14" fmla="*/ 0 w 143"/>
              <a:gd name="T15" fmla="*/ 52 h 144"/>
              <a:gd name="T16" fmla="*/ 0 w 143"/>
              <a:gd name="T17" fmla="*/ 12 h 144"/>
              <a:gd name="T18" fmla="*/ 4 w 143"/>
              <a:gd name="T19" fmla="*/ 4 h 144"/>
              <a:gd name="T20" fmla="*/ 12 w 143"/>
              <a:gd name="T21" fmla="*/ 0 h 144"/>
              <a:gd name="T22" fmla="*/ 52 w 143"/>
              <a:gd name="T23" fmla="*/ 0 h 144"/>
              <a:gd name="T24" fmla="*/ 63 w 143"/>
              <a:gd name="T25" fmla="*/ 3 h 144"/>
              <a:gd name="T26" fmla="*/ 72 w 143"/>
              <a:gd name="T27" fmla="*/ 9 h 144"/>
              <a:gd name="T28" fmla="*/ 140 w 143"/>
              <a:gd name="T29" fmla="*/ 76 h 144"/>
              <a:gd name="T30" fmla="*/ 143 w 143"/>
              <a:gd name="T31" fmla="*/ 85 h 144"/>
              <a:gd name="T32" fmla="*/ 39 w 143"/>
              <a:gd name="T33" fmla="*/ 39 h 144"/>
              <a:gd name="T34" fmla="*/ 43 w 143"/>
              <a:gd name="T35" fmla="*/ 31 h 144"/>
              <a:gd name="T36" fmla="*/ 39 w 143"/>
              <a:gd name="T37" fmla="*/ 22 h 144"/>
              <a:gd name="T38" fmla="*/ 30 w 143"/>
              <a:gd name="T39" fmla="*/ 19 h 144"/>
              <a:gd name="T40" fmla="*/ 22 w 143"/>
              <a:gd name="T41" fmla="*/ 22 h 144"/>
              <a:gd name="T42" fmla="*/ 18 w 143"/>
              <a:gd name="T43" fmla="*/ 31 h 144"/>
              <a:gd name="T44" fmla="*/ 22 w 143"/>
              <a:gd name="T45" fmla="*/ 39 h 144"/>
              <a:gd name="T46" fmla="*/ 30 w 143"/>
              <a:gd name="T47" fmla="*/ 43 h 144"/>
              <a:gd name="T48" fmla="*/ 39 w 143"/>
              <a:gd name="T49" fmla="*/ 39 h 1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43" h="144">
                <a:moveTo>
                  <a:pt x="143" y="85"/>
                </a:moveTo>
                <a:cubicBezTo>
                  <a:pt x="143" y="88"/>
                  <a:pt x="142" y="91"/>
                  <a:pt x="140" y="94"/>
                </a:cubicBezTo>
                <a:cubicBezTo>
                  <a:pt x="93" y="140"/>
                  <a:pt x="93" y="140"/>
                  <a:pt x="93" y="140"/>
                </a:cubicBezTo>
                <a:cubicBezTo>
                  <a:pt x="91" y="142"/>
                  <a:pt x="88" y="144"/>
                  <a:pt x="85" y="144"/>
                </a:cubicBezTo>
                <a:cubicBezTo>
                  <a:pt x="82" y="144"/>
                  <a:pt x="79" y="142"/>
                  <a:pt x="76" y="140"/>
                </a:cubicBezTo>
                <a:cubicBezTo>
                  <a:pt x="9" y="72"/>
                  <a:pt x="9" y="72"/>
                  <a:pt x="9" y="72"/>
                </a:cubicBezTo>
                <a:cubicBezTo>
                  <a:pt x="6" y="70"/>
                  <a:pt x="4" y="67"/>
                  <a:pt x="3" y="63"/>
                </a:cubicBezTo>
                <a:cubicBezTo>
                  <a:pt x="1" y="59"/>
                  <a:pt x="0" y="55"/>
                  <a:pt x="0" y="5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9"/>
                  <a:pt x="1" y="6"/>
                  <a:pt x="4" y="4"/>
                </a:cubicBezTo>
                <a:cubicBezTo>
                  <a:pt x="6" y="2"/>
                  <a:pt x="9" y="0"/>
                  <a:pt x="12" y="0"/>
                </a:cubicBezTo>
                <a:cubicBezTo>
                  <a:pt x="52" y="0"/>
                  <a:pt x="52" y="0"/>
                  <a:pt x="52" y="0"/>
                </a:cubicBezTo>
                <a:cubicBezTo>
                  <a:pt x="55" y="0"/>
                  <a:pt x="59" y="1"/>
                  <a:pt x="63" y="3"/>
                </a:cubicBezTo>
                <a:cubicBezTo>
                  <a:pt x="67" y="5"/>
                  <a:pt x="70" y="7"/>
                  <a:pt x="72" y="9"/>
                </a:cubicBezTo>
                <a:cubicBezTo>
                  <a:pt x="140" y="76"/>
                  <a:pt x="140" y="76"/>
                  <a:pt x="140" y="76"/>
                </a:cubicBezTo>
                <a:cubicBezTo>
                  <a:pt x="142" y="79"/>
                  <a:pt x="143" y="82"/>
                  <a:pt x="143" y="85"/>
                </a:cubicBezTo>
                <a:close/>
                <a:moveTo>
                  <a:pt x="39" y="39"/>
                </a:moveTo>
                <a:cubicBezTo>
                  <a:pt x="41" y="37"/>
                  <a:pt x="43" y="34"/>
                  <a:pt x="43" y="31"/>
                </a:cubicBezTo>
                <a:cubicBezTo>
                  <a:pt x="43" y="27"/>
                  <a:pt x="41" y="24"/>
                  <a:pt x="39" y="22"/>
                </a:cubicBezTo>
                <a:cubicBezTo>
                  <a:pt x="37" y="20"/>
                  <a:pt x="34" y="19"/>
                  <a:pt x="30" y="19"/>
                </a:cubicBezTo>
                <a:cubicBezTo>
                  <a:pt x="27" y="19"/>
                  <a:pt x="24" y="20"/>
                  <a:pt x="22" y="22"/>
                </a:cubicBezTo>
                <a:cubicBezTo>
                  <a:pt x="19" y="24"/>
                  <a:pt x="18" y="27"/>
                  <a:pt x="18" y="31"/>
                </a:cubicBezTo>
                <a:cubicBezTo>
                  <a:pt x="18" y="34"/>
                  <a:pt x="19" y="37"/>
                  <a:pt x="22" y="39"/>
                </a:cubicBezTo>
                <a:cubicBezTo>
                  <a:pt x="24" y="42"/>
                  <a:pt x="27" y="43"/>
                  <a:pt x="30" y="43"/>
                </a:cubicBezTo>
                <a:cubicBezTo>
                  <a:pt x="34" y="43"/>
                  <a:pt x="37" y="42"/>
                  <a:pt x="39" y="3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44" name="Freeform 46"/>
          <p:cNvSpPr>
            <a:spLocks noEditPoints="1"/>
          </p:cNvSpPr>
          <p:nvPr/>
        </p:nvSpPr>
        <p:spPr bwMode="auto">
          <a:xfrm>
            <a:off x="1621450" y="1824385"/>
            <a:ext cx="257169" cy="205304"/>
          </a:xfrm>
          <a:custGeom>
            <a:avLst/>
            <a:gdLst>
              <a:gd name="T0" fmla="*/ 143 w 179"/>
              <a:gd name="T1" fmla="*/ 85 h 144"/>
              <a:gd name="T2" fmla="*/ 139 w 179"/>
              <a:gd name="T3" fmla="*/ 94 h 144"/>
              <a:gd name="T4" fmla="*/ 93 w 179"/>
              <a:gd name="T5" fmla="*/ 140 h 144"/>
              <a:gd name="T6" fmla="*/ 84 w 179"/>
              <a:gd name="T7" fmla="*/ 144 h 144"/>
              <a:gd name="T8" fmla="*/ 76 w 179"/>
              <a:gd name="T9" fmla="*/ 140 h 144"/>
              <a:gd name="T10" fmla="*/ 8 w 179"/>
              <a:gd name="T11" fmla="*/ 72 h 144"/>
              <a:gd name="T12" fmla="*/ 2 w 179"/>
              <a:gd name="T13" fmla="*/ 63 h 144"/>
              <a:gd name="T14" fmla="*/ 0 w 179"/>
              <a:gd name="T15" fmla="*/ 52 h 144"/>
              <a:gd name="T16" fmla="*/ 0 w 179"/>
              <a:gd name="T17" fmla="*/ 12 h 144"/>
              <a:gd name="T18" fmla="*/ 3 w 179"/>
              <a:gd name="T19" fmla="*/ 4 h 144"/>
              <a:gd name="T20" fmla="*/ 12 w 179"/>
              <a:gd name="T21" fmla="*/ 0 h 144"/>
              <a:gd name="T22" fmla="*/ 51 w 179"/>
              <a:gd name="T23" fmla="*/ 0 h 144"/>
              <a:gd name="T24" fmla="*/ 62 w 179"/>
              <a:gd name="T25" fmla="*/ 3 h 144"/>
              <a:gd name="T26" fmla="*/ 72 w 179"/>
              <a:gd name="T27" fmla="*/ 9 h 144"/>
              <a:gd name="T28" fmla="*/ 139 w 179"/>
              <a:gd name="T29" fmla="*/ 76 h 144"/>
              <a:gd name="T30" fmla="*/ 143 w 179"/>
              <a:gd name="T31" fmla="*/ 85 h 144"/>
              <a:gd name="T32" fmla="*/ 39 w 179"/>
              <a:gd name="T33" fmla="*/ 39 h 144"/>
              <a:gd name="T34" fmla="*/ 42 w 179"/>
              <a:gd name="T35" fmla="*/ 31 h 144"/>
              <a:gd name="T36" fmla="*/ 39 w 179"/>
              <a:gd name="T37" fmla="*/ 22 h 144"/>
              <a:gd name="T38" fmla="*/ 30 w 179"/>
              <a:gd name="T39" fmla="*/ 19 h 144"/>
              <a:gd name="T40" fmla="*/ 21 w 179"/>
              <a:gd name="T41" fmla="*/ 22 h 144"/>
              <a:gd name="T42" fmla="*/ 18 w 179"/>
              <a:gd name="T43" fmla="*/ 31 h 144"/>
              <a:gd name="T44" fmla="*/ 21 w 179"/>
              <a:gd name="T45" fmla="*/ 39 h 144"/>
              <a:gd name="T46" fmla="*/ 30 w 179"/>
              <a:gd name="T47" fmla="*/ 43 h 144"/>
              <a:gd name="T48" fmla="*/ 39 w 179"/>
              <a:gd name="T49" fmla="*/ 39 h 144"/>
              <a:gd name="T50" fmla="*/ 179 w 179"/>
              <a:gd name="T51" fmla="*/ 85 h 144"/>
              <a:gd name="T52" fmla="*/ 176 w 179"/>
              <a:gd name="T53" fmla="*/ 94 h 144"/>
              <a:gd name="T54" fmla="*/ 129 w 179"/>
              <a:gd name="T55" fmla="*/ 140 h 144"/>
              <a:gd name="T56" fmla="*/ 121 w 179"/>
              <a:gd name="T57" fmla="*/ 144 h 144"/>
              <a:gd name="T58" fmla="*/ 115 w 179"/>
              <a:gd name="T59" fmla="*/ 142 h 144"/>
              <a:gd name="T60" fmla="*/ 110 w 179"/>
              <a:gd name="T61" fmla="*/ 138 h 144"/>
              <a:gd name="T62" fmla="*/ 155 w 179"/>
              <a:gd name="T63" fmla="*/ 94 h 144"/>
              <a:gd name="T64" fmla="*/ 158 w 179"/>
              <a:gd name="T65" fmla="*/ 85 h 144"/>
              <a:gd name="T66" fmla="*/ 155 w 179"/>
              <a:gd name="T67" fmla="*/ 76 h 144"/>
              <a:gd name="T68" fmla="*/ 87 w 179"/>
              <a:gd name="T69" fmla="*/ 9 h 144"/>
              <a:gd name="T70" fmla="*/ 77 w 179"/>
              <a:gd name="T71" fmla="*/ 3 h 144"/>
              <a:gd name="T72" fmla="*/ 66 w 179"/>
              <a:gd name="T73" fmla="*/ 0 h 144"/>
              <a:gd name="T74" fmla="*/ 87 w 179"/>
              <a:gd name="T75" fmla="*/ 0 h 144"/>
              <a:gd name="T76" fmla="*/ 98 w 179"/>
              <a:gd name="T77" fmla="*/ 3 h 144"/>
              <a:gd name="T78" fmla="*/ 108 w 179"/>
              <a:gd name="T79" fmla="*/ 9 h 144"/>
              <a:gd name="T80" fmla="*/ 176 w 179"/>
              <a:gd name="T81" fmla="*/ 76 h 144"/>
              <a:gd name="T82" fmla="*/ 179 w 179"/>
              <a:gd name="T83" fmla="*/ 85 h 1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79" h="144">
                <a:moveTo>
                  <a:pt x="143" y="85"/>
                </a:moveTo>
                <a:cubicBezTo>
                  <a:pt x="143" y="88"/>
                  <a:pt x="142" y="91"/>
                  <a:pt x="139" y="94"/>
                </a:cubicBezTo>
                <a:cubicBezTo>
                  <a:pt x="93" y="140"/>
                  <a:pt x="93" y="140"/>
                  <a:pt x="93" y="140"/>
                </a:cubicBezTo>
                <a:cubicBezTo>
                  <a:pt x="91" y="142"/>
                  <a:pt x="88" y="144"/>
                  <a:pt x="84" y="144"/>
                </a:cubicBezTo>
                <a:cubicBezTo>
                  <a:pt x="81" y="144"/>
                  <a:pt x="78" y="142"/>
                  <a:pt x="76" y="140"/>
                </a:cubicBezTo>
                <a:cubicBezTo>
                  <a:pt x="8" y="72"/>
                  <a:pt x="8" y="72"/>
                  <a:pt x="8" y="72"/>
                </a:cubicBezTo>
                <a:cubicBezTo>
                  <a:pt x="6" y="70"/>
                  <a:pt x="4" y="67"/>
                  <a:pt x="2" y="63"/>
                </a:cubicBezTo>
                <a:cubicBezTo>
                  <a:pt x="1" y="59"/>
                  <a:pt x="0" y="55"/>
                  <a:pt x="0" y="5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9"/>
                  <a:pt x="1" y="6"/>
                  <a:pt x="3" y="4"/>
                </a:cubicBezTo>
                <a:cubicBezTo>
                  <a:pt x="6" y="2"/>
                  <a:pt x="9" y="0"/>
                  <a:pt x="12" y="0"/>
                </a:cubicBezTo>
                <a:cubicBezTo>
                  <a:pt x="51" y="0"/>
                  <a:pt x="51" y="0"/>
                  <a:pt x="51" y="0"/>
                </a:cubicBezTo>
                <a:cubicBezTo>
                  <a:pt x="54" y="0"/>
                  <a:pt x="58" y="1"/>
                  <a:pt x="62" y="3"/>
                </a:cubicBezTo>
                <a:cubicBezTo>
                  <a:pt x="66" y="5"/>
                  <a:pt x="69" y="7"/>
                  <a:pt x="72" y="9"/>
                </a:cubicBezTo>
                <a:cubicBezTo>
                  <a:pt x="139" y="76"/>
                  <a:pt x="139" y="76"/>
                  <a:pt x="139" y="76"/>
                </a:cubicBezTo>
                <a:cubicBezTo>
                  <a:pt x="142" y="79"/>
                  <a:pt x="143" y="82"/>
                  <a:pt x="143" y="85"/>
                </a:cubicBezTo>
                <a:close/>
                <a:moveTo>
                  <a:pt x="39" y="39"/>
                </a:moveTo>
                <a:cubicBezTo>
                  <a:pt x="41" y="37"/>
                  <a:pt x="42" y="34"/>
                  <a:pt x="42" y="31"/>
                </a:cubicBezTo>
                <a:cubicBezTo>
                  <a:pt x="42" y="27"/>
                  <a:pt x="41" y="24"/>
                  <a:pt x="39" y="22"/>
                </a:cubicBezTo>
                <a:cubicBezTo>
                  <a:pt x="36" y="20"/>
                  <a:pt x="33" y="19"/>
                  <a:pt x="30" y="19"/>
                </a:cubicBezTo>
                <a:cubicBezTo>
                  <a:pt x="27" y="19"/>
                  <a:pt x="24" y="20"/>
                  <a:pt x="21" y="22"/>
                </a:cubicBezTo>
                <a:cubicBezTo>
                  <a:pt x="19" y="24"/>
                  <a:pt x="18" y="27"/>
                  <a:pt x="18" y="31"/>
                </a:cubicBezTo>
                <a:cubicBezTo>
                  <a:pt x="18" y="34"/>
                  <a:pt x="19" y="37"/>
                  <a:pt x="21" y="39"/>
                </a:cubicBezTo>
                <a:cubicBezTo>
                  <a:pt x="24" y="42"/>
                  <a:pt x="27" y="43"/>
                  <a:pt x="30" y="43"/>
                </a:cubicBezTo>
                <a:cubicBezTo>
                  <a:pt x="33" y="43"/>
                  <a:pt x="36" y="42"/>
                  <a:pt x="39" y="39"/>
                </a:cubicBezTo>
                <a:close/>
                <a:moveTo>
                  <a:pt x="179" y="85"/>
                </a:moveTo>
                <a:cubicBezTo>
                  <a:pt x="179" y="88"/>
                  <a:pt x="178" y="91"/>
                  <a:pt x="176" y="94"/>
                </a:cubicBezTo>
                <a:cubicBezTo>
                  <a:pt x="129" y="140"/>
                  <a:pt x="129" y="140"/>
                  <a:pt x="129" y="140"/>
                </a:cubicBezTo>
                <a:cubicBezTo>
                  <a:pt x="127" y="142"/>
                  <a:pt x="124" y="144"/>
                  <a:pt x="121" y="144"/>
                </a:cubicBezTo>
                <a:cubicBezTo>
                  <a:pt x="118" y="144"/>
                  <a:pt x="117" y="143"/>
                  <a:pt x="115" y="142"/>
                </a:cubicBezTo>
                <a:cubicBezTo>
                  <a:pt x="114" y="141"/>
                  <a:pt x="112" y="140"/>
                  <a:pt x="110" y="138"/>
                </a:cubicBezTo>
                <a:cubicBezTo>
                  <a:pt x="155" y="94"/>
                  <a:pt x="155" y="94"/>
                  <a:pt x="155" y="94"/>
                </a:cubicBezTo>
                <a:cubicBezTo>
                  <a:pt x="157" y="91"/>
                  <a:pt x="158" y="88"/>
                  <a:pt x="158" y="85"/>
                </a:cubicBezTo>
                <a:cubicBezTo>
                  <a:pt x="158" y="82"/>
                  <a:pt x="157" y="79"/>
                  <a:pt x="155" y="76"/>
                </a:cubicBezTo>
                <a:cubicBezTo>
                  <a:pt x="87" y="9"/>
                  <a:pt x="87" y="9"/>
                  <a:pt x="87" y="9"/>
                </a:cubicBezTo>
                <a:cubicBezTo>
                  <a:pt x="85" y="7"/>
                  <a:pt x="81" y="5"/>
                  <a:pt x="77" y="3"/>
                </a:cubicBezTo>
                <a:cubicBezTo>
                  <a:pt x="73" y="1"/>
                  <a:pt x="70" y="0"/>
                  <a:pt x="66" y="0"/>
                </a:cubicBezTo>
                <a:cubicBezTo>
                  <a:pt x="87" y="0"/>
                  <a:pt x="87" y="0"/>
                  <a:pt x="87" y="0"/>
                </a:cubicBezTo>
                <a:cubicBezTo>
                  <a:pt x="91" y="0"/>
                  <a:pt x="94" y="1"/>
                  <a:pt x="98" y="3"/>
                </a:cubicBezTo>
                <a:cubicBezTo>
                  <a:pt x="103" y="5"/>
                  <a:pt x="106" y="7"/>
                  <a:pt x="108" y="9"/>
                </a:cubicBezTo>
                <a:cubicBezTo>
                  <a:pt x="176" y="76"/>
                  <a:pt x="176" y="76"/>
                  <a:pt x="176" y="76"/>
                </a:cubicBezTo>
                <a:cubicBezTo>
                  <a:pt x="178" y="79"/>
                  <a:pt x="179" y="82"/>
                  <a:pt x="179" y="85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45" name="Freeform 47"/>
          <p:cNvSpPr>
            <a:spLocks noEditPoints="1"/>
          </p:cNvSpPr>
          <p:nvPr/>
        </p:nvSpPr>
        <p:spPr bwMode="auto">
          <a:xfrm>
            <a:off x="1943453" y="1824385"/>
            <a:ext cx="226915" cy="209627"/>
          </a:xfrm>
          <a:custGeom>
            <a:avLst/>
            <a:gdLst>
              <a:gd name="T0" fmla="*/ 157 w 159"/>
              <a:gd name="T1" fmla="*/ 46 h 146"/>
              <a:gd name="T2" fmla="*/ 124 w 159"/>
              <a:gd name="T3" fmla="*/ 141 h 146"/>
              <a:gd name="T4" fmla="*/ 25 w 159"/>
              <a:gd name="T5" fmla="*/ 146 h 146"/>
              <a:gd name="T6" fmla="*/ 2 w 159"/>
              <a:gd name="T7" fmla="*/ 128 h 146"/>
              <a:gd name="T8" fmla="*/ 2 w 159"/>
              <a:gd name="T9" fmla="*/ 114 h 146"/>
              <a:gd name="T10" fmla="*/ 2 w 159"/>
              <a:gd name="T11" fmla="*/ 108 h 146"/>
              <a:gd name="T12" fmla="*/ 2 w 159"/>
              <a:gd name="T13" fmla="*/ 104 h 146"/>
              <a:gd name="T14" fmla="*/ 5 w 159"/>
              <a:gd name="T15" fmla="*/ 100 h 146"/>
              <a:gd name="T16" fmla="*/ 13 w 159"/>
              <a:gd name="T17" fmla="*/ 82 h 146"/>
              <a:gd name="T18" fmla="*/ 13 w 159"/>
              <a:gd name="T19" fmla="*/ 77 h 146"/>
              <a:gd name="T20" fmla="*/ 16 w 159"/>
              <a:gd name="T21" fmla="*/ 72 h 146"/>
              <a:gd name="T22" fmla="*/ 22 w 159"/>
              <a:gd name="T23" fmla="*/ 55 h 146"/>
              <a:gd name="T24" fmla="*/ 22 w 159"/>
              <a:gd name="T25" fmla="*/ 49 h 146"/>
              <a:gd name="T26" fmla="*/ 26 w 159"/>
              <a:gd name="T27" fmla="*/ 44 h 146"/>
              <a:gd name="T28" fmla="*/ 33 w 159"/>
              <a:gd name="T29" fmla="*/ 27 h 146"/>
              <a:gd name="T30" fmla="*/ 32 w 159"/>
              <a:gd name="T31" fmla="*/ 22 h 146"/>
              <a:gd name="T32" fmla="*/ 35 w 159"/>
              <a:gd name="T33" fmla="*/ 18 h 146"/>
              <a:gd name="T34" fmla="*/ 38 w 159"/>
              <a:gd name="T35" fmla="*/ 13 h 146"/>
              <a:gd name="T36" fmla="*/ 41 w 159"/>
              <a:gd name="T37" fmla="*/ 7 h 146"/>
              <a:gd name="T38" fmla="*/ 45 w 159"/>
              <a:gd name="T39" fmla="*/ 1 h 146"/>
              <a:gd name="T40" fmla="*/ 53 w 159"/>
              <a:gd name="T41" fmla="*/ 1 h 146"/>
              <a:gd name="T42" fmla="*/ 58 w 159"/>
              <a:gd name="T43" fmla="*/ 0 h 146"/>
              <a:gd name="T44" fmla="*/ 141 w 159"/>
              <a:gd name="T45" fmla="*/ 6 h 146"/>
              <a:gd name="T46" fmla="*/ 116 w 159"/>
              <a:gd name="T47" fmla="*/ 104 h 146"/>
              <a:gd name="T48" fmla="*/ 97 w 159"/>
              <a:gd name="T49" fmla="*/ 121 h 146"/>
              <a:gd name="T50" fmla="*/ 12 w 159"/>
              <a:gd name="T51" fmla="*/ 123 h 146"/>
              <a:gd name="T52" fmla="*/ 25 w 159"/>
              <a:gd name="T53" fmla="*/ 133 h 146"/>
              <a:gd name="T54" fmla="*/ 118 w 159"/>
              <a:gd name="T55" fmla="*/ 132 h 146"/>
              <a:gd name="T56" fmla="*/ 149 w 159"/>
              <a:gd name="T57" fmla="*/ 35 h 146"/>
              <a:gd name="T58" fmla="*/ 156 w 159"/>
              <a:gd name="T59" fmla="*/ 33 h 146"/>
              <a:gd name="T60" fmla="*/ 47 w 159"/>
              <a:gd name="T61" fmla="*/ 60 h 146"/>
              <a:gd name="T62" fmla="*/ 107 w 159"/>
              <a:gd name="T63" fmla="*/ 61 h 146"/>
              <a:gd name="T64" fmla="*/ 111 w 159"/>
              <a:gd name="T65" fmla="*/ 58 h 146"/>
              <a:gd name="T66" fmla="*/ 112 w 159"/>
              <a:gd name="T67" fmla="*/ 50 h 146"/>
              <a:gd name="T68" fmla="*/ 53 w 159"/>
              <a:gd name="T69" fmla="*/ 49 h 146"/>
              <a:gd name="T70" fmla="*/ 49 w 159"/>
              <a:gd name="T71" fmla="*/ 52 h 146"/>
              <a:gd name="T72" fmla="*/ 55 w 159"/>
              <a:gd name="T73" fmla="*/ 34 h 146"/>
              <a:gd name="T74" fmla="*/ 57 w 159"/>
              <a:gd name="T75" fmla="*/ 37 h 146"/>
              <a:gd name="T76" fmla="*/ 117 w 159"/>
              <a:gd name="T77" fmla="*/ 36 h 146"/>
              <a:gd name="T78" fmla="*/ 120 w 159"/>
              <a:gd name="T79" fmla="*/ 28 h 146"/>
              <a:gd name="T80" fmla="*/ 118 w 159"/>
              <a:gd name="T81" fmla="*/ 25 h 146"/>
              <a:gd name="T82" fmla="*/ 58 w 159"/>
              <a:gd name="T83" fmla="*/ 25 h 146"/>
              <a:gd name="T84" fmla="*/ 55 w 159"/>
              <a:gd name="T85" fmla="*/ 34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59" h="146">
                <a:moveTo>
                  <a:pt x="156" y="33"/>
                </a:moveTo>
                <a:cubicBezTo>
                  <a:pt x="158" y="37"/>
                  <a:pt x="159" y="41"/>
                  <a:pt x="157" y="46"/>
                </a:cubicBezTo>
                <a:cubicBezTo>
                  <a:pt x="131" y="131"/>
                  <a:pt x="131" y="131"/>
                  <a:pt x="131" y="131"/>
                </a:cubicBezTo>
                <a:cubicBezTo>
                  <a:pt x="130" y="135"/>
                  <a:pt x="128" y="139"/>
                  <a:pt x="124" y="141"/>
                </a:cubicBezTo>
                <a:cubicBezTo>
                  <a:pt x="120" y="144"/>
                  <a:pt x="116" y="146"/>
                  <a:pt x="112" y="146"/>
                </a:cubicBezTo>
                <a:cubicBezTo>
                  <a:pt x="25" y="146"/>
                  <a:pt x="25" y="146"/>
                  <a:pt x="25" y="146"/>
                </a:cubicBezTo>
                <a:cubicBezTo>
                  <a:pt x="20" y="146"/>
                  <a:pt x="16" y="144"/>
                  <a:pt x="11" y="141"/>
                </a:cubicBezTo>
                <a:cubicBezTo>
                  <a:pt x="7" y="137"/>
                  <a:pt x="3" y="133"/>
                  <a:pt x="2" y="128"/>
                </a:cubicBezTo>
                <a:cubicBezTo>
                  <a:pt x="0" y="124"/>
                  <a:pt x="0" y="120"/>
                  <a:pt x="1" y="116"/>
                </a:cubicBezTo>
                <a:cubicBezTo>
                  <a:pt x="1" y="116"/>
                  <a:pt x="2" y="115"/>
                  <a:pt x="2" y="114"/>
                </a:cubicBezTo>
                <a:cubicBezTo>
                  <a:pt x="2" y="112"/>
                  <a:pt x="2" y="111"/>
                  <a:pt x="2" y="110"/>
                </a:cubicBezTo>
                <a:cubicBezTo>
                  <a:pt x="2" y="110"/>
                  <a:pt x="2" y="109"/>
                  <a:pt x="2" y="108"/>
                </a:cubicBezTo>
                <a:cubicBezTo>
                  <a:pt x="2" y="107"/>
                  <a:pt x="2" y="107"/>
                  <a:pt x="2" y="106"/>
                </a:cubicBezTo>
                <a:cubicBezTo>
                  <a:pt x="2" y="105"/>
                  <a:pt x="2" y="105"/>
                  <a:pt x="2" y="104"/>
                </a:cubicBezTo>
                <a:cubicBezTo>
                  <a:pt x="3" y="104"/>
                  <a:pt x="3" y="103"/>
                  <a:pt x="4" y="102"/>
                </a:cubicBezTo>
                <a:cubicBezTo>
                  <a:pt x="5" y="101"/>
                  <a:pt x="5" y="100"/>
                  <a:pt x="5" y="100"/>
                </a:cubicBezTo>
                <a:cubicBezTo>
                  <a:pt x="7" y="97"/>
                  <a:pt x="8" y="94"/>
                  <a:pt x="10" y="91"/>
                </a:cubicBezTo>
                <a:cubicBezTo>
                  <a:pt x="11" y="88"/>
                  <a:pt x="12" y="85"/>
                  <a:pt x="13" y="82"/>
                </a:cubicBezTo>
                <a:cubicBezTo>
                  <a:pt x="13" y="82"/>
                  <a:pt x="13" y="81"/>
                  <a:pt x="13" y="80"/>
                </a:cubicBezTo>
                <a:cubicBezTo>
                  <a:pt x="12" y="78"/>
                  <a:pt x="12" y="77"/>
                  <a:pt x="13" y="77"/>
                </a:cubicBezTo>
                <a:cubicBezTo>
                  <a:pt x="13" y="76"/>
                  <a:pt x="13" y="75"/>
                  <a:pt x="14" y="74"/>
                </a:cubicBezTo>
                <a:cubicBezTo>
                  <a:pt x="15" y="73"/>
                  <a:pt x="16" y="72"/>
                  <a:pt x="16" y="72"/>
                </a:cubicBezTo>
                <a:cubicBezTo>
                  <a:pt x="17" y="70"/>
                  <a:pt x="18" y="67"/>
                  <a:pt x="20" y="63"/>
                </a:cubicBezTo>
                <a:cubicBezTo>
                  <a:pt x="21" y="60"/>
                  <a:pt x="22" y="57"/>
                  <a:pt x="22" y="55"/>
                </a:cubicBezTo>
                <a:cubicBezTo>
                  <a:pt x="22" y="54"/>
                  <a:pt x="22" y="53"/>
                  <a:pt x="22" y="52"/>
                </a:cubicBezTo>
                <a:cubicBezTo>
                  <a:pt x="22" y="50"/>
                  <a:pt x="22" y="50"/>
                  <a:pt x="22" y="49"/>
                </a:cubicBezTo>
                <a:cubicBezTo>
                  <a:pt x="22" y="48"/>
                  <a:pt x="23" y="47"/>
                  <a:pt x="24" y="46"/>
                </a:cubicBezTo>
                <a:cubicBezTo>
                  <a:pt x="25" y="45"/>
                  <a:pt x="26" y="45"/>
                  <a:pt x="26" y="44"/>
                </a:cubicBezTo>
                <a:cubicBezTo>
                  <a:pt x="27" y="43"/>
                  <a:pt x="29" y="40"/>
                  <a:pt x="30" y="36"/>
                </a:cubicBezTo>
                <a:cubicBezTo>
                  <a:pt x="32" y="33"/>
                  <a:pt x="32" y="29"/>
                  <a:pt x="33" y="27"/>
                </a:cubicBezTo>
                <a:cubicBezTo>
                  <a:pt x="33" y="27"/>
                  <a:pt x="33" y="26"/>
                  <a:pt x="32" y="25"/>
                </a:cubicBezTo>
                <a:cubicBezTo>
                  <a:pt x="32" y="24"/>
                  <a:pt x="32" y="23"/>
                  <a:pt x="32" y="22"/>
                </a:cubicBezTo>
                <a:cubicBezTo>
                  <a:pt x="32" y="22"/>
                  <a:pt x="33" y="21"/>
                  <a:pt x="33" y="20"/>
                </a:cubicBezTo>
                <a:cubicBezTo>
                  <a:pt x="34" y="20"/>
                  <a:pt x="34" y="19"/>
                  <a:pt x="35" y="18"/>
                </a:cubicBezTo>
                <a:cubicBezTo>
                  <a:pt x="35" y="17"/>
                  <a:pt x="36" y="17"/>
                  <a:pt x="36" y="16"/>
                </a:cubicBezTo>
                <a:cubicBezTo>
                  <a:pt x="37" y="16"/>
                  <a:pt x="37" y="15"/>
                  <a:pt x="38" y="13"/>
                </a:cubicBezTo>
                <a:cubicBezTo>
                  <a:pt x="38" y="12"/>
                  <a:pt x="39" y="11"/>
                  <a:pt x="39" y="10"/>
                </a:cubicBezTo>
                <a:cubicBezTo>
                  <a:pt x="40" y="9"/>
                  <a:pt x="40" y="8"/>
                  <a:pt x="41" y="7"/>
                </a:cubicBezTo>
                <a:cubicBezTo>
                  <a:pt x="41" y="5"/>
                  <a:pt x="42" y="4"/>
                  <a:pt x="43" y="4"/>
                </a:cubicBezTo>
                <a:cubicBezTo>
                  <a:pt x="43" y="3"/>
                  <a:pt x="44" y="2"/>
                  <a:pt x="45" y="1"/>
                </a:cubicBezTo>
                <a:cubicBezTo>
                  <a:pt x="46" y="1"/>
                  <a:pt x="47" y="0"/>
                  <a:pt x="49" y="0"/>
                </a:cubicBezTo>
                <a:cubicBezTo>
                  <a:pt x="50" y="0"/>
                  <a:pt x="51" y="1"/>
                  <a:pt x="53" y="1"/>
                </a:cubicBezTo>
                <a:cubicBezTo>
                  <a:pt x="53" y="1"/>
                  <a:pt x="53" y="1"/>
                  <a:pt x="53" y="1"/>
                </a:cubicBezTo>
                <a:cubicBezTo>
                  <a:pt x="55" y="1"/>
                  <a:pt x="57" y="0"/>
                  <a:pt x="58" y="0"/>
                </a:cubicBezTo>
                <a:cubicBezTo>
                  <a:pt x="130" y="0"/>
                  <a:pt x="130" y="0"/>
                  <a:pt x="130" y="0"/>
                </a:cubicBezTo>
                <a:cubicBezTo>
                  <a:pt x="134" y="0"/>
                  <a:pt x="138" y="2"/>
                  <a:pt x="141" y="6"/>
                </a:cubicBezTo>
                <a:cubicBezTo>
                  <a:pt x="143" y="9"/>
                  <a:pt x="144" y="13"/>
                  <a:pt x="142" y="18"/>
                </a:cubicBezTo>
                <a:cubicBezTo>
                  <a:pt x="116" y="104"/>
                  <a:pt x="116" y="104"/>
                  <a:pt x="116" y="104"/>
                </a:cubicBezTo>
                <a:cubicBezTo>
                  <a:pt x="114" y="111"/>
                  <a:pt x="112" y="116"/>
                  <a:pt x="110" y="118"/>
                </a:cubicBezTo>
                <a:cubicBezTo>
                  <a:pt x="107" y="120"/>
                  <a:pt x="103" y="121"/>
                  <a:pt x="97" y="121"/>
                </a:cubicBezTo>
                <a:cubicBezTo>
                  <a:pt x="15" y="121"/>
                  <a:pt x="15" y="121"/>
                  <a:pt x="15" y="121"/>
                </a:cubicBezTo>
                <a:cubicBezTo>
                  <a:pt x="14" y="121"/>
                  <a:pt x="12" y="122"/>
                  <a:pt x="12" y="123"/>
                </a:cubicBezTo>
                <a:cubicBezTo>
                  <a:pt x="11" y="124"/>
                  <a:pt x="11" y="125"/>
                  <a:pt x="12" y="127"/>
                </a:cubicBezTo>
                <a:cubicBezTo>
                  <a:pt x="13" y="131"/>
                  <a:pt x="18" y="133"/>
                  <a:pt x="25" y="133"/>
                </a:cubicBezTo>
                <a:cubicBezTo>
                  <a:pt x="112" y="133"/>
                  <a:pt x="112" y="133"/>
                  <a:pt x="112" y="133"/>
                </a:cubicBezTo>
                <a:cubicBezTo>
                  <a:pt x="114" y="133"/>
                  <a:pt x="116" y="133"/>
                  <a:pt x="118" y="132"/>
                </a:cubicBezTo>
                <a:cubicBezTo>
                  <a:pt x="119" y="131"/>
                  <a:pt x="121" y="130"/>
                  <a:pt x="121" y="128"/>
                </a:cubicBezTo>
                <a:cubicBezTo>
                  <a:pt x="149" y="35"/>
                  <a:pt x="149" y="35"/>
                  <a:pt x="149" y="35"/>
                </a:cubicBezTo>
                <a:cubicBezTo>
                  <a:pt x="150" y="33"/>
                  <a:pt x="150" y="32"/>
                  <a:pt x="150" y="29"/>
                </a:cubicBezTo>
                <a:cubicBezTo>
                  <a:pt x="152" y="30"/>
                  <a:pt x="154" y="32"/>
                  <a:pt x="156" y="33"/>
                </a:cubicBezTo>
                <a:close/>
                <a:moveTo>
                  <a:pt x="47" y="58"/>
                </a:moveTo>
                <a:cubicBezTo>
                  <a:pt x="47" y="59"/>
                  <a:pt x="47" y="59"/>
                  <a:pt x="47" y="60"/>
                </a:cubicBezTo>
                <a:cubicBezTo>
                  <a:pt x="48" y="61"/>
                  <a:pt x="48" y="61"/>
                  <a:pt x="49" y="61"/>
                </a:cubicBezTo>
                <a:cubicBezTo>
                  <a:pt x="107" y="61"/>
                  <a:pt x="107" y="61"/>
                  <a:pt x="107" y="61"/>
                </a:cubicBezTo>
                <a:cubicBezTo>
                  <a:pt x="107" y="61"/>
                  <a:pt x="108" y="61"/>
                  <a:pt x="109" y="60"/>
                </a:cubicBezTo>
                <a:cubicBezTo>
                  <a:pt x="110" y="59"/>
                  <a:pt x="110" y="59"/>
                  <a:pt x="111" y="58"/>
                </a:cubicBezTo>
                <a:cubicBezTo>
                  <a:pt x="113" y="52"/>
                  <a:pt x="113" y="52"/>
                  <a:pt x="113" y="52"/>
                </a:cubicBezTo>
                <a:cubicBezTo>
                  <a:pt x="113" y="51"/>
                  <a:pt x="113" y="50"/>
                  <a:pt x="112" y="50"/>
                </a:cubicBezTo>
                <a:cubicBezTo>
                  <a:pt x="112" y="49"/>
                  <a:pt x="111" y="49"/>
                  <a:pt x="111" y="49"/>
                </a:cubicBezTo>
                <a:cubicBezTo>
                  <a:pt x="53" y="49"/>
                  <a:pt x="53" y="49"/>
                  <a:pt x="53" y="49"/>
                </a:cubicBezTo>
                <a:cubicBezTo>
                  <a:pt x="52" y="49"/>
                  <a:pt x="51" y="49"/>
                  <a:pt x="51" y="50"/>
                </a:cubicBezTo>
                <a:cubicBezTo>
                  <a:pt x="50" y="50"/>
                  <a:pt x="49" y="51"/>
                  <a:pt x="49" y="52"/>
                </a:cubicBezTo>
                <a:lnTo>
                  <a:pt x="47" y="58"/>
                </a:lnTo>
                <a:close/>
                <a:moveTo>
                  <a:pt x="55" y="34"/>
                </a:moveTo>
                <a:cubicBezTo>
                  <a:pt x="55" y="34"/>
                  <a:pt x="55" y="35"/>
                  <a:pt x="55" y="36"/>
                </a:cubicBezTo>
                <a:cubicBezTo>
                  <a:pt x="55" y="36"/>
                  <a:pt x="56" y="37"/>
                  <a:pt x="57" y="37"/>
                </a:cubicBezTo>
                <a:cubicBezTo>
                  <a:pt x="114" y="37"/>
                  <a:pt x="114" y="37"/>
                  <a:pt x="114" y="37"/>
                </a:cubicBezTo>
                <a:cubicBezTo>
                  <a:pt x="115" y="37"/>
                  <a:pt x="116" y="36"/>
                  <a:pt x="117" y="36"/>
                </a:cubicBezTo>
                <a:cubicBezTo>
                  <a:pt x="118" y="35"/>
                  <a:pt x="118" y="34"/>
                  <a:pt x="118" y="34"/>
                </a:cubicBezTo>
                <a:cubicBezTo>
                  <a:pt x="120" y="28"/>
                  <a:pt x="120" y="28"/>
                  <a:pt x="120" y="28"/>
                </a:cubicBezTo>
                <a:cubicBezTo>
                  <a:pt x="121" y="27"/>
                  <a:pt x="121" y="26"/>
                  <a:pt x="120" y="25"/>
                </a:cubicBezTo>
                <a:cubicBezTo>
                  <a:pt x="120" y="25"/>
                  <a:pt x="119" y="25"/>
                  <a:pt x="118" y="25"/>
                </a:cubicBezTo>
                <a:cubicBezTo>
                  <a:pt x="61" y="25"/>
                  <a:pt x="61" y="25"/>
                  <a:pt x="61" y="25"/>
                </a:cubicBezTo>
                <a:cubicBezTo>
                  <a:pt x="60" y="25"/>
                  <a:pt x="59" y="25"/>
                  <a:pt x="58" y="25"/>
                </a:cubicBezTo>
                <a:cubicBezTo>
                  <a:pt x="58" y="26"/>
                  <a:pt x="57" y="27"/>
                  <a:pt x="57" y="28"/>
                </a:cubicBezTo>
                <a:lnTo>
                  <a:pt x="55" y="34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46" name="Freeform 48"/>
          <p:cNvSpPr>
            <a:spLocks/>
          </p:cNvSpPr>
          <p:nvPr/>
        </p:nvSpPr>
        <p:spPr bwMode="auto">
          <a:xfrm>
            <a:off x="2230880" y="1824385"/>
            <a:ext cx="172888" cy="205304"/>
          </a:xfrm>
          <a:custGeom>
            <a:avLst/>
            <a:gdLst>
              <a:gd name="T0" fmla="*/ 110 w 121"/>
              <a:gd name="T1" fmla="*/ 0 h 143"/>
              <a:gd name="T2" fmla="*/ 114 w 121"/>
              <a:gd name="T3" fmla="*/ 1 h 143"/>
              <a:gd name="T4" fmla="*/ 119 w 121"/>
              <a:gd name="T5" fmla="*/ 5 h 143"/>
              <a:gd name="T6" fmla="*/ 121 w 121"/>
              <a:gd name="T7" fmla="*/ 11 h 143"/>
              <a:gd name="T8" fmla="*/ 121 w 121"/>
              <a:gd name="T9" fmla="*/ 133 h 143"/>
              <a:gd name="T10" fmla="*/ 119 w 121"/>
              <a:gd name="T11" fmla="*/ 139 h 143"/>
              <a:gd name="T12" fmla="*/ 114 w 121"/>
              <a:gd name="T13" fmla="*/ 143 h 143"/>
              <a:gd name="T14" fmla="*/ 110 w 121"/>
              <a:gd name="T15" fmla="*/ 143 h 143"/>
              <a:gd name="T16" fmla="*/ 102 w 121"/>
              <a:gd name="T17" fmla="*/ 140 h 143"/>
              <a:gd name="T18" fmla="*/ 61 w 121"/>
              <a:gd name="T19" fmla="*/ 100 h 143"/>
              <a:gd name="T20" fmla="*/ 19 w 121"/>
              <a:gd name="T21" fmla="*/ 140 h 143"/>
              <a:gd name="T22" fmla="*/ 11 w 121"/>
              <a:gd name="T23" fmla="*/ 143 h 143"/>
              <a:gd name="T24" fmla="*/ 7 w 121"/>
              <a:gd name="T25" fmla="*/ 143 h 143"/>
              <a:gd name="T26" fmla="*/ 2 w 121"/>
              <a:gd name="T27" fmla="*/ 139 h 143"/>
              <a:gd name="T28" fmla="*/ 0 w 121"/>
              <a:gd name="T29" fmla="*/ 133 h 143"/>
              <a:gd name="T30" fmla="*/ 0 w 121"/>
              <a:gd name="T31" fmla="*/ 11 h 143"/>
              <a:gd name="T32" fmla="*/ 2 w 121"/>
              <a:gd name="T33" fmla="*/ 5 h 143"/>
              <a:gd name="T34" fmla="*/ 7 w 121"/>
              <a:gd name="T35" fmla="*/ 1 h 143"/>
              <a:gd name="T36" fmla="*/ 11 w 121"/>
              <a:gd name="T37" fmla="*/ 0 h 143"/>
              <a:gd name="T38" fmla="*/ 110 w 121"/>
              <a:gd name="T39" fmla="*/ 0 h 1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121" h="143">
                <a:moveTo>
                  <a:pt x="110" y="0"/>
                </a:moveTo>
                <a:cubicBezTo>
                  <a:pt x="112" y="0"/>
                  <a:pt x="113" y="1"/>
                  <a:pt x="114" y="1"/>
                </a:cubicBezTo>
                <a:cubicBezTo>
                  <a:pt x="116" y="2"/>
                  <a:pt x="118" y="3"/>
                  <a:pt x="119" y="5"/>
                </a:cubicBezTo>
                <a:cubicBezTo>
                  <a:pt x="121" y="7"/>
                  <a:pt x="121" y="9"/>
                  <a:pt x="121" y="11"/>
                </a:cubicBezTo>
                <a:cubicBezTo>
                  <a:pt x="121" y="133"/>
                  <a:pt x="121" y="133"/>
                  <a:pt x="121" y="133"/>
                </a:cubicBezTo>
                <a:cubicBezTo>
                  <a:pt x="121" y="135"/>
                  <a:pt x="121" y="137"/>
                  <a:pt x="119" y="139"/>
                </a:cubicBezTo>
                <a:cubicBezTo>
                  <a:pt x="118" y="140"/>
                  <a:pt x="116" y="142"/>
                  <a:pt x="114" y="143"/>
                </a:cubicBezTo>
                <a:cubicBezTo>
                  <a:pt x="113" y="143"/>
                  <a:pt x="112" y="143"/>
                  <a:pt x="110" y="143"/>
                </a:cubicBezTo>
                <a:cubicBezTo>
                  <a:pt x="107" y="143"/>
                  <a:pt x="105" y="142"/>
                  <a:pt x="102" y="140"/>
                </a:cubicBezTo>
                <a:cubicBezTo>
                  <a:pt x="61" y="100"/>
                  <a:pt x="61" y="100"/>
                  <a:pt x="61" y="100"/>
                </a:cubicBezTo>
                <a:cubicBezTo>
                  <a:pt x="19" y="140"/>
                  <a:pt x="19" y="140"/>
                  <a:pt x="19" y="140"/>
                </a:cubicBezTo>
                <a:cubicBezTo>
                  <a:pt x="17" y="142"/>
                  <a:pt x="14" y="143"/>
                  <a:pt x="11" y="143"/>
                </a:cubicBezTo>
                <a:cubicBezTo>
                  <a:pt x="10" y="143"/>
                  <a:pt x="8" y="143"/>
                  <a:pt x="7" y="143"/>
                </a:cubicBezTo>
                <a:cubicBezTo>
                  <a:pt x="5" y="142"/>
                  <a:pt x="3" y="140"/>
                  <a:pt x="2" y="139"/>
                </a:cubicBezTo>
                <a:cubicBezTo>
                  <a:pt x="1" y="137"/>
                  <a:pt x="0" y="135"/>
                  <a:pt x="0" y="133"/>
                </a:cubicBezTo>
                <a:cubicBezTo>
                  <a:pt x="0" y="11"/>
                  <a:pt x="0" y="11"/>
                  <a:pt x="0" y="11"/>
                </a:cubicBezTo>
                <a:cubicBezTo>
                  <a:pt x="0" y="9"/>
                  <a:pt x="1" y="7"/>
                  <a:pt x="2" y="5"/>
                </a:cubicBezTo>
                <a:cubicBezTo>
                  <a:pt x="3" y="3"/>
                  <a:pt x="5" y="2"/>
                  <a:pt x="7" y="1"/>
                </a:cubicBezTo>
                <a:cubicBezTo>
                  <a:pt x="8" y="1"/>
                  <a:pt x="10" y="0"/>
                  <a:pt x="11" y="0"/>
                </a:cubicBezTo>
                <a:lnTo>
                  <a:pt x="110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47" name="Freeform 49"/>
          <p:cNvSpPr>
            <a:spLocks noEditPoints="1"/>
          </p:cNvSpPr>
          <p:nvPr/>
        </p:nvSpPr>
        <p:spPr bwMode="auto">
          <a:xfrm>
            <a:off x="2468601" y="1824385"/>
            <a:ext cx="224755" cy="209627"/>
          </a:xfrm>
          <a:custGeom>
            <a:avLst/>
            <a:gdLst>
              <a:gd name="T0" fmla="*/ 157 w 157"/>
              <a:gd name="T1" fmla="*/ 79 h 146"/>
              <a:gd name="T2" fmla="*/ 157 w 157"/>
              <a:gd name="T3" fmla="*/ 118 h 146"/>
              <a:gd name="T4" fmla="*/ 156 w 157"/>
              <a:gd name="T5" fmla="*/ 120 h 146"/>
              <a:gd name="T6" fmla="*/ 154 w 157"/>
              <a:gd name="T7" fmla="*/ 121 h 146"/>
              <a:gd name="T8" fmla="*/ 133 w 157"/>
              <a:gd name="T9" fmla="*/ 121 h 146"/>
              <a:gd name="T10" fmla="*/ 133 w 157"/>
              <a:gd name="T11" fmla="*/ 136 h 146"/>
              <a:gd name="T12" fmla="*/ 130 w 157"/>
              <a:gd name="T13" fmla="*/ 143 h 146"/>
              <a:gd name="T14" fmla="*/ 124 w 157"/>
              <a:gd name="T15" fmla="*/ 146 h 146"/>
              <a:gd name="T16" fmla="*/ 33 w 157"/>
              <a:gd name="T17" fmla="*/ 146 h 146"/>
              <a:gd name="T18" fmla="*/ 26 w 157"/>
              <a:gd name="T19" fmla="*/ 143 h 146"/>
              <a:gd name="T20" fmla="*/ 24 w 157"/>
              <a:gd name="T21" fmla="*/ 136 h 146"/>
              <a:gd name="T22" fmla="*/ 24 w 157"/>
              <a:gd name="T23" fmla="*/ 121 h 146"/>
              <a:gd name="T24" fmla="*/ 3 w 157"/>
              <a:gd name="T25" fmla="*/ 121 h 146"/>
              <a:gd name="T26" fmla="*/ 0 w 157"/>
              <a:gd name="T27" fmla="*/ 120 h 146"/>
              <a:gd name="T28" fmla="*/ 0 w 157"/>
              <a:gd name="T29" fmla="*/ 118 h 146"/>
              <a:gd name="T30" fmla="*/ 0 w 157"/>
              <a:gd name="T31" fmla="*/ 79 h 146"/>
              <a:gd name="T32" fmla="*/ 5 w 157"/>
              <a:gd name="T33" fmla="*/ 66 h 146"/>
              <a:gd name="T34" fmla="*/ 18 w 157"/>
              <a:gd name="T35" fmla="*/ 61 h 146"/>
              <a:gd name="T36" fmla="*/ 24 w 157"/>
              <a:gd name="T37" fmla="*/ 61 h 146"/>
              <a:gd name="T38" fmla="*/ 24 w 157"/>
              <a:gd name="T39" fmla="*/ 9 h 146"/>
              <a:gd name="T40" fmla="*/ 26 w 157"/>
              <a:gd name="T41" fmla="*/ 3 h 146"/>
              <a:gd name="T42" fmla="*/ 33 w 157"/>
              <a:gd name="T43" fmla="*/ 0 h 146"/>
              <a:gd name="T44" fmla="*/ 96 w 157"/>
              <a:gd name="T45" fmla="*/ 0 h 146"/>
              <a:gd name="T46" fmla="*/ 105 w 157"/>
              <a:gd name="T47" fmla="*/ 2 h 146"/>
              <a:gd name="T48" fmla="*/ 112 w 157"/>
              <a:gd name="T49" fmla="*/ 7 h 146"/>
              <a:gd name="T50" fmla="*/ 126 w 157"/>
              <a:gd name="T51" fmla="*/ 21 h 146"/>
              <a:gd name="T52" fmla="*/ 131 w 157"/>
              <a:gd name="T53" fmla="*/ 28 h 146"/>
              <a:gd name="T54" fmla="*/ 133 w 157"/>
              <a:gd name="T55" fmla="*/ 37 h 146"/>
              <a:gd name="T56" fmla="*/ 133 w 157"/>
              <a:gd name="T57" fmla="*/ 61 h 146"/>
              <a:gd name="T58" fmla="*/ 139 w 157"/>
              <a:gd name="T59" fmla="*/ 61 h 146"/>
              <a:gd name="T60" fmla="*/ 152 w 157"/>
              <a:gd name="T61" fmla="*/ 66 h 146"/>
              <a:gd name="T62" fmla="*/ 157 w 157"/>
              <a:gd name="T63" fmla="*/ 79 h 146"/>
              <a:gd name="T64" fmla="*/ 36 w 157"/>
              <a:gd name="T65" fmla="*/ 73 h 146"/>
              <a:gd name="T66" fmla="*/ 121 w 157"/>
              <a:gd name="T67" fmla="*/ 73 h 146"/>
              <a:gd name="T68" fmla="*/ 121 w 157"/>
              <a:gd name="T69" fmla="*/ 37 h 146"/>
              <a:gd name="T70" fmla="*/ 105 w 157"/>
              <a:gd name="T71" fmla="*/ 37 h 146"/>
              <a:gd name="T72" fmla="*/ 99 w 157"/>
              <a:gd name="T73" fmla="*/ 34 h 146"/>
              <a:gd name="T74" fmla="*/ 96 w 157"/>
              <a:gd name="T75" fmla="*/ 28 h 146"/>
              <a:gd name="T76" fmla="*/ 96 w 157"/>
              <a:gd name="T77" fmla="*/ 12 h 146"/>
              <a:gd name="T78" fmla="*/ 36 w 157"/>
              <a:gd name="T79" fmla="*/ 12 h 146"/>
              <a:gd name="T80" fmla="*/ 36 w 157"/>
              <a:gd name="T81" fmla="*/ 73 h 146"/>
              <a:gd name="T82" fmla="*/ 36 w 157"/>
              <a:gd name="T83" fmla="*/ 133 h 146"/>
              <a:gd name="T84" fmla="*/ 121 w 157"/>
              <a:gd name="T85" fmla="*/ 133 h 146"/>
              <a:gd name="T86" fmla="*/ 121 w 157"/>
              <a:gd name="T87" fmla="*/ 109 h 146"/>
              <a:gd name="T88" fmla="*/ 36 w 157"/>
              <a:gd name="T89" fmla="*/ 109 h 146"/>
              <a:gd name="T90" fmla="*/ 36 w 157"/>
              <a:gd name="T91" fmla="*/ 133 h 146"/>
              <a:gd name="T92" fmla="*/ 143 w 157"/>
              <a:gd name="T93" fmla="*/ 83 h 146"/>
              <a:gd name="T94" fmla="*/ 145 w 157"/>
              <a:gd name="T95" fmla="*/ 79 h 146"/>
              <a:gd name="T96" fmla="*/ 143 w 157"/>
              <a:gd name="T97" fmla="*/ 75 h 146"/>
              <a:gd name="T98" fmla="*/ 139 w 157"/>
              <a:gd name="T99" fmla="*/ 73 h 146"/>
              <a:gd name="T100" fmla="*/ 134 w 157"/>
              <a:gd name="T101" fmla="*/ 75 h 146"/>
              <a:gd name="T102" fmla="*/ 133 w 157"/>
              <a:gd name="T103" fmla="*/ 79 h 146"/>
              <a:gd name="T104" fmla="*/ 134 w 157"/>
              <a:gd name="T105" fmla="*/ 83 h 146"/>
              <a:gd name="T106" fmla="*/ 139 w 157"/>
              <a:gd name="T107" fmla="*/ 85 h 146"/>
              <a:gd name="T108" fmla="*/ 143 w 157"/>
              <a:gd name="T109" fmla="*/ 83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57" h="146">
                <a:moveTo>
                  <a:pt x="157" y="79"/>
                </a:moveTo>
                <a:cubicBezTo>
                  <a:pt x="157" y="118"/>
                  <a:pt x="157" y="118"/>
                  <a:pt x="157" y="118"/>
                </a:cubicBezTo>
                <a:cubicBezTo>
                  <a:pt x="157" y="119"/>
                  <a:pt x="157" y="120"/>
                  <a:pt x="156" y="120"/>
                </a:cubicBezTo>
                <a:cubicBezTo>
                  <a:pt x="155" y="121"/>
                  <a:pt x="155" y="121"/>
                  <a:pt x="154" y="121"/>
                </a:cubicBezTo>
                <a:cubicBezTo>
                  <a:pt x="133" y="121"/>
                  <a:pt x="133" y="121"/>
                  <a:pt x="133" y="121"/>
                </a:cubicBezTo>
                <a:cubicBezTo>
                  <a:pt x="133" y="136"/>
                  <a:pt x="133" y="136"/>
                  <a:pt x="133" y="136"/>
                </a:cubicBezTo>
                <a:cubicBezTo>
                  <a:pt x="133" y="139"/>
                  <a:pt x="132" y="141"/>
                  <a:pt x="130" y="143"/>
                </a:cubicBezTo>
                <a:cubicBezTo>
                  <a:pt x="128" y="145"/>
                  <a:pt x="126" y="146"/>
                  <a:pt x="124" y="146"/>
                </a:cubicBezTo>
                <a:cubicBezTo>
                  <a:pt x="33" y="146"/>
                  <a:pt x="33" y="146"/>
                  <a:pt x="33" y="146"/>
                </a:cubicBezTo>
                <a:cubicBezTo>
                  <a:pt x="30" y="146"/>
                  <a:pt x="28" y="145"/>
                  <a:pt x="26" y="143"/>
                </a:cubicBezTo>
                <a:cubicBezTo>
                  <a:pt x="25" y="141"/>
                  <a:pt x="24" y="139"/>
                  <a:pt x="24" y="136"/>
                </a:cubicBezTo>
                <a:cubicBezTo>
                  <a:pt x="24" y="121"/>
                  <a:pt x="24" y="121"/>
                  <a:pt x="24" y="121"/>
                </a:cubicBezTo>
                <a:cubicBezTo>
                  <a:pt x="3" y="121"/>
                  <a:pt x="3" y="121"/>
                  <a:pt x="3" y="121"/>
                </a:cubicBezTo>
                <a:cubicBezTo>
                  <a:pt x="2" y="121"/>
                  <a:pt x="1" y="121"/>
                  <a:pt x="0" y="120"/>
                </a:cubicBezTo>
                <a:cubicBezTo>
                  <a:pt x="0" y="120"/>
                  <a:pt x="0" y="119"/>
                  <a:pt x="0" y="118"/>
                </a:cubicBezTo>
                <a:cubicBezTo>
                  <a:pt x="0" y="79"/>
                  <a:pt x="0" y="79"/>
                  <a:pt x="0" y="79"/>
                </a:cubicBezTo>
                <a:cubicBezTo>
                  <a:pt x="0" y="74"/>
                  <a:pt x="1" y="70"/>
                  <a:pt x="5" y="66"/>
                </a:cubicBezTo>
                <a:cubicBezTo>
                  <a:pt x="8" y="63"/>
                  <a:pt x="13" y="61"/>
                  <a:pt x="18" y="61"/>
                </a:cubicBezTo>
                <a:cubicBezTo>
                  <a:pt x="24" y="61"/>
                  <a:pt x="24" y="61"/>
                  <a:pt x="24" y="61"/>
                </a:cubicBezTo>
                <a:cubicBezTo>
                  <a:pt x="24" y="9"/>
                  <a:pt x="24" y="9"/>
                  <a:pt x="24" y="9"/>
                </a:cubicBezTo>
                <a:cubicBezTo>
                  <a:pt x="24" y="7"/>
                  <a:pt x="25" y="5"/>
                  <a:pt x="26" y="3"/>
                </a:cubicBezTo>
                <a:cubicBezTo>
                  <a:pt x="28" y="1"/>
                  <a:pt x="30" y="0"/>
                  <a:pt x="33" y="0"/>
                </a:cubicBezTo>
                <a:cubicBezTo>
                  <a:pt x="96" y="0"/>
                  <a:pt x="96" y="0"/>
                  <a:pt x="96" y="0"/>
                </a:cubicBezTo>
                <a:cubicBezTo>
                  <a:pt x="99" y="0"/>
                  <a:pt x="102" y="1"/>
                  <a:pt x="105" y="2"/>
                </a:cubicBezTo>
                <a:cubicBezTo>
                  <a:pt x="108" y="3"/>
                  <a:pt x="110" y="5"/>
                  <a:pt x="112" y="7"/>
                </a:cubicBezTo>
                <a:cubicBezTo>
                  <a:pt x="126" y="21"/>
                  <a:pt x="126" y="21"/>
                  <a:pt x="126" y="21"/>
                </a:cubicBezTo>
                <a:cubicBezTo>
                  <a:pt x="128" y="23"/>
                  <a:pt x="130" y="25"/>
                  <a:pt x="131" y="28"/>
                </a:cubicBezTo>
                <a:cubicBezTo>
                  <a:pt x="132" y="31"/>
                  <a:pt x="133" y="34"/>
                  <a:pt x="133" y="37"/>
                </a:cubicBezTo>
                <a:cubicBezTo>
                  <a:pt x="133" y="61"/>
                  <a:pt x="133" y="61"/>
                  <a:pt x="133" y="61"/>
                </a:cubicBezTo>
                <a:cubicBezTo>
                  <a:pt x="139" y="61"/>
                  <a:pt x="139" y="61"/>
                  <a:pt x="139" y="61"/>
                </a:cubicBezTo>
                <a:cubicBezTo>
                  <a:pt x="144" y="61"/>
                  <a:pt x="148" y="63"/>
                  <a:pt x="152" y="66"/>
                </a:cubicBezTo>
                <a:cubicBezTo>
                  <a:pt x="155" y="70"/>
                  <a:pt x="157" y="74"/>
                  <a:pt x="157" y="79"/>
                </a:cubicBezTo>
                <a:close/>
                <a:moveTo>
                  <a:pt x="36" y="73"/>
                </a:moveTo>
                <a:cubicBezTo>
                  <a:pt x="121" y="73"/>
                  <a:pt x="121" y="73"/>
                  <a:pt x="121" y="73"/>
                </a:cubicBezTo>
                <a:cubicBezTo>
                  <a:pt x="121" y="37"/>
                  <a:pt x="121" y="37"/>
                  <a:pt x="121" y="37"/>
                </a:cubicBezTo>
                <a:cubicBezTo>
                  <a:pt x="105" y="37"/>
                  <a:pt x="105" y="37"/>
                  <a:pt x="105" y="37"/>
                </a:cubicBezTo>
                <a:cubicBezTo>
                  <a:pt x="103" y="37"/>
                  <a:pt x="101" y="36"/>
                  <a:pt x="99" y="34"/>
                </a:cubicBezTo>
                <a:cubicBezTo>
                  <a:pt x="97" y="32"/>
                  <a:pt x="96" y="30"/>
                  <a:pt x="96" y="28"/>
                </a:cubicBezTo>
                <a:cubicBezTo>
                  <a:pt x="96" y="12"/>
                  <a:pt x="96" y="12"/>
                  <a:pt x="96" y="12"/>
                </a:cubicBezTo>
                <a:cubicBezTo>
                  <a:pt x="36" y="12"/>
                  <a:pt x="36" y="12"/>
                  <a:pt x="36" y="12"/>
                </a:cubicBezTo>
                <a:lnTo>
                  <a:pt x="36" y="73"/>
                </a:lnTo>
                <a:close/>
                <a:moveTo>
                  <a:pt x="36" y="133"/>
                </a:moveTo>
                <a:cubicBezTo>
                  <a:pt x="121" y="133"/>
                  <a:pt x="121" y="133"/>
                  <a:pt x="121" y="133"/>
                </a:cubicBezTo>
                <a:cubicBezTo>
                  <a:pt x="121" y="109"/>
                  <a:pt x="121" y="109"/>
                  <a:pt x="121" y="109"/>
                </a:cubicBezTo>
                <a:cubicBezTo>
                  <a:pt x="36" y="109"/>
                  <a:pt x="36" y="109"/>
                  <a:pt x="36" y="109"/>
                </a:cubicBezTo>
                <a:lnTo>
                  <a:pt x="36" y="133"/>
                </a:lnTo>
                <a:close/>
                <a:moveTo>
                  <a:pt x="143" y="83"/>
                </a:moveTo>
                <a:cubicBezTo>
                  <a:pt x="144" y="82"/>
                  <a:pt x="145" y="81"/>
                  <a:pt x="145" y="79"/>
                </a:cubicBezTo>
                <a:cubicBezTo>
                  <a:pt x="145" y="77"/>
                  <a:pt x="144" y="76"/>
                  <a:pt x="143" y="75"/>
                </a:cubicBezTo>
                <a:cubicBezTo>
                  <a:pt x="142" y="74"/>
                  <a:pt x="140" y="73"/>
                  <a:pt x="139" y="73"/>
                </a:cubicBezTo>
                <a:cubicBezTo>
                  <a:pt x="137" y="73"/>
                  <a:pt x="136" y="74"/>
                  <a:pt x="134" y="75"/>
                </a:cubicBezTo>
                <a:cubicBezTo>
                  <a:pt x="133" y="76"/>
                  <a:pt x="133" y="77"/>
                  <a:pt x="133" y="79"/>
                </a:cubicBezTo>
                <a:cubicBezTo>
                  <a:pt x="133" y="81"/>
                  <a:pt x="133" y="82"/>
                  <a:pt x="134" y="83"/>
                </a:cubicBezTo>
                <a:cubicBezTo>
                  <a:pt x="136" y="84"/>
                  <a:pt x="137" y="85"/>
                  <a:pt x="139" y="85"/>
                </a:cubicBezTo>
                <a:cubicBezTo>
                  <a:pt x="140" y="85"/>
                  <a:pt x="142" y="84"/>
                  <a:pt x="143" y="8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48" name="Freeform 50"/>
          <p:cNvSpPr>
            <a:spLocks noEditPoints="1"/>
          </p:cNvSpPr>
          <p:nvPr/>
        </p:nvSpPr>
        <p:spPr bwMode="auto">
          <a:xfrm>
            <a:off x="2753866" y="1807097"/>
            <a:ext cx="261492" cy="226915"/>
          </a:xfrm>
          <a:custGeom>
            <a:avLst/>
            <a:gdLst>
              <a:gd name="T0" fmla="*/ 158 w 182"/>
              <a:gd name="T1" fmla="*/ 24 h 158"/>
              <a:gd name="T2" fmla="*/ 175 w 182"/>
              <a:gd name="T3" fmla="*/ 32 h 158"/>
              <a:gd name="T4" fmla="*/ 182 w 182"/>
              <a:gd name="T5" fmla="*/ 49 h 158"/>
              <a:gd name="T6" fmla="*/ 182 w 182"/>
              <a:gd name="T7" fmla="*/ 133 h 158"/>
              <a:gd name="T8" fmla="*/ 175 w 182"/>
              <a:gd name="T9" fmla="*/ 150 h 158"/>
              <a:gd name="T10" fmla="*/ 158 w 182"/>
              <a:gd name="T11" fmla="*/ 158 h 158"/>
              <a:gd name="T12" fmla="*/ 24 w 182"/>
              <a:gd name="T13" fmla="*/ 158 h 158"/>
              <a:gd name="T14" fmla="*/ 7 w 182"/>
              <a:gd name="T15" fmla="*/ 150 h 158"/>
              <a:gd name="T16" fmla="*/ 0 w 182"/>
              <a:gd name="T17" fmla="*/ 133 h 158"/>
              <a:gd name="T18" fmla="*/ 0 w 182"/>
              <a:gd name="T19" fmla="*/ 49 h 158"/>
              <a:gd name="T20" fmla="*/ 7 w 182"/>
              <a:gd name="T21" fmla="*/ 32 h 158"/>
              <a:gd name="T22" fmla="*/ 24 w 182"/>
              <a:gd name="T23" fmla="*/ 24 h 158"/>
              <a:gd name="T24" fmla="*/ 46 w 182"/>
              <a:gd name="T25" fmla="*/ 24 h 158"/>
              <a:gd name="T26" fmla="*/ 50 w 182"/>
              <a:gd name="T27" fmla="*/ 12 h 158"/>
              <a:gd name="T28" fmla="*/ 57 w 182"/>
              <a:gd name="T29" fmla="*/ 4 h 158"/>
              <a:gd name="T30" fmla="*/ 67 w 182"/>
              <a:gd name="T31" fmla="*/ 0 h 158"/>
              <a:gd name="T32" fmla="*/ 115 w 182"/>
              <a:gd name="T33" fmla="*/ 0 h 158"/>
              <a:gd name="T34" fmla="*/ 125 w 182"/>
              <a:gd name="T35" fmla="*/ 4 h 158"/>
              <a:gd name="T36" fmla="*/ 132 w 182"/>
              <a:gd name="T37" fmla="*/ 12 h 158"/>
              <a:gd name="T38" fmla="*/ 136 w 182"/>
              <a:gd name="T39" fmla="*/ 24 h 158"/>
              <a:gd name="T40" fmla="*/ 158 w 182"/>
              <a:gd name="T41" fmla="*/ 24 h 158"/>
              <a:gd name="T42" fmla="*/ 61 w 182"/>
              <a:gd name="T43" fmla="*/ 121 h 158"/>
              <a:gd name="T44" fmla="*/ 91 w 182"/>
              <a:gd name="T45" fmla="*/ 133 h 158"/>
              <a:gd name="T46" fmla="*/ 121 w 182"/>
              <a:gd name="T47" fmla="*/ 121 h 158"/>
              <a:gd name="T48" fmla="*/ 133 w 182"/>
              <a:gd name="T49" fmla="*/ 91 h 158"/>
              <a:gd name="T50" fmla="*/ 121 w 182"/>
              <a:gd name="T51" fmla="*/ 61 h 158"/>
              <a:gd name="T52" fmla="*/ 91 w 182"/>
              <a:gd name="T53" fmla="*/ 49 h 158"/>
              <a:gd name="T54" fmla="*/ 61 w 182"/>
              <a:gd name="T55" fmla="*/ 61 h 158"/>
              <a:gd name="T56" fmla="*/ 49 w 182"/>
              <a:gd name="T57" fmla="*/ 91 h 158"/>
              <a:gd name="T58" fmla="*/ 61 w 182"/>
              <a:gd name="T59" fmla="*/ 121 h 158"/>
              <a:gd name="T60" fmla="*/ 72 w 182"/>
              <a:gd name="T61" fmla="*/ 72 h 158"/>
              <a:gd name="T62" fmla="*/ 91 w 182"/>
              <a:gd name="T63" fmla="*/ 64 h 158"/>
              <a:gd name="T64" fmla="*/ 110 w 182"/>
              <a:gd name="T65" fmla="*/ 72 h 158"/>
              <a:gd name="T66" fmla="*/ 118 w 182"/>
              <a:gd name="T67" fmla="*/ 91 h 158"/>
              <a:gd name="T68" fmla="*/ 110 w 182"/>
              <a:gd name="T69" fmla="*/ 110 h 158"/>
              <a:gd name="T70" fmla="*/ 91 w 182"/>
              <a:gd name="T71" fmla="*/ 118 h 158"/>
              <a:gd name="T72" fmla="*/ 72 w 182"/>
              <a:gd name="T73" fmla="*/ 110 h 158"/>
              <a:gd name="T74" fmla="*/ 64 w 182"/>
              <a:gd name="T75" fmla="*/ 91 h 158"/>
              <a:gd name="T76" fmla="*/ 72 w 182"/>
              <a:gd name="T77" fmla="*/ 72 h 1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82" h="158">
                <a:moveTo>
                  <a:pt x="158" y="24"/>
                </a:moveTo>
                <a:cubicBezTo>
                  <a:pt x="164" y="24"/>
                  <a:pt x="170" y="27"/>
                  <a:pt x="175" y="32"/>
                </a:cubicBezTo>
                <a:cubicBezTo>
                  <a:pt x="179" y="36"/>
                  <a:pt x="182" y="42"/>
                  <a:pt x="182" y="49"/>
                </a:cubicBezTo>
                <a:cubicBezTo>
                  <a:pt x="182" y="133"/>
                  <a:pt x="182" y="133"/>
                  <a:pt x="182" y="133"/>
                </a:cubicBezTo>
                <a:cubicBezTo>
                  <a:pt x="182" y="140"/>
                  <a:pt x="179" y="146"/>
                  <a:pt x="175" y="150"/>
                </a:cubicBezTo>
                <a:cubicBezTo>
                  <a:pt x="170" y="155"/>
                  <a:pt x="164" y="158"/>
                  <a:pt x="158" y="158"/>
                </a:cubicBezTo>
                <a:cubicBezTo>
                  <a:pt x="24" y="158"/>
                  <a:pt x="24" y="158"/>
                  <a:pt x="24" y="158"/>
                </a:cubicBezTo>
                <a:cubicBezTo>
                  <a:pt x="18" y="158"/>
                  <a:pt x="12" y="155"/>
                  <a:pt x="7" y="150"/>
                </a:cubicBezTo>
                <a:cubicBezTo>
                  <a:pt x="3" y="146"/>
                  <a:pt x="0" y="140"/>
                  <a:pt x="0" y="133"/>
                </a:cubicBezTo>
                <a:cubicBezTo>
                  <a:pt x="0" y="49"/>
                  <a:pt x="0" y="49"/>
                  <a:pt x="0" y="49"/>
                </a:cubicBezTo>
                <a:cubicBezTo>
                  <a:pt x="0" y="42"/>
                  <a:pt x="3" y="36"/>
                  <a:pt x="7" y="32"/>
                </a:cubicBezTo>
                <a:cubicBezTo>
                  <a:pt x="12" y="27"/>
                  <a:pt x="18" y="24"/>
                  <a:pt x="24" y="24"/>
                </a:cubicBezTo>
                <a:cubicBezTo>
                  <a:pt x="46" y="24"/>
                  <a:pt x="46" y="24"/>
                  <a:pt x="46" y="24"/>
                </a:cubicBezTo>
                <a:cubicBezTo>
                  <a:pt x="50" y="12"/>
                  <a:pt x="50" y="12"/>
                  <a:pt x="50" y="12"/>
                </a:cubicBezTo>
                <a:cubicBezTo>
                  <a:pt x="52" y="9"/>
                  <a:pt x="54" y="6"/>
                  <a:pt x="57" y="4"/>
                </a:cubicBezTo>
                <a:cubicBezTo>
                  <a:pt x="60" y="1"/>
                  <a:pt x="63" y="0"/>
                  <a:pt x="67" y="0"/>
                </a:cubicBezTo>
                <a:cubicBezTo>
                  <a:pt x="115" y="0"/>
                  <a:pt x="115" y="0"/>
                  <a:pt x="115" y="0"/>
                </a:cubicBezTo>
                <a:cubicBezTo>
                  <a:pt x="119" y="0"/>
                  <a:pt x="122" y="1"/>
                  <a:pt x="125" y="4"/>
                </a:cubicBezTo>
                <a:cubicBezTo>
                  <a:pt x="128" y="6"/>
                  <a:pt x="130" y="9"/>
                  <a:pt x="132" y="12"/>
                </a:cubicBezTo>
                <a:cubicBezTo>
                  <a:pt x="136" y="24"/>
                  <a:pt x="136" y="24"/>
                  <a:pt x="136" y="24"/>
                </a:cubicBezTo>
                <a:lnTo>
                  <a:pt x="158" y="24"/>
                </a:lnTo>
                <a:close/>
                <a:moveTo>
                  <a:pt x="61" y="121"/>
                </a:moveTo>
                <a:cubicBezTo>
                  <a:pt x="69" y="129"/>
                  <a:pt x="79" y="133"/>
                  <a:pt x="91" y="133"/>
                </a:cubicBezTo>
                <a:cubicBezTo>
                  <a:pt x="103" y="133"/>
                  <a:pt x="113" y="129"/>
                  <a:pt x="121" y="121"/>
                </a:cubicBezTo>
                <a:cubicBezTo>
                  <a:pt x="129" y="113"/>
                  <a:pt x="133" y="103"/>
                  <a:pt x="133" y="91"/>
                </a:cubicBezTo>
                <a:cubicBezTo>
                  <a:pt x="133" y="79"/>
                  <a:pt x="129" y="69"/>
                  <a:pt x="121" y="61"/>
                </a:cubicBezTo>
                <a:cubicBezTo>
                  <a:pt x="113" y="53"/>
                  <a:pt x="103" y="49"/>
                  <a:pt x="91" y="49"/>
                </a:cubicBezTo>
                <a:cubicBezTo>
                  <a:pt x="79" y="49"/>
                  <a:pt x="69" y="53"/>
                  <a:pt x="61" y="61"/>
                </a:cubicBezTo>
                <a:cubicBezTo>
                  <a:pt x="53" y="69"/>
                  <a:pt x="49" y="79"/>
                  <a:pt x="49" y="91"/>
                </a:cubicBezTo>
                <a:cubicBezTo>
                  <a:pt x="49" y="103"/>
                  <a:pt x="53" y="113"/>
                  <a:pt x="61" y="121"/>
                </a:cubicBezTo>
                <a:close/>
                <a:moveTo>
                  <a:pt x="72" y="72"/>
                </a:moveTo>
                <a:cubicBezTo>
                  <a:pt x="77" y="66"/>
                  <a:pt x="83" y="64"/>
                  <a:pt x="91" y="64"/>
                </a:cubicBezTo>
                <a:cubicBezTo>
                  <a:pt x="98" y="64"/>
                  <a:pt x="105" y="66"/>
                  <a:pt x="110" y="72"/>
                </a:cubicBezTo>
                <a:cubicBezTo>
                  <a:pt x="116" y="77"/>
                  <a:pt x="118" y="84"/>
                  <a:pt x="118" y="91"/>
                </a:cubicBezTo>
                <a:cubicBezTo>
                  <a:pt x="118" y="99"/>
                  <a:pt x="116" y="105"/>
                  <a:pt x="110" y="110"/>
                </a:cubicBezTo>
                <a:cubicBezTo>
                  <a:pt x="105" y="116"/>
                  <a:pt x="98" y="118"/>
                  <a:pt x="91" y="118"/>
                </a:cubicBezTo>
                <a:cubicBezTo>
                  <a:pt x="83" y="118"/>
                  <a:pt x="77" y="116"/>
                  <a:pt x="72" y="110"/>
                </a:cubicBezTo>
                <a:cubicBezTo>
                  <a:pt x="66" y="105"/>
                  <a:pt x="64" y="99"/>
                  <a:pt x="64" y="91"/>
                </a:cubicBezTo>
                <a:cubicBezTo>
                  <a:pt x="64" y="84"/>
                  <a:pt x="66" y="77"/>
                  <a:pt x="72" y="72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49" name="Freeform 51"/>
          <p:cNvSpPr>
            <a:spLocks noEditPoints="1"/>
          </p:cNvSpPr>
          <p:nvPr/>
        </p:nvSpPr>
        <p:spPr bwMode="auto">
          <a:xfrm>
            <a:off x="3075868" y="1824385"/>
            <a:ext cx="226915" cy="209627"/>
          </a:xfrm>
          <a:custGeom>
            <a:avLst/>
            <a:gdLst>
              <a:gd name="T0" fmla="*/ 0 w 157"/>
              <a:gd name="T1" fmla="*/ 146 h 146"/>
              <a:gd name="T2" fmla="*/ 0 w 157"/>
              <a:gd name="T3" fmla="*/ 138 h 146"/>
              <a:gd name="T4" fmla="*/ 6 w 157"/>
              <a:gd name="T5" fmla="*/ 137 h 146"/>
              <a:gd name="T6" fmla="*/ 11 w 157"/>
              <a:gd name="T7" fmla="*/ 136 h 146"/>
              <a:gd name="T8" fmla="*/ 16 w 157"/>
              <a:gd name="T9" fmla="*/ 135 h 146"/>
              <a:gd name="T10" fmla="*/ 20 w 157"/>
              <a:gd name="T11" fmla="*/ 132 h 146"/>
              <a:gd name="T12" fmla="*/ 23 w 157"/>
              <a:gd name="T13" fmla="*/ 127 h 146"/>
              <a:gd name="T14" fmla="*/ 45 w 157"/>
              <a:gd name="T15" fmla="*/ 69 h 146"/>
              <a:gd name="T16" fmla="*/ 72 w 157"/>
              <a:gd name="T17" fmla="*/ 0 h 146"/>
              <a:gd name="T18" fmla="*/ 79 w 157"/>
              <a:gd name="T19" fmla="*/ 0 h 146"/>
              <a:gd name="T20" fmla="*/ 84 w 157"/>
              <a:gd name="T21" fmla="*/ 0 h 146"/>
              <a:gd name="T22" fmla="*/ 85 w 157"/>
              <a:gd name="T23" fmla="*/ 2 h 146"/>
              <a:gd name="T24" fmla="*/ 104 w 157"/>
              <a:gd name="T25" fmla="*/ 48 h 146"/>
              <a:gd name="T26" fmla="*/ 114 w 157"/>
              <a:gd name="T27" fmla="*/ 72 h 146"/>
              <a:gd name="T28" fmla="*/ 125 w 157"/>
              <a:gd name="T29" fmla="*/ 98 h 146"/>
              <a:gd name="T30" fmla="*/ 130 w 157"/>
              <a:gd name="T31" fmla="*/ 112 h 146"/>
              <a:gd name="T32" fmla="*/ 137 w 157"/>
              <a:gd name="T33" fmla="*/ 128 h 146"/>
              <a:gd name="T34" fmla="*/ 141 w 157"/>
              <a:gd name="T35" fmla="*/ 133 h 146"/>
              <a:gd name="T36" fmla="*/ 149 w 157"/>
              <a:gd name="T37" fmla="*/ 136 h 146"/>
              <a:gd name="T38" fmla="*/ 157 w 157"/>
              <a:gd name="T39" fmla="*/ 138 h 146"/>
              <a:gd name="T40" fmla="*/ 157 w 157"/>
              <a:gd name="T41" fmla="*/ 143 h 146"/>
              <a:gd name="T42" fmla="*/ 157 w 157"/>
              <a:gd name="T43" fmla="*/ 144 h 146"/>
              <a:gd name="T44" fmla="*/ 157 w 157"/>
              <a:gd name="T45" fmla="*/ 146 h 146"/>
              <a:gd name="T46" fmla="*/ 139 w 157"/>
              <a:gd name="T47" fmla="*/ 145 h 146"/>
              <a:gd name="T48" fmla="*/ 121 w 157"/>
              <a:gd name="T49" fmla="*/ 144 h 146"/>
              <a:gd name="T50" fmla="*/ 101 w 157"/>
              <a:gd name="T51" fmla="*/ 145 h 146"/>
              <a:gd name="T52" fmla="*/ 84 w 157"/>
              <a:gd name="T53" fmla="*/ 145 h 146"/>
              <a:gd name="T54" fmla="*/ 84 w 157"/>
              <a:gd name="T55" fmla="*/ 138 h 146"/>
              <a:gd name="T56" fmla="*/ 97 w 157"/>
              <a:gd name="T57" fmla="*/ 135 h 146"/>
              <a:gd name="T58" fmla="*/ 98 w 157"/>
              <a:gd name="T59" fmla="*/ 135 h 146"/>
              <a:gd name="T60" fmla="*/ 100 w 157"/>
              <a:gd name="T61" fmla="*/ 135 h 146"/>
              <a:gd name="T62" fmla="*/ 101 w 157"/>
              <a:gd name="T63" fmla="*/ 134 h 146"/>
              <a:gd name="T64" fmla="*/ 102 w 157"/>
              <a:gd name="T65" fmla="*/ 134 h 146"/>
              <a:gd name="T66" fmla="*/ 103 w 157"/>
              <a:gd name="T67" fmla="*/ 133 h 146"/>
              <a:gd name="T68" fmla="*/ 104 w 157"/>
              <a:gd name="T69" fmla="*/ 132 h 146"/>
              <a:gd name="T70" fmla="*/ 104 w 157"/>
              <a:gd name="T71" fmla="*/ 131 h 146"/>
              <a:gd name="T72" fmla="*/ 102 w 157"/>
              <a:gd name="T73" fmla="*/ 122 h 146"/>
              <a:gd name="T74" fmla="*/ 95 w 157"/>
              <a:gd name="T75" fmla="*/ 105 h 146"/>
              <a:gd name="T76" fmla="*/ 91 w 157"/>
              <a:gd name="T77" fmla="*/ 95 h 146"/>
              <a:gd name="T78" fmla="*/ 48 w 157"/>
              <a:gd name="T79" fmla="*/ 95 h 146"/>
              <a:gd name="T80" fmla="*/ 41 w 157"/>
              <a:gd name="T81" fmla="*/ 114 h 146"/>
              <a:gd name="T82" fmla="*/ 36 w 157"/>
              <a:gd name="T83" fmla="*/ 129 h 146"/>
              <a:gd name="T84" fmla="*/ 37 w 157"/>
              <a:gd name="T85" fmla="*/ 133 h 146"/>
              <a:gd name="T86" fmla="*/ 42 w 157"/>
              <a:gd name="T87" fmla="*/ 135 h 146"/>
              <a:gd name="T88" fmla="*/ 46 w 157"/>
              <a:gd name="T89" fmla="*/ 136 h 146"/>
              <a:gd name="T90" fmla="*/ 52 w 157"/>
              <a:gd name="T91" fmla="*/ 137 h 146"/>
              <a:gd name="T92" fmla="*/ 55 w 157"/>
              <a:gd name="T93" fmla="*/ 137 h 146"/>
              <a:gd name="T94" fmla="*/ 56 w 157"/>
              <a:gd name="T95" fmla="*/ 143 h 146"/>
              <a:gd name="T96" fmla="*/ 55 w 157"/>
              <a:gd name="T97" fmla="*/ 145 h 146"/>
              <a:gd name="T98" fmla="*/ 39 w 157"/>
              <a:gd name="T99" fmla="*/ 144 h 146"/>
              <a:gd name="T100" fmla="*/ 22 w 157"/>
              <a:gd name="T101" fmla="*/ 143 h 146"/>
              <a:gd name="T102" fmla="*/ 20 w 157"/>
              <a:gd name="T103" fmla="*/ 144 h 146"/>
              <a:gd name="T104" fmla="*/ 18 w 157"/>
              <a:gd name="T105" fmla="*/ 144 h 146"/>
              <a:gd name="T106" fmla="*/ 0 w 157"/>
              <a:gd name="T107" fmla="*/ 146 h 146"/>
              <a:gd name="T108" fmla="*/ 69 w 157"/>
              <a:gd name="T109" fmla="*/ 41 h 146"/>
              <a:gd name="T110" fmla="*/ 53 w 157"/>
              <a:gd name="T111" fmla="*/ 84 h 146"/>
              <a:gd name="T112" fmla="*/ 65 w 157"/>
              <a:gd name="T113" fmla="*/ 84 h 146"/>
              <a:gd name="T114" fmla="*/ 81 w 157"/>
              <a:gd name="T115" fmla="*/ 84 h 146"/>
              <a:gd name="T116" fmla="*/ 86 w 157"/>
              <a:gd name="T117" fmla="*/ 84 h 146"/>
              <a:gd name="T118" fmla="*/ 69 w 157"/>
              <a:gd name="T119" fmla="*/ 41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57" h="146">
                <a:moveTo>
                  <a:pt x="0" y="146"/>
                </a:moveTo>
                <a:cubicBezTo>
                  <a:pt x="0" y="138"/>
                  <a:pt x="0" y="138"/>
                  <a:pt x="0" y="138"/>
                </a:cubicBezTo>
                <a:cubicBezTo>
                  <a:pt x="2" y="138"/>
                  <a:pt x="3" y="137"/>
                  <a:pt x="6" y="137"/>
                </a:cubicBezTo>
                <a:cubicBezTo>
                  <a:pt x="8" y="137"/>
                  <a:pt x="9" y="136"/>
                  <a:pt x="11" y="136"/>
                </a:cubicBezTo>
                <a:cubicBezTo>
                  <a:pt x="12" y="136"/>
                  <a:pt x="14" y="135"/>
                  <a:pt x="16" y="135"/>
                </a:cubicBezTo>
                <a:cubicBezTo>
                  <a:pt x="17" y="134"/>
                  <a:pt x="19" y="133"/>
                  <a:pt x="20" y="132"/>
                </a:cubicBezTo>
                <a:cubicBezTo>
                  <a:pt x="21" y="131"/>
                  <a:pt x="22" y="129"/>
                  <a:pt x="23" y="127"/>
                </a:cubicBezTo>
                <a:cubicBezTo>
                  <a:pt x="45" y="69"/>
                  <a:pt x="45" y="69"/>
                  <a:pt x="45" y="69"/>
                </a:cubicBezTo>
                <a:cubicBezTo>
                  <a:pt x="72" y="0"/>
                  <a:pt x="72" y="0"/>
                  <a:pt x="72" y="0"/>
                </a:cubicBezTo>
                <a:cubicBezTo>
                  <a:pt x="79" y="0"/>
                  <a:pt x="79" y="0"/>
                  <a:pt x="79" y="0"/>
                </a:cubicBezTo>
                <a:cubicBezTo>
                  <a:pt x="84" y="0"/>
                  <a:pt x="84" y="0"/>
                  <a:pt x="84" y="0"/>
                </a:cubicBezTo>
                <a:cubicBezTo>
                  <a:pt x="84" y="1"/>
                  <a:pt x="85" y="2"/>
                  <a:pt x="85" y="2"/>
                </a:cubicBezTo>
                <a:cubicBezTo>
                  <a:pt x="104" y="48"/>
                  <a:pt x="104" y="48"/>
                  <a:pt x="104" y="48"/>
                </a:cubicBezTo>
                <a:cubicBezTo>
                  <a:pt x="106" y="53"/>
                  <a:pt x="110" y="61"/>
                  <a:pt x="114" y="72"/>
                </a:cubicBezTo>
                <a:cubicBezTo>
                  <a:pt x="119" y="83"/>
                  <a:pt x="122" y="92"/>
                  <a:pt x="125" y="98"/>
                </a:cubicBezTo>
                <a:cubicBezTo>
                  <a:pt x="126" y="100"/>
                  <a:pt x="128" y="105"/>
                  <a:pt x="130" y="112"/>
                </a:cubicBezTo>
                <a:cubicBezTo>
                  <a:pt x="133" y="119"/>
                  <a:pt x="135" y="124"/>
                  <a:pt x="137" y="128"/>
                </a:cubicBezTo>
                <a:cubicBezTo>
                  <a:pt x="139" y="130"/>
                  <a:pt x="140" y="132"/>
                  <a:pt x="141" y="133"/>
                </a:cubicBezTo>
                <a:cubicBezTo>
                  <a:pt x="142" y="134"/>
                  <a:pt x="145" y="135"/>
                  <a:pt x="149" y="136"/>
                </a:cubicBezTo>
                <a:cubicBezTo>
                  <a:pt x="153" y="137"/>
                  <a:pt x="156" y="137"/>
                  <a:pt x="157" y="138"/>
                </a:cubicBezTo>
                <a:cubicBezTo>
                  <a:pt x="157" y="140"/>
                  <a:pt x="157" y="142"/>
                  <a:pt x="157" y="143"/>
                </a:cubicBezTo>
                <a:cubicBezTo>
                  <a:pt x="157" y="143"/>
                  <a:pt x="157" y="144"/>
                  <a:pt x="157" y="144"/>
                </a:cubicBezTo>
                <a:cubicBezTo>
                  <a:pt x="157" y="145"/>
                  <a:pt x="157" y="145"/>
                  <a:pt x="157" y="146"/>
                </a:cubicBezTo>
                <a:cubicBezTo>
                  <a:pt x="153" y="146"/>
                  <a:pt x="147" y="145"/>
                  <a:pt x="139" y="145"/>
                </a:cubicBezTo>
                <a:cubicBezTo>
                  <a:pt x="131" y="144"/>
                  <a:pt x="125" y="144"/>
                  <a:pt x="121" y="144"/>
                </a:cubicBezTo>
                <a:cubicBezTo>
                  <a:pt x="116" y="144"/>
                  <a:pt x="110" y="144"/>
                  <a:pt x="101" y="145"/>
                </a:cubicBezTo>
                <a:cubicBezTo>
                  <a:pt x="92" y="145"/>
                  <a:pt x="87" y="145"/>
                  <a:pt x="84" y="145"/>
                </a:cubicBezTo>
                <a:cubicBezTo>
                  <a:pt x="84" y="143"/>
                  <a:pt x="84" y="140"/>
                  <a:pt x="84" y="138"/>
                </a:cubicBezTo>
                <a:cubicBezTo>
                  <a:pt x="97" y="135"/>
                  <a:pt x="97" y="135"/>
                  <a:pt x="97" y="135"/>
                </a:cubicBezTo>
                <a:cubicBezTo>
                  <a:pt x="97" y="135"/>
                  <a:pt x="97" y="135"/>
                  <a:pt x="98" y="135"/>
                </a:cubicBezTo>
                <a:cubicBezTo>
                  <a:pt x="99" y="135"/>
                  <a:pt x="99" y="135"/>
                  <a:pt x="100" y="135"/>
                </a:cubicBezTo>
                <a:cubicBezTo>
                  <a:pt x="100" y="135"/>
                  <a:pt x="100" y="135"/>
                  <a:pt x="101" y="134"/>
                </a:cubicBezTo>
                <a:cubicBezTo>
                  <a:pt x="102" y="134"/>
                  <a:pt x="102" y="134"/>
                  <a:pt x="102" y="134"/>
                </a:cubicBezTo>
                <a:cubicBezTo>
                  <a:pt x="103" y="134"/>
                  <a:pt x="103" y="133"/>
                  <a:pt x="103" y="133"/>
                </a:cubicBezTo>
                <a:cubicBezTo>
                  <a:pt x="104" y="133"/>
                  <a:pt x="104" y="132"/>
                  <a:pt x="104" y="132"/>
                </a:cubicBezTo>
                <a:cubicBezTo>
                  <a:pt x="104" y="132"/>
                  <a:pt x="104" y="131"/>
                  <a:pt x="104" y="131"/>
                </a:cubicBezTo>
                <a:cubicBezTo>
                  <a:pt x="104" y="130"/>
                  <a:pt x="103" y="127"/>
                  <a:pt x="102" y="122"/>
                </a:cubicBezTo>
                <a:cubicBezTo>
                  <a:pt x="100" y="117"/>
                  <a:pt x="97" y="111"/>
                  <a:pt x="95" y="105"/>
                </a:cubicBezTo>
                <a:cubicBezTo>
                  <a:pt x="92" y="99"/>
                  <a:pt x="91" y="96"/>
                  <a:pt x="91" y="95"/>
                </a:cubicBezTo>
                <a:cubicBezTo>
                  <a:pt x="48" y="95"/>
                  <a:pt x="48" y="95"/>
                  <a:pt x="48" y="95"/>
                </a:cubicBezTo>
                <a:cubicBezTo>
                  <a:pt x="47" y="99"/>
                  <a:pt x="44" y="105"/>
                  <a:pt x="41" y="114"/>
                </a:cubicBezTo>
                <a:cubicBezTo>
                  <a:pt x="38" y="122"/>
                  <a:pt x="36" y="127"/>
                  <a:pt x="36" y="129"/>
                </a:cubicBezTo>
                <a:cubicBezTo>
                  <a:pt x="36" y="130"/>
                  <a:pt x="37" y="132"/>
                  <a:pt x="37" y="133"/>
                </a:cubicBezTo>
                <a:cubicBezTo>
                  <a:pt x="38" y="134"/>
                  <a:pt x="40" y="134"/>
                  <a:pt x="42" y="135"/>
                </a:cubicBezTo>
                <a:cubicBezTo>
                  <a:pt x="43" y="135"/>
                  <a:pt x="45" y="136"/>
                  <a:pt x="46" y="136"/>
                </a:cubicBezTo>
                <a:cubicBezTo>
                  <a:pt x="47" y="136"/>
                  <a:pt x="49" y="137"/>
                  <a:pt x="52" y="137"/>
                </a:cubicBezTo>
                <a:cubicBezTo>
                  <a:pt x="54" y="137"/>
                  <a:pt x="55" y="137"/>
                  <a:pt x="55" y="137"/>
                </a:cubicBezTo>
                <a:cubicBezTo>
                  <a:pt x="56" y="139"/>
                  <a:pt x="56" y="140"/>
                  <a:pt x="56" y="143"/>
                </a:cubicBezTo>
                <a:cubicBezTo>
                  <a:pt x="56" y="143"/>
                  <a:pt x="55" y="144"/>
                  <a:pt x="55" y="145"/>
                </a:cubicBezTo>
                <a:cubicBezTo>
                  <a:pt x="52" y="145"/>
                  <a:pt x="46" y="145"/>
                  <a:pt x="39" y="144"/>
                </a:cubicBezTo>
                <a:cubicBezTo>
                  <a:pt x="32" y="144"/>
                  <a:pt x="26" y="143"/>
                  <a:pt x="22" y="143"/>
                </a:cubicBezTo>
                <a:cubicBezTo>
                  <a:pt x="22" y="143"/>
                  <a:pt x="21" y="144"/>
                  <a:pt x="20" y="144"/>
                </a:cubicBezTo>
                <a:cubicBezTo>
                  <a:pt x="19" y="144"/>
                  <a:pt x="18" y="144"/>
                  <a:pt x="18" y="144"/>
                </a:cubicBezTo>
                <a:cubicBezTo>
                  <a:pt x="13" y="145"/>
                  <a:pt x="7" y="146"/>
                  <a:pt x="0" y="146"/>
                </a:cubicBezTo>
                <a:close/>
                <a:moveTo>
                  <a:pt x="69" y="41"/>
                </a:moveTo>
                <a:cubicBezTo>
                  <a:pt x="53" y="84"/>
                  <a:pt x="53" y="84"/>
                  <a:pt x="53" y="84"/>
                </a:cubicBezTo>
                <a:cubicBezTo>
                  <a:pt x="55" y="84"/>
                  <a:pt x="59" y="84"/>
                  <a:pt x="65" y="84"/>
                </a:cubicBezTo>
                <a:cubicBezTo>
                  <a:pt x="72" y="84"/>
                  <a:pt x="77" y="84"/>
                  <a:pt x="81" y="84"/>
                </a:cubicBezTo>
                <a:cubicBezTo>
                  <a:pt x="82" y="84"/>
                  <a:pt x="84" y="84"/>
                  <a:pt x="86" y="84"/>
                </a:cubicBezTo>
                <a:cubicBezTo>
                  <a:pt x="81" y="68"/>
                  <a:pt x="75" y="54"/>
                  <a:pt x="69" y="4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50" name="Freeform 52"/>
          <p:cNvSpPr>
            <a:spLocks noEditPoints="1"/>
          </p:cNvSpPr>
          <p:nvPr/>
        </p:nvSpPr>
        <p:spPr bwMode="auto">
          <a:xfrm>
            <a:off x="3365456" y="1824385"/>
            <a:ext cx="190176" cy="209627"/>
          </a:xfrm>
          <a:custGeom>
            <a:avLst/>
            <a:gdLst>
              <a:gd name="T0" fmla="*/ 0 w 133"/>
              <a:gd name="T1" fmla="*/ 137 h 146"/>
              <a:gd name="T2" fmla="*/ 18 w 133"/>
              <a:gd name="T3" fmla="*/ 133 h 146"/>
              <a:gd name="T4" fmla="*/ 20 w 133"/>
              <a:gd name="T5" fmla="*/ 127 h 146"/>
              <a:gd name="T6" fmla="*/ 21 w 133"/>
              <a:gd name="T7" fmla="*/ 120 h 146"/>
              <a:gd name="T8" fmla="*/ 21 w 133"/>
              <a:gd name="T9" fmla="*/ 114 h 146"/>
              <a:gd name="T10" fmla="*/ 19 w 133"/>
              <a:gd name="T11" fmla="*/ 14 h 146"/>
              <a:gd name="T12" fmla="*/ 12 w 133"/>
              <a:gd name="T13" fmla="*/ 12 h 146"/>
              <a:gd name="T14" fmla="*/ 3 w 133"/>
              <a:gd name="T15" fmla="*/ 10 h 146"/>
              <a:gd name="T16" fmla="*/ 0 w 133"/>
              <a:gd name="T17" fmla="*/ 2 h 146"/>
              <a:gd name="T18" fmla="*/ 67 w 133"/>
              <a:gd name="T19" fmla="*/ 0 h 146"/>
              <a:gd name="T20" fmla="*/ 80 w 133"/>
              <a:gd name="T21" fmla="*/ 0 h 146"/>
              <a:gd name="T22" fmla="*/ 105 w 133"/>
              <a:gd name="T23" fmla="*/ 6 h 146"/>
              <a:gd name="T24" fmla="*/ 122 w 133"/>
              <a:gd name="T25" fmla="*/ 22 h 146"/>
              <a:gd name="T26" fmla="*/ 124 w 133"/>
              <a:gd name="T27" fmla="*/ 44 h 146"/>
              <a:gd name="T28" fmla="*/ 114 w 133"/>
              <a:gd name="T29" fmla="*/ 57 h 146"/>
              <a:gd name="T30" fmla="*/ 99 w 133"/>
              <a:gd name="T31" fmla="*/ 65 h 146"/>
              <a:gd name="T32" fmla="*/ 133 w 133"/>
              <a:gd name="T33" fmla="*/ 101 h 146"/>
              <a:gd name="T34" fmla="*/ 121 w 133"/>
              <a:gd name="T35" fmla="*/ 130 h 146"/>
              <a:gd name="T36" fmla="*/ 92 w 133"/>
              <a:gd name="T37" fmla="*/ 143 h 146"/>
              <a:gd name="T38" fmla="*/ 63 w 133"/>
              <a:gd name="T39" fmla="*/ 144 h 146"/>
              <a:gd name="T40" fmla="*/ 22 w 133"/>
              <a:gd name="T41" fmla="*/ 144 h 146"/>
              <a:gd name="T42" fmla="*/ 51 w 133"/>
              <a:gd name="T43" fmla="*/ 62 h 146"/>
              <a:gd name="T44" fmla="*/ 75 w 133"/>
              <a:gd name="T45" fmla="*/ 61 h 146"/>
              <a:gd name="T46" fmla="*/ 92 w 133"/>
              <a:gd name="T47" fmla="*/ 48 h 146"/>
              <a:gd name="T48" fmla="*/ 92 w 133"/>
              <a:gd name="T49" fmla="*/ 23 h 146"/>
              <a:gd name="T50" fmla="*/ 74 w 133"/>
              <a:gd name="T51" fmla="*/ 11 h 146"/>
              <a:gd name="T52" fmla="*/ 50 w 133"/>
              <a:gd name="T53" fmla="*/ 11 h 146"/>
              <a:gd name="T54" fmla="*/ 51 w 133"/>
              <a:gd name="T55" fmla="*/ 40 h 146"/>
              <a:gd name="T56" fmla="*/ 51 w 133"/>
              <a:gd name="T57" fmla="*/ 55 h 146"/>
              <a:gd name="T58" fmla="*/ 52 w 133"/>
              <a:gd name="T59" fmla="*/ 132 h 146"/>
              <a:gd name="T60" fmla="*/ 101 w 133"/>
              <a:gd name="T61" fmla="*/ 103 h 146"/>
              <a:gd name="T62" fmla="*/ 91 w 133"/>
              <a:gd name="T63" fmla="*/ 79 h 146"/>
              <a:gd name="T64" fmla="*/ 77 w 133"/>
              <a:gd name="T65" fmla="*/ 73 h 146"/>
              <a:gd name="T66" fmla="*/ 60 w 133"/>
              <a:gd name="T67" fmla="*/ 71 h 146"/>
              <a:gd name="T68" fmla="*/ 51 w 133"/>
              <a:gd name="T69" fmla="*/ 87 h 146"/>
              <a:gd name="T70" fmla="*/ 51 w 133"/>
              <a:gd name="T71" fmla="*/ 109 h 146"/>
              <a:gd name="T72" fmla="*/ 51 w 133"/>
              <a:gd name="T73" fmla="*/ 126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33" h="146">
                <a:moveTo>
                  <a:pt x="0" y="146"/>
                </a:moveTo>
                <a:cubicBezTo>
                  <a:pt x="0" y="137"/>
                  <a:pt x="0" y="137"/>
                  <a:pt x="0" y="137"/>
                </a:cubicBezTo>
                <a:cubicBezTo>
                  <a:pt x="1" y="136"/>
                  <a:pt x="4" y="136"/>
                  <a:pt x="8" y="135"/>
                </a:cubicBezTo>
                <a:cubicBezTo>
                  <a:pt x="12" y="134"/>
                  <a:pt x="16" y="134"/>
                  <a:pt x="18" y="133"/>
                </a:cubicBezTo>
                <a:cubicBezTo>
                  <a:pt x="18" y="132"/>
                  <a:pt x="19" y="131"/>
                  <a:pt x="19" y="130"/>
                </a:cubicBezTo>
                <a:cubicBezTo>
                  <a:pt x="19" y="129"/>
                  <a:pt x="20" y="128"/>
                  <a:pt x="20" y="127"/>
                </a:cubicBezTo>
                <a:cubicBezTo>
                  <a:pt x="20" y="126"/>
                  <a:pt x="20" y="125"/>
                  <a:pt x="20" y="124"/>
                </a:cubicBezTo>
                <a:cubicBezTo>
                  <a:pt x="21" y="123"/>
                  <a:pt x="21" y="122"/>
                  <a:pt x="21" y="120"/>
                </a:cubicBezTo>
                <a:cubicBezTo>
                  <a:pt x="21" y="119"/>
                  <a:pt x="21" y="118"/>
                  <a:pt x="21" y="117"/>
                </a:cubicBezTo>
                <a:cubicBezTo>
                  <a:pt x="21" y="116"/>
                  <a:pt x="21" y="115"/>
                  <a:pt x="21" y="114"/>
                </a:cubicBezTo>
                <a:cubicBezTo>
                  <a:pt x="21" y="112"/>
                  <a:pt x="21" y="111"/>
                  <a:pt x="21" y="111"/>
                </a:cubicBezTo>
                <a:cubicBezTo>
                  <a:pt x="21" y="49"/>
                  <a:pt x="20" y="17"/>
                  <a:pt x="19" y="14"/>
                </a:cubicBezTo>
                <a:cubicBezTo>
                  <a:pt x="18" y="13"/>
                  <a:pt x="18" y="13"/>
                  <a:pt x="17" y="13"/>
                </a:cubicBezTo>
                <a:cubicBezTo>
                  <a:pt x="15" y="12"/>
                  <a:pt x="14" y="12"/>
                  <a:pt x="12" y="12"/>
                </a:cubicBezTo>
                <a:cubicBezTo>
                  <a:pt x="11" y="11"/>
                  <a:pt x="9" y="11"/>
                  <a:pt x="8" y="11"/>
                </a:cubicBezTo>
                <a:cubicBezTo>
                  <a:pt x="6" y="11"/>
                  <a:pt x="5" y="11"/>
                  <a:pt x="3" y="10"/>
                </a:cubicBezTo>
                <a:cubicBezTo>
                  <a:pt x="2" y="10"/>
                  <a:pt x="1" y="10"/>
                  <a:pt x="0" y="10"/>
                </a:cubicBezTo>
                <a:cubicBezTo>
                  <a:pt x="0" y="2"/>
                  <a:pt x="0" y="2"/>
                  <a:pt x="0" y="2"/>
                </a:cubicBezTo>
                <a:cubicBezTo>
                  <a:pt x="6" y="2"/>
                  <a:pt x="17" y="2"/>
                  <a:pt x="32" y="1"/>
                </a:cubicBezTo>
                <a:cubicBezTo>
                  <a:pt x="47" y="1"/>
                  <a:pt x="59" y="0"/>
                  <a:pt x="67" y="0"/>
                </a:cubicBezTo>
                <a:cubicBezTo>
                  <a:pt x="69" y="0"/>
                  <a:pt x="71" y="0"/>
                  <a:pt x="74" y="0"/>
                </a:cubicBezTo>
                <a:cubicBezTo>
                  <a:pt x="77" y="0"/>
                  <a:pt x="79" y="0"/>
                  <a:pt x="80" y="0"/>
                </a:cubicBezTo>
                <a:cubicBezTo>
                  <a:pt x="85" y="0"/>
                  <a:pt x="89" y="1"/>
                  <a:pt x="93" y="2"/>
                </a:cubicBezTo>
                <a:cubicBezTo>
                  <a:pt x="97" y="2"/>
                  <a:pt x="101" y="4"/>
                  <a:pt x="105" y="6"/>
                </a:cubicBezTo>
                <a:cubicBezTo>
                  <a:pt x="109" y="7"/>
                  <a:pt x="113" y="10"/>
                  <a:pt x="115" y="12"/>
                </a:cubicBezTo>
                <a:cubicBezTo>
                  <a:pt x="118" y="15"/>
                  <a:pt x="121" y="18"/>
                  <a:pt x="122" y="22"/>
                </a:cubicBezTo>
                <a:cubicBezTo>
                  <a:pt x="124" y="26"/>
                  <a:pt x="125" y="31"/>
                  <a:pt x="125" y="35"/>
                </a:cubicBezTo>
                <a:cubicBezTo>
                  <a:pt x="125" y="39"/>
                  <a:pt x="125" y="42"/>
                  <a:pt x="124" y="44"/>
                </a:cubicBezTo>
                <a:cubicBezTo>
                  <a:pt x="122" y="47"/>
                  <a:pt x="121" y="49"/>
                  <a:pt x="120" y="51"/>
                </a:cubicBezTo>
                <a:cubicBezTo>
                  <a:pt x="118" y="53"/>
                  <a:pt x="116" y="55"/>
                  <a:pt x="114" y="57"/>
                </a:cubicBezTo>
                <a:cubicBezTo>
                  <a:pt x="111" y="58"/>
                  <a:pt x="109" y="60"/>
                  <a:pt x="107" y="61"/>
                </a:cubicBezTo>
                <a:cubicBezTo>
                  <a:pt x="105" y="62"/>
                  <a:pt x="102" y="63"/>
                  <a:pt x="99" y="65"/>
                </a:cubicBezTo>
                <a:cubicBezTo>
                  <a:pt x="109" y="67"/>
                  <a:pt x="117" y="71"/>
                  <a:pt x="123" y="77"/>
                </a:cubicBezTo>
                <a:cubicBezTo>
                  <a:pt x="130" y="83"/>
                  <a:pt x="133" y="91"/>
                  <a:pt x="133" y="101"/>
                </a:cubicBezTo>
                <a:cubicBezTo>
                  <a:pt x="133" y="107"/>
                  <a:pt x="132" y="113"/>
                  <a:pt x="130" y="118"/>
                </a:cubicBezTo>
                <a:cubicBezTo>
                  <a:pt x="127" y="123"/>
                  <a:pt x="124" y="127"/>
                  <a:pt x="121" y="130"/>
                </a:cubicBezTo>
                <a:cubicBezTo>
                  <a:pt x="117" y="133"/>
                  <a:pt x="113" y="136"/>
                  <a:pt x="108" y="138"/>
                </a:cubicBezTo>
                <a:cubicBezTo>
                  <a:pt x="103" y="140"/>
                  <a:pt x="97" y="142"/>
                  <a:pt x="92" y="143"/>
                </a:cubicBezTo>
                <a:cubicBezTo>
                  <a:pt x="87" y="144"/>
                  <a:pt x="81" y="144"/>
                  <a:pt x="76" y="144"/>
                </a:cubicBezTo>
                <a:cubicBezTo>
                  <a:pt x="73" y="144"/>
                  <a:pt x="69" y="144"/>
                  <a:pt x="63" y="144"/>
                </a:cubicBezTo>
                <a:cubicBezTo>
                  <a:pt x="58" y="143"/>
                  <a:pt x="53" y="143"/>
                  <a:pt x="51" y="143"/>
                </a:cubicBezTo>
                <a:cubicBezTo>
                  <a:pt x="44" y="143"/>
                  <a:pt x="34" y="144"/>
                  <a:pt x="22" y="144"/>
                </a:cubicBezTo>
                <a:cubicBezTo>
                  <a:pt x="9" y="145"/>
                  <a:pt x="2" y="146"/>
                  <a:pt x="0" y="146"/>
                </a:cubicBezTo>
                <a:close/>
                <a:moveTo>
                  <a:pt x="51" y="62"/>
                </a:moveTo>
                <a:cubicBezTo>
                  <a:pt x="54" y="62"/>
                  <a:pt x="57" y="62"/>
                  <a:pt x="61" y="62"/>
                </a:cubicBezTo>
                <a:cubicBezTo>
                  <a:pt x="66" y="62"/>
                  <a:pt x="71" y="62"/>
                  <a:pt x="75" y="61"/>
                </a:cubicBezTo>
                <a:cubicBezTo>
                  <a:pt x="79" y="60"/>
                  <a:pt x="82" y="59"/>
                  <a:pt x="85" y="57"/>
                </a:cubicBezTo>
                <a:cubicBezTo>
                  <a:pt x="88" y="55"/>
                  <a:pt x="91" y="52"/>
                  <a:pt x="92" y="48"/>
                </a:cubicBezTo>
                <a:cubicBezTo>
                  <a:pt x="94" y="45"/>
                  <a:pt x="95" y="40"/>
                  <a:pt x="95" y="35"/>
                </a:cubicBezTo>
                <a:cubicBezTo>
                  <a:pt x="95" y="30"/>
                  <a:pt x="94" y="27"/>
                  <a:pt x="92" y="23"/>
                </a:cubicBezTo>
                <a:cubicBezTo>
                  <a:pt x="90" y="20"/>
                  <a:pt x="87" y="17"/>
                  <a:pt x="84" y="16"/>
                </a:cubicBezTo>
                <a:cubicBezTo>
                  <a:pt x="81" y="14"/>
                  <a:pt x="78" y="12"/>
                  <a:pt x="74" y="11"/>
                </a:cubicBezTo>
                <a:cubicBezTo>
                  <a:pt x="70" y="11"/>
                  <a:pt x="67" y="10"/>
                  <a:pt x="62" y="10"/>
                </a:cubicBezTo>
                <a:cubicBezTo>
                  <a:pt x="59" y="10"/>
                  <a:pt x="55" y="10"/>
                  <a:pt x="50" y="11"/>
                </a:cubicBezTo>
                <a:cubicBezTo>
                  <a:pt x="50" y="14"/>
                  <a:pt x="50" y="19"/>
                  <a:pt x="50" y="26"/>
                </a:cubicBezTo>
                <a:cubicBezTo>
                  <a:pt x="51" y="32"/>
                  <a:pt x="51" y="37"/>
                  <a:pt x="51" y="40"/>
                </a:cubicBezTo>
                <a:cubicBezTo>
                  <a:pt x="51" y="42"/>
                  <a:pt x="51" y="44"/>
                  <a:pt x="51" y="48"/>
                </a:cubicBezTo>
                <a:cubicBezTo>
                  <a:pt x="51" y="51"/>
                  <a:pt x="51" y="53"/>
                  <a:pt x="51" y="55"/>
                </a:cubicBezTo>
                <a:cubicBezTo>
                  <a:pt x="51" y="58"/>
                  <a:pt x="51" y="60"/>
                  <a:pt x="51" y="62"/>
                </a:cubicBezTo>
                <a:close/>
                <a:moveTo>
                  <a:pt x="52" y="132"/>
                </a:moveTo>
                <a:cubicBezTo>
                  <a:pt x="57" y="134"/>
                  <a:pt x="61" y="135"/>
                  <a:pt x="65" y="135"/>
                </a:cubicBezTo>
                <a:cubicBezTo>
                  <a:pt x="89" y="135"/>
                  <a:pt x="101" y="125"/>
                  <a:pt x="101" y="103"/>
                </a:cubicBezTo>
                <a:cubicBezTo>
                  <a:pt x="101" y="96"/>
                  <a:pt x="100" y="91"/>
                  <a:pt x="97" y="86"/>
                </a:cubicBezTo>
                <a:cubicBezTo>
                  <a:pt x="95" y="84"/>
                  <a:pt x="93" y="81"/>
                  <a:pt x="91" y="79"/>
                </a:cubicBezTo>
                <a:cubicBezTo>
                  <a:pt x="89" y="77"/>
                  <a:pt x="87" y="76"/>
                  <a:pt x="85" y="75"/>
                </a:cubicBezTo>
                <a:cubicBezTo>
                  <a:pt x="83" y="74"/>
                  <a:pt x="80" y="73"/>
                  <a:pt x="77" y="73"/>
                </a:cubicBezTo>
                <a:cubicBezTo>
                  <a:pt x="74" y="72"/>
                  <a:pt x="72" y="72"/>
                  <a:pt x="69" y="72"/>
                </a:cubicBezTo>
                <a:cubicBezTo>
                  <a:pt x="67" y="72"/>
                  <a:pt x="64" y="71"/>
                  <a:pt x="60" y="71"/>
                </a:cubicBezTo>
                <a:cubicBezTo>
                  <a:pt x="56" y="71"/>
                  <a:pt x="53" y="72"/>
                  <a:pt x="51" y="72"/>
                </a:cubicBezTo>
                <a:cubicBezTo>
                  <a:pt x="51" y="76"/>
                  <a:pt x="51" y="81"/>
                  <a:pt x="51" y="87"/>
                </a:cubicBezTo>
                <a:cubicBezTo>
                  <a:pt x="51" y="94"/>
                  <a:pt x="51" y="99"/>
                  <a:pt x="51" y="102"/>
                </a:cubicBezTo>
                <a:cubicBezTo>
                  <a:pt x="51" y="103"/>
                  <a:pt x="51" y="105"/>
                  <a:pt x="51" y="109"/>
                </a:cubicBezTo>
                <a:cubicBezTo>
                  <a:pt x="51" y="112"/>
                  <a:pt x="51" y="116"/>
                  <a:pt x="51" y="118"/>
                </a:cubicBezTo>
                <a:cubicBezTo>
                  <a:pt x="51" y="120"/>
                  <a:pt x="51" y="123"/>
                  <a:pt x="51" y="126"/>
                </a:cubicBezTo>
                <a:cubicBezTo>
                  <a:pt x="51" y="129"/>
                  <a:pt x="52" y="131"/>
                  <a:pt x="52" y="132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51" name="Freeform 53"/>
          <p:cNvSpPr>
            <a:spLocks/>
          </p:cNvSpPr>
          <p:nvPr/>
        </p:nvSpPr>
        <p:spPr bwMode="auto">
          <a:xfrm>
            <a:off x="3616143" y="1824385"/>
            <a:ext cx="140472" cy="209627"/>
          </a:xfrm>
          <a:custGeom>
            <a:avLst/>
            <a:gdLst>
              <a:gd name="T0" fmla="*/ 0 w 97"/>
              <a:gd name="T1" fmla="*/ 145 h 146"/>
              <a:gd name="T2" fmla="*/ 2 w 97"/>
              <a:gd name="T3" fmla="*/ 137 h 146"/>
              <a:gd name="T4" fmla="*/ 9 w 97"/>
              <a:gd name="T5" fmla="*/ 135 h 146"/>
              <a:gd name="T6" fmla="*/ 20 w 97"/>
              <a:gd name="T7" fmla="*/ 132 h 146"/>
              <a:gd name="T8" fmla="*/ 24 w 97"/>
              <a:gd name="T9" fmla="*/ 122 h 146"/>
              <a:gd name="T10" fmla="*/ 30 w 97"/>
              <a:gd name="T11" fmla="*/ 95 h 146"/>
              <a:gd name="T12" fmla="*/ 41 w 97"/>
              <a:gd name="T13" fmla="*/ 44 h 146"/>
              <a:gd name="T14" fmla="*/ 45 w 97"/>
              <a:gd name="T15" fmla="*/ 15 h 146"/>
              <a:gd name="T16" fmla="*/ 45 w 97"/>
              <a:gd name="T17" fmla="*/ 13 h 146"/>
              <a:gd name="T18" fmla="*/ 40 w 97"/>
              <a:gd name="T19" fmla="*/ 11 h 146"/>
              <a:gd name="T20" fmla="*/ 34 w 97"/>
              <a:gd name="T21" fmla="*/ 11 h 146"/>
              <a:gd name="T22" fmla="*/ 28 w 97"/>
              <a:gd name="T23" fmla="*/ 10 h 146"/>
              <a:gd name="T24" fmla="*/ 30 w 97"/>
              <a:gd name="T25" fmla="*/ 0 h 146"/>
              <a:gd name="T26" fmla="*/ 41 w 97"/>
              <a:gd name="T27" fmla="*/ 1 h 146"/>
              <a:gd name="T28" fmla="*/ 56 w 97"/>
              <a:gd name="T29" fmla="*/ 2 h 146"/>
              <a:gd name="T30" fmla="*/ 67 w 97"/>
              <a:gd name="T31" fmla="*/ 2 h 146"/>
              <a:gd name="T32" fmla="*/ 76 w 97"/>
              <a:gd name="T33" fmla="*/ 2 h 146"/>
              <a:gd name="T34" fmla="*/ 88 w 97"/>
              <a:gd name="T35" fmla="*/ 1 h 146"/>
              <a:gd name="T36" fmla="*/ 97 w 97"/>
              <a:gd name="T37" fmla="*/ 0 h 146"/>
              <a:gd name="T38" fmla="*/ 95 w 97"/>
              <a:gd name="T39" fmla="*/ 9 h 146"/>
              <a:gd name="T40" fmla="*/ 86 w 97"/>
              <a:gd name="T41" fmla="*/ 11 h 146"/>
              <a:gd name="T42" fmla="*/ 75 w 97"/>
              <a:gd name="T43" fmla="*/ 15 h 146"/>
              <a:gd name="T44" fmla="*/ 74 w 97"/>
              <a:gd name="T45" fmla="*/ 19 h 146"/>
              <a:gd name="T46" fmla="*/ 73 w 97"/>
              <a:gd name="T47" fmla="*/ 22 h 146"/>
              <a:gd name="T48" fmla="*/ 72 w 97"/>
              <a:gd name="T49" fmla="*/ 27 h 146"/>
              <a:gd name="T50" fmla="*/ 72 w 97"/>
              <a:gd name="T51" fmla="*/ 31 h 146"/>
              <a:gd name="T52" fmla="*/ 64 w 97"/>
              <a:gd name="T53" fmla="*/ 70 h 146"/>
              <a:gd name="T54" fmla="*/ 56 w 97"/>
              <a:gd name="T55" fmla="*/ 104 h 146"/>
              <a:gd name="T56" fmla="*/ 55 w 97"/>
              <a:gd name="T57" fmla="*/ 109 h 146"/>
              <a:gd name="T58" fmla="*/ 53 w 97"/>
              <a:gd name="T59" fmla="*/ 118 h 146"/>
              <a:gd name="T60" fmla="*/ 52 w 97"/>
              <a:gd name="T61" fmla="*/ 126 h 146"/>
              <a:gd name="T62" fmla="*/ 51 w 97"/>
              <a:gd name="T63" fmla="*/ 131 h 146"/>
              <a:gd name="T64" fmla="*/ 51 w 97"/>
              <a:gd name="T65" fmla="*/ 133 h 146"/>
              <a:gd name="T66" fmla="*/ 69 w 97"/>
              <a:gd name="T67" fmla="*/ 136 h 146"/>
              <a:gd name="T68" fmla="*/ 67 w 97"/>
              <a:gd name="T69" fmla="*/ 145 h 146"/>
              <a:gd name="T70" fmla="*/ 64 w 97"/>
              <a:gd name="T71" fmla="*/ 145 h 146"/>
              <a:gd name="T72" fmla="*/ 61 w 97"/>
              <a:gd name="T73" fmla="*/ 146 h 146"/>
              <a:gd name="T74" fmla="*/ 53 w 97"/>
              <a:gd name="T75" fmla="*/ 145 h 146"/>
              <a:gd name="T76" fmla="*/ 45 w 97"/>
              <a:gd name="T77" fmla="*/ 144 h 146"/>
              <a:gd name="T78" fmla="*/ 25 w 97"/>
              <a:gd name="T79" fmla="*/ 143 h 146"/>
              <a:gd name="T80" fmla="*/ 12 w 97"/>
              <a:gd name="T81" fmla="*/ 144 h 146"/>
              <a:gd name="T82" fmla="*/ 0 w 97"/>
              <a:gd name="T83" fmla="*/ 145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97" h="146">
                <a:moveTo>
                  <a:pt x="0" y="145"/>
                </a:moveTo>
                <a:cubicBezTo>
                  <a:pt x="2" y="137"/>
                  <a:pt x="2" y="137"/>
                  <a:pt x="2" y="137"/>
                </a:cubicBezTo>
                <a:cubicBezTo>
                  <a:pt x="2" y="137"/>
                  <a:pt x="5" y="137"/>
                  <a:pt x="9" y="135"/>
                </a:cubicBezTo>
                <a:cubicBezTo>
                  <a:pt x="14" y="134"/>
                  <a:pt x="18" y="133"/>
                  <a:pt x="20" y="132"/>
                </a:cubicBezTo>
                <a:cubicBezTo>
                  <a:pt x="22" y="130"/>
                  <a:pt x="23" y="126"/>
                  <a:pt x="24" y="122"/>
                </a:cubicBezTo>
                <a:cubicBezTo>
                  <a:pt x="24" y="122"/>
                  <a:pt x="26" y="113"/>
                  <a:pt x="30" y="95"/>
                </a:cubicBezTo>
                <a:cubicBezTo>
                  <a:pt x="34" y="77"/>
                  <a:pt x="37" y="60"/>
                  <a:pt x="41" y="44"/>
                </a:cubicBezTo>
                <a:cubicBezTo>
                  <a:pt x="44" y="27"/>
                  <a:pt x="45" y="18"/>
                  <a:pt x="45" y="15"/>
                </a:cubicBezTo>
                <a:cubicBezTo>
                  <a:pt x="45" y="13"/>
                  <a:pt x="45" y="13"/>
                  <a:pt x="45" y="13"/>
                </a:cubicBezTo>
                <a:cubicBezTo>
                  <a:pt x="44" y="12"/>
                  <a:pt x="42" y="12"/>
                  <a:pt x="40" y="11"/>
                </a:cubicBezTo>
                <a:cubicBezTo>
                  <a:pt x="38" y="11"/>
                  <a:pt x="36" y="11"/>
                  <a:pt x="34" y="11"/>
                </a:cubicBezTo>
                <a:cubicBezTo>
                  <a:pt x="31" y="10"/>
                  <a:pt x="29" y="10"/>
                  <a:pt x="28" y="10"/>
                </a:cubicBezTo>
                <a:cubicBezTo>
                  <a:pt x="30" y="0"/>
                  <a:pt x="30" y="0"/>
                  <a:pt x="30" y="0"/>
                </a:cubicBezTo>
                <a:cubicBezTo>
                  <a:pt x="32" y="0"/>
                  <a:pt x="36" y="1"/>
                  <a:pt x="41" y="1"/>
                </a:cubicBezTo>
                <a:cubicBezTo>
                  <a:pt x="47" y="1"/>
                  <a:pt x="52" y="1"/>
                  <a:pt x="56" y="2"/>
                </a:cubicBezTo>
                <a:cubicBezTo>
                  <a:pt x="59" y="2"/>
                  <a:pt x="63" y="2"/>
                  <a:pt x="67" y="2"/>
                </a:cubicBezTo>
                <a:cubicBezTo>
                  <a:pt x="70" y="2"/>
                  <a:pt x="73" y="2"/>
                  <a:pt x="76" y="2"/>
                </a:cubicBezTo>
                <a:cubicBezTo>
                  <a:pt x="79" y="1"/>
                  <a:pt x="83" y="1"/>
                  <a:pt x="88" y="1"/>
                </a:cubicBezTo>
                <a:cubicBezTo>
                  <a:pt x="92" y="1"/>
                  <a:pt x="95" y="0"/>
                  <a:pt x="97" y="0"/>
                </a:cubicBezTo>
                <a:cubicBezTo>
                  <a:pt x="97" y="3"/>
                  <a:pt x="96" y="6"/>
                  <a:pt x="95" y="9"/>
                </a:cubicBezTo>
                <a:cubicBezTo>
                  <a:pt x="93" y="9"/>
                  <a:pt x="90" y="10"/>
                  <a:pt x="86" y="11"/>
                </a:cubicBezTo>
                <a:cubicBezTo>
                  <a:pt x="81" y="13"/>
                  <a:pt x="78" y="14"/>
                  <a:pt x="75" y="15"/>
                </a:cubicBezTo>
                <a:cubicBezTo>
                  <a:pt x="75" y="16"/>
                  <a:pt x="74" y="17"/>
                  <a:pt x="74" y="19"/>
                </a:cubicBezTo>
                <a:cubicBezTo>
                  <a:pt x="74" y="20"/>
                  <a:pt x="73" y="21"/>
                  <a:pt x="73" y="22"/>
                </a:cubicBezTo>
                <a:cubicBezTo>
                  <a:pt x="73" y="23"/>
                  <a:pt x="73" y="25"/>
                  <a:pt x="72" y="27"/>
                </a:cubicBezTo>
                <a:cubicBezTo>
                  <a:pt x="72" y="29"/>
                  <a:pt x="72" y="30"/>
                  <a:pt x="72" y="31"/>
                </a:cubicBezTo>
                <a:cubicBezTo>
                  <a:pt x="70" y="40"/>
                  <a:pt x="67" y="53"/>
                  <a:pt x="64" y="70"/>
                </a:cubicBezTo>
                <a:cubicBezTo>
                  <a:pt x="60" y="87"/>
                  <a:pt x="57" y="99"/>
                  <a:pt x="56" y="104"/>
                </a:cubicBezTo>
                <a:cubicBezTo>
                  <a:pt x="56" y="105"/>
                  <a:pt x="56" y="106"/>
                  <a:pt x="55" y="109"/>
                </a:cubicBezTo>
                <a:cubicBezTo>
                  <a:pt x="54" y="113"/>
                  <a:pt x="54" y="115"/>
                  <a:pt x="53" y="118"/>
                </a:cubicBezTo>
                <a:cubicBezTo>
                  <a:pt x="53" y="121"/>
                  <a:pt x="52" y="123"/>
                  <a:pt x="52" y="126"/>
                </a:cubicBezTo>
                <a:cubicBezTo>
                  <a:pt x="51" y="129"/>
                  <a:pt x="51" y="130"/>
                  <a:pt x="51" y="131"/>
                </a:cubicBezTo>
                <a:cubicBezTo>
                  <a:pt x="51" y="133"/>
                  <a:pt x="51" y="133"/>
                  <a:pt x="51" y="133"/>
                </a:cubicBezTo>
                <a:cubicBezTo>
                  <a:pt x="52" y="133"/>
                  <a:pt x="58" y="134"/>
                  <a:pt x="69" y="136"/>
                </a:cubicBezTo>
                <a:cubicBezTo>
                  <a:pt x="68" y="139"/>
                  <a:pt x="68" y="142"/>
                  <a:pt x="67" y="145"/>
                </a:cubicBezTo>
                <a:cubicBezTo>
                  <a:pt x="66" y="145"/>
                  <a:pt x="65" y="145"/>
                  <a:pt x="64" y="145"/>
                </a:cubicBezTo>
                <a:cubicBezTo>
                  <a:pt x="63" y="146"/>
                  <a:pt x="62" y="146"/>
                  <a:pt x="61" y="146"/>
                </a:cubicBezTo>
                <a:cubicBezTo>
                  <a:pt x="59" y="146"/>
                  <a:pt x="56" y="145"/>
                  <a:pt x="53" y="145"/>
                </a:cubicBezTo>
                <a:cubicBezTo>
                  <a:pt x="49" y="144"/>
                  <a:pt x="46" y="144"/>
                  <a:pt x="45" y="144"/>
                </a:cubicBezTo>
                <a:cubicBezTo>
                  <a:pt x="36" y="144"/>
                  <a:pt x="29" y="143"/>
                  <a:pt x="25" y="143"/>
                </a:cubicBezTo>
                <a:cubicBezTo>
                  <a:pt x="22" y="143"/>
                  <a:pt x="17" y="144"/>
                  <a:pt x="12" y="144"/>
                </a:cubicBezTo>
                <a:cubicBezTo>
                  <a:pt x="6" y="145"/>
                  <a:pt x="2" y="145"/>
                  <a:pt x="0" y="145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52" name="Freeform 54"/>
          <p:cNvSpPr>
            <a:spLocks noEditPoints="1"/>
          </p:cNvSpPr>
          <p:nvPr/>
        </p:nvSpPr>
        <p:spPr bwMode="auto">
          <a:xfrm>
            <a:off x="3817125" y="1824385"/>
            <a:ext cx="244204" cy="209627"/>
          </a:xfrm>
          <a:custGeom>
            <a:avLst/>
            <a:gdLst>
              <a:gd name="T0" fmla="*/ 13 w 170"/>
              <a:gd name="T1" fmla="*/ 3 h 146"/>
              <a:gd name="T2" fmla="*/ 45 w 170"/>
              <a:gd name="T3" fmla="*/ 3 h 146"/>
              <a:gd name="T4" fmla="*/ 68 w 170"/>
              <a:gd name="T5" fmla="*/ 3 h 146"/>
              <a:gd name="T6" fmla="*/ 106 w 170"/>
              <a:gd name="T7" fmla="*/ 3 h 146"/>
              <a:gd name="T8" fmla="*/ 110 w 170"/>
              <a:gd name="T9" fmla="*/ 3 h 146"/>
              <a:gd name="T10" fmla="*/ 113 w 170"/>
              <a:gd name="T11" fmla="*/ 2 h 146"/>
              <a:gd name="T12" fmla="*/ 118 w 170"/>
              <a:gd name="T13" fmla="*/ 0 h 146"/>
              <a:gd name="T14" fmla="*/ 121 w 170"/>
              <a:gd name="T15" fmla="*/ 0 h 146"/>
              <a:gd name="T16" fmla="*/ 121 w 170"/>
              <a:gd name="T17" fmla="*/ 43 h 146"/>
              <a:gd name="T18" fmla="*/ 109 w 170"/>
              <a:gd name="T19" fmla="*/ 32 h 146"/>
              <a:gd name="T20" fmla="*/ 107 w 170"/>
              <a:gd name="T21" fmla="*/ 21 h 146"/>
              <a:gd name="T22" fmla="*/ 105 w 170"/>
              <a:gd name="T23" fmla="*/ 16 h 146"/>
              <a:gd name="T24" fmla="*/ 102 w 170"/>
              <a:gd name="T25" fmla="*/ 15 h 146"/>
              <a:gd name="T26" fmla="*/ 99 w 170"/>
              <a:gd name="T27" fmla="*/ 15 h 146"/>
              <a:gd name="T28" fmla="*/ 86 w 170"/>
              <a:gd name="T29" fmla="*/ 15 h 146"/>
              <a:gd name="T30" fmla="*/ 73 w 170"/>
              <a:gd name="T31" fmla="*/ 16 h 146"/>
              <a:gd name="T32" fmla="*/ 72 w 170"/>
              <a:gd name="T33" fmla="*/ 65 h 146"/>
              <a:gd name="T34" fmla="*/ 72 w 170"/>
              <a:gd name="T35" fmla="*/ 115 h 146"/>
              <a:gd name="T36" fmla="*/ 74 w 170"/>
              <a:gd name="T37" fmla="*/ 130 h 146"/>
              <a:gd name="T38" fmla="*/ 97 w 170"/>
              <a:gd name="T39" fmla="*/ 138 h 146"/>
              <a:gd name="T40" fmla="*/ 97 w 170"/>
              <a:gd name="T41" fmla="*/ 145 h 146"/>
              <a:gd name="T42" fmla="*/ 73 w 170"/>
              <a:gd name="T43" fmla="*/ 145 h 146"/>
              <a:gd name="T44" fmla="*/ 39 w 170"/>
              <a:gd name="T45" fmla="*/ 145 h 146"/>
              <a:gd name="T46" fmla="*/ 24 w 170"/>
              <a:gd name="T47" fmla="*/ 141 h 146"/>
              <a:gd name="T48" fmla="*/ 30 w 170"/>
              <a:gd name="T49" fmla="*/ 136 h 146"/>
              <a:gd name="T50" fmla="*/ 47 w 170"/>
              <a:gd name="T51" fmla="*/ 130 h 146"/>
              <a:gd name="T52" fmla="*/ 49 w 170"/>
              <a:gd name="T53" fmla="*/ 66 h 146"/>
              <a:gd name="T54" fmla="*/ 48 w 170"/>
              <a:gd name="T55" fmla="*/ 26 h 146"/>
              <a:gd name="T56" fmla="*/ 48 w 170"/>
              <a:gd name="T57" fmla="*/ 22 h 146"/>
              <a:gd name="T58" fmla="*/ 48 w 170"/>
              <a:gd name="T59" fmla="*/ 17 h 146"/>
              <a:gd name="T60" fmla="*/ 32 w 170"/>
              <a:gd name="T61" fmla="*/ 15 h 146"/>
              <a:gd name="T62" fmla="*/ 16 w 170"/>
              <a:gd name="T63" fmla="*/ 19 h 146"/>
              <a:gd name="T64" fmla="*/ 10 w 170"/>
              <a:gd name="T65" fmla="*/ 36 h 146"/>
              <a:gd name="T66" fmla="*/ 0 w 170"/>
              <a:gd name="T67" fmla="*/ 37 h 146"/>
              <a:gd name="T68" fmla="*/ 8 w 170"/>
              <a:gd name="T69" fmla="*/ 0 h 146"/>
              <a:gd name="T70" fmla="*/ 169 w 170"/>
              <a:gd name="T71" fmla="*/ 123 h 146"/>
              <a:gd name="T72" fmla="*/ 156 w 170"/>
              <a:gd name="T73" fmla="*/ 143 h 146"/>
              <a:gd name="T74" fmla="*/ 147 w 170"/>
              <a:gd name="T75" fmla="*/ 143 h 146"/>
              <a:gd name="T76" fmla="*/ 134 w 170"/>
              <a:gd name="T77" fmla="*/ 123 h 146"/>
              <a:gd name="T78" fmla="*/ 146 w 170"/>
              <a:gd name="T79" fmla="*/ 121 h 146"/>
              <a:gd name="T80" fmla="*/ 138 w 170"/>
              <a:gd name="T81" fmla="*/ 25 h 146"/>
              <a:gd name="T82" fmla="*/ 135 w 170"/>
              <a:gd name="T83" fmla="*/ 19 h 146"/>
              <a:gd name="T84" fmla="*/ 152 w 170"/>
              <a:gd name="T85" fmla="*/ 1 h 146"/>
              <a:gd name="T86" fmla="*/ 168 w 170"/>
              <a:gd name="T87" fmla="*/ 19 h 146"/>
              <a:gd name="T88" fmla="*/ 165 w 170"/>
              <a:gd name="T89" fmla="*/ 25 h 146"/>
              <a:gd name="T90" fmla="*/ 158 w 170"/>
              <a:gd name="T91" fmla="*/ 121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70" h="146">
                <a:moveTo>
                  <a:pt x="8" y="0"/>
                </a:moveTo>
                <a:cubicBezTo>
                  <a:pt x="13" y="3"/>
                  <a:pt x="13" y="3"/>
                  <a:pt x="13" y="3"/>
                </a:cubicBezTo>
                <a:cubicBezTo>
                  <a:pt x="14" y="3"/>
                  <a:pt x="20" y="3"/>
                  <a:pt x="33" y="3"/>
                </a:cubicBezTo>
                <a:cubicBezTo>
                  <a:pt x="36" y="3"/>
                  <a:pt x="40" y="3"/>
                  <a:pt x="45" y="3"/>
                </a:cubicBezTo>
                <a:cubicBezTo>
                  <a:pt x="51" y="3"/>
                  <a:pt x="55" y="3"/>
                  <a:pt x="58" y="3"/>
                </a:cubicBezTo>
                <a:cubicBezTo>
                  <a:pt x="60" y="3"/>
                  <a:pt x="64" y="3"/>
                  <a:pt x="68" y="3"/>
                </a:cubicBezTo>
                <a:cubicBezTo>
                  <a:pt x="73" y="3"/>
                  <a:pt x="76" y="3"/>
                  <a:pt x="78" y="3"/>
                </a:cubicBezTo>
                <a:cubicBezTo>
                  <a:pt x="106" y="3"/>
                  <a:pt x="106" y="3"/>
                  <a:pt x="106" y="3"/>
                </a:cubicBezTo>
                <a:cubicBezTo>
                  <a:pt x="106" y="3"/>
                  <a:pt x="107" y="3"/>
                  <a:pt x="108" y="3"/>
                </a:cubicBezTo>
                <a:cubicBezTo>
                  <a:pt x="109" y="3"/>
                  <a:pt x="110" y="3"/>
                  <a:pt x="110" y="3"/>
                </a:cubicBezTo>
                <a:cubicBezTo>
                  <a:pt x="110" y="3"/>
                  <a:pt x="111" y="3"/>
                  <a:pt x="111" y="3"/>
                </a:cubicBezTo>
                <a:cubicBezTo>
                  <a:pt x="112" y="3"/>
                  <a:pt x="113" y="3"/>
                  <a:pt x="113" y="2"/>
                </a:cubicBezTo>
                <a:cubicBezTo>
                  <a:pt x="114" y="2"/>
                  <a:pt x="114" y="1"/>
                  <a:pt x="115" y="0"/>
                </a:cubicBezTo>
                <a:cubicBezTo>
                  <a:pt x="118" y="0"/>
                  <a:pt x="118" y="0"/>
                  <a:pt x="118" y="0"/>
                </a:cubicBezTo>
                <a:cubicBezTo>
                  <a:pt x="119" y="0"/>
                  <a:pt x="119" y="0"/>
                  <a:pt x="120" y="0"/>
                </a:cubicBezTo>
                <a:cubicBezTo>
                  <a:pt x="120" y="0"/>
                  <a:pt x="121" y="0"/>
                  <a:pt x="121" y="0"/>
                </a:cubicBezTo>
                <a:cubicBezTo>
                  <a:pt x="121" y="8"/>
                  <a:pt x="121" y="18"/>
                  <a:pt x="121" y="32"/>
                </a:cubicBezTo>
                <a:cubicBezTo>
                  <a:pt x="121" y="37"/>
                  <a:pt x="121" y="41"/>
                  <a:pt x="121" y="43"/>
                </a:cubicBezTo>
                <a:cubicBezTo>
                  <a:pt x="118" y="43"/>
                  <a:pt x="116" y="44"/>
                  <a:pt x="114" y="44"/>
                </a:cubicBezTo>
                <a:cubicBezTo>
                  <a:pt x="113" y="41"/>
                  <a:pt x="111" y="37"/>
                  <a:pt x="109" y="32"/>
                </a:cubicBezTo>
                <a:cubicBezTo>
                  <a:pt x="109" y="32"/>
                  <a:pt x="109" y="30"/>
                  <a:pt x="108" y="28"/>
                </a:cubicBezTo>
                <a:cubicBezTo>
                  <a:pt x="108" y="25"/>
                  <a:pt x="107" y="23"/>
                  <a:pt x="107" y="21"/>
                </a:cubicBezTo>
                <a:cubicBezTo>
                  <a:pt x="106" y="18"/>
                  <a:pt x="106" y="17"/>
                  <a:pt x="106" y="17"/>
                </a:cubicBezTo>
                <a:cubicBezTo>
                  <a:pt x="106" y="17"/>
                  <a:pt x="105" y="16"/>
                  <a:pt x="105" y="16"/>
                </a:cubicBezTo>
                <a:cubicBezTo>
                  <a:pt x="105" y="16"/>
                  <a:pt x="104" y="16"/>
                  <a:pt x="104" y="16"/>
                </a:cubicBezTo>
                <a:cubicBezTo>
                  <a:pt x="103" y="15"/>
                  <a:pt x="103" y="15"/>
                  <a:pt x="102" y="15"/>
                </a:cubicBezTo>
                <a:cubicBezTo>
                  <a:pt x="102" y="15"/>
                  <a:pt x="102" y="15"/>
                  <a:pt x="101" y="15"/>
                </a:cubicBezTo>
                <a:cubicBezTo>
                  <a:pt x="100" y="15"/>
                  <a:pt x="99" y="15"/>
                  <a:pt x="99" y="15"/>
                </a:cubicBezTo>
                <a:cubicBezTo>
                  <a:pt x="98" y="15"/>
                  <a:pt x="96" y="15"/>
                  <a:pt x="93" y="15"/>
                </a:cubicBezTo>
                <a:cubicBezTo>
                  <a:pt x="90" y="15"/>
                  <a:pt x="87" y="15"/>
                  <a:pt x="86" y="15"/>
                </a:cubicBezTo>
                <a:cubicBezTo>
                  <a:pt x="84" y="15"/>
                  <a:pt x="82" y="15"/>
                  <a:pt x="80" y="15"/>
                </a:cubicBezTo>
                <a:cubicBezTo>
                  <a:pt x="77" y="16"/>
                  <a:pt x="75" y="16"/>
                  <a:pt x="73" y="16"/>
                </a:cubicBezTo>
                <a:cubicBezTo>
                  <a:pt x="72" y="21"/>
                  <a:pt x="72" y="25"/>
                  <a:pt x="72" y="29"/>
                </a:cubicBezTo>
                <a:cubicBezTo>
                  <a:pt x="72" y="35"/>
                  <a:pt x="72" y="47"/>
                  <a:pt x="72" y="65"/>
                </a:cubicBezTo>
                <a:cubicBezTo>
                  <a:pt x="73" y="84"/>
                  <a:pt x="73" y="98"/>
                  <a:pt x="73" y="109"/>
                </a:cubicBezTo>
                <a:cubicBezTo>
                  <a:pt x="73" y="110"/>
                  <a:pt x="73" y="112"/>
                  <a:pt x="72" y="115"/>
                </a:cubicBezTo>
                <a:cubicBezTo>
                  <a:pt x="72" y="119"/>
                  <a:pt x="72" y="122"/>
                  <a:pt x="72" y="124"/>
                </a:cubicBezTo>
                <a:cubicBezTo>
                  <a:pt x="73" y="126"/>
                  <a:pt x="73" y="128"/>
                  <a:pt x="74" y="130"/>
                </a:cubicBezTo>
                <a:cubicBezTo>
                  <a:pt x="76" y="132"/>
                  <a:pt x="80" y="133"/>
                  <a:pt x="85" y="134"/>
                </a:cubicBezTo>
                <a:cubicBezTo>
                  <a:pt x="91" y="136"/>
                  <a:pt x="94" y="137"/>
                  <a:pt x="97" y="138"/>
                </a:cubicBezTo>
                <a:cubicBezTo>
                  <a:pt x="97" y="141"/>
                  <a:pt x="97" y="142"/>
                  <a:pt x="97" y="143"/>
                </a:cubicBezTo>
                <a:cubicBezTo>
                  <a:pt x="97" y="144"/>
                  <a:pt x="97" y="145"/>
                  <a:pt x="97" y="145"/>
                </a:cubicBezTo>
                <a:cubicBezTo>
                  <a:pt x="94" y="146"/>
                  <a:pt x="94" y="146"/>
                  <a:pt x="94" y="146"/>
                </a:cubicBezTo>
                <a:cubicBezTo>
                  <a:pt x="89" y="146"/>
                  <a:pt x="82" y="145"/>
                  <a:pt x="73" y="145"/>
                </a:cubicBezTo>
                <a:cubicBezTo>
                  <a:pt x="64" y="144"/>
                  <a:pt x="58" y="144"/>
                  <a:pt x="53" y="144"/>
                </a:cubicBezTo>
                <a:cubicBezTo>
                  <a:pt x="50" y="144"/>
                  <a:pt x="46" y="144"/>
                  <a:pt x="39" y="145"/>
                </a:cubicBezTo>
                <a:cubicBezTo>
                  <a:pt x="33" y="145"/>
                  <a:pt x="28" y="146"/>
                  <a:pt x="25" y="146"/>
                </a:cubicBezTo>
                <a:cubicBezTo>
                  <a:pt x="25" y="142"/>
                  <a:pt x="24" y="141"/>
                  <a:pt x="24" y="141"/>
                </a:cubicBezTo>
                <a:cubicBezTo>
                  <a:pt x="24" y="140"/>
                  <a:pt x="24" y="140"/>
                  <a:pt x="24" y="140"/>
                </a:cubicBezTo>
                <a:cubicBezTo>
                  <a:pt x="26" y="138"/>
                  <a:pt x="28" y="137"/>
                  <a:pt x="30" y="136"/>
                </a:cubicBezTo>
                <a:cubicBezTo>
                  <a:pt x="33" y="135"/>
                  <a:pt x="36" y="134"/>
                  <a:pt x="40" y="133"/>
                </a:cubicBezTo>
                <a:cubicBezTo>
                  <a:pt x="43" y="132"/>
                  <a:pt x="45" y="131"/>
                  <a:pt x="47" y="130"/>
                </a:cubicBezTo>
                <a:cubicBezTo>
                  <a:pt x="48" y="128"/>
                  <a:pt x="49" y="116"/>
                  <a:pt x="49" y="94"/>
                </a:cubicBezTo>
                <a:cubicBezTo>
                  <a:pt x="49" y="88"/>
                  <a:pt x="49" y="78"/>
                  <a:pt x="49" y="66"/>
                </a:cubicBezTo>
                <a:cubicBezTo>
                  <a:pt x="48" y="53"/>
                  <a:pt x="48" y="43"/>
                  <a:pt x="48" y="37"/>
                </a:cubicBezTo>
                <a:cubicBezTo>
                  <a:pt x="48" y="26"/>
                  <a:pt x="48" y="26"/>
                  <a:pt x="48" y="26"/>
                </a:cubicBezTo>
                <a:cubicBezTo>
                  <a:pt x="48" y="26"/>
                  <a:pt x="48" y="25"/>
                  <a:pt x="48" y="24"/>
                </a:cubicBezTo>
                <a:cubicBezTo>
                  <a:pt x="48" y="24"/>
                  <a:pt x="48" y="23"/>
                  <a:pt x="48" y="22"/>
                </a:cubicBezTo>
                <a:cubicBezTo>
                  <a:pt x="48" y="21"/>
                  <a:pt x="48" y="21"/>
                  <a:pt x="48" y="20"/>
                </a:cubicBezTo>
                <a:cubicBezTo>
                  <a:pt x="48" y="19"/>
                  <a:pt x="48" y="18"/>
                  <a:pt x="48" y="17"/>
                </a:cubicBezTo>
                <a:cubicBezTo>
                  <a:pt x="48" y="17"/>
                  <a:pt x="48" y="16"/>
                  <a:pt x="47" y="16"/>
                </a:cubicBezTo>
                <a:cubicBezTo>
                  <a:pt x="47" y="15"/>
                  <a:pt x="42" y="15"/>
                  <a:pt x="32" y="15"/>
                </a:cubicBezTo>
                <a:cubicBezTo>
                  <a:pt x="30" y="15"/>
                  <a:pt x="27" y="15"/>
                  <a:pt x="23" y="16"/>
                </a:cubicBezTo>
                <a:cubicBezTo>
                  <a:pt x="20" y="17"/>
                  <a:pt x="17" y="18"/>
                  <a:pt x="16" y="19"/>
                </a:cubicBezTo>
                <a:cubicBezTo>
                  <a:pt x="15" y="19"/>
                  <a:pt x="14" y="22"/>
                  <a:pt x="13" y="25"/>
                </a:cubicBezTo>
                <a:cubicBezTo>
                  <a:pt x="12" y="29"/>
                  <a:pt x="11" y="33"/>
                  <a:pt x="10" y="36"/>
                </a:cubicBezTo>
                <a:cubicBezTo>
                  <a:pt x="9" y="39"/>
                  <a:pt x="7" y="41"/>
                  <a:pt x="6" y="41"/>
                </a:cubicBezTo>
                <a:cubicBezTo>
                  <a:pt x="3" y="39"/>
                  <a:pt x="1" y="38"/>
                  <a:pt x="0" y="37"/>
                </a:cubicBezTo>
                <a:cubicBezTo>
                  <a:pt x="0" y="1"/>
                  <a:pt x="0" y="1"/>
                  <a:pt x="0" y="1"/>
                </a:cubicBezTo>
                <a:lnTo>
                  <a:pt x="8" y="0"/>
                </a:lnTo>
                <a:close/>
                <a:moveTo>
                  <a:pt x="165" y="121"/>
                </a:moveTo>
                <a:cubicBezTo>
                  <a:pt x="167" y="121"/>
                  <a:pt x="169" y="122"/>
                  <a:pt x="169" y="123"/>
                </a:cubicBezTo>
                <a:cubicBezTo>
                  <a:pt x="170" y="124"/>
                  <a:pt x="169" y="126"/>
                  <a:pt x="168" y="127"/>
                </a:cubicBezTo>
                <a:cubicBezTo>
                  <a:pt x="156" y="143"/>
                  <a:pt x="156" y="143"/>
                  <a:pt x="156" y="143"/>
                </a:cubicBezTo>
                <a:cubicBezTo>
                  <a:pt x="155" y="144"/>
                  <a:pt x="153" y="145"/>
                  <a:pt x="152" y="145"/>
                </a:cubicBezTo>
                <a:cubicBezTo>
                  <a:pt x="150" y="145"/>
                  <a:pt x="148" y="144"/>
                  <a:pt x="147" y="143"/>
                </a:cubicBezTo>
                <a:cubicBezTo>
                  <a:pt x="135" y="127"/>
                  <a:pt x="135" y="127"/>
                  <a:pt x="135" y="127"/>
                </a:cubicBezTo>
                <a:cubicBezTo>
                  <a:pt x="134" y="126"/>
                  <a:pt x="133" y="124"/>
                  <a:pt x="134" y="123"/>
                </a:cubicBezTo>
                <a:cubicBezTo>
                  <a:pt x="135" y="122"/>
                  <a:pt x="136" y="121"/>
                  <a:pt x="138" y="121"/>
                </a:cubicBezTo>
                <a:cubicBezTo>
                  <a:pt x="146" y="121"/>
                  <a:pt x="146" y="121"/>
                  <a:pt x="146" y="121"/>
                </a:cubicBezTo>
                <a:cubicBezTo>
                  <a:pt x="146" y="25"/>
                  <a:pt x="146" y="25"/>
                  <a:pt x="146" y="25"/>
                </a:cubicBezTo>
                <a:cubicBezTo>
                  <a:pt x="138" y="25"/>
                  <a:pt x="138" y="25"/>
                  <a:pt x="138" y="25"/>
                </a:cubicBezTo>
                <a:cubicBezTo>
                  <a:pt x="136" y="25"/>
                  <a:pt x="135" y="24"/>
                  <a:pt x="134" y="23"/>
                </a:cubicBezTo>
                <a:cubicBezTo>
                  <a:pt x="133" y="22"/>
                  <a:pt x="134" y="20"/>
                  <a:pt x="135" y="19"/>
                </a:cubicBezTo>
                <a:cubicBezTo>
                  <a:pt x="147" y="3"/>
                  <a:pt x="147" y="3"/>
                  <a:pt x="147" y="3"/>
                </a:cubicBezTo>
                <a:cubicBezTo>
                  <a:pt x="148" y="2"/>
                  <a:pt x="150" y="1"/>
                  <a:pt x="152" y="1"/>
                </a:cubicBezTo>
                <a:cubicBezTo>
                  <a:pt x="153" y="1"/>
                  <a:pt x="155" y="2"/>
                  <a:pt x="156" y="3"/>
                </a:cubicBezTo>
                <a:cubicBezTo>
                  <a:pt x="168" y="19"/>
                  <a:pt x="168" y="19"/>
                  <a:pt x="168" y="19"/>
                </a:cubicBezTo>
                <a:cubicBezTo>
                  <a:pt x="169" y="20"/>
                  <a:pt x="170" y="22"/>
                  <a:pt x="169" y="23"/>
                </a:cubicBezTo>
                <a:cubicBezTo>
                  <a:pt x="169" y="24"/>
                  <a:pt x="167" y="25"/>
                  <a:pt x="165" y="25"/>
                </a:cubicBezTo>
                <a:cubicBezTo>
                  <a:pt x="158" y="25"/>
                  <a:pt x="158" y="25"/>
                  <a:pt x="158" y="25"/>
                </a:cubicBezTo>
                <a:cubicBezTo>
                  <a:pt x="158" y="121"/>
                  <a:pt x="158" y="121"/>
                  <a:pt x="158" y="121"/>
                </a:cubicBezTo>
                <a:lnTo>
                  <a:pt x="165" y="12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53" name="Freeform 55"/>
          <p:cNvSpPr>
            <a:spLocks noEditPoints="1"/>
          </p:cNvSpPr>
          <p:nvPr/>
        </p:nvSpPr>
        <p:spPr bwMode="auto">
          <a:xfrm>
            <a:off x="4124001" y="1824385"/>
            <a:ext cx="207464" cy="224755"/>
          </a:xfrm>
          <a:custGeom>
            <a:avLst/>
            <a:gdLst>
              <a:gd name="T0" fmla="*/ 13 w 145"/>
              <a:gd name="T1" fmla="*/ 3 h 157"/>
              <a:gd name="T2" fmla="*/ 45 w 145"/>
              <a:gd name="T3" fmla="*/ 3 h 157"/>
              <a:gd name="T4" fmla="*/ 81 w 145"/>
              <a:gd name="T5" fmla="*/ 3 h 157"/>
              <a:gd name="T6" fmla="*/ 133 w 145"/>
              <a:gd name="T7" fmla="*/ 3 h 157"/>
              <a:gd name="T8" fmla="*/ 142 w 145"/>
              <a:gd name="T9" fmla="*/ 0 h 157"/>
              <a:gd name="T10" fmla="*/ 145 w 145"/>
              <a:gd name="T11" fmla="*/ 0 h 157"/>
              <a:gd name="T12" fmla="*/ 145 w 145"/>
              <a:gd name="T13" fmla="*/ 43 h 157"/>
              <a:gd name="T14" fmla="*/ 133 w 145"/>
              <a:gd name="T15" fmla="*/ 32 h 157"/>
              <a:gd name="T16" fmla="*/ 131 w 145"/>
              <a:gd name="T17" fmla="*/ 21 h 157"/>
              <a:gd name="T18" fmla="*/ 128 w 145"/>
              <a:gd name="T19" fmla="*/ 15 h 157"/>
              <a:gd name="T20" fmla="*/ 113 w 145"/>
              <a:gd name="T21" fmla="*/ 15 h 157"/>
              <a:gd name="T22" fmla="*/ 94 w 145"/>
              <a:gd name="T23" fmla="*/ 15 h 157"/>
              <a:gd name="T24" fmla="*/ 84 w 145"/>
              <a:gd name="T25" fmla="*/ 29 h 157"/>
              <a:gd name="T26" fmla="*/ 84 w 145"/>
              <a:gd name="T27" fmla="*/ 38 h 157"/>
              <a:gd name="T28" fmla="*/ 84 w 145"/>
              <a:gd name="T29" fmla="*/ 70 h 157"/>
              <a:gd name="T30" fmla="*/ 84 w 145"/>
              <a:gd name="T31" fmla="*/ 91 h 157"/>
              <a:gd name="T32" fmla="*/ 85 w 145"/>
              <a:gd name="T33" fmla="*/ 106 h 157"/>
              <a:gd name="T34" fmla="*/ 108 w 145"/>
              <a:gd name="T35" fmla="*/ 114 h 157"/>
              <a:gd name="T36" fmla="*/ 109 w 145"/>
              <a:gd name="T37" fmla="*/ 121 h 157"/>
              <a:gd name="T38" fmla="*/ 85 w 145"/>
              <a:gd name="T39" fmla="*/ 121 h 157"/>
              <a:gd name="T40" fmla="*/ 51 w 145"/>
              <a:gd name="T41" fmla="*/ 121 h 157"/>
              <a:gd name="T42" fmla="*/ 36 w 145"/>
              <a:gd name="T43" fmla="*/ 116 h 157"/>
              <a:gd name="T44" fmla="*/ 42 w 145"/>
              <a:gd name="T45" fmla="*/ 112 h 157"/>
              <a:gd name="T46" fmla="*/ 59 w 145"/>
              <a:gd name="T47" fmla="*/ 106 h 157"/>
              <a:gd name="T48" fmla="*/ 61 w 145"/>
              <a:gd name="T49" fmla="*/ 85 h 157"/>
              <a:gd name="T50" fmla="*/ 61 w 145"/>
              <a:gd name="T51" fmla="*/ 56 h 157"/>
              <a:gd name="T52" fmla="*/ 60 w 145"/>
              <a:gd name="T53" fmla="*/ 46 h 157"/>
              <a:gd name="T54" fmla="*/ 60 w 145"/>
              <a:gd name="T55" fmla="*/ 40 h 157"/>
              <a:gd name="T56" fmla="*/ 60 w 145"/>
              <a:gd name="T57" fmla="*/ 25 h 157"/>
              <a:gd name="T58" fmla="*/ 59 w 145"/>
              <a:gd name="T59" fmla="*/ 16 h 157"/>
              <a:gd name="T60" fmla="*/ 29 w 145"/>
              <a:gd name="T61" fmla="*/ 16 h 157"/>
              <a:gd name="T62" fmla="*/ 12 w 145"/>
              <a:gd name="T63" fmla="*/ 25 h 157"/>
              <a:gd name="T64" fmla="*/ 5 w 145"/>
              <a:gd name="T65" fmla="*/ 41 h 157"/>
              <a:gd name="T66" fmla="*/ 0 w 145"/>
              <a:gd name="T67" fmla="*/ 1 h 157"/>
              <a:gd name="T68" fmla="*/ 124 w 145"/>
              <a:gd name="T69" fmla="*/ 122 h 157"/>
              <a:gd name="T70" fmla="*/ 133 w 145"/>
              <a:gd name="T71" fmla="*/ 127 h 157"/>
              <a:gd name="T72" fmla="*/ 142 w 145"/>
              <a:gd name="T73" fmla="*/ 135 h 157"/>
              <a:gd name="T74" fmla="*/ 142 w 145"/>
              <a:gd name="T75" fmla="*/ 144 h 157"/>
              <a:gd name="T76" fmla="*/ 133 w 145"/>
              <a:gd name="T77" fmla="*/ 152 h 157"/>
              <a:gd name="T78" fmla="*/ 124 w 145"/>
              <a:gd name="T79" fmla="*/ 157 h 157"/>
              <a:gd name="T80" fmla="*/ 121 w 145"/>
              <a:gd name="T81" fmla="*/ 154 h 157"/>
              <a:gd name="T82" fmla="*/ 121 w 145"/>
              <a:gd name="T83" fmla="*/ 147 h 157"/>
              <a:gd name="T84" fmla="*/ 24 w 145"/>
              <a:gd name="T85" fmla="*/ 146 h 157"/>
              <a:gd name="T86" fmla="*/ 25 w 145"/>
              <a:gd name="T87" fmla="*/ 151 h 157"/>
              <a:gd name="T88" fmla="*/ 23 w 145"/>
              <a:gd name="T89" fmla="*/ 156 h 157"/>
              <a:gd name="T90" fmla="*/ 17 w 145"/>
              <a:gd name="T91" fmla="*/ 156 h 157"/>
              <a:gd name="T92" fmla="*/ 6 w 145"/>
              <a:gd name="T93" fmla="*/ 147 h 157"/>
              <a:gd name="T94" fmla="*/ 1 w 145"/>
              <a:gd name="T95" fmla="*/ 140 h 157"/>
              <a:gd name="T96" fmla="*/ 6 w 145"/>
              <a:gd name="T97" fmla="*/ 132 h 157"/>
              <a:gd name="T98" fmla="*/ 17 w 145"/>
              <a:gd name="T99" fmla="*/ 123 h 157"/>
              <a:gd name="T100" fmla="*/ 23 w 145"/>
              <a:gd name="T101" fmla="*/ 123 h 157"/>
              <a:gd name="T102" fmla="*/ 25 w 145"/>
              <a:gd name="T103" fmla="*/ 129 h 157"/>
              <a:gd name="T104" fmla="*/ 24 w 145"/>
              <a:gd name="T105" fmla="*/ 133 h 157"/>
              <a:gd name="T106" fmla="*/ 121 w 145"/>
              <a:gd name="T107" fmla="*/ 132 h 157"/>
              <a:gd name="T108" fmla="*/ 121 w 145"/>
              <a:gd name="T109" fmla="*/ 125 h 157"/>
              <a:gd name="T110" fmla="*/ 124 w 145"/>
              <a:gd name="T111" fmla="*/ 122 h 1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45" h="157">
                <a:moveTo>
                  <a:pt x="8" y="0"/>
                </a:moveTo>
                <a:cubicBezTo>
                  <a:pt x="13" y="3"/>
                  <a:pt x="13" y="3"/>
                  <a:pt x="13" y="3"/>
                </a:cubicBezTo>
                <a:cubicBezTo>
                  <a:pt x="14" y="3"/>
                  <a:pt x="20" y="3"/>
                  <a:pt x="33" y="3"/>
                </a:cubicBezTo>
                <a:cubicBezTo>
                  <a:pt x="36" y="3"/>
                  <a:pt x="40" y="3"/>
                  <a:pt x="45" y="3"/>
                </a:cubicBezTo>
                <a:cubicBezTo>
                  <a:pt x="51" y="3"/>
                  <a:pt x="55" y="3"/>
                  <a:pt x="58" y="3"/>
                </a:cubicBezTo>
                <a:cubicBezTo>
                  <a:pt x="62" y="3"/>
                  <a:pt x="70" y="3"/>
                  <a:pt x="81" y="3"/>
                </a:cubicBezTo>
                <a:cubicBezTo>
                  <a:pt x="92" y="3"/>
                  <a:pt x="102" y="3"/>
                  <a:pt x="110" y="3"/>
                </a:cubicBezTo>
                <a:cubicBezTo>
                  <a:pt x="118" y="3"/>
                  <a:pt x="126" y="3"/>
                  <a:pt x="133" y="3"/>
                </a:cubicBezTo>
                <a:cubicBezTo>
                  <a:pt x="135" y="3"/>
                  <a:pt x="137" y="2"/>
                  <a:pt x="138" y="0"/>
                </a:cubicBezTo>
                <a:cubicBezTo>
                  <a:pt x="142" y="0"/>
                  <a:pt x="142" y="0"/>
                  <a:pt x="142" y="0"/>
                </a:cubicBezTo>
                <a:cubicBezTo>
                  <a:pt x="143" y="0"/>
                  <a:pt x="143" y="0"/>
                  <a:pt x="144" y="0"/>
                </a:cubicBezTo>
                <a:cubicBezTo>
                  <a:pt x="144" y="0"/>
                  <a:pt x="145" y="0"/>
                  <a:pt x="145" y="0"/>
                </a:cubicBezTo>
                <a:cubicBezTo>
                  <a:pt x="145" y="8"/>
                  <a:pt x="145" y="18"/>
                  <a:pt x="145" y="32"/>
                </a:cubicBezTo>
                <a:cubicBezTo>
                  <a:pt x="145" y="37"/>
                  <a:pt x="145" y="41"/>
                  <a:pt x="145" y="43"/>
                </a:cubicBezTo>
                <a:cubicBezTo>
                  <a:pt x="142" y="43"/>
                  <a:pt x="140" y="44"/>
                  <a:pt x="138" y="44"/>
                </a:cubicBezTo>
                <a:cubicBezTo>
                  <a:pt x="137" y="41"/>
                  <a:pt x="135" y="37"/>
                  <a:pt x="133" y="32"/>
                </a:cubicBezTo>
                <a:cubicBezTo>
                  <a:pt x="133" y="32"/>
                  <a:pt x="133" y="30"/>
                  <a:pt x="132" y="28"/>
                </a:cubicBezTo>
                <a:cubicBezTo>
                  <a:pt x="132" y="25"/>
                  <a:pt x="131" y="23"/>
                  <a:pt x="131" y="21"/>
                </a:cubicBezTo>
                <a:cubicBezTo>
                  <a:pt x="130" y="18"/>
                  <a:pt x="130" y="17"/>
                  <a:pt x="130" y="17"/>
                </a:cubicBezTo>
                <a:cubicBezTo>
                  <a:pt x="130" y="16"/>
                  <a:pt x="129" y="16"/>
                  <a:pt x="128" y="15"/>
                </a:cubicBezTo>
                <a:cubicBezTo>
                  <a:pt x="127" y="15"/>
                  <a:pt x="125" y="15"/>
                  <a:pt x="121" y="15"/>
                </a:cubicBezTo>
                <a:cubicBezTo>
                  <a:pt x="119" y="15"/>
                  <a:pt x="117" y="15"/>
                  <a:pt x="113" y="15"/>
                </a:cubicBezTo>
                <a:cubicBezTo>
                  <a:pt x="109" y="15"/>
                  <a:pt x="105" y="15"/>
                  <a:pt x="103" y="15"/>
                </a:cubicBezTo>
                <a:cubicBezTo>
                  <a:pt x="100" y="15"/>
                  <a:pt x="97" y="15"/>
                  <a:pt x="94" y="15"/>
                </a:cubicBezTo>
                <a:cubicBezTo>
                  <a:pt x="91" y="15"/>
                  <a:pt x="88" y="16"/>
                  <a:pt x="85" y="16"/>
                </a:cubicBezTo>
                <a:cubicBezTo>
                  <a:pt x="84" y="21"/>
                  <a:pt x="84" y="25"/>
                  <a:pt x="84" y="29"/>
                </a:cubicBezTo>
                <a:cubicBezTo>
                  <a:pt x="84" y="43"/>
                  <a:pt x="84" y="43"/>
                  <a:pt x="84" y="43"/>
                </a:cubicBezTo>
                <a:cubicBezTo>
                  <a:pt x="84" y="38"/>
                  <a:pt x="84" y="38"/>
                  <a:pt x="84" y="38"/>
                </a:cubicBezTo>
                <a:cubicBezTo>
                  <a:pt x="84" y="42"/>
                  <a:pt x="84" y="47"/>
                  <a:pt x="84" y="53"/>
                </a:cubicBezTo>
                <a:cubicBezTo>
                  <a:pt x="84" y="59"/>
                  <a:pt x="84" y="65"/>
                  <a:pt x="84" y="70"/>
                </a:cubicBezTo>
                <a:cubicBezTo>
                  <a:pt x="84" y="75"/>
                  <a:pt x="84" y="80"/>
                  <a:pt x="84" y="84"/>
                </a:cubicBezTo>
                <a:cubicBezTo>
                  <a:pt x="84" y="85"/>
                  <a:pt x="84" y="88"/>
                  <a:pt x="84" y="91"/>
                </a:cubicBezTo>
                <a:cubicBezTo>
                  <a:pt x="84" y="95"/>
                  <a:pt x="84" y="97"/>
                  <a:pt x="84" y="100"/>
                </a:cubicBezTo>
                <a:cubicBezTo>
                  <a:pt x="84" y="102"/>
                  <a:pt x="85" y="104"/>
                  <a:pt x="85" y="106"/>
                </a:cubicBezTo>
                <a:cubicBezTo>
                  <a:pt x="88" y="108"/>
                  <a:pt x="92" y="109"/>
                  <a:pt x="97" y="110"/>
                </a:cubicBezTo>
                <a:cubicBezTo>
                  <a:pt x="102" y="112"/>
                  <a:pt x="106" y="113"/>
                  <a:pt x="108" y="114"/>
                </a:cubicBezTo>
                <a:cubicBezTo>
                  <a:pt x="109" y="116"/>
                  <a:pt x="109" y="118"/>
                  <a:pt x="109" y="119"/>
                </a:cubicBezTo>
                <a:cubicBezTo>
                  <a:pt x="109" y="119"/>
                  <a:pt x="109" y="120"/>
                  <a:pt x="109" y="121"/>
                </a:cubicBezTo>
                <a:cubicBezTo>
                  <a:pt x="105" y="121"/>
                  <a:pt x="105" y="121"/>
                  <a:pt x="105" y="121"/>
                </a:cubicBezTo>
                <a:cubicBezTo>
                  <a:pt x="101" y="121"/>
                  <a:pt x="94" y="121"/>
                  <a:pt x="85" y="121"/>
                </a:cubicBezTo>
                <a:cubicBezTo>
                  <a:pt x="76" y="120"/>
                  <a:pt x="69" y="120"/>
                  <a:pt x="65" y="120"/>
                </a:cubicBezTo>
                <a:cubicBezTo>
                  <a:pt x="62" y="120"/>
                  <a:pt x="57" y="120"/>
                  <a:pt x="51" y="121"/>
                </a:cubicBezTo>
                <a:cubicBezTo>
                  <a:pt x="45" y="121"/>
                  <a:pt x="40" y="121"/>
                  <a:pt x="37" y="121"/>
                </a:cubicBezTo>
                <a:cubicBezTo>
                  <a:pt x="36" y="118"/>
                  <a:pt x="36" y="117"/>
                  <a:pt x="36" y="116"/>
                </a:cubicBezTo>
                <a:cubicBezTo>
                  <a:pt x="36" y="116"/>
                  <a:pt x="36" y="116"/>
                  <a:pt x="36" y="116"/>
                </a:cubicBezTo>
                <a:cubicBezTo>
                  <a:pt x="37" y="114"/>
                  <a:pt x="39" y="113"/>
                  <a:pt x="42" y="112"/>
                </a:cubicBezTo>
                <a:cubicBezTo>
                  <a:pt x="45" y="111"/>
                  <a:pt x="48" y="110"/>
                  <a:pt x="51" y="109"/>
                </a:cubicBezTo>
                <a:cubicBezTo>
                  <a:pt x="55" y="108"/>
                  <a:pt x="57" y="107"/>
                  <a:pt x="59" y="106"/>
                </a:cubicBezTo>
                <a:cubicBezTo>
                  <a:pt x="59" y="105"/>
                  <a:pt x="60" y="103"/>
                  <a:pt x="60" y="99"/>
                </a:cubicBezTo>
                <a:cubicBezTo>
                  <a:pt x="60" y="96"/>
                  <a:pt x="60" y="91"/>
                  <a:pt x="61" y="85"/>
                </a:cubicBezTo>
                <a:cubicBezTo>
                  <a:pt x="61" y="80"/>
                  <a:pt x="61" y="75"/>
                  <a:pt x="61" y="71"/>
                </a:cubicBezTo>
                <a:cubicBezTo>
                  <a:pt x="61" y="67"/>
                  <a:pt x="61" y="62"/>
                  <a:pt x="61" y="56"/>
                </a:cubicBezTo>
                <a:cubicBezTo>
                  <a:pt x="61" y="51"/>
                  <a:pt x="61" y="48"/>
                  <a:pt x="61" y="48"/>
                </a:cubicBezTo>
                <a:cubicBezTo>
                  <a:pt x="61" y="47"/>
                  <a:pt x="60" y="47"/>
                  <a:pt x="60" y="46"/>
                </a:cubicBezTo>
                <a:cubicBezTo>
                  <a:pt x="60" y="45"/>
                  <a:pt x="60" y="44"/>
                  <a:pt x="60" y="44"/>
                </a:cubicBezTo>
                <a:cubicBezTo>
                  <a:pt x="60" y="43"/>
                  <a:pt x="60" y="42"/>
                  <a:pt x="60" y="40"/>
                </a:cubicBezTo>
                <a:cubicBezTo>
                  <a:pt x="60" y="37"/>
                  <a:pt x="60" y="35"/>
                  <a:pt x="60" y="33"/>
                </a:cubicBezTo>
                <a:cubicBezTo>
                  <a:pt x="60" y="30"/>
                  <a:pt x="60" y="28"/>
                  <a:pt x="60" y="25"/>
                </a:cubicBezTo>
                <a:cubicBezTo>
                  <a:pt x="60" y="23"/>
                  <a:pt x="60" y="21"/>
                  <a:pt x="60" y="19"/>
                </a:cubicBezTo>
                <a:cubicBezTo>
                  <a:pt x="60" y="17"/>
                  <a:pt x="60" y="16"/>
                  <a:pt x="59" y="16"/>
                </a:cubicBezTo>
                <a:cubicBezTo>
                  <a:pt x="59" y="15"/>
                  <a:pt x="54" y="15"/>
                  <a:pt x="44" y="15"/>
                </a:cubicBezTo>
                <a:cubicBezTo>
                  <a:pt x="41" y="15"/>
                  <a:pt x="36" y="15"/>
                  <a:pt x="29" y="16"/>
                </a:cubicBezTo>
                <a:cubicBezTo>
                  <a:pt x="21" y="17"/>
                  <a:pt x="17" y="18"/>
                  <a:pt x="16" y="19"/>
                </a:cubicBezTo>
                <a:cubicBezTo>
                  <a:pt x="14" y="19"/>
                  <a:pt x="13" y="22"/>
                  <a:pt x="12" y="25"/>
                </a:cubicBezTo>
                <a:cubicBezTo>
                  <a:pt x="11" y="29"/>
                  <a:pt x="10" y="33"/>
                  <a:pt x="9" y="36"/>
                </a:cubicBezTo>
                <a:cubicBezTo>
                  <a:pt x="8" y="39"/>
                  <a:pt x="7" y="41"/>
                  <a:pt x="5" y="41"/>
                </a:cubicBezTo>
                <a:cubicBezTo>
                  <a:pt x="3" y="39"/>
                  <a:pt x="1" y="38"/>
                  <a:pt x="0" y="37"/>
                </a:cubicBezTo>
                <a:cubicBezTo>
                  <a:pt x="0" y="1"/>
                  <a:pt x="0" y="1"/>
                  <a:pt x="0" y="1"/>
                </a:cubicBezTo>
                <a:lnTo>
                  <a:pt x="8" y="0"/>
                </a:lnTo>
                <a:close/>
                <a:moveTo>
                  <a:pt x="124" y="122"/>
                </a:moveTo>
                <a:cubicBezTo>
                  <a:pt x="125" y="122"/>
                  <a:pt x="126" y="122"/>
                  <a:pt x="128" y="123"/>
                </a:cubicBezTo>
                <a:cubicBezTo>
                  <a:pt x="130" y="125"/>
                  <a:pt x="132" y="126"/>
                  <a:pt x="133" y="127"/>
                </a:cubicBezTo>
                <a:cubicBezTo>
                  <a:pt x="135" y="129"/>
                  <a:pt x="137" y="130"/>
                  <a:pt x="139" y="132"/>
                </a:cubicBezTo>
                <a:cubicBezTo>
                  <a:pt x="141" y="134"/>
                  <a:pt x="142" y="135"/>
                  <a:pt x="142" y="135"/>
                </a:cubicBezTo>
                <a:cubicBezTo>
                  <a:pt x="144" y="136"/>
                  <a:pt x="145" y="138"/>
                  <a:pt x="145" y="140"/>
                </a:cubicBezTo>
                <a:cubicBezTo>
                  <a:pt x="145" y="141"/>
                  <a:pt x="144" y="143"/>
                  <a:pt x="142" y="144"/>
                </a:cubicBezTo>
                <a:cubicBezTo>
                  <a:pt x="142" y="144"/>
                  <a:pt x="141" y="145"/>
                  <a:pt x="139" y="147"/>
                </a:cubicBezTo>
                <a:cubicBezTo>
                  <a:pt x="137" y="149"/>
                  <a:pt x="135" y="150"/>
                  <a:pt x="133" y="152"/>
                </a:cubicBezTo>
                <a:cubicBezTo>
                  <a:pt x="132" y="153"/>
                  <a:pt x="130" y="154"/>
                  <a:pt x="128" y="156"/>
                </a:cubicBezTo>
                <a:cubicBezTo>
                  <a:pt x="126" y="157"/>
                  <a:pt x="125" y="157"/>
                  <a:pt x="124" y="157"/>
                </a:cubicBezTo>
                <a:cubicBezTo>
                  <a:pt x="123" y="157"/>
                  <a:pt x="122" y="157"/>
                  <a:pt x="122" y="156"/>
                </a:cubicBezTo>
                <a:cubicBezTo>
                  <a:pt x="121" y="156"/>
                  <a:pt x="121" y="155"/>
                  <a:pt x="121" y="154"/>
                </a:cubicBezTo>
                <a:cubicBezTo>
                  <a:pt x="121" y="153"/>
                  <a:pt x="121" y="152"/>
                  <a:pt x="121" y="151"/>
                </a:cubicBezTo>
                <a:cubicBezTo>
                  <a:pt x="121" y="150"/>
                  <a:pt x="121" y="149"/>
                  <a:pt x="121" y="147"/>
                </a:cubicBezTo>
                <a:cubicBezTo>
                  <a:pt x="121" y="146"/>
                  <a:pt x="121" y="146"/>
                  <a:pt x="121" y="146"/>
                </a:cubicBezTo>
                <a:cubicBezTo>
                  <a:pt x="24" y="146"/>
                  <a:pt x="24" y="146"/>
                  <a:pt x="24" y="146"/>
                </a:cubicBezTo>
                <a:cubicBezTo>
                  <a:pt x="24" y="146"/>
                  <a:pt x="24" y="146"/>
                  <a:pt x="24" y="147"/>
                </a:cubicBezTo>
                <a:cubicBezTo>
                  <a:pt x="24" y="149"/>
                  <a:pt x="25" y="150"/>
                  <a:pt x="25" y="151"/>
                </a:cubicBezTo>
                <a:cubicBezTo>
                  <a:pt x="25" y="152"/>
                  <a:pt x="24" y="153"/>
                  <a:pt x="24" y="154"/>
                </a:cubicBezTo>
                <a:cubicBezTo>
                  <a:pt x="24" y="155"/>
                  <a:pt x="24" y="156"/>
                  <a:pt x="23" y="156"/>
                </a:cubicBezTo>
                <a:cubicBezTo>
                  <a:pt x="23" y="157"/>
                  <a:pt x="22" y="157"/>
                  <a:pt x="21" y="157"/>
                </a:cubicBezTo>
                <a:cubicBezTo>
                  <a:pt x="21" y="157"/>
                  <a:pt x="19" y="157"/>
                  <a:pt x="17" y="156"/>
                </a:cubicBezTo>
                <a:cubicBezTo>
                  <a:pt x="16" y="154"/>
                  <a:pt x="14" y="153"/>
                  <a:pt x="12" y="152"/>
                </a:cubicBezTo>
                <a:cubicBezTo>
                  <a:pt x="10" y="150"/>
                  <a:pt x="8" y="149"/>
                  <a:pt x="6" y="147"/>
                </a:cubicBezTo>
                <a:cubicBezTo>
                  <a:pt x="4" y="145"/>
                  <a:pt x="3" y="144"/>
                  <a:pt x="3" y="144"/>
                </a:cubicBezTo>
                <a:cubicBezTo>
                  <a:pt x="1" y="143"/>
                  <a:pt x="1" y="141"/>
                  <a:pt x="1" y="140"/>
                </a:cubicBezTo>
                <a:cubicBezTo>
                  <a:pt x="1" y="138"/>
                  <a:pt x="1" y="136"/>
                  <a:pt x="3" y="135"/>
                </a:cubicBezTo>
                <a:cubicBezTo>
                  <a:pt x="3" y="135"/>
                  <a:pt x="4" y="134"/>
                  <a:pt x="6" y="132"/>
                </a:cubicBezTo>
                <a:cubicBezTo>
                  <a:pt x="8" y="130"/>
                  <a:pt x="10" y="129"/>
                  <a:pt x="12" y="127"/>
                </a:cubicBezTo>
                <a:cubicBezTo>
                  <a:pt x="14" y="126"/>
                  <a:pt x="16" y="125"/>
                  <a:pt x="17" y="123"/>
                </a:cubicBezTo>
                <a:cubicBezTo>
                  <a:pt x="19" y="122"/>
                  <a:pt x="21" y="122"/>
                  <a:pt x="21" y="122"/>
                </a:cubicBezTo>
                <a:cubicBezTo>
                  <a:pt x="22" y="122"/>
                  <a:pt x="23" y="122"/>
                  <a:pt x="23" y="123"/>
                </a:cubicBezTo>
                <a:cubicBezTo>
                  <a:pt x="24" y="123"/>
                  <a:pt x="24" y="124"/>
                  <a:pt x="24" y="125"/>
                </a:cubicBezTo>
                <a:cubicBezTo>
                  <a:pt x="24" y="126"/>
                  <a:pt x="25" y="128"/>
                  <a:pt x="25" y="129"/>
                </a:cubicBezTo>
                <a:cubicBezTo>
                  <a:pt x="25" y="129"/>
                  <a:pt x="24" y="131"/>
                  <a:pt x="24" y="132"/>
                </a:cubicBezTo>
                <a:cubicBezTo>
                  <a:pt x="24" y="133"/>
                  <a:pt x="24" y="133"/>
                  <a:pt x="24" y="133"/>
                </a:cubicBezTo>
                <a:cubicBezTo>
                  <a:pt x="121" y="133"/>
                  <a:pt x="121" y="133"/>
                  <a:pt x="121" y="133"/>
                </a:cubicBezTo>
                <a:cubicBezTo>
                  <a:pt x="121" y="133"/>
                  <a:pt x="121" y="133"/>
                  <a:pt x="121" y="132"/>
                </a:cubicBezTo>
                <a:cubicBezTo>
                  <a:pt x="121" y="131"/>
                  <a:pt x="121" y="129"/>
                  <a:pt x="121" y="129"/>
                </a:cubicBezTo>
                <a:cubicBezTo>
                  <a:pt x="121" y="128"/>
                  <a:pt x="121" y="126"/>
                  <a:pt x="121" y="125"/>
                </a:cubicBezTo>
                <a:cubicBezTo>
                  <a:pt x="121" y="124"/>
                  <a:pt x="121" y="123"/>
                  <a:pt x="122" y="123"/>
                </a:cubicBezTo>
                <a:cubicBezTo>
                  <a:pt x="122" y="122"/>
                  <a:pt x="123" y="122"/>
                  <a:pt x="124" y="122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54" name="Freeform 56"/>
          <p:cNvSpPr>
            <a:spLocks noEditPoints="1"/>
          </p:cNvSpPr>
          <p:nvPr/>
        </p:nvSpPr>
        <p:spPr bwMode="auto">
          <a:xfrm>
            <a:off x="4394137" y="1824385"/>
            <a:ext cx="242043" cy="190176"/>
          </a:xfrm>
          <a:custGeom>
            <a:avLst/>
            <a:gdLst>
              <a:gd name="T0" fmla="*/ 121 w 169"/>
              <a:gd name="T1" fmla="*/ 6 h 133"/>
              <a:gd name="T2" fmla="*/ 121 w 169"/>
              <a:gd name="T3" fmla="*/ 19 h 133"/>
              <a:gd name="T4" fmla="*/ 119 w 169"/>
              <a:gd name="T5" fmla="*/ 23 h 133"/>
              <a:gd name="T6" fmla="*/ 115 w 169"/>
              <a:gd name="T7" fmla="*/ 25 h 133"/>
              <a:gd name="T8" fmla="*/ 6 w 169"/>
              <a:gd name="T9" fmla="*/ 25 h 133"/>
              <a:gd name="T10" fmla="*/ 1 w 169"/>
              <a:gd name="T11" fmla="*/ 23 h 133"/>
              <a:gd name="T12" fmla="*/ 0 w 169"/>
              <a:gd name="T13" fmla="*/ 19 h 133"/>
              <a:gd name="T14" fmla="*/ 0 w 169"/>
              <a:gd name="T15" fmla="*/ 6 h 133"/>
              <a:gd name="T16" fmla="*/ 1 w 169"/>
              <a:gd name="T17" fmla="*/ 2 h 133"/>
              <a:gd name="T18" fmla="*/ 6 w 169"/>
              <a:gd name="T19" fmla="*/ 0 h 133"/>
              <a:gd name="T20" fmla="*/ 115 w 169"/>
              <a:gd name="T21" fmla="*/ 0 h 133"/>
              <a:gd name="T22" fmla="*/ 119 w 169"/>
              <a:gd name="T23" fmla="*/ 2 h 133"/>
              <a:gd name="T24" fmla="*/ 121 w 169"/>
              <a:gd name="T25" fmla="*/ 6 h 133"/>
              <a:gd name="T26" fmla="*/ 157 w 169"/>
              <a:gd name="T27" fmla="*/ 43 h 133"/>
              <a:gd name="T28" fmla="*/ 157 w 169"/>
              <a:gd name="T29" fmla="*/ 55 h 133"/>
              <a:gd name="T30" fmla="*/ 155 w 169"/>
              <a:gd name="T31" fmla="*/ 59 h 133"/>
              <a:gd name="T32" fmla="*/ 151 w 169"/>
              <a:gd name="T33" fmla="*/ 61 h 133"/>
              <a:gd name="T34" fmla="*/ 6 w 169"/>
              <a:gd name="T35" fmla="*/ 61 h 133"/>
              <a:gd name="T36" fmla="*/ 1 w 169"/>
              <a:gd name="T37" fmla="*/ 59 h 133"/>
              <a:gd name="T38" fmla="*/ 0 w 169"/>
              <a:gd name="T39" fmla="*/ 55 h 133"/>
              <a:gd name="T40" fmla="*/ 0 w 169"/>
              <a:gd name="T41" fmla="*/ 43 h 133"/>
              <a:gd name="T42" fmla="*/ 1 w 169"/>
              <a:gd name="T43" fmla="*/ 38 h 133"/>
              <a:gd name="T44" fmla="*/ 6 w 169"/>
              <a:gd name="T45" fmla="*/ 37 h 133"/>
              <a:gd name="T46" fmla="*/ 151 w 169"/>
              <a:gd name="T47" fmla="*/ 37 h 133"/>
              <a:gd name="T48" fmla="*/ 155 w 169"/>
              <a:gd name="T49" fmla="*/ 38 h 133"/>
              <a:gd name="T50" fmla="*/ 157 w 169"/>
              <a:gd name="T51" fmla="*/ 43 h 133"/>
              <a:gd name="T52" fmla="*/ 133 w 169"/>
              <a:gd name="T53" fmla="*/ 79 h 133"/>
              <a:gd name="T54" fmla="*/ 133 w 169"/>
              <a:gd name="T55" fmla="*/ 91 h 133"/>
              <a:gd name="T56" fmla="*/ 131 w 169"/>
              <a:gd name="T57" fmla="*/ 95 h 133"/>
              <a:gd name="T58" fmla="*/ 127 w 169"/>
              <a:gd name="T59" fmla="*/ 97 h 133"/>
              <a:gd name="T60" fmla="*/ 6 w 169"/>
              <a:gd name="T61" fmla="*/ 97 h 133"/>
              <a:gd name="T62" fmla="*/ 1 w 169"/>
              <a:gd name="T63" fmla="*/ 95 h 133"/>
              <a:gd name="T64" fmla="*/ 0 w 169"/>
              <a:gd name="T65" fmla="*/ 91 h 133"/>
              <a:gd name="T66" fmla="*/ 0 w 169"/>
              <a:gd name="T67" fmla="*/ 79 h 133"/>
              <a:gd name="T68" fmla="*/ 1 w 169"/>
              <a:gd name="T69" fmla="*/ 75 h 133"/>
              <a:gd name="T70" fmla="*/ 6 w 169"/>
              <a:gd name="T71" fmla="*/ 73 h 133"/>
              <a:gd name="T72" fmla="*/ 127 w 169"/>
              <a:gd name="T73" fmla="*/ 73 h 133"/>
              <a:gd name="T74" fmla="*/ 131 w 169"/>
              <a:gd name="T75" fmla="*/ 75 h 133"/>
              <a:gd name="T76" fmla="*/ 133 w 169"/>
              <a:gd name="T77" fmla="*/ 79 h 133"/>
              <a:gd name="T78" fmla="*/ 169 w 169"/>
              <a:gd name="T79" fmla="*/ 115 h 133"/>
              <a:gd name="T80" fmla="*/ 169 w 169"/>
              <a:gd name="T81" fmla="*/ 127 h 133"/>
              <a:gd name="T82" fmla="*/ 167 w 169"/>
              <a:gd name="T83" fmla="*/ 132 h 133"/>
              <a:gd name="T84" fmla="*/ 163 w 169"/>
              <a:gd name="T85" fmla="*/ 133 h 133"/>
              <a:gd name="T86" fmla="*/ 6 w 169"/>
              <a:gd name="T87" fmla="*/ 133 h 133"/>
              <a:gd name="T88" fmla="*/ 1 w 169"/>
              <a:gd name="T89" fmla="*/ 132 h 133"/>
              <a:gd name="T90" fmla="*/ 0 w 169"/>
              <a:gd name="T91" fmla="*/ 127 h 133"/>
              <a:gd name="T92" fmla="*/ 0 w 169"/>
              <a:gd name="T93" fmla="*/ 115 h 133"/>
              <a:gd name="T94" fmla="*/ 1 w 169"/>
              <a:gd name="T95" fmla="*/ 111 h 133"/>
              <a:gd name="T96" fmla="*/ 6 w 169"/>
              <a:gd name="T97" fmla="*/ 109 h 133"/>
              <a:gd name="T98" fmla="*/ 163 w 169"/>
              <a:gd name="T99" fmla="*/ 109 h 133"/>
              <a:gd name="T100" fmla="*/ 167 w 169"/>
              <a:gd name="T101" fmla="*/ 111 h 133"/>
              <a:gd name="T102" fmla="*/ 169 w 169"/>
              <a:gd name="T103" fmla="*/ 115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69" h="133">
                <a:moveTo>
                  <a:pt x="121" y="6"/>
                </a:moveTo>
                <a:cubicBezTo>
                  <a:pt x="121" y="19"/>
                  <a:pt x="121" y="19"/>
                  <a:pt x="121" y="19"/>
                </a:cubicBezTo>
                <a:cubicBezTo>
                  <a:pt x="121" y="20"/>
                  <a:pt x="120" y="22"/>
                  <a:pt x="119" y="23"/>
                </a:cubicBezTo>
                <a:cubicBezTo>
                  <a:pt x="118" y="24"/>
                  <a:pt x="116" y="25"/>
                  <a:pt x="115" y="25"/>
                </a:cubicBezTo>
                <a:cubicBezTo>
                  <a:pt x="6" y="25"/>
                  <a:pt x="6" y="25"/>
                  <a:pt x="6" y="25"/>
                </a:cubicBezTo>
                <a:cubicBezTo>
                  <a:pt x="4" y="25"/>
                  <a:pt x="3" y="24"/>
                  <a:pt x="1" y="23"/>
                </a:cubicBezTo>
                <a:cubicBezTo>
                  <a:pt x="0" y="22"/>
                  <a:pt x="0" y="20"/>
                  <a:pt x="0" y="19"/>
                </a:cubicBezTo>
                <a:cubicBezTo>
                  <a:pt x="0" y="6"/>
                  <a:pt x="0" y="6"/>
                  <a:pt x="0" y="6"/>
                </a:cubicBezTo>
                <a:cubicBezTo>
                  <a:pt x="0" y="5"/>
                  <a:pt x="0" y="3"/>
                  <a:pt x="1" y="2"/>
                </a:cubicBezTo>
                <a:cubicBezTo>
                  <a:pt x="3" y="1"/>
                  <a:pt x="4" y="0"/>
                  <a:pt x="6" y="0"/>
                </a:cubicBezTo>
                <a:cubicBezTo>
                  <a:pt x="115" y="0"/>
                  <a:pt x="115" y="0"/>
                  <a:pt x="115" y="0"/>
                </a:cubicBezTo>
                <a:cubicBezTo>
                  <a:pt x="116" y="0"/>
                  <a:pt x="118" y="1"/>
                  <a:pt x="119" y="2"/>
                </a:cubicBezTo>
                <a:cubicBezTo>
                  <a:pt x="120" y="3"/>
                  <a:pt x="121" y="5"/>
                  <a:pt x="121" y="6"/>
                </a:cubicBezTo>
                <a:close/>
                <a:moveTo>
                  <a:pt x="157" y="43"/>
                </a:moveTo>
                <a:cubicBezTo>
                  <a:pt x="157" y="55"/>
                  <a:pt x="157" y="55"/>
                  <a:pt x="157" y="55"/>
                </a:cubicBezTo>
                <a:cubicBezTo>
                  <a:pt x="157" y="56"/>
                  <a:pt x="156" y="58"/>
                  <a:pt x="155" y="59"/>
                </a:cubicBezTo>
                <a:cubicBezTo>
                  <a:pt x="154" y="60"/>
                  <a:pt x="153" y="61"/>
                  <a:pt x="151" y="61"/>
                </a:cubicBezTo>
                <a:cubicBezTo>
                  <a:pt x="6" y="61"/>
                  <a:pt x="6" y="61"/>
                  <a:pt x="6" y="61"/>
                </a:cubicBezTo>
                <a:cubicBezTo>
                  <a:pt x="4" y="61"/>
                  <a:pt x="3" y="60"/>
                  <a:pt x="1" y="59"/>
                </a:cubicBezTo>
                <a:cubicBezTo>
                  <a:pt x="0" y="58"/>
                  <a:pt x="0" y="56"/>
                  <a:pt x="0" y="55"/>
                </a:cubicBezTo>
                <a:cubicBezTo>
                  <a:pt x="0" y="43"/>
                  <a:pt x="0" y="43"/>
                  <a:pt x="0" y="43"/>
                </a:cubicBezTo>
                <a:cubicBezTo>
                  <a:pt x="0" y="41"/>
                  <a:pt x="0" y="40"/>
                  <a:pt x="1" y="38"/>
                </a:cubicBezTo>
                <a:cubicBezTo>
                  <a:pt x="3" y="37"/>
                  <a:pt x="4" y="37"/>
                  <a:pt x="6" y="37"/>
                </a:cubicBezTo>
                <a:cubicBezTo>
                  <a:pt x="151" y="37"/>
                  <a:pt x="151" y="37"/>
                  <a:pt x="151" y="37"/>
                </a:cubicBezTo>
                <a:cubicBezTo>
                  <a:pt x="153" y="37"/>
                  <a:pt x="154" y="37"/>
                  <a:pt x="155" y="38"/>
                </a:cubicBezTo>
                <a:cubicBezTo>
                  <a:pt x="156" y="40"/>
                  <a:pt x="157" y="41"/>
                  <a:pt x="157" y="43"/>
                </a:cubicBezTo>
                <a:close/>
                <a:moveTo>
                  <a:pt x="133" y="79"/>
                </a:moveTo>
                <a:cubicBezTo>
                  <a:pt x="133" y="91"/>
                  <a:pt x="133" y="91"/>
                  <a:pt x="133" y="91"/>
                </a:cubicBezTo>
                <a:cubicBezTo>
                  <a:pt x="133" y="93"/>
                  <a:pt x="132" y="94"/>
                  <a:pt x="131" y="95"/>
                </a:cubicBezTo>
                <a:cubicBezTo>
                  <a:pt x="130" y="97"/>
                  <a:pt x="128" y="97"/>
                  <a:pt x="127" y="97"/>
                </a:cubicBezTo>
                <a:cubicBezTo>
                  <a:pt x="6" y="97"/>
                  <a:pt x="6" y="97"/>
                  <a:pt x="6" y="97"/>
                </a:cubicBezTo>
                <a:cubicBezTo>
                  <a:pt x="4" y="97"/>
                  <a:pt x="3" y="97"/>
                  <a:pt x="1" y="95"/>
                </a:cubicBezTo>
                <a:cubicBezTo>
                  <a:pt x="0" y="94"/>
                  <a:pt x="0" y="93"/>
                  <a:pt x="0" y="91"/>
                </a:cubicBezTo>
                <a:cubicBezTo>
                  <a:pt x="0" y="79"/>
                  <a:pt x="0" y="79"/>
                  <a:pt x="0" y="79"/>
                </a:cubicBezTo>
                <a:cubicBezTo>
                  <a:pt x="0" y="77"/>
                  <a:pt x="0" y="76"/>
                  <a:pt x="1" y="75"/>
                </a:cubicBezTo>
                <a:cubicBezTo>
                  <a:pt x="3" y="74"/>
                  <a:pt x="4" y="73"/>
                  <a:pt x="6" y="73"/>
                </a:cubicBezTo>
                <a:cubicBezTo>
                  <a:pt x="127" y="73"/>
                  <a:pt x="127" y="73"/>
                  <a:pt x="127" y="73"/>
                </a:cubicBezTo>
                <a:cubicBezTo>
                  <a:pt x="128" y="73"/>
                  <a:pt x="130" y="74"/>
                  <a:pt x="131" y="75"/>
                </a:cubicBezTo>
                <a:cubicBezTo>
                  <a:pt x="132" y="76"/>
                  <a:pt x="133" y="77"/>
                  <a:pt x="133" y="79"/>
                </a:cubicBezTo>
                <a:close/>
                <a:moveTo>
                  <a:pt x="169" y="115"/>
                </a:moveTo>
                <a:cubicBezTo>
                  <a:pt x="169" y="127"/>
                  <a:pt x="169" y="127"/>
                  <a:pt x="169" y="127"/>
                </a:cubicBezTo>
                <a:cubicBezTo>
                  <a:pt x="169" y="129"/>
                  <a:pt x="168" y="130"/>
                  <a:pt x="167" y="132"/>
                </a:cubicBezTo>
                <a:cubicBezTo>
                  <a:pt x="166" y="133"/>
                  <a:pt x="165" y="133"/>
                  <a:pt x="163" y="133"/>
                </a:cubicBezTo>
                <a:cubicBezTo>
                  <a:pt x="6" y="133"/>
                  <a:pt x="6" y="133"/>
                  <a:pt x="6" y="133"/>
                </a:cubicBezTo>
                <a:cubicBezTo>
                  <a:pt x="4" y="133"/>
                  <a:pt x="3" y="133"/>
                  <a:pt x="1" y="132"/>
                </a:cubicBezTo>
                <a:cubicBezTo>
                  <a:pt x="0" y="130"/>
                  <a:pt x="0" y="129"/>
                  <a:pt x="0" y="127"/>
                </a:cubicBezTo>
                <a:cubicBezTo>
                  <a:pt x="0" y="115"/>
                  <a:pt x="0" y="115"/>
                  <a:pt x="0" y="115"/>
                </a:cubicBezTo>
                <a:cubicBezTo>
                  <a:pt x="0" y="114"/>
                  <a:pt x="0" y="112"/>
                  <a:pt x="1" y="111"/>
                </a:cubicBezTo>
                <a:cubicBezTo>
                  <a:pt x="3" y="110"/>
                  <a:pt x="4" y="109"/>
                  <a:pt x="6" y="109"/>
                </a:cubicBezTo>
                <a:cubicBezTo>
                  <a:pt x="163" y="109"/>
                  <a:pt x="163" y="109"/>
                  <a:pt x="163" y="109"/>
                </a:cubicBezTo>
                <a:cubicBezTo>
                  <a:pt x="165" y="109"/>
                  <a:pt x="166" y="110"/>
                  <a:pt x="167" y="111"/>
                </a:cubicBezTo>
                <a:cubicBezTo>
                  <a:pt x="168" y="112"/>
                  <a:pt x="169" y="114"/>
                  <a:pt x="169" y="115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55" name="Freeform 57"/>
          <p:cNvSpPr>
            <a:spLocks noEditPoints="1"/>
          </p:cNvSpPr>
          <p:nvPr/>
        </p:nvSpPr>
        <p:spPr bwMode="auto">
          <a:xfrm>
            <a:off x="4696691" y="1824385"/>
            <a:ext cx="244204" cy="190176"/>
          </a:xfrm>
          <a:custGeom>
            <a:avLst/>
            <a:gdLst>
              <a:gd name="T0" fmla="*/ 170 w 170"/>
              <a:gd name="T1" fmla="*/ 115 h 133"/>
              <a:gd name="T2" fmla="*/ 170 w 170"/>
              <a:gd name="T3" fmla="*/ 127 h 133"/>
              <a:gd name="T4" fmla="*/ 168 w 170"/>
              <a:gd name="T5" fmla="*/ 132 h 133"/>
              <a:gd name="T6" fmla="*/ 164 w 170"/>
              <a:gd name="T7" fmla="*/ 133 h 133"/>
              <a:gd name="T8" fmla="*/ 6 w 170"/>
              <a:gd name="T9" fmla="*/ 133 h 133"/>
              <a:gd name="T10" fmla="*/ 2 w 170"/>
              <a:gd name="T11" fmla="*/ 132 h 133"/>
              <a:gd name="T12" fmla="*/ 0 w 170"/>
              <a:gd name="T13" fmla="*/ 127 h 133"/>
              <a:gd name="T14" fmla="*/ 0 w 170"/>
              <a:gd name="T15" fmla="*/ 115 h 133"/>
              <a:gd name="T16" fmla="*/ 2 w 170"/>
              <a:gd name="T17" fmla="*/ 111 h 133"/>
              <a:gd name="T18" fmla="*/ 6 w 170"/>
              <a:gd name="T19" fmla="*/ 109 h 133"/>
              <a:gd name="T20" fmla="*/ 164 w 170"/>
              <a:gd name="T21" fmla="*/ 109 h 133"/>
              <a:gd name="T22" fmla="*/ 168 w 170"/>
              <a:gd name="T23" fmla="*/ 111 h 133"/>
              <a:gd name="T24" fmla="*/ 170 w 170"/>
              <a:gd name="T25" fmla="*/ 115 h 133"/>
              <a:gd name="T26" fmla="*/ 158 w 170"/>
              <a:gd name="T27" fmla="*/ 43 h 133"/>
              <a:gd name="T28" fmla="*/ 158 w 170"/>
              <a:gd name="T29" fmla="*/ 55 h 133"/>
              <a:gd name="T30" fmla="*/ 156 w 170"/>
              <a:gd name="T31" fmla="*/ 59 h 133"/>
              <a:gd name="T32" fmla="*/ 152 w 170"/>
              <a:gd name="T33" fmla="*/ 61 h 133"/>
              <a:gd name="T34" fmla="*/ 18 w 170"/>
              <a:gd name="T35" fmla="*/ 61 h 133"/>
              <a:gd name="T36" fmla="*/ 14 w 170"/>
              <a:gd name="T37" fmla="*/ 59 h 133"/>
              <a:gd name="T38" fmla="*/ 12 w 170"/>
              <a:gd name="T39" fmla="*/ 55 h 133"/>
              <a:gd name="T40" fmla="*/ 12 w 170"/>
              <a:gd name="T41" fmla="*/ 43 h 133"/>
              <a:gd name="T42" fmla="*/ 14 w 170"/>
              <a:gd name="T43" fmla="*/ 38 h 133"/>
              <a:gd name="T44" fmla="*/ 18 w 170"/>
              <a:gd name="T45" fmla="*/ 37 h 133"/>
              <a:gd name="T46" fmla="*/ 152 w 170"/>
              <a:gd name="T47" fmla="*/ 37 h 133"/>
              <a:gd name="T48" fmla="*/ 156 w 170"/>
              <a:gd name="T49" fmla="*/ 38 h 133"/>
              <a:gd name="T50" fmla="*/ 158 w 170"/>
              <a:gd name="T51" fmla="*/ 43 h 133"/>
              <a:gd name="T52" fmla="*/ 133 w 170"/>
              <a:gd name="T53" fmla="*/ 79 h 133"/>
              <a:gd name="T54" fmla="*/ 133 w 170"/>
              <a:gd name="T55" fmla="*/ 91 h 133"/>
              <a:gd name="T56" fmla="*/ 132 w 170"/>
              <a:gd name="T57" fmla="*/ 95 h 133"/>
              <a:gd name="T58" fmla="*/ 127 w 170"/>
              <a:gd name="T59" fmla="*/ 97 h 133"/>
              <a:gd name="T60" fmla="*/ 43 w 170"/>
              <a:gd name="T61" fmla="*/ 97 h 133"/>
              <a:gd name="T62" fmla="*/ 38 w 170"/>
              <a:gd name="T63" fmla="*/ 95 h 133"/>
              <a:gd name="T64" fmla="*/ 37 w 170"/>
              <a:gd name="T65" fmla="*/ 91 h 133"/>
              <a:gd name="T66" fmla="*/ 37 w 170"/>
              <a:gd name="T67" fmla="*/ 79 h 133"/>
              <a:gd name="T68" fmla="*/ 38 w 170"/>
              <a:gd name="T69" fmla="*/ 75 h 133"/>
              <a:gd name="T70" fmla="*/ 43 w 170"/>
              <a:gd name="T71" fmla="*/ 73 h 133"/>
              <a:gd name="T72" fmla="*/ 127 w 170"/>
              <a:gd name="T73" fmla="*/ 73 h 133"/>
              <a:gd name="T74" fmla="*/ 132 w 170"/>
              <a:gd name="T75" fmla="*/ 75 h 133"/>
              <a:gd name="T76" fmla="*/ 133 w 170"/>
              <a:gd name="T77" fmla="*/ 79 h 133"/>
              <a:gd name="T78" fmla="*/ 121 w 170"/>
              <a:gd name="T79" fmla="*/ 6 h 133"/>
              <a:gd name="T80" fmla="*/ 121 w 170"/>
              <a:gd name="T81" fmla="*/ 19 h 133"/>
              <a:gd name="T82" fmla="*/ 120 w 170"/>
              <a:gd name="T83" fmla="*/ 23 h 133"/>
              <a:gd name="T84" fmla="*/ 115 w 170"/>
              <a:gd name="T85" fmla="*/ 25 h 133"/>
              <a:gd name="T86" fmla="*/ 55 w 170"/>
              <a:gd name="T87" fmla="*/ 25 h 133"/>
              <a:gd name="T88" fmla="*/ 51 w 170"/>
              <a:gd name="T89" fmla="*/ 23 h 133"/>
              <a:gd name="T90" fmla="*/ 49 w 170"/>
              <a:gd name="T91" fmla="*/ 19 h 133"/>
              <a:gd name="T92" fmla="*/ 49 w 170"/>
              <a:gd name="T93" fmla="*/ 6 h 133"/>
              <a:gd name="T94" fmla="*/ 51 w 170"/>
              <a:gd name="T95" fmla="*/ 2 h 133"/>
              <a:gd name="T96" fmla="*/ 55 w 170"/>
              <a:gd name="T97" fmla="*/ 0 h 133"/>
              <a:gd name="T98" fmla="*/ 115 w 170"/>
              <a:gd name="T99" fmla="*/ 0 h 133"/>
              <a:gd name="T100" fmla="*/ 120 w 170"/>
              <a:gd name="T101" fmla="*/ 2 h 133"/>
              <a:gd name="T102" fmla="*/ 121 w 170"/>
              <a:gd name="T103" fmla="*/ 6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70" h="133">
                <a:moveTo>
                  <a:pt x="170" y="115"/>
                </a:moveTo>
                <a:cubicBezTo>
                  <a:pt x="170" y="127"/>
                  <a:pt x="170" y="127"/>
                  <a:pt x="170" y="127"/>
                </a:cubicBezTo>
                <a:cubicBezTo>
                  <a:pt x="170" y="129"/>
                  <a:pt x="169" y="130"/>
                  <a:pt x="168" y="132"/>
                </a:cubicBezTo>
                <a:cubicBezTo>
                  <a:pt x="167" y="133"/>
                  <a:pt x="165" y="133"/>
                  <a:pt x="164" y="133"/>
                </a:cubicBezTo>
                <a:cubicBezTo>
                  <a:pt x="6" y="133"/>
                  <a:pt x="6" y="133"/>
                  <a:pt x="6" y="133"/>
                </a:cubicBezTo>
                <a:cubicBezTo>
                  <a:pt x="5" y="133"/>
                  <a:pt x="3" y="133"/>
                  <a:pt x="2" y="132"/>
                </a:cubicBezTo>
                <a:cubicBezTo>
                  <a:pt x="1" y="130"/>
                  <a:pt x="0" y="129"/>
                  <a:pt x="0" y="127"/>
                </a:cubicBezTo>
                <a:cubicBezTo>
                  <a:pt x="0" y="115"/>
                  <a:pt x="0" y="115"/>
                  <a:pt x="0" y="115"/>
                </a:cubicBezTo>
                <a:cubicBezTo>
                  <a:pt x="0" y="114"/>
                  <a:pt x="1" y="112"/>
                  <a:pt x="2" y="111"/>
                </a:cubicBezTo>
                <a:cubicBezTo>
                  <a:pt x="3" y="110"/>
                  <a:pt x="5" y="109"/>
                  <a:pt x="6" y="109"/>
                </a:cubicBezTo>
                <a:cubicBezTo>
                  <a:pt x="164" y="109"/>
                  <a:pt x="164" y="109"/>
                  <a:pt x="164" y="109"/>
                </a:cubicBezTo>
                <a:cubicBezTo>
                  <a:pt x="165" y="109"/>
                  <a:pt x="167" y="110"/>
                  <a:pt x="168" y="111"/>
                </a:cubicBezTo>
                <a:cubicBezTo>
                  <a:pt x="169" y="112"/>
                  <a:pt x="170" y="114"/>
                  <a:pt x="170" y="115"/>
                </a:cubicBezTo>
                <a:close/>
                <a:moveTo>
                  <a:pt x="158" y="43"/>
                </a:moveTo>
                <a:cubicBezTo>
                  <a:pt x="158" y="55"/>
                  <a:pt x="158" y="55"/>
                  <a:pt x="158" y="55"/>
                </a:cubicBezTo>
                <a:cubicBezTo>
                  <a:pt x="158" y="56"/>
                  <a:pt x="157" y="58"/>
                  <a:pt x="156" y="59"/>
                </a:cubicBezTo>
                <a:cubicBezTo>
                  <a:pt x="155" y="60"/>
                  <a:pt x="153" y="61"/>
                  <a:pt x="152" y="61"/>
                </a:cubicBezTo>
                <a:cubicBezTo>
                  <a:pt x="18" y="61"/>
                  <a:pt x="18" y="61"/>
                  <a:pt x="18" y="61"/>
                </a:cubicBezTo>
                <a:cubicBezTo>
                  <a:pt x="17" y="61"/>
                  <a:pt x="15" y="60"/>
                  <a:pt x="14" y="59"/>
                </a:cubicBezTo>
                <a:cubicBezTo>
                  <a:pt x="13" y="58"/>
                  <a:pt x="12" y="56"/>
                  <a:pt x="12" y="55"/>
                </a:cubicBezTo>
                <a:cubicBezTo>
                  <a:pt x="12" y="43"/>
                  <a:pt x="12" y="43"/>
                  <a:pt x="12" y="43"/>
                </a:cubicBezTo>
                <a:cubicBezTo>
                  <a:pt x="12" y="41"/>
                  <a:pt x="13" y="40"/>
                  <a:pt x="14" y="38"/>
                </a:cubicBezTo>
                <a:cubicBezTo>
                  <a:pt x="15" y="37"/>
                  <a:pt x="17" y="37"/>
                  <a:pt x="18" y="37"/>
                </a:cubicBezTo>
                <a:cubicBezTo>
                  <a:pt x="152" y="37"/>
                  <a:pt x="152" y="37"/>
                  <a:pt x="152" y="37"/>
                </a:cubicBezTo>
                <a:cubicBezTo>
                  <a:pt x="153" y="37"/>
                  <a:pt x="155" y="37"/>
                  <a:pt x="156" y="38"/>
                </a:cubicBezTo>
                <a:cubicBezTo>
                  <a:pt x="157" y="40"/>
                  <a:pt x="158" y="41"/>
                  <a:pt x="158" y="43"/>
                </a:cubicBezTo>
                <a:close/>
                <a:moveTo>
                  <a:pt x="133" y="79"/>
                </a:moveTo>
                <a:cubicBezTo>
                  <a:pt x="133" y="91"/>
                  <a:pt x="133" y="91"/>
                  <a:pt x="133" y="91"/>
                </a:cubicBezTo>
                <a:cubicBezTo>
                  <a:pt x="133" y="93"/>
                  <a:pt x="133" y="94"/>
                  <a:pt x="132" y="95"/>
                </a:cubicBezTo>
                <a:cubicBezTo>
                  <a:pt x="130" y="97"/>
                  <a:pt x="129" y="97"/>
                  <a:pt x="127" y="97"/>
                </a:cubicBezTo>
                <a:cubicBezTo>
                  <a:pt x="43" y="97"/>
                  <a:pt x="43" y="97"/>
                  <a:pt x="43" y="97"/>
                </a:cubicBezTo>
                <a:cubicBezTo>
                  <a:pt x="41" y="97"/>
                  <a:pt x="40" y="97"/>
                  <a:pt x="38" y="95"/>
                </a:cubicBezTo>
                <a:cubicBezTo>
                  <a:pt x="37" y="94"/>
                  <a:pt x="37" y="93"/>
                  <a:pt x="37" y="91"/>
                </a:cubicBezTo>
                <a:cubicBezTo>
                  <a:pt x="37" y="79"/>
                  <a:pt x="37" y="79"/>
                  <a:pt x="37" y="79"/>
                </a:cubicBezTo>
                <a:cubicBezTo>
                  <a:pt x="37" y="77"/>
                  <a:pt x="37" y="76"/>
                  <a:pt x="38" y="75"/>
                </a:cubicBezTo>
                <a:cubicBezTo>
                  <a:pt x="40" y="74"/>
                  <a:pt x="41" y="73"/>
                  <a:pt x="43" y="73"/>
                </a:cubicBezTo>
                <a:cubicBezTo>
                  <a:pt x="127" y="73"/>
                  <a:pt x="127" y="73"/>
                  <a:pt x="127" y="73"/>
                </a:cubicBezTo>
                <a:cubicBezTo>
                  <a:pt x="129" y="73"/>
                  <a:pt x="130" y="74"/>
                  <a:pt x="132" y="75"/>
                </a:cubicBezTo>
                <a:cubicBezTo>
                  <a:pt x="133" y="76"/>
                  <a:pt x="133" y="77"/>
                  <a:pt x="133" y="79"/>
                </a:cubicBezTo>
                <a:close/>
                <a:moveTo>
                  <a:pt x="121" y="6"/>
                </a:moveTo>
                <a:cubicBezTo>
                  <a:pt x="121" y="19"/>
                  <a:pt x="121" y="19"/>
                  <a:pt x="121" y="19"/>
                </a:cubicBezTo>
                <a:cubicBezTo>
                  <a:pt x="121" y="20"/>
                  <a:pt x="121" y="22"/>
                  <a:pt x="120" y="23"/>
                </a:cubicBezTo>
                <a:cubicBezTo>
                  <a:pt x="118" y="24"/>
                  <a:pt x="117" y="25"/>
                  <a:pt x="115" y="25"/>
                </a:cubicBezTo>
                <a:cubicBezTo>
                  <a:pt x="55" y="25"/>
                  <a:pt x="55" y="25"/>
                  <a:pt x="55" y="25"/>
                </a:cubicBezTo>
                <a:cubicBezTo>
                  <a:pt x="53" y="25"/>
                  <a:pt x="52" y="24"/>
                  <a:pt x="51" y="23"/>
                </a:cubicBezTo>
                <a:cubicBezTo>
                  <a:pt x="49" y="22"/>
                  <a:pt x="49" y="20"/>
                  <a:pt x="49" y="19"/>
                </a:cubicBezTo>
                <a:cubicBezTo>
                  <a:pt x="49" y="6"/>
                  <a:pt x="49" y="6"/>
                  <a:pt x="49" y="6"/>
                </a:cubicBezTo>
                <a:cubicBezTo>
                  <a:pt x="49" y="5"/>
                  <a:pt x="49" y="3"/>
                  <a:pt x="51" y="2"/>
                </a:cubicBezTo>
                <a:cubicBezTo>
                  <a:pt x="52" y="1"/>
                  <a:pt x="53" y="0"/>
                  <a:pt x="55" y="0"/>
                </a:cubicBezTo>
                <a:cubicBezTo>
                  <a:pt x="115" y="0"/>
                  <a:pt x="115" y="0"/>
                  <a:pt x="115" y="0"/>
                </a:cubicBezTo>
                <a:cubicBezTo>
                  <a:pt x="117" y="0"/>
                  <a:pt x="118" y="1"/>
                  <a:pt x="120" y="2"/>
                </a:cubicBezTo>
                <a:cubicBezTo>
                  <a:pt x="121" y="3"/>
                  <a:pt x="121" y="5"/>
                  <a:pt x="121" y="6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56" name="Freeform 58"/>
          <p:cNvSpPr>
            <a:spLocks noEditPoints="1"/>
          </p:cNvSpPr>
          <p:nvPr/>
        </p:nvSpPr>
        <p:spPr bwMode="auto">
          <a:xfrm>
            <a:off x="5003565" y="1824385"/>
            <a:ext cx="242043" cy="190176"/>
          </a:xfrm>
          <a:custGeom>
            <a:avLst/>
            <a:gdLst>
              <a:gd name="T0" fmla="*/ 170 w 170"/>
              <a:gd name="T1" fmla="*/ 115 h 133"/>
              <a:gd name="T2" fmla="*/ 170 w 170"/>
              <a:gd name="T3" fmla="*/ 127 h 133"/>
              <a:gd name="T4" fmla="*/ 168 w 170"/>
              <a:gd name="T5" fmla="*/ 132 h 133"/>
              <a:gd name="T6" fmla="*/ 163 w 170"/>
              <a:gd name="T7" fmla="*/ 133 h 133"/>
              <a:gd name="T8" fmla="*/ 6 w 170"/>
              <a:gd name="T9" fmla="*/ 133 h 133"/>
              <a:gd name="T10" fmla="*/ 2 w 170"/>
              <a:gd name="T11" fmla="*/ 132 h 133"/>
              <a:gd name="T12" fmla="*/ 0 w 170"/>
              <a:gd name="T13" fmla="*/ 127 h 133"/>
              <a:gd name="T14" fmla="*/ 0 w 170"/>
              <a:gd name="T15" fmla="*/ 115 h 133"/>
              <a:gd name="T16" fmla="*/ 2 w 170"/>
              <a:gd name="T17" fmla="*/ 111 h 133"/>
              <a:gd name="T18" fmla="*/ 6 w 170"/>
              <a:gd name="T19" fmla="*/ 109 h 133"/>
              <a:gd name="T20" fmla="*/ 163 w 170"/>
              <a:gd name="T21" fmla="*/ 109 h 133"/>
              <a:gd name="T22" fmla="*/ 168 w 170"/>
              <a:gd name="T23" fmla="*/ 111 h 133"/>
              <a:gd name="T24" fmla="*/ 170 w 170"/>
              <a:gd name="T25" fmla="*/ 115 h 133"/>
              <a:gd name="T26" fmla="*/ 170 w 170"/>
              <a:gd name="T27" fmla="*/ 43 h 133"/>
              <a:gd name="T28" fmla="*/ 170 w 170"/>
              <a:gd name="T29" fmla="*/ 55 h 133"/>
              <a:gd name="T30" fmla="*/ 168 w 170"/>
              <a:gd name="T31" fmla="*/ 59 h 133"/>
              <a:gd name="T32" fmla="*/ 163 w 170"/>
              <a:gd name="T33" fmla="*/ 61 h 133"/>
              <a:gd name="T34" fmla="*/ 18 w 170"/>
              <a:gd name="T35" fmla="*/ 61 h 133"/>
              <a:gd name="T36" fmla="*/ 14 w 170"/>
              <a:gd name="T37" fmla="*/ 59 h 133"/>
              <a:gd name="T38" fmla="*/ 12 w 170"/>
              <a:gd name="T39" fmla="*/ 55 h 133"/>
              <a:gd name="T40" fmla="*/ 12 w 170"/>
              <a:gd name="T41" fmla="*/ 43 h 133"/>
              <a:gd name="T42" fmla="*/ 14 w 170"/>
              <a:gd name="T43" fmla="*/ 38 h 133"/>
              <a:gd name="T44" fmla="*/ 18 w 170"/>
              <a:gd name="T45" fmla="*/ 37 h 133"/>
              <a:gd name="T46" fmla="*/ 163 w 170"/>
              <a:gd name="T47" fmla="*/ 37 h 133"/>
              <a:gd name="T48" fmla="*/ 168 w 170"/>
              <a:gd name="T49" fmla="*/ 38 h 133"/>
              <a:gd name="T50" fmla="*/ 170 w 170"/>
              <a:gd name="T51" fmla="*/ 43 h 133"/>
              <a:gd name="T52" fmla="*/ 170 w 170"/>
              <a:gd name="T53" fmla="*/ 79 h 133"/>
              <a:gd name="T54" fmla="*/ 170 w 170"/>
              <a:gd name="T55" fmla="*/ 91 h 133"/>
              <a:gd name="T56" fmla="*/ 168 w 170"/>
              <a:gd name="T57" fmla="*/ 95 h 133"/>
              <a:gd name="T58" fmla="*/ 163 w 170"/>
              <a:gd name="T59" fmla="*/ 97 h 133"/>
              <a:gd name="T60" fmla="*/ 42 w 170"/>
              <a:gd name="T61" fmla="*/ 97 h 133"/>
              <a:gd name="T62" fmla="*/ 38 w 170"/>
              <a:gd name="T63" fmla="*/ 95 h 133"/>
              <a:gd name="T64" fmla="*/ 36 w 170"/>
              <a:gd name="T65" fmla="*/ 91 h 133"/>
              <a:gd name="T66" fmla="*/ 36 w 170"/>
              <a:gd name="T67" fmla="*/ 79 h 133"/>
              <a:gd name="T68" fmla="*/ 38 w 170"/>
              <a:gd name="T69" fmla="*/ 75 h 133"/>
              <a:gd name="T70" fmla="*/ 42 w 170"/>
              <a:gd name="T71" fmla="*/ 73 h 133"/>
              <a:gd name="T72" fmla="*/ 163 w 170"/>
              <a:gd name="T73" fmla="*/ 73 h 133"/>
              <a:gd name="T74" fmla="*/ 168 w 170"/>
              <a:gd name="T75" fmla="*/ 75 h 133"/>
              <a:gd name="T76" fmla="*/ 170 w 170"/>
              <a:gd name="T77" fmla="*/ 79 h 133"/>
              <a:gd name="T78" fmla="*/ 170 w 170"/>
              <a:gd name="T79" fmla="*/ 6 h 133"/>
              <a:gd name="T80" fmla="*/ 170 w 170"/>
              <a:gd name="T81" fmla="*/ 19 h 133"/>
              <a:gd name="T82" fmla="*/ 168 w 170"/>
              <a:gd name="T83" fmla="*/ 23 h 133"/>
              <a:gd name="T84" fmla="*/ 163 w 170"/>
              <a:gd name="T85" fmla="*/ 25 h 133"/>
              <a:gd name="T86" fmla="*/ 55 w 170"/>
              <a:gd name="T87" fmla="*/ 25 h 133"/>
              <a:gd name="T88" fmla="*/ 50 w 170"/>
              <a:gd name="T89" fmla="*/ 23 h 133"/>
              <a:gd name="T90" fmla="*/ 49 w 170"/>
              <a:gd name="T91" fmla="*/ 19 h 133"/>
              <a:gd name="T92" fmla="*/ 49 w 170"/>
              <a:gd name="T93" fmla="*/ 6 h 133"/>
              <a:gd name="T94" fmla="*/ 50 w 170"/>
              <a:gd name="T95" fmla="*/ 2 h 133"/>
              <a:gd name="T96" fmla="*/ 55 w 170"/>
              <a:gd name="T97" fmla="*/ 0 h 133"/>
              <a:gd name="T98" fmla="*/ 163 w 170"/>
              <a:gd name="T99" fmla="*/ 0 h 133"/>
              <a:gd name="T100" fmla="*/ 168 w 170"/>
              <a:gd name="T101" fmla="*/ 2 h 133"/>
              <a:gd name="T102" fmla="*/ 170 w 170"/>
              <a:gd name="T103" fmla="*/ 6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70" h="133">
                <a:moveTo>
                  <a:pt x="170" y="115"/>
                </a:moveTo>
                <a:cubicBezTo>
                  <a:pt x="170" y="127"/>
                  <a:pt x="170" y="127"/>
                  <a:pt x="170" y="127"/>
                </a:cubicBezTo>
                <a:cubicBezTo>
                  <a:pt x="170" y="129"/>
                  <a:pt x="169" y="130"/>
                  <a:pt x="168" y="132"/>
                </a:cubicBezTo>
                <a:cubicBezTo>
                  <a:pt x="167" y="133"/>
                  <a:pt x="165" y="133"/>
                  <a:pt x="163" y="133"/>
                </a:cubicBezTo>
                <a:cubicBezTo>
                  <a:pt x="6" y="133"/>
                  <a:pt x="6" y="133"/>
                  <a:pt x="6" y="133"/>
                </a:cubicBezTo>
                <a:cubicBezTo>
                  <a:pt x="5" y="133"/>
                  <a:pt x="3" y="133"/>
                  <a:pt x="2" y="132"/>
                </a:cubicBezTo>
                <a:cubicBezTo>
                  <a:pt x="1" y="130"/>
                  <a:pt x="0" y="129"/>
                  <a:pt x="0" y="127"/>
                </a:cubicBezTo>
                <a:cubicBezTo>
                  <a:pt x="0" y="115"/>
                  <a:pt x="0" y="115"/>
                  <a:pt x="0" y="115"/>
                </a:cubicBezTo>
                <a:cubicBezTo>
                  <a:pt x="0" y="114"/>
                  <a:pt x="1" y="112"/>
                  <a:pt x="2" y="111"/>
                </a:cubicBezTo>
                <a:cubicBezTo>
                  <a:pt x="3" y="110"/>
                  <a:pt x="5" y="109"/>
                  <a:pt x="6" y="109"/>
                </a:cubicBezTo>
                <a:cubicBezTo>
                  <a:pt x="163" y="109"/>
                  <a:pt x="163" y="109"/>
                  <a:pt x="163" y="109"/>
                </a:cubicBezTo>
                <a:cubicBezTo>
                  <a:pt x="165" y="109"/>
                  <a:pt x="167" y="110"/>
                  <a:pt x="168" y="111"/>
                </a:cubicBezTo>
                <a:cubicBezTo>
                  <a:pt x="169" y="112"/>
                  <a:pt x="170" y="114"/>
                  <a:pt x="170" y="115"/>
                </a:cubicBezTo>
                <a:close/>
                <a:moveTo>
                  <a:pt x="170" y="43"/>
                </a:moveTo>
                <a:cubicBezTo>
                  <a:pt x="170" y="55"/>
                  <a:pt x="170" y="55"/>
                  <a:pt x="170" y="55"/>
                </a:cubicBezTo>
                <a:cubicBezTo>
                  <a:pt x="170" y="56"/>
                  <a:pt x="169" y="58"/>
                  <a:pt x="168" y="59"/>
                </a:cubicBezTo>
                <a:cubicBezTo>
                  <a:pt x="167" y="60"/>
                  <a:pt x="165" y="61"/>
                  <a:pt x="163" y="61"/>
                </a:cubicBezTo>
                <a:cubicBezTo>
                  <a:pt x="18" y="61"/>
                  <a:pt x="18" y="61"/>
                  <a:pt x="18" y="61"/>
                </a:cubicBezTo>
                <a:cubicBezTo>
                  <a:pt x="17" y="61"/>
                  <a:pt x="15" y="60"/>
                  <a:pt x="14" y="59"/>
                </a:cubicBezTo>
                <a:cubicBezTo>
                  <a:pt x="13" y="58"/>
                  <a:pt x="12" y="56"/>
                  <a:pt x="12" y="55"/>
                </a:cubicBezTo>
                <a:cubicBezTo>
                  <a:pt x="12" y="43"/>
                  <a:pt x="12" y="43"/>
                  <a:pt x="12" y="43"/>
                </a:cubicBezTo>
                <a:cubicBezTo>
                  <a:pt x="12" y="41"/>
                  <a:pt x="13" y="40"/>
                  <a:pt x="14" y="38"/>
                </a:cubicBezTo>
                <a:cubicBezTo>
                  <a:pt x="15" y="37"/>
                  <a:pt x="17" y="37"/>
                  <a:pt x="18" y="37"/>
                </a:cubicBezTo>
                <a:cubicBezTo>
                  <a:pt x="163" y="37"/>
                  <a:pt x="163" y="37"/>
                  <a:pt x="163" y="37"/>
                </a:cubicBezTo>
                <a:cubicBezTo>
                  <a:pt x="165" y="37"/>
                  <a:pt x="167" y="37"/>
                  <a:pt x="168" y="38"/>
                </a:cubicBezTo>
                <a:cubicBezTo>
                  <a:pt x="169" y="40"/>
                  <a:pt x="170" y="41"/>
                  <a:pt x="170" y="43"/>
                </a:cubicBezTo>
                <a:close/>
                <a:moveTo>
                  <a:pt x="170" y="79"/>
                </a:moveTo>
                <a:cubicBezTo>
                  <a:pt x="170" y="91"/>
                  <a:pt x="170" y="91"/>
                  <a:pt x="170" y="91"/>
                </a:cubicBezTo>
                <a:cubicBezTo>
                  <a:pt x="170" y="93"/>
                  <a:pt x="169" y="94"/>
                  <a:pt x="168" y="95"/>
                </a:cubicBezTo>
                <a:cubicBezTo>
                  <a:pt x="167" y="97"/>
                  <a:pt x="165" y="97"/>
                  <a:pt x="163" y="97"/>
                </a:cubicBezTo>
                <a:cubicBezTo>
                  <a:pt x="42" y="97"/>
                  <a:pt x="42" y="97"/>
                  <a:pt x="42" y="97"/>
                </a:cubicBezTo>
                <a:cubicBezTo>
                  <a:pt x="41" y="97"/>
                  <a:pt x="39" y="97"/>
                  <a:pt x="38" y="95"/>
                </a:cubicBezTo>
                <a:cubicBezTo>
                  <a:pt x="37" y="94"/>
                  <a:pt x="36" y="93"/>
                  <a:pt x="36" y="91"/>
                </a:cubicBezTo>
                <a:cubicBezTo>
                  <a:pt x="36" y="79"/>
                  <a:pt x="36" y="79"/>
                  <a:pt x="36" y="79"/>
                </a:cubicBezTo>
                <a:cubicBezTo>
                  <a:pt x="36" y="77"/>
                  <a:pt x="37" y="76"/>
                  <a:pt x="38" y="75"/>
                </a:cubicBezTo>
                <a:cubicBezTo>
                  <a:pt x="39" y="74"/>
                  <a:pt x="41" y="73"/>
                  <a:pt x="42" y="73"/>
                </a:cubicBezTo>
                <a:cubicBezTo>
                  <a:pt x="163" y="73"/>
                  <a:pt x="163" y="73"/>
                  <a:pt x="163" y="73"/>
                </a:cubicBezTo>
                <a:cubicBezTo>
                  <a:pt x="165" y="73"/>
                  <a:pt x="167" y="74"/>
                  <a:pt x="168" y="75"/>
                </a:cubicBezTo>
                <a:cubicBezTo>
                  <a:pt x="169" y="76"/>
                  <a:pt x="170" y="77"/>
                  <a:pt x="170" y="79"/>
                </a:cubicBezTo>
                <a:close/>
                <a:moveTo>
                  <a:pt x="170" y="6"/>
                </a:moveTo>
                <a:cubicBezTo>
                  <a:pt x="170" y="19"/>
                  <a:pt x="170" y="19"/>
                  <a:pt x="170" y="19"/>
                </a:cubicBezTo>
                <a:cubicBezTo>
                  <a:pt x="170" y="20"/>
                  <a:pt x="169" y="22"/>
                  <a:pt x="168" y="23"/>
                </a:cubicBezTo>
                <a:cubicBezTo>
                  <a:pt x="167" y="24"/>
                  <a:pt x="165" y="25"/>
                  <a:pt x="163" y="25"/>
                </a:cubicBezTo>
                <a:cubicBezTo>
                  <a:pt x="55" y="25"/>
                  <a:pt x="55" y="25"/>
                  <a:pt x="55" y="25"/>
                </a:cubicBezTo>
                <a:cubicBezTo>
                  <a:pt x="53" y="25"/>
                  <a:pt x="51" y="24"/>
                  <a:pt x="50" y="23"/>
                </a:cubicBezTo>
                <a:cubicBezTo>
                  <a:pt x="49" y="22"/>
                  <a:pt x="49" y="20"/>
                  <a:pt x="49" y="19"/>
                </a:cubicBezTo>
                <a:cubicBezTo>
                  <a:pt x="49" y="6"/>
                  <a:pt x="49" y="6"/>
                  <a:pt x="49" y="6"/>
                </a:cubicBezTo>
                <a:cubicBezTo>
                  <a:pt x="49" y="5"/>
                  <a:pt x="49" y="3"/>
                  <a:pt x="50" y="2"/>
                </a:cubicBezTo>
                <a:cubicBezTo>
                  <a:pt x="51" y="1"/>
                  <a:pt x="53" y="0"/>
                  <a:pt x="55" y="0"/>
                </a:cubicBezTo>
                <a:cubicBezTo>
                  <a:pt x="163" y="0"/>
                  <a:pt x="163" y="0"/>
                  <a:pt x="163" y="0"/>
                </a:cubicBezTo>
                <a:cubicBezTo>
                  <a:pt x="165" y="0"/>
                  <a:pt x="167" y="1"/>
                  <a:pt x="168" y="2"/>
                </a:cubicBezTo>
                <a:cubicBezTo>
                  <a:pt x="169" y="3"/>
                  <a:pt x="170" y="5"/>
                  <a:pt x="170" y="6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57" name="Freeform 59"/>
          <p:cNvSpPr>
            <a:spLocks noEditPoints="1"/>
          </p:cNvSpPr>
          <p:nvPr/>
        </p:nvSpPr>
        <p:spPr bwMode="auto">
          <a:xfrm>
            <a:off x="5308281" y="1824385"/>
            <a:ext cx="242043" cy="190176"/>
          </a:xfrm>
          <a:custGeom>
            <a:avLst/>
            <a:gdLst>
              <a:gd name="T0" fmla="*/ 169 w 169"/>
              <a:gd name="T1" fmla="*/ 6 h 133"/>
              <a:gd name="T2" fmla="*/ 169 w 169"/>
              <a:gd name="T3" fmla="*/ 19 h 133"/>
              <a:gd name="T4" fmla="*/ 167 w 169"/>
              <a:gd name="T5" fmla="*/ 23 h 133"/>
              <a:gd name="T6" fmla="*/ 163 w 169"/>
              <a:gd name="T7" fmla="*/ 25 h 133"/>
              <a:gd name="T8" fmla="*/ 6 w 169"/>
              <a:gd name="T9" fmla="*/ 25 h 133"/>
              <a:gd name="T10" fmla="*/ 2 w 169"/>
              <a:gd name="T11" fmla="*/ 23 h 133"/>
              <a:gd name="T12" fmla="*/ 0 w 169"/>
              <a:gd name="T13" fmla="*/ 19 h 133"/>
              <a:gd name="T14" fmla="*/ 0 w 169"/>
              <a:gd name="T15" fmla="*/ 6 h 133"/>
              <a:gd name="T16" fmla="*/ 2 w 169"/>
              <a:gd name="T17" fmla="*/ 2 h 133"/>
              <a:gd name="T18" fmla="*/ 6 w 169"/>
              <a:gd name="T19" fmla="*/ 0 h 133"/>
              <a:gd name="T20" fmla="*/ 163 w 169"/>
              <a:gd name="T21" fmla="*/ 0 h 133"/>
              <a:gd name="T22" fmla="*/ 167 w 169"/>
              <a:gd name="T23" fmla="*/ 2 h 133"/>
              <a:gd name="T24" fmla="*/ 169 w 169"/>
              <a:gd name="T25" fmla="*/ 6 h 133"/>
              <a:gd name="T26" fmla="*/ 169 w 169"/>
              <a:gd name="T27" fmla="*/ 43 h 133"/>
              <a:gd name="T28" fmla="*/ 169 w 169"/>
              <a:gd name="T29" fmla="*/ 55 h 133"/>
              <a:gd name="T30" fmla="*/ 167 w 169"/>
              <a:gd name="T31" fmla="*/ 59 h 133"/>
              <a:gd name="T32" fmla="*/ 163 w 169"/>
              <a:gd name="T33" fmla="*/ 61 h 133"/>
              <a:gd name="T34" fmla="*/ 6 w 169"/>
              <a:gd name="T35" fmla="*/ 61 h 133"/>
              <a:gd name="T36" fmla="*/ 2 w 169"/>
              <a:gd name="T37" fmla="*/ 59 h 133"/>
              <a:gd name="T38" fmla="*/ 0 w 169"/>
              <a:gd name="T39" fmla="*/ 55 h 133"/>
              <a:gd name="T40" fmla="*/ 0 w 169"/>
              <a:gd name="T41" fmla="*/ 43 h 133"/>
              <a:gd name="T42" fmla="*/ 2 w 169"/>
              <a:gd name="T43" fmla="*/ 38 h 133"/>
              <a:gd name="T44" fmla="*/ 6 w 169"/>
              <a:gd name="T45" fmla="*/ 37 h 133"/>
              <a:gd name="T46" fmla="*/ 163 w 169"/>
              <a:gd name="T47" fmla="*/ 37 h 133"/>
              <a:gd name="T48" fmla="*/ 167 w 169"/>
              <a:gd name="T49" fmla="*/ 38 h 133"/>
              <a:gd name="T50" fmla="*/ 169 w 169"/>
              <a:gd name="T51" fmla="*/ 43 h 133"/>
              <a:gd name="T52" fmla="*/ 169 w 169"/>
              <a:gd name="T53" fmla="*/ 79 h 133"/>
              <a:gd name="T54" fmla="*/ 169 w 169"/>
              <a:gd name="T55" fmla="*/ 91 h 133"/>
              <a:gd name="T56" fmla="*/ 167 w 169"/>
              <a:gd name="T57" fmla="*/ 95 h 133"/>
              <a:gd name="T58" fmla="*/ 163 w 169"/>
              <a:gd name="T59" fmla="*/ 97 h 133"/>
              <a:gd name="T60" fmla="*/ 6 w 169"/>
              <a:gd name="T61" fmla="*/ 97 h 133"/>
              <a:gd name="T62" fmla="*/ 2 w 169"/>
              <a:gd name="T63" fmla="*/ 95 h 133"/>
              <a:gd name="T64" fmla="*/ 0 w 169"/>
              <a:gd name="T65" fmla="*/ 91 h 133"/>
              <a:gd name="T66" fmla="*/ 0 w 169"/>
              <a:gd name="T67" fmla="*/ 79 h 133"/>
              <a:gd name="T68" fmla="*/ 2 w 169"/>
              <a:gd name="T69" fmla="*/ 75 h 133"/>
              <a:gd name="T70" fmla="*/ 6 w 169"/>
              <a:gd name="T71" fmla="*/ 73 h 133"/>
              <a:gd name="T72" fmla="*/ 163 w 169"/>
              <a:gd name="T73" fmla="*/ 73 h 133"/>
              <a:gd name="T74" fmla="*/ 167 w 169"/>
              <a:gd name="T75" fmla="*/ 75 h 133"/>
              <a:gd name="T76" fmla="*/ 169 w 169"/>
              <a:gd name="T77" fmla="*/ 79 h 133"/>
              <a:gd name="T78" fmla="*/ 169 w 169"/>
              <a:gd name="T79" fmla="*/ 115 h 133"/>
              <a:gd name="T80" fmla="*/ 169 w 169"/>
              <a:gd name="T81" fmla="*/ 127 h 133"/>
              <a:gd name="T82" fmla="*/ 167 w 169"/>
              <a:gd name="T83" fmla="*/ 132 h 133"/>
              <a:gd name="T84" fmla="*/ 163 w 169"/>
              <a:gd name="T85" fmla="*/ 133 h 133"/>
              <a:gd name="T86" fmla="*/ 6 w 169"/>
              <a:gd name="T87" fmla="*/ 133 h 133"/>
              <a:gd name="T88" fmla="*/ 2 w 169"/>
              <a:gd name="T89" fmla="*/ 132 h 133"/>
              <a:gd name="T90" fmla="*/ 0 w 169"/>
              <a:gd name="T91" fmla="*/ 127 h 133"/>
              <a:gd name="T92" fmla="*/ 0 w 169"/>
              <a:gd name="T93" fmla="*/ 115 h 133"/>
              <a:gd name="T94" fmla="*/ 2 w 169"/>
              <a:gd name="T95" fmla="*/ 111 h 133"/>
              <a:gd name="T96" fmla="*/ 6 w 169"/>
              <a:gd name="T97" fmla="*/ 109 h 133"/>
              <a:gd name="T98" fmla="*/ 163 w 169"/>
              <a:gd name="T99" fmla="*/ 109 h 133"/>
              <a:gd name="T100" fmla="*/ 167 w 169"/>
              <a:gd name="T101" fmla="*/ 111 h 133"/>
              <a:gd name="T102" fmla="*/ 169 w 169"/>
              <a:gd name="T103" fmla="*/ 115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69" h="133">
                <a:moveTo>
                  <a:pt x="169" y="6"/>
                </a:moveTo>
                <a:cubicBezTo>
                  <a:pt x="169" y="19"/>
                  <a:pt x="169" y="19"/>
                  <a:pt x="169" y="19"/>
                </a:cubicBezTo>
                <a:cubicBezTo>
                  <a:pt x="169" y="20"/>
                  <a:pt x="169" y="22"/>
                  <a:pt x="167" y="23"/>
                </a:cubicBezTo>
                <a:cubicBezTo>
                  <a:pt x="166" y="24"/>
                  <a:pt x="165" y="25"/>
                  <a:pt x="163" y="25"/>
                </a:cubicBezTo>
                <a:cubicBezTo>
                  <a:pt x="6" y="25"/>
                  <a:pt x="6" y="25"/>
                  <a:pt x="6" y="25"/>
                </a:cubicBezTo>
                <a:cubicBezTo>
                  <a:pt x="4" y="25"/>
                  <a:pt x="3" y="24"/>
                  <a:pt x="2" y="23"/>
                </a:cubicBezTo>
                <a:cubicBezTo>
                  <a:pt x="0" y="22"/>
                  <a:pt x="0" y="20"/>
                  <a:pt x="0" y="19"/>
                </a:cubicBezTo>
                <a:cubicBezTo>
                  <a:pt x="0" y="6"/>
                  <a:pt x="0" y="6"/>
                  <a:pt x="0" y="6"/>
                </a:cubicBezTo>
                <a:cubicBezTo>
                  <a:pt x="0" y="5"/>
                  <a:pt x="0" y="3"/>
                  <a:pt x="2" y="2"/>
                </a:cubicBezTo>
                <a:cubicBezTo>
                  <a:pt x="3" y="1"/>
                  <a:pt x="4" y="0"/>
                  <a:pt x="6" y="0"/>
                </a:cubicBezTo>
                <a:cubicBezTo>
                  <a:pt x="163" y="0"/>
                  <a:pt x="163" y="0"/>
                  <a:pt x="163" y="0"/>
                </a:cubicBezTo>
                <a:cubicBezTo>
                  <a:pt x="165" y="0"/>
                  <a:pt x="166" y="1"/>
                  <a:pt x="167" y="2"/>
                </a:cubicBezTo>
                <a:cubicBezTo>
                  <a:pt x="169" y="3"/>
                  <a:pt x="169" y="5"/>
                  <a:pt x="169" y="6"/>
                </a:cubicBezTo>
                <a:close/>
                <a:moveTo>
                  <a:pt x="169" y="43"/>
                </a:moveTo>
                <a:cubicBezTo>
                  <a:pt x="169" y="55"/>
                  <a:pt x="169" y="55"/>
                  <a:pt x="169" y="55"/>
                </a:cubicBezTo>
                <a:cubicBezTo>
                  <a:pt x="169" y="56"/>
                  <a:pt x="169" y="58"/>
                  <a:pt x="167" y="59"/>
                </a:cubicBezTo>
                <a:cubicBezTo>
                  <a:pt x="166" y="60"/>
                  <a:pt x="165" y="61"/>
                  <a:pt x="163" y="61"/>
                </a:cubicBezTo>
                <a:cubicBezTo>
                  <a:pt x="6" y="61"/>
                  <a:pt x="6" y="61"/>
                  <a:pt x="6" y="61"/>
                </a:cubicBezTo>
                <a:cubicBezTo>
                  <a:pt x="4" y="61"/>
                  <a:pt x="3" y="60"/>
                  <a:pt x="2" y="59"/>
                </a:cubicBezTo>
                <a:cubicBezTo>
                  <a:pt x="0" y="58"/>
                  <a:pt x="0" y="56"/>
                  <a:pt x="0" y="55"/>
                </a:cubicBezTo>
                <a:cubicBezTo>
                  <a:pt x="0" y="43"/>
                  <a:pt x="0" y="43"/>
                  <a:pt x="0" y="43"/>
                </a:cubicBezTo>
                <a:cubicBezTo>
                  <a:pt x="0" y="41"/>
                  <a:pt x="0" y="40"/>
                  <a:pt x="2" y="38"/>
                </a:cubicBezTo>
                <a:cubicBezTo>
                  <a:pt x="3" y="37"/>
                  <a:pt x="4" y="37"/>
                  <a:pt x="6" y="37"/>
                </a:cubicBezTo>
                <a:cubicBezTo>
                  <a:pt x="163" y="37"/>
                  <a:pt x="163" y="37"/>
                  <a:pt x="163" y="37"/>
                </a:cubicBezTo>
                <a:cubicBezTo>
                  <a:pt x="165" y="37"/>
                  <a:pt x="166" y="37"/>
                  <a:pt x="167" y="38"/>
                </a:cubicBezTo>
                <a:cubicBezTo>
                  <a:pt x="169" y="40"/>
                  <a:pt x="169" y="41"/>
                  <a:pt x="169" y="43"/>
                </a:cubicBezTo>
                <a:close/>
                <a:moveTo>
                  <a:pt x="169" y="79"/>
                </a:moveTo>
                <a:cubicBezTo>
                  <a:pt x="169" y="91"/>
                  <a:pt x="169" y="91"/>
                  <a:pt x="169" y="91"/>
                </a:cubicBezTo>
                <a:cubicBezTo>
                  <a:pt x="169" y="93"/>
                  <a:pt x="169" y="94"/>
                  <a:pt x="167" y="95"/>
                </a:cubicBezTo>
                <a:cubicBezTo>
                  <a:pt x="166" y="97"/>
                  <a:pt x="165" y="97"/>
                  <a:pt x="163" y="97"/>
                </a:cubicBezTo>
                <a:cubicBezTo>
                  <a:pt x="6" y="97"/>
                  <a:pt x="6" y="97"/>
                  <a:pt x="6" y="97"/>
                </a:cubicBezTo>
                <a:cubicBezTo>
                  <a:pt x="4" y="97"/>
                  <a:pt x="3" y="97"/>
                  <a:pt x="2" y="95"/>
                </a:cubicBezTo>
                <a:cubicBezTo>
                  <a:pt x="0" y="94"/>
                  <a:pt x="0" y="93"/>
                  <a:pt x="0" y="91"/>
                </a:cubicBezTo>
                <a:cubicBezTo>
                  <a:pt x="0" y="79"/>
                  <a:pt x="0" y="79"/>
                  <a:pt x="0" y="79"/>
                </a:cubicBezTo>
                <a:cubicBezTo>
                  <a:pt x="0" y="77"/>
                  <a:pt x="0" y="76"/>
                  <a:pt x="2" y="75"/>
                </a:cubicBezTo>
                <a:cubicBezTo>
                  <a:pt x="3" y="74"/>
                  <a:pt x="4" y="73"/>
                  <a:pt x="6" y="73"/>
                </a:cubicBezTo>
                <a:cubicBezTo>
                  <a:pt x="163" y="73"/>
                  <a:pt x="163" y="73"/>
                  <a:pt x="163" y="73"/>
                </a:cubicBezTo>
                <a:cubicBezTo>
                  <a:pt x="165" y="73"/>
                  <a:pt x="166" y="74"/>
                  <a:pt x="167" y="75"/>
                </a:cubicBezTo>
                <a:cubicBezTo>
                  <a:pt x="169" y="76"/>
                  <a:pt x="169" y="77"/>
                  <a:pt x="169" y="79"/>
                </a:cubicBezTo>
                <a:close/>
                <a:moveTo>
                  <a:pt x="169" y="115"/>
                </a:moveTo>
                <a:cubicBezTo>
                  <a:pt x="169" y="127"/>
                  <a:pt x="169" y="127"/>
                  <a:pt x="169" y="127"/>
                </a:cubicBezTo>
                <a:cubicBezTo>
                  <a:pt x="169" y="129"/>
                  <a:pt x="169" y="130"/>
                  <a:pt x="167" y="132"/>
                </a:cubicBezTo>
                <a:cubicBezTo>
                  <a:pt x="166" y="133"/>
                  <a:pt x="165" y="133"/>
                  <a:pt x="163" y="133"/>
                </a:cubicBezTo>
                <a:cubicBezTo>
                  <a:pt x="6" y="133"/>
                  <a:pt x="6" y="133"/>
                  <a:pt x="6" y="133"/>
                </a:cubicBezTo>
                <a:cubicBezTo>
                  <a:pt x="4" y="133"/>
                  <a:pt x="3" y="133"/>
                  <a:pt x="2" y="132"/>
                </a:cubicBezTo>
                <a:cubicBezTo>
                  <a:pt x="0" y="130"/>
                  <a:pt x="0" y="129"/>
                  <a:pt x="0" y="127"/>
                </a:cubicBezTo>
                <a:cubicBezTo>
                  <a:pt x="0" y="115"/>
                  <a:pt x="0" y="115"/>
                  <a:pt x="0" y="115"/>
                </a:cubicBezTo>
                <a:cubicBezTo>
                  <a:pt x="0" y="114"/>
                  <a:pt x="0" y="112"/>
                  <a:pt x="2" y="111"/>
                </a:cubicBezTo>
                <a:cubicBezTo>
                  <a:pt x="3" y="110"/>
                  <a:pt x="4" y="109"/>
                  <a:pt x="6" y="109"/>
                </a:cubicBezTo>
                <a:cubicBezTo>
                  <a:pt x="163" y="109"/>
                  <a:pt x="163" y="109"/>
                  <a:pt x="163" y="109"/>
                </a:cubicBezTo>
                <a:cubicBezTo>
                  <a:pt x="165" y="109"/>
                  <a:pt x="166" y="110"/>
                  <a:pt x="167" y="111"/>
                </a:cubicBezTo>
                <a:cubicBezTo>
                  <a:pt x="169" y="112"/>
                  <a:pt x="169" y="114"/>
                  <a:pt x="169" y="115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58" name="Freeform 60"/>
          <p:cNvSpPr>
            <a:spLocks noEditPoints="1"/>
          </p:cNvSpPr>
          <p:nvPr/>
        </p:nvSpPr>
        <p:spPr bwMode="auto">
          <a:xfrm>
            <a:off x="5612996" y="1824385"/>
            <a:ext cx="242043" cy="190176"/>
          </a:xfrm>
          <a:custGeom>
            <a:avLst/>
            <a:gdLst>
              <a:gd name="T0" fmla="*/ 24 w 169"/>
              <a:gd name="T1" fmla="*/ 22 h 133"/>
              <a:gd name="T2" fmla="*/ 21 w 169"/>
              <a:gd name="T3" fmla="*/ 25 h 133"/>
              <a:gd name="T4" fmla="*/ 1 w 169"/>
              <a:gd name="T5" fmla="*/ 24 h 133"/>
              <a:gd name="T6" fmla="*/ 0 w 169"/>
              <a:gd name="T7" fmla="*/ 3 h 133"/>
              <a:gd name="T8" fmla="*/ 3 w 169"/>
              <a:gd name="T9" fmla="*/ 0 h 133"/>
              <a:gd name="T10" fmla="*/ 23 w 169"/>
              <a:gd name="T11" fmla="*/ 1 h 133"/>
              <a:gd name="T12" fmla="*/ 24 w 169"/>
              <a:gd name="T13" fmla="*/ 40 h 133"/>
              <a:gd name="T14" fmla="*/ 23 w 169"/>
              <a:gd name="T15" fmla="*/ 60 h 133"/>
              <a:gd name="T16" fmla="*/ 3 w 169"/>
              <a:gd name="T17" fmla="*/ 61 h 133"/>
              <a:gd name="T18" fmla="*/ 0 w 169"/>
              <a:gd name="T19" fmla="*/ 58 h 133"/>
              <a:gd name="T20" fmla="*/ 1 w 169"/>
              <a:gd name="T21" fmla="*/ 38 h 133"/>
              <a:gd name="T22" fmla="*/ 21 w 169"/>
              <a:gd name="T23" fmla="*/ 37 h 133"/>
              <a:gd name="T24" fmla="*/ 24 w 169"/>
              <a:gd name="T25" fmla="*/ 40 h 133"/>
              <a:gd name="T26" fmla="*/ 24 w 169"/>
              <a:gd name="T27" fmla="*/ 94 h 133"/>
              <a:gd name="T28" fmla="*/ 21 w 169"/>
              <a:gd name="T29" fmla="*/ 97 h 133"/>
              <a:gd name="T30" fmla="*/ 1 w 169"/>
              <a:gd name="T31" fmla="*/ 96 h 133"/>
              <a:gd name="T32" fmla="*/ 0 w 169"/>
              <a:gd name="T33" fmla="*/ 76 h 133"/>
              <a:gd name="T34" fmla="*/ 3 w 169"/>
              <a:gd name="T35" fmla="*/ 73 h 133"/>
              <a:gd name="T36" fmla="*/ 23 w 169"/>
              <a:gd name="T37" fmla="*/ 74 h 133"/>
              <a:gd name="T38" fmla="*/ 24 w 169"/>
              <a:gd name="T39" fmla="*/ 112 h 133"/>
              <a:gd name="T40" fmla="*/ 23 w 169"/>
              <a:gd name="T41" fmla="*/ 133 h 133"/>
              <a:gd name="T42" fmla="*/ 3 w 169"/>
              <a:gd name="T43" fmla="*/ 133 h 133"/>
              <a:gd name="T44" fmla="*/ 0 w 169"/>
              <a:gd name="T45" fmla="*/ 130 h 133"/>
              <a:gd name="T46" fmla="*/ 1 w 169"/>
              <a:gd name="T47" fmla="*/ 110 h 133"/>
              <a:gd name="T48" fmla="*/ 21 w 169"/>
              <a:gd name="T49" fmla="*/ 109 h 133"/>
              <a:gd name="T50" fmla="*/ 24 w 169"/>
              <a:gd name="T51" fmla="*/ 112 h 133"/>
              <a:gd name="T52" fmla="*/ 169 w 169"/>
              <a:gd name="T53" fmla="*/ 22 h 133"/>
              <a:gd name="T54" fmla="*/ 166 w 169"/>
              <a:gd name="T55" fmla="*/ 25 h 133"/>
              <a:gd name="T56" fmla="*/ 37 w 169"/>
              <a:gd name="T57" fmla="*/ 24 h 133"/>
              <a:gd name="T58" fmla="*/ 36 w 169"/>
              <a:gd name="T59" fmla="*/ 3 h 133"/>
              <a:gd name="T60" fmla="*/ 39 w 169"/>
              <a:gd name="T61" fmla="*/ 0 h 133"/>
              <a:gd name="T62" fmla="*/ 168 w 169"/>
              <a:gd name="T63" fmla="*/ 1 h 133"/>
              <a:gd name="T64" fmla="*/ 169 w 169"/>
              <a:gd name="T65" fmla="*/ 40 h 133"/>
              <a:gd name="T66" fmla="*/ 168 w 169"/>
              <a:gd name="T67" fmla="*/ 60 h 133"/>
              <a:gd name="T68" fmla="*/ 39 w 169"/>
              <a:gd name="T69" fmla="*/ 61 h 133"/>
              <a:gd name="T70" fmla="*/ 36 w 169"/>
              <a:gd name="T71" fmla="*/ 58 h 133"/>
              <a:gd name="T72" fmla="*/ 37 w 169"/>
              <a:gd name="T73" fmla="*/ 38 h 133"/>
              <a:gd name="T74" fmla="*/ 166 w 169"/>
              <a:gd name="T75" fmla="*/ 37 h 133"/>
              <a:gd name="T76" fmla="*/ 169 w 169"/>
              <a:gd name="T77" fmla="*/ 40 h 133"/>
              <a:gd name="T78" fmla="*/ 169 w 169"/>
              <a:gd name="T79" fmla="*/ 94 h 133"/>
              <a:gd name="T80" fmla="*/ 166 w 169"/>
              <a:gd name="T81" fmla="*/ 97 h 133"/>
              <a:gd name="T82" fmla="*/ 37 w 169"/>
              <a:gd name="T83" fmla="*/ 96 h 133"/>
              <a:gd name="T84" fmla="*/ 36 w 169"/>
              <a:gd name="T85" fmla="*/ 76 h 133"/>
              <a:gd name="T86" fmla="*/ 39 w 169"/>
              <a:gd name="T87" fmla="*/ 73 h 133"/>
              <a:gd name="T88" fmla="*/ 168 w 169"/>
              <a:gd name="T89" fmla="*/ 74 h 133"/>
              <a:gd name="T90" fmla="*/ 169 w 169"/>
              <a:gd name="T91" fmla="*/ 112 h 133"/>
              <a:gd name="T92" fmla="*/ 168 w 169"/>
              <a:gd name="T93" fmla="*/ 133 h 133"/>
              <a:gd name="T94" fmla="*/ 39 w 169"/>
              <a:gd name="T95" fmla="*/ 133 h 133"/>
              <a:gd name="T96" fmla="*/ 36 w 169"/>
              <a:gd name="T97" fmla="*/ 130 h 133"/>
              <a:gd name="T98" fmla="*/ 37 w 169"/>
              <a:gd name="T99" fmla="*/ 110 h 133"/>
              <a:gd name="T100" fmla="*/ 166 w 169"/>
              <a:gd name="T101" fmla="*/ 109 h 133"/>
              <a:gd name="T102" fmla="*/ 169 w 169"/>
              <a:gd name="T103" fmla="*/ 112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69" h="133">
                <a:moveTo>
                  <a:pt x="24" y="3"/>
                </a:moveTo>
                <a:cubicBezTo>
                  <a:pt x="24" y="22"/>
                  <a:pt x="24" y="22"/>
                  <a:pt x="24" y="22"/>
                </a:cubicBezTo>
                <a:cubicBezTo>
                  <a:pt x="24" y="22"/>
                  <a:pt x="24" y="23"/>
                  <a:pt x="23" y="24"/>
                </a:cubicBezTo>
                <a:cubicBezTo>
                  <a:pt x="22" y="24"/>
                  <a:pt x="22" y="25"/>
                  <a:pt x="21" y="25"/>
                </a:cubicBezTo>
                <a:cubicBezTo>
                  <a:pt x="3" y="25"/>
                  <a:pt x="3" y="25"/>
                  <a:pt x="3" y="25"/>
                </a:cubicBezTo>
                <a:cubicBezTo>
                  <a:pt x="2" y="25"/>
                  <a:pt x="1" y="24"/>
                  <a:pt x="1" y="24"/>
                </a:cubicBezTo>
                <a:cubicBezTo>
                  <a:pt x="0" y="23"/>
                  <a:pt x="0" y="22"/>
                  <a:pt x="0" y="22"/>
                </a:cubicBezTo>
                <a:cubicBezTo>
                  <a:pt x="0" y="3"/>
                  <a:pt x="0" y="3"/>
                  <a:pt x="0" y="3"/>
                </a:cubicBezTo>
                <a:cubicBezTo>
                  <a:pt x="0" y="3"/>
                  <a:pt x="0" y="2"/>
                  <a:pt x="1" y="1"/>
                </a:cubicBezTo>
                <a:cubicBezTo>
                  <a:pt x="1" y="1"/>
                  <a:pt x="2" y="0"/>
                  <a:pt x="3" y="0"/>
                </a:cubicBezTo>
                <a:cubicBezTo>
                  <a:pt x="21" y="0"/>
                  <a:pt x="21" y="0"/>
                  <a:pt x="21" y="0"/>
                </a:cubicBezTo>
                <a:cubicBezTo>
                  <a:pt x="22" y="0"/>
                  <a:pt x="22" y="1"/>
                  <a:pt x="23" y="1"/>
                </a:cubicBezTo>
                <a:cubicBezTo>
                  <a:pt x="24" y="2"/>
                  <a:pt x="24" y="3"/>
                  <a:pt x="24" y="3"/>
                </a:cubicBezTo>
                <a:close/>
                <a:moveTo>
                  <a:pt x="24" y="40"/>
                </a:moveTo>
                <a:cubicBezTo>
                  <a:pt x="24" y="58"/>
                  <a:pt x="24" y="58"/>
                  <a:pt x="24" y="58"/>
                </a:cubicBezTo>
                <a:cubicBezTo>
                  <a:pt x="24" y="59"/>
                  <a:pt x="24" y="59"/>
                  <a:pt x="23" y="60"/>
                </a:cubicBezTo>
                <a:cubicBezTo>
                  <a:pt x="22" y="61"/>
                  <a:pt x="22" y="61"/>
                  <a:pt x="21" y="61"/>
                </a:cubicBezTo>
                <a:cubicBezTo>
                  <a:pt x="3" y="61"/>
                  <a:pt x="3" y="61"/>
                  <a:pt x="3" y="61"/>
                </a:cubicBezTo>
                <a:cubicBezTo>
                  <a:pt x="2" y="61"/>
                  <a:pt x="1" y="61"/>
                  <a:pt x="1" y="60"/>
                </a:cubicBezTo>
                <a:cubicBezTo>
                  <a:pt x="0" y="59"/>
                  <a:pt x="0" y="59"/>
                  <a:pt x="0" y="58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39"/>
                  <a:pt x="0" y="38"/>
                  <a:pt x="1" y="38"/>
                </a:cubicBezTo>
                <a:cubicBezTo>
                  <a:pt x="1" y="37"/>
                  <a:pt x="2" y="37"/>
                  <a:pt x="3" y="37"/>
                </a:cubicBezTo>
                <a:cubicBezTo>
                  <a:pt x="21" y="37"/>
                  <a:pt x="21" y="37"/>
                  <a:pt x="21" y="37"/>
                </a:cubicBezTo>
                <a:cubicBezTo>
                  <a:pt x="22" y="37"/>
                  <a:pt x="22" y="37"/>
                  <a:pt x="23" y="38"/>
                </a:cubicBezTo>
                <a:cubicBezTo>
                  <a:pt x="24" y="38"/>
                  <a:pt x="24" y="39"/>
                  <a:pt x="24" y="40"/>
                </a:cubicBezTo>
                <a:close/>
                <a:moveTo>
                  <a:pt x="24" y="76"/>
                </a:moveTo>
                <a:cubicBezTo>
                  <a:pt x="24" y="94"/>
                  <a:pt x="24" y="94"/>
                  <a:pt x="24" y="94"/>
                </a:cubicBezTo>
                <a:cubicBezTo>
                  <a:pt x="24" y="95"/>
                  <a:pt x="24" y="96"/>
                  <a:pt x="23" y="96"/>
                </a:cubicBezTo>
                <a:cubicBezTo>
                  <a:pt x="22" y="97"/>
                  <a:pt x="22" y="97"/>
                  <a:pt x="21" y="97"/>
                </a:cubicBezTo>
                <a:cubicBezTo>
                  <a:pt x="3" y="97"/>
                  <a:pt x="3" y="97"/>
                  <a:pt x="3" y="97"/>
                </a:cubicBezTo>
                <a:cubicBezTo>
                  <a:pt x="2" y="97"/>
                  <a:pt x="1" y="97"/>
                  <a:pt x="1" y="96"/>
                </a:cubicBezTo>
                <a:cubicBezTo>
                  <a:pt x="0" y="96"/>
                  <a:pt x="0" y="95"/>
                  <a:pt x="0" y="94"/>
                </a:cubicBezTo>
                <a:cubicBezTo>
                  <a:pt x="0" y="76"/>
                  <a:pt x="0" y="76"/>
                  <a:pt x="0" y="76"/>
                </a:cubicBezTo>
                <a:cubicBezTo>
                  <a:pt x="0" y="75"/>
                  <a:pt x="0" y="74"/>
                  <a:pt x="1" y="74"/>
                </a:cubicBezTo>
                <a:cubicBezTo>
                  <a:pt x="1" y="73"/>
                  <a:pt x="2" y="73"/>
                  <a:pt x="3" y="73"/>
                </a:cubicBezTo>
                <a:cubicBezTo>
                  <a:pt x="21" y="73"/>
                  <a:pt x="21" y="73"/>
                  <a:pt x="21" y="73"/>
                </a:cubicBezTo>
                <a:cubicBezTo>
                  <a:pt x="22" y="73"/>
                  <a:pt x="22" y="73"/>
                  <a:pt x="23" y="74"/>
                </a:cubicBezTo>
                <a:cubicBezTo>
                  <a:pt x="24" y="74"/>
                  <a:pt x="24" y="75"/>
                  <a:pt x="24" y="76"/>
                </a:cubicBezTo>
                <a:close/>
                <a:moveTo>
                  <a:pt x="24" y="112"/>
                </a:moveTo>
                <a:cubicBezTo>
                  <a:pt x="24" y="130"/>
                  <a:pt x="24" y="130"/>
                  <a:pt x="24" y="130"/>
                </a:cubicBezTo>
                <a:cubicBezTo>
                  <a:pt x="24" y="131"/>
                  <a:pt x="24" y="132"/>
                  <a:pt x="23" y="133"/>
                </a:cubicBezTo>
                <a:cubicBezTo>
                  <a:pt x="22" y="133"/>
                  <a:pt x="22" y="133"/>
                  <a:pt x="21" y="133"/>
                </a:cubicBezTo>
                <a:cubicBezTo>
                  <a:pt x="3" y="133"/>
                  <a:pt x="3" y="133"/>
                  <a:pt x="3" y="133"/>
                </a:cubicBezTo>
                <a:cubicBezTo>
                  <a:pt x="2" y="133"/>
                  <a:pt x="1" y="133"/>
                  <a:pt x="1" y="133"/>
                </a:cubicBezTo>
                <a:cubicBezTo>
                  <a:pt x="0" y="132"/>
                  <a:pt x="0" y="131"/>
                  <a:pt x="0" y="130"/>
                </a:cubicBezTo>
                <a:cubicBezTo>
                  <a:pt x="0" y="112"/>
                  <a:pt x="0" y="112"/>
                  <a:pt x="0" y="112"/>
                </a:cubicBezTo>
                <a:cubicBezTo>
                  <a:pt x="0" y="111"/>
                  <a:pt x="0" y="111"/>
                  <a:pt x="1" y="110"/>
                </a:cubicBezTo>
                <a:cubicBezTo>
                  <a:pt x="1" y="110"/>
                  <a:pt x="2" y="109"/>
                  <a:pt x="3" y="109"/>
                </a:cubicBezTo>
                <a:cubicBezTo>
                  <a:pt x="21" y="109"/>
                  <a:pt x="21" y="109"/>
                  <a:pt x="21" y="109"/>
                </a:cubicBezTo>
                <a:cubicBezTo>
                  <a:pt x="22" y="109"/>
                  <a:pt x="22" y="110"/>
                  <a:pt x="23" y="110"/>
                </a:cubicBezTo>
                <a:cubicBezTo>
                  <a:pt x="24" y="111"/>
                  <a:pt x="24" y="111"/>
                  <a:pt x="24" y="112"/>
                </a:cubicBezTo>
                <a:close/>
                <a:moveTo>
                  <a:pt x="169" y="3"/>
                </a:moveTo>
                <a:cubicBezTo>
                  <a:pt x="169" y="22"/>
                  <a:pt x="169" y="22"/>
                  <a:pt x="169" y="22"/>
                </a:cubicBezTo>
                <a:cubicBezTo>
                  <a:pt x="169" y="22"/>
                  <a:pt x="169" y="23"/>
                  <a:pt x="168" y="24"/>
                </a:cubicBezTo>
                <a:cubicBezTo>
                  <a:pt x="168" y="24"/>
                  <a:pt x="167" y="25"/>
                  <a:pt x="166" y="25"/>
                </a:cubicBezTo>
                <a:cubicBezTo>
                  <a:pt x="39" y="25"/>
                  <a:pt x="39" y="25"/>
                  <a:pt x="39" y="25"/>
                </a:cubicBezTo>
                <a:cubicBezTo>
                  <a:pt x="38" y="25"/>
                  <a:pt x="37" y="24"/>
                  <a:pt x="37" y="24"/>
                </a:cubicBezTo>
                <a:cubicBezTo>
                  <a:pt x="36" y="23"/>
                  <a:pt x="36" y="22"/>
                  <a:pt x="36" y="22"/>
                </a:cubicBezTo>
                <a:cubicBezTo>
                  <a:pt x="36" y="3"/>
                  <a:pt x="36" y="3"/>
                  <a:pt x="36" y="3"/>
                </a:cubicBezTo>
                <a:cubicBezTo>
                  <a:pt x="36" y="3"/>
                  <a:pt x="36" y="2"/>
                  <a:pt x="37" y="1"/>
                </a:cubicBezTo>
                <a:cubicBezTo>
                  <a:pt x="37" y="1"/>
                  <a:pt x="38" y="0"/>
                  <a:pt x="39" y="0"/>
                </a:cubicBezTo>
                <a:cubicBezTo>
                  <a:pt x="166" y="0"/>
                  <a:pt x="166" y="0"/>
                  <a:pt x="166" y="0"/>
                </a:cubicBezTo>
                <a:cubicBezTo>
                  <a:pt x="167" y="0"/>
                  <a:pt x="168" y="1"/>
                  <a:pt x="168" y="1"/>
                </a:cubicBezTo>
                <a:cubicBezTo>
                  <a:pt x="169" y="2"/>
                  <a:pt x="169" y="3"/>
                  <a:pt x="169" y="3"/>
                </a:cubicBezTo>
                <a:close/>
                <a:moveTo>
                  <a:pt x="169" y="40"/>
                </a:moveTo>
                <a:cubicBezTo>
                  <a:pt x="169" y="58"/>
                  <a:pt x="169" y="58"/>
                  <a:pt x="169" y="58"/>
                </a:cubicBezTo>
                <a:cubicBezTo>
                  <a:pt x="169" y="59"/>
                  <a:pt x="169" y="59"/>
                  <a:pt x="168" y="60"/>
                </a:cubicBezTo>
                <a:cubicBezTo>
                  <a:pt x="168" y="61"/>
                  <a:pt x="167" y="61"/>
                  <a:pt x="166" y="61"/>
                </a:cubicBezTo>
                <a:cubicBezTo>
                  <a:pt x="39" y="61"/>
                  <a:pt x="39" y="61"/>
                  <a:pt x="39" y="61"/>
                </a:cubicBezTo>
                <a:cubicBezTo>
                  <a:pt x="38" y="61"/>
                  <a:pt x="37" y="61"/>
                  <a:pt x="37" y="60"/>
                </a:cubicBezTo>
                <a:cubicBezTo>
                  <a:pt x="36" y="59"/>
                  <a:pt x="36" y="59"/>
                  <a:pt x="36" y="58"/>
                </a:cubicBezTo>
                <a:cubicBezTo>
                  <a:pt x="36" y="40"/>
                  <a:pt x="36" y="40"/>
                  <a:pt x="36" y="40"/>
                </a:cubicBezTo>
                <a:cubicBezTo>
                  <a:pt x="36" y="39"/>
                  <a:pt x="36" y="38"/>
                  <a:pt x="37" y="38"/>
                </a:cubicBezTo>
                <a:cubicBezTo>
                  <a:pt x="37" y="37"/>
                  <a:pt x="38" y="37"/>
                  <a:pt x="39" y="37"/>
                </a:cubicBezTo>
                <a:cubicBezTo>
                  <a:pt x="166" y="37"/>
                  <a:pt x="166" y="37"/>
                  <a:pt x="166" y="37"/>
                </a:cubicBezTo>
                <a:cubicBezTo>
                  <a:pt x="167" y="37"/>
                  <a:pt x="168" y="37"/>
                  <a:pt x="168" y="38"/>
                </a:cubicBezTo>
                <a:cubicBezTo>
                  <a:pt x="169" y="38"/>
                  <a:pt x="169" y="39"/>
                  <a:pt x="169" y="40"/>
                </a:cubicBezTo>
                <a:close/>
                <a:moveTo>
                  <a:pt x="169" y="76"/>
                </a:moveTo>
                <a:cubicBezTo>
                  <a:pt x="169" y="94"/>
                  <a:pt x="169" y="94"/>
                  <a:pt x="169" y="94"/>
                </a:cubicBezTo>
                <a:cubicBezTo>
                  <a:pt x="169" y="95"/>
                  <a:pt x="169" y="96"/>
                  <a:pt x="168" y="96"/>
                </a:cubicBezTo>
                <a:cubicBezTo>
                  <a:pt x="168" y="97"/>
                  <a:pt x="167" y="97"/>
                  <a:pt x="166" y="97"/>
                </a:cubicBezTo>
                <a:cubicBezTo>
                  <a:pt x="39" y="97"/>
                  <a:pt x="39" y="97"/>
                  <a:pt x="39" y="97"/>
                </a:cubicBezTo>
                <a:cubicBezTo>
                  <a:pt x="38" y="97"/>
                  <a:pt x="37" y="97"/>
                  <a:pt x="37" y="96"/>
                </a:cubicBezTo>
                <a:cubicBezTo>
                  <a:pt x="36" y="96"/>
                  <a:pt x="36" y="95"/>
                  <a:pt x="36" y="94"/>
                </a:cubicBezTo>
                <a:cubicBezTo>
                  <a:pt x="36" y="76"/>
                  <a:pt x="36" y="76"/>
                  <a:pt x="36" y="76"/>
                </a:cubicBezTo>
                <a:cubicBezTo>
                  <a:pt x="36" y="75"/>
                  <a:pt x="36" y="74"/>
                  <a:pt x="37" y="74"/>
                </a:cubicBezTo>
                <a:cubicBezTo>
                  <a:pt x="37" y="73"/>
                  <a:pt x="38" y="73"/>
                  <a:pt x="39" y="73"/>
                </a:cubicBezTo>
                <a:cubicBezTo>
                  <a:pt x="166" y="73"/>
                  <a:pt x="166" y="73"/>
                  <a:pt x="166" y="73"/>
                </a:cubicBezTo>
                <a:cubicBezTo>
                  <a:pt x="167" y="73"/>
                  <a:pt x="168" y="73"/>
                  <a:pt x="168" y="74"/>
                </a:cubicBezTo>
                <a:cubicBezTo>
                  <a:pt x="169" y="74"/>
                  <a:pt x="169" y="75"/>
                  <a:pt x="169" y="76"/>
                </a:cubicBezTo>
                <a:close/>
                <a:moveTo>
                  <a:pt x="169" y="112"/>
                </a:moveTo>
                <a:cubicBezTo>
                  <a:pt x="169" y="130"/>
                  <a:pt x="169" y="130"/>
                  <a:pt x="169" y="130"/>
                </a:cubicBezTo>
                <a:cubicBezTo>
                  <a:pt x="169" y="131"/>
                  <a:pt x="169" y="132"/>
                  <a:pt x="168" y="133"/>
                </a:cubicBezTo>
                <a:cubicBezTo>
                  <a:pt x="168" y="133"/>
                  <a:pt x="167" y="133"/>
                  <a:pt x="166" y="133"/>
                </a:cubicBezTo>
                <a:cubicBezTo>
                  <a:pt x="39" y="133"/>
                  <a:pt x="39" y="133"/>
                  <a:pt x="39" y="133"/>
                </a:cubicBezTo>
                <a:cubicBezTo>
                  <a:pt x="38" y="133"/>
                  <a:pt x="37" y="133"/>
                  <a:pt x="37" y="133"/>
                </a:cubicBezTo>
                <a:cubicBezTo>
                  <a:pt x="36" y="132"/>
                  <a:pt x="36" y="131"/>
                  <a:pt x="36" y="130"/>
                </a:cubicBezTo>
                <a:cubicBezTo>
                  <a:pt x="36" y="112"/>
                  <a:pt x="36" y="112"/>
                  <a:pt x="36" y="112"/>
                </a:cubicBezTo>
                <a:cubicBezTo>
                  <a:pt x="36" y="111"/>
                  <a:pt x="36" y="111"/>
                  <a:pt x="37" y="110"/>
                </a:cubicBezTo>
                <a:cubicBezTo>
                  <a:pt x="37" y="110"/>
                  <a:pt x="38" y="109"/>
                  <a:pt x="39" y="109"/>
                </a:cubicBezTo>
                <a:cubicBezTo>
                  <a:pt x="166" y="109"/>
                  <a:pt x="166" y="109"/>
                  <a:pt x="166" y="109"/>
                </a:cubicBezTo>
                <a:cubicBezTo>
                  <a:pt x="167" y="109"/>
                  <a:pt x="168" y="110"/>
                  <a:pt x="168" y="110"/>
                </a:cubicBezTo>
                <a:cubicBezTo>
                  <a:pt x="169" y="111"/>
                  <a:pt x="169" y="111"/>
                  <a:pt x="169" y="112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59" name="Freeform 61"/>
          <p:cNvSpPr>
            <a:spLocks noEditPoints="1"/>
          </p:cNvSpPr>
          <p:nvPr/>
        </p:nvSpPr>
        <p:spPr bwMode="auto">
          <a:xfrm>
            <a:off x="5917710" y="1824385"/>
            <a:ext cx="244204" cy="190176"/>
          </a:xfrm>
          <a:custGeom>
            <a:avLst/>
            <a:gdLst>
              <a:gd name="T0" fmla="*/ 170 w 170"/>
              <a:gd name="T1" fmla="*/ 22 h 133"/>
              <a:gd name="T2" fmla="*/ 167 w 170"/>
              <a:gd name="T3" fmla="*/ 25 h 133"/>
              <a:gd name="T4" fmla="*/ 1 w 170"/>
              <a:gd name="T5" fmla="*/ 24 h 133"/>
              <a:gd name="T6" fmla="*/ 0 w 170"/>
              <a:gd name="T7" fmla="*/ 3 h 133"/>
              <a:gd name="T8" fmla="*/ 3 w 170"/>
              <a:gd name="T9" fmla="*/ 0 h 133"/>
              <a:gd name="T10" fmla="*/ 169 w 170"/>
              <a:gd name="T11" fmla="*/ 1 h 133"/>
              <a:gd name="T12" fmla="*/ 170 w 170"/>
              <a:gd name="T13" fmla="*/ 112 h 133"/>
              <a:gd name="T14" fmla="*/ 169 w 170"/>
              <a:gd name="T15" fmla="*/ 133 h 133"/>
              <a:gd name="T16" fmla="*/ 3 w 170"/>
              <a:gd name="T17" fmla="*/ 133 h 133"/>
              <a:gd name="T18" fmla="*/ 0 w 170"/>
              <a:gd name="T19" fmla="*/ 130 h 133"/>
              <a:gd name="T20" fmla="*/ 1 w 170"/>
              <a:gd name="T21" fmla="*/ 110 h 133"/>
              <a:gd name="T22" fmla="*/ 167 w 170"/>
              <a:gd name="T23" fmla="*/ 109 h 133"/>
              <a:gd name="T24" fmla="*/ 170 w 170"/>
              <a:gd name="T25" fmla="*/ 112 h 133"/>
              <a:gd name="T26" fmla="*/ 37 w 170"/>
              <a:gd name="T27" fmla="*/ 94 h 133"/>
              <a:gd name="T28" fmla="*/ 34 w 170"/>
              <a:gd name="T29" fmla="*/ 97 h 133"/>
              <a:gd name="T30" fmla="*/ 4 w 170"/>
              <a:gd name="T31" fmla="*/ 69 h 133"/>
              <a:gd name="T32" fmla="*/ 4 w 170"/>
              <a:gd name="T33" fmla="*/ 65 h 133"/>
              <a:gd name="T34" fmla="*/ 34 w 170"/>
              <a:gd name="T35" fmla="*/ 37 h 133"/>
              <a:gd name="T36" fmla="*/ 37 w 170"/>
              <a:gd name="T37" fmla="*/ 40 h 133"/>
              <a:gd name="T38" fmla="*/ 170 w 170"/>
              <a:gd name="T39" fmla="*/ 58 h 133"/>
              <a:gd name="T40" fmla="*/ 167 w 170"/>
              <a:gd name="T41" fmla="*/ 61 h 133"/>
              <a:gd name="T42" fmla="*/ 62 w 170"/>
              <a:gd name="T43" fmla="*/ 60 h 133"/>
              <a:gd name="T44" fmla="*/ 61 w 170"/>
              <a:gd name="T45" fmla="*/ 40 h 133"/>
              <a:gd name="T46" fmla="*/ 64 w 170"/>
              <a:gd name="T47" fmla="*/ 37 h 133"/>
              <a:gd name="T48" fmla="*/ 169 w 170"/>
              <a:gd name="T49" fmla="*/ 38 h 133"/>
              <a:gd name="T50" fmla="*/ 170 w 170"/>
              <a:gd name="T51" fmla="*/ 76 h 133"/>
              <a:gd name="T52" fmla="*/ 169 w 170"/>
              <a:gd name="T53" fmla="*/ 96 h 133"/>
              <a:gd name="T54" fmla="*/ 64 w 170"/>
              <a:gd name="T55" fmla="*/ 97 h 133"/>
              <a:gd name="T56" fmla="*/ 61 w 170"/>
              <a:gd name="T57" fmla="*/ 94 h 133"/>
              <a:gd name="T58" fmla="*/ 62 w 170"/>
              <a:gd name="T59" fmla="*/ 74 h 133"/>
              <a:gd name="T60" fmla="*/ 167 w 170"/>
              <a:gd name="T61" fmla="*/ 73 h 133"/>
              <a:gd name="T62" fmla="*/ 170 w 170"/>
              <a:gd name="T63" fmla="*/ 76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70" h="133">
                <a:moveTo>
                  <a:pt x="170" y="3"/>
                </a:moveTo>
                <a:cubicBezTo>
                  <a:pt x="170" y="22"/>
                  <a:pt x="170" y="22"/>
                  <a:pt x="170" y="22"/>
                </a:cubicBezTo>
                <a:cubicBezTo>
                  <a:pt x="170" y="22"/>
                  <a:pt x="169" y="23"/>
                  <a:pt x="169" y="24"/>
                </a:cubicBezTo>
                <a:cubicBezTo>
                  <a:pt x="168" y="24"/>
                  <a:pt x="168" y="25"/>
                  <a:pt x="167" y="25"/>
                </a:cubicBezTo>
                <a:cubicBezTo>
                  <a:pt x="3" y="25"/>
                  <a:pt x="3" y="25"/>
                  <a:pt x="3" y="25"/>
                </a:cubicBezTo>
                <a:cubicBezTo>
                  <a:pt x="3" y="25"/>
                  <a:pt x="2" y="24"/>
                  <a:pt x="1" y="24"/>
                </a:cubicBezTo>
                <a:cubicBezTo>
                  <a:pt x="1" y="23"/>
                  <a:pt x="0" y="22"/>
                  <a:pt x="0" y="22"/>
                </a:cubicBezTo>
                <a:cubicBezTo>
                  <a:pt x="0" y="3"/>
                  <a:pt x="0" y="3"/>
                  <a:pt x="0" y="3"/>
                </a:cubicBezTo>
                <a:cubicBezTo>
                  <a:pt x="0" y="3"/>
                  <a:pt x="1" y="2"/>
                  <a:pt x="1" y="1"/>
                </a:cubicBezTo>
                <a:cubicBezTo>
                  <a:pt x="2" y="1"/>
                  <a:pt x="3" y="0"/>
                  <a:pt x="3" y="0"/>
                </a:cubicBezTo>
                <a:cubicBezTo>
                  <a:pt x="167" y="0"/>
                  <a:pt x="167" y="0"/>
                  <a:pt x="167" y="0"/>
                </a:cubicBezTo>
                <a:cubicBezTo>
                  <a:pt x="168" y="0"/>
                  <a:pt x="168" y="1"/>
                  <a:pt x="169" y="1"/>
                </a:cubicBezTo>
                <a:cubicBezTo>
                  <a:pt x="169" y="2"/>
                  <a:pt x="170" y="3"/>
                  <a:pt x="170" y="3"/>
                </a:cubicBezTo>
                <a:close/>
                <a:moveTo>
                  <a:pt x="170" y="112"/>
                </a:moveTo>
                <a:cubicBezTo>
                  <a:pt x="170" y="130"/>
                  <a:pt x="170" y="130"/>
                  <a:pt x="170" y="130"/>
                </a:cubicBezTo>
                <a:cubicBezTo>
                  <a:pt x="170" y="131"/>
                  <a:pt x="169" y="132"/>
                  <a:pt x="169" y="133"/>
                </a:cubicBezTo>
                <a:cubicBezTo>
                  <a:pt x="168" y="133"/>
                  <a:pt x="168" y="133"/>
                  <a:pt x="167" y="133"/>
                </a:cubicBezTo>
                <a:cubicBezTo>
                  <a:pt x="3" y="133"/>
                  <a:pt x="3" y="133"/>
                  <a:pt x="3" y="133"/>
                </a:cubicBezTo>
                <a:cubicBezTo>
                  <a:pt x="3" y="133"/>
                  <a:pt x="2" y="133"/>
                  <a:pt x="1" y="133"/>
                </a:cubicBezTo>
                <a:cubicBezTo>
                  <a:pt x="1" y="132"/>
                  <a:pt x="0" y="131"/>
                  <a:pt x="0" y="130"/>
                </a:cubicBezTo>
                <a:cubicBezTo>
                  <a:pt x="0" y="112"/>
                  <a:pt x="0" y="112"/>
                  <a:pt x="0" y="112"/>
                </a:cubicBezTo>
                <a:cubicBezTo>
                  <a:pt x="0" y="111"/>
                  <a:pt x="1" y="111"/>
                  <a:pt x="1" y="110"/>
                </a:cubicBezTo>
                <a:cubicBezTo>
                  <a:pt x="2" y="110"/>
                  <a:pt x="3" y="109"/>
                  <a:pt x="3" y="109"/>
                </a:cubicBezTo>
                <a:cubicBezTo>
                  <a:pt x="167" y="109"/>
                  <a:pt x="167" y="109"/>
                  <a:pt x="167" y="109"/>
                </a:cubicBezTo>
                <a:cubicBezTo>
                  <a:pt x="168" y="109"/>
                  <a:pt x="168" y="110"/>
                  <a:pt x="169" y="110"/>
                </a:cubicBezTo>
                <a:cubicBezTo>
                  <a:pt x="169" y="111"/>
                  <a:pt x="170" y="111"/>
                  <a:pt x="170" y="112"/>
                </a:cubicBezTo>
                <a:close/>
                <a:moveTo>
                  <a:pt x="37" y="40"/>
                </a:moveTo>
                <a:cubicBezTo>
                  <a:pt x="37" y="94"/>
                  <a:pt x="37" y="94"/>
                  <a:pt x="37" y="94"/>
                </a:cubicBezTo>
                <a:cubicBezTo>
                  <a:pt x="37" y="95"/>
                  <a:pt x="36" y="96"/>
                  <a:pt x="36" y="96"/>
                </a:cubicBezTo>
                <a:cubicBezTo>
                  <a:pt x="35" y="97"/>
                  <a:pt x="34" y="97"/>
                  <a:pt x="34" y="97"/>
                </a:cubicBezTo>
                <a:cubicBezTo>
                  <a:pt x="33" y="97"/>
                  <a:pt x="32" y="97"/>
                  <a:pt x="31" y="96"/>
                </a:cubicBezTo>
                <a:cubicBezTo>
                  <a:pt x="4" y="69"/>
                  <a:pt x="4" y="69"/>
                  <a:pt x="4" y="69"/>
                </a:cubicBezTo>
                <a:cubicBezTo>
                  <a:pt x="4" y="69"/>
                  <a:pt x="3" y="68"/>
                  <a:pt x="3" y="67"/>
                </a:cubicBezTo>
                <a:cubicBezTo>
                  <a:pt x="3" y="66"/>
                  <a:pt x="4" y="65"/>
                  <a:pt x="4" y="65"/>
                </a:cubicBezTo>
                <a:cubicBezTo>
                  <a:pt x="31" y="38"/>
                  <a:pt x="31" y="38"/>
                  <a:pt x="31" y="38"/>
                </a:cubicBezTo>
                <a:cubicBezTo>
                  <a:pt x="32" y="37"/>
                  <a:pt x="33" y="37"/>
                  <a:pt x="34" y="37"/>
                </a:cubicBezTo>
                <a:cubicBezTo>
                  <a:pt x="34" y="37"/>
                  <a:pt x="35" y="37"/>
                  <a:pt x="36" y="38"/>
                </a:cubicBezTo>
                <a:cubicBezTo>
                  <a:pt x="36" y="38"/>
                  <a:pt x="37" y="39"/>
                  <a:pt x="37" y="40"/>
                </a:cubicBezTo>
                <a:close/>
                <a:moveTo>
                  <a:pt x="170" y="40"/>
                </a:moveTo>
                <a:cubicBezTo>
                  <a:pt x="170" y="58"/>
                  <a:pt x="170" y="58"/>
                  <a:pt x="170" y="58"/>
                </a:cubicBezTo>
                <a:cubicBezTo>
                  <a:pt x="170" y="59"/>
                  <a:pt x="169" y="59"/>
                  <a:pt x="169" y="60"/>
                </a:cubicBezTo>
                <a:cubicBezTo>
                  <a:pt x="168" y="61"/>
                  <a:pt x="168" y="61"/>
                  <a:pt x="167" y="61"/>
                </a:cubicBezTo>
                <a:cubicBezTo>
                  <a:pt x="64" y="61"/>
                  <a:pt x="64" y="61"/>
                  <a:pt x="64" y="61"/>
                </a:cubicBezTo>
                <a:cubicBezTo>
                  <a:pt x="63" y="61"/>
                  <a:pt x="62" y="61"/>
                  <a:pt x="62" y="60"/>
                </a:cubicBezTo>
                <a:cubicBezTo>
                  <a:pt x="61" y="59"/>
                  <a:pt x="61" y="59"/>
                  <a:pt x="61" y="58"/>
                </a:cubicBezTo>
                <a:cubicBezTo>
                  <a:pt x="61" y="40"/>
                  <a:pt x="61" y="40"/>
                  <a:pt x="61" y="40"/>
                </a:cubicBezTo>
                <a:cubicBezTo>
                  <a:pt x="61" y="39"/>
                  <a:pt x="61" y="38"/>
                  <a:pt x="62" y="38"/>
                </a:cubicBezTo>
                <a:cubicBezTo>
                  <a:pt x="62" y="37"/>
                  <a:pt x="63" y="37"/>
                  <a:pt x="64" y="37"/>
                </a:cubicBezTo>
                <a:cubicBezTo>
                  <a:pt x="167" y="37"/>
                  <a:pt x="167" y="37"/>
                  <a:pt x="167" y="37"/>
                </a:cubicBezTo>
                <a:cubicBezTo>
                  <a:pt x="168" y="37"/>
                  <a:pt x="168" y="37"/>
                  <a:pt x="169" y="38"/>
                </a:cubicBezTo>
                <a:cubicBezTo>
                  <a:pt x="169" y="38"/>
                  <a:pt x="170" y="39"/>
                  <a:pt x="170" y="40"/>
                </a:cubicBezTo>
                <a:close/>
                <a:moveTo>
                  <a:pt x="170" y="76"/>
                </a:moveTo>
                <a:cubicBezTo>
                  <a:pt x="170" y="94"/>
                  <a:pt x="170" y="94"/>
                  <a:pt x="170" y="94"/>
                </a:cubicBezTo>
                <a:cubicBezTo>
                  <a:pt x="170" y="95"/>
                  <a:pt x="169" y="96"/>
                  <a:pt x="169" y="96"/>
                </a:cubicBezTo>
                <a:cubicBezTo>
                  <a:pt x="168" y="97"/>
                  <a:pt x="168" y="97"/>
                  <a:pt x="167" y="97"/>
                </a:cubicBezTo>
                <a:cubicBezTo>
                  <a:pt x="64" y="97"/>
                  <a:pt x="64" y="97"/>
                  <a:pt x="64" y="97"/>
                </a:cubicBezTo>
                <a:cubicBezTo>
                  <a:pt x="63" y="97"/>
                  <a:pt x="62" y="97"/>
                  <a:pt x="62" y="96"/>
                </a:cubicBezTo>
                <a:cubicBezTo>
                  <a:pt x="61" y="96"/>
                  <a:pt x="61" y="95"/>
                  <a:pt x="61" y="94"/>
                </a:cubicBezTo>
                <a:cubicBezTo>
                  <a:pt x="61" y="76"/>
                  <a:pt x="61" y="76"/>
                  <a:pt x="61" y="76"/>
                </a:cubicBezTo>
                <a:cubicBezTo>
                  <a:pt x="61" y="75"/>
                  <a:pt x="61" y="74"/>
                  <a:pt x="62" y="74"/>
                </a:cubicBezTo>
                <a:cubicBezTo>
                  <a:pt x="62" y="73"/>
                  <a:pt x="63" y="73"/>
                  <a:pt x="64" y="73"/>
                </a:cubicBezTo>
                <a:cubicBezTo>
                  <a:pt x="167" y="73"/>
                  <a:pt x="167" y="73"/>
                  <a:pt x="167" y="73"/>
                </a:cubicBezTo>
                <a:cubicBezTo>
                  <a:pt x="168" y="73"/>
                  <a:pt x="168" y="73"/>
                  <a:pt x="169" y="74"/>
                </a:cubicBezTo>
                <a:cubicBezTo>
                  <a:pt x="169" y="74"/>
                  <a:pt x="170" y="75"/>
                  <a:pt x="170" y="76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60" name="Freeform 62"/>
          <p:cNvSpPr>
            <a:spLocks noEditPoints="1"/>
          </p:cNvSpPr>
          <p:nvPr/>
        </p:nvSpPr>
        <p:spPr bwMode="auto">
          <a:xfrm>
            <a:off x="6222425" y="1824385"/>
            <a:ext cx="244204" cy="190176"/>
          </a:xfrm>
          <a:custGeom>
            <a:avLst/>
            <a:gdLst>
              <a:gd name="T0" fmla="*/ 170 w 170"/>
              <a:gd name="T1" fmla="*/ 22 h 133"/>
              <a:gd name="T2" fmla="*/ 167 w 170"/>
              <a:gd name="T3" fmla="*/ 25 h 133"/>
              <a:gd name="T4" fmla="*/ 1 w 170"/>
              <a:gd name="T5" fmla="*/ 24 h 133"/>
              <a:gd name="T6" fmla="*/ 0 w 170"/>
              <a:gd name="T7" fmla="*/ 3 h 133"/>
              <a:gd name="T8" fmla="*/ 3 w 170"/>
              <a:gd name="T9" fmla="*/ 0 h 133"/>
              <a:gd name="T10" fmla="*/ 169 w 170"/>
              <a:gd name="T11" fmla="*/ 1 h 133"/>
              <a:gd name="T12" fmla="*/ 33 w 170"/>
              <a:gd name="T13" fmla="*/ 67 h 133"/>
              <a:gd name="T14" fmla="*/ 5 w 170"/>
              <a:gd name="T15" fmla="*/ 96 h 133"/>
              <a:gd name="T16" fmla="*/ 1 w 170"/>
              <a:gd name="T17" fmla="*/ 96 h 133"/>
              <a:gd name="T18" fmla="*/ 0 w 170"/>
              <a:gd name="T19" fmla="*/ 40 h 133"/>
              <a:gd name="T20" fmla="*/ 3 w 170"/>
              <a:gd name="T21" fmla="*/ 37 h 133"/>
              <a:gd name="T22" fmla="*/ 33 w 170"/>
              <a:gd name="T23" fmla="*/ 65 h 133"/>
              <a:gd name="T24" fmla="*/ 170 w 170"/>
              <a:gd name="T25" fmla="*/ 112 h 133"/>
              <a:gd name="T26" fmla="*/ 169 w 170"/>
              <a:gd name="T27" fmla="*/ 133 h 133"/>
              <a:gd name="T28" fmla="*/ 3 w 170"/>
              <a:gd name="T29" fmla="*/ 133 h 133"/>
              <a:gd name="T30" fmla="*/ 0 w 170"/>
              <a:gd name="T31" fmla="*/ 130 h 133"/>
              <a:gd name="T32" fmla="*/ 1 w 170"/>
              <a:gd name="T33" fmla="*/ 110 h 133"/>
              <a:gd name="T34" fmla="*/ 167 w 170"/>
              <a:gd name="T35" fmla="*/ 109 h 133"/>
              <a:gd name="T36" fmla="*/ 170 w 170"/>
              <a:gd name="T37" fmla="*/ 112 h 133"/>
              <a:gd name="T38" fmla="*/ 170 w 170"/>
              <a:gd name="T39" fmla="*/ 58 h 133"/>
              <a:gd name="T40" fmla="*/ 167 w 170"/>
              <a:gd name="T41" fmla="*/ 61 h 133"/>
              <a:gd name="T42" fmla="*/ 62 w 170"/>
              <a:gd name="T43" fmla="*/ 60 h 133"/>
              <a:gd name="T44" fmla="*/ 61 w 170"/>
              <a:gd name="T45" fmla="*/ 40 h 133"/>
              <a:gd name="T46" fmla="*/ 64 w 170"/>
              <a:gd name="T47" fmla="*/ 37 h 133"/>
              <a:gd name="T48" fmla="*/ 169 w 170"/>
              <a:gd name="T49" fmla="*/ 38 h 133"/>
              <a:gd name="T50" fmla="*/ 170 w 170"/>
              <a:gd name="T51" fmla="*/ 76 h 133"/>
              <a:gd name="T52" fmla="*/ 169 w 170"/>
              <a:gd name="T53" fmla="*/ 96 h 133"/>
              <a:gd name="T54" fmla="*/ 64 w 170"/>
              <a:gd name="T55" fmla="*/ 97 h 133"/>
              <a:gd name="T56" fmla="*/ 61 w 170"/>
              <a:gd name="T57" fmla="*/ 94 h 133"/>
              <a:gd name="T58" fmla="*/ 62 w 170"/>
              <a:gd name="T59" fmla="*/ 74 h 133"/>
              <a:gd name="T60" fmla="*/ 167 w 170"/>
              <a:gd name="T61" fmla="*/ 73 h 133"/>
              <a:gd name="T62" fmla="*/ 170 w 170"/>
              <a:gd name="T63" fmla="*/ 76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70" h="133">
                <a:moveTo>
                  <a:pt x="170" y="3"/>
                </a:moveTo>
                <a:cubicBezTo>
                  <a:pt x="170" y="22"/>
                  <a:pt x="170" y="22"/>
                  <a:pt x="170" y="22"/>
                </a:cubicBezTo>
                <a:cubicBezTo>
                  <a:pt x="170" y="22"/>
                  <a:pt x="169" y="23"/>
                  <a:pt x="169" y="24"/>
                </a:cubicBezTo>
                <a:cubicBezTo>
                  <a:pt x="168" y="24"/>
                  <a:pt x="167" y="25"/>
                  <a:pt x="167" y="25"/>
                </a:cubicBezTo>
                <a:cubicBezTo>
                  <a:pt x="3" y="25"/>
                  <a:pt x="3" y="25"/>
                  <a:pt x="3" y="25"/>
                </a:cubicBezTo>
                <a:cubicBezTo>
                  <a:pt x="2" y="25"/>
                  <a:pt x="2" y="24"/>
                  <a:pt x="1" y="24"/>
                </a:cubicBezTo>
                <a:cubicBezTo>
                  <a:pt x="0" y="23"/>
                  <a:pt x="0" y="22"/>
                  <a:pt x="0" y="22"/>
                </a:cubicBezTo>
                <a:cubicBezTo>
                  <a:pt x="0" y="3"/>
                  <a:pt x="0" y="3"/>
                  <a:pt x="0" y="3"/>
                </a:cubicBezTo>
                <a:cubicBezTo>
                  <a:pt x="0" y="3"/>
                  <a:pt x="0" y="2"/>
                  <a:pt x="1" y="1"/>
                </a:cubicBezTo>
                <a:cubicBezTo>
                  <a:pt x="2" y="1"/>
                  <a:pt x="2" y="0"/>
                  <a:pt x="3" y="0"/>
                </a:cubicBezTo>
                <a:cubicBezTo>
                  <a:pt x="167" y="0"/>
                  <a:pt x="167" y="0"/>
                  <a:pt x="167" y="0"/>
                </a:cubicBezTo>
                <a:cubicBezTo>
                  <a:pt x="167" y="0"/>
                  <a:pt x="168" y="1"/>
                  <a:pt x="169" y="1"/>
                </a:cubicBezTo>
                <a:cubicBezTo>
                  <a:pt x="169" y="2"/>
                  <a:pt x="170" y="3"/>
                  <a:pt x="170" y="3"/>
                </a:cubicBezTo>
                <a:close/>
                <a:moveTo>
                  <a:pt x="33" y="67"/>
                </a:moveTo>
                <a:cubicBezTo>
                  <a:pt x="33" y="68"/>
                  <a:pt x="33" y="69"/>
                  <a:pt x="33" y="69"/>
                </a:cubicBezTo>
                <a:cubicBezTo>
                  <a:pt x="5" y="96"/>
                  <a:pt x="5" y="96"/>
                  <a:pt x="5" y="96"/>
                </a:cubicBezTo>
                <a:cubicBezTo>
                  <a:pt x="5" y="97"/>
                  <a:pt x="4" y="97"/>
                  <a:pt x="3" y="97"/>
                </a:cubicBezTo>
                <a:cubicBezTo>
                  <a:pt x="2" y="97"/>
                  <a:pt x="2" y="97"/>
                  <a:pt x="1" y="96"/>
                </a:cubicBezTo>
                <a:cubicBezTo>
                  <a:pt x="0" y="96"/>
                  <a:pt x="0" y="95"/>
                  <a:pt x="0" y="94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39"/>
                  <a:pt x="0" y="38"/>
                  <a:pt x="1" y="38"/>
                </a:cubicBezTo>
                <a:cubicBezTo>
                  <a:pt x="2" y="37"/>
                  <a:pt x="2" y="37"/>
                  <a:pt x="3" y="37"/>
                </a:cubicBezTo>
                <a:cubicBezTo>
                  <a:pt x="4" y="37"/>
                  <a:pt x="5" y="37"/>
                  <a:pt x="5" y="38"/>
                </a:cubicBezTo>
                <a:cubicBezTo>
                  <a:pt x="33" y="65"/>
                  <a:pt x="33" y="65"/>
                  <a:pt x="33" y="65"/>
                </a:cubicBezTo>
                <a:cubicBezTo>
                  <a:pt x="33" y="65"/>
                  <a:pt x="33" y="66"/>
                  <a:pt x="33" y="67"/>
                </a:cubicBezTo>
                <a:close/>
                <a:moveTo>
                  <a:pt x="170" y="112"/>
                </a:moveTo>
                <a:cubicBezTo>
                  <a:pt x="170" y="130"/>
                  <a:pt x="170" y="130"/>
                  <a:pt x="170" y="130"/>
                </a:cubicBezTo>
                <a:cubicBezTo>
                  <a:pt x="170" y="131"/>
                  <a:pt x="169" y="132"/>
                  <a:pt x="169" y="133"/>
                </a:cubicBezTo>
                <a:cubicBezTo>
                  <a:pt x="168" y="133"/>
                  <a:pt x="167" y="133"/>
                  <a:pt x="167" y="133"/>
                </a:cubicBezTo>
                <a:cubicBezTo>
                  <a:pt x="3" y="133"/>
                  <a:pt x="3" y="133"/>
                  <a:pt x="3" y="133"/>
                </a:cubicBezTo>
                <a:cubicBezTo>
                  <a:pt x="2" y="133"/>
                  <a:pt x="2" y="133"/>
                  <a:pt x="1" y="133"/>
                </a:cubicBezTo>
                <a:cubicBezTo>
                  <a:pt x="0" y="132"/>
                  <a:pt x="0" y="131"/>
                  <a:pt x="0" y="130"/>
                </a:cubicBezTo>
                <a:cubicBezTo>
                  <a:pt x="0" y="112"/>
                  <a:pt x="0" y="112"/>
                  <a:pt x="0" y="112"/>
                </a:cubicBezTo>
                <a:cubicBezTo>
                  <a:pt x="0" y="111"/>
                  <a:pt x="0" y="111"/>
                  <a:pt x="1" y="110"/>
                </a:cubicBezTo>
                <a:cubicBezTo>
                  <a:pt x="2" y="110"/>
                  <a:pt x="2" y="109"/>
                  <a:pt x="3" y="109"/>
                </a:cubicBezTo>
                <a:cubicBezTo>
                  <a:pt x="167" y="109"/>
                  <a:pt x="167" y="109"/>
                  <a:pt x="167" y="109"/>
                </a:cubicBezTo>
                <a:cubicBezTo>
                  <a:pt x="167" y="109"/>
                  <a:pt x="168" y="110"/>
                  <a:pt x="169" y="110"/>
                </a:cubicBezTo>
                <a:cubicBezTo>
                  <a:pt x="169" y="111"/>
                  <a:pt x="170" y="111"/>
                  <a:pt x="170" y="112"/>
                </a:cubicBezTo>
                <a:close/>
                <a:moveTo>
                  <a:pt x="170" y="40"/>
                </a:moveTo>
                <a:cubicBezTo>
                  <a:pt x="170" y="58"/>
                  <a:pt x="170" y="58"/>
                  <a:pt x="170" y="58"/>
                </a:cubicBezTo>
                <a:cubicBezTo>
                  <a:pt x="170" y="59"/>
                  <a:pt x="169" y="59"/>
                  <a:pt x="169" y="60"/>
                </a:cubicBezTo>
                <a:cubicBezTo>
                  <a:pt x="168" y="61"/>
                  <a:pt x="167" y="61"/>
                  <a:pt x="167" y="61"/>
                </a:cubicBezTo>
                <a:cubicBezTo>
                  <a:pt x="64" y="61"/>
                  <a:pt x="64" y="61"/>
                  <a:pt x="64" y="61"/>
                </a:cubicBezTo>
                <a:cubicBezTo>
                  <a:pt x="63" y="61"/>
                  <a:pt x="62" y="61"/>
                  <a:pt x="62" y="60"/>
                </a:cubicBezTo>
                <a:cubicBezTo>
                  <a:pt x="61" y="59"/>
                  <a:pt x="61" y="59"/>
                  <a:pt x="61" y="58"/>
                </a:cubicBezTo>
                <a:cubicBezTo>
                  <a:pt x="61" y="40"/>
                  <a:pt x="61" y="40"/>
                  <a:pt x="61" y="40"/>
                </a:cubicBezTo>
                <a:cubicBezTo>
                  <a:pt x="61" y="39"/>
                  <a:pt x="61" y="38"/>
                  <a:pt x="62" y="38"/>
                </a:cubicBezTo>
                <a:cubicBezTo>
                  <a:pt x="62" y="37"/>
                  <a:pt x="63" y="37"/>
                  <a:pt x="64" y="37"/>
                </a:cubicBezTo>
                <a:cubicBezTo>
                  <a:pt x="167" y="37"/>
                  <a:pt x="167" y="37"/>
                  <a:pt x="167" y="37"/>
                </a:cubicBezTo>
                <a:cubicBezTo>
                  <a:pt x="167" y="37"/>
                  <a:pt x="168" y="37"/>
                  <a:pt x="169" y="38"/>
                </a:cubicBezTo>
                <a:cubicBezTo>
                  <a:pt x="169" y="38"/>
                  <a:pt x="170" y="39"/>
                  <a:pt x="170" y="40"/>
                </a:cubicBezTo>
                <a:close/>
                <a:moveTo>
                  <a:pt x="170" y="76"/>
                </a:moveTo>
                <a:cubicBezTo>
                  <a:pt x="170" y="94"/>
                  <a:pt x="170" y="94"/>
                  <a:pt x="170" y="94"/>
                </a:cubicBezTo>
                <a:cubicBezTo>
                  <a:pt x="170" y="95"/>
                  <a:pt x="169" y="96"/>
                  <a:pt x="169" y="96"/>
                </a:cubicBezTo>
                <a:cubicBezTo>
                  <a:pt x="168" y="97"/>
                  <a:pt x="167" y="97"/>
                  <a:pt x="167" y="97"/>
                </a:cubicBezTo>
                <a:cubicBezTo>
                  <a:pt x="64" y="97"/>
                  <a:pt x="64" y="97"/>
                  <a:pt x="64" y="97"/>
                </a:cubicBezTo>
                <a:cubicBezTo>
                  <a:pt x="63" y="97"/>
                  <a:pt x="62" y="97"/>
                  <a:pt x="62" y="96"/>
                </a:cubicBezTo>
                <a:cubicBezTo>
                  <a:pt x="61" y="96"/>
                  <a:pt x="61" y="95"/>
                  <a:pt x="61" y="94"/>
                </a:cubicBezTo>
                <a:cubicBezTo>
                  <a:pt x="61" y="76"/>
                  <a:pt x="61" y="76"/>
                  <a:pt x="61" y="76"/>
                </a:cubicBezTo>
                <a:cubicBezTo>
                  <a:pt x="61" y="75"/>
                  <a:pt x="61" y="74"/>
                  <a:pt x="62" y="74"/>
                </a:cubicBezTo>
                <a:cubicBezTo>
                  <a:pt x="62" y="73"/>
                  <a:pt x="63" y="73"/>
                  <a:pt x="64" y="73"/>
                </a:cubicBezTo>
                <a:cubicBezTo>
                  <a:pt x="167" y="73"/>
                  <a:pt x="167" y="73"/>
                  <a:pt x="167" y="73"/>
                </a:cubicBezTo>
                <a:cubicBezTo>
                  <a:pt x="167" y="73"/>
                  <a:pt x="168" y="73"/>
                  <a:pt x="169" y="74"/>
                </a:cubicBezTo>
                <a:cubicBezTo>
                  <a:pt x="169" y="74"/>
                  <a:pt x="170" y="75"/>
                  <a:pt x="170" y="76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61" name="Freeform 63"/>
          <p:cNvSpPr>
            <a:spLocks/>
          </p:cNvSpPr>
          <p:nvPr/>
        </p:nvSpPr>
        <p:spPr bwMode="auto">
          <a:xfrm>
            <a:off x="6527140" y="1841675"/>
            <a:ext cx="242043" cy="172887"/>
          </a:xfrm>
          <a:custGeom>
            <a:avLst/>
            <a:gdLst>
              <a:gd name="T0" fmla="*/ 169 w 169"/>
              <a:gd name="T1" fmla="*/ 10 h 121"/>
              <a:gd name="T2" fmla="*/ 169 w 169"/>
              <a:gd name="T3" fmla="*/ 112 h 121"/>
              <a:gd name="T4" fmla="*/ 166 w 169"/>
              <a:gd name="T5" fmla="*/ 118 h 121"/>
              <a:gd name="T6" fmla="*/ 163 w 169"/>
              <a:gd name="T7" fmla="*/ 118 h 121"/>
              <a:gd name="T8" fmla="*/ 159 w 169"/>
              <a:gd name="T9" fmla="*/ 117 h 121"/>
              <a:gd name="T10" fmla="*/ 121 w 169"/>
              <a:gd name="T11" fmla="*/ 79 h 121"/>
              <a:gd name="T12" fmla="*/ 121 w 169"/>
              <a:gd name="T13" fmla="*/ 94 h 121"/>
              <a:gd name="T14" fmla="*/ 113 w 169"/>
              <a:gd name="T15" fmla="*/ 113 h 121"/>
              <a:gd name="T16" fmla="*/ 94 w 169"/>
              <a:gd name="T17" fmla="*/ 121 h 121"/>
              <a:gd name="T18" fmla="*/ 27 w 169"/>
              <a:gd name="T19" fmla="*/ 121 h 121"/>
              <a:gd name="T20" fmla="*/ 8 w 169"/>
              <a:gd name="T21" fmla="*/ 113 h 121"/>
              <a:gd name="T22" fmla="*/ 0 w 169"/>
              <a:gd name="T23" fmla="*/ 94 h 121"/>
              <a:gd name="T24" fmla="*/ 0 w 169"/>
              <a:gd name="T25" fmla="*/ 28 h 121"/>
              <a:gd name="T26" fmla="*/ 8 w 169"/>
              <a:gd name="T27" fmla="*/ 8 h 121"/>
              <a:gd name="T28" fmla="*/ 27 w 169"/>
              <a:gd name="T29" fmla="*/ 0 h 121"/>
              <a:gd name="T30" fmla="*/ 94 w 169"/>
              <a:gd name="T31" fmla="*/ 0 h 121"/>
              <a:gd name="T32" fmla="*/ 113 w 169"/>
              <a:gd name="T33" fmla="*/ 8 h 121"/>
              <a:gd name="T34" fmla="*/ 121 w 169"/>
              <a:gd name="T35" fmla="*/ 28 h 121"/>
              <a:gd name="T36" fmla="*/ 121 w 169"/>
              <a:gd name="T37" fmla="*/ 43 h 121"/>
              <a:gd name="T38" fmla="*/ 159 w 169"/>
              <a:gd name="T39" fmla="*/ 5 h 121"/>
              <a:gd name="T40" fmla="*/ 163 w 169"/>
              <a:gd name="T41" fmla="*/ 3 h 121"/>
              <a:gd name="T42" fmla="*/ 166 w 169"/>
              <a:gd name="T43" fmla="*/ 4 h 121"/>
              <a:gd name="T44" fmla="*/ 169 w 169"/>
              <a:gd name="T45" fmla="*/ 10 h 1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169" h="121">
                <a:moveTo>
                  <a:pt x="169" y="10"/>
                </a:moveTo>
                <a:cubicBezTo>
                  <a:pt x="169" y="112"/>
                  <a:pt x="169" y="112"/>
                  <a:pt x="169" y="112"/>
                </a:cubicBezTo>
                <a:cubicBezTo>
                  <a:pt x="169" y="115"/>
                  <a:pt x="168" y="117"/>
                  <a:pt x="166" y="118"/>
                </a:cubicBezTo>
                <a:cubicBezTo>
                  <a:pt x="165" y="118"/>
                  <a:pt x="164" y="118"/>
                  <a:pt x="163" y="118"/>
                </a:cubicBezTo>
                <a:cubicBezTo>
                  <a:pt x="162" y="118"/>
                  <a:pt x="160" y="118"/>
                  <a:pt x="159" y="117"/>
                </a:cubicBezTo>
                <a:cubicBezTo>
                  <a:pt x="121" y="79"/>
                  <a:pt x="121" y="79"/>
                  <a:pt x="121" y="79"/>
                </a:cubicBezTo>
                <a:cubicBezTo>
                  <a:pt x="121" y="94"/>
                  <a:pt x="121" y="94"/>
                  <a:pt x="121" y="94"/>
                </a:cubicBezTo>
                <a:cubicBezTo>
                  <a:pt x="121" y="102"/>
                  <a:pt x="118" y="108"/>
                  <a:pt x="113" y="113"/>
                </a:cubicBezTo>
                <a:cubicBezTo>
                  <a:pt x="108" y="119"/>
                  <a:pt x="101" y="121"/>
                  <a:pt x="94" y="121"/>
                </a:cubicBezTo>
                <a:cubicBezTo>
                  <a:pt x="27" y="121"/>
                  <a:pt x="27" y="121"/>
                  <a:pt x="27" y="121"/>
                </a:cubicBezTo>
                <a:cubicBezTo>
                  <a:pt x="20" y="121"/>
                  <a:pt x="13" y="119"/>
                  <a:pt x="8" y="113"/>
                </a:cubicBezTo>
                <a:cubicBezTo>
                  <a:pt x="3" y="108"/>
                  <a:pt x="0" y="102"/>
                  <a:pt x="0" y="94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0"/>
                  <a:pt x="3" y="14"/>
                  <a:pt x="8" y="8"/>
                </a:cubicBezTo>
                <a:cubicBezTo>
                  <a:pt x="13" y="3"/>
                  <a:pt x="20" y="0"/>
                  <a:pt x="27" y="0"/>
                </a:cubicBezTo>
                <a:cubicBezTo>
                  <a:pt x="94" y="0"/>
                  <a:pt x="94" y="0"/>
                  <a:pt x="94" y="0"/>
                </a:cubicBezTo>
                <a:cubicBezTo>
                  <a:pt x="101" y="0"/>
                  <a:pt x="108" y="3"/>
                  <a:pt x="113" y="8"/>
                </a:cubicBezTo>
                <a:cubicBezTo>
                  <a:pt x="118" y="14"/>
                  <a:pt x="121" y="20"/>
                  <a:pt x="121" y="28"/>
                </a:cubicBezTo>
                <a:cubicBezTo>
                  <a:pt x="121" y="43"/>
                  <a:pt x="121" y="43"/>
                  <a:pt x="121" y="43"/>
                </a:cubicBezTo>
                <a:cubicBezTo>
                  <a:pt x="159" y="5"/>
                  <a:pt x="159" y="5"/>
                  <a:pt x="159" y="5"/>
                </a:cubicBezTo>
                <a:cubicBezTo>
                  <a:pt x="160" y="4"/>
                  <a:pt x="162" y="3"/>
                  <a:pt x="163" y="3"/>
                </a:cubicBezTo>
                <a:cubicBezTo>
                  <a:pt x="164" y="3"/>
                  <a:pt x="165" y="4"/>
                  <a:pt x="166" y="4"/>
                </a:cubicBezTo>
                <a:cubicBezTo>
                  <a:pt x="168" y="5"/>
                  <a:pt x="169" y="7"/>
                  <a:pt x="169" y="1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62" name="Freeform 64"/>
          <p:cNvSpPr>
            <a:spLocks noEditPoints="1"/>
          </p:cNvSpPr>
          <p:nvPr/>
        </p:nvSpPr>
        <p:spPr bwMode="auto">
          <a:xfrm>
            <a:off x="6834015" y="1824385"/>
            <a:ext cx="259332" cy="209627"/>
          </a:xfrm>
          <a:custGeom>
            <a:avLst/>
            <a:gdLst>
              <a:gd name="T0" fmla="*/ 181 w 181"/>
              <a:gd name="T1" fmla="*/ 15 h 146"/>
              <a:gd name="T2" fmla="*/ 181 w 181"/>
              <a:gd name="T3" fmla="*/ 130 h 146"/>
              <a:gd name="T4" fmla="*/ 177 w 181"/>
              <a:gd name="T5" fmla="*/ 141 h 146"/>
              <a:gd name="T6" fmla="*/ 166 w 181"/>
              <a:gd name="T7" fmla="*/ 146 h 146"/>
              <a:gd name="T8" fmla="*/ 15 w 181"/>
              <a:gd name="T9" fmla="*/ 146 h 146"/>
              <a:gd name="T10" fmla="*/ 4 w 181"/>
              <a:gd name="T11" fmla="*/ 141 h 146"/>
              <a:gd name="T12" fmla="*/ 0 w 181"/>
              <a:gd name="T13" fmla="*/ 130 h 146"/>
              <a:gd name="T14" fmla="*/ 0 w 181"/>
              <a:gd name="T15" fmla="*/ 15 h 146"/>
              <a:gd name="T16" fmla="*/ 4 w 181"/>
              <a:gd name="T17" fmla="*/ 5 h 146"/>
              <a:gd name="T18" fmla="*/ 15 w 181"/>
              <a:gd name="T19" fmla="*/ 0 h 146"/>
              <a:gd name="T20" fmla="*/ 166 w 181"/>
              <a:gd name="T21" fmla="*/ 0 h 146"/>
              <a:gd name="T22" fmla="*/ 177 w 181"/>
              <a:gd name="T23" fmla="*/ 5 h 146"/>
              <a:gd name="T24" fmla="*/ 181 w 181"/>
              <a:gd name="T25" fmla="*/ 15 h 146"/>
              <a:gd name="T26" fmla="*/ 166 w 181"/>
              <a:gd name="T27" fmla="*/ 12 h 146"/>
              <a:gd name="T28" fmla="*/ 15 w 181"/>
              <a:gd name="T29" fmla="*/ 12 h 146"/>
              <a:gd name="T30" fmla="*/ 13 w 181"/>
              <a:gd name="T31" fmla="*/ 13 h 146"/>
              <a:gd name="T32" fmla="*/ 12 w 181"/>
              <a:gd name="T33" fmla="*/ 15 h 146"/>
              <a:gd name="T34" fmla="*/ 12 w 181"/>
              <a:gd name="T35" fmla="*/ 130 h 146"/>
              <a:gd name="T36" fmla="*/ 13 w 181"/>
              <a:gd name="T37" fmla="*/ 133 h 146"/>
              <a:gd name="T38" fmla="*/ 15 w 181"/>
              <a:gd name="T39" fmla="*/ 133 h 146"/>
              <a:gd name="T40" fmla="*/ 166 w 181"/>
              <a:gd name="T41" fmla="*/ 133 h 146"/>
              <a:gd name="T42" fmla="*/ 168 w 181"/>
              <a:gd name="T43" fmla="*/ 133 h 146"/>
              <a:gd name="T44" fmla="*/ 169 w 181"/>
              <a:gd name="T45" fmla="*/ 130 h 146"/>
              <a:gd name="T46" fmla="*/ 169 w 181"/>
              <a:gd name="T47" fmla="*/ 15 h 146"/>
              <a:gd name="T48" fmla="*/ 168 w 181"/>
              <a:gd name="T49" fmla="*/ 13 h 146"/>
              <a:gd name="T50" fmla="*/ 166 w 181"/>
              <a:gd name="T51" fmla="*/ 12 h 146"/>
              <a:gd name="T52" fmla="*/ 55 w 181"/>
              <a:gd name="T53" fmla="*/ 30 h 146"/>
              <a:gd name="T54" fmla="*/ 60 w 181"/>
              <a:gd name="T55" fmla="*/ 43 h 146"/>
              <a:gd name="T56" fmla="*/ 55 w 181"/>
              <a:gd name="T57" fmla="*/ 56 h 146"/>
              <a:gd name="T58" fmla="*/ 42 w 181"/>
              <a:gd name="T59" fmla="*/ 61 h 146"/>
              <a:gd name="T60" fmla="*/ 29 w 181"/>
              <a:gd name="T61" fmla="*/ 56 h 146"/>
              <a:gd name="T62" fmla="*/ 24 w 181"/>
              <a:gd name="T63" fmla="*/ 43 h 146"/>
              <a:gd name="T64" fmla="*/ 29 w 181"/>
              <a:gd name="T65" fmla="*/ 30 h 146"/>
              <a:gd name="T66" fmla="*/ 42 w 181"/>
              <a:gd name="T67" fmla="*/ 25 h 146"/>
              <a:gd name="T68" fmla="*/ 55 w 181"/>
              <a:gd name="T69" fmla="*/ 30 h 146"/>
              <a:gd name="T70" fmla="*/ 157 w 181"/>
              <a:gd name="T71" fmla="*/ 79 h 146"/>
              <a:gd name="T72" fmla="*/ 157 w 181"/>
              <a:gd name="T73" fmla="*/ 121 h 146"/>
              <a:gd name="T74" fmla="*/ 24 w 181"/>
              <a:gd name="T75" fmla="*/ 121 h 146"/>
              <a:gd name="T76" fmla="*/ 24 w 181"/>
              <a:gd name="T77" fmla="*/ 103 h 146"/>
              <a:gd name="T78" fmla="*/ 54 w 181"/>
              <a:gd name="T79" fmla="*/ 73 h 146"/>
              <a:gd name="T80" fmla="*/ 69 w 181"/>
              <a:gd name="T81" fmla="*/ 88 h 146"/>
              <a:gd name="T82" fmla="*/ 118 w 181"/>
              <a:gd name="T83" fmla="*/ 40 h 146"/>
              <a:gd name="T84" fmla="*/ 157 w 181"/>
              <a:gd name="T85" fmla="*/ 79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81" h="146">
                <a:moveTo>
                  <a:pt x="181" y="15"/>
                </a:moveTo>
                <a:cubicBezTo>
                  <a:pt x="181" y="130"/>
                  <a:pt x="181" y="130"/>
                  <a:pt x="181" y="130"/>
                </a:cubicBezTo>
                <a:cubicBezTo>
                  <a:pt x="181" y="135"/>
                  <a:pt x="180" y="138"/>
                  <a:pt x="177" y="141"/>
                </a:cubicBezTo>
                <a:cubicBezTo>
                  <a:pt x="174" y="144"/>
                  <a:pt x="170" y="146"/>
                  <a:pt x="166" y="146"/>
                </a:cubicBezTo>
                <a:cubicBezTo>
                  <a:pt x="15" y="146"/>
                  <a:pt x="15" y="146"/>
                  <a:pt x="15" y="146"/>
                </a:cubicBezTo>
                <a:cubicBezTo>
                  <a:pt x="11" y="146"/>
                  <a:pt x="7" y="144"/>
                  <a:pt x="4" y="141"/>
                </a:cubicBezTo>
                <a:cubicBezTo>
                  <a:pt x="1" y="138"/>
                  <a:pt x="0" y="135"/>
                  <a:pt x="0" y="130"/>
                </a:cubicBezTo>
                <a:cubicBezTo>
                  <a:pt x="0" y="15"/>
                  <a:pt x="0" y="15"/>
                  <a:pt x="0" y="15"/>
                </a:cubicBezTo>
                <a:cubicBezTo>
                  <a:pt x="0" y="11"/>
                  <a:pt x="1" y="8"/>
                  <a:pt x="4" y="5"/>
                </a:cubicBezTo>
                <a:cubicBezTo>
                  <a:pt x="7" y="2"/>
                  <a:pt x="11" y="0"/>
                  <a:pt x="15" y="0"/>
                </a:cubicBezTo>
                <a:cubicBezTo>
                  <a:pt x="166" y="0"/>
                  <a:pt x="166" y="0"/>
                  <a:pt x="166" y="0"/>
                </a:cubicBezTo>
                <a:cubicBezTo>
                  <a:pt x="170" y="0"/>
                  <a:pt x="174" y="2"/>
                  <a:pt x="177" y="5"/>
                </a:cubicBezTo>
                <a:cubicBezTo>
                  <a:pt x="180" y="8"/>
                  <a:pt x="181" y="11"/>
                  <a:pt x="181" y="15"/>
                </a:cubicBezTo>
                <a:close/>
                <a:moveTo>
                  <a:pt x="166" y="12"/>
                </a:moveTo>
                <a:cubicBezTo>
                  <a:pt x="15" y="12"/>
                  <a:pt x="15" y="12"/>
                  <a:pt x="15" y="12"/>
                </a:cubicBezTo>
                <a:cubicBezTo>
                  <a:pt x="14" y="12"/>
                  <a:pt x="13" y="13"/>
                  <a:pt x="13" y="13"/>
                </a:cubicBezTo>
                <a:cubicBezTo>
                  <a:pt x="12" y="14"/>
                  <a:pt x="12" y="15"/>
                  <a:pt x="12" y="15"/>
                </a:cubicBezTo>
                <a:cubicBezTo>
                  <a:pt x="12" y="130"/>
                  <a:pt x="12" y="130"/>
                  <a:pt x="12" y="130"/>
                </a:cubicBezTo>
                <a:cubicBezTo>
                  <a:pt x="12" y="131"/>
                  <a:pt x="12" y="132"/>
                  <a:pt x="13" y="133"/>
                </a:cubicBezTo>
                <a:cubicBezTo>
                  <a:pt x="13" y="133"/>
                  <a:pt x="14" y="133"/>
                  <a:pt x="15" y="133"/>
                </a:cubicBezTo>
                <a:cubicBezTo>
                  <a:pt x="166" y="133"/>
                  <a:pt x="166" y="133"/>
                  <a:pt x="166" y="133"/>
                </a:cubicBezTo>
                <a:cubicBezTo>
                  <a:pt x="167" y="133"/>
                  <a:pt x="168" y="133"/>
                  <a:pt x="168" y="133"/>
                </a:cubicBezTo>
                <a:cubicBezTo>
                  <a:pt x="169" y="132"/>
                  <a:pt x="169" y="131"/>
                  <a:pt x="169" y="130"/>
                </a:cubicBezTo>
                <a:cubicBezTo>
                  <a:pt x="169" y="15"/>
                  <a:pt x="169" y="15"/>
                  <a:pt x="169" y="15"/>
                </a:cubicBezTo>
                <a:cubicBezTo>
                  <a:pt x="169" y="15"/>
                  <a:pt x="169" y="14"/>
                  <a:pt x="168" y="13"/>
                </a:cubicBezTo>
                <a:cubicBezTo>
                  <a:pt x="168" y="13"/>
                  <a:pt x="167" y="12"/>
                  <a:pt x="166" y="12"/>
                </a:cubicBezTo>
                <a:close/>
                <a:moveTo>
                  <a:pt x="55" y="30"/>
                </a:moveTo>
                <a:cubicBezTo>
                  <a:pt x="58" y="33"/>
                  <a:pt x="60" y="38"/>
                  <a:pt x="60" y="43"/>
                </a:cubicBezTo>
                <a:cubicBezTo>
                  <a:pt x="60" y="48"/>
                  <a:pt x="58" y="52"/>
                  <a:pt x="55" y="56"/>
                </a:cubicBezTo>
                <a:cubicBezTo>
                  <a:pt x="51" y="59"/>
                  <a:pt x="47" y="61"/>
                  <a:pt x="42" y="61"/>
                </a:cubicBezTo>
                <a:cubicBezTo>
                  <a:pt x="37" y="61"/>
                  <a:pt x="33" y="59"/>
                  <a:pt x="29" y="56"/>
                </a:cubicBezTo>
                <a:cubicBezTo>
                  <a:pt x="26" y="52"/>
                  <a:pt x="24" y="48"/>
                  <a:pt x="24" y="43"/>
                </a:cubicBezTo>
                <a:cubicBezTo>
                  <a:pt x="24" y="38"/>
                  <a:pt x="26" y="33"/>
                  <a:pt x="29" y="30"/>
                </a:cubicBezTo>
                <a:cubicBezTo>
                  <a:pt x="33" y="26"/>
                  <a:pt x="37" y="25"/>
                  <a:pt x="42" y="25"/>
                </a:cubicBezTo>
                <a:cubicBezTo>
                  <a:pt x="47" y="25"/>
                  <a:pt x="51" y="26"/>
                  <a:pt x="55" y="30"/>
                </a:cubicBezTo>
                <a:close/>
                <a:moveTo>
                  <a:pt x="157" y="79"/>
                </a:moveTo>
                <a:cubicBezTo>
                  <a:pt x="157" y="121"/>
                  <a:pt x="157" y="121"/>
                  <a:pt x="157" y="121"/>
                </a:cubicBezTo>
                <a:cubicBezTo>
                  <a:pt x="24" y="121"/>
                  <a:pt x="24" y="121"/>
                  <a:pt x="24" y="121"/>
                </a:cubicBezTo>
                <a:cubicBezTo>
                  <a:pt x="24" y="103"/>
                  <a:pt x="24" y="103"/>
                  <a:pt x="24" y="103"/>
                </a:cubicBezTo>
                <a:cubicBezTo>
                  <a:pt x="54" y="73"/>
                  <a:pt x="54" y="73"/>
                  <a:pt x="54" y="73"/>
                </a:cubicBezTo>
                <a:cubicBezTo>
                  <a:pt x="69" y="88"/>
                  <a:pt x="69" y="88"/>
                  <a:pt x="69" y="88"/>
                </a:cubicBezTo>
                <a:cubicBezTo>
                  <a:pt x="118" y="40"/>
                  <a:pt x="118" y="40"/>
                  <a:pt x="118" y="40"/>
                </a:cubicBezTo>
                <a:lnTo>
                  <a:pt x="157" y="79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63" name="Freeform 65"/>
          <p:cNvSpPr>
            <a:spLocks noEditPoints="1"/>
          </p:cNvSpPr>
          <p:nvPr/>
        </p:nvSpPr>
        <p:spPr bwMode="auto">
          <a:xfrm>
            <a:off x="7153857" y="1826547"/>
            <a:ext cx="207464" cy="207464"/>
          </a:xfrm>
          <a:custGeom>
            <a:avLst/>
            <a:gdLst>
              <a:gd name="T0" fmla="*/ 79 w 144"/>
              <a:gd name="T1" fmla="*/ 26 h 144"/>
              <a:gd name="T2" fmla="*/ 118 w 144"/>
              <a:gd name="T3" fmla="*/ 65 h 144"/>
              <a:gd name="T4" fmla="*/ 40 w 144"/>
              <a:gd name="T5" fmla="*/ 144 h 144"/>
              <a:gd name="T6" fmla="*/ 0 w 144"/>
              <a:gd name="T7" fmla="*/ 144 h 144"/>
              <a:gd name="T8" fmla="*/ 0 w 144"/>
              <a:gd name="T9" fmla="*/ 104 h 144"/>
              <a:gd name="T10" fmla="*/ 79 w 144"/>
              <a:gd name="T11" fmla="*/ 26 h 144"/>
              <a:gd name="T12" fmla="*/ 35 w 144"/>
              <a:gd name="T13" fmla="*/ 131 h 144"/>
              <a:gd name="T14" fmla="*/ 43 w 144"/>
              <a:gd name="T15" fmla="*/ 123 h 144"/>
              <a:gd name="T16" fmla="*/ 21 w 144"/>
              <a:gd name="T17" fmla="*/ 101 h 144"/>
              <a:gd name="T18" fmla="*/ 13 w 144"/>
              <a:gd name="T19" fmla="*/ 109 h 144"/>
              <a:gd name="T20" fmla="*/ 13 w 144"/>
              <a:gd name="T21" fmla="*/ 119 h 144"/>
              <a:gd name="T22" fmla="*/ 25 w 144"/>
              <a:gd name="T23" fmla="*/ 119 h 144"/>
              <a:gd name="T24" fmla="*/ 25 w 144"/>
              <a:gd name="T25" fmla="*/ 131 h 144"/>
              <a:gd name="T26" fmla="*/ 35 w 144"/>
              <a:gd name="T27" fmla="*/ 131 h 144"/>
              <a:gd name="T28" fmla="*/ 84 w 144"/>
              <a:gd name="T29" fmla="*/ 44 h 144"/>
              <a:gd name="T30" fmla="*/ 82 w 144"/>
              <a:gd name="T31" fmla="*/ 42 h 144"/>
              <a:gd name="T32" fmla="*/ 81 w 144"/>
              <a:gd name="T33" fmla="*/ 42 h 144"/>
              <a:gd name="T34" fmla="*/ 29 w 144"/>
              <a:gd name="T35" fmla="*/ 94 h 144"/>
              <a:gd name="T36" fmla="*/ 29 w 144"/>
              <a:gd name="T37" fmla="*/ 95 h 144"/>
              <a:gd name="T38" fmla="*/ 31 w 144"/>
              <a:gd name="T39" fmla="*/ 97 h 144"/>
              <a:gd name="T40" fmla="*/ 32 w 144"/>
              <a:gd name="T41" fmla="*/ 97 h 144"/>
              <a:gd name="T42" fmla="*/ 84 w 144"/>
              <a:gd name="T43" fmla="*/ 45 h 144"/>
              <a:gd name="T44" fmla="*/ 84 w 144"/>
              <a:gd name="T45" fmla="*/ 44 h 144"/>
              <a:gd name="T46" fmla="*/ 144 w 144"/>
              <a:gd name="T47" fmla="*/ 35 h 144"/>
              <a:gd name="T48" fmla="*/ 140 w 144"/>
              <a:gd name="T49" fmla="*/ 43 h 144"/>
              <a:gd name="T50" fmla="*/ 125 w 144"/>
              <a:gd name="T51" fmla="*/ 59 h 144"/>
              <a:gd name="T52" fmla="*/ 85 w 144"/>
              <a:gd name="T53" fmla="*/ 20 h 144"/>
              <a:gd name="T54" fmla="*/ 101 w 144"/>
              <a:gd name="T55" fmla="*/ 4 h 144"/>
              <a:gd name="T56" fmla="*/ 109 w 144"/>
              <a:gd name="T57" fmla="*/ 0 h 144"/>
              <a:gd name="T58" fmla="*/ 118 w 144"/>
              <a:gd name="T59" fmla="*/ 4 h 144"/>
              <a:gd name="T60" fmla="*/ 140 w 144"/>
              <a:gd name="T61" fmla="*/ 26 h 144"/>
              <a:gd name="T62" fmla="*/ 144 w 144"/>
              <a:gd name="T63" fmla="*/ 35 h 1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44" h="144">
                <a:moveTo>
                  <a:pt x="79" y="26"/>
                </a:moveTo>
                <a:cubicBezTo>
                  <a:pt x="118" y="65"/>
                  <a:pt x="118" y="65"/>
                  <a:pt x="118" y="65"/>
                </a:cubicBezTo>
                <a:cubicBezTo>
                  <a:pt x="40" y="144"/>
                  <a:pt x="40" y="144"/>
                  <a:pt x="40" y="144"/>
                </a:cubicBezTo>
                <a:cubicBezTo>
                  <a:pt x="0" y="144"/>
                  <a:pt x="0" y="144"/>
                  <a:pt x="0" y="144"/>
                </a:cubicBezTo>
                <a:cubicBezTo>
                  <a:pt x="0" y="104"/>
                  <a:pt x="0" y="104"/>
                  <a:pt x="0" y="104"/>
                </a:cubicBezTo>
                <a:lnTo>
                  <a:pt x="79" y="26"/>
                </a:lnTo>
                <a:close/>
                <a:moveTo>
                  <a:pt x="35" y="131"/>
                </a:moveTo>
                <a:cubicBezTo>
                  <a:pt x="43" y="123"/>
                  <a:pt x="43" y="123"/>
                  <a:pt x="43" y="123"/>
                </a:cubicBezTo>
                <a:cubicBezTo>
                  <a:pt x="21" y="101"/>
                  <a:pt x="21" y="101"/>
                  <a:pt x="21" y="101"/>
                </a:cubicBezTo>
                <a:cubicBezTo>
                  <a:pt x="13" y="109"/>
                  <a:pt x="13" y="109"/>
                  <a:pt x="13" y="109"/>
                </a:cubicBezTo>
                <a:cubicBezTo>
                  <a:pt x="13" y="119"/>
                  <a:pt x="13" y="119"/>
                  <a:pt x="13" y="119"/>
                </a:cubicBezTo>
                <a:cubicBezTo>
                  <a:pt x="25" y="119"/>
                  <a:pt x="25" y="119"/>
                  <a:pt x="25" y="119"/>
                </a:cubicBezTo>
                <a:cubicBezTo>
                  <a:pt x="25" y="131"/>
                  <a:pt x="25" y="131"/>
                  <a:pt x="25" y="131"/>
                </a:cubicBezTo>
                <a:lnTo>
                  <a:pt x="35" y="131"/>
                </a:lnTo>
                <a:close/>
                <a:moveTo>
                  <a:pt x="84" y="44"/>
                </a:moveTo>
                <a:cubicBezTo>
                  <a:pt x="84" y="42"/>
                  <a:pt x="84" y="42"/>
                  <a:pt x="82" y="42"/>
                </a:cubicBezTo>
                <a:cubicBezTo>
                  <a:pt x="82" y="42"/>
                  <a:pt x="81" y="42"/>
                  <a:pt x="81" y="42"/>
                </a:cubicBezTo>
                <a:cubicBezTo>
                  <a:pt x="29" y="94"/>
                  <a:pt x="29" y="94"/>
                  <a:pt x="29" y="94"/>
                </a:cubicBezTo>
                <a:cubicBezTo>
                  <a:pt x="29" y="94"/>
                  <a:pt x="29" y="95"/>
                  <a:pt x="29" y="95"/>
                </a:cubicBezTo>
                <a:cubicBezTo>
                  <a:pt x="29" y="97"/>
                  <a:pt x="29" y="97"/>
                  <a:pt x="31" y="97"/>
                </a:cubicBezTo>
                <a:cubicBezTo>
                  <a:pt x="31" y="97"/>
                  <a:pt x="32" y="97"/>
                  <a:pt x="32" y="97"/>
                </a:cubicBezTo>
                <a:cubicBezTo>
                  <a:pt x="84" y="45"/>
                  <a:pt x="84" y="45"/>
                  <a:pt x="84" y="45"/>
                </a:cubicBezTo>
                <a:cubicBezTo>
                  <a:pt x="84" y="45"/>
                  <a:pt x="84" y="44"/>
                  <a:pt x="84" y="44"/>
                </a:cubicBezTo>
                <a:close/>
                <a:moveTo>
                  <a:pt x="144" y="35"/>
                </a:moveTo>
                <a:cubicBezTo>
                  <a:pt x="144" y="38"/>
                  <a:pt x="143" y="41"/>
                  <a:pt x="140" y="43"/>
                </a:cubicBezTo>
                <a:cubicBezTo>
                  <a:pt x="125" y="59"/>
                  <a:pt x="125" y="59"/>
                  <a:pt x="125" y="59"/>
                </a:cubicBezTo>
                <a:cubicBezTo>
                  <a:pt x="85" y="20"/>
                  <a:pt x="85" y="20"/>
                  <a:pt x="85" y="20"/>
                </a:cubicBezTo>
                <a:cubicBezTo>
                  <a:pt x="101" y="4"/>
                  <a:pt x="101" y="4"/>
                  <a:pt x="101" y="4"/>
                </a:cubicBezTo>
                <a:cubicBezTo>
                  <a:pt x="103" y="2"/>
                  <a:pt x="106" y="0"/>
                  <a:pt x="109" y="0"/>
                </a:cubicBezTo>
                <a:cubicBezTo>
                  <a:pt x="113" y="0"/>
                  <a:pt x="116" y="2"/>
                  <a:pt x="118" y="4"/>
                </a:cubicBezTo>
                <a:cubicBezTo>
                  <a:pt x="140" y="26"/>
                  <a:pt x="140" y="26"/>
                  <a:pt x="140" y="26"/>
                </a:cubicBezTo>
                <a:cubicBezTo>
                  <a:pt x="143" y="29"/>
                  <a:pt x="144" y="31"/>
                  <a:pt x="144" y="35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64" name="Freeform 66"/>
          <p:cNvSpPr>
            <a:spLocks noEditPoints="1"/>
          </p:cNvSpPr>
          <p:nvPr/>
        </p:nvSpPr>
        <p:spPr bwMode="auto">
          <a:xfrm>
            <a:off x="7423995" y="1824385"/>
            <a:ext cx="140472" cy="209627"/>
          </a:xfrm>
          <a:custGeom>
            <a:avLst/>
            <a:gdLst>
              <a:gd name="T0" fmla="*/ 97 w 97"/>
              <a:gd name="T1" fmla="*/ 49 h 146"/>
              <a:gd name="T2" fmla="*/ 94 w 97"/>
              <a:gd name="T3" fmla="*/ 66 h 146"/>
              <a:gd name="T4" fmla="*/ 59 w 97"/>
              <a:gd name="T5" fmla="*/ 139 h 146"/>
              <a:gd name="T6" fmla="*/ 55 w 97"/>
              <a:gd name="T7" fmla="*/ 144 h 146"/>
              <a:gd name="T8" fmla="*/ 48 w 97"/>
              <a:gd name="T9" fmla="*/ 146 h 146"/>
              <a:gd name="T10" fmla="*/ 42 w 97"/>
              <a:gd name="T11" fmla="*/ 144 h 146"/>
              <a:gd name="T12" fmla="*/ 38 w 97"/>
              <a:gd name="T13" fmla="*/ 139 h 146"/>
              <a:gd name="T14" fmla="*/ 3 w 97"/>
              <a:gd name="T15" fmla="*/ 66 h 146"/>
              <a:gd name="T16" fmla="*/ 0 w 97"/>
              <a:gd name="T17" fmla="*/ 49 h 146"/>
              <a:gd name="T18" fmla="*/ 14 w 97"/>
              <a:gd name="T19" fmla="*/ 15 h 146"/>
              <a:gd name="T20" fmla="*/ 48 w 97"/>
              <a:gd name="T21" fmla="*/ 0 h 146"/>
              <a:gd name="T22" fmla="*/ 83 w 97"/>
              <a:gd name="T23" fmla="*/ 15 h 146"/>
              <a:gd name="T24" fmla="*/ 97 w 97"/>
              <a:gd name="T25" fmla="*/ 49 h 146"/>
              <a:gd name="T26" fmla="*/ 66 w 97"/>
              <a:gd name="T27" fmla="*/ 66 h 146"/>
              <a:gd name="T28" fmla="*/ 73 w 97"/>
              <a:gd name="T29" fmla="*/ 49 h 146"/>
              <a:gd name="T30" fmla="*/ 66 w 97"/>
              <a:gd name="T31" fmla="*/ 32 h 146"/>
              <a:gd name="T32" fmla="*/ 48 w 97"/>
              <a:gd name="T33" fmla="*/ 25 h 146"/>
              <a:gd name="T34" fmla="*/ 31 w 97"/>
              <a:gd name="T35" fmla="*/ 32 h 146"/>
              <a:gd name="T36" fmla="*/ 24 w 97"/>
              <a:gd name="T37" fmla="*/ 49 h 146"/>
              <a:gd name="T38" fmla="*/ 31 w 97"/>
              <a:gd name="T39" fmla="*/ 66 h 146"/>
              <a:gd name="T40" fmla="*/ 48 w 97"/>
              <a:gd name="T41" fmla="*/ 73 h 146"/>
              <a:gd name="T42" fmla="*/ 66 w 97"/>
              <a:gd name="T43" fmla="*/ 66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97" h="146">
                <a:moveTo>
                  <a:pt x="97" y="49"/>
                </a:moveTo>
                <a:cubicBezTo>
                  <a:pt x="97" y="56"/>
                  <a:pt x="96" y="61"/>
                  <a:pt x="94" y="66"/>
                </a:cubicBezTo>
                <a:cubicBezTo>
                  <a:pt x="59" y="139"/>
                  <a:pt x="59" y="139"/>
                  <a:pt x="59" y="139"/>
                </a:cubicBezTo>
                <a:cubicBezTo>
                  <a:pt x="58" y="141"/>
                  <a:pt x="57" y="143"/>
                  <a:pt x="55" y="144"/>
                </a:cubicBezTo>
                <a:cubicBezTo>
                  <a:pt x="53" y="145"/>
                  <a:pt x="51" y="146"/>
                  <a:pt x="48" y="146"/>
                </a:cubicBezTo>
                <a:cubicBezTo>
                  <a:pt x="46" y="146"/>
                  <a:pt x="44" y="145"/>
                  <a:pt x="42" y="144"/>
                </a:cubicBezTo>
                <a:cubicBezTo>
                  <a:pt x="40" y="143"/>
                  <a:pt x="39" y="141"/>
                  <a:pt x="38" y="139"/>
                </a:cubicBezTo>
                <a:cubicBezTo>
                  <a:pt x="3" y="66"/>
                  <a:pt x="3" y="66"/>
                  <a:pt x="3" y="66"/>
                </a:cubicBezTo>
                <a:cubicBezTo>
                  <a:pt x="1" y="61"/>
                  <a:pt x="0" y="56"/>
                  <a:pt x="0" y="49"/>
                </a:cubicBezTo>
                <a:cubicBezTo>
                  <a:pt x="0" y="35"/>
                  <a:pt x="5" y="24"/>
                  <a:pt x="14" y="15"/>
                </a:cubicBezTo>
                <a:cubicBezTo>
                  <a:pt x="24" y="5"/>
                  <a:pt x="35" y="0"/>
                  <a:pt x="48" y="0"/>
                </a:cubicBezTo>
                <a:cubicBezTo>
                  <a:pt x="62" y="0"/>
                  <a:pt x="73" y="5"/>
                  <a:pt x="83" y="15"/>
                </a:cubicBezTo>
                <a:cubicBezTo>
                  <a:pt x="92" y="24"/>
                  <a:pt x="97" y="35"/>
                  <a:pt x="97" y="49"/>
                </a:cubicBezTo>
                <a:close/>
                <a:moveTo>
                  <a:pt x="66" y="66"/>
                </a:moveTo>
                <a:cubicBezTo>
                  <a:pt x="70" y="61"/>
                  <a:pt x="73" y="55"/>
                  <a:pt x="73" y="49"/>
                </a:cubicBezTo>
                <a:cubicBezTo>
                  <a:pt x="73" y="42"/>
                  <a:pt x="70" y="36"/>
                  <a:pt x="66" y="32"/>
                </a:cubicBezTo>
                <a:cubicBezTo>
                  <a:pt x="61" y="27"/>
                  <a:pt x="55" y="25"/>
                  <a:pt x="48" y="25"/>
                </a:cubicBezTo>
                <a:cubicBezTo>
                  <a:pt x="42" y="25"/>
                  <a:pt x="36" y="27"/>
                  <a:pt x="31" y="32"/>
                </a:cubicBezTo>
                <a:cubicBezTo>
                  <a:pt x="27" y="36"/>
                  <a:pt x="24" y="42"/>
                  <a:pt x="24" y="49"/>
                </a:cubicBezTo>
                <a:cubicBezTo>
                  <a:pt x="24" y="55"/>
                  <a:pt x="27" y="61"/>
                  <a:pt x="31" y="66"/>
                </a:cubicBezTo>
                <a:cubicBezTo>
                  <a:pt x="36" y="71"/>
                  <a:pt x="42" y="73"/>
                  <a:pt x="48" y="73"/>
                </a:cubicBezTo>
                <a:cubicBezTo>
                  <a:pt x="55" y="73"/>
                  <a:pt x="61" y="71"/>
                  <a:pt x="66" y="66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65" name="Freeform 67"/>
          <p:cNvSpPr>
            <a:spLocks noEditPoints="1"/>
          </p:cNvSpPr>
          <p:nvPr/>
        </p:nvSpPr>
        <p:spPr bwMode="auto">
          <a:xfrm>
            <a:off x="7624976" y="1824385"/>
            <a:ext cx="207464" cy="209627"/>
          </a:xfrm>
          <a:custGeom>
            <a:avLst/>
            <a:gdLst>
              <a:gd name="T0" fmla="*/ 136 w 145"/>
              <a:gd name="T1" fmla="*/ 37 h 146"/>
              <a:gd name="T2" fmla="*/ 145 w 145"/>
              <a:gd name="T3" fmla="*/ 73 h 146"/>
              <a:gd name="T4" fmla="*/ 136 w 145"/>
              <a:gd name="T5" fmla="*/ 109 h 146"/>
              <a:gd name="T6" fmla="*/ 109 w 145"/>
              <a:gd name="T7" fmla="*/ 136 h 146"/>
              <a:gd name="T8" fmla="*/ 73 w 145"/>
              <a:gd name="T9" fmla="*/ 146 h 146"/>
              <a:gd name="T10" fmla="*/ 36 w 145"/>
              <a:gd name="T11" fmla="*/ 136 h 146"/>
              <a:gd name="T12" fmla="*/ 10 w 145"/>
              <a:gd name="T13" fmla="*/ 109 h 146"/>
              <a:gd name="T14" fmla="*/ 0 w 145"/>
              <a:gd name="T15" fmla="*/ 73 h 146"/>
              <a:gd name="T16" fmla="*/ 10 w 145"/>
              <a:gd name="T17" fmla="*/ 37 h 146"/>
              <a:gd name="T18" fmla="*/ 36 w 145"/>
              <a:gd name="T19" fmla="*/ 10 h 146"/>
              <a:gd name="T20" fmla="*/ 73 w 145"/>
              <a:gd name="T21" fmla="*/ 0 h 146"/>
              <a:gd name="T22" fmla="*/ 109 w 145"/>
              <a:gd name="T23" fmla="*/ 10 h 146"/>
              <a:gd name="T24" fmla="*/ 136 w 145"/>
              <a:gd name="T25" fmla="*/ 37 h 146"/>
              <a:gd name="T26" fmla="*/ 73 w 145"/>
              <a:gd name="T27" fmla="*/ 124 h 146"/>
              <a:gd name="T28" fmla="*/ 73 w 145"/>
              <a:gd name="T29" fmla="*/ 22 h 146"/>
              <a:gd name="T30" fmla="*/ 47 w 145"/>
              <a:gd name="T31" fmla="*/ 28 h 146"/>
              <a:gd name="T32" fmla="*/ 28 w 145"/>
              <a:gd name="T33" fmla="*/ 47 h 146"/>
              <a:gd name="T34" fmla="*/ 21 w 145"/>
              <a:gd name="T35" fmla="*/ 73 h 146"/>
              <a:gd name="T36" fmla="*/ 28 w 145"/>
              <a:gd name="T37" fmla="*/ 99 h 146"/>
              <a:gd name="T38" fmla="*/ 47 w 145"/>
              <a:gd name="T39" fmla="*/ 117 h 146"/>
              <a:gd name="T40" fmla="*/ 73 w 145"/>
              <a:gd name="T41" fmla="*/ 124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145" h="146">
                <a:moveTo>
                  <a:pt x="136" y="37"/>
                </a:moveTo>
                <a:cubicBezTo>
                  <a:pt x="142" y="48"/>
                  <a:pt x="145" y="60"/>
                  <a:pt x="145" y="73"/>
                </a:cubicBezTo>
                <a:cubicBezTo>
                  <a:pt x="145" y="86"/>
                  <a:pt x="142" y="98"/>
                  <a:pt x="136" y="109"/>
                </a:cubicBezTo>
                <a:cubicBezTo>
                  <a:pt x="129" y="121"/>
                  <a:pt x="120" y="129"/>
                  <a:pt x="109" y="136"/>
                </a:cubicBezTo>
                <a:cubicBezTo>
                  <a:pt x="98" y="142"/>
                  <a:pt x="86" y="146"/>
                  <a:pt x="73" y="146"/>
                </a:cubicBezTo>
                <a:cubicBezTo>
                  <a:pt x="60" y="146"/>
                  <a:pt x="47" y="142"/>
                  <a:pt x="36" y="136"/>
                </a:cubicBezTo>
                <a:cubicBezTo>
                  <a:pt x="25" y="129"/>
                  <a:pt x="16" y="121"/>
                  <a:pt x="10" y="109"/>
                </a:cubicBezTo>
                <a:cubicBezTo>
                  <a:pt x="3" y="98"/>
                  <a:pt x="0" y="86"/>
                  <a:pt x="0" y="73"/>
                </a:cubicBezTo>
                <a:cubicBezTo>
                  <a:pt x="0" y="60"/>
                  <a:pt x="3" y="48"/>
                  <a:pt x="10" y="37"/>
                </a:cubicBezTo>
                <a:cubicBezTo>
                  <a:pt x="16" y="25"/>
                  <a:pt x="25" y="17"/>
                  <a:pt x="36" y="10"/>
                </a:cubicBezTo>
                <a:cubicBezTo>
                  <a:pt x="47" y="4"/>
                  <a:pt x="60" y="0"/>
                  <a:pt x="73" y="0"/>
                </a:cubicBezTo>
                <a:cubicBezTo>
                  <a:pt x="86" y="0"/>
                  <a:pt x="98" y="4"/>
                  <a:pt x="109" y="10"/>
                </a:cubicBezTo>
                <a:cubicBezTo>
                  <a:pt x="120" y="17"/>
                  <a:pt x="129" y="25"/>
                  <a:pt x="136" y="37"/>
                </a:cubicBezTo>
                <a:close/>
                <a:moveTo>
                  <a:pt x="73" y="124"/>
                </a:moveTo>
                <a:cubicBezTo>
                  <a:pt x="73" y="22"/>
                  <a:pt x="73" y="22"/>
                  <a:pt x="73" y="22"/>
                </a:cubicBezTo>
                <a:cubicBezTo>
                  <a:pt x="63" y="22"/>
                  <a:pt x="55" y="24"/>
                  <a:pt x="47" y="28"/>
                </a:cubicBezTo>
                <a:cubicBezTo>
                  <a:pt x="39" y="33"/>
                  <a:pt x="33" y="39"/>
                  <a:pt x="28" y="47"/>
                </a:cubicBezTo>
                <a:cubicBezTo>
                  <a:pt x="24" y="55"/>
                  <a:pt x="21" y="64"/>
                  <a:pt x="21" y="73"/>
                </a:cubicBezTo>
                <a:cubicBezTo>
                  <a:pt x="21" y="82"/>
                  <a:pt x="24" y="91"/>
                  <a:pt x="28" y="99"/>
                </a:cubicBezTo>
                <a:cubicBezTo>
                  <a:pt x="33" y="107"/>
                  <a:pt x="39" y="113"/>
                  <a:pt x="47" y="117"/>
                </a:cubicBezTo>
                <a:cubicBezTo>
                  <a:pt x="55" y="122"/>
                  <a:pt x="63" y="124"/>
                  <a:pt x="73" y="12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66" name="Freeform 68"/>
          <p:cNvSpPr>
            <a:spLocks noEditPoints="1"/>
          </p:cNvSpPr>
          <p:nvPr/>
        </p:nvSpPr>
        <p:spPr bwMode="auto">
          <a:xfrm>
            <a:off x="7897275" y="1815742"/>
            <a:ext cx="138311" cy="198820"/>
          </a:xfrm>
          <a:custGeom>
            <a:avLst/>
            <a:gdLst>
              <a:gd name="T0" fmla="*/ 97 w 97"/>
              <a:gd name="T1" fmla="*/ 91 h 139"/>
              <a:gd name="T2" fmla="*/ 82 w 97"/>
              <a:gd name="T3" fmla="*/ 125 h 139"/>
              <a:gd name="T4" fmla="*/ 48 w 97"/>
              <a:gd name="T5" fmla="*/ 139 h 139"/>
              <a:gd name="T6" fmla="*/ 14 w 97"/>
              <a:gd name="T7" fmla="*/ 125 h 139"/>
              <a:gd name="T8" fmla="*/ 0 w 97"/>
              <a:gd name="T9" fmla="*/ 91 h 139"/>
              <a:gd name="T10" fmla="*/ 7 w 97"/>
              <a:gd name="T11" fmla="*/ 65 h 139"/>
              <a:gd name="T12" fmla="*/ 13 w 97"/>
              <a:gd name="T13" fmla="*/ 57 h 139"/>
              <a:gd name="T14" fmla="*/ 23 w 97"/>
              <a:gd name="T15" fmla="*/ 42 h 139"/>
              <a:gd name="T16" fmla="*/ 32 w 97"/>
              <a:gd name="T17" fmla="*/ 25 h 139"/>
              <a:gd name="T18" fmla="*/ 40 w 97"/>
              <a:gd name="T19" fmla="*/ 6 h 139"/>
              <a:gd name="T20" fmla="*/ 43 w 97"/>
              <a:gd name="T21" fmla="*/ 2 h 139"/>
              <a:gd name="T22" fmla="*/ 48 w 97"/>
              <a:gd name="T23" fmla="*/ 0 h 139"/>
              <a:gd name="T24" fmla="*/ 53 w 97"/>
              <a:gd name="T25" fmla="*/ 2 h 139"/>
              <a:gd name="T26" fmla="*/ 56 w 97"/>
              <a:gd name="T27" fmla="*/ 6 h 139"/>
              <a:gd name="T28" fmla="*/ 64 w 97"/>
              <a:gd name="T29" fmla="*/ 25 h 139"/>
              <a:gd name="T30" fmla="*/ 73 w 97"/>
              <a:gd name="T31" fmla="*/ 42 h 139"/>
              <a:gd name="T32" fmla="*/ 83 w 97"/>
              <a:gd name="T33" fmla="*/ 57 h 139"/>
              <a:gd name="T34" fmla="*/ 89 w 97"/>
              <a:gd name="T35" fmla="*/ 65 h 139"/>
              <a:gd name="T36" fmla="*/ 97 w 97"/>
              <a:gd name="T37" fmla="*/ 91 h 139"/>
              <a:gd name="T38" fmla="*/ 48 w 97"/>
              <a:gd name="T39" fmla="*/ 103 h 139"/>
              <a:gd name="T40" fmla="*/ 46 w 97"/>
              <a:gd name="T41" fmla="*/ 97 h 139"/>
              <a:gd name="T42" fmla="*/ 45 w 97"/>
              <a:gd name="T43" fmla="*/ 95 h 139"/>
              <a:gd name="T44" fmla="*/ 42 w 97"/>
              <a:gd name="T45" fmla="*/ 91 h 139"/>
              <a:gd name="T46" fmla="*/ 40 w 97"/>
              <a:gd name="T47" fmla="*/ 87 h 139"/>
              <a:gd name="T48" fmla="*/ 38 w 97"/>
              <a:gd name="T49" fmla="*/ 82 h 139"/>
              <a:gd name="T50" fmla="*/ 36 w 97"/>
              <a:gd name="T51" fmla="*/ 80 h 139"/>
              <a:gd name="T52" fmla="*/ 34 w 97"/>
              <a:gd name="T53" fmla="*/ 82 h 139"/>
              <a:gd name="T54" fmla="*/ 32 w 97"/>
              <a:gd name="T55" fmla="*/ 87 h 139"/>
              <a:gd name="T56" fmla="*/ 30 w 97"/>
              <a:gd name="T57" fmla="*/ 91 h 139"/>
              <a:gd name="T58" fmla="*/ 27 w 97"/>
              <a:gd name="T59" fmla="*/ 95 h 139"/>
              <a:gd name="T60" fmla="*/ 26 w 97"/>
              <a:gd name="T61" fmla="*/ 97 h 139"/>
              <a:gd name="T62" fmla="*/ 24 w 97"/>
              <a:gd name="T63" fmla="*/ 103 h 139"/>
              <a:gd name="T64" fmla="*/ 27 w 97"/>
              <a:gd name="T65" fmla="*/ 112 h 139"/>
              <a:gd name="T66" fmla="*/ 36 w 97"/>
              <a:gd name="T67" fmla="*/ 115 h 139"/>
              <a:gd name="T68" fmla="*/ 45 w 97"/>
              <a:gd name="T69" fmla="*/ 112 h 139"/>
              <a:gd name="T70" fmla="*/ 48 w 97"/>
              <a:gd name="T71" fmla="*/ 103 h 1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97" h="139">
                <a:moveTo>
                  <a:pt x="97" y="91"/>
                </a:moveTo>
                <a:cubicBezTo>
                  <a:pt x="97" y="104"/>
                  <a:pt x="92" y="116"/>
                  <a:pt x="82" y="125"/>
                </a:cubicBezTo>
                <a:cubicBezTo>
                  <a:pt x="73" y="135"/>
                  <a:pt x="61" y="139"/>
                  <a:pt x="48" y="139"/>
                </a:cubicBezTo>
                <a:cubicBezTo>
                  <a:pt x="35" y="139"/>
                  <a:pt x="23" y="135"/>
                  <a:pt x="14" y="125"/>
                </a:cubicBezTo>
                <a:cubicBezTo>
                  <a:pt x="4" y="116"/>
                  <a:pt x="0" y="104"/>
                  <a:pt x="0" y="91"/>
                </a:cubicBezTo>
                <a:cubicBezTo>
                  <a:pt x="0" y="82"/>
                  <a:pt x="2" y="73"/>
                  <a:pt x="7" y="65"/>
                </a:cubicBezTo>
                <a:cubicBezTo>
                  <a:pt x="8" y="64"/>
                  <a:pt x="10" y="62"/>
                  <a:pt x="13" y="57"/>
                </a:cubicBezTo>
                <a:cubicBezTo>
                  <a:pt x="17" y="51"/>
                  <a:pt x="20" y="47"/>
                  <a:pt x="23" y="42"/>
                </a:cubicBezTo>
                <a:cubicBezTo>
                  <a:pt x="26" y="38"/>
                  <a:pt x="29" y="32"/>
                  <a:pt x="32" y="25"/>
                </a:cubicBezTo>
                <a:cubicBezTo>
                  <a:pt x="36" y="19"/>
                  <a:pt x="38" y="12"/>
                  <a:pt x="40" y="6"/>
                </a:cubicBezTo>
                <a:cubicBezTo>
                  <a:pt x="41" y="4"/>
                  <a:pt x="42" y="3"/>
                  <a:pt x="43" y="2"/>
                </a:cubicBezTo>
                <a:cubicBezTo>
                  <a:pt x="45" y="1"/>
                  <a:pt x="46" y="0"/>
                  <a:pt x="48" y="0"/>
                </a:cubicBezTo>
                <a:cubicBezTo>
                  <a:pt x="50" y="0"/>
                  <a:pt x="51" y="1"/>
                  <a:pt x="53" y="2"/>
                </a:cubicBezTo>
                <a:cubicBezTo>
                  <a:pt x="55" y="3"/>
                  <a:pt x="56" y="4"/>
                  <a:pt x="56" y="6"/>
                </a:cubicBezTo>
                <a:cubicBezTo>
                  <a:pt x="58" y="12"/>
                  <a:pt x="61" y="19"/>
                  <a:pt x="64" y="25"/>
                </a:cubicBezTo>
                <a:cubicBezTo>
                  <a:pt x="67" y="32"/>
                  <a:pt x="71" y="38"/>
                  <a:pt x="73" y="42"/>
                </a:cubicBezTo>
                <a:cubicBezTo>
                  <a:pt x="76" y="47"/>
                  <a:pt x="79" y="51"/>
                  <a:pt x="83" y="57"/>
                </a:cubicBezTo>
                <a:cubicBezTo>
                  <a:pt x="87" y="62"/>
                  <a:pt x="88" y="64"/>
                  <a:pt x="89" y="65"/>
                </a:cubicBezTo>
                <a:cubicBezTo>
                  <a:pt x="94" y="73"/>
                  <a:pt x="97" y="82"/>
                  <a:pt x="97" y="91"/>
                </a:cubicBezTo>
                <a:close/>
                <a:moveTo>
                  <a:pt x="48" y="103"/>
                </a:moveTo>
                <a:cubicBezTo>
                  <a:pt x="48" y="101"/>
                  <a:pt x="47" y="99"/>
                  <a:pt x="46" y="97"/>
                </a:cubicBezTo>
                <a:cubicBezTo>
                  <a:pt x="46" y="97"/>
                  <a:pt x="46" y="96"/>
                  <a:pt x="45" y="95"/>
                </a:cubicBezTo>
                <a:cubicBezTo>
                  <a:pt x="44" y="93"/>
                  <a:pt x="43" y="92"/>
                  <a:pt x="42" y="91"/>
                </a:cubicBezTo>
                <a:cubicBezTo>
                  <a:pt x="42" y="90"/>
                  <a:pt x="41" y="88"/>
                  <a:pt x="40" y="87"/>
                </a:cubicBezTo>
                <a:cubicBezTo>
                  <a:pt x="39" y="85"/>
                  <a:pt x="38" y="83"/>
                  <a:pt x="38" y="82"/>
                </a:cubicBezTo>
                <a:cubicBezTo>
                  <a:pt x="38" y="81"/>
                  <a:pt x="37" y="80"/>
                  <a:pt x="36" y="80"/>
                </a:cubicBezTo>
                <a:cubicBezTo>
                  <a:pt x="35" y="80"/>
                  <a:pt x="34" y="81"/>
                  <a:pt x="34" y="82"/>
                </a:cubicBezTo>
                <a:cubicBezTo>
                  <a:pt x="34" y="83"/>
                  <a:pt x="33" y="85"/>
                  <a:pt x="32" y="87"/>
                </a:cubicBezTo>
                <a:cubicBezTo>
                  <a:pt x="31" y="88"/>
                  <a:pt x="30" y="90"/>
                  <a:pt x="30" y="91"/>
                </a:cubicBezTo>
                <a:cubicBezTo>
                  <a:pt x="29" y="92"/>
                  <a:pt x="28" y="93"/>
                  <a:pt x="27" y="95"/>
                </a:cubicBezTo>
                <a:cubicBezTo>
                  <a:pt x="26" y="96"/>
                  <a:pt x="26" y="97"/>
                  <a:pt x="26" y="97"/>
                </a:cubicBezTo>
                <a:cubicBezTo>
                  <a:pt x="25" y="99"/>
                  <a:pt x="24" y="101"/>
                  <a:pt x="24" y="103"/>
                </a:cubicBezTo>
                <a:cubicBezTo>
                  <a:pt x="24" y="107"/>
                  <a:pt x="25" y="109"/>
                  <a:pt x="27" y="112"/>
                </a:cubicBezTo>
                <a:cubicBezTo>
                  <a:pt x="30" y="114"/>
                  <a:pt x="33" y="115"/>
                  <a:pt x="36" y="115"/>
                </a:cubicBezTo>
                <a:cubicBezTo>
                  <a:pt x="39" y="115"/>
                  <a:pt x="42" y="114"/>
                  <a:pt x="45" y="112"/>
                </a:cubicBezTo>
                <a:cubicBezTo>
                  <a:pt x="47" y="109"/>
                  <a:pt x="48" y="107"/>
                  <a:pt x="48" y="1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67" name="Freeform 69"/>
          <p:cNvSpPr>
            <a:spLocks noEditPoints="1"/>
          </p:cNvSpPr>
          <p:nvPr/>
        </p:nvSpPr>
        <p:spPr bwMode="auto">
          <a:xfrm>
            <a:off x="8096095" y="1824385"/>
            <a:ext cx="244204" cy="190176"/>
          </a:xfrm>
          <a:custGeom>
            <a:avLst/>
            <a:gdLst>
              <a:gd name="T0" fmla="*/ 133 w 169"/>
              <a:gd name="T1" fmla="*/ 88 h 133"/>
              <a:gd name="T2" fmla="*/ 133 w 169"/>
              <a:gd name="T3" fmla="*/ 106 h 133"/>
              <a:gd name="T4" fmla="*/ 125 w 169"/>
              <a:gd name="T5" fmla="*/ 125 h 133"/>
              <a:gd name="T6" fmla="*/ 106 w 169"/>
              <a:gd name="T7" fmla="*/ 133 h 133"/>
              <a:gd name="T8" fmla="*/ 27 w 169"/>
              <a:gd name="T9" fmla="*/ 133 h 133"/>
              <a:gd name="T10" fmla="*/ 8 w 169"/>
              <a:gd name="T11" fmla="*/ 125 h 133"/>
              <a:gd name="T12" fmla="*/ 0 w 169"/>
              <a:gd name="T13" fmla="*/ 106 h 133"/>
              <a:gd name="T14" fmla="*/ 0 w 169"/>
              <a:gd name="T15" fmla="*/ 28 h 133"/>
              <a:gd name="T16" fmla="*/ 8 w 169"/>
              <a:gd name="T17" fmla="*/ 8 h 133"/>
              <a:gd name="T18" fmla="*/ 27 w 169"/>
              <a:gd name="T19" fmla="*/ 0 h 133"/>
              <a:gd name="T20" fmla="*/ 106 w 169"/>
              <a:gd name="T21" fmla="*/ 0 h 133"/>
              <a:gd name="T22" fmla="*/ 117 w 169"/>
              <a:gd name="T23" fmla="*/ 3 h 133"/>
              <a:gd name="T24" fmla="*/ 118 w 169"/>
              <a:gd name="T25" fmla="*/ 5 h 133"/>
              <a:gd name="T26" fmla="*/ 118 w 169"/>
              <a:gd name="T27" fmla="*/ 8 h 133"/>
              <a:gd name="T28" fmla="*/ 113 w 169"/>
              <a:gd name="T29" fmla="*/ 12 h 133"/>
              <a:gd name="T30" fmla="*/ 110 w 169"/>
              <a:gd name="T31" fmla="*/ 13 h 133"/>
              <a:gd name="T32" fmla="*/ 106 w 169"/>
              <a:gd name="T33" fmla="*/ 12 h 133"/>
              <a:gd name="T34" fmla="*/ 27 w 169"/>
              <a:gd name="T35" fmla="*/ 12 h 133"/>
              <a:gd name="T36" fmla="*/ 16 w 169"/>
              <a:gd name="T37" fmla="*/ 17 h 133"/>
              <a:gd name="T38" fmla="*/ 12 w 169"/>
              <a:gd name="T39" fmla="*/ 28 h 133"/>
              <a:gd name="T40" fmla="*/ 12 w 169"/>
              <a:gd name="T41" fmla="*/ 106 h 133"/>
              <a:gd name="T42" fmla="*/ 16 w 169"/>
              <a:gd name="T43" fmla="*/ 117 h 133"/>
              <a:gd name="T44" fmla="*/ 27 w 169"/>
              <a:gd name="T45" fmla="*/ 121 h 133"/>
              <a:gd name="T46" fmla="*/ 106 w 169"/>
              <a:gd name="T47" fmla="*/ 121 h 133"/>
              <a:gd name="T48" fmla="*/ 116 w 169"/>
              <a:gd name="T49" fmla="*/ 117 h 133"/>
              <a:gd name="T50" fmla="*/ 121 w 169"/>
              <a:gd name="T51" fmla="*/ 106 h 133"/>
              <a:gd name="T52" fmla="*/ 121 w 169"/>
              <a:gd name="T53" fmla="*/ 94 h 133"/>
              <a:gd name="T54" fmla="*/ 122 w 169"/>
              <a:gd name="T55" fmla="*/ 92 h 133"/>
              <a:gd name="T56" fmla="*/ 128 w 169"/>
              <a:gd name="T57" fmla="*/ 86 h 133"/>
              <a:gd name="T58" fmla="*/ 131 w 169"/>
              <a:gd name="T59" fmla="*/ 86 h 133"/>
              <a:gd name="T60" fmla="*/ 133 w 169"/>
              <a:gd name="T61" fmla="*/ 88 h 133"/>
              <a:gd name="T62" fmla="*/ 124 w 169"/>
              <a:gd name="T63" fmla="*/ 19 h 133"/>
              <a:gd name="T64" fmla="*/ 151 w 169"/>
              <a:gd name="T65" fmla="*/ 46 h 133"/>
              <a:gd name="T66" fmla="*/ 88 w 169"/>
              <a:gd name="T67" fmla="*/ 109 h 133"/>
              <a:gd name="T68" fmla="*/ 60 w 169"/>
              <a:gd name="T69" fmla="*/ 109 h 133"/>
              <a:gd name="T70" fmla="*/ 60 w 169"/>
              <a:gd name="T71" fmla="*/ 82 h 133"/>
              <a:gd name="T72" fmla="*/ 124 w 169"/>
              <a:gd name="T73" fmla="*/ 19 h 133"/>
              <a:gd name="T74" fmla="*/ 84 w 169"/>
              <a:gd name="T75" fmla="*/ 100 h 133"/>
              <a:gd name="T76" fmla="*/ 95 w 169"/>
              <a:gd name="T77" fmla="*/ 89 h 133"/>
              <a:gd name="T78" fmla="*/ 80 w 169"/>
              <a:gd name="T79" fmla="*/ 75 h 133"/>
              <a:gd name="T80" fmla="*/ 69 w 169"/>
              <a:gd name="T81" fmla="*/ 86 h 133"/>
              <a:gd name="T82" fmla="*/ 69 w 169"/>
              <a:gd name="T83" fmla="*/ 91 h 133"/>
              <a:gd name="T84" fmla="*/ 78 w 169"/>
              <a:gd name="T85" fmla="*/ 91 h 133"/>
              <a:gd name="T86" fmla="*/ 78 w 169"/>
              <a:gd name="T87" fmla="*/ 100 h 133"/>
              <a:gd name="T88" fmla="*/ 84 w 169"/>
              <a:gd name="T89" fmla="*/ 100 h 133"/>
              <a:gd name="T90" fmla="*/ 125 w 169"/>
              <a:gd name="T91" fmla="*/ 32 h 133"/>
              <a:gd name="T92" fmla="*/ 122 w 169"/>
              <a:gd name="T93" fmla="*/ 32 h 133"/>
              <a:gd name="T94" fmla="*/ 89 w 169"/>
              <a:gd name="T95" fmla="*/ 65 h 133"/>
              <a:gd name="T96" fmla="*/ 89 w 169"/>
              <a:gd name="T97" fmla="*/ 68 h 133"/>
              <a:gd name="T98" fmla="*/ 92 w 169"/>
              <a:gd name="T99" fmla="*/ 68 h 133"/>
              <a:gd name="T100" fmla="*/ 125 w 169"/>
              <a:gd name="T101" fmla="*/ 35 h 133"/>
              <a:gd name="T102" fmla="*/ 125 w 169"/>
              <a:gd name="T103" fmla="*/ 32 h 133"/>
              <a:gd name="T104" fmla="*/ 166 w 169"/>
              <a:gd name="T105" fmla="*/ 31 h 133"/>
              <a:gd name="T106" fmla="*/ 157 w 169"/>
              <a:gd name="T107" fmla="*/ 40 h 133"/>
              <a:gd name="T108" fmla="*/ 130 w 169"/>
              <a:gd name="T109" fmla="*/ 12 h 133"/>
              <a:gd name="T110" fmla="*/ 139 w 169"/>
              <a:gd name="T111" fmla="*/ 4 h 133"/>
              <a:gd name="T112" fmla="*/ 145 w 169"/>
              <a:gd name="T113" fmla="*/ 1 h 133"/>
              <a:gd name="T114" fmla="*/ 151 w 169"/>
              <a:gd name="T115" fmla="*/ 4 h 133"/>
              <a:gd name="T116" fmla="*/ 166 w 169"/>
              <a:gd name="T117" fmla="*/ 18 h 133"/>
              <a:gd name="T118" fmla="*/ 169 w 169"/>
              <a:gd name="T119" fmla="*/ 25 h 133"/>
              <a:gd name="T120" fmla="*/ 166 w 169"/>
              <a:gd name="T121" fmla="*/ 31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69" h="133">
                <a:moveTo>
                  <a:pt x="133" y="88"/>
                </a:moveTo>
                <a:cubicBezTo>
                  <a:pt x="133" y="106"/>
                  <a:pt x="133" y="106"/>
                  <a:pt x="133" y="106"/>
                </a:cubicBezTo>
                <a:cubicBezTo>
                  <a:pt x="133" y="114"/>
                  <a:pt x="130" y="120"/>
                  <a:pt x="125" y="125"/>
                </a:cubicBezTo>
                <a:cubicBezTo>
                  <a:pt x="120" y="131"/>
                  <a:pt x="113" y="133"/>
                  <a:pt x="106" y="133"/>
                </a:cubicBezTo>
                <a:cubicBezTo>
                  <a:pt x="27" y="133"/>
                  <a:pt x="27" y="133"/>
                  <a:pt x="27" y="133"/>
                </a:cubicBezTo>
                <a:cubicBezTo>
                  <a:pt x="20" y="133"/>
                  <a:pt x="13" y="131"/>
                  <a:pt x="8" y="125"/>
                </a:cubicBezTo>
                <a:cubicBezTo>
                  <a:pt x="3" y="120"/>
                  <a:pt x="0" y="114"/>
                  <a:pt x="0" y="106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0"/>
                  <a:pt x="3" y="14"/>
                  <a:pt x="8" y="8"/>
                </a:cubicBezTo>
                <a:cubicBezTo>
                  <a:pt x="13" y="3"/>
                  <a:pt x="20" y="0"/>
                  <a:pt x="27" y="0"/>
                </a:cubicBezTo>
                <a:cubicBezTo>
                  <a:pt x="106" y="0"/>
                  <a:pt x="106" y="0"/>
                  <a:pt x="106" y="0"/>
                </a:cubicBezTo>
                <a:cubicBezTo>
                  <a:pt x="110" y="0"/>
                  <a:pt x="113" y="1"/>
                  <a:pt x="117" y="3"/>
                </a:cubicBezTo>
                <a:cubicBezTo>
                  <a:pt x="118" y="3"/>
                  <a:pt x="118" y="4"/>
                  <a:pt x="118" y="5"/>
                </a:cubicBezTo>
                <a:cubicBezTo>
                  <a:pt x="119" y="6"/>
                  <a:pt x="118" y="7"/>
                  <a:pt x="118" y="8"/>
                </a:cubicBezTo>
                <a:cubicBezTo>
                  <a:pt x="113" y="12"/>
                  <a:pt x="113" y="12"/>
                  <a:pt x="113" y="12"/>
                </a:cubicBezTo>
                <a:cubicBezTo>
                  <a:pt x="112" y="13"/>
                  <a:pt x="111" y="13"/>
                  <a:pt x="110" y="13"/>
                </a:cubicBezTo>
                <a:cubicBezTo>
                  <a:pt x="109" y="13"/>
                  <a:pt x="107" y="12"/>
                  <a:pt x="106" y="12"/>
                </a:cubicBezTo>
                <a:cubicBezTo>
                  <a:pt x="27" y="12"/>
                  <a:pt x="27" y="12"/>
                  <a:pt x="27" y="12"/>
                </a:cubicBezTo>
                <a:cubicBezTo>
                  <a:pt x="23" y="12"/>
                  <a:pt x="19" y="14"/>
                  <a:pt x="16" y="17"/>
                </a:cubicBezTo>
                <a:cubicBezTo>
                  <a:pt x="13" y="20"/>
                  <a:pt x="12" y="23"/>
                  <a:pt x="12" y="28"/>
                </a:cubicBezTo>
                <a:cubicBezTo>
                  <a:pt x="12" y="106"/>
                  <a:pt x="12" y="106"/>
                  <a:pt x="12" y="106"/>
                </a:cubicBezTo>
                <a:cubicBezTo>
                  <a:pt x="12" y="110"/>
                  <a:pt x="13" y="114"/>
                  <a:pt x="16" y="117"/>
                </a:cubicBezTo>
                <a:cubicBezTo>
                  <a:pt x="19" y="120"/>
                  <a:pt x="23" y="121"/>
                  <a:pt x="27" y="121"/>
                </a:cubicBezTo>
                <a:cubicBezTo>
                  <a:pt x="106" y="121"/>
                  <a:pt x="106" y="121"/>
                  <a:pt x="106" y="121"/>
                </a:cubicBezTo>
                <a:cubicBezTo>
                  <a:pt x="110" y="121"/>
                  <a:pt x="113" y="120"/>
                  <a:pt x="116" y="117"/>
                </a:cubicBezTo>
                <a:cubicBezTo>
                  <a:pt x="119" y="114"/>
                  <a:pt x="121" y="110"/>
                  <a:pt x="121" y="106"/>
                </a:cubicBezTo>
                <a:cubicBezTo>
                  <a:pt x="121" y="94"/>
                  <a:pt x="121" y="94"/>
                  <a:pt x="121" y="94"/>
                </a:cubicBezTo>
                <a:cubicBezTo>
                  <a:pt x="121" y="94"/>
                  <a:pt x="121" y="93"/>
                  <a:pt x="122" y="92"/>
                </a:cubicBezTo>
                <a:cubicBezTo>
                  <a:pt x="128" y="86"/>
                  <a:pt x="128" y="86"/>
                  <a:pt x="128" y="86"/>
                </a:cubicBezTo>
                <a:cubicBezTo>
                  <a:pt x="129" y="85"/>
                  <a:pt x="130" y="85"/>
                  <a:pt x="131" y="86"/>
                </a:cubicBezTo>
                <a:cubicBezTo>
                  <a:pt x="132" y="86"/>
                  <a:pt x="133" y="87"/>
                  <a:pt x="133" y="88"/>
                </a:cubicBezTo>
                <a:close/>
                <a:moveTo>
                  <a:pt x="124" y="19"/>
                </a:moveTo>
                <a:cubicBezTo>
                  <a:pt x="151" y="46"/>
                  <a:pt x="151" y="46"/>
                  <a:pt x="151" y="46"/>
                </a:cubicBezTo>
                <a:cubicBezTo>
                  <a:pt x="88" y="109"/>
                  <a:pt x="88" y="109"/>
                  <a:pt x="88" y="109"/>
                </a:cubicBezTo>
                <a:cubicBezTo>
                  <a:pt x="60" y="109"/>
                  <a:pt x="60" y="109"/>
                  <a:pt x="60" y="109"/>
                </a:cubicBezTo>
                <a:cubicBezTo>
                  <a:pt x="60" y="82"/>
                  <a:pt x="60" y="82"/>
                  <a:pt x="60" y="82"/>
                </a:cubicBezTo>
                <a:lnTo>
                  <a:pt x="124" y="19"/>
                </a:lnTo>
                <a:close/>
                <a:moveTo>
                  <a:pt x="84" y="100"/>
                </a:moveTo>
                <a:cubicBezTo>
                  <a:pt x="95" y="89"/>
                  <a:pt x="95" y="89"/>
                  <a:pt x="95" y="89"/>
                </a:cubicBezTo>
                <a:cubicBezTo>
                  <a:pt x="80" y="75"/>
                  <a:pt x="80" y="75"/>
                  <a:pt x="80" y="75"/>
                </a:cubicBezTo>
                <a:cubicBezTo>
                  <a:pt x="69" y="86"/>
                  <a:pt x="69" y="86"/>
                  <a:pt x="69" y="86"/>
                </a:cubicBezTo>
                <a:cubicBezTo>
                  <a:pt x="69" y="91"/>
                  <a:pt x="69" y="91"/>
                  <a:pt x="69" y="91"/>
                </a:cubicBezTo>
                <a:cubicBezTo>
                  <a:pt x="78" y="91"/>
                  <a:pt x="78" y="91"/>
                  <a:pt x="78" y="91"/>
                </a:cubicBezTo>
                <a:cubicBezTo>
                  <a:pt x="78" y="100"/>
                  <a:pt x="78" y="100"/>
                  <a:pt x="78" y="100"/>
                </a:cubicBezTo>
                <a:lnTo>
                  <a:pt x="84" y="100"/>
                </a:lnTo>
                <a:close/>
                <a:moveTo>
                  <a:pt x="125" y="32"/>
                </a:moveTo>
                <a:cubicBezTo>
                  <a:pt x="124" y="31"/>
                  <a:pt x="123" y="31"/>
                  <a:pt x="122" y="32"/>
                </a:cubicBezTo>
                <a:cubicBezTo>
                  <a:pt x="89" y="65"/>
                  <a:pt x="89" y="65"/>
                  <a:pt x="89" y="65"/>
                </a:cubicBezTo>
                <a:cubicBezTo>
                  <a:pt x="88" y="66"/>
                  <a:pt x="88" y="67"/>
                  <a:pt x="89" y="68"/>
                </a:cubicBezTo>
                <a:cubicBezTo>
                  <a:pt x="90" y="69"/>
                  <a:pt x="91" y="69"/>
                  <a:pt x="92" y="68"/>
                </a:cubicBezTo>
                <a:cubicBezTo>
                  <a:pt x="125" y="35"/>
                  <a:pt x="125" y="35"/>
                  <a:pt x="125" y="35"/>
                </a:cubicBezTo>
                <a:cubicBezTo>
                  <a:pt x="126" y="34"/>
                  <a:pt x="126" y="33"/>
                  <a:pt x="125" y="32"/>
                </a:cubicBezTo>
                <a:close/>
                <a:moveTo>
                  <a:pt x="166" y="31"/>
                </a:moveTo>
                <a:cubicBezTo>
                  <a:pt x="157" y="40"/>
                  <a:pt x="157" y="40"/>
                  <a:pt x="157" y="40"/>
                </a:cubicBezTo>
                <a:cubicBezTo>
                  <a:pt x="130" y="12"/>
                  <a:pt x="130" y="12"/>
                  <a:pt x="130" y="12"/>
                </a:cubicBezTo>
                <a:cubicBezTo>
                  <a:pt x="139" y="4"/>
                  <a:pt x="139" y="4"/>
                  <a:pt x="139" y="4"/>
                </a:cubicBezTo>
                <a:cubicBezTo>
                  <a:pt x="140" y="2"/>
                  <a:pt x="143" y="1"/>
                  <a:pt x="145" y="1"/>
                </a:cubicBezTo>
                <a:cubicBezTo>
                  <a:pt x="148" y="1"/>
                  <a:pt x="150" y="2"/>
                  <a:pt x="151" y="4"/>
                </a:cubicBezTo>
                <a:cubicBezTo>
                  <a:pt x="166" y="18"/>
                  <a:pt x="166" y="18"/>
                  <a:pt x="166" y="18"/>
                </a:cubicBezTo>
                <a:cubicBezTo>
                  <a:pt x="168" y="20"/>
                  <a:pt x="169" y="22"/>
                  <a:pt x="169" y="25"/>
                </a:cubicBezTo>
                <a:cubicBezTo>
                  <a:pt x="169" y="27"/>
                  <a:pt x="168" y="29"/>
                  <a:pt x="166" y="3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68" name="Freeform 70"/>
          <p:cNvSpPr>
            <a:spLocks noEditPoints="1"/>
          </p:cNvSpPr>
          <p:nvPr/>
        </p:nvSpPr>
        <p:spPr bwMode="auto">
          <a:xfrm>
            <a:off x="8402971" y="1807097"/>
            <a:ext cx="224755" cy="207464"/>
          </a:xfrm>
          <a:custGeom>
            <a:avLst/>
            <a:gdLst>
              <a:gd name="T0" fmla="*/ 133 w 157"/>
              <a:gd name="T1" fmla="*/ 118 h 145"/>
              <a:gd name="T2" fmla="*/ 105 w 157"/>
              <a:gd name="T3" fmla="*/ 145 h 145"/>
              <a:gd name="T4" fmla="*/ 8 w 157"/>
              <a:gd name="T5" fmla="*/ 137 h 145"/>
              <a:gd name="T6" fmla="*/ 0 w 157"/>
              <a:gd name="T7" fmla="*/ 40 h 145"/>
              <a:gd name="T8" fmla="*/ 27 w 157"/>
              <a:gd name="T9" fmla="*/ 12 h 145"/>
              <a:gd name="T10" fmla="*/ 53 w 157"/>
              <a:gd name="T11" fmla="*/ 13 h 145"/>
              <a:gd name="T12" fmla="*/ 51 w 157"/>
              <a:gd name="T13" fmla="*/ 18 h 145"/>
              <a:gd name="T14" fmla="*/ 37 w 157"/>
              <a:gd name="T15" fmla="*/ 24 h 145"/>
              <a:gd name="T16" fmla="*/ 16 w 157"/>
              <a:gd name="T17" fmla="*/ 29 h 145"/>
              <a:gd name="T18" fmla="*/ 12 w 157"/>
              <a:gd name="T19" fmla="*/ 118 h 145"/>
              <a:gd name="T20" fmla="*/ 27 w 157"/>
              <a:gd name="T21" fmla="*/ 133 h 145"/>
              <a:gd name="T22" fmla="*/ 116 w 157"/>
              <a:gd name="T23" fmla="*/ 129 h 145"/>
              <a:gd name="T24" fmla="*/ 121 w 157"/>
              <a:gd name="T25" fmla="*/ 98 h 145"/>
              <a:gd name="T26" fmla="*/ 127 w 157"/>
              <a:gd name="T27" fmla="*/ 92 h 145"/>
              <a:gd name="T28" fmla="*/ 133 w 157"/>
              <a:gd name="T29" fmla="*/ 94 h 145"/>
              <a:gd name="T30" fmla="*/ 119 w 157"/>
              <a:gd name="T31" fmla="*/ 83 h 145"/>
              <a:gd name="T32" fmla="*/ 112 w 157"/>
              <a:gd name="T33" fmla="*/ 84 h 145"/>
              <a:gd name="T34" fmla="*/ 109 w 157"/>
              <a:gd name="T35" fmla="*/ 61 h 145"/>
              <a:gd name="T36" fmla="*/ 52 w 157"/>
              <a:gd name="T37" fmla="*/ 73 h 145"/>
              <a:gd name="T38" fmla="*/ 43 w 157"/>
              <a:gd name="T39" fmla="*/ 121 h 145"/>
              <a:gd name="T40" fmla="*/ 39 w 157"/>
              <a:gd name="T41" fmla="*/ 120 h 145"/>
              <a:gd name="T42" fmla="*/ 34 w 157"/>
              <a:gd name="T43" fmla="*/ 111 h 145"/>
              <a:gd name="T44" fmla="*/ 25 w 157"/>
              <a:gd name="T45" fmla="*/ 90 h 145"/>
              <a:gd name="T46" fmla="*/ 24 w 157"/>
              <a:gd name="T47" fmla="*/ 70 h 145"/>
              <a:gd name="T48" fmla="*/ 28 w 157"/>
              <a:gd name="T49" fmla="*/ 53 h 145"/>
              <a:gd name="T50" fmla="*/ 39 w 157"/>
              <a:gd name="T51" fmla="*/ 39 h 145"/>
              <a:gd name="T52" fmla="*/ 60 w 157"/>
              <a:gd name="T53" fmla="*/ 28 h 145"/>
              <a:gd name="T54" fmla="*/ 93 w 157"/>
              <a:gd name="T55" fmla="*/ 24 h 145"/>
              <a:gd name="T56" fmla="*/ 109 w 157"/>
              <a:gd name="T57" fmla="*/ 6 h 145"/>
              <a:gd name="T58" fmla="*/ 115 w 157"/>
              <a:gd name="T59" fmla="*/ 0 h 145"/>
              <a:gd name="T60" fmla="*/ 155 w 157"/>
              <a:gd name="T61" fmla="*/ 38 h 145"/>
              <a:gd name="T62" fmla="*/ 155 w 157"/>
              <a:gd name="T63" fmla="*/ 47 h 1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57" h="145">
                <a:moveTo>
                  <a:pt x="133" y="94"/>
                </a:moveTo>
                <a:cubicBezTo>
                  <a:pt x="133" y="118"/>
                  <a:pt x="133" y="118"/>
                  <a:pt x="133" y="118"/>
                </a:cubicBezTo>
                <a:cubicBezTo>
                  <a:pt x="133" y="126"/>
                  <a:pt x="130" y="132"/>
                  <a:pt x="125" y="137"/>
                </a:cubicBezTo>
                <a:cubicBezTo>
                  <a:pt x="119" y="143"/>
                  <a:pt x="113" y="145"/>
                  <a:pt x="105" y="145"/>
                </a:cubicBezTo>
                <a:cubicBezTo>
                  <a:pt x="27" y="145"/>
                  <a:pt x="27" y="145"/>
                  <a:pt x="27" y="145"/>
                </a:cubicBezTo>
                <a:cubicBezTo>
                  <a:pt x="19" y="145"/>
                  <a:pt x="13" y="143"/>
                  <a:pt x="8" y="137"/>
                </a:cubicBezTo>
                <a:cubicBezTo>
                  <a:pt x="2" y="132"/>
                  <a:pt x="0" y="126"/>
                  <a:pt x="0" y="118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32"/>
                  <a:pt x="2" y="26"/>
                  <a:pt x="8" y="20"/>
                </a:cubicBezTo>
                <a:cubicBezTo>
                  <a:pt x="13" y="15"/>
                  <a:pt x="19" y="12"/>
                  <a:pt x="27" y="12"/>
                </a:cubicBezTo>
                <a:cubicBezTo>
                  <a:pt x="51" y="12"/>
                  <a:pt x="51" y="12"/>
                  <a:pt x="51" y="12"/>
                </a:cubicBezTo>
                <a:cubicBezTo>
                  <a:pt x="52" y="12"/>
                  <a:pt x="52" y="13"/>
                  <a:pt x="53" y="13"/>
                </a:cubicBezTo>
                <a:cubicBezTo>
                  <a:pt x="54" y="14"/>
                  <a:pt x="54" y="15"/>
                  <a:pt x="54" y="15"/>
                </a:cubicBezTo>
                <a:cubicBezTo>
                  <a:pt x="54" y="17"/>
                  <a:pt x="53" y="18"/>
                  <a:pt x="51" y="18"/>
                </a:cubicBezTo>
                <a:cubicBezTo>
                  <a:pt x="47" y="20"/>
                  <a:pt x="42" y="22"/>
                  <a:pt x="39" y="24"/>
                </a:cubicBezTo>
                <a:cubicBezTo>
                  <a:pt x="38" y="24"/>
                  <a:pt x="38" y="24"/>
                  <a:pt x="37" y="24"/>
                </a:cubicBezTo>
                <a:cubicBezTo>
                  <a:pt x="27" y="24"/>
                  <a:pt x="27" y="24"/>
                  <a:pt x="27" y="24"/>
                </a:cubicBezTo>
                <a:cubicBezTo>
                  <a:pt x="23" y="24"/>
                  <a:pt x="19" y="26"/>
                  <a:pt x="16" y="29"/>
                </a:cubicBezTo>
                <a:cubicBezTo>
                  <a:pt x="13" y="32"/>
                  <a:pt x="12" y="35"/>
                  <a:pt x="12" y="40"/>
                </a:cubicBezTo>
                <a:cubicBezTo>
                  <a:pt x="12" y="118"/>
                  <a:pt x="12" y="118"/>
                  <a:pt x="12" y="118"/>
                </a:cubicBezTo>
                <a:cubicBezTo>
                  <a:pt x="12" y="122"/>
                  <a:pt x="13" y="126"/>
                  <a:pt x="16" y="129"/>
                </a:cubicBezTo>
                <a:cubicBezTo>
                  <a:pt x="19" y="132"/>
                  <a:pt x="23" y="133"/>
                  <a:pt x="27" y="133"/>
                </a:cubicBezTo>
                <a:cubicBezTo>
                  <a:pt x="105" y="133"/>
                  <a:pt x="105" y="133"/>
                  <a:pt x="105" y="133"/>
                </a:cubicBezTo>
                <a:cubicBezTo>
                  <a:pt x="110" y="133"/>
                  <a:pt x="113" y="132"/>
                  <a:pt x="116" y="129"/>
                </a:cubicBezTo>
                <a:cubicBezTo>
                  <a:pt x="119" y="126"/>
                  <a:pt x="121" y="122"/>
                  <a:pt x="121" y="118"/>
                </a:cubicBezTo>
                <a:cubicBezTo>
                  <a:pt x="121" y="98"/>
                  <a:pt x="121" y="98"/>
                  <a:pt x="121" y="98"/>
                </a:cubicBezTo>
                <a:cubicBezTo>
                  <a:pt x="121" y="97"/>
                  <a:pt x="121" y="96"/>
                  <a:pt x="122" y="95"/>
                </a:cubicBezTo>
                <a:cubicBezTo>
                  <a:pt x="124" y="94"/>
                  <a:pt x="126" y="93"/>
                  <a:pt x="127" y="92"/>
                </a:cubicBezTo>
                <a:cubicBezTo>
                  <a:pt x="128" y="91"/>
                  <a:pt x="130" y="91"/>
                  <a:pt x="131" y="91"/>
                </a:cubicBezTo>
                <a:cubicBezTo>
                  <a:pt x="132" y="92"/>
                  <a:pt x="133" y="92"/>
                  <a:pt x="133" y="94"/>
                </a:cubicBezTo>
                <a:close/>
                <a:moveTo>
                  <a:pt x="155" y="47"/>
                </a:moveTo>
                <a:cubicBezTo>
                  <a:pt x="119" y="83"/>
                  <a:pt x="119" y="83"/>
                  <a:pt x="119" y="83"/>
                </a:cubicBezTo>
                <a:cubicBezTo>
                  <a:pt x="118" y="84"/>
                  <a:pt x="116" y="85"/>
                  <a:pt x="115" y="85"/>
                </a:cubicBezTo>
                <a:cubicBezTo>
                  <a:pt x="114" y="85"/>
                  <a:pt x="113" y="85"/>
                  <a:pt x="112" y="84"/>
                </a:cubicBezTo>
                <a:cubicBezTo>
                  <a:pt x="110" y="83"/>
                  <a:pt x="109" y="82"/>
                  <a:pt x="109" y="79"/>
                </a:cubicBezTo>
                <a:cubicBezTo>
                  <a:pt x="109" y="61"/>
                  <a:pt x="109" y="61"/>
                  <a:pt x="109" y="61"/>
                </a:cubicBezTo>
                <a:cubicBezTo>
                  <a:pt x="93" y="61"/>
                  <a:pt x="93" y="61"/>
                  <a:pt x="93" y="61"/>
                </a:cubicBezTo>
                <a:cubicBezTo>
                  <a:pt x="73" y="61"/>
                  <a:pt x="59" y="65"/>
                  <a:pt x="52" y="73"/>
                </a:cubicBezTo>
                <a:cubicBezTo>
                  <a:pt x="44" y="82"/>
                  <a:pt x="42" y="97"/>
                  <a:pt x="45" y="118"/>
                </a:cubicBezTo>
                <a:cubicBezTo>
                  <a:pt x="45" y="119"/>
                  <a:pt x="45" y="120"/>
                  <a:pt x="43" y="121"/>
                </a:cubicBezTo>
                <a:cubicBezTo>
                  <a:pt x="43" y="121"/>
                  <a:pt x="42" y="121"/>
                  <a:pt x="42" y="121"/>
                </a:cubicBezTo>
                <a:cubicBezTo>
                  <a:pt x="41" y="121"/>
                  <a:pt x="40" y="121"/>
                  <a:pt x="39" y="120"/>
                </a:cubicBezTo>
                <a:cubicBezTo>
                  <a:pt x="39" y="119"/>
                  <a:pt x="38" y="118"/>
                  <a:pt x="37" y="117"/>
                </a:cubicBezTo>
                <a:cubicBezTo>
                  <a:pt x="37" y="116"/>
                  <a:pt x="36" y="114"/>
                  <a:pt x="34" y="111"/>
                </a:cubicBezTo>
                <a:cubicBezTo>
                  <a:pt x="32" y="107"/>
                  <a:pt x="30" y="104"/>
                  <a:pt x="29" y="101"/>
                </a:cubicBezTo>
                <a:cubicBezTo>
                  <a:pt x="28" y="98"/>
                  <a:pt x="27" y="95"/>
                  <a:pt x="25" y="90"/>
                </a:cubicBezTo>
                <a:cubicBezTo>
                  <a:pt x="24" y="86"/>
                  <a:pt x="24" y="82"/>
                  <a:pt x="24" y="79"/>
                </a:cubicBezTo>
                <a:cubicBezTo>
                  <a:pt x="24" y="76"/>
                  <a:pt x="24" y="73"/>
                  <a:pt x="24" y="70"/>
                </a:cubicBezTo>
                <a:cubicBezTo>
                  <a:pt x="24" y="68"/>
                  <a:pt x="25" y="65"/>
                  <a:pt x="25" y="62"/>
                </a:cubicBezTo>
                <a:cubicBezTo>
                  <a:pt x="26" y="59"/>
                  <a:pt x="27" y="56"/>
                  <a:pt x="28" y="53"/>
                </a:cubicBezTo>
                <a:cubicBezTo>
                  <a:pt x="29" y="51"/>
                  <a:pt x="31" y="48"/>
                  <a:pt x="33" y="46"/>
                </a:cubicBezTo>
                <a:cubicBezTo>
                  <a:pt x="34" y="43"/>
                  <a:pt x="37" y="41"/>
                  <a:pt x="39" y="39"/>
                </a:cubicBezTo>
                <a:cubicBezTo>
                  <a:pt x="41" y="37"/>
                  <a:pt x="44" y="35"/>
                  <a:pt x="48" y="33"/>
                </a:cubicBezTo>
                <a:cubicBezTo>
                  <a:pt x="51" y="31"/>
                  <a:pt x="55" y="30"/>
                  <a:pt x="60" y="28"/>
                </a:cubicBezTo>
                <a:cubicBezTo>
                  <a:pt x="64" y="27"/>
                  <a:pt x="69" y="26"/>
                  <a:pt x="75" y="25"/>
                </a:cubicBezTo>
                <a:cubicBezTo>
                  <a:pt x="81" y="25"/>
                  <a:pt x="87" y="24"/>
                  <a:pt x="93" y="24"/>
                </a:cubicBezTo>
                <a:cubicBezTo>
                  <a:pt x="109" y="24"/>
                  <a:pt x="109" y="24"/>
                  <a:pt x="109" y="24"/>
                </a:cubicBezTo>
                <a:cubicBezTo>
                  <a:pt x="109" y="6"/>
                  <a:pt x="109" y="6"/>
                  <a:pt x="109" y="6"/>
                </a:cubicBezTo>
                <a:cubicBezTo>
                  <a:pt x="109" y="4"/>
                  <a:pt x="110" y="2"/>
                  <a:pt x="112" y="1"/>
                </a:cubicBezTo>
                <a:cubicBezTo>
                  <a:pt x="113" y="0"/>
                  <a:pt x="114" y="0"/>
                  <a:pt x="115" y="0"/>
                </a:cubicBezTo>
                <a:cubicBezTo>
                  <a:pt x="116" y="0"/>
                  <a:pt x="118" y="1"/>
                  <a:pt x="119" y="2"/>
                </a:cubicBezTo>
                <a:cubicBezTo>
                  <a:pt x="155" y="38"/>
                  <a:pt x="155" y="38"/>
                  <a:pt x="155" y="38"/>
                </a:cubicBezTo>
                <a:cubicBezTo>
                  <a:pt x="156" y="40"/>
                  <a:pt x="157" y="41"/>
                  <a:pt x="157" y="43"/>
                </a:cubicBezTo>
                <a:cubicBezTo>
                  <a:pt x="157" y="44"/>
                  <a:pt x="156" y="46"/>
                  <a:pt x="155" y="4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69" name="Freeform 71"/>
          <p:cNvSpPr>
            <a:spLocks noEditPoints="1"/>
          </p:cNvSpPr>
          <p:nvPr/>
        </p:nvSpPr>
        <p:spPr bwMode="auto">
          <a:xfrm>
            <a:off x="8688235" y="1824385"/>
            <a:ext cx="224755" cy="190176"/>
          </a:xfrm>
          <a:custGeom>
            <a:avLst/>
            <a:gdLst>
              <a:gd name="T0" fmla="*/ 133 w 157"/>
              <a:gd name="T1" fmla="*/ 76 h 133"/>
              <a:gd name="T2" fmla="*/ 133 w 157"/>
              <a:gd name="T3" fmla="*/ 106 h 133"/>
              <a:gd name="T4" fmla="*/ 125 w 157"/>
              <a:gd name="T5" fmla="*/ 125 h 133"/>
              <a:gd name="T6" fmla="*/ 106 w 157"/>
              <a:gd name="T7" fmla="*/ 133 h 133"/>
              <a:gd name="T8" fmla="*/ 27 w 157"/>
              <a:gd name="T9" fmla="*/ 133 h 133"/>
              <a:gd name="T10" fmla="*/ 8 w 157"/>
              <a:gd name="T11" fmla="*/ 125 h 133"/>
              <a:gd name="T12" fmla="*/ 0 w 157"/>
              <a:gd name="T13" fmla="*/ 106 h 133"/>
              <a:gd name="T14" fmla="*/ 0 w 157"/>
              <a:gd name="T15" fmla="*/ 28 h 133"/>
              <a:gd name="T16" fmla="*/ 8 w 157"/>
              <a:gd name="T17" fmla="*/ 8 h 133"/>
              <a:gd name="T18" fmla="*/ 27 w 157"/>
              <a:gd name="T19" fmla="*/ 0 h 133"/>
              <a:gd name="T20" fmla="*/ 106 w 157"/>
              <a:gd name="T21" fmla="*/ 0 h 133"/>
              <a:gd name="T22" fmla="*/ 117 w 157"/>
              <a:gd name="T23" fmla="*/ 3 h 133"/>
              <a:gd name="T24" fmla="*/ 119 w 157"/>
              <a:gd name="T25" fmla="*/ 5 h 133"/>
              <a:gd name="T26" fmla="*/ 118 w 157"/>
              <a:gd name="T27" fmla="*/ 8 h 133"/>
              <a:gd name="T28" fmla="*/ 113 w 157"/>
              <a:gd name="T29" fmla="*/ 12 h 133"/>
              <a:gd name="T30" fmla="*/ 111 w 157"/>
              <a:gd name="T31" fmla="*/ 13 h 133"/>
              <a:gd name="T32" fmla="*/ 110 w 157"/>
              <a:gd name="T33" fmla="*/ 13 h 133"/>
              <a:gd name="T34" fmla="*/ 106 w 157"/>
              <a:gd name="T35" fmla="*/ 12 h 133"/>
              <a:gd name="T36" fmla="*/ 27 w 157"/>
              <a:gd name="T37" fmla="*/ 12 h 133"/>
              <a:gd name="T38" fmla="*/ 17 w 157"/>
              <a:gd name="T39" fmla="*/ 17 h 133"/>
              <a:gd name="T40" fmla="*/ 12 w 157"/>
              <a:gd name="T41" fmla="*/ 28 h 133"/>
              <a:gd name="T42" fmla="*/ 12 w 157"/>
              <a:gd name="T43" fmla="*/ 106 h 133"/>
              <a:gd name="T44" fmla="*/ 17 w 157"/>
              <a:gd name="T45" fmla="*/ 117 h 133"/>
              <a:gd name="T46" fmla="*/ 27 w 157"/>
              <a:gd name="T47" fmla="*/ 121 h 133"/>
              <a:gd name="T48" fmla="*/ 106 w 157"/>
              <a:gd name="T49" fmla="*/ 121 h 133"/>
              <a:gd name="T50" fmla="*/ 117 w 157"/>
              <a:gd name="T51" fmla="*/ 117 h 133"/>
              <a:gd name="T52" fmla="*/ 121 w 157"/>
              <a:gd name="T53" fmla="*/ 106 h 133"/>
              <a:gd name="T54" fmla="*/ 121 w 157"/>
              <a:gd name="T55" fmla="*/ 82 h 133"/>
              <a:gd name="T56" fmla="*/ 122 w 157"/>
              <a:gd name="T57" fmla="*/ 80 h 133"/>
              <a:gd name="T58" fmla="*/ 128 w 157"/>
              <a:gd name="T59" fmla="*/ 74 h 133"/>
              <a:gd name="T60" fmla="*/ 130 w 157"/>
              <a:gd name="T61" fmla="*/ 73 h 133"/>
              <a:gd name="T62" fmla="*/ 131 w 157"/>
              <a:gd name="T63" fmla="*/ 73 h 133"/>
              <a:gd name="T64" fmla="*/ 133 w 157"/>
              <a:gd name="T65" fmla="*/ 76 h 133"/>
              <a:gd name="T66" fmla="*/ 155 w 157"/>
              <a:gd name="T67" fmla="*/ 30 h 133"/>
              <a:gd name="T68" fmla="*/ 78 w 157"/>
              <a:gd name="T69" fmla="*/ 107 h 133"/>
              <a:gd name="T70" fmla="*/ 73 w 157"/>
              <a:gd name="T71" fmla="*/ 109 h 133"/>
              <a:gd name="T72" fmla="*/ 67 w 157"/>
              <a:gd name="T73" fmla="*/ 107 h 133"/>
              <a:gd name="T74" fmla="*/ 27 w 157"/>
              <a:gd name="T75" fmla="*/ 66 h 133"/>
              <a:gd name="T76" fmla="*/ 25 w 157"/>
              <a:gd name="T77" fmla="*/ 61 h 133"/>
              <a:gd name="T78" fmla="*/ 27 w 157"/>
              <a:gd name="T79" fmla="*/ 55 h 133"/>
              <a:gd name="T80" fmla="*/ 37 w 157"/>
              <a:gd name="T81" fmla="*/ 45 h 133"/>
              <a:gd name="T82" fmla="*/ 43 w 157"/>
              <a:gd name="T83" fmla="*/ 43 h 133"/>
              <a:gd name="T84" fmla="*/ 48 w 157"/>
              <a:gd name="T85" fmla="*/ 45 h 133"/>
              <a:gd name="T86" fmla="*/ 73 w 157"/>
              <a:gd name="T87" fmla="*/ 70 h 133"/>
              <a:gd name="T88" fmla="*/ 134 w 157"/>
              <a:gd name="T89" fmla="*/ 9 h 133"/>
              <a:gd name="T90" fmla="*/ 139 w 157"/>
              <a:gd name="T91" fmla="*/ 6 h 133"/>
              <a:gd name="T92" fmla="*/ 145 w 157"/>
              <a:gd name="T93" fmla="*/ 9 h 133"/>
              <a:gd name="T94" fmla="*/ 155 w 157"/>
              <a:gd name="T95" fmla="*/ 19 h 133"/>
              <a:gd name="T96" fmla="*/ 157 w 157"/>
              <a:gd name="T97" fmla="*/ 25 h 133"/>
              <a:gd name="T98" fmla="*/ 155 w 157"/>
              <a:gd name="T99" fmla="*/ 30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57" h="133">
                <a:moveTo>
                  <a:pt x="133" y="76"/>
                </a:moveTo>
                <a:cubicBezTo>
                  <a:pt x="133" y="106"/>
                  <a:pt x="133" y="106"/>
                  <a:pt x="133" y="106"/>
                </a:cubicBezTo>
                <a:cubicBezTo>
                  <a:pt x="133" y="114"/>
                  <a:pt x="131" y="120"/>
                  <a:pt x="125" y="125"/>
                </a:cubicBezTo>
                <a:cubicBezTo>
                  <a:pt x="120" y="131"/>
                  <a:pt x="114" y="133"/>
                  <a:pt x="106" y="133"/>
                </a:cubicBezTo>
                <a:cubicBezTo>
                  <a:pt x="27" y="133"/>
                  <a:pt x="27" y="133"/>
                  <a:pt x="27" y="133"/>
                </a:cubicBezTo>
                <a:cubicBezTo>
                  <a:pt x="20" y="133"/>
                  <a:pt x="14" y="131"/>
                  <a:pt x="8" y="125"/>
                </a:cubicBezTo>
                <a:cubicBezTo>
                  <a:pt x="3" y="120"/>
                  <a:pt x="0" y="114"/>
                  <a:pt x="0" y="106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0"/>
                  <a:pt x="3" y="14"/>
                  <a:pt x="8" y="8"/>
                </a:cubicBezTo>
                <a:cubicBezTo>
                  <a:pt x="14" y="3"/>
                  <a:pt x="20" y="0"/>
                  <a:pt x="27" y="0"/>
                </a:cubicBezTo>
                <a:cubicBezTo>
                  <a:pt x="106" y="0"/>
                  <a:pt x="106" y="0"/>
                  <a:pt x="106" y="0"/>
                </a:cubicBezTo>
                <a:cubicBezTo>
                  <a:pt x="110" y="0"/>
                  <a:pt x="114" y="1"/>
                  <a:pt x="117" y="3"/>
                </a:cubicBezTo>
                <a:cubicBezTo>
                  <a:pt x="118" y="3"/>
                  <a:pt x="119" y="4"/>
                  <a:pt x="119" y="5"/>
                </a:cubicBezTo>
                <a:cubicBezTo>
                  <a:pt x="119" y="6"/>
                  <a:pt x="119" y="7"/>
                  <a:pt x="118" y="8"/>
                </a:cubicBezTo>
                <a:cubicBezTo>
                  <a:pt x="113" y="12"/>
                  <a:pt x="113" y="12"/>
                  <a:pt x="113" y="12"/>
                </a:cubicBezTo>
                <a:cubicBezTo>
                  <a:pt x="113" y="13"/>
                  <a:pt x="112" y="13"/>
                  <a:pt x="111" y="13"/>
                </a:cubicBezTo>
                <a:cubicBezTo>
                  <a:pt x="111" y="13"/>
                  <a:pt x="111" y="13"/>
                  <a:pt x="110" y="13"/>
                </a:cubicBezTo>
                <a:cubicBezTo>
                  <a:pt x="109" y="13"/>
                  <a:pt x="108" y="12"/>
                  <a:pt x="106" y="12"/>
                </a:cubicBezTo>
                <a:cubicBezTo>
                  <a:pt x="27" y="12"/>
                  <a:pt x="27" y="12"/>
                  <a:pt x="27" y="12"/>
                </a:cubicBezTo>
                <a:cubicBezTo>
                  <a:pt x="23" y="12"/>
                  <a:pt x="20" y="14"/>
                  <a:pt x="17" y="17"/>
                </a:cubicBezTo>
                <a:cubicBezTo>
                  <a:pt x="14" y="20"/>
                  <a:pt x="12" y="23"/>
                  <a:pt x="12" y="28"/>
                </a:cubicBezTo>
                <a:cubicBezTo>
                  <a:pt x="12" y="106"/>
                  <a:pt x="12" y="106"/>
                  <a:pt x="12" y="106"/>
                </a:cubicBezTo>
                <a:cubicBezTo>
                  <a:pt x="12" y="110"/>
                  <a:pt x="14" y="114"/>
                  <a:pt x="17" y="117"/>
                </a:cubicBezTo>
                <a:cubicBezTo>
                  <a:pt x="20" y="120"/>
                  <a:pt x="23" y="121"/>
                  <a:pt x="27" y="121"/>
                </a:cubicBezTo>
                <a:cubicBezTo>
                  <a:pt x="106" y="121"/>
                  <a:pt x="106" y="121"/>
                  <a:pt x="106" y="121"/>
                </a:cubicBezTo>
                <a:cubicBezTo>
                  <a:pt x="110" y="121"/>
                  <a:pt x="114" y="120"/>
                  <a:pt x="117" y="117"/>
                </a:cubicBezTo>
                <a:cubicBezTo>
                  <a:pt x="120" y="114"/>
                  <a:pt x="121" y="110"/>
                  <a:pt x="121" y="106"/>
                </a:cubicBezTo>
                <a:cubicBezTo>
                  <a:pt x="121" y="82"/>
                  <a:pt x="121" y="82"/>
                  <a:pt x="121" y="82"/>
                </a:cubicBezTo>
                <a:cubicBezTo>
                  <a:pt x="121" y="81"/>
                  <a:pt x="122" y="81"/>
                  <a:pt x="122" y="80"/>
                </a:cubicBezTo>
                <a:cubicBezTo>
                  <a:pt x="128" y="74"/>
                  <a:pt x="128" y="74"/>
                  <a:pt x="128" y="74"/>
                </a:cubicBezTo>
                <a:cubicBezTo>
                  <a:pt x="129" y="73"/>
                  <a:pt x="130" y="73"/>
                  <a:pt x="130" y="73"/>
                </a:cubicBezTo>
                <a:cubicBezTo>
                  <a:pt x="131" y="73"/>
                  <a:pt x="131" y="73"/>
                  <a:pt x="131" y="73"/>
                </a:cubicBezTo>
                <a:cubicBezTo>
                  <a:pt x="133" y="74"/>
                  <a:pt x="133" y="75"/>
                  <a:pt x="133" y="76"/>
                </a:cubicBezTo>
                <a:close/>
                <a:moveTo>
                  <a:pt x="155" y="30"/>
                </a:moveTo>
                <a:cubicBezTo>
                  <a:pt x="78" y="107"/>
                  <a:pt x="78" y="107"/>
                  <a:pt x="78" y="107"/>
                </a:cubicBezTo>
                <a:cubicBezTo>
                  <a:pt x="77" y="108"/>
                  <a:pt x="75" y="109"/>
                  <a:pt x="73" y="109"/>
                </a:cubicBezTo>
                <a:cubicBezTo>
                  <a:pt x="71" y="109"/>
                  <a:pt x="69" y="108"/>
                  <a:pt x="67" y="107"/>
                </a:cubicBezTo>
                <a:cubicBezTo>
                  <a:pt x="27" y="66"/>
                  <a:pt x="27" y="66"/>
                  <a:pt x="27" y="66"/>
                </a:cubicBezTo>
                <a:cubicBezTo>
                  <a:pt x="25" y="65"/>
                  <a:pt x="25" y="63"/>
                  <a:pt x="25" y="61"/>
                </a:cubicBezTo>
                <a:cubicBezTo>
                  <a:pt x="25" y="59"/>
                  <a:pt x="25" y="57"/>
                  <a:pt x="27" y="55"/>
                </a:cubicBezTo>
                <a:cubicBezTo>
                  <a:pt x="37" y="45"/>
                  <a:pt x="37" y="45"/>
                  <a:pt x="37" y="45"/>
                </a:cubicBezTo>
                <a:cubicBezTo>
                  <a:pt x="39" y="44"/>
                  <a:pt x="41" y="43"/>
                  <a:pt x="43" y="43"/>
                </a:cubicBezTo>
                <a:cubicBezTo>
                  <a:pt x="45" y="43"/>
                  <a:pt x="46" y="44"/>
                  <a:pt x="48" y="45"/>
                </a:cubicBezTo>
                <a:cubicBezTo>
                  <a:pt x="73" y="70"/>
                  <a:pt x="73" y="70"/>
                  <a:pt x="73" y="70"/>
                </a:cubicBezTo>
                <a:cubicBezTo>
                  <a:pt x="134" y="9"/>
                  <a:pt x="134" y="9"/>
                  <a:pt x="134" y="9"/>
                </a:cubicBezTo>
                <a:cubicBezTo>
                  <a:pt x="136" y="7"/>
                  <a:pt x="137" y="6"/>
                  <a:pt x="139" y="6"/>
                </a:cubicBezTo>
                <a:cubicBezTo>
                  <a:pt x="141" y="6"/>
                  <a:pt x="143" y="7"/>
                  <a:pt x="145" y="9"/>
                </a:cubicBezTo>
                <a:cubicBezTo>
                  <a:pt x="155" y="19"/>
                  <a:pt x="155" y="19"/>
                  <a:pt x="155" y="19"/>
                </a:cubicBezTo>
                <a:cubicBezTo>
                  <a:pt x="157" y="21"/>
                  <a:pt x="157" y="22"/>
                  <a:pt x="157" y="25"/>
                </a:cubicBezTo>
                <a:cubicBezTo>
                  <a:pt x="157" y="27"/>
                  <a:pt x="157" y="28"/>
                  <a:pt x="155" y="3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70" name="Freeform 72"/>
          <p:cNvSpPr>
            <a:spLocks/>
          </p:cNvSpPr>
          <p:nvPr/>
        </p:nvSpPr>
        <p:spPr bwMode="auto">
          <a:xfrm>
            <a:off x="8977823" y="1807098"/>
            <a:ext cx="242043" cy="244204"/>
          </a:xfrm>
          <a:custGeom>
            <a:avLst/>
            <a:gdLst>
              <a:gd name="T0" fmla="*/ 169 w 169"/>
              <a:gd name="T1" fmla="*/ 85 h 170"/>
              <a:gd name="T2" fmla="*/ 168 w 169"/>
              <a:gd name="T3" fmla="*/ 89 h 170"/>
              <a:gd name="T4" fmla="*/ 143 w 169"/>
              <a:gd name="T5" fmla="*/ 113 h 170"/>
              <a:gd name="T6" fmla="*/ 139 w 169"/>
              <a:gd name="T7" fmla="*/ 115 h 170"/>
              <a:gd name="T8" fmla="*/ 135 w 169"/>
              <a:gd name="T9" fmla="*/ 113 h 170"/>
              <a:gd name="T10" fmla="*/ 133 w 169"/>
              <a:gd name="T11" fmla="*/ 109 h 170"/>
              <a:gd name="T12" fmla="*/ 133 w 169"/>
              <a:gd name="T13" fmla="*/ 97 h 170"/>
              <a:gd name="T14" fmla="*/ 97 w 169"/>
              <a:gd name="T15" fmla="*/ 97 h 170"/>
              <a:gd name="T16" fmla="*/ 97 w 169"/>
              <a:gd name="T17" fmla="*/ 133 h 170"/>
              <a:gd name="T18" fmla="*/ 109 w 169"/>
              <a:gd name="T19" fmla="*/ 133 h 170"/>
              <a:gd name="T20" fmla="*/ 113 w 169"/>
              <a:gd name="T21" fmla="*/ 135 h 170"/>
              <a:gd name="T22" fmla="*/ 115 w 169"/>
              <a:gd name="T23" fmla="*/ 139 h 170"/>
              <a:gd name="T24" fmla="*/ 113 w 169"/>
              <a:gd name="T25" fmla="*/ 144 h 170"/>
              <a:gd name="T26" fmla="*/ 89 w 169"/>
              <a:gd name="T27" fmla="*/ 168 h 170"/>
              <a:gd name="T28" fmla="*/ 85 w 169"/>
              <a:gd name="T29" fmla="*/ 170 h 170"/>
              <a:gd name="T30" fmla="*/ 80 w 169"/>
              <a:gd name="T31" fmla="*/ 168 h 170"/>
              <a:gd name="T32" fmla="*/ 56 w 169"/>
              <a:gd name="T33" fmla="*/ 144 h 170"/>
              <a:gd name="T34" fmla="*/ 54 w 169"/>
              <a:gd name="T35" fmla="*/ 139 h 170"/>
              <a:gd name="T36" fmla="*/ 56 w 169"/>
              <a:gd name="T37" fmla="*/ 135 h 170"/>
              <a:gd name="T38" fmla="*/ 60 w 169"/>
              <a:gd name="T39" fmla="*/ 133 h 170"/>
              <a:gd name="T40" fmla="*/ 73 w 169"/>
              <a:gd name="T41" fmla="*/ 133 h 170"/>
              <a:gd name="T42" fmla="*/ 73 w 169"/>
              <a:gd name="T43" fmla="*/ 97 h 170"/>
              <a:gd name="T44" fmla="*/ 36 w 169"/>
              <a:gd name="T45" fmla="*/ 97 h 170"/>
              <a:gd name="T46" fmla="*/ 36 w 169"/>
              <a:gd name="T47" fmla="*/ 109 h 170"/>
              <a:gd name="T48" fmla="*/ 34 w 169"/>
              <a:gd name="T49" fmla="*/ 113 h 170"/>
              <a:gd name="T50" fmla="*/ 30 w 169"/>
              <a:gd name="T51" fmla="*/ 115 h 170"/>
              <a:gd name="T52" fmla="*/ 26 w 169"/>
              <a:gd name="T53" fmla="*/ 113 h 170"/>
              <a:gd name="T54" fmla="*/ 2 w 169"/>
              <a:gd name="T55" fmla="*/ 89 h 170"/>
              <a:gd name="T56" fmla="*/ 0 w 169"/>
              <a:gd name="T57" fmla="*/ 85 h 170"/>
              <a:gd name="T58" fmla="*/ 2 w 169"/>
              <a:gd name="T59" fmla="*/ 81 h 170"/>
              <a:gd name="T60" fmla="*/ 26 w 169"/>
              <a:gd name="T61" fmla="*/ 57 h 170"/>
              <a:gd name="T62" fmla="*/ 30 w 169"/>
              <a:gd name="T63" fmla="*/ 55 h 170"/>
              <a:gd name="T64" fmla="*/ 34 w 169"/>
              <a:gd name="T65" fmla="*/ 57 h 170"/>
              <a:gd name="T66" fmla="*/ 36 w 169"/>
              <a:gd name="T67" fmla="*/ 61 h 170"/>
              <a:gd name="T68" fmla="*/ 36 w 169"/>
              <a:gd name="T69" fmla="*/ 73 h 170"/>
              <a:gd name="T70" fmla="*/ 73 w 169"/>
              <a:gd name="T71" fmla="*/ 73 h 170"/>
              <a:gd name="T72" fmla="*/ 73 w 169"/>
              <a:gd name="T73" fmla="*/ 37 h 170"/>
              <a:gd name="T74" fmla="*/ 60 w 169"/>
              <a:gd name="T75" fmla="*/ 37 h 170"/>
              <a:gd name="T76" fmla="*/ 56 w 169"/>
              <a:gd name="T77" fmla="*/ 35 h 170"/>
              <a:gd name="T78" fmla="*/ 54 w 169"/>
              <a:gd name="T79" fmla="*/ 31 h 170"/>
              <a:gd name="T80" fmla="*/ 56 w 169"/>
              <a:gd name="T81" fmla="*/ 26 h 170"/>
              <a:gd name="T82" fmla="*/ 80 w 169"/>
              <a:gd name="T83" fmla="*/ 2 h 170"/>
              <a:gd name="T84" fmla="*/ 85 w 169"/>
              <a:gd name="T85" fmla="*/ 0 h 170"/>
              <a:gd name="T86" fmla="*/ 89 w 169"/>
              <a:gd name="T87" fmla="*/ 2 h 170"/>
              <a:gd name="T88" fmla="*/ 113 w 169"/>
              <a:gd name="T89" fmla="*/ 26 h 170"/>
              <a:gd name="T90" fmla="*/ 115 w 169"/>
              <a:gd name="T91" fmla="*/ 31 h 170"/>
              <a:gd name="T92" fmla="*/ 113 w 169"/>
              <a:gd name="T93" fmla="*/ 35 h 170"/>
              <a:gd name="T94" fmla="*/ 109 w 169"/>
              <a:gd name="T95" fmla="*/ 37 h 170"/>
              <a:gd name="T96" fmla="*/ 97 w 169"/>
              <a:gd name="T97" fmla="*/ 37 h 170"/>
              <a:gd name="T98" fmla="*/ 97 w 169"/>
              <a:gd name="T99" fmla="*/ 73 h 170"/>
              <a:gd name="T100" fmla="*/ 133 w 169"/>
              <a:gd name="T101" fmla="*/ 73 h 170"/>
              <a:gd name="T102" fmla="*/ 133 w 169"/>
              <a:gd name="T103" fmla="*/ 61 h 170"/>
              <a:gd name="T104" fmla="*/ 135 w 169"/>
              <a:gd name="T105" fmla="*/ 57 h 170"/>
              <a:gd name="T106" fmla="*/ 139 w 169"/>
              <a:gd name="T107" fmla="*/ 55 h 170"/>
              <a:gd name="T108" fmla="*/ 143 w 169"/>
              <a:gd name="T109" fmla="*/ 57 h 170"/>
              <a:gd name="T110" fmla="*/ 168 w 169"/>
              <a:gd name="T111" fmla="*/ 81 h 170"/>
              <a:gd name="T112" fmla="*/ 169 w 169"/>
              <a:gd name="T113" fmla="*/ 85 h 1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69" h="170">
                <a:moveTo>
                  <a:pt x="169" y="85"/>
                </a:moveTo>
                <a:cubicBezTo>
                  <a:pt x="169" y="87"/>
                  <a:pt x="169" y="88"/>
                  <a:pt x="168" y="89"/>
                </a:cubicBezTo>
                <a:cubicBezTo>
                  <a:pt x="143" y="113"/>
                  <a:pt x="143" y="113"/>
                  <a:pt x="143" y="113"/>
                </a:cubicBezTo>
                <a:cubicBezTo>
                  <a:pt x="142" y="115"/>
                  <a:pt x="141" y="115"/>
                  <a:pt x="139" y="115"/>
                </a:cubicBezTo>
                <a:cubicBezTo>
                  <a:pt x="137" y="115"/>
                  <a:pt x="136" y="115"/>
                  <a:pt x="135" y="113"/>
                </a:cubicBezTo>
                <a:cubicBezTo>
                  <a:pt x="134" y="112"/>
                  <a:pt x="133" y="111"/>
                  <a:pt x="133" y="109"/>
                </a:cubicBezTo>
                <a:cubicBezTo>
                  <a:pt x="133" y="97"/>
                  <a:pt x="133" y="97"/>
                  <a:pt x="133" y="97"/>
                </a:cubicBezTo>
                <a:cubicBezTo>
                  <a:pt x="97" y="97"/>
                  <a:pt x="97" y="97"/>
                  <a:pt x="97" y="97"/>
                </a:cubicBezTo>
                <a:cubicBezTo>
                  <a:pt x="97" y="133"/>
                  <a:pt x="97" y="133"/>
                  <a:pt x="97" y="133"/>
                </a:cubicBezTo>
                <a:cubicBezTo>
                  <a:pt x="109" y="133"/>
                  <a:pt x="109" y="133"/>
                  <a:pt x="109" y="133"/>
                </a:cubicBezTo>
                <a:cubicBezTo>
                  <a:pt x="110" y="133"/>
                  <a:pt x="112" y="134"/>
                  <a:pt x="113" y="135"/>
                </a:cubicBezTo>
                <a:cubicBezTo>
                  <a:pt x="114" y="136"/>
                  <a:pt x="115" y="138"/>
                  <a:pt x="115" y="139"/>
                </a:cubicBezTo>
                <a:cubicBezTo>
                  <a:pt x="115" y="141"/>
                  <a:pt x="114" y="142"/>
                  <a:pt x="113" y="144"/>
                </a:cubicBezTo>
                <a:cubicBezTo>
                  <a:pt x="89" y="168"/>
                  <a:pt x="89" y="168"/>
                  <a:pt x="89" y="168"/>
                </a:cubicBezTo>
                <a:cubicBezTo>
                  <a:pt x="88" y="169"/>
                  <a:pt x="86" y="170"/>
                  <a:pt x="85" y="170"/>
                </a:cubicBezTo>
                <a:cubicBezTo>
                  <a:pt x="83" y="170"/>
                  <a:pt x="82" y="169"/>
                  <a:pt x="80" y="168"/>
                </a:cubicBezTo>
                <a:cubicBezTo>
                  <a:pt x="56" y="144"/>
                  <a:pt x="56" y="144"/>
                  <a:pt x="56" y="144"/>
                </a:cubicBezTo>
                <a:cubicBezTo>
                  <a:pt x="55" y="142"/>
                  <a:pt x="54" y="141"/>
                  <a:pt x="54" y="139"/>
                </a:cubicBezTo>
                <a:cubicBezTo>
                  <a:pt x="54" y="138"/>
                  <a:pt x="55" y="136"/>
                  <a:pt x="56" y="135"/>
                </a:cubicBezTo>
                <a:cubicBezTo>
                  <a:pt x="57" y="134"/>
                  <a:pt x="59" y="133"/>
                  <a:pt x="60" y="133"/>
                </a:cubicBezTo>
                <a:cubicBezTo>
                  <a:pt x="73" y="133"/>
                  <a:pt x="73" y="133"/>
                  <a:pt x="73" y="133"/>
                </a:cubicBezTo>
                <a:cubicBezTo>
                  <a:pt x="73" y="97"/>
                  <a:pt x="73" y="97"/>
                  <a:pt x="73" y="97"/>
                </a:cubicBezTo>
                <a:cubicBezTo>
                  <a:pt x="36" y="97"/>
                  <a:pt x="36" y="97"/>
                  <a:pt x="36" y="97"/>
                </a:cubicBezTo>
                <a:cubicBezTo>
                  <a:pt x="36" y="109"/>
                  <a:pt x="36" y="109"/>
                  <a:pt x="36" y="109"/>
                </a:cubicBezTo>
                <a:cubicBezTo>
                  <a:pt x="36" y="111"/>
                  <a:pt x="36" y="112"/>
                  <a:pt x="34" y="113"/>
                </a:cubicBezTo>
                <a:cubicBezTo>
                  <a:pt x="33" y="115"/>
                  <a:pt x="32" y="115"/>
                  <a:pt x="30" y="115"/>
                </a:cubicBezTo>
                <a:cubicBezTo>
                  <a:pt x="28" y="115"/>
                  <a:pt x="27" y="115"/>
                  <a:pt x="26" y="113"/>
                </a:cubicBezTo>
                <a:cubicBezTo>
                  <a:pt x="2" y="89"/>
                  <a:pt x="2" y="89"/>
                  <a:pt x="2" y="89"/>
                </a:cubicBezTo>
                <a:cubicBezTo>
                  <a:pt x="0" y="88"/>
                  <a:pt x="0" y="87"/>
                  <a:pt x="0" y="85"/>
                </a:cubicBezTo>
                <a:cubicBezTo>
                  <a:pt x="0" y="83"/>
                  <a:pt x="0" y="82"/>
                  <a:pt x="2" y="81"/>
                </a:cubicBezTo>
                <a:cubicBezTo>
                  <a:pt x="26" y="57"/>
                  <a:pt x="26" y="57"/>
                  <a:pt x="26" y="57"/>
                </a:cubicBezTo>
                <a:cubicBezTo>
                  <a:pt x="27" y="55"/>
                  <a:pt x="28" y="55"/>
                  <a:pt x="30" y="55"/>
                </a:cubicBezTo>
                <a:cubicBezTo>
                  <a:pt x="32" y="55"/>
                  <a:pt x="33" y="55"/>
                  <a:pt x="34" y="57"/>
                </a:cubicBezTo>
                <a:cubicBezTo>
                  <a:pt x="36" y="58"/>
                  <a:pt x="36" y="59"/>
                  <a:pt x="36" y="61"/>
                </a:cubicBezTo>
                <a:cubicBezTo>
                  <a:pt x="36" y="73"/>
                  <a:pt x="36" y="73"/>
                  <a:pt x="36" y="73"/>
                </a:cubicBezTo>
                <a:cubicBezTo>
                  <a:pt x="73" y="73"/>
                  <a:pt x="73" y="73"/>
                  <a:pt x="73" y="73"/>
                </a:cubicBezTo>
                <a:cubicBezTo>
                  <a:pt x="73" y="37"/>
                  <a:pt x="73" y="37"/>
                  <a:pt x="73" y="37"/>
                </a:cubicBezTo>
                <a:cubicBezTo>
                  <a:pt x="60" y="37"/>
                  <a:pt x="60" y="37"/>
                  <a:pt x="60" y="37"/>
                </a:cubicBezTo>
                <a:cubicBezTo>
                  <a:pt x="59" y="37"/>
                  <a:pt x="57" y="36"/>
                  <a:pt x="56" y="35"/>
                </a:cubicBezTo>
                <a:cubicBezTo>
                  <a:pt x="55" y="34"/>
                  <a:pt x="54" y="32"/>
                  <a:pt x="54" y="31"/>
                </a:cubicBezTo>
                <a:cubicBezTo>
                  <a:pt x="54" y="29"/>
                  <a:pt x="55" y="27"/>
                  <a:pt x="56" y="26"/>
                </a:cubicBezTo>
                <a:cubicBezTo>
                  <a:pt x="80" y="2"/>
                  <a:pt x="80" y="2"/>
                  <a:pt x="80" y="2"/>
                </a:cubicBezTo>
                <a:cubicBezTo>
                  <a:pt x="82" y="1"/>
                  <a:pt x="83" y="0"/>
                  <a:pt x="85" y="0"/>
                </a:cubicBezTo>
                <a:cubicBezTo>
                  <a:pt x="86" y="0"/>
                  <a:pt x="88" y="1"/>
                  <a:pt x="89" y="2"/>
                </a:cubicBezTo>
                <a:cubicBezTo>
                  <a:pt x="113" y="26"/>
                  <a:pt x="113" y="26"/>
                  <a:pt x="113" y="26"/>
                </a:cubicBezTo>
                <a:cubicBezTo>
                  <a:pt x="114" y="27"/>
                  <a:pt x="115" y="29"/>
                  <a:pt x="115" y="31"/>
                </a:cubicBezTo>
                <a:cubicBezTo>
                  <a:pt x="115" y="32"/>
                  <a:pt x="114" y="34"/>
                  <a:pt x="113" y="35"/>
                </a:cubicBezTo>
                <a:cubicBezTo>
                  <a:pt x="112" y="36"/>
                  <a:pt x="110" y="37"/>
                  <a:pt x="109" y="37"/>
                </a:cubicBezTo>
                <a:cubicBezTo>
                  <a:pt x="97" y="37"/>
                  <a:pt x="97" y="37"/>
                  <a:pt x="97" y="37"/>
                </a:cubicBezTo>
                <a:cubicBezTo>
                  <a:pt x="97" y="73"/>
                  <a:pt x="97" y="73"/>
                  <a:pt x="97" y="73"/>
                </a:cubicBezTo>
                <a:cubicBezTo>
                  <a:pt x="133" y="73"/>
                  <a:pt x="133" y="73"/>
                  <a:pt x="133" y="73"/>
                </a:cubicBezTo>
                <a:cubicBezTo>
                  <a:pt x="133" y="61"/>
                  <a:pt x="133" y="61"/>
                  <a:pt x="133" y="61"/>
                </a:cubicBezTo>
                <a:cubicBezTo>
                  <a:pt x="133" y="59"/>
                  <a:pt x="134" y="58"/>
                  <a:pt x="135" y="57"/>
                </a:cubicBezTo>
                <a:cubicBezTo>
                  <a:pt x="136" y="55"/>
                  <a:pt x="137" y="55"/>
                  <a:pt x="139" y="55"/>
                </a:cubicBezTo>
                <a:cubicBezTo>
                  <a:pt x="141" y="55"/>
                  <a:pt x="142" y="55"/>
                  <a:pt x="143" y="57"/>
                </a:cubicBezTo>
                <a:cubicBezTo>
                  <a:pt x="168" y="81"/>
                  <a:pt x="168" y="81"/>
                  <a:pt x="168" y="81"/>
                </a:cubicBezTo>
                <a:cubicBezTo>
                  <a:pt x="169" y="82"/>
                  <a:pt x="169" y="83"/>
                  <a:pt x="169" y="85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71" name="Freeform 73"/>
          <p:cNvSpPr>
            <a:spLocks/>
          </p:cNvSpPr>
          <p:nvPr/>
        </p:nvSpPr>
        <p:spPr bwMode="auto">
          <a:xfrm>
            <a:off x="9282538" y="1824385"/>
            <a:ext cx="138311" cy="209627"/>
          </a:xfrm>
          <a:custGeom>
            <a:avLst/>
            <a:gdLst>
              <a:gd name="T0" fmla="*/ 92 w 96"/>
              <a:gd name="T1" fmla="*/ 2 h 146"/>
              <a:gd name="T2" fmla="*/ 95 w 96"/>
              <a:gd name="T3" fmla="*/ 0 h 146"/>
              <a:gd name="T4" fmla="*/ 96 w 96"/>
              <a:gd name="T5" fmla="*/ 3 h 146"/>
              <a:gd name="T6" fmla="*/ 96 w 96"/>
              <a:gd name="T7" fmla="*/ 143 h 146"/>
              <a:gd name="T8" fmla="*/ 95 w 96"/>
              <a:gd name="T9" fmla="*/ 146 h 146"/>
              <a:gd name="T10" fmla="*/ 92 w 96"/>
              <a:gd name="T11" fmla="*/ 144 h 146"/>
              <a:gd name="T12" fmla="*/ 25 w 96"/>
              <a:gd name="T13" fmla="*/ 77 h 146"/>
              <a:gd name="T14" fmla="*/ 24 w 96"/>
              <a:gd name="T15" fmla="*/ 75 h 146"/>
              <a:gd name="T16" fmla="*/ 24 w 96"/>
              <a:gd name="T17" fmla="*/ 140 h 146"/>
              <a:gd name="T18" fmla="*/ 22 w 96"/>
              <a:gd name="T19" fmla="*/ 144 h 146"/>
              <a:gd name="T20" fmla="*/ 18 w 96"/>
              <a:gd name="T21" fmla="*/ 146 h 146"/>
              <a:gd name="T22" fmla="*/ 6 w 96"/>
              <a:gd name="T23" fmla="*/ 146 h 146"/>
              <a:gd name="T24" fmla="*/ 1 w 96"/>
              <a:gd name="T25" fmla="*/ 144 h 146"/>
              <a:gd name="T26" fmla="*/ 0 w 96"/>
              <a:gd name="T27" fmla="*/ 140 h 146"/>
              <a:gd name="T28" fmla="*/ 0 w 96"/>
              <a:gd name="T29" fmla="*/ 6 h 146"/>
              <a:gd name="T30" fmla="*/ 1 w 96"/>
              <a:gd name="T31" fmla="*/ 2 h 146"/>
              <a:gd name="T32" fmla="*/ 6 w 96"/>
              <a:gd name="T33" fmla="*/ 0 h 146"/>
              <a:gd name="T34" fmla="*/ 18 w 96"/>
              <a:gd name="T35" fmla="*/ 0 h 146"/>
              <a:gd name="T36" fmla="*/ 22 w 96"/>
              <a:gd name="T37" fmla="*/ 2 h 146"/>
              <a:gd name="T38" fmla="*/ 24 w 96"/>
              <a:gd name="T39" fmla="*/ 6 h 146"/>
              <a:gd name="T40" fmla="*/ 24 w 96"/>
              <a:gd name="T41" fmla="*/ 71 h 146"/>
              <a:gd name="T42" fmla="*/ 25 w 96"/>
              <a:gd name="T43" fmla="*/ 69 h 146"/>
              <a:gd name="T44" fmla="*/ 92 w 96"/>
              <a:gd name="T45" fmla="*/ 2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96" h="146">
                <a:moveTo>
                  <a:pt x="92" y="2"/>
                </a:moveTo>
                <a:cubicBezTo>
                  <a:pt x="93" y="0"/>
                  <a:pt x="94" y="0"/>
                  <a:pt x="95" y="0"/>
                </a:cubicBezTo>
                <a:cubicBezTo>
                  <a:pt x="96" y="1"/>
                  <a:pt x="96" y="2"/>
                  <a:pt x="96" y="3"/>
                </a:cubicBezTo>
                <a:cubicBezTo>
                  <a:pt x="96" y="143"/>
                  <a:pt x="96" y="143"/>
                  <a:pt x="96" y="143"/>
                </a:cubicBezTo>
                <a:cubicBezTo>
                  <a:pt x="96" y="144"/>
                  <a:pt x="96" y="145"/>
                  <a:pt x="95" y="146"/>
                </a:cubicBezTo>
                <a:cubicBezTo>
                  <a:pt x="94" y="146"/>
                  <a:pt x="93" y="146"/>
                  <a:pt x="92" y="144"/>
                </a:cubicBezTo>
                <a:cubicBezTo>
                  <a:pt x="25" y="77"/>
                  <a:pt x="25" y="77"/>
                  <a:pt x="25" y="77"/>
                </a:cubicBezTo>
                <a:cubicBezTo>
                  <a:pt x="25" y="77"/>
                  <a:pt x="24" y="76"/>
                  <a:pt x="24" y="75"/>
                </a:cubicBezTo>
                <a:cubicBezTo>
                  <a:pt x="24" y="140"/>
                  <a:pt x="24" y="140"/>
                  <a:pt x="24" y="140"/>
                </a:cubicBezTo>
                <a:cubicBezTo>
                  <a:pt x="24" y="141"/>
                  <a:pt x="23" y="143"/>
                  <a:pt x="22" y="144"/>
                </a:cubicBezTo>
                <a:cubicBezTo>
                  <a:pt x="21" y="145"/>
                  <a:pt x="19" y="146"/>
                  <a:pt x="18" y="146"/>
                </a:cubicBezTo>
                <a:cubicBezTo>
                  <a:pt x="6" y="146"/>
                  <a:pt x="6" y="146"/>
                  <a:pt x="6" y="146"/>
                </a:cubicBezTo>
                <a:cubicBezTo>
                  <a:pt x="4" y="146"/>
                  <a:pt x="3" y="145"/>
                  <a:pt x="1" y="144"/>
                </a:cubicBezTo>
                <a:cubicBezTo>
                  <a:pt x="0" y="143"/>
                  <a:pt x="0" y="141"/>
                  <a:pt x="0" y="140"/>
                </a:cubicBezTo>
                <a:cubicBezTo>
                  <a:pt x="0" y="6"/>
                  <a:pt x="0" y="6"/>
                  <a:pt x="0" y="6"/>
                </a:cubicBezTo>
                <a:cubicBezTo>
                  <a:pt x="0" y="5"/>
                  <a:pt x="0" y="3"/>
                  <a:pt x="1" y="2"/>
                </a:cubicBezTo>
                <a:cubicBezTo>
                  <a:pt x="3" y="1"/>
                  <a:pt x="4" y="0"/>
                  <a:pt x="6" y="0"/>
                </a:cubicBezTo>
                <a:cubicBezTo>
                  <a:pt x="18" y="0"/>
                  <a:pt x="18" y="0"/>
                  <a:pt x="18" y="0"/>
                </a:cubicBezTo>
                <a:cubicBezTo>
                  <a:pt x="19" y="0"/>
                  <a:pt x="21" y="1"/>
                  <a:pt x="22" y="2"/>
                </a:cubicBezTo>
                <a:cubicBezTo>
                  <a:pt x="23" y="3"/>
                  <a:pt x="24" y="5"/>
                  <a:pt x="24" y="6"/>
                </a:cubicBezTo>
                <a:cubicBezTo>
                  <a:pt x="24" y="71"/>
                  <a:pt x="24" y="71"/>
                  <a:pt x="24" y="71"/>
                </a:cubicBezTo>
                <a:cubicBezTo>
                  <a:pt x="24" y="70"/>
                  <a:pt x="25" y="69"/>
                  <a:pt x="25" y="69"/>
                </a:cubicBezTo>
                <a:lnTo>
                  <a:pt x="92" y="2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72" name="Freeform 74"/>
          <p:cNvSpPr>
            <a:spLocks/>
          </p:cNvSpPr>
          <p:nvPr/>
        </p:nvSpPr>
        <p:spPr bwMode="auto">
          <a:xfrm>
            <a:off x="9483519" y="1824385"/>
            <a:ext cx="242043" cy="209627"/>
          </a:xfrm>
          <a:custGeom>
            <a:avLst/>
            <a:gdLst>
              <a:gd name="T0" fmla="*/ 165 w 169"/>
              <a:gd name="T1" fmla="*/ 2 h 146"/>
              <a:gd name="T2" fmla="*/ 168 w 169"/>
              <a:gd name="T3" fmla="*/ 0 h 146"/>
              <a:gd name="T4" fmla="*/ 169 w 169"/>
              <a:gd name="T5" fmla="*/ 3 h 146"/>
              <a:gd name="T6" fmla="*/ 169 w 169"/>
              <a:gd name="T7" fmla="*/ 143 h 146"/>
              <a:gd name="T8" fmla="*/ 168 w 169"/>
              <a:gd name="T9" fmla="*/ 146 h 146"/>
              <a:gd name="T10" fmla="*/ 165 w 169"/>
              <a:gd name="T11" fmla="*/ 144 h 146"/>
              <a:gd name="T12" fmla="*/ 98 w 169"/>
              <a:gd name="T13" fmla="*/ 77 h 146"/>
              <a:gd name="T14" fmla="*/ 97 w 169"/>
              <a:gd name="T15" fmla="*/ 75 h 146"/>
              <a:gd name="T16" fmla="*/ 97 w 169"/>
              <a:gd name="T17" fmla="*/ 143 h 146"/>
              <a:gd name="T18" fmla="*/ 95 w 169"/>
              <a:gd name="T19" fmla="*/ 146 h 146"/>
              <a:gd name="T20" fmla="*/ 92 w 169"/>
              <a:gd name="T21" fmla="*/ 144 h 146"/>
              <a:gd name="T22" fmla="*/ 25 w 169"/>
              <a:gd name="T23" fmla="*/ 77 h 146"/>
              <a:gd name="T24" fmla="*/ 24 w 169"/>
              <a:gd name="T25" fmla="*/ 75 h 146"/>
              <a:gd name="T26" fmla="*/ 24 w 169"/>
              <a:gd name="T27" fmla="*/ 140 h 146"/>
              <a:gd name="T28" fmla="*/ 22 w 169"/>
              <a:gd name="T29" fmla="*/ 144 h 146"/>
              <a:gd name="T30" fmla="*/ 18 w 169"/>
              <a:gd name="T31" fmla="*/ 146 h 146"/>
              <a:gd name="T32" fmla="*/ 6 w 169"/>
              <a:gd name="T33" fmla="*/ 146 h 146"/>
              <a:gd name="T34" fmla="*/ 2 w 169"/>
              <a:gd name="T35" fmla="*/ 144 h 146"/>
              <a:gd name="T36" fmla="*/ 0 w 169"/>
              <a:gd name="T37" fmla="*/ 140 h 146"/>
              <a:gd name="T38" fmla="*/ 0 w 169"/>
              <a:gd name="T39" fmla="*/ 6 h 146"/>
              <a:gd name="T40" fmla="*/ 2 w 169"/>
              <a:gd name="T41" fmla="*/ 2 h 146"/>
              <a:gd name="T42" fmla="*/ 6 w 169"/>
              <a:gd name="T43" fmla="*/ 0 h 146"/>
              <a:gd name="T44" fmla="*/ 18 w 169"/>
              <a:gd name="T45" fmla="*/ 0 h 146"/>
              <a:gd name="T46" fmla="*/ 22 w 169"/>
              <a:gd name="T47" fmla="*/ 2 h 146"/>
              <a:gd name="T48" fmla="*/ 24 w 169"/>
              <a:gd name="T49" fmla="*/ 6 h 146"/>
              <a:gd name="T50" fmla="*/ 24 w 169"/>
              <a:gd name="T51" fmla="*/ 71 h 146"/>
              <a:gd name="T52" fmla="*/ 25 w 169"/>
              <a:gd name="T53" fmla="*/ 69 h 146"/>
              <a:gd name="T54" fmla="*/ 92 w 169"/>
              <a:gd name="T55" fmla="*/ 2 h 146"/>
              <a:gd name="T56" fmla="*/ 95 w 169"/>
              <a:gd name="T57" fmla="*/ 0 h 146"/>
              <a:gd name="T58" fmla="*/ 97 w 169"/>
              <a:gd name="T59" fmla="*/ 3 h 146"/>
              <a:gd name="T60" fmla="*/ 97 w 169"/>
              <a:gd name="T61" fmla="*/ 71 h 146"/>
              <a:gd name="T62" fmla="*/ 98 w 169"/>
              <a:gd name="T63" fmla="*/ 69 h 146"/>
              <a:gd name="T64" fmla="*/ 165 w 169"/>
              <a:gd name="T65" fmla="*/ 2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69" h="146">
                <a:moveTo>
                  <a:pt x="165" y="2"/>
                </a:moveTo>
                <a:cubicBezTo>
                  <a:pt x="166" y="0"/>
                  <a:pt x="167" y="0"/>
                  <a:pt x="168" y="0"/>
                </a:cubicBezTo>
                <a:cubicBezTo>
                  <a:pt x="169" y="1"/>
                  <a:pt x="169" y="2"/>
                  <a:pt x="169" y="3"/>
                </a:cubicBezTo>
                <a:cubicBezTo>
                  <a:pt x="169" y="143"/>
                  <a:pt x="169" y="143"/>
                  <a:pt x="169" y="143"/>
                </a:cubicBezTo>
                <a:cubicBezTo>
                  <a:pt x="169" y="144"/>
                  <a:pt x="169" y="145"/>
                  <a:pt x="168" y="146"/>
                </a:cubicBezTo>
                <a:cubicBezTo>
                  <a:pt x="167" y="146"/>
                  <a:pt x="166" y="146"/>
                  <a:pt x="165" y="144"/>
                </a:cubicBezTo>
                <a:cubicBezTo>
                  <a:pt x="98" y="77"/>
                  <a:pt x="98" y="77"/>
                  <a:pt x="98" y="77"/>
                </a:cubicBezTo>
                <a:cubicBezTo>
                  <a:pt x="97" y="77"/>
                  <a:pt x="97" y="76"/>
                  <a:pt x="97" y="75"/>
                </a:cubicBezTo>
                <a:cubicBezTo>
                  <a:pt x="97" y="143"/>
                  <a:pt x="97" y="143"/>
                  <a:pt x="97" y="143"/>
                </a:cubicBezTo>
                <a:cubicBezTo>
                  <a:pt x="97" y="144"/>
                  <a:pt x="96" y="145"/>
                  <a:pt x="95" y="146"/>
                </a:cubicBezTo>
                <a:cubicBezTo>
                  <a:pt x="95" y="146"/>
                  <a:pt x="94" y="146"/>
                  <a:pt x="92" y="144"/>
                </a:cubicBezTo>
                <a:cubicBezTo>
                  <a:pt x="25" y="77"/>
                  <a:pt x="25" y="77"/>
                  <a:pt x="25" y="77"/>
                </a:cubicBezTo>
                <a:cubicBezTo>
                  <a:pt x="25" y="77"/>
                  <a:pt x="24" y="76"/>
                  <a:pt x="24" y="75"/>
                </a:cubicBezTo>
                <a:cubicBezTo>
                  <a:pt x="24" y="140"/>
                  <a:pt x="24" y="140"/>
                  <a:pt x="24" y="140"/>
                </a:cubicBezTo>
                <a:cubicBezTo>
                  <a:pt x="24" y="141"/>
                  <a:pt x="23" y="143"/>
                  <a:pt x="22" y="144"/>
                </a:cubicBezTo>
                <a:cubicBezTo>
                  <a:pt x="21" y="145"/>
                  <a:pt x="20" y="146"/>
                  <a:pt x="18" y="146"/>
                </a:cubicBezTo>
                <a:cubicBezTo>
                  <a:pt x="6" y="146"/>
                  <a:pt x="6" y="146"/>
                  <a:pt x="6" y="146"/>
                </a:cubicBezTo>
                <a:cubicBezTo>
                  <a:pt x="4" y="146"/>
                  <a:pt x="3" y="145"/>
                  <a:pt x="2" y="144"/>
                </a:cubicBezTo>
                <a:cubicBezTo>
                  <a:pt x="0" y="143"/>
                  <a:pt x="0" y="141"/>
                  <a:pt x="0" y="140"/>
                </a:cubicBezTo>
                <a:cubicBezTo>
                  <a:pt x="0" y="6"/>
                  <a:pt x="0" y="6"/>
                  <a:pt x="0" y="6"/>
                </a:cubicBezTo>
                <a:cubicBezTo>
                  <a:pt x="0" y="5"/>
                  <a:pt x="0" y="3"/>
                  <a:pt x="2" y="2"/>
                </a:cubicBezTo>
                <a:cubicBezTo>
                  <a:pt x="3" y="1"/>
                  <a:pt x="4" y="0"/>
                  <a:pt x="6" y="0"/>
                </a:cubicBezTo>
                <a:cubicBezTo>
                  <a:pt x="18" y="0"/>
                  <a:pt x="18" y="0"/>
                  <a:pt x="18" y="0"/>
                </a:cubicBezTo>
                <a:cubicBezTo>
                  <a:pt x="20" y="0"/>
                  <a:pt x="21" y="1"/>
                  <a:pt x="22" y="2"/>
                </a:cubicBezTo>
                <a:cubicBezTo>
                  <a:pt x="23" y="3"/>
                  <a:pt x="24" y="5"/>
                  <a:pt x="24" y="6"/>
                </a:cubicBezTo>
                <a:cubicBezTo>
                  <a:pt x="24" y="71"/>
                  <a:pt x="24" y="71"/>
                  <a:pt x="24" y="71"/>
                </a:cubicBezTo>
                <a:cubicBezTo>
                  <a:pt x="24" y="70"/>
                  <a:pt x="25" y="69"/>
                  <a:pt x="25" y="69"/>
                </a:cubicBezTo>
                <a:cubicBezTo>
                  <a:pt x="92" y="2"/>
                  <a:pt x="92" y="2"/>
                  <a:pt x="92" y="2"/>
                </a:cubicBezTo>
                <a:cubicBezTo>
                  <a:pt x="94" y="0"/>
                  <a:pt x="95" y="0"/>
                  <a:pt x="95" y="0"/>
                </a:cubicBezTo>
                <a:cubicBezTo>
                  <a:pt x="96" y="1"/>
                  <a:pt x="97" y="2"/>
                  <a:pt x="97" y="3"/>
                </a:cubicBezTo>
                <a:cubicBezTo>
                  <a:pt x="97" y="71"/>
                  <a:pt x="97" y="71"/>
                  <a:pt x="97" y="71"/>
                </a:cubicBezTo>
                <a:cubicBezTo>
                  <a:pt x="97" y="70"/>
                  <a:pt x="97" y="69"/>
                  <a:pt x="98" y="69"/>
                </a:cubicBezTo>
                <a:lnTo>
                  <a:pt x="165" y="2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73" name="Freeform 75"/>
          <p:cNvSpPr>
            <a:spLocks/>
          </p:cNvSpPr>
          <p:nvPr/>
        </p:nvSpPr>
        <p:spPr bwMode="auto">
          <a:xfrm>
            <a:off x="9803363" y="1824385"/>
            <a:ext cx="209627" cy="209627"/>
          </a:xfrm>
          <a:custGeom>
            <a:avLst/>
            <a:gdLst>
              <a:gd name="T0" fmla="*/ 142 w 146"/>
              <a:gd name="T1" fmla="*/ 2 h 146"/>
              <a:gd name="T2" fmla="*/ 145 w 146"/>
              <a:gd name="T3" fmla="*/ 0 h 146"/>
              <a:gd name="T4" fmla="*/ 146 w 146"/>
              <a:gd name="T5" fmla="*/ 3 h 146"/>
              <a:gd name="T6" fmla="*/ 146 w 146"/>
              <a:gd name="T7" fmla="*/ 143 h 146"/>
              <a:gd name="T8" fmla="*/ 145 w 146"/>
              <a:gd name="T9" fmla="*/ 146 h 146"/>
              <a:gd name="T10" fmla="*/ 142 w 146"/>
              <a:gd name="T11" fmla="*/ 144 h 146"/>
              <a:gd name="T12" fmla="*/ 74 w 146"/>
              <a:gd name="T13" fmla="*/ 77 h 146"/>
              <a:gd name="T14" fmla="*/ 73 w 146"/>
              <a:gd name="T15" fmla="*/ 75 h 146"/>
              <a:gd name="T16" fmla="*/ 73 w 146"/>
              <a:gd name="T17" fmla="*/ 143 h 146"/>
              <a:gd name="T18" fmla="*/ 72 w 146"/>
              <a:gd name="T19" fmla="*/ 146 h 146"/>
              <a:gd name="T20" fmla="*/ 69 w 146"/>
              <a:gd name="T21" fmla="*/ 144 h 146"/>
              <a:gd name="T22" fmla="*/ 2 w 146"/>
              <a:gd name="T23" fmla="*/ 77 h 146"/>
              <a:gd name="T24" fmla="*/ 0 w 146"/>
              <a:gd name="T25" fmla="*/ 73 h 146"/>
              <a:gd name="T26" fmla="*/ 2 w 146"/>
              <a:gd name="T27" fmla="*/ 69 h 146"/>
              <a:gd name="T28" fmla="*/ 69 w 146"/>
              <a:gd name="T29" fmla="*/ 2 h 146"/>
              <a:gd name="T30" fmla="*/ 72 w 146"/>
              <a:gd name="T31" fmla="*/ 0 h 146"/>
              <a:gd name="T32" fmla="*/ 73 w 146"/>
              <a:gd name="T33" fmla="*/ 3 h 146"/>
              <a:gd name="T34" fmla="*/ 73 w 146"/>
              <a:gd name="T35" fmla="*/ 71 h 146"/>
              <a:gd name="T36" fmla="*/ 74 w 146"/>
              <a:gd name="T37" fmla="*/ 69 h 146"/>
              <a:gd name="T38" fmla="*/ 142 w 146"/>
              <a:gd name="T39" fmla="*/ 2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146" h="146">
                <a:moveTo>
                  <a:pt x="142" y="2"/>
                </a:moveTo>
                <a:cubicBezTo>
                  <a:pt x="143" y="0"/>
                  <a:pt x="144" y="0"/>
                  <a:pt x="145" y="0"/>
                </a:cubicBezTo>
                <a:cubicBezTo>
                  <a:pt x="145" y="1"/>
                  <a:pt x="146" y="2"/>
                  <a:pt x="146" y="3"/>
                </a:cubicBezTo>
                <a:cubicBezTo>
                  <a:pt x="146" y="143"/>
                  <a:pt x="146" y="143"/>
                  <a:pt x="146" y="143"/>
                </a:cubicBezTo>
                <a:cubicBezTo>
                  <a:pt x="146" y="144"/>
                  <a:pt x="145" y="145"/>
                  <a:pt x="145" y="146"/>
                </a:cubicBezTo>
                <a:cubicBezTo>
                  <a:pt x="144" y="146"/>
                  <a:pt x="143" y="146"/>
                  <a:pt x="142" y="144"/>
                </a:cubicBezTo>
                <a:cubicBezTo>
                  <a:pt x="74" y="77"/>
                  <a:pt x="74" y="77"/>
                  <a:pt x="74" y="77"/>
                </a:cubicBezTo>
                <a:cubicBezTo>
                  <a:pt x="74" y="77"/>
                  <a:pt x="74" y="76"/>
                  <a:pt x="73" y="75"/>
                </a:cubicBezTo>
                <a:cubicBezTo>
                  <a:pt x="73" y="143"/>
                  <a:pt x="73" y="143"/>
                  <a:pt x="73" y="143"/>
                </a:cubicBezTo>
                <a:cubicBezTo>
                  <a:pt x="73" y="144"/>
                  <a:pt x="73" y="145"/>
                  <a:pt x="72" y="146"/>
                </a:cubicBezTo>
                <a:cubicBezTo>
                  <a:pt x="71" y="146"/>
                  <a:pt x="70" y="146"/>
                  <a:pt x="69" y="144"/>
                </a:cubicBezTo>
                <a:cubicBezTo>
                  <a:pt x="2" y="77"/>
                  <a:pt x="2" y="77"/>
                  <a:pt x="2" y="77"/>
                </a:cubicBezTo>
                <a:cubicBezTo>
                  <a:pt x="1" y="76"/>
                  <a:pt x="0" y="75"/>
                  <a:pt x="0" y="73"/>
                </a:cubicBezTo>
                <a:cubicBezTo>
                  <a:pt x="0" y="71"/>
                  <a:pt x="1" y="70"/>
                  <a:pt x="2" y="69"/>
                </a:cubicBezTo>
                <a:cubicBezTo>
                  <a:pt x="69" y="2"/>
                  <a:pt x="69" y="2"/>
                  <a:pt x="69" y="2"/>
                </a:cubicBezTo>
                <a:cubicBezTo>
                  <a:pt x="70" y="0"/>
                  <a:pt x="71" y="0"/>
                  <a:pt x="72" y="0"/>
                </a:cubicBezTo>
                <a:cubicBezTo>
                  <a:pt x="73" y="1"/>
                  <a:pt x="73" y="2"/>
                  <a:pt x="73" y="3"/>
                </a:cubicBezTo>
                <a:cubicBezTo>
                  <a:pt x="73" y="71"/>
                  <a:pt x="73" y="71"/>
                  <a:pt x="73" y="71"/>
                </a:cubicBezTo>
                <a:cubicBezTo>
                  <a:pt x="74" y="70"/>
                  <a:pt x="74" y="69"/>
                  <a:pt x="74" y="69"/>
                </a:cubicBezTo>
                <a:lnTo>
                  <a:pt x="142" y="2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74" name="Freeform 76"/>
          <p:cNvSpPr>
            <a:spLocks/>
          </p:cNvSpPr>
          <p:nvPr/>
        </p:nvSpPr>
        <p:spPr bwMode="auto">
          <a:xfrm>
            <a:off x="10075659" y="1822225"/>
            <a:ext cx="190176" cy="211788"/>
          </a:xfrm>
          <a:custGeom>
            <a:avLst/>
            <a:gdLst>
              <a:gd name="T0" fmla="*/ 131 w 133"/>
              <a:gd name="T1" fmla="*/ 77 h 148"/>
              <a:gd name="T2" fmla="*/ 5 w 133"/>
              <a:gd name="T3" fmla="*/ 147 h 148"/>
              <a:gd name="T4" fmla="*/ 2 w 133"/>
              <a:gd name="T5" fmla="*/ 147 h 148"/>
              <a:gd name="T6" fmla="*/ 0 w 133"/>
              <a:gd name="T7" fmla="*/ 144 h 148"/>
              <a:gd name="T8" fmla="*/ 0 w 133"/>
              <a:gd name="T9" fmla="*/ 4 h 148"/>
              <a:gd name="T10" fmla="*/ 2 w 133"/>
              <a:gd name="T11" fmla="*/ 1 h 148"/>
              <a:gd name="T12" fmla="*/ 5 w 133"/>
              <a:gd name="T13" fmla="*/ 1 h 148"/>
              <a:gd name="T14" fmla="*/ 131 w 133"/>
              <a:gd name="T15" fmla="*/ 71 h 148"/>
              <a:gd name="T16" fmla="*/ 133 w 133"/>
              <a:gd name="T17" fmla="*/ 74 h 148"/>
              <a:gd name="T18" fmla="*/ 131 w 133"/>
              <a:gd name="T19" fmla="*/ 77 h 1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33" h="148">
                <a:moveTo>
                  <a:pt x="131" y="77"/>
                </a:moveTo>
                <a:cubicBezTo>
                  <a:pt x="5" y="147"/>
                  <a:pt x="5" y="147"/>
                  <a:pt x="5" y="147"/>
                </a:cubicBezTo>
                <a:cubicBezTo>
                  <a:pt x="4" y="147"/>
                  <a:pt x="3" y="148"/>
                  <a:pt x="2" y="147"/>
                </a:cubicBezTo>
                <a:cubicBezTo>
                  <a:pt x="1" y="146"/>
                  <a:pt x="0" y="145"/>
                  <a:pt x="0" y="144"/>
                </a:cubicBezTo>
                <a:cubicBezTo>
                  <a:pt x="0" y="4"/>
                  <a:pt x="0" y="4"/>
                  <a:pt x="0" y="4"/>
                </a:cubicBezTo>
                <a:cubicBezTo>
                  <a:pt x="0" y="3"/>
                  <a:pt x="1" y="2"/>
                  <a:pt x="2" y="1"/>
                </a:cubicBezTo>
                <a:cubicBezTo>
                  <a:pt x="3" y="0"/>
                  <a:pt x="4" y="0"/>
                  <a:pt x="5" y="1"/>
                </a:cubicBezTo>
                <a:cubicBezTo>
                  <a:pt x="131" y="71"/>
                  <a:pt x="131" y="71"/>
                  <a:pt x="131" y="71"/>
                </a:cubicBezTo>
                <a:cubicBezTo>
                  <a:pt x="132" y="72"/>
                  <a:pt x="133" y="73"/>
                  <a:pt x="133" y="74"/>
                </a:cubicBezTo>
                <a:cubicBezTo>
                  <a:pt x="133" y="75"/>
                  <a:pt x="132" y="76"/>
                  <a:pt x="131" y="7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75" name="Freeform 77"/>
          <p:cNvSpPr>
            <a:spLocks noEditPoints="1"/>
          </p:cNvSpPr>
          <p:nvPr/>
        </p:nvSpPr>
        <p:spPr bwMode="auto">
          <a:xfrm>
            <a:off x="10328508" y="1824385"/>
            <a:ext cx="207464" cy="209627"/>
          </a:xfrm>
          <a:custGeom>
            <a:avLst/>
            <a:gdLst>
              <a:gd name="T0" fmla="*/ 60 w 145"/>
              <a:gd name="T1" fmla="*/ 6 h 146"/>
              <a:gd name="T2" fmla="*/ 60 w 145"/>
              <a:gd name="T3" fmla="*/ 140 h 146"/>
              <a:gd name="T4" fmla="*/ 58 w 145"/>
              <a:gd name="T5" fmla="*/ 144 h 146"/>
              <a:gd name="T6" fmla="*/ 54 w 145"/>
              <a:gd name="T7" fmla="*/ 146 h 146"/>
              <a:gd name="T8" fmla="*/ 6 w 145"/>
              <a:gd name="T9" fmla="*/ 146 h 146"/>
              <a:gd name="T10" fmla="*/ 1 w 145"/>
              <a:gd name="T11" fmla="*/ 144 h 146"/>
              <a:gd name="T12" fmla="*/ 0 w 145"/>
              <a:gd name="T13" fmla="*/ 140 h 146"/>
              <a:gd name="T14" fmla="*/ 0 w 145"/>
              <a:gd name="T15" fmla="*/ 6 h 146"/>
              <a:gd name="T16" fmla="*/ 1 w 145"/>
              <a:gd name="T17" fmla="*/ 2 h 146"/>
              <a:gd name="T18" fmla="*/ 6 w 145"/>
              <a:gd name="T19" fmla="*/ 0 h 146"/>
              <a:gd name="T20" fmla="*/ 54 w 145"/>
              <a:gd name="T21" fmla="*/ 0 h 146"/>
              <a:gd name="T22" fmla="*/ 58 w 145"/>
              <a:gd name="T23" fmla="*/ 2 h 146"/>
              <a:gd name="T24" fmla="*/ 60 w 145"/>
              <a:gd name="T25" fmla="*/ 6 h 146"/>
              <a:gd name="T26" fmla="*/ 145 w 145"/>
              <a:gd name="T27" fmla="*/ 6 h 146"/>
              <a:gd name="T28" fmla="*/ 145 w 145"/>
              <a:gd name="T29" fmla="*/ 140 h 146"/>
              <a:gd name="T30" fmla="*/ 143 w 145"/>
              <a:gd name="T31" fmla="*/ 144 h 146"/>
              <a:gd name="T32" fmla="*/ 139 w 145"/>
              <a:gd name="T33" fmla="*/ 146 h 146"/>
              <a:gd name="T34" fmla="*/ 90 w 145"/>
              <a:gd name="T35" fmla="*/ 146 h 146"/>
              <a:gd name="T36" fmla="*/ 86 w 145"/>
              <a:gd name="T37" fmla="*/ 144 h 146"/>
              <a:gd name="T38" fmla="*/ 84 w 145"/>
              <a:gd name="T39" fmla="*/ 140 h 146"/>
              <a:gd name="T40" fmla="*/ 84 w 145"/>
              <a:gd name="T41" fmla="*/ 6 h 146"/>
              <a:gd name="T42" fmla="*/ 86 w 145"/>
              <a:gd name="T43" fmla="*/ 2 h 146"/>
              <a:gd name="T44" fmla="*/ 90 w 145"/>
              <a:gd name="T45" fmla="*/ 0 h 146"/>
              <a:gd name="T46" fmla="*/ 139 w 145"/>
              <a:gd name="T47" fmla="*/ 0 h 146"/>
              <a:gd name="T48" fmla="*/ 143 w 145"/>
              <a:gd name="T49" fmla="*/ 2 h 146"/>
              <a:gd name="T50" fmla="*/ 145 w 145"/>
              <a:gd name="T51" fmla="*/ 6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145" h="146">
                <a:moveTo>
                  <a:pt x="60" y="6"/>
                </a:moveTo>
                <a:cubicBezTo>
                  <a:pt x="60" y="140"/>
                  <a:pt x="60" y="140"/>
                  <a:pt x="60" y="140"/>
                </a:cubicBezTo>
                <a:cubicBezTo>
                  <a:pt x="60" y="141"/>
                  <a:pt x="60" y="143"/>
                  <a:pt x="58" y="144"/>
                </a:cubicBezTo>
                <a:cubicBezTo>
                  <a:pt x="57" y="145"/>
                  <a:pt x="56" y="146"/>
                  <a:pt x="54" y="146"/>
                </a:cubicBezTo>
                <a:cubicBezTo>
                  <a:pt x="6" y="146"/>
                  <a:pt x="6" y="146"/>
                  <a:pt x="6" y="146"/>
                </a:cubicBezTo>
                <a:cubicBezTo>
                  <a:pt x="4" y="146"/>
                  <a:pt x="3" y="145"/>
                  <a:pt x="1" y="144"/>
                </a:cubicBezTo>
                <a:cubicBezTo>
                  <a:pt x="0" y="143"/>
                  <a:pt x="0" y="141"/>
                  <a:pt x="0" y="140"/>
                </a:cubicBezTo>
                <a:cubicBezTo>
                  <a:pt x="0" y="6"/>
                  <a:pt x="0" y="6"/>
                  <a:pt x="0" y="6"/>
                </a:cubicBezTo>
                <a:cubicBezTo>
                  <a:pt x="0" y="5"/>
                  <a:pt x="0" y="3"/>
                  <a:pt x="1" y="2"/>
                </a:cubicBezTo>
                <a:cubicBezTo>
                  <a:pt x="3" y="1"/>
                  <a:pt x="4" y="0"/>
                  <a:pt x="6" y="0"/>
                </a:cubicBezTo>
                <a:cubicBezTo>
                  <a:pt x="54" y="0"/>
                  <a:pt x="54" y="0"/>
                  <a:pt x="54" y="0"/>
                </a:cubicBezTo>
                <a:cubicBezTo>
                  <a:pt x="56" y="0"/>
                  <a:pt x="57" y="1"/>
                  <a:pt x="58" y="2"/>
                </a:cubicBezTo>
                <a:cubicBezTo>
                  <a:pt x="60" y="3"/>
                  <a:pt x="60" y="5"/>
                  <a:pt x="60" y="6"/>
                </a:cubicBezTo>
                <a:close/>
                <a:moveTo>
                  <a:pt x="145" y="6"/>
                </a:moveTo>
                <a:cubicBezTo>
                  <a:pt x="145" y="140"/>
                  <a:pt x="145" y="140"/>
                  <a:pt x="145" y="140"/>
                </a:cubicBezTo>
                <a:cubicBezTo>
                  <a:pt x="145" y="141"/>
                  <a:pt x="144" y="143"/>
                  <a:pt x="143" y="144"/>
                </a:cubicBezTo>
                <a:cubicBezTo>
                  <a:pt x="142" y="145"/>
                  <a:pt x="140" y="146"/>
                  <a:pt x="139" y="146"/>
                </a:cubicBezTo>
                <a:cubicBezTo>
                  <a:pt x="90" y="146"/>
                  <a:pt x="90" y="146"/>
                  <a:pt x="90" y="146"/>
                </a:cubicBezTo>
                <a:cubicBezTo>
                  <a:pt x="89" y="146"/>
                  <a:pt x="87" y="145"/>
                  <a:pt x="86" y="144"/>
                </a:cubicBezTo>
                <a:cubicBezTo>
                  <a:pt x="85" y="143"/>
                  <a:pt x="84" y="141"/>
                  <a:pt x="84" y="140"/>
                </a:cubicBezTo>
                <a:cubicBezTo>
                  <a:pt x="84" y="6"/>
                  <a:pt x="84" y="6"/>
                  <a:pt x="84" y="6"/>
                </a:cubicBezTo>
                <a:cubicBezTo>
                  <a:pt x="84" y="5"/>
                  <a:pt x="85" y="3"/>
                  <a:pt x="86" y="2"/>
                </a:cubicBezTo>
                <a:cubicBezTo>
                  <a:pt x="87" y="1"/>
                  <a:pt x="89" y="0"/>
                  <a:pt x="90" y="0"/>
                </a:cubicBezTo>
                <a:cubicBezTo>
                  <a:pt x="139" y="0"/>
                  <a:pt x="139" y="0"/>
                  <a:pt x="139" y="0"/>
                </a:cubicBezTo>
                <a:cubicBezTo>
                  <a:pt x="140" y="0"/>
                  <a:pt x="142" y="1"/>
                  <a:pt x="143" y="2"/>
                </a:cubicBezTo>
                <a:cubicBezTo>
                  <a:pt x="144" y="3"/>
                  <a:pt x="145" y="5"/>
                  <a:pt x="145" y="6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76" name="Freeform 78"/>
          <p:cNvSpPr>
            <a:spLocks/>
          </p:cNvSpPr>
          <p:nvPr/>
        </p:nvSpPr>
        <p:spPr bwMode="auto">
          <a:xfrm>
            <a:off x="10598645" y="1824385"/>
            <a:ext cx="207464" cy="209627"/>
          </a:xfrm>
          <a:custGeom>
            <a:avLst/>
            <a:gdLst>
              <a:gd name="T0" fmla="*/ 145 w 145"/>
              <a:gd name="T1" fmla="*/ 6 h 146"/>
              <a:gd name="T2" fmla="*/ 145 w 145"/>
              <a:gd name="T3" fmla="*/ 140 h 146"/>
              <a:gd name="T4" fmla="*/ 144 w 145"/>
              <a:gd name="T5" fmla="*/ 144 h 146"/>
              <a:gd name="T6" fmla="*/ 139 w 145"/>
              <a:gd name="T7" fmla="*/ 146 h 146"/>
              <a:gd name="T8" fmla="*/ 6 w 145"/>
              <a:gd name="T9" fmla="*/ 146 h 146"/>
              <a:gd name="T10" fmla="*/ 2 w 145"/>
              <a:gd name="T11" fmla="*/ 144 h 146"/>
              <a:gd name="T12" fmla="*/ 0 w 145"/>
              <a:gd name="T13" fmla="*/ 140 h 146"/>
              <a:gd name="T14" fmla="*/ 0 w 145"/>
              <a:gd name="T15" fmla="*/ 6 h 146"/>
              <a:gd name="T16" fmla="*/ 2 w 145"/>
              <a:gd name="T17" fmla="*/ 2 h 146"/>
              <a:gd name="T18" fmla="*/ 6 w 145"/>
              <a:gd name="T19" fmla="*/ 0 h 146"/>
              <a:gd name="T20" fmla="*/ 139 w 145"/>
              <a:gd name="T21" fmla="*/ 0 h 146"/>
              <a:gd name="T22" fmla="*/ 144 w 145"/>
              <a:gd name="T23" fmla="*/ 2 h 146"/>
              <a:gd name="T24" fmla="*/ 145 w 145"/>
              <a:gd name="T25" fmla="*/ 6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45" h="146">
                <a:moveTo>
                  <a:pt x="145" y="6"/>
                </a:moveTo>
                <a:cubicBezTo>
                  <a:pt x="145" y="140"/>
                  <a:pt x="145" y="140"/>
                  <a:pt x="145" y="140"/>
                </a:cubicBezTo>
                <a:cubicBezTo>
                  <a:pt x="145" y="141"/>
                  <a:pt x="145" y="143"/>
                  <a:pt x="144" y="144"/>
                </a:cubicBezTo>
                <a:cubicBezTo>
                  <a:pt x="142" y="145"/>
                  <a:pt x="141" y="146"/>
                  <a:pt x="139" y="146"/>
                </a:cubicBezTo>
                <a:cubicBezTo>
                  <a:pt x="6" y="146"/>
                  <a:pt x="6" y="146"/>
                  <a:pt x="6" y="146"/>
                </a:cubicBezTo>
                <a:cubicBezTo>
                  <a:pt x="5" y="146"/>
                  <a:pt x="3" y="145"/>
                  <a:pt x="2" y="144"/>
                </a:cubicBezTo>
                <a:cubicBezTo>
                  <a:pt x="1" y="143"/>
                  <a:pt x="0" y="141"/>
                  <a:pt x="0" y="140"/>
                </a:cubicBezTo>
                <a:cubicBezTo>
                  <a:pt x="0" y="6"/>
                  <a:pt x="0" y="6"/>
                  <a:pt x="0" y="6"/>
                </a:cubicBezTo>
                <a:cubicBezTo>
                  <a:pt x="0" y="5"/>
                  <a:pt x="1" y="3"/>
                  <a:pt x="2" y="2"/>
                </a:cubicBezTo>
                <a:cubicBezTo>
                  <a:pt x="3" y="1"/>
                  <a:pt x="5" y="0"/>
                  <a:pt x="6" y="0"/>
                </a:cubicBezTo>
                <a:cubicBezTo>
                  <a:pt x="139" y="0"/>
                  <a:pt x="139" y="0"/>
                  <a:pt x="139" y="0"/>
                </a:cubicBezTo>
                <a:cubicBezTo>
                  <a:pt x="141" y="0"/>
                  <a:pt x="142" y="1"/>
                  <a:pt x="144" y="2"/>
                </a:cubicBezTo>
                <a:cubicBezTo>
                  <a:pt x="145" y="3"/>
                  <a:pt x="145" y="5"/>
                  <a:pt x="145" y="6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77" name="Freeform 79"/>
          <p:cNvSpPr>
            <a:spLocks/>
          </p:cNvSpPr>
          <p:nvPr/>
        </p:nvSpPr>
        <p:spPr bwMode="auto">
          <a:xfrm>
            <a:off x="10868783" y="1824385"/>
            <a:ext cx="209627" cy="209627"/>
          </a:xfrm>
          <a:custGeom>
            <a:avLst/>
            <a:gdLst>
              <a:gd name="T0" fmla="*/ 4 w 146"/>
              <a:gd name="T1" fmla="*/ 144 h 146"/>
              <a:gd name="T2" fmla="*/ 1 w 146"/>
              <a:gd name="T3" fmla="*/ 146 h 146"/>
              <a:gd name="T4" fmla="*/ 0 w 146"/>
              <a:gd name="T5" fmla="*/ 143 h 146"/>
              <a:gd name="T6" fmla="*/ 0 w 146"/>
              <a:gd name="T7" fmla="*/ 3 h 146"/>
              <a:gd name="T8" fmla="*/ 1 w 146"/>
              <a:gd name="T9" fmla="*/ 0 h 146"/>
              <a:gd name="T10" fmla="*/ 4 w 146"/>
              <a:gd name="T11" fmla="*/ 2 h 146"/>
              <a:gd name="T12" fmla="*/ 71 w 146"/>
              <a:gd name="T13" fmla="*/ 69 h 146"/>
              <a:gd name="T14" fmla="*/ 72 w 146"/>
              <a:gd name="T15" fmla="*/ 71 h 146"/>
              <a:gd name="T16" fmla="*/ 72 w 146"/>
              <a:gd name="T17" fmla="*/ 3 h 146"/>
              <a:gd name="T18" fmla="*/ 74 w 146"/>
              <a:gd name="T19" fmla="*/ 0 h 146"/>
              <a:gd name="T20" fmla="*/ 77 w 146"/>
              <a:gd name="T21" fmla="*/ 2 h 146"/>
              <a:gd name="T22" fmla="*/ 144 w 146"/>
              <a:gd name="T23" fmla="*/ 69 h 146"/>
              <a:gd name="T24" fmla="*/ 146 w 146"/>
              <a:gd name="T25" fmla="*/ 73 h 146"/>
              <a:gd name="T26" fmla="*/ 144 w 146"/>
              <a:gd name="T27" fmla="*/ 77 h 146"/>
              <a:gd name="T28" fmla="*/ 77 w 146"/>
              <a:gd name="T29" fmla="*/ 144 h 146"/>
              <a:gd name="T30" fmla="*/ 74 w 146"/>
              <a:gd name="T31" fmla="*/ 146 h 146"/>
              <a:gd name="T32" fmla="*/ 72 w 146"/>
              <a:gd name="T33" fmla="*/ 143 h 146"/>
              <a:gd name="T34" fmla="*/ 72 w 146"/>
              <a:gd name="T35" fmla="*/ 75 h 146"/>
              <a:gd name="T36" fmla="*/ 71 w 146"/>
              <a:gd name="T37" fmla="*/ 77 h 146"/>
              <a:gd name="T38" fmla="*/ 4 w 146"/>
              <a:gd name="T39" fmla="*/ 144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146" h="146">
                <a:moveTo>
                  <a:pt x="4" y="144"/>
                </a:moveTo>
                <a:cubicBezTo>
                  <a:pt x="3" y="146"/>
                  <a:pt x="2" y="146"/>
                  <a:pt x="1" y="146"/>
                </a:cubicBezTo>
                <a:cubicBezTo>
                  <a:pt x="0" y="145"/>
                  <a:pt x="0" y="144"/>
                  <a:pt x="0" y="143"/>
                </a:cubicBezTo>
                <a:cubicBezTo>
                  <a:pt x="0" y="3"/>
                  <a:pt x="0" y="3"/>
                  <a:pt x="0" y="3"/>
                </a:cubicBezTo>
                <a:cubicBezTo>
                  <a:pt x="0" y="2"/>
                  <a:pt x="0" y="1"/>
                  <a:pt x="1" y="0"/>
                </a:cubicBezTo>
                <a:cubicBezTo>
                  <a:pt x="2" y="0"/>
                  <a:pt x="3" y="0"/>
                  <a:pt x="4" y="2"/>
                </a:cubicBezTo>
                <a:cubicBezTo>
                  <a:pt x="71" y="69"/>
                  <a:pt x="71" y="69"/>
                  <a:pt x="71" y="69"/>
                </a:cubicBezTo>
                <a:cubicBezTo>
                  <a:pt x="72" y="69"/>
                  <a:pt x="72" y="70"/>
                  <a:pt x="72" y="71"/>
                </a:cubicBezTo>
                <a:cubicBezTo>
                  <a:pt x="72" y="3"/>
                  <a:pt x="72" y="3"/>
                  <a:pt x="72" y="3"/>
                </a:cubicBezTo>
                <a:cubicBezTo>
                  <a:pt x="72" y="2"/>
                  <a:pt x="73" y="1"/>
                  <a:pt x="74" y="0"/>
                </a:cubicBezTo>
                <a:cubicBezTo>
                  <a:pt x="74" y="0"/>
                  <a:pt x="75" y="0"/>
                  <a:pt x="77" y="2"/>
                </a:cubicBezTo>
                <a:cubicBezTo>
                  <a:pt x="144" y="69"/>
                  <a:pt x="144" y="69"/>
                  <a:pt x="144" y="69"/>
                </a:cubicBezTo>
                <a:cubicBezTo>
                  <a:pt x="145" y="70"/>
                  <a:pt x="146" y="71"/>
                  <a:pt x="146" y="73"/>
                </a:cubicBezTo>
                <a:cubicBezTo>
                  <a:pt x="146" y="75"/>
                  <a:pt x="145" y="76"/>
                  <a:pt x="144" y="77"/>
                </a:cubicBezTo>
                <a:cubicBezTo>
                  <a:pt x="77" y="144"/>
                  <a:pt x="77" y="144"/>
                  <a:pt x="77" y="144"/>
                </a:cubicBezTo>
                <a:cubicBezTo>
                  <a:pt x="75" y="146"/>
                  <a:pt x="74" y="146"/>
                  <a:pt x="74" y="146"/>
                </a:cubicBezTo>
                <a:cubicBezTo>
                  <a:pt x="73" y="145"/>
                  <a:pt x="72" y="144"/>
                  <a:pt x="72" y="143"/>
                </a:cubicBezTo>
                <a:cubicBezTo>
                  <a:pt x="72" y="75"/>
                  <a:pt x="72" y="75"/>
                  <a:pt x="72" y="75"/>
                </a:cubicBezTo>
                <a:cubicBezTo>
                  <a:pt x="72" y="76"/>
                  <a:pt x="72" y="77"/>
                  <a:pt x="71" y="77"/>
                </a:cubicBezTo>
                <a:lnTo>
                  <a:pt x="4" y="144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78" name="Freeform 80"/>
          <p:cNvSpPr>
            <a:spLocks/>
          </p:cNvSpPr>
          <p:nvPr/>
        </p:nvSpPr>
        <p:spPr bwMode="auto">
          <a:xfrm>
            <a:off x="11156208" y="1824385"/>
            <a:ext cx="242043" cy="209627"/>
          </a:xfrm>
          <a:custGeom>
            <a:avLst/>
            <a:gdLst>
              <a:gd name="T0" fmla="*/ 5 w 170"/>
              <a:gd name="T1" fmla="*/ 144 h 146"/>
              <a:gd name="T2" fmla="*/ 2 w 170"/>
              <a:gd name="T3" fmla="*/ 146 h 146"/>
              <a:gd name="T4" fmla="*/ 0 w 170"/>
              <a:gd name="T5" fmla="*/ 143 h 146"/>
              <a:gd name="T6" fmla="*/ 0 w 170"/>
              <a:gd name="T7" fmla="*/ 3 h 146"/>
              <a:gd name="T8" fmla="*/ 2 w 170"/>
              <a:gd name="T9" fmla="*/ 0 h 146"/>
              <a:gd name="T10" fmla="*/ 5 w 170"/>
              <a:gd name="T11" fmla="*/ 2 h 146"/>
              <a:gd name="T12" fmla="*/ 72 w 170"/>
              <a:gd name="T13" fmla="*/ 69 h 146"/>
              <a:gd name="T14" fmla="*/ 73 w 170"/>
              <a:gd name="T15" fmla="*/ 71 h 146"/>
              <a:gd name="T16" fmla="*/ 73 w 170"/>
              <a:gd name="T17" fmla="*/ 3 h 146"/>
              <a:gd name="T18" fmla="*/ 74 w 170"/>
              <a:gd name="T19" fmla="*/ 0 h 146"/>
              <a:gd name="T20" fmla="*/ 77 w 170"/>
              <a:gd name="T21" fmla="*/ 2 h 146"/>
              <a:gd name="T22" fmla="*/ 144 w 170"/>
              <a:gd name="T23" fmla="*/ 69 h 146"/>
              <a:gd name="T24" fmla="*/ 146 w 170"/>
              <a:gd name="T25" fmla="*/ 71 h 146"/>
              <a:gd name="T26" fmla="*/ 146 w 170"/>
              <a:gd name="T27" fmla="*/ 6 h 146"/>
              <a:gd name="T28" fmla="*/ 147 w 170"/>
              <a:gd name="T29" fmla="*/ 2 h 146"/>
              <a:gd name="T30" fmla="*/ 152 w 170"/>
              <a:gd name="T31" fmla="*/ 0 h 146"/>
              <a:gd name="T32" fmla="*/ 164 w 170"/>
              <a:gd name="T33" fmla="*/ 0 h 146"/>
              <a:gd name="T34" fmla="*/ 168 w 170"/>
              <a:gd name="T35" fmla="*/ 2 h 146"/>
              <a:gd name="T36" fmla="*/ 170 w 170"/>
              <a:gd name="T37" fmla="*/ 6 h 146"/>
              <a:gd name="T38" fmla="*/ 170 w 170"/>
              <a:gd name="T39" fmla="*/ 140 h 146"/>
              <a:gd name="T40" fmla="*/ 168 w 170"/>
              <a:gd name="T41" fmla="*/ 144 h 146"/>
              <a:gd name="T42" fmla="*/ 164 w 170"/>
              <a:gd name="T43" fmla="*/ 146 h 146"/>
              <a:gd name="T44" fmla="*/ 152 w 170"/>
              <a:gd name="T45" fmla="*/ 146 h 146"/>
              <a:gd name="T46" fmla="*/ 147 w 170"/>
              <a:gd name="T47" fmla="*/ 144 h 146"/>
              <a:gd name="T48" fmla="*/ 146 w 170"/>
              <a:gd name="T49" fmla="*/ 140 h 146"/>
              <a:gd name="T50" fmla="*/ 146 w 170"/>
              <a:gd name="T51" fmla="*/ 75 h 146"/>
              <a:gd name="T52" fmla="*/ 144 w 170"/>
              <a:gd name="T53" fmla="*/ 77 h 146"/>
              <a:gd name="T54" fmla="*/ 77 w 170"/>
              <a:gd name="T55" fmla="*/ 144 h 146"/>
              <a:gd name="T56" fmla="*/ 74 w 170"/>
              <a:gd name="T57" fmla="*/ 146 h 146"/>
              <a:gd name="T58" fmla="*/ 73 w 170"/>
              <a:gd name="T59" fmla="*/ 143 h 146"/>
              <a:gd name="T60" fmla="*/ 73 w 170"/>
              <a:gd name="T61" fmla="*/ 75 h 146"/>
              <a:gd name="T62" fmla="*/ 72 w 170"/>
              <a:gd name="T63" fmla="*/ 77 h 146"/>
              <a:gd name="T64" fmla="*/ 5 w 170"/>
              <a:gd name="T65" fmla="*/ 144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70" h="146">
                <a:moveTo>
                  <a:pt x="5" y="144"/>
                </a:moveTo>
                <a:cubicBezTo>
                  <a:pt x="3" y="146"/>
                  <a:pt x="2" y="146"/>
                  <a:pt x="2" y="146"/>
                </a:cubicBezTo>
                <a:cubicBezTo>
                  <a:pt x="1" y="145"/>
                  <a:pt x="0" y="144"/>
                  <a:pt x="0" y="143"/>
                </a:cubicBezTo>
                <a:cubicBezTo>
                  <a:pt x="0" y="3"/>
                  <a:pt x="0" y="3"/>
                  <a:pt x="0" y="3"/>
                </a:cubicBezTo>
                <a:cubicBezTo>
                  <a:pt x="0" y="2"/>
                  <a:pt x="1" y="1"/>
                  <a:pt x="2" y="0"/>
                </a:cubicBezTo>
                <a:cubicBezTo>
                  <a:pt x="2" y="0"/>
                  <a:pt x="3" y="0"/>
                  <a:pt x="5" y="2"/>
                </a:cubicBezTo>
                <a:cubicBezTo>
                  <a:pt x="72" y="69"/>
                  <a:pt x="72" y="69"/>
                  <a:pt x="72" y="69"/>
                </a:cubicBezTo>
                <a:cubicBezTo>
                  <a:pt x="72" y="69"/>
                  <a:pt x="73" y="70"/>
                  <a:pt x="73" y="71"/>
                </a:cubicBezTo>
                <a:cubicBezTo>
                  <a:pt x="73" y="3"/>
                  <a:pt x="73" y="3"/>
                  <a:pt x="73" y="3"/>
                </a:cubicBezTo>
                <a:cubicBezTo>
                  <a:pt x="73" y="2"/>
                  <a:pt x="73" y="1"/>
                  <a:pt x="74" y="0"/>
                </a:cubicBezTo>
                <a:cubicBezTo>
                  <a:pt x="75" y="0"/>
                  <a:pt x="76" y="0"/>
                  <a:pt x="77" y="2"/>
                </a:cubicBezTo>
                <a:cubicBezTo>
                  <a:pt x="144" y="69"/>
                  <a:pt x="144" y="69"/>
                  <a:pt x="144" y="69"/>
                </a:cubicBezTo>
                <a:cubicBezTo>
                  <a:pt x="145" y="69"/>
                  <a:pt x="145" y="70"/>
                  <a:pt x="146" y="71"/>
                </a:cubicBezTo>
                <a:cubicBezTo>
                  <a:pt x="146" y="6"/>
                  <a:pt x="146" y="6"/>
                  <a:pt x="146" y="6"/>
                </a:cubicBezTo>
                <a:cubicBezTo>
                  <a:pt x="146" y="5"/>
                  <a:pt x="146" y="3"/>
                  <a:pt x="147" y="2"/>
                </a:cubicBezTo>
                <a:cubicBezTo>
                  <a:pt x="149" y="1"/>
                  <a:pt x="150" y="0"/>
                  <a:pt x="152" y="0"/>
                </a:cubicBezTo>
                <a:cubicBezTo>
                  <a:pt x="164" y="0"/>
                  <a:pt x="164" y="0"/>
                  <a:pt x="164" y="0"/>
                </a:cubicBezTo>
                <a:cubicBezTo>
                  <a:pt x="165" y="0"/>
                  <a:pt x="167" y="1"/>
                  <a:pt x="168" y="2"/>
                </a:cubicBezTo>
                <a:cubicBezTo>
                  <a:pt x="169" y="3"/>
                  <a:pt x="170" y="5"/>
                  <a:pt x="170" y="6"/>
                </a:cubicBezTo>
                <a:cubicBezTo>
                  <a:pt x="170" y="140"/>
                  <a:pt x="170" y="140"/>
                  <a:pt x="170" y="140"/>
                </a:cubicBezTo>
                <a:cubicBezTo>
                  <a:pt x="170" y="141"/>
                  <a:pt x="169" y="143"/>
                  <a:pt x="168" y="144"/>
                </a:cubicBezTo>
                <a:cubicBezTo>
                  <a:pt x="167" y="145"/>
                  <a:pt x="165" y="146"/>
                  <a:pt x="164" y="146"/>
                </a:cubicBezTo>
                <a:cubicBezTo>
                  <a:pt x="152" y="146"/>
                  <a:pt x="152" y="146"/>
                  <a:pt x="152" y="146"/>
                </a:cubicBezTo>
                <a:cubicBezTo>
                  <a:pt x="150" y="146"/>
                  <a:pt x="149" y="145"/>
                  <a:pt x="147" y="144"/>
                </a:cubicBezTo>
                <a:cubicBezTo>
                  <a:pt x="146" y="143"/>
                  <a:pt x="146" y="141"/>
                  <a:pt x="146" y="140"/>
                </a:cubicBezTo>
                <a:cubicBezTo>
                  <a:pt x="146" y="75"/>
                  <a:pt x="146" y="75"/>
                  <a:pt x="146" y="75"/>
                </a:cubicBezTo>
                <a:cubicBezTo>
                  <a:pt x="145" y="76"/>
                  <a:pt x="145" y="77"/>
                  <a:pt x="144" y="77"/>
                </a:cubicBezTo>
                <a:cubicBezTo>
                  <a:pt x="77" y="144"/>
                  <a:pt x="77" y="144"/>
                  <a:pt x="77" y="144"/>
                </a:cubicBezTo>
                <a:cubicBezTo>
                  <a:pt x="76" y="146"/>
                  <a:pt x="75" y="146"/>
                  <a:pt x="74" y="146"/>
                </a:cubicBezTo>
                <a:cubicBezTo>
                  <a:pt x="73" y="145"/>
                  <a:pt x="73" y="144"/>
                  <a:pt x="73" y="143"/>
                </a:cubicBezTo>
                <a:cubicBezTo>
                  <a:pt x="73" y="75"/>
                  <a:pt x="73" y="75"/>
                  <a:pt x="73" y="75"/>
                </a:cubicBezTo>
                <a:cubicBezTo>
                  <a:pt x="73" y="76"/>
                  <a:pt x="72" y="77"/>
                  <a:pt x="72" y="77"/>
                </a:cubicBezTo>
                <a:lnTo>
                  <a:pt x="5" y="144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79" name="Freeform 81"/>
          <p:cNvSpPr>
            <a:spLocks/>
          </p:cNvSpPr>
          <p:nvPr/>
        </p:nvSpPr>
        <p:spPr bwMode="auto">
          <a:xfrm>
            <a:off x="793751" y="2252283"/>
            <a:ext cx="138311" cy="209627"/>
          </a:xfrm>
          <a:custGeom>
            <a:avLst/>
            <a:gdLst>
              <a:gd name="T0" fmla="*/ 4 w 97"/>
              <a:gd name="T1" fmla="*/ 144 h 146"/>
              <a:gd name="T2" fmla="*/ 1 w 97"/>
              <a:gd name="T3" fmla="*/ 146 h 146"/>
              <a:gd name="T4" fmla="*/ 0 w 97"/>
              <a:gd name="T5" fmla="*/ 143 h 146"/>
              <a:gd name="T6" fmla="*/ 0 w 97"/>
              <a:gd name="T7" fmla="*/ 3 h 146"/>
              <a:gd name="T8" fmla="*/ 1 w 97"/>
              <a:gd name="T9" fmla="*/ 0 h 146"/>
              <a:gd name="T10" fmla="*/ 4 w 97"/>
              <a:gd name="T11" fmla="*/ 2 h 146"/>
              <a:gd name="T12" fmla="*/ 71 w 97"/>
              <a:gd name="T13" fmla="*/ 69 h 146"/>
              <a:gd name="T14" fmla="*/ 73 w 97"/>
              <a:gd name="T15" fmla="*/ 70 h 146"/>
              <a:gd name="T16" fmla="*/ 73 w 97"/>
              <a:gd name="T17" fmla="*/ 6 h 146"/>
              <a:gd name="T18" fmla="*/ 74 w 97"/>
              <a:gd name="T19" fmla="*/ 2 h 146"/>
              <a:gd name="T20" fmla="*/ 79 w 97"/>
              <a:gd name="T21" fmla="*/ 0 h 146"/>
              <a:gd name="T22" fmla="*/ 91 w 97"/>
              <a:gd name="T23" fmla="*/ 0 h 146"/>
              <a:gd name="T24" fmla="*/ 95 w 97"/>
              <a:gd name="T25" fmla="*/ 2 h 146"/>
              <a:gd name="T26" fmla="*/ 97 w 97"/>
              <a:gd name="T27" fmla="*/ 6 h 146"/>
              <a:gd name="T28" fmla="*/ 97 w 97"/>
              <a:gd name="T29" fmla="*/ 140 h 146"/>
              <a:gd name="T30" fmla="*/ 95 w 97"/>
              <a:gd name="T31" fmla="*/ 144 h 146"/>
              <a:gd name="T32" fmla="*/ 91 w 97"/>
              <a:gd name="T33" fmla="*/ 146 h 146"/>
              <a:gd name="T34" fmla="*/ 79 w 97"/>
              <a:gd name="T35" fmla="*/ 146 h 146"/>
              <a:gd name="T36" fmla="*/ 74 w 97"/>
              <a:gd name="T37" fmla="*/ 144 h 146"/>
              <a:gd name="T38" fmla="*/ 73 w 97"/>
              <a:gd name="T39" fmla="*/ 140 h 146"/>
              <a:gd name="T40" fmla="*/ 73 w 97"/>
              <a:gd name="T41" fmla="*/ 75 h 146"/>
              <a:gd name="T42" fmla="*/ 71 w 97"/>
              <a:gd name="T43" fmla="*/ 77 h 146"/>
              <a:gd name="T44" fmla="*/ 4 w 97"/>
              <a:gd name="T45" fmla="*/ 144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97" h="146">
                <a:moveTo>
                  <a:pt x="4" y="144"/>
                </a:moveTo>
                <a:cubicBezTo>
                  <a:pt x="3" y="146"/>
                  <a:pt x="2" y="146"/>
                  <a:pt x="1" y="146"/>
                </a:cubicBezTo>
                <a:cubicBezTo>
                  <a:pt x="0" y="145"/>
                  <a:pt x="0" y="144"/>
                  <a:pt x="0" y="143"/>
                </a:cubicBezTo>
                <a:cubicBezTo>
                  <a:pt x="0" y="3"/>
                  <a:pt x="0" y="3"/>
                  <a:pt x="0" y="3"/>
                </a:cubicBezTo>
                <a:cubicBezTo>
                  <a:pt x="0" y="2"/>
                  <a:pt x="0" y="1"/>
                  <a:pt x="1" y="0"/>
                </a:cubicBezTo>
                <a:cubicBezTo>
                  <a:pt x="2" y="0"/>
                  <a:pt x="3" y="0"/>
                  <a:pt x="4" y="2"/>
                </a:cubicBezTo>
                <a:cubicBezTo>
                  <a:pt x="71" y="69"/>
                  <a:pt x="71" y="69"/>
                  <a:pt x="71" y="69"/>
                </a:cubicBezTo>
                <a:cubicBezTo>
                  <a:pt x="72" y="69"/>
                  <a:pt x="72" y="70"/>
                  <a:pt x="73" y="70"/>
                </a:cubicBezTo>
                <a:cubicBezTo>
                  <a:pt x="73" y="6"/>
                  <a:pt x="73" y="6"/>
                  <a:pt x="73" y="6"/>
                </a:cubicBezTo>
                <a:cubicBezTo>
                  <a:pt x="73" y="5"/>
                  <a:pt x="73" y="3"/>
                  <a:pt x="74" y="2"/>
                </a:cubicBezTo>
                <a:cubicBezTo>
                  <a:pt x="76" y="1"/>
                  <a:pt x="77" y="0"/>
                  <a:pt x="79" y="0"/>
                </a:cubicBezTo>
                <a:cubicBezTo>
                  <a:pt x="91" y="0"/>
                  <a:pt x="91" y="0"/>
                  <a:pt x="91" y="0"/>
                </a:cubicBezTo>
                <a:cubicBezTo>
                  <a:pt x="92" y="0"/>
                  <a:pt x="94" y="1"/>
                  <a:pt x="95" y="2"/>
                </a:cubicBezTo>
                <a:cubicBezTo>
                  <a:pt x="96" y="3"/>
                  <a:pt x="97" y="5"/>
                  <a:pt x="97" y="6"/>
                </a:cubicBezTo>
                <a:cubicBezTo>
                  <a:pt x="97" y="140"/>
                  <a:pt x="97" y="140"/>
                  <a:pt x="97" y="140"/>
                </a:cubicBezTo>
                <a:cubicBezTo>
                  <a:pt x="97" y="141"/>
                  <a:pt x="96" y="143"/>
                  <a:pt x="95" y="144"/>
                </a:cubicBezTo>
                <a:cubicBezTo>
                  <a:pt x="94" y="145"/>
                  <a:pt x="92" y="146"/>
                  <a:pt x="91" y="146"/>
                </a:cubicBezTo>
                <a:cubicBezTo>
                  <a:pt x="79" y="146"/>
                  <a:pt x="79" y="146"/>
                  <a:pt x="79" y="146"/>
                </a:cubicBezTo>
                <a:cubicBezTo>
                  <a:pt x="77" y="146"/>
                  <a:pt x="76" y="145"/>
                  <a:pt x="74" y="144"/>
                </a:cubicBezTo>
                <a:cubicBezTo>
                  <a:pt x="73" y="143"/>
                  <a:pt x="73" y="141"/>
                  <a:pt x="73" y="140"/>
                </a:cubicBezTo>
                <a:cubicBezTo>
                  <a:pt x="73" y="75"/>
                  <a:pt x="73" y="75"/>
                  <a:pt x="73" y="75"/>
                </a:cubicBezTo>
                <a:cubicBezTo>
                  <a:pt x="72" y="76"/>
                  <a:pt x="72" y="77"/>
                  <a:pt x="71" y="77"/>
                </a:cubicBezTo>
                <a:lnTo>
                  <a:pt x="4" y="144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80" name="Freeform 82"/>
          <p:cNvSpPr>
            <a:spLocks noEditPoints="1"/>
          </p:cNvSpPr>
          <p:nvPr/>
        </p:nvSpPr>
        <p:spPr bwMode="auto">
          <a:xfrm>
            <a:off x="992571" y="2269571"/>
            <a:ext cx="207464" cy="172887"/>
          </a:xfrm>
          <a:custGeom>
            <a:avLst/>
            <a:gdLst>
              <a:gd name="T0" fmla="*/ 2 w 146"/>
              <a:gd name="T1" fmla="*/ 69 h 121"/>
              <a:gd name="T2" fmla="*/ 69 w 146"/>
              <a:gd name="T3" fmla="*/ 2 h 121"/>
              <a:gd name="T4" fmla="*/ 73 w 146"/>
              <a:gd name="T5" fmla="*/ 0 h 121"/>
              <a:gd name="T6" fmla="*/ 77 w 146"/>
              <a:gd name="T7" fmla="*/ 2 h 121"/>
              <a:gd name="T8" fmla="*/ 144 w 146"/>
              <a:gd name="T9" fmla="*/ 69 h 121"/>
              <a:gd name="T10" fmla="*/ 146 w 146"/>
              <a:gd name="T11" fmla="*/ 72 h 121"/>
              <a:gd name="T12" fmla="*/ 143 w 146"/>
              <a:gd name="T13" fmla="*/ 73 h 121"/>
              <a:gd name="T14" fmla="*/ 3 w 146"/>
              <a:gd name="T15" fmla="*/ 73 h 121"/>
              <a:gd name="T16" fmla="*/ 0 w 146"/>
              <a:gd name="T17" fmla="*/ 72 h 121"/>
              <a:gd name="T18" fmla="*/ 2 w 146"/>
              <a:gd name="T19" fmla="*/ 69 h 121"/>
              <a:gd name="T20" fmla="*/ 140 w 146"/>
              <a:gd name="T21" fmla="*/ 121 h 121"/>
              <a:gd name="T22" fmla="*/ 6 w 146"/>
              <a:gd name="T23" fmla="*/ 121 h 121"/>
              <a:gd name="T24" fmla="*/ 2 w 146"/>
              <a:gd name="T25" fmla="*/ 120 h 121"/>
              <a:gd name="T26" fmla="*/ 0 w 146"/>
              <a:gd name="T27" fmla="*/ 115 h 121"/>
              <a:gd name="T28" fmla="*/ 0 w 146"/>
              <a:gd name="T29" fmla="*/ 91 h 121"/>
              <a:gd name="T30" fmla="*/ 2 w 146"/>
              <a:gd name="T31" fmla="*/ 87 h 121"/>
              <a:gd name="T32" fmla="*/ 6 w 146"/>
              <a:gd name="T33" fmla="*/ 85 h 121"/>
              <a:gd name="T34" fmla="*/ 140 w 146"/>
              <a:gd name="T35" fmla="*/ 85 h 121"/>
              <a:gd name="T36" fmla="*/ 144 w 146"/>
              <a:gd name="T37" fmla="*/ 87 h 121"/>
              <a:gd name="T38" fmla="*/ 146 w 146"/>
              <a:gd name="T39" fmla="*/ 91 h 121"/>
              <a:gd name="T40" fmla="*/ 146 w 146"/>
              <a:gd name="T41" fmla="*/ 115 h 121"/>
              <a:gd name="T42" fmla="*/ 144 w 146"/>
              <a:gd name="T43" fmla="*/ 120 h 121"/>
              <a:gd name="T44" fmla="*/ 140 w 146"/>
              <a:gd name="T45" fmla="*/ 121 h 1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146" h="121">
                <a:moveTo>
                  <a:pt x="2" y="69"/>
                </a:moveTo>
                <a:cubicBezTo>
                  <a:pt x="69" y="2"/>
                  <a:pt x="69" y="2"/>
                  <a:pt x="69" y="2"/>
                </a:cubicBezTo>
                <a:cubicBezTo>
                  <a:pt x="70" y="0"/>
                  <a:pt x="71" y="0"/>
                  <a:pt x="73" y="0"/>
                </a:cubicBezTo>
                <a:cubicBezTo>
                  <a:pt x="75" y="0"/>
                  <a:pt x="76" y="0"/>
                  <a:pt x="77" y="2"/>
                </a:cubicBezTo>
                <a:cubicBezTo>
                  <a:pt x="144" y="69"/>
                  <a:pt x="144" y="69"/>
                  <a:pt x="144" y="69"/>
                </a:cubicBezTo>
                <a:cubicBezTo>
                  <a:pt x="146" y="70"/>
                  <a:pt x="146" y="71"/>
                  <a:pt x="146" y="72"/>
                </a:cubicBezTo>
                <a:cubicBezTo>
                  <a:pt x="145" y="73"/>
                  <a:pt x="144" y="73"/>
                  <a:pt x="143" y="73"/>
                </a:cubicBezTo>
                <a:cubicBezTo>
                  <a:pt x="3" y="73"/>
                  <a:pt x="3" y="73"/>
                  <a:pt x="3" y="73"/>
                </a:cubicBezTo>
                <a:cubicBezTo>
                  <a:pt x="2" y="73"/>
                  <a:pt x="1" y="73"/>
                  <a:pt x="0" y="72"/>
                </a:cubicBezTo>
                <a:cubicBezTo>
                  <a:pt x="0" y="71"/>
                  <a:pt x="0" y="70"/>
                  <a:pt x="2" y="69"/>
                </a:cubicBezTo>
                <a:close/>
                <a:moveTo>
                  <a:pt x="140" y="121"/>
                </a:moveTo>
                <a:cubicBezTo>
                  <a:pt x="6" y="121"/>
                  <a:pt x="6" y="121"/>
                  <a:pt x="6" y="121"/>
                </a:cubicBezTo>
                <a:cubicBezTo>
                  <a:pt x="5" y="121"/>
                  <a:pt x="3" y="121"/>
                  <a:pt x="2" y="120"/>
                </a:cubicBezTo>
                <a:cubicBezTo>
                  <a:pt x="1" y="118"/>
                  <a:pt x="0" y="117"/>
                  <a:pt x="0" y="115"/>
                </a:cubicBezTo>
                <a:cubicBezTo>
                  <a:pt x="0" y="91"/>
                  <a:pt x="0" y="91"/>
                  <a:pt x="0" y="91"/>
                </a:cubicBezTo>
                <a:cubicBezTo>
                  <a:pt x="0" y="90"/>
                  <a:pt x="1" y="88"/>
                  <a:pt x="2" y="87"/>
                </a:cubicBezTo>
                <a:cubicBezTo>
                  <a:pt x="3" y="86"/>
                  <a:pt x="5" y="85"/>
                  <a:pt x="6" y="85"/>
                </a:cubicBezTo>
                <a:cubicBezTo>
                  <a:pt x="140" y="85"/>
                  <a:pt x="140" y="85"/>
                  <a:pt x="140" y="85"/>
                </a:cubicBezTo>
                <a:cubicBezTo>
                  <a:pt x="141" y="85"/>
                  <a:pt x="143" y="86"/>
                  <a:pt x="144" y="87"/>
                </a:cubicBezTo>
                <a:cubicBezTo>
                  <a:pt x="145" y="88"/>
                  <a:pt x="146" y="90"/>
                  <a:pt x="146" y="91"/>
                </a:cubicBezTo>
                <a:cubicBezTo>
                  <a:pt x="146" y="115"/>
                  <a:pt x="146" y="115"/>
                  <a:pt x="146" y="115"/>
                </a:cubicBezTo>
                <a:cubicBezTo>
                  <a:pt x="146" y="117"/>
                  <a:pt x="145" y="118"/>
                  <a:pt x="144" y="120"/>
                </a:cubicBezTo>
                <a:cubicBezTo>
                  <a:pt x="143" y="121"/>
                  <a:pt x="141" y="121"/>
                  <a:pt x="140" y="12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81" name="Freeform 83"/>
          <p:cNvSpPr>
            <a:spLocks/>
          </p:cNvSpPr>
          <p:nvPr/>
        </p:nvSpPr>
        <p:spPr bwMode="auto">
          <a:xfrm>
            <a:off x="1279997" y="2239317"/>
            <a:ext cx="140472" cy="218271"/>
          </a:xfrm>
          <a:custGeom>
            <a:avLst/>
            <a:gdLst>
              <a:gd name="T0" fmla="*/ 96 w 98"/>
              <a:gd name="T1" fmla="*/ 26 h 152"/>
              <a:gd name="T2" fmla="*/ 46 w 98"/>
              <a:gd name="T3" fmla="*/ 76 h 152"/>
              <a:gd name="T4" fmla="*/ 96 w 98"/>
              <a:gd name="T5" fmla="*/ 126 h 152"/>
              <a:gd name="T6" fmla="*/ 98 w 98"/>
              <a:gd name="T7" fmla="*/ 130 h 152"/>
              <a:gd name="T8" fmla="*/ 96 w 98"/>
              <a:gd name="T9" fmla="*/ 135 h 152"/>
              <a:gd name="T10" fmla="*/ 80 w 98"/>
              <a:gd name="T11" fmla="*/ 150 h 152"/>
              <a:gd name="T12" fmla="*/ 76 w 98"/>
              <a:gd name="T13" fmla="*/ 152 h 152"/>
              <a:gd name="T14" fmla="*/ 72 w 98"/>
              <a:gd name="T15" fmla="*/ 150 h 152"/>
              <a:gd name="T16" fmla="*/ 2 w 98"/>
              <a:gd name="T17" fmla="*/ 80 h 152"/>
              <a:gd name="T18" fmla="*/ 0 w 98"/>
              <a:gd name="T19" fmla="*/ 76 h 152"/>
              <a:gd name="T20" fmla="*/ 2 w 98"/>
              <a:gd name="T21" fmla="*/ 72 h 152"/>
              <a:gd name="T22" fmla="*/ 72 w 98"/>
              <a:gd name="T23" fmla="*/ 1 h 152"/>
              <a:gd name="T24" fmla="*/ 76 w 98"/>
              <a:gd name="T25" fmla="*/ 0 h 152"/>
              <a:gd name="T26" fmla="*/ 80 w 98"/>
              <a:gd name="T27" fmla="*/ 1 h 152"/>
              <a:gd name="T28" fmla="*/ 96 w 98"/>
              <a:gd name="T29" fmla="*/ 17 h 152"/>
              <a:gd name="T30" fmla="*/ 98 w 98"/>
              <a:gd name="T31" fmla="*/ 21 h 152"/>
              <a:gd name="T32" fmla="*/ 96 w 98"/>
              <a:gd name="T33" fmla="*/ 26 h 1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98" h="152">
                <a:moveTo>
                  <a:pt x="96" y="26"/>
                </a:moveTo>
                <a:cubicBezTo>
                  <a:pt x="46" y="76"/>
                  <a:pt x="46" y="76"/>
                  <a:pt x="46" y="76"/>
                </a:cubicBezTo>
                <a:cubicBezTo>
                  <a:pt x="96" y="126"/>
                  <a:pt x="96" y="126"/>
                  <a:pt x="96" y="126"/>
                </a:cubicBezTo>
                <a:cubicBezTo>
                  <a:pt x="97" y="127"/>
                  <a:pt x="98" y="129"/>
                  <a:pt x="98" y="130"/>
                </a:cubicBezTo>
                <a:cubicBezTo>
                  <a:pt x="98" y="132"/>
                  <a:pt x="97" y="133"/>
                  <a:pt x="96" y="135"/>
                </a:cubicBezTo>
                <a:cubicBezTo>
                  <a:pt x="80" y="150"/>
                  <a:pt x="80" y="150"/>
                  <a:pt x="80" y="150"/>
                </a:cubicBezTo>
                <a:cubicBezTo>
                  <a:pt x="79" y="152"/>
                  <a:pt x="78" y="152"/>
                  <a:pt x="76" y="152"/>
                </a:cubicBezTo>
                <a:cubicBezTo>
                  <a:pt x="74" y="152"/>
                  <a:pt x="73" y="152"/>
                  <a:pt x="72" y="150"/>
                </a:cubicBezTo>
                <a:cubicBezTo>
                  <a:pt x="2" y="80"/>
                  <a:pt x="2" y="80"/>
                  <a:pt x="2" y="80"/>
                </a:cubicBezTo>
                <a:cubicBezTo>
                  <a:pt x="0" y="79"/>
                  <a:pt x="0" y="78"/>
                  <a:pt x="0" y="76"/>
                </a:cubicBezTo>
                <a:cubicBezTo>
                  <a:pt x="0" y="74"/>
                  <a:pt x="0" y="73"/>
                  <a:pt x="2" y="72"/>
                </a:cubicBezTo>
                <a:cubicBezTo>
                  <a:pt x="72" y="1"/>
                  <a:pt x="72" y="1"/>
                  <a:pt x="72" y="1"/>
                </a:cubicBezTo>
                <a:cubicBezTo>
                  <a:pt x="73" y="0"/>
                  <a:pt x="74" y="0"/>
                  <a:pt x="76" y="0"/>
                </a:cubicBezTo>
                <a:cubicBezTo>
                  <a:pt x="78" y="0"/>
                  <a:pt x="79" y="0"/>
                  <a:pt x="80" y="1"/>
                </a:cubicBezTo>
                <a:cubicBezTo>
                  <a:pt x="96" y="17"/>
                  <a:pt x="96" y="17"/>
                  <a:pt x="96" y="17"/>
                </a:cubicBezTo>
                <a:cubicBezTo>
                  <a:pt x="97" y="18"/>
                  <a:pt x="98" y="20"/>
                  <a:pt x="98" y="21"/>
                </a:cubicBezTo>
                <a:cubicBezTo>
                  <a:pt x="98" y="23"/>
                  <a:pt x="97" y="25"/>
                  <a:pt x="96" y="26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82" name="Freeform 84"/>
          <p:cNvSpPr>
            <a:spLocks/>
          </p:cNvSpPr>
          <p:nvPr/>
        </p:nvSpPr>
        <p:spPr bwMode="auto">
          <a:xfrm>
            <a:off x="1504752" y="2239317"/>
            <a:ext cx="140472" cy="218271"/>
          </a:xfrm>
          <a:custGeom>
            <a:avLst/>
            <a:gdLst>
              <a:gd name="T0" fmla="*/ 96 w 98"/>
              <a:gd name="T1" fmla="*/ 80 h 152"/>
              <a:gd name="T2" fmla="*/ 26 w 98"/>
              <a:gd name="T3" fmla="*/ 150 h 152"/>
              <a:gd name="T4" fmla="*/ 22 w 98"/>
              <a:gd name="T5" fmla="*/ 152 h 152"/>
              <a:gd name="T6" fmla="*/ 18 w 98"/>
              <a:gd name="T7" fmla="*/ 150 h 152"/>
              <a:gd name="T8" fmla="*/ 2 w 98"/>
              <a:gd name="T9" fmla="*/ 135 h 152"/>
              <a:gd name="T10" fmla="*/ 0 w 98"/>
              <a:gd name="T11" fmla="*/ 130 h 152"/>
              <a:gd name="T12" fmla="*/ 2 w 98"/>
              <a:gd name="T13" fmla="*/ 126 h 152"/>
              <a:gd name="T14" fmla="*/ 52 w 98"/>
              <a:gd name="T15" fmla="*/ 76 h 152"/>
              <a:gd name="T16" fmla="*/ 2 w 98"/>
              <a:gd name="T17" fmla="*/ 26 h 152"/>
              <a:gd name="T18" fmla="*/ 0 w 98"/>
              <a:gd name="T19" fmla="*/ 21 h 152"/>
              <a:gd name="T20" fmla="*/ 2 w 98"/>
              <a:gd name="T21" fmla="*/ 17 h 152"/>
              <a:gd name="T22" fmla="*/ 18 w 98"/>
              <a:gd name="T23" fmla="*/ 1 h 152"/>
              <a:gd name="T24" fmla="*/ 22 w 98"/>
              <a:gd name="T25" fmla="*/ 0 h 152"/>
              <a:gd name="T26" fmla="*/ 26 w 98"/>
              <a:gd name="T27" fmla="*/ 1 h 152"/>
              <a:gd name="T28" fmla="*/ 96 w 98"/>
              <a:gd name="T29" fmla="*/ 72 h 152"/>
              <a:gd name="T30" fmla="*/ 98 w 98"/>
              <a:gd name="T31" fmla="*/ 76 h 152"/>
              <a:gd name="T32" fmla="*/ 96 w 98"/>
              <a:gd name="T33" fmla="*/ 80 h 1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98" h="152">
                <a:moveTo>
                  <a:pt x="96" y="80"/>
                </a:moveTo>
                <a:cubicBezTo>
                  <a:pt x="26" y="150"/>
                  <a:pt x="26" y="150"/>
                  <a:pt x="26" y="150"/>
                </a:cubicBezTo>
                <a:cubicBezTo>
                  <a:pt x="25" y="152"/>
                  <a:pt x="24" y="152"/>
                  <a:pt x="22" y="152"/>
                </a:cubicBezTo>
                <a:cubicBezTo>
                  <a:pt x="20" y="152"/>
                  <a:pt x="19" y="152"/>
                  <a:pt x="18" y="150"/>
                </a:cubicBezTo>
                <a:cubicBezTo>
                  <a:pt x="2" y="135"/>
                  <a:pt x="2" y="135"/>
                  <a:pt x="2" y="135"/>
                </a:cubicBezTo>
                <a:cubicBezTo>
                  <a:pt x="1" y="133"/>
                  <a:pt x="0" y="132"/>
                  <a:pt x="0" y="130"/>
                </a:cubicBezTo>
                <a:cubicBezTo>
                  <a:pt x="0" y="129"/>
                  <a:pt x="1" y="127"/>
                  <a:pt x="2" y="126"/>
                </a:cubicBezTo>
                <a:cubicBezTo>
                  <a:pt x="52" y="76"/>
                  <a:pt x="52" y="76"/>
                  <a:pt x="52" y="76"/>
                </a:cubicBezTo>
                <a:cubicBezTo>
                  <a:pt x="2" y="26"/>
                  <a:pt x="2" y="26"/>
                  <a:pt x="2" y="26"/>
                </a:cubicBezTo>
                <a:cubicBezTo>
                  <a:pt x="1" y="25"/>
                  <a:pt x="0" y="23"/>
                  <a:pt x="0" y="21"/>
                </a:cubicBezTo>
                <a:cubicBezTo>
                  <a:pt x="0" y="20"/>
                  <a:pt x="1" y="18"/>
                  <a:pt x="2" y="17"/>
                </a:cubicBezTo>
                <a:cubicBezTo>
                  <a:pt x="18" y="1"/>
                  <a:pt x="18" y="1"/>
                  <a:pt x="18" y="1"/>
                </a:cubicBezTo>
                <a:cubicBezTo>
                  <a:pt x="19" y="0"/>
                  <a:pt x="20" y="0"/>
                  <a:pt x="22" y="0"/>
                </a:cubicBezTo>
                <a:cubicBezTo>
                  <a:pt x="24" y="0"/>
                  <a:pt x="25" y="0"/>
                  <a:pt x="26" y="1"/>
                </a:cubicBezTo>
                <a:cubicBezTo>
                  <a:pt x="96" y="72"/>
                  <a:pt x="96" y="72"/>
                  <a:pt x="96" y="72"/>
                </a:cubicBezTo>
                <a:cubicBezTo>
                  <a:pt x="98" y="73"/>
                  <a:pt x="98" y="74"/>
                  <a:pt x="98" y="76"/>
                </a:cubicBezTo>
                <a:cubicBezTo>
                  <a:pt x="98" y="78"/>
                  <a:pt x="98" y="79"/>
                  <a:pt x="96" y="8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83" name="Freeform 85"/>
          <p:cNvSpPr>
            <a:spLocks noEditPoints="1"/>
          </p:cNvSpPr>
          <p:nvPr/>
        </p:nvSpPr>
        <p:spPr bwMode="auto">
          <a:xfrm>
            <a:off x="1725183" y="2252283"/>
            <a:ext cx="209627" cy="209627"/>
          </a:xfrm>
          <a:custGeom>
            <a:avLst/>
            <a:gdLst>
              <a:gd name="T0" fmla="*/ 136 w 146"/>
              <a:gd name="T1" fmla="*/ 37 h 146"/>
              <a:gd name="T2" fmla="*/ 146 w 146"/>
              <a:gd name="T3" fmla="*/ 73 h 146"/>
              <a:gd name="T4" fmla="*/ 136 w 146"/>
              <a:gd name="T5" fmla="*/ 109 h 146"/>
              <a:gd name="T6" fmla="*/ 109 w 146"/>
              <a:gd name="T7" fmla="*/ 136 h 146"/>
              <a:gd name="T8" fmla="*/ 73 w 146"/>
              <a:gd name="T9" fmla="*/ 146 h 146"/>
              <a:gd name="T10" fmla="*/ 37 w 146"/>
              <a:gd name="T11" fmla="*/ 136 h 146"/>
              <a:gd name="T12" fmla="*/ 10 w 146"/>
              <a:gd name="T13" fmla="*/ 109 h 146"/>
              <a:gd name="T14" fmla="*/ 0 w 146"/>
              <a:gd name="T15" fmla="*/ 73 h 146"/>
              <a:gd name="T16" fmla="*/ 10 w 146"/>
              <a:gd name="T17" fmla="*/ 37 h 146"/>
              <a:gd name="T18" fmla="*/ 37 w 146"/>
              <a:gd name="T19" fmla="*/ 10 h 146"/>
              <a:gd name="T20" fmla="*/ 73 w 146"/>
              <a:gd name="T21" fmla="*/ 0 h 146"/>
              <a:gd name="T22" fmla="*/ 109 w 146"/>
              <a:gd name="T23" fmla="*/ 10 h 146"/>
              <a:gd name="T24" fmla="*/ 136 w 146"/>
              <a:gd name="T25" fmla="*/ 37 h 146"/>
              <a:gd name="T26" fmla="*/ 115 w 146"/>
              <a:gd name="T27" fmla="*/ 79 h 146"/>
              <a:gd name="T28" fmla="*/ 115 w 146"/>
              <a:gd name="T29" fmla="*/ 67 h 146"/>
              <a:gd name="T30" fmla="*/ 114 w 146"/>
              <a:gd name="T31" fmla="*/ 63 h 146"/>
              <a:gd name="T32" fmla="*/ 109 w 146"/>
              <a:gd name="T33" fmla="*/ 61 h 146"/>
              <a:gd name="T34" fmla="*/ 85 w 146"/>
              <a:gd name="T35" fmla="*/ 61 h 146"/>
              <a:gd name="T36" fmla="*/ 85 w 146"/>
              <a:gd name="T37" fmla="*/ 37 h 146"/>
              <a:gd name="T38" fmla="*/ 83 w 146"/>
              <a:gd name="T39" fmla="*/ 32 h 146"/>
              <a:gd name="T40" fmla="*/ 79 w 146"/>
              <a:gd name="T41" fmla="*/ 31 h 146"/>
              <a:gd name="T42" fmla="*/ 67 w 146"/>
              <a:gd name="T43" fmla="*/ 31 h 146"/>
              <a:gd name="T44" fmla="*/ 63 w 146"/>
              <a:gd name="T45" fmla="*/ 32 h 146"/>
              <a:gd name="T46" fmla="*/ 61 w 146"/>
              <a:gd name="T47" fmla="*/ 37 h 146"/>
              <a:gd name="T48" fmla="*/ 61 w 146"/>
              <a:gd name="T49" fmla="*/ 61 h 146"/>
              <a:gd name="T50" fmla="*/ 37 w 146"/>
              <a:gd name="T51" fmla="*/ 61 h 146"/>
              <a:gd name="T52" fmla="*/ 32 w 146"/>
              <a:gd name="T53" fmla="*/ 63 h 146"/>
              <a:gd name="T54" fmla="*/ 31 w 146"/>
              <a:gd name="T55" fmla="*/ 67 h 146"/>
              <a:gd name="T56" fmla="*/ 31 w 146"/>
              <a:gd name="T57" fmla="*/ 79 h 146"/>
              <a:gd name="T58" fmla="*/ 32 w 146"/>
              <a:gd name="T59" fmla="*/ 83 h 146"/>
              <a:gd name="T60" fmla="*/ 37 w 146"/>
              <a:gd name="T61" fmla="*/ 85 h 146"/>
              <a:gd name="T62" fmla="*/ 61 w 146"/>
              <a:gd name="T63" fmla="*/ 85 h 146"/>
              <a:gd name="T64" fmla="*/ 61 w 146"/>
              <a:gd name="T65" fmla="*/ 109 h 146"/>
              <a:gd name="T66" fmla="*/ 63 w 146"/>
              <a:gd name="T67" fmla="*/ 114 h 146"/>
              <a:gd name="T68" fmla="*/ 67 w 146"/>
              <a:gd name="T69" fmla="*/ 115 h 146"/>
              <a:gd name="T70" fmla="*/ 79 w 146"/>
              <a:gd name="T71" fmla="*/ 115 h 146"/>
              <a:gd name="T72" fmla="*/ 83 w 146"/>
              <a:gd name="T73" fmla="*/ 114 h 146"/>
              <a:gd name="T74" fmla="*/ 85 w 146"/>
              <a:gd name="T75" fmla="*/ 109 h 146"/>
              <a:gd name="T76" fmla="*/ 85 w 146"/>
              <a:gd name="T77" fmla="*/ 85 h 146"/>
              <a:gd name="T78" fmla="*/ 109 w 146"/>
              <a:gd name="T79" fmla="*/ 85 h 146"/>
              <a:gd name="T80" fmla="*/ 114 w 146"/>
              <a:gd name="T81" fmla="*/ 83 h 146"/>
              <a:gd name="T82" fmla="*/ 115 w 146"/>
              <a:gd name="T83" fmla="*/ 79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46" h="146">
                <a:moveTo>
                  <a:pt x="136" y="37"/>
                </a:moveTo>
                <a:cubicBezTo>
                  <a:pt x="142" y="48"/>
                  <a:pt x="146" y="60"/>
                  <a:pt x="146" y="73"/>
                </a:cubicBezTo>
                <a:cubicBezTo>
                  <a:pt x="146" y="86"/>
                  <a:pt x="142" y="98"/>
                  <a:pt x="136" y="109"/>
                </a:cubicBezTo>
                <a:cubicBezTo>
                  <a:pt x="129" y="121"/>
                  <a:pt x="121" y="129"/>
                  <a:pt x="109" y="136"/>
                </a:cubicBezTo>
                <a:cubicBezTo>
                  <a:pt x="98" y="142"/>
                  <a:pt x="86" y="146"/>
                  <a:pt x="73" y="146"/>
                </a:cubicBezTo>
                <a:cubicBezTo>
                  <a:pt x="60" y="146"/>
                  <a:pt x="48" y="142"/>
                  <a:pt x="37" y="136"/>
                </a:cubicBezTo>
                <a:cubicBezTo>
                  <a:pt x="25" y="129"/>
                  <a:pt x="17" y="121"/>
                  <a:pt x="10" y="109"/>
                </a:cubicBezTo>
                <a:cubicBezTo>
                  <a:pt x="4" y="98"/>
                  <a:pt x="0" y="86"/>
                  <a:pt x="0" y="73"/>
                </a:cubicBezTo>
                <a:cubicBezTo>
                  <a:pt x="0" y="60"/>
                  <a:pt x="4" y="48"/>
                  <a:pt x="10" y="37"/>
                </a:cubicBezTo>
                <a:cubicBezTo>
                  <a:pt x="17" y="25"/>
                  <a:pt x="25" y="17"/>
                  <a:pt x="37" y="10"/>
                </a:cubicBezTo>
                <a:cubicBezTo>
                  <a:pt x="48" y="4"/>
                  <a:pt x="60" y="0"/>
                  <a:pt x="73" y="0"/>
                </a:cubicBezTo>
                <a:cubicBezTo>
                  <a:pt x="86" y="0"/>
                  <a:pt x="98" y="4"/>
                  <a:pt x="109" y="10"/>
                </a:cubicBezTo>
                <a:cubicBezTo>
                  <a:pt x="121" y="17"/>
                  <a:pt x="129" y="25"/>
                  <a:pt x="136" y="37"/>
                </a:cubicBezTo>
                <a:close/>
                <a:moveTo>
                  <a:pt x="115" y="79"/>
                </a:moveTo>
                <a:cubicBezTo>
                  <a:pt x="115" y="67"/>
                  <a:pt x="115" y="67"/>
                  <a:pt x="115" y="67"/>
                </a:cubicBezTo>
                <a:cubicBezTo>
                  <a:pt x="115" y="65"/>
                  <a:pt x="115" y="64"/>
                  <a:pt x="114" y="63"/>
                </a:cubicBezTo>
                <a:cubicBezTo>
                  <a:pt x="112" y="61"/>
                  <a:pt x="111" y="61"/>
                  <a:pt x="109" y="61"/>
                </a:cubicBezTo>
                <a:cubicBezTo>
                  <a:pt x="85" y="61"/>
                  <a:pt x="85" y="61"/>
                  <a:pt x="85" y="61"/>
                </a:cubicBezTo>
                <a:cubicBezTo>
                  <a:pt x="85" y="37"/>
                  <a:pt x="85" y="37"/>
                  <a:pt x="85" y="37"/>
                </a:cubicBezTo>
                <a:cubicBezTo>
                  <a:pt x="85" y="35"/>
                  <a:pt x="85" y="34"/>
                  <a:pt x="83" y="32"/>
                </a:cubicBezTo>
                <a:cubicBezTo>
                  <a:pt x="82" y="31"/>
                  <a:pt x="81" y="31"/>
                  <a:pt x="79" y="31"/>
                </a:cubicBezTo>
                <a:cubicBezTo>
                  <a:pt x="67" y="31"/>
                  <a:pt x="67" y="31"/>
                  <a:pt x="67" y="31"/>
                </a:cubicBezTo>
                <a:cubicBezTo>
                  <a:pt x="65" y="31"/>
                  <a:pt x="64" y="31"/>
                  <a:pt x="63" y="32"/>
                </a:cubicBezTo>
                <a:cubicBezTo>
                  <a:pt x="61" y="34"/>
                  <a:pt x="61" y="35"/>
                  <a:pt x="61" y="37"/>
                </a:cubicBezTo>
                <a:cubicBezTo>
                  <a:pt x="61" y="61"/>
                  <a:pt x="61" y="61"/>
                  <a:pt x="61" y="61"/>
                </a:cubicBezTo>
                <a:cubicBezTo>
                  <a:pt x="37" y="61"/>
                  <a:pt x="37" y="61"/>
                  <a:pt x="37" y="61"/>
                </a:cubicBezTo>
                <a:cubicBezTo>
                  <a:pt x="35" y="61"/>
                  <a:pt x="34" y="61"/>
                  <a:pt x="32" y="63"/>
                </a:cubicBezTo>
                <a:cubicBezTo>
                  <a:pt x="31" y="64"/>
                  <a:pt x="31" y="65"/>
                  <a:pt x="31" y="67"/>
                </a:cubicBezTo>
                <a:cubicBezTo>
                  <a:pt x="31" y="79"/>
                  <a:pt x="31" y="79"/>
                  <a:pt x="31" y="79"/>
                </a:cubicBezTo>
                <a:cubicBezTo>
                  <a:pt x="31" y="81"/>
                  <a:pt x="31" y="82"/>
                  <a:pt x="32" y="83"/>
                </a:cubicBezTo>
                <a:cubicBezTo>
                  <a:pt x="34" y="84"/>
                  <a:pt x="35" y="85"/>
                  <a:pt x="37" y="85"/>
                </a:cubicBezTo>
                <a:cubicBezTo>
                  <a:pt x="61" y="85"/>
                  <a:pt x="61" y="85"/>
                  <a:pt x="61" y="85"/>
                </a:cubicBezTo>
                <a:cubicBezTo>
                  <a:pt x="61" y="109"/>
                  <a:pt x="61" y="109"/>
                  <a:pt x="61" y="109"/>
                </a:cubicBezTo>
                <a:cubicBezTo>
                  <a:pt x="61" y="111"/>
                  <a:pt x="61" y="112"/>
                  <a:pt x="63" y="114"/>
                </a:cubicBezTo>
                <a:cubicBezTo>
                  <a:pt x="64" y="115"/>
                  <a:pt x="65" y="115"/>
                  <a:pt x="67" y="115"/>
                </a:cubicBezTo>
                <a:cubicBezTo>
                  <a:pt x="79" y="115"/>
                  <a:pt x="79" y="115"/>
                  <a:pt x="79" y="115"/>
                </a:cubicBezTo>
                <a:cubicBezTo>
                  <a:pt x="81" y="115"/>
                  <a:pt x="82" y="115"/>
                  <a:pt x="83" y="114"/>
                </a:cubicBezTo>
                <a:cubicBezTo>
                  <a:pt x="85" y="112"/>
                  <a:pt x="85" y="111"/>
                  <a:pt x="85" y="109"/>
                </a:cubicBezTo>
                <a:cubicBezTo>
                  <a:pt x="85" y="85"/>
                  <a:pt x="85" y="85"/>
                  <a:pt x="85" y="85"/>
                </a:cubicBezTo>
                <a:cubicBezTo>
                  <a:pt x="109" y="85"/>
                  <a:pt x="109" y="85"/>
                  <a:pt x="109" y="85"/>
                </a:cubicBezTo>
                <a:cubicBezTo>
                  <a:pt x="111" y="85"/>
                  <a:pt x="112" y="84"/>
                  <a:pt x="114" y="83"/>
                </a:cubicBezTo>
                <a:cubicBezTo>
                  <a:pt x="115" y="82"/>
                  <a:pt x="115" y="81"/>
                  <a:pt x="115" y="7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84" name="Freeform 86"/>
          <p:cNvSpPr>
            <a:spLocks noEditPoints="1"/>
          </p:cNvSpPr>
          <p:nvPr/>
        </p:nvSpPr>
        <p:spPr bwMode="auto">
          <a:xfrm>
            <a:off x="1993159" y="2252283"/>
            <a:ext cx="207464" cy="209627"/>
          </a:xfrm>
          <a:custGeom>
            <a:avLst/>
            <a:gdLst>
              <a:gd name="T0" fmla="*/ 136 w 145"/>
              <a:gd name="T1" fmla="*/ 37 h 146"/>
              <a:gd name="T2" fmla="*/ 145 w 145"/>
              <a:gd name="T3" fmla="*/ 73 h 146"/>
              <a:gd name="T4" fmla="*/ 136 w 145"/>
              <a:gd name="T5" fmla="*/ 109 h 146"/>
              <a:gd name="T6" fmla="*/ 109 w 145"/>
              <a:gd name="T7" fmla="*/ 136 h 146"/>
              <a:gd name="T8" fmla="*/ 73 w 145"/>
              <a:gd name="T9" fmla="*/ 146 h 146"/>
              <a:gd name="T10" fmla="*/ 36 w 145"/>
              <a:gd name="T11" fmla="*/ 136 h 146"/>
              <a:gd name="T12" fmla="*/ 10 w 145"/>
              <a:gd name="T13" fmla="*/ 109 h 146"/>
              <a:gd name="T14" fmla="*/ 0 w 145"/>
              <a:gd name="T15" fmla="*/ 73 h 146"/>
              <a:gd name="T16" fmla="*/ 10 w 145"/>
              <a:gd name="T17" fmla="*/ 37 h 146"/>
              <a:gd name="T18" fmla="*/ 36 w 145"/>
              <a:gd name="T19" fmla="*/ 10 h 146"/>
              <a:gd name="T20" fmla="*/ 73 w 145"/>
              <a:gd name="T21" fmla="*/ 0 h 146"/>
              <a:gd name="T22" fmla="*/ 109 w 145"/>
              <a:gd name="T23" fmla="*/ 10 h 146"/>
              <a:gd name="T24" fmla="*/ 136 w 145"/>
              <a:gd name="T25" fmla="*/ 37 h 146"/>
              <a:gd name="T26" fmla="*/ 115 w 145"/>
              <a:gd name="T27" fmla="*/ 79 h 146"/>
              <a:gd name="T28" fmla="*/ 115 w 145"/>
              <a:gd name="T29" fmla="*/ 67 h 146"/>
              <a:gd name="T30" fmla="*/ 113 w 145"/>
              <a:gd name="T31" fmla="*/ 63 h 146"/>
              <a:gd name="T32" fmla="*/ 109 w 145"/>
              <a:gd name="T33" fmla="*/ 61 h 146"/>
              <a:gd name="T34" fmla="*/ 36 w 145"/>
              <a:gd name="T35" fmla="*/ 61 h 146"/>
              <a:gd name="T36" fmla="*/ 32 w 145"/>
              <a:gd name="T37" fmla="*/ 63 h 146"/>
              <a:gd name="T38" fmla="*/ 30 w 145"/>
              <a:gd name="T39" fmla="*/ 67 h 146"/>
              <a:gd name="T40" fmla="*/ 30 w 145"/>
              <a:gd name="T41" fmla="*/ 79 h 146"/>
              <a:gd name="T42" fmla="*/ 32 w 145"/>
              <a:gd name="T43" fmla="*/ 83 h 146"/>
              <a:gd name="T44" fmla="*/ 36 w 145"/>
              <a:gd name="T45" fmla="*/ 85 h 146"/>
              <a:gd name="T46" fmla="*/ 109 w 145"/>
              <a:gd name="T47" fmla="*/ 85 h 146"/>
              <a:gd name="T48" fmla="*/ 113 w 145"/>
              <a:gd name="T49" fmla="*/ 83 h 146"/>
              <a:gd name="T50" fmla="*/ 115 w 145"/>
              <a:gd name="T51" fmla="*/ 79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145" h="146">
                <a:moveTo>
                  <a:pt x="136" y="37"/>
                </a:moveTo>
                <a:cubicBezTo>
                  <a:pt x="142" y="48"/>
                  <a:pt x="145" y="60"/>
                  <a:pt x="145" y="73"/>
                </a:cubicBezTo>
                <a:cubicBezTo>
                  <a:pt x="145" y="86"/>
                  <a:pt x="142" y="98"/>
                  <a:pt x="136" y="109"/>
                </a:cubicBezTo>
                <a:cubicBezTo>
                  <a:pt x="129" y="121"/>
                  <a:pt x="120" y="129"/>
                  <a:pt x="109" y="136"/>
                </a:cubicBezTo>
                <a:cubicBezTo>
                  <a:pt x="98" y="142"/>
                  <a:pt x="86" y="146"/>
                  <a:pt x="73" y="146"/>
                </a:cubicBezTo>
                <a:cubicBezTo>
                  <a:pt x="60" y="146"/>
                  <a:pt x="47" y="142"/>
                  <a:pt x="36" y="136"/>
                </a:cubicBezTo>
                <a:cubicBezTo>
                  <a:pt x="25" y="129"/>
                  <a:pt x="16" y="121"/>
                  <a:pt x="10" y="109"/>
                </a:cubicBezTo>
                <a:cubicBezTo>
                  <a:pt x="3" y="98"/>
                  <a:pt x="0" y="86"/>
                  <a:pt x="0" y="73"/>
                </a:cubicBezTo>
                <a:cubicBezTo>
                  <a:pt x="0" y="60"/>
                  <a:pt x="3" y="48"/>
                  <a:pt x="10" y="37"/>
                </a:cubicBezTo>
                <a:cubicBezTo>
                  <a:pt x="16" y="25"/>
                  <a:pt x="25" y="17"/>
                  <a:pt x="36" y="10"/>
                </a:cubicBezTo>
                <a:cubicBezTo>
                  <a:pt x="47" y="4"/>
                  <a:pt x="60" y="0"/>
                  <a:pt x="73" y="0"/>
                </a:cubicBezTo>
                <a:cubicBezTo>
                  <a:pt x="86" y="0"/>
                  <a:pt x="98" y="4"/>
                  <a:pt x="109" y="10"/>
                </a:cubicBezTo>
                <a:cubicBezTo>
                  <a:pt x="120" y="17"/>
                  <a:pt x="129" y="25"/>
                  <a:pt x="136" y="37"/>
                </a:cubicBezTo>
                <a:close/>
                <a:moveTo>
                  <a:pt x="115" y="79"/>
                </a:moveTo>
                <a:cubicBezTo>
                  <a:pt x="115" y="67"/>
                  <a:pt x="115" y="67"/>
                  <a:pt x="115" y="67"/>
                </a:cubicBezTo>
                <a:cubicBezTo>
                  <a:pt x="115" y="65"/>
                  <a:pt x="115" y="64"/>
                  <a:pt x="113" y="63"/>
                </a:cubicBezTo>
                <a:cubicBezTo>
                  <a:pt x="112" y="61"/>
                  <a:pt x="111" y="61"/>
                  <a:pt x="109" y="61"/>
                </a:cubicBezTo>
                <a:cubicBezTo>
                  <a:pt x="36" y="61"/>
                  <a:pt x="36" y="61"/>
                  <a:pt x="36" y="61"/>
                </a:cubicBezTo>
                <a:cubicBezTo>
                  <a:pt x="35" y="61"/>
                  <a:pt x="33" y="61"/>
                  <a:pt x="32" y="63"/>
                </a:cubicBezTo>
                <a:cubicBezTo>
                  <a:pt x="31" y="64"/>
                  <a:pt x="30" y="65"/>
                  <a:pt x="30" y="67"/>
                </a:cubicBezTo>
                <a:cubicBezTo>
                  <a:pt x="30" y="79"/>
                  <a:pt x="30" y="79"/>
                  <a:pt x="30" y="79"/>
                </a:cubicBezTo>
                <a:cubicBezTo>
                  <a:pt x="30" y="81"/>
                  <a:pt x="31" y="82"/>
                  <a:pt x="32" y="83"/>
                </a:cubicBezTo>
                <a:cubicBezTo>
                  <a:pt x="33" y="84"/>
                  <a:pt x="35" y="85"/>
                  <a:pt x="36" y="85"/>
                </a:cubicBezTo>
                <a:cubicBezTo>
                  <a:pt x="109" y="85"/>
                  <a:pt x="109" y="85"/>
                  <a:pt x="109" y="85"/>
                </a:cubicBezTo>
                <a:cubicBezTo>
                  <a:pt x="111" y="85"/>
                  <a:pt x="112" y="84"/>
                  <a:pt x="113" y="83"/>
                </a:cubicBezTo>
                <a:cubicBezTo>
                  <a:pt x="115" y="82"/>
                  <a:pt x="115" y="81"/>
                  <a:pt x="115" y="7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85" name="Freeform 87"/>
          <p:cNvSpPr>
            <a:spLocks noEditPoints="1"/>
          </p:cNvSpPr>
          <p:nvPr/>
        </p:nvSpPr>
        <p:spPr bwMode="auto">
          <a:xfrm>
            <a:off x="2261135" y="2252283"/>
            <a:ext cx="207464" cy="209627"/>
          </a:xfrm>
          <a:custGeom>
            <a:avLst/>
            <a:gdLst>
              <a:gd name="T0" fmla="*/ 135 w 145"/>
              <a:gd name="T1" fmla="*/ 37 h 146"/>
              <a:gd name="T2" fmla="*/ 145 w 145"/>
              <a:gd name="T3" fmla="*/ 73 h 146"/>
              <a:gd name="T4" fmla="*/ 135 w 145"/>
              <a:gd name="T5" fmla="*/ 109 h 146"/>
              <a:gd name="T6" fmla="*/ 109 w 145"/>
              <a:gd name="T7" fmla="*/ 136 h 146"/>
              <a:gd name="T8" fmla="*/ 73 w 145"/>
              <a:gd name="T9" fmla="*/ 146 h 146"/>
              <a:gd name="T10" fmla="*/ 36 w 145"/>
              <a:gd name="T11" fmla="*/ 136 h 146"/>
              <a:gd name="T12" fmla="*/ 10 w 145"/>
              <a:gd name="T13" fmla="*/ 109 h 146"/>
              <a:gd name="T14" fmla="*/ 0 w 145"/>
              <a:gd name="T15" fmla="*/ 73 h 146"/>
              <a:gd name="T16" fmla="*/ 10 w 145"/>
              <a:gd name="T17" fmla="*/ 37 h 146"/>
              <a:gd name="T18" fmla="*/ 36 w 145"/>
              <a:gd name="T19" fmla="*/ 10 h 146"/>
              <a:gd name="T20" fmla="*/ 73 w 145"/>
              <a:gd name="T21" fmla="*/ 0 h 146"/>
              <a:gd name="T22" fmla="*/ 109 w 145"/>
              <a:gd name="T23" fmla="*/ 10 h 146"/>
              <a:gd name="T24" fmla="*/ 135 w 145"/>
              <a:gd name="T25" fmla="*/ 37 h 146"/>
              <a:gd name="T26" fmla="*/ 109 w 145"/>
              <a:gd name="T27" fmla="*/ 94 h 146"/>
              <a:gd name="T28" fmla="*/ 107 w 145"/>
              <a:gd name="T29" fmla="*/ 90 h 146"/>
              <a:gd name="T30" fmla="*/ 90 w 145"/>
              <a:gd name="T31" fmla="*/ 73 h 146"/>
              <a:gd name="T32" fmla="*/ 107 w 145"/>
              <a:gd name="T33" fmla="*/ 56 h 146"/>
              <a:gd name="T34" fmla="*/ 109 w 145"/>
              <a:gd name="T35" fmla="*/ 52 h 146"/>
              <a:gd name="T36" fmla="*/ 107 w 145"/>
              <a:gd name="T37" fmla="*/ 47 h 146"/>
              <a:gd name="T38" fmla="*/ 98 w 145"/>
              <a:gd name="T39" fmla="*/ 39 h 146"/>
              <a:gd name="T40" fmla="*/ 94 w 145"/>
              <a:gd name="T41" fmla="*/ 37 h 146"/>
              <a:gd name="T42" fmla="*/ 90 w 145"/>
              <a:gd name="T43" fmla="*/ 39 h 146"/>
              <a:gd name="T44" fmla="*/ 73 w 145"/>
              <a:gd name="T45" fmla="*/ 56 h 146"/>
              <a:gd name="T46" fmla="*/ 55 w 145"/>
              <a:gd name="T47" fmla="*/ 39 h 146"/>
              <a:gd name="T48" fmla="*/ 51 w 145"/>
              <a:gd name="T49" fmla="*/ 37 h 146"/>
              <a:gd name="T50" fmla="*/ 47 w 145"/>
              <a:gd name="T51" fmla="*/ 39 h 146"/>
              <a:gd name="T52" fmla="*/ 38 w 145"/>
              <a:gd name="T53" fmla="*/ 47 h 146"/>
              <a:gd name="T54" fmla="*/ 37 w 145"/>
              <a:gd name="T55" fmla="*/ 52 h 146"/>
              <a:gd name="T56" fmla="*/ 38 w 145"/>
              <a:gd name="T57" fmla="*/ 56 h 146"/>
              <a:gd name="T58" fmla="*/ 55 w 145"/>
              <a:gd name="T59" fmla="*/ 73 h 146"/>
              <a:gd name="T60" fmla="*/ 38 w 145"/>
              <a:gd name="T61" fmla="*/ 90 h 146"/>
              <a:gd name="T62" fmla="*/ 37 w 145"/>
              <a:gd name="T63" fmla="*/ 94 h 146"/>
              <a:gd name="T64" fmla="*/ 38 w 145"/>
              <a:gd name="T65" fmla="*/ 99 h 146"/>
              <a:gd name="T66" fmla="*/ 47 w 145"/>
              <a:gd name="T67" fmla="*/ 107 h 146"/>
              <a:gd name="T68" fmla="*/ 51 w 145"/>
              <a:gd name="T69" fmla="*/ 109 h 146"/>
              <a:gd name="T70" fmla="*/ 55 w 145"/>
              <a:gd name="T71" fmla="*/ 107 h 146"/>
              <a:gd name="T72" fmla="*/ 73 w 145"/>
              <a:gd name="T73" fmla="*/ 90 h 146"/>
              <a:gd name="T74" fmla="*/ 90 w 145"/>
              <a:gd name="T75" fmla="*/ 107 h 146"/>
              <a:gd name="T76" fmla="*/ 94 w 145"/>
              <a:gd name="T77" fmla="*/ 109 h 146"/>
              <a:gd name="T78" fmla="*/ 98 w 145"/>
              <a:gd name="T79" fmla="*/ 107 h 146"/>
              <a:gd name="T80" fmla="*/ 107 w 145"/>
              <a:gd name="T81" fmla="*/ 99 h 146"/>
              <a:gd name="T82" fmla="*/ 109 w 145"/>
              <a:gd name="T83" fmla="*/ 94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45" h="146">
                <a:moveTo>
                  <a:pt x="135" y="37"/>
                </a:moveTo>
                <a:cubicBezTo>
                  <a:pt x="142" y="48"/>
                  <a:pt x="145" y="60"/>
                  <a:pt x="145" y="73"/>
                </a:cubicBezTo>
                <a:cubicBezTo>
                  <a:pt x="145" y="86"/>
                  <a:pt x="142" y="98"/>
                  <a:pt x="135" y="109"/>
                </a:cubicBezTo>
                <a:cubicBezTo>
                  <a:pt x="129" y="121"/>
                  <a:pt x="120" y="129"/>
                  <a:pt x="109" y="136"/>
                </a:cubicBezTo>
                <a:cubicBezTo>
                  <a:pt x="98" y="142"/>
                  <a:pt x="86" y="146"/>
                  <a:pt x="73" y="146"/>
                </a:cubicBezTo>
                <a:cubicBezTo>
                  <a:pt x="59" y="146"/>
                  <a:pt x="47" y="142"/>
                  <a:pt x="36" y="136"/>
                </a:cubicBezTo>
                <a:cubicBezTo>
                  <a:pt x="25" y="129"/>
                  <a:pt x="16" y="121"/>
                  <a:pt x="10" y="109"/>
                </a:cubicBezTo>
                <a:cubicBezTo>
                  <a:pt x="3" y="98"/>
                  <a:pt x="0" y="86"/>
                  <a:pt x="0" y="73"/>
                </a:cubicBezTo>
                <a:cubicBezTo>
                  <a:pt x="0" y="60"/>
                  <a:pt x="3" y="48"/>
                  <a:pt x="10" y="37"/>
                </a:cubicBezTo>
                <a:cubicBezTo>
                  <a:pt x="16" y="25"/>
                  <a:pt x="25" y="17"/>
                  <a:pt x="36" y="10"/>
                </a:cubicBezTo>
                <a:cubicBezTo>
                  <a:pt x="47" y="4"/>
                  <a:pt x="59" y="0"/>
                  <a:pt x="73" y="0"/>
                </a:cubicBezTo>
                <a:cubicBezTo>
                  <a:pt x="86" y="0"/>
                  <a:pt x="98" y="4"/>
                  <a:pt x="109" y="10"/>
                </a:cubicBezTo>
                <a:cubicBezTo>
                  <a:pt x="120" y="17"/>
                  <a:pt x="129" y="25"/>
                  <a:pt x="135" y="37"/>
                </a:cubicBezTo>
                <a:close/>
                <a:moveTo>
                  <a:pt x="109" y="94"/>
                </a:moveTo>
                <a:cubicBezTo>
                  <a:pt x="109" y="93"/>
                  <a:pt x="108" y="91"/>
                  <a:pt x="107" y="90"/>
                </a:cubicBezTo>
                <a:cubicBezTo>
                  <a:pt x="90" y="73"/>
                  <a:pt x="90" y="73"/>
                  <a:pt x="90" y="73"/>
                </a:cubicBezTo>
                <a:cubicBezTo>
                  <a:pt x="107" y="56"/>
                  <a:pt x="107" y="56"/>
                  <a:pt x="107" y="56"/>
                </a:cubicBezTo>
                <a:cubicBezTo>
                  <a:pt x="108" y="55"/>
                  <a:pt x="109" y="53"/>
                  <a:pt x="109" y="52"/>
                </a:cubicBezTo>
                <a:cubicBezTo>
                  <a:pt x="109" y="50"/>
                  <a:pt x="108" y="48"/>
                  <a:pt x="107" y="47"/>
                </a:cubicBezTo>
                <a:cubicBezTo>
                  <a:pt x="98" y="39"/>
                  <a:pt x="98" y="39"/>
                  <a:pt x="98" y="39"/>
                </a:cubicBezTo>
                <a:cubicBezTo>
                  <a:pt x="97" y="38"/>
                  <a:pt x="96" y="37"/>
                  <a:pt x="94" y="37"/>
                </a:cubicBezTo>
                <a:cubicBezTo>
                  <a:pt x="92" y="37"/>
                  <a:pt x="91" y="38"/>
                  <a:pt x="90" y="39"/>
                </a:cubicBezTo>
                <a:cubicBezTo>
                  <a:pt x="73" y="56"/>
                  <a:pt x="73" y="56"/>
                  <a:pt x="73" y="56"/>
                </a:cubicBezTo>
                <a:cubicBezTo>
                  <a:pt x="55" y="39"/>
                  <a:pt x="55" y="39"/>
                  <a:pt x="55" y="39"/>
                </a:cubicBezTo>
                <a:cubicBezTo>
                  <a:pt x="54" y="38"/>
                  <a:pt x="53" y="37"/>
                  <a:pt x="51" y="37"/>
                </a:cubicBezTo>
                <a:cubicBezTo>
                  <a:pt x="49" y="37"/>
                  <a:pt x="48" y="38"/>
                  <a:pt x="47" y="39"/>
                </a:cubicBezTo>
                <a:cubicBezTo>
                  <a:pt x="38" y="47"/>
                  <a:pt x="38" y="47"/>
                  <a:pt x="38" y="47"/>
                </a:cubicBezTo>
                <a:cubicBezTo>
                  <a:pt x="37" y="48"/>
                  <a:pt x="37" y="50"/>
                  <a:pt x="37" y="52"/>
                </a:cubicBezTo>
                <a:cubicBezTo>
                  <a:pt x="37" y="53"/>
                  <a:pt x="37" y="55"/>
                  <a:pt x="38" y="56"/>
                </a:cubicBezTo>
                <a:cubicBezTo>
                  <a:pt x="55" y="73"/>
                  <a:pt x="55" y="73"/>
                  <a:pt x="55" y="73"/>
                </a:cubicBezTo>
                <a:cubicBezTo>
                  <a:pt x="38" y="90"/>
                  <a:pt x="38" y="90"/>
                  <a:pt x="38" y="90"/>
                </a:cubicBezTo>
                <a:cubicBezTo>
                  <a:pt x="37" y="91"/>
                  <a:pt x="37" y="93"/>
                  <a:pt x="37" y="94"/>
                </a:cubicBezTo>
                <a:cubicBezTo>
                  <a:pt x="37" y="96"/>
                  <a:pt x="37" y="97"/>
                  <a:pt x="38" y="99"/>
                </a:cubicBezTo>
                <a:cubicBezTo>
                  <a:pt x="47" y="107"/>
                  <a:pt x="47" y="107"/>
                  <a:pt x="47" y="107"/>
                </a:cubicBezTo>
                <a:cubicBezTo>
                  <a:pt x="48" y="108"/>
                  <a:pt x="49" y="109"/>
                  <a:pt x="51" y="109"/>
                </a:cubicBezTo>
                <a:cubicBezTo>
                  <a:pt x="53" y="109"/>
                  <a:pt x="54" y="108"/>
                  <a:pt x="55" y="107"/>
                </a:cubicBezTo>
                <a:cubicBezTo>
                  <a:pt x="73" y="90"/>
                  <a:pt x="73" y="90"/>
                  <a:pt x="73" y="90"/>
                </a:cubicBezTo>
                <a:cubicBezTo>
                  <a:pt x="90" y="107"/>
                  <a:pt x="90" y="107"/>
                  <a:pt x="90" y="107"/>
                </a:cubicBezTo>
                <a:cubicBezTo>
                  <a:pt x="91" y="108"/>
                  <a:pt x="92" y="109"/>
                  <a:pt x="94" y="109"/>
                </a:cubicBezTo>
                <a:cubicBezTo>
                  <a:pt x="96" y="109"/>
                  <a:pt x="97" y="108"/>
                  <a:pt x="98" y="107"/>
                </a:cubicBezTo>
                <a:cubicBezTo>
                  <a:pt x="107" y="99"/>
                  <a:pt x="107" y="99"/>
                  <a:pt x="107" y="99"/>
                </a:cubicBezTo>
                <a:cubicBezTo>
                  <a:pt x="108" y="97"/>
                  <a:pt x="109" y="96"/>
                  <a:pt x="109" y="9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86" name="Freeform 88"/>
          <p:cNvSpPr>
            <a:spLocks noEditPoints="1"/>
          </p:cNvSpPr>
          <p:nvPr/>
        </p:nvSpPr>
        <p:spPr bwMode="auto">
          <a:xfrm>
            <a:off x="2529111" y="2252283"/>
            <a:ext cx="207464" cy="209627"/>
          </a:xfrm>
          <a:custGeom>
            <a:avLst/>
            <a:gdLst>
              <a:gd name="T0" fmla="*/ 135 w 145"/>
              <a:gd name="T1" fmla="*/ 37 h 146"/>
              <a:gd name="T2" fmla="*/ 145 w 145"/>
              <a:gd name="T3" fmla="*/ 73 h 146"/>
              <a:gd name="T4" fmla="*/ 135 w 145"/>
              <a:gd name="T5" fmla="*/ 109 h 146"/>
              <a:gd name="T6" fmla="*/ 109 w 145"/>
              <a:gd name="T7" fmla="*/ 136 h 146"/>
              <a:gd name="T8" fmla="*/ 72 w 145"/>
              <a:gd name="T9" fmla="*/ 146 h 146"/>
              <a:gd name="T10" fmla="*/ 36 w 145"/>
              <a:gd name="T11" fmla="*/ 136 h 146"/>
              <a:gd name="T12" fmla="*/ 9 w 145"/>
              <a:gd name="T13" fmla="*/ 109 h 146"/>
              <a:gd name="T14" fmla="*/ 0 w 145"/>
              <a:gd name="T15" fmla="*/ 73 h 146"/>
              <a:gd name="T16" fmla="*/ 9 w 145"/>
              <a:gd name="T17" fmla="*/ 37 h 146"/>
              <a:gd name="T18" fmla="*/ 36 w 145"/>
              <a:gd name="T19" fmla="*/ 10 h 146"/>
              <a:gd name="T20" fmla="*/ 72 w 145"/>
              <a:gd name="T21" fmla="*/ 0 h 146"/>
              <a:gd name="T22" fmla="*/ 109 w 145"/>
              <a:gd name="T23" fmla="*/ 10 h 146"/>
              <a:gd name="T24" fmla="*/ 135 w 145"/>
              <a:gd name="T25" fmla="*/ 37 h 146"/>
              <a:gd name="T26" fmla="*/ 121 w 145"/>
              <a:gd name="T27" fmla="*/ 58 h 146"/>
              <a:gd name="T28" fmla="*/ 119 w 145"/>
              <a:gd name="T29" fmla="*/ 53 h 146"/>
              <a:gd name="T30" fmla="*/ 111 w 145"/>
              <a:gd name="T31" fmla="*/ 45 h 146"/>
              <a:gd name="T32" fmla="*/ 107 w 145"/>
              <a:gd name="T33" fmla="*/ 43 h 146"/>
              <a:gd name="T34" fmla="*/ 102 w 145"/>
              <a:gd name="T35" fmla="*/ 45 h 146"/>
              <a:gd name="T36" fmla="*/ 64 w 145"/>
              <a:gd name="T37" fmla="*/ 83 h 146"/>
              <a:gd name="T38" fmla="*/ 42 w 145"/>
              <a:gd name="T39" fmla="*/ 62 h 146"/>
              <a:gd name="T40" fmla="*/ 38 w 145"/>
              <a:gd name="T41" fmla="*/ 60 h 146"/>
              <a:gd name="T42" fmla="*/ 34 w 145"/>
              <a:gd name="T43" fmla="*/ 62 h 146"/>
              <a:gd name="T44" fmla="*/ 25 w 145"/>
              <a:gd name="T45" fmla="*/ 70 h 146"/>
              <a:gd name="T46" fmla="*/ 24 w 145"/>
              <a:gd name="T47" fmla="*/ 75 h 146"/>
              <a:gd name="T48" fmla="*/ 25 w 145"/>
              <a:gd name="T49" fmla="*/ 79 h 146"/>
              <a:gd name="T50" fmla="*/ 59 w 145"/>
              <a:gd name="T51" fmla="*/ 113 h 146"/>
              <a:gd name="T52" fmla="*/ 64 w 145"/>
              <a:gd name="T53" fmla="*/ 115 h 146"/>
              <a:gd name="T54" fmla="*/ 68 w 145"/>
              <a:gd name="T55" fmla="*/ 113 h 146"/>
              <a:gd name="T56" fmla="*/ 119 w 145"/>
              <a:gd name="T57" fmla="*/ 62 h 146"/>
              <a:gd name="T58" fmla="*/ 121 w 145"/>
              <a:gd name="T59" fmla="*/ 58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45" h="146">
                <a:moveTo>
                  <a:pt x="135" y="37"/>
                </a:moveTo>
                <a:cubicBezTo>
                  <a:pt x="142" y="48"/>
                  <a:pt x="145" y="60"/>
                  <a:pt x="145" y="73"/>
                </a:cubicBezTo>
                <a:cubicBezTo>
                  <a:pt x="145" y="86"/>
                  <a:pt x="142" y="98"/>
                  <a:pt x="135" y="109"/>
                </a:cubicBezTo>
                <a:cubicBezTo>
                  <a:pt x="129" y="121"/>
                  <a:pt x="120" y="129"/>
                  <a:pt x="109" y="136"/>
                </a:cubicBezTo>
                <a:cubicBezTo>
                  <a:pt x="98" y="142"/>
                  <a:pt x="85" y="146"/>
                  <a:pt x="72" y="146"/>
                </a:cubicBezTo>
                <a:cubicBezTo>
                  <a:pt x="59" y="146"/>
                  <a:pt x="47" y="142"/>
                  <a:pt x="36" y="136"/>
                </a:cubicBezTo>
                <a:cubicBezTo>
                  <a:pt x="25" y="129"/>
                  <a:pt x="16" y="121"/>
                  <a:pt x="9" y="109"/>
                </a:cubicBezTo>
                <a:cubicBezTo>
                  <a:pt x="3" y="98"/>
                  <a:pt x="0" y="86"/>
                  <a:pt x="0" y="73"/>
                </a:cubicBezTo>
                <a:cubicBezTo>
                  <a:pt x="0" y="60"/>
                  <a:pt x="3" y="48"/>
                  <a:pt x="9" y="37"/>
                </a:cubicBezTo>
                <a:cubicBezTo>
                  <a:pt x="16" y="25"/>
                  <a:pt x="25" y="17"/>
                  <a:pt x="36" y="10"/>
                </a:cubicBezTo>
                <a:cubicBezTo>
                  <a:pt x="47" y="4"/>
                  <a:pt x="59" y="0"/>
                  <a:pt x="72" y="0"/>
                </a:cubicBezTo>
                <a:cubicBezTo>
                  <a:pt x="85" y="0"/>
                  <a:pt x="98" y="4"/>
                  <a:pt x="109" y="10"/>
                </a:cubicBezTo>
                <a:cubicBezTo>
                  <a:pt x="120" y="17"/>
                  <a:pt x="129" y="25"/>
                  <a:pt x="135" y="37"/>
                </a:cubicBezTo>
                <a:close/>
                <a:moveTo>
                  <a:pt x="121" y="58"/>
                </a:moveTo>
                <a:cubicBezTo>
                  <a:pt x="121" y="56"/>
                  <a:pt x="121" y="54"/>
                  <a:pt x="119" y="53"/>
                </a:cubicBezTo>
                <a:cubicBezTo>
                  <a:pt x="111" y="45"/>
                  <a:pt x="111" y="45"/>
                  <a:pt x="111" y="45"/>
                </a:cubicBezTo>
                <a:cubicBezTo>
                  <a:pt x="110" y="44"/>
                  <a:pt x="108" y="43"/>
                  <a:pt x="107" y="43"/>
                </a:cubicBezTo>
                <a:cubicBezTo>
                  <a:pt x="105" y="43"/>
                  <a:pt x="103" y="44"/>
                  <a:pt x="102" y="45"/>
                </a:cubicBezTo>
                <a:cubicBezTo>
                  <a:pt x="64" y="83"/>
                  <a:pt x="64" y="83"/>
                  <a:pt x="64" y="83"/>
                </a:cubicBezTo>
                <a:cubicBezTo>
                  <a:pt x="42" y="62"/>
                  <a:pt x="42" y="62"/>
                  <a:pt x="42" y="62"/>
                </a:cubicBezTo>
                <a:cubicBezTo>
                  <a:pt x="41" y="61"/>
                  <a:pt x="40" y="60"/>
                  <a:pt x="38" y="60"/>
                </a:cubicBezTo>
                <a:cubicBezTo>
                  <a:pt x="36" y="60"/>
                  <a:pt x="35" y="61"/>
                  <a:pt x="34" y="62"/>
                </a:cubicBezTo>
                <a:cubicBezTo>
                  <a:pt x="25" y="70"/>
                  <a:pt x="25" y="70"/>
                  <a:pt x="25" y="70"/>
                </a:cubicBezTo>
                <a:cubicBezTo>
                  <a:pt x="24" y="72"/>
                  <a:pt x="24" y="73"/>
                  <a:pt x="24" y="75"/>
                </a:cubicBezTo>
                <a:cubicBezTo>
                  <a:pt x="24" y="76"/>
                  <a:pt x="24" y="78"/>
                  <a:pt x="25" y="79"/>
                </a:cubicBezTo>
                <a:cubicBezTo>
                  <a:pt x="59" y="113"/>
                  <a:pt x="59" y="113"/>
                  <a:pt x="59" y="113"/>
                </a:cubicBezTo>
                <a:cubicBezTo>
                  <a:pt x="61" y="114"/>
                  <a:pt x="62" y="115"/>
                  <a:pt x="64" y="115"/>
                </a:cubicBezTo>
                <a:cubicBezTo>
                  <a:pt x="65" y="115"/>
                  <a:pt x="67" y="114"/>
                  <a:pt x="68" y="113"/>
                </a:cubicBezTo>
                <a:cubicBezTo>
                  <a:pt x="119" y="62"/>
                  <a:pt x="119" y="62"/>
                  <a:pt x="119" y="62"/>
                </a:cubicBezTo>
                <a:cubicBezTo>
                  <a:pt x="121" y="61"/>
                  <a:pt x="121" y="59"/>
                  <a:pt x="121" y="58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87" name="Freeform 89"/>
          <p:cNvSpPr>
            <a:spLocks noEditPoints="1"/>
          </p:cNvSpPr>
          <p:nvPr/>
        </p:nvSpPr>
        <p:spPr bwMode="auto">
          <a:xfrm>
            <a:off x="2794925" y="2252283"/>
            <a:ext cx="209627" cy="209627"/>
          </a:xfrm>
          <a:custGeom>
            <a:avLst/>
            <a:gdLst>
              <a:gd name="T0" fmla="*/ 136 w 146"/>
              <a:gd name="T1" fmla="*/ 37 h 146"/>
              <a:gd name="T2" fmla="*/ 146 w 146"/>
              <a:gd name="T3" fmla="*/ 73 h 146"/>
              <a:gd name="T4" fmla="*/ 136 w 146"/>
              <a:gd name="T5" fmla="*/ 109 h 146"/>
              <a:gd name="T6" fmla="*/ 110 w 146"/>
              <a:gd name="T7" fmla="*/ 136 h 146"/>
              <a:gd name="T8" fmla="*/ 73 w 146"/>
              <a:gd name="T9" fmla="*/ 146 h 146"/>
              <a:gd name="T10" fmla="*/ 37 w 146"/>
              <a:gd name="T11" fmla="*/ 136 h 146"/>
              <a:gd name="T12" fmla="*/ 10 w 146"/>
              <a:gd name="T13" fmla="*/ 109 h 146"/>
              <a:gd name="T14" fmla="*/ 0 w 146"/>
              <a:gd name="T15" fmla="*/ 73 h 146"/>
              <a:gd name="T16" fmla="*/ 10 w 146"/>
              <a:gd name="T17" fmla="*/ 37 h 146"/>
              <a:gd name="T18" fmla="*/ 37 w 146"/>
              <a:gd name="T19" fmla="*/ 10 h 146"/>
              <a:gd name="T20" fmla="*/ 73 w 146"/>
              <a:gd name="T21" fmla="*/ 0 h 146"/>
              <a:gd name="T22" fmla="*/ 110 w 146"/>
              <a:gd name="T23" fmla="*/ 10 h 146"/>
              <a:gd name="T24" fmla="*/ 136 w 146"/>
              <a:gd name="T25" fmla="*/ 37 h 146"/>
              <a:gd name="T26" fmla="*/ 109 w 146"/>
              <a:gd name="T27" fmla="*/ 55 h 146"/>
              <a:gd name="T28" fmla="*/ 104 w 146"/>
              <a:gd name="T29" fmla="*/ 39 h 146"/>
              <a:gd name="T30" fmla="*/ 91 w 146"/>
              <a:gd name="T31" fmla="*/ 28 h 146"/>
              <a:gd name="T32" fmla="*/ 75 w 146"/>
              <a:gd name="T33" fmla="*/ 25 h 146"/>
              <a:gd name="T34" fmla="*/ 40 w 146"/>
              <a:gd name="T35" fmla="*/ 45 h 146"/>
              <a:gd name="T36" fmla="*/ 41 w 146"/>
              <a:gd name="T37" fmla="*/ 49 h 146"/>
              <a:gd name="T38" fmla="*/ 53 w 146"/>
              <a:gd name="T39" fmla="*/ 58 h 146"/>
              <a:gd name="T40" fmla="*/ 55 w 146"/>
              <a:gd name="T41" fmla="*/ 59 h 146"/>
              <a:gd name="T42" fmla="*/ 57 w 146"/>
              <a:gd name="T43" fmla="*/ 58 h 146"/>
              <a:gd name="T44" fmla="*/ 65 w 146"/>
              <a:gd name="T45" fmla="*/ 49 h 146"/>
              <a:gd name="T46" fmla="*/ 74 w 146"/>
              <a:gd name="T47" fmla="*/ 47 h 146"/>
              <a:gd name="T48" fmla="*/ 82 w 146"/>
              <a:gd name="T49" fmla="*/ 49 h 146"/>
              <a:gd name="T50" fmla="*/ 85 w 146"/>
              <a:gd name="T51" fmla="*/ 55 h 146"/>
              <a:gd name="T52" fmla="*/ 83 w 146"/>
              <a:gd name="T53" fmla="*/ 60 h 146"/>
              <a:gd name="T54" fmla="*/ 77 w 146"/>
              <a:gd name="T55" fmla="*/ 65 h 146"/>
              <a:gd name="T56" fmla="*/ 66 w 146"/>
              <a:gd name="T57" fmla="*/ 73 h 146"/>
              <a:gd name="T58" fmla="*/ 61 w 146"/>
              <a:gd name="T59" fmla="*/ 85 h 146"/>
              <a:gd name="T60" fmla="*/ 61 w 146"/>
              <a:gd name="T61" fmla="*/ 88 h 146"/>
              <a:gd name="T62" fmla="*/ 62 w 146"/>
              <a:gd name="T63" fmla="*/ 90 h 146"/>
              <a:gd name="T64" fmla="*/ 64 w 146"/>
              <a:gd name="T65" fmla="*/ 91 h 146"/>
              <a:gd name="T66" fmla="*/ 82 w 146"/>
              <a:gd name="T67" fmla="*/ 91 h 146"/>
              <a:gd name="T68" fmla="*/ 84 w 146"/>
              <a:gd name="T69" fmla="*/ 90 h 146"/>
              <a:gd name="T70" fmla="*/ 85 w 146"/>
              <a:gd name="T71" fmla="*/ 88 h 146"/>
              <a:gd name="T72" fmla="*/ 87 w 146"/>
              <a:gd name="T73" fmla="*/ 83 h 146"/>
              <a:gd name="T74" fmla="*/ 92 w 146"/>
              <a:gd name="T75" fmla="*/ 79 h 146"/>
              <a:gd name="T76" fmla="*/ 97 w 146"/>
              <a:gd name="T77" fmla="*/ 76 h 146"/>
              <a:gd name="T78" fmla="*/ 101 w 146"/>
              <a:gd name="T79" fmla="*/ 73 h 146"/>
              <a:gd name="T80" fmla="*/ 106 w 146"/>
              <a:gd name="T81" fmla="*/ 68 h 146"/>
              <a:gd name="T82" fmla="*/ 108 w 146"/>
              <a:gd name="T83" fmla="*/ 62 h 146"/>
              <a:gd name="T84" fmla="*/ 109 w 146"/>
              <a:gd name="T85" fmla="*/ 55 h 146"/>
              <a:gd name="T86" fmla="*/ 85 w 146"/>
              <a:gd name="T87" fmla="*/ 118 h 146"/>
              <a:gd name="T88" fmla="*/ 85 w 146"/>
              <a:gd name="T89" fmla="*/ 100 h 146"/>
              <a:gd name="T90" fmla="*/ 84 w 146"/>
              <a:gd name="T91" fmla="*/ 98 h 146"/>
              <a:gd name="T92" fmla="*/ 82 w 146"/>
              <a:gd name="T93" fmla="*/ 97 h 146"/>
              <a:gd name="T94" fmla="*/ 64 w 146"/>
              <a:gd name="T95" fmla="*/ 97 h 146"/>
              <a:gd name="T96" fmla="*/ 62 w 146"/>
              <a:gd name="T97" fmla="*/ 98 h 146"/>
              <a:gd name="T98" fmla="*/ 61 w 146"/>
              <a:gd name="T99" fmla="*/ 100 h 146"/>
              <a:gd name="T100" fmla="*/ 61 w 146"/>
              <a:gd name="T101" fmla="*/ 118 h 146"/>
              <a:gd name="T102" fmla="*/ 62 w 146"/>
              <a:gd name="T103" fmla="*/ 121 h 146"/>
              <a:gd name="T104" fmla="*/ 64 w 146"/>
              <a:gd name="T105" fmla="*/ 121 h 146"/>
              <a:gd name="T106" fmla="*/ 82 w 146"/>
              <a:gd name="T107" fmla="*/ 121 h 146"/>
              <a:gd name="T108" fmla="*/ 84 w 146"/>
              <a:gd name="T109" fmla="*/ 121 h 146"/>
              <a:gd name="T110" fmla="*/ 85 w 146"/>
              <a:gd name="T111" fmla="*/ 118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46" h="146">
                <a:moveTo>
                  <a:pt x="136" y="37"/>
                </a:moveTo>
                <a:cubicBezTo>
                  <a:pt x="142" y="48"/>
                  <a:pt x="146" y="60"/>
                  <a:pt x="146" y="73"/>
                </a:cubicBezTo>
                <a:cubicBezTo>
                  <a:pt x="146" y="86"/>
                  <a:pt x="142" y="98"/>
                  <a:pt x="136" y="109"/>
                </a:cubicBezTo>
                <a:cubicBezTo>
                  <a:pt x="129" y="121"/>
                  <a:pt x="121" y="129"/>
                  <a:pt x="110" y="136"/>
                </a:cubicBezTo>
                <a:cubicBezTo>
                  <a:pt x="98" y="142"/>
                  <a:pt x="86" y="146"/>
                  <a:pt x="73" y="146"/>
                </a:cubicBezTo>
                <a:cubicBezTo>
                  <a:pt x="60" y="146"/>
                  <a:pt x="48" y="142"/>
                  <a:pt x="37" y="136"/>
                </a:cubicBezTo>
                <a:cubicBezTo>
                  <a:pt x="25" y="129"/>
                  <a:pt x="17" y="121"/>
                  <a:pt x="10" y="109"/>
                </a:cubicBezTo>
                <a:cubicBezTo>
                  <a:pt x="4" y="98"/>
                  <a:pt x="0" y="86"/>
                  <a:pt x="0" y="73"/>
                </a:cubicBezTo>
                <a:cubicBezTo>
                  <a:pt x="0" y="60"/>
                  <a:pt x="4" y="48"/>
                  <a:pt x="10" y="37"/>
                </a:cubicBezTo>
                <a:cubicBezTo>
                  <a:pt x="17" y="25"/>
                  <a:pt x="25" y="17"/>
                  <a:pt x="37" y="10"/>
                </a:cubicBezTo>
                <a:cubicBezTo>
                  <a:pt x="48" y="4"/>
                  <a:pt x="60" y="0"/>
                  <a:pt x="73" y="0"/>
                </a:cubicBezTo>
                <a:cubicBezTo>
                  <a:pt x="86" y="0"/>
                  <a:pt x="98" y="4"/>
                  <a:pt x="110" y="10"/>
                </a:cubicBezTo>
                <a:cubicBezTo>
                  <a:pt x="121" y="17"/>
                  <a:pt x="129" y="25"/>
                  <a:pt x="136" y="37"/>
                </a:cubicBezTo>
                <a:close/>
                <a:moveTo>
                  <a:pt x="109" y="55"/>
                </a:moveTo>
                <a:cubicBezTo>
                  <a:pt x="109" y="49"/>
                  <a:pt x="108" y="44"/>
                  <a:pt x="104" y="39"/>
                </a:cubicBezTo>
                <a:cubicBezTo>
                  <a:pt x="101" y="35"/>
                  <a:pt x="96" y="31"/>
                  <a:pt x="91" y="28"/>
                </a:cubicBezTo>
                <a:cubicBezTo>
                  <a:pt x="86" y="26"/>
                  <a:pt x="80" y="25"/>
                  <a:pt x="75" y="25"/>
                </a:cubicBezTo>
                <a:cubicBezTo>
                  <a:pt x="60" y="25"/>
                  <a:pt x="48" y="31"/>
                  <a:pt x="40" y="45"/>
                </a:cubicBezTo>
                <a:cubicBezTo>
                  <a:pt x="39" y="46"/>
                  <a:pt x="39" y="48"/>
                  <a:pt x="41" y="49"/>
                </a:cubicBezTo>
                <a:cubicBezTo>
                  <a:pt x="53" y="58"/>
                  <a:pt x="53" y="58"/>
                  <a:pt x="53" y="58"/>
                </a:cubicBezTo>
                <a:cubicBezTo>
                  <a:pt x="54" y="58"/>
                  <a:pt x="54" y="59"/>
                  <a:pt x="55" y="59"/>
                </a:cubicBezTo>
                <a:cubicBezTo>
                  <a:pt x="56" y="59"/>
                  <a:pt x="57" y="58"/>
                  <a:pt x="57" y="58"/>
                </a:cubicBezTo>
                <a:cubicBezTo>
                  <a:pt x="61" y="53"/>
                  <a:pt x="63" y="50"/>
                  <a:pt x="65" y="49"/>
                </a:cubicBezTo>
                <a:cubicBezTo>
                  <a:pt x="68" y="47"/>
                  <a:pt x="70" y="47"/>
                  <a:pt x="74" y="47"/>
                </a:cubicBezTo>
                <a:cubicBezTo>
                  <a:pt x="77" y="47"/>
                  <a:pt x="79" y="47"/>
                  <a:pt x="82" y="49"/>
                </a:cubicBezTo>
                <a:cubicBezTo>
                  <a:pt x="84" y="51"/>
                  <a:pt x="85" y="53"/>
                  <a:pt x="85" y="55"/>
                </a:cubicBezTo>
                <a:cubicBezTo>
                  <a:pt x="85" y="57"/>
                  <a:pt x="85" y="59"/>
                  <a:pt x="83" y="60"/>
                </a:cubicBezTo>
                <a:cubicBezTo>
                  <a:pt x="82" y="62"/>
                  <a:pt x="80" y="63"/>
                  <a:pt x="77" y="65"/>
                </a:cubicBezTo>
                <a:cubicBezTo>
                  <a:pt x="73" y="66"/>
                  <a:pt x="69" y="69"/>
                  <a:pt x="66" y="73"/>
                </a:cubicBezTo>
                <a:cubicBezTo>
                  <a:pt x="63" y="76"/>
                  <a:pt x="61" y="80"/>
                  <a:pt x="61" y="85"/>
                </a:cubicBezTo>
                <a:cubicBezTo>
                  <a:pt x="61" y="88"/>
                  <a:pt x="61" y="88"/>
                  <a:pt x="61" y="88"/>
                </a:cubicBezTo>
                <a:cubicBezTo>
                  <a:pt x="61" y="89"/>
                  <a:pt x="61" y="90"/>
                  <a:pt x="62" y="90"/>
                </a:cubicBezTo>
                <a:cubicBezTo>
                  <a:pt x="62" y="91"/>
                  <a:pt x="63" y="91"/>
                  <a:pt x="64" y="91"/>
                </a:cubicBezTo>
                <a:cubicBezTo>
                  <a:pt x="82" y="91"/>
                  <a:pt x="82" y="91"/>
                  <a:pt x="82" y="91"/>
                </a:cubicBezTo>
                <a:cubicBezTo>
                  <a:pt x="83" y="91"/>
                  <a:pt x="84" y="91"/>
                  <a:pt x="84" y="90"/>
                </a:cubicBezTo>
                <a:cubicBezTo>
                  <a:pt x="85" y="90"/>
                  <a:pt x="85" y="89"/>
                  <a:pt x="85" y="88"/>
                </a:cubicBezTo>
                <a:cubicBezTo>
                  <a:pt x="85" y="87"/>
                  <a:pt x="86" y="85"/>
                  <a:pt x="87" y="83"/>
                </a:cubicBezTo>
                <a:cubicBezTo>
                  <a:pt x="89" y="81"/>
                  <a:pt x="90" y="80"/>
                  <a:pt x="92" y="79"/>
                </a:cubicBezTo>
                <a:cubicBezTo>
                  <a:pt x="94" y="78"/>
                  <a:pt x="96" y="77"/>
                  <a:pt x="97" y="76"/>
                </a:cubicBezTo>
                <a:cubicBezTo>
                  <a:pt x="98" y="75"/>
                  <a:pt x="100" y="74"/>
                  <a:pt x="101" y="73"/>
                </a:cubicBezTo>
                <a:cubicBezTo>
                  <a:pt x="103" y="71"/>
                  <a:pt x="105" y="70"/>
                  <a:pt x="106" y="68"/>
                </a:cubicBezTo>
                <a:cubicBezTo>
                  <a:pt x="107" y="67"/>
                  <a:pt x="107" y="65"/>
                  <a:pt x="108" y="62"/>
                </a:cubicBezTo>
                <a:cubicBezTo>
                  <a:pt x="109" y="60"/>
                  <a:pt x="109" y="58"/>
                  <a:pt x="109" y="55"/>
                </a:cubicBezTo>
                <a:close/>
                <a:moveTo>
                  <a:pt x="85" y="118"/>
                </a:moveTo>
                <a:cubicBezTo>
                  <a:pt x="85" y="100"/>
                  <a:pt x="85" y="100"/>
                  <a:pt x="85" y="100"/>
                </a:cubicBezTo>
                <a:cubicBezTo>
                  <a:pt x="85" y="99"/>
                  <a:pt x="85" y="99"/>
                  <a:pt x="84" y="98"/>
                </a:cubicBezTo>
                <a:cubicBezTo>
                  <a:pt x="84" y="97"/>
                  <a:pt x="83" y="97"/>
                  <a:pt x="82" y="97"/>
                </a:cubicBezTo>
                <a:cubicBezTo>
                  <a:pt x="64" y="97"/>
                  <a:pt x="64" y="97"/>
                  <a:pt x="64" y="97"/>
                </a:cubicBezTo>
                <a:cubicBezTo>
                  <a:pt x="63" y="97"/>
                  <a:pt x="62" y="97"/>
                  <a:pt x="62" y="98"/>
                </a:cubicBezTo>
                <a:cubicBezTo>
                  <a:pt x="61" y="99"/>
                  <a:pt x="61" y="99"/>
                  <a:pt x="61" y="100"/>
                </a:cubicBezTo>
                <a:cubicBezTo>
                  <a:pt x="61" y="118"/>
                  <a:pt x="61" y="118"/>
                  <a:pt x="61" y="118"/>
                </a:cubicBezTo>
                <a:cubicBezTo>
                  <a:pt x="61" y="119"/>
                  <a:pt x="61" y="120"/>
                  <a:pt x="62" y="121"/>
                </a:cubicBezTo>
                <a:cubicBezTo>
                  <a:pt x="62" y="121"/>
                  <a:pt x="63" y="121"/>
                  <a:pt x="64" y="121"/>
                </a:cubicBezTo>
                <a:cubicBezTo>
                  <a:pt x="82" y="121"/>
                  <a:pt x="82" y="121"/>
                  <a:pt x="82" y="121"/>
                </a:cubicBezTo>
                <a:cubicBezTo>
                  <a:pt x="83" y="121"/>
                  <a:pt x="84" y="121"/>
                  <a:pt x="84" y="121"/>
                </a:cubicBezTo>
                <a:cubicBezTo>
                  <a:pt x="85" y="120"/>
                  <a:pt x="85" y="119"/>
                  <a:pt x="85" y="118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88" name="Freeform 90"/>
          <p:cNvSpPr>
            <a:spLocks noEditPoints="1"/>
          </p:cNvSpPr>
          <p:nvPr/>
        </p:nvSpPr>
        <p:spPr bwMode="auto">
          <a:xfrm>
            <a:off x="3062901" y="2252283"/>
            <a:ext cx="209627" cy="209627"/>
          </a:xfrm>
          <a:custGeom>
            <a:avLst/>
            <a:gdLst>
              <a:gd name="T0" fmla="*/ 136 w 145"/>
              <a:gd name="T1" fmla="*/ 37 h 146"/>
              <a:gd name="T2" fmla="*/ 145 w 145"/>
              <a:gd name="T3" fmla="*/ 73 h 146"/>
              <a:gd name="T4" fmla="*/ 136 w 145"/>
              <a:gd name="T5" fmla="*/ 109 h 146"/>
              <a:gd name="T6" fmla="*/ 109 w 145"/>
              <a:gd name="T7" fmla="*/ 136 h 146"/>
              <a:gd name="T8" fmla="*/ 73 w 145"/>
              <a:gd name="T9" fmla="*/ 146 h 146"/>
              <a:gd name="T10" fmla="*/ 36 w 145"/>
              <a:gd name="T11" fmla="*/ 136 h 146"/>
              <a:gd name="T12" fmla="*/ 10 w 145"/>
              <a:gd name="T13" fmla="*/ 109 h 146"/>
              <a:gd name="T14" fmla="*/ 0 w 145"/>
              <a:gd name="T15" fmla="*/ 73 h 146"/>
              <a:gd name="T16" fmla="*/ 10 w 145"/>
              <a:gd name="T17" fmla="*/ 37 h 146"/>
              <a:gd name="T18" fmla="*/ 36 w 145"/>
              <a:gd name="T19" fmla="*/ 10 h 146"/>
              <a:gd name="T20" fmla="*/ 73 w 145"/>
              <a:gd name="T21" fmla="*/ 0 h 146"/>
              <a:gd name="T22" fmla="*/ 109 w 145"/>
              <a:gd name="T23" fmla="*/ 10 h 146"/>
              <a:gd name="T24" fmla="*/ 136 w 145"/>
              <a:gd name="T25" fmla="*/ 37 h 146"/>
              <a:gd name="T26" fmla="*/ 97 w 145"/>
              <a:gd name="T27" fmla="*/ 118 h 146"/>
              <a:gd name="T28" fmla="*/ 97 w 145"/>
              <a:gd name="T29" fmla="*/ 103 h 146"/>
              <a:gd name="T30" fmla="*/ 96 w 145"/>
              <a:gd name="T31" fmla="*/ 101 h 146"/>
              <a:gd name="T32" fmla="*/ 94 w 145"/>
              <a:gd name="T33" fmla="*/ 100 h 146"/>
              <a:gd name="T34" fmla="*/ 85 w 145"/>
              <a:gd name="T35" fmla="*/ 100 h 146"/>
              <a:gd name="T36" fmla="*/ 85 w 145"/>
              <a:gd name="T37" fmla="*/ 52 h 146"/>
              <a:gd name="T38" fmla="*/ 84 w 145"/>
              <a:gd name="T39" fmla="*/ 50 h 146"/>
              <a:gd name="T40" fmla="*/ 82 w 145"/>
              <a:gd name="T41" fmla="*/ 49 h 146"/>
              <a:gd name="T42" fmla="*/ 52 w 145"/>
              <a:gd name="T43" fmla="*/ 49 h 146"/>
              <a:gd name="T44" fmla="*/ 49 w 145"/>
              <a:gd name="T45" fmla="*/ 50 h 146"/>
              <a:gd name="T46" fmla="*/ 49 w 145"/>
              <a:gd name="T47" fmla="*/ 52 h 146"/>
              <a:gd name="T48" fmla="*/ 49 w 145"/>
              <a:gd name="T49" fmla="*/ 67 h 146"/>
              <a:gd name="T50" fmla="*/ 49 w 145"/>
              <a:gd name="T51" fmla="*/ 69 h 146"/>
              <a:gd name="T52" fmla="*/ 52 w 145"/>
              <a:gd name="T53" fmla="*/ 70 h 146"/>
              <a:gd name="T54" fmla="*/ 61 w 145"/>
              <a:gd name="T55" fmla="*/ 70 h 146"/>
              <a:gd name="T56" fmla="*/ 61 w 145"/>
              <a:gd name="T57" fmla="*/ 100 h 146"/>
              <a:gd name="T58" fmla="*/ 52 w 145"/>
              <a:gd name="T59" fmla="*/ 100 h 146"/>
              <a:gd name="T60" fmla="*/ 49 w 145"/>
              <a:gd name="T61" fmla="*/ 101 h 146"/>
              <a:gd name="T62" fmla="*/ 49 w 145"/>
              <a:gd name="T63" fmla="*/ 103 h 146"/>
              <a:gd name="T64" fmla="*/ 49 w 145"/>
              <a:gd name="T65" fmla="*/ 118 h 146"/>
              <a:gd name="T66" fmla="*/ 49 w 145"/>
              <a:gd name="T67" fmla="*/ 121 h 146"/>
              <a:gd name="T68" fmla="*/ 52 w 145"/>
              <a:gd name="T69" fmla="*/ 121 h 146"/>
              <a:gd name="T70" fmla="*/ 94 w 145"/>
              <a:gd name="T71" fmla="*/ 121 h 146"/>
              <a:gd name="T72" fmla="*/ 96 w 145"/>
              <a:gd name="T73" fmla="*/ 121 h 146"/>
              <a:gd name="T74" fmla="*/ 97 w 145"/>
              <a:gd name="T75" fmla="*/ 118 h 146"/>
              <a:gd name="T76" fmla="*/ 85 w 145"/>
              <a:gd name="T77" fmla="*/ 34 h 146"/>
              <a:gd name="T78" fmla="*/ 85 w 145"/>
              <a:gd name="T79" fmla="*/ 18 h 146"/>
              <a:gd name="T80" fmla="*/ 84 w 145"/>
              <a:gd name="T81" fmla="*/ 16 h 146"/>
              <a:gd name="T82" fmla="*/ 82 w 145"/>
              <a:gd name="T83" fmla="*/ 15 h 146"/>
              <a:gd name="T84" fmla="*/ 64 w 145"/>
              <a:gd name="T85" fmla="*/ 15 h 146"/>
              <a:gd name="T86" fmla="*/ 62 w 145"/>
              <a:gd name="T87" fmla="*/ 16 h 146"/>
              <a:gd name="T88" fmla="*/ 61 w 145"/>
              <a:gd name="T89" fmla="*/ 18 h 146"/>
              <a:gd name="T90" fmla="*/ 61 w 145"/>
              <a:gd name="T91" fmla="*/ 34 h 146"/>
              <a:gd name="T92" fmla="*/ 62 w 145"/>
              <a:gd name="T93" fmla="*/ 36 h 146"/>
              <a:gd name="T94" fmla="*/ 64 w 145"/>
              <a:gd name="T95" fmla="*/ 37 h 146"/>
              <a:gd name="T96" fmla="*/ 82 w 145"/>
              <a:gd name="T97" fmla="*/ 37 h 146"/>
              <a:gd name="T98" fmla="*/ 84 w 145"/>
              <a:gd name="T99" fmla="*/ 36 h 146"/>
              <a:gd name="T100" fmla="*/ 85 w 145"/>
              <a:gd name="T101" fmla="*/ 34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45" h="146">
                <a:moveTo>
                  <a:pt x="136" y="37"/>
                </a:moveTo>
                <a:cubicBezTo>
                  <a:pt x="142" y="48"/>
                  <a:pt x="145" y="60"/>
                  <a:pt x="145" y="73"/>
                </a:cubicBezTo>
                <a:cubicBezTo>
                  <a:pt x="145" y="86"/>
                  <a:pt x="142" y="98"/>
                  <a:pt x="136" y="109"/>
                </a:cubicBezTo>
                <a:cubicBezTo>
                  <a:pt x="129" y="121"/>
                  <a:pt x="120" y="129"/>
                  <a:pt x="109" y="136"/>
                </a:cubicBezTo>
                <a:cubicBezTo>
                  <a:pt x="98" y="142"/>
                  <a:pt x="86" y="146"/>
                  <a:pt x="73" y="146"/>
                </a:cubicBezTo>
                <a:cubicBezTo>
                  <a:pt x="60" y="146"/>
                  <a:pt x="48" y="142"/>
                  <a:pt x="36" y="136"/>
                </a:cubicBezTo>
                <a:cubicBezTo>
                  <a:pt x="25" y="129"/>
                  <a:pt x="16" y="121"/>
                  <a:pt x="10" y="109"/>
                </a:cubicBezTo>
                <a:cubicBezTo>
                  <a:pt x="3" y="98"/>
                  <a:pt x="0" y="86"/>
                  <a:pt x="0" y="73"/>
                </a:cubicBezTo>
                <a:cubicBezTo>
                  <a:pt x="0" y="60"/>
                  <a:pt x="3" y="48"/>
                  <a:pt x="10" y="37"/>
                </a:cubicBezTo>
                <a:cubicBezTo>
                  <a:pt x="16" y="25"/>
                  <a:pt x="25" y="17"/>
                  <a:pt x="36" y="10"/>
                </a:cubicBezTo>
                <a:cubicBezTo>
                  <a:pt x="48" y="4"/>
                  <a:pt x="60" y="0"/>
                  <a:pt x="73" y="0"/>
                </a:cubicBezTo>
                <a:cubicBezTo>
                  <a:pt x="86" y="0"/>
                  <a:pt x="98" y="4"/>
                  <a:pt x="109" y="10"/>
                </a:cubicBezTo>
                <a:cubicBezTo>
                  <a:pt x="120" y="17"/>
                  <a:pt x="129" y="25"/>
                  <a:pt x="136" y="37"/>
                </a:cubicBezTo>
                <a:close/>
                <a:moveTo>
                  <a:pt x="97" y="118"/>
                </a:moveTo>
                <a:cubicBezTo>
                  <a:pt x="97" y="103"/>
                  <a:pt x="97" y="103"/>
                  <a:pt x="97" y="103"/>
                </a:cubicBezTo>
                <a:cubicBezTo>
                  <a:pt x="97" y="102"/>
                  <a:pt x="97" y="102"/>
                  <a:pt x="96" y="101"/>
                </a:cubicBezTo>
                <a:cubicBezTo>
                  <a:pt x="96" y="100"/>
                  <a:pt x="95" y="100"/>
                  <a:pt x="94" y="100"/>
                </a:cubicBezTo>
                <a:cubicBezTo>
                  <a:pt x="85" y="100"/>
                  <a:pt x="85" y="100"/>
                  <a:pt x="85" y="100"/>
                </a:cubicBezTo>
                <a:cubicBezTo>
                  <a:pt x="85" y="52"/>
                  <a:pt x="85" y="52"/>
                  <a:pt x="85" y="52"/>
                </a:cubicBezTo>
                <a:cubicBezTo>
                  <a:pt x="85" y="51"/>
                  <a:pt x="85" y="50"/>
                  <a:pt x="84" y="50"/>
                </a:cubicBezTo>
                <a:cubicBezTo>
                  <a:pt x="84" y="49"/>
                  <a:pt x="83" y="49"/>
                  <a:pt x="82" y="49"/>
                </a:cubicBezTo>
                <a:cubicBezTo>
                  <a:pt x="52" y="49"/>
                  <a:pt x="52" y="49"/>
                  <a:pt x="52" y="49"/>
                </a:cubicBezTo>
                <a:cubicBezTo>
                  <a:pt x="51" y="49"/>
                  <a:pt x="50" y="49"/>
                  <a:pt x="49" y="50"/>
                </a:cubicBezTo>
                <a:cubicBezTo>
                  <a:pt x="49" y="50"/>
                  <a:pt x="49" y="51"/>
                  <a:pt x="49" y="52"/>
                </a:cubicBezTo>
                <a:cubicBezTo>
                  <a:pt x="49" y="67"/>
                  <a:pt x="49" y="67"/>
                  <a:pt x="49" y="67"/>
                </a:cubicBezTo>
                <a:cubicBezTo>
                  <a:pt x="49" y="68"/>
                  <a:pt x="49" y="69"/>
                  <a:pt x="49" y="69"/>
                </a:cubicBezTo>
                <a:cubicBezTo>
                  <a:pt x="50" y="70"/>
                  <a:pt x="51" y="70"/>
                  <a:pt x="52" y="70"/>
                </a:cubicBezTo>
                <a:cubicBezTo>
                  <a:pt x="61" y="70"/>
                  <a:pt x="61" y="70"/>
                  <a:pt x="61" y="70"/>
                </a:cubicBezTo>
                <a:cubicBezTo>
                  <a:pt x="61" y="100"/>
                  <a:pt x="61" y="100"/>
                  <a:pt x="61" y="100"/>
                </a:cubicBezTo>
                <a:cubicBezTo>
                  <a:pt x="52" y="100"/>
                  <a:pt x="52" y="100"/>
                  <a:pt x="52" y="100"/>
                </a:cubicBezTo>
                <a:cubicBezTo>
                  <a:pt x="51" y="100"/>
                  <a:pt x="50" y="100"/>
                  <a:pt x="49" y="101"/>
                </a:cubicBezTo>
                <a:cubicBezTo>
                  <a:pt x="49" y="102"/>
                  <a:pt x="49" y="102"/>
                  <a:pt x="49" y="103"/>
                </a:cubicBezTo>
                <a:cubicBezTo>
                  <a:pt x="49" y="118"/>
                  <a:pt x="49" y="118"/>
                  <a:pt x="49" y="118"/>
                </a:cubicBezTo>
                <a:cubicBezTo>
                  <a:pt x="49" y="119"/>
                  <a:pt x="49" y="120"/>
                  <a:pt x="49" y="121"/>
                </a:cubicBezTo>
                <a:cubicBezTo>
                  <a:pt x="50" y="121"/>
                  <a:pt x="51" y="121"/>
                  <a:pt x="52" y="121"/>
                </a:cubicBezTo>
                <a:cubicBezTo>
                  <a:pt x="94" y="121"/>
                  <a:pt x="94" y="121"/>
                  <a:pt x="94" y="121"/>
                </a:cubicBezTo>
                <a:cubicBezTo>
                  <a:pt x="95" y="121"/>
                  <a:pt x="96" y="121"/>
                  <a:pt x="96" y="121"/>
                </a:cubicBezTo>
                <a:cubicBezTo>
                  <a:pt x="97" y="120"/>
                  <a:pt x="97" y="119"/>
                  <a:pt x="97" y="118"/>
                </a:cubicBezTo>
                <a:close/>
                <a:moveTo>
                  <a:pt x="85" y="34"/>
                </a:moveTo>
                <a:cubicBezTo>
                  <a:pt x="85" y="18"/>
                  <a:pt x="85" y="18"/>
                  <a:pt x="85" y="18"/>
                </a:cubicBezTo>
                <a:cubicBezTo>
                  <a:pt x="85" y="18"/>
                  <a:pt x="85" y="17"/>
                  <a:pt x="84" y="16"/>
                </a:cubicBezTo>
                <a:cubicBezTo>
                  <a:pt x="84" y="16"/>
                  <a:pt x="83" y="15"/>
                  <a:pt x="82" y="15"/>
                </a:cubicBezTo>
                <a:cubicBezTo>
                  <a:pt x="64" y="15"/>
                  <a:pt x="64" y="15"/>
                  <a:pt x="64" y="15"/>
                </a:cubicBezTo>
                <a:cubicBezTo>
                  <a:pt x="63" y="15"/>
                  <a:pt x="62" y="16"/>
                  <a:pt x="62" y="16"/>
                </a:cubicBezTo>
                <a:cubicBezTo>
                  <a:pt x="61" y="17"/>
                  <a:pt x="61" y="18"/>
                  <a:pt x="61" y="18"/>
                </a:cubicBezTo>
                <a:cubicBezTo>
                  <a:pt x="61" y="34"/>
                  <a:pt x="61" y="34"/>
                  <a:pt x="61" y="34"/>
                </a:cubicBezTo>
                <a:cubicBezTo>
                  <a:pt x="61" y="35"/>
                  <a:pt x="61" y="35"/>
                  <a:pt x="62" y="36"/>
                </a:cubicBezTo>
                <a:cubicBezTo>
                  <a:pt x="62" y="36"/>
                  <a:pt x="63" y="37"/>
                  <a:pt x="64" y="37"/>
                </a:cubicBezTo>
                <a:cubicBezTo>
                  <a:pt x="82" y="37"/>
                  <a:pt x="82" y="37"/>
                  <a:pt x="82" y="37"/>
                </a:cubicBezTo>
                <a:cubicBezTo>
                  <a:pt x="83" y="37"/>
                  <a:pt x="84" y="36"/>
                  <a:pt x="84" y="36"/>
                </a:cubicBezTo>
                <a:cubicBezTo>
                  <a:pt x="85" y="35"/>
                  <a:pt x="85" y="35"/>
                  <a:pt x="85" y="3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89" name="Freeform 91"/>
          <p:cNvSpPr>
            <a:spLocks noEditPoints="1"/>
          </p:cNvSpPr>
          <p:nvPr/>
        </p:nvSpPr>
        <p:spPr bwMode="auto">
          <a:xfrm>
            <a:off x="3330877" y="2252283"/>
            <a:ext cx="209627" cy="209627"/>
          </a:xfrm>
          <a:custGeom>
            <a:avLst/>
            <a:gdLst>
              <a:gd name="T0" fmla="*/ 145 w 145"/>
              <a:gd name="T1" fmla="*/ 79 h 146"/>
              <a:gd name="T2" fmla="*/ 139 w 145"/>
              <a:gd name="T3" fmla="*/ 85 h 146"/>
              <a:gd name="T4" fmla="*/ 111 w 145"/>
              <a:gd name="T5" fmla="*/ 111 h 146"/>
              <a:gd name="T6" fmla="*/ 85 w 145"/>
              <a:gd name="T7" fmla="*/ 140 h 146"/>
              <a:gd name="T8" fmla="*/ 79 w 145"/>
              <a:gd name="T9" fmla="*/ 146 h 146"/>
              <a:gd name="T10" fmla="*/ 62 w 145"/>
              <a:gd name="T11" fmla="*/ 144 h 146"/>
              <a:gd name="T12" fmla="*/ 60 w 145"/>
              <a:gd name="T13" fmla="*/ 126 h 146"/>
              <a:gd name="T14" fmla="*/ 20 w 145"/>
              <a:gd name="T15" fmla="*/ 85 h 146"/>
              <a:gd name="T16" fmla="*/ 2 w 145"/>
              <a:gd name="T17" fmla="*/ 83 h 146"/>
              <a:gd name="T18" fmla="*/ 0 w 145"/>
              <a:gd name="T19" fmla="*/ 67 h 146"/>
              <a:gd name="T20" fmla="*/ 6 w 145"/>
              <a:gd name="T21" fmla="*/ 61 h 146"/>
              <a:gd name="T22" fmla="*/ 34 w 145"/>
              <a:gd name="T23" fmla="*/ 35 h 146"/>
              <a:gd name="T24" fmla="*/ 60 w 145"/>
              <a:gd name="T25" fmla="*/ 6 h 146"/>
              <a:gd name="T26" fmla="*/ 67 w 145"/>
              <a:gd name="T27" fmla="*/ 0 h 146"/>
              <a:gd name="T28" fmla="*/ 83 w 145"/>
              <a:gd name="T29" fmla="*/ 2 h 146"/>
              <a:gd name="T30" fmla="*/ 85 w 145"/>
              <a:gd name="T31" fmla="*/ 20 h 146"/>
              <a:gd name="T32" fmla="*/ 126 w 145"/>
              <a:gd name="T33" fmla="*/ 61 h 146"/>
              <a:gd name="T34" fmla="*/ 143 w 145"/>
              <a:gd name="T35" fmla="*/ 63 h 146"/>
              <a:gd name="T36" fmla="*/ 113 w 145"/>
              <a:gd name="T37" fmla="*/ 85 h 146"/>
              <a:gd name="T38" fmla="*/ 99 w 145"/>
              <a:gd name="T39" fmla="*/ 83 h 146"/>
              <a:gd name="T40" fmla="*/ 97 w 145"/>
              <a:gd name="T41" fmla="*/ 67 h 146"/>
              <a:gd name="T42" fmla="*/ 103 w 145"/>
              <a:gd name="T43" fmla="*/ 61 h 146"/>
              <a:gd name="T44" fmla="*/ 103 w 145"/>
              <a:gd name="T45" fmla="*/ 43 h 146"/>
              <a:gd name="T46" fmla="*/ 85 w 145"/>
              <a:gd name="T47" fmla="*/ 43 h 146"/>
              <a:gd name="T48" fmla="*/ 79 w 145"/>
              <a:gd name="T49" fmla="*/ 49 h 146"/>
              <a:gd name="T50" fmla="*/ 62 w 145"/>
              <a:gd name="T51" fmla="*/ 47 h 146"/>
              <a:gd name="T52" fmla="*/ 60 w 145"/>
              <a:gd name="T53" fmla="*/ 32 h 146"/>
              <a:gd name="T54" fmla="*/ 32 w 145"/>
              <a:gd name="T55" fmla="*/ 61 h 146"/>
              <a:gd name="T56" fmla="*/ 47 w 145"/>
              <a:gd name="T57" fmla="*/ 63 h 146"/>
              <a:gd name="T58" fmla="*/ 48 w 145"/>
              <a:gd name="T59" fmla="*/ 79 h 146"/>
              <a:gd name="T60" fmla="*/ 42 w 145"/>
              <a:gd name="T61" fmla="*/ 85 h 146"/>
              <a:gd name="T62" fmla="*/ 43 w 145"/>
              <a:gd name="T63" fmla="*/ 103 h 146"/>
              <a:gd name="T64" fmla="*/ 60 w 145"/>
              <a:gd name="T65" fmla="*/ 103 h 146"/>
              <a:gd name="T66" fmla="*/ 67 w 145"/>
              <a:gd name="T67" fmla="*/ 97 h 146"/>
              <a:gd name="T68" fmla="*/ 83 w 145"/>
              <a:gd name="T69" fmla="*/ 99 h 146"/>
              <a:gd name="T70" fmla="*/ 85 w 145"/>
              <a:gd name="T71" fmla="*/ 114 h 146"/>
              <a:gd name="T72" fmla="*/ 113 w 145"/>
              <a:gd name="T73" fmla="*/ 85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45" h="146">
                <a:moveTo>
                  <a:pt x="145" y="67"/>
                </a:moveTo>
                <a:cubicBezTo>
                  <a:pt x="145" y="79"/>
                  <a:pt x="145" y="79"/>
                  <a:pt x="145" y="79"/>
                </a:cubicBezTo>
                <a:cubicBezTo>
                  <a:pt x="145" y="81"/>
                  <a:pt x="145" y="82"/>
                  <a:pt x="143" y="83"/>
                </a:cubicBezTo>
                <a:cubicBezTo>
                  <a:pt x="142" y="84"/>
                  <a:pt x="141" y="85"/>
                  <a:pt x="139" y="85"/>
                </a:cubicBezTo>
                <a:cubicBezTo>
                  <a:pt x="126" y="85"/>
                  <a:pt x="126" y="85"/>
                  <a:pt x="126" y="85"/>
                </a:cubicBezTo>
                <a:cubicBezTo>
                  <a:pt x="123" y="95"/>
                  <a:pt x="118" y="104"/>
                  <a:pt x="111" y="111"/>
                </a:cubicBezTo>
                <a:cubicBezTo>
                  <a:pt x="104" y="119"/>
                  <a:pt x="95" y="124"/>
                  <a:pt x="85" y="126"/>
                </a:cubicBezTo>
                <a:cubicBezTo>
                  <a:pt x="85" y="140"/>
                  <a:pt x="85" y="140"/>
                  <a:pt x="85" y="140"/>
                </a:cubicBezTo>
                <a:cubicBezTo>
                  <a:pt x="85" y="141"/>
                  <a:pt x="84" y="143"/>
                  <a:pt x="83" y="144"/>
                </a:cubicBezTo>
                <a:cubicBezTo>
                  <a:pt x="82" y="145"/>
                  <a:pt x="80" y="146"/>
                  <a:pt x="79" y="146"/>
                </a:cubicBezTo>
                <a:cubicBezTo>
                  <a:pt x="67" y="146"/>
                  <a:pt x="67" y="146"/>
                  <a:pt x="67" y="146"/>
                </a:cubicBezTo>
                <a:cubicBezTo>
                  <a:pt x="65" y="146"/>
                  <a:pt x="63" y="145"/>
                  <a:pt x="62" y="144"/>
                </a:cubicBezTo>
                <a:cubicBezTo>
                  <a:pt x="61" y="143"/>
                  <a:pt x="60" y="141"/>
                  <a:pt x="60" y="140"/>
                </a:cubicBezTo>
                <a:cubicBezTo>
                  <a:pt x="60" y="126"/>
                  <a:pt x="60" y="126"/>
                  <a:pt x="60" y="126"/>
                </a:cubicBezTo>
                <a:cubicBezTo>
                  <a:pt x="50" y="124"/>
                  <a:pt x="42" y="119"/>
                  <a:pt x="34" y="111"/>
                </a:cubicBezTo>
                <a:cubicBezTo>
                  <a:pt x="27" y="104"/>
                  <a:pt x="22" y="95"/>
                  <a:pt x="20" y="85"/>
                </a:cubicBezTo>
                <a:cubicBezTo>
                  <a:pt x="6" y="85"/>
                  <a:pt x="6" y="85"/>
                  <a:pt x="6" y="85"/>
                </a:cubicBezTo>
                <a:cubicBezTo>
                  <a:pt x="4" y="85"/>
                  <a:pt x="3" y="84"/>
                  <a:pt x="2" y="83"/>
                </a:cubicBezTo>
                <a:cubicBezTo>
                  <a:pt x="1" y="82"/>
                  <a:pt x="0" y="81"/>
                  <a:pt x="0" y="79"/>
                </a:cubicBezTo>
                <a:cubicBezTo>
                  <a:pt x="0" y="67"/>
                  <a:pt x="0" y="67"/>
                  <a:pt x="0" y="67"/>
                </a:cubicBezTo>
                <a:cubicBezTo>
                  <a:pt x="0" y="65"/>
                  <a:pt x="1" y="64"/>
                  <a:pt x="2" y="63"/>
                </a:cubicBezTo>
                <a:cubicBezTo>
                  <a:pt x="3" y="61"/>
                  <a:pt x="4" y="61"/>
                  <a:pt x="6" y="61"/>
                </a:cubicBezTo>
                <a:cubicBezTo>
                  <a:pt x="20" y="61"/>
                  <a:pt x="20" y="61"/>
                  <a:pt x="20" y="61"/>
                </a:cubicBezTo>
                <a:cubicBezTo>
                  <a:pt x="22" y="51"/>
                  <a:pt x="27" y="42"/>
                  <a:pt x="34" y="35"/>
                </a:cubicBezTo>
                <a:cubicBezTo>
                  <a:pt x="42" y="27"/>
                  <a:pt x="50" y="22"/>
                  <a:pt x="60" y="20"/>
                </a:cubicBezTo>
                <a:cubicBezTo>
                  <a:pt x="60" y="6"/>
                  <a:pt x="60" y="6"/>
                  <a:pt x="60" y="6"/>
                </a:cubicBezTo>
                <a:cubicBezTo>
                  <a:pt x="60" y="5"/>
                  <a:pt x="61" y="3"/>
                  <a:pt x="62" y="2"/>
                </a:cubicBezTo>
                <a:cubicBezTo>
                  <a:pt x="63" y="1"/>
                  <a:pt x="65" y="0"/>
                  <a:pt x="67" y="0"/>
                </a:cubicBezTo>
                <a:cubicBezTo>
                  <a:pt x="79" y="0"/>
                  <a:pt x="79" y="0"/>
                  <a:pt x="79" y="0"/>
                </a:cubicBezTo>
                <a:cubicBezTo>
                  <a:pt x="80" y="0"/>
                  <a:pt x="82" y="1"/>
                  <a:pt x="83" y="2"/>
                </a:cubicBezTo>
                <a:cubicBezTo>
                  <a:pt x="84" y="3"/>
                  <a:pt x="85" y="5"/>
                  <a:pt x="85" y="6"/>
                </a:cubicBezTo>
                <a:cubicBezTo>
                  <a:pt x="85" y="20"/>
                  <a:pt x="85" y="20"/>
                  <a:pt x="85" y="20"/>
                </a:cubicBezTo>
                <a:cubicBezTo>
                  <a:pt x="95" y="22"/>
                  <a:pt x="104" y="27"/>
                  <a:pt x="111" y="35"/>
                </a:cubicBezTo>
                <a:cubicBezTo>
                  <a:pt x="118" y="42"/>
                  <a:pt x="123" y="51"/>
                  <a:pt x="126" y="61"/>
                </a:cubicBezTo>
                <a:cubicBezTo>
                  <a:pt x="139" y="61"/>
                  <a:pt x="139" y="61"/>
                  <a:pt x="139" y="61"/>
                </a:cubicBezTo>
                <a:cubicBezTo>
                  <a:pt x="141" y="61"/>
                  <a:pt x="142" y="61"/>
                  <a:pt x="143" y="63"/>
                </a:cubicBezTo>
                <a:cubicBezTo>
                  <a:pt x="145" y="64"/>
                  <a:pt x="145" y="65"/>
                  <a:pt x="145" y="67"/>
                </a:cubicBezTo>
                <a:close/>
                <a:moveTo>
                  <a:pt x="113" y="85"/>
                </a:moveTo>
                <a:cubicBezTo>
                  <a:pt x="103" y="85"/>
                  <a:pt x="103" y="85"/>
                  <a:pt x="103" y="85"/>
                </a:cubicBezTo>
                <a:cubicBezTo>
                  <a:pt x="101" y="85"/>
                  <a:pt x="100" y="84"/>
                  <a:pt x="99" y="83"/>
                </a:cubicBezTo>
                <a:cubicBezTo>
                  <a:pt x="97" y="82"/>
                  <a:pt x="97" y="81"/>
                  <a:pt x="97" y="79"/>
                </a:cubicBezTo>
                <a:cubicBezTo>
                  <a:pt x="97" y="67"/>
                  <a:pt x="97" y="67"/>
                  <a:pt x="97" y="67"/>
                </a:cubicBezTo>
                <a:cubicBezTo>
                  <a:pt x="97" y="65"/>
                  <a:pt x="97" y="64"/>
                  <a:pt x="99" y="63"/>
                </a:cubicBezTo>
                <a:cubicBezTo>
                  <a:pt x="100" y="61"/>
                  <a:pt x="101" y="61"/>
                  <a:pt x="103" y="61"/>
                </a:cubicBezTo>
                <a:cubicBezTo>
                  <a:pt x="113" y="61"/>
                  <a:pt x="113" y="61"/>
                  <a:pt x="113" y="61"/>
                </a:cubicBezTo>
                <a:cubicBezTo>
                  <a:pt x="111" y="54"/>
                  <a:pt x="108" y="48"/>
                  <a:pt x="103" y="43"/>
                </a:cubicBezTo>
                <a:cubicBezTo>
                  <a:pt x="97" y="38"/>
                  <a:pt x="91" y="34"/>
                  <a:pt x="85" y="32"/>
                </a:cubicBezTo>
                <a:cubicBezTo>
                  <a:pt x="85" y="43"/>
                  <a:pt x="85" y="43"/>
                  <a:pt x="85" y="43"/>
                </a:cubicBezTo>
                <a:cubicBezTo>
                  <a:pt x="85" y="44"/>
                  <a:pt x="84" y="46"/>
                  <a:pt x="83" y="47"/>
                </a:cubicBezTo>
                <a:cubicBezTo>
                  <a:pt x="82" y="48"/>
                  <a:pt x="80" y="49"/>
                  <a:pt x="79" y="49"/>
                </a:cubicBezTo>
                <a:cubicBezTo>
                  <a:pt x="67" y="49"/>
                  <a:pt x="67" y="49"/>
                  <a:pt x="67" y="49"/>
                </a:cubicBezTo>
                <a:cubicBezTo>
                  <a:pt x="65" y="49"/>
                  <a:pt x="63" y="48"/>
                  <a:pt x="62" y="47"/>
                </a:cubicBezTo>
                <a:cubicBezTo>
                  <a:pt x="61" y="46"/>
                  <a:pt x="60" y="44"/>
                  <a:pt x="60" y="43"/>
                </a:cubicBezTo>
                <a:cubicBezTo>
                  <a:pt x="60" y="32"/>
                  <a:pt x="60" y="32"/>
                  <a:pt x="60" y="32"/>
                </a:cubicBezTo>
                <a:cubicBezTo>
                  <a:pt x="54" y="34"/>
                  <a:pt x="48" y="38"/>
                  <a:pt x="43" y="43"/>
                </a:cubicBezTo>
                <a:cubicBezTo>
                  <a:pt x="38" y="48"/>
                  <a:pt x="34" y="54"/>
                  <a:pt x="32" y="61"/>
                </a:cubicBezTo>
                <a:cubicBezTo>
                  <a:pt x="42" y="61"/>
                  <a:pt x="42" y="61"/>
                  <a:pt x="42" y="61"/>
                </a:cubicBezTo>
                <a:cubicBezTo>
                  <a:pt x="44" y="61"/>
                  <a:pt x="45" y="61"/>
                  <a:pt x="47" y="63"/>
                </a:cubicBezTo>
                <a:cubicBezTo>
                  <a:pt x="48" y="64"/>
                  <a:pt x="48" y="65"/>
                  <a:pt x="48" y="67"/>
                </a:cubicBezTo>
                <a:cubicBezTo>
                  <a:pt x="48" y="79"/>
                  <a:pt x="48" y="79"/>
                  <a:pt x="48" y="79"/>
                </a:cubicBezTo>
                <a:cubicBezTo>
                  <a:pt x="48" y="81"/>
                  <a:pt x="48" y="82"/>
                  <a:pt x="47" y="83"/>
                </a:cubicBezTo>
                <a:cubicBezTo>
                  <a:pt x="45" y="84"/>
                  <a:pt x="44" y="85"/>
                  <a:pt x="42" y="85"/>
                </a:cubicBezTo>
                <a:cubicBezTo>
                  <a:pt x="32" y="85"/>
                  <a:pt x="32" y="85"/>
                  <a:pt x="32" y="85"/>
                </a:cubicBezTo>
                <a:cubicBezTo>
                  <a:pt x="34" y="92"/>
                  <a:pt x="38" y="98"/>
                  <a:pt x="43" y="103"/>
                </a:cubicBezTo>
                <a:cubicBezTo>
                  <a:pt x="48" y="108"/>
                  <a:pt x="54" y="111"/>
                  <a:pt x="60" y="114"/>
                </a:cubicBezTo>
                <a:cubicBezTo>
                  <a:pt x="60" y="103"/>
                  <a:pt x="60" y="103"/>
                  <a:pt x="60" y="103"/>
                </a:cubicBezTo>
                <a:cubicBezTo>
                  <a:pt x="60" y="102"/>
                  <a:pt x="61" y="100"/>
                  <a:pt x="62" y="99"/>
                </a:cubicBezTo>
                <a:cubicBezTo>
                  <a:pt x="63" y="98"/>
                  <a:pt x="65" y="97"/>
                  <a:pt x="67" y="97"/>
                </a:cubicBezTo>
                <a:cubicBezTo>
                  <a:pt x="79" y="97"/>
                  <a:pt x="79" y="97"/>
                  <a:pt x="79" y="97"/>
                </a:cubicBezTo>
                <a:cubicBezTo>
                  <a:pt x="80" y="97"/>
                  <a:pt x="82" y="98"/>
                  <a:pt x="83" y="99"/>
                </a:cubicBezTo>
                <a:cubicBezTo>
                  <a:pt x="84" y="100"/>
                  <a:pt x="85" y="102"/>
                  <a:pt x="85" y="103"/>
                </a:cubicBezTo>
                <a:cubicBezTo>
                  <a:pt x="85" y="114"/>
                  <a:pt x="85" y="114"/>
                  <a:pt x="85" y="114"/>
                </a:cubicBezTo>
                <a:cubicBezTo>
                  <a:pt x="91" y="111"/>
                  <a:pt x="97" y="108"/>
                  <a:pt x="103" y="103"/>
                </a:cubicBezTo>
                <a:cubicBezTo>
                  <a:pt x="108" y="98"/>
                  <a:pt x="111" y="92"/>
                  <a:pt x="113" y="85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90" name="Freeform 92"/>
          <p:cNvSpPr>
            <a:spLocks noEditPoints="1"/>
          </p:cNvSpPr>
          <p:nvPr/>
        </p:nvSpPr>
        <p:spPr bwMode="auto">
          <a:xfrm>
            <a:off x="3598853" y="2252283"/>
            <a:ext cx="209627" cy="209627"/>
          </a:xfrm>
          <a:custGeom>
            <a:avLst/>
            <a:gdLst>
              <a:gd name="T0" fmla="*/ 135 w 145"/>
              <a:gd name="T1" fmla="*/ 37 h 146"/>
              <a:gd name="T2" fmla="*/ 145 w 145"/>
              <a:gd name="T3" fmla="*/ 73 h 146"/>
              <a:gd name="T4" fmla="*/ 135 w 145"/>
              <a:gd name="T5" fmla="*/ 109 h 146"/>
              <a:gd name="T6" fmla="*/ 109 w 145"/>
              <a:gd name="T7" fmla="*/ 136 h 146"/>
              <a:gd name="T8" fmla="*/ 72 w 145"/>
              <a:gd name="T9" fmla="*/ 146 h 146"/>
              <a:gd name="T10" fmla="*/ 36 w 145"/>
              <a:gd name="T11" fmla="*/ 136 h 146"/>
              <a:gd name="T12" fmla="*/ 9 w 145"/>
              <a:gd name="T13" fmla="*/ 109 h 146"/>
              <a:gd name="T14" fmla="*/ 0 w 145"/>
              <a:gd name="T15" fmla="*/ 73 h 146"/>
              <a:gd name="T16" fmla="*/ 9 w 145"/>
              <a:gd name="T17" fmla="*/ 37 h 146"/>
              <a:gd name="T18" fmla="*/ 36 w 145"/>
              <a:gd name="T19" fmla="*/ 10 h 146"/>
              <a:gd name="T20" fmla="*/ 72 w 145"/>
              <a:gd name="T21" fmla="*/ 0 h 146"/>
              <a:gd name="T22" fmla="*/ 109 w 145"/>
              <a:gd name="T23" fmla="*/ 10 h 146"/>
              <a:gd name="T24" fmla="*/ 135 w 145"/>
              <a:gd name="T25" fmla="*/ 37 h 146"/>
              <a:gd name="T26" fmla="*/ 117 w 145"/>
              <a:gd name="T27" fmla="*/ 99 h 146"/>
              <a:gd name="T28" fmla="*/ 124 w 145"/>
              <a:gd name="T29" fmla="*/ 73 h 146"/>
              <a:gd name="T30" fmla="*/ 117 w 145"/>
              <a:gd name="T31" fmla="*/ 47 h 146"/>
              <a:gd name="T32" fmla="*/ 98 w 145"/>
              <a:gd name="T33" fmla="*/ 28 h 146"/>
              <a:gd name="T34" fmla="*/ 72 w 145"/>
              <a:gd name="T35" fmla="*/ 22 h 146"/>
              <a:gd name="T36" fmla="*/ 47 w 145"/>
              <a:gd name="T37" fmla="*/ 28 h 146"/>
              <a:gd name="T38" fmla="*/ 28 w 145"/>
              <a:gd name="T39" fmla="*/ 47 h 146"/>
              <a:gd name="T40" fmla="*/ 21 w 145"/>
              <a:gd name="T41" fmla="*/ 73 h 146"/>
              <a:gd name="T42" fmla="*/ 28 w 145"/>
              <a:gd name="T43" fmla="*/ 99 h 146"/>
              <a:gd name="T44" fmla="*/ 47 w 145"/>
              <a:gd name="T45" fmla="*/ 117 h 146"/>
              <a:gd name="T46" fmla="*/ 72 w 145"/>
              <a:gd name="T47" fmla="*/ 124 h 146"/>
              <a:gd name="T48" fmla="*/ 98 w 145"/>
              <a:gd name="T49" fmla="*/ 117 h 146"/>
              <a:gd name="T50" fmla="*/ 117 w 145"/>
              <a:gd name="T51" fmla="*/ 99 h 146"/>
              <a:gd name="T52" fmla="*/ 103 w 145"/>
              <a:gd name="T53" fmla="*/ 90 h 146"/>
              <a:gd name="T54" fmla="*/ 90 w 145"/>
              <a:gd name="T55" fmla="*/ 104 h 146"/>
              <a:gd name="T56" fmla="*/ 87 w 145"/>
              <a:gd name="T57" fmla="*/ 105 h 146"/>
              <a:gd name="T58" fmla="*/ 85 w 145"/>
              <a:gd name="T59" fmla="*/ 104 h 146"/>
              <a:gd name="T60" fmla="*/ 72 w 145"/>
              <a:gd name="T61" fmla="*/ 91 h 146"/>
              <a:gd name="T62" fmla="*/ 59 w 145"/>
              <a:gd name="T63" fmla="*/ 104 h 146"/>
              <a:gd name="T64" fmla="*/ 57 w 145"/>
              <a:gd name="T65" fmla="*/ 105 h 146"/>
              <a:gd name="T66" fmla="*/ 55 w 145"/>
              <a:gd name="T67" fmla="*/ 104 h 146"/>
              <a:gd name="T68" fmla="*/ 41 w 145"/>
              <a:gd name="T69" fmla="*/ 90 h 146"/>
              <a:gd name="T70" fmla="*/ 40 w 145"/>
              <a:gd name="T71" fmla="*/ 88 h 146"/>
              <a:gd name="T72" fmla="*/ 41 w 145"/>
              <a:gd name="T73" fmla="*/ 86 h 146"/>
              <a:gd name="T74" fmla="*/ 54 w 145"/>
              <a:gd name="T75" fmla="*/ 73 h 146"/>
              <a:gd name="T76" fmla="*/ 41 w 145"/>
              <a:gd name="T77" fmla="*/ 60 h 146"/>
              <a:gd name="T78" fmla="*/ 40 w 145"/>
              <a:gd name="T79" fmla="*/ 58 h 146"/>
              <a:gd name="T80" fmla="*/ 41 w 145"/>
              <a:gd name="T81" fmla="*/ 56 h 146"/>
              <a:gd name="T82" fmla="*/ 55 w 145"/>
              <a:gd name="T83" fmla="*/ 42 h 146"/>
              <a:gd name="T84" fmla="*/ 57 w 145"/>
              <a:gd name="T85" fmla="*/ 41 h 146"/>
              <a:gd name="T86" fmla="*/ 59 w 145"/>
              <a:gd name="T87" fmla="*/ 42 h 146"/>
              <a:gd name="T88" fmla="*/ 72 w 145"/>
              <a:gd name="T89" fmla="*/ 55 h 146"/>
              <a:gd name="T90" fmla="*/ 85 w 145"/>
              <a:gd name="T91" fmla="*/ 42 h 146"/>
              <a:gd name="T92" fmla="*/ 87 w 145"/>
              <a:gd name="T93" fmla="*/ 41 h 146"/>
              <a:gd name="T94" fmla="*/ 90 w 145"/>
              <a:gd name="T95" fmla="*/ 42 h 146"/>
              <a:gd name="T96" fmla="*/ 103 w 145"/>
              <a:gd name="T97" fmla="*/ 56 h 146"/>
              <a:gd name="T98" fmla="*/ 104 w 145"/>
              <a:gd name="T99" fmla="*/ 58 h 146"/>
              <a:gd name="T100" fmla="*/ 103 w 145"/>
              <a:gd name="T101" fmla="*/ 60 h 146"/>
              <a:gd name="T102" fmla="*/ 91 w 145"/>
              <a:gd name="T103" fmla="*/ 73 h 146"/>
              <a:gd name="T104" fmla="*/ 103 w 145"/>
              <a:gd name="T105" fmla="*/ 86 h 146"/>
              <a:gd name="T106" fmla="*/ 104 w 145"/>
              <a:gd name="T107" fmla="*/ 88 h 146"/>
              <a:gd name="T108" fmla="*/ 103 w 145"/>
              <a:gd name="T109" fmla="*/ 90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45" h="146">
                <a:moveTo>
                  <a:pt x="135" y="37"/>
                </a:moveTo>
                <a:cubicBezTo>
                  <a:pt x="142" y="48"/>
                  <a:pt x="145" y="60"/>
                  <a:pt x="145" y="73"/>
                </a:cubicBezTo>
                <a:cubicBezTo>
                  <a:pt x="145" y="86"/>
                  <a:pt x="142" y="98"/>
                  <a:pt x="135" y="109"/>
                </a:cubicBezTo>
                <a:cubicBezTo>
                  <a:pt x="129" y="121"/>
                  <a:pt x="120" y="129"/>
                  <a:pt x="109" y="136"/>
                </a:cubicBezTo>
                <a:cubicBezTo>
                  <a:pt x="98" y="142"/>
                  <a:pt x="86" y="146"/>
                  <a:pt x="72" y="146"/>
                </a:cubicBezTo>
                <a:cubicBezTo>
                  <a:pt x="59" y="146"/>
                  <a:pt x="47" y="142"/>
                  <a:pt x="36" y="136"/>
                </a:cubicBezTo>
                <a:cubicBezTo>
                  <a:pt x="25" y="129"/>
                  <a:pt x="16" y="121"/>
                  <a:pt x="9" y="109"/>
                </a:cubicBezTo>
                <a:cubicBezTo>
                  <a:pt x="3" y="98"/>
                  <a:pt x="0" y="86"/>
                  <a:pt x="0" y="73"/>
                </a:cubicBezTo>
                <a:cubicBezTo>
                  <a:pt x="0" y="60"/>
                  <a:pt x="3" y="48"/>
                  <a:pt x="9" y="37"/>
                </a:cubicBezTo>
                <a:cubicBezTo>
                  <a:pt x="16" y="25"/>
                  <a:pt x="25" y="17"/>
                  <a:pt x="36" y="10"/>
                </a:cubicBezTo>
                <a:cubicBezTo>
                  <a:pt x="47" y="4"/>
                  <a:pt x="59" y="0"/>
                  <a:pt x="72" y="0"/>
                </a:cubicBezTo>
                <a:cubicBezTo>
                  <a:pt x="86" y="0"/>
                  <a:pt x="98" y="4"/>
                  <a:pt x="109" y="10"/>
                </a:cubicBezTo>
                <a:cubicBezTo>
                  <a:pt x="120" y="17"/>
                  <a:pt x="129" y="25"/>
                  <a:pt x="135" y="37"/>
                </a:cubicBezTo>
                <a:close/>
                <a:moveTo>
                  <a:pt x="117" y="99"/>
                </a:moveTo>
                <a:cubicBezTo>
                  <a:pt x="121" y="91"/>
                  <a:pt x="124" y="82"/>
                  <a:pt x="124" y="73"/>
                </a:cubicBezTo>
                <a:cubicBezTo>
                  <a:pt x="124" y="64"/>
                  <a:pt x="121" y="55"/>
                  <a:pt x="117" y="47"/>
                </a:cubicBezTo>
                <a:cubicBezTo>
                  <a:pt x="112" y="39"/>
                  <a:pt x="106" y="33"/>
                  <a:pt x="98" y="28"/>
                </a:cubicBezTo>
                <a:cubicBezTo>
                  <a:pt x="90" y="24"/>
                  <a:pt x="82" y="22"/>
                  <a:pt x="72" y="22"/>
                </a:cubicBezTo>
                <a:cubicBezTo>
                  <a:pt x="63" y="22"/>
                  <a:pt x="54" y="24"/>
                  <a:pt x="47" y="28"/>
                </a:cubicBezTo>
                <a:cubicBezTo>
                  <a:pt x="39" y="33"/>
                  <a:pt x="32" y="39"/>
                  <a:pt x="28" y="47"/>
                </a:cubicBezTo>
                <a:cubicBezTo>
                  <a:pt x="23" y="55"/>
                  <a:pt x="21" y="64"/>
                  <a:pt x="21" y="73"/>
                </a:cubicBezTo>
                <a:cubicBezTo>
                  <a:pt x="21" y="82"/>
                  <a:pt x="23" y="91"/>
                  <a:pt x="28" y="99"/>
                </a:cubicBezTo>
                <a:cubicBezTo>
                  <a:pt x="32" y="107"/>
                  <a:pt x="39" y="113"/>
                  <a:pt x="47" y="117"/>
                </a:cubicBezTo>
                <a:cubicBezTo>
                  <a:pt x="54" y="122"/>
                  <a:pt x="63" y="124"/>
                  <a:pt x="72" y="124"/>
                </a:cubicBezTo>
                <a:cubicBezTo>
                  <a:pt x="82" y="124"/>
                  <a:pt x="90" y="122"/>
                  <a:pt x="98" y="117"/>
                </a:cubicBezTo>
                <a:cubicBezTo>
                  <a:pt x="106" y="113"/>
                  <a:pt x="112" y="107"/>
                  <a:pt x="117" y="99"/>
                </a:cubicBezTo>
                <a:close/>
                <a:moveTo>
                  <a:pt x="103" y="90"/>
                </a:moveTo>
                <a:cubicBezTo>
                  <a:pt x="90" y="104"/>
                  <a:pt x="90" y="104"/>
                  <a:pt x="90" y="104"/>
                </a:cubicBezTo>
                <a:cubicBezTo>
                  <a:pt x="89" y="105"/>
                  <a:pt x="88" y="105"/>
                  <a:pt x="87" y="105"/>
                </a:cubicBezTo>
                <a:cubicBezTo>
                  <a:pt x="87" y="105"/>
                  <a:pt x="86" y="105"/>
                  <a:pt x="85" y="104"/>
                </a:cubicBezTo>
                <a:cubicBezTo>
                  <a:pt x="72" y="91"/>
                  <a:pt x="72" y="91"/>
                  <a:pt x="72" y="91"/>
                </a:cubicBezTo>
                <a:cubicBezTo>
                  <a:pt x="59" y="104"/>
                  <a:pt x="59" y="104"/>
                  <a:pt x="59" y="104"/>
                </a:cubicBezTo>
                <a:cubicBezTo>
                  <a:pt x="59" y="105"/>
                  <a:pt x="58" y="105"/>
                  <a:pt x="57" y="105"/>
                </a:cubicBezTo>
                <a:cubicBezTo>
                  <a:pt x="56" y="105"/>
                  <a:pt x="56" y="105"/>
                  <a:pt x="55" y="104"/>
                </a:cubicBezTo>
                <a:cubicBezTo>
                  <a:pt x="41" y="90"/>
                  <a:pt x="41" y="90"/>
                  <a:pt x="41" y="90"/>
                </a:cubicBezTo>
                <a:cubicBezTo>
                  <a:pt x="41" y="90"/>
                  <a:pt x="40" y="89"/>
                  <a:pt x="40" y="88"/>
                </a:cubicBezTo>
                <a:cubicBezTo>
                  <a:pt x="40" y="87"/>
                  <a:pt x="41" y="87"/>
                  <a:pt x="41" y="86"/>
                </a:cubicBezTo>
                <a:cubicBezTo>
                  <a:pt x="54" y="73"/>
                  <a:pt x="54" y="73"/>
                  <a:pt x="54" y="73"/>
                </a:cubicBezTo>
                <a:cubicBezTo>
                  <a:pt x="41" y="60"/>
                  <a:pt x="41" y="60"/>
                  <a:pt x="41" y="60"/>
                </a:cubicBezTo>
                <a:cubicBezTo>
                  <a:pt x="41" y="59"/>
                  <a:pt x="40" y="59"/>
                  <a:pt x="40" y="58"/>
                </a:cubicBezTo>
                <a:cubicBezTo>
                  <a:pt x="40" y="57"/>
                  <a:pt x="41" y="56"/>
                  <a:pt x="41" y="56"/>
                </a:cubicBezTo>
                <a:cubicBezTo>
                  <a:pt x="55" y="42"/>
                  <a:pt x="55" y="42"/>
                  <a:pt x="55" y="42"/>
                </a:cubicBezTo>
                <a:cubicBezTo>
                  <a:pt x="56" y="41"/>
                  <a:pt x="56" y="41"/>
                  <a:pt x="57" y="41"/>
                </a:cubicBezTo>
                <a:cubicBezTo>
                  <a:pt x="58" y="41"/>
                  <a:pt x="59" y="41"/>
                  <a:pt x="59" y="42"/>
                </a:cubicBezTo>
                <a:cubicBezTo>
                  <a:pt x="72" y="55"/>
                  <a:pt x="72" y="55"/>
                  <a:pt x="72" y="55"/>
                </a:cubicBezTo>
                <a:cubicBezTo>
                  <a:pt x="85" y="42"/>
                  <a:pt x="85" y="42"/>
                  <a:pt x="85" y="42"/>
                </a:cubicBezTo>
                <a:cubicBezTo>
                  <a:pt x="86" y="41"/>
                  <a:pt x="87" y="41"/>
                  <a:pt x="87" y="41"/>
                </a:cubicBezTo>
                <a:cubicBezTo>
                  <a:pt x="88" y="41"/>
                  <a:pt x="89" y="41"/>
                  <a:pt x="90" y="42"/>
                </a:cubicBezTo>
                <a:cubicBezTo>
                  <a:pt x="103" y="56"/>
                  <a:pt x="103" y="56"/>
                  <a:pt x="103" y="56"/>
                </a:cubicBezTo>
                <a:cubicBezTo>
                  <a:pt x="104" y="56"/>
                  <a:pt x="104" y="57"/>
                  <a:pt x="104" y="58"/>
                </a:cubicBezTo>
                <a:cubicBezTo>
                  <a:pt x="104" y="59"/>
                  <a:pt x="104" y="59"/>
                  <a:pt x="103" y="60"/>
                </a:cubicBezTo>
                <a:cubicBezTo>
                  <a:pt x="91" y="73"/>
                  <a:pt x="91" y="73"/>
                  <a:pt x="91" y="73"/>
                </a:cubicBezTo>
                <a:cubicBezTo>
                  <a:pt x="103" y="86"/>
                  <a:pt x="103" y="86"/>
                  <a:pt x="103" y="86"/>
                </a:cubicBezTo>
                <a:cubicBezTo>
                  <a:pt x="104" y="87"/>
                  <a:pt x="104" y="87"/>
                  <a:pt x="104" y="88"/>
                </a:cubicBezTo>
                <a:cubicBezTo>
                  <a:pt x="104" y="89"/>
                  <a:pt x="104" y="90"/>
                  <a:pt x="103" y="9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91" name="Freeform 93"/>
          <p:cNvSpPr>
            <a:spLocks noEditPoints="1"/>
          </p:cNvSpPr>
          <p:nvPr/>
        </p:nvSpPr>
        <p:spPr bwMode="auto">
          <a:xfrm>
            <a:off x="3866829" y="2252283"/>
            <a:ext cx="209627" cy="209627"/>
          </a:xfrm>
          <a:custGeom>
            <a:avLst/>
            <a:gdLst>
              <a:gd name="T0" fmla="*/ 135 w 145"/>
              <a:gd name="T1" fmla="*/ 37 h 146"/>
              <a:gd name="T2" fmla="*/ 145 w 145"/>
              <a:gd name="T3" fmla="*/ 73 h 146"/>
              <a:gd name="T4" fmla="*/ 135 w 145"/>
              <a:gd name="T5" fmla="*/ 109 h 146"/>
              <a:gd name="T6" fmla="*/ 109 w 145"/>
              <a:gd name="T7" fmla="*/ 136 h 146"/>
              <a:gd name="T8" fmla="*/ 72 w 145"/>
              <a:gd name="T9" fmla="*/ 146 h 146"/>
              <a:gd name="T10" fmla="*/ 36 w 145"/>
              <a:gd name="T11" fmla="*/ 136 h 146"/>
              <a:gd name="T12" fmla="*/ 9 w 145"/>
              <a:gd name="T13" fmla="*/ 109 h 146"/>
              <a:gd name="T14" fmla="*/ 0 w 145"/>
              <a:gd name="T15" fmla="*/ 73 h 146"/>
              <a:gd name="T16" fmla="*/ 9 w 145"/>
              <a:gd name="T17" fmla="*/ 37 h 146"/>
              <a:gd name="T18" fmla="*/ 36 w 145"/>
              <a:gd name="T19" fmla="*/ 10 h 146"/>
              <a:gd name="T20" fmla="*/ 72 w 145"/>
              <a:gd name="T21" fmla="*/ 0 h 146"/>
              <a:gd name="T22" fmla="*/ 109 w 145"/>
              <a:gd name="T23" fmla="*/ 10 h 146"/>
              <a:gd name="T24" fmla="*/ 135 w 145"/>
              <a:gd name="T25" fmla="*/ 37 h 146"/>
              <a:gd name="T26" fmla="*/ 117 w 145"/>
              <a:gd name="T27" fmla="*/ 99 h 146"/>
              <a:gd name="T28" fmla="*/ 124 w 145"/>
              <a:gd name="T29" fmla="*/ 73 h 146"/>
              <a:gd name="T30" fmla="*/ 117 w 145"/>
              <a:gd name="T31" fmla="*/ 47 h 146"/>
              <a:gd name="T32" fmla="*/ 98 w 145"/>
              <a:gd name="T33" fmla="*/ 28 h 146"/>
              <a:gd name="T34" fmla="*/ 72 w 145"/>
              <a:gd name="T35" fmla="*/ 22 h 146"/>
              <a:gd name="T36" fmla="*/ 46 w 145"/>
              <a:gd name="T37" fmla="*/ 28 h 146"/>
              <a:gd name="T38" fmla="*/ 28 w 145"/>
              <a:gd name="T39" fmla="*/ 47 h 146"/>
              <a:gd name="T40" fmla="*/ 21 w 145"/>
              <a:gd name="T41" fmla="*/ 73 h 146"/>
              <a:gd name="T42" fmla="*/ 28 w 145"/>
              <a:gd name="T43" fmla="*/ 99 h 146"/>
              <a:gd name="T44" fmla="*/ 46 w 145"/>
              <a:gd name="T45" fmla="*/ 117 h 146"/>
              <a:gd name="T46" fmla="*/ 72 w 145"/>
              <a:gd name="T47" fmla="*/ 124 h 146"/>
              <a:gd name="T48" fmla="*/ 98 w 145"/>
              <a:gd name="T49" fmla="*/ 117 h 146"/>
              <a:gd name="T50" fmla="*/ 117 w 145"/>
              <a:gd name="T51" fmla="*/ 99 h 146"/>
              <a:gd name="T52" fmla="*/ 110 w 145"/>
              <a:gd name="T53" fmla="*/ 65 h 146"/>
              <a:gd name="T54" fmla="*/ 70 w 145"/>
              <a:gd name="T55" fmla="*/ 105 h 146"/>
              <a:gd name="T56" fmla="*/ 66 w 145"/>
              <a:gd name="T57" fmla="*/ 107 h 146"/>
              <a:gd name="T58" fmla="*/ 62 w 145"/>
              <a:gd name="T59" fmla="*/ 105 h 146"/>
              <a:gd name="T60" fmla="*/ 34 w 145"/>
              <a:gd name="T61" fmla="*/ 77 h 146"/>
              <a:gd name="T62" fmla="*/ 32 w 145"/>
              <a:gd name="T63" fmla="*/ 73 h 146"/>
              <a:gd name="T64" fmla="*/ 34 w 145"/>
              <a:gd name="T65" fmla="*/ 69 h 146"/>
              <a:gd name="T66" fmla="*/ 44 w 145"/>
              <a:gd name="T67" fmla="*/ 59 h 146"/>
              <a:gd name="T68" fmla="*/ 48 w 145"/>
              <a:gd name="T69" fmla="*/ 57 h 146"/>
              <a:gd name="T70" fmla="*/ 52 w 145"/>
              <a:gd name="T71" fmla="*/ 59 h 146"/>
              <a:gd name="T72" fmla="*/ 66 w 145"/>
              <a:gd name="T73" fmla="*/ 73 h 146"/>
              <a:gd name="T74" fmla="*/ 92 w 145"/>
              <a:gd name="T75" fmla="*/ 47 h 146"/>
              <a:gd name="T76" fmla="*/ 96 w 145"/>
              <a:gd name="T77" fmla="*/ 45 h 146"/>
              <a:gd name="T78" fmla="*/ 101 w 145"/>
              <a:gd name="T79" fmla="*/ 47 h 146"/>
              <a:gd name="T80" fmla="*/ 110 w 145"/>
              <a:gd name="T81" fmla="*/ 57 h 146"/>
              <a:gd name="T82" fmla="*/ 112 w 145"/>
              <a:gd name="T83" fmla="*/ 61 h 146"/>
              <a:gd name="T84" fmla="*/ 110 w 145"/>
              <a:gd name="T85" fmla="*/ 65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45" h="146">
                <a:moveTo>
                  <a:pt x="135" y="37"/>
                </a:moveTo>
                <a:cubicBezTo>
                  <a:pt x="141" y="48"/>
                  <a:pt x="145" y="60"/>
                  <a:pt x="145" y="73"/>
                </a:cubicBezTo>
                <a:cubicBezTo>
                  <a:pt x="145" y="86"/>
                  <a:pt x="141" y="98"/>
                  <a:pt x="135" y="109"/>
                </a:cubicBezTo>
                <a:cubicBezTo>
                  <a:pt x="129" y="121"/>
                  <a:pt x="120" y="129"/>
                  <a:pt x="109" y="136"/>
                </a:cubicBezTo>
                <a:cubicBezTo>
                  <a:pt x="97" y="142"/>
                  <a:pt x="85" y="146"/>
                  <a:pt x="72" y="146"/>
                </a:cubicBezTo>
                <a:cubicBezTo>
                  <a:pt x="59" y="146"/>
                  <a:pt x="47" y="142"/>
                  <a:pt x="36" y="136"/>
                </a:cubicBezTo>
                <a:cubicBezTo>
                  <a:pt x="25" y="129"/>
                  <a:pt x="16" y="121"/>
                  <a:pt x="9" y="109"/>
                </a:cubicBezTo>
                <a:cubicBezTo>
                  <a:pt x="3" y="98"/>
                  <a:pt x="0" y="86"/>
                  <a:pt x="0" y="73"/>
                </a:cubicBezTo>
                <a:cubicBezTo>
                  <a:pt x="0" y="60"/>
                  <a:pt x="3" y="48"/>
                  <a:pt x="9" y="37"/>
                </a:cubicBezTo>
                <a:cubicBezTo>
                  <a:pt x="16" y="25"/>
                  <a:pt x="25" y="17"/>
                  <a:pt x="36" y="10"/>
                </a:cubicBezTo>
                <a:cubicBezTo>
                  <a:pt x="47" y="4"/>
                  <a:pt x="59" y="0"/>
                  <a:pt x="72" y="0"/>
                </a:cubicBezTo>
                <a:cubicBezTo>
                  <a:pt x="85" y="0"/>
                  <a:pt x="97" y="4"/>
                  <a:pt x="109" y="10"/>
                </a:cubicBezTo>
                <a:cubicBezTo>
                  <a:pt x="120" y="17"/>
                  <a:pt x="129" y="25"/>
                  <a:pt x="135" y="37"/>
                </a:cubicBezTo>
                <a:close/>
                <a:moveTo>
                  <a:pt x="117" y="99"/>
                </a:moveTo>
                <a:cubicBezTo>
                  <a:pt x="121" y="91"/>
                  <a:pt x="124" y="82"/>
                  <a:pt x="124" y="73"/>
                </a:cubicBezTo>
                <a:cubicBezTo>
                  <a:pt x="124" y="64"/>
                  <a:pt x="121" y="55"/>
                  <a:pt x="117" y="47"/>
                </a:cubicBezTo>
                <a:cubicBezTo>
                  <a:pt x="112" y="39"/>
                  <a:pt x="106" y="33"/>
                  <a:pt x="98" y="28"/>
                </a:cubicBezTo>
                <a:cubicBezTo>
                  <a:pt x="90" y="24"/>
                  <a:pt x="81" y="22"/>
                  <a:pt x="72" y="22"/>
                </a:cubicBezTo>
                <a:cubicBezTo>
                  <a:pt x="63" y="22"/>
                  <a:pt x="54" y="24"/>
                  <a:pt x="46" y="28"/>
                </a:cubicBezTo>
                <a:cubicBezTo>
                  <a:pt x="38" y="33"/>
                  <a:pt x="32" y="39"/>
                  <a:pt x="28" y="47"/>
                </a:cubicBezTo>
                <a:cubicBezTo>
                  <a:pt x="23" y="55"/>
                  <a:pt x="21" y="64"/>
                  <a:pt x="21" y="73"/>
                </a:cubicBezTo>
                <a:cubicBezTo>
                  <a:pt x="21" y="82"/>
                  <a:pt x="23" y="91"/>
                  <a:pt x="28" y="99"/>
                </a:cubicBezTo>
                <a:cubicBezTo>
                  <a:pt x="32" y="107"/>
                  <a:pt x="38" y="113"/>
                  <a:pt x="46" y="117"/>
                </a:cubicBezTo>
                <a:cubicBezTo>
                  <a:pt x="54" y="122"/>
                  <a:pt x="63" y="124"/>
                  <a:pt x="72" y="124"/>
                </a:cubicBezTo>
                <a:cubicBezTo>
                  <a:pt x="81" y="124"/>
                  <a:pt x="90" y="122"/>
                  <a:pt x="98" y="117"/>
                </a:cubicBezTo>
                <a:cubicBezTo>
                  <a:pt x="106" y="113"/>
                  <a:pt x="112" y="107"/>
                  <a:pt x="117" y="99"/>
                </a:cubicBezTo>
                <a:close/>
                <a:moveTo>
                  <a:pt x="110" y="65"/>
                </a:moveTo>
                <a:cubicBezTo>
                  <a:pt x="70" y="105"/>
                  <a:pt x="70" y="105"/>
                  <a:pt x="70" y="105"/>
                </a:cubicBezTo>
                <a:cubicBezTo>
                  <a:pt x="69" y="106"/>
                  <a:pt x="68" y="107"/>
                  <a:pt x="66" y="107"/>
                </a:cubicBezTo>
                <a:cubicBezTo>
                  <a:pt x="64" y="107"/>
                  <a:pt x="63" y="106"/>
                  <a:pt x="62" y="105"/>
                </a:cubicBezTo>
                <a:cubicBezTo>
                  <a:pt x="34" y="77"/>
                  <a:pt x="34" y="77"/>
                  <a:pt x="34" y="77"/>
                </a:cubicBezTo>
                <a:cubicBezTo>
                  <a:pt x="33" y="76"/>
                  <a:pt x="32" y="75"/>
                  <a:pt x="32" y="73"/>
                </a:cubicBezTo>
                <a:cubicBezTo>
                  <a:pt x="32" y="71"/>
                  <a:pt x="33" y="70"/>
                  <a:pt x="34" y="69"/>
                </a:cubicBezTo>
                <a:cubicBezTo>
                  <a:pt x="44" y="59"/>
                  <a:pt x="44" y="59"/>
                  <a:pt x="44" y="59"/>
                </a:cubicBezTo>
                <a:cubicBezTo>
                  <a:pt x="45" y="58"/>
                  <a:pt x="46" y="57"/>
                  <a:pt x="48" y="57"/>
                </a:cubicBezTo>
                <a:cubicBezTo>
                  <a:pt x="50" y="57"/>
                  <a:pt x="51" y="58"/>
                  <a:pt x="52" y="59"/>
                </a:cubicBezTo>
                <a:cubicBezTo>
                  <a:pt x="66" y="73"/>
                  <a:pt x="66" y="73"/>
                  <a:pt x="66" y="73"/>
                </a:cubicBezTo>
                <a:cubicBezTo>
                  <a:pt x="92" y="47"/>
                  <a:pt x="92" y="47"/>
                  <a:pt x="92" y="47"/>
                </a:cubicBezTo>
                <a:cubicBezTo>
                  <a:pt x="93" y="46"/>
                  <a:pt x="95" y="45"/>
                  <a:pt x="96" y="45"/>
                </a:cubicBezTo>
                <a:cubicBezTo>
                  <a:pt x="98" y="45"/>
                  <a:pt x="99" y="46"/>
                  <a:pt x="101" y="47"/>
                </a:cubicBezTo>
                <a:cubicBezTo>
                  <a:pt x="110" y="57"/>
                  <a:pt x="110" y="57"/>
                  <a:pt x="110" y="57"/>
                </a:cubicBezTo>
                <a:cubicBezTo>
                  <a:pt x="111" y="58"/>
                  <a:pt x="112" y="59"/>
                  <a:pt x="112" y="61"/>
                </a:cubicBezTo>
                <a:cubicBezTo>
                  <a:pt x="112" y="62"/>
                  <a:pt x="111" y="64"/>
                  <a:pt x="110" y="65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92" name="Freeform 94"/>
          <p:cNvSpPr>
            <a:spLocks noEditPoints="1"/>
          </p:cNvSpPr>
          <p:nvPr/>
        </p:nvSpPr>
        <p:spPr bwMode="auto">
          <a:xfrm>
            <a:off x="4134805" y="2252283"/>
            <a:ext cx="209627" cy="209627"/>
          </a:xfrm>
          <a:custGeom>
            <a:avLst/>
            <a:gdLst>
              <a:gd name="T0" fmla="*/ 140 w 146"/>
              <a:gd name="T1" fmla="*/ 44 h 146"/>
              <a:gd name="T2" fmla="*/ 146 w 146"/>
              <a:gd name="T3" fmla="*/ 73 h 146"/>
              <a:gd name="T4" fmla="*/ 140 w 146"/>
              <a:gd name="T5" fmla="*/ 101 h 146"/>
              <a:gd name="T6" fmla="*/ 124 w 146"/>
              <a:gd name="T7" fmla="*/ 124 h 146"/>
              <a:gd name="T8" fmla="*/ 101 w 146"/>
              <a:gd name="T9" fmla="*/ 140 h 146"/>
              <a:gd name="T10" fmla="*/ 73 w 146"/>
              <a:gd name="T11" fmla="*/ 146 h 146"/>
              <a:gd name="T12" fmla="*/ 45 w 146"/>
              <a:gd name="T13" fmla="*/ 140 h 146"/>
              <a:gd name="T14" fmla="*/ 22 w 146"/>
              <a:gd name="T15" fmla="*/ 124 h 146"/>
              <a:gd name="T16" fmla="*/ 6 w 146"/>
              <a:gd name="T17" fmla="*/ 101 h 146"/>
              <a:gd name="T18" fmla="*/ 0 w 146"/>
              <a:gd name="T19" fmla="*/ 73 h 146"/>
              <a:gd name="T20" fmla="*/ 6 w 146"/>
              <a:gd name="T21" fmla="*/ 44 h 146"/>
              <a:gd name="T22" fmla="*/ 22 w 146"/>
              <a:gd name="T23" fmla="*/ 21 h 146"/>
              <a:gd name="T24" fmla="*/ 45 w 146"/>
              <a:gd name="T25" fmla="*/ 6 h 146"/>
              <a:gd name="T26" fmla="*/ 73 w 146"/>
              <a:gd name="T27" fmla="*/ 0 h 146"/>
              <a:gd name="T28" fmla="*/ 101 w 146"/>
              <a:gd name="T29" fmla="*/ 6 h 146"/>
              <a:gd name="T30" fmla="*/ 124 w 146"/>
              <a:gd name="T31" fmla="*/ 21 h 146"/>
              <a:gd name="T32" fmla="*/ 140 w 146"/>
              <a:gd name="T33" fmla="*/ 44 h 146"/>
              <a:gd name="T34" fmla="*/ 30 w 146"/>
              <a:gd name="T35" fmla="*/ 101 h 146"/>
              <a:gd name="T36" fmla="*/ 101 w 146"/>
              <a:gd name="T37" fmla="*/ 30 h 146"/>
              <a:gd name="T38" fmla="*/ 73 w 146"/>
              <a:gd name="T39" fmla="*/ 21 h 146"/>
              <a:gd name="T40" fmla="*/ 47 w 146"/>
              <a:gd name="T41" fmla="*/ 28 h 146"/>
              <a:gd name="T42" fmla="*/ 28 w 146"/>
              <a:gd name="T43" fmla="*/ 47 h 146"/>
              <a:gd name="T44" fmla="*/ 21 w 146"/>
              <a:gd name="T45" fmla="*/ 73 h 146"/>
              <a:gd name="T46" fmla="*/ 30 w 146"/>
              <a:gd name="T47" fmla="*/ 101 h 146"/>
              <a:gd name="T48" fmla="*/ 124 w 146"/>
              <a:gd name="T49" fmla="*/ 73 h 146"/>
              <a:gd name="T50" fmla="*/ 116 w 146"/>
              <a:gd name="T51" fmla="*/ 45 h 146"/>
              <a:gd name="T52" fmla="*/ 45 w 146"/>
              <a:gd name="T53" fmla="*/ 116 h 146"/>
              <a:gd name="T54" fmla="*/ 73 w 146"/>
              <a:gd name="T55" fmla="*/ 124 h 146"/>
              <a:gd name="T56" fmla="*/ 93 w 146"/>
              <a:gd name="T57" fmla="*/ 120 h 146"/>
              <a:gd name="T58" fmla="*/ 109 w 146"/>
              <a:gd name="T59" fmla="*/ 109 h 146"/>
              <a:gd name="T60" fmla="*/ 120 w 146"/>
              <a:gd name="T61" fmla="*/ 93 h 146"/>
              <a:gd name="T62" fmla="*/ 124 w 146"/>
              <a:gd name="T63" fmla="*/ 73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46" h="146">
                <a:moveTo>
                  <a:pt x="140" y="44"/>
                </a:moveTo>
                <a:cubicBezTo>
                  <a:pt x="144" y="53"/>
                  <a:pt x="146" y="63"/>
                  <a:pt x="146" y="73"/>
                </a:cubicBezTo>
                <a:cubicBezTo>
                  <a:pt x="146" y="83"/>
                  <a:pt x="144" y="92"/>
                  <a:pt x="140" y="101"/>
                </a:cubicBezTo>
                <a:cubicBezTo>
                  <a:pt x="136" y="110"/>
                  <a:pt x="131" y="118"/>
                  <a:pt x="124" y="124"/>
                </a:cubicBezTo>
                <a:cubicBezTo>
                  <a:pt x="118" y="131"/>
                  <a:pt x="110" y="136"/>
                  <a:pt x="101" y="140"/>
                </a:cubicBezTo>
                <a:cubicBezTo>
                  <a:pt x="92" y="144"/>
                  <a:pt x="83" y="146"/>
                  <a:pt x="73" y="146"/>
                </a:cubicBezTo>
                <a:cubicBezTo>
                  <a:pt x="63" y="146"/>
                  <a:pt x="54" y="144"/>
                  <a:pt x="45" y="140"/>
                </a:cubicBezTo>
                <a:cubicBezTo>
                  <a:pt x="36" y="136"/>
                  <a:pt x="28" y="131"/>
                  <a:pt x="22" y="124"/>
                </a:cubicBezTo>
                <a:cubicBezTo>
                  <a:pt x="15" y="118"/>
                  <a:pt x="10" y="110"/>
                  <a:pt x="6" y="101"/>
                </a:cubicBezTo>
                <a:cubicBezTo>
                  <a:pt x="2" y="92"/>
                  <a:pt x="0" y="83"/>
                  <a:pt x="0" y="73"/>
                </a:cubicBezTo>
                <a:cubicBezTo>
                  <a:pt x="0" y="63"/>
                  <a:pt x="2" y="53"/>
                  <a:pt x="6" y="44"/>
                </a:cubicBezTo>
                <a:cubicBezTo>
                  <a:pt x="10" y="35"/>
                  <a:pt x="15" y="28"/>
                  <a:pt x="22" y="21"/>
                </a:cubicBezTo>
                <a:cubicBezTo>
                  <a:pt x="28" y="15"/>
                  <a:pt x="36" y="9"/>
                  <a:pt x="45" y="6"/>
                </a:cubicBezTo>
                <a:cubicBezTo>
                  <a:pt x="54" y="2"/>
                  <a:pt x="63" y="0"/>
                  <a:pt x="73" y="0"/>
                </a:cubicBezTo>
                <a:cubicBezTo>
                  <a:pt x="83" y="0"/>
                  <a:pt x="92" y="2"/>
                  <a:pt x="101" y="6"/>
                </a:cubicBezTo>
                <a:cubicBezTo>
                  <a:pt x="110" y="9"/>
                  <a:pt x="118" y="15"/>
                  <a:pt x="124" y="21"/>
                </a:cubicBezTo>
                <a:cubicBezTo>
                  <a:pt x="131" y="28"/>
                  <a:pt x="136" y="35"/>
                  <a:pt x="140" y="44"/>
                </a:cubicBezTo>
                <a:close/>
                <a:moveTo>
                  <a:pt x="30" y="101"/>
                </a:moveTo>
                <a:cubicBezTo>
                  <a:pt x="101" y="30"/>
                  <a:pt x="101" y="30"/>
                  <a:pt x="101" y="30"/>
                </a:cubicBezTo>
                <a:cubicBezTo>
                  <a:pt x="93" y="24"/>
                  <a:pt x="83" y="21"/>
                  <a:pt x="73" y="21"/>
                </a:cubicBezTo>
                <a:cubicBezTo>
                  <a:pt x="64" y="21"/>
                  <a:pt x="55" y="23"/>
                  <a:pt x="47" y="28"/>
                </a:cubicBezTo>
                <a:cubicBezTo>
                  <a:pt x="39" y="33"/>
                  <a:pt x="33" y="39"/>
                  <a:pt x="28" y="47"/>
                </a:cubicBezTo>
                <a:cubicBezTo>
                  <a:pt x="24" y="55"/>
                  <a:pt x="21" y="63"/>
                  <a:pt x="21" y="73"/>
                </a:cubicBezTo>
                <a:cubicBezTo>
                  <a:pt x="21" y="83"/>
                  <a:pt x="24" y="92"/>
                  <a:pt x="30" y="101"/>
                </a:cubicBezTo>
                <a:close/>
                <a:moveTo>
                  <a:pt x="124" y="73"/>
                </a:moveTo>
                <a:cubicBezTo>
                  <a:pt x="124" y="63"/>
                  <a:pt x="122" y="53"/>
                  <a:pt x="116" y="45"/>
                </a:cubicBezTo>
                <a:cubicBezTo>
                  <a:pt x="45" y="116"/>
                  <a:pt x="45" y="116"/>
                  <a:pt x="45" y="116"/>
                </a:cubicBezTo>
                <a:cubicBezTo>
                  <a:pt x="53" y="122"/>
                  <a:pt x="63" y="124"/>
                  <a:pt x="73" y="124"/>
                </a:cubicBezTo>
                <a:cubicBezTo>
                  <a:pt x="80" y="124"/>
                  <a:pt x="87" y="123"/>
                  <a:pt x="93" y="120"/>
                </a:cubicBezTo>
                <a:cubicBezTo>
                  <a:pt x="99" y="118"/>
                  <a:pt x="105" y="114"/>
                  <a:pt x="109" y="109"/>
                </a:cubicBezTo>
                <a:cubicBezTo>
                  <a:pt x="114" y="105"/>
                  <a:pt x="118" y="99"/>
                  <a:pt x="120" y="93"/>
                </a:cubicBezTo>
                <a:cubicBezTo>
                  <a:pt x="123" y="86"/>
                  <a:pt x="124" y="80"/>
                  <a:pt x="124" y="7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93" name="Freeform 95"/>
          <p:cNvSpPr>
            <a:spLocks/>
          </p:cNvSpPr>
          <p:nvPr/>
        </p:nvSpPr>
        <p:spPr bwMode="auto">
          <a:xfrm>
            <a:off x="4411426" y="2258766"/>
            <a:ext cx="198820" cy="213948"/>
          </a:xfrm>
          <a:custGeom>
            <a:avLst/>
            <a:gdLst>
              <a:gd name="T0" fmla="*/ 139 w 139"/>
              <a:gd name="T1" fmla="*/ 68 h 148"/>
              <a:gd name="T2" fmla="*/ 139 w 139"/>
              <a:gd name="T3" fmla="*/ 80 h 148"/>
              <a:gd name="T4" fmla="*/ 136 w 139"/>
              <a:gd name="T5" fmla="*/ 89 h 148"/>
              <a:gd name="T6" fmla="*/ 128 w 139"/>
              <a:gd name="T7" fmla="*/ 92 h 148"/>
              <a:gd name="T8" fmla="*/ 62 w 139"/>
              <a:gd name="T9" fmla="*/ 92 h 148"/>
              <a:gd name="T10" fmla="*/ 89 w 139"/>
              <a:gd name="T11" fmla="*/ 120 h 148"/>
              <a:gd name="T12" fmla="*/ 93 w 139"/>
              <a:gd name="T13" fmla="*/ 128 h 148"/>
              <a:gd name="T14" fmla="*/ 89 w 139"/>
              <a:gd name="T15" fmla="*/ 137 h 148"/>
              <a:gd name="T16" fmla="*/ 82 w 139"/>
              <a:gd name="T17" fmla="*/ 144 h 148"/>
              <a:gd name="T18" fmla="*/ 74 w 139"/>
              <a:gd name="T19" fmla="*/ 148 h 148"/>
              <a:gd name="T20" fmla="*/ 65 w 139"/>
              <a:gd name="T21" fmla="*/ 144 h 148"/>
              <a:gd name="T22" fmla="*/ 4 w 139"/>
              <a:gd name="T23" fmla="*/ 83 h 148"/>
              <a:gd name="T24" fmla="*/ 0 w 139"/>
              <a:gd name="T25" fmla="*/ 74 h 148"/>
              <a:gd name="T26" fmla="*/ 4 w 139"/>
              <a:gd name="T27" fmla="*/ 65 h 148"/>
              <a:gd name="T28" fmla="*/ 65 w 139"/>
              <a:gd name="T29" fmla="*/ 4 h 148"/>
              <a:gd name="T30" fmla="*/ 74 w 139"/>
              <a:gd name="T31" fmla="*/ 0 h 148"/>
              <a:gd name="T32" fmla="*/ 82 w 139"/>
              <a:gd name="T33" fmla="*/ 4 h 148"/>
              <a:gd name="T34" fmla="*/ 89 w 139"/>
              <a:gd name="T35" fmla="*/ 11 h 148"/>
              <a:gd name="T36" fmla="*/ 93 w 139"/>
              <a:gd name="T37" fmla="*/ 20 h 148"/>
              <a:gd name="T38" fmla="*/ 89 w 139"/>
              <a:gd name="T39" fmla="*/ 28 h 148"/>
              <a:gd name="T40" fmla="*/ 62 w 139"/>
              <a:gd name="T41" fmla="*/ 56 h 148"/>
              <a:gd name="T42" fmla="*/ 128 w 139"/>
              <a:gd name="T43" fmla="*/ 56 h 148"/>
              <a:gd name="T44" fmla="*/ 136 w 139"/>
              <a:gd name="T45" fmla="*/ 59 h 148"/>
              <a:gd name="T46" fmla="*/ 139 w 139"/>
              <a:gd name="T47" fmla="*/ 68 h 1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139" h="148">
                <a:moveTo>
                  <a:pt x="139" y="68"/>
                </a:moveTo>
                <a:cubicBezTo>
                  <a:pt x="139" y="80"/>
                  <a:pt x="139" y="80"/>
                  <a:pt x="139" y="80"/>
                </a:cubicBezTo>
                <a:cubicBezTo>
                  <a:pt x="139" y="83"/>
                  <a:pt x="138" y="86"/>
                  <a:pt x="136" y="89"/>
                </a:cubicBezTo>
                <a:cubicBezTo>
                  <a:pt x="134" y="91"/>
                  <a:pt x="131" y="92"/>
                  <a:pt x="128" y="92"/>
                </a:cubicBezTo>
                <a:cubicBezTo>
                  <a:pt x="62" y="92"/>
                  <a:pt x="62" y="92"/>
                  <a:pt x="62" y="92"/>
                </a:cubicBezTo>
                <a:cubicBezTo>
                  <a:pt x="89" y="120"/>
                  <a:pt x="89" y="120"/>
                  <a:pt x="89" y="120"/>
                </a:cubicBezTo>
                <a:cubicBezTo>
                  <a:pt x="92" y="122"/>
                  <a:pt x="93" y="125"/>
                  <a:pt x="93" y="128"/>
                </a:cubicBezTo>
                <a:cubicBezTo>
                  <a:pt x="93" y="132"/>
                  <a:pt x="92" y="135"/>
                  <a:pt x="89" y="137"/>
                </a:cubicBezTo>
                <a:cubicBezTo>
                  <a:pt x="82" y="144"/>
                  <a:pt x="82" y="144"/>
                  <a:pt x="82" y="144"/>
                </a:cubicBezTo>
                <a:cubicBezTo>
                  <a:pt x="80" y="146"/>
                  <a:pt x="77" y="148"/>
                  <a:pt x="74" y="148"/>
                </a:cubicBezTo>
                <a:cubicBezTo>
                  <a:pt x="70" y="148"/>
                  <a:pt x="68" y="146"/>
                  <a:pt x="65" y="144"/>
                </a:cubicBezTo>
                <a:cubicBezTo>
                  <a:pt x="4" y="83"/>
                  <a:pt x="4" y="83"/>
                  <a:pt x="4" y="83"/>
                </a:cubicBezTo>
                <a:cubicBezTo>
                  <a:pt x="1" y="80"/>
                  <a:pt x="0" y="77"/>
                  <a:pt x="0" y="74"/>
                </a:cubicBezTo>
                <a:cubicBezTo>
                  <a:pt x="0" y="71"/>
                  <a:pt x="1" y="68"/>
                  <a:pt x="4" y="65"/>
                </a:cubicBezTo>
                <a:cubicBezTo>
                  <a:pt x="65" y="4"/>
                  <a:pt x="65" y="4"/>
                  <a:pt x="65" y="4"/>
                </a:cubicBezTo>
                <a:cubicBezTo>
                  <a:pt x="68" y="2"/>
                  <a:pt x="70" y="0"/>
                  <a:pt x="74" y="0"/>
                </a:cubicBezTo>
                <a:cubicBezTo>
                  <a:pt x="77" y="0"/>
                  <a:pt x="80" y="2"/>
                  <a:pt x="82" y="4"/>
                </a:cubicBezTo>
                <a:cubicBezTo>
                  <a:pt x="89" y="11"/>
                  <a:pt x="89" y="11"/>
                  <a:pt x="89" y="11"/>
                </a:cubicBezTo>
                <a:cubicBezTo>
                  <a:pt x="92" y="13"/>
                  <a:pt x="93" y="16"/>
                  <a:pt x="93" y="20"/>
                </a:cubicBezTo>
                <a:cubicBezTo>
                  <a:pt x="93" y="23"/>
                  <a:pt x="92" y="26"/>
                  <a:pt x="89" y="28"/>
                </a:cubicBezTo>
                <a:cubicBezTo>
                  <a:pt x="62" y="56"/>
                  <a:pt x="62" y="56"/>
                  <a:pt x="62" y="56"/>
                </a:cubicBezTo>
                <a:cubicBezTo>
                  <a:pt x="128" y="56"/>
                  <a:pt x="128" y="56"/>
                  <a:pt x="128" y="56"/>
                </a:cubicBezTo>
                <a:cubicBezTo>
                  <a:pt x="131" y="56"/>
                  <a:pt x="134" y="57"/>
                  <a:pt x="136" y="59"/>
                </a:cubicBezTo>
                <a:cubicBezTo>
                  <a:pt x="138" y="62"/>
                  <a:pt x="139" y="65"/>
                  <a:pt x="139" y="68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94" name="Freeform 96"/>
          <p:cNvSpPr>
            <a:spLocks/>
          </p:cNvSpPr>
          <p:nvPr/>
        </p:nvSpPr>
        <p:spPr bwMode="auto">
          <a:xfrm>
            <a:off x="4670758" y="2258766"/>
            <a:ext cx="198820" cy="213948"/>
          </a:xfrm>
          <a:custGeom>
            <a:avLst/>
            <a:gdLst>
              <a:gd name="T0" fmla="*/ 139 w 139"/>
              <a:gd name="T1" fmla="*/ 74 h 148"/>
              <a:gd name="T2" fmla="*/ 135 w 139"/>
              <a:gd name="T3" fmla="*/ 83 h 148"/>
              <a:gd name="T4" fmla="*/ 74 w 139"/>
              <a:gd name="T5" fmla="*/ 144 h 148"/>
              <a:gd name="T6" fmla="*/ 65 w 139"/>
              <a:gd name="T7" fmla="*/ 148 h 148"/>
              <a:gd name="T8" fmla="*/ 57 w 139"/>
              <a:gd name="T9" fmla="*/ 144 h 148"/>
              <a:gd name="T10" fmla="*/ 50 w 139"/>
              <a:gd name="T11" fmla="*/ 137 h 148"/>
              <a:gd name="T12" fmla="*/ 46 w 139"/>
              <a:gd name="T13" fmla="*/ 128 h 148"/>
              <a:gd name="T14" fmla="*/ 50 w 139"/>
              <a:gd name="T15" fmla="*/ 120 h 148"/>
              <a:gd name="T16" fmla="*/ 77 w 139"/>
              <a:gd name="T17" fmla="*/ 92 h 148"/>
              <a:gd name="T18" fmla="*/ 11 w 139"/>
              <a:gd name="T19" fmla="*/ 92 h 148"/>
              <a:gd name="T20" fmla="*/ 3 w 139"/>
              <a:gd name="T21" fmla="*/ 89 h 148"/>
              <a:gd name="T22" fmla="*/ 0 w 139"/>
              <a:gd name="T23" fmla="*/ 80 h 148"/>
              <a:gd name="T24" fmla="*/ 0 w 139"/>
              <a:gd name="T25" fmla="*/ 68 h 148"/>
              <a:gd name="T26" fmla="*/ 3 w 139"/>
              <a:gd name="T27" fmla="*/ 59 h 148"/>
              <a:gd name="T28" fmla="*/ 11 w 139"/>
              <a:gd name="T29" fmla="*/ 56 h 148"/>
              <a:gd name="T30" fmla="*/ 77 w 139"/>
              <a:gd name="T31" fmla="*/ 56 h 148"/>
              <a:gd name="T32" fmla="*/ 50 w 139"/>
              <a:gd name="T33" fmla="*/ 28 h 148"/>
              <a:gd name="T34" fmla="*/ 46 w 139"/>
              <a:gd name="T35" fmla="*/ 20 h 148"/>
              <a:gd name="T36" fmla="*/ 50 w 139"/>
              <a:gd name="T37" fmla="*/ 11 h 148"/>
              <a:gd name="T38" fmla="*/ 57 w 139"/>
              <a:gd name="T39" fmla="*/ 4 h 148"/>
              <a:gd name="T40" fmla="*/ 65 w 139"/>
              <a:gd name="T41" fmla="*/ 0 h 148"/>
              <a:gd name="T42" fmla="*/ 74 w 139"/>
              <a:gd name="T43" fmla="*/ 4 h 148"/>
              <a:gd name="T44" fmla="*/ 135 w 139"/>
              <a:gd name="T45" fmla="*/ 65 h 148"/>
              <a:gd name="T46" fmla="*/ 139 w 139"/>
              <a:gd name="T47" fmla="*/ 74 h 1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139" h="148">
                <a:moveTo>
                  <a:pt x="139" y="74"/>
                </a:moveTo>
                <a:cubicBezTo>
                  <a:pt x="139" y="77"/>
                  <a:pt x="138" y="80"/>
                  <a:pt x="135" y="83"/>
                </a:cubicBezTo>
                <a:cubicBezTo>
                  <a:pt x="74" y="144"/>
                  <a:pt x="74" y="144"/>
                  <a:pt x="74" y="144"/>
                </a:cubicBezTo>
                <a:cubicBezTo>
                  <a:pt x="71" y="146"/>
                  <a:pt x="69" y="148"/>
                  <a:pt x="65" y="148"/>
                </a:cubicBezTo>
                <a:cubicBezTo>
                  <a:pt x="62" y="148"/>
                  <a:pt x="59" y="146"/>
                  <a:pt x="57" y="144"/>
                </a:cubicBezTo>
                <a:cubicBezTo>
                  <a:pt x="50" y="137"/>
                  <a:pt x="50" y="137"/>
                  <a:pt x="50" y="137"/>
                </a:cubicBezTo>
                <a:cubicBezTo>
                  <a:pt x="47" y="135"/>
                  <a:pt x="46" y="132"/>
                  <a:pt x="46" y="128"/>
                </a:cubicBezTo>
                <a:cubicBezTo>
                  <a:pt x="46" y="125"/>
                  <a:pt x="47" y="122"/>
                  <a:pt x="50" y="120"/>
                </a:cubicBezTo>
                <a:cubicBezTo>
                  <a:pt x="77" y="92"/>
                  <a:pt x="77" y="92"/>
                  <a:pt x="77" y="92"/>
                </a:cubicBezTo>
                <a:cubicBezTo>
                  <a:pt x="11" y="92"/>
                  <a:pt x="11" y="92"/>
                  <a:pt x="11" y="92"/>
                </a:cubicBezTo>
                <a:cubicBezTo>
                  <a:pt x="8" y="92"/>
                  <a:pt x="5" y="91"/>
                  <a:pt x="3" y="89"/>
                </a:cubicBezTo>
                <a:cubicBezTo>
                  <a:pt x="1" y="86"/>
                  <a:pt x="0" y="83"/>
                  <a:pt x="0" y="80"/>
                </a:cubicBezTo>
                <a:cubicBezTo>
                  <a:pt x="0" y="68"/>
                  <a:pt x="0" y="68"/>
                  <a:pt x="0" y="68"/>
                </a:cubicBezTo>
                <a:cubicBezTo>
                  <a:pt x="0" y="65"/>
                  <a:pt x="1" y="62"/>
                  <a:pt x="3" y="59"/>
                </a:cubicBezTo>
                <a:cubicBezTo>
                  <a:pt x="5" y="57"/>
                  <a:pt x="8" y="56"/>
                  <a:pt x="11" y="56"/>
                </a:cubicBezTo>
                <a:cubicBezTo>
                  <a:pt x="77" y="56"/>
                  <a:pt x="77" y="56"/>
                  <a:pt x="77" y="56"/>
                </a:cubicBezTo>
                <a:cubicBezTo>
                  <a:pt x="50" y="28"/>
                  <a:pt x="50" y="28"/>
                  <a:pt x="50" y="28"/>
                </a:cubicBezTo>
                <a:cubicBezTo>
                  <a:pt x="47" y="26"/>
                  <a:pt x="46" y="23"/>
                  <a:pt x="46" y="20"/>
                </a:cubicBezTo>
                <a:cubicBezTo>
                  <a:pt x="46" y="16"/>
                  <a:pt x="47" y="13"/>
                  <a:pt x="50" y="11"/>
                </a:cubicBezTo>
                <a:cubicBezTo>
                  <a:pt x="57" y="4"/>
                  <a:pt x="57" y="4"/>
                  <a:pt x="57" y="4"/>
                </a:cubicBezTo>
                <a:cubicBezTo>
                  <a:pt x="59" y="2"/>
                  <a:pt x="62" y="0"/>
                  <a:pt x="65" y="0"/>
                </a:cubicBezTo>
                <a:cubicBezTo>
                  <a:pt x="69" y="0"/>
                  <a:pt x="72" y="2"/>
                  <a:pt x="74" y="4"/>
                </a:cubicBezTo>
                <a:cubicBezTo>
                  <a:pt x="135" y="65"/>
                  <a:pt x="135" y="65"/>
                  <a:pt x="135" y="65"/>
                </a:cubicBezTo>
                <a:cubicBezTo>
                  <a:pt x="138" y="68"/>
                  <a:pt x="139" y="71"/>
                  <a:pt x="139" y="7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95" name="Freeform 97"/>
          <p:cNvSpPr>
            <a:spLocks/>
          </p:cNvSpPr>
          <p:nvPr/>
        </p:nvSpPr>
        <p:spPr bwMode="auto">
          <a:xfrm>
            <a:off x="4945217" y="2260927"/>
            <a:ext cx="211788" cy="200981"/>
          </a:xfrm>
          <a:custGeom>
            <a:avLst/>
            <a:gdLst>
              <a:gd name="T0" fmla="*/ 147 w 147"/>
              <a:gd name="T1" fmla="*/ 74 h 140"/>
              <a:gd name="T2" fmla="*/ 143 w 147"/>
              <a:gd name="T3" fmla="*/ 83 h 140"/>
              <a:gd name="T4" fmla="*/ 136 w 147"/>
              <a:gd name="T5" fmla="*/ 90 h 140"/>
              <a:gd name="T6" fmla="*/ 128 w 147"/>
              <a:gd name="T7" fmla="*/ 93 h 140"/>
              <a:gd name="T8" fmla="*/ 119 w 147"/>
              <a:gd name="T9" fmla="*/ 90 h 140"/>
              <a:gd name="T10" fmla="*/ 91 w 147"/>
              <a:gd name="T11" fmla="*/ 62 h 140"/>
              <a:gd name="T12" fmla="*/ 91 w 147"/>
              <a:gd name="T13" fmla="*/ 129 h 140"/>
              <a:gd name="T14" fmla="*/ 88 w 147"/>
              <a:gd name="T15" fmla="*/ 136 h 140"/>
              <a:gd name="T16" fmla="*/ 79 w 147"/>
              <a:gd name="T17" fmla="*/ 140 h 140"/>
              <a:gd name="T18" fmla="*/ 67 w 147"/>
              <a:gd name="T19" fmla="*/ 140 h 140"/>
              <a:gd name="T20" fmla="*/ 59 w 147"/>
              <a:gd name="T21" fmla="*/ 136 h 140"/>
              <a:gd name="T22" fmla="*/ 55 w 147"/>
              <a:gd name="T23" fmla="*/ 129 h 140"/>
              <a:gd name="T24" fmla="*/ 55 w 147"/>
              <a:gd name="T25" fmla="*/ 62 h 140"/>
              <a:gd name="T26" fmla="*/ 27 w 147"/>
              <a:gd name="T27" fmla="*/ 90 h 140"/>
              <a:gd name="T28" fmla="*/ 19 w 147"/>
              <a:gd name="T29" fmla="*/ 93 h 140"/>
              <a:gd name="T30" fmla="*/ 10 w 147"/>
              <a:gd name="T31" fmla="*/ 90 h 140"/>
              <a:gd name="T32" fmla="*/ 3 w 147"/>
              <a:gd name="T33" fmla="*/ 83 h 140"/>
              <a:gd name="T34" fmla="*/ 0 w 147"/>
              <a:gd name="T35" fmla="*/ 74 h 140"/>
              <a:gd name="T36" fmla="*/ 3 w 147"/>
              <a:gd name="T37" fmla="*/ 65 h 140"/>
              <a:gd name="T38" fmla="*/ 65 w 147"/>
              <a:gd name="T39" fmla="*/ 4 h 140"/>
              <a:gd name="T40" fmla="*/ 73 w 147"/>
              <a:gd name="T41" fmla="*/ 0 h 140"/>
              <a:gd name="T42" fmla="*/ 82 w 147"/>
              <a:gd name="T43" fmla="*/ 4 h 140"/>
              <a:gd name="T44" fmla="*/ 143 w 147"/>
              <a:gd name="T45" fmla="*/ 65 h 140"/>
              <a:gd name="T46" fmla="*/ 147 w 147"/>
              <a:gd name="T47" fmla="*/ 74 h 1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147" h="140">
                <a:moveTo>
                  <a:pt x="147" y="74"/>
                </a:moveTo>
                <a:cubicBezTo>
                  <a:pt x="147" y="77"/>
                  <a:pt x="146" y="80"/>
                  <a:pt x="143" y="83"/>
                </a:cubicBezTo>
                <a:cubicBezTo>
                  <a:pt x="136" y="90"/>
                  <a:pt x="136" y="90"/>
                  <a:pt x="136" y="90"/>
                </a:cubicBezTo>
                <a:cubicBezTo>
                  <a:pt x="134" y="92"/>
                  <a:pt x="131" y="93"/>
                  <a:pt x="128" y="93"/>
                </a:cubicBezTo>
                <a:cubicBezTo>
                  <a:pt x="124" y="93"/>
                  <a:pt x="121" y="92"/>
                  <a:pt x="119" y="90"/>
                </a:cubicBezTo>
                <a:cubicBezTo>
                  <a:pt x="91" y="62"/>
                  <a:pt x="91" y="62"/>
                  <a:pt x="91" y="62"/>
                </a:cubicBezTo>
                <a:cubicBezTo>
                  <a:pt x="91" y="129"/>
                  <a:pt x="91" y="129"/>
                  <a:pt x="91" y="129"/>
                </a:cubicBezTo>
                <a:cubicBezTo>
                  <a:pt x="91" y="132"/>
                  <a:pt x="90" y="134"/>
                  <a:pt x="88" y="136"/>
                </a:cubicBezTo>
                <a:cubicBezTo>
                  <a:pt x="85" y="139"/>
                  <a:pt x="83" y="140"/>
                  <a:pt x="79" y="140"/>
                </a:cubicBezTo>
                <a:cubicBezTo>
                  <a:pt x="67" y="140"/>
                  <a:pt x="67" y="140"/>
                  <a:pt x="67" y="140"/>
                </a:cubicBezTo>
                <a:cubicBezTo>
                  <a:pt x="64" y="140"/>
                  <a:pt x="61" y="139"/>
                  <a:pt x="59" y="136"/>
                </a:cubicBezTo>
                <a:cubicBezTo>
                  <a:pt x="56" y="134"/>
                  <a:pt x="55" y="132"/>
                  <a:pt x="55" y="129"/>
                </a:cubicBezTo>
                <a:cubicBezTo>
                  <a:pt x="55" y="62"/>
                  <a:pt x="55" y="62"/>
                  <a:pt x="55" y="62"/>
                </a:cubicBezTo>
                <a:cubicBezTo>
                  <a:pt x="27" y="90"/>
                  <a:pt x="27" y="90"/>
                  <a:pt x="27" y="90"/>
                </a:cubicBezTo>
                <a:cubicBezTo>
                  <a:pt x="25" y="92"/>
                  <a:pt x="22" y="93"/>
                  <a:pt x="19" y="93"/>
                </a:cubicBezTo>
                <a:cubicBezTo>
                  <a:pt x="15" y="93"/>
                  <a:pt x="13" y="92"/>
                  <a:pt x="10" y="90"/>
                </a:cubicBezTo>
                <a:cubicBezTo>
                  <a:pt x="3" y="83"/>
                  <a:pt x="3" y="83"/>
                  <a:pt x="3" y="83"/>
                </a:cubicBezTo>
                <a:cubicBezTo>
                  <a:pt x="1" y="80"/>
                  <a:pt x="0" y="77"/>
                  <a:pt x="0" y="74"/>
                </a:cubicBezTo>
                <a:cubicBezTo>
                  <a:pt x="0" y="71"/>
                  <a:pt x="1" y="68"/>
                  <a:pt x="3" y="65"/>
                </a:cubicBezTo>
                <a:cubicBezTo>
                  <a:pt x="65" y="4"/>
                  <a:pt x="65" y="4"/>
                  <a:pt x="65" y="4"/>
                </a:cubicBezTo>
                <a:cubicBezTo>
                  <a:pt x="67" y="2"/>
                  <a:pt x="70" y="0"/>
                  <a:pt x="73" y="0"/>
                </a:cubicBezTo>
                <a:cubicBezTo>
                  <a:pt x="77" y="0"/>
                  <a:pt x="80" y="2"/>
                  <a:pt x="82" y="4"/>
                </a:cubicBezTo>
                <a:cubicBezTo>
                  <a:pt x="143" y="65"/>
                  <a:pt x="143" y="65"/>
                  <a:pt x="143" y="65"/>
                </a:cubicBezTo>
                <a:cubicBezTo>
                  <a:pt x="146" y="68"/>
                  <a:pt x="147" y="71"/>
                  <a:pt x="147" y="7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96" name="Freeform 98"/>
          <p:cNvSpPr>
            <a:spLocks/>
          </p:cNvSpPr>
          <p:nvPr/>
        </p:nvSpPr>
        <p:spPr bwMode="auto">
          <a:xfrm>
            <a:off x="5228321" y="2252283"/>
            <a:ext cx="213948" cy="203143"/>
          </a:xfrm>
          <a:custGeom>
            <a:avLst/>
            <a:gdLst>
              <a:gd name="T0" fmla="*/ 148 w 148"/>
              <a:gd name="T1" fmla="*/ 67 h 141"/>
              <a:gd name="T2" fmla="*/ 144 w 148"/>
              <a:gd name="T3" fmla="*/ 75 h 141"/>
              <a:gd name="T4" fmla="*/ 83 w 148"/>
              <a:gd name="T5" fmla="*/ 137 h 141"/>
              <a:gd name="T6" fmla="*/ 74 w 148"/>
              <a:gd name="T7" fmla="*/ 141 h 141"/>
              <a:gd name="T8" fmla="*/ 66 w 148"/>
              <a:gd name="T9" fmla="*/ 137 h 141"/>
              <a:gd name="T10" fmla="*/ 4 w 148"/>
              <a:gd name="T11" fmla="*/ 75 h 141"/>
              <a:gd name="T12" fmla="*/ 0 w 148"/>
              <a:gd name="T13" fmla="*/ 67 h 141"/>
              <a:gd name="T14" fmla="*/ 4 w 148"/>
              <a:gd name="T15" fmla="*/ 58 h 141"/>
              <a:gd name="T16" fmla="*/ 11 w 148"/>
              <a:gd name="T17" fmla="*/ 51 h 141"/>
              <a:gd name="T18" fmla="*/ 20 w 148"/>
              <a:gd name="T19" fmla="*/ 48 h 141"/>
              <a:gd name="T20" fmla="*/ 28 w 148"/>
              <a:gd name="T21" fmla="*/ 51 h 141"/>
              <a:gd name="T22" fmla="*/ 56 w 148"/>
              <a:gd name="T23" fmla="*/ 79 h 141"/>
              <a:gd name="T24" fmla="*/ 56 w 148"/>
              <a:gd name="T25" fmla="*/ 12 h 141"/>
              <a:gd name="T26" fmla="*/ 60 w 148"/>
              <a:gd name="T27" fmla="*/ 4 h 141"/>
              <a:gd name="T28" fmla="*/ 68 w 148"/>
              <a:gd name="T29" fmla="*/ 0 h 141"/>
              <a:gd name="T30" fmla="*/ 80 w 148"/>
              <a:gd name="T31" fmla="*/ 0 h 141"/>
              <a:gd name="T32" fmla="*/ 89 w 148"/>
              <a:gd name="T33" fmla="*/ 4 h 141"/>
              <a:gd name="T34" fmla="*/ 92 w 148"/>
              <a:gd name="T35" fmla="*/ 12 h 141"/>
              <a:gd name="T36" fmla="*/ 92 w 148"/>
              <a:gd name="T37" fmla="*/ 79 h 141"/>
              <a:gd name="T38" fmla="*/ 120 w 148"/>
              <a:gd name="T39" fmla="*/ 51 h 141"/>
              <a:gd name="T40" fmla="*/ 129 w 148"/>
              <a:gd name="T41" fmla="*/ 48 h 141"/>
              <a:gd name="T42" fmla="*/ 137 w 148"/>
              <a:gd name="T43" fmla="*/ 51 h 141"/>
              <a:gd name="T44" fmla="*/ 144 w 148"/>
              <a:gd name="T45" fmla="*/ 58 h 141"/>
              <a:gd name="T46" fmla="*/ 148 w 148"/>
              <a:gd name="T47" fmla="*/ 67 h 1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148" h="141">
                <a:moveTo>
                  <a:pt x="148" y="67"/>
                </a:moveTo>
                <a:cubicBezTo>
                  <a:pt x="148" y="70"/>
                  <a:pt x="147" y="73"/>
                  <a:pt x="144" y="75"/>
                </a:cubicBezTo>
                <a:cubicBezTo>
                  <a:pt x="83" y="137"/>
                  <a:pt x="83" y="137"/>
                  <a:pt x="83" y="137"/>
                </a:cubicBezTo>
                <a:cubicBezTo>
                  <a:pt x="80" y="139"/>
                  <a:pt x="77" y="141"/>
                  <a:pt x="74" y="141"/>
                </a:cubicBezTo>
                <a:cubicBezTo>
                  <a:pt x="71" y="141"/>
                  <a:pt x="68" y="139"/>
                  <a:pt x="66" y="137"/>
                </a:cubicBezTo>
                <a:cubicBezTo>
                  <a:pt x="4" y="75"/>
                  <a:pt x="4" y="75"/>
                  <a:pt x="4" y="75"/>
                </a:cubicBezTo>
                <a:cubicBezTo>
                  <a:pt x="2" y="73"/>
                  <a:pt x="0" y="70"/>
                  <a:pt x="0" y="67"/>
                </a:cubicBezTo>
                <a:cubicBezTo>
                  <a:pt x="0" y="64"/>
                  <a:pt x="2" y="61"/>
                  <a:pt x="4" y="58"/>
                </a:cubicBezTo>
                <a:cubicBezTo>
                  <a:pt x="11" y="51"/>
                  <a:pt x="11" y="51"/>
                  <a:pt x="11" y="51"/>
                </a:cubicBezTo>
                <a:cubicBezTo>
                  <a:pt x="14" y="49"/>
                  <a:pt x="16" y="48"/>
                  <a:pt x="20" y="48"/>
                </a:cubicBezTo>
                <a:cubicBezTo>
                  <a:pt x="23" y="48"/>
                  <a:pt x="26" y="49"/>
                  <a:pt x="28" y="51"/>
                </a:cubicBezTo>
                <a:cubicBezTo>
                  <a:pt x="56" y="79"/>
                  <a:pt x="56" y="79"/>
                  <a:pt x="56" y="79"/>
                </a:cubicBezTo>
                <a:cubicBezTo>
                  <a:pt x="56" y="12"/>
                  <a:pt x="56" y="12"/>
                  <a:pt x="56" y="12"/>
                </a:cubicBezTo>
                <a:cubicBezTo>
                  <a:pt x="56" y="9"/>
                  <a:pt x="57" y="6"/>
                  <a:pt x="60" y="4"/>
                </a:cubicBezTo>
                <a:cubicBezTo>
                  <a:pt x="62" y="2"/>
                  <a:pt x="65" y="0"/>
                  <a:pt x="68" y="0"/>
                </a:cubicBezTo>
                <a:cubicBezTo>
                  <a:pt x="80" y="0"/>
                  <a:pt x="80" y="0"/>
                  <a:pt x="80" y="0"/>
                </a:cubicBezTo>
                <a:cubicBezTo>
                  <a:pt x="83" y="0"/>
                  <a:pt x="86" y="2"/>
                  <a:pt x="89" y="4"/>
                </a:cubicBezTo>
                <a:cubicBezTo>
                  <a:pt x="91" y="6"/>
                  <a:pt x="92" y="9"/>
                  <a:pt x="92" y="12"/>
                </a:cubicBezTo>
                <a:cubicBezTo>
                  <a:pt x="92" y="79"/>
                  <a:pt x="92" y="79"/>
                  <a:pt x="92" y="79"/>
                </a:cubicBezTo>
                <a:cubicBezTo>
                  <a:pt x="120" y="51"/>
                  <a:pt x="120" y="51"/>
                  <a:pt x="120" y="51"/>
                </a:cubicBezTo>
                <a:cubicBezTo>
                  <a:pt x="122" y="49"/>
                  <a:pt x="125" y="48"/>
                  <a:pt x="129" y="48"/>
                </a:cubicBezTo>
                <a:cubicBezTo>
                  <a:pt x="132" y="48"/>
                  <a:pt x="135" y="49"/>
                  <a:pt x="137" y="51"/>
                </a:cubicBezTo>
                <a:cubicBezTo>
                  <a:pt x="144" y="58"/>
                  <a:pt x="144" y="58"/>
                  <a:pt x="144" y="58"/>
                </a:cubicBezTo>
                <a:cubicBezTo>
                  <a:pt x="147" y="61"/>
                  <a:pt x="148" y="64"/>
                  <a:pt x="148" y="6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97" name="Freeform 99"/>
          <p:cNvSpPr>
            <a:spLocks/>
          </p:cNvSpPr>
          <p:nvPr/>
        </p:nvSpPr>
        <p:spPr bwMode="auto">
          <a:xfrm>
            <a:off x="5507103" y="2243639"/>
            <a:ext cx="244204" cy="218271"/>
          </a:xfrm>
          <a:custGeom>
            <a:avLst/>
            <a:gdLst>
              <a:gd name="T0" fmla="*/ 170 w 170"/>
              <a:gd name="T1" fmla="*/ 55 h 152"/>
              <a:gd name="T2" fmla="*/ 168 w 170"/>
              <a:gd name="T3" fmla="*/ 59 h 152"/>
              <a:gd name="T4" fmla="*/ 120 w 170"/>
              <a:gd name="T5" fmla="*/ 107 h 152"/>
              <a:gd name="T6" fmla="*/ 115 w 170"/>
              <a:gd name="T7" fmla="*/ 109 h 152"/>
              <a:gd name="T8" fmla="*/ 111 w 170"/>
              <a:gd name="T9" fmla="*/ 107 h 152"/>
              <a:gd name="T10" fmla="*/ 109 w 170"/>
              <a:gd name="T11" fmla="*/ 103 h 152"/>
              <a:gd name="T12" fmla="*/ 109 w 170"/>
              <a:gd name="T13" fmla="*/ 79 h 152"/>
              <a:gd name="T14" fmla="*/ 88 w 170"/>
              <a:gd name="T15" fmla="*/ 79 h 152"/>
              <a:gd name="T16" fmla="*/ 71 w 170"/>
              <a:gd name="T17" fmla="*/ 80 h 152"/>
              <a:gd name="T18" fmla="*/ 57 w 170"/>
              <a:gd name="T19" fmla="*/ 82 h 152"/>
              <a:gd name="T20" fmla="*/ 44 w 170"/>
              <a:gd name="T21" fmla="*/ 86 h 152"/>
              <a:gd name="T22" fmla="*/ 34 w 170"/>
              <a:gd name="T23" fmla="*/ 92 h 152"/>
              <a:gd name="T24" fmla="*/ 27 w 170"/>
              <a:gd name="T25" fmla="*/ 102 h 152"/>
              <a:gd name="T26" fmla="*/ 22 w 170"/>
              <a:gd name="T27" fmla="*/ 115 h 152"/>
              <a:gd name="T28" fmla="*/ 21 w 170"/>
              <a:gd name="T29" fmla="*/ 132 h 152"/>
              <a:gd name="T30" fmla="*/ 21 w 170"/>
              <a:gd name="T31" fmla="*/ 144 h 152"/>
              <a:gd name="T32" fmla="*/ 21 w 170"/>
              <a:gd name="T33" fmla="*/ 146 h 152"/>
              <a:gd name="T34" fmla="*/ 21 w 170"/>
              <a:gd name="T35" fmla="*/ 148 h 152"/>
              <a:gd name="T36" fmla="*/ 21 w 170"/>
              <a:gd name="T37" fmla="*/ 151 h 152"/>
              <a:gd name="T38" fmla="*/ 18 w 170"/>
              <a:gd name="T39" fmla="*/ 152 h 152"/>
              <a:gd name="T40" fmla="*/ 16 w 170"/>
              <a:gd name="T41" fmla="*/ 150 h 152"/>
              <a:gd name="T42" fmla="*/ 15 w 170"/>
              <a:gd name="T43" fmla="*/ 148 h 152"/>
              <a:gd name="T44" fmla="*/ 13 w 170"/>
              <a:gd name="T45" fmla="*/ 145 h 152"/>
              <a:gd name="T46" fmla="*/ 12 w 170"/>
              <a:gd name="T47" fmla="*/ 143 h 152"/>
              <a:gd name="T48" fmla="*/ 0 w 170"/>
              <a:gd name="T49" fmla="*/ 100 h 152"/>
              <a:gd name="T50" fmla="*/ 5 w 170"/>
              <a:gd name="T51" fmla="*/ 69 h 152"/>
              <a:gd name="T52" fmla="*/ 88 w 170"/>
              <a:gd name="T53" fmla="*/ 31 h 152"/>
              <a:gd name="T54" fmla="*/ 109 w 170"/>
              <a:gd name="T55" fmla="*/ 31 h 152"/>
              <a:gd name="T56" fmla="*/ 109 w 170"/>
              <a:gd name="T57" fmla="*/ 6 h 152"/>
              <a:gd name="T58" fmla="*/ 111 w 170"/>
              <a:gd name="T59" fmla="*/ 2 h 152"/>
              <a:gd name="T60" fmla="*/ 115 w 170"/>
              <a:gd name="T61" fmla="*/ 0 h 152"/>
              <a:gd name="T62" fmla="*/ 120 w 170"/>
              <a:gd name="T63" fmla="*/ 2 h 152"/>
              <a:gd name="T64" fmla="*/ 168 w 170"/>
              <a:gd name="T65" fmla="*/ 50 h 152"/>
              <a:gd name="T66" fmla="*/ 170 w 170"/>
              <a:gd name="T67" fmla="*/ 55 h 1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70" h="152">
                <a:moveTo>
                  <a:pt x="170" y="55"/>
                </a:moveTo>
                <a:cubicBezTo>
                  <a:pt x="170" y="56"/>
                  <a:pt x="169" y="58"/>
                  <a:pt x="168" y="59"/>
                </a:cubicBezTo>
                <a:cubicBezTo>
                  <a:pt x="120" y="107"/>
                  <a:pt x="120" y="107"/>
                  <a:pt x="120" y="107"/>
                </a:cubicBezTo>
                <a:cubicBezTo>
                  <a:pt x="118" y="109"/>
                  <a:pt x="117" y="109"/>
                  <a:pt x="115" y="109"/>
                </a:cubicBezTo>
                <a:cubicBezTo>
                  <a:pt x="114" y="109"/>
                  <a:pt x="112" y="109"/>
                  <a:pt x="111" y="107"/>
                </a:cubicBezTo>
                <a:cubicBezTo>
                  <a:pt x="110" y="106"/>
                  <a:pt x="109" y="105"/>
                  <a:pt x="109" y="103"/>
                </a:cubicBezTo>
                <a:cubicBezTo>
                  <a:pt x="109" y="79"/>
                  <a:pt x="109" y="79"/>
                  <a:pt x="109" y="79"/>
                </a:cubicBezTo>
                <a:cubicBezTo>
                  <a:pt x="88" y="79"/>
                  <a:pt x="88" y="79"/>
                  <a:pt x="88" y="79"/>
                </a:cubicBezTo>
                <a:cubicBezTo>
                  <a:pt x="82" y="79"/>
                  <a:pt x="76" y="79"/>
                  <a:pt x="71" y="80"/>
                </a:cubicBezTo>
                <a:cubicBezTo>
                  <a:pt x="67" y="80"/>
                  <a:pt x="62" y="81"/>
                  <a:pt x="57" y="82"/>
                </a:cubicBezTo>
                <a:cubicBezTo>
                  <a:pt x="52" y="83"/>
                  <a:pt x="48" y="84"/>
                  <a:pt x="44" y="86"/>
                </a:cubicBezTo>
                <a:cubicBezTo>
                  <a:pt x="41" y="87"/>
                  <a:pt x="37" y="89"/>
                  <a:pt x="34" y="92"/>
                </a:cubicBezTo>
                <a:cubicBezTo>
                  <a:pt x="31" y="95"/>
                  <a:pt x="29" y="98"/>
                  <a:pt x="27" y="102"/>
                </a:cubicBezTo>
                <a:cubicBezTo>
                  <a:pt x="25" y="105"/>
                  <a:pt x="23" y="110"/>
                  <a:pt x="22" y="115"/>
                </a:cubicBezTo>
                <a:cubicBezTo>
                  <a:pt x="21" y="120"/>
                  <a:pt x="21" y="126"/>
                  <a:pt x="21" y="132"/>
                </a:cubicBezTo>
                <a:cubicBezTo>
                  <a:pt x="21" y="135"/>
                  <a:pt x="21" y="139"/>
                  <a:pt x="21" y="144"/>
                </a:cubicBezTo>
                <a:cubicBezTo>
                  <a:pt x="21" y="144"/>
                  <a:pt x="21" y="145"/>
                  <a:pt x="21" y="146"/>
                </a:cubicBezTo>
                <a:cubicBezTo>
                  <a:pt x="21" y="147"/>
                  <a:pt x="21" y="148"/>
                  <a:pt x="21" y="148"/>
                </a:cubicBezTo>
                <a:cubicBezTo>
                  <a:pt x="21" y="149"/>
                  <a:pt x="21" y="150"/>
                  <a:pt x="21" y="151"/>
                </a:cubicBezTo>
                <a:cubicBezTo>
                  <a:pt x="20" y="151"/>
                  <a:pt x="19" y="152"/>
                  <a:pt x="18" y="152"/>
                </a:cubicBezTo>
                <a:cubicBezTo>
                  <a:pt x="17" y="152"/>
                  <a:pt x="17" y="151"/>
                  <a:pt x="16" y="150"/>
                </a:cubicBezTo>
                <a:cubicBezTo>
                  <a:pt x="15" y="149"/>
                  <a:pt x="15" y="149"/>
                  <a:pt x="15" y="148"/>
                </a:cubicBezTo>
                <a:cubicBezTo>
                  <a:pt x="14" y="147"/>
                  <a:pt x="14" y="146"/>
                  <a:pt x="13" y="145"/>
                </a:cubicBezTo>
                <a:cubicBezTo>
                  <a:pt x="13" y="144"/>
                  <a:pt x="13" y="143"/>
                  <a:pt x="12" y="143"/>
                </a:cubicBezTo>
                <a:cubicBezTo>
                  <a:pt x="4" y="125"/>
                  <a:pt x="0" y="111"/>
                  <a:pt x="0" y="100"/>
                </a:cubicBezTo>
                <a:cubicBezTo>
                  <a:pt x="0" y="88"/>
                  <a:pt x="2" y="77"/>
                  <a:pt x="5" y="69"/>
                </a:cubicBezTo>
                <a:cubicBezTo>
                  <a:pt x="16" y="43"/>
                  <a:pt x="43" y="31"/>
                  <a:pt x="88" y="31"/>
                </a:cubicBezTo>
                <a:cubicBezTo>
                  <a:pt x="109" y="31"/>
                  <a:pt x="109" y="31"/>
                  <a:pt x="109" y="31"/>
                </a:cubicBezTo>
                <a:cubicBezTo>
                  <a:pt x="109" y="6"/>
                  <a:pt x="109" y="6"/>
                  <a:pt x="109" y="6"/>
                </a:cubicBezTo>
                <a:cubicBezTo>
                  <a:pt x="109" y="5"/>
                  <a:pt x="110" y="3"/>
                  <a:pt x="111" y="2"/>
                </a:cubicBezTo>
                <a:cubicBezTo>
                  <a:pt x="112" y="1"/>
                  <a:pt x="114" y="0"/>
                  <a:pt x="115" y="0"/>
                </a:cubicBezTo>
                <a:cubicBezTo>
                  <a:pt x="117" y="0"/>
                  <a:pt x="118" y="1"/>
                  <a:pt x="120" y="2"/>
                </a:cubicBezTo>
                <a:cubicBezTo>
                  <a:pt x="168" y="50"/>
                  <a:pt x="168" y="50"/>
                  <a:pt x="168" y="50"/>
                </a:cubicBezTo>
                <a:cubicBezTo>
                  <a:pt x="169" y="52"/>
                  <a:pt x="170" y="53"/>
                  <a:pt x="170" y="55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98" name="Freeform 100"/>
          <p:cNvSpPr>
            <a:spLocks noEditPoints="1"/>
          </p:cNvSpPr>
          <p:nvPr/>
        </p:nvSpPr>
        <p:spPr bwMode="auto">
          <a:xfrm>
            <a:off x="5809656" y="2252283"/>
            <a:ext cx="209627" cy="209627"/>
          </a:xfrm>
          <a:custGeom>
            <a:avLst/>
            <a:gdLst>
              <a:gd name="T0" fmla="*/ 72 w 146"/>
              <a:gd name="T1" fmla="*/ 88 h 146"/>
              <a:gd name="T2" fmla="*/ 71 w 146"/>
              <a:gd name="T3" fmla="*/ 90 h 146"/>
              <a:gd name="T4" fmla="*/ 39 w 146"/>
              <a:gd name="T5" fmla="*/ 122 h 146"/>
              <a:gd name="T6" fmla="*/ 53 w 146"/>
              <a:gd name="T7" fmla="*/ 135 h 146"/>
              <a:gd name="T8" fmla="*/ 55 w 146"/>
              <a:gd name="T9" fmla="*/ 140 h 146"/>
              <a:gd name="T10" fmla="*/ 53 w 146"/>
              <a:gd name="T11" fmla="*/ 144 h 146"/>
              <a:gd name="T12" fmla="*/ 49 w 146"/>
              <a:gd name="T13" fmla="*/ 146 h 146"/>
              <a:gd name="T14" fmla="*/ 6 w 146"/>
              <a:gd name="T15" fmla="*/ 146 h 146"/>
              <a:gd name="T16" fmla="*/ 2 w 146"/>
              <a:gd name="T17" fmla="*/ 144 h 146"/>
              <a:gd name="T18" fmla="*/ 0 w 146"/>
              <a:gd name="T19" fmla="*/ 140 h 146"/>
              <a:gd name="T20" fmla="*/ 0 w 146"/>
              <a:gd name="T21" fmla="*/ 97 h 146"/>
              <a:gd name="T22" fmla="*/ 2 w 146"/>
              <a:gd name="T23" fmla="*/ 93 h 146"/>
              <a:gd name="T24" fmla="*/ 6 w 146"/>
              <a:gd name="T25" fmla="*/ 91 h 146"/>
              <a:gd name="T26" fmla="*/ 11 w 146"/>
              <a:gd name="T27" fmla="*/ 93 h 146"/>
              <a:gd name="T28" fmla="*/ 24 w 146"/>
              <a:gd name="T29" fmla="*/ 107 h 146"/>
              <a:gd name="T30" fmla="*/ 56 w 146"/>
              <a:gd name="T31" fmla="*/ 75 h 146"/>
              <a:gd name="T32" fmla="*/ 58 w 146"/>
              <a:gd name="T33" fmla="*/ 74 h 146"/>
              <a:gd name="T34" fmla="*/ 60 w 146"/>
              <a:gd name="T35" fmla="*/ 75 h 146"/>
              <a:gd name="T36" fmla="*/ 71 w 146"/>
              <a:gd name="T37" fmla="*/ 86 h 146"/>
              <a:gd name="T38" fmla="*/ 72 w 146"/>
              <a:gd name="T39" fmla="*/ 88 h 146"/>
              <a:gd name="T40" fmla="*/ 146 w 146"/>
              <a:gd name="T41" fmla="*/ 6 h 146"/>
              <a:gd name="T42" fmla="*/ 146 w 146"/>
              <a:gd name="T43" fmla="*/ 49 h 146"/>
              <a:gd name="T44" fmla="*/ 144 w 146"/>
              <a:gd name="T45" fmla="*/ 53 h 146"/>
              <a:gd name="T46" fmla="*/ 139 w 146"/>
              <a:gd name="T47" fmla="*/ 55 h 146"/>
              <a:gd name="T48" fmla="*/ 135 w 146"/>
              <a:gd name="T49" fmla="*/ 53 h 146"/>
              <a:gd name="T50" fmla="*/ 122 w 146"/>
              <a:gd name="T51" fmla="*/ 39 h 146"/>
              <a:gd name="T52" fmla="*/ 90 w 146"/>
              <a:gd name="T53" fmla="*/ 71 h 146"/>
              <a:gd name="T54" fmla="*/ 88 w 146"/>
              <a:gd name="T55" fmla="*/ 72 h 146"/>
              <a:gd name="T56" fmla="*/ 86 w 146"/>
              <a:gd name="T57" fmla="*/ 71 h 146"/>
              <a:gd name="T58" fmla="*/ 75 w 146"/>
              <a:gd name="T59" fmla="*/ 60 h 146"/>
              <a:gd name="T60" fmla="*/ 74 w 146"/>
              <a:gd name="T61" fmla="*/ 58 h 146"/>
              <a:gd name="T62" fmla="*/ 75 w 146"/>
              <a:gd name="T63" fmla="*/ 56 h 146"/>
              <a:gd name="T64" fmla="*/ 106 w 146"/>
              <a:gd name="T65" fmla="*/ 24 h 146"/>
              <a:gd name="T66" fmla="*/ 93 w 146"/>
              <a:gd name="T67" fmla="*/ 11 h 146"/>
              <a:gd name="T68" fmla="*/ 91 w 146"/>
              <a:gd name="T69" fmla="*/ 6 h 146"/>
              <a:gd name="T70" fmla="*/ 93 w 146"/>
              <a:gd name="T71" fmla="*/ 2 h 146"/>
              <a:gd name="T72" fmla="*/ 97 w 146"/>
              <a:gd name="T73" fmla="*/ 0 h 146"/>
              <a:gd name="T74" fmla="*/ 139 w 146"/>
              <a:gd name="T75" fmla="*/ 0 h 146"/>
              <a:gd name="T76" fmla="*/ 144 w 146"/>
              <a:gd name="T77" fmla="*/ 2 h 146"/>
              <a:gd name="T78" fmla="*/ 146 w 146"/>
              <a:gd name="T79" fmla="*/ 6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46" h="146">
                <a:moveTo>
                  <a:pt x="72" y="88"/>
                </a:moveTo>
                <a:cubicBezTo>
                  <a:pt x="72" y="89"/>
                  <a:pt x="71" y="90"/>
                  <a:pt x="71" y="90"/>
                </a:cubicBezTo>
                <a:cubicBezTo>
                  <a:pt x="39" y="122"/>
                  <a:pt x="39" y="122"/>
                  <a:pt x="39" y="122"/>
                </a:cubicBezTo>
                <a:cubicBezTo>
                  <a:pt x="53" y="135"/>
                  <a:pt x="53" y="135"/>
                  <a:pt x="53" y="135"/>
                </a:cubicBezTo>
                <a:cubicBezTo>
                  <a:pt x="54" y="136"/>
                  <a:pt x="55" y="138"/>
                  <a:pt x="55" y="140"/>
                </a:cubicBezTo>
                <a:cubicBezTo>
                  <a:pt x="55" y="141"/>
                  <a:pt x="54" y="143"/>
                  <a:pt x="53" y="144"/>
                </a:cubicBezTo>
                <a:cubicBezTo>
                  <a:pt x="52" y="145"/>
                  <a:pt x="50" y="146"/>
                  <a:pt x="49" y="146"/>
                </a:cubicBezTo>
                <a:cubicBezTo>
                  <a:pt x="6" y="146"/>
                  <a:pt x="6" y="146"/>
                  <a:pt x="6" y="146"/>
                </a:cubicBezTo>
                <a:cubicBezTo>
                  <a:pt x="5" y="146"/>
                  <a:pt x="3" y="145"/>
                  <a:pt x="2" y="144"/>
                </a:cubicBezTo>
                <a:cubicBezTo>
                  <a:pt x="1" y="143"/>
                  <a:pt x="0" y="141"/>
                  <a:pt x="0" y="140"/>
                </a:cubicBezTo>
                <a:cubicBezTo>
                  <a:pt x="0" y="97"/>
                  <a:pt x="0" y="97"/>
                  <a:pt x="0" y="97"/>
                </a:cubicBezTo>
                <a:cubicBezTo>
                  <a:pt x="0" y="96"/>
                  <a:pt x="1" y="94"/>
                  <a:pt x="2" y="93"/>
                </a:cubicBezTo>
                <a:cubicBezTo>
                  <a:pt x="3" y="92"/>
                  <a:pt x="5" y="91"/>
                  <a:pt x="6" y="91"/>
                </a:cubicBezTo>
                <a:cubicBezTo>
                  <a:pt x="8" y="91"/>
                  <a:pt x="9" y="92"/>
                  <a:pt x="11" y="93"/>
                </a:cubicBezTo>
                <a:cubicBezTo>
                  <a:pt x="24" y="107"/>
                  <a:pt x="24" y="107"/>
                  <a:pt x="24" y="107"/>
                </a:cubicBezTo>
                <a:cubicBezTo>
                  <a:pt x="56" y="75"/>
                  <a:pt x="56" y="75"/>
                  <a:pt x="56" y="75"/>
                </a:cubicBezTo>
                <a:cubicBezTo>
                  <a:pt x="56" y="74"/>
                  <a:pt x="57" y="74"/>
                  <a:pt x="58" y="74"/>
                </a:cubicBezTo>
                <a:cubicBezTo>
                  <a:pt x="59" y="74"/>
                  <a:pt x="59" y="74"/>
                  <a:pt x="60" y="75"/>
                </a:cubicBezTo>
                <a:cubicBezTo>
                  <a:pt x="71" y="86"/>
                  <a:pt x="71" y="86"/>
                  <a:pt x="71" y="86"/>
                </a:cubicBezTo>
                <a:cubicBezTo>
                  <a:pt x="71" y="87"/>
                  <a:pt x="72" y="87"/>
                  <a:pt x="72" y="88"/>
                </a:cubicBezTo>
                <a:close/>
                <a:moveTo>
                  <a:pt x="146" y="6"/>
                </a:moveTo>
                <a:cubicBezTo>
                  <a:pt x="146" y="49"/>
                  <a:pt x="146" y="49"/>
                  <a:pt x="146" y="49"/>
                </a:cubicBezTo>
                <a:cubicBezTo>
                  <a:pt x="146" y="50"/>
                  <a:pt x="145" y="52"/>
                  <a:pt x="144" y="53"/>
                </a:cubicBezTo>
                <a:cubicBezTo>
                  <a:pt x="143" y="54"/>
                  <a:pt x="141" y="55"/>
                  <a:pt x="139" y="55"/>
                </a:cubicBezTo>
                <a:cubicBezTo>
                  <a:pt x="138" y="55"/>
                  <a:pt x="136" y="54"/>
                  <a:pt x="135" y="53"/>
                </a:cubicBezTo>
                <a:cubicBezTo>
                  <a:pt x="122" y="39"/>
                  <a:pt x="122" y="39"/>
                  <a:pt x="122" y="39"/>
                </a:cubicBezTo>
                <a:cubicBezTo>
                  <a:pt x="90" y="71"/>
                  <a:pt x="90" y="71"/>
                  <a:pt x="90" y="71"/>
                </a:cubicBezTo>
                <a:cubicBezTo>
                  <a:pt x="90" y="71"/>
                  <a:pt x="89" y="72"/>
                  <a:pt x="88" y="72"/>
                </a:cubicBezTo>
                <a:cubicBezTo>
                  <a:pt x="87" y="72"/>
                  <a:pt x="86" y="71"/>
                  <a:pt x="86" y="71"/>
                </a:cubicBezTo>
                <a:cubicBezTo>
                  <a:pt x="75" y="60"/>
                  <a:pt x="75" y="60"/>
                  <a:pt x="75" y="60"/>
                </a:cubicBezTo>
                <a:cubicBezTo>
                  <a:pt x="74" y="59"/>
                  <a:pt x="74" y="59"/>
                  <a:pt x="74" y="58"/>
                </a:cubicBezTo>
                <a:cubicBezTo>
                  <a:pt x="74" y="57"/>
                  <a:pt x="74" y="56"/>
                  <a:pt x="75" y="56"/>
                </a:cubicBezTo>
                <a:cubicBezTo>
                  <a:pt x="106" y="24"/>
                  <a:pt x="106" y="24"/>
                  <a:pt x="106" y="24"/>
                </a:cubicBezTo>
                <a:cubicBezTo>
                  <a:pt x="93" y="11"/>
                  <a:pt x="93" y="11"/>
                  <a:pt x="93" y="11"/>
                </a:cubicBezTo>
                <a:cubicBezTo>
                  <a:pt x="92" y="9"/>
                  <a:pt x="91" y="8"/>
                  <a:pt x="91" y="6"/>
                </a:cubicBezTo>
                <a:cubicBezTo>
                  <a:pt x="91" y="5"/>
                  <a:pt x="92" y="3"/>
                  <a:pt x="93" y="2"/>
                </a:cubicBezTo>
                <a:cubicBezTo>
                  <a:pt x="94" y="1"/>
                  <a:pt x="95" y="0"/>
                  <a:pt x="97" y="0"/>
                </a:cubicBezTo>
                <a:cubicBezTo>
                  <a:pt x="139" y="0"/>
                  <a:pt x="139" y="0"/>
                  <a:pt x="139" y="0"/>
                </a:cubicBezTo>
                <a:cubicBezTo>
                  <a:pt x="141" y="0"/>
                  <a:pt x="143" y="1"/>
                  <a:pt x="144" y="2"/>
                </a:cubicBezTo>
                <a:cubicBezTo>
                  <a:pt x="145" y="3"/>
                  <a:pt x="146" y="5"/>
                  <a:pt x="146" y="6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99" name="Freeform 101"/>
          <p:cNvSpPr>
            <a:spLocks noEditPoints="1"/>
          </p:cNvSpPr>
          <p:nvPr/>
        </p:nvSpPr>
        <p:spPr bwMode="auto">
          <a:xfrm>
            <a:off x="6079792" y="2254443"/>
            <a:ext cx="205304" cy="205304"/>
          </a:xfrm>
          <a:custGeom>
            <a:avLst/>
            <a:gdLst>
              <a:gd name="T0" fmla="*/ 72 w 143"/>
              <a:gd name="T1" fmla="*/ 77 h 142"/>
              <a:gd name="T2" fmla="*/ 72 w 143"/>
              <a:gd name="T3" fmla="*/ 119 h 142"/>
              <a:gd name="T4" fmla="*/ 70 w 143"/>
              <a:gd name="T5" fmla="*/ 124 h 142"/>
              <a:gd name="T6" fmla="*/ 66 w 143"/>
              <a:gd name="T7" fmla="*/ 125 h 142"/>
              <a:gd name="T8" fmla="*/ 61 w 143"/>
              <a:gd name="T9" fmla="*/ 124 h 142"/>
              <a:gd name="T10" fmla="*/ 48 w 143"/>
              <a:gd name="T11" fmla="*/ 110 h 142"/>
              <a:gd name="T12" fmla="*/ 16 w 143"/>
              <a:gd name="T13" fmla="*/ 141 h 142"/>
              <a:gd name="T14" fmla="*/ 14 w 143"/>
              <a:gd name="T15" fmla="*/ 142 h 142"/>
              <a:gd name="T16" fmla="*/ 12 w 143"/>
              <a:gd name="T17" fmla="*/ 141 h 142"/>
              <a:gd name="T18" fmla="*/ 1 w 143"/>
              <a:gd name="T19" fmla="*/ 131 h 142"/>
              <a:gd name="T20" fmla="*/ 0 w 143"/>
              <a:gd name="T21" fmla="*/ 128 h 142"/>
              <a:gd name="T22" fmla="*/ 1 w 143"/>
              <a:gd name="T23" fmla="*/ 126 h 142"/>
              <a:gd name="T24" fmla="*/ 33 w 143"/>
              <a:gd name="T25" fmla="*/ 95 h 142"/>
              <a:gd name="T26" fmla="*/ 19 w 143"/>
              <a:gd name="T27" fmla="*/ 81 h 142"/>
              <a:gd name="T28" fmla="*/ 17 w 143"/>
              <a:gd name="T29" fmla="*/ 77 h 142"/>
              <a:gd name="T30" fmla="*/ 19 w 143"/>
              <a:gd name="T31" fmla="*/ 73 h 142"/>
              <a:gd name="T32" fmla="*/ 23 w 143"/>
              <a:gd name="T33" fmla="*/ 71 h 142"/>
              <a:gd name="T34" fmla="*/ 66 w 143"/>
              <a:gd name="T35" fmla="*/ 71 h 142"/>
              <a:gd name="T36" fmla="*/ 70 w 143"/>
              <a:gd name="T37" fmla="*/ 73 h 142"/>
              <a:gd name="T38" fmla="*/ 72 w 143"/>
              <a:gd name="T39" fmla="*/ 77 h 142"/>
              <a:gd name="T40" fmla="*/ 143 w 143"/>
              <a:gd name="T41" fmla="*/ 13 h 142"/>
              <a:gd name="T42" fmla="*/ 142 w 143"/>
              <a:gd name="T43" fmla="*/ 16 h 142"/>
              <a:gd name="T44" fmla="*/ 111 w 143"/>
              <a:gd name="T45" fmla="*/ 47 h 142"/>
              <a:gd name="T46" fmla="*/ 124 w 143"/>
              <a:gd name="T47" fmla="*/ 61 h 142"/>
              <a:gd name="T48" fmla="*/ 126 w 143"/>
              <a:gd name="T49" fmla="*/ 65 h 142"/>
              <a:gd name="T50" fmla="*/ 124 w 143"/>
              <a:gd name="T51" fmla="*/ 69 h 142"/>
              <a:gd name="T52" fmla="*/ 120 w 143"/>
              <a:gd name="T53" fmla="*/ 71 h 142"/>
              <a:gd name="T54" fmla="*/ 78 w 143"/>
              <a:gd name="T55" fmla="*/ 71 h 142"/>
              <a:gd name="T56" fmla="*/ 73 w 143"/>
              <a:gd name="T57" fmla="*/ 69 h 142"/>
              <a:gd name="T58" fmla="*/ 72 w 143"/>
              <a:gd name="T59" fmla="*/ 65 h 142"/>
              <a:gd name="T60" fmla="*/ 72 w 143"/>
              <a:gd name="T61" fmla="*/ 23 h 142"/>
              <a:gd name="T62" fmla="*/ 73 w 143"/>
              <a:gd name="T63" fmla="*/ 18 h 142"/>
              <a:gd name="T64" fmla="*/ 78 w 143"/>
              <a:gd name="T65" fmla="*/ 16 h 142"/>
              <a:gd name="T66" fmla="*/ 82 w 143"/>
              <a:gd name="T67" fmla="*/ 18 h 142"/>
              <a:gd name="T68" fmla="*/ 96 w 143"/>
              <a:gd name="T69" fmla="*/ 32 h 142"/>
              <a:gd name="T70" fmla="*/ 127 w 143"/>
              <a:gd name="T71" fmla="*/ 1 h 142"/>
              <a:gd name="T72" fmla="*/ 129 w 143"/>
              <a:gd name="T73" fmla="*/ 0 h 142"/>
              <a:gd name="T74" fmla="*/ 131 w 143"/>
              <a:gd name="T75" fmla="*/ 1 h 142"/>
              <a:gd name="T76" fmla="*/ 142 w 143"/>
              <a:gd name="T77" fmla="*/ 11 h 142"/>
              <a:gd name="T78" fmla="*/ 143 w 143"/>
              <a:gd name="T79" fmla="*/ 13 h 1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43" h="142">
                <a:moveTo>
                  <a:pt x="72" y="77"/>
                </a:moveTo>
                <a:cubicBezTo>
                  <a:pt x="72" y="119"/>
                  <a:pt x="72" y="119"/>
                  <a:pt x="72" y="119"/>
                </a:cubicBezTo>
                <a:cubicBezTo>
                  <a:pt x="72" y="121"/>
                  <a:pt x="71" y="122"/>
                  <a:pt x="70" y="124"/>
                </a:cubicBezTo>
                <a:cubicBezTo>
                  <a:pt x="69" y="125"/>
                  <a:pt x="67" y="125"/>
                  <a:pt x="66" y="125"/>
                </a:cubicBezTo>
                <a:cubicBezTo>
                  <a:pt x="64" y="125"/>
                  <a:pt x="63" y="125"/>
                  <a:pt x="61" y="124"/>
                </a:cubicBezTo>
                <a:cubicBezTo>
                  <a:pt x="48" y="110"/>
                  <a:pt x="48" y="110"/>
                  <a:pt x="48" y="110"/>
                </a:cubicBezTo>
                <a:cubicBezTo>
                  <a:pt x="16" y="141"/>
                  <a:pt x="16" y="141"/>
                  <a:pt x="16" y="141"/>
                </a:cubicBezTo>
                <a:cubicBezTo>
                  <a:pt x="16" y="142"/>
                  <a:pt x="15" y="142"/>
                  <a:pt x="14" y="142"/>
                </a:cubicBezTo>
                <a:cubicBezTo>
                  <a:pt x="13" y="142"/>
                  <a:pt x="13" y="142"/>
                  <a:pt x="12" y="141"/>
                </a:cubicBezTo>
                <a:cubicBezTo>
                  <a:pt x="1" y="131"/>
                  <a:pt x="1" y="131"/>
                  <a:pt x="1" y="131"/>
                </a:cubicBezTo>
                <a:cubicBezTo>
                  <a:pt x="1" y="130"/>
                  <a:pt x="0" y="129"/>
                  <a:pt x="0" y="128"/>
                </a:cubicBezTo>
                <a:cubicBezTo>
                  <a:pt x="0" y="128"/>
                  <a:pt x="1" y="127"/>
                  <a:pt x="1" y="126"/>
                </a:cubicBezTo>
                <a:cubicBezTo>
                  <a:pt x="33" y="95"/>
                  <a:pt x="33" y="95"/>
                  <a:pt x="33" y="95"/>
                </a:cubicBezTo>
                <a:cubicBezTo>
                  <a:pt x="19" y="81"/>
                  <a:pt x="19" y="81"/>
                  <a:pt x="19" y="81"/>
                </a:cubicBezTo>
                <a:cubicBezTo>
                  <a:pt x="18" y="80"/>
                  <a:pt x="17" y="79"/>
                  <a:pt x="17" y="77"/>
                </a:cubicBezTo>
                <a:cubicBezTo>
                  <a:pt x="17" y="75"/>
                  <a:pt x="18" y="74"/>
                  <a:pt x="19" y="73"/>
                </a:cubicBezTo>
                <a:cubicBezTo>
                  <a:pt x="20" y="72"/>
                  <a:pt x="22" y="71"/>
                  <a:pt x="23" y="71"/>
                </a:cubicBezTo>
                <a:cubicBezTo>
                  <a:pt x="66" y="71"/>
                  <a:pt x="66" y="71"/>
                  <a:pt x="66" y="71"/>
                </a:cubicBezTo>
                <a:cubicBezTo>
                  <a:pt x="67" y="71"/>
                  <a:pt x="69" y="72"/>
                  <a:pt x="70" y="73"/>
                </a:cubicBezTo>
                <a:cubicBezTo>
                  <a:pt x="71" y="74"/>
                  <a:pt x="72" y="75"/>
                  <a:pt x="72" y="77"/>
                </a:cubicBezTo>
                <a:close/>
                <a:moveTo>
                  <a:pt x="143" y="13"/>
                </a:moveTo>
                <a:cubicBezTo>
                  <a:pt x="143" y="14"/>
                  <a:pt x="143" y="15"/>
                  <a:pt x="142" y="16"/>
                </a:cubicBezTo>
                <a:cubicBezTo>
                  <a:pt x="111" y="47"/>
                  <a:pt x="111" y="47"/>
                  <a:pt x="111" y="47"/>
                </a:cubicBezTo>
                <a:cubicBezTo>
                  <a:pt x="124" y="61"/>
                  <a:pt x="124" y="61"/>
                  <a:pt x="124" y="61"/>
                </a:cubicBezTo>
                <a:cubicBezTo>
                  <a:pt x="126" y="62"/>
                  <a:pt x="126" y="63"/>
                  <a:pt x="126" y="65"/>
                </a:cubicBezTo>
                <a:cubicBezTo>
                  <a:pt x="126" y="67"/>
                  <a:pt x="126" y="68"/>
                  <a:pt x="124" y="69"/>
                </a:cubicBezTo>
                <a:cubicBezTo>
                  <a:pt x="123" y="70"/>
                  <a:pt x="122" y="71"/>
                  <a:pt x="120" y="71"/>
                </a:cubicBezTo>
                <a:cubicBezTo>
                  <a:pt x="78" y="71"/>
                  <a:pt x="78" y="71"/>
                  <a:pt x="78" y="71"/>
                </a:cubicBezTo>
                <a:cubicBezTo>
                  <a:pt x="76" y="71"/>
                  <a:pt x="75" y="70"/>
                  <a:pt x="73" y="69"/>
                </a:cubicBezTo>
                <a:cubicBezTo>
                  <a:pt x="72" y="68"/>
                  <a:pt x="72" y="67"/>
                  <a:pt x="72" y="65"/>
                </a:cubicBezTo>
                <a:cubicBezTo>
                  <a:pt x="72" y="23"/>
                  <a:pt x="72" y="23"/>
                  <a:pt x="72" y="23"/>
                </a:cubicBezTo>
                <a:cubicBezTo>
                  <a:pt x="72" y="21"/>
                  <a:pt x="72" y="19"/>
                  <a:pt x="73" y="18"/>
                </a:cubicBezTo>
                <a:cubicBezTo>
                  <a:pt x="75" y="17"/>
                  <a:pt x="76" y="16"/>
                  <a:pt x="78" y="16"/>
                </a:cubicBezTo>
                <a:cubicBezTo>
                  <a:pt x="79" y="16"/>
                  <a:pt x="81" y="17"/>
                  <a:pt x="82" y="18"/>
                </a:cubicBezTo>
                <a:cubicBezTo>
                  <a:pt x="96" y="32"/>
                  <a:pt x="96" y="32"/>
                  <a:pt x="96" y="32"/>
                </a:cubicBezTo>
                <a:cubicBezTo>
                  <a:pt x="127" y="1"/>
                  <a:pt x="127" y="1"/>
                  <a:pt x="127" y="1"/>
                </a:cubicBezTo>
                <a:cubicBezTo>
                  <a:pt x="128" y="0"/>
                  <a:pt x="128" y="0"/>
                  <a:pt x="129" y="0"/>
                </a:cubicBezTo>
                <a:cubicBezTo>
                  <a:pt x="130" y="0"/>
                  <a:pt x="131" y="0"/>
                  <a:pt x="131" y="1"/>
                </a:cubicBezTo>
                <a:cubicBezTo>
                  <a:pt x="142" y="11"/>
                  <a:pt x="142" y="11"/>
                  <a:pt x="142" y="11"/>
                </a:cubicBezTo>
                <a:cubicBezTo>
                  <a:pt x="143" y="12"/>
                  <a:pt x="143" y="13"/>
                  <a:pt x="143" y="1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00" name="Freeform 102"/>
          <p:cNvSpPr>
            <a:spLocks/>
          </p:cNvSpPr>
          <p:nvPr/>
        </p:nvSpPr>
        <p:spPr bwMode="auto">
          <a:xfrm>
            <a:off x="6345608" y="2252283"/>
            <a:ext cx="190176" cy="190176"/>
          </a:xfrm>
          <a:custGeom>
            <a:avLst/>
            <a:gdLst>
              <a:gd name="T0" fmla="*/ 133 w 133"/>
              <a:gd name="T1" fmla="*/ 58 h 133"/>
              <a:gd name="T2" fmla="*/ 133 w 133"/>
              <a:gd name="T3" fmla="*/ 76 h 133"/>
              <a:gd name="T4" fmla="*/ 130 w 133"/>
              <a:gd name="T5" fmla="*/ 82 h 133"/>
              <a:gd name="T6" fmla="*/ 124 w 133"/>
              <a:gd name="T7" fmla="*/ 85 h 133"/>
              <a:gd name="T8" fmla="*/ 85 w 133"/>
              <a:gd name="T9" fmla="*/ 85 h 133"/>
              <a:gd name="T10" fmla="*/ 85 w 133"/>
              <a:gd name="T11" fmla="*/ 124 h 133"/>
              <a:gd name="T12" fmla="*/ 82 w 133"/>
              <a:gd name="T13" fmla="*/ 131 h 133"/>
              <a:gd name="T14" fmla="*/ 75 w 133"/>
              <a:gd name="T15" fmla="*/ 133 h 133"/>
              <a:gd name="T16" fmla="*/ 57 w 133"/>
              <a:gd name="T17" fmla="*/ 133 h 133"/>
              <a:gd name="T18" fmla="*/ 51 w 133"/>
              <a:gd name="T19" fmla="*/ 131 h 133"/>
              <a:gd name="T20" fmla="*/ 48 w 133"/>
              <a:gd name="T21" fmla="*/ 124 h 133"/>
              <a:gd name="T22" fmla="*/ 48 w 133"/>
              <a:gd name="T23" fmla="*/ 85 h 133"/>
              <a:gd name="T24" fmla="*/ 9 w 133"/>
              <a:gd name="T25" fmla="*/ 85 h 133"/>
              <a:gd name="T26" fmla="*/ 2 w 133"/>
              <a:gd name="T27" fmla="*/ 82 h 133"/>
              <a:gd name="T28" fmla="*/ 0 w 133"/>
              <a:gd name="T29" fmla="*/ 76 h 133"/>
              <a:gd name="T30" fmla="*/ 0 w 133"/>
              <a:gd name="T31" fmla="*/ 58 h 133"/>
              <a:gd name="T32" fmla="*/ 2 w 133"/>
              <a:gd name="T33" fmla="*/ 51 h 133"/>
              <a:gd name="T34" fmla="*/ 9 w 133"/>
              <a:gd name="T35" fmla="*/ 49 h 133"/>
              <a:gd name="T36" fmla="*/ 48 w 133"/>
              <a:gd name="T37" fmla="*/ 49 h 133"/>
              <a:gd name="T38" fmla="*/ 48 w 133"/>
              <a:gd name="T39" fmla="*/ 9 h 133"/>
              <a:gd name="T40" fmla="*/ 51 w 133"/>
              <a:gd name="T41" fmla="*/ 3 h 133"/>
              <a:gd name="T42" fmla="*/ 57 w 133"/>
              <a:gd name="T43" fmla="*/ 0 h 133"/>
              <a:gd name="T44" fmla="*/ 75 w 133"/>
              <a:gd name="T45" fmla="*/ 0 h 133"/>
              <a:gd name="T46" fmla="*/ 82 w 133"/>
              <a:gd name="T47" fmla="*/ 3 h 133"/>
              <a:gd name="T48" fmla="*/ 85 w 133"/>
              <a:gd name="T49" fmla="*/ 9 h 133"/>
              <a:gd name="T50" fmla="*/ 85 w 133"/>
              <a:gd name="T51" fmla="*/ 49 h 133"/>
              <a:gd name="T52" fmla="*/ 124 w 133"/>
              <a:gd name="T53" fmla="*/ 49 h 133"/>
              <a:gd name="T54" fmla="*/ 130 w 133"/>
              <a:gd name="T55" fmla="*/ 51 h 133"/>
              <a:gd name="T56" fmla="*/ 133 w 133"/>
              <a:gd name="T57" fmla="*/ 58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133" h="133">
                <a:moveTo>
                  <a:pt x="133" y="58"/>
                </a:moveTo>
                <a:cubicBezTo>
                  <a:pt x="133" y="76"/>
                  <a:pt x="133" y="76"/>
                  <a:pt x="133" y="76"/>
                </a:cubicBezTo>
                <a:cubicBezTo>
                  <a:pt x="133" y="79"/>
                  <a:pt x="132" y="81"/>
                  <a:pt x="130" y="82"/>
                </a:cubicBezTo>
                <a:cubicBezTo>
                  <a:pt x="129" y="84"/>
                  <a:pt x="126" y="85"/>
                  <a:pt x="124" y="85"/>
                </a:cubicBezTo>
                <a:cubicBezTo>
                  <a:pt x="85" y="85"/>
                  <a:pt x="85" y="85"/>
                  <a:pt x="85" y="85"/>
                </a:cubicBezTo>
                <a:cubicBezTo>
                  <a:pt x="85" y="124"/>
                  <a:pt x="85" y="124"/>
                  <a:pt x="85" y="124"/>
                </a:cubicBezTo>
                <a:cubicBezTo>
                  <a:pt x="85" y="127"/>
                  <a:pt x="84" y="129"/>
                  <a:pt x="82" y="131"/>
                </a:cubicBezTo>
                <a:cubicBezTo>
                  <a:pt x="80" y="133"/>
                  <a:pt x="78" y="133"/>
                  <a:pt x="75" y="133"/>
                </a:cubicBezTo>
                <a:cubicBezTo>
                  <a:pt x="57" y="133"/>
                  <a:pt x="57" y="133"/>
                  <a:pt x="57" y="133"/>
                </a:cubicBezTo>
                <a:cubicBezTo>
                  <a:pt x="55" y="133"/>
                  <a:pt x="53" y="133"/>
                  <a:pt x="51" y="131"/>
                </a:cubicBezTo>
                <a:cubicBezTo>
                  <a:pt x="49" y="129"/>
                  <a:pt x="48" y="127"/>
                  <a:pt x="48" y="124"/>
                </a:cubicBezTo>
                <a:cubicBezTo>
                  <a:pt x="48" y="85"/>
                  <a:pt x="48" y="85"/>
                  <a:pt x="48" y="85"/>
                </a:cubicBezTo>
                <a:cubicBezTo>
                  <a:pt x="9" y="85"/>
                  <a:pt x="9" y="85"/>
                  <a:pt x="9" y="85"/>
                </a:cubicBezTo>
                <a:cubicBezTo>
                  <a:pt x="6" y="85"/>
                  <a:pt x="4" y="84"/>
                  <a:pt x="2" y="82"/>
                </a:cubicBezTo>
                <a:cubicBezTo>
                  <a:pt x="1" y="81"/>
                  <a:pt x="0" y="79"/>
                  <a:pt x="0" y="76"/>
                </a:cubicBezTo>
                <a:cubicBezTo>
                  <a:pt x="0" y="58"/>
                  <a:pt x="0" y="58"/>
                  <a:pt x="0" y="58"/>
                </a:cubicBezTo>
                <a:cubicBezTo>
                  <a:pt x="0" y="55"/>
                  <a:pt x="1" y="53"/>
                  <a:pt x="2" y="51"/>
                </a:cubicBezTo>
                <a:cubicBezTo>
                  <a:pt x="4" y="50"/>
                  <a:pt x="6" y="49"/>
                  <a:pt x="9" y="49"/>
                </a:cubicBezTo>
                <a:cubicBezTo>
                  <a:pt x="48" y="49"/>
                  <a:pt x="48" y="49"/>
                  <a:pt x="48" y="49"/>
                </a:cubicBezTo>
                <a:cubicBezTo>
                  <a:pt x="48" y="9"/>
                  <a:pt x="48" y="9"/>
                  <a:pt x="48" y="9"/>
                </a:cubicBezTo>
                <a:cubicBezTo>
                  <a:pt x="48" y="7"/>
                  <a:pt x="49" y="5"/>
                  <a:pt x="51" y="3"/>
                </a:cubicBezTo>
                <a:cubicBezTo>
                  <a:pt x="53" y="1"/>
                  <a:pt x="55" y="0"/>
                  <a:pt x="57" y="0"/>
                </a:cubicBezTo>
                <a:cubicBezTo>
                  <a:pt x="75" y="0"/>
                  <a:pt x="75" y="0"/>
                  <a:pt x="75" y="0"/>
                </a:cubicBezTo>
                <a:cubicBezTo>
                  <a:pt x="78" y="0"/>
                  <a:pt x="80" y="1"/>
                  <a:pt x="82" y="3"/>
                </a:cubicBezTo>
                <a:cubicBezTo>
                  <a:pt x="84" y="5"/>
                  <a:pt x="85" y="7"/>
                  <a:pt x="85" y="9"/>
                </a:cubicBezTo>
                <a:cubicBezTo>
                  <a:pt x="85" y="49"/>
                  <a:pt x="85" y="49"/>
                  <a:pt x="85" y="49"/>
                </a:cubicBezTo>
                <a:cubicBezTo>
                  <a:pt x="124" y="49"/>
                  <a:pt x="124" y="49"/>
                  <a:pt x="124" y="49"/>
                </a:cubicBezTo>
                <a:cubicBezTo>
                  <a:pt x="126" y="49"/>
                  <a:pt x="129" y="50"/>
                  <a:pt x="130" y="51"/>
                </a:cubicBezTo>
                <a:cubicBezTo>
                  <a:pt x="132" y="53"/>
                  <a:pt x="133" y="55"/>
                  <a:pt x="133" y="58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01" name="Freeform 103"/>
          <p:cNvSpPr>
            <a:spLocks/>
          </p:cNvSpPr>
          <p:nvPr/>
        </p:nvSpPr>
        <p:spPr bwMode="auto">
          <a:xfrm>
            <a:off x="6594134" y="2323600"/>
            <a:ext cx="192337" cy="49705"/>
          </a:xfrm>
          <a:custGeom>
            <a:avLst/>
            <a:gdLst>
              <a:gd name="T0" fmla="*/ 134 w 134"/>
              <a:gd name="T1" fmla="*/ 9 h 36"/>
              <a:gd name="T2" fmla="*/ 134 w 134"/>
              <a:gd name="T3" fmla="*/ 27 h 36"/>
              <a:gd name="T4" fmla="*/ 131 w 134"/>
              <a:gd name="T5" fmla="*/ 33 h 36"/>
              <a:gd name="T6" fmla="*/ 125 w 134"/>
              <a:gd name="T7" fmla="*/ 36 h 36"/>
              <a:gd name="T8" fmla="*/ 10 w 134"/>
              <a:gd name="T9" fmla="*/ 36 h 36"/>
              <a:gd name="T10" fmla="*/ 3 w 134"/>
              <a:gd name="T11" fmla="*/ 33 h 36"/>
              <a:gd name="T12" fmla="*/ 0 w 134"/>
              <a:gd name="T13" fmla="*/ 27 h 36"/>
              <a:gd name="T14" fmla="*/ 0 w 134"/>
              <a:gd name="T15" fmla="*/ 9 h 36"/>
              <a:gd name="T16" fmla="*/ 3 w 134"/>
              <a:gd name="T17" fmla="*/ 2 h 36"/>
              <a:gd name="T18" fmla="*/ 10 w 134"/>
              <a:gd name="T19" fmla="*/ 0 h 36"/>
              <a:gd name="T20" fmla="*/ 125 w 134"/>
              <a:gd name="T21" fmla="*/ 0 h 36"/>
              <a:gd name="T22" fmla="*/ 131 w 134"/>
              <a:gd name="T23" fmla="*/ 2 h 36"/>
              <a:gd name="T24" fmla="*/ 134 w 134"/>
              <a:gd name="T25" fmla="*/ 9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34" h="36">
                <a:moveTo>
                  <a:pt x="134" y="9"/>
                </a:moveTo>
                <a:cubicBezTo>
                  <a:pt x="134" y="27"/>
                  <a:pt x="134" y="27"/>
                  <a:pt x="134" y="27"/>
                </a:cubicBezTo>
                <a:cubicBezTo>
                  <a:pt x="134" y="30"/>
                  <a:pt x="133" y="32"/>
                  <a:pt x="131" y="33"/>
                </a:cubicBezTo>
                <a:cubicBezTo>
                  <a:pt x="129" y="35"/>
                  <a:pt x="127" y="36"/>
                  <a:pt x="125" y="36"/>
                </a:cubicBezTo>
                <a:cubicBezTo>
                  <a:pt x="10" y="36"/>
                  <a:pt x="10" y="36"/>
                  <a:pt x="10" y="36"/>
                </a:cubicBezTo>
                <a:cubicBezTo>
                  <a:pt x="7" y="36"/>
                  <a:pt x="5" y="35"/>
                  <a:pt x="3" y="33"/>
                </a:cubicBezTo>
                <a:cubicBezTo>
                  <a:pt x="1" y="32"/>
                  <a:pt x="0" y="30"/>
                  <a:pt x="0" y="27"/>
                </a:cubicBezTo>
                <a:cubicBezTo>
                  <a:pt x="0" y="9"/>
                  <a:pt x="0" y="9"/>
                  <a:pt x="0" y="9"/>
                </a:cubicBezTo>
                <a:cubicBezTo>
                  <a:pt x="0" y="6"/>
                  <a:pt x="1" y="4"/>
                  <a:pt x="3" y="2"/>
                </a:cubicBezTo>
                <a:cubicBezTo>
                  <a:pt x="5" y="1"/>
                  <a:pt x="7" y="0"/>
                  <a:pt x="10" y="0"/>
                </a:cubicBezTo>
                <a:cubicBezTo>
                  <a:pt x="125" y="0"/>
                  <a:pt x="125" y="0"/>
                  <a:pt x="125" y="0"/>
                </a:cubicBezTo>
                <a:cubicBezTo>
                  <a:pt x="127" y="0"/>
                  <a:pt x="129" y="1"/>
                  <a:pt x="131" y="2"/>
                </a:cubicBezTo>
                <a:cubicBezTo>
                  <a:pt x="133" y="4"/>
                  <a:pt x="134" y="6"/>
                  <a:pt x="134" y="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02" name="Freeform 104"/>
          <p:cNvSpPr>
            <a:spLocks/>
          </p:cNvSpPr>
          <p:nvPr/>
        </p:nvSpPr>
        <p:spPr bwMode="auto">
          <a:xfrm>
            <a:off x="6862109" y="2252283"/>
            <a:ext cx="194499" cy="209627"/>
          </a:xfrm>
          <a:custGeom>
            <a:avLst/>
            <a:gdLst>
              <a:gd name="T0" fmla="*/ 129 w 136"/>
              <a:gd name="T1" fmla="*/ 88 h 146"/>
              <a:gd name="T2" fmla="*/ 135 w 136"/>
              <a:gd name="T3" fmla="*/ 95 h 146"/>
              <a:gd name="T4" fmla="*/ 134 w 136"/>
              <a:gd name="T5" fmla="*/ 104 h 146"/>
              <a:gd name="T6" fmla="*/ 128 w 136"/>
              <a:gd name="T7" fmla="*/ 114 h 146"/>
              <a:gd name="T8" fmla="*/ 120 w 136"/>
              <a:gd name="T9" fmla="*/ 120 h 146"/>
              <a:gd name="T10" fmla="*/ 111 w 136"/>
              <a:gd name="T11" fmla="*/ 119 h 146"/>
              <a:gd name="T12" fmla="*/ 86 w 136"/>
              <a:gd name="T13" fmla="*/ 104 h 146"/>
              <a:gd name="T14" fmla="*/ 86 w 136"/>
              <a:gd name="T15" fmla="*/ 133 h 146"/>
              <a:gd name="T16" fmla="*/ 82 w 136"/>
              <a:gd name="T17" fmla="*/ 142 h 146"/>
              <a:gd name="T18" fmla="*/ 74 w 136"/>
              <a:gd name="T19" fmla="*/ 146 h 146"/>
              <a:gd name="T20" fmla="*/ 62 w 136"/>
              <a:gd name="T21" fmla="*/ 146 h 146"/>
              <a:gd name="T22" fmla="*/ 53 w 136"/>
              <a:gd name="T23" fmla="*/ 142 h 146"/>
              <a:gd name="T24" fmla="*/ 50 w 136"/>
              <a:gd name="T25" fmla="*/ 133 h 146"/>
              <a:gd name="T26" fmla="*/ 50 w 136"/>
              <a:gd name="T27" fmla="*/ 104 h 146"/>
              <a:gd name="T28" fmla="*/ 25 w 136"/>
              <a:gd name="T29" fmla="*/ 119 h 146"/>
              <a:gd name="T30" fmla="*/ 15 w 136"/>
              <a:gd name="T31" fmla="*/ 120 h 146"/>
              <a:gd name="T32" fmla="*/ 8 w 136"/>
              <a:gd name="T33" fmla="*/ 114 h 146"/>
              <a:gd name="T34" fmla="*/ 2 w 136"/>
              <a:gd name="T35" fmla="*/ 104 h 146"/>
              <a:gd name="T36" fmla="*/ 1 w 136"/>
              <a:gd name="T37" fmla="*/ 95 h 146"/>
              <a:gd name="T38" fmla="*/ 6 w 136"/>
              <a:gd name="T39" fmla="*/ 88 h 146"/>
              <a:gd name="T40" fmla="*/ 32 w 136"/>
              <a:gd name="T41" fmla="*/ 73 h 146"/>
              <a:gd name="T42" fmla="*/ 6 w 136"/>
              <a:gd name="T43" fmla="*/ 58 h 146"/>
              <a:gd name="T44" fmla="*/ 1 w 136"/>
              <a:gd name="T45" fmla="*/ 51 h 146"/>
              <a:gd name="T46" fmla="*/ 2 w 136"/>
              <a:gd name="T47" fmla="*/ 42 h 146"/>
              <a:gd name="T48" fmla="*/ 8 w 136"/>
              <a:gd name="T49" fmla="*/ 31 h 146"/>
              <a:gd name="T50" fmla="*/ 15 w 136"/>
              <a:gd name="T51" fmla="*/ 26 h 146"/>
              <a:gd name="T52" fmla="*/ 25 w 136"/>
              <a:gd name="T53" fmla="*/ 27 h 146"/>
              <a:gd name="T54" fmla="*/ 50 w 136"/>
              <a:gd name="T55" fmla="*/ 41 h 146"/>
              <a:gd name="T56" fmla="*/ 50 w 136"/>
              <a:gd name="T57" fmla="*/ 12 h 146"/>
              <a:gd name="T58" fmla="*/ 53 w 136"/>
              <a:gd name="T59" fmla="*/ 4 h 146"/>
              <a:gd name="T60" fmla="*/ 62 w 136"/>
              <a:gd name="T61" fmla="*/ 0 h 146"/>
              <a:gd name="T62" fmla="*/ 74 w 136"/>
              <a:gd name="T63" fmla="*/ 0 h 146"/>
              <a:gd name="T64" fmla="*/ 82 w 136"/>
              <a:gd name="T65" fmla="*/ 4 h 146"/>
              <a:gd name="T66" fmla="*/ 86 w 136"/>
              <a:gd name="T67" fmla="*/ 12 h 146"/>
              <a:gd name="T68" fmla="*/ 86 w 136"/>
              <a:gd name="T69" fmla="*/ 41 h 146"/>
              <a:gd name="T70" fmla="*/ 111 w 136"/>
              <a:gd name="T71" fmla="*/ 27 h 146"/>
              <a:gd name="T72" fmla="*/ 120 w 136"/>
              <a:gd name="T73" fmla="*/ 26 h 146"/>
              <a:gd name="T74" fmla="*/ 128 w 136"/>
              <a:gd name="T75" fmla="*/ 31 h 146"/>
              <a:gd name="T76" fmla="*/ 134 w 136"/>
              <a:gd name="T77" fmla="*/ 42 h 146"/>
              <a:gd name="T78" fmla="*/ 135 w 136"/>
              <a:gd name="T79" fmla="*/ 51 h 146"/>
              <a:gd name="T80" fmla="*/ 129 w 136"/>
              <a:gd name="T81" fmla="*/ 58 h 146"/>
              <a:gd name="T82" fmla="*/ 104 w 136"/>
              <a:gd name="T83" fmla="*/ 73 h 146"/>
              <a:gd name="T84" fmla="*/ 129 w 136"/>
              <a:gd name="T85" fmla="*/ 88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36" h="146">
                <a:moveTo>
                  <a:pt x="129" y="88"/>
                </a:moveTo>
                <a:cubicBezTo>
                  <a:pt x="132" y="89"/>
                  <a:pt x="134" y="92"/>
                  <a:pt x="135" y="95"/>
                </a:cubicBezTo>
                <a:cubicBezTo>
                  <a:pt x="136" y="98"/>
                  <a:pt x="135" y="101"/>
                  <a:pt x="134" y="104"/>
                </a:cubicBezTo>
                <a:cubicBezTo>
                  <a:pt x="128" y="114"/>
                  <a:pt x="128" y="114"/>
                  <a:pt x="128" y="114"/>
                </a:cubicBezTo>
                <a:cubicBezTo>
                  <a:pt x="126" y="117"/>
                  <a:pt x="124" y="119"/>
                  <a:pt x="120" y="120"/>
                </a:cubicBezTo>
                <a:cubicBezTo>
                  <a:pt x="117" y="121"/>
                  <a:pt x="114" y="121"/>
                  <a:pt x="111" y="119"/>
                </a:cubicBezTo>
                <a:cubicBezTo>
                  <a:pt x="86" y="104"/>
                  <a:pt x="86" y="104"/>
                  <a:pt x="86" y="104"/>
                </a:cubicBezTo>
                <a:cubicBezTo>
                  <a:pt x="86" y="133"/>
                  <a:pt x="86" y="133"/>
                  <a:pt x="86" y="133"/>
                </a:cubicBezTo>
                <a:cubicBezTo>
                  <a:pt x="86" y="137"/>
                  <a:pt x="85" y="140"/>
                  <a:pt x="82" y="142"/>
                </a:cubicBezTo>
                <a:cubicBezTo>
                  <a:pt x="80" y="144"/>
                  <a:pt x="77" y="146"/>
                  <a:pt x="74" y="146"/>
                </a:cubicBezTo>
                <a:cubicBezTo>
                  <a:pt x="62" y="146"/>
                  <a:pt x="62" y="146"/>
                  <a:pt x="62" y="146"/>
                </a:cubicBezTo>
                <a:cubicBezTo>
                  <a:pt x="58" y="146"/>
                  <a:pt x="56" y="144"/>
                  <a:pt x="53" y="142"/>
                </a:cubicBezTo>
                <a:cubicBezTo>
                  <a:pt x="51" y="140"/>
                  <a:pt x="50" y="137"/>
                  <a:pt x="50" y="133"/>
                </a:cubicBezTo>
                <a:cubicBezTo>
                  <a:pt x="50" y="104"/>
                  <a:pt x="50" y="104"/>
                  <a:pt x="50" y="104"/>
                </a:cubicBezTo>
                <a:cubicBezTo>
                  <a:pt x="25" y="119"/>
                  <a:pt x="25" y="119"/>
                  <a:pt x="25" y="119"/>
                </a:cubicBezTo>
                <a:cubicBezTo>
                  <a:pt x="22" y="121"/>
                  <a:pt x="19" y="121"/>
                  <a:pt x="15" y="120"/>
                </a:cubicBezTo>
                <a:cubicBezTo>
                  <a:pt x="12" y="119"/>
                  <a:pt x="10" y="117"/>
                  <a:pt x="8" y="114"/>
                </a:cubicBezTo>
                <a:cubicBezTo>
                  <a:pt x="2" y="104"/>
                  <a:pt x="2" y="104"/>
                  <a:pt x="2" y="104"/>
                </a:cubicBezTo>
                <a:cubicBezTo>
                  <a:pt x="0" y="101"/>
                  <a:pt x="0" y="98"/>
                  <a:pt x="1" y="95"/>
                </a:cubicBezTo>
                <a:cubicBezTo>
                  <a:pt x="2" y="92"/>
                  <a:pt x="3" y="89"/>
                  <a:pt x="6" y="88"/>
                </a:cubicBezTo>
                <a:cubicBezTo>
                  <a:pt x="32" y="73"/>
                  <a:pt x="32" y="73"/>
                  <a:pt x="32" y="73"/>
                </a:cubicBezTo>
                <a:cubicBezTo>
                  <a:pt x="6" y="58"/>
                  <a:pt x="6" y="58"/>
                  <a:pt x="6" y="58"/>
                </a:cubicBezTo>
                <a:cubicBezTo>
                  <a:pt x="3" y="57"/>
                  <a:pt x="2" y="54"/>
                  <a:pt x="1" y="51"/>
                </a:cubicBezTo>
                <a:cubicBezTo>
                  <a:pt x="0" y="48"/>
                  <a:pt x="0" y="45"/>
                  <a:pt x="2" y="42"/>
                </a:cubicBezTo>
                <a:cubicBezTo>
                  <a:pt x="8" y="31"/>
                  <a:pt x="8" y="31"/>
                  <a:pt x="8" y="31"/>
                </a:cubicBezTo>
                <a:cubicBezTo>
                  <a:pt x="10" y="29"/>
                  <a:pt x="12" y="27"/>
                  <a:pt x="15" y="26"/>
                </a:cubicBezTo>
                <a:cubicBezTo>
                  <a:pt x="19" y="25"/>
                  <a:pt x="22" y="25"/>
                  <a:pt x="25" y="27"/>
                </a:cubicBezTo>
                <a:cubicBezTo>
                  <a:pt x="50" y="41"/>
                  <a:pt x="50" y="41"/>
                  <a:pt x="50" y="41"/>
                </a:cubicBezTo>
                <a:cubicBezTo>
                  <a:pt x="50" y="12"/>
                  <a:pt x="50" y="12"/>
                  <a:pt x="50" y="12"/>
                </a:cubicBezTo>
                <a:cubicBezTo>
                  <a:pt x="50" y="9"/>
                  <a:pt x="51" y="6"/>
                  <a:pt x="53" y="4"/>
                </a:cubicBezTo>
                <a:cubicBezTo>
                  <a:pt x="56" y="2"/>
                  <a:pt x="58" y="0"/>
                  <a:pt x="62" y="0"/>
                </a:cubicBezTo>
                <a:cubicBezTo>
                  <a:pt x="74" y="0"/>
                  <a:pt x="74" y="0"/>
                  <a:pt x="74" y="0"/>
                </a:cubicBezTo>
                <a:cubicBezTo>
                  <a:pt x="77" y="0"/>
                  <a:pt x="80" y="2"/>
                  <a:pt x="82" y="4"/>
                </a:cubicBezTo>
                <a:cubicBezTo>
                  <a:pt x="85" y="6"/>
                  <a:pt x="86" y="9"/>
                  <a:pt x="86" y="12"/>
                </a:cubicBezTo>
                <a:cubicBezTo>
                  <a:pt x="86" y="41"/>
                  <a:pt x="86" y="41"/>
                  <a:pt x="86" y="41"/>
                </a:cubicBezTo>
                <a:cubicBezTo>
                  <a:pt x="111" y="27"/>
                  <a:pt x="111" y="27"/>
                  <a:pt x="111" y="27"/>
                </a:cubicBezTo>
                <a:cubicBezTo>
                  <a:pt x="114" y="25"/>
                  <a:pt x="117" y="25"/>
                  <a:pt x="120" y="26"/>
                </a:cubicBezTo>
                <a:cubicBezTo>
                  <a:pt x="124" y="27"/>
                  <a:pt x="126" y="29"/>
                  <a:pt x="128" y="31"/>
                </a:cubicBezTo>
                <a:cubicBezTo>
                  <a:pt x="134" y="42"/>
                  <a:pt x="134" y="42"/>
                  <a:pt x="134" y="42"/>
                </a:cubicBezTo>
                <a:cubicBezTo>
                  <a:pt x="135" y="45"/>
                  <a:pt x="136" y="48"/>
                  <a:pt x="135" y="51"/>
                </a:cubicBezTo>
                <a:cubicBezTo>
                  <a:pt x="134" y="54"/>
                  <a:pt x="132" y="57"/>
                  <a:pt x="129" y="58"/>
                </a:cubicBezTo>
                <a:cubicBezTo>
                  <a:pt x="104" y="73"/>
                  <a:pt x="104" y="73"/>
                  <a:pt x="104" y="73"/>
                </a:cubicBezTo>
                <a:lnTo>
                  <a:pt x="129" y="88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03" name="Freeform 105"/>
          <p:cNvSpPr>
            <a:spLocks noEditPoints="1"/>
          </p:cNvSpPr>
          <p:nvPr/>
        </p:nvSpPr>
        <p:spPr bwMode="auto">
          <a:xfrm>
            <a:off x="7130085" y="2252283"/>
            <a:ext cx="209627" cy="209627"/>
          </a:xfrm>
          <a:custGeom>
            <a:avLst/>
            <a:gdLst>
              <a:gd name="T0" fmla="*/ 36 w 145"/>
              <a:gd name="T1" fmla="*/ 10 h 146"/>
              <a:gd name="T2" fmla="*/ 73 w 145"/>
              <a:gd name="T3" fmla="*/ 0 h 146"/>
              <a:gd name="T4" fmla="*/ 109 w 145"/>
              <a:gd name="T5" fmla="*/ 10 h 146"/>
              <a:gd name="T6" fmla="*/ 136 w 145"/>
              <a:gd name="T7" fmla="*/ 37 h 146"/>
              <a:gd name="T8" fmla="*/ 145 w 145"/>
              <a:gd name="T9" fmla="*/ 73 h 146"/>
              <a:gd name="T10" fmla="*/ 136 w 145"/>
              <a:gd name="T11" fmla="*/ 109 h 146"/>
              <a:gd name="T12" fmla="*/ 109 w 145"/>
              <a:gd name="T13" fmla="*/ 136 h 146"/>
              <a:gd name="T14" fmla="*/ 73 w 145"/>
              <a:gd name="T15" fmla="*/ 146 h 146"/>
              <a:gd name="T16" fmla="*/ 36 w 145"/>
              <a:gd name="T17" fmla="*/ 136 h 146"/>
              <a:gd name="T18" fmla="*/ 10 w 145"/>
              <a:gd name="T19" fmla="*/ 109 h 146"/>
              <a:gd name="T20" fmla="*/ 0 w 145"/>
              <a:gd name="T21" fmla="*/ 73 h 146"/>
              <a:gd name="T22" fmla="*/ 10 w 145"/>
              <a:gd name="T23" fmla="*/ 37 h 146"/>
              <a:gd name="T24" fmla="*/ 36 w 145"/>
              <a:gd name="T25" fmla="*/ 10 h 146"/>
              <a:gd name="T26" fmla="*/ 85 w 145"/>
              <a:gd name="T27" fmla="*/ 86 h 146"/>
              <a:gd name="T28" fmla="*/ 86 w 145"/>
              <a:gd name="T29" fmla="*/ 27 h 146"/>
              <a:gd name="T30" fmla="*/ 85 w 145"/>
              <a:gd name="T31" fmla="*/ 25 h 146"/>
              <a:gd name="T32" fmla="*/ 83 w 145"/>
              <a:gd name="T33" fmla="*/ 25 h 146"/>
              <a:gd name="T34" fmla="*/ 62 w 145"/>
              <a:gd name="T35" fmla="*/ 25 h 146"/>
              <a:gd name="T36" fmla="*/ 60 w 145"/>
              <a:gd name="T37" fmla="*/ 25 h 146"/>
              <a:gd name="T38" fmla="*/ 59 w 145"/>
              <a:gd name="T39" fmla="*/ 27 h 146"/>
              <a:gd name="T40" fmla="*/ 61 w 145"/>
              <a:gd name="T41" fmla="*/ 86 h 146"/>
              <a:gd name="T42" fmla="*/ 62 w 145"/>
              <a:gd name="T43" fmla="*/ 87 h 146"/>
              <a:gd name="T44" fmla="*/ 64 w 145"/>
              <a:gd name="T45" fmla="*/ 88 h 146"/>
              <a:gd name="T46" fmla="*/ 81 w 145"/>
              <a:gd name="T47" fmla="*/ 88 h 146"/>
              <a:gd name="T48" fmla="*/ 84 w 145"/>
              <a:gd name="T49" fmla="*/ 87 h 146"/>
              <a:gd name="T50" fmla="*/ 85 w 145"/>
              <a:gd name="T51" fmla="*/ 86 h 146"/>
              <a:gd name="T52" fmla="*/ 85 w 145"/>
              <a:gd name="T53" fmla="*/ 118 h 146"/>
              <a:gd name="T54" fmla="*/ 85 w 145"/>
              <a:gd name="T55" fmla="*/ 100 h 146"/>
              <a:gd name="T56" fmla="*/ 84 w 145"/>
              <a:gd name="T57" fmla="*/ 98 h 146"/>
              <a:gd name="T58" fmla="*/ 82 w 145"/>
              <a:gd name="T59" fmla="*/ 97 h 146"/>
              <a:gd name="T60" fmla="*/ 64 w 145"/>
              <a:gd name="T61" fmla="*/ 97 h 146"/>
              <a:gd name="T62" fmla="*/ 61 w 145"/>
              <a:gd name="T63" fmla="*/ 98 h 146"/>
              <a:gd name="T64" fmla="*/ 61 w 145"/>
              <a:gd name="T65" fmla="*/ 100 h 146"/>
              <a:gd name="T66" fmla="*/ 61 w 145"/>
              <a:gd name="T67" fmla="*/ 118 h 146"/>
              <a:gd name="T68" fmla="*/ 61 w 145"/>
              <a:gd name="T69" fmla="*/ 120 h 146"/>
              <a:gd name="T70" fmla="*/ 64 w 145"/>
              <a:gd name="T71" fmla="*/ 121 h 146"/>
              <a:gd name="T72" fmla="*/ 82 w 145"/>
              <a:gd name="T73" fmla="*/ 121 h 146"/>
              <a:gd name="T74" fmla="*/ 84 w 145"/>
              <a:gd name="T75" fmla="*/ 120 h 146"/>
              <a:gd name="T76" fmla="*/ 85 w 145"/>
              <a:gd name="T77" fmla="*/ 118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45" h="146">
                <a:moveTo>
                  <a:pt x="36" y="10"/>
                </a:moveTo>
                <a:cubicBezTo>
                  <a:pt x="47" y="4"/>
                  <a:pt x="59" y="0"/>
                  <a:pt x="73" y="0"/>
                </a:cubicBezTo>
                <a:cubicBezTo>
                  <a:pt x="86" y="0"/>
                  <a:pt x="98" y="4"/>
                  <a:pt x="109" y="10"/>
                </a:cubicBezTo>
                <a:cubicBezTo>
                  <a:pt x="120" y="17"/>
                  <a:pt x="129" y="25"/>
                  <a:pt x="136" y="37"/>
                </a:cubicBezTo>
                <a:cubicBezTo>
                  <a:pt x="142" y="48"/>
                  <a:pt x="145" y="60"/>
                  <a:pt x="145" y="73"/>
                </a:cubicBezTo>
                <a:cubicBezTo>
                  <a:pt x="145" y="86"/>
                  <a:pt x="142" y="98"/>
                  <a:pt x="136" y="109"/>
                </a:cubicBezTo>
                <a:cubicBezTo>
                  <a:pt x="129" y="121"/>
                  <a:pt x="120" y="129"/>
                  <a:pt x="109" y="136"/>
                </a:cubicBezTo>
                <a:cubicBezTo>
                  <a:pt x="98" y="142"/>
                  <a:pt x="86" y="146"/>
                  <a:pt x="73" y="146"/>
                </a:cubicBezTo>
                <a:cubicBezTo>
                  <a:pt x="59" y="146"/>
                  <a:pt x="47" y="142"/>
                  <a:pt x="36" y="136"/>
                </a:cubicBezTo>
                <a:cubicBezTo>
                  <a:pt x="25" y="129"/>
                  <a:pt x="16" y="121"/>
                  <a:pt x="10" y="109"/>
                </a:cubicBezTo>
                <a:cubicBezTo>
                  <a:pt x="3" y="98"/>
                  <a:pt x="0" y="86"/>
                  <a:pt x="0" y="73"/>
                </a:cubicBezTo>
                <a:cubicBezTo>
                  <a:pt x="0" y="60"/>
                  <a:pt x="3" y="48"/>
                  <a:pt x="10" y="37"/>
                </a:cubicBezTo>
                <a:cubicBezTo>
                  <a:pt x="16" y="25"/>
                  <a:pt x="25" y="17"/>
                  <a:pt x="36" y="10"/>
                </a:cubicBezTo>
                <a:close/>
                <a:moveTo>
                  <a:pt x="85" y="86"/>
                </a:moveTo>
                <a:cubicBezTo>
                  <a:pt x="86" y="27"/>
                  <a:pt x="86" y="27"/>
                  <a:pt x="86" y="27"/>
                </a:cubicBezTo>
                <a:cubicBezTo>
                  <a:pt x="86" y="26"/>
                  <a:pt x="86" y="26"/>
                  <a:pt x="85" y="25"/>
                </a:cubicBezTo>
                <a:cubicBezTo>
                  <a:pt x="85" y="25"/>
                  <a:pt x="84" y="25"/>
                  <a:pt x="83" y="25"/>
                </a:cubicBezTo>
                <a:cubicBezTo>
                  <a:pt x="62" y="25"/>
                  <a:pt x="62" y="25"/>
                  <a:pt x="62" y="25"/>
                </a:cubicBezTo>
                <a:cubicBezTo>
                  <a:pt x="61" y="25"/>
                  <a:pt x="61" y="25"/>
                  <a:pt x="60" y="25"/>
                </a:cubicBezTo>
                <a:cubicBezTo>
                  <a:pt x="59" y="26"/>
                  <a:pt x="59" y="26"/>
                  <a:pt x="59" y="27"/>
                </a:cubicBezTo>
                <a:cubicBezTo>
                  <a:pt x="61" y="86"/>
                  <a:pt x="61" y="86"/>
                  <a:pt x="61" y="86"/>
                </a:cubicBezTo>
                <a:cubicBezTo>
                  <a:pt x="61" y="86"/>
                  <a:pt x="61" y="87"/>
                  <a:pt x="62" y="87"/>
                </a:cubicBezTo>
                <a:cubicBezTo>
                  <a:pt x="62" y="88"/>
                  <a:pt x="63" y="88"/>
                  <a:pt x="64" y="88"/>
                </a:cubicBezTo>
                <a:cubicBezTo>
                  <a:pt x="81" y="88"/>
                  <a:pt x="81" y="88"/>
                  <a:pt x="81" y="88"/>
                </a:cubicBezTo>
                <a:cubicBezTo>
                  <a:pt x="82" y="88"/>
                  <a:pt x="83" y="88"/>
                  <a:pt x="84" y="87"/>
                </a:cubicBezTo>
                <a:cubicBezTo>
                  <a:pt x="84" y="87"/>
                  <a:pt x="84" y="86"/>
                  <a:pt x="85" y="86"/>
                </a:cubicBezTo>
                <a:close/>
                <a:moveTo>
                  <a:pt x="85" y="118"/>
                </a:moveTo>
                <a:cubicBezTo>
                  <a:pt x="85" y="100"/>
                  <a:pt x="85" y="100"/>
                  <a:pt x="85" y="100"/>
                </a:cubicBezTo>
                <a:cubicBezTo>
                  <a:pt x="85" y="99"/>
                  <a:pt x="84" y="99"/>
                  <a:pt x="84" y="98"/>
                </a:cubicBezTo>
                <a:cubicBezTo>
                  <a:pt x="83" y="97"/>
                  <a:pt x="83" y="97"/>
                  <a:pt x="82" y="97"/>
                </a:cubicBezTo>
                <a:cubicBezTo>
                  <a:pt x="64" y="97"/>
                  <a:pt x="64" y="97"/>
                  <a:pt x="64" y="97"/>
                </a:cubicBezTo>
                <a:cubicBezTo>
                  <a:pt x="63" y="97"/>
                  <a:pt x="62" y="97"/>
                  <a:pt x="61" y="98"/>
                </a:cubicBezTo>
                <a:cubicBezTo>
                  <a:pt x="61" y="99"/>
                  <a:pt x="61" y="99"/>
                  <a:pt x="61" y="100"/>
                </a:cubicBezTo>
                <a:cubicBezTo>
                  <a:pt x="61" y="118"/>
                  <a:pt x="61" y="118"/>
                  <a:pt x="61" y="118"/>
                </a:cubicBezTo>
                <a:cubicBezTo>
                  <a:pt x="61" y="119"/>
                  <a:pt x="61" y="120"/>
                  <a:pt x="61" y="120"/>
                </a:cubicBezTo>
                <a:cubicBezTo>
                  <a:pt x="62" y="121"/>
                  <a:pt x="63" y="121"/>
                  <a:pt x="64" y="121"/>
                </a:cubicBezTo>
                <a:cubicBezTo>
                  <a:pt x="82" y="121"/>
                  <a:pt x="82" y="121"/>
                  <a:pt x="82" y="121"/>
                </a:cubicBezTo>
                <a:cubicBezTo>
                  <a:pt x="83" y="121"/>
                  <a:pt x="83" y="121"/>
                  <a:pt x="84" y="120"/>
                </a:cubicBezTo>
                <a:cubicBezTo>
                  <a:pt x="84" y="120"/>
                  <a:pt x="85" y="119"/>
                  <a:pt x="85" y="118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04" name="Freeform 106"/>
          <p:cNvSpPr>
            <a:spLocks noEditPoints="1"/>
          </p:cNvSpPr>
          <p:nvPr/>
        </p:nvSpPr>
        <p:spPr bwMode="auto">
          <a:xfrm>
            <a:off x="7398061" y="2260927"/>
            <a:ext cx="209627" cy="181532"/>
          </a:xfrm>
          <a:custGeom>
            <a:avLst/>
            <a:gdLst>
              <a:gd name="T0" fmla="*/ 145 w 145"/>
              <a:gd name="T1" fmla="*/ 46 h 127"/>
              <a:gd name="T2" fmla="*/ 145 w 145"/>
              <a:gd name="T3" fmla="*/ 76 h 127"/>
              <a:gd name="T4" fmla="*/ 144 w 145"/>
              <a:gd name="T5" fmla="*/ 78 h 127"/>
              <a:gd name="T6" fmla="*/ 142 w 145"/>
              <a:gd name="T7" fmla="*/ 79 h 127"/>
              <a:gd name="T8" fmla="*/ 133 w 145"/>
              <a:gd name="T9" fmla="*/ 79 h 127"/>
              <a:gd name="T10" fmla="*/ 133 w 145"/>
              <a:gd name="T11" fmla="*/ 118 h 127"/>
              <a:gd name="T12" fmla="*/ 130 w 145"/>
              <a:gd name="T13" fmla="*/ 125 h 127"/>
              <a:gd name="T14" fmla="*/ 124 w 145"/>
              <a:gd name="T15" fmla="*/ 127 h 127"/>
              <a:gd name="T16" fmla="*/ 21 w 145"/>
              <a:gd name="T17" fmla="*/ 127 h 127"/>
              <a:gd name="T18" fmla="*/ 15 w 145"/>
              <a:gd name="T19" fmla="*/ 125 h 127"/>
              <a:gd name="T20" fmla="*/ 12 w 145"/>
              <a:gd name="T21" fmla="*/ 118 h 127"/>
              <a:gd name="T22" fmla="*/ 12 w 145"/>
              <a:gd name="T23" fmla="*/ 79 h 127"/>
              <a:gd name="T24" fmla="*/ 3 w 145"/>
              <a:gd name="T25" fmla="*/ 79 h 127"/>
              <a:gd name="T26" fmla="*/ 1 w 145"/>
              <a:gd name="T27" fmla="*/ 78 h 127"/>
              <a:gd name="T28" fmla="*/ 0 w 145"/>
              <a:gd name="T29" fmla="*/ 76 h 127"/>
              <a:gd name="T30" fmla="*/ 0 w 145"/>
              <a:gd name="T31" fmla="*/ 46 h 127"/>
              <a:gd name="T32" fmla="*/ 1 w 145"/>
              <a:gd name="T33" fmla="*/ 44 h 127"/>
              <a:gd name="T34" fmla="*/ 3 w 145"/>
              <a:gd name="T35" fmla="*/ 43 h 127"/>
              <a:gd name="T36" fmla="*/ 44 w 145"/>
              <a:gd name="T37" fmla="*/ 43 h 127"/>
              <a:gd name="T38" fmla="*/ 29 w 145"/>
              <a:gd name="T39" fmla="*/ 37 h 127"/>
              <a:gd name="T40" fmla="*/ 23 w 145"/>
              <a:gd name="T41" fmla="*/ 22 h 127"/>
              <a:gd name="T42" fmla="*/ 29 w 145"/>
              <a:gd name="T43" fmla="*/ 7 h 127"/>
              <a:gd name="T44" fmla="*/ 44 w 145"/>
              <a:gd name="T45" fmla="*/ 0 h 127"/>
              <a:gd name="T46" fmla="*/ 60 w 145"/>
              <a:gd name="T47" fmla="*/ 8 h 127"/>
              <a:gd name="T48" fmla="*/ 72 w 145"/>
              <a:gd name="T49" fmla="*/ 23 h 127"/>
              <a:gd name="T50" fmla="*/ 85 w 145"/>
              <a:gd name="T51" fmla="*/ 8 h 127"/>
              <a:gd name="T52" fmla="*/ 100 w 145"/>
              <a:gd name="T53" fmla="*/ 0 h 127"/>
              <a:gd name="T54" fmla="*/ 115 w 145"/>
              <a:gd name="T55" fmla="*/ 7 h 127"/>
              <a:gd name="T56" fmla="*/ 122 w 145"/>
              <a:gd name="T57" fmla="*/ 22 h 127"/>
              <a:gd name="T58" fmla="*/ 115 w 145"/>
              <a:gd name="T59" fmla="*/ 37 h 127"/>
              <a:gd name="T60" fmla="*/ 100 w 145"/>
              <a:gd name="T61" fmla="*/ 43 h 127"/>
              <a:gd name="T62" fmla="*/ 142 w 145"/>
              <a:gd name="T63" fmla="*/ 43 h 127"/>
              <a:gd name="T64" fmla="*/ 144 w 145"/>
              <a:gd name="T65" fmla="*/ 44 h 127"/>
              <a:gd name="T66" fmla="*/ 145 w 145"/>
              <a:gd name="T67" fmla="*/ 46 h 127"/>
              <a:gd name="T68" fmla="*/ 44 w 145"/>
              <a:gd name="T69" fmla="*/ 31 h 127"/>
              <a:gd name="T70" fmla="*/ 63 w 145"/>
              <a:gd name="T71" fmla="*/ 31 h 127"/>
              <a:gd name="T72" fmla="*/ 51 w 145"/>
              <a:gd name="T73" fmla="*/ 15 h 127"/>
              <a:gd name="T74" fmla="*/ 44 w 145"/>
              <a:gd name="T75" fmla="*/ 12 h 127"/>
              <a:gd name="T76" fmla="*/ 38 w 145"/>
              <a:gd name="T77" fmla="*/ 15 h 127"/>
              <a:gd name="T78" fmla="*/ 35 w 145"/>
              <a:gd name="T79" fmla="*/ 22 h 127"/>
              <a:gd name="T80" fmla="*/ 38 w 145"/>
              <a:gd name="T81" fmla="*/ 28 h 127"/>
              <a:gd name="T82" fmla="*/ 44 w 145"/>
              <a:gd name="T83" fmla="*/ 31 h 127"/>
              <a:gd name="T84" fmla="*/ 88 w 145"/>
              <a:gd name="T85" fmla="*/ 110 h 127"/>
              <a:gd name="T86" fmla="*/ 88 w 145"/>
              <a:gd name="T87" fmla="*/ 105 h 127"/>
              <a:gd name="T88" fmla="*/ 88 w 145"/>
              <a:gd name="T89" fmla="*/ 61 h 127"/>
              <a:gd name="T90" fmla="*/ 88 w 145"/>
              <a:gd name="T91" fmla="*/ 43 h 127"/>
              <a:gd name="T92" fmla="*/ 57 w 145"/>
              <a:gd name="T93" fmla="*/ 43 h 127"/>
              <a:gd name="T94" fmla="*/ 57 w 145"/>
              <a:gd name="T95" fmla="*/ 61 h 127"/>
              <a:gd name="T96" fmla="*/ 57 w 145"/>
              <a:gd name="T97" fmla="*/ 105 h 127"/>
              <a:gd name="T98" fmla="*/ 57 w 145"/>
              <a:gd name="T99" fmla="*/ 110 h 127"/>
              <a:gd name="T100" fmla="*/ 59 w 145"/>
              <a:gd name="T101" fmla="*/ 114 h 127"/>
              <a:gd name="T102" fmla="*/ 63 w 145"/>
              <a:gd name="T103" fmla="*/ 115 h 127"/>
              <a:gd name="T104" fmla="*/ 81 w 145"/>
              <a:gd name="T105" fmla="*/ 115 h 127"/>
              <a:gd name="T106" fmla="*/ 86 w 145"/>
              <a:gd name="T107" fmla="*/ 114 h 127"/>
              <a:gd name="T108" fmla="*/ 88 w 145"/>
              <a:gd name="T109" fmla="*/ 110 h 127"/>
              <a:gd name="T110" fmla="*/ 107 w 145"/>
              <a:gd name="T111" fmla="*/ 28 h 127"/>
              <a:gd name="T112" fmla="*/ 109 w 145"/>
              <a:gd name="T113" fmla="*/ 22 h 127"/>
              <a:gd name="T114" fmla="*/ 107 w 145"/>
              <a:gd name="T115" fmla="*/ 15 h 127"/>
              <a:gd name="T116" fmla="*/ 100 w 145"/>
              <a:gd name="T117" fmla="*/ 12 h 127"/>
              <a:gd name="T118" fmla="*/ 94 w 145"/>
              <a:gd name="T119" fmla="*/ 15 h 127"/>
              <a:gd name="T120" fmla="*/ 82 w 145"/>
              <a:gd name="T121" fmla="*/ 31 h 127"/>
              <a:gd name="T122" fmla="*/ 100 w 145"/>
              <a:gd name="T123" fmla="*/ 31 h 127"/>
              <a:gd name="T124" fmla="*/ 107 w 145"/>
              <a:gd name="T125" fmla="*/ 28 h 1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45" h="127">
                <a:moveTo>
                  <a:pt x="145" y="46"/>
                </a:moveTo>
                <a:cubicBezTo>
                  <a:pt x="145" y="76"/>
                  <a:pt x="145" y="76"/>
                  <a:pt x="145" y="76"/>
                </a:cubicBezTo>
                <a:cubicBezTo>
                  <a:pt x="145" y="77"/>
                  <a:pt x="145" y="78"/>
                  <a:pt x="144" y="78"/>
                </a:cubicBezTo>
                <a:cubicBezTo>
                  <a:pt x="144" y="79"/>
                  <a:pt x="143" y="79"/>
                  <a:pt x="142" y="79"/>
                </a:cubicBezTo>
                <a:cubicBezTo>
                  <a:pt x="133" y="79"/>
                  <a:pt x="133" y="79"/>
                  <a:pt x="133" y="79"/>
                </a:cubicBezTo>
                <a:cubicBezTo>
                  <a:pt x="133" y="118"/>
                  <a:pt x="133" y="118"/>
                  <a:pt x="133" y="118"/>
                </a:cubicBezTo>
                <a:cubicBezTo>
                  <a:pt x="133" y="121"/>
                  <a:pt x="132" y="123"/>
                  <a:pt x="130" y="125"/>
                </a:cubicBezTo>
                <a:cubicBezTo>
                  <a:pt x="128" y="127"/>
                  <a:pt x="126" y="127"/>
                  <a:pt x="124" y="127"/>
                </a:cubicBezTo>
                <a:cubicBezTo>
                  <a:pt x="21" y="127"/>
                  <a:pt x="21" y="127"/>
                  <a:pt x="21" y="127"/>
                </a:cubicBezTo>
                <a:cubicBezTo>
                  <a:pt x="18" y="127"/>
                  <a:pt x="16" y="127"/>
                  <a:pt x="15" y="125"/>
                </a:cubicBezTo>
                <a:cubicBezTo>
                  <a:pt x="13" y="123"/>
                  <a:pt x="12" y="121"/>
                  <a:pt x="12" y="118"/>
                </a:cubicBezTo>
                <a:cubicBezTo>
                  <a:pt x="12" y="79"/>
                  <a:pt x="12" y="79"/>
                  <a:pt x="12" y="79"/>
                </a:cubicBezTo>
                <a:cubicBezTo>
                  <a:pt x="3" y="79"/>
                  <a:pt x="3" y="79"/>
                  <a:pt x="3" y="79"/>
                </a:cubicBezTo>
                <a:cubicBezTo>
                  <a:pt x="2" y="79"/>
                  <a:pt x="1" y="79"/>
                  <a:pt x="1" y="78"/>
                </a:cubicBezTo>
                <a:cubicBezTo>
                  <a:pt x="0" y="78"/>
                  <a:pt x="0" y="77"/>
                  <a:pt x="0" y="76"/>
                </a:cubicBezTo>
                <a:cubicBezTo>
                  <a:pt x="0" y="46"/>
                  <a:pt x="0" y="46"/>
                  <a:pt x="0" y="46"/>
                </a:cubicBezTo>
                <a:cubicBezTo>
                  <a:pt x="0" y="45"/>
                  <a:pt x="0" y="44"/>
                  <a:pt x="1" y="44"/>
                </a:cubicBezTo>
                <a:cubicBezTo>
                  <a:pt x="1" y="43"/>
                  <a:pt x="2" y="43"/>
                  <a:pt x="3" y="43"/>
                </a:cubicBezTo>
                <a:cubicBezTo>
                  <a:pt x="44" y="43"/>
                  <a:pt x="44" y="43"/>
                  <a:pt x="44" y="43"/>
                </a:cubicBezTo>
                <a:cubicBezTo>
                  <a:pt x="39" y="43"/>
                  <a:pt x="34" y="41"/>
                  <a:pt x="29" y="37"/>
                </a:cubicBezTo>
                <a:cubicBezTo>
                  <a:pt x="25" y="32"/>
                  <a:pt x="23" y="27"/>
                  <a:pt x="23" y="22"/>
                </a:cubicBezTo>
                <a:cubicBezTo>
                  <a:pt x="23" y="16"/>
                  <a:pt x="25" y="11"/>
                  <a:pt x="29" y="7"/>
                </a:cubicBezTo>
                <a:cubicBezTo>
                  <a:pt x="34" y="2"/>
                  <a:pt x="39" y="0"/>
                  <a:pt x="44" y="0"/>
                </a:cubicBezTo>
                <a:cubicBezTo>
                  <a:pt x="51" y="0"/>
                  <a:pt x="56" y="3"/>
                  <a:pt x="60" y="8"/>
                </a:cubicBezTo>
                <a:cubicBezTo>
                  <a:pt x="72" y="23"/>
                  <a:pt x="72" y="23"/>
                  <a:pt x="72" y="23"/>
                </a:cubicBezTo>
                <a:cubicBezTo>
                  <a:pt x="85" y="8"/>
                  <a:pt x="85" y="8"/>
                  <a:pt x="85" y="8"/>
                </a:cubicBezTo>
                <a:cubicBezTo>
                  <a:pt x="88" y="3"/>
                  <a:pt x="94" y="0"/>
                  <a:pt x="100" y="0"/>
                </a:cubicBezTo>
                <a:cubicBezTo>
                  <a:pt x="106" y="0"/>
                  <a:pt x="111" y="2"/>
                  <a:pt x="115" y="7"/>
                </a:cubicBezTo>
                <a:cubicBezTo>
                  <a:pt x="120" y="11"/>
                  <a:pt x="122" y="16"/>
                  <a:pt x="122" y="22"/>
                </a:cubicBezTo>
                <a:cubicBezTo>
                  <a:pt x="122" y="27"/>
                  <a:pt x="120" y="32"/>
                  <a:pt x="115" y="37"/>
                </a:cubicBezTo>
                <a:cubicBezTo>
                  <a:pt x="111" y="41"/>
                  <a:pt x="106" y="43"/>
                  <a:pt x="100" y="43"/>
                </a:cubicBezTo>
                <a:cubicBezTo>
                  <a:pt x="142" y="43"/>
                  <a:pt x="142" y="43"/>
                  <a:pt x="142" y="43"/>
                </a:cubicBezTo>
                <a:cubicBezTo>
                  <a:pt x="143" y="43"/>
                  <a:pt x="144" y="43"/>
                  <a:pt x="144" y="44"/>
                </a:cubicBezTo>
                <a:cubicBezTo>
                  <a:pt x="145" y="44"/>
                  <a:pt x="145" y="45"/>
                  <a:pt x="145" y="46"/>
                </a:cubicBezTo>
                <a:close/>
                <a:moveTo>
                  <a:pt x="44" y="31"/>
                </a:moveTo>
                <a:cubicBezTo>
                  <a:pt x="63" y="31"/>
                  <a:pt x="63" y="31"/>
                  <a:pt x="63" y="31"/>
                </a:cubicBezTo>
                <a:cubicBezTo>
                  <a:pt x="51" y="15"/>
                  <a:pt x="51" y="15"/>
                  <a:pt x="51" y="15"/>
                </a:cubicBezTo>
                <a:cubicBezTo>
                  <a:pt x="49" y="13"/>
                  <a:pt x="47" y="12"/>
                  <a:pt x="44" y="12"/>
                </a:cubicBezTo>
                <a:cubicBezTo>
                  <a:pt x="42" y="12"/>
                  <a:pt x="40" y="13"/>
                  <a:pt x="38" y="15"/>
                </a:cubicBezTo>
                <a:cubicBezTo>
                  <a:pt x="36" y="17"/>
                  <a:pt x="35" y="19"/>
                  <a:pt x="35" y="22"/>
                </a:cubicBezTo>
                <a:cubicBezTo>
                  <a:pt x="35" y="24"/>
                  <a:pt x="36" y="26"/>
                  <a:pt x="38" y="28"/>
                </a:cubicBezTo>
                <a:cubicBezTo>
                  <a:pt x="40" y="30"/>
                  <a:pt x="42" y="31"/>
                  <a:pt x="44" y="31"/>
                </a:cubicBezTo>
                <a:close/>
                <a:moveTo>
                  <a:pt x="88" y="110"/>
                </a:moveTo>
                <a:cubicBezTo>
                  <a:pt x="88" y="105"/>
                  <a:pt x="88" y="105"/>
                  <a:pt x="88" y="105"/>
                </a:cubicBezTo>
                <a:cubicBezTo>
                  <a:pt x="88" y="61"/>
                  <a:pt x="88" y="61"/>
                  <a:pt x="88" y="61"/>
                </a:cubicBezTo>
                <a:cubicBezTo>
                  <a:pt x="88" y="43"/>
                  <a:pt x="88" y="43"/>
                  <a:pt x="88" y="43"/>
                </a:cubicBezTo>
                <a:cubicBezTo>
                  <a:pt x="57" y="43"/>
                  <a:pt x="57" y="43"/>
                  <a:pt x="57" y="43"/>
                </a:cubicBezTo>
                <a:cubicBezTo>
                  <a:pt x="57" y="61"/>
                  <a:pt x="57" y="61"/>
                  <a:pt x="57" y="61"/>
                </a:cubicBezTo>
                <a:cubicBezTo>
                  <a:pt x="57" y="105"/>
                  <a:pt x="57" y="105"/>
                  <a:pt x="57" y="105"/>
                </a:cubicBezTo>
                <a:cubicBezTo>
                  <a:pt x="57" y="110"/>
                  <a:pt x="57" y="110"/>
                  <a:pt x="57" y="110"/>
                </a:cubicBezTo>
                <a:cubicBezTo>
                  <a:pt x="57" y="112"/>
                  <a:pt x="58" y="113"/>
                  <a:pt x="59" y="114"/>
                </a:cubicBezTo>
                <a:cubicBezTo>
                  <a:pt x="60" y="115"/>
                  <a:pt x="62" y="115"/>
                  <a:pt x="63" y="115"/>
                </a:cubicBezTo>
                <a:cubicBezTo>
                  <a:pt x="81" y="115"/>
                  <a:pt x="81" y="115"/>
                  <a:pt x="81" y="115"/>
                </a:cubicBezTo>
                <a:cubicBezTo>
                  <a:pt x="83" y="115"/>
                  <a:pt x="85" y="115"/>
                  <a:pt x="86" y="114"/>
                </a:cubicBezTo>
                <a:cubicBezTo>
                  <a:pt x="87" y="113"/>
                  <a:pt x="88" y="112"/>
                  <a:pt x="88" y="110"/>
                </a:cubicBezTo>
                <a:close/>
                <a:moveTo>
                  <a:pt x="107" y="28"/>
                </a:moveTo>
                <a:cubicBezTo>
                  <a:pt x="109" y="26"/>
                  <a:pt x="109" y="24"/>
                  <a:pt x="109" y="22"/>
                </a:cubicBezTo>
                <a:cubicBezTo>
                  <a:pt x="109" y="19"/>
                  <a:pt x="109" y="17"/>
                  <a:pt x="107" y="15"/>
                </a:cubicBezTo>
                <a:cubicBezTo>
                  <a:pt x="105" y="13"/>
                  <a:pt x="103" y="12"/>
                  <a:pt x="100" y="12"/>
                </a:cubicBezTo>
                <a:cubicBezTo>
                  <a:pt x="98" y="12"/>
                  <a:pt x="96" y="13"/>
                  <a:pt x="94" y="15"/>
                </a:cubicBezTo>
                <a:cubicBezTo>
                  <a:pt x="82" y="31"/>
                  <a:pt x="82" y="31"/>
                  <a:pt x="82" y="31"/>
                </a:cubicBezTo>
                <a:cubicBezTo>
                  <a:pt x="100" y="31"/>
                  <a:pt x="100" y="31"/>
                  <a:pt x="100" y="31"/>
                </a:cubicBezTo>
                <a:cubicBezTo>
                  <a:pt x="103" y="31"/>
                  <a:pt x="105" y="30"/>
                  <a:pt x="107" y="28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05" name="Freeform 107"/>
          <p:cNvSpPr>
            <a:spLocks noEditPoints="1"/>
          </p:cNvSpPr>
          <p:nvPr/>
        </p:nvSpPr>
        <p:spPr bwMode="auto">
          <a:xfrm>
            <a:off x="7666038" y="2252283"/>
            <a:ext cx="244204" cy="190176"/>
          </a:xfrm>
          <a:custGeom>
            <a:avLst/>
            <a:gdLst>
              <a:gd name="T0" fmla="*/ 169 w 169"/>
              <a:gd name="T1" fmla="*/ 36 h 133"/>
              <a:gd name="T2" fmla="*/ 167 w 169"/>
              <a:gd name="T3" fmla="*/ 54 h 133"/>
              <a:gd name="T4" fmla="*/ 150 w 169"/>
              <a:gd name="T5" fmla="*/ 91 h 133"/>
              <a:gd name="T6" fmla="*/ 116 w 169"/>
              <a:gd name="T7" fmla="*/ 116 h 133"/>
              <a:gd name="T8" fmla="*/ 74 w 169"/>
              <a:gd name="T9" fmla="*/ 126 h 133"/>
              <a:gd name="T10" fmla="*/ 47 w 169"/>
              <a:gd name="T11" fmla="*/ 122 h 133"/>
              <a:gd name="T12" fmla="*/ 39 w 169"/>
              <a:gd name="T13" fmla="*/ 118 h 133"/>
              <a:gd name="T14" fmla="*/ 30 w 169"/>
              <a:gd name="T15" fmla="*/ 114 h 133"/>
              <a:gd name="T16" fmla="*/ 26 w 169"/>
              <a:gd name="T17" fmla="*/ 117 h 133"/>
              <a:gd name="T18" fmla="*/ 22 w 169"/>
              <a:gd name="T19" fmla="*/ 124 h 133"/>
              <a:gd name="T20" fmla="*/ 17 w 169"/>
              <a:gd name="T21" fmla="*/ 130 h 133"/>
              <a:gd name="T22" fmla="*/ 11 w 169"/>
              <a:gd name="T23" fmla="*/ 133 h 133"/>
              <a:gd name="T24" fmla="*/ 7 w 169"/>
              <a:gd name="T25" fmla="*/ 132 h 133"/>
              <a:gd name="T26" fmla="*/ 4 w 169"/>
              <a:gd name="T27" fmla="*/ 130 h 133"/>
              <a:gd name="T28" fmla="*/ 1 w 169"/>
              <a:gd name="T29" fmla="*/ 126 h 133"/>
              <a:gd name="T30" fmla="*/ 0 w 169"/>
              <a:gd name="T31" fmla="*/ 125 h 133"/>
              <a:gd name="T32" fmla="*/ 0 w 169"/>
              <a:gd name="T33" fmla="*/ 124 h 133"/>
              <a:gd name="T34" fmla="*/ 0 w 169"/>
              <a:gd name="T35" fmla="*/ 123 h 133"/>
              <a:gd name="T36" fmla="*/ 0 w 169"/>
              <a:gd name="T37" fmla="*/ 122 h 133"/>
              <a:gd name="T38" fmla="*/ 2 w 169"/>
              <a:gd name="T39" fmla="*/ 115 h 133"/>
              <a:gd name="T40" fmla="*/ 9 w 169"/>
              <a:gd name="T41" fmla="*/ 109 h 133"/>
              <a:gd name="T42" fmla="*/ 15 w 169"/>
              <a:gd name="T43" fmla="*/ 104 h 133"/>
              <a:gd name="T44" fmla="*/ 18 w 169"/>
              <a:gd name="T45" fmla="*/ 99 h 133"/>
              <a:gd name="T46" fmla="*/ 17 w 169"/>
              <a:gd name="T47" fmla="*/ 95 h 133"/>
              <a:gd name="T48" fmla="*/ 15 w 169"/>
              <a:gd name="T49" fmla="*/ 91 h 133"/>
              <a:gd name="T50" fmla="*/ 15 w 169"/>
              <a:gd name="T51" fmla="*/ 81 h 133"/>
              <a:gd name="T52" fmla="*/ 19 w 169"/>
              <a:gd name="T53" fmla="*/ 61 h 133"/>
              <a:gd name="T54" fmla="*/ 30 w 169"/>
              <a:gd name="T55" fmla="*/ 43 h 133"/>
              <a:gd name="T56" fmla="*/ 46 w 169"/>
              <a:gd name="T57" fmla="*/ 30 h 133"/>
              <a:gd name="T58" fmla="*/ 65 w 169"/>
              <a:gd name="T59" fmla="*/ 21 h 133"/>
              <a:gd name="T60" fmla="*/ 79 w 169"/>
              <a:gd name="T61" fmla="*/ 19 h 133"/>
              <a:gd name="T62" fmla="*/ 96 w 169"/>
              <a:gd name="T63" fmla="*/ 18 h 133"/>
              <a:gd name="T64" fmla="*/ 113 w 169"/>
              <a:gd name="T65" fmla="*/ 17 h 133"/>
              <a:gd name="T66" fmla="*/ 128 w 169"/>
              <a:gd name="T67" fmla="*/ 15 h 133"/>
              <a:gd name="T68" fmla="*/ 139 w 169"/>
              <a:gd name="T69" fmla="*/ 10 h 133"/>
              <a:gd name="T70" fmla="*/ 142 w 169"/>
              <a:gd name="T71" fmla="*/ 7 h 133"/>
              <a:gd name="T72" fmla="*/ 145 w 169"/>
              <a:gd name="T73" fmla="*/ 4 h 133"/>
              <a:gd name="T74" fmla="*/ 147 w 169"/>
              <a:gd name="T75" fmla="*/ 2 h 133"/>
              <a:gd name="T76" fmla="*/ 151 w 169"/>
              <a:gd name="T77" fmla="*/ 1 h 133"/>
              <a:gd name="T78" fmla="*/ 155 w 169"/>
              <a:gd name="T79" fmla="*/ 0 h 133"/>
              <a:gd name="T80" fmla="*/ 161 w 169"/>
              <a:gd name="T81" fmla="*/ 5 h 133"/>
              <a:gd name="T82" fmla="*/ 166 w 169"/>
              <a:gd name="T83" fmla="*/ 15 h 133"/>
              <a:gd name="T84" fmla="*/ 168 w 169"/>
              <a:gd name="T85" fmla="*/ 27 h 133"/>
              <a:gd name="T86" fmla="*/ 169 w 169"/>
              <a:gd name="T87" fmla="*/ 36 h 133"/>
              <a:gd name="T88" fmla="*/ 119 w 169"/>
              <a:gd name="T89" fmla="*/ 59 h 133"/>
              <a:gd name="T90" fmla="*/ 121 w 169"/>
              <a:gd name="T91" fmla="*/ 55 h 133"/>
              <a:gd name="T92" fmla="*/ 119 w 169"/>
              <a:gd name="T93" fmla="*/ 51 h 133"/>
              <a:gd name="T94" fmla="*/ 115 w 169"/>
              <a:gd name="T95" fmla="*/ 49 h 133"/>
              <a:gd name="T96" fmla="*/ 84 w 169"/>
              <a:gd name="T97" fmla="*/ 53 h 133"/>
              <a:gd name="T98" fmla="*/ 60 w 169"/>
              <a:gd name="T99" fmla="*/ 66 h 133"/>
              <a:gd name="T100" fmla="*/ 38 w 169"/>
              <a:gd name="T101" fmla="*/ 87 h 133"/>
              <a:gd name="T102" fmla="*/ 36 w 169"/>
              <a:gd name="T103" fmla="*/ 91 h 133"/>
              <a:gd name="T104" fmla="*/ 38 w 169"/>
              <a:gd name="T105" fmla="*/ 95 h 133"/>
              <a:gd name="T106" fmla="*/ 42 w 169"/>
              <a:gd name="T107" fmla="*/ 97 h 133"/>
              <a:gd name="T108" fmla="*/ 46 w 169"/>
              <a:gd name="T109" fmla="*/ 95 h 133"/>
              <a:gd name="T110" fmla="*/ 53 w 169"/>
              <a:gd name="T111" fmla="*/ 89 h 133"/>
              <a:gd name="T112" fmla="*/ 59 w 169"/>
              <a:gd name="T113" fmla="*/ 82 h 133"/>
              <a:gd name="T114" fmla="*/ 85 w 169"/>
              <a:gd name="T115" fmla="*/ 66 h 133"/>
              <a:gd name="T116" fmla="*/ 115 w 169"/>
              <a:gd name="T117" fmla="*/ 61 h 133"/>
              <a:gd name="T118" fmla="*/ 119 w 169"/>
              <a:gd name="T119" fmla="*/ 59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69" h="133">
                <a:moveTo>
                  <a:pt x="169" y="36"/>
                </a:moveTo>
                <a:cubicBezTo>
                  <a:pt x="169" y="42"/>
                  <a:pt x="168" y="48"/>
                  <a:pt x="167" y="54"/>
                </a:cubicBezTo>
                <a:cubicBezTo>
                  <a:pt x="164" y="68"/>
                  <a:pt x="158" y="81"/>
                  <a:pt x="150" y="91"/>
                </a:cubicBezTo>
                <a:cubicBezTo>
                  <a:pt x="141" y="101"/>
                  <a:pt x="130" y="109"/>
                  <a:pt x="116" y="116"/>
                </a:cubicBezTo>
                <a:cubicBezTo>
                  <a:pt x="102" y="123"/>
                  <a:pt x="89" y="126"/>
                  <a:pt x="74" y="126"/>
                </a:cubicBezTo>
                <a:cubicBezTo>
                  <a:pt x="65" y="126"/>
                  <a:pt x="56" y="125"/>
                  <a:pt x="47" y="122"/>
                </a:cubicBezTo>
                <a:cubicBezTo>
                  <a:pt x="46" y="121"/>
                  <a:pt x="44" y="120"/>
                  <a:pt x="39" y="118"/>
                </a:cubicBezTo>
                <a:cubicBezTo>
                  <a:pt x="34" y="115"/>
                  <a:pt x="31" y="114"/>
                  <a:pt x="30" y="114"/>
                </a:cubicBezTo>
                <a:cubicBezTo>
                  <a:pt x="29" y="114"/>
                  <a:pt x="28" y="115"/>
                  <a:pt x="26" y="117"/>
                </a:cubicBezTo>
                <a:cubicBezTo>
                  <a:pt x="25" y="119"/>
                  <a:pt x="23" y="121"/>
                  <a:pt x="22" y="124"/>
                </a:cubicBezTo>
                <a:cubicBezTo>
                  <a:pt x="21" y="126"/>
                  <a:pt x="19" y="128"/>
                  <a:pt x="17" y="130"/>
                </a:cubicBezTo>
                <a:cubicBezTo>
                  <a:pt x="15" y="132"/>
                  <a:pt x="13" y="133"/>
                  <a:pt x="11" y="133"/>
                </a:cubicBezTo>
                <a:cubicBezTo>
                  <a:pt x="9" y="133"/>
                  <a:pt x="8" y="133"/>
                  <a:pt x="7" y="132"/>
                </a:cubicBezTo>
                <a:cubicBezTo>
                  <a:pt x="5" y="132"/>
                  <a:pt x="4" y="131"/>
                  <a:pt x="4" y="130"/>
                </a:cubicBezTo>
                <a:cubicBezTo>
                  <a:pt x="3" y="129"/>
                  <a:pt x="2" y="128"/>
                  <a:pt x="1" y="126"/>
                </a:cubicBezTo>
                <a:cubicBezTo>
                  <a:pt x="1" y="126"/>
                  <a:pt x="1" y="126"/>
                  <a:pt x="0" y="125"/>
                </a:cubicBezTo>
                <a:cubicBezTo>
                  <a:pt x="0" y="125"/>
                  <a:pt x="0" y="124"/>
                  <a:pt x="0" y="124"/>
                </a:cubicBezTo>
                <a:cubicBezTo>
                  <a:pt x="0" y="124"/>
                  <a:pt x="0" y="124"/>
                  <a:pt x="0" y="123"/>
                </a:cubicBezTo>
                <a:cubicBezTo>
                  <a:pt x="0" y="123"/>
                  <a:pt x="0" y="122"/>
                  <a:pt x="0" y="122"/>
                </a:cubicBezTo>
                <a:cubicBezTo>
                  <a:pt x="0" y="120"/>
                  <a:pt x="1" y="118"/>
                  <a:pt x="2" y="115"/>
                </a:cubicBezTo>
                <a:cubicBezTo>
                  <a:pt x="4" y="113"/>
                  <a:pt x="7" y="111"/>
                  <a:pt x="9" y="109"/>
                </a:cubicBezTo>
                <a:cubicBezTo>
                  <a:pt x="11" y="107"/>
                  <a:pt x="13" y="105"/>
                  <a:pt x="15" y="104"/>
                </a:cubicBezTo>
                <a:cubicBezTo>
                  <a:pt x="17" y="102"/>
                  <a:pt x="18" y="100"/>
                  <a:pt x="18" y="99"/>
                </a:cubicBezTo>
                <a:cubicBezTo>
                  <a:pt x="18" y="99"/>
                  <a:pt x="18" y="98"/>
                  <a:pt x="17" y="95"/>
                </a:cubicBezTo>
                <a:cubicBezTo>
                  <a:pt x="16" y="93"/>
                  <a:pt x="16" y="92"/>
                  <a:pt x="15" y="91"/>
                </a:cubicBezTo>
                <a:cubicBezTo>
                  <a:pt x="15" y="88"/>
                  <a:pt x="15" y="85"/>
                  <a:pt x="15" y="81"/>
                </a:cubicBezTo>
                <a:cubicBezTo>
                  <a:pt x="15" y="74"/>
                  <a:pt x="16" y="67"/>
                  <a:pt x="19" y="61"/>
                </a:cubicBezTo>
                <a:cubicBezTo>
                  <a:pt x="21" y="54"/>
                  <a:pt x="25" y="48"/>
                  <a:pt x="30" y="43"/>
                </a:cubicBezTo>
                <a:cubicBezTo>
                  <a:pt x="35" y="38"/>
                  <a:pt x="40" y="34"/>
                  <a:pt x="46" y="30"/>
                </a:cubicBezTo>
                <a:cubicBezTo>
                  <a:pt x="52" y="26"/>
                  <a:pt x="58" y="23"/>
                  <a:pt x="65" y="21"/>
                </a:cubicBezTo>
                <a:cubicBezTo>
                  <a:pt x="69" y="20"/>
                  <a:pt x="73" y="19"/>
                  <a:pt x="79" y="19"/>
                </a:cubicBezTo>
                <a:cubicBezTo>
                  <a:pt x="85" y="18"/>
                  <a:pt x="90" y="18"/>
                  <a:pt x="96" y="18"/>
                </a:cubicBezTo>
                <a:cubicBezTo>
                  <a:pt x="102" y="18"/>
                  <a:pt x="107" y="18"/>
                  <a:pt x="113" y="17"/>
                </a:cubicBezTo>
                <a:cubicBezTo>
                  <a:pt x="119" y="17"/>
                  <a:pt x="124" y="16"/>
                  <a:pt x="128" y="15"/>
                </a:cubicBezTo>
                <a:cubicBezTo>
                  <a:pt x="133" y="14"/>
                  <a:pt x="137" y="12"/>
                  <a:pt x="139" y="10"/>
                </a:cubicBezTo>
                <a:cubicBezTo>
                  <a:pt x="140" y="9"/>
                  <a:pt x="141" y="8"/>
                  <a:pt x="142" y="7"/>
                </a:cubicBezTo>
                <a:cubicBezTo>
                  <a:pt x="143" y="6"/>
                  <a:pt x="144" y="5"/>
                  <a:pt x="145" y="4"/>
                </a:cubicBezTo>
                <a:cubicBezTo>
                  <a:pt x="145" y="4"/>
                  <a:pt x="146" y="3"/>
                  <a:pt x="147" y="2"/>
                </a:cubicBezTo>
                <a:cubicBezTo>
                  <a:pt x="148" y="2"/>
                  <a:pt x="149" y="1"/>
                  <a:pt x="151" y="1"/>
                </a:cubicBezTo>
                <a:cubicBezTo>
                  <a:pt x="152" y="0"/>
                  <a:pt x="153" y="0"/>
                  <a:pt x="155" y="0"/>
                </a:cubicBezTo>
                <a:cubicBezTo>
                  <a:pt x="157" y="0"/>
                  <a:pt x="159" y="2"/>
                  <a:pt x="161" y="5"/>
                </a:cubicBezTo>
                <a:cubicBezTo>
                  <a:pt x="163" y="8"/>
                  <a:pt x="165" y="11"/>
                  <a:pt x="166" y="15"/>
                </a:cubicBezTo>
                <a:cubicBezTo>
                  <a:pt x="167" y="19"/>
                  <a:pt x="168" y="23"/>
                  <a:pt x="168" y="27"/>
                </a:cubicBezTo>
                <a:cubicBezTo>
                  <a:pt x="169" y="31"/>
                  <a:pt x="169" y="34"/>
                  <a:pt x="169" y="36"/>
                </a:cubicBezTo>
                <a:close/>
                <a:moveTo>
                  <a:pt x="119" y="59"/>
                </a:moveTo>
                <a:cubicBezTo>
                  <a:pt x="120" y="58"/>
                  <a:pt x="121" y="56"/>
                  <a:pt x="121" y="55"/>
                </a:cubicBezTo>
                <a:cubicBezTo>
                  <a:pt x="121" y="53"/>
                  <a:pt x="120" y="52"/>
                  <a:pt x="119" y="51"/>
                </a:cubicBezTo>
                <a:cubicBezTo>
                  <a:pt x="118" y="49"/>
                  <a:pt x="116" y="49"/>
                  <a:pt x="115" y="49"/>
                </a:cubicBezTo>
                <a:cubicBezTo>
                  <a:pt x="104" y="49"/>
                  <a:pt x="94" y="50"/>
                  <a:pt x="84" y="53"/>
                </a:cubicBezTo>
                <a:cubicBezTo>
                  <a:pt x="75" y="57"/>
                  <a:pt x="67" y="61"/>
                  <a:pt x="60" y="66"/>
                </a:cubicBezTo>
                <a:cubicBezTo>
                  <a:pt x="53" y="71"/>
                  <a:pt x="45" y="78"/>
                  <a:pt x="38" y="87"/>
                </a:cubicBezTo>
                <a:cubicBezTo>
                  <a:pt x="36" y="88"/>
                  <a:pt x="36" y="90"/>
                  <a:pt x="36" y="91"/>
                </a:cubicBezTo>
                <a:cubicBezTo>
                  <a:pt x="36" y="93"/>
                  <a:pt x="36" y="94"/>
                  <a:pt x="38" y="95"/>
                </a:cubicBezTo>
                <a:cubicBezTo>
                  <a:pt x="39" y="97"/>
                  <a:pt x="40" y="97"/>
                  <a:pt x="42" y="97"/>
                </a:cubicBezTo>
                <a:cubicBezTo>
                  <a:pt x="43" y="97"/>
                  <a:pt x="45" y="97"/>
                  <a:pt x="46" y="95"/>
                </a:cubicBezTo>
                <a:cubicBezTo>
                  <a:pt x="48" y="94"/>
                  <a:pt x="50" y="92"/>
                  <a:pt x="53" y="89"/>
                </a:cubicBezTo>
                <a:cubicBezTo>
                  <a:pt x="56" y="86"/>
                  <a:pt x="58" y="84"/>
                  <a:pt x="59" y="82"/>
                </a:cubicBezTo>
                <a:cubicBezTo>
                  <a:pt x="68" y="75"/>
                  <a:pt x="77" y="69"/>
                  <a:pt x="85" y="66"/>
                </a:cubicBezTo>
                <a:cubicBezTo>
                  <a:pt x="93" y="62"/>
                  <a:pt x="103" y="61"/>
                  <a:pt x="115" y="61"/>
                </a:cubicBezTo>
                <a:cubicBezTo>
                  <a:pt x="116" y="61"/>
                  <a:pt x="118" y="60"/>
                  <a:pt x="119" y="5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06" name="Freeform 108"/>
          <p:cNvSpPr>
            <a:spLocks noEditPoints="1"/>
          </p:cNvSpPr>
          <p:nvPr/>
        </p:nvSpPr>
        <p:spPr bwMode="auto">
          <a:xfrm>
            <a:off x="7968592" y="2234995"/>
            <a:ext cx="192337" cy="244204"/>
          </a:xfrm>
          <a:custGeom>
            <a:avLst/>
            <a:gdLst>
              <a:gd name="T0" fmla="*/ 133 w 133"/>
              <a:gd name="T1" fmla="*/ 161 h 170"/>
              <a:gd name="T2" fmla="*/ 133 w 133"/>
              <a:gd name="T3" fmla="*/ 167 h 170"/>
              <a:gd name="T4" fmla="*/ 132 w 133"/>
              <a:gd name="T5" fmla="*/ 169 h 170"/>
              <a:gd name="T6" fmla="*/ 130 w 133"/>
              <a:gd name="T7" fmla="*/ 170 h 170"/>
              <a:gd name="T8" fmla="*/ 3 w 133"/>
              <a:gd name="T9" fmla="*/ 170 h 170"/>
              <a:gd name="T10" fmla="*/ 0 w 133"/>
              <a:gd name="T11" fmla="*/ 169 h 170"/>
              <a:gd name="T12" fmla="*/ 0 w 133"/>
              <a:gd name="T13" fmla="*/ 167 h 170"/>
              <a:gd name="T14" fmla="*/ 0 w 133"/>
              <a:gd name="T15" fmla="*/ 161 h 170"/>
              <a:gd name="T16" fmla="*/ 0 w 133"/>
              <a:gd name="T17" fmla="*/ 158 h 170"/>
              <a:gd name="T18" fmla="*/ 3 w 133"/>
              <a:gd name="T19" fmla="*/ 158 h 170"/>
              <a:gd name="T20" fmla="*/ 130 w 133"/>
              <a:gd name="T21" fmla="*/ 158 h 170"/>
              <a:gd name="T22" fmla="*/ 132 w 133"/>
              <a:gd name="T23" fmla="*/ 158 h 170"/>
              <a:gd name="T24" fmla="*/ 133 w 133"/>
              <a:gd name="T25" fmla="*/ 161 h 170"/>
              <a:gd name="T26" fmla="*/ 108 w 133"/>
              <a:gd name="T27" fmla="*/ 61 h 170"/>
              <a:gd name="T28" fmla="*/ 106 w 133"/>
              <a:gd name="T29" fmla="*/ 74 h 170"/>
              <a:gd name="T30" fmla="*/ 100 w 133"/>
              <a:gd name="T31" fmla="*/ 85 h 170"/>
              <a:gd name="T32" fmla="*/ 92 w 133"/>
              <a:gd name="T33" fmla="*/ 93 h 170"/>
              <a:gd name="T34" fmla="*/ 83 w 133"/>
              <a:gd name="T35" fmla="*/ 101 h 170"/>
              <a:gd name="T36" fmla="*/ 74 w 133"/>
              <a:gd name="T37" fmla="*/ 107 h 170"/>
              <a:gd name="T38" fmla="*/ 68 w 133"/>
              <a:gd name="T39" fmla="*/ 115 h 170"/>
              <a:gd name="T40" fmla="*/ 66 w 133"/>
              <a:gd name="T41" fmla="*/ 124 h 170"/>
              <a:gd name="T42" fmla="*/ 72 w 133"/>
              <a:gd name="T43" fmla="*/ 145 h 170"/>
              <a:gd name="T44" fmla="*/ 72 w 133"/>
              <a:gd name="T45" fmla="*/ 145 h 170"/>
              <a:gd name="T46" fmla="*/ 72 w 133"/>
              <a:gd name="T47" fmla="*/ 145 h 170"/>
              <a:gd name="T48" fmla="*/ 57 w 133"/>
              <a:gd name="T49" fmla="*/ 138 h 170"/>
              <a:gd name="T50" fmla="*/ 44 w 133"/>
              <a:gd name="T51" fmla="*/ 128 h 170"/>
              <a:gd name="T52" fmla="*/ 33 w 133"/>
              <a:gd name="T53" fmla="*/ 117 h 170"/>
              <a:gd name="T54" fmla="*/ 26 w 133"/>
              <a:gd name="T55" fmla="*/ 102 h 170"/>
              <a:gd name="T56" fmla="*/ 24 w 133"/>
              <a:gd name="T57" fmla="*/ 85 h 170"/>
              <a:gd name="T58" fmla="*/ 26 w 133"/>
              <a:gd name="T59" fmla="*/ 71 h 170"/>
              <a:gd name="T60" fmla="*/ 32 w 133"/>
              <a:gd name="T61" fmla="*/ 61 h 170"/>
              <a:gd name="T62" fmla="*/ 40 w 133"/>
              <a:gd name="T63" fmla="*/ 52 h 170"/>
              <a:gd name="T64" fmla="*/ 49 w 133"/>
              <a:gd name="T65" fmla="*/ 45 h 170"/>
              <a:gd name="T66" fmla="*/ 58 w 133"/>
              <a:gd name="T67" fmla="*/ 38 h 170"/>
              <a:gd name="T68" fmla="*/ 64 w 133"/>
              <a:gd name="T69" fmla="*/ 31 h 170"/>
              <a:gd name="T70" fmla="*/ 66 w 133"/>
              <a:gd name="T71" fmla="*/ 21 h 170"/>
              <a:gd name="T72" fmla="*/ 60 w 133"/>
              <a:gd name="T73" fmla="*/ 0 h 170"/>
              <a:gd name="T74" fmla="*/ 60 w 133"/>
              <a:gd name="T75" fmla="*/ 0 h 170"/>
              <a:gd name="T76" fmla="*/ 60 w 133"/>
              <a:gd name="T77" fmla="*/ 0 h 170"/>
              <a:gd name="T78" fmla="*/ 75 w 133"/>
              <a:gd name="T79" fmla="*/ 8 h 170"/>
              <a:gd name="T80" fmla="*/ 88 w 133"/>
              <a:gd name="T81" fmla="*/ 18 h 170"/>
              <a:gd name="T82" fmla="*/ 99 w 133"/>
              <a:gd name="T83" fmla="*/ 29 h 170"/>
              <a:gd name="T84" fmla="*/ 106 w 133"/>
              <a:gd name="T85" fmla="*/ 43 h 170"/>
              <a:gd name="T86" fmla="*/ 108 w 133"/>
              <a:gd name="T87" fmla="*/ 61 h 1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33" h="170">
                <a:moveTo>
                  <a:pt x="133" y="161"/>
                </a:moveTo>
                <a:cubicBezTo>
                  <a:pt x="133" y="167"/>
                  <a:pt x="133" y="167"/>
                  <a:pt x="133" y="167"/>
                </a:cubicBezTo>
                <a:cubicBezTo>
                  <a:pt x="133" y="167"/>
                  <a:pt x="132" y="168"/>
                  <a:pt x="132" y="169"/>
                </a:cubicBezTo>
                <a:cubicBezTo>
                  <a:pt x="131" y="169"/>
                  <a:pt x="130" y="170"/>
                  <a:pt x="130" y="170"/>
                </a:cubicBezTo>
                <a:cubicBezTo>
                  <a:pt x="3" y="170"/>
                  <a:pt x="3" y="170"/>
                  <a:pt x="3" y="170"/>
                </a:cubicBezTo>
                <a:cubicBezTo>
                  <a:pt x="2" y="170"/>
                  <a:pt x="1" y="169"/>
                  <a:pt x="0" y="169"/>
                </a:cubicBezTo>
                <a:cubicBezTo>
                  <a:pt x="0" y="168"/>
                  <a:pt x="0" y="167"/>
                  <a:pt x="0" y="167"/>
                </a:cubicBezTo>
                <a:cubicBezTo>
                  <a:pt x="0" y="161"/>
                  <a:pt x="0" y="161"/>
                  <a:pt x="0" y="161"/>
                </a:cubicBezTo>
                <a:cubicBezTo>
                  <a:pt x="0" y="160"/>
                  <a:pt x="0" y="159"/>
                  <a:pt x="0" y="158"/>
                </a:cubicBezTo>
                <a:cubicBezTo>
                  <a:pt x="1" y="158"/>
                  <a:pt x="2" y="158"/>
                  <a:pt x="3" y="158"/>
                </a:cubicBezTo>
                <a:cubicBezTo>
                  <a:pt x="130" y="158"/>
                  <a:pt x="130" y="158"/>
                  <a:pt x="130" y="158"/>
                </a:cubicBezTo>
                <a:cubicBezTo>
                  <a:pt x="130" y="158"/>
                  <a:pt x="131" y="158"/>
                  <a:pt x="132" y="158"/>
                </a:cubicBezTo>
                <a:cubicBezTo>
                  <a:pt x="132" y="159"/>
                  <a:pt x="133" y="160"/>
                  <a:pt x="133" y="161"/>
                </a:cubicBezTo>
                <a:close/>
                <a:moveTo>
                  <a:pt x="108" y="61"/>
                </a:moveTo>
                <a:cubicBezTo>
                  <a:pt x="108" y="66"/>
                  <a:pt x="108" y="70"/>
                  <a:pt x="106" y="74"/>
                </a:cubicBezTo>
                <a:cubicBezTo>
                  <a:pt x="105" y="79"/>
                  <a:pt x="103" y="82"/>
                  <a:pt x="100" y="85"/>
                </a:cubicBezTo>
                <a:cubicBezTo>
                  <a:pt x="98" y="88"/>
                  <a:pt x="95" y="91"/>
                  <a:pt x="92" y="93"/>
                </a:cubicBezTo>
                <a:cubicBezTo>
                  <a:pt x="89" y="96"/>
                  <a:pt x="86" y="98"/>
                  <a:pt x="83" y="101"/>
                </a:cubicBezTo>
                <a:cubicBezTo>
                  <a:pt x="80" y="103"/>
                  <a:pt x="77" y="105"/>
                  <a:pt x="74" y="107"/>
                </a:cubicBezTo>
                <a:cubicBezTo>
                  <a:pt x="72" y="110"/>
                  <a:pt x="70" y="112"/>
                  <a:pt x="68" y="115"/>
                </a:cubicBezTo>
                <a:cubicBezTo>
                  <a:pt x="67" y="118"/>
                  <a:pt x="66" y="121"/>
                  <a:pt x="66" y="124"/>
                </a:cubicBezTo>
                <a:cubicBezTo>
                  <a:pt x="66" y="130"/>
                  <a:pt x="68" y="137"/>
                  <a:pt x="72" y="145"/>
                </a:cubicBezTo>
                <a:cubicBezTo>
                  <a:pt x="72" y="145"/>
                  <a:pt x="72" y="145"/>
                  <a:pt x="72" y="145"/>
                </a:cubicBezTo>
                <a:cubicBezTo>
                  <a:pt x="72" y="145"/>
                  <a:pt x="72" y="145"/>
                  <a:pt x="72" y="145"/>
                </a:cubicBezTo>
                <a:cubicBezTo>
                  <a:pt x="66" y="143"/>
                  <a:pt x="61" y="140"/>
                  <a:pt x="57" y="138"/>
                </a:cubicBezTo>
                <a:cubicBezTo>
                  <a:pt x="53" y="135"/>
                  <a:pt x="48" y="132"/>
                  <a:pt x="44" y="128"/>
                </a:cubicBezTo>
                <a:cubicBezTo>
                  <a:pt x="40" y="125"/>
                  <a:pt x="36" y="121"/>
                  <a:pt x="33" y="117"/>
                </a:cubicBezTo>
                <a:cubicBezTo>
                  <a:pt x="30" y="113"/>
                  <a:pt x="28" y="108"/>
                  <a:pt x="26" y="102"/>
                </a:cubicBezTo>
                <a:cubicBezTo>
                  <a:pt x="25" y="97"/>
                  <a:pt x="24" y="91"/>
                  <a:pt x="24" y="85"/>
                </a:cubicBezTo>
                <a:cubicBezTo>
                  <a:pt x="24" y="80"/>
                  <a:pt x="24" y="76"/>
                  <a:pt x="26" y="71"/>
                </a:cubicBezTo>
                <a:cubicBezTo>
                  <a:pt x="28" y="67"/>
                  <a:pt x="30" y="64"/>
                  <a:pt x="32" y="61"/>
                </a:cubicBezTo>
                <a:cubicBezTo>
                  <a:pt x="35" y="58"/>
                  <a:pt x="37" y="55"/>
                  <a:pt x="40" y="52"/>
                </a:cubicBezTo>
                <a:cubicBezTo>
                  <a:pt x="43" y="50"/>
                  <a:pt x="46" y="47"/>
                  <a:pt x="49" y="45"/>
                </a:cubicBezTo>
                <a:cubicBezTo>
                  <a:pt x="52" y="43"/>
                  <a:pt x="55" y="41"/>
                  <a:pt x="58" y="38"/>
                </a:cubicBezTo>
                <a:cubicBezTo>
                  <a:pt x="60" y="36"/>
                  <a:pt x="62" y="33"/>
                  <a:pt x="64" y="31"/>
                </a:cubicBezTo>
                <a:cubicBezTo>
                  <a:pt x="65" y="28"/>
                  <a:pt x="66" y="25"/>
                  <a:pt x="66" y="21"/>
                </a:cubicBezTo>
                <a:cubicBezTo>
                  <a:pt x="66" y="15"/>
                  <a:pt x="64" y="8"/>
                  <a:pt x="60" y="0"/>
                </a:cubicBezTo>
                <a:cubicBezTo>
                  <a:pt x="60" y="0"/>
                  <a:pt x="60" y="0"/>
                  <a:pt x="60" y="0"/>
                </a:cubicBezTo>
                <a:cubicBezTo>
                  <a:pt x="60" y="0"/>
                  <a:pt x="60" y="0"/>
                  <a:pt x="60" y="0"/>
                </a:cubicBezTo>
                <a:cubicBezTo>
                  <a:pt x="66" y="3"/>
                  <a:pt x="71" y="5"/>
                  <a:pt x="75" y="8"/>
                </a:cubicBezTo>
                <a:cubicBezTo>
                  <a:pt x="80" y="11"/>
                  <a:pt x="84" y="14"/>
                  <a:pt x="88" y="18"/>
                </a:cubicBezTo>
                <a:cubicBezTo>
                  <a:pt x="93" y="21"/>
                  <a:pt x="96" y="25"/>
                  <a:pt x="99" y="29"/>
                </a:cubicBezTo>
                <a:cubicBezTo>
                  <a:pt x="102" y="33"/>
                  <a:pt x="104" y="38"/>
                  <a:pt x="106" y="43"/>
                </a:cubicBezTo>
                <a:cubicBezTo>
                  <a:pt x="108" y="49"/>
                  <a:pt x="108" y="55"/>
                  <a:pt x="108" y="6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07" name="Freeform 109"/>
          <p:cNvSpPr>
            <a:spLocks noEditPoints="1"/>
          </p:cNvSpPr>
          <p:nvPr/>
        </p:nvSpPr>
        <p:spPr bwMode="auto">
          <a:xfrm>
            <a:off x="8219279" y="2289022"/>
            <a:ext cx="244204" cy="153439"/>
          </a:xfrm>
          <a:custGeom>
            <a:avLst/>
            <a:gdLst>
              <a:gd name="T0" fmla="*/ 170 w 170"/>
              <a:gd name="T1" fmla="*/ 54 h 108"/>
              <a:gd name="T2" fmla="*/ 168 w 170"/>
              <a:gd name="T3" fmla="*/ 61 h 108"/>
              <a:gd name="T4" fmla="*/ 132 w 170"/>
              <a:gd name="T5" fmla="*/ 95 h 108"/>
              <a:gd name="T6" fmla="*/ 85 w 170"/>
              <a:gd name="T7" fmla="*/ 108 h 108"/>
              <a:gd name="T8" fmla="*/ 38 w 170"/>
              <a:gd name="T9" fmla="*/ 95 h 108"/>
              <a:gd name="T10" fmla="*/ 2 w 170"/>
              <a:gd name="T11" fmla="*/ 61 h 108"/>
              <a:gd name="T12" fmla="*/ 0 w 170"/>
              <a:gd name="T13" fmla="*/ 54 h 108"/>
              <a:gd name="T14" fmla="*/ 2 w 170"/>
              <a:gd name="T15" fmla="*/ 47 h 108"/>
              <a:gd name="T16" fmla="*/ 38 w 170"/>
              <a:gd name="T17" fmla="*/ 13 h 108"/>
              <a:gd name="T18" fmla="*/ 85 w 170"/>
              <a:gd name="T19" fmla="*/ 0 h 108"/>
              <a:gd name="T20" fmla="*/ 132 w 170"/>
              <a:gd name="T21" fmla="*/ 13 h 108"/>
              <a:gd name="T22" fmla="*/ 168 w 170"/>
              <a:gd name="T23" fmla="*/ 47 h 108"/>
              <a:gd name="T24" fmla="*/ 170 w 170"/>
              <a:gd name="T25" fmla="*/ 54 h 108"/>
              <a:gd name="T26" fmla="*/ 158 w 170"/>
              <a:gd name="T27" fmla="*/ 54 h 108"/>
              <a:gd name="T28" fmla="*/ 121 w 170"/>
              <a:gd name="T29" fmla="*/ 21 h 108"/>
              <a:gd name="T30" fmla="*/ 127 w 170"/>
              <a:gd name="T31" fmla="*/ 42 h 108"/>
              <a:gd name="T32" fmla="*/ 115 w 170"/>
              <a:gd name="T33" fmla="*/ 72 h 108"/>
              <a:gd name="T34" fmla="*/ 85 w 170"/>
              <a:gd name="T35" fmla="*/ 84 h 108"/>
              <a:gd name="T36" fmla="*/ 55 w 170"/>
              <a:gd name="T37" fmla="*/ 72 h 108"/>
              <a:gd name="T38" fmla="*/ 43 w 170"/>
              <a:gd name="T39" fmla="*/ 42 h 108"/>
              <a:gd name="T40" fmla="*/ 48 w 170"/>
              <a:gd name="T41" fmla="*/ 21 h 108"/>
              <a:gd name="T42" fmla="*/ 12 w 170"/>
              <a:gd name="T43" fmla="*/ 54 h 108"/>
              <a:gd name="T44" fmla="*/ 44 w 170"/>
              <a:gd name="T45" fmla="*/ 85 h 108"/>
              <a:gd name="T46" fmla="*/ 85 w 170"/>
              <a:gd name="T47" fmla="*/ 96 h 108"/>
              <a:gd name="T48" fmla="*/ 126 w 170"/>
              <a:gd name="T49" fmla="*/ 85 h 108"/>
              <a:gd name="T50" fmla="*/ 158 w 170"/>
              <a:gd name="T51" fmla="*/ 54 h 108"/>
              <a:gd name="T52" fmla="*/ 88 w 170"/>
              <a:gd name="T53" fmla="*/ 21 h 108"/>
              <a:gd name="T54" fmla="*/ 89 w 170"/>
              <a:gd name="T55" fmla="*/ 18 h 108"/>
              <a:gd name="T56" fmla="*/ 88 w 170"/>
              <a:gd name="T57" fmla="*/ 14 h 108"/>
              <a:gd name="T58" fmla="*/ 85 w 170"/>
              <a:gd name="T59" fmla="*/ 13 h 108"/>
              <a:gd name="T60" fmla="*/ 65 w 170"/>
              <a:gd name="T61" fmla="*/ 22 h 108"/>
              <a:gd name="T62" fmla="*/ 56 w 170"/>
              <a:gd name="T63" fmla="*/ 42 h 108"/>
              <a:gd name="T64" fmla="*/ 57 w 170"/>
              <a:gd name="T65" fmla="*/ 45 h 108"/>
              <a:gd name="T66" fmla="*/ 61 w 170"/>
              <a:gd name="T67" fmla="*/ 46 h 108"/>
              <a:gd name="T68" fmla="*/ 64 w 170"/>
              <a:gd name="T69" fmla="*/ 45 h 108"/>
              <a:gd name="T70" fmla="*/ 65 w 170"/>
              <a:gd name="T71" fmla="*/ 42 h 108"/>
              <a:gd name="T72" fmla="*/ 71 w 170"/>
              <a:gd name="T73" fmla="*/ 28 h 108"/>
              <a:gd name="T74" fmla="*/ 85 w 170"/>
              <a:gd name="T75" fmla="*/ 22 h 108"/>
              <a:gd name="T76" fmla="*/ 88 w 170"/>
              <a:gd name="T77" fmla="*/ 21 h 1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70" h="108">
                <a:moveTo>
                  <a:pt x="170" y="54"/>
                </a:moveTo>
                <a:cubicBezTo>
                  <a:pt x="170" y="56"/>
                  <a:pt x="169" y="58"/>
                  <a:pt x="168" y="61"/>
                </a:cubicBezTo>
                <a:cubicBezTo>
                  <a:pt x="159" y="75"/>
                  <a:pt x="147" y="87"/>
                  <a:pt x="132" y="95"/>
                </a:cubicBezTo>
                <a:cubicBezTo>
                  <a:pt x="117" y="104"/>
                  <a:pt x="101" y="108"/>
                  <a:pt x="85" y="108"/>
                </a:cubicBezTo>
                <a:cubicBezTo>
                  <a:pt x="68" y="108"/>
                  <a:pt x="53" y="104"/>
                  <a:pt x="38" y="95"/>
                </a:cubicBezTo>
                <a:cubicBezTo>
                  <a:pt x="23" y="87"/>
                  <a:pt x="11" y="75"/>
                  <a:pt x="2" y="61"/>
                </a:cubicBezTo>
                <a:cubicBezTo>
                  <a:pt x="1" y="58"/>
                  <a:pt x="0" y="56"/>
                  <a:pt x="0" y="54"/>
                </a:cubicBezTo>
                <a:cubicBezTo>
                  <a:pt x="0" y="52"/>
                  <a:pt x="1" y="50"/>
                  <a:pt x="2" y="47"/>
                </a:cubicBezTo>
                <a:cubicBezTo>
                  <a:pt x="11" y="33"/>
                  <a:pt x="23" y="21"/>
                  <a:pt x="38" y="13"/>
                </a:cubicBezTo>
                <a:cubicBezTo>
                  <a:pt x="53" y="4"/>
                  <a:pt x="68" y="0"/>
                  <a:pt x="85" y="0"/>
                </a:cubicBezTo>
                <a:cubicBezTo>
                  <a:pt x="101" y="0"/>
                  <a:pt x="117" y="4"/>
                  <a:pt x="132" y="13"/>
                </a:cubicBezTo>
                <a:cubicBezTo>
                  <a:pt x="147" y="21"/>
                  <a:pt x="159" y="33"/>
                  <a:pt x="168" y="47"/>
                </a:cubicBezTo>
                <a:cubicBezTo>
                  <a:pt x="169" y="50"/>
                  <a:pt x="170" y="52"/>
                  <a:pt x="170" y="54"/>
                </a:cubicBezTo>
                <a:close/>
                <a:moveTo>
                  <a:pt x="158" y="54"/>
                </a:moveTo>
                <a:cubicBezTo>
                  <a:pt x="148" y="39"/>
                  <a:pt x="136" y="28"/>
                  <a:pt x="121" y="21"/>
                </a:cubicBezTo>
                <a:cubicBezTo>
                  <a:pt x="125" y="27"/>
                  <a:pt x="127" y="34"/>
                  <a:pt x="127" y="42"/>
                </a:cubicBezTo>
                <a:cubicBezTo>
                  <a:pt x="127" y="54"/>
                  <a:pt x="123" y="64"/>
                  <a:pt x="115" y="72"/>
                </a:cubicBezTo>
                <a:cubicBezTo>
                  <a:pt x="107" y="80"/>
                  <a:pt x="97" y="84"/>
                  <a:pt x="85" y="84"/>
                </a:cubicBezTo>
                <a:cubicBezTo>
                  <a:pt x="73" y="84"/>
                  <a:pt x="63" y="80"/>
                  <a:pt x="55" y="72"/>
                </a:cubicBezTo>
                <a:cubicBezTo>
                  <a:pt x="47" y="64"/>
                  <a:pt x="43" y="54"/>
                  <a:pt x="43" y="42"/>
                </a:cubicBezTo>
                <a:cubicBezTo>
                  <a:pt x="43" y="34"/>
                  <a:pt x="44" y="27"/>
                  <a:pt x="48" y="21"/>
                </a:cubicBezTo>
                <a:cubicBezTo>
                  <a:pt x="34" y="28"/>
                  <a:pt x="22" y="39"/>
                  <a:pt x="12" y="54"/>
                </a:cubicBezTo>
                <a:cubicBezTo>
                  <a:pt x="21" y="67"/>
                  <a:pt x="31" y="77"/>
                  <a:pt x="44" y="85"/>
                </a:cubicBezTo>
                <a:cubicBezTo>
                  <a:pt x="56" y="93"/>
                  <a:pt x="70" y="96"/>
                  <a:pt x="85" y="96"/>
                </a:cubicBezTo>
                <a:cubicBezTo>
                  <a:pt x="100" y="96"/>
                  <a:pt x="113" y="93"/>
                  <a:pt x="126" y="85"/>
                </a:cubicBezTo>
                <a:cubicBezTo>
                  <a:pt x="139" y="77"/>
                  <a:pt x="149" y="67"/>
                  <a:pt x="158" y="54"/>
                </a:cubicBezTo>
                <a:close/>
                <a:moveTo>
                  <a:pt x="88" y="21"/>
                </a:moveTo>
                <a:cubicBezTo>
                  <a:pt x="89" y="20"/>
                  <a:pt x="89" y="19"/>
                  <a:pt x="89" y="18"/>
                </a:cubicBezTo>
                <a:cubicBezTo>
                  <a:pt x="89" y="16"/>
                  <a:pt x="89" y="15"/>
                  <a:pt x="88" y="14"/>
                </a:cubicBezTo>
                <a:cubicBezTo>
                  <a:pt x="87" y="14"/>
                  <a:pt x="86" y="13"/>
                  <a:pt x="85" y="13"/>
                </a:cubicBezTo>
                <a:cubicBezTo>
                  <a:pt x="77" y="13"/>
                  <a:pt x="70" y="16"/>
                  <a:pt x="65" y="22"/>
                </a:cubicBezTo>
                <a:cubicBezTo>
                  <a:pt x="59" y="27"/>
                  <a:pt x="56" y="34"/>
                  <a:pt x="56" y="42"/>
                </a:cubicBezTo>
                <a:cubicBezTo>
                  <a:pt x="56" y="43"/>
                  <a:pt x="57" y="44"/>
                  <a:pt x="57" y="45"/>
                </a:cubicBezTo>
                <a:cubicBezTo>
                  <a:pt x="58" y="46"/>
                  <a:pt x="59" y="46"/>
                  <a:pt x="61" y="46"/>
                </a:cubicBezTo>
                <a:cubicBezTo>
                  <a:pt x="62" y="46"/>
                  <a:pt x="63" y="46"/>
                  <a:pt x="64" y="45"/>
                </a:cubicBezTo>
                <a:cubicBezTo>
                  <a:pt x="65" y="44"/>
                  <a:pt x="65" y="43"/>
                  <a:pt x="65" y="42"/>
                </a:cubicBezTo>
                <a:cubicBezTo>
                  <a:pt x="65" y="36"/>
                  <a:pt x="67" y="32"/>
                  <a:pt x="71" y="28"/>
                </a:cubicBezTo>
                <a:cubicBezTo>
                  <a:pt x="75" y="24"/>
                  <a:pt x="79" y="22"/>
                  <a:pt x="85" y="22"/>
                </a:cubicBezTo>
                <a:cubicBezTo>
                  <a:pt x="86" y="22"/>
                  <a:pt x="87" y="22"/>
                  <a:pt x="88" y="2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08" name="Freeform 110"/>
          <p:cNvSpPr>
            <a:spLocks noEditPoints="1"/>
          </p:cNvSpPr>
          <p:nvPr/>
        </p:nvSpPr>
        <p:spPr bwMode="auto">
          <a:xfrm>
            <a:off x="8521832" y="2273894"/>
            <a:ext cx="242043" cy="183693"/>
          </a:xfrm>
          <a:custGeom>
            <a:avLst/>
            <a:gdLst>
              <a:gd name="T0" fmla="*/ 124 w 170"/>
              <a:gd name="T1" fmla="*/ 10 h 128"/>
              <a:gd name="T2" fmla="*/ 124 w 170"/>
              <a:gd name="T3" fmla="*/ 10 h 128"/>
              <a:gd name="T4" fmla="*/ 94 w 170"/>
              <a:gd name="T5" fmla="*/ 64 h 128"/>
              <a:gd name="T6" fmla="*/ 64 w 170"/>
              <a:gd name="T7" fmla="*/ 118 h 128"/>
              <a:gd name="T8" fmla="*/ 59 w 170"/>
              <a:gd name="T9" fmla="*/ 126 h 128"/>
              <a:gd name="T10" fmla="*/ 57 w 170"/>
              <a:gd name="T11" fmla="*/ 128 h 128"/>
              <a:gd name="T12" fmla="*/ 44 w 170"/>
              <a:gd name="T13" fmla="*/ 121 h 128"/>
              <a:gd name="T14" fmla="*/ 43 w 170"/>
              <a:gd name="T15" fmla="*/ 118 h 128"/>
              <a:gd name="T16" fmla="*/ 47 w 170"/>
              <a:gd name="T17" fmla="*/ 110 h 128"/>
              <a:gd name="T18" fmla="*/ 22 w 170"/>
              <a:gd name="T19" fmla="*/ 94 h 128"/>
              <a:gd name="T20" fmla="*/ 2 w 170"/>
              <a:gd name="T21" fmla="*/ 71 h 128"/>
              <a:gd name="T22" fmla="*/ 0 w 170"/>
              <a:gd name="T23" fmla="*/ 64 h 128"/>
              <a:gd name="T24" fmla="*/ 2 w 170"/>
              <a:gd name="T25" fmla="*/ 57 h 128"/>
              <a:gd name="T26" fmla="*/ 38 w 170"/>
              <a:gd name="T27" fmla="*/ 22 h 128"/>
              <a:gd name="T28" fmla="*/ 85 w 170"/>
              <a:gd name="T29" fmla="*/ 10 h 128"/>
              <a:gd name="T30" fmla="*/ 102 w 170"/>
              <a:gd name="T31" fmla="*/ 11 h 128"/>
              <a:gd name="T32" fmla="*/ 107 w 170"/>
              <a:gd name="T33" fmla="*/ 2 h 128"/>
              <a:gd name="T34" fmla="*/ 110 w 170"/>
              <a:gd name="T35" fmla="*/ 0 h 128"/>
              <a:gd name="T36" fmla="*/ 111 w 170"/>
              <a:gd name="T37" fmla="*/ 1 h 128"/>
              <a:gd name="T38" fmla="*/ 114 w 170"/>
              <a:gd name="T39" fmla="*/ 3 h 128"/>
              <a:gd name="T40" fmla="*/ 117 w 170"/>
              <a:gd name="T41" fmla="*/ 4 h 128"/>
              <a:gd name="T42" fmla="*/ 120 w 170"/>
              <a:gd name="T43" fmla="*/ 6 h 128"/>
              <a:gd name="T44" fmla="*/ 122 w 170"/>
              <a:gd name="T45" fmla="*/ 7 h 128"/>
              <a:gd name="T46" fmla="*/ 124 w 170"/>
              <a:gd name="T47" fmla="*/ 10 h 128"/>
              <a:gd name="T48" fmla="*/ 53 w 170"/>
              <a:gd name="T49" fmla="*/ 99 h 128"/>
              <a:gd name="T50" fmla="*/ 60 w 170"/>
              <a:gd name="T51" fmla="*/ 86 h 128"/>
              <a:gd name="T52" fmla="*/ 47 w 170"/>
              <a:gd name="T53" fmla="*/ 71 h 128"/>
              <a:gd name="T54" fmla="*/ 43 w 170"/>
              <a:gd name="T55" fmla="*/ 52 h 128"/>
              <a:gd name="T56" fmla="*/ 48 w 170"/>
              <a:gd name="T57" fmla="*/ 31 h 128"/>
              <a:gd name="T58" fmla="*/ 12 w 170"/>
              <a:gd name="T59" fmla="*/ 64 h 128"/>
              <a:gd name="T60" fmla="*/ 53 w 170"/>
              <a:gd name="T61" fmla="*/ 99 h 128"/>
              <a:gd name="T62" fmla="*/ 88 w 170"/>
              <a:gd name="T63" fmla="*/ 31 h 128"/>
              <a:gd name="T64" fmla="*/ 89 w 170"/>
              <a:gd name="T65" fmla="*/ 28 h 128"/>
              <a:gd name="T66" fmla="*/ 88 w 170"/>
              <a:gd name="T67" fmla="*/ 24 h 128"/>
              <a:gd name="T68" fmla="*/ 85 w 170"/>
              <a:gd name="T69" fmla="*/ 23 h 128"/>
              <a:gd name="T70" fmla="*/ 65 w 170"/>
              <a:gd name="T71" fmla="*/ 32 h 128"/>
              <a:gd name="T72" fmla="*/ 56 w 170"/>
              <a:gd name="T73" fmla="*/ 52 h 128"/>
              <a:gd name="T74" fmla="*/ 57 w 170"/>
              <a:gd name="T75" fmla="*/ 55 h 128"/>
              <a:gd name="T76" fmla="*/ 61 w 170"/>
              <a:gd name="T77" fmla="*/ 56 h 128"/>
              <a:gd name="T78" fmla="*/ 64 w 170"/>
              <a:gd name="T79" fmla="*/ 55 h 128"/>
              <a:gd name="T80" fmla="*/ 65 w 170"/>
              <a:gd name="T81" fmla="*/ 52 h 128"/>
              <a:gd name="T82" fmla="*/ 71 w 170"/>
              <a:gd name="T83" fmla="*/ 38 h 128"/>
              <a:gd name="T84" fmla="*/ 85 w 170"/>
              <a:gd name="T85" fmla="*/ 32 h 128"/>
              <a:gd name="T86" fmla="*/ 88 w 170"/>
              <a:gd name="T87" fmla="*/ 31 h 128"/>
              <a:gd name="T88" fmla="*/ 170 w 170"/>
              <a:gd name="T89" fmla="*/ 64 h 128"/>
              <a:gd name="T90" fmla="*/ 168 w 170"/>
              <a:gd name="T91" fmla="*/ 71 h 128"/>
              <a:gd name="T92" fmla="*/ 157 w 170"/>
              <a:gd name="T93" fmla="*/ 84 h 128"/>
              <a:gd name="T94" fmla="*/ 125 w 170"/>
              <a:gd name="T95" fmla="*/ 109 h 128"/>
              <a:gd name="T96" fmla="*/ 85 w 170"/>
              <a:gd name="T97" fmla="*/ 118 h 128"/>
              <a:gd name="T98" fmla="*/ 92 w 170"/>
              <a:gd name="T99" fmla="*/ 106 h 128"/>
              <a:gd name="T100" fmla="*/ 129 w 170"/>
              <a:gd name="T101" fmla="*/ 93 h 128"/>
              <a:gd name="T102" fmla="*/ 157 w 170"/>
              <a:gd name="T103" fmla="*/ 64 h 128"/>
              <a:gd name="T104" fmla="*/ 131 w 170"/>
              <a:gd name="T105" fmla="*/ 36 h 128"/>
              <a:gd name="T106" fmla="*/ 137 w 170"/>
              <a:gd name="T107" fmla="*/ 26 h 128"/>
              <a:gd name="T108" fmla="*/ 154 w 170"/>
              <a:gd name="T109" fmla="*/ 40 h 128"/>
              <a:gd name="T110" fmla="*/ 168 w 170"/>
              <a:gd name="T111" fmla="*/ 57 h 128"/>
              <a:gd name="T112" fmla="*/ 170 w 170"/>
              <a:gd name="T113" fmla="*/ 64 h 128"/>
              <a:gd name="T114" fmla="*/ 127 w 170"/>
              <a:gd name="T115" fmla="*/ 52 h 128"/>
              <a:gd name="T116" fmla="*/ 120 w 170"/>
              <a:gd name="T117" fmla="*/ 76 h 128"/>
              <a:gd name="T118" fmla="*/ 100 w 170"/>
              <a:gd name="T119" fmla="*/ 91 h 128"/>
              <a:gd name="T120" fmla="*/ 126 w 170"/>
              <a:gd name="T121" fmla="*/ 44 h 128"/>
              <a:gd name="T122" fmla="*/ 127 w 170"/>
              <a:gd name="T123" fmla="*/ 52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70" h="128">
                <a:moveTo>
                  <a:pt x="124" y="10"/>
                </a:moveTo>
                <a:cubicBezTo>
                  <a:pt x="124" y="10"/>
                  <a:pt x="124" y="10"/>
                  <a:pt x="124" y="10"/>
                </a:cubicBezTo>
                <a:cubicBezTo>
                  <a:pt x="117" y="22"/>
                  <a:pt x="107" y="40"/>
                  <a:pt x="94" y="64"/>
                </a:cubicBezTo>
                <a:cubicBezTo>
                  <a:pt x="81" y="88"/>
                  <a:pt x="71" y="106"/>
                  <a:pt x="64" y="118"/>
                </a:cubicBezTo>
                <a:cubicBezTo>
                  <a:pt x="59" y="126"/>
                  <a:pt x="59" y="126"/>
                  <a:pt x="59" y="126"/>
                </a:cubicBezTo>
                <a:cubicBezTo>
                  <a:pt x="59" y="127"/>
                  <a:pt x="58" y="128"/>
                  <a:pt x="57" y="128"/>
                </a:cubicBezTo>
                <a:cubicBezTo>
                  <a:pt x="56" y="128"/>
                  <a:pt x="52" y="125"/>
                  <a:pt x="44" y="121"/>
                </a:cubicBezTo>
                <a:cubicBezTo>
                  <a:pt x="43" y="120"/>
                  <a:pt x="43" y="119"/>
                  <a:pt x="43" y="118"/>
                </a:cubicBezTo>
                <a:cubicBezTo>
                  <a:pt x="43" y="118"/>
                  <a:pt x="44" y="115"/>
                  <a:pt x="47" y="110"/>
                </a:cubicBezTo>
                <a:cubicBezTo>
                  <a:pt x="38" y="106"/>
                  <a:pt x="29" y="101"/>
                  <a:pt x="22" y="94"/>
                </a:cubicBezTo>
                <a:cubicBezTo>
                  <a:pt x="14" y="87"/>
                  <a:pt x="8" y="79"/>
                  <a:pt x="2" y="71"/>
                </a:cubicBezTo>
                <a:cubicBezTo>
                  <a:pt x="1" y="69"/>
                  <a:pt x="0" y="66"/>
                  <a:pt x="0" y="64"/>
                </a:cubicBezTo>
                <a:cubicBezTo>
                  <a:pt x="0" y="62"/>
                  <a:pt x="1" y="59"/>
                  <a:pt x="2" y="57"/>
                </a:cubicBezTo>
                <a:cubicBezTo>
                  <a:pt x="12" y="43"/>
                  <a:pt x="24" y="31"/>
                  <a:pt x="38" y="22"/>
                </a:cubicBezTo>
                <a:cubicBezTo>
                  <a:pt x="52" y="14"/>
                  <a:pt x="68" y="10"/>
                  <a:pt x="85" y="10"/>
                </a:cubicBezTo>
                <a:cubicBezTo>
                  <a:pt x="90" y="10"/>
                  <a:pt x="96" y="10"/>
                  <a:pt x="102" y="11"/>
                </a:cubicBezTo>
                <a:cubicBezTo>
                  <a:pt x="107" y="2"/>
                  <a:pt x="107" y="2"/>
                  <a:pt x="107" y="2"/>
                </a:cubicBezTo>
                <a:cubicBezTo>
                  <a:pt x="108" y="1"/>
                  <a:pt x="109" y="0"/>
                  <a:pt x="110" y="0"/>
                </a:cubicBezTo>
                <a:cubicBezTo>
                  <a:pt x="110" y="0"/>
                  <a:pt x="111" y="1"/>
                  <a:pt x="111" y="1"/>
                </a:cubicBezTo>
                <a:cubicBezTo>
                  <a:pt x="112" y="1"/>
                  <a:pt x="113" y="2"/>
                  <a:pt x="114" y="3"/>
                </a:cubicBezTo>
                <a:cubicBezTo>
                  <a:pt x="115" y="3"/>
                  <a:pt x="116" y="4"/>
                  <a:pt x="117" y="4"/>
                </a:cubicBezTo>
                <a:cubicBezTo>
                  <a:pt x="118" y="5"/>
                  <a:pt x="119" y="5"/>
                  <a:pt x="120" y="6"/>
                </a:cubicBezTo>
                <a:cubicBezTo>
                  <a:pt x="121" y="7"/>
                  <a:pt x="122" y="7"/>
                  <a:pt x="122" y="7"/>
                </a:cubicBezTo>
                <a:cubicBezTo>
                  <a:pt x="123" y="8"/>
                  <a:pt x="124" y="9"/>
                  <a:pt x="124" y="10"/>
                </a:cubicBezTo>
                <a:close/>
                <a:moveTo>
                  <a:pt x="53" y="99"/>
                </a:moveTo>
                <a:cubicBezTo>
                  <a:pt x="60" y="86"/>
                  <a:pt x="60" y="86"/>
                  <a:pt x="60" y="86"/>
                </a:cubicBezTo>
                <a:cubicBezTo>
                  <a:pt x="55" y="82"/>
                  <a:pt x="50" y="77"/>
                  <a:pt x="47" y="71"/>
                </a:cubicBezTo>
                <a:cubicBezTo>
                  <a:pt x="44" y="65"/>
                  <a:pt x="43" y="59"/>
                  <a:pt x="43" y="52"/>
                </a:cubicBezTo>
                <a:cubicBezTo>
                  <a:pt x="43" y="44"/>
                  <a:pt x="44" y="37"/>
                  <a:pt x="48" y="31"/>
                </a:cubicBezTo>
                <a:cubicBezTo>
                  <a:pt x="34" y="38"/>
                  <a:pt x="22" y="49"/>
                  <a:pt x="12" y="64"/>
                </a:cubicBezTo>
                <a:cubicBezTo>
                  <a:pt x="23" y="80"/>
                  <a:pt x="36" y="92"/>
                  <a:pt x="53" y="99"/>
                </a:cubicBezTo>
                <a:close/>
                <a:moveTo>
                  <a:pt x="88" y="31"/>
                </a:moveTo>
                <a:cubicBezTo>
                  <a:pt x="89" y="30"/>
                  <a:pt x="89" y="29"/>
                  <a:pt x="89" y="28"/>
                </a:cubicBezTo>
                <a:cubicBezTo>
                  <a:pt x="89" y="26"/>
                  <a:pt x="89" y="25"/>
                  <a:pt x="88" y="24"/>
                </a:cubicBezTo>
                <a:cubicBezTo>
                  <a:pt x="87" y="24"/>
                  <a:pt x="86" y="23"/>
                  <a:pt x="85" y="23"/>
                </a:cubicBezTo>
                <a:cubicBezTo>
                  <a:pt x="77" y="23"/>
                  <a:pt x="70" y="26"/>
                  <a:pt x="65" y="32"/>
                </a:cubicBezTo>
                <a:cubicBezTo>
                  <a:pt x="59" y="37"/>
                  <a:pt x="56" y="44"/>
                  <a:pt x="56" y="52"/>
                </a:cubicBezTo>
                <a:cubicBezTo>
                  <a:pt x="56" y="53"/>
                  <a:pt x="57" y="54"/>
                  <a:pt x="57" y="55"/>
                </a:cubicBezTo>
                <a:cubicBezTo>
                  <a:pt x="58" y="56"/>
                  <a:pt x="59" y="56"/>
                  <a:pt x="61" y="56"/>
                </a:cubicBezTo>
                <a:cubicBezTo>
                  <a:pt x="62" y="56"/>
                  <a:pt x="63" y="56"/>
                  <a:pt x="64" y="55"/>
                </a:cubicBezTo>
                <a:cubicBezTo>
                  <a:pt x="65" y="54"/>
                  <a:pt x="65" y="53"/>
                  <a:pt x="65" y="52"/>
                </a:cubicBezTo>
                <a:cubicBezTo>
                  <a:pt x="65" y="46"/>
                  <a:pt x="67" y="42"/>
                  <a:pt x="71" y="38"/>
                </a:cubicBezTo>
                <a:cubicBezTo>
                  <a:pt x="75" y="34"/>
                  <a:pt x="79" y="32"/>
                  <a:pt x="85" y="32"/>
                </a:cubicBezTo>
                <a:cubicBezTo>
                  <a:pt x="86" y="32"/>
                  <a:pt x="87" y="32"/>
                  <a:pt x="88" y="31"/>
                </a:cubicBezTo>
                <a:close/>
                <a:moveTo>
                  <a:pt x="170" y="64"/>
                </a:moveTo>
                <a:cubicBezTo>
                  <a:pt x="170" y="66"/>
                  <a:pt x="169" y="68"/>
                  <a:pt x="168" y="71"/>
                </a:cubicBezTo>
                <a:cubicBezTo>
                  <a:pt x="165" y="75"/>
                  <a:pt x="162" y="79"/>
                  <a:pt x="157" y="84"/>
                </a:cubicBezTo>
                <a:cubicBezTo>
                  <a:pt x="148" y="95"/>
                  <a:pt x="137" y="103"/>
                  <a:pt x="125" y="109"/>
                </a:cubicBezTo>
                <a:cubicBezTo>
                  <a:pt x="112" y="115"/>
                  <a:pt x="99" y="118"/>
                  <a:pt x="85" y="118"/>
                </a:cubicBezTo>
                <a:cubicBezTo>
                  <a:pt x="92" y="106"/>
                  <a:pt x="92" y="106"/>
                  <a:pt x="92" y="106"/>
                </a:cubicBezTo>
                <a:cubicBezTo>
                  <a:pt x="105" y="105"/>
                  <a:pt x="118" y="101"/>
                  <a:pt x="129" y="93"/>
                </a:cubicBezTo>
                <a:cubicBezTo>
                  <a:pt x="140" y="86"/>
                  <a:pt x="150" y="76"/>
                  <a:pt x="157" y="64"/>
                </a:cubicBezTo>
                <a:cubicBezTo>
                  <a:pt x="150" y="53"/>
                  <a:pt x="141" y="43"/>
                  <a:pt x="131" y="36"/>
                </a:cubicBezTo>
                <a:cubicBezTo>
                  <a:pt x="137" y="26"/>
                  <a:pt x="137" y="26"/>
                  <a:pt x="137" y="26"/>
                </a:cubicBezTo>
                <a:cubicBezTo>
                  <a:pt x="143" y="30"/>
                  <a:pt x="149" y="34"/>
                  <a:pt x="154" y="40"/>
                </a:cubicBezTo>
                <a:cubicBezTo>
                  <a:pt x="160" y="46"/>
                  <a:pt x="164" y="51"/>
                  <a:pt x="168" y="57"/>
                </a:cubicBezTo>
                <a:cubicBezTo>
                  <a:pt x="169" y="60"/>
                  <a:pt x="170" y="62"/>
                  <a:pt x="170" y="64"/>
                </a:cubicBezTo>
                <a:close/>
                <a:moveTo>
                  <a:pt x="127" y="52"/>
                </a:moveTo>
                <a:cubicBezTo>
                  <a:pt x="127" y="61"/>
                  <a:pt x="125" y="69"/>
                  <a:pt x="120" y="76"/>
                </a:cubicBezTo>
                <a:cubicBezTo>
                  <a:pt x="115" y="83"/>
                  <a:pt x="108" y="88"/>
                  <a:pt x="100" y="91"/>
                </a:cubicBezTo>
                <a:cubicBezTo>
                  <a:pt x="126" y="44"/>
                  <a:pt x="126" y="44"/>
                  <a:pt x="126" y="44"/>
                </a:cubicBezTo>
                <a:cubicBezTo>
                  <a:pt x="127" y="47"/>
                  <a:pt x="127" y="49"/>
                  <a:pt x="127" y="52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09" name="Freeform 111"/>
          <p:cNvSpPr>
            <a:spLocks noEditPoints="1"/>
          </p:cNvSpPr>
          <p:nvPr/>
        </p:nvSpPr>
        <p:spPr bwMode="auto">
          <a:xfrm>
            <a:off x="8822223" y="2234995"/>
            <a:ext cx="244204" cy="226915"/>
          </a:xfrm>
          <a:custGeom>
            <a:avLst/>
            <a:gdLst>
              <a:gd name="T0" fmla="*/ 96 w 171"/>
              <a:gd name="T1" fmla="*/ 7 h 158"/>
              <a:gd name="T2" fmla="*/ 169 w 171"/>
              <a:gd name="T3" fmla="*/ 140 h 158"/>
              <a:gd name="T4" fmla="*/ 169 w 171"/>
              <a:gd name="T5" fmla="*/ 152 h 158"/>
              <a:gd name="T6" fmla="*/ 164 w 171"/>
              <a:gd name="T7" fmla="*/ 156 h 158"/>
              <a:gd name="T8" fmla="*/ 158 w 171"/>
              <a:gd name="T9" fmla="*/ 158 h 158"/>
              <a:gd name="T10" fmla="*/ 13 w 171"/>
              <a:gd name="T11" fmla="*/ 158 h 158"/>
              <a:gd name="T12" fmla="*/ 7 w 171"/>
              <a:gd name="T13" fmla="*/ 156 h 158"/>
              <a:gd name="T14" fmla="*/ 3 w 171"/>
              <a:gd name="T15" fmla="*/ 152 h 158"/>
              <a:gd name="T16" fmla="*/ 3 w 171"/>
              <a:gd name="T17" fmla="*/ 140 h 158"/>
              <a:gd name="T18" fmla="*/ 75 w 171"/>
              <a:gd name="T19" fmla="*/ 7 h 158"/>
              <a:gd name="T20" fmla="*/ 80 w 171"/>
              <a:gd name="T21" fmla="*/ 2 h 158"/>
              <a:gd name="T22" fmla="*/ 86 w 171"/>
              <a:gd name="T23" fmla="*/ 0 h 158"/>
              <a:gd name="T24" fmla="*/ 92 w 171"/>
              <a:gd name="T25" fmla="*/ 2 h 158"/>
              <a:gd name="T26" fmla="*/ 96 w 171"/>
              <a:gd name="T27" fmla="*/ 7 h 158"/>
              <a:gd name="T28" fmla="*/ 98 w 171"/>
              <a:gd name="T29" fmla="*/ 95 h 158"/>
              <a:gd name="T30" fmla="*/ 99 w 171"/>
              <a:gd name="T31" fmla="*/ 51 h 158"/>
              <a:gd name="T32" fmla="*/ 99 w 171"/>
              <a:gd name="T33" fmla="*/ 50 h 158"/>
              <a:gd name="T34" fmla="*/ 96 w 171"/>
              <a:gd name="T35" fmla="*/ 49 h 158"/>
              <a:gd name="T36" fmla="*/ 75 w 171"/>
              <a:gd name="T37" fmla="*/ 49 h 158"/>
              <a:gd name="T38" fmla="*/ 73 w 171"/>
              <a:gd name="T39" fmla="*/ 50 h 158"/>
              <a:gd name="T40" fmla="*/ 72 w 171"/>
              <a:gd name="T41" fmla="*/ 52 h 158"/>
              <a:gd name="T42" fmla="*/ 74 w 171"/>
              <a:gd name="T43" fmla="*/ 95 h 158"/>
              <a:gd name="T44" fmla="*/ 75 w 171"/>
              <a:gd name="T45" fmla="*/ 96 h 158"/>
              <a:gd name="T46" fmla="*/ 77 w 171"/>
              <a:gd name="T47" fmla="*/ 97 h 158"/>
              <a:gd name="T48" fmla="*/ 95 w 171"/>
              <a:gd name="T49" fmla="*/ 97 h 158"/>
              <a:gd name="T50" fmla="*/ 97 w 171"/>
              <a:gd name="T51" fmla="*/ 96 h 158"/>
              <a:gd name="T52" fmla="*/ 98 w 171"/>
              <a:gd name="T53" fmla="*/ 95 h 158"/>
              <a:gd name="T54" fmla="*/ 98 w 171"/>
              <a:gd name="T55" fmla="*/ 130 h 158"/>
              <a:gd name="T56" fmla="*/ 98 w 171"/>
              <a:gd name="T57" fmla="*/ 112 h 158"/>
              <a:gd name="T58" fmla="*/ 97 w 171"/>
              <a:gd name="T59" fmla="*/ 110 h 158"/>
              <a:gd name="T60" fmla="*/ 95 w 171"/>
              <a:gd name="T61" fmla="*/ 109 h 158"/>
              <a:gd name="T62" fmla="*/ 77 w 171"/>
              <a:gd name="T63" fmla="*/ 109 h 158"/>
              <a:gd name="T64" fmla="*/ 75 w 171"/>
              <a:gd name="T65" fmla="*/ 110 h 158"/>
              <a:gd name="T66" fmla="*/ 74 w 171"/>
              <a:gd name="T67" fmla="*/ 112 h 158"/>
              <a:gd name="T68" fmla="*/ 74 w 171"/>
              <a:gd name="T69" fmla="*/ 130 h 158"/>
              <a:gd name="T70" fmla="*/ 75 w 171"/>
              <a:gd name="T71" fmla="*/ 132 h 158"/>
              <a:gd name="T72" fmla="*/ 77 w 171"/>
              <a:gd name="T73" fmla="*/ 133 h 158"/>
              <a:gd name="T74" fmla="*/ 95 w 171"/>
              <a:gd name="T75" fmla="*/ 133 h 158"/>
              <a:gd name="T76" fmla="*/ 97 w 171"/>
              <a:gd name="T77" fmla="*/ 132 h 158"/>
              <a:gd name="T78" fmla="*/ 98 w 171"/>
              <a:gd name="T79" fmla="*/ 130 h 1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71" h="158">
                <a:moveTo>
                  <a:pt x="96" y="7"/>
                </a:moveTo>
                <a:cubicBezTo>
                  <a:pt x="169" y="140"/>
                  <a:pt x="169" y="140"/>
                  <a:pt x="169" y="140"/>
                </a:cubicBezTo>
                <a:cubicBezTo>
                  <a:pt x="171" y="144"/>
                  <a:pt x="171" y="148"/>
                  <a:pt x="169" y="152"/>
                </a:cubicBezTo>
                <a:cubicBezTo>
                  <a:pt x="168" y="153"/>
                  <a:pt x="166" y="155"/>
                  <a:pt x="164" y="156"/>
                </a:cubicBezTo>
                <a:cubicBezTo>
                  <a:pt x="163" y="157"/>
                  <a:pt x="161" y="158"/>
                  <a:pt x="158" y="158"/>
                </a:cubicBezTo>
                <a:cubicBezTo>
                  <a:pt x="13" y="158"/>
                  <a:pt x="13" y="158"/>
                  <a:pt x="13" y="158"/>
                </a:cubicBezTo>
                <a:cubicBezTo>
                  <a:pt x="11" y="158"/>
                  <a:pt x="9" y="157"/>
                  <a:pt x="7" y="156"/>
                </a:cubicBezTo>
                <a:cubicBezTo>
                  <a:pt x="5" y="155"/>
                  <a:pt x="4" y="153"/>
                  <a:pt x="3" y="152"/>
                </a:cubicBezTo>
                <a:cubicBezTo>
                  <a:pt x="1" y="148"/>
                  <a:pt x="0" y="144"/>
                  <a:pt x="3" y="140"/>
                </a:cubicBezTo>
                <a:cubicBezTo>
                  <a:pt x="75" y="7"/>
                  <a:pt x="75" y="7"/>
                  <a:pt x="75" y="7"/>
                </a:cubicBezTo>
                <a:cubicBezTo>
                  <a:pt x="76" y="5"/>
                  <a:pt x="78" y="3"/>
                  <a:pt x="80" y="2"/>
                </a:cubicBezTo>
                <a:cubicBezTo>
                  <a:pt x="82" y="1"/>
                  <a:pt x="84" y="0"/>
                  <a:pt x="86" y="0"/>
                </a:cubicBezTo>
                <a:cubicBezTo>
                  <a:pt x="88" y="0"/>
                  <a:pt x="90" y="1"/>
                  <a:pt x="92" y="2"/>
                </a:cubicBezTo>
                <a:cubicBezTo>
                  <a:pt x="94" y="3"/>
                  <a:pt x="95" y="5"/>
                  <a:pt x="96" y="7"/>
                </a:cubicBezTo>
                <a:close/>
                <a:moveTo>
                  <a:pt x="98" y="95"/>
                </a:moveTo>
                <a:cubicBezTo>
                  <a:pt x="99" y="51"/>
                  <a:pt x="99" y="51"/>
                  <a:pt x="99" y="51"/>
                </a:cubicBezTo>
                <a:cubicBezTo>
                  <a:pt x="99" y="51"/>
                  <a:pt x="99" y="50"/>
                  <a:pt x="99" y="50"/>
                </a:cubicBezTo>
                <a:cubicBezTo>
                  <a:pt x="98" y="49"/>
                  <a:pt x="97" y="49"/>
                  <a:pt x="96" y="49"/>
                </a:cubicBezTo>
                <a:cubicBezTo>
                  <a:pt x="75" y="49"/>
                  <a:pt x="75" y="49"/>
                  <a:pt x="75" y="49"/>
                </a:cubicBezTo>
                <a:cubicBezTo>
                  <a:pt x="75" y="49"/>
                  <a:pt x="74" y="49"/>
                  <a:pt x="73" y="50"/>
                </a:cubicBezTo>
                <a:cubicBezTo>
                  <a:pt x="73" y="50"/>
                  <a:pt x="72" y="51"/>
                  <a:pt x="72" y="52"/>
                </a:cubicBezTo>
                <a:cubicBezTo>
                  <a:pt x="74" y="95"/>
                  <a:pt x="74" y="95"/>
                  <a:pt x="74" y="95"/>
                </a:cubicBezTo>
                <a:cubicBezTo>
                  <a:pt x="74" y="96"/>
                  <a:pt x="74" y="96"/>
                  <a:pt x="75" y="96"/>
                </a:cubicBezTo>
                <a:cubicBezTo>
                  <a:pt x="75" y="97"/>
                  <a:pt x="76" y="97"/>
                  <a:pt x="77" y="97"/>
                </a:cubicBezTo>
                <a:cubicBezTo>
                  <a:pt x="95" y="97"/>
                  <a:pt x="95" y="97"/>
                  <a:pt x="95" y="97"/>
                </a:cubicBezTo>
                <a:cubicBezTo>
                  <a:pt x="95" y="97"/>
                  <a:pt x="96" y="97"/>
                  <a:pt x="97" y="96"/>
                </a:cubicBezTo>
                <a:cubicBezTo>
                  <a:pt x="97" y="96"/>
                  <a:pt x="98" y="96"/>
                  <a:pt x="98" y="95"/>
                </a:cubicBezTo>
                <a:close/>
                <a:moveTo>
                  <a:pt x="98" y="130"/>
                </a:moveTo>
                <a:cubicBezTo>
                  <a:pt x="98" y="112"/>
                  <a:pt x="98" y="112"/>
                  <a:pt x="98" y="112"/>
                </a:cubicBezTo>
                <a:cubicBezTo>
                  <a:pt x="98" y="111"/>
                  <a:pt x="98" y="111"/>
                  <a:pt x="97" y="110"/>
                </a:cubicBezTo>
                <a:cubicBezTo>
                  <a:pt x="96" y="109"/>
                  <a:pt x="96" y="109"/>
                  <a:pt x="95" y="109"/>
                </a:cubicBezTo>
                <a:cubicBezTo>
                  <a:pt x="77" y="109"/>
                  <a:pt x="77" y="109"/>
                  <a:pt x="77" y="109"/>
                </a:cubicBezTo>
                <a:cubicBezTo>
                  <a:pt x="76" y="109"/>
                  <a:pt x="75" y="109"/>
                  <a:pt x="75" y="110"/>
                </a:cubicBezTo>
                <a:cubicBezTo>
                  <a:pt x="74" y="111"/>
                  <a:pt x="74" y="111"/>
                  <a:pt x="74" y="112"/>
                </a:cubicBezTo>
                <a:cubicBezTo>
                  <a:pt x="74" y="130"/>
                  <a:pt x="74" y="130"/>
                  <a:pt x="74" y="130"/>
                </a:cubicBezTo>
                <a:cubicBezTo>
                  <a:pt x="74" y="131"/>
                  <a:pt x="74" y="132"/>
                  <a:pt x="75" y="132"/>
                </a:cubicBezTo>
                <a:cubicBezTo>
                  <a:pt x="75" y="133"/>
                  <a:pt x="76" y="133"/>
                  <a:pt x="77" y="133"/>
                </a:cubicBezTo>
                <a:cubicBezTo>
                  <a:pt x="95" y="133"/>
                  <a:pt x="95" y="133"/>
                  <a:pt x="95" y="133"/>
                </a:cubicBezTo>
                <a:cubicBezTo>
                  <a:pt x="96" y="133"/>
                  <a:pt x="96" y="133"/>
                  <a:pt x="97" y="132"/>
                </a:cubicBezTo>
                <a:cubicBezTo>
                  <a:pt x="98" y="132"/>
                  <a:pt x="98" y="131"/>
                  <a:pt x="98" y="13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10" name="Freeform 112"/>
          <p:cNvSpPr>
            <a:spLocks/>
          </p:cNvSpPr>
          <p:nvPr/>
        </p:nvSpPr>
        <p:spPr bwMode="auto">
          <a:xfrm>
            <a:off x="9126939" y="2252283"/>
            <a:ext cx="190176" cy="190176"/>
          </a:xfrm>
          <a:custGeom>
            <a:avLst/>
            <a:gdLst>
              <a:gd name="T0" fmla="*/ 130 w 133"/>
              <a:gd name="T1" fmla="*/ 3 h 133"/>
              <a:gd name="T2" fmla="*/ 131 w 133"/>
              <a:gd name="T3" fmla="*/ 17 h 133"/>
              <a:gd name="T4" fmla="*/ 121 w 133"/>
              <a:gd name="T5" fmla="*/ 34 h 133"/>
              <a:gd name="T6" fmla="*/ 106 w 133"/>
              <a:gd name="T7" fmla="*/ 49 h 133"/>
              <a:gd name="T8" fmla="*/ 121 w 133"/>
              <a:gd name="T9" fmla="*/ 115 h 133"/>
              <a:gd name="T10" fmla="*/ 120 w 133"/>
              <a:gd name="T11" fmla="*/ 118 h 133"/>
              <a:gd name="T12" fmla="*/ 108 w 133"/>
              <a:gd name="T13" fmla="*/ 127 h 133"/>
              <a:gd name="T14" fmla="*/ 106 w 133"/>
              <a:gd name="T15" fmla="*/ 127 h 133"/>
              <a:gd name="T16" fmla="*/ 105 w 133"/>
              <a:gd name="T17" fmla="*/ 127 h 133"/>
              <a:gd name="T18" fmla="*/ 103 w 133"/>
              <a:gd name="T19" fmla="*/ 126 h 133"/>
              <a:gd name="T20" fmla="*/ 77 w 133"/>
              <a:gd name="T21" fmla="*/ 78 h 133"/>
              <a:gd name="T22" fmla="*/ 52 w 133"/>
              <a:gd name="T23" fmla="*/ 102 h 133"/>
              <a:gd name="T24" fmla="*/ 57 w 133"/>
              <a:gd name="T25" fmla="*/ 121 h 133"/>
              <a:gd name="T26" fmla="*/ 57 w 133"/>
              <a:gd name="T27" fmla="*/ 124 h 133"/>
              <a:gd name="T28" fmla="*/ 48 w 133"/>
              <a:gd name="T29" fmla="*/ 133 h 133"/>
              <a:gd name="T30" fmla="*/ 45 w 133"/>
              <a:gd name="T31" fmla="*/ 133 h 133"/>
              <a:gd name="T32" fmla="*/ 45 w 133"/>
              <a:gd name="T33" fmla="*/ 133 h 133"/>
              <a:gd name="T34" fmla="*/ 43 w 133"/>
              <a:gd name="T35" fmla="*/ 132 h 133"/>
              <a:gd name="T36" fmla="*/ 25 w 133"/>
              <a:gd name="T37" fmla="*/ 108 h 133"/>
              <a:gd name="T38" fmla="*/ 1 w 133"/>
              <a:gd name="T39" fmla="*/ 91 h 133"/>
              <a:gd name="T40" fmla="*/ 0 w 133"/>
              <a:gd name="T41" fmla="*/ 88 h 133"/>
              <a:gd name="T42" fmla="*/ 1 w 133"/>
              <a:gd name="T43" fmla="*/ 86 h 133"/>
              <a:gd name="T44" fmla="*/ 10 w 133"/>
              <a:gd name="T45" fmla="*/ 77 h 133"/>
              <a:gd name="T46" fmla="*/ 12 w 133"/>
              <a:gd name="T47" fmla="*/ 76 h 133"/>
              <a:gd name="T48" fmla="*/ 13 w 133"/>
              <a:gd name="T49" fmla="*/ 76 h 133"/>
              <a:gd name="T50" fmla="*/ 31 w 133"/>
              <a:gd name="T51" fmla="*/ 81 h 133"/>
              <a:gd name="T52" fmla="*/ 56 w 133"/>
              <a:gd name="T53" fmla="*/ 57 h 133"/>
              <a:gd name="T54" fmla="*/ 8 w 133"/>
              <a:gd name="T55" fmla="*/ 30 h 133"/>
              <a:gd name="T56" fmla="*/ 6 w 133"/>
              <a:gd name="T57" fmla="*/ 28 h 133"/>
              <a:gd name="T58" fmla="*/ 7 w 133"/>
              <a:gd name="T59" fmla="*/ 25 h 133"/>
              <a:gd name="T60" fmla="*/ 19 w 133"/>
              <a:gd name="T61" fmla="*/ 13 h 133"/>
              <a:gd name="T62" fmla="*/ 22 w 133"/>
              <a:gd name="T63" fmla="*/ 13 h 133"/>
              <a:gd name="T64" fmla="*/ 85 w 133"/>
              <a:gd name="T65" fmla="*/ 28 h 133"/>
              <a:gd name="T66" fmla="*/ 100 w 133"/>
              <a:gd name="T67" fmla="*/ 12 h 133"/>
              <a:gd name="T68" fmla="*/ 116 w 133"/>
              <a:gd name="T69" fmla="*/ 2 h 133"/>
              <a:gd name="T70" fmla="*/ 130 w 133"/>
              <a:gd name="T71" fmla="*/ 3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33" h="133">
                <a:moveTo>
                  <a:pt x="130" y="3"/>
                </a:moveTo>
                <a:cubicBezTo>
                  <a:pt x="133" y="7"/>
                  <a:pt x="133" y="11"/>
                  <a:pt x="131" y="17"/>
                </a:cubicBezTo>
                <a:cubicBezTo>
                  <a:pt x="129" y="23"/>
                  <a:pt x="126" y="29"/>
                  <a:pt x="121" y="34"/>
                </a:cubicBezTo>
                <a:cubicBezTo>
                  <a:pt x="106" y="49"/>
                  <a:pt x="106" y="49"/>
                  <a:pt x="106" y="49"/>
                </a:cubicBezTo>
                <a:cubicBezTo>
                  <a:pt x="121" y="115"/>
                  <a:pt x="121" y="115"/>
                  <a:pt x="121" y="115"/>
                </a:cubicBezTo>
                <a:cubicBezTo>
                  <a:pt x="121" y="116"/>
                  <a:pt x="121" y="117"/>
                  <a:pt x="120" y="118"/>
                </a:cubicBezTo>
                <a:cubicBezTo>
                  <a:pt x="108" y="127"/>
                  <a:pt x="108" y="127"/>
                  <a:pt x="108" y="127"/>
                </a:cubicBezTo>
                <a:cubicBezTo>
                  <a:pt x="107" y="127"/>
                  <a:pt x="107" y="127"/>
                  <a:pt x="106" y="127"/>
                </a:cubicBezTo>
                <a:cubicBezTo>
                  <a:pt x="106" y="127"/>
                  <a:pt x="106" y="127"/>
                  <a:pt x="105" y="127"/>
                </a:cubicBezTo>
                <a:cubicBezTo>
                  <a:pt x="104" y="127"/>
                  <a:pt x="104" y="127"/>
                  <a:pt x="103" y="126"/>
                </a:cubicBezTo>
                <a:cubicBezTo>
                  <a:pt x="77" y="78"/>
                  <a:pt x="77" y="78"/>
                  <a:pt x="77" y="78"/>
                </a:cubicBezTo>
                <a:cubicBezTo>
                  <a:pt x="52" y="102"/>
                  <a:pt x="52" y="102"/>
                  <a:pt x="52" y="102"/>
                </a:cubicBezTo>
                <a:cubicBezTo>
                  <a:pt x="57" y="121"/>
                  <a:pt x="57" y="121"/>
                  <a:pt x="57" y="121"/>
                </a:cubicBezTo>
                <a:cubicBezTo>
                  <a:pt x="58" y="122"/>
                  <a:pt x="58" y="123"/>
                  <a:pt x="57" y="124"/>
                </a:cubicBezTo>
                <a:cubicBezTo>
                  <a:pt x="48" y="133"/>
                  <a:pt x="48" y="133"/>
                  <a:pt x="48" y="133"/>
                </a:cubicBezTo>
                <a:cubicBezTo>
                  <a:pt x="47" y="133"/>
                  <a:pt x="46" y="133"/>
                  <a:pt x="45" y="133"/>
                </a:cubicBezTo>
                <a:cubicBezTo>
                  <a:pt x="45" y="133"/>
                  <a:pt x="45" y="133"/>
                  <a:pt x="45" y="133"/>
                </a:cubicBezTo>
                <a:cubicBezTo>
                  <a:pt x="44" y="133"/>
                  <a:pt x="44" y="133"/>
                  <a:pt x="43" y="132"/>
                </a:cubicBezTo>
                <a:cubicBezTo>
                  <a:pt x="25" y="108"/>
                  <a:pt x="25" y="108"/>
                  <a:pt x="25" y="108"/>
                </a:cubicBezTo>
                <a:cubicBezTo>
                  <a:pt x="1" y="91"/>
                  <a:pt x="1" y="91"/>
                  <a:pt x="1" y="91"/>
                </a:cubicBezTo>
                <a:cubicBezTo>
                  <a:pt x="1" y="90"/>
                  <a:pt x="0" y="89"/>
                  <a:pt x="0" y="88"/>
                </a:cubicBezTo>
                <a:cubicBezTo>
                  <a:pt x="0" y="88"/>
                  <a:pt x="0" y="87"/>
                  <a:pt x="1" y="86"/>
                </a:cubicBezTo>
                <a:cubicBezTo>
                  <a:pt x="10" y="77"/>
                  <a:pt x="10" y="77"/>
                  <a:pt x="10" y="77"/>
                </a:cubicBezTo>
                <a:cubicBezTo>
                  <a:pt x="11" y="76"/>
                  <a:pt x="11" y="76"/>
                  <a:pt x="12" y="76"/>
                </a:cubicBezTo>
                <a:cubicBezTo>
                  <a:pt x="13" y="76"/>
                  <a:pt x="13" y="76"/>
                  <a:pt x="13" y="76"/>
                </a:cubicBezTo>
                <a:cubicBezTo>
                  <a:pt x="31" y="81"/>
                  <a:pt x="31" y="81"/>
                  <a:pt x="31" y="81"/>
                </a:cubicBezTo>
                <a:cubicBezTo>
                  <a:pt x="56" y="57"/>
                  <a:pt x="56" y="57"/>
                  <a:pt x="56" y="57"/>
                </a:cubicBezTo>
                <a:cubicBezTo>
                  <a:pt x="8" y="30"/>
                  <a:pt x="8" y="30"/>
                  <a:pt x="8" y="30"/>
                </a:cubicBezTo>
                <a:cubicBezTo>
                  <a:pt x="7" y="30"/>
                  <a:pt x="6" y="29"/>
                  <a:pt x="6" y="28"/>
                </a:cubicBezTo>
                <a:cubicBezTo>
                  <a:pt x="6" y="27"/>
                  <a:pt x="6" y="26"/>
                  <a:pt x="7" y="25"/>
                </a:cubicBezTo>
                <a:cubicBezTo>
                  <a:pt x="19" y="13"/>
                  <a:pt x="19" y="13"/>
                  <a:pt x="19" y="13"/>
                </a:cubicBezTo>
                <a:cubicBezTo>
                  <a:pt x="20" y="12"/>
                  <a:pt x="21" y="12"/>
                  <a:pt x="22" y="13"/>
                </a:cubicBezTo>
                <a:cubicBezTo>
                  <a:pt x="85" y="28"/>
                  <a:pt x="85" y="28"/>
                  <a:pt x="85" y="28"/>
                </a:cubicBezTo>
                <a:cubicBezTo>
                  <a:pt x="100" y="12"/>
                  <a:pt x="100" y="12"/>
                  <a:pt x="100" y="12"/>
                </a:cubicBezTo>
                <a:cubicBezTo>
                  <a:pt x="105" y="8"/>
                  <a:pt x="110" y="4"/>
                  <a:pt x="116" y="2"/>
                </a:cubicBezTo>
                <a:cubicBezTo>
                  <a:pt x="122" y="0"/>
                  <a:pt x="127" y="1"/>
                  <a:pt x="130" y="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11" name="Freeform 113"/>
          <p:cNvSpPr>
            <a:spLocks noEditPoints="1"/>
          </p:cNvSpPr>
          <p:nvPr/>
        </p:nvSpPr>
        <p:spPr bwMode="auto">
          <a:xfrm>
            <a:off x="9377625" y="2234995"/>
            <a:ext cx="224755" cy="244204"/>
          </a:xfrm>
          <a:custGeom>
            <a:avLst/>
            <a:gdLst>
              <a:gd name="T0" fmla="*/ 157 w 157"/>
              <a:gd name="T1" fmla="*/ 158 h 170"/>
              <a:gd name="T2" fmla="*/ 145 w 157"/>
              <a:gd name="T3" fmla="*/ 170 h 170"/>
              <a:gd name="T4" fmla="*/ 3 w 157"/>
              <a:gd name="T5" fmla="*/ 166 h 170"/>
              <a:gd name="T6" fmla="*/ 0 w 157"/>
              <a:gd name="T7" fmla="*/ 37 h 170"/>
              <a:gd name="T8" fmla="*/ 12 w 157"/>
              <a:gd name="T9" fmla="*/ 24 h 170"/>
              <a:gd name="T10" fmla="*/ 24 w 157"/>
              <a:gd name="T11" fmla="*/ 15 h 170"/>
              <a:gd name="T12" fmla="*/ 39 w 157"/>
              <a:gd name="T13" fmla="*/ 0 h 170"/>
              <a:gd name="T14" fmla="*/ 56 w 157"/>
              <a:gd name="T15" fmla="*/ 5 h 170"/>
              <a:gd name="T16" fmla="*/ 60 w 157"/>
              <a:gd name="T17" fmla="*/ 24 h 170"/>
              <a:gd name="T18" fmla="*/ 97 w 157"/>
              <a:gd name="T19" fmla="*/ 15 h 170"/>
              <a:gd name="T20" fmla="*/ 112 w 157"/>
              <a:gd name="T21" fmla="*/ 0 h 170"/>
              <a:gd name="T22" fmla="*/ 128 w 157"/>
              <a:gd name="T23" fmla="*/ 5 h 170"/>
              <a:gd name="T24" fmla="*/ 133 w 157"/>
              <a:gd name="T25" fmla="*/ 24 h 170"/>
              <a:gd name="T26" fmla="*/ 154 w 157"/>
              <a:gd name="T27" fmla="*/ 28 h 170"/>
              <a:gd name="T28" fmla="*/ 12 w 157"/>
              <a:gd name="T29" fmla="*/ 88 h 170"/>
              <a:gd name="T30" fmla="*/ 39 w 157"/>
              <a:gd name="T31" fmla="*/ 61 h 170"/>
              <a:gd name="T32" fmla="*/ 12 w 157"/>
              <a:gd name="T33" fmla="*/ 88 h 170"/>
              <a:gd name="T34" fmla="*/ 39 w 157"/>
              <a:gd name="T35" fmla="*/ 124 h 170"/>
              <a:gd name="T36" fmla="*/ 12 w 157"/>
              <a:gd name="T37" fmla="*/ 94 h 170"/>
              <a:gd name="T38" fmla="*/ 12 w 157"/>
              <a:gd name="T39" fmla="*/ 158 h 170"/>
              <a:gd name="T40" fmla="*/ 39 w 157"/>
              <a:gd name="T41" fmla="*/ 130 h 170"/>
              <a:gd name="T42" fmla="*/ 12 w 157"/>
              <a:gd name="T43" fmla="*/ 158 h 170"/>
              <a:gd name="T44" fmla="*/ 48 w 157"/>
              <a:gd name="T45" fmla="*/ 15 h 170"/>
              <a:gd name="T46" fmla="*/ 45 w 157"/>
              <a:gd name="T47" fmla="*/ 12 h 170"/>
              <a:gd name="T48" fmla="*/ 37 w 157"/>
              <a:gd name="T49" fmla="*/ 13 h 170"/>
              <a:gd name="T50" fmla="*/ 36 w 157"/>
              <a:gd name="T51" fmla="*/ 43 h 170"/>
              <a:gd name="T52" fmla="*/ 39 w 157"/>
              <a:gd name="T53" fmla="*/ 46 h 170"/>
              <a:gd name="T54" fmla="*/ 47 w 157"/>
              <a:gd name="T55" fmla="*/ 45 h 170"/>
              <a:gd name="T56" fmla="*/ 45 w 157"/>
              <a:gd name="T57" fmla="*/ 88 h 170"/>
              <a:gd name="T58" fmla="*/ 75 w 157"/>
              <a:gd name="T59" fmla="*/ 61 h 170"/>
              <a:gd name="T60" fmla="*/ 45 w 157"/>
              <a:gd name="T61" fmla="*/ 88 h 170"/>
              <a:gd name="T62" fmla="*/ 75 w 157"/>
              <a:gd name="T63" fmla="*/ 124 h 170"/>
              <a:gd name="T64" fmla="*/ 45 w 157"/>
              <a:gd name="T65" fmla="*/ 94 h 170"/>
              <a:gd name="T66" fmla="*/ 45 w 157"/>
              <a:gd name="T67" fmla="*/ 158 h 170"/>
              <a:gd name="T68" fmla="*/ 75 w 157"/>
              <a:gd name="T69" fmla="*/ 130 h 170"/>
              <a:gd name="T70" fmla="*/ 45 w 157"/>
              <a:gd name="T71" fmla="*/ 158 h 170"/>
              <a:gd name="T72" fmla="*/ 112 w 157"/>
              <a:gd name="T73" fmla="*/ 88 h 170"/>
              <a:gd name="T74" fmla="*/ 81 w 157"/>
              <a:gd name="T75" fmla="*/ 61 h 170"/>
              <a:gd name="T76" fmla="*/ 81 w 157"/>
              <a:gd name="T77" fmla="*/ 124 h 170"/>
              <a:gd name="T78" fmla="*/ 112 w 157"/>
              <a:gd name="T79" fmla="*/ 94 h 170"/>
              <a:gd name="T80" fmla="*/ 81 w 157"/>
              <a:gd name="T81" fmla="*/ 124 h 170"/>
              <a:gd name="T82" fmla="*/ 112 w 157"/>
              <a:gd name="T83" fmla="*/ 158 h 170"/>
              <a:gd name="T84" fmla="*/ 81 w 157"/>
              <a:gd name="T85" fmla="*/ 130 h 170"/>
              <a:gd name="T86" fmla="*/ 121 w 157"/>
              <a:gd name="T87" fmla="*/ 43 h 170"/>
              <a:gd name="T88" fmla="*/ 120 w 157"/>
              <a:gd name="T89" fmla="*/ 13 h 170"/>
              <a:gd name="T90" fmla="*/ 112 w 157"/>
              <a:gd name="T91" fmla="*/ 12 h 170"/>
              <a:gd name="T92" fmla="*/ 109 w 157"/>
              <a:gd name="T93" fmla="*/ 15 h 170"/>
              <a:gd name="T94" fmla="*/ 110 w 157"/>
              <a:gd name="T95" fmla="*/ 45 h 170"/>
              <a:gd name="T96" fmla="*/ 118 w 157"/>
              <a:gd name="T97" fmla="*/ 46 h 170"/>
              <a:gd name="T98" fmla="*/ 121 w 157"/>
              <a:gd name="T99" fmla="*/ 43 h 170"/>
              <a:gd name="T100" fmla="*/ 145 w 157"/>
              <a:gd name="T101" fmla="*/ 88 h 170"/>
              <a:gd name="T102" fmla="*/ 118 w 157"/>
              <a:gd name="T103" fmla="*/ 61 h 170"/>
              <a:gd name="T104" fmla="*/ 118 w 157"/>
              <a:gd name="T105" fmla="*/ 124 h 170"/>
              <a:gd name="T106" fmla="*/ 145 w 157"/>
              <a:gd name="T107" fmla="*/ 94 h 170"/>
              <a:gd name="T108" fmla="*/ 118 w 157"/>
              <a:gd name="T109" fmla="*/ 124 h 170"/>
              <a:gd name="T110" fmla="*/ 145 w 157"/>
              <a:gd name="T111" fmla="*/ 158 h 170"/>
              <a:gd name="T112" fmla="*/ 118 w 157"/>
              <a:gd name="T113" fmla="*/ 130 h 1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57" h="170">
                <a:moveTo>
                  <a:pt x="157" y="37"/>
                </a:moveTo>
                <a:cubicBezTo>
                  <a:pt x="157" y="158"/>
                  <a:pt x="157" y="158"/>
                  <a:pt x="157" y="158"/>
                </a:cubicBezTo>
                <a:cubicBezTo>
                  <a:pt x="157" y="161"/>
                  <a:pt x="156" y="164"/>
                  <a:pt x="154" y="166"/>
                </a:cubicBezTo>
                <a:cubicBezTo>
                  <a:pt x="151" y="168"/>
                  <a:pt x="148" y="170"/>
                  <a:pt x="145" y="170"/>
                </a:cubicBezTo>
                <a:cubicBezTo>
                  <a:pt x="12" y="170"/>
                  <a:pt x="12" y="170"/>
                  <a:pt x="12" y="170"/>
                </a:cubicBezTo>
                <a:cubicBezTo>
                  <a:pt x="9" y="170"/>
                  <a:pt x="6" y="168"/>
                  <a:pt x="3" y="166"/>
                </a:cubicBezTo>
                <a:cubicBezTo>
                  <a:pt x="1" y="164"/>
                  <a:pt x="0" y="161"/>
                  <a:pt x="0" y="158"/>
                </a:cubicBezTo>
                <a:cubicBezTo>
                  <a:pt x="0" y="37"/>
                  <a:pt x="0" y="37"/>
                  <a:pt x="0" y="37"/>
                </a:cubicBezTo>
                <a:cubicBezTo>
                  <a:pt x="0" y="33"/>
                  <a:pt x="1" y="30"/>
                  <a:pt x="3" y="28"/>
                </a:cubicBezTo>
                <a:cubicBezTo>
                  <a:pt x="6" y="26"/>
                  <a:pt x="9" y="24"/>
                  <a:pt x="12" y="24"/>
                </a:cubicBezTo>
                <a:cubicBezTo>
                  <a:pt x="24" y="24"/>
                  <a:pt x="24" y="24"/>
                  <a:pt x="24" y="24"/>
                </a:cubicBezTo>
                <a:cubicBezTo>
                  <a:pt x="24" y="15"/>
                  <a:pt x="24" y="15"/>
                  <a:pt x="24" y="15"/>
                </a:cubicBezTo>
                <a:cubicBezTo>
                  <a:pt x="24" y="11"/>
                  <a:pt x="25" y="8"/>
                  <a:pt x="28" y="5"/>
                </a:cubicBezTo>
                <a:cubicBezTo>
                  <a:pt x="31" y="2"/>
                  <a:pt x="35" y="0"/>
                  <a:pt x="39" y="0"/>
                </a:cubicBezTo>
                <a:cubicBezTo>
                  <a:pt x="45" y="0"/>
                  <a:pt x="45" y="0"/>
                  <a:pt x="45" y="0"/>
                </a:cubicBezTo>
                <a:cubicBezTo>
                  <a:pt x="49" y="0"/>
                  <a:pt x="53" y="2"/>
                  <a:pt x="56" y="5"/>
                </a:cubicBezTo>
                <a:cubicBezTo>
                  <a:pt x="59" y="8"/>
                  <a:pt x="60" y="11"/>
                  <a:pt x="60" y="15"/>
                </a:cubicBezTo>
                <a:cubicBezTo>
                  <a:pt x="60" y="24"/>
                  <a:pt x="60" y="24"/>
                  <a:pt x="60" y="24"/>
                </a:cubicBezTo>
                <a:cubicBezTo>
                  <a:pt x="97" y="24"/>
                  <a:pt x="97" y="24"/>
                  <a:pt x="97" y="24"/>
                </a:cubicBezTo>
                <a:cubicBezTo>
                  <a:pt x="97" y="15"/>
                  <a:pt x="97" y="15"/>
                  <a:pt x="97" y="15"/>
                </a:cubicBezTo>
                <a:cubicBezTo>
                  <a:pt x="97" y="11"/>
                  <a:pt x="98" y="8"/>
                  <a:pt x="101" y="5"/>
                </a:cubicBezTo>
                <a:cubicBezTo>
                  <a:pt x="104" y="2"/>
                  <a:pt x="108" y="0"/>
                  <a:pt x="112" y="0"/>
                </a:cubicBezTo>
                <a:cubicBezTo>
                  <a:pt x="118" y="0"/>
                  <a:pt x="118" y="0"/>
                  <a:pt x="118" y="0"/>
                </a:cubicBezTo>
                <a:cubicBezTo>
                  <a:pt x="122" y="0"/>
                  <a:pt x="125" y="2"/>
                  <a:pt x="128" y="5"/>
                </a:cubicBezTo>
                <a:cubicBezTo>
                  <a:pt x="131" y="8"/>
                  <a:pt x="133" y="11"/>
                  <a:pt x="133" y="15"/>
                </a:cubicBezTo>
                <a:cubicBezTo>
                  <a:pt x="133" y="24"/>
                  <a:pt x="133" y="24"/>
                  <a:pt x="133" y="24"/>
                </a:cubicBezTo>
                <a:cubicBezTo>
                  <a:pt x="145" y="24"/>
                  <a:pt x="145" y="24"/>
                  <a:pt x="145" y="24"/>
                </a:cubicBezTo>
                <a:cubicBezTo>
                  <a:pt x="148" y="24"/>
                  <a:pt x="151" y="26"/>
                  <a:pt x="154" y="28"/>
                </a:cubicBezTo>
                <a:cubicBezTo>
                  <a:pt x="156" y="30"/>
                  <a:pt x="157" y="33"/>
                  <a:pt x="157" y="37"/>
                </a:cubicBezTo>
                <a:close/>
                <a:moveTo>
                  <a:pt x="12" y="88"/>
                </a:moveTo>
                <a:cubicBezTo>
                  <a:pt x="39" y="88"/>
                  <a:pt x="39" y="88"/>
                  <a:pt x="39" y="88"/>
                </a:cubicBezTo>
                <a:cubicBezTo>
                  <a:pt x="39" y="61"/>
                  <a:pt x="39" y="61"/>
                  <a:pt x="39" y="61"/>
                </a:cubicBezTo>
                <a:cubicBezTo>
                  <a:pt x="12" y="61"/>
                  <a:pt x="12" y="61"/>
                  <a:pt x="12" y="61"/>
                </a:cubicBezTo>
                <a:lnTo>
                  <a:pt x="12" y="88"/>
                </a:lnTo>
                <a:close/>
                <a:moveTo>
                  <a:pt x="12" y="124"/>
                </a:moveTo>
                <a:cubicBezTo>
                  <a:pt x="39" y="124"/>
                  <a:pt x="39" y="124"/>
                  <a:pt x="39" y="124"/>
                </a:cubicBezTo>
                <a:cubicBezTo>
                  <a:pt x="39" y="94"/>
                  <a:pt x="39" y="94"/>
                  <a:pt x="39" y="94"/>
                </a:cubicBezTo>
                <a:cubicBezTo>
                  <a:pt x="12" y="94"/>
                  <a:pt x="12" y="94"/>
                  <a:pt x="12" y="94"/>
                </a:cubicBezTo>
                <a:lnTo>
                  <a:pt x="12" y="124"/>
                </a:lnTo>
                <a:close/>
                <a:moveTo>
                  <a:pt x="12" y="158"/>
                </a:moveTo>
                <a:cubicBezTo>
                  <a:pt x="39" y="158"/>
                  <a:pt x="39" y="158"/>
                  <a:pt x="39" y="158"/>
                </a:cubicBezTo>
                <a:cubicBezTo>
                  <a:pt x="39" y="130"/>
                  <a:pt x="39" y="130"/>
                  <a:pt x="39" y="130"/>
                </a:cubicBezTo>
                <a:cubicBezTo>
                  <a:pt x="12" y="130"/>
                  <a:pt x="12" y="130"/>
                  <a:pt x="12" y="130"/>
                </a:cubicBezTo>
                <a:lnTo>
                  <a:pt x="12" y="158"/>
                </a:lnTo>
                <a:close/>
                <a:moveTo>
                  <a:pt x="48" y="43"/>
                </a:moveTo>
                <a:cubicBezTo>
                  <a:pt x="48" y="15"/>
                  <a:pt x="48" y="15"/>
                  <a:pt x="48" y="15"/>
                </a:cubicBezTo>
                <a:cubicBezTo>
                  <a:pt x="48" y="15"/>
                  <a:pt x="48" y="14"/>
                  <a:pt x="47" y="13"/>
                </a:cubicBezTo>
                <a:cubicBezTo>
                  <a:pt x="47" y="13"/>
                  <a:pt x="46" y="12"/>
                  <a:pt x="45" y="12"/>
                </a:cubicBezTo>
                <a:cubicBezTo>
                  <a:pt x="39" y="12"/>
                  <a:pt x="39" y="12"/>
                  <a:pt x="39" y="12"/>
                </a:cubicBezTo>
                <a:cubicBezTo>
                  <a:pt x="38" y="12"/>
                  <a:pt x="38" y="13"/>
                  <a:pt x="37" y="13"/>
                </a:cubicBezTo>
                <a:cubicBezTo>
                  <a:pt x="36" y="14"/>
                  <a:pt x="36" y="15"/>
                  <a:pt x="36" y="15"/>
                </a:cubicBezTo>
                <a:cubicBezTo>
                  <a:pt x="36" y="43"/>
                  <a:pt x="36" y="43"/>
                  <a:pt x="36" y="43"/>
                </a:cubicBezTo>
                <a:cubicBezTo>
                  <a:pt x="36" y="43"/>
                  <a:pt x="36" y="44"/>
                  <a:pt x="37" y="45"/>
                </a:cubicBezTo>
                <a:cubicBezTo>
                  <a:pt x="38" y="45"/>
                  <a:pt x="38" y="46"/>
                  <a:pt x="39" y="46"/>
                </a:cubicBezTo>
                <a:cubicBezTo>
                  <a:pt x="45" y="46"/>
                  <a:pt x="45" y="46"/>
                  <a:pt x="45" y="46"/>
                </a:cubicBezTo>
                <a:cubicBezTo>
                  <a:pt x="46" y="46"/>
                  <a:pt x="47" y="45"/>
                  <a:pt x="47" y="45"/>
                </a:cubicBezTo>
                <a:cubicBezTo>
                  <a:pt x="48" y="44"/>
                  <a:pt x="48" y="43"/>
                  <a:pt x="48" y="43"/>
                </a:cubicBezTo>
                <a:close/>
                <a:moveTo>
                  <a:pt x="45" y="88"/>
                </a:moveTo>
                <a:cubicBezTo>
                  <a:pt x="75" y="88"/>
                  <a:pt x="75" y="88"/>
                  <a:pt x="75" y="88"/>
                </a:cubicBezTo>
                <a:cubicBezTo>
                  <a:pt x="75" y="61"/>
                  <a:pt x="75" y="61"/>
                  <a:pt x="75" y="61"/>
                </a:cubicBezTo>
                <a:cubicBezTo>
                  <a:pt x="45" y="61"/>
                  <a:pt x="45" y="61"/>
                  <a:pt x="45" y="61"/>
                </a:cubicBezTo>
                <a:lnTo>
                  <a:pt x="45" y="88"/>
                </a:lnTo>
                <a:close/>
                <a:moveTo>
                  <a:pt x="45" y="124"/>
                </a:moveTo>
                <a:cubicBezTo>
                  <a:pt x="75" y="124"/>
                  <a:pt x="75" y="124"/>
                  <a:pt x="75" y="124"/>
                </a:cubicBezTo>
                <a:cubicBezTo>
                  <a:pt x="75" y="94"/>
                  <a:pt x="75" y="94"/>
                  <a:pt x="75" y="94"/>
                </a:cubicBezTo>
                <a:cubicBezTo>
                  <a:pt x="45" y="94"/>
                  <a:pt x="45" y="94"/>
                  <a:pt x="45" y="94"/>
                </a:cubicBezTo>
                <a:lnTo>
                  <a:pt x="45" y="124"/>
                </a:lnTo>
                <a:close/>
                <a:moveTo>
                  <a:pt x="45" y="158"/>
                </a:moveTo>
                <a:cubicBezTo>
                  <a:pt x="75" y="158"/>
                  <a:pt x="75" y="158"/>
                  <a:pt x="75" y="158"/>
                </a:cubicBezTo>
                <a:cubicBezTo>
                  <a:pt x="75" y="130"/>
                  <a:pt x="75" y="130"/>
                  <a:pt x="75" y="130"/>
                </a:cubicBezTo>
                <a:cubicBezTo>
                  <a:pt x="45" y="130"/>
                  <a:pt x="45" y="130"/>
                  <a:pt x="45" y="130"/>
                </a:cubicBezTo>
                <a:lnTo>
                  <a:pt x="45" y="158"/>
                </a:lnTo>
                <a:close/>
                <a:moveTo>
                  <a:pt x="81" y="88"/>
                </a:moveTo>
                <a:cubicBezTo>
                  <a:pt x="112" y="88"/>
                  <a:pt x="112" y="88"/>
                  <a:pt x="112" y="88"/>
                </a:cubicBezTo>
                <a:cubicBezTo>
                  <a:pt x="112" y="61"/>
                  <a:pt x="112" y="61"/>
                  <a:pt x="112" y="61"/>
                </a:cubicBezTo>
                <a:cubicBezTo>
                  <a:pt x="81" y="61"/>
                  <a:pt x="81" y="61"/>
                  <a:pt x="81" y="61"/>
                </a:cubicBezTo>
                <a:lnTo>
                  <a:pt x="81" y="88"/>
                </a:lnTo>
                <a:close/>
                <a:moveTo>
                  <a:pt x="81" y="124"/>
                </a:moveTo>
                <a:cubicBezTo>
                  <a:pt x="112" y="124"/>
                  <a:pt x="112" y="124"/>
                  <a:pt x="112" y="124"/>
                </a:cubicBezTo>
                <a:cubicBezTo>
                  <a:pt x="112" y="94"/>
                  <a:pt x="112" y="94"/>
                  <a:pt x="112" y="94"/>
                </a:cubicBezTo>
                <a:cubicBezTo>
                  <a:pt x="81" y="94"/>
                  <a:pt x="81" y="94"/>
                  <a:pt x="81" y="94"/>
                </a:cubicBezTo>
                <a:lnTo>
                  <a:pt x="81" y="124"/>
                </a:lnTo>
                <a:close/>
                <a:moveTo>
                  <a:pt x="81" y="158"/>
                </a:moveTo>
                <a:cubicBezTo>
                  <a:pt x="112" y="158"/>
                  <a:pt x="112" y="158"/>
                  <a:pt x="112" y="158"/>
                </a:cubicBezTo>
                <a:cubicBezTo>
                  <a:pt x="112" y="130"/>
                  <a:pt x="112" y="130"/>
                  <a:pt x="112" y="130"/>
                </a:cubicBezTo>
                <a:cubicBezTo>
                  <a:pt x="81" y="130"/>
                  <a:pt x="81" y="130"/>
                  <a:pt x="81" y="130"/>
                </a:cubicBezTo>
                <a:lnTo>
                  <a:pt x="81" y="158"/>
                </a:lnTo>
                <a:close/>
                <a:moveTo>
                  <a:pt x="121" y="43"/>
                </a:moveTo>
                <a:cubicBezTo>
                  <a:pt x="121" y="15"/>
                  <a:pt x="121" y="15"/>
                  <a:pt x="121" y="15"/>
                </a:cubicBezTo>
                <a:cubicBezTo>
                  <a:pt x="121" y="15"/>
                  <a:pt x="120" y="14"/>
                  <a:pt x="120" y="13"/>
                </a:cubicBezTo>
                <a:cubicBezTo>
                  <a:pt x="119" y="13"/>
                  <a:pt x="119" y="12"/>
                  <a:pt x="118" y="12"/>
                </a:cubicBezTo>
                <a:cubicBezTo>
                  <a:pt x="112" y="12"/>
                  <a:pt x="112" y="12"/>
                  <a:pt x="112" y="12"/>
                </a:cubicBezTo>
                <a:cubicBezTo>
                  <a:pt x="111" y="12"/>
                  <a:pt x="110" y="13"/>
                  <a:pt x="110" y="13"/>
                </a:cubicBezTo>
                <a:cubicBezTo>
                  <a:pt x="109" y="14"/>
                  <a:pt x="109" y="15"/>
                  <a:pt x="109" y="15"/>
                </a:cubicBezTo>
                <a:cubicBezTo>
                  <a:pt x="109" y="43"/>
                  <a:pt x="109" y="43"/>
                  <a:pt x="109" y="43"/>
                </a:cubicBezTo>
                <a:cubicBezTo>
                  <a:pt x="109" y="43"/>
                  <a:pt x="109" y="44"/>
                  <a:pt x="110" y="45"/>
                </a:cubicBezTo>
                <a:cubicBezTo>
                  <a:pt x="110" y="45"/>
                  <a:pt x="111" y="46"/>
                  <a:pt x="112" y="46"/>
                </a:cubicBezTo>
                <a:cubicBezTo>
                  <a:pt x="118" y="46"/>
                  <a:pt x="118" y="46"/>
                  <a:pt x="118" y="46"/>
                </a:cubicBezTo>
                <a:cubicBezTo>
                  <a:pt x="119" y="46"/>
                  <a:pt x="119" y="45"/>
                  <a:pt x="120" y="45"/>
                </a:cubicBezTo>
                <a:cubicBezTo>
                  <a:pt x="120" y="44"/>
                  <a:pt x="121" y="43"/>
                  <a:pt x="121" y="43"/>
                </a:cubicBezTo>
                <a:close/>
                <a:moveTo>
                  <a:pt x="118" y="88"/>
                </a:moveTo>
                <a:cubicBezTo>
                  <a:pt x="145" y="88"/>
                  <a:pt x="145" y="88"/>
                  <a:pt x="145" y="88"/>
                </a:cubicBezTo>
                <a:cubicBezTo>
                  <a:pt x="145" y="61"/>
                  <a:pt x="145" y="61"/>
                  <a:pt x="145" y="61"/>
                </a:cubicBezTo>
                <a:cubicBezTo>
                  <a:pt x="118" y="61"/>
                  <a:pt x="118" y="61"/>
                  <a:pt x="118" y="61"/>
                </a:cubicBezTo>
                <a:lnTo>
                  <a:pt x="118" y="88"/>
                </a:lnTo>
                <a:close/>
                <a:moveTo>
                  <a:pt x="118" y="124"/>
                </a:moveTo>
                <a:cubicBezTo>
                  <a:pt x="145" y="124"/>
                  <a:pt x="145" y="124"/>
                  <a:pt x="145" y="124"/>
                </a:cubicBezTo>
                <a:cubicBezTo>
                  <a:pt x="145" y="94"/>
                  <a:pt x="145" y="94"/>
                  <a:pt x="145" y="94"/>
                </a:cubicBezTo>
                <a:cubicBezTo>
                  <a:pt x="118" y="94"/>
                  <a:pt x="118" y="94"/>
                  <a:pt x="118" y="94"/>
                </a:cubicBezTo>
                <a:lnTo>
                  <a:pt x="118" y="124"/>
                </a:lnTo>
                <a:close/>
                <a:moveTo>
                  <a:pt x="118" y="158"/>
                </a:moveTo>
                <a:cubicBezTo>
                  <a:pt x="145" y="158"/>
                  <a:pt x="145" y="158"/>
                  <a:pt x="145" y="158"/>
                </a:cubicBezTo>
                <a:cubicBezTo>
                  <a:pt x="145" y="130"/>
                  <a:pt x="145" y="130"/>
                  <a:pt x="145" y="130"/>
                </a:cubicBezTo>
                <a:cubicBezTo>
                  <a:pt x="118" y="130"/>
                  <a:pt x="118" y="130"/>
                  <a:pt x="118" y="130"/>
                </a:cubicBezTo>
                <a:lnTo>
                  <a:pt x="118" y="158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12" name="Freeform 114"/>
          <p:cNvSpPr>
            <a:spLocks noEditPoints="1"/>
          </p:cNvSpPr>
          <p:nvPr/>
        </p:nvSpPr>
        <p:spPr bwMode="auto">
          <a:xfrm>
            <a:off x="9662891" y="2239317"/>
            <a:ext cx="242043" cy="218271"/>
          </a:xfrm>
          <a:custGeom>
            <a:avLst/>
            <a:gdLst>
              <a:gd name="T0" fmla="*/ 168 w 169"/>
              <a:gd name="T1" fmla="*/ 36 h 152"/>
              <a:gd name="T2" fmla="*/ 136 w 169"/>
              <a:gd name="T3" fmla="*/ 67 h 152"/>
              <a:gd name="T4" fmla="*/ 133 w 169"/>
              <a:gd name="T5" fmla="*/ 64 h 152"/>
              <a:gd name="T6" fmla="*/ 109 w 169"/>
              <a:gd name="T7" fmla="*/ 46 h 152"/>
              <a:gd name="T8" fmla="*/ 94 w 169"/>
              <a:gd name="T9" fmla="*/ 51 h 152"/>
              <a:gd name="T10" fmla="*/ 85 w 169"/>
              <a:gd name="T11" fmla="*/ 64 h 152"/>
              <a:gd name="T12" fmla="*/ 73 w 169"/>
              <a:gd name="T13" fmla="*/ 91 h 152"/>
              <a:gd name="T14" fmla="*/ 62 w 169"/>
              <a:gd name="T15" fmla="*/ 111 h 152"/>
              <a:gd name="T16" fmla="*/ 46 w 169"/>
              <a:gd name="T17" fmla="*/ 125 h 152"/>
              <a:gd name="T18" fmla="*/ 24 w 169"/>
              <a:gd name="T19" fmla="*/ 130 h 152"/>
              <a:gd name="T20" fmla="*/ 0 w 169"/>
              <a:gd name="T21" fmla="*/ 130 h 152"/>
              <a:gd name="T22" fmla="*/ 0 w 169"/>
              <a:gd name="T23" fmla="*/ 109 h 152"/>
              <a:gd name="T24" fmla="*/ 3 w 169"/>
              <a:gd name="T25" fmla="*/ 106 h 152"/>
              <a:gd name="T26" fmla="*/ 32 w 169"/>
              <a:gd name="T27" fmla="*/ 105 h 152"/>
              <a:gd name="T28" fmla="*/ 43 w 169"/>
              <a:gd name="T29" fmla="*/ 95 h 152"/>
              <a:gd name="T30" fmla="*/ 55 w 169"/>
              <a:gd name="T31" fmla="*/ 71 h 152"/>
              <a:gd name="T32" fmla="*/ 65 w 169"/>
              <a:gd name="T33" fmla="*/ 51 h 152"/>
              <a:gd name="T34" fmla="*/ 78 w 169"/>
              <a:gd name="T35" fmla="*/ 33 h 152"/>
              <a:gd name="T36" fmla="*/ 96 w 169"/>
              <a:gd name="T37" fmla="*/ 23 h 152"/>
              <a:gd name="T38" fmla="*/ 133 w 169"/>
              <a:gd name="T39" fmla="*/ 21 h 152"/>
              <a:gd name="T40" fmla="*/ 134 w 169"/>
              <a:gd name="T41" fmla="*/ 1 h 152"/>
              <a:gd name="T42" fmla="*/ 138 w 169"/>
              <a:gd name="T43" fmla="*/ 1 h 152"/>
              <a:gd name="T44" fmla="*/ 169 w 169"/>
              <a:gd name="T45" fmla="*/ 34 h 152"/>
              <a:gd name="T46" fmla="*/ 50 w 169"/>
              <a:gd name="T47" fmla="*/ 69 h 152"/>
              <a:gd name="T48" fmla="*/ 42 w 169"/>
              <a:gd name="T49" fmla="*/ 56 h 152"/>
              <a:gd name="T50" fmla="*/ 32 w 169"/>
              <a:gd name="T51" fmla="*/ 47 h 152"/>
              <a:gd name="T52" fmla="*/ 3 w 169"/>
              <a:gd name="T53" fmla="*/ 46 h 152"/>
              <a:gd name="T54" fmla="*/ 0 w 169"/>
              <a:gd name="T55" fmla="*/ 43 h 152"/>
              <a:gd name="T56" fmla="*/ 0 w 169"/>
              <a:gd name="T57" fmla="*/ 22 h 152"/>
              <a:gd name="T58" fmla="*/ 24 w 169"/>
              <a:gd name="T59" fmla="*/ 21 h 152"/>
              <a:gd name="T60" fmla="*/ 169 w 169"/>
              <a:gd name="T61" fmla="*/ 118 h 152"/>
              <a:gd name="T62" fmla="*/ 138 w 169"/>
              <a:gd name="T63" fmla="*/ 151 h 152"/>
              <a:gd name="T64" fmla="*/ 134 w 169"/>
              <a:gd name="T65" fmla="*/ 151 h 152"/>
              <a:gd name="T66" fmla="*/ 133 w 169"/>
              <a:gd name="T67" fmla="*/ 130 h 152"/>
              <a:gd name="T68" fmla="*/ 117 w 169"/>
              <a:gd name="T69" fmla="*/ 131 h 152"/>
              <a:gd name="T70" fmla="*/ 103 w 169"/>
              <a:gd name="T71" fmla="*/ 130 h 152"/>
              <a:gd name="T72" fmla="*/ 91 w 169"/>
              <a:gd name="T73" fmla="*/ 127 h 152"/>
              <a:gd name="T74" fmla="*/ 80 w 169"/>
              <a:gd name="T75" fmla="*/ 121 h 152"/>
              <a:gd name="T76" fmla="*/ 70 w 169"/>
              <a:gd name="T77" fmla="*/ 109 h 152"/>
              <a:gd name="T78" fmla="*/ 86 w 169"/>
              <a:gd name="T79" fmla="*/ 90 h 152"/>
              <a:gd name="T80" fmla="*/ 95 w 169"/>
              <a:gd name="T81" fmla="*/ 101 h 152"/>
              <a:gd name="T82" fmla="*/ 109 w 169"/>
              <a:gd name="T83" fmla="*/ 106 h 152"/>
              <a:gd name="T84" fmla="*/ 133 w 169"/>
              <a:gd name="T85" fmla="*/ 88 h 152"/>
              <a:gd name="T86" fmla="*/ 136 w 169"/>
              <a:gd name="T87" fmla="*/ 85 h 152"/>
              <a:gd name="T88" fmla="*/ 168 w 169"/>
              <a:gd name="T89" fmla="*/ 116 h 1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69" h="152">
                <a:moveTo>
                  <a:pt x="169" y="34"/>
                </a:moveTo>
                <a:cubicBezTo>
                  <a:pt x="169" y="34"/>
                  <a:pt x="169" y="35"/>
                  <a:pt x="168" y="36"/>
                </a:cubicBezTo>
                <a:cubicBezTo>
                  <a:pt x="138" y="66"/>
                  <a:pt x="138" y="66"/>
                  <a:pt x="138" y="66"/>
                </a:cubicBezTo>
                <a:cubicBezTo>
                  <a:pt x="137" y="67"/>
                  <a:pt x="137" y="67"/>
                  <a:pt x="136" y="67"/>
                </a:cubicBezTo>
                <a:cubicBezTo>
                  <a:pt x="135" y="67"/>
                  <a:pt x="134" y="67"/>
                  <a:pt x="134" y="66"/>
                </a:cubicBezTo>
                <a:cubicBezTo>
                  <a:pt x="133" y="65"/>
                  <a:pt x="133" y="65"/>
                  <a:pt x="133" y="64"/>
                </a:cubicBezTo>
                <a:cubicBezTo>
                  <a:pt x="133" y="46"/>
                  <a:pt x="133" y="46"/>
                  <a:pt x="133" y="46"/>
                </a:cubicBezTo>
                <a:cubicBezTo>
                  <a:pt x="109" y="46"/>
                  <a:pt x="109" y="46"/>
                  <a:pt x="109" y="46"/>
                </a:cubicBezTo>
                <a:cubicBezTo>
                  <a:pt x="106" y="46"/>
                  <a:pt x="103" y="46"/>
                  <a:pt x="100" y="47"/>
                </a:cubicBezTo>
                <a:cubicBezTo>
                  <a:pt x="98" y="48"/>
                  <a:pt x="96" y="49"/>
                  <a:pt x="94" y="51"/>
                </a:cubicBezTo>
                <a:cubicBezTo>
                  <a:pt x="92" y="53"/>
                  <a:pt x="90" y="55"/>
                  <a:pt x="89" y="57"/>
                </a:cubicBezTo>
                <a:cubicBezTo>
                  <a:pt x="88" y="59"/>
                  <a:pt x="86" y="62"/>
                  <a:pt x="85" y="64"/>
                </a:cubicBezTo>
                <a:cubicBezTo>
                  <a:pt x="83" y="68"/>
                  <a:pt x="80" y="74"/>
                  <a:pt x="77" y="81"/>
                </a:cubicBezTo>
                <a:cubicBezTo>
                  <a:pt x="76" y="85"/>
                  <a:pt x="74" y="88"/>
                  <a:pt x="73" y="91"/>
                </a:cubicBezTo>
                <a:cubicBezTo>
                  <a:pt x="71" y="94"/>
                  <a:pt x="70" y="97"/>
                  <a:pt x="68" y="101"/>
                </a:cubicBezTo>
                <a:cubicBezTo>
                  <a:pt x="65" y="105"/>
                  <a:pt x="63" y="108"/>
                  <a:pt x="62" y="111"/>
                </a:cubicBezTo>
                <a:cubicBezTo>
                  <a:pt x="60" y="113"/>
                  <a:pt x="57" y="116"/>
                  <a:pt x="55" y="118"/>
                </a:cubicBezTo>
                <a:cubicBezTo>
                  <a:pt x="52" y="121"/>
                  <a:pt x="49" y="123"/>
                  <a:pt x="46" y="125"/>
                </a:cubicBezTo>
                <a:cubicBezTo>
                  <a:pt x="43" y="126"/>
                  <a:pt x="40" y="128"/>
                  <a:pt x="36" y="129"/>
                </a:cubicBezTo>
                <a:cubicBezTo>
                  <a:pt x="32" y="130"/>
                  <a:pt x="28" y="130"/>
                  <a:pt x="24" y="130"/>
                </a:cubicBezTo>
                <a:cubicBezTo>
                  <a:pt x="3" y="130"/>
                  <a:pt x="3" y="130"/>
                  <a:pt x="3" y="130"/>
                </a:cubicBezTo>
                <a:cubicBezTo>
                  <a:pt x="2" y="130"/>
                  <a:pt x="1" y="130"/>
                  <a:pt x="0" y="130"/>
                </a:cubicBezTo>
                <a:cubicBezTo>
                  <a:pt x="0" y="129"/>
                  <a:pt x="0" y="128"/>
                  <a:pt x="0" y="127"/>
                </a:cubicBezTo>
                <a:cubicBezTo>
                  <a:pt x="0" y="109"/>
                  <a:pt x="0" y="109"/>
                  <a:pt x="0" y="109"/>
                </a:cubicBezTo>
                <a:cubicBezTo>
                  <a:pt x="0" y="108"/>
                  <a:pt x="0" y="108"/>
                  <a:pt x="0" y="107"/>
                </a:cubicBezTo>
                <a:cubicBezTo>
                  <a:pt x="1" y="106"/>
                  <a:pt x="2" y="106"/>
                  <a:pt x="3" y="106"/>
                </a:cubicBezTo>
                <a:cubicBezTo>
                  <a:pt x="24" y="106"/>
                  <a:pt x="24" y="106"/>
                  <a:pt x="24" y="106"/>
                </a:cubicBezTo>
                <a:cubicBezTo>
                  <a:pt x="27" y="106"/>
                  <a:pt x="30" y="106"/>
                  <a:pt x="32" y="105"/>
                </a:cubicBezTo>
                <a:cubicBezTo>
                  <a:pt x="35" y="104"/>
                  <a:pt x="37" y="102"/>
                  <a:pt x="39" y="100"/>
                </a:cubicBezTo>
                <a:cubicBezTo>
                  <a:pt x="40" y="99"/>
                  <a:pt x="42" y="97"/>
                  <a:pt x="43" y="95"/>
                </a:cubicBezTo>
                <a:cubicBezTo>
                  <a:pt x="45" y="93"/>
                  <a:pt x="46" y="90"/>
                  <a:pt x="48" y="87"/>
                </a:cubicBezTo>
                <a:cubicBezTo>
                  <a:pt x="50" y="83"/>
                  <a:pt x="52" y="78"/>
                  <a:pt x="55" y="71"/>
                </a:cubicBezTo>
                <a:cubicBezTo>
                  <a:pt x="57" y="67"/>
                  <a:pt x="58" y="64"/>
                  <a:pt x="60" y="61"/>
                </a:cubicBezTo>
                <a:cubicBezTo>
                  <a:pt x="61" y="58"/>
                  <a:pt x="63" y="55"/>
                  <a:pt x="65" y="51"/>
                </a:cubicBezTo>
                <a:cubicBezTo>
                  <a:pt x="67" y="47"/>
                  <a:pt x="69" y="44"/>
                  <a:pt x="71" y="41"/>
                </a:cubicBezTo>
                <a:cubicBezTo>
                  <a:pt x="73" y="39"/>
                  <a:pt x="75" y="36"/>
                  <a:pt x="78" y="33"/>
                </a:cubicBezTo>
                <a:cubicBezTo>
                  <a:pt x="81" y="31"/>
                  <a:pt x="83" y="29"/>
                  <a:pt x="86" y="27"/>
                </a:cubicBezTo>
                <a:cubicBezTo>
                  <a:pt x="89" y="25"/>
                  <a:pt x="93" y="24"/>
                  <a:pt x="96" y="23"/>
                </a:cubicBezTo>
                <a:cubicBezTo>
                  <a:pt x="100" y="22"/>
                  <a:pt x="104" y="21"/>
                  <a:pt x="109" y="21"/>
                </a:cubicBezTo>
                <a:cubicBezTo>
                  <a:pt x="133" y="21"/>
                  <a:pt x="133" y="21"/>
                  <a:pt x="133" y="21"/>
                </a:cubicBezTo>
                <a:cubicBezTo>
                  <a:pt x="133" y="3"/>
                  <a:pt x="133" y="3"/>
                  <a:pt x="133" y="3"/>
                </a:cubicBezTo>
                <a:cubicBezTo>
                  <a:pt x="133" y="2"/>
                  <a:pt x="133" y="2"/>
                  <a:pt x="134" y="1"/>
                </a:cubicBezTo>
                <a:cubicBezTo>
                  <a:pt x="134" y="1"/>
                  <a:pt x="135" y="0"/>
                  <a:pt x="136" y="0"/>
                </a:cubicBezTo>
                <a:cubicBezTo>
                  <a:pt x="137" y="0"/>
                  <a:pt x="137" y="1"/>
                  <a:pt x="138" y="1"/>
                </a:cubicBezTo>
                <a:cubicBezTo>
                  <a:pt x="168" y="31"/>
                  <a:pt x="168" y="31"/>
                  <a:pt x="168" y="31"/>
                </a:cubicBezTo>
                <a:cubicBezTo>
                  <a:pt x="169" y="32"/>
                  <a:pt x="169" y="33"/>
                  <a:pt x="169" y="34"/>
                </a:cubicBezTo>
                <a:close/>
                <a:moveTo>
                  <a:pt x="63" y="43"/>
                </a:moveTo>
                <a:cubicBezTo>
                  <a:pt x="59" y="49"/>
                  <a:pt x="54" y="57"/>
                  <a:pt x="50" y="69"/>
                </a:cubicBezTo>
                <a:cubicBezTo>
                  <a:pt x="48" y="66"/>
                  <a:pt x="47" y="63"/>
                  <a:pt x="46" y="62"/>
                </a:cubicBezTo>
                <a:cubicBezTo>
                  <a:pt x="45" y="60"/>
                  <a:pt x="44" y="58"/>
                  <a:pt x="42" y="56"/>
                </a:cubicBezTo>
                <a:cubicBezTo>
                  <a:pt x="41" y="53"/>
                  <a:pt x="39" y="52"/>
                  <a:pt x="38" y="50"/>
                </a:cubicBezTo>
                <a:cubicBezTo>
                  <a:pt x="36" y="49"/>
                  <a:pt x="34" y="48"/>
                  <a:pt x="32" y="47"/>
                </a:cubicBezTo>
                <a:cubicBezTo>
                  <a:pt x="29" y="46"/>
                  <a:pt x="27" y="46"/>
                  <a:pt x="24" y="46"/>
                </a:cubicBezTo>
                <a:cubicBezTo>
                  <a:pt x="3" y="46"/>
                  <a:pt x="3" y="46"/>
                  <a:pt x="3" y="46"/>
                </a:cubicBezTo>
                <a:cubicBezTo>
                  <a:pt x="2" y="46"/>
                  <a:pt x="1" y="45"/>
                  <a:pt x="0" y="45"/>
                </a:cubicBezTo>
                <a:cubicBezTo>
                  <a:pt x="0" y="44"/>
                  <a:pt x="0" y="44"/>
                  <a:pt x="0" y="43"/>
                </a:cubicBezTo>
                <a:cubicBezTo>
                  <a:pt x="0" y="24"/>
                  <a:pt x="0" y="24"/>
                  <a:pt x="0" y="24"/>
                </a:cubicBezTo>
                <a:cubicBezTo>
                  <a:pt x="0" y="24"/>
                  <a:pt x="0" y="23"/>
                  <a:pt x="0" y="22"/>
                </a:cubicBezTo>
                <a:cubicBezTo>
                  <a:pt x="1" y="22"/>
                  <a:pt x="2" y="21"/>
                  <a:pt x="3" y="21"/>
                </a:cubicBezTo>
                <a:cubicBezTo>
                  <a:pt x="24" y="21"/>
                  <a:pt x="24" y="21"/>
                  <a:pt x="24" y="21"/>
                </a:cubicBezTo>
                <a:cubicBezTo>
                  <a:pt x="40" y="21"/>
                  <a:pt x="53" y="29"/>
                  <a:pt x="63" y="43"/>
                </a:cubicBezTo>
                <a:close/>
                <a:moveTo>
                  <a:pt x="169" y="118"/>
                </a:moveTo>
                <a:cubicBezTo>
                  <a:pt x="169" y="119"/>
                  <a:pt x="169" y="120"/>
                  <a:pt x="168" y="120"/>
                </a:cubicBezTo>
                <a:cubicBezTo>
                  <a:pt x="138" y="151"/>
                  <a:pt x="138" y="151"/>
                  <a:pt x="138" y="151"/>
                </a:cubicBezTo>
                <a:cubicBezTo>
                  <a:pt x="137" y="151"/>
                  <a:pt x="137" y="152"/>
                  <a:pt x="136" y="152"/>
                </a:cubicBezTo>
                <a:cubicBezTo>
                  <a:pt x="135" y="152"/>
                  <a:pt x="134" y="151"/>
                  <a:pt x="134" y="151"/>
                </a:cubicBezTo>
                <a:cubicBezTo>
                  <a:pt x="133" y="150"/>
                  <a:pt x="133" y="149"/>
                  <a:pt x="133" y="149"/>
                </a:cubicBezTo>
                <a:cubicBezTo>
                  <a:pt x="133" y="130"/>
                  <a:pt x="133" y="130"/>
                  <a:pt x="133" y="130"/>
                </a:cubicBezTo>
                <a:cubicBezTo>
                  <a:pt x="131" y="130"/>
                  <a:pt x="128" y="130"/>
                  <a:pt x="125" y="130"/>
                </a:cubicBezTo>
                <a:cubicBezTo>
                  <a:pt x="121" y="130"/>
                  <a:pt x="119" y="130"/>
                  <a:pt x="117" y="131"/>
                </a:cubicBezTo>
                <a:cubicBezTo>
                  <a:pt x="115" y="131"/>
                  <a:pt x="113" y="131"/>
                  <a:pt x="110" y="130"/>
                </a:cubicBezTo>
                <a:cubicBezTo>
                  <a:pt x="107" y="130"/>
                  <a:pt x="105" y="130"/>
                  <a:pt x="103" y="130"/>
                </a:cubicBezTo>
                <a:cubicBezTo>
                  <a:pt x="102" y="130"/>
                  <a:pt x="100" y="129"/>
                  <a:pt x="97" y="129"/>
                </a:cubicBezTo>
                <a:cubicBezTo>
                  <a:pt x="95" y="129"/>
                  <a:pt x="93" y="128"/>
                  <a:pt x="91" y="127"/>
                </a:cubicBezTo>
                <a:cubicBezTo>
                  <a:pt x="90" y="126"/>
                  <a:pt x="88" y="126"/>
                  <a:pt x="86" y="125"/>
                </a:cubicBezTo>
                <a:cubicBezTo>
                  <a:pt x="84" y="123"/>
                  <a:pt x="82" y="122"/>
                  <a:pt x="80" y="121"/>
                </a:cubicBezTo>
                <a:cubicBezTo>
                  <a:pt x="79" y="119"/>
                  <a:pt x="77" y="118"/>
                  <a:pt x="75" y="116"/>
                </a:cubicBezTo>
                <a:cubicBezTo>
                  <a:pt x="73" y="114"/>
                  <a:pt x="72" y="112"/>
                  <a:pt x="70" y="109"/>
                </a:cubicBezTo>
                <a:cubicBezTo>
                  <a:pt x="74" y="103"/>
                  <a:pt x="78" y="95"/>
                  <a:pt x="83" y="83"/>
                </a:cubicBezTo>
                <a:cubicBezTo>
                  <a:pt x="84" y="86"/>
                  <a:pt x="85" y="88"/>
                  <a:pt x="86" y="90"/>
                </a:cubicBezTo>
                <a:cubicBezTo>
                  <a:pt x="87" y="92"/>
                  <a:pt x="88" y="94"/>
                  <a:pt x="90" y="96"/>
                </a:cubicBezTo>
                <a:cubicBezTo>
                  <a:pt x="92" y="98"/>
                  <a:pt x="93" y="100"/>
                  <a:pt x="95" y="101"/>
                </a:cubicBezTo>
                <a:cubicBezTo>
                  <a:pt x="96" y="103"/>
                  <a:pt x="98" y="104"/>
                  <a:pt x="101" y="105"/>
                </a:cubicBezTo>
                <a:cubicBezTo>
                  <a:pt x="103" y="106"/>
                  <a:pt x="106" y="106"/>
                  <a:pt x="109" y="106"/>
                </a:cubicBezTo>
                <a:cubicBezTo>
                  <a:pt x="133" y="106"/>
                  <a:pt x="133" y="106"/>
                  <a:pt x="133" y="106"/>
                </a:cubicBezTo>
                <a:cubicBezTo>
                  <a:pt x="133" y="88"/>
                  <a:pt x="133" y="88"/>
                  <a:pt x="133" y="88"/>
                </a:cubicBezTo>
                <a:cubicBezTo>
                  <a:pt x="133" y="87"/>
                  <a:pt x="133" y="86"/>
                  <a:pt x="134" y="86"/>
                </a:cubicBezTo>
                <a:cubicBezTo>
                  <a:pt x="134" y="85"/>
                  <a:pt x="135" y="85"/>
                  <a:pt x="136" y="85"/>
                </a:cubicBezTo>
                <a:cubicBezTo>
                  <a:pt x="137" y="85"/>
                  <a:pt x="137" y="85"/>
                  <a:pt x="138" y="86"/>
                </a:cubicBezTo>
                <a:cubicBezTo>
                  <a:pt x="168" y="116"/>
                  <a:pt x="168" y="116"/>
                  <a:pt x="168" y="116"/>
                </a:cubicBezTo>
                <a:cubicBezTo>
                  <a:pt x="169" y="117"/>
                  <a:pt x="169" y="117"/>
                  <a:pt x="169" y="118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13" name="Freeform 115"/>
          <p:cNvSpPr>
            <a:spLocks/>
          </p:cNvSpPr>
          <p:nvPr/>
        </p:nvSpPr>
        <p:spPr bwMode="auto">
          <a:xfrm>
            <a:off x="9965444" y="2269571"/>
            <a:ext cx="242043" cy="209627"/>
          </a:xfrm>
          <a:custGeom>
            <a:avLst/>
            <a:gdLst>
              <a:gd name="T0" fmla="*/ 158 w 169"/>
              <a:gd name="T1" fmla="*/ 31 h 146"/>
              <a:gd name="T2" fmla="*/ 169 w 169"/>
              <a:gd name="T3" fmla="*/ 61 h 146"/>
              <a:gd name="T4" fmla="*/ 158 w 169"/>
              <a:gd name="T5" fmla="*/ 91 h 146"/>
              <a:gd name="T6" fmla="*/ 127 w 169"/>
              <a:gd name="T7" fmla="*/ 113 h 146"/>
              <a:gd name="T8" fmla="*/ 84 w 169"/>
              <a:gd name="T9" fmla="*/ 121 h 146"/>
              <a:gd name="T10" fmla="*/ 71 w 169"/>
              <a:gd name="T11" fmla="*/ 121 h 146"/>
              <a:gd name="T12" fmla="*/ 27 w 169"/>
              <a:gd name="T13" fmla="*/ 144 h 146"/>
              <a:gd name="T14" fmla="*/ 16 w 169"/>
              <a:gd name="T15" fmla="*/ 146 h 146"/>
              <a:gd name="T16" fmla="*/ 13 w 169"/>
              <a:gd name="T17" fmla="*/ 145 h 146"/>
              <a:gd name="T18" fmla="*/ 12 w 169"/>
              <a:gd name="T19" fmla="*/ 142 h 146"/>
              <a:gd name="T20" fmla="*/ 12 w 169"/>
              <a:gd name="T21" fmla="*/ 142 h 146"/>
              <a:gd name="T22" fmla="*/ 12 w 169"/>
              <a:gd name="T23" fmla="*/ 141 h 146"/>
              <a:gd name="T24" fmla="*/ 12 w 169"/>
              <a:gd name="T25" fmla="*/ 140 h 146"/>
              <a:gd name="T26" fmla="*/ 12 w 169"/>
              <a:gd name="T27" fmla="*/ 139 h 146"/>
              <a:gd name="T28" fmla="*/ 13 w 169"/>
              <a:gd name="T29" fmla="*/ 138 h 146"/>
              <a:gd name="T30" fmla="*/ 14 w 169"/>
              <a:gd name="T31" fmla="*/ 137 h 146"/>
              <a:gd name="T32" fmla="*/ 14 w 169"/>
              <a:gd name="T33" fmla="*/ 136 h 146"/>
              <a:gd name="T34" fmla="*/ 17 w 169"/>
              <a:gd name="T35" fmla="*/ 133 h 146"/>
              <a:gd name="T36" fmla="*/ 21 w 169"/>
              <a:gd name="T37" fmla="*/ 130 h 146"/>
              <a:gd name="T38" fmla="*/ 23 w 169"/>
              <a:gd name="T39" fmla="*/ 126 h 146"/>
              <a:gd name="T40" fmla="*/ 27 w 169"/>
              <a:gd name="T41" fmla="*/ 121 h 146"/>
              <a:gd name="T42" fmla="*/ 29 w 169"/>
              <a:gd name="T43" fmla="*/ 116 h 146"/>
              <a:gd name="T44" fmla="*/ 32 w 169"/>
              <a:gd name="T45" fmla="*/ 108 h 146"/>
              <a:gd name="T46" fmla="*/ 8 w 169"/>
              <a:gd name="T47" fmla="*/ 88 h 146"/>
              <a:gd name="T48" fmla="*/ 0 w 169"/>
              <a:gd name="T49" fmla="*/ 61 h 146"/>
              <a:gd name="T50" fmla="*/ 6 w 169"/>
              <a:gd name="T51" fmla="*/ 37 h 146"/>
              <a:gd name="T52" fmla="*/ 24 w 169"/>
              <a:gd name="T53" fmla="*/ 18 h 146"/>
              <a:gd name="T54" fmla="*/ 51 w 169"/>
              <a:gd name="T55" fmla="*/ 5 h 146"/>
              <a:gd name="T56" fmla="*/ 84 w 169"/>
              <a:gd name="T57" fmla="*/ 0 h 146"/>
              <a:gd name="T58" fmla="*/ 127 w 169"/>
              <a:gd name="T59" fmla="*/ 9 h 146"/>
              <a:gd name="T60" fmla="*/ 158 w 169"/>
              <a:gd name="T61" fmla="*/ 31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69" h="146">
                <a:moveTo>
                  <a:pt x="158" y="31"/>
                </a:moveTo>
                <a:cubicBezTo>
                  <a:pt x="165" y="40"/>
                  <a:pt x="169" y="50"/>
                  <a:pt x="169" y="61"/>
                </a:cubicBezTo>
                <a:cubicBezTo>
                  <a:pt x="169" y="72"/>
                  <a:pt x="165" y="82"/>
                  <a:pt x="158" y="91"/>
                </a:cubicBezTo>
                <a:cubicBezTo>
                  <a:pt x="150" y="101"/>
                  <a:pt x="140" y="108"/>
                  <a:pt x="127" y="113"/>
                </a:cubicBezTo>
                <a:cubicBezTo>
                  <a:pt x="114" y="119"/>
                  <a:pt x="100" y="121"/>
                  <a:pt x="84" y="121"/>
                </a:cubicBezTo>
                <a:cubicBezTo>
                  <a:pt x="80" y="121"/>
                  <a:pt x="75" y="121"/>
                  <a:pt x="71" y="121"/>
                </a:cubicBezTo>
                <a:cubicBezTo>
                  <a:pt x="58" y="132"/>
                  <a:pt x="44" y="139"/>
                  <a:pt x="27" y="144"/>
                </a:cubicBezTo>
                <a:cubicBezTo>
                  <a:pt x="24" y="144"/>
                  <a:pt x="20" y="145"/>
                  <a:pt x="16" y="146"/>
                </a:cubicBezTo>
                <a:cubicBezTo>
                  <a:pt x="15" y="146"/>
                  <a:pt x="14" y="146"/>
                  <a:pt x="13" y="145"/>
                </a:cubicBezTo>
                <a:cubicBezTo>
                  <a:pt x="13" y="144"/>
                  <a:pt x="12" y="143"/>
                  <a:pt x="12" y="142"/>
                </a:cubicBezTo>
                <a:cubicBezTo>
                  <a:pt x="12" y="142"/>
                  <a:pt x="12" y="142"/>
                  <a:pt x="12" y="142"/>
                </a:cubicBezTo>
                <a:cubicBezTo>
                  <a:pt x="12" y="142"/>
                  <a:pt x="12" y="141"/>
                  <a:pt x="12" y="141"/>
                </a:cubicBezTo>
                <a:cubicBezTo>
                  <a:pt x="12" y="140"/>
                  <a:pt x="12" y="140"/>
                  <a:pt x="12" y="140"/>
                </a:cubicBezTo>
                <a:cubicBezTo>
                  <a:pt x="12" y="140"/>
                  <a:pt x="12" y="139"/>
                  <a:pt x="12" y="139"/>
                </a:cubicBezTo>
                <a:cubicBezTo>
                  <a:pt x="13" y="139"/>
                  <a:pt x="13" y="138"/>
                  <a:pt x="13" y="138"/>
                </a:cubicBezTo>
                <a:cubicBezTo>
                  <a:pt x="13" y="138"/>
                  <a:pt x="13" y="138"/>
                  <a:pt x="14" y="137"/>
                </a:cubicBezTo>
                <a:cubicBezTo>
                  <a:pt x="14" y="137"/>
                  <a:pt x="14" y="137"/>
                  <a:pt x="14" y="136"/>
                </a:cubicBezTo>
                <a:cubicBezTo>
                  <a:pt x="15" y="136"/>
                  <a:pt x="16" y="135"/>
                  <a:pt x="17" y="133"/>
                </a:cubicBezTo>
                <a:cubicBezTo>
                  <a:pt x="19" y="132"/>
                  <a:pt x="20" y="130"/>
                  <a:pt x="21" y="130"/>
                </a:cubicBezTo>
                <a:cubicBezTo>
                  <a:pt x="21" y="129"/>
                  <a:pt x="22" y="128"/>
                  <a:pt x="23" y="126"/>
                </a:cubicBezTo>
                <a:cubicBezTo>
                  <a:pt x="25" y="124"/>
                  <a:pt x="26" y="123"/>
                  <a:pt x="27" y="121"/>
                </a:cubicBezTo>
                <a:cubicBezTo>
                  <a:pt x="27" y="120"/>
                  <a:pt x="28" y="118"/>
                  <a:pt x="29" y="116"/>
                </a:cubicBezTo>
                <a:cubicBezTo>
                  <a:pt x="30" y="113"/>
                  <a:pt x="31" y="111"/>
                  <a:pt x="32" y="108"/>
                </a:cubicBezTo>
                <a:cubicBezTo>
                  <a:pt x="22" y="103"/>
                  <a:pt x="14" y="96"/>
                  <a:pt x="8" y="88"/>
                </a:cubicBezTo>
                <a:cubicBezTo>
                  <a:pt x="2" y="79"/>
                  <a:pt x="0" y="70"/>
                  <a:pt x="0" y="61"/>
                </a:cubicBezTo>
                <a:cubicBezTo>
                  <a:pt x="0" y="53"/>
                  <a:pt x="2" y="45"/>
                  <a:pt x="6" y="37"/>
                </a:cubicBezTo>
                <a:cubicBezTo>
                  <a:pt x="11" y="30"/>
                  <a:pt x="17" y="24"/>
                  <a:pt x="24" y="18"/>
                </a:cubicBezTo>
                <a:cubicBezTo>
                  <a:pt x="32" y="13"/>
                  <a:pt x="41" y="8"/>
                  <a:pt x="51" y="5"/>
                </a:cubicBezTo>
                <a:cubicBezTo>
                  <a:pt x="62" y="2"/>
                  <a:pt x="73" y="0"/>
                  <a:pt x="84" y="0"/>
                </a:cubicBezTo>
                <a:cubicBezTo>
                  <a:pt x="100" y="0"/>
                  <a:pt x="114" y="3"/>
                  <a:pt x="127" y="9"/>
                </a:cubicBezTo>
                <a:cubicBezTo>
                  <a:pt x="140" y="14"/>
                  <a:pt x="150" y="21"/>
                  <a:pt x="158" y="3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14" name="Freeform 116"/>
          <p:cNvSpPr>
            <a:spLocks noEditPoints="1"/>
          </p:cNvSpPr>
          <p:nvPr/>
        </p:nvSpPr>
        <p:spPr bwMode="auto">
          <a:xfrm>
            <a:off x="10265836" y="2252283"/>
            <a:ext cx="209627" cy="209627"/>
          </a:xfrm>
          <a:custGeom>
            <a:avLst/>
            <a:gdLst>
              <a:gd name="T0" fmla="*/ 48 w 145"/>
              <a:gd name="T1" fmla="*/ 6 h 146"/>
              <a:gd name="T2" fmla="*/ 48 w 145"/>
              <a:gd name="T3" fmla="*/ 43 h 146"/>
              <a:gd name="T4" fmla="*/ 46 w 145"/>
              <a:gd name="T5" fmla="*/ 47 h 146"/>
              <a:gd name="T6" fmla="*/ 42 w 145"/>
              <a:gd name="T7" fmla="*/ 49 h 146"/>
              <a:gd name="T8" fmla="*/ 6 w 145"/>
              <a:gd name="T9" fmla="*/ 49 h 146"/>
              <a:gd name="T10" fmla="*/ 1 w 145"/>
              <a:gd name="T11" fmla="*/ 47 h 146"/>
              <a:gd name="T12" fmla="*/ 0 w 145"/>
              <a:gd name="T13" fmla="*/ 43 h 146"/>
              <a:gd name="T14" fmla="*/ 0 w 145"/>
              <a:gd name="T15" fmla="*/ 6 h 146"/>
              <a:gd name="T16" fmla="*/ 1 w 145"/>
              <a:gd name="T17" fmla="*/ 2 h 146"/>
              <a:gd name="T18" fmla="*/ 6 w 145"/>
              <a:gd name="T19" fmla="*/ 0 h 146"/>
              <a:gd name="T20" fmla="*/ 42 w 145"/>
              <a:gd name="T21" fmla="*/ 0 h 146"/>
              <a:gd name="T22" fmla="*/ 46 w 145"/>
              <a:gd name="T23" fmla="*/ 2 h 146"/>
              <a:gd name="T24" fmla="*/ 48 w 145"/>
              <a:gd name="T25" fmla="*/ 6 h 146"/>
              <a:gd name="T26" fmla="*/ 145 w 145"/>
              <a:gd name="T27" fmla="*/ 67 h 146"/>
              <a:gd name="T28" fmla="*/ 145 w 145"/>
              <a:gd name="T29" fmla="*/ 79 h 146"/>
              <a:gd name="T30" fmla="*/ 135 w 145"/>
              <a:gd name="T31" fmla="*/ 113 h 146"/>
              <a:gd name="T32" fmla="*/ 110 w 145"/>
              <a:gd name="T33" fmla="*/ 137 h 146"/>
              <a:gd name="T34" fmla="*/ 72 w 145"/>
              <a:gd name="T35" fmla="*/ 146 h 146"/>
              <a:gd name="T36" fmla="*/ 35 w 145"/>
              <a:gd name="T37" fmla="*/ 137 h 146"/>
              <a:gd name="T38" fmla="*/ 9 w 145"/>
              <a:gd name="T39" fmla="*/ 113 h 146"/>
              <a:gd name="T40" fmla="*/ 0 w 145"/>
              <a:gd name="T41" fmla="*/ 79 h 146"/>
              <a:gd name="T42" fmla="*/ 0 w 145"/>
              <a:gd name="T43" fmla="*/ 67 h 146"/>
              <a:gd name="T44" fmla="*/ 1 w 145"/>
              <a:gd name="T45" fmla="*/ 63 h 146"/>
              <a:gd name="T46" fmla="*/ 6 w 145"/>
              <a:gd name="T47" fmla="*/ 61 h 146"/>
              <a:gd name="T48" fmla="*/ 42 w 145"/>
              <a:gd name="T49" fmla="*/ 61 h 146"/>
              <a:gd name="T50" fmla="*/ 46 w 145"/>
              <a:gd name="T51" fmla="*/ 63 h 146"/>
              <a:gd name="T52" fmla="*/ 48 w 145"/>
              <a:gd name="T53" fmla="*/ 67 h 146"/>
              <a:gd name="T54" fmla="*/ 48 w 145"/>
              <a:gd name="T55" fmla="*/ 79 h 146"/>
              <a:gd name="T56" fmla="*/ 50 w 145"/>
              <a:gd name="T57" fmla="*/ 88 h 146"/>
              <a:gd name="T58" fmla="*/ 55 w 145"/>
              <a:gd name="T59" fmla="*/ 93 h 146"/>
              <a:gd name="T60" fmla="*/ 62 w 145"/>
              <a:gd name="T61" fmla="*/ 96 h 146"/>
              <a:gd name="T62" fmla="*/ 68 w 145"/>
              <a:gd name="T63" fmla="*/ 97 h 146"/>
              <a:gd name="T64" fmla="*/ 72 w 145"/>
              <a:gd name="T65" fmla="*/ 97 h 146"/>
              <a:gd name="T66" fmla="*/ 76 w 145"/>
              <a:gd name="T67" fmla="*/ 97 h 146"/>
              <a:gd name="T68" fmla="*/ 82 w 145"/>
              <a:gd name="T69" fmla="*/ 96 h 146"/>
              <a:gd name="T70" fmla="*/ 89 w 145"/>
              <a:gd name="T71" fmla="*/ 93 h 146"/>
              <a:gd name="T72" fmla="*/ 94 w 145"/>
              <a:gd name="T73" fmla="*/ 88 h 146"/>
              <a:gd name="T74" fmla="*/ 96 w 145"/>
              <a:gd name="T75" fmla="*/ 79 h 146"/>
              <a:gd name="T76" fmla="*/ 96 w 145"/>
              <a:gd name="T77" fmla="*/ 67 h 146"/>
              <a:gd name="T78" fmla="*/ 98 w 145"/>
              <a:gd name="T79" fmla="*/ 63 h 146"/>
              <a:gd name="T80" fmla="*/ 102 w 145"/>
              <a:gd name="T81" fmla="*/ 61 h 146"/>
              <a:gd name="T82" fmla="*/ 139 w 145"/>
              <a:gd name="T83" fmla="*/ 61 h 146"/>
              <a:gd name="T84" fmla="*/ 143 w 145"/>
              <a:gd name="T85" fmla="*/ 63 h 146"/>
              <a:gd name="T86" fmla="*/ 145 w 145"/>
              <a:gd name="T87" fmla="*/ 67 h 146"/>
              <a:gd name="T88" fmla="*/ 145 w 145"/>
              <a:gd name="T89" fmla="*/ 6 h 146"/>
              <a:gd name="T90" fmla="*/ 145 w 145"/>
              <a:gd name="T91" fmla="*/ 43 h 146"/>
              <a:gd name="T92" fmla="*/ 143 w 145"/>
              <a:gd name="T93" fmla="*/ 47 h 146"/>
              <a:gd name="T94" fmla="*/ 139 w 145"/>
              <a:gd name="T95" fmla="*/ 49 h 146"/>
              <a:gd name="T96" fmla="*/ 102 w 145"/>
              <a:gd name="T97" fmla="*/ 49 h 146"/>
              <a:gd name="T98" fmla="*/ 98 w 145"/>
              <a:gd name="T99" fmla="*/ 47 h 146"/>
              <a:gd name="T100" fmla="*/ 96 w 145"/>
              <a:gd name="T101" fmla="*/ 43 h 146"/>
              <a:gd name="T102" fmla="*/ 96 w 145"/>
              <a:gd name="T103" fmla="*/ 6 h 146"/>
              <a:gd name="T104" fmla="*/ 98 w 145"/>
              <a:gd name="T105" fmla="*/ 2 h 146"/>
              <a:gd name="T106" fmla="*/ 102 w 145"/>
              <a:gd name="T107" fmla="*/ 0 h 146"/>
              <a:gd name="T108" fmla="*/ 139 w 145"/>
              <a:gd name="T109" fmla="*/ 0 h 146"/>
              <a:gd name="T110" fmla="*/ 143 w 145"/>
              <a:gd name="T111" fmla="*/ 2 h 146"/>
              <a:gd name="T112" fmla="*/ 145 w 145"/>
              <a:gd name="T113" fmla="*/ 6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45" h="146">
                <a:moveTo>
                  <a:pt x="48" y="6"/>
                </a:moveTo>
                <a:cubicBezTo>
                  <a:pt x="48" y="43"/>
                  <a:pt x="48" y="43"/>
                  <a:pt x="48" y="43"/>
                </a:cubicBezTo>
                <a:cubicBezTo>
                  <a:pt x="48" y="44"/>
                  <a:pt x="47" y="46"/>
                  <a:pt x="46" y="47"/>
                </a:cubicBezTo>
                <a:cubicBezTo>
                  <a:pt x="45" y="48"/>
                  <a:pt x="44" y="49"/>
                  <a:pt x="42" y="49"/>
                </a:cubicBezTo>
                <a:cubicBezTo>
                  <a:pt x="6" y="49"/>
                  <a:pt x="6" y="49"/>
                  <a:pt x="6" y="49"/>
                </a:cubicBezTo>
                <a:cubicBezTo>
                  <a:pt x="4" y="49"/>
                  <a:pt x="3" y="48"/>
                  <a:pt x="1" y="47"/>
                </a:cubicBezTo>
                <a:cubicBezTo>
                  <a:pt x="0" y="46"/>
                  <a:pt x="0" y="44"/>
                  <a:pt x="0" y="43"/>
                </a:cubicBezTo>
                <a:cubicBezTo>
                  <a:pt x="0" y="6"/>
                  <a:pt x="0" y="6"/>
                  <a:pt x="0" y="6"/>
                </a:cubicBezTo>
                <a:cubicBezTo>
                  <a:pt x="0" y="5"/>
                  <a:pt x="0" y="3"/>
                  <a:pt x="1" y="2"/>
                </a:cubicBezTo>
                <a:cubicBezTo>
                  <a:pt x="3" y="1"/>
                  <a:pt x="4" y="0"/>
                  <a:pt x="6" y="0"/>
                </a:cubicBezTo>
                <a:cubicBezTo>
                  <a:pt x="42" y="0"/>
                  <a:pt x="42" y="0"/>
                  <a:pt x="42" y="0"/>
                </a:cubicBezTo>
                <a:cubicBezTo>
                  <a:pt x="44" y="0"/>
                  <a:pt x="45" y="1"/>
                  <a:pt x="46" y="2"/>
                </a:cubicBezTo>
                <a:cubicBezTo>
                  <a:pt x="47" y="3"/>
                  <a:pt x="48" y="5"/>
                  <a:pt x="48" y="6"/>
                </a:cubicBezTo>
                <a:close/>
                <a:moveTo>
                  <a:pt x="145" y="67"/>
                </a:moveTo>
                <a:cubicBezTo>
                  <a:pt x="145" y="79"/>
                  <a:pt x="145" y="79"/>
                  <a:pt x="145" y="79"/>
                </a:cubicBezTo>
                <a:cubicBezTo>
                  <a:pt x="145" y="92"/>
                  <a:pt x="142" y="103"/>
                  <a:pt x="135" y="113"/>
                </a:cubicBezTo>
                <a:cubicBezTo>
                  <a:pt x="129" y="123"/>
                  <a:pt x="121" y="131"/>
                  <a:pt x="110" y="137"/>
                </a:cubicBezTo>
                <a:cubicBezTo>
                  <a:pt x="99" y="143"/>
                  <a:pt x="86" y="146"/>
                  <a:pt x="72" y="146"/>
                </a:cubicBezTo>
                <a:cubicBezTo>
                  <a:pt x="58" y="146"/>
                  <a:pt x="46" y="143"/>
                  <a:pt x="35" y="137"/>
                </a:cubicBezTo>
                <a:cubicBezTo>
                  <a:pt x="24" y="131"/>
                  <a:pt x="15" y="123"/>
                  <a:pt x="9" y="113"/>
                </a:cubicBezTo>
                <a:cubicBezTo>
                  <a:pt x="3" y="103"/>
                  <a:pt x="0" y="92"/>
                  <a:pt x="0" y="79"/>
                </a:cubicBezTo>
                <a:cubicBezTo>
                  <a:pt x="0" y="67"/>
                  <a:pt x="0" y="67"/>
                  <a:pt x="0" y="67"/>
                </a:cubicBezTo>
                <a:cubicBezTo>
                  <a:pt x="0" y="65"/>
                  <a:pt x="0" y="64"/>
                  <a:pt x="1" y="63"/>
                </a:cubicBezTo>
                <a:cubicBezTo>
                  <a:pt x="3" y="61"/>
                  <a:pt x="4" y="61"/>
                  <a:pt x="6" y="61"/>
                </a:cubicBezTo>
                <a:cubicBezTo>
                  <a:pt x="42" y="61"/>
                  <a:pt x="42" y="61"/>
                  <a:pt x="42" y="61"/>
                </a:cubicBezTo>
                <a:cubicBezTo>
                  <a:pt x="44" y="61"/>
                  <a:pt x="45" y="61"/>
                  <a:pt x="46" y="63"/>
                </a:cubicBezTo>
                <a:cubicBezTo>
                  <a:pt x="47" y="64"/>
                  <a:pt x="48" y="65"/>
                  <a:pt x="48" y="67"/>
                </a:cubicBezTo>
                <a:cubicBezTo>
                  <a:pt x="48" y="79"/>
                  <a:pt x="48" y="79"/>
                  <a:pt x="48" y="79"/>
                </a:cubicBezTo>
                <a:cubicBezTo>
                  <a:pt x="48" y="82"/>
                  <a:pt x="49" y="85"/>
                  <a:pt x="50" y="88"/>
                </a:cubicBezTo>
                <a:cubicBezTo>
                  <a:pt x="52" y="90"/>
                  <a:pt x="53" y="92"/>
                  <a:pt x="55" y="93"/>
                </a:cubicBezTo>
                <a:cubicBezTo>
                  <a:pt x="57" y="94"/>
                  <a:pt x="59" y="95"/>
                  <a:pt x="62" y="96"/>
                </a:cubicBezTo>
                <a:cubicBezTo>
                  <a:pt x="65" y="96"/>
                  <a:pt x="67" y="97"/>
                  <a:pt x="68" y="97"/>
                </a:cubicBezTo>
                <a:cubicBezTo>
                  <a:pt x="69" y="97"/>
                  <a:pt x="71" y="97"/>
                  <a:pt x="72" y="97"/>
                </a:cubicBezTo>
                <a:cubicBezTo>
                  <a:pt x="74" y="97"/>
                  <a:pt x="75" y="97"/>
                  <a:pt x="76" y="97"/>
                </a:cubicBezTo>
                <a:cubicBezTo>
                  <a:pt x="78" y="97"/>
                  <a:pt x="80" y="96"/>
                  <a:pt x="82" y="96"/>
                </a:cubicBezTo>
                <a:cubicBezTo>
                  <a:pt x="85" y="95"/>
                  <a:pt x="87" y="94"/>
                  <a:pt x="89" y="93"/>
                </a:cubicBezTo>
                <a:cubicBezTo>
                  <a:pt x="91" y="92"/>
                  <a:pt x="93" y="90"/>
                  <a:pt x="94" y="88"/>
                </a:cubicBezTo>
                <a:cubicBezTo>
                  <a:pt x="96" y="85"/>
                  <a:pt x="96" y="82"/>
                  <a:pt x="96" y="79"/>
                </a:cubicBezTo>
                <a:cubicBezTo>
                  <a:pt x="96" y="67"/>
                  <a:pt x="96" y="67"/>
                  <a:pt x="96" y="67"/>
                </a:cubicBezTo>
                <a:cubicBezTo>
                  <a:pt x="96" y="65"/>
                  <a:pt x="97" y="64"/>
                  <a:pt x="98" y="63"/>
                </a:cubicBezTo>
                <a:cubicBezTo>
                  <a:pt x="99" y="61"/>
                  <a:pt x="101" y="61"/>
                  <a:pt x="102" y="61"/>
                </a:cubicBezTo>
                <a:cubicBezTo>
                  <a:pt x="139" y="61"/>
                  <a:pt x="139" y="61"/>
                  <a:pt x="139" y="61"/>
                </a:cubicBezTo>
                <a:cubicBezTo>
                  <a:pt x="140" y="61"/>
                  <a:pt x="142" y="61"/>
                  <a:pt x="143" y="63"/>
                </a:cubicBezTo>
                <a:cubicBezTo>
                  <a:pt x="144" y="64"/>
                  <a:pt x="145" y="65"/>
                  <a:pt x="145" y="67"/>
                </a:cubicBezTo>
                <a:close/>
                <a:moveTo>
                  <a:pt x="145" y="6"/>
                </a:moveTo>
                <a:cubicBezTo>
                  <a:pt x="145" y="43"/>
                  <a:pt x="145" y="43"/>
                  <a:pt x="145" y="43"/>
                </a:cubicBezTo>
                <a:cubicBezTo>
                  <a:pt x="145" y="44"/>
                  <a:pt x="144" y="46"/>
                  <a:pt x="143" y="47"/>
                </a:cubicBezTo>
                <a:cubicBezTo>
                  <a:pt x="142" y="48"/>
                  <a:pt x="140" y="49"/>
                  <a:pt x="139" y="49"/>
                </a:cubicBezTo>
                <a:cubicBezTo>
                  <a:pt x="102" y="49"/>
                  <a:pt x="102" y="49"/>
                  <a:pt x="102" y="49"/>
                </a:cubicBezTo>
                <a:cubicBezTo>
                  <a:pt x="101" y="49"/>
                  <a:pt x="99" y="48"/>
                  <a:pt x="98" y="47"/>
                </a:cubicBezTo>
                <a:cubicBezTo>
                  <a:pt x="97" y="46"/>
                  <a:pt x="96" y="44"/>
                  <a:pt x="96" y="43"/>
                </a:cubicBezTo>
                <a:cubicBezTo>
                  <a:pt x="96" y="6"/>
                  <a:pt x="96" y="6"/>
                  <a:pt x="96" y="6"/>
                </a:cubicBezTo>
                <a:cubicBezTo>
                  <a:pt x="96" y="5"/>
                  <a:pt x="97" y="3"/>
                  <a:pt x="98" y="2"/>
                </a:cubicBezTo>
                <a:cubicBezTo>
                  <a:pt x="99" y="1"/>
                  <a:pt x="101" y="0"/>
                  <a:pt x="102" y="0"/>
                </a:cubicBezTo>
                <a:cubicBezTo>
                  <a:pt x="139" y="0"/>
                  <a:pt x="139" y="0"/>
                  <a:pt x="139" y="0"/>
                </a:cubicBezTo>
                <a:cubicBezTo>
                  <a:pt x="140" y="0"/>
                  <a:pt x="142" y="1"/>
                  <a:pt x="143" y="2"/>
                </a:cubicBezTo>
                <a:cubicBezTo>
                  <a:pt x="144" y="3"/>
                  <a:pt x="145" y="5"/>
                  <a:pt x="145" y="6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15" name="Freeform 117"/>
          <p:cNvSpPr>
            <a:spLocks/>
          </p:cNvSpPr>
          <p:nvPr/>
        </p:nvSpPr>
        <p:spPr bwMode="auto">
          <a:xfrm>
            <a:off x="10546779" y="2301989"/>
            <a:ext cx="218271" cy="138311"/>
          </a:xfrm>
          <a:custGeom>
            <a:avLst/>
            <a:gdLst>
              <a:gd name="T0" fmla="*/ 150 w 152"/>
              <a:gd name="T1" fmla="*/ 80 h 97"/>
              <a:gd name="T2" fmla="*/ 135 w 152"/>
              <a:gd name="T3" fmla="*/ 96 h 97"/>
              <a:gd name="T4" fmla="*/ 131 w 152"/>
              <a:gd name="T5" fmla="*/ 97 h 97"/>
              <a:gd name="T6" fmla="*/ 126 w 152"/>
              <a:gd name="T7" fmla="*/ 96 h 97"/>
              <a:gd name="T8" fmla="*/ 76 w 152"/>
              <a:gd name="T9" fmla="*/ 45 h 97"/>
              <a:gd name="T10" fmla="*/ 26 w 152"/>
              <a:gd name="T11" fmla="*/ 96 h 97"/>
              <a:gd name="T12" fmla="*/ 22 w 152"/>
              <a:gd name="T13" fmla="*/ 97 h 97"/>
              <a:gd name="T14" fmla="*/ 17 w 152"/>
              <a:gd name="T15" fmla="*/ 96 h 97"/>
              <a:gd name="T16" fmla="*/ 2 w 152"/>
              <a:gd name="T17" fmla="*/ 80 h 97"/>
              <a:gd name="T18" fmla="*/ 0 w 152"/>
              <a:gd name="T19" fmla="*/ 76 h 97"/>
              <a:gd name="T20" fmla="*/ 2 w 152"/>
              <a:gd name="T21" fmla="*/ 71 h 97"/>
              <a:gd name="T22" fmla="*/ 72 w 152"/>
              <a:gd name="T23" fmla="*/ 1 h 97"/>
              <a:gd name="T24" fmla="*/ 76 w 152"/>
              <a:gd name="T25" fmla="*/ 0 h 97"/>
              <a:gd name="T26" fmla="*/ 80 w 152"/>
              <a:gd name="T27" fmla="*/ 1 h 97"/>
              <a:gd name="T28" fmla="*/ 150 w 152"/>
              <a:gd name="T29" fmla="*/ 71 h 97"/>
              <a:gd name="T30" fmla="*/ 152 w 152"/>
              <a:gd name="T31" fmla="*/ 76 h 97"/>
              <a:gd name="T32" fmla="*/ 150 w 152"/>
              <a:gd name="T33" fmla="*/ 80 h 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52" h="97">
                <a:moveTo>
                  <a:pt x="150" y="80"/>
                </a:moveTo>
                <a:cubicBezTo>
                  <a:pt x="135" y="96"/>
                  <a:pt x="135" y="96"/>
                  <a:pt x="135" y="96"/>
                </a:cubicBezTo>
                <a:cubicBezTo>
                  <a:pt x="134" y="97"/>
                  <a:pt x="132" y="97"/>
                  <a:pt x="131" y="97"/>
                </a:cubicBezTo>
                <a:cubicBezTo>
                  <a:pt x="129" y="97"/>
                  <a:pt x="127" y="97"/>
                  <a:pt x="126" y="96"/>
                </a:cubicBezTo>
                <a:cubicBezTo>
                  <a:pt x="76" y="45"/>
                  <a:pt x="76" y="45"/>
                  <a:pt x="76" y="45"/>
                </a:cubicBezTo>
                <a:cubicBezTo>
                  <a:pt x="26" y="96"/>
                  <a:pt x="26" y="96"/>
                  <a:pt x="26" y="96"/>
                </a:cubicBezTo>
                <a:cubicBezTo>
                  <a:pt x="25" y="97"/>
                  <a:pt x="23" y="97"/>
                  <a:pt x="22" y="97"/>
                </a:cubicBezTo>
                <a:cubicBezTo>
                  <a:pt x="20" y="97"/>
                  <a:pt x="19" y="97"/>
                  <a:pt x="17" y="96"/>
                </a:cubicBezTo>
                <a:cubicBezTo>
                  <a:pt x="2" y="80"/>
                  <a:pt x="2" y="80"/>
                  <a:pt x="2" y="80"/>
                </a:cubicBezTo>
                <a:cubicBezTo>
                  <a:pt x="0" y="79"/>
                  <a:pt x="0" y="77"/>
                  <a:pt x="0" y="76"/>
                </a:cubicBezTo>
                <a:cubicBezTo>
                  <a:pt x="0" y="74"/>
                  <a:pt x="0" y="73"/>
                  <a:pt x="2" y="71"/>
                </a:cubicBezTo>
                <a:cubicBezTo>
                  <a:pt x="72" y="1"/>
                  <a:pt x="72" y="1"/>
                  <a:pt x="72" y="1"/>
                </a:cubicBezTo>
                <a:cubicBezTo>
                  <a:pt x="73" y="0"/>
                  <a:pt x="74" y="0"/>
                  <a:pt x="76" y="0"/>
                </a:cubicBezTo>
                <a:cubicBezTo>
                  <a:pt x="78" y="0"/>
                  <a:pt x="79" y="0"/>
                  <a:pt x="80" y="1"/>
                </a:cubicBezTo>
                <a:cubicBezTo>
                  <a:pt x="150" y="71"/>
                  <a:pt x="150" y="71"/>
                  <a:pt x="150" y="71"/>
                </a:cubicBezTo>
                <a:cubicBezTo>
                  <a:pt x="152" y="73"/>
                  <a:pt x="152" y="74"/>
                  <a:pt x="152" y="76"/>
                </a:cubicBezTo>
                <a:cubicBezTo>
                  <a:pt x="152" y="77"/>
                  <a:pt x="152" y="79"/>
                  <a:pt x="150" y="8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16" name="Freeform 118"/>
          <p:cNvSpPr>
            <a:spLocks/>
          </p:cNvSpPr>
          <p:nvPr/>
        </p:nvSpPr>
        <p:spPr bwMode="auto">
          <a:xfrm>
            <a:off x="10849333" y="2308471"/>
            <a:ext cx="216111" cy="138311"/>
          </a:xfrm>
          <a:custGeom>
            <a:avLst/>
            <a:gdLst>
              <a:gd name="T0" fmla="*/ 150 w 152"/>
              <a:gd name="T1" fmla="*/ 26 h 97"/>
              <a:gd name="T2" fmla="*/ 80 w 152"/>
              <a:gd name="T3" fmla="*/ 96 h 97"/>
              <a:gd name="T4" fmla="*/ 76 w 152"/>
              <a:gd name="T5" fmla="*/ 97 h 97"/>
              <a:gd name="T6" fmla="*/ 72 w 152"/>
              <a:gd name="T7" fmla="*/ 96 h 97"/>
              <a:gd name="T8" fmla="*/ 2 w 152"/>
              <a:gd name="T9" fmla="*/ 26 h 97"/>
              <a:gd name="T10" fmla="*/ 0 w 152"/>
              <a:gd name="T11" fmla="*/ 21 h 97"/>
              <a:gd name="T12" fmla="*/ 2 w 152"/>
              <a:gd name="T13" fmla="*/ 17 h 97"/>
              <a:gd name="T14" fmla="*/ 17 w 152"/>
              <a:gd name="T15" fmla="*/ 1 h 97"/>
              <a:gd name="T16" fmla="*/ 22 w 152"/>
              <a:gd name="T17" fmla="*/ 0 h 97"/>
              <a:gd name="T18" fmla="*/ 26 w 152"/>
              <a:gd name="T19" fmla="*/ 1 h 97"/>
              <a:gd name="T20" fmla="*/ 76 w 152"/>
              <a:gd name="T21" fmla="*/ 52 h 97"/>
              <a:gd name="T22" fmla="*/ 126 w 152"/>
              <a:gd name="T23" fmla="*/ 1 h 97"/>
              <a:gd name="T24" fmla="*/ 130 w 152"/>
              <a:gd name="T25" fmla="*/ 0 h 97"/>
              <a:gd name="T26" fmla="*/ 135 w 152"/>
              <a:gd name="T27" fmla="*/ 1 h 97"/>
              <a:gd name="T28" fmla="*/ 150 w 152"/>
              <a:gd name="T29" fmla="*/ 17 h 97"/>
              <a:gd name="T30" fmla="*/ 152 w 152"/>
              <a:gd name="T31" fmla="*/ 21 h 97"/>
              <a:gd name="T32" fmla="*/ 150 w 152"/>
              <a:gd name="T33" fmla="*/ 26 h 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52" h="97">
                <a:moveTo>
                  <a:pt x="150" y="26"/>
                </a:moveTo>
                <a:cubicBezTo>
                  <a:pt x="80" y="96"/>
                  <a:pt x="80" y="96"/>
                  <a:pt x="80" y="96"/>
                </a:cubicBezTo>
                <a:cubicBezTo>
                  <a:pt x="79" y="97"/>
                  <a:pt x="78" y="97"/>
                  <a:pt x="76" y="97"/>
                </a:cubicBezTo>
                <a:cubicBezTo>
                  <a:pt x="74" y="97"/>
                  <a:pt x="73" y="97"/>
                  <a:pt x="72" y="96"/>
                </a:cubicBezTo>
                <a:cubicBezTo>
                  <a:pt x="2" y="26"/>
                  <a:pt x="2" y="26"/>
                  <a:pt x="2" y="26"/>
                </a:cubicBezTo>
                <a:cubicBezTo>
                  <a:pt x="0" y="24"/>
                  <a:pt x="0" y="23"/>
                  <a:pt x="0" y="21"/>
                </a:cubicBezTo>
                <a:cubicBezTo>
                  <a:pt x="0" y="20"/>
                  <a:pt x="0" y="18"/>
                  <a:pt x="2" y="17"/>
                </a:cubicBezTo>
                <a:cubicBezTo>
                  <a:pt x="17" y="1"/>
                  <a:pt x="17" y="1"/>
                  <a:pt x="17" y="1"/>
                </a:cubicBezTo>
                <a:cubicBezTo>
                  <a:pt x="19" y="0"/>
                  <a:pt x="20" y="0"/>
                  <a:pt x="22" y="0"/>
                </a:cubicBezTo>
                <a:cubicBezTo>
                  <a:pt x="23" y="0"/>
                  <a:pt x="25" y="0"/>
                  <a:pt x="26" y="1"/>
                </a:cubicBezTo>
                <a:cubicBezTo>
                  <a:pt x="76" y="52"/>
                  <a:pt x="76" y="52"/>
                  <a:pt x="76" y="52"/>
                </a:cubicBezTo>
                <a:cubicBezTo>
                  <a:pt x="126" y="1"/>
                  <a:pt x="126" y="1"/>
                  <a:pt x="126" y="1"/>
                </a:cubicBezTo>
                <a:cubicBezTo>
                  <a:pt x="127" y="0"/>
                  <a:pt x="129" y="0"/>
                  <a:pt x="130" y="0"/>
                </a:cubicBezTo>
                <a:cubicBezTo>
                  <a:pt x="132" y="0"/>
                  <a:pt x="134" y="0"/>
                  <a:pt x="135" y="1"/>
                </a:cubicBezTo>
                <a:cubicBezTo>
                  <a:pt x="150" y="17"/>
                  <a:pt x="150" y="17"/>
                  <a:pt x="150" y="17"/>
                </a:cubicBezTo>
                <a:cubicBezTo>
                  <a:pt x="152" y="18"/>
                  <a:pt x="152" y="20"/>
                  <a:pt x="152" y="21"/>
                </a:cubicBezTo>
                <a:cubicBezTo>
                  <a:pt x="152" y="23"/>
                  <a:pt x="152" y="24"/>
                  <a:pt x="150" y="26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17" name="Freeform 119"/>
          <p:cNvSpPr>
            <a:spLocks noEditPoints="1"/>
          </p:cNvSpPr>
          <p:nvPr/>
        </p:nvSpPr>
        <p:spPr bwMode="auto">
          <a:xfrm>
            <a:off x="11138919" y="2289022"/>
            <a:ext cx="259332" cy="153439"/>
          </a:xfrm>
          <a:custGeom>
            <a:avLst/>
            <a:gdLst>
              <a:gd name="T0" fmla="*/ 121 w 182"/>
              <a:gd name="T1" fmla="*/ 105 h 108"/>
              <a:gd name="T2" fmla="*/ 120 w 182"/>
              <a:gd name="T3" fmla="*/ 108 h 108"/>
              <a:gd name="T4" fmla="*/ 118 w 182"/>
              <a:gd name="T5" fmla="*/ 108 h 108"/>
              <a:gd name="T6" fmla="*/ 28 w 182"/>
              <a:gd name="T7" fmla="*/ 108 h 108"/>
              <a:gd name="T8" fmla="*/ 26 w 182"/>
              <a:gd name="T9" fmla="*/ 108 h 108"/>
              <a:gd name="T10" fmla="*/ 25 w 182"/>
              <a:gd name="T11" fmla="*/ 108 h 108"/>
              <a:gd name="T12" fmla="*/ 25 w 182"/>
              <a:gd name="T13" fmla="*/ 107 h 108"/>
              <a:gd name="T14" fmla="*/ 25 w 182"/>
              <a:gd name="T15" fmla="*/ 106 h 108"/>
              <a:gd name="T16" fmla="*/ 24 w 182"/>
              <a:gd name="T17" fmla="*/ 105 h 108"/>
              <a:gd name="T18" fmla="*/ 24 w 182"/>
              <a:gd name="T19" fmla="*/ 103 h 108"/>
              <a:gd name="T20" fmla="*/ 24 w 182"/>
              <a:gd name="T21" fmla="*/ 102 h 108"/>
              <a:gd name="T22" fmla="*/ 24 w 182"/>
              <a:gd name="T23" fmla="*/ 87 h 108"/>
              <a:gd name="T24" fmla="*/ 24 w 182"/>
              <a:gd name="T25" fmla="*/ 48 h 108"/>
              <a:gd name="T26" fmla="*/ 6 w 182"/>
              <a:gd name="T27" fmla="*/ 48 h 108"/>
              <a:gd name="T28" fmla="*/ 2 w 182"/>
              <a:gd name="T29" fmla="*/ 46 h 108"/>
              <a:gd name="T30" fmla="*/ 0 w 182"/>
              <a:gd name="T31" fmla="*/ 42 h 108"/>
              <a:gd name="T32" fmla="*/ 2 w 182"/>
              <a:gd name="T33" fmla="*/ 38 h 108"/>
              <a:gd name="T34" fmla="*/ 32 w 182"/>
              <a:gd name="T35" fmla="*/ 2 h 108"/>
              <a:gd name="T36" fmla="*/ 37 w 182"/>
              <a:gd name="T37" fmla="*/ 0 h 108"/>
              <a:gd name="T38" fmla="*/ 41 w 182"/>
              <a:gd name="T39" fmla="*/ 2 h 108"/>
              <a:gd name="T40" fmla="*/ 71 w 182"/>
              <a:gd name="T41" fmla="*/ 38 h 108"/>
              <a:gd name="T42" fmla="*/ 73 w 182"/>
              <a:gd name="T43" fmla="*/ 42 h 108"/>
              <a:gd name="T44" fmla="*/ 71 w 182"/>
              <a:gd name="T45" fmla="*/ 46 h 108"/>
              <a:gd name="T46" fmla="*/ 67 w 182"/>
              <a:gd name="T47" fmla="*/ 48 h 108"/>
              <a:gd name="T48" fmla="*/ 49 w 182"/>
              <a:gd name="T49" fmla="*/ 48 h 108"/>
              <a:gd name="T50" fmla="*/ 49 w 182"/>
              <a:gd name="T51" fmla="*/ 84 h 108"/>
              <a:gd name="T52" fmla="*/ 103 w 182"/>
              <a:gd name="T53" fmla="*/ 84 h 108"/>
              <a:gd name="T54" fmla="*/ 106 w 182"/>
              <a:gd name="T55" fmla="*/ 85 h 108"/>
              <a:gd name="T56" fmla="*/ 121 w 182"/>
              <a:gd name="T57" fmla="*/ 103 h 108"/>
              <a:gd name="T58" fmla="*/ 121 w 182"/>
              <a:gd name="T59" fmla="*/ 105 h 108"/>
              <a:gd name="T60" fmla="*/ 182 w 182"/>
              <a:gd name="T61" fmla="*/ 66 h 108"/>
              <a:gd name="T62" fmla="*/ 180 w 182"/>
              <a:gd name="T63" fmla="*/ 70 h 108"/>
              <a:gd name="T64" fmla="*/ 150 w 182"/>
              <a:gd name="T65" fmla="*/ 106 h 108"/>
              <a:gd name="T66" fmla="*/ 146 w 182"/>
              <a:gd name="T67" fmla="*/ 108 h 108"/>
              <a:gd name="T68" fmla="*/ 141 w 182"/>
              <a:gd name="T69" fmla="*/ 106 h 108"/>
              <a:gd name="T70" fmla="*/ 111 w 182"/>
              <a:gd name="T71" fmla="*/ 70 h 108"/>
              <a:gd name="T72" fmla="*/ 109 w 182"/>
              <a:gd name="T73" fmla="*/ 66 h 108"/>
              <a:gd name="T74" fmla="*/ 111 w 182"/>
              <a:gd name="T75" fmla="*/ 62 h 108"/>
              <a:gd name="T76" fmla="*/ 115 w 182"/>
              <a:gd name="T77" fmla="*/ 60 h 108"/>
              <a:gd name="T78" fmla="*/ 133 w 182"/>
              <a:gd name="T79" fmla="*/ 60 h 108"/>
              <a:gd name="T80" fmla="*/ 133 w 182"/>
              <a:gd name="T81" fmla="*/ 24 h 108"/>
              <a:gd name="T82" fmla="*/ 79 w 182"/>
              <a:gd name="T83" fmla="*/ 24 h 108"/>
              <a:gd name="T84" fmla="*/ 77 w 182"/>
              <a:gd name="T85" fmla="*/ 23 h 108"/>
              <a:gd name="T86" fmla="*/ 61 w 182"/>
              <a:gd name="T87" fmla="*/ 4 h 108"/>
              <a:gd name="T88" fmla="*/ 61 w 182"/>
              <a:gd name="T89" fmla="*/ 3 h 108"/>
              <a:gd name="T90" fmla="*/ 62 w 182"/>
              <a:gd name="T91" fmla="*/ 0 h 108"/>
              <a:gd name="T92" fmla="*/ 64 w 182"/>
              <a:gd name="T93" fmla="*/ 0 h 108"/>
              <a:gd name="T94" fmla="*/ 155 w 182"/>
              <a:gd name="T95" fmla="*/ 0 h 108"/>
              <a:gd name="T96" fmla="*/ 156 w 182"/>
              <a:gd name="T97" fmla="*/ 0 h 108"/>
              <a:gd name="T98" fmla="*/ 157 w 182"/>
              <a:gd name="T99" fmla="*/ 0 h 108"/>
              <a:gd name="T100" fmla="*/ 157 w 182"/>
              <a:gd name="T101" fmla="*/ 1 h 108"/>
              <a:gd name="T102" fmla="*/ 158 w 182"/>
              <a:gd name="T103" fmla="*/ 2 h 108"/>
              <a:gd name="T104" fmla="*/ 158 w 182"/>
              <a:gd name="T105" fmla="*/ 3 h 108"/>
              <a:gd name="T106" fmla="*/ 158 w 182"/>
              <a:gd name="T107" fmla="*/ 5 h 108"/>
              <a:gd name="T108" fmla="*/ 158 w 182"/>
              <a:gd name="T109" fmla="*/ 6 h 108"/>
              <a:gd name="T110" fmla="*/ 158 w 182"/>
              <a:gd name="T111" fmla="*/ 21 h 108"/>
              <a:gd name="T112" fmla="*/ 158 w 182"/>
              <a:gd name="T113" fmla="*/ 60 h 108"/>
              <a:gd name="T114" fmla="*/ 176 w 182"/>
              <a:gd name="T115" fmla="*/ 60 h 108"/>
              <a:gd name="T116" fmla="*/ 180 w 182"/>
              <a:gd name="T117" fmla="*/ 62 h 108"/>
              <a:gd name="T118" fmla="*/ 182 w 182"/>
              <a:gd name="T119" fmla="*/ 66 h 1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82" h="108">
                <a:moveTo>
                  <a:pt x="121" y="105"/>
                </a:moveTo>
                <a:cubicBezTo>
                  <a:pt x="121" y="106"/>
                  <a:pt x="121" y="107"/>
                  <a:pt x="120" y="108"/>
                </a:cubicBezTo>
                <a:cubicBezTo>
                  <a:pt x="120" y="108"/>
                  <a:pt x="119" y="108"/>
                  <a:pt x="118" y="108"/>
                </a:cubicBezTo>
                <a:cubicBezTo>
                  <a:pt x="28" y="108"/>
                  <a:pt x="28" y="108"/>
                  <a:pt x="28" y="108"/>
                </a:cubicBezTo>
                <a:cubicBezTo>
                  <a:pt x="27" y="108"/>
                  <a:pt x="27" y="108"/>
                  <a:pt x="26" y="108"/>
                </a:cubicBezTo>
                <a:cubicBezTo>
                  <a:pt x="26" y="108"/>
                  <a:pt x="26" y="108"/>
                  <a:pt x="25" y="108"/>
                </a:cubicBezTo>
                <a:cubicBezTo>
                  <a:pt x="25" y="107"/>
                  <a:pt x="25" y="107"/>
                  <a:pt x="25" y="107"/>
                </a:cubicBezTo>
                <a:cubicBezTo>
                  <a:pt x="25" y="107"/>
                  <a:pt x="25" y="106"/>
                  <a:pt x="25" y="106"/>
                </a:cubicBezTo>
                <a:cubicBezTo>
                  <a:pt x="25" y="105"/>
                  <a:pt x="24" y="105"/>
                  <a:pt x="24" y="105"/>
                </a:cubicBezTo>
                <a:cubicBezTo>
                  <a:pt x="24" y="104"/>
                  <a:pt x="24" y="104"/>
                  <a:pt x="24" y="103"/>
                </a:cubicBezTo>
                <a:cubicBezTo>
                  <a:pt x="24" y="103"/>
                  <a:pt x="24" y="102"/>
                  <a:pt x="24" y="102"/>
                </a:cubicBezTo>
                <a:cubicBezTo>
                  <a:pt x="24" y="87"/>
                  <a:pt x="24" y="87"/>
                  <a:pt x="24" y="87"/>
                </a:cubicBezTo>
                <a:cubicBezTo>
                  <a:pt x="24" y="48"/>
                  <a:pt x="24" y="48"/>
                  <a:pt x="24" y="48"/>
                </a:cubicBezTo>
                <a:cubicBezTo>
                  <a:pt x="6" y="48"/>
                  <a:pt x="6" y="48"/>
                  <a:pt x="6" y="48"/>
                </a:cubicBezTo>
                <a:cubicBezTo>
                  <a:pt x="5" y="48"/>
                  <a:pt x="3" y="47"/>
                  <a:pt x="2" y="46"/>
                </a:cubicBezTo>
                <a:cubicBezTo>
                  <a:pt x="1" y="45"/>
                  <a:pt x="0" y="44"/>
                  <a:pt x="0" y="42"/>
                </a:cubicBezTo>
                <a:cubicBezTo>
                  <a:pt x="0" y="40"/>
                  <a:pt x="1" y="39"/>
                  <a:pt x="2" y="38"/>
                </a:cubicBezTo>
                <a:cubicBezTo>
                  <a:pt x="32" y="2"/>
                  <a:pt x="32" y="2"/>
                  <a:pt x="32" y="2"/>
                </a:cubicBezTo>
                <a:cubicBezTo>
                  <a:pt x="33" y="0"/>
                  <a:pt x="35" y="0"/>
                  <a:pt x="37" y="0"/>
                </a:cubicBezTo>
                <a:cubicBezTo>
                  <a:pt x="38" y="0"/>
                  <a:pt x="40" y="0"/>
                  <a:pt x="41" y="2"/>
                </a:cubicBezTo>
                <a:cubicBezTo>
                  <a:pt x="71" y="38"/>
                  <a:pt x="71" y="38"/>
                  <a:pt x="71" y="38"/>
                </a:cubicBezTo>
                <a:cubicBezTo>
                  <a:pt x="72" y="39"/>
                  <a:pt x="73" y="40"/>
                  <a:pt x="73" y="42"/>
                </a:cubicBezTo>
                <a:cubicBezTo>
                  <a:pt x="73" y="44"/>
                  <a:pt x="72" y="45"/>
                  <a:pt x="71" y="46"/>
                </a:cubicBezTo>
                <a:cubicBezTo>
                  <a:pt x="70" y="47"/>
                  <a:pt x="68" y="48"/>
                  <a:pt x="67" y="48"/>
                </a:cubicBezTo>
                <a:cubicBezTo>
                  <a:pt x="49" y="48"/>
                  <a:pt x="49" y="48"/>
                  <a:pt x="49" y="48"/>
                </a:cubicBezTo>
                <a:cubicBezTo>
                  <a:pt x="49" y="84"/>
                  <a:pt x="49" y="84"/>
                  <a:pt x="49" y="84"/>
                </a:cubicBezTo>
                <a:cubicBezTo>
                  <a:pt x="103" y="84"/>
                  <a:pt x="103" y="84"/>
                  <a:pt x="103" y="84"/>
                </a:cubicBezTo>
                <a:cubicBezTo>
                  <a:pt x="104" y="84"/>
                  <a:pt x="105" y="85"/>
                  <a:pt x="106" y="85"/>
                </a:cubicBezTo>
                <a:cubicBezTo>
                  <a:pt x="121" y="103"/>
                  <a:pt x="121" y="103"/>
                  <a:pt x="121" y="103"/>
                </a:cubicBezTo>
                <a:cubicBezTo>
                  <a:pt x="121" y="104"/>
                  <a:pt x="121" y="105"/>
                  <a:pt x="121" y="105"/>
                </a:cubicBezTo>
                <a:close/>
                <a:moveTo>
                  <a:pt x="182" y="66"/>
                </a:moveTo>
                <a:cubicBezTo>
                  <a:pt x="182" y="68"/>
                  <a:pt x="181" y="69"/>
                  <a:pt x="180" y="70"/>
                </a:cubicBezTo>
                <a:cubicBezTo>
                  <a:pt x="150" y="106"/>
                  <a:pt x="150" y="106"/>
                  <a:pt x="150" y="106"/>
                </a:cubicBezTo>
                <a:cubicBezTo>
                  <a:pt x="149" y="108"/>
                  <a:pt x="147" y="108"/>
                  <a:pt x="146" y="108"/>
                </a:cubicBezTo>
                <a:cubicBezTo>
                  <a:pt x="144" y="108"/>
                  <a:pt x="142" y="108"/>
                  <a:pt x="141" y="106"/>
                </a:cubicBezTo>
                <a:cubicBezTo>
                  <a:pt x="111" y="70"/>
                  <a:pt x="111" y="70"/>
                  <a:pt x="111" y="70"/>
                </a:cubicBezTo>
                <a:cubicBezTo>
                  <a:pt x="110" y="69"/>
                  <a:pt x="109" y="68"/>
                  <a:pt x="109" y="66"/>
                </a:cubicBezTo>
                <a:cubicBezTo>
                  <a:pt x="109" y="64"/>
                  <a:pt x="110" y="63"/>
                  <a:pt x="111" y="62"/>
                </a:cubicBezTo>
                <a:cubicBezTo>
                  <a:pt x="112" y="61"/>
                  <a:pt x="114" y="60"/>
                  <a:pt x="115" y="60"/>
                </a:cubicBezTo>
                <a:cubicBezTo>
                  <a:pt x="133" y="60"/>
                  <a:pt x="133" y="60"/>
                  <a:pt x="133" y="60"/>
                </a:cubicBezTo>
                <a:cubicBezTo>
                  <a:pt x="133" y="24"/>
                  <a:pt x="133" y="24"/>
                  <a:pt x="133" y="24"/>
                </a:cubicBezTo>
                <a:cubicBezTo>
                  <a:pt x="79" y="24"/>
                  <a:pt x="79" y="24"/>
                  <a:pt x="79" y="24"/>
                </a:cubicBezTo>
                <a:cubicBezTo>
                  <a:pt x="78" y="24"/>
                  <a:pt x="77" y="23"/>
                  <a:pt x="77" y="23"/>
                </a:cubicBezTo>
                <a:cubicBezTo>
                  <a:pt x="61" y="4"/>
                  <a:pt x="61" y="4"/>
                  <a:pt x="61" y="4"/>
                </a:cubicBezTo>
                <a:cubicBezTo>
                  <a:pt x="61" y="4"/>
                  <a:pt x="61" y="3"/>
                  <a:pt x="61" y="3"/>
                </a:cubicBezTo>
                <a:cubicBezTo>
                  <a:pt x="61" y="2"/>
                  <a:pt x="61" y="1"/>
                  <a:pt x="62" y="0"/>
                </a:cubicBezTo>
                <a:cubicBezTo>
                  <a:pt x="62" y="0"/>
                  <a:pt x="63" y="0"/>
                  <a:pt x="64" y="0"/>
                </a:cubicBezTo>
                <a:cubicBezTo>
                  <a:pt x="155" y="0"/>
                  <a:pt x="155" y="0"/>
                  <a:pt x="155" y="0"/>
                </a:cubicBezTo>
                <a:cubicBezTo>
                  <a:pt x="155" y="0"/>
                  <a:pt x="156" y="0"/>
                  <a:pt x="156" y="0"/>
                </a:cubicBezTo>
                <a:cubicBezTo>
                  <a:pt x="156" y="0"/>
                  <a:pt x="157" y="0"/>
                  <a:pt x="157" y="0"/>
                </a:cubicBezTo>
                <a:cubicBezTo>
                  <a:pt x="157" y="1"/>
                  <a:pt x="157" y="1"/>
                  <a:pt x="157" y="1"/>
                </a:cubicBezTo>
                <a:cubicBezTo>
                  <a:pt x="157" y="1"/>
                  <a:pt x="157" y="2"/>
                  <a:pt x="158" y="2"/>
                </a:cubicBezTo>
                <a:cubicBezTo>
                  <a:pt x="158" y="3"/>
                  <a:pt x="158" y="3"/>
                  <a:pt x="158" y="3"/>
                </a:cubicBezTo>
                <a:cubicBezTo>
                  <a:pt x="158" y="4"/>
                  <a:pt x="158" y="4"/>
                  <a:pt x="158" y="5"/>
                </a:cubicBezTo>
                <a:cubicBezTo>
                  <a:pt x="158" y="5"/>
                  <a:pt x="158" y="6"/>
                  <a:pt x="158" y="6"/>
                </a:cubicBezTo>
                <a:cubicBezTo>
                  <a:pt x="158" y="21"/>
                  <a:pt x="158" y="21"/>
                  <a:pt x="158" y="21"/>
                </a:cubicBezTo>
                <a:cubicBezTo>
                  <a:pt x="158" y="60"/>
                  <a:pt x="158" y="60"/>
                  <a:pt x="158" y="60"/>
                </a:cubicBezTo>
                <a:cubicBezTo>
                  <a:pt x="176" y="60"/>
                  <a:pt x="176" y="60"/>
                  <a:pt x="176" y="60"/>
                </a:cubicBezTo>
                <a:cubicBezTo>
                  <a:pt x="177" y="60"/>
                  <a:pt x="179" y="61"/>
                  <a:pt x="180" y="62"/>
                </a:cubicBezTo>
                <a:cubicBezTo>
                  <a:pt x="181" y="63"/>
                  <a:pt x="182" y="64"/>
                  <a:pt x="182" y="66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18" name="Freeform 120"/>
          <p:cNvSpPr>
            <a:spLocks noEditPoints="1"/>
          </p:cNvSpPr>
          <p:nvPr/>
        </p:nvSpPr>
        <p:spPr bwMode="auto">
          <a:xfrm>
            <a:off x="793751" y="2697469"/>
            <a:ext cx="224755" cy="192337"/>
          </a:xfrm>
          <a:custGeom>
            <a:avLst/>
            <a:gdLst>
              <a:gd name="T0" fmla="*/ 157 w 157"/>
              <a:gd name="T1" fmla="*/ 19 h 134"/>
              <a:gd name="T2" fmla="*/ 157 w 157"/>
              <a:gd name="T3" fmla="*/ 67 h 134"/>
              <a:gd name="T4" fmla="*/ 156 w 157"/>
              <a:gd name="T5" fmla="*/ 71 h 134"/>
              <a:gd name="T6" fmla="*/ 152 w 157"/>
              <a:gd name="T7" fmla="*/ 73 h 134"/>
              <a:gd name="T8" fmla="*/ 53 w 157"/>
              <a:gd name="T9" fmla="*/ 85 h 134"/>
              <a:gd name="T10" fmla="*/ 54 w 157"/>
              <a:gd name="T11" fmla="*/ 87 h 134"/>
              <a:gd name="T12" fmla="*/ 54 w 157"/>
              <a:gd name="T13" fmla="*/ 89 h 134"/>
              <a:gd name="T14" fmla="*/ 54 w 157"/>
              <a:gd name="T15" fmla="*/ 91 h 134"/>
              <a:gd name="T16" fmla="*/ 52 w 157"/>
              <a:gd name="T17" fmla="*/ 97 h 134"/>
              <a:gd name="T18" fmla="*/ 139 w 157"/>
              <a:gd name="T19" fmla="*/ 97 h 134"/>
              <a:gd name="T20" fmla="*/ 143 w 157"/>
              <a:gd name="T21" fmla="*/ 99 h 134"/>
              <a:gd name="T22" fmla="*/ 145 w 157"/>
              <a:gd name="T23" fmla="*/ 103 h 134"/>
              <a:gd name="T24" fmla="*/ 143 w 157"/>
              <a:gd name="T25" fmla="*/ 108 h 134"/>
              <a:gd name="T26" fmla="*/ 139 w 157"/>
              <a:gd name="T27" fmla="*/ 109 h 134"/>
              <a:gd name="T28" fmla="*/ 42 w 157"/>
              <a:gd name="T29" fmla="*/ 109 h 134"/>
              <a:gd name="T30" fmla="*/ 38 w 157"/>
              <a:gd name="T31" fmla="*/ 108 h 134"/>
              <a:gd name="T32" fmla="*/ 36 w 157"/>
              <a:gd name="T33" fmla="*/ 103 h 134"/>
              <a:gd name="T34" fmla="*/ 37 w 157"/>
              <a:gd name="T35" fmla="*/ 100 h 134"/>
              <a:gd name="T36" fmla="*/ 40 w 157"/>
              <a:gd name="T37" fmla="*/ 94 h 134"/>
              <a:gd name="T38" fmla="*/ 42 w 157"/>
              <a:gd name="T39" fmla="*/ 90 h 134"/>
              <a:gd name="T40" fmla="*/ 25 w 157"/>
              <a:gd name="T41" fmla="*/ 13 h 134"/>
              <a:gd name="T42" fmla="*/ 6 w 157"/>
              <a:gd name="T43" fmla="*/ 13 h 134"/>
              <a:gd name="T44" fmla="*/ 2 w 157"/>
              <a:gd name="T45" fmla="*/ 11 h 134"/>
              <a:gd name="T46" fmla="*/ 0 w 157"/>
              <a:gd name="T47" fmla="*/ 6 h 134"/>
              <a:gd name="T48" fmla="*/ 2 w 157"/>
              <a:gd name="T49" fmla="*/ 2 h 134"/>
              <a:gd name="T50" fmla="*/ 6 w 157"/>
              <a:gd name="T51" fmla="*/ 0 h 134"/>
              <a:gd name="T52" fmla="*/ 30 w 157"/>
              <a:gd name="T53" fmla="*/ 0 h 134"/>
              <a:gd name="T54" fmla="*/ 33 w 157"/>
              <a:gd name="T55" fmla="*/ 1 h 134"/>
              <a:gd name="T56" fmla="*/ 35 w 157"/>
              <a:gd name="T57" fmla="*/ 3 h 134"/>
              <a:gd name="T58" fmla="*/ 36 w 157"/>
              <a:gd name="T59" fmla="*/ 5 h 134"/>
              <a:gd name="T60" fmla="*/ 37 w 157"/>
              <a:gd name="T61" fmla="*/ 7 h 134"/>
              <a:gd name="T62" fmla="*/ 37 w 157"/>
              <a:gd name="T63" fmla="*/ 10 h 134"/>
              <a:gd name="T64" fmla="*/ 38 w 157"/>
              <a:gd name="T65" fmla="*/ 13 h 134"/>
              <a:gd name="T66" fmla="*/ 151 w 157"/>
              <a:gd name="T67" fmla="*/ 13 h 134"/>
              <a:gd name="T68" fmla="*/ 155 w 157"/>
              <a:gd name="T69" fmla="*/ 14 h 134"/>
              <a:gd name="T70" fmla="*/ 157 w 157"/>
              <a:gd name="T71" fmla="*/ 19 h 134"/>
              <a:gd name="T72" fmla="*/ 57 w 157"/>
              <a:gd name="T73" fmla="*/ 113 h 134"/>
              <a:gd name="T74" fmla="*/ 60 w 157"/>
              <a:gd name="T75" fmla="*/ 121 h 134"/>
              <a:gd name="T76" fmla="*/ 57 w 157"/>
              <a:gd name="T77" fmla="*/ 130 h 134"/>
              <a:gd name="T78" fmla="*/ 48 w 157"/>
              <a:gd name="T79" fmla="*/ 134 h 134"/>
              <a:gd name="T80" fmla="*/ 40 w 157"/>
              <a:gd name="T81" fmla="*/ 130 h 134"/>
              <a:gd name="T82" fmla="*/ 36 w 157"/>
              <a:gd name="T83" fmla="*/ 121 h 134"/>
              <a:gd name="T84" fmla="*/ 40 w 157"/>
              <a:gd name="T85" fmla="*/ 113 h 134"/>
              <a:gd name="T86" fmla="*/ 48 w 157"/>
              <a:gd name="T87" fmla="*/ 109 h 134"/>
              <a:gd name="T88" fmla="*/ 57 w 157"/>
              <a:gd name="T89" fmla="*/ 113 h 134"/>
              <a:gd name="T90" fmla="*/ 142 w 157"/>
              <a:gd name="T91" fmla="*/ 113 h 134"/>
              <a:gd name="T92" fmla="*/ 145 w 157"/>
              <a:gd name="T93" fmla="*/ 121 h 134"/>
              <a:gd name="T94" fmla="*/ 142 w 157"/>
              <a:gd name="T95" fmla="*/ 130 h 134"/>
              <a:gd name="T96" fmla="*/ 133 w 157"/>
              <a:gd name="T97" fmla="*/ 134 h 134"/>
              <a:gd name="T98" fmla="*/ 125 w 157"/>
              <a:gd name="T99" fmla="*/ 130 h 134"/>
              <a:gd name="T100" fmla="*/ 121 w 157"/>
              <a:gd name="T101" fmla="*/ 121 h 134"/>
              <a:gd name="T102" fmla="*/ 125 w 157"/>
              <a:gd name="T103" fmla="*/ 113 h 134"/>
              <a:gd name="T104" fmla="*/ 133 w 157"/>
              <a:gd name="T105" fmla="*/ 109 h 134"/>
              <a:gd name="T106" fmla="*/ 142 w 157"/>
              <a:gd name="T107" fmla="*/ 113 h 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57" h="134">
                <a:moveTo>
                  <a:pt x="157" y="19"/>
                </a:moveTo>
                <a:cubicBezTo>
                  <a:pt x="157" y="67"/>
                  <a:pt x="157" y="67"/>
                  <a:pt x="157" y="67"/>
                </a:cubicBezTo>
                <a:cubicBezTo>
                  <a:pt x="157" y="69"/>
                  <a:pt x="157" y="70"/>
                  <a:pt x="156" y="71"/>
                </a:cubicBezTo>
                <a:cubicBezTo>
                  <a:pt x="155" y="72"/>
                  <a:pt x="153" y="73"/>
                  <a:pt x="152" y="73"/>
                </a:cubicBezTo>
                <a:cubicBezTo>
                  <a:pt x="53" y="85"/>
                  <a:pt x="53" y="85"/>
                  <a:pt x="53" y="85"/>
                </a:cubicBezTo>
                <a:cubicBezTo>
                  <a:pt x="53" y="85"/>
                  <a:pt x="53" y="86"/>
                  <a:pt x="54" y="87"/>
                </a:cubicBezTo>
                <a:cubicBezTo>
                  <a:pt x="54" y="88"/>
                  <a:pt x="54" y="88"/>
                  <a:pt x="54" y="89"/>
                </a:cubicBezTo>
                <a:cubicBezTo>
                  <a:pt x="54" y="90"/>
                  <a:pt x="54" y="91"/>
                  <a:pt x="54" y="91"/>
                </a:cubicBezTo>
                <a:cubicBezTo>
                  <a:pt x="54" y="92"/>
                  <a:pt x="54" y="94"/>
                  <a:pt x="52" y="97"/>
                </a:cubicBezTo>
                <a:cubicBezTo>
                  <a:pt x="139" y="97"/>
                  <a:pt x="139" y="97"/>
                  <a:pt x="139" y="97"/>
                </a:cubicBezTo>
                <a:cubicBezTo>
                  <a:pt x="141" y="97"/>
                  <a:pt x="142" y="98"/>
                  <a:pt x="143" y="99"/>
                </a:cubicBezTo>
                <a:cubicBezTo>
                  <a:pt x="145" y="100"/>
                  <a:pt x="145" y="102"/>
                  <a:pt x="145" y="103"/>
                </a:cubicBezTo>
                <a:cubicBezTo>
                  <a:pt x="145" y="105"/>
                  <a:pt x="145" y="106"/>
                  <a:pt x="143" y="108"/>
                </a:cubicBezTo>
                <a:cubicBezTo>
                  <a:pt x="142" y="109"/>
                  <a:pt x="141" y="109"/>
                  <a:pt x="139" y="109"/>
                </a:cubicBezTo>
                <a:cubicBezTo>
                  <a:pt x="42" y="109"/>
                  <a:pt x="42" y="109"/>
                  <a:pt x="42" y="109"/>
                </a:cubicBezTo>
                <a:cubicBezTo>
                  <a:pt x="41" y="109"/>
                  <a:pt x="39" y="109"/>
                  <a:pt x="38" y="108"/>
                </a:cubicBezTo>
                <a:cubicBezTo>
                  <a:pt x="37" y="106"/>
                  <a:pt x="36" y="105"/>
                  <a:pt x="36" y="103"/>
                </a:cubicBezTo>
                <a:cubicBezTo>
                  <a:pt x="36" y="102"/>
                  <a:pt x="37" y="101"/>
                  <a:pt x="37" y="100"/>
                </a:cubicBezTo>
                <a:cubicBezTo>
                  <a:pt x="38" y="98"/>
                  <a:pt x="39" y="96"/>
                  <a:pt x="40" y="94"/>
                </a:cubicBezTo>
                <a:cubicBezTo>
                  <a:pt x="41" y="92"/>
                  <a:pt x="42" y="91"/>
                  <a:pt x="42" y="90"/>
                </a:cubicBezTo>
                <a:cubicBezTo>
                  <a:pt x="25" y="13"/>
                  <a:pt x="25" y="13"/>
                  <a:pt x="25" y="13"/>
                </a:cubicBezTo>
                <a:cubicBezTo>
                  <a:pt x="6" y="13"/>
                  <a:pt x="6" y="13"/>
                  <a:pt x="6" y="13"/>
                </a:cubicBezTo>
                <a:cubicBezTo>
                  <a:pt x="4" y="13"/>
                  <a:pt x="3" y="12"/>
                  <a:pt x="2" y="11"/>
                </a:cubicBezTo>
                <a:cubicBezTo>
                  <a:pt x="1" y="10"/>
                  <a:pt x="0" y="8"/>
                  <a:pt x="0" y="6"/>
                </a:cubicBezTo>
                <a:cubicBezTo>
                  <a:pt x="0" y="5"/>
                  <a:pt x="1" y="3"/>
                  <a:pt x="2" y="2"/>
                </a:cubicBezTo>
                <a:cubicBezTo>
                  <a:pt x="3" y="1"/>
                  <a:pt x="4" y="0"/>
                  <a:pt x="6" y="0"/>
                </a:cubicBezTo>
                <a:cubicBezTo>
                  <a:pt x="30" y="0"/>
                  <a:pt x="30" y="0"/>
                  <a:pt x="30" y="0"/>
                </a:cubicBezTo>
                <a:cubicBezTo>
                  <a:pt x="31" y="0"/>
                  <a:pt x="32" y="1"/>
                  <a:pt x="33" y="1"/>
                </a:cubicBezTo>
                <a:cubicBezTo>
                  <a:pt x="34" y="1"/>
                  <a:pt x="34" y="2"/>
                  <a:pt x="35" y="3"/>
                </a:cubicBezTo>
                <a:cubicBezTo>
                  <a:pt x="35" y="3"/>
                  <a:pt x="36" y="4"/>
                  <a:pt x="36" y="5"/>
                </a:cubicBezTo>
                <a:cubicBezTo>
                  <a:pt x="36" y="6"/>
                  <a:pt x="37" y="7"/>
                  <a:pt x="37" y="7"/>
                </a:cubicBezTo>
                <a:cubicBezTo>
                  <a:pt x="37" y="8"/>
                  <a:pt x="37" y="9"/>
                  <a:pt x="37" y="10"/>
                </a:cubicBezTo>
                <a:cubicBezTo>
                  <a:pt x="37" y="11"/>
                  <a:pt x="38" y="12"/>
                  <a:pt x="38" y="13"/>
                </a:cubicBezTo>
                <a:cubicBezTo>
                  <a:pt x="151" y="13"/>
                  <a:pt x="151" y="13"/>
                  <a:pt x="151" y="13"/>
                </a:cubicBezTo>
                <a:cubicBezTo>
                  <a:pt x="153" y="13"/>
                  <a:pt x="154" y="13"/>
                  <a:pt x="155" y="14"/>
                </a:cubicBezTo>
                <a:cubicBezTo>
                  <a:pt x="157" y="16"/>
                  <a:pt x="157" y="17"/>
                  <a:pt x="157" y="19"/>
                </a:cubicBezTo>
                <a:close/>
                <a:moveTo>
                  <a:pt x="57" y="113"/>
                </a:moveTo>
                <a:cubicBezTo>
                  <a:pt x="59" y="115"/>
                  <a:pt x="60" y="118"/>
                  <a:pt x="60" y="121"/>
                </a:cubicBezTo>
                <a:cubicBezTo>
                  <a:pt x="60" y="125"/>
                  <a:pt x="59" y="128"/>
                  <a:pt x="57" y="130"/>
                </a:cubicBezTo>
                <a:cubicBezTo>
                  <a:pt x="55" y="132"/>
                  <a:pt x="52" y="134"/>
                  <a:pt x="48" y="134"/>
                </a:cubicBezTo>
                <a:cubicBezTo>
                  <a:pt x="45" y="134"/>
                  <a:pt x="42" y="132"/>
                  <a:pt x="40" y="130"/>
                </a:cubicBezTo>
                <a:cubicBezTo>
                  <a:pt x="37" y="128"/>
                  <a:pt x="36" y="125"/>
                  <a:pt x="36" y="121"/>
                </a:cubicBezTo>
                <a:cubicBezTo>
                  <a:pt x="36" y="118"/>
                  <a:pt x="37" y="115"/>
                  <a:pt x="40" y="113"/>
                </a:cubicBezTo>
                <a:cubicBezTo>
                  <a:pt x="42" y="111"/>
                  <a:pt x="45" y="109"/>
                  <a:pt x="48" y="109"/>
                </a:cubicBezTo>
                <a:cubicBezTo>
                  <a:pt x="52" y="109"/>
                  <a:pt x="55" y="111"/>
                  <a:pt x="57" y="113"/>
                </a:cubicBezTo>
                <a:close/>
                <a:moveTo>
                  <a:pt x="142" y="113"/>
                </a:moveTo>
                <a:cubicBezTo>
                  <a:pt x="144" y="115"/>
                  <a:pt x="145" y="118"/>
                  <a:pt x="145" y="121"/>
                </a:cubicBezTo>
                <a:cubicBezTo>
                  <a:pt x="145" y="125"/>
                  <a:pt x="144" y="128"/>
                  <a:pt x="142" y="130"/>
                </a:cubicBezTo>
                <a:cubicBezTo>
                  <a:pt x="139" y="132"/>
                  <a:pt x="136" y="134"/>
                  <a:pt x="133" y="134"/>
                </a:cubicBezTo>
                <a:cubicBezTo>
                  <a:pt x="130" y="134"/>
                  <a:pt x="127" y="132"/>
                  <a:pt x="125" y="130"/>
                </a:cubicBezTo>
                <a:cubicBezTo>
                  <a:pt x="122" y="128"/>
                  <a:pt x="121" y="125"/>
                  <a:pt x="121" y="121"/>
                </a:cubicBezTo>
                <a:cubicBezTo>
                  <a:pt x="121" y="118"/>
                  <a:pt x="122" y="115"/>
                  <a:pt x="125" y="113"/>
                </a:cubicBezTo>
                <a:cubicBezTo>
                  <a:pt x="127" y="111"/>
                  <a:pt x="130" y="109"/>
                  <a:pt x="133" y="109"/>
                </a:cubicBezTo>
                <a:cubicBezTo>
                  <a:pt x="136" y="109"/>
                  <a:pt x="139" y="111"/>
                  <a:pt x="142" y="11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19" name="Freeform 121"/>
          <p:cNvSpPr>
            <a:spLocks/>
          </p:cNvSpPr>
          <p:nvPr/>
        </p:nvSpPr>
        <p:spPr bwMode="auto">
          <a:xfrm>
            <a:off x="1079015" y="2680181"/>
            <a:ext cx="224755" cy="192337"/>
          </a:xfrm>
          <a:custGeom>
            <a:avLst/>
            <a:gdLst>
              <a:gd name="T0" fmla="*/ 157 w 157"/>
              <a:gd name="T1" fmla="*/ 46 h 133"/>
              <a:gd name="T2" fmla="*/ 157 w 157"/>
              <a:gd name="T3" fmla="*/ 112 h 133"/>
              <a:gd name="T4" fmla="*/ 151 w 157"/>
              <a:gd name="T5" fmla="*/ 127 h 133"/>
              <a:gd name="T6" fmla="*/ 136 w 157"/>
              <a:gd name="T7" fmla="*/ 133 h 133"/>
              <a:gd name="T8" fmla="*/ 21 w 157"/>
              <a:gd name="T9" fmla="*/ 133 h 133"/>
              <a:gd name="T10" fmla="*/ 6 w 157"/>
              <a:gd name="T11" fmla="*/ 127 h 133"/>
              <a:gd name="T12" fmla="*/ 0 w 157"/>
              <a:gd name="T13" fmla="*/ 112 h 133"/>
              <a:gd name="T14" fmla="*/ 0 w 157"/>
              <a:gd name="T15" fmla="*/ 22 h 133"/>
              <a:gd name="T16" fmla="*/ 6 w 157"/>
              <a:gd name="T17" fmla="*/ 7 h 133"/>
              <a:gd name="T18" fmla="*/ 21 w 157"/>
              <a:gd name="T19" fmla="*/ 0 h 133"/>
              <a:gd name="T20" fmla="*/ 51 w 157"/>
              <a:gd name="T21" fmla="*/ 0 h 133"/>
              <a:gd name="T22" fmla="*/ 66 w 157"/>
              <a:gd name="T23" fmla="*/ 7 h 133"/>
              <a:gd name="T24" fmla="*/ 72 w 157"/>
              <a:gd name="T25" fmla="*/ 22 h 133"/>
              <a:gd name="T26" fmla="*/ 72 w 157"/>
              <a:gd name="T27" fmla="*/ 25 h 133"/>
              <a:gd name="T28" fmla="*/ 136 w 157"/>
              <a:gd name="T29" fmla="*/ 25 h 133"/>
              <a:gd name="T30" fmla="*/ 151 w 157"/>
              <a:gd name="T31" fmla="*/ 31 h 133"/>
              <a:gd name="T32" fmla="*/ 157 w 157"/>
              <a:gd name="T33" fmla="*/ 46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57" h="133">
                <a:moveTo>
                  <a:pt x="157" y="46"/>
                </a:moveTo>
                <a:cubicBezTo>
                  <a:pt x="157" y="112"/>
                  <a:pt x="157" y="112"/>
                  <a:pt x="157" y="112"/>
                </a:cubicBezTo>
                <a:cubicBezTo>
                  <a:pt x="157" y="118"/>
                  <a:pt x="155" y="123"/>
                  <a:pt x="151" y="127"/>
                </a:cubicBezTo>
                <a:cubicBezTo>
                  <a:pt x="147" y="131"/>
                  <a:pt x="142" y="133"/>
                  <a:pt x="136" y="133"/>
                </a:cubicBezTo>
                <a:cubicBezTo>
                  <a:pt x="21" y="133"/>
                  <a:pt x="21" y="133"/>
                  <a:pt x="21" y="133"/>
                </a:cubicBezTo>
                <a:cubicBezTo>
                  <a:pt x="15" y="133"/>
                  <a:pt x="10" y="131"/>
                  <a:pt x="6" y="127"/>
                </a:cubicBezTo>
                <a:cubicBezTo>
                  <a:pt x="2" y="123"/>
                  <a:pt x="0" y="118"/>
                  <a:pt x="0" y="112"/>
                </a:cubicBezTo>
                <a:cubicBezTo>
                  <a:pt x="0" y="22"/>
                  <a:pt x="0" y="22"/>
                  <a:pt x="0" y="22"/>
                </a:cubicBezTo>
                <a:cubicBezTo>
                  <a:pt x="0" y="16"/>
                  <a:pt x="2" y="11"/>
                  <a:pt x="6" y="7"/>
                </a:cubicBezTo>
                <a:cubicBezTo>
                  <a:pt x="10" y="2"/>
                  <a:pt x="15" y="0"/>
                  <a:pt x="21" y="0"/>
                </a:cubicBezTo>
                <a:cubicBezTo>
                  <a:pt x="51" y="0"/>
                  <a:pt x="51" y="0"/>
                  <a:pt x="51" y="0"/>
                </a:cubicBezTo>
                <a:cubicBezTo>
                  <a:pt x="57" y="0"/>
                  <a:pt x="62" y="2"/>
                  <a:pt x="66" y="7"/>
                </a:cubicBezTo>
                <a:cubicBezTo>
                  <a:pt x="70" y="11"/>
                  <a:pt x="72" y="16"/>
                  <a:pt x="72" y="22"/>
                </a:cubicBezTo>
                <a:cubicBezTo>
                  <a:pt x="72" y="25"/>
                  <a:pt x="72" y="25"/>
                  <a:pt x="72" y="25"/>
                </a:cubicBezTo>
                <a:cubicBezTo>
                  <a:pt x="136" y="25"/>
                  <a:pt x="136" y="25"/>
                  <a:pt x="136" y="25"/>
                </a:cubicBezTo>
                <a:cubicBezTo>
                  <a:pt x="142" y="25"/>
                  <a:pt x="147" y="27"/>
                  <a:pt x="151" y="31"/>
                </a:cubicBezTo>
                <a:cubicBezTo>
                  <a:pt x="155" y="35"/>
                  <a:pt x="157" y="40"/>
                  <a:pt x="157" y="46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20" name="Freeform 122"/>
          <p:cNvSpPr>
            <a:spLocks noEditPoints="1"/>
          </p:cNvSpPr>
          <p:nvPr/>
        </p:nvSpPr>
        <p:spPr bwMode="auto">
          <a:xfrm>
            <a:off x="1364280" y="2680181"/>
            <a:ext cx="252848" cy="192337"/>
          </a:xfrm>
          <a:custGeom>
            <a:avLst/>
            <a:gdLst>
              <a:gd name="T0" fmla="*/ 145 w 177"/>
              <a:gd name="T1" fmla="*/ 46 h 133"/>
              <a:gd name="T2" fmla="*/ 145 w 177"/>
              <a:gd name="T3" fmla="*/ 61 h 133"/>
              <a:gd name="T4" fmla="*/ 66 w 177"/>
              <a:gd name="T5" fmla="*/ 61 h 133"/>
              <a:gd name="T6" fmla="*/ 48 w 177"/>
              <a:gd name="T7" fmla="*/ 65 h 133"/>
              <a:gd name="T8" fmla="*/ 32 w 177"/>
              <a:gd name="T9" fmla="*/ 77 h 133"/>
              <a:gd name="T10" fmla="*/ 0 w 177"/>
              <a:gd name="T11" fmla="*/ 114 h 133"/>
              <a:gd name="T12" fmla="*/ 0 w 177"/>
              <a:gd name="T13" fmla="*/ 115 h 133"/>
              <a:gd name="T14" fmla="*/ 0 w 177"/>
              <a:gd name="T15" fmla="*/ 113 h 133"/>
              <a:gd name="T16" fmla="*/ 0 w 177"/>
              <a:gd name="T17" fmla="*/ 112 h 133"/>
              <a:gd name="T18" fmla="*/ 0 w 177"/>
              <a:gd name="T19" fmla="*/ 22 h 133"/>
              <a:gd name="T20" fmla="*/ 6 w 177"/>
              <a:gd name="T21" fmla="*/ 7 h 133"/>
              <a:gd name="T22" fmla="*/ 21 w 177"/>
              <a:gd name="T23" fmla="*/ 0 h 133"/>
              <a:gd name="T24" fmla="*/ 51 w 177"/>
              <a:gd name="T25" fmla="*/ 0 h 133"/>
              <a:gd name="T26" fmla="*/ 66 w 177"/>
              <a:gd name="T27" fmla="*/ 7 h 133"/>
              <a:gd name="T28" fmla="*/ 72 w 177"/>
              <a:gd name="T29" fmla="*/ 22 h 133"/>
              <a:gd name="T30" fmla="*/ 72 w 177"/>
              <a:gd name="T31" fmla="*/ 25 h 133"/>
              <a:gd name="T32" fmla="*/ 124 w 177"/>
              <a:gd name="T33" fmla="*/ 25 h 133"/>
              <a:gd name="T34" fmla="*/ 139 w 177"/>
              <a:gd name="T35" fmla="*/ 31 h 133"/>
              <a:gd name="T36" fmla="*/ 145 w 177"/>
              <a:gd name="T37" fmla="*/ 46 h 133"/>
              <a:gd name="T38" fmla="*/ 177 w 177"/>
              <a:gd name="T39" fmla="*/ 78 h 133"/>
              <a:gd name="T40" fmla="*/ 174 w 177"/>
              <a:gd name="T41" fmla="*/ 84 h 133"/>
              <a:gd name="T42" fmla="*/ 143 w 177"/>
              <a:gd name="T43" fmla="*/ 122 h 133"/>
              <a:gd name="T44" fmla="*/ 131 w 177"/>
              <a:gd name="T45" fmla="*/ 130 h 133"/>
              <a:gd name="T46" fmla="*/ 118 w 177"/>
              <a:gd name="T47" fmla="*/ 133 h 133"/>
              <a:gd name="T48" fmla="*/ 15 w 177"/>
              <a:gd name="T49" fmla="*/ 133 h 133"/>
              <a:gd name="T50" fmla="*/ 9 w 177"/>
              <a:gd name="T51" fmla="*/ 132 h 133"/>
              <a:gd name="T52" fmla="*/ 7 w 177"/>
              <a:gd name="T53" fmla="*/ 128 h 133"/>
              <a:gd name="T54" fmla="*/ 10 w 177"/>
              <a:gd name="T55" fmla="*/ 122 h 133"/>
              <a:gd name="T56" fmla="*/ 41 w 177"/>
              <a:gd name="T57" fmla="*/ 84 h 133"/>
              <a:gd name="T58" fmla="*/ 53 w 177"/>
              <a:gd name="T59" fmla="*/ 76 h 133"/>
              <a:gd name="T60" fmla="*/ 66 w 177"/>
              <a:gd name="T61" fmla="*/ 73 h 133"/>
              <a:gd name="T62" fmla="*/ 169 w 177"/>
              <a:gd name="T63" fmla="*/ 73 h 133"/>
              <a:gd name="T64" fmla="*/ 175 w 177"/>
              <a:gd name="T65" fmla="*/ 74 h 133"/>
              <a:gd name="T66" fmla="*/ 177 w 177"/>
              <a:gd name="T67" fmla="*/ 78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77" h="133">
                <a:moveTo>
                  <a:pt x="145" y="46"/>
                </a:moveTo>
                <a:cubicBezTo>
                  <a:pt x="145" y="61"/>
                  <a:pt x="145" y="61"/>
                  <a:pt x="145" y="61"/>
                </a:cubicBezTo>
                <a:cubicBezTo>
                  <a:pt x="66" y="61"/>
                  <a:pt x="66" y="61"/>
                  <a:pt x="66" y="61"/>
                </a:cubicBezTo>
                <a:cubicBezTo>
                  <a:pt x="60" y="61"/>
                  <a:pt x="54" y="62"/>
                  <a:pt x="48" y="65"/>
                </a:cubicBezTo>
                <a:cubicBezTo>
                  <a:pt x="41" y="68"/>
                  <a:pt x="36" y="72"/>
                  <a:pt x="32" y="77"/>
                </a:cubicBezTo>
                <a:cubicBezTo>
                  <a:pt x="0" y="114"/>
                  <a:pt x="0" y="114"/>
                  <a:pt x="0" y="114"/>
                </a:cubicBezTo>
                <a:cubicBezTo>
                  <a:pt x="0" y="115"/>
                  <a:pt x="0" y="115"/>
                  <a:pt x="0" y="115"/>
                </a:cubicBezTo>
                <a:cubicBezTo>
                  <a:pt x="0" y="114"/>
                  <a:pt x="0" y="114"/>
                  <a:pt x="0" y="113"/>
                </a:cubicBezTo>
                <a:cubicBezTo>
                  <a:pt x="0" y="113"/>
                  <a:pt x="0" y="113"/>
                  <a:pt x="0" y="112"/>
                </a:cubicBezTo>
                <a:cubicBezTo>
                  <a:pt x="0" y="22"/>
                  <a:pt x="0" y="22"/>
                  <a:pt x="0" y="22"/>
                </a:cubicBezTo>
                <a:cubicBezTo>
                  <a:pt x="0" y="16"/>
                  <a:pt x="2" y="11"/>
                  <a:pt x="6" y="7"/>
                </a:cubicBezTo>
                <a:cubicBezTo>
                  <a:pt x="10" y="2"/>
                  <a:pt x="15" y="0"/>
                  <a:pt x="21" y="0"/>
                </a:cubicBezTo>
                <a:cubicBezTo>
                  <a:pt x="51" y="0"/>
                  <a:pt x="51" y="0"/>
                  <a:pt x="51" y="0"/>
                </a:cubicBezTo>
                <a:cubicBezTo>
                  <a:pt x="57" y="0"/>
                  <a:pt x="62" y="2"/>
                  <a:pt x="66" y="7"/>
                </a:cubicBezTo>
                <a:cubicBezTo>
                  <a:pt x="70" y="11"/>
                  <a:pt x="72" y="16"/>
                  <a:pt x="72" y="22"/>
                </a:cubicBezTo>
                <a:cubicBezTo>
                  <a:pt x="72" y="25"/>
                  <a:pt x="72" y="25"/>
                  <a:pt x="72" y="25"/>
                </a:cubicBezTo>
                <a:cubicBezTo>
                  <a:pt x="124" y="25"/>
                  <a:pt x="124" y="25"/>
                  <a:pt x="124" y="25"/>
                </a:cubicBezTo>
                <a:cubicBezTo>
                  <a:pt x="130" y="25"/>
                  <a:pt x="135" y="27"/>
                  <a:pt x="139" y="31"/>
                </a:cubicBezTo>
                <a:cubicBezTo>
                  <a:pt x="143" y="35"/>
                  <a:pt x="145" y="40"/>
                  <a:pt x="145" y="46"/>
                </a:cubicBezTo>
                <a:close/>
                <a:moveTo>
                  <a:pt x="177" y="78"/>
                </a:moveTo>
                <a:cubicBezTo>
                  <a:pt x="177" y="80"/>
                  <a:pt x="176" y="82"/>
                  <a:pt x="174" y="84"/>
                </a:cubicBezTo>
                <a:cubicBezTo>
                  <a:pt x="143" y="122"/>
                  <a:pt x="143" y="122"/>
                  <a:pt x="143" y="122"/>
                </a:cubicBezTo>
                <a:cubicBezTo>
                  <a:pt x="140" y="125"/>
                  <a:pt x="136" y="128"/>
                  <a:pt x="131" y="130"/>
                </a:cubicBezTo>
                <a:cubicBezTo>
                  <a:pt x="126" y="132"/>
                  <a:pt x="122" y="133"/>
                  <a:pt x="118" y="133"/>
                </a:cubicBezTo>
                <a:cubicBezTo>
                  <a:pt x="15" y="133"/>
                  <a:pt x="15" y="133"/>
                  <a:pt x="15" y="133"/>
                </a:cubicBezTo>
                <a:cubicBezTo>
                  <a:pt x="13" y="133"/>
                  <a:pt x="11" y="133"/>
                  <a:pt x="9" y="132"/>
                </a:cubicBezTo>
                <a:cubicBezTo>
                  <a:pt x="7" y="131"/>
                  <a:pt x="7" y="130"/>
                  <a:pt x="7" y="128"/>
                </a:cubicBezTo>
                <a:cubicBezTo>
                  <a:pt x="7" y="126"/>
                  <a:pt x="8" y="124"/>
                  <a:pt x="10" y="122"/>
                </a:cubicBezTo>
                <a:cubicBezTo>
                  <a:pt x="41" y="84"/>
                  <a:pt x="41" y="84"/>
                  <a:pt x="41" y="84"/>
                </a:cubicBezTo>
                <a:cubicBezTo>
                  <a:pt x="44" y="81"/>
                  <a:pt x="48" y="79"/>
                  <a:pt x="53" y="76"/>
                </a:cubicBezTo>
                <a:cubicBezTo>
                  <a:pt x="58" y="74"/>
                  <a:pt x="62" y="73"/>
                  <a:pt x="66" y="73"/>
                </a:cubicBezTo>
                <a:cubicBezTo>
                  <a:pt x="169" y="73"/>
                  <a:pt x="169" y="73"/>
                  <a:pt x="169" y="73"/>
                </a:cubicBezTo>
                <a:cubicBezTo>
                  <a:pt x="171" y="73"/>
                  <a:pt x="173" y="73"/>
                  <a:pt x="175" y="74"/>
                </a:cubicBezTo>
                <a:cubicBezTo>
                  <a:pt x="177" y="75"/>
                  <a:pt x="177" y="76"/>
                  <a:pt x="177" y="78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21" name="Freeform 123"/>
          <p:cNvSpPr>
            <a:spLocks/>
          </p:cNvSpPr>
          <p:nvPr/>
        </p:nvSpPr>
        <p:spPr bwMode="auto">
          <a:xfrm>
            <a:off x="1692769" y="2665051"/>
            <a:ext cx="86444" cy="242043"/>
          </a:xfrm>
          <a:custGeom>
            <a:avLst/>
            <a:gdLst>
              <a:gd name="T0" fmla="*/ 60 w 60"/>
              <a:gd name="T1" fmla="*/ 30 h 170"/>
              <a:gd name="T2" fmla="*/ 59 w 60"/>
              <a:gd name="T3" fmla="*/ 35 h 170"/>
              <a:gd name="T4" fmla="*/ 54 w 60"/>
              <a:gd name="T5" fmla="*/ 37 h 170"/>
              <a:gd name="T6" fmla="*/ 42 w 60"/>
              <a:gd name="T7" fmla="*/ 37 h 170"/>
              <a:gd name="T8" fmla="*/ 42 w 60"/>
              <a:gd name="T9" fmla="*/ 133 h 170"/>
              <a:gd name="T10" fmla="*/ 54 w 60"/>
              <a:gd name="T11" fmla="*/ 133 h 170"/>
              <a:gd name="T12" fmla="*/ 59 w 60"/>
              <a:gd name="T13" fmla="*/ 135 h 170"/>
              <a:gd name="T14" fmla="*/ 60 w 60"/>
              <a:gd name="T15" fmla="*/ 139 h 170"/>
              <a:gd name="T16" fmla="*/ 59 w 60"/>
              <a:gd name="T17" fmla="*/ 144 h 170"/>
              <a:gd name="T18" fmla="*/ 34 w 60"/>
              <a:gd name="T19" fmla="*/ 168 h 170"/>
              <a:gd name="T20" fmla="*/ 30 w 60"/>
              <a:gd name="T21" fmla="*/ 170 h 170"/>
              <a:gd name="T22" fmla="*/ 26 w 60"/>
              <a:gd name="T23" fmla="*/ 168 h 170"/>
              <a:gd name="T24" fmla="*/ 2 w 60"/>
              <a:gd name="T25" fmla="*/ 144 h 170"/>
              <a:gd name="T26" fmla="*/ 0 w 60"/>
              <a:gd name="T27" fmla="*/ 139 h 170"/>
              <a:gd name="T28" fmla="*/ 2 w 60"/>
              <a:gd name="T29" fmla="*/ 135 h 170"/>
              <a:gd name="T30" fmla="*/ 6 w 60"/>
              <a:gd name="T31" fmla="*/ 133 h 170"/>
              <a:gd name="T32" fmla="*/ 18 w 60"/>
              <a:gd name="T33" fmla="*/ 133 h 170"/>
              <a:gd name="T34" fmla="*/ 18 w 60"/>
              <a:gd name="T35" fmla="*/ 37 h 170"/>
              <a:gd name="T36" fmla="*/ 6 w 60"/>
              <a:gd name="T37" fmla="*/ 37 h 170"/>
              <a:gd name="T38" fmla="*/ 2 w 60"/>
              <a:gd name="T39" fmla="*/ 35 h 170"/>
              <a:gd name="T40" fmla="*/ 0 w 60"/>
              <a:gd name="T41" fmla="*/ 30 h 170"/>
              <a:gd name="T42" fmla="*/ 2 w 60"/>
              <a:gd name="T43" fmla="*/ 26 h 170"/>
              <a:gd name="T44" fmla="*/ 26 w 60"/>
              <a:gd name="T45" fmla="*/ 2 h 170"/>
              <a:gd name="T46" fmla="*/ 30 w 60"/>
              <a:gd name="T47" fmla="*/ 0 h 170"/>
              <a:gd name="T48" fmla="*/ 34 w 60"/>
              <a:gd name="T49" fmla="*/ 2 h 170"/>
              <a:gd name="T50" fmla="*/ 59 w 60"/>
              <a:gd name="T51" fmla="*/ 26 h 170"/>
              <a:gd name="T52" fmla="*/ 60 w 60"/>
              <a:gd name="T53" fmla="*/ 30 h 1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0" h="170">
                <a:moveTo>
                  <a:pt x="60" y="30"/>
                </a:moveTo>
                <a:cubicBezTo>
                  <a:pt x="60" y="32"/>
                  <a:pt x="60" y="34"/>
                  <a:pt x="59" y="35"/>
                </a:cubicBezTo>
                <a:cubicBezTo>
                  <a:pt x="57" y="36"/>
                  <a:pt x="56" y="37"/>
                  <a:pt x="54" y="37"/>
                </a:cubicBezTo>
                <a:cubicBezTo>
                  <a:pt x="42" y="37"/>
                  <a:pt x="42" y="37"/>
                  <a:pt x="42" y="37"/>
                </a:cubicBezTo>
                <a:cubicBezTo>
                  <a:pt x="42" y="133"/>
                  <a:pt x="42" y="133"/>
                  <a:pt x="42" y="133"/>
                </a:cubicBezTo>
                <a:cubicBezTo>
                  <a:pt x="54" y="133"/>
                  <a:pt x="54" y="133"/>
                  <a:pt x="54" y="133"/>
                </a:cubicBezTo>
                <a:cubicBezTo>
                  <a:pt x="56" y="133"/>
                  <a:pt x="57" y="134"/>
                  <a:pt x="59" y="135"/>
                </a:cubicBezTo>
                <a:cubicBezTo>
                  <a:pt x="60" y="136"/>
                  <a:pt x="60" y="138"/>
                  <a:pt x="60" y="139"/>
                </a:cubicBezTo>
                <a:cubicBezTo>
                  <a:pt x="60" y="141"/>
                  <a:pt x="60" y="142"/>
                  <a:pt x="59" y="144"/>
                </a:cubicBezTo>
                <a:cubicBezTo>
                  <a:pt x="34" y="168"/>
                  <a:pt x="34" y="168"/>
                  <a:pt x="34" y="168"/>
                </a:cubicBezTo>
                <a:cubicBezTo>
                  <a:pt x="33" y="169"/>
                  <a:pt x="32" y="170"/>
                  <a:pt x="30" y="170"/>
                </a:cubicBezTo>
                <a:cubicBezTo>
                  <a:pt x="28" y="170"/>
                  <a:pt x="27" y="169"/>
                  <a:pt x="26" y="168"/>
                </a:cubicBezTo>
                <a:cubicBezTo>
                  <a:pt x="2" y="144"/>
                  <a:pt x="2" y="144"/>
                  <a:pt x="2" y="144"/>
                </a:cubicBezTo>
                <a:cubicBezTo>
                  <a:pt x="0" y="142"/>
                  <a:pt x="0" y="141"/>
                  <a:pt x="0" y="139"/>
                </a:cubicBezTo>
                <a:cubicBezTo>
                  <a:pt x="0" y="138"/>
                  <a:pt x="0" y="136"/>
                  <a:pt x="2" y="135"/>
                </a:cubicBezTo>
                <a:cubicBezTo>
                  <a:pt x="3" y="134"/>
                  <a:pt x="4" y="133"/>
                  <a:pt x="6" y="133"/>
                </a:cubicBezTo>
                <a:cubicBezTo>
                  <a:pt x="18" y="133"/>
                  <a:pt x="18" y="133"/>
                  <a:pt x="18" y="133"/>
                </a:cubicBezTo>
                <a:cubicBezTo>
                  <a:pt x="18" y="37"/>
                  <a:pt x="18" y="37"/>
                  <a:pt x="18" y="37"/>
                </a:cubicBezTo>
                <a:cubicBezTo>
                  <a:pt x="6" y="37"/>
                  <a:pt x="6" y="37"/>
                  <a:pt x="6" y="37"/>
                </a:cubicBezTo>
                <a:cubicBezTo>
                  <a:pt x="4" y="37"/>
                  <a:pt x="3" y="36"/>
                  <a:pt x="2" y="35"/>
                </a:cubicBezTo>
                <a:cubicBezTo>
                  <a:pt x="0" y="34"/>
                  <a:pt x="0" y="32"/>
                  <a:pt x="0" y="30"/>
                </a:cubicBezTo>
                <a:cubicBezTo>
                  <a:pt x="0" y="29"/>
                  <a:pt x="0" y="27"/>
                  <a:pt x="2" y="26"/>
                </a:cubicBezTo>
                <a:cubicBezTo>
                  <a:pt x="26" y="2"/>
                  <a:pt x="26" y="2"/>
                  <a:pt x="26" y="2"/>
                </a:cubicBezTo>
                <a:cubicBezTo>
                  <a:pt x="27" y="1"/>
                  <a:pt x="28" y="0"/>
                  <a:pt x="30" y="0"/>
                </a:cubicBezTo>
                <a:cubicBezTo>
                  <a:pt x="32" y="0"/>
                  <a:pt x="33" y="1"/>
                  <a:pt x="34" y="2"/>
                </a:cubicBezTo>
                <a:cubicBezTo>
                  <a:pt x="59" y="26"/>
                  <a:pt x="59" y="26"/>
                  <a:pt x="59" y="26"/>
                </a:cubicBezTo>
                <a:cubicBezTo>
                  <a:pt x="60" y="27"/>
                  <a:pt x="60" y="29"/>
                  <a:pt x="60" y="3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22" name="Freeform 124"/>
          <p:cNvSpPr>
            <a:spLocks/>
          </p:cNvSpPr>
          <p:nvPr/>
        </p:nvSpPr>
        <p:spPr bwMode="auto">
          <a:xfrm>
            <a:off x="1846205" y="2742851"/>
            <a:ext cx="244204" cy="86444"/>
          </a:xfrm>
          <a:custGeom>
            <a:avLst/>
            <a:gdLst>
              <a:gd name="T0" fmla="*/ 169 w 169"/>
              <a:gd name="T1" fmla="*/ 30 h 60"/>
              <a:gd name="T2" fmla="*/ 168 w 169"/>
              <a:gd name="T3" fmla="*/ 34 h 60"/>
              <a:gd name="T4" fmla="*/ 143 w 169"/>
              <a:gd name="T5" fmla="*/ 58 h 60"/>
              <a:gd name="T6" fmla="*/ 139 w 169"/>
              <a:gd name="T7" fmla="*/ 60 h 60"/>
              <a:gd name="T8" fmla="*/ 135 w 169"/>
              <a:gd name="T9" fmla="*/ 58 h 60"/>
              <a:gd name="T10" fmla="*/ 133 w 169"/>
              <a:gd name="T11" fmla="*/ 54 h 60"/>
              <a:gd name="T12" fmla="*/ 133 w 169"/>
              <a:gd name="T13" fmla="*/ 42 h 60"/>
              <a:gd name="T14" fmla="*/ 36 w 169"/>
              <a:gd name="T15" fmla="*/ 42 h 60"/>
              <a:gd name="T16" fmla="*/ 36 w 169"/>
              <a:gd name="T17" fmla="*/ 54 h 60"/>
              <a:gd name="T18" fmla="*/ 34 w 169"/>
              <a:gd name="T19" fmla="*/ 58 h 60"/>
              <a:gd name="T20" fmla="*/ 30 w 169"/>
              <a:gd name="T21" fmla="*/ 60 h 60"/>
              <a:gd name="T22" fmla="*/ 26 w 169"/>
              <a:gd name="T23" fmla="*/ 58 h 60"/>
              <a:gd name="T24" fmla="*/ 2 w 169"/>
              <a:gd name="T25" fmla="*/ 34 h 60"/>
              <a:gd name="T26" fmla="*/ 0 w 169"/>
              <a:gd name="T27" fmla="*/ 30 h 60"/>
              <a:gd name="T28" fmla="*/ 2 w 169"/>
              <a:gd name="T29" fmla="*/ 26 h 60"/>
              <a:gd name="T30" fmla="*/ 26 w 169"/>
              <a:gd name="T31" fmla="*/ 1 h 60"/>
              <a:gd name="T32" fmla="*/ 30 w 169"/>
              <a:gd name="T33" fmla="*/ 0 h 60"/>
              <a:gd name="T34" fmla="*/ 34 w 169"/>
              <a:gd name="T35" fmla="*/ 1 h 60"/>
              <a:gd name="T36" fmla="*/ 36 w 169"/>
              <a:gd name="T37" fmla="*/ 6 h 60"/>
              <a:gd name="T38" fmla="*/ 36 w 169"/>
              <a:gd name="T39" fmla="*/ 18 h 60"/>
              <a:gd name="T40" fmla="*/ 133 w 169"/>
              <a:gd name="T41" fmla="*/ 18 h 60"/>
              <a:gd name="T42" fmla="*/ 133 w 169"/>
              <a:gd name="T43" fmla="*/ 6 h 60"/>
              <a:gd name="T44" fmla="*/ 135 w 169"/>
              <a:gd name="T45" fmla="*/ 1 h 60"/>
              <a:gd name="T46" fmla="*/ 139 w 169"/>
              <a:gd name="T47" fmla="*/ 0 h 60"/>
              <a:gd name="T48" fmla="*/ 143 w 169"/>
              <a:gd name="T49" fmla="*/ 1 h 60"/>
              <a:gd name="T50" fmla="*/ 168 w 169"/>
              <a:gd name="T51" fmla="*/ 26 h 60"/>
              <a:gd name="T52" fmla="*/ 169 w 169"/>
              <a:gd name="T53" fmla="*/ 30 h 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169" h="60">
                <a:moveTo>
                  <a:pt x="169" y="30"/>
                </a:moveTo>
                <a:cubicBezTo>
                  <a:pt x="169" y="32"/>
                  <a:pt x="169" y="33"/>
                  <a:pt x="168" y="34"/>
                </a:cubicBezTo>
                <a:cubicBezTo>
                  <a:pt x="143" y="58"/>
                  <a:pt x="143" y="58"/>
                  <a:pt x="143" y="58"/>
                </a:cubicBezTo>
                <a:cubicBezTo>
                  <a:pt x="142" y="60"/>
                  <a:pt x="141" y="60"/>
                  <a:pt x="139" y="60"/>
                </a:cubicBezTo>
                <a:cubicBezTo>
                  <a:pt x="137" y="60"/>
                  <a:pt x="136" y="60"/>
                  <a:pt x="135" y="58"/>
                </a:cubicBezTo>
                <a:cubicBezTo>
                  <a:pt x="134" y="57"/>
                  <a:pt x="133" y="56"/>
                  <a:pt x="133" y="54"/>
                </a:cubicBezTo>
                <a:cubicBezTo>
                  <a:pt x="133" y="42"/>
                  <a:pt x="133" y="42"/>
                  <a:pt x="133" y="42"/>
                </a:cubicBezTo>
                <a:cubicBezTo>
                  <a:pt x="36" y="42"/>
                  <a:pt x="36" y="42"/>
                  <a:pt x="36" y="42"/>
                </a:cubicBezTo>
                <a:cubicBezTo>
                  <a:pt x="36" y="54"/>
                  <a:pt x="36" y="54"/>
                  <a:pt x="36" y="54"/>
                </a:cubicBezTo>
                <a:cubicBezTo>
                  <a:pt x="36" y="56"/>
                  <a:pt x="36" y="57"/>
                  <a:pt x="34" y="58"/>
                </a:cubicBezTo>
                <a:cubicBezTo>
                  <a:pt x="33" y="60"/>
                  <a:pt x="32" y="60"/>
                  <a:pt x="30" y="60"/>
                </a:cubicBezTo>
                <a:cubicBezTo>
                  <a:pt x="29" y="60"/>
                  <a:pt x="27" y="60"/>
                  <a:pt x="26" y="58"/>
                </a:cubicBezTo>
                <a:cubicBezTo>
                  <a:pt x="2" y="34"/>
                  <a:pt x="2" y="34"/>
                  <a:pt x="2" y="34"/>
                </a:cubicBezTo>
                <a:cubicBezTo>
                  <a:pt x="1" y="33"/>
                  <a:pt x="0" y="32"/>
                  <a:pt x="0" y="30"/>
                </a:cubicBezTo>
                <a:cubicBezTo>
                  <a:pt x="0" y="28"/>
                  <a:pt x="1" y="27"/>
                  <a:pt x="2" y="26"/>
                </a:cubicBezTo>
                <a:cubicBezTo>
                  <a:pt x="26" y="1"/>
                  <a:pt x="26" y="1"/>
                  <a:pt x="26" y="1"/>
                </a:cubicBezTo>
                <a:cubicBezTo>
                  <a:pt x="27" y="0"/>
                  <a:pt x="29" y="0"/>
                  <a:pt x="30" y="0"/>
                </a:cubicBezTo>
                <a:cubicBezTo>
                  <a:pt x="32" y="0"/>
                  <a:pt x="33" y="0"/>
                  <a:pt x="34" y="1"/>
                </a:cubicBezTo>
                <a:cubicBezTo>
                  <a:pt x="36" y="3"/>
                  <a:pt x="36" y="4"/>
                  <a:pt x="36" y="6"/>
                </a:cubicBezTo>
                <a:cubicBezTo>
                  <a:pt x="36" y="18"/>
                  <a:pt x="36" y="18"/>
                  <a:pt x="36" y="18"/>
                </a:cubicBezTo>
                <a:cubicBezTo>
                  <a:pt x="133" y="18"/>
                  <a:pt x="133" y="18"/>
                  <a:pt x="133" y="18"/>
                </a:cubicBezTo>
                <a:cubicBezTo>
                  <a:pt x="133" y="6"/>
                  <a:pt x="133" y="6"/>
                  <a:pt x="133" y="6"/>
                </a:cubicBezTo>
                <a:cubicBezTo>
                  <a:pt x="133" y="4"/>
                  <a:pt x="134" y="3"/>
                  <a:pt x="135" y="1"/>
                </a:cubicBezTo>
                <a:cubicBezTo>
                  <a:pt x="136" y="0"/>
                  <a:pt x="137" y="0"/>
                  <a:pt x="139" y="0"/>
                </a:cubicBezTo>
                <a:cubicBezTo>
                  <a:pt x="141" y="0"/>
                  <a:pt x="142" y="0"/>
                  <a:pt x="143" y="1"/>
                </a:cubicBezTo>
                <a:cubicBezTo>
                  <a:pt x="168" y="26"/>
                  <a:pt x="168" y="26"/>
                  <a:pt x="168" y="26"/>
                </a:cubicBezTo>
                <a:cubicBezTo>
                  <a:pt x="169" y="27"/>
                  <a:pt x="169" y="28"/>
                  <a:pt x="169" y="3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23" name="Freeform 125"/>
          <p:cNvSpPr>
            <a:spLocks noEditPoints="1"/>
          </p:cNvSpPr>
          <p:nvPr/>
        </p:nvSpPr>
        <p:spPr bwMode="auto">
          <a:xfrm>
            <a:off x="2148758" y="2680180"/>
            <a:ext cx="278783" cy="209627"/>
          </a:xfrm>
          <a:custGeom>
            <a:avLst/>
            <a:gdLst>
              <a:gd name="T0" fmla="*/ 129 w 129"/>
              <a:gd name="T1" fmla="*/ 89 h 97"/>
              <a:gd name="T2" fmla="*/ 129 w 129"/>
              <a:gd name="T3" fmla="*/ 97 h 97"/>
              <a:gd name="T4" fmla="*/ 0 w 129"/>
              <a:gd name="T5" fmla="*/ 97 h 97"/>
              <a:gd name="T6" fmla="*/ 0 w 129"/>
              <a:gd name="T7" fmla="*/ 0 h 97"/>
              <a:gd name="T8" fmla="*/ 8 w 129"/>
              <a:gd name="T9" fmla="*/ 0 h 97"/>
              <a:gd name="T10" fmla="*/ 8 w 129"/>
              <a:gd name="T11" fmla="*/ 89 h 97"/>
              <a:gd name="T12" fmla="*/ 129 w 129"/>
              <a:gd name="T13" fmla="*/ 89 h 97"/>
              <a:gd name="T14" fmla="*/ 40 w 129"/>
              <a:gd name="T15" fmla="*/ 49 h 97"/>
              <a:gd name="T16" fmla="*/ 40 w 129"/>
              <a:gd name="T17" fmla="*/ 81 h 97"/>
              <a:gd name="T18" fmla="*/ 24 w 129"/>
              <a:gd name="T19" fmla="*/ 81 h 97"/>
              <a:gd name="T20" fmla="*/ 24 w 129"/>
              <a:gd name="T21" fmla="*/ 49 h 97"/>
              <a:gd name="T22" fmla="*/ 40 w 129"/>
              <a:gd name="T23" fmla="*/ 49 h 97"/>
              <a:gd name="T24" fmla="*/ 65 w 129"/>
              <a:gd name="T25" fmla="*/ 17 h 97"/>
              <a:gd name="T26" fmla="*/ 65 w 129"/>
              <a:gd name="T27" fmla="*/ 81 h 97"/>
              <a:gd name="T28" fmla="*/ 49 w 129"/>
              <a:gd name="T29" fmla="*/ 81 h 97"/>
              <a:gd name="T30" fmla="*/ 49 w 129"/>
              <a:gd name="T31" fmla="*/ 17 h 97"/>
              <a:gd name="T32" fmla="*/ 65 w 129"/>
              <a:gd name="T33" fmla="*/ 17 h 97"/>
              <a:gd name="T34" fmla="*/ 89 w 129"/>
              <a:gd name="T35" fmla="*/ 33 h 97"/>
              <a:gd name="T36" fmla="*/ 89 w 129"/>
              <a:gd name="T37" fmla="*/ 81 h 97"/>
              <a:gd name="T38" fmla="*/ 73 w 129"/>
              <a:gd name="T39" fmla="*/ 81 h 97"/>
              <a:gd name="T40" fmla="*/ 73 w 129"/>
              <a:gd name="T41" fmla="*/ 33 h 97"/>
              <a:gd name="T42" fmla="*/ 89 w 129"/>
              <a:gd name="T43" fmla="*/ 33 h 97"/>
              <a:gd name="T44" fmla="*/ 112 w 129"/>
              <a:gd name="T45" fmla="*/ 8 h 97"/>
              <a:gd name="T46" fmla="*/ 112 w 129"/>
              <a:gd name="T47" fmla="*/ 81 h 97"/>
              <a:gd name="T48" fmla="*/ 97 w 129"/>
              <a:gd name="T49" fmla="*/ 81 h 97"/>
              <a:gd name="T50" fmla="*/ 97 w 129"/>
              <a:gd name="T51" fmla="*/ 8 h 97"/>
              <a:gd name="T52" fmla="*/ 112 w 129"/>
              <a:gd name="T53" fmla="*/ 8 h 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129" h="97">
                <a:moveTo>
                  <a:pt x="129" y="89"/>
                </a:moveTo>
                <a:lnTo>
                  <a:pt x="129" y="97"/>
                </a:lnTo>
                <a:lnTo>
                  <a:pt x="0" y="97"/>
                </a:lnTo>
                <a:lnTo>
                  <a:pt x="0" y="0"/>
                </a:lnTo>
                <a:lnTo>
                  <a:pt x="8" y="0"/>
                </a:lnTo>
                <a:lnTo>
                  <a:pt x="8" y="89"/>
                </a:lnTo>
                <a:lnTo>
                  <a:pt x="129" y="89"/>
                </a:lnTo>
                <a:close/>
                <a:moveTo>
                  <a:pt x="40" y="49"/>
                </a:moveTo>
                <a:lnTo>
                  <a:pt x="40" y="81"/>
                </a:lnTo>
                <a:lnTo>
                  <a:pt x="24" y="81"/>
                </a:lnTo>
                <a:lnTo>
                  <a:pt x="24" y="49"/>
                </a:lnTo>
                <a:lnTo>
                  <a:pt x="40" y="49"/>
                </a:lnTo>
                <a:close/>
                <a:moveTo>
                  <a:pt x="65" y="17"/>
                </a:moveTo>
                <a:lnTo>
                  <a:pt x="65" y="81"/>
                </a:lnTo>
                <a:lnTo>
                  <a:pt x="49" y="81"/>
                </a:lnTo>
                <a:lnTo>
                  <a:pt x="49" y="17"/>
                </a:lnTo>
                <a:lnTo>
                  <a:pt x="65" y="17"/>
                </a:lnTo>
                <a:close/>
                <a:moveTo>
                  <a:pt x="89" y="33"/>
                </a:moveTo>
                <a:lnTo>
                  <a:pt x="89" y="81"/>
                </a:lnTo>
                <a:lnTo>
                  <a:pt x="73" y="81"/>
                </a:lnTo>
                <a:lnTo>
                  <a:pt x="73" y="33"/>
                </a:lnTo>
                <a:lnTo>
                  <a:pt x="89" y="33"/>
                </a:lnTo>
                <a:close/>
                <a:moveTo>
                  <a:pt x="112" y="8"/>
                </a:moveTo>
                <a:lnTo>
                  <a:pt x="112" y="81"/>
                </a:lnTo>
                <a:lnTo>
                  <a:pt x="97" y="81"/>
                </a:lnTo>
                <a:lnTo>
                  <a:pt x="97" y="8"/>
                </a:lnTo>
                <a:lnTo>
                  <a:pt x="112" y="8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24" name="Freeform 126"/>
          <p:cNvSpPr>
            <a:spLocks noEditPoints="1"/>
          </p:cNvSpPr>
          <p:nvPr/>
        </p:nvSpPr>
        <p:spPr bwMode="auto">
          <a:xfrm>
            <a:off x="2485889" y="2680180"/>
            <a:ext cx="207464" cy="209627"/>
          </a:xfrm>
          <a:custGeom>
            <a:avLst/>
            <a:gdLst>
              <a:gd name="T0" fmla="*/ 145 w 145"/>
              <a:gd name="T1" fmla="*/ 28 h 146"/>
              <a:gd name="T2" fmla="*/ 145 w 145"/>
              <a:gd name="T3" fmla="*/ 118 h 146"/>
              <a:gd name="T4" fmla="*/ 137 w 145"/>
              <a:gd name="T5" fmla="*/ 138 h 146"/>
              <a:gd name="T6" fmla="*/ 118 w 145"/>
              <a:gd name="T7" fmla="*/ 146 h 146"/>
              <a:gd name="T8" fmla="*/ 27 w 145"/>
              <a:gd name="T9" fmla="*/ 146 h 146"/>
              <a:gd name="T10" fmla="*/ 8 w 145"/>
              <a:gd name="T11" fmla="*/ 138 h 146"/>
              <a:gd name="T12" fmla="*/ 0 w 145"/>
              <a:gd name="T13" fmla="*/ 118 h 146"/>
              <a:gd name="T14" fmla="*/ 0 w 145"/>
              <a:gd name="T15" fmla="*/ 28 h 146"/>
              <a:gd name="T16" fmla="*/ 8 w 145"/>
              <a:gd name="T17" fmla="*/ 8 h 146"/>
              <a:gd name="T18" fmla="*/ 27 w 145"/>
              <a:gd name="T19" fmla="*/ 0 h 146"/>
              <a:gd name="T20" fmla="*/ 118 w 145"/>
              <a:gd name="T21" fmla="*/ 0 h 146"/>
              <a:gd name="T22" fmla="*/ 137 w 145"/>
              <a:gd name="T23" fmla="*/ 8 h 146"/>
              <a:gd name="T24" fmla="*/ 145 w 145"/>
              <a:gd name="T25" fmla="*/ 28 h 146"/>
              <a:gd name="T26" fmla="*/ 121 w 145"/>
              <a:gd name="T27" fmla="*/ 46 h 146"/>
              <a:gd name="T28" fmla="*/ 110 w 145"/>
              <a:gd name="T29" fmla="*/ 49 h 146"/>
              <a:gd name="T30" fmla="*/ 118 w 145"/>
              <a:gd name="T31" fmla="*/ 38 h 146"/>
              <a:gd name="T32" fmla="*/ 106 w 145"/>
              <a:gd name="T33" fmla="*/ 43 h 146"/>
              <a:gd name="T34" fmla="*/ 91 w 145"/>
              <a:gd name="T35" fmla="*/ 37 h 146"/>
              <a:gd name="T36" fmla="*/ 77 w 145"/>
              <a:gd name="T37" fmla="*/ 42 h 146"/>
              <a:gd name="T38" fmla="*/ 71 w 145"/>
              <a:gd name="T39" fmla="*/ 56 h 146"/>
              <a:gd name="T40" fmla="*/ 72 w 145"/>
              <a:gd name="T41" fmla="*/ 61 h 146"/>
              <a:gd name="T42" fmla="*/ 49 w 145"/>
              <a:gd name="T43" fmla="*/ 55 h 146"/>
              <a:gd name="T44" fmla="*/ 31 w 145"/>
              <a:gd name="T45" fmla="*/ 40 h 146"/>
              <a:gd name="T46" fmla="*/ 28 w 145"/>
              <a:gd name="T47" fmla="*/ 50 h 146"/>
              <a:gd name="T48" fmla="*/ 37 w 145"/>
              <a:gd name="T49" fmla="*/ 67 h 146"/>
              <a:gd name="T50" fmla="*/ 27 w 145"/>
              <a:gd name="T51" fmla="*/ 64 h 146"/>
              <a:gd name="T52" fmla="*/ 27 w 145"/>
              <a:gd name="T53" fmla="*/ 65 h 146"/>
              <a:gd name="T54" fmla="*/ 32 w 145"/>
              <a:gd name="T55" fmla="*/ 77 h 146"/>
              <a:gd name="T56" fmla="*/ 44 w 145"/>
              <a:gd name="T57" fmla="*/ 84 h 146"/>
              <a:gd name="T58" fmla="*/ 39 w 145"/>
              <a:gd name="T59" fmla="*/ 85 h 146"/>
              <a:gd name="T60" fmla="*/ 35 w 145"/>
              <a:gd name="T61" fmla="*/ 84 h 146"/>
              <a:gd name="T62" fmla="*/ 42 w 145"/>
              <a:gd name="T63" fmla="*/ 94 h 146"/>
              <a:gd name="T64" fmla="*/ 54 w 145"/>
              <a:gd name="T65" fmla="*/ 98 h 146"/>
              <a:gd name="T66" fmla="*/ 29 w 145"/>
              <a:gd name="T67" fmla="*/ 107 h 146"/>
              <a:gd name="T68" fmla="*/ 24 w 145"/>
              <a:gd name="T69" fmla="*/ 106 h 146"/>
              <a:gd name="T70" fmla="*/ 55 w 145"/>
              <a:gd name="T71" fmla="*/ 115 h 146"/>
              <a:gd name="T72" fmla="*/ 75 w 145"/>
              <a:gd name="T73" fmla="*/ 112 h 146"/>
              <a:gd name="T74" fmla="*/ 90 w 145"/>
              <a:gd name="T75" fmla="*/ 103 h 146"/>
              <a:gd name="T76" fmla="*/ 102 w 145"/>
              <a:gd name="T77" fmla="*/ 90 h 146"/>
              <a:gd name="T78" fmla="*/ 109 w 145"/>
              <a:gd name="T79" fmla="*/ 75 h 146"/>
              <a:gd name="T80" fmla="*/ 111 w 145"/>
              <a:gd name="T81" fmla="*/ 59 h 146"/>
              <a:gd name="T82" fmla="*/ 111 w 145"/>
              <a:gd name="T83" fmla="*/ 56 h 146"/>
              <a:gd name="T84" fmla="*/ 121 w 145"/>
              <a:gd name="T85" fmla="*/ 46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45" h="146">
                <a:moveTo>
                  <a:pt x="145" y="28"/>
                </a:moveTo>
                <a:cubicBezTo>
                  <a:pt x="145" y="118"/>
                  <a:pt x="145" y="118"/>
                  <a:pt x="145" y="118"/>
                </a:cubicBezTo>
                <a:cubicBezTo>
                  <a:pt x="145" y="126"/>
                  <a:pt x="143" y="132"/>
                  <a:pt x="137" y="138"/>
                </a:cubicBezTo>
                <a:cubicBezTo>
                  <a:pt x="132" y="143"/>
                  <a:pt x="126" y="146"/>
                  <a:pt x="118" y="146"/>
                </a:cubicBezTo>
                <a:cubicBezTo>
                  <a:pt x="27" y="146"/>
                  <a:pt x="27" y="146"/>
                  <a:pt x="27" y="146"/>
                </a:cubicBezTo>
                <a:cubicBezTo>
                  <a:pt x="20" y="146"/>
                  <a:pt x="13" y="143"/>
                  <a:pt x="8" y="138"/>
                </a:cubicBezTo>
                <a:cubicBezTo>
                  <a:pt x="3" y="132"/>
                  <a:pt x="0" y="126"/>
                  <a:pt x="0" y="118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0"/>
                  <a:pt x="3" y="14"/>
                  <a:pt x="8" y="8"/>
                </a:cubicBezTo>
                <a:cubicBezTo>
                  <a:pt x="13" y="3"/>
                  <a:pt x="20" y="0"/>
                  <a:pt x="27" y="0"/>
                </a:cubicBezTo>
                <a:cubicBezTo>
                  <a:pt x="118" y="0"/>
                  <a:pt x="118" y="0"/>
                  <a:pt x="118" y="0"/>
                </a:cubicBezTo>
                <a:cubicBezTo>
                  <a:pt x="126" y="0"/>
                  <a:pt x="132" y="3"/>
                  <a:pt x="137" y="8"/>
                </a:cubicBezTo>
                <a:cubicBezTo>
                  <a:pt x="143" y="14"/>
                  <a:pt x="145" y="20"/>
                  <a:pt x="145" y="28"/>
                </a:cubicBezTo>
                <a:close/>
                <a:moveTo>
                  <a:pt x="121" y="46"/>
                </a:moveTo>
                <a:cubicBezTo>
                  <a:pt x="118" y="47"/>
                  <a:pt x="114" y="49"/>
                  <a:pt x="110" y="49"/>
                </a:cubicBezTo>
                <a:cubicBezTo>
                  <a:pt x="114" y="47"/>
                  <a:pt x="117" y="43"/>
                  <a:pt x="118" y="38"/>
                </a:cubicBezTo>
                <a:cubicBezTo>
                  <a:pt x="114" y="40"/>
                  <a:pt x="110" y="42"/>
                  <a:pt x="106" y="43"/>
                </a:cubicBezTo>
                <a:cubicBezTo>
                  <a:pt x="102" y="39"/>
                  <a:pt x="97" y="37"/>
                  <a:pt x="91" y="37"/>
                </a:cubicBezTo>
                <a:cubicBezTo>
                  <a:pt x="86" y="37"/>
                  <a:pt x="81" y="39"/>
                  <a:pt x="77" y="42"/>
                </a:cubicBezTo>
                <a:cubicBezTo>
                  <a:pt x="73" y="46"/>
                  <a:pt x="71" y="51"/>
                  <a:pt x="71" y="56"/>
                </a:cubicBezTo>
                <a:cubicBezTo>
                  <a:pt x="71" y="58"/>
                  <a:pt x="72" y="60"/>
                  <a:pt x="72" y="61"/>
                </a:cubicBezTo>
                <a:cubicBezTo>
                  <a:pt x="64" y="61"/>
                  <a:pt x="56" y="59"/>
                  <a:pt x="49" y="55"/>
                </a:cubicBezTo>
                <a:cubicBezTo>
                  <a:pt x="42" y="51"/>
                  <a:pt x="36" y="46"/>
                  <a:pt x="31" y="40"/>
                </a:cubicBezTo>
                <a:cubicBezTo>
                  <a:pt x="29" y="43"/>
                  <a:pt x="28" y="47"/>
                  <a:pt x="28" y="50"/>
                </a:cubicBezTo>
                <a:cubicBezTo>
                  <a:pt x="28" y="57"/>
                  <a:pt x="31" y="63"/>
                  <a:pt x="37" y="67"/>
                </a:cubicBezTo>
                <a:cubicBezTo>
                  <a:pt x="34" y="67"/>
                  <a:pt x="31" y="66"/>
                  <a:pt x="27" y="64"/>
                </a:cubicBezTo>
                <a:cubicBezTo>
                  <a:pt x="27" y="65"/>
                  <a:pt x="27" y="65"/>
                  <a:pt x="27" y="65"/>
                </a:cubicBezTo>
                <a:cubicBezTo>
                  <a:pt x="27" y="69"/>
                  <a:pt x="29" y="73"/>
                  <a:pt x="32" y="77"/>
                </a:cubicBezTo>
                <a:cubicBezTo>
                  <a:pt x="35" y="81"/>
                  <a:pt x="39" y="83"/>
                  <a:pt x="44" y="84"/>
                </a:cubicBezTo>
                <a:cubicBezTo>
                  <a:pt x="42" y="85"/>
                  <a:pt x="40" y="85"/>
                  <a:pt x="39" y="85"/>
                </a:cubicBezTo>
                <a:cubicBezTo>
                  <a:pt x="38" y="85"/>
                  <a:pt x="37" y="85"/>
                  <a:pt x="35" y="84"/>
                </a:cubicBezTo>
                <a:cubicBezTo>
                  <a:pt x="36" y="88"/>
                  <a:pt x="39" y="92"/>
                  <a:pt x="42" y="94"/>
                </a:cubicBezTo>
                <a:cubicBezTo>
                  <a:pt x="46" y="97"/>
                  <a:pt x="49" y="98"/>
                  <a:pt x="54" y="98"/>
                </a:cubicBezTo>
                <a:cubicBezTo>
                  <a:pt x="46" y="104"/>
                  <a:pt x="38" y="107"/>
                  <a:pt x="29" y="107"/>
                </a:cubicBezTo>
                <a:cubicBezTo>
                  <a:pt x="27" y="107"/>
                  <a:pt x="26" y="107"/>
                  <a:pt x="24" y="106"/>
                </a:cubicBezTo>
                <a:cubicBezTo>
                  <a:pt x="34" y="112"/>
                  <a:pt x="44" y="115"/>
                  <a:pt x="55" y="115"/>
                </a:cubicBezTo>
                <a:cubicBezTo>
                  <a:pt x="62" y="115"/>
                  <a:pt x="68" y="114"/>
                  <a:pt x="75" y="112"/>
                </a:cubicBezTo>
                <a:cubicBezTo>
                  <a:pt x="81" y="110"/>
                  <a:pt x="86" y="107"/>
                  <a:pt x="90" y="103"/>
                </a:cubicBezTo>
                <a:cubicBezTo>
                  <a:pt x="95" y="99"/>
                  <a:pt x="99" y="95"/>
                  <a:pt x="102" y="90"/>
                </a:cubicBezTo>
                <a:cubicBezTo>
                  <a:pt x="105" y="85"/>
                  <a:pt x="107" y="80"/>
                  <a:pt x="109" y="75"/>
                </a:cubicBezTo>
                <a:cubicBezTo>
                  <a:pt x="111" y="69"/>
                  <a:pt x="111" y="64"/>
                  <a:pt x="111" y="59"/>
                </a:cubicBezTo>
                <a:cubicBezTo>
                  <a:pt x="111" y="58"/>
                  <a:pt x="111" y="57"/>
                  <a:pt x="111" y="56"/>
                </a:cubicBezTo>
                <a:cubicBezTo>
                  <a:pt x="115" y="53"/>
                  <a:pt x="118" y="50"/>
                  <a:pt x="121" y="46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25" name="Freeform 127"/>
          <p:cNvSpPr>
            <a:spLocks/>
          </p:cNvSpPr>
          <p:nvPr/>
        </p:nvSpPr>
        <p:spPr bwMode="auto">
          <a:xfrm>
            <a:off x="2753865" y="2680180"/>
            <a:ext cx="207464" cy="209627"/>
          </a:xfrm>
          <a:custGeom>
            <a:avLst/>
            <a:gdLst>
              <a:gd name="T0" fmla="*/ 145 w 145"/>
              <a:gd name="T1" fmla="*/ 118 h 146"/>
              <a:gd name="T2" fmla="*/ 137 w 145"/>
              <a:gd name="T3" fmla="*/ 138 h 146"/>
              <a:gd name="T4" fmla="*/ 118 w 145"/>
              <a:gd name="T5" fmla="*/ 146 h 146"/>
              <a:gd name="T6" fmla="*/ 100 w 145"/>
              <a:gd name="T7" fmla="*/ 146 h 146"/>
              <a:gd name="T8" fmla="*/ 100 w 145"/>
              <a:gd name="T9" fmla="*/ 88 h 146"/>
              <a:gd name="T10" fmla="*/ 119 w 145"/>
              <a:gd name="T11" fmla="*/ 88 h 146"/>
              <a:gd name="T12" fmla="*/ 122 w 145"/>
              <a:gd name="T13" fmla="*/ 67 h 146"/>
              <a:gd name="T14" fmla="*/ 100 w 145"/>
              <a:gd name="T15" fmla="*/ 67 h 146"/>
              <a:gd name="T16" fmla="*/ 100 w 145"/>
              <a:gd name="T17" fmla="*/ 53 h 146"/>
              <a:gd name="T18" fmla="*/ 102 w 145"/>
              <a:gd name="T19" fmla="*/ 46 h 146"/>
              <a:gd name="T20" fmla="*/ 111 w 145"/>
              <a:gd name="T21" fmla="*/ 43 h 146"/>
              <a:gd name="T22" fmla="*/ 124 w 145"/>
              <a:gd name="T23" fmla="*/ 43 h 146"/>
              <a:gd name="T24" fmla="*/ 124 w 145"/>
              <a:gd name="T25" fmla="*/ 23 h 146"/>
              <a:gd name="T26" fmla="*/ 107 w 145"/>
              <a:gd name="T27" fmla="*/ 22 h 146"/>
              <a:gd name="T28" fmla="*/ 86 w 145"/>
              <a:gd name="T29" fmla="*/ 30 h 146"/>
              <a:gd name="T30" fmla="*/ 79 w 145"/>
              <a:gd name="T31" fmla="*/ 51 h 146"/>
              <a:gd name="T32" fmla="*/ 79 w 145"/>
              <a:gd name="T33" fmla="*/ 67 h 146"/>
              <a:gd name="T34" fmla="*/ 57 w 145"/>
              <a:gd name="T35" fmla="*/ 67 h 146"/>
              <a:gd name="T36" fmla="*/ 57 w 145"/>
              <a:gd name="T37" fmla="*/ 88 h 146"/>
              <a:gd name="T38" fmla="*/ 79 w 145"/>
              <a:gd name="T39" fmla="*/ 88 h 146"/>
              <a:gd name="T40" fmla="*/ 79 w 145"/>
              <a:gd name="T41" fmla="*/ 146 h 146"/>
              <a:gd name="T42" fmla="*/ 27 w 145"/>
              <a:gd name="T43" fmla="*/ 146 h 146"/>
              <a:gd name="T44" fmla="*/ 8 w 145"/>
              <a:gd name="T45" fmla="*/ 138 h 146"/>
              <a:gd name="T46" fmla="*/ 0 w 145"/>
              <a:gd name="T47" fmla="*/ 118 h 146"/>
              <a:gd name="T48" fmla="*/ 0 w 145"/>
              <a:gd name="T49" fmla="*/ 28 h 146"/>
              <a:gd name="T50" fmla="*/ 8 w 145"/>
              <a:gd name="T51" fmla="*/ 8 h 146"/>
              <a:gd name="T52" fmla="*/ 27 w 145"/>
              <a:gd name="T53" fmla="*/ 0 h 146"/>
              <a:gd name="T54" fmla="*/ 118 w 145"/>
              <a:gd name="T55" fmla="*/ 0 h 146"/>
              <a:gd name="T56" fmla="*/ 137 w 145"/>
              <a:gd name="T57" fmla="*/ 8 h 146"/>
              <a:gd name="T58" fmla="*/ 145 w 145"/>
              <a:gd name="T59" fmla="*/ 28 h 146"/>
              <a:gd name="T60" fmla="*/ 145 w 145"/>
              <a:gd name="T61" fmla="*/ 118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45" h="146">
                <a:moveTo>
                  <a:pt x="145" y="118"/>
                </a:moveTo>
                <a:cubicBezTo>
                  <a:pt x="145" y="126"/>
                  <a:pt x="142" y="132"/>
                  <a:pt x="137" y="138"/>
                </a:cubicBezTo>
                <a:cubicBezTo>
                  <a:pt x="132" y="143"/>
                  <a:pt x="125" y="146"/>
                  <a:pt x="118" y="146"/>
                </a:cubicBezTo>
                <a:cubicBezTo>
                  <a:pt x="100" y="146"/>
                  <a:pt x="100" y="146"/>
                  <a:pt x="100" y="146"/>
                </a:cubicBezTo>
                <a:cubicBezTo>
                  <a:pt x="100" y="88"/>
                  <a:pt x="100" y="88"/>
                  <a:pt x="100" y="88"/>
                </a:cubicBezTo>
                <a:cubicBezTo>
                  <a:pt x="119" y="88"/>
                  <a:pt x="119" y="88"/>
                  <a:pt x="119" y="88"/>
                </a:cubicBezTo>
                <a:cubicBezTo>
                  <a:pt x="122" y="67"/>
                  <a:pt x="122" y="67"/>
                  <a:pt x="122" y="67"/>
                </a:cubicBezTo>
                <a:cubicBezTo>
                  <a:pt x="100" y="67"/>
                  <a:pt x="100" y="67"/>
                  <a:pt x="100" y="67"/>
                </a:cubicBezTo>
                <a:cubicBezTo>
                  <a:pt x="100" y="53"/>
                  <a:pt x="100" y="53"/>
                  <a:pt x="100" y="53"/>
                </a:cubicBezTo>
                <a:cubicBezTo>
                  <a:pt x="100" y="50"/>
                  <a:pt x="101" y="47"/>
                  <a:pt x="102" y="46"/>
                </a:cubicBezTo>
                <a:cubicBezTo>
                  <a:pt x="104" y="44"/>
                  <a:pt x="107" y="43"/>
                  <a:pt x="111" y="43"/>
                </a:cubicBezTo>
                <a:cubicBezTo>
                  <a:pt x="124" y="43"/>
                  <a:pt x="124" y="43"/>
                  <a:pt x="124" y="43"/>
                </a:cubicBezTo>
                <a:cubicBezTo>
                  <a:pt x="124" y="23"/>
                  <a:pt x="124" y="23"/>
                  <a:pt x="124" y="23"/>
                </a:cubicBezTo>
                <a:cubicBezTo>
                  <a:pt x="118" y="23"/>
                  <a:pt x="112" y="22"/>
                  <a:pt x="107" y="22"/>
                </a:cubicBezTo>
                <a:cubicBezTo>
                  <a:pt x="98" y="22"/>
                  <a:pt x="91" y="25"/>
                  <a:pt x="86" y="30"/>
                </a:cubicBezTo>
                <a:cubicBezTo>
                  <a:pt x="81" y="35"/>
                  <a:pt x="79" y="42"/>
                  <a:pt x="79" y="51"/>
                </a:cubicBezTo>
                <a:cubicBezTo>
                  <a:pt x="79" y="67"/>
                  <a:pt x="79" y="67"/>
                  <a:pt x="79" y="67"/>
                </a:cubicBezTo>
                <a:cubicBezTo>
                  <a:pt x="57" y="67"/>
                  <a:pt x="57" y="67"/>
                  <a:pt x="57" y="67"/>
                </a:cubicBezTo>
                <a:cubicBezTo>
                  <a:pt x="57" y="88"/>
                  <a:pt x="57" y="88"/>
                  <a:pt x="57" y="88"/>
                </a:cubicBezTo>
                <a:cubicBezTo>
                  <a:pt x="79" y="88"/>
                  <a:pt x="79" y="88"/>
                  <a:pt x="79" y="88"/>
                </a:cubicBezTo>
                <a:cubicBezTo>
                  <a:pt x="79" y="146"/>
                  <a:pt x="79" y="146"/>
                  <a:pt x="79" y="146"/>
                </a:cubicBezTo>
                <a:cubicBezTo>
                  <a:pt x="27" y="146"/>
                  <a:pt x="27" y="146"/>
                  <a:pt x="27" y="146"/>
                </a:cubicBezTo>
                <a:cubicBezTo>
                  <a:pt x="20" y="146"/>
                  <a:pt x="13" y="143"/>
                  <a:pt x="8" y="138"/>
                </a:cubicBezTo>
                <a:cubicBezTo>
                  <a:pt x="3" y="132"/>
                  <a:pt x="0" y="126"/>
                  <a:pt x="0" y="118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0"/>
                  <a:pt x="3" y="14"/>
                  <a:pt x="8" y="8"/>
                </a:cubicBezTo>
                <a:cubicBezTo>
                  <a:pt x="13" y="3"/>
                  <a:pt x="20" y="0"/>
                  <a:pt x="27" y="0"/>
                </a:cubicBezTo>
                <a:cubicBezTo>
                  <a:pt x="118" y="0"/>
                  <a:pt x="118" y="0"/>
                  <a:pt x="118" y="0"/>
                </a:cubicBezTo>
                <a:cubicBezTo>
                  <a:pt x="125" y="0"/>
                  <a:pt x="132" y="3"/>
                  <a:pt x="137" y="8"/>
                </a:cubicBezTo>
                <a:cubicBezTo>
                  <a:pt x="142" y="14"/>
                  <a:pt x="145" y="20"/>
                  <a:pt x="145" y="28"/>
                </a:cubicBezTo>
                <a:lnTo>
                  <a:pt x="145" y="118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26" name="Freeform 128"/>
          <p:cNvSpPr>
            <a:spLocks noEditPoints="1"/>
          </p:cNvSpPr>
          <p:nvPr/>
        </p:nvSpPr>
        <p:spPr bwMode="auto">
          <a:xfrm>
            <a:off x="3021841" y="2680180"/>
            <a:ext cx="242043" cy="209627"/>
          </a:xfrm>
          <a:custGeom>
            <a:avLst/>
            <a:gdLst>
              <a:gd name="T0" fmla="*/ 169 w 169"/>
              <a:gd name="T1" fmla="*/ 12 h 146"/>
              <a:gd name="T2" fmla="*/ 169 w 169"/>
              <a:gd name="T3" fmla="*/ 133 h 146"/>
              <a:gd name="T4" fmla="*/ 166 w 169"/>
              <a:gd name="T5" fmla="*/ 142 h 146"/>
              <a:gd name="T6" fmla="*/ 157 w 169"/>
              <a:gd name="T7" fmla="*/ 146 h 146"/>
              <a:gd name="T8" fmla="*/ 12 w 169"/>
              <a:gd name="T9" fmla="*/ 146 h 146"/>
              <a:gd name="T10" fmla="*/ 3 w 169"/>
              <a:gd name="T11" fmla="*/ 142 h 146"/>
              <a:gd name="T12" fmla="*/ 0 w 169"/>
              <a:gd name="T13" fmla="*/ 133 h 146"/>
              <a:gd name="T14" fmla="*/ 0 w 169"/>
              <a:gd name="T15" fmla="*/ 12 h 146"/>
              <a:gd name="T16" fmla="*/ 3 w 169"/>
              <a:gd name="T17" fmla="*/ 4 h 146"/>
              <a:gd name="T18" fmla="*/ 12 w 169"/>
              <a:gd name="T19" fmla="*/ 0 h 146"/>
              <a:gd name="T20" fmla="*/ 157 w 169"/>
              <a:gd name="T21" fmla="*/ 0 h 146"/>
              <a:gd name="T22" fmla="*/ 166 w 169"/>
              <a:gd name="T23" fmla="*/ 4 h 146"/>
              <a:gd name="T24" fmla="*/ 169 w 169"/>
              <a:gd name="T25" fmla="*/ 12 h 146"/>
              <a:gd name="T26" fmla="*/ 12 w 169"/>
              <a:gd name="T27" fmla="*/ 37 h 146"/>
              <a:gd name="T28" fmla="*/ 157 w 169"/>
              <a:gd name="T29" fmla="*/ 37 h 146"/>
              <a:gd name="T30" fmla="*/ 157 w 169"/>
              <a:gd name="T31" fmla="*/ 25 h 146"/>
              <a:gd name="T32" fmla="*/ 157 w 169"/>
              <a:gd name="T33" fmla="*/ 12 h 146"/>
              <a:gd name="T34" fmla="*/ 79 w 169"/>
              <a:gd name="T35" fmla="*/ 12 h 146"/>
              <a:gd name="T36" fmla="*/ 73 w 169"/>
              <a:gd name="T37" fmla="*/ 25 h 146"/>
              <a:gd name="T38" fmla="*/ 12 w 169"/>
              <a:gd name="T39" fmla="*/ 25 h 146"/>
              <a:gd name="T40" fmla="*/ 12 w 169"/>
              <a:gd name="T41" fmla="*/ 37 h 146"/>
              <a:gd name="T42" fmla="*/ 12 w 169"/>
              <a:gd name="T43" fmla="*/ 133 h 146"/>
              <a:gd name="T44" fmla="*/ 157 w 169"/>
              <a:gd name="T45" fmla="*/ 133 h 146"/>
              <a:gd name="T46" fmla="*/ 157 w 169"/>
              <a:gd name="T47" fmla="*/ 121 h 146"/>
              <a:gd name="T48" fmla="*/ 12 w 169"/>
              <a:gd name="T49" fmla="*/ 121 h 146"/>
              <a:gd name="T50" fmla="*/ 12 w 169"/>
              <a:gd name="T51" fmla="*/ 133 h 146"/>
              <a:gd name="T52" fmla="*/ 24 w 169"/>
              <a:gd name="T53" fmla="*/ 18 h 146"/>
              <a:gd name="T54" fmla="*/ 60 w 169"/>
              <a:gd name="T55" fmla="*/ 18 h 146"/>
              <a:gd name="T56" fmla="*/ 60 w 169"/>
              <a:gd name="T57" fmla="*/ 6 h 146"/>
              <a:gd name="T58" fmla="*/ 24 w 169"/>
              <a:gd name="T59" fmla="*/ 6 h 146"/>
              <a:gd name="T60" fmla="*/ 24 w 169"/>
              <a:gd name="T61" fmla="*/ 18 h 146"/>
              <a:gd name="T62" fmla="*/ 110 w 169"/>
              <a:gd name="T63" fmla="*/ 105 h 146"/>
              <a:gd name="T64" fmla="*/ 121 w 169"/>
              <a:gd name="T65" fmla="*/ 79 h 146"/>
              <a:gd name="T66" fmla="*/ 110 w 169"/>
              <a:gd name="T67" fmla="*/ 54 h 146"/>
              <a:gd name="T68" fmla="*/ 84 w 169"/>
              <a:gd name="T69" fmla="*/ 43 h 146"/>
              <a:gd name="T70" fmla="*/ 59 w 169"/>
              <a:gd name="T71" fmla="*/ 54 h 146"/>
              <a:gd name="T72" fmla="*/ 48 w 169"/>
              <a:gd name="T73" fmla="*/ 79 h 146"/>
              <a:gd name="T74" fmla="*/ 59 w 169"/>
              <a:gd name="T75" fmla="*/ 105 h 146"/>
              <a:gd name="T76" fmla="*/ 84 w 169"/>
              <a:gd name="T77" fmla="*/ 115 h 146"/>
              <a:gd name="T78" fmla="*/ 110 w 169"/>
              <a:gd name="T79" fmla="*/ 105 h 146"/>
              <a:gd name="T80" fmla="*/ 101 w 169"/>
              <a:gd name="T81" fmla="*/ 62 h 146"/>
              <a:gd name="T82" fmla="*/ 109 w 169"/>
              <a:gd name="T83" fmla="*/ 79 h 146"/>
              <a:gd name="T84" fmla="*/ 101 w 169"/>
              <a:gd name="T85" fmla="*/ 96 h 146"/>
              <a:gd name="T86" fmla="*/ 84 w 169"/>
              <a:gd name="T87" fmla="*/ 103 h 146"/>
              <a:gd name="T88" fmla="*/ 67 w 169"/>
              <a:gd name="T89" fmla="*/ 96 h 146"/>
              <a:gd name="T90" fmla="*/ 60 w 169"/>
              <a:gd name="T91" fmla="*/ 79 h 146"/>
              <a:gd name="T92" fmla="*/ 67 w 169"/>
              <a:gd name="T93" fmla="*/ 62 h 146"/>
              <a:gd name="T94" fmla="*/ 84 w 169"/>
              <a:gd name="T95" fmla="*/ 55 h 146"/>
              <a:gd name="T96" fmla="*/ 101 w 169"/>
              <a:gd name="T97" fmla="*/ 62 h 146"/>
              <a:gd name="T98" fmla="*/ 87 w 169"/>
              <a:gd name="T99" fmla="*/ 69 h 146"/>
              <a:gd name="T100" fmla="*/ 87 w 169"/>
              <a:gd name="T101" fmla="*/ 67 h 146"/>
              <a:gd name="T102" fmla="*/ 87 w 169"/>
              <a:gd name="T103" fmla="*/ 65 h 146"/>
              <a:gd name="T104" fmla="*/ 84 w 169"/>
              <a:gd name="T105" fmla="*/ 64 h 146"/>
              <a:gd name="T106" fmla="*/ 74 w 169"/>
              <a:gd name="T107" fmla="*/ 68 h 146"/>
              <a:gd name="T108" fmla="*/ 69 w 169"/>
              <a:gd name="T109" fmla="*/ 79 h 146"/>
              <a:gd name="T110" fmla="*/ 70 w 169"/>
              <a:gd name="T111" fmla="*/ 81 h 146"/>
              <a:gd name="T112" fmla="*/ 72 w 169"/>
              <a:gd name="T113" fmla="*/ 82 h 146"/>
              <a:gd name="T114" fmla="*/ 74 w 169"/>
              <a:gd name="T115" fmla="*/ 81 h 146"/>
              <a:gd name="T116" fmla="*/ 75 w 169"/>
              <a:gd name="T117" fmla="*/ 79 h 146"/>
              <a:gd name="T118" fmla="*/ 78 w 169"/>
              <a:gd name="T119" fmla="*/ 73 h 146"/>
              <a:gd name="T120" fmla="*/ 84 w 169"/>
              <a:gd name="T121" fmla="*/ 70 h 146"/>
              <a:gd name="T122" fmla="*/ 87 w 169"/>
              <a:gd name="T123" fmla="*/ 69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69" h="146">
                <a:moveTo>
                  <a:pt x="169" y="12"/>
                </a:moveTo>
                <a:cubicBezTo>
                  <a:pt x="169" y="133"/>
                  <a:pt x="169" y="133"/>
                  <a:pt x="169" y="133"/>
                </a:cubicBezTo>
                <a:cubicBezTo>
                  <a:pt x="169" y="137"/>
                  <a:pt x="168" y="140"/>
                  <a:pt x="166" y="142"/>
                </a:cubicBezTo>
                <a:cubicBezTo>
                  <a:pt x="163" y="144"/>
                  <a:pt x="160" y="146"/>
                  <a:pt x="157" y="146"/>
                </a:cubicBezTo>
                <a:cubicBezTo>
                  <a:pt x="12" y="146"/>
                  <a:pt x="12" y="146"/>
                  <a:pt x="12" y="146"/>
                </a:cubicBezTo>
                <a:cubicBezTo>
                  <a:pt x="8" y="146"/>
                  <a:pt x="6" y="144"/>
                  <a:pt x="3" y="142"/>
                </a:cubicBezTo>
                <a:cubicBezTo>
                  <a:pt x="1" y="140"/>
                  <a:pt x="0" y="137"/>
                  <a:pt x="0" y="133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9"/>
                  <a:pt x="1" y="6"/>
                  <a:pt x="3" y="4"/>
                </a:cubicBezTo>
                <a:cubicBezTo>
                  <a:pt x="6" y="2"/>
                  <a:pt x="8" y="0"/>
                  <a:pt x="12" y="0"/>
                </a:cubicBezTo>
                <a:cubicBezTo>
                  <a:pt x="157" y="0"/>
                  <a:pt x="157" y="0"/>
                  <a:pt x="157" y="0"/>
                </a:cubicBezTo>
                <a:cubicBezTo>
                  <a:pt x="160" y="0"/>
                  <a:pt x="163" y="2"/>
                  <a:pt x="166" y="4"/>
                </a:cubicBezTo>
                <a:cubicBezTo>
                  <a:pt x="168" y="6"/>
                  <a:pt x="169" y="9"/>
                  <a:pt x="169" y="12"/>
                </a:cubicBezTo>
                <a:close/>
                <a:moveTo>
                  <a:pt x="12" y="37"/>
                </a:moveTo>
                <a:cubicBezTo>
                  <a:pt x="157" y="37"/>
                  <a:pt x="157" y="37"/>
                  <a:pt x="157" y="37"/>
                </a:cubicBezTo>
                <a:cubicBezTo>
                  <a:pt x="157" y="25"/>
                  <a:pt x="157" y="25"/>
                  <a:pt x="157" y="25"/>
                </a:cubicBezTo>
                <a:cubicBezTo>
                  <a:pt x="157" y="12"/>
                  <a:pt x="157" y="12"/>
                  <a:pt x="157" y="12"/>
                </a:cubicBezTo>
                <a:cubicBezTo>
                  <a:pt x="79" y="12"/>
                  <a:pt x="79" y="12"/>
                  <a:pt x="79" y="12"/>
                </a:cubicBezTo>
                <a:cubicBezTo>
                  <a:pt x="73" y="25"/>
                  <a:pt x="73" y="25"/>
                  <a:pt x="73" y="25"/>
                </a:cubicBezTo>
                <a:cubicBezTo>
                  <a:pt x="12" y="25"/>
                  <a:pt x="12" y="25"/>
                  <a:pt x="12" y="25"/>
                </a:cubicBezTo>
                <a:lnTo>
                  <a:pt x="12" y="37"/>
                </a:lnTo>
                <a:close/>
                <a:moveTo>
                  <a:pt x="12" y="133"/>
                </a:moveTo>
                <a:cubicBezTo>
                  <a:pt x="157" y="133"/>
                  <a:pt x="157" y="133"/>
                  <a:pt x="157" y="133"/>
                </a:cubicBezTo>
                <a:cubicBezTo>
                  <a:pt x="157" y="121"/>
                  <a:pt x="157" y="121"/>
                  <a:pt x="157" y="121"/>
                </a:cubicBezTo>
                <a:cubicBezTo>
                  <a:pt x="12" y="121"/>
                  <a:pt x="12" y="121"/>
                  <a:pt x="12" y="121"/>
                </a:cubicBezTo>
                <a:lnTo>
                  <a:pt x="12" y="133"/>
                </a:lnTo>
                <a:close/>
                <a:moveTo>
                  <a:pt x="24" y="18"/>
                </a:moveTo>
                <a:cubicBezTo>
                  <a:pt x="60" y="18"/>
                  <a:pt x="60" y="18"/>
                  <a:pt x="60" y="18"/>
                </a:cubicBezTo>
                <a:cubicBezTo>
                  <a:pt x="60" y="6"/>
                  <a:pt x="60" y="6"/>
                  <a:pt x="60" y="6"/>
                </a:cubicBezTo>
                <a:cubicBezTo>
                  <a:pt x="24" y="6"/>
                  <a:pt x="24" y="6"/>
                  <a:pt x="24" y="6"/>
                </a:cubicBezTo>
                <a:lnTo>
                  <a:pt x="24" y="18"/>
                </a:lnTo>
                <a:close/>
                <a:moveTo>
                  <a:pt x="110" y="105"/>
                </a:moveTo>
                <a:cubicBezTo>
                  <a:pt x="117" y="98"/>
                  <a:pt x="121" y="89"/>
                  <a:pt x="121" y="79"/>
                </a:cubicBezTo>
                <a:cubicBezTo>
                  <a:pt x="121" y="69"/>
                  <a:pt x="117" y="61"/>
                  <a:pt x="110" y="54"/>
                </a:cubicBezTo>
                <a:cubicBezTo>
                  <a:pt x="103" y="46"/>
                  <a:pt x="94" y="43"/>
                  <a:pt x="84" y="43"/>
                </a:cubicBezTo>
                <a:cubicBezTo>
                  <a:pt x="74" y="43"/>
                  <a:pt x="66" y="46"/>
                  <a:pt x="59" y="54"/>
                </a:cubicBezTo>
                <a:cubicBezTo>
                  <a:pt x="52" y="61"/>
                  <a:pt x="48" y="69"/>
                  <a:pt x="48" y="79"/>
                </a:cubicBezTo>
                <a:cubicBezTo>
                  <a:pt x="48" y="89"/>
                  <a:pt x="52" y="98"/>
                  <a:pt x="59" y="105"/>
                </a:cubicBezTo>
                <a:cubicBezTo>
                  <a:pt x="66" y="112"/>
                  <a:pt x="74" y="115"/>
                  <a:pt x="84" y="115"/>
                </a:cubicBezTo>
                <a:cubicBezTo>
                  <a:pt x="94" y="115"/>
                  <a:pt x="103" y="112"/>
                  <a:pt x="110" y="105"/>
                </a:cubicBezTo>
                <a:close/>
                <a:moveTo>
                  <a:pt x="101" y="62"/>
                </a:moveTo>
                <a:cubicBezTo>
                  <a:pt x="106" y="67"/>
                  <a:pt x="109" y="73"/>
                  <a:pt x="109" y="79"/>
                </a:cubicBezTo>
                <a:cubicBezTo>
                  <a:pt x="109" y="86"/>
                  <a:pt x="106" y="92"/>
                  <a:pt x="101" y="96"/>
                </a:cubicBezTo>
                <a:cubicBezTo>
                  <a:pt x="97" y="101"/>
                  <a:pt x="91" y="103"/>
                  <a:pt x="84" y="103"/>
                </a:cubicBezTo>
                <a:cubicBezTo>
                  <a:pt x="78" y="103"/>
                  <a:pt x="72" y="101"/>
                  <a:pt x="67" y="96"/>
                </a:cubicBezTo>
                <a:cubicBezTo>
                  <a:pt x="63" y="92"/>
                  <a:pt x="60" y="86"/>
                  <a:pt x="60" y="79"/>
                </a:cubicBezTo>
                <a:cubicBezTo>
                  <a:pt x="60" y="73"/>
                  <a:pt x="63" y="67"/>
                  <a:pt x="67" y="62"/>
                </a:cubicBezTo>
                <a:cubicBezTo>
                  <a:pt x="72" y="57"/>
                  <a:pt x="78" y="55"/>
                  <a:pt x="84" y="55"/>
                </a:cubicBezTo>
                <a:cubicBezTo>
                  <a:pt x="91" y="55"/>
                  <a:pt x="97" y="57"/>
                  <a:pt x="101" y="62"/>
                </a:cubicBezTo>
                <a:close/>
                <a:moveTo>
                  <a:pt x="87" y="69"/>
                </a:moveTo>
                <a:cubicBezTo>
                  <a:pt x="87" y="69"/>
                  <a:pt x="87" y="68"/>
                  <a:pt x="87" y="67"/>
                </a:cubicBezTo>
                <a:cubicBezTo>
                  <a:pt x="87" y="66"/>
                  <a:pt x="87" y="65"/>
                  <a:pt x="87" y="65"/>
                </a:cubicBezTo>
                <a:cubicBezTo>
                  <a:pt x="86" y="64"/>
                  <a:pt x="85" y="64"/>
                  <a:pt x="84" y="64"/>
                </a:cubicBezTo>
                <a:cubicBezTo>
                  <a:pt x="80" y="64"/>
                  <a:pt x="77" y="65"/>
                  <a:pt x="74" y="68"/>
                </a:cubicBezTo>
                <a:cubicBezTo>
                  <a:pt x="71" y="71"/>
                  <a:pt x="69" y="75"/>
                  <a:pt x="69" y="79"/>
                </a:cubicBezTo>
                <a:cubicBezTo>
                  <a:pt x="69" y="80"/>
                  <a:pt x="70" y="81"/>
                  <a:pt x="70" y="81"/>
                </a:cubicBezTo>
                <a:cubicBezTo>
                  <a:pt x="71" y="82"/>
                  <a:pt x="71" y="82"/>
                  <a:pt x="72" y="82"/>
                </a:cubicBezTo>
                <a:cubicBezTo>
                  <a:pt x="73" y="82"/>
                  <a:pt x="74" y="82"/>
                  <a:pt x="74" y="81"/>
                </a:cubicBezTo>
                <a:cubicBezTo>
                  <a:pt x="75" y="81"/>
                  <a:pt x="75" y="80"/>
                  <a:pt x="75" y="79"/>
                </a:cubicBezTo>
                <a:cubicBezTo>
                  <a:pt x="75" y="76"/>
                  <a:pt x="76" y="74"/>
                  <a:pt x="78" y="73"/>
                </a:cubicBezTo>
                <a:cubicBezTo>
                  <a:pt x="80" y="71"/>
                  <a:pt x="82" y="70"/>
                  <a:pt x="84" y="70"/>
                </a:cubicBezTo>
                <a:cubicBezTo>
                  <a:pt x="85" y="70"/>
                  <a:pt x="86" y="70"/>
                  <a:pt x="87" y="6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27" name="Freeform 129"/>
          <p:cNvSpPr>
            <a:spLocks noEditPoints="1"/>
          </p:cNvSpPr>
          <p:nvPr/>
        </p:nvSpPr>
        <p:spPr bwMode="auto">
          <a:xfrm>
            <a:off x="3324395" y="2680181"/>
            <a:ext cx="229077" cy="218271"/>
          </a:xfrm>
          <a:custGeom>
            <a:avLst/>
            <a:gdLst>
              <a:gd name="T0" fmla="*/ 159 w 159"/>
              <a:gd name="T1" fmla="*/ 103 h 151"/>
              <a:gd name="T2" fmla="*/ 154 w 159"/>
              <a:gd name="T3" fmla="*/ 109 h 151"/>
              <a:gd name="T4" fmla="*/ 148 w 159"/>
              <a:gd name="T5" fmla="*/ 114 h 151"/>
              <a:gd name="T6" fmla="*/ 145 w 159"/>
              <a:gd name="T7" fmla="*/ 113 h 151"/>
              <a:gd name="T8" fmla="*/ 142 w 159"/>
              <a:gd name="T9" fmla="*/ 109 h 151"/>
              <a:gd name="T10" fmla="*/ 138 w 159"/>
              <a:gd name="T11" fmla="*/ 106 h 151"/>
              <a:gd name="T12" fmla="*/ 136 w 159"/>
              <a:gd name="T13" fmla="*/ 103 h 151"/>
              <a:gd name="T14" fmla="*/ 127 w 159"/>
              <a:gd name="T15" fmla="*/ 112 h 151"/>
              <a:gd name="T16" fmla="*/ 147 w 159"/>
              <a:gd name="T17" fmla="*/ 133 h 151"/>
              <a:gd name="T18" fmla="*/ 150 w 159"/>
              <a:gd name="T19" fmla="*/ 140 h 151"/>
              <a:gd name="T20" fmla="*/ 146 w 159"/>
              <a:gd name="T21" fmla="*/ 147 h 151"/>
              <a:gd name="T22" fmla="*/ 139 w 159"/>
              <a:gd name="T23" fmla="*/ 151 h 151"/>
              <a:gd name="T24" fmla="*/ 132 w 159"/>
              <a:gd name="T25" fmla="*/ 148 h 151"/>
              <a:gd name="T26" fmla="*/ 69 w 159"/>
              <a:gd name="T27" fmla="*/ 85 h 151"/>
              <a:gd name="T28" fmla="*/ 34 w 159"/>
              <a:gd name="T29" fmla="*/ 97 h 151"/>
              <a:gd name="T30" fmla="*/ 9 w 159"/>
              <a:gd name="T31" fmla="*/ 87 h 151"/>
              <a:gd name="T32" fmla="*/ 0 w 159"/>
              <a:gd name="T33" fmla="*/ 62 h 151"/>
              <a:gd name="T34" fmla="*/ 9 w 159"/>
              <a:gd name="T35" fmla="*/ 33 h 151"/>
              <a:gd name="T36" fmla="*/ 32 w 159"/>
              <a:gd name="T37" fmla="*/ 9 h 151"/>
              <a:gd name="T38" fmla="*/ 62 w 159"/>
              <a:gd name="T39" fmla="*/ 0 h 151"/>
              <a:gd name="T40" fmla="*/ 87 w 159"/>
              <a:gd name="T41" fmla="*/ 10 h 151"/>
              <a:gd name="T42" fmla="*/ 96 w 159"/>
              <a:gd name="T43" fmla="*/ 35 h 151"/>
              <a:gd name="T44" fmla="*/ 84 w 159"/>
              <a:gd name="T45" fmla="*/ 70 h 151"/>
              <a:gd name="T46" fmla="*/ 118 w 159"/>
              <a:gd name="T47" fmla="*/ 103 h 151"/>
              <a:gd name="T48" fmla="*/ 127 w 159"/>
              <a:gd name="T49" fmla="*/ 94 h 151"/>
              <a:gd name="T50" fmla="*/ 124 w 159"/>
              <a:gd name="T51" fmla="*/ 92 h 151"/>
              <a:gd name="T52" fmla="*/ 120 w 159"/>
              <a:gd name="T53" fmla="*/ 88 h 151"/>
              <a:gd name="T54" fmla="*/ 117 w 159"/>
              <a:gd name="T55" fmla="*/ 85 h 151"/>
              <a:gd name="T56" fmla="*/ 116 w 159"/>
              <a:gd name="T57" fmla="*/ 82 h 151"/>
              <a:gd name="T58" fmla="*/ 120 w 159"/>
              <a:gd name="T59" fmla="*/ 76 h 151"/>
              <a:gd name="T60" fmla="*/ 127 w 159"/>
              <a:gd name="T61" fmla="*/ 71 h 151"/>
              <a:gd name="T62" fmla="*/ 129 w 159"/>
              <a:gd name="T63" fmla="*/ 72 h 151"/>
              <a:gd name="T64" fmla="*/ 133 w 159"/>
              <a:gd name="T65" fmla="*/ 76 h 151"/>
              <a:gd name="T66" fmla="*/ 141 w 159"/>
              <a:gd name="T67" fmla="*/ 84 h 151"/>
              <a:gd name="T68" fmla="*/ 149 w 159"/>
              <a:gd name="T69" fmla="*/ 92 h 151"/>
              <a:gd name="T70" fmla="*/ 156 w 159"/>
              <a:gd name="T71" fmla="*/ 99 h 151"/>
              <a:gd name="T72" fmla="*/ 159 w 159"/>
              <a:gd name="T73" fmla="*/ 103 h 151"/>
              <a:gd name="T74" fmla="*/ 73 w 159"/>
              <a:gd name="T75" fmla="*/ 49 h 151"/>
              <a:gd name="T76" fmla="*/ 78 w 159"/>
              <a:gd name="T77" fmla="*/ 37 h 151"/>
              <a:gd name="T78" fmla="*/ 73 w 159"/>
              <a:gd name="T79" fmla="*/ 24 h 151"/>
              <a:gd name="T80" fmla="*/ 60 w 159"/>
              <a:gd name="T81" fmla="*/ 18 h 151"/>
              <a:gd name="T82" fmla="*/ 47 w 159"/>
              <a:gd name="T83" fmla="*/ 24 h 151"/>
              <a:gd name="T84" fmla="*/ 42 w 159"/>
              <a:gd name="T85" fmla="*/ 37 h 151"/>
              <a:gd name="T86" fmla="*/ 44 w 159"/>
              <a:gd name="T87" fmla="*/ 44 h 151"/>
              <a:gd name="T88" fmla="*/ 36 w 159"/>
              <a:gd name="T89" fmla="*/ 43 h 151"/>
              <a:gd name="T90" fmla="*/ 23 w 159"/>
              <a:gd name="T91" fmla="*/ 48 h 151"/>
              <a:gd name="T92" fmla="*/ 18 w 159"/>
              <a:gd name="T93" fmla="*/ 61 h 151"/>
              <a:gd name="T94" fmla="*/ 23 w 159"/>
              <a:gd name="T95" fmla="*/ 74 h 151"/>
              <a:gd name="T96" fmla="*/ 36 w 159"/>
              <a:gd name="T97" fmla="*/ 79 h 151"/>
              <a:gd name="T98" fmla="*/ 49 w 159"/>
              <a:gd name="T99" fmla="*/ 74 h 151"/>
              <a:gd name="T100" fmla="*/ 54 w 159"/>
              <a:gd name="T101" fmla="*/ 61 h 151"/>
              <a:gd name="T102" fmla="*/ 52 w 159"/>
              <a:gd name="T103" fmla="*/ 53 h 151"/>
              <a:gd name="T104" fmla="*/ 60 w 159"/>
              <a:gd name="T105" fmla="*/ 55 h 151"/>
              <a:gd name="T106" fmla="*/ 73 w 159"/>
              <a:gd name="T107" fmla="*/ 49 h 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59" h="151">
                <a:moveTo>
                  <a:pt x="159" y="103"/>
                </a:moveTo>
                <a:cubicBezTo>
                  <a:pt x="159" y="104"/>
                  <a:pt x="157" y="106"/>
                  <a:pt x="154" y="109"/>
                </a:cubicBezTo>
                <a:cubicBezTo>
                  <a:pt x="151" y="113"/>
                  <a:pt x="149" y="114"/>
                  <a:pt x="148" y="114"/>
                </a:cubicBezTo>
                <a:cubicBezTo>
                  <a:pt x="147" y="114"/>
                  <a:pt x="146" y="114"/>
                  <a:pt x="145" y="113"/>
                </a:cubicBezTo>
                <a:cubicBezTo>
                  <a:pt x="144" y="112"/>
                  <a:pt x="143" y="111"/>
                  <a:pt x="142" y="109"/>
                </a:cubicBezTo>
                <a:cubicBezTo>
                  <a:pt x="141" y="108"/>
                  <a:pt x="139" y="107"/>
                  <a:pt x="138" y="106"/>
                </a:cubicBezTo>
                <a:cubicBezTo>
                  <a:pt x="137" y="104"/>
                  <a:pt x="136" y="103"/>
                  <a:pt x="136" y="103"/>
                </a:cubicBezTo>
                <a:cubicBezTo>
                  <a:pt x="127" y="112"/>
                  <a:pt x="127" y="112"/>
                  <a:pt x="127" y="112"/>
                </a:cubicBezTo>
                <a:cubicBezTo>
                  <a:pt x="147" y="133"/>
                  <a:pt x="147" y="133"/>
                  <a:pt x="147" y="133"/>
                </a:cubicBezTo>
                <a:cubicBezTo>
                  <a:pt x="149" y="135"/>
                  <a:pt x="150" y="137"/>
                  <a:pt x="150" y="140"/>
                </a:cubicBezTo>
                <a:cubicBezTo>
                  <a:pt x="150" y="142"/>
                  <a:pt x="149" y="145"/>
                  <a:pt x="146" y="147"/>
                </a:cubicBezTo>
                <a:cubicBezTo>
                  <a:pt x="144" y="150"/>
                  <a:pt x="141" y="151"/>
                  <a:pt x="139" y="151"/>
                </a:cubicBezTo>
                <a:cubicBezTo>
                  <a:pt x="136" y="151"/>
                  <a:pt x="134" y="150"/>
                  <a:pt x="132" y="148"/>
                </a:cubicBezTo>
                <a:cubicBezTo>
                  <a:pt x="69" y="85"/>
                  <a:pt x="69" y="85"/>
                  <a:pt x="69" y="85"/>
                </a:cubicBezTo>
                <a:cubicBezTo>
                  <a:pt x="58" y="93"/>
                  <a:pt x="46" y="97"/>
                  <a:pt x="34" y="97"/>
                </a:cubicBezTo>
                <a:cubicBezTo>
                  <a:pt x="24" y="97"/>
                  <a:pt x="16" y="94"/>
                  <a:pt x="9" y="87"/>
                </a:cubicBezTo>
                <a:cubicBezTo>
                  <a:pt x="3" y="81"/>
                  <a:pt x="0" y="73"/>
                  <a:pt x="0" y="62"/>
                </a:cubicBezTo>
                <a:cubicBezTo>
                  <a:pt x="0" y="52"/>
                  <a:pt x="3" y="42"/>
                  <a:pt x="9" y="33"/>
                </a:cubicBezTo>
                <a:cubicBezTo>
                  <a:pt x="15" y="23"/>
                  <a:pt x="22" y="15"/>
                  <a:pt x="32" y="9"/>
                </a:cubicBezTo>
                <a:cubicBezTo>
                  <a:pt x="42" y="3"/>
                  <a:pt x="52" y="0"/>
                  <a:pt x="62" y="0"/>
                </a:cubicBezTo>
                <a:cubicBezTo>
                  <a:pt x="72" y="0"/>
                  <a:pt x="80" y="4"/>
                  <a:pt x="87" y="10"/>
                </a:cubicBezTo>
                <a:cubicBezTo>
                  <a:pt x="93" y="16"/>
                  <a:pt x="96" y="25"/>
                  <a:pt x="96" y="35"/>
                </a:cubicBezTo>
                <a:cubicBezTo>
                  <a:pt x="96" y="47"/>
                  <a:pt x="92" y="59"/>
                  <a:pt x="84" y="70"/>
                </a:cubicBezTo>
                <a:cubicBezTo>
                  <a:pt x="118" y="103"/>
                  <a:pt x="118" y="103"/>
                  <a:pt x="118" y="103"/>
                </a:cubicBezTo>
                <a:cubicBezTo>
                  <a:pt x="127" y="94"/>
                  <a:pt x="127" y="94"/>
                  <a:pt x="127" y="94"/>
                </a:cubicBezTo>
                <a:cubicBezTo>
                  <a:pt x="126" y="94"/>
                  <a:pt x="126" y="93"/>
                  <a:pt x="124" y="92"/>
                </a:cubicBezTo>
                <a:cubicBezTo>
                  <a:pt x="123" y="90"/>
                  <a:pt x="122" y="89"/>
                  <a:pt x="120" y="88"/>
                </a:cubicBezTo>
                <a:cubicBezTo>
                  <a:pt x="119" y="87"/>
                  <a:pt x="118" y="86"/>
                  <a:pt x="117" y="85"/>
                </a:cubicBezTo>
                <a:cubicBezTo>
                  <a:pt x="116" y="83"/>
                  <a:pt x="116" y="83"/>
                  <a:pt x="116" y="82"/>
                </a:cubicBezTo>
                <a:cubicBezTo>
                  <a:pt x="116" y="81"/>
                  <a:pt x="117" y="79"/>
                  <a:pt x="120" y="76"/>
                </a:cubicBezTo>
                <a:cubicBezTo>
                  <a:pt x="124" y="73"/>
                  <a:pt x="126" y="71"/>
                  <a:pt x="127" y="71"/>
                </a:cubicBezTo>
                <a:cubicBezTo>
                  <a:pt x="127" y="71"/>
                  <a:pt x="128" y="71"/>
                  <a:pt x="129" y="72"/>
                </a:cubicBezTo>
                <a:cubicBezTo>
                  <a:pt x="129" y="72"/>
                  <a:pt x="131" y="74"/>
                  <a:pt x="133" y="76"/>
                </a:cubicBezTo>
                <a:cubicBezTo>
                  <a:pt x="136" y="79"/>
                  <a:pt x="138" y="81"/>
                  <a:pt x="141" y="84"/>
                </a:cubicBezTo>
                <a:cubicBezTo>
                  <a:pt x="144" y="86"/>
                  <a:pt x="146" y="89"/>
                  <a:pt x="149" y="92"/>
                </a:cubicBezTo>
                <a:cubicBezTo>
                  <a:pt x="152" y="95"/>
                  <a:pt x="154" y="97"/>
                  <a:pt x="156" y="99"/>
                </a:cubicBezTo>
                <a:cubicBezTo>
                  <a:pt x="158" y="101"/>
                  <a:pt x="159" y="103"/>
                  <a:pt x="159" y="103"/>
                </a:cubicBezTo>
                <a:close/>
                <a:moveTo>
                  <a:pt x="73" y="49"/>
                </a:moveTo>
                <a:cubicBezTo>
                  <a:pt x="77" y="46"/>
                  <a:pt x="78" y="42"/>
                  <a:pt x="78" y="37"/>
                </a:cubicBezTo>
                <a:cubicBezTo>
                  <a:pt x="78" y="32"/>
                  <a:pt x="77" y="27"/>
                  <a:pt x="73" y="24"/>
                </a:cubicBezTo>
                <a:cubicBezTo>
                  <a:pt x="69" y="20"/>
                  <a:pt x="65" y="18"/>
                  <a:pt x="60" y="18"/>
                </a:cubicBezTo>
                <a:cubicBezTo>
                  <a:pt x="55" y="18"/>
                  <a:pt x="51" y="20"/>
                  <a:pt x="47" y="24"/>
                </a:cubicBezTo>
                <a:cubicBezTo>
                  <a:pt x="44" y="27"/>
                  <a:pt x="42" y="32"/>
                  <a:pt x="42" y="37"/>
                </a:cubicBezTo>
                <a:cubicBezTo>
                  <a:pt x="42" y="39"/>
                  <a:pt x="43" y="42"/>
                  <a:pt x="44" y="44"/>
                </a:cubicBezTo>
                <a:cubicBezTo>
                  <a:pt x="41" y="43"/>
                  <a:pt x="39" y="43"/>
                  <a:pt x="36" y="43"/>
                </a:cubicBezTo>
                <a:cubicBezTo>
                  <a:pt x="31" y="43"/>
                  <a:pt x="27" y="44"/>
                  <a:pt x="23" y="48"/>
                </a:cubicBezTo>
                <a:cubicBezTo>
                  <a:pt x="20" y="52"/>
                  <a:pt x="18" y="56"/>
                  <a:pt x="18" y="61"/>
                </a:cubicBezTo>
                <a:cubicBezTo>
                  <a:pt x="18" y="66"/>
                  <a:pt x="20" y="70"/>
                  <a:pt x="23" y="74"/>
                </a:cubicBezTo>
                <a:cubicBezTo>
                  <a:pt x="27" y="77"/>
                  <a:pt x="31" y="79"/>
                  <a:pt x="36" y="79"/>
                </a:cubicBezTo>
                <a:cubicBezTo>
                  <a:pt x="41" y="79"/>
                  <a:pt x="45" y="77"/>
                  <a:pt x="49" y="74"/>
                </a:cubicBezTo>
                <a:cubicBezTo>
                  <a:pt x="52" y="70"/>
                  <a:pt x="54" y="66"/>
                  <a:pt x="54" y="61"/>
                </a:cubicBezTo>
                <a:cubicBezTo>
                  <a:pt x="54" y="58"/>
                  <a:pt x="53" y="56"/>
                  <a:pt x="52" y="53"/>
                </a:cubicBezTo>
                <a:cubicBezTo>
                  <a:pt x="55" y="54"/>
                  <a:pt x="57" y="55"/>
                  <a:pt x="60" y="55"/>
                </a:cubicBezTo>
                <a:cubicBezTo>
                  <a:pt x="65" y="55"/>
                  <a:pt x="69" y="53"/>
                  <a:pt x="73" y="4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28" name="Freeform 130"/>
          <p:cNvSpPr>
            <a:spLocks noEditPoints="1"/>
          </p:cNvSpPr>
          <p:nvPr/>
        </p:nvSpPr>
        <p:spPr bwMode="auto">
          <a:xfrm>
            <a:off x="3626949" y="2667214"/>
            <a:ext cx="259332" cy="237721"/>
          </a:xfrm>
          <a:custGeom>
            <a:avLst/>
            <a:gdLst>
              <a:gd name="T0" fmla="*/ 120 w 181"/>
              <a:gd name="T1" fmla="*/ 94 h 166"/>
              <a:gd name="T2" fmla="*/ 101 w 181"/>
              <a:gd name="T3" fmla="*/ 104 h 166"/>
              <a:gd name="T4" fmla="*/ 109 w 181"/>
              <a:gd name="T5" fmla="*/ 119 h 166"/>
              <a:gd name="T6" fmla="*/ 92 w 181"/>
              <a:gd name="T7" fmla="*/ 132 h 166"/>
              <a:gd name="T8" fmla="*/ 72 w 181"/>
              <a:gd name="T9" fmla="*/ 141 h 166"/>
              <a:gd name="T10" fmla="*/ 49 w 181"/>
              <a:gd name="T11" fmla="*/ 143 h 166"/>
              <a:gd name="T12" fmla="*/ 39 w 181"/>
              <a:gd name="T13" fmla="*/ 124 h 166"/>
              <a:gd name="T14" fmla="*/ 24 w 181"/>
              <a:gd name="T15" fmla="*/ 132 h 166"/>
              <a:gd name="T16" fmla="*/ 15 w 181"/>
              <a:gd name="T17" fmla="*/ 110 h 166"/>
              <a:gd name="T18" fmla="*/ 2 w 181"/>
              <a:gd name="T19" fmla="*/ 94 h 166"/>
              <a:gd name="T20" fmla="*/ 0 w 181"/>
              <a:gd name="T21" fmla="*/ 74 h 166"/>
              <a:gd name="T22" fmla="*/ 16 w 181"/>
              <a:gd name="T23" fmla="*/ 69 h 166"/>
              <a:gd name="T24" fmla="*/ 10 w 181"/>
              <a:gd name="T25" fmla="*/ 49 h 166"/>
              <a:gd name="T26" fmla="*/ 26 w 181"/>
              <a:gd name="T27" fmla="*/ 33 h 166"/>
              <a:gd name="T28" fmla="*/ 46 w 181"/>
              <a:gd name="T29" fmla="*/ 39 h 166"/>
              <a:gd name="T30" fmla="*/ 69 w 181"/>
              <a:gd name="T31" fmla="*/ 22 h 166"/>
              <a:gd name="T32" fmla="*/ 74 w 181"/>
              <a:gd name="T33" fmla="*/ 39 h 166"/>
              <a:gd name="T34" fmla="*/ 94 w 181"/>
              <a:gd name="T35" fmla="*/ 33 h 166"/>
              <a:gd name="T36" fmla="*/ 109 w 181"/>
              <a:gd name="T37" fmla="*/ 51 h 166"/>
              <a:gd name="T38" fmla="*/ 104 w 181"/>
              <a:gd name="T39" fmla="*/ 69 h 166"/>
              <a:gd name="T40" fmla="*/ 121 w 181"/>
              <a:gd name="T41" fmla="*/ 74 h 166"/>
              <a:gd name="T42" fmla="*/ 77 w 181"/>
              <a:gd name="T43" fmla="*/ 66 h 166"/>
              <a:gd name="T44" fmla="*/ 36 w 181"/>
              <a:gd name="T45" fmla="*/ 83 h 166"/>
              <a:gd name="T46" fmla="*/ 77 w 181"/>
              <a:gd name="T47" fmla="*/ 100 h 166"/>
              <a:gd name="T48" fmla="*/ 167 w 181"/>
              <a:gd name="T49" fmla="*/ 44 h 166"/>
              <a:gd name="T50" fmla="*/ 169 w 181"/>
              <a:gd name="T51" fmla="*/ 63 h 166"/>
              <a:gd name="T52" fmla="*/ 148 w 181"/>
              <a:gd name="T53" fmla="*/ 59 h 166"/>
              <a:gd name="T54" fmla="*/ 137 w 181"/>
              <a:gd name="T55" fmla="*/ 65 h 166"/>
              <a:gd name="T56" fmla="*/ 121 w 181"/>
              <a:gd name="T57" fmla="*/ 62 h 166"/>
              <a:gd name="T58" fmla="*/ 109 w 181"/>
              <a:gd name="T59" fmla="*/ 41 h 166"/>
              <a:gd name="T60" fmla="*/ 125 w 181"/>
              <a:gd name="T61" fmla="*/ 20 h 166"/>
              <a:gd name="T62" fmla="*/ 124 w 181"/>
              <a:gd name="T63" fmla="*/ 4 h 166"/>
              <a:gd name="T64" fmla="*/ 137 w 181"/>
              <a:gd name="T65" fmla="*/ 4 h 166"/>
              <a:gd name="T66" fmla="*/ 148 w 181"/>
              <a:gd name="T67" fmla="*/ 11 h 166"/>
              <a:gd name="T68" fmla="*/ 169 w 181"/>
              <a:gd name="T69" fmla="*/ 6 h 166"/>
              <a:gd name="T70" fmla="*/ 167 w 181"/>
              <a:gd name="T71" fmla="*/ 25 h 166"/>
              <a:gd name="T72" fmla="*/ 181 w 181"/>
              <a:gd name="T73" fmla="*/ 138 h 166"/>
              <a:gd name="T74" fmla="*/ 169 w 181"/>
              <a:gd name="T75" fmla="*/ 159 h 166"/>
              <a:gd name="T76" fmla="*/ 153 w 181"/>
              <a:gd name="T77" fmla="*/ 162 h 166"/>
              <a:gd name="T78" fmla="*/ 142 w 181"/>
              <a:gd name="T79" fmla="*/ 155 h 166"/>
              <a:gd name="T80" fmla="*/ 121 w 181"/>
              <a:gd name="T81" fmla="*/ 160 h 166"/>
              <a:gd name="T82" fmla="*/ 123 w 181"/>
              <a:gd name="T83" fmla="*/ 141 h 166"/>
              <a:gd name="T84" fmla="*/ 123 w 181"/>
              <a:gd name="T85" fmla="*/ 122 h 166"/>
              <a:gd name="T86" fmla="*/ 121 w 181"/>
              <a:gd name="T87" fmla="*/ 103 h 166"/>
              <a:gd name="T88" fmla="*/ 133 w 181"/>
              <a:gd name="T89" fmla="*/ 97 h 166"/>
              <a:gd name="T90" fmla="*/ 145 w 181"/>
              <a:gd name="T91" fmla="*/ 107 h 166"/>
              <a:gd name="T92" fmla="*/ 157 w 181"/>
              <a:gd name="T93" fmla="*/ 97 h 166"/>
              <a:gd name="T94" fmla="*/ 164 w 181"/>
              <a:gd name="T95" fmla="*/ 117 h 166"/>
              <a:gd name="T96" fmla="*/ 157 w 181"/>
              <a:gd name="T97" fmla="*/ 35 h 166"/>
              <a:gd name="T98" fmla="*/ 136 w 181"/>
              <a:gd name="T99" fmla="*/ 26 h 166"/>
              <a:gd name="T100" fmla="*/ 145 w 181"/>
              <a:gd name="T101" fmla="*/ 47 h 166"/>
              <a:gd name="T102" fmla="*/ 157 w 181"/>
              <a:gd name="T103" fmla="*/ 131 h 166"/>
              <a:gd name="T104" fmla="*/ 136 w 181"/>
              <a:gd name="T105" fmla="*/ 123 h 166"/>
              <a:gd name="T106" fmla="*/ 145 w 181"/>
              <a:gd name="T107" fmla="*/ 143 h 1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81" h="166">
                <a:moveTo>
                  <a:pt x="121" y="74"/>
                </a:moveTo>
                <a:cubicBezTo>
                  <a:pt x="121" y="92"/>
                  <a:pt x="121" y="92"/>
                  <a:pt x="121" y="92"/>
                </a:cubicBezTo>
                <a:cubicBezTo>
                  <a:pt x="121" y="92"/>
                  <a:pt x="120" y="93"/>
                  <a:pt x="120" y="94"/>
                </a:cubicBezTo>
                <a:cubicBezTo>
                  <a:pt x="120" y="94"/>
                  <a:pt x="119" y="95"/>
                  <a:pt x="118" y="95"/>
                </a:cubicBezTo>
                <a:cubicBezTo>
                  <a:pt x="104" y="97"/>
                  <a:pt x="104" y="97"/>
                  <a:pt x="104" y="97"/>
                </a:cubicBezTo>
                <a:cubicBezTo>
                  <a:pt x="103" y="99"/>
                  <a:pt x="102" y="102"/>
                  <a:pt x="101" y="104"/>
                </a:cubicBezTo>
                <a:cubicBezTo>
                  <a:pt x="103" y="107"/>
                  <a:pt x="106" y="111"/>
                  <a:pt x="109" y="115"/>
                </a:cubicBezTo>
                <a:cubicBezTo>
                  <a:pt x="110" y="116"/>
                  <a:pt x="110" y="116"/>
                  <a:pt x="110" y="117"/>
                </a:cubicBezTo>
                <a:cubicBezTo>
                  <a:pt x="110" y="118"/>
                  <a:pt x="110" y="118"/>
                  <a:pt x="109" y="119"/>
                </a:cubicBezTo>
                <a:cubicBezTo>
                  <a:pt x="108" y="121"/>
                  <a:pt x="105" y="123"/>
                  <a:pt x="101" y="127"/>
                </a:cubicBezTo>
                <a:cubicBezTo>
                  <a:pt x="98" y="131"/>
                  <a:pt x="95" y="133"/>
                  <a:pt x="94" y="133"/>
                </a:cubicBezTo>
                <a:cubicBezTo>
                  <a:pt x="93" y="133"/>
                  <a:pt x="93" y="133"/>
                  <a:pt x="92" y="132"/>
                </a:cubicBezTo>
                <a:cubicBezTo>
                  <a:pt x="81" y="124"/>
                  <a:pt x="81" y="124"/>
                  <a:pt x="81" y="124"/>
                </a:cubicBezTo>
                <a:cubicBezTo>
                  <a:pt x="79" y="125"/>
                  <a:pt x="76" y="126"/>
                  <a:pt x="74" y="127"/>
                </a:cubicBezTo>
                <a:cubicBezTo>
                  <a:pt x="73" y="133"/>
                  <a:pt x="72" y="138"/>
                  <a:pt x="72" y="141"/>
                </a:cubicBezTo>
                <a:cubicBezTo>
                  <a:pt x="71" y="143"/>
                  <a:pt x="70" y="143"/>
                  <a:pt x="69" y="143"/>
                </a:cubicBezTo>
                <a:cubicBezTo>
                  <a:pt x="51" y="143"/>
                  <a:pt x="51" y="143"/>
                  <a:pt x="51" y="143"/>
                </a:cubicBezTo>
                <a:cubicBezTo>
                  <a:pt x="51" y="143"/>
                  <a:pt x="50" y="143"/>
                  <a:pt x="49" y="143"/>
                </a:cubicBezTo>
                <a:cubicBezTo>
                  <a:pt x="49" y="142"/>
                  <a:pt x="49" y="142"/>
                  <a:pt x="48" y="141"/>
                </a:cubicBezTo>
                <a:cubicBezTo>
                  <a:pt x="46" y="127"/>
                  <a:pt x="46" y="127"/>
                  <a:pt x="46" y="127"/>
                </a:cubicBezTo>
                <a:cubicBezTo>
                  <a:pt x="44" y="126"/>
                  <a:pt x="42" y="125"/>
                  <a:pt x="39" y="124"/>
                </a:cubicBezTo>
                <a:cubicBezTo>
                  <a:pt x="28" y="132"/>
                  <a:pt x="28" y="132"/>
                  <a:pt x="28" y="132"/>
                </a:cubicBezTo>
                <a:cubicBezTo>
                  <a:pt x="28" y="133"/>
                  <a:pt x="27" y="133"/>
                  <a:pt x="26" y="133"/>
                </a:cubicBezTo>
                <a:cubicBezTo>
                  <a:pt x="25" y="133"/>
                  <a:pt x="25" y="133"/>
                  <a:pt x="24" y="132"/>
                </a:cubicBezTo>
                <a:cubicBezTo>
                  <a:pt x="15" y="124"/>
                  <a:pt x="11" y="119"/>
                  <a:pt x="11" y="117"/>
                </a:cubicBezTo>
                <a:cubicBezTo>
                  <a:pt x="11" y="116"/>
                  <a:pt x="11" y="116"/>
                  <a:pt x="11" y="115"/>
                </a:cubicBezTo>
                <a:cubicBezTo>
                  <a:pt x="12" y="114"/>
                  <a:pt x="13" y="113"/>
                  <a:pt x="15" y="110"/>
                </a:cubicBezTo>
                <a:cubicBezTo>
                  <a:pt x="17" y="108"/>
                  <a:pt x="19" y="106"/>
                  <a:pt x="20" y="104"/>
                </a:cubicBezTo>
                <a:cubicBezTo>
                  <a:pt x="18" y="102"/>
                  <a:pt x="17" y="99"/>
                  <a:pt x="16" y="97"/>
                </a:cubicBezTo>
                <a:cubicBezTo>
                  <a:pt x="2" y="94"/>
                  <a:pt x="2" y="94"/>
                  <a:pt x="2" y="94"/>
                </a:cubicBezTo>
                <a:cubicBezTo>
                  <a:pt x="1" y="94"/>
                  <a:pt x="1" y="94"/>
                  <a:pt x="0" y="93"/>
                </a:cubicBezTo>
                <a:cubicBezTo>
                  <a:pt x="0" y="93"/>
                  <a:pt x="0" y="92"/>
                  <a:pt x="0" y="92"/>
                </a:cubicBezTo>
                <a:cubicBezTo>
                  <a:pt x="0" y="74"/>
                  <a:pt x="0" y="74"/>
                  <a:pt x="0" y="74"/>
                </a:cubicBezTo>
                <a:cubicBezTo>
                  <a:pt x="0" y="73"/>
                  <a:pt x="0" y="73"/>
                  <a:pt x="0" y="72"/>
                </a:cubicBezTo>
                <a:cubicBezTo>
                  <a:pt x="1" y="72"/>
                  <a:pt x="1" y="71"/>
                  <a:pt x="2" y="71"/>
                </a:cubicBezTo>
                <a:cubicBezTo>
                  <a:pt x="16" y="69"/>
                  <a:pt x="16" y="69"/>
                  <a:pt x="16" y="69"/>
                </a:cubicBezTo>
                <a:cubicBezTo>
                  <a:pt x="17" y="67"/>
                  <a:pt x="18" y="64"/>
                  <a:pt x="19" y="62"/>
                </a:cubicBezTo>
                <a:cubicBezTo>
                  <a:pt x="17" y="59"/>
                  <a:pt x="14" y="55"/>
                  <a:pt x="11" y="51"/>
                </a:cubicBezTo>
                <a:cubicBezTo>
                  <a:pt x="10" y="50"/>
                  <a:pt x="10" y="50"/>
                  <a:pt x="10" y="49"/>
                </a:cubicBezTo>
                <a:cubicBezTo>
                  <a:pt x="10" y="48"/>
                  <a:pt x="10" y="48"/>
                  <a:pt x="11" y="47"/>
                </a:cubicBezTo>
                <a:cubicBezTo>
                  <a:pt x="12" y="45"/>
                  <a:pt x="15" y="42"/>
                  <a:pt x="19" y="39"/>
                </a:cubicBezTo>
                <a:cubicBezTo>
                  <a:pt x="22" y="35"/>
                  <a:pt x="25" y="33"/>
                  <a:pt x="26" y="33"/>
                </a:cubicBezTo>
                <a:cubicBezTo>
                  <a:pt x="27" y="33"/>
                  <a:pt x="28" y="33"/>
                  <a:pt x="28" y="34"/>
                </a:cubicBezTo>
                <a:cubicBezTo>
                  <a:pt x="39" y="42"/>
                  <a:pt x="39" y="42"/>
                  <a:pt x="39" y="42"/>
                </a:cubicBezTo>
                <a:cubicBezTo>
                  <a:pt x="41" y="41"/>
                  <a:pt x="44" y="40"/>
                  <a:pt x="46" y="39"/>
                </a:cubicBezTo>
                <a:cubicBezTo>
                  <a:pt x="47" y="32"/>
                  <a:pt x="48" y="28"/>
                  <a:pt x="48" y="25"/>
                </a:cubicBezTo>
                <a:cubicBezTo>
                  <a:pt x="49" y="23"/>
                  <a:pt x="50" y="22"/>
                  <a:pt x="51" y="22"/>
                </a:cubicBezTo>
                <a:cubicBezTo>
                  <a:pt x="69" y="22"/>
                  <a:pt x="69" y="22"/>
                  <a:pt x="69" y="22"/>
                </a:cubicBezTo>
                <a:cubicBezTo>
                  <a:pt x="70" y="22"/>
                  <a:pt x="70" y="23"/>
                  <a:pt x="71" y="23"/>
                </a:cubicBezTo>
                <a:cubicBezTo>
                  <a:pt x="71" y="24"/>
                  <a:pt x="72" y="24"/>
                  <a:pt x="72" y="25"/>
                </a:cubicBezTo>
                <a:cubicBezTo>
                  <a:pt x="74" y="39"/>
                  <a:pt x="74" y="39"/>
                  <a:pt x="74" y="39"/>
                </a:cubicBezTo>
                <a:cubicBezTo>
                  <a:pt x="76" y="40"/>
                  <a:pt x="78" y="41"/>
                  <a:pt x="81" y="42"/>
                </a:cubicBezTo>
                <a:cubicBezTo>
                  <a:pt x="92" y="34"/>
                  <a:pt x="92" y="34"/>
                  <a:pt x="92" y="34"/>
                </a:cubicBezTo>
                <a:cubicBezTo>
                  <a:pt x="93" y="33"/>
                  <a:pt x="93" y="33"/>
                  <a:pt x="94" y="33"/>
                </a:cubicBezTo>
                <a:cubicBezTo>
                  <a:pt x="95" y="33"/>
                  <a:pt x="95" y="33"/>
                  <a:pt x="96" y="34"/>
                </a:cubicBezTo>
                <a:cubicBezTo>
                  <a:pt x="105" y="42"/>
                  <a:pt x="110" y="47"/>
                  <a:pt x="110" y="49"/>
                </a:cubicBezTo>
                <a:cubicBezTo>
                  <a:pt x="110" y="50"/>
                  <a:pt x="109" y="50"/>
                  <a:pt x="109" y="51"/>
                </a:cubicBezTo>
                <a:cubicBezTo>
                  <a:pt x="108" y="52"/>
                  <a:pt x="107" y="54"/>
                  <a:pt x="105" y="56"/>
                </a:cubicBezTo>
                <a:cubicBezTo>
                  <a:pt x="103" y="58"/>
                  <a:pt x="102" y="60"/>
                  <a:pt x="101" y="62"/>
                </a:cubicBezTo>
                <a:cubicBezTo>
                  <a:pt x="102" y="65"/>
                  <a:pt x="103" y="67"/>
                  <a:pt x="104" y="69"/>
                </a:cubicBezTo>
                <a:cubicBezTo>
                  <a:pt x="118" y="72"/>
                  <a:pt x="118" y="72"/>
                  <a:pt x="118" y="72"/>
                </a:cubicBezTo>
                <a:cubicBezTo>
                  <a:pt x="119" y="72"/>
                  <a:pt x="120" y="72"/>
                  <a:pt x="120" y="73"/>
                </a:cubicBezTo>
                <a:cubicBezTo>
                  <a:pt x="120" y="73"/>
                  <a:pt x="121" y="74"/>
                  <a:pt x="121" y="74"/>
                </a:cubicBezTo>
                <a:close/>
                <a:moveTo>
                  <a:pt x="77" y="100"/>
                </a:moveTo>
                <a:cubicBezTo>
                  <a:pt x="82" y="95"/>
                  <a:pt x="84" y="90"/>
                  <a:pt x="84" y="83"/>
                </a:cubicBezTo>
                <a:cubicBezTo>
                  <a:pt x="84" y="76"/>
                  <a:pt x="82" y="71"/>
                  <a:pt x="77" y="66"/>
                </a:cubicBezTo>
                <a:cubicBezTo>
                  <a:pt x="72" y="61"/>
                  <a:pt x="67" y="59"/>
                  <a:pt x="60" y="59"/>
                </a:cubicBezTo>
                <a:cubicBezTo>
                  <a:pt x="53" y="59"/>
                  <a:pt x="48" y="61"/>
                  <a:pt x="43" y="66"/>
                </a:cubicBezTo>
                <a:cubicBezTo>
                  <a:pt x="38" y="71"/>
                  <a:pt x="36" y="76"/>
                  <a:pt x="36" y="83"/>
                </a:cubicBezTo>
                <a:cubicBezTo>
                  <a:pt x="36" y="90"/>
                  <a:pt x="38" y="95"/>
                  <a:pt x="43" y="100"/>
                </a:cubicBezTo>
                <a:cubicBezTo>
                  <a:pt x="48" y="105"/>
                  <a:pt x="53" y="107"/>
                  <a:pt x="60" y="107"/>
                </a:cubicBezTo>
                <a:cubicBezTo>
                  <a:pt x="67" y="107"/>
                  <a:pt x="72" y="105"/>
                  <a:pt x="77" y="100"/>
                </a:cubicBezTo>
                <a:close/>
                <a:moveTo>
                  <a:pt x="181" y="28"/>
                </a:moveTo>
                <a:cubicBezTo>
                  <a:pt x="181" y="41"/>
                  <a:pt x="181" y="41"/>
                  <a:pt x="181" y="41"/>
                </a:cubicBezTo>
                <a:cubicBezTo>
                  <a:pt x="181" y="42"/>
                  <a:pt x="176" y="43"/>
                  <a:pt x="167" y="44"/>
                </a:cubicBezTo>
                <a:cubicBezTo>
                  <a:pt x="166" y="46"/>
                  <a:pt x="165" y="47"/>
                  <a:pt x="164" y="49"/>
                </a:cubicBezTo>
                <a:cubicBezTo>
                  <a:pt x="167" y="56"/>
                  <a:pt x="169" y="60"/>
                  <a:pt x="169" y="62"/>
                </a:cubicBezTo>
                <a:cubicBezTo>
                  <a:pt x="169" y="62"/>
                  <a:pt x="169" y="63"/>
                  <a:pt x="169" y="63"/>
                </a:cubicBezTo>
                <a:cubicBezTo>
                  <a:pt x="161" y="67"/>
                  <a:pt x="157" y="69"/>
                  <a:pt x="157" y="69"/>
                </a:cubicBezTo>
                <a:cubicBezTo>
                  <a:pt x="156" y="69"/>
                  <a:pt x="155" y="68"/>
                  <a:pt x="153" y="65"/>
                </a:cubicBezTo>
                <a:cubicBezTo>
                  <a:pt x="150" y="62"/>
                  <a:pt x="149" y="60"/>
                  <a:pt x="148" y="59"/>
                </a:cubicBezTo>
                <a:cubicBezTo>
                  <a:pt x="146" y="59"/>
                  <a:pt x="145" y="59"/>
                  <a:pt x="145" y="59"/>
                </a:cubicBezTo>
                <a:cubicBezTo>
                  <a:pt x="144" y="59"/>
                  <a:pt x="143" y="59"/>
                  <a:pt x="142" y="59"/>
                </a:cubicBezTo>
                <a:cubicBezTo>
                  <a:pt x="141" y="60"/>
                  <a:pt x="139" y="62"/>
                  <a:pt x="137" y="65"/>
                </a:cubicBezTo>
                <a:cubicBezTo>
                  <a:pt x="135" y="68"/>
                  <a:pt x="133" y="69"/>
                  <a:pt x="133" y="69"/>
                </a:cubicBezTo>
                <a:cubicBezTo>
                  <a:pt x="133" y="69"/>
                  <a:pt x="129" y="67"/>
                  <a:pt x="121" y="63"/>
                </a:cubicBezTo>
                <a:cubicBezTo>
                  <a:pt x="121" y="63"/>
                  <a:pt x="121" y="62"/>
                  <a:pt x="121" y="62"/>
                </a:cubicBezTo>
                <a:cubicBezTo>
                  <a:pt x="121" y="60"/>
                  <a:pt x="122" y="56"/>
                  <a:pt x="125" y="49"/>
                </a:cubicBezTo>
                <a:cubicBezTo>
                  <a:pt x="124" y="47"/>
                  <a:pt x="123" y="46"/>
                  <a:pt x="123" y="44"/>
                </a:cubicBezTo>
                <a:cubicBezTo>
                  <a:pt x="113" y="43"/>
                  <a:pt x="109" y="42"/>
                  <a:pt x="109" y="41"/>
                </a:cubicBezTo>
                <a:cubicBezTo>
                  <a:pt x="109" y="28"/>
                  <a:pt x="109" y="28"/>
                  <a:pt x="109" y="28"/>
                </a:cubicBezTo>
                <a:cubicBezTo>
                  <a:pt x="109" y="27"/>
                  <a:pt x="113" y="26"/>
                  <a:pt x="123" y="25"/>
                </a:cubicBezTo>
                <a:cubicBezTo>
                  <a:pt x="123" y="23"/>
                  <a:pt x="124" y="22"/>
                  <a:pt x="125" y="20"/>
                </a:cubicBezTo>
                <a:cubicBezTo>
                  <a:pt x="122" y="13"/>
                  <a:pt x="121" y="9"/>
                  <a:pt x="121" y="7"/>
                </a:cubicBezTo>
                <a:cubicBezTo>
                  <a:pt x="121" y="7"/>
                  <a:pt x="121" y="7"/>
                  <a:pt x="121" y="6"/>
                </a:cubicBezTo>
                <a:cubicBezTo>
                  <a:pt x="121" y="6"/>
                  <a:pt x="122" y="6"/>
                  <a:pt x="124" y="4"/>
                </a:cubicBezTo>
                <a:cubicBezTo>
                  <a:pt x="126" y="3"/>
                  <a:pt x="128" y="2"/>
                  <a:pt x="130" y="1"/>
                </a:cubicBezTo>
                <a:cubicBezTo>
                  <a:pt x="132" y="0"/>
                  <a:pt x="133" y="0"/>
                  <a:pt x="133" y="0"/>
                </a:cubicBezTo>
                <a:cubicBezTo>
                  <a:pt x="133" y="0"/>
                  <a:pt x="135" y="1"/>
                  <a:pt x="137" y="4"/>
                </a:cubicBezTo>
                <a:cubicBezTo>
                  <a:pt x="139" y="7"/>
                  <a:pt x="141" y="9"/>
                  <a:pt x="142" y="11"/>
                </a:cubicBezTo>
                <a:cubicBezTo>
                  <a:pt x="143" y="10"/>
                  <a:pt x="144" y="10"/>
                  <a:pt x="145" y="10"/>
                </a:cubicBezTo>
                <a:cubicBezTo>
                  <a:pt x="145" y="10"/>
                  <a:pt x="146" y="10"/>
                  <a:pt x="148" y="11"/>
                </a:cubicBezTo>
                <a:cubicBezTo>
                  <a:pt x="151" y="6"/>
                  <a:pt x="154" y="3"/>
                  <a:pt x="156" y="0"/>
                </a:cubicBezTo>
                <a:cubicBezTo>
                  <a:pt x="157" y="0"/>
                  <a:pt x="157" y="0"/>
                  <a:pt x="157" y="0"/>
                </a:cubicBezTo>
                <a:cubicBezTo>
                  <a:pt x="157" y="0"/>
                  <a:pt x="161" y="2"/>
                  <a:pt x="169" y="6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9"/>
                  <a:pt x="167" y="13"/>
                  <a:pt x="164" y="20"/>
                </a:cubicBezTo>
                <a:cubicBezTo>
                  <a:pt x="165" y="22"/>
                  <a:pt x="166" y="23"/>
                  <a:pt x="167" y="25"/>
                </a:cubicBezTo>
                <a:cubicBezTo>
                  <a:pt x="176" y="26"/>
                  <a:pt x="181" y="27"/>
                  <a:pt x="181" y="28"/>
                </a:cubicBezTo>
                <a:close/>
                <a:moveTo>
                  <a:pt x="181" y="125"/>
                </a:moveTo>
                <a:cubicBezTo>
                  <a:pt x="181" y="138"/>
                  <a:pt x="181" y="138"/>
                  <a:pt x="181" y="138"/>
                </a:cubicBezTo>
                <a:cubicBezTo>
                  <a:pt x="181" y="139"/>
                  <a:pt x="176" y="140"/>
                  <a:pt x="167" y="141"/>
                </a:cubicBezTo>
                <a:cubicBezTo>
                  <a:pt x="166" y="143"/>
                  <a:pt x="165" y="144"/>
                  <a:pt x="164" y="146"/>
                </a:cubicBezTo>
                <a:cubicBezTo>
                  <a:pt x="167" y="153"/>
                  <a:pt x="169" y="157"/>
                  <a:pt x="169" y="159"/>
                </a:cubicBezTo>
                <a:cubicBezTo>
                  <a:pt x="169" y="159"/>
                  <a:pt x="169" y="159"/>
                  <a:pt x="169" y="160"/>
                </a:cubicBezTo>
                <a:cubicBezTo>
                  <a:pt x="161" y="164"/>
                  <a:pt x="157" y="166"/>
                  <a:pt x="157" y="166"/>
                </a:cubicBezTo>
                <a:cubicBezTo>
                  <a:pt x="156" y="166"/>
                  <a:pt x="155" y="165"/>
                  <a:pt x="153" y="162"/>
                </a:cubicBezTo>
                <a:cubicBezTo>
                  <a:pt x="150" y="159"/>
                  <a:pt x="149" y="157"/>
                  <a:pt x="148" y="155"/>
                </a:cubicBezTo>
                <a:cubicBezTo>
                  <a:pt x="146" y="155"/>
                  <a:pt x="145" y="156"/>
                  <a:pt x="145" y="156"/>
                </a:cubicBezTo>
                <a:cubicBezTo>
                  <a:pt x="144" y="156"/>
                  <a:pt x="143" y="155"/>
                  <a:pt x="142" y="155"/>
                </a:cubicBezTo>
                <a:cubicBezTo>
                  <a:pt x="141" y="157"/>
                  <a:pt x="139" y="159"/>
                  <a:pt x="137" y="162"/>
                </a:cubicBezTo>
                <a:cubicBezTo>
                  <a:pt x="135" y="165"/>
                  <a:pt x="133" y="166"/>
                  <a:pt x="133" y="166"/>
                </a:cubicBezTo>
                <a:cubicBezTo>
                  <a:pt x="133" y="166"/>
                  <a:pt x="129" y="164"/>
                  <a:pt x="121" y="160"/>
                </a:cubicBezTo>
                <a:cubicBezTo>
                  <a:pt x="121" y="159"/>
                  <a:pt x="121" y="159"/>
                  <a:pt x="121" y="159"/>
                </a:cubicBezTo>
                <a:cubicBezTo>
                  <a:pt x="121" y="157"/>
                  <a:pt x="122" y="153"/>
                  <a:pt x="125" y="146"/>
                </a:cubicBezTo>
                <a:cubicBezTo>
                  <a:pt x="124" y="144"/>
                  <a:pt x="123" y="143"/>
                  <a:pt x="123" y="141"/>
                </a:cubicBezTo>
                <a:cubicBezTo>
                  <a:pt x="113" y="140"/>
                  <a:pt x="109" y="139"/>
                  <a:pt x="109" y="138"/>
                </a:cubicBezTo>
                <a:cubicBezTo>
                  <a:pt x="109" y="125"/>
                  <a:pt x="109" y="125"/>
                  <a:pt x="109" y="125"/>
                </a:cubicBezTo>
                <a:cubicBezTo>
                  <a:pt x="109" y="124"/>
                  <a:pt x="113" y="123"/>
                  <a:pt x="123" y="122"/>
                </a:cubicBezTo>
                <a:cubicBezTo>
                  <a:pt x="123" y="120"/>
                  <a:pt x="124" y="118"/>
                  <a:pt x="125" y="117"/>
                </a:cubicBezTo>
                <a:cubicBezTo>
                  <a:pt x="122" y="110"/>
                  <a:pt x="121" y="105"/>
                  <a:pt x="121" y="104"/>
                </a:cubicBezTo>
                <a:cubicBezTo>
                  <a:pt x="121" y="104"/>
                  <a:pt x="121" y="103"/>
                  <a:pt x="121" y="103"/>
                </a:cubicBezTo>
                <a:cubicBezTo>
                  <a:pt x="121" y="103"/>
                  <a:pt x="122" y="102"/>
                  <a:pt x="124" y="101"/>
                </a:cubicBezTo>
                <a:cubicBezTo>
                  <a:pt x="126" y="100"/>
                  <a:pt x="128" y="99"/>
                  <a:pt x="130" y="98"/>
                </a:cubicBezTo>
                <a:cubicBezTo>
                  <a:pt x="132" y="97"/>
                  <a:pt x="133" y="97"/>
                  <a:pt x="133" y="97"/>
                </a:cubicBezTo>
                <a:cubicBezTo>
                  <a:pt x="133" y="97"/>
                  <a:pt x="135" y="98"/>
                  <a:pt x="137" y="101"/>
                </a:cubicBezTo>
                <a:cubicBezTo>
                  <a:pt x="139" y="104"/>
                  <a:pt x="141" y="106"/>
                  <a:pt x="142" y="107"/>
                </a:cubicBezTo>
                <a:cubicBezTo>
                  <a:pt x="143" y="107"/>
                  <a:pt x="144" y="107"/>
                  <a:pt x="145" y="107"/>
                </a:cubicBezTo>
                <a:cubicBezTo>
                  <a:pt x="145" y="107"/>
                  <a:pt x="146" y="107"/>
                  <a:pt x="148" y="107"/>
                </a:cubicBezTo>
                <a:cubicBezTo>
                  <a:pt x="151" y="103"/>
                  <a:pt x="154" y="99"/>
                  <a:pt x="156" y="97"/>
                </a:cubicBezTo>
                <a:cubicBezTo>
                  <a:pt x="157" y="97"/>
                  <a:pt x="157" y="97"/>
                  <a:pt x="157" y="97"/>
                </a:cubicBezTo>
                <a:cubicBezTo>
                  <a:pt x="157" y="97"/>
                  <a:pt x="161" y="99"/>
                  <a:pt x="169" y="103"/>
                </a:cubicBezTo>
                <a:cubicBezTo>
                  <a:pt x="169" y="103"/>
                  <a:pt x="169" y="104"/>
                  <a:pt x="169" y="104"/>
                </a:cubicBezTo>
                <a:cubicBezTo>
                  <a:pt x="169" y="105"/>
                  <a:pt x="167" y="110"/>
                  <a:pt x="164" y="117"/>
                </a:cubicBezTo>
                <a:cubicBezTo>
                  <a:pt x="165" y="118"/>
                  <a:pt x="166" y="120"/>
                  <a:pt x="167" y="122"/>
                </a:cubicBezTo>
                <a:cubicBezTo>
                  <a:pt x="176" y="123"/>
                  <a:pt x="181" y="124"/>
                  <a:pt x="181" y="125"/>
                </a:cubicBezTo>
                <a:close/>
                <a:moveTo>
                  <a:pt x="157" y="35"/>
                </a:moveTo>
                <a:cubicBezTo>
                  <a:pt x="157" y="31"/>
                  <a:pt x="156" y="28"/>
                  <a:pt x="153" y="26"/>
                </a:cubicBezTo>
                <a:cubicBezTo>
                  <a:pt x="151" y="24"/>
                  <a:pt x="148" y="22"/>
                  <a:pt x="145" y="22"/>
                </a:cubicBezTo>
                <a:cubicBezTo>
                  <a:pt x="142" y="22"/>
                  <a:pt x="139" y="24"/>
                  <a:pt x="136" y="26"/>
                </a:cubicBezTo>
                <a:cubicBezTo>
                  <a:pt x="134" y="28"/>
                  <a:pt x="133" y="31"/>
                  <a:pt x="133" y="35"/>
                </a:cubicBezTo>
                <a:cubicBezTo>
                  <a:pt x="133" y="38"/>
                  <a:pt x="134" y="41"/>
                  <a:pt x="136" y="43"/>
                </a:cubicBezTo>
                <a:cubicBezTo>
                  <a:pt x="139" y="45"/>
                  <a:pt x="141" y="47"/>
                  <a:pt x="145" y="47"/>
                </a:cubicBezTo>
                <a:cubicBezTo>
                  <a:pt x="148" y="47"/>
                  <a:pt x="151" y="45"/>
                  <a:pt x="153" y="43"/>
                </a:cubicBezTo>
                <a:cubicBezTo>
                  <a:pt x="156" y="41"/>
                  <a:pt x="157" y="38"/>
                  <a:pt x="157" y="35"/>
                </a:cubicBezTo>
                <a:close/>
                <a:moveTo>
                  <a:pt x="157" y="131"/>
                </a:moveTo>
                <a:cubicBezTo>
                  <a:pt x="157" y="128"/>
                  <a:pt x="156" y="125"/>
                  <a:pt x="153" y="123"/>
                </a:cubicBezTo>
                <a:cubicBezTo>
                  <a:pt x="151" y="120"/>
                  <a:pt x="148" y="119"/>
                  <a:pt x="145" y="119"/>
                </a:cubicBezTo>
                <a:cubicBezTo>
                  <a:pt x="142" y="119"/>
                  <a:pt x="139" y="120"/>
                  <a:pt x="136" y="123"/>
                </a:cubicBezTo>
                <a:cubicBezTo>
                  <a:pt x="134" y="125"/>
                  <a:pt x="133" y="128"/>
                  <a:pt x="133" y="131"/>
                </a:cubicBezTo>
                <a:cubicBezTo>
                  <a:pt x="133" y="135"/>
                  <a:pt x="134" y="138"/>
                  <a:pt x="136" y="140"/>
                </a:cubicBezTo>
                <a:cubicBezTo>
                  <a:pt x="139" y="142"/>
                  <a:pt x="141" y="143"/>
                  <a:pt x="145" y="143"/>
                </a:cubicBezTo>
                <a:cubicBezTo>
                  <a:pt x="148" y="143"/>
                  <a:pt x="151" y="142"/>
                  <a:pt x="153" y="140"/>
                </a:cubicBezTo>
                <a:cubicBezTo>
                  <a:pt x="156" y="138"/>
                  <a:pt x="157" y="135"/>
                  <a:pt x="157" y="13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29" name="Freeform 131"/>
          <p:cNvSpPr>
            <a:spLocks noEditPoints="1"/>
          </p:cNvSpPr>
          <p:nvPr/>
        </p:nvSpPr>
        <p:spPr bwMode="auto">
          <a:xfrm>
            <a:off x="3946789" y="2697469"/>
            <a:ext cx="242043" cy="192337"/>
          </a:xfrm>
          <a:custGeom>
            <a:avLst/>
            <a:gdLst>
              <a:gd name="T0" fmla="*/ 124 w 169"/>
              <a:gd name="T1" fmla="*/ 25 h 134"/>
              <a:gd name="T2" fmla="*/ 133 w 169"/>
              <a:gd name="T3" fmla="*/ 49 h 134"/>
              <a:gd name="T4" fmla="*/ 124 w 169"/>
              <a:gd name="T5" fmla="*/ 73 h 134"/>
              <a:gd name="T6" fmla="*/ 100 w 169"/>
              <a:gd name="T7" fmla="*/ 91 h 134"/>
              <a:gd name="T8" fmla="*/ 66 w 169"/>
              <a:gd name="T9" fmla="*/ 97 h 134"/>
              <a:gd name="T10" fmla="*/ 50 w 169"/>
              <a:gd name="T11" fmla="*/ 96 h 134"/>
              <a:gd name="T12" fmla="*/ 23 w 169"/>
              <a:gd name="T13" fmla="*/ 108 h 134"/>
              <a:gd name="T14" fmla="*/ 15 w 169"/>
              <a:gd name="T15" fmla="*/ 109 h 134"/>
              <a:gd name="T16" fmla="*/ 15 w 169"/>
              <a:gd name="T17" fmla="*/ 109 h 134"/>
              <a:gd name="T18" fmla="*/ 13 w 169"/>
              <a:gd name="T19" fmla="*/ 109 h 134"/>
              <a:gd name="T20" fmla="*/ 12 w 169"/>
              <a:gd name="T21" fmla="*/ 107 h 134"/>
              <a:gd name="T22" fmla="*/ 12 w 169"/>
              <a:gd name="T23" fmla="*/ 106 h 134"/>
              <a:gd name="T24" fmla="*/ 12 w 169"/>
              <a:gd name="T25" fmla="*/ 105 h 134"/>
              <a:gd name="T26" fmla="*/ 12 w 169"/>
              <a:gd name="T27" fmla="*/ 105 h 134"/>
              <a:gd name="T28" fmla="*/ 12 w 169"/>
              <a:gd name="T29" fmla="*/ 104 h 134"/>
              <a:gd name="T30" fmla="*/ 13 w 169"/>
              <a:gd name="T31" fmla="*/ 104 h 134"/>
              <a:gd name="T32" fmla="*/ 13 w 169"/>
              <a:gd name="T33" fmla="*/ 103 h 134"/>
              <a:gd name="T34" fmla="*/ 13 w 169"/>
              <a:gd name="T35" fmla="*/ 103 h 134"/>
              <a:gd name="T36" fmla="*/ 14 w 169"/>
              <a:gd name="T37" fmla="*/ 102 h 134"/>
              <a:gd name="T38" fmla="*/ 16 w 169"/>
              <a:gd name="T39" fmla="*/ 100 h 134"/>
              <a:gd name="T40" fmla="*/ 18 w 169"/>
              <a:gd name="T41" fmla="*/ 97 h 134"/>
              <a:gd name="T42" fmla="*/ 21 w 169"/>
              <a:gd name="T43" fmla="*/ 95 h 134"/>
              <a:gd name="T44" fmla="*/ 23 w 169"/>
              <a:gd name="T45" fmla="*/ 91 h 134"/>
              <a:gd name="T46" fmla="*/ 25 w 169"/>
              <a:gd name="T47" fmla="*/ 87 h 134"/>
              <a:gd name="T48" fmla="*/ 6 w 169"/>
              <a:gd name="T49" fmla="*/ 70 h 134"/>
              <a:gd name="T50" fmla="*/ 0 w 169"/>
              <a:gd name="T51" fmla="*/ 49 h 134"/>
              <a:gd name="T52" fmla="*/ 9 w 169"/>
              <a:gd name="T53" fmla="*/ 25 h 134"/>
              <a:gd name="T54" fmla="*/ 33 w 169"/>
              <a:gd name="T55" fmla="*/ 7 h 134"/>
              <a:gd name="T56" fmla="*/ 66 w 169"/>
              <a:gd name="T57" fmla="*/ 0 h 134"/>
              <a:gd name="T58" fmla="*/ 100 w 169"/>
              <a:gd name="T59" fmla="*/ 7 h 134"/>
              <a:gd name="T60" fmla="*/ 124 w 169"/>
              <a:gd name="T61" fmla="*/ 25 h 134"/>
              <a:gd name="T62" fmla="*/ 169 w 169"/>
              <a:gd name="T63" fmla="*/ 73 h 134"/>
              <a:gd name="T64" fmla="*/ 162 w 169"/>
              <a:gd name="T65" fmla="*/ 94 h 134"/>
              <a:gd name="T66" fmla="*/ 144 w 169"/>
              <a:gd name="T67" fmla="*/ 111 h 134"/>
              <a:gd name="T68" fmla="*/ 146 w 169"/>
              <a:gd name="T69" fmla="*/ 115 h 134"/>
              <a:gd name="T70" fmla="*/ 148 w 169"/>
              <a:gd name="T71" fmla="*/ 119 h 134"/>
              <a:gd name="T72" fmla="*/ 150 w 169"/>
              <a:gd name="T73" fmla="*/ 122 h 134"/>
              <a:gd name="T74" fmla="*/ 153 w 169"/>
              <a:gd name="T75" fmla="*/ 124 h 134"/>
              <a:gd name="T76" fmla="*/ 155 w 169"/>
              <a:gd name="T77" fmla="*/ 127 h 134"/>
              <a:gd name="T78" fmla="*/ 155 w 169"/>
              <a:gd name="T79" fmla="*/ 127 h 134"/>
              <a:gd name="T80" fmla="*/ 156 w 169"/>
              <a:gd name="T81" fmla="*/ 128 h 134"/>
              <a:gd name="T82" fmla="*/ 156 w 169"/>
              <a:gd name="T83" fmla="*/ 128 h 134"/>
              <a:gd name="T84" fmla="*/ 157 w 169"/>
              <a:gd name="T85" fmla="*/ 129 h 134"/>
              <a:gd name="T86" fmla="*/ 157 w 169"/>
              <a:gd name="T87" fmla="*/ 129 h 134"/>
              <a:gd name="T88" fmla="*/ 157 w 169"/>
              <a:gd name="T89" fmla="*/ 130 h 134"/>
              <a:gd name="T90" fmla="*/ 157 w 169"/>
              <a:gd name="T91" fmla="*/ 130 h 134"/>
              <a:gd name="T92" fmla="*/ 157 w 169"/>
              <a:gd name="T93" fmla="*/ 131 h 134"/>
              <a:gd name="T94" fmla="*/ 156 w 169"/>
              <a:gd name="T95" fmla="*/ 133 h 134"/>
              <a:gd name="T96" fmla="*/ 154 w 169"/>
              <a:gd name="T97" fmla="*/ 134 h 134"/>
              <a:gd name="T98" fmla="*/ 145 w 169"/>
              <a:gd name="T99" fmla="*/ 132 h 134"/>
              <a:gd name="T100" fmla="*/ 119 w 169"/>
              <a:gd name="T101" fmla="*/ 120 h 134"/>
              <a:gd name="T102" fmla="*/ 103 w 169"/>
              <a:gd name="T103" fmla="*/ 121 h 134"/>
              <a:gd name="T104" fmla="*/ 58 w 169"/>
              <a:gd name="T105" fmla="*/ 109 h 134"/>
              <a:gd name="T106" fmla="*/ 66 w 169"/>
              <a:gd name="T107" fmla="*/ 109 h 134"/>
              <a:gd name="T108" fmla="*/ 95 w 169"/>
              <a:gd name="T109" fmla="*/ 105 h 134"/>
              <a:gd name="T110" fmla="*/ 120 w 169"/>
              <a:gd name="T111" fmla="*/ 93 h 134"/>
              <a:gd name="T112" fmla="*/ 139 w 169"/>
              <a:gd name="T113" fmla="*/ 73 h 134"/>
              <a:gd name="T114" fmla="*/ 145 w 169"/>
              <a:gd name="T115" fmla="*/ 49 h 134"/>
              <a:gd name="T116" fmla="*/ 143 w 169"/>
              <a:gd name="T117" fmla="*/ 34 h 134"/>
              <a:gd name="T118" fmla="*/ 162 w 169"/>
              <a:gd name="T119" fmla="*/ 51 h 134"/>
              <a:gd name="T120" fmla="*/ 169 w 169"/>
              <a:gd name="T121" fmla="*/ 73 h 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69" h="134">
                <a:moveTo>
                  <a:pt x="124" y="25"/>
                </a:moveTo>
                <a:cubicBezTo>
                  <a:pt x="130" y="32"/>
                  <a:pt x="133" y="40"/>
                  <a:pt x="133" y="49"/>
                </a:cubicBezTo>
                <a:cubicBezTo>
                  <a:pt x="133" y="58"/>
                  <a:pt x="130" y="66"/>
                  <a:pt x="124" y="73"/>
                </a:cubicBezTo>
                <a:cubicBezTo>
                  <a:pt x="118" y="81"/>
                  <a:pt x="110" y="86"/>
                  <a:pt x="100" y="91"/>
                </a:cubicBezTo>
                <a:cubicBezTo>
                  <a:pt x="89" y="95"/>
                  <a:pt x="78" y="97"/>
                  <a:pt x="66" y="97"/>
                </a:cubicBezTo>
                <a:cubicBezTo>
                  <a:pt x="61" y="97"/>
                  <a:pt x="55" y="97"/>
                  <a:pt x="50" y="96"/>
                </a:cubicBezTo>
                <a:cubicBezTo>
                  <a:pt x="42" y="101"/>
                  <a:pt x="33" y="105"/>
                  <a:pt x="23" y="108"/>
                </a:cubicBezTo>
                <a:cubicBezTo>
                  <a:pt x="21" y="108"/>
                  <a:pt x="18" y="109"/>
                  <a:pt x="15" y="109"/>
                </a:cubicBezTo>
                <a:cubicBezTo>
                  <a:pt x="15" y="109"/>
                  <a:pt x="15" y="109"/>
                  <a:pt x="15" y="109"/>
                </a:cubicBezTo>
                <a:cubicBezTo>
                  <a:pt x="14" y="109"/>
                  <a:pt x="14" y="109"/>
                  <a:pt x="13" y="109"/>
                </a:cubicBezTo>
                <a:cubicBezTo>
                  <a:pt x="12" y="108"/>
                  <a:pt x="12" y="107"/>
                  <a:pt x="12" y="107"/>
                </a:cubicBezTo>
                <a:cubicBezTo>
                  <a:pt x="12" y="106"/>
                  <a:pt x="12" y="106"/>
                  <a:pt x="12" y="106"/>
                </a:cubicBezTo>
                <a:cubicBezTo>
                  <a:pt x="12" y="106"/>
                  <a:pt x="12" y="106"/>
                  <a:pt x="12" y="105"/>
                </a:cubicBezTo>
                <a:cubicBezTo>
                  <a:pt x="12" y="105"/>
                  <a:pt x="12" y="105"/>
                  <a:pt x="12" y="105"/>
                </a:cubicBezTo>
                <a:cubicBezTo>
                  <a:pt x="12" y="105"/>
                  <a:pt x="12" y="104"/>
                  <a:pt x="12" y="104"/>
                </a:cubicBezTo>
                <a:cubicBezTo>
                  <a:pt x="12" y="104"/>
                  <a:pt x="12" y="104"/>
                  <a:pt x="13" y="104"/>
                </a:cubicBezTo>
                <a:cubicBezTo>
                  <a:pt x="13" y="104"/>
                  <a:pt x="13" y="103"/>
                  <a:pt x="13" y="103"/>
                </a:cubicBezTo>
                <a:cubicBezTo>
                  <a:pt x="13" y="103"/>
                  <a:pt x="13" y="103"/>
                  <a:pt x="13" y="103"/>
                </a:cubicBezTo>
                <a:cubicBezTo>
                  <a:pt x="14" y="103"/>
                  <a:pt x="14" y="103"/>
                  <a:pt x="14" y="102"/>
                </a:cubicBezTo>
                <a:cubicBezTo>
                  <a:pt x="14" y="102"/>
                  <a:pt x="15" y="101"/>
                  <a:pt x="16" y="100"/>
                </a:cubicBezTo>
                <a:cubicBezTo>
                  <a:pt x="17" y="99"/>
                  <a:pt x="18" y="98"/>
                  <a:pt x="18" y="97"/>
                </a:cubicBezTo>
                <a:cubicBezTo>
                  <a:pt x="19" y="97"/>
                  <a:pt x="20" y="96"/>
                  <a:pt x="21" y="95"/>
                </a:cubicBezTo>
                <a:cubicBezTo>
                  <a:pt x="21" y="93"/>
                  <a:pt x="22" y="92"/>
                  <a:pt x="23" y="91"/>
                </a:cubicBezTo>
                <a:cubicBezTo>
                  <a:pt x="24" y="90"/>
                  <a:pt x="24" y="88"/>
                  <a:pt x="25" y="87"/>
                </a:cubicBezTo>
                <a:cubicBezTo>
                  <a:pt x="17" y="82"/>
                  <a:pt x="11" y="77"/>
                  <a:pt x="6" y="70"/>
                </a:cubicBezTo>
                <a:cubicBezTo>
                  <a:pt x="2" y="63"/>
                  <a:pt x="0" y="56"/>
                  <a:pt x="0" y="49"/>
                </a:cubicBezTo>
                <a:cubicBezTo>
                  <a:pt x="0" y="40"/>
                  <a:pt x="3" y="32"/>
                  <a:pt x="9" y="25"/>
                </a:cubicBezTo>
                <a:cubicBezTo>
                  <a:pt x="14" y="17"/>
                  <a:pt x="23" y="11"/>
                  <a:pt x="33" y="7"/>
                </a:cubicBezTo>
                <a:cubicBezTo>
                  <a:pt x="43" y="3"/>
                  <a:pt x="54" y="0"/>
                  <a:pt x="66" y="0"/>
                </a:cubicBezTo>
                <a:cubicBezTo>
                  <a:pt x="78" y="0"/>
                  <a:pt x="89" y="3"/>
                  <a:pt x="100" y="7"/>
                </a:cubicBezTo>
                <a:cubicBezTo>
                  <a:pt x="110" y="11"/>
                  <a:pt x="118" y="17"/>
                  <a:pt x="124" y="25"/>
                </a:cubicBezTo>
                <a:close/>
                <a:moveTo>
                  <a:pt x="169" y="73"/>
                </a:moveTo>
                <a:cubicBezTo>
                  <a:pt x="169" y="81"/>
                  <a:pt x="167" y="88"/>
                  <a:pt x="162" y="94"/>
                </a:cubicBezTo>
                <a:cubicBezTo>
                  <a:pt x="158" y="101"/>
                  <a:pt x="152" y="106"/>
                  <a:pt x="144" y="111"/>
                </a:cubicBezTo>
                <a:cubicBezTo>
                  <a:pt x="145" y="112"/>
                  <a:pt x="145" y="114"/>
                  <a:pt x="146" y="115"/>
                </a:cubicBezTo>
                <a:cubicBezTo>
                  <a:pt x="147" y="116"/>
                  <a:pt x="147" y="118"/>
                  <a:pt x="148" y="119"/>
                </a:cubicBezTo>
                <a:cubicBezTo>
                  <a:pt x="149" y="120"/>
                  <a:pt x="150" y="121"/>
                  <a:pt x="150" y="122"/>
                </a:cubicBezTo>
                <a:cubicBezTo>
                  <a:pt x="151" y="122"/>
                  <a:pt x="152" y="123"/>
                  <a:pt x="153" y="124"/>
                </a:cubicBezTo>
                <a:cubicBezTo>
                  <a:pt x="154" y="125"/>
                  <a:pt x="155" y="126"/>
                  <a:pt x="155" y="127"/>
                </a:cubicBezTo>
                <a:cubicBezTo>
                  <a:pt x="155" y="127"/>
                  <a:pt x="155" y="127"/>
                  <a:pt x="155" y="127"/>
                </a:cubicBezTo>
                <a:cubicBezTo>
                  <a:pt x="156" y="127"/>
                  <a:pt x="156" y="127"/>
                  <a:pt x="156" y="128"/>
                </a:cubicBezTo>
                <a:cubicBezTo>
                  <a:pt x="156" y="128"/>
                  <a:pt x="156" y="128"/>
                  <a:pt x="156" y="128"/>
                </a:cubicBezTo>
                <a:cubicBezTo>
                  <a:pt x="156" y="128"/>
                  <a:pt x="156" y="128"/>
                  <a:pt x="157" y="129"/>
                </a:cubicBezTo>
                <a:cubicBezTo>
                  <a:pt x="157" y="129"/>
                  <a:pt x="157" y="129"/>
                  <a:pt x="157" y="129"/>
                </a:cubicBezTo>
                <a:cubicBezTo>
                  <a:pt x="157" y="129"/>
                  <a:pt x="157" y="129"/>
                  <a:pt x="157" y="130"/>
                </a:cubicBezTo>
                <a:cubicBezTo>
                  <a:pt x="157" y="130"/>
                  <a:pt x="157" y="130"/>
                  <a:pt x="157" y="130"/>
                </a:cubicBezTo>
                <a:cubicBezTo>
                  <a:pt x="157" y="130"/>
                  <a:pt x="157" y="131"/>
                  <a:pt x="157" y="131"/>
                </a:cubicBezTo>
                <a:cubicBezTo>
                  <a:pt x="157" y="132"/>
                  <a:pt x="156" y="132"/>
                  <a:pt x="156" y="133"/>
                </a:cubicBezTo>
                <a:cubicBezTo>
                  <a:pt x="155" y="133"/>
                  <a:pt x="154" y="134"/>
                  <a:pt x="154" y="134"/>
                </a:cubicBezTo>
                <a:cubicBezTo>
                  <a:pt x="150" y="133"/>
                  <a:pt x="148" y="133"/>
                  <a:pt x="145" y="132"/>
                </a:cubicBezTo>
                <a:cubicBezTo>
                  <a:pt x="136" y="130"/>
                  <a:pt x="127" y="125"/>
                  <a:pt x="119" y="120"/>
                </a:cubicBezTo>
                <a:cubicBezTo>
                  <a:pt x="114" y="121"/>
                  <a:pt x="108" y="121"/>
                  <a:pt x="103" y="121"/>
                </a:cubicBezTo>
                <a:cubicBezTo>
                  <a:pt x="85" y="121"/>
                  <a:pt x="71" y="117"/>
                  <a:pt x="58" y="109"/>
                </a:cubicBezTo>
                <a:cubicBezTo>
                  <a:pt x="62" y="109"/>
                  <a:pt x="64" y="109"/>
                  <a:pt x="66" y="109"/>
                </a:cubicBezTo>
                <a:cubicBezTo>
                  <a:pt x="76" y="109"/>
                  <a:pt x="86" y="108"/>
                  <a:pt x="95" y="105"/>
                </a:cubicBezTo>
                <a:cubicBezTo>
                  <a:pt x="105" y="102"/>
                  <a:pt x="113" y="98"/>
                  <a:pt x="120" y="93"/>
                </a:cubicBezTo>
                <a:cubicBezTo>
                  <a:pt x="128" y="87"/>
                  <a:pt x="134" y="80"/>
                  <a:pt x="139" y="73"/>
                </a:cubicBezTo>
                <a:cubicBezTo>
                  <a:pt x="143" y="65"/>
                  <a:pt x="145" y="57"/>
                  <a:pt x="145" y="49"/>
                </a:cubicBezTo>
                <a:cubicBezTo>
                  <a:pt x="145" y="44"/>
                  <a:pt x="144" y="39"/>
                  <a:pt x="143" y="34"/>
                </a:cubicBezTo>
                <a:cubicBezTo>
                  <a:pt x="151" y="39"/>
                  <a:pt x="157" y="45"/>
                  <a:pt x="162" y="51"/>
                </a:cubicBezTo>
                <a:cubicBezTo>
                  <a:pt x="167" y="58"/>
                  <a:pt x="169" y="65"/>
                  <a:pt x="169" y="7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30" name="Freeform 132"/>
          <p:cNvSpPr>
            <a:spLocks noEditPoints="1"/>
          </p:cNvSpPr>
          <p:nvPr/>
        </p:nvSpPr>
        <p:spPr bwMode="auto">
          <a:xfrm>
            <a:off x="4249343" y="2665051"/>
            <a:ext cx="207464" cy="224755"/>
          </a:xfrm>
          <a:custGeom>
            <a:avLst/>
            <a:gdLst>
              <a:gd name="T0" fmla="*/ 140 w 145"/>
              <a:gd name="T1" fmla="*/ 88 h 158"/>
              <a:gd name="T2" fmla="*/ 137 w 145"/>
              <a:gd name="T3" fmla="*/ 108 h 158"/>
              <a:gd name="T4" fmla="*/ 132 w 145"/>
              <a:gd name="T5" fmla="*/ 129 h 158"/>
              <a:gd name="T6" fmla="*/ 103 w 145"/>
              <a:gd name="T7" fmla="*/ 158 h 158"/>
              <a:gd name="T8" fmla="*/ 90 w 145"/>
              <a:gd name="T9" fmla="*/ 158 h 158"/>
              <a:gd name="T10" fmla="*/ 52 w 145"/>
              <a:gd name="T11" fmla="*/ 149 h 158"/>
              <a:gd name="T12" fmla="*/ 12 w 145"/>
              <a:gd name="T13" fmla="*/ 145 h 158"/>
              <a:gd name="T14" fmla="*/ 0 w 145"/>
              <a:gd name="T15" fmla="*/ 133 h 158"/>
              <a:gd name="T16" fmla="*/ 3 w 145"/>
              <a:gd name="T17" fmla="*/ 64 h 158"/>
              <a:gd name="T18" fmla="*/ 38 w 145"/>
              <a:gd name="T19" fmla="*/ 61 h 158"/>
              <a:gd name="T20" fmla="*/ 61 w 145"/>
              <a:gd name="T21" fmla="*/ 34 h 158"/>
              <a:gd name="T22" fmla="*/ 67 w 145"/>
              <a:gd name="T23" fmla="*/ 14 h 158"/>
              <a:gd name="T24" fmla="*/ 81 w 145"/>
              <a:gd name="T25" fmla="*/ 0 h 158"/>
              <a:gd name="T26" fmla="*/ 105 w 145"/>
              <a:gd name="T27" fmla="*/ 13 h 158"/>
              <a:gd name="T28" fmla="*/ 104 w 145"/>
              <a:gd name="T29" fmla="*/ 49 h 158"/>
              <a:gd name="T30" fmla="*/ 138 w 145"/>
              <a:gd name="T31" fmla="*/ 56 h 158"/>
              <a:gd name="T32" fmla="*/ 22 w 145"/>
              <a:gd name="T33" fmla="*/ 132 h 158"/>
              <a:gd name="T34" fmla="*/ 22 w 145"/>
              <a:gd name="T35" fmla="*/ 123 h 158"/>
              <a:gd name="T36" fmla="*/ 14 w 145"/>
              <a:gd name="T37" fmla="*/ 123 h 158"/>
              <a:gd name="T38" fmla="*/ 14 w 145"/>
              <a:gd name="T39" fmla="*/ 132 h 158"/>
              <a:gd name="T40" fmla="*/ 22 w 145"/>
              <a:gd name="T41" fmla="*/ 132 h 158"/>
              <a:gd name="T42" fmla="*/ 129 w 145"/>
              <a:gd name="T43" fmla="*/ 64 h 158"/>
              <a:gd name="T44" fmla="*/ 87 w 145"/>
              <a:gd name="T45" fmla="*/ 61 h 158"/>
              <a:gd name="T46" fmla="*/ 96 w 145"/>
              <a:gd name="T47" fmla="*/ 30 h 158"/>
              <a:gd name="T48" fmla="*/ 81 w 145"/>
              <a:gd name="T49" fmla="*/ 12 h 158"/>
              <a:gd name="T50" fmla="*/ 75 w 145"/>
              <a:gd name="T51" fmla="*/ 32 h 158"/>
              <a:gd name="T52" fmla="*/ 62 w 145"/>
              <a:gd name="T53" fmla="*/ 51 h 158"/>
              <a:gd name="T54" fmla="*/ 57 w 145"/>
              <a:gd name="T55" fmla="*/ 58 h 158"/>
              <a:gd name="T56" fmla="*/ 50 w 145"/>
              <a:gd name="T57" fmla="*/ 66 h 158"/>
              <a:gd name="T58" fmla="*/ 42 w 145"/>
              <a:gd name="T59" fmla="*/ 72 h 158"/>
              <a:gd name="T60" fmla="*/ 36 w 145"/>
              <a:gd name="T61" fmla="*/ 73 h 158"/>
              <a:gd name="T62" fmla="*/ 39 w 145"/>
              <a:gd name="T63" fmla="*/ 133 h 158"/>
              <a:gd name="T64" fmla="*/ 45 w 145"/>
              <a:gd name="T65" fmla="*/ 134 h 158"/>
              <a:gd name="T66" fmla="*/ 52 w 145"/>
              <a:gd name="T67" fmla="*/ 136 h 158"/>
              <a:gd name="T68" fmla="*/ 58 w 145"/>
              <a:gd name="T69" fmla="*/ 139 h 158"/>
              <a:gd name="T70" fmla="*/ 102 w 145"/>
              <a:gd name="T71" fmla="*/ 145 h 158"/>
              <a:gd name="T72" fmla="*/ 120 w 145"/>
              <a:gd name="T73" fmla="*/ 124 h 158"/>
              <a:gd name="T74" fmla="*/ 126 w 145"/>
              <a:gd name="T75" fmla="*/ 112 h 158"/>
              <a:gd name="T76" fmla="*/ 129 w 145"/>
              <a:gd name="T77" fmla="*/ 95 h 158"/>
              <a:gd name="T78" fmla="*/ 126 w 145"/>
              <a:gd name="T79" fmla="*/ 85 h 158"/>
              <a:gd name="T80" fmla="*/ 133 w 145"/>
              <a:gd name="T81" fmla="*/ 73 h 1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45" h="158">
                <a:moveTo>
                  <a:pt x="145" y="73"/>
                </a:moveTo>
                <a:cubicBezTo>
                  <a:pt x="145" y="78"/>
                  <a:pt x="143" y="83"/>
                  <a:pt x="140" y="88"/>
                </a:cubicBezTo>
                <a:cubicBezTo>
                  <a:pt x="141" y="90"/>
                  <a:pt x="141" y="92"/>
                  <a:pt x="141" y="95"/>
                </a:cubicBezTo>
                <a:cubicBezTo>
                  <a:pt x="141" y="100"/>
                  <a:pt x="140" y="104"/>
                  <a:pt x="137" y="108"/>
                </a:cubicBezTo>
                <a:cubicBezTo>
                  <a:pt x="138" y="110"/>
                  <a:pt x="138" y="111"/>
                  <a:pt x="138" y="112"/>
                </a:cubicBezTo>
                <a:cubicBezTo>
                  <a:pt x="138" y="119"/>
                  <a:pt x="136" y="124"/>
                  <a:pt x="132" y="129"/>
                </a:cubicBezTo>
                <a:cubicBezTo>
                  <a:pt x="132" y="138"/>
                  <a:pt x="129" y="145"/>
                  <a:pt x="124" y="150"/>
                </a:cubicBezTo>
                <a:cubicBezTo>
                  <a:pt x="119" y="155"/>
                  <a:pt x="111" y="158"/>
                  <a:pt x="103" y="158"/>
                </a:cubicBezTo>
                <a:cubicBezTo>
                  <a:pt x="99" y="158"/>
                  <a:pt x="99" y="158"/>
                  <a:pt x="99" y="158"/>
                </a:cubicBezTo>
                <a:cubicBezTo>
                  <a:pt x="90" y="158"/>
                  <a:pt x="90" y="158"/>
                  <a:pt x="90" y="158"/>
                </a:cubicBezTo>
                <a:cubicBezTo>
                  <a:pt x="84" y="158"/>
                  <a:pt x="78" y="157"/>
                  <a:pt x="72" y="155"/>
                </a:cubicBezTo>
                <a:cubicBezTo>
                  <a:pt x="67" y="154"/>
                  <a:pt x="60" y="152"/>
                  <a:pt x="52" y="149"/>
                </a:cubicBezTo>
                <a:cubicBezTo>
                  <a:pt x="45" y="147"/>
                  <a:pt x="40" y="145"/>
                  <a:pt x="39" y="145"/>
                </a:cubicBezTo>
                <a:cubicBezTo>
                  <a:pt x="12" y="145"/>
                  <a:pt x="12" y="145"/>
                  <a:pt x="12" y="145"/>
                </a:cubicBezTo>
                <a:cubicBezTo>
                  <a:pt x="8" y="145"/>
                  <a:pt x="6" y="144"/>
                  <a:pt x="3" y="142"/>
                </a:cubicBezTo>
                <a:cubicBezTo>
                  <a:pt x="1" y="140"/>
                  <a:pt x="0" y="137"/>
                  <a:pt x="0" y="133"/>
                </a:cubicBezTo>
                <a:cubicBezTo>
                  <a:pt x="0" y="73"/>
                  <a:pt x="0" y="73"/>
                  <a:pt x="0" y="73"/>
                </a:cubicBezTo>
                <a:cubicBezTo>
                  <a:pt x="0" y="70"/>
                  <a:pt x="1" y="67"/>
                  <a:pt x="3" y="64"/>
                </a:cubicBezTo>
                <a:cubicBezTo>
                  <a:pt x="6" y="62"/>
                  <a:pt x="8" y="61"/>
                  <a:pt x="12" y="61"/>
                </a:cubicBezTo>
                <a:cubicBezTo>
                  <a:pt x="38" y="61"/>
                  <a:pt x="38" y="61"/>
                  <a:pt x="38" y="61"/>
                </a:cubicBezTo>
                <a:cubicBezTo>
                  <a:pt x="40" y="59"/>
                  <a:pt x="44" y="54"/>
                  <a:pt x="51" y="46"/>
                </a:cubicBezTo>
                <a:cubicBezTo>
                  <a:pt x="54" y="41"/>
                  <a:pt x="58" y="37"/>
                  <a:pt x="61" y="34"/>
                </a:cubicBezTo>
                <a:cubicBezTo>
                  <a:pt x="62" y="32"/>
                  <a:pt x="63" y="30"/>
                  <a:pt x="64" y="26"/>
                </a:cubicBezTo>
                <a:cubicBezTo>
                  <a:pt x="65" y="22"/>
                  <a:pt x="66" y="18"/>
                  <a:pt x="67" y="14"/>
                </a:cubicBezTo>
                <a:cubicBezTo>
                  <a:pt x="68" y="10"/>
                  <a:pt x="70" y="6"/>
                  <a:pt x="73" y="4"/>
                </a:cubicBezTo>
                <a:cubicBezTo>
                  <a:pt x="75" y="1"/>
                  <a:pt x="78" y="0"/>
                  <a:pt x="81" y="0"/>
                </a:cubicBezTo>
                <a:cubicBezTo>
                  <a:pt x="87" y="0"/>
                  <a:pt x="91" y="1"/>
                  <a:pt x="96" y="3"/>
                </a:cubicBezTo>
                <a:cubicBezTo>
                  <a:pt x="100" y="5"/>
                  <a:pt x="103" y="9"/>
                  <a:pt x="105" y="13"/>
                </a:cubicBezTo>
                <a:cubicBezTo>
                  <a:pt x="107" y="17"/>
                  <a:pt x="109" y="23"/>
                  <a:pt x="109" y="30"/>
                </a:cubicBezTo>
                <a:cubicBezTo>
                  <a:pt x="109" y="36"/>
                  <a:pt x="107" y="42"/>
                  <a:pt x="104" y="49"/>
                </a:cubicBezTo>
                <a:cubicBezTo>
                  <a:pt x="121" y="49"/>
                  <a:pt x="121" y="49"/>
                  <a:pt x="121" y="49"/>
                </a:cubicBezTo>
                <a:cubicBezTo>
                  <a:pt x="127" y="49"/>
                  <a:pt x="133" y="51"/>
                  <a:pt x="138" y="56"/>
                </a:cubicBezTo>
                <a:cubicBezTo>
                  <a:pt x="142" y="61"/>
                  <a:pt x="145" y="66"/>
                  <a:pt x="145" y="73"/>
                </a:cubicBezTo>
                <a:close/>
                <a:moveTo>
                  <a:pt x="22" y="132"/>
                </a:moveTo>
                <a:cubicBezTo>
                  <a:pt x="23" y="130"/>
                  <a:pt x="24" y="129"/>
                  <a:pt x="24" y="127"/>
                </a:cubicBezTo>
                <a:cubicBezTo>
                  <a:pt x="24" y="126"/>
                  <a:pt x="23" y="124"/>
                  <a:pt x="22" y="123"/>
                </a:cubicBezTo>
                <a:cubicBezTo>
                  <a:pt x="21" y="122"/>
                  <a:pt x="19" y="121"/>
                  <a:pt x="18" y="121"/>
                </a:cubicBezTo>
                <a:cubicBezTo>
                  <a:pt x="16" y="121"/>
                  <a:pt x="15" y="122"/>
                  <a:pt x="14" y="123"/>
                </a:cubicBezTo>
                <a:cubicBezTo>
                  <a:pt x="12" y="124"/>
                  <a:pt x="12" y="126"/>
                  <a:pt x="12" y="127"/>
                </a:cubicBezTo>
                <a:cubicBezTo>
                  <a:pt x="12" y="129"/>
                  <a:pt x="12" y="130"/>
                  <a:pt x="14" y="132"/>
                </a:cubicBezTo>
                <a:cubicBezTo>
                  <a:pt x="15" y="133"/>
                  <a:pt x="16" y="133"/>
                  <a:pt x="18" y="133"/>
                </a:cubicBezTo>
                <a:cubicBezTo>
                  <a:pt x="19" y="133"/>
                  <a:pt x="21" y="133"/>
                  <a:pt x="22" y="132"/>
                </a:cubicBezTo>
                <a:close/>
                <a:moveTo>
                  <a:pt x="133" y="73"/>
                </a:moveTo>
                <a:cubicBezTo>
                  <a:pt x="133" y="70"/>
                  <a:pt x="132" y="67"/>
                  <a:pt x="129" y="64"/>
                </a:cubicBezTo>
                <a:cubicBezTo>
                  <a:pt x="127" y="62"/>
                  <a:pt x="124" y="61"/>
                  <a:pt x="121" y="61"/>
                </a:cubicBezTo>
                <a:cubicBezTo>
                  <a:pt x="87" y="61"/>
                  <a:pt x="87" y="61"/>
                  <a:pt x="87" y="61"/>
                </a:cubicBezTo>
                <a:cubicBezTo>
                  <a:pt x="87" y="57"/>
                  <a:pt x="89" y="52"/>
                  <a:pt x="92" y="46"/>
                </a:cubicBezTo>
                <a:cubicBezTo>
                  <a:pt x="95" y="39"/>
                  <a:pt x="96" y="34"/>
                  <a:pt x="96" y="30"/>
                </a:cubicBezTo>
                <a:cubicBezTo>
                  <a:pt x="96" y="24"/>
                  <a:pt x="95" y="20"/>
                  <a:pt x="93" y="17"/>
                </a:cubicBezTo>
                <a:cubicBezTo>
                  <a:pt x="91" y="14"/>
                  <a:pt x="87" y="12"/>
                  <a:pt x="81" y="12"/>
                </a:cubicBezTo>
                <a:cubicBezTo>
                  <a:pt x="80" y="14"/>
                  <a:pt x="78" y="17"/>
                  <a:pt x="78" y="20"/>
                </a:cubicBezTo>
                <a:cubicBezTo>
                  <a:pt x="77" y="24"/>
                  <a:pt x="76" y="28"/>
                  <a:pt x="75" y="32"/>
                </a:cubicBezTo>
                <a:cubicBezTo>
                  <a:pt x="74" y="36"/>
                  <a:pt x="72" y="40"/>
                  <a:pt x="69" y="43"/>
                </a:cubicBezTo>
                <a:cubicBezTo>
                  <a:pt x="68" y="44"/>
                  <a:pt x="65" y="47"/>
                  <a:pt x="62" y="51"/>
                </a:cubicBezTo>
                <a:cubicBezTo>
                  <a:pt x="62" y="52"/>
                  <a:pt x="61" y="52"/>
                  <a:pt x="60" y="54"/>
                </a:cubicBezTo>
                <a:cubicBezTo>
                  <a:pt x="59" y="56"/>
                  <a:pt x="58" y="57"/>
                  <a:pt x="57" y="58"/>
                </a:cubicBezTo>
                <a:cubicBezTo>
                  <a:pt x="56" y="59"/>
                  <a:pt x="55" y="60"/>
                  <a:pt x="54" y="62"/>
                </a:cubicBezTo>
                <a:cubicBezTo>
                  <a:pt x="52" y="64"/>
                  <a:pt x="51" y="65"/>
                  <a:pt x="50" y="66"/>
                </a:cubicBezTo>
                <a:cubicBezTo>
                  <a:pt x="49" y="67"/>
                  <a:pt x="47" y="68"/>
                  <a:pt x="46" y="69"/>
                </a:cubicBezTo>
                <a:cubicBezTo>
                  <a:pt x="45" y="71"/>
                  <a:pt x="44" y="71"/>
                  <a:pt x="42" y="72"/>
                </a:cubicBezTo>
                <a:cubicBezTo>
                  <a:pt x="41" y="73"/>
                  <a:pt x="40" y="73"/>
                  <a:pt x="39" y="73"/>
                </a:cubicBezTo>
                <a:cubicBezTo>
                  <a:pt x="36" y="73"/>
                  <a:pt x="36" y="73"/>
                  <a:pt x="36" y="73"/>
                </a:cubicBezTo>
                <a:cubicBezTo>
                  <a:pt x="36" y="133"/>
                  <a:pt x="36" y="133"/>
                  <a:pt x="36" y="133"/>
                </a:cubicBezTo>
                <a:cubicBezTo>
                  <a:pt x="39" y="133"/>
                  <a:pt x="39" y="133"/>
                  <a:pt x="39" y="133"/>
                </a:cubicBezTo>
                <a:cubicBezTo>
                  <a:pt x="40" y="133"/>
                  <a:pt x="41" y="133"/>
                  <a:pt x="42" y="134"/>
                </a:cubicBezTo>
                <a:cubicBezTo>
                  <a:pt x="43" y="134"/>
                  <a:pt x="44" y="134"/>
                  <a:pt x="45" y="134"/>
                </a:cubicBezTo>
                <a:cubicBezTo>
                  <a:pt x="46" y="134"/>
                  <a:pt x="47" y="135"/>
                  <a:pt x="49" y="135"/>
                </a:cubicBezTo>
                <a:cubicBezTo>
                  <a:pt x="50" y="136"/>
                  <a:pt x="51" y="136"/>
                  <a:pt x="52" y="136"/>
                </a:cubicBezTo>
                <a:cubicBezTo>
                  <a:pt x="53" y="137"/>
                  <a:pt x="54" y="137"/>
                  <a:pt x="55" y="138"/>
                </a:cubicBezTo>
                <a:cubicBezTo>
                  <a:pt x="57" y="138"/>
                  <a:pt x="58" y="138"/>
                  <a:pt x="58" y="139"/>
                </a:cubicBezTo>
                <a:cubicBezTo>
                  <a:pt x="71" y="143"/>
                  <a:pt x="82" y="145"/>
                  <a:pt x="90" y="145"/>
                </a:cubicBezTo>
                <a:cubicBezTo>
                  <a:pt x="102" y="145"/>
                  <a:pt x="102" y="145"/>
                  <a:pt x="102" y="145"/>
                </a:cubicBezTo>
                <a:cubicBezTo>
                  <a:pt x="114" y="145"/>
                  <a:pt x="120" y="140"/>
                  <a:pt x="120" y="130"/>
                </a:cubicBezTo>
                <a:cubicBezTo>
                  <a:pt x="120" y="128"/>
                  <a:pt x="120" y="126"/>
                  <a:pt x="120" y="124"/>
                </a:cubicBezTo>
                <a:cubicBezTo>
                  <a:pt x="121" y="123"/>
                  <a:pt x="123" y="122"/>
                  <a:pt x="124" y="119"/>
                </a:cubicBezTo>
                <a:cubicBezTo>
                  <a:pt x="125" y="117"/>
                  <a:pt x="126" y="115"/>
                  <a:pt x="126" y="112"/>
                </a:cubicBezTo>
                <a:cubicBezTo>
                  <a:pt x="126" y="110"/>
                  <a:pt x="125" y="108"/>
                  <a:pt x="124" y="106"/>
                </a:cubicBezTo>
                <a:cubicBezTo>
                  <a:pt x="127" y="103"/>
                  <a:pt x="129" y="99"/>
                  <a:pt x="129" y="95"/>
                </a:cubicBezTo>
                <a:cubicBezTo>
                  <a:pt x="129" y="93"/>
                  <a:pt x="129" y="91"/>
                  <a:pt x="128" y="89"/>
                </a:cubicBezTo>
                <a:cubicBezTo>
                  <a:pt x="127" y="88"/>
                  <a:pt x="127" y="86"/>
                  <a:pt x="126" y="85"/>
                </a:cubicBezTo>
                <a:cubicBezTo>
                  <a:pt x="128" y="85"/>
                  <a:pt x="129" y="83"/>
                  <a:pt x="131" y="81"/>
                </a:cubicBezTo>
                <a:cubicBezTo>
                  <a:pt x="132" y="78"/>
                  <a:pt x="133" y="75"/>
                  <a:pt x="133" y="7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31" name="Freeform 133"/>
          <p:cNvSpPr>
            <a:spLocks noEditPoints="1"/>
          </p:cNvSpPr>
          <p:nvPr/>
        </p:nvSpPr>
        <p:spPr bwMode="auto">
          <a:xfrm>
            <a:off x="4515159" y="2680180"/>
            <a:ext cx="209627" cy="226915"/>
          </a:xfrm>
          <a:custGeom>
            <a:avLst/>
            <a:gdLst>
              <a:gd name="T0" fmla="*/ 138 w 146"/>
              <a:gd name="T1" fmla="*/ 102 h 158"/>
              <a:gd name="T2" fmla="*/ 105 w 146"/>
              <a:gd name="T3" fmla="*/ 109 h 158"/>
              <a:gd name="T4" fmla="*/ 106 w 146"/>
              <a:gd name="T5" fmla="*/ 145 h 158"/>
              <a:gd name="T6" fmla="*/ 82 w 146"/>
              <a:gd name="T7" fmla="*/ 158 h 158"/>
              <a:gd name="T8" fmla="*/ 68 w 146"/>
              <a:gd name="T9" fmla="*/ 146 h 158"/>
              <a:gd name="T10" fmla="*/ 64 w 146"/>
              <a:gd name="T11" fmla="*/ 130 h 158"/>
              <a:gd name="T12" fmla="*/ 51 w 146"/>
              <a:gd name="T13" fmla="*/ 112 h 158"/>
              <a:gd name="T14" fmla="*/ 13 w 146"/>
              <a:gd name="T15" fmla="*/ 97 h 158"/>
              <a:gd name="T16" fmla="*/ 0 w 146"/>
              <a:gd name="T17" fmla="*/ 85 h 158"/>
              <a:gd name="T18" fmla="*/ 4 w 146"/>
              <a:gd name="T19" fmla="*/ 16 h 158"/>
              <a:gd name="T20" fmla="*/ 40 w 146"/>
              <a:gd name="T21" fmla="*/ 12 h 158"/>
              <a:gd name="T22" fmla="*/ 74 w 146"/>
              <a:gd name="T23" fmla="*/ 2 h 158"/>
              <a:gd name="T24" fmla="*/ 103 w 146"/>
              <a:gd name="T25" fmla="*/ 0 h 158"/>
              <a:gd name="T26" fmla="*/ 133 w 146"/>
              <a:gd name="T27" fmla="*/ 28 h 158"/>
              <a:gd name="T28" fmla="*/ 139 w 146"/>
              <a:gd name="T29" fmla="*/ 46 h 158"/>
              <a:gd name="T30" fmla="*/ 142 w 146"/>
              <a:gd name="T31" fmla="*/ 63 h 158"/>
              <a:gd name="T32" fmla="*/ 146 w 146"/>
              <a:gd name="T33" fmla="*/ 85 h 158"/>
              <a:gd name="T34" fmla="*/ 25 w 146"/>
              <a:gd name="T35" fmla="*/ 31 h 158"/>
              <a:gd name="T36" fmla="*/ 19 w 146"/>
              <a:gd name="T37" fmla="*/ 25 h 158"/>
              <a:gd name="T38" fmla="*/ 13 w 146"/>
              <a:gd name="T39" fmla="*/ 31 h 158"/>
              <a:gd name="T40" fmla="*/ 19 w 146"/>
              <a:gd name="T41" fmla="*/ 37 h 158"/>
              <a:gd name="T42" fmla="*/ 134 w 146"/>
              <a:gd name="T43" fmla="*/ 85 h 158"/>
              <a:gd name="T44" fmla="*/ 126 w 146"/>
              <a:gd name="T45" fmla="*/ 73 h 158"/>
              <a:gd name="T46" fmla="*/ 130 w 146"/>
              <a:gd name="T47" fmla="*/ 63 h 158"/>
              <a:gd name="T48" fmla="*/ 126 w 146"/>
              <a:gd name="T49" fmla="*/ 45 h 158"/>
              <a:gd name="T50" fmla="*/ 120 w 146"/>
              <a:gd name="T51" fmla="*/ 34 h 158"/>
              <a:gd name="T52" fmla="*/ 116 w 146"/>
              <a:gd name="T53" fmla="*/ 16 h 158"/>
              <a:gd name="T54" fmla="*/ 91 w 146"/>
              <a:gd name="T55" fmla="*/ 12 h 158"/>
              <a:gd name="T56" fmla="*/ 56 w 146"/>
              <a:gd name="T57" fmla="*/ 20 h 158"/>
              <a:gd name="T58" fmla="*/ 49 w 146"/>
              <a:gd name="T59" fmla="*/ 23 h 158"/>
              <a:gd name="T60" fmla="*/ 43 w 146"/>
              <a:gd name="T61" fmla="*/ 24 h 158"/>
              <a:gd name="T62" fmla="*/ 37 w 146"/>
              <a:gd name="T63" fmla="*/ 25 h 158"/>
              <a:gd name="T64" fmla="*/ 40 w 146"/>
              <a:gd name="T65" fmla="*/ 85 h 158"/>
              <a:gd name="T66" fmla="*/ 47 w 146"/>
              <a:gd name="T67" fmla="*/ 88 h 158"/>
              <a:gd name="T68" fmla="*/ 54 w 146"/>
              <a:gd name="T69" fmla="*/ 96 h 158"/>
              <a:gd name="T70" fmla="*/ 61 w 146"/>
              <a:gd name="T71" fmla="*/ 104 h 158"/>
              <a:gd name="T72" fmla="*/ 70 w 146"/>
              <a:gd name="T73" fmla="*/ 115 h 158"/>
              <a:gd name="T74" fmla="*/ 79 w 146"/>
              <a:gd name="T75" fmla="*/ 138 h 158"/>
              <a:gd name="T76" fmla="*/ 94 w 146"/>
              <a:gd name="T77" fmla="*/ 141 h 158"/>
              <a:gd name="T78" fmla="*/ 93 w 146"/>
              <a:gd name="T79" fmla="*/ 112 h 158"/>
              <a:gd name="T80" fmla="*/ 121 w 146"/>
              <a:gd name="T81" fmla="*/ 97 h 158"/>
              <a:gd name="T82" fmla="*/ 134 w 146"/>
              <a:gd name="T83" fmla="*/ 85 h 1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46" h="158">
                <a:moveTo>
                  <a:pt x="146" y="85"/>
                </a:moveTo>
                <a:cubicBezTo>
                  <a:pt x="146" y="92"/>
                  <a:pt x="143" y="97"/>
                  <a:pt x="138" y="102"/>
                </a:cubicBezTo>
                <a:cubicBezTo>
                  <a:pt x="134" y="107"/>
                  <a:pt x="128" y="109"/>
                  <a:pt x="121" y="109"/>
                </a:cubicBezTo>
                <a:cubicBezTo>
                  <a:pt x="105" y="109"/>
                  <a:pt x="105" y="109"/>
                  <a:pt x="105" y="109"/>
                </a:cubicBezTo>
                <a:cubicBezTo>
                  <a:pt x="108" y="115"/>
                  <a:pt x="109" y="122"/>
                  <a:pt x="109" y="127"/>
                </a:cubicBezTo>
                <a:cubicBezTo>
                  <a:pt x="109" y="135"/>
                  <a:pt x="108" y="141"/>
                  <a:pt x="106" y="145"/>
                </a:cubicBezTo>
                <a:cubicBezTo>
                  <a:pt x="104" y="149"/>
                  <a:pt x="101" y="153"/>
                  <a:pt x="96" y="155"/>
                </a:cubicBezTo>
                <a:cubicBezTo>
                  <a:pt x="92" y="157"/>
                  <a:pt x="87" y="158"/>
                  <a:pt x="82" y="158"/>
                </a:cubicBezTo>
                <a:cubicBezTo>
                  <a:pt x="79" y="158"/>
                  <a:pt x="76" y="156"/>
                  <a:pt x="74" y="154"/>
                </a:cubicBezTo>
                <a:cubicBezTo>
                  <a:pt x="71" y="152"/>
                  <a:pt x="70" y="149"/>
                  <a:pt x="68" y="146"/>
                </a:cubicBezTo>
                <a:cubicBezTo>
                  <a:pt x="67" y="143"/>
                  <a:pt x="66" y="140"/>
                  <a:pt x="66" y="138"/>
                </a:cubicBezTo>
                <a:cubicBezTo>
                  <a:pt x="66" y="135"/>
                  <a:pt x="65" y="133"/>
                  <a:pt x="64" y="130"/>
                </a:cubicBezTo>
                <a:cubicBezTo>
                  <a:pt x="64" y="127"/>
                  <a:pt x="63" y="125"/>
                  <a:pt x="61" y="124"/>
                </a:cubicBezTo>
                <a:cubicBezTo>
                  <a:pt x="58" y="121"/>
                  <a:pt x="55" y="117"/>
                  <a:pt x="51" y="112"/>
                </a:cubicBezTo>
                <a:cubicBezTo>
                  <a:pt x="45" y="104"/>
                  <a:pt x="41" y="99"/>
                  <a:pt x="38" y="97"/>
                </a:cubicBezTo>
                <a:cubicBezTo>
                  <a:pt x="13" y="97"/>
                  <a:pt x="13" y="97"/>
                  <a:pt x="13" y="97"/>
                </a:cubicBezTo>
                <a:cubicBezTo>
                  <a:pt x="9" y="97"/>
                  <a:pt x="6" y="96"/>
                  <a:pt x="4" y="94"/>
                </a:cubicBezTo>
                <a:cubicBezTo>
                  <a:pt x="2" y="91"/>
                  <a:pt x="0" y="88"/>
                  <a:pt x="0" y="85"/>
                </a:cubicBezTo>
                <a:cubicBezTo>
                  <a:pt x="0" y="25"/>
                  <a:pt x="0" y="25"/>
                  <a:pt x="0" y="25"/>
                </a:cubicBezTo>
                <a:cubicBezTo>
                  <a:pt x="0" y="21"/>
                  <a:pt x="2" y="18"/>
                  <a:pt x="4" y="16"/>
                </a:cubicBezTo>
                <a:cubicBezTo>
                  <a:pt x="6" y="14"/>
                  <a:pt x="9" y="12"/>
                  <a:pt x="13" y="12"/>
                </a:cubicBezTo>
                <a:cubicBezTo>
                  <a:pt x="40" y="12"/>
                  <a:pt x="40" y="12"/>
                  <a:pt x="40" y="12"/>
                </a:cubicBezTo>
                <a:cubicBezTo>
                  <a:pt x="41" y="12"/>
                  <a:pt x="45" y="11"/>
                  <a:pt x="53" y="9"/>
                </a:cubicBezTo>
                <a:cubicBezTo>
                  <a:pt x="61" y="6"/>
                  <a:pt x="68" y="4"/>
                  <a:pt x="74" y="2"/>
                </a:cubicBezTo>
                <a:cubicBezTo>
                  <a:pt x="80" y="1"/>
                  <a:pt x="86" y="0"/>
                  <a:pt x="93" y="0"/>
                </a:cubicBezTo>
                <a:cubicBezTo>
                  <a:pt x="103" y="0"/>
                  <a:pt x="103" y="0"/>
                  <a:pt x="103" y="0"/>
                </a:cubicBezTo>
                <a:cubicBezTo>
                  <a:pt x="112" y="0"/>
                  <a:pt x="119" y="3"/>
                  <a:pt x="125" y="8"/>
                </a:cubicBezTo>
                <a:cubicBezTo>
                  <a:pt x="130" y="13"/>
                  <a:pt x="133" y="20"/>
                  <a:pt x="133" y="28"/>
                </a:cubicBezTo>
                <a:cubicBezTo>
                  <a:pt x="133" y="29"/>
                  <a:pt x="133" y="29"/>
                  <a:pt x="133" y="29"/>
                </a:cubicBezTo>
                <a:cubicBezTo>
                  <a:pt x="137" y="34"/>
                  <a:pt x="139" y="39"/>
                  <a:pt x="139" y="46"/>
                </a:cubicBezTo>
                <a:cubicBezTo>
                  <a:pt x="139" y="47"/>
                  <a:pt x="138" y="48"/>
                  <a:pt x="138" y="50"/>
                </a:cubicBezTo>
                <a:cubicBezTo>
                  <a:pt x="141" y="54"/>
                  <a:pt x="142" y="58"/>
                  <a:pt x="142" y="63"/>
                </a:cubicBezTo>
                <a:cubicBezTo>
                  <a:pt x="142" y="65"/>
                  <a:pt x="142" y="68"/>
                  <a:pt x="141" y="70"/>
                </a:cubicBezTo>
                <a:cubicBezTo>
                  <a:pt x="144" y="74"/>
                  <a:pt x="146" y="80"/>
                  <a:pt x="146" y="85"/>
                </a:cubicBezTo>
                <a:close/>
                <a:moveTo>
                  <a:pt x="23" y="35"/>
                </a:moveTo>
                <a:cubicBezTo>
                  <a:pt x="24" y="34"/>
                  <a:pt x="25" y="32"/>
                  <a:pt x="25" y="31"/>
                </a:cubicBezTo>
                <a:cubicBezTo>
                  <a:pt x="25" y="29"/>
                  <a:pt x="24" y="28"/>
                  <a:pt x="23" y="26"/>
                </a:cubicBezTo>
                <a:cubicBezTo>
                  <a:pt x="22" y="25"/>
                  <a:pt x="20" y="25"/>
                  <a:pt x="19" y="25"/>
                </a:cubicBezTo>
                <a:cubicBezTo>
                  <a:pt x="17" y="25"/>
                  <a:pt x="16" y="25"/>
                  <a:pt x="14" y="26"/>
                </a:cubicBezTo>
                <a:cubicBezTo>
                  <a:pt x="13" y="28"/>
                  <a:pt x="13" y="29"/>
                  <a:pt x="13" y="31"/>
                </a:cubicBezTo>
                <a:cubicBezTo>
                  <a:pt x="13" y="32"/>
                  <a:pt x="13" y="34"/>
                  <a:pt x="14" y="35"/>
                </a:cubicBezTo>
                <a:cubicBezTo>
                  <a:pt x="16" y="36"/>
                  <a:pt x="17" y="37"/>
                  <a:pt x="19" y="37"/>
                </a:cubicBezTo>
                <a:cubicBezTo>
                  <a:pt x="20" y="37"/>
                  <a:pt x="22" y="36"/>
                  <a:pt x="23" y="35"/>
                </a:cubicBezTo>
                <a:close/>
                <a:moveTo>
                  <a:pt x="134" y="85"/>
                </a:moveTo>
                <a:cubicBezTo>
                  <a:pt x="134" y="83"/>
                  <a:pt x="133" y="80"/>
                  <a:pt x="132" y="77"/>
                </a:cubicBezTo>
                <a:cubicBezTo>
                  <a:pt x="130" y="74"/>
                  <a:pt x="128" y="73"/>
                  <a:pt x="126" y="73"/>
                </a:cubicBezTo>
                <a:cubicBezTo>
                  <a:pt x="127" y="72"/>
                  <a:pt x="128" y="70"/>
                  <a:pt x="129" y="68"/>
                </a:cubicBezTo>
                <a:cubicBezTo>
                  <a:pt x="129" y="67"/>
                  <a:pt x="130" y="65"/>
                  <a:pt x="130" y="63"/>
                </a:cubicBezTo>
                <a:cubicBezTo>
                  <a:pt x="130" y="59"/>
                  <a:pt x="128" y="55"/>
                  <a:pt x="125" y="52"/>
                </a:cubicBezTo>
                <a:cubicBezTo>
                  <a:pt x="126" y="50"/>
                  <a:pt x="126" y="48"/>
                  <a:pt x="126" y="45"/>
                </a:cubicBezTo>
                <a:cubicBezTo>
                  <a:pt x="126" y="43"/>
                  <a:pt x="126" y="41"/>
                  <a:pt x="125" y="38"/>
                </a:cubicBezTo>
                <a:cubicBezTo>
                  <a:pt x="124" y="36"/>
                  <a:pt x="122" y="35"/>
                  <a:pt x="120" y="34"/>
                </a:cubicBezTo>
                <a:cubicBezTo>
                  <a:pt x="121" y="32"/>
                  <a:pt x="121" y="30"/>
                  <a:pt x="121" y="28"/>
                </a:cubicBezTo>
                <a:cubicBezTo>
                  <a:pt x="121" y="23"/>
                  <a:pt x="119" y="19"/>
                  <a:pt x="116" y="16"/>
                </a:cubicBezTo>
                <a:cubicBezTo>
                  <a:pt x="113" y="14"/>
                  <a:pt x="109" y="12"/>
                  <a:pt x="103" y="12"/>
                </a:cubicBezTo>
                <a:cubicBezTo>
                  <a:pt x="91" y="12"/>
                  <a:pt x="91" y="12"/>
                  <a:pt x="91" y="12"/>
                </a:cubicBezTo>
                <a:cubicBezTo>
                  <a:pt x="83" y="12"/>
                  <a:pt x="72" y="15"/>
                  <a:pt x="59" y="19"/>
                </a:cubicBezTo>
                <a:cubicBezTo>
                  <a:pt x="59" y="19"/>
                  <a:pt x="58" y="20"/>
                  <a:pt x="56" y="20"/>
                </a:cubicBezTo>
                <a:cubicBezTo>
                  <a:pt x="55" y="21"/>
                  <a:pt x="53" y="21"/>
                  <a:pt x="53" y="22"/>
                </a:cubicBezTo>
                <a:cubicBezTo>
                  <a:pt x="52" y="22"/>
                  <a:pt x="51" y="22"/>
                  <a:pt x="49" y="23"/>
                </a:cubicBezTo>
                <a:cubicBezTo>
                  <a:pt x="48" y="23"/>
                  <a:pt x="47" y="23"/>
                  <a:pt x="46" y="24"/>
                </a:cubicBezTo>
                <a:cubicBezTo>
                  <a:pt x="45" y="24"/>
                  <a:pt x="44" y="24"/>
                  <a:pt x="43" y="24"/>
                </a:cubicBezTo>
                <a:cubicBezTo>
                  <a:pt x="42" y="24"/>
                  <a:pt x="41" y="25"/>
                  <a:pt x="40" y="25"/>
                </a:cubicBezTo>
                <a:cubicBezTo>
                  <a:pt x="37" y="25"/>
                  <a:pt x="37" y="25"/>
                  <a:pt x="37" y="25"/>
                </a:cubicBezTo>
                <a:cubicBezTo>
                  <a:pt x="37" y="85"/>
                  <a:pt x="37" y="85"/>
                  <a:pt x="37" y="85"/>
                </a:cubicBezTo>
                <a:cubicBezTo>
                  <a:pt x="40" y="85"/>
                  <a:pt x="40" y="85"/>
                  <a:pt x="40" y="85"/>
                </a:cubicBezTo>
                <a:cubicBezTo>
                  <a:pt x="41" y="85"/>
                  <a:pt x="42" y="85"/>
                  <a:pt x="43" y="86"/>
                </a:cubicBezTo>
                <a:cubicBezTo>
                  <a:pt x="44" y="86"/>
                  <a:pt x="46" y="87"/>
                  <a:pt x="47" y="88"/>
                </a:cubicBezTo>
                <a:cubicBezTo>
                  <a:pt x="48" y="90"/>
                  <a:pt x="49" y="91"/>
                  <a:pt x="51" y="92"/>
                </a:cubicBezTo>
                <a:cubicBezTo>
                  <a:pt x="52" y="93"/>
                  <a:pt x="53" y="94"/>
                  <a:pt x="54" y="96"/>
                </a:cubicBezTo>
                <a:cubicBezTo>
                  <a:pt x="56" y="98"/>
                  <a:pt x="57" y="99"/>
                  <a:pt x="58" y="100"/>
                </a:cubicBezTo>
                <a:cubicBezTo>
                  <a:pt x="58" y="101"/>
                  <a:pt x="59" y="102"/>
                  <a:pt x="61" y="104"/>
                </a:cubicBezTo>
                <a:cubicBezTo>
                  <a:pt x="62" y="105"/>
                  <a:pt x="62" y="106"/>
                  <a:pt x="63" y="107"/>
                </a:cubicBezTo>
                <a:cubicBezTo>
                  <a:pt x="66" y="111"/>
                  <a:pt x="69" y="114"/>
                  <a:pt x="70" y="115"/>
                </a:cubicBezTo>
                <a:cubicBezTo>
                  <a:pt x="73" y="118"/>
                  <a:pt x="74" y="121"/>
                  <a:pt x="76" y="126"/>
                </a:cubicBezTo>
                <a:cubicBezTo>
                  <a:pt x="77" y="130"/>
                  <a:pt x="78" y="134"/>
                  <a:pt x="79" y="138"/>
                </a:cubicBezTo>
                <a:cubicBezTo>
                  <a:pt x="79" y="141"/>
                  <a:pt x="80" y="144"/>
                  <a:pt x="82" y="146"/>
                </a:cubicBezTo>
                <a:cubicBezTo>
                  <a:pt x="88" y="146"/>
                  <a:pt x="92" y="144"/>
                  <a:pt x="94" y="141"/>
                </a:cubicBezTo>
                <a:cubicBezTo>
                  <a:pt x="96" y="138"/>
                  <a:pt x="97" y="134"/>
                  <a:pt x="97" y="127"/>
                </a:cubicBezTo>
                <a:cubicBezTo>
                  <a:pt x="97" y="124"/>
                  <a:pt x="96" y="119"/>
                  <a:pt x="93" y="112"/>
                </a:cubicBezTo>
                <a:cubicBezTo>
                  <a:pt x="90" y="106"/>
                  <a:pt x="88" y="101"/>
                  <a:pt x="88" y="97"/>
                </a:cubicBezTo>
                <a:cubicBezTo>
                  <a:pt x="121" y="97"/>
                  <a:pt x="121" y="97"/>
                  <a:pt x="121" y="97"/>
                </a:cubicBezTo>
                <a:cubicBezTo>
                  <a:pt x="125" y="97"/>
                  <a:pt x="127" y="96"/>
                  <a:pt x="130" y="94"/>
                </a:cubicBezTo>
                <a:cubicBezTo>
                  <a:pt x="132" y="91"/>
                  <a:pt x="134" y="88"/>
                  <a:pt x="134" y="85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32" name="Freeform 134"/>
          <p:cNvSpPr>
            <a:spLocks/>
          </p:cNvSpPr>
          <p:nvPr/>
        </p:nvSpPr>
        <p:spPr bwMode="auto">
          <a:xfrm>
            <a:off x="4783136" y="2669374"/>
            <a:ext cx="114537" cy="213948"/>
          </a:xfrm>
          <a:custGeom>
            <a:avLst/>
            <a:gdLst>
              <a:gd name="T0" fmla="*/ 79 w 79"/>
              <a:gd name="T1" fmla="*/ 0 h 150"/>
              <a:gd name="T2" fmla="*/ 79 w 79"/>
              <a:gd name="T3" fmla="*/ 127 h 150"/>
              <a:gd name="T4" fmla="*/ 36 w 79"/>
              <a:gd name="T5" fmla="*/ 149 h 150"/>
              <a:gd name="T6" fmla="*/ 33 w 79"/>
              <a:gd name="T7" fmla="*/ 150 h 150"/>
              <a:gd name="T8" fmla="*/ 30 w 79"/>
              <a:gd name="T9" fmla="*/ 149 h 150"/>
              <a:gd name="T10" fmla="*/ 29 w 79"/>
              <a:gd name="T11" fmla="*/ 146 h 150"/>
              <a:gd name="T12" fmla="*/ 29 w 79"/>
              <a:gd name="T13" fmla="*/ 144 h 150"/>
              <a:gd name="T14" fmla="*/ 37 w 79"/>
              <a:gd name="T15" fmla="*/ 96 h 150"/>
              <a:gd name="T16" fmla="*/ 3 w 79"/>
              <a:gd name="T17" fmla="*/ 63 h 150"/>
              <a:gd name="T18" fmla="*/ 0 w 79"/>
              <a:gd name="T19" fmla="*/ 58 h 150"/>
              <a:gd name="T20" fmla="*/ 5 w 79"/>
              <a:gd name="T21" fmla="*/ 54 h 150"/>
              <a:gd name="T22" fmla="*/ 53 w 79"/>
              <a:gd name="T23" fmla="*/ 47 h 150"/>
              <a:gd name="T24" fmla="*/ 74 w 79"/>
              <a:gd name="T25" fmla="*/ 4 h 150"/>
              <a:gd name="T26" fmla="*/ 79 w 79"/>
              <a:gd name="T27" fmla="*/ 0 h 1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79" h="150">
                <a:moveTo>
                  <a:pt x="79" y="0"/>
                </a:moveTo>
                <a:cubicBezTo>
                  <a:pt x="79" y="127"/>
                  <a:pt x="79" y="127"/>
                  <a:pt x="79" y="127"/>
                </a:cubicBezTo>
                <a:cubicBezTo>
                  <a:pt x="36" y="149"/>
                  <a:pt x="36" y="149"/>
                  <a:pt x="36" y="149"/>
                </a:cubicBezTo>
                <a:cubicBezTo>
                  <a:pt x="35" y="150"/>
                  <a:pt x="34" y="150"/>
                  <a:pt x="33" y="150"/>
                </a:cubicBezTo>
                <a:cubicBezTo>
                  <a:pt x="31" y="150"/>
                  <a:pt x="30" y="150"/>
                  <a:pt x="30" y="149"/>
                </a:cubicBezTo>
                <a:cubicBezTo>
                  <a:pt x="29" y="148"/>
                  <a:pt x="29" y="147"/>
                  <a:pt x="29" y="146"/>
                </a:cubicBezTo>
                <a:cubicBezTo>
                  <a:pt x="29" y="145"/>
                  <a:pt x="29" y="145"/>
                  <a:pt x="29" y="144"/>
                </a:cubicBezTo>
                <a:cubicBezTo>
                  <a:pt x="37" y="96"/>
                  <a:pt x="37" y="96"/>
                  <a:pt x="37" y="96"/>
                </a:cubicBezTo>
                <a:cubicBezTo>
                  <a:pt x="3" y="63"/>
                  <a:pt x="3" y="63"/>
                  <a:pt x="3" y="63"/>
                </a:cubicBezTo>
                <a:cubicBezTo>
                  <a:pt x="1" y="61"/>
                  <a:pt x="0" y="60"/>
                  <a:pt x="0" y="58"/>
                </a:cubicBezTo>
                <a:cubicBezTo>
                  <a:pt x="0" y="56"/>
                  <a:pt x="2" y="55"/>
                  <a:pt x="5" y="54"/>
                </a:cubicBezTo>
                <a:cubicBezTo>
                  <a:pt x="53" y="47"/>
                  <a:pt x="53" y="47"/>
                  <a:pt x="53" y="47"/>
                </a:cubicBezTo>
                <a:cubicBezTo>
                  <a:pt x="74" y="4"/>
                  <a:pt x="74" y="4"/>
                  <a:pt x="74" y="4"/>
                </a:cubicBezTo>
                <a:cubicBezTo>
                  <a:pt x="75" y="2"/>
                  <a:pt x="77" y="0"/>
                  <a:pt x="79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33" name="Freeform 135"/>
          <p:cNvSpPr>
            <a:spLocks noEditPoints="1"/>
          </p:cNvSpPr>
          <p:nvPr/>
        </p:nvSpPr>
        <p:spPr bwMode="auto">
          <a:xfrm>
            <a:off x="4964667" y="2680180"/>
            <a:ext cx="244204" cy="209627"/>
          </a:xfrm>
          <a:custGeom>
            <a:avLst/>
            <a:gdLst>
              <a:gd name="T0" fmla="*/ 170 w 170"/>
              <a:gd name="T1" fmla="*/ 45 h 146"/>
              <a:gd name="T2" fmla="*/ 148 w 170"/>
              <a:gd name="T3" fmla="*/ 87 h 146"/>
              <a:gd name="T4" fmla="*/ 89 w 170"/>
              <a:gd name="T5" fmla="*/ 144 h 146"/>
              <a:gd name="T6" fmla="*/ 85 w 170"/>
              <a:gd name="T7" fmla="*/ 146 h 146"/>
              <a:gd name="T8" fmla="*/ 81 w 170"/>
              <a:gd name="T9" fmla="*/ 144 h 146"/>
              <a:gd name="T10" fmla="*/ 22 w 170"/>
              <a:gd name="T11" fmla="*/ 87 h 146"/>
              <a:gd name="T12" fmla="*/ 19 w 170"/>
              <a:gd name="T13" fmla="*/ 84 h 146"/>
              <a:gd name="T14" fmla="*/ 14 w 170"/>
              <a:gd name="T15" fmla="*/ 78 h 146"/>
              <a:gd name="T16" fmla="*/ 8 w 170"/>
              <a:gd name="T17" fmla="*/ 69 h 146"/>
              <a:gd name="T18" fmla="*/ 3 w 170"/>
              <a:gd name="T19" fmla="*/ 58 h 146"/>
              <a:gd name="T20" fmla="*/ 0 w 170"/>
              <a:gd name="T21" fmla="*/ 45 h 146"/>
              <a:gd name="T22" fmla="*/ 12 w 170"/>
              <a:gd name="T23" fmla="*/ 12 h 146"/>
              <a:gd name="T24" fmla="*/ 46 w 170"/>
              <a:gd name="T25" fmla="*/ 0 h 146"/>
              <a:gd name="T26" fmla="*/ 58 w 170"/>
              <a:gd name="T27" fmla="*/ 2 h 146"/>
              <a:gd name="T28" fmla="*/ 69 w 170"/>
              <a:gd name="T29" fmla="*/ 8 h 146"/>
              <a:gd name="T30" fmla="*/ 78 w 170"/>
              <a:gd name="T31" fmla="*/ 14 h 146"/>
              <a:gd name="T32" fmla="*/ 85 w 170"/>
              <a:gd name="T33" fmla="*/ 21 h 146"/>
              <a:gd name="T34" fmla="*/ 92 w 170"/>
              <a:gd name="T35" fmla="*/ 14 h 146"/>
              <a:gd name="T36" fmla="*/ 101 w 170"/>
              <a:gd name="T37" fmla="*/ 8 h 146"/>
              <a:gd name="T38" fmla="*/ 113 w 170"/>
              <a:gd name="T39" fmla="*/ 2 h 146"/>
              <a:gd name="T40" fmla="*/ 125 w 170"/>
              <a:gd name="T41" fmla="*/ 0 h 146"/>
              <a:gd name="T42" fmla="*/ 158 w 170"/>
              <a:gd name="T43" fmla="*/ 12 h 146"/>
              <a:gd name="T44" fmla="*/ 170 w 170"/>
              <a:gd name="T45" fmla="*/ 45 h 146"/>
              <a:gd name="T46" fmla="*/ 158 w 170"/>
              <a:gd name="T47" fmla="*/ 45 h 146"/>
              <a:gd name="T48" fmla="*/ 156 w 170"/>
              <a:gd name="T49" fmla="*/ 31 h 146"/>
              <a:gd name="T50" fmla="*/ 151 w 170"/>
              <a:gd name="T51" fmla="*/ 22 h 146"/>
              <a:gd name="T52" fmla="*/ 143 w 170"/>
              <a:gd name="T53" fmla="*/ 16 h 146"/>
              <a:gd name="T54" fmla="*/ 134 w 170"/>
              <a:gd name="T55" fmla="*/ 13 h 146"/>
              <a:gd name="T56" fmla="*/ 125 w 170"/>
              <a:gd name="T57" fmla="*/ 12 h 146"/>
              <a:gd name="T58" fmla="*/ 114 w 170"/>
              <a:gd name="T59" fmla="*/ 15 h 146"/>
              <a:gd name="T60" fmla="*/ 104 w 170"/>
              <a:gd name="T61" fmla="*/ 21 h 146"/>
              <a:gd name="T62" fmla="*/ 95 w 170"/>
              <a:gd name="T63" fmla="*/ 28 h 146"/>
              <a:gd name="T64" fmla="*/ 90 w 170"/>
              <a:gd name="T65" fmla="*/ 34 h 146"/>
              <a:gd name="T66" fmla="*/ 85 w 170"/>
              <a:gd name="T67" fmla="*/ 36 h 146"/>
              <a:gd name="T68" fmla="*/ 81 w 170"/>
              <a:gd name="T69" fmla="*/ 34 h 146"/>
              <a:gd name="T70" fmla="*/ 75 w 170"/>
              <a:gd name="T71" fmla="*/ 28 h 146"/>
              <a:gd name="T72" fmla="*/ 67 w 170"/>
              <a:gd name="T73" fmla="*/ 21 h 146"/>
              <a:gd name="T74" fmla="*/ 56 w 170"/>
              <a:gd name="T75" fmla="*/ 15 h 146"/>
              <a:gd name="T76" fmla="*/ 46 w 170"/>
              <a:gd name="T77" fmla="*/ 12 h 146"/>
              <a:gd name="T78" fmla="*/ 36 w 170"/>
              <a:gd name="T79" fmla="*/ 13 h 146"/>
              <a:gd name="T80" fmla="*/ 27 w 170"/>
              <a:gd name="T81" fmla="*/ 16 h 146"/>
              <a:gd name="T82" fmla="*/ 20 w 170"/>
              <a:gd name="T83" fmla="*/ 22 h 146"/>
              <a:gd name="T84" fmla="*/ 15 w 170"/>
              <a:gd name="T85" fmla="*/ 31 h 146"/>
              <a:gd name="T86" fmla="*/ 13 w 170"/>
              <a:gd name="T87" fmla="*/ 45 h 146"/>
              <a:gd name="T88" fmla="*/ 30 w 170"/>
              <a:gd name="T89" fmla="*/ 78 h 146"/>
              <a:gd name="T90" fmla="*/ 85 w 170"/>
              <a:gd name="T91" fmla="*/ 131 h 146"/>
              <a:gd name="T92" fmla="*/ 140 w 170"/>
              <a:gd name="T93" fmla="*/ 78 h 146"/>
              <a:gd name="T94" fmla="*/ 158 w 170"/>
              <a:gd name="T95" fmla="*/ 45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70" h="146">
                <a:moveTo>
                  <a:pt x="170" y="45"/>
                </a:moveTo>
                <a:cubicBezTo>
                  <a:pt x="170" y="59"/>
                  <a:pt x="163" y="73"/>
                  <a:pt x="148" y="87"/>
                </a:cubicBezTo>
                <a:cubicBezTo>
                  <a:pt x="89" y="144"/>
                  <a:pt x="89" y="144"/>
                  <a:pt x="89" y="144"/>
                </a:cubicBezTo>
                <a:cubicBezTo>
                  <a:pt x="88" y="145"/>
                  <a:pt x="87" y="146"/>
                  <a:pt x="85" y="146"/>
                </a:cubicBezTo>
                <a:cubicBezTo>
                  <a:pt x="84" y="146"/>
                  <a:pt x="82" y="145"/>
                  <a:pt x="81" y="144"/>
                </a:cubicBezTo>
                <a:cubicBezTo>
                  <a:pt x="22" y="87"/>
                  <a:pt x="22" y="87"/>
                  <a:pt x="22" y="87"/>
                </a:cubicBezTo>
                <a:cubicBezTo>
                  <a:pt x="21" y="86"/>
                  <a:pt x="21" y="86"/>
                  <a:pt x="19" y="84"/>
                </a:cubicBezTo>
                <a:cubicBezTo>
                  <a:pt x="18" y="83"/>
                  <a:pt x="17" y="81"/>
                  <a:pt x="14" y="78"/>
                </a:cubicBezTo>
                <a:cubicBezTo>
                  <a:pt x="12" y="75"/>
                  <a:pt x="10" y="72"/>
                  <a:pt x="8" y="69"/>
                </a:cubicBezTo>
                <a:cubicBezTo>
                  <a:pt x="6" y="66"/>
                  <a:pt x="4" y="62"/>
                  <a:pt x="3" y="58"/>
                </a:cubicBezTo>
                <a:cubicBezTo>
                  <a:pt x="1" y="53"/>
                  <a:pt x="0" y="49"/>
                  <a:pt x="0" y="45"/>
                </a:cubicBezTo>
                <a:cubicBezTo>
                  <a:pt x="0" y="31"/>
                  <a:pt x="4" y="20"/>
                  <a:pt x="12" y="12"/>
                </a:cubicBezTo>
                <a:cubicBezTo>
                  <a:pt x="20" y="4"/>
                  <a:pt x="32" y="0"/>
                  <a:pt x="46" y="0"/>
                </a:cubicBezTo>
                <a:cubicBezTo>
                  <a:pt x="50" y="0"/>
                  <a:pt x="54" y="1"/>
                  <a:pt x="58" y="2"/>
                </a:cubicBezTo>
                <a:cubicBezTo>
                  <a:pt x="62" y="4"/>
                  <a:pt x="65" y="6"/>
                  <a:pt x="69" y="8"/>
                </a:cubicBezTo>
                <a:cubicBezTo>
                  <a:pt x="72" y="10"/>
                  <a:pt x="75" y="12"/>
                  <a:pt x="78" y="14"/>
                </a:cubicBezTo>
                <a:cubicBezTo>
                  <a:pt x="80" y="16"/>
                  <a:pt x="83" y="18"/>
                  <a:pt x="85" y="21"/>
                </a:cubicBezTo>
                <a:cubicBezTo>
                  <a:pt x="87" y="18"/>
                  <a:pt x="90" y="16"/>
                  <a:pt x="92" y="14"/>
                </a:cubicBezTo>
                <a:cubicBezTo>
                  <a:pt x="95" y="12"/>
                  <a:pt x="98" y="10"/>
                  <a:pt x="101" y="8"/>
                </a:cubicBezTo>
                <a:cubicBezTo>
                  <a:pt x="105" y="6"/>
                  <a:pt x="109" y="4"/>
                  <a:pt x="113" y="2"/>
                </a:cubicBezTo>
                <a:cubicBezTo>
                  <a:pt x="117" y="1"/>
                  <a:pt x="121" y="0"/>
                  <a:pt x="125" y="0"/>
                </a:cubicBezTo>
                <a:cubicBezTo>
                  <a:pt x="139" y="0"/>
                  <a:pt x="150" y="4"/>
                  <a:pt x="158" y="12"/>
                </a:cubicBezTo>
                <a:cubicBezTo>
                  <a:pt x="166" y="20"/>
                  <a:pt x="170" y="31"/>
                  <a:pt x="170" y="45"/>
                </a:cubicBezTo>
                <a:close/>
                <a:moveTo>
                  <a:pt x="158" y="45"/>
                </a:moveTo>
                <a:cubicBezTo>
                  <a:pt x="158" y="39"/>
                  <a:pt x="157" y="35"/>
                  <a:pt x="156" y="31"/>
                </a:cubicBezTo>
                <a:cubicBezTo>
                  <a:pt x="154" y="27"/>
                  <a:pt x="153" y="24"/>
                  <a:pt x="151" y="22"/>
                </a:cubicBezTo>
                <a:cubicBezTo>
                  <a:pt x="148" y="19"/>
                  <a:pt x="146" y="18"/>
                  <a:pt x="143" y="16"/>
                </a:cubicBezTo>
                <a:cubicBezTo>
                  <a:pt x="140" y="15"/>
                  <a:pt x="137" y="14"/>
                  <a:pt x="134" y="13"/>
                </a:cubicBezTo>
                <a:cubicBezTo>
                  <a:pt x="131" y="13"/>
                  <a:pt x="128" y="12"/>
                  <a:pt x="125" y="12"/>
                </a:cubicBezTo>
                <a:cubicBezTo>
                  <a:pt x="121" y="12"/>
                  <a:pt x="118" y="13"/>
                  <a:pt x="114" y="15"/>
                </a:cubicBezTo>
                <a:cubicBezTo>
                  <a:pt x="110" y="16"/>
                  <a:pt x="107" y="18"/>
                  <a:pt x="104" y="21"/>
                </a:cubicBezTo>
                <a:cubicBezTo>
                  <a:pt x="100" y="23"/>
                  <a:pt x="98" y="26"/>
                  <a:pt x="95" y="28"/>
                </a:cubicBezTo>
                <a:cubicBezTo>
                  <a:pt x="93" y="30"/>
                  <a:pt x="91" y="32"/>
                  <a:pt x="90" y="34"/>
                </a:cubicBezTo>
                <a:cubicBezTo>
                  <a:pt x="89" y="35"/>
                  <a:pt x="87" y="36"/>
                  <a:pt x="85" y="36"/>
                </a:cubicBezTo>
                <a:cubicBezTo>
                  <a:pt x="83" y="36"/>
                  <a:pt x="82" y="35"/>
                  <a:pt x="81" y="34"/>
                </a:cubicBezTo>
                <a:cubicBezTo>
                  <a:pt x="79" y="32"/>
                  <a:pt x="77" y="30"/>
                  <a:pt x="75" y="28"/>
                </a:cubicBezTo>
                <a:cubicBezTo>
                  <a:pt x="73" y="26"/>
                  <a:pt x="70" y="23"/>
                  <a:pt x="67" y="21"/>
                </a:cubicBezTo>
                <a:cubicBezTo>
                  <a:pt x="63" y="18"/>
                  <a:pt x="60" y="16"/>
                  <a:pt x="56" y="15"/>
                </a:cubicBezTo>
                <a:cubicBezTo>
                  <a:pt x="52" y="13"/>
                  <a:pt x="49" y="12"/>
                  <a:pt x="46" y="12"/>
                </a:cubicBezTo>
                <a:cubicBezTo>
                  <a:pt x="42" y="12"/>
                  <a:pt x="39" y="13"/>
                  <a:pt x="36" y="13"/>
                </a:cubicBezTo>
                <a:cubicBezTo>
                  <a:pt x="33" y="14"/>
                  <a:pt x="31" y="15"/>
                  <a:pt x="27" y="16"/>
                </a:cubicBezTo>
                <a:cubicBezTo>
                  <a:pt x="24" y="18"/>
                  <a:pt x="22" y="19"/>
                  <a:pt x="20" y="22"/>
                </a:cubicBezTo>
                <a:cubicBezTo>
                  <a:pt x="18" y="24"/>
                  <a:pt x="16" y="27"/>
                  <a:pt x="15" y="31"/>
                </a:cubicBezTo>
                <a:cubicBezTo>
                  <a:pt x="13" y="35"/>
                  <a:pt x="13" y="39"/>
                  <a:pt x="13" y="45"/>
                </a:cubicBezTo>
                <a:cubicBezTo>
                  <a:pt x="13" y="55"/>
                  <a:pt x="18" y="66"/>
                  <a:pt x="30" y="78"/>
                </a:cubicBezTo>
                <a:cubicBezTo>
                  <a:pt x="85" y="131"/>
                  <a:pt x="85" y="131"/>
                  <a:pt x="85" y="131"/>
                </a:cubicBezTo>
                <a:cubicBezTo>
                  <a:pt x="140" y="78"/>
                  <a:pt x="140" y="78"/>
                  <a:pt x="140" y="78"/>
                </a:cubicBezTo>
                <a:cubicBezTo>
                  <a:pt x="152" y="66"/>
                  <a:pt x="158" y="55"/>
                  <a:pt x="158" y="45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34" name="Freeform 136"/>
          <p:cNvSpPr>
            <a:spLocks noEditPoints="1"/>
          </p:cNvSpPr>
          <p:nvPr/>
        </p:nvSpPr>
        <p:spPr bwMode="auto">
          <a:xfrm>
            <a:off x="5267221" y="2697469"/>
            <a:ext cx="213948" cy="175049"/>
          </a:xfrm>
          <a:custGeom>
            <a:avLst/>
            <a:gdLst>
              <a:gd name="T0" fmla="*/ 61 w 149"/>
              <a:gd name="T1" fmla="*/ 112 h 121"/>
              <a:gd name="T2" fmla="*/ 61 w 149"/>
              <a:gd name="T3" fmla="*/ 114 h 121"/>
              <a:gd name="T4" fmla="*/ 61 w 149"/>
              <a:gd name="T5" fmla="*/ 117 h 121"/>
              <a:gd name="T6" fmla="*/ 61 w 149"/>
              <a:gd name="T7" fmla="*/ 119 h 121"/>
              <a:gd name="T8" fmla="*/ 60 w 149"/>
              <a:gd name="T9" fmla="*/ 121 h 121"/>
              <a:gd name="T10" fmla="*/ 58 w 149"/>
              <a:gd name="T11" fmla="*/ 121 h 121"/>
              <a:gd name="T12" fmla="*/ 28 w 149"/>
              <a:gd name="T13" fmla="*/ 121 h 121"/>
              <a:gd name="T14" fmla="*/ 8 w 149"/>
              <a:gd name="T15" fmla="*/ 113 h 121"/>
              <a:gd name="T16" fmla="*/ 0 w 149"/>
              <a:gd name="T17" fmla="*/ 94 h 121"/>
              <a:gd name="T18" fmla="*/ 0 w 149"/>
              <a:gd name="T19" fmla="*/ 28 h 121"/>
              <a:gd name="T20" fmla="*/ 8 w 149"/>
              <a:gd name="T21" fmla="*/ 8 h 121"/>
              <a:gd name="T22" fmla="*/ 28 w 149"/>
              <a:gd name="T23" fmla="*/ 0 h 121"/>
              <a:gd name="T24" fmla="*/ 58 w 149"/>
              <a:gd name="T25" fmla="*/ 0 h 121"/>
              <a:gd name="T26" fmla="*/ 60 w 149"/>
              <a:gd name="T27" fmla="*/ 1 h 121"/>
              <a:gd name="T28" fmla="*/ 61 w 149"/>
              <a:gd name="T29" fmla="*/ 3 h 121"/>
              <a:gd name="T30" fmla="*/ 61 w 149"/>
              <a:gd name="T31" fmla="*/ 5 h 121"/>
              <a:gd name="T32" fmla="*/ 61 w 149"/>
              <a:gd name="T33" fmla="*/ 8 h 121"/>
              <a:gd name="T34" fmla="*/ 61 w 149"/>
              <a:gd name="T35" fmla="*/ 10 h 121"/>
              <a:gd name="T36" fmla="*/ 60 w 149"/>
              <a:gd name="T37" fmla="*/ 12 h 121"/>
              <a:gd name="T38" fmla="*/ 58 w 149"/>
              <a:gd name="T39" fmla="*/ 13 h 121"/>
              <a:gd name="T40" fmla="*/ 28 w 149"/>
              <a:gd name="T41" fmla="*/ 13 h 121"/>
              <a:gd name="T42" fmla="*/ 17 w 149"/>
              <a:gd name="T43" fmla="*/ 17 h 121"/>
              <a:gd name="T44" fmla="*/ 13 w 149"/>
              <a:gd name="T45" fmla="*/ 28 h 121"/>
              <a:gd name="T46" fmla="*/ 13 w 149"/>
              <a:gd name="T47" fmla="*/ 94 h 121"/>
              <a:gd name="T48" fmla="*/ 17 w 149"/>
              <a:gd name="T49" fmla="*/ 105 h 121"/>
              <a:gd name="T50" fmla="*/ 28 w 149"/>
              <a:gd name="T51" fmla="*/ 109 h 121"/>
              <a:gd name="T52" fmla="*/ 55 w 149"/>
              <a:gd name="T53" fmla="*/ 109 h 121"/>
              <a:gd name="T54" fmla="*/ 56 w 149"/>
              <a:gd name="T55" fmla="*/ 109 h 121"/>
              <a:gd name="T56" fmla="*/ 57 w 149"/>
              <a:gd name="T57" fmla="*/ 109 h 121"/>
              <a:gd name="T58" fmla="*/ 58 w 149"/>
              <a:gd name="T59" fmla="*/ 109 h 121"/>
              <a:gd name="T60" fmla="*/ 59 w 149"/>
              <a:gd name="T61" fmla="*/ 110 h 121"/>
              <a:gd name="T62" fmla="*/ 60 w 149"/>
              <a:gd name="T63" fmla="*/ 110 h 121"/>
              <a:gd name="T64" fmla="*/ 61 w 149"/>
              <a:gd name="T65" fmla="*/ 111 h 121"/>
              <a:gd name="T66" fmla="*/ 61 w 149"/>
              <a:gd name="T67" fmla="*/ 112 h 121"/>
              <a:gd name="T68" fmla="*/ 149 w 149"/>
              <a:gd name="T69" fmla="*/ 61 h 121"/>
              <a:gd name="T70" fmla="*/ 147 w 149"/>
              <a:gd name="T71" fmla="*/ 65 h 121"/>
              <a:gd name="T72" fmla="*/ 95 w 149"/>
              <a:gd name="T73" fmla="*/ 117 h 121"/>
              <a:gd name="T74" fmla="*/ 91 w 149"/>
              <a:gd name="T75" fmla="*/ 118 h 121"/>
              <a:gd name="T76" fmla="*/ 87 w 149"/>
              <a:gd name="T77" fmla="*/ 117 h 121"/>
              <a:gd name="T78" fmla="*/ 85 w 149"/>
              <a:gd name="T79" fmla="*/ 112 h 121"/>
              <a:gd name="T80" fmla="*/ 85 w 149"/>
              <a:gd name="T81" fmla="*/ 85 h 121"/>
              <a:gd name="T82" fmla="*/ 43 w 149"/>
              <a:gd name="T83" fmla="*/ 85 h 121"/>
              <a:gd name="T84" fmla="*/ 39 w 149"/>
              <a:gd name="T85" fmla="*/ 83 h 121"/>
              <a:gd name="T86" fmla="*/ 37 w 149"/>
              <a:gd name="T87" fmla="*/ 79 h 121"/>
              <a:gd name="T88" fmla="*/ 37 w 149"/>
              <a:gd name="T89" fmla="*/ 43 h 121"/>
              <a:gd name="T90" fmla="*/ 39 w 149"/>
              <a:gd name="T91" fmla="*/ 39 h 121"/>
              <a:gd name="T92" fmla="*/ 43 w 149"/>
              <a:gd name="T93" fmla="*/ 37 h 121"/>
              <a:gd name="T94" fmla="*/ 85 w 149"/>
              <a:gd name="T95" fmla="*/ 37 h 121"/>
              <a:gd name="T96" fmla="*/ 85 w 149"/>
              <a:gd name="T97" fmla="*/ 10 h 121"/>
              <a:gd name="T98" fmla="*/ 87 w 149"/>
              <a:gd name="T99" fmla="*/ 5 h 121"/>
              <a:gd name="T100" fmla="*/ 91 w 149"/>
              <a:gd name="T101" fmla="*/ 3 h 121"/>
              <a:gd name="T102" fmla="*/ 95 w 149"/>
              <a:gd name="T103" fmla="*/ 5 h 121"/>
              <a:gd name="T104" fmla="*/ 147 w 149"/>
              <a:gd name="T105" fmla="*/ 57 h 121"/>
              <a:gd name="T106" fmla="*/ 149 w 149"/>
              <a:gd name="T107" fmla="*/ 61 h 1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49" h="121">
                <a:moveTo>
                  <a:pt x="61" y="112"/>
                </a:moveTo>
                <a:cubicBezTo>
                  <a:pt x="61" y="113"/>
                  <a:pt x="61" y="113"/>
                  <a:pt x="61" y="114"/>
                </a:cubicBezTo>
                <a:cubicBezTo>
                  <a:pt x="61" y="115"/>
                  <a:pt x="61" y="116"/>
                  <a:pt x="61" y="117"/>
                </a:cubicBezTo>
                <a:cubicBezTo>
                  <a:pt x="61" y="117"/>
                  <a:pt x="61" y="118"/>
                  <a:pt x="61" y="119"/>
                </a:cubicBezTo>
                <a:cubicBezTo>
                  <a:pt x="61" y="120"/>
                  <a:pt x="60" y="120"/>
                  <a:pt x="60" y="121"/>
                </a:cubicBezTo>
                <a:cubicBezTo>
                  <a:pt x="59" y="121"/>
                  <a:pt x="59" y="121"/>
                  <a:pt x="58" y="121"/>
                </a:cubicBezTo>
                <a:cubicBezTo>
                  <a:pt x="28" y="121"/>
                  <a:pt x="28" y="121"/>
                  <a:pt x="28" y="121"/>
                </a:cubicBezTo>
                <a:cubicBezTo>
                  <a:pt x="20" y="121"/>
                  <a:pt x="14" y="119"/>
                  <a:pt x="8" y="113"/>
                </a:cubicBezTo>
                <a:cubicBezTo>
                  <a:pt x="3" y="108"/>
                  <a:pt x="0" y="102"/>
                  <a:pt x="0" y="94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0"/>
                  <a:pt x="3" y="14"/>
                  <a:pt x="8" y="8"/>
                </a:cubicBezTo>
                <a:cubicBezTo>
                  <a:pt x="14" y="3"/>
                  <a:pt x="20" y="0"/>
                  <a:pt x="28" y="0"/>
                </a:cubicBezTo>
                <a:cubicBezTo>
                  <a:pt x="58" y="0"/>
                  <a:pt x="58" y="0"/>
                  <a:pt x="58" y="0"/>
                </a:cubicBezTo>
                <a:cubicBezTo>
                  <a:pt x="59" y="0"/>
                  <a:pt x="59" y="1"/>
                  <a:pt x="60" y="1"/>
                </a:cubicBezTo>
                <a:cubicBezTo>
                  <a:pt x="61" y="2"/>
                  <a:pt x="61" y="3"/>
                  <a:pt x="61" y="3"/>
                </a:cubicBezTo>
                <a:cubicBezTo>
                  <a:pt x="61" y="4"/>
                  <a:pt x="61" y="4"/>
                  <a:pt x="61" y="5"/>
                </a:cubicBezTo>
                <a:cubicBezTo>
                  <a:pt x="61" y="6"/>
                  <a:pt x="61" y="7"/>
                  <a:pt x="61" y="8"/>
                </a:cubicBezTo>
                <a:cubicBezTo>
                  <a:pt x="61" y="9"/>
                  <a:pt x="61" y="9"/>
                  <a:pt x="61" y="10"/>
                </a:cubicBezTo>
                <a:cubicBezTo>
                  <a:pt x="61" y="11"/>
                  <a:pt x="60" y="12"/>
                  <a:pt x="60" y="12"/>
                </a:cubicBezTo>
                <a:cubicBezTo>
                  <a:pt x="59" y="12"/>
                  <a:pt x="59" y="13"/>
                  <a:pt x="58" y="13"/>
                </a:cubicBezTo>
                <a:cubicBezTo>
                  <a:pt x="28" y="13"/>
                  <a:pt x="28" y="13"/>
                  <a:pt x="28" y="13"/>
                </a:cubicBezTo>
                <a:cubicBezTo>
                  <a:pt x="23" y="13"/>
                  <a:pt x="20" y="14"/>
                  <a:pt x="17" y="17"/>
                </a:cubicBezTo>
                <a:cubicBezTo>
                  <a:pt x="14" y="20"/>
                  <a:pt x="13" y="24"/>
                  <a:pt x="13" y="28"/>
                </a:cubicBezTo>
                <a:cubicBezTo>
                  <a:pt x="13" y="94"/>
                  <a:pt x="13" y="94"/>
                  <a:pt x="13" y="94"/>
                </a:cubicBezTo>
                <a:cubicBezTo>
                  <a:pt x="13" y="98"/>
                  <a:pt x="14" y="102"/>
                  <a:pt x="17" y="105"/>
                </a:cubicBezTo>
                <a:cubicBezTo>
                  <a:pt x="20" y="108"/>
                  <a:pt x="23" y="109"/>
                  <a:pt x="28" y="109"/>
                </a:cubicBezTo>
                <a:cubicBezTo>
                  <a:pt x="55" y="109"/>
                  <a:pt x="55" y="109"/>
                  <a:pt x="55" y="109"/>
                </a:cubicBezTo>
                <a:cubicBezTo>
                  <a:pt x="55" y="109"/>
                  <a:pt x="55" y="109"/>
                  <a:pt x="56" y="109"/>
                </a:cubicBezTo>
                <a:cubicBezTo>
                  <a:pt x="57" y="109"/>
                  <a:pt x="57" y="109"/>
                  <a:pt x="57" y="109"/>
                </a:cubicBezTo>
                <a:cubicBezTo>
                  <a:pt x="57" y="109"/>
                  <a:pt x="58" y="109"/>
                  <a:pt x="58" y="109"/>
                </a:cubicBezTo>
                <a:cubicBezTo>
                  <a:pt x="59" y="110"/>
                  <a:pt x="59" y="110"/>
                  <a:pt x="59" y="110"/>
                </a:cubicBezTo>
                <a:cubicBezTo>
                  <a:pt x="60" y="110"/>
                  <a:pt x="60" y="110"/>
                  <a:pt x="60" y="110"/>
                </a:cubicBezTo>
                <a:cubicBezTo>
                  <a:pt x="60" y="110"/>
                  <a:pt x="61" y="111"/>
                  <a:pt x="61" y="111"/>
                </a:cubicBezTo>
                <a:cubicBezTo>
                  <a:pt x="61" y="111"/>
                  <a:pt x="61" y="112"/>
                  <a:pt x="61" y="112"/>
                </a:cubicBezTo>
                <a:close/>
                <a:moveTo>
                  <a:pt x="149" y="61"/>
                </a:moveTo>
                <a:cubicBezTo>
                  <a:pt x="149" y="63"/>
                  <a:pt x="148" y="64"/>
                  <a:pt x="147" y="65"/>
                </a:cubicBezTo>
                <a:cubicBezTo>
                  <a:pt x="95" y="117"/>
                  <a:pt x="95" y="117"/>
                  <a:pt x="95" y="117"/>
                </a:cubicBezTo>
                <a:cubicBezTo>
                  <a:pt x="94" y="118"/>
                  <a:pt x="93" y="118"/>
                  <a:pt x="91" y="118"/>
                </a:cubicBezTo>
                <a:cubicBezTo>
                  <a:pt x="90" y="118"/>
                  <a:pt x="88" y="118"/>
                  <a:pt x="87" y="117"/>
                </a:cubicBezTo>
                <a:cubicBezTo>
                  <a:pt x="86" y="115"/>
                  <a:pt x="85" y="114"/>
                  <a:pt x="85" y="112"/>
                </a:cubicBezTo>
                <a:cubicBezTo>
                  <a:pt x="85" y="85"/>
                  <a:pt x="85" y="85"/>
                  <a:pt x="85" y="85"/>
                </a:cubicBezTo>
                <a:cubicBezTo>
                  <a:pt x="43" y="85"/>
                  <a:pt x="43" y="85"/>
                  <a:pt x="43" y="85"/>
                </a:cubicBezTo>
                <a:cubicBezTo>
                  <a:pt x="41" y="85"/>
                  <a:pt x="40" y="85"/>
                  <a:pt x="39" y="83"/>
                </a:cubicBezTo>
                <a:cubicBezTo>
                  <a:pt x="37" y="82"/>
                  <a:pt x="37" y="81"/>
                  <a:pt x="37" y="79"/>
                </a:cubicBezTo>
                <a:cubicBezTo>
                  <a:pt x="37" y="43"/>
                  <a:pt x="37" y="43"/>
                  <a:pt x="37" y="43"/>
                </a:cubicBezTo>
                <a:cubicBezTo>
                  <a:pt x="37" y="41"/>
                  <a:pt x="37" y="40"/>
                  <a:pt x="39" y="39"/>
                </a:cubicBezTo>
                <a:cubicBezTo>
                  <a:pt x="40" y="37"/>
                  <a:pt x="41" y="37"/>
                  <a:pt x="43" y="37"/>
                </a:cubicBezTo>
                <a:cubicBezTo>
                  <a:pt x="85" y="37"/>
                  <a:pt x="85" y="37"/>
                  <a:pt x="85" y="37"/>
                </a:cubicBezTo>
                <a:cubicBezTo>
                  <a:pt x="85" y="10"/>
                  <a:pt x="85" y="10"/>
                  <a:pt x="85" y="10"/>
                </a:cubicBezTo>
                <a:cubicBezTo>
                  <a:pt x="85" y="8"/>
                  <a:pt x="86" y="6"/>
                  <a:pt x="87" y="5"/>
                </a:cubicBezTo>
                <a:cubicBezTo>
                  <a:pt x="88" y="4"/>
                  <a:pt x="90" y="3"/>
                  <a:pt x="91" y="3"/>
                </a:cubicBezTo>
                <a:cubicBezTo>
                  <a:pt x="93" y="3"/>
                  <a:pt x="94" y="4"/>
                  <a:pt x="95" y="5"/>
                </a:cubicBezTo>
                <a:cubicBezTo>
                  <a:pt x="147" y="57"/>
                  <a:pt x="147" y="57"/>
                  <a:pt x="147" y="57"/>
                </a:cubicBezTo>
                <a:cubicBezTo>
                  <a:pt x="148" y="58"/>
                  <a:pt x="149" y="59"/>
                  <a:pt x="149" y="6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35" name="Freeform 137"/>
          <p:cNvSpPr>
            <a:spLocks noEditPoints="1"/>
          </p:cNvSpPr>
          <p:nvPr/>
        </p:nvSpPr>
        <p:spPr bwMode="auto">
          <a:xfrm>
            <a:off x="5552484" y="2680180"/>
            <a:ext cx="209627" cy="209627"/>
          </a:xfrm>
          <a:custGeom>
            <a:avLst/>
            <a:gdLst>
              <a:gd name="T0" fmla="*/ 146 w 146"/>
              <a:gd name="T1" fmla="*/ 28 h 146"/>
              <a:gd name="T2" fmla="*/ 146 w 146"/>
              <a:gd name="T3" fmla="*/ 118 h 146"/>
              <a:gd name="T4" fmla="*/ 138 w 146"/>
              <a:gd name="T5" fmla="*/ 138 h 146"/>
              <a:gd name="T6" fmla="*/ 118 w 146"/>
              <a:gd name="T7" fmla="*/ 146 h 146"/>
              <a:gd name="T8" fmla="*/ 28 w 146"/>
              <a:gd name="T9" fmla="*/ 146 h 146"/>
              <a:gd name="T10" fmla="*/ 8 w 146"/>
              <a:gd name="T11" fmla="*/ 138 h 146"/>
              <a:gd name="T12" fmla="*/ 0 w 146"/>
              <a:gd name="T13" fmla="*/ 118 h 146"/>
              <a:gd name="T14" fmla="*/ 0 w 146"/>
              <a:gd name="T15" fmla="*/ 28 h 146"/>
              <a:gd name="T16" fmla="*/ 8 w 146"/>
              <a:gd name="T17" fmla="*/ 8 h 146"/>
              <a:gd name="T18" fmla="*/ 28 w 146"/>
              <a:gd name="T19" fmla="*/ 0 h 146"/>
              <a:gd name="T20" fmla="*/ 118 w 146"/>
              <a:gd name="T21" fmla="*/ 0 h 146"/>
              <a:gd name="T22" fmla="*/ 138 w 146"/>
              <a:gd name="T23" fmla="*/ 8 h 146"/>
              <a:gd name="T24" fmla="*/ 146 w 146"/>
              <a:gd name="T25" fmla="*/ 28 h 146"/>
              <a:gd name="T26" fmla="*/ 46 w 146"/>
              <a:gd name="T27" fmla="*/ 36 h 146"/>
              <a:gd name="T28" fmla="*/ 43 w 146"/>
              <a:gd name="T29" fmla="*/ 28 h 146"/>
              <a:gd name="T30" fmla="*/ 34 w 146"/>
              <a:gd name="T31" fmla="*/ 25 h 146"/>
              <a:gd name="T32" fmla="*/ 25 w 146"/>
              <a:gd name="T33" fmla="*/ 28 h 146"/>
              <a:gd name="T34" fmla="*/ 21 w 146"/>
              <a:gd name="T35" fmla="*/ 36 h 146"/>
              <a:gd name="T36" fmla="*/ 25 w 146"/>
              <a:gd name="T37" fmla="*/ 44 h 146"/>
              <a:gd name="T38" fmla="*/ 33 w 146"/>
              <a:gd name="T39" fmla="*/ 47 h 146"/>
              <a:gd name="T40" fmla="*/ 34 w 146"/>
              <a:gd name="T41" fmla="*/ 47 h 146"/>
              <a:gd name="T42" fmla="*/ 43 w 146"/>
              <a:gd name="T43" fmla="*/ 44 h 146"/>
              <a:gd name="T44" fmla="*/ 46 w 146"/>
              <a:gd name="T45" fmla="*/ 36 h 146"/>
              <a:gd name="T46" fmla="*/ 23 w 146"/>
              <a:gd name="T47" fmla="*/ 122 h 146"/>
              <a:gd name="T48" fmla="*/ 45 w 146"/>
              <a:gd name="T49" fmla="*/ 122 h 146"/>
              <a:gd name="T50" fmla="*/ 45 w 146"/>
              <a:gd name="T51" fmla="*/ 56 h 146"/>
              <a:gd name="T52" fmla="*/ 23 w 146"/>
              <a:gd name="T53" fmla="*/ 56 h 146"/>
              <a:gd name="T54" fmla="*/ 23 w 146"/>
              <a:gd name="T55" fmla="*/ 122 h 146"/>
              <a:gd name="T56" fmla="*/ 101 w 146"/>
              <a:gd name="T57" fmla="*/ 122 h 146"/>
              <a:gd name="T58" fmla="*/ 123 w 146"/>
              <a:gd name="T59" fmla="*/ 122 h 146"/>
              <a:gd name="T60" fmla="*/ 123 w 146"/>
              <a:gd name="T61" fmla="*/ 84 h 146"/>
              <a:gd name="T62" fmla="*/ 116 w 146"/>
              <a:gd name="T63" fmla="*/ 62 h 146"/>
              <a:gd name="T64" fmla="*/ 98 w 146"/>
              <a:gd name="T65" fmla="*/ 55 h 146"/>
              <a:gd name="T66" fmla="*/ 78 w 146"/>
              <a:gd name="T67" fmla="*/ 66 h 146"/>
              <a:gd name="T68" fmla="*/ 78 w 146"/>
              <a:gd name="T69" fmla="*/ 66 h 146"/>
              <a:gd name="T70" fmla="*/ 78 w 146"/>
              <a:gd name="T71" fmla="*/ 56 h 146"/>
              <a:gd name="T72" fmla="*/ 57 w 146"/>
              <a:gd name="T73" fmla="*/ 56 h 146"/>
              <a:gd name="T74" fmla="*/ 57 w 146"/>
              <a:gd name="T75" fmla="*/ 122 h 146"/>
              <a:gd name="T76" fmla="*/ 78 w 146"/>
              <a:gd name="T77" fmla="*/ 122 h 146"/>
              <a:gd name="T78" fmla="*/ 78 w 146"/>
              <a:gd name="T79" fmla="*/ 85 h 146"/>
              <a:gd name="T80" fmla="*/ 79 w 146"/>
              <a:gd name="T81" fmla="*/ 80 h 146"/>
              <a:gd name="T82" fmla="*/ 83 w 146"/>
              <a:gd name="T83" fmla="*/ 74 h 146"/>
              <a:gd name="T84" fmla="*/ 90 w 146"/>
              <a:gd name="T85" fmla="*/ 72 h 146"/>
              <a:gd name="T86" fmla="*/ 101 w 146"/>
              <a:gd name="T87" fmla="*/ 87 h 146"/>
              <a:gd name="T88" fmla="*/ 101 w 146"/>
              <a:gd name="T89" fmla="*/ 122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46" h="146">
                <a:moveTo>
                  <a:pt x="146" y="28"/>
                </a:moveTo>
                <a:cubicBezTo>
                  <a:pt x="146" y="118"/>
                  <a:pt x="146" y="118"/>
                  <a:pt x="146" y="118"/>
                </a:cubicBezTo>
                <a:cubicBezTo>
                  <a:pt x="146" y="126"/>
                  <a:pt x="143" y="132"/>
                  <a:pt x="138" y="138"/>
                </a:cubicBezTo>
                <a:cubicBezTo>
                  <a:pt x="132" y="143"/>
                  <a:pt x="126" y="146"/>
                  <a:pt x="118" y="146"/>
                </a:cubicBezTo>
                <a:cubicBezTo>
                  <a:pt x="28" y="146"/>
                  <a:pt x="28" y="146"/>
                  <a:pt x="28" y="146"/>
                </a:cubicBezTo>
                <a:cubicBezTo>
                  <a:pt x="20" y="146"/>
                  <a:pt x="14" y="143"/>
                  <a:pt x="8" y="138"/>
                </a:cubicBezTo>
                <a:cubicBezTo>
                  <a:pt x="3" y="132"/>
                  <a:pt x="0" y="126"/>
                  <a:pt x="0" y="118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0"/>
                  <a:pt x="3" y="14"/>
                  <a:pt x="8" y="8"/>
                </a:cubicBezTo>
                <a:cubicBezTo>
                  <a:pt x="14" y="3"/>
                  <a:pt x="20" y="0"/>
                  <a:pt x="28" y="0"/>
                </a:cubicBezTo>
                <a:cubicBezTo>
                  <a:pt x="118" y="0"/>
                  <a:pt x="118" y="0"/>
                  <a:pt x="118" y="0"/>
                </a:cubicBezTo>
                <a:cubicBezTo>
                  <a:pt x="126" y="0"/>
                  <a:pt x="132" y="3"/>
                  <a:pt x="138" y="8"/>
                </a:cubicBezTo>
                <a:cubicBezTo>
                  <a:pt x="143" y="14"/>
                  <a:pt x="146" y="20"/>
                  <a:pt x="146" y="28"/>
                </a:cubicBezTo>
                <a:close/>
                <a:moveTo>
                  <a:pt x="46" y="36"/>
                </a:moveTo>
                <a:cubicBezTo>
                  <a:pt x="46" y="33"/>
                  <a:pt x="45" y="30"/>
                  <a:pt x="43" y="28"/>
                </a:cubicBezTo>
                <a:cubicBezTo>
                  <a:pt x="40" y="26"/>
                  <a:pt x="37" y="25"/>
                  <a:pt x="34" y="25"/>
                </a:cubicBezTo>
                <a:cubicBezTo>
                  <a:pt x="30" y="25"/>
                  <a:pt x="27" y="26"/>
                  <a:pt x="25" y="28"/>
                </a:cubicBezTo>
                <a:cubicBezTo>
                  <a:pt x="23" y="30"/>
                  <a:pt x="21" y="33"/>
                  <a:pt x="21" y="36"/>
                </a:cubicBezTo>
                <a:cubicBezTo>
                  <a:pt x="21" y="39"/>
                  <a:pt x="22" y="42"/>
                  <a:pt x="25" y="44"/>
                </a:cubicBezTo>
                <a:cubicBezTo>
                  <a:pt x="27" y="46"/>
                  <a:pt x="30" y="47"/>
                  <a:pt x="33" y="47"/>
                </a:cubicBezTo>
                <a:cubicBezTo>
                  <a:pt x="34" y="47"/>
                  <a:pt x="34" y="47"/>
                  <a:pt x="34" y="47"/>
                </a:cubicBezTo>
                <a:cubicBezTo>
                  <a:pt x="37" y="47"/>
                  <a:pt x="40" y="46"/>
                  <a:pt x="43" y="44"/>
                </a:cubicBezTo>
                <a:cubicBezTo>
                  <a:pt x="45" y="42"/>
                  <a:pt x="46" y="39"/>
                  <a:pt x="46" y="36"/>
                </a:cubicBezTo>
                <a:close/>
                <a:moveTo>
                  <a:pt x="23" y="122"/>
                </a:moveTo>
                <a:cubicBezTo>
                  <a:pt x="45" y="122"/>
                  <a:pt x="45" y="122"/>
                  <a:pt x="45" y="122"/>
                </a:cubicBezTo>
                <a:cubicBezTo>
                  <a:pt x="45" y="56"/>
                  <a:pt x="45" y="56"/>
                  <a:pt x="45" y="56"/>
                </a:cubicBezTo>
                <a:cubicBezTo>
                  <a:pt x="23" y="56"/>
                  <a:pt x="23" y="56"/>
                  <a:pt x="23" y="56"/>
                </a:cubicBezTo>
                <a:lnTo>
                  <a:pt x="23" y="122"/>
                </a:lnTo>
                <a:close/>
                <a:moveTo>
                  <a:pt x="101" y="122"/>
                </a:moveTo>
                <a:cubicBezTo>
                  <a:pt x="123" y="122"/>
                  <a:pt x="123" y="122"/>
                  <a:pt x="123" y="122"/>
                </a:cubicBezTo>
                <a:cubicBezTo>
                  <a:pt x="123" y="84"/>
                  <a:pt x="123" y="84"/>
                  <a:pt x="123" y="84"/>
                </a:cubicBezTo>
                <a:cubicBezTo>
                  <a:pt x="123" y="75"/>
                  <a:pt x="121" y="67"/>
                  <a:pt x="116" y="62"/>
                </a:cubicBezTo>
                <a:cubicBezTo>
                  <a:pt x="112" y="57"/>
                  <a:pt x="106" y="55"/>
                  <a:pt x="98" y="55"/>
                </a:cubicBezTo>
                <a:cubicBezTo>
                  <a:pt x="89" y="55"/>
                  <a:pt x="83" y="58"/>
                  <a:pt x="78" y="66"/>
                </a:cubicBezTo>
                <a:cubicBezTo>
                  <a:pt x="78" y="66"/>
                  <a:pt x="78" y="66"/>
                  <a:pt x="78" y="66"/>
                </a:cubicBezTo>
                <a:cubicBezTo>
                  <a:pt x="78" y="56"/>
                  <a:pt x="78" y="56"/>
                  <a:pt x="78" y="56"/>
                </a:cubicBezTo>
                <a:cubicBezTo>
                  <a:pt x="57" y="56"/>
                  <a:pt x="57" y="56"/>
                  <a:pt x="57" y="56"/>
                </a:cubicBezTo>
                <a:cubicBezTo>
                  <a:pt x="57" y="60"/>
                  <a:pt x="57" y="82"/>
                  <a:pt x="57" y="122"/>
                </a:cubicBezTo>
                <a:cubicBezTo>
                  <a:pt x="78" y="122"/>
                  <a:pt x="78" y="122"/>
                  <a:pt x="78" y="122"/>
                </a:cubicBezTo>
                <a:cubicBezTo>
                  <a:pt x="78" y="85"/>
                  <a:pt x="78" y="85"/>
                  <a:pt x="78" y="85"/>
                </a:cubicBezTo>
                <a:cubicBezTo>
                  <a:pt x="78" y="83"/>
                  <a:pt x="79" y="81"/>
                  <a:pt x="79" y="80"/>
                </a:cubicBezTo>
                <a:cubicBezTo>
                  <a:pt x="80" y="78"/>
                  <a:pt x="81" y="76"/>
                  <a:pt x="83" y="74"/>
                </a:cubicBezTo>
                <a:cubicBezTo>
                  <a:pt x="85" y="73"/>
                  <a:pt x="88" y="72"/>
                  <a:pt x="90" y="72"/>
                </a:cubicBezTo>
                <a:cubicBezTo>
                  <a:pt x="98" y="72"/>
                  <a:pt x="101" y="77"/>
                  <a:pt x="101" y="87"/>
                </a:cubicBezTo>
                <a:lnTo>
                  <a:pt x="101" y="122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36" name="Freeform 138"/>
          <p:cNvSpPr>
            <a:spLocks noEditPoints="1"/>
          </p:cNvSpPr>
          <p:nvPr/>
        </p:nvSpPr>
        <p:spPr bwMode="auto">
          <a:xfrm>
            <a:off x="5820461" y="2680180"/>
            <a:ext cx="155599" cy="226915"/>
          </a:xfrm>
          <a:custGeom>
            <a:avLst/>
            <a:gdLst>
              <a:gd name="T0" fmla="*/ 109 w 109"/>
              <a:gd name="T1" fmla="*/ 103 h 158"/>
              <a:gd name="T2" fmla="*/ 107 w 109"/>
              <a:gd name="T3" fmla="*/ 107 h 158"/>
              <a:gd name="T4" fmla="*/ 103 w 109"/>
              <a:gd name="T5" fmla="*/ 109 h 158"/>
              <a:gd name="T6" fmla="*/ 62 w 109"/>
              <a:gd name="T7" fmla="*/ 109 h 158"/>
              <a:gd name="T8" fmla="*/ 58 w 109"/>
              <a:gd name="T9" fmla="*/ 155 h 158"/>
              <a:gd name="T10" fmla="*/ 57 w 109"/>
              <a:gd name="T11" fmla="*/ 157 h 158"/>
              <a:gd name="T12" fmla="*/ 55 w 109"/>
              <a:gd name="T13" fmla="*/ 158 h 158"/>
              <a:gd name="T14" fmla="*/ 55 w 109"/>
              <a:gd name="T15" fmla="*/ 158 h 158"/>
              <a:gd name="T16" fmla="*/ 52 w 109"/>
              <a:gd name="T17" fmla="*/ 155 h 158"/>
              <a:gd name="T18" fmla="*/ 44 w 109"/>
              <a:gd name="T19" fmla="*/ 109 h 158"/>
              <a:gd name="T20" fmla="*/ 6 w 109"/>
              <a:gd name="T21" fmla="*/ 109 h 158"/>
              <a:gd name="T22" fmla="*/ 2 w 109"/>
              <a:gd name="T23" fmla="*/ 107 h 158"/>
              <a:gd name="T24" fmla="*/ 0 w 109"/>
              <a:gd name="T25" fmla="*/ 103 h 158"/>
              <a:gd name="T26" fmla="*/ 7 w 109"/>
              <a:gd name="T27" fmla="*/ 82 h 158"/>
              <a:gd name="T28" fmla="*/ 24 w 109"/>
              <a:gd name="T29" fmla="*/ 73 h 158"/>
              <a:gd name="T30" fmla="*/ 24 w 109"/>
              <a:gd name="T31" fmla="*/ 25 h 158"/>
              <a:gd name="T32" fmla="*/ 16 w 109"/>
              <a:gd name="T33" fmla="*/ 21 h 158"/>
              <a:gd name="T34" fmla="*/ 12 w 109"/>
              <a:gd name="T35" fmla="*/ 12 h 158"/>
              <a:gd name="T36" fmla="*/ 16 w 109"/>
              <a:gd name="T37" fmla="*/ 4 h 158"/>
              <a:gd name="T38" fmla="*/ 24 w 109"/>
              <a:gd name="T39" fmla="*/ 0 h 158"/>
              <a:gd name="T40" fmla="*/ 85 w 109"/>
              <a:gd name="T41" fmla="*/ 0 h 158"/>
              <a:gd name="T42" fmla="*/ 93 w 109"/>
              <a:gd name="T43" fmla="*/ 4 h 158"/>
              <a:gd name="T44" fmla="*/ 97 w 109"/>
              <a:gd name="T45" fmla="*/ 12 h 158"/>
              <a:gd name="T46" fmla="*/ 93 w 109"/>
              <a:gd name="T47" fmla="*/ 21 h 158"/>
              <a:gd name="T48" fmla="*/ 85 w 109"/>
              <a:gd name="T49" fmla="*/ 25 h 158"/>
              <a:gd name="T50" fmla="*/ 85 w 109"/>
              <a:gd name="T51" fmla="*/ 73 h 158"/>
              <a:gd name="T52" fmla="*/ 102 w 109"/>
              <a:gd name="T53" fmla="*/ 82 h 158"/>
              <a:gd name="T54" fmla="*/ 109 w 109"/>
              <a:gd name="T55" fmla="*/ 103 h 158"/>
              <a:gd name="T56" fmla="*/ 45 w 109"/>
              <a:gd name="T57" fmla="*/ 70 h 158"/>
              <a:gd name="T58" fmla="*/ 45 w 109"/>
              <a:gd name="T59" fmla="*/ 28 h 158"/>
              <a:gd name="T60" fmla="*/ 45 w 109"/>
              <a:gd name="T61" fmla="*/ 25 h 158"/>
              <a:gd name="T62" fmla="*/ 42 w 109"/>
              <a:gd name="T63" fmla="*/ 25 h 158"/>
              <a:gd name="T64" fmla="*/ 40 w 109"/>
              <a:gd name="T65" fmla="*/ 25 h 158"/>
              <a:gd name="T66" fmla="*/ 39 w 109"/>
              <a:gd name="T67" fmla="*/ 28 h 158"/>
              <a:gd name="T68" fmla="*/ 39 w 109"/>
              <a:gd name="T69" fmla="*/ 70 h 158"/>
              <a:gd name="T70" fmla="*/ 40 w 109"/>
              <a:gd name="T71" fmla="*/ 72 h 158"/>
              <a:gd name="T72" fmla="*/ 42 w 109"/>
              <a:gd name="T73" fmla="*/ 73 h 158"/>
              <a:gd name="T74" fmla="*/ 45 w 109"/>
              <a:gd name="T75" fmla="*/ 72 h 158"/>
              <a:gd name="T76" fmla="*/ 45 w 109"/>
              <a:gd name="T77" fmla="*/ 70 h 1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09" h="158">
                <a:moveTo>
                  <a:pt x="109" y="103"/>
                </a:moveTo>
                <a:cubicBezTo>
                  <a:pt x="109" y="105"/>
                  <a:pt x="108" y="106"/>
                  <a:pt x="107" y="107"/>
                </a:cubicBezTo>
                <a:cubicBezTo>
                  <a:pt x="106" y="109"/>
                  <a:pt x="105" y="109"/>
                  <a:pt x="103" y="109"/>
                </a:cubicBezTo>
                <a:cubicBezTo>
                  <a:pt x="62" y="109"/>
                  <a:pt x="62" y="109"/>
                  <a:pt x="62" y="109"/>
                </a:cubicBezTo>
                <a:cubicBezTo>
                  <a:pt x="58" y="155"/>
                  <a:pt x="58" y="155"/>
                  <a:pt x="58" y="155"/>
                </a:cubicBezTo>
                <a:cubicBezTo>
                  <a:pt x="57" y="156"/>
                  <a:pt x="57" y="156"/>
                  <a:pt x="57" y="157"/>
                </a:cubicBezTo>
                <a:cubicBezTo>
                  <a:pt x="56" y="157"/>
                  <a:pt x="55" y="158"/>
                  <a:pt x="55" y="158"/>
                </a:cubicBezTo>
                <a:cubicBezTo>
                  <a:pt x="55" y="158"/>
                  <a:pt x="55" y="158"/>
                  <a:pt x="55" y="158"/>
                </a:cubicBezTo>
                <a:cubicBezTo>
                  <a:pt x="53" y="158"/>
                  <a:pt x="52" y="157"/>
                  <a:pt x="52" y="155"/>
                </a:cubicBezTo>
                <a:cubicBezTo>
                  <a:pt x="44" y="109"/>
                  <a:pt x="44" y="109"/>
                  <a:pt x="44" y="109"/>
                </a:cubicBezTo>
                <a:cubicBezTo>
                  <a:pt x="6" y="109"/>
                  <a:pt x="6" y="109"/>
                  <a:pt x="6" y="109"/>
                </a:cubicBezTo>
                <a:cubicBezTo>
                  <a:pt x="4" y="109"/>
                  <a:pt x="3" y="109"/>
                  <a:pt x="2" y="107"/>
                </a:cubicBezTo>
                <a:cubicBezTo>
                  <a:pt x="1" y="106"/>
                  <a:pt x="0" y="105"/>
                  <a:pt x="0" y="103"/>
                </a:cubicBezTo>
                <a:cubicBezTo>
                  <a:pt x="0" y="95"/>
                  <a:pt x="3" y="88"/>
                  <a:pt x="7" y="82"/>
                </a:cubicBezTo>
                <a:cubicBezTo>
                  <a:pt x="12" y="76"/>
                  <a:pt x="18" y="73"/>
                  <a:pt x="24" y="73"/>
                </a:cubicBezTo>
                <a:cubicBezTo>
                  <a:pt x="24" y="25"/>
                  <a:pt x="24" y="25"/>
                  <a:pt x="24" y="25"/>
                </a:cubicBezTo>
                <a:cubicBezTo>
                  <a:pt x="21" y="25"/>
                  <a:pt x="18" y="23"/>
                  <a:pt x="16" y="21"/>
                </a:cubicBezTo>
                <a:cubicBezTo>
                  <a:pt x="13" y="19"/>
                  <a:pt x="12" y="16"/>
                  <a:pt x="12" y="12"/>
                </a:cubicBezTo>
                <a:cubicBezTo>
                  <a:pt x="12" y="9"/>
                  <a:pt x="13" y="6"/>
                  <a:pt x="16" y="4"/>
                </a:cubicBezTo>
                <a:cubicBezTo>
                  <a:pt x="18" y="2"/>
                  <a:pt x="21" y="0"/>
                  <a:pt x="24" y="0"/>
                </a:cubicBezTo>
                <a:cubicBezTo>
                  <a:pt x="85" y="0"/>
                  <a:pt x="85" y="0"/>
                  <a:pt x="85" y="0"/>
                </a:cubicBezTo>
                <a:cubicBezTo>
                  <a:pt x="88" y="0"/>
                  <a:pt x="91" y="2"/>
                  <a:pt x="93" y="4"/>
                </a:cubicBezTo>
                <a:cubicBezTo>
                  <a:pt x="96" y="6"/>
                  <a:pt x="97" y="9"/>
                  <a:pt x="97" y="12"/>
                </a:cubicBezTo>
                <a:cubicBezTo>
                  <a:pt x="97" y="16"/>
                  <a:pt x="96" y="19"/>
                  <a:pt x="93" y="21"/>
                </a:cubicBezTo>
                <a:cubicBezTo>
                  <a:pt x="91" y="23"/>
                  <a:pt x="88" y="25"/>
                  <a:pt x="85" y="25"/>
                </a:cubicBezTo>
                <a:cubicBezTo>
                  <a:pt x="85" y="73"/>
                  <a:pt x="85" y="73"/>
                  <a:pt x="85" y="73"/>
                </a:cubicBezTo>
                <a:cubicBezTo>
                  <a:pt x="91" y="73"/>
                  <a:pt x="97" y="76"/>
                  <a:pt x="102" y="82"/>
                </a:cubicBezTo>
                <a:cubicBezTo>
                  <a:pt x="107" y="88"/>
                  <a:pt x="109" y="95"/>
                  <a:pt x="109" y="103"/>
                </a:cubicBezTo>
                <a:close/>
                <a:moveTo>
                  <a:pt x="45" y="70"/>
                </a:moveTo>
                <a:cubicBezTo>
                  <a:pt x="45" y="28"/>
                  <a:pt x="45" y="28"/>
                  <a:pt x="45" y="28"/>
                </a:cubicBezTo>
                <a:cubicBezTo>
                  <a:pt x="45" y="27"/>
                  <a:pt x="45" y="26"/>
                  <a:pt x="45" y="25"/>
                </a:cubicBezTo>
                <a:cubicBezTo>
                  <a:pt x="44" y="25"/>
                  <a:pt x="43" y="25"/>
                  <a:pt x="42" y="25"/>
                </a:cubicBezTo>
                <a:cubicBezTo>
                  <a:pt x="42" y="25"/>
                  <a:pt x="41" y="25"/>
                  <a:pt x="40" y="25"/>
                </a:cubicBezTo>
                <a:cubicBezTo>
                  <a:pt x="40" y="26"/>
                  <a:pt x="39" y="27"/>
                  <a:pt x="39" y="28"/>
                </a:cubicBezTo>
                <a:cubicBezTo>
                  <a:pt x="39" y="70"/>
                  <a:pt x="39" y="70"/>
                  <a:pt x="39" y="70"/>
                </a:cubicBezTo>
                <a:cubicBezTo>
                  <a:pt x="39" y="71"/>
                  <a:pt x="40" y="72"/>
                  <a:pt x="40" y="72"/>
                </a:cubicBezTo>
                <a:cubicBezTo>
                  <a:pt x="41" y="73"/>
                  <a:pt x="42" y="73"/>
                  <a:pt x="42" y="73"/>
                </a:cubicBezTo>
                <a:cubicBezTo>
                  <a:pt x="43" y="73"/>
                  <a:pt x="44" y="73"/>
                  <a:pt x="45" y="72"/>
                </a:cubicBezTo>
                <a:cubicBezTo>
                  <a:pt x="45" y="72"/>
                  <a:pt x="45" y="71"/>
                  <a:pt x="45" y="7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37" name="Freeform 139"/>
          <p:cNvSpPr>
            <a:spLocks noEditPoints="1"/>
          </p:cNvSpPr>
          <p:nvPr/>
        </p:nvSpPr>
        <p:spPr bwMode="auto">
          <a:xfrm>
            <a:off x="6036571" y="2665051"/>
            <a:ext cx="242043" cy="207464"/>
          </a:xfrm>
          <a:custGeom>
            <a:avLst/>
            <a:gdLst>
              <a:gd name="T0" fmla="*/ 133 w 169"/>
              <a:gd name="T1" fmla="*/ 88 h 145"/>
              <a:gd name="T2" fmla="*/ 133 w 169"/>
              <a:gd name="T3" fmla="*/ 118 h 145"/>
              <a:gd name="T4" fmla="*/ 125 w 169"/>
              <a:gd name="T5" fmla="*/ 137 h 145"/>
              <a:gd name="T6" fmla="*/ 105 w 169"/>
              <a:gd name="T7" fmla="*/ 145 h 145"/>
              <a:gd name="T8" fmla="*/ 27 w 169"/>
              <a:gd name="T9" fmla="*/ 145 h 145"/>
              <a:gd name="T10" fmla="*/ 8 w 169"/>
              <a:gd name="T11" fmla="*/ 137 h 145"/>
              <a:gd name="T12" fmla="*/ 0 w 169"/>
              <a:gd name="T13" fmla="*/ 118 h 145"/>
              <a:gd name="T14" fmla="*/ 0 w 169"/>
              <a:gd name="T15" fmla="*/ 40 h 145"/>
              <a:gd name="T16" fmla="*/ 8 w 169"/>
              <a:gd name="T17" fmla="*/ 20 h 145"/>
              <a:gd name="T18" fmla="*/ 27 w 169"/>
              <a:gd name="T19" fmla="*/ 12 h 145"/>
              <a:gd name="T20" fmla="*/ 93 w 169"/>
              <a:gd name="T21" fmla="*/ 12 h 145"/>
              <a:gd name="T22" fmla="*/ 96 w 169"/>
              <a:gd name="T23" fmla="*/ 13 h 145"/>
              <a:gd name="T24" fmla="*/ 96 w 169"/>
              <a:gd name="T25" fmla="*/ 15 h 145"/>
              <a:gd name="T26" fmla="*/ 96 w 169"/>
              <a:gd name="T27" fmla="*/ 21 h 145"/>
              <a:gd name="T28" fmla="*/ 96 w 169"/>
              <a:gd name="T29" fmla="*/ 24 h 145"/>
              <a:gd name="T30" fmla="*/ 93 w 169"/>
              <a:gd name="T31" fmla="*/ 24 h 145"/>
              <a:gd name="T32" fmla="*/ 27 w 169"/>
              <a:gd name="T33" fmla="*/ 24 h 145"/>
              <a:gd name="T34" fmla="*/ 16 w 169"/>
              <a:gd name="T35" fmla="*/ 29 h 145"/>
              <a:gd name="T36" fmla="*/ 12 w 169"/>
              <a:gd name="T37" fmla="*/ 40 h 145"/>
              <a:gd name="T38" fmla="*/ 12 w 169"/>
              <a:gd name="T39" fmla="*/ 118 h 145"/>
              <a:gd name="T40" fmla="*/ 16 w 169"/>
              <a:gd name="T41" fmla="*/ 129 h 145"/>
              <a:gd name="T42" fmla="*/ 27 w 169"/>
              <a:gd name="T43" fmla="*/ 133 h 145"/>
              <a:gd name="T44" fmla="*/ 105 w 169"/>
              <a:gd name="T45" fmla="*/ 133 h 145"/>
              <a:gd name="T46" fmla="*/ 116 w 169"/>
              <a:gd name="T47" fmla="*/ 129 h 145"/>
              <a:gd name="T48" fmla="*/ 121 w 169"/>
              <a:gd name="T49" fmla="*/ 118 h 145"/>
              <a:gd name="T50" fmla="*/ 121 w 169"/>
              <a:gd name="T51" fmla="*/ 88 h 145"/>
              <a:gd name="T52" fmla="*/ 121 w 169"/>
              <a:gd name="T53" fmla="*/ 86 h 145"/>
              <a:gd name="T54" fmla="*/ 124 w 169"/>
              <a:gd name="T55" fmla="*/ 85 h 145"/>
              <a:gd name="T56" fmla="*/ 130 w 169"/>
              <a:gd name="T57" fmla="*/ 85 h 145"/>
              <a:gd name="T58" fmla="*/ 132 w 169"/>
              <a:gd name="T59" fmla="*/ 86 h 145"/>
              <a:gd name="T60" fmla="*/ 133 w 169"/>
              <a:gd name="T61" fmla="*/ 88 h 145"/>
              <a:gd name="T62" fmla="*/ 169 w 169"/>
              <a:gd name="T63" fmla="*/ 6 h 145"/>
              <a:gd name="T64" fmla="*/ 169 w 169"/>
              <a:gd name="T65" fmla="*/ 55 h 145"/>
              <a:gd name="T66" fmla="*/ 167 w 169"/>
              <a:gd name="T67" fmla="*/ 59 h 145"/>
              <a:gd name="T68" fmla="*/ 163 w 169"/>
              <a:gd name="T69" fmla="*/ 61 h 145"/>
              <a:gd name="T70" fmla="*/ 159 w 169"/>
              <a:gd name="T71" fmla="*/ 59 h 145"/>
              <a:gd name="T72" fmla="*/ 142 w 169"/>
              <a:gd name="T73" fmla="*/ 42 h 145"/>
              <a:gd name="T74" fmla="*/ 80 w 169"/>
              <a:gd name="T75" fmla="*/ 104 h 145"/>
              <a:gd name="T76" fmla="*/ 78 w 169"/>
              <a:gd name="T77" fmla="*/ 105 h 145"/>
              <a:gd name="T78" fmla="*/ 76 w 169"/>
              <a:gd name="T79" fmla="*/ 104 h 145"/>
              <a:gd name="T80" fmla="*/ 65 w 169"/>
              <a:gd name="T81" fmla="*/ 93 h 145"/>
              <a:gd name="T82" fmla="*/ 64 w 169"/>
              <a:gd name="T83" fmla="*/ 91 h 145"/>
              <a:gd name="T84" fmla="*/ 65 w 169"/>
              <a:gd name="T85" fmla="*/ 89 h 145"/>
              <a:gd name="T86" fmla="*/ 127 w 169"/>
              <a:gd name="T87" fmla="*/ 27 h 145"/>
              <a:gd name="T88" fmla="*/ 110 w 169"/>
              <a:gd name="T89" fmla="*/ 11 h 145"/>
              <a:gd name="T90" fmla="*/ 108 w 169"/>
              <a:gd name="T91" fmla="*/ 6 h 145"/>
              <a:gd name="T92" fmla="*/ 110 w 169"/>
              <a:gd name="T93" fmla="*/ 2 h 145"/>
              <a:gd name="T94" fmla="*/ 115 w 169"/>
              <a:gd name="T95" fmla="*/ 0 h 145"/>
              <a:gd name="T96" fmla="*/ 163 w 169"/>
              <a:gd name="T97" fmla="*/ 0 h 145"/>
              <a:gd name="T98" fmla="*/ 167 w 169"/>
              <a:gd name="T99" fmla="*/ 2 h 145"/>
              <a:gd name="T100" fmla="*/ 169 w 169"/>
              <a:gd name="T101" fmla="*/ 6 h 1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69" h="145">
                <a:moveTo>
                  <a:pt x="133" y="88"/>
                </a:moveTo>
                <a:cubicBezTo>
                  <a:pt x="133" y="118"/>
                  <a:pt x="133" y="118"/>
                  <a:pt x="133" y="118"/>
                </a:cubicBezTo>
                <a:cubicBezTo>
                  <a:pt x="133" y="126"/>
                  <a:pt x="130" y="132"/>
                  <a:pt x="125" y="137"/>
                </a:cubicBezTo>
                <a:cubicBezTo>
                  <a:pt x="119" y="143"/>
                  <a:pt x="113" y="145"/>
                  <a:pt x="105" y="145"/>
                </a:cubicBezTo>
                <a:cubicBezTo>
                  <a:pt x="27" y="145"/>
                  <a:pt x="27" y="145"/>
                  <a:pt x="27" y="145"/>
                </a:cubicBezTo>
                <a:cubicBezTo>
                  <a:pt x="19" y="145"/>
                  <a:pt x="13" y="143"/>
                  <a:pt x="8" y="137"/>
                </a:cubicBezTo>
                <a:cubicBezTo>
                  <a:pt x="2" y="132"/>
                  <a:pt x="0" y="126"/>
                  <a:pt x="0" y="118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32"/>
                  <a:pt x="2" y="26"/>
                  <a:pt x="8" y="20"/>
                </a:cubicBezTo>
                <a:cubicBezTo>
                  <a:pt x="13" y="15"/>
                  <a:pt x="19" y="12"/>
                  <a:pt x="27" y="12"/>
                </a:cubicBezTo>
                <a:cubicBezTo>
                  <a:pt x="93" y="12"/>
                  <a:pt x="93" y="12"/>
                  <a:pt x="93" y="12"/>
                </a:cubicBezTo>
                <a:cubicBezTo>
                  <a:pt x="94" y="12"/>
                  <a:pt x="95" y="13"/>
                  <a:pt x="96" y="13"/>
                </a:cubicBezTo>
                <a:cubicBezTo>
                  <a:pt x="96" y="14"/>
                  <a:pt x="96" y="14"/>
                  <a:pt x="96" y="15"/>
                </a:cubicBezTo>
                <a:cubicBezTo>
                  <a:pt x="96" y="21"/>
                  <a:pt x="96" y="21"/>
                  <a:pt x="96" y="21"/>
                </a:cubicBezTo>
                <a:cubicBezTo>
                  <a:pt x="96" y="22"/>
                  <a:pt x="96" y="23"/>
                  <a:pt x="96" y="24"/>
                </a:cubicBezTo>
                <a:cubicBezTo>
                  <a:pt x="95" y="24"/>
                  <a:pt x="94" y="24"/>
                  <a:pt x="93" y="24"/>
                </a:cubicBezTo>
                <a:cubicBezTo>
                  <a:pt x="27" y="24"/>
                  <a:pt x="27" y="24"/>
                  <a:pt x="27" y="24"/>
                </a:cubicBezTo>
                <a:cubicBezTo>
                  <a:pt x="23" y="24"/>
                  <a:pt x="19" y="26"/>
                  <a:pt x="16" y="29"/>
                </a:cubicBezTo>
                <a:cubicBezTo>
                  <a:pt x="13" y="32"/>
                  <a:pt x="12" y="35"/>
                  <a:pt x="12" y="40"/>
                </a:cubicBezTo>
                <a:cubicBezTo>
                  <a:pt x="12" y="118"/>
                  <a:pt x="12" y="118"/>
                  <a:pt x="12" y="118"/>
                </a:cubicBezTo>
                <a:cubicBezTo>
                  <a:pt x="12" y="122"/>
                  <a:pt x="13" y="126"/>
                  <a:pt x="16" y="129"/>
                </a:cubicBezTo>
                <a:cubicBezTo>
                  <a:pt x="19" y="132"/>
                  <a:pt x="23" y="133"/>
                  <a:pt x="27" y="133"/>
                </a:cubicBezTo>
                <a:cubicBezTo>
                  <a:pt x="105" y="133"/>
                  <a:pt x="105" y="133"/>
                  <a:pt x="105" y="133"/>
                </a:cubicBezTo>
                <a:cubicBezTo>
                  <a:pt x="110" y="133"/>
                  <a:pt x="113" y="132"/>
                  <a:pt x="116" y="129"/>
                </a:cubicBezTo>
                <a:cubicBezTo>
                  <a:pt x="119" y="126"/>
                  <a:pt x="121" y="122"/>
                  <a:pt x="121" y="118"/>
                </a:cubicBezTo>
                <a:cubicBezTo>
                  <a:pt x="121" y="88"/>
                  <a:pt x="121" y="88"/>
                  <a:pt x="121" y="88"/>
                </a:cubicBezTo>
                <a:cubicBezTo>
                  <a:pt x="121" y="87"/>
                  <a:pt x="121" y="86"/>
                  <a:pt x="121" y="86"/>
                </a:cubicBezTo>
                <a:cubicBezTo>
                  <a:pt x="122" y="85"/>
                  <a:pt x="123" y="85"/>
                  <a:pt x="124" y="85"/>
                </a:cubicBezTo>
                <a:cubicBezTo>
                  <a:pt x="130" y="85"/>
                  <a:pt x="130" y="85"/>
                  <a:pt x="130" y="85"/>
                </a:cubicBezTo>
                <a:cubicBezTo>
                  <a:pt x="131" y="85"/>
                  <a:pt x="131" y="85"/>
                  <a:pt x="132" y="86"/>
                </a:cubicBezTo>
                <a:cubicBezTo>
                  <a:pt x="132" y="86"/>
                  <a:pt x="133" y="87"/>
                  <a:pt x="133" y="88"/>
                </a:cubicBezTo>
                <a:close/>
                <a:moveTo>
                  <a:pt x="169" y="6"/>
                </a:moveTo>
                <a:cubicBezTo>
                  <a:pt x="169" y="55"/>
                  <a:pt x="169" y="55"/>
                  <a:pt x="169" y="55"/>
                </a:cubicBezTo>
                <a:cubicBezTo>
                  <a:pt x="169" y="56"/>
                  <a:pt x="168" y="58"/>
                  <a:pt x="167" y="59"/>
                </a:cubicBezTo>
                <a:cubicBezTo>
                  <a:pt x="166" y="60"/>
                  <a:pt x="165" y="61"/>
                  <a:pt x="163" y="61"/>
                </a:cubicBezTo>
                <a:cubicBezTo>
                  <a:pt x="161" y="61"/>
                  <a:pt x="160" y="60"/>
                  <a:pt x="159" y="59"/>
                </a:cubicBezTo>
                <a:cubicBezTo>
                  <a:pt x="142" y="42"/>
                  <a:pt x="142" y="42"/>
                  <a:pt x="142" y="42"/>
                </a:cubicBezTo>
                <a:cubicBezTo>
                  <a:pt x="80" y="104"/>
                  <a:pt x="80" y="104"/>
                  <a:pt x="80" y="104"/>
                </a:cubicBezTo>
                <a:cubicBezTo>
                  <a:pt x="80" y="105"/>
                  <a:pt x="79" y="105"/>
                  <a:pt x="78" y="105"/>
                </a:cubicBezTo>
                <a:cubicBezTo>
                  <a:pt x="77" y="105"/>
                  <a:pt x="77" y="105"/>
                  <a:pt x="76" y="104"/>
                </a:cubicBezTo>
                <a:cubicBezTo>
                  <a:pt x="65" y="93"/>
                  <a:pt x="65" y="93"/>
                  <a:pt x="65" y="93"/>
                </a:cubicBezTo>
                <a:cubicBezTo>
                  <a:pt x="65" y="93"/>
                  <a:pt x="64" y="92"/>
                  <a:pt x="64" y="91"/>
                </a:cubicBezTo>
                <a:cubicBezTo>
                  <a:pt x="64" y="90"/>
                  <a:pt x="65" y="89"/>
                  <a:pt x="65" y="89"/>
                </a:cubicBezTo>
                <a:cubicBezTo>
                  <a:pt x="127" y="27"/>
                  <a:pt x="127" y="27"/>
                  <a:pt x="127" y="27"/>
                </a:cubicBezTo>
                <a:cubicBezTo>
                  <a:pt x="110" y="11"/>
                  <a:pt x="110" y="11"/>
                  <a:pt x="110" y="11"/>
                </a:cubicBezTo>
                <a:cubicBezTo>
                  <a:pt x="109" y="9"/>
                  <a:pt x="108" y="8"/>
                  <a:pt x="108" y="6"/>
                </a:cubicBezTo>
                <a:cubicBezTo>
                  <a:pt x="108" y="5"/>
                  <a:pt x="109" y="3"/>
                  <a:pt x="110" y="2"/>
                </a:cubicBezTo>
                <a:cubicBezTo>
                  <a:pt x="111" y="1"/>
                  <a:pt x="113" y="0"/>
                  <a:pt x="115" y="0"/>
                </a:cubicBezTo>
                <a:cubicBezTo>
                  <a:pt x="163" y="0"/>
                  <a:pt x="163" y="0"/>
                  <a:pt x="163" y="0"/>
                </a:cubicBezTo>
                <a:cubicBezTo>
                  <a:pt x="165" y="0"/>
                  <a:pt x="166" y="1"/>
                  <a:pt x="167" y="2"/>
                </a:cubicBezTo>
                <a:cubicBezTo>
                  <a:pt x="168" y="3"/>
                  <a:pt x="169" y="5"/>
                  <a:pt x="169" y="6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38" name="Freeform 140"/>
          <p:cNvSpPr>
            <a:spLocks noEditPoints="1"/>
          </p:cNvSpPr>
          <p:nvPr/>
        </p:nvSpPr>
        <p:spPr bwMode="auto">
          <a:xfrm>
            <a:off x="6339124" y="2697469"/>
            <a:ext cx="207464" cy="175049"/>
          </a:xfrm>
          <a:custGeom>
            <a:avLst/>
            <a:gdLst>
              <a:gd name="T0" fmla="*/ 111 w 145"/>
              <a:gd name="T1" fmla="*/ 61 h 121"/>
              <a:gd name="T2" fmla="*/ 110 w 145"/>
              <a:gd name="T3" fmla="*/ 65 h 121"/>
              <a:gd name="T4" fmla="*/ 58 w 145"/>
              <a:gd name="T5" fmla="*/ 117 h 121"/>
              <a:gd name="T6" fmla="*/ 54 w 145"/>
              <a:gd name="T7" fmla="*/ 118 h 121"/>
              <a:gd name="T8" fmla="*/ 50 w 145"/>
              <a:gd name="T9" fmla="*/ 117 h 121"/>
              <a:gd name="T10" fmla="*/ 48 w 145"/>
              <a:gd name="T11" fmla="*/ 112 h 121"/>
              <a:gd name="T12" fmla="*/ 48 w 145"/>
              <a:gd name="T13" fmla="*/ 85 h 121"/>
              <a:gd name="T14" fmla="*/ 6 w 145"/>
              <a:gd name="T15" fmla="*/ 85 h 121"/>
              <a:gd name="T16" fmla="*/ 1 w 145"/>
              <a:gd name="T17" fmla="*/ 83 h 121"/>
              <a:gd name="T18" fmla="*/ 0 w 145"/>
              <a:gd name="T19" fmla="*/ 79 h 121"/>
              <a:gd name="T20" fmla="*/ 0 w 145"/>
              <a:gd name="T21" fmla="*/ 43 h 121"/>
              <a:gd name="T22" fmla="*/ 1 w 145"/>
              <a:gd name="T23" fmla="*/ 39 h 121"/>
              <a:gd name="T24" fmla="*/ 6 w 145"/>
              <a:gd name="T25" fmla="*/ 37 h 121"/>
              <a:gd name="T26" fmla="*/ 48 w 145"/>
              <a:gd name="T27" fmla="*/ 37 h 121"/>
              <a:gd name="T28" fmla="*/ 48 w 145"/>
              <a:gd name="T29" fmla="*/ 10 h 121"/>
              <a:gd name="T30" fmla="*/ 50 w 145"/>
              <a:gd name="T31" fmla="*/ 5 h 121"/>
              <a:gd name="T32" fmla="*/ 54 w 145"/>
              <a:gd name="T33" fmla="*/ 3 h 121"/>
              <a:gd name="T34" fmla="*/ 58 w 145"/>
              <a:gd name="T35" fmla="*/ 5 h 121"/>
              <a:gd name="T36" fmla="*/ 110 w 145"/>
              <a:gd name="T37" fmla="*/ 57 h 121"/>
              <a:gd name="T38" fmla="*/ 111 w 145"/>
              <a:gd name="T39" fmla="*/ 61 h 121"/>
              <a:gd name="T40" fmla="*/ 145 w 145"/>
              <a:gd name="T41" fmla="*/ 28 h 121"/>
              <a:gd name="T42" fmla="*/ 145 w 145"/>
              <a:gd name="T43" fmla="*/ 94 h 121"/>
              <a:gd name="T44" fmla="*/ 137 w 145"/>
              <a:gd name="T45" fmla="*/ 113 h 121"/>
              <a:gd name="T46" fmla="*/ 118 w 145"/>
              <a:gd name="T47" fmla="*/ 121 h 121"/>
              <a:gd name="T48" fmla="*/ 87 w 145"/>
              <a:gd name="T49" fmla="*/ 121 h 121"/>
              <a:gd name="T50" fmla="*/ 85 w 145"/>
              <a:gd name="T51" fmla="*/ 121 h 121"/>
              <a:gd name="T52" fmla="*/ 84 w 145"/>
              <a:gd name="T53" fmla="*/ 118 h 121"/>
              <a:gd name="T54" fmla="*/ 84 w 145"/>
              <a:gd name="T55" fmla="*/ 117 h 121"/>
              <a:gd name="T56" fmla="*/ 84 w 145"/>
              <a:gd name="T57" fmla="*/ 114 h 121"/>
              <a:gd name="T58" fmla="*/ 84 w 145"/>
              <a:gd name="T59" fmla="*/ 112 h 121"/>
              <a:gd name="T60" fmla="*/ 85 w 145"/>
              <a:gd name="T61" fmla="*/ 110 h 121"/>
              <a:gd name="T62" fmla="*/ 87 w 145"/>
              <a:gd name="T63" fmla="*/ 109 h 121"/>
              <a:gd name="T64" fmla="*/ 118 w 145"/>
              <a:gd name="T65" fmla="*/ 109 h 121"/>
              <a:gd name="T66" fmla="*/ 128 w 145"/>
              <a:gd name="T67" fmla="*/ 105 h 121"/>
              <a:gd name="T68" fmla="*/ 133 w 145"/>
              <a:gd name="T69" fmla="*/ 94 h 121"/>
              <a:gd name="T70" fmla="*/ 133 w 145"/>
              <a:gd name="T71" fmla="*/ 28 h 121"/>
              <a:gd name="T72" fmla="*/ 128 w 145"/>
              <a:gd name="T73" fmla="*/ 17 h 121"/>
              <a:gd name="T74" fmla="*/ 118 w 145"/>
              <a:gd name="T75" fmla="*/ 13 h 121"/>
              <a:gd name="T76" fmla="*/ 90 w 145"/>
              <a:gd name="T77" fmla="*/ 13 h 121"/>
              <a:gd name="T78" fmla="*/ 89 w 145"/>
              <a:gd name="T79" fmla="*/ 13 h 121"/>
              <a:gd name="T80" fmla="*/ 88 w 145"/>
              <a:gd name="T81" fmla="*/ 13 h 121"/>
              <a:gd name="T82" fmla="*/ 87 w 145"/>
              <a:gd name="T83" fmla="*/ 12 h 121"/>
              <a:gd name="T84" fmla="*/ 86 w 145"/>
              <a:gd name="T85" fmla="*/ 12 h 121"/>
              <a:gd name="T86" fmla="*/ 85 w 145"/>
              <a:gd name="T87" fmla="*/ 12 h 121"/>
              <a:gd name="T88" fmla="*/ 84 w 145"/>
              <a:gd name="T89" fmla="*/ 11 h 121"/>
              <a:gd name="T90" fmla="*/ 84 w 145"/>
              <a:gd name="T91" fmla="*/ 10 h 121"/>
              <a:gd name="T92" fmla="*/ 84 w 145"/>
              <a:gd name="T93" fmla="*/ 8 h 121"/>
              <a:gd name="T94" fmla="*/ 84 w 145"/>
              <a:gd name="T95" fmla="*/ 5 h 121"/>
              <a:gd name="T96" fmla="*/ 84 w 145"/>
              <a:gd name="T97" fmla="*/ 3 h 121"/>
              <a:gd name="T98" fmla="*/ 85 w 145"/>
              <a:gd name="T99" fmla="*/ 1 h 121"/>
              <a:gd name="T100" fmla="*/ 87 w 145"/>
              <a:gd name="T101" fmla="*/ 0 h 121"/>
              <a:gd name="T102" fmla="*/ 118 w 145"/>
              <a:gd name="T103" fmla="*/ 0 h 121"/>
              <a:gd name="T104" fmla="*/ 137 w 145"/>
              <a:gd name="T105" fmla="*/ 8 h 121"/>
              <a:gd name="T106" fmla="*/ 145 w 145"/>
              <a:gd name="T107" fmla="*/ 28 h 1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45" h="121">
                <a:moveTo>
                  <a:pt x="111" y="61"/>
                </a:moveTo>
                <a:cubicBezTo>
                  <a:pt x="111" y="63"/>
                  <a:pt x="111" y="64"/>
                  <a:pt x="110" y="65"/>
                </a:cubicBezTo>
                <a:cubicBezTo>
                  <a:pt x="58" y="117"/>
                  <a:pt x="58" y="117"/>
                  <a:pt x="58" y="117"/>
                </a:cubicBezTo>
                <a:cubicBezTo>
                  <a:pt x="57" y="118"/>
                  <a:pt x="56" y="118"/>
                  <a:pt x="54" y="118"/>
                </a:cubicBezTo>
                <a:cubicBezTo>
                  <a:pt x="52" y="118"/>
                  <a:pt x="51" y="118"/>
                  <a:pt x="50" y="117"/>
                </a:cubicBezTo>
                <a:cubicBezTo>
                  <a:pt x="49" y="115"/>
                  <a:pt x="48" y="114"/>
                  <a:pt x="48" y="112"/>
                </a:cubicBezTo>
                <a:cubicBezTo>
                  <a:pt x="48" y="85"/>
                  <a:pt x="48" y="85"/>
                  <a:pt x="48" y="85"/>
                </a:cubicBezTo>
                <a:cubicBezTo>
                  <a:pt x="6" y="85"/>
                  <a:pt x="6" y="85"/>
                  <a:pt x="6" y="85"/>
                </a:cubicBezTo>
                <a:cubicBezTo>
                  <a:pt x="4" y="85"/>
                  <a:pt x="3" y="85"/>
                  <a:pt x="1" y="83"/>
                </a:cubicBezTo>
                <a:cubicBezTo>
                  <a:pt x="0" y="82"/>
                  <a:pt x="0" y="81"/>
                  <a:pt x="0" y="79"/>
                </a:cubicBezTo>
                <a:cubicBezTo>
                  <a:pt x="0" y="43"/>
                  <a:pt x="0" y="43"/>
                  <a:pt x="0" y="43"/>
                </a:cubicBezTo>
                <a:cubicBezTo>
                  <a:pt x="0" y="41"/>
                  <a:pt x="0" y="40"/>
                  <a:pt x="1" y="39"/>
                </a:cubicBezTo>
                <a:cubicBezTo>
                  <a:pt x="3" y="37"/>
                  <a:pt x="4" y="37"/>
                  <a:pt x="6" y="37"/>
                </a:cubicBezTo>
                <a:cubicBezTo>
                  <a:pt x="48" y="37"/>
                  <a:pt x="48" y="37"/>
                  <a:pt x="48" y="37"/>
                </a:cubicBezTo>
                <a:cubicBezTo>
                  <a:pt x="48" y="10"/>
                  <a:pt x="48" y="10"/>
                  <a:pt x="48" y="10"/>
                </a:cubicBezTo>
                <a:cubicBezTo>
                  <a:pt x="48" y="8"/>
                  <a:pt x="49" y="6"/>
                  <a:pt x="50" y="5"/>
                </a:cubicBezTo>
                <a:cubicBezTo>
                  <a:pt x="51" y="4"/>
                  <a:pt x="52" y="3"/>
                  <a:pt x="54" y="3"/>
                </a:cubicBezTo>
                <a:cubicBezTo>
                  <a:pt x="56" y="3"/>
                  <a:pt x="57" y="4"/>
                  <a:pt x="58" y="5"/>
                </a:cubicBezTo>
                <a:cubicBezTo>
                  <a:pt x="110" y="57"/>
                  <a:pt x="110" y="57"/>
                  <a:pt x="110" y="57"/>
                </a:cubicBezTo>
                <a:cubicBezTo>
                  <a:pt x="111" y="58"/>
                  <a:pt x="111" y="59"/>
                  <a:pt x="111" y="61"/>
                </a:cubicBezTo>
                <a:close/>
                <a:moveTo>
                  <a:pt x="145" y="28"/>
                </a:moveTo>
                <a:cubicBezTo>
                  <a:pt x="145" y="94"/>
                  <a:pt x="145" y="94"/>
                  <a:pt x="145" y="94"/>
                </a:cubicBezTo>
                <a:cubicBezTo>
                  <a:pt x="145" y="102"/>
                  <a:pt x="142" y="108"/>
                  <a:pt x="137" y="113"/>
                </a:cubicBezTo>
                <a:cubicBezTo>
                  <a:pt x="131" y="119"/>
                  <a:pt x="125" y="121"/>
                  <a:pt x="118" y="121"/>
                </a:cubicBezTo>
                <a:cubicBezTo>
                  <a:pt x="87" y="121"/>
                  <a:pt x="87" y="121"/>
                  <a:pt x="87" y="121"/>
                </a:cubicBezTo>
                <a:cubicBezTo>
                  <a:pt x="86" y="121"/>
                  <a:pt x="86" y="121"/>
                  <a:pt x="85" y="121"/>
                </a:cubicBezTo>
                <a:cubicBezTo>
                  <a:pt x="85" y="120"/>
                  <a:pt x="84" y="119"/>
                  <a:pt x="84" y="118"/>
                </a:cubicBezTo>
                <a:cubicBezTo>
                  <a:pt x="84" y="118"/>
                  <a:pt x="84" y="118"/>
                  <a:pt x="84" y="117"/>
                </a:cubicBezTo>
                <a:cubicBezTo>
                  <a:pt x="84" y="116"/>
                  <a:pt x="84" y="115"/>
                  <a:pt x="84" y="114"/>
                </a:cubicBezTo>
                <a:cubicBezTo>
                  <a:pt x="84" y="113"/>
                  <a:pt x="84" y="113"/>
                  <a:pt x="84" y="112"/>
                </a:cubicBezTo>
                <a:cubicBezTo>
                  <a:pt x="85" y="111"/>
                  <a:pt x="85" y="110"/>
                  <a:pt x="85" y="110"/>
                </a:cubicBezTo>
                <a:cubicBezTo>
                  <a:pt x="86" y="110"/>
                  <a:pt x="86" y="109"/>
                  <a:pt x="87" y="109"/>
                </a:cubicBezTo>
                <a:cubicBezTo>
                  <a:pt x="118" y="109"/>
                  <a:pt x="118" y="109"/>
                  <a:pt x="118" y="109"/>
                </a:cubicBezTo>
                <a:cubicBezTo>
                  <a:pt x="122" y="109"/>
                  <a:pt x="125" y="108"/>
                  <a:pt x="128" y="105"/>
                </a:cubicBezTo>
                <a:cubicBezTo>
                  <a:pt x="131" y="102"/>
                  <a:pt x="133" y="98"/>
                  <a:pt x="133" y="94"/>
                </a:cubicBezTo>
                <a:cubicBezTo>
                  <a:pt x="133" y="28"/>
                  <a:pt x="133" y="28"/>
                  <a:pt x="133" y="28"/>
                </a:cubicBezTo>
                <a:cubicBezTo>
                  <a:pt x="133" y="24"/>
                  <a:pt x="131" y="20"/>
                  <a:pt x="128" y="17"/>
                </a:cubicBezTo>
                <a:cubicBezTo>
                  <a:pt x="125" y="14"/>
                  <a:pt x="122" y="13"/>
                  <a:pt x="118" y="13"/>
                </a:cubicBezTo>
                <a:cubicBezTo>
                  <a:pt x="90" y="13"/>
                  <a:pt x="90" y="13"/>
                  <a:pt x="90" y="13"/>
                </a:cubicBezTo>
                <a:cubicBezTo>
                  <a:pt x="90" y="13"/>
                  <a:pt x="90" y="13"/>
                  <a:pt x="89" y="13"/>
                </a:cubicBezTo>
                <a:cubicBezTo>
                  <a:pt x="89" y="13"/>
                  <a:pt x="88" y="13"/>
                  <a:pt x="88" y="13"/>
                </a:cubicBezTo>
                <a:cubicBezTo>
                  <a:pt x="88" y="13"/>
                  <a:pt x="87" y="13"/>
                  <a:pt x="87" y="12"/>
                </a:cubicBezTo>
                <a:cubicBezTo>
                  <a:pt x="86" y="12"/>
                  <a:pt x="86" y="12"/>
                  <a:pt x="86" y="12"/>
                </a:cubicBezTo>
                <a:cubicBezTo>
                  <a:pt x="86" y="12"/>
                  <a:pt x="85" y="12"/>
                  <a:pt x="85" y="12"/>
                </a:cubicBezTo>
                <a:cubicBezTo>
                  <a:pt x="85" y="11"/>
                  <a:pt x="85" y="11"/>
                  <a:pt x="84" y="11"/>
                </a:cubicBezTo>
                <a:cubicBezTo>
                  <a:pt x="84" y="10"/>
                  <a:pt x="84" y="10"/>
                  <a:pt x="84" y="10"/>
                </a:cubicBezTo>
                <a:cubicBezTo>
                  <a:pt x="84" y="9"/>
                  <a:pt x="84" y="9"/>
                  <a:pt x="84" y="8"/>
                </a:cubicBezTo>
                <a:cubicBezTo>
                  <a:pt x="84" y="7"/>
                  <a:pt x="84" y="6"/>
                  <a:pt x="84" y="5"/>
                </a:cubicBezTo>
                <a:cubicBezTo>
                  <a:pt x="84" y="4"/>
                  <a:pt x="84" y="4"/>
                  <a:pt x="84" y="3"/>
                </a:cubicBezTo>
                <a:cubicBezTo>
                  <a:pt x="85" y="2"/>
                  <a:pt x="85" y="1"/>
                  <a:pt x="85" y="1"/>
                </a:cubicBezTo>
                <a:cubicBezTo>
                  <a:pt x="86" y="1"/>
                  <a:pt x="86" y="0"/>
                  <a:pt x="87" y="0"/>
                </a:cubicBezTo>
                <a:cubicBezTo>
                  <a:pt x="118" y="0"/>
                  <a:pt x="118" y="0"/>
                  <a:pt x="118" y="0"/>
                </a:cubicBezTo>
                <a:cubicBezTo>
                  <a:pt x="125" y="0"/>
                  <a:pt x="131" y="3"/>
                  <a:pt x="137" y="8"/>
                </a:cubicBezTo>
                <a:cubicBezTo>
                  <a:pt x="142" y="14"/>
                  <a:pt x="145" y="20"/>
                  <a:pt x="145" y="28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39" name="Freeform 141"/>
          <p:cNvSpPr>
            <a:spLocks noEditPoints="1"/>
          </p:cNvSpPr>
          <p:nvPr/>
        </p:nvSpPr>
        <p:spPr bwMode="auto">
          <a:xfrm>
            <a:off x="6604939" y="2680180"/>
            <a:ext cx="226915" cy="209627"/>
          </a:xfrm>
          <a:custGeom>
            <a:avLst/>
            <a:gdLst>
              <a:gd name="T0" fmla="*/ 158 w 158"/>
              <a:gd name="T1" fmla="*/ 34 h 146"/>
              <a:gd name="T2" fmla="*/ 158 w 158"/>
              <a:gd name="T3" fmla="*/ 46 h 146"/>
              <a:gd name="T4" fmla="*/ 154 w 158"/>
              <a:gd name="T5" fmla="*/ 59 h 146"/>
              <a:gd name="T6" fmla="*/ 143 w 158"/>
              <a:gd name="T7" fmla="*/ 72 h 146"/>
              <a:gd name="T8" fmla="*/ 127 w 158"/>
              <a:gd name="T9" fmla="*/ 81 h 146"/>
              <a:gd name="T10" fmla="*/ 106 w 158"/>
              <a:gd name="T11" fmla="*/ 85 h 146"/>
              <a:gd name="T12" fmla="*/ 97 w 158"/>
              <a:gd name="T13" fmla="*/ 94 h 146"/>
              <a:gd name="T14" fmla="*/ 92 w 158"/>
              <a:gd name="T15" fmla="*/ 101 h 146"/>
              <a:gd name="T16" fmla="*/ 91 w 158"/>
              <a:gd name="T17" fmla="*/ 109 h 146"/>
              <a:gd name="T18" fmla="*/ 94 w 158"/>
              <a:gd name="T19" fmla="*/ 118 h 146"/>
              <a:gd name="T20" fmla="*/ 103 w 158"/>
              <a:gd name="T21" fmla="*/ 121 h 146"/>
              <a:gd name="T22" fmla="*/ 116 w 158"/>
              <a:gd name="T23" fmla="*/ 126 h 146"/>
              <a:gd name="T24" fmla="*/ 121 w 158"/>
              <a:gd name="T25" fmla="*/ 136 h 146"/>
              <a:gd name="T26" fmla="*/ 121 w 158"/>
              <a:gd name="T27" fmla="*/ 143 h 146"/>
              <a:gd name="T28" fmla="*/ 120 w 158"/>
              <a:gd name="T29" fmla="*/ 145 h 146"/>
              <a:gd name="T30" fmla="*/ 118 w 158"/>
              <a:gd name="T31" fmla="*/ 146 h 146"/>
              <a:gd name="T32" fmla="*/ 40 w 158"/>
              <a:gd name="T33" fmla="*/ 146 h 146"/>
              <a:gd name="T34" fmla="*/ 37 w 158"/>
              <a:gd name="T35" fmla="*/ 145 h 146"/>
              <a:gd name="T36" fmla="*/ 37 w 158"/>
              <a:gd name="T37" fmla="*/ 143 h 146"/>
              <a:gd name="T38" fmla="*/ 37 w 158"/>
              <a:gd name="T39" fmla="*/ 136 h 146"/>
              <a:gd name="T40" fmla="*/ 42 w 158"/>
              <a:gd name="T41" fmla="*/ 126 h 146"/>
              <a:gd name="T42" fmla="*/ 55 w 158"/>
              <a:gd name="T43" fmla="*/ 121 h 146"/>
              <a:gd name="T44" fmla="*/ 64 w 158"/>
              <a:gd name="T45" fmla="*/ 118 h 146"/>
              <a:gd name="T46" fmla="*/ 67 w 158"/>
              <a:gd name="T47" fmla="*/ 109 h 146"/>
              <a:gd name="T48" fmla="*/ 65 w 158"/>
              <a:gd name="T49" fmla="*/ 101 h 146"/>
              <a:gd name="T50" fmla="*/ 61 w 158"/>
              <a:gd name="T51" fmla="*/ 94 h 146"/>
              <a:gd name="T52" fmla="*/ 52 w 158"/>
              <a:gd name="T53" fmla="*/ 85 h 146"/>
              <a:gd name="T54" fmla="*/ 31 w 158"/>
              <a:gd name="T55" fmla="*/ 81 h 146"/>
              <a:gd name="T56" fmla="*/ 15 w 158"/>
              <a:gd name="T57" fmla="*/ 72 h 146"/>
              <a:gd name="T58" fmla="*/ 4 w 158"/>
              <a:gd name="T59" fmla="*/ 59 h 146"/>
              <a:gd name="T60" fmla="*/ 0 w 158"/>
              <a:gd name="T61" fmla="*/ 46 h 146"/>
              <a:gd name="T62" fmla="*/ 0 w 158"/>
              <a:gd name="T63" fmla="*/ 34 h 146"/>
              <a:gd name="T64" fmla="*/ 3 w 158"/>
              <a:gd name="T65" fmla="*/ 27 h 146"/>
              <a:gd name="T66" fmla="*/ 9 w 158"/>
              <a:gd name="T67" fmla="*/ 25 h 146"/>
              <a:gd name="T68" fmla="*/ 37 w 158"/>
              <a:gd name="T69" fmla="*/ 25 h 146"/>
              <a:gd name="T70" fmla="*/ 37 w 158"/>
              <a:gd name="T71" fmla="*/ 15 h 146"/>
              <a:gd name="T72" fmla="*/ 41 w 158"/>
              <a:gd name="T73" fmla="*/ 5 h 146"/>
              <a:gd name="T74" fmla="*/ 52 w 158"/>
              <a:gd name="T75" fmla="*/ 0 h 146"/>
              <a:gd name="T76" fmla="*/ 106 w 158"/>
              <a:gd name="T77" fmla="*/ 0 h 146"/>
              <a:gd name="T78" fmla="*/ 117 w 158"/>
              <a:gd name="T79" fmla="*/ 5 h 146"/>
              <a:gd name="T80" fmla="*/ 121 w 158"/>
              <a:gd name="T81" fmla="*/ 15 h 146"/>
              <a:gd name="T82" fmla="*/ 121 w 158"/>
              <a:gd name="T83" fmla="*/ 25 h 146"/>
              <a:gd name="T84" fmla="*/ 149 w 158"/>
              <a:gd name="T85" fmla="*/ 25 h 146"/>
              <a:gd name="T86" fmla="*/ 155 w 158"/>
              <a:gd name="T87" fmla="*/ 27 h 146"/>
              <a:gd name="T88" fmla="*/ 158 w 158"/>
              <a:gd name="T89" fmla="*/ 34 h 146"/>
              <a:gd name="T90" fmla="*/ 44 w 158"/>
              <a:gd name="T91" fmla="*/ 72 h 146"/>
              <a:gd name="T92" fmla="*/ 37 w 158"/>
              <a:gd name="T93" fmla="*/ 37 h 146"/>
              <a:gd name="T94" fmla="*/ 12 w 158"/>
              <a:gd name="T95" fmla="*/ 37 h 146"/>
              <a:gd name="T96" fmla="*/ 12 w 158"/>
              <a:gd name="T97" fmla="*/ 46 h 146"/>
              <a:gd name="T98" fmla="*/ 21 w 158"/>
              <a:gd name="T99" fmla="*/ 61 h 146"/>
              <a:gd name="T100" fmla="*/ 44 w 158"/>
              <a:gd name="T101" fmla="*/ 72 h 146"/>
              <a:gd name="T102" fmla="*/ 146 w 158"/>
              <a:gd name="T103" fmla="*/ 46 h 146"/>
              <a:gd name="T104" fmla="*/ 146 w 158"/>
              <a:gd name="T105" fmla="*/ 37 h 146"/>
              <a:gd name="T106" fmla="*/ 121 w 158"/>
              <a:gd name="T107" fmla="*/ 37 h 146"/>
              <a:gd name="T108" fmla="*/ 114 w 158"/>
              <a:gd name="T109" fmla="*/ 72 h 146"/>
              <a:gd name="T110" fmla="*/ 137 w 158"/>
              <a:gd name="T111" fmla="*/ 61 h 146"/>
              <a:gd name="T112" fmla="*/ 146 w 158"/>
              <a:gd name="T113" fmla="*/ 46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58" h="146">
                <a:moveTo>
                  <a:pt x="158" y="34"/>
                </a:moveTo>
                <a:cubicBezTo>
                  <a:pt x="158" y="46"/>
                  <a:pt x="158" y="46"/>
                  <a:pt x="158" y="46"/>
                </a:cubicBezTo>
                <a:cubicBezTo>
                  <a:pt x="158" y="50"/>
                  <a:pt x="156" y="55"/>
                  <a:pt x="154" y="59"/>
                </a:cubicBezTo>
                <a:cubicBezTo>
                  <a:pt x="151" y="64"/>
                  <a:pt x="148" y="68"/>
                  <a:pt x="143" y="72"/>
                </a:cubicBezTo>
                <a:cubicBezTo>
                  <a:pt x="139" y="75"/>
                  <a:pt x="133" y="78"/>
                  <a:pt x="127" y="81"/>
                </a:cubicBezTo>
                <a:cubicBezTo>
                  <a:pt x="120" y="83"/>
                  <a:pt x="113" y="85"/>
                  <a:pt x="106" y="85"/>
                </a:cubicBezTo>
                <a:cubicBezTo>
                  <a:pt x="104" y="88"/>
                  <a:pt x="101" y="91"/>
                  <a:pt x="97" y="94"/>
                </a:cubicBezTo>
                <a:cubicBezTo>
                  <a:pt x="95" y="96"/>
                  <a:pt x="93" y="98"/>
                  <a:pt x="92" y="101"/>
                </a:cubicBezTo>
                <a:cubicBezTo>
                  <a:pt x="92" y="103"/>
                  <a:pt x="91" y="106"/>
                  <a:pt x="91" y="109"/>
                </a:cubicBezTo>
                <a:cubicBezTo>
                  <a:pt x="91" y="113"/>
                  <a:pt x="92" y="116"/>
                  <a:pt x="94" y="118"/>
                </a:cubicBezTo>
                <a:cubicBezTo>
                  <a:pt x="96" y="120"/>
                  <a:pt x="99" y="121"/>
                  <a:pt x="103" y="121"/>
                </a:cubicBezTo>
                <a:cubicBezTo>
                  <a:pt x="108" y="121"/>
                  <a:pt x="112" y="123"/>
                  <a:pt x="116" y="126"/>
                </a:cubicBezTo>
                <a:cubicBezTo>
                  <a:pt x="119" y="129"/>
                  <a:pt x="121" y="132"/>
                  <a:pt x="121" y="136"/>
                </a:cubicBezTo>
                <a:cubicBezTo>
                  <a:pt x="121" y="143"/>
                  <a:pt x="121" y="143"/>
                  <a:pt x="121" y="143"/>
                </a:cubicBezTo>
                <a:cubicBezTo>
                  <a:pt x="121" y="143"/>
                  <a:pt x="121" y="144"/>
                  <a:pt x="120" y="145"/>
                </a:cubicBezTo>
                <a:cubicBezTo>
                  <a:pt x="120" y="145"/>
                  <a:pt x="119" y="146"/>
                  <a:pt x="118" y="146"/>
                </a:cubicBezTo>
                <a:cubicBezTo>
                  <a:pt x="40" y="146"/>
                  <a:pt x="40" y="146"/>
                  <a:pt x="40" y="146"/>
                </a:cubicBezTo>
                <a:cubicBezTo>
                  <a:pt x="39" y="146"/>
                  <a:pt x="38" y="145"/>
                  <a:pt x="37" y="145"/>
                </a:cubicBezTo>
                <a:cubicBezTo>
                  <a:pt x="37" y="144"/>
                  <a:pt x="37" y="143"/>
                  <a:pt x="37" y="143"/>
                </a:cubicBezTo>
                <a:cubicBezTo>
                  <a:pt x="37" y="136"/>
                  <a:pt x="37" y="136"/>
                  <a:pt x="37" y="136"/>
                </a:cubicBezTo>
                <a:cubicBezTo>
                  <a:pt x="37" y="132"/>
                  <a:pt x="38" y="129"/>
                  <a:pt x="42" y="126"/>
                </a:cubicBezTo>
                <a:cubicBezTo>
                  <a:pt x="46" y="123"/>
                  <a:pt x="50" y="121"/>
                  <a:pt x="55" y="121"/>
                </a:cubicBezTo>
                <a:cubicBezTo>
                  <a:pt x="59" y="121"/>
                  <a:pt x="62" y="120"/>
                  <a:pt x="64" y="118"/>
                </a:cubicBezTo>
                <a:cubicBezTo>
                  <a:pt x="66" y="116"/>
                  <a:pt x="67" y="113"/>
                  <a:pt x="67" y="109"/>
                </a:cubicBezTo>
                <a:cubicBezTo>
                  <a:pt x="67" y="106"/>
                  <a:pt x="66" y="103"/>
                  <a:pt x="65" y="101"/>
                </a:cubicBezTo>
                <a:cubicBezTo>
                  <a:pt x="65" y="98"/>
                  <a:pt x="63" y="96"/>
                  <a:pt x="61" y="94"/>
                </a:cubicBezTo>
                <a:cubicBezTo>
                  <a:pt x="57" y="91"/>
                  <a:pt x="54" y="88"/>
                  <a:pt x="52" y="85"/>
                </a:cubicBezTo>
                <a:cubicBezTo>
                  <a:pt x="44" y="85"/>
                  <a:pt x="38" y="83"/>
                  <a:pt x="31" y="81"/>
                </a:cubicBezTo>
                <a:cubicBezTo>
                  <a:pt x="25" y="78"/>
                  <a:pt x="19" y="75"/>
                  <a:pt x="15" y="72"/>
                </a:cubicBezTo>
                <a:cubicBezTo>
                  <a:pt x="10" y="68"/>
                  <a:pt x="7" y="64"/>
                  <a:pt x="4" y="59"/>
                </a:cubicBezTo>
                <a:cubicBezTo>
                  <a:pt x="2" y="55"/>
                  <a:pt x="0" y="50"/>
                  <a:pt x="0" y="46"/>
                </a:cubicBezTo>
                <a:cubicBezTo>
                  <a:pt x="0" y="34"/>
                  <a:pt x="0" y="34"/>
                  <a:pt x="0" y="34"/>
                </a:cubicBezTo>
                <a:cubicBezTo>
                  <a:pt x="0" y="31"/>
                  <a:pt x="1" y="29"/>
                  <a:pt x="3" y="27"/>
                </a:cubicBezTo>
                <a:cubicBezTo>
                  <a:pt x="5" y="25"/>
                  <a:pt x="7" y="25"/>
                  <a:pt x="9" y="25"/>
                </a:cubicBezTo>
                <a:cubicBezTo>
                  <a:pt x="37" y="25"/>
                  <a:pt x="37" y="25"/>
                  <a:pt x="37" y="25"/>
                </a:cubicBezTo>
                <a:cubicBezTo>
                  <a:pt x="37" y="15"/>
                  <a:pt x="37" y="15"/>
                  <a:pt x="37" y="15"/>
                </a:cubicBezTo>
                <a:cubicBezTo>
                  <a:pt x="37" y="11"/>
                  <a:pt x="38" y="8"/>
                  <a:pt x="41" y="5"/>
                </a:cubicBezTo>
                <a:cubicBezTo>
                  <a:pt x="44" y="2"/>
                  <a:pt x="48" y="0"/>
                  <a:pt x="52" y="0"/>
                </a:cubicBezTo>
                <a:cubicBezTo>
                  <a:pt x="106" y="0"/>
                  <a:pt x="106" y="0"/>
                  <a:pt x="106" y="0"/>
                </a:cubicBezTo>
                <a:cubicBezTo>
                  <a:pt x="110" y="0"/>
                  <a:pt x="114" y="2"/>
                  <a:pt x="117" y="5"/>
                </a:cubicBezTo>
                <a:cubicBezTo>
                  <a:pt x="120" y="8"/>
                  <a:pt x="121" y="11"/>
                  <a:pt x="121" y="15"/>
                </a:cubicBezTo>
                <a:cubicBezTo>
                  <a:pt x="121" y="25"/>
                  <a:pt x="121" y="25"/>
                  <a:pt x="121" y="25"/>
                </a:cubicBezTo>
                <a:cubicBezTo>
                  <a:pt x="149" y="25"/>
                  <a:pt x="149" y="25"/>
                  <a:pt x="149" y="25"/>
                </a:cubicBezTo>
                <a:cubicBezTo>
                  <a:pt x="151" y="25"/>
                  <a:pt x="153" y="25"/>
                  <a:pt x="155" y="27"/>
                </a:cubicBezTo>
                <a:cubicBezTo>
                  <a:pt x="157" y="29"/>
                  <a:pt x="158" y="31"/>
                  <a:pt x="158" y="34"/>
                </a:cubicBezTo>
                <a:close/>
                <a:moveTo>
                  <a:pt x="44" y="72"/>
                </a:moveTo>
                <a:cubicBezTo>
                  <a:pt x="39" y="62"/>
                  <a:pt x="37" y="50"/>
                  <a:pt x="37" y="37"/>
                </a:cubicBezTo>
                <a:cubicBezTo>
                  <a:pt x="12" y="37"/>
                  <a:pt x="12" y="37"/>
                  <a:pt x="12" y="37"/>
                </a:cubicBezTo>
                <a:cubicBezTo>
                  <a:pt x="12" y="46"/>
                  <a:pt x="12" y="46"/>
                  <a:pt x="12" y="46"/>
                </a:cubicBezTo>
                <a:cubicBezTo>
                  <a:pt x="12" y="51"/>
                  <a:pt x="15" y="56"/>
                  <a:pt x="21" y="61"/>
                </a:cubicBezTo>
                <a:cubicBezTo>
                  <a:pt x="27" y="66"/>
                  <a:pt x="35" y="70"/>
                  <a:pt x="44" y="72"/>
                </a:cubicBezTo>
                <a:close/>
                <a:moveTo>
                  <a:pt x="146" y="46"/>
                </a:moveTo>
                <a:cubicBezTo>
                  <a:pt x="146" y="37"/>
                  <a:pt x="146" y="37"/>
                  <a:pt x="146" y="37"/>
                </a:cubicBezTo>
                <a:cubicBezTo>
                  <a:pt x="121" y="37"/>
                  <a:pt x="121" y="37"/>
                  <a:pt x="121" y="37"/>
                </a:cubicBezTo>
                <a:cubicBezTo>
                  <a:pt x="121" y="50"/>
                  <a:pt x="119" y="62"/>
                  <a:pt x="114" y="72"/>
                </a:cubicBezTo>
                <a:cubicBezTo>
                  <a:pt x="123" y="70"/>
                  <a:pt x="131" y="66"/>
                  <a:pt x="137" y="61"/>
                </a:cubicBezTo>
                <a:cubicBezTo>
                  <a:pt x="143" y="56"/>
                  <a:pt x="146" y="51"/>
                  <a:pt x="146" y="46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40" name="Freeform 142"/>
          <p:cNvSpPr>
            <a:spLocks noEditPoints="1"/>
          </p:cNvSpPr>
          <p:nvPr/>
        </p:nvSpPr>
        <p:spPr bwMode="auto">
          <a:xfrm>
            <a:off x="6890203" y="2680180"/>
            <a:ext cx="207464" cy="209627"/>
          </a:xfrm>
          <a:custGeom>
            <a:avLst/>
            <a:gdLst>
              <a:gd name="T0" fmla="*/ 145 w 145"/>
              <a:gd name="T1" fmla="*/ 118 h 146"/>
              <a:gd name="T2" fmla="*/ 118 w 145"/>
              <a:gd name="T3" fmla="*/ 146 h 146"/>
              <a:gd name="T4" fmla="*/ 95 w 145"/>
              <a:gd name="T5" fmla="*/ 145 h 146"/>
              <a:gd name="T6" fmla="*/ 91 w 145"/>
              <a:gd name="T7" fmla="*/ 144 h 146"/>
              <a:gd name="T8" fmla="*/ 91 w 145"/>
              <a:gd name="T9" fmla="*/ 118 h 146"/>
              <a:gd name="T10" fmla="*/ 96 w 145"/>
              <a:gd name="T11" fmla="*/ 103 h 146"/>
              <a:gd name="T12" fmla="*/ 112 w 145"/>
              <a:gd name="T13" fmla="*/ 93 h 146"/>
              <a:gd name="T14" fmla="*/ 119 w 145"/>
              <a:gd name="T15" fmla="*/ 69 h 146"/>
              <a:gd name="T16" fmla="*/ 111 w 145"/>
              <a:gd name="T17" fmla="*/ 30 h 146"/>
              <a:gd name="T18" fmla="*/ 95 w 145"/>
              <a:gd name="T19" fmla="*/ 36 h 146"/>
              <a:gd name="T20" fmla="*/ 73 w 145"/>
              <a:gd name="T21" fmla="*/ 35 h 146"/>
              <a:gd name="T22" fmla="*/ 51 w 145"/>
              <a:gd name="T23" fmla="*/ 35 h 146"/>
              <a:gd name="T24" fmla="*/ 35 w 145"/>
              <a:gd name="T25" fmla="*/ 30 h 146"/>
              <a:gd name="T26" fmla="*/ 26 w 145"/>
              <a:gd name="T27" fmla="*/ 69 h 146"/>
              <a:gd name="T28" fmla="*/ 33 w 145"/>
              <a:gd name="T29" fmla="*/ 93 h 146"/>
              <a:gd name="T30" fmla="*/ 50 w 145"/>
              <a:gd name="T31" fmla="*/ 103 h 146"/>
              <a:gd name="T32" fmla="*/ 55 w 145"/>
              <a:gd name="T33" fmla="*/ 115 h 146"/>
              <a:gd name="T34" fmla="*/ 45 w 145"/>
              <a:gd name="T35" fmla="*/ 117 h 146"/>
              <a:gd name="T36" fmla="*/ 34 w 145"/>
              <a:gd name="T37" fmla="*/ 109 h 146"/>
              <a:gd name="T38" fmla="*/ 25 w 145"/>
              <a:gd name="T39" fmla="*/ 102 h 146"/>
              <a:gd name="T40" fmla="*/ 20 w 145"/>
              <a:gd name="T41" fmla="*/ 102 h 146"/>
              <a:gd name="T42" fmla="*/ 20 w 145"/>
              <a:gd name="T43" fmla="*/ 104 h 146"/>
              <a:gd name="T44" fmla="*/ 22 w 145"/>
              <a:gd name="T45" fmla="*/ 106 h 146"/>
              <a:gd name="T46" fmla="*/ 29 w 145"/>
              <a:gd name="T47" fmla="*/ 114 h 146"/>
              <a:gd name="T48" fmla="*/ 34 w 145"/>
              <a:gd name="T49" fmla="*/ 122 h 146"/>
              <a:gd name="T50" fmla="*/ 47 w 145"/>
              <a:gd name="T51" fmla="*/ 126 h 146"/>
              <a:gd name="T52" fmla="*/ 55 w 145"/>
              <a:gd name="T53" fmla="*/ 125 h 146"/>
              <a:gd name="T54" fmla="*/ 55 w 145"/>
              <a:gd name="T55" fmla="*/ 141 h 146"/>
              <a:gd name="T56" fmla="*/ 52 w 145"/>
              <a:gd name="T57" fmla="*/ 145 h 146"/>
              <a:gd name="T58" fmla="*/ 27 w 145"/>
              <a:gd name="T59" fmla="*/ 146 h 146"/>
              <a:gd name="T60" fmla="*/ 0 w 145"/>
              <a:gd name="T61" fmla="*/ 118 h 146"/>
              <a:gd name="T62" fmla="*/ 8 w 145"/>
              <a:gd name="T63" fmla="*/ 8 h 146"/>
              <a:gd name="T64" fmla="*/ 118 w 145"/>
              <a:gd name="T65" fmla="*/ 0 h 146"/>
              <a:gd name="T66" fmla="*/ 145 w 145"/>
              <a:gd name="T67" fmla="*/ 28 h 146"/>
              <a:gd name="T68" fmla="*/ 26 w 145"/>
              <a:gd name="T69" fmla="*/ 105 h 146"/>
              <a:gd name="T70" fmla="*/ 27 w 145"/>
              <a:gd name="T71" fmla="*/ 103 h 146"/>
              <a:gd name="T72" fmla="*/ 31 w 145"/>
              <a:gd name="T73" fmla="*/ 108 h 146"/>
              <a:gd name="T74" fmla="*/ 29 w 145"/>
              <a:gd name="T75" fmla="*/ 106 h 146"/>
              <a:gd name="T76" fmla="*/ 31 w 145"/>
              <a:gd name="T77" fmla="*/ 108 h 146"/>
              <a:gd name="T78" fmla="*/ 33 w 145"/>
              <a:gd name="T79" fmla="*/ 112 h 146"/>
              <a:gd name="T80" fmla="*/ 32 w 145"/>
              <a:gd name="T81" fmla="*/ 110 h 146"/>
              <a:gd name="T82" fmla="*/ 37 w 145"/>
              <a:gd name="T83" fmla="*/ 116 h 146"/>
              <a:gd name="T84" fmla="*/ 35 w 145"/>
              <a:gd name="T85" fmla="*/ 114 h 146"/>
              <a:gd name="T86" fmla="*/ 37 w 145"/>
              <a:gd name="T87" fmla="*/ 116 h 146"/>
              <a:gd name="T88" fmla="*/ 41 w 145"/>
              <a:gd name="T89" fmla="*/ 119 h 146"/>
              <a:gd name="T90" fmla="*/ 42 w 145"/>
              <a:gd name="T91" fmla="*/ 117 h 146"/>
              <a:gd name="T92" fmla="*/ 49 w 145"/>
              <a:gd name="T93" fmla="*/ 119 h 146"/>
              <a:gd name="T94" fmla="*/ 46 w 145"/>
              <a:gd name="T95" fmla="*/ 119 h 146"/>
              <a:gd name="T96" fmla="*/ 49 w 145"/>
              <a:gd name="T97" fmla="*/ 119 h 146"/>
              <a:gd name="T98" fmla="*/ 53 w 145"/>
              <a:gd name="T99" fmla="*/ 119 h 146"/>
              <a:gd name="T100" fmla="*/ 53 w 145"/>
              <a:gd name="T101" fmla="*/ 117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45" h="146">
                <a:moveTo>
                  <a:pt x="145" y="28"/>
                </a:moveTo>
                <a:cubicBezTo>
                  <a:pt x="145" y="118"/>
                  <a:pt x="145" y="118"/>
                  <a:pt x="145" y="118"/>
                </a:cubicBezTo>
                <a:cubicBezTo>
                  <a:pt x="145" y="126"/>
                  <a:pt x="143" y="132"/>
                  <a:pt x="137" y="138"/>
                </a:cubicBezTo>
                <a:cubicBezTo>
                  <a:pt x="132" y="143"/>
                  <a:pt x="126" y="146"/>
                  <a:pt x="118" y="146"/>
                </a:cubicBezTo>
                <a:cubicBezTo>
                  <a:pt x="97" y="146"/>
                  <a:pt x="97" y="146"/>
                  <a:pt x="97" y="146"/>
                </a:cubicBezTo>
                <a:cubicBezTo>
                  <a:pt x="96" y="146"/>
                  <a:pt x="95" y="146"/>
                  <a:pt x="95" y="145"/>
                </a:cubicBezTo>
                <a:cubicBezTo>
                  <a:pt x="94" y="145"/>
                  <a:pt x="93" y="145"/>
                  <a:pt x="93" y="145"/>
                </a:cubicBezTo>
                <a:cubicBezTo>
                  <a:pt x="92" y="145"/>
                  <a:pt x="92" y="144"/>
                  <a:pt x="91" y="144"/>
                </a:cubicBezTo>
                <a:cubicBezTo>
                  <a:pt x="91" y="143"/>
                  <a:pt x="91" y="142"/>
                  <a:pt x="91" y="141"/>
                </a:cubicBezTo>
                <a:cubicBezTo>
                  <a:pt x="91" y="118"/>
                  <a:pt x="91" y="118"/>
                  <a:pt x="91" y="118"/>
                </a:cubicBezTo>
                <a:cubicBezTo>
                  <a:pt x="91" y="112"/>
                  <a:pt x="89" y="108"/>
                  <a:pt x="86" y="105"/>
                </a:cubicBezTo>
                <a:cubicBezTo>
                  <a:pt x="89" y="105"/>
                  <a:pt x="93" y="104"/>
                  <a:pt x="96" y="103"/>
                </a:cubicBezTo>
                <a:cubicBezTo>
                  <a:pt x="98" y="103"/>
                  <a:pt x="101" y="101"/>
                  <a:pt x="104" y="100"/>
                </a:cubicBezTo>
                <a:cubicBezTo>
                  <a:pt x="108" y="98"/>
                  <a:pt x="110" y="96"/>
                  <a:pt x="112" y="93"/>
                </a:cubicBezTo>
                <a:cubicBezTo>
                  <a:pt x="114" y="91"/>
                  <a:pt x="116" y="88"/>
                  <a:pt x="117" y="83"/>
                </a:cubicBezTo>
                <a:cubicBezTo>
                  <a:pt x="118" y="79"/>
                  <a:pt x="119" y="75"/>
                  <a:pt x="119" y="69"/>
                </a:cubicBezTo>
                <a:cubicBezTo>
                  <a:pt x="119" y="62"/>
                  <a:pt x="117" y="55"/>
                  <a:pt x="112" y="50"/>
                </a:cubicBezTo>
                <a:cubicBezTo>
                  <a:pt x="114" y="44"/>
                  <a:pt x="114" y="38"/>
                  <a:pt x="111" y="30"/>
                </a:cubicBezTo>
                <a:cubicBezTo>
                  <a:pt x="109" y="30"/>
                  <a:pt x="107" y="30"/>
                  <a:pt x="103" y="31"/>
                </a:cubicBezTo>
                <a:cubicBezTo>
                  <a:pt x="100" y="33"/>
                  <a:pt x="97" y="34"/>
                  <a:pt x="95" y="36"/>
                </a:cubicBezTo>
                <a:cubicBezTo>
                  <a:pt x="91" y="38"/>
                  <a:pt x="91" y="38"/>
                  <a:pt x="91" y="38"/>
                </a:cubicBezTo>
                <a:cubicBezTo>
                  <a:pt x="85" y="36"/>
                  <a:pt x="79" y="35"/>
                  <a:pt x="73" y="35"/>
                </a:cubicBezTo>
                <a:cubicBezTo>
                  <a:pt x="67" y="35"/>
                  <a:pt x="60" y="36"/>
                  <a:pt x="55" y="38"/>
                </a:cubicBezTo>
                <a:cubicBezTo>
                  <a:pt x="54" y="37"/>
                  <a:pt x="52" y="36"/>
                  <a:pt x="51" y="35"/>
                </a:cubicBezTo>
                <a:cubicBezTo>
                  <a:pt x="49" y="34"/>
                  <a:pt x="46" y="33"/>
                  <a:pt x="43" y="32"/>
                </a:cubicBezTo>
                <a:cubicBezTo>
                  <a:pt x="39" y="30"/>
                  <a:pt x="36" y="30"/>
                  <a:pt x="35" y="30"/>
                </a:cubicBezTo>
                <a:cubicBezTo>
                  <a:pt x="32" y="38"/>
                  <a:pt x="32" y="44"/>
                  <a:pt x="34" y="50"/>
                </a:cubicBezTo>
                <a:cubicBezTo>
                  <a:pt x="29" y="55"/>
                  <a:pt x="26" y="62"/>
                  <a:pt x="26" y="69"/>
                </a:cubicBezTo>
                <a:cubicBezTo>
                  <a:pt x="26" y="75"/>
                  <a:pt x="27" y="79"/>
                  <a:pt x="28" y="83"/>
                </a:cubicBezTo>
                <a:cubicBezTo>
                  <a:pt x="30" y="87"/>
                  <a:pt x="31" y="91"/>
                  <a:pt x="33" y="93"/>
                </a:cubicBezTo>
                <a:cubicBezTo>
                  <a:pt x="35" y="96"/>
                  <a:pt x="38" y="98"/>
                  <a:pt x="41" y="100"/>
                </a:cubicBezTo>
                <a:cubicBezTo>
                  <a:pt x="44" y="101"/>
                  <a:pt x="47" y="103"/>
                  <a:pt x="50" y="103"/>
                </a:cubicBezTo>
                <a:cubicBezTo>
                  <a:pt x="53" y="104"/>
                  <a:pt x="56" y="105"/>
                  <a:pt x="60" y="105"/>
                </a:cubicBezTo>
                <a:cubicBezTo>
                  <a:pt x="57" y="107"/>
                  <a:pt x="55" y="111"/>
                  <a:pt x="55" y="115"/>
                </a:cubicBezTo>
                <a:cubicBezTo>
                  <a:pt x="54" y="115"/>
                  <a:pt x="52" y="116"/>
                  <a:pt x="51" y="116"/>
                </a:cubicBezTo>
                <a:cubicBezTo>
                  <a:pt x="49" y="116"/>
                  <a:pt x="47" y="117"/>
                  <a:pt x="45" y="117"/>
                </a:cubicBezTo>
                <a:cubicBezTo>
                  <a:pt x="43" y="117"/>
                  <a:pt x="41" y="116"/>
                  <a:pt x="39" y="115"/>
                </a:cubicBezTo>
                <a:cubicBezTo>
                  <a:pt x="37" y="113"/>
                  <a:pt x="35" y="111"/>
                  <a:pt x="34" y="109"/>
                </a:cubicBezTo>
                <a:cubicBezTo>
                  <a:pt x="33" y="107"/>
                  <a:pt x="31" y="105"/>
                  <a:pt x="29" y="104"/>
                </a:cubicBezTo>
                <a:cubicBezTo>
                  <a:pt x="27" y="103"/>
                  <a:pt x="26" y="102"/>
                  <a:pt x="25" y="102"/>
                </a:cubicBezTo>
                <a:cubicBezTo>
                  <a:pt x="23" y="101"/>
                  <a:pt x="23" y="101"/>
                  <a:pt x="23" y="101"/>
                </a:cubicBezTo>
                <a:cubicBezTo>
                  <a:pt x="21" y="101"/>
                  <a:pt x="20" y="101"/>
                  <a:pt x="20" y="102"/>
                </a:cubicBezTo>
                <a:cubicBezTo>
                  <a:pt x="19" y="102"/>
                  <a:pt x="19" y="102"/>
                  <a:pt x="19" y="103"/>
                </a:cubicBezTo>
                <a:cubicBezTo>
                  <a:pt x="20" y="103"/>
                  <a:pt x="20" y="104"/>
                  <a:pt x="20" y="104"/>
                </a:cubicBezTo>
                <a:cubicBezTo>
                  <a:pt x="21" y="104"/>
                  <a:pt x="21" y="105"/>
                  <a:pt x="22" y="105"/>
                </a:cubicBezTo>
                <a:cubicBezTo>
                  <a:pt x="22" y="106"/>
                  <a:pt x="22" y="106"/>
                  <a:pt x="22" y="106"/>
                </a:cubicBezTo>
                <a:cubicBezTo>
                  <a:pt x="24" y="106"/>
                  <a:pt x="25" y="107"/>
                  <a:pt x="26" y="109"/>
                </a:cubicBezTo>
                <a:cubicBezTo>
                  <a:pt x="28" y="111"/>
                  <a:pt x="29" y="113"/>
                  <a:pt x="29" y="114"/>
                </a:cubicBezTo>
                <a:cubicBezTo>
                  <a:pt x="30" y="116"/>
                  <a:pt x="30" y="116"/>
                  <a:pt x="30" y="116"/>
                </a:cubicBezTo>
                <a:cubicBezTo>
                  <a:pt x="31" y="119"/>
                  <a:pt x="32" y="121"/>
                  <a:pt x="34" y="122"/>
                </a:cubicBezTo>
                <a:cubicBezTo>
                  <a:pt x="36" y="124"/>
                  <a:pt x="38" y="124"/>
                  <a:pt x="41" y="125"/>
                </a:cubicBezTo>
                <a:cubicBezTo>
                  <a:pt x="43" y="125"/>
                  <a:pt x="45" y="126"/>
                  <a:pt x="47" y="126"/>
                </a:cubicBezTo>
                <a:cubicBezTo>
                  <a:pt x="49" y="126"/>
                  <a:pt x="51" y="125"/>
                  <a:pt x="53" y="125"/>
                </a:cubicBezTo>
                <a:cubicBezTo>
                  <a:pt x="55" y="125"/>
                  <a:pt x="55" y="125"/>
                  <a:pt x="55" y="125"/>
                </a:cubicBezTo>
                <a:cubicBezTo>
                  <a:pt x="55" y="127"/>
                  <a:pt x="55" y="130"/>
                  <a:pt x="55" y="135"/>
                </a:cubicBezTo>
                <a:cubicBezTo>
                  <a:pt x="55" y="139"/>
                  <a:pt x="55" y="141"/>
                  <a:pt x="55" y="141"/>
                </a:cubicBezTo>
                <a:cubicBezTo>
                  <a:pt x="55" y="142"/>
                  <a:pt x="54" y="143"/>
                  <a:pt x="54" y="144"/>
                </a:cubicBezTo>
                <a:cubicBezTo>
                  <a:pt x="53" y="145"/>
                  <a:pt x="52" y="145"/>
                  <a:pt x="52" y="145"/>
                </a:cubicBezTo>
                <a:cubicBezTo>
                  <a:pt x="51" y="146"/>
                  <a:pt x="50" y="146"/>
                  <a:pt x="49" y="146"/>
                </a:cubicBezTo>
                <a:cubicBezTo>
                  <a:pt x="27" y="146"/>
                  <a:pt x="27" y="146"/>
                  <a:pt x="27" y="146"/>
                </a:cubicBezTo>
                <a:cubicBezTo>
                  <a:pt x="20" y="146"/>
                  <a:pt x="13" y="143"/>
                  <a:pt x="8" y="138"/>
                </a:cubicBezTo>
                <a:cubicBezTo>
                  <a:pt x="3" y="132"/>
                  <a:pt x="0" y="126"/>
                  <a:pt x="0" y="118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0"/>
                  <a:pt x="3" y="14"/>
                  <a:pt x="8" y="8"/>
                </a:cubicBezTo>
                <a:cubicBezTo>
                  <a:pt x="13" y="3"/>
                  <a:pt x="20" y="0"/>
                  <a:pt x="27" y="0"/>
                </a:cubicBezTo>
                <a:cubicBezTo>
                  <a:pt x="118" y="0"/>
                  <a:pt x="118" y="0"/>
                  <a:pt x="118" y="0"/>
                </a:cubicBezTo>
                <a:cubicBezTo>
                  <a:pt x="126" y="0"/>
                  <a:pt x="132" y="3"/>
                  <a:pt x="137" y="8"/>
                </a:cubicBezTo>
                <a:cubicBezTo>
                  <a:pt x="143" y="14"/>
                  <a:pt x="145" y="20"/>
                  <a:pt x="145" y="28"/>
                </a:cubicBezTo>
                <a:close/>
                <a:moveTo>
                  <a:pt x="28" y="105"/>
                </a:moveTo>
                <a:cubicBezTo>
                  <a:pt x="27" y="105"/>
                  <a:pt x="27" y="105"/>
                  <a:pt x="26" y="105"/>
                </a:cubicBezTo>
                <a:cubicBezTo>
                  <a:pt x="26" y="104"/>
                  <a:pt x="26" y="104"/>
                  <a:pt x="26" y="104"/>
                </a:cubicBezTo>
                <a:cubicBezTo>
                  <a:pt x="26" y="103"/>
                  <a:pt x="26" y="103"/>
                  <a:pt x="27" y="103"/>
                </a:cubicBezTo>
                <a:cubicBezTo>
                  <a:pt x="28" y="104"/>
                  <a:pt x="28" y="104"/>
                  <a:pt x="28" y="105"/>
                </a:cubicBezTo>
                <a:close/>
                <a:moveTo>
                  <a:pt x="31" y="108"/>
                </a:moveTo>
                <a:cubicBezTo>
                  <a:pt x="30" y="108"/>
                  <a:pt x="30" y="108"/>
                  <a:pt x="29" y="108"/>
                </a:cubicBezTo>
                <a:cubicBezTo>
                  <a:pt x="29" y="107"/>
                  <a:pt x="28" y="106"/>
                  <a:pt x="29" y="106"/>
                </a:cubicBezTo>
                <a:cubicBezTo>
                  <a:pt x="29" y="106"/>
                  <a:pt x="30" y="106"/>
                  <a:pt x="30" y="106"/>
                </a:cubicBezTo>
                <a:cubicBezTo>
                  <a:pt x="31" y="107"/>
                  <a:pt x="31" y="108"/>
                  <a:pt x="31" y="108"/>
                </a:cubicBezTo>
                <a:close/>
                <a:moveTo>
                  <a:pt x="33" y="110"/>
                </a:moveTo>
                <a:cubicBezTo>
                  <a:pt x="34" y="111"/>
                  <a:pt x="34" y="112"/>
                  <a:pt x="33" y="112"/>
                </a:cubicBezTo>
                <a:cubicBezTo>
                  <a:pt x="33" y="112"/>
                  <a:pt x="32" y="112"/>
                  <a:pt x="32" y="111"/>
                </a:cubicBezTo>
                <a:cubicBezTo>
                  <a:pt x="31" y="111"/>
                  <a:pt x="31" y="110"/>
                  <a:pt x="32" y="110"/>
                </a:cubicBezTo>
                <a:cubicBezTo>
                  <a:pt x="32" y="109"/>
                  <a:pt x="33" y="109"/>
                  <a:pt x="33" y="110"/>
                </a:cubicBezTo>
                <a:close/>
                <a:moveTo>
                  <a:pt x="37" y="116"/>
                </a:moveTo>
                <a:cubicBezTo>
                  <a:pt x="37" y="117"/>
                  <a:pt x="36" y="117"/>
                  <a:pt x="36" y="116"/>
                </a:cubicBezTo>
                <a:cubicBezTo>
                  <a:pt x="35" y="115"/>
                  <a:pt x="35" y="114"/>
                  <a:pt x="35" y="114"/>
                </a:cubicBezTo>
                <a:cubicBezTo>
                  <a:pt x="36" y="113"/>
                  <a:pt x="36" y="114"/>
                  <a:pt x="37" y="114"/>
                </a:cubicBezTo>
                <a:cubicBezTo>
                  <a:pt x="38" y="115"/>
                  <a:pt x="38" y="116"/>
                  <a:pt x="37" y="116"/>
                </a:cubicBezTo>
                <a:close/>
                <a:moveTo>
                  <a:pt x="43" y="118"/>
                </a:moveTo>
                <a:cubicBezTo>
                  <a:pt x="43" y="119"/>
                  <a:pt x="42" y="119"/>
                  <a:pt x="41" y="119"/>
                </a:cubicBezTo>
                <a:cubicBezTo>
                  <a:pt x="40" y="119"/>
                  <a:pt x="40" y="118"/>
                  <a:pt x="40" y="118"/>
                </a:cubicBezTo>
                <a:cubicBezTo>
                  <a:pt x="40" y="117"/>
                  <a:pt x="41" y="117"/>
                  <a:pt x="42" y="117"/>
                </a:cubicBezTo>
                <a:cubicBezTo>
                  <a:pt x="43" y="117"/>
                  <a:pt x="43" y="118"/>
                  <a:pt x="43" y="118"/>
                </a:cubicBezTo>
                <a:close/>
                <a:moveTo>
                  <a:pt x="49" y="119"/>
                </a:moveTo>
                <a:cubicBezTo>
                  <a:pt x="49" y="120"/>
                  <a:pt x="48" y="120"/>
                  <a:pt x="47" y="120"/>
                </a:cubicBezTo>
                <a:cubicBezTo>
                  <a:pt x="46" y="120"/>
                  <a:pt x="46" y="120"/>
                  <a:pt x="46" y="119"/>
                </a:cubicBezTo>
                <a:cubicBezTo>
                  <a:pt x="46" y="118"/>
                  <a:pt x="46" y="118"/>
                  <a:pt x="47" y="118"/>
                </a:cubicBezTo>
                <a:cubicBezTo>
                  <a:pt x="48" y="118"/>
                  <a:pt x="49" y="118"/>
                  <a:pt x="49" y="119"/>
                </a:cubicBezTo>
                <a:close/>
                <a:moveTo>
                  <a:pt x="54" y="118"/>
                </a:moveTo>
                <a:cubicBezTo>
                  <a:pt x="54" y="119"/>
                  <a:pt x="54" y="119"/>
                  <a:pt x="53" y="119"/>
                </a:cubicBezTo>
                <a:cubicBezTo>
                  <a:pt x="52" y="120"/>
                  <a:pt x="51" y="119"/>
                  <a:pt x="51" y="119"/>
                </a:cubicBezTo>
                <a:cubicBezTo>
                  <a:pt x="51" y="118"/>
                  <a:pt x="52" y="117"/>
                  <a:pt x="53" y="117"/>
                </a:cubicBezTo>
                <a:cubicBezTo>
                  <a:pt x="54" y="117"/>
                  <a:pt x="54" y="117"/>
                  <a:pt x="54" y="118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41" name="Freeform 143"/>
          <p:cNvSpPr>
            <a:spLocks noEditPoints="1"/>
          </p:cNvSpPr>
          <p:nvPr/>
        </p:nvSpPr>
        <p:spPr bwMode="auto">
          <a:xfrm>
            <a:off x="7158179" y="2673697"/>
            <a:ext cx="224755" cy="216111"/>
          </a:xfrm>
          <a:custGeom>
            <a:avLst/>
            <a:gdLst>
              <a:gd name="T0" fmla="*/ 157 w 157"/>
              <a:gd name="T1" fmla="*/ 112 h 152"/>
              <a:gd name="T2" fmla="*/ 157 w 157"/>
              <a:gd name="T3" fmla="*/ 142 h 152"/>
              <a:gd name="T4" fmla="*/ 155 w 157"/>
              <a:gd name="T5" fmla="*/ 149 h 152"/>
              <a:gd name="T6" fmla="*/ 148 w 157"/>
              <a:gd name="T7" fmla="*/ 152 h 152"/>
              <a:gd name="T8" fmla="*/ 9 w 157"/>
              <a:gd name="T9" fmla="*/ 152 h 152"/>
              <a:gd name="T10" fmla="*/ 3 w 157"/>
              <a:gd name="T11" fmla="*/ 149 h 152"/>
              <a:gd name="T12" fmla="*/ 0 w 157"/>
              <a:gd name="T13" fmla="*/ 142 h 152"/>
              <a:gd name="T14" fmla="*/ 0 w 157"/>
              <a:gd name="T15" fmla="*/ 112 h 152"/>
              <a:gd name="T16" fmla="*/ 3 w 157"/>
              <a:gd name="T17" fmla="*/ 106 h 152"/>
              <a:gd name="T18" fmla="*/ 9 w 157"/>
              <a:gd name="T19" fmla="*/ 103 h 152"/>
              <a:gd name="T20" fmla="*/ 49 w 157"/>
              <a:gd name="T21" fmla="*/ 103 h 152"/>
              <a:gd name="T22" fmla="*/ 56 w 157"/>
              <a:gd name="T23" fmla="*/ 112 h 152"/>
              <a:gd name="T24" fmla="*/ 66 w 157"/>
              <a:gd name="T25" fmla="*/ 115 h 152"/>
              <a:gd name="T26" fmla="*/ 91 w 157"/>
              <a:gd name="T27" fmla="*/ 115 h 152"/>
              <a:gd name="T28" fmla="*/ 101 w 157"/>
              <a:gd name="T29" fmla="*/ 112 h 152"/>
              <a:gd name="T30" fmla="*/ 108 w 157"/>
              <a:gd name="T31" fmla="*/ 103 h 152"/>
              <a:gd name="T32" fmla="*/ 148 w 157"/>
              <a:gd name="T33" fmla="*/ 103 h 152"/>
              <a:gd name="T34" fmla="*/ 155 w 157"/>
              <a:gd name="T35" fmla="*/ 106 h 152"/>
              <a:gd name="T36" fmla="*/ 157 w 157"/>
              <a:gd name="T37" fmla="*/ 112 h 152"/>
              <a:gd name="T38" fmla="*/ 127 w 157"/>
              <a:gd name="T39" fmla="*/ 51 h 152"/>
              <a:gd name="T40" fmla="*/ 121 w 157"/>
              <a:gd name="T41" fmla="*/ 55 h 152"/>
              <a:gd name="T42" fmla="*/ 97 w 157"/>
              <a:gd name="T43" fmla="*/ 55 h 152"/>
              <a:gd name="T44" fmla="*/ 97 w 157"/>
              <a:gd name="T45" fmla="*/ 97 h 152"/>
              <a:gd name="T46" fmla="*/ 95 w 157"/>
              <a:gd name="T47" fmla="*/ 101 h 152"/>
              <a:gd name="T48" fmla="*/ 91 w 157"/>
              <a:gd name="T49" fmla="*/ 103 h 152"/>
              <a:gd name="T50" fmla="*/ 66 w 157"/>
              <a:gd name="T51" fmla="*/ 103 h 152"/>
              <a:gd name="T52" fmla="*/ 62 w 157"/>
              <a:gd name="T53" fmla="*/ 101 h 152"/>
              <a:gd name="T54" fmla="*/ 60 w 157"/>
              <a:gd name="T55" fmla="*/ 97 h 152"/>
              <a:gd name="T56" fmla="*/ 60 w 157"/>
              <a:gd name="T57" fmla="*/ 55 h 152"/>
              <a:gd name="T58" fmla="*/ 36 w 157"/>
              <a:gd name="T59" fmla="*/ 55 h 152"/>
              <a:gd name="T60" fmla="*/ 31 w 157"/>
              <a:gd name="T61" fmla="*/ 51 h 152"/>
              <a:gd name="T62" fmla="*/ 32 w 157"/>
              <a:gd name="T63" fmla="*/ 44 h 152"/>
              <a:gd name="T64" fmla="*/ 74 w 157"/>
              <a:gd name="T65" fmla="*/ 2 h 152"/>
              <a:gd name="T66" fmla="*/ 79 w 157"/>
              <a:gd name="T67" fmla="*/ 0 h 152"/>
              <a:gd name="T68" fmla="*/ 83 w 157"/>
              <a:gd name="T69" fmla="*/ 2 h 152"/>
              <a:gd name="T70" fmla="*/ 125 w 157"/>
              <a:gd name="T71" fmla="*/ 44 h 152"/>
              <a:gd name="T72" fmla="*/ 127 w 157"/>
              <a:gd name="T73" fmla="*/ 51 h 152"/>
              <a:gd name="T74" fmla="*/ 119 w 157"/>
              <a:gd name="T75" fmla="*/ 138 h 152"/>
              <a:gd name="T76" fmla="*/ 121 w 157"/>
              <a:gd name="T77" fmla="*/ 133 h 152"/>
              <a:gd name="T78" fmla="*/ 119 w 157"/>
              <a:gd name="T79" fmla="*/ 129 h 152"/>
              <a:gd name="T80" fmla="*/ 115 w 157"/>
              <a:gd name="T81" fmla="*/ 127 h 152"/>
              <a:gd name="T82" fmla="*/ 111 w 157"/>
              <a:gd name="T83" fmla="*/ 129 h 152"/>
              <a:gd name="T84" fmla="*/ 109 w 157"/>
              <a:gd name="T85" fmla="*/ 133 h 152"/>
              <a:gd name="T86" fmla="*/ 111 w 157"/>
              <a:gd name="T87" fmla="*/ 138 h 152"/>
              <a:gd name="T88" fmla="*/ 115 w 157"/>
              <a:gd name="T89" fmla="*/ 139 h 152"/>
              <a:gd name="T90" fmla="*/ 119 w 157"/>
              <a:gd name="T91" fmla="*/ 138 h 152"/>
              <a:gd name="T92" fmla="*/ 143 w 157"/>
              <a:gd name="T93" fmla="*/ 138 h 152"/>
              <a:gd name="T94" fmla="*/ 145 w 157"/>
              <a:gd name="T95" fmla="*/ 133 h 152"/>
              <a:gd name="T96" fmla="*/ 143 w 157"/>
              <a:gd name="T97" fmla="*/ 129 h 152"/>
              <a:gd name="T98" fmla="*/ 139 w 157"/>
              <a:gd name="T99" fmla="*/ 127 h 152"/>
              <a:gd name="T100" fmla="*/ 135 w 157"/>
              <a:gd name="T101" fmla="*/ 129 h 152"/>
              <a:gd name="T102" fmla="*/ 133 w 157"/>
              <a:gd name="T103" fmla="*/ 133 h 152"/>
              <a:gd name="T104" fmla="*/ 135 w 157"/>
              <a:gd name="T105" fmla="*/ 138 h 152"/>
              <a:gd name="T106" fmla="*/ 139 w 157"/>
              <a:gd name="T107" fmla="*/ 139 h 152"/>
              <a:gd name="T108" fmla="*/ 143 w 157"/>
              <a:gd name="T109" fmla="*/ 138 h 1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57" h="152">
                <a:moveTo>
                  <a:pt x="157" y="112"/>
                </a:moveTo>
                <a:cubicBezTo>
                  <a:pt x="157" y="142"/>
                  <a:pt x="157" y="142"/>
                  <a:pt x="157" y="142"/>
                </a:cubicBezTo>
                <a:cubicBezTo>
                  <a:pt x="157" y="145"/>
                  <a:pt x="156" y="147"/>
                  <a:pt x="155" y="149"/>
                </a:cubicBezTo>
                <a:cubicBezTo>
                  <a:pt x="153" y="151"/>
                  <a:pt x="151" y="152"/>
                  <a:pt x="148" y="152"/>
                </a:cubicBezTo>
                <a:cubicBezTo>
                  <a:pt x="9" y="152"/>
                  <a:pt x="9" y="152"/>
                  <a:pt x="9" y="152"/>
                </a:cubicBezTo>
                <a:cubicBezTo>
                  <a:pt x="6" y="152"/>
                  <a:pt x="4" y="151"/>
                  <a:pt x="3" y="149"/>
                </a:cubicBezTo>
                <a:cubicBezTo>
                  <a:pt x="1" y="147"/>
                  <a:pt x="0" y="145"/>
                  <a:pt x="0" y="142"/>
                </a:cubicBezTo>
                <a:cubicBezTo>
                  <a:pt x="0" y="112"/>
                  <a:pt x="0" y="112"/>
                  <a:pt x="0" y="112"/>
                </a:cubicBezTo>
                <a:cubicBezTo>
                  <a:pt x="0" y="110"/>
                  <a:pt x="1" y="108"/>
                  <a:pt x="3" y="106"/>
                </a:cubicBezTo>
                <a:cubicBezTo>
                  <a:pt x="4" y="104"/>
                  <a:pt x="6" y="103"/>
                  <a:pt x="9" y="103"/>
                </a:cubicBezTo>
                <a:cubicBezTo>
                  <a:pt x="49" y="103"/>
                  <a:pt x="49" y="103"/>
                  <a:pt x="49" y="103"/>
                </a:cubicBezTo>
                <a:cubicBezTo>
                  <a:pt x="51" y="107"/>
                  <a:pt x="53" y="110"/>
                  <a:pt x="56" y="112"/>
                </a:cubicBezTo>
                <a:cubicBezTo>
                  <a:pt x="59" y="114"/>
                  <a:pt x="63" y="115"/>
                  <a:pt x="66" y="115"/>
                </a:cubicBezTo>
                <a:cubicBezTo>
                  <a:pt x="91" y="115"/>
                  <a:pt x="91" y="115"/>
                  <a:pt x="91" y="115"/>
                </a:cubicBezTo>
                <a:cubicBezTo>
                  <a:pt x="95" y="115"/>
                  <a:pt x="98" y="114"/>
                  <a:pt x="101" y="112"/>
                </a:cubicBezTo>
                <a:cubicBezTo>
                  <a:pt x="104" y="110"/>
                  <a:pt x="106" y="107"/>
                  <a:pt x="108" y="103"/>
                </a:cubicBezTo>
                <a:cubicBezTo>
                  <a:pt x="148" y="103"/>
                  <a:pt x="148" y="103"/>
                  <a:pt x="148" y="103"/>
                </a:cubicBezTo>
                <a:cubicBezTo>
                  <a:pt x="151" y="103"/>
                  <a:pt x="153" y="104"/>
                  <a:pt x="155" y="106"/>
                </a:cubicBezTo>
                <a:cubicBezTo>
                  <a:pt x="156" y="108"/>
                  <a:pt x="157" y="110"/>
                  <a:pt x="157" y="112"/>
                </a:cubicBezTo>
                <a:close/>
                <a:moveTo>
                  <a:pt x="127" y="51"/>
                </a:moveTo>
                <a:cubicBezTo>
                  <a:pt x="125" y="53"/>
                  <a:pt x="124" y="55"/>
                  <a:pt x="121" y="55"/>
                </a:cubicBezTo>
                <a:cubicBezTo>
                  <a:pt x="97" y="55"/>
                  <a:pt x="97" y="55"/>
                  <a:pt x="97" y="55"/>
                </a:cubicBezTo>
                <a:cubicBezTo>
                  <a:pt x="97" y="97"/>
                  <a:pt x="97" y="97"/>
                  <a:pt x="97" y="97"/>
                </a:cubicBezTo>
                <a:cubicBezTo>
                  <a:pt x="97" y="99"/>
                  <a:pt x="96" y="100"/>
                  <a:pt x="95" y="101"/>
                </a:cubicBezTo>
                <a:cubicBezTo>
                  <a:pt x="94" y="103"/>
                  <a:pt x="92" y="103"/>
                  <a:pt x="91" y="103"/>
                </a:cubicBezTo>
                <a:cubicBezTo>
                  <a:pt x="66" y="103"/>
                  <a:pt x="66" y="103"/>
                  <a:pt x="66" y="103"/>
                </a:cubicBezTo>
                <a:cubicBezTo>
                  <a:pt x="65" y="103"/>
                  <a:pt x="63" y="103"/>
                  <a:pt x="62" y="101"/>
                </a:cubicBezTo>
                <a:cubicBezTo>
                  <a:pt x="61" y="100"/>
                  <a:pt x="60" y="99"/>
                  <a:pt x="60" y="97"/>
                </a:cubicBezTo>
                <a:cubicBezTo>
                  <a:pt x="60" y="55"/>
                  <a:pt x="60" y="55"/>
                  <a:pt x="60" y="55"/>
                </a:cubicBezTo>
                <a:cubicBezTo>
                  <a:pt x="36" y="55"/>
                  <a:pt x="36" y="55"/>
                  <a:pt x="36" y="55"/>
                </a:cubicBezTo>
                <a:cubicBezTo>
                  <a:pt x="34" y="55"/>
                  <a:pt x="32" y="53"/>
                  <a:pt x="31" y="51"/>
                </a:cubicBezTo>
                <a:cubicBezTo>
                  <a:pt x="30" y="49"/>
                  <a:pt x="30" y="46"/>
                  <a:pt x="32" y="44"/>
                </a:cubicBezTo>
                <a:cubicBezTo>
                  <a:pt x="74" y="2"/>
                  <a:pt x="74" y="2"/>
                  <a:pt x="74" y="2"/>
                </a:cubicBezTo>
                <a:cubicBezTo>
                  <a:pt x="75" y="1"/>
                  <a:pt x="77" y="0"/>
                  <a:pt x="79" y="0"/>
                </a:cubicBezTo>
                <a:cubicBezTo>
                  <a:pt x="80" y="0"/>
                  <a:pt x="82" y="1"/>
                  <a:pt x="83" y="2"/>
                </a:cubicBezTo>
                <a:cubicBezTo>
                  <a:pt x="125" y="44"/>
                  <a:pt x="125" y="44"/>
                  <a:pt x="125" y="44"/>
                </a:cubicBezTo>
                <a:cubicBezTo>
                  <a:pt x="127" y="46"/>
                  <a:pt x="128" y="49"/>
                  <a:pt x="127" y="51"/>
                </a:cubicBezTo>
                <a:close/>
                <a:moveTo>
                  <a:pt x="119" y="138"/>
                </a:moveTo>
                <a:cubicBezTo>
                  <a:pt x="120" y="136"/>
                  <a:pt x="121" y="135"/>
                  <a:pt x="121" y="133"/>
                </a:cubicBezTo>
                <a:cubicBezTo>
                  <a:pt x="121" y="132"/>
                  <a:pt x="120" y="130"/>
                  <a:pt x="119" y="129"/>
                </a:cubicBezTo>
                <a:cubicBezTo>
                  <a:pt x="118" y="128"/>
                  <a:pt x="117" y="127"/>
                  <a:pt x="115" y="127"/>
                </a:cubicBezTo>
                <a:cubicBezTo>
                  <a:pt x="113" y="127"/>
                  <a:pt x="112" y="128"/>
                  <a:pt x="111" y="129"/>
                </a:cubicBezTo>
                <a:cubicBezTo>
                  <a:pt x="109" y="130"/>
                  <a:pt x="109" y="132"/>
                  <a:pt x="109" y="133"/>
                </a:cubicBezTo>
                <a:cubicBezTo>
                  <a:pt x="109" y="135"/>
                  <a:pt x="109" y="136"/>
                  <a:pt x="111" y="138"/>
                </a:cubicBezTo>
                <a:cubicBezTo>
                  <a:pt x="112" y="139"/>
                  <a:pt x="113" y="139"/>
                  <a:pt x="115" y="139"/>
                </a:cubicBezTo>
                <a:cubicBezTo>
                  <a:pt x="117" y="139"/>
                  <a:pt x="118" y="139"/>
                  <a:pt x="119" y="138"/>
                </a:cubicBezTo>
                <a:close/>
                <a:moveTo>
                  <a:pt x="143" y="138"/>
                </a:moveTo>
                <a:cubicBezTo>
                  <a:pt x="145" y="136"/>
                  <a:pt x="145" y="135"/>
                  <a:pt x="145" y="133"/>
                </a:cubicBezTo>
                <a:cubicBezTo>
                  <a:pt x="145" y="132"/>
                  <a:pt x="145" y="130"/>
                  <a:pt x="143" y="129"/>
                </a:cubicBezTo>
                <a:cubicBezTo>
                  <a:pt x="142" y="128"/>
                  <a:pt x="141" y="127"/>
                  <a:pt x="139" y="127"/>
                </a:cubicBezTo>
                <a:cubicBezTo>
                  <a:pt x="137" y="127"/>
                  <a:pt x="136" y="128"/>
                  <a:pt x="135" y="129"/>
                </a:cubicBezTo>
                <a:cubicBezTo>
                  <a:pt x="134" y="130"/>
                  <a:pt x="133" y="132"/>
                  <a:pt x="133" y="133"/>
                </a:cubicBezTo>
                <a:cubicBezTo>
                  <a:pt x="133" y="135"/>
                  <a:pt x="134" y="136"/>
                  <a:pt x="135" y="138"/>
                </a:cubicBezTo>
                <a:cubicBezTo>
                  <a:pt x="136" y="139"/>
                  <a:pt x="137" y="139"/>
                  <a:pt x="139" y="139"/>
                </a:cubicBezTo>
                <a:cubicBezTo>
                  <a:pt x="141" y="139"/>
                  <a:pt x="142" y="139"/>
                  <a:pt x="143" y="138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42" name="Freeform 144"/>
          <p:cNvSpPr>
            <a:spLocks noEditPoints="1"/>
          </p:cNvSpPr>
          <p:nvPr/>
        </p:nvSpPr>
        <p:spPr bwMode="auto">
          <a:xfrm>
            <a:off x="7443444" y="2680180"/>
            <a:ext cx="207464" cy="209627"/>
          </a:xfrm>
          <a:custGeom>
            <a:avLst/>
            <a:gdLst>
              <a:gd name="T0" fmla="*/ 138 w 145"/>
              <a:gd name="T1" fmla="*/ 97 h 146"/>
              <a:gd name="T2" fmla="*/ 93 w 145"/>
              <a:gd name="T3" fmla="*/ 141 h 146"/>
              <a:gd name="T4" fmla="*/ 46 w 145"/>
              <a:gd name="T5" fmla="*/ 144 h 146"/>
              <a:gd name="T6" fmla="*/ 23 w 145"/>
              <a:gd name="T7" fmla="*/ 144 h 146"/>
              <a:gd name="T8" fmla="*/ 5 w 145"/>
              <a:gd name="T9" fmla="*/ 140 h 146"/>
              <a:gd name="T10" fmla="*/ 1 w 145"/>
              <a:gd name="T11" fmla="*/ 122 h 146"/>
              <a:gd name="T12" fmla="*/ 1 w 145"/>
              <a:gd name="T13" fmla="*/ 104 h 146"/>
              <a:gd name="T14" fmla="*/ 1 w 145"/>
              <a:gd name="T15" fmla="*/ 72 h 146"/>
              <a:gd name="T16" fmla="*/ 16 w 145"/>
              <a:gd name="T17" fmla="*/ 34 h 146"/>
              <a:gd name="T18" fmla="*/ 52 w 145"/>
              <a:gd name="T19" fmla="*/ 8 h 146"/>
              <a:gd name="T20" fmla="*/ 99 w 145"/>
              <a:gd name="T21" fmla="*/ 3 h 146"/>
              <a:gd name="T22" fmla="*/ 121 w 145"/>
              <a:gd name="T23" fmla="*/ 4 h 146"/>
              <a:gd name="T24" fmla="*/ 137 w 145"/>
              <a:gd name="T25" fmla="*/ 9 h 146"/>
              <a:gd name="T26" fmla="*/ 140 w 145"/>
              <a:gd name="T27" fmla="*/ 28 h 146"/>
              <a:gd name="T28" fmla="*/ 140 w 145"/>
              <a:gd name="T29" fmla="*/ 36 h 146"/>
              <a:gd name="T30" fmla="*/ 140 w 145"/>
              <a:gd name="T31" fmla="*/ 39 h 146"/>
              <a:gd name="T32" fmla="*/ 142 w 145"/>
              <a:gd name="T33" fmla="*/ 42 h 146"/>
              <a:gd name="T34" fmla="*/ 145 w 145"/>
              <a:gd name="T35" fmla="*/ 66 h 146"/>
              <a:gd name="T36" fmla="*/ 132 w 145"/>
              <a:gd name="T37" fmla="*/ 56 h 146"/>
              <a:gd name="T38" fmla="*/ 129 w 145"/>
              <a:gd name="T39" fmla="*/ 42 h 146"/>
              <a:gd name="T40" fmla="*/ 128 w 145"/>
              <a:gd name="T41" fmla="*/ 34 h 146"/>
              <a:gd name="T42" fmla="*/ 129 w 145"/>
              <a:gd name="T43" fmla="*/ 21 h 146"/>
              <a:gd name="T44" fmla="*/ 126 w 145"/>
              <a:gd name="T45" fmla="*/ 16 h 146"/>
              <a:gd name="T46" fmla="*/ 115 w 145"/>
              <a:gd name="T47" fmla="*/ 17 h 146"/>
              <a:gd name="T48" fmla="*/ 82 w 145"/>
              <a:gd name="T49" fmla="*/ 12 h 146"/>
              <a:gd name="T50" fmla="*/ 65 w 145"/>
              <a:gd name="T51" fmla="*/ 16 h 146"/>
              <a:gd name="T52" fmla="*/ 38 w 145"/>
              <a:gd name="T53" fmla="*/ 29 h 146"/>
              <a:gd name="T54" fmla="*/ 14 w 145"/>
              <a:gd name="T55" fmla="*/ 69 h 146"/>
              <a:gd name="T56" fmla="*/ 13 w 145"/>
              <a:gd name="T57" fmla="*/ 104 h 146"/>
              <a:gd name="T58" fmla="*/ 13 w 145"/>
              <a:gd name="T59" fmla="*/ 121 h 146"/>
              <a:gd name="T60" fmla="*/ 13 w 145"/>
              <a:gd name="T61" fmla="*/ 131 h 146"/>
              <a:gd name="T62" fmla="*/ 23 w 145"/>
              <a:gd name="T63" fmla="*/ 131 h 146"/>
              <a:gd name="T64" fmla="*/ 46 w 145"/>
              <a:gd name="T65" fmla="*/ 132 h 146"/>
              <a:gd name="T66" fmla="*/ 89 w 145"/>
              <a:gd name="T67" fmla="*/ 130 h 146"/>
              <a:gd name="T68" fmla="*/ 127 w 145"/>
              <a:gd name="T69" fmla="*/ 92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45" h="146">
                <a:moveTo>
                  <a:pt x="145" y="66"/>
                </a:moveTo>
                <a:cubicBezTo>
                  <a:pt x="145" y="77"/>
                  <a:pt x="143" y="87"/>
                  <a:pt x="138" y="97"/>
                </a:cubicBezTo>
                <a:cubicBezTo>
                  <a:pt x="134" y="107"/>
                  <a:pt x="128" y="116"/>
                  <a:pt x="120" y="124"/>
                </a:cubicBezTo>
                <a:cubicBezTo>
                  <a:pt x="112" y="132"/>
                  <a:pt x="103" y="138"/>
                  <a:pt x="93" y="141"/>
                </a:cubicBezTo>
                <a:cubicBezTo>
                  <a:pt x="85" y="144"/>
                  <a:pt x="75" y="146"/>
                  <a:pt x="62" y="146"/>
                </a:cubicBezTo>
                <a:cubicBezTo>
                  <a:pt x="59" y="146"/>
                  <a:pt x="53" y="145"/>
                  <a:pt x="46" y="144"/>
                </a:cubicBezTo>
                <a:cubicBezTo>
                  <a:pt x="39" y="143"/>
                  <a:pt x="34" y="143"/>
                  <a:pt x="30" y="143"/>
                </a:cubicBezTo>
                <a:cubicBezTo>
                  <a:pt x="29" y="143"/>
                  <a:pt x="27" y="143"/>
                  <a:pt x="23" y="144"/>
                </a:cubicBezTo>
                <a:cubicBezTo>
                  <a:pt x="20" y="145"/>
                  <a:pt x="18" y="146"/>
                  <a:pt x="17" y="146"/>
                </a:cubicBezTo>
                <a:cubicBezTo>
                  <a:pt x="12" y="146"/>
                  <a:pt x="8" y="144"/>
                  <a:pt x="5" y="140"/>
                </a:cubicBezTo>
                <a:cubicBezTo>
                  <a:pt x="2" y="137"/>
                  <a:pt x="0" y="133"/>
                  <a:pt x="0" y="128"/>
                </a:cubicBezTo>
                <a:cubicBezTo>
                  <a:pt x="0" y="127"/>
                  <a:pt x="0" y="125"/>
                  <a:pt x="1" y="122"/>
                </a:cubicBezTo>
                <a:cubicBezTo>
                  <a:pt x="2" y="119"/>
                  <a:pt x="2" y="117"/>
                  <a:pt x="2" y="115"/>
                </a:cubicBezTo>
                <a:cubicBezTo>
                  <a:pt x="2" y="113"/>
                  <a:pt x="2" y="109"/>
                  <a:pt x="1" y="104"/>
                </a:cubicBezTo>
                <a:cubicBezTo>
                  <a:pt x="0" y="99"/>
                  <a:pt x="0" y="95"/>
                  <a:pt x="0" y="93"/>
                </a:cubicBezTo>
                <a:cubicBezTo>
                  <a:pt x="0" y="86"/>
                  <a:pt x="0" y="79"/>
                  <a:pt x="1" y="72"/>
                </a:cubicBezTo>
                <a:cubicBezTo>
                  <a:pt x="3" y="65"/>
                  <a:pt x="4" y="59"/>
                  <a:pt x="7" y="52"/>
                </a:cubicBezTo>
                <a:cubicBezTo>
                  <a:pt x="9" y="46"/>
                  <a:pt x="12" y="40"/>
                  <a:pt x="16" y="34"/>
                </a:cubicBezTo>
                <a:cubicBezTo>
                  <a:pt x="20" y="28"/>
                  <a:pt x="25" y="23"/>
                  <a:pt x="30" y="19"/>
                </a:cubicBezTo>
                <a:cubicBezTo>
                  <a:pt x="35" y="15"/>
                  <a:pt x="43" y="12"/>
                  <a:pt x="52" y="8"/>
                </a:cubicBezTo>
                <a:cubicBezTo>
                  <a:pt x="65" y="3"/>
                  <a:pt x="74" y="0"/>
                  <a:pt x="82" y="0"/>
                </a:cubicBezTo>
                <a:cubicBezTo>
                  <a:pt x="86" y="0"/>
                  <a:pt x="91" y="1"/>
                  <a:pt x="99" y="3"/>
                </a:cubicBezTo>
                <a:cubicBezTo>
                  <a:pt x="106" y="4"/>
                  <a:pt x="111" y="5"/>
                  <a:pt x="115" y="5"/>
                </a:cubicBezTo>
                <a:cubicBezTo>
                  <a:pt x="116" y="5"/>
                  <a:pt x="118" y="5"/>
                  <a:pt x="121" y="4"/>
                </a:cubicBezTo>
                <a:cubicBezTo>
                  <a:pt x="123" y="4"/>
                  <a:pt x="125" y="4"/>
                  <a:pt x="126" y="4"/>
                </a:cubicBezTo>
                <a:cubicBezTo>
                  <a:pt x="131" y="4"/>
                  <a:pt x="135" y="6"/>
                  <a:pt x="137" y="9"/>
                </a:cubicBezTo>
                <a:cubicBezTo>
                  <a:pt x="140" y="12"/>
                  <a:pt x="141" y="16"/>
                  <a:pt x="141" y="21"/>
                </a:cubicBezTo>
                <a:cubicBezTo>
                  <a:pt x="141" y="23"/>
                  <a:pt x="141" y="25"/>
                  <a:pt x="140" y="28"/>
                </a:cubicBezTo>
                <a:cubicBezTo>
                  <a:pt x="140" y="31"/>
                  <a:pt x="140" y="33"/>
                  <a:pt x="140" y="34"/>
                </a:cubicBezTo>
                <a:cubicBezTo>
                  <a:pt x="140" y="35"/>
                  <a:pt x="140" y="35"/>
                  <a:pt x="140" y="36"/>
                </a:cubicBezTo>
                <a:cubicBezTo>
                  <a:pt x="140" y="37"/>
                  <a:pt x="140" y="37"/>
                  <a:pt x="140" y="38"/>
                </a:cubicBezTo>
                <a:cubicBezTo>
                  <a:pt x="140" y="38"/>
                  <a:pt x="140" y="39"/>
                  <a:pt x="140" y="39"/>
                </a:cubicBezTo>
                <a:cubicBezTo>
                  <a:pt x="141" y="39"/>
                  <a:pt x="141" y="40"/>
                  <a:pt x="141" y="40"/>
                </a:cubicBezTo>
                <a:cubicBezTo>
                  <a:pt x="141" y="41"/>
                  <a:pt x="142" y="42"/>
                  <a:pt x="142" y="42"/>
                </a:cubicBezTo>
                <a:cubicBezTo>
                  <a:pt x="143" y="45"/>
                  <a:pt x="144" y="48"/>
                  <a:pt x="144" y="53"/>
                </a:cubicBezTo>
                <a:cubicBezTo>
                  <a:pt x="145" y="58"/>
                  <a:pt x="145" y="62"/>
                  <a:pt x="145" y="66"/>
                </a:cubicBezTo>
                <a:close/>
                <a:moveTo>
                  <a:pt x="133" y="66"/>
                </a:moveTo>
                <a:cubicBezTo>
                  <a:pt x="133" y="64"/>
                  <a:pt x="133" y="60"/>
                  <a:pt x="132" y="56"/>
                </a:cubicBezTo>
                <a:cubicBezTo>
                  <a:pt x="132" y="51"/>
                  <a:pt x="131" y="48"/>
                  <a:pt x="130" y="46"/>
                </a:cubicBezTo>
                <a:cubicBezTo>
                  <a:pt x="130" y="45"/>
                  <a:pt x="129" y="43"/>
                  <a:pt x="129" y="42"/>
                </a:cubicBezTo>
                <a:cubicBezTo>
                  <a:pt x="129" y="41"/>
                  <a:pt x="128" y="40"/>
                  <a:pt x="128" y="39"/>
                </a:cubicBezTo>
                <a:cubicBezTo>
                  <a:pt x="128" y="37"/>
                  <a:pt x="128" y="36"/>
                  <a:pt x="128" y="34"/>
                </a:cubicBezTo>
                <a:cubicBezTo>
                  <a:pt x="128" y="33"/>
                  <a:pt x="128" y="31"/>
                  <a:pt x="128" y="28"/>
                </a:cubicBezTo>
                <a:cubicBezTo>
                  <a:pt x="128" y="25"/>
                  <a:pt x="129" y="23"/>
                  <a:pt x="129" y="21"/>
                </a:cubicBezTo>
                <a:cubicBezTo>
                  <a:pt x="129" y="19"/>
                  <a:pt x="128" y="17"/>
                  <a:pt x="128" y="16"/>
                </a:cubicBezTo>
                <a:cubicBezTo>
                  <a:pt x="127" y="16"/>
                  <a:pt x="127" y="16"/>
                  <a:pt x="126" y="16"/>
                </a:cubicBezTo>
                <a:cubicBezTo>
                  <a:pt x="125" y="16"/>
                  <a:pt x="123" y="16"/>
                  <a:pt x="121" y="17"/>
                </a:cubicBezTo>
                <a:cubicBezTo>
                  <a:pt x="118" y="17"/>
                  <a:pt x="117" y="17"/>
                  <a:pt x="115" y="17"/>
                </a:cubicBezTo>
                <a:cubicBezTo>
                  <a:pt x="112" y="17"/>
                  <a:pt x="106" y="16"/>
                  <a:pt x="99" y="15"/>
                </a:cubicBezTo>
                <a:cubicBezTo>
                  <a:pt x="91" y="13"/>
                  <a:pt x="86" y="12"/>
                  <a:pt x="82" y="12"/>
                </a:cubicBezTo>
                <a:cubicBezTo>
                  <a:pt x="79" y="12"/>
                  <a:pt x="76" y="13"/>
                  <a:pt x="73" y="14"/>
                </a:cubicBezTo>
                <a:cubicBezTo>
                  <a:pt x="70" y="14"/>
                  <a:pt x="67" y="15"/>
                  <a:pt x="65" y="16"/>
                </a:cubicBezTo>
                <a:cubicBezTo>
                  <a:pt x="63" y="17"/>
                  <a:pt x="60" y="18"/>
                  <a:pt x="57" y="19"/>
                </a:cubicBezTo>
                <a:cubicBezTo>
                  <a:pt x="48" y="22"/>
                  <a:pt x="42" y="26"/>
                  <a:pt x="38" y="29"/>
                </a:cubicBezTo>
                <a:cubicBezTo>
                  <a:pt x="32" y="33"/>
                  <a:pt x="27" y="39"/>
                  <a:pt x="23" y="47"/>
                </a:cubicBezTo>
                <a:cubicBezTo>
                  <a:pt x="19" y="54"/>
                  <a:pt x="16" y="61"/>
                  <a:pt x="14" y="69"/>
                </a:cubicBezTo>
                <a:cubicBezTo>
                  <a:pt x="13" y="76"/>
                  <a:pt x="12" y="84"/>
                  <a:pt x="12" y="92"/>
                </a:cubicBezTo>
                <a:cubicBezTo>
                  <a:pt x="12" y="95"/>
                  <a:pt x="12" y="99"/>
                  <a:pt x="13" y="104"/>
                </a:cubicBezTo>
                <a:cubicBezTo>
                  <a:pt x="14" y="109"/>
                  <a:pt x="14" y="113"/>
                  <a:pt x="14" y="115"/>
                </a:cubicBezTo>
                <a:cubicBezTo>
                  <a:pt x="14" y="117"/>
                  <a:pt x="14" y="119"/>
                  <a:pt x="13" y="121"/>
                </a:cubicBezTo>
                <a:cubicBezTo>
                  <a:pt x="13" y="124"/>
                  <a:pt x="12" y="126"/>
                  <a:pt x="12" y="128"/>
                </a:cubicBezTo>
                <a:cubicBezTo>
                  <a:pt x="12" y="129"/>
                  <a:pt x="13" y="130"/>
                  <a:pt x="13" y="131"/>
                </a:cubicBezTo>
                <a:cubicBezTo>
                  <a:pt x="14" y="132"/>
                  <a:pt x="15" y="133"/>
                  <a:pt x="17" y="133"/>
                </a:cubicBezTo>
                <a:cubicBezTo>
                  <a:pt x="18" y="133"/>
                  <a:pt x="20" y="132"/>
                  <a:pt x="23" y="131"/>
                </a:cubicBezTo>
                <a:cubicBezTo>
                  <a:pt x="26" y="131"/>
                  <a:pt x="29" y="130"/>
                  <a:pt x="30" y="130"/>
                </a:cubicBezTo>
                <a:cubicBezTo>
                  <a:pt x="34" y="130"/>
                  <a:pt x="39" y="131"/>
                  <a:pt x="46" y="132"/>
                </a:cubicBezTo>
                <a:cubicBezTo>
                  <a:pt x="53" y="133"/>
                  <a:pt x="59" y="133"/>
                  <a:pt x="62" y="133"/>
                </a:cubicBezTo>
                <a:cubicBezTo>
                  <a:pt x="74" y="133"/>
                  <a:pt x="83" y="132"/>
                  <a:pt x="89" y="130"/>
                </a:cubicBezTo>
                <a:cubicBezTo>
                  <a:pt x="97" y="127"/>
                  <a:pt x="105" y="122"/>
                  <a:pt x="112" y="116"/>
                </a:cubicBezTo>
                <a:cubicBezTo>
                  <a:pt x="118" y="109"/>
                  <a:pt x="123" y="101"/>
                  <a:pt x="127" y="92"/>
                </a:cubicBezTo>
                <a:cubicBezTo>
                  <a:pt x="131" y="84"/>
                  <a:pt x="133" y="75"/>
                  <a:pt x="133" y="66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43" name="Freeform 145"/>
          <p:cNvSpPr>
            <a:spLocks/>
          </p:cNvSpPr>
          <p:nvPr/>
        </p:nvSpPr>
        <p:spPr bwMode="auto">
          <a:xfrm>
            <a:off x="7711420" y="2680181"/>
            <a:ext cx="190176" cy="192337"/>
          </a:xfrm>
          <a:custGeom>
            <a:avLst/>
            <a:gdLst>
              <a:gd name="T0" fmla="*/ 133 w 133"/>
              <a:gd name="T1" fmla="*/ 105 h 133"/>
              <a:gd name="T2" fmla="*/ 132 w 133"/>
              <a:gd name="T3" fmla="*/ 112 h 133"/>
              <a:gd name="T4" fmla="*/ 130 w 133"/>
              <a:gd name="T5" fmla="*/ 119 h 133"/>
              <a:gd name="T6" fmla="*/ 118 w 133"/>
              <a:gd name="T7" fmla="*/ 129 h 133"/>
              <a:gd name="T8" fmla="*/ 101 w 133"/>
              <a:gd name="T9" fmla="*/ 133 h 133"/>
              <a:gd name="T10" fmla="*/ 96 w 133"/>
              <a:gd name="T11" fmla="*/ 133 h 133"/>
              <a:gd name="T12" fmla="*/ 90 w 133"/>
              <a:gd name="T13" fmla="*/ 132 h 133"/>
              <a:gd name="T14" fmla="*/ 86 w 133"/>
              <a:gd name="T15" fmla="*/ 131 h 133"/>
              <a:gd name="T16" fmla="*/ 80 w 133"/>
              <a:gd name="T17" fmla="*/ 129 h 133"/>
              <a:gd name="T18" fmla="*/ 76 w 133"/>
              <a:gd name="T19" fmla="*/ 127 h 133"/>
              <a:gd name="T20" fmla="*/ 59 w 133"/>
              <a:gd name="T21" fmla="*/ 119 h 133"/>
              <a:gd name="T22" fmla="*/ 34 w 133"/>
              <a:gd name="T23" fmla="*/ 99 h 133"/>
              <a:gd name="T24" fmla="*/ 14 w 133"/>
              <a:gd name="T25" fmla="*/ 74 h 133"/>
              <a:gd name="T26" fmla="*/ 6 w 133"/>
              <a:gd name="T27" fmla="*/ 57 h 133"/>
              <a:gd name="T28" fmla="*/ 4 w 133"/>
              <a:gd name="T29" fmla="*/ 53 h 133"/>
              <a:gd name="T30" fmla="*/ 2 w 133"/>
              <a:gd name="T31" fmla="*/ 47 h 133"/>
              <a:gd name="T32" fmla="*/ 1 w 133"/>
              <a:gd name="T33" fmla="*/ 43 h 133"/>
              <a:gd name="T34" fmla="*/ 0 w 133"/>
              <a:gd name="T35" fmla="*/ 37 h 133"/>
              <a:gd name="T36" fmla="*/ 0 w 133"/>
              <a:gd name="T37" fmla="*/ 32 h 133"/>
              <a:gd name="T38" fmla="*/ 4 w 133"/>
              <a:gd name="T39" fmla="*/ 15 h 133"/>
              <a:gd name="T40" fmla="*/ 14 w 133"/>
              <a:gd name="T41" fmla="*/ 3 h 133"/>
              <a:gd name="T42" fmla="*/ 21 w 133"/>
              <a:gd name="T43" fmla="*/ 1 h 133"/>
              <a:gd name="T44" fmla="*/ 28 w 133"/>
              <a:gd name="T45" fmla="*/ 0 h 133"/>
              <a:gd name="T46" fmla="*/ 30 w 133"/>
              <a:gd name="T47" fmla="*/ 1 h 133"/>
              <a:gd name="T48" fmla="*/ 35 w 133"/>
              <a:gd name="T49" fmla="*/ 8 h 133"/>
              <a:gd name="T50" fmla="*/ 37 w 133"/>
              <a:gd name="T51" fmla="*/ 13 h 133"/>
              <a:gd name="T52" fmla="*/ 41 w 133"/>
              <a:gd name="T53" fmla="*/ 19 h 133"/>
              <a:gd name="T54" fmla="*/ 44 w 133"/>
              <a:gd name="T55" fmla="*/ 24 h 133"/>
              <a:gd name="T56" fmla="*/ 45 w 133"/>
              <a:gd name="T57" fmla="*/ 26 h 133"/>
              <a:gd name="T58" fmla="*/ 47 w 133"/>
              <a:gd name="T59" fmla="*/ 30 h 133"/>
              <a:gd name="T60" fmla="*/ 48 w 133"/>
              <a:gd name="T61" fmla="*/ 32 h 133"/>
              <a:gd name="T62" fmla="*/ 45 w 133"/>
              <a:gd name="T63" fmla="*/ 37 h 133"/>
              <a:gd name="T64" fmla="*/ 39 w 133"/>
              <a:gd name="T65" fmla="*/ 42 h 133"/>
              <a:gd name="T66" fmla="*/ 34 w 133"/>
              <a:gd name="T67" fmla="*/ 47 h 133"/>
              <a:gd name="T68" fmla="*/ 31 w 133"/>
              <a:gd name="T69" fmla="*/ 52 h 133"/>
              <a:gd name="T70" fmla="*/ 31 w 133"/>
              <a:gd name="T71" fmla="*/ 54 h 133"/>
              <a:gd name="T72" fmla="*/ 32 w 133"/>
              <a:gd name="T73" fmla="*/ 56 h 133"/>
              <a:gd name="T74" fmla="*/ 33 w 133"/>
              <a:gd name="T75" fmla="*/ 58 h 133"/>
              <a:gd name="T76" fmla="*/ 35 w 133"/>
              <a:gd name="T77" fmla="*/ 60 h 133"/>
              <a:gd name="T78" fmla="*/ 51 w 133"/>
              <a:gd name="T79" fmla="*/ 82 h 133"/>
              <a:gd name="T80" fmla="*/ 73 w 133"/>
              <a:gd name="T81" fmla="*/ 98 h 133"/>
              <a:gd name="T82" fmla="*/ 75 w 133"/>
              <a:gd name="T83" fmla="*/ 100 h 133"/>
              <a:gd name="T84" fmla="*/ 77 w 133"/>
              <a:gd name="T85" fmla="*/ 101 h 133"/>
              <a:gd name="T86" fmla="*/ 79 w 133"/>
              <a:gd name="T87" fmla="*/ 102 h 133"/>
              <a:gd name="T88" fmla="*/ 81 w 133"/>
              <a:gd name="T89" fmla="*/ 102 h 133"/>
              <a:gd name="T90" fmla="*/ 86 w 133"/>
              <a:gd name="T91" fmla="*/ 99 h 133"/>
              <a:gd name="T92" fmla="*/ 91 w 133"/>
              <a:gd name="T93" fmla="*/ 94 h 133"/>
              <a:gd name="T94" fmla="*/ 96 w 133"/>
              <a:gd name="T95" fmla="*/ 88 h 133"/>
              <a:gd name="T96" fmla="*/ 101 w 133"/>
              <a:gd name="T97" fmla="*/ 85 h 133"/>
              <a:gd name="T98" fmla="*/ 103 w 133"/>
              <a:gd name="T99" fmla="*/ 86 h 133"/>
              <a:gd name="T100" fmla="*/ 107 w 133"/>
              <a:gd name="T101" fmla="*/ 88 h 133"/>
              <a:gd name="T102" fmla="*/ 109 w 133"/>
              <a:gd name="T103" fmla="*/ 89 h 133"/>
              <a:gd name="T104" fmla="*/ 114 w 133"/>
              <a:gd name="T105" fmla="*/ 92 h 133"/>
              <a:gd name="T106" fmla="*/ 120 w 133"/>
              <a:gd name="T107" fmla="*/ 96 h 133"/>
              <a:gd name="T108" fmla="*/ 125 w 133"/>
              <a:gd name="T109" fmla="*/ 98 h 133"/>
              <a:gd name="T110" fmla="*/ 132 w 133"/>
              <a:gd name="T111" fmla="*/ 103 h 133"/>
              <a:gd name="T112" fmla="*/ 133 w 133"/>
              <a:gd name="T113" fmla="*/ 105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33" h="133">
                <a:moveTo>
                  <a:pt x="133" y="105"/>
                </a:moveTo>
                <a:cubicBezTo>
                  <a:pt x="133" y="107"/>
                  <a:pt x="132" y="109"/>
                  <a:pt x="132" y="112"/>
                </a:cubicBezTo>
                <a:cubicBezTo>
                  <a:pt x="131" y="115"/>
                  <a:pt x="130" y="117"/>
                  <a:pt x="130" y="119"/>
                </a:cubicBezTo>
                <a:cubicBezTo>
                  <a:pt x="128" y="122"/>
                  <a:pt x="125" y="125"/>
                  <a:pt x="118" y="129"/>
                </a:cubicBezTo>
                <a:cubicBezTo>
                  <a:pt x="112" y="132"/>
                  <a:pt x="106" y="133"/>
                  <a:pt x="101" y="133"/>
                </a:cubicBezTo>
                <a:cubicBezTo>
                  <a:pt x="99" y="133"/>
                  <a:pt x="97" y="133"/>
                  <a:pt x="96" y="133"/>
                </a:cubicBezTo>
                <a:cubicBezTo>
                  <a:pt x="94" y="133"/>
                  <a:pt x="92" y="133"/>
                  <a:pt x="90" y="132"/>
                </a:cubicBezTo>
                <a:cubicBezTo>
                  <a:pt x="88" y="131"/>
                  <a:pt x="87" y="131"/>
                  <a:pt x="86" y="131"/>
                </a:cubicBezTo>
                <a:cubicBezTo>
                  <a:pt x="85" y="130"/>
                  <a:pt x="83" y="130"/>
                  <a:pt x="80" y="129"/>
                </a:cubicBezTo>
                <a:cubicBezTo>
                  <a:pt x="78" y="128"/>
                  <a:pt x="76" y="127"/>
                  <a:pt x="76" y="127"/>
                </a:cubicBezTo>
                <a:cubicBezTo>
                  <a:pt x="70" y="125"/>
                  <a:pt x="64" y="122"/>
                  <a:pt x="59" y="119"/>
                </a:cubicBezTo>
                <a:cubicBezTo>
                  <a:pt x="51" y="114"/>
                  <a:pt x="43" y="107"/>
                  <a:pt x="34" y="99"/>
                </a:cubicBezTo>
                <a:cubicBezTo>
                  <a:pt x="26" y="90"/>
                  <a:pt x="19" y="82"/>
                  <a:pt x="14" y="74"/>
                </a:cubicBezTo>
                <a:cubicBezTo>
                  <a:pt x="11" y="69"/>
                  <a:pt x="8" y="63"/>
                  <a:pt x="6" y="57"/>
                </a:cubicBezTo>
                <a:cubicBezTo>
                  <a:pt x="6" y="57"/>
                  <a:pt x="5" y="55"/>
                  <a:pt x="4" y="53"/>
                </a:cubicBezTo>
                <a:cubicBezTo>
                  <a:pt x="3" y="50"/>
                  <a:pt x="3" y="48"/>
                  <a:pt x="2" y="47"/>
                </a:cubicBezTo>
                <a:cubicBezTo>
                  <a:pt x="2" y="46"/>
                  <a:pt x="2" y="45"/>
                  <a:pt x="1" y="43"/>
                </a:cubicBezTo>
                <a:cubicBezTo>
                  <a:pt x="1" y="41"/>
                  <a:pt x="0" y="39"/>
                  <a:pt x="0" y="37"/>
                </a:cubicBezTo>
                <a:cubicBezTo>
                  <a:pt x="0" y="36"/>
                  <a:pt x="0" y="34"/>
                  <a:pt x="0" y="32"/>
                </a:cubicBezTo>
                <a:cubicBezTo>
                  <a:pt x="0" y="27"/>
                  <a:pt x="1" y="21"/>
                  <a:pt x="4" y="15"/>
                </a:cubicBezTo>
                <a:cubicBezTo>
                  <a:pt x="8" y="8"/>
                  <a:pt x="11" y="5"/>
                  <a:pt x="14" y="3"/>
                </a:cubicBezTo>
                <a:cubicBezTo>
                  <a:pt x="16" y="3"/>
                  <a:pt x="18" y="2"/>
                  <a:pt x="21" y="1"/>
                </a:cubicBezTo>
                <a:cubicBezTo>
                  <a:pt x="24" y="1"/>
                  <a:pt x="26" y="0"/>
                  <a:pt x="28" y="0"/>
                </a:cubicBezTo>
                <a:cubicBezTo>
                  <a:pt x="28" y="0"/>
                  <a:pt x="29" y="0"/>
                  <a:pt x="30" y="1"/>
                </a:cubicBezTo>
                <a:cubicBezTo>
                  <a:pt x="31" y="1"/>
                  <a:pt x="32" y="3"/>
                  <a:pt x="35" y="8"/>
                </a:cubicBezTo>
                <a:cubicBezTo>
                  <a:pt x="35" y="9"/>
                  <a:pt x="36" y="11"/>
                  <a:pt x="37" y="13"/>
                </a:cubicBezTo>
                <a:cubicBezTo>
                  <a:pt x="39" y="15"/>
                  <a:pt x="40" y="17"/>
                  <a:pt x="41" y="19"/>
                </a:cubicBezTo>
                <a:cubicBezTo>
                  <a:pt x="42" y="21"/>
                  <a:pt x="43" y="22"/>
                  <a:pt x="44" y="24"/>
                </a:cubicBezTo>
                <a:cubicBezTo>
                  <a:pt x="44" y="24"/>
                  <a:pt x="44" y="25"/>
                  <a:pt x="45" y="26"/>
                </a:cubicBezTo>
                <a:cubicBezTo>
                  <a:pt x="46" y="28"/>
                  <a:pt x="47" y="29"/>
                  <a:pt x="47" y="30"/>
                </a:cubicBezTo>
                <a:cubicBezTo>
                  <a:pt x="48" y="31"/>
                  <a:pt x="48" y="32"/>
                  <a:pt x="48" y="32"/>
                </a:cubicBezTo>
                <a:cubicBezTo>
                  <a:pt x="48" y="34"/>
                  <a:pt x="47" y="35"/>
                  <a:pt x="45" y="37"/>
                </a:cubicBezTo>
                <a:cubicBezTo>
                  <a:pt x="43" y="39"/>
                  <a:pt x="42" y="41"/>
                  <a:pt x="39" y="42"/>
                </a:cubicBezTo>
                <a:cubicBezTo>
                  <a:pt x="37" y="44"/>
                  <a:pt x="35" y="46"/>
                  <a:pt x="34" y="47"/>
                </a:cubicBezTo>
                <a:cubicBezTo>
                  <a:pt x="32" y="49"/>
                  <a:pt x="31" y="51"/>
                  <a:pt x="31" y="52"/>
                </a:cubicBezTo>
                <a:cubicBezTo>
                  <a:pt x="31" y="52"/>
                  <a:pt x="31" y="53"/>
                  <a:pt x="31" y="54"/>
                </a:cubicBezTo>
                <a:cubicBezTo>
                  <a:pt x="32" y="55"/>
                  <a:pt x="32" y="55"/>
                  <a:pt x="32" y="56"/>
                </a:cubicBezTo>
                <a:cubicBezTo>
                  <a:pt x="32" y="56"/>
                  <a:pt x="33" y="57"/>
                  <a:pt x="33" y="58"/>
                </a:cubicBezTo>
                <a:cubicBezTo>
                  <a:pt x="34" y="59"/>
                  <a:pt x="34" y="60"/>
                  <a:pt x="35" y="60"/>
                </a:cubicBezTo>
                <a:cubicBezTo>
                  <a:pt x="39" y="68"/>
                  <a:pt x="45" y="76"/>
                  <a:pt x="51" y="82"/>
                </a:cubicBezTo>
                <a:cubicBezTo>
                  <a:pt x="57" y="88"/>
                  <a:pt x="65" y="94"/>
                  <a:pt x="73" y="98"/>
                </a:cubicBezTo>
                <a:cubicBezTo>
                  <a:pt x="73" y="99"/>
                  <a:pt x="74" y="99"/>
                  <a:pt x="75" y="100"/>
                </a:cubicBezTo>
                <a:cubicBezTo>
                  <a:pt x="76" y="100"/>
                  <a:pt x="77" y="101"/>
                  <a:pt x="77" y="101"/>
                </a:cubicBezTo>
                <a:cubicBezTo>
                  <a:pt x="78" y="101"/>
                  <a:pt x="78" y="101"/>
                  <a:pt x="79" y="102"/>
                </a:cubicBezTo>
                <a:cubicBezTo>
                  <a:pt x="80" y="102"/>
                  <a:pt x="81" y="102"/>
                  <a:pt x="81" y="102"/>
                </a:cubicBezTo>
                <a:cubicBezTo>
                  <a:pt x="82" y="102"/>
                  <a:pt x="84" y="101"/>
                  <a:pt x="86" y="99"/>
                </a:cubicBezTo>
                <a:cubicBezTo>
                  <a:pt x="87" y="98"/>
                  <a:pt x="89" y="96"/>
                  <a:pt x="91" y="94"/>
                </a:cubicBezTo>
                <a:cubicBezTo>
                  <a:pt x="92" y="91"/>
                  <a:pt x="94" y="90"/>
                  <a:pt x="96" y="88"/>
                </a:cubicBezTo>
                <a:cubicBezTo>
                  <a:pt x="98" y="86"/>
                  <a:pt x="99" y="85"/>
                  <a:pt x="101" y="85"/>
                </a:cubicBezTo>
                <a:cubicBezTo>
                  <a:pt x="102" y="85"/>
                  <a:pt x="102" y="85"/>
                  <a:pt x="103" y="86"/>
                </a:cubicBezTo>
                <a:cubicBezTo>
                  <a:pt x="104" y="86"/>
                  <a:pt x="105" y="87"/>
                  <a:pt x="107" y="88"/>
                </a:cubicBezTo>
                <a:cubicBezTo>
                  <a:pt x="108" y="89"/>
                  <a:pt x="109" y="89"/>
                  <a:pt x="109" y="89"/>
                </a:cubicBezTo>
                <a:cubicBezTo>
                  <a:pt x="111" y="90"/>
                  <a:pt x="112" y="91"/>
                  <a:pt x="114" y="92"/>
                </a:cubicBezTo>
                <a:cubicBezTo>
                  <a:pt x="116" y="93"/>
                  <a:pt x="118" y="94"/>
                  <a:pt x="120" y="96"/>
                </a:cubicBezTo>
                <a:cubicBezTo>
                  <a:pt x="122" y="97"/>
                  <a:pt x="124" y="98"/>
                  <a:pt x="125" y="98"/>
                </a:cubicBezTo>
                <a:cubicBezTo>
                  <a:pt x="130" y="101"/>
                  <a:pt x="132" y="102"/>
                  <a:pt x="132" y="103"/>
                </a:cubicBezTo>
                <a:cubicBezTo>
                  <a:pt x="133" y="104"/>
                  <a:pt x="133" y="105"/>
                  <a:pt x="133" y="105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44" name="Freeform 146"/>
          <p:cNvSpPr>
            <a:spLocks noEditPoints="1"/>
          </p:cNvSpPr>
          <p:nvPr/>
        </p:nvSpPr>
        <p:spPr bwMode="auto">
          <a:xfrm>
            <a:off x="7959948" y="2680181"/>
            <a:ext cx="192337" cy="192337"/>
          </a:xfrm>
          <a:custGeom>
            <a:avLst/>
            <a:gdLst>
              <a:gd name="T0" fmla="*/ 133 w 133"/>
              <a:gd name="T1" fmla="*/ 28 h 133"/>
              <a:gd name="T2" fmla="*/ 133 w 133"/>
              <a:gd name="T3" fmla="*/ 106 h 133"/>
              <a:gd name="T4" fmla="*/ 125 w 133"/>
              <a:gd name="T5" fmla="*/ 125 h 133"/>
              <a:gd name="T6" fmla="*/ 106 w 133"/>
              <a:gd name="T7" fmla="*/ 133 h 133"/>
              <a:gd name="T8" fmla="*/ 27 w 133"/>
              <a:gd name="T9" fmla="*/ 133 h 133"/>
              <a:gd name="T10" fmla="*/ 8 w 133"/>
              <a:gd name="T11" fmla="*/ 125 h 133"/>
              <a:gd name="T12" fmla="*/ 0 w 133"/>
              <a:gd name="T13" fmla="*/ 106 h 133"/>
              <a:gd name="T14" fmla="*/ 0 w 133"/>
              <a:gd name="T15" fmla="*/ 28 h 133"/>
              <a:gd name="T16" fmla="*/ 8 w 133"/>
              <a:gd name="T17" fmla="*/ 8 h 133"/>
              <a:gd name="T18" fmla="*/ 27 w 133"/>
              <a:gd name="T19" fmla="*/ 0 h 133"/>
              <a:gd name="T20" fmla="*/ 106 w 133"/>
              <a:gd name="T21" fmla="*/ 0 h 133"/>
              <a:gd name="T22" fmla="*/ 125 w 133"/>
              <a:gd name="T23" fmla="*/ 8 h 133"/>
              <a:gd name="T24" fmla="*/ 133 w 133"/>
              <a:gd name="T25" fmla="*/ 28 h 133"/>
              <a:gd name="T26" fmla="*/ 106 w 133"/>
              <a:gd name="T27" fmla="*/ 12 h 133"/>
              <a:gd name="T28" fmla="*/ 27 w 133"/>
              <a:gd name="T29" fmla="*/ 12 h 133"/>
              <a:gd name="T30" fmla="*/ 17 w 133"/>
              <a:gd name="T31" fmla="*/ 17 h 133"/>
              <a:gd name="T32" fmla="*/ 12 w 133"/>
              <a:gd name="T33" fmla="*/ 28 h 133"/>
              <a:gd name="T34" fmla="*/ 12 w 133"/>
              <a:gd name="T35" fmla="*/ 106 h 133"/>
              <a:gd name="T36" fmla="*/ 17 w 133"/>
              <a:gd name="T37" fmla="*/ 117 h 133"/>
              <a:gd name="T38" fmla="*/ 27 w 133"/>
              <a:gd name="T39" fmla="*/ 121 h 133"/>
              <a:gd name="T40" fmla="*/ 106 w 133"/>
              <a:gd name="T41" fmla="*/ 121 h 133"/>
              <a:gd name="T42" fmla="*/ 117 w 133"/>
              <a:gd name="T43" fmla="*/ 117 h 133"/>
              <a:gd name="T44" fmla="*/ 121 w 133"/>
              <a:gd name="T45" fmla="*/ 106 h 133"/>
              <a:gd name="T46" fmla="*/ 121 w 133"/>
              <a:gd name="T47" fmla="*/ 28 h 133"/>
              <a:gd name="T48" fmla="*/ 117 w 133"/>
              <a:gd name="T49" fmla="*/ 17 h 133"/>
              <a:gd name="T50" fmla="*/ 106 w 133"/>
              <a:gd name="T51" fmla="*/ 12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133" h="133">
                <a:moveTo>
                  <a:pt x="133" y="28"/>
                </a:moveTo>
                <a:cubicBezTo>
                  <a:pt x="133" y="106"/>
                  <a:pt x="133" y="106"/>
                  <a:pt x="133" y="106"/>
                </a:cubicBezTo>
                <a:cubicBezTo>
                  <a:pt x="133" y="114"/>
                  <a:pt x="131" y="120"/>
                  <a:pt x="125" y="125"/>
                </a:cubicBezTo>
                <a:cubicBezTo>
                  <a:pt x="120" y="131"/>
                  <a:pt x="114" y="133"/>
                  <a:pt x="106" y="133"/>
                </a:cubicBezTo>
                <a:cubicBezTo>
                  <a:pt x="27" y="133"/>
                  <a:pt x="27" y="133"/>
                  <a:pt x="27" y="133"/>
                </a:cubicBezTo>
                <a:cubicBezTo>
                  <a:pt x="20" y="133"/>
                  <a:pt x="14" y="131"/>
                  <a:pt x="8" y="125"/>
                </a:cubicBezTo>
                <a:cubicBezTo>
                  <a:pt x="3" y="120"/>
                  <a:pt x="0" y="114"/>
                  <a:pt x="0" y="106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0"/>
                  <a:pt x="3" y="14"/>
                  <a:pt x="8" y="8"/>
                </a:cubicBezTo>
                <a:cubicBezTo>
                  <a:pt x="14" y="3"/>
                  <a:pt x="20" y="0"/>
                  <a:pt x="27" y="0"/>
                </a:cubicBezTo>
                <a:cubicBezTo>
                  <a:pt x="106" y="0"/>
                  <a:pt x="106" y="0"/>
                  <a:pt x="106" y="0"/>
                </a:cubicBezTo>
                <a:cubicBezTo>
                  <a:pt x="114" y="0"/>
                  <a:pt x="120" y="3"/>
                  <a:pt x="125" y="8"/>
                </a:cubicBezTo>
                <a:cubicBezTo>
                  <a:pt x="131" y="14"/>
                  <a:pt x="133" y="20"/>
                  <a:pt x="133" y="28"/>
                </a:cubicBezTo>
                <a:close/>
                <a:moveTo>
                  <a:pt x="106" y="12"/>
                </a:moveTo>
                <a:cubicBezTo>
                  <a:pt x="27" y="12"/>
                  <a:pt x="27" y="12"/>
                  <a:pt x="27" y="12"/>
                </a:cubicBezTo>
                <a:cubicBezTo>
                  <a:pt x="23" y="12"/>
                  <a:pt x="20" y="14"/>
                  <a:pt x="17" y="17"/>
                </a:cubicBezTo>
                <a:cubicBezTo>
                  <a:pt x="14" y="20"/>
                  <a:pt x="12" y="23"/>
                  <a:pt x="12" y="28"/>
                </a:cubicBezTo>
                <a:cubicBezTo>
                  <a:pt x="12" y="106"/>
                  <a:pt x="12" y="106"/>
                  <a:pt x="12" y="106"/>
                </a:cubicBezTo>
                <a:cubicBezTo>
                  <a:pt x="12" y="110"/>
                  <a:pt x="14" y="114"/>
                  <a:pt x="17" y="117"/>
                </a:cubicBezTo>
                <a:cubicBezTo>
                  <a:pt x="20" y="120"/>
                  <a:pt x="23" y="121"/>
                  <a:pt x="27" y="121"/>
                </a:cubicBezTo>
                <a:cubicBezTo>
                  <a:pt x="106" y="121"/>
                  <a:pt x="106" y="121"/>
                  <a:pt x="106" y="121"/>
                </a:cubicBezTo>
                <a:cubicBezTo>
                  <a:pt x="110" y="121"/>
                  <a:pt x="114" y="120"/>
                  <a:pt x="117" y="117"/>
                </a:cubicBezTo>
                <a:cubicBezTo>
                  <a:pt x="120" y="114"/>
                  <a:pt x="121" y="110"/>
                  <a:pt x="121" y="106"/>
                </a:cubicBezTo>
                <a:cubicBezTo>
                  <a:pt x="121" y="28"/>
                  <a:pt x="121" y="28"/>
                  <a:pt x="121" y="28"/>
                </a:cubicBezTo>
                <a:cubicBezTo>
                  <a:pt x="121" y="23"/>
                  <a:pt x="120" y="20"/>
                  <a:pt x="117" y="17"/>
                </a:cubicBezTo>
                <a:cubicBezTo>
                  <a:pt x="114" y="14"/>
                  <a:pt x="110" y="12"/>
                  <a:pt x="106" y="12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45" name="Freeform 147"/>
          <p:cNvSpPr>
            <a:spLocks noEditPoints="1"/>
          </p:cNvSpPr>
          <p:nvPr/>
        </p:nvSpPr>
        <p:spPr bwMode="auto">
          <a:xfrm>
            <a:off x="8210636" y="2680180"/>
            <a:ext cx="175049" cy="205304"/>
          </a:xfrm>
          <a:custGeom>
            <a:avLst/>
            <a:gdLst>
              <a:gd name="T0" fmla="*/ 110 w 121"/>
              <a:gd name="T1" fmla="*/ 0 h 143"/>
              <a:gd name="T2" fmla="*/ 114 w 121"/>
              <a:gd name="T3" fmla="*/ 1 h 143"/>
              <a:gd name="T4" fmla="*/ 119 w 121"/>
              <a:gd name="T5" fmla="*/ 5 h 143"/>
              <a:gd name="T6" fmla="*/ 121 w 121"/>
              <a:gd name="T7" fmla="*/ 11 h 143"/>
              <a:gd name="T8" fmla="*/ 121 w 121"/>
              <a:gd name="T9" fmla="*/ 133 h 143"/>
              <a:gd name="T10" fmla="*/ 119 w 121"/>
              <a:gd name="T11" fmla="*/ 139 h 143"/>
              <a:gd name="T12" fmla="*/ 114 w 121"/>
              <a:gd name="T13" fmla="*/ 143 h 143"/>
              <a:gd name="T14" fmla="*/ 110 w 121"/>
              <a:gd name="T15" fmla="*/ 143 h 143"/>
              <a:gd name="T16" fmla="*/ 102 w 121"/>
              <a:gd name="T17" fmla="*/ 140 h 143"/>
              <a:gd name="T18" fmla="*/ 60 w 121"/>
              <a:gd name="T19" fmla="*/ 100 h 143"/>
              <a:gd name="T20" fmla="*/ 19 w 121"/>
              <a:gd name="T21" fmla="*/ 140 h 143"/>
              <a:gd name="T22" fmla="*/ 11 w 121"/>
              <a:gd name="T23" fmla="*/ 143 h 143"/>
              <a:gd name="T24" fmla="*/ 7 w 121"/>
              <a:gd name="T25" fmla="*/ 143 h 143"/>
              <a:gd name="T26" fmla="*/ 2 w 121"/>
              <a:gd name="T27" fmla="*/ 139 h 143"/>
              <a:gd name="T28" fmla="*/ 0 w 121"/>
              <a:gd name="T29" fmla="*/ 133 h 143"/>
              <a:gd name="T30" fmla="*/ 0 w 121"/>
              <a:gd name="T31" fmla="*/ 11 h 143"/>
              <a:gd name="T32" fmla="*/ 2 w 121"/>
              <a:gd name="T33" fmla="*/ 5 h 143"/>
              <a:gd name="T34" fmla="*/ 7 w 121"/>
              <a:gd name="T35" fmla="*/ 1 h 143"/>
              <a:gd name="T36" fmla="*/ 11 w 121"/>
              <a:gd name="T37" fmla="*/ 0 h 143"/>
              <a:gd name="T38" fmla="*/ 110 w 121"/>
              <a:gd name="T39" fmla="*/ 0 h 143"/>
              <a:gd name="T40" fmla="*/ 109 w 121"/>
              <a:gd name="T41" fmla="*/ 12 h 143"/>
              <a:gd name="T42" fmla="*/ 12 w 121"/>
              <a:gd name="T43" fmla="*/ 12 h 143"/>
              <a:gd name="T44" fmla="*/ 12 w 121"/>
              <a:gd name="T45" fmla="*/ 130 h 143"/>
              <a:gd name="T46" fmla="*/ 52 w 121"/>
              <a:gd name="T47" fmla="*/ 91 h 143"/>
              <a:gd name="T48" fmla="*/ 60 w 121"/>
              <a:gd name="T49" fmla="*/ 83 h 143"/>
              <a:gd name="T50" fmla="*/ 69 w 121"/>
              <a:gd name="T51" fmla="*/ 91 h 143"/>
              <a:gd name="T52" fmla="*/ 109 w 121"/>
              <a:gd name="T53" fmla="*/ 130 h 143"/>
              <a:gd name="T54" fmla="*/ 109 w 121"/>
              <a:gd name="T55" fmla="*/ 12 h 1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121" h="143">
                <a:moveTo>
                  <a:pt x="110" y="0"/>
                </a:moveTo>
                <a:cubicBezTo>
                  <a:pt x="111" y="0"/>
                  <a:pt x="113" y="1"/>
                  <a:pt x="114" y="1"/>
                </a:cubicBezTo>
                <a:cubicBezTo>
                  <a:pt x="116" y="2"/>
                  <a:pt x="118" y="3"/>
                  <a:pt x="119" y="5"/>
                </a:cubicBezTo>
                <a:cubicBezTo>
                  <a:pt x="120" y="7"/>
                  <a:pt x="121" y="9"/>
                  <a:pt x="121" y="11"/>
                </a:cubicBezTo>
                <a:cubicBezTo>
                  <a:pt x="121" y="133"/>
                  <a:pt x="121" y="133"/>
                  <a:pt x="121" y="133"/>
                </a:cubicBezTo>
                <a:cubicBezTo>
                  <a:pt x="121" y="135"/>
                  <a:pt x="120" y="137"/>
                  <a:pt x="119" y="139"/>
                </a:cubicBezTo>
                <a:cubicBezTo>
                  <a:pt x="118" y="140"/>
                  <a:pt x="116" y="142"/>
                  <a:pt x="114" y="143"/>
                </a:cubicBezTo>
                <a:cubicBezTo>
                  <a:pt x="113" y="143"/>
                  <a:pt x="112" y="143"/>
                  <a:pt x="110" y="143"/>
                </a:cubicBezTo>
                <a:cubicBezTo>
                  <a:pt x="107" y="143"/>
                  <a:pt x="104" y="142"/>
                  <a:pt x="102" y="140"/>
                </a:cubicBezTo>
                <a:cubicBezTo>
                  <a:pt x="60" y="100"/>
                  <a:pt x="60" y="100"/>
                  <a:pt x="60" y="100"/>
                </a:cubicBezTo>
                <a:cubicBezTo>
                  <a:pt x="19" y="140"/>
                  <a:pt x="19" y="140"/>
                  <a:pt x="19" y="140"/>
                </a:cubicBezTo>
                <a:cubicBezTo>
                  <a:pt x="16" y="142"/>
                  <a:pt x="14" y="143"/>
                  <a:pt x="11" y="143"/>
                </a:cubicBezTo>
                <a:cubicBezTo>
                  <a:pt x="9" y="143"/>
                  <a:pt x="8" y="143"/>
                  <a:pt x="7" y="143"/>
                </a:cubicBezTo>
                <a:cubicBezTo>
                  <a:pt x="5" y="142"/>
                  <a:pt x="3" y="140"/>
                  <a:pt x="2" y="139"/>
                </a:cubicBezTo>
                <a:cubicBezTo>
                  <a:pt x="1" y="137"/>
                  <a:pt x="0" y="135"/>
                  <a:pt x="0" y="133"/>
                </a:cubicBezTo>
                <a:cubicBezTo>
                  <a:pt x="0" y="11"/>
                  <a:pt x="0" y="11"/>
                  <a:pt x="0" y="11"/>
                </a:cubicBezTo>
                <a:cubicBezTo>
                  <a:pt x="0" y="9"/>
                  <a:pt x="1" y="7"/>
                  <a:pt x="2" y="5"/>
                </a:cubicBezTo>
                <a:cubicBezTo>
                  <a:pt x="3" y="3"/>
                  <a:pt x="5" y="2"/>
                  <a:pt x="7" y="1"/>
                </a:cubicBezTo>
                <a:cubicBezTo>
                  <a:pt x="8" y="1"/>
                  <a:pt x="9" y="0"/>
                  <a:pt x="11" y="0"/>
                </a:cubicBezTo>
                <a:lnTo>
                  <a:pt x="110" y="0"/>
                </a:lnTo>
                <a:close/>
                <a:moveTo>
                  <a:pt x="109" y="12"/>
                </a:moveTo>
                <a:cubicBezTo>
                  <a:pt x="12" y="12"/>
                  <a:pt x="12" y="12"/>
                  <a:pt x="12" y="12"/>
                </a:cubicBezTo>
                <a:cubicBezTo>
                  <a:pt x="12" y="130"/>
                  <a:pt x="12" y="130"/>
                  <a:pt x="12" y="130"/>
                </a:cubicBezTo>
                <a:cubicBezTo>
                  <a:pt x="52" y="91"/>
                  <a:pt x="52" y="91"/>
                  <a:pt x="52" y="91"/>
                </a:cubicBezTo>
                <a:cubicBezTo>
                  <a:pt x="60" y="83"/>
                  <a:pt x="60" y="83"/>
                  <a:pt x="60" y="83"/>
                </a:cubicBezTo>
                <a:cubicBezTo>
                  <a:pt x="69" y="91"/>
                  <a:pt x="69" y="91"/>
                  <a:pt x="69" y="91"/>
                </a:cubicBezTo>
                <a:cubicBezTo>
                  <a:pt x="109" y="130"/>
                  <a:pt x="109" y="130"/>
                  <a:pt x="109" y="130"/>
                </a:cubicBezTo>
                <a:lnTo>
                  <a:pt x="109" y="12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46" name="Freeform 148"/>
          <p:cNvSpPr>
            <a:spLocks noEditPoints="1"/>
          </p:cNvSpPr>
          <p:nvPr/>
        </p:nvSpPr>
        <p:spPr bwMode="auto">
          <a:xfrm>
            <a:off x="8444032" y="2680180"/>
            <a:ext cx="209627" cy="209627"/>
          </a:xfrm>
          <a:custGeom>
            <a:avLst/>
            <a:gdLst>
              <a:gd name="T0" fmla="*/ 146 w 146"/>
              <a:gd name="T1" fmla="*/ 118 h 146"/>
              <a:gd name="T2" fmla="*/ 118 w 146"/>
              <a:gd name="T3" fmla="*/ 146 h 146"/>
              <a:gd name="T4" fmla="*/ 8 w 146"/>
              <a:gd name="T5" fmla="*/ 138 h 146"/>
              <a:gd name="T6" fmla="*/ 0 w 146"/>
              <a:gd name="T7" fmla="*/ 28 h 146"/>
              <a:gd name="T8" fmla="*/ 28 w 146"/>
              <a:gd name="T9" fmla="*/ 0 h 146"/>
              <a:gd name="T10" fmla="*/ 138 w 146"/>
              <a:gd name="T11" fmla="*/ 8 h 146"/>
              <a:gd name="T12" fmla="*/ 121 w 146"/>
              <a:gd name="T13" fmla="*/ 101 h 146"/>
              <a:gd name="T14" fmla="*/ 118 w 146"/>
              <a:gd name="T15" fmla="*/ 97 h 146"/>
              <a:gd name="T16" fmla="*/ 104 w 146"/>
              <a:gd name="T17" fmla="*/ 89 h 146"/>
              <a:gd name="T18" fmla="*/ 100 w 146"/>
              <a:gd name="T19" fmla="*/ 87 h 146"/>
              <a:gd name="T20" fmla="*/ 94 w 146"/>
              <a:gd name="T21" fmla="*/ 89 h 146"/>
              <a:gd name="T22" fmla="*/ 84 w 146"/>
              <a:gd name="T23" fmla="*/ 99 h 146"/>
              <a:gd name="T24" fmla="*/ 81 w 146"/>
              <a:gd name="T25" fmla="*/ 98 h 146"/>
              <a:gd name="T26" fmla="*/ 78 w 146"/>
              <a:gd name="T27" fmla="*/ 96 h 146"/>
              <a:gd name="T28" fmla="*/ 50 w 146"/>
              <a:gd name="T29" fmla="*/ 68 h 146"/>
              <a:gd name="T30" fmla="*/ 48 w 146"/>
              <a:gd name="T31" fmla="*/ 65 h 146"/>
              <a:gd name="T32" fmla="*/ 47 w 146"/>
              <a:gd name="T33" fmla="*/ 62 h 146"/>
              <a:gd name="T34" fmla="*/ 54 w 146"/>
              <a:gd name="T35" fmla="*/ 55 h 146"/>
              <a:gd name="T36" fmla="*/ 60 w 146"/>
              <a:gd name="T37" fmla="*/ 48 h 146"/>
              <a:gd name="T38" fmla="*/ 58 w 146"/>
              <a:gd name="T39" fmla="*/ 44 h 146"/>
              <a:gd name="T40" fmla="*/ 55 w 146"/>
              <a:gd name="T41" fmla="*/ 39 h 146"/>
              <a:gd name="T42" fmla="*/ 50 w 146"/>
              <a:gd name="T43" fmla="*/ 30 h 146"/>
              <a:gd name="T44" fmla="*/ 47 w 146"/>
              <a:gd name="T45" fmla="*/ 25 h 146"/>
              <a:gd name="T46" fmla="*/ 35 w 146"/>
              <a:gd name="T47" fmla="*/ 27 h 146"/>
              <a:gd name="T48" fmla="*/ 25 w 146"/>
              <a:gd name="T49" fmla="*/ 48 h 146"/>
              <a:gd name="T50" fmla="*/ 25 w 146"/>
              <a:gd name="T51" fmla="*/ 54 h 146"/>
              <a:gd name="T52" fmla="*/ 27 w 146"/>
              <a:gd name="T53" fmla="*/ 60 h 146"/>
              <a:gd name="T54" fmla="*/ 29 w 146"/>
              <a:gd name="T55" fmla="*/ 66 h 146"/>
              <a:gd name="T56" fmla="*/ 80 w 146"/>
              <a:gd name="T57" fmla="*/ 117 h 146"/>
              <a:gd name="T58" fmla="*/ 86 w 146"/>
              <a:gd name="T59" fmla="*/ 119 h 146"/>
              <a:gd name="T60" fmla="*/ 92 w 146"/>
              <a:gd name="T61" fmla="*/ 121 h 146"/>
              <a:gd name="T62" fmla="*/ 98 w 146"/>
              <a:gd name="T63" fmla="*/ 121 h 146"/>
              <a:gd name="T64" fmla="*/ 119 w 146"/>
              <a:gd name="T65" fmla="*/ 111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46" h="146">
                <a:moveTo>
                  <a:pt x="146" y="28"/>
                </a:moveTo>
                <a:cubicBezTo>
                  <a:pt x="146" y="118"/>
                  <a:pt x="146" y="118"/>
                  <a:pt x="146" y="118"/>
                </a:cubicBezTo>
                <a:cubicBezTo>
                  <a:pt x="146" y="126"/>
                  <a:pt x="143" y="132"/>
                  <a:pt x="138" y="138"/>
                </a:cubicBezTo>
                <a:cubicBezTo>
                  <a:pt x="132" y="143"/>
                  <a:pt x="126" y="146"/>
                  <a:pt x="118" y="146"/>
                </a:cubicBezTo>
                <a:cubicBezTo>
                  <a:pt x="28" y="146"/>
                  <a:pt x="28" y="146"/>
                  <a:pt x="28" y="146"/>
                </a:cubicBezTo>
                <a:cubicBezTo>
                  <a:pt x="20" y="146"/>
                  <a:pt x="14" y="143"/>
                  <a:pt x="8" y="138"/>
                </a:cubicBezTo>
                <a:cubicBezTo>
                  <a:pt x="3" y="132"/>
                  <a:pt x="0" y="126"/>
                  <a:pt x="0" y="118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0"/>
                  <a:pt x="3" y="14"/>
                  <a:pt x="8" y="8"/>
                </a:cubicBezTo>
                <a:cubicBezTo>
                  <a:pt x="14" y="3"/>
                  <a:pt x="20" y="0"/>
                  <a:pt x="28" y="0"/>
                </a:cubicBezTo>
                <a:cubicBezTo>
                  <a:pt x="118" y="0"/>
                  <a:pt x="118" y="0"/>
                  <a:pt x="118" y="0"/>
                </a:cubicBezTo>
                <a:cubicBezTo>
                  <a:pt x="126" y="0"/>
                  <a:pt x="132" y="3"/>
                  <a:pt x="138" y="8"/>
                </a:cubicBezTo>
                <a:cubicBezTo>
                  <a:pt x="143" y="14"/>
                  <a:pt x="146" y="20"/>
                  <a:pt x="146" y="28"/>
                </a:cubicBezTo>
                <a:close/>
                <a:moveTo>
                  <a:pt x="121" y="101"/>
                </a:moveTo>
                <a:cubicBezTo>
                  <a:pt x="121" y="100"/>
                  <a:pt x="121" y="100"/>
                  <a:pt x="121" y="100"/>
                </a:cubicBezTo>
                <a:cubicBezTo>
                  <a:pt x="121" y="99"/>
                  <a:pt x="120" y="98"/>
                  <a:pt x="118" y="97"/>
                </a:cubicBezTo>
                <a:cubicBezTo>
                  <a:pt x="115" y="95"/>
                  <a:pt x="113" y="94"/>
                  <a:pt x="109" y="92"/>
                </a:cubicBezTo>
                <a:cubicBezTo>
                  <a:pt x="104" y="89"/>
                  <a:pt x="104" y="89"/>
                  <a:pt x="104" y="89"/>
                </a:cubicBezTo>
                <a:cubicBezTo>
                  <a:pt x="104" y="89"/>
                  <a:pt x="103" y="89"/>
                  <a:pt x="102" y="88"/>
                </a:cubicBezTo>
                <a:cubicBezTo>
                  <a:pt x="102" y="87"/>
                  <a:pt x="101" y="87"/>
                  <a:pt x="100" y="87"/>
                </a:cubicBezTo>
                <a:cubicBezTo>
                  <a:pt x="99" y="86"/>
                  <a:pt x="99" y="86"/>
                  <a:pt x="98" y="86"/>
                </a:cubicBezTo>
                <a:cubicBezTo>
                  <a:pt x="97" y="86"/>
                  <a:pt x="96" y="87"/>
                  <a:pt x="94" y="89"/>
                </a:cubicBezTo>
                <a:cubicBezTo>
                  <a:pt x="92" y="91"/>
                  <a:pt x="90" y="93"/>
                  <a:pt x="88" y="95"/>
                </a:cubicBezTo>
                <a:cubicBezTo>
                  <a:pt x="87" y="98"/>
                  <a:pt x="85" y="99"/>
                  <a:pt x="84" y="99"/>
                </a:cubicBezTo>
                <a:cubicBezTo>
                  <a:pt x="84" y="99"/>
                  <a:pt x="83" y="98"/>
                  <a:pt x="83" y="98"/>
                </a:cubicBezTo>
                <a:cubicBezTo>
                  <a:pt x="82" y="98"/>
                  <a:pt x="82" y="98"/>
                  <a:pt x="81" y="98"/>
                </a:cubicBezTo>
                <a:cubicBezTo>
                  <a:pt x="81" y="97"/>
                  <a:pt x="80" y="97"/>
                  <a:pt x="80" y="97"/>
                </a:cubicBezTo>
                <a:cubicBezTo>
                  <a:pt x="79" y="96"/>
                  <a:pt x="78" y="96"/>
                  <a:pt x="78" y="96"/>
                </a:cubicBezTo>
                <a:cubicBezTo>
                  <a:pt x="72" y="92"/>
                  <a:pt x="67" y="88"/>
                  <a:pt x="62" y="84"/>
                </a:cubicBezTo>
                <a:cubicBezTo>
                  <a:pt x="58" y="79"/>
                  <a:pt x="54" y="74"/>
                  <a:pt x="50" y="68"/>
                </a:cubicBezTo>
                <a:cubicBezTo>
                  <a:pt x="50" y="68"/>
                  <a:pt x="50" y="67"/>
                  <a:pt x="49" y="67"/>
                </a:cubicBezTo>
                <a:cubicBezTo>
                  <a:pt x="49" y="66"/>
                  <a:pt x="49" y="65"/>
                  <a:pt x="48" y="65"/>
                </a:cubicBezTo>
                <a:cubicBezTo>
                  <a:pt x="48" y="65"/>
                  <a:pt x="48" y="64"/>
                  <a:pt x="48" y="63"/>
                </a:cubicBezTo>
                <a:cubicBezTo>
                  <a:pt x="48" y="63"/>
                  <a:pt x="47" y="62"/>
                  <a:pt x="47" y="62"/>
                </a:cubicBezTo>
                <a:cubicBezTo>
                  <a:pt x="47" y="61"/>
                  <a:pt x="48" y="60"/>
                  <a:pt x="49" y="59"/>
                </a:cubicBezTo>
                <a:cubicBezTo>
                  <a:pt x="51" y="57"/>
                  <a:pt x="52" y="56"/>
                  <a:pt x="54" y="55"/>
                </a:cubicBezTo>
                <a:cubicBezTo>
                  <a:pt x="55" y="54"/>
                  <a:pt x="57" y="53"/>
                  <a:pt x="58" y="51"/>
                </a:cubicBezTo>
                <a:cubicBezTo>
                  <a:pt x="59" y="50"/>
                  <a:pt x="60" y="49"/>
                  <a:pt x="60" y="48"/>
                </a:cubicBezTo>
                <a:cubicBezTo>
                  <a:pt x="60" y="47"/>
                  <a:pt x="60" y="47"/>
                  <a:pt x="59" y="46"/>
                </a:cubicBezTo>
                <a:cubicBezTo>
                  <a:pt x="59" y="45"/>
                  <a:pt x="59" y="44"/>
                  <a:pt x="58" y="44"/>
                </a:cubicBezTo>
                <a:cubicBezTo>
                  <a:pt x="57" y="43"/>
                  <a:pt x="57" y="42"/>
                  <a:pt x="57" y="42"/>
                </a:cubicBezTo>
                <a:cubicBezTo>
                  <a:pt x="57" y="41"/>
                  <a:pt x="56" y="40"/>
                  <a:pt x="55" y="39"/>
                </a:cubicBezTo>
                <a:cubicBezTo>
                  <a:pt x="55" y="38"/>
                  <a:pt x="54" y="36"/>
                  <a:pt x="53" y="35"/>
                </a:cubicBezTo>
                <a:cubicBezTo>
                  <a:pt x="52" y="33"/>
                  <a:pt x="51" y="32"/>
                  <a:pt x="50" y="30"/>
                </a:cubicBezTo>
                <a:cubicBezTo>
                  <a:pt x="50" y="29"/>
                  <a:pt x="49" y="27"/>
                  <a:pt x="48" y="26"/>
                </a:cubicBezTo>
                <a:cubicBezTo>
                  <a:pt x="47" y="25"/>
                  <a:pt x="47" y="25"/>
                  <a:pt x="47" y="25"/>
                </a:cubicBezTo>
                <a:cubicBezTo>
                  <a:pt x="46" y="25"/>
                  <a:pt x="46" y="25"/>
                  <a:pt x="45" y="25"/>
                </a:cubicBezTo>
                <a:cubicBezTo>
                  <a:pt x="42" y="25"/>
                  <a:pt x="39" y="25"/>
                  <a:pt x="35" y="27"/>
                </a:cubicBezTo>
                <a:cubicBezTo>
                  <a:pt x="33" y="28"/>
                  <a:pt x="30" y="31"/>
                  <a:pt x="28" y="36"/>
                </a:cubicBezTo>
                <a:cubicBezTo>
                  <a:pt x="26" y="40"/>
                  <a:pt x="25" y="44"/>
                  <a:pt x="25" y="48"/>
                </a:cubicBezTo>
                <a:cubicBezTo>
                  <a:pt x="25" y="49"/>
                  <a:pt x="25" y="50"/>
                  <a:pt x="25" y="51"/>
                </a:cubicBezTo>
                <a:cubicBezTo>
                  <a:pt x="25" y="52"/>
                  <a:pt x="25" y="53"/>
                  <a:pt x="25" y="54"/>
                </a:cubicBezTo>
                <a:cubicBezTo>
                  <a:pt x="26" y="55"/>
                  <a:pt x="26" y="56"/>
                  <a:pt x="26" y="57"/>
                </a:cubicBezTo>
                <a:cubicBezTo>
                  <a:pt x="27" y="58"/>
                  <a:pt x="27" y="59"/>
                  <a:pt x="27" y="60"/>
                </a:cubicBezTo>
                <a:cubicBezTo>
                  <a:pt x="27" y="60"/>
                  <a:pt x="28" y="62"/>
                  <a:pt x="28" y="63"/>
                </a:cubicBezTo>
                <a:cubicBezTo>
                  <a:pt x="29" y="65"/>
                  <a:pt x="29" y="65"/>
                  <a:pt x="29" y="66"/>
                </a:cubicBezTo>
                <a:cubicBezTo>
                  <a:pt x="33" y="76"/>
                  <a:pt x="40" y="86"/>
                  <a:pt x="50" y="96"/>
                </a:cubicBezTo>
                <a:cubicBezTo>
                  <a:pt x="60" y="106"/>
                  <a:pt x="70" y="113"/>
                  <a:pt x="80" y="117"/>
                </a:cubicBezTo>
                <a:cubicBezTo>
                  <a:pt x="81" y="117"/>
                  <a:pt x="82" y="117"/>
                  <a:pt x="83" y="118"/>
                </a:cubicBezTo>
                <a:cubicBezTo>
                  <a:pt x="85" y="118"/>
                  <a:pt x="86" y="119"/>
                  <a:pt x="86" y="119"/>
                </a:cubicBezTo>
                <a:cubicBezTo>
                  <a:pt x="87" y="119"/>
                  <a:pt x="88" y="119"/>
                  <a:pt x="89" y="120"/>
                </a:cubicBezTo>
                <a:cubicBezTo>
                  <a:pt x="90" y="120"/>
                  <a:pt x="91" y="120"/>
                  <a:pt x="92" y="121"/>
                </a:cubicBezTo>
                <a:cubicBezTo>
                  <a:pt x="93" y="121"/>
                  <a:pt x="94" y="121"/>
                  <a:pt x="95" y="121"/>
                </a:cubicBezTo>
                <a:cubicBezTo>
                  <a:pt x="96" y="121"/>
                  <a:pt x="97" y="121"/>
                  <a:pt x="98" y="121"/>
                </a:cubicBezTo>
                <a:cubicBezTo>
                  <a:pt x="102" y="121"/>
                  <a:pt x="106" y="120"/>
                  <a:pt x="110" y="118"/>
                </a:cubicBezTo>
                <a:cubicBezTo>
                  <a:pt x="115" y="116"/>
                  <a:pt x="118" y="113"/>
                  <a:pt x="119" y="111"/>
                </a:cubicBezTo>
                <a:cubicBezTo>
                  <a:pt x="121" y="107"/>
                  <a:pt x="121" y="104"/>
                  <a:pt x="121" y="10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47" name="Freeform 149"/>
          <p:cNvSpPr>
            <a:spLocks/>
          </p:cNvSpPr>
          <p:nvPr/>
        </p:nvSpPr>
        <p:spPr bwMode="auto">
          <a:xfrm>
            <a:off x="8718493" y="2697469"/>
            <a:ext cx="211788" cy="175049"/>
          </a:xfrm>
          <a:custGeom>
            <a:avLst/>
            <a:gdLst>
              <a:gd name="T0" fmla="*/ 149 w 149"/>
              <a:gd name="T1" fmla="*/ 15 h 121"/>
              <a:gd name="T2" fmla="*/ 134 w 149"/>
              <a:gd name="T3" fmla="*/ 31 h 121"/>
              <a:gd name="T4" fmla="*/ 134 w 149"/>
              <a:gd name="T5" fmla="*/ 35 h 121"/>
              <a:gd name="T6" fmla="*/ 131 w 149"/>
              <a:gd name="T7" fmla="*/ 59 h 121"/>
              <a:gd name="T8" fmla="*/ 120 w 149"/>
              <a:gd name="T9" fmla="*/ 83 h 121"/>
              <a:gd name="T10" fmla="*/ 102 w 149"/>
              <a:gd name="T11" fmla="*/ 103 h 121"/>
              <a:gd name="T12" fmla="*/ 78 w 149"/>
              <a:gd name="T13" fmla="*/ 116 h 121"/>
              <a:gd name="T14" fmla="*/ 47 w 149"/>
              <a:gd name="T15" fmla="*/ 121 h 121"/>
              <a:gd name="T16" fmla="*/ 0 w 149"/>
              <a:gd name="T17" fmla="*/ 108 h 121"/>
              <a:gd name="T18" fmla="*/ 8 w 149"/>
              <a:gd name="T19" fmla="*/ 108 h 121"/>
              <a:gd name="T20" fmla="*/ 46 w 149"/>
              <a:gd name="T21" fmla="*/ 95 h 121"/>
              <a:gd name="T22" fmla="*/ 28 w 149"/>
              <a:gd name="T23" fmla="*/ 89 h 121"/>
              <a:gd name="T24" fmla="*/ 17 w 149"/>
              <a:gd name="T25" fmla="*/ 74 h 121"/>
              <a:gd name="T26" fmla="*/ 23 w 149"/>
              <a:gd name="T27" fmla="*/ 74 h 121"/>
              <a:gd name="T28" fmla="*/ 31 w 149"/>
              <a:gd name="T29" fmla="*/ 73 h 121"/>
              <a:gd name="T30" fmla="*/ 13 w 149"/>
              <a:gd name="T31" fmla="*/ 63 h 121"/>
              <a:gd name="T32" fmla="*/ 6 w 149"/>
              <a:gd name="T33" fmla="*/ 43 h 121"/>
              <a:gd name="T34" fmla="*/ 6 w 149"/>
              <a:gd name="T35" fmla="*/ 43 h 121"/>
              <a:gd name="T36" fmla="*/ 20 w 149"/>
              <a:gd name="T37" fmla="*/ 47 h 121"/>
              <a:gd name="T38" fmla="*/ 10 w 149"/>
              <a:gd name="T39" fmla="*/ 36 h 121"/>
              <a:gd name="T40" fmla="*/ 7 w 149"/>
              <a:gd name="T41" fmla="*/ 21 h 121"/>
              <a:gd name="T42" fmla="*/ 11 w 149"/>
              <a:gd name="T43" fmla="*/ 6 h 121"/>
              <a:gd name="T44" fmla="*/ 39 w 149"/>
              <a:gd name="T45" fmla="*/ 29 h 121"/>
              <a:gd name="T46" fmla="*/ 74 w 149"/>
              <a:gd name="T47" fmla="*/ 38 h 121"/>
              <a:gd name="T48" fmla="*/ 73 w 149"/>
              <a:gd name="T49" fmla="*/ 31 h 121"/>
              <a:gd name="T50" fmla="*/ 82 w 149"/>
              <a:gd name="T51" fmla="*/ 9 h 121"/>
              <a:gd name="T52" fmla="*/ 104 w 149"/>
              <a:gd name="T53" fmla="*/ 0 h 121"/>
              <a:gd name="T54" fmla="*/ 126 w 149"/>
              <a:gd name="T55" fmla="*/ 10 h 121"/>
              <a:gd name="T56" fmla="*/ 145 w 149"/>
              <a:gd name="T57" fmla="*/ 3 h 121"/>
              <a:gd name="T58" fmla="*/ 132 w 149"/>
              <a:gd name="T59" fmla="*/ 20 h 121"/>
              <a:gd name="T60" fmla="*/ 149 w 149"/>
              <a:gd name="T61" fmla="*/ 15 h 1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49" h="121">
                <a:moveTo>
                  <a:pt x="149" y="15"/>
                </a:moveTo>
                <a:cubicBezTo>
                  <a:pt x="145" y="21"/>
                  <a:pt x="140" y="26"/>
                  <a:pt x="134" y="31"/>
                </a:cubicBezTo>
                <a:cubicBezTo>
                  <a:pt x="134" y="31"/>
                  <a:pt x="134" y="33"/>
                  <a:pt x="134" y="35"/>
                </a:cubicBezTo>
                <a:cubicBezTo>
                  <a:pt x="134" y="43"/>
                  <a:pt x="133" y="51"/>
                  <a:pt x="131" y="59"/>
                </a:cubicBezTo>
                <a:cubicBezTo>
                  <a:pt x="128" y="67"/>
                  <a:pt x="125" y="75"/>
                  <a:pt x="120" y="83"/>
                </a:cubicBezTo>
                <a:cubicBezTo>
                  <a:pt x="115" y="90"/>
                  <a:pt x="109" y="97"/>
                  <a:pt x="102" y="103"/>
                </a:cubicBezTo>
                <a:cubicBezTo>
                  <a:pt x="95" y="108"/>
                  <a:pt x="87" y="113"/>
                  <a:pt x="78" y="116"/>
                </a:cubicBezTo>
                <a:cubicBezTo>
                  <a:pt x="68" y="120"/>
                  <a:pt x="58" y="121"/>
                  <a:pt x="47" y="121"/>
                </a:cubicBezTo>
                <a:cubicBezTo>
                  <a:pt x="30" y="121"/>
                  <a:pt x="15" y="117"/>
                  <a:pt x="0" y="108"/>
                </a:cubicBezTo>
                <a:cubicBezTo>
                  <a:pt x="3" y="108"/>
                  <a:pt x="5" y="108"/>
                  <a:pt x="8" y="108"/>
                </a:cubicBezTo>
                <a:cubicBezTo>
                  <a:pt x="22" y="108"/>
                  <a:pt x="35" y="104"/>
                  <a:pt x="46" y="95"/>
                </a:cubicBezTo>
                <a:cubicBezTo>
                  <a:pt x="39" y="95"/>
                  <a:pt x="33" y="93"/>
                  <a:pt x="28" y="89"/>
                </a:cubicBezTo>
                <a:cubicBezTo>
                  <a:pt x="23" y="85"/>
                  <a:pt x="19" y="80"/>
                  <a:pt x="17" y="74"/>
                </a:cubicBezTo>
                <a:cubicBezTo>
                  <a:pt x="19" y="74"/>
                  <a:pt x="21" y="74"/>
                  <a:pt x="23" y="74"/>
                </a:cubicBezTo>
                <a:cubicBezTo>
                  <a:pt x="26" y="74"/>
                  <a:pt x="28" y="74"/>
                  <a:pt x="31" y="73"/>
                </a:cubicBezTo>
                <a:cubicBezTo>
                  <a:pt x="24" y="72"/>
                  <a:pt x="18" y="68"/>
                  <a:pt x="13" y="63"/>
                </a:cubicBezTo>
                <a:cubicBezTo>
                  <a:pt x="9" y="57"/>
                  <a:pt x="6" y="51"/>
                  <a:pt x="6" y="43"/>
                </a:cubicBezTo>
                <a:cubicBezTo>
                  <a:pt x="6" y="43"/>
                  <a:pt x="6" y="43"/>
                  <a:pt x="6" y="43"/>
                </a:cubicBezTo>
                <a:cubicBezTo>
                  <a:pt x="11" y="45"/>
                  <a:pt x="15" y="47"/>
                  <a:pt x="20" y="47"/>
                </a:cubicBezTo>
                <a:cubicBezTo>
                  <a:pt x="16" y="44"/>
                  <a:pt x="13" y="40"/>
                  <a:pt x="10" y="36"/>
                </a:cubicBezTo>
                <a:cubicBezTo>
                  <a:pt x="8" y="32"/>
                  <a:pt x="7" y="27"/>
                  <a:pt x="7" y="21"/>
                </a:cubicBezTo>
                <a:cubicBezTo>
                  <a:pt x="7" y="16"/>
                  <a:pt x="8" y="11"/>
                  <a:pt x="11" y="6"/>
                </a:cubicBezTo>
                <a:cubicBezTo>
                  <a:pt x="18" y="15"/>
                  <a:pt x="28" y="23"/>
                  <a:pt x="39" y="29"/>
                </a:cubicBezTo>
                <a:cubicBezTo>
                  <a:pt x="50" y="34"/>
                  <a:pt x="61" y="37"/>
                  <a:pt x="74" y="38"/>
                </a:cubicBezTo>
                <a:cubicBezTo>
                  <a:pt x="73" y="36"/>
                  <a:pt x="73" y="33"/>
                  <a:pt x="73" y="31"/>
                </a:cubicBezTo>
                <a:cubicBezTo>
                  <a:pt x="73" y="23"/>
                  <a:pt x="76" y="15"/>
                  <a:pt x="82" y="9"/>
                </a:cubicBezTo>
                <a:cubicBezTo>
                  <a:pt x="88" y="3"/>
                  <a:pt x="95" y="0"/>
                  <a:pt x="104" y="0"/>
                </a:cubicBezTo>
                <a:cubicBezTo>
                  <a:pt x="112" y="0"/>
                  <a:pt x="120" y="4"/>
                  <a:pt x="126" y="10"/>
                </a:cubicBezTo>
                <a:cubicBezTo>
                  <a:pt x="133" y="9"/>
                  <a:pt x="139" y="6"/>
                  <a:pt x="145" y="3"/>
                </a:cubicBezTo>
                <a:cubicBezTo>
                  <a:pt x="143" y="10"/>
                  <a:pt x="138" y="16"/>
                  <a:pt x="132" y="20"/>
                </a:cubicBezTo>
                <a:cubicBezTo>
                  <a:pt x="138" y="19"/>
                  <a:pt x="144" y="17"/>
                  <a:pt x="149" y="15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48" name="Freeform 150"/>
          <p:cNvSpPr>
            <a:spLocks/>
          </p:cNvSpPr>
          <p:nvPr/>
        </p:nvSpPr>
        <p:spPr bwMode="auto">
          <a:xfrm>
            <a:off x="9010239" y="2665051"/>
            <a:ext cx="116700" cy="224755"/>
          </a:xfrm>
          <a:custGeom>
            <a:avLst/>
            <a:gdLst>
              <a:gd name="T0" fmla="*/ 82 w 82"/>
              <a:gd name="T1" fmla="*/ 1 h 158"/>
              <a:gd name="T2" fmla="*/ 82 w 82"/>
              <a:gd name="T3" fmla="*/ 26 h 158"/>
              <a:gd name="T4" fmla="*/ 67 w 82"/>
              <a:gd name="T5" fmla="*/ 26 h 158"/>
              <a:gd name="T6" fmla="*/ 56 w 82"/>
              <a:gd name="T7" fmla="*/ 30 h 158"/>
              <a:gd name="T8" fmla="*/ 53 w 82"/>
              <a:gd name="T9" fmla="*/ 40 h 158"/>
              <a:gd name="T10" fmla="*/ 53 w 82"/>
              <a:gd name="T11" fmla="*/ 58 h 158"/>
              <a:gd name="T12" fmla="*/ 81 w 82"/>
              <a:gd name="T13" fmla="*/ 58 h 158"/>
              <a:gd name="T14" fmla="*/ 77 w 82"/>
              <a:gd name="T15" fmla="*/ 86 h 158"/>
              <a:gd name="T16" fmla="*/ 53 w 82"/>
              <a:gd name="T17" fmla="*/ 86 h 158"/>
              <a:gd name="T18" fmla="*/ 53 w 82"/>
              <a:gd name="T19" fmla="*/ 158 h 158"/>
              <a:gd name="T20" fmla="*/ 24 w 82"/>
              <a:gd name="T21" fmla="*/ 158 h 158"/>
              <a:gd name="T22" fmla="*/ 24 w 82"/>
              <a:gd name="T23" fmla="*/ 86 h 158"/>
              <a:gd name="T24" fmla="*/ 0 w 82"/>
              <a:gd name="T25" fmla="*/ 86 h 158"/>
              <a:gd name="T26" fmla="*/ 0 w 82"/>
              <a:gd name="T27" fmla="*/ 58 h 158"/>
              <a:gd name="T28" fmla="*/ 24 w 82"/>
              <a:gd name="T29" fmla="*/ 58 h 158"/>
              <a:gd name="T30" fmla="*/ 24 w 82"/>
              <a:gd name="T31" fmla="*/ 37 h 158"/>
              <a:gd name="T32" fmla="*/ 34 w 82"/>
              <a:gd name="T33" fmla="*/ 10 h 158"/>
              <a:gd name="T34" fmla="*/ 60 w 82"/>
              <a:gd name="T35" fmla="*/ 0 h 158"/>
              <a:gd name="T36" fmla="*/ 82 w 82"/>
              <a:gd name="T37" fmla="*/ 1 h 1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82" h="158">
                <a:moveTo>
                  <a:pt x="82" y="1"/>
                </a:moveTo>
                <a:cubicBezTo>
                  <a:pt x="82" y="26"/>
                  <a:pt x="82" y="26"/>
                  <a:pt x="82" y="26"/>
                </a:cubicBezTo>
                <a:cubicBezTo>
                  <a:pt x="67" y="26"/>
                  <a:pt x="67" y="26"/>
                  <a:pt x="67" y="26"/>
                </a:cubicBezTo>
                <a:cubicBezTo>
                  <a:pt x="62" y="26"/>
                  <a:pt x="58" y="27"/>
                  <a:pt x="56" y="30"/>
                </a:cubicBezTo>
                <a:cubicBezTo>
                  <a:pt x="54" y="32"/>
                  <a:pt x="53" y="35"/>
                  <a:pt x="53" y="40"/>
                </a:cubicBezTo>
                <a:cubicBezTo>
                  <a:pt x="53" y="58"/>
                  <a:pt x="53" y="58"/>
                  <a:pt x="53" y="58"/>
                </a:cubicBezTo>
                <a:cubicBezTo>
                  <a:pt x="81" y="58"/>
                  <a:pt x="81" y="58"/>
                  <a:pt x="81" y="58"/>
                </a:cubicBezTo>
                <a:cubicBezTo>
                  <a:pt x="77" y="86"/>
                  <a:pt x="77" y="86"/>
                  <a:pt x="77" y="86"/>
                </a:cubicBezTo>
                <a:cubicBezTo>
                  <a:pt x="53" y="86"/>
                  <a:pt x="53" y="86"/>
                  <a:pt x="53" y="86"/>
                </a:cubicBezTo>
                <a:cubicBezTo>
                  <a:pt x="53" y="158"/>
                  <a:pt x="53" y="158"/>
                  <a:pt x="53" y="158"/>
                </a:cubicBezTo>
                <a:cubicBezTo>
                  <a:pt x="24" y="158"/>
                  <a:pt x="24" y="158"/>
                  <a:pt x="24" y="158"/>
                </a:cubicBezTo>
                <a:cubicBezTo>
                  <a:pt x="24" y="86"/>
                  <a:pt x="24" y="86"/>
                  <a:pt x="24" y="86"/>
                </a:cubicBezTo>
                <a:cubicBezTo>
                  <a:pt x="0" y="86"/>
                  <a:pt x="0" y="86"/>
                  <a:pt x="0" y="86"/>
                </a:cubicBezTo>
                <a:cubicBezTo>
                  <a:pt x="0" y="58"/>
                  <a:pt x="0" y="58"/>
                  <a:pt x="0" y="58"/>
                </a:cubicBezTo>
                <a:cubicBezTo>
                  <a:pt x="24" y="58"/>
                  <a:pt x="24" y="58"/>
                  <a:pt x="24" y="58"/>
                </a:cubicBezTo>
                <a:cubicBezTo>
                  <a:pt x="24" y="37"/>
                  <a:pt x="24" y="37"/>
                  <a:pt x="24" y="37"/>
                </a:cubicBezTo>
                <a:cubicBezTo>
                  <a:pt x="24" y="25"/>
                  <a:pt x="27" y="16"/>
                  <a:pt x="34" y="10"/>
                </a:cubicBezTo>
                <a:cubicBezTo>
                  <a:pt x="41" y="3"/>
                  <a:pt x="49" y="0"/>
                  <a:pt x="60" y="0"/>
                </a:cubicBezTo>
                <a:cubicBezTo>
                  <a:pt x="69" y="0"/>
                  <a:pt x="77" y="1"/>
                  <a:pt x="82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49" name="Freeform 151"/>
          <p:cNvSpPr>
            <a:spLocks/>
          </p:cNvSpPr>
          <p:nvPr/>
        </p:nvSpPr>
        <p:spPr bwMode="auto">
          <a:xfrm>
            <a:off x="9193932" y="2680180"/>
            <a:ext cx="209627" cy="205304"/>
          </a:xfrm>
          <a:custGeom>
            <a:avLst/>
            <a:gdLst>
              <a:gd name="T0" fmla="*/ 146 w 146"/>
              <a:gd name="T1" fmla="*/ 73 h 142"/>
              <a:gd name="T2" fmla="*/ 132 w 146"/>
              <a:gd name="T3" fmla="*/ 116 h 142"/>
              <a:gd name="T4" fmla="*/ 96 w 146"/>
              <a:gd name="T5" fmla="*/ 142 h 142"/>
              <a:gd name="T6" fmla="*/ 92 w 146"/>
              <a:gd name="T7" fmla="*/ 141 h 142"/>
              <a:gd name="T8" fmla="*/ 91 w 146"/>
              <a:gd name="T9" fmla="*/ 138 h 142"/>
              <a:gd name="T10" fmla="*/ 91 w 146"/>
              <a:gd name="T11" fmla="*/ 118 h 142"/>
              <a:gd name="T12" fmla="*/ 86 w 146"/>
              <a:gd name="T13" fmla="*/ 105 h 142"/>
              <a:gd name="T14" fmla="*/ 96 w 146"/>
              <a:gd name="T15" fmla="*/ 103 h 142"/>
              <a:gd name="T16" fmla="*/ 105 w 146"/>
              <a:gd name="T17" fmla="*/ 100 h 142"/>
              <a:gd name="T18" fmla="*/ 112 w 146"/>
              <a:gd name="T19" fmla="*/ 93 h 142"/>
              <a:gd name="T20" fmla="*/ 117 w 146"/>
              <a:gd name="T21" fmla="*/ 83 h 142"/>
              <a:gd name="T22" fmla="*/ 119 w 146"/>
              <a:gd name="T23" fmla="*/ 69 h 142"/>
              <a:gd name="T24" fmla="*/ 112 w 146"/>
              <a:gd name="T25" fmla="*/ 50 h 142"/>
              <a:gd name="T26" fmla="*/ 111 w 146"/>
              <a:gd name="T27" fmla="*/ 30 h 142"/>
              <a:gd name="T28" fmla="*/ 104 w 146"/>
              <a:gd name="T29" fmla="*/ 31 h 142"/>
              <a:gd name="T30" fmla="*/ 95 w 146"/>
              <a:gd name="T31" fmla="*/ 36 h 142"/>
              <a:gd name="T32" fmla="*/ 91 w 146"/>
              <a:gd name="T33" fmla="*/ 38 h 142"/>
              <a:gd name="T34" fmla="*/ 73 w 146"/>
              <a:gd name="T35" fmla="*/ 35 h 142"/>
              <a:gd name="T36" fmla="*/ 55 w 146"/>
              <a:gd name="T37" fmla="*/ 38 h 142"/>
              <a:gd name="T38" fmla="*/ 51 w 146"/>
              <a:gd name="T39" fmla="*/ 35 h 142"/>
              <a:gd name="T40" fmla="*/ 43 w 146"/>
              <a:gd name="T41" fmla="*/ 32 h 142"/>
              <a:gd name="T42" fmla="*/ 35 w 146"/>
              <a:gd name="T43" fmla="*/ 30 h 142"/>
              <a:gd name="T44" fmla="*/ 34 w 146"/>
              <a:gd name="T45" fmla="*/ 50 h 142"/>
              <a:gd name="T46" fmla="*/ 27 w 146"/>
              <a:gd name="T47" fmla="*/ 69 h 142"/>
              <a:gd name="T48" fmla="*/ 29 w 146"/>
              <a:gd name="T49" fmla="*/ 83 h 142"/>
              <a:gd name="T50" fmla="*/ 34 w 146"/>
              <a:gd name="T51" fmla="*/ 93 h 142"/>
              <a:gd name="T52" fmla="*/ 41 w 146"/>
              <a:gd name="T53" fmla="*/ 100 h 142"/>
              <a:gd name="T54" fmla="*/ 50 w 146"/>
              <a:gd name="T55" fmla="*/ 103 h 142"/>
              <a:gd name="T56" fmla="*/ 60 w 146"/>
              <a:gd name="T57" fmla="*/ 105 h 142"/>
              <a:gd name="T58" fmla="*/ 55 w 146"/>
              <a:gd name="T59" fmla="*/ 115 h 142"/>
              <a:gd name="T60" fmla="*/ 51 w 146"/>
              <a:gd name="T61" fmla="*/ 116 h 142"/>
              <a:gd name="T62" fmla="*/ 46 w 146"/>
              <a:gd name="T63" fmla="*/ 117 h 142"/>
              <a:gd name="T64" fmla="*/ 39 w 146"/>
              <a:gd name="T65" fmla="*/ 115 h 142"/>
              <a:gd name="T66" fmla="*/ 34 w 146"/>
              <a:gd name="T67" fmla="*/ 109 h 142"/>
              <a:gd name="T68" fmla="*/ 30 w 146"/>
              <a:gd name="T69" fmla="*/ 104 h 142"/>
              <a:gd name="T70" fmla="*/ 25 w 146"/>
              <a:gd name="T71" fmla="*/ 102 h 142"/>
              <a:gd name="T72" fmla="*/ 23 w 146"/>
              <a:gd name="T73" fmla="*/ 101 h 142"/>
              <a:gd name="T74" fmla="*/ 20 w 146"/>
              <a:gd name="T75" fmla="*/ 102 h 142"/>
              <a:gd name="T76" fmla="*/ 20 w 146"/>
              <a:gd name="T77" fmla="*/ 103 h 142"/>
              <a:gd name="T78" fmla="*/ 21 w 146"/>
              <a:gd name="T79" fmla="*/ 104 h 142"/>
              <a:gd name="T80" fmla="*/ 22 w 146"/>
              <a:gd name="T81" fmla="*/ 105 h 142"/>
              <a:gd name="T82" fmla="*/ 23 w 146"/>
              <a:gd name="T83" fmla="*/ 106 h 142"/>
              <a:gd name="T84" fmla="*/ 27 w 146"/>
              <a:gd name="T85" fmla="*/ 109 h 142"/>
              <a:gd name="T86" fmla="*/ 30 w 146"/>
              <a:gd name="T87" fmla="*/ 114 h 142"/>
              <a:gd name="T88" fmla="*/ 31 w 146"/>
              <a:gd name="T89" fmla="*/ 116 h 142"/>
              <a:gd name="T90" fmla="*/ 35 w 146"/>
              <a:gd name="T91" fmla="*/ 122 h 142"/>
              <a:gd name="T92" fmla="*/ 41 w 146"/>
              <a:gd name="T93" fmla="*/ 125 h 142"/>
              <a:gd name="T94" fmla="*/ 48 w 146"/>
              <a:gd name="T95" fmla="*/ 126 h 142"/>
              <a:gd name="T96" fmla="*/ 53 w 146"/>
              <a:gd name="T97" fmla="*/ 125 h 142"/>
              <a:gd name="T98" fmla="*/ 55 w 146"/>
              <a:gd name="T99" fmla="*/ 125 h 142"/>
              <a:gd name="T100" fmla="*/ 55 w 146"/>
              <a:gd name="T101" fmla="*/ 133 h 142"/>
              <a:gd name="T102" fmla="*/ 55 w 146"/>
              <a:gd name="T103" fmla="*/ 138 h 142"/>
              <a:gd name="T104" fmla="*/ 54 w 146"/>
              <a:gd name="T105" fmla="*/ 141 h 142"/>
              <a:gd name="T106" fmla="*/ 50 w 146"/>
              <a:gd name="T107" fmla="*/ 142 h 142"/>
              <a:gd name="T108" fmla="*/ 14 w 146"/>
              <a:gd name="T109" fmla="*/ 116 h 142"/>
              <a:gd name="T110" fmla="*/ 0 w 146"/>
              <a:gd name="T111" fmla="*/ 73 h 142"/>
              <a:gd name="T112" fmla="*/ 10 w 146"/>
              <a:gd name="T113" fmla="*/ 36 h 142"/>
              <a:gd name="T114" fmla="*/ 37 w 146"/>
              <a:gd name="T115" fmla="*/ 10 h 142"/>
              <a:gd name="T116" fmla="*/ 73 w 146"/>
              <a:gd name="T117" fmla="*/ 0 h 142"/>
              <a:gd name="T118" fmla="*/ 110 w 146"/>
              <a:gd name="T119" fmla="*/ 10 h 142"/>
              <a:gd name="T120" fmla="*/ 136 w 146"/>
              <a:gd name="T121" fmla="*/ 36 h 142"/>
              <a:gd name="T122" fmla="*/ 146 w 146"/>
              <a:gd name="T123" fmla="*/ 73 h 1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46" h="142">
                <a:moveTo>
                  <a:pt x="146" y="73"/>
                </a:moveTo>
                <a:cubicBezTo>
                  <a:pt x="146" y="89"/>
                  <a:pt x="141" y="103"/>
                  <a:pt x="132" y="116"/>
                </a:cubicBezTo>
                <a:cubicBezTo>
                  <a:pt x="123" y="128"/>
                  <a:pt x="111" y="137"/>
                  <a:pt x="96" y="142"/>
                </a:cubicBezTo>
                <a:cubicBezTo>
                  <a:pt x="94" y="142"/>
                  <a:pt x="93" y="142"/>
                  <a:pt x="92" y="141"/>
                </a:cubicBezTo>
                <a:cubicBezTo>
                  <a:pt x="92" y="140"/>
                  <a:pt x="91" y="140"/>
                  <a:pt x="91" y="138"/>
                </a:cubicBezTo>
                <a:cubicBezTo>
                  <a:pt x="91" y="118"/>
                  <a:pt x="91" y="118"/>
                  <a:pt x="91" y="118"/>
                </a:cubicBezTo>
                <a:cubicBezTo>
                  <a:pt x="91" y="112"/>
                  <a:pt x="90" y="108"/>
                  <a:pt x="86" y="105"/>
                </a:cubicBezTo>
                <a:cubicBezTo>
                  <a:pt x="90" y="105"/>
                  <a:pt x="93" y="104"/>
                  <a:pt x="96" y="103"/>
                </a:cubicBezTo>
                <a:cubicBezTo>
                  <a:pt x="99" y="103"/>
                  <a:pt x="102" y="101"/>
                  <a:pt x="105" y="100"/>
                </a:cubicBezTo>
                <a:cubicBezTo>
                  <a:pt x="108" y="98"/>
                  <a:pt x="110" y="96"/>
                  <a:pt x="112" y="93"/>
                </a:cubicBezTo>
                <a:cubicBezTo>
                  <a:pt x="115" y="91"/>
                  <a:pt x="116" y="88"/>
                  <a:pt x="117" y="83"/>
                </a:cubicBezTo>
                <a:cubicBezTo>
                  <a:pt x="119" y="79"/>
                  <a:pt x="119" y="75"/>
                  <a:pt x="119" y="69"/>
                </a:cubicBezTo>
                <a:cubicBezTo>
                  <a:pt x="119" y="62"/>
                  <a:pt x="117" y="55"/>
                  <a:pt x="112" y="50"/>
                </a:cubicBezTo>
                <a:cubicBezTo>
                  <a:pt x="114" y="44"/>
                  <a:pt x="114" y="38"/>
                  <a:pt x="111" y="30"/>
                </a:cubicBezTo>
                <a:cubicBezTo>
                  <a:pt x="109" y="30"/>
                  <a:pt x="107" y="30"/>
                  <a:pt x="104" y="31"/>
                </a:cubicBezTo>
                <a:cubicBezTo>
                  <a:pt x="100" y="33"/>
                  <a:pt x="97" y="34"/>
                  <a:pt x="95" y="36"/>
                </a:cubicBezTo>
                <a:cubicBezTo>
                  <a:pt x="91" y="38"/>
                  <a:pt x="91" y="38"/>
                  <a:pt x="91" y="38"/>
                </a:cubicBezTo>
                <a:cubicBezTo>
                  <a:pt x="85" y="36"/>
                  <a:pt x="79" y="35"/>
                  <a:pt x="73" y="35"/>
                </a:cubicBezTo>
                <a:cubicBezTo>
                  <a:pt x="67" y="35"/>
                  <a:pt x="61" y="36"/>
                  <a:pt x="55" y="38"/>
                </a:cubicBezTo>
                <a:cubicBezTo>
                  <a:pt x="54" y="37"/>
                  <a:pt x="53" y="36"/>
                  <a:pt x="51" y="35"/>
                </a:cubicBezTo>
                <a:cubicBezTo>
                  <a:pt x="49" y="34"/>
                  <a:pt x="47" y="33"/>
                  <a:pt x="43" y="32"/>
                </a:cubicBezTo>
                <a:cubicBezTo>
                  <a:pt x="39" y="30"/>
                  <a:pt x="37" y="30"/>
                  <a:pt x="35" y="30"/>
                </a:cubicBezTo>
                <a:cubicBezTo>
                  <a:pt x="32" y="38"/>
                  <a:pt x="32" y="44"/>
                  <a:pt x="34" y="50"/>
                </a:cubicBezTo>
                <a:cubicBezTo>
                  <a:pt x="29" y="55"/>
                  <a:pt x="27" y="62"/>
                  <a:pt x="27" y="69"/>
                </a:cubicBezTo>
                <a:cubicBezTo>
                  <a:pt x="27" y="75"/>
                  <a:pt x="27" y="79"/>
                  <a:pt x="29" y="83"/>
                </a:cubicBezTo>
                <a:cubicBezTo>
                  <a:pt x="30" y="87"/>
                  <a:pt x="32" y="91"/>
                  <a:pt x="34" y="93"/>
                </a:cubicBezTo>
                <a:cubicBezTo>
                  <a:pt x="36" y="96"/>
                  <a:pt x="38" y="98"/>
                  <a:pt x="41" y="100"/>
                </a:cubicBezTo>
                <a:cubicBezTo>
                  <a:pt x="44" y="101"/>
                  <a:pt x="47" y="103"/>
                  <a:pt x="50" y="103"/>
                </a:cubicBezTo>
                <a:cubicBezTo>
                  <a:pt x="53" y="104"/>
                  <a:pt x="56" y="105"/>
                  <a:pt x="60" y="105"/>
                </a:cubicBezTo>
                <a:cubicBezTo>
                  <a:pt x="57" y="107"/>
                  <a:pt x="56" y="111"/>
                  <a:pt x="55" y="115"/>
                </a:cubicBezTo>
                <a:cubicBezTo>
                  <a:pt x="54" y="115"/>
                  <a:pt x="52" y="116"/>
                  <a:pt x="51" y="116"/>
                </a:cubicBezTo>
                <a:cubicBezTo>
                  <a:pt x="49" y="116"/>
                  <a:pt x="48" y="117"/>
                  <a:pt x="46" y="117"/>
                </a:cubicBezTo>
                <a:cubicBezTo>
                  <a:pt x="43" y="117"/>
                  <a:pt x="41" y="116"/>
                  <a:pt x="39" y="115"/>
                </a:cubicBezTo>
                <a:cubicBezTo>
                  <a:pt x="37" y="113"/>
                  <a:pt x="36" y="111"/>
                  <a:pt x="34" y="109"/>
                </a:cubicBezTo>
                <a:cubicBezTo>
                  <a:pt x="33" y="107"/>
                  <a:pt x="31" y="105"/>
                  <a:pt x="30" y="104"/>
                </a:cubicBezTo>
                <a:cubicBezTo>
                  <a:pt x="28" y="103"/>
                  <a:pt x="26" y="102"/>
                  <a:pt x="25" y="102"/>
                </a:cubicBezTo>
                <a:cubicBezTo>
                  <a:pt x="23" y="101"/>
                  <a:pt x="23" y="101"/>
                  <a:pt x="23" y="101"/>
                </a:cubicBezTo>
                <a:cubicBezTo>
                  <a:pt x="22" y="101"/>
                  <a:pt x="21" y="101"/>
                  <a:pt x="20" y="102"/>
                </a:cubicBezTo>
                <a:cubicBezTo>
                  <a:pt x="20" y="102"/>
                  <a:pt x="20" y="102"/>
                  <a:pt x="20" y="103"/>
                </a:cubicBezTo>
                <a:cubicBezTo>
                  <a:pt x="20" y="103"/>
                  <a:pt x="20" y="104"/>
                  <a:pt x="21" y="104"/>
                </a:cubicBezTo>
                <a:cubicBezTo>
                  <a:pt x="21" y="104"/>
                  <a:pt x="21" y="105"/>
                  <a:pt x="22" y="105"/>
                </a:cubicBezTo>
                <a:cubicBezTo>
                  <a:pt x="23" y="106"/>
                  <a:pt x="23" y="106"/>
                  <a:pt x="23" y="106"/>
                </a:cubicBezTo>
                <a:cubicBezTo>
                  <a:pt x="24" y="106"/>
                  <a:pt x="25" y="107"/>
                  <a:pt x="27" y="109"/>
                </a:cubicBezTo>
                <a:cubicBezTo>
                  <a:pt x="28" y="111"/>
                  <a:pt x="29" y="113"/>
                  <a:pt x="30" y="114"/>
                </a:cubicBezTo>
                <a:cubicBezTo>
                  <a:pt x="31" y="116"/>
                  <a:pt x="31" y="116"/>
                  <a:pt x="31" y="116"/>
                </a:cubicBezTo>
                <a:cubicBezTo>
                  <a:pt x="31" y="119"/>
                  <a:pt x="33" y="121"/>
                  <a:pt x="35" y="122"/>
                </a:cubicBezTo>
                <a:cubicBezTo>
                  <a:pt x="37" y="124"/>
                  <a:pt x="39" y="124"/>
                  <a:pt x="41" y="125"/>
                </a:cubicBezTo>
                <a:cubicBezTo>
                  <a:pt x="43" y="125"/>
                  <a:pt x="46" y="126"/>
                  <a:pt x="48" y="126"/>
                </a:cubicBezTo>
                <a:cubicBezTo>
                  <a:pt x="50" y="126"/>
                  <a:pt x="51" y="125"/>
                  <a:pt x="53" y="125"/>
                </a:cubicBezTo>
                <a:cubicBezTo>
                  <a:pt x="55" y="125"/>
                  <a:pt x="55" y="125"/>
                  <a:pt x="55" y="125"/>
                </a:cubicBezTo>
                <a:cubicBezTo>
                  <a:pt x="55" y="127"/>
                  <a:pt x="55" y="130"/>
                  <a:pt x="55" y="133"/>
                </a:cubicBezTo>
                <a:cubicBezTo>
                  <a:pt x="55" y="136"/>
                  <a:pt x="55" y="138"/>
                  <a:pt x="55" y="138"/>
                </a:cubicBezTo>
                <a:cubicBezTo>
                  <a:pt x="55" y="140"/>
                  <a:pt x="55" y="140"/>
                  <a:pt x="54" y="141"/>
                </a:cubicBezTo>
                <a:cubicBezTo>
                  <a:pt x="53" y="142"/>
                  <a:pt x="52" y="142"/>
                  <a:pt x="50" y="142"/>
                </a:cubicBezTo>
                <a:cubicBezTo>
                  <a:pt x="35" y="137"/>
                  <a:pt x="24" y="128"/>
                  <a:pt x="14" y="116"/>
                </a:cubicBezTo>
                <a:cubicBezTo>
                  <a:pt x="5" y="103"/>
                  <a:pt x="0" y="89"/>
                  <a:pt x="0" y="73"/>
                </a:cubicBezTo>
                <a:cubicBezTo>
                  <a:pt x="0" y="60"/>
                  <a:pt x="4" y="48"/>
                  <a:pt x="10" y="36"/>
                </a:cubicBezTo>
                <a:cubicBezTo>
                  <a:pt x="17" y="25"/>
                  <a:pt x="26" y="17"/>
                  <a:pt x="37" y="10"/>
                </a:cubicBezTo>
                <a:cubicBezTo>
                  <a:pt x="48" y="4"/>
                  <a:pt x="60" y="0"/>
                  <a:pt x="73" y="0"/>
                </a:cubicBezTo>
                <a:cubicBezTo>
                  <a:pt x="86" y="0"/>
                  <a:pt x="98" y="4"/>
                  <a:pt x="110" y="10"/>
                </a:cubicBezTo>
                <a:cubicBezTo>
                  <a:pt x="121" y="17"/>
                  <a:pt x="129" y="25"/>
                  <a:pt x="136" y="36"/>
                </a:cubicBezTo>
                <a:cubicBezTo>
                  <a:pt x="142" y="48"/>
                  <a:pt x="146" y="60"/>
                  <a:pt x="146" y="7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50" name="Freeform 152"/>
          <p:cNvSpPr>
            <a:spLocks/>
          </p:cNvSpPr>
          <p:nvPr/>
        </p:nvSpPr>
        <p:spPr bwMode="auto">
          <a:xfrm>
            <a:off x="9461908" y="2680181"/>
            <a:ext cx="226915" cy="192337"/>
          </a:xfrm>
          <a:custGeom>
            <a:avLst/>
            <a:gdLst>
              <a:gd name="T0" fmla="*/ 158 w 158"/>
              <a:gd name="T1" fmla="*/ 43 h 133"/>
              <a:gd name="T2" fmla="*/ 158 w 158"/>
              <a:gd name="T3" fmla="*/ 67 h 133"/>
              <a:gd name="T4" fmla="*/ 156 w 158"/>
              <a:gd name="T5" fmla="*/ 71 h 133"/>
              <a:gd name="T6" fmla="*/ 152 w 158"/>
              <a:gd name="T7" fmla="*/ 73 h 133"/>
              <a:gd name="T8" fmla="*/ 145 w 158"/>
              <a:gd name="T9" fmla="*/ 73 h 133"/>
              <a:gd name="T10" fmla="*/ 141 w 158"/>
              <a:gd name="T11" fmla="*/ 71 h 133"/>
              <a:gd name="T12" fmla="*/ 139 w 158"/>
              <a:gd name="T13" fmla="*/ 67 h 133"/>
              <a:gd name="T14" fmla="*/ 139 w 158"/>
              <a:gd name="T15" fmla="*/ 43 h 133"/>
              <a:gd name="T16" fmla="*/ 132 w 158"/>
              <a:gd name="T17" fmla="*/ 26 h 133"/>
              <a:gd name="T18" fmla="*/ 115 w 158"/>
              <a:gd name="T19" fmla="*/ 18 h 133"/>
              <a:gd name="T20" fmla="*/ 98 w 158"/>
              <a:gd name="T21" fmla="*/ 26 h 133"/>
              <a:gd name="T22" fmla="*/ 91 w 158"/>
              <a:gd name="T23" fmla="*/ 43 h 133"/>
              <a:gd name="T24" fmla="*/ 91 w 158"/>
              <a:gd name="T25" fmla="*/ 61 h 133"/>
              <a:gd name="T26" fmla="*/ 100 w 158"/>
              <a:gd name="T27" fmla="*/ 61 h 133"/>
              <a:gd name="T28" fmla="*/ 107 w 158"/>
              <a:gd name="T29" fmla="*/ 63 h 133"/>
              <a:gd name="T30" fmla="*/ 109 w 158"/>
              <a:gd name="T31" fmla="*/ 70 h 133"/>
              <a:gd name="T32" fmla="*/ 109 w 158"/>
              <a:gd name="T33" fmla="*/ 124 h 133"/>
              <a:gd name="T34" fmla="*/ 107 w 158"/>
              <a:gd name="T35" fmla="*/ 131 h 133"/>
              <a:gd name="T36" fmla="*/ 100 w 158"/>
              <a:gd name="T37" fmla="*/ 133 h 133"/>
              <a:gd name="T38" fmla="*/ 9 w 158"/>
              <a:gd name="T39" fmla="*/ 133 h 133"/>
              <a:gd name="T40" fmla="*/ 3 w 158"/>
              <a:gd name="T41" fmla="*/ 131 h 133"/>
              <a:gd name="T42" fmla="*/ 0 w 158"/>
              <a:gd name="T43" fmla="*/ 124 h 133"/>
              <a:gd name="T44" fmla="*/ 0 w 158"/>
              <a:gd name="T45" fmla="*/ 70 h 133"/>
              <a:gd name="T46" fmla="*/ 3 w 158"/>
              <a:gd name="T47" fmla="*/ 63 h 133"/>
              <a:gd name="T48" fmla="*/ 9 w 158"/>
              <a:gd name="T49" fmla="*/ 61 h 133"/>
              <a:gd name="T50" fmla="*/ 73 w 158"/>
              <a:gd name="T51" fmla="*/ 61 h 133"/>
              <a:gd name="T52" fmla="*/ 73 w 158"/>
              <a:gd name="T53" fmla="*/ 43 h 133"/>
              <a:gd name="T54" fmla="*/ 85 w 158"/>
              <a:gd name="T55" fmla="*/ 13 h 133"/>
              <a:gd name="T56" fmla="*/ 115 w 158"/>
              <a:gd name="T57" fmla="*/ 0 h 133"/>
              <a:gd name="T58" fmla="*/ 145 w 158"/>
              <a:gd name="T59" fmla="*/ 13 h 133"/>
              <a:gd name="T60" fmla="*/ 158 w 158"/>
              <a:gd name="T61" fmla="*/ 43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58" h="133">
                <a:moveTo>
                  <a:pt x="158" y="43"/>
                </a:moveTo>
                <a:cubicBezTo>
                  <a:pt x="158" y="67"/>
                  <a:pt x="158" y="67"/>
                  <a:pt x="158" y="67"/>
                </a:cubicBezTo>
                <a:cubicBezTo>
                  <a:pt x="158" y="69"/>
                  <a:pt x="157" y="70"/>
                  <a:pt x="156" y="71"/>
                </a:cubicBezTo>
                <a:cubicBezTo>
                  <a:pt x="155" y="72"/>
                  <a:pt x="153" y="73"/>
                  <a:pt x="152" y="73"/>
                </a:cubicBezTo>
                <a:cubicBezTo>
                  <a:pt x="145" y="73"/>
                  <a:pt x="145" y="73"/>
                  <a:pt x="145" y="73"/>
                </a:cubicBezTo>
                <a:cubicBezTo>
                  <a:pt x="144" y="73"/>
                  <a:pt x="142" y="72"/>
                  <a:pt x="141" y="71"/>
                </a:cubicBezTo>
                <a:cubicBezTo>
                  <a:pt x="140" y="70"/>
                  <a:pt x="139" y="69"/>
                  <a:pt x="139" y="67"/>
                </a:cubicBezTo>
                <a:cubicBezTo>
                  <a:pt x="139" y="43"/>
                  <a:pt x="139" y="43"/>
                  <a:pt x="139" y="43"/>
                </a:cubicBezTo>
                <a:cubicBezTo>
                  <a:pt x="139" y="36"/>
                  <a:pt x="137" y="30"/>
                  <a:pt x="132" y="26"/>
                </a:cubicBezTo>
                <a:cubicBezTo>
                  <a:pt x="128" y="21"/>
                  <a:pt x="122" y="18"/>
                  <a:pt x="115" y="18"/>
                </a:cubicBezTo>
                <a:cubicBezTo>
                  <a:pt x="109" y="18"/>
                  <a:pt x="103" y="21"/>
                  <a:pt x="98" y="26"/>
                </a:cubicBezTo>
                <a:cubicBezTo>
                  <a:pt x="93" y="30"/>
                  <a:pt x="91" y="36"/>
                  <a:pt x="91" y="43"/>
                </a:cubicBezTo>
                <a:cubicBezTo>
                  <a:pt x="91" y="61"/>
                  <a:pt x="91" y="61"/>
                  <a:pt x="91" y="61"/>
                </a:cubicBezTo>
                <a:cubicBezTo>
                  <a:pt x="100" y="61"/>
                  <a:pt x="100" y="61"/>
                  <a:pt x="100" y="61"/>
                </a:cubicBezTo>
                <a:cubicBezTo>
                  <a:pt x="103" y="61"/>
                  <a:pt x="105" y="62"/>
                  <a:pt x="107" y="63"/>
                </a:cubicBezTo>
                <a:cubicBezTo>
                  <a:pt x="108" y="65"/>
                  <a:pt x="109" y="67"/>
                  <a:pt x="109" y="70"/>
                </a:cubicBezTo>
                <a:cubicBezTo>
                  <a:pt x="109" y="124"/>
                  <a:pt x="109" y="124"/>
                  <a:pt x="109" y="124"/>
                </a:cubicBezTo>
                <a:cubicBezTo>
                  <a:pt x="109" y="127"/>
                  <a:pt x="108" y="129"/>
                  <a:pt x="107" y="131"/>
                </a:cubicBezTo>
                <a:cubicBezTo>
                  <a:pt x="105" y="133"/>
                  <a:pt x="103" y="133"/>
                  <a:pt x="100" y="133"/>
                </a:cubicBezTo>
                <a:cubicBezTo>
                  <a:pt x="9" y="133"/>
                  <a:pt x="9" y="133"/>
                  <a:pt x="9" y="133"/>
                </a:cubicBezTo>
                <a:cubicBezTo>
                  <a:pt x="7" y="133"/>
                  <a:pt x="5" y="133"/>
                  <a:pt x="3" y="131"/>
                </a:cubicBezTo>
                <a:cubicBezTo>
                  <a:pt x="1" y="129"/>
                  <a:pt x="0" y="127"/>
                  <a:pt x="0" y="124"/>
                </a:cubicBezTo>
                <a:cubicBezTo>
                  <a:pt x="0" y="70"/>
                  <a:pt x="0" y="70"/>
                  <a:pt x="0" y="70"/>
                </a:cubicBezTo>
                <a:cubicBezTo>
                  <a:pt x="0" y="67"/>
                  <a:pt x="1" y="65"/>
                  <a:pt x="3" y="63"/>
                </a:cubicBezTo>
                <a:cubicBezTo>
                  <a:pt x="5" y="62"/>
                  <a:pt x="7" y="61"/>
                  <a:pt x="9" y="61"/>
                </a:cubicBezTo>
                <a:cubicBezTo>
                  <a:pt x="73" y="61"/>
                  <a:pt x="73" y="61"/>
                  <a:pt x="73" y="61"/>
                </a:cubicBezTo>
                <a:cubicBezTo>
                  <a:pt x="73" y="43"/>
                  <a:pt x="73" y="43"/>
                  <a:pt x="73" y="43"/>
                </a:cubicBezTo>
                <a:cubicBezTo>
                  <a:pt x="73" y="31"/>
                  <a:pt x="77" y="21"/>
                  <a:pt x="85" y="13"/>
                </a:cubicBezTo>
                <a:cubicBezTo>
                  <a:pt x="94" y="4"/>
                  <a:pt x="104" y="0"/>
                  <a:pt x="115" y="0"/>
                </a:cubicBezTo>
                <a:cubicBezTo>
                  <a:pt x="127" y="0"/>
                  <a:pt x="137" y="4"/>
                  <a:pt x="145" y="13"/>
                </a:cubicBezTo>
                <a:cubicBezTo>
                  <a:pt x="153" y="21"/>
                  <a:pt x="158" y="31"/>
                  <a:pt x="158" y="4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51" name="Freeform 153"/>
          <p:cNvSpPr>
            <a:spLocks noEditPoints="1"/>
          </p:cNvSpPr>
          <p:nvPr/>
        </p:nvSpPr>
        <p:spPr bwMode="auto">
          <a:xfrm>
            <a:off x="9747174" y="2680180"/>
            <a:ext cx="261492" cy="209627"/>
          </a:xfrm>
          <a:custGeom>
            <a:avLst/>
            <a:gdLst>
              <a:gd name="T0" fmla="*/ 167 w 182"/>
              <a:gd name="T1" fmla="*/ 0 h 146"/>
              <a:gd name="T2" fmla="*/ 177 w 182"/>
              <a:gd name="T3" fmla="*/ 5 h 146"/>
              <a:gd name="T4" fmla="*/ 182 w 182"/>
              <a:gd name="T5" fmla="*/ 15 h 146"/>
              <a:gd name="T6" fmla="*/ 182 w 182"/>
              <a:gd name="T7" fmla="*/ 130 h 146"/>
              <a:gd name="T8" fmla="*/ 177 w 182"/>
              <a:gd name="T9" fmla="*/ 141 h 146"/>
              <a:gd name="T10" fmla="*/ 167 w 182"/>
              <a:gd name="T11" fmla="*/ 146 h 146"/>
              <a:gd name="T12" fmla="*/ 15 w 182"/>
              <a:gd name="T13" fmla="*/ 146 h 146"/>
              <a:gd name="T14" fmla="*/ 5 w 182"/>
              <a:gd name="T15" fmla="*/ 141 h 146"/>
              <a:gd name="T16" fmla="*/ 0 w 182"/>
              <a:gd name="T17" fmla="*/ 130 h 146"/>
              <a:gd name="T18" fmla="*/ 0 w 182"/>
              <a:gd name="T19" fmla="*/ 15 h 146"/>
              <a:gd name="T20" fmla="*/ 5 w 182"/>
              <a:gd name="T21" fmla="*/ 5 h 146"/>
              <a:gd name="T22" fmla="*/ 15 w 182"/>
              <a:gd name="T23" fmla="*/ 0 h 146"/>
              <a:gd name="T24" fmla="*/ 167 w 182"/>
              <a:gd name="T25" fmla="*/ 0 h 146"/>
              <a:gd name="T26" fmla="*/ 15 w 182"/>
              <a:gd name="T27" fmla="*/ 12 h 146"/>
              <a:gd name="T28" fmla="*/ 13 w 182"/>
              <a:gd name="T29" fmla="*/ 13 h 146"/>
              <a:gd name="T30" fmla="*/ 12 w 182"/>
              <a:gd name="T31" fmla="*/ 15 h 146"/>
              <a:gd name="T32" fmla="*/ 12 w 182"/>
              <a:gd name="T33" fmla="*/ 37 h 146"/>
              <a:gd name="T34" fmla="*/ 170 w 182"/>
              <a:gd name="T35" fmla="*/ 37 h 146"/>
              <a:gd name="T36" fmla="*/ 170 w 182"/>
              <a:gd name="T37" fmla="*/ 15 h 146"/>
              <a:gd name="T38" fmla="*/ 169 w 182"/>
              <a:gd name="T39" fmla="*/ 13 h 146"/>
              <a:gd name="T40" fmla="*/ 167 w 182"/>
              <a:gd name="T41" fmla="*/ 12 h 146"/>
              <a:gd name="T42" fmla="*/ 15 w 182"/>
              <a:gd name="T43" fmla="*/ 12 h 146"/>
              <a:gd name="T44" fmla="*/ 167 w 182"/>
              <a:gd name="T45" fmla="*/ 133 h 146"/>
              <a:gd name="T46" fmla="*/ 169 w 182"/>
              <a:gd name="T47" fmla="*/ 133 h 146"/>
              <a:gd name="T48" fmla="*/ 170 w 182"/>
              <a:gd name="T49" fmla="*/ 130 h 146"/>
              <a:gd name="T50" fmla="*/ 170 w 182"/>
              <a:gd name="T51" fmla="*/ 73 h 146"/>
              <a:gd name="T52" fmla="*/ 12 w 182"/>
              <a:gd name="T53" fmla="*/ 73 h 146"/>
              <a:gd name="T54" fmla="*/ 12 w 182"/>
              <a:gd name="T55" fmla="*/ 130 h 146"/>
              <a:gd name="T56" fmla="*/ 13 w 182"/>
              <a:gd name="T57" fmla="*/ 133 h 146"/>
              <a:gd name="T58" fmla="*/ 15 w 182"/>
              <a:gd name="T59" fmla="*/ 133 h 146"/>
              <a:gd name="T60" fmla="*/ 167 w 182"/>
              <a:gd name="T61" fmla="*/ 133 h 146"/>
              <a:gd name="T62" fmla="*/ 24 w 182"/>
              <a:gd name="T63" fmla="*/ 121 h 146"/>
              <a:gd name="T64" fmla="*/ 24 w 182"/>
              <a:gd name="T65" fmla="*/ 109 h 146"/>
              <a:gd name="T66" fmla="*/ 49 w 182"/>
              <a:gd name="T67" fmla="*/ 109 h 146"/>
              <a:gd name="T68" fmla="*/ 49 w 182"/>
              <a:gd name="T69" fmla="*/ 121 h 146"/>
              <a:gd name="T70" fmla="*/ 24 w 182"/>
              <a:gd name="T71" fmla="*/ 121 h 146"/>
              <a:gd name="T72" fmla="*/ 61 w 182"/>
              <a:gd name="T73" fmla="*/ 121 h 146"/>
              <a:gd name="T74" fmla="*/ 61 w 182"/>
              <a:gd name="T75" fmla="*/ 109 h 146"/>
              <a:gd name="T76" fmla="*/ 97 w 182"/>
              <a:gd name="T77" fmla="*/ 109 h 146"/>
              <a:gd name="T78" fmla="*/ 97 w 182"/>
              <a:gd name="T79" fmla="*/ 121 h 146"/>
              <a:gd name="T80" fmla="*/ 61 w 182"/>
              <a:gd name="T81" fmla="*/ 121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82" h="146">
                <a:moveTo>
                  <a:pt x="167" y="0"/>
                </a:moveTo>
                <a:cubicBezTo>
                  <a:pt x="171" y="0"/>
                  <a:pt x="174" y="2"/>
                  <a:pt x="177" y="5"/>
                </a:cubicBezTo>
                <a:cubicBezTo>
                  <a:pt x="180" y="8"/>
                  <a:pt x="182" y="11"/>
                  <a:pt x="182" y="15"/>
                </a:cubicBezTo>
                <a:cubicBezTo>
                  <a:pt x="182" y="130"/>
                  <a:pt x="182" y="130"/>
                  <a:pt x="182" y="130"/>
                </a:cubicBezTo>
                <a:cubicBezTo>
                  <a:pt x="182" y="135"/>
                  <a:pt x="180" y="138"/>
                  <a:pt x="177" y="141"/>
                </a:cubicBezTo>
                <a:cubicBezTo>
                  <a:pt x="174" y="144"/>
                  <a:pt x="171" y="146"/>
                  <a:pt x="167" y="146"/>
                </a:cubicBezTo>
                <a:cubicBezTo>
                  <a:pt x="15" y="146"/>
                  <a:pt x="15" y="146"/>
                  <a:pt x="15" y="146"/>
                </a:cubicBezTo>
                <a:cubicBezTo>
                  <a:pt x="11" y="146"/>
                  <a:pt x="8" y="144"/>
                  <a:pt x="5" y="141"/>
                </a:cubicBezTo>
                <a:cubicBezTo>
                  <a:pt x="2" y="138"/>
                  <a:pt x="0" y="135"/>
                  <a:pt x="0" y="130"/>
                </a:cubicBezTo>
                <a:cubicBezTo>
                  <a:pt x="0" y="15"/>
                  <a:pt x="0" y="15"/>
                  <a:pt x="0" y="15"/>
                </a:cubicBezTo>
                <a:cubicBezTo>
                  <a:pt x="0" y="11"/>
                  <a:pt x="2" y="8"/>
                  <a:pt x="5" y="5"/>
                </a:cubicBezTo>
                <a:cubicBezTo>
                  <a:pt x="8" y="2"/>
                  <a:pt x="11" y="0"/>
                  <a:pt x="15" y="0"/>
                </a:cubicBezTo>
                <a:lnTo>
                  <a:pt x="167" y="0"/>
                </a:lnTo>
                <a:close/>
                <a:moveTo>
                  <a:pt x="15" y="12"/>
                </a:moveTo>
                <a:cubicBezTo>
                  <a:pt x="14" y="12"/>
                  <a:pt x="14" y="13"/>
                  <a:pt x="13" y="13"/>
                </a:cubicBezTo>
                <a:cubicBezTo>
                  <a:pt x="13" y="14"/>
                  <a:pt x="12" y="15"/>
                  <a:pt x="12" y="15"/>
                </a:cubicBezTo>
                <a:cubicBezTo>
                  <a:pt x="12" y="37"/>
                  <a:pt x="12" y="37"/>
                  <a:pt x="12" y="37"/>
                </a:cubicBezTo>
                <a:cubicBezTo>
                  <a:pt x="170" y="37"/>
                  <a:pt x="170" y="37"/>
                  <a:pt x="170" y="37"/>
                </a:cubicBezTo>
                <a:cubicBezTo>
                  <a:pt x="170" y="15"/>
                  <a:pt x="170" y="15"/>
                  <a:pt x="170" y="15"/>
                </a:cubicBezTo>
                <a:cubicBezTo>
                  <a:pt x="170" y="15"/>
                  <a:pt x="169" y="14"/>
                  <a:pt x="169" y="13"/>
                </a:cubicBezTo>
                <a:cubicBezTo>
                  <a:pt x="168" y="13"/>
                  <a:pt x="167" y="12"/>
                  <a:pt x="167" y="12"/>
                </a:cubicBezTo>
                <a:lnTo>
                  <a:pt x="15" y="12"/>
                </a:lnTo>
                <a:close/>
                <a:moveTo>
                  <a:pt x="167" y="133"/>
                </a:moveTo>
                <a:cubicBezTo>
                  <a:pt x="167" y="133"/>
                  <a:pt x="168" y="133"/>
                  <a:pt x="169" y="133"/>
                </a:cubicBezTo>
                <a:cubicBezTo>
                  <a:pt x="169" y="132"/>
                  <a:pt x="170" y="131"/>
                  <a:pt x="170" y="130"/>
                </a:cubicBezTo>
                <a:cubicBezTo>
                  <a:pt x="170" y="73"/>
                  <a:pt x="170" y="73"/>
                  <a:pt x="170" y="73"/>
                </a:cubicBezTo>
                <a:cubicBezTo>
                  <a:pt x="12" y="73"/>
                  <a:pt x="12" y="73"/>
                  <a:pt x="12" y="73"/>
                </a:cubicBezTo>
                <a:cubicBezTo>
                  <a:pt x="12" y="130"/>
                  <a:pt x="12" y="130"/>
                  <a:pt x="12" y="130"/>
                </a:cubicBezTo>
                <a:cubicBezTo>
                  <a:pt x="12" y="131"/>
                  <a:pt x="13" y="132"/>
                  <a:pt x="13" y="133"/>
                </a:cubicBezTo>
                <a:cubicBezTo>
                  <a:pt x="14" y="133"/>
                  <a:pt x="14" y="133"/>
                  <a:pt x="15" y="133"/>
                </a:cubicBezTo>
                <a:lnTo>
                  <a:pt x="167" y="133"/>
                </a:lnTo>
                <a:close/>
                <a:moveTo>
                  <a:pt x="24" y="121"/>
                </a:moveTo>
                <a:cubicBezTo>
                  <a:pt x="24" y="109"/>
                  <a:pt x="24" y="109"/>
                  <a:pt x="24" y="109"/>
                </a:cubicBezTo>
                <a:cubicBezTo>
                  <a:pt x="49" y="109"/>
                  <a:pt x="49" y="109"/>
                  <a:pt x="49" y="109"/>
                </a:cubicBezTo>
                <a:cubicBezTo>
                  <a:pt x="49" y="121"/>
                  <a:pt x="49" y="121"/>
                  <a:pt x="49" y="121"/>
                </a:cubicBezTo>
                <a:lnTo>
                  <a:pt x="24" y="121"/>
                </a:lnTo>
                <a:close/>
                <a:moveTo>
                  <a:pt x="61" y="121"/>
                </a:moveTo>
                <a:cubicBezTo>
                  <a:pt x="61" y="109"/>
                  <a:pt x="61" y="109"/>
                  <a:pt x="61" y="109"/>
                </a:cubicBezTo>
                <a:cubicBezTo>
                  <a:pt x="97" y="109"/>
                  <a:pt x="97" y="109"/>
                  <a:pt x="97" y="109"/>
                </a:cubicBezTo>
                <a:cubicBezTo>
                  <a:pt x="97" y="121"/>
                  <a:pt x="97" y="121"/>
                  <a:pt x="97" y="121"/>
                </a:cubicBezTo>
                <a:lnTo>
                  <a:pt x="61" y="12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52" name="Freeform 154"/>
          <p:cNvSpPr>
            <a:spLocks noEditPoints="1"/>
          </p:cNvSpPr>
          <p:nvPr/>
        </p:nvSpPr>
        <p:spPr bwMode="auto">
          <a:xfrm>
            <a:off x="10067015" y="2680181"/>
            <a:ext cx="190176" cy="192337"/>
          </a:xfrm>
          <a:custGeom>
            <a:avLst/>
            <a:gdLst>
              <a:gd name="T0" fmla="*/ 133 w 133"/>
              <a:gd name="T1" fmla="*/ 127 h 133"/>
              <a:gd name="T2" fmla="*/ 132 w 133"/>
              <a:gd name="T3" fmla="*/ 132 h 133"/>
              <a:gd name="T4" fmla="*/ 127 w 133"/>
              <a:gd name="T5" fmla="*/ 133 h 133"/>
              <a:gd name="T6" fmla="*/ 114 w 133"/>
              <a:gd name="T7" fmla="*/ 133 h 133"/>
              <a:gd name="T8" fmla="*/ 110 w 133"/>
              <a:gd name="T9" fmla="*/ 132 h 133"/>
              <a:gd name="T10" fmla="*/ 108 w 133"/>
              <a:gd name="T11" fmla="*/ 128 h 133"/>
              <a:gd name="T12" fmla="*/ 98 w 133"/>
              <a:gd name="T13" fmla="*/ 89 h 133"/>
              <a:gd name="T14" fmla="*/ 76 w 133"/>
              <a:gd name="T15" fmla="*/ 57 h 133"/>
              <a:gd name="T16" fmla="*/ 44 w 133"/>
              <a:gd name="T17" fmla="*/ 36 h 133"/>
              <a:gd name="T18" fmla="*/ 6 w 133"/>
              <a:gd name="T19" fmla="*/ 26 h 133"/>
              <a:gd name="T20" fmla="*/ 2 w 133"/>
              <a:gd name="T21" fmla="*/ 24 h 133"/>
              <a:gd name="T22" fmla="*/ 0 w 133"/>
              <a:gd name="T23" fmla="*/ 20 h 133"/>
              <a:gd name="T24" fmla="*/ 0 w 133"/>
              <a:gd name="T25" fmla="*/ 6 h 133"/>
              <a:gd name="T26" fmla="*/ 2 w 133"/>
              <a:gd name="T27" fmla="*/ 2 h 133"/>
              <a:gd name="T28" fmla="*/ 6 w 133"/>
              <a:gd name="T29" fmla="*/ 0 h 133"/>
              <a:gd name="T30" fmla="*/ 7 w 133"/>
              <a:gd name="T31" fmla="*/ 0 h 133"/>
              <a:gd name="T32" fmla="*/ 54 w 133"/>
              <a:gd name="T33" fmla="*/ 12 h 133"/>
              <a:gd name="T34" fmla="*/ 94 w 133"/>
              <a:gd name="T35" fmla="*/ 39 h 133"/>
              <a:gd name="T36" fmla="*/ 122 w 133"/>
              <a:gd name="T37" fmla="*/ 80 h 133"/>
              <a:gd name="T38" fmla="*/ 133 w 133"/>
              <a:gd name="T39" fmla="*/ 127 h 133"/>
              <a:gd name="T40" fmla="*/ 85 w 133"/>
              <a:gd name="T41" fmla="*/ 127 h 133"/>
              <a:gd name="T42" fmla="*/ 83 w 133"/>
              <a:gd name="T43" fmla="*/ 131 h 133"/>
              <a:gd name="T44" fmla="*/ 79 w 133"/>
              <a:gd name="T45" fmla="*/ 133 h 133"/>
              <a:gd name="T46" fmla="*/ 66 w 133"/>
              <a:gd name="T47" fmla="*/ 133 h 133"/>
              <a:gd name="T48" fmla="*/ 62 w 133"/>
              <a:gd name="T49" fmla="*/ 132 h 133"/>
              <a:gd name="T50" fmla="*/ 60 w 133"/>
              <a:gd name="T51" fmla="*/ 128 h 133"/>
              <a:gd name="T52" fmla="*/ 43 w 133"/>
              <a:gd name="T53" fmla="*/ 91 h 133"/>
              <a:gd name="T54" fmla="*/ 6 w 133"/>
              <a:gd name="T55" fmla="*/ 74 h 133"/>
              <a:gd name="T56" fmla="*/ 2 w 133"/>
              <a:gd name="T57" fmla="*/ 72 h 133"/>
              <a:gd name="T58" fmla="*/ 0 w 133"/>
              <a:gd name="T59" fmla="*/ 68 h 133"/>
              <a:gd name="T60" fmla="*/ 0 w 133"/>
              <a:gd name="T61" fmla="*/ 55 h 133"/>
              <a:gd name="T62" fmla="*/ 2 w 133"/>
              <a:gd name="T63" fmla="*/ 50 h 133"/>
              <a:gd name="T64" fmla="*/ 6 w 133"/>
              <a:gd name="T65" fmla="*/ 49 h 133"/>
              <a:gd name="T66" fmla="*/ 7 w 133"/>
              <a:gd name="T67" fmla="*/ 49 h 133"/>
              <a:gd name="T68" fmla="*/ 36 w 133"/>
              <a:gd name="T69" fmla="*/ 56 h 133"/>
              <a:gd name="T70" fmla="*/ 60 w 133"/>
              <a:gd name="T71" fmla="*/ 74 h 133"/>
              <a:gd name="T72" fmla="*/ 77 w 133"/>
              <a:gd name="T73" fmla="*/ 98 h 133"/>
              <a:gd name="T74" fmla="*/ 85 w 133"/>
              <a:gd name="T75" fmla="*/ 127 h 133"/>
              <a:gd name="T76" fmla="*/ 31 w 133"/>
              <a:gd name="T77" fmla="*/ 102 h 133"/>
              <a:gd name="T78" fmla="*/ 36 w 133"/>
              <a:gd name="T79" fmla="*/ 115 h 133"/>
              <a:gd name="T80" fmla="*/ 31 w 133"/>
              <a:gd name="T81" fmla="*/ 128 h 133"/>
              <a:gd name="T82" fmla="*/ 18 w 133"/>
              <a:gd name="T83" fmla="*/ 133 h 133"/>
              <a:gd name="T84" fmla="*/ 5 w 133"/>
              <a:gd name="T85" fmla="*/ 128 h 133"/>
              <a:gd name="T86" fmla="*/ 0 w 133"/>
              <a:gd name="T87" fmla="*/ 115 h 133"/>
              <a:gd name="T88" fmla="*/ 5 w 133"/>
              <a:gd name="T89" fmla="*/ 102 h 133"/>
              <a:gd name="T90" fmla="*/ 18 w 133"/>
              <a:gd name="T91" fmla="*/ 97 h 133"/>
              <a:gd name="T92" fmla="*/ 31 w 133"/>
              <a:gd name="T93" fmla="*/ 102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33" h="133">
                <a:moveTo>
                  <a:pt x="133" y="127"/>
                </a:moveTo>
                <a:cubicBezTo>
                  <a:pt x="133" y="129"/>
                  <a:pt x="133" y="130"/>
                  <a:pt x="132" y="132"/>
                </a:cubicBezTo>
                <a:cubicBezTo>
                  <a:pt x="130" y="133"/>
                  <a:pt x="129" y="133"/>
                  <a:pt x="127" y="133"/>
                </a:cubicBezTo>
                <a:cubicBezTo>
                  <a:pt x="114" y="133"/>
                  <a:pt x="114" y="133"/>
                  <a:pt x="114" y="133"/>
                </a:cubicBezTo>
                <a:cubicBezTo>
                  <a:pt x="112" y="133"/>
                  <a:pt x="111" y="133"/>
                  <a:pt x="110" y="132"/>
                </a:cubicBezTo>
                <a:cubicBezTo>
                  <a:pt x="108" y="131"/>
                  <a:pt x="108" y="129"/>
                  <a:pt x="108" y="128"/>
                </a:cubicBezTo>
                <a:cubicBezTo>
                  <a:pt x="107" y="114"/>
                  <a:pt x="104" y="101"/>
                  <a:pt x="98" y="89"/>
                </a:cubicBezTo>
                <a:cubicBezTo>
                  <a:pt x="93" y="77"/>
                  <a:pt x="85" y="66"/>
                  <a:pt x="76" y="57"/>
                </a:cubicBezTo>
                <a:cubicBezTo>
                  <a:pt x="67" y="48"/>
                  <a:pt x="57" y="41"/>
                  <a:pt x="44" y="36"/>
                </a:cubicBezTo>
                <a:cubicBezTo>
                  <a:pt x="32" y="30"/>
                  <a:pt x="19" y="27"/>
                  <a:pt x="6" y="26"/>
                </a:cubicBezTo>
                <a:cubicBezTo>
                  <a:pt x="4" y="26"/>
                  <a:pt x="3" y="25"/>
                  <a:pt x="2" y="24"/>
                </a:cubicBezTo>
                <a:cubicBezTo>
                  <a:pt x="1" y="23"/>
                  <a:pt x="0" y="21"/>
                  <a:pt x="0" y="20"/>
                </a:cubicBezTo>
                <a:cubicBezTo>
                  <a:pt x="0" y="6"/>
                  <a:pt x="0" y="6"/>
                  <a:pt x="0" y="6"/>
                </a:cubicBezTo>
                <a:cubicBezTo>
                  <a:pt x="0" y="5"/>
                  <a:pt x="1" y="3"/>
                  <a:pt x="2" y="2"/>
                </a:cubicBezTo>
                <a:cubicBezTo>
                  <a:pt x="3" y="1"/>
                  <a:pt x="5" y="0"/>
                  <a:pt x="6" y="0"/>
                </a:cubicBezTo>
                <a:cubicBezTo>
                  <a:pt x="7" y="0"/>
                  <a:pt x="7" y="0"/>
                  <a:pt x="7" y="0"/>
                </a:cubicBezTo>
                <a:cubicBezTo>
                  <a:pt x="23" y="1"/>
                  <a:pt x="39" y="5"/>
                  <a:pt x="54" y="12"/>
                </a:cubicBezTo>
                <a:cubicBezTo>
                  <a:pt x="69" y="18"/>
                  <a:pt x="82" y="28"/>
                  <a:pt x="94" y="39"/>
                </a:cubicBezTo>
                <a:cubicBezTo>
                  <a:pt x="106" y="51"/>
                  <a:pt x="115" y="65"/>
                  <a:pt x="122" y="80"/>
                </a:cubicBezTo>
                <a:cubicBezTo>
                  <a:pt x="129" y="95"/>
                  <a:pt x="132" y="111"/>
                  <a:pt x="133" y="127"/>
                </a:cubicBezTo>
                <a:close/>
                <a:moveTo>
                  <a:pt x="85" y="127"/>
                </a:moveTo>
                <a:cubicBezTo>
                  <a:pt x="85" y="129"/>
                  <a:pt x="84" y="130"/>
                  <a:pt x="83" y="131"/>
                </a:cubicBezTo>
                <a:cubicBezTo>
                  <a:pt x="82" y="133"/>
                  <a:pt x="81" y="133"/>
                  <a:pt x="79" y="133"/>
                </a:cubicBezTo>
                <a:cubicBezTo>
                  <a:pt x="66" y="133"/>
                  <a:pt x="66" y="133"/>
                  <a:pt x="66" y="133"/>
                </a:cubicBezTo>
                <a:cubicBezTo>
                  <a:pt x="65" y="133"/>
                  <a:pt x="63" y="133"/>
                  <a:pt x="62" y="132"/>
                </a:cubicBezTo>
                <a:cubicBezTo>
                  <a:pt x="61" y="131"/>
                  <a:pt x="60" y="130"/>
                  <a:pt x="60" y="128"/>
                </a:cubicBezTo>
                <a:cubicBezTo>
                  <a:pt x="59" y="114"/>
                  <a:pt x="53" y="101"/>
                  <a:pt x="43" y="91"/>
                </a:cubicBezTo>
                <a:cubicBezTo>
                  <a:pt x="32" y="81"/>
                  <a:pt x="20" y="75"/>
                  <a:pt x="6" y="74"/>
                </a:cubicBezTo>
                <a:cubicBezTo>
                  <a:pt x="4" y="73"/>
                  <a:pt x="3" y="73"/>
                  <a:pt x="2" y="72"/>
                </a:cubicBezTo>
                <a:cubicBezTo>
                  <a:pt x="1" y="70"/>
                  <a:pt x="0" y="69"/>
                  <a:pt x="0" y="68"/>
                </a:cubicBezTo>
                <a:cubicBezTo>
                  <a:pt x="0" y="55"/>
                  <a:pt x="0" y="55"/>
                  <a:pt x="0" y="55"/>
                </a:cubicBezTo>
                <a:cubicBezTo>
                  <a:pt x="0" y="53"/>
                  <a:pt x="1" y="51"/>
                  <a:pt x="2" y="50"/>
                </a:cubicBezTo>
                <a:cubicBezTo>
                  <a:pt x="3" y="49"/>
                  <a:pt x="5" y="49"/>
                  <a:pt x="6" y="49"/>
                </a:cubicBezTo>
                <a:cubicBezTo>
                  <a:pt x="7" y="49"/>
                  <a:pt x="7" y="49"/>
                  <a:pt x="7" y="49"/>
                </a:cubicBezTo>
                <a:cubicBezTo>
                  <a:pt x="17" y="50"/>
                  <a:pt x="26" y="52"/>
                  <a:pt x="36" y="56"/>
                </a:cubicBezTo>
                <a:cubicBezTo>
                  <a:pt x="45" y="61"/>
                  <a:pt x="53" y="66"/>
                  <a:pt x="60" y="74"/>
                </a:cubicBezTo>
                <a:cubicBezTo>
                  <a:pt x="67" y="81"/>
                  <a:pt x="73" y="89"/>
                  <a:pt x="77" y="98"/>
                </a:cubicBezTo>
                <a:cubicBezTo>
                  <a:pt x="82" y="107"/>
                  <a:pt x="84" y="117"/>
                  <a:pt x="85" y="127"/>
                </a:cubicBezTo>
                <a:close/>
                <a:moveTo>
                  <a:pt x="31" y="102"/>
                </a:moveTo>
                <a:cubicBezTo>
                  <a:pt x="35" y="106"/>
                  <a:pt x="36" y="110"/>
                  <a:pt x="36" y="115"/>
                </a:cubicBezTo>
                <a:cubicBezTo>
                  <a:pt x="36" y="120"/>
                  <a:pt x="35" y="125"/>
                  <a:pt x="31" y="128"/>
                </a:cubicBezTo>
                <a:cubicBezTo>
                  <a:pt x="28" y="132"/>
                  <a:pt x="23" y="133"/>
                  <a:pt x="18" y="133"/>
                </a:cubicBezTo>
                <a:cubicBezTo>
                  <a:pt x="13" y="133"/>
                  <a:pt x="9" y="132"/>
                  <a:pt x="5" y="128"/>
                </a:cubicBezTo>
                <a:cubicBezTo>
                  <a:pt x="2" y="125"/>
                  <a:pt x="0" y="120"/>
                  <a:pt x="0" y="115"/>
                </a:cubicBezTo>
                <a:cubicBezTo>
                  <a:pt x="0" y="110"/>
                  <a:pt x="2" y="106"/>
                  <a:pt x="5" y="102"/>
                </a:cubicBezTo>
                <a:cubicBezTo>
                  <a:pt x="9" y="99"/>
                  <a:pt x="13" y="97"/>
                  <a:pt x="18" y="97"/>
                </a:cubicBezTo>
                <a:cubicBezTo>
                  <a:pt x="23" y="97"/>
                  <a:pt x="28" y="99"/>
                  <a:pt x="31" y="102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53" name="Freeform 155"/>
          <p:cNvSpPr>
            <a:spLocks noEditPoints="1"/>
          </p:cNvSpPr>
          <p:nvPr/>
        </p:nvSpPr>
        <p:spPr bwMode="auto">
          <a:xfrm>
            <a:off x="10317703" y="2697469"/>
            <a:ext cx="207464" cy="175049"/>
          </a:xfrm>
          <a:custGeom>
            <a:avLst/>
            <a:gdLst>
              <a:gd name="T0" fmla="*/ 145 w 145"/>
              <a:gd name="T1" fmla="*/ 76 h 121"/>
              <a:gd name="T2" fmla="*/ 145 w 145"/>
              <a:gd name="T3" fmla="*/ 106 h 121"/>
              <a:gd name="T4" fmla="*/ 141 w 145"/>
              <a:gd name="T5" fmla="*/ 117 h 121"/>
              <a:gd name="T6" fmla="*/ 130 w 145"/>
              <a:gd name="T7" fmla="*/ 121 h 121"/>
              <a:gd name="T8" fmla="*/ 15 w 145"/>
              <a:gd name="T9" fmla="*/ 121 h 121"/>
              <a:gd name="T10" fmla="*/ 4 w 145"/>
              <a:gd name="T11" fmla="*/ 117 h 121"/>
              <a:gd name="T12" fmla="*/ 0 w 145"/>
              <a:gd name="T13" fmla="*/ 106 h 121"/>
              <a:gd name="T14" fmla="*/ 0 w 145"/>
              <a:gd name="T15" fmla="*/ 76 h 121"/>
              <a:gd name="T16" fmla="*/ 1 w 145"/>
              <a:gd name="T17" fmla="*/ 69 h 121"/>
              <a:gd name="T18" fmla="*/ 20 w 145"/>
              <a:gd name="T19" fmla="*/ 12 h 121"/>
              <a:gd name="T20" fmla="*/ 26 w 145"/>
              <a:gd name="T21" fmla="*/ 4 h 121"/>
              <a:gd name="T22" fmla="*/ 36 w 145"/>
              <a:gd name="T23" fmla="*/ 0 h 121"/>
              <a:gd name="T24" fmla="*/ 109 w 145"/>
              <a:gd name="T25" fmla="*/ 0 h 121"/>
              <a:gd name="T26" fmla="*/ 119 w 145"/>
              <a:gd name="T27" fmla="*/ 4 h 121"/>
              <a:gd name="T28" fmla="*/ 125 w 145"/>
              <a:gd name="T29" fmla="*/ 12 h 121"/>
              <a:gd name="T30" fmla="*/ 144 w 145"/>
              <a:gd name="T31" fmla="*/ 69 h 121"/>
              <a:gd name="T32" fmla="*/ 145 w 145"/>
              <a:gd name="T33" fmla="*/ 76 h 121"/>
              <a:gd name="T34" fmla="*/ 133 w 145"/>
              <a:gd name="T35" fmla="*/ 106 h 121"/>
              <a:gd name="T36" fmla="*/ 133 w 145"/>
              <a:gd name="T37" fmla="*/ 76 h 121"/>
              <a:gd name="T38" fmla="*/ 132 w 145"/>
              <a:gd name="T39" fmla="*/ 74 h 121"/>
              <a:gd name="T40" fmla="*/ 130 w 145"/>
              <a:gd name="T41" fmla="*/ 73 h 121"/>
              <a:gd name="T42" fmla="*/ 15 w 145"/>
              <a:gd name="T43" fmla="*/ 73 h 121"/>
              <a:gd name="T44" fmla="*/ 13 w 145"/>
              <a:gd name="T45" fmla="*/ 74 h 121"/>
              <a:gd name="T46" fmla="*/ 12 w 145"/>
              <a:gd name="T47" fmla="*/ 76 h 121"/>
              <a:gd name="T48" fmla="*/ 12 w 145"/>
              <a:gd name="T49" fmla="*/ 106 h 121"/>
              <a:gd name="T50" fmla="*/ 13 w 145"/>
              <a:gd name="T51" fmla="*/ 108 h 121"/>
              <a:gd name="T52" fmla="*/ 15 w 145"/>
              <a:gd name="T53" fmla="*/ 109 h 121"/>
              <a:gd name="T54" fmla="*/ 130 w 145"/>
              <a:gd name="T55" fmla="*/ 109 h 121"/>
              <a:gd name="T56" fmla="*/ 132 w 145"/>
              <a:gd name="T57" fmla="*/ 108 h 121"/>
              <a:gd name="T58" fmla="*/ 133 w 145"/>
              <a:gd name="T59" fmla="*/ 106 h 121"/>
              <a:gd name="T60" fmla="*/ 17 w 145"/>
              <a:gd name="T61" fmla="*/ 61 h 121"/>
              <a:gd name="T62" fmla="*/ 128 w 145"/>
              <a:gd name="T63" fmla="*/ 61 h 121"/>
              <a:gd name="T64" fmla="*/ 113 w 145"/>
              <a:gd name="T65" fmla="*/ 15 h 121"/>
              <a:gd name="T66" fmla="*/ 112 w 145"/>
              <a:gd name="T67" fmla="*/ 13 h 121"/>
              <a:gd name="T68" fmla="*/ 109 w 145"/>
              <a:gd name="T69" fmla="*/ 13 h 121"/>
              <a:gd name="T70" fmla="*/ 36 w 145"/>
              <a:gd name="T71" fmla="*/ 13 h 121"/>
              <a:gd name="T72" fmla="*/ 33 w 145"/>
              <a:gd name="T73" fmla="*/ 13 h 121"/>
              <a:gd name="T74" fmla="*/ 32 w 145"/>
              <a:gd name="T75" fmla="*/ 15 h 121"/>
              <a:gd name="T76" fmla="*/ 17 w 145"/>
              <a:gd name="T77" fmla="*/ 61 h 121"/>
              <a:gd name="T78" fmla="*/ 96 w 145"/>
              <a:gd name="T79" fmla="*/ 86 h 121"/>
              <a:gd name="T80" fmla="*/ 98 w 145"/>
              <a:gd name="T81" fmla="*/ 91 h 121"/>
              <a:gd name="T82" fmla="*/ 96 w 145"/>
              <a:gd name="T83" fmla="*/ 97 h 121"/>
              <a:gd name="T84" fmla="*/ 91 w 145"/>
              <a:gd name="T85" fmla="*/ 99 h 121"/>
              <a:gd name="T86" fmla="*/ 85 w 145"/>
              <a:gd name="T87" fmla="*/ 97 h 121"/>
              <a:gd name="T88" fmla="*/ 83 w 145"/>
              <a:gd name="T89" fmla="*/ 91 h 121"/>
              <a:gd name="T90" fmla="*/ 85 w 145"/>
              <a:gd name="T91" fmla="*/ 86 h 121"/>
              <a:gd name="T92" fmla="*/ 91 w 145"/>
              <a:gd name="T93" fmla="*/ 84 h 121"/>
              <a:gd name="T94" fmla="*/ 96 w 145"/>
              <a:gd name="T95" fmla="*/ 86 h 121"/>
              <a:gd name="T96" fmla="*/ 120 w 145"/>
              <a:gd name="T97" fmla="*/ 86 h 121"/>
              <a:gd name="T98" fmla="*/ 122 w 145"/>
              <a:gd name="T99" fmla="*/ 91 h 121"/>
              <a:gd name="T100" fmla="*/ 120 w 145"/>
              <a:gd name="T101" fmla="*/ 97 h 121"/>
              <a:gd name="T102" fmla="*/ 115 w 145"/>
              <a:gd name="T103" fmla="*/ 99 h 121"/>
              <a:gd name="T104" fmla="*/ 109 w 145"/>
              <a:gd name="T105" fmla="*/ 97 h 121"/>
              <a:gd name="T106" fmla="*/ 107 w 145"/>
              <a:gd name="T107" fmla="*/ 91 h 121"/>
              <a:gd name="T108" fmla="*/ 109 w 145"/>
              <a:gd name="T109" fmla="*/ 86 h 121"/>
              <a:gd name="T110" fmla="*/ 115 w 145"/>
              <a:gd name="T111" fmla="*/ 84 h 121"/>
              <a:gd name="T112" fmla="*/ 120 w 145"/>
              <a:gd name="T113" fmla="*/ 86 h 1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45" h="121">
                <a:moveTo>
                  <a:pt x="145" y="76"/>
                </a:moveTo>
                <a:cubicBezTo>
                  <a:pt x="145" y="106"/>
                  <a:pt x="145" y="106"/>
                  <a:pt x="145" y="106"/>
                </a:cubicBezTo>
                <a:cubicBezTo>
                  <a:pt x="145" y="110"/>
                  <a:pt x="144" y="114"/>
                  <a:pt x="141" y="117"/>
                </a:cubicBezTo>
                <a:cubicBezTo>
                  <a:pt x="138" y="120"/>
                  <a:pt x="134" y="121"/>
                  <a:pt x="130" y="121"/>
                </a:cubicBezTo>
                <a:cubicBezTo>
                  <a:pt x="15" y="121"/>
                  <a:pt x="15" y="121"/>
                  <a:pt x="15" y="121"/>
                </a:cubicBezTo>
                <a:cubicBezTo>
                  <a:pt x="11" y="121"/>
                  <a:pt x="7" y="120"/>
                  <a:pt x="4" y="117"/>
                </a:cubicBezTo>
                <a:cubicBezTo>
                  <a:pt x="1" y="114"/>
                  <a:pt x="0" y="110"/>
                  <a:pt x="0" y="106"/>
                </a:cubicBezTo>
                <a:cubicBezTo>
                  <a:pt x="0" y="76"/>
                  <a:pt x="0" y="76"/>
                  <a:pt x="0" y="76"/>
                </a:cubicBezTo>
                <a:cubicBezTo>
                  <a:pt x="0" y="75"/>
                  <a:pt x="0" y="72"/>
                  <a:pt x="1" y="69"/>
                </a:cubicBezTo>
                <a:cubicBezTo>
                  <a:pt x="20" y="12"/>
                  <a:pt x="20" y="12"/>
                  <a:pt x="20" y="12"/>
                </a:cubicBezTo>
                <a:cubicBezTo>
                  <a:pt x="21" y="8"/>
                  <a:pt x="23" y="6"/>
                  <a:pt x="26" y="4"/>
                </a:cubicBezTo>
                <a:cubicBezTo>
                  <a:pt x="29" y="1"/>
                  <a:pt x="32" y="0"/>
                  <a:pt x="36" y="0"/>
                </a:cubicBezTo>
                <a:cubicBezTo>
                  <a:pt x="109" y="0"/>
                  <a:pt x="109" y="0"/>
                  <a:pt x="109" y="0"/>
                </a:cubicBezTo>
                <a:cubicBezTo>
                  <a:pt x="113" y="0"/>
                  <a:pt x="116" y="1"/>
                  <a:pt x="119" y="4"/>
                </a:cubicBezTo>
                <a:cubicBezTo>
                  <a:pt x="122" y="6"/>
                  <a:pt x="124" y="8"/>
                  <a:pt x="125" y="12"/>
                </a:cubicBezTo>
                <a:cubicBezTo>
                  <a:pt x="144" y="69"/>
                  <a:pt x="144" y="69"/>
                  <a:pt x="144" y="69"/>
                </a:cubicBezTo>
                <a:cubicBezTo>
                  <a:pt x="145" y="72"/>
                  <a:pt x="145" y="75"/>
                  <a:pt x="145" y="76"/>
                </a:cubicBezTo>
                <a:close/>
                <a:moveTo>
                  <a:pt x="133" y="106"/>
                </a:moveTo>
                <a:cubicBezTo>
                  <a:pt x="133" y="76"/>
                  <a:pt x="133" y="76"/>
                  <a:pt x="133" y="76"/>
                </a:cubicBezTo>
                <a:cubicBezTo>
                  <a:pt x="133" y="75"/>
                  <a:pt x="133" y="75"/>
                  <a:pt x="132" y="74"/>
                </a:cubicBezTo>
                <a:cubicBezTo>
                  <a:pt x="131" y="73"/>
                  <a:pt x="131" y="73"/>
                  <a:pt x="130" y="73"/>
                </a:cubicBezTo>
                <a:cubicBezTo>
                  <a:pt x="15" y="73"/>
                  <a:pt x="15" y="73"/>
                  <a:pt x="15" y="73"/>
                </a:cubicBezTo>
                <a:cubicBezTo>
                  <a:pt x="14" y="73"/>
                  <a:pt x="13" y="73"/>
                  <a:pt x="13" y="74"/>
                </a:cubicBezTo>
                <a:cubicBezTo>
                  <a:pt x="12" y="75"/>
                  <a:pt x="12" y="75"/>
                  <a:pt x="12" y="76"/>
                </a:cubicBezTo>
                <a:cubicBezTo>
                  <a:pt x="12" y="106"/>
                  <a:pt x="12" y="106"/>
                  <a:pt x="12" y="106"/>
                </a:cubicBezTo>
                <a:cubicBezTo>
                  <a:pt x="12" y="107"/>
                  <a:pt x="12" y="108"/>
                  <a:pt x="13" y="108"/>
                </a:cubicBezTo>
                <a:cubicBezTo>
                  <a:pt x="13" y="109"/>
                  <a:pt x="14" y="109"/>
                  <a:pt x="15" y="109"/>
                </a:cubicBezTo>
                <a:cubicBezTo>
                  <a:pt x="130" y="109"/>
                  <a:pt x="130" y="109"/>
                  <a:pt x="130" y="109"/>
                </a:cubicBezTo>
                <a:cubicBezTo>
                  <a:pt x="131" y="109"/>
                  <a:pt x="131" y="109"/>
                  <a:pt x="132" y="108"/>
                </a:cubicBezTo>
                <a:cubicBezTo>
                  <a:pt x="133" y="108"/>
                  <a:pt x="133" y="107"/>
                  <a:pt x="133" y="106"/>
                </a:cubicBezTo>
                <a:close/>
                <a:moveTo>
                  <a:pt x="17" y="61"/>
                </a:moveTo>
                <a:cubicBezTo>
                  <a:pt x="128" y="61"/>
                  <a:pt x="128" y="61"/>
                  <a:pt x="128" y="61"/>
                </a:cubicBezTo>
                <a:cubicBezTo>
                  <a:pt x="113" y="15"/>
                  <a:pt x="113" y="15"/>
                  <a:pt x="113" y="15"/>
                </a:cubicBezTo>
                <a:cubicBezTo>
                  <a:pt x="113" y="15"/>
                  <a:pt x="113" y="14"/>
                  <a:pt x="112" y="13"/>
                </a:cubicBezTo>
                <a:cubicBezTo>
                  <a:pt x="111" y="13"/>
                  <a:pt x="110" y="13"/>
                  <a:pt x="109" y="13"/>
                </a:cubicBezTo>
                <a:cubicBezTo>
                  <a:pt x="36" y="13"/>
                  <a:pt x="36" y="13"/>
                  <a:pt x="36" y="13"/>
                </a:cubicBezTo>
                <a:cubicBezTo>
                  <a:pt x="35" y="13"/>
                  <a:pt x="34" y="13"/>
                  <a:pt x="33" y="13"/>
                </a:cubicBezTo>
                <a:cubicBezTo>
                  <a:pt x="32" y="14"/>
                  <a:pt x="32" y="15"/>
                  <a:pt x="32" y="15"/>
                </a:cubicBezTo>
                <a:lnTo>
                  <a:pt x="17" y="61"/>
                </a:lnTo>
                <a:close/>
                <a:moveTo>
                  <a:pt x="96" y="86"/>
                </a:moveTo>
                <a:cubicBezTo>
                  <a:pt x="97" y="87"/>
                  <a:pt x="98" y="89"/>
                  <a:pt x="98" y="91"/>
                </a:cubicBezTo>
                <a:cubicBezTo>
                  <a:pt x="98" y="93"/>
                  <a:pt x="97" y="95"/>
                  <a:pt x="96" y="97"/>
                </a:cubicBezTo>
                <a:cubicBezTo>
                  <a:pt x="94" y="98"/>
                  <a:pt x="93" y="99"/>
                  <a:pt x="91" y="99"/>
                </a:cubicBezTo>
                <a:cubicBezTo>
                  <a:pt x="89" y="99"/>
                  <a:pt x="87" y="98"/>
                  <a:pt x="85" y="97"/>
                </a:cubicBezTo>
                <a:cubicBezTo>
                  <a:pt x="84" y="95"/>
                  <a:pt x="83" y="93"/>
                  <a:pt x="83" y="91"/>
                </a:cubicBezTo>
                <a:cubicBezTo>
                  <a:pt x="83" y="89"/>
                  <a:pt x="84" y="87"/>
                  <a:pt x="85" y="86"/>
                </a:cubicBezTo>
                <a:cubicBezTo>
                  <a:pt x="87" y="84"/>
                  <a:pt x="89" y="84"/>
                  <a:pt x="91" y="84"/>
                </a:cubicBezTo>
                <a:cubicBezTo>
                  <a:pt x="93" y="84"/>
                  <a:pt x="94" y="84"/>
                  <a:pt x="96" y="86"/>
                </a:cubicBezTo>
                <a:close/>
                <a:moveTo>
                  <a:pt x="120" y="86"/>
                </a:moveTo>
                <a:cubicBezTo>
                  <a:pt x="122" y="87"/>
                  <a:pt x="122" y="89"/>
                  <a:pt x="122" y="91"/>
                </a:cubicBezTo>
                <a:cubicBezTo>
                  <a:pt x="122" y="93"/>
                  <a:pt x="122" y="95"/>
                  <a:pt x="120" y="97"/>
                </a:cubicBezTo>
                <a:cubicBezTo>
                  <a:pt x="119" y="98"/>
                  <a:pt x="117" y="99"/>
                  <a:pt x="115" y="99"/>
                </a:cubicBezTo>
                <a:cubicBezTo>
                  <a:pt x="113" y="99"/>
                  <a:pt x="111" y="98"/>
                  <a:pt x="109" y="97"/>
                </a:cubicBezTo>
                <a:cubicBezTo>
                  <a:pt x="108" y="95"/>
                  <a:pt x="107" y="93"/>
                  <a:pt x="107" y="91"/>
                </a:cubicBezTo>
                <a:cubicBezTo>
                  <a:pt x="107" y="89"/>
                  <a:pt x="108" y="87"/>
                  <a:pt x="109" y="86"/>
                </a:cubicBezTo>
                <a:cubicBezTo>
                  <a:pt x="111" y="84"/>
                  <a:pt x="113" y="84"/>
                  <a:pt x="115" y="84"/>
                </a:cubicBezTo>
                <a:cubicBezTo>
                  <a:pt x="117" y="84"/>
                  <a:pt x="119" y="84"/>
                  <a:pt x="120" y="86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54" name="Freeform 156"/>
          <p:cNvSpPr>
            <a:spLocks noEditPoints="1"/>
          </p:cNvSpPr>
          <p:nvPr/>
        </p:nvSpPr>
        <p:spPr bwMode="auto">
          <a:xfrm>
            <a:off x="10585679" y="2680180"/>
            <a:ext cx="242043" cy="209627"/>
          </a:xfrm>
          <a:custGeom>
            <a:avLst/>
            <a:gdLst>
              <a:gd name="T0" fmla="*/ 157 w 169"/>
              <a:gd name="T1" fmla="*/ 49 h 146"/>
              <a:gd name="T2" fmla="*/ 166 w 169"/>
              <a:gd name="T3" fmla="*/ 52 h 146"/>
              <a:gd name="T4" fmla="*/ 169 w 169"/>
              <a:gd name="T5" fmla="*/ 61 h 146"/>
              <a:gd name="T6" fmla="*/ 166 w 169"/>
              <a:gd name="T7" fmla="*/ 69 h 146"/>
              <a:gd name="T8" fmla="*/ 157 w 169"/>
              <a:gd name="T9" fmla="*/ 73 h 146"/>
              <a:gd name="T10" fmla="*/ 157 w 169"/>
              <a:gd name="T11" fmla="*/ 109 h 146"/>
              <a:gd name="T12" fmla="*/ 153 w 169"/>
              <a:gd name="T13" fmla="*/ 118 h 146"/>
              <a:gd name="T14" fmla="*/ 145 w 169"/>
              <a:gd name="T15" fmla="*/ 121 h 146"/>
              <a:gd name="T16" fmla="*/ 68 w 169"/>
              <a:gd name="T17" fmla="*/ 85 h 146"/>
              <a:gd name="T18" fmla="*/ 59 w 169"/>
              <a:gd name="T19" fmla="*/ 92 h 146"/>
              <a:gd name="T20" fmla="*/ 57 w 169"/>
              <a:gd name="T21" fmla="*/ 101 h 146"/>
              <a:gd name="T22" fmla="*/ 60 w 169"/>
              <a:gd name="T23" fmla="*/ 110 h 146"/>
              <a:gd name="T24" fmla="*/ 58 w 169"/>
              <a:gd name="T25" fmla="*/ 116 h 146"/>
              <a:gd name="T26" fmla="*/ 59 w 169"/>
              <a:gd name="T27" fmla="*/ 122 h 146"/>
              <a:gd name="T28" fmla="*/ 62 w 169"/>
              <a:gd name="T29" fmla="*/ 127 h 146"/>
              <a:gd name="T30" fmla="*/ 66 w 169"/>
              <a:gd name="T31" fmla="*/ 132 h 146"/>
              <a:gd name="T32" fmla="*/ 72 w 169"/>
              <a:gd name="T33" fmla="*/ 136 h 146"/>
              <a:gd name="T34" fmla="*/ 62 w 169"/>
              <a:gd name="T35" fmla="*/ 144 h 146"/>
              <a:gd name="T36" fmla="*/ 46 w 169"/>
              <a:gd name="T37" fmla="*/ 145 h 146"/>
              <a:gd name="T38" fmla="*/ 33 w 169"/>
              <a:gd name="T39" fmla="*/ 140 h 146"/>
              <a:gd name="T40" fmla="*/ 31 w 169"/>
              <a:gd name="T41" fmla="*/ 132 h 146"/>
              <a:gd name="T42" fmla="*/ 27 w 169"/>
              <a:gd name="T43" fmla="*/ 123 h 146"/>
              <a:gd name="T44" fmla="*/ 25 w 169"/>
              <a:gd name="T45" fmla="*/ 114 h 146"/>
              <a:gd name="T46" fmla="*/ 24 w 169"/>
              <a:gd name="T47" fmla="*/ 105 h 146"/>
              <a:gd name="T48" fmla="*/ 24 w 169"/>
              <a:gd name="T49" fmla="*/ 95 h 146"/>
              <a:gd name="T50" fmla="*/ 26 w 169"/>
              <a:gd name="T51" fmla="*/ 85 h 146"/>
              <a:gd name="T52" fmla="*/ 15 w 169"/>
              <a:gd name="T53" fmla="*/ 85 h 146"/>
              <a:gd name="T54" fmla="*/ 4 w 169"/>
              <a:gd name="T55" fmla="*/ 81 h 146"/>
              <a:gd name="T56" fmla="*/ 0 w 169"/>
              <a:gd name="T57" fmla="*/ 70 h 146"/>
              <a:gd name="T58" fmla="*/ 0 w 169"/>
              <a:gd name="T59" fmla="*/ 52 h 146"/>
              <a:gd name="T60" fmla="*/ 4 w 169"/>
              <a:gd name="T61" fmla="*/ 41 h 146"/>
              <a:gd name="T62" fmla="*/ 15 w 169"/>
              <a:gd name="T63" fmla="*/ 37 h 146"/>
              <a:gd name="T64" fmla="*/ 60 w 169"/>
              <a:gd name="T65" fmla="*/ 37 h 146"/>
              <a:gd name="T66" fmla="*/ 145 w 169"/>
              <a:gd name="T67" fmla="*/ 0 h 146"/>
              <a:gd name="T68" fmla="*/ 153 w 169"/>
              <a:gd name="T69" fmla="*/ 4 h 146"/>
              <a:gd name="T70" fmla="*/ 157 w 169"/>
              <a:gd name="T71" fmla="*/ 12 h 146"/>
              <a:gd name="T72" fmla="*/ 157 w 169"/>
              <a:gd name="T73" fmla="*/ 49 h 146"/>
              <a:gd name="T74" fmla="*/ 145 w 169"/>
              <a:gd name="T75" fmla="*/ 106 h 146"/>
              <a:gd name="T76" fmla="*/ 145 w 169"/>
              <a:gd name="T77" fmla="*/ 16 h 146"/>
              <a:gd name="T78" fmla="*/ 72 w 169"/>
              <a:gd name="T79" fmla="*/ 48 h 146"/>
              <a:gd name="T80" fmla="*/ 72 w 169"/>
              <a:gd name="T81" fmla="*/ 74 h 146"/>
              <a:gd name="T82" fmla="*/ 145 w 169"/>
              <a:gd name="T83" fmla="*/ 106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69" h="146">
                <a:moveTo>
                  <a:pt x="157" y="49"/>
                </a:moveTo>
                <a:cubicBezTo>
                  <a:pt x="160" y="49"/>
                  <a:pt x="163" y="50"/>
                  <a:pt x="166" y="52"/>
                </a:cubicBezTo>
                <a:cubicBezTo>
                  <a:pt x="168" y="55"/>
                  <a:pt x="169" y="58"/>
                  <a:pt x="169" y="61"/>
                </a:cubicBezTo>
                <a:cubicBezTo>
                  <a:pt x="169" y="64"/>
                  <a:pt x="168" y="67"/>
                  <a:pt x="166" y="69"/>
                </a:cubicBezTo>
                <a:cubicBezTo>
                  <a:pt x="163" y="72"/>
                  <a:pt x="160" y="73"/>
                  <a:pt x="157" y="73"/>
                </a:cubicBezTo>
                <a:cubicBezTo>
                  <a:pt x="157" y="109"/>
                  <a:pt x="157" y="109"/>
                  <a:pt x="157" y="109"/>
                </a:cubicBezTo>
                <a:cubicBezTo>
                  <a:pt x="157" y="113"/>
                  <a:pt x="156" y="115"/>
                  <a:pt x="153" y="118"/>
                </a:cubicBezTo>
                <a:cubicBezTo>
                  <a:pt x="151" y="120"/>
                  <a:pt x="148" y="121"/>
                  <a:pt x="145" y="121"/>
                </a:cubicBezTo>
                <a:cubicBezTo>
                  <a:pt x="119" y="99"/>
                  <a:pt x="93" y="88"/>
                  <a:pt x="68" y="85"/>
                </a:cubicBezTo>
                <a:cubicBezTo>
                  <a:pt x="64" y="87"/>
                  <a:pt x="62" y="89"/>
                  <a:pt x="59" y="92"/>
                </a:cubicBezTo>
                <a:cubicBezTo>
                  <a:pt x="57" y="95"/>
                  <a:pt x="56" y="98"/>
                  <a:pt x="57" y="101"/>
                </a:cubicBezTo>
                <a:cubicBezTo>
                  <a:pt x="57" y="105"/>
                  <a:pt x="58" y="107"/>
                  <a:pt x="60" y="110"/>
                </a:cubicBezTo>
                <a:cubicBezTo>
                  <a:pt x="59" y="112"/>
                  <a:pt x="58" y="114"/>
                  <a:pt x="58" y="116"/>
                </a:cubicBezTo>
                <a:cubicBezTo>
                  <a:pt x="58" y="118"/>
                  <a:pt x="58" y="120"/>
                  <a:pt x="59" y="122"/>
                </a:cubicBezTo>
                <a:cubicBezTo>
                  <a:pt x="59" y="123"/>
                  <a:pt x="60" y="125"/>
                  <a:pt x="62" y="127"/>
                </a:cubicBezTo>
                <a:cubicBezTo>
                  <a:pt x="63" y="129"/>
                  <a:pt x="65" y="130"/>
                  <a:pt x="66" y="132"/>
                </a:cubicBezTo>
                <a:cubicBezTo>
                  <a:pt x="68" y="133"/>
                  <a:pt x="70" y="134"/>
                  <a:pt x="72" y="136"/>
                </a:cubicBezTo>
                <a:cubicBezTo>
                  <a:pt x="70" y="140"/>
                  <a:pt x="67" y="143"/>
                  <a:pt x="62" y="144"/>
                </a:cubicBezTo>
                <a:cubicBezTo>
                  <a:pt x="57" y="146"/>
                  <a:pt x="51" y="146"/>
                  <a:pt x="46" y="145"/>
                </a:cubicBezTo>
                <a:cubicBezTo>
                  <a:pt x="40" y="144"/>
                  <a:pt x="36" y="143"/>
                  <a:pt x="33" y="140"/>
                </a:cubicBezTo>
                <a:cubicBezTo>
                  <a:pt x="33" y="139"/>
                  <a:pt x="32" y="136"/>
                  <a:pt x="31" y="132"/>
                </a:cubicBezTo>
                <a:cubicBezTo>
                  <a:pt x="29" y="128"/>
                  <a:pt x="28" y="125"/>
                  <a:pt x="27" y="123"/>
                </a:cubicBezTo>
                <a:cubicBezTo>
                  <a:pt x="27" y="121"/>
                  <a:pt x="26" y="118"/>
                  <a:pt x="25" y="114"/>
                </a:cubicBezTo>
                <a:cubicBezTo>
                  <a:pt x="24" y="111"/>
                  <a:pt x="24" y="107"/>
                  <a:pt x="24" y="105"/>
                </a:cubicBezTo>
                <a:cubicBezTo>
                  <a:pt x="24" y="102"/>
                  <a:pt x="24" y="99"/>
                  <a:pt x="24" y="95"/>
                </a:cubicBezTo>
                <a:cubicBezTo>
                  <a:pt x="25" y="92"/>
                  <a:pt x="25" y="88"/>
                  <a:pt x="26" y="85"/>
                </a:cubicBezTo>
                <a:cubicBezTo>
                  <a:pt x="15" y="85"/>
                  <a:pt x="15" y="85"/>
                  <a:pt x="15" y="85"/>
                </a:cubicBezTo>
                <a:cubicBezTo>
                  <a:pt x="11" y="85"/>
                  <a:pt x="7" y="84"/>
                  <a:pt x="4" y="81"/>
                </a:cubicBezTo>
                <a:cubicBezTo>
                  <a:pt x="1" y="78"/>
                  <a:pt x="0" y="74"/>
                  <a:pt x="0" y="70"/>
                </a:cubicBezTo>
                <a:cubicBezTo>
                  <a:pt x="0" y="52"/>
                  <a:pt x="0" y="52"/>
                  <a:pt x="0" y="52"/>
                </a:cubicBezTo>
                <a:cubicBezTo>
                  <a:pt x="0" y="48"/>
                  <a:pt x="1" y="44"/>
                  <a:pt x="4" y="41"/>
                </a:cubicBezTo>
                <a:cubicBezTo>
                  <a:pt x="7" y="38"/>
                  <a:pt x="11" y="37"/>
                  <a:pt x="15" y="37"/>
                </a:cubicBezTo>
                <a:cubicBezTo>
                  <a:pt x="60" y="37"/>
                  <a:pt x="60" y="37"/>
                  <a:pt x="60" y="37"/>
                </a:cubicBezTo>
                <a:cubicBezTo>
                  <a:pt x="88" y="37"/>
                  <a:pt x="116" y="25"/>
                  <a:pt x="145" y="0"/>
                </a:cubicBezTo>
                <a:cubicBezTo>
                  <a:pt x="148" y="0"/>
                  <a:pt x="151" y="2"/>
                  <a:pt x="153" y="4"/>
                </a:cubicBezTo>
                <a:cubicBezTo>
                  <a:pt x="156" y="6"/>
                  <a:pt x="157" y="9"/>
                  <a:pt x="157" y="12"/>
                </a:cubicBezTo>
                <a:lnTo>
                  <a:pt x="157" y="49"/>
                </a:lnTo>
                <a:close/>
                <a:moveTo>
                  <a:pt x="145" y="106"/>
                </a:moveTo>
                <a:cubicBezTo>
                  <a:pt x="145" y="16"/>
                  <a:pt x="145" y="16"/>
                  <a:pt x="145" y="16"/>
                </a:cubicBezTo>
                <a:cubicBezTo>
                  <a:pt x="120" y="35"/>
                  <a:pt x="96" y="45"/>
                  <a:pt x="72" y="48"/>
                </a:cubicBezTo>
                <a:cubicBezTo>
                  <a:pt x="72" y="74"/>
                  <a:pt x="72" y="74"/>
                  <a:pt x="72" y="74"/>
                </a:cubicBezTo>
                <a:cubicBezTo>
                  <a:pt x="96" y="76"/>
                  <a:pt x="120" y="87"/>
                  <a:pt x="145" y="106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55" name="Freeform 157"/>
          <p:cNvSpPr>
            <a:spLocks noEditPoints="1"/>
          </p:cNvSpPr>
          <p:nvPr/>
        </p:nvSpPr>
        <p:spPr bwMode="auto">
          <a:xfrm>
            <a:off x="10896876" y="2665051"/>
            <a:ext cx="224755" cy="242043"/>
          </a:xfrm>
          <a:custGeom>
            <a:avLst/>
            <a:gdLst>
              <a:gd name="T0" fmla="*/ 157 w 157"/>
              <a:gd name="T1" fmla="*/ 133 h 170"/>
              <a:gd name="T2" fmla="*/ 153 w 157"/>
              <a:gd name="T3" fmla="*/ 142 h 170"/>
              <a:gd name="T4" fmla="*/ 145 w 157"/>
              <a:gd name="T5" fmla="*/ 145 h 170"/>
              <a:gd name="T6" fmla="*/ 103 w 157"/>
              <a:gd name="T7" fmla="*/ 145 h 170"/>
              <a:gd name="T8" fmla="*/ 95 w 157"/>
              <a:gd name="T9" fmla="*/ 163 h 170"/>
              <a:gd name="T10" fmla="*/ 78 w 157"/>
              <a:gd name="T11" fmla="*/ 170 h 170"/>
              <a:gd name="T12" fmla="*/ 61 w 157"/>
              <a:gd name="T13" fmla="*/ 163 h 170"/>
              <a:gd name="T14" fmla="*/ 54 w 157"/>
              <a:gd name="T15" fmla="*/ 145 h 170"/>
              <a:gd name="T16" fmla="*/ 12 w 157"/>
              <a:gd name="T17" fmla="*/ 145 h 170"/>
              <a:gd name="T18" fmla="*/ 3 w 157"/>
              <a:gd name="T19" fmla="*/ 142 h 170"/>
              <a:gd name="T20" fmla="*/ 0 w 157"/>
              <a:gd name="T21" fmla="*/ 133 h 170"/>
              <a:gd name="T22" fmla="*/ 8 w 157"/>
              <a:gd name="T23" fmla="*/ 125 h 170"/>
              <a:gd name="T24" fmla="*/ 16 w 157"/>
              <a:gd name="T25" fmla="*/ 114 h 170"/>
              <a:gd name="T26" fmla="*/ 23 w 157"/>
              <a:gd name="T27" fmla="*/ 99 h 170"/>
              <a:gd name="T28" fmla="*/ 28 w 157"/>
              <a:gd name="T29" fmla="*/ 79 h 170"/>
              <a:gd name="T30" fmla="*/ 30 w 157"/>
              <a:gd name="T31" fmla="*/ 55 h 170"/>
              <a:gd name="T32" fmla="*/ 41 w 157"/>
              <a:gd name="T33" fmla="*/ 28 h 170"/>
              <a:gd name="T34" fmla="*/ 70 w 157"/>
              <a:gd name="T35" fmla="*/ 13 h 170"/>
              <a:gd name="T36" fmla="*/ 69 w 157"/>
              <a:gd name="T37" fmla="*/ 9 h 170"/>
              <a:gd name="T38" fmla="*/ 72 w 157"/>
              <a:gd name="T39" fmla="*/ 3 h 170"/>
              <a:gd name="T40" fmla="*/ 78 w 157"/>
              <a:gd name="T41" fmla="*/ 0 h 170"/>
              <a:gd name="T42" fmla="*/ 85 w 157"/>
              <a:gd name="T43" fmla="*/ 3 h 170"/>
              <a:gd name="T44" fmla="*/ 87 w 157"/>
              <a:gd name="T45" fmla="*/ 9 h 170"/>
              <a:gd name="T46" fmla="*/ 87 w 157"/>
              <a:gd name="T47" fmla="*/ 13 h 170"/>
              <a:gd name="T48" fmla="*/ 116 w 157"/>
              <a:gd name="T49" fmla="*/ 28 h 170"/>
              <a:gd name="T50" fmla="*/ 127 w 157"/>
              <a:gd name="T51" fmla="*/ 55 h 170"/>
              <a:gd name="T52" fmla="*/ 129 w 157"/>
              <a:gd name="T53" fmla="*/ 79 h 170"/>
              <a:gd name="T54" fmla="*/ 133 w 157"/>
              <a:gd name="T55" fmla="*/ 99 h 170"/>
              <a:gd name="T56" fmla="*/ 140 w 157"/>
              <a:gd name="T57" fmla="*/ 114 h 170"/>
              <a:gd name="T58" fmla="*/ 148 w 157"/>
              <a:gd name="T59" fmla="*/ 125 h 170"/>
              <a:gd name="T60" fmla="*/ 157 w 157"/>
              <a:gd name="T61" fmla="*/ 133 h 170"/>
              <a:gd name="T62" fmla="*/ 80 w 157"/>
              <a:gd name="T63" fmla="*/ 161 h 170"/>
              <a:gd name="T64" fmla="*/ 78 w 157"/>
              <a:gd name="T65" fmla="*/ 159 h 170"/>
              <a:gd name="T66" fmla="*/ 69 w 157"/>
              <a:gd name="T67" fmla="*/ 155 h 170"/>
              <a:gd name="T68" fmla="*/ 65 w 157"/>
              <a:gd name="T69" fmla="*/ 145 h 170"/>
              <a:gd name="T70" fmla="*/ 63 w 157"/>
              <a:gd name="T71" fmla="*/ 144 h 170"/>
              <a:gd name="T72" fmla="*/ 62 w 157"/>
              <a:gd name="T73" fmla="*/ 145 h 170"/>
              <a:gd name="T74" fmla="*/ 67 w 157"/>
              <a:gd name="T75" fmla="*/ 157 h 170"/>
              <a:gd name="T76" fmla="*/ 78 w 157"/>
              <a:gd name="T77" fmla="*/ 162 h 170"/>
              <a:gd name="T78" fmla="*/ 80 w 157"/>
              <a:gd name="T79" fmla="*/ 161 h 1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57" h="170">
                <a:moveTo>
                  <a:pt x="157" y="133"/>
                </a:moveTo>
                <a:cubicBezTo>
                  <a:pt x="157" y="137"/>
                  <a:pt x="156" y="139"/>
                  <a:pt x="153" y="142"/>
                </a:cubicBezTo>
                <a:cubicBezTo>
                  <a:pt x="151" y="144"/>
                  <a:pt x="148" y="145"/>
                  <a:pt x="145" y="145"/>
                </a:cubicBezTo>
                <a:cubicBezTo>
                  <a:pt x="103" y="145"/>
                  <a:pt x="103" y="145"/>
                  <a:pt x="103" y="145"/>
                </a:cubicBezTo>
                <a:cubicBezTo>
                  <a:pt x="103" y="152"/>
                  <a:pt x="100" y="158"/>
                  <a:pt x="95" y="163"/>
                </a:cubicBezTo>
                <a:cubicBezTo>
                  <a:pt x="91" y="167"/>
                  <a:pt x="85" y="170"/>
                  <a:pt x="78" y="170"/>
                </a:cubicBezTo>
                <a:cubicBezTo>
                  <a:pt x="72" y="170"/>
                  <a:pt x="66" y="167"/>
                  <a:pt x="61" y="163"/>
                </a:cubicBezTo>
                <a:cubicBezTo>
                  <a:pt x="56" y="158"/>
                  <a:pt x="54" y="152"/>
                  <a:pt x="54" y="145"/>
                </a:cubicBezTo>
                <a:cubicBezTo>
                  <a:pt x="12" y="145"/>
                  <a:pt x="12" y="145"/>
                  <a:pt x="12" y="145"/>
                </a:cubicBezTo>
                <a:cubicBezTo>
                  <a:pt x="8" y="145"/>
                  <a:pt x="6" y="144"/>
                  <a:pt x="3" y="142"/>
                </a:cubicBezTo>
                <a:cubicBezTo>
                  <a:pt x="1" y="139"/>
                  <a:pt x="0" y="137"/>
                  <a:pt x="0" y="133"/>
                </a:cubicBezTo>
                <a:cubicBezTo>
                  <a:pt x="3" y="131"/>
                  <a:pt x="6" y="128"/>
                  <a:pt x="8" y="125"/>
                </a:cubicBezTo>
                <a:cubicBezTo>
                  <a:pt x="11" y="122"/>
                  <a:pt x="14" y="118"/>
                  <a:pt x="16" y="114"/>
                </a:cubicBezTo>
                <a:cubicBezTo>
                  <a:pt x="19" y="109"/>
                  <a:pt x="21" y="104"/>
                  <a:pt x="23" y="99"/>
                </a:cubicBezTo>
                <a:cubicBezTo>
                  <a:pt x="25" y="93"/>
                  <a:pt x="27" y="87"/>
                  <a:pt x="28" y="79"/>
                </a:cubicBezTo>
                <a:cubicBezTo>
                  <a:pt x="29" y="72"/>
                  <a:pt x="30" y="63"/>
                  <a:pt x="30" y="55"/>
                </a:cubicBezTo>
                <a:cubicBezTo>
                  <a:pt x="30" y="45"/>
                  <a:pt x="34" y="36"/>
                  <a:pt x="41" y="28"/>
                </a:cubicBezTo>
                <a:cubicBezTo>
                  <a:pt x="48" y="20"/>
                  <a:pt x="58" y="15"/>
                  <a:pt x="70" y="13"/>
                </a:cubicBezTo>
                <a:cubicBezTo>
                  <a:pt x="70" y="12"/>
                  <a:pt x="69" y="11"/>
                  <a:pt x="69" y="9"/>
                </a:cubicBezTo>
                <a:cubicBezTo>
                  <a:pt x="69" y="7"/>
                  <a:pt x="70" y="5"/>
                  <a:pt x="72" y="3"/>
                </a:cubicBezTo>
                <a:cubicBezTo>
                  <a:pt x="74" y="1"/>
                  <a:pt x="76" y="0"/>
                  <a:pt x="78" y="0"/>
                </a:cubicBezTo>
                <a:cubicBezTo>
                  <a:pt x="81" y="0"/>
                  <a:pt x="83" y="1"/>
                  <a:pt x="85" y="3"/>
                </a:cubicBezTo>
                <a:cubicBezTo>
                  <a:pt x="87" y="5"/>
                  <a:pt x="87" y="7"/>
                  <a:pt x="87" y="9"/>
                </a:cubicBezTo>
                <a:cubicBezTo>
                  <a:pt x="87" y="11"/>
                  <a:pt x="87" y="12"/>
                  <a:pt x="87" y="13"/>
                </a:cubicBezTo>
                <a:cubicBezTo>
                  <a:pt x="99" y="15"/>
                  <a:pt x="108" y="20"/>
                  <a:pt x="116" y="28"/>
                </a:cubicBezTo>
                <a:cubicBezTo>
                  <a:pt x="123" y="36"/>
                  <a:pt x="127" y="45"/>
                  <a:pt x="127" y="55"/>
                </a:cubicBezTo>
                <a:cubicBezTo>
                  <a:pt x="127" y="63"/>
                  <a:pt x="127" y="72"/>
                  <a:pt x="129" y="79"/>
                </a:cubicBezTo>
                <a:cubicBezTo>
                  <a:pt x="130" y="87"/>
                  <a:pt x="131" y="93"/>
                  <a:pt x="133" y="99"/>
                </a:cubicBezTo>
                <a:cubicBezTo>
                  <a:pt x="135" y="104"/>
                  <a:pt x="138" y="109"/>
                  <a:pt x="140" y="114"/>
                </a:cubicBezTo>
                <a:cubicBezTo>
                  <a:pt x="143" y="118"/>
                  <a:pt x="146" y="122"/>
                  <a:pt x="148" y="125"/>
                </a:cubicBezTo>
                <a:cubicBezTo>
                  <a:pt x="151" y="128"/>
                  <a:pt x="154" y="131"/>
                  <a:pt x="157" y="133"/>
                </a:cubicBezTo>
                <a:close/>
                <a:moveTo>
                  <a:pt x="80" y="161"/>
                </a:moveTo>
                <a:cubicBezTo>
                  <a:pt x="80" y="160"/>
                  <a:pt x="79" y="159"/>
                  <a:pt x="78" y="159"/>
                </a:cubicBezTo>
                <a:cubicBezTo>
                  <a:pt x="75" y="159"/>
                  <a:pt x="71" y="158"/>
                  <a:pt x="69" y="155"/>
                </a:cubicBezTo>
                <a:cubicBezTo>
                  <a:pt x="66" y="152"/>
                  <a:pt x="65" y="149"/>
                  <a:pt x="65" y="145"/>
                </a:cubicBezTo>
                <a:cubicBezTo>
                  <a:pt x="65" y="144"/>
                  <a:pt x="64" y="144"/>
                  <a:pt x="63" y="144"/>
                </a:cubicBezTo>
                <a:cubicBezTo>
                  <a:pt x="62" y="144"/>
                  <a:pt x="62" y="144"/>
                  <a:pt x="62" y="145"/>
                </a:cubicBezTo>
                <a:cubicBezTo>
                  <a:pt x="62" y="150"/>
                  <a:pt x="63" y="154"/>
                  <a:pt x="67" y="157"/>
                </a:cubicBezTo>
                <a:cubicBezTo>
                  <a:pt x="70" y="160"/>
                  <a:pt x="74" y="162"/>
                  <a:pt x="78" y="162"/>
                </a:cubicBezTo>
                <a:cubicBezTo>
                  <a:pt x="79" y="162"/>
                  <a:pt x="80" y="162"/>
                  <a:pt x="80" y="16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56" name="Freeform 158"/>
          <p:cNvSpPr>
            <a:spLocks/>
          </p:cNvSpPr>
          <p:nvPr/>
        </p:nvSpPr>
        <p:spPr bwMode="auto">
          <a:xfrm>
            <a:off x="11190787" y="2680180"/>
            <a:ext cx="207464" cy="209627"/>
          </a:xfrm>
          <a:custGeom>
            <a:avLst/>
            <a:gdLst>
              <a:gd name="T0" fmla="*/ 131 w 146"/>
              <a:gd name="T1" fmla="*/ 73 h 146"/>
              <a:gd name="T2" fmla="*/ 144 w 146"/>
              <a:gd name="T3" fmla="*/ 86 h 146"/>
              <a:gd name="T4" fmla="*/ 146 w 146"/>
              <a:gd name="T5" fmla="*/ 92 h 146"/>
              <a:gd name="T6" fmla="*/ 141 w 146"/>
              <a:gd name="T7" fmla="*/ 97 h 146"/>
              <a:gd name="T8" fmla="*/ 123 w 146"/>
              <a:gd name="T9" fmla="*/ 102 h 146"/>
              <a:gd name="T10" fmla="*/ 128 w 146"/>
              <a:gd name="T11" fmla="*/ 119 h 146"/>
              <a:gd name="T12" fmla="*/ 126 w 146"/>
              <a:gd name="T13" fmla="*/ 126 h 146"/>
              <a:gd name="T14" fmla="*/ 120 w 146"/>
              <a:gd name="T15" fmla="*/ 128 h 146"/>
              <a:gd name="T16" fmla="*/ 102 w 146"/>
              <a:gd name="T17" fmla="*/ 123 h 146"/>
              <a:gd name="T18" fmla="*/ 97 w 146"/>
              <a:gd name="T19" fmla="*/ 140 h 146"/>
              <a:gd name="T20" fmla="*/ 93 w 146"/>
              <a:gd name="T21" fmla="*/ 145 h 146"/>
              <a:gd name="T22" fmla="*/ 91 w 146"/>
              <a:gd name="T23" fmla="*/ 146 h 146"/>
              <a:gd name="T24" fmla="*/ 86 w 146"/>
              <a:gd name="T25" fmla="*/ 143 h 146"/>
              <a:gd name="T26" fmla="*/ 73 w 146"/>
              <a:gd name="T27" fmla="*/ 130 h 146"/>
              <a:gd name="T28" fmla="*/ 60 w 146"/>
              <a:gd name="T29" fmla="*/ 143 h 146"/>
              <a:gd name="T30" fmla="*/ 54 w 146"/>
              <a:gd name="T31" fmla="*/ 145 h 146"/>
              <a:gd name="T32" fmla="*/ 49 w 146"/>
              <a:gd name="T33" fmla="*/ 140 h 146"/>
              <a:gd name="T34" fmla="*/ 44 w 146"/>
              <a:gd name="T35" fmla="*/ 123 h 146"/>
              <a:gd name="T36" fmla="*/ 27 w 146"/>
              <a:gd name="T37" fmla="*/ 128 h 146"/>
              <a:gd name="T38" fmla="*/ 20 w 146"/>
              <a:gd name="T39" fmla="*/ 126 h 146"/>
              <a:gd name="T40" fmla="*/ 18 w 146"/>
              <a:gd name="T41" fmla="*/ 119 h 146"/>
              <a:gd name="T42" fmla="*/ 23 w 146"/>
              <a:gd name="T43" fmla="*/ 102 h 146"/>
              <a:gd name="T44" fmla="*/ 6 w 146"/>
              <a:gd name="T45" fmla="*/ 97 h 146"/>
              <a:gd name="T46" fmla="*/ 1 w 146"/>
              <a:gd name="T47" fmla="*/ 92 h 146"/>
              <a:gd name="T48" fmla="*/ 3 w 146"/>
              <a:gd name="T49" fmla="*/ 86 h 146"/>
              <a:gd name="T50" fmla="*/ 16 w 146"/>
              <a:gd name="T51" fmla="*/ 73 h 146"/>
              <a:gd name="T52" fmla="*/ 3 w 146"/>
              <a:gd name="T53" fmla="*/ 60 h 146"/>
              <a:gd name="T54" fmla="*/ 1 w 146"/>
              <a:gd name="T55" fmla="*/ 54 h 146"/>
              <a:gd name="T56" fmla="*/ 6 w 146"/>
              <a:gd name="T57" fmla="*/ 49 h 146"/>
              <a:gd name="T58" fmla="*/ 23 w 146"/>
              <a:gd name="T59" fmla="*/ 44 h 146"/>
              <a:gd name="T60" fmla="*/ 18 w 146"/>
              <a:gd name="T61" fmla="*/ 27 h 146"/>
              <a:gd name="T62" fmla="*/ 20 w 146"/>
              <a:gd name="T63" fmla="*/ 20 h 146"/>
              <a:gd name="T64" fmla="*/ 27 w 146"/>
              <a:gd name="T65" fmla="*/ 18 h 146"/>
              <a:gd name="T66" fmla="*/ 44 w 146"/>
              <a:gd name="T67" fmla="*/ 23 h 146"/>
              <a:gd name="T68" fmla="*/ 49 w 146"/>
              <a:gd name="T69" fmla="*/ 5 h 146"/>
              <a:gd name="T70" fmla="*/ 54 w 146"/>
              <a:gd name="T71" fmla="*/ 1 h 146"/>
              <a:gd name="T72" fmla="*/ 60 w 146"/>
              <a:gd name="T73" fmla="*/ 2 h 146"/>
              <a:gd name="T74" fmla="*/ 73 w 146"/>
              <a:gd name="T75" fmla="*/ 16 h 146"/>
              <a:gd name="T76" fmla="*/ 86 w 146"/>
              <a:gd name="T77" fmla="*/ 2 h 146"/>
              <a:gd name="T78" fmla="*/ 93 w 146"/>
              <a:gd name="T79" fmla="*/ 1 h 146"/>
              <a:gd name="T80" fmla="*/ 97 w 146"/>
              <a:gd name="T81" fmla="*/ 5 h 146"/>
              <a:gd name="T82" fmla="*/ 102 w 146"/>
              <a:gd name="T83" fmla="*/ 23 h 146"/>
              <a:gd name="T84" fmla="*/ 120 w 146"/>
              <a:gd name="T85" fmla="*/ 18 h 146"/>
              <a:gd name="T86" fmla="*/ 126 w 146"/>
              <a:gd name="T87" fmla="*/ 20 h 146"/>
              <a:gd name="T88" fmla="*/ 128 w 146"/>
              <a:gd name="T89" fmla="*/ 27 h 146"/>
              <a:gd name="T90" fmla="*/ 123 w 146"/>
              <a:gd name="T91" fmla="*/ 44 h 146"/>
              <a:gd name="T92" fmla="*/ 141 w 146"/>
              <a:gd name="T93" fmla="*/ 49 h 146"/>
              <a:gd name="T94" fmla="*/ 146 w 146"/>
              <a:gd name="T95" fmla="*/ 54 h 146"/>
              <a:gd name="T96" fmla="*/ 144 w 146"/>
              <a:gd name="T97" fmla="*/ 60 h 146"/>
              <a:gd name="T98" fmla="*/ 131 w 146"/>
              <a:gd name="T99" fmla="*/ 73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46" h="146">
                <a:moveTo>
                  <a:pt x="131" y="73"/>
                </a:moveTo>
                <a:cubicBezTo>
                  <a:pt x="144" y="86"/>
                  <a:pt x="144" y="86"/>
                  <a:pt x="144" y="86"/>
                </a:cubicBezTo>
                <a:cubicBezTo>
                  <a:pt x="146" y="87"/>
                  <a:pt x="146" y="90"/>
                  <a:pt x="146" y="92"/>
                </a:cubicBezTo>
                <a:cubicBezTo>
                  <a:pt x="145" y="95"/>
                  <a:pt x="143" y="97"/>
                  <a:pt x="141" y="97"/>
                </a:cubicBezTo>
                <a:cubicBezTo>
                  <a:pt x="123" y="102"/>
                  <a:pt x="123" y="102"/>
                  <a:pt x="123" y="102"/>
                </a:cubicBezTo>
                <a:cubicBezTo>
                  <a:pt x="128" y="119"/>
                  <a:pt x="128" y="119"/>
                  <a:pt x="128" y="119"/>
                </a:cubicBezTo>
                <a:cubicBezTo>
                  <a:pt x="129" y="122"/>
                  <a:pt x="128" y="124"/>
                  <a:pt x="126" y="126"/>
                </a:cubicBezTo>
                <a:cubicBezTo>
                  <a:pt x="124" y="128"/>
                  <a:pt x="122" y="128"/>
                  <a:pt x="120" y="128"/>
                </a:cubicBezTo>
                <a:cubicBezTo>
                  <a:pt x="102" y="123"/>
                  <a:pt x="102" y="123"/>
                  <a:pt x="102" y="123"/>
                </a:cubicBezTo>
                <a:cubicBezTo>
                  <a:pt x="97" y="140"/>
                  <a:pt x="97" y="140"/>
                  <a:pt x="97" y="140"/>
                </a:cubicBezTo>
                <a:cubicBezTo>
                  <a:pt x="97" y="143"/>
                  <a:pt x="95" y="145"/>
                  <a:pt x="93" y="145"/>
                </a:cubicBezTo>
                <a:cubicBezTo>
                  <a:pt x="92" y="145"/>
                  <a:pt x="91" y="146"/>
                  <a:pt x="91" y="146"/>
                </a:cubicBezTo>
                <a:cubicBezTo>
                  <a:pt x="89" y="146"/>
                  <a:pt x="87" y="145"/>
                  <a:pt x="86" y="143"/>
                </a:cubicBezTo>
                <a:cubicBezTo>
                  <a:pt x="73" y="130"/>
                  <a:pt x="73" y="130"/>
                  <a:pt x="73" y="130"/>
                </a:cubicBezTo>
                <a:cubicBezTo>
                  <a:pt x="60" y="143"/>
                  <a:pt x="60" y="143"/>
                  <a:pt x="60" y="143"/>
                </a:cubicBezTo>
                <a:cubicBezTo>
                  <a:pt x="59" y="145"/>
                  <a:pt x="56" y="146"/>
                  <a:pt x="54" y="145"/>
                </a:cubicBezTo>
                <a:cubicBezTo>
                  <a:pt x="51" y="145"/>
                  <a:pt x="50" y="143"/>
                  <a:pt x="49" y="140"/>
                </a:cubicBezTo>
                <a:cubicBezTo>
                  <a:pt x="44" y="123"/>
                  <a:pt x="44" y="123"/>
                  <a:pt x="44" y="123"/>
                </a:cubicBezTo>
                <a:cubicBezTo>
                  <a:pt x="27" y="128"/>
                  <a:pt x="27" y="128"/>
                  <a:pt x="27" y="128"/>
                </a:cubicBezTo>
                <a:cubicBezTo>
                  <a:pt x="24" y="128"/>
                  <a:pt x="22" y="128"/>
                  <a:pt x="20" y="126"/>
                </a:cubicBezTo>
                <a:cubicBezTo>
                  <a:pt x="18" y="124"/>
                  <a:pt x="18" y="122"/>
                  <a:pt x="18" y="119"/>
                </a:cubicBezTo>
                <a:cubicBezTo>
                  <a:pt x="23" y="102"/>
                  <a:pt x="23" y="102"/>
                  <a:pt x="23" y="102"/>
                </a:cubicBezTo>
                <a:cubicBezTo>
                  <a:pt x="6" y="97"/>
                  <a:pt x="6" y="97"/>
                  <a:pt x="6" y="97"/>
                </a:cubicBezTo>
                <a:cubicBezTo>
                  <a:pt x="3" y="97"/>
                  <a:pt x="2" y="95"/>
                  <a:pt x="1" y="92"/>
                </a:cubicBezTo>
                <a:cubicBezTo>
                  <a:pt x="0" y="90"/>
                  <a:pt x="1" y="87"/>
                  <a:pt x="3" y="86"/>
                </a:cubicBezTo>
                <a:cubicBezTo>
                  <a:pt x="16" y="73"/>
                  <a:pt x="16" y="73"/>
                  <a:pt x="16" y="73"/>
                </a:cubicBezTo>
                <a:cubicBezTo>
                  <a:pt x="3" y="60"/>
                  <a:pt x="3" y="60"/>
                  <a:pt x="3" y="60"/>
                </a:cubicBezTo>
                <a:cubicBezTo>
                  <a:pt x="1" y="58"/>
                  <a:pt x="0" y="56"/>
                  <a:pt x="1" y="54"/>
                </a:cubicBezTo>
                <a:cubicBezTo>
                  <a:pt x="2" y="51"/>
                  <a:pt x="3" y="49"/>
                  <a:pt x="6" y="49"/>
                </a:cubicBezTo>
                <a:cubicBezTo>
                  <a:pt x="23" y="44"/>
                  <a:pt x="23" y="44"/>
                  <a:pt x="23" y="44"/>
                </a:cubicBezTo>
                <a:cubicBezTo>
                  <a:pt x="18" y="27"/>
                  <a:pt x="18" y="27"/>
                  <a:pt x="18" y="27"/>
                </a:cubicBezTo>
                <a:cubicBezTo>
                  <a:pt x="18" y="24"/>
                  <a:pt x="18" y="22"/>
                  <a:pt x="20" y="20"/>
                </a:cubicBezTo>
                <a:cubicBezTo>
                  <a:pt x="22" y="18"/>
                  <a:pt x="24" y="17"/>
                  <a:pt x="27" y="18"/>
                </a:cubicBezTo>
                <a:cubicBezTo>
                  <a:pt x="44" y="23"/>
                  <a:pt x="44" y="23"/>
                  <a:pt x="44" y="23"/>
                </a:cubicBezTo>
                <a:cubicBezTo>
                  <a:pt x="49" y="5"/>
                  <a:pt x="49" y="5"/>
                  <a:pt x="49" y="5"/>
                </a:cubicBezTo>
                <a:cubicBezTo>
                  <a:pt x="50" y="3"/>
                  <a:pt x="51" y="1"/>
                  <a:pt x="54" y="1"/>
                </a:cubicBezTo>
                <a:cubicBezTo>
                  <a:pt x="56" y="0"/>
                  <a:pt x="59" y="0"/>
                  <a:pt x="60" y="2"/>
                </a:cubicBezTo>
                <a:cubicBezTo>
                  <a:pt x="73" y="16"/>
                  <a:pt x="73" y="16"/>
                  <a:pt x="73" y="16"/>
                </a:cubicBezTo>
                <a:cubicBezTo>
                  <a:pt x="86" y="2"/>
                  <a:pt x="86" y="2"/>
                  <a:pt x="86" y="2"/>
                </a:cubicBezTo>
                <a:cubicBezTo>
                  <a:pt x="88" y="1"/>
                  <a:pt x="90" y="0"/>
                  <a:pt x="93" y="1"/>
                </a:cubicBezTo>
                <a:cubicBezTo>
                  <a:pt x="95" y="1"/>
                  <a:pt x="97" y="3"/>
                  <a:pt x="97" y="5"/>
                </a:cubicBezTo>
                <a:cubicBezTo>
                  <a:pt x="102" y="23"/>
                  <a:pt x="102" y="23"/>
                  <a:pt x="102" y="23"/>
                </a:cubicBezTo>
                <a:cubicBezTo>
                  <a:pt x="120" y="18"/>
                  <a:pt x="120" y="18"/>
                  <a:pt x="120" y="18"/>
                </a:cubicBezTo>
                <a:cubicBezTo>
                  <a:pt x="122" y="17"/>
                  <a:pt x="124" y="18"/>
                  <a:pt x="126" y="20"/>
                </a:cubicBezTo>
                <a:cubicBezTo>
                  <a:pt x="128" y="22"/>
                  <a:pt x="129" y="24"/>
                  <a:pt x="128" y="27"/>
                </a:cubicBezTo>
                <a:cubicBezTo>
                  <a:pt x="123" y="44"/>
                  <a:pt x="123" y="44"/>
                  <a:pt x="123" y="44"/>
                </a:cubicBezTo>
                <a:cubicBezTo>
                  <a:pt x="141" y="49"/>
                  <a:pt x="141" y="49"/>
                  <a:pt x="141" y="49"/>
                </a:cubicBezTo>
                <a:cubicBezTo>
                  <a:pt x="143" y="49"/>
                  <a:pt x="145" y="51"/>
                  <a:pt x="146" y="54"/>
                </a:cubicBezTo>
                <a:cubicBezTo>
                  <a:pt x="146" y="56"/>
                  <a:pt x="146" y="58"/>
                  <a:pt x="144" y="60"/>
                </a:cubicBezTo>
                <a:lnTo>
                  <a:pt x="131" y="73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57" name="Freeform 159"/>
          <p:cNvSpPr>
            <a:spLocks noEditPoints="1"/>
          </p:cNvSpPr>
          <p:nvPr/>
        </p:nvSpPr>
        <p:spPr bwMode="auto">
          <a:xfrm>
            <a:off x="793751" y="3110237"/>
            <a:ext cx="242043" cy="209627"/>
          </a:xfrm>
          <a:custGeom>
            <a:avLst/>
            <a:gdLst>
              <a:gd name="T0" fmla="*/ 162 w 169"/>
              <a:gd name="T1" fmla="*/ 78 h 146"/>
              <a:gd name="T2" fmla="*/ 129 w 169"/>
              <a:gd name="T3" fmla="*/ 85 h 146"/>
              <a:gd name="T4" fmla="*/ 126 w 169"/>
              <a:gd name="T5" fmla="*/ 100 h 146"/>
              <a:gd name="T6" fmla="*/ 112 w 169"/>
              <a:gd name="T7" fmla="*/ 138 h 146"/>
              <a:gd name="T8" fmla="*/ 60 w 169"/>
              <a:gd name="T9" fmla="*/ 139 h 146"/>
              <a:gd name="T10" fmla="*/ 12 w 169"/>
              <a:gd name="T11" fmla="*/ 133 h 146"/>
              <a:gd name="T12" fmla="*/ 0 w 169"/>
              <a:gd name="T13" fmla="*/ 121 h 146"/>
              <a:gd name="T14" fmla="*/ 3 w 169"/>
              <a:gd name="T15" fmla="*/ 52 h 146"/>
              <a:gd name="T16" fmla="*/ 39 w 169"/>
              <a:gd name="T17" fmla="*/ 49 h 146"/>
              <a:gd name="T18" fmla="*/ 44 w 169"/>
              <a:gd name="T19" fmla="*/ 47 h 146"/>
              <a:gd name="T20" fmla="*/ 48 w 169"/>
              <a:gd name="T21" fmla="*/ 43 h 146"/>
              <a:gd name="T22" fmla="*/ 52 w 169"/>
              <a:gd name="T23" fmla="*/ 39 h 146"/>
              <a:gd name="T24" fmla="*/ 62 w 169"/>
              <a:gd name="T25" fmla="*/ 25 h 146"/>
              <a:gd name="T26" fmla="*/ 69 w 169"/>
              <a:gd name="T27" fmla="*/ 13 h 146"/>
              <a:gd name="T28" fmla="*/ 78 w 169"/>
              <a:gd name="T29" fmla="*/ 2 h 146"/>
              <a:gd name="T30" fmla="*/ 104 w 169"/>
              <a:gd name="T31" fmla="*/ 7 h 146"/>
              <a:gd name="T32" fmla="*/ 110 w 169"/>
              <a:gd name="T33" fmla="*/ 37 h 146"/>
              <a:gd name="T34" fmla="*/ 162 w 169"/>
              <a:gd name="T35" fmla="*/ 44 h 146"/>
              <a:gd name="T36" fmla="*/ 22 w 169"/>
              <a:gd name="T37" fmla="*/ 120 h 146"/>
              <a:gd name="T38" fmla="*/ 22 w 169"/>
              <a:gd name="T39" fmla="*/ 111 h 146"/>
              <a:gd name="T40" fmla="*/ 14 w 169"/>
              <a:gd name="T41" fmla="*/ 111 h 146"/>
              <a:gd name="T42" fmla="*/ 14 w 169"/>
              <a:gd name="T43" fmla="*/ 120 h 146"/>
              <a:gd name="T44" fmla="*/ 22 w 169"/>
              <a:gd name="T45" fmla="*/ 120 h 146"/>
              <a:gd name="T46" fmla="*/ 154 w 169"/>
              <a:gd name="T47" fmla="*/ 52 h 146"/>
              <a:gd name="T48" fmla="*/ 91 w 169"/>
              <a:gd name="T49" fmla="*/ 49 h 146"/>
              <a:gd name="T50" fmla="*/ 95 w 169"/>
              <a:gd name="T51" fmla="*/ 39 h 146"/>
              <a:gd name="T52" fmla="*/ 100 w 169"/>
              <a:gd name="T53" fmla="*/ 25 h 146"/>
              <a:gd name="T54" fmla="*/ 85 w 169"/>
              <a:gd name="T55" fmla="*/ 12 h 146"/>
              <a:gd name="T56" fmla="*/ 73 w 169"/>
              <a:gd name="T57" fmla="*/ 32 h 146"/>
              <a:gd name="T58" fmla="*/ 53 w 169"/>
              <a:gd name="T59" fmla="*/ 55 h 146"/>
              <a:gd name="T60" fmla="*/ 36 w 169"/>
              <a:gd name="T61" fmla="*/ 61 h 146"/>
              <a:gd name="T62" fmla="*/ 39 w 169"/>
              <a:gd name="T63" fmla="*/ 121 h 146"/>
              <a:gd name="T64" fmla="*/ 73 w 169"/>
              <a:gd name="T65" fmla="*/ 130 h 146"/>
              <a:gd name="T66" fmla="*/ 108 w 169"/>
              <a:gd name="T67" fmla="*/ 118 h 146"/>
              <a:gd name="T68" fmla="*/ 112 w 169"/>
              <a:gd name="T69" fmla="*/ 107 h 146"/>
              <a:gd name="T70" fmla="*/ 112 w 169"/>
              <a:gd name="T71" fmla="*/ 94 h 146"/>
              <a:gd name="T72" fmla="*/ 116 w 169"/>
              <a:gd name="T73" fmla="*/ 77 h 146"/>
              <a:gd name="T74" fmla="*/ 145 w 169"/>
              <a:gd name="T75" fmla="*/ 73 h 146"/>
              <a:gd name="T76" fmla="*/ 157 w 169"/>
              <a:gd name="T77" fmla="*/ 61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69" h="146">
                <a:moveTo>
                  <a:pt x="169" y="61"/>
                </a:moveTo>
                <a:cubicBezTo>
                  <a:pt x="169" y="67"/>
                  <a:pt x="167" y="73"/>
                  <a:pt x="162" y="78"/>
                </a:cubicBezTo>
                <a:cubicBezTo>
                  <a:pt x="157" y="83"/>
                  <a:pt x="152" y="85"/>
                  <a:pt x="145" y="85"/>
                </a:cubicBezTo>
                <a:cubicBezTo>
                  <a:pt x="129" y="85"/>
                  <a:pt x="129" y="85"/>
                  <a:pt x="129" y="85"/>
                </a:cubicBezTo>
                <a:cubicBezTo>
                  <a:pt x="129" y="89"/>
                  <a:pt x="128" y="93"/>
                  <a:pt x="126" y="96"/>
                </a:cubicBezTo>
                <a:cubicBezTo>
                  <a:pt x="126" y="98"/>
                  <a:pt x="126" y="99"/>
                  <a:pt x="126" y="100"/>
                </a:cubicBezTo>
                <a:cubicBezTo>
                  <a:pt x="126" y="107"/>
                  <a:pt x="124" y="112"/>
                  <a:pt x="120" y="117"/>
                </a:cubicBezTo>
                <a:cubicBezTo>
                  <a:pt x="120" y="126"/>
                  <a:pt x="118" y="133"/>
                  <a:pt x="112" y="138"/>
                </a:cubicBezTo>
                <a:cubicBezTo>
                  <a:pt x="107" y="143"/>
                  <a:pt x="100" y="146"/>
                  <a:pt x="91" y="146"/>
                </a:cubicBezTo>
                <a:cubicBezTo>
                  <a:pt x="82" y="146"/>
                  <a:pt x="72" y="143"/>
                  <a:pt x="60" y="139"/>
                </a:cubicBezTo>
                <a:cubicBezTo>
                  <a:pt x="50" y="135"/>
                  <a:pt x="43" y="133"/>
                  <a:pt x="39" y="133"/>
                </a:cubicBezTo>
                <a:cubicBezTo>
                  <a:pt x="12" y="133"/>
                  <a:pt x="12" y="133"/>
                  <a:pt x="12" y="133"/>
                </a:cubicBezTo>
                <a:cubicBezTo>
                  <a:pt x="9" y="133"/>
                  <a:pt x="6" y="132"/>
                  <a:pt x="3" y="130"/>
                </a:cubicBezTo>
                <a:cubicBezTo>
                  <a:pt x="1" y="128"/>
                  <a:pt x="0" y="125"/>
                  <a:pt x="0" y="121"/>
                </a:cubicBezTo>
                <a:cubicBezTo>
                  <a:pt x="0" y="61"/>
                  <a:pt x="0" y="61"/>
                  <a:pt x="0" y="61"/>
                </a:cubicBezTo>
                <a:cubicBezTo>
                  <a:pt x="0" y="57"/>
                  <a:pt x="1" y="55"/>
                  <a:pt x="3" y="52"/>
                </a:cubicBezTo>
                <a:cubicBezTo>
                  <a:pt x="6" y="50"/>
                  <a:pt x="9" y="49"/>
                  <a:pt x="12" y="49"/>
                </a:cubicBezTo>
                <a:cubicBezTo>
                  <a:pt x="39" y="49"/>
                  <a:pt x="39" y="49"/>
                  <a:pt x="39" y="49"/>
                </a:cubicBezTo>
                <a:cubicBezTo>
                  <a:pt x="40" y="49"/>
                  <a:pt x="41" y="49"/>
                  <a:pt x="41" y="48"/>
                </a:cubicBezTo>
                <a:cubicBezTo>
                  <a:pt x="42" y="48"/>
                  <a:pt x="43" y="48"/>
                  <a:pt x="44" y="47"/>
                </a:cubicBezTo>
                <a:cubicBezTo>
                  <a:pt x="44" y="46"/>
                  <a:pt x="45" y="46"/>
                  <a:pt x="46" y="45"/>
                </a:cubicBezTo>
                <a:cubicBezTo>
                  <a:pt x="46" y="45"/>
                  <a:pt x="47" y="44"/>
                  <a:pt x="48" y="43"/>
                </a:cubicBezTo>
                <a:cubicBezTo>
                  <a:pt x="49" y="42"/>
                  <a:pt x="49" y="42"/>
                  <a:pt x="50" y="41"/>
                </a:cubicBezTo>
                <a:cubicBezTo>
                  <a:pt x="50" y="41"/>
                  <a:pt x="51" y="40"/>
                  <a:pt x="52" y="39"/>
                </a:cubicBezTo>
                <a:cubicBezTo>
                  <a:pt x="52" y="38"/>
                  <a:pt x="53" y="38"/>
                  <a:pt x="53" y="37"/>
                </a:cubicBezTo>
                <a:cubicBezTo>
                  <a:pt x="57" y="33"/>
                  <a:pt x="60" y="29"/>
                  <a:pt x="62" y="25"/>
                </a:cubicBezTo>
                <a:cubicBezTo>
                  <a:pt x="63" y="24"/>
                  <a:pt x="64" y="22"/>
                  <a:pt x="66" y="19"/>
                </a:cubicBezTo>
                <a:cubicBezTo>
                  <a:pt x="67" y="17"/>
                  <a:pt x="68" y="15"/>
                  <a:pt x="69" y="13"/>
                </a:cubicBezTo>
                <a:cubicBezTo>
                  <a:pt x="70" y="11"/>
                  <a:pt x="71" y="9"/>
                  <a:pt x="73" y="7"/>
                </a:cubicBezTo>
                <a:cubicBezTo>
                  <a:pt x="74" y="5"/>
                  <a:pt x="76" y="3"/>
                  <a:pt x="78" y="2"/>
                </a:cubicBezTo>
                <a:cubicBezTo>
                  <a:pt x="80" y="1"/>
                  <a:pt x="82" y="0"/>
                  <a:pt x="85" y="0"/>
                </a:cubicBezTo>
                <a:cubicBezTo>
                  <a:pt x="93" y="0"/>
                  <a:pt x="99" y="2"/>
                  <a:pt x="104" y="7"/>
                </a:cubicBezTo>
                <a:cubicBezTo>
                  <a:pt x="109" y="11"/>
                  <a:pt x="112" y="17"/>
                  <a:pt x="112" y="25"/>
                </a:cubicBezTo>
                <a:cubicBezTo>
                  <a:pt x="112" y="29"/>
                  <a:pt x="111" y="33"/>
                  <a:pt x="110" y="37"/>
                </a:cubicBezTo>
                <a:cubicBezTo>
                  <a:pt x="145" y="37"/>
                  <a:pt x="145" y="37"/>
                  <a:pt x="145" y="37"/>
                </a:cubicBezTo>
                <a:cubicBezTo>
                  <a:pt x="152" y="37"/>
                  <a:pt x="157" y="39"/>
                  <a:pt x="162" y="44"/>
                </a:cubicBezTo>
                <a:cubicBezTo>
                  <a:pt x="167" y="49"/>
                  <a:pt x="169" y="54"/>
                  <a:pt x="169" y="61"/>
                </a:cubicBezTo>
                <a:close/>
                <a:moveTo>
                  <a:pt x="22" y="120"/>
                </a:moveTo>
                <a:cubicBezTo>
                  <a:pt x="24" y="118"/>
                  <a:pt x="24" y="117"/>
                  <a:pt x="24" y="115"/>
                </a:cubicBezTo>
                <a:cubicBezTo>
                  <a:pt x="24" y="114"/>
                  <a:pt x="24" y="112"/>
                  <a:pt x="22" y="111"/>
                </a:cubicBezTo>
                <a:cubicBezTo>
                  <a:pt x="21" y="110"/>
                  <a:pt x="20" y="109"/>
                  <a:pt x="18" y="109"/>
                </a:cubicBezTo>
                <a:cubicBezTo>
                  <a:pt x="16" y="109"/>
                  <a:pt x="15" y="110"/>
                  <a:pt x="14" y="111"/>
                </a:cubicBezTo>
                <a:cubicBezTo>
                  <a:pt x="13" y="112"/>
                  <a:pt x="12" y="114"/>
                  <a:pt x="12" y="115"/>
                </a:cubicBezTo>
                <a:cubicBezTo>
                  <a:pt x="12" y="117"/>
                  <a:pt x="13" y="118"/>
                  <a:pt x="14" y="120"/>
                </a:cubicBezTo>
                <a:cubicBezTo>
                  <a:pt x="15" y="121"/>
                  <a:pt x="16" y="121"/>
                  <a:pt x="18" y="121"/>
                </a:cubicBezTo>
                <a:cubicBezTo>
                  <a:pt x="20" y="121"/>
                  <a:pt x="21" y="121"/>
                  <a:pt x="22" y="120"/>
                </a:cubicBezTo>
                <a:close/>
                <a:moveTo>
                  <a:pt x="157" y="61"/>
                </a:moveTo>
                <a:cubicBezTo>
                  <a:pt x="157" y="58"/>
                  <a:pt x="156" y="55"/>
                  <a:pt x="154" y="52"/>
                </a:cubicBezTo>
                <a:cubicBezTo>
                  <a:pt x="151" y="50"/>
                  <a:pt x="148" y="49"/>
                  <a:pt x="145" y="49"/>
                </a:cubicBezTo>
                <a:cubicBezTo>
                  <a:pt x="91" y="49"/>
                  <a:pt x="91" y="49"/>
                  <a:pt x="91" y="49"/>
                </a:cubicBezTo>
                <a:cubicBezTo>
                  <a:pt x="91" y="47"/>
                  <a:pt x="91" y="46"/>
                  <a:pt x="92" y="44"/>
                </a:cubicBezTo>
                <a:cubicBezTo>
                  <a:pt x="93" y="42"/>
                  <a:pt x="94" y="41"/>
                  <a:pt x="95" y="39"/>
                </a:cubicBezTo>
                <a:cubicBezTo>
                  <a:pt x="96" y="37"/>
                  <a:pt x="97" y="35"/>
                  <a:pt x="98" y="33"/>
                </a:cubicBezTo>
                <a:cubicBezTo>
                  <a:pt x="99" y="30"/>
                  <a:pt x="100" y="27"/>
                  <a:pt x="100" y="25"/>
                </a:cubicBezTo>
                <a:cubicBezTo>
                  <a:pt x="100" y="20"/>
                  <a:pt x="98" y="17"/>
                  <a:pt x="96" y="15"/>
                </a:cubicBezTo>
                <a:cubicBezTo>
                  <a:pt x="93" y="13"/>
                  <a:pt x="89" y="12"/>
                  <a:pt x="85" y="12"/>
                </a:cubicBezTo>
                <a:cubicBezTo>
                  <a:pt x="83" y="12"/>
                  <a:pt x="80" y="17"/>
                  <a:pt x="76" y="26"/>
                </a:cubicBezTo>
                <a:cubicBezTo>
                  <a:pt x="75" y="28"/>
                  <a:pt x="73" y="30"/>
                  <a:pt x="73" y="32"/>
                </a:cubicBezTo>
                <a:cubicBezTo>
                  <a:pt x="70" y="36"/>
                  <a:pt x="67" y="40"/>
                  <a:pt x="62" y="45"/>
                </a:cubicBezTo>
                <a:cubicBezTo>
                  <a:pt x="58" y="51"/>
                  <a:pt x="54" y="54"/>
                  <a:pt x="53" y="55"/>
                </a:cubicBezTo>
                <a:cubicBezTo>
                  <a:pt x="48" y="59"/>
                  <a:pt x="44" y="61"/>
                  <a:pt x="39" y="61"/>
                </a:cubicBezTo>
                <a:cubicBezTo>
                  <a:pt x="36" y="61"/>
                  <a:pt x="36" y="61"/>
                  <a:pt x="36" y="61"/>
                </a:cubicBezTo>
                <a:cubicBezTo>
                  <a:pt x="36" y="121"/>
                  <a:pt x="36" y="121"/>
                  <a:pt x="36" y="121"/>
                </a:cubicBezTo>
                <a:cubicBezTo>
                  <a:pt x="39" y="121"/>
                  <a:pt x="39" y="121"/>
                  <a:pt x="39" y="121"/>
                </a:cubicBezTo>
                <a:cubicBezTo>
                  <a:pt x="44" y="121"/>
                  <a:pt x="49" y="122"/>
                  <a:pt x="55" y="124"/>
                </a:cubicBezTo>
                <a:cubicBezTo>
                  <a:pt x="61" y="126"/>
                  <a:pt x="67" y="128"/>
                  <a:pt x="73" y="130"/>
                </a:cubicBezTo>
                <a:cubicBezTo>
                  <a:pt x="80" y="132"/>
                  <a:pt x="85" y="133"/>
                  <a:pt x="90" y="133"/>
                </a:cubicBezTo>
                <a:cubicBezTo>
                  <a:pt x="102" y="133"/>
                  <a:pt x="108" y="128"/>
                  <a:pt x="108" y="118"/>
                </a:cubicBezTo>
                <a:cubicBezTo>
                  <a:pt x="108" y="116"/>
                  <a:pt x="108" y="114"/>
                  <a:pt x="108" y="112"/>
                </a:cubicBezTo>
                <a:cubicBezTo>
                  <a:pt x="110" y="111"/>
                  <a:pt x="111" y="110"/>
                  <a:pt x="112" y="107"/>
                </a:cubicBezTo>
                <a:cubicBezTo>
                  <a:pt x="113" y="105"/>
                  <a:pt x="114" y="103"/>
                  <a:pt x="114" y="100"/>
                </a:cubicBezTo>
                <a:cubicBezTo>
                  <a:pt x="114" y="98"/>
                  <a:pt x="113" y="96"/>
                  <a:pt x="112" y="94"/>
                </a:cubicBezTo>
                <a:cubicBezTo>
                  <a:pt x="116" y="91"/>
                  <a:pt x="117" y="87"/>
                  <a:pt x="117" y="83"/>
                </a:cubicBezTo>
                <a:cubicBezTo>
                  <a:pt x="117" y="81"/>
                  <a:pt x="117" y="79"/>
                  <a:pt x="116" y="77"/>
                </a:cubicBezTo>
                <a:cubicBezTo>
                  <a:pt x="116" y="76"/>
                  <a:pt x="115" y="74"/>
                  <a:pt x="114" y="73"/>
                </a:cubicBezTo>
                <a:cubicBezTo>
                  <a:pt x="145" y="73"/>
                  <a:pt x="145" y="73"/>
                  <a:pt x="145" y="73"/>
                </a:cubicBezTo>
                <a:cubicBezTo>
                  <a:pt x="148" y="73"/>
                  <a:pt x="151" y="72"/>
                  <a:pt x="154" y="69"/>
                </a:cubicBezTo>
                <a:cubicBezTo>
                  <a:pt x="156" y="67"/>
                  <a:pt x="157" y="64"/>
                  <a:pt x="157" y="6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58" name="Freeform 160"/>
          <p:cNvSpPr>
            <a:spLocks noEditPoints="1"/>
          </p:cNvSpPr>
          <p:nvPr/>
        </p:nvSpPr>
        <p:spPr bwMode="auto">
          <a:xfrm>
            <a:off x="1094145" y="3110237"/>
            <a:ext cx="244204" cy="209627"/>
          </a:xfrm>
          <a:custGeom>
            <a:avLst/>
            <a:gdLst>
              <a:gd name="T0" fmla="*/ 170 w 170"/>
              <a:gd name="T1" fmla="*/ 121 h 146"/>
              <a:gd name="T2" fmla="*/ 157 w 170"/>
              <a:gd name="T3" fmla="*/ 133 h 146"/>
              <a:gd name="T4" fmla="*/ 109 w 170"/>
              <a:gd name="T5" fmla="*/ 139 h 146"/>
              <a:gd name="T6" fmla="*/ 57 w 170"/>
              <a:gd name="T7" fmla="*/ 138 h 146"/>
              <a:gd name="T8" fmla="*/ 49 w 170"/>
              <a:gd name="T9" fmla="*/ 117 h 146"/>
              <a:gd name="T10" fmla="*/ 44 w 170"/>
              <a:gd name="T11" fmla="*/ 96 h 146"/>
              <a:gd name="T12" fmla="*/ 24 w 170"/>
              <a:gd name="T13" fmla="*/ 85 h 146"/>
              <a:gd name="T14" fmla="*/ 0 w 170"/>
              <a:gd name="T15" fmla="*/ 61 h 146"/>
              <a:gd name="T16" fmla="*/ 24 w 170"/>
              <a:gd name="T17" fmla="*/ 37 h 146"/>
              <a:gd name="T18" fmla="*/ 58 w 170"/>
              <a:gd name="T19" fmla="*/ 25 h 146"/>
              <a:gd name="T20" fmla="*/ 85 w 170"/>
              <a:gd name="T21" fmla="*/ 0 h 146"/>
              <a:gd name="T22" fmla="*/ 97 w 170"/>
              <a:gd name="T23" fmla="*/ 7 h 146"/>
              <a:gd name="T24" fmla="*/ 104 w 170"/>
              <a:gd name="T25" fmla="*/ 19 h 146"/>
              <a:gd name="T26" fmla="*/ 117 w 170"/>
              <a:gd name="T27" fmla="*/ 37 h 146"/>
              <a:gd name="T28" fmla="*/ 120 w 170"/>
              <a:gd name="T29" fmla="*/ 41 h 146"/>
              <a:gd name="T30" fmla="*/ 124 w 170"/>
              <a:gd name="T31" fmla="*/ 45 h 146"/>
              <a:gd name="T32" fmla="*/ 128 w 170"/>
              <a:gd name="T33" fmla="*/ 48 h 146"/>
              <a:gd name="T34" fmla="*/ 157 w 170"/>
              <a:gd name="T35" fmla="*/ 49 h 146"/>
              <a:gd name="T36" fmla="*/ 170 w 170"/>
              <a:gd name="T37" fmla="*/ 61 h 146"/>
              <a:gd name="T38" fmla="*/ 133 w 170"/>
              <a:gd name="T39" fmla="*/ 121 h 146"/>
              <a:gd name="T40" fmla="*/ 130 w 170"/>
              <a:gd name="T41" fmla="*/ 61 h 146"/>
              <a:gd name="T42" fmla="*/ 118 w 170"/>
              <a:gd name="T43" fmla="*/ 56 h 146"/>
              <a:gd name="T44" fmla="*/ 109 w 170"/>
              <a:gd name="T45" fmla="*/ 47 h 146"/>
              <a:gd name="T46" fmla="*/ 108 w 170"/>
              <a:gd name="T47" fmla="*/ 46 h 146"/>
              <a:gd name="T48" fmla="*/ 97 w 170"/>
              <a:gd name="T49" fmla="*/ 32 h 146"/>
              <a:gd name="T50" fmla="*/ 92 w 170"/>
              <a:gd name="T51" fmla="*/ 23 h 146"/>
              <a:gd name="T52" fmla="*/ 89 w 170"/>
              <a:gd name="T53" fmla="*/ 16 h 146"/>
              <a:gd name="T54" fmla="*/ 85 w 170"/>
              <a:gd name="T55" fmla="*/ 12 h 146"/>
              <a:gd name="T56" fmla="*/ 70 w 170"/>
              <a:gd name="T57" fmla="*/ 25 h 146"/>
              <a:gd name="T58" fmla="*/ 74 w 170"/>
              <a:gd name="T59" fmla="*/ 39 h 146"/>
              <a:gd name="T60" fmla="*/ 79 w 170"/>
              <a:gd name="T61" fmla="*/ 49 h 146"/>
              <a:gd name="T62" fmla="*/ 16 w 170"/>
              <a:gd name="T63" fmla="*/ 52 h 146"/>
              <a:gd name="T64" fmla="*/ 16 w 170"/>
              <a:gd name="T65" fmla="*/ 69 h 146"/>
              <a:gd name="T66" fmla="*/ 56 w 170"/>
              <a:gd name="T67" fmla="*/ 73 h 146"/>
              <a:gd name="T68" fmla="*/ 52 w 170"/>
              <a:gd name="T69" fmla="*/ 83 h 146"/>
              <a:gd name="T70" fmla="*/ 56 w 170"/>
              <a:gd name="T71" fmla="*/ 100 h 146"/>
              <a:gd name="T72" fmla="*/ 62 w 170"/>
              <a:gd name="T73" fmla="*/ 112 h 146"/>
              <a:gd name="T74" fmla="*/ 66 w 170"/>
              <a:gd name="T75" fmla="*/ 130 h 146"/>
              <a:gd name="T76" fmla="*/ 96 w 170"/>
              <a:gd name="T77" fmla="*/ 130 h 146"/>
              <a:gd name="T78" fmla="*/ 130 w 170"/>
              <a:gd name="T79" fmla="*/ 121 h 146"/>
              <a:gd name="T80" fmla="*/ 157 w 170"/>
              <a:gd name="T81" fmla="*/ 115 h 146"/>
              <a:gd name="T82" fmla="*/ 151 w 170"/>
              <a:gd name="T83" fmla="*/ 109 h 146"/>
              <a:gd name="T84" fmla="*/ 145 w 170"/>
              <a:gd name="T85" fmla="*/ 115 h 146"/>
              <a:gd name="T86" fmla="*/ 151 w 170"/>
              <a:gd name="T87" fmla="*/ 121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70" h="146">
                <a:moveTo>
                  <a:pt x="170" y="61"/>
                </a:moveTo>
                <a:cubicBezTo>
                  <a:pt x="170" y="121"/>
                  <a:pt x="170" y="121"/>
                  <a:pt x="170" y="121"/>
                </a:cubicBezTo>
                <a:cubicBezTo>
                  <a:pt x="170" y="125"/>
                  <a:pt x="168" y="128"/>
                  <a:pt x="166" y="130"/>
                </a:cubicBezTo>
                <a:cubicBezTo>
                  <a:pt x="164" y="132"/>
                  <a:pt x="161" y="133"/>
                  <a:pt x="157" y="133"/>
                </a:cubicBezTo>
                <a:cubicBezTo>
                  <a:pt x="130" y="133"/>
                  <a:pt x="130" y="133"/>
                  <a:pt x="130" y="133"/>
                </a:cubicBezTo>
                <a:cubicBezTo>
                  <a:pt x="127" y="133"/>
                  <a:pt x="120" y="135"/>
                  <a:pt x="109" y="139"/>
                </a:cubicBezTo>
                <a:cubicBezTo>
                  <a:pt x="97" y="143"/>
                  <a:pt x="87" y="146"/>
                  <a:pt x="79" y="146"/>
                </a:cubicBezTo>
                <a:cubicBezTo>
                  <a:pt x="70" y="146"/>
                  <a:pt x="63" y="143"/>
                  <a:pt x="57" y="138"/>
                </a:cubicBezTo>
                <a:cubicBezTo>
                  <a:pt x="52" y="133"/>
                  <a:pt x="49" y="126"/>
                  <a:pt x="49" y="118"/>
                </a:cubicBezTo>
                <a:cubicBezTo>
                  <a:pt x="49" y="117"/>
                  <a:pt x="49" y="117"/>
                  <a:pt x="49" y="117"/>
                </a:cubicBezTo>
                <a:cubicBezTo>
                  <a:pt x="45" y="112"/>
                  <a:pt x="44" y="107"/>
                  <a:pt x="44" y="100"/>
                </a:cubicBezTo>
                <a:cubicBezTo>
                  <a:pt x="44" y="99"/>
                  <a:pt x="44" y="98"/>
                  <a:pt x="44" y="96"/>
                </a:cubicBezTo>
                <a:cubicBezTo>
                  <a:pt x="42" y="93"/>
                  <a:pt x="41" y="89"/>
                  <a:pt x="40" y="85"/>
                </a:cubicBezTo>
                <a:cubicBezTo>
                  <a:pt x="24" y="85"/>
                  <a:pt x="24" y="85"/>
                  <a:pt x="24" y="85"/>
                </a:cubicBezTo>
                <a:cubicBezTo>
                  <a:pt x="18" y="85"/>
                  <a:pt x="12" y="83"/>
                  <a:pt x="7" y="78"/>
                </a:cubicBezTo>
                <a:cubicBezTo>
                  <a:pt x="3" y="73"/>
                  <a:pt x="0" y="67"/>
                  <a:pt x="0" y="61"/>
                </a:cubicBezTo>
                <a:cubicBezTo>
                  <a:pt x="0" y="54"/>
                  <a:pt x="3" y="49"/>
                  <a:pt x="7" y="44"/>
                </a:cubicBezTo>
                <a:cubicBezTo>
                  <a:pt x="12" y="39"/>
                  <a:pt x="18" y="37"/>
                  <a:pt x="24" y="37"/>
                </a:cubicBezTo>
                <a:cubicBezTo>
                  <a:pt x="60" y="37"/>
                  <a:pt x="60" y="37"/>
                  <a:pt x="60" y="37"/>
                </a:cubicBezTo>
                <a:cubicBezTo>
                  <a:pt x="58" y="33"/>
                  <a:pt x="58" y="29"/>
                  <a:pt x="58" y="25"/>
                </a:cubicBezTo>
                <a:cubicBezTo>
                  <a:pt x="58" y="17"/>
                  <a:pt x="60" y="11"/>
                  <a:pt x="65" y="7"/>
                </a:cubicBezTo>
                <a:cubicBezTo>
                  <a:pt x="70" y="2"/>
                  <a:pt x="77" y="0"/>
                  <a:pt x="85" y="0"/>
                </a:cubicBezTo>
                <a:cubicBezTo>
                  <a:pt x="87" y="0"/>
                  <a:pt x="89" y="1"/>
                  <a:pt x="91" y="2"/>
                </a:cubicBezTo>
                <a:cubicBezTo>
                  <a:pt x="93" y="3"/>
                  <a:pt x="95" y="5"/>
                  <a:pt x="97" y="7"/>
                </a:cubicBezTo>
                <a:cubicBezTo>
                  <a:pt x="98" y="9"/>
                  <a:pt x="99" y="11"/>
                  <a:pt x="100" y="13"/>
                </a:cubicBezTo>
                <a:cubicBezTo>
                  <a:pt x="102" y="15"/>
                  <a:pt x="103" y="17"/>
                  <a:pt x="104" y="19"/>
                </a:cubicBezTo>
                <a:cubicBezTo>
                  <a:pt x="105" y="22"/>
                  <a:pt x="106" y="24"/>
                  <a:pt x="107" y="25"/>
                </a:cubicBezTo>
                <a:cubicBezTo>
                  <a:pt x="109" y="29"/>
                  <a:pt x="112" y="33"/>
                  <a:pt x="117" y="37"/>
                </a:cubicBezTo>
                <a:cubicBezTo>
                  <a:pt x="117" y="38"/>
                  <a:pt x="117" y="38"/>
                  <a:pt x="118" y="39"/>
                </a:cubicBezTo>
                <a:cubicBezTo>
                  <a:pt x="119" y="40"/>
                  <a:pt x="119" y="41"/>
                  <a:pt x="120" y="41"/>
                </a:cubicBezTo>
                <a:cubicBezTo>
                  <a:pt x="120" y="42"/>
                  <a:pt x="121" y="42"/>
                  <a:pt x="122" y="43"/>
                </a:cubicBezTo>
                <a:cubicBezTo>
                  <a:pt x="122" y="44"/>
                  <a:pt x="123" y="45"/>
                  <a:pt x="124" y="45"/>
                </a:cubicBezTo>
                <a:cubicBezTo>
                  <a:pt x="125" y="46"/>
                  <a:pt x="125" y="46"/>
                  <a:pt x="126" y="47"/>
                </a:cubicBezTo>
                <a:cubicBezTo>
                  <a:pt x="127" y="48"/>
                  <a:pt x="128" y="48"/>
                  <a:pt x="128" y="48"/>
                </a:cubicBezTo>
                <a:cubicBezTo>
                  <a:pt x="129" y="49"/>
                  <a:pt x="130" y="49"/>
                  <a:pt x="130" y="49"/>
                </a:cubicBezTo>
                <a:cubicBezTo>
                  <a:pt x="157" y="49"/>
                  <a:pt x="157" y="49"/>
                  <a:pt x="157" y="49"/>
                </a:cubicBezTo>
                <a:cubicBezTo>
                  <a:pt x="161" y="49"/>
                  <a:pt x="164" y="50"/>
                  <a:pt x="166" y="52"/>
                </a:cubicBezTo>
                <a:cubicBezTo>
                  <a:pt x="168" y="55"/>
                  <a:pt x="170" y="57"/>
                  <a:pt x="170" y="61"/>
                </a:cubicBezTo>
                <a:close/>
                <a:moveTo>
                  <a:pt x="130" y="121"/>
                </a:moveTo>
                <a:cubicBezTo>
                  <a:pt x="133" y="121"/>
                  <a:pt x="133" y="121"/>
                  <a:pt x="133" y="121"/>
                </a:cubicBezTo>
                <a:cubicBezTo>
                  <a:pt x="133" y="61"/>
                  <a:pt x="133" y="61"/>
                  <a:pt x="133" y="61"/>
                </a:cubicBezTo>
                <a:cubicBezTo>
                  <a:pt x="130" y="61"/>
                  <a:pt x="130" y="61"/>
                  <a:pt x="130" y="61"/>
                </a:cubicBezTo>
                <a:cubicBezTo>
                  <a:pt x="128" y="61"/>
                  <a:pt x="126" y="60"/>
                  <a:pt x="124" y="60"/>
                </a:cubicBezTo>
                <a:cubicBezTo>
                  <a:pt x="122" y="59"/>
                  <a:pt x="120" y="58"/>
                  <a:pt x="118" y="56"/>
                </a:cubicBezTo>
                <a:cubicBezTo>
                  <a:pt x="116" y="55"/>
                  <a:pt x="115" y="53"/>
                  <a:pt x="113" y="52"/>
                </a:cubicBezTo>
                <a:cubicBezTo>
                  <a:pt x="112" y="51"/>
                  <a:pt x="110" y="49"/>
                  <a:pt x="109" y="47"/>
                </a:cubicBezTo>
                <a:cubicBezTo>
                  <a:pt x="108" y="47"/>
                  <a:pt x="108" y="46"/>
                  <a:pt x="108" y="46"/>
                </a:cubicBezTo>
                <a:cubicBezTo>
                  <a:pt x="108" y="46"/>
                  <a:pt x="108" y="46"/>
                  <a:pt x="108" y="46"/>
                </a:cubicBezTo>
                <a:cubicBezTo>
                  <a:pt x="108" y="46"/>
                  <a:pt x="108" y="46"/>
                  <a:pt x="107" y="45"/>
                </a:cubicBezTo>
                <a:cubicBezTo>
                  <a:pt x="103" y="40"/>
                  <a:pt x="99" y="36"/>
                  <a:pt x="97" y="32"/>
                </a:cubicBezTo>
                <a:cubicBezTo>
                  <a:pt x="96" y="30"/>
                  <a:pt x="95" y="28"/>
                  <a:pt x="93" y="25"/>
                </a:cubicBezTo>
                <a:cubicBezTo>
                  <a:pt x="93" y="25"/>
                  <a:pt x="93" y="24"/>
                  <a:pt x="92" y="23"/>
                </a:cubicBezTo>
                <a:cubicBezTo>
                  <a:pt x="92" y="22"/>
                  <a:pt x="91" y="21"/>
                  <a:pt x="91" y="20"/>
                </a:cubicBezTo>
                <a:cubicBezTo>
                  <a:pt x="90" y="19"/>
                  <a:pt x="89" y="18"/>
                  <a:pt x="89" y="16"/>
                </a:cubicBezTo>
                <a:cubicBezTo>
                  <a:pt x="88" y="15"/>
                  <a:pt x="87" y="14"/>
                  <a:pt x="87" y="14"/>
                </a:cubicBezTo>
                <a:cubicBezTo>
                  <a:pt x="86" y="13"/>
                  <a:pt x="85" y="12"/>
                  <a:pt x="85" y="12"/>
                </a:cubicBezTo>
                <a:cubicBezTo>
                  <a:pt x="80" y="12"/>
                  <a:pt x="77" y="13"/>
                  <a:pt x="74" y="15"/>
                </a:cubicBezTo>
                <a:cubicBezTo>
                  <a:pt x="71" y="17"/>
                  <a:pt x="70" y="20"/>
                  <a:pt x="70" y="25"/>
                </a:cubicBezTo>
                <a:cubicBezTo>
                  <a:pt x="70" y="27"/>
                  <a:pt x="70" y="30"/>
                  <a:pt x="71" y="33"/>
                </a:cubicBezTo>
                <a:cubicBezTo>
                  <a:pt x="72" y="35"/>
                  <a:pt x="73" y="37"/>
                  <a:pt x="74" y="39"/>
                </a:cubicBezTo>
                <a:cubicBezTo>
                  <a:pt x="75" y="41"/>
                  <a:pt x="76" y="42"/>
                  <a:pt x="77" y="44"/>
                </a:cubicBezTo>
                <a:cubicBezTo>
                  <a:pt x="78" y="46"/>
                  <a:pt x="79" y="47"/>
                  <a:pt x="79" y="49"/>
                </a:cubicBezTo>
                <a:cubicBezTo>
                  <a:pt x="24" y="49"/>
                  <a:pt x="24" y="49"/>
                  <a:pt x="24" y="49"/>
                </a:cubicBezTo>
                <a:cubicBezTo>
                  <a:pt x="21" y="49"/>
                  <a:pt x="18" y="50"/>
                  <a:pt x="16" y="52"/>
                </a:cubicBezTo>
                <a:cubicBezTo>
                  <a:pt x="13" y="55"/>
                  <a:pt x="12" y="58"/>
                  <a:pt x="12" y="61"/>
                </a:cubicBezTo>
                <a:cubicBezTo>
                  <a:pt x="12" y="64"/>
                  <a:pt x="13" y="67"/>
                  <a:pt x="16" y="69"/>
                </a:cubicBezTo>
                <a:cubicBezTo>
                  <a:pt x="18" y="72"/>
                  <a:pt x="21" y="73"/>
                  <a:pt x="24" y="73"/>
                </a:cubicBezTo>
                <a:cubicBezTo>
                  <a:pt x="56" y="73"/>
                  <a:pt x="56" y="73"/>
                  <a:pt x="56" y="73"/>
                </a:cubicBezTo>
                <a:cubicBezTo>
                  <a:pt x="55" y="74"/>
                  <a:pt x="54" y="76"/>
                  <a:pt x="53" y="77"/>
                </a:cubicBezTo>
                <a:cubicBezTo>
                  <a:pt x="53" y="79"/>
                  <a:pt x="52" y="81"/>
                  <a:pt x="52" y="83"/>
                </a:cubicBezTo>
                <a:cubicBezTo>
                  <a:pt x="52" y="87"/>
                  <a:pt x="54" y="91"/>
                  <a:pt x="57" y="94"/>
                </a:cubicBezTo>
                <a:cubicBezTo>
                  <a:pt x="56" y="96"/>
                  <a:pt x="56" y="98"/>
                  <a:pt x="56" y="100"/>
                </a:cubicBezTo>
                <a:cubicBezTo>
                  <a:pt x="56" y="103"/>
                  <a:pt x="56" y="105"/>
                  <a:pt x="57" y="107"/>
                </a:cubicBezTo>
                <a:cubicBezTo>
                  <a:pt x="58" y="110"/>
                  <a:pt x="60" y="111"/>
                  <a:pt x="62" y="112"/>
                </a:cubicBezTo>
                <a:cubicBezTo>
                  <a:pt x="62" y="114"/>
                  <a:pt x="61" y="116"/>
                  <a:pt x="61" y="118"/>
                </a:cubicBezTo>
                <a:cubicBezTo>
                  <a:pt x="61" y="123"/>
                  <a:pt x="63" y="127"/>
                  <a:pt x="66" y="130"/>
                </a:cubicBezTo>
                <a:cubicBezTo>
                  <a:pt x="69" y="132"/>
                  <a:pt x="73" y="133"/>
                  <a:pt x="79" y="133"/>
                </a:cubicBezTo>
                <a:cubicBezTo>
                  <a:pt x="84" y="133"/>
                  <a:pt x="90" y="132"/>
                  <a:pt x="96" y="130"/>
                </a:cubicBezTo>
                <a:cubicBezTo>
                  <a:pt x="102" y="128"/>
                  <a:pt x="108" y="126"/>
                  <a:pt x="114" y="124"/>
                </a:cubicBezTo>
                <a:cubicBezTo>
                  <a:pt x="120" y="122"/>
                  <a:pt x="126" y="121"/>
                  <a:pt x="130" y="121"/>
                </a:cubicBezTo>
                <a:close/>
                <a:moveTo>
                  <a:pt x="156" y="120"/>
                </a:moveTo>
                <a:cubicBezTo>
                  <a:pt x="157" y="118"/>
                  <a:pt x="157" y="117"/>
                  <a:pt x="157" y="115"/>
                </a:cubicBezTo>
                <a:cubicBezTo>
                  <a:pt x="157" y="114"/>
                  <a:pt x="157" y="112"/>
                  <a:pt x="156" y="111"/>
                </a:cubicBezTo>
                <a:cubicBezTo>
                  <a:pt x="155" y="110"/>
                  <a:pt x="153" y="109"/>
                  <a:pt x="151" y="109"/>
                </a:cubicBezTo>
                <a:cubicBezTo>
                  <a:pt x="150" y="109"/>
                  <a:pt x="148" y="110"/>
                  <a:pt x="147" y="111"/>
                </a:cubicBezTo>
                <a:cubicBezTo>
                  <a:pt x="146" y="112"/>
                  <a:pt x="145" y="114"/>
                  <a:pt x="145" y="115"/>
                </a:cubicBezTo>
                <a:cubicBezTo>
                  <a:pt x="145" y="117"/>
                  <a:pt x="146" y="118"/>
                  <a:pt x="147" y="120"/>
                </a:cubicBezTo>
                <a:cubicBezTo>
                  <a:pt x="148" y="121"/>
                  <a:pt x="150" y="121"/>
                  <a:pt x="151" y="121"/>
                </a:cubicBezTo>
                <a:cubicBezTo>
                  <a:pt x="153" y="121"/>
                  <a:pt x="155" y="121"/>
                  <a:pt x="156" y="12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59" name="Freeform 161"/>
          <p:cNvSpPr>
            <a:spLocks noEditPoints="1"/>
          </p:cNvSpPr>
          <p:nvPr/>
        </p:nvSpPr>
        <p:spPr bwMode="auto">
          <a:xfrm>
            <a:off x="1396697" y="3092949"/>
            <a:ext cx="207464" cy="244204"/>
          </a:xfrm>
          <a:custGeom>
            <a:avLst/>
            <a:gdLst>
              <a:gd name="T0" fmla="*/ 139 w 146"/>
              <a:gd name="T1" fmla="*/ 109 h 170"/>
              <a:gd name="T2" fmla="*/ 134 w 146"/>
              <a:gd name="T3" fmla="*/ 158 h 170"/>
              <a:gd name="T4" fmla="*/ 121 w 146"/>
              <a:gd name="T5" fmla="*/ 170 h 170"/>
              <a:gd name="T6" fmla="*/ 52 w 146"/>
              <a:gd name="T7" fmla="*/ 166 h 170"/>
              <a:gd name="T8" fmla="*/ 49 w 146"/>
              <a:gd name="T9" fmla="*/ 130 h 170"/>
              <a:gd name="T10" fmla="*/ 47 w 146"/>
              <a:gd name="T11" fmla="*/ 126 h 170"/>
              <a:gd name="T12" fmla="*/ 43 w 146"/>
              <a:gd name="T13" fmla="*/ 122 h 170"/>
              <a:gd name="T14" fmla="*/ 39 w 146"/>
              <a:gd name="T15" fmla="*/ 118 h 170"/>
              <a:gd name="T16" fmla="*/ 25 w 146"/>
              <a:gd name="T17" fmla="*/ 107 h 170"/>
              <a:gd name="T18" fmla="*/ 13 w 146"/>
              <a:gd name="T19" fmla="*/ 101 h 170"/>
              <a:gd name="T20" fmla="*/ 2 w 146"/>
              <a:gd name="T21" fmla="*/ 92 h 170"/>
              <a:gd name="T22" fmla="*/ 7 w 146"/>
              <a:gd name="T23" fmla="*/ 65 h 170"/>
              <a:gd name="T24" fmla="*/ 37 w 146"/>
              <a:gd name="T25" fmla="*/ 60 h 170"/>
              <a:gd name="T26" fmla="*/ 44 w 146"/>
              <a:gd name="T27" fmla="*/ 7 h 170"/>
              <a:gd name="T28" fmla="*/ 78 w 146"/>
              <a:gd name="T29" fmla="*/ 7 h 170"/>
              <a:gd name="T30" fmla="*/ 85 w 146"/>
              <a:gd name="T31" fmla="*/ 40 h 170"/>
              <a:gd name="T32" fmla="*/ 100 w 146"/>
              <a:gd name="T33" fmla="*/ 44 h 170"/>
              <a:gd name="T34" fmla="*/ 138 w 146"/>
              <a:gd name="T35" fmla="*/ 57 h 170"/>
              <a:gd name="T36" fmla="*/ 134 w 146"/>
              <a:gd name="T37" fmla="*/ 79 h 170"/>
              <a:gd name="T38" fmla="*/ 112 w 146"/>
              <a:gd name="T39" fmla="*/ 62 h 170"/>
              <a:gd name="T40" fmla="*/ 101 w 146"/>
              <a:gd name="T41" fmla="*/ 56 h 170"/>
              <a:gd name="T42" fmla="*/ 83 w 146"/>
              <a:gd name="T43" fmla="*/ 52 h 170"/>
              <a:gd name="T44" fmla="*/ 73 w 146"/>
              <a:gd name="T45" fmla="*/ 56 h 170"/>
              <a:gd name="T46" fmla="*/ 69 w 146"/>
              <a:gd name="T47" fmla="*/ 16 h 170"/>
              <a:gd name="T48" fmla="*/ 52 w 146"/>
              <a:gd name="T49" fmla="*/ 16 h 170"/>
              <a:gd name="T50" fmla="*/ 49 w 146"/>
              <a:gd name="T51" fmla="*/ 79 h 170"/>
              <a:gd name="T52" fmla="*/ 39 w 146"/>
              <a:gd name="T53" fmla="*/ 74 h 170"/>
              <a:gd name="T54" fmla="*/ 25 w 146"/>
              <a:gd name="T55" fmla="*/ 70 h 170"/>
              <a:gd name="T56" fmla="*/ 12 w 146"/>
              <a:gd name="T57" fmla="*/ 85 h 170"/>
              <a:gd name="T58" fmla="*/ 32 w 146"/>
              <a:gd name="T59" fmla="*/ 97 h 170"/>
              <a:gd name="T60" fmla="*/ 56 w 146"/>
              <a:gd name="T61" fmla="*/ 117 h 170"/>
              <a:gd name="T62" fmla="*/ 61 w 146"/>
              <a:gd name="T63" fmla="*/ 133 h 170"/>
              <a:gd name="T64" fmla="*/ 121 w 146"/>
              <a:gd name="T65" fmla="*/ 130 h 170"/>
              <a:gd name="T66" fmla="*/ 130 w 146"/>
              <a:gd name="T67" fmla="*/ 96 h 170"/>
              <a:gd name="T68" fmla="*/ 120 w 146"/>
              <a:gd name="T69" fmla="*/ 156 h 170"/>
              <a:gd name="T70" fmla="*/ 120 w 146"/>
              <a:gd name="T71" fmla="*/ 147 h 170"/>
              <a:gd name="T72" fmla="*/ 111 w 146"/>
              <a:gd name="T73" fmla="*/ 147 h 170"/>
              <a:gd name="T74" fmla="*/ 111 w 146"/>
              <a:gd name="T75" fmla="*/ 156 h 170"/>
              <a:gd name="T76" fmla="*/ 120 w 146"/>
              <a:gd name="T77" fmla="*/ 156 h 1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46" h="170">
                <a:moveTo>
                  <a:pt x="146" y="79"/>
                </a:moveTo>
                <a:cubicBezTo>
                  <a:pt x="146" y="87"/>
                  <a:pt x="143" y="97"/>
                  <a:pt x="139" y="109"/>
                </a:cubicBezTo>
                <a:cubicBezTo>
                  <a:pt x="135" y="120"/>
                  <a:pt x="134" y="127"/>
                  <a:pt x="134" y="130"/>
                </a:cubicBezTo>
                <a:cubicBezTo>
                  <a:pt x="134" y="158"/>
                  <a:pt x="134" y="158"/>
                  <a:pt x="134" y="158"/>
                </a:cubicBezTo>
                <a:cubicBezTo>
                  <a:pt x="134" y="161"/>
                  <a:pt x="132" y="164"/>
                  <a:pt x="130" y="166"/>
                </a:cubicBezTo>
                <a:cubicBezTo>
                  <a:pt x="128" y="168"/>
                  <a:pt x="125" y="170"/>
                  <a:pt x="121" y="170"/>
                </a:cubicBezTo>
                <a:cubicBezTo>
                  <a:pt x="61" y="170"/>
                  <a:pt x="61" y="170"/>
                  <a:pt x="61" y="170"/>
                </a:cubicBezTo>
                <a:cubicBezTo>
                  <a:pt x="58" y="170"/>
                  <a:pt x="55" y="168"/>
                  <a:pt x="52" y="166"/>
                </a:cubicBezTo>
                <a:cubicBezTo>
                  <a:pt x="50" y="164"/>
                  <a:pt x="49" y="161"/>
                  <a:pt x="49" y="158"/>
                </a:cubicBezTo>
                <a:cubicBezTo>
                  <a:pt x="49" y="130"/>
                  <a:pt x="49" y="130"/>
                  <a:pt x="49" y="130"/>
                </a:cubicBezTo>
                <a:cubicBezTo>
                  <a:pt x="49" y="130"/>
                  <a:pt x="49" y="129"/>
                  <a:pt x="48" y="128"/>
                </a:cubicBezTo>
                <a:cubicBezTo>
                  <a:pt x="48" y="128"/>
                  <a:pt x="48" y="127"/>
                  <a:pt x="47" y="126"/>
                </a:cubicBezTo>
                <a:cubicBezTo>
                  <a:pt x="46" y="125"/>
                  <a:pt x="46" y="125"/>
                  <a:pt x="45" y="124"/>
                </a:cubicBezTo>
                <a:cubicBezTo>
                  <a:pt x="45" y="123"/>
                  <a:pt x="44" y="123"/>
                  <a:pt x="43" y="122"/>
                </a:cubicBezTo>
                <a:cubicBezTo>
                  <a:pt x="42" y="121"/>
                  <a:pt x="42" y="120"/>
                  <a:pt x="41" y="120"/>
                </a:cubicBezTo>
                <a:cubicBezTo>
                  <a:pt x="41" y="119"/>
                  <a:pt x="40" y="119"/>
                  <a:pt x="39" y="118"/>
                </a:cubicBezTo>
                <a:cubicBezTo>
                  <a:pt x="38" y="117"/>
                  <a:pt x="38" y="117"/>
                  <a:pt x="38" y="117"/>
                </a:cubicBezTo>
                <a:cubicBezTo>
                  <a:pt x="33" y="113"/>
                  <a:pt x="29" y="109"/>
                  <a:pt x="25" y="107"/>
                </a:cubicBezTo>
                <a:cubicBezTo>
                  <a:pt x="24" y="106"/>
                  <a:pt x="22" y="105"/>
                  <a:pt x="19" y="104"/>
                </a:cubicBezTo>
                <a:cubicBezTo>
                  <a:pt x="17" y="103"/>
                  <a:pt x="15" y="102"/>
                  <a:pt x="13" y="101"/>
                </a:cubicBezTo>
                <a:cubicBezTo>
                  <a:pt x="11" y="99"/>
                  <a:pt x="9" y="98"/>
                  <a:pt x="7" y="97"/>
                </a:cubicBezTo>
                <a:cubicBezTo>
                  <a:pt x="5" y="95"/>
                  <a:pt x="3" y="93"/>
                  <a:pt x="2" y="92"/>
                </a:cubicBezTo>
                <a:cubicBezTo>
                  <a:pt x="1" y="90"/>
                  <a:pt x="0" y="87"/>
                  <a:pt x="0" y="85"/>
                </a:cubicBezTo>
                <a:cubicBezTo>
                  <a:pt x="0" y="77"/>
                  <a:pt x="3" y="71"/>
                  <a:pt x="7" y="65"/>
                </a:cubicBezTo>
                <a:cubicBezTo>
                  <a:pt x="11" y="60"/>
                  <a:pt x="17" y="58"/>
                  <a:pt x="25" y="58"/>
                </a:cubicBezTo>
                <a:cubicBezTo>
                  <a:pt x="29" y="58"/>
                  <a:pt x="33" y="58"/>
                  <a:pt x="37" y="60"/>
                </a:cubicBezTo>
                <a:cubicBezTo>
                  <a:pt x="37" y="24"/>
                  <a:pt x="37" y="24"/>
                  <a:pt x="37" y="24"/>
                </a:cubicBezTo>
                <a:cubicBezTo>
                  <a:pt x="37" y="18"/>
                  <a:pt x="39" y="12"/>
                  <a:pt x="44" y="7"/>
                </a:cubicBezTo>
                <a:cubicBezTo>
                  <a:pt x="49" y="3"/>
                  <a:pt x="54" y="0"/>
                  <a:pt x="61" y="0"/>
                </a:cubicBezTo>
                <a:cubicBezTo>
                  <a:pt x="67" y="0"/>
                  <a:pt x="73" y="3"/>
                  <a:pt x="78" y="7"/>
                </a:cubicBezTo>
                <a:cubicBezTo>
                  <a:pt x="83" y="12"/>
                  <a:pt x="85" y="18"/>
                  <a:pt x="85" y="24"/>
                </a:cubicBezTo>
                <a:cubicBezTo>
                  <a:pt x="85" y="40"/>
                  <a:pt x="85" y="40"/>
                  <a:pt x="85" y="40"/>
                </a:cubicBezTo>
                <a:cubicBezTo>
                  <a:pt x="89" y="41"/>
                  <a:pt x="93" y="42"/>
                  <a:pt x="96" y="44"/>
                </a:cubicBezTo>
                <a:cubicBezTo>
                  <a:pt x="98" y="44"/>
                  <a:pt x="99" y="44"/>
                  <a:pt x="100" y="44"/>
                </a:cubicBezTo>
                <a:cubicBezTo>
                  <a:pt x="107" y="44"/>
                  <a:pt x="112" y="46"/>
                  <a:pt x="117" y="49"/>
                </a:cubicBezTo>
                <a:cubicBezTo>
                  <a:pt x="126" y="49"/>
                  <a:pt x="133" y="52"/>
                  <a:pt x="138" y="57"/>
                </a:cubicBezTo>
                <a:cubicBezTo>
                  <a:pt x="143" y="63"/>
                  <a:pt x="146" y="70"/>
                  <a:pt x="146" y="79"/>
                </a:cubicBezTo>
                <a:close/>
                <a:moveTo>
                  <a:pt x="134" y="79"/>
                </a:moveTo>
                <a:cubicBezTo>
                  <a:pt x="134" y="67"/>
                  <a:pt x="128" y="61"/>
                  <a:pt x="118" y="61"/>
                </a:cubicBezTo>
                <a:cubicBezTo>
                  <a:pt x="116" y="61"/>
                  <a:pt x="114" y="62"/>
                  <a:pt x="112" y="62"/>
                </a:cubicBezTo>
                <a:cubicBezTo>
                  <a:pt x="111" y="60"/>
                  <a:pt x="110" y="58"/>
                  <a:pt x="107" y="57"/>
                </a:cubicBezTo>
                <a:cubicBezTo>
                  <a:pt x="105" y="56"/>
                  <a:pt x="103" y="56"/>
                  <a:pt x="101" y="56"/>
                </a:cubicBezTo>
                <a:cubicBezTo>
                  <a:pt x="98" y="56"/>
                  <a:pt x="96" y="56"/>
                  <a:pt x="94" y="57"/>
                </a:cubicBezTo>
                <a:cubicBezTo>
                  <a:pt x="91" y="54"/>
                  <a:pt x="87" y="52"/>
                  <a:pt x="83" y="52"/>
                </a:cubicBezTo>
                <a:cubicBezTo>
                  <a:pt x="81" y="52"/>
                  <a:pt x="79" y="53"/>
                  <a:pt x="77" y="53"/>
                </a:cubicBezTo>
                <a:cubicBezTo>
                  <a:pt x="76" y="54"/>
                  <a:pt x="74" y="55"/>
                  <a:pt x="73" y="56"/>
                </a:cubicBezTo>
                <a:cubicBezTo>
                  <a:pt x="73" y="24"/>
                  <a:pt x="73" y="24"/>
                  <a:pt x="73" y="24"/>
                </a:cubicBezTo>
                <a:cubicBezTo>
                  <a:pt x="73" y="21"/>
                  <a:pt x="72" y="18"/>
                  <a:pt x="69" y="16"/>
                </a:cubicBezTo>
                <a:cubicBezTo>
                  <a:pt x="67" y="14"/>
                  <a:pt x="64" y="12"/>
                  <a:pt x="61" y="12"/>
                </a:cubicBezTo>
                <a:cubicBezTo>
                  <a:pt x="58" y="12"/>
                  <a:pt x="55" y="14"/>
                  <a:pt x="52" y="16"/>
                </a:cubicBezTo>
                <a:cubicBezTo>
                  <a:pt x="50" y="18"/>
                  <a:pt x="49" y="21"/>
                  <a:pt x="49" y="24"/>
                </a:cubicBezTo>
                <a:cubicBezTo>
                  <a:pt x="49" y="79"/>
                  <a:pt x="49" y="79"/>
                  <a:pt x="49" y="79"/>
                </a:cubicBezTo>
                <a:cubicBezTo>
                  <a:pt x="48" y="79"/>
                  <a:pt x="46" y="78"/>
                  <a:pt x="44" y="77"/>
                </a:cubicBezTo>
                <a:cubicBezTo>
                  <a:pt x="42" y="77"/>
                  <a:pt x="41" y="75"/>
                  <a:pt x="39" y="74"/>
                </a:cubicBezTo>
                <a:cubicBezTo>
                  <a:pt x="37" y="73"/>
                  <a:pt x="35" y="72"/>
                  <a:pt x="33" y="71"/>
                </a:cubicBezTo>
                <a:cubicBezTo>
                  <a:pt x="30" y="70"/>
                  <a:pt x="27" y="70"/>
                  <a:pt x="25" y="70"/>
                </a:cubicBezTo>
                <a:cubicBezTo>
                  <a:pt x="20" y="70"/>
                  <a:pt x="17" y="71"/>
                  <a:pt x="15" y="74"/>
                </a:cubicBezTo>
                <a:cubicBezTo>
                  <a:pt x="13" y="77"/>
                  <a:pt x="12" y="80"/>
                  <a:pt x="12" y="85"/>
                </a:cubicBezTo>
                <a:cubicBezTo>
                  <a:pt x="12" y="86"/>
                  <a:pt x="17" y="89"/>
                  <a:pt x="26" y="93"/>
                </a:cubicBezTo>
                <a:cubicBezTo>
                  <a:pt x="28" y="95"/>
                  <a:pt x="30" y="96"/>
                  <a:pt x="32" y="97"/>
                </a:cubicBezTo>
                <a:cubicBezTo>
                  <a:pt x="36" y="99"/>
                  <a:pt x="40" y="103"/>
                  <a:pt x="45" y="108"/>
                </a:cubicBezTo>
                <a:cubicBezTo>
                  <a:pt x="51" y="112"/>
                  <a:pt x="54" y="115"/>
                  <a:pt x="56" y="117"/>
                </a:cubicBezTo>
                <a:cubicBezTo>
                  <a:pt x="59" y="121"/>
                  <a:pt x="61" y="126"/>
                  <a:pt x="61" y="130"/>
                </a:cubicBezTo>
                <a:cubicBezTo>
                  <a:pt x="61" y="133"/>
                  <a:pt x="61" y="133"/>
                  <a:pt x="61" y="133"/>
                </a:cubicBezTo>
                <a:cubicBezTo>
                  <a:pt x="121" y="133"/>
                  <a:pt x="121" y="133"/>
                  <a:pt x="121" y="133"/>
                </a:cubicBezTo>
                <a:cubicBezTo>
                  <a:pt x="121" y="130"/>
                  <a:pt x="121" y="130"/>
                  <a:pt x="121" y="130"/>
                </a:cubicBezTo>
                <a:cubicBezTo>
                  <a:pt x="121" y="126"/>
                  <a:pt x="122" y="121"/>
                  <a:pt x="124" y="115"/>
                </a:cubicBezTo>
                <a:cubicBezTo>
                  <a:pt x="126" y="109"/>
                  <a:pt x="128" y="102"/>
                  <a:pt x="130" y="96"/>
                </a:cubicBezTo>
                <a:cubicBezTo>
                  <a:pt x="133" y="90"/>
                  <a:pt x="134" y="84"/>
                  <a:pt x="134" y="79"/>
                </a:cubicBezTo>
                <a:close/>
                <a:moveTo>
                  <a:pt x="120" y="156"/>
                </a:moveTo>
                <a:cubicBezTo>
                  <a:pt x="121" y="155"/>
                  <a:pt x="121" y="153"/>
                  <a:pt x="121" y="152"/>
                </a:cubicBezTo>
                <a:cubicBezTo>
                  <a:pt x="121" y="150"/>
                  <a:pt x="121" y="148"/>
                  <a:pt x="120" y="147"/>
                </a:cubicBezTo>
                <a:cubicBezTo>
                  <a:pt x="118" y="146"/>
                  <a:pt x="117" y="145"/>
                  <a:pt x="115" y="145"/>
                </a:cubicBezTo>
                <a:cubicBezTo>
                  <a:pt x="114" y="145"/>
                  <a:pt x="112" y="146"/>
                  <a:pt x="111" y="147"/>
                </a:cubicBezTo>
                <a:cubicBezTo>
                  <a:pt x="110" y="148"/>
                  <a:pt x="109" y="150"/>
                  <a:pt x="109" y="152"/>
                </a:cubicBezTo>
                <a:cubicBezTo>
                  <a:pt x="109" y="153"/>
                  <a:pt x="110" y="155"/>
                  <a:pt x="111" y="156"/>
                </a:cubicBezTo>
                <a:cubicBezTo>
                  <a:pt x="112" y="157"/>
                  <a:pt x="114" y="158"/>
                  <a:pt x="115" y="158"/>
                </a:cubicBezTo>
                <a:cubicBezTo>
                  <a:pt x="117" y="158"/>
                  <a:pt x="118" y="157"/>
                  <a:pt x="120" y="156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60" name="Freeform 162"/>
          <p:cNvSpPr>
            <a:spLocks noEditPoints="1"/>
          </p:cNvSpPr>
          <p:nvPr/>
        </p:nvSpPr>
        <p:spPr bwMode="auto">
          <a:xfrm>
            <a:off x="1662511" y="3092949"/>
            <a:ext cx="209627" cy="244204"/>
          </a:xfrm>
          <a:custGeom>
            <a:avLst/>
            <a:gdLst>
              <a:gd name="T0" fmla="*/ 138 w 146"/>
              <a:gd name="T1" fmla="*/ 112 h 170"/>
              <a:gd name="T2" fmla="*/ 117 w 146"/>
              <a:gd name="T3" fmla="*/ 120 h 170"/>
              <a:gd name="T4" fmla="*/ 96 w 146"/>
              <a:gd name="T5" fmla="*/ 126 h 170"/>
              <a:gd name="T6" fmla="*/ 85 w 146"/>
              <a:gd name="T7" fmla="*/ 145 h 170"/>
              <a:gd name="T8" fmla="*/ 61 w 146"/>
              <a:gd name="T9" fmla="*/ 170 h 170"/>
              <a:gd name="T10" fmla="*/ 37 w 146"/>
              <a:gd name="T11" fmla="*/ 145 h 170"/>
              <a:gd name="T12" fmla="*/ 25 w 146"/>
              <a:gd name="T13" fmla="*/ 112 h 170"/>
              <a:gd name="T14" fmla="*/ 0 w 146"/>
              <a:gd name="T15" fmla="*/ 85 h 170"/>
              <a:gd name="T16" fmla="*/ 7 w 146"/>
              <a:gd name="T17" fmla="*/ 73 h 170"/>
              <a:gd name="T18" fmla="*/ 20 w 146"/>
              <a:gd name="T19" fmla="*/ 66 h 170"/>
              <a:gd name="T20" fmla="*/ 38 w 146"/>
              <a:gd name="T21" fmla="*/ 53 h 170"/>
              <a:gd name="T22" fmla="*/ 41 w 146"/>
              <a:gd name="T23" fmla="*/ 50 h 170"/>
              <a:gd name="T24" fmla="*/ 45 w 146"/>
              <a:gd name="T25" fmla="*/ 46 h 170"/>
              <a:gd name="T26" fmla="*/ 48 w 146"/>
              <a:gd name="T27" fmla="*/ 42 h 170"/>
              <a:gd name="T28" fmla="*/ 49 w 146"/>
              <a:gd name="T29" fmla="*/ 12 h 170"/>
              <a:gd name="T30" fmla="*/ 61 w 146"/>
              <a:gd name="T31" fmla="*/ 0 h 170"/>
              <a:gd name="T32" fmla="*/ 130 w 146"/>
              <a:gd name="T33" fmla="*/ 4 h 170"/>
              <a:gd name="T34" fmla="*/ 134 w 146"/>
              <a:gd name="T35" fmla="*/ 40 h 170"/>
              <a:gd name="T36" fmla="*/ 146 w 146"/>
              <a:gd name="T37" fmla="*/ 91 h 170"/>
              <a:gd name="T38" fmla="*/ 131 w 146"/>
              <a:gd name="T39" fmla="*/ 74 h 170"/>
              <a:gd name="T40" fmla="*/ 121 w 146"/>
              <a:gd name="T41" fmla="*/ 40 h 170"/>
              <a:gd name="T42" fmla="*/ 61 w 146"/>
              <a:gd name="T43" fmla="*/ 37 h 170"/>
              <a:gd name="T44" fmla="*/ 60 w 146"/>
              <a:gd name="T45" fmla="*/ 46 h 170"/>
              <a:gd name="T46" fmla="*/ 52 w 146"/>
              <a:gd name="T47" fmla="*/ 57 h 170"/>
              <a:gd name="T48" fmla="*/ 46 w 146"/>
              <a:gd name="T49" fmla="*/ 62 h 170"/>
              <a:gd name="T50" fmla="*/ 25 w 146"/>
              <a:gd name="T51" fmla="*/ 77 h 170"/>
              <a:gd name="T52" fmla="*/ 20 w 146"/>
              <a:gd name="T53" fmla="*/ 79 h 170"/>
              <a:gd name="T54" fmla="*/ 14 w 146"/>
              <a:gd name="T55" fmla="*/ 83 h 170"/>
              <a:gd name="T56" fmla="*/ 15 w 146"/>
              <a:gd name="T57" fmla="*/ 96 h 170"/>
              <a:gd name="T58" fmla="*/ 33 w 146"/>
              <a:gd name="T59" fmla="*/ 99 h 170"/>
              <a:gd name="T60" fmla="*/ 44 w 146"/>
              <a:gd name="T61" fmla="*/ 92 h 170"/>
              <a:gd name="T62" fmla="*/ 49 w 146"/>
              <a:gd name="T63" fmla="*/ 145 h 170"/>
              <a:gd name="T64" fmla="*/ 61 w 146"/>
              <a:gd name="T65" fmla="*/ 158 h 170"/>
              <a:gd name="T66" fmla="*/ 73 w 146"/>
              <a:gd name="T67" fmla="*/ 145 h 170"/>
              <a:gd name="T68" fmla="*/ 83 w 146"/>
              <a:gd name="T69" fmla="*/ 117 h 170"/>
              <a:gd name="T70" fmla="*/ 101 w 146"/>
              <a:gd name="T71" fmla="*/ 114 h 170"/>
              <a:gd name="T72" fmla="*/ 112 w 146"/>
              <a:gd name="T73" fmla="*/ 108 h 170"/>
              <a:gd name="T74" fmla="*/ 130 w 146"/>
              <a:gd name="T75" fmla="*/ 104 h 170"/>
              <a:gd name="T76" fmla="*/ 120 w 146"/>
              <a:gd name="T77" fmla="*/ 23 h 170"/>
              <a:gd name="T78" fmla="*/ 120 w 146"/>
              <a:gd name="T79" fmla="*/ 14 h 170"/>
              <a:gd name="T80" fmla="*/ 111 w 146"/>
              <a:gd name="T81" fmla="*/ 14 h 170"/>
              <a:gd name="T82" fmla="*/ 111 w 146"/>
              <a:gd name="T83" fmla="*/ 23 h 170"/>
              <a:gd name="T84" fmla="*/ 120 w 146"/>
              <a:gd name="T85" fmla="*/ 23 h 1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46" h="170">
                <a:moveTo>
                  <a:pt x="146" y="91"/>
                </a:moveTo>
                <a:cubicBezTo>
                  <a:pt x="146" y="100"/>
                  <a:pt x="143" y="107"/>
                  <a:pt x="138" y="112"/>
                </a:cubicBezTo>
                <a:cubicBezTo>
                  <a:pt x="133" y="118"/>
                  <a:pt x="127" y="121"/>
                  <a:pt x="118" y="121"/>
                </a:cubicBezTo>
                <a:cubicBezTo>
                  <a:pt x="117" y="120"/>
                  <a:pt x="117" y="120"/>
                  <a:pt x="117" y="120"/>
                </a:cubicBezTo>
                <a:cubicBezTo>
                  <a:pt x="112" y="124"/>
                  <a:pt x="107" y="126"/>
                  <a:pt x="100" y="126"/>
                </a:cubicBezTo>
                <a:cubicBezTo>
                  <a:pt x="99" y="126"/>
                  <a:pt x="98" y="126"/>
                  <a:pt x="96" y="126"/>
                </a:cubicBezTo>
                <a:cubicBezTo>
                  <a:pt x="93" y="128"/>
                  <a:pt x="89" y="129"/>
                  <a:pt x="85" y="129"/>
                </a:cubicBezTo>
                <a:cubicBezTo>
                  <a:pt x="85" y="145"/>
                  <a:pt x="85" y="145"/>
                  <a:pt x="85" y="145"/>
                </a:cubicBezTo>
                <a:cubicBezTo>
                  <a:pt x="85" y="152"/>
                  <a:pt x="83" y="158"/>
                  <a:pt x="78" y="163"/>
                </a:cubicBezTo>
                <a:cubicBezTo>
                  <a:pt x="73" y="167"/>
                  <a:pt x="67" y="170"/>
                  <a:pt x="61" y="170"/>
                </a:cubicBezTo>
                <a:cubicBezTo>
                  <a:pt x="54" y="170"/>
                  <a:pt x="49" y="167"/>
                  <a:pt x="44" y="162"/>
                </a:cubicBezTo>
                <a:cubicBezTo>
                  <a:pt x="39" y="158"/>
                  <a:pt x="37" y="152"/>
                  <a:pt x="37" y="145"/>
                </a:cubicBezTo>
                <a:cubicBezTo>
                  <a:pt x="37" y="110"/>
                  <a:pt x="37" y="110"/>
                  <a:pt x="37" y="110"/>
                </a:cubicBezTo>
                <a:cubicBezTo>
                  <a:pt x="33" y="111"/>
                  <a:pt x="29" y="112"/>
                  <a:pt x="25" y="112"/>
                </a:cubicBezTo>
                <a:cubicBezTo>
                  <a:pt x="17" y="112"/>
                  <a:pt x="11" y="110"/>
                  <a:pt x="7" y="104"/>
                </a:cubicBezTo>
                <a:cubicBezTo>
                  <a:pt x="3" y="99"/>
                  <a:pt x="0" y="93"/>
                  <a:pt x="0" y="85"/>
                </a:cubicBezTo>
                <a:cubicBezTo>
                  <a:pt x="0" y="83"/>
                  <a:pt x="1" y="80"/>
                  <a:pt x="2" y="78"/>
                </a:cubicBezTo>
                <a:cubicBezTo>
                  <a:pt x="3" y="76"/>
                  <a:pt x="5" y="75"/>
                  <a:pt x="7" y="73"/>
                </a:cubicBezTo>
                <a:cubicBezTo>
                  <a:pt x="9" y="72"/>
                  <a:pt x="11" y="70"/>
                  <a:pt x="13" y="69"/>
                </a:cubicBezTo>
                <a:cubicBezTo>
                  <a:pt x="15" y="68"/>
                  <a:pt x="17" y="67"/>
                  <a:pt x="20" y="66"/>
                </a:cubicBezTo>
                <a:cubicBezTo>
                  <a:pt x="22" y="65"/>
                  <a:pt x="24" y="64"/>
                  <a:pt x="25" y="63"/>
                </a:cubicBezTo>
                <a:cubicBezTo>
                  <a:pt x="29" y="61"/>
                  <a:pt x="33" y="57"/>
                  <a:pt x="38" y="53"/>
                </a:cubicBezTo>
                <a:cubicBezTo>
                  <a:pt x="38" y="53"/>
                  <a:pt x="38" y="53"/>
                  <a:pt x="39" y="52"/>
                </a:cubicBezTo>
                <a:cubicBezTo>
                  <a:pt x="40" y="51"/>
                  <a:pt x="41" y="51"/>
                  <a:pt x="41" y="50"/>
                </a:cubicBezTo>
                <a:cubicBezTo>
                  <a:pt x="42" y="50"/>
                  <a:pt x="42" y="49"/>
                  <a:pt x="43" y="48"/>
                </a:cubicBezTo>
                <a:cubicBezTo>
                  <a:pt x="44" y="47"/>
                  <a:pt x="45" y="47"/>
                  <a:pt x="45" y="46"/>
                </a:cubicBezTo>
                <a:cubicBezTo>
                  <a:pt x="46" y="45"/>
                  <a:pt x="46" y="45"/>
                  <a:pt x="47" y="44"/>
                </a:cubicBezTo>
                <a:cubicBezTo>
                  <a:pt x="48" y="43"/>
                  <a:pt x="48" y="42"/>
                  <a:pt x="48" y="42"/>
                </a:cubicBezTo>
                <a:cubicBezTo>
                  <a:pt x="49" y="41"/>
                  <a:pt x="49" y="40"/>
                  <a:pt x="49" y="40"/>
                </a:cubicBezTo>
                <a:cubicBezTo>
                  <a:pt x="49" y="12"/>
                  <a:pt x="49" y="12"/>
                  <a:pt x="49" y="12"/>
                </a:cubicBezTo>
                <a:cubicBezTo>
                  <a:pt x="49" y="9"/>
                  <a:pt x="50" y="6"/>
                  <a:pt x="52" y="4"/>
                </a:cubicBezTo>
                <a:cubicBezTo>
                  <a:pt x="55" y="1"/>
                  <a:pt x="58" y="0"/>
                  <a:pt x="61" y="0"/>
                </a:cubicBezTo>
                <a:cubicBezTo>
                  <a:pt x="121" y="0"/>
                  <a:pt x="121" y="0"/>
                  <a:pt x="121" y="0"/>
                </a:cubicBezTo>
                <a:cubicBezTo>
                  <a:pt x="125" y="0"/>
                  <a:pt x="128" y="1"/>
                  <a:pt x="130" y="4"/>
                </a:cubicBezTo>
                <a:cubicBezTo>
                  <a:pt x="132" y="6"/>
                  <a:pt x="134" y="9"/>
                  <a:pt x="134" y="12"/>
                </a:cubicBezTo>
                <a:cubicBezTo>
                  <a:pt x="134" y="40"/>
                  <a:pt x="134" y="40"/>
                  <a:pt x="134" y="40"/>
                </a:cubicBezTo>
                <a:cubicBezTo>
                  <a:pt x="134" y="43"/>
                  <a:pt x="135" y="50"/>
                  <a:pt x="139" y="61"/>
                </a:cubicBezTo>
                <a:cubicBezTo>
                  <a:pt x="143" y="73"/>
                  <a:pt x="146" y="83"/>
                  <a:pt x="146" y="91"/>
                </a:cubicBezTo>
                <a:close/>
                <a:moveTo>
                  <a:pt x="134" y="91"/>
                </a:moveTo>
                <a:cubicBezTo>
                  <a:pt x="134" y="86"/>
                  <a:pt x="133" y="80"/>
                  <a:pt x="131" y="74"/>
                </a:cubicBezTo>
                <a:cubicBezTo>
                  <a:pt x="128" y="67"/>
                  <a:pt x="126" y="61"/>
                  <a:pt x="124" y="55"/>
                </a:cubicBezTo>
                <a:cubicBezTo>
                  <a:pt x="122" y="49"/>
                  <a:pt x="121" y="44"/>
                  <a:pt x="121" y="40"/>
                </a:cubicBezTo>
                <a:cubicBezTo>
                  <a:pt x="121" y="37"/>
                  <a:pt x="121" y="37"/>
                  <a:pt x="121" y="37"/>
                </a:cubicBezTo>
                <a:cubicBezTo>
                  <a:pt x="61" y="37"/>
                  <a:pt x="61" y="37"/>
                  <a:pt x="61" y="37"/>
                </a:cubicBezTo>
                <a:cubicBezTo>
                  <a:pt x="61" y="40"/>
                  <a:pt x="61" y="40"/>
                  <a:pt x="61" y="40"/>
                </a:cubicBezTo>
                <a:cubicBezTo>
                  <a:pt x="61" y="42"/>
                  <a:pt x="61" y="44"/>
                  <a:pt x="60" y="46"/>
                </a:cubicBezTo>
                <a:cubicBezTo>
                  <a:pt x="59" y="48"/>
                  <a:pt x="58" y="50"/>
                  <a:pt x="56" y="52"/>
                </a:cubicBezTo>
                <a:cubicBezTo>
                  <a:pt x="55" y="54"/>
                  <a:pt x="53" y="55"/>
                  <a:pt x="52" y="57"/>
                </a:cubicBezTo>
                <a:cubicBezTo>
                  <a:pt x="51" y="58"/>
                  <a:pt x="49" y="59"/>
                  <a:pt x="47" y="61"/>
                </a:cubicBezTo>
                <a:cubicBezTo>
                  <a:pt x="46" y="62"/>
                  <a:pt x="46" y="62"/>
                  <a:pt x="46" y="62"/>
                </a:cubicBezTo>
                <a:cubicBezTo>
                  <a:pt x="40" y="67"/>
                  <a:pt x="36" y="70"/>
                  <a:pt x="32" y="73"/>
                </a:cubicBezTo>
                <a:cubicBezTo>
                  <a:pt x="30" y="74"/>
                  <a:pt x="28" y="75"/>
                  <a:pt x="25" y="77"/>
                </a:cubicBezTo>
                <a:cubicBezTo>
                  <a:pt x="25" y="77"/>
                  <a:pt x="24" y="77"/>
                  <a:pt x="23" y="78"/>
                </a:cubicBezTo>
                <a:cubicBezTo>
                  <a:pt x="22" y="78"/>
                  <a:pt x="21" y="79"/>
                  <a:pt x="20" y="79"/>
                </a:cubicBezTo>
                <a:cubicBezTo>
                  <a:pt x="19" y="80"/>
                  <a:pt x="18" y="80"/>
                  <a:pt x="16" y="81"/>
                </a:cubicBezTo>
                <a:cubicBezTo>
                  <a:pt x="15" y="82"/>
                  <a:pt x="14" y="83"/>
                  <a:pt x="14" y="83"/>
                </a:cubicBezTo>
                <a:cubicBezTo>
                  <a:pt x="13" y="84"/>
                  <a:pt x="13" y="84"/>
                  <a:pt x="13" y="85"/>
                </a:cubicBezTo>
                <a:cubicBezTo>
                  <a:pt x="13" y="89"/>
                  <a:pt x="13" y="93"/>
                  <a:pt x="15" y="96"/>
                </a:cubicBezTo>
                <a:cubicBezTo>
                  <a:pt x="17" y="99"/>
                  <a:pt x="20" y="100"/>
                  <a:pt x="25" y="100"/>
                </a:cubicBezTo>
                <a:cubicBezTo>
                  <a:pt x="27" y="100"/>
                  <a:pt x="30" y="100"/>
                  <a:pt x="33" y="99"/>
                </a:cubicBezTo>
                <a:cubicBezTo>
                  <a:pt x="35" y="98"/>
                  <a:pt x="37" y="97"/>
                  <a:pt x="39" y="96"/>
                </a:cubicBezTo>
                <a:cubicBezTo>
                  <a:pt x="41" y="94"/>
                  <a:pt x="42" y="93"/>
                  <a:pt x="44" y="92"/>
                </a:cubicBezTo>
                <a:cubicBezTo>
                  <a:pt x="46" y="91"/>
                  <a:pt x="48" y="91"/>
                  <a:pt x="49" y="91"/>
                </a:cubicBezTo>
                <a:cubicBezTo>
                  <a:pt x="49" y="145"/>
                  <a:pt x="49" y="145"/>
                  <a:pt x="49" y="145"/>
                </a:cubicBezTo>
                <a:cubicBezTo>
                  <a:pt x="49" y="149"/>
                  <a:pt x="50" y="151"/>
                  <a:pt x="52" y="154"/>
                </a:cubicBezTo>
                <a:cubicBezTo>
                  <a:pt x="55" y="156"/>
                  <a:pt x="58" y="158"/>
                  <a:pt x="61" y="158"/>
                </a:cubicBezTo>
                <a:cubicBezTo>
                  <a:pt x="64" y="158"/>
                  <a:pt x="67" y="156"/>
                  <a:pt x="69" y="154"/>
                </a:cubicBezTo>
                <a:cubicBezTo>
                  <a:pt x="72" y="152"/>
                  <a:pt x="73" y="149"/>
                  <a:pt x="73" y="145"/>
                </a:cubicBezTo>
                <a:cubicBezTo>
                  <a:pt x="73" y="114"/>
                  <a:pt x="73" y="114"/>
                  <a:pt x="73" y="114"/>
                </a:cubicBezTo>
                <a:cubicBezTo>
                  <a:pt x="76" y="116"/>
                  <a:pt x="79" y="117"/>
                  <a:pt x="83" y="117"/>
                </a:cubicBezTo>
                <a:cubicBezTo>
                  <a:pt x="87" y="117"/>
                  <a:pt x="91" y="116"/>
                  <a:pt x="94" y="112"/>
                </a:cubicBezTo>
                <a:cubicBezTo>
                  <a:pt x="96" y="114"/>
                  <a:pt x="98" y="114"/>
                  <a:pt x="101" y="114"/>
                </a:cubicBezTo>
                <a:cubicBezTo>
                  <a:pt x="103" y="114"/>
                  <a:pt x="105" y="114"/>
                  <a:pt x="107" y="113"/>
                </a:cubicBezTo>
                <a:cubicBezTo>
                  <a:pt x="110" y="111"/>
                  <a:pt x="111" y="110"/>
                  <a:pt x="112" y="108"/>
                </a:cubicBezTo>
                <a:cubicBezTo>
                  <a:pt x="114" y="108"/>
                  <a:pt x="116" y="108"/>
                  <a:pt x="118" y="108"/>
                </a:cubicBezTo>
                <a:cubicBezTo>
                  <a:pt x="123" y="108"/>
                  <a:pt x="127" y="107"/>
                  <a:pt x="130" y="104"/>
                </a:cubicBezTo>
                <a:cubicBezTo>
                  <a:pt x="132" y="101"/>
                  <a:pt x="134" y="96"/>
                  <a:pt x="134" y="91"/>
                </a:cubicBezTo>
                <a:close/>
                <a:moveTo>
                  <a:pt x="120" y="23"/>
                </a:moveTo>
                <a:cubicBezTo>
                  <a:pt x="121" y="21"/>
                  <a:pt x="121" y="20"/>
                  <a:pt x="121" y="18"/>
                </a:cubicBezTo>
                <a:cubicBezTo>
                  <a:pt x="121" y="17"/>
                  <a:pt x="121" y="15"/>
                  <a:pt x="120" y="14"/>
                </a:cubicBezTo>
                <a:cubicBezTo>
                  <a:pt x="118" y="13"/>
                  <a:pt x="117" y="12"/>
                  <a:pt x="115" y="12"/>
                </a:cubicBezTo>
                <a:cubicBezTo>
                  <a:pt x="114" y="12"/>
                  <a:pt x="112" y="13"/>
                  <a:pt x="111" y="14"/>
                </a:cubicBezTo>
                <a:cubicBezTo>
                  <a:pt x="110" y="15"/>
                  <a:pt x="109" y="17"/>
                  <a:pt x="109" y="18"/>
                </a:cubicBezTo>
                <a:cubicBezTo>
                  <a:pt x="109" y="20"/>
                  <a:pt x="110" y="21"/>
                  <a:pt x="111" y="23"/>
                </a:cubicBezTo>
                <a:cubicBezTo>
                  <a:pt x="112" y="24"/>
                  <a:pt x="114" y="24"/>
                  <a:pt x="115" y="24"/>
                </a:cubicBezTo>
                <a:cubicBezTo>
                  <a:pt x="117" y="24"/>
                  <a:pt x="118" y="24"/>
                  <a:pt x="120" y="2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61" name="Freeform 163"/>
          <p:cNvSpPr>
            <a:spLocks noEditPoints="1"/>
          </p:cNvSpPr>
          <p:nvPr/>
        </p:nvSpPr>
        <p:spPr bwMode="auto">
          <a:xfrm>
            <a:off x="1928327" y="3110237"/>
            <a:ext cx="209627" cy="209627"/>
          </a:xfrm>
          <a:custGeom>
            <a:avLst/>
            <a:gdLst>
              <a:gd name="T0" fmla="*/ 136 w 146"/>
              <a:gd name="T1" fmla="*/ 36 h 146"/>
              <a:gd name="T2" fmla="*/ 146 w 146"/>
              <a:gd name="T3" fmla="*/ 73 h 146"/>
              <a:gd name="T4" fmla="*/ 136 w 146"/>
              <a:gd name="T5" fmla="*/ 109 h 146"/>
              <a:gd name="T6" fmla="*/ 109 w 146"/>
              <a:gd name="T7" fmla="*/ 136 h 146"/>
              <a:gd name="T8" fmla="*/ 73 w 146"/>
              <a:gd name="T9" fmla="*/ 146 h 146"/>
              <a:gd name="T10" fmla="*/ 37 w 146"/>
              <a:gd name="T11" fmla="*/ 136 h 146"/>
              <a:gd name="T12" fmla="*/ 10 w 146"/>
              <a:gd name="T13" fmla="*/ 109 h 146"/>
              <a:gd name="T14" fmla="*/ 0 w 146"/>
              <a:gd name="T15" fmla="*/ 73 h 146"/>
              <a:gd name="T16" fmla="*/ 10 w 146"/>
              <a:gd name="T17" fmla="*/ 36 h 146"/>
              <a:gd name="T18" fmla="*/ 37 w 146"/>
              <a:gd name="T19" fmla="*/ 10 h 146"/>
              <a:gd name="T20" fmla="*/ 73 w 146"/>
              <a:gd name="T21" fmla="*/ 0 h 146"/>
              <a:gd name="T22" fmla="*/ 109 w 146"/>
              <a:gd name="T23" fmla="*/ 10 h 146"/>
              <a:gd name="T24" fmla="*/ 136 w 146"/>
              <a:gd name="T25" fmla="*/ 36 h 146"/>
              <a:gd name="T26" fmla="*/ 121 w 146"/>
              <a:gd name="T27" fmla="*/ 79 h 146"/>
              <a:gd name="T28" fmla="*/ 121 w 146"/>
              <a:gd name="T29" fmla="*/ 67 h 146"/>
              <a:gd name="T30" fmla="*/ 120 w 146"/>
              <a:gd name="T31" fmla="*/ 63 h 146"/>
              <a:gd name="T32" fmla="*/ 115 w 146"/>
              <a:gd name="T33" fmla="*/ 61 h 146"/>
              <a:gd name="T34" fmla="*/ 68 w 146"/>
              <a:gd name="T35" fmla="*/ 61 h 146"/>
              <a:gd name="T36" fmla="*/ 86 w 146"/>
              <a:gd name="T37" fmla="*/ 43 h 146"/>
              <a:gd name="T38" fmla="*/ 88 w 146"/>
              <a:gd name="T39" fmla="*/ 39 h 146"/>
              <a:gd name="T40" fmla="*/ 86 w 146"/>
              <a:gd name="T41" fmla="*/ 34 h 146"/>
              <a:gd name="T42" fmla="*/ 77 w 146"/>
              <a:gd name="T43" fmla="*/ 26 h 146"/>
              <a:gd name="T44" fmla="*/ 73 w 146"/>
              <a:gd name="T45" fmla="*/ 24 h 146"/>
              <a:gd name="T46" fmla="*/ 69 w 146"/>
              <a:gd name="T47" fmla="*/ 26 h 146"/>
              <a:gd name="T48" fmla="*/ 34 w 146"/>
              <a:gd name="T49" fmla="*/ 60 h 146"/>
              <a:gd name="T50" fmla="*/ 26 w 146"/>
              <a:gd name="T51" fmla="*/ 69 h 146"/>
              <a:gd name="T52" fmla="*/ 24 w 146"/>
              <a:gd name="T53" fmla="*/ 73 h 146"/>
              <a:gd name="T54" fmla="*/ 26 w 146"/>
              <a:gd name="T55" fmla="*/ 77 h 146"/>
              <a:gd name="T56" fmla="*/ 34 w 146"/>
              <a:gd name="T57" fmla="*/ 86 h 146"/>
              <a:gd name="T58" fmla="*/ 69 w 146"/>
              <a:gd name="T59" fmla="*/ 120 h 146"/>
              <a:gd name="T60" fmla="*/ 73 w 146"/>
              <a:gd name="T61" fmla="*/ 122 h 146"/>
              <a:gd name="T62" fmla="*/ 77 w 146"/>
              <a:gd name="T63" fmla="*/ 120 h 146"/>
              <a:gd name="T64" fmla="*/ 86 w 146"/>
              <a:gd name="T65" fmla="*/ 111 h 146"/>
              <a:gd name="T66" fmla="*/ 88 w 146"/>
              <a:gd name="T67" fmla="*/ 107 h 146"/>
              <a:gd name="T68" fmla="*/ 86 w 146"/>
              <a:gd name="T69" fmla="*/ 103 h 146"/>
              <a:gd name="T70" fmla="*/ 68 w 146"/>
              <a:gd name="T71" fmla="*/ 85 h 146"/>
              <a:gd name="T72" fmla="*/ 115 w 146"/>
              <a:gd name="T73" fmla="*/ 85 h 146"/>
              <a:gd name="T74" fmla="*/ 120 w 146"/>
              <a:gd name="T75" fmla="*/ 83 h 146"/>
              <a:gd name="T76" fmla="*/ 121 w 146"/>
              <a:gd name="T77" fmla="*/ 79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46" h="146">
                <a:moveTo>
                  <a:pt x="136" y="36"/>
                </a:moveTo>
                <a:cubicBezTo>
                  <a:pt x="142" y="48"/>
                  <a:pt x="146" y="60"/>
                  <a:pt x="146" y="73"/>
                </a:cubicBezTo>
                <a:cubicBezTo>
                  <a:pt x="146" y="86"/>
                  <a:pt x="142" y="98"/>
                  <a:pt x="136" y="109"/>
                </a:cubicBezTo>
                <a:cubicBezTo>
                  <a:pt x="129" y="121"/>
                  <a:pt x="121" y="129"/>
                  <a:pt x="109" y="136"/>
                </a:cubicBezTo>
                <a:cubicBezTo>
                  <a:pt x="98" y="142"/>
                  <a:pt x="86" y="146"/>
                  <a:pt x="73" y="146"/>
                </a:cubicBezTo>
                <a:cubicBezTo>
                  <a:pt x="60" y="146"/>
                  <a:pt x="48" y="142"/>
                  <a:pt x="37" y="136"/>
                </a:cubicBezTo>
                <a:cubicBezTo>
                  <a:pt x="25" y="129"/>
                  <a:pt x="17" y="121"/>
                  <a:pt x="10" y="109"/>
                </a:cubicBezTo>
                <a:cubicBezTo>
                  <a:pt x="4" y="98"/>
                  <a:pt x="0" y="86"/>
                  <a:pt x="0" y="73"/>
                </a:cubicBezTo>
                <a:cubicBezTo>
                  <a:pt x="0" y="60"/>
                  <a:pt x="4" y="48"/>
                  <a:pt x="10" y="36"/>
                </a:cubicBezTo>
                <a:cubicBezTo>
                  <a:pt x="17" y="25"/>
                  <a:pt x="25" y="17"/>
                  <a:pt x="37" y="10"/>
                </a:cubicBezTo>
                <a:cubicBezTo>
                  <a:pt x="48" y="4"/>
                  <a:pt x="60" y="0"/>
                  <a:pt x="73" y="0"/>
                </a:cubicBezTo>
                <a:cubicBezTo>
                  <a:pt x="86" y="0"/>
                  <a:pt x="98" y="4"/>
                  <a:pt x="109" y="10"/>
                </a:cubicBezTo>
                <a:cubicBezTo>
                  <a:pt x="121" y="17"/>
                  <a:pt x="129" y="25"/>
                  <a:pt x="136" y="36"/>
                </a:cubicBezTo>
                <a:close/>
                <a:moveTo>
                  <a:pt x="121" y="79"/>
                </a:moveTo>
                <a:cubicBezTo>
                  <a:pt x="121" y="67"/>
                  <a:pt x="121" y="67"/>
                  <a:pt x="121" y="67"/>
                </a:cubicBezTo>
                <a:cubicBezTo>
                  <a:pt x="121" y="65"/>
                  <a:pt x="121" y="64"/>
                  <a:pt x="120" y="63"/>
                </a:cubicBezTo>
                <a:cubicBezTo>
                  <a:pt x="118" y="61"/>
                  <a:pt x="117" y="61"/>
                  <a:pt x="115" y="61"/>
                </a:cubicBezTo>
                <a:cubicBezTo>
                  <a:pt x="68" y="61"/>
                  <a:pt x="68" y="61"/>
                  <a:pt x="68" y="61"/>
                </a:cubicBezTo>
                <a:cubicBezTo>
                  <a:pt x="86" y="43"/>
                  <a:pt x="86" y="43"/>
                  <a:pt x="86" y="43"/>
                </a:cubicBezTo>
                <a:cubicBezTo>
                  <a:pt x="87" y="42"/>
                  <a:pt x="88" y="40"/>
                  <a:pt x="88" y="39"/>
                </a:cubicBezTo>
                <a:cubicBezTo>
                  <a:pt x="88" y="37"/>
                  <a:pt x="87" y="36"/>
                  <a:pt x="86" y="34"/>
                </a:cubicBezTo>
                <a:cubicBezTo>
                  <a:pt x="77" y="26"/>
                  <a:pt x="77" y="26"/>
                  <a:pt x="77" y="26"/>
                </a:cubicBezTo>
                <a:cubicBezTo>
                  <a:pt x="76" y="25"/>
                  <a:pt x="75" y="24"/>
                  <a:pt x="73" y="24"/>
                </a:cubicBezTo>
                <a:cubicBezTo>
                  <a:pt x="71" y="24"/>
                  <a:pt x="70" y="25"/>
                  <a:pt x="69" y="26"/>
                </a:cubicBezTo>
                <a:cubicBezTo>
                  <a:pt x="34" y="60"/>
                  <a:pt x="34" y="60"/>
                  <a:pt x="34" y="60"/>
                </a:cubicBezTo>
                <a:cubicBezTo>
                  <a:pt x="26" y="69"/>
                  <a:pt x="26" y="69"/>
                  <a:pt x="26" y="69"/>
                </a:cubicBezTo>
                <a:cubicBezTo>
                  <a:pt x="25" y="70"/>
                  <a:pt x="24" y="71"/>
                  <a:pt x="24" y="73"/>
                </a:cubicBezTo>
                <a:cubicBezTo>
                  <a:pt x="24" y="75"/>
                  <a:pt x="25" y="76"/>
                  <a:pt x="26" y="77"/>
                </a:cubicBezTo>
                <a:cubicBezTo>
                  <a:pt x="34" y="86"/>
                  <a:pt x="34" y="86"/>
                  <a:pt x="34" y="86"/>
                </a:cubicBezTo>
                <a:cubicBezTo>
                  <a:pt x="69" y="120"/>
                  <a:pt x="69" y="120"/>
                  <a:pt x="69" y="120"/>
                </a:cubicBezTo>
                <a:cubicBezTo>
                  <a:pt x="70" y="121"/>
                  <a:pt x="71" y="122"/>
                  <a:pt x="73" y="122"/>
                </a:cubicBezTo>
                <a:cubicBezTo>
                  <a:pt x="75" y="122"/>
                  <a:pt x="76" y="121"/>
                  <a:pt x="77" y="120"/>
                </a:cubicBezTo>
                <a:cubicBezTo>
                  <a:pt x="86" y="111"/>
                  <a:pt x="86" y="111"/>
                  <a:pt x="86" y="111"/>
                </a:cubicBezTo>
                <a:cubicBezTo>
                  <a:pt x="87" y="110"/>
                  <a:pt x="88" y="109"/>
                  <a:pt x="88" y="107"/>
                </a:cubicBezTo>
                <a:cubicBezTo>
                  <a:pt x="88" y="105"/>
                  <a:pt x="87" y="104"/>
                  <a:pt x="86" y="103"/>
                </a:cubicBezTo>
                <a:cubicBezTo>
                  <a:pt x="68" y="85"/>
                  <a:pt x="68" y="85"/>
                  <a:pt x="68" y="85"/>
                </a:cubicBezTo>
                <a:cubicBezTo>
                  <a:pt x="115" y="85"/>
                  <a:pt x="115" y="85"/>
                  <a:pt x="115" y="85"/>
                </a:cubicBezTo>
                <a:cubicBezTo>
                  <a:pt x="117" y="85"/>
                  <a:pt x="118" y="84"/>
                  <a:pt x="120" y="83"/>
                </a:cubicBezTo>
                <a:cubicBezTo>
                  <a:pt x="121" y="82"/>
                  <a:pt x="121" y="81"/>
                  <a:pt x="121" y="7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62" name="Freeform 164"/>
          <p:cNvSpPr>
            <a:spLocks noEditPoints="1"/>
          </p:cNvSpPr>
          <p:nvPr/>
        </p:nvSpPr>
        <p:spPr bwMode="auto">
          <a:xfrm>
            <a:off x="2196303" y="3110237"/>
            <a:ext cx="207464" cy="209627"/>
          </a:xfrm>
          <a:custGeom>
            <a:avLst/>
            <a:gdLst>
              <a:gd name="T0" fmla="*/ 136 w 146"/>
              <a:gd name="T1" fmla="*/ 36 h 146"/>
              <a:gd name="T2" fmla="*/ 146 w 146"/>
              <a:gd name="T3" fmla="*/ 73 h 146"/>
              <a:gd name="T4" fmla="*/ 136 w 146"/>
              <a:gd name="T5" fmla="*/ 109 h 146"/>
              <a:gd name="T6" fmla="*/ 110 w 146"/>
              <a:gd name="T7" fmla="*/ 136 h 146"/>
              <a:gd name="T8" fmla="*/ 73 w 146"/>
              <a:gd name="T9" fmla="*/ 146 h 146"/>
              <a:gd name="T10" fmla="*/ 37 w 146"/>
              <a:gd name="T11" fmla="*/ 136 h 146"/>
              <a:gd name="T12" fmla="*/ 10 w 146"/>
              <a:gd name="T13" fmla="*/ 109 h 146"/>
              <a:gd name="T14" fmla="*/ 0 w 146"/>
              <a:gd name="T15" fmla="*/ 73 h 146"/>
              <a:gd name="T16" fmla="*/ 10 w 146"/>
              <a:gd name="T17" fmla="*/ 36 h 146"/>
              <a:gd name="T18" fmla="*/ 37 w 146"/>
              <a:gd name="T19" fmla="*/ 10 h 146"/>
              <a:gd name="T20" fmla="*/ 73 w 146"/>
              <a:gd name="T21" fmla="*/ 0 h 146"/>
              <a:gd name="T22" fmla="*/ 110 w 146"/>
              <a:gd name="T23" fmla="*/ 10 h 146"/>
              <a:gd name="T24" fmla="*/ 136 w 146"/>
              <a:gd name="T25" fmla="*/ 36 h 146"/>
              <a:gd name="T26" fmla="*/ 122 w 146"/>
              <a:gd name="T27" fmla="*/ 73 h 146"/>
              <a:gd name="T28" fmla="*/ 120 w 146"/>
              <a:gd name="T29" fmla="*/ 69 h 146"/>
              <a:gd name="T30" fmla="*/ 112 w 146"/>
              <a:gd name="T31" fmla="*/ 60 h 146"/>
              <a:gd name="T32" fmla="*/ 77 w 146"/>
              <a:gd name="T33" fmla="*/ 26 h 146"/>
              <a:gd name="T34" fmla="*/ 73 w 146"/>
              <a:gd name="T35" fmla="*/ 24 h 146"/>
              <a:gd name="T36" fmla="*/ 69 w 146"/>
              <a:gd name="T37" fmla="*/ 26 h 146"/>
              <a:gd name="T38" fmla="*/ 60 w 146"/>
              <a:gd name="T39" fmla="*/ 34 h 146"/>
              <a:gd name="T40" fmla="*/ 59 w 146"/>
              <a:gd name="T41" fmla="*/ 39 h 146"/>
              <a:gd name="T42" fmla="*/ 60 w 146"/>
              <a:gd name="T43" fmla="*/ 43 h 146"/>
              <a:gd name="T44" fmla="*/ 78 w 146"/>
              <a:gd name="T45" fmla="*/ 61 h 146"/>
              <a:gd name="T46" fmla="*/ 31 w 146"/>
              <a:gd name="T47" fmla="*/ 61 h 146"/>
              <a:gd name="T48" fmla="*/ 26 w 146"/>
              <a:gd name="T49" fmla="*/ 63 h 146"/>
              <a:gd name="T50" fmla="*/ 25 w 146"/>
              <a:gd name="T51" fmla="*/ 67 h 146"/>
              <a:gd name="T52" fmla="*/ 25 w 146"/>
              <a:gd name="T53" fmla="*/ 79 h 146"/>
              <a:gd name="T54" fmla="*/ 26 w 146"/>
              <a:gd name="T55" fmla="*/ 83 h 146"/>
              <a:gd name="T56" fmla="*/ 31 w 146"/>
              <a:gd name="T57" fmla="*/ 85 h 146"/>
              <a:gd name="T58" fmla="*/ 78 w 146"/>
              <a:gd name="T59" fmla="*/ 85 h 146"/>
              <a:gd name="T60" fmla="*/ 60 w 146"/>
              <a:gd name="T61" fmla="*/ 103 h 146"/>
              <a:gd name="T62" fmla="*/ 58 w 146"/>
              <a:gd name="T63" fmla="*/ 107 h 146"/>
              <a:gd name="T64" fmla="*/ 60 w 146"/>
              <a:gd name="T65" fmla="*/ 111 h 146"/>
              <a:gd name="T66" fmla="*/ 69 w 146"/>
              <a:gd name="T67" fmla="*/ 120 h 146"/>
              <a:gd name="T68" fmla="*/ 73 w 146"/>
              <a:gd name="T69" fmla="*/ 122 h 146"/>
              <a:gd name="T70" fmla="*/ 77 w 146"/>
              <a:gd name="T71" fmla="*/ 120 h 146"/>
              <a:gd name="T72" fmla="*/ 112 w 146"/>
              <a:gd name="T73" fmla="*/ 86 h 146"/>
              <a:gd name="T74" fmla="*/ 120 w 146"/>
              <a:gd name="T75" fmla="*/ 77 h 146"/>
              <a:gd name="T76" fmla="*/ 122 w 146"/>
              <a:gd name="T77" fmla="*/ 73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46" h="146">
                <a:moveTo>
                  <a:pt x="136" y="36"/>
                </a:moveTo>
                <a:cubicBezTo>
                  <a:pt x="142" y="48"/>
                  <a:pt x="146" y="60"/>
                  <a:pt x="146" y="73"/>
                </a:cubicBezTo>
                <a:cubicBezTo>
                  <a:pt x="146" y="86"/>
                  <a:pt x="142" y="98"/>
                  <a:pt x="136" y="109"/>
                </a:cubicBezTo>
                <a:cubicBezTo>
                  <a:pt x="129" y="121"/>
                  <a:pt x="121" y="129"/>
                  <a:pt x="110" y="136"/>
                </a:cubicBezTo>
                <a:cubicBezTo>
                  <a:pt x="98" y="142"/>
                  <a:pt x="86" y="146"/>
                  <a:pt x="73" y="146"/>
                </a:cubicBezTo>
                <a:cubicBezTo>
                  <a:pt x="60" y="146"/>
                  <a:pt x="48" y="142"/>
                  <a:pt x="37" y="136"/>
                </a:cubicBezTo>
                <a:cubicBezTo>
                  <a:pt x="25" y="129"/>
                  <a:pt x="17" y="121"/>
                  <a:pt x="10" y="109"/>
                </a:cubicBezTo>
                <a:cubicBezTo>
                  <a:pt x="4" y="98"/>
                  <a:pt x="0" y="86"/>
                  <a:pt x="0" y="73"/>
                </a:cubicBezTo>
                <a:cubicBezTo>
                  <a:pt x="0" y="60"/>
                  <a:pt x="4" y="48"/>
                  <a:pt x="10" y="36"/>
                </a:cubicBezTo>
                <a:cubicBezTo>
                  <a:pt x="17" y="25"/>
                  <a:pt x="25" y="17"/>
                  <a:pt x="37" y="10"/>
                </a:cubicBezTo>
                <a:cubicBezTo>
                  <a:pt x="48" y="4"/>
                  <a:pt x="60" y="0"/>
                  <a:pt x="73" y="0"/>
                </a:cubicBezTo>
                <a:cubicBezTo>
                  <a:pt x="86" y="0"/>
                  <a:pt x="98" y="4"/>
                  <a:pt x="110" y="10"/>
                </a:cubicBezTo>
                <a:cubicBezTo>
                  <a:pt x="121" y="17"/>
                  <a:pt x="129" y="25"/>
                  <a:pt x="136" y="36"/>
                </a:cubicBezTo>
                <a:close/>
                <a:moveTo>
                  <a:pt x="122" y="73"/>
                </a:moveTo>
                <a:cubicBezTo>
                  <a:pt x="122" y="71"/>
                  <a:pt x="121" y="70"/>
                  <a:pt x="120" y="69"/>
                </a:cubicBezTo>
                <a:cubicBezTo>
                  <a:pt x="112" y="60"/>
                  <a:pt x="112" y="60"/>
                  <a:pt x="112" y="60"/>
                </a:cubicBezTo>
                <a:cubicBezTo>
                  <a:pt x="77" y="26"/>
                  <a:pt x="77" y="26"/>
                  <a:pt x="77" y="26"/>
                </a:cubicBezTo>
                <a:cubicBezTo>
                  <a:pt x="76" y="25"/>
                  <a:pt x="75" y="24"/>
                  <a:pt x="73" y="24"/>
                </a:cubicBezTo>
                <a:cubicBezTo>
                  <a:pt x="71" y="24"/>
                  <a:pt x="70" y="25"/>
                  <a:pt x="69" y="26"/>
                </a:cubicBezTo>
                <a:cubicBezTo>
                  <a:pt x="60" y="34"/>
                  <a:pt x="60" y="34"/>
                  <a:pt x="60" y="34"/>
                </a:cubicBezTo>
                <a:cubicBezTo>
                  <a:pt x="59" y="36"/>
                  <a:pt x="59" y="37"/>
                  <a:pt x="59" y="39"/>
                </a:cubicBezTo>
                <a:cubicBezTo>
                  <a:pt x="59" y="40"/>
                  <a:pt x="59" y="42"/>
                  <a:pt x="60" y="43"/>
                </a:cubicBezTo>
                <a:cubicBezTo>
                  <a:pt x="78" y="61"/>
                  <a:pt x="78" y="61"/>
                  <a:pt x="78" y="61"/>
                </a:cubicBezTo>
                <a:cubicBezTo>
                  <a:pt x="31" y="61"/>
                  <a:pt x="31" y="61"/>
                  <a:pt x="31" y="61"/>
                </a:cubicBezTo>
                <a:cubicBezTo>
                  <a:pt x="29" y="61"/>
                  <a:pt x="28" y="61"/>
                  <a:pt x="26" y="63"/>
                </a:cubicBezTo>
                <a:cubicBezTo>
                  <a:pt x="25" y="64"/>
                  <a:pt x="25" y="65"/>
                  <a:pt x="25" y="67"/>
                </a:cubicBezTo>
                <a:cubicBezTo>
                  <a:pt x="25" y="79"/>
                  <a:pt x="25" y="79"/>
                  <a:pt x="25" y="79"/>
                </a:cubicBezTo>
                <a:cubicBezTo>
                  <a:pt x="25" y="81"/>
                  <a:pt x="25" y="82"/>
                  <a:pt x="26" y="83"/>
                </a:cubicBezTo>
                <a:cubicBezTo>
                  <a:pt x="28" y="84"/>
                  <a:pt x="29" y="85"/>
                  <a:pt x="31" y="85"/>
                </a:cubicBezTo>
                <a:cubicBezTo>
                  <a:pt x="78" y="85"/>
                  <a:pt x="78" y="85"/>
                  <a:pt x="78" y="85"/>
                </a:cubicBezTo>
                <a:cubicBezTo>
                  <a:pt x="60" y="103"/>
                  <a:pt x="60" y="103"/>
                  <a:pt x="60" y="103"/>
                </a:cubicBezTo>
                <a:cubicBezTo>
                  <a:pt x="59" y="104"/>
                  <a:pt x="58" y="106"/>
                  <a:pt x="58" y="107"/>
                </a:cubicBezTo>
                <a:cubicBezTo>
                  <a:pt x="58" y="109"/>
                  <a:pt x="59" y="110"/>
                  <a:pt x="60" y="111"/>
                </a:cubicBezTo>
                <a:cubicBezTo>
                  <a:pt x="69" y="120"/>
                  <a:pt x="69" y="120"/>
                  <a:pt x="69" y="120"/>
                </a:cubicBezTo>
                <a:cubicBezTo>
                  <a:pt x="70" y="121"/>
                  <a:pt x="71" y="122"/>
                  <a:pt x="73" y="122"/>
                </a:cubicBezTo>
                <a:cubicBezTo>
                  <a:pt x="75" y="122"/>
                  <a:pt x="76" y="121"/>
                  <a:pt x="77" y="120"/>
                </a:cubicBezTo>
                <a:cubicBezTo>
                  <a:pt x="112" y="86"/>
                  <a:pt x="112" y="86"/>
                  <a:pt x="112" y="86"/>
                </a:cubicBezTo>
                <a:cubicBezTo>
                  <a:pt x="120" y="77"/>
                  <a:pt x="120" y="77"/>
                  <a:pt x="120" y="77"/>
                </a:cubicBezTo>
                <a:cubicBezTo>
                  <a:pt x="121" y="76"/>
                  <a:pt x="122" y="75"/>
                  <a:pt x="122" y="7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63" name="Freeform 165"/>
          <p:cNvSpPr>
            <a:spLocks noEditPoints="1"/>
          </p:cNvSpPr>
          <p:nvPr/>
        </p:nvSpPr>
        <p:spPr bwMode="auto">
          <a:xfrm>
            <a:off x="2462117" y="3110237"/>
            <a:ext cx="209627" cy="209627"/>
          </a:xfrm>
          <a:custGeom>
            <a:avLst/>
            <a:gdLst>
              <a:gd name="T0" fmla="*/ 136 w 146"/>
              <a:gd name="T1" fmla="*/ 36 h 146"/>
              <a:gd name="T2" fmla="*/ 146 w 146"/>
              <a:gd name="T3" fmla="*/ 73 h 146"/>
              <a:gd name="T4" fmla="*/ 136 w 146"/>
              <a:gd name="T5" fmla="*/ 109 h 146"/>
              <a:gd name="T6" fmla="*/ 110 w 146"/>
              <a:gd name="T7" fmla="*/ 136 h 146"/>
              <a:gd name="T8" fmla="*/ 73 w 146"/>
              <a:gd name="T9" fmla="*/ 146 h 146"/>
              <a:gd name="T10" fmla="*/ 37 w 146"/>
              <a:gd name="T11" fmla="*/ 136 h 146"/>
              <a:gd name="T12" fmla="*/ 10 w 146"/>
              <a:gd name="T13" fmla="*/ 109 h 146"/>
              <a:gd name="T14" fmla="*/ 0 w 146"/>
              <a:gd name="T15" fmla="*/ 73 h 146"/>
              <a:gd name="T16" fmla="*/ 10 w 146"/>
              <a:gd name="T17" fmla="*/ 36 h 146"/>
              <a:gd name="T18" fmla="*/ 37 w 146"/>
              <a:gd name="T19" fmla="*/ 10 h 146"/>
              <a:gd name="T20" fmla="*/ 73 w 146"/>
              <a:gd name="T21" fmla="*/ 0 h 146"/>
              <a:gd name="T22" fmla="*/ 110 w 146"/>
              <a:gd name="T23" fmla="*/ 10 h 146"/>
              <a:gd name="T24" fmla="*/ 136 w 146"/>
              <a:gd name="T25" fmla="*/ 36 h 146"/>
              <a:gd name="T26" fmla="*/ 122 w 146"/>
              <a:gd name="T27" fmla="*/ 73 h 146"/>
              <a:gd name="T28" fmla="*/ 120 w 146"/>
              <a:gd name="T29" fmla="*/ 69 h 146"/>
              <a:gd name="T30" fmla="*/ 86 w 146"/>
              <a:gd name="T31" fmla="*/ 34 h 146"/>
              <a:gd name="T32" fmla="*/ 77 w 146"/>
              <a:gd name="T33" fmla="*/ 26 h 146"/>
              <a:gd name="T34" fmla="*/ 73 w 146"/>
              <a:gd name="T35" fmla="*/ 24 h 146"/>
              <a:gd name="T36" fmla="*/ 69 w 146"/>
              <a:gd name="T37" fmla="*/ 26 h 146"/>
              <a:gd name="T38" fmla="*/ 60 w 146"/>
              <a:gd name="T39" fmla="*/ 34 h 146"/>
              <a:gd name="T40" fmla="*/ 26 w 146"/>
              <a:gd name="T41" fmla="*/ 69 h 146"/>
              <a:gd name="T42" fmla="*/ 24 w 146"/>
              <a:gd name="T43" fmla="*/ 73 h 146"/>
              <a:gd name="T44" fmla="*/ 26 w 146"/>
              <a:gd name="T45" fmla="*/ 77 h 146"/>
              <a:gd name="T46" fmla="*/ 35 w 146"/>
              <a:gd name="T47" fmla="*/ 86 h 146"/>
              <a:gd name="T48" fmla="*/ 39 w 146"/>
              <a:gd name="T49" fmla="*/ 87 h 146"/>
              <a:gd name="T50" fmla="*/ 43 w 146"/>
              <a:gd name="T51" fmla="*/ 86 h 146"/>
              <a:gd name="T52" fmla="*/ 61 w 146"/>
              <a:gd name="T53" fmla="*/ 68 h 146"/>
              <a:gd name="T54" fmla="*/ 61 w 146"/>
              <a:gd name="T55" fmla="*/ 115 h 146"/>
              <a:gd name="T56" fmla="*/ 63 w 146"/>
              <a:gd name="T57" fmla="*/ 120 h 146"/>
              <a:gd name="T58" fmla="*/ 67 w 146"/>
              <a:gd name="T59" fmla="*/ 121 h 146"/>
              <a:gd name="T60" fmla="*/ 79 w 146"/>
              <a:gd name="T61" fmla="*/ 121 h 146"/>
              <a:gd name="T62" fmla="*/ 83 w 146"/>
              <a:gd name="T63" fmla="*/ 120 h 146"/>
              <a:gd name="T64" fmla="*/ 85 w 146"/>
              <a:gd name="T65" fmla="*/ 115 h 146"/>
              <a:gd name="T66" fmla="*/ 85 w 146"/>
              <a:gd name="T67" fmla="*/ 68 h 146"/>
              <a:gd name="T68" fmla="*/ 103 w 146"/>
              <a:gd name="T69" fmla="*/ 86 h 146"/>
              <a:gd name="T70" fmla="*/ 107 w 146"/>
              <a:gd name="T71" fmla="*/ 88 h 146"/>
              <a:gd name="T72" fmla="*/ 112 w 146"/>
              <a:gd name="T73" fmla="*/ 86 h 146"/>
              <a:gd name="T74" fmla="*/ 120 w 146"/>
              <a:gd name="T75" fmla="*/ 77 h 146"/>
              <a:gd name="T76" fmla="*/ 122 w 146"/>
              <a:gd name="T77" fmla="*/ 73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46" h="146">
                <a:moveTo>
                  <a:pt x="136" y="36"/>
                </a:moveTo>
                <a:cubicBezTo>
                  <a:pt x="142" y="48"/>
                  <a:pt x="146" y="60"/>
                  <a:pt x="146" y="73"/>
                </a:cubicBezTo>
                <a:cubicBezTo>
                  <a:pt x="146" y="86"/>
                  <a:pt x="142" y="98"/>
                  <a:pt x="136" y="109"/>
                </a:cubicBezTo>
                <a:cubicBezTo>
                  <a:pt x="129" y="121"/>
                  <a:pt x="121" y="129"/>
                  <a:pt x="110" y="136"/>
                </a:cubicBezTo>
                <a:cubicBezTo>
                  <a:pt x="98" y="142"/>
                  <a:pt x="86" y="146"/>
                  <a:pt x="73" y="146"/>
                </a:cubicBezTo>
                <a:cubicBezTo>
                  <a:pt x="60" y="146"/>
                  <a:pt x="48" y="142"/>
                  <a:pt x="37" y="136"/>
                </a:cubicBezTo>
                <a:cubicBezTo>
                  <a:pt x="25" y="129"/>
                  <a:pt x="17" y="121"/>
                  <a:pt x="10" y="109"/>
                </a:cubicBezTo>
                <a:cubicBezTo>
                  <a:pt x="4" y="98"/>
                  <a:pt x="0" y="86"/>
                  <a:pt x="0" y="73"/>
                </a:cubicBezTo>
                <a:cubicBezTo>
                  <a:pt x="0" y="60"/>
                  <a:pt x="4" y="48"/>
                  <a:pt x="10" y="36"/>
                </a:cubicBezTo>
                <a:cubicBezTo>
                  <a:pt x="17" y="25"/>
                  <a:pt x="25" y="17"/>
                  <a:pt x="37" y="10"/>
                </a:cubicBezTo>
                <a:cubicBezTo>
                  <a:pt x="48" y="4"/>
                  <a:pt x="60" y="0"/>
                  <a:pt x="73" y="0"/>
                </a:cubicBezTo>
                <a:cubicBezTo>
                  <a:pt x="86" y="0"/>
                  <a:pt x="98" y="4"/>
                  <a:pt x="110" y="10"/>
                </a:cubicBezTo>
                <a:cubicBezTo>
                  <a:pt x="121" y="17"/>
                  <a:pt x="129" y="25"/>
                  <a:pt x="136" y="36"/>
                </a:cubicBezTo>
                <a:close/>
                <a:moveTo>
                  <a:pt x="122" y="73"/>
                </a:moveTo>
                <a:cubicBezTo>
                  <a:pt x="122" y="71"/>
                  <a:pt x="121" y="70"/>
                  <a:pt x="120" y="69"/>
                </a:cubicBezTo>
                <a:cubicBezTo>
                  <a:pt x="86" y="34"/>
                  <a:pt x="86" y="34"/>
                  <a:pt x="86" y="34"/>
                </a:cubicBezTo>
                <a:cubicBezTo>
                  <a:pt x="77" y="26"/>
                  <a:pt x="77" y="26"/>
                  <a:pt x="77" y="26"/>
                </a:cubicBezTo>
                <a:cubicBezTo>
                  <a:pt x="76" y="25"/>
                  <a:pt x="75" y="24"/>
                  <a:pt x="73" y="24"/>
                </a:cubicBezTo>
                <a:cubicBezTo>
                  <a:pt x="71" y="24"/>
                  <a:pt x="70" y="25"/>
                  <a:pt x="69" y="26"/>
                </a:cubicBezTo>
                <a:cubicBezTo>
                  <a:pt x="60" y="34"/>
                  <a:pt x="60" y="34"/>
                  <a:pt x="60" y="34"/>
                </a:cubicBezTo>
                <a:cubicBezTo>
                  <a:pt x="26" y="69"/>
                  <a:pt x="26" y="69"/>
                  <a:pt x="26" y="69"/>
                </a:cubicBezTo>
                <a:cubicBezTo>
                  <a:pt x="25" y="70"/>
                  <a:pt x="24" y="71"/>
                  <a:pt x="24" y="73"/>
                </a:cubicBezTo>
                <a:cubicBezTo>
                  <a:pt x="24" y="75"/>
                  <a:pt x="25" y="76"/>
                  <a:pt x="26" y="77"/>
                </a:cubicBezTo>
                <a:cubicBezTo>
                  <a:pt x="35" y="86"/>
                  <a:pt x="35" y="86"/>
                  <a:pt x="35" y="86"/>
                </a:cubicBezTo>
                <a:cubicBezTo>
                  <a:pt x="36" y="87"/>
                  <a:pt x="37" y="87"/>
                  <a:pt x="39" y="87"/>
                </a:cubicBezTo>
                <a:cubicBezTo>
                  <a:pt x="41" y="87"/>
                  <a:pt x="42" y="87"/>
                  <a:pt x="43" y="86"/>
                </a:cubicBezTo>
                <a:cubicBezTo>
                  <a:pt x="61" y="68"/>
                  <a:pt x="61" y="68"/>
                  <a:pt x="61" y="68"/>
                </a:cubicBezTo>
                <a:cubicBezTo>
                  <a:pt x="61" y="115"/>
                  <a:pt x="61" y="115"/>
                  <a:pt x="61" y="115"/>
                </a:cubicBezTo>
                <a:cubicBezTo>
                  <a:pt x="61" y="117"/>
                  <a:pt x="62" y="118"/>
                  <a:pt x="63" y="120"/>
                </a:cubicBezTo>
                <a:cubicBezTo>
                  <a:pt x="64" y="121"/>
                  <a:pt x="65" y="121"/>
                  <a:pt x="67" y="121"/>
                </a:cubicBezTo>
                <a:cubicBezTo>
                  <a:pt x="79" y="121"/>
                  <a:pt x="79" y="121"/>
                  <a:pt x="79" y="121"/>
                </a:cubicBezTo>
                <a:cubicBezTo>
                  <a:pt x="81" y="121"/>
                  <a:pt x="82" y="121"/>
                  <a:pt x="83" y="120"/>
                </a:cubicBezTo>
                <a:cubicBezTo>
                  <a:pt x="85" y="118"/>
                  <a:pt x="85" y="117"/>
                  <a:pt x="85" y="115"/>
                </a:cubicBezTo>
                <a:cubicBezTo>
                  <a:pt x="85" y="68"/>
                  <a:pt x="85" y="68"/>
                  <a:pt x="85" y="68"/>
                </a:cubicBezTo>
                <a:cubicBezTo>
                  <a:pt x="103" y="86"/>
                  <a:pt x="103" y="86"/>
                  <a:pt x="103" y="86"/>
                </a:cubicBezTo>
                <a:cubicBezTo>
                  <a:pt x="104" y="87"/>
                  <a:pt x="106" y="88"/>
                  <a:pt x="107" y="88"/>
                </a:cubicBezTo>
                <a:cubicBezTo>
                  <a:pt x="109" y="88"/>
                  <a:pt x="110" y="87"/>
                  <a:pt x="112" y="86"/>
                </a:cubicBezTo>
                <a:cubicBezTo>
                  <a:pt x="120" y="77"/>
                  <a:pt x="120" y="77"/>
                  <a:pt x="120" y="77"/>
                </a:cubicBezTo>
                <a:cubicBezTo>
                  <a:pt x="121" y="76"/>
                  <a:pt x="122" y="75"/>
                  <a:pt x="122" y="7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64" name="Freeform 166"/>
          <p:cNvSpPr>
            <a:spLocks noEditPoints="1"/>
          </p:cNvSpPr>
          <p:nvPr/>
        </p:nvSpPr>
        <p:spPr bwMode="auto">
          <a:xfrm>
            <a:off x="2727932" y="3110237"/>
            <a:ext cx="209627" cy="209627"/>
          </a:xfrm>
          <a:custGeom>
            <a:avLst/>
            <a:gdLst>
              <a:gd name="T0" fmla="*/ 136 w 146"/>
              <a:gd name="T1" fmla="*/ 36 h 146"/>
              <a:gd name="T2" fmla="*/ 146 w 146"/>
              <a:gd name="T3" fmla="*/ 73 h 146"/>
              <a:gd name="T4" fmla="*/ 136 w 146"/>
              <a:gd name="T5" fmla="*/ 109 h 146"/>
              <a:gd name="T6" fmla="*/ 110 w 146"/>
              <a:gd name="T7" fmla="*/ 136 h 146"/>
              <a:gd name="T8" fmla="*/ 73 w 146"/>
              <a:gd name="T9" fmla="*/ 146 h 146"/>
              <a:gd name="T10" fmla="*/ 37 w 146"/>
              <a:gd name="T11" fmla="*/ 136 h 146"/>
              <a:gd name="T12" fmla="*/ 10 w 146"/>
              <a:gd name="T13" fmla="*/ 109 h 146"/>
              <a:gd name="T14" fmla="*/ 0 w 146"/>
              <a:gd name="T15" fmla="*/ 73 h 146"/>
              <a:gd name="T16" fmla="*/ 10 w 146"/>
              <a:gd name="T17" fmla="*/ 36 h 146"/>
              <a:gd name="T18" fmla="*/ 37 w 146"/>
              <a:gd name="T19" fmla="*/ 10 h 146"/>
              <a:gd name="T20" fmla="*/ 73 w 146"/>
              <a:gd name="T21" fmla="*/ 0 h 146"/>
              <a:gd name="T22" fmla="*/ 110 w 146"/>
              <a:gd name="T23" fmla="*/ 10 h 146"/>
              <a:gd name="T24" fmla="*/ 136 w 146"/>
              <a:gd name="T25" fmla="*/ 36 h 146"/>
              <a:gd name="T26" fmla="*/ 122 w 146"/>
              <a:gd name="T27" fmla="*/ 73 h 146"/>
              <a:gd name="T28" fmla="*/ 120 w 146"/>
              <a:gd name="T29" fmla="*/ 69 h 146"/>
              <a:gd name="T30" fmla="*/ 112 w 146"/>
              <a:gd name="T31" fmla="*/ 60 h 146"/>
              <a:gd name="T32" fmla="*/ 107 w 146"/>
              <a:gd name="T33" fmla="*/ 58 h 146"/>
              <a:gd name="T34" fmla="*/ 103 w 146"/>
              <a:gd name="T35" fmla="*/ 60 h 146"/>
              <a:gd name="T36" fmla="*/ 85 w 146"/>
              <a:gd name="T37" fmla="*/ 78 h 146"/>
              <a:gd name="T38" fmla="*/ 85 w 146"/>
              <a:gd name="T39" fmla="*/ 31 h 146"/>
              <a:gd name="T40" fmla="*/ 83 w 146"/>
              <a:gd name="T41" fmla="*/ 26 h 146"/>
              <a:gd name="T42" fmla="*/ 79 w 146"/>
              <a:gd name="T43" fmla="*/ 25 h 146"/>
              <a:gd name="T44" fmla="*/ 67 w 146"/>
              <a:gd name="T45" fmla="*/ 25 h 146"/>
              <a:gd name="T46" fmla="*/ 63 w 146"/>
              <a:gd name="T47" fmla="*/ 26 h 146"/>
              <a:gd name="T48" fmla="*/ 61 w 146"/>
              <a:gd name="T49" fmla="*/ 31 h 146"/>
              <a:gd name="T50" fmla="*/ 61 w 146"/>
              <a:gd name="T51" fmla="*/ 78 h 146"/>
              <a:gd name="T52" fmla="*/ 43 w 146"/>
              <a:gd name="T53" fmla="*/ 60 h 146"/>
              <a:gd name="T54" fmla="*/ 39 w 146"/>
              <a:gd name="T55" fmla="*/ 58 h 146"/>
              <a:gd name="T56" fmla="*/ 35 w 146"/>
              <a:gd name="T57" fmla="*/ 60 h 146"/>
              <a:gd name="T58" fmla="*/ 26 w 146"/>
              <a:gd name="T59" fmla="*/ 69 h 146"/>
              <a:gd name="T60" fmla="*/ 24 w 146"/>
              <a:gd name="T61" fmla="*/ 73 h 146"/>
              <a:gd name="T62" fmla="*/ 26 w 146"/>
              <a:gd name="T63" fmla="*/ 77 h 146"/>
              <a:gd name="T64" fmla="*/ 60 w 146"/>
              <a:gd name="T65" fmla="*/ 112 h 146"/>
              <a:gd name="T66" fmla="*/ 69 w 146"/>
              <a:gd name="T67" fmla="*/ 120 h 146"/>
              <a:gd name="T68" fmla="*/ 73 w 146"/>
              <a:gd name="T69" fmla="*/ 122 h 146"/>
              <a:gd name="T70" fmla="*/ 77 w 146"/>
              <a:gd name="T71" fmla="*/ 120 h 146"/>
              <a:gd name="T72" fmla="*/ 86 w 146"/>
              <a:gd name="T73" fmla="*/ 112 h 146"/>
              <a:gd name="T74" fmla="*/ 120 w 146"/>
              <a:gd name="T75" fmla="*/ 77 h 146"/>
              <a:gd name="T76" fmla="*/ 122 w 146"/>
              <a:gd name="T77" fmla="*/ 73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46" h="146">
                <a:moveTo>
                  <a:pt x="136" y="36"/>
                </a:moveTo>
                <a:cubicBezTo>
                  <a:pt x="142" y="48"/>
                  <a:pt x="146" y="60"/>
                  <a:pt x="146" y="73"/>
                </a:cubicBezTo>
                <a:cubicBezTo>
                  <a:pt x="146" y="86"/>
                  <a:pt x="142" y="98"/>
                  <a:pt x="136" y="109"/>
                </a:cubicBezTo>
                <a:cubicBezTo>
                  <a:pt x="129" y="121"/>
                  <a:pt x="121" y="129"/>
                  <a:pt x="110" y="136"/>
                </a:cubicBezTo>
                <a:cubicBezTo>
                  <a:pt x="98" y="142"/>
                  <a:pt x="86" y="146"/>
                  <a:pt x="73" y="146"/>
                </a:cubicBezTo>
                <a:cubicBezTo>
                  <a:pt x="60" y="146"/>
                  <a:pt x="48" y="142"/>
                  <a:pt x="37" y="136"/>
                </a:cubicBezTo>
                <a:cubicBezTo>
                  <a:pt x="26" y="129"/>
                  <a:pt x="17" y="121"/>
                  <a:pt x="10" y="109"/>
                </a:cubicBezTo>
                <a:cubicBezTo>
                  <a:pt x="4" y="98"/>
                  <a:pt x="0" y="86"/>
                  <a:pt x="0" y="73"/>
                </a:cubicBezTo>
                <a:cubicBezTo>
                  <a:pt x="0" y="60"/>
                  <a:pt x="4" y="48"/>
                  <a:pt x="10" y="36"/>
                </a:cubicBezTo>
                <a:cubicBezTo>
                  <a:pt x="17" y="25"/>
                  <a:pt x="26" y="17"/>
                  <a:pt x="37" y="10"/>
                </a:cubicBezTo>
                <a:cubicBezTo>
                  <a:pt x="48" y="4"/>
                  <a:pt x="60" y="0"/>
                  <a:pt x="73" y="0"/>
                </a:cubicBezTo>
                <a:cubicBezTo>
                  <a:pt x="86" y="0"/>
                  <a:pt x="98" y="4"/>
                  <a:pt x="110" y="10"/>
                </a:cubicBezTo>
                <a:cubicBezTo>
                  <a:pt x="121" y="17"/>
                  <a:pt x="129" y="25"/>
                  <a:pt x="136" y="36"/>
                </a:cubicBezTo>
                <a:close/>
                <a:moveTo>
                  <a:pt x="122" y="73"/>
                </a:moveTo>
                <a:cubicBezTo>
                  <a:pt x="122" y="71"/>
                  <a:pt x="121" y="70"/>
                  <a:pt x="120" y="69"/>
                </a:cubicBezTo>
                <a:cubicBezTo>
                  <a:pt x="112" y="60"/>
                  <a:pt x="112" y="60"/>
                  <a:pt x="112" y="60"/>
                </a:cubicBezTo>
                <a:cubicBezTo>
                  <a:pt x="110" y="59"/>
                  <a:pt x="109" y="58"/>
                  <a:pt x="107" y="58"/>
                </a:cubicBezTo>
                <a:cubicBezTo>
                  <a:pt x="106" y="58"/>
                  <a:pt x="104" y="59"/>
                  <a:pt x="103" y="60"/>
                </a:cubicBezTo>
                <a:cubicBezTo>
                  <a:pt x="85" y="78"/>
                  <a:pt x="85" y="78"/>
                  <a:pt x="85" y="78"/>
                </a:cubicBezTo>
                <a:cubicBezTo>
                  <a:pt x="85" y="31"/>
                  <a:pt x="85" y="31"/>
                  <a:pt x="85" y="31"/>
                </a:cubicBezTo>
                <a:cubicBezTo>
                  <a:pt x="85" y="29"/>
                  <a:pt x="85" y="28"/>
                  <a:pt x="83" y="26"/>
                </a:cubicBezTo>
                <a:cubicBezTo>
                  <a:pt x="82" y="25"/>
                  <a:pt x="81" y="25"/>
                  <a:pt x="79" y="25"/>
                </a:cubicBezTo>
                <a:cubicBezTo>
                  <a:pt x="67" y="25"/>
                  <a:pt x="67" y="25"/>
                  <a:pt x="67" y="25"/>
                </a:cubicBezTo>
                <a:cubicBezTo>
                  <a:pt x="65" y="25"/>
                  <a:pt x="64" y="25"/>
                  <a:pt x="63" y="26"/>
                </a:cubicBezTo>
                <a:cubicBezTo>
                  <a:pt x="62" y="28"/>
                  <a:pt x="61" y="29"/>
                  <a:pt x="61" y="31"/>
                </a:cubicBezTo>
                <a:cubicBezTo>
                  <a:pt x="61" y="78"/>
                  <a:pt x="61" y="78"/>
                  <a:pt x="61" y="78"/>
                </a:cubicBezTo>
                <a:cubicBezTo>
                  <a:pt x="43" y="60"/>
                  <a:pt x="43" y="60"/>
                  <a:pt x="43" y="60"/>
                </a:cubicBezTo>
                <a:cubicBezTo>
                  <a:pt x="42" y="59"/>
                  <a:pt x="41" y="58"/>
                  <a:pt x="39" y="58"/>
                </a:cubicBezTo>
                <a:cubicBezTo>
                  <a:pt x="37" y="58"/>
                  <a:pt x="36" y="59"/>
                  <a:pt x="35" y="60"/>
                </a:cubicBezTo>
                <a:cubicBezTo>
                  <a:pt x="26" y="69"/>
                  <a:pt x="26" y="69"/>
                  <a:pt x="26" y="69"/>
                </a:cubicBezTo>
                <a:cubicBezTo>
                  <a:pt x="25" y="70"/>
                  <a:pt x="24" y="71"/>
                  <a:pt x="24" y="73"/>
                </a:cubicBezTo>
                <a:cubicBezTo>
                  <a:pt x="24" y="75"/>
                  <a:pt x="25" y="76"/>
                  <a:pt x="26" y="77"/>
                </a:cubicBezTo>
                <a:cubicBezTo>
                  <a:pt x="60" y="112"/>
                  <a:pt x="60" y="112"/>
                  <a:pt x="60" y="112"/>
                </a:cubicBezTo>
                <a:cubicBezTo>
                  <a:pt x="69" y="120"/>
                  <a:pt x="69" y="120"/>
                  <a:pt x="69" y="120"/>
                </a:cubicBezTo>
                <a:cubicBezTo>
                  <a:pt x="70" y="121"/>
                  <a:pt x="71" y="122"/>
                  <a:pt x="73" y="122"/>
                </a:cubicBezTo>
                <a:cubicBezTo>
                  <a:pt x="75" y="122"/>
                  <a:pt x="76" y="121"/>
                  <a:pt x="77" y="120"/>
                </a:cubicBezTo>
                <a:cubicBezTo>
                  <a:pt x="86" y="112"/>
                  <a:pt x="86" y="112"/>
                  <a:pt x="86" y="112"/>
                </a:cubicBezTo>
                <a:cubicBezTo>
                  <a:pt x="120" y="77"/>
                  <a:pt x="120" y="77"/>
                  <a:pt x="120" y="77"/>
                </a:cubicBezTo>
                <a:cubicBezTo>
                  <a:pt x="121" y="76"/>
                  <a:pt x="122" y="75"/>
                  <a:pt x="122" y="7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65" name="Freeform 167"/>
          <p:cNvSpPr>
            <a:spLocks noEditPoints="1"/>
          </p:cNvSpPr>
          <p:nvPr/>
        </p:nvSpPr>
        <p:spPr bwMode="auto">
          <a:xfrm>
            <a:off x="2995908" y="3110237"/>
            <a:ext cx="207464" cy="209627"/>
          </a:xfrm>
          <a:custGeom>
            <a:avLst/>
            <a:gdLst>
              <a:gd name="T0" fmla="*/ 136 w 146"/>
              <a:gd name="T1" fmla="*/ 109 h 146"/>
              <a:gd name="T2" fmla="*/ 10 w 146"/>
              <a:gd name="T3" fmla="*/ 36 h 146"/>
              <a:gd name="T4" fmla="*/ 98 w 146"/>
              <a:gd name="T5" fmla="*/ 50 h 146"/>
              <a:gd name="T6" fmla="*/ 112 w 146"/>
              <a:gd name="T7" fmla="*/ 45 h 146"/>
              <a:gd name="T8" fmla="*/ 112 w 146"/>
              <a:gd name="T9" fmla="*/ 40 h 146"/>
              <a:gd name="T10" fmla="*/ 107 w 146"/>
              <a:gd name="T11" fmla="*/ 36 h 146"/>
              <a:gd name="T12" fmla="*/ 104 w 146"/>
              <a:gd name="T13" fmla="*/ 32 h 146"/>
              <a:gd name="T14" fmla="*/ 101 w 146"/>
              <a:gd name="T15" fmla="*/ 34 h 146"/>
              <a:gd name="T16" fmla="*/ 98 w 146"/>
              <a:gd name="T17" fmla="*/ 33 h 146"/>
              <a:gd name="T18" fmla="*/ 91 w 146"/>
              <a:gd name="T19" fmla="*/ 28 h 146"/>
              <a:gd name="T20" fmla="*/ 87 w 146"/>
              <a:gd name="T21" fmla="*/ 34 h 146"/>
              <a:gd name="T22" fmla="*/ 87 w 146"/>
              <a:gd name="T23" fmla="*/ 43 h 146"/>
              <a:gd name="T24" fmla="*/ 83 w 146"/>
              <a:gd name="T25" fmla="*/ 45 h 146"/>
              <a:gd name="T26" fmla="*/ 68 w 146"/>
              <a:gd name="T27" fmla="*/ 35 h 146"/>
              <a:gd name="T28" fmla="*/ 70 w 146"/>
              <a:gd name="T29" fmla="*/ 27 h 146"/>
              <a:gd name="T30" fmla="*/ 79 w 146"/>
              <a:gd name="T31" fmla="*/ 22 h 146"/>
              <a:gd name="T32" fmla="*/ 78 w 146"/>
              <a:gd name="T33" fmla="*/ 18 h 146"/>
              <a:gd name="T34" fmla="*/ 73 w 146"/>
              <a:gd name="T35" fmla="*/ 18 h 146"/>
              <a:gd name="T36" fmla="*/ 64 w 146"/>
              <a:gd name="T37" fmla="*/ 15 h 146"/>
              <a:gd name="T38" fmla="*/ 68 w 146"/>
              <a:gd name="T39" fmla="*/ 19 h 146"/>
              <a:gd name="T40" fmla="*/ 64 w 146"/>
              <a:gd name="T41" fmla="*/ 21 h 146"/>
              <a:gd name="T42" fmla="*/ 55 w 146"/>
              <a:gd name="T43" fmla="*/ 19 h 146"/>
              <a:gd name="T44" fmla="*/ 46 w 146"/>
              <a:gd name="T45" fmla="*/ 19 h 146"/>
              <a:gd name="T46" fmla="*/ 52 w 146"/>
              <a:gd name="T47" fmla="*/ 19 h 146"/>
              <a:gd name="T48" fmla="*/ 44 w 146"/>
              <a:gd name="T49" fmla="*/ 20 h 146"/>
              <a:gd name="T50" fmla="*/ 25 w 146"/>
              <a:gd name="T51" fmla="*/ 45 h 146"/>
              <a:gd name="T52" fmla="*/ 29 w 146"/>
              <a:gd name="T53" fmla="*/ 52 h 146"/>
              <a:gd name="T54" fmla="*/ 29 w 146"/>
              <a:gd name="T55" fmla="*/ 63 h 146"/>
              <a:gd name="T56" fmla="*/ 37 w 146"/>
              <a:gd name="T57" fmla="*/ 73 h 146"/>
              <a:gd name="T58" fmla="*/ 41 w 146"/>
              <a:gd name="T59" fmla="*/ 81 h 146"/>
              <a:gd name="T60" fmla="*/ 43 w 146"/>
              <a:gd name="T61" fmla="*/ 80 h 146"/>
              <a:gd name="T62" fmla="*/ 42 w 146"/>
              <a:gd name="T63" fmla="*/ 76 h 146"/>
              <a:gd name="T64" fmla="*/ 48 w 146"/>
              <a:gd name="T65" fmla="*/ 84 h 146"/>
              <a:gd name="T66" fmla="*/ 53 w 146"/>
              <a:gd name="T67" fmla="*/ 94 h 146"/>
              <a:gd name="T68" fmla="*/ 63 w 146"/>
              <a:gd name="T69" fmla="*/ 99 h 146"/>
              <a:gd name="T70" fmla="*/ 75 w 146"/>
              <a:gd name="T71" fmla="*/ 104 h 146"/>
              <a:gd name="T72" fmla="*/ 82 w 146"/>
              <a:gd name="T73" fmla="*/ 109 h 146"/>
              <a:gd name="T74" fmla="*/ 80 w 146"/>
              <a:gd name="T75" fmla="*/ 106 h 146"/>
              <a:gd name="T76" fmla="*/ 81 w 146"/>
              <a:gd name="T77" fmla="*/ 101 h 146"/>
              <a:gd name="T78" fmla="*/ 75 w 146"/>
              <a:gd name="T79" fmla="*/ 99 h 146"/>
              <a:gd name="T80" fmla="*/ 76 w 146"/>
              <a:gd name="T81" fmla="*/ 92 h 146"/>
              <a:gd name="T82" fmla="*/ 70 w 146"/>
              <a:gd name="T83" fmla="*/ 95 h 146"/>
              <a:gd name="T84" fmla="*/ 63 w 146"/>
              <a:gd name="T85" fmla="*/ 84 h 146"/>
              <a:gd name="T86" fmla="*/ 65 w 146"/>
              <a:gd name="T87" fmla="*/ 79 h 146"/>
              <a:gd name="T88" fmla="*/ 72 w 146"/>
              <a:gd name="T89" fmla="*/ 78 h 146"/>
              <a:gd name="T90" fmla="*/ 78 w 146"/>
              <a:gd name="T91" fmla="*/ 78 h 146"/>
              <a:gd name="T92" fmla="*/ 84 w 146"/>
              <a:gd name="T93" fmla="*/ 84 h 146"/>
              <a:gd name="T94" fmla="*/ 84 w 146"/>
              <a:gd name="T95" fmla="*/ 78 h 146"/>
              <a:gd name="T96" fmla="*/ 87 w 146"/>
              <a:gd name="T97" fmla="*/ 72 h 146"/>
              <a:gd name="T98" fmla="*/ 88 w 146"/>
              <a:gd name="T99" fmla="*/ 65 h 146"/>
              <a:gd name="T100" fmla="*/ 96 w 146"/>
              <a:gd name="T101" fmla="*/ 60 h 146"/>
              <a:gd name="T102" fmla="*/ 101 w 146"/>
              <a:gd name="T103" fmla="*/ 55 h 146"/>
              <a:gd name="T104" fmla="*/ 103 w 146"/>
              <a:gd name="T105" fmla="*/ 50 h 146"/>
              <a:gd name="T106" fmla="*/ 116 w 146"/>
              <a:gd name="T107" fmla="*/ 114 h 146"/>
              <a:gd name="T108" fmla="*/ 109 w 146"/>
              <a:gd name="T109" fmla="*/ 110 h 146"/>
              <a:gd name="T110" fmla="*/ 105 w 146"/>
              <a:gd name="T111" fmla="*/ 108 h 146"/>
              <a:gd name="T112" fmla="*/ 99 w 146"/>
              <a:gd name="T113" fmla="*/ 107 h 146"/>
              <a:gd name="T114" fmla="*/ 95 w 146"/>
              <a:gd name="T115" fmla="*/ 107 h 146"/>
              <a:gd name="T116" fmla="*/ 91 w 146"/>
              <a:gd name="T117" fmla="*/ 108 h 146"/>
              <a:gd name="T118" fmla="*/ 87 w 146"/>
              <a:gd name="T119" fmla="*/ 113 h 146"/>
              <a:gd name="T120" fmla="*/ 83 w 146"/>
              <a:gd name="T121" fmla="*/ 131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46" h="146">
                <a:moveTo>
                  <a:pt x="37" y="10"/>
                </a:moveTo>
                <a:cubicBezTo>
                  <a:pt x="48" y="4"/>
                  <a:pt x="60" y="0"/>
                  <a:pt x="73" y="0"/>
                </a:cubicBezTo>
                <a:cubicBezTo>
                  <a:pt x="86" y="0"/>
                  <a:pt x="98" y="4"/>
                  <a:pt x="110" y="10"/>
                </a:cubicBezTo>
                <a:cubicBezTo>
                  <a:pt x="121" y="17"/>
                  <a:pt x="129" y="25"/>
                  <a:pt x="136" y="36"/>
                </a:cubicBezTo>
                <a:cubicBezTo>
                  <a:pt x="142" y="48"/>
                  <a:pt x="146" y="60"/>
                  <a:pt x="146" y="73"/>
                </a:cubicBezTo>
                <a:cubicBezTo>
                  <a:pt x="146" y="86"/>
                  <a:pt x="142" y="98"/>
                  <a:pt x="136" y="109"/>
                </a:cubicBezTo>
                <a:cubicBezTo>
                  <a:pt x="129" y="121"/>
                  <a:pt x="121" y="129"/>
                  <a:pt x="110" y="136"/>
                </a:cubicBezTo>
                <a:cubicBezTo>
                  <a:pt x="98" y="142"/>
                  <a:pt x="86" y="146"/>
                  <a:pt x="73" y="146"/>
                </a:cubicBezTo>
                <a:cubicBezTo>
                  <a:pt x="60" y="146"/>
                  <a:pt x="48" y="142"/>
                  <a:pt x="37" y="136"/>
                </a:cubicBezTo>
                <a:cubicBezTo>
                  <a:pt x="26" y="129"/>
                  <a:pt x="17" y="121"/>
                  <a:pt x="10" y="109"/>
                </a:cubicBezTo>
                <a:cubicBezTo>
                  <a:pt x="4" y="98"/>
                  <a:pt x="0" y="86"/>
                  <a:pt x="0" y="73"/>
                </a:cubicBezTo>
                <a:cubicBezTo>
                  <a:pt x="0" y="60"/>
                  <a:pt x="4" y="48"/>
                  <a:pt x="10" y="36"/>
                </a:cubicBezTo>
                <a:cubicBezTo>
                  <a:pt x="17" y="25"/>
                  <a:pt x="26" y="17"/>
                  <a:pt x="37" y="10"/>
                </a:cubicBezTo>
                <a:close/>
                <a:moveTo>
                  <a:pt x="99" y="50"/>
                </a:moveTo>
                <a:cubicBezTo>
                  <a:pt x="99" y="50"/>
                  <a:pt x="99" y="50"/>
                  <a:pt x="98" y="50"/>
                </a:cubicBezTo>
                <a:cubicBezTo>
                  <a:pt x="98" y="51"/>
                  <a:pt x="97" y="51"/>
                  <a:pt x="97" y="51"/>
                </a:cubicBezTo>
                <a:cubicBezTo>
                  <a:pt x="97" y="51"/>
                  <a:pt x="97" y="51"/>
                  <a:pt x="97" y="51"/>
                </a:cubicBezTo>
                <a:cubicBezTo>
                  <a:pt x="97" y="51"/>
                  <a:pt x="98" y="50"/>
                  <a:pt x="98" y="50"/>
                </a:cubicBezTo>
                <a:cubicBezTo>
                  <a:pt x="98" y="49"/>
                  <a:pt x="98" y="49"/>
                  <a:pt x="98" y="49"/>
                </a:cubicBezTo>
                <a:cubicBezTo>
                  <a:pt x="98" y="49"/>
                  <a:pt x="99" y="48"/>
                  <a:pt x="100" y="48"/>
                </a:cubicBezTo>
                <a:cubicBezTo>
                  <a:pt x="101" y="47"/>
                  <a:pt x="103" y="47"/>
                  <a:pt x="105" y="47"/>
                </a:cubicBezTo>
                <a:cubicBezTo>
                  <a:pt x="107" y="46"/>
                  <a:pt x="109" y="46"/>
                  <a:pt x="110" y="48"/>
                </a:cubicBezTo>
                <a:cubicBezTo>
                  <a:pt x="110" y="48"/>
                  <a:pt x="110" y="47"/>
                  <a:pt x="111" y="46"/>
                </a:cubicBezTo>
                <a:cubicBezTo>
                  <a:pt x="112" y="46"/>
                  <a:pt x="112" y="45"/>
                  <a:pt x="112" y="45"/>
                </a:cubicBezTo>
                <a:cubicBezTo>
                  <a:pt x="112" y="45"/>
                  <a:pt x="113" y="45"/>
                  <a:pt x="114" y="45"/>
                </a:cubicBezTo>
                <a:cubicBezTo>
                  <a:pt x="114" y="45"/>
                  <a:pt x="115" y="45"/>
                  <a:pt x="115" y="44"/>
                </a:cubicBezTo>
                <a:cubicBezTo>
                  <a:pt x="115" y="42"/>
                  <a:pt x="115" y="42"/>
                  <a:pt x="115" y="42"/>
                </a:cubicBezTo>
                <a:cubicBezTo>
                  <a:pt x="114" y="42"/>
                  <a:pt x="114" y="42"/>
                  <a:pt x="114" y="41"/>
                </a:cubicBezTo>
                <a:cubicBezTo>
                  <a:pt x="113" y="41"/>
                  <a:pt x="113" y="40"/>
                  <a:pt x="113" y="39"/>
                </a:cubicBezTo>
                <a:cubicBezTo>
                  <a:pt x="113" y="40"/>
                  <a:pt x="113" y="40"/>
                  <a:pt x="112" y="40"/>
                </a:cubicBezTo>
                <a:cubicBezTo>
                  <a:pt x="112" y="40"/>
                  <a:pt x="112" y="40"/>
                  <a:pt x="112" y="39"/>
                </a:cubicBezTo>
                <a:cubicBezTo>
                  <a:pt x="112" y="39"/>
                  <a:pt x="111" y="39"/>
                  <a:pt x="111" y="40"/>
                </a:cubicBezTo>
                <a:cubicBezTo>
                  <a:pt x="110" y="40"/>
                  <a:pt x="110" y="40"/>
                  <a:pt x="110" y="40"/>
                </a:cubicBezTo>
                <a:cubicBezTo>
                  <a:pt x="109" y="39"/>
                  <a:pt x="109" y="39"/>
                  <a:pt x="109" y="39"/>
                </a:cubicBezTo>
                <a:cubicBezTo>
                  <a:pt x="108" y="39"/>
                  <a:pt x="108" y="38"/>
                  <a:pt x="108" y="37"/>
                </a:cubicBezTo>
                <a:cubicBezTo>
                  <a:pt x="108" y="37"/>
                  <a:pt x="107" y="36"/>
                  <a:pt x="107" y="36"/>
                </a:cubicBezTo>
                <a:cubicBezTo>
                  <a:pt x="107" y="36"/>
                  <a:pt x="107" y="35"/>
                  <a:pt x="107" y="35"/>
                </a:cubicBezTo>
                <a:cubicBezTo>
                  <a:pt x="106" y="35"/>
                  <a:pt x="106" y="34"/>
                  <a:pt x="106" y="34"/>
                </a:cubicBezTo>
                <a:cubicBezTo>
                  <a:pt x="106" y="34"/>
                  <a:pt x="105" y="34"/>
                  <a:pt x="105" y="33"/>
                </a:cubicBezTo>
                <a:cubicBezTo>
                  <a:pt x="105" y="33"/>
                  <a:pt x="105" y="33"/>
                  <a:pt x="105" y="33"/>
                </a:cubicBezTo>
                <a:cubicBezTo>
                  <a:pt x="105" y="33"/>
                  <a:pt x="105" y="32"/>
                  <a:pt x="105" y="32"/>
                </a:cubicBezTo>
                <a:cubicBezTo>
                  <a:pt x="105" y="32"/>
                  <a:pt x="104" y="32"/>
                  <a:pt x="104" y="32"/>
                </a:cubicBezTo>
                <a:cubicBezTo>
                  <a:pt x="104" y="32"/>
                  <a:pt x="104" y="32"/>
                  <a:pt x="104" y="33"/>
                </a:cubicBezTo>
                <a:cubicBezTo>
                  <a:pt x="103" y="33"/>
                  <a:pt x="103" y="33"/>
                  <a:pt x="103" y="34"/>
                </a:cubicBezTo>
                <a:cubicBezTo>
                  <a:pt x="103" y="34"/>
                  <a:pt x="102" y="34"/>
                  <a:pt x="102" y="34"/>
                </a:cubicBezTo>
                <a:cubicBezTo>
                  <a:pt x="102" y="34"/>
                  <a:pt x="102" y="34"/>
                  <a:pt x="102" y="34"/>
                </a:cubicBezTo>
                <a:cubicBezTo>
                  <a:pt x="102" y="34"/>
                  <a:pt x="102" y="34"/>
                  <a:pt x="101" y="34"/>
                </a:cubicBezTo>
                <a:cubicBezTo>
                  <a:pt x="101" y="34"/>
                  <a:pt x="101" y="34"/>
                  <a:pt x="101" y="34"/>
                </a:cubicBezTo>
                <a:cubicBezTo>
                  <a:pt x="101" y="34"/>
                  <a:pt x="101" y="34"/>
                  <a:pt x="101" y="35"/>
                </a:cubicBezTo>
                <a:cubicBezTo>
                  <a:pt x="100" y="35"/>
                  <a:pt x="100" y="35"/>
                  <a:pt x="100" y="35"/>
                </a:cubicBezTo>
                <a:cubicBezTo>
                  <a:pt x="99" y="35"/>
                  <a:pt x="99" y="35"/>
                  <a:pt x="99" y="35"/>
                </a:cubicBezTo>
                <a:cubicBezTo>
                  <a:pt x="100" y="35"/>
                  <a:pt x="100" y="34"/>
                  <a:pt x="99" y="34"/>
                </a:cubicBezTo>
                <a:cubicBezTo>
                  <a:pt x="98" y="34"/>
                  <a:pt x="98" y="34"/>
                  <a:pt x="97" y="34"/>
                </a:cubicBezTo>
                <a:cubicBezTo>
                  <a:pt x="98" y="33"/>
                  <a:pt x="98" y="33"/>
                  <a:pt x="98" y="33"/>
                </a:cubicBezTo>
                <a:cubicBezTo>
                  <a:pt x="98" y="32"/>
                  <a:pt x="98" y="32"/>
                  <a:pt x="97" y="31"/>
                </a:cubicBezTo>
                <a:cubicBezTo>
                  <a:pt x="98" y="31"/>
                  <a:pt x="98" y="31"/>
                  <a:pt x="98" y="31"/>
                </a:cubicBezTo>
                <a:cubicBezTo>
                  <a:pt x="98" y="31"/>
                  <a:pt x="97" y="31"/>
                  <a:pt x="97" y="30"/>
                </a:cubicBezTo>
                <a:cubicBezTo>
                  <a:pt x="96" y="30"/>
                  <a:pt x="96" y="30"/>
                  <a:pt x="95" y="30"/>
                </a:cubicBezTo>
                <a:cubicBezTo>
                  <a:pt x="95" y="29"/>
                  <a:pt x="94" y="29"/>
                  <a:pt x="94" y="29"/>
                </a:cubicBezTo>
                <a:cubicBezTo>
                  <a:pt x="93" y="29"/>
                  <a:pt x="92" y="28"/>
                  <a:pt x="91" y="28"/>
                </a:cubicBezTo>
                <a:cubicBezTo>
                  <a:pt x="89" y="28"/>
                  <a:pt x="88" y="28"/>
                  <a:pt x="88" y="28"/>
                </a:cubicBezTo>
                <a:cubicBezTo>
                  <a:pt x="87" y="29"/>
                  <a:pt x="87" y="29"/>
                  <a:pt x="87" y="29"/>
                </a:cubicBezTo>
                <a:cubicBezTo>
                  <a:pt x="87" y="29"/>
                  <a:pt x="87" y="30"/>
                  <a:pt x="88" y="30"/>
                </a:cubicBezTo>
                <a:cubicBezTo>
                  <a:pt x="88" y="31"/>
                  <a:pt x="88" y="31"/>
                  <a:pt x="88" y="32"/>
                </a:cubicBezTo>
                <a:cubicBezTo>
                  <a:pt x="88" y="32"/>
                  <a:pt x="88" y="32"/>
                  <a:pt x="87" y="33"/>
                </a:cubicBezTo>
                <a:cubicBezTo>
                  <a:pt x="87" y="33"/>
                  <a:pt x="87" y="34"/>
                  <a:pt x="87" y="34"/>
                </a:cubicBezTo>
                <a:cubicBezTo>
                  <a:pt x="87" y="34"/>
                  <a:pt x="87" y="35"/>
                  <a:pt x="88" y="35"/>
                </a:cubicBezTo>
                <a:cubicBezTo>
                  <a:pt x="89" y="36"/>
                  <a:pt x="89" y="37"/>
                  <a:pt x="89" y="37"/>
                </a:cubicBezTo>
                <a:cubicBezTo>
                  <a:pt x="89" y="38"/>
                  <a:pt x="88" y="38"/>
                  <a:pt x="88" y="39"/>
                </a:cubicBezTo>
                <a:cubicBezTo>
                  <a:pt x="87" y="40"/>
                  <a:pt x="86" y="40"/>
                  <a:pt x="86" y="40"/>
                </a:cubicBezTo>
                <a:cubicBezTo>
                  <a:pt x="86" y="41"/>
                  <a:pt x="86" y="41"/>
                  <a:pt x="86" y="42"/>
                </a:cubicBezTo>
                <a:cubicBezTo>
                  <a:pt x="86" y="43"/>
                  <a:pt x="86" y="43"/>
                  <a:pt x="87" y="43"/>
                </a:cubicBezTo>
                <a:cubicBezTo>
                  <a:pt x="87" y="44"/>
                  <a:pt x="87" y="44"/>
                  <a:pt x="87" y="44"/>
                </a:cubicBezTo>
                <a:cubicBezTo>
                  <a:pt x="87" y="44"/>
                  <a:pt x="87" y="44"/>
                  <a:pt x="87" y="44"/>
                </a:cubicBezTo>
                <a:cubicBezTo>
                  <a:pt x="87" y="44"/>
                  <a:pt x="86" y="45"/>
                  <a:pt x="86" y="45"/>
                </a:cubicBezTo>
                <a:cubicBezTo>
                  <a:pt x="86" y="45"/>
                  <a:pt x="86" y="45"/>
                  <a:pt x="86" y="45"/>
                </a:cubicBezTo>
                <a:cubicBezTo>
                  <a:pt x="85" y="45"/>
                  <a:pt x="85" y="45"/>
                  <a:pt x="85" y="45"/>
                </a:cubicBezTo>
                <a:cubicBezTo>
                  <a:pt x="85" y="45"/>
                  <a:pt x="84" y="45"/>
                  <a:pt x="83" y="45"/>
                </a:cubicBezTo>
                <a:cubicBezTo>
                  <a:pt x="83" y="44"/>
                  <a:pt x="82" y="43"/>
                  <a:pt x="82" y="42"/>
                </a:cubicBezTo>
                <a:cubicBezTo>
                  <a:pt x="82" y="41"/>
                  <a:pt x="81" y="40"/>
                  <a:pt x="81" y="39"/>
                </a:cubicBezTo>
                <a:cubicBezTo>
                  <a:pt x="79" y="39"/>
                  <a:pt x="78" y="39"/>
                  <a:pt x="78" y="39"/>
                </a:cubicBezTo>
                <a:cubicBezTo>
                  <a:pt x="78" y="39"/>
                  <a:pt x="76" y="38"/>
                  <a:pt x="74" y="37"/>
                </a:cubicBezTo>
                <a:cubicBezTo>
                  <a:pt x="72" y="36"/>
                  <a:pt x="71" y="36"/>
                  <a:pt x="68" y="37"/>
                </a:cubicBezTo>
                <a:cubicBezTo>
                  <a:pt x="69" y="36"/>
                  <a:pt x="69" y="36"/>
                  <a:pt x="68" y="35"/>
                </a:cubicBezTo>
                <a:cubicBezTo>
                  <a:pt x="68" y="34"/>
                  <a:pt x="67" y="34"/>
                  <a:pt x="67" y="34"/>
                </a:cubicBezTo>
                <a:cubicBezTo>
                  <a:pt x="67" y="34"/>
                  <a:pt x="67" y="33"/>
                  <a:pt x="67" y="32"/>
                </a:cubicBezTo>
                <a:cubicBezTo>
                  <a:pt x="67" y="32"/>
                  <a:pt x="67" y="31"/>
                  <a:pt x="67" y="31"/>
                </a:cubicBezTo>
                <a:cubicBezTo>
                  <a:pt x="67" y="30"/>
                  <a:pt x="68" y="30"/>
                  <a:pt x="68" y="29"/>
                </a:cubicBezTo>
                <a:cubicBezTo>
                  <a:pt x="68" y="29"/>
                  <a:pt x="69" y="29"/>
                  <a:pt x="69" y="28"/>
                </a:cubicBezTo>
                <a:cubicBezTo>
                  <a:pt x="69" y="28"/>
                  <a:pt x="70" y="27"/>
                  <a:pt x="70" y="27"/>
                </a:cubicBezTo>
                <a:cubicBezTo>
                  <a:pt x="70" y="26"/>
                  <a:pt x="70" y="26"/>
                  <a:pt x="70" y="26"/>
                </a:cubicBezTo>
                <a:cubicBezTo>
                  <a:pt x="72" y="26"/>
                  <a:pt x="74" y="26"/>
                  <a:pt x="75" y="25"/>
                </a:cubicBezTo>
                <a:cubicBezTo>
                  <a:pt x="75" y="25"/>
                  <a:pt x="75" y="24"/>
                  <a:pt x="76" y="24"/>
                </a:cubicBezTo>
                <a:cubicBezTo>
                  <a:pt x="76" y="23"/>
                  <a:pt x="76" y="22"/>
                  <a:pt x="77" y="22"/>
                </a:cubicBezTo>
                <a:cubicBezTo>
                  <a:pt x="77" y="22"/>
                  <a:pt x="78" y="21"/>
                  <a:pt x="78" y="21"/>
                </a:cubicBezTo>
                <a:cubicBezTo>
                  <a:pt x="78" y="21"/>
                  <a:pt x="79" y="22"/>
                  <a:pt x="79" y="22"/>
                </a:cubicBezTo>
                <a:cubicBezTo>
                  <a:pt x="80" y="22"/>
                  <a:pt x="80" y="22"/>
                  <a:pt x="81" y="22"/>
                </a:cubicBezTo>
                <a:cubicBezTo>
                  <a:pt x="82" y="23"/>
                  <a:pt x="82" y="22"/>
                  <a:pt x="82" y="21"/>
                </a:cubicBezTo>
                <a:cubicBezTo>
                  <a:pt x="82" y="21"/>
                  <a:pt x="82" y="20"/>
                  <a:pt x="82" y="20"/>
                </a:cubicBezTo>
                <a:cubicBezTo>
                  <a:pt x="82" y="20"/>
                  <a:pt x="82" y="19"/>
                  <a:pt x="82" y="18"/>
                </a:cubicBezTo>
                <a:cubicBezTo>
                  <a:pt x="81" y="17"/>
                  <a:pt x="81" y="17"/>
                  <a:pt x="81" y="17"/>
                </a:cubicBezTo>
                <a:cubicBezTo>
                  <a:pt x="80" y="17"/>
                  <a:pt x="79" y="17"/>
                  <a:pt x="78" y="18"/>
                </a:cubicBezTo>
                <a:cubicBezTo>
                  <a:pt x="78" y="18"/>
                  <a:pt x="78" y="18"/>
                  <a:pt x="79" y="18"/>
                </a:cubicBezTo>
                <a:cubicBezTo>
                  <a:pt x="79" y="18"/>
                  <a:pt x="78" y="19"/>
                  <a:pt x="78" y="19"/>
                </a:cubicBezTo>
                <a:cubicBezTo>
                  <a:pt x="77" y="20"/>
                  <a:pt x="77" y="21"/>
                  <a:pt x="76" y="21"/>
                </a:cubicBezTo>
                <a:cubicBezTo>
                  <a:pt x="76" y="21"/>
                  <a:pt x="75" y="21"/>
                  <a:pt x="75" y="20"/>
                </a:cubicBezTo>
                <a:cubicBezTo>
                  <a:pt x="75" y="20"/>
                  <a:pt x="74" y="20"/>
                  <a:pt x="74" y="19"/>
                </a:cubicBezTo>
                <a:cubicBezTo>
                  <a:pt x="74" y="18"/>
                  <a:pt x="74" y="18"/>
                  <a:pt x="73" y="18"/>
                </a:cubicBezTo>
                <a:cubicBezTo>
                  <a:pt x="73" y="18"/>
                  <a:pt x="72" y="18"/>
                  <a:pt x="72" y="19"/>
                </a:cubicBezTo>
                <a:cubicBezTo>
                  <a:pt x="72" y="19"/>
                  <a:pt x="72" y="18"/>
                  <a:pt x="71" y="18"/>
                </a:cubicBezTo>
                <a:cubicBezTo>
                  <a:pt x="70" y="17"/>
                  <a:pt x="69" y="17"/>
                  <a:pt x="68" y="17"/>
                </a:cubicBezTo>
                <a:cubicBezTo>
                  <a:pt x="70" y="16"/>
                  <a:pt x="69" y="16"/>
                  <a:pt x="68" y="15"/>
                </a:cubicBezTo>
                <a:cubicBezTo>
                  <a:pt x="67" y="14"/>
                  <a:pt x="67" y="14"/>
                  <a:pt x="66" y="14"/>
                </a:cubicBezTo>
                <a:cubicBezTo>
                  <a:pt x="65" y="14"/>
                  <a:pt x="64" y="14"/>
                  <a:pt x="64" y="15"/>
                </a:cubicBezTo>
                <a:cubicBezTo>
                  <a:pt x="64" y="15"/>
                  <a:pt x="63" y="15"/>
                  <a:pt x="63" y="16"/>
                </a:cubicBezTo>
                <a:cubicBezTo>
                  <a:pt x="63" y="16"/>
                  <a:pt x="64" y="16"/>
                  <a:pt x="64" y="16"/>
                </a:cubicBezTo>
                <a:cubicBezTo>
                  <a:pt x="64" y="17"/>
                  <a:pt x="65" y="17"/>
                  <a:pt x="65" y="17"/>
                </a:cubicBezTo>
                <a:cubicBezTo>
                  <a:pt x="65" y="17"/>
                  <a:pt x="66" y="17"/>
                  <a:pt x="66" y="17"/>
                </a:cubicBezTo>
                <a:cubicBezTo>
                  <a:pt x="66" y="17"/>
                  <a:pt x="67" y="17"/>
                  <a:pt x="67" y="18"/>
                </a:cubicBezTo>
                <a:cubicBezTo>
                  <a:pt x="68" y="18"/>
                  <a:pt x="68" y="19"/>
                  <a:pt x="68" y="19"/>
                </a:cubicBezTo>
                <a:cubicBezTo>
                  <a:pt x="67" y="19"/>
                  <a:pt x="67" y="19"/>
                  <a:pt x="67" y="19"/>
                </a:cubicBezTo>
                <a:cubicBezTo>
                  <a:pt x="66" y="19"/>
                  <a:pt x="66" y="19"/>
                  <a:pt x="66" y="20"/>
                </a:cubicBezTo>
                <a:cubicBezTo>
                  <a:pt x="65" y="20"/>
                  <a:pt x="65" y="20"/>
                  <a:pt x="65" y="20"/>
                </a:cubicBezTo>
                <a:cubicBezTo>
                  <a:pt x="65" y="20"/>
                  <a:pt x="65" y="21"/>
                  <a:pt x="65" y="21"/>
                </a:cubicBezTo>
                <a:cubicBezTo>
                  <a:pt x="65" y="22"/>
                  <a:pt x="65" y="22"/>
                  <a:pt x="65" y="23"/>
                </a:cubicBezTo>
                <a:cubicBezTo>
                  <a:pt x="65" y="22"/>
                  <a:pt x="64" y="22"/>
                  <a:pt x="64" y="21"/>
                </a:cubicBezTo>
                <a:cubicBezTo>
                  <a:pt x="64" y="20"/>
                  <a:pt x="64" y="20"/>
                  <a:pt x="63" y="19"/>
                </a:cubicBezTo>
                <a:cubicBezTo>
                  <a:pt x="64" y="20"/>
                  <a:pt x="63" y="20"/>
                  <a:pt x="61" y="20"/>
                </a:cubicBezTo>
                <a:cubicBezTo>
                  <a:pt x="60" y="20"/>
                  <a:pt x="60" y="20"/>
                  <a:pt x="60" y="20"/>
                </a:cubicBezTo>
                <a:cubicBezTo>
                  <a:pt x="60" y="20"/>
                  <a:pt x="59" y="20"/>
                  <a:pt x="59" y="20"/>
                </a:cubicBezTo>
                <a:cubicBezTo>
                  <a:pt x="58" y="20"/>
                  <a:pt x="57" y="20"/>
                  <a:pt x="57" y="20"/>
                </a:cubicBezTo>
                <a:cubicBezTo>
                  <a:pt x="56" y="20"/>
                  <a:pt x="56" y="20"/>
                  <a:pt x="55" y="19"/>
                </a:cubicBezTo>
                <a:cubicBezTo>
                  <a:pt x="55" y="19"/>
                  <a:pt x="55" y="18"/>
                  <a:pt x="55" y="18"/>
                </a:cubicBezTo>
                <a:cubicBezTo>
                  <a:pt x="55" y="17"/>
                  <a:pt x="56" y="17"/>
                  <a:pt x="56" y="17"/>
                </a:cubicBezTo>
                <a:cubicBezTo>
                  <a:pt x="55" y="17"/>
                  <a:pt x="55" y="17"/>
                  <a:pt x="55" y="16"/>
                </a:cubicBezTo>
                <a:cubicBezTo>
                  <a:pt x="54" y="16"/>
                  <a:pt x="54" y="16"/>
                  <a:pt x="54" y="16"/>
                </a:cubicBezTo>
                <a:cubicBezTo>
                  <a:pt x="51" y="17"/>
                  <a:pt x="48" y="18"/>
                  <a:pt x="45" y="20"/>
                </a:cubicBezTo>
                <a:cubicBezTo>
                  <a:pt x="45" y="20"/>
                  <a:pt x="46" y="20"/>
                  <a:pt x="46" y="19"/>
                </a:cubicBezTo>
                <a:cubicBezTo>
                  <a:pt x="46" y="19"/>
                  <a:pt x="47" y="19"/>
                  <a:pt x="47" y="19"/>
                </a:cubicBezTo>
                <a:cubicBezTo>
                  <a:pt x="48" y="19"/>
                  <a:pt x="48" y="18"/>
                  <a:pt x="48" y="18"/>
                </a:cubicBezTo>
                <a:cubicBezTo>
                  <a:pt x="50" y="17"/>
                  <a:pt x="52" y="17"/>
                  <a:pt x="52" y="18"/>
                </a:cubicBezTo>
                <a:cubicBezTo>
                  <a:pt x="53" y="17"/>
                  <a:pt x="53" y="17"/>
                  <a:pt x="53" y="17"/>
                </a:cubicBezTo>
                <a:cubicBezTo>
                  <a:pt x="53" y="18"/>
                  <a:pt x="54" y="19"/>
                  <a:pt x="54" y="20"/>
                </a:cubicBezTo>
                <a:cubicBezTo>
                  <a:pt x="54" y="19"/>
                  <a:pt x="53" y="19"/>
                  <a:pt x="52" y="19"/>
                </a:cubicBezTo>
                <a:cubicBezTo>
                  <a:pt x="50" y="20"/>
                  <a:pt x="50" y="20"/>
                  <a:pt x="50" y="21"/>
                </a:cubicBezTo>
                <a:cubicBezTo>
                  <a:pt x="50" y="21"/>
                  <a:pt x="50" y="22"/>
                  <a:pt x="50" y="22"/>
                </a:cubicBezTo>
                <a:cubicBezTo>
                  <a:pt x="50" y="22"/>
                  <a:pt x="49" y="22"/>
                  <a:pt x="49" y="21"/>
                </a:cubicBezTo>
                <a:cubicBezTo>
                  <a:pt x="48" y="21"/>
                  <a:pt x="48" y="21"/>
                  <a:pt x="48" y="20"/>
                </a:cubicBezTo>
                <a:cubicBezTo>
                  <a:pt x="47" y="20"/>
                  <a:pt x="47" y="20"/>
                  <a:pt x="46" y="20"/>
                </a:cubicBezTo>
                <a:cubicBezTo>
                  <a:pt x="45" y="20"/>
                  <a:pt x="44" y="20"/>
                  <a:pt x="44" y="20"/>
                </a:cubicBezTo>
                <a:cubicBezTo>
                  <a:pt x="35" y="25"/>
                  <a:pt x="27" y="32"/>
                  <a:pt x="22" y="41"/>
                </a:cubicBezTo>
                <a:cubicBezTo>
                  <a:pt x="22" y="41"/>
                  <a:pt x="23" y="42"/>
                  <a:pt x="23" y="42"/>
                </a:cubicBezTo>
                <a:cubicBezTo>
                  <a:pt x="23" y="42"/>
                  <a:pt x="23" y="42"/>
                  <a:pt x="23" y="42"/>
                </a:cubicBezTo>
                <a:cubicBezTo>
                  <a:pt x="24" y="43"/>
                  <a:pt x="24" y="43"/>
                  <a:pt x="24" y="44"/>
                </a:cubicBezTo>
                <a:cubicBezTo>
                  <a:pt x="24" y="44"/>
                  <a:pt x="24" y="44"/>
                  <a:pt x="25" y="43"/>
                </a:cubicBezTo>
                <a:cubicBezTo>
                  <a:pt x="25" y="44"/>
                  <a:pt x="25" y="44"/>
                  <a:pt x="25" y="45"/>
                </a:cubicBezTo>
                <a:cubicBezTo>
                  <a:pt x="25" y="45"/>
                  <a:pt x="27" y="46"/>
                  <a:pt x="29" y="48"/>
                </a:cubicBezTo>
                <a:cubicBezTo>
                  <a:pt x="30" y="49"/>
                  <a:pt x="31" y="49"/>
                  <a:pt x="31" y="50"/>
                </a:cubicBezTo>
                <a:cubicBezTo>
                  <a:pt x="31" y="50"/>
                  <a:pt x="31" y="51"/>
                  <a:pt x="30" y="51"/>
                </a:cubicBezTo>
                <a:cubicBezTo>
                  <a:pt x="30" y="51"/>
                  <a:pt x="30" y="51"/>
                  <a:pt x="29" y="50"/>
                </a:cubicBezTo>
                <a:cubicBezTo>
                  <a:pt x="29" y="50"/>
                  <a:pt x="29" y="50"/>
                  <a:pt x="29" y="50"/>
                </a:cubicBezTo>
                <a:cubicBezTo>
                  <a:pt x="28" y="50"/>
                  <a:pt x="28" y="51"/>
                  <a:pt x="29" y="52"/>
                </a:cubicBezTo>
                <a:cubicBezTo>
                  <a:pt x="29" y="53"/>
                  <a:pt x="29" y="53"/>
                  <a:pt x="30" y="53"/>
                </a:cubicBezTo>
                <a:cubicBezTo>
                  <a:pt x="29" y="53"/>
                  <a:pt x="29" y="53"/>
                  <a:pt x="29" y="55"/>
                </a:cubicBezTo>
                <a:cubicBezTo>
                  <a:pt x="29" y="56"/>
                  <a:pt x="28" y="57"/>
                  <a:pt x="28" y="58"/>
                </a:cubicBezTo>
                <a:cubicBezTo>
                  <a:pt x="28" y="59"/>
                  <a:pt x="28" y="60"/>
                  <a:pt x="28" y="60"/>
                </a:cubicBezTo>
                <a:cubicBezTo>
                  <a:pt x="29" y="60"/>
                  <a:pt x="29" y="60"/>
                  <a:pt x="29" y="60"/>
                </a:cubicBezTo>
                <a:cubicBezTo>
                  <a:pt x="28" y="61"/>
                  <a:pt x="29" y="62"/>
                  <a:pt x="29" y="63"/>
                </a:cubicBezTo>
                <a:cubicBezTo>
                  <a:pt x="30" y="65"/>
                  <a:pt x="30" y="65"/>
                  <a:pt x="31" y="65"/>
                </a:cubicBezTo>
                <a:cubicBezTo>
                  <a:pt x="30" y="65"/>
                  <a:pt x="31" y="67"/>
                  <a:pt x="33" y="69"/>
                </a:cubicBezTo>
                <a:cubicBezTo>
                  <a:pt x="33" y="70"/>
                  <a:pt x="34" y="70"/>
                  <a:pt x="34" y="70"/>
                </a:cubicBezTo>
                <a:cubicBezTo>
                  <a:pt x="34" y="70"/>
                  <a:pt x="34" y="71"/>
                  <a:pt x="35" y="71"/>
                </a:cubicBezTo>
                <a:cubicBezTo>
                  <a:pt x="35" y="71"/>
                  <a:pt x="36" y="72"/>
                  <a:pt x="36" y="72"/>
                </a:cubicBezTo>
                <a:cubicBezTo>
                  <a:pt x="37" y="72"/>
                  <a:pt x="37" y="72"/>
                  <a:pt x="37" y="73"/>
                </a:cubicBezTo>
                <a:cubicBezTo>
                  <a:pt x="38" y="73"/>
                  <a:pt x="38" y="74"/>
                  <a:pt x="38" y="75"/>
                </a:cubicBezTo>
                <a:cubicBezTo>
                  <a:pt x="39" y="76"/>
                  <a:pt x="39" y="77"/>
                  <a:pt x="40" y="77"/>
                </a:cubicBezTo>
                <a:cubicBezTo>
                  <a:pt x="39" y="78"/>
                  <a:pt x="40" y="78"/>
                  <a:pt x="40" y="79"/>
                </a:cubicBezTo>
                <a:cubicBezTo>
                  <a:pt x="41" y="80"/>
                  <a:pt x="41" y="81"/>
                  <a:pt x="41" y="81"/>
                </a:cubicBezTo>
                <a:cubicBezTo>
                  <a:pt x="41" y="81"/>
                  <a:pt x="41" y="81"/>
                  <a:pt x="41" y="81"/>
                </a:cubicBezTo>
                <a:cubicBezTo>
                  <a:pt x="41" y="81"/>
                  <a:pt x="41" y="81"/>
                  <a:pt x="41" y="81"/>
                </a:cubicBezTo>
                <a:cubicBezTo>
                  <a:pt x="41" y="82"/>
                  <a:pt x="42" y="82"/>
                  <a:pt x="42" y="83"/>
                </a:cubicBezTo>
                <a:cubicBezTo>
                  <a:pt x="43" y="83"/>
                  <a:pt x="44" y="84"/>
                  <a:pt x="44" y="84"/>
                </a:cubicBezTo>
                <a:cubicBezTo>
                  <a:pt x="44" y="84"/>
                  <a:pt x="44" y="85"/>
                  <a:pt x="44" y="85"/>
                </a:cubicBezTo>
                <a:cubicBezTo>
                  <a:pt x="44" y="85"/>
                  <a:pt x="44" y="86"/>
                  <a:pt x="44" y="86"/>
                </a:cubicBezTo>
                <a:cubicBezTo>
                  <a:pt x="44" y="86"/>
                  <a:pt x="45" y="86"/>
                  <a:pt x="45" y="86"/>
                </a:cubicBezTo>
                <a:cubicBezTo>
                  <a:pt x="45" y="85"/>
                  <a:pt x="44" y="83"/>
                  <a:pt x="43" y="80"/>
                </a:cubicBezTo>
                <a:cubicBezTo>
                  <a:pt x="42" y="79"/>
                  <a:pt x="41" y="78"/>
                  <a:pt x="41" y="78"/>
                </a:cubicBezTo>
                <a:cubicBezTo>
                  <a:pt x="41" y="77"/>
                  <a:pt x="41" y="77"/>
                  <a:pt x="41" y="76"/>
                </a:cubicBezTo>
                <a:cubicBezTo>
                  <a:pt x="41" y="75"/>
                  <a:pt x="40" y="75"/>
                  <a:pt x="40" y="75"/>
                </a:cubicBezTo>
                <a:cubicBezTo>
                  <a:pt x="40" y="75"/>
                  <a:pt x="41" y="75"/>
                  <a:pt x="41" y="75"/>
                </a:cubicBezTo>
                <a:cubicBezTo>
                  <a:pt x="41" y="75"/>
                  <a:pt x="41" y="75"/>
                  <a:pt x="42" y="75"/>
                </a:cubicBezTo>
                <a:cubicBezTo>
                  <a:pt x="42" y="75"/>
                  <a:pt x="42" y="75"/>
                  <a:pt x="42" y="76"/>
                </a:cubicBezTo>
                <a:cubicBezTo>
                  <a:pt x="43" y="76"/>
                  <a:pt x="43" y="76"/>
                  <a:pt x="43" y="76"/>
                </a:cubicBezTo>
                <a:cubicBezTo>
                  <a:pt x="42" y="76"/>
                  <a:pt x="42" y="77"/>
                  <a:pt x="43" y="78"/>
                </a:cubicBezTo>
                <a:cubicBezTo>
                  <a:pt x="43" y="78"/>
                  <a:pt x="43" y="79"/>
                  <a:pt x="44" y="79"/>
                </a:cubicBezTo>
                <a:cubicBezTo>
                  <a:pt x="44" y="80"/>
                  <a:pt x="45" y="80"/>
                  <a:pt x="45" y="81"/>
                </a:cubicBezTo>
                <a:cubicBezTo>
                  <a:pt x="46" y="82"/>
                  <a:pt x="47" y="82"/>
                  <a:pt x="47" y="82"/>
                </a:cubicBezTo>
                <a:cubicBezTo>
                  <a:pt x="47" y="83"/>
                  <a:pt x="47" y="83"/>
                  <a:pt x="48" y="84"/>
                </a:cubicBezTo>
                <a:cubicBezTo>
                  <a:pt x="48" y="85"/>
                  <a:pt x="48" y="85"/>
                  <a:pt x="48" y="85"/>
                </a:cubicBezTo>
                <a:cubicBezTo>
                  <a:pt x="49" y="85"/>
                  <a:pt x="49" y="86"/>
                  <a:pt x="50" y="86"/>
                </a:cubicBezTo>
                <a:cubicBezTo>
                  <a:pt x="51" y="87"/>
                  <a:pt x="51" y="88"/>
                  <a:pt x="51" y="88"/>
                </a:cubicBezTo>
                <a:cubicBezTo>
                  <a:pt x="52" y="89"/>
                  <a:pt x="52" y="90"/>
                  <a:pt x="52" y="91"/>
                </a:cubicBezTo>
                <a:cubicBezTo>
                  <a:pt x="52" y="92"/>
                  <a:pt x="53" y="93"/>
                  <a:pt x="53" y="93"/>
                </a:cubicBezTo>
                <a:cubicBezTo>
                  <a:pt x="53" y="93"/>
                  <a:pt x="53" y="94"/>
                  <a:pt x="53" y="94"/>
                </a:cubicBezTo>
                <a:cubicBezTo>
                  <a:pt x="54" y="95"/>
                  <a:pt x="54" y="95"/>
                  <a:pt x="55" y="95"/>
                </a:cubicBezTo>
                <a:cubicBezTo>
                  <a:pt x="55" y="95"/>
                  <a:pt x="56" y="96"/>
                  <a:pt x="56" y="96"/>
                </a:cubicBezTo>
                <a:cubicBezTo>
                  <a:pt x="57" y="96"/>
                  <a:pt x="57" y="96"/>
                  <a:pt x="57" y="97"/>
                </a:cubicBezTo>
                <a:cubicBezTo>
                  <a:pt x="58" y="97"/>
                  <a:pt x="58" y="97"/>
                  <a:pt x="59" y="98"/>
                </a:cubicBezTo>
                <a:cubicBezTo>
                  <a:pt x="60" y="98"/>
                  <a:pt x="61" y="98"/>
                  <a:pt x="61" y="99"/>
                </a:cubicBezTo>
                <a:cubicBezTo>
                  <a:pt x="62" y="99"/>
                  <a:pt x="62" y="99"/>
                  <a:pt x="63" y="99"/>
                </a:cubicBezTo>
                <a:cubicBezTo>
                  <a:pt x="63" y="99"/>
                  <a:pt x="64" y="99"/>
                  <a:pt x="64" y="99"/>
                </a:cubicBezTo>
                <a:cubicBezTo>
                  <a:pt x="65" y="99"/>
                  <a:pt x="65" y="99"/>
                  <a:pt x="65" y="98"/>
                </a:cubicBezTo>
                <a:cubicBezTo>
                  <a:pt x="66" y="98"/>
                  <a:pt x="67" y="99"/>
                  <a:pt x="68" y="100"/>
                </a:cubicBezTo>
                <a:cubicBezTo>
                  <a:pt x="69" y="101"/>
                  <a:pt x="70" y="102"/>
                  <a:pt x="70" y="102"/>
                </a:cubicBezTo>
                <a:cubicBezTo>
                  <a:pt x="72" y="103"/>
                  <a:pt x="74" y="103"/>
                  <a:pt x="75" y="103"/>
                </a:cubicBezTo>
                <a:cubicBezTo>
                  <a:pt x="75" y="103"/>
                  <a:pt x="75" y="103"/>
                  <a:pt x="75" y="104"/>
                </a:cubicBezTo>
                <a:cubicBezTo>
                  <a:pt x="75" y="104"/>
                  <a:pt x="76" y="105"/>
                  <a:pt x="76" y="105"/>
                </a:cubicBezTo>
                <a:cubicBezTo>
                  <a:pt x="76" y="106"/>
                  <a:pt x="77" y="106"/>
                  <a:pt x="77" y="106"/>
                </a:cubicBezTo>
                <a:cubicBezTo>
                  <a:pt x="77" y="107"/>
                  <a:pt x="77" y="107"/>
                  <a:pt x="77" y="107"/>
                </a:cubicBezTo>
                <a:cubicBezTo>
                  <a:pt x="78" y="108"/>
                  <a:pt x="78" y="108"/>
                  <a:pt x="79" y="109"/>
                </a:cubicBezTo>
                <a:cubicBezTo>
                  <a:pt x="80" y="109"/>
                  <a:pt x="81" y="110"/>
                  <a:pt x="81" y="110"/>
                </a:cubicBezTo>
                <a:cubicBezTo>
                  <a:pt x="81" y="110"/>
                  <a:pt x="81" y="110"/>
                  <a:pt x="82" y="109"/>
                </a:cubicBezTo>
                <a:cubicBezTo>
                  <a:pt x="81" y="110"/>
                  <a:pt x="82" y="110"/>
                  <a:pt x="82" y="111"/>
                </a:cubicBezTo>
                <a:cubicBezTo>
                  <a:pt x="83" y="112"/>
                  <a:pt x="83" y="112"/>
                  <a:pt x="84" y="112"/>
                </a:cubicBezTo>
                <a:cubicBezTo>
                  <a:pt x="85" y="112"/>
                  <a:pt x="85" y="111"/>
                  <a:pt x="85" y="109"/>
                </a:cubicBezTo>
                <a:cubicBezTo>
                  <a:pt x="83" y="110"/>
                  <a:pt x="82" y="109"/>
                  <a:pt x="81" y="107"/>
                </a:cubicBezTo>
                <a:cubicBezTo>
                  <a:pt x="81" y="107"/>
                  <a:pt x="80" y="107"/>
                  <a:pt x="80" y="107"/>
                </a:cubicBezTo>
                <a:cubicBezTo>
                  <a:pt x="80" y="107"/>
                  <a:pt x="80" y="106"/>
                  <a:pt x="80" y="106"/>
                </a:cubicBezTo>
                <a:cubicBezTo>
                  <a:pt x="80" y="106"/>
                  <a:pt x="80" y="106"/>
                  <a:pt x="80" y="105"/>
                </a:cubicBezTo>
                <a:cubicBezTo>
                  <a:pt x="80" y="105"/>
                  <a:pt x="80" y="105"/>
                  <a:pt x="80" y="105"/>
                </a:cubicBezTo>
                <a:cubicBezTo>
                  <a:pt x="80" y="104"/>
                  <a:pt x="80" y="104"/>
                  <a:pt x="80" y="104"/>
                </a:cubicBezTo>
                <a:cubicBezTo>
                  <a:pt x="81" y="104"/>
                  <a:pt x="81" y="104"/>
                  <a:pt x="81" y="104"/>
                </a:cubicBezTo>
                <a:cubicBezTo>
                  <a:pt x="81" y="104"/>
                  <a:pt x="81" y="103"/>
                  <a:pt x="81" y="103"/>
                </a:cubicBezTo>
                <a:cubicBezTo>
                  <a:pt x="81" y="102"/>
                  <a:pt x="81" y="102"/>
                  <a:pt x="81" y="101"/>
                </a:cubicBezTo>
                <a:cubicBezTo>
                  <a:pt x="81" y="101"/>
                  <a:pt x="80" y="100"/>
                  <a:pt x="80" y="100"/>
                </a:cubicBezTo>
                <a:cubicBezTo>
                  <a:pt x="79" y="99"/>
                  <a:pt x="79" y="98"/>
                  <a:pt x="78" y="98"/>
                </a:cubicBezTo>
                <a:cubicBezTo>
                  <a:pt x="78" y="99"/>
                  <a:pt x="78" y="99"/>
                  <a:pt x="77" y="99"/>
                </a:cubicBezTo>
                <a:cubicBezTo>
                  <a:pt x="76" y="99"/>
                  <a:pt x="76" y="99"/>
                  <a:pt x="75" y="98"/>
                </a:cubicBezTo>
                <a:cubicBezTo>
                  <a:pt x="75" y="98"/>
                  <a:pt x="75" y="98"/>
                  <a:pt x="75" y="99"/>
                </a:cubicBezTo>
                <a:cubicBezTo>
                  <a:pt x="75" y="99"/>
                  <a:pt x="75" y="99"/>
                  <a:pt x="75" y="99"/>
                </a:cubicBezTo>
                <a:cubicBezTo>
                  <a:pt x="74" y="99"/>
                  <a:pt x="74" y="99"/>
                  <a:pt x="74" y="99"/>
                </a:cubicBezTo>
                <a:cubicBezTo>
                  <a:pt x="74" y="99"/>
                  <a:pt x="74" y="98"/>
                  <a:pt x="74" y="97"/>
                </a:cubicBezTo>
                <a:cubicBezTo>
                  <a:pt x="74" y="97"/>
                  <a:pt x="74" y="96"/>
                  <a:pt x="74" y="95"/>
                </a:cubicBezTo>
                <a:cubicBezTo>
                  <a:pt x="74" y="95"/>
                  <a:pt x="74" y="95"/>
                  <a:pt x="75" y="94"/>
                </a:cubicBezTo>
                <a:cubicBezTo>
                  <a:pt x="75" y="94"/>
                  <a:pt x="75" y="93"/>
                  <a:pt x="75" y="93"/>
                </a:cubicBezTo>
                <a:cubicBezTo>
                  <a:pt x="76" y="92"/>
                  <a:pt x="76" y="92"/>
                  <a:pt x="76" y="92"/>
                </a:cubicBezTo>
                <a:cubicBezTo>
                  <a:pt x="76" y="91"/>
                  <a:pt x="76" y="91"/>
                  <a:pt x="75" y="91"/>
                </a:cubicBezTo>
                <a:cubicBezTo>
                  <a:pt x="75" y="91"/>
                  <a:pt x="75" y="90"/>
                  <a:pt x="74" y="91"/>
                </a:cubicBezTo>
                <a:cubicBezTo>
                  <a:pt x="73" y="91"/>
                  <a:pt x="72" y="91"/>
                  <a:pt x="71" y="92"/>
                </a:cubicBezTo>
                <a:cubicBezTo>
                  <a:pt x="71" y="93"/>
                  <a:pt x="71" y="93"/>
                  <a:pt x="71" y="93"/>
                </a:cubicBezTo>
                <a:cubicBezTo>
                  <a:pt x="71" y="94"/>
                  <a:pt x="71" y="94"/>
                  <a:pt x="71" y="94"/>
                </a:cubicBezTo>
                <a:cubicBezTo>
                  <a:pt x="70" y="95"/>
                  <a:pt x="70" y="95"/>
                  <a:pt x="70" y="95"/>
                </a:cubicBezTo>
                <a:cubicBezTo>
                  <a:pt x="69" y="95"/>
                  <a:pt x="69" y="95"/>
                  <a:pt x="67" y="95"/>
                </a:cubicBezTo>
                <a:cubicBezTo>
                  <a:pt x="66" y="95"/>
                  <a:pt x="66" y="95"/>
                  <a:pt x="65" y="95"/>
                </a:cubicBezTo>
                <a:cubicBezTo>
                  <a:pt x="64" y="94"/>
                  <a:pt x="64" y="93"/>
                  <a:pt x="63" y="92"/>
                </a:cubicBezTo>
                <a:cubicBezTo>
                  <a:pt x="62" y="91"/>
                  <a:pt x="62" y="90"/>
                  <a:pt x="62" y="89"/>
                </a:cubicBezTo>
                <a:cubicBezTo>
                  <a:pt x="62" y="88"/>
                  <a:pt x="62" y="87"/>
                  <a:pt x="62" y="86"/>
                </a:cubicBezTo>
                <a:cubicBezTo>
                  <a:pt x="63" y="85"/>
                  <a:pt x="63" y="84"/>
                  <a:pt x="63" y="84"/>
                </a:cubicBezTo>
                <a:cubicBezTo>
                  <a:pt x="63" y="83"/>
                  <a:pt x="63" y="82"/>
                  <a:pt x="62" y="81"/>
                </a:cubicBezTo>
                <a:cubicBezTo>
                  <a:pt x="62" y="81"/>
                  <a:pt x="63" y="81"/>
                  <a:pt x="63" y="81"/>
                </a:cubicBezTo>
                <a:cubicBezTo>
                  <a:pt x="63" y="80"/>
                  <a:pt x="64" y="80"/>
                  <a:pt x="64" y="80"/>
                </a:cubicBezTo>
                <a:cubicBezTo>
                  <a:pt x="64" y="79"/>
                  <a:pt x="64" y="79"/>
                  <a:pt x="64" y="79"/>
                </a:cubicBezTo>
                <a:cubicBezTo>
                  <a:pt x="65" y="79"/>
                  <a:pt x="65" y="79"/>
                  <a:pt x="65" y="79"/>
                </a:cubicBezTo>
                <a:cubicBezTo>
                  <a:pt x="65" y="79"/>
                  <a:pt x="65" y="79"/>
                  <a:pt x="65" y="79"/>
                </a:cubicBezTo>
                <a:cubicBezTo>
                  <a:pt x="65" y="79"/>
                  <a:pt x="65" y="79"/>
                  <a:pt x="65" y="79"/>
                </a:cubicBezTo>
                <a:cubicBezTo>
                  <a:pt x="65" y="79"/>
                  <a:pt x="65" y="79"/>
                  <a:pt x="65" y="78"/>
                </a:cubicBezTo>
                <a:cubicBezTo>
                  <a:pt x="65" y="78"/>
                  <a:pt x="65" y="78"/>
                  <a:pt x="65" y="78"/>
                </a:cubicBezTo>
                <a:cubicBezTo>
                  <a:pt x="65" y="78"/>
                  <a:pt x="66" y="78"/>
                  <a:pt x="67" y="78"/>
                </a:cubicBezTo>
                <a:cubicBezTo>
                  <a:pt x="69" y="78"/>
                  <a:pt x="70" y="78"/>
                  <a:pt x="70" y="78"/>
                </a:cubicBezTo>
                <a:cubicBezTo>
                  <a:pt x="71" y="79"/>
                  <a:pt x="72" y="79"/>
                  <a:pt x="72" y="78"/>
                </a:cubicBezTo>
                <a:cubicBezTo>
                  <a:pt x="72" y="78"/>
                  <a:pt x="72" y="78"/>
                  <a:pt x="72" y="77"/>
                </a:cubicBezTo>
                <a:cubicBezTo>
                  <a:pt x="72" y="77"/>
                  <a:pt x="72" y="76"/>
                  <a:pt x="72" y="76"/>
                </a:cubicBezTo>
                <a:cubicBezTo>
                  <a:pt x="72" y="77"/>
                  <a:pt x="73" y="78"/>
                  <a:pt x="75" y="77"/>
                </a:cubicBezTo>
                <a:cubicBezTo>
                  <a:pt x="75" y="77"/>
                  <a:pt x="75" y="77"/>
                  <a:pt x="76" y="77"/>
                </a:cubicBezTo>
                <a:cubicBezTo>
                  <a:pt x="77" y="77"/>
                  <a:pt x="77" y="77"/>
                  <a:pt x="78" y="78"/>
                </a:cubicBezTo>
                <a:cubicBezTo>
                  <a:pt x="78" y="78"/>
                  <a:pt x="78" y="78"/>
                  <a:pt x="78" y="78"/>
                </a:cubicBezTo>
                <a:cubicBezTo>
                  <a:pt x="79" y="78"/>
                  <a:pt x="79" y="78"/>
                  <a:pt x="79" y="79"/>
                </a:cubicBezTo>
                <a:cubicBezTo>
                  <a:pt x="79" y="79"/>
                  <a:pt x="79" y="79"/>
                  <a:pt x="79" y="78"/>
                </a:cubicBezTo>
                <a:cubicBezTo>
                  <a:pt x="80" y="78"/>
                  <a:pt x="80" y="78"/>
                  <a:pt x="80" y="78"/>
                </a:cubicBezTo>
                <a:cubicBezTo>
                  <a:pt x="81" y="79"/>
                  <a:pt x="81" y="79"/>
                  <a:pt x="81" y="80"/>
                </a:cubicBezTo>
                <a:cubicBezTo>
                  <a:pt x="82" y="83"/>
                  <a:pt x="83" y="84"/>
                  <a:pt x="83" y="84"/>
                </a:cubicBezTo>
                <a:cubicBezTo>
                  <a:pt x="83" y="84"/>
                  <a:pt x="84" y="85"/>
                  <a:pt x="84" y="84"/>
                </a:cubicBezTo>
                <a:cubicBezTo>
                  <a:pt x="84" y="84"/>
                  <a:pt x="84" y="84"/>
                  <a:pt x="84" y="84"/>
                </a:cubicBezTo>
                <a:cubicBezTo>
                  <a:pt x="85" y="83"/>
                  <a:pt x="85" y="83"/>
                  <a:pt x="84" y="82"/>
                </a:cubicBezTo>
                <a:cubicBezTo>
                  <a:pt x="84" y="82"/>
                  <a:pt x="84" y="82"/>
                  <a:pt x="84" y="81"/>
                </a:cubicBezTo>
                <a:cubicBezTo>
                  <a:pt x="84" y="80"/>
                  <a:pt x="84" y="80"/>
                  <a:pt x="84" y="80"/>
                </a:cubicBezTo>
                <a:cubicBezTo>
                  <a:pt x="84" y="80"/>
                  <a:pt x="84" y="79"/>
                  <a:pt x="84" y="79"/>
                </a:cubicBezTo>
                <a:cubicBezTo>
                  <a:pt x="84" y="78"/>
                  <a:pt x="84" y="78"/>
                  <a:pt x="84" y="78"/>
                </a:cubicBezTo>
                <a:cubicBezTo>
                  <a:pt x="83" y="78"/>
                  <a:pt x="83" y="77"/>
                  <a:pt x="82" y="77"/>
                </a:cubicBezTo>
                <a:cubicBezTo>
                  <a:pt x="82" y="76"/>
                  <a:pt x="82" y="76"/>
                  <a:pt x="83" y="75"/>
                </a:cubicBezTo>
                <a:cubicBezTo>
                  <a:pt x="83" y="74"/>
                  <a:pt x="83" y="74"/>
                  <a:pt x="84" y="73"/>
                </a:cubicBezTo>
                <a:cubicBezTo>
                  <a:pt x="84" y="73"/>
                  <a:pt x="84" y="73"/>
                  <a:pt x="85" y="73"/>
                </a:cubicBezTo>
                <a:cubicBezTo>
                  <a:pt x="85" y="73"/>
                  <a:pt x="86" y="73"/>
                  <a:pt x="86" y="72"/>
                </a:cubicBezTo>
                <a:cubicBezTo>
                  <a:pt x="87" y="72"/>
                  <a:pt x="87" y="72"/>
                  <a:pt x="87" y="72"/>
                </a:cubicBezTo>
                <a:cubicBezTo>
                  <a:pt x="89" y="70"/>
                  <a:pt x="89" y="69"/>
                  <a:pt x="89" y="68"/>
                </a:cubicBezTo>
                <a:cubicBezTo>
                  <a:pt x="89" y="68"/>
                  <a:pt x="90" y="68"/>
                  <a:pt x="90" y="67"/>
                </a:cubicBezTo>
                <a:cubicBezTo>
                  <a:pt x="90" y="67"/>
                  <a:pt x="90" y="67"/>
                  <a:pt x="89" y="67"/>
                </a:cubicBezTo>
                <a:cubicBezTo>
                  <a:pt x="89" y="67"/>
                  <a:pt x="89" y="67"/>
                  <a:pt x="89" y="67"/>
                </a:cubicBezTo>
                <a:cubicBezTo>
                  <a:pt x="88" y="66"/>
                  <a:pt x="88" y="66"/>
                  <a:pt x="88" y="66"/>
                </a:cubicBezTo>
                <a:cubicBezTo>
                  <a:pt x="89" y="66"/>
                  <a:pt x="89" y="66"/>
                  <a:pt x="88" y="65"/>
                </a:cubicBezTo>
                <a:cubicBezTo>
                  <a:pt x="89" y="65"/>
                  <a:pt x="89" y="64"/>
                  <a:pt x="89" y="64"/>
                </a:cubicBezTo>
                <a:cubicBezTo>
                  <a:pt x="89" y="63"/>
                  <a:pt x="90" y="63"/>
                  <a:pt x="90" y="63"/>
                </a:cubicBezTo>
                <a:cubicBezTo>
                  <a:pt x="90" y="64"/>
                  <a:pt x="91" y="64"/>
                  <a:pt x="92" y="63"/>
                </a:cubicBezTo>
                <a:cubicBezTo>
                  <a:pt x="92" y="63"/>
                  <a:pt x="92" y="62"/>
                  <a:pt x="92" y="62"/>
                </a:cubicBezTo>
                <a:cubicBezTo>
                  <a:pt x="92" y="61"/>
                  <a:pt x="93" y="61"/>
                  <a:pt x="94" y="61"/>
                </a:cubicBezTo>
                <a:cubicBezTo>
                  <a:pt x="95" y="60"/>
                  <a:pt x="95" y="60"/>
                  <a:pt x="96" y="60"/>
                </a:cubicBezTo>
                <a:cubicBezTo>
                  <a:pt x="96" y="60"/>
                  <a:pt x="96" y="60"/>
                  <a:pt x="96" y="60"/>
                </a:cubicBezTo>
                <a:cubicBezTo>
                  <a:pt x="96" y="59"/>
                  <a:pt x="96" y="59"/>
                  <a:pt x="96" y="58"/>
                </a:cubicBezTo>
                <a:cubicBezTo>
                  <a:pt x="96" y="58"/>
                  <a:pt x="97" y="57"/>
                  <a:pt x="97" y="57"/>
                </a:cubicBezTo>
                <a:cubicBezTo>
                  <a:pt x="97" y="57"/>
                  <a:pt x="97" y="57"/>
                  <a:pt x="98" y="56"/>
                </a:cubicBezTo>
                <a:cubicBezTo>
                  <a:pt x="99" y="56"/>
                  <a:pt x="99" y="56"/>
                  <a:pt x="99" y="56"/>
                </a:cubicBezTo>
                <a:cubicBezTo>
                  <a:pt x="101" y="55"/>
                  <a:pt x="101" y="55"/>
                  <a:pt x="101" y="55"/>
                </a:cubicBezTo>
                <a:cubicBezTo>
                  <a:pt x="101" y="55"/>
                  <a:pt x="101" y="55"/>
                  <a:pt x="101" y="55"/>
                </a:cubicBezTo>
                <a:cubicBezTo>
                  <a:pt x="102" y="55"/>
                  <a:pt x="103" y="54"/>
                  <a:pt x="104" y="53"/>
                </a:cubicBezTo>
                <a:cubicBezTo>
                  <a:pt x="105" y="53"/>
                  <a:pt x="104" y="52"/>
                  <a:pt x="103" y="52"/>
                </a:cubicBezTo>
                <a:cubicBezTo>
                  <a:pt x="104" y="51"/>
                  <a:pt x="103" y="51"/>
                  <a:pt x="103" y="51"/>
                </a:cubicBezTo>
                <a:cubicBezTo>
                  <a:pt x="103" y="50"/>
                  <a:pt x="102" y="50"/>
                  <a:pt x="102" y="50"/>
                </a:cubicBezTo>
                <a:cubicBezTo>
                  <a:pt x="102" y="50"/>
                  <a:pt x="102" y="50"/>
                  <a:pt x="103" y="50"/>
                </a:cubicBezTo>
                <a:cubicBezTo>
                  <a:pt x="103" y="50"/>
                  <a:pt x="104" y="50"/>
                  <a:pt x="104" y="50"/>
                </a:cubicBezTo>
                <a:cubicBezTo>
                  <a:pt x="105" y="49"/>
                  <a:pt x="104" y="49"/>
                  <a:pt x="103" y="48"/>
                </a:cubicBezTo>
                <a:cubicBezTo>
                  <a:pt x="102" y="48"/>
                  <a:pt x="101" y="49"/>
                  <a:pt x="99" y="50"/>
                </a:cubicBezTo>
                <a:close/>
                <a:moveTo>
                  <a:pt x="84" y="133"/>
                </a:moveTo>
                <a:cubicBezTo>
                  <a:pt x="97" y="130"/>
                  <a:pt x="108" y="124"/>
                  <a:pt x="117" y="115"/>
                </a:cubicBezTo>
                <a:cubicBezTo>
                  <a:pt x="117" y="114"/>
                  <a:pt x="116" y="114"/>
                  <a:pt x="116" y="114"/>
                </a:cubicBezTo>
                <a:cubicBezTo>
                  <a:pt x="115" y="114"/>
                  <a:pt x="115" y="114"/>
                  <a:pt x="114" y="114"/>
                </a:cubicBezTo>
                <a:cubicBezTo>
                  <a:pt x="113" y="113"/>
                  <a:pt x="113" y="113"/>
                  <a:pt x="112" y="113"/>
                </a:cubicBezTo>
                <a:cubicBezTo>
                  <a:pt x="112" y="113"/>
                  <a:pt x="112" y="112"/>
                  <a:pt x="112" y="112"/>
                </a:cubicBezTo>
                <a:cubicBezTo>
                  <a:pt x="112" y="112"/>
                  <a:pt x="111" y="111"/>
                  <a:pt x="111" y="111"/>
                </a:cubicBezTo>
                <a:cubicBezTo>
                  <a:pt x="111" y="111"/>
                  <a:pt x="110" y="111"/>
                  <a:pt x="110" y="110"/>
                </a:cubicBezTo>
                <a:cubicBezTo>
                  <a:pt x="109" y="110"/>
                  <a:pt x="109" y="110"/>
                  <a:pt x="109" y="110"/>
                </a:cubicBezTo>
                <a:cubicBezTo>
                  <a:pt x="109" y="109"/>
                  <a:pt x="109" y="109"/>
                  <a:pt x="108" y="109"/>
                </a:cubicBezTo>
                <a:cubicBezTo>
                  <a:pt x="108" y="109"/>
                  <a:pt x="108" y="109"/>
                  <a:pt x="108" y="109"/>
                </a:cubicBezTo>
                <a:cubicBezTo>
                  <a:pt x="107" y="108"/>
                  <a:pt x="107" y="108"/>
                  <a:pt x="107" y="108"/>
                </a:cubicBezTo>
                <a:cubicBezTo>
                  <a:pt x="107" y="108"/>
                  <a:pt x="106" y="108"/>
                  <a:pt x="106" y="108"/>
                </a:cubicBezTo>
                <a:cubicBezTo>
                  <a:pt x="106" y="108"/>
                  <a:pt x="106" y="108"/>
                  <a:pt x="105" y="108"/>
                </a:cubicBezTo>
                <a:cubicBezTo>
                  <a:pt x="105" y="108"/>
                  <a:pt x="105" y="108"/>
                  <a:pt x="105" y="108"/>
                </a:cubicBezTo>
                <a:cubicBezTo>
                  <a:pt x="105" y="108"/>
                  <a:pt x="105" y="108"/>
                  <a:pt x="104" y="108"/>
                </a:cubicBezTo>
                <a:cubicBezTo>
                  <a:pt x="104" y="108"/>
                  <a:pt x="104" y="109"/>
                  <a:pt x="104" y="109"/>
                </a:cubicBezTo>
                <a:cubicBezTo>
                  <a:pt x="104" y="109"/>
                  <a:pt x="104" y="109"/>
                  <a:pt x="103" y="109"/>
                </a:cubicBezTo>
                <a:cubicBezTo>
                  <a:pt x="103" y="109"/>
                  <a:pt x="103" y="109"/>
                  <a:pt x="103" y="109"/>
                </a:cubicBezTo>
                <a:cubicBezTo>
                  <a:pt x="102" y="108"/>
                  <a:pt x="101" y="107"/>
                  <a:pt x="100" y="107"/>
                </a:cubicBezTo>
                <a:cubicBezTo>
                  <a:pt x="100" y="107"/>
                  <a:pt x="99" y="107"/>
                  <a:pt x="99" y="107"/>
                </a:cubicBezTo>
                <a:cubicBezTo>
                  <a:pt x="99" y="106"/>
                  <a:pt x="98" y="106"/>
                  <a:pt x="98" y="106"/>
                </a:cubicBezTo>
                <a:cubicBezTo>
                  <a:pt x="98" y="106"/>
                  <a:pt x="97" y="106"/>
                  <a:pt x="97" y="106"/>
                </a:cubicBezTo>
                <a:cubicBezTo>
                  <a:pt x="97" y="106"/>
                  <a:pt x="96" y="106"/>
                  <a:pt x="96" y="106"/>
                </a:cubicBezTo>
                <a:cubicBezTo>
                  <a:pt x="96" y="107"/>
                  <a:pt x="95" y="107"/>
                  <a:pt x="95" y="108"/>
                </a:cubicBezTo>
                <a:cubicBezTo>
                  <a:pt x="95" y="108"/>
                  <a:pt x="95" y="109"/>
                  <a:pt x="95" y="109"/>
                </a:cubicBezTo>
                <a:cubicBezTo>
                  <a:pt x="95" y="109"/>
                  <a:pt x="95" y="108"/>
                  <a:pt x="95" y="107"/>
                </a:cubicBezTo>
                <a:cubicBezTo>
                  <a:pt x="96" y="107"/>
                  <a:pt x="96" y="106"/>
                  <a:pt x="95" y="106"/>
                </a:cubicBezTo>
                <a:cubicBezTo>
                  <a:pt x="95" y="105"/>
                  <a:pt x="95" y="105"/>
                  <a:pt x="94" y="105"/>
                </a:cubicBezTo>
                <a:cubicBezTo>
                  <a:pt x="94" y="105"/>
                  <a:pt x="94" y="105"/>
                  <a:pt x="93" y="106"/>
                </a:cubicBezTo>
                <a:cubicBezTo>
                  <a:pt x="93" y="106"/>
                  <a:pt x="93" y="106"/>
                  <a:pt x="92" y="106"/>
                </a:cubicBezTo>
                <a:cubicBezTo>
                  <a:pt x="92" y="107"/>
                  <a:pt x="91" y="107"/>
                  <a:pt x="91" y="107"/>
                </a:cubicBezTo>
                <a:cubicBezTo>
                  <a:pt x="91" y="107"/>
                  <a:pt x="91" y="107"/>
                  <a:pt x="91" y="108"/>
                </a:cubicBezTo>
                <a:cubicBezTo>
                  <a:pt x="90" y="108"/>
                  <a:pt x="90" y="108"/>
                  <a:pt x="90" y="108"/>
                </a:cubicBezTo>
                <a:cubicBezTo>
                  <a:pt x="90" y="109"/>
                  <a:pt x="89" y="109"/>
                  <a:pt x="89" y="109"/>
                </a:cubicBezTo>
                <a:cubicBezTo>
                  <a:pt x="89" y="110"/>
                  <a:pt x="89" y="110"/>
                  <a:pt x="89" y="110"/>
                </a:cubicBezTo>
                <a:cubicBezTo>
                  <a:pt x="89" y="110"/>
                  <a:pt x="88" y="110"/>
                  <a:pt x="88" y="110"/>
                </a:cubicBezTo>
                <a:cubicBezTo>
                  <a:pt x="87" y="110"/>
                  <a:pt x="87" y="110"/>
                  <a:pt x="87" y="109"/>
                </a:cubicBezTo>
                <a:cubicBezTo>
                  <a:pt x="87" y="110"/>
                  <a:pt x="87" y="111"/>
                  <a:pt x="87" y="113"/>
                </a:cubicBezTo>
                <a:cubicBezTo>
                  <a:pt x="87" y="114"/>
                  <a:pt x="87" y="115"/>
                  <a:pt x="88" y="116"/>
                </a:cubicBezTo>
                <a:cubicBezTo>
                  <a:pt x="88" y="118"/>
                  <a:pt x="88" y="120"/>
                  <a:pt x="86" y="121"/>
                </a:cubicBezTo>
                <a:cubicBezTo>
                  <a:pt x="85" y="122"/>
                  <a:pt x="84" y="124"/>
                  <a:pt x="84" y="125"/>
                </a:cubicBezTo>
                <a:cubicBezTo>
                  <a:pt x="83" y="126"/>
                  <a:pt x="84" y="127"/>
                  <a:pt x="85" y="127"/>
                </a:cubicBezTo>
                <a:cubicBezTo>
                  <a:pt x="85" y="127"/>
                  <a:pt x="85" y="128"/>
                  <a:pt x="84" y="129"/>
                </a:cubicBezTo>
                <a:cubicBezTo>
                  <a:pt x="84" y="130"/>
                  <a:pt x="83" y="130"/>
                  <a:pt x="83" y="131"/>
                </a:cubicBezTo>
                <a:cubicBezTo>
                  <a:pt x="83" y="131"/>
                  <a:pt x="83" y="132"/>
                  <a:pt x="84" y="13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66" name="Freeform 168"/>
          <p:cNvSpPr>
            <a:spLocks noEditPoints="1"/>
          </p:cNvSpPr>
          <p:nvPr/>
        </p:nvSpPr>
        <p:spPr bwMode="auto">
          <a:xfrm>
            <a:off x="3263884" y="3110238"/>
            <a:ext cx="224755" cy="222593"/>
          </a:xfrm>
          <a:custGeom>
            <a:avLst/>
            <a:gdLst>
              <a:gd name="T0" fmla="*/ 96 w 156"/>
              <a:gd name="T1" fmla="*/ 88 h 156"/>
              <a:gd name="T2" fmla="*/ 31 w 156"/>
              <a:gd name="T3" fmla="*/ 152 h 156"/>
              <a:gd name="T4" fmla="*/ 23 w 156"/>
              <a:gd name="T5" fmla="*/ 156 h 156"/>
              <a:gd name="T6" fmla="*/ 14 w 156"/>
              <a:gd name="T7" fmla="*/ 152 h 156"/>
              <a:gd name="T8" fmla="*/ 4 w 156"/>
              <a:gd name="T9" fmla="*/ 142 h 156"/>
              <a:gd name="T10" fmla="*/ 0 w 156"/>
              <a:gd name="T11" fmla="*/ 133 h 156"/>
              <a:gd name="T12" fmla="*/ 4 w 156"/>
              <a:gd name="T13" fmla="*/ 125 h 156"/>
              <a:gd name="T14" fmla="*/ 68 w 156"/>
              <a:gd name="T15" fmla="*/ 60 h 156"/>
              <a:gd name="T16" fmla="*/ 79 w 156"/>
              <a:gd name="T17" fmla="*/ 77 h 156"/>
              <a:gd name="T18" fmla="*/ 96 w 156"/>
              <a:gd name="T19" fmla="*/ 88 h 156"/>
              <a:gd name="T20" fmla="*/ 33 w 156"/>
              <a:gd name="T21" fmla="*/ 132 h 156"/>
              <a:gd name="T22" fmla="*/ 35 w 156"/>
              <a:gd name="T23" fmla="*/ 127 h 156"/>
              <a:gd name="T24" fmla="*/ 33 w 156"/>
              <a:gd name="T25" fmla="*/ 123 h 156"/>
              <a:gd name="T26" fmla="*/ 29 w 156"/>
              <a:gd name="T27" fmla="*/ 121 h 156"/>
              <a:gd name="T28" fmla="*/ 25 w 156"/>
              <a:gd name="T29" fmla="*/ 123 h 156"/>
              <a:gd name="T30" fmla="*/ 23 w 156"/>
              <a:gd name="T31" fmla="*/ 127 h 156"/>
              <a:gd name="T32" fmla="*/ 25 w 156"/>
              <a:gd name="T33" fmla="*/ 132 h 156"/>
              <a:gd name="T34" fmla="*/ 29 w 156"/>
              <a:gd name="T35" fmla="*/ 133 h 156"/>
              <a:gd name="T36" fmla="*/ 33 w 156"/>
              <a:gd name="T37" fmla="*/ 132 h 156"/>
              <a:gd name="T38" fmla="*/ 156 w 156"/>
              <a:gd name="T39" fmla="*/ 47 h 156"/>
              <a:gd name="T40" fmla="*/ 153 w 156"/>
              <a:gd name="T41" fmla="*/ 57 h 156"/>
              <a:gd name="T42" fmla="*/ 138 w 156"/>
              <a:gd name="T43" fmla="*/ 77 h 156"/>
              <a:gd name="T44" fmla="*/ 113 w 156"/>
              <a:gd name="T45" fmla="*/ 85 h 156"/>
              <a:gd name="T46" fmla="*/ 84 w 156"/>
              <a:gd name="T47" fmla="*/ 73 h 156"/>
              <a:gd name="T48" fmla="*/ 71 w 156"/>
              <a:gd name="T49" fmla="*/ 43 h 156"/>
              <a:gd name="T50" fmla="*/ 84 w 156"/>
              <a:gd name="T51" fmla="*/ 13 h 156"/>
              <a:gd name="T52" fmla="*/ 113 w 156"/>
              <a:gd name="T53" fmla="*/ 0 h 156"/>
              <a:gd name="T54" fmla="*/ 125 w 156"/>
              <a:gd name="T55" fmla="*/ 2 h 156"/>
              <a:gd name="T56" fmla="*/ 135 w 156"/>
              <a:gd name="T57" fmla="*/ 6 h 156"/>
              <a:gd name="T58" fmla="*/ 137 w 156"/>
              <a:gd name="T59" fmla="*/ 9 h 156"/>
              <a:gd name="T60" fmla="*/ 135 w 156"/>
              <a:gd name="T61" fmla="*/ 12 h 156"/>
              <a:gd name="T62" fmla="*/ 107 w 156"/>
              <a:gd name="T63" fmla="*/ 28 h 156"/>
              <a:gd name="T64" fmla="*/ 107 w 156"/>
              <a:gd name="T65" fmla="*/ 49 h 156"/>
              <a:gd name="T66" fmla="*/ 126 w 156"/>
              <a:gd name="T67" fmla="*/ 59 h 156"/>
              <a:gd name="T68" fmla="*/ 133 w 156"/>
              <a:gd name="T69" fmla="*/ 54 h 156"/>
              <a:gd name="T70" fmla="*/ 146 w 156"/>
              <a:gd name="T71" fmla="*/ 47 h 156"/>
              <a:gd name="T72" fmla="*/ 153 w 156"/>
              <a:gd name="T73" fmla="*/ 43 h 156"/>
              <a:gd name="T74" fmla="*/ 155 w 156"/>
              <a:gd name="T75" fmla="*/ 44 h 156"/>
              <a:gd name="T76" fmla="*/ 156 w 156"/>
              <a:gd name="T77" fmla="*/ 47 h 1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56" h="156">
                <a:moveTo>
                  <a:pt x="96" y="88"/>
                </a:moveTo>
                <a:cubicBezTo>
                  <a:pt x="31" y="152"/>
                  <a:pt x="31" y="152"/>
                  <a:pt x="31" y="152"/>
                </a:cubicBezTo>
                <a:cubicBezTo>
                  <a:pt x="29" y="155"/>
                  <a:pt x="26" y="156"/>
                  <a:pt x="23" y="156"/>
                </a:cubicBezTo>
                <a:cubicBezTo>
                  <a:pt x="19" y="156"/>
                  <a:pt x="17" y="155"/>
                  <a:pt x="14" y="152"/>
                </a:cubicBezTo>
                <a:cubicBezTo>
                  <a:pt x="4" y="142"/>
                  <a:pt x="4" y="142"/>
                  <a:pt x="4" y="142"/>
                </a:cubicBezTo>
                <a:cubicBezTo>
                  <a:pt x="2" y="140"/>
                  <a:pt x="0" y="137"/>
                  <a:pt x="0" y="133"/>
                </a:cubicBezTo>
                <a:cubicBezTo>
                  <a:pt x="0" y="130"/>
                  <a:pt x="2" y="127"/>
                  <a:pt x="4" y="125"/>
                </a:cubicBezTo>
                <a:cubicBezTo>
                  <a:pt x="68" y="60"/>
                  <a:pt x="68" y="60"/>
                  <a:pt x="68" y="60"/>
                </a:cubicBezTo>
                <a:cubicBezTo>
                  <a:pt x="71" y="67"/>
                  <a:pt x="75" y="72"/>
                  <a:pt x="79" y="77"/>
                </a:cubicBezTo>
                <a:cubicBezTo>
                  <a:pt x="84" y="82"/>
                  <a:pt x="90" y="85"/>
                  <a:pt x="96" y="88"/>
                </a:cubicBezTo>
                <a:close/>
                <a:moveTo>
                  <a:pt x="33" y="132"/>
                </a:moveTo>
                <a:cubicBezTo>
                  <a:pt x="34" y="130"/>
                  <a:pt x="35" y="129"/>
                  <a:pt x="35" y="127"/>
                </a:cubicBezTo>
                <a:cubicBezTo>
                  <a:pt x="35" y="126"/>
                  <a:pt x="34" y="124"/>
                  <a:pt x="33" y="123"/>
                </a:cubicBezTo>
                <a:cubicBezTo>
                  <a:pt x="32" y="122"/>
                  <a:pt x="30" y="121"/>
                  <a:pt x="29" y="121"/>
                </a:cubicBezTo>
                <a:cubicBezTo>
                  <a:pt x="27" y="121"/>
                  <a:pt x="26" y="122"/>
                  <a:pt x="25" y="123"/>
                </a:cubicBezTo>
                <a:cubicBezTo>
                  <a:pt x="23" y="124"/>
                  <a:pt x="23" y="126"/>
                  <a:pt x="23" y="127"/>
                </a:cubicBezTo>
                <a:cubicBezTo>
                  <a:pt x="23" y="129"/>
                  <a:pt x="23" y="130"/>
                  <a:pt x="25" y="132"/>
                </a:cubicBezTo>
                <a:cubicBezTo>
                  <a:pt x="26" y="133"/>
                  <a:pt x="27" y="133"/>
                  <a:pt x="29" y="133"/>
                </a:cubicBezTo>
                <a:cubicBezTo>
                  <a:pt x="30" y="133"/>
                  <a:pt x="32" y="133"/>
                  <a:pt x="33" y="132"/>
                </a:cubicBezTo>
                <a:close/>
                <a:moveTo>
                  <a:pt x="156" y="47"/>
                </a:moveTo>
                <a:cubicBezTo>
                  <a:pt x="156" y="49"/>
                  <a:pt x="155" y="52"/>
                  <a:pt x="153" y="57"/>
                </a:cubicBezTo>
                <a:cubicBezTo>
                  <a:pt x="151" y="65"/>
                  <a:pt x="145" y="72"/>
                  <a:pt x="138" y="77"/>
                </a:cubicBezTo>
                <a:cubicBezTo>
                  <a:pt x="131" y="82"/>
                  <a:pt x="122" y="85"/>
                  <a:pt x="113" y="85"/>
                </a:cubicBezTo>
                <a:cubicBezTo>
                  <a:pt x="102" y="85"/>
                  <a:pt x="92" y="81"/>
                  <a:pt x="84" y="73"/>
                </a:cubicBezTo>
                <a:cubicBezTo>
                  <a:pt x="75" y="64"/>
                  <a:pt x="71" y="54"/>
                  <a:pt x="71" y="43"/>
                </a:cubicBezTo>
                <a:cubicBezTo>
                  <a:pt x="71" y="31"/>
                  <a:pt x="75" y="21"/>
                  <a:pt x="84" y="13"/>
                </a:cubicBezTo>
                <a:cubicBezTo>
                  <a:pt x="92" y="4"/>
                  <a:pt x="102" y="0"/>
                  <a:pt x="113" y="0"/>
                </a:cubicBezTo>
                <a:cubicBezTo>
                  <a:pt x="117" y="0"/>
                  <a:pt x="121" y="1"/>
                  <a:pt x="125" y="2"/>
                </a:cubicBezTo>
                <a:cubicBezTo>
                  <a:pt x="129" y="3"/>
                  <a:pt x="132" y="4"/>
                  <a:pt x="135" y="6"/>
                </a:cubicBezTo>
                <a:cubicBezTo>
                  <a:pt x="136" y="7"/>
                  <a:pt x="137" y="8"/>
                  <a:pt x="137" y="9"/>
                </a:cubicBezTo>
                <a:cubicBezTo>
                  <a:pt x="137" y="10"/>
                  <a:pt x="136" y="11"/>
                  <a:pt x="135" y="12"/>
                </a:cubicBezTo>
                <a:cubicBezTo>
                  <a:pt x="107" y="28"/>
                  <a:pt x="107" y="28"/>
                  <a:pt x="107" y="28"/>
                </a:cubicBezTo>
                <a:cubicBezTo>
                  <a:pt x="107" y="49"/>
                  <a:pt x="107" y="49"/>
                  <a:pt x="107" y="49"/>
                </a:cubicBezTo>
                <a:cubicBezTo>
                  <a:pt x="126" y="59"/>
                  <a:pt x="126" y="59"/>
                  <a:pt x="126" y="59"/>
                </a:cubicBezTo>
                <a:cubicBezTo>
                  <a:pt x="126" y="59"/>
                  <a:pt x="128" y="57"/>
                  <a:pt x="133" y="54"/>
                </a:cubicBezTo>
                <a:cubicBezTo>
                  <a:pt x="138" y="51"/>
                  <a:pt x="142" y="49"/>
                  <a:pt x="146" y="47"/>
                </a:cubicBezTo>
                <a:cubicBezTo>
                  <a:pt x="150" y="44"/>
                  <a:pt x="152" y="43"/>
                  <a:pt x="153" y="43"/>
                </a:cubicBezTo>
                <a:cubicBezTo>
                  <a:pt x="154" y="43"/>
                  <a:pt x="154" y="44"/>
                  <a:pt x="155" y="44"/>
                </a:cubicBezTo>
                <a:cubicBezTo>
                  <a:pt x="155" y="45"/>
                  <a:pt x="156" y="46"/>
                  <a:pt x="156" y="4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67" name="Freeform 169"/>
          <p:cNvSpPr>
            <a:spLocks noEditPoints="1"/>
          </p:cNvSpPr>
          <p:nvPr/>
        </p:nvSpPr>
        <p:spPr bwMode="auto">
          <a:xfrm>
            <a:off x="3546988" y="3110237"/>
            <a:ext cx="242043" cy="190176"/>
          </a:xfrm>
          <a:custGeom>
            <a:avLst/>
            <a:gdLst>
              <a:gd name="T0" fmla="*/ 169 w 169"/>
              <a:gd name="T1" fmla="*/ 6 h 133"/>
              <a:gd name="T2" fmla="*/ 169 w 169"/>
              <a:gd name="T3" fmla="*/ 31 h 133"/>
              <a:gd name="T4" fmla="*/ 167 w 169"/>
              <a:gd name="T5" fmla="*/ 35 h 133"/>
              <a:gd name="T6" fmla="*/ 163 w 169"/>
              <a:gd name="T7" fmla="*/ 37 h 133"/>
              <a:gd name="T8" fmla="*/ 6 w 169"/>
              <a:gd name="T9" fmla="*/ 37 h 133"/>
              <a:gd name="T10" fmla="*/ 1 w 169"/>
              <a:gd name="T11" fmla="*/ 35 h 133"/>
              <a:gd name="T12" fmla="*/ 0 w 169"/>
              <a:gd name="T13" fmla="*/ 31 h 133"/>
              <a:gd name="T14" fmla="*/ 0 w 169"/>
              <a:gd name="T15" fmla="*/ 6 h 133"/>
              <a:gd name="T16" fmla="*/ 1 w 169"/>
              <a:gd name="T17" fmla="*/ 2 h 133"/>
              <a:gd name="T18" fmla="*/ 6 w 169"/>
              <a:gd name="T19" fmla="*/ 0 h 133"/>
              <a:gd name="T20" fmla="*/ 163 w 169"/>
              <a:gd name="T21" fmla="*/ 0 h 133"/>
              <a:gd name="T22" fmla="*/ 167 w 169"/>
              <a:gd name="T23" fmla="*/ 2 h 133"/>
              <a:gd name="T24" fmla="*/ 169 w 169"/>
              <a:gd name="T25" fmla="*/ 6 h 133"/>
              <a:gd name="T26" fmla="*/ 169 w 169"/>
              <a:gd name="T27" fmla="*/ 55 h 133"/>
              <a:gd name="T28" fmla="*/ 169 w 169"/>
              <a:gd name="T29" fmla="*/ 79 h 133"/>
              <a:gd name="T30" fmla="*/ 167 w 169"/>
              <a:gd name="T31" fmla="*/ 83 h 133"/>
              <a:gd name="T32" fmla="*/ 163 w 169"/>
              <a:gd name="T33" fmla="*/ 85 h 133"/>
              <a:gd name="T34" fmla="*/ 6 w 169"/>
              <a:gd name="T35" fmla="*/ 85 h 133"/>
              <a:gd name="T36" fmla="*/ 1 w 169"/>
              <a:gd name="T37" fmla="*/ 83 h 133"/>
              <a:gd name="T38" fmla="*/ 0 w 169"/>
              <a:gd name="T39" fmla="*/ 79 h 133"/>
              <a:gd name="T40" fmla="*/ 0 w 169"/>
              <a:gd name="T41" fmla="*/ 55 h 133"/>
              <a:gd name="T42" fmla="*/ 1 w 169"/>
              <a:gd name="T43" fmla="*/ 51 h 133"/>
              <a:gd name="T44" fmla="*/ 6 w 169"/>
              <a:gd name="T45" fmla="*/ 49 h 133"/>
              <a:gd name="T46" fmla="*/ 163 w 169"/>
              <a:gd name="T47" fmla="*/ 49 h 133"/>
              <a:gd name="T48" fmla="*/ 167 w 169"/>
              <a:gd name="T49" fmla="*/ 51 h 133"/>
              <a:gd name="T50" fmla="*/ 169 w 169"/>
              <a:gd name="T51" fmla="*/ 55 h 133"/>
              <a:gd name="T52" fmla="*/ 169 w 169"/>
              <a:gd name="T53" fmla="*/ 103 h 133"/>
              <a:gd name="T54" fmla="*/ 169 w 169"/>
              <a:gd name="T55" fmla="*/ 127 h 133"/>
              <a:gd name="T56" fmla="*/ 167 w 169"/>
              <a:gd name="T57" fmla="*/ 132 h 133"/>
              <a:gd name="T58" fmla="*/ 163 w 169"/>
              <a:gd name="T59" fmla="*/ 133 h 133"/>
              <a:gd name="T60" fmla="*/ 6 w 169"/>
              <a:gd name="T61" fmla="*/ 133 h 133"/>
              <a:gd name="T62" fmla="*/ 1 w 169"/>
              <a:gd name="T63" fmla="*/ 132 h 133"/>
              <a:gd name="T64" fmla="*/ 0 w 169"/>
              <a:gd name="T65" fmla="*/ 127 h 133"/>
              <a:gd name="T66" fmla="*/ 0 w 169"/>
              <a:gd name="T67" fmla="*/ 103 h 133"/>
              <a:gd name="T68" fmla="*/ 1 w 169"/>
              <a:gd name="T69" fmla="*/ 99 h 133"/>
              <a:gd name="T70" fmla="*/ 6 w 169"/>
              <a:gd name="T71" fmla="*/ 97 h 133"/>
              <a:gd name="T72" fmla="*/ 163 w 169"/>
              <a:gd name="T73" fmla="*/ 97 h 133"/>
              <a:gd name="T74" fmla="*/ 167 w 169"/>
              <a:gd name="T75" fmla="*/ 99 h 133"/>
              <a:gd name="T76" fmla="*/ 169 w 169"/>
              <a:gd name="T77" fmla="*/ 103 h 133"/>
              <a:gd name="T78" fmla="*/ 60 w 169"/>
              <a:gd name="T79" fmla="*/ 73 h 133"/>
              <a:gd name="T80" fmla="*/ 157 w 169"/>
              <a:gd name="T81" fmla="*/ 73 h 133"/>
              <a:gd name="T82" fmla="*/ 157 w 169"/>
              <a:gd name="T83" fmla="*/ 61 h 133"/>
              <a:gd name="T84" fmla="*/ 60 w 169"/>
              <a:gd name="T85" fmla="*/ 61 h 133"/>
              <a:gd name="T86" fmla="*/ 60 w 169"/>
              <a:gd name="T87" fmla="*/ 73 h 133"/>
              <a:gd name="T88" fmla="*/ 96 w 169"/>
              <a:gd name="T89" fmla="*/ 121 h 133"/>
              <a:gd name="T90" fmla="*/ 157 w 169"/>
              <a:gd name="T91" fmla="*/ 121 h 133"/>
              <a:gd name="T92" fmla="*/ 157 w 169"/>
              <a:gd name="T93" fmla="*/ 109 h 133"/>
              <a:gd name="T94" fmla="*/ 96 w 169"/>
              <a:gd name="T95" fmla="*/ 109 h 133"/>
              <a:gd name="T96" fmla="*/ 96 w 169"/>
              <a:gd name="T97" fmla="*/ 121 h 133"/>
              <a:gd name="T98" fmla="*/ 121 w 169"/>
              <a:gd name="T99" fmla="*/ 25 h 133"/>
              <a:gd name="T100" fmla="*/ 157 w 169"/>
              <a:gd name="T101" fmla="*/ 25 h 133"/>
              <a:gd name="T102" fmla="*/ 157 w 169"/>
              <a:gd name="T103" fmla="*/ 12 h 133"/>
              <a:gd name="T104" fmla="*/ 121 w 169"/>
              <a:gd name="T105" fmla="*/ 12 h 133"/>
              <a:gd name="T106" fmla="*/ 121 w 169"/>
              <a:gd name="T107" fmla="*/ 25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69" h="133">
                <a:moveTo>
                  <a:pt x="169" y="6"/>
                </a:moveTo>
                <a:cubicBezTo>
                  <a:pt x="169" y="31"/>
                  <a:pt x="169" y="31"/>
                  <a:pt x="169" y="31"/>
                </a:cubicBezTo>
                <a:cubicBezTo>
                  <a:pt x="169" y="32"/>
                  <a:pt x="168" y="34"/>
                  <a:pt x="167" y="35"/>
                </a:cubicBezTo>
                <a:cubicBezTo>
                  <a:pt x="166" y="36"/>
                  <a:pt x="165" y="37"/>
                  <a:pt x="163" y="37"/>
                </a:cubicBezTo>
                <a:cubicBezTo>
                  <a:pt x="6" y="37"/>
                  <a:pt x="6" y="37"/>
                  <a:pt x="6" y="37"/>
                </a:cubicBezTo>
                <a:cubicBezTo>
                  <a:pt x="4" y="37"/>
                  <a:pt x="3" y="36"/>
                  <a:pt x="1" y="35"/>
                </a:cubicBezTo>
                <a:cubicBezTo>
                  <a:pt x="0" y="34"/>
                  <a:pt x="0" y="32"/>
                  <a:pt x="0" y="31"/>
                </a:cubicBezTo>
                <a:cubicBezTo>
                  <a:pt x="0" y="6"/>
                  <a:pt x="0" y="6"/>
                  <a:pt x="0" y="6"/>
                </a:cubicBezTo>
                <a:cubicBezTo>
                  <a:pt x="0" y="5"/>
                  <a:pt x="0" y="3"/>
                  <a:pt x="1" y="2"/>
                </a:cubicBezTo>
                <a:cubicBezTo>
                  <a:pt x="3" y="1"/>
                  <a:pt x="4" y="0"/>
                  <a:pt x="6" y="0"/>
                </a:cubicBezTo>
                <a:cubicBezTo>
                  <a:pt x="163" y="0"/>
                  <a:pt x="163" y="0"/>
                  <a:pt x="163" y="0"/>
                </a:cubicBezTo>
                <a:cubicBezTo>
                  <a:pt x="165" y="0"/>
                  <a:pt x="166" y="1"/>
                  <a:pt x="167" y="2"/>
                </a:cubicBezTo>
                <a:cubicBezTo>
                  <a:pt x="168" y="3"/>
                  <a:pt x="169" y="5"/>
                  <a:pt x="169" y="6"/>
                </a:cubicBezTo>
                <a:close/>
                <a:moveTo>
                  <a:pt x="169" y="55"/>
                </a:moveTo>
                <a:cubicBezTo>
                  <a:pt x="169" y="79"/>
                  <a:pt x="169" y="79"/>
                  <a:pt x="169" y="79"/>
                </a:cubicBezTo>
                <a:cubicBezTo>
                  <a:pt x="169" y="81"/>
                  <a:pt x="168" y="82"/>
                  <a:pt x="167" y="83"/>
                </a:cubicBezTo>
                <a:cubicBezTo>
                  <a:pt x="166" y="84"/>
                  <a:pt x="165" y="85"/>
                  <a:pt x="163" y="85"/>
                </a:cubicBezTo>
                <a:cubicBezTo>
                  <a:pt x="6" y="85"/>
                  <a:pt x="6" y="85"/>
                  <a:pt x="6" y="85"/>
                </a:cubicBezTo>
                <a:cubicBezTo>
                  <a:pt x="4" y="85"/>
                  <a:pt x="3" y="84"/>
                  <a:pt x="1" y="83"/>
                </a:cubicBezTo>
                <a:cubicBezTo>
                  <a:pt x="0" y="82"/>
                  <a:pt x="0" y="81"/>
                  <a:pt x="0" y="79"/>
                </a:cubicBezTo>
                <a:cubicBezTo>
                  <a:pt x="0" y="55"/>
                  <a:pt x="0" y="55"/>
                  <a:pt x="0" y="55"/>
                </a:cubicBezTo>
                <a:cubicBezTo>
                  <a:pt x="0" y="53"/>
                  <a:pt x="0" y="52"/>
                  <a:pt x="1" y="51"/>
                </a:cubicBezTo>
                <a:cubicBezTo>
                  <a:pt x="3" y="49"/>
                  <a:pt x="4" y="49"/>
                  <a:pt x="6" y="49"/>
                </a:cubicBezTo>
                <a:cubicBezTo>
                  <a:pt x="163" y="49"/>
                  <a:pt x="163" y="49"/>
                  <a:pt x="163" y="49"/>
                </a:cubicBezTo>
                <a:cubicBezTo>
                  <a:pt x="165" y="49"/>
                  <a:pt x="166" y="49"/>
                  <a:pt x="167" y="51"/>
                </a:cubicBezTo>
                <a:cubicBezTo>
                  <a:pt x="168" y="52"/>
                  <a:pt x="169" y="53"/>
                  <a:pt x="169" y="55"/>
                </a:cubicBezTo>
                <a:close/>
                <a:moveTo>
                  <a:pt x="169" y="103"/>
                </a:moveTo>
                <a:cubicBezTo>
                  <a:pt x="169" y="127"/>
                  <a:pt x="169" y="127"/>
                  <a:pt x="169" y="127"/>
                </a:cubicBezTo>
                <a:cubicBezTo>
                  <a:pt x="169" y="129"/>
                  <a:pt x="168" y="130"/>
                  <a:pt x="167" y="132"/>
                </a:cubicBezTo>
                <a:cubicBezTo>
                  <a:pt x="166" y="133"/>
                  <a:pt x="165" y="133"/>
                  <a:pt x="163" y="133"/>
                </a:cubicBezTo>
                <a:cubicBezTo>
                  <a:pt x="6" y="133"/>
                  <a:pt x="6" y="133"/>
                  <a:pt x="6" y="133"/>
                </a:cubicBezTo>
                <a:cubicBezTo>
                  <a:pt x="4" y="133"/>
                  <a:pt x="3" y="133"/>
                  <a:pt x="1" y="132"/>
                </a:cubicBezTo>
                <a:cubicBezTo>
                  <a:pt x="0" y="130"/>
                  <a:pt x="0" y="129"/>
                  <a:pt x="0" y="127"/>
                </a:cubicBezTo>
                <a:cubicBezTo>
                  <a:pt x="0" y="103"/>
                  <a:pt x="0" y="103"/>
                  <a:pt x="0" y="103"/>
                </a:cubicBezTo>
                <a:cubicBezTo>
                  <a:pt x="0" y="102"/>
                  <a:pt x="0" y="100"/>
                  <a:pt x="1" y="99"/>
                </a:cubicBezTo>
                <a:cubicBezTo>
                  <a:pt x="3" y="98"/>
                  <a:pt x="4" y="97"/>
                  <a:pt x="6" y="97"/>
                </a:cubicBezTo>
                <a:cubicBezTo>
                  <a:pt x="163" y="97"/>
                  <a:pt x="163" y="97"/>
                  <a:pt x="163" y="97"/>
                </a:cubicBezTo>
                <a:cubicBezTo>
                  <a:pt x="165" y="97"/>
                  <a:pt x="166" y="98"/>
                  <a:pt x="167" y="99"/>
                </a:cubicBezTo>
                <a:cubicBezTo>
                  <a:pt x="168" y="100"/>
                  <a:pt x="169" y="102"/>
                  <a:pt x="169" y="103"/>
                </a:cubicBezTo>
                <a:close/>
                <a:moveTo>
                  <a:pt x="60" y="73"/>
                </a:moveTo>
                <a:cubicBezTo>
                  <a:pt x="157" y="73"/>
                  <a:pt x="157" y="73"/>
                  <a:pt x="157" y="73"/>
                </a:cubicBezTo>
                <a:cubicBezTo>
                  <a:pt x="157" y="61"/>
                  <a:pt x="157" y="61"/>
                  <a:pt x="157" y="61"/>
                </a:cubicBezTo>
                <a:cubicBezTo>
                  <a:pt x="60" y="61"/>
                  <a:pt x="60" y="61"/>
                  <a:pt x="60" y="61"/>
                </a:cubicBezTo>
                <a:lnTo>
                  <a:pt x="60" y="73"/>
                </a:lnTo>
                <a:close/>
                <a:moveTo>
                  <a:pt x="96" y="121"/>
                </a:moveTo>
                <a:cubicBezTo>
                  <a:pt x="157" y="121"/>
                  <a:pt x="157" y="121"/>
                  <a:pt x="157" y="121"/>
                </a:cubicBezTo>
                <a:cubicBezTo>
                  <a:pt x="157" y="109"/>
                  <a:pt x="157" y="109"/>
                  <a:pt x="157" y="109"/>
                </a:cubicBezTo>
                <a:cubicBezTo>
                  <a:pt x="96" y="109"/>
                  <a:pt x="96" y="109"/>
                  <a:pt x="96" y="109"/>
                </a:cubicBezTo>
                <a:lnTo>
                  <a:pt x="96" y="121"/>
                </a:lnTo>
                <a:close/>
                <a:moveTo>
                  <a:pt x="121" y="25"/>
                </a:moveTo>
                <a:cubicBezTo>
                  <a:pt x="157" y="25"/>
                  <a:pt x="157" y="25"/>
                  <a:pt x="157" y="25"/>
                </a:cubicBezTo>
                <a:cubicBezTo>
                  <a:pt x="157" y="12"/>
                  <a:pt x="157" y="12"/>
                  <a:pt x="157" y="12"/>
                </a:cubicBezTo>
                <a:cubicBezTo>
                  <a:pt x="121" y="12"/>
                  <a:pt x="121" y="12"/>
                  <a:pt x="121" y="12"/>
                </a:cubicBezTo>
                <a:lnTo>
                  <a:pt x="121" y="25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68" name="Freeform 170"/>
          <p:cNvSpPr>
            <a:spLocks/>
          </p:cNvSpPr>
          <p:nvPr/>
        </p:nvSpPr>
        <p:spPr bwMode="auto">
          <a:xfrm>
            <a:off x="3847381" y="3127528"/>
            <a:ext cx="192337" cy="192337"/>
          </a:xfrm>
          <a:custGeom>
            <a:avLst/>
            <a:gdLst>
              <a:gd name="T0" fmla="*/ 133 w 135"/>
              <a:gd name="T1" fmla="*/ 4 h 134"/>
              <a:gd name="T2" fmla="*/ 132 w 135"/>
              <a:gd name="T3" fmla="*/ 11 h 134"/>
              <a:gd name="T4" fmla="*/ 86 w 135"/>
              <a:gd name="T5" fmla="*/ 57 h 134"/>
              <a:gd name="T6" fmla="*/ 86 w 135"/>
              <a:gd name="T7" fmla="*/ 128 h 134"/>
              <a:gd name="T8" fmla="*/ 82 w 135"/>
              <a:gd name="T9" fmla="*/ 133 h 134"/>
              <a:gd name="T10" fmla="*/ 80 w 135"/>
              <a:gd name="T11" fmla="*/ 134 h 134"/>
              <a:gd name="T12" fmla="*/ 75 w 135"/>
              <a:gd name="T13" fmla="*/ 132 h 134"/>
              <a:gd name="T14" fmla="*/ 51 w 135"/>
              <a:gd name="T15" fmla="*/ 108 h 134"/>
              <a:gd name="T16" fmla="*/ 49 w 135"/>
              <a:gd name="T17" fmla="*/ 103 h 134"/>
              <a:gd name="T18" fmla="*/ 49 w 135"/>
              <a:gd name="T19" fmla="*/ 57 h 134"/>
              <a:gd name="T20" fmla="*/ 3 w 135"/>
              <a:gd name="T21" fmla="*/ 11 h 134"/>
              <a:gd name="T22" fmla="*/ 1 w 135"/>
              <a:gd name="T23" fmla="*/ 4 h 134"/>
              <a:gd name="T24" fmla="*/ 7 w 135"/>
              <a:gd name="T25" fmla="*/ 0 h 134"/>
              <a:gd name="T26" fmla="*/ 128 w 135"/>
              <a:gd name="T27" fmla="*/ 0 h 134"/>
              <a:gd name="T28" fmla="*/ 133 w 135"/>
              <a:gd name="T29" fmla="*/ 4 h 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35" h="134">
                <a:moveTo>
                  <a:pt x="133" y="4"/>
                </a:moveTo>
                <a:cubicBezTo>
                  <a:pt x="135" y="7"/>
                  <a:pt x="134" y="9"/>
                  <a:pt x="132" y="11"/>
                </a:cubicBezTo>
                <a:cubicBezTo>
                  <a:pt x="86" y="57"/>
                  <a:pt x="86" y="57"/>
                  <a:pt x="86" y="57"/>
                </a:cubicBezTo>
                <a:cubicBezTo>
                  <a:pt x="86" y="128"/>
                  <a:pt x="86" y="128"/>
                  <a:pt x="86" y="128"/>
                </a:cubicBezTo>
                <a:cubicBezTo>
                  <a:pt x="86" y="130"/>
                  <a:pt x="84" y="132"/>
                  <a:pt x="82" y="133"/>
                </a:cubicBezTo>
                <a:cubicBezTo>
                  <a:pt x="81" y="133"/>
                  <a:pt x="80" y="134"/>
                  <a:pt x="80" y="134"/>
                </a:cubicBezTo>
                <a:cubicBezTo>
                  <a:pt x="78" y="134"/>
                  <a:pt x="76" y="133"/>
                  <a:pt x="75" y="132"/>
                </a:cubicBezTo>
                <a:cubicBezTo>
                  <a:pt x="51" y="108"/>
                  <a:pt x="51" y="108"/>
                  <a:pt x="51" y="108"/>
                </a:cubicBezTo>
                <a:cubicBezTo>
                  <a:pt x="50" y="106"/>
                  <a:pt x="49" y="105"/>
                  <a:pt x="49" y="103"/>
                </a:cubicBezTo>
                <a:cubicBezTo>
                  <a:pt x="49" y="57"/>
                  <a:pt x="49" y="57"/>
                  <a:pt x="49" y="57"/>
                </a:cubicBezTo>
                <a:cubicBezTo>
                  <a:pt x="3" y="11"/>
                  <a:pt x="3" y="11"/>
                  <a:pt x="3" y="11"/>
                </a:cubicBezTo>
                <a:cubicBezTo>
                  <a:pt x="1" y="9"/>
                  <a:pt x="0" y="7"/>
                  <a:pt x="1" y="4"/>
                </a:cubicBezTo>
                <a:cubicBezTo>
                  <a:pt x="2" y="2"/>
                  <a:pt x="4" y="0"/>
                  <a:pt x="7" y="0"/>
                </a:cubicBezTo>
                <a:cubicBezTo>
                  <a:pt x="128" y="0"/>
                  <a:pt x="128" y="0"/>
                  <a:pt x="128" y="0"/>
                </a:cubicBezTo>
                <a:cubicBezTo>
                  <a:pt x="131" y="0"/>
                  <a:pt x="132" y="2"/>
                  <a:pt x="133" y="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69" name="Freeform 171"/>
          <p:cNvSpPr>
            <a:spLocks noEditPoints="1"/>
          </p:cNvSpPr>
          <p:nvPr/>
        </p:nvSpPr>
        <p:spPr bwMode="auto">
          <a:xfrm>
            <a:off x="4098067" y="3092948"/>
            <a:ext cx="242043" cy="207464"/>
          </a:xfrm>
          <a:custGeom>
            <a:avLst/>
            <a:gdLst>
              <a:gd name="T0" fmla="*/ 169 w 169"/>
              <a:gd name="T1" fmla="*/ 40 h 145"/>
              <a:gd name="T2" fmla="*/ 169 w 169"/>
              <a:gd name="T3" fmla="*/ 76 h 145"/>
              <a:gd name="T4" fmla="*/ 0 w 169"/>
              <a:gd name="T5" fmla="*/ 76 h 145"/>
              <a:gd name="T6" fmla="*/ 0 w 169"/>
              <a:gd name="T7" fmla="*/ 40 h 145"/>
              <a:gd name="T8" fmla="*/ 4 w 169"/>
              <a:gd name="T9" fmla="*/ 29 h 145"/>
              <a:gd name="T10" fmla="*/ 15 w 169"/>
              <a:gd name="T11" fmla="*/ 24 h 145"/>
              <a:gd name="T12" fmla="*/ 48 w 169"/>
              <a:gd name="T13" fmla="*/ 24 h 145"/>
              <a:gd name="T14" fmla="*/ 48 w 169"/>
              <a:gd name="T15" fmla="*/ 9 h 145"/>
              <a:gd name="T16" fmla="*/ 51 w 169"/>
              <a:gd name="T17" fmla="*/ 3 h 145"/>
              <a:gd name="T18" fmla="*/ 57 w 169"/>
              <a:gd name="T19" fmla="*/ 0 h 145"/>
              <a:gd name="T20" fmla="*/ 112 w 169"/>
              <a:gd name="T21" fmla="*/ 0 h 145"/>
              <a:gd name="T22" fmla="*/ 118 w 169"/>
              <a:gd name="T23" fmla="*/ 3 h 145"/>
              <a:gd name="T24" fmla="*/ 121 w 169"/>
              <a:gd name="T25" fmla="*/ 9 h 145"/>
              <a:gd name="T26" fmla="*/ 121 w 169"/>
              <a:gd name="T27" fmla="*/ 24 h 145"/>
              <a:gd name="T28" fmla="*/ 154 w 169"/>
              <a:gd name="T29" fmla="*/ 24 h 145"/>
              <a:gd name="T30" fmla="*/ 165 w 169"/>
              <a:gd name="T31" fmla="*/ 29 h 145"/>
              <a:gd name="T32" fmla="*/ 169 w 169"/>
              <a:gd name="T33" fmla="*/ 40 h 145"/>
              <a:gd name="T34" fmla="*/ 169 w 169"/>
              <a:gd name="T35" fmla="*/ 85 h 145"/>
              <a:gd name="T36" fmla="*/ 169 w 169"/>
              <a:gd name="T37" fmla="*/ 130 h 145"/>
              <a:gd name="T38" fmla="*/ 165 w 169"/>
              <a:gd name="T39" fmla="*/ 141 h 145"/>
              <a:gd name="T40" fmla="*/ 154 w 169"/>
              <a:gd name="T41" fmla="*/ 145 h 145"/>
              <a:gd name="T42" fmla="*/ 15 w 169"/>
              <a:gd name="T43" fmla="*/ 145 h 145"/>
              <a:gd name="T44" fmla="*/ 4 w 169"/>
              <a:gd name="T45" fmla="*/ 141 h 145"/>
              <a:gd name="T46" fmla="*/ 0 w 169"/>
              <a:gd name="T47" fmla="*/ 130 h 145"/>
              <a:gd name="T48" fmla="*/ 0 w 169"/>
              <a:gd name="T49" fmla="*/ 85 h 145"/>
              <a:gd name="T50" fmla="*/ 63 w 169"/>
              <a:gd name="T51" fmla="*/ 85 h 145"/>
              <a:gd name="T52" fmla="*/ 63 w 169"/>
              <a:gd name="T53" fmla="*/ 100 h 145"/>
              <a:gd name="T54" fmla="*/ 65 w 169"/>
              <a:gd name="T55" fmla="*/ 104 h 145"/>
              <a:gd name="T56" fmla="*/ 69 w 169"/>
              <a:gd name="T57" fmla="*/ 106 h 145"/>
              <a:gd name="T58" fmla="*/ 100 w 169"/>
              <a:gd name="T59" fmla="*/ 106 h 145"/>
              <a:gd name="T60" fmla="*/ 104 w 169"/>
              <a:gd name="T61" fmla="*/ 104 h 145"/>
              <a:gd name="T62" fmla="*/ 106 w 169"/>
              <a:gd name="T63" fmla="*/ 100 h 145"/>
              <a:gd name="T64" fmla="*/ 106 w 169"/>
              <a:gd name="T65" fmla="*/ 85 h 145"/>
              <a:gd name="T66" fmla="*/ 169 w 169"/>
              <a:gd name="T67" fmla="*/ 85 h 145"/>
              <a:gd name="T68" fmla="*/ 60 w 169"/>
              <a:gd name="T69" fmla="*/ 24 h 145"/>
              <a:gd name="T70" fmla="*/ 109 w 169"/>
              <a:gd name="T71" fmla="*/ 24 h 145"/>
              <a:gd name="T72" fmla="*/ 109 w 169"/>
              <a:gd name="T73" fmla="*/ 12 h 145"/>
              <a:gd name="T74" fmla="*/ 60 w 169"/>
              <a:gd name="T75" fmla="*/ 12 h 145"/>
              <a:gd name="T76" fmla="*/ 60 w 169"/>
              <a:gd name="T77" fmla="*/ 24 h 145"/>
              <a:gd name="T78" fmla="*/ 97 w 169"/>
              <a:gd name="T79" fmla="*/ 85 h 145"/>
              <a:gd name="T80" fmla="*/ 97 w 169"/>
              <a:gd name="T81" fmla="*/ 97 h 145"/>
              <a:gd name="T82" fmla="*/ 72 w 169"/>
              <a:gd name="T83" fmla="*/ 97 h 145"/>
              <a:gd name="T84" fmla="*/ 72 w 169"/>
              <a:gd name="T85" fmla="*/ 85 h 145"/>
              <a:gd name="T86" fmla="*/ 97 w 169"/>
              <a:gd name="T87" fmla="*/ 85 h 1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69" h="145">
                <a:moveTo>
                  <a:pt x="169" y="40"/>
                </a:moveTo>
                <a:cubicBezTo>
                  <a:pt x="169" y="76"/>
                  <a:pt x="169" y="76"/>
                  <a:pt x="169" y="76"/>
                </a:cubicBezTo>
                <a:cubicBezTo>
                  <a:pt x="0" y="76"/>
                  <a:pt x="0" y="76"/>
                  <a:pt x="0" y="7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35"/>
                  <a:pt x="1" y="32"/>
                  <a:pt x="4" y="29"/>
                </a:cubicBezTo>
                <a:cubicBezTo>
                  <a:pt x="7" y="26"/>
                  <a:pt x="11" y="24"/>
                  <a:pt x="15" y="24"/>
                </a:cubicBezTo>
                <a:cubicBezTo>
                  <a:pt x="48" y="24"/>
                  <a:pt x="48" y="24"/>
                  <a:pt x="48" y="24"/>
                </a:cubicBezTo>
                <a:cubicBezTo>
                  <a:pt x="48" y="9"/>
                  <a:pt x="48" y="9"/>
                  <a:pt x="48" y="9"/>
                </a:cubicBezTo>
                <a:cubicBezTo>
                  <a:pt x="48" y="7"/>
                  <a:pt x="49" y="5"/>
                  <a:pt x="51" y="3"/>
                </a:cubicBezTo>
                <a:cubicBezTo>
                  <a:pt x="53" y="1"/>
                  <a:pt x="55" y="0"/>
                  <a:pt x="57" y="0"/>
                </a:cubicBezTo>
                <a:cubicBezTo>
                  <a:pt x="112" y="0"/>
                  <a:pt x="112" y="0"/>
                  <a:pt x="112" y="0"/>
                </a:cubicBezTo>
                <a:cubicBezTo>
                  <a:pt x="114" y="0"/>
                  <a:pt x="116" y="1"/>
                  <a:pt x="118" y="3"/>
                </a:cubicBezTo>
                <a:cubicBezTo>
                  <a:pt x="120" y="5"/>
                  <a:pt x="121" y="7"/>
                  <a:pt x="121" y="9"/>
                </a:cubicBezTo>
                <a:cubicBezTo>
                  <a:pt x="121" y="24"/>
                  <a:pt x="121" y="24"/>
                  <a:pt x="121" y="24"/>
                </a:cubicBezTo>
                <a:cubicBezTo>
                  <a:pt x="154" y="24"/>
                  <a:pt x="154" y="24"/>
                  <a:pt x="154" y="24"/>
                </a:cubicBezTo>
                <a:cubicBezTo>
                  <a:pt x="158" y="24"/>
                  <a:pt x="162" y="26"/>
                  <a:pt x="165" y="29"/>
                </a:cubicBezTo>
                <a:cubicBezTo>
                  <a:pt x="168" y="32"/>
                  <a:pt x="169" y="35"/>
                  <a:pt x="169" y="40"/>
                </a:cubicBezTo>
                <a:close/>
                <a:moveTo>
                  <a:pt x="169" y="85"/>
                </a:moveTo>
                <a:cubicBezTo>
                  <a:pt x="169" y="130"/>
                  <a:pt x="169" y="130"/>
                  <a:pt x="169" y="130"/>
                </a:cubicBezTo>
                <a:cubicBezTo>
                  <a:pt x="169" y="134"/>
                  <a:pt x="168" y="138"/>
                  <a:pt x="165" y="141"/>
                </a:cubicBezTo>
                <a:cubicBezTo>
                  <a:pt x="162" y="144"/>
                  <a:pt x="158" y="145"/>
                  <a:pt x="154" y="145"/>
                </a:cubicBezTo>
                <a:cubicBezTo>
                  <a:pt x="15" y="145"/>
                  <a:pt x="15" y="145"/>
                  <a:pt x="15" y="145"/>
                </a:cubicBezTo>
                <a:cubicBezTo>
                  <a:pt x="11" y="145"/>
                  <a:pt x="7" y="144"/>
                  <a:pt x="4" y="141"/>
                </a:cubicBezTo>
                <a:cubicBezTo>
                  <a:pt x="1" y="138"/>
                  <a:pt x="0" y="134"/>
                  <a:pt x="0" y="130"/>
                </a:cubicBezTo>
                <a:cubicBezTo>
                  <a:pt x="0" y="85"/>
                  <a:pt x="0" y="85"/>
                  <a:pt x="0" y="85"/>
                </a:cubicBezTo>
                <a:cubicBezTo>
                  <a:pt x="63" y="85"/>
                  <a:pt x="63" y="85"/>
                  <a:pt x="63" y="85"/>
                </a:cubicBezTo>
                <a:cubicBezTo>
                  <a:pt x="63" y="100"/>
                  <a:pt x="63" y="100"/>
                  <a:pt x="63" y="100"/>
                </a:cubicBezTo>
                <a:cubicBezTo>
                  <a:pt x="63" y="102"/>
                  <a:pt x="64" y="103"/>
                  <a:pt x="65" y="104"/>
                </a:cubicBezTo>
                <a:cubicBezTo>
                  <a:pt x="66" y="106"/>
                  <a:pt x="68" y="106"/>
                  <a:pt x="69" y="106"/>
                </a:cubicBezTo>
                <a:cubicBezTo>
                  <a:pt x="100" y="106"/>
                  <a:pt x="100" y="106"/>
                  <a:pt x="100" y="106"/>
                </a:cubicBezTo>
                <a:cubicBezTo>
                  <a:pt x="101" y="106"/>
                  <a:pt x="103" y="106"/>
                  <a:pt x="104" y="104"/>
                </a:cubicBezTo>
                <a:cubicBezTo>
                  <a:pt x="105" y="103"/>
                  <a:pt x="106" y="102"/>
                  <a:pt x="106" y="100"/>
                </a:cubicBezTo>
                <a:cubicBezTo>
                  <a:pt x="106" y="85"/>
                  <a:pt x="106" y="85"/>
                  <a:pt x="106" y="85"/>
                </a:cubicBezTo>
                <a:lnTo>
                  <a:pt x="169" y="85"/>
                </a:lnTo>
                <a:close/>
                <a:moveTo>
                  <a:pt x="60" y="24"/>
                </a:moveTo>
                <a:cubicBezTo>
                  <a:pt x="109" y="24"/>
                  <a:pt x="109" y="24"/>
                  <a:pt x="109" y="24"/>
                </a:cubicBezTo>
                <a:cubicBezTo>
                  <a:pt x="109" y="12"/>
                  <a:pt x="109" y="12"/>
                  <a:pt x="109" y="12"/>
                </a:cubicBezTo>
                <a:cubicBezTo>
                  <a:pt x="60" y="12"/>
                  <a:pt x="60" y="12"/>
                  <a:pt x="60" y="12"/>
                </a:cubicBezTo>
                <a:lnTo>
                  <a:pt x="60" y="24"/>
                </a:lnTo>
                <a:close/>
                <a:moveTo>
                  <a:pt x="97" y="85"/>
                </a:moveTo>
                <a:cubicBezTo>
                  <a:pt x="97" y="97"/>
                  <a:pt x="97" y="97"/>
                  <a:pt x="97" y="97"/>
                </a:cubicBezTo>
                <a:cubicBezTo>
                  <a:pt x="72" y="97"/>
                  <a:pt x="72" y="97"/>
                  <a:pt x="72" y="97"/>
                </a:cubicBezTo>
                <a:cubicBezTo>
                  <a:pt x="72" y="85"/>
                  <a:pt x="72" y="85"/>
                  <a:pt x="72" y="85"/>
                </a:cubicBezTo>
                <a:lnTo>
                  <a:pt x="97" y="85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70" name="Freeform 172"/>
          <p:cNvSpPr>
            <a:spLocks/>
          </p:cNvSpPr>
          <p:nvPr/>
        </p:nvSpPr>
        <p:spPr bwMode="auto">
          <a:xfrm>
            <a:off x="4398460" y="3110237"/>
            <a:ext cx="207464" cy="209627"/>
          </a:xfrm>
          <a:custGeom>
            <a:avLst/>
            <a:gdLst>
              <a:gd name="T0" fmla="*/ 121 w 145"/>
              <a:gd name="T1" fmla="*/ 39 h 146"/>
              <a:gd name="T2" fmla="*/ 88 w 145"/>
              <a:gd name="T3" fmla="*/ 73 h 146"/>
              <a:gd name="T4" fmla="*/ 121 w 145"/>
              <a:gd name="T5" fmla="*/ 107 h 146"/>
              <a:gd name="T6" fmla="*/ 135 w 145"/>
              <a:gd name="T7" fmla="*/ 93 h 146"/>
              <a:gd name="T8" fmla="*/ 142 w 145"/>
              <a:gd name="T9" fmla="*/ 92 h 146"/>
              <a:gd name="T10" fmla="*/ 145 w 145"/>
              <a:gd name="T11" fmla="*/ 97 h 146"/>
              <a:gd name="T12" fmla="*/ 145 w 145"/>
              <a:gd name="T13" fmla="*/ 140 h 146"/>
              <a:gd name="T14" fmla="*/ 143 w 145"/>
              <a:gd name="T15" fmla="*/ 144 h 146"/>
              <a:gd name="T16" fmla="*/ 139 w 145"/>
              <a:gd name="T17" fmla="*/ 146 h 146"/>
              <a:gd name="T18" fmla="*/ 97 w 145"/>
              <a:gd name="T19" fmla="*/ 146 h 146"/>
              <a:gd name="T20" fmla="*/ 91 w 145"/>
              <a:gd name="T21" fmla="*/ 142 h 146"/>
              <a:gd name="T22" fmla="*/ 93 w 145"/>
              <a:gd name="T23" fmla="*/ 135 h 146"/>
              <a:gd name="T24" fmla="*/ 106 w 145"/>
              <a:gd name="T25" fmla="*/ 122 h 146"/>
              <a:gd name="T26" fmla="*/ 73 w 145"/>
              <a:gd name="T27" fmla="*/ 88 h 146"/>
              <a:gd name="T28" fmla="*/ 39 w 145"/>
              <a:gd name="T29" fmla="*/ 122 h 146"/>
              <a:gd name="T30" fmla="*/ 53 w 145"/>
              <a:gd name="T31" fmla="*/ 135 h 146"/>
              <a:gd name="T32" fmla="*/ 54 w 145"/>
              <a:gd name="T33" fmla="*/ 142 h 146"/>
              <a:gd name="T34" fmla="*/ 48 w 145"/>
              <a:gd name="T35" fmla="*/ 146 h 146"/>
              <a:gd name="T36" fmla="*/ 6 w 145"/>
              <a:gd name="T37" fmla="*/ 146 h 146"/>
              <a:gd name="T38" fmla="*/ 2 w 145"/>
              <a:gd name="T39" fmla="*/ 144 h 146"/>
              <a:gd name="T40" fmla="*/ 0 w 145"/>
              <a:gd name="T41" fmla="*/ 140 h 146"/>
              <a:gd name="T42" fmla="*/ 0 w 145"/>
              <a:gd name="T43" fmla="*/ 97 h 146"/>
              <a:gd name="T44" fmla="*/ 4 w 145"/>
              <a:gd name="T45" fmla="*/ 92 h 146"/>
              <a:gd name="T46" fmla="*/ 10 w 145"/>
              <a:gd name="T47" fmla="*/ 93 h 146"/>
              <a:gd name="T48" fmla="*/ 24 w 145"/>
              <a:gd name="T49" fmla="*/ 107 h 146"/>
              <a:gd name="T50" fmla="*/ 57 w 145"/>
              <a:gd name="T51" fmla="*/ 73 h 146"/>
              <a:gd name="T52" fmla="*/ 24 w 145"/>
              <a:gd name="T53" fmla="*/ 39 h 146"/>
              <a:gd name="T54" fmla="*/ 10 w 145"/>
              <a:gd name="T55" fmla="*/ 53 h 146"/>
              <a:gd name="T56" fmla="*/ 6 w 145"/>
              <a:gd name="T57" fmla="*/ 55 h 146"/>
              <a:gd name="T58" fmla="*/ 4 w 145"/>
              <a:gd name="T59" fmla="*/ 54 h 146"/>
              <a:gd name="T60" fmla="*/ 0 w 145"/>
              <a:gd name="T61" fmla="*/ 49 h 146"/>
              <a:gd name="T62" fmla="*/ 0 w 145"/>
              <a:gd name="T63" fmla="*/ 6 h 146"/>
              <a:gd name="T64" fmla="*/ 2 w 145"/>
              <a:gd name="T65" fmla="*/ 2 h 146"/>
              <a:gd name="T66" fmla="*/ 6 w 145"/>
              <a:gd name="T67" fmla="*/ 0 h 146"/>
              <a:gd name="T68" fmla="*/ 48 w 145"/>
              <a:gd name="T69" fmla="*/ 0 h 146"/>
              <a:gd name="T70" fmla="*/ 54 w 145"/>
              <a:gd name="T71" fmla="*/ 4 h 146"/>
              <a:gd name="T72" fmla="*/ 53 w 145"/>
              <a:gd name="T73" fmla="*/ 11 h 146"/>
              <a:gd name="T74" fmla="*/ 39 w 145"/>
              <a:gd name="T75" fmla="*/ 24 h 146"/>
              <a:gd name="T76" fmla="*/ 73 w 145"/>
              <a:gd name="T77" fmla="*/ 58 h 146"/>
              <a:gd name="T78" fmla="*/ 106 w 145"/>
              <a:gd name="T79" fmla="*/ 24 h 146"/>
              <a:gd name="T80" fmla="*/ 93 w 145"/>
              <a:gd name="T81" fmla="*/ 11 h 146"/>
              <a:gd name="T82" fmla="*/ 91 w 145"/>
              <a:gd name="T83" fmla="*/ 4 h 146"/>
              <a:gd name="T84" fmla="*/ 97 w 145"/>
              <a:gd name="T85" fmla="*/ 0 h 146"/>
              <a:gd name="T86" fmla="*/ 139 w 145"/>
              <a:gd name="T87" fmla="*/ 0 h 146"/>
              <a:gd name="T88" fmla="*/ 143 w 145"/>
              <a:gd name="T89" fmla="*/ 2 h 146"/>
              <a:gd name="T90" fmla="*/ 145 w 145"/>
              <a:gd name="T91" fmla="*/ 6 h 146"/>
              <a:gd name="T92" fmla="*/ 145 w 145"/>
              <a:gd name="T93" fmla="*/ 49 h 146"/>
              <a:gd name="T94" fmla="*/ 142 w 145"/>
              <a:gd name="T95" fmla="*/ 54 h 146"/>
              <a:gd name="T96" fmla="*/ 139 w 145"/>
              <a:gd name="T97" fmla="*/ 55 h 146"/>
              <a:gd name="T98" fmla="*/ 135 w 145"/>
              <a:gd name="T99" fmla="*/ 53 h 146"/>
              <a:gd name="T100" fmla="*/ 121 w 145"/>
              <a:gd name="T101" fmla="*/ 39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45" h="146">
                <a:moveTo>
                  <a:pt x="121" y="39"/>
                </a:moveTo>
                <a:cubicBezTo>
                  <a:pt x="88" y="73"/>
                  <a:pt x="88" y="73"/>
                  <a:pt x="88" y="73"/>
                </a:cubicBezTo>
                <a:cubicBezTo>
                  <a:pt x="121" y="107"/>
                  <a:pt x="121" y="107"/>
                  <a:pt x="121" y="107"/>
                </a:cubicBezTo>
                <a:cubicBezTo>
                  <a:pt x="135" y="93"/>
                  <a:pt x="135" y="93"/>
                  <a:pt x="135" y="93"/>
                </a:cubicBezTo>
                <a:cubicBezTo>
                  <a:pt x="137" y="91"/>
                  <a:pt x="139" y="90"/>
                  <a:pt x="142" y="92"/>
                </a:cubicBezTo>
                <a:cubicBezTo>
                  <a:pt x="144" y="93"/>
                  <a:pt x="145" y="94"/>
                  <a:pt x="145" y="97"/>
                </a:cubicBezTo>
                <a:cubicBezTo>
                  <a:pt x="145" y="140"/>
                  <a:pt x="145" y="140"/>
                  <a:pt x="145" y="140"/>
                </a:cubicBezTo>
                <a:cubicBezTo>
                  <a:pt x="145" y="141"/>
                  <a:pt x="145" y="143"/>
                  <a:pt x="143" y="144"/>
                </a:cubicBezTo>
                <a:cubicBezTo>
                  <a:pt x="142" y="145"/>
                  <a:pt x="141" y="146"/>
                  <a:pt x="139" y="146"/>
                </a:cubicBezTo>
                <a:cubicBezTo>
                  <a:pt x="97" y="146"/>
                  <a:pt x="97" y="146"/>
                  <a:pt x="97" y="146"/>
                </a:cubicBezTo>
                <a:cubicBezTo>
                  <a:pt x="94" y="146"/>
                  <a:pt x="92" y="144"/>
                  <a:pt x="91" y="142"/>
                </a:cubicBezTo>
                <a:cubicBezTo>
                  <a:pt x="90" y="139"/>
                  <a:pt x="91" y="137"/>
                  <a:pt x="93" y="135"/>
                </a:cubicBezTo>
                <a:cubicBezTo>
                  <a:pt x="106" y="122"/>
                  <a:pt x="106" y="122"/>
                  <a:pt x="106" y="122"/>
                </a:cubicBezTo>
                <a:cubicBezTo>
                  <a:pt x="73" y="88"/>
                  <a:pt x="73" y="88"/>
                  <a:pt x="73" y="88"/>
                </a:cubicBezTo>
                <a:cubicBezTo>
                  <a:pt x="39" y="122"/>
                  <a:pt x="39" y="122"/>
                  <a:pt x="39" y="122"/>
                </a:cubicBezTo>
                <a:cubicBezTo>
                  <a:pt x="53" y="135"/>
                  <a:pt x="53" y="135"/>
                  <a:pt x="53" y="135"/>
                </a:cubicBezTo>
                <a:cubicBezTo>
                  <a:pt x="55" y="137"/>
                  <a:pt x="55" y="139"/>
                  <a:pt x="54" y="142"/>
                </a:cubicBezTo>
                <a:cubicBezTo>
                  <a:pt x="53" y="144"/>
                  <a:pt x="51" y="146"/>
                  <a:pt x="48" y="146"/>
                </a:cubicBezTo>
                <a:cubicBezTo>
                  <a:pt x="6" y="146"/>
                  <a:pt x="6" y="146"/>
                  <a:pt x="6" y="146"/>
                </a:cubicBezTo>
                <a:cubicBezTo>
                  <a:pt x="4" y="146"/>
                  <a:pt x="3" y="145"/>
                  <a:pt x="2" y="144"/>
                </a:cubicBezTo>
                <a:cubicBezTo>
                  <a:pt x="1" y="143"/>
                  <a:pt x="0" y="141"/>
                  <a:pt x="0" y="140"/>
                </a:cubicBezTo>
                <a:cubicBezTo>
                  <a:pt x="0" y="97"/>
                  <a:pt x="0" y="97"/>
                  <a:pt x="0" y="97"/>
                </a:cubicBezTo>
                <a:cubicBezTo>
                  <a:pt x="0" y="94"/>
                  <a:pt x="1" y="93"/>
                  <a:pt x="4" y="92"/>
                </a:cubicBezTo>
                <a:cubicBezTo>
                  <a:pt x="6" y="90"/>
                  <a:pt x="8" y="91"/>
                  <a:pt x="10" y="93"/>
                </a:cubicBezTo>
                <a:cubicBezTo>
                  <a:pt x="24" y="107"/>
                  <a:pt x="24" y="107"/>
                  <a:pt x="24" y="107"/>
                </a:cubicBezTo>
                <a:cubicBezTo>
                  <a:pt x="57" y="73"/>
                  <a:pt x="57" y="73"/>
                  <a:pt x="57" y="73"/>
                </a:cubicBezTo>
                <a:cubicBezTo>
                  <a:pt x="24" y="39"/>
                  <a:pt x="24" y="39"/>
                  <a:pt x="24" y="39"/>
                </a:cubicBezTo>
                <a:cubicBezTo>
                  <a:pt x="10" y="53"/>
                  <a:pt x="10" y="53"/>
                  <a:pt x="10" y="53"/>
                </a:cubicBezTo>
                <a:cubicBezTo>
                  <a:pt x="9" y="54"/>
                  <a:pt x="8" y="55"/>
                  <a:pt x="6" y="55"/>
                </a:cubicBezTo>
                <a:cubicBezTo>
                  <a:pt x="5" y="55"/>
                  <a:pt x="5" y="55"/>
                  <a:pt x="4" y="54"/>
                </a:cubicBezTo>
                <a:cubicBezTo>
                  <a:pt x="1" y="53"/>
                  <a:pt x="0" y="51"/>
                  <a:pt x="0" y="49"/>
                </a:cubicBezTo>
                <a:cubicBezTo>
                  <a:pt x="0" y="6"/>
                  <a:pt x="0" y="6"/>
                  <a:pt x="0" y="6"/>
                </a:cubicBezTo>
                <a:cubicBezTo>
                  <a:pt x="0" y="5"/>
                  <a:pt x="1" y="3"/>
                  <a:pt x="2" y="2"/>
                </a:cubicBezTo>
                <a:cubicBezTo>
                  <a:pt x="3" y="1"/>
                  <a:pt x="4" y="0"/>
                  <a:pt x="6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51" y="0"/>
                  <a:pt x="53" y="2"/>
                  <a:pt x="54" y="4"/>
                </a:cubicBezTo>
                <a:cubicBezTo>
                  <a:pt x="55" y="7"/>
                  <a:pt x="55" y="9"/>
                  <a:pt x="53" y="11"/>
                </a:cubicBezTo>
                <a:cubicBezTo>
                  <a:pt x="39" y="24"/>
                  <a:pt x="39" y="24"/>
                  <a:pt x="39" y="24"/>
                </a:cubicBezTo>
                <a:cubicBezTo>
                  <a:pt x="73" y="58"/>
                  <a:pt x="73" y="58"/>
                  <a:pt x="73" y="58"/>
                </a:cubicBezTo>
                <a:cubicBezTo>
                  <a:pt x="106" y="24"/>
                  <a:pt x="106" y="24"/>
                  <a:pt x="106" y="24"/>
                </a:cubicBezTo>
                <a:cubicBezTo>
                  <a:pt x="93" y="11"/>
                  <a:pt x="93" y="11"/>
                  <a:pt x="93" y="11"/>
                </a:cubicBezTo>
                <a:cubicBezTo>
                  <a:pt x="91" y="9"/>
                  <a:pt x="90" y="7"/>
                  <a:pt x="91" y="4"/>
                </a:cubicBezTo>
                <a:cubicBezTo>
                  <a:pt x="92" y="2"/>
                  <a:pt x="94" y="0"/>
                  <a:pt x="97" y="0"/>
                </a:cubicBezTo>
                <a:cubicBezTo>
                  <a:pt x="139" y="0"/>
                  <a:pt x="139" y="0"/>
                  <a:pt x="139" y="0"/>
                </a:cubicBezTo>
                <a:cubicBezTo>
                  <a:pt x="141" y="0"/>
                  <a:pt x="142" y="1"/>
                  <a:pt x="143" y="2"/>
                </a:cubicBezTo>
                <a:cubicBezTo>
                  <a:pt x="145" y="3"/>
                  <a:pt x="145" y="5"/>
                  <a:pt x="145" y="6"/>
                </a:cubicBezTo>
                <a:cubicBezTo>
                  <a:pt x="145" y="49"/>
                  <a:pt x="145" y="49"/>
                  <a:pt x="145" y="49"/>
                </a:cubicBezTo>
                <a:cubicBezTo>
                  <a:pt x="145" y="51"/>
                  <a:pt x="144" y="53"/>
                  <a:pt x="142" y="54"/>
                </a:cubicBezTo>
                <a:cubicBezTo>
                  <a:pt x="141" y="55"/>
                  <a:pt x="140" y="55"/>
                  <a:pt x="139" y="55"/>
                </a:cubicBezTo>
                <a:cubicBezTo>
                  <a:pt x="138" y="55"/>
                  <a:pt x="136" y="54"/>
                  <a:pt x="135" y="53"/>
                </a:cubicBezTo>
                <a:lnTo>
                  <a:pt x="121" y="39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71" name="Freeform 173"/>
          <p:cNvSpPr>
            <a:spLocks noEditPoints="1"/>
          </p:cNvSpPr>
          <p:nvPr/>
        </p:nvSpPr>
        <p:spPr bwMode="auto">
          <a:xfrm>
            <a:off x="4664274" y="3092949"/>
            <a:ext cx="261492" cy="244204"/>
          </a:xfrm>
          <a:custGeom>
            <a:avLst/>
            <a:gdLst>
              <a:gd name="T0" fmla="*/ 31 w 182"/>
              <a:gd name="T1" fmla="*/ 97 h 170"/>
              <a:gd name="T2" fmla="*/ 5 w 182"/>
              <a:gd name="T3" fmla="*/ 93 h 170"/>
              <a:gd name="T4" fmla="*/ 12 w 182"/>
              <a:gd name="T5" fmla="*/ 49 h 170"/>
              <a:gd name="T6" fmla="*/ 25 w 182"/>
              <a:gd name="T7" fmla="*/ 55 h 170"/>
              <a:gd name="T8" fmla="*/ 49 w 182"/>
              <a:gd name="T9" fmla="*/ 54 h 170"/>
              <a:gd name="T10" fmla="*/ 56 w 182"/>
              <a:gd name="T11" fmla="*/ 85 h 170"/>
              <a:gd name="T12" fmla="*/ 61 w 182"/>
              <a:gd name="T13" fmla="*/ 24 h 170"/>
              <a:gd name="T14" fmla="*/ 36 w 182"/>
              <a:gd name="T15" fmla="*/ 49 h 170"/>
              <a:gd name="T16" fmla="*/ 12 w 182"/>
              <a:gd name="T17" fmla="*/ 24 h 170"/>
              <a:gd name="T18" fmla="*/ 36 w 182"/>
              <a:gd name="T19" fmla="*/ 0 h 170"/>
              <a:gd name="T20" fmla="*/ 157 w 182"/>
              <a:gd name="T21" fmla="*/ 145 h 170"/>
              <a:gd name="T22" fmla="*/ 132 w 182"/>
              <a:gd name="T23" fmla="*/ 170 h 170"/>
              <a:gd name="T24" fmla="*/ 31 w 182"/>
              <a:gd name="T25" fmla="*/ 163 h 170"/>
              <a:gd name="T26" fmla="*/ 25 w 182"/>
              <a:gd name="T27" fmla="*/ 135 h 170"/>
              <a:gd name="T28" fmla="*/ 28 w 182"/>
              <a:gd name="T29" fmla="*/ 115 h 170"/>
              <a:gd name="T30" fmla="*/ 38 w 182"/>
              <a:gd name="T31" fmla="*/ 98 h 170"/>
              <a:gd name="T32" fmla="*/ 57 w 182"/>
              <a:gd name="T33" fmla="*/ 91 h 170"/>
              <a:gd name="T34" fmla="*/ 68 w 182"/>
              <a:gd name="T35" fmla="*/ 98 h 170"/>
              <a:gd name="T36" fmla="*/ 91 w 182"/>
              <a:gd name="T37" fmla="*/ 104 h 170"/>
              <a:gd name="T38" fmla="*/ 114 w 182"/>
              <a:gd name="T39" fmla="*/ 98 h 170"/>
              <a:gd name="T40" fmla="*/ 125 w 182"/>
              <a:gd name="T41" fmla="*/ 91 h 170"/>
              <a:gd name="T42" fmla="*/ 143 w 182"/>
              <a:gd name="T43" fmla="*/ 98 h 170"/>
              <a:gd name="T44" fmla="*/ 153 w 182"/>
              <a:gd name="T45" fmla="*/ 115 h 170"/>
              <a:gd name="T46" fmla="*/ 157 w 182"/>
              <a:gd name="T47" fmla="*/ 135 h 170"/>
              <a:gd name="T48" fmla="*/ 116 w 182"/>
              <a:gd name="T49" fmla="*/ 35 h 170"/>
              <a:gd name="T50" fmla="*/ 116 w 182"/>
              <a:gd name="T51" fmla="*/ 86 h 170"/>
              <a:gd name="T52" fmla="*/ 65 w 182"/>
              <a:gd name="T53" fmla="*/ 86 h 170"/>
              <a:gd name="T54" fmla="*/ 65 w 182"/>
              <a:gd name="T55" fmla="*/ 35 h 170"/>
              <a:gd name="T56" fmla="*/ 116 w 182"/>
              <a:gd name="T57" fmla="*/ 35 h 170"/>
              <a:gd name="T58" fmla="*/ 169 w 182"/>
              <a:gd name="T59" fmla="*/ 24 h 170"/>
              <a:gd name="T60" fmla="*/ 145 w 182"/>
              <a:gd name="T61" fmla="*/ 49 h 170"/>
              <a:gd name="T62" fmla="*/ 121 w 182"/>
              <a:gd name="T63" fmla="*/ 24 h 170"/>
              <a:gd name="T64" fmla="*/ 145 w 182"/>
              <a:gd name="T65" fmla="*/ 0 h 170"/>
              <a:gd name="T66" fmla="*/ 182 w 182"/>
              <a:gd name="T67" fmla="*/ 82 h 170"/>
              <a:gd name="T68" fmla="*/ 163 w 182"/>
              <a:gd name="T69" fmla="*/ 97 h 170"/>
              <a:gd name="T70" fmla="*/ 125 w 182"/>
              <a:gd name="T71" fmla="*/ 85 h 170"/>
              <a:gd name="T72" fmla="*/ 133 w 182"/>
              <a:gd name="T73" fmla="*/ 54 h 170"/>
              <a:gd name="T74" fmla="*/ 156 w 182"/>
              <a:gd name="T75" fmla="*/ 55 h 170"/>
              <a:gd name="T76" fmla="*/ 170 w 182"/>
              <a:gd name="T77" fmla="*/ 49 h 1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82" h="170">
                <a:moveTo>
                  <a:pt x="56" y="85"/>
                </a:moveTo>
                <a:cubicBezTo>
                  <a:pt x="46" y="85"/>
                  <a:pt x="37" y="89"/>
                  <a:pt x="31" y="97"/>
                </a:cubicBezTo>
                <a:cubicBezTo>
                  <a:pt x="18" y="97"/>
                  <a:pt x="18" y="97"/>
                  <a:pt x="18" y="97"/>
                </a:cubicBezTo>
                <a:cubicBezTo>
                  <a:pt x="13" y="97"/>
                  <a:pt x="9" y="96"/>
                  <a:pt x="5" y="93"/>
                </a:cubicBezTo>
                <a:cubicBezTo>
                  <a:pt x="2" y="91"/>
                  <a:pt x="0" y="87"/>
                  <a:pt x="0" y="82"/>
                </a:cubicBezTo>
                <a:cubicBezTo>
                  <a:pt x="0" y="60"/>
                  <a:pt x="4" y="49"/>
                  <a:pt x="12" y="49"/>
                </a:cubicBezTo>
                <a:cubicBezTo>
                  <a:pt x="12" y="49"/>
                  <a:pt x="13" y="49"/>
                  <a:pt x="16" y="51"/>
                </a:cubicBezTo>
                <a:cubicBezTo>
                  <a:pt x="18" y="52"/>
                  <a:pt x="21" y="53"/>
                  <a:pt x="25" y="55"/>
                </a:cubicBezTo>
                <a:cubicBezTo>
                  <a:pt x="29" y="56"/>
                  <a:pt x="33" y="57"/>
                  <a:pt x="36" y="57"/>
                </a:cubicBezTo>
                <a:cubicBezTo>
                  <a:pt x="41" y="57"/>
                  <a:pt x="45" y="56"/>
                  <a:pt x="49" y="54"/>
                </a:cubicBezTo>
                <a:cubicBezTo>
                  <a:pt x="49" y="57"/>
                  <a:pt x="48" y="59"/>
                  <a:pt x="48" y="61"/>
                </a:cubicBezTo>
                <a:cubicBezTo>
                  <a:pt x="48" y="69"/>
                  <a:pt x="51" y="78"/>
                  <a:pt x="56" y="85"/>
                </a:cubicBezTo>
                <a:close/>
                <a:moveTo>
                  <a:pt x="53" y="7"/>
                </a:moveTo>
                <a:cubicBezTo>
                  <a:pt x="58" y="12"/>
                  <a:pt x="61" y="18"/>
                  <a:pt x="61" y="24"/>
                </a:cubicBezTo>
                <a:cubicBezTo>
                  <a:pt x="61" y="31"/>
                  <a:pt x="58" y="37"/>
                  <a:pt x="53" y="42"/>
                </a:cubicBezTo>
                <a:cubicBezTo>
                  <a:pt x="49" y="46"/>
                  <a:pt x="43" y="49"/>
                  <a:pt x="36" y="49"/>
                </a:cubicBezTo>
                <a:cubicBezTo>
                  <a:pt x="30" y="49"/>
                  <a:pt x="24" y="46"/>
                  <a:pt x="19" y="42"/>
                </a:cubicBezTo>
                <a:cubicBezTo>
                  <a:pt x="14" y="37"/>
                  <a:pt x="12" y="31"/>
                  <a:pt x="12" y="24"/>
                </a:cubicBezTo>
                <a:cubicBezTo>
                  <a:pt x="12" y="18"/>
                  <a:pt x="14" y="12"/>
                  <a:pt x="19" y="7"/>
                </a:cubicBezTo>
                <a:cubicBezTo>
                  <a:pt x="24" y="3"/>
                  <a:pt x="30" y="0"/>
                  <a:pt x="36" y="0"/>
                </a:cubicBezTo>
                <a:cubicBezTo>
                  <a:pt x="43" y="0"/>
                  <a:pt x="49" y="3"/>
                  <a:pt x="53" y="7"/>
                </a:cubicBezTo>
                <a:close/>
                <a:moveTo>
                  <a:pt x="157" y="145"/>
                </a:moveTo>
                <a:cubicBezTo>
                  <a:pt x="157" y="153"/>
                  <a:pt x="155" y="159"/>
                  <a:pt x="150" y="163"/>
                </a:cubicBezTo>
                <a:cubicBezTo>
                  <a:pt x="146" y="167"/>
                  <a:pt x="140" y="170"/>
                  <a:pt x="132" y="170"/>
                </a:cubicBezTo>
                <a:cubicBezTo>
                  <a:pt x="49" y="170"/>
                  <a:pt x="49" y="170"/>
                  <a:pt x="49" y="170"/>
                </a:cubicBezTo>
                <a:cubicBezTo>
                  <a:pt x="42" y="170"/>
                  <a:pt x="36" y="167"/>
                  <a:pt x="31" y="163"/>
                </a:cubicBezTo>
                <a:cubicBezTo>
                  <a:pt x="26" y="159"/>
                  <a:pt x="24" y="153"/>
                  <a:pt x="24" y="145"/>
                </a:cubicBezTo>
                <a:cubicBezTo>
                  <a:pt x="24" y="142"/>
                  <a:pt x="24" y="139"/>
                  <a:pt x="25" y="135"/>
                </a:cubicBezTo>
                <a:cubicBezTo>
                  <a:pt x="25" y="132"/>
                  <a:pt x="25" y="129"/>
                  <a:pt x="26" y="125"/>
                </a:cubicBezTo>
                <a:cubicBezTo>
                  <a:pt x="27" y="121"/>
                  <a:pt x="27" y="118"/>
                  <a:pt x="28" y="115"/>
                </a:cubicBezTo>
                <a:cubicBezTo>
                  <a:pt x="29" y="112"/>
                  <a:pt x="31" y="109"/>
                  <a:pt x="32" y="106"/>
                </a:cubicBezTo>
                <a:cubicBezTo>
                  <a:pt x="34" y="103"/>
                  <a:pt x="36" y="100"/>
                  <a:pt x="38" y="98"/>
                </a:cubicBezTo>
                <a:cubicBezTo>
                  <a:pt x="40" y="96"/>
                  <a:pt x="43" y="94"/>
                  <a:pt x="46" y="93"/>
                </a:cubicBezTo>
                <a:cubicBezTo>
                  <a:pt x="50" y="92"/>
                  <a:pt x="53" y="91"/>
                  <a:pt x="57" y="91"/>
                </a:cubicBezTo>
                <a:cubicBezTo>
                  <a:pt x="58" y="91"/>
                  <a:pt x="59" y="92"/>
                  <a:pt x="61" y="93"/>
                </a:cubicBezTo>
                <a:cubicBezTo>
                  <a:pt x="63" y="94"/>
                  <a:pt x="65" y="96"/>
                  <a:pt x="68" y="98"/>
                </a:cubicBezTo>
                <a:cubicBezTo>
                  <a:pt x="70" y="99"/>
                  <a:pt x="74" y="101"/>
                  <a:pt x="78" y="102"/>
                </a:cubicBezTo>
                <a:cubicBezTo>
                  <a:pt x="82" y="103"/>
                  <a:pt x="86" y="104"/>
                  <a:pt x="91" y="104"/>
                </a:cubicBezTo>
                <a:cubicBezTo>
                  <a:pt x="95" y="104"/>
                  <a:pt x="99" y="103"/>
                  <a:pt x="104" y="102"/>
                </a:cubicBezTo>
                <a:cubicBezTo>
                  <a:pt x="108" y="101"/>
                  <a:pt x="111" y="99"/>
                  <a:pt x="114" y="98"/>
                </a:cubicBezTo>
                <a:cubicBezTo>
                  <a:pt x="116" y="96"/>
                  <a:pt x="118" y="94"/>
                  <a:pt x="121" y="93"/>
                </a:cubicBezTo>
                <a:cubicBezTo>
                  <a:pt x="123" y="92"/>
                  <a:pt x="124" y="91"/>
                  <a:pt x="125" y="91"/>
                </a:cubicBezTo>
                <a:cubicBezTo>
                  <a:pt x="128" y="91"/>
                  <a:pt x="132" y="92"/>
                  <a:pt x="135" y="93"/>
                </a:cubicBezTo>
                <a:cubicBezTo>
                  <a:pt x="138" y="94"/>
                  <a:pt x="141" y="96"/>
                  <a:pt x="143" y="98"/>
                </a:cubicBezTo>
                <a:cubicBezTo>
                  <a:pt x="145" y="100"/>
                  <a:pt x="147" y="103"/>
                  <a:pt x="149" y="106"/>
                </a:cubicBezTo>
                <a:cubicBezTo>
                  <a:pt x="151" y="109"/>
                  <a:pt x="152" y="112"/>
                  <a:pt x="153" y="115"/>
                </a:cubicBezTo>
                <a:cubicBezTo>
                  <a:pt x="154" y="118"/>
                  <a:pt x="155" y="121"/>
                  <a:pt x="156" y="125"/>
                </a:cubicBezTo>
                <a:cubicBezTo>
                  <a:pt x="156" y="129"/>
                  <a:pt x="157" y="132"/>
                  <a:pt x="157" y="135"/>
                </a:cubicBezTo>
                <a:cubicBezTo>
                  <a:pt x="157" y="139"/>
                  <a:pt x="157" y="142"/>
                  <a:pt x="157" y="145"/>
                </a:cubicBezTo>
                <a:close/>
                <a:moveTo>
                  <a:pt x="116" y="35"/>
                </a:moveTo>
                <a:cubicBezTo>
                  <a:pt x="124" y="42"/>
                  <a:pt x="127" y="51"/>
                  <a:pt x="127" y="61"/>
                </a:cubicBezTo>
                <a:cubicBezTo>
                  <a:pt x="127" y="71"/>
                  <a:pt x="124" y="79"/>
                  <a:pt x="116" y="86"/>
                </a:cubicBezTo>
                <a:cubicBezTo>
                  <a:pt x="109" y="93"/>
                  <a:pt x="101" y="97"/>
                  <a:pt x="91" y="97"/>
                </a:cubicBezTo>
                <a:cubicBezTo>
                  <a:pt x="81" y="97"/>
                  <a:pt x="72" y="93"/>
                  <a:pt x="65" y="86"/>
                </a:cubicBezTo>
                <a:cubicBezTo>
                  <a:pt x="58" y="79"/>
                  <a:pt x="54" y="71"/>
                  <a:pt x="54" y="61"/>
                </a:cubicBezTo>
                <a:cubicBezTo>
                  <a:pt x="54" y="51"/>
                  <a:pt x="58" y="42"/>
                  <a:pt x="65" y="35"/>
                </a:cubicBezTo>
                <a:cubicBezTo>
                  <a:pt x="72" y="28"/>
                  <a:pt x="81" y="24"/>
                  <a:pt x="91" y="24"/>
                </a:cubicBezTo>
                <a:cubicBezTo>
                  <a:pt x="101" y="24"/>
                  <a:pt x="109" y="28"/>
                  <a:pt x="116" y="35"/>
                </a:cubicBezTo>
                <a:close/>
                <a:moveTo>
                  <a:pt x="162" y="7"/>
                </a:moveTo>
                <a:cubicBezTo>
                  <a:pt x="167" y="12"/>
                  <a:pt x="169" y="18"/>
                  <a:pt x="169" y="24"/>
                </a:cubicBezTo>
                <a:cubicBezTo>
                  <a:pt x="169" y="31"/>
                  <a:pt x="167" y="37"/>
                  <a:pt x="162" y="42"/>
                </a:cubicBezTo>
                <a:cubicBezTo>
                  <a:pt x="158" y="46"/>
                  <a:pt x="152" y="49"/>
                  <a:pt x="145" y="49"/>
                </a:cubicBezTo>
                <a:cubicBezTo>
                  <a:pt x="139" y="49"/>
                  <a:pt x="133" y="46"/>
                  <a:pt x="128" y="42"/>
                </a:cubicBezTo>
                <a:cubicBezTo>
                  <a:pt x="123" y="37"/>
                  <a:pt x="121" y="31"/>
                  <a:pt x="121" y="24"/>
                </a:cubicBezTo>
                <a:cubicBezTo>
                  <a:pt x="121" y="18"/>
                  <a:pt x="123" y="12"/>
                  <a:pt x="128" y="7"/>
                </a:cubicBezTo>
                <a:cubicBezTo>
                  <a:pt x="133" y="3"/>
                  <a:pt x="139" y="0"/>
                  <a:pt x="145" y="0"/>
                </a:cubicBezTo>
                <a:cubicBezTo>
                  <a:pt x="152" y="0"/>
                  <a:pt x="158" y="3"/>
                  <a:pt x="162" y="7"/>
                </a:cubicBezTo>
                <a:close/>
                <a:moveTo>
                  <a:pt x="182" y="82"/>
                </a:moveTo>
                <a:cubicBezTo>
                  <a:pt x="182" y="87"/>
                  <a:pt x="180" y="91"/>
                  <a:pt x="176" y="93"/>
                </a:cubicBezTo>
                <a:cubicBezTo>
                  <a:pt x="173" y="96"/>
                  <a:pt x="168" y="97"/>
                  <a:pt x="163" y="97"/>
                </a:cubicBezTo>
                <a:cubicBezTo>
                  <a:pt x="151" y="97"/>
                  <a:pt x="151" y="97"/>
                  <a:pt x="151" y="97"/>
                </a:cubicBezTo>
                <a:cubicBezTo>
                  <a:pt x="144" y="89"/>
                  <a:pt x="136" y="85"/>
                  <a:pt x="125" y="85"/>
                </a:cubicBezTo>
                <a:cubicBezTo>
                  <a:pt x="131" y="78"/>
                  <a:pt x="133" y="69"/>
                  <a:pt x="133" y="61"/>
                </a:cubicBezTo>
                <a:cubicBezTo>
                  <a:pt x="133" y="59"/>
                  <a:pt x="133" y="57"/>
                  <a:pt x="133" y="54"/>
                </a:cubicBezTo>
                <a:cubicBezTo>
                  <a:pt x="137" y="56"/>
                  <a:pt x="141" y="57"/>
                  <a:pt x="145" y="57"/>
                </a:cubicBezTo>
                <a:cubicBezTo>
                  <a:pt x="149" y="57"/>
                  <a:pt x="153" y="56"/>
                  <a:pt x="156" y="55"/>
                </a:cubicBezTo>
                <a:cubicBezTo>
                  <a:pt x="160" y="53"/>
                  <a:pt x="163" y="52"/>
                  <a:pt x="166" y="51"/>
                </a:cubicBezTo>
                <a:cubicBezTo>
                  <a:pt x="168" y="49"/>
                  <a:pt x="169" y="49"/>
                  <a:pt x="170" y="49"/>
                </a:cubicBezTo>
                <a:cubicBezTo>
                  <a:pt x="178" y="49"/>
                  <a:pt x="182" y="60"/>
                  <a:pt x="182" y="82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72" name="Freeform 174"/>
          <p:cNvSpPr>
            <a:spLocks noEditPoints="1"/>
          </p:cNvSpPr>
          <p:nvPr/>
        </p:nvSpPr>
        <p:spPr bwMode="auto">
          <a:xfrm>
            <a:off x="4986277" y="3095109"/>
            <a:ext cx="220432" cy="220432"/>
          </a:xfrm>
          <a:custGeom>
            <a:avLst/>
            <a:gdLst>
              <a:gd name="T0" fmla="*/ 146 w 154"/>
              <a:gd name="T1" fmla="*/ 132 h 154"/>
              <a:gd name="T2" fmla="*/ 113 w 154"/>
              <a:gd name="T3" fmla="*/ 154 h 154"/>
              <a:gd name="T4" fmla="*/ 74 w 154"/>
              <a:gd name="T5" fmla="*/ 126 h 154"/>
              <a:gd name="T6" fmla="*/ 75 w 154"/>
              <a:gd name="T7" fmla="*/ 87 h 154"/>
              <a:gd name="T8" fmla="*/ 47 w 154"/>
              <a:gd name="T9" fmla="*/ 87 h 154"/>
              <a:gd name="T10" fmla="*/ 8 w 154"/>
              <a:gd name="T11" fmla="*/ 60 h 154"/>
              <a:gd name="T12" fmla="*/ 8 w 154"/>
              <a:gd name="T13" fmla="*/ 21 h 154"/>
              <a:gd name="T14" fmla="*/ 41 w 154"/>
              <a:gd name="T15" fmla="*/ 0 h 154"/>
              <a:gd name="T16" fmla="*/ 80 w 154"/>
              <a:gd name="T17" fmla="*/ 27 h 154"/>
              <a:gd name="T18" fmla="*/ 79 w 154"/>
              <a:gd name="T19" fmla="*/ 66 h 154"/>
              <a:gd name="T20" fmla="*/ 107 w 154"/>
              <a:gd name="T21" fmla="*/ 66 h 154"/>
              <a:gd name="T22" fmla="*/ 146 w 154"/>
              <a:gd name="T23" fmla="*/ 94 h 154"/>
              <a:gd name="T24" fmla="*/ 70 w 154"/>
              <a:gd name="T25" fmla="*/ 47 h 154"/>
              <a:gd name="T26" fmla="*/ 47 w 154"/>
              <a:gd name="T27" fmla="*/ 21 h 154"/>
              <a:gd name="T28" fmla="*/ 35 w 154"/>
              <a:gd name="T29" fmla="*/ 20 h 154"/>
              <a:gd name="T30" fmla="*/ 18 w 154"/>
              <a:gd name="T31" fmla="*/ 41 h 154"/>
              <a:gd name="T32" fmla="*/ 40 w 154"/>
              <a:gd name="T33" fmla="*/ 67 h 154"/>
              <a:gd name="T34" fmla="*/ 54 w 154"/>
              <a:gd name="T35" fmla="*/ 66 h 154"/>
              <a:gd name="T36" fmla="*/ 50 w 154"/>
              <a:gd name="T37" fmla="*/ 63 h 154"/>
              <a:gd name="T38" fmla="*/ 47 w 154"/>
              <a:gd name="T39" fmla="*/ 58 h 154"/>
              <a:gd name="T40" fmla="*/ 49 w 154"/>
              <a:gd name="T41" fmla="*/ 49 h 154"/>
              <a:gd name="T42" fmla="*/ 58 w 154"/>
              <a:gd name="T43" fmla="*/ 47 h 154"/>
              <a:gd name="T44" fmla="*/ 63 w 154"/>
              <a:gd name="T45" fmla="*/ 50 h 154"/>
              <a:gd name="T46" fmla="*/ 66 w 154"/>
              <a:gd name="T47" fmla="*/ 53 h 154"/>
              <a:gd name="T48" fmla="*/ 136 w 154"/>
              <a:gd name="T49" fmla="*/ 113 h 154"/>
              <a:gd name="T50" fmla="*/ 114 w 154"/>
              <a:gd name="T51" fmla="*/ 87 h 154"/>
              <a:gd name="T52" fmla="*/ 100 w 154"/>
              <a:gd name="T53" fmla="*/ 87 h 154"/>
              <a:gd name="T54" fmla="*/ 104 w 154"/>
              <a:gd name="T55" fmla="*/ 91 h 154"/>
              <a:gd name="T56" fmla="*/ 107 w 154"/>
              <a:gd name="T57" fmla="*/ 95 h 154"/>
              <a:gd name="T58" fmla="*/ 105 w 154"/>
              <a:gd name="T59" fmla="*/ 104 h 154"/>
              <a:gd name="T60" fmla="*/ 96 w 154"/>
              <a:gd name="T61" fmla="*/ 107 h 154"/>
              <a:gd name="T62" fmla="*/ 91 w 154"/>
              <a:gd name="T63" fmla="*/ 104 h 154"/>
              <a:gd name="T64" fmla="*/ 88 w 154"/>
              <a:gd name="T65" fmla="*/ 100 h 154"/>
              <a:gd name="T66" fmla="*/ 87 w 154"/>
              <a:gd name="T67" fmla="*/ 114 h 154"/>
              <a:gd name="T68" fmla="*/ 113 w 154"/>
              <a:gd name="T69" fmla="*/ 136 h 154"/>
              <a:gd name="T70" fmla="*/ 133 w 154"/>
              <a:gd name="T71" fmla="*/ 120 h 1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54" h="154">
                <a:moveTo>
                  <a:pt x="154" y="113"/>
                </a:moveTo>
                <a:cubicBezTo>
                  <a:pt x="154" y="121"/>
                  <a:pt x="151" y="127"/>
                  <a:pt x="146" y="132"/>
                </a:cubicBezTo>
                <a:cubicBezTo>
                  <a:pt x="132" y="146"/>
                  <a:pt x="132" y="146"/>
                  <a:pt x="132" y="146"/>
                </a:cubicBezTo>
                <a:cubicBezTo>
                  <a:pt x="127" y="151"/>
                  <a:pt x="121" y="154"/>
                  <a:pt x="113" y="154"/>
                </a:cubicBezTo>
                <a:cubicBezTo>
                  <a:pt x="105" y="154"/>
                  <a:pt x="99" y="151"/>
                  <a:pt x="94" y="146"/>
                </a:cubicBezTo>
                <a:cubicBezTo>
                  <a:pt x="74" y="126"/>
                  <a:pt x="74" y="126"/>
                  <a:pt x="74" y="126"/>
                </a:cubicBezTo>
                <a:cubicBezTo>
                  <a:pt x="69" y="121"/>
                  <a:pt x="66" y="115"/>
                  <a:pt x="66" y="107"/>
                </a:cubicBezTo>
                <a:cubicBezTo>
                  <a:pt x="66" y="99"/>
                  <a:pt x="69" y="93"/>
                  <a:pt x="75" y="87"/>
                </a:cubicBezTo>
                <a:cubicBezTo>
                  <a:pt x="66" y="79"/>
                  <a:pt x="66" y="79"/>
                  <a:pt x="66" y="79"/>
                </a:cubicBezTo>
                <a:cubicBezTo>
                  <a:pt x="61" y="85"/>
                  <a:pt x="54" y="87"/>
                  <a:pt x="47" y="87"/>
                </a:cubicBezTo>
                <a:cubicBezTo>
                  <a:pt x="39" y="87"/>
                  <a:pt x="33" y="85"/>
                  <a:pt x="27" y="80"/>
                </a:cubicBezTo>
                <a:cubicBezTo>
                  <a:pt x="8" y="60"/>
                  <a:pt x="8" y="60"/>
                  <a:pt x="8" y="60"/>
                </a:cubicBezTo>
                <a:cubicBezTo>
                  <a:pt x="2" y="55"/>
                  <a:pt x="0" y="48"/>
                  <a:pt x="0" y="41"/>
                </a:cubicBezTo>
                <a:cubicBezTo>
                  <a:pt x="0" y="33"/>
                  <a:pt x="3" y="27"/>
                  <a:pt x="8" y="21"/>
                </a:cubicBezTo>
                <a:cubicBezTo>
                  <a:pt x="22" y="8"/>
                  <a:pt x="22" y="8"/>
                  <a:pt x="22" y="8"/>
                </a:cubicBezTo>
                <a:cubicBezTo>
                  <a:pt x="27" y="2"/>
                  <a:pt x="33" y="0"/>
                  <a:pt x="41" y="0"/>
                </a:cubicBezTo>
                <a:cubicBezTo>
                  <a:pt x="49" y="0"/>
                  <a:pt x="55" y="2"/>
                  <a:pt x="60" y="8"/>
                </a:cubicBezTo>
                <a:cubicBezTo>
                  <a:pt x="80" y="27"/>
                  <a:pt x="80" y="27"/>
                  <a:pt x="80" y="27"/>
                </a:cubicBezTo>
                <a:cubicBezTo>
                  <a:pt x="85" y="33"/>
                  <a:pt x="88" y="39"/>
                  <a:pt x="88" y="47"/>
                </a:cubicBezTo>
                <a:cubicBezTo>
                  <a:pt x="88" y="54"/>
                  <a:pt x="85" y="61"/>
                  <a:pt x="79" y="66"/>
                </a:cubicBezTo>
                <a:cubicBezTo>
                  <a:pt x="88" y="75"/>
                  <a:pt x="88" y="75"/>
                  <a:pt x="88" y="75"/>
                </a:cubicBezTo>
                <a:cubicBezTo>
                  <a:pt x="93" y="69"/>
                  <a:pt x="100" y="66"/>
                  <a:pt x="107" y="66"/>
                </a:cubicBezTo>
                <a:cubicBezTo>
                  <a:pt x="115" y="66"/>
                  <a:pt x="121" y="69"/>
                  <a:pt x="127" y="74"/>
                </a:cubicBezTo>
                <a:cubicBezTo>
                  <a:pt x="146" y="94"/>
                  <a:pt x="146" y="94"/>
                  <a:pt x="146" y="94"/>
                </a:cubicBezTo>
                <a:cubicBezTo>
                  <a:pt x="151" y="99"/>
                  <a:pt x="154" y="106"/>
                  <a:pt x="154" y="113"/>
                </a:cubicBezTo>
                <a:close/>
                <a:moveTo>
                  <a:pt x="70" y="47"/>
                </a:moveTo>
                <a:cubicBezTo>
                  <a:pt x="70" y="44"/>
                  <a:pt x="69" y="42"/>
                  <a:pt x="67" y="40"/>
                </a:cubicBezTo>
                <a:cubicBezTo>
                  <a:pt x="47" y="21"/>
                  <a:pt x="47" y="21"/>
                  <a:pt x="47" y="21"/>
                </a:cubicBezTo>
                <a:cubicBezTo>
                  <a:pt x="46" y="19"/>
                  <a:pt x="43" y="18"/>
                  <a:pt x="41" y="18"/>
                </a:cubicBezTo>
                <a:cubicBezTo>
                  <a:pt x="39" y="18"/>
                  <a:pt x="36" y="19"/>
                  <a:pt x="35" y="20"/>
                </a:cubicBezTo>
                <a:cubicBezTo>
                  <a:pt x="21" y="34"/>
                  <a:pt x="21" y="34"/>
                  <a:pt x="21" y="34"/>
                </a:cubicBezTo>
                <a:cubicBezTo>
                  <a:pt x="19" y="36"/>
                  <a:pt x="18" y="38"/>
                  <a:pt x="18" y="41"/>
                </a:cubicBezTo>
                <a:cubicBezTo>
                  <a:pt x="18" y="43"/>
                  <a:pt x="19" y="45"/>
                  <a:pt x="21" y="47"/>
                </a:cubicBezTo>
                <a:cubicBezTo>
                  <a:pt x="40" y="67"/>
                  <a:pt x="40" y="67"/>
                  <a:pt x="40" y="67"/>
                </a:cubicBezTo>
                <a:cubicBezTo>
                  <a:pt x="42" y="68"/>
                  <a:pt x="44" y="69"/>
                  <a:pt x="47" y="69"/>
                </a:cubicBezTo>
                <a:cubicBezTo>
                  <a:pt x="49" y="69"/>
                  <a:pt x="52" y="68"/>
                  <a:pt x="54" y="66"/>
                </a:cubicBezTo>
                <a:cubicBezTo>
                  <a:pt x="53" y="66"/>
                  <a:pt x="53" y="66"/>
                  <a:pt x="52" y="65"/>
                </a:cubicBezTo>
                <a:cubicBezTo>
                  <a:pt x="51" y="64"/>
                  <a:pt x="50" y="63"/>
                  <a:pt x="50" y="63"/>
                </a:cubicBezTo>
                <a:cubicBezTo>
                  <a:pt x="49" y="62"/>
                  <a:pt x="49" y="62"/>
                  <a:pt x="48" y="61"/>
                </a:cubicBezTo>
                <a:cubicBezTo>
                  <a:pt x="48" y="60"/>
                  <a:pt x="47" y="59"/>
                  <a:pt x="47" y="58"/>
                </a:cubicBezTo>
                <a:cubicBezTo>
                  <a:pt x="47" y="58"/>
                  <a:pt x="47" y="57"/>
                  <a:pt x="47" y="56"/>
                </a:cubicBezTo>
                <a:cubicBezTo>
                  <a:pt x="47" y="53"/>
                  <a:pt x="48" y="51"/>
                  <a:pt x="49" y="49"/>
                </a:cubicBezTo>
                <a:cubicBezTo>
                  <a:pt x="51" y="48"/>
                  <a:pt x="53" y="47"/>
                  <a:pt x="56" y="47"/>
                </a:cubicBezTo>
                <a:cubicBezTo>
                  <a:pt x="57" y="47"/>
                  <a:pt x="58" y="47"/>
                  <a:pt x="58" y="47"/>
                </a:cubicBezTo>
                <a:cubicBezTo>
                  <a:pt x="59" y="47"/>
                  <a:pt x="60" y="48"/>
                  <a:pt x="61" y="48"/>
                </a:cubicBezTo>
                <a:cubicBezTo>
                  <a:pt x="62" y="49"/>
                  <a:pt x="62" y="49"/>
                  <a:pt x="63" y="50"/>
                </a:cubicBezTo>
                <a:cubicBezTo>
                  <a:pt x="63" y="50"/>
                  <a:pt x="64" y="51"/>
                  <a:pt x="65" y="52"/>
                </a:cubicBezTo>
                <a:cubicBezTo>
                  <a:pt x="66" y="53"/>
                  <a:pt x="66" y="53"/>
                  <a:pt x="66" y="53"/>
                </a:cubicBezTo>
                <a:cubicBezTo>
                  <a:pt x="68" y="51"/>
                  <a:pt x="70" y="49"/>
                  <a:pt x="70" y="47"/>
                </a:cubicBezTo>
                <a:close/>
                <a:moveTo>
                  <a:pt x="136" y="113"/>
                </a:moveTo>
                <a:cubicBezTo>
                  <a:pt x="136" y="111"/>
                  <a:pt x="135" y="109"/>
                  <a:pt x="133" y="107"/>
                </a:cubicBezTo>
                <a:cubicBezTo>
                  <a:pt x="114" y="87"/>
                  <a:pt x="114" y="87"/>
                  <a:pt x="114" y="87"/>
                </a:cubicBezTo>
                <a:cubicBezTo>
                  <a:pt x="112" y="85"/>
                  <a:pt x="110" y="84"/>
                  <a:pt x="107" y="84"/>
                </a:cubicBezTo>
                <a:cubicBezTo>
                  <a:pt x="105" y="84"/>
                  <a:pt x="102" y="85"/>
                  <a:pt x="100" y="87"/>
                </a:cubicBezTo>
                <a:cubicBezTo>
                  <a:pt x="101" y="88"/>
                  <a:pt x="101" y="88"/>
                  <a:pt x="102" y="89"/>
                </a:cubicBezTo>
                <a:cubicBezTo>
                  <a:pt x="103" y="90"/>
                  <a:pt x="104" y="91"/>
                  <a:pt x="104" y="91"/>
                </a:cubicBezTo>
                <a:cubicBezTo>
                  <a:pt x="105" y="92"/>
                  <a:pt x="105" y="92"/>
                  <a:pt x="106" y="93"/>
                </a:cubicBezTo>
                <a:cubicBezTo>
                  <a:pt x="106" y="94"/>
                  <a:pt x="107" y="95"/>
                  <a:pt x="107" y="95"/>
                </a:cubicBezTo>
                <a:cubicBezTo>
                  <a:pt x="107" y="96"/>
                  <a:pt x="107" y="97"/>
                  <a:pt x="107" y="98"/>
                </a:cubicBezTo>
                <a:cubicBezTo>
                  <a:pt x="107" y="101"/>
                  <a:pt x="106" y="103"/>
                  <a:pt x="105" y="104"/>
                </a:cubicBezTo>
                <a:cubicBezTo>
                  <a:pt x="103" y="106"/>
                  <a:pt x="101" y="107"/>
                  <a:pt x="98" y="107"/>
                </a:cubicBezTo>
                <a:cubicBezTo>
                  <a:pt x="97" y="107"/>
                  <a:pt x="96" y="107"/>
                  <a:pt x="96" y="107"/>
                </a:cubicBezTo>
                <a:cubicBezTo>
                  <a:pt x="95" y="107"/>
                  <a:pt x="94" y="106"/>
                  <a:pt x="93" y="106"/>
                </a:cubicBezTo>
                <a:cubicBezTo>
                  <a:pt x="92" y="105"/>
                  <a:pt x="92" y="105"/>
                  <a:pt x="91" y="104"/>
                </a:cubicBezTo>
                <a:cubicBezTo>
                  <a:pt x="91" y="104"/>
                  <a:pt x="90" y="103"/>
                  <a:pt x="89" y="102"/>
                </a:cubicBezTo>
                <a:cubicBezTo>
                  <a:pt x="88" y="101"/>
                  <a:pt x="88" y="101"/>
                  <a:pt x="88" y="100"/>
                </a:cubicBezTo>
                <a:cubicBezTo>
                  <a:pt x="85" y="102"/>
                  <a:pt x="84" y="105"/>
                  <a:pt x="84" y="107"/>
                </a:cubicBezTo>
                <a:cubicBezTo>
                  <a:pt x="84" y="110"/>
                  <a:pt x="85" y="112"/>
                  <a:pt x="87" y="114"/>
                </a:cubicBezTo>
                <a:cubicBezTo>
                  <a:pt x="107" y="133"/>
                  <a:pt x="107" y="133"/>
                  <a:pt x="107" y="133"/>
                </a:cubicBezTo>
                <a:cubicBezTo>
                  <a:pt x="108" y="135"/>
                  <a:pt x="110" y="136"/>
                  <a:pt x="113" y="136"/>
                </a:cubicBezTo>
                <a:cubicBezTo>
                  <a:pt x="116" y="136"/>
                  <a:pt x="118" y="135"/>
                  <a:pt x="119" y="133"/>
                </a:cubicBezTo>
                <a:cubicBezTo>
                  <a:pt x="133" y="120"/>
                  <a:pt x="133" y="120"/>
                  <a:pt x="133" y="120"/>
                </a:cubicBezTo>
                <a:cubicBezTo>
                  <a:pt x="135" y="118"/>
                  <a:pt x="136" y="116"/>
                  <a:pt x="136" y="11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73" name="Freeform 175"/>
          <p:cNvSpPr>
            <a:spLocks/>
          </p:cNvSpPr>
          <p:nvPr/>
        </p:nvSpPr>
        <p:spPr bwMode="auto">
          <a:xfrm>
            <a:off x="5267221" y="3110237"/>
            <a:ext cx="259332" cy="190176"/>
          </a:xfrm>
          <a:custGeom>
            <a:avLst/>
            <a:gdLst>
              <a:gd name="T0" fmla="*/ 182 w 182"/>
              <a:gd name="T1" fmla="*/ 97 h 133"/>
              <a:gd name="T2" fmla="*/ 171 w 182"/>
              <a:gd name="T3" fmla="*/ 123 h 133"/>
              <a:gd name="T4" fmla="*/ 146 w 182"/>
              <a:gd name="T5" fmla="*/ 133 h 133"/>
              <a:gd name="T6" fmla="*/ 43 w 182"/>
              <a:gd name="T7" fmla="*/ 133 h 133"/>
              <a:gd name="T8" fmla="*/ 13 w 182"/>
              <a:gd name="T9" fmla="*/ 121 h 133"/>
              <a:gd name="T10" fmla="*/ 0 w 182"/>
              <a:gd name="T11" fmla="*/ 91 h 133"/>
              <a:gd name="T12" fmla="*/ 7 w 182"/>
              <a:gd name="T13" fmla="*/ 68 h 133"/>
              <a:gd name="T14" fmla="*/ 25 w 182"/>
              <a:gd name="T15" fmla="*/ 53 h 133"/>
              <a:gd name="T16" fmla="*/ 25 w 182"/>
              <a:gd name="T17" fmla="*/ 49 h 133"/>
              <a:gd name="T18" fmla="*/ 39 w 182"/>
              <a:gd name="T19" fmla="*/ 15 h 133"/>
              <a:gd name="T20" fmla="*/ 73 w 182"/>
              <a:gd name="T21" fmla="*/ 0 h 133"/>
              <a:gd name="T22" fmla="*/ 100 w 182"/>
              <a:gd name="T23" fmla="*/ 9 h 133"/>
              <a:gd name="T24" fmla="*/ 118 w 182"/>
              <a:gd name="T25" fmla="*/ 30 h 133"/>
              <a:gd name="T26" fmla="*/ 134 w 182"/>
              <a:gd name="T27" fmla="*/ 25 h 133"/>
              <a:gd name="T28" fmla="*/ 151 w 182"/>
              <a:gd name="T29" fmla="*/ 32 h 133"/>
              <a:gd name="T30" fmla="*/ 158 w 182"/>
              <a:gd name="T31" fmla="*/ 49 h 133"/>
              <a:gd name="T32" fmla="*/ 154 w 182"/>
              <a:gd name="T33" fmla="*/ 62 h 133"/>
              <a:gd name="T34" fmla="*/ 174 w 182"/>
              <a:gd name="T35" fmla="*/ 74 h 133"/>
              <a:gd name="T36" fmla="*/ 182 w 182"/>
              <a:gd name="T37" fmla="*/ 97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82" h="133">
                <a:moveTo>
                  <a:pt x="182" y="97"/>
                </a:moveTo>
                <a:cubicBezTo>
                  <a:pt x="182" y="107"/>
                  <a:pt x="178" y="116"/>
                  <a:pt x="171" y="123"/>
                </a:cubicBezTo>
                <a:cubicBezTo>
                  <a:pt x="164" y="130"/>
                  <a:pt x="156" y="133"/>
                  <a:pt x="146" y="133"/>
                </a:cubicBezTo>
                <a:cubicBezTo>
                  <a:pt x="43" y="133"/>
                  <a:pt x="43" y="133"/>
                  <a:pt x="43" y="133"/>
                </a:cubicBezTo>
                <a:cubicBezTo>
                  <a:pt x="31" y="133"/>
                  <a:pt x="21" y="129"/>
                  <a:pt x="13" y="121"/>
                </a:cubicBezTo>
                <a:cubicBezTo>
                  <a:pt x="5" y="113"/>
                  <a:pt x="0" y="103"/>
                  <a:pt x="0" y="91"/>
                </a:cubicBezTo>
                <a:cubicBezTo>
                  <a:pt x="0" y="83"/>
                  <a:pt x="3" y="75"/>
                  <a:pt x="7" y="68"/>
                </a:cubicBezTo>
                <a:cubicBezTo>
                  <a:pt x="12" y="61"/>
                  <a:pt x="18" y="56"/>
                  <a:pt x="25" y="53"/>
                </a:cubicBezTo>
                <a:cubicBezTo>
                  <a:pt x="25" y="51"/>
                  <a:pt x="25" y="50"/>
                  <a:pt x="25" y="49"/>
                </a:cubicBezTo>
                <a:cubicBezTo>
                  <a:pt x="25" y="35"/>
                  <a:pt x="29" y="24"/>
                  <a:pt x="39" y="15"/>
                </a:cubicBezTo>
                <a:cubicBezTo>
                  <a:pt x="48" y="5"/>
                  <a:pt x="60" y="0"/>
                  <a:pt x="73" y="0"/>
                </a:cubicBezTo>
                <a:cubicBezTo>
                  <a:pt x="83" y="0"/>
                  <a:pt x="92" y="3"/>
                  <a:pt x="100" y="9"/>
                </a:cubicBezTo>
                <a:cubicBezTo>
                  <a:pt x="108" y="14"/>
                  <a:pt x="114" y="21"/>
                  <a:pt x="118" y="30"/>
                </a:cubicBezTo>
                <a:cubicBezTo>
                  <a:pt x="122" y="26"/>
                  <a:pt x="128" y="25"/>
                  <a:pt x="134" y="25"/>
                </a:cubicBezTo>
                <a:cubicBezTo>
                  <a:pt x="140" y="25"/>
                  <a:pt x="146" y="27"/>
                  <a:pt x="151" y="32"/>
                </a:cubicBezTo>
                <a:cubicBezTo>
                  <a:pt x="155" y="36"/>
                  <a:pt x="158" y="42"/>
                  <a:pt x="158" y="49"/>
                </a:cubicBezTo>
                <a:cubicBezTo>
                  <a:pt x="158" y="53"/>
                  <a:pt x="156" y="58"/>
                  <a:pt x="154" y="62"/>
                </a:cubicBezTo>
                <a:cubicBezTo>
                  <a:pt x="162" y="64"/>
                  <a:pt x="169" y="68"/>
                  <a:pt x="174" y="74"/>
                </a:cubicBezTo>
                <a:cubicBezTo>
                  <a:pt x="179" y="81"/>
                  <a:pt x="182" y="89"/>
                  <a:pt x="182" y="9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74" name="Freeform 176"/>
          <p:cNvSpPr>
            <a:spLocks noEditPoints="1"/>
          </p:cNvSpPr>
          <p:nvPr/>
        </p:nvSpPr>
        <p:spPr bwMode="auto">
          <a:xfrm>
            <a:off x="5600030" y="3110237"/>
            <a:ext cx="198820" cy="209627"/>
          </a:xfrm>
          <a:custGeom>
            <a:avLst/>
            <a:gdLst>
              <a:gd name="T0" fmla="*/ 135 w 139"/>
              <a:gd name="T1" fmla="*/ 125 h 146"/>
              <a:gd name="T2" fmla="*/ 137 w 139"/>
              <a:gd name="T3" fmla="*/ 140 h 146"/>
              <a:gd name="T4" fmla="*/ 124 w 139"/>
              <a:gd name="T5" fmla="*/ 146 h 146"/>
              <a:gd name="T6" fmla="*/ 15 w 139"/>
              <a:gd name="T7" fmla="*/ 146 h 146"/>
              <a:gd name="T8" fmla="*/ 2 w 139"/>
              <a:gd name="T9" fmla="*/ 140 h 146"/>
              <a:gd name="T10" fmla="*/ 4 w 139"/>
              <a:gd name="T11" fmla="*/ 125 h 146"/>
              <a:gd name="T12" fmla="*/ 51 w 139"/>
              <a:gd name="T13" fmla="*/ 50 h 146"/>
              <a:gd name="T14" fmla="*/ 51 w 139"/>
              <a:gd name="T15" fmla="*/ 12 h 146"/>
              <a:gd name="T16" fmla="*/ 45 w 139"/>
              <a:gd name="T17" fmla="*/ 12 h 146"/>
              <a:gd name="T18" fmla="*/ 41 w 139"/>
              <a:gd name="T19" fmla="*/ 11 h 146"/>
              <a:gd name="T20" fmla="*/ 39 w 139"/>
              <a:gd name="T21" fmla="*/ 6 h 146"/>
              <a:gd name="T22" fmla="*/ 41 w 139"/>
              <a:gd name="T23" fmla="*/ 2 h 146"/>
              <a:gd name="T24" fmla="*/ 45 w 139"/>
              <a:gd name="T25" fmla="*/ 0 h 146"/>
              <a:gd name="T26" fmla="*/ 94 w 139"/>
              <a:gd name="T27" fmla="*/ 0 h 146"/>
              <a:gd name="T28" fmla="*/ 98 w 139"/>
              <a:gd name="T29" fmla="*/ 2 h 146"/>
              <a:gd name="T30" fmla="*/ 100 w 139"/>
              <a:gd name="T31" fmla="*/ 6 h 146"/>
              <a:gd name="T32" fmla="*/ 98 w 139"/>
              <a:gd name="T33" fmla="*/ 11 h 146"/>
              <a:gd name="T34" fmla="*/ 94 w 139"/>
              <a:gd name="T35" fmla="*/ 12 h 146"/>
              <a:gd name="T36" fmla="*/ 88 w 139"/>
              <a:gd name="T37" fmla="*/ 12 h 146"/>
              <a:gd name="T38" fmla="*/ 88 w 139"/>
              <a:gd name="T39" fmla="*/ 50 h 146"/>
              <a:gd name="T40" fmla="*/ 135 w 139"/>
              <a:gd name="T41" fmla="*/ 125 h 146"/>
              <a:gd name="T42" fmla="*/ 61 w 139"/>
              <a:gd name="T43" fmla="*/ 57 h 146"/>
              <a:gd name="T44" fmla="*/ 36 w 139"/>
              <a:gd name="T45" fmla="*/ 97 h 146"/>
              <a:gd name="T46" fmla="*/ 103 w 139"/>
              <a:gd name="T47" fmla="*/ 97 h 146"/>
              <a:gd name="T48" fmla="*/ 77 w 139"/>
              <a:gd name="T49" fmla="*/ 57 h 146"/>
              <a:gd name="T50" fmla="*/ 75 w 139"/>
              <a:gd name="T51" fmla="*/ 54 h 146"/>
              <a:gd name="T52" fmla="*/ 75 w 139"/>
              <a:gd name="T53" fmla="*/ 50 h 146"/>
              <a:gd name="T54" fmla="*/ 75 w 139"/>
              <a:gd name="T55" fmla="*/ 12 h 146"/>
              <a:gd name="T56" fmla="*/ 63 w 139"/>
              <a:gd name="T57" fmla="*/ 12 h 146"/>
              <a:gd name="T58" fmla="*/ 63 w 139"/>
              <a:gd name="T59" fmla="*/ 50 h 146"/>
              <a:gd name="T60" fmla="*/ 63 w 139"/>
              <a:gd name="T61" fmla="*/ 54 h 146"/>
              <a:gd name="T62" fmla="*/ 61 w 139"/>
              <a:gd name="T63" fmla="*/ 57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39" h="146">
                <a:moveTo>
                  <a:pt x="135" y="125"/>
                </a:moveTo>
                <a:cubicBezTo>
                  <a:pt x="139" y="131"/>
                  <a:pt x="139" y="136"/>
                  <a:pt x="137" y="140"/>
                </a:cubicBezTo>
                <a:cubicBezTo>
                  <a:pt x="135" y="144"/>
                  <a:pt x="131" y="146"/>
                  <a:pt x="124" y="146"/>
                </a:cubicBezTo>
                <a:cubicBezTo>
                  <a:pt x="15" y="146"/>
                  <a:pt x="15" y="146"/>
                  <a:pt x="15" y="146"/>
                </a:cubicBezTo>
                <a:cubicBezTo>
                  <a:pt x="8" y="146"/>
                  <a:pt x="4" y="144"/>
                  <a:pt x="2" y="140"/>
                </a:cubicBezTo>
                <a:cubicBezTo>
                  <a:pt x="0" y="136"/>
                  <a:pt x="0" y="131"/>
                  <a:pt x="4" y="125"/>
                </a:cubicBezTo>
                <a:cubicBezTo>
                  <a:pt x="51" y="50"/>
                  <a:pt x="51" y="50"/>
                  <a:pt x="51" y="50"/>
                </a:cubicBezTo>
                <a:cubicBezTo>
                  <a:pt x="51" y="12"/>
                  <a:pt x="51" y="12"/>
                  <a:pt x="51" y="12"/>
                </a:cubicBezTo>
                <a:cubicBezTo>
                  <a:pt x="45" y="12"/>
                  <a:pt x="45" y="12"/>
                  <a:pt x="45" y="12"/>
                </a:cubicBezTo>
                <a:cubicBezTo>
                  <a:pt x="44" y="12"/>
                  <a:pt x="42" y="12"/>
                  <a:pt x="41" y="11"/>
                </a:cubicBezTo>
                <a:cubicBezTo>
                  <a:pt x="40" y="9"/>
                  <a:pt x="39" y="8"/>
                  <a:pt x="39" y="6"/>
                </a:cubicBezTo>
                <a:cubicBezTo>
                  <a:pt x="39" y="5"/>
                  <a:pt x="40" y="3"/>
                  <a:pt x="41" y="2"/>
                </a:cubicBezTo>
                <a:cubicBezTo>
                  <a:pt x="42" y="1"/>
                  <a:pt x="44" y="0"/>
                  <a:pt x="45" y="0"/>
                </a:cubicBezTo>
                <a:cubicBezTo>
                  <a:pt x="94" y="0"/>
                  <a:pt x="94" y="0"/>
                  <a:pt x="94" y="0"/>
                </a:cubicBezTo>
                <a:cubicBezTo>
                  <a:pt x="95" y="0"/>
                  <a:pt x="97" y="1"/>
                  <a:pt x="98" y="2"/>
                </a:cubicBezTo>
                <a:cubicBezTo>
                  <a:pt x="99" y="3"/>
                  <a:pt x="100" y="5"/>
                  <a:pt x="100" y="6"/>
                </a:cubicBezTo>
                <a:cubicBezTo>
                  <a:pt x="100" y="8"/>
                  <a:pt x="99" y="9"/>
                  <a:pt x="98" y="11"/>
                </a:cubicBezTo>
                <a:cubicBezTo>
                  <a:pt x="97" y="12"/>
                  <a:pt x="95" y="12"/>
                  <a:pt x="94" y="12"/>
                </a:cubicBezTo>
                <a:cubicBezTo>
                  <a:pt x="88" y="12"/>
                  <a:pt x="88" y="12"/>
                  <a:pt x="88" y="12"/>
                </a:cubicBezTo>
                <a:cubicBezTo>
                  <a:pt x="88" y="50"/>
                  <a:pt x="88" y="50"/>
                  <a:pt x="88" y="50"/>
                </a:cubicBezTo>
                <a:lnTo>
                  <a:pt x="135" y="125"/>
                </a:lnTo>
                <a:close/>
                <a:moveTo>
                  <a:pt x="61" y="57"/>
                </a:moveTo>
                <a:cubicBezTo>
                  <a:pt x="36" y="97"/>
                  <a:pt x="36" y="97"/>
                  <a:pt x="36" y="97"/>
                </a:cubicBezTo>
                <a:cubicBezTo>
                  <a:pt x="103" y="97"/>
                  <a:pt x="103" y="97"/>
                  <a:pt x="103" y="97"/>
                </a:cubicBezTo>
                <a:cubicBezTo>
                  <a:pt x="77" y="57"/>
                  <a:pt x="77" y="57"/>
                  <a:pt x="77" y="57"/>
                </a:cubicBezTo>
                <a:cubicBezTo>
                  <a:pt x="75" y="54"/>
                  <a:pt x="75" y="54"/>
                  <a:pt x="75" y="54"/>
                </a:cubicBezTo>
                <a:cubicBezTo>
                  <a:pt x="75" y="50"/>
                  <a:pt x="75" y="50"/>
                  <a:pt x="75" y="50"/>
                </a:cubicBezTo>
                <a:cubicBezTo>
                  <a:pt x="75" y="12"/>
                  <a:pt x="75" y="12"/>
                  <a:pt x="75" y="12"/>
                </a:cubicBezTo>
                <a:cubicBezTo>
                  <a:pt x="63" y="12"/>
                  <a:pt x="63" y="12"/>
                  <a:pt x="63" y="12"/>
                </a:cubicBezTo>
                <a:cubicBezTo>
                  <a:pt x="63" y="50"/>
                  <a:pt x="63" y="50"/>
                  <a:pt x="63" y="50"/>
                </a:cubicBezTo>
                <a:cubicBezTo>
                  <a:pt x="63" y="54"/>
                  <a:pt x="63" y="54"/>
                  <a:pt x="63" y="54"/>
                </a:cubicBezTo>
                <a:lnTo>
                  <a:pt x="61" y="57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75" name="Freeform 177"/>
          <p:cNvSpPr>
            <a:spLocks noEditPoints="1"/>
          </p:cNvSpPr>
          <p:nvPr/>
        </p:nvSpPr>
        <p:spPr bwMode="auto">
          <a:xfrm>
            <a:off x="5868006" y="3127528"/>
            <a:ext cx="244204" cy="192337"/>
          </a:xfrm>
          <a:custGeom>
            <a:avLst/>
            <a:gdLst>
              <a:gd name="T0" fmla="*/ 168 w 170"/>
              <a:gd name="T1" fmla="*/ 105 h 134"/>
              <a:gd name="T2" fmla="*/ 167 w 170"/>
              <a:gd name="T3" fmla="*/ 115 h 134"/>
              <a:gd name="T4" fmla="*/ 152 w 170"/>
              <a:gd name="T5" fmla="*/ 121 h 134"/>
              <a:gd name="T6" fmla="*/ 84 w 170"/>
              <a:gd name="T7" fmla="*/ 84 h 134"/>
              <a:gd name="T8" fmla="*/ 72 w 170"/>
              <a:gd name="T9" fmla="*/ 91 h 134"/>
              <a:gd name="T10" fmla="*/ 68 w 170"/>
              <a:gd name="T11" fmla="*/ 114 h 134"/>
              <a:gd name="T12" fmla="*/ 29 w 170"/>
              <a:gd name="T13" fmla="*/ 134 h 134"/>
              <a:gd name="T14" fmla="*/ 1 w 170"/>
              <a:gd name="T15" fmla="*/ 107 h 134"/>
              <a:gd name="T16" fmla="*/ 19 w 170"/>
              <a:gd name="T17" fmla="*/ 81 h 134"/>
              <a:gd name="T18" fmla="*/ 59 w 170"/>
              <a:gd name="T19" fmla="*/ 76 h 134"/>
              <a:gd name="T20" fmla="*/ 73 w 170"/>
              <a:gd name="T21" fmla="*/ 67 h 134"/>
              <a:gd name="T22" fmla="*/ 59 w 170"/>
              <a:gd name="T23" fmla="*/ 58 h 134"/>
              <a:gd name="T24" fmla="*/ 19 w 170"/>
              <a:gd name="T25" fmla="*/ 53 h 134"/>
              <a:gd name="T26" fmla="*/ 1 w 170"/>
              <a:gd name="T27" fmla="*/ 27 h 134"/>
              <a:gd name="T28" fmla="*/ 8 w 170"/>
              <a:gd name="T29" fmla="*/ 8 h 134"/>
              <a:gd name="T30" fmla="*/ 56 w 170"/>
              <a:gd name="T31" fmla="*/ 8 h 134"/>
              <a:gd name="T32" fmla="*/ 73 w 170"/>
              <a:gd name="T33" fmla="*/ 34 h 134"/>
              <a:gd name="T34" fmla="*/ 74 w 170"/>
              <a:gd name="T35" fmla="*/ 44 h 134"/>
              <a:gd name="T36" fmla="*/ 149 w 170"/>
              <a:gd name="T37" fmla="*/ 13 h 134"/>
              <a:gd name="T38" fmla="*/ 155 w 170"/>
              <a:gd name="T39" fmla="*/ 13 h 134"/>
              <a:gd name="T40" fmla="*/ 170 w 170"/>
              <a:gd name="T41" fmla="*/ 24 h 134"/>
              <a:gd name="T42" fmla="*/ 120 w 170"/>
              <a:gd name="T43" fmla="*/ 67 h 134"/>
              <a:gd name="T44" fmla="*/ 58 w 170"/>
              <a:gd name="T45" fmla="*/ 102 h 134"/>
              <a:gd name="T46" fmla="*/ 45 w 170"/>
              <a:gd name="T47" fmla="*/ 88 h 134"/>
              <a:gd name="T48" fmla="*/ 17 w 170"/>
              <a:gd name="T49" fmla="*/ 105 h 134"/>
              <a:gd name="T50" fmla="*/ 29 w 170"/>
              <a:gd name="T51" fmla="*/ 118 h 134"/>
              <a:gd name="T52" fmla="*/ 56 w 170"/>
              <a:gd name="T53" fmla="*/ 42 h 134"/>
              <a:gd name="T54" fmla="*/ 48 w 170"/>
              <a:gd name="T55" fmla="*/ 21 h 134"/>
              <a:gd name="T56" fmla="*/ 19 w 170"/>
              <a:gd name="T57" fmla="*/ 19 h 134"/>
              <a:gd name="T58" fmla="*/ 27 w 170"/>
              <a:gd name="T59" fmla="*/ 40 h 134"/>
              <a:gd name="T60" fmla="*/ 56 w 170"/>
              <a:gd name="T61" fmla="*/ 42 h 134"/>
              <a:gd name="T62" fmla="*/ 95 w 170"/>
              <a:gd name="T63" fmla="*/ 79 h 134"/>
              <a:gd name="T64" fmla="*/ 152 w 170"/>
              <a:gd name="T65" fmla="*/ 19 h 134"/>
              <a:gd name="T66" fmla="*/ 80 w 170"/>
              <a:gd name="T67" fmla="*/ 70 h 134"/>
              <a:gd name="T68" fmla="*/ 65 w 170"/>
              <a:gd name="T69" fmla="*/ 80 h 134"/>
              <a:gd name="T70" fmla="*/ 67 w 170"/>
              <a:gd name="T71" fmla="*/ 82 h 134"/>
              <a:gd name="T72" fmla="*/ 70 w 170"/>
              <a:gd name="T73" fmla="*/ 85 h 134"/>
              <a:gd name="T74" fmla="*/ 64 w 170"/>
              <a:gd name="T75" fmla="*/ 55 h 134"/>
              <a:gd name="T76" fmla="*/ 73 w 170"/>
              <a:gd name="T77" fmla="*/ 59 h 134"/>
              <a:gd name="T78" fmla="*/ 78 w 170"/>
              <a:gd name="T79" fmla="*/ 53 h 134"/>
              <a:gd name="T80" fmla="*/ 68 w 170"/>
              <a:gd name="T81" fmla="*/ 51 h 134"/>
              <a:gd name="T82" fmla="*/ 66 w 170"/>
              <a:gd name="T83" fmla="*/ 53 h 134"/>
              <a:gd name="T84" fmla="*/ 65 w 170"/>
              <a:gd name="T85" fmla="*/ 54 h 134"/>
              <a:gd name="T86" fmla="*/ 87 w 170"/>
              <a:gd name="T87" fmla="*/ 63 h 134"/>
              <a:gd name="T88" fmla="*/ 96 w 170"/>
              <a:gd name="T89" fmla="*/ 63 h 134"/>
              <a:gd name="T90" fmla="*/ 96 w 170"/>
              <a:gd name="T91" fmla="*/ 71 h 134"/>
              <a:gd name="T92" fmla="*/ 87 w 170"/>
              <a:gd name="T93" fmla="*/ 71 h 134"/>
              <a:gd name="T94" fmla="*/ 87 w 170"/>
              <a:gd name="T95" fmla="*/ 63 h 134"/>
              <a:gd name="T96" fmla="*/ 164 w 170"/>
              <a:gd name="T97" fmla="*/ 109 h 134"/>
              <a:gd name="T98" fmla="*/ 98 w 170"/>
              <a:gd name="T99" fmla="*/ 84 h 134"/>
              <a:gd name="T100" fmla="*/ 152 w 170"/>
              <a:gd name="T101" fmla="*/ 115 h 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70" h="134">
                <a:moveTo>
                  <a:pt x="120" y="67"/>
                </a:moveTo>
                <a:cubicBezTo>
                  <a:pt x="168" y="105"/>
                  <a:pt x="168" y="105"/>
                  <a:pt x="168" y="105"/>
                </a:cubicBezTo>
                <a:cubicBezTo>
                  <a:pt x="170" y="106"/>
                  <a:pt x="170" y="108"/>
                  <a:pt x="170" y="110"/>
                </a:cubicBezTo>
                <a:cubicBezTo>
                  <a:pt x="170" y="112"/>
                  <a:pt x="169" y="114"/>
                  <a:pt x="167" y="115"/>
                </a:cubicBezTo>
                <a:cubicBezTo>
                  <a:pt x="155" y="121"/>
                  <a:pt x="155" y="121"/>
                  <a:pt x="155" y="121"/>
                </a:cubicBezTo>
                <a:cubicBezTo>
                  <a:pt x="154" y="121"/>
                  <a:pt x="153" y="121"/>
                  <a:pt x="152" y="121"/>
                </a:cubicBezTo>
                <a:cubicBezTo>
                  <a:pt x="151" y="121"/>
                  <a:pt x="150" y="121"/>
                  <a:pt x="149" y="121"/>
                </a:cubicBezTo>
                <a:cubicBezTo>
                  <a:pt x="84" y="84"/>
                  <a:pt x="84" y="84"/>
                  <a:pt x="84" y="84"/>
                </a:cubicBezTo>
                <a:cubicBezTo>
                  <a:pt x="74" y="90"/>
                  <a:pt x="74" y="90"/>
                  <a:pt x="74" y="90"/>
                </a:cubicBezTo>
                <a:cubicBezTo>
                  <a:pt x="73" y="91"/>
                  <a:pt x="73" y="91"/>
                  <a:pt x="72" y="91"/>
                </a:cubicBezTo>
                <a:cubicBezTo>
                  <a:pt x="73" y="94"/>
                  <a:pt x="74" y="97"/>
                  <a:pt x="73" y="100"/>
                </a:cubicBezTo>
                <a:cubicBezTo>
                  <a:pt x="73" y="105"/>
                  <a:pt x="71" y="109"/>
                  <a:pt x="68" y="114"/>
                </a:cubicBezTo>
                <a:cubicBezTo>
                  <a:pt x="65" y="118"/>
                  <a:pt x="61" y="122"/>
                  <a:pt x="56" y="126"/>
                </a:cubicBezTo>
                <a:cubicBezTo>
                  <a:pt x="47" y="131"/>
                  <a:pt x="39" y="134"/>
                  <a:pt x="29" y="134"/>
                </a:cubicBezTo>
                <a:cubicBezTo>
                  <a:pt x="21" y="134"/>
                  <a:pt x="14" y="131"/>
                  <a:pt x="8" y="126"/>
                </a:cubicBezTo>
                <a:cubicBezTo>
                  <a:pt x="3" y="121"/>
                  <a:pt x="0" y="114"/>
                  <a:pt x="1" y="107"/>
                </a:cubicBezTo>
                <a:cubicBezTo>
                  <a:pt x="1" y="102"/>
                  <a:pt x="3" y="97"/>
                  <a:pt x="6" y="93"/>
                </a:cubicBezTo>
                <a:cubicBezTo>
                  <a:pt x="9" y="88"/>
                  <a:pt x="13" y="84"/>
                  <a:pt x="19" y="81"/>
                </a:cubicBezTo>
                <a:cubicBezTo>
                  <a:pt x="27" y="76"/>
                  <a:pt x="36" y="73"/>
                  <a:pt x="45" y="73"/>
                </a:cubicBezTo>
                <a:cubicBezTo>
                  <a:pt x="50" y="73"/>
                  <a:pt x="55" y="74"/>
                  <a:pt x="59" y="76"/>
                </a:cubicBezTo>
                <a:cubicBezTo>
                  <a:pt x="60" y="75"/>
                  <a:pt x="60" y="74"/>
                  <a:pt x="61" y="74"/>
                </a:cubicBezTo>
                <a:cubicBezTo>
                  <a:pt x="73" y="67"/>
                  <a:pt x="73" y="67"/>
                  <a:pt x="73" y="67"/>
                </a:cubicBezTo>
                <a:cubicBezTo>
                  <a:pt x="61" y="60"/>
                  <a:pt x="61" y="60"/>
                  <a:pt x="61" y="60"/>
                </a:cubicBezTo>
                <a:cubicBezTo>
                  <a:pt x="60" y="60"/>
                  <a:pt x="60" y="59"/>
                  <a:pt x="59" y="58"/>
                </a:cubicBezTo>
                <a:cubicBezTo>
                  <a:pt x="55" y="60"/>
                  <a:pt x="50" y="61"/>
                  <a:pt x="45" y="61"/>
                </a:cubicBezTo>
                <a:cubicBezTo>
                  <a:pt x="36" y="61"/>
                  <a:pt x="27" y="58"/>
                  <a:pt x="19" y="53"/>
                </a:cubicBezTo>
                <a:cubicBezTo>
                  <a:pt x="13" y="50"/>
                  <a:pt x="9" y="46"/>
                  <a:pt x="6" y="41"/>
                </a:cubicBezTo>
                <a:cubicBezTo>
                  <a:pt x="3" y="37"/>
                  <a:pt x="1" y="32"/>
                  <a:pt x="1" y="27"/>
                </a:cubicBezTo>
                <a:cubicBezTo>
                  <a:pt x="1" y="24"/>
                  <a:pt x="1" y="20"/>
                  <a:pt x="2" y="17"/>
                </a:cubicBezTo>
                <a:cubicBezTo>
                  <a:pt x="4" y="13"/>
                  <a:pt x="6" y="10"/>
                  <a:pt x="8" y="8"/>
                </a:cubicBezTo>
                <a:cubicBezTo>
                  <a:pt x="14" y="3"/>
                  <a:pt x="21" y="0"/>
                  <a:pt x="29" y="0"/>
                </a:cubicBezTo>
                <a:cubicBezTo>
                  <a:pt x="39" y="0"/>
                  <a:pt x="47" y="3"/>
                  <a:pt x="56" y="8"/>
                </a:cubicBezTo>
                <a:cubicBezTo>
                  <a:pt x="61" y="12"/>
                  <a:pt x="65" y="16"/>
                  <a:pt x="68" y="20"/>
                </a:cubicBezTo>
                <a:cubicBezTo>
                  <a:pt x="71" y="24"/>
                  <a:pt x="73" y="29"/>
                  <a:pt x="73" y="34"/>
                </a:cubicBezTo>
                <a:cubicBezTo>
                  <a:pt x="74" y="37"/>
                  <a:pt x="73" y="40"/>
                  <a:pt x="72" y="43"/>
                </a:cubicBezTo>
                <a:cubicBezTo>
                  <a:pt x="73" y="43"/>
                  <a:pt x="73" y="43"/>
                  <a:pt x="74" y="44"/>
                </a:cubicBezTo>
                <a:cubicBezTo>
                  <a:pt x="84" y="50"/>
                  <a:pt x="84" y="50"/>
                  <a:pt x="84" y="50"/>
                </a:cubicBezTo>
                <a:cubicBezTo>
                  <a:pt x="149" y="13"/>
                  <a:pt x="149" y="13"/>
                  <a:pt x="149" y="13"/>
                </a:cubicBezTo>
                <a:cubicBezTo>
                  <a:pt x="150" y="13"/>
                  <a:pt x="151" y="13"/>
                  <a:pt x="152" y="13"/>
                </a:cubicBezTo>
                <a:cubicBezTo>
                  <a:pt x="153" y="13"/>
                  <a:pt x="154" y="13"/>
                  <a:pt x="155" y="13"/>
                </a:cubicBezTo>
                <a:cubicBezTo>
                  <a:pt x="167" y="19"/>
                  <a:pt x="167" y="19"/>
                  <a:pt x="167" y="19"/>
                </a:cubicBezTo>
                <a:cubicBezTo>
                  <a:pt x="169" y="20"/>
                  <a:pt x="170" y="22"/>
                  <a:pt x="170" y="24"/>
                </a:cubicBezTo>
                <a:cubicBezTo>
                  <a:pt x="170" y="26"/>
                  <a:pt x="170" y="28"/>
                  <a:pt x="168" y="29"/>
                </a:cubicBezTo>
                <a:lnTo>
                  <a:pt x="120" y="67"/>
                </a:lnTo>
                <a:close/>
                <a:moveTo>
                  <a:pt x="48" y="113"/>
                </a:moveTo>
                <a:cubicBezTo>
                  <a:pt x="53" y="110"/>
                  <a:pt x="56" y="106"/>
                  <a:pt x="58" y="102"/>
                </a:cubicBezTo>
                <a:cubicBezTo>
                  <a:pt x="59" y="98"/>
                  <a:pt x="59" y="94"/>
                  <a:pt x="56" y="92"/>
                </a:cubicBezTo>
                <a:cubicBezTo>
                  <a:pt x="53" y="89"/>
                  <a:pt x="50" y="88"/>
                  <a:pt x="45" y="88"/>
                </a:cubicBezTo>
                <a:cubicBezTo>
                  <a:pt x="39" y="88"/>
                  <a:pt x="33" y="90"/>
                  <a:pt x="27" y="94"/>
                </a:cubicBezTo>
                <a:cubicBezTo>
                  <a:pt x="22" y="97"/>
                  <a:pt x="18" y="101"/>
                  <a:pt x="17" y="105"/>
                </a:cubicBezTo>
                <a:cubicBezTo>
                  <a:pt x="15" y="109"/>
                  <a:pt x="16" y="112"/>
                  <a:pt x="19" y="115"/>
                </a:cubicBezTo>
                <a:cubicBezTo>
                  <a:pt x="21" y="117"/>
                  <a:pt x="25" y="118"/>
                  <a:pt x="29" y="118"/>
                </a:cubicBezTo>
                <a:cubicBezTo>
                  <a:pt x="36" y="118"/>
                  <a:pt x="42" y="117"/>
                  <a:pt x="48" y="113"/>
                </a:cubicBezTo>
                <a:close/>
                <a:moveTo>
                  <a:pt x="56" y="42"/>
                </a:moveTo>
                <a:cubicBezTo>
                  <a:pt x="59" y="40"/>
                  <a:pt x="59" y="36"/>
                  <a:pt x="58" y="32"/>
                </a:cubicBezTo>
                <a:cubicBezTo>
                  <a:pt x="56" y="28"/>
                  <a:pt x="53" y="24"/>
                  <a:pt x="48" y="21"/>
                </a:cubicBezTo>
                <a:cubicBezTo>
                  <a:pt x="42" y="17"/>
                  <a:pt x="36" y="16"/>
                  <a:pt x="29" y="16"/>
                </a:cubicBezTo>
                <a:cubicBezTo>
                  <a:pt x="25" y="16"/>
                  <a:pt x="21" y="17"/>
                  <a:pt x="19" y="19"/>
                </a:cubicBezTo>
                <a:cubicBezTo>
                  <a:pt x="16" y="22"/>
                  <a:pt x="15" y="25"/>
                  <a:pt x="17" y="29"/>
                </a:cubicBezTo>
                <a:cubicBezTo>
                  <a:pt x="18" y="33"/>
                  <a:pt x="22" y="37"/>
                  <a:pt x="27" y="40"/>
                </a:cubicBezTo>
                <a:cubicBezTo>
                  <a:pt x="33" y="44"/>
                  <a:pt x="39" y="46"/>
                  <a:pt x="45" y="46"/>
                </a:cubicBezTo>
                <a:cubicBezTo>
                  <a:pt x="50" y="46"/>
                  <a:pt x="53" y="45"/>
                  <a:pt x="56" y="42"/>
                </a:cubicBezTo>
                <a:close/>
                <a:moveTo>
                  <a:pt x="86" y="76"/>
                </a:moveTo>
                <a:cubicBezTo>
                  <a:pt x="95" y="79"/>
                  <a:pt x="95" y="79"/>
                  <a:pt x="95" y="79"/>
                </a:cubicBezTo>
                <a:cubicBezTo>
                  <a:pt x="164" y="25"/>
                  <a:pt x="164" y="25"/>
                  <a:pt x="164" y="25"/>
                </a:cubicBezTo>
                <a:cubicBezTo>
                  <a:pt x="152" y="19"/>
                  <a:pt x="152" y="19"/>
                  <a:pt x="152" y="19"/>
                </a:cubicBezTo>
                <a:cubicBezTo>
                  <a:pt x="80" y="59"/>
                  <a:pt x="80" y="59"/>
                  <a:pt x="80" y="59"/>
                </a:cubicBezTo>
                <a:cubicBezTo>
                  <a:pt x="80" y="70"/>
                  <a:pt x="80" y="70"/>
                  <a:pt x="80" y="70"/>
                </a:cubicBezTo>
                <a:cubicBezTo>
                  <a:pt x="64" y="79"/>
                  <a:pt x="64" y="79"/>
                  <a:pt x="64" y="79"/>
                </a:cubicBezTo>
                <a:cubicBezTo>
                  <a:pt x="65" y="80"/>
                  <a:pt x="65" y="80"/>
                  <a:pt x="65" y="80"/>
                </a:cubicBezTo>
                <a:cubicBezTo>
                  <a:pt x="65" y="80"/>
                  <a:pt x="66" y="80"/>
                  <a:pt x="66" y="80"/>
                </a:cubicBezTo>
                <a:cubicBezTo>
                  <a:pt x="66" y="81"/>
                  <a:pt x="67" y="81"/>
                  <a:pt x="67" y="82"/>
                </a:cubicBezTo>
                <a:cubicBezTo>
                  <a:pt x="67" y="82"/>
                  <a:pt x="68" y="82"/>
                  <a:pt x="68" y="83"/>
                </a:cubicBezTo>
                <a:cubicBezTo>
                  <a:pt x="70" y="85"/>
                  <a:pt x="70" y="85"/>
                  <a:pt x="70" y="85"/>
                </a:cubicBezTo>
                <a:lnTo>
                  <a:pt x="86" y="76"/>
                </a:lnTo>
                <a:close/>
                <a:moveTo>
                  <a:pt x="64" y="55"/>
                </a:moveTo>
                <a:cubicBezTo>
                  <a:pt x="73" y="60"/>
                  <a:pt x="73" y="60"/>
                  <a:pt x="73" y="60"/>
                </a:cubicBezTo>
                <a:cubicBezTo>
                  <a:pt x="73" y="59"/>
                  <a:pt x="73" y="59"/>
                  <a:pt x="73" y="59"/>
                </a:cubicBezTo>
                <a:cubicBezTo>
                  <a:pt x="73" y="57"/>
                  <a:pt x="75" y="55"/>
                  <a:pt x="77" y="54"/>
                </a:cubicBezTo>
                <a:cubicBezTo>
                  <a:pt x="78" y="53"/>
                  <a:pt x="78" y="53"/>
                  <a:pt x="78" y="53"/>
                </a:cubicBezTo>
                <a:cubicBezTo>
                  <a:pt x="70" y="49"/>
                  <a:pt x="70" y="49"/>
                  <a:pt x="70" y="49"/>
                </a:cubicBezTo>
                <a:cubicBezTo>
                  <a:pt x="68" y="51"/>
                  <a:pt x="68" y="51"/>
                  <a:pt x="68" y="51"/>
                </a:cubicBezTo>
                <a:cubicBezTo>
                  <a:pt x="68" y="51"/>
                  <a:pt x="68" y="52"/>
                  <a:pt x="67" y="52"/>
                </a:cubicBezTo>
                <a:cubicBezTo>
                  <a:pt x="67" y="53"/>
                  <a:pt x="66" y="53"/>
                  <a:pt x="66" y="53"/>
                </a:cubicBezTo>
                <a:cubicBezTo>
                  <a:pt x="66" y="54"/>
                  <a:pt x="66" y="54"/>
                  <a:pt x="66" y="54"/>
                </a:cubicBezTo>
                <a:cubicBezTo>
                  <a:pt x="65" y="54"/>
                  <a:pt x="65" y="54"/>
                  <a:pt x="65" y="54"/>
                </a:cubicBezTo>
                <a:lnTo>
                  <a:pt x="64" y="55"/>
                </a:lnTo>
                <a:close/>
                <a:moveTo>
                  <a:pt x="87" y="63"/>
                </a:moveTo>
                <a:cubicBezTo>
                  <a:pt x="89" y="62"/>
                  <a:pt x="90" y="61"/>
                  <a:pt x="92" y="61"/>
                </a:cubicBezTo>
                <a:cubicBezTo>
                  <a:pt x="93" y="61"/>
                  <a:pt x="95" y="62"/>
                  <a:pt x="96" y="63"/>
                </a:cubicBezTo>
                <a:cubicBezTo>
                  <a:pt x="97" y="64"/>
                  <a:pt x="98" y="65"/>
                  <a:pt x="98" y="67"/>
                </a:cubicBezTo>
                <a:cubicBezTo>
                  <a:pt x="98" y="69"/>
                  <a:pt x="97" y="70"/>
                  <a:pt x="96" y="71"/>
                </a:cubicBezTo>
                <a:cubicBezTo>
                  <a:pt x="95" y="72"/>
                  <a:pt x="93" y="73"/>
                  <a:pt x="92" y="73"/>
                </a:cubicBezTo>
                <a:cubicBezTo>
                  <a:pt x="90" y="73"/>
                  <a:pt x="89" y="72"/>
                  <a:pt x="87" y="71"/>
                </a:cubicBezTo>
                <a:cubicBezTo>
                  <a:pt x="86" y="70"/>
                  <a:pt x="86" y="69"/>
                  <a:pt x="86" y="67"/>
                </a:cubicBezTo>
                <a:cubicBezTo>
                  <a:pt x="86" y="65"/>
                  <a:pt x="86" y="64"/>
                  <a:pt x="87" y="63"/>
                </a:cubicBezTo>
                <a:close/>
                <a:moveTo>
                  <a:pt x="152" y="115"/>
                </a:moveTo>
                <a:cubicBezTo>
                  <a:pt x="164" y="109"/>
                  <a:pt x="164" y="109"/>
                  <a:pt x="164" y="109"/>
                </a:cubicBezTo>
                <a:cubicBezTo>
                  <a:pt x="115" y="71"/>
                  <a:pt x="115" y="71"/>
                  <a:pt x="115" y="71"/>
                </a:cubicBezTo>
                <a:cubicBezTo>
                  <a:pt x="98" y="84"/>
                  <a:pt x="98" y="84"/>
                  <a:pt x="98" y="84"/>
                </a:cubicBezTo>
                <a:cubicBezTo>
                  <a:pt x="98" y="84"/>
                  <a:pt x="98" y="84"/>
                  <a:pt x="97" y="84"/>
                </a:cubicBezTo>
                <a:lnTo>
                  <a:pt x="152" y="115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76" name="Freeform 178"/>
          <p:cNvSpPr>
            <a:spLocks noEditPoints="1"/>
          </p:cNvSpPr>
          <p:nvPr/>
        </p:nvSpPr>
        <p:spPr bwMode="auto">
          <a:xfrm>
            <a:off x="6170559" y="3092949"/>
            <a:ext cx="244204" cy="244204"/>
          </a:xfrm>
          <a:custGeom>
            <a:avLst/>
            <a:gdLst>
              <a:gd name="T0" fmla="*/ 160 w 170"/>
              <a:gd name="T1" fmla="*/ 37 h 170"/>
              <a:gd name="T2" fmla="*/ 167 w 170"/>
              <a:gd name="T3" fmla="*/ 39 h 170"/>
              <a:gd name="T4" fmla="*/ 170 w 170"/>
              <a:gd name="T5" fmla="*/ 46 h 170"/>
              <a:gd name="T6" fmla="*/ 170 w 170"/>
              <a:gd name="T7" fmla="*/ 161 h 170"/>
              <a:gd name="T8" fmla="*/ 167 w 170"/>
              <a:gd name="T9" fmla="*/ 167 h 170"/>
              <a:gd name="T10" fmla="*/ 160 w 170"/>
              <a:gd name="T11" fmla="*/ 170 h 170"/>
              <a:gd name="T12" fmla="*/ 70 w 170"/>
              <a:gd name="T13" fmla="*/ 170 h 170"/>
              <a:gd name="T14" fmla="*/ 63 w 170"/>
              <a:gd name="T15" fmla="*/ 167 h 170"/>
              <a:gd name="T16" fmla="*/ 61 w 170"/>
              <a:gd name="T17" fmla="*/ 161 h 170"/>
              <a:gd name="T18" fmla="*/ 61 w 170"/>
              <a:gd name="T19" fmla="*/ 133 h 170"/>
              <a:gd name="T20" fmla="*/ 9 w 170"/>
              <a:gd name="T21" fmla="*/ 133 h 170"/>
              <a:gd name="T22" fmla="*/ 3 w 170"/>
              <a:gd name="T23" fmla="*/ 131 h 170"/>
              <a:gd name="T24" fmla="*/ 0 w 170"/>
              <a:gd name="T25" fmla="*/ 124 h 170"/>
              <a:gd name="T26" fmla="*/ 0 w 170"/>
              <a:gd name="T27" fmla="*/ 61 h 170"/>
              <a:gd name="T28" fmla="*/ 2 w 170"/>
              <a:gd name="T29" fmla="*/ 52 h 170"/>
              <a:gd name="T30" fmla="*/ 7 w 170"/>
              <a:gd name="T31" fmla="*/ 45 h 170"/>
              <a:gd name="T32" fmla="*/ 45 w 170"/>
              <a:gd name="T33" fmla="*/ 7 h 170"/>
              <a:gd name="T34" fmla="*/ 52 w 170"/>
              <a:gd name="T35" fmla="*/ 2 h 170"/>
              <a:gd name="T36" fmla="*/ 61 w 170"/>
              <a:gd name="T37" fmla="*/ 0 h 170"/>
              <a:gd name="T38" fmla="*/ 100 w 170"/>
              <a:gd name="T39" fmla="*/ 0 h 170"/>
              <a:gd name="T40" fmla="*/ 106 w 170"/>
              <a:gd name="T41" fmla="*/ 3 h 170"/>
              <a:gd name="T42" fmla="*/ 109 w 170"/>
              <a:gd name="T43" fmla="*/ 9 h 170"/>
              <a:gd name="T44" fmla="*/ 109 w 170"/>
              <a:gd name="T45" fmla="*/ 40 h 170"/>
              <a:gd name="T46" fmla="*/ 121 w 170"/>
              <a:gd name="T47" fmla="*/ 37 h 170"/>
              <a:gd name="T48" fmla="*/ 160 w 170"/>
              <a:gd name="T49" fmla="*/ 37 h 170"/>
              <a:gd name="T50" fmla="*/ 67 w 170"/>
              <a:gd name="T51" fmla="*/ 82 h 170"/>
              <a:gd name="T52" fmla="*/ 97 w 170"/>
              <a:gd name="T53" fmla="*/ 52 h 170"/>
              <a:gd name="T54" fmla="*/ 97 w 170"/>
              <a:gd name="T55" fmla="*/ 12 h 170"/>
              <a:gd name="T56" fmla="*/ 61 w 170"/>
              <a:gd name="T57" fmla="*/ 12 h 170"/>
              <a:gd name="T58" fmla="*/ 61 w 170"/>
              <a:gd name="T59" fmla="*/ 52 h 170"/>
              <a:gd name="T60" fmla="*/ 58 w 170"/>
              <a:gd name="T61" fmla="*/ 58 h 170"/>
              <a:gd name="T62" fmla="*/ 52 w 170"/>
              <a:gd name="T63" fmla="*/ 61 h 170"/>
              <a:gd name="T64" fmla="*/ 12 w 170"/>
              <a:gd name="T65" fmla="*/ 61 h 170"/>
              <a:gd name="T66" fmla="*/ 12 w 170"/>
              <a:gd name="T67" fmla="*/ 121 h 170"/>
              <a:gd name="T68" fmla="*/ 61 w 170"/>
              <a:gd name="T69" fmla="*/ 121 h 170"/>
              <a:gd name="T70" fmla="*/ 61 w 170"/>
              <a:gd name="T71" fmla="*/ 97 h 170"/>
              <a:gd name="T72" fmla="*/ 63 w 170"/>
              <a:gd name="T73" fmla="*/ 89 h 170"/>
              <a:gd name="T74" fmla="*/ 67 w 170"/>
              <a:gd name="T75" fmla="*/ 82 h 170"/>
              <a:gd name="T76" fmla="*/ 49 w 170"/>
              <a:gd name="T77" fmla="*/ 20 h 170"/>
              <a:gd name="T78" fmla="*/ 20 w 170"/>
              <a:gd name="T79" fmla="*/ 49 h 170"/>
              <a:gd name="T80" fmla="*/ 49 w 170"/>
              <a:gd name="T81" fmla="*/ 49 h 170"/>
              <a:gd name="T82" fmla="*/ 49 w 170"/>
              <a:gd name="T83" fmla="*/ 20 h 170"/>
              <a:gd name="T84" fmla="*/ 157 w 170"/>
              <a:gd name="T85" fmla="*/ 158 h 170"/>
              <a:gd name="T86" fmla="*/ 157 w 170"/>
              <a:gd name="T87" fmla="*/ 49 h 170"/>
              <a:gd name="T88" fmla="*/ 121 w 170"/>
              <a:gd name="T89" fmla="*/ 49 h 170"/>
              <a:gd name="T90" fmla="*/ 121 w 170"/>
              <a:gd name="T91" fmla="*/ 88 h 170"/>
              <a:gd name="T92" fmla="*/ 118 w 170"/>
              <a:gd name="T93" fmla="*/ 94 h 170"/>
              <a:gd name="T94" fmla="*/ 112 w 170"/>
              <a:gd name="T95" fmla="*/ 97 h 170"/>
              <a:gd name="T96" fmla="*/ 73 w 170"/>
              <a:gd name="T97" fmla="*/ 97 h 170"/>
              <a:gd name="T98" fmla="*/ 73 w 170"/>
              <a:gd name="T99" fmla="*/ 158 h 170"/>
              <a:gd name="T100" fmla="*/ 157 w 170"/>
              <a:gd name="T101" fmla="*/ 158 h 170"/>
              <a:gd name="T102" fmla="*/ 109 w 170"/>
              <a:gd name="T103" fmla="*/ 57 h 170"/>
              <a:gd name="T104" fmla="*/ 81 w 170"/>
              <a:gd name="T105" fmla="*/ 85 h 170"/>
              <a:gd name="T106" fmla="*/ 109 w 170"/>
              <a:gd name="T107" fmla="*/ 85 h 170"/>
              <a:gd name="T108" fmla="*/ 109 w 170"/>
              <a:gd name="T109" fmla="*/ 57 h 1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70" h="170">
                <a:moveTo>
                  <a:pt x="160" y="37"/>
                </a:moveTo>
                <a:cubicBezTo>
                  <a:pt x="163" y="37"/>
                  <a:pt x="165" y="37"/>
                  <a:pt x="167" y="39"/>
                </a:cubicBezTo>
                <a:cubicBezTo>
                  <a:pt x="169" y="41"/>
                  <a:pt x="170" y="43"/>
                  <a:pt x="170" y="46"/>
                </a:cubicBezTo>
                <a:cubicBezTo>
                  <a:pt x="170" y="161"/>
                  <a:pt x="170" y="161"/>
                  <a:pt x="170" y="161"/>
                </a:cubicBezTo>
                <a:cubicBezTo>
                  <a:pt x="170" y="163"/>
                  <a:pt x="169" y="165"/>
                  <a:pt x="167" y="167"/>
                </a:cubicBezTo>
                <a:cubicBezTo>
                  <a:pt x="165" y="169"/>
                  <a:pt x="163" y="170"/>
                  <a:pt x="160" y="170"/>
                </a:cubicBezTo>
                <a:cubicBezTo>
                  <a:pt x="70" y="170"/>
                  <a:pt x="70" y="170"/>
                  <a:pt x="70" y="170"/>
                </a:cubicBezTo>
                <a:cubicBezTo>
                  <a:pt x="67" y="170"/>
                  <a:pt x="65" y="169"/>
                  <a:pt x="63" y="167"/>
                </a:cubicBezTo>
                <a:cubicBezTo>
                  <a:pt x="62" y="165"/>
                  <a:pt x="61" y="163"/>
                  <a:pt x="61" y="161"/>
                </a:cubicBezTo>
                <a:cubicBezTo>
                  <a:pt x="61" y="133"/>
                  <a:pt x="61" y="133"/>
                  <a:pt x="61" y="133"/>
                </a:cubicBezTo>
                <a:cubicBezTo>
                  <a:pt x="9" y="133"/>
                  <a:pt x="9" y="133"/>
                  <a:pt x="9" y="133"/>
                </a:cubicBezTo>
                <a:cubicBezTo>
                  <a:pt x="7" y="133"/>
                  <a:pt x="5" y="132"/>
                  <a:pt x="3" y="131"/>
                </a:cubicBezTo>
                <a:cubicBezTo>
                  <a:pt x="1" y="129"/>
                  <a:pt x="0" y="127"/>
                  <a:pt x="0" y="124"/>
                </a:cubicBezTo>
                <a:cubicBezTo>
                  <a:pt x="0" y="61"/>
                  <a:pt x="0" y="61"/>
                  <a:pt x="0" y="61"/>
                </a:cubicBezTo>
                <a:cubicBezTo>
                  <a:pt x="0" y="58"/>
                  <a:pt x="1" y="55"/>
                  <a:pt x="2" y="52"/>
                </a:cubicBezTo>
                <a:cubicBezTo>
                  <a:pt x="3" y="49"/>
                  <a:pt x="5" y="47"/>
                  <a:pt x="7" y="45"/>
                </a:cubicBezTo>
                <a:cubicBezTo>
                  <a:pt x="45" y="7"/>
                  <a:pt x="45" y="7"/>
                  <a:pt x="45" y="7"/>
                </a:cubicBezTo>
                <a:cubicBezTo>
                  <a:pt x="47" y="5"/>
                  <a:pt x="49" y="3"/>
                  <a:pt x="52" y="2"/>
                </a:cubicBezTo>
                <a:cubicBezTo>
                  <a:pt x="55" y="1"/>
                  <a:pt x="58" y="0"/>
                  <a:pt x="61" y="0"/>
                </a:cubicBezTo>
                <a:cubicBezTo>
                  <a:pt x="100" y="0"/>
                  <a:pt x="100" y="0"/>
                  <a:pt x="100" y="0"/>
                </a:cubicBezTo>
                <a:cubicBezTo>
                  <a:pt x="102" y="0"/>
                  <a:pt x="105" y="1"/>
                  <a:pt x="106" y="3"/>
                </a:cubicBezTo>
                <a:cubicBezTo>
                  <a:pt x="108" y="5"/>
                  <a:pt x="109" y="7"/>
                  <a:pt x="109" y="9"/>
                </a:cubicBezTo>
                <a:cubicBezTo>
                  <a:pt x="109" y="40"/>
                  <a:pt x="109" y="40"/>
                  <a:pt x="109" y="40"/>
                </a:cubicBezTo>
                <a:cubicBezTo>
                  <a:pt x="113" y="38"/>
                  <a:pt x="117" y="37"/>
                  <a:pt x="121" y="37"/>
                </a:cubicBezTo>
                <a:lnTo>
                  <a:pt x="160" y="37"/>
                </a:lnTo>
                <a:close/>
                <a:moveTo>
                  <a:pt x="67" y="82"/>
                </a:moveTo>
                <a:cubicBezTo>
                  <a:pt x="97" y="52"/>
                  <a:pt x="97" y="52"/>
                  <a:pt x="97" y="52"/>
                </a:cubicBezTo>
                <a:cubicBezTo>
                  <a:pt x="97" y="12"/>
                  <a:pt x="97" y="12"/>
                  <a:pt x="97" y="12"/>
                </a:cubicBezTo>
                <a:cubicBezTo>
                  <a:pt x="61" y="12"/>
                  <a:pt x="61" y="12"/>
                  <a:pt x="61" y="12"/>
                </a:cubicBezTo>
                <a:cubicBezTo>
                  <a:pt x="61" y="52"/>
                  <a:pt x="61" y="52"/>
                  <a:pt x="61" y="52"/>
                </a:cubicBezTo>
                <a:cubicBezTo>
                  <a:pt x="61" y="54"/>
                  <a:pt x="60" y="56"/>
                  <a:pt x="58" y="58"/>
                </a:cubicBezTo>
                <a:cubicBezTo>
                  <a:pt x="56" y="60"/>
                  <a:pt x="54" y="61"/>
                  <a:pt x="52" y="61"/>
                </a:cubicBezTo>
                <a:cubicBezTo>
                  <a:pt x="12" y="61"/>
                  <a:pt x="12" y="61"/>
                  <a:pt x="12" y="61"/>
                </a:cubicBezTo>
                <a:cubicBezTo>
                  <a:pt x="12" y="121"/>
                  <a:pt x="12" y="121"/>
                  <a:pt x="12" y="121"/>
                </a:cubicBezTo>
                <a:cubicBezTo>
                  <a:pt x="61" y="121"/>
                  <a:pt x="61" y="121"/>
                  <a:pt x="61" y="121"/>
                </a:cubicBezTo>
                <a:cubicBezTo>
                  <a:pt x="61" y="97"/>
                  <a:pt x="61" y="97"/>
                  <a:pt x="61" y="97"/>
                </a:cubicBezTo>
                <a:cubicBezTo>
                  <a:pt x="61" y="95"/>
                  <a:pt x="61" y="92"/>
                  <a:pt x="63" y="89"/>
                </a:cubicBezTo>
                <a:cubicBezTo>
                  <a:pt x="64" y="86"/>
                  <a:pt x="65" y="83"/>
                  <a:pt x="67" y="82"/>
                </a:cubicBezTo>
                <a:close/>
                <a:moveTo>
                  <a:pt x="49" y="20"/>
                </a:moveTo>
                <a:cubicBezTo>
                  <a:pt x="20" y="49"/>
                  <a:pt x="20" y="49"/>
                  <a:pt x="20" y="49"/>
                </a:cubicBezTo>
                <a:cubicBezTo>
                  <a:pt x="49" y="49"/>
                  <a:pt x="49" y="49"/>
                  <a:pt x="49" y="49"/>
                </a:cubicBezTo>
                <a:lnTo>
                  <a:pt x="49" y="20"/>
                </a:lnTo>
                <a:close/>
                <a:moveTo>
                  <a:pt x="157" y="158"/>
                </a:moveTo>
                <a:cubicBezTo>
                  <a:pt x="157" y="49"/>
                  <a:pt x="157" y="49"/>
                  <a:pt x="157" y="49"/>
                </a:cubicBezTo>
                <a:cubicBezTo>
                  <a:pt x="121" y="49"/>
                  <a:pt x="121" y="49"/>
                  <a:pt x="121" y="49"/>
                </a:cubicBezTo>
                <a:cubicBezTo>
                  <a:pt x="121" y="88"/>
                  <a:pt x="121" y="88"/>
                  <a:pt x="121" y="88"/>
                </a:cubicBezTo>
                <a:cubicBezTo>
                  <a:pt x="121" y="90"/>
                  <a:pt x="120" y="93"/>
                  <a:pt x="118" y="94"/>
                </a:cubicBezTo>
                <a:cubicBezTo>
                  <a:pt x="117" y="96"/>
                  <a:pt x="115" y="97"/>
                  <a:pt x="112" y="97"/>
                </a:cubicBezTo>
                <a:cubicBezTo>
                  <a:pt x="73" y="97"/>
                  <a:pt x="73" y="97"/>
                  <a:pt x="73" y="97"/>
                </a:cubicBezTo>
                <a:cubicBezTo>
                  <a:pt x="73" y="158"/>
                  <a:pt x="73" y="158"/>
                  <a:pt x="73" y="158"/>
                </a:cubicBezTo>
                <a:lnTo>
                  <a:pt x="157" y="158"/>
                </a:lnTo>
                <a:close/>
                <a:moveTo>
                  <a:pt x="109" y="57"/>
                </a:moveTo>
                <a:cubicBezTo>
                  <a:pt x="81" y="85"/>
                  <a:pt x="81" y="85"/>
                  <a:pt x="81" y="85"/>
                </a:cubicBezTo>
                <a:cubicBezTo>
                  <a:pt x="109" y="85"/>
                  <a:pt x="109" y="85"/>
                  <a:pt x="109" y="85"/>
                </a:cubicBezTo>
                <a:lnTo>
                  <a:pt x="109" y="57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77" name="Freeform 179"/>
          <p:cNvSpPr>
            <a:spLocks/>
          </p:cNvSpPr>
          <p:nvPr/>
        </p:nvSpPr>
        <p:spPr bwMode="auto">
          <a:xfrm>
            <a:off x="6473112" y="3112399"/>
            <a:ext cx="190176" cy="205304"/>
          </a:xfrm>
          <a:custGeom>
            <a:avLst/>
            <a:gdLst>
              <a:gd name="T0" fmla="*/ 132 w 132"/>
              <a:gd name="T1" fmla="*/ 118 h 144"/>
              <a:gd name="T2" fmla="*/ 125 w 132"/>
              <a:gd name="T3" fmla="*/ 137 h 144"/>
              <a:gd name="T4" fmla="*/ 106 w 132"/>
              <a:gd name="T5" fmla="*/ 144 h 144"/>
              <a:gd name="T6" fmla="*/ 84 w 132"/>
              <a:gd name="T7" fmla="*/ 135 h 144"/>
              <a:gd name="T8" fmla="*/ 10 w 132"/>
              <a:gd name="T9" fmla="*/ 61 h 144"/>
              <a:gd name="T10" fmla="*/ 0 w 132"/>
              <a:gd name="T11" fmla="*/ 36 h 144"/>
              <a:gd name="T12" fmla="*/ 10 w 132"/>
              <a:gd name="T13" fmla="*/ 10 h 144"/>
              <a:gd name="T14" fmla="*/ 36 w 132"/>
              <a:gd name="T15" fmla="*/ 0 h 144"/>
              <a:gd name="T16" fmla="*/ 61 w 132"/>
              <a:gd name="T17" fmla="*/ 10 h 144"/>
              <a:gd name="T18" fmla="*/ 119 w 132"/>
              <a:gd name="T19" fmla="*/ 68 h 144"/>
              <a:gd name="T20" fmla="*/ 120 w 132"/>
              <a:gd name="T21" fmla="*/ 70 h 144"/>
              <a:gd name="T22" fmla="*/ 117 w 132"/>
              <a:gd name="T23" fmla="*/ 74 h 144"/>
              <a:gd name="T24" fmla="*/ 112 w 132"/>
              <a:gd name="T25" fmla="*/ 77 h 144"/>
              <a:gd name="T26" fmla="*/ 110 w 132"/>
              <a:gd name="T27" fmla="*/ 76 h 144"/>
              <a:gd name="T28" fmla="*/ 53 w 132"/>
              <a:gd name="T29" fmla="*/ 19 h 144"/>
              <a:gd name="T30" fmla="*/ 36 w 132"/>
              <a:gd name="T31" fmla="*/ 11 h 144"/>
              <a:gd name="T32" fmla="*/ 19 w 132"/>
              <a:gd name="T33" fmla="*/ 19 h 144"/>
              <a:gd name="T34" fmla="*/ 12 w 132"/>
              <a:gd name="T35" fmla="*/ 36 h 144"/>
              <a:gd name="T36" fmla="*/ 19 w 132"/>
              <a:gd name="T37" fmla="*/ 53 h 144"/>
              <a:gd name="T38" fmla="*/ 92 w 132"/>
              <a:gd name="T39" fmla="*/ 126 h 144"/>
              <a:gd name="T40" fmla="*/ 106 w 132"/>
              <a:gd name="T41" fmla="*/ 132 h 144"/>
              <a:gd name="T42" fmla="*/ 116 w 132"/>
              <a:gd name="T43" fmla="*/ 128 h 144"/>
              <a:gd name="T44" fmla="*/ 120 w 132"/>
              <a:gd name="T45" fmla="*/ 118 h 144"/>
              <a:gd name="T46" fmla="*/ 114 w 132"/>
              <a:gd name="T47" fmla="*/ 104 h 144"/>
              <a:gd name="T48" fmla="*/ 59 w 132"/>
              <a:gd name="T49" fmla="*/ 50 h 144"/>
              <a:gd name="T50" fmla="*/ 54 w 132"/>
              <a:gd name="T51" fmla="*/ 47 h 144"/>
              <a:gd name="T52" fmla="*/ 49 w 132"/>
              <a:gd name="T53" fmla="*/ 49 h 144"/>
              <a:gd name="T54" fmla="*/ 47 w 132"/>
              <a:gd name="T55" fmla="*/ 54 h 144"/>
              <a:gd name="T56" fmla="*/ 50 w 132"/>
              <a:gd name="T57" fmla="*/ 59 h 144"/>
              <a:gd name="T58" fmla="*/ 88 w 132"/>
              <a:gd name="T59" fmla="*/ 98 h 144"/>
              <a:gd name="T60" fmla="*/ 89 w 132"/>
              <a:gd name="T61" fmla="*/ 100 h 144"/>
              <a:gd name="T62" fmla="*/ 86 w 132"/>
              <a:gd name="T63" fmla="*/ 104 h 144"/>
              <a:gd name="T64" fmla="*/ 82 w 132"/>
              <a:gd name="T65" fmla="*/ 107 h 144"/>
              <a:gd name="T66" fmla="*/ 80 w 132"/>
              <a:gd name="T67" fmla="*/ 106 h 144"/>
              <a:gd name="T68" fmla="*/ 41 w 132"/>
              <a:gd name="T69" fmla="*/ 68 h 144"/>
              <a:gd name="T70" fmla="*/ 35 w 132"/>
              <a:gd name="T71" fmla="*/ 54 h 144"/>
              <a:gd name="T72" fmla="*/ 40 w 132"/>
              <a:gd name="T73" fmla="*/ 40 h 144"/>
              <a:gd name="T74" fmla="*/ 54 w 132"/>
              <a:gd name="T75" fmla="*/ 35 h 144"/>
              <a:gd name="T76" fmla="*/ 68 w 132"/>
              <a:gd name="T77" fmla="*/ 41 h 144"/>
              <a:gd name="T78" fmla="*/ 123 w 132"/>
              <a:gd name="T79" fmla="*/ 96 h 144"/>
              <a:gd name="T80" fmla="*/ 132 w 132"/>
              <a:gd name="T81" fmla="*/ 118 h 1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32" h="144">
                <a:moveTo>
                  <a:pt x="132" y="118"/>
                </a:moveTo>
                <a:cubicBezTo>
                  <a:pt x="132" y="126"/>
                  <a:pt x="130" y="132"/>
                  <a:pt x="125" y="137"/>
                </a:cubicBezTo>
                <a:cubicBezTo>
                  <a:pt x="120" y="142"/>
                  <a:pt x="113" y="144"/>
                  <a:pt x="106" y="144"/>
                </a:cubicBezTo>
                <a:cubicBezTo>
                  <a:pt x="98" y="144"/>
                  <a:pt x="90" y="141"/>
                  <a:pt x="84" y="135"/>
                </a:cubicBezTo>
                <a:cubicBezTo>
                  <a:pt x="10" y="61"/>
                  <a:pt x="10" y="61"/>
                  <a:pt x="10" y="61"/>
                </a:cubicBezTo>
                <a:cubicBezTo>
                  <a:pt x="3" y="54"/>
                  <a:pt x="0" y="46"/>
                  <a:pt x="0" y="36"/>
                </a:cubicBezTo>
                <a:cubicBezTo>
                  <a:pt x="0" y="26"/>
                  <a:pt x="3" y="17"/>
                  <a:pt x="10" y="10"/>
                </a:cubicBezTo>
                <a:cubicBezTo>
                  <a:pt x="17" y="3"/>
                  <a:pt x="26" y="0"/>
                  <a:pt x="36" y="0"/>
                </a:cubicBezTo>
                <a:cubicBezTo>
                  <a:pt x="46" y="0"/>
                  <a:pt x="54" y="3"/>
                  <a:pt x="61" y="10"/>
                </a:cubicBezTo>
                <a:cubicBezTo>
                  <a:pt x="119" y="68"/>
                  <a:pt x="119" y="68"/>
                  <a:pt x="119" y="68"/>
                </a:cubicBezTo>
                <a:cubicBezTo>
                  <a:pt x="119" y="68"/>
                  <a:pt x="120" y="69"/>
                  <a:pt x="120" y="70"/>
                </a:cubicBezTo>
                <a:cubicBezTo>
                  <a:pt x="120" y="71"/>
                  <a:pt x="119" y="72"/>
                  <a:pt x="117" y="74"/>
                </a:cubicBezTo>
                <a:cubicBezTo>
                  <a:pt x="115" y="76"/>
                  <a:pt x="113" y="77"/>
                  <a:pt x="112" y="77"/>
                </a:cubicBezTo>
                <a:cubicBezTo>
                  <a:pt x="111" y="77"/>
                  <a:pt x="111" y="77"/>
                  <a:pt x="110" y="76"/>
                </a:cubicBezTo>
                <a:cubicBezTo>
                  <a:pt x="53" y="19"/>
                  <a:pt x="53" y="19"/>
                  <a:pt x="53" y="19"/>
                </a:cubicBezTo>
                <a:cubicBezTo>
                  <a:pt x="48" y="14"/>
                  <a:pt x="42" y="11"/>
                  <a:pt x="36" y="11"/>
                </a:cubicBezTo>
                <a:cubicBezTo>
                  <a:pt x="29" y="11"/>
                  <a:pt x="23" y="14"/>
                  <a:pt x="19" y="19"/>
                </a:cubicBezTo>
                <a:cubicBezTo>
                  <a:pt x="14" y="23"/>
                  <a:pt x="12" y="29"/>
                  <a:pt x="12" y="36"/>
                </a:cubicBezTo>
                <a:cubicBezTo>
                  <a:pt x="12" y="42"/>
                  <a:pt x="14" y="48"/>
                  <a:pt x="19" y="53"/>
                </a:cubicBezTo>
                <a:cubicBezTo>
                  <a:pt x="92" y="126"/>
                  <a:pt x="92" y="126"/>
                  <a:pt x="92" y="126"/>
                </a:cubicBezTo>
                <a:cubicBezTo>
                  <a:pt x="96" y="130"/>
                  <a:pt x="101" y="132"/>
                  <a:pt x="106" y="132"/>
                </a:cubicBezTo>
                <a:cubicBezTo>
                  <a:pt x="110" y="132"/>
                  <a:pt x="113" y="131"/>
                  <a:pt x="116" y="128"/>
                </a:cubicBezTo>
                <a:cubicBezTo>
                  <a:pt x="119" y="126"/>
                  <a:pt x="120" y="122"/>
                  <a:pt x="120" y="118"/>
                </a:cubicBezTo>
                <a:cubicBezTo>
                  <a:pt x="120" y="113"/>
                  <a:pt x="118" y="108"/>
                  <a:pt x="114" y="104"/>
                </a:cubicBezTo>
                <a:cubicBezTo>
                  <a:pt x="59" y="50"/>
                  <a:pt x="59" y="50"/>
                  <a:pt x="59" y="50"/>
                </a:cubicBezTo>
                <a:cubicBezTo>
                  <a:pt x="58" y="48"/>
                  <a:pt x="56" y="47"/>
                  <a:pt x="54" y="47"/>
                </a:cubicBezTo>
                <a:cubicBezTo>
                  <a:pt x="52" y="47"/>
                  <a:pt x="50" y="48"/>
                  <a:pt x="49" y="49"/>
                </a:cubicBezTo>
                <a:cubicBezTo>
                  <a:pt x="48" y="50"/>
                  <a:pt x="47" y="52"/>
                  <a:pt x="47" y="54"/>
                </a:cubicBezTo>
                <a:cubicBezTo>
                  <a:pt x="47" y="56"/>
                  <a:pt x="48" y="57"/>
                  <a:pt x="50" y="59"/>
                </a:cubicBezTo>
                <a:cubicBezTo>
                  <a:pt x="88" y="98"/>
                  <a:pt x="88" y="98"/>
                  <a:pt x="88" y="98"/>
                </a:cubicBezTo>
                <a:cubicBezTo>
                  <a:pt x="89" y="99"/>
                  <a:pt x="89" y="99"/>
                  <a:pt x="89" y="100"/>
                </a:cubicBezTo>
                <a:cubicBezTo>
                  <a:pt x="89" y="101"/>
                  <a:pt x="88" y="103"/>
                  <a:pt x="86" y="104"/>
                </a:cubicBezTo>
                <a:cubicBezTo>
                  <a:pt x="84" y="106"/>
                  <a:pt x="83" y="107"/>
                  <a:pt x="82" y="107"/>
                </a:cubicBezTo>
                <a:cubicBezTo>
                  <a:pt x="81" y="107"/>
                  <a:pt x="80" y="107"/>
                  <a:pt x="80" y="106"/>
                </a:cubicBezTo>
                <a:cubicBezTo>
                  <a:pt x="41" y="68"/>
                  <a:pt x="41" y="68"/>
                  <a:pt x="41" y="68"/>
                </a:cubicBezTo>
                <a:cubicBezTo>
                  <a:pt x="37" y="64"/>
                  <a:pt x="35" y="59"/>
                  <a:pt x="35" y="54"/>
                </a:cubicBezTo>
                <a:cubicBezTo>
                  <a:pt x="35" y="48"/>
                  <a:pt x="37" y="44"/>
                  <a:pt x="40" y="40"/>
                </a:cubicBezTo>
                <a:cubicBezTo>
                  <a:pt x="44" y="37"/>
                  <a:pt x="48" y="35"/>
                  <a:pt x="54" y="35"/>
                </a:cubicBezTo>
                <a:cubicBezTo>
                  <a:pt x="59" y="35"/>
                  <a:pt x="64" y="37"/>
                  <a:pt x="68" y="41"/>
                </a:cubicBezTo>
                <a:cubicBezTo>
                  <a:pt x="123" y="96"/>
                  <a:pt x="123" y="96"/>
                  <a:pt x="123" y="96"/>
                </a:cubicBezTo>
                <a:cubicBezTo>
                  <a:pt x="129" y="102"/>
                  <a:pt x="132" y="110"/>
                  <a:pt x="132" y="118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78" name="Freeform 180"/>
          <p:cNvSpPr>
            <a:spLocks noEditPoints="1"/>
          </p:cNvSpPr>
          <p:nvPr/>
        </p:nvSpPr>
        <p:spPr bwMode="auto">
          <a:xfrm>
            <a:off x="6721637" y="3110237"/>
            <a:ext cx="207464" cy="209627"/>
          </a:xfrm>
          <a:custGeom>
            <a:avLst/>
            <a:gdLst>
              <a:gd name="T0" fmla="*/ 145 w 145"/>
              <a:gd name="T1" fmla="*/ 49 h 146"/>
              <a:gd name="T2" fmla="*/ 145 w 145"/>
              <a:gd name="T3" fmla="*/ 136 h 146"/>
              <a:gd name="T4" fmla="*/ 143 w 145"/>
              <a:gd name="T5" fmla="*/ 143 h 146"/>
              <a:gd name="T6" fmla="*/ 136 w 145"/>
              <a:gd name="T7" fmla="*/ 146 h 146"/>
              <a:gd name="T8" fmla="*/ 9 w 145"/>
              <a:gd name="T9" fmla="*/ 146 h 146"/>
              <a:gd name="T10" fmla="*/ 3 w 145"/>
              <a:gd name="T11" fmla="*/ 143 h 146"/>
              <a:gd name="T12" fmla="*/ 0 w 145"/>
              <a:gd name="T13" fmla="*/ 136 h 146"/>
              <a:gd name="T14" fmla="*/ 0 w 145"/>
              <a:gd name="T15" fmla="*/ 9 h 146"/>
              <a:gd name="T16" fmla="*/ 3 w 145"/>
              <a:gd name="T17" fmla="*/ 3 h 146"/>
              <a:gd name="T18" fmla="*/ 9 w 145"/>
              <a:gd name="T19" fmla="*/ 0 h 146"/>
              <a:gd name="T20" fmla="*/ 97 w 145"/>
              <a:gd name="T21" fmla="*/ 0 h 146"/>
              <a:gd name="T22" fmla="*/ 105 w 145"/>
              <a:gd name="T23" fmla="*/ 2 h 146"/>
              <a:gd name="T24" fmla="*/ 113 w 145"/>
              <a:gd name="T25" fmla="*/ 7 h 146"/>
              <a:gd name="T26" fmla="*/ 139 w 145"/>
              <a:gd name="T27" fmla="*/ 33 h 146"/>
              <a:gd name="T28" fmla="*/ 144 w 145"/>
              <a:gd name="T29" fmla="*/ 40 h 146"/>
              <a:gd name="T30" fmla="*/ 145 w 145"/>
              <a:gd name="T31" fmla="*/ 49 h 146"/>
              <a:gd name="T32" fmla="*/ 121 w 145"/>
              <a:gd name="T33" fmla="*/ 133 h 146"/>
              <a:gd name="T34" fmla="*/ 133 w 145"/>
              <a:gd name="T35" fmla="*/ 133 h 146"/>
              <a:gd name="T36" fmla="*/ 133 w 145"/>
              <a:gd name="T37" fmla="*/ 49 h 146"/>
              <a:gd name="T38" fmla="*/ 132 w 145"/>
              <a:gd name="T39" fmla="*/ 45 h 146"/>
              <a:gd name="T40" fmla="*/ 131 w 145"/>
              <a:gd name="T41" fmla="*/ 42 h 146"/>
              <a:gd name="T42" fmla="*/ 104 w 145"/>
              <a:gd name="T43" fmla="*/ 15 h 146"/>
              <a:gd name="T44" fmla="*/ 101 w 145"/>
              <a:gd name="T45" fmla="*/ 13 h 146"/>
              <a:gd name="T46" fmla="*/ 97 w 145"/>
              <a:gd name="T47" fmla="*/ 12 h 146"/>
              <a:gd name="T48" fmla="*/ 97 w 145"/>
              <a:gd name="T49" fmla="*/ 52 h 146"/>
              <a:gd name="T50" fmla="*/ 94 w 145"/>
              <a:gd name="T51" fmla="*/ 58 h 146"/>
              <a:gd name="T52" fmla="*/ 88 w 145"/>
              <a:gd name="T53" fmla="*/ 61 h 146"/>
              <a:gd name="T54" fmla="*/ 34 w 145"/>
              <a:gd name="T55" fmla="*/ 61 h 146"/>
              <a:gd name="T56" fmla="*/ 27 w 145"/>
              <a:gd name="T57" fmla="*/ 58 h 146"/>
              <a:gd name="T58" fmla="*/ 24 w 145"/>
              <a:gd name="T59" fmla="*/ 52 h 146"/>
              <a:gd name="T60" fmla="*/ 24 w 145"/>
              <a:gd name="T61" fmla="*/ 12 h 146"/>
              <a:gd name="T62" fmla="*/ 12 w 145"/>
              <a:gd name="T63" fmla="*/ 12 h 146"/>
              <a:gd name="T64" fmla="*/ 12 w 145"/>
              <a:gd name="T65" fmla="*/ 133 h 146"/>
              <a:gd name="T66" fmla="*/ 24 w 145"/>
              <a:gd name="T67" fmla="*/ 133 h 146"/>
              <a:gd name="T68" fmla="*/ 24 w 145"/>
              <a:gd name="T69" fmla="*/ 94 h 146"/>
              <a:gd name="T70" fmla="*/ 27 w 145"/>
              <a:gd name="T71" fmla="*/ 88 h 146"/>
              <a:gd name="T72" fmla="*/ 34 w 145"/>
              <a:gd name="T73" fmla="*/ 85 h 146"/>
              <a:gd name="T74" fmla="*/ 112 w 145"/>
              <a:gd name="T75" fmla="*/ 85 h 146"/>
              <a:gd name="T76" fmla="*/ 119 w 145"/>
              <a:gd name="T77" fmla="*/ 88 h 146"/>
              <a:gd name="T78" fmla="*/ 121 w 145"/>
              <a:gd name="T79" fmla="*/ 94 h 146"/>
              <a:gd name="T80" fmla="*/ 121 w 145"/>
              <a:gd name="T81" fmla="*/ 133 h 146"/>
              <a:gd name="T82" fmla="*/ 37 w 145"/>
              <a:gd name="T83" fmla="*/ 133 h 146"/>
              <a:gd name="T84" fmla="*/ 109 w 145"/>
              <a:gd name="T85" fmla="*/ 133 h 146"/>
              <a:gd name="T86" fmla="*/ 109 w 145"/>
              <a:gd name="T87" fmla="*/ 97 h 146"/>
              <a:gd name="T88" fmla="*/ 37 w 145"/>
              <a:gd name="T89" fmla="*/ 97 h 146"/>
              <a:gd name="T90" fmla="*/ 37 w 145"/>
              <a:gd name="T91" fmla="*/ 133 h 146"/>
              <a:gd name="T92" fmla="*/ 85 w 145"/>
              <a:gd name="T93" fmla="*/ 46 h 146"/>
              <a:gd name="T94" fmla="*/ 85 w 145"/>
              <a:gd name="T95" fmla="*/ 15 h 146"/>
              <a:gd name="T96" fmla="*/ 84 w 145"/>
              <a:gd name="T97" fmla="*/ 13 h 146"/>
              <a:gd name="T98" fmla="*/ 82 w 145"/>
              <a:gd name="T99" fmla="*/ 12 h 146"/>
              <a:gd name="T100" fmla="*/ 64 w 145"/>
              <a:gd name="T101" fmla="*/ 12 h 146"/>
              <a:gd name="T102" fmla="*/ 62 w 145"/>
              <a:gd name="T103" fmla="*/ 13 h 146"/>
              <a:gd name="T104" fmla="*/ 61 w 145"/>
              <a:gd name="T105" fmla="*/ 15 h 146"/>
              <a:gd name="T106" fmla="*/ 61 w 145"/>
              <a:gd name="T107" fmla="*/ 46 h 146"/>
              <a:gd name="T108" fmla="*/ 62 w 145"/>
              <a:gd name="T109" fmla="*/ 48 h 146"/>
              <a:gd name="T110" fmla="*/ 64 w 145"/>
              <a:gd name="T111" fmla="*/ 49 h 146"/>
              <a:gd name="T112" fmla="*/ 82 w 145"/>
              <a:gd name="T113" fmla="*/ 49 h 146"/>
              <a:gd name="T114" fmla="*/ 84 w 145"/>
              <a:gd name="T115" fmla="*/ 48 h 146"/>
              <a:gd name="T116" fmla="*/ 85 w 145"/>
              <a:gd name="T117" fmla="*/ 46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45" h="146">
                <a:moveTo>
                  <a:pt x="145" y="49"/>
                </a:moveTo>
                <a:cubicBezTo>
                  <a:pt x="145" y="136"/>
                  <a:pt x="145" y="136"/>
                  <a:pt x="145" y="136"/>
                </a:cubicBezTo>
                <a:cubicBezTo>
                  <a:pt x="145" y="139"/>
                  <a:pt x="145" y="141"/>
                  <a:pt x="143" y="143"/>
                </a:cubicBezTo>
                <a:cubicBezTo>
                  <a:pt x="141" y="145"/>
                  <a:pt x="139" y="146"/>
                  <a:pt x="136" y="146"/>
                </a:cubicBezTo>
                <a:cubicBezTo>
                  <a:pt x="9" y="146"/>
                  <a:pt x="9" y="146"/>
                  <a:pt x="9" y="146"/>
                </a:cubicBezTo>
                <a:cubicBezTo>
                  <a:pt x="7" y="146"/>
                  <a:pt x="5" y="145"/>
                  <a:pt x="3" y="143"/>
                </a:cubicBezTo>
                <a:cubicBezTo>
                  <a:pt x="1" y="141"/>
                  <a:pt x="0" y="139"/>
                  <a:pt x="0" y="136"/>
                </a:cubicBezTo>
                <a:cubicBezTo>
                  <a:pt x="0" y="9"/>
                  <a:pt x="0" y="9"/>
                  <a:pt x="0" y="9"/>
                </a:cubicBezTo>
                <a:cubicBezTo>
                  <a:pt x="0" y="7"/>
                  <a:pt x="1" y="5"/>
                  <a:pt x="3" y="3"/>
                </a:cubicBezTo>
                <a:cubicBezTo>
                  <a:pt x="5" y="1"/>
                  <a:pt x="7" y="0"/>
                  <a:pt x="9" y="0"/>
                </a:cubicBezTo>
                <a:cubicBezTo>
                  <a:pt x="97" y="0"/>
                  <a:pt x="97" y="0"/>
                  <a:pt x="97" y="0"/>
                </a:cubicBezTo>
                <a:cubicBezTo>
                  <a:pt x="100" y="0"/>
                  <a:pt x="102" y="1"/>
                  <a:pt x="105" y="2"/>
                </a:cubicBezTo>
                <a:cubicBezTo>
                  <a:pt x="108" y="3"/>
                  <a:pt x="111" y="5"/>
                  <a:pt x="113" y="7"/>
                </a:cubicBezTo>
                <a:cubicBezTo>
                  <a:pt x="139" y="33"/>
                  <a:pt x="139" y="33"/>
                  <a:pt x="139" y="33"/>
                </a:cubicBezTo>
                <a:cubicBezTo>
                  <a:pt x="141" y="35"/>
                  <a:pt x="142" y="37"/>
                  <a:pt x="144" y="40"/>
                </a:cubicBezTo>
                <a:cubicBezTo>
                  <a:pt x="145" y="43"/>
                  <a:pt x="145" y="46"/>
                  <a:pt x="145" y="49"/>
                </a:cubicBezTo>
                <a:close/>
                <a:moveTo>
                  <a:pt x="121" y="133"/>
                </a:moveTo>
                <a:cubicBezTo>
                  <a:pt x="133" y="133"/>
                  <a:pt x="133" y="133"/>
                  <a:pt x="133" y="133"/>
                </a:cubicBezTo>
                <a:cubicBezTo>
                  <a:pt x="133" y="49"/>
                  <a:pt x="133" y="49"/>
                  <a:pt x="133" y="49"/>
                </a:cubicBezTo>
                <a:cubicBezTo>
                  <a:pt x="133" y="48"/>
                  <a:pt x="133" y="47"/>
                  <a:pt x="132" y="45"/>
                </a:cubicBezTo>
                <a:cubicBezTo>
                  <a:pt x="132" y="44"/>
                  <a:pt x="131" y="42"/>
                  <a:pt x="131" y="42"/>
                </a:cubicBezTo>
                <a:cubicBezTo>
                  <a:pt x="104" y="15"/>
                  <a:pt x="104" y="15"/>
                  <a:pt x="104" y="15"/>
                </a:cubicBezTo>
                <a:cubicBezTo>
                  <a:pt x="103" y="15"/>
                  <a:pt x="102" y="14"/>
                  <a:pt x="101" y="13"/>
                </a:cubicBezTo>
                <a:cubicBezTo>
                  <a:pt x="99" y="13"/>
                  <a:pt x="98" y="12"/>
                  <a:pt x="97" y="12"/>
                </a:cubicBezTo>
                <a:cubicBezTo>
                  <a:pt x="97" y="52"/>
                  <a:pt x="97" y="52"/>
                  <a:pt x="97" y="52"/>
                </a:cubicBezTo>
                <a:cubicBezTo>
                  <a:pt x="97" y="54"/>
                  <a:pt x="96" y="56"/>
                  <a:pt x="94" y="58"/>
                </a:cubicBezTo>
                <a:cubicBezTo>
                  <a:pt x="93" y="60"/>
                  <a:pt x="91" y="61"/>
                  <a:pt x="88" y="61"/>
                </a:cubicBezTo>
                <a:cubicBezTo>
                  <a:pt x="34" y="61"/>
                  <a:pt x="34" y="61"/>
                  <a:pt x="34" y="61"/>
                </a:cubicBezTo>
                <a:cubicBezTo>
                  <a:pt x="31" y="61"/>
                  <a:pt x="29" y="60"/>
                  <a:pt x="27" y="58"/>
                </a:cubicBezTo>
                <a:cubicBezTo>
                  <a:pt x="25" y="56"/>
                  <a:pt x="24" y="54"/>
                  <a:pt x="24" y="52"/>
                </a:cubicBezTo>
                <a:cubicBezTo>
                  <a:pt x="24" y="12"/>
                  <a:pt x="24" y="12"/>
                  <a:pt x="24" y="12"/>
                </a:cubicBezTo>
                <a:cubicBezTo>
                  <a:pt x="12" y="12"/>
                  <a:pt x="12" y="12"/>
                  <a:pt x="12" y="12"/>
                </a:cubicBezTo>
                <a:cubicBezTo>
                  <a:pt x="12" y="133"/>
                  <a:pt x="12" y="133"/>
                  <a:pt x="12" y="133"/>
                </a:cubicBezTo>
                <a:cubicBezTo>
                  <a:pt x="24" y="133"/>
                  <a:pt x="24" y="133"/>
                  <a:pt x="24" y="133"/>
                </a:cubicBezTo>
                <a:cubicBezTo>
                  <a:pt x="24" y="94"/>
                  <a:pt x="24" y="94"/>
                  <a:pt x="24" y="94"/>
                </a:cubicBezTo>
                <a:cubicBezTo>
                  <a:pt x="24" y="92"/>
                  <a:pt x="25" y="89"/>
                  <a:pt x="27" y="88"/>
                </a:cubicBezTo>
                <a:cubicBezTo>
                  <a:pt x="29" y="86"/>
                  <a:pt x="31" y="85"/>
                  <a:pt x="34" y="85"/>
                </a:cubicBezTo>
                <a:cubicBezTo>
                  <a:pt x="112" y="85"/>
                  <a:pt x="112" y="85"/>
                  <a:pt x="112" y="85"/>
                </a:cubicBezTo>
                <a:cubicBezTo>
                  <a:pt x="115" y="85"/>
                  <a:pt x="117" y="86"/>
                  <a:pt x="119" y="88"/>
                </a:cubicBezTo>
                <a:cubicBezTo>
                  <a:pt x="120" y="89"/>
                  <a:pt x="121" y="92"/>
                  <a:pt x="121" y="94"/>
                </a:cubicBezTo>
                <a:lnTo>
                  <a:pt x="121" y="133"/>
                </a:lnTo>
                <a:close/>
                <a:moveTo>
                  <a:pt x="37" y="133"/>
                </a:moveTo>
                <a:cubicBezTo>
                  <a:pt x="109" y="133"/>
                  <a:pt x="109" y="133"/>
                  <a:pt x="109" y="133"/>
                </a:cubicBezTo>
                <a:cubicBezTo>
                  <a:pt x="109" y="97"/>
                  <a:pt x="109" y="97"/>
                  <a:pt x="109" y="97"/>
                </a:cubicBezTo>
                <a:cubicBezTo>
                  <a:pt x="37" y="97"/>
                  <a:pt x="37" y="97"/>
                  <a:pt x="37" y="97"/>
                </a:cubicBezTo>
                <a:lnTo>
                  <a:pt x="37" y="133"/>
                </a:lnTo>
                <a:close/>
                <a:moveTo>
                  <a:pt x="85" y="46"/>
                </a:moveTo>
                <a:cubicBezTo>
                  <a:pt x="85" y="15"/>
                  <a:pt x="85" y="15"/>
                  <a:pt x="85" y="15"/>
                </a:cubicBezTo>
                <a:cubicBezTo>
                  <a:pt x="85" y="15"/>
                  <a:pt x="85" y="14"/>
                  <a:pt x="84" y="13"/>
                </a:cubicBezTo>
                <a:cubicBezTo>
                  <a:pt x="83" y="13"/>
                  <a:pt x="83" y="12"/>
                  <a:pt x="82" y="12"/>
                </a:cubicBezTo>
                <a:cubicBezTo>
                  <a:pt x="64" y="12"/>
                  <a:pt x="64" y="12"/>
                  <a:pt x="64" y="12"/>
                </a:cubicBezTo>
                <a:cubicBezTo>
                  <a:pt x="63" y="12"/>
                  <a:pt x="62" y="13"/>
                  <a:pt x="62" y="13"/>
                </a:cubicBezTo>
                <a:cubicBezTo>
                  <a:pt x="61" y="14"/>
                  <a:pt x="61" y="15"/>
                  <a:pt x="61" y="15"/>
                </a:cubicBezTo>
                <a:cubicBezTo>
                  <a:pt x="61" y="46"/>
                  <a:pt x="61" y="46"/>
                  <a:pt x="61" y="46"/>
                </a:cubicBezTo>
                <a:cubicBezTo>
                  <a:pt x="61" y="47"/>
                  <a:pt x="61" y="47"/>
                  <a:pt x="62" y="48"/>
                </a:cubicBezTo>
                <a:cubicBezTo>
                  <a:pt x="62" y="48"/>
                  <a:pt x="63" y="49"/>
                  <a:pt x="64" y="49"/>
                </a:cubicBezTo>
                <a:cubicBezTo>
                  <a:pt x="82" y="49"/>
                  <a:pt x="82" y="49"/>
                  <a:pt x="82" y="49"/>
                </a:cubicBezTo>
                <a:cubicBezTo>
                  <a:pt x="83" y="49"/>
                  <a:pt x="83" y="48"/>
                  <a:pt x="84" y="48"/>
                </a:cubicBezTo>
                <a:cubicBezTo>
                  <a:pt x="85" y="47"/>
                  <a:pt x="85" y="47"/>
                  <a:pt x="85" y="46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79" name="Freeform 181"/>
          <p:cNvSpPr>
            <a:spLocks noEditPoints="1"/>
          </p:cNvSpPr>
          <p:nvPr/>
        </p:nvSpPr>
        <p:spPr bwMode="auto">
          <a:xfrm>
            <a:off x="7045803" y="3127527"/>
            <a:ext cx="209627" cy="172887"/>
          </a:xfrm>
          <a:custGeom>
            <a:avLst/>
            <a:gdLst>
              <a:gd name="T0" fmla="*/ 145 w 145"/>
              <a:gd name="T1" fmla="*/ 6 h 121"/>
              <a:gd name="T2" fmla="*/ 145 w 145"/>
              <a:gd name="T3" fmla="*/ 19 h 121"/>
              <a:gd name="T4" fmla="*/ 143 w 145"/>
              <a:gd name="T5" fmla="*/ 23 h 121"/>
              <a:gd name="T6" fmla="*/ 139 w 145"/>
              <a:gd name="T7" fmla="*/ 25 h 121"/>
              <a:gd name="T8" fmla="*/ 6 w 145"/>
              <a:gd name="T9" fmla="*/ 25 h 121"/>
              <a:gd name="T10" fmla="*/ 2 w 145"/>
              <a:gd name="T11" fmla="*/ 23 h 121"/>
              <a:gd name="T12" fmla="*/ 0 w 145"/>
              <a:gd name="T13" fmla="*/ 19 h 121"/>
              <a:gd name="T14" fmla="*/ 0 w 145"/>
              <a:gd name="T15" fmla="*/ 6 h 121"/>
              <a:gd name="T16" fmla="*/ 2 w 145"/>
              <a:gd name="T17" fmla="*/ 2 h 121"/>
              <a:gd name="T18" fmla="*/ 6 w 145"/>
              <a:gd name="T19" fmla="*/ 0 h 121"/>
              <a:gd name="T20" fmla="*/ 139 w 145"/>
              <a:gd name="T21" fmla="*/ 0 h 121"/>
              <a:gd name="T22" fmla="*/ 143 w 145"/>
              <a:gd name="T23" fmla="*/ 2 h 121"/>
              <a:gd name="T24" fmla="*/ 145 w 145"/>
              <a:gd name="T25" fmla="*/ 6 h 121"/>
              <a:gd name="T26" fmla="*/ 145 w 145"/>
              <a:gd name="T27" fmla="*/ 55 h 121"/>
              <a:gd name="T28" fmla="*/ 145 w 145"/>
              <a:gd name="T29" fmla="*/ 67 h 121"/>
              <a:gd name="T30" fmla="*/ 143 w 145"/>
              <a:gd name="T31" fmla="*/ 71 h 121"/>
              <a:gd name="T32" fmla="*/ 139 w 145"/>
              <a:gd name="T33" fmla="*/ 73 h 121"/>
              <a:gd name="T34" fmla="*/ 6 w 145"/>
              <a:gd name="T35" fmla="*/ 73 h 121"/>
              <a:gd name="T36" fmla="*/ 2 w 145"/>
              <a:gd name="T37" fmla="*/ 71 h 121"/>
              <a:gd name="T38" fmla="*/ 0 w 145"/>
              <a:gd name="T39" fmla="*/ 67 h 121"/>
              <a:gd name="T40" fmla="*/ 0 w 145"/>
              <a:gd name="T41" fmla="*/ 55 h 121"/>
              <a:gd name="T42" fmla="*/ 2 w 145"/>
              <a:gd name="T43" fmla="*/ 51 h 121"/>
              <a:gd name="T44" fmla="*/ 6 w 145"/>
              <a:gd name="T45" fmla="*/ 49 h 121"/>
              <a:gd name="T46" fmla="*/ 139 w 145"/>
              <a:gd name="T47" fmla="*/ 49 h 121"/>
              <a:gd name="T48" fmla="*/ 143 w 145"/>
              <a:gd name="T49" fmla="*/ 51 h 121"/>
              <a:gd name="T50" fmla="*/ 145 w 145"/>
              <a:gd name="T51" fmla="*/ 55 h 121"/>
              <a:gd name="T52" fmla="*/ 145 w 145"/>
              <a:gd name="T53" fmla="*/ 103 h 121"/>
              <a:gd name="T54" fmla="*/ 145 w 145"/>
              <a:gd name="T55" fmla="*/ 115 h 121"/>
              <a:gd name="T56" fmla="*/ 143 w 145"/>
              <a:gd name="T57" fmla="*/ 120 h 121"/>
              <a:gd name="T58" fmla="*/ 139 w 145"/>
              <a:gd name="T59" fmla="*/ 121 h 121"/>
              <a:gd name="T60" fmla="*/ 6 w 145"/>
              <a:gd name="T61" fmla="*/ 121 h 121"/>
              <a:gd name="T62" fmla="*/ 2 w 145"/>
              <a:gd name="T63" fmla="*/ 120 h 121"/>
              <a:gd name="T64" fmla="*/ 0 w 145"/>
              <a:gd name="T65" fmla="*/ 115 h 121"/>
              <a:gd name="T66" fmla="*/ 0 w 145"/>
              <a:gd name="T67" fmla="*/ 103 h 121"/>
              <a:gd name="T68" fmla="*/ 2 w 145"/>
              <a:gd name="T69" fmla="*/ 99 h 121"/>
              <a:gd name="T70" fmla="*/ 6 w 145"/>
              <a:gd name="T71" fmla="*/ 97 h 121"/>
              <a:gd name="T72" fmla="*/ 139 w 145"/>
              <a:gd name="T73" fmla="*/ 97 h 121"/>
              <a:gd name="T74" fmla="*/ 143 w 145"/>
              <a:gd name="T75" fmla="*/ 99 h 121"/>
              <a:gd name="T76" fmla="*/ 145 w 145"/>
              <a:gd name="T77" fmla="*/ 103 h 1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45" h="121">
                <a:moveTo>
                  <a:pt x="145" y="6"/>
                </a:moveTo>
                <a:cubicBezTo>
                  <a:pt x="145" y="19"/>
                  <a:pt x="145" y="19"/>
                  <a:pt x="145" y="19"/>
                </a:cubicBezTo>
                <a:cubicBezTo>
                  <a:pt x="145" y="20"/>
                  <a:pt x="145" y="22"/>
                  <a:pt x="143" y="23"/>
                </a:cubicBezTo>
                <a:cubicBezTo>
                  <a:pt x="142" y="24"/>
                  <a:pt x="141" y="25"/>
                  <a:pt x="139" y="25"/>
                </a:cubicBezTo>
                <a:cubicBezTo>
                  <a:pt x="6" y="25"/>
                  <a:pt x="6" y="25"/>
                  <a:pt x="6" y="25"/>
                </a:cubicBezTo>
                <a:cubicBezTo>
                  <a:pt x="4" y="25"/>
                  <a:pt x="3" y="24"/>
                  <a:pt x="2" y="23"/>
                </a:cubicBezTo>
                <a:cubicBezTo>
                  <a:pt x="1" y="22"/>
                  <a:pt x="0" y="20"/>
                  <a:pt x="0" y="19"/>
                </a:cubicBezTo>
                <a:cubicBezTo>
                  <a:pt x="0" y="6"/>
                  <a:pt x="0" y="6"/>
                  <a:pt x="0" y="6"/>
                </a:cubicBezTo>
                <a:cubicBezTo>
                  <a:pt x="0" y="5"/>
                  <a:pt x="1" y="3"/>
                  <a:pt x="2" y="2"/>
                </a:cubicBezTo>
                <a:cubicBezTo>
                  <a:pt x="3" y="1"/>
                  <a:pt x="4" y="0"/>
                  <a:pt x="6" y="0"/>
                </a:cubicBezTo>
                <a:cubicBezTo>
                  <a:pt x="139" y="0"/>
                  <a:pt x="139" y="0"/>
                  <a:pt x="139" y="0"/>
                </a:cubicBezTo>
                <a:cubicBezTo>
                  <a:pt x="141" y="0"/>
                  <a:pt x="142" y="1"/>
                  <a:pt x="143" y="2"/>
                </a:cubicBezTo>
                <a:cubicBezTo>
                  <a:pt x="145" y="3"/>
                  <a:pt x="145" y="5"/>
                  <a:pt x="145" y="6"/>
                </a:cubicBezTo>
                <a:close/>
                <a:moveTo>
                  <a:pt x="145" y="55"/>
                </a:moveTo>
                <a:cubicBezTo>
                  <a:pt x="145" y="67"/>
                  <a:pt x="145" y="67"/>
                  <a:pt x="145" y="67"/>
                </a:cubicBezTo>
                <a:cubicBezTo>
                  <a:pt x="145" y="69"/>
                  <a:pt x="145" y="70"/>
                  <a:pt x="143" y="71"/>
                </a:cubicBezTo>
                <a:cubicBezTo>
                  <a:pt x="142" y="72"/>
                  <a:pt x="141" y="73"/>
                  <a:pt x="139" y="73"/>
                </a:cubicBezTo>
                <a:cubicBezTo>
                  <a:pt x="6" y="73"/>
                  <a:pt x="6" y="73"/>
                  <a:pt x="6" y="73"/>
                </a:cubicBezTo>
                <a:cubicBezTo>
                  <a:pt x="4" y="73"/>
                  <a:pt x="3" y="72"/>
                  <a:pt x="2" y="71"/>
                </a:cubicBezTo>
                <a:cubicBezTo>
                  <a:pt x="1" y="70"/>
                  <a:pt x="0" y="69"/>
                  <a:pt x="0" y="67"/>
                </a:cubicBezTo>
                <a:cubicBezTo>
                  <a:pt x="0" y="55"/>
                  <a:pt x="0" y="55"/>
                  <a:pt x="0" y="55"/>
                </a:cubicBezTo>
                <a:cubicBezTo>
                  <a:pt x="0" y="53"/>
                  <a:pt x="1" y="52"/>
                  <a:pt x="2" y="51"/>
                </a:cubicBezTo>
                <a:cubicBezTo>
                  <a:pt x="3" y="49"/>
                  <a:pt x="4" y="49"/>
                  <a:pt x="6" y="49"/>
                </a:cubicBezTo>
                <a:cubicBezTo>
                  <a:pt x="139" y="49"/>
                  <a:pt x="139" y="49"/>
                  <a:pt x="139" y="49"/>
                </a:cubicBezTo>
                <a:cubicBezTo>
                  <a:pt x="141" y="49"/>
                  <a:pt x="142" y="49"/>
                  <a:pt x="143" y="51"/>
                </a:cubicBezTo>
                <a:cubicBezTo>
                  <a:pt x="145" y="52"/>
                  <a:pt x="145" y="53"/>
                  <a:pt x="145" y="55"/>
                </a:cubicBezTo>
                <a:close/>
                <a:moveTo>
                  <a:pt x="145" y="103"/>
                </a:moveTo>
                <a:cubicBezTo>
                  <a:pt x="145" y="115"/>
                  <a:pt x="145" y="115"/>
                  <a:pt x="145" y="115"/>
                </a:cubicBezTo>
                <a:cubicBezTo>
                  <a:pt x="145" y="117"/>
                  <a:pt x="145" y="118"/>
                  <a:pt x="143" y="120"/>
                </a:cubicBezTo>
                <a:cubicBezTo>
                  <a:pt x="142" y="121"/>
                  <a:pt x="141" y="121"/>
                  <a:pt x="139" y="121"/>
                </a:cubicBezTo>
                <a:cubicBezTo>
                  <a:pt x="6" y="121"/>
                  <a:pt x="6" y="121"/>
                  <a:pt x="6" y="121"/>
                </a:cubicBezTo>
                <a:cubicBezTo>
                  <a:pt x="4" y="121"/>
                  <a:pt x="3" y="121"/>
                  <a:pt x="2" y="120"/>
                </a:cubicBezTo>
                <a:cubicBezTo>
                  <a:pt x="1" y="118"/>
                  <a:pt x="0" y="117"/>
                  <a:pt x="0" y="115"/>
                </a:cubicBezTo>
                <a:cubicBezTo>
                  <a:pt x="0" y="103"/>
                  <a:pt x="0" y="103"/>
                  <a:pt x="0" y="103"/>
                </a:cubicBezTo>
                <a:cubicBezTo>
                  <a:pt x="0" y="102"/>
                  <a:pt x="1" y="100"/>
                  <a:pt x="2" y="99"/>
                </a:cubicBezTo>
                <a:cubicBezTo>
                  <a:pt x="3" y="98"/>
                  <a:pt x="4" y="97"/>
                  <a:pt x="6" y="97"/>
                </a:cubicBezTo>
                <a:cubicBezTo>
                  <a:pt x="139" y="97"/>
                  <a:pt x="139" y="97"/>
                  <a:pt x="139" y="97"/>
                </a:cubicBezTo>
                <a:cubicBezTo>
                  <a:pt x="141" y="97"/>
                  <a:pt x="142" y="98"/>
                  <a:pt x="143" y="99"/>
                </a:cubicBezTo>
                <a:cubicBezTo>
                  <a:pt x="145" y="100"/>
                  <a:pt x="145" y="102"/>
                  <a:pt x="145" y="1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80" name="Freeform 182"/>
          <p:cNvSpPr>
            <a:spLocks noEditPoints="1"/>
          </p:cNvSpPr>
          <p:nvPr/>
        </p:nvSpPr>
        <p:spPr bwMode="auto">
          <a:xfrm>
            <a:off x="7313779" y="3118884"/>
            <a:ext cx="242043" cy="192337"/>
          </a:xfrm>
          <a:custGeom>
            <a:avLst/>
            <a:gdLst>
              <a:gd name="T0" fmla="*/ 36 w 170"/>
              <a:gd name="T1" fmla="*/ 19 h 134"/>
              <a:gd name="T2" fmla="*/ 18 w 170"/>
              <a:gd name="T3" fmla="*/ 37 h 134"/>
              <a:gd name="T4" fmla="*/ 0 w 170"/>
              <a:gd name="T5" fmla="*/ 19 h 134"/>
              <a:gd name="T6" fmla="*/ 18 w 170"/>
              <a:gd name="T7" fmla="*/ 0 h 134"/>
              <a:gd name="T8" fmla="*/ 31 w 170"/>
              <a:gd name="T9" fmla="*/ 54 h 134"/>
              <a:gd name="T10" fmla="*/ 31 w 170"/>
              <a:gd name="T11" fmla="*/ 80 h 134"/>
              <a:gd name="T12" fmla="*/ 5 w 170"/>
              <a:gd name="T13" fmla="*/ 80 h 134"/>
              <a:gd name="T14" fmla="*/ 5 w 170"/>
              <a:gd name="T15" fmla="*/ 54 h 134"/>
              <a:gd name="T16" fmla="*/ 31 w 170"/>
              <a:gd name="T17" fmla="*/ 54 h 134"/>
              <a:gd name="T18" fmla="*/ 36 w 170"/>
              <a:gd name="T19" fmla="*/ 115 h 134"/>
              <a:gd name="T20" fmla="*/ 18 w 170"/>
              <a:gd name="T21" fmla="*/ 134 h 134"/>
              <a:gd name="T22" fmla="*/ 0 w 170"/>
              <a:gd name="T23" fmla="*/ 115 h 134"/>
              <a:gd name="T24" fmla="*/ 18 w 170"/>
              <a:gd name="T25" fmla="*/ 97 h 134"/>
              <a:gd name="T26" fmla="*/ 170 w 170"/>
              <a:gd name="T27" fmla="*/ 9 h 134"/>
              <a:gd name="T28" fmla="*/ 169 w 170"/>
              <a:gd name="T29" fmla="*/ 30 h 134"/>
              <a:gd name="T30" fmla="*/ 52 w 170"/>
              <a:gd name="T31" fmla="*/ 31 h 134"/>
              <a:gd name="T32" fmla="*/ 48 w 170"/>
              <a:gd name="T33" fmla="*/ 28 h 134"/>
              <a:gd name="T34" fmla="*/ 49 w 170"/>
              <a:gd name="T35" fmla="*/ 7 h 134"/>
              <a:gd name="T36" fmla="*/ 166 w 170"/>
              <a:gd name="T37" fmla="*/ 6 h 134"/>
              <a:gd name="T38" fmla="*/ 170 w 170"/>
              <a:gd name="T39" fmla="*/ 9 h 134"/>
              <a:gd name="T40" fmla="*/ 170 w 170"/>
              <a:gd name="T41" fmla="*/ 76 h 134"/>
              <a:gd name="T42" fmla="*/ 166 w 170"/>
              <a:gd name="T43" fmla="*/ 79 h 134"/>
              <a:gd name="T44" fmla="*/ 49 w 170"/>
              <a:gd name="T45" fmla="*/ 78 h 134"/>
              <a:gd name="T46" fmla="*/ 48 w 170"/>
              <a:gd name="T47" fmla="*/ 58 h 134"/>
              <a:gd name="T48" fmla="*/ 52 w 170"/>
              <a:gd name="T49" fmla="*/ 55 h 134"/>
              <a:gd name="T50" fmla="*/ 169 w 170"/>
              <a:gd name="T51" fmla="*/ 56 h 134"/>
              <a:gd name="T52" fmla="*/ 170 w 170"/>
              <a:gd name="T53" fmla="*/ 106 h 134"/>
              <a:gd name="T54" fmla="*/ 169 w 170"/>
              <a:gd name="T55" fmla="*/ 127 h 134"/>
              <a:gd name="T56" fmla="*/ 52 w 170"/>
              <a:gd name="T57" fmla="*/ 127 h 134"/>
              <a:gd name="T58" fmla="*/ 48 w 170"/>
              <a:gd name="T59" fmla="*/ 124 h 134"/>
              <a:gd name="T60" fmla="*/ 49 w 170"/>
              <a:gd name="T61" fmla="*/ 104 h 134"/>
              <a:gd name="T62" fmla="*/ 166 w 170"/>
              <a:gd name="T63" fmla="*/ 103 h 134"/>
              <a:gd name="T64" fmla="*/ 170 w 170"/>
              <a:gd name="T65" fmla="*/ 106 h 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70" h="134">
                <a:moveTo>
                  <a:pt x="31" y="6"/>
                </a:moveTo>
                <a:cubicBezTo>
                  <a:pt x="35" y="9"/>
                  <a:pt x="36" y="13"/>
                  <a:pt x="36" y="19"/>
                </a:cubicBezTo>
                <a:cubicBezTo>
                  <a:pt x="36" y="24"/>
                  <a:pt x="35" y="28"/>
                  <a:pt x="31" y="31"/>
                </a:cubicBezTo>
                <a:cubicBezTo>
                  <a:pt x="28" y="35"/>
                  <a:pt x="23" y="37"/>
                  <a:pt x="18" y="37"/>
                </a:cubicBezTo>
                <a:cubicBezTo>
                  <a:pt x="13" y="37"/>
                  <a:pt x="9" y="35"/>
                  <a:pt x="5" y="31"/>
                </a:cubicBezTo>
                <a:cubicBezTo>
                  <a:pt x="2" y="28"/>
                  <a:pt x="0" y="24"/>
                  <a:pt x="0" y="19"/>
                </a:cubicBezTo>
                <a:cubicBezTo>
                  <a:pt x="0" y="13"/>
                  <a:pt x="2" y="9"/>
                  <a:pt x="5" y="6"/>
                </a:cubicBezTo>
                <a:cubicBezTo>
                  <a:pt x="9" y="2"/>
                  <a:pt x="13" y="0"/>
                  <a:pt x="18" y="0"/>
                </a:cubicBezTo>
                <a:cubicBezTo>
                  <a:pt x="23" y="0"/>
                  <a:pt x="28" y="2"/>
                  <a:pt x="31" y="6"/>
                </a:cubicBezTo>
                <a:close/>
                <a:moveTo>
                  <a:pt x="31" y="54"/>
                </a:moveTo>
                <a:cubicBezTo>
                  <a:pt x="35" y="58"/>
                  <a:pt x="36" y="62"/>
                  <a:pt x="36" y="67"/>
                </a:cubicBezTo>
                <a:cubicBezTo>
                  <a:pt x="36" y="72"/>
                  <a:pt x="35" y="76"/>
                  <a:pt x="31" y="80"/>
                </a:cubicBezTo>
                <a:cubicBezTo>
                  <a:pt x="28" y="83"/>
                  <a:pt x="23" y="85"/>
                  <a:pt x="18" y="85"/>
                </a:cubicBezTo>
                <a:cubicBezTo>
                  <a:pt x="13" y="85"/>
                  <a:pt x="9" y="83"/>
                  <a:pt x="5" y="80"/>
                </a:cubicBezTo>
                <a:cubicBezTo>
                  <a:pt x="2" y="76"/>
                  <a:pt x="0" y="72"/>
                  <a:pt x="0" y="67"/>
                </a:cubicBezTo>
                <a:cubicBezTo>
                  <a:pt x="0" y="62"/>
                  <a:pt x="2" y="58"/>
                  <a:pt x="5" y="54"/>
                </a:cubicBezTo>
                <a:cubicBezTo>
                  <a:pt x="9" y="51"/>
                  <a:pt x="13" y="49"/>
                  <a:pt x="18" y="49"/>
                </a:cubicBezTo>
                <a:cubicBezTo>
                  <a:pt x="23" y="49"/>
                  <a:pt x="28" y="51"/>
                  <a:pt x="31" y="54"/>
                </a:cubicBezTo>
                <a:close/>
                <a:moveTo>
                  <a:pt x="31" y="102"/>
                </a:moveTo>
                <a:cubicBezTo>
                  <a:pt x="35" y="106"/>
                  <a:pt x="36" y="110"/>
                  <a:pt x="36" y="115"/>
                </a:cubicBezTo>
                <a:cubicBezTo>
                  <a:pt x="36" y="120"/>
                  <a:pt x="35" y="125"/>
                  <a:pt x="31" y="128"/>
                </a:cubicBezTo>
                <a:cubicBezTo>
                  <a:pt x="28" y="132"/>
                  <a:pt x="23" y="134"/>
                  <a:pt x="18" y="134"/>
                </a:cubicBezTo>
                <a:cubicBezTo>
                  <a:pt x="13" y="134"/>
                  <a:pt x="9" y="132"/>
                  <a:pt x="5" y="128"/>
                </a:cubicBezTo>
                <a:cubicBezTo>
                  <a:pt x="2" y="125"/>
                  <a:pt x="0" y="120"/>
                  <a:pt x="0" y="115"/>
                </a:cubicBezTo>
                <a:cubicBezTo>
                  <a:pt x="0" y="110"/>
                  <a:pt x="2" y="106"/>
                  <a:pt x="5" y="102"/>
                </a:cubicBezTo>
                <a:cubicBezTo>
                  <a:pt x="9" y="99"/>
                  <a:pt x="13" y="97"/>
                  <a:pt x="18" y="97"/>
                </a:cubicBezTo>
                <a:cubicBezTo>
                  <a:pt x="23" y="97"/>
                  <a:pt x="28" y="99"/>
                  <a:pt x="31" y="102"/>
                </a:cubicBezTo>
                <a:close/>
                <a:moveTo>
                  <a:pt x="170" y="9"/>
                </a:moveTo>
                <a:cubicBezTo>
                  <a:pt x="170" y="28"/>
                  <a:pt x="170" y="28"/>
                  <a:pt x="170" y="28"/>
                </a:cubicBezTo>
                <a:cubicBezTo>
                  <a:pt x="170" y="28"/>
                  <a:pt x="169" y="29"/>
                  <a:pt x="169" y="30"/>
                </a:cubicBezTo>
                <a:cubicBezTo>
                  <a:pt x="168" y="30"/>
                  <a:pt x="167" y="31"/>
                  <a:pt x="166" y="31"/>
                </a:cubicBezTo>
                <a:cubicBezTo>
                  <a:pt x="52" y="31"/>
                  <a:pt x="52" y="31"/>
                  <a:pt x="52" y="31"/>
                </a:cubicBezTo>
                <a:cubicBezTo>
                  <a:pt x="51" y="31"/>
                  <a:pt x="50" y="30"/>
                  <a:pt x="49" y="30"/>
                </a:cubicBezTo>
                <a:cubicBezTo>
                  <a:pt x="49" y="29"/>
                  <a:pt x="48" y="28"/>
                  <a:pt x="48" y="28"/>
                </a:cubicBezTo>
                <a:cubicBezTo>
                  <a:pt x="48" y="9"/>
                  <a:pt x="48" y="9"/>
                  <a:pt x="48" y="9"/>
                </a:cubicBezTo>
                <a:cubicBezTo>
                  <a:pt x="48" y="9"/>
                  <a:pt x="49" y="8"/>
                  <a:pt x="49" y="7"/>
                </a:cubicBezTo>
                <a:cubicBezTo>
                  <a:pt x="50" y="7"/>
                  <a:pt x="51" y="6"/>
                  <a:pt x="52" y="6"/>
                </a:cubicBezTo>
                <a:cubicBezTo>
                  <a:pt x="166" y="6"/>
                  <a:pt x="166" y="6"/>
                  <a:pt x="166" y="6"/>
                </a:cubicBezTo>
                <a:cubicBezTo>
                  <a:pt x="167" y="6"/>
                  <a:pt x="168" y="7"/>
                  <a:pt x="169" y="7"/>
                </a:cubicBezTo>
                <a:cubicBezTo>
                  <a:pt x="169" y="8"/>
                  <a:pt x="170" y="9"/>
                  <a:pt x="170" y="9"/>
                </a:cubicBezTo>
                <a:close/>
                <a:moveTo>
                  <a:pt x="170" y="58"/>
                </a:moveTo>
                <a:cubicBezTo>
                  <a:pt x="170" y="76"/>
                  <a:pt x="170" y="76"/>
                  <a:pt x="170" y="76"/>
                </a:cubicBezTo>
                <a:cubicBezTo>
                  <a:pt x="170" y="77"/>
                  <a:pt x="169" y="78"/>
                  <a:pt x="169" y="78"/>
                </a:cubicBezTo>
                <a:cubicBezTo>
                  <a:pt x="168" y="79"/>
                  <a:pt x="167" y="79"/>
                  <a:pt x="166" y="79"/>
                </a:cubicBezTo>
                <a:cubicBezTo>
                  <a:pt x="52" y="79"/>
                  <a:pt x="52" y="79"/>
                  <a:pt x="52" y="79"/>
                </a:cubicBezTo>
                <a:cubicBezTo>
                  <a:pt x="51" y="79"/>
                  <a:pt x="50" y="79"/>
                  <a:pt x="49" y="78"/>
                </a:cubicBezTo>
                <a:cubicBezTo>
                  <a:pt x="49" y="78"/>
                  <a:pt x="48" y="77"/>
                  <a:pt x="48" y="76"/>
                </a:cubicBezTo>
                <a:cubicBezTo>
                  <a:pt x="48" y="58"/>
                  <a:pt x="48" y="58"/>
                  <a:pt x="48" y="58"/>
                </a:cubicBezTo>
                <a:cubicBezTo>
                  <a:pt x="48" y="57"/>
                  <a:pt x="49" y="56"/>
                  <a:pt x="49" y="56"/>
                </a:cubicBezTo>
                <a:cubicBezTo>
                  <a:pt x="50" y="55"/>
                  <a:pt x="51" y="55"/>
                  <a:pt x="52" y="55"/>
                </a:cubicBezTo>
                <a:cubicBezTo>
                  <a:pt x="166" y="55"/>
                  <a:pt x="166" y="55"/>
                  <a:pt x="166" y="55"/>
                </a:cubicBezTo>
                <a:cubicBezTo>
                  <a:pt x="167" y="55"/>
                  <a:pt x="168" y="55"/>
                  <a:pt x="169" y="56"/>
                </a:cubicBezTo>
                <a:cubicBezTo>
                  <a:pt x="169" y="56"/>
                  <a:pt x="170" y="57"/>
                  <a:pt x="170" y="58"/>
                </a:cubicBezTo>
                <a:close/>
                <a:moveTo>
                  <a:pt x="170" y="106"/>
                </a:moveTo>
                <a:cubicBezTo>
                  <a:pt x="170" y="124"/>
                  <a:pt x="170" y="124"/>
                  <a:pt x="170" y="124"/>
                </a:cubicBezTo>
                <a:cubicBezTo>
                  <a:pt x="170" y="125"/>
                  <a:pt x="169" y="126"/>
                  <a:pt x="169" y="127"/>
                </a:cubicBezTo>
                <a:cubicBezTo>
                  <a:pt x="168" y="127"/>
                  <a:pt x="167" y="127"/>
                  <a:pt x="166" y="127"/>
                </a:cubicBezTo>
                <a:cubicBezTo>
                  <a:pt x="52" y="127"/>
                  <a:pt x="52" y="127"/>
                  <a:pt x="52" y="127"/>
                </a:cubicBezTo>
                <a:cubicBezTo>
                  <a:pt x="51" y="127"/>
                  <a:pt x="50" y="127"/>
                  <a:pt x="49" y="127"/>
                </a:cubicBezTo>
                <a:cubicBezTo>
                  <a:pt x="49" y="126"/>
                  <a:pt x="48" y="125"/>
                  <a:pt x="48" y="124"/>
                </a:cubicBezTo>
                <a:cubicBezTo>
                  <a:pt x="48" y="106"/>
                  <a:pt x="48" y="106"/>
                  <a:pt x="48" y="106"/>
                </a:cubicBezTo>
                <a:cubicBezTo>
                  <a:pt x="48" y="105"/>
                  <a:pt x="49" y="105"/>
                  <a:pt x="49" y="104"/>
                </a:cubicBezTo>
                <a:cubicBezTo>
                  <a:pt x="50" y="104"/>
                  <a:pt x="51" y="103"/>
                  <a:pt x="52" y="103"/>
                </a:cubicBezTo>
                <a:cubicBezTo>
                  <a:pt x="166" y="103"/>
                  <a:pt x="166" y="103"/>
                  <a:pt x="166" y="103"/>
                </a:cubicBezTo>
                <a:cubicBezTo>
                  <a:pt x="167" y="103"/>
                  <a:pt x="168" y="104"/>
                  <a:pt x="169" y="104"/>
                </a:cubicBezTo>
                <a:cubicBezTo>
                  <a:pt x="169" y="105"/>
                  <a:pt x="170" y="105"/>
                  <a:pt x="170" y="106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81" name="Freeform 183"/>
          <p:cNvSpPr>
            <a:spLocks noEditPoints="1"/>
          </p:cNvSpPr>
          <p:nvPr/>
        </p:nvSpPr>
        <p:spPr bwMode="auto">
          <a:xfrm>
            <a:off x="7616332" y="3095109"/>
            <a:ext cx="242043" cy="242043"/>
          </a:xfrm>
          <a:custGeom>
            <a:avLst/>
            <a:gdLst>
              <a:gd name="T0" fmla="*/ 35 w 168"/>
              <a:gd name="T1" fmla="*/ 108 h 169"/>
              <a:gd name="T2" fmla="*/ 0 w 168"/>
              <a:gd name="T3" fmla="*/ 103 h 169"/>
              <a:gd name="T4" fmla="*/ 7 w 168"/>
              <a:gd name="T5" fmla="*/ 88 h 169"/>
              <a:gd name="T6" fmla="*/ 19 w 168"/>
              <a:gd name="T7" fmla="*/ 79 h 169"/>
              <a:gd name="T8" fmla="*/ 20 w 168"/>
              <a:gd name="T9" fmla="*/ 71 h 169"/>
              <a:gd name="T10" fmla="*/ 8 w 168"/>
              <a:gd name="T11" fmla="*/ 76 h 169"/>
              <a:gd name="T12" fmla="*/ 7 w 168"/>
              <a:gd name="T13" fmla="*/ 62 h 169"/>
              <a:gd name="T14" fmla="*/ 29 w 168"/>
              <a:gd name="T15" fmla="*/ 64 h 169"/>
              <a:gd name="T16" fmla="*/ 30 w 168"/>
              <a:gd name="T17" fmla="*/ 83 h 169"/>
              <a:gd name="T18" fmla="*/ 16 w 168"/>
              <a:gd name="T19" fmla="*/ 94 h 169"/>
              <a:gd name="T20" fmla="*/ 25 w 168"/>
              <a:gd name="T21" fmla="*/ 99 h 169"/>
              <a:gd name="T22" fmla="*/ 35 w 168"/>
              <a:gd name="T23" fmla="*/ 93 h 169"/>
              <a:gd name="T24" fmla="*/ 29 w 168"/>
              <a:gd name="T25" fmla="*/ 164 h 169"/>
              <a:gd name="T26" fmla="*/ 0 w 168"/>
              <a:gd name="T27" fmla="*/ 162 h 169"/>
              <a:gd name="T28" fmla="*/ 16 w 168"/>
              <a:gd name="T29" fmla="*/ 158 h 169"/>
              <a:gd name="T30" fmla="*/ 22 w 168"/>
              <a:gd name="T31" fmla="*/ 153 h 169"/>
              <a:gd name="T32" fmla="*/ 10 w 168"/>
              <a:gd name="T33" fmla="*/ 142 h 169"/>
              <a:gd name="T34" fmla="*/ 17 w 168"/>
              <a:gd name="T35" fmla="*/ 133 h 169"/>
              <a:gd name="T36" fmla="*/ 21 w 168"/>
              <a:gd name="T37" fmla="*/ 129 h 169"/>
              <a:gd name="T38" fmla="*/ 11 w 168"/>
              <a:gd name="T39" fmla="*/ 130 h 169"/>
              <a:gd name="T40" fmla="*/ 1 w 168"/>
              <a:gd name="T41" fmla="*/ 135 h 169"/>
              <a:gd name="T42" fmla="*/ 33 w 168"/>
              <a:gd name="T43" fmla="*/ 120 h 169"/>
              <a:gd name="T44" fmla="*/ 24 w 168"/>
              <a:gd name="T45" fmla="*/ 139 h 169"/>
              <a:gd name="T46" fmla="*/ 34 w 168"/>
              <a:gd name="T47" fmla="*/ 152 h 169"/>
              <a:gd name="T48" fmla="*/ 35 w 168"/>
              <a:gd name="T49" fmla="*/ 48 h 169"/>
              <a:gd name="T50" fmla="*/ 3 w 168"/>
              <a:gd name="T51" fmla="*/ 38 h 169"/>
              <a:gd name="T52" fmla="*/ 13 w 168"/>
              <a:gd name="T53" fmla="*/ 27 h 169"/>
              <a:gd name="T54" fmla="*/ 13 w 168"/>
              <a:gd name="T55" fmla="*/ 14 h 169"/>
              <a:gd name="T56" fmla="*/ 8 w 168"/>
              <a:gd name="T57" fmla="*/ 19 h 169"/>
              <a:gd name="T58" fmla="*/ 14 w 168"/>
              <a:gd name="T59" fmla="*/ 0 h 169"/>
              <a:gd name="T60" fmla="*/ 24 w 168"/>
              <a:gd name="T61" fmla="*/ 38 h 169"/>
              <a:gd name="T62" fmla="*/ 168 w 168"/>
              <a:gd name="T63" fmla="*/ 26 h 169"/>
              <a:gd name="T64" fmla="*/ 167 w 168"/>
              <a:gd name="T65" fmla="*/ 47 h 169"/>
              <a:gd name="T66" fmla="*/ 50 w 168"/>
              <a:gd name="T67" fmla="*/ 48 h 169"/>
              <a:gd name="T68" fmla="*/ 47 w 168"/>
              <a:gd name="T69" fmla="*/ 45 h 169"/>
              <a:gd name="T70" fmla="*/ 48 w 168"/>
              <a:gd name="T71" fmla="*/ 24 h 169"/>
              <a:gd name="T72" fmla="*/ 165 w 168"/>
              <a:gd name="T73" fmla="*/ 23 h 169"/>
              <a:gd name="T74" fmla="*/ 168 w 168"/>
              <a:gd name="T75" fmla="*/ 26 h 169"/>
              <a:gd name="T76" fmla="*/ 168 w 168"/>
              <a:gd name="T77" fmla="*/ 93 h 169"/>
              <a:gd name="T78" fmla="*/ 165 w 168"/>
              <a:gd name="T79" fmla="*/ 96 h 169"/>
              <a:gd name="T80" fmla="*/ 48 w 168"/>
              <a:gd name="T81" fmla="*/ 95 h 169"/>
              <a:gd name="T82" fmla="*/ 47 w 168"/>
              <a:gd name="T83" fmla="*/ 75 h 169"/>
              <a:gd name="T84" fmla="*/ 50 w 168"/>
              <a:gd name="T85" fmla="*/ 72 h 169"/>
              <a:gd name="T86" fmla="*/ 167 w 168"/>
              <a:gd name="T87" fmla="*/ 73 h 169"/>
              <a:gd name="T88" fmla="*/ 168 w 168"/>
              <a:gd name="T89" fmla="*/ 123 h 169"/>
              <a:gd name="T90" fmla="*/ 167 w 168"/>
              <a:gd name="T91" fmla="*/ 144 h 169"/>
              <a:gd name="T92" fmla="*/ 50 w 168"/>
              <a:gd name="T93" fmla="*/ 144 h 169"/>
              <a:gd name="T94" fmla="*/ 47 w 168"/>
              <a:gd name="T95" fmla="*/ 141 h 169"/>
              <a:gd name="T96" fmla="*/ 48 w 168"/>
              <a:gd name="T97" fmla="*/ 121 h 169"/>
              <a:gd name="T98" fmla="*/ 165 w 168"/>
              <a:gd name="T99" fmla="*/ 120 h 169"/>
              <a:gd name="T100" fmla="*/ 168 w 168"/>
              <a:gd name="T101" fmla="*/ 123 h 1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68" h="169">
                <a:moveTo>
                  <a:pt x="35" y="93"/>
                </a:moveTo>
                <a:cubicBezTo>
                  <a:pt x="35" y="108"/>
                  <a:pt x="35" y="108"/>
                  <a:pt x="35" y="108"/>
                </a:cubicBezTo>
                <a:cubicBezTo>
                  <a:pt x="0" y="108"/>
                  <a:pt x="0" y="108"/>
                  <a:pt x="0" y="108"/>
                </a:cubicBezTo>
                <a:cubicBezTo>
                  <a:pt x="0" y="106"/>
                  <a:pt x="0" y="104"/>
                  <a:pt x="0" y="103"/>
                </a:cubicBezTo>
                <a:cubicBezTo>
                  <a:pt x="0" y="100"/>
                  <a:pt x="0" y="97"/>
                  <a:pt x="2" y="94"/>
                </a:cubicBezTo>
                <a:cubicBezTo>
                  <a:pt x="3" y="92"/>
                  <a:pt x="5" y="89"/>
                  <a:pt x="7" y="88"/>
                </a:cubicBezTo>
                <a:cubicBezTo>
                  <a:pt x="9" y="86"/>
                  <a:pt x="11" y="85"/>
                  <a:pt x="14" y="83"/>
                </a:cubicBezTo>
                <a:cubicBezTo>
                  <a:pt x="16" y="82"/>
                  <a:pt x="17" y="81"/>
                  <a:pt x="19" y="79"/>
                </a:cubicBezTo>
                <a:cubicBezTo>
                  <a:pt x="20" y="78"/>
                  <a:pt x="21" y="76"/>
                  <a:pt x="21" y="75"/>
                </a:cubicBezTo>
                <a:cubicBezTo>
                  <a:pt x="21" y="73"/>
                  <a:pt x="21" y="72"/>
                  <a:pt x="20" y="71"/>
                </a:cubicBezTo>
                <a:cubicBezTo>
                  <a:pt x="19" y="70"/>
                  <a:pt x="18" y="70"/>
                  <a:pt x="16" y="70"/>
                </a:cubicBezTo>
                <a:cubicBezTo>
                  <a:pt x="13" y="70"/>
                  <a:pt x="11" y="72"/>
                  <a:pt x="8" y="76"/>
                </a:cubicBezTo>
                <a:cubicBezTo>
                  <a:pt x="0" y="70"/>
                  <a:pt x="0" y="70"/>
                  <a:pt x="0" y="70"/>
                </a:cubicBezTo>
                <a:cubicBezTo>
                  <a:pt x="2" y="67"/>
                  <a:pt x="4" y="64"/>
                  <a:pt x="7" y="62"/>
                </a:cubicBezTo>
                <a:cubicBezTo>
                  <a:pt x="10" y="61"/>
                  <a:pt x="13" y="60"/>
                  <a:pt x="17" y="60"/>
                </a:cubicBezTo>
                <a:cubicBezTo>
                  <a:pt x="22" y="60"/>
                  <a:pt x="25" y="61"/>
                  <a:pt x="29" y="64"/>
                </a:cubicBezTo>
                <a:cubicBezTo>
                  <a:pt x="32" y="66"/>
                  <a:pt x="33" y="70"/>
                  <a:pt x="33" y="74"/>
                </a:cubicBezTo>
                <a:cubicBezTo>
                  <a:pt x="33" y="77"/>
                  <a:pt x="32" y="80"/>
                  <a:pt x="30" y="83"/>
                </a:cubicBezTo>
                <a:cubicBezTo>
                  <a:pt x="28" y="86"/>
                  <a:pt x="26" y="88"/>
                  <a:pt x="23" y="89"/>
                </a:cubicBezTo>
                <a:cubicBezTo>
                  <a:pt x="20" y="90"/>
                  <a:pt x="18" y="92"/>
                  <a:pt x="16" y="94"/>
                </a:cubicBezTo>
                <a:cubicBezTo>
                  <a:pt x="14" y="96"/>
                  <a:pt x="13" y="97"/>
                  <a:pt x="13" y="99"/>
                </a:cubicBezTo>
                <a:cubicBezTo>
                  <a:pt x="25" y="99"/>
                  <a:pt x="25" y="99"/>
                  <a:pt x="25" y="99"/>
                </a:cubicBezTo>
                <a:cubicBezTo>
                  <a:pt x="25" y="93"/>
                  <a:pt x="25" y="93"/>
                  <a:pt x="25" y="93"/>
                </a:cubicBezTo>
                <a:lnTo>
                  <a:pt x="35" y="93"/>
                </a:lnTo>
                <a:close/>
                <a:moveTo>
                  <a:pt x="34" y="152"/>
                </a:moveTo>
                <a:cubicBezTo>
                  <a:pt x="34" y="157"/>
                  <a:pt x="33" y="161"/>
                  <a:pt x="29" y="164"/>
                </a:cubicBezTo>
                <a:cubicBezTo>
                  <a:pt x="26" y="167"/>
                  <a:pt x="21" y="169"/>
                  <a:pt x="16" y="169"/>
                </a:cubicBezTo>
                <a:cubicBezTo>
                  <a:pt x="10" y="169"/>
                  <a:pt x="4" y="167"/>
                  <a:pt x="0" y="162"/>
                </a:cubicBezTo>
                <a:cubicBezTo>
                  <a:pt x="5" y="154"/>
                  <a:pt x="5" y="154"/>
                  <a:pt x="5" y="154"/>
                </a:cubicBezTo>
                <a:cubicBezTo>
                  <a:pt x="9" y="157"/>
                  <a:pt x="12" y="158"/>
                  <a:pt x="16" y="158"/>
                </a:cubicBezTo>
                <a:cubicBezTo>
                  <a:pt x="17" y="158"/>
                  <a:pt x="19" y="158"/>
                  <a:pt x="20" y="157"/>
                </a:cubicBezTo>
                <a:cubicBezTo>
                  <a:pt x="22" y="156"/>
                  <a:pt x="22" y="155"/>
                  <a:pt x="22" y="153"/>
                </a:cubicBezTo>
                <a:cubicBezTo>
                  <a:pt x="22" y="149"/>
                  <a:pt x="19" y="147"/>
                  <a:pt x="12" y="148"/>
                </a:cubicBezTo>
                <a:cubicBezTo>
                  <a:pt x="10" y="142"/>
                  <a:pt x="10" y="142"/>
                  <a:pt x="10" y="142"/>
                </a:cubicBezTo>
                <a:cubicBezTo>
                  <a:pt x="10" y="142"/>
                  <a:pt x="11" y="140"/>
                  <a:pt x="13" y="138"/>
                </a:cubicBezTo>
                <a:cubicBezTo>
                  <a:pt x="15" y="136"/>
                  <a:pt x="16" y="134"/>
                  <a:pt x="17" y="133"/>
                </a:cubicBezTo>
                <a:cubicBezTo>
                  <a:pt x="18" y="132"/>
                  <a:pt x="19" y="131"/>
                  <a:pt x="21" y="130"/>
                </a:cubicBezTo>
                <a:cubicBezTo>
                  <a:pt x="21" y="129"/>
                  <a:pt x="21" y="129"/>
                  <a:pt x="21" y="129"/>
                </a:cubicBezTo>
                <a:cubicBezTo>
                  <a:pt x="20" y="129"/>
                  <a:pt x="18" y="129"/>
                  <a:pt x="16" y="130"/>
                </a:cubicBezTo>
                <a:cubicBezTo>
                  <a:pt x="14" y="130"/>
                  <a:pt x="12" y="130"/>
                  <a:pt x="11" y="130"/>
                </a:cubicBezTo>
                <a:cubicBezTo>
                  <a:pt x="11" y="135"/>
                  <a:pt x="11" y="135"/>
                  <a:pt x="11" y="135"/>
                </a:cubicBezTo>
                <a:cubicBezTo>
                  <a:pt x="1" y="135"/>
                  <a:pt x="1" y="135"/>
                  <a:pt x="1" y="135"/>
                </a:cubicBezTo>
                <a:cubicBezTo>
                  <a:pt x="1" y="120"/>
                  <a:pt x="1" y="120"/>
                  <a:pt x="1" y="120"/>
                </a:cubicBezTo>
                <a:cubicBezTo>
                  <a:pt x="33" y="120"/>
                  <a:pt x="33" y="120"/>
                  <a:pt x="33" y="120"/>
                </a:cubicBezTo>
                <a:cubicBezTo>
                  <a:pt x="33" y="129"/>
                  <a:pt x="33" y="129"/>
                  <a:pt x="33" y="129"/>
                </a:cubicBezTo>
                <a:cubicBezTo>
                  <a:pt x="24" y="139"/>
                  <a:pt x="24" y="139"/>
                  <a:pt x="24" y="139"/>
                </a:cubicBezTo>
                <a:cubicBezTo>
                  <a:pt x="27" y="140"/>
                  <a:pt x="30" y="142"/>
                  <a:pt x="31" y="144"/>
                </a:cubicBezTo>
                <a:cubicBezTo>
                  <a:pt x="33" y="146"/>
                  <a:pt x="34" y="149"/>
                  <a:pt x="34" y="152"/>
                </a:cubicBezTo>
                <a:close/>
                <a:moveTo>
                  <a:pt x="35" y="38"/>
                </a:moveTo>
                <a:cubicBezTo>
                  <a:pt x="35" y="48"/>
                  <a:pt x="35" y="48"/>
                  <a:pt x="35" y="48"/>
                </a:cubicBezTo>
                <a:cubicBezTo>
                  <a:pt x="3" y="48"/>
                  <a:pt x="3" y="48"/>
                  <a:pt x="3" y="48"/>
                </a:cubicBezTo>
                <a:cubicBezTo>
                  <a:pt x="3" y="38"/>
                  <a:pt x="3" y="38"/>
                  <a:pt x="3" y="38"/>
                </a:cubicBezTo>
                <a:cubicBezTo>
                  <a:pt x="13" y="38"/>
                  <a:pt x="13" y="38"/>
                  <a:pt x="13" y="38"/>
                </a:cubicBezTo>
                <a:cubicBezTo>
                  <a:pt x="13" y="36"/>
                  <a:pt x="13" y="32"/>
                  <a:pt x="13" y="27"/>
                </a:cubicBezTo>
                <a:cubicBezTo>
                  <a:pt x="13" y="22"/>
                  <a:pt x="13" y="18"/>
                  <a:pt x="13" y="15"/>
                </a:cubicBezTo>
                <a:cubicBezTo>
                  <a:pt x="13" y="14"/>
                  <a:pt x="13" y="14"/>
                  <a:pt x="13" y="14"/>
                </a:cubicBezTo>
                <a:cubicBezTo>
                  <a:pt x="13" y="14"/>
                  <a:pt x="13" y="14"/>
                  <a:pt x="13" y="14"/>
                </a:cubicBezTo>
                <a:cubicBezTo>
                  <a:pt x="12" y="15"/>
                  <a:pt x="11" y="17"/>
                  <a:pt x="8" y="19"/>
                </a:cubicBezTo>
                <a:cubicBezTo>
                  <a:pt x="2" y="12"/>
                  <a:pt x="2" y="12"/>
                  <a:pt x="2" y="12"/>
                </a:cubicBezTo>
                <a:cubicBezTo>
                  <a:pt x="14" y="0"/>
                  <a:pt x="14" y="0"/>
                  <a:pt x="14" y="0"/>
                </a:cubicBezTo>
                <a:cubicBezTo>
                  <a:pt x="24" y="0"/>
                  <a:pt x="24" y="0"/>
                  <a:pt x="24" y="0"/>
                </a:cubicBezTo>
                <a:cubicBezTo>
                  <a:pt x="24" y="38"/>
                  <a:pt x="24" y="38"/>
                  <a:pt x="24" y="38"/>
                </a:cubicBezTo>
                <a:lnTo>
                  <a:pt x="35" y="38"/>
                </a:lnTo>
                <a:close/>
                <a:moveTo>
                  <a:pt x="168" y="26"/>
                </a:moveTo>
                <a:cubicBezTo>
                  <a:pt x="168" y="45"/>
                  <a:pt x="168" y="45"/>
                  <a:pt x="168" y="45"/>
                </a:cubicBezTo>
                <a:cubicBezTo>
                  <a:pt x="168" y="45"/>
                  <a:pt x="167" y="46"/>
                  <a:pt x="167" y="47"/>
                </a:cubicBezTo>
                <a:cubicBezTo>
                  <a:pt x="166" y="47"/>
                  <a:pt x="166" y="48"/>
                  <a:pt x="165" y="48"/>
                </a:cubicBezTo>
                <a:cubicBezTo>
                  <a:pt x="50" y="48"/>
                  <a:pt x="50" y="48"/>
                  <a:pt x="50" y="48"/>
                </a:cubicBezTo>
                <a:cubicBezTo>
                  <a:pt x="49" y="48"/>
                  <a:pt x="48" y="47"/>
                  <a:pt x="48" y="47"/>
                </a:cubicBezTo>
                <a:cubicBezTo>
                  <a:pt x="47" y="46"/>
                  <a:pt x="47" y="45"/>
                  <a:pt x="47" y="45"/>
                </a:cubicBezTo>
                <a:cubicBezTo>
                  <a:pt x="47" y="26"/>
                  <a:pt x="47" y="26"/>
                  <a:pt x="47" y="26"/>
                </a:cubicBezTo>
                <a:cubicBezTo>
                  <a:pt x="47" y="26"/>
                  <a:pt x="47" y="25"/>
                  <a:pt x="48" y="24"/>
                </a:cubicBezTo>
                <a:cubicBezTo>
                  <a:pt x="48" y="24"/>
                  <a:pt x="49" y="23"/>
                  <a:pt x="50" y="23"/>
                </a:cubicBezTo>
                <a:cubicBezTo>
                  <a:pt x="165" y="23"/>
                  <a:pt x="165" y="23"/>
                  <a:pt x="165" y="23"/>
                </a:cubicBezTo>
                <a:cubicBezTo>
                  <a:pt x="166" y="23"/>
                  <a:pt x="166" y="24"/>
                  <a:pt x="167" y="24"/>
                </a:cubicBezTo>
                <a:cubicBezTo>
                  <a:pt x="167" y="25"/>
                  <a:pt x="168" y="26"/>
                  <a:pt x="168" y="26"/>
                </a:cubicBezTo>
                <a:close/>
                <a:moveTo>
                  <a:pt x="168" y="75"/>
                </a:moveTo>
                <a:cubicBezTo>
                  <a:pt x="168" y="93"/>
                  <a:pt x="168" y="93"/>
                  <a:pt x="168" y="93"/>
                </a:cubicBezTo>
                <a:cubicBezTo>
                  <a:pt x="168" y="94"/>
                  <a:pt x="167" y="95"/>
                  <a:pt x="167" y="95"/>
                </a:cubicBezTo>
                <a:cubicBezTo>
                  <a:pt x="166" y="96"/>
                  <a:pt x="166" y="96"/>
                  <a:pt x="165" y="96"/>
                </a:cubicBezTo>
                <a:cubicBezTo>
                  <a:pt x="50" y="96"/>
                  <a:pt x="50" y="96"/>
                  <a:pt x="50" y="96"/>
                </a:cubicBezTo>
                <a:cubicBezTo>
                  <a:pt x="49" y="96"/>
                  <a:pt x="48" y="96"/>
                  <a:pt x="48" y="95"/>
                </a:cubicBezTo>
                <a:cubicBezTo>
                  <a:pt x="47" y="95"/>
                  <a:pt x="47" y="94"/>
                  <a:pt x="47" y="93"/>
                </a:cubicBezTo>
                <a:cubicBezTo>
                  <a:pt x="47" y="75"/>
                  <a:pt x="47" y="75"/>
                  <a:pt x="47" y="75"/>
                </a:cubicBezTo>
                <a:cubicBezTo>
                  <a:pt x="47" y="74"/>
                  <a:pt x="47" y="73"/>
                  <a:pt x="48" y="73"/>
                </a:cubicBezTo>
                <a:cubicBezTo>
                  <a:pt x="48" y="72"/>
                  <a:pt x="49" y="72"/>
                  <a:pt x="50" y="72"/>
                </a:cubicBezTo>
                <a:cubicBezTo>
                  <a:pt x="165" y="72"/>
                  <a:pt x="165" y="72"/>
                  <a:pt x="165" y="72"/>
                </a:cubicBezTo>
                <a:cubicBezTo>
                  <a:pt x="166" y="72"/>
                  <a:pt x="166" y="72"/>
                  <a:pt x="167" y="73"/>
                </a:cubicBezTo>
                <a:cubicBezTo>
                  <a:pt x="167" y="73"/>
                  <a:pt x="168" y="74"/>
                  <a:pt x="168" y="75"/>
                </a:cubicBezTo>
                <a:close/>
                <a:moveTo>
                  <a:pt x="168" y="123"/>
                </a:moveTo>
                <a:cubicBezTo>
                  <a:pt x="168" y="141"/>
                  <a:pt x="168" y="141"/>
                  <a:pt x="168" y="141"/>
                </a:cubicBezTo>
                <a:cubicBezTo>
                  <a:pt x="168" y="142"/>
                  <a:pt x="167" y="143"/>
                  <a:pt x="167" y="144"/>
                </a:cubicBezTo>
                <a:cubicBezTo>
                  <a:pt x="166" y="144"/>
                  <a:pt x="166" y="144"/>
                  <a:pt x="165" y="144"/>
                </a:cubicBezTo>
                <a:cubicBezTo>
                  <a:pt x="50" y="144"/>
                  <a:pt x="50" y="144"/>
                  <a:pt x="50" y="144"/>
                </a:cubicBezTo>
                <a:cubicBezTo>
                  <a:pt x="49" y="144"/>
                  <a:pt x="48" y="144"/>
                  <a:pt x="48" y="144"/>
                </a:cubicBezTo>
                <a:cubicBezTo>
                  <a:pt x="47" y="143"/>
                  <a:pt x="47" y="142"/>
                  <a:pt x="47" y="141"/>
                </a:cubicBezTo>
                <a:cubicBezTo>
                  <a:pt x="47" y="123"/>
                  <a:pt x="47" y="123"/>
                  <a:pt x="47" y="123"/>
                </a:cubicBezTo>
                <a:cubicBezTo>
                  <a:pt x="47" y="122"/>
                  <a:pt x="47" y="122"/>
                  <a:pt x="48" y="121"/>
                </a:cubicBezTo>
                <a:cubicBezTo>
                  <a:pt x="48" y="121"/>
                  <a:pt x="49" y="120"/>
                  <a:pt x="50" y="120"/>
                </a:cubicBezTo>
                <a:cubicBezTo>
                  <a:pt x="165" y="120"/>
                  <a:pt x="165" y="120"/>
                  <a:pt x="165" y="120"/>
                </a:cubicBezTo>
                <a:cubicBezTo>
                  <a:pt x="166" y="120"/>
                  <a:pt x="166" y="121"/>
                  <a:pt x="167" y="121"/>
                </a:cubicBezTo>
                <a:cubicBezTo>
                  <a:pt x="167" y="122"/>
                  <a:pt x="168" y="122"/>
                  <a:pt x="168" y="12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82" name="Freeform 184"/>
          <p:cNvSpPr>
            <a:spLocks noEditPoints="1"/>
          </p:cNvSpPr>
          <p:nvPr/>
        </p:nvSpPr>
        <p:spPr bwMode="auto">
          <a:xfrm>
            <a:off x="7916724" y="3110237"/>
            <a:ext cx="242043" cy="209627"/>
          </a:xfrm>
          <a:custGeom>
            <a:avLst/>
            <a:gdLst>
              <a:gd name="T0" fmla="*/ 168 w 169"/>
              <a:gd name="T1" fmla="*/ 74 h 146"/>
              <a:gd name="T2" fmla="*/ 169 w 169"/>
              <a:gd name="T3" fmla="*/ 82 h 146"/>
              <a:gd name="T4" fmla="*/ 166 w 169"/>
              <a:gd name="T5" fmla="*/ 85 h 146"/>
              <a:gd name="T6" fmla="*/ 0 w 169"/>
              <a:gd name="T7" fmla="*/ 84 h 146"/>
              <a:gd name="T8" fmla="*/ 0 w 169"/>
              <a:gd name="T9" fmla="*/ 76 h 146"/>
              <a:gd name="T10" fmla="*/ 3 w 169"/>
              <a:gd name="T11" fmla="*/ 73 h 146"/>
              <a:gd name="T12" fmla="*/ 45 w 169"/>
              <a:gd name="T13" fmla="*/ 67 h 146"/>
              <a:gd name="T14" fmla="*/ 36 w 169"/>
              <a:gd name="T15" fmla="*/ 42 h 146"/>
              <a:gd name="T16" fmla="*/ 86 w 169"/>
              <a:gd name="T17" fmla="*/ 0 h 146"/>
              <a:gd name="T18" fmla="*/ 118 w 169"/>
              <a:gd name="T19" fmla="*/ 7 h 146"/>
              <a:gd name="T20" fmla="*/ 121 w 169"/>
              <a:gd name="T21" fmla="*/ 35 h 146"/>
              <a:gd name="T22" fmla="*/ 120 w 169"/>
              <a:gd name="T23" fmla="*/ 40 h 146"/>
              <a:gd name="T24" fmla="*/ 111 w 169"/>
              <a:gd name="T25" fmla="*/ 39 h 146"/>
              <a:gd name="T26" fmla="*/ 81 w 169"/>
              <a:gd name="T27" fmla="*/ 11 h 146"/>
              <a:gd name="T28" fmla="*/ 57 w 169"/>
              <a:gd name="T29" fmla="*/ 30 h 146"/>
              <a:gd name="T30" fmla="*/ 90 w 169"/>
              <a:gd name="T31" fmla="*/ 56 h 146"/>
              <a:gd name="T32" fmla="*/ 115 w 169"/>
              <a:gd name="T33" fmla="*/ 67 h 146"/>
              <a:gd name="T34" fmla="*/ 93 w 169"/>
              <a:gd name="T35" fmla="*/ 91 h 146"/>
              <a:gd name="T36" fmla="*/ 133 w 169"/>
              <a:gd name="T37" fmla="*/ 100 h 146"/>
              <a:gd name="T38" fmla="*/ 122 w 169"/>
              <a:gd name="T39" fmla="*/ 130 h 146"/>
              <a:gd name="T40" fmla="*/ 97 w 169"/>
              <a:gd name="T41" fmla="*/ 144 h 146"/>
              <a:gd name="T42" fmla="*/ 60 w 169"/>
              <a:gd name="T43" fmla="*/ 143 h 146"/>
              <a:gd name="T44" fmla="*/ 40 w 169"/>
              <a:gd name="T45" fmla="*/ 137 h 146"/>
              <a:gd name="T46" fmla="*/ 39 w 169"/>
              <a:gd name="T47" fmla="*/ 134 h 146"/>
              <a:gd name="T48" fmla="*/ 39 w 169"/>
              <a:gd name="T49" fmla="*/ 112 h 146"/>
              <a:gd name="T50" fmla="*/ 39 w 169"/>
              <a:gd name="T51" fmla="*/ 105 h 146"/>
              <a:gd name="T52" fmla="*/ 51 w 169"/>
              <a:gd name="T53" fmla="*/ 111 h 146"/>
              <a:gd name="T54" fmla="*/ 55 w 169"/>
              <a:gd name="T55" fmla="*/ 119 h 146"/>
              <a:gd name="T56" fmla="*/ 72 w 169"/>
              <a:gd name="T57" fmla="*/ 133 h 146"/>
              <a:gd name="T58" fmla="*/ 98 w 169"/>
              <a:gd name="T59" fmla="*/ 133 h 146"/>
              <a:gd name="T60" fmla="*/ 114 w 169"/>
              <a:gd name="T61" fmla="*/ 113 h 146"/>
              <a:gd name="T62" fmla="*/ 93 w 169"/>
              <a:gd name="T63" fmla="*/ 91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69" h="146">
                <a:moveTo>
                  <a:pt x="166" y="73"/>
                </a:moveTo>
                <a:cubicBezTo>
                  <a:pt x="167" y="73"/>
                  <a:pt x="168" y="73"/>
                  <a:pt x="168" y="74"/>
                </a:cubicBezTo>
                <a:cubicBezTo>
                  <a:pt x="169" y="74"/>
                  <a:pt x="169" y="75"/>
                  <a:pt x="169" y="76"/>
                </a:cubicBezTo>
                <a:cubicBezTo>
                  <a:pt x="169" y="82"/>
                  <a:pt x="169" y="82"/>
                  <a:pt x="169" y="82"/>
                </a:cubicBezTo>
                <a:cubicBezTo>
                  <a:pt x="169" y="83"/>
                  <a:pt x="169" y="84"/>
                  <a:pt x="168" y="84"/>
                </a:cubicBezTo>
                <a:cubicBezTo>
                  <a:pt x="168" y="85"/>
                  <a:pt x="167" y="85"/>
                  <a:pt x="166" y="85"/>
                </a:cubicBezTo>
                <a:cubicBezTo>
                  <a:pt x="3" y="85"/>
                  <a:pt x="3" y="85"/>
                  <a:pt x="3" y="85"/>
                </a:cubicBezTo>
                <a:cubicBezTo>
                  <a:pt x="2" y="85"/>
                  <a:pt x="1" y="85"/>
                  <a:pt x="0" y="84"/>
                </a:cubicBezTo>
                <a:cubicBezTo>
                  <a:pt x="0" y="84"/>
                  <a:pt x="0" y="83"/>
                  <a:pt x="0" y="82"/>
                </a:cubicBezTo>
                <a:cubicBezTo>
                  <a:pt x="0" y="76"/>
                  <a:pt x="0" y="76"/>
                  <a:pt x="0" y="76"/>
                </a:cubicBezTo>
                <a:cubicBezTo>
                  <a:pt x="0" y="75"/>
                  <a:pt x="0" y="74"/>
                  <a:pt x="0" y="74"/>
                </a:cubicBezTo>
                <a:cubicBezTo>
                  <a:pt x="1" y="73"/>
                  <a:pt x="2" y="73"/>
                  <a:pt x="3" y="73"/>
                </a:cubicBezTo>
                <a:lnTo>
                  <a:pt x="166" y="73"/>
                </a:lnTo>
                <a:close/>
                <a:moveTo>
                  <a:pt x="45" y="67"/>
                </a:moveTo>
                <a:cubicBezTo>
                  <a:pt x="43" y="65"/>
                  <a:pt x="42" y="62"/>
                  <a:pt x="40" y="59"/>
                </a:cubicBezTo>
                <a:cubicBezTo>
                  <a:pt x="37" y="53"/>
                  <a:pt x="36" y="47"/>
                  <a:pt x="36" y="42"/>
                </a:cubicBezTo>
                <a:cubicBezTo>
                  <a:pt x="36" y="30"/>
                  <a:pt x="40" y="20"/>
                  <a:pt x="48" y="12"/>
                </a:cubicBezTo>
                <a:cubicBezTo>
                  <a:pt x="57" y="4"/>
                  <a:pt x="69" y="0"/>
                  <a:pt x="86" y="0"/>
                </a:cubicBezTo>
                <a:cubicBezTo>
                  <a:pt x="89" y="0"/>
                  <a:pt x="94" y="1"/>
                  <a:pt x="101" y="2"/>
                </a:cubicBezTo>
                <a:cubicBezTo>
                  <a:pt x="106" y="3"/>
                  <a:pt x="111" y="4"/>
                  <a:pt x="118" y="7"/>
                </a:cubicBezTo>
                <a:cubicBezTo>
                  <a:pt x="119" y="9"/>
                  <a:pt x="119" y="13"/>
                  <a:pt x="120" y="18"/>
                </a:cubicBezTo>
                <a:cubicBezTo>
                  <a:pt x="121" y="26"/>
                  <a:pt x="121" y="31"/>
                  <a:pt x="121" y="35"/>
                </a:cubicBezTo>
                <a:cubicBezTo>
                  <a:pt x="121" y="36"/>
                  <a:pt x="121" y="38"/>
                  <a:pt x="121" y="39"/>
                </a:cubicBezTo>
                <a:cubicBezTo>
                  <a:pt x="120" y="40"/>
                  <a:pt x="120" y="40"/>
                  <a:pt x="120" y="40"/>
                </a:cubicBezTo>
                <a:cubicBezTo>
                  <a:pt x="112" y="39"/>
                  <a:pt x="112" y="39"/>
                  <a:pt x="112" y="39"/>
                </a:cubicBezTo>
                <a:cubicBezTo>
                  <a:pt x="111" y="39"/>
                  <a:pt x="111" y="39"/>
                  <a:pt x="111" y="39"/>
                </a:cubicBezTo>
                <a:cubicBezTo>
                  <a:pt x="107" y="30"/>
                  <a:pt x="104" y="23"/>
                  <a:pt x="101" y="20"/>
                </a:cubicBezTo>
                <a:cubicBezTo>
                  <a:pt x="95" y="14"/>
                  <a:pt x="89" y="11"/>
                  <a:pt x="81" y="11"/>
                </a:cubicBezTo>
                <a:cubicBezTo>
                  <a:pt x="74" y="11"/>
                  <a:pt x="68" y="13"/>
                  <a:pt x="64" y="16"/>
                </a:cubicBezTo>
                <a:cubicBezTo>
                  <a:pt x="60" y="20"/>
                  <a:pt x="57" y="25"/>
                  <a:pt x="57" y="30"/>
                </a:cubicBezTo>
                <a:cubicBezTo>
                  <a:pt x="57" y="35"/>
                  <a:pt x="60" y="39"/>
                  <a:pt x="64" y="44"/>
                </a:cubicBezTo>
                <a:cubicBezTo>
                  <a:pt x="68" y="48"/>
                  <a:pt x="77" y="52"/>
                  <a:pt x="90" y="56"/>
                </a:cubicBezTo>
                <a:cubicBezTo>
                  <a:pt x="94" y="57"/>
                  <a:pt x="100" y="59"/>
                  <a:pt x="106" y="62"/>
                </a:cubicBezTo>
                <a:cubicBezTo>
                  <a:pt x="110" y="64"/>
                  <a:pt x="113" y="65"/>
                  <a:pt x="115" y="67"/>
                </a:cubicBezTo>
                <a:lnTo>
                  <a:pt x="45" y="67"/>
                </a:lnTo>
                <a:close/>
                <a:moveTo>
                  <a:pt x="93" y="91"/>
                </a:moveTo>
                <a:cubicBezTo>
                  <a:pt x="132" y="91"/>
                  <a:pt x="132" y="91"/>
                  <a:pt x="132" y="91"/>
                </a:cubicBezTo>
                <a:cubicBezTo>
                  <a:pt x="132" y="94"/>
                  <a:pt x="133" y="96"/>
                  <a:pt x="133" y="100"/>
                </a:cubicBezTo>
                <a:cubicBezTo>
                  <a:pt x="133" y="107"/>
                  <a:pt x="131" y="113"/>
                  <a:pt x="129" y="120"/>
                </a:cubicBezTo>
                <a:cubicBezTo>
                  <a:pt x="127" y="123"/>
                  <a:pt x="125" y="127"/>
                  <a:pt x="122" y="130"/>
                </a:cubicBezTo>
                <a:cubicBezTo>
                  <a:pt x="120" y="132"/>
                  <a:pt x="116" y="134"/>
                  <a:pt x="112" y="137"/>
                </a:cubicBezTo>
                <a:cubicBezTo>
                  <a:pt x="107" y="140"/>
                  <a:pt x="102" y="142"/>
                  <a:pt x="97" y="144"/>
                </a:cubicBezTo>
                <a:cubicBezTo>
                  <a:pt x="92" y="145"/>
                  <a:pt x="86" y="146"/>
                  <a:pt x="78" y="146"/>
                </a:cubicBezTo>
                <a:cubicBezTo>
                  <a:pt x="71" y="146"/>
                  <a:pt x="65" y="145"/>
                  <a:pt x="60" y="143"/>
                </a:cubicBezTo>
                <a:cubicBezTo>
                  <a:pt x="46" y="140"/>
                  <a:pt x="46" y="140"/>
                  <a:pt x="46" y="140"/>
                </a:cubicBezTo>
                <a:cubicBezTo>
                  <a:pt x="43" y="139"/>
                  <a:pt x="41" y="138"/>
                  <a:pt x="40" y="137"/>
                </a:cubicBezTo>
                <a:cubicBezTo>
                  <a:pt x="39" y="136"/>
                  <a:pt x="39" y="136"/>
                  <a:pt x="39" y="135"/>
                </a:cubicBezTo>
                <a:cubicBezTo>
                  <a:pt x="39" y="134"/>
                  <a:pt x="39" y="134"/>
                  <a:pt x="39" y="134"/>
                </a:cubicBezTo>
                <a:cubicBezTo>
                  <a:pt x="39" y="127"/>
                  <a:pt x="39" y="122"/>
                  <a:pt x="39" y="119"/>
                </a:cubicBezTo>
                <a:cubicBezTo>
                  <a:pt x="39" y="117"/>
                  <a:pt x="39" y="115"/>
                  <a:pt x="39" y="112"/>
                </a:cubicBezTo>
                <a:cubicBezTo>
                  <a:pt x="39" y="109"/>
                  <a:pt x="39" y="109"/>
                  <a:pt x="39" y="109"/>
                </a:cubicBezTo>
                <a:cubicBezTo>
                  <a:pt x="39" y="105"/>
                  <a:pt x="39" y="105"/>
                  <a:pt x="39" y="105"/>
                </a:cubicBezTo>
                <a:cubicBezTo>
                  <a:pt x="48" y="105"/>
                  <a:pt x="48" y="105"/>
                  <a:pt x="48" y="105"/>
                </a:cubicBezTo>
                <a:cubicBezTo>
                  <a:pt x="49" y="107"/>
                  <a:pt x="50" y="109"/>
                  <a:pt x="51" y="111"/>
                </a:cubicBezTo>
                <a:cubicBezTo>
                  <a:pt x="52" y="114"/>
                  <a:pt x="53" y="115"/>
                  <a:pt x="53" y="117"/>
                </a:cubicBezTo>
                <a:cubicBezTo>
                  <a:pt x="54" y="118"/>
                  <a:pt x="54" y="119"/>
                  <a:pt x="55" y="119"/>
                </a:cubicBezTo>
                <a:cubicBezTo>
                  <a:pt x="57" y="123"/>
                  <a:pt x="59" y="126"/>
                  <a:pt x="62" y="128"/>
                </a:cubicBezTo>
                <a:cubicBezTo>
                  <a:pt x="65" y="130"/>
                  <a:pt x="68" y="132"/>
                  <a:pt x="72" y="133"/>
                </a:cubicBezTo>
                <a:cubicBezTo>
                  <a:pt x="76" y="135"/>
                  <a:pt x="80" y="136"/>
                  <a:pt x="85" y="136"/>
                </a:cubicBezTo>
                <a:cubicBezTo>
                  <a:pt x="89" y="136"/>
                  <a:pt x="93" y="135"/>
                  <a:pt x="98" y="133"/>
                </a:cubicBezTo>
                <a:cubicBezTo>
                  <a:pt x="103" y="131"/>
                  <a:pt x="106" y="129"/>
                  <a:pt x="109" y="125"/>
                </a:cubicBezTo>
                <a:cubicBezTo>
                  <a:pt x="112" y="121"/>
                  <a:pt x="114" y="117"/>
                  <a:pt x="114" y="113"/>
                </a:cubicBezTo>
                <a:cubicBezTo>
                  <a:pt x="114" y="107"/>
                  <a:pt x="111" y="102"/>
                  <a:pt x="106" y="98"/>
                </a:cubicBezTo>
                <a:cubicBezTo>
                  <a:pt x="104" y="96"/>
                  <a:pt x="100" y="94"/>
                  <a:pt x="93" y="9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83" name="Freeform 185"/>
          <p:cNvSpPr>
            <a:spLocks noEditPoints="1"/>
          </p:cNvSpPr>
          <p:nvPr/>
        </p:nvSpPr>
        <p:spPr bwMode="auto">
          <a:xfrm>
            <a:off x="8217117" y="3110237"/>
            <a:ext cx="207464" cy="209627"/>
          </a:xfrm>
          <a:custGeom>
            <a:avLst/>
            <a:gdLst>
              <a:gd name="T0" fmla="*/ 0 w 145"/>
              <a:gd name="T1" fmla="*/ 9 h 146"/>
              <a:gd name="T2" fmla="*/ 4 w 145"/>
              <a:gd name="T3" fmla="*/ 1 h 146"/>
              <a:gd name="T4" fmla="*/ 30 w 145"/>
              <a:gd name="T5" fmla="*/ 2 h 146"/>
              <a:gd name="T6" fmla="*/ 59 w 145"/>
              <a:gd name="T7" fmla="*/ 1 h 146"/>
              <a:gd name="T8" fmla="*/ 68 w 145"/>
              <a:gd name="T9" fmla="*/ 2 h 146"/>
              <a:gd name="T10" fmla="*/ 68 w 145"/>
              <a:gd name="T11" fmla="*/ 9 h 146"/>
              <a:gd name="T12" fmla="*/ 49 w 145"/>
              <a:gd name="T13" fmla="*/ 12 h 146"/>
              <a:gd name="T14" fmla="*/ 47 w 145"/>
              <a:gd name="T15" fmla="*/ 28 h 146"/>
              <a:gd name="T16" fmla="*/ 47 w 145"/>
              <a:gd name="T17" fmla="*/ 52 h 146"/>
              <a:gd name="T18" fmla="*/ 54 w 145"/>
              <a:gd name="T19" fmla="*/ 97 h 146"/>
              <a:gd name="T20" fmla="*/ 79 w 145"/>
              <a:gd name="T21" fmla="*/ 110 h 146"/>
              <a:gd name="T22" fmla="*/ 107 w 145"/>
              <a:gd name="T23" fmla="*/ 103 h 146"/>
              <a:gd name="T24" fmla="*/ 118 w 145"/>
              <a:gd name="T25" fmla="*/ 86 h 146"/>
              <a:gd name="T26" fmla="*/ 120 w 145"/>
              <a:gd name="T27" fmla="*/ 52 h 146"/>
              <a:gd name="T28" fmla="*/ 117 w 145"/>
              <a:gd name="T29" fmla="*/ 26 h 146"/>
              <a:gd name="T30" fmla="*/ 115 w 145"/>
              <a:gd name="T31" fmla="*/ 12 h 146"/>
              <a:gd name="T32" fmla="*/ 98 w 145"/>
              <a:gd name="T33" fmla="*/ 9 h 146"/>
              <a:gd name="T34" fmla="*/ 97 w 145"/>
              <a:gd name="T35" fmla="*/ 0 h 146"/>
              <a:gd name="T36" fmla="*/ 124 w 145"/>
              <a:gd name="T37" fmla="*/ 1 h 146"/>
              <a:gd name="T38" fmla="*/ 144 w 145"/>
              <a:gd name="T39" fmla="*/ 1 h 146"/>
              <a:gd name="T40" fmla="*/ 145 w 145"/>
              <a:gd name="T41" fmla="*/ 8 h 146"/>
              <a:gd name="T42" fmla="*/ 129 w 145"/>
              <a:gd name="T43" fmla="*/ 11 h 146"/>
              <a:gd name="T44" fmla="*/ 128 w 145"/>
              <a:gd name="T45" fmla="*/ 18 h 146"/>
              <a:gd name="T46" fmla="*/ 130 w 145"/>
              <a:gd name="T47" fmla="*/ 58 h 146"/>
              <a:gd name="T48" fmla="*/ 125 w 145"/>
              <a:gd name="T49" fmla="*/ 98 h 146"/>
              <a:gd name="T50" fmla="*/ 97 w 145"/>
              <a:gd name="T51" fmla="*/ 118 h 146"/>
              <a:gd name="T52" fmla="*/ 46 w 145"/>
              <a:gd name="T53" fmla="*/ 117 h 146"/>
              <a:gd name="T54" fmla="*/ 21 w 145"/>
              <a:gd name="T55" fmla="*/ 87 h 146"/>
              <a:gd name="T56" fmla="*/ 20 w 145"/>
              <a:gd name="T57" fmla="*/ 33 h 146"/>
              <a:gd name="T58" fmla="*/ 4 w 145"/>
              <a:gd name="T59" fmla="*/ 9 h 146"/>
              <a:gd name="T60" fmla="*/ 145 w 145"/>
              <a:gd name="T61" fmla="*/ 136 h 146"/>
              <a:gd name="T62" fmla="*/ 142 w 145"/>
              <a:gd name="T63" fmla="*/ 133 h 146"/>
              <a:gd name="T64" fmla="*/ 1 w 145"/>
              <a:gd name="T65" fmla="*/ 134 h 146"/>
              <a:gd name="T66" fmla="*/ 0 w 145"/>
              <a:gd name="T67" fmla="*/ 143 h 146"/>
              <a:gd name="T68" fmla="*/ 3 w 145"/>
              <a:gd name="T69" fmla="*/ 146 h 146"/>
              <a:gd name="T70" fmla="*/ 144 w 145"/>
              <a:gd name="T71" fmla="*/ 145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45" h="146">
                <a:moveTo>
                  <a:pt x="4" y="9"/>
                </a:moveTo>
                <a:cubicBezTo>
                  <a:pt x="2" y="9"/>
                  <a:pt x="1" y="9"/>
                  <a:pt x="0" y="9"/>
                </a:cubicBezTo>
                <a:cubicBezTo>
                  <a:pt x="0" y="1"/>
                  <a:pt x="0" y="1"/>
                  <a:pt x="0" y="1"/>
                </a:cubicBezTo>
                <a:cubicBezTo>
                  <a:pt x="1" y="1"/>
                  <a:pt x="2" y="1"/>
                  <a:pt x="4" y="1"/>
                </a:cubicBezTo>
                <a:cubicBezTo>
                  <a:pt x="7" y="1"/>
                  <a:pt x="11" y="1"/>
                  <a:pt x="14" y="1"/>
                </a:cubicBezTo>
                <a:cubicBezTo>
                  <a:pt x="22" y="1"/>
                  <a:pt x="28" y="2"/>
                  <a:pt x="30" y="2"/>
                </a:cubicBezTo>
                <a:cubicBezTo>
                  <a:pt x="35" y="2"/>
                  <a:pt x="41" y="1"/>
                  <a:pt x="46" y="1"/>
                </a:cubicBezTo>
                <a:cubicBezTo>
                  <a:pt x="53" y="1"/>
                  <a:pt x="58" y="1"/>
                  <a:pt x="59" y="1"/>
                </a:cubicBezTo>
                <a:cubicBezTo>
                  <a:pt x="63" y="1"/>
                  <a:pt x="66" y="1"/>
                  <a:pt x="68" y="1"/>
                </a:cubicBezTo>
                <a:cubicBezTo>
                  <a:pt x="68" y="2"/>
                  <a:pt x="68" y="2"/>
                  <a:pt x="68" y="2"/>
                </a:cubicBezTo>
                <a:cubicBezTo>
                  <a:pt x="68" y="8"/>
                  <a:pt x="68" y="8"/>
                  <a:pt x="68" y="8"/>
                </a:cubicBezTo>
                <a:cubicBezTo>
                  <a:pt x="68" y="9"/>
                  <a:pt x="68" y="9"/>
                  <a:pt x="68" y="9"/>
                </a:cubicBezTo>
                <a:cubicBezTo>
                  <a:pt x="64" y="9"/>
                  <a:pt x="60" y="10"/>
                  <a:pt x="56" y="10"/>
                </a:cubicBezTo>
                <a:cubicBezTo>
                  <a:pt x="52" y="10"/>
                  <a:pt x="50" y="10"/>
                  <a:pt x="49" y="12"/>
                </a:cubicBezTo>
                <a:cubicBezTo>
                  <a:pt x="48" y="13"/>
                  <a:pt x="47" y="17"/>
                  <a:pt x="47" y="25"/>
                </a:cubicBezTo>
                <a:cubicBezTo>
                  <a:pt x="47" y="25"/>
                  <a:pt x="47" y="26"/>
                  <a:pt x="47" y="28"/>
                </a:cubicBezTo>
                <a:cubicBezTo>
                  <a:pt x="47" y="29"/>
                  <a:pt x="47" y="30"/>
                  <a:pt x="47" y="30"/>
                </a:cubicBezTo>
                <a:cubicBezTo>
                  <a:pt x="47" y="52"/>
                  <a:pt x="47" y="52"/>
                  <a:pt x="47" y="52"/>
                </a:cubicBezTo>
                <a:cubicBezTo>
                  <a:pt x="49" y="78"/>
                  <a:pt x="49" y="78"/>
                  <a:pt x="49" y="78"/>
                </a:cubicBezTo>
                <a:cubicBezTo>
                  <a:pt x="49" y="86"/>
                  <a:pt x="51" y="92"/>
                  <a:pt x="54" y="97"/>
                </a:cubicBezTo>
                <a:cubicBezTo>
                  <a:pt x="56" y="101"/>
                  <a:pt x="59" y="104"/>
                  <a:pt x="63" y="106"/>
                </a:cubicBezTo>
                <a:cubicBezTo>
                  <a:pt x="68" y="109"/>
                  <a:pt x="74" y="110"/>
                  <a:pt x="79" y="110"/>
                </a:cubicBezTo>
                <a:cubicBezTo>
                  <a:pt x="86" y="110"/>
                  <a:pt x="92" y="109"/>
                  <a:pt x="98" y="108"/>
                </a:cubicBezTo>
                <a:cubicBezTo>
                  <a:pt x="101" y="107"/>
                  <a:pt x="104" y="105"/>
                  <a:pt x="107" y="103"/>
                </a:cubicBezTo>
                <a:cubicBezTo>
                  <a:pt x="110" y="101"/>
                  <a:pt x="112" y="99"/>
                  <a:pt x="113" y="97"/>
                </a:cubicBezTo>
                <a:cubicBezTo>
                  <a:pt x="115" y="93"/>
                  <a:pt x="117" y="90"/>
                  <a:pt x="118" y="86"/>
                </a:cubicBezTo>
                <a:cubicBezTo>
                  <a:pt x="119" y="81"/>
                  <a:pt x="120" y="74"/>
                  <a:pt x="120" y="64"/>
                </a:cubicBezTo>
                <a:cubicBezTo>
                  <a:pt x="120" y="59"/>
                  <a:pt x="120" y="55"/>
                  <a:pt x="120" y="52"/>
                </a:cubicBezTo>
                <a:cubicBezTo>
                  <a:pt x="119" y="49"/>
                  <a:pt x="119" y="45"/>
                  <a:pt x="119" y="41"/>
                </a:cubicBezTo>
                <a:cubicBezTo>
                  <a:pt x="118" y="36"/>
                  <a:pt x="118" y="31"/>
                  <a:pt x="117" y="26"/>
                </a:cubicBezTo>
                <a:cubicBezTo>
                  <a:pt x="117" y="20"/>
                  <a:pt x="117" y="20"/>
                  <a:pt x="117" y="20"/>
                </a:cubicBezTo>
                <a:cubicBezTo>
                  <a:pt x="117" y="16"/>
                  <a:pt x="116" y="13"/>
                  <a:pt x="115" y="12"/>
                </a:cubicBezTo>
                <a:cubicBezTo>
                  <a:pt x="113" y="10"/>
                  <a:pt x="110" y="8"/>
                  <a:pt x="107" y="9"/>
                </a:cubicBezTo>
                <a:cubicBezTo>
                  <a:pt x="98" y="9"/>
                  <a:pt x="98" y="9"/>
                  <a:pt x="98" y="9"/>
                </a:cubicBezTo>
                <a:cubicBezTo>
                  <a:pt x="97" y="8"/>
                  <a:pt x="97" y="8"/>
                  <a:pt x="97" y="8"/>
                </a:cubicBezTo>
                <a:cubicBezTo>
                  <a:pt x="97" y="0"/>
                  <a:pt x="97" y="0"/>
                  <a:pt x="97" y="0"/>
                </a:cubicBezTo>
                <a:cubicBezTo>
                  <a:pt x="105" y="0"/>
                  <a:pt x="105" y="0"/>
                  <a:pt x="105" y="0"/>
                </a:cubicBezTo>
                <a:cubicBezTo>
                  <a:pt x="124" y="1"/>
                  <a:pt x="124" y="1"/>
                  <a:pt x="124" y="1"/>
                </a:cubicBezTo>
                <a:cubicBezTo>
                  <a:pt x="129" y="1"/>
                  <a:pt x="135" y="1"/>
                  <a:pt x="143" y="0"/>
                </a:cubicBezTo>
                <a:cubicBezTo>
                  <a:pt x="144" y="1"/>
                  <a:pt x="144" y="1"/>
                  <a:pt x="144" y="1"/>
                </a:cubicBezTo>
                <a:cubicBezTo>
                  <a:pt x="145" y="3"/>
                  <a:pt x="145" y="5"/>
                  <a:pt x="145" y="5"/>
                </a:cubicBezTo>
                <a:cubicBezTo>
                  <a:pt x="145" y="6"/>
                  <a:pt x="145" y="7"/>
                  <a:pt x="145" y="8"/>
                </a:cubicBezTo>
                <a:cubicBezTo>
                  <a:pt x="142" y="9"/>
                  <a:pt x="139" y="9"/>
                  <a:pt x="137" y="9"/>
                </a:cubicBezTo>
                <a:cubicBezTo>
                  <a:pt x="132" y="10"/>
                  <a:pt x="130" y="11"/>
                  <a:pt x="129" y="11"/>
                </a:cubicBezTo>
                <a:cubicBezTo>
                  <a:pt x="128" y="12"/>
                  <a:pt x="128" y="13"/>
                  <a:pt x="128" y="15"/>
                </a:cubicBezTo>
                <a:cubicBezTo>
                  <a:pt x="128" y="15"/>
                  <a:pt x="128" y="16"/>
                  <a:pt x="128" y="18"/>
                </a:cubicBezTo>
                <a:cubicBezTo>
                  <a:pt x="128" y="19"/>
                  <a:pt x="128" y="20"/>
                  <a:pt x="128" y="20"/>
                </a:cubicBezTo>
                <a:cubicBezTo>
                  <a:pt x="129" y="22"/>
                  <a:pt x="129" y="34"/>
                  <a:pt x="130" y="58"/>
                </a:cubicBezTo>
                <a:cubicBezTo>
                  <a:pt x="130" y="70"/>
                  <a:pt x="130" y="80"/>
                  <a:pt x="129" y="87"/>
                </a:cubicBezTo>
                <a:cubicBezTo>
                  <a:pt x="128" y="91"/>
                  <a:pt x="126" y="95"/>
                  <a:pt x="125" y="98"/>
                </a:cubicBezTo>
                <a:cubicBezTo>
                  <a:pt x="122" y="102"/>
                  <a:pt x="119" y="106"/>
                  <a:pt x="114" y="110"/>
                </a:cubicBezTo>
                <a:cubicBezTo>
                  <a:pt x="110" y="113"/>
                  <a:pt x="104" y="116"/>
                  <a:pt x="97" y="118"/>
                </a:cubicBezTo>
                <a:cubicBezTo>
                  <a:pt x="90" y="120"/>
                  <a:pt x="82" y="121"/>
                  <a:pt x="73" y="121"/>
                </a:cubicBezTo>
                <a:cubicBezTo>
                  <a:pt x="62" y="121"/>
                  <a:pt x="53" y="120"/>
                  <a:pt x="46" y="117"/>
                </a:cubicBezTo>
                <a:cubicBezTo>
                  <a:pt x="39" y="114"/>
                  <a:pt x="33" y="110"/>
                  <a:pt x="29" y="105"/>
                </a:cubicBezTo>
                <a:cubicBezTo>
                  <a:pt x="25" y="101"/>
                  <a:pt x="23" y="95"/>
                  <a:pt x="21" y="87"/>
                </a:cubicBezTo>
                <a:cubicBezTo>
                  <a:pt x="20" y="82"/>
                  <a:pt x="20" y="75"/>
                  <a:pt x="20" y="65"/>
                </a:cubicBezTo>
                <a:cubicBezTo>
                  <a:pt x="20" y="33"/>
                  <a:pt x="20" y="33"/>
                  <a:pt x="20" y="33"/>
                </a:cubicBezTo>
                <a:cubicBezTo>
                  <a:pt x="20" y="21"/>
                  <a:pt x="19" y="15"/>
                  <a:pt x="18" y="13"/>
                </a:cubicBezTo>
                <a:cubicBezTo>
                  <a:pt x="17" y="11"/>
                  <a:pt x="12" y="9"/>
                  <a:pt x="4" y="9"/>
                </a:cubicBezTo>
                <a:close/>
                <a:moveTo>
                  <a:pt x="145" y="143"/>
                </a:moveTo>
                <a:cubicBezTo>
                  <a:pt x="145" y="136"/>
                  <a:pt x="145" y="136"/>
                  <a:pt x="145" y="136"/>
                </a:cubicBezTo>
                <a:cubicBezTo>
                  <a:pt x="145" y="136"/>
                  <a:pt x="145" y="135"/>
                  <a:pt x="144" y="134"/>
                </a:cubicBezTo>
                <a:cubicBezTo>
                  <a:pt x="144" y="134"/>
                  <a:pt x="143" y="133"/>
                  <a:pt x="142" y="133"/>
                </a:cubicBezTo>
                <a:cubicBezTo>
                  <a:pt x="3" y="133"/>
                  <a:pt x="3" y="133"/>
                  <a:pt x="3" y="133"/>
                </a:cubicBezTo>
                <a:cubicBezTo>
                  <a:pt x="2" y="133"/>
                  <a:pt x="1" y="134"/>
                  <a:pt x="1" y="134"/>
                </a:cubicBezTo>
                <a:cubicBezTo>
                  <a:pt x="0" y="135"/>
                  <a:pt x="0" y="136"/>
                  <a:pt x="0" y="136"/>
                </a:cubicBezTo>
                <a:cubicBezTo>
                  <a:pt x="0" y="143"/>
                  <a:pt x="0" y="143"/>
                  <a:pt x="0" y="143"/>
                </a:cubicBezTo>
                <a:cubicBezTo>
                  <a:pt x="0" y="143"/>
                  <a:pt x="0" y="144"/>
                  <a:pt x="1" y="145"/>
                </a:cubicBezTo>
                <a:cubicBezTo>
                  <a:pt x="1" y="145"/>
                  <a:pt x="2" y="146"/>
                  <a:pt x="3" y="146"/>
                </a:cubicBezTo>
                <a:cubicBezTo>
                  <a:pt x="142" y="146"/>
                  <a:pt x="142" y="146"/>
                  <a:pt x="142" y="146"/>
                </a:cubicBezTo>
                <a:cubicBezTo>
                  <a:pt x="143" y="146"/>
                  <a:pt x="144" y="145"/>
                  <a:pt x="144" y="145"/>
                </a:cubicBezTo>
                <a:cubicBezTo>
                  <a:pt x="145" y="144"/>
                  <a:pt x="145" y="143"/>
                  <a:pt x="145" y="14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84" name="Freeform 186"/>
          <p:cNvSpPr>
            <a:spLocks noEditPoints="1"/>
          </p:cNvSpPr>
          <p:nvPr/>
        </p:nvSpPr>
        <p:spPr bwMode="auto">
          <a:xfrm>
            <a:off x="8482931" y="3110237"/>
            <a:ext cx="226915" cy="190176"/>
          </a:xfrm>
          <a:custGeom>
            <a:avLst/>
            <a:gdLst>
              <a:gd name="T0" fmla="*/ 153 w 157"/>
              <a:gd name="T1" fmla="*/ 129 h 133"/>
              <a:gd name="T2" fmla="*/ 4 w 157"/>
              <a:gd name="T3" fmla="*/ 129 h 133"/>
              <a:gd name="T4" fmla="*/ 4 w 157"/>
              <a:gd name="T5" fmla="*/ 5 h 133"/>
              <a:gd name="T6" fmla="*/ 153 w 157"/>
              <a:gd name="T7" fmla="*/ 5 h 133"/>
              <a:gd name="T8" fmla="*/ 48 w 157"/>
              <a:gd name="T9" fmla="*/ 28 h 133"/>
              <a:gd name="T10" fmla="*/ 15 w 157"/>
              <a:gd name="T11" fmla="*/ 25 h 133"/>
              <a:gd name="T12" fmla="*/ 12 w 157"/>
              <a:gd name="T13" fmla="*/ 46 h 133"/>
              <a:gd name="T14" fmla="*/ 45 w 157"/>
              <a:gd name="T15" fmla="*/ 49 h 133"/>
              <a:gd name="T16" fmla="*/ 48 w 157"/>
              <a:gd name="T17" fmla="*/ 82 h 133"/>
              <a:gd name="T18" fmla="*/ 45 w 157"/>
              <a:gd name="T19" fmla="*/ 61 h 133"/>
              <a:gd name="T20" fmla="*/ 12 w 157"/>
              <a:gd name="T21" fmla="*/ 64 h 133"/>
              <a:gd name="T22" fmla="*/ 15 w 157"/>
              <a:gd name="T23" fmla="*/ 85 h 133"/>
              <a:gd name="T24" fmla="*/ 48 w 157"/>
              <a:gd name="T25" fmla="*/ 82 h 133"/>
              <a:gd name="T26" fmla="*/ 47 w 157"/>
              <a:gd name="T27" fmla="*/ 98 h 133"/>
              <a:gd name="T28" fmla="*/ 13 w 157"/>
              <a:gd name="T29" fmla="*/ 98 h 133"/>
              <a:gd name="T30" fmla="*/ 13 w 157"/>
              <a:gd name="T31" fmla="*/ 120 h 133"/>
              <a:gd name="T32" fmla="*/ 47 w 157"/>
              <a:gd name="T33" fmla="*/ 120 h 133"/>
              <a:gd name="T34" fmla="*/ 97 w 157"/>
              <a:gd name="T35" fmla="*/ 28 h 133"/>
              <a:gd name="T36" fmla="*/ 63 w 157"/>
              <a:gd name="T37" fmla="*/ 25 h 133"/>
              <a:gd name="T38" fmla="*/ 60 w 157"/>
              <a:gd name="T39" fmla="*/ 46 h 133"/>
              <a:gd name="T40" fmla="*/ 94 w 157"/>
              <a:gd name="T41" fmla="*/ 49 h 133"/>
              <a:gd name="T42" fmla="*/ 97 w 157"/>
              <a:gd name="T43" fmla="*/ 82 h 133"/>
              <a:gd name="T44" fmla="*/ 94 w 157"/>
              <a:gd name="T45" fmla="*/ 61 h 133"/>
              <a:gd name="T46" fmla="*/ 60 w 157"/>
              <a:gd name="T47" fmla="*/ 64 h 133"/>
              <a:gd name="T48" fmla="*/ 63 w 157"/>
              <a:gd name="T49" fmla="*/ 85 h 133"/>
              <a:gd name="T50" fmla="*/ 97 w 157"/>
              <a:gd name="T51" fmla="*/ 82 h 133"/>
              <a:gd name="T52" fmla="*/ 96 w 157"/>
              <a:gd name="T53" fmla="*/ 98 h 133"/>
              <a:gd name="T54" fmla="*/ 61 w 157"/>
              <a:gd name="T55" fmla="*/ 98 h 133"/>
              <a:gd name="T56" fmla="*/ 61 w 157"/>
              <a:gd name="T57" fmla="*/ 120 h 133"/>
              <a:gd name="T58" fmla="*/ 96 w 157"/>
              <a:gd name="T59" fmla="*/ 120 h 133"/>
              <a:gd name="T60" fmla="*/ 145 w 157"/>
              <a:gd name="T61" fmla="*/ 28 h 133"/>
              <a:gd name="T62" fmla="*/ 112 w 157"/>
              <a:gd name="T63" fmla="*/ 25 h 133"/>
              <a:gd name="T64" fmla="*/ 109 w 157"/>
              <a:gd name="T65" fmla="*/ 46 h 133"/>
              <a:gd name="T66" fmla="*/ 142 w 157"/>
              <a:gd name="T67" fmla="*/ 49 h 133"/>
              <a:gd name="T68" fmla="*/ 145 w 157"/>
              <a:gd name="T69" fmla="*/ 82 h 133"/>
              <a:gd name="T70" fmla="*/ 142 w 157"/>
              <a:gd name="T71" fmla="*/ 61 h 133"/>
              <a:gd name="T72" fmla="*/ 109 w 157"/>
              <a:gd name="T73" fmla="*/ 64 h 133"/>
              <a:gd name="T74" fmla="*/ 112 w 157"/>
              <a:gd name="T75" fmla="*/ 85 h 133"/>
              <a:gd name="T76" fmla="*/ 145 w 157"/>
              <a:gd name="T77" fmla="*/ 82 h 133"/>
              <a:gd name="T78" fmla="*/ 144 w 157"/>
              <a:gd name="T79" fmla="*/ 98 h 133"/>
              <a:gd name="T80" fmla="*/ 110 w 157"/>
              <a:gd name="T81" fmla="*/ 98 h 133"/>
              <a:gd name="T82" fmla="*/ 110 w 157"/>
              <a:gd name="T83" fmla="*/ 120 h 133"/>
              <a:gd name="T84" fmla="*/ 144 w 157"/>
              <a:gd name="T85" fmla="*/ 120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57" h="133">
                <a:moveTo>
                  <a:pt x="157" y="15"/>
                </a:moveTo>
                <a:cubicBezTo>
                  <a:pt x="157" y="118"/>
                  <a:pt x="157" y="118"/>
                  <a:pt x="157" y="118"/>
                </a:cubicBezTo>
                <a:cubicBezTo>
                  <a:pt x="157" y="122"/>
                  <a:pt x="156" y="126"/>
                  <a:pt x="153" y="129"/>
                </a:cubicBezTo>
                <a:cubicBezTo>
                  <a:pt x="150" y="132"/>
                  <a:pt x="146" y="133"/>
                  <a:pt x="142" y="133"/>
                </a:cubicBezTo>
                <a:cubicBezTo>
                  <a:pt x="15" y="133"/>
                  <a:pt x="15" y="133"/>
                  <a:pt x="15" y="133"/>
                </a:cubicBezTo>
                <a:cubicBezTo>
                  <a:pt x="11" y="133"/>
                  <a:pt x="7" y="132"/>
                  <a:pt x="4" y="129"/>
                </a:cubicBezTo>
                <a:cubicBezTo>
                  <a:pt x="1" y="126"/>
                  <a:pt x="0" y="122"/>
                  <a:pt x="0" y="118"/>
                </a:cubicBezTo>
                <a:cubicBezTo>
                  <a:pt x="0" y="15"/>
                  <a:pt x="0" y="15"/>
                  <a:pt x="0" y="15"/>
                </a:cubicBezTo>
                <a:cubicBezTo>
                  <a:pt x="0" y="11"/>
                  <a:pt x="1" y="8"/>
                  <a:pt x="4" y="5"/>
                </a:cubicBezTo>
                <a:cubicBezTo>
                  <a:pt x="7" y="2"/>
                  <a:pt x="11" y="0"/>
                  <a:pt x="15" y="0"/>
                </a:cubicBezTo>
                <a:cubicBezTo>
                  <a:pt x="142" y="0"/>
                  <a:pt x="142" y="0"/>
                  <a:pt x="142" y="0"/>
                </a:cubicBezTo>
                <a:cubicBezTo>
                  <a:pt x="146" y="0"/>
                  <a:pt x="150" y="2"/>
                  <a:pt x="153" y="5"/>
                </a:cubicBezTo>
                <a:cubicBezTo>
                  <a:pt x="156" y="8"/>
                  <a:pt x="157" y="11"/>
                  <a:pt x="157" y="15"/>
                </a:cubicBezTo>
                <a:close/>
                <a:moveTo>
                  <a:pt x="48" y="46"/>
                </a:moveTo>
                <a:cubicBezTo>
                  <a:pt x="48" y="28"/>
                  <a:pt x="48" y="28"/>
                  <a:pt x="48" y="28"/>
                </a:cubicBezTo>
                <a:cubicBezTo>
                  <a:pt x="48" y="27"/>
                  <a:pt x="48" y="26"/>
                  <a:pt x="47" y="25"/>
                </a:cubicBezTo>
                <a:cubicBezTo>
                  <a:pt x="47" y="25"/>
                  <a:pt x="46" y="25"/>
                  <a:pt x="45" y="25"/>
                </a:cubicBezTo>
                <a:cubicBezTo>
                  <a:pt x="15" y="25"/>
                  <a:pt x="15" y="25"/>
                  <a:pt x="15" y="25"/>
                </a:cubicBezTo>
                <a:cubicBezTo>
                  <a:pt x="14" y="25"/>
                  <a:pt x="13" y="25"/>
                  <a:pt x="13" y="25"/>
                </a:cubicBezTo>
                <a:cubicBezTo>
                  <a:pt x="12" y="26"/>
                  <a:pt x="12" y="27"/>
                  <a:pt x="12" y="28"/>
                </a:cubicBezTo>
                <a:cubicBezTo>
                  <a:pt x="12" y="46"/>
                  <a:pt x="12" y="46"/>
                  <a:pt x="12" y="46"/>
                </a:cubicBezTo>
                <a:cubicBezTo>
                  <a:pt x="12" y="47"/>
                  <a:pt x="12" y="47"/>
                  <a:pt x="13" y="48"/>
                </a:cubicBezTo>
                <a:cubicBezTo>
                  <a:pt x="13" y="48"/>
                  <a:pt x="14" y="49"/>
                  <a:pt x="15" y="49"/>
                </a:cubicBezTo>
                <a:cubicBezTo>
                  <a:pt x="45" y="49"/>
                  <a:pt x="45" y="49"/>
                  <a:pt x="45" y="49"/>
                </a:cubicBezTo>
                <a:cubicBezTo>
                  <a:pt x="46" y="49"/>
                  <a:pt x="47" y="48"/>
                  <a:pt x="47" y="48"/>
                </a:cubicBezTo>
                <a:cubicBezTo>
                  <a:pt x="48" y="47"/>
                  <a:pt x="48" y="47"/>
                  <a:pt x="48" y="46"/>
                </a:cubicBezTo>
                <a:close/>
                <a:moveTo>
                  <a:pt x="48" y="82"/>
                </a:moveTo>
                <a:cubicBezTo>
                  <a:pt x="48" y="64"/>
                  <a:pt x="48" y="64"/>
                  <a:pt x="48" y="64"/>
                </a:cubicBezTo>
                <a:cubicBezTo>
                  <a:pt x="48" y="63"/>
                  <a:pt x="48" y="62"/>
                  <a:pt x="47" y="62"/>
                </a:cubicBezTo>
                <a:cubicBezTo>
                  <a:pt x="47" y="61"/>
                  <a:pt x="46" y="61"/>
                  <a:pt x="45" y="61"/>
                </a:cubicBezTo>
                <a:cubicBezTo>
                  <a:pt x="15" y="61"/>
                  <a:pt x="15" y="61"/>
                  <a:pt x="15" y="61"/>
                </a:cubicBezTo>
                <a:cubicBezTo>
                  <a:pt x="14" y="61"/>
                  <a:pt x="13" y="61"/>
                  <a:pt x="13" y="62"/>
                </a:cubicBezTo>
                <a:cubicBezTo>
                  <a:pt x="12" y="62"/>
                  <a:pt x="12" y="63"/>
                  <a:pt x="12" y="64"/>
                </a:cubicBezTo>
                <a:cubicBezTo>
                  <a:pt x="12" y="82"/>
                  <a:pt x="12" y="82"/>
                  <a:pt x="12" y="82"/>
                </a:cubicBezTo>
                <a:cubicBezTo>
                  <a:pt x="12" y="83"/>
                  <a:pt x="12" y="84"/>
                  <a:pt x="13" y="84"/>
                </a:cubicBezTo>
                <a:cubicBezTo>
                  <a:pt x="13" y="85"/>
                  <a:pt x="14" y="85"/>
                  <a:pt x="15" y="85"/>
                </a:cubicBezTo>
                <a:cubicBezTo>
                  <a:pt x="45" y="85"/>
                  <a:pt x="45" y="85"/>
                  <a:pt x="45" y="85"/>
                </a:cubicBezTo>
                <a:cubicBezTo>
                  <a:pt x="46" y="85"/>
                  <a:pt x="47" y="85"/>
                  <a:pt x="47" y="84"/>
                </a:cubicBezTo>
                <a:cubicBezTo>
                  <a:pt x="48" y="84"/>
                  <a:pt x="48" y="83"/>
                  <a:pt x="48" y="82"/>
                </a:cubicBezTo>
                <a:close/>
                <a:moveTo>
                  <a:pt x="48" y="118"/>
                </a:moveTo>
                <a:cubicBezTo>
                  <a:pt x="48" y="100"/>
                  <a:pt x="48" y="100"/>
                  <a:pt x="48" y="100"/>
                </a:cubicBezTo>
                <a:cubicBezTo>
                  <a:pt x="48" y="99"/>
                  <a:pt x="48" y="99"/>
                  <a:pt x="47" y="98"/>
                </a:cubicBezTo>
                <a:cubicBezTo>
                  <a:pt x="47" y="97"/>
                  <a:pt x="46" y="97"/>
                  <a:pt x="45" y="97"/>
                </a:cubicBezTo>
                <a:cubicBezTo>
                  <a:pt x="15" y="97"/>
                  <a:pt x="15" y="97"/>
                  <a:pt x="15" y="97"/>
                </a:cubicBezTo>
                <a:cubicBezTo>
                  <a:pt x="14" y="97"/>
                  <a:pt x="13" y="97"/>
                  <a:pt x="13" y="98"/>
                </a:cubicBezTo>
                <a:cubicBezTo>
                  <a:pt x="12" y="99"/>
                  <a:pt x="12" y="99"/>
                  <a:pt x="12" y="100"/>
                </a:cubicBezTo>
                <a:cubicBezTo>
                  <a:pt x="12" y="118"/>
                  <a:pt x="12" y="118"/>
                  <a:pt x="12" y="118"/>
                </a:cubicBezTo>
                <a:cubicBezTo>
                  <a:pt x="12" y="119"/>
                  <a:pt x="12" y="120"/>
                  <a:pt x="13" y="120"/>
                </a:cubicBezTo>
                <a:cubicBezTo>
                  <a:pt x="13" y="121"/>
                  <a:pt x="14" y="121"/>
                  <a:pt x="15" y="121"/>
                </a:cubicBezTo>
                <a:cubicBezTo>
                  <a:pt x="45" y="121"/>
                  <a:pt x="45" y="121"/>
                  <a:pt x="45" y="121"/>
                </a:cubicBezTo>
                <a:cubicBezTo>
                  <a:pt x="46" y="121"/>
                  <a:pt x="47" y="121"/>
                  <a:pt x="47" y="120"/>
                </a:cubicBezTo>
                <a:cubicBezTo>
                  <a:pt x="48" y="120"/>
                  <a:pt x="48" y="119"/>
                  <a:pt x="48" y="118"/>
                </a:cubicBezTo>
                <a:close/>
                <a:moveTo>
                  <a:pt x="97" y="46"/>
                </a:moveTo>
                <a:cubicBezTo>
                  <a:pt x="97" y="28"/>
                  <a:pt x="97" y="28"/>
                  <a:pt x="97" y="28"/>
                </a:cubicBezTo>
                <a:cubicBezTo>
                  <a:pt x="97" y="27"/>
                  <a:pt x="96" y="26"/>
                  <a:pt x="96" y="25"/>
                </a:cubicBezTo>
                <a:cubicBezTo>
                  <a:pt x="95" y="25"/>
                  <a:pt x="94" y="25"/>
                  <a:pt x="94" y="25"/>
                </a:cubicBezTo>
                <a:cubicBezTo>
                  <a:pt x="63" y="25"/>
                  <a:pt x="63" y="25"/>
                  <a:pt x="63" y="25"/>
                </a:cubicBezTo>
                <a:cubicBezTo>
                  <a:pt x="62" y="25"/>
                  <a:pt x="62" y="25"/>
                  <a:pt x="61" y="25"/>
                </a:cubicBezTo>
                <a:cubicBezTo>
                  <a:pt x="61" y="26"/>
                  <a:pt x="60" y="27"/>
                  <a:pt x="60" y="28"/>
                </a:cubicBezTo>
                <a:cubicBezTo>
                  <a:pt x="60" y="46"/>
                  <a:pt x="60" y="46"/>
                  <a:pt x="60" y="46"/>
                </a:cubicBezTo>
                <a:cubicBezTo>
                  <a:pt x="60" y="47"/>
                  <a:pt x="61" y="47"/>
                  <a:pt x="61" y="48"/>
                </a:cubicBezTo>
                <a:cubicBezTo>
                  <a:pt x="62" y="48"/>
                  <a:pt x="62" y="49"/>
                  <a:pt x="63" y="49"/>
                </a:cubicBezTo>
                <a:cubicBezTo>
                  <a:pt x="94" y="49"/>
                  <a:pt x="94" y="49"/>
                  <a:pt x="94" y="49"/>
                </a:cubicBezTo>
                <a:cubicBezTo>
                  <a:pt x="94" y="49"/>
                  <a:pt x="95" y="48"/>
                  <a:pt x="96" y="48"/>
                </a:cubicBezTo>
                <a:cubicBezTo>
                  <a:pt x="96" y="47"/>
                  <a:pt x="97" y="47"/>
                  <a:pt x="97" y="46"/>
                </a:cubicBezTo>
                <a:close/>
                <a:moveTo>
                  <a:pt x="97" y="82"/>
                </a:moveTo>
                <a:cubicBezTo>
                  <a:pt x="97" y="64"/>
                  <a:pt x="97" y="64"/>
                  <a:pt x="97" y="64"/>
                </a:cubicBezTo>
                <a:cubicBezTo>
                  <a:pt x="97" y="63"/>
                  <a:pt x="96" y="62"/>
                  <a:pt x="96" y="62"/>
                </a:cubicBezTo>
                <a:cubicBezTo>
                  <a:pt x="95" y="61"/>
                  <a:pt x="94" y="61"/>
                  <a:pt x="94" y="61"/>
                </a:cubicBezTo>
                <a:cubicBezTo>
                  <a:pt x="63" y="61"/>
                  <a:pt x="63" y="61"/>
                  <a:pt x="63" y="61"/>
                </a:cubicBezTo>
                <a:cubicBezTo>
                  <a:pt x="62" y="61"/>
                  <a:pt x="62" y="61"/>
                  <a:pt x="61" y="62"/>
                </a:cubicBezTo>
                <a:cubicBezTo>
                  <a:pt x="61" y="62"/>
                  <a:pt x="60" y="63"/>
                  <a:pt x="60" y="64"/>
                </a:cubicBezTo>
                <a:cubicBezTo>
                  <a:pt x="60" y="82"/>
                  <a:pt x="60" y="82"/>
                  <a:pt x="60" y="82"/>
                </a:cubicBezTo>
                <a:cubicBezTo>
                  <a:pt x="60" y="83"/>
                  <a:pt x="61" y="84"/>
                  <a:pt x="61" y="84"/>
                </a:cubicBezTo>
                <a:cubicBezTo>
                  <a:pt x="62" y="85"/>
                  <a:pt x="62" y="85"/>
                  <a:pt x="63" y="85"/>
                </a:cubicBezTo>
                <a:cubicBezTo>
                  <a:pt x="94" y="85"/>
                  <a:pt x="94" y="85"/>
                  <a:pt x="94" y="85"/>
                </a:cubicBezTo>
                <a:cubicBezTo>
                  <a:pt x="94" y="85"/>
                  <a:pt x="95" y="85"/>
                  <a:pt x="96" y="84"/>
                </a:cubicBezTo>
                <a:cubicBezTo>
                  <a:pt x="96" y="84"/>
                  <a:pt x="97" y="83"/>
                  <a:pt x="97" y="82"/>
                </a:cubicBezTo>
                <a:close/>
                <a:moveTo>
                  <a:pt x="97" y="118"/>
                </a:moveTo>
                <a:cubicBezTo>
                  <a:pt x="97" y="100"/>
                  <a:pt x="97" y="100"/>
                  <a:pt x="97" y="100"/>
                </a:cubicBezTo>
                <a:cubicBezTo>
                  <a:pt x="97" y="99"/>
                  <a:pt x="96" y="99"/>
                  <a:pt x="96" y="98"/>
                </a:cubicBezTo>
                <a:cubicBezTo>
                  <a:pt x="95" y="97"/>
                  <a:pt x="94" y="97"/>
                  <a:pt x="94" y="97"/>
                </a:cubicBezTo>
                <a:cubicBezTo>
                  <a:pt x="63" y="97"/>
                  <a:pt x="63" y="97"/>
                  <a:pt x="63" y="97"/>
                </a:cubicBezTo>
                <a:cubicBezTo>
                  <a:pt x="62" y="97"/>
                  <a:pt x="62" y="97"/>
                  <a:pt x="61" y="98"/>
                </a:cubicBezTo>
                <a:cubicBezTo>
                  <a:pt x="61" y="99"/>
                  <a:pt x="60" y="99"/>
                  <a:pt x="60" y="100"/>
                </a:cubicBezTo>
                <a:cubicBezTo>
                  <a:pt x="60" y="118"/>
                  <a:pt x="60" y="118"/>
                  <a:pt x="60" y="118"/>
                </a:cubicBezTo>
                <a:cubicBezTo>
                  <a:pt x="60" y="119"/>
                  <a:pt x="61" y="120"/>
                  <a:pt x="61" y="120"/>
                </a:cubicBezTo>
                <a:cubicBezTo>
                  <a:pt x="62" y="121"/>
                  <a:pt x="62" y="121"/>
                  <a:pt x="63" y="121"/>
                </a:cubicBezTo>
                <a:cubicBezTo>
                  <a:pt x="94" y="121"/>
                  <a:pt x="94" y="121"/>
                  <a:pt x="94" y="121"/>
                </a:cubicBezTo>
                <a:cubicBezTo>
                  <a:pt x="94" y="121"/>
                  <a:pt x="95" y="121"/>
                  <a:pt x="96" y="120"/>
                </a:cubicBezTo>
                <a:cubicBezTo>
                  <a:pt x="96" y="120"/>
                  <a:pt x="97" y="119"/>
                  <a:pt x="97" y="118"/>
                </a:cubicBezTo>
                <a:close/>
                <a:moveTo>
                  <a:pt x="145" y="46"/>
                </a:moveTo>
                <a:cubicBezTo>
                  <a:pt x="145" y="28"/>
                  <a:pt x="145" y="28"/>
                  <a:pt x="145" y="28"/>
                </a:cubicBezTo>
                <a:cubicBezTo>
                  <a:pt x="145" y="27"/>
                  <a:pt x="145" y="26"/>
                  <a:pt x="144" y="25"/>
                </a:cubicBezTo>
                <a:cubicBezTo>
                  <a:pt x="144" y="25"/>
                  <a:pt x="143" y="25"/>
                  <a:pt x="142" y="25"/>
                </a:cubicBezTo>
                <a:cubicBezTo>
                  <a:pt x="112" y="25"/>
                  <a:pt x="112" y="25"/>
                  <a:pt x="112" y="25"/>
                </a:cubicBezTo>
                <a:cubicBezTo>
                  <a:pt x="111" y="25"/>
                  <a:pt x="110" y="25"/>
                  <a:pt x="110" y="25"/>
                </a:cubicBezTo>
                <a:cubicBezTo>
                  <a:pt x="109" y="26"/>
                  <a:pt x="109" y="27"/>
                  <a:pt x="109" y="28"/>
                </a:cubicBezTo>
                <a:cubicBezTo>
                  <a:pt x="109" y="46"/>
                  <a:pt x="109" y="46"/>
                  <a:pt x="109" y="46"/>
                </a:cubicBezTo>
                <a:cubicBezTo>
                  <a:pt x="109" y="47"/>
                  <a:pt x="109" y="47"/>
                  <a:pt x="110" y="48"/>
                </a:cubicBezTo>
                <a:cubicBezTo>
                  <a:pt x="110" y="48"/>
                  <a:pt x="111" y="49"/>
                  <a:pt x="112" y="49"/>
                </a:cubicBezTo>
                <a:cubicBezTo>
                  <a:pt x="142" y="49"/>
                  <a:pt x="142" y="49"/>
                  <a:pt x="142" y="49"/>
                </a:cubicBezTo>
                <a:cubicBezTo>
                  <a:pt x="143" y="49"/>
                  <a:pt x="144" y="48"/>
                  <a:pt x="144" y="48"/>
                </a:cubicBezTo>
                <a:cubicBezTo>
                  <a:pt x="145" y="47"/>
                  <a:pt x="145" y="47"/>
                  <a:pt x="145" y="46"/>
                </a:cubicBezTo>
                <a:close/>
                <a:moveTo>
                  <a:pt x="145" y="82"/>
                </a:moveTo>
                <a:cubicBezTo>
                  <a:pt x="145" y="64"/>
                  <a:pt x="145" y="64"/>
                  <a:pt x="145" y="64"/>
                </a:cubicBezTo>
                <a:cubicBezTo>
                  <a:pt x="145" y="63"/>
                  <a:pt x="145" y="62"/>
                  <a:pt x="144" y="62"/>
                </a:cubicBezTo>
                <a:cubicBezTo>
                  <a:pt x="144" y="61"/>
                  <a:pt x="143" y="61"/>
                  <a:pt x="142" y="61"/>
                </a:cubicBezTo>
                <a:cubicBezTo>
                  <a:pt x="112" y="61"/>
                  <a:pt x="112" y="61"/>
                  <a:pt x="112" y="61"/>
                </a:cubicBezTo>
                <a:cubicBezTo>
                  <a:pt x="111" y="61"/>
                  <a:pt x="110" y="61"/>
                  <a:pt x="110" y="62"/>
                </a:cubicBezTo>
                <a:cubicBezTo>
                  <a:pt x="109" y="62"/>
                  <a:pt x="109" y="63"/>
                  <a:pt x="109" y="64"/>
                </a:cubicBezTo>
                <a:cubicBezTo>
                  <a:pt x="109" y="82"/>
                  <a:pt x="109" y="82"/>
                  <a:pt x="109" y="82"/>
                </a:cubicBezTo>
                <a:cubicBezTo>
                  <a:pt x="109" y="83"/>
                  <a:pt x="109" y="84"/>
                  <a:pt x="110" y="84"/>
                </a:cubicBezTo>
                <a:cubicBezTo>
                  <a:pt x="110" y="85"/>
                  <a:pt x="111" y="85"/>
                  <a:pt x="112" y="85"/>
                </a:cubicBezTo>
                <a:cubicBezTo>
                  <a:pt x="142" y="85"/>
                  <a:pt x="142" y="85"/>
                  <a:pt x="142" y="85"/>
                </a:cubicBezTo>
                <a:cubicBezTo>
                  <a:pt x="143" y="85"/>
                  <a:pt x="144" y="85"/>
                  <a:pt x="144" y="84"/>
                </a:cubicBezTo>
                <a:cubicBezTo>
                  <a:pt x="145" y="84"/>
                  <a:pt x="145" y="83"/>
                  <a:pt x="145" y="82"/>
                </a:cubicBezTo>
                <a:close/>
                <a:moveTo>
                  <a:pt x="145" y="118"/>
                </a:moveTo>
                <a:cubicBezTo>
                  <a:pt x="145" y="100"/>
                  <a:pt x="145" y="100"/>
                  <a:pt x="145" y="100"/>
                </a:cubicBezTo>
                <a:cubicBezTo>
                  <a:pt x="145" y="99"/>
                  <a:pt x="145" y="99"/>
                  <a:pt x="144" y="98"/>
                </a:cubicBezTo>
                <a:cubicBezTo>
                  <a:pt x="144" y="97"/>
                  <a:pt x="143" y="97"/>
                  <a:pt x="142" y="97"/>
                </a:cubicBezTo>
                <a:cubicBezTo>
                  <a:pt x="112" y="97"/>
                  <a:pt x="112" y="97"/>
                  <a:pt x="112" y="97"/>
                </a:cubicBezTo>
                <a:cubicBezTo>
                  <a:pt x="111" y="97"/>
                  <a:pt x="110" y="97"/>
                  <a:pt x="110" y="98"/>
                </a:cubicBezTo>
                <a:cubicBezTo>
                  <a:pt x="109" y="99"/>
                  <a:pt x="109" y="99"/>
                  <a:pt x="109" y="100"/>
                </a:cubicBezTo>
                <a:cubicBezTo>
                  <a:pt x="109" y="118"/>
                  <a:pt x="109" y="118"/>
                  <a:pt x="109" y="118"/>
                </a:cubicBezTo>
                <a:cubicBezTo>
                  <a:pt x="109" y="119"/>
                  <a:pt x="109" y="120"/>
                  <a:pt x="110" y="120"/>
                </a:cubicBezTo>
                <a:cubicBezTo>
                  <a:pt x="110" y="121"/>
                  <a:pt x="111" y="121"/>
                  <a:pt x="112" y="121"/>
                </a:cubicBezTo>
                <a:cubicBezTo>
                  <a:pt x="142" y="121"/>
                  <a:pt x="142" y="121"/>
                  <a:pt x="142" y="121"/>
                </a:cubicBezTo>
                <a:cubicBezTo>
                  <a:pt x="143" y="121"/>
                  <a:pt x="144" y="121"/>
                  <a:pt x="144" y="120"/>
                </a:cubicBezTo>
                <a:cubicBezTo>
                  <a:pt x="145" y="120"/>
                  <a:pt x="145" y="119"/>
                  <a:pt x="145" y="118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85" name="Freeform 187"/>
          <p:cNvSpPr>
            <a:spLocks noEditPoints="1"/>
          </p:cNvSpPr>
          <p:nvPr/>
        </p:nvSpPr>
        <p:spPr bwMode="auto">
          <a:xfrm>
            <a:off x="8770358" y="3092949"/>
            <a:ext cx="222593" cy="222593"/>
          </a:xfrm>
          <a:custGeom>
            <a:avLst/>
            <a:gdLst>
              <a:gd name="T0" fmla="*/ 153 w 155"/>
              <a:gd name="T1" fmla="*/ 27 h 155"/>
              <a:gd name="T2" fmla="*/ 151 w 155"/>
              <a:gd name="T3" fmla="*/ 32 h 155"/>
              <a:gd name="T4" fmla="*/ 29 w 155"/>
              <a:gd name="T5" fmla="*/ 153 h 155"/>
              <a:gd name="T6" fmla="*/ 25 w 155"/>
              <a:gd name="T7" fmla="*/ 155 h 155"/>
              <a:gd name="T8" fmla="*/ 21 w 155"/>
              <a:gd name="T9" fmla="*/ 153 h 155"/>
              <a:gd name="T10" fmla="*/ 2 w 155"/>
              <a:gd name="T11" fmla="*/ 135 h 155"/>
              <a:gd name="T12" fmla="*/ 0 w 155"/>
              <a:gd name="T13" fmla="*/ 130 h 155"/>
              <a:gd name="T14" fmla="*/ 2 w 155"/>
              <a:gd name="T15" fmla="*/ 126 h 155"/>
              <a:gd name="T16" fmla="*/ 124 w 155"/>
              <a:gd name="T17" fmla="*/ 4 h 155"/>
              <a:gd name="T18" fmla="*/ 128 w 155"/>
              <a:gd name="T19" fmla="*/ 3 h 155"/>
              <a:gd name="T20" fmla="*/ 132 w 155"/>
              <a:gd name="T21" fmla="*/ 4 h 155"/>
              <a:gd name="T22" fmla="*/ 151 w 155"/>
              <a:gd name="T23" fmla="*/ 23 h 155"/>
              <a:gd name="T24" fmla="*/ 153 w 155"/>
              <a:gd name="T25" fmla="*/ 27 h 155"/>
              <a:gd name="T26" fmla="*/ 25 w 155"/>
              <a:gd name="T27" fmla="*/ 9 h 155"/>
              <a:gd name="T28" fmla="*/ 34 w 155"/>
              <a:gd name="T29" fmla="*/ 12 h 155"/>
              <a:gd name="T30" fmla="*/ 25 w 155"/>
              <a:gd name="T31" fmla="*/ 15 h 155"/>
              <a:gd name="T32" fmla="*/ 22 w 155"/>
              <a:gd name="T33" fmla="*/ 24 h 155"/>
              <a:gd name="T34" fmla="*/ 19 w 155"/>
              <a:gd name="T35" fmla="*/ 15 h 155"/>
              <a:gd name="T36" fmla="*/ 10 w 155"/>
              <a:gd name="T37" fmla="*/ 12 h 155"/>
              <a:gd name="T38" fmla="*/ 19 w 155"/>
              <a:gd name="T39" fmla="*/ 9 h 155"/>
              <a:gd name="T40" fmla="*/ 22 w 155"/>
              <a:gd name="T41" fmla="*/ 0 h 155"/>
              <a:gd name="T42" fmla="*/ 25 w 155"/>
              <a:gd name="T43" fmla="*/ 9 h 155"/>
              <a:gd name="T44" fmla="*/ 58 w 155"/>
              <a:gd name="T45" fmla="*/ 25 h 155"/>
              <a:gd name="T46" fmla="*/ 77 w 155"/>
              <a:gd name="T47" fmla="*/ 30 h 155"/>
              <a:gd name="T48" fmla="*/ 58 w 155"/>
              <a:gd name="T49" fmla="*/ 36 h 155"/>
              <a:gd name="T50" fmla="*/ 52 w 155"/>
              <a:gd name="T51" fmla="*/ 55 h 155"/>
              <a:gd name="T52" fmla="*/ 47 w 155"/>
              <a:gd name="T53" fmla="*/ 36 h 155"/>
              <a:gd name="T54" fmla="*/ 28 w 155"/>
              <a:gd name="T55" fmla="*/ 30 h 155"/>
              <a:gd name="T56" fmla="*/ 47 w 155"/>
              <a:gd name="T57" fmla="*/ 25 h 155"/>
              <a:gd name="T58" fmla="*/ 52 w 155"/>
              <a:gd name="T59" fmla="*/ 6 h 155"/>
              <a:gd name="T60" fmla="*/ 58 w 155"/>
              <a:gd name="T61" fmla="*/ 25 h 155"/>
              <a:gd name="T62" fmla="*/ 85 w 155"/>
              <a:gd name="T63" fmla="*/ 9 h 155"/>
              <a:gd name="T64" fmla="*/ 95 w 155"/>
              <a:gd name="T65" fmla="*/ 12 h 155"/>
              <a:gd name="T66" fmla="*/ 85 w 155"/>
              <a:gd name="T67" fmla="*/ 15 h 155"/>
              <a:gd name="T68" fmla="*/ 83 w 155"/>
              <a:gd name="T69" fmla="*/ 24 h 155"/>
              <a:gd name="T70" fmla="*/ 80 w 155"/>
              <a:gd name="T71" fmla="*/ 15 h 155"/>
              <a:gd name="T72" fmla="*/ 70 w 155"/>
              <a:gd name="T73" fmla="*/ 12 h 155"/>
              <a:gd name="T74" fmla="*/ 80 w 155"/>
              <a:gd name="T75" fmla="*/ 9 h 155"/>
              <a:gd name="T76" fmla="*/ 83 w 155"/>
              <a:gd name="T77" fmla="*/ 0 h 155"/>
              <a:gd name="T78" fmla="*/ 85 w 155"/>
              <a:gd name="T79" fmla="*/ 9 h 155"/>
              <a:gd name="T80" fmla="*/ 110 w 155"/>
              <a:gd name="T81" fmla="*/ 55 h 155"/>
              <a:gd name="T82" fmla="*/ 138 w 155"/>
              <a:gd name="T83" fmla="*/ 27 h 155"/>
              <a:gd name="T84" fmla="*/ 128 w 155"/>
              <a:gd name="T85" fmla="*/ 17 h 155"/>
              <a:gd name="T86" fmla="*/ 100 w 155"/>
              <a:gd name="T87" fmla="*/ 45 h 155"/>
              <a:gd name="T88" fmla="*/ 110 w 155"/>
              <a:gd name="T89" fmla="*/ 55 h 155"/>
              <a:gd name="T90" fmla="*/ 146 w 155"/>
              <a:gd name="T91" fmla="*/ 70 h 155"/>
              <a:gd name="T92" fmla="*/ 155 w 155"/>
              <a:gd name="T93" fmla="*/ 73 h 155"/>
              <a:gd name="T94" fmla="*/ 146 w 155"/>
              <a:gd name="T95" fmla="*/ 76 h 155"/>
              <a:gd name="T96" fmla="*/ 143 w 155"/>
              <a:gd name="T97" fmla="*/ 85 h 155"/>
              <a:gd name="T98" fmla="*/ 140 w 155"/>
              <a:gd name="T99" fmla="*/ 76 h 155"/>
              <a:gd name="T100" fmla="*/ 131 w 155"/>
              <a:gd name="T101" fmla="*/ 73 h 155"/>
              <a:gd name="T102" fmla="*/ 140 w 155"/>
              <a:gd name="T103" fmla="*/ 70 h 155"/>
              <a:gd name="T104" fmla="*/ 143 w 155"/>
              <a:gd name="T105" fmla="*/ 61 h 155"/>
              <a:gd name="T106" fmla="*/ 146 w 155"/>
              <a:gd name="T107" fmla="*/ 70 h 1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55" h="155">
                <a:moveTo>
                  <a:pt x="153" y="27"/>
                </a:moveTo>
                <a:cubicBezTo>
                  <a:pt x="153" y="29"/>
                  <a:pt x="152" y="31"/>
                  <a:pt x="151" y="32"/>
                </a:cubicBezTo>
                <a:cubicBezTo>
                  <a:pt x="29" y="153"/>
                  <a:pt x="29" y="153"/>
                  <a:pt x="29" y="153"/>
                </a:cubicBezTo>
                <a:cubicBezTo>
                  <a:pt x="28" y="154"/>
                  <a:pt x="27" y="155"/>
                  <a:pt x="25" y="155"/>
                </a:cubicBezTo>
                <a:cubicBezTo>
                  <a:pt x="23" y="155"/>
                  <a:pt x="22" y="154"/>
                  <a:pt x="21" y="153"/>
                </a:cubicBezTo>
                <a:cubicBezTo>
                  <a:pt x="2" y="135"/>
                  <a:pt x="2" y="135"/>
                  <a:pt x="2" y="135"/>
                </a:cubicBezTo>
                <a:cubicBezTo>
                  <a:pt x="1" y="133"/>
                  <a:pt x="0" y="132"/>
                  <a:pt x="0" y="130"/>
                </a:cubicBezTo>
                <a:cubicBezTo>
                  <a:pt x="0" y="129"/>
                  <a:pt x="1" y="127"/>
                  <a:pt x="2" y="126"/>
                </a:cubicBezTo>
                <a:cubicBezTo>
                  <a:pt x="124" y="4"/>
                  <a:pt x="124" y="4"/>
                  <a:pt x="124" y="4"/>
                </a:cubicBezTo>
                <a:cubicBezTo>
                  <a:pt x="125" y="3"/>
                  <a:pt x="126" y="3"/>
                  <a:pt x="128" y="3"/>
                </a:cubicBezTo>
                <a:cubicBezTo>
                  <a:pt x="130" y="3"/>
                  <a:pt x="131" y="3"/>
                  <a:pt x="132" y="4"/>
                </a:cubicBezTo>
                <a:cubicBezTo>
                  <a:pt x="151" y="23"/>
                  <a:pt x="151" y="23"/>
                  <a:pt x="151" y="23"/>
                </a:cubicBezTo>
                <a:cubicBezTo>
                  <a:pt x="152" y="24"/>
                  <a:pt x="153" y="26"/>
                  <a:pt x="153" y="27"/>
                </a:cubicBezTo>
                <a:close/>
                <a:moveTo>
                  <a:pt x="25" y="9"/>
                </a:moveTo>
                <a:cubicBezTo>
                  <a:pt x="34" y="12"/>
                  <a:pt x="34" y="12"/>
                  <a:pt x="34" y="12"/>
                </a:cubicBezTo>
                <a:cubicBezTo>
                  <a:pt x="25" y="15"/>
                  <a:pt x="25" y="15"/>
                  <a:pt x="25" y="15"/>
                </a:cubicBezTo>
                <a:cubicBezTo>
                  <a:pt x="22" y="24"/>
                  <a:pt x="22" y="24"/>
                  <a:pt x="22" y="24"/>
                </a:cubicBezTo>
                <a:cubicBezTo>
                  <a:pt x="19" y="15"/>
                  <a:pt x="19" y="15"/>
                  <a:pt x="19" y="15"/>
                </a:cubicBezTo>
                <a:cubicBezTo>
                  <a:pt x="10" y="12"/>
                  <a:pt x="10" y="12"/>
                  <a:pt x="10" y="12"/>
                </a:cubicBezTo>
                <a:cubicBezTo>
                  <a:pt x="19" y="9"/>
                  <a:pt x="19" y="9"/>
                  <a:pt x="19" y="9"/>
                </a:cubicBezTo>
                <a:cubicBezTo>
                  <a:pt x="22" y="0"/>
                  <a:pt x="22" y="0"/>
                  <a:pt x="22" y="0"/>
                </a:cubicBezTo>
                <a:lnTo>
                  <a:pt x="25" y="9"/>
                </a:lnTo>
                <a:close/>
                <a:moveTo>
                  <a:pt x="58" y="25"/>
                </a:moveTo>
                <a:cubicBezTo>
                  <a:pt x="77" y="30"/>
                  <a:pt x="77" y="30"/>
                  <a:pt x="77" y="30"/>
                </a:cubicBezTo>
                <a:cubicBezTo>
                  <a:pt x="58" y="36"/>
                  <a:pt x="58" y="36"/>
                  <a:pt x="58" y="36"/>
                </a:cubicBezTo>
                <a:cubicBezTo>
                  <a:pt x="52" y="55"/>
                  <a:pt x="52" y="55"/>
                  <a:pt x="52" y="55"/>
                </a:cubicBezTo>
                <a:cubicBezTo>
                  <a:pt x="47" y="36"/>
                  <a:pt x="47" y="36"/>
                  <a:pt x="47" y="36"/>
                </a:cubicBezTo>
                <a:cubicBezTo>
                  <a:pt x="28" y="30"/>
                  <a:pt x="28" y="30"/>
                  <a:pt x="28" y="30"/>
                </a:cubicBezTo>
                <a:cubicBezTo>
                  <a:pt x="47" y="25"/>
                  <a:pt x="47" y="25"/>
                  <a:pt x="47" y="25"/>
                </a:cubicBezTo>
                <a:cubicBezTo>
                  <a:pt x="52" y="6"/>
                  <a:pt x="52" y="6"/>
                  <a:pt x="52" y="6"/>
                </a:cubicBezTo>
                <a:lnTo>
                  <a:pt x="58" y="25"/>
                </a:lnTo>
                <a:close/>
                <a:moveTo>
                  <a:pt x="85" y="9"/>
                </a:moveTo>
                <a:cubicBezTo>
                  <a:pt x="95" y="12"/>
                  <a:pt x="95" y="12"/>
                  <a:pt x="95" y="12"/>
                </a:cubicBezTo>
                <a:cubicBezTo>
                  <a:pt x="85" y="15"/>
                  <a:pt x="85" y="15"/>
                  <a:pt x="85" y="15"/>
                </a:cubicBezTo>
                <a:cubicBezTo>
                  <a:pt x="83" y="24"/>
                  <a:pt x="83" y="24"/>
                  <a:pt x="83" y="24"/>
                </a:cubicBezTo>
                <a:cubicBezTo>
                  <a:pt x="80" y="15"/>
                  <a:pt x="80" y="15"/>
                  <a:pt x="80" y="15"/>
                </a:cubicBezTo>
                <a:cubicBezTo>
                  <a:pt x="70" y="12"/>
                  <a:pt x="70" y="12"/>
                  <a:pt x="70" y="12"/>
                </a:cubicBezTo>
                <a:cubicBezTo>
                  <a:pt x="80" y="9"/>
                  <a:pt x="80" y="9"/>
                  <a:pt x="80" y="9"/>
                </a:cubicBezTo>
                <a:cubicBezTo>
                  <a:pt x="83" y="0"/>
                  <a:pt x="83" y="0"/>
                  <a:pt x="83" y="0"/>
                </a:cubicBezTo>
                <a:lnTo>
                  <a:pt x="85" y="9"/>
                </a:lnTo>
                <a:close/>
                <a:moveTo>
                  <a:pt x="110" y="55"/>
                </a:moveTo>
                <a:cubicBezTo>
                  <a:pt x="138" y="27"/>
                  <a:pt x="138" y="27"/>
                  <a:pt x="138" y="27"/>
                </a:cubicBezTo>
                <a:cubicBezTo>
                  <a:pt x="128" y="17"/>
                  <a:pt x="128" y="17"/>
                  <a:pt x="128" y="17"/>
                </a:cubicBezTo>
                <a:cubicBezTo>
                  <a:pt x="100" y="45"/>
                  <a:pt x="100" y="45"/>
                  <a:pt x="100" y="45"/>
                </a:cubicBezTo>
                <a:lnTo>
                  <a:pt x="110" y="55"/>
                </a:lnTo>
                <a:close/>
                <a:moveTo>
                  <a:pt x="146" y="70"/>
                </a:moveTo>
                <a:cubicBezTo>
                  <a:pt x="155" y="73"/>
                  <a:pt x="155" y="73"/>
                  <a:pt x="155" y="73"/>
                </a:cubicBezTo>
                <a:cubicBezTo>
                  <a:pt x="146" y="76"/>
                  <a:pt x="146" y="76"/>
                  <a:pt x="146" y="76"/>
                </a:cubicBezTo>
                <a:cubicBezTo>
                  <a:pt x="143" y="85"/>
                  <a:pt x="143" y="85"/>
                  <a:pt x="143" y="85"/>
                </a:cubicBezTo>
                <a:cubicBezTo>
                  <a:pt x="140" y="76"/>
                  <a:pt x="140" y="76"/>
                  <a:pt x="140" y="76"/>
                </a:cubicBezTo>
                <a:cubicBezTo>
                  <a:pt x="131" y="73"/>
                  <a:pt x="131" y="73"/>
                  <a:pt x="131" y="73"/>
                </a:cubicBezTo>
                <a:cubicBezTo>
                  <a:pt x="140" y="70"/>
                  <a:pt x="140" y="70"/>
                  <a:pt x="140" y="70"/>
                </a:cubicBezTo>
                <a:cubicBezTo>
                  <a:pt x="143" y="61"/>
                  <a:pt x="143" y="61"/>
                  <a:pt x="143" y="61"/>
                </a:cubicBezTo>
                <a:lnTo>
                  <a:pt x="146" y="7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86" name="Freeform 188"/>
          <p:cNvSpPr>
            <a:spLocks noEditPoints="1"/>
          </p:cNvSpPr>
          <p:nvPr/>
        </p:nvSpPr>
        <p:spPr bwMode="auto">
          <a:xfrm>
            <a:off x="9059945" y="3127528"/>
            <a:ext cx="233399" cy="192337"/>
          </a:xfrm>
          <a:custGeom>
            <a:avLst/>
            <a:gdLst>
              <a:gd name="T0" fmla="*/ 163 w 163"/>
              <a:gd name="T1" fmla="*/ 103 h 134"/>
              <a:gd name="T2" fmla="*/ 162 w 163"/>
              <a:gd name="T3" fmla="*/ 108 h 134"/>
              <a:gd name="T4" fmla="*/ 158 w 163"/>
              <a:gd name="T5" fmla="*/ 109 h 134"/>
              <a:gd name="T6" fmla="*/ 153 w 163"/>
              <a:gd name="T7" fmla="*/ 109 h 134"/>
              <a:gd name="T8" fmla="*/ 144 w 163"/>
              <a:gd name="T9" fmla="*/ 126 h 134"/>
              <a:gd name="T10" fmla="*/ 110 w 163"/>
              <a:gd name="T11" fmla="*/ 126 h 134"/>
              <a:gd name="T12" fmla="*/ 67 w 163"/>
              <a:gd name="T13" fmla="*/ 109 h 134"/>
              <a:gd name="T14" fmla="*/ 42 w 163"/>
              <a:gd name="T15" fmla="*/ 134 h 134"/>
              <a:gd name="T16" fmla="*/ 18 w 163"/>
              <a:gd name="T17" fmla="*/ 109 h 134"/>
              <a:gd name="T18" fmla="*/ 10 w 163"/>
              <a:gd name="T19" fmla="*/ 109 h 134"/>
              <a:gd name="T20" fmla="*/ 5 w 163"/>
              <a:gd name="T21" fmla="*/ 109 h 134"/>
              <a:gd name="T22" fmla="*/ 2 w 163"/>
              <a:gd name="T23" fmla="*/ 108 h 134"/>
              <a:gd name="T24" fmla="*/ 0 w 163"/>
              <a:gd name="T25" fmla="*/ 103 h 134"/>
              <a:gd name="T26" fmla="*/ 6 w 163"/>
              <a:gd name="T27" fmla="*/ 97 h 134"/>
              <a:gd name="T28" fmla="*/ 6 w 163"/>
              <a:gd name="T29" fmla="*/ 64 h 134"/>
              <a:gd name="T30" fmla="*/ 6 w 163"/>
              <a:gd name="T31" fmla="*/ 57 h 134"/>
              <a:gd name="T32" fmla="*/ 8 w 163"/>
              <a:gd name="T33" fmla="*/ 50 h 134"/>
              <a:gd name="T34" fmla="*/ 29 w 163"/>
              <a:gd name="T35" fmla="*/ 29 h 134"/>
              <a:gd name="T36" fmla="*/ 39 w 163"/>
              <a:gd name="T37" fmla="*/ 25 h 134"/>
              <a:gd name="T38" fmla="*/ 54 w 163"/>
              <a:gd name="T39" fmla="*/ 6 h 134"/>
              <a:gd name="T40" fmla="*/ 61 w 163"/>
              <a:gd name="T41" fmla="*/ 0 h 134"/>
              <a:gd name="T42" fmla="*/ 162 w 163"/>
              <a:gd name="T43" fmla="*/ 2 h 134"/>
              <a:gd name="T44" fmla="*/ 18 w 163"/>
              <a:gd name="T45" fmla="*/ 61 h 134"/>
              <a:gd name="T46" fmla="*/ 54 w 163"/>
              <a:gd name="T47" fmla="*/ 37 h 134"/>
              <a:gd name="T48" fmla="*/ 37 w 163"/>
              <a:gd name="T49" fmla="*/ 38 h 134"/>
              <a:gd name="T50" fmla="*/ 18 w 163"/>
              <a:gd name="T51" fmla="*/ 58 h 134"/>
              <a:gd name="T52" fmla="*/ 51 w 163"/>
              <a:gd name="T53" fmla="*/ 118 h 134"/>
              <a:gd name="T54" fmla="*/ 51 w 163"/>
              <a:gd name="T55" fmla="*/ 101 h 134"/>
              <a:gd name="T56" fmla="*/ 34 w 163"/>
              <a:gd name="T57" fmla="*/ 101 h 134"/>
              <a:gd name="T58" fmla="*/ 34 w 163"/>
              <a:gd name="T59" fmla="*/ 118 h 134"/>
              <a:gd name="T60" fmla="*/ 51 w 163"/>
              <a:gd name="T61" fmla="*/ 118 h 134"/>
              <a:gd name="T62" fmla="*/ 139 w 163"/>
              <a:gd name="T63" fmla="*/ 109 h 134"/>
              <a:gd name="T64" fmla="*/ 127 w 163"/>
              <a:gd name="T65" fmla="*/ 97 h 134"/>
              <a:gd name="T66" fmla="*/ 115 w 163"/>
              <a:gd name="T67" fmla="*/ 109 h 134"/>
              <a:gd name="T68" fmla="*/ 127 w 163"/>
              <a:gd name="T69" fmla="*/ 121 h 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63" h="134">
                <a:moveTo>
                  <a:pt x="163" y="6"/>
                </a:moveTo>
                <a:cubicBezTo>
                  <a:pt x="163" y="103"/>
                  <a:pt x="163" y="103"/>
                  <a:pt x="163" y="103"/>
                </a:cubicBezTo>
                <a:cubicBezTo>
                  <a:pt x="163" y="104"/>
                  <a:pt x="163" y="105"/>
                  <a:pt x="163" y="106"/>
                </a:cubicBezTo>
                <a:cubicBezTo>
                  <a:pt x="163" y="107"/>
                  <a:pt x="162" y="107"/>
                  <a:pt x="162" y="108"/>
                </a:cubicBezTo>
                <a:cubicBezTo>
                  <a:pt x="161" y="108"/>
                  <a:pt x="161" y="108"/>
                  <a:pt x="160" y="109"/>
                </a:cubicBezTo>
                <a:cubicBezTo>
                  <a:pt x="160" y="109"/>
                  <a:pt x="159" y="109"/>
                  <a:pt x="158" y="109"/>
                </a:cubicBezTo>
                <a:cubicBezTo>
                  <a:pt x="157" y="109"/>
                  <a:pt x="156" y="109"/>
                  <a:pt x="156" y="109"/>
                </a:cubicBezTo>
                <a:cubicBezTo>
                  <a:pt x="155" y="109"/>
                  <a:pt x="155" y="109"/>
                  <a:pt x="153" y="109"/>
                </a:cubicBezTo>
                <a:cubicBezTo>
                  <a:pt x="152" y="109"/>
                  <a:pt x="152" y="109"/>
                  <a:pt x="151" y="109"/>
                </a:cubicBezTo>
                <a:cubicBezTo>
                  <a:pt x="151" y="116"/>
                  <a:pt x="149" y="122"/>
                  <a:pt x="144" y="126"/>
                </a:cubicBezTo>
                <a:cubicBezTo>
                  <a:pt x="139" y="131"/>
                  <a:pt x="134" y="134"/>
                  <a:pt x="127" y="134"/>
                </a:cubicBezTo>
                <a:cubicBezTo>
                  <a:pt x="120" y="134"/>
                  <a:pt x="115" y="131"/>
                  <a:pt x="110" y="126"/>
                </a:cubicBezTo>
                <a:cubicBezTo>
                  <a:pt x="105" y="122"/>
                  <a:pt x="103" y="116"/>
                  <a:pt x="103" y="109"/>
                </a:cubicBezTo>
                <a:cubicBezTo>
                  <a:pt x="67" y="109"/>
                  <a:pt x="67" y="109"/>
                  <a:pt x="67" y="109"/>
                </a:cubicBezTo>
                <a:cubicBezTo>
                  <a:pt x="67" y="116"/>
                  <a:pt x="64" y="122"/>
                  <a:pt x="60" y="126"/>
                </a:cubicBezTo>
                <a:cubicBezTo>
                  <a:pt x="55" y="131"/>
                  <a:pt x="49" y="134"/>
                  <a:pt x="42" y="134"/>
                </a:cubicBezTo>
                <a:cubicBezTo>
                  <a:pt x="36" y="134"/>
                  <a:pt x="30" y="131"/>
                  <a:pt x="25" y="126"/>
                </a:cubicBezTo>
                <a:cubicBezTo>
                  <a:pt x="21" y="122"/>
                  <a:pt x="18" y="116"/>
                  <a:pt x="18" y="109"/>
                </a:cubicBezTo>
                <a:cubicBezTo>
                  <a:pt x="12" y="109"/>
                  <a:pt x="12" y="109"/>
                  <a:pt x="12" y="109"/>
                </a:cubicBezTo>
                <a:cubicBezTo>
                  <a:pt x="12" y="109"/>
                  <a:pt x="11" y="109"/>
                  <a:pt x="10" y="109"/>
                </a:cubicBezTo>
                <a:cubicBezTo>
                  <a:pt x="9" y="109"/>
                  <a:pt x="8" y="109"/>
                  <a:pt x="8" y="109"/>
                </a:cubicBezTo>
                <a:cubicBezTo>
                  <a:pt x="7" y="109"/>
                  <a:pt x="7" y="109"/>
                  <a:pt x="5" y="109"/>
                </a:cubicBezTo>
                <a:cubicBezTo>
                  <a:pt x="4" y="109"/>
                  <a:pt x="4" y="109"/>
                  <a:pt x="3" y="109"/>
                </a:cubicBezTo>
                <a:cubicBezTo>
                  <a:pt x="3" y="108"/>
                  <a:pt x="2" y="108"/>
                  <a:pt x="2" y="108"/>
                </a:cubicBezTo>
                <a:cubicBezTo>
                  <a:pt x="1" y="107"/>
                  <a:pt x="1" y="107"/>
                  <a:pt x="0" y="106"/>
                </a:cubicBezTo>
                <a:cubicBezTo>
                  <a:pt x="0" y="105"/>
                  <a:pt x="0" y="104"/>
                  <a:pt x="0" y="103"/>
                </a:cubicBezTo>
                <a:cubicBezTo>
                  <a:pt x="0" y="102"/>
                  <a:pt x="1" y="100"/>
                  <a:pt x="2" y="99"/>
                </a:cubicBezTo>
                <a:cubicBezTo>
                  <a:pt x="3" y="98"/>
                  <a:pt x="4" y="97"/>
                  <a:pt x="6" y="97"/>
                </a:cubicBezTo>
                <a:cubicBezTo>
                  <a:pt x="6" y="67"/>
                  <a:pt x="6" y="67"/>
                  <a:pt x="6" y="67"/>
                </a:cubicBezTo>
                <a:cubicBezTo>
                  <a:pt x="6" y="66"/>
                  <a:pt x="6" y="65"/>
                  <a:pt x="6" y="64"/>
                </a:cubicBezTo>
                <a:cubicBezTo>
                  <a:pt x="6" y="62"/>
                  <a:pt x="6" y="61"/>
                  <a:pt x="6" y="60"/>
                </a:cubicBezTo>
                <a:cubicBezTo>
                  <a:pt x="6" y="59"/>
                  <a:pt x="6" y="58"/>
                  <a:pt x="6" y="57"/>
                </a:cubicBezTo>
                <a:cubicBezTo>
                  <a:pt x="6" y="55"/>
                  <a:pt x="7" y="54"/>
                  <a:pt x="7" y="53"/>
                </a:cubicBezTo>
                <a:cubicBezTo>
                  <a:pt x="7" y="52"/>
                  <a:pt x="8" y="52"/>
                  <a:pt x="8" y="50"/>
                </a:cubicBezTo>
                <a:cubicBezTo>
                  <a:pt x="9" y="49"/>
                  <a:pt x="10" y="48"/>
                  <a:pt x="10" y="48"/>
                </a:cubicBezTo>
                <a:cubicBezTo>
                  <a:pt x="29" y="29"/>
                  <a:pt x="29" y="29"/>
                  <a:pt x="29" y="29"/>
                </a:cubicBezTo>
                <a:cubicBezTo>
                  <a:pt x="30" y="28"/>
                  <a:pt x="32" y="27"/>
                  <a:pt x="34" y="26"/>
                </a:cubicBezTo>
                <a:cubicBezTo>
                  <a:pt x="36" y="25"/>
                  <a:pt x="38" y="25"/>
                  <a:pt x="39" y="25"/>
                </a:cubicBezTo>
                <a:cubicBezTo>
                  <a:pt x="54" y="25"/>
                  <a:pt x="54" y="25"/>
                  <a:pt x="54" y="25"/>
                </a:cubicBezTo>
                <a:cubicBezTo>
                  <a:pt x="54" y="6"/>
                  <a:pt x="54" y="6"/>
                  <a:pt x="54" y="6"/>
                </a:cubicBezTo>
                <a:cubicBezTo>
                  <a:pt x="54" y="5"/>
                  <a:pt x="55" y="3"/>
                  <a:pt x="56" y="2"/>
                </a:cubicBezTo>
                <a:cubicBezTo>
                  <a:pt x="57" y="1"/>
                  <a:pt x="59" y="0"/>
                  <a:pt x="61" y="0"/>
                </a:cubicBezTo>
                <a:cubicBezTo>
                  <a:pt x="157" y="0"/>
                  <a:pt x="157" y="0"/>
                  <a:pt x="157" y="0"/>
                </a:cubicBezTo>
                <a:cubicBezTo>
                  <a:pt x="159" y="0"/>
                  <a:pt x="160" y="1"/>
                  <a:pt x="162" y="2"/>
                </a:cubicBezTo>
                <a:cubicBezTo>
                  <a:pt x="163" y="3"/>
                  <a:pt x="163" y="5"/>
                  <a:pt x="163" y="6"/>
                </a:cubicBezTo>
                <a:close/>
                <a:moveTo>
                  <a:pt x="18" y="61"/>
                </a:moveTo>
                <a:cubicBezTo>
                  <a:pt x="54" y="61"/>
                  <a:pt x="54" y="61"/>
                  <a:pt x="54" y="61"/>
                </a:cubicBezTo>
                <a:cubicBezTo>
                  <a:pt x="54" y="37"/>
                  <a:pt x="54" y="37"/>
                  <a:pt x="54" y="37"/>
                </a:cubicBezTo>
                <a:cubicBezTo>
                  <a:pt x="40" y="37"/>
                  <a:pt x="40" y="37"/>
                  <a:pt x="40" y="37"/>
                </a:cubicBezTo>
                <a:cubicBezTo>
                  <a:pt x="39" y="37"/>
                  <a:pt x="38" y="37"/>
                  <a:pt x="37" y="38"/>
                </a:cubicBezTo>
                <a:cubicBezTo>
                  <a:pt x="19" y="56"/>
                  <a:pt x="19" y="56"/>
                  <a:pt x="19" y="56"/>
                </a:cubicBezTo>
                <a:cubicBezTo>
                  <a:pt x="18" y="57"/>
                  <a:pt x="18" y="57"/>
                  <a:pt x="18" y="58"/>
                </a:cubicBezTo>
                <a:lnTo>
                  <a:pt x="18" y="61"/>
                </a:lnTo>
                <a:close/>
                <a:moveTo>
                  <a:pt x="51" y="118"/>
                </a:moveTo>
                <a:cubicBezTo>
                  <a:pt x="53" y="115"/>
                  <a:pt x="54" y="113"/>
                  <a:pt x="54" y="109"/>
                </a:cubicBezTo>
                <a:cubicBezTo>
                  <a:pt x="54" y="106"/>
                  <a:pt x="53" y="103"/>
                  <a:pt x="51" y="101"/>
                </a:cubicBezTo>
                <a:cubicBezTo>
                  <a:pt x="49" y="98"/>
                  <a:pt x="46" y="97"/>
                  <a:pt x="42" y="97"/>
                </a:cubicBezTo>
                <a:cubicBezTo>
                  <a:pt x="39" y="97"/>
                  <a:pt x="36" y="98"/>
                  <a:pt x="34" y="101"/>
                </a:cubicBezTo>
                <a:cubicBezTo>
                  <a:pt x="31" y="103"/>
                  <a:pt x="30" y="106"/>
                  <a:pt x="30" y="109"/>
                </a:cubicBezTo>
                <a:cubicBezTo>
                  <a:pt x="30" y="113"/>
                  <a:pt x="31" y="115"/>
                  <a:pt x="34" y="118"/>
                </a:cubicBezTo>
                <a:cubicBezTo>
                  <a:pt x="36" y="120"/>
                  <a:pt x="39" y="121"/>
                  <a:pt x="42" y="121"/>
                </a:cubicBezTo>
                <a:cubicBezTo>
                  <a:pt x="46" y="121"/>
                  <a:pt x="49" y="120"/>
                  <a:pt x="51" y="118"/>
                </a:cubicBezTo>
                <a:close/>
                <a:moveTo>
                  <a:pt x="136" y="118"/>
                </a:moveTo>
                <a:cubicBezTo>
                  <a:pt x="138" y="115"/>
                  <a:pt x="139" y="113"/>
                  <a:pt x="139" y="109"/>
                </a:cubicBezTo>
                <a:cubicBezTo>
                  <a:pt x="139" y="106"/>
                  <a:pt x="138" y="103"/>
                  <a:pt x="136" y="101"/>
                </a:cubicBezTo>
                <a:cubicBezTo>
                  <a:pt x="133" y="98"/>
                  <a:pt x="130" y="97"/>
                  <a:pt x="127" y="97"/>
                </a:cubicBezTo>
                <a:cubicBezTo>
                  <a:pt x="124" y="97"/>
                  <a:pt x="121" y="98"/>
                  <a:pt x="119" y="101"/>
                </a:cubicBezTo>
                <a:cubicBezTo>
                  <a:pt x="116" y="103"/>
                  <a:pt x="115" y="106"/>
                  <a:pt x="115" y="109"/>
                </a:cubicBezTo>
                <a:cubicBezTo>
                  <a:pt x="115" y="113"/>
                  <a:pt x="116" y="115"/>
                  <a:pt x="119" y="118"/>
                </a:cubicBezTo>
                <a:cubicBezTo>
                  <a:pt x="121" y="120"/>
                  <a:pt x="124" y="121"/>
                  <a:pt x="127" y="121"/>
                </a:cubicBezTo>
                <a:cubicBezTo>
                  <a:pt x="130" y="121"/>
                  <a:pt x="133" y="120"/>
                  <a:pt x="136" y="118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87" name="Freeform 189"/>
          <p:cNvSpPr>
            <a:spLocks/>
          </p:cNvSpPr>
          <p:nvPr/>
        </p:nvSpPr>
        <p:spPr bwMode="auto">
          <a:xfrm>
            <a:off x="9351693" y="3110237"/>
            <a:ext cx="209627" cy="209627"/>
          </a:xfrm>
          <a:custGeom>
            <a:avLst/>
            <a:gdLst>
              <a:gd name="T0" fmla="*/ 136 w 145"/>
              <a:gd name="T1" fmla="*/ 36 h 146"/>
              <a:gd name="T2" fmla="*/ 145 w 145"/>
              <a:gd name="T3" fmla="*/ 73 h 146"/>
              <a:gd name="T4" fmla="*/ 136 w 145"/>
              <a:gd name="T5" fmla="*/ 109 h 146"/>
              <a:gd name="T6" fmla="*/ 109 w 145"/>
              <a:gd name="T7" fmla="*/ 136 h 146"/>
              <a:gd name="T8" fmla="*/ 73 w 145"/>
              <a:gd name="T9" fmla="*/ 146 h 146"/>
              <a:gd name="T10" fmla="*/ 52 w 145"/>
              <a:gd name="T11" fmla="*/ 143 h 146"/>
              <a:gd name="T12" fmla="*/ 60 w 145"/>
              <a:gd name="T13" fmla="*/ 127 h 146"/>
              <a:gd name="T14" fmla="*/ 65 w 145"/>
              <a:gd name="T15" fmla="*/ 107 h 146"/>
              <a:gd name="T16" fmla="*/ 72 w 145"/>
              <a:gd name="T17" fmla="*/ 113 h 146"/>
              <a:gd name="T18" fmla="*/ 82 w 145"/>
              <a:gd name="T19" fmla="*/ 116 h 146"/>
              <a:gd name="T20" fmla="*/ 103 w 145"/>
              <a:gd name="T21" fmla="*/ 110 h 146"/>
              <a:gd name="T22" fmla="*/ 117 w 145"/>
              <a:gd name="T23" fmla="*/ 92 h 146"/>
              <a:gd name="T24" fmla="*/ 122 w 145"/>
              <a:gd name="T25" fmla="*/ 66 h 146"/>
              <a:gd name="T26" fmla="*/ 116 w 145"/>
              <a:gd name="T27" fmla="*/ 46 h 146"/>
              <a:gd name="T28" fmla="*/ 100 w 145"/>
              <a:gd name="T29" fmla="*/ 31 h 146"/>
              <a:gd name="T30" fmla="*/ 76 w 145"/>
              <a:gd name="T31" fmla="*/ 25 h 146"/>
              <a:gd name="T32" fmla="*/ 57 w 145"/>
              <a:gd name="T33" fmla="*/ 27 h 146"/>
              <a:gd name="T34" fmla="*/ 42 w 145"/>
              <a:gd name="T35" fmla="*/ 35 h 146"/>
              <a:gd name="T36" fmla="*/ 32 w 145"/>
              <a:gd name="T37" fmla="*/ 45 h 146"/>
              <a:gd name="T38" fmla="*/ 26 w 145"/>
              <a:gd name="T39" fmla="*/ 57 h 146"/>
              <a:gd name="T40" fmla="*/ 24 w 145"/>
              <a:gd name="T41" fmla="*/ 70 h 146"/>
              <a:gd name="T42" fmla="*/ 28 w 145"/>
              <a:gd name="T43" fmla="*/ 87 h 146"/>
              <a:gd name="T44" fmla="*/ 39 w 145"/>
              <a:gd name="T45" fmla="*/ 98 h 146"/>
              <a:gd name="T46" fmla="*/ 42 w 145"/>
              <a:gd name="T47" fmla="*/ 96 h 146"/>
              <a:gd name="T48" fmla="*/ 43 w 145"/>
              <a:gd name="T49" fmla="*/ 93 h 146"/>
              <a:gd name="T50" fmla="*/ 44 w 145"/>
              <a:gd name="T51" fmla="*/ 90 h 146"/>
              <a:gd name="T52" fmla="*/ 43 w 145"/>
              <a:gd name="T53" fmla="*/ 86 h 146"/>
              <a:gd name="T54" fmla="*/ 38 w 145"/>
              <a:gd name="T55" fmla="*/ 72 h 146"/>
              <a:gd name="T56" fmla="*/ 48 w 145"/>
              <a:gd name="T57" fmla="*/ 47 h 146"/>
              <a:gd name="T58" fmla="*/ 74 w 145"/>
              <a:gd name="T59" fmla="*/ 37 h 146"/>
              <a:gd name="T60" fmla="*/ 96 w 145"/>
              <a:gd name="T61" fmla="*/ 45 h 146"/>
              <a:gd name="T62" fmla="*/ 104 w 145"/>
              <a:gd name="T63" fmla="*/ 65 h 146"/>
              <a:gd name="T64" fmla="*/ 97 w 145"/>
              <a:gd name="T65" fmla="*/ 92 h 146"/>
              <a:gd name="T66" fmla="*/ 81 w 145"/>
              <a:gd name="T67" fmla="*/ 104 h 146"/>
              <a:gd name="T68" fmla="*/ 71 w 145"/>
              <a:gd name="T69" fmla="*/ 99 h 146"/>
              <a:gd name="T70" fmla="*/ 69 w 145"/>
              <a:gd name="T71" fmla="*/ 90 h 146"/>
              <a:gd name="T72" fmla="*/ 72 w 145"/>
              <a:gd name="T73" fmla="*/ 81 h 146"/>
              <a:gd name="T74" fmla="*/ 75 w 145"/>
              <a:gd name="T75" fmla="*/ 71 h 146"/>
              <a:gd name="T76" fmla="*/ 76 w 145"/>
              <a:gd name="T77" fmla="*/ 64 h 146"/>
              <a:gd name="T78" fmla="*/ 73 w 145"/>
              <a:gd name="T79" fmla="*/ 56 h 146"/>
              <a:gd name="T80" fmla="*/ 66 w 145"/>
              <a:gd name="T81" fmla="*/ 53 h 146"/>
              <a:gd name="T82" fmla="*/ 56 w 145"/>
              <a:gd name="T83" fmla="*/ 58 h 146"/>
              <a:gd name="T84" fmla="*/ 52 w 145"/>
              <a:gd name="T85" fmla="*/ 72 h 146"/>
              <a:gd name="T86" fmla="*/ 54 w 145"/>
              <a:gd name="T87" fmla="*/ 83 h 146"/>
              <a:gd name="T88" fmla="*/ 45 w 145"/>
              <a:gd name="T89" fmla="*/ 123 h 146"/>
              <a:gd name="T90" fmla="*/ 44 w 145"/>
              <a:gd name="T91" fmla="*/ 140 h 146"/>
              <a:gd name="T92" fmla="*/ 12 w 145"/>
              <a:gd name="T93" fmla="*/ 113 h 146"/>
              <a:gd name="T94" fmla="*/ 0 w 145"/>
              <a:gd name="T95" fmla="*/ 73 h 146"/>
              <a:gd name="T96" fmla="*/ 10 w 145"/>
              <a:gd name="T97" fmla="*/ 36 h 146"/>
              <a:gd name="T98" fmla="*/ 36 w 145"/>
              <a:gd name="T99" fmla="*/ 10 h 146"/>
              <a:gd name="T100" fmla="*/ 73 w 145"/>
              <a:gd name="T101" fmla="*/ 0 h 146"/>
              <a:gd name="T102" fmla="*/ 109 w 145"/>
              <a:gd name="T103" fmla="*/ 10 h 146"/>
              <a:gd name="T104" fmla="*/ 136 w 145"/>
              <a:gd name="T105" fmla="*/ 36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45" h="146">
                <a:moveTo>
                  <a:pt x="136" y="36"/>
                </a:moveTo>
                <a:cubicBezTo>
                  <a:pt x="142" y="48"/>
                  <a:pt x="145" y="60"/>
                  <a:pt x="145" y="73"/>
                </a:cubicBezTo>
                <a:cubicBezTo>
                  <a:pt x="145" y="86"/>
                  <a:pt x="142" y="98"/>
                  <a:pt x="136" y="109"/>
                </a:cubicBezTo>
                <a:cubicBezTo>
                  <a:pt x="129" y="121"/>
                  <a:pt x="120" y="129"/>
                  <a:pt x="109" y="136"/>
                </a:cubicBezTo>
                <a:cubicBezTo>
                  <a:pt x="98" y="142"/>
                  <a:pt x="86" y="146"/>
                  <a:pt x="73" y="146"/>
                </a:cubicBezTo>
                <a:cubicBezTo>
                  <a:pt x="66" y="146"/>
                  <a:pt x="59" y="145"/>
                  <a:pt x="52" y="143"/>
                </a:cubicBezTo>
                <a:cubicBezTo>
                  <a:pt x="56" y="137"/>
                  <a:pt x="58" y="132"/>
                  <a:pt x="60" y="127"/>
                </a:cubicBezTo>
                <a:cubicBezTo>
                  <a:pt x="60" y="125"/>
                  <a:pt x="62" y="118"/>
                  <a:pt x="65" y="107"/>
                </a:cubicBezTo>
                <a:cubicBezTo>
                  <a:pt x="66" y="110"/>
                  <a:pt x="68" y="112"/>
                  <a:pt x="72" y="113"/>
                </a:cubicBezTo>
                <a:cubicBezTo>
                  <a:pt x="75" y="115"/>
                  <a:pt x="79" y="116"/>
                  <a:pt x="82" y="116"/>
                </a:cubicBezTo>
                <a:cubicBezTo>
                  <a:pt x="90" y="116"/>
                  <a:pt x="97" y="114"/>
                  <a:pt x="103" y="110"/>
                </a:cubicBezTo>
                <a:cubicBezTo>
                  <a:pt x="109" y="105"/>
                  <a:pt x="113" y="99"/>
                  <a:pt x="117" y="92"/>
                </a:cubicBezTo>
                <a:cubicBezTo>
                  <a:pt x="120" y="84"/>
                  <a:pt x="122" y="76"/>
                  <a:pt x="122" y="66"/>
                </a:cubicBezTo>
                <a:cubicBezTo>
                  <a:pt x="122" y="59"/>
                  <a:pt x="120" y="52"/>
                  <a:pt x="116" y="46"/>
                </a:cubicBezTo>
                <a:cubicBezTo>
                  <a:pt x="112" y="40"/>
                  <a:pt x="107" y="35"/>
                  <a:pt x="100" y="31"/>
                </a:cubicBezTo>
                <a:cubicBezTo>
                  <a:pt x="93" y="27"/>
                  <a:pt x="85" y="25"/>
                  <a:pt x="76" y="25"/>
                </a:cubicBezTo>
                <a:cubicBezTo>
                  <a:pt x="69" y="25"/>
                  <a:pt x="63" y="26"/>
                  <a:pt x="57" y="27"/>
                </a:cubicBezTo>
                <a:cubicBezTo>
                  <a:pt x="51" y="29"/>
                  <a:pt x="46" y="32"/>
                  <a:pt x="42" y="35"/>
                </a:cubicBezTo>
                <a:cubicBezTo>
                  <a:pt x="38" y="38"/>
                  <a:pt x="35" y="41"/>
                  <a:pt x="32" y="45"/>
                </a:cubicBezTo>
                <a:cubicBezTo>
                  <a:pt x="29" y="49"/>
                  <a:pt x="27" y="53"/>
                  <a:pt x="26" y="57"/>
                </a:cubicBezTo>
                <a:cubicBezTo>
                  <a:pt x="24" y="62"/>
                  <a:pt x="24" y="66"/>
                  <a:pt x="24" y="70"/>
                </a:cubicBezTo>
                <a:cubicBezTo>
                  <a:pt x="24" y="77"/>
                  <a:pt x="25" y="82"/>
                  <a:pt x="28" y="87"/>
                </a:cubicBezTo>
                <a:cubicBezTo>
                  <a:pt x="30" y="92"/>
                  <a:pt x="34" y="96"/>
                  <a:pt x="39" y="98"/>
                </a:cubicBezTo>
                <a:cubicBezTo>
                  <a:pt x="40" y="99"/>
                  <a:pt x="42" y="98"/>
                  <a:pt x="42" y="96"/>
                </a:cubicBezTo>
                <a:cubicBezTo>
                  <a:pt x="42" y="96"/>
                  <a:pt x="43" y="95"/>
                  <a:pt x="43" y="93"/>
                </a:cubicBezTo>
                <a:cubicBezTo>
                  <a:pt x="43" y="92"/>
                  <a:pt x="44" y="91"/>
                  <a:pt x="44" y="90"/>
                </a:cubicBezTo>
                <a:cubicBezTo>
                  <a:pt x="44" y="89"/>
                  <a:pt x="44" y="87"/>
                  <a:pt x="43" y="86"/>
                </a:cubicBezTo>
                <a:cubicBezTo>
                  <a:pt x="39" y="82"/>
                  <a:pt x="38" y="78"/>
                  <a:pt x="38" y="72"/>
                </a:cubicBezTo>
                <a:cubicBezTo>
                  <a:pt x="38" y="62"/>
                  <a:pt x="41" y="54"/>
                  <a:pt x="48" y="47"/>
                </a:cubicBezTo>
                <a:cubicBezTo>
                  <a:pt x="54" y="41"/>
                  <a:pt x="63" y="37"/>
                  <a:pt x="74" y="37"/>
                </a:cubicBezTo>
                <a:cubicBezTo>
                  <a:pt x="83" y="37"/>
                  <a:pt x="91" y="40"/>
                  <a:pt x="96" y="45"/>
                </a:cubicBezTo>
                <a:cubicBezTo>
                  <a:pt x="101" y="50"/>
                  <a:pt x="104" y="57"/>
                  <a:pt x="104" y="65"/>
                </a:cubicBezTo>
                <a:cubicBezTo>
                  <a:pt x="104" y="76"/>
                  <a:pt x="102" y="85"/>
                  <a:pt x="97" y="92"/>
                </a:cubicBezTo>
                <a:cubicBezTo>
                  <a:pt x="93" y="100"/>
                  <a:pt x="87" y="104"/>
                  <a:pt x="81" y="104"/>
                </a:cubicBezTo>
                <a:cubicBezTo>
                  <a:pt x="77" y="104"/>
                  <a:pt x="74" y="102"/>
                  <a:pt x="71" y="99"/>
                </a:cubicBezTo>
                <a:cubicBezTo>
                  <a:pt x="69" y="97"/>
                  <a:pt x="68" y="93"/>
                  <a:pt x="69" y="90"/>
                </a:cubicBezTo>
                <a:cubicBezTo>
                  <a:pt x="70" y="87"/>
                  <a:pt x="71" y="84"/>
                  <a:pt x="72" y="81"/>
                </a:cubicBezTo>
                <a:cubicBezTo>
                  <a:pt x="73" y="77"/>
                  <a:pt x="74" y="74"/>
                  <a:pt x="75" y="71"/>
                </a:cubicBezTo>
                <a:cubicBezTo>
                  <a:pt x="75" y="68"/>
                  <a:pt x="76" y="66"/>
                  <a:pt x="76" y="64"/>
                </a:cubicBezTo>
                <a:cubicBezTo>
                  <a:pt x="76" y="61"/>
                  <a:pt x="75" y="58"/>
                  <a:pt x="73" y="56"/>
                </a:cubicBezTo>
                <a:cubicBezTo>
                  <a:pt x="71" y="54"/>
                  <a:pt x="69" y="53"/>
                  <a:pt x="66" y="53"/>
                </a:cubicBezTo>
                <a:cubicBezTo>
                  <a:pt x="62" y="53"/>
                  <a:pt x="59" y="55"/>
                  <a:pt x="56" y="58"/>
                </a:cubicBezTo>
                <a:cubicBezTo>
                  <a:pt x="53" y="62"/>
                  <a:pt x="52" y="66"/>
                  <a:pt x="52" y="72"/>
                </a:cubicBezTo>
                <a:cubicBezTo>
                  <a:pt x="52" y="76"/>
                  <a:pt x="53" y="80"/>
                  <a:pt x="54" y="83"/>
                </a:cubicBezTo>
                <a:cubicBezTo>
                  <a:pt x="45" y="123"/>
                  <a:pt x="45" y="123"/>
                  <a:pt x="45" y="123"/>
                </a:cubicBezTo>
                <a:cubicBezTo>
                  <a:pt x="44" y="127"/>
                  <a:pt x="43" y="133"/>
                  <a:pt x="44" y="140"/>
                </a:cubicBezTo>
                <a:cubicBezTo>
                  <a:pt x="31" y="134"/>
                  <a:pt x="20" y="125"/>
                  <a:pt x="12" y="113"/>
                </a:cubicBezTo>
                <a:cubicBezTo>
                  <a:pt x="4" y="101"/>
                  <a:pt x="0" y="88"/>
                  <a:pt x="0" y="73"/>
                </a:cubicBezTo>
                <a:cubicBezTo>
                  <a:pt x="0" y="60"/>
                  <a:pt x="3" y="48"/>
                  <a:pt x="10" y="36"/>
                </a:cubicBezTo>
                <a:cubicBezTo>
                  <a:pt x="16" y="25"/>
                  <a:pt x="25" y="17"/>
                  <a:pt x="36" y="10"/>
                </a:cubicBezTo>
                <a:cubicBezTo>
                  <a:pt x="47" y="4"/>
                  <a:pt x="60" y="0"/>
                  <a:pt x="73" y="0"/>
                </a:cubicBezTo>
                <a:cubicBezTo>
                  <a:pt x="86" y="0"/>
                  <a:pt x="98" y="4"/>
                  <a:pt x="109" y="10"/>
                </a:cubicBezTo>
                <a:cubicBezTo>
                  <a:pt x="120" y="17"/>
                  <a:pt x="129" y="25"/>
                  <a:pt x="136" y="36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88" name="Freeform 190"/>
          <p:cNvSpPr>
            <a:spLocks/>
          </p:cNvSpPr>
          <p:nvPr/>
        </p:nvSpPr>
        <p:spPr bwMode="auto">
          <a:xfrm>
            <a:off x="9619669" y="3110237"/>
            <a:ext cx="207464" cy="209627"/>
          </a:xfrm>
          <a:custGeom>
            <a:avLst/>
            <a:gdLst>
              <a:gd name="T0" fmla="*/ 118 w 145"/>
              <a:gd name="T1" fmla="*/ 0 h 146"/>
              <a:gd name="T2" fmla="*/ 137 w 145"/>
              <a:gd name="T3" fmla="*/ 8 h 146"/>
              <a:gd name="T4" fmla="*/ 145 w 145"/>
              <a:gd name="T5" fmla="*/ 28 h 146"/>
              <a:gd name="T6" fmla="*/ 145 w 145"/>
              <a:gd name="T7" fmla="*/ 118 h 146"/>
              <a:gd name="T8" fmla="*/ 137 w 145"/>
              <a:gd name="T9" fmla="*/ 138 h 146"/>
              <a:gd name="T10" fmla="*/ 118 w 145"/>
              <a:gd name="T11" fmla="*/ 146 h 146"/>
              <a:gd name="T12" fmla="*/ 50 w 145"/>
              <a:gd name="T13" fmla="*/ 146 h 146"/>
              <a:gd name="T14" fmla="*/ 60 w 145"/>
              <a:gd name="T15" fmla="*/ 126 h 146"/>
              <a:gd name="T16" fmla="*/ 65 w 145"/>
              <a:gd name="T17" fmla="*/ 106 h 146"/>
              <a:gd name="T18" fmla="*/ 72 w 145"/>
              <a:gd name="T19" fmla="*/ 112 h 146"/>
              <a:gd name="T20" fmla="*/ 82 w 145"/>
              <a:gd name="T21" fmla="*/ 115 h 146"/>
              <a:gd name="T22" fmla="*/ 110 w 145"/>
              <a:gd name="T23" fmla="*/ 101 h 146"/>
              <a:gd name="T24" fmla="*/ 121 w 145"/>
              <a:gd name="T25" fmla="*/ 66 h 146"/>
              <a:gd name="T26" fmla="*/ 118 w 145"/>
              <a:gd name="T27" fmla="*/ 50 h 146"/>
              <a:gd name="T28" fmla="*/ 109 w 145"/>
              <a:gd name="T29" fmla="*/ 37 h 146"/>
              <a:gd name="T30" fmla="*/ 94 w 145"/>
              <a:gd name="T31" fmla="*/ 28 h 146"/>
              <a:gd name="T32" fmla="*/ 76 w 145"/>
              <a:gd name="T33" fmla="*/ 25 h 146"/>
              <a:gd name="T34" fmla="*/ 57 w 145"/>
              <a:gd name="T35" fmla="*/ 27 h 146"/>
              <a:gd name="T36" fmla="*/ 43 w 145"/>
              <a:gd name="T37" fmla="*/ 34 h 146"/>
              <a:gd name="T38" fmla="*/ 33 w 145"/>
              <a:gd name="T39" fmla="*/ 45 h 146"/>
              <a:gd name="T40" fmla="*/ 26 w 145"/>
              <a:gd name="T41" fmla="*/ 57 h 146"/>
              <a:gd name="T42" fmla="*/ 24 w 145"/>
              <a:gd name="T43" fmla="*/ 69 h 146"/>
              <a:gd name="T44" fmla="*/ 28 w 145"/>
              <a:gd name="T45" fmla="*/ 86 h 146"/>
              <a:gd name="T46" fmla="*/ 39 w 145"/>
              <a:gd name="T47" fmla="*/ 97 h 146"/>
              <a:gd name="T48" fmla="*/ 41 w 145"/>
              <a:gd name="T49" fmla="*/ 97 h 146"/>
              <a:gd name="T50" fmla="*/ 43 w 145"/>
              <a:gd name="T51" fmla="*/ 95 h 146"/>
              <a:gd name="T52" fmla="*/ 44 w 145"/>
              <a:gd name="T53" fmla="*/ 89 h 146"/>
              <a:gd name="T54" fmla="*/ 43 w 145"/>
              <a:gd name="T55" fmla="*/ 85 h 146"/>
              <a:gd name="T56" fmla="*/ 38 w 145"/>
              <a:gd name="T57" fmla="*/ 71 h 146"/>
              <a:gd name="T58" fmla="*/ 48 w 145"/>
              <a:gd name="T59" fmla="*/ 47 h 146"/>
              <a:gd name="T60" fmla="*/ 74 w 145"/>
              <a:gd name="T61" fmla="*/ 37 h 146"/>
              <a:gd name="T62" fmla="*/ 96 w 145"/>
              <a:gd name="T63" fmla="*/ 44 h 146"/>
              <a:gd name="T64" fmla="*/ 104 w 145"/>
              <a:gd name="T65" fmla="*/ 64 h 146"/>
              <a:gd name="T66" fmla="*/ 97 w 145"/>
              <a:gd name="T67" fmla="*/ 91 h 146"/>
              <a:gd name="T68" fmla="*/ 81 w 145"/>
              <a:gd name="T69" fmla="*/ 103 h 146"/>
              <a:gd name="T70" fmla="*/ 72 w 145"/>
              <a:gd name="T71" fmla="*/ 98 h 146"/>
              <a:gd name="T72" fmla="*/ 70 w 145"/>
              <a:gd name="T73" fmla="*/ 89 h 146"/>
              <a:gd name="T74" fmla="*/ 72 w 145"/>
              <a:gd name="T75" fmla="*/ 80 h 146"/>
              <a:gd name="T76" fmla="*/ 75 w 145"/>
              <a:gd name="T77" fmla="*/ 70 h 146"/>
              <a:gd name="T78" fmla="*/ 76 w 145"/>
              <a:gd name="T79" fmla="*/ 63 h 146"/>
              <a:gd name="T80" fmla="*/ 73 w 145"/>
              <a:gd name="T81" fmla="*/ 55 h 146"/>
              <a:gd name="T82" fmla="*/ 66 w 145"/>
              <a:gd name="T83" fmla="*/ 52 h 146"/>
              <a:gd name="T84" fmla="*/ 56 w 145"/>
              <a:gd name="T85" fmla="*/ 58 h 146"/>
              <a:gd name="T86" fmla="*/ 52 w 145"/>
              <a:gd name="T87" fmla="*/ 71 h 146"/>
              <a:gd name="T88" fmla="*/ 55 w 145"/>
              <a:gd name="T89" fmla="*/ 82 h 146"/>
              <a:gd name="T90" fmla="*/ 45 w 145"/>
              <a:gd name="T91" fmla="*/ 122 h 146"/>
              <a:gd name="T92" fmla="*/ 45 w 145"/>
              <a:gd name="T93" fmla="*/ 146 h 146"/>
              <a:gd name="T94" fmla="*/ 27 w 145"/>
              <a:gd name="T95" fmla="*/ 146 h 146"/>
              <a:gd name="T96" fmla="*/ 8 w 145"/>
              <a:gd name="T97" fmla="*/ 138 h 146"/>
              <a:gd name="T98" fmla="*/ 0 w 145"/>
              <a:gd name="T99" fmla="*/ 118 h 146"/>
              <a:gd name="T100" fmla="*/ 0 w 145"/>
              <a:gd name="T101" fmla="*/ 28 h 146"/>
              <a:gd name="T102" fmla="*/ 8 w 145"/>
              <a:gd name="T103" fmla="*/ 8 h 146"/>
              <a:gd name="T104" fmla="*/ 27 w 145"/>
              <a:gd name="T105" fmla="*/ 0 h 146"/>
              <a:gd name="T106" fmla="*/ 118 w 145"/>
              <a:gd name="T107" fmla="*/ 0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45" h="146">
                <a:moveTo>
                  <a:pt x="118" y="0"/>
                </a:moveTo>
                <a:cubicBezTo>
                  <a:pt x="126" y="0"/>
                  <a:pt x="132" y="3"/>
                  <a:pt x="137" y="8"/>
                </a:cubicBezTo>
                <a:cubicBezTo>
                  <a:pt x="143" y="14"/>
                  <a:pt x="145" y="20"/>
                  <a:pt x="145" y="28"/>
                </a:cubicBezTo>
                <a:cubicBezTo>
                  <a:pt x="145" y="118"/>
                  <a:pt x="145" y="118"/>
                  <a:pt x="145" y="118"/>
                </a:cubicBezTo>
                <a:cubicBezTo>
                  <a:pt x="145" y="126"/>
                  <a:pt x="143" y="132"/>
                  <a:pt x="137" y="138"/>
                </a:cubicBezTo>
                <a:cubicBezTo>
                  <a:pt x="132" y="143"/>
                  <a:pt x="126" y="146"/>
                  <a:pt x="118" y="146"/>
                </a:cubicBezTo>
                <a:cubicBezTo>
                  <a:pt x="50" y="146"/>
                  <a:pt x="50" y="146"/>
                  <a:pt x="50" y="146"/>
                </a:cubicBezTo>
                <a:cubicBezTo>
                  <a:pt x="55" y="138"/>
                  <a:pt x="58" y="131"/>
                  <a:pt x="60" y="126"/>
                </a:cubicBezTo>
                <a:cubicBezTo>
                  <a:pt x="60" y="124"/>
                  <a:pt x="62" y="117"/>
                  <a:pt x="65" y="106"/>
                </a:cubicBezTo>
                <a:cubicBezTo>
                  <a:pt x="66" y="108"/>
                  <a:pt x="69" y="111"/>
                  <a:pt x="72" y="112"/>
                </a:cubicBezTo>
                <a:cubicBezTo>
                  <a:pt x="75" y="114"/>
                  <a:pt x="79" y="115"/>
                  <a:pt x="82" y="115"/>
                </a:cubicBezTo>
                <a:cubicBezTo>
                  <a:pt x="94" y="115"/>
                  <a:pt x="103" y="110"/>
                  <a:pt x="110" y="101"/>
                </a:cubicBezTo>
                <a:cubicBezTo>
                  <a:pt x="118" y="92"/>
                  <a:pt x="121" y="80"/>
                  <a:pt x="121" y="66"/>
                </a:cubicBezTo>
                <a:cubicBezTo>
                  <a:pt x="121" y="60"/>
                  <a:pt x="120" y="55"/>
                  <a:pt x="118" y="50"/>
                </a:cubicBezTo>
                <a:cubicBezTo>
                  <a:pt x="116" y="45"/>
                  <a:pt x="113" y="41"/>
                  <a:pt x="109" y="37"/>
                </a:cubicBezTo>
                <a:cubicBezTo>
                  <a:pt x="105" y="33"/>
                  <a:pt x="100" y="30"/>
                  <a:pt x="94" y="28"/>
                </a:cubicBezTo>
                <a:cubicBezTo>
                  <a:pt x="89" y="26"/>
                  <a:pt x="82" y="25"/>
                  <a:pt x="76" y="25"/>
                </a:cubicBezTo>
                <a:cubicBezTo>
                  <a:pt x="69" y="25"/>
                  <a:pt x="63" y="25"/>
                  <a:pt x="57" y="27"/>
                </a:cubicBezTo>
                <a:cubicBezTo>
                  <a:pt x="52" y="29"/>
                  <a:pt x="47" y="31"/>
                  <a:pt x="43" y="34"/>
                </a:cubicBezTo>
                <a:cubicBezTo>
                  <a:pt x="39" y="37"/>
                  <a:pt x="36" y="41"/>
                  <a:pt x="33" y="45"/>
                </a:cubicBezTo>
                <a:cubicBezTo>
                  <a:pt x="30" y="49"/>
                  <a:pt x="28" y="53"/>
                  <a:pt x="26" y="57"/>
                </a:cubicBezTo>
                <a:cubicBezTo>
                  <a:pt x="25" y="61"/>
                  <a:pt x="24" y="65"/>
                  <a:pt x="24" y="69"/>
                </a:cubicBezTo>
                <a:cubicBezTo>
                  <a:pt x="24" y="76"/>
                  <a:pt x="26" y="82"/>
                  <a:pt x="28" y="86"/>
                </a:cubicBezTo>
                <a:cubicBezTo>
                  <a:pt x="31" y="91"/>
                  <a:pt x="34" y="95"/>
                  <a:pt x="39" y="97"/>
                </a:cubicBezTo>
                <a:cubicBezTo>
                  <a:pt x="40" y="97"/>
                  <a:pt x="41" y="97"/>
                  <a:pt x="41" y="97"/>
                </a:cubicBezTo>
                <a:cubicBezTo>
                  <a:pt x="42" y="97"/>
                  <a:pt x="43" y="96"/>
                  <a:pt x="43" y="95"/>
                </a:cubicBezTo>
                <a:cubicBezTo>
                  <a:pt x="43" y="92"/>
                  <a:pt x="44" y="90"/>
                  <a:pt x="44" y="89"/>
                </a:cubicBezTo>
                <a:cubicBezTo>
                  <a:pt x="45" y="88"/>
                  <a:pt x="44" y="87"/>
                  <a:pt x="43" y="85"/>
                </a:cubicBezTo>
                <a:cubicBezTo>
                  <a:pt x="40" y="81"/>
                  <a:pt x="38" y="77"/>
                  <a:pt x="38" y="71"/>
                </a:cubicBezTo>
                <a:cubicBezTo>
                  <a:pt x="38" y="62"/>
                  <a:pt x="42" y="54"/>
                  <a:pt x="48" y="47"/>
                </a:cubicBezTo>
                <a:cubicBezTo>
                  <a:pt x="55" y="40"/>
                  <a:pt x="63" y="37"/>
                  <a:pt x="74" y="37"/>
                </a:cubicBezTo>
                <a:cubicBezTo>
                  <a:pt x="83" y="37"/>
                  <a:pt x="90" y="39"/>
                  <a:pt x="96" y="44"/>
                </a:cubicBezTo>
                <a:cubicBezTo>
                  <a:pt x="101" y="50"/>
                  <a:pt x="104" y="56"/>
                  <a:pt x="104" y="64"/>
                </a:cubicBezTo>
                <a:cubicBezTo>
                  <a:pt x="104" y="75"/>
                  <a:pt x="102" y="84"/>
                  <a:pt x="97" y="91"/>
                </a:cubicBezTo>
                <a:cubicBezTo>
                  <a:pt x="93" y="99"/>
                  <a:pt x="88" y="103"/>
                  <a:pt x="81" y="103"/>
                </a:cubicBezTo>
                <a:cubicBezTo>
                  <a:pt x="77" y="103"/>
                  <a:pt x="74" y="101"/>
                  <a:pt x="72" y="98"/>
                </a:cubicBezTo>
                <a:cubicBezTo>
                  <a:pt x="69" y="96"/>
                  <a:pt x="69" y="92"/>
                  <a:pt x="70" y="89"/>
                </a:cubicBezTo>
                <a:cubicBezTo>
                  <a:pt x="70" y="86"/>
                  <a:pt x="71" y="84"/>
                  <a:pt x="72" y="80"/>
                </a:cubicBezTo>
                <a:cubicBezTo>
                  <a:pt x="73" y="76"/>
                  <a:pt x="74" y="73"/>
                  <a:pt x="75" y="70"/>
                </a:cubicBezTo>
                <a:cubicBezTo>
                  <a:pt x="76" y="68"/>
                  <a:pt x="76" y="65"/>
                  <a:pt x="76" y="63"/>
                </a:cubicBezTo>
                <a:cubicBezTo>
                  <a:pt x="76" y="60"/>
                  <a:pt x="75" y="58"/>
                  <a:pt x="73" y="55"/>
                </a:cubicBezTo>
                <a:cubicBezTo>
                  <a:pt x="72" y="53"/>
                  <a:pt x="69" y="52"/>
                  <a:pt x="66" y="52"/>
                </a:cubicBezTo>
                <a:cubicBezTo>
                  <a:pt x="62" y="52"/>
                  <a:pt x="59" y="54"/>
                  <a:pt x="56" y="58"/>
                </a:cubicBezTo>
                <a:cubicBezTo>
                  <a:pt x="54" y="61"/>
                  <a:pt x="52" y="66"/>
                  <a:pt x="52" y="71"/>
                </a:cubicBezTo>
                <a:cubicBezTo>
                  <a:pt x="52" y="75"/>
                  <a:pt x="53" y="79"/>
                  <a:pt x="55" y="82"/>
                </a:cubicBezTo>
                <a:cubicBezTo>
                  <a:pt x="45" y="122"/>
                  <a:pt x="45" y="122"/>
                  <a:pt x="45" y="122"/>
                </a:cubicBezTo>
                <a:cubicBezTo>
                  <a:pt x="44" y="128"/>
                  <a:pt x="44" y="136"/>
                  <a:pt x="45" y="146"/>
                </a:cubicBezTo>
                <a:cubicBezTo>
                  <a:pt x="27" y="146"/>
                  <a:pt x="27" y="146"/>
                  <a:pt x="27" y="146"/>
                </a:cubicBezTo>
                <a:cubicBezTo>
                  <a:pt x="20" y="146"/>
                  <a:pt x="14" y="143"/>
                  <a:pt x="8" y="138"/>
                </a:cubicBezTo>
                <a:cubicBezTo>
                  <a:pt x="3" y="132"/>
                  <a:pt x="0" y="126"/>
                  <a:pt x="0" y="118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0"/>
                  <a:pt x="3" y="14"/>
                  <a:pt x="8" y="8"/>
                </a:cubicBezTo>
                <a:cubicBezTo>
                  <a:pt x="14" y="3"/>
                  <a:pt x="20" y="0"/>
                  <a:pt x="27" y="0"/>
                </a:cubicBezTo>
                <a:lnTo>
                  <a:pt x="118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89" name="Freeform 191"/>
          <p:cNvSpPr>
            <a:spLocks noEditPoints="1"/>
          </p:cNvSpPr>
          <p:nvPr/>
        </p:nvSpPr>
        <p:spPr bwMode="auto">
          <a:xfrm>
            <a:off x="9889806" y="3092948"/>
            <a:ext cx="216111" cy="226915"/>
          </a:xfrm>
          <a:custGeom>
            <a:avLst/>
            <a:gdLst>
              <a:gd name="T0" fmla="*/ 70 w 150"/>
              <a:gd name="T1" fmla="*/ 82 h 158"/>
              <a:gd name="T2" fmla="*/ 86 w 150"/>
              <a:gd name="T3" fmla="*/ 96 h 158"/>
              <a:gd name="T4" fmla="*/ 96 w 150"/>
              <a:gd name="T5" fmla="*/ 119 h 158"/>
              <a:gd name="T6" fmla="*/ 71 w 150"/>
              <a:gd name="T7" fmla="*/ 152 h 158"/>
              <a:gd name="T8" fmla="*/ 20 w 150"/>
              <a:gd name="T9" fmla="*/ 154 h 158"/>
              <a:gd name="T10" fmla="*/ 0 w 150"/>
              <a:gd name="T11" fmla="*/ 128 h 158"/>
              <a:gd name="T12" fmla="*/ 16 w 150"/>
              <a:gd name="T13" fmla="*/ 103 h 158"/>
              <a:gd name="T14" fmla="*/ 49 w 150"/>
              <a:gd name="T15" fmla="*/ 87 h 158"/>
              <a:gd name="T16" fmla="*/ 50 w 150"/>
              <a:gd name="T17" fmla="*/ 72 h 158"/>
              <a:gd name="T18" fmla="*/ 20 w 150"/>
              <a:gd name="T19" fmla="*/ 63 h 158"/>
              <a:gd name="T20" fmla="*/ 14 w 150"/>
              <a:gd name="T21" fmla="*/ 25 h 158"/>
              <a:gd name="T22" fmla="*/ 40 w 150"/>
              <a:gd name="T23" fmla="*/ 3 h 158"/>
              <a:gd name="T24" fmla="*/ 100 w 150"/>
              <a:gd name="T25" fmla="*/ 0 h 158"/>
              <a:gd name="T26" fmla="*/ 75 w 150"/>
              <a:gd name="T27" fmla="*/ 9 h 158"/>
              <a:gd name="T28" fmla="*/ 89 w 150"/>
              <a:gd name="T29" fmla="*/ 36 h 158"/>
              <a:gd name="T30" fmla="*/ 81 w 150"/>
              <a:gd name="T31" fmla="*/ 57 h 158"/>
              <a:gd name="T32" fmla="*/ 69 w 150"/>
              <a:gd name="T33" fmla="*/ 69 h 158"/>
              <a:gd name="T34" fmla="*/ 53 w 150"/>
              <a:gd name="T35" fmla="*/ 149 h 158"/>
              <a:gd name="T36" fmla="*/ 73 w 150"/>
              <a:gd name="T37" fmla="*/ 144 h 158"/>
              <a:gd name="T38" fmla="*/ 83 w 150"/>
              <a:gd name="T39" fmla="*/ 127 h 158"/>
              <a:gd name="T40" fmla="*/ 80 w 150"/>
              <a:gd name="T41" fmla="*/ 118 h 158"/>
              <a:gd name="T42" fmla="*/ 75 w 150"/>
              <a:gd name="T43" fmla="*/ 111 h 158"/>
              <a:gd name="T44" fmla="*/ 68 w 150"/>
              <a:gd name="T45" fmla="*/ 105 h 158"/>
              <a:gd name="T46" fmla="*/ 61 w 150"/>
              <a:gd name="T47" fmla="*/ 100 h 158"/>
              <a:gd name="T48" fmla="*/ 46 w 150"/>
              <a:gd name="T49" fmla="*/ 100 h 158"/>
              <a:gd name="T50" fmla="*/ 27 w 150"/>
              <a:gd name="T51" fmla="*/ 107 h 158"/>
              <a:gd name="T52" fmla="*/ 18 w 150"/>
              <a:gd name="T53" fmla="*/ 124 h 158"/>
              <a:gd name="T54" fmla="*/ 30 w 150"/>
              <a:gd name="T55" fmla="*/ 143 h 158"/>
              <a:gd name="T56" fmla="*/ 53 w 150"/>
              <a:gd name="T57" fmla="*/ 149 h 158"/>
              <a:gd name="T58" fmla="*/ 60 w 150"/>
              <a:gd name="T59" fmla="*/ 65 h 158"/>
              <a:gd name="T60" fmla="*/ 72 w 150"/>
              <a:gd name="T61" fmla="*/ 46 h 158"/>
              <a:gd name="T62" fmla="*/ 65 w 150"/>
              <a:gd name="T63" fmla="*/ 22 h 158"/>
              <a:gd name="T64" fmla="*/ 46 w 150"/>
              <a:gd name="T65" fmla="*/ 8 h 158"/>
              <a:gd name="T66" fmla="*/ 32 w 150"/>
              <a:gd name="T67" fmla="*/ 15 h 158"/>
              <a:gd name="T68" fmla="*/ 29 w 150"/>
              <a:gd name="T69" fmla="*/ 39 h 158"/>
              <a:gd name="T70" fmla="*/ 37 w 150"/>
              <a:gd name="T71" fmla="*/ 58 h 158"/>
              <a:gd name="T72" fmla="*/ 53 w 150"/>
              <a:gd name="T73" fmla="*/ 66 h 158"/>
              <a:gd name="T74" fmla="*/ 150 w 150"/>
              <a:gd name="T75" fmla="*/ 66 h 158"/>
              <a:gd name="T76" fmla="*/ 130 w 150"/>
              <a:gd name="T77" fmla="*/ 76 h 158"/>
              <a:gd name="T78" fmla="*/ 120 w 150"/>
              <a:gd name="T79" fmla="*/ 97 h 158"/>
              <a:gd name="T80" fmla="*/ 100 w 150"/>
              <a:gd name="T81" fmla="*/ 76 h 158"/>
              <a:gd name="T82" fmla="*/ 120 w 150"/>
              <a:gd name="T83" fmla="*/ 66 h 158"/>
              <a:gd name="T84" fmla="*/ 130 w 150"/>
              <a:gd name="T85" fmla="*/ 46 h 1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50" h="158">
                <a:moveTo>
                  <a:pt x="67" y="75"/>
                </a:moveTo>
                <a:cubicBezTo>
                  <a:pt x="67" y="78"/>
                  <a:pt x="68" y="80"/>
                  <a:pt x="70" y="82"/>
                </a:cubicBezTo>
                <a:cubicBezTo>
                  <a:pt x="72" y="84"/>
                  <a:pt x="74" y="86"/>
                  <a:pt x="77" y="89"/>
                </a:cubicBezTo>
                <a:cubicBezTo>
                  <a:pt x="80" y="91"/>
                  <a:pt x="83" y="93"/>
                  <a:pt x="86" y="96"/>
                </a:cubicBezTo>
                <a:cubicBezTo>
                  <a:pt x="88" y="98"/>
                  <a:pt x="91" y="101"/>
                  <a:pt x="93" y="105"/>
                </a:cubicBezTo>
                <a:cubicBezTo>
                  <a:pt x="95" y="109"/>
                  <a:pt x="96" y="114"/>
                  <a:pt x="96" y="119"/>
                </a:cubicBezTo>
                <a:cubicBezTo>
                  <a:pt x="96" y="124"/>
                  <a:pt x="94" y="130"/>
                  <a:pt x="91" y="135"/>
                </a:cubicBezTo>
                <a:cubicBezTo>
                  <a:pt x="87" y="143"/>
                  <a:pt x="80" y="148"/>
                  <a:pt x="71" y="152"/>
                </a:cubicBezTo>
                <a:cubicBezTo>
                  <a:pt x="63" y="156"/>
                  <a:pt x="53" y="158"/>
                  <a:pt x="43" y="158"/>
                </a:cubicBezTo>
                <a:cubicBezTo>
                  <a:pt x="35" y="158"/>
                  <a:pt x="27" y="156"/>
                  <a:pt x="20" y="154"/>
                </a:cubicBezTo>
                <a:cubicBezTo>
                  <a:pt x="13" y="151"/>
                  <a:pt x="7" y="147"/>
                  <a:pt x="4" y="141"/>
                </a:cubicBezTo>
                <a:cubicBezTo>
                  <a:pt x="1" y="137"/>
                  <a:pt x="0" y="133"/>
                  <a:pt x="0" y="128"/>
                </a:cubicBezTo>
                <a:cubicBezTo>
                  <a:pt x="0" y="123"/>
                  <a:pt x="2" y="118"/>
                  <a:pt x="4" y="114"/>
                </a:cubicBezTo>
                <a:cubicBezTo>
                  <a:pt x="7" y="110"/>
                  <a:pt x="11" y="106"/>
                  <a:pt x="16" y="103"/>
                </a:cubicBezTo>
                <a:cubicBezTo>
                  <a:pt x="24" y="98"/>
                  <a:pt x="37" y="95"/>
                  <a:pt x="54" y="94"/>
                </a:cubicBezTo>
                <a:cubicBezTo>
                  <a:pt x="52" y="91"/>
                  <a:pt x="50" y="89"/>
                  <a:pt x="49" y="87"/>
                </a:cubicBezTo>
                <a:cubicBezTo>
                  <a:pt x="48" y="85"/>
                  <a:pt x="48" y="82"/>
                  <a:pt x="48" y="80"/>
                </a:cubicBezTo>
                <a:cubicBezTo>
                  <a:pt x="48" y="78"/>
                  <a:pt x="49" y="75"/>
                  <a:pt x="50" y="72"/>
                </a:cubicBezTo>
                <a:cubicBezTo>
                  <a:pt x="47" y="72"/>
                  <a:pt x="45" y="72"/>
                  <a:pt x="43" y="72"/>
                </a:cubicBezTo>
                <a:cubicBezTo>
                  <a:pt x="34" y="72"/>
                  <a:pt x="26" y="69"/>
                  <a:pt x="20" y="63"/>
                </a:cubicBezTo>
                <a:cubicBezTo>
                  <a:pt x="13" y="57"/>
                  <a:pt x="10" y="49"/>
                  <a:pt x="10" y="40"/>
                </a:cubicBezTo>
                <a:cubicBezTo>
                  <a:pt x="10" y="35"/>
                  <a:pt x="11" y="30"/>
                  <a:pt x="14" y="25"/>
                </a:cubicBezTo>
                <a:cubicBezTo>
                  <a:pt x="16" y="20"/>
                  <a:pt x="19" y="16"/>
                  <a:pt x="23" y="13"/>
                </a:cubicBezTo>
                <a:cubicBezTo>
                  <a:pt x="28" y="8"/>
                  <a:pt x="34" y="5"/>
                  <a:pt x="40" y="3"/>
                </a:cubicBezTo>
                <a:cubicBezTo>
                  <a:pt x="47" y="1"/>
                  <a:pt x="54" y="0"/>
                  <a:pt x="61" y="0"/>
                </a:cubicBezTo>
                <a:cubicBezTo>
                  <a:pt x="100" y="0"/>
                  <a:pt x="100" y="0"/>
                  <a:pt x="100" y="0"/>
                </a:cubicBezTo>
                <a:cubicBezTo>
                  <a:pt x="87" y="9"/>
                  <a:pt x="87" y="9"/>
                  <a:pt x="87" y="9"/>
                </a:cubicBezTo>
                <a:cubicBezTo>
                  <a:pt x="75" y="9"/>
                  <a:pt x="75" y="9"/>
                  <a:pt x="75" y="9"/>
                </a:cubicBezTo>
                <a:cubicBezTo>
                  <a:pt x="80" y="13"/>
                  <a:pt x="83" y="17"/>
                  <a:pt x="86" y="21"/>
                </a:cubicBezTo>
                <a:cubicBezTo>
                  <a:pt x="88" y="26"/>
                  <a:pt x="89" y="31"/>
                  <a:pt x="89" y="36"/>
                </a:cubicBezTo>
                <a:cubicBezTo>
                  <a:pt x="89" y="41"/>
                  <a:pt x="88" y="45"/>
                  <a:pt x="87" y="48"/>
                </a:cubicBezTo>
                <a:cubicBezTo>
                  <a:pt x="85" y="52"/>
                  <a:pt x="83" y="55"/>
                  <a:pt x="81" y="57"/>
                </a:cubicBezTo>
                <a:cubicBezTo>
                  <a:pt x="79" y="60"/>
                  <a:pt x="77" y="62"/>
                  <a:pt x="75" y="63"/>
                </a:cubicBezTo>
                <a:cubicBezTo>
                  <a:pt x="72" y="65"/>
                  <a:pt x="71" y="67"/>
                  <a:pt x="69" y="69"/>
                </a:cubicBezTo>
                <a:cubicBezTo>
                  <a:pt x="67" y="71"/>
                  <a:pt x="67" y="73"/>
                  <a:pt x="67" y="75"/>
                </a:cubicBezTo>
                <a:close/>
                <a:moveTo>
                  <a:pt x="53" y="149"/>
                </a:moveTo>
                <a:cubicBezTo>
                  <a:pt x="57" y="149"/>
                  <a:pt x="60" y="149"/>
                  <a:pt x="64" y="148"/>
                </a:cubicBezTo>
                <a:cubicBezTo>
                  <a:pt x="67" y="147"/>
                  <a:pt x="70" y="146"/>
                  <a:pt x="73" y="144"/>
                </a:cubicBezTo>
                <a:cubicBezTo>
                  <a:pt x="76" y="142"/>
                  <a:pt x="78" y="140"/>
                  <a:pt x="80" y="137"/>
                </a:cubicBezTo>
                <a:cubicBezTo>
                  <a:pt x="82" y="134"/>
                  <a:pt x="83" y="131"/>
                  <a:pt x="83" y="127"/>
                </a:cubicBezTo>
                <a:cubicBezTo>
                  <a:pt x="83" y="125"/>
                  <a:pt x="82" y="124"/>
                  <a:pt x="82" y="122"/>
                </a:cubicBezTo>
                <a:cubicBezTo>
                  <a:pt x="81" y="121"/>
                  <a:pt x="81" y="119"/>
                  <a:pt x="80" y="118"/>
                </a:cubicBezTo>
                <a:cubicBezTo>
                  <a:pt x="80" y="117"/>
                  <a:pt x="79" y="116"/>
                  <a:pt x="78" y="114"/>
                </a:cubicBezTo>
                <a:cubicBezTo>
                  <a:pt x="77" y="113"/>
                  <a:pt x="76" y="112"/>
                  <a:pt x="75" y="111"/>
                </a:cubicBezTo>
                <a:cubicBezTo>
                  <a:pt x="75" y="110"/>
                  <a:pt x="73" y="109"/>
                  <a:pt x="72" y="108"/>
                </a:cubicBezTo>
                <a:cubicBezTo>
                  <a:pt x="70" y="106"/>
                  <a:pt x="69" y="105"/>
                  <a:pt x="68" y="105"/>
                </a:cubicBezTo>
                <a:cubicBezTo>
                  <a:pt x="68" y="105"/>
                  <a:pt x="66" y="104"/>
                  <a:pt x="64" y="102"/>
                </a:cubicBezTo>
                <a:cubicBezTo>
                  <a:pt x="62" y="101"/>
                  <a:pt x="61" y="100"/>
                  <a:pt x="61" y="100"/>
                </a:cubicBezTo>
                <a:cubicBezTo>
                  <a:pt x="60" y="100"/>
                  <a:pt x="58" y="100"/>
                  <a:pt x="56" y="100"/>
                </a:cubicBezTo>
                <a:cubicBezTo>
                  <a:pt x="53" y="100"/>
                  <a:pt x="49" y="100"/>
                  <a:pt x="46" y="100"/>
                </a:cubicBezTo>
                <a:cubicBezTo>
                  <a:pt x="43" y="101"/>
                  <a:pt x="40" y="101"/>
                  <a:pt x="36" y="103"/>
                </a:cubicBezTo>
                <a:cubicBezTo>
                  <a:pt x="33" y="104"/>
                  <a:pt x="29" y="105"/>
                  <a:pt x="27" y="107"/>
                </a:cubicBezTo>
                <a:cubicBezTo>
                  <a:pt x="24" y="109"/>
                  <a:pt x="22" y="111"/>
                  <a:pt x="20" y="114"/>
                </a:cubicBezTo>
                <a:cubicBezTo>
                  <a:pt x="19" y="117"/>
                  <a:pt x="18" y="120"/>
                  <a:pt x="18" y="124"/>
                </a:cubicBezTo>
                <a:cubicBezTo>
                  <a:pt x="18" y="128"/>
                  <a:pt x="19" y="132"/>
                  <a:pt x="21" y="136"/>
                </a:cubicBezTo>
                <a:cubicBezTo>
                  <a:pt x="23" y="139"/>
                  <a:pt x="26" y="142"/>
                  <a:pt x="30" y="143"/>
                </a:cubicBezTo>
                <a:cubicBezTo>
                  <a:pt x="33" y="145"/>
                  <a:pt x="37" y="147"/>
                  <a:pt x="41" y="148"/>
                </a:cubicBezTo>
                <a:cubicBezTo>
                  <a:pt x="45" y="148"/>
                  <a:pt x="49" y="149"/>
                  <a:pt x="53" y="149"/>
                </a:cubicBezTo>
                <a:close/>
                <a:moveTo>
                  <a:pt x="53" y="66"/>
                </a:moveTo>
                <a:cubicBezTo>
                  <a:pt x="55" y="66"/>
                  <a:pt x="58" y="66"/>
                  <a:pt x="60" y="65"/>
                </a:cubicBezTo>
                <a:cubicBezTo>
                  <a:pt x="63" y="64"/>
                  <a:pt x="65" y="62"/>
                  <a:pt x="67" y="61"/>
                </a:cubicBezTo>
                <a:cubicBezTo>
                  <a:pt x="70" y="57"/>
                  <a:pt x="72" y="52"/>
                  <a:pt x="72" y="46"/>
                </a:cubicBezTo>
                <a:cubicBezTo>
                  <a:pt x="72" y="42"/>
                  <a:pt x="71" y="38"/>
                  <a:pt x="70" y="34"/>
                </a:cubicBezTo>
                <a:cubicBezTo>
                  <a:pt x="69" y="30"/>
                  <a:pt x="67" y="26"/>
                  <a:pt x="65" y="22"/>
                </a:cubicBezTo>
                <a:cubicBezTo>
                  <a:pt x="63" y="18"/>
                  <a:pt x="61" y="14"/>
                  <a:pt x="57" y="12"/>
                </a:cubicBezTo>
                <a:cubicBezTo>
                  <a:pt x="54" y="9"/>
                  <a:pt x="50" y="8"/>
                  <a:pt x="46" y="8"/>
                </a:cubicBezTo>
                <a:cubicBezTo>
                  <a:pt x="44" y="8"/>
                  <a:pt x="41" y="9"/>
                  <a:pt x="39" y="10"/>
                </a:cubicBezTo>
                <a:cubicBezTo>
                  <a:pt x="36" y="11"/>
                  <a:pt x="34" y="13"/>
                  <a:pt x="32" y="15"/>
                </a:cubicBezTo>
                <a:cubicBezTo>
                  <a:pt x="29" y="19"/>
                  <a:pt x="28" y="24"/>
                  <a:pt x="28" y="30"/>
                </a:cubicBezTo>
                <a:cubicBezTo>
                  <a:pt x="28" y="33"/>
                  <a:pt x="28" y="36"/>
                  <a:pt x="29" y="39"/>
                </a:cubicBezTo>
                <a:cubicBezTo>
                  <a:pt x="29" y="42"/>
                  <a:pt x="30" y="46"/>
                  <a:pt x="32" y="49"/>
                </a:cubicBezTo>
                <a:cubicBezTo>
                  <a:pt x="33" y="52"/>
                  <a:pt x="35" y="55"/>
                  <a:pt x="37" y="58"/>
                </a:cubicBezTo>
                <a:cubicBezTo>
                  <a:pt x="39" y="60"/>
                  <a:pt x="41" y="62"/>
                  <a:pt x="44" y="64"/>
                </a:cubicBezTo>
                <a:cubicBezTo>
                  <a:pt x="47" y="66"/>
                  <a:pt x="50" y="66"/>
                  <a:pt x="53" y="66"/>
                </a:cubicBezTo>
                <a:close/>
                <a:moveTo>
                  <a:pt x="130" y="66"/>
                </a:moveTo>
                <a:cubicBezTo>
                  <a:pt x="150" y="66"/>
                  <a:pt x="150" y="66"/>
                  <a:pt x="150" y="66"/>
                </a:cubicBezTo>
                <a:cubicBezTo>
                  <a:pt x="150" y="76"/>
                  <a:pt x="150" y="76"/>
                  <a:pt x="150" y="76"/>
                </a:cubicBezTo>
                <a:cubicBezTo>
                  <a:pt x="130" y="76"/>
                  <a:pt x="130" y="76"/>
                  <a:pt x="130" y="76"/>
                </a:cubicBezTo>
                <a:cubicBezTo>
                  <a:pt x="130" y="97"/>
                  <a:pt x="130" y="97"/>
                  <a:pt x="130" y="97"/>
                </a:cubicBezTo>
                <a:cubicBezTo>
                  <a:pt x="120" y="97"/>
                  <a:pt x="120" y="97"/>
                  <a:pt x="120" y="97"/>
                </a:cubicBezTo>
                <a:cubicBezTo>
                  <a:pt x="120" y="76"/>
                  <a:pt x="120" y="76"/>
                  <a:pt x="120" y="76"/>
                </a:cubicBezTo>
                <a:cubicBezTo>
                  <a:pt x="100" y="76"/>
                  <a:pt x="100" y="76"/>
                  <a:pt x="100" y="76"/>
                </a:cubicBezTo>
                <a:cubicBezTo>
                  <a:pt x="100" y="66"/>
                  <a:pt x="100" y="66"/>
                  <a:pt x="100" y="66"/>
                </a:cubicBezTo>
                <a:cubicBezTo>
                  <a:pt x="120" y="66"/>
                  <a:pt x="120" y="66"/>
                  <a:pt x="120" y="66"/>
                </a:cubicBezTo>
                <a:cubicBezTo>
                  <a:pt x="120" y="46"/>
                  <a:pt x="120" y="46"/>
                  <a:pt x="120" y="46"/>
                </a:cubicBezTo>
                <a:cubicBezTo>
                  <a:pt x="130" y="46"/>
                  <a:pt x="130" y="46"/>
                  <a:pt x="130" y="46"/>
                </a:cubicBezTo>
                <a:lnTo>
                  <a:pt x="130" y="66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90" name="Freeform 192"/>
          <p:cNvSpPr>
            <a:spLocks noEditPoints="1"/>
          </p:cNvSpPr>
          <p:nvPr/>
        </p:nvSpPr>
        <p:spPr bwMode="auto">
          <a:xfrm>
            <a:off x="10168587" y="3127527"/>
            <a:ext cx="261492" cy="172887"/>
          </a:xfrm>
          <a:custGeom>
            <a:avLst/>
            <a:gdLst>
              <a:gd name="T0" fmla="*/ 182 w 182"/>
              <a:gd name="T1" fmla="*/ 6 h 121"/>
              <a:gd name="T2" fmla="*/ 182 w 182"/>
              <a:gd name="T3" fmla="*/ 115 h 121"/>
              <a:gd name="T4" fmla="*/ 180 w 182"/>
              <a:gd name="T5" fmla="*/ 120 h 121"/>
              <a:gd name="T6" fmla="*/ 176 w 182"/>
              <a:gd name="T7" fmla="*/ 121 h 121"/>
              <a:gd name="T8" fmla="*/ 6 w 182"/>
              <a:gd name="T9" fmla="*/ 121 h 121"/>
              <a:gd name="T10" fmla="*/ 2 w 182"/>
              <a:gd name="T11" fmla="*/ 120 h 121"/>
              <a:gd name="T12" fmla="*/ 0 w 182"/>
              <a:gd name="T13" fmla="*/ 115 h 121"/>
              <a:gd name="T14" fmla="*/ 0 w 182"/>
              <a:gd name="T15" fmla="*/ 6 h 121"/>
              <a:gd name="T16" fmla="*/ 2 w 182"/>
              <a:gd name="T17" fmla="*/ 2 h 121"/>
              <a:gd name="T18" fmla="*/ 6 w 182"/>
              <a:gd name="T19" fmla="*/ 0 h 121"/>
              <a:gd name="T20" fmla="*/ 176 w 182"/>
              <a:gd name="T21" fmla="*/ 0 h 121"/>
              <a:gd name="T22" fmla="*/ 180 w 182"/>
              <a:gd name="T23" fmla="*/ 2 h 121"/>
              <a:gd name="T24" fmla="*/ 182 w 182"/>
              <a:gd name="T25" fmla="*/ 6 h 121"/>
              <a:gd name="T26" fmla="*/ 170 w 182"/>
              <a:gd name="T27" fmla="*/ 85 h 121"/>
              <a:gd name="T28" fmla="*/ 170 w 182"/>
              <a:gd name="T29" fmla="*/ 37 h 121"/>
              <a:gd name="T30" fmla="*/ 153 w 182"/>
              <a:gd name="T31" fmla="*/ 30 h 121"/>
              <a:gd name="T32" fmla="*/ 146 w 182"/>
              <a:gd name="T33" fmla="*/ 13 h 121"/>
              <a:gd name="T34" fmla="*/ 37 w 182"/>
              <a:gd name="T35" fmla="*/ 13 h 121"/>
              <a:gd name="T36" fmla="*/ 30 w 182"/>
              <a:gd name="T37" fmla="*/ 30 h 121"/>
              <a:gd name="T38" fmla="*/ 12 w 182"/>
              <a:gd name="T39" fmla="*/ 37 h 121"/>
              <a:gd name="T40" fmla="*/ 12 w 182"/>
              <a:gd name="T41" fmla="*/ 85 h 121"/>
              <a:gd name="T42" fmla="*/ 30 w 182"/>
              <a:gd name="T43" fmla="*/ 92 h 121"/>
              <a:gd name="T44" fmla="*/ 37 w 182"/>
              <a:gd name="T45" fmla="*/ 109 h 121"/>
              <a:gd name="T46" fmla="*/ 146 w 182"/>
              <a:gd name="T47" fmla="*/ 109 h 121"/>
              <a:gd name="T48" fmla="*/ 153 w 182"/>
              <a:gd name="T49" fmla="*/ 92 h 121"/>
              <a:gd name="T50" fmla="*/ 170 w 182"/>
              <a:gd name="T51" fmla="*/ 85 h 121"/>
              <a:gd name="T52" fmla="*/ 119 w 182"/>
              <a:gd name="T53" fmla="*/ 48 h 121"/>
              <a:gd name="T54" fmla="*/ 121 w 182"/>
              <a:gd name="T55" fmla="*/ 61 h 121"/>
              <a:gd name="T56" fmla="*/ 119 w 182"/>
              <a:gd name="T57" fmla="*/ 74 h 121"/>
              <a:gd name="T58" fmla="*/ 114 w 182"/>
              <a:gd name="T59" fmla="*/ 87 h 121"/>
              <a:gd name="T60" fmla="*/ 104 w 182"/>
              <a:gd name="T61" fmla="*/ 97 h 121"/>
              <a:gd name="T62" fmla="*/ 91 w 182"/>
              <a:gd name="T63" fmla="*/ 100 h 121"/>
              <a:gd name="T64" fmla="*/ 78 w 182"/>
              <a:gd name="T65" fmla="*/ 97 h 121"/>
              <a:gd name="T66" fmla="*/ 68 w 182"/>
              <a:gd name="T67" fmla="*/ 87 h 121"/>
              <a:gd name="T68" fmla="*/ 63 w 182"/>
              <a:gd name="T69" fmla="*/ 74 h 121"/>
              <a:gd name="T70" fmla="*/ 61 w 182"/>
              <a:gd name="T71" fmla="*/ 61 h 121"/>
              <a:gd name="T72" fmla="*/ 63 w 182"/>
              <a:gd name="T73" fmla="*/ 48 h 121"/>
              <a:gd name="T74" fmla="*/ 68 w 182"/>
              <a:gd name="T75" fmla="*/ 35 h 121"/>
              <a:gd name="T76" fmla="*/ 78 w 182"/>
              <a:gd name="T77" fmla="*/ 25 h 121"/>
              <a:gd name="T78" fmla="*/ 91 w 182"/>
              <a:gd name="T79" fmla="*/ 22 h 121"/>
              <a:gd name="T80" fmla="*/ 104 w 182"/>
              <a:gd name="T81" fmla="*/ 25 h 121"/>
              <a:gd name="T82" fmla="*/ 114 w 182"/>
              <a:gd name="T83" fmla="*/ 35 h 121"/>
              <a:gd name="T84" fmla="*/ 119 w 182"/>
              <a:gd name="T85" fmla="*/ 48 h 121"/>
              <a:gd name="T86" fmla="*/ 73 w 182"/>
              <a:gd name="T87" fmla="*/ 85 h 121"/>
              <a:gd name="T88" fmla="*/ 109 w 182"/>
              <a:gd name="T89" fmla="*/ 85 h 121"/>
              <a:gd name="T90" fmla="*/ 109 w 182"/>
              <a:gd name="T91" fmla="*/ 76 h 121"/>
              <a:gd name="T92" fmla="*/ 97 w 182"/>
              <a:gd name="T93" fmla="*/ 76 h 121"/>
              <a:gd name="T94" fmla="*/ 97 w 182"/>
              <a:gd name="T95" fmla="*/ 34 h 121"/>
              <a:gd name="T96" fmla="*/ 86 w 182"/>
              <a:gd name="T97" fmla="*/ 34 h 121"/>
              <a:gd name="T98" fmla="*/ 72 w 182"/>
              <a:gd name="T99" fmla="*/ 47 h 121"/>
              <a:gd name="T100" fmla="*/ 80 w 182"/>
              <a:gd name="T101" fmla="*/ 54 h 121"/>
              <a:gd name="T102" fmla="*/ 85 w 182"/>
              <a:gd name="T103" fmla="*/ 49 h 121"/>
              <a:gd name="T104" fmla="*/ 85 w 182"/>
              <a:gd name="T105" fmla="*/ 49 h 121"/>
              <a:gd name="T106" fmla="*/ 85 w 182"/>
              <a:gd name="T107" fmla="*/ 76 h 121"/>
              <a:gd name="T108" fmla="*/ 73 w 182"/>
              <a:gd name="T109" fmla="*/ 76 h 121"/>
              <a:gd name="T110" fmla="*/ 73 w 182"/>
              <a:gd name="T111" fmla="*/ 85 h 1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82" h="121">
                <a:moveTo>
                  <a:pt x="182" y="6"/>
                </a:moveTo>
                <a:cubicBezTo>
                  <a:pt x="182" y="115"/>
                  <a:pt x="182" y="115"/>
                  <a:pt x="182" y="115"/>
                </a:cubicBezTo>
                <a:cubicBezTo>
                  <a:pt x="182" y="117"/>
                  <a:pt x="181" y="118"/>
                  <a:pt x="180" y="120"/>
                </a:cubicBezTo>
                <a:cubicBezTo>
                  <a:pt x="179" y="121"/>
                  <a:pt x="177" y="121"/>
                  <a:pt x="176" y="121"/>
                </a:cubicBezTo>
                <a:cubicBezTo>
                  <a:pt x="6" y="121"/>
                  <a:pt x="6" y="121"/>
                  <a:pt x="6" y="121"/>
                </a:cubicBezTo>
                <a:cubicBezTo>
                  <a:pt x="5" y="121"/>
                  <a:pt x="3" y="121"/>
                  <a:pt x="2" y="120"/>
                </a:cubicBezTo>
                <a:cubicBezTo>
                  <a:pt x="1" y="118"/>
                  <a:pt x="0" y="117"/>
                  <a:pt x="0" y="115"/>
                </a:cubicBezTo>
                <a:cubicBezTo>
                  <a:pt x="0" y="6"/>
                  <a:pt x="0" y="6"/>
                  <a:pt x="0" y="6"/>
                </a:cubicBezTo>
                <a:cubicBezTo>
                  <a:pt x="0" y="5"/>
                  <a:pt x="1" y="3"/>
                  <a:pt x="2" y="2"/>
                </a:cubicBezTo>
                <a:cubicBezTo>
                  <a:pt x="3" y="1"/>
                  <a:pt x="5" y="0"/>
                  <a:pt x="6" y="0"/>
                </a:cubicBezTo>
                <a:cubicBezTo>
                  <a:pt x="176" y="0"/>
                  <a:pt x="176" y="0"/>
                  <a:pt x="176" y="0"/>
                </a:cubicBezTo>
                <a:cubicBezTo>
                  <a:pt x="177" y="0"/>
                  <a:pt x="179" y="1"/>
                  <a:pt x="180" y="2"/>
                </a:cubicBezTo>
                <a:cubicBezTo>
                  <a:pt x="181" y="3"/>
                  <a:pt x="182" y="5"/>
                  <a:pt x="182" y="6"/>
                </a:cubicBezTo>
                <a:close/>
                <a:moveTo>
                  <a:pt x="170" y="85"/>
                </a:moveTo>
                <a:cubicBezTo>
                  <a:pt x="170" y="37"/>
                  <a:pt x="170" y="37"/>
                  <a:pt x="170" y="37"/>
                </a:cubicBezTo>
                <a:cubicBezTo>
                  <a:pt x="163" y="37"/>
                  <a:pt x="157" y="34"/>
                  <a:pt x="153" y="30"/>
                </a:cubicBezTo>
                <a:cubicBezTo>
                  <a:pt x="148" y="25"/>
                  <a:pt x="146" y="19"/>
                  <a:pt x="146" y="13"/>
                </a:cubicBezTo>
                <a:cubicBezTo>
                  <a:pt x="37" y="13"/>
                  <a:pt x="37" y="13"/>
                  <a:pt x="37" y="13"/>
                </a:cubicBezTo>
                <a:cubicBezTo>
                  <a:pt x="37" y="19"/>
                  <a:pt x="34" y="25"/>
                  <a:pt x="30" y="30"/>
                </a:cubicBezTo>
                <a:cubicBezTo>
                  <a:pt x="25" y="34"/>
                  <a:pt x="19" y="37"/>
                  <a:pt x="12" y="37"/>
                </a:cubicBezTo>
                <a:cubicBezTo>
                  <a:pt x="12" y="85"/>
                  <a:pt x="12" y="85"/>
                  <a:pt x="12" y="85"/>
                </a:cubicBezTo>
                <a:cubicBezTo>
                  <a:pt x="19" y="85"/>
                  <a:pt x="25" y="88"/>
                  <a:pt x="30" y="92"/>
                </a:cubicBezTo>
                <a:cubicBezTo>
                  <a:pt x="34" y="97"/>
                  <a:pt x="37" y="103"/>
                  <a:pt x="37" y="109"/>
                </a:cubicBezTo>
                <a:cubicBezTo>
                  <a:pt x="146" y="109"/>
                  <a:pt x="146" y="109"/>
                  <a:pt x="146" y="109"/>
                </a:cubicBezTo>
                <a:cubicBezTo>
                  <a:pt x="146" y="103"/>
                  <a:pt x="148" y="97"/>
                  <a:pt x="153" y="92"/>
                </a:cubicBezTo>
                <a:cubicBezTo>
                  <a:pt x="157" y="88"/>
                  <a:pt x="163" y="85"/>
                  <a:pt x="170" y="85"/>
                </a:cubicBezTo>
                <a:close/>
                <a:moveTo>
                  <a:pt x="119" y="48"/>
                </a:moveTo>
                <a:cubicBezTo>
                  <a:pt x="121" y="52"/>
                  <a:pt x="121" y="57"/>
                  <a:pt x="121" y="61"/>
                </a:cubicBezTo>
                <a:cubicBezTo>
                  <a:pt x="121" y="65"/>
                  <a:pt x="121" y="70"/>
                  <a:pt x="119" y="74"/>
                </a:cubicBezTo>
                <a:cubicBezTo>
                  <a:pt x="118" y="79"/>
                  <a:pt x="116" y="83"/>
                  <a:pt x="114" y="87"/>
                </a:cubicBezTo>
                <a:cubicBezTo>
                  <a:pt x="111" y="91"/>
                  <a:pt x="108" y="94"/>
                  <a:pt x="104" y="97"/>
                </a:cubicBezTo>
                <a:cubicBezTo>
                  <a:pt x="100" y="99"/>
                  <a:pt x="96" y="100"/>
                  <a:pt x="91" y="100"/>
                </a:cubicBezTo>
                <a:cubicBezTo>
                  <a:pt x="86" y="100"/>
                  <a:pt x="82" y="99"/>
                  <a:pt x="78" y="97"/>
                </a:cubicBezTo>
                <a:cubicBezTo>
                  <a:pt x="74" y="94"/>
                  <a:pt x="71" y="91"/>
                  <a:pt x="68" y="87"/>
                </a:cubicBezTo>
                <a:cubicBezTo>
                  <a:pt x="66" y="83"/>
                  <a:pt x="64" y="79"/>
                  <a:pt x="63" y="74"/>
                </a:cubicBezTo>
                <a:cubicBezTo>
                  <a:pt x="62" y="70"/>
                  <a:pt x="61" y="65"/>
                  <a:pt x="61" y="61"/>
                </a:cubicBezTo>
                <a:cubicBezTo>
                  <a:pt x="61" y="57"/>
                  <a:pt x="62" y="52"/>
                  <a:pt x="63" y="48"/>
                </a:cubicBezTo>
                <a:cubicBezTo>
                  <a:pt x="64" y="43"/>
                  <a:pt x="66" y="39"/>
                  <a:pt x="68" y="35"/>
                </a:cubicBezTo>
                <a:cubicBezTo>
                  <a:pt x="71" y="31"/>
                  <a:pt x="74" y="28"/>
                  <a:pt x="78" y="25"/>
                </a:cubicBezTo>
                <a:cubicBezTo>
                  <a:pt x="82" y="23"/>
                  <a:pt x="86" y="22"/>
                  <a:pt x="91" y="22"/>
                </a:cubicBezTo>
                <a:cubicBezTo>
                  <a:pt x="96" y="22"/>
                  <a:pt x="100" y="23"/>
                  <a:pt x="104" y="25"/>
                </a:cubicBezTo>
                <a:cubicBezTo>
                  <a:pt x="108" y="28"/>
                  <a:pt x="111" y="31"/>
                  <a:pt x="114" y="35"/>
                </a:cubicBezTo>
                <a:cubicBezTo>
                  <a:pt x="116" y="39"/>
                  <a:pt x="118" y="43"/>
                  <a:pt x="119" y="48"/>
                </a:cubicBezTo>
                <a:close/>
                <a:moveTo>
                  <a:pt x="73" y="85"/>
                </a:moveTo>
                <a:cubicBezTo>
                  <a:pt x="109" y="85"/>
                  <a:pt x="109" y="85"/>
                  <a:pt x="109" y="85"/>
                </a:cubicBezTo>
                <a:cubicBezTo>
                  <a:pt x="109" y="76"/>
                  <a:pt x="109" y="76"/>
                  <a:pt x="109" y="76"/>
                </a:cubicBezTo>
                <a:cubicBezTo>
                  <a:pt x="97" y="76"/>
                  <a:pt x="97" y="76"/>
                  <a:pt x="97" y="76"/>
                </a:cubicBezTo>
                <a:cubicBezTo>
                  <a:pt x="97" y="34"/>
                  <a:pt x="97" y="34"/>
                  <a:pt x="97" y="34"/>
                </a:cubicBezTo>
                <a:cubicBezTo>
                  <a:pt x="86" y="34"/>
                  <a:pt x="86" y="34"/>
                  <a:pt x="86" y="34"/>
                </a:cubicBezTo>
                <a:cubicBezTo>
                  <a:pt x="72" y="47"/>
                  <a:pt x="72" y="47"/>
                  <a:pt x="72" y="47"/>
                </a:cubicBezTo>
                <a:cubicBezTo>
                  <a:pt x="80" y="54"/>
                  <a:pt x="80" y="54"/>
                  <a:pt x="80" y="54"/>
                </a:cubicBezTo>
                <a:cubicBezTo>
                  <a:pt x="82" y="52"/>
                  <a:pt x="84" y="50"/>
                  <a:pt x="85" y="49"/>
                </a:cubicBezTo>
                <a:cubicBezTo>
                  <a:pt x="85" y="49"/>
                  <a:pt x="85" y="49"/>
                  <a:pt x="85" y="49"/>
                </a:cubicBezTo>
                <a:cubicBezTo>
                  <a:pt x="85" y="76"/>
                  <a:pt x="85" y="76"/>
                  <a:pt x="85" y="76"/>
                </a:cubicBezTo>
                <a:cubicBezTo>
                  <a:pt x="73" y="76"/>
                  <a:pt x="73" y="76"/>
                  <a:pt x="73" y="76"/>
                </a:cubicBezTo>
                <a:lnTo>
                  <a:pt x="73" y="85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91" name="Freeform 193"/>
          <p:cNvSpPr>
            <a:spLocks/>
          </p:cNvSpPr>
          <p:nvPr/>
        </p:nvSpPr>
        <p:spPr bwMode="auto">
          <a:xfrm>
            <a:off x="10488430" y="3179392"/>
            <a:ext cx="138311" cy="77800"/>
          </a:xfrm>
          <a:custGeom>
            <a:avLst/>
            <a:gdLst>
              <a:gd name="T0" fmla="*/ 95 w 96"/>
              <a:gd name="T1" fmla="*/ 2 h 54"/>
              <a:gd name="T2" fmla="*/ 96 w 96"/>
              <a:gd name="T3" fmla="*/ 6 h 54"/>
              <a:gd name="T4" fmla="*/ 95 w 96"/>
              <a:gd name="T5" fmla="*/ 10 h 54"/>
              <a:gd name="T6" fmla="*/ 52 w 96"/>
              <a:gd name="T7" fmla="*/ 52 h 54"/>
              <a:gd name="T8" fmla="*/ 48 w 96"/>
              <a:gd name="T9" fmla="*/ 54 h 54"/>
              <a:gd name="T10" fmla="*/ 44 w 96"/>
              <a:gd name="T11" fmla="*/ 52 h 54"/>
              <a:gd name="T12" fmla="*/ 1 w 96"/>
              <a:gd name="T13" fmla="*/ 10 h 54"/>
              <a:gd name="T14" fmla="*/ 0 w 96"/>
              <a:gd name="T15" fmla="*/ 6 h 54"/>
              <a:gd name="T16" fmla="*/ 1 w 96"/>
              <a:gd name="T17" fmla="*/ 2 h 54"/>
              <a:gd name="T18" fmla="*/ 6 w 96"/>
              <a:gd name="T19" fmla="*/ 0 h 54"/>
              <a:gd name="T20" fmla="*/ 90 w 96"/>
              <a:gd name="T21" fmla="*/ 0 h 54"/>
              <a:gd name="T22" fmla="*/ 95 w 96"/>
              <a:gd name="T23" fmla="*/ 2 h 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96" h="54">
                <a:moveTo>
                  <a:pt x="95" y="2"/>
                </a:moveTo>
                <a:cubicBezTo>
                  <a:pt x="96" y="3"/>
                  <a:pt x="96" y="4"/>
                  <a:pt x="96" y="6"/>
                </a:cubicBezTo>
                <a:cubicBezTo>
                  <a:pt x="96" y="7"/>
                  <a:pt x="96" y="9"/>
                  <a:pt x="95" y="10"/>
                </a:cubicBezTo>
                <a:cubicBezTo>
                  <a:pt x="52" y="52"/>
                  <a:pt x="52" y="52"/>
                  <a:pt x="52" y="52"/>
                </a:cubicBezTo>
                <a:cubicBezTo>
                  <a:pt x="51" y="54"/>
                  <a:pt x="50" y="54"/>
                  <a:pt x="48" y="54"/>
                </a:cubicBezTo>
                <a:cubicBezTo>
                  <a:pt x="46" y="54"/>
                  <a:pt x="45" y="54"/>
                  <a:pt x="44" y="52"/>
                </a:cubicBezTo>
                <a:cubicBezTo>
                  <a:pt x="1" y="10"/>
                  <a:pt x="1" y="10"/>
                  <a:pt x="1" y="10"/>
                </a:cubicBezTo>
                <a:cubicBezTo>
                  <a:pt x="0" y="9"/>
                  <a:pt x="0" y="7"/>
                  <a:pt x="0" y="6"/>
                </a:cubicBezTo>
                <a:cubicBezTo>
                  <a:pt x="0" y="4"/>
                  <a:pt x="0" y="3"/>
                  <a:pt x="1" y="2"/>
                </a:cubicBezTo>
                <a:cubicBezTo>
                  <a:pt x="3" y="0"/>
                  <a:pt x="4" y="0"/>
                  <a:pt x="6" y="0"/>
                </a:cubicBezTo>
                <a:cubicBezTo>
                  <a:pt x="90" y="0"/>
                  <a:pt x="90" y="0"/>
                  <a:pt x="90" y="0"/>
                </a:cubicBezTo>
                <a:cubicBezTo>
                  <a:pt x="92" y="0"/>
                  <a:pt x="93" y="0"/>
                  <a:pt x="95" y="2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92" name="Freeform 194"/>
          <p:cNvSpPr>
            <a:spLocks/>
          </p:cNvSpPr>
          <p:nvPr/>
        </p:nvSpPr>
        <p:spPr bwMode="auto">
          <a:xfrm>
            <a:off x="10685090" y="3188037"/>
            <a:ext cx="138311" cy="77800"/>
          </a:xfrm>
          <a:custGeom>
            <a:avLst/>
            <a:gdLst>
              <a:gd name="T0" fmla="*/ 97 w 97"/>
              <a:gd name="T1" fmla="*/ 48 h 54"/>
              <a:gd name="T2" fmla="*/ 95 w 97"/>
              <a:gd name="T3" fmla="*/ 52 h 54"/>
              <a:gd name="T4" fmla="*/ 91 w 97"/>
              <a:gd name="T5" fmla="*/ 54 h 54"/>
              <a:gd name="T6" fmla="*/ 6 w 97"/>
              <a:gd name="T7" fmla="*/ 54 h 54"/>
              <a:gd name="T8" fmla="*/ 2 w 97"/>
              <a:gd name="T9" fmla="*/ 52 h 54"/>
              <a:gd name="T10" fmla="*/ 0 w 97"/>
              <a:gd name="T11" fmla="*/ 48 h 54"/>
              <a:gd name="T12" fmla="*/ 2 w 97"/>
              <a:gd name="T13" fmla="*/ 44 h 54"/>
              <a:gd name="T14" fmla="*/ 44 w 97"/>
              <a:gd name="T15" fmla="*/ 2 h 54"/>
              <a:gd name="T16" fmla="*/ 49 w 97"/>
              <a:gd name="T17" fmla="*/ 0 h 54"/>
              <a:gd name="T18" fmla="*/ 53 w 97"/>
              <a:gd name="T19" fmla="*/ 2 h 54"/>
              <a:gd name="T20" fmla="*/ 95 w 97"/>
              <a:gd name="T21" fmla="*/ 44 h 54"/>
              <a:gd name="T22" fmla="*/ 97 w 97"/>
              <a:gd name="T23" fmla="*/ 48 h 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97" h="54">
                <a:moveTo>
                  <a:pt x="97" y="48"/>
                </a:moveTo>
                <a:cubicBezTo>
                  <a:pt x="97" y="50"/>
                  <a:pt x="96" y="51"/>
                  <a:pt x="95" y="52"/>
                </a:cubicBezTo>
                <a:cubicBezTo>
                  <a:pt x="94" y="54"/>
                  <a:pt x="93" y="54"/>
                  <a:pt x="91" y="54"/>
                </a:cubicBezTo>
                <a:cubicBezTo>
                  <a:pt x="6" y="54"/>
                  <a:pt x="6" y="54"/>
                  <a:pt x="6" y="54"/>
                </a:cubicBezTo>
                <a:cubicBezTo>
                  <a:pt x="5" y="54"/>
                  <a:pt x="3" y="54"/>
                  <a:pt x="2" y="52"/>
                </a:cubicBezTo>
                <a:cubicBezTo>
                  <a:pt x="1" y="51"/>
                  <a:pt x="0" y="50"/>
                  <a:pt x="0" y="48"/>
                </a:cubicBezTo>
                <a:cubicBezTo>
                  <a:pt x="0" y="47"/>
                  <a:pt x="1" y="45"/>
                  <a:pt x="2" y="44"/>
                </a:cubicBezTo>
                <a:cubicBezTo>
                  <a:pt x="44" y="2"/>
                  <a:pt x="44" y="2"/>
                  <a:pt x="44" y="2"/>
                </a:cubicBezTo>
                <a:cubicBezTo>
                  <a:pt x="46" y="0"/>
                  <a:pt x="47" y="0"/>
                  <a:pt x="49" y="0"/>
                </a:cubicBezTo>
                <a:cubicBezTo>
                  <a:pt x="50" y="0"/>
                  <a:pt x="52" y="0"/>
                  <a:pt x="53" y="2"/>
                </a:cubicBezTo>
                <a:cubicBezTo>
                  <a:pt x="95" y="44"/>
                  <a:pt x="95" y="44"/>
                  <a:pt x="95" y="44"/>
                </a:cubicBezTo>
                <a:cubicBezTo>
                  <a:pt x="96" y="45"/>
                  <a:pt x="97" y="47"/>
                  <a:pt x="97" y="48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93" name="Freeform 195"/>
          <p:cNvSpPr>
            <a:spLocks/>
          </p:cNvSpPr>
          <p:nvPr/>
        </p:nvSpPr>
        <p:spPr bwMode="auto">
          <a:xfrm>
            <a:off x="10892554" y="3144815"/>
            <a:ext cx="75639" cy="138311"/>
          </a:xfrm>
          <a:custGeom>
            <a:avLst/>
            <a:gdLst>
              <a:gd name="T0" fmla="*/ 54 w 54"/>
              <a:gd name="T1" fmla="*/ 6 h 96"/>
              <a:gd name="T2" fmla="*/ 54 w 54"/>
              <a:gd name="T3" fmla="*/ 90 h 96"/>
              <a:gd name="T4" fmla="*/ 53 w 54"/>
              <a:gd name="T5" fmla="*/ 95 h 96"/>
              <a:gd name="T6" fmla="*/ 48 w 54"/>
              <a:gd name="T7" fmla="*/ 96 h 96"/>
              <a:gd name="T8" fmla="*/ 44 w 54"/>
              <a:gd name="T9" fmla="*/ 95 h 96"/>
              <a:gd name="T10" fmla="*/ 2 w 54"/>
              <a:gd name="T11" fmla="*/ 52 h 96"/>
              <a:gd name="T12" fmla="*/ 0 w 54"/>
              <a:gd name="T13" fmla="*/ 48 h 96"/>
              <a:gd name="T14" fmla="*/ 2 w 54"/>
              <a:gd name="T15" fmla="*/ 44 h 96"/>
              <a:gd name="T16" fmla="*/ 44 w 54"/>
              <a:gd name="T17" fmla="*/ 1 h 96"/>
              <a:gd name="T18" fmla="*/ 48 w 54"/>
              <a:gd name="T19" fmla="*/ 0 h 96"/>
              <a:gd name="T20" fmla="*/ 53 w 54"/>
              <a:gd name="T21" fmla="*/ 1 h 96"/>
              <a:gd name="T22" fmla="*/ 54 w 54"/>
              <a:gd name="T23" fmla="*/ 6 h 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54" h="96">
                <a:moveTo>
                  <a:pt x="54" y="6"/>
                </a:moveTo>
                <a:cubicBezTo>
                  <a:pt x="54" y="90"/>
                  <a:pt x="54" y="90"/>
                  <a:pt x="54" y="90"/>
                </a:cubicBezTo>
                <a:cubicBezTo>
                  <a:pt x="54" y="92"/>
                  <a:pt x="54" y="93"/>
                  <a:pt x="53" y="95"/>
                </a:cubicBezTo>
                <a:cubicBezTo>
                  <a:pt x="51" y="96"/>
                  <a:pt x="50" y="96"/>
                  <a:pt x="48" y="96"/>
                </a:cubicBezTo>
                <a:cubicBezTo>
                  <a:pt x="47" y="96"/>
                  <a:pt x="45" y="96"/>
                  <a:pt x="44" y="95"/>
                </a:cubicBezTo>
                <a:cubicBezTo>
                  <a:pt x="2" y="52"/>
                  <a:pt x="2" y="52"/>
                  <a:pt x="2" y="52"/>
                </a:cubicBezTo>
                <a:cubicBezTo>
                  <a:pt x="1" y="51"/>
                  <a:pt x="0" y="50"/>
                  <a:pt x="0" y="48"/>
                </a:cubicBezTo>
                <a:cubicBezTo>
                  <a:pt x="0" y="46"/>
                  <a:pt x="1" y="45"/>
                  <a:pt x="2" y="44"/>
                </a:cubicBezTo>
                <a:cubicBezTo>
                  <a:pt x="44" y="1"/>
                  <a:pt x="44" y="1"/>
                  <a:pt x="44" y="1"/>
                </a:cubicBezTo>
                <a:cubicBezTo>
                  <a:pt x="45" y="0"/>
                  <a:pt x="47" y="0"/>
                  <a:pt x="48" y="0"/>
                </a:cubicBezTo>
                <a:cubicBezTo>
                  <a:pt x="50" y="0"/>
                  <a:pt x="51" y="0"/>
                  <a:pt x="53" y="1"/>
                </a:cubicBezTo>
                <a:cubicBezTo>
                  <a:pt x="54" y="3"/>
                  <a:pt x="54" y="4"/>
                  <a:pt x="54" y="6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94" name="Freeform 196"/>
          <p:cNvSpPr>
            <a:spLocks/>
          </p:cNvSpPr>
          <p:nvPr/>
        </p:nvSpPr>
        <p:spPr bwMode="auto">
          <a:xfrm>
            <a:off x="11028704" y="3144815"/>
            <a:ext cx="77800" cy="138311"/>
          </a:xfrm>
          <a:custGeom>
            <a:avLst/>
            <a:gdLst>
              <a:gd name="T0" fmla="*/ 55 w 55"/>
              <a:gd name="T1" fmla="*/ 48 h 96"/>
              <a:gd name="T2" fmla="*/ 53 w 55"/>
              <a:gd name="T3" fmla="*/ 52 h 96"/>
              <a:gd name="T4" fmla="*/ 10 w 55"/>
              <a:gd name="T5" fmla="*/ 95 h 96"/>
              <a:gd name="T6" fmla="*/ 6 w 55"/>
              <a:gd name="T7" fmla="*/ 96 h 96"/>
              <a:gd name="T8" fmla="*/ 2 w 55"/>
              <a:gd name="T9" fmla="*/ 95 h 96"/>
              <a:gd name="T10" fmla="*/ 0 w 55"/>
              <a:gd name="T11" fmla="*/ 90 h 96"/>
              <a:gd name="T12" fmla="*/ 0 w 55"/>
              <a:gd name="T13" fmla="*/ 6 h 96"/>
              <a:gd name="T14" fmla="*/ 2 w 55"/>
              <a:gd name="T15" fmla="*/ 1 h 96"/>
              <a:gd name="T16" fmla="*/ 6 w 55"/>
              <a:gd name="T17" fmla="*/ 0 h 96"/>
              <a:gd name="T18" fmla="*/ 10 w 55"/>
              <a:gd name="T19" fmla="*/ 1 h 96"/>
              <a:gd name="T20" fmla="*/ 53 w 55"/>
              <a:gd name="T21" fmla="*/ 44 h 96"/>
              <a:gd name="T22" fmla="*/ 55 w 55"/>
              <a:gd name="T23" fmla="*/ 48 h 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55" h="96">
                <a:moveTo>
                  <a:pt x="55" y="48"/>
                </a:moveTo>
                <a:cubicBezTo>
                  <a:pt x="55" y="50"/>
                  <a:pt x="54" y="51"/>
                  <a:pt x="53" y="52"/>
                </a:cubicBezTo>
                <a:cubicBezTo>
                  <a:pt x="10" y="95"/>
                  <a:pt x="10" y="95"/>
                  <a:pt x="10" y="95"/>
                </a:cubicBezTo>
                <a:cubicBezTo>
                  <a:pt x="9" y="96"/>
                  <a:pt x="8" y="96"/>
                  <a:pt x="6" y="96"/>
                </a:cubicBezTo>
                <a:cubicBezTo>
                  <a:pt x="5" y="96"/>
                  <a:pt x="3" y="96"/>
                  <a:pt x="2" y="95"/>
                </a:cubicBezTo>
                <a:cubicBezTo>
                  <a:pt x="1" y="93"/>
                  <a:pt x="0" y="92"/>
                  <a:pt x="0" y="90"/>
                </a:cubicBezTo>
                <a:cubicBezTo>
                  <a:pt x="0" y="6"/>
                  <a:pt x="0" y="6"/>
                  <a:pt x="0" y="6"/>
                </a:cubicBezTo>
                <a:cubicBezTo>
                  <a:pt x="0" y="4"/>
                  <a:pt x="1" y="3"/>
                  <a:pt x="2" y="1"/>
                </a:cubicBezTo>
                <a:cubicBezTo>
                  <a:pt x="3" y="0"/>
                  <a:pt x="5" y="0"/>
                  <a:pt x="6" y="0"/>
                </a:cubicBezTo>
                <a:cubicBezTo>
                  <a:pt x="8" y="0"/>
                  <a:pt x="9" y="0"/>
                  <a:pt x="10" y="1"/>
                </a:cubicBezTo>
                <a:cubicBezTo>
                  <a:pt x="53" y="44"/>
                  <a:pt x="53" y="44"/>
                  <a:pt x="53" y="44"/>
                </a:cubicBezTo>
                <a:cubicBezTo>
                  <a:pt x="54" y="45"/>
                  <a:pt x="55" y="46"/>
                  <a:pt x="55" y="48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95" name="Freeform 197"/>
          <p:cNvSpPr>
            <a:spLocks noEditPoints="1"/>
          </p:cNvSpPr>
          <p:nvPr/>
        </p:nvSpPr>
        <p:spPr bwMode="auto">
          <a:xfrm>
            <a:off x="11173496" y="3110237"/>
            <a:ext cx="224755" cy="209627"/>
          </a:xfrm>
          <a:custGeom>
            <a:avLst/>
            <a:gdLst>
              <a:gd name="T0" fmla="*/ 158 w 158"/>
              <a:gd name="T1" fmla="*/ 15 h 146"/>
              <a:gd name="T2" fmla="*/ 158 w 158"/>
              <a:gd name="T3" fmla="*/ 130 h 146"/>
              <a:gd name="T4" fmla="*/ 153 w 158"/>
              <a:gd name="T5" fmla="*/ 141 h 146"/>
              <a:gd name="T6" fmla="*/ 143 w 158"/>
              <a:gd name="T7" fmla="*/ 146 h 146"/>
              <a:gd name="T8" fmla="*/ 16 w 158"/>
              <a:gd name="T9" fmla="*/ 146 h 146"/>
              <a:gd name="T10" fmla="*/ 5 w 158"/>
              <a:gd name="T11" fmla="*/ 141 h 146"/>
              <a:gd name="T12" fmla="*/ 0 w 158"/>
              <a:gd name="T13" fmla="*/ 130 h 146"/>
              <a:gd name="T14" fmla="*/ 0 w 158"/>
              <a:gd name="T15" fmla="*/ 15 h 146"/>
              <a:gd name="T16" fmla="*/ 5 w 158"/>
              <a:gd name="T17" fmla="*/ 5 h 146"/>
              <a:gd name="T18" fmla="*/ 16 w 158"/>
              <a:gd name="T19" fmla="*/ 0 h 146"/>
              <a:gd name="T20" fmla="*/ 143 w 158"/>
              <a:gd name="T21" fmla="*/ 0 h 146"/>
              <a:gd name="T22" fmla="*/ 153 w 158"/>
              <a:gd name="T23" fmla="*/ 5 h 146"/>
              <a:gd name="T24" fmla="*/ 158 w 158"/>
              <a:gd name="T25" fmla="*/ 15 h 146"/>
              <a:gd name="T26" fmla="*/ 16 w 158"/>
              <a:gd name="T27" fmla="*/ 133 h 146"/>
              <a:gd name="T28" fmla="*/ 73 w 158"/>
              <a:gd name="T29" fmla="*/ 133 h 146"/>
              <a:gd name="T30" fmla="*/ 73 w 158"/>
              <a:gd name="T31" fmla="*/ 25 h 146"/>
              <a:gd name="T32" fmla="*/ 13 w 158"/>
              <a:gd name="T33" fmla="*/ 25 h 146"/>
              <a:gd name="T34" fmla="*/ 13 w 158"/>
              <a:gd name="T35" fmla="*/ 130 h 146"/>
              <a:gd name="T36" fmla="*/ 13 w 158"/>
              <a:gd name="T37" fmla="*/ 133 h 146"/>
              <a:gd name="T38" fmla="*/ 16 w 158"/>
              <a:gd name="T39" fmla="*/ 133 h 146"/>
              <a:gd name="T40" fmla="*/ 146 w 158"/>
              <a:gd name="T41" fmla="*/ 130 h 146"/>
              <a:gd name="T42" fmla="*/ 146 w 158"/>
              <a:gd name="T43" fmla="*/ 25 h 146"/>
              <a:gd name="T44" fmla="*/ 85 w 158"/>
              <a:gd name="T45" fmla="*/ 25 h 146"/>
              <a:gd name="T46" fmla="*/ 85 w 158"/>
              <a:gd name="T47" fmla="*/ 133 h 146"/>
              <a:gd name="T48" fmla="*/ 143 w 158"/>
              <a:gd name="T49" fmla="*/ 133 h 146"/>
              <a:gd name="T50" fmla="*/ 145 w 158"/>
              <a:gd name="T51" fmla="*/ 133 h 146"/>
              <a:gd name="T52" fmla="*/ 146 w 158"/>
              <a:gd name="T53" fmla="*/ 130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158" h="146">
                <a:moveTo>
                  <a:pt x="158" y="15"/>
                </a:moveTo>
                <a:cubicBezTo>
                  <a:pt x="158" y="130"/>
                  <a:pt x="158" y="130"/>
                  <a:pt x="158" y="130"/>
                </a:cubicBezTo>
                <a:cubicBezTo>
                  <a:pt x="158" y="135"/>
                  <a:pt x="156" y="138"/>
                  <a:pt x="153" y="141"/>
                </a:cubicBezTo>
                <a:cubicBezTo>
                  <a:pt x="150" y="144"/>
                  <a:pt x="147" y="146"/>
                  <a:pt x="143" y="146"/>
                </a:cubicBezTo>
                <a:cubicBezTo>
                  <a:pt x="16" y="146"/>
                  <a:pt x="16" y="146"/>
                  <a:pt x="16" y="146"/>
                </a:cubicBezTo>
                <a:cubicBezTo>
                  <a:pt x="11" y="146"/>
                  <a:pt x="8" y="144"/>
                  <a:pt x="5" y="141"/>
                </a:cubicBezTo>
                <a:cubicBezTo>
                  <a:pt x="2" y="138"/>
                  <a:pt x="0" y="135"/>
                  <a:pt x="0" y="130"/>
                </a:cubicBezTo>
                <a:cubicBezTo>
                  <a:pt x="0" y="15"/>
                  <a:pt x="0" y="15"/>
                  <a:pt x="0" y="15"/>
                </a:cubicBezTo>
                <a:cubicBezTo>
                  <a:pt x="0" y="11"/>
                  <a:pt x="2" y="8"/>
                  <a:pt x="5" y="5"/>
                </a:cubicBezTo>
                <a:cubicBezTo>
                  <a:pt x="8" y="2"/>
                  <a:pt x="11" y="0"/>
                  <a:pt x="16" y="0"/>
                </a:cubicBezTo>
                <a:cubicBezTo>
                  <a:pt x="143" y="0"/>
                  <a:pt x="143" y="0"/>
                  <a:pt x="143" y="0"/>
                </a:cubicBezTo>
                <a:cubicBezTo>
                  <a:pt x="147" y="0"/>
                  <a:pt x="150" y="2"/>
                  <a:pt x="153" y="5"/>
                </a:cubicBezTo>
                <a:cubicBezTo>
                  <a:pt x="156" y="8"/>
                  <a:pt x="158" y="11"/>
                  <a:pt x="158" y="15"/>
                </a:cubicBezTo>
                <a:close/>
                <a:moveTo>
                  <a:pt x="16" y="133"/>
                </a:moveTo>
                <a:cubicBezTo>
                  <a:pt x="73" y="133"/>
                  <a:pt x="73" y="133"/>
                  <a:pt x="73" y="133"/>
                </a:cubicBezTo>
                <a:cubicBezTo>
                  <a:pt x="73" y="25"/>
                  <a:pt x="73" y="25"/>
                  <a:pt x="73" y="25"/>
                </a:cubicBezTo>
                <a:cubicBezTo>
                  <a:pt x="13" y="25"/>
                  <a:pt x="13" y="25"/>
                  <a:pt x="13" y="25"/>
                </a:cubicBezTo>
                <a:cubicBezTo>
                  <a:pt x="13" y="130"/>
                  <a:pt x="13" y="130"/>
                  <a:pt x="13" y="130"/>
                </a:cubicBezTo>
                <a:cubicBezTo>
                  <a:pt x="13" y="131"/>
                  <a:pt x="13" y="132"/>
                  <a:pt x="13" y="133"/>
                </a:cubicBezTo>
                <a:cubicBezTo>
                  <a:pt x="14" y="133"/>
                  <a:pt x="15" y="133"/>
                  <a:pt x="16" y="133"/>
                </a:cubicBezTo>
                <a:close/>
                <a:moveTo>
                  <a:pt x="146" y="130"/>
                </a:moveTo>
                <a:cubicBezTo>
                  <a:pt x="146" y="25"/>
                  <a:pt x="146" y="25"/>
                  <a:pt x="146" y="25"/>
                </a:cubicBezTo>
                <a:cubicBezTo>
                  <a:pt x="85" y="25"/>
                  <a:pt x="85" y="25"/>
                  <a:pt x="85" y="25"/>
                </a:cubicBezTo>
                <a:cubicBezTo>
                  <a:pt x="85" y="133"/>
                  <a:pt x="85" y="133"/>
                  <a:pt x="85" y="133"/>
                </a:cubicBezTo>
                <a:cubicBezTo>
                  <a:pt x="143" y="133"/>
                  <a:pt x="143" y="133"/>
                  <a:pt x="143" y="133"/>
                </a:cubicBezTo>
                <a:cubicBezTo>
                  <a:pt x="144" y="133"/>
                  <a:pt x="144" y="133"/>
                  <a:pt x="145" y="133"/>
                </a:cubicBezTo>
                <a:cubicBezTo>
                  <a:pt x="145" y="132"/>
                  <a:pt x="146" y="131"/>
                  <a:pt x="146" y="13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96" name="Freeform 198"/>
          <p:cNvSpPr>
            <a:spLocks noEditPoints="1"/>
          </p:cNvSpPr>
          <p:nvPr/>
        </p:nvSpPr>
        <p:spPr bwMode="auto">
          <a:xfrm>
            <a:off x="793751" y="3546779"/>
            <a:ext cx="138311" cy="190176"/>
          </a:xfrm>
          <a:custGeom>
            <a:avLst/>
            <a:gdLst>
              <a:gd name="T0" fmla="*/ 97 w 97"/>
              <a:gd name="T1" fmla="*/ 49 h 133"/>
              <a:gd name="T2" fmla="*/ 95 w 97"/>
              <a:gd name="T3" fmla="*/ 53 h 133"/>
              <a:gd name="T4" fmla="*/ 91 w 97"/>
              <a:gd name="T5" fmla="*/ 55 h 133"/>
              <a:gd name="T6" fmla="*/ 6 w 97"/>
              <a:gd name="T7" fmla="*/ 55 h 133"/>
              <a:gd name="T8" fmla="*/ 2 w 97"/>
              <a:gd name="T9" fmla="*/ 53 h 133"/>
              <a:gd name="T10" fmla="*/ 0 w 97"/>
              <a:gd name="T11" fmla="*/ 49 h 133"/>
              <a:gd name="T12" fmla="*/ 2 w 97"/>
              <a:gd name="T13" fmla="*/ 45 h 133"/>
              <a:gd name="T14" fmla="*/ 44 w 97"/>
              <a:gd name="T15" fmla="*/ 2 h 133"/>
              <a:gd name="T16" fmla="*/ 48 w 97"/>
              <a:gd name="T17" fmla="*/ 0 h 133"/>
              <a:gd name="T18" fmla="*/ 53 w 97"/>
              <a:gd name="T19" fmla="*/ 2 h 133"/>
              <a:gd name="T20" fmla="*/ 95 w 97"/>
              <a:gd name="T21" fmla="*/ 45 h 133"/>
              <a:gd name="T22" fmla="*/ 97 w 97"/>
              <a:gd name="T23" fmla="*/ 49 h 133"/>
              <a:gd name="T24" fmla="*/ 95 w 97"/>
              <a:gd name="T25" fmla="*/ 81 h 133"/>
              <a:gd name="T26" fmla="*/ 97 w 97"/>
              <a:gd name="T27" fmla="*/ 85 h 133"/>
              <a:gd name="T28" fmla="*/ 95 w 97"/>
              <a:gd name="T29" fmla="*/ 89 h 133"/>
              <a:gd name="T30" fmla="*/ 53 w 97"/>
              <a:gd name="T31" fmla="*/ 132 h 133"/>
              <a:gd name="T32" fmla="*/ 48 w 97"/>
              <a:gd name="T33" fmla="*/ 133 h 133"/>
              <a:gd name="T34" fmla="*/ 44 w 97"/>
              <a:gd name="T35" fmla="*/ 132 h 133"/>
              <a:gd name="T36" fmla="*/ 2 w 97"/>
              <a:gd name="T37" fmla="*/ 89 h 133"/>
              <a:gd name="T38" fmla="*/ 0 w 97"/>
              <a:gd name="T39" fmla="*/ 85 h 133"/>
              <a:gd name="T40" fmla="*/ 2 w 97"/>
              <a:gd name="T41" fmla="*/ 81 h 133"/>
              <a:gd name="T42" fmla="*/ 6 w 97"/>
              <a:gd name="T43" fmla="*/ 79 h 133"/>
              <a:gd name="T44" fmla="*/ 91 w 97"/>
              <a:gd name="T45" fmla="*/ 79 h 133"/>
              <a:gd name="T46" fmla="*/ 95 w 97"/>
              <a:gd name="T47" fmla="*/ 81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97" h="133">
                <a:moveTo>
                  <a:pt x="97" y="49"/>
                </a:moveTo>
                <a:cubicBezTo>
                  <a:pt x="97" y="50"/>
                  <a:pt x="96" y="52"/>
                  <a:pt x="95" y="53"/>
                </a:cubicBezTo>
                <a:cubicBezTo>
                  <a:pt x="94" y="54"/>
                  <a:pt x="92" y="55"/>
                  <a:pt x="91" y="55"/>
                </a:cubicBezTo>
                <a:cubicBezTo>
                  <a:pt x="6" y="55"/>
                  <a:pt x="6" y="55"/>
                  <a:pt x="6" y="55"/>
                </a:cubicBezTo>
                <a:cubicBezTo>
                  <a:pt x="4" y="55"/>
                  <a:pt x="3" y="54"/>
                  <a:pt x="2" y="53"/>
                </a:cubicBezTo>
                <a:cubicBezTo>
                  <a:pt x="1" y="52"/>
                  <a:pt x="0" y="50"/>
                  <a:pt x="0" y="49"/>
                </a:cubicBezTo>
                <a:cubicBezTo>
                  <a:pt x="0" y="47"/>
                  <a:pt x="1" y="46"/>
                  <a:pt x="2" y="45"/>
                </a:cubicBezTo>
                <a:cubicBezTo>
                  <a:pt x="44" y="2"/>
                  <a:pt x="44" y="2"/>
                  <a:pt x="44" y="2"/>
                </a:cubicBezTo>
                <a:cubicBezTo>
                  <a:pt x="45" y="1"/>
                  <a:pt x="47" y="0"/>
                  <a:pt x="48" y="0"/>
                </a:cubicBezTo>
                <a:cubicBezTo>
                  <a:pt x="50" y="0"/>
                  <a:pt x="51" y="1"/>
                  <a:pt x="53" y="2"/>
                </a:cubicBezTo>
                <a:cubicBezTo>
                  <a:pt x="95" y="45"/>
                  <a:pt x="95" y="45"/>
                  <a:pt x="95" y="45"/>
                </a:cubicBezTo>
                <a:cubicBezTo>
                  <a:pt x="96" y="46"/>
                  <a:pt x="97" y="47"/>
                  <a:pt x="97" y="49"/>
                </a:cubicBezTo>
                <a:close/>
                <a:moveTo>
                  <a:pt x="95" y="81"/>
                </a:moveTo>
                <a:cubicBezTo>
                  <a:pt x="96" y="82"/>
                  <a:pt x="97" y="83"/>
                  <a:pt x="97" y="85"/>
                </a:cubicBezTo>
                <a:cubicBezTo>
                  <a:pt x="97" y="87"/>
                  <a:pt x="96" y="88"/>
                  <a:pt x="95" y="89"/>
                </a:cubicBezTo>
                <a:cubicBezTo>
                  <a:pt x="53" y="132"/>
                  <a:pt x="53" y="132"/>
                  <a:pt x="53" y="132"/>
                </a:cubicBezTo>
                <a:cubicBezTo>
                  <a:pt x="51" y="133"/>
                  <a:pt x="50" y="133"/>
                  <a:pt x="48" y="133"/>
                </a:cubicBezTo>
                <a:cubicBezTo>
                  <a:pt x="47" y="133"/>
                  <a:pt x="45" y="133"/>
                  <a:pt x="44" y="132"/>
                </a:cubicBezTo>
                <a:cubicBezTo>
                  <a:pt x="2" y="89"/>
                  <a:pt x="2" y="89"/>
                  <a:pt x="2" y="89"/>
                </a:cubicBezTo>
                <a:cubicBezTo>
                  <a:pt x="1" y="88"/>
                  <a:pt x="0" y="87"/>
                  <a:pt x="0" y="85"/>
                </a:cubicBezTo>
                <a:cubicBezTo>
                  <a:pt x="0" y="83"/>
                  <a:pt x="1" y="82"/>
                  <a:pt x="2" y="81"/>
                </a:cubicBezTo>
                <a:cubicBezTo>
                  <a:pt x="3" y="80"/>
                  <a:pt x="4" y="79"/>
                  <a:pt x="6" y="79"/>
                </a:cubicBezTo>
                <a:cubicBezTo>
                  <a:pt x="91" y="79"/>
                  <a:pt x="91" y="79"/>
                  <a:pt x="91" y="79"/>
                </a:cubicBezTo>
                <a:cubicBezTo>
                  <a:pt x="92" y="79"/>
                  <a:pt x="94" y="80"/>
                  <a:pt x="95" y="8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97" name="Freeform 199"/>
          <p:cNvSpPr>
            <a:spLocks/>
          </p:cNvSpPr>
          <p:nvPr/>
        </p:nvSpPr>
        <p:spPr bwMode="auto">
          <a:xfrm>
            <a:off x="996894" y="3661318"/>
            <a:ext cx="138311" cy="75639"/>
          </a:xfrm>
          <a:custGeom>
            <a:avLst/>
            <a:gdLst>
              <a:gd name="T0" fmla="*/ 96 w 97"/>
              <a:gd name="T1" fmla="*/ 2 h 54"/>
              <a:gd name="T2" fmla="*/ 97 w 97"/>
              <a:gd name="T3" fmla="*/ 6 h 54"/>
              <a:gd name="T4" fmla="*/ 96 w 97"/>
              <a:gd name="T5" fmla="*/ 10 h 54"/>
              <a:gd name="T6" fmla="*/ 53 w 97"/>
              <a:gd name="T7" fmla="*/ 53 h 54"/>
              <a:gd name="T8" fmla="*/ 49 w 97"/>
              <a:gd name="T9" fmla="*/ 54 h 54"/>
              <a:gd name="T10" fmla="*/ 45 w 97"/>
              <a:gd name="T11" fmla="*/ 53 h 54"/>
              <a:gd name="T12" fmla="*/ 2 w 97"/>
              <a:gd name="T13" fmla="*/ 10 h 54"/>
              <a:gd name="T14" fmla="*/ 0 w 97"/>
              <a:gd name="T15" fmla="*/ 6 h 54"/>
              <a:gd name="T16" fmla="*/ 2 w 97"/>
              <a:gd name="T17" fmla="*/ 2 h 54"/>
              <a:gd name="T18" fmla="*/ 7 w 97"/>
              <a:gd name="T19" fmla="*/ 0 h 54"/>
              <a:gd name="T20" fmla="*/ 91 w 97"/>
              <a:gd name="T21" fmla="*/ 0 h 54"/>
              <a:gd name="T22" fmla="*/ 96 w 97"/>
              <a:gd name="T23" fmla="*/ 2 h 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97" h="54">
                <a:moveTo>
                  <a:pt x="96" y="2"/>
                </a:moveTo>
                <a:cubicBezTo>
                  <a:pt x="97" y="3"/>
                  <a:pt x="97" y="4"/>
                  <a:pt x="97" y="6"/>
                </a:cubicBezTo>
                <a:cubicBezTo>
                  <a:pt x="97" y="8"/>
                  <a:pt x="97" y="9"/>
                  <a:pt x="96" y="10"/>
                </a:cubicBezTo>
                <a:cubicBezTo>
                  <a:pt x="53" y="53"/>
                  <a:pt x="53" y="53"/>
                  <a:pt x="53" y="53"/>
                </a:cubicBezTo>
                <a:cubicBezTo>
                  <a:pt x="52" y="54"/>
                  <a:pt x="51" y="54"/>
                  <a:pt x="49" y="54"/>
                </a:cubicBezTo>
                <a:cubicBezTo>
                  <a:pt x="47" y="54"/>
                  <a:pt x="46" y="54"/>
                  <a:pt x="45" y="53"/>
                </a:cubicBezTo>
                <a:cubicBezTo>
                  <a:pt x="2" y="10"/>
                  <a:pt x="2" y="10"/>
                  <a:pt x="2" y="10"/>
                </a:cubicBezTo>
                <a:cubicBezTo>
                  <a:pt x="1" y="9"/>
                  <a:pt x="0" y="8"/>
                  <a:pt x="0" y="6"/>
                </a:cubicBezTo>
                <a:cubicBezTo>
                  <a:pt x="0" y="4"/>
                  <a:pt x="1" y="3"/>
                  <a:pt x="2" y="2"/>
                </a:cubicBezTo>
                <a:cubicBezTo>
                  <a:pt x="3" y="1"/>
                  <a:pt x="5" y="0"/>
                  <a:pt x="7" y="0"/>
                </a:cubicBezTo>
                <a:cubicBezTo>
                  <a:pt x="91" y="0"/>
                  <a:pt x="91" y="0"/>
                  <a:pt x="91" y="0"/>
                </a:cubicBezTo>
                <a:cubicBezTo>
                  <a:pt x="93" y="0"/>
                  <a:pt x="94" y="1"/>
                  <a:pt x="96" y="2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98" name="Freeform 200"/>
          <p:cNvSpPr>
            <a:spLocks/>
          </p:cNvSpPr>
          <p:nvPr/>
        </p:nvSpPr>
        <p:spPr bwMode="auto">
          <a:xfrm>
            <a:off x="1200038" y="3546779"/>
            <a:ext cx="138311" cy="79960"/>
          </a:xfrm>
          <a:custGeom>
            <a:avLst/>
            <a:gdLst>
              <a:gd name="T0" fmla="*/ 97 w 97"/>
              <a:gd name="T1" fmla="*/ 49 h 55"/>
              <a:gd name="T2" fmla="*/ 95 w 97"/>
              <a:gd name="T3" fmla="*/ 53 h 55"/>
              <a:gd name="T4" fmla="*/ 91 w 97"/>
              <a:gd name="T5" fmla="*/ 55 h 55"/>
              <a:gd name="T6" fmla="*/ 6 w 97"/>
              <a:gd name="T7" fmla="*/ 55 h 55"/>
              <a:gd name="T8" fmla="*/ 2 w 97"/>
              <a:gd name="T9" fmla="*/ 53 h 55"/>
              <a:gd name="T10" fmla="*/ 0 w 97"/>
              <a:gd name="T11" fmla="*/ 49 h 55"/>
              <a:gd name="T12" fmla="*/ 2 w 97"/>
              <a:gd name="T13" fmla="*/ 45 h 55"/>
              <a:gd name="T14" fmla="*/ 44 w 97"/>
              <a:gd name="T15" fmla="*/ 2 h 55"/>
              <a:gd name="T16" fmla="*/ 48 w 97"/>
              <a:gd name="T17" fmla="*/ 0 h 55"/>
              <a:gd name="T18" fmla="*/ 53 w 97"/>
              <a:gd name="T19" fmla="*/ 2 h 55"/>
              <a:gd name="T20" fmla="*/ 95 w 97"/>
              <a:gd name="T21" fmla="*/ 45 h 55"/>
              <a:gd name="T22" fmla="*/ 97 w 97"/>
              <a:gd name="T23" fmla="*/ 49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97" h="55">
                <a:moveTo>
                  <a:pt x="97" y="49"/>
                </a:moveTo>
                <a:cubicBezTo>
                  <a:pt x="97" y="50"/>
                  <a:pt x="96" y="52"/>
                  <a:pt x="95" y="53"/>
                </a:cubicBezTo>
                <a:cubicBezTo>
                  <a:pt x="94" y="54"/>
                  <a:pt x="92" y="55"/>
                  <a:pt x="91" y="55"/>
                </a:cubicBezTo>
                <a:cubicBezTo>
                  <a:pt x="6" y="55"/>
                  <a:pt x="6" y="55"/>
                  <a:pt x="6" y="55"/>
                </a:cubicBezTo>
                <a:cubicBezTo>
                  <a:pt x="4" y="55"/>
                  <a:pt x="3" y="54"/>
                  <a:pt x="2" y="53"/>
                </a:cubicBezTo>
                <a:cubicBezTo>
                  <a:pt x="1" y="52"/>
                  <a:pt x="0" y="50"/>
                  <a:pt x="0" y="49"/>
                </a:cubicBezTo>
                <a:cubicBezTo>
                  <a:pt x="0" y="47"/>
                  <a:pt x="1" y="46"/>
                  <a:pt x="2" y="45"/>
                </a:cubicBezTo>
                <a:cubicBezTo>
                  <a:pt x="44" y="2"/>
                  <a:pt x="44" y="2"/>
                  <a:pt x="44" y="2"/>
                </a:cubicBezTo>
                <a:cubicBezTo>
                  <a:pt x="45" y="1"/>
                  <a:pt x="47" y="0"/>
                  <a:pt x="48" y="0"/>
                </a:cubicBezTo>
                <a:cubicBezTo>
                  <a:pt x="50" y="0"/>
                  <a:pt x="52" y="1"/>
                  <a:pt x="53" y="2"/>
                </a:cubicBezTo>
                <a:cubicBezTo>
                  <a:pt x="95" y="45"/>
                  <a:pt x="95" y="45"/>
                  <a:pt x="95" y="45"/>
                </a:cubicBezTo>
                <a:cubicBezTo>
                  <a:pt x="96" y="46"/>
                  <a:pt x="97" y="47"/>
                  <a:pt x="97" y="4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99" name="Freeform 201"/>
          <p:cNvSpPr>
            <a:spLocks noEditPoints="1"/>
          </p:cNvSpPr>
          <p:nvPr/>
        </p:nvSpPr>
        <p:spPr bwMode="auto">
          <a:xfrm>
            <a:off x="1403179" y="3555425"/>
            <a:ext cx="242043" cy="192337"/>
          </a:xfrm>
          <a:custGeom>
            <a:avLst/>
            <a:gdLst>
              <a:gd name="T0" fmla="*/ 169 w 169"/>
              <a:gd name="T1" fmla="*/ 16 h 134"/>
              <a:gd name="T2" fmla="*/ 164 w 169"/>
              <a:gd name="T3" fmla="*/ 30 h 134"/>
              <a:gd name="T4" fmla="*/ 153 w 169"/>
              <a:gd name="T5" fmla="*/ 41 h 134"/>
              <a:gd name="T6" fmla="*/ 109 w 169"/>
              <a:gd name="T7" fmla="*/ 72 h 134"/>
              <a:gd name="T8" fmla="*/ 105 w 169"/>
              <a:gd name="T9" fmla="*/ 75 h 134"/>
              <a:gd name="T10" fmla="*/ 99 w 169"/>
              <a:gd name="T11" fmla="*/ 79 h 134"/>
              <a:gd name="T12" fmla="*/ 95 w 169"/>
              <a:gd name="T13" fmla="*/ 82 h 134"/>
              <a:gd name="T14" fmla="*/ 89 w 169"/>
              <a:gd name="T15" fmla="*/ 84 h 134"/>
              <a:gd name="T16" fmla="*/ 84 w 169"/>
              <a:gd name="T17" fmla="*/ 85 h 134"/>
              <a:gd name="T18" fmla="*/ 84 w 169"/>
              <a:gd name="T19" fmla="*/ 85 h 134"/>
              <a:gd name="T20" fmla="*/ 84 w 169"/>
              <a:gd name="T21" fmla="*/ 85 h 134"/>
              <a:gd name="T22" fmla="*/ 79 w 169"/>
              <a:gd name="T23" fmla="*/ 84 h 134"/>
              <a:gd name="T24" fmla="*/ 74 w 169"/>
              <a:gd name="T25" fmla="*/ 82 h 134"/>
              <a:gd name="T26" fmla="*/ 69 w 169"/>
              <a:gd name="T27" fmla="*/ 79 h 134"/>
              <a:gd name="T28" fmla="*/ 64 w 169"/>
              <a:gd name="T29" fmla="*/ 75 h 134"/>
              <a:gd name="T30" fmla="*/ 60 w 169"/>
              <a:gd name="T31" fmla="*/ 72 h 134"/>
              <a:gd name="T32" fmla="*/ 35 w 169"/>
              <a:gd name="T33" fmla="*/ 55 h 134"/>
              <a:gd name="T34" fmla="*/ 16 w 169"/>
              <a:gd name="T35" fmla="*/ 41 h 134"/>
              <a:gd name="T36" fmla="*/ 5 w 169"/>
              <a:gd name="T37" fmla="*/ 31 h 134"/>
              <a:gd name="T38" fmla="*/ 0 w 169"/>
              <a:gd name="T39" fmla="*/ 18 h 134"/>
              <a:gd name="T40" fmla="*/ 4 w 169"/>
              <a:gd name="T41" fmla="*/ 5 h 134"/>
              <a:gd name="T42" fmla="*/ 15 w 169"/>
              <a:gd name="T43" fmla="*/ 0 h 134"/>
              <a:gd name="T44" fmla="*/ 154 w 169"/>
              <a:gd name="T45" fmla="*/ 0 h 134"/>
              <a:gd name="T46" fmla="*/ 165 w 169"/>
              <a:gd name="T47" fmla="*/ 5 h 134"/>
              <a:gd name="T48" fmla="*/ 169 w 169"/>
              <a:gd name="T49" fmla="*/ 16 h 134"/>
              <a:gd name="T50" fmla="*/ 169 w 169"/>
              <a:gd name="T51" fmla="*/ 43 h 134"/>
              <a:gd name="T52" fmla="*/ 169 w 169"/>
              <a:gd name="T53" fmla="*/ 118 h 134"/>
              <a:gd name="T54" fmla="*/ 165 w 169"/>
              <a:gd name="T55" fmla="*/ 129 h 134"/>
              <a:gd name="T56" fmla="*/ 154 w 169"/>
              <a:gd name="T57" fmla="*/ 134 h 134"/>
              <a:gd name="T58" fmla="*/ 15 w 169"/>
              <a:gd name="T59" fmla="*/ 134 h 134"/>
              <a:gd name="T60" fmla="*/ 4 w 169"/>
              <a:gd name="T61" fmla="*/ 129 h 134"/>
              <a:gd name="T62" fmla="*/ 0 w 169"/>
              <a:gd name="T63" fmla="*/ 118 h 134"/>
              <a:gd name="T64" fmla="*/ 0 w 169"/>
              <a:gd name="T65" fmla="*/ 43 h 134"/>
              <a:gd name="T66" fmla="*/ 9 w 169"/>
              <a:gd name="T67" fmla="*/ 52 h 134"/>
              <a:gd name="T68" fmla="*/ 56 w 169"/>
              <a:gd name="T69" fmla="*/ 84 h 134"/>
              <a:gd name="T70" fmla="*/ 65 w 169"/>
              <a:gd name="T71" fmla="*/ 90 h 134"/>
              <a:gd name="T72" fmla="*/ 74 w 169"/>
              <a:gd name="T73" fmla="*/ 95 h 134"/>
              <a:gd name="T74" fmla="*/ 84 w 169"/>
              <a:gd name="T75" fmla="*/ 97 h 134"/>
              <a:gd name="T76" fmla="*/ 84 w 169"/>
              <a:gd name="T77" fmla="*/ 97 h 134"/>
              <a:gd name="T78" fmla="*/ 84 w 169"/>
              <a:gd name="T79" fmla="*/ 97 h 134"/>
              <a:gd name="T80" fmla="*/ 95 w 169"/>
              <a:gd name="T81" fmla="*/ 95 h 134"/>
              <a:gd name="T82" fmla="*/ 104 w 169"/>
              <a:gd name="T83" fmla="*/ 90 h 134"/>
              <a:gd name="T84" fmla="*/ 112 w 169"/>
              <a:gd name="T85" fmla="*/ 84 h 134"/>
              <a:gd name="T86" fmla="*/ 160 w 169"/>
              <a:gd name="T87" fmla="*/ 52 h 134"/>
              <a:gd name="T88" fmla="*/ 169 w 169"/>
              <a:gd name="T89" fmla="*/ 43 h 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69" h="134">
                <a:moveTo>
                  <a:pt x="169" y="16"/>
                </a:moveTo>
                <a:cubicBezTo>
                  <a:pt x="169" y="21"/>
                  <a:pt x="167" y="25"/>
                  <a:pt x="164" y="30"/>
                </a:cubicBezTo>
                <a:cubicBezTo>
                  <a:pt x="161" y="34"/>
                  <a:pt x="157" y="38"/>
                  <a:pt x="153" y="41"/>
                </a:cubicBezTo>
                <a:cubicBezTo>
                  <a:pt x="129" y="58"/>
                  <a:pt x="114" y="68"/>
                  <a:pt x="109" y="72"/>
                </a:cubicBezTo>
                <a:cubicBezTo>
                  <a:pt x="108" y="73"/>
                  <a:pt x="107" y="74"/>
                  <a:pt x="105" y="75"/>
                </a:cubicBezTo>
                <a:cubicBezTo>
                  <a:pt x="103" y="77"/>
                  <a:pt x="101" y="78"/>
                  <a:pt x="99" y="79"/>
                </a:cubicBezTo>
                <a:cubicBezTo>
                  <a:pt x="98" y="80"/>
                  <a:pt x="96" y="81"/>
                  <a:pt x="95" y="82"/>
                </a:cubicBezTo>
                <a:cubicBezTo>
                  <a:pt x="93" y="83"/>
                  <a:pt x="91" y="84"/>
                  <a:pt x="89" y="84"/>
                </a:cubicBezTo>
                <a:cubicBezTo>
                  <a:pt x="87" y="85"/>
                  <a:pt x="86" y="85"/>
                  <a:pt x="84" y="85"/>
                </a:cubicBezTo>
                <a:cubicBezTo>
                  <a:pt x="84" y="85"/>
                  <a:pt x="84" y="85"/>
                  <a:pt x="84" y="85"/>
                </a:cubicBezTo>
                <a:cubicBezTo>
                  <a:pt x="84" y="85"/>
                  <a:pt x="84" y="85"/>
                  <a:pt x="84" y="85"/>
                </a:cubicBezTo>
                <a:cubicBezTo>
                  <a:pt x="83" y="85"/>
                  <a:pt x="81" y="85"/>
                  <a:pt x="79" y="84"/>
                </a:cubicBezTo>
                <a:cubicBezTo>
                  <a:pt x="78" y="84"/>
                  <a:pt x="76" y="83"/>
                  <a:pt x="74" y="82"/>
                </a:cubicBezTo>
                <a:cubicBezTo>
                  <a:pt x="72" y="81"/>
                  <a:pt x="70" y="80"/>
                  <a:pt x="69" y="79"/>
                </a:cubicBezTo>
                <a:cubicBezTo>
                  <a:pt x="68" y="78"/>
                  <a:pt x="66" y="77"/>
                  <a:pt x="64" y="75"/>
                </a:cubicBezTo>
                <a:cubicBezTo>
                  <a:pt x="62" y="74"/>
                  <a:pt x="61" y="73"/>
                  <a:pt x="60" y="72"/>
                </a:cubicBezTo>
                <a:cubicBezTo>
                  <a:pt x="54" y="68"/>
                  <a:pt x="46" y="62"/>
                  <a:pt x="35" y="55"/>
                </a:cubicBezTo>
                <a:cubicBezTo>
                  <a:pt x="24" y="47"/>
                  <a:pt x="18" y="43"/>
                  <a:pt x="16" y="41"/>
                </a:cubicBezTo>
                <a:cubicBezTo>
                  <a:pt x="12" y="39"/>
                  <a:pt x="8" y="35"/>
                  <a:pt x="5" y="31"/>
                </a:cubicBezTo>
                <a:cubicBezTo>
                  <a:pt x="1" y="26"/>
                  <a:pt x="0" y="22"/>
                  <a:pt x="0" y="18"/>
                </a:cubicBezTo>
                <a:cubicBezTo>
                  <a:pt x="0" y="13"/>
                  <a:pt x="1" y="9"/>
                  <a:pt x="4" y="5"/>
                </a:cubicBezTo>
                <a:cubicBezTo>
                  <a:pt x="6" y="2"/>
                  <a:pt x="10" y="0"/>
                  <a:pt x="15" y="0"/>
                </a:cubicBezTo>
                <a:cubicBezTo>
                  <a:pt x="154" y="0"/>
                  <a:pt x="154" y="0"/>
                  <a:pt x="154" y="0"/>
                </a:cubicBezTo>
                <a:cubicBezTo>
                  <a:pt x="158" y="0"/>
                  <a:pt x="162" y="2"/>
                  <a:pt x="165" y="5"/>
                </a:cubicBezTo>
                <a:cubicBezTo>
                  <a:pt x="168" y="8"/>
                  <a:pt x="169" y="11"/>
                  <a:pt x="169" y="16"/>
                </a:cubicBezTo>
                <a:close/>
                <a:moveTo>
                  <a:pt x="169" y="43"/>
                </a:moveTo>
                <a:cubicBezTo>
                  <a:pt x="169" y="118"/>
                  <a:pt x="169" y="118"/>
                  <a:pt x="169" y="118"/>
                </a:cubicBezTo>
                <a:cubicBezTo>
                  <a:pt x="169" y="123"/>
                  <a:pt x="168" y="126"/>
                  <a:pt x="165" y="129"/>
                </a:cubicBezTo>
                <a:cubicBezTo>
                  <a:pt x="162" y="132"/>
                  <a:pt x="158" y="134"/>
                  <a:pt x="154" y="134"/>
                </a:cubicBezTo>
                <a:cubicBezTo>
                  <a:pt x="15" y="134"/>
                  <a:pt x="15" y="134"/>
                  <a:pt x="15" y="134"/>
                </a:cubicBezTo>
                <a:cubicBezTo>
                  <a:pt x="11" y="134"/>
                  <a:pt x="7" y="132"/>
                  <a:pt x="4" y="129"/>
                </a:cubicBezTo>
                <a:cubicBezTo>
                  <a:pt x="1" y="126"/>
                  <a:pt x="0" y="123"/>
                  <a:pt x="0" y="118"/>
                </a:cubicBezTo>
                <a:cubicBezTo>
                  <a:pt x="0" y="43"/>
                  <a:pt x="0" y="43"/>
                  <a:pt x="0" y="43"/>
                </a:cubicBezTo>
                <a:cubicBezTo>
                  <a:pt x="2" y="46"/>
                  <a:pt x="6" y="49"/>
                  <a:pt x="9" y="52"/>
                </a:cubicBezTo>
                <a:cubicBezTo>
                  <a:pt x="32" y="67"/>
                  <a:pt x="48" y="78"/>
                  <a:pt x="56" y="84"/>
                </a:cubicBezTo>
                <a:cubicBezTo>
                  <a:pt x="60" y="87"/>
                  <a:pt x="63" y="89"/>
                  <a:pt x="65" y="90"/>
                </a:cubicBezTo>
                <a:cubicBezTo>
                  <a:pt x="67" y="92"/>
                  <a:pt x="70" y="93"/>
                  <a:pt x="74" y="95"/>
                </a:cubicBezTo>
                <a:cubicBezTo>
                  <a:pt x="78" y="96"/>
                  <a:pt x="81" y="97"/>
                  <a:pt x="84" y="97"/>
                </a:cubicBezTo>
                <a:cubicBezTo>
                  <a:pt x="84" y="97"/>
                  <a:pt x="84" y="97"/>
                  <a:pt x="84" y="97"/>
                </a:cubicBezTo>
                <a:cubicBezTo>
                  <a:pt x="84" y="97"/>
                  <a:pt x="84" y="97"/>
                  <a:pt x="84" y="97"/>
                </a:cubicBezTo>
                <a:cubicBezTo>
                  <a:pt x="88" y="97"/>
                  <a:pt x="91" y="96"/>
                  <a:pt x="95" y="95"/>
                </a:cubicBezTo>
                <a:cubicBezTo>
                  <a:pt x="99" y="93"/>
                  <a:pt x="102" y="92"/>
                  <a:pt x="104" y="90"/>
                </a:cubicBezTo>
                <a:cubicBezTo>
                  <a:pt x="106" y="89"/>
                  <a:pt x="109" y="87"/>
                  <a:pt x="112" y="84"/>
                </a:cubicBezTo>
                <a:cubicBezTo>
                  <a:pt x="123" y="76"/>
                  <a:pt x="139" y="66"/>
                  <a:pt x="160" y="52"/>
                </a:cubicBezTo>
                <a:cubicBezTo>
                  <a:pt x="163" y="49"/>
                  <a:pt x="166" y="46"/>
                  <a:pt x="169" y="4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00" name="Freeform 202"/>
          <p:cNvSpPr>
            <a:spLocks noEditPoints="1"/>
          </p:cNvSpPr>
          <p:nvPr/>
        </p:nvSpPr>
        <p:spPr bwMode="auto">
          <a:xfrm>
            <a:off x="1710056" y="3542458"/>
            <a:ext cx="207464" cy="198820"/>
          </a:xfrm>
          <a:custGeom>
            <a:avLst/>
            <a:gdLst>
              <a:gd name="T0" fmla="*/ 35 w 145"/>
              <a:gd name="T1" fmla="*/ 16 h 139"/>
              <a:gd name="T2" fmla="*/ 30 w 145"/>
              <a:gd name="T3" fmla="*/ 28 h 139"/>
              <a:gd name="T4" fmla="*/ 17 w 145"/>
              <a:gd name="T5" fmla="*/ 33 h 139"/>
              <a:gd name="T6" fmla="*/ 17 w 145"/>
              <a:gd name="T7" fmla="*/ 33 h 139"/>
              <a:gd name="T8" fmla="*/ 4 w 145"/>
              <a:gd name="T9" fmla="*/ 28 h 139"/>
              <a:gd name="T10" fmla="*/ 0 w 145"/>
              <a:gd name="T11" fmla="*/ 16 h 139"/>
              <a:gd name="T12" fmla="*/ 5 w 145"/>
              <a:gd name="T13" fmla="*/ 5 h 139"/>
              <a:gd name="T14" fmla="*/ 17 w 145"/>
              <a:gd name="T15" fmla="*/ 0 h 139"/>
              <a:gd name="T16" fmla="*/ 30 w 145"/>
              <a:gd name="T17" fmla="*/ 5 h 139"/>
              <a:gd name="T18" fmla="*/ 35 w 145"/>
              <a:gd name="T19" fmla="*/ 16 h 139"/>
              <a:gd name="T20" fmla="*/ 33 w 145"/>
              <a:gd name="T21" fmla="*/ 45 h 139"/>
              <a:gd name="T22" fmla="*/ 33 w 145"/>
              <a:gd name="T23" fmla="*/ 139 h 139"/>
              <a:gd name="T24" fmla="*/ 2 w 145"/>
              <a:gd name="T25" fmla="*/ 139 h 139"/>
              <a:gd name="T26" fmla="*/ 2 w 145"/>
              <a:gd name="T27" fmla="*/ 45 h 139"/>
              <a:gd name="T28" fmla="*/ 33 w 145"/>
              <a:gd name="T29" fmla="*/ 45 h 139"/>
              <a:gd name="T30" fmla="*/ 145 w 145"/>
              <a:gd name="T31" fmla="*/ 85 h 139"/>
              <a:gd name="T32" fmla="*/ 145 w 145"/>
              <a:gd name="T33" fmla="*/ 139 h 139"/>
              <a:gd name="T34" fmla="*/ 114 w 145"/>
              <a:gd name="T35" fmla="*/ 139 h 139"/>
              <a:gd name="T36" fmla="*/ 114 w 145"/>
              <a:gd name="T37" fmla="*/ 89 h 139"/>
              <a:gd name="T38" fmla="*/ 110 w 145"/>
              <a:gd name="T39" fmla="*/ 73 h 139"/>
              <a:gd name="T40" fmla="*/ 98 w 145"/>
              <a:gd name="T41" fmla="*/ 68 h 139"/>
              <a:gd name="T42" fmla="*/ 88 w 145"/>
              <a:gd name="T43" fmla="*/ 71 h 139"/>
              <a:gd name="T44" fmla="*/ 82 w 145"/>
              <a:gd name="T45" fmla="*/ 79 h 139"/>
              <a:gd name="T46" fmla="*/ 81 w 145"/>
              <a:gd name="T47" fmla="*/ 87 h 139"/>
              <a:gd name="T48" fmla="*/ 81 w 145"/>
              <a:gd name="T49" fmla="*/ 139 h 139"/>
              <a:gd name="T50" fmla="*/ 50 w 145"/>
              <a:gd name="T51" fmla="*/ 139 h 139"/>
              <a:gd name="T52" fmla="*/ 50 w 145"/>
              <a:gd name="T53" fmla="*/ 78 h 139"/>
              <a:gd name="T54" fmla="*/ 50 w 145"/>
              <a:gd name="T55" fmla="*/ 50 h 139"/>
              <a:gd name="T56" fmla="*/ 50 w 145"/>
              <a:gd name="T57" fmla="*/ 45 h 139"/>
              <a:gd name="T58" fmla="*/ 81 w 145"/>
              <a:gd name="T59" fmla="*/ 45 h 139"/>
              <a:gd name="T60" fmla="*/ 81 w 145"/>
              <a:gd name="T61" fmla="*/ 59 h 139"/>
              <a:gd name="T62" fmla="*/ 81 w 145"/>
              <a:gd name="T63" fmla="*/ 59 h 139"/>
              <a:gd name="T64" fmla="*/ 85 w 145"/>
              <a:gd name="T65" fmla="*/ 54 h 139"/>
              <a:gd name="T66" fmla="*/ 90 w 145"/>
              <a:gd name="T67" fmla="*/ 49 h 139"/>
              <a:gd name="T68" fmla="*/ 98 w 145"/>
              <a:gd name="T69" fmla="*/ 45 h 139"/>
              <a:gd name="T70" fmla="*/ 109 w 145"/>
              <a:gd name="T71" fmla="*/ 43 h 139"/>
              <a:gd name="T72" fmla="*/ 135 w 145"/>
              <a:gd name="T73" fmla="*/ 54 h 139"/>
              <a:gd name="T74" fmla="*/ 145 w 145"/>
              <a:gd name="T75" fmla="*/ 85 h 1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45" h="139">
                <a:moveTo>
                  <a:pt x="35" y="16"/>
                </a:moveTo>
                <a:cubicBezTo>
                  <a:pt x="35" y="21"/>
                  <a:pt x="33" y="25"/>
                  <a:pt x="30" y="28"/>
                </a:cubicBezTo>
                <a:cubicBezTo>
                  <a:pt x="27" y="31"/>
                  <a:pt x="22" y="33"/>
                  <a:pt x="17" y="33"/>
                </a:cubicBezTo>
                <a:cubicBezTo>
                  <a:pt x="17" y="33"/>
                  <a:pt x="17" y="33"/>
                  <a:pt x="17" y="33"/>
                </a:cubicBezTo>
                <a:cubicBezTo>
                  <a:pt x="12" y="33"/>
                  <a:pt x="8" y="31"/>
                  <a:pt x="4" y="28"/>
                </a:cubicBezTo>
                <a:cubicBezTo>
                  <a:pt x="1" y="25"/>
                  <a:pt x="0" y="21"/>
                  <a:pt x="0" y="16"/>
                </a:cubicBezTo>
                <a:cubicBezTo>
                  <a:pt x="0" y="12"/>
                  <a:pt x="1" y="8"/>
                  <a:pt x="5" y="5"/>
                </a:cubicBezTo>
                <a:cubicBezTo>
                  <a:pt x="8" y="2"/>
                  <a:pt x="12" y="0"/>
                  <a:pt x="17" y="0"/>
                </a:cubicBezTo>
                <a:cubicBezTo>
                  <a:pt x="23" y="0"/>
                  <a:pt x="27" y="2"/>
                  <a:pt x="30" y="5"/>
                </a:cubicBezTo>
                <a:cubicBezTo>
                  <a:pt x="33" y="8"/>
                  <a:pt x="35" y="12"/>
                  <a:pt x="35" y="16"/>
                </a:cubicBezTo>
                <a:close/>
                <a:moveTo>
                  <a:pt x="33" y="45"/>
                </a:moveTo>
                <a:cubicBezTo>
                  <a:pt x="33" y="139"/>
                  <a:pt x="33" y="139"/>
                  <a:pt x="33" y="139"/>
                </a:cubicBezTo>
                <a:cubicBezTo>
                  <a:pt x="2" y="139"/>
                  <a:pt x="2" y="139"/>
                  <a:pt x="2" y="139"/>
                </a:cubicBezTo>
                <a:cubicBezTo>
                  <a:pt x="2" y="45"/>
                  <a:pt x="2" y="45"/>
                  <a:pt x="2" y="45"/>
                </a:cubicBezTo>
                <a:lnTo>
                  <a:pt x="33" y="45"/>
                </a:lnTo>
                <a:close/>
                <a:moveTo>
                  <a:pt x="145" y="85"/>
                </a:moveTo>
                <a:cubicBezTo>
                  <a:pt x="145" y="139"/>
                  <a:pt x="145" y="139"/>
                  <a:pt x="145" y="139"/>
                </a:cubicBezTo>
                <a:cubicBezTo>
                  <a:pt x="114" y="139"/>
                  <a:pt x="114" y="139"/>
                  <a:pt x="114" y="139"/>
                </a:cubicBezTo>
                <a:cubicBezTo>
                  <a:pt x="114" y="89"/>
                  <a:pt x="114" y="89"/>
                  <a:pt x="114" y="89"/>
                </a:cubicBezTo>
                <a:cubicBezTo>
                  <a:pt x="114" y="82"/>
                  <a:pt x="113" y="77"/>
                  <a:pt x="110" y="73"/>
                </a:cubicBezTo>
                <a:cubicBezTo>
                  <a:pt x="107" y="70"/>
                  <a:pt x="104" y="68"/>
                  <a:pt x="98" y="68"/>
                </a:cubicBezTo>
                <a:cubicBezTo>
                  <a:pt x="94" y="68"/>
                  <a:pt x="91" y="69"/>
                  <a:pt x="88" y="71"/>
                </a:cubicBezTo>
                <a:cubicBezTo>
                  <a:pt x="85" y="73"/>
                  <a:pt x="83" y="76"/>
                  <a:pt x="82" y="79"/>
                </a:cubicBezTo>
                <a:cubicBezTo>
                  <a:pt x="81" y="81"/>
                  <a:pt x="81" y="84"/>
                  <a:pt x="81" y="87"/>
                </a:cubicBezTo>
                <a:cubicBezTo>
                  <a:pt x="81" y="139"/>
                  <a:pt x="81" y="139"/>
                  <a:pt x="81" y="139"/>
                </a:cubicBezTo>
                <a:cubicBezTo>
                  <a:pt x="50" y="139"/>
                  <a:pt x="50" y="139"/>
                  <a:pt x="50" y="139"/>
                </a:cubicBezTo>
                <a:cubicBezTo>
                  <a:pt x="50" y="114"/>
                  <a:pt x="50" y="93"/>
                  <a:pt x="50" y="78"/>
                </a:cubicBezTo>
                <a:cubicBezTo>
                  <a:pt x="50" y="62"/>
                  <a:pt x="50" y="53"/>
                  <a:pt x="50" y="50"/>
                </a:cubicBezTo>
                <a:cubicBezTo>
                  <a:pt x="50" y="45"/>
                  <a:pt x="50" y="45"/>
                  <a:pt x="50" y="45"/>
                </a:cubicBezTo>
                <a:cubicBezTo>
                  <a:pt x="81" y="45"/>
                  <a:pt x="81" y="45"/>
                  <a:pt x="81" y="45"/>
                </a:cubicBezTo>
                <a:cubicBezTo>
                  <a:pt x="81" y="59"/>
                  <a:pt x="81" y="59"/>
                  <a:pt x="81" y="59"/>
                </a:cubicBezTo>
                <a:cubicBezTo>
                  <a:pt x="81" y="59"/>
                  <a:pt x="81" y="59"/>
                  <a:pt x="81" y="59"/>
                </a:cubicBezTo>
                <a:cubicBezTo>
                  <a:pt x="82" y="57"/>
                  <a:pt x="83" y="55"/>
                  <a:pt x="85" y="54"/>
                </a:cubicBezTo>
                <a:cubicBezTo>
                  <a:pt x="86" y="52"/>
                  <a:pt x="88" y="50"/>
                  <a:pt x="90" y="49"/>
                </a:cubicBezTo>
                <a:cubicBezTo>
                  <a:pt x="92" y="47"/>
                  <a:pt x="95" y="46"/>
                  <a:pt x="98" y="45"/>
                </a:cubicBezTo>
                <a:cubicBezTo>
                  <a:pt x="102" y="44"/>
                  <a:pt x="105" y="43"/>
                  <a:pt x="109" y="43"/>
                </a:cubicBezTo>
                <a:cubicBezTo>
                  <a:pt x="120" y="43"/>
                  <a:pt x="129" y="47"/>
                  <a:pt x="135" y="54"/>
                </a:cubicBezTo>
                <a:cubicBezTo>
                  <a:pt x="142" y="61"/>
                  <a:pt x="145" y="72"/>
                  <a:pt x="145" y="85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01" name="Freeform 203"/>
          <p:cNvSpPr>
            <a:spLocks/>
          </p:cNvSpPr>
          <p:nvPr/>
        </p:nvSpPr>
        <p:spPr bwMode="auto">
          <a:xfrm>
            <a:off x="1917520" y="3538133"/>
            <a:ext cx="207464" cy="209627"/>
          </a:xfrm>
          <a:custGeom>
            <a:avLst/>
            <a:gdLst>
              <a:gd name="T0" fmla="*/ 139 w 145"/>
              <a:gd name="T1" fmla="*/ 45 h 146"/>
              <a:gd name="T2" fmla="*/ 145 w 145"/>
              <a:gd name="T3" fmla="*/ 73 h 146"/>
              <a:gd name="T4" fmla="*/ 139 w 145"/>
              <a:gd name="T5" fmla="*/ 101 h 146"/>
              <a:gd name="T6" fmla="*/ 124 w 145"/>
              <a:gd name="T7" fmla="*/ 124 h 146"/>
              <a:gd name="T8" fmla="*/ 101 w 145"/>
              <a:gd name="T9" fmla="*/ 140 h 146"/>
              <a:gd name="T10" fmla="*/ 73 w 145"/>
              <a:gd name="T11" fmla="*/ 146 h 146"/>
              <a:gd name="T12" fmla="*/ 42 w 145"/>
              <a:gd name="T13" fmla="*/ 139 h 146"/>
              <a:gd name="T14" fmla="*/ 17 w 145"/>
              <a:gd name="T15" fmla="*/ 119 h 146"/>
              <a:gd name="T16" fmla="*/ 16 w 145"/>
              <a:gd name="T17" fmla="*/ 117 h 146"/>
              <a:gd name="T18" fmla="*/ 17 w 145"/>
              <a:gd name="T19" fmla="*/ 115 h 146"/>
              <a:gd name="T20" fmla="*/ 30 w 145"/>
              <a:gd name="T21" fmla="*/ 102 h 146"/>
              <a:gd name="T22" fmla="*/ 32 w 145"/>
              <a:gd name="T23" fmla="*/ 101 h 146"/>
              <a:gd name="T24" fmla="*/ 34 w 145"/>
              <a:gd name="T25" fmla="*/ 103 h 146"/>
              <a:gd name="T26" fmla="*/ 51 w 145"/>
              <a:gd name="T27" fmla="*/ 116 h 146"/>
              <a:gd name="T28" fmla="*/ 73 w 145"/>
              <a:gd name="T29" fmla="*/ 121 h 146"/>
              <a:gd name="T30" fmla="*/ 91 w 145"/>
              <a:gd name="T31" fmla="*/ 118 h 146"/>
              <a:gd name="T32" fmla="*/ 107 w 145"/>
              <a:gd name="T33" fmla="*/ 107 h 146"/>
              <a:gd name="T34" fmla="*/ 117 w 145"/>
              <a:gd name="T35" fmla="*/ 92 h 146"/>
              <a:gd name="T36" fmla="*/ 121 w 145"/>
              <a:gd name="T37" fmla="*/ 73 h 146"/>
              <a:gd name="T38" fmla="*/ 117 w 145"/>
              <a:gd name="T39" fmla="*/ 54 h 146"/>
              <a:gd name="T40" fmla="*/ 107 w 145"/>
              <a:gd name="T41" fmla="*/ 39 h 146"/>
              <a:gd name="T42" fmla="*/ 91 w 145"/>
              <a:gd name="T43" fmla="*/ 28 h 146"/>
              <a:gd name="T44" fmla="*/ 73 w 145"/>
              <a:gd name="T45" fmla="*/ 25 h 146"/>
              <a:gd name="T46" fmla="*/ 55 w 145"/>
              <a:gd name="T47" fmla="*/ 28 h 146"/>
              <a:gd name="T48" fmla="*/ 40 w 145"/>
              <a:gd name="T49" fmla="*/ 37 h 146"/>
              <a:gd name="T50" fmla="*/ 53 w 145"/>
              <a:gd name="T51" fmla="*/ 51 h 146"/>
              <a:gd name="T52" fmla="*/ 54 w 145"/>
              <a:gd name="T53" fmla="*/ 57 h 146"/>
              <a:gd name="T54" fmla="*/ 48 w 145"/>
              <a:gd name="T55" fmla="*/ 61 h 146"/>
              <a:gd name="T56" fmla="*/ 6 w 145"/>
              <a:gd name="T57" fmla="*/ 61 h 146"/>
              <a:gd name="T58" fmla="*/ 2 w 145"/>
              <a:gd name="T59" fmla="*/ 59 h 146"/>
              <a:gd name="T60" fmla="*/ 0 w 145"/>
              <a:gd name="T61" fmla="*/ 55 h 146"/>
              <a:gd name="T62" fmla="*/ 0 w 145"/>
              <a:gd name="T63" fmla="*/ 12 h 146"/>
              <a:gd name="T64" fmla="*/ 4 w 145"/>
              <a:gd name="T65" fmla="*/ 7 h 146"/>
              <a:gd name="T66" fmla="*/ 10 w 145"/>
              <a:gd name="T67" fmla="*/ 8 h 146"/>
              <a:gd name="T68" fmla="*/ 23 w 145"/>
              <a:gd name="T69" fmla="*/ 20 h 146"/>
              <a:gd name="T70" fmla="*/ 46 w 145"/>
              <a:gd name="T71" fmla="*/ 6 h 146"/>
              <a:gd name="T72" fmla="*/ 73 w 145"/>
              <a:gd name="T73" fmla="*/ 0 h 146"/>
              <a:gd name="T74" fmla="*/ 101 w 145"/>
              <a:gd name="T75" fmla="*/ 6 h 146"/>
              <a:gd name="T76" fmla="*/ 124 w 145"/>
              <a:gd name="T77" fmla="*/ 22 h 146"/>
              <a:gd name="T78" fmla="*/ 139 w 145"/>
              <a:gd name="T79" fmla="*/ 45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45" h="146">
                <a:moveTo>
                  <a:pt x="139" y="45"/>
                </a:moveTo>
                <a:cubicBezTo>
                  <a:pt x="143" y="54"/>
                  <a:pt x="145" y="63"/>
                  <a:pt x="145" y="73"/>
                </a:cubicBezTo>
                <a:cubicBezTo>
                  <a:pt x="145" y="83"/>
                  <a:pt x="143" y="92"/>
                  <a:pt x="139" y="101"/>
                </a:cubicBezTo>
                <a:cubicBezTo>
                  <a:pt x="136" y="110"/>
                  <a:pt x="130" y="118"/>
                  <a:pt x="124" y="124"/>
                </a:cubicBezTo>
                <a:cubicBezTo>
                  <a:pt x="117" y="131"/>
                  <a:pt x="110" y="136"/>
                  <a:pt x="101" y="140"/>
                </a:cubicBezTo>
                <a:cubicBezTo>
                  <a:pt x="92" y="144"/>
                  <a:pt x="82" y="146"/>
                  <a:pt x="73" y="146"/>
                </a:cubicBezTo>
                <a:cubicBezTo>
                  <a:pt x="62" y="146"/>
                  <a:pt x="51" y="143"/>
                  <a:pt x="42" y="139"/>
                </a:cubicBezTo>
                <a:cubicBezTo>
                  <a:pt x="32" y="134"/>
                  <a:pt x="24" y="128"/>
                  <a:pt x="17" y="119"/>
                </a:cubicBezTo>
                <a:cubicBezTo>
                  <a:pt x="16" y="119"/>
                  <a:pt x="16" y="118"/>
                  <a:pt x="16" y="117"/>
                </a:cubicBezTo>
                <a:cubicBezTo>
                  <a:pt x="16" y="116"/>
                  <a:pt x="16" y="116"/>
                  <a:pt x="17" y="115"/>
                </a:cubicBezTo>
                <a:cubicBezTo>
                  <a:pt x="30" y="102"/>
                  <a:pt x="30" y="102"/>
                  <a:pt x="30" y="102"/>
                </a:cubicBezTo>
                <a:cubicBezTo>
                  <a:pt x="30" y="102"/>
                  <a:pt x="31" y="101"/>
                  <a:pt x="32" y="101"/>
                </a:cubicBezTo>
                <a:cubicBezTo>
                  <a:pt x="33" y="102"/>
                  <a:pt x="34" y="102"/>
                  <a:pt x="34" y="103"/>
                </a:cubicBezTo>
                <a:cubicBezTo>
                  <a:pt x="39" y="109"/>
                  <a:pt x="45" y="113"/>
                  <a:pt x="51" y="116"/>
                </a:cubicBezTo>
                <a:cubicBezTo>
                  <a:pt x="58" y="120"/>
                  <a:pt x="65" y="121"/>
                  <a:pt x="73" y="121"/>
                </a:cubicBezTo>
                <a:cubicBezTo>
                  <a:pt x="79" y="121"/>
                  <a:pt x="85" y="120"/>
                  <a:pt x="91" y="118"/>
                </a:cubicBezTo>
                <a:cubicBezTo>
                  <a:pt x="97" y="115"/>
                  <a:pt x="102" y="112"/>
                  <a:pt x="107" y="107"/>
                </a:cubicBezTo>
                <a:cubicBezTo>
                  <a:pt x="111" y="103"/>
                  <a:pt x="115" y="98"/>
                  <a:pt x="117" y="92"/>
                </a:cubicBezTo>
                <a:cubicBezTo>
                  <a:pt x="120" y="86"/>
                  <a:pt x="121" y="79"/>
                  <a:pt x="121" y="73"/>
                </a:cubicBezTo>
                <a:cubicBezTo>
                  <a:pt x="121" y="66"/>
                  <a:pt x="120" y="60"/>
                  <a:pt x="117" y="54"/>
                </a:cubicBezTo>
                <a:cubicBezTo>
                  <a:pt x="115" y="48"/>
                  <a:pt x="111" y="43"/>
                  <a:pt x="107" y="39"/>
                </a:cubicBezTo>
                <a:cubicBezTo>
                  <a:pt x="102" y="34"/>
                  <a:pt x="97" y="31"/>
                  <a:pt x="91" y="28"/>
                </a:cubicBezTo>
                <a:cubicBezTo>
                  <a:pt x="85" y="26"/>
                  <a:pt x="79" y="25"/>
                  <a:pt x="73" y="25"/>
                </a:cubicBezTo>
                <a:cubicBezTo>
                  <a:pt x="66" y="25"/>
                  <a:pt x="60" y="26"/>
                  <a:pt x="55" y="28"/>
                </a:cubicBezTo>
                <a:cubicBezTo>
                  <a:pt x="49" y="30"/>
                  <a:pt x="44" y="33"/>
                  <a:pt x="40" y="37"/>
                </a:cubicBezTo>
                <a:cubicBezTo>
                  <a:pt x="53" y="51"/>
                  <a:pt x="53" y="51"/>
                  <a:pt x="53" y="51"/>
                </a:cubicBezTo>
                <a:cubicBezTo>
                  <a:pt x="55" y="52"/>
                  <a:pt x="55" y="55"/>
                  <a:pt x="54" y="57"/>
                </a:cubicBezTo>
                <a:cubicBezTo>
                  <a:pt x="53" y="60"/>
                  <a:pt x="51" y="61"/>
                  <a:pt x="48" y="61"/>
                </a:cubicBezTo>
                <a:cubicBezTo>
                  <a:pt x="6" y="61"/>
                  <a:pt x="6" y="61"/>
                  <a:pt x="6" y="61"/>
                </a:cubicBezTo>
                <a:cubicBezTo>
                  <a:pt x="4" y="61"/>
                  <a:pt x="3" y="60"/>
                  <a:pt x="2" y="59"/>
                </a:cubicBezTo>
                <a:cubicBezTo>
                  <a:pt x="1" y="58"/>
                  <a:pt x="0" y="56"/>
                  <a:pt x="0" y="55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10"/>
                  <a:pt x="1" y="8"/>
                  <a:pt x="4" y="7"/>
                </a:cubicBezTo>
                <a:cubicBezTo>
                  <a:pt x="6" y="6"/>
                  <a:pt x="8" y="6"/>
                  <a:pt x="10" y="8"/>
                </a:cubicBezTo>
                <a:cubicBezTo>
                  <a:pt x="23" y="20"/>
                  <a:pt x="23" y="20"/>
                  <a:pt x="23" y="20"/>
                </a:cubicBezTo>
                <a:cubicBezTo>
                  <a:pt x="29" y="14"/>
                  <a:pt x="37" y="9"/>
                  <a:pt x="46" y="6"/>
                </a:cubicBezTo>
                <a:cubicBezTo>
                  <a:pt x="54" y="2"/>
                  <a:pt x="63" y="0"/>
                  <a:pt x="73" y="0"/>
                </a:cubicBezTo>
                <a:cubicBezTo>
                  <a:pt x="82" y="0"/>
                  <a:pt x="92" y="2"/>
                  <a:pt x="101" y="6"/>
                </a:cubicBezTo>
                <a:cubicBezTo>
                  <a:pt x="110" y="10"/>
                  <a:pt x="117" y="15"/>
                  <a:pt x="124" y="22"/>
                </a:cubicBezTo>
                <a:cubicBezTo>
                  <a:pt x="130" y="28"/>
                  <a:pt x="136" y="36"/>
                  <a:pt x="139" y="45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02" name="Freeform 204"/>
          <p:cNvSpPr>
            <a:spLocks/>
          </p:cNvSpPr>
          <p:nvPr/>
        </p:nvSpPr>
        <p:spPr bwMode="auto">
          <a:xfrm>
            <a:off x="2196303" y="3527330"/>
            <a:ext cx="233399" cy="235559"/>
          </a:xfrm>
          <a:custGeom>
            <a:avLst/>
            <a:gdLst>
              <a:gd name="T0" fmla="*/ 160 w 163"/>
              <a:gd name="T1" fmla="*/ 150 h 164"/>
              <a:gd name="T2" fmla="*/ 141 w 163"/>
              <a:gd name="T3" fmla="*/ 164 h 164"/>
              <a:gd name="T4" fmla="*/ 98 w 163"/>
              <a:gd name="T5" fmla="*/ 126 h 164"/>
              <a:gd name="T6" fmla="*/ 99 w 163"/>
              <a:gd name="T7" fmla="*/ 108 h 164"/>
              <a:gd name="T8" fmla="*/ 63 w 163"/>
              <a:gd name="T9" fmla="*/ 96 h 164"/>
              <a:gd name="T10" fmla="*/ 56 w 163"/>
              <a:gd name="T11" fmla="*/ 96 h 164"/>
              <a:gd name="T12" fmla="*/ 59 w 163"/>
              <a:gd name="T13" fmla="*/ 98 h 164"/>
              <a:gd name="T14" fmla="*/ 61 w 163"/>
              <a:gd name="T15" fmla="*/ 101 h 164"/>
              <a:gd name="T16" fmla="*/ 62 w 163"/>
              <a:gd name="T17" fmla="*/ 103 h 164"/>
              <a:gd name="T18" fmla="*/ 59 w 163"/>
              <a:gd name="T19" fmla="*/ 112 h 164"/>
              <a:gd name="T20" fmla="*/ 56 w 163"/>
              <a:gd name="T21" fmla="*/ 115 h 164"/>
              <a:gd name="T22" fmla="*/ 52 w 163"/>
              <a:gd name="T23" fmla="*/ 118 h 164"/>
              <a:gd name="T24" fmla="*/ 47 w 163"/>
              <a:gd name="T25" fmla="*/ 120 h 164"/>
              <a:gd name="T26" fmla="*/ 2 w 163"/>
              <a:gd name="T27" fmla="*/ 78 h 164"/>
              <a:gd name="T28" fmla="*/ 0 w 163"/>
              <a:gd name="T29" fmla="*/ 69 h 164"/>
              <a:gd name="T30" fmla="*/ 2 w 163"/>
              <a:gd name="T31" fmla="*/ 65 h 164"/>
              <a:gd name="T32" fmla="*/ 6 w 163"/>
              <a:gd name="T33" fmla="*/ 62 h 164"/>
              <a:gd name="T34" fmla="*/ 14 w 163"/>
              <a:gd name="T35" fmla="*/ 57 h 164"/>
              <a:gd name="T36" fmla="*/ 17 w 163"/>
              <a:gd name="T37" fmla="*/ 58 h 164"/>
              <a:gd name="T38" fmla="*/ 20 w 163"/>
              <a:gd name="T39" fmla="*/ 60 h 164"/>
              <a:gd name="T40" fmla="*/ 22 w 163"/>
              <a:gd name="T41" fmla="*/ 62 h 164"/>
              <a:gd name="T42" fmla="*/ 22 w 163"/>
              <a:gd name="T43" fmla="*/ 60 h 164"/>
              <a:gd name="T44" fmla="*/ 56 w 163"/>
              <a:gd name="T45" fmla="*/ 24 h 164"/>
              <a:gd name="T46" fmla="*/ 63 w 163"/>
              <a:gd name="T47" fmla="*/ 24 h 164"/>
              <a:gd name="T48" fmla="*/ 60 w 163"/>
              <a:gd name="T49" fmla="*/ 21 h 164"/>
              <a:gd name="T50" fmla="*/ 58 w 163"/>
              <a:gd name="T51" fmla="*/ 19 h 164"/>
              <a:gd name="T52" fmla="*/ 57 w 163"/>
              <a:gd name="T53" fmla="*/ 16 h 164"/>
              <a:gd name="T54" fmla="*/ 60 w 163"/>
              <a:gd name="T55" fmla="*/ 8 h 164"/>
              <a:gd name="T56" fmla="*/ 63 w 163"/>
              <a:gd name="T57" fmla="*/ 4 h 164"/>
              <a:gd name="T58" fmla="*/ 67 w 163"/>
              <a:gd name="T59" fmla="*/ 1 h 164"/>
              <a:gd name="T60" fmla="*/ 72 w 163"/>
              <a:gd name="T61" fmla="*/ 0 h 164"/>
              <a:gd name="T62" fmla="*/ 117 w 163"/>
              <a:gd name="T63" fmla="*/ 41 h 164"/>
              <a:gd name="T64" fmla="*/ 119 w 163"/>
              <a:gd name="T65" fmla="*/ 50 h 164"/>
              <a:gd name="T66" fmla="*/ 116 w 163"/>
              <a:gd name="T67" fmla="*/ 54 h 164"/>
              <a:gd name="T68" fmla="*/ 113 w 163"/>
              <a:gd name="T69" fmla="*/ 58 h 164"/>
              <a:gd name="T70" fmla="*/ 105 w 163"/>
              <a:gd name="T71" fmla="*/ 62 h 164"/>
              <a:gd name="T72" fmla="*/ 102 w 163"/>
              <a:gd name="T73" fmla="*/ 61 h 164"/>
              <a:gd name="T74" fmla="*/ 99 w 163"/>
              <a:gd name="T75" fmla="*/ 60 h 164"/>
              <a:gd name="T76" fmla="*/ 97 w 163"/>
              <a:gd name="T77" fmla="*/ 58 h 164"/>
              <a:gd name="T78" fmla="*/ 97 w 163"/>
              <a:gd name="T79" fmla="*/ 60 h 164"/>
              <a:gd name="T80" fmla="*/ 84 w 163"/>
              <a:gd name="T81" fmla="*/ 75 h 164"/>
              <a:gd name="T82" fmla="*/ 117 w 163"/>
              <a:gd name="T83" fmla="*/ 95 h 164"/>
              <a:gd name="T84" fmla="*/ 160 w 163"/>
              <a:gd name="T85" fmla="*/ 133 h 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63" h="164">
                <a:moveTo>
                  <a:pt x="163" y="141"/>
                </a:moveTo>
                <a:cubicBezTo>
                  <a:pt x="163" y="145"/>
                  <a:pt x="162" y="148"/>
                  <a:pt x="160" y="150"/>
                </a:cubicBezTo>
                <a:cubicBezTo>
                  <a:pt x="150" y="160"/>
                  <a:pt x="150" y="160"/>
                  <a:pt x="150" y="160"/>
                </a:cubicBezTo>
                <a:cubicBezTo>
                  <a:pt x="147" y="162"/>
                  <a:pt x="144" y="164"/>
                  <a:pt x="141" y="164"/>
                </a:cubicBezTo>
                <a:cubicBezTo>
                  <a:pt x="138" y="164"/>
                  <a:pt x="135" y="162"/>
                  <a:pt x="133" y="160"/>
                </a:cubicBezTo>
                <a:cubicBezTo>
                  <a:pt x="98" y="126"/>
                  <a:pt x="98" y="126"/>
                  <a:pt x="98" y="126"/>
                </a:cubicBezTo>
                <a:cubicBezTo>
                  <a:pt x="96" y="123"/>
                  <a:pt x="95" y="121"/>
                  <a:pt x="95" y="117"/>
                </a:cubicBezTo>
                <a:cubicBezTo>
                  <a:pt x="95" y="114"/>
                  <a:pt x="96" y="111"/>
                  <a:pt x="99" y="108"/>
                </a:cubicBezTo>
                <a:cubicBezTo>
                  <a:pt x="75" y="84"/>
                  <a:pt x="75" y="84"/>
                  <a:pt x="75" y="84"/>
                </a:cubicBezTo>
                <a:cubicBezTo>
                  <a:pt x="63" y="96"/>
                  <a:pt x="63" y="96"/>
                  <a:pt x="63" y="96"/>
                </a:cubicBezTo>
                <a:cubicBezTo>
                  <a:pt x="62" y="97"/>
                  <a:pt x="61" y="97"/>
                  <a:pt x="59" y="97"/>
                </a:cubicBezTo>
                <a:cubicBezTo>
                  <a:pt x="58" y="97"/>
                  <a:pt x="57" y="97"/>
                  <a:pt x="56" y="96"/>
                </a:cubicBezTo>
                <a:cubicBezTo>
                  <a:pt x="56" y="96"/>
                  <a:pt x="57" y="96"/>
                  <a:pt x="57" y="97"/>
                </a:cubicBezTo>
                <a:cubicBezTo>
                  <a:pt x="58" y="98"/>
                  <a:pt x="58" y="98"/>
                  <a:pt x="59" y="98"/>
                </a:cubicBezTo>
                <a:cubicBezTo>
                  <a:pt x="59" y="98"/>
                  <a:pt x="59" y="99"/>
                  <a:pt x="60" y="99"/>
                </a:cubicBezTo>
                <a:cubicBezTo>
                  <a:pt x="60" y="100"/>
                  <a:pt x="60" y="100"/>
                  <a:pt x="61" y="101"/>
                </a:cubicBezTo>
                <a:cubicBezTo>
                  <a:pt x="61" y="101"/>
                  <a:pt x="61" y="101"/>
                  <a:pt x="61" y="102"/>
                </a:cubicBezTo>
                <a:cubicBezTo>
                  <a:pt x="61" y="102"/>
                  <a:pt x="62" y="103"/>
                  <a:pt x="62" y="103"/>
                </a:cubicBezTo>
                <a:cubicBezTo>
                  <a:pt x="62" y="104"/>
                  <a:pt x="62" y="105"/>
                  <a:pt x="62" y="105"/>
                </a:cubicBezTo>
                <a:cubicBezTo>
                  <a:pt x="62" y="108"/>
                  <a:pt x="61" y="110"/>
                  <a:pt x="59" y="112"/>
                </a:cubicBezTo>
                <a:cubicBezTo>
                  <a:pt x="59" y="112"/>
                  <a:pt x="58" y="112"/>
                  <a:pt x="58" y="113"/>
                </a:cubicBezTo>
                <a:cubicBezTo>
                  <a:pt x="57" y="114"/>
                  <a:pt x="56" y="115"/>
                  <a:pt x="56" y="115"/>
                </a:cubicBezTo>
                <a:cubicBezTo>
                  <a:pt x="55" y="116"/>
                  <a:pt x="55" y="116"/>
                  <a:pt x="54" y="117"/>
                </a:cubicBezTo>
                <a:cubicBezTo>
                  <a:pt x="53" y="117"/>
                  <a:pt x="52" y="118"/>
                  <a:pt x="52" y="118"/>
                </a:cubicBezTo>
                <a:cubicBezTo>
                  <a:pt x="51" y="119"/>
                  <a:pt x="51" y="119"/>
                  <a:pt x="50" y="119"/>
                </a:cubicBezTo>
                <a:cubicBezTo>
                  <a:pt x="49" y="119"/>
                  <a:pt x="48" y="120"/>
                  <a:pt x="47" y="120"/>
                </a:cubicBezTo>
                <a:cubicBezTo>
                  <a:pt x="45" y="120"/>
                  <a:pt x="43" y="119"/>
                  <a:pt x="41" y="117"/>
                </a:cubicBezTo>
                <a:cubicBezTo>
                  <a:pt x="2" y="78"/>
                  <a:pt x="2" y="78"/>
                  <a:pt x="2" y="78"/>
                </a:cubicBezTo>
                <a:cubicBezTo>
                  <a:pt x="1" y="77"/>
                  <a:pt x="0" y="74"/>
                  <a:pt x="0" y="72"/>
                </a:cubicBezTo>
                <a:cubicBezTo>
                  <a:pt x="0" y="71"/>
                  <a:pt x="0" y="70"/>
                  <a:pt x="0" y="69"/>
                </a:cubicBezTo>
                <a:cubicBezTo>
                  <a:pt x="0" y="69"/>
                  <a:pt x="1" y="68"/>
                  <a:pt x="1" y="67"/>
                </a:cubicBezTo>
                <a:cubicBezTo>
                  <a:pt x="1" y="67"/>
                  <a:pt x="2" y="66"/>
                  <a:pt x="2" y="65"/>
                </a:cubicBezTo>
                <a:cubicBezTo>
                  <a:pt x="3" y="64"/>
                  <a:pt x="4" y="64"/>
                  <a:pt x="4" y="63"/>
                </a:cubicBezTo>
                <a:cubicBezTo>
                  <a:pt x="4" y="63"/>
                  <a:pt x="5" y="63"/>
                  <a:pt x="6" y="62"/>
                </a:cubicBezTo>
                <a:cubicBezTo>
                  <a:pt x="7" y="61"/>
                  <a:pt x="7" y="60"/>
                  <a:pt x="8" y="60"/>
                </a:cubicBezTo>
                <a:cubicBezTo>
                  <a:pt x="10" y="58"/>
                  <a:pt x="12" y="57"/>
                  <a:pt x="14" y="57"/>
                </a:cubicBezTo>
                <a:cubicBezTo>
                  <a:pt x="15" y="57"/>
                  <a:pt x="15" y="58"/>
                  <a:pt x="16" y="58"/>
                </a:cubicBezTo>
                <a:cubicBezTo>
                  <a:pt x="16" y="58"/>
                  <a:pt x="17" y="58"/>
                  <a:pt x="17" y="58"/>
                </a:cubicBezTo>
                <a:cubicBezTo>
                  <a:pt x="18" y="58"/>
                  <a:pt x="18" y="59"/>
                  <a:pt x="19" y="59"/>
                </a:cubicBezTo>
                <a:cubicBezTo>
                  <a:pt x="19" y="59"/>
                  <a:pt x="19" y="59"/>
                  <a:pt x="20" y="60"/>
                </a:cubicBezTo>
                <a:cubicBezTo>
                  <a:pt x="20" y="60"/>
                  <a:pt x="21" y="60"/>
                  <a:pt x="21" y="61"/>
                </a:cubicBezTo>
                <a:cubicBezTo>
                  <a:pt x="21" y="61"/>
                  <a:pt x="22" y="61"/>
                  <a:pt x="22" y="62"/>
                </a:cubicBezTo>
                <a:cubicBezTo>
                  <a:pt x="23" y="62"/>
                  <a:pt x="23" y="63"/>
                  <a:pt x="23" y="63"/>
                </a:cubicBezTo>
                <a:cubicBezTo>
                  <a:pt x="22" y="62"/>
                  <a:pt x="22" y="61"/>
                  <a:pt x="22" y="60"/>
                </a:cubicBezTo>
                <a:cubicBezTo>
                  <a:pt x="22" y="58"/>
                  <a:pt x="22" y="57"/>
                  <a:pt x="23" y="57"/>
                </a:cubicBezTo>
                <a:cubicBezTo>
                  <a:pt x="56" y="24"/>
                  <a:pt x="56" y="24"/>
                  <a:pt x="56" y="24"/>
                </a:cubicBezTo>
                <a:cubicBezTo>
                  <a:pt x="57" y="23"/>
                  <a:pt x="58" y="22"/>
                  <a:pt x="59" y="22"/>
                </a:cubicBezTo>
                <a:cubicBezTo>
                  <a:pt x="61" y="22"/>
                  <a:pt x="62" y="23"/>
                  <a:pt x="63" y="24"/>
                </a:cubicBezTo>
                <a:cubicBezTo>
                  <a:pt x="63" y="24"/>
                  <a:pt x="62" y="23"/>
                  <a:pt x="62" y="23"/>
                </a:cubicBezTo>
                <a:cubicBezTo>
                  <a:pt x="61" y="22"/>
                  <a:pt x="60" y="21"/>
                  <a:pt x="60" y="21"/>
                </a:cubicBezTo>
                <a:cubicBezTo>
                  <a:pt x="60" y="21"/>
                  <a:pt x="60" y="21"/>
                  <a:pt x="59" y="20"/>
                </a:cubicBezTo>
                <a:cubicBezTo>
                  <a:pt x="59" y="20"/>
                  <a:pt x="59" y="19"/>
                  <a:pt x="58" y="19"/>
                </a:cubicBezTo>
                <a:cubicBezTo>
                  <a:pt x="58" y="19"/>
                  <a:pt x="58" y="18"/>
                  <a:pt x="58" y="18"/>
                </a:cubicBezTo>
                <a:cubicBezTo>
                  <a:pt x="58" y="17"/>
                  <a:pt x="57" y="17"/>
                  <a:pt x="57" y="16"/>
                </a:cubicBezTo>
                <a:cubicBezTo>
                  <a:pt x="57" y="16"/>
                  <a:pt x="57" y="15"/>
                  <a:pt x="57" y="14"/>
                </a:cubicBezTo>
                <a:cubicBezTo>
                  <a:pt x="57" y="12"/>
                  <a:pt x="58" y="10"/>
                  <a:pt x="60" y="8"/>
                </a:cubicBezTo>
                <a:cubicBezTo>
                  <a:pt x="60" y="8"/>
                  <a:pt x="61" y="7"/>
                  <a:pt x="61" y="6"/>
                </a:cubicBezTo>
                <a:cubicBezTo>
                  <a:pt x="62" y="5"/>
                  <a:pt x="63" y="5"/>
                  <a:pt x="63" y="4"/>
                </a:cubicBezTo>
                <a:cubicBezTo>
                  <a:pt x="64" y="4"/>
                  <a:pt x="64" y="3"/>
                  <a:pt x="65" y="3"/>
                </a:cubicBezTo>
                <a:cubicBezTo>
                  <a:pt x="66" y="2"/>
                  <a:pt x="66" y="2"/>
                  <a:pt x="67" y="1"/>
                </a:cubicBezTo>
                <a:cubicBezTo>
                  <a:pt x="68" y="1"/>
                  <a:pt x="68" y="1"/>
                  <a:pt x="69" y="0"/>
                </a:cubicBezTo>
                <a:cubicBezTo>
                  <a:pt x="70" y="0"/>
                  <a:pt x="71" y="0"/>
                  <a:pt x="72" y="0"/>
                </a:cubicBezTo>
                <a:cubicBezTo>
                  <a:pt x="74" y="0"/>
                  <a:pt x="76" y="1"/>
                  <a:pt x="78" y="3"/>
                </a:cubicBezTo>
                <a:cubicBezTo>
                  <a:pt x="117" y="41"/>
                  <a:pt x="117" y="41"/>
                  <a:pt x="117" y="41"/>
                </a:cubicBezTo>
                <a:cubicBezTo>
                  <a:pt x="118" y="43"/>
                  <a:pt x="119" y="45"/>
                  <a:pt x="119" y="48"/>
                </a:cubicBezTo>
                <a:cubicBezTo>
                  <a:pt x="119" y="48"/>
                  <a:pt x="119" y="49"/>
                  <a:pt x="119" y="50"/>
                </a:cubicBezTo>
                <a:cubicBezTo>
                  <a:pt x="119" y="51"/>
                  <a:pt x="118" y="52"/>
                  <a:pt x="118" y="52"/>
                </a:cubicBezTo>
                <a:cubicBezTo>
                  <a:pt x="118" y="53"/>
                  <a:pt x="117" y="53"/>
                  <a:pt x="116" y="54"/>
                </a:cubicBezTo>
                <a:cubicBezTo>
                  <a:pt x="116" y="55"/>
                  <a:pt x="115" y="56"/>
                  <a:pt x="115" y="56"/>
                </a:cubicBezTo>
                <a:cubicBezTo>
                  <a:pt x="115" y="56"/>
                  <a:pt x="114" y="57"/>
                  <a:pt x="113" y="58"/>
                </a:cubicBezTo>
                <a:cubicBezTo>
                  <a:pt x="112" y="59"/>
                  <a:pt x="111" y="59"/>
                  <a:pt x="111" y="59"/>
                </a:cubicBezTo>
                <a:cubicBezTo>
                  <a:pt x="109" y="61"/>
                  <a:pt x="107" y="62"/>
                  <a:pt x="105" y="62"/>
                </a:cubicBezTo>
                <a:cubicBezTo>
                  <a:pt x="104" y="62"/>
                  <a:pt x="104" y="62"/>
                  <a:pt x="103" y="62"/>
                </a:cubicBezTo>
                <a:cubicBezTo>
                  <a:pt x="103" y="62"/>
                  <a:pt x="102" y="62"/>
                  <a:pt x="102" y="61"/>
                </a:cubicBezTo>
                <a:cubicBezTo>
                  <a:pt x="101" y="61"/>
                  <a:pt x="101" y="61"/>
                  <a:pt x="100" y="61"/>
                </a:cubicBezTo>
                <a:cubicBezTo>
                  <a:pt x="100" y="61"/>
                  <a:pt x="100" y="60"/>
                  <a:pt x="99" y="60"/>
                </a:cubicBezTo>
                <a:cubicBezTo>
                  <a:pt x="99" y="59"/>
                  <a:pt x="98" y="59"/>
                  <a:pt x="98" y="59"/>
                </a:cubicBezTo>
                <a:cubicBezTo>
                  <a:pt x="98" y="59"/>
                  <a:pt x="97" y="58"/>
                  <a:pt x="97" y="58"/>
                </a:cubicBezTo>
                <a:cubicBezTo>
                  <a:pt x="96" y="57"/>
                  <a:pt x="96" y="57"/>
                  <a:pt x="96" y="57"/>
                </a:cubicBezTo>
                <a:cubicBezTo>
                  <a:pt x="96" y="57"/>
                  <a:pt x="97" y="58"/>
                  <a:pt x="97" y="60"/>
                </a:cubicBezTo>
                <a:cubicBezTo>
                  <a:pt x="97" y="61"/>
                  <a:pt x="96" y="62"/>
                  <a:pt x="96" y="63"/>
                </a:cubicBezTo>
                <a:cubicBezTo>
                  <a:pt x="84" y="75"/>
                  <a:pt x="84" y="75"/>
                  <a:pt x="84" y="75"/>
                </a:cubicBezTo>
                <a:cubicBezTo>
                  <a:pt x="108" y="99"/>
                  <a:pt x="108" y="99"/>
                  <a:pt x="108" y="99"/>
                </a:cubicBezTo>
                <a:cubicBezTo>
                  <a:pt x="111" y="96"/>
                  <a:pt x="114" y="95"/>
                  <a:pt x="117" y="95"/>
                </a:cubicBezTo>
                <a:cubicBezTo>
                  <a:pt x="120" y="95"/>
                  <a:pt x="123" y="96"/>
                  <a:pt x="126" y="99"/>
                </a:cubicBezTo>
                <a:cubicBezTo>
                  <a:pt x="160" y="133"/>
                  <a:pt x="160" y="133"/>
                  <a:pt x="160" y="133"/>
                </a:cubicBezTo>
                <a:cubicBezTo>
                  <a:pt x="162" y="135"/>
                  <a:pt x="163" y="138"/>
                  <a:pt x="163" y="14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03" name="Freeform 206"/>
          <p:cNvSpPr>
            <a:spLocks noEditPoints="1"/>
          </p:cNvSpPr>
          <p:nvPr/>
        </p:nvSpPr>
        <p:spPr bwMode="auto">
          <a:xfrm>
            <a:off x="2496695" y="3555425"/>
            <a:ext cx="244204" cy="192339"/>
          </a:xfrm>
          <a:custGeom>
            <a:avLst/>
            <a:gdLst>
              <a:gd name="T0" fmla="*/ 156 w 170"/>
              <a:gd name="T1" fmla="*/ 131 h 134"/>
              <a:gd name="T2" fmla="*/ 19 w 170"/>
              <a:gd name="T3" fmla="*/ 134 h 134"/>
              <a:gd name="T4" fmla="*/ 0 w 170"/>
              <a:gd name="T5" fmla="*/ 85 h 134"/>
              <a:gd name="T6" fmla="*/ 25 w 170"/>
              <a:gd name="T7" fmla="*/ 25 h 134"/>
              <a:gd name="T8" fmla="*/ 85 w 170"/>
              <a:gd name="T9" fmla="*/ 0 h 134"/>
              <a:gd name="T10" fmla="*/ 145 w 170"/>
              <a:gd name="T11" fmla="*/ 25 h 134"/>
              <a:gd name="T12" fmla="*/ 170 w 170"/>
              <a:gd name="T13" fmla="*/ 85 h 134"/>
              <a:gd name="T14" fmla="*/ 36 w 170"/>
              <a:gd name="T15" fmla="*/ 85 h 134"/>
              <a:gd name="T16" fmla="*/ 24 w 170"/>
              <a:gd name="T17" fmla="*/ 73 h 134"/>
              <a:gd name="T18" fmla="*/ 12 w 170"/>
              <a:gd name="T19" fmla="*/ 85 h 134"/>
              <a:gd name="T20" fmla="*/ 24 w 170"/>
              <a:gd name="T21" fmla="*/ 97 h 134"/>
              <a:gd name="T22" fmla="*/ 51 w 170"/>
              <a:gd name="T23" fmla="*/ 51 h 134"/>
              <a:gd name="T24" fmla="*/ 51 w 170"/>
              <a:gd name="T25" fmla="*/ 34 h 134"/>
              <a:gd name="T26" fmla="*/ 34 w 170"/>
              <a:gd name="T27" fmla="*/ 34 h 134"/>
              <a:gd name="T28" fmla="*/ 34 w 170"/>
              <a:gd name="T29" fmla="*/ 51 h 134"/>
              <a:gd name="T30" fmla="*/ 51 w 170"/>
              <a:gd name="T31" fmla="*/ 51 h 134"/>
              <a:gd name="T32" fmla="*/ 105 w 170"/>
              <a:gd name="T33" fmla="*/ 52 h 134"/>
              <a:gd name="T34" fmla="*/ 100 w 170"/>
              <a:gd name="T35" fmla="*/ 45 h 134"/>
              <a:gd name="T36" fmla="*/ 93 w 170"/>
              <a:gd name="T37" fmla="*/ 49 h 134"/>
              <a:gd name="T38" fmla="*/ 73 w 170"/>
              <a:gd name="T39" fmla="*/ 89 h 134"/>
              <a:gd name="T40" fmla="*/ 69 w 170"/>
              <a:gd name="T41" fmla="*/ 112 h 134"/>
              <a:gd name="T42" fmla="*/ 94 w 170"/>
              <a:gd name="T43" fmla="*/ 119 h 134"/>
              <a:gd name="T44" fmla="*/ 102 w 170"/>
              <a:gd name="T45" fmla="*/ 97 h 134"/>
              <a:gd name="T46" fmla="*/ 93 w 170"/>
              <a:gd name="T47" fmla="*/ 33 h 134"/>
              <a:gd name="T48" fmla="*/ 93 w 170"/>
              <a:gd name="T49" fmla="*/ 16 h 134"/>
              <a:gd name="T50" fmla="*/ 76 w 170"/>
              <a:gd name="T51" fmla="*/ 16 h 134"/>
              <a:gd name="T52" fmla="*/ 76 w 170"/>
              <a:gd name="T53" fmla="*/ 33 h 134"/>
              <a:gd name="T54" fmla="*/ 93 w 170"/>
              <a:gd name="T55" fmla="*/ 33 h 134"/>
              <a:gd name="T56" fmla="*/ 139 w 170"/>
              <a:gd name="T57" fmla="*/ 43 h 134"/>
              <a:gd name="T58" fmla="*/ 127 w 170"/>
              <a:gd name="T59" fmla="*/ 31 h 134"/>
              <a:gd name="T60" fmla="*/ 115 w 170"/>
              <a:gd name="T61" fmla="*/ 43 h 134"/>
              <a:gd name="T62" fmla="*/ 127 w 170"/>
              <a:gd name="T63" fmla="*/ 55 h 134"/>
              <a:gd name="T64" fmla="*/ 154 w 170"/>
              <a:gd name="T65" fmla="*/ 94 h 134"/>
              <a:gd name="T66" fmla="*/ 154 w 170"/>
              <a:gd name="T67" fmla="*/ 77 h 134"/>
              <a:gd name="T68" fmla="*/ 137 w 170"/>
              <a:gd name="T69" fmla="*/ 77 h 134"/>
              <a:gd name="T70" fmla="*/ 137 w 170"/>
              <a:gd name="T71" fmla="*/ 94 h 134"/>
              <a:gd name="T72" fmla="*/ 154 w 170"/>
              <a:gd name="T73" fmla="*/ 94 h 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70" h="134">
                <a:moveTo>
                  <a:pt x="170" y="85"/>
                </a:moveTo>
                <a:cubicBezTo>
                  <a:pt x="170" y="102"/>
                  <a:pt x="165" y="117"/>
                  <a:pt x="156" y="131"/>
                </a:cubicBezTo>
                <a:cubicBezTo>
                  <a:pt x="155" y="133"/>
                  <a:pt x="153" y="134"/>
                  <a:pt x="151" y="134"/>
                </a:cubicBezTo>
                <a:cubicBezTo>
                  <a:pt x="19" y="134"/>
                  <a:pt x="19" y="134"/>
                  <a:pt x="19" y="134"/>
                </a:cubicBezTo>
                <a:cubicBezTo>
                  <a:pt x="16" y="134"/>
                  <a:pt x="15" y="133"/>
                  <a:pt x="13" y="131"/>
                </a:cubicBezTo>
                <a:cubicBezTo>
                  <a:pt x="5" y="117"/>
                  <a:pt x="0" y="102"/>
                  <a:pt x="0" y="85"/>
                </a:cubicBezTo>
                <a:cubicBezTo>
                  <a:pt x="0" y="74"/>
                  <a:pt x="2" y="63"/>
                  <a:pt x="7" y="52"/>
                </a:cubicBezTo>
                <a:cubicBezTo>
                  <a:pt x="11" y="42"/>
                  <a:pt x="17" y="33"/>
                  <a:pt x="25" y="25"/>
                </a:cubicBezTo>
                <a:cubicBezTo>
                  <a:pt x="32" y="18"/>
                  <a:pt x="41" y="12"/>
                  <a:pt x="52" y="7"/>
                </a:cubicBezTo>
                <a:cubicBezTo>
                  <a:pt x="62" y="3"/>
                  <a:pt x="73" y="0"/>
                  <a:pt x="85" y="0"/>
                </a:cubicBezTo>
                <a:cubicBezTo>
                  <a:pt x="96" y="0"/>
                  <a:pt x="107" y="3"/>
                  <a:pt x="118" y="7"/>
                </a:cubicBezTo>
                <a:cubicBezTo>
                  <a:pt x="128" y="12"/>
                  <a:pt x="137" y="18"/>
                  <a:pt x="145" y="25"/>
                </a:cubicBezTo>
                <a:cubicBezTo>
                  <a:pt x="152" y="33"/>
                  <a:pt x="158" y="42"/>
                  <a:pt x="163" y="52"/>
                </a:cubicBezTo>
                <a:cubicBezTo>
                  <a:pt x="167" y="63"/>
                  <a:pt x="170" y="74"/>
                  <a:pt x="170" y="85"/>
                </a:cubicBezTo>
                <a:close/>
                <a:moveTo>
                  <a:pt x="33" y="94"/>
                </a:moveTo>
                <a:cubicBezTo>
                  <a:pt x="35" y="91"/>
                  <a:pt x="36" y="88"/>
                  <a:pt x="36" y="85"/>
                </a:cubicBezTo>
                <a:cubicBezTo>
                  <a:pt x="36" y="82"/>
                  <a:pt x="35" y="79"/>
                  <a:pt x="33" y="77"/>
                </a:cubicBezTo>
                <a:cubicBezTo>
                  <a:pt x="30" y="74"/>
                  <a:pt x="28" y="73"/>
                  <a:pt x="24" y="73"/>
                </a:cubicBezTo>
                <a:cubicBezTo>
                  <a:pt x="21" y="73"/>
                  <a:pt x="18" y="74"/>
                  <a:pt x="16" y="77"/>
                </a:cubicBezTo>
                <a:cubicBezTo>
                  <a:pt x="13" y="79"/>
                  <a:pt x="12" y="82"/>
                  <a:pt x="12" y="85"/>
                </a:cubicBezTo>
                <a:cubicBezTo>
                  <a:pt x="12" y="88"/>
                  <a:pt x="13" y="91"/>
                  <a:pt x="16" y="94"/>
                </a:cubicBezTo>
                <a:cubicBezTo>
                  <a:pt x="18" y="96"/>
                  <a:pt x="21" y="97"/>
                  <a:pt x="24" y="97"/>
                </a:cubicBezTo>
                <a:cubicBezTo>
                  <a:pt x="28" y="97"/>
                  <a:pt x="30" y="96"/>
                  <a:pt x="33" y="94"/>
                </a:cubicBezTo>
                <a:close/>
                <a:moveTo>
                  <a:pt x="51" y="51"/>
                </a:moveTo>
                <a:cubicBezTo>
                  <a:pt x="53" y="49"/>
                  <a:pt x="55" y="46"/>
                  <a:pt x="55" y="43"/>
                </a:cubicBezTo>
                <a:cubicBezTo>
                  <a:pt x="55" y="39"/>
                  <a:pt x="53" y="37"/>
                  <a:pt x="51" y="34"/>
                </a:cubicBezTo>
                <a:cubicBezTo>
                  <a:pt x="49" y="32"/>
                  <a:pt x="46" y="31"/>
                  <a:pt x="42" y="31"/>
                </a:cubicBezTo>
                <a:cubicBezTo>
                  <a:pt x="39" y="31"/>
                  <a:pt x="36" y="32"/>
                  <a:pt x="34" y="34"/>
                </a:cubicBezTo>
                <a:cubicBezTo>
                  <a:pt x="32" y="37"/>
                  <a:pt x="30" y="39"/>
                  <a:pt x="30" y="43"/>
                </a:cubicBezTo>
                <a:cubicBezTo>
                  <a:pt x="30" y="46"/>
                  <a:pt x="32" y="49"/>
                  <a:pt x="34" y="51"/>
                </a:cubicBezTo>
                <a:cubicBezTo>
                  <a:pt x="36" y="54"/>
                  <a:pt x="39" y="55"/>
                  <a:pt x="42" y="55"/>
                </a:cubicBezTo>
                <a:cubicBezTo>
                  <a:pt x="46" y="55"/>
                  <a:pt x="49" y="54"/>
                  <a:pt x="51" y="51"/>
                </a:cubicBezTo>
                <a:close/>
                <a:moveTo>
                  <a:pt x="95" y="88"/>
                </a:moveTo>
                <a:cubicBezTo>
                  <a:pt x="105" y="52"/>
                  <a:pt x="105" y="52"/>
                  <a:pt x="105" y="52"/>
                </a:cubicBezTo>
                <a:cubicBezTo>
                  <a:pt x="105" y="51"/>
                  <a:pt x="105" y="49"/>
                  <a:pt x="104" y="48"/>
                </a:cubicBezTo>
                <a:cubicBezTo>
                  <a:pt x="103" y="46"/>
                  <a:pt x="102" y="45"/>
                  <a:pt x="100" y="45"/>
                </a:cubicBezTo>
                <a:cubicBezTo>
                  <a:pt x="99" y="44"/>
                  <a:pt x="97" y="45"/>
                  <a:pt x="96" y="45"/>
                </a:cubicBezTo>
                <a:cubicBezTo>
                  <a:pt x="94" y="46"/>
                  <a:pt x="93" y="47"/>
                  <a:pt x="93" y="49"/>
                </a:cubicBezTo>
                <a:cubicBezTo>
                  <a:pt x="83" y="85"/>
                  <a:pt x="83" y="85"/>
                  <a:pt x="83" y="85"/>
                </a:cubicBezTo>
                <a:cubicBezTo>
                  <a:pt x="80" y="86"/>
                  <a:pt x="76" y="87"/>
                  <a:pt x="73" y="89"/>
                </a:cubicBezTo>
                <a:cubicBezTo>
                  <a:pt x="70" y="92"/>
                  <a:pt x="68" y="95"/>
                  <a:pt x="67" y="99"/>
                </a:cubicBezTo>
                <a:cubicBezTo>
                  <a:pt x="66" y="104"/>
                  <a:pt x="67" y="108"/>
                  <a:pt x="69" y="112"/>
                </a:cubicBezTo>
                <a:cubicBezTo>
                  <a:pt x="72" y="117"/>
                  <a:pt x="75" y="120"/>
                  <a:pt x="80" y="121"/>
                </a:cubicBezTo>
                <a:cubicBezTo>
                  <a:pt x="85" y="122"/>
                  <a:pt x="90" y="122"/>
                  <a:pt x="94" y="119"/>
                </a:cubicBezTo>
                <a:cubicBezTo>
                  <a:pt x="98" y="116"/>
                  <a:pt x="101" y="113"/>
                  <a:pt x="102" y="108"/>
                </a:cubicBezTo>
                <a:cubicBezTo>
                  <a:pt x="103" y="104"/>
                  <a:pt x="103" y="100"/>
                  <a:pt x="102" y="97"/>
                </a:cubicBezTo>
                <a:cubicBezTo>
                  <a:pt x="100" y="93"/>
                  <a:pt x="98" y="90"/>
                  <a:pt x="95" y="88"/>
                </a:cubicBezTo>
                <a:close/>
                <a:moveTo>
                  <a:pt x="93" y="33"/>
                </a:moveTo>
                <a:cubicBezTo>
                  <a:pt x="96" y="31"/>
                  <a:pt x="97" y="28"/>
                  <a:pt x="97" y="25"/>
                </a:cubicBezTo>
                <a:cubicBezTo>
                  <a:pt x="97" y="21"/>
                  <a:pt x="96" y="18"/>
                  <a:pt x="93" y="16"/>
                </a:cubicBezTo>
                <a:cubicBezTo>
                  <a:pt x="91" y="14"/>
                  <a:pt x="88" y="13"/>
                  <a:pt x="85" y="13"/>
                </a:cubicBezTo>
                <a:cubicBezTo>
                  <a:pt x="81" y="13"/>
                  <a:pt x="79" y="14"/>
                  <a:pt x="76" y="16"/>
                </a:cubicBezTo>
                <a:cubicBezTo>
                  <a:pt x="74" y="18"/>
                  <a:pt x="73" y="21"/>
                  <a:pt x="73" y="25"/>
                </a:cubicBezTo>
                <a:cubicBezTo>
                  <a:pt x="73" y="28"/>
                  <a:pt x="74" y="31"/>
                  <a:pt x="76" y="33"/>
                </a:cubicBezTo>
                <a:cubicBezTo>
                  <a:pt x="79" y="36"/>
                  <a:pt x="81" y="37"/>
                  <a:pt x="85" y="37"/>
                </a:cubicBezTo>
                <a:cubicBezTo>
                  <a:pt x="88" y="37"/>
                  <a:pt x="91" y="36"/>
                  <a:pt x="93" y="33"/>
                </a:cubicBezTo>
                <a:close/>
                <a:moveTo>
                  <a:pt x="136" y="51"/>
                </a:moveTo>
                <a:cubicBezTo>
                  <a:pt x="138" y="49"/>
                  <a:pt x="139" y="46"/>
                  <a:pt x="139" y="43"/>
                </a:cubicBezTo>
                <a:cubicBezTo>
                  <a:pt x="139" y="39"/>
                  <a:pt x="138" y="37"/>
                  <a:pt x="136" y="34"/>
                </a:cubicBezTo>
                <a:cubicBezTo>
                  <a:pt x="133" y="32"/>
                  <a:pt x="131" y="31"/>
                  <a:pt x="127" y="31"/>
                </a:cubicBezTo>
                <a:cubicBezTo>
                  <a:pt x="124" y="31"/>
                  <a:pt x="121" y="32"/>
                  <a:pt x="119" y="34"/>
                </a:cubicBezTo>
                <a:cubicBezTo>
                  <a:pt x="116" y="37"/>
                  <a:pt x="115" y="39"/>
                  <a:pt x="115" y="43"/>
                </a:cubicBezTo>
                <a:cubicBezTo>
                  <a:pt x="115" y="46"/>
                  <a:pt x="116" y="49"/>
                  <a:pt x="119" y="51"/>
                </a:cubicBezTo>
                <a:cubicBezTo>
                  <a:pt x="121" y="54"/>
                  <a:pt x="124" y="55"/>
                  <a:pt x="127" y="55"/>
                </a:cubicBezTo>
                <a:cubicBezTo>
                  <a:pt x="131" y="55"/>
                  <a:pt x="133" y="54"/>
                  <a:pt x="136" y="51"/>
                </a:cubicBezTo>
                <a:close/>
                <a:moveTo>
                  <a:pt x="154" y="94"/>
                </a:moveTo>
                <a:cubicBezTo>
                  <a:pt x="156" y="91"/>
                  <a:pt x="157" y="88"/>
                  <a:pt x="157" y="85"/>
                </a:cubicBezTo>
                <a:cubicBezTo>
                  <a:pt x="157" y="82"/>
                  <a:pt x="156" y="79"/>
                  <a:pt x="154" y="77"/>
                </a:cubicBezTo>
                <a:cubicBezTo>
                  <a:pt x="152" y="74"/>
                  <a:pt x="149" y="73"/>
                  <a:pt x="145" y="73"/>
                </a:cubicBezTo>
                <a:cubicBezTo>
                  <a:pt x="142" y="73"/>
                  <a:pt x="139" y="74"/>
                  <a:pt x="137" y="77"/>
                </a:cubicBezTo>
                <a:cubicBezTo>
                  <a:pt x="134" y="79"/>
                  <a:pt x="133" y="82"/>
                  <a:pt x="133" y="85"/>
                </a:cubicBezTo>
                <a:cubicBezTo>
                  <a:pt x="133" y="88"/>
                  <a:pt x="134" y="91"/>
                  <a:pt x="137" y="94"/>
                </a:cubicBezTo>
                <a:cubicBezTo>
                  <a:pt x="139" y="96"/>
                  <a:pt x="142" y="97"/>
                  <a:pt x="145" y="97"/>
                </a:cubicBezTo>
                <a:cubicBezTo>
                  <a:pt x="149" y="97"/>
                  <a:pt x="152" y="96"/>
                  <a:pt x="154" y="9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04" name="Freeform 207"/>
          <p:cNvSpPr>
            <a:spLocks noEditPoints="1"/>
          </p:cNvSpPr>
          <p:nvPr/>
        </p:nvSpPr>
        <p:spPr bwMode="auto">
          <a:xfrm>
            <a:off x="2803569" y="3555425"/>
            <a:ext cx="242043" cy="209627"/>
          </a:xfrm>
          <a:custGeom>
            <a:avLst/>
            <a:gdLst>
              <a:gd name="T0" fmla="*/ 158 w 170"/>
              <a:gd name="T1" fmla="*/ 31 h 146"/>
              <a:gd name="T2" fmla="*/ 170 w 170"/>
              <a:gd name="T3" fmla="*/ 61 h 146"/>
              <a:gd name="T4" fmla="*/ 158 w 170"/>
              <a:gd name="T5" fmla="*/ 91 h 146"/>
              <a:gd name="T6" fmla="*/ 128 w 170"/>
              <a:gd name="T7" fmla="*/ 113 h 146"/>
              <a:gd name="T8" fmla="*/ 85 w 170"/>
              <a:gd name="T9" fmla="*/ 121 h 146"/>
              <a:gd name="T10" fmla="*/ 71 w 170"/>
              <a:gd name="T11" fmla="*/ 121 h 146"/>
              <a:gd name="T12" fmla="*/ 28 w 170"/>
              <a:gd name="T13" fmla="*/ 144 h 146"/>
              <a:gd name="T14" fmla="*/ 17 w 170"/>
              <a:gd name="T15" fmla="*/ 146 h 146"/>
              <a:gd name="T16" fmla="*/ 17 w 170"/>
              <a:gd name="T17" fmla="*/ 146 h 146"/>
              <a:gd name="T18" fmla="*/ 14 w 170"/>
              <a:gd name="T19" fmla="*/ 145 h 146"/>
              <a:gd name="T20" fmla="*/ 12 w 170"/>
              <a:gd name="T21" fmla="*/ 142 h 146"/>
              <a:gd name="T22" fmla="*/ 12 w 170"/>
              <a:gd name="T23" fmla="*/ 142 h 146"/>
              <a:gd name="T24" fmla="*/ 12 w 170"/>
              <a:gd name="T25" fmla="*/ 141 h 146"/>
              <a:gd name="T26" fmla="*/ 13 w 170"/>
              <a:gd name="T27" fmla="*/ 140 h 146"/>
              <a:gd name="T28" fmla="*/ 13 w 170"/>
              <a:gd name="T29" fmla="*/ 139 h 146"/>
              <a:gd name="T30" fmla="*/ 14 w 170"/>
              <a:gd name="T31" fmla="*/ 138 h 146"/>
              <a:gd name="T32" fmla="*/ 14 w 170"/>
              <a:gd name="T33" fmla="*/ 137 h 146"/>
              <a:gd name="T34" fmla="*/ 15 w 170"/>
              <a:gd name="T35" fmla="*/ 136 h 146"/>
              <a:gd name="T36" fmla="*/ 18 w 170"/>
              <a:gd name="T37" fmla="*/ 133 h 146"/>
              <a:gd name="T38" fmla="*/ 21 w 170"/>
              <a:gd name="T39" fmla="*/ 130 h 146"/>
              <a:gd name="T40" fmla="*/ 24 w 170"/>
              <a:gd name="T41" fmla="*/ 126 h 146"/>
              <a:gd name="T42" fmla="*/ 27 w 170"/>
              <a:gd name="T43" fmla="*/ 121 h 146"/>
              <a:gd name="T44" fmla="*/ 30 w 170"/>
              <a:gd name="T45" fmla="*/ 115 h 146"/>
              <a:gd name="T46" fmla="*/ 32 w 170"/>
              <a:gd name="T47" fmla="*/ 108 h 146"/>
              <a:gd name="T48" fmla="*/ 9 w 170"/>
              <a:gd name="T49" fmla="*/ 88 h 146"/>
              <a:gd name="T50" fmla="*/ 0 w 170"/>
              <a:gd name="T51" fmla="*/ 61 h 146"/>
              <a:gd name="T52" fmla="*/ 12 w 170"/>
              <a:gd name="T53" fmla="*/ 31 h 146"/>
              <a:gd name="T54" fmla="*/ 42 w 170"/>
              <a:gd name="T55" fmla="*/ 9 h 146"/>
              <a:gd name="T56" fmla="*/ 85 w 170"/>
              <a:gd name="T57" fmla="*/ 0 h 146"/>
              <a:gd name="T58" fmla="*/ 128 w 170"/>
              <a:gd name="T59" fmla="*/ 9 h 146"/>
              <a:gd name="T60" fmla="*/ 158 w 170"/>
              <a:gd name="T61" fmla="*/ 31 h 146"/>
              <a:gd name="T62" fmla="*/ 121 w 170"/>
              <a:gd name="T63" fmla="*/ 19 h 146"/>
              <a:gd name="T64" fmla="*/ 85 w 170"/>
              <a:gd name="T65" fmla="*/ 13 h 146"/>
              <a:gd name="T66" fmla="*/ 49 w 170"/>
              <a:gd name="T67" fmla="*/ 19 h 146"/>
              <a:gd name="T68" fmla="*/ 22 w 170"/>
              <a:gd name="T69" fmla="*/ 37 h 146"/>
              <a:gd name="T70" fmla="*/ 12 w 170"/>
              <a:gd name="T71" fmla="*/ 61 h 146"/>
              <a:gd name="T72" fmla="*/ 19 w 170"/>
              <a:gd name="T73" fmla="*/ 81 h 146"/>
              <a:gd name="T74" fmla="*/ 38 w 170"/>
              <a:gd name="T75" fmla="*/ 98 h 146"/>
              <a:gd name="T76" fmla="*/ 46 w 170"/>
              <a:gd name="T77" fmla="*/ 102 h 146"/>
              <a:gd name="T78" fmla="*/ 44 w 170"/>
              <a:gd name="T79" fmla="*/ 112 h 146"/>
              <a:gd name="T80" fmla="*/ 37 w 170"/>
              <a:gd name="T81" fmla="*/ 128 h 146"/>
              <a:gd name="T82" fmla="*/ 63 w 170"/>
              <a:gd name="T83" fmla="*/ 112 h 146"/>
              <a:gd name="T84" fmla="*/ 67 w 170"/>
              <a:gd name="T85" fmla="*/ 108 h 146"/>
              <a:gd name="T86" fmla="*/ 73 w 170"/>
              <a:gd name="T87" fmla="*/ 109 h 146"/>
              <a:gd name="T88" fmla="*/ 85 w 170"/>
              <a:gd name="T89" fmla="*/ 109 h 146"/>
              <a:gd name="T90" fmla="*/ 121 w 170"/>
              <a:gd name="T91" fmla="*/ 103 h 146"/>
              <a:gd name="T92" fmla="*/ 148 w 170"/>
              <a:gd name="T93" fmla="*/ 85 h 146"/>
              <a:gd name="T94" fmla="*/ 158 w 170"/>
              <a:gd name="T95" fmla="*/ 61 h 146"/>
              <a:gd name="T96" fmla="*/ 148 w 170"/>
              <a:gd name="T97" fmla="*/ 37 h 146"/>
              <a:gd name="T98" fmla="*/ 121 w 170"/>
              <a:gd name="T99" fmla="*/ 19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70" h="146">
                <a:moveTo>
                  <a:pt x="158" y="31"/>
                </a:moveTo>
                <a:cubicBezTo>
                  <a:pt x="166" y="40"/>
                  <a:pt x="170" y="50"/>
                  <a:pt x="170" y="61"/>
                </a:cubicBezTo>
                <a:cubicBezTo>
                  <a:pt x="170" y="72"/>
                  <a:pt x="166" y="82"/>
                  <a:pt x="158" y="91"/>
                </a:cubicBezTo>
                <a:cubicBezTo>
                  <a:pt x="151" y="101"/>
                  <a:pt x="140" y="108"/>
                  <a:pt x="128" y="113"/>
                </a:cubicBezTo>
                <a:cubicBezTo>
                  <a:pt x="115" y="119"/>
                  <a:pt x="100" y="121"/>
                  <a:pt x="85" y="121"/>
                </a:cubicBezTo>
                <a:cubicBezTo>
                  <a:pt x="81" y="121"/>
                  <a:pt x="76" y="121"/>
                  <a:pt x="71" y="121"/>
                </a:cubicBezTo>
                <a:cubicBezTo>
                  <a:pt x="59" y="132"/>
                  <a:pt x="44" y="139"/>
                  <a:pt x="28" y="144"/>
                </a:cubicBezTo>
                <a:cubicBezTo>
                  <a:pt x="25" y="144"/>
                  <a:pt x="21" y="145"/>
                  <a:pt x="17" y="146"/>
                </a:cubicBezTo>
                <a:cubicBezTo>
                  <a:pt x="17" y="146"/>
                  <a:pt x="17" y="146"/>
                  <a:pt x="17" y="146"/>
                </a:cubicBezTo>
                <a:cubicBezTo>
                  <a:pt x="16" y="146"/>
                  <a:pt x="15" y="145"/>
                  <a:pt x="14" y="145"/>
                </a:cubicBezTo>
                <a:cubicBezTo>
                  <a:pt x="13" y="144"/>
                  <a:pt x="13" y="143"/>
                  <a:pt x="12" y="142"/>
                </a:cubicBezTo>
                <a:cubicBezTo>
                  <a:pt x="12" y="142"/>
                  <a:pt x="12" y="142"/>
                  <a:pt x="12" y="142"/>
                </a:cubicBezTo>
                <a:cubicBezTo>
                  <a:pt x="12" y="142"/>
                  <a:pt x="12" y="141"/>
                  <a:pt x="12" y="141"/>
                </a:cubicBezTo>
                <a:cubicBezTo>
                  <a:pt x="13" y="140"/>
                  <a:pt x="13" y="140"/>
                  <a:pt x="13" y="140"/>
                </a:cubicBezTo>
                <a:cubicBezTo>
                  <a:pt x="13" y="140"/>
                  <a:pt x="13" y="139"/>
                  <a:pt x="13" y="139"/>
                </a:cubicBezTo>
                <a:cubicBezTo>
                  <a:pt x="13" y="139"/>
                  <a:pt x="14" y="138"/>
                  <a:pt x="14" y="138"/>
                </a:cubicBezTo>
                <a:cubicBezTo>
                  <a:pt x="14" y="138"/>
                  <a:pt x="14" y="138"/>
                  <a:pt x="14" y="137"/>
                </a:cubicBezTo>
                <a:cubicBezTo>
                  <a:pt x="15" y="137"/>
                  <a:pt x="15" y="137"/>
                  <a:pt x="15" y="136"/>
                </a:cubicBezTo>
                <a:cubicBezTo>
                  <a:pt x="15" y="136"/>
                  <a:pt x="16" y="135"/>
                  <a:pt x="18" y="133"/>
                </a:cubicBezTo>
                <a:cubicBezTo>
                  <a:pt x="19" y="132"/>
                  <a:pt x="21" y="130"/>
                  <a:pt x="21" y="130"/>
                </a:cubicBezTo>
                <a:cubicBezTo>
                  <a:pt x="22" y="129"/>
                  <a:pt x="23" y="128"/>
                  <a:pt x="24" y="126"/>
                </a:cubicBezTo>
                <a:cubicBezTo>
                  <a:pt x="25" y="124"/>
                  <a:pt x="26" y="123"/>
                  <a:pt x="27" y="121"/>
                </a:cubicBezTo>
                <a:cubicBezTo>
                  <a:pt x="28" y="120"/>
                  <a:pt x="29" y="118"/>
                  <a:pt x="30" y="115"/>
                </a:cubicBezTo>
                <a:cubicBezTo>
                  <a:pt x="31" y="113"/>
                  <a:pt x="32" y="111"/>
                  <a:pt x="32" y="108"/>
                </a:cubicBezTo>
                <a:cubicBezTo>
                  <a:pt x="22" y="103"/>
                  <a:pt x="15" y="96"/>
                  <a:pt x="9" y="88"/>
                </a:cubicBezTo>
                <a:cubicBezTo>
                  <a:pt x="3" y="79"/>
                  <a:pt x="0" y="70"/>
                  <a:pt x="0" y="61"/>
                </a:cubicBezTo>
                <a:cubicBezTo>
                  <a:pt x="0" y="50"/>
                  <a:pt x="4" y="40"/>
                  <a:pt x="12" y="31"/>
                </a:cubicBezTo>
                <a:cubicBezTo>
                  <a:pt x="19" y="21"/>
                  <a:pt x="29" y="14"/>
                  <a:pt x="42" y="9"/>
                </a:cubicBezTo>
                <a:cubicBezTo>
                  <a:pt x="55" y="3"/>
                  <a:pt x="70" y="0"/>
                  <a:pt x="85" y="0"/>
                </a:cubicBezTo>
                <a:cubicBezTo>
                  <a:pt x="100" y="0"/>
                  <a:pt x="115" y="3"/>
                  <a:pt x="128" y="9"/>
                </a:cubicBezTo>
                <a:cubicBezTo>
                  <a:pt x="140" y="14"/>
                  <a:pt x="151" y="21"/>
                  <a:pt x="158" y="31"/>
                </a:cubicBezTo>
                <a:close/>
                <a:moveTo>
                  <a:pt x="121" y="19"/>
                </a:moveTo>
                <a:cubicBezTo>
                  <a:pt x="110" y="15"/>
                  <a:pt x="98" y="13"/>
                  <a:pt x="85" y="13"/>
                </a:cubicBezTo>
                <a:cubicBezTo>
                  <a:pt x="72" y="13"/>
                  <a:pt x="60" y="15"/>
                  <a:pt x="49" y="19"/>
                </a:cubicBezTo>
                <a:cubicBezTo>
                  <a:pt x="38" y="23"/>
                  <a:pt x="29" y="29"/>
                  <a:pt x="22" y="37"/>
                </a:cubicBezTo>
                <a:cubicBezTo>
                  <a:pt x="16" y="44"/>
                  <a:pt x="12" y="52"/>
                  <a:pt x="12" y="61"/>
                </a:cubicBezTo>
                <a:cubicBezTo>
                  <a:pt x="12" y="68"/>
                  <a:pt x="15" y="75"/>
                  <a:pt x="19" y="81"/>
                </a:cubicBezTo>
                <a:cubicBezTo>
                  <a:pt x="24" y="88"/>
                  <a:pt x="30" y="93"/>
                  <a:pt x="38" y="98"/>
                </a:cubicBezTo>
                <a:cubicBezTo>
                  <a:pt x="46" y="102"/>
                  <a:pt x="46" y="102"/>
                  <a:pt x="46" y="102"/>
                </a:cubicBezTo>
                <a:cubicBezTo>
                  <a:pt x="44" y="112"/>
                  <a:pt x="44" y="112"/>
                  <a:pt x="44" y="112"/>
                </a:cubicBezTo>
                <a:cubicBezTo>
                  <a:pt x="42" y="117"/>
                  <a:pt x="40" y="123"/>
                  <a:pt x="37" y="128"/>
                </a:cubicBezTo>
                <a:cubicBezTo>
                  <a:pt x="47" y="124"/>
                  <a:pt x="55" y="118"/>
                  <a:pt x="63" y="112"/>
                </a:cubicBezTo>
                <a:cubicBezTo>
                  <a:pt x="67" y="108"/>
                  <a:pt x="67" y="108"/>
                  <a:pt x="67" y="108"/>
                </a:cubicBezTo>
                <a:cubicBezTo>
                  <a:pt x="73" y="109"/>
                  <a:pt x="73" y="109"/>
                  <a:pt x="73" y="109"/>
                </a:cubicBezTo>
                <a:cubicBezTo>
                  <a:pt x="77" y="109"/>
                  <a:pt x="81" y="109"/>
                  <a:pt x="85" y="109"/>
                </a:cubicBezTo>
                <a:cubicBezTo>
                  <a:pt x="98" y="109"/>
                  <a:pt x="110" y="107"/>
                  <a:pt x="121" y="103"/>
                </a:cubicBezTo>
                <a:cubicBezTo>
                  <a:pt x="132" y="98"/>
                  <a:pt x="141" y="92"/>
                  <a:pt x="148" y="85"/>
                </a:cubicBezTo>
                <a:cubicBezTo>
                  <a:pt x="154" y="78"/>
                  <a:pt x="158" y="70"/>
                  <a:pt x="158" y="61"/>
                </a:cubicBezTo>
                <a:cubicBezTo>
                  <a:pt x="158" y="52"/>
                  <a:pt x="154" y="44"/>
                  <a:pt x="148" y="37"/>
                </a:cubicBezTo>
                <a:cubicBezTo>
                  <a:pt x="141" y="29"/>
                  <a:pt x="132" y="23"/>
                  <a:pt x="121" y="1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05" name="Freeform 208"/>
          <p:cNvSpPr>
            <a:spLocks noEditPoints="1"/>
          </p:cNvSpPr>
          <p:nvPr/>
        </p:nvSpPr>
        <p:spPr bwMode="auto">
          <a:xfrm>
            <a:off x="3110447" y="3555425"/>
            <a:ext cx="242043" cy="192339"/>
          </a:xfrm>
          <a:custGeom>
            <a:avLst/>
            <a:gdLst>
              <a:gd name="T0" fmla="*/ 67 w 170"/>
              <a:gd name="T1" fmla="*/ 0 h 134"/>
              <a:gd name="T2" fmla="*/ 125 w 170"/>
              <a:gd name="T3" fmla="*/ 25 h 134"/>
              <a:gd name="T4" fmla="*/ 125 w 170"/>
              <a:gd name="T5" fmla="*/ 73 h 134"/>
              <a:gd name="T6" fmla="*/ 67 w 170"/>
              <a:gd name="T7" fmla="*/ 97 h 134"/>
              <a:gd name="T8" fmla="*/ 24 w 170"/>
              <a:gd name="T9" fmla="*/ 108 h 134"/>
              <a:gd name="T10" fmla="*/ 16 w 170"/>
              <a:gd name="T11" fmla="*/ 109 h 134"/>
              <a:gd name="T12" fmla="*/ 13 w 170"/>
              <a:gd name="T13" fmla="*/ 107 h 134"/>
              <a:gd name="T14" fmla="*/ 13 w 170"/>
              <a:gd name="T15" fmla="*/ 105 h 134"/>
              <a:gd name="T16" fmla="*/ 13 w 170"/>
              <a:gd name="T17" fmla="*/ 104 h 134"/>
              <a:gd name="T18" fmla="*/ 14 w 170"/>
              <a:gd name="T19" fmla="*/ 103 h 134"/>
              <a:gd name="T20" fmla="*/ 15 w 170"/>
              <a:gd name="T21" fmla="*/ 102 h 134"/>
              <a:gd name="T22" fmla="*/ 19 w 170"/>
              <a:gd name="T23" fmla="*/ 97 h 134"/>
              <a:gd name="T24" fmla="*/ 24 w 170"/>
              <a:gd name="T25" fmla="*/ 91 h 134"/>
              <a:gd name="T26" fmla="*/ 7 w 170"/>
              <a:gd name="T27" fmla="*/ 70 h 134"/>
              <a:gd name="T28" fmla="*/ 9 w 170"/>
              <a:gd name="T29" fmla="*/ 25 h 134"/>
              <a:gd name="T30" fmla="*/ 94 w 170"/>
              <a:gd name="T31" fmla="*/ 17 h 134"/>
              <a:gd name="T32" fmla="*/ 40 w 170"/>
              <a:gd name="T33" fmla="*/ 17 h 134"/>
              <a:gd name="T34" fmla="*/ 13 w 170"/>
              <a:gd name="T35" fmla="*/ 49 h 134"/>
              <a:gd name="T36" fmla="*/ 32 w 170"/>
              <a:gd name="T37" fmla="*/ 76 h 134"/>
              <a:gd name="T38" fmla="*/ 37 w 170"/>
              <a:gd name="T39" fmla="*/ 89 h 134"/>
              <a:gd name="T40" fmla="*/ 47 w 170"/>
              <a:gd name="T41" fmla="*/ 83 h 134"/>
              <a:gd name="T42" fmla="*/ 67 w 170"/>
              <a:gd name="T43" fmla="*/ 85 h 134"/>
              <a:gd name="T44" fmla="*/ 114 w 170"/>
              <a:gd name="T45" fmla="*/ 67 h 134"/>
              <a:gd name="T46" fmla="*/ 114 w 170"/>
              <a:gd name="T47" fmla="*/ 31 h 134"/>
              <a:gd name="T48" fmla="*/ 145 w 170"/>
              <a:gd name="T49" fmla="*/ 111 h 134"/>
              <a:gd name="T50" fmla="*/ 149 w 170"/>
              <a:gd name="T51" fmla="*/ 119 h 134"/>
              <a:gd name="T52" fmla="*/ 154 w 170"/>
              <a:gd name="T53" fmla="*/ 124 h 134"/>
              <a:gd name="T54" fmla="*/ 156 w 170"/>
              <a:gd name="T55" fmla="*/ 127 h 134"/>
              <a:gd name="T56" fmla="*/ 157 w 170"/>
              <a:gd name="T57" fmla="*/ 128 h 134"/>
              <a:gd name="T58" fmla="*/ 158 w 170"/>
              <a:gd name="T59" fmla="*/ 129 h 134"/>
              <a:gd name="T60" fmla="*/ 158 w 170"/>
              <a:gd name="T61" fmla="*/ 130 h 134"/>
              <a:gd name="T62" fmla="*/ 156 w 170"/>
              <a:gd name="T63" fmla="*/ 133 h 134"/>
              <a:gd name="T64" fmla="*/ 146 w 170"/>
              <a:gd name="T65" fmla="*/ 132 h 134"/>
              <a:gd name="T66" fmla="*/ 103 w 170"/>
              <a:gd name="T67" fmla="*/ 121 h 134"/>
              <a:gd name="T68" fmla="*/ 67 w 170"/>
              <a:gd name="T69" fmla="*/ 109 h 134"/>
              <a:gd name="T70" fmla="*/ 121 w 170"/>
              <a:gd name="T71" fmla="*/ 93 h 134"/>
              <a:gd name="T72" fmla="*/ 146 w 170"/>
              <a:gd name="T73" fmla="*/ 49 h 134"/>
              <a:gd name="T74" fmla="*/ 163 w 170"/>
              <a:gd name="T75" fmla="*/ 51 h 134"/>
              <a:gd name="T76" fmla="*/ 163 w 170"/>
              <a:gd name="T77" fmla="*/ 94 h 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70" h="134">
                <a:moveTo>
                  <a:pt x="34" y="7"/>
                </a:moveTo>
                <a:cubicBezTo>
                  <a:pt x="44" y="3"/>
                  <a:pt x="55" y="0"/>
                  <a:pt x="67" y="0"/>
                </a:cubicBezTo>
                <a:cubicBezTo>
                  <a:pt x="79" y="0"/>
                  <a:pt x="90" y="3"/>
                  <a:pt x="100" y="7"/>
                </a:cubicBezTo>
                <a:cubicBezTo>
                  <a:pt x="111" y="11"/>
                  <a:pt x="119" y="17"/>
                  <a:pt x="125" y="25"/>
                </a:cubicBezTo>
                <a:cubicBezTo>
                  <a:pt x="131" y="32"/>
                  <a:pt x="134" y="40"/>
                  <a:pt x="134" y="49"/>
                </a:cubicBezTo>
                <a:cubicBezTo>
                  <a:pt x="134" y="58"/>
                  <a:pt x="131" y="66"/>
                  <a:pt x="125" y="73"/>
                </a:cubicBezTo>
                <a:cubicBezTo>
                  <a:pt x="119" y="81"/>
                  <a:pt x="111" y="86"/>
                  <a:pt x="100" y="91"/>
                </a:cubicBezTo>
                <a:cubicBezTo>
                  <a:pt x="90" y="95"/>
                  <a:pt x="79" y="97"/>
                  <a:pt x="67" y="97"/>
                </a:cubicBezTo>
                <a:cubicBezTo>
                  <a:pt x="62" y="97"/>
                  <a:pt x="56" y="97"/>
                  <a:pt x="50" y="96"/>
                </a:cubicBezTo>
                <a:cubicBezTo>
                  <a:pt x="43" y="101"/>
                  <a:pt x="34" y="105"/>
                  <a:pt x="24" y="108"/>
                </a:cubicBezTo>
                <a:cubicBezTo>
                  <a:pt x="22" y="108"/>
                  <a:pt x="19" y="109"/>
                  <a:pt x="16" y="109"/>
                </a:cubicBezTo>
                <a:cubicBezTo>
                  <a:pt x="16" y="109"/>
                  <a:pt x="16" y="109"/>
                  <a:pt x="16" y="109"/>
                </a:cubicBezTo>
                <a:cubicBezTo>
                  <a:pt x="15" y="109"/>
                  <a:pt x="14" y="109"/>
                  <a:pt x="14" y="109"/>
                </a:cubicBezTo>
                <a:cubicBezTo>
                  <a:pt x="13" y="108"/>
                  <a:pt x="13" y="107"/>
                  <a:pt x="13" y="107"/>
                </a:cubicBezTo>
                <a:cubicBezTo>
                  <a:pt x="13" y="106"/>
                  <a:pt x="13" y="106"/>
                  <a:pt x="13" y="106"/>
                </a:cubicBezTo>
                <a:cubicBezTo>
                  <a:pt x="13" y="106"/>
                  <a:pt x="13" y="106"/>
                  <a:pt x="13" y="105"/>
                </a:cubicBezTo>
                <a:cubicBezTo>
                  <a:pt x="13" y="105"/>
                  <a:pt x="13" y="105"/>
                  <a:pt x="13" y="105"/>
                </a:cubicBezTo>
                <a:cubicBezTo>
                  <a:pt x="13" y="105"/>
                  <a:pt x="13" y="104"/>
                  <a:pt x="13" y="104"/>
                </a:cubicBezTo>
                <a:cubicBezTo>
                  <a:pt x="13" y="104"/>
                  <a:pt x="13" y="104"/>
                  <a:pt x="13" y="104"/>
                </a:cubicBezTo>
                <a:cubicBezTo>
                  <a:pt x="13" y="104"/>
                  <a:pt x="14" y="103"/>
                  <a:pt x="14" y="103"/>
                </a:cubicBezTo>
                <a:cubicBezTo>
                  <a:pt x="14" y="103"/>
                  <a:pt x="14" y="103"/>
                  <a:pt x="14" y="103"/>
                </a:cubicBezTo>
                <a:cubicBezTo>
                  <a:pt x="14" y="103"/>
                  <a:pt x="14" y="103"/>
                  <a:pt x="15" y="102"/>
                </a:cubicBezTo>
                <a:cubicBezTo>
                  <a:pt x="15" y="102"/>
                  <a:pt x="16" y="101"/>
                  <a:pt x="17" y="100"/>
                </a:cubicBezTo>
                <a:cubicBezTo>
                  <a:pt x="18" y="99"/>
                  <a:pt x="19" y="98"/>
                  <a:pt x="19" y="97"/>
                </a:cubicBezTo>
                <a:cubicBezTo>
                  <a:pt x="20" y="97"/>
                  <a:pt x="20" y="96"/>
                  <a:pt x="21" y="95"/>
                </a:cubicBezTo>
                <a:cubicBezTo>
                  <a:pt x="22" y="93"/>
                  <a:pt x="23" y="92"/>
                  <a:pt x="24" y="91"/>
                </a:cubicBezTo>
                <a:cubicBezTo>
                  <a:pt x="24" y="90"/>
                  <a:pt x="25" y="88"/>
                  <a:pt x="26" y="87"/>
                </a:cubicBezTo>
                <a:cubicBezTo>
                  <a:pt x="18" y="82"/>
                  <a:pt x="12" y="77"/>
                  <a:pt x="7" y="70"/>
                </a:cubicBezTo>
                <a:cubicBezTo>
                  <a:pt x="3" y="63"/>
                  <a:pt x="0" y="56"/>
                  <a:pt x="0" y="49"/>
                </a:cubicBezTo>
                <a:cubicBezTo>
                  <a:pt x="0" y="40"/>
                  <a:pt x="3" y="32"/>
                  <a:pt x="9" y="25"/>
                </a:cubicBezTo>
                <a:cubicBezTo>
                  <a:pt x="15" y="17"/>
                  <a:pt x="23" y="11"/>
                  <a:pt x="34" y="7"/>
                </a:cubicBezTo>
                <a:close/>
                <a:moveTo>
                  <a:pt x="94" y="17"/>
                </a:moveTo>
                <a:cubicBezTo>
                  <a:pt x="86" y="14"/>
                  <a:pt x="77" y="13"/>
                  <a:pt x="67" y="13"/>
                </a:cubicBezTo>
                <a:cubicBezTo>
                  <a:pt x="57" y="13"/>
                  <a:pt x="48" y="14"/>
                  <a:pt x="40" y="17"/>
                </a:cubicBezTo>
                <a:cubicBezTo>
                  <a:pt x="32" y="21"/>
                  <a:pt x="25" y="25"/>
                  <a:pt x="20" y="31"/>
                </a:cubicBezTo>
                <a:cubicBezTo>
                  <a:pt x="15" y="36"/>
                  <a:pt x="13" y="42"/>
                  <a:pt x="13" y="49"/>
                </a:cubicBezTo>
                <a:cubicBezTo>
                  <a:pt x="13" y="54"/>
                  <a:pt x="14" y="59"/>
                  <a:pt x="18" y="64"/>
                </a:cubicBezTo>
                <a:cubicBezTo>
                  <a:pt x="21" y="69"/>
                  <a:pt x="26" y="73"/>
                  <a:pt x="32" y="76"/>
                </a:cubicBezTo>
                <a:cubicBezTo>
                  <a:pt x="41" y="82"/>
                  <a:pt x="41" y="82"/>
                  <a:pt x="41" y="82"/>
                </a:cubicBezTo>
                <a:cubicBezTo>
                  <a:pt x="37" y="89"/>
                  <a:pt x="37" y="89"/>
                  <a:pt x="37" y="89"/>
                </a:cubicBezTo>
                <a:cubicBezTo>
                  <a:pt x="40" y="88"/>
                  <a:pt x="42" y="87"/>
                  <a:pt x="43" y="86"/>
                </a:cubicBezTo>
                <a:cubicBezTo>
                  <a:pt x="47" y="83"/>
                  <a:pt x="47" y="83"/>
                  <a:pt x="47" y="83"/>
                </a:cubicBezTo>
                <a:cubicBezTo>
                  <a:pt x="53" y="84"/>
                  <a:pt x="53" y="84"/>
                  <a:pt x="53" y="84"/>
                </a:cubicBezTo>
                <a:cubicBezTo>
                  <a:pt x="57" y="85"/>
                  <a:pt x="62" y="85"/>
                  <a:pt x="67" y="85"/>
                </a:cubicBezTo>
                <a:cubicBezTo>
                  <a:pt x="77" y="85"/>
                  <a:pt x="86" y="84"/>
                  <a:pt x="94" y="80"/>
                </a:cubicBezTo>
                <a:cubicBezTo>
                  <a:pt x="102" y="77"/>
                  <a:pt x="109" y="73"/>
                  <a:pt x="114" y="67"/>
                </a:cubicBezTo>
                <a:cubicBezTo>
                  <a:pt x="119" y="61"/>
                  <a:pt x="121" y="55"/>
                  <a:pt x="121" y="49"/>
                </a:cubicBezTo>
                <a:cubicBezTo>
                  <a:pt x="121" y="42"/>
                  <a:pt x="119" y="36"/>
                  <a:pt x="114" y="31"/>
                </a:cubicBezTo>
                <a:cubicBezTo>
                  <a:pt x="109" y="25"/>
                  <a:pt x="102" y="21"/>
                  <a:pt x="94" y="17"/>
                </a:cubicBezTo>
                <a:close/>
                <a:moveTo>
                  <a:pt x="145" y="111"/>
                </a:moveTo>
                <a:cubicBezTo>
                  <a:pt x="145" y="112"/>
                  <a:pt x="146" y="114"/>
                  <a:pt x="147" y="115"/>
                </a:cubicBezTo>
                <a:cubicBezTo>
                  <a:pt x="147" y="116"/>
                  <a:pt x="148" y="118"/>
                  <a:pt x="149" y="119"/>
                </a:cubicBezTo>
                <a:cubicBezTo>
                  <a:pt x="150" y="120"/>
                  <a:pt x="151" y="121"/>
                  <a:pt x="151" y="121"/>
                </a:cubicBezTo>
                <a:cubicBezTo>
                  <a:pt x="152" y="122"/>
                  <a:pt x="152" y="123"/>
                  <a:pt x="154" y="124"/>
                </a:cubicBezTo>
                <a:cubicBezTo>
                  <a:pt x="155" y="125"/>
                  <a:pt x="155" y="126"/>
                  <a:pt x="156" y="127"/>
                </a:cubicBezTo>
                <a:cubicBezTo>
                  <a:pt x="156" y="127"/>
                  <a:pt x="156" y="127"/>
                  <a:pt x="156" y="127"/>
                </a:cubicBezTo>
                <a:cubicBezTo>
                  <a:pt x="156" y="127"/>
                  <a:pt x="156" y="127"/>
                  <a:pt x="157" y="128"/>
                </a:cubicBezTo>
                <a:cubicBezTo>
                  <a:pt x="157" y="128"/>
                  <a:pt x="157" y="128"/>
                  <a:pt x="157" y="128"/>
                </a:cubicBezTo>
                <a:cubicBezTo>
                  <a:pt x="157" y="128"/>
                  <a:pt x="157" y="128"/>
                  <a:pt x="157" y="129"/>
                </a:cubicBezTo>
                <a:cubicBezTo>
                  <a:pt x="157" y="129"/>
                  <a:pt x="157" y="129"/>
                  <a:pt x="158" y="129"/>
                </a:cubicBezTo>
                <a:cubicBezTo>
                  <a:pt x="158" y="129"/>
                  <a:pt x="158" y="129"/>
                  <a:pt x="158" y="130"/>
                </a:cubicBezTo>
                <a:cubicBezTo>
                  <a:pt x="158" y="130"/>
                  <a:pt x="158" y="130"/>
                  <a:pt x="158" y="130"/>
                </a:cubicBezTo>
                <a:cubicBezTo>
                  <a:pt x="158" y="130"/>
                  <a:pt x="158" y="131"/>
                  <a:pt x="158" y="131"/>
                </a:cubicBezTo>
                <a:cubicBezTo>
                  <a:pt x="157" y="132"/>
                  <a:pt x="157" y="132"/>
                  <a:pt x="156" y="133"/>
                </a:cubicBezTo>
                <a:cubicBezTo>
                  <a:pt x="156" y="133"/>
                  <a:pt x="155" y="134"/>
                  <a:pt x="154" y="134"/>
                </a:cubicBezTo>
                <a:cubicBezTo>
                  <a:pt x="151" y="133"/>
                  <a:pt x="148" y="133"/>
                  <a:pt x="146" y="132"/>
                </a:cubicBezTo>
                <a:cubicBezTo>
                  <a:pt x="136" y="130"/>
                  <a:pt x="128" y="125"/>
                  <a:pt x="120" y="120"/>
                </a:cubicBezTo>
                <a:cubicBezTo>
                  <a:pt x="114" y="121"/>
                  <a:pt x="109" y="121"/>
                  <a:pt x="103" y="121"/>
                </a:cubicBezTo>
                <a:cubicBezTo>
                  <a:pt x="86" y="121"/>
                  <a:pt x="71" y="117"/>
                  <a:pt x="59" y="109"/>
                </a:cubicBezTo>
                <a:cubicBezTo>
                  <a:pt x="62" y="109"/>
                  <a:pt x="65" y="109"/>
                  <a:pt x="67" y="109"/>
                </a:cubicBezTo>
                <a:cubicBezTo>
                  <a:pt x="77" y="109"/>
                  <a:pt x="87" y="108"/>
                  <a:pt x="96" y="105"/>
                </a:cubicBezTo>
                <a:cubicBezTo>
                  <a:pt x="106" y="102"/>
                  <a:pt x="114" y="98"/>
                  <a:pt x="121" y="93"/>
                </a:cubicBezTo>
                <a:cubicBezTo>
                  <a:pt x="129" y="87"/>
                  <a:pt x="135" y="80"/>
                  <a:pt x="139" y="73"/>
                </a:cubicBezTo>
                <a:cubicBezTo>
                  <a:pt x="144" y="65"/>
                  <a:pt x="146" y="57"/>
                  <a:pt x="146" y="49"/>
                </a:cubicBezTo>
                <a:cubicBezTo>
                  <a:pt x="146" y="44"/>
                  <a:pt x="145" y="39"/>
                  <a:pt x="143" y="34"/>
                </a:cubicBezTo>
                <a:cubicBezTo>
                  <a:pt x="152" y="39"/>
                  <a:pt x="158" y="45"/>
                  <a:pt x="163" y="51"/>
                </a:cubicBezTo>
                <a:cubicBezTo>
                  <a:pt x="167" y="58"/>
                  <a:pt x="170" y="65"/>
                  <a:pt x="170" y="73"/>
                </a:cubicBezTo>
                <a:cubicBezTo>
                  <a:pt x="170" y="81"/>
                  <a:pt x="168" y="88"/>
                  <a:pt x="163" y="94"/>
                </a:cubicBezTo>
                <a:cubicBezTo>
                  <a:pt x="159" y="101"/>
                  <a:pt x="153" y="106"/>
                  <a:pt x="145" y="11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06" name="Freeform 209"/>
          <p:cNvSpPr>
            <a:spLocks/>
          </p:cNvSpPr>
          <p:nvPr/>
        </p:nvSpPr>
        <p:spPr bwMode="auto">
          <a:xfrm>
            <a:off x="3417322" y="3538137"/>
            <a:ext cx="123183" cy="226916"/>
          </a:xfrm>
          <a:custGeom>
            <a:avLst/>
            <a:gdLst>
              <a:gd name="T0" fmla="*/ 84 w 86"/>
              <a:gd name="T1" fmla="*/ 42 h 158"/>
              <a:gd name="T2" fmla="*/ 85 w 86"/>
              <a:gd name="T3" fmla="*/ 46 h 158"/>
              <a:gd name="T4" fmla="*/ 34 w 86"/>
              <a:gd name="T5" fmla="*/ 155 h 158"/>
              <a:gd name="T6" fmla="*/ 30 w 86"/>
              <a:gd name="T7" fmla="*/ 158 h 158"/>
              <a:gd name="T8" fmla="*/ 29 w 86"/>
              <a:gd name="T9" fmla="*/ 157 h 158"/>
              <a:gd name="T10" fmla="*/ 26 w 86"/>
              <a:gd name="T11" fmla="*/ 156 h 158"/>
              <a:gd name="T12" fmla="*/ 26 w 86"/>
              <a:gd name="T13" fmla="*/ 153 h 158"/>
              <a:gd name="T14" fmla="*/ 44 w 86"/>
              <a:gd name="T15" fmla="*/ 76 h 158"/>
              <a:gd name="T16" fmla="*/ 6 w 86"/>
              <a:gd name="T17" fmla="*/ 86 h 158"/>
              <a:gd name="T18" fmla="*/ 5 w 86"/>
              <a:gd name="T19" fmla="*/ 86 h 158"/>
              <a:gd name="T20" fmla="*/ 2 w 86"/>
              <a:gd name="T21" fmla="*/ 85 h 158"/>
              <a:gd name="T22" fmla="*/ 1 w 86"/>
              <a:gd name="T23" fmla="*/ 81 h 158"/>
              <a:gd name="T24" fmla="*/ 20 w 86"/>
              <a:gd name="T25" fmla="*/ 3 h 158"/>
              <a:gd name="T26" fmla="*/ 21 w 86"/>
              <a:gd name="T27" fmla="*/ 1 h 158"/>
              <a:gd name="T28" fmla="*/ 24 w 86"/>
              <a:gd name="T29" fmla="*/ 0 h 158"/>
              <a:gd name="T30" fmla="*/ 55 w 86"/>
              <a:gd name="T31" fmla="*/ 0 h 158"/>
              <a:gd name="T32" fmla="*/ 58 w 86"/>
              <a:gd name="T33" fmla="*/ 2 h 158"/>
              <a:gd name="T34" fmla="*/ 59 w 86"/>
              <a:gd name="T35" fmla="*/ 4 h 158"/>
              <a:gd name="T36" fmla="*/ 59 w 86"/>
              <a:gd name="T37" fmla="*/ 6 h 158"/>
              <a:gd name="T38" fmla="*/ 42 w 86"/>
              <a:gd name="T39" fmla="*/ 50 h 158"/>
              <a:gd name="T40" fmla="*/ 80 w 86"/>
              <a:gd name="T41" fmla="*/ 41 h 158"/>
              <a:gd name="T42" fmla="*/ 81 w 86"/>
              <a:gd name="T43" fmla="*/ 40 h 158"/>
              <a:gd name="T44" fmla="*/ 84 w 86"/>
              <a:gd name="T45" fmla="*/ 42 h 1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86" h="158">
                <a:moveTo>
                  <a:pt x="84" y="42"/>
                </a:moveTo>
                <a:cubicBezTo>
                  <a:pt x="85" y="43"/>
                  <a:pt x="86" y="44"/>
                  <a:pt x="85" y="46"/>
                </a:cubicBezTo>
                <a:cubicBezTo>
                  <a:pt x="34" y="155"/>
                  <a:pt x="34" y="155"/>
                  <a:pt x="34" y="155"/>
                </a:cubicBezTo>
                <a:cubicBezTo>
                  <a:pt x="33" y="157"/>
                  <a:pt x="32" y="158"/>
                  <a:pt x="30" y="158"/>
                </a:cubicBezTo>
                <a:cubicBezTo>
                  <a:pt x="30" y="158"/>
                  <a:pt x="29" y="158"/>
                  <a:pt x="29" y="157"/>
                </a:cubicBezTo>
                <a:cubicBezTo>
                  <a:pt x="27" y="157"/>
                  <a:pt x="27" y="157"/>
                  <a:pt x="26" y="156"/>
                </a:cubicBezTo>
                <a:cubicBezTo>
                  <a:pt x="26" y="155"/>
                  <a:pt x="25" y="154"/>
                  <a:pt x="26" y="153"/>
                </a:cubicBezTo>
                <a:cubicBezTo>
                  <a:pt x="44" y="76"/>
                  <a:pt x="44" y="76"/>
                  <a:pt x="44" y="76"/>
                </a:cubicBezTo>
                <a:cubicBezTo>
                  <a:pt x="6" y="86"/>
                  <a:pt x="6" y="86"/>
                  <a:pt x="6" y="86"/>
                </a:cubicBezTo>
                <a:cubicBezTo>
                  <a:pt x="6" y="86"/>
                  <a:pt x="5" y="86"/>
                  <a:pt x="5" y="86"/>
                </a:cubicBezTo>
                <a:cubicBezTo>
                  <a:pt x="4" y="86"/>
                  <a:pt x="3" y="86"/>
                  <a:pt x="2" y="85"/>
                </a:cubicBezTo>
                <a:cubicBezTo>
                  <a:pt x="1" y="84"/>
                  <a:pt x="0" y="83"/>
                  <a:pt x="1" y="81"/>
                </a:cubicBezTo>
                <a:cubicBezTo>
                  <a:pt x="20" y="3"/>
                  <a:pt x="20" y="3"/>
                  <a:pt x="20" y="3"/>
                </a:cubicBezTo>
                <a:cubicBezTo>
                  <a:pt x="20" y="2"/>
                  <a:pt x="20" y="2"/>
                  <a:pt x="21" y="1"/>
                </a:cubicBezTo>
                <a:cubicBezTo>
                  <a:pt x="22" y="1"/>
                  <a:pt x="23" y="0"/>
                  <a:pt x="24" y="0"/>
                </a:cubicBezTo>
                <a:cubicBezTo>
                  <a:pt x="55" y="0"/>
                  <a:pt x="55" y="0"/>
                  <a:pt x="55" y="0"/>
                </a:cubicBezTo>
                <a:cubicBezTo>
                  <a:pt x="56" y="0"/>
                  <a:pt x="57" y="1"/>
                  <a:pt x="58" y="2"/>
                </a:cubicBezTo>
                <a:cubicBezTo>
                  <a:pt x="59" y="2"/>
                  <a:pt x="59" y="3"/>
                  <a:pt x="59" y="4"/>
                </a:cubicBezTo>
                <a:cubicBezTo>
                  <a:pt x="59" y="5"/>
                  <a:pt x="59" y="5"/>
                  <a:pt x="59" y="6"/>
                </a:cubicBezTo>
                <a:cubicBezTo>
                  <a:pt x="42" y="50"/>
                  <a:pt x="42" y="50"/>
                  <a:pt x="42" y="50"/>
                </a:cubicBezTo>
                <a:cubicBezTo>
                  <a:pt x="80" y="41"/>
                  <a:pt x="80" y="41"/>
                  <a:pt x="80" y="41"/>
                </a:cubicBezTo>
                <a:cubicBezTo>
                  <a:pt x="80" y="40"/>
                  <a:pt x="81" y="40"/>
                  <a:pt x="81" y="40"/>
                </a:cubicBezTo>
                <a:cubicBezTo>
                  <a:pt x="82" y="40"/>
                  <a:pt x="83" y="41"/>
                  <a:pt x="84" y="42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07" name="Freeform 210"/>
          <p:cNvSpPr>
            <a:spLocks/>
          </p:cNvSpPr>
          <p:nvPr/>
        </p:nvSpPr>
        <p:spPr bwMode="auto">
          <a:xfrm>
            <a:off x="3603176" y="3538136"/>
            <a:ext cx="242043" cy="209627"/>
          </a:xfrm>
          <a:custGeom>
            <a:avLst/>
            <a:gdLst>
              <a:gd name="T0" fmla="*/ 169 w 169"/>
              <a:gd name="T1" fmla="*/ 136 h 146"/>
              <a:gd name="T2" fmla="*/ 160 w 169"/>
              <a:gd name="T3" fmla="*/ 146 h 146"/>
              <a:gd name="T4" fmla="*/ 124 w 169"/>
              <a:gd name="T5" fmla="*/ 143 h 146"/>
              <a:gd name="T6" fmla="*/ 121 w 169"/>
              <a:gd name="T7" fmla="*/ 106 h 146"/>
              <a:gd name="T8" fmla="*/ 130 w 169"/>
              <a:gd name="T9" fmla="*/ 97 h 146"/>
              <a:gd name="T10" fmla="*/ 139 w 169"/>
              <a:gd name="T11" fmla="*/ 79 h 146"/>
              <a:gd name="T12" fmla="*/ 91 w 169"/>
              <a:gd name="T13" fmla="*/ 97 h 146"/>
              <a:gd name="T14" fmla="*/ 106 w 169"/>
              <a:gd name="T15" fmla="*/ 100 h 146"/>
              <a:gd name="T16" fmla="*/ 109 w 169"/>
              <a:gd name="T17" fmla="*/ 136 h 146"/>
              <a:gd name="T18" fmla="*/ 100 w 169"/>
              <a:gd name="T19" fmla="*/ 146 h 146"/>
              <a:gd name="T20" fmla="*/ 63 w 169"/>
              <a:gd name="T21" fmla="*/ 143 h 146"/>
              <a:gd name="T22" fmla="*/ 61 w 169"/>
              <a:gd name="T23" fmla="*/ 106 h 146"/>
              <a:gd name="T24" fmla="*/ 70 w 169"/>
              <a:gd name="T25" fmla="*/ 97 h 146"/>
              <a:gd name="T26" fmla="*/ 79 w 169"/>
              <a:gd name="T27" fmla="*/ 79 h 146"/>
              <a:gd name="T28" fmla="*/ 30 w 169"/>
              <a:gd name="T29" fmla="*/ 97 h 146"/>
              <a:gd name="T30" fmla="*/ 46 w 169"/>
              <a:gd name="T31" fmla="*/ 100 h 146"/>
              <a:gd name="T32" fmla="*/ 48 w 169"/>
              <a:gd name="T33" fmla="*/ 136 h 146"/>
              <a:gd name="T34" fmla="*/ 39 w 169"/>
              <a:gd name="T35" fmla="*/ 146 h 146"/>
              <a:gd name="T36" fmla="*/ 3 w 169"/>
              <a:gd name="T37" fmla="*/ 143 h 146"/>
              <a:gd name="T38" fmla="*/ 0 w 169"/>
              <a:gd name="T39" fmla="*/ 106 h 146"/>
              <a:gd name="T40" fmla="*/ 9 w 169"/>
              <a:gd name="T41" fmla="*/ 97 h 146"/>
              <a:gd name="T42" fmla="*/ 18 w 169"/>
              <a:gd name="T43" fmla="*/ 79 h 146"/>
              <a:gd name="T44" fmla="*/ 30 w 169"/>
              <a:gd name="T45" fmla="*/ 67 h 146"/>
              <a:gd name="T46" fmla="*/ 79 w 169"/>
              <a:gd name="T47" fmla="*/ 49 h 146"/>
              <a:gd name="T48" fmla="*/ 63 w 169"/>
              <a:gd name="T49" fmla="*/ 46 h 146"/>
              <a:gd name="T50" fmla="*/ 61 w 169"/>
              <a:gd name="T51" fmla="*/ 9 h 146"/>
              <a:gd name="T52" fmla="*/ 70 w 169"/>
              <a:gd name="T53" fmla="*/ 0 h 146"/>
              <a:gd name="T54" fmla="*/ 106 w 169"/>
              <a:gd name="T55" fmla="*/ 3 h 146"/>
              <a:gd name="T56" fmla="*/ 109 w 169"/>
              <a:gd name="T57" fmla="*/ 40 h 146"/>
              <a:gd name="T58" fmla="*/ 100 w 169"/>
              <a:gd name="T59" fmla="*/ 49 h 146"/>
              <a:gd name="T60" fmla="*/ 91 w 169"/>
              <a:gd name="T61" fmla="*/ 67 h 146"/>
              <a:gd name="T62" fmla="*/ 148 w 169"/>
              <a:gd name="T63" fmla="*/ 70 h 146"/>
              <a:gd name="T64" fmla="*/ 151 w 169"/>
              <a:gd name="T65" fmla="*/ 97 h 146"/>
              <a:gd name="T66" fmla="*/ 167 w 169"/>
              <a:gd name="T67" fmla="*/ 100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69" h="146">
                <a:moveTo>
                  <a:pt x="169" y="106"/>
                </a:moveTo>
                <a:cubicBezTo>
                  <a:pt x="169" y="136"/>
                  <a:pt x="169" y="136"/>
                  <a:pt x="169" y="136"/>
                </a:cubicBezTo>
                <a:cubicBezTo>
                  <a:pt x="169" y="139"/>
                  <a:pt x="169" y="141"/>
                  <a:pt x="167" y="143"/>
                </a:cubicBezTo>
                <a:cubicBezTo>
                  <a:pt x="165" y="145"/>
                  <a:pt x="163" y="146"/>
                  <a:pt x="160" y="146"/>
                </a:cubicBezTo>
                <a:cubicBezTo>
                  <a:pt x="130" y="146"/>
                  <a:pt x="130" y="146"/>
                  <a:pt x="130" y="146"/>
                </a:cubicBezTo>
                <a:cubicBezTo>
                  <a:pt x="128" y="146"/>
                  <a:pt x="125" y="145"/>
                  <a:pt x="124" y="143"/>
                </a:cubicBezTo>
                <a:cubicBezTo>
                  <a:pt x="122" y="141"/>
                  <a:pt x="121" y="139"/>
                  <a:pt x="121" y="136"/>
                </a:cubicBezTo>
                <a:cubicBezTo>
                  <a:pt x="121" y="106"/>
                  <a:pt x="121" y="106"/>
                  <a:pt x="121" y="106"/>
                </a:cubicBezTo>
                <a:cubicBezTo>
                  <a:pt x="121" y="104"/>
                  <a:pt x="122" y="102"/>
                  <a:pt x="124" y="100"/>
                </a:cubicBezTo>
                <a:cubicBezTo>
                  <a:pt x="125" y="98"/>
                  <a:pt x="128" y="97"/>
                  <a:pt x="130" y="97"/>
                </a:cubicBezTo>
                <a:cubicBezTo>
                  <a:pt x="139" y="97"/>
                  <a:pt x="139" y="97"/>
                  <a:pt x="139" y="97"/>
                </a:cubicBezTo>
                <a:cubicBezTo>
                  <a:pt x="139" y="79"/>
                  <a:pt x="139" y="79"/>
                  <a:pt x="139" y="79"/>
                </a:cubicBezTo>
                <a:cubicBezTo>
                  <a:pt x="91" y="79"/>
                  <a:pt x="91" y="79"/>
                  <a:pt x="91" y="79"/>
                </a:cubicBezTo>
                <a:cubicBezTo>
                  <a:pt x="91" y="97"/>
                  <a:pt x="91" y="97"/>
                  <a:pt x="91" y="97"/>
                </a:cubicBezTo>
                <a:cubicBezTo>
                  <a:pt x="100" y="97"/>
                  <a:pt x="100" y="97"/>
                  <a:pt x="100" y="97"/>
                </a:cubicBezTo>
                <a:cubicBezTo>
                  <a:pt x="102" y="97"/>
                  <a:pt x="105" y="98"/>
                  <a:pt x="106" y="100"/>
                </a:cubicBezTo>
                <a:cubicBezTo>
                  <a:pt x="108" y="102"/>
                  <a:pt x="109" y="104"/>
                  <a:pt x="109" y="106"/>
                </a:cubicBezTo>
                <a:cubicBezTo>
                  <a:pt x="109" y="136"/>
                  <a:pt x="109" y="136"/>
                  <a:pt x="109" y="136"/>
                </a:cubicBezTo>
                <a:cubicBezTo>
                  <a:pt x="109" y="139"/>
                  <a:pt x="108" y="141"/>
                  <a:pt x="106" y="143"/>
                </a:cubicBezTo>
                <a:cubicBezTo>
                  <a:pt x="105" y="145"/>
                  <a:pt x="102" y="146"/>
                  <a:pt x="100" y="146"/>
                </a:cubicBezTo>
                <a:cubicBezTo>
                  <a:pt x="70" y="146"/>
                  <a:pt x="70" y="146"/>
                  <a:pt x="70" y="146"/>
                </a:cubicBezTo>
                <a:cubicBezTo>
                  <a:pt x="67" y="146"/>
                  <a:pt x="65" y="145"/>
                  <a:pt x="63" y="143"/>
                </a:cubicBezTo>
                <a:cubicBezTo>
                  <a:pt x="61" y="141"/>
                  <a:pt x="61" y="139"/>
                  <a:pt x="61" y="136"/>
                </a:cubicBezTo>
                <a:cubicBezTo>
                  <a:pt x="61" y="106"/>
                  <a:pt x="61" y="106"/>
                  <a:pt x="61" y="106"/>
                </a:cubicBezTo>
                <a:cubicBezTo>
                  <a:pt x="61" y="104"/>
                  <a:pt x="61" y="102"/>
                  <a:pt x="63" y="100"/>
                </a:cubicBezTo>
                <a:cubicBezTo>
                  <a:pt x="65" y="98"/>
                  <a:pt x="67" y="97"/>
                  <a:pt x="70" y="97"/>
                </a:cubicBezTo>
                <a:cubicBezTo>
                  <a:pt x="79" y="97"/>
                  <a:pt x="79" y="97"/>
                  <a:pt x="79" y="97"/>
                </a:cubicBezTo>
                <a:cubicBezTo>
                  <a:pt x="79" y="79"/>
                  <a:pt x="79" y="79"/>
                  <a:pt x="79" y="79"/>
                </a:cubicBezTo>
                <a:cubicBezTo>
                  <a:pt x="30" y="79"/>
                  <a:pt x="30" y="79"/>
                  <a:pt x="30" y="79"/>
                </a:cubicBezTo>
                <a:cubicBezTo>
                  <a:pt x="30" y="97"/>
                  <a:pt x="30" y="97"/>
                  <a:pt x="30" y="97"/>
                </a:cubicBezTo>
                <a:cubicBezTo>
                  <a:pt x="39" y="97"/>
                  <a:pt x="39" y="97"/>
                  <a:pt x="39" y="97"/>
                </a:cubicBezTo>
                <a:cubicBezTo>
                  <a:pt x="42" y="97"/>
                  <a:pt x="44" y="98"/>
                  <a:pt x="46" y="100"/>
                </a:cubicBezTo>
                <a:cubicBezTo>
                  <a:pt x="48" y="102"/>
                  <a:pt x="48" y="104"/>
                  <a:pt x="48" y="106"/>
                </a:cubicBezTo>
                <a:cubicBezTo>
                  <a:pt x="48" y="136"/>
                  <a:pt x="48" y="136"/>
                  <a:pt x="48" y="136"/>
                </a:cubicBezTo>
                <a:cubicBezTo>
                  <a:pt x="48" y="139"/>
                  <a:pt x="48" y="141"/>
                  <a:pt x="46" y="143"/>
                </a:cubicBezTo>
                <a:cubicBezTo>
                  <a:pt x="44" y="145"/>
                  <a:pt x="42" y="146"/>
                  <a:pt x="39" y="146"/>
                </a:cubicBezTo>
                <a:cubicBezTo>
                  <a:pt x="9" y="146"/>
                  <a:pt x="9" y="146"/>
                  <a:pt x="9" y="146"/>
                </a:cubicBezTo>
                <a:cubicBezTo>
                  <a:pt x="7" y="146"/>
                  <a:pt x="4" y="145"/>
                  <a:pt x="3" y="143"/>
                </a:cubicBezTo>
                <a:cubicBezTo>
                  <a:pt x="1" y="141"/>
                  <a:pt x="0" y="139"/>
                  <a:pt x="0" y="136"/>
                </a:cubicBezTo>
                <a:cubicBezTo>
                  <a:pt x="0" y="106"/>
                  <a:pt x="0" y="106"/>
                  <a:pt x="0" y="106"/>
                </a:cubicBezTo>
                <a:cubicBezTo>
                  <a:pt x="0" y="104"/>
                  <a:pt x="1" y="102"/>
                  <a:pt x="3" y="100"/>
                </a:cubicBezTo>
                <a:cubicBezTo>
                  <a:pt x="4" y="98"/>
                  <a:pt x="7" y="97"/>
                  <a:pt x="9" y="97"/>
                </a:cubicBezTo>
                <a:cubicBezTo>
                  <a:pt x="18" y="97"/>
                  <a:pt x="18" y="97"/>
                  <a:pt x="18" y="97"/>
                </a:cubicBezTo>
                <a:cubicBezTo>
                  <a:pt x="18" y="79"/>
                  <a:pt x="18" y="79"/>
                  <a:pt x="18" y="79"/>
                </a:cubicBezTo>
                <a:cubicBezTo>
                  <a:pt x="18" y="76"/>
                  <a:pt x="19" y="73"/>
                  <a:pt x="22" y="70"/>
                </a:cubicBezTo>
                <a:cubicBezTo>
                  <a:pt x="24" y="68"/>
                  <a:pt x="27" y="67"/>
                  <a:pt x="30" y="67"/>
                </a:cubicBezTo>
                <a:cubicBezTo>
                  <a:pt x="79" y="67"/>
                  <a:pt x="79" y="67"/>
                  <a:pt x="79" y="67"/>
                </a:cubicBezTo>
                <a:cubicBezTo>
                  <a:pt x="79" y="49"/>
                  <a:pt x="79" y="49"/>
                  <a:pt x="79" y="49"/>
                </a:cubicBezTo>
                <a:cubicBezTo>
                  <a:pt x="70" y="49"/>
                  <a:pt x="70" y="49"/>
                  <a:pt x="70" y="49"/>
                </a:cubicBezTo>
                <a:cubicBezTo>
                  <a:pt x="67" y="49"/>
                  <a:pt x="65" y="48"/>
                  <a:pt x="63" y="46"/>
                </a:cubicBezTo>
                <a:cubicBezTo>
                  <a:pt x="61" y="44"/>
                  <a:pt x="61" y="42"/>
                  <a:pt x="61" y="40"/>
                </a:cubicBezTo>
                <a:cubicBezTo>
                  <a:pt x="61" y="9"/>
                  <a:pt x="61" y="9"/>
                  <a:pt x="61" y="9"/>
                </a:cubicBezTo>
                <a:cubicBezTo>
                  <a:pt x="61" y="7"/>
                  <a:pt x="61" y="5"/>
                  <a:pt x="63" y="3"/>
                </a:cubicBezTo>
                <a:cubicBezTo>
                  <a:pt x="65" y="1"/>
                  <a:pt x="67" y="0"/>
                  <a:pt x="70" y="0"/>
                </a:cubicBezTo>
                <a:cubicBezTo>
                  <a:pt x="100" y="0"/>
                  <a:pt x="100" y="0"/>
                  <a:pt x="100" y="0"/>
                </a:cubicBezTo>
                <a:cubicBezTo>
                  <a:pt x="102" y="0"/>
                  <a:pt x="105" y="1"/>
                  <a:pt x="106" y="3"/>
                </a:cubicBezTo>
                <a:cubicBezTo>
                  <a:pt x="108" y="5"/>
                  <a:pt x="109" y="7"/>
                  <a:pt x="109" y="9"/>
                </a:cubicBezTo>
                <a:cubicBezTo>
                  <a:pt x="109" y="40"/>
                  <a:pt x="109" y="40"/>
                  <a:pt x="109" y="40"/>
                </a:cubicBezTo>
                <a:cubicBezTo>
                  <a:pt x="109" y="42"/>
                  <a:pt x="108" y="44"/>
                  <a:pt x="106" y="46"/>
                </a:cubicBezTo>
                <a:cubicBezTo>
                  <a:pt x="105" y="48"/>
                  <a:pt x="102" y="49"/>
                  <a:pt x="100" y="49"/>
                </a:cubicBezTo>
                <a:cubicBezTo>
                  <a:pt x="91" y="49"/>
                  <a:pt x="91" y="49"/>
                  <a:pt x="91" y="49"/>
                </a:cubicBezTo>
                <a:cubicBezTo>
                  <a:pt x="91" y="67"/>
                  <a:pt x="91" y="67"/>
                  <a:pt x="91" y="67"/>
                </a:cubicBezTo>
                <a:cubicBezTo>
                  <a:pt x="139" y="67"/>
                  <a:pt x="139" y="67"/>
                  <a:pt x="139" y="67"/>
                </a:cubicBezTo>
                <a:cubicBezTo>
                  <a:pt x="142" y="67"/>
                  <a:pt x="145" y="68"/>
                  <a:pt x="148" y="70"/>
                </a:cubicBezTo>
                <a:cubicBezTo>
                  <a:pt x="150" y="73"/>
                  <a:pt x="151" y="76"/>
                  <a:pt x="151" y="79"/>
                </a:cubicBezTo>
                <a:cubicBezTo>
                  <a:pt x="151" y="97"/>
                  <a:pt x="151" y="97"/>
                  <a:pt x="151" y="97"/>
                </a:cubicBezTo>
                <a:cubicBezTo>
                  <a:pt x="160" y="97"/>
                  <a:pt x="160" y="97"/>
                  <a:pt x="160" y="97"/>
                </a:cubicBezTo>
                <a:cubicBezTo>
                  <a:pt x="163" y="97"/>
                  <a:pt x="165" y="98"/>
                  <a:pt x="167" y="100"/>
                </a:cubicBezTo>
                <a:cubicBezTo>
                  <a:pt x="169" y="102"/>
                  <a:pt x="169" y="104"/>
                  <a:pt x="169" y="106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08" name="Freeform 211"/>
          <p:cNvSpPr>
            <a:spLocks noEditPoints="1"/>
          </p:cNvSpPr>
          <p:nvPr/>
        </p:nvSpPr>
        <p:spPr bwMode="auto">
          <a:xfrm>
            <a:off x="3910051" y="3529491"/>
            <a:ext cx="224755" cy="218271"/>
          </a:xfrm>
          <a:custGeom>
            <a:avLst/>
            <a:gdLst>
              <a:gd name="T0" fmla="*/ 157 w 158"/>
              <a:gd name="T1" fmla="*/ 77 h 152"/>
              <a:gd name="T2" fmla="*/ 152 w 158"/>
              <a:gd name="T3" fmla="*/ 77 h 152"/>
              <a:gd name="T4" fmla="*/ 134 w 158"/>
              <a:gd name="T5" fmla="*/ 68 h 152"/>
              <a:gd name="T6" fmla="*/ 112 w 158"/>
              <a:gd name="T7" fmla="*/ 81 h 152"/>
              <a:gd name="T8" fmla="*/ 109 w 158"/>
              <a:gd name="T9" fmla="*/ 86 h 152"/>
              <a:gd name="T10" fmla="*/ 104 w 158"/>
              <a:gd name="T11" fmla="*/ 86 h 152"/>
              <a:gd name="T12" fmla="*/ 101 w 158"/>
              <a:gd name="T13" fmla="*/ 81 h 152"/>
              <a:gd name="T14" fmla="*/ 79 w 158"/>
              <a:gd name="T15" fmla="*/ 68 h 152"/>
              <a:gd name="T16" fmla="*/ 57 w 158"/>
              <a:gd name="T17" fmla="*/ 81 h 152"/>
              <a:gd name="T18" fmla="*/ 54 w 158"/>
              <a:gd name="T19" fmla="*/ 86 h 152"/>
              <a:gd name="T20" fmla="*/ 49 w 158"/>
              <a:gd name="T21" fmla="*/ 86 h 152"/>
              <a:gd name="T22" fmla="*/ 46 w 158"/>
              <a:gd name="T23" fmla="*/ 81 h 152"/>
              <a:gd name="T24" fmla="*/ 24 w 158"/>
              <a:gd name="T25" fmla="*/ 68 h 152"/>
              <a:gd name="T26" fmla="*/ 5 w 158"/>
              <a:gd name="T27" fmla="*/ 77 h 152"/>
              <a:gd name="T28" fmla="*/ 1 w 158"/>
              <a:gd name="T29" fmla="*/ 77 h 152"/>
              <a:gd name="T30" fmla="*/ 0 w 158"/>
              <a:gd name="T31" fmla="*/ 74 h 152"/>
              <a:gd name="T32" fmla="*/ 45 w 158"/>
              <a:gd name="T33" fmla="*/ 25 h 152"/>
              <a:gd name="T34" fmla="*/ 105 w 158"/>
              <a:gd name="T35" fmla="*/ 22 h 152"/>
              <a:gd name="T36" fmla="*/ 146 w 158"/>
              <a:gd name="T37" fmla="*/ 51 h 152"/>
              <a:gd name="T38" fmla="*/ 158 w 158"/>
              <a:gd name="T39" fmla="*/ 75 h 152"/>
              <a:gd name="T40" fmla="*/ 85 w 158"/>
              <a:gd name="T41" fmla="*/ 127 h 152"/>
              <a:gd name="T42" fmla="*/ 61 w 158"/>
              <a:gd name="T43" fmla="*/ 152 h 152"/>
              <a:gd name="T44" fmla="*/ 36 w 158"/>
              <a:gd name="T45" fmla="*/ 127 h 152"/>
              <a:gd name="T46" fmla="*/ 43 w 158"/>
              <a:gd name="T47" fmla="*/ 121 h 152"/>
              <a:gd name="T48" fmla="*/ 49 w 158"/>
              <a:gd name="T49" fmla="*/ 127 h 152"/>
              <a:gd name="T50" fmla="*/ 61 w 158"/>
              <a:gd name="T51" fmla="*/ 139 h 152"/>
              <a:gd name="T52" fmla="*/ 73 w 158"/>
              <a:gd name="T53" fmla="*/ 127 h 152"/>
              <a:gd name="T54" fmla="*/ 79 w 158"/>
              <a:gd name="T55" fmla="*/ 71 h 152"/>
              <a:gd name="T56" fmla="*/ 85 w 158"/>
              <a:gd name="T57" fmla="*/ 6 h 152"/>
              <a:gd name="T58" fmla="*/ 79 w 158"/>
              <a:gd name="T59" fmla="*/ 15 h 152"/>
              <a:gd name="T60" fmla="*/ 73 w 158"/>
              <a:gd name="T61" fmla="*/ 6 h 152"/>
              <a:gd name="T62" fmla="*/ 79 w 158"/>
              <a:gd name="T63" fmla="*/ 0 h 152"/>
              <a:gd name="T64" fmla="*/ 85 w 158"/>
              <a:gd name="T65" fmla="*/ 6 h 1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58" h="152">
                <a:moveTo>
                  <a:pt x="158" y="75"/>
                </a:moveTo>
                <a:cubicBezTo>
                  <a:pt x="158" y="76"/>
                  <a:pt x="157" y="77"/>
                  <a:pt x="157" y="77"/>
                </a:cubicBezTo>
                <a:cubicBezTo>
                  <a:pt x="156" y="78"/>
                  <a:pt x="155" y="78"/>
                  <a:pt x="154" y="78"/>
                </a:cubicBezTo>
                <a:cubicBezTo>
                  <a:pt x="154" y="78"/>
                  <a:pt x="153" y="78"/>
                  <a:pt x="152" y="77"/>
                </a:cubicBezTo>
                <a:cubicBezTo>
                  <a:pt x="149" y="74"/>
                  <a:pt x="146" y="72"/>
                  <a:pt x="144" y="71"/>
                </a:cubicBezTo>
                <a:cubicBezTo>
                  <a:pt x="141" y="69"/>
                  <a:pt x="138" y="68"/>
                  <a:pt x="134" y="68"/>
                </a:cubicBezTo>
                <a:cubicBezTo>
                  <a:pt x="130" y="68"/>
                  <a:pt x="126" y="70"/>
                  <a:pt x="122" y="72"/>
                </a:cubicBezTo>
                <a:cubicBezTo>
                  <a:pt x="118" y="74"/>
                  <a:pt x="115" y="77"/>
                  <a:pt x="112" y="81"/>
                </a:cubicBezTo>
                <a:cubicBezTo>
                  <a:pt x="112" y="82"/>
                  <a:pt x="111" y="83"/>
                  <a:pt x="110" y="84"/>
                </a:cubicBezTo>
                <a:cubicBezTo>
                  <a:pt x="110" y="85"/>
                  <a:pt x="109" y="86"/>
                  <a:pt x="109" y="86"/>
                </a:cubicBezTo>
                <a:cubicBezTo>
                  <a:pt x="108" y="87"/>
                  <a:pt x="107" y="88"/>
                  <a:pt x="106" y="88"/>
                </a:cubicBezTo>
                <a:cubicBezTo>
                  <a:pt x="105" y="88"/>
                  <a:pt x="104" y="87"/>
                  <a:pt x="104" y="86"/>
                </a:cubicBezTo>
                <a:cubicBezTo>
                  <a:pt x="103" y="86"/>
                  <a:pt x="103" y="85"/>
                  <a:pt x="102" y="84"/>
                </a:cubicBezTo>
                <a:cubicBezTo>
                  <a:pt x="102" y="83"/>
                  <a:pt x="101" y="82"/>
                  <a:pt x="101" y="81"/>
                </a:cubicBezTo>
                <a:cubicBezTo>
                  <a:pt x="98" y="77"/>
                  <a:pt x="95" y="74"/>
                  <a:pt x="91" y="72"/>
                </a:cubicBezTo>
                <a:cubicBezTo>
                  <a:pt x="87" y="70"/>
                  <a:pt x="83" y="68"/>
                  <a:pt x="79" y="68"/>
                </a:cubicBezTo>
                <a:cubicBezTo>
                  <a:pt x="75" y="68"/>
                  <a:pt x="71" y="70"/>
                  <a:pt x="67" y="72"/>
                </a:cubicBezTo>
                <a:cubicBezTo>
                  <a:pt x="63" y="74"/>
                  <a:pt x="60" y="77"/>
                  <a:pt x="57" y="81"/>
                </a:cubicBezTo>
                <a:cubicBezTo>
                  <a:pt x="57" y="82"/>
                  <a:pt x="56" y="83"/>
                  <a:pt x="55" y="84"/>
                </a:cubicBezTo>
                <a:cubicBezTo>
                  <a:pt x="55" y="85"/>
                  <a:pt x="54" y="86"/>
                  <a:pt x="54" y="86"/>
                </a:cubicBezTo>
                <a:cubicBezTo>
                  <a:pt x="53" y="87"/>
                  <a:pt x="52" y="88"/>
                  <a:pt x="51" y="88"/>
                </a:cubicBezTo>
                <a:cubicBezTo>
                  <a:pt x="50" y="88"/>
                  <a:pt x="49" y="87"/>
                  <a:pt x="49" y="86"/>
                </a:cubicBezTo>
                <a:cubicBezTo>
                  <a:pt x="48" y="86"/>
                  <a:pt x="48" y="85"/>
                  <a:pt x="47" y="84"/>
                </a:cubicBezTo>
                <a:cubicBezTo>
                  <a:pt x="47" y="83"/>
                  <a:pt x="46" y="82"/>
                  <a:pt x="46" y="81"/>
                </a:cubicBezTo>
                <a:cubicBezTo>
                  <a:pt x="43" y="77"/>
                  <a:pt x="40" y="74"/>
                  <a:pt x="36" y="72"/>
                </a:cubicBezTo>
                <a:cubicBezTo>
                  <a:pt x="32" y="70"/>
                  <a:pt x="28" y="68"/>
                  <a:pt x="24" y="68"/>
                </a:cubicBezTo>
                <a:cubicBezTo>
                  <a:pt x="20" y="68"/>
                  <a:pt x="17" y="69"/>
                  <a:pt x="14" y="71"/>
                </a:cubicBezTo>
                <a:cubicBezTo>
                  <a:pt x="11" y="72"/>
                  <a:pt x="8" y="74"/>
                  <a:pt x="5" y="77"/>
                </a:cubicBezTo>
                <a:cubicBezTo>
                  <a:pt x="5" y="78"/>
                  <a:pt x="4" y="78"/>
                  <a:pt x="3" y="78"/>
                </a:cubicBezTo>
                <a:cubicBezTo>
                  <a:pt x="2" y="78"/>
                  <a:pt x="2" y="78"/>
                  <a:pt x="1" y="77"/>
                </a:cubicBezTo>
                <a:cubicBezTo>
                  <a:pt x="0" y="77"/>
                  <a:pt x="0" y="76"/>
                  <a:pt x="0" y="75"/>
                </a:cubicBezTo>
                <a:cubicBezTo>
                  <a:pt x="0" y="75"/>
                  <a:pt x="0" y="75"/>
                  <a:pt x="0" y="74"/>
                </a:cubicBezTo>
                <a:cubicBezTo>
                  <a:pt x="3" y="63"/>
                  <a:pt x="9" y="53"/>
                  <a:pt x="17" y="44"/>
                </a:cubicBezTo>
                <a:cubicBezTo>
                  <a:pt x="25" y="36"/>
                  <a:pt x="34" y="29"/>
                  <a:pt x="45" y="25"/>
                </a:cubicBezTo>
                <a:cubicBezTo>
                  <a:pt x="56" y="21"/>
                  <a:pt x="67" y="18"/>
                  <a:pt x="79" y="18"/>
                </a:cubicBezTo>
                <a:cubicBezTo>
                  <a:pt x="88" y="18"/>
                  <a:pt x="96" y="20"/>
                  <a:pt x="105" y="22"/>
                </a:cubicBezTo>
                <a:cubicBezTo>
                  <a:pt x="113" y="25"/>
                  <a:pt x="121" y="28"/>
                  <a:pt x="128" y="33"/>
                </a:cubicBezTo>
                <a:cubicBezTo>
                  <a:pt x="135" y="38"/>
                  <a:pt x="141" y="43"/>
                  <a:pt x="146" y="51"/>
                </a:cubicBezTo>
                <a:cubicBezTo>
                  <a:pt x="152" y="58"/>
                  <a:pt x="155" y="66"/>
                  <a:pt x="157" y="74"/>
                </a:cubicBezTo>
                <a:cubicBezTo>
                  <a:pt x="157" y="75"/>
                  <a:pt x="158" y="75"/>
                  <a:pt x="158" y="75"/>
                </a:cubicBezTo>
                <a:close/>
                <a:moveTo>
                  <a:pt x="85" y="73"/>
                </a:moveTo>
                <a:cubicBezTo>
                  <a:pt x="85" y="127"/>
                  <a:pt x="85" y="127"/>
                  <a:pt x="85" y="127"/>
                </a:cubicBezTo>
                <a:cubicBezTo>
                  <a:pt x="85" y="134"/>
                  <a:pt x="83" y="140"/>
                  <a:pt x="78" y="144"/>
                </a:cubicBezTo>
                <a:cubicBezTo>
                  <a:pt x="73" y="149"/>
                  <a:pt x="67" y="152"/>
                  <a:pt x="61" y="152"/>
                </a:cubicBezTo>
                <a:cubicBezTo>
                  <a:pt x="54" y="152"/>
                  <a:pt x="48" y="149"/>
                  <a:pt x="44" y="144"/>
                </a:cubicBezTo>
                <a:cubicBezTo>
                  <a:pt x="39" y="140"/>
                  <a:pt x="36" y="134"/>
                  <a:pt x="36" y="127"/>
                </a:cubicBezTo>
                <a:cubicBezTo>
                  <a:pt x="36" y="126"/>
                  <a:pt x="37" y="124"/>
                  <a:pt x="38" y="123"/>
                </a:cubicBezTo>
                <a:cubicBezTo>
                  <a:pt x="39" y="122"/>
                  <a:pt x="41" y="121"/>
                  <a:pt x="43" y="121"/>
                </a:cubicBezTo>
                <a:cubicBezTo>
                  <a:pt x="44" y="121"/>
                  <a:pt x="46" y="122"/>
                  <a:pt x="47" y="123"/>
                </a:cubicBezTo>
                <a:cubicBezTo>
                  <a:pt x="48" y="124"/>
                  <a:pt x="49" y="126"/>
                  <a:pt x="49" y="127"/>
                </a:cubicBezTo>
                <a:cubicBezTo>
                  <a:pt x="49" y="130"/>
                  <a:pt x="50" y="133"/>
                  <a:pt x="52" y="136"/>
                </a:cubicBezTo>
                <a:cubicBezTo>
                  <a:pt x="55" y="138"/>
                  <a:pt x="58" y="139"/>
                  <a:pt x="61" y="139"/>
                </a:cubicBezTo>
                <a:cubicBezTo>
                  <a:pt x="64" y="139"/>
                  <a:pt x="67" y="138"/>
                  <a:pt x="69" y="136"/>
                </a:cubicBezTo>
                <a:cubicBezTo>
                  <a:pt x="72" y="133"/>
                  <a:pt x="73" y="130"/>
                  <a:pt x="73" y="127"/>
                </a:cubicBezTo>
                <a:cubicBezTo>
                  <a:pt x="73" y="73"/>
                  <a:pt x="73" y="73"/>
                  <a:pt x="73" y="73"/>
                </a:cubicBezTo>
                <a:cubicBezTo>
                  <a:pt x="75" y="72"/>
                  <a:pt x="77" y="71"/>
                  <a:pt x="79" y="71"/>
                </a:cubicBezTo>
                <a:cubicBezTo>
                  <a:pt x="81" y="71"/>
                  <a:pt x="83" y="72"/>
                  <a:pt x="85" y="73"/>
                </a:cubicBezTo>
                <a:close/>
                <a:moveTo>
                  <a:pt x="85" y="6"/>
                </a:moveTo>
                <a:cubicBezTo>
                  <a:pt x="85" y="16"/>
                  <a:pt x="85" y="16"/>
                  <a:pt x="85" y="16"/>
                </a:cubicBezTo>
                <a:cubicBezTo>
                  <a:pt x="82" y="15"/>
                  <a:pt x="80" y="15"/>
                  <a:pt x="79" y="15"/>
                </a:cubicBezTo>
                <a:cubicBezTo>
                  <a:pt x="77" y="15"/>
                  <a:pt x="75" y="15"/>
                  <a:pt x="73" y="16"/>
                </a:cubicBezTo>
                <a:cubicBezTo>
                  <a:pt x="73" y="6"/>
                  <a:pt x="73" y="6"/>
                  <a:pt x="73" y="6"/>
                </a:cubicBezTo>
                <a:cubicBezTo>
                  <a:pt x="73" y="5"/>
                  <a:pt x="73" y="3"/>
                  <a:pt x="75" y="2"/>
                </a:cubicBezTo>
                <a:cubicBezTo>
                  <a:pt x="76" y="1"/>
                  <a:pt x="77" y="0"/>
                  <a:pt x="79" y="0"/>
                </a:cubicBezTo>
                <a:cubicBezTo>
                  <a:pt x="80" y="0"/>
                  <a:pt x="82" y="1"/>
                  <a:pt x="83" y="2"/>
                </a:cubicBezTo>
                <a:cubicBezTo>
                  <a:pt x="84" y="3"/>
                  <a:pt x="85" y="5"/>
                  <a:pt x="85" y="6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09" name="Freeform 212"/>
          <p:cNvSpPr>
            <a:spLocks noEditPoints="1"/>
          </p:cNvSpPr>
          <p:nvPr/>
        </p:nvSpPr>
        <p:spPr bwMode="auto">
          <a:xfrm>
            <a:off x="4199639" y="3520847"/>
            <a:ext cx="242043" cy="244204"/>
          </a:xfrm>
          <a:custGeom>
            <a:avLst/>
            <a:gdLst>
              <a:gd name="T0" fmla="*/ 170 w 170"/>
              <a:gd name="T1" fmla="*/ 97 h 170"/>
              <a:gd name="T2" fmla="*/ 170 w 170"/>
              <a:gd name="T3" fmla="*/ 161 h 170"/>
              <a:gd name="T4" fmla="*/ 167 w 170"/>
              <a:gd name="T5" fmla="*/ 167 h 170"/>
              <a:gd name="T6" fmla="*/ 161 w 170"/>
              <a:gd name="T7" fmla="*/ 170 h 170"/>
              <a:gd name="T8" fmla="*/ 70 w 170"/>
              <a:gd name="T9" fmla="*/ 170 h 170"/>
              <a:gd name="T10" fmla="*/ 63 w 170"/>
              <a:gd name="T11" fmla="*/ 167 h 170"/>
              <a:gd name="T12" fmla="*/ 61 w 170"/>
              <a:gd name="T13" fmla="*/ 161 h 170"/>
              <a:gd name="T14" fmla="*/ 61 w 170"/>
              <a:gd name="T15" fmla="*/ 145 h 170"/>
              <a:gd name="T16" fmla="*/ 9 w 170"/>
              <a:gd name="T17" fmla="*/ 145 h 170"/>
              <a:gd name="T18" fmla="*/ 3 w 170"/>
              <a:gd name="T19" fmla="*/ 143 h 170"/>
              <a:gd name="T20" fmla="*/ 0 w 170"/>
              <a:gd name="T21" fmla="*/ 136 h 170"/>
              <a:gd name="T22" fmla="*/ 0 w 170"/>
              <a:gd name="T23" fmla="*/ 9 h 170"/>
              <a:gd name="T24" fmla="*/ 3 w 170"/>
              <a:gd name="T25" fmla="*/ 3 h 170"/>
              <a:gd name="T26" fmla="*/ 9 w 170"/>
              <a:gd name="T27" fmla="*/ 0 h 170"/>
              <a:gd name="T28" fmla="*/ 112 w 170"/>
              <a:gd name="T29" fmla="*/ 0 h 170"/>
              <a:gd name="T30" fmla="*/ 119 w 170"/>
              <a:gd name="T31" fmla="*/ 3 h 170"/>
              <a:gd name="T32" fmla="*/ 121 w 170"/>
              <a:gd name="T33" fmla="*/ 9 h 170"/>
              <a:gd name="T34" fmla="*/ 121 w 170"/>
              <a:gd name="T35" fmla="*/ 40 h 170"/>
              <a:gd name="T36" fmla="*/ 125 w 170"/>
              <a:gd name="T37" fmla="*/ 43 h 170"/>
              <a:gd name="T38" fmla="*/ 163 w 170"/>
              <a:gd name="T39" fmla="*/ 82 h 170"/>
              <a:gd name="T40" fmla="*/ 168 w 170"/>
              <a:gd name="T41" fmla="*/ 89 h 170"/>
              <a:gd name="T42" fmla="*/ 170 w 170"/>
              <a:gd name="T43" fmla="*/ 97 h 170"/>
              <a:gd name="T44" fmla="*/ 97 w 170"/>
              <a:gd name="T45" fmla="*/ 21 h 170"/>
              <a:gd name="T46" fmla="*/ 97 w 170"/>
              <a:gd name="T47" fmla="*/ 15 h 170"/>
              <a:gd name="T48" fmla="*/ 96 w 170"/>
              <a:gd name="T49" fmla="*/ 13 h 170"/>
              <a:gd name="T50" fmla="*/ 94 w 170"/>
              <a:gd name="T51" fmla="*/ 12 h 170"/>
              <a:gd name="T52" fmla="*/ 27 w 170"/>
              <a:gd name="T53" fmla="*/ 12 h 170"/>
              <a:gd name="T54" fmla="*/ 25 w 170"/>
              <a:gd name="T55" fmla="*/ 13 h 170"/>
              <a:gd name="T56" fmla="*/ 24 w 170"/>
              <a:gd name="T57" fmla="*/ 15 h 170"/>
              <a:gd name="T58" fmla="*/ 24 w 170"/>
              <a:gd name="T59" fmla="*/ 21 h 170"/>
              <a:gd name="T60" fmla="*/ 25 w 170"/>
              <a:gd name="T61" fmla="*/ 24 h 170"/>
              <a:gd name="T62" fmla="*/ 27 w 170"/>
              <a:gd name="T63" fmla="*/ 24 h 170"/>
              <a:gd name="T64" fmla="*/ 94 w 170"/>
              <a:gd name="T65" fmla="*/ 24 h 170"/>
              <a:gd name="T66" fmla="*/ 96 w 170"/>
              <a:gd name="T67" fmla="*/ 24 h 170"/>
              <a:gd name="T68" fmla="*/ 97 w 170"/>
              <a:gd name="T69" fmla="*/ 21 h 170"/>
              <a:gd name="T70" fmla="*/ 73 w 170"/>
              <a:gd name="T71" fmla="*/ 158 h 170"/>
              <a:gd name="T72" fmla="*/ 158 w 170"/>
              <a:gd name="T73" fmla="*/ 158 h 170"/>
              <a:gd name="T74" fmla="*/ 158 w 170"/>
              <a:gd name="T75" fmla="*/ 97 h 170"/>
              <a:gd name="T76" fmla="*/ 118 w 170"/>
              <a:gd name="T77" fmla="*/ 97 h 170"/>
              <a:gd name="T78" fmla="*/ 112 w 170"/>
              <a:gd name="T79" fmla="*/ 94 h 170"/>
              <a:gd name="T80" fmla="*/ 109 w 170"/>
              <a:gd name="T81" fmla="*/ 88 h 170"/>
              <a:gd name="T82" fmla="*/ 109 w 170"/>
              <a:gd name="T83" fmla="*/ 49 h 170"/>
              <a:gd name="T84" fmla="*/ 73 w 170"/>
              <a:gd name="T85" fmla="*/ 49 h 170"/>
              <a:gd name="T86" fmla="*/ 73 w 170"/>
              <a:gd name="T87" fmla="*/ 158 h 170"/>
              <a:gd name="T88" fmla="*/ 121 w 170"/>
              <a:gd name="T89" fmla="*/ 85 h 170"/>
              <a:gd name="T90" fmla="*/ 150 w 170"/>
              <a:gd name="T91" fmla="*/ 85 h 170"/>
              <a:gd name="T92" fmla="*/ 121 w 170"/>
              <a:gd name="T93" fmla="*/ 57 h 170"/>
              <a:gd name="T94" fmla="*/ 121 w 170"/>
              <a:gd name="T95" fmla="*/ 85 h 1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70" h="170">
                <a:moveTo>
                  <a:pt x="170" y="97"/>
                </a:moveTo>
                <a:cubicBezTo>
                  <a:pt x="170" y="161"/>
                  <a:pt x="170" y="161"/>
                  <a:pt x="170" y="161"/>
                </a:cubicBezTo>
                <a:cubicBezTo>
                  <a:pt x="170" y="163"/>
                  <a:pt x="169" y="165"/>
                  <a:pt x="167" y="167"/>
                </a:cubicBezTo>
                <a:cubicBezTo>
                  <a:pt x="165" y="169"/>
                  <a:pt x="163" y="170"/>
                  <a:pt x="161" y="170"/>
                </a:cubicBezTo>
                <a:cubicBezTo>
                  <a:pt x="70" y="170"/>
                  <a:pt x="70" y="170"/>
                  <a:pt x="70" y="170"/>
                </a:cubicBezTo>
                <a:cubicBezTo>
                  <a:pt x="67" y="170"/>
                  <a:pt x="65" y="169"/>
                  <a:pt x="63" y="167"/>
                </a:cubicBezTo>
                <a:cubicBezTo>
                  <a:pt x="62" y="165"/>
                  <a:pt x="61" y="163"/>
                  <a:pt x="61" y="161"/>
                </a:cubicBezTo>
                <a:cubicBezTo>
                  <a:pt x="61" y="145"/>
                  <a:pt x="61" y="145"/>
                  <a:pt x="61" y="145"/>
                </a:cubicBezTo>
                <a:cubicBezTo>
                  <a:pt x="9" y="145"/>
                  <a:pt x="9" y="145"/>
                  <a:pt x="9" y="145"/>
                </a:cubicBezTo>
                <a:cubicBezTo>
                  <a:pt x="7" y="145"/>
                  <a:pt x="5" y="145"/>
                  <a:pt x="3" y="143"/>
                </a:cubicBezTo>
                <a:cubicBezTo>
                  <a:pt x="1" y="141"/>
                  <a:pt x="0" y="139"/>
                  <a:pt x="0" y="136"/>
                </a:cubicBezTo>
                <a:cubicBezTo>
                  <a:pt x="0" y="9"/>
                  <a:pt x="0" y="9"/>
                  <a:pt x="0" y="9"/>
                </a:cubicBezTo>
                <a:cubicBezTo>
                  <a:pt x="0" y="7"/>
                  <a:pt x="1" y="5"/>
                  <a:pt x="3" y="3"/>
                </a:cubicBezTo>
                <a:cubicBezTo>
                  <a:pt x="5" y="1"/>
                  <a:pt x="7" y="0"/>
                  <a:pt x="9" y="0"/>
                </a:cubicBezTo>
                <a:cubicBezTo>
                  <a:pt x="112" y="0"/>
                  <a:pt x="112" y="0"/>
                  <a:pt x="112" y="0"/>
                </a:cubicBezTo>
                <a:cubicBezTo>
                  <a:pt x="115" y="0"/>
                  <a:pt x="117" y="1"/>
                  <a:pt x="119" y="3"/>
                </a:cubicBezTo>
                <a:cubicBezTo>
                  <a:pt x="120" y="5"/>
                  <a:pt x="121" y="7"/>
                  <a:pt x="121" y="9"/>
                </a:cubicBezTo>
                <a:cubicBezTo>
                  <a:pt x="121" y="40"/>
                  <a:pt x="121" y="40"/>
                  <a:pt x="121" y="40"/>
                </a:cubicBezTo>
                <a:cubicBezTo>
                  <a:pt x="123" y="41"/>
                  <a:pt x="124" y="42"/>
                  <a:pt x="125" y="43"/>
                </a:cubicBezTo>
                <a:cubicBezTo>
                  <a:pt x="163" y="82"/>
                  <a:pt x="163" y="82"/>
                  <a:pt x="163" y="82"/>
                </a:cubicBezTo>
                <a:cubicBezTo>
                  <a:pt x="165" y="83"/>
                  <a:pt x="167" y="86"/>
                  <a:pt x="168" y="89"/>
                </a:cubicBezTo>
                <a:cubicBezTo>
                  <a:pt x="169" y="92"/>
                  <a:pt x="170" y="95"/>
                  <a:pt x="170" y="97"/>
                </a:cubicBezTo>
                <a:close/>
                <a:moveTo>
                  <a:pt x="97" y="21"/>
                </a:moveTo>
                <a:cubicBezTo>
                  <a:pt x="97" y="15"/>
                  <a:pt x="97" y="15"/>
                  <a:pt x="97" y="15"/>
                </a:cubicBezTo>
                <a:cubicBezTo>
                  <a:pt x="97" y="15"/>
                  <a:pt x="97" y="14"/>
                  <a:pt x="96" y="13"/>
                </a:cubicBezTo>
                <a:cubicBezTo>
                  <a:pt x="96" y="13"/>
                  <a:pt x="95" y="12"/>
                  <a:pt x="94" y="12"/>
                </a:cubicBezTo>
                <a:cubicBezTo>
                  <a:pt x="27" y="12"/>
                  <a:pt x="27" y="12"/>
                  <a:pt x="27" y="12"/>
                </a:cubicBezTo>
                <a:cubicBezTo>
                  <a:pt x="27" y="12"/>
                  <a:pt x="26" y="13"/>
                  <a:pt x="25" y="13"/>
                </a:cubicBezTo>
                <a:cubicBezTo>
                  <a:pt x="25" y="14"/>
                  <a:pt x="24" y="15"/>
                  <a:pt x="24" y="15"/>
                </a:cubicBezTo>
                <a:cubicBezTo>
                  <a:pt x="24" y="21"/>
                  <a:pt x="24" y="21"/>
                  <a:pt x="24" y="21"/>
                </a:cubicBezTo>
                <a:cubicBezTo>
                  <a:pt x="24" y="22"/>
                  <a:pt x="25" y="23"/>
                  <a:pt x="25" y="24"/>
                </a:cubicBezTo>
                <a:cubicBezTo>
                  <a:pt x="26" y="24"/>
                  <a:pt x="27" y="24"/>
                  <a:pt x="27" y="24"/>
                </a:cubicBezTo>
                <a:cubicBezTo>
                  <a:pt x="94" y="24"/>
                  <a:pt x="94" y="24"/>
                  <a:pt x="94" y="24"/>
                </a:cubicBezTo>
                <a:cubicBezTo>
                  <a:pt x="95" y="24"/>
                  <a:pt x="96" y="24"/>
                  <a:pt x="96" y="24"/>
                </a:cubicBezTo>
                <a:cubicBezTo>
                  <a:pt x="97" y="23"/>
                  <a:pt x="97" y="22"/>
                  <a:pt x="97" y="21"/>
                </a:cubicBezTo>
                <a:close/>
                <a:moveTo>
                  <a:pt x="73" y="158"/>
                </a:moveTo>
                <a:cubicBezTo>
                  <a:pt x="158" y="158"/>
                  <a:pt x="158" y="158"/>
                  <a:pt x="158" y="158"/>
                </a:cubicBezTo>
                <a:cubicBezTo>
                  <a:pt x="158" y="97"/>
                  <a:pt x="158" y="97"/>
                  <a:pt x="158" y="97"/>
                </a:cubicBezTo>
                <a:cubicBezTo>
                  <a:pt x="118" y="97"/>
                  <a:pt x="118" y="97"/>
                  <a:pt x="118" y="97"/>
                </a:cubicBezTo>
                <a:cubicBezTo>
                  <a:pt x="116" y="97"/>
                  <a:pt x="114" y="96"/>
                  <a:pt x="112" y="94"/>
                </a:cubicBezTo>
                <a:cubicBezTo>
                  <a:pt x="110" y="93"/>
                  <a:pt x="109" y="90"/>
                  <a:pt x="109" y="88"/>
                </a:cubicBezTo>
                <a:cubicBezTo>
                  <a:pt x="109" y="49"/>
                  <a:pt x="109" y="49"/>
                  <a:pt x="109" y="49"/>
                </a:cubicBezTo>
                <a:cubicBezTo>
                  <a:pt x="73" y="49"/>
                  <a:pt x="73" y="49"/>
                  <a:pt x="73" y="49"/>
                </a:cubicBezTo>
                <a:lnTo>
                  <a:pt x="73" y="158"/>
                </a:lnTo>
                <a:close/>
                <a:moveTo>
                  <a:pt x="121" y="85"/>
                </a:moveTo>
                <a:cubicBezTo>
                  <a:pt x="150" y="85"/>
                  <a:pt x="150" y="85"/>
                  <a:pt x="150" y="85"/>
                </a:cubicBezTo>
                <a:cubicBezTo>
                  <a:pt x="121" y="57"/>
                  <a:pt x="121" y="57"/>
                  <a:pt x="121" y="57"/>
                </a:cubicBezTo>
                <a:lnTo>
                  <a:pt x="121" y="85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10" name="Freeform 213"/>
          <p:cNvSpPr>
            <a:spLocks noEditPoints="1"/>
          </p:cNvSpPr>
          <p:nvPr/>
        </p:nvSpPr>
        <p:spPr bwMode="auto">
          <a:xfrm>
            <a:off x="4506515" y="3538136"/>
            <a:ext cx="138311" cy="209627"/>
          </a:xfrm>
          <a:custGeom>
            <a:avLst/>
            <a:gdLst>
              <a:gd name="T0" fmla="*/ 87 w 97"/>
              <a:gd name="T1" fmla="*/ 68 h 146"/>
              <a:gd name="T2" fmla="*/ 75 w 97"/>
              <a:gd name="T3" fmla="*/ 85 h 146"/>
              <a:gd name="T4" fmla="*/ 76 w 97"/>
              <a:gd name="T5" fmla="*/ 103 h 146"/>
              <a:gd name="T6" fmla="*/ 76 w 97"/>
              <a:gd name="T7" fmla="*/ 115 h 146"/>
              <a:gd name="T8" fmla="*/ 73 w 97"/>
              <a:gd name="T9" fmla="*/ 127 h 146"/>
              <a:gd name="T10" fmla="*/ 63 w 97"/>
              <a:gd name="T11" fmla="*/ 136 h 146"/>
              <a:gd name="T12" fmla="*/ 49 w 97"/>
              <a:gd name="T13" fmla="*/ 146 h 146"/>
              <a:gd name="T14" fmla="*/ 35 w 97"/>
              <a:gd name="T15" fmla="*/ 136 h 146"/>
              <a:gd name="T16" fmla="*/ 25 w 97"/>
              <a:gd name="T17" fmla="*/ 127 h 146"/>
              <a:gd name="T18" fmla="*/ 22 w 97"/>
              <a:gd name="T19" fmla="*/ 115 h 146"/>
              <a:gd name="T20" fmla="*/ 22 w 97"/>
              <a:gd name="T21" fmla="*/ 103 h 146"/>
              <a:gd name="T22" fmla="*/ 23 w 97"/>
              <a:gd name="T23" fmla="*/ 85 h 146"/>
              <a:gd name="T24" fmla="*/ 10 w 97"/>
              <a:gd name="T25" fmla="*/ 68 h 146"/>
              <a:gd name="T26" fmla="*/ 5 w 97"/>
              <a:gd name="T27" fmla="*/ 25 h 146"/>
              <a:gd name="T28" fmla="*/ 31 w 97"/>
              <a:gd name="T29" fmla="*/ 3 h 146"/>
              <a:gd name="T30" fmla="*/ 66 w 97"/>
              <a:gd name="T31" fmla="*/ 3 h 146"/>
              <a:gd name="T32" fmla="*/ 93 w 97"/>
              <a:gd name="T33" fmla="*/ 25 h 146"/>
              <a:gd name="T34" fmla="*/ 85 w 97"/>
              <a:gd name="T35" fmla="*/ 43 h 146"/>
              <a:gd name="T36" fmla="*/ 73 w 97"/>
              <a:gd name="T37" fmla="*/ 20 h 146"/>
              <a:gd name="T38" fmla="*/ 49 w 97"/>
              <a:gd name="T39" fmla="*/ 12 h 146"/>
              <a:gd name="T40" fmla="*/ 24 w 97"/>
              <a:gd name="T41" fmla="*/ 20 h 146"/>
              <a:gd name="T42" fmla="*/ 13 w 97"/>
              <a:gd name="T43" fmla="*/ 43 h 146"/>
              <a:gd name="T44" fmla="*/ 22 w 97"/>
              <a:gd name="T45" fmla="*/ 63 h 146"/>
              <a:gd name="T46" fmla="*/ 38 w 97"/>
              <a:gd name="T47" fmla="*/ 94 h 146"/>
              <a:gd name="T48" fmla="*/ 73 w 97"/>
              <a:gd name="T49" fmla="*/ 66 h 146"/>
              <a:gd name="T50" fmla="*/ 79 w 97"/>
              <a:gd name="T51" fmla="*/ 60 h 146"/>
              <a:gd name="T52" fmla="*/ 70 w 97"/>
              <a:gd name="T53" fmla="*/ 43 h 146"/>
              <a:gd name="T54" fmla="*/ 67 w 97"/>
              <a:gd name="T55" fmla="*/ 46 h 146"/>
              <a:gd name="T56" fmla="*/ 64 w 97"/>
              <a:gd name="T57" fmla="*/ 43 h 146"/>
              <a:gd name="T58" fmla="*/ 49 w 97"/>
              <a:gd name="T59" fmla="*/ 34 h 146"/>
              <a:gd name="T60" fmla="*/ 46 w 97"/>
              <a:gd name="T61" fmla="*/ 31 h 146"/>
              <a:gd name="T62" fmla="*/ 49 w 97"/>
              <a:gd name="T63" fmla="*/ 28 h 146"/>
              <a:gd name="T64" fmla="*/ 66 w 97"/>
              <a:gd name="T65" fmla="*/ 34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97" h="146">
                <a:moveTo>
                  <a:pt x="97" y="43"/>
                </a:moveTo>
                <a:cubicBezTo>
                  <a:pt x="97" y="52"/>
                  <a:pt x="94" y="61"/>
                  <a:pt x="87" y="68"/>
                </a:cubicBezTo>
                <a:cubicBezTo>
                  <a:pt x="85" y="71"/>
                  <a:pt x="82" y="74"/>
                  <a:pt x="80" y="76"/>
                </a:cubicBezTo>
                <a:cubicBezTo>
                  <a:pt x="79" y="79"/>
                  <a:pt x="77" y="82"/>
                  <a:pt x="75" y="85"/>
                </a:cubicBezTo>
                <a:cubicBezTo>
                  <a:pt x="73" y="89"/>
                  <a:pt x="72" y="92"/>
                  <a:pt x="72" y="95"/>
                </a:cubicBezTo>
                <a:cubicBezTo>
                  <a:pt x="75" y="97"/>
                  <a:pt x="76" y="100"/>
                  <a:pt x="76" y="103"/>
                </a:cubicBezTo>
                <a:cubicBezTo>
                  <a:pt x="76" y="106"/>
                  <a:pt x="75" y="108"/>
                  <a:pt x="74" y="109"/>
                </a:cubicBezTo>
                <a:cubicBezTo>
                  <a:pt x="75" y="111"/>
                  <a:pt x="76" y="113"/>
                  <a:pt x="76" y="115"/>
                </a:cubicBezTo>
                <a:cubicBezTo>
                  <a:pt x="76" y="119"/>
                  <a:pt x="75" y="121"/>
                  <a:pt x="72" y="123"/>
                </a:cubicBezTo>
                <a:cubicBezTo>
                  <a:pt x="73" y="124"/>
                  <a:pt x="73" y="126"/>
                  <a:pt x="73" y="127"/>
                </a:cubicBezTo>
                <a:cubicBezTo>
                  <a:pt x="73" y="130"/>
                  <a:pt x="72" y="133"/>
                  <a:pt x="70" y="134"/>
                </a:cubicBezTo>
                <a:cubicBezTo>
                  <a:pt x="68" y="136"/>
                  <a:pt x="66" y="136"/>
                  <a:pt x="63" y="136"/>
                </a:cubicBezTo>
                <a:cubicBezTo>
                  <a:pt x="61" y="139"/>
                  <a:pt x="60" y="141"/>
                  <a:pt x="57" y="143"/>
                </a:cubicBezTo>
                <a:cubicBezTo>
                  <a:pt x="55" y="145"/>
                  <a:pt x="52" y="146"/>
                  <a:pt x="49" y="146"/>
                </a:cubicBezTo>
                <a:cubicBezTo>
                  <a:pt x="46" y="146"/>
                  <a:pt x="43" y="145"/>
                  <a:pt x="41" y="143"/>
                </a:cubicBezTo>
                <a:cubicBezTo>
                  <a:pt x="38" y="141"/>
                  <a:pt x="36" y="139"/>
                  <a:pt x="35" y="136"/>
                </a:cubicBezTo>
                <a:cubicBezTo>
                  <a:pt x="32" y="136"/>
                  <a:pt x="30" y="136"/>
                  <a:pt x="28" y="134"/>
                </a:cubicBezTo>
                <a:cubicBezTo>
                  <a:pt x="26" y="133"/>
                  <a:pt x="25" y="130"/>
                  <a:pt x="25" y="127"/>
                </a:cubicBezTo>
                <a:cubicBezTo>
                  <a:pt x="25" y="126"/>
                  <a:pt x="25" y="124"/>
                  <a:pt x="26" y="123"/>
                </a:cubicBezTo>
                <a:cubicBezTo>
                  <a:pt x="23" y="121"/>
                  <a:pt x="22" y="119"/>
                  <a:pt x="22" y="115"/>
                </a:cubicBezTo>
                <a:cubicBezTo>
                  <a:pt x="22" y="113"/>
                  <a:pt x="22" y="111"/>
                  <a:pt x="24" y="109"/>
                </a:cubicBezTo>
                <a:cubicBezTo>
                  <a:pt x="22" y="108"/>
                  <a:pt x="22" y="106"/>
                  <a:pt x="22" y="103"/>
                </a:cubicBezTo>
                <a:cubicBezTo>
                  <a:pt x="22" y="100"/>
                  <a:pt x="23" y="97"/>
                  <a:pt x="26" y="95"/>
                </a:cubicBezTo>
                <a:cubicBezTo>
                  <a:pt x="26" y="92"/>
                  <a:pt x="25" y="89"/>
                  <a:pt x="23" y="85"/>
                </a:cubicBezTo>
                <a:cubicBezTo>
                  <a:pt x="21" y="82"/>
                  <a:pt x="19" y="79"/>
                  <a:pt x="17" y="76"/>
                </a:cubicBezTo>
                <a:cubicBezTo>
                  <a:pt x="15" y="74"/>
                  <a:pt x="13" y="71"/>
                  <a:pt x="10" y="68"/>
                </a:cubicBezTo>
                <a:cubicBezTo>
                  <a:pt x="4" y="61"/>
                  <a:pt x="0" y="52"/>
                  <a:pt x="0" y="43"/>
                </a:cubicBezTo>
                <a:cubicBezTo>
                  <a:pt x="0" y="36"/>
                  <a:pt x="2" y="31"/>
                  <a:pt x="5" y="25"/>
                </a:cubicBezTo>
                <a:cubicBezTo>
                  <a:pt x="7" y="20"/>
                  <a:pt x="11" y="15"/>
                  <a:pt x="16" y="12"/>
                </a:cubicBezTo>
                <a:cubicBezTo>
                  <a:pt x="20" y="8"/>
                  <a:pt x="25" y="5"/>
                  <a:pt x="31" y="3"/>
                </a:cubicBezTo>
                <a:cubicBezTo>
                  <a:pt x="37" y="1"/>
                  <a:pt x="43" y="0"/>
                  <a:pt x="49" y="0"/>
                </a:cubicBezTo>
                <a:cubicBezTo>
                  <a:pt x="55" y="0"/>
                  <a:pt x="61" y="1"/>
                  <a:pt x="66" y="3"/>
                </a:cubicBezTo>
                <a:cubicBezTo>
                  <a:pt x="72" y="5"/>
                  <a:pt x="77" y="8"/>
                  <a:pt x="82" y="12"/>
                </a:cubicBezTo>
                <a:cubicBezTo>
                  <a:pt x="87" y="15"/>
                  <a:pt x="90" y="20"/>
                  <a:pt x="93" y="25"/>
                </a:cubicBezTo>
                <a:cubicBezTo>
                  <a:pt x="96" y="31"/>
                  <a:pt x="97" y="36"/>
                  <a:pt x="97" y="43"/>
                </a:cubicBezTo>
                <a:close/>
                <a:moveTo>
                  <a:pt x="85" y="43"/>
                </a:moveTo>
                <a:cubicBezTo>
                  <a:pt x="85" y="38"/>
                  <a:pt x="84" y="34"/>
                  <a:pt x="82" y="30"/>
                </a:cubicBezTo>
                <a:cubicBezTo>
                  <a:pt x="80" y="26"/>
                  <a:pt x="77" y="23"/>
                  <a:pt x="73" y="20"/>
                </a:cubicBezTo>
                <a:cubicBezTo>
                  <a:pt x="70" y="18"/>
                  <a:pt x="66" y="16"/>
                  <a:pt x="62" y="15"/>
                </a:cubicBezTo>
                <a:cubicBezTo>
                  <a:pt x="57" y="13"/>
                  <a:pt x="53" y="12"/>
                  <a:pt x="49" y="12"/>
                </a:cubicBezTo>
                <a:cubicBezTo>
                  <a:pt x="44" y="12"/>
                  <a:pt x="40" y="13"/>
                  <a:pt x="36" y="15"/>
                </a:cubicBezTo>
                <a:cubicBezTo>
                  <a:pt x="32" y="16"/>
                  <a:pt x="28" y="18"/>
                  <a:pt x="24" y="20"/>
                </a:cubicBezTo>
                <a:cubicBezTo>
                  <a:pt x="21" y="23"/>
                  <a:pt x="18" y="26"/>
                  <a:pt x="16" y="30"/>
                </a:cubicBezTo>
                <a:cubicBezTo>
                  <a:pt x="14" y="34"/>
                  <a:pt x="13" y="38"/>
                  <a:pt x="13" y="43"/>
                </a:cubicBezTo>
                <a:cubicBezTo>
                  <a:pt x="13" y="49"/>
                  <a:pt x="15" y="55"/>
                  <a:pt x="19" y="60"/>
                </a:cubicBezTo>
                <a:cubicBezTo>
                  <a:pt x="20" y="60"/>
                  <a:pt x="21" y="61"/>
                  <a:pt x="22" y="63"/>
                </a:cubicBezTo>
                <a:cubicBezTo>
                  <a:pt x="23" y="64"/>
                  <a:pt x="24" y="65"/>
                  <a:pt x="25" y="66"/>
                </a:cubicBezTo>
                <a:cubicBezTo>
                  <a:pt x="33" y="76"/>
                  <a:pt x="37" y="85"/>
                  <a:pt x="38" y="94"/>
                </a:cubicBezTo>
                <a:cubicBezTo>
                  <a:pt x="60" y="94"/>
                  <a:pt x="60" y="94"/>
                  <a:pt x="60" y="94"/>
                </a:cubicBezTo>
                <a:cubicBezTo>
                  <a:pt x="60" y="85"/>
                  <a:pt x="65" y="76"/>
                  <a:pt x="73" y="66"/>
                </a:cubicBezTo>
                <a:cubicBezTo>
                  <a:pt x="74" y="65"/>
                  <a:pt x="75" y="64"/>
                  <a:pt x="76" y="63"/>
                </a:cubicBezTo>
                <a:cubicBezTo>
                  <a:pt x="77" y="61"/>
                  <a:pt x="78" y="60"/>
                  <a:pt x="79" y="60"/>
                </a:cubicBezTo>
                <a:cubicBezTo>
                  <a:pt x="83" y="55"/>
                  <a:pt x="85" y="49"/>
                  <a:pt x="85" y="43"/>
                </a:cubicBezTo>
                <a:close/>
                <a:moveTo>
                  <a:pt x="70" y="43"/>
                </a:moveTo>
                <a:cubicBezTo>
                  <a:pt x="70" y="43"/>
                  <a:pt x="70" y="44"/>
                  <a:pt x="69" y="45"/>
                </a:cubicBezTo>
                <a:cubicBezTo>
                  <a:pt x="68" y="45"/>
                  <a:pt x="68" y="46"/>
                  <a:pt x="67" y="46"/>
                </a:cubicBezTo>
                <a:cubicBezTo>
                  <a:pt x="66" y="46"/>
                  <a:pt x="65" y="45"/>
                  <a:pt x="65" y="45"/>
                </a:cubicBezTo>
                <a:cubicBezTo>
                  <a:pt x="64" y="44"/>
                  <a:pt x="64" y="43"/>
                  <a:pt x="64" y="43"/>
                </a:cubicBezTo>
                <a:cubicBezTo>
                  <a:pt x="64" y="40"/>
                  <a:pt x="62" y="38"/>
                  <a:pt x="59" y="36"/>
                </a:cubicBezTo>
                <a:cubicBezTo>
                  <a:pt x="55" y="34"/>
                  <a:pt x="52" y="34"/>
                  <a:pt x="49" y="34"/>
                </a:cubicBezTo>
                <a:cubicBezTo>
                  <a:pt x="48" y="34"/>
                  <a:pt x="47" y="33"/>
                  <a:pt x="47" y="33"/>
                </a:cubicBezTo>
                <a:cubicBezTo>
                  <a:pt x="46" y="32"/>
                  <a:pt x="46" y="31"/>
                  <a:pt x="46" y="31"/>
                </a:cubicBezTo>
                <a:cubicBezTo>
                  <a:pt x="46" y="30"/>
                  <a:pt x="46" y="29"/>
                  <a:pt x="47" y="28"/>
                </a:cubicBezTo>
                <a:cubicBezTo>
                  <a:pt x="47" y="28"/>
                  <a:pt x="48" y="28"/>
                  <a:pt x="49" y="28"/>
                </a:cubicBezTo>
                <a:cubicBezTo>
                  <a:pt x="52" y="28"/>
                  <a:pt x="55" y="28"/>
                  <a:pt x="58" y="29"/>
                </a:cubicBezTo>
                <a:cubicBezTo>
                  <a:pt x="61" y="30"/>
                  <a:pt x="64" y="32"/>
                  <a:pt x="66" y="34"/>
                </a:cubicBezTo>
                <a:cubicBezTo>
                  <a:pt x="69" y="37"/>
                  <a:pt x="70" y="39"/>
                  <a:pt x="70" y="4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11" name="Freeform 214"/>
          <p:cNvSpPr>
            <a:spLocks noEditPoints="1"/>
          </p:cNvSpPr>
          <p:nvPr/>
        </p:nvSpPr>
        <p:spPr bwMode="auto">
          <a:xfrm>
            <a:off x="4709657" y="3559747"/>
            <a:ext cx="242043" cy="183695"/>
          </a:xfrm>
          <a:custGeom>
            <a:avLst/>
            <a:gdLst>
              <a:gd name="T0" fmla="*/ 169 w 169"/>
              <a:gd name="T1" fmla="*/ 34 h 128"/>
              <a:gd name="T2" fmla="*/ 169 w 169"/>
              <a:gd name="T3" fmla="*/ 36 h 128"/>
              <a:gd name="T4" fmla="*/ 138 w 169"/>
              <a:gd name="T5" fmla="*/ 66 h 128"/>
              <a:gd name="T6" fmla="*/ 136 w 169"/>
              <a:gd name="T7" fmla="*/ 67 h 128"/>
              <a:gd name="T8" fmla="*/ 134 w 169"/>
              <a:gd name="T9" fmla="*/ 66 h 128"/>
              <a:gd name="T10" fmla="*/ 133 w 169"/>
              <a:gd name="T11" fmla="*/ 64 h 128"/>
              <a:gd name="T12" fmla="*/ 133 w 169"/>
              <a:gd name="T13" fmla="*/ 46 h 128"/>
              <a:gd name="T14" fmla="*/ 3 w 169"/>
              <a:gd name="T15" fmla="*/ 46 h 128"/>
              <a:gd name="T16" fmla="*/ 1 w 169"/>
              <a:gd name="T17" fmla="*/ 45 h 128"/>
              <a:gd name="T18" fmla="*/ 0 w 169"/>
              <a:gd name="T19" fmla="*/ 43 h 128"/>
              <a:gd name="T20" fmla="*/ 0 w 169"/>
              <a:gd name="T21" fmla="*/ 25 h 128"/>
              <a:gd name="T22" fmla="*/ 1 w 169"/>
              <a:gd name="T23" fmla="*/ 23 h 128"/>
              <a:gd name="T24" fmla="*/ 3 w 169"/>
              <a:gd name="T25" fmla="*/ 22 h 128"/>
              <a:gd name="T26" fmla="*/ 133 w 169"/>
              <a:gd name="T27" fmla="*/ 22 h 128"/>
              <a:gd name="T28" fmla="*/ 133 w 169"/>
              <a:gd name="T29" fmla="*/ 3 h 128"/>
              <a:gd name="T30" fmla="*/ 134 w 169"/>
              <a:gd name="T31" fmla="*/ 1 h 128"/>
              <a:gd name="T32" fmla="*/ 136 w 169"/>
              <a:gd name="T33" fmla="*/ 0 h 128"/>
              <a:gd name="T34" fmla="*/ 138 w 169"/>
              <a:gd name="T35" fmla="*/ 1 h 128"/>
              <a:gd name="T36" fmla="*/ 169 w 169"/>
              <a:gd name="T37" fmla="*/ 32 h 128"/>
              <a:gd name="T38" fmla="*/ 169 w 169"/>
              <a:gd name="T39" fmla="*/ 34 h 128"/>
              <a:gd name="T40" fmla="*/ 169 w 169"/>
              <a:gd name="T41" fmla="*/ 85 h 128"/>
              <a:gd name="T42" fmla="*/ 169 w 169"/>
              <a:gd name="T43" fmla="*/ 103 h 128"/>
              <a:gd name="T44" fmla="*/ 168 w 169"/>
              <a:gd name="T45" fmla="*/ 105 h 128"/>
              <a:gd name="T46" fmla="*/ 166 w 169"/>
              <a:gd name="T47" fmla="*/ 106 h 128"/>
              <a:gd name="T48" fmla="*/ 36 w 169"/>
              <a:gd name="T49" fmla="*/ 106 h 128"/>
              <a:gd name="T50" fmla="*/ 36 w 169"/>
              <a:gd name="T51" fmla="*/ 124 h 128"/>
              <a:gd name="T52" fmla="*/ 35 w 169"/>
              <a:gd name="T53" fmla="*/ 127 h 128"/>
              <a:gd name="T54" fmla="*/ 33 w 169"/>
              <a:gd name="T55" fmla="*/ 128 h 128"/>
              <a:gd name="T56" fmla="*/ 31 w 169"/>
              <a:gd name="T57" fmla="*/ 127 h 128"/>
              <a:gd name="T58" fmla="*/ 1 w 169"/>
              <a:gd name="T59" fmla="*/ 96 h 128"/>
              <a:gd name="T60" fmla="*/ 0 w 169"/>
              <a:gd name="T61" fmla="*/ 94 h 128"/>
              <a:gd name="T62" fmla="*/ 1 w 169"/>
              <a:gd name="T63" fmla="*/ 92 h 128"/>
              <a:gd name="T64" fmla="*/ 31 w 169"/>
              <a:gd name="T65" fmla="*/ 62 h 128"/>
              <a:gd name="T66" fmla="*/ 33 w 169"/>
              <a:gd name="T67" fmla="*/ 61 h 128"/>
              <a:gd name="T68" fmla="*/ 35 w 169"/>
              <a:gd name="T69" fmla="*/ 62 h 128"/>
              <a:gd name="T70" fmla="*/ 36 w 169"/>
              <a:gd name="T71" fmla="*/ 64 h 128"/>
              <a:gd name="T72" fmla="*/ 36 w 169"/>
              <a:gd name="T73" fmla="*/ 82 h 128"/>
              <a:gd name="T74" fmla="*/ 166 w 169"/>
              <a:gd name="T75" fmla="*/ 82 h 128"/>
              <a:gd name="T76" fmla="*/ 168 w 169"/>
              <a:gd name="T77" fmla="*/ 83 h 128"/>
              <a:gd name="T78" fmla="*/ 169 w 169"/>
              <a:gd name="T79" fmla="*/ 85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69" h="128">
                <a:moveTo>
                  <a:pt x="169" y="34"/>
                </a:moveTo>
                <a:cubicBezTo>
                  <a:pt x="169" y="35"/>
                  <a:pt x="169" y="35"/>
                  <a:pt x="169" y="36"/>
                </a:cubicBezTo>
                <a:cubicBezTo>
                  <a:pt x="138" y="66"/>
                  <a:pt x="138" y="66"/>
                  <a:pt x="138" y="66"/>
                </a:cubicBezTo>
                <a:cubicBezTo>
                  <a:pt x="138" y="67"/>
                  <a:pt x="137" y="67"/>
                  <a:pt x="136" y="67"/>
                </a:cubicBezTo>
                <a:cubicBezTo>
                  <a:pt x="135" y="67"/>
                  <a:pt x="135" y="67"/>
                  <a:pt x="134" y="66"/>
                </a:cubicBezTo>
                <a:cubicBezTo>
                  <a:pt x="133" y="66"/>
                  <a:pt x="133" y="65"/>
                  <a:pt x="133" y="64"/>
                </a:cubicBezTo>
                <a:cubicBezTo>
                  <a:pt x="133" y="46"/>
                  <a:pt x="133" y="46"/>
                  <a:pt x="133" y="46"/>
                </a:cubicBezTo>
                <a:cubicBezTo>
                  <a:pt x="3" y="46"/>
                  <a:pt x="3" y="46"/>
                  <a:pt x="3" y="46"/>
                </a:cubicBezTo>
                <a:cubicBezTo>
                  <a:pt x="2" y="46"/>
                  <a:pt x="1" y="46"/>
                  <a:pt x="1" y="45"/>
                </a:cubicBezTo>
                <a:cubicBezTo>
                  <a:pt x="0" y="44"/>
                  <a:pt x="0" y="44"/>
                  <a:pt x="0" y="43"/>
                </a:cubicBezTo>
                <a:cubicBezTo>
                  <a:pt x="0" y="25"/>
                  <a:pt x="0" y="25"/>
                  <a:pt x="0" y="25"/>
                </a:cubicBezTo>
                <a:cubicBezTo>
                  <a:pt x="0" y="24"/>
                  <a:pt x="0" y="23"/>
                  <a:pt x="1" y="23"/>
                </a:cubicBezTo>
                <a:cubicBezTo>
                  <a:pt x="1" y="22"/>
                  <a:pt x="2" y="22"/>
                  <a:pt x="3" y="22"/>
                </a:cubicBezTo>
                <a:cubicBezTo>
                  <a:pt x="133" y="22"/>
                  <a:pt x="133" y="22"/>
                  <a:pt x="133" y="22"/>
                </a:cubicBezTo>
                <a:cubicBezTo>
                  <a:pt x="133" y="3"/>
                  <a:pt x="133" y="3"/>
                  <a:pt x="133" y="3"/>
                </a:cubicBezTo>
                <a:cubicBezTo>
                  <a:pt x="133" y="3"/>
                  <a:pt x="133" y="2"/>
                  <a:pt x="134" y="1"/>
                </a:cubicBezTo>
                <a:cubicBezTo>
                  <a:pt x="134" y="1"/>
                  <a:pt x="135" y="0"/>
                  <a:pt x="136" y="0"/>
                </a:cubicBezTo>
                <a:cubicBezTo>
                  <a:pt x="137" y="0"/>
                  <a:pt x="138" y="1"/>
                  <a:pt x="138" y="1"/>
                </a:cubicBezTo>
                <a:cubicBezTo>
                  <a:pt x="169" y="32"/>
                  <a:pt x="169" y="32"/>
                  <a:pt x="169" y="32"/>
                </a:cubicBezTo>
                <a:cubicBezTo>
                  <a:pt x="169" y="32"/>
                  <a:pt x="169" y="33"/>
                  <a:pt x="169" y="34"/>
                </a:cubicBezTo>
                <a:close/>
                <a:moveTo>
                  <a:pt x="169" y="85"/>
                </a:moveTo>
                <a:cubicBezTo>
                  <a:pt x="169" y="103"/>
                  <a:pt x="169" y="103"/>
                  <a:pt x="169" y="103"/>
                </a:cubicBezTo>
                <a:cubicBezTo>
                  <a:pt x="169" y="104"/>
                  <a:pt x="169" y="105"/>
                  <a:pt x="168" y="105"/>
                </a:cubicBezTo>
                <a:cubicBezTo>
                  <a:pt x="168" y="106"/>
                  <a:pt x="167" y="106"/>
                  <a:pt x="166" y="106"/>
                </a:cubicBezTo>
                <a:cubicBezTo>
                  <a:pt x="36" y="106"/>
                  <a:pt x="36" y="106"/>
                  <a:pt x="36" y="106"/>
                </a:cubicBezTo>
                <a:cubicBezTo>
                  <a:pt x="36" y="124"/>
                  <a:pt x="36" y="124"/>
                  <a:pt x="36" y="124"/>
                </a:cubicBezTo>
                <a:cubicBezTo>
                  <a:pt x="36" y="125"/>
                  <a:pt x="36" y="126"/>
                  <a:pt x="35" y="127"/>
                </a:cubicBezTo>
                <a:cubicBezTo>
                  <a:pt x="35" y="127"/>
                  <a:pt x="34" y="128"/>
                  <a:pt x="33" y="128"/>
                </a:cubicBezTo>
                <a:cubicBezTo>
                  <a:pt x="32" y="128"/>
                  <a:pt x="32" y="127"/>
                  <a:pt x="31" y="127"/>
                </a:cubicBezTo>
                <a:cubicBezTo>
                  <a:pt x="1" y="96"/>
                  <a:pt x="1" y="96"/>
                  <a:pt x="1" y="96"/>
                </a:cubicBezTo>
                <a:cubicBezTo>
                  <a:pt x="0" y="96"/>
                  <a:pt x="0" y="95"/>
                  <a:pt x="0" y="94"/>
                </a:cubicBezTo>
                <a:cubicBezTo>
                  <a:pt x="0" y="93"/>
                  <a:pt x="0" y="93"/>
                  <a:pt x="1" y="92"/>
                </a:cubicBezTo>
                <a:cubicBezTo>
                  <a:pt x="31" y="62"/>
                  <a:pt x="31" y="62"/>
                  <a:pt x="31" y="62"/>
                </a:cubicBezTo>
                <a:cubicBezTo>
                  <a:pt x="32" y="61"/>
                  <a:pt x="32" y="61"/>
                  <a:pt x="33" y="61"/>
                </a:cubicBezTo>
                <a:cubicBezTo>
                  <a:pt x="34" y="61"/>
                  <a:pt x="35" y="61"/>
                  <a:pt x="35" y="62"/>
                </a:cubicBezTo>
                <a:cubicBezTo>
                  <a:pt x="36" y="62"/>
                  <a:pt x="36" y="63"/>
                  <a:pt x="36" y="64"/>
                </a:cubicBezTo>
                <a:cubicBezTo>
                  <a:pt x="36" y="82"/>
                  <a:pt x="36" y="82"/>
                  <a:pt x="36" y="82"/>
                </a:cubicBezTo>
                <a:cubicBezTo>
                  <a:pt x="166" y="82"/>
                  <a:pt x="166" y="82"/>
                  <a:pt x="166" y="82"/>
                </a:cubicBezTo>
                <a:cubicBezTo>
                  <a:pt x="167" y="82"/>
                  <a:pt x="168" y="82"/>
                  <a:pt x="168" y="83"/>
                </a:cubicBezTo>
                <a:cubicBezTo>
                  <a:pt x="169" y="84"/>
                  <a:pt x="169" y="84"/>
                  <a:pt x="169" y="85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12" name="Freeform 215"/>
          <p:cNvSpPr>
            <a:spLocks noEditPoints="1"/>
          </p:cNvSpPr>
          <p:nvPr/>
        </p:nvSpPr>
        <p:spPr bwMode="auto">
          <a:xfrm>
            <a:off x="5016533" y="3538136"/>
            <a:ext cx="259332" cy="192339"/>
          </a:xfrm>
          <a:custGeom>
            <a:avLst/>
            <a:gdLst>
              <a:gd name="T0" fmla="*/ 182 w 182"/>
              <a:gd name="T1" fmla="*/ 97 h 133"/>
              <a:gd name="T2" fmla="*/ 171 w 182"/>
              <a:gd name="T3" fmla="*/ 123 h 133"/>
              <a:gd name="T4" fmla="*/ 145 w 182"/>
              <a:gd name="T5" fmla="*/ 133 h 133"/>
              <a:gd name="T6" fmla="*/ 42 w 182"/>
              <a:gd name="T7" fmla="*/ 133 h 133"/>
              <a:gd name="T8" fmla="*/ 13 w 182"/>
              <a:gd name="T9" fmla="*/ 121 h 133"/>
              <a:gd name="T10" fmla="*/ 0 w 182"/>
              <a:gd name="T11" fmla="*/ 91 h 133"/>
              <a:gd name="T12" fmla="*/ 7 w 182"/>
              <a:gd name="T13" fmla="*/ 68 h 133"/>
              <a:gd name="T14" fmla="*/ 25 w 182"/>
              <a:gd name="T15" fmla="*/ 53 h 133"/>
              <a:gd name="T16" fmla="*/ 24 w 182"/>
              <a:gd name="T17" fmla="*/ 49 h 133"/>
              <a:gd name="T18" fmla="*/ 38 w 182"/>
              <a:gd name="T19" fmla="*/ 15 h 133"/>
              <a:gd name="T20" fmla="*/ 73 w 182"/>
              <a:gd name="T21" fmla="*/ 0 h 133"/>
              <a:gd name="T22" fmla="*/ 100 w 182"/>
              <a:gd name="T23" fmla="*/ 9 h 133"/>
              <a:gd name="T24" fmla="*/ 118 w 182"/>
              <a:gd name="T25" fmla="*/ 30 h 133"/>
              <a:gd name="T26" fmla="*/ 133 w 182"/>
              <a:gd name="T27" fmla="*/ 25 h 133"/>
              <a:gd name="T28" fmla="*/ 150 w 182"/>
              <a:gd name="T29" fmla="*/ 32 h 133"/>
              <a:gd name="T30" fmla="*/ 157 w 182"/>
              <a:gd name="T31" fmla="*/ 49 h 133"/>
              <a:gd name="T32" fmla="*/ 154 w 182"/>
              <a:gd name="T33" fmla="*/ 62 h 133"/>
              <a:gd name="T34" fmla="*/ 174 w 182"/>
              <a:gd name="T35" fmla="*/ 75 h 133"/>
              <a:gd name="T36" fmla="*/ 182 w 182"/>
              <a:gd name="T37" fmla="*/ 97 h 133"/>
              <a:gd name="T38" fmla="*/ 121 w 182"/>
              <a:gd name="T39" fmla="*/ 76 h 133"/>
              <a:gd name="T40" fmla="*/ 120 w 182"/>
              <a:gd name="T41" fmla="*/ 74 h 133"/>
              <a:gd name="T42" fmla="*/ 118 w 182"/>
              <a:gd name="T43" fmla="*/ 73 h 133"/>
              <a:gd name="T44" fmla="*/ 97 w 182"/>
              <a:gd name="T45" fmla="*/ 73 h 133"/>
              <a:gd name="T46" fmla="*/ 97 w 182"/>
              <a:gd name="T47" fmla="*/ 40 h 133"/>
              <a:gd name="T48" fmla="*/ 96 w 182"/>
              <a:gd name="T49" fmla="*/ 38 h 133"/>
              <a:gd name="T50" fmla="*/ 94 w 182"/>
              <a:gd name="T51" fmla="*/ 37 h 133"/>
              <a:gd name="T52" fmla="*/ 76 w 182"/>
              <a:gd name="T53" fmla="*/ 37 h 133"/>
              <a:gd name="T54" fmla="*/ 74 w 182"/>
              <a:gd name="T55" fmla="*/ 38 h 133"/>
              <a:gd name="T56" fmla="*/ 73 w 182"/>
              <a:gd name="T57" fmla="*/ 40 h 133"/>
              <a:gd name="T58" fmla="*/ 73 w 182"/>
              <a:gd name="T59" fmla="*/ 73 h 133"/>
              <a:gd name="T60" fmla="*/ 52 w 182"/>
              <a:gd name="T61" fmla="*/ 73 h 133"/>
              <a:gd name="T62" fmla="*/ 49 w 182"/>
              <a:gd name="T63" fmla="*/ 74 h 133"/>
              <a:gd name="T64" fmla="*/ 49 w 182"/>
              <a:gd name="T65" fmla="*/ 76 h 133"/>
              <a:gd name="T66" fmla="*/ 49 w 182"/>
              <a:gd name="T67" fmla="*/ 78 h 133"/>
              <a:gd name="T68" fmla="*/ 83 w 182"/>
              <a:gd name="T69" fmla="*/ 111 h 133"/>
              <a:gd name="T70" fmla="*/ 85 w 182"/>
              <a:gd name="T71" fmla="*/ 112 h 133"/>
              <a:gd name="T72" fmla="*/ 87 w 182"/>
              <a:gd name="T73" fmla="*/ 111 h 133"/>
              <a:gd name="T74" fmla="*/ 120 w 182"/>
              <a:gd name="T75" fmla="*/ 78 h 133"/>
              <a:gd name="T76" fmla="*/ 121 w 182"/>
              <a:gd name="T77" fmla="*/ 76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82" h="133">
                <a:moveTo>
                  <a:pt x="182" y="97"/>
                </a:moveTo>
                <a:cubicBezTo>
                  <a:pt x="182" y="107"/>
                  <a:pt x="178" y="116"/>
                  <a:pt x="171" y="123"/>
                </a:cubicBezTo>
                <a:cubicBezTo>
                  <a:pt x="164" y="130"/>
                  <a:pt x="155" y="133"/>
                  <a:pt x="145" y="133"/>
                </a:cubicBezTo>
                <a:cubicBezTo>
                  <a:pt x="42" y="133"/>
                  <a:pt x="42" y="133"/>
                  <a:pt x="42" y="133"/>
                </a:cubicBezTo>
                <a:cubicBezTo>
                  <a:pt x="31" y="133"/>
                  <a:pt x="21" y="129"/>
                  <a:pt x="13" y="121"/>
                </a:cubicBezTo>
                <a:cubicBezTo>
                  <a:pt x="4" y="113"/>
                  <a:pt x="0" y="103"/>
                  <a:pt x="0" y="91"/>
                </a:cubicBezTo>
                <a:cubicBezTo>
                  <a:pt x="0" y="83"/>
                  <a:pt x="2" y="75"/>
                  <a:pt x="7" y="68"/>
                </a:cubicBezTo>
                <a:cubicBezTo>
                  <a:pt x="11" y="61"/>
                  <a:pt x="17" y="56"/>
                  <a:pt x="25" y="53"/>
                </a:cubicBezTo>
                <a:cubicBezTo>
                  <a:pt x="24" y="51"/>
                  <a:pt x="24" y="50"/>
                  <a:pt x="24" y="49"/>
                </a:cubicBezTo>
                <a:cubicBezTo>
                  <a:pt x="24" y="35"/>
                  <a:pt x="29" y="24"/>
                  <a:pt x="38" y="15"/>
                </a:cubicBezTo>
                <a:cubicBezTo>
                  <a:pt x="48" y="5"/>
                  <a:pt x="59" y="0"/>
                  <a:pt x="73" y="0"/>
                </a:cubicBezTo>
                <a:cubicBezTo>
                  <a:pt x="83" y="0"/>
                  <a:pt x="92" y="3"/>
                  <a:pt x="100" y="9"/>
                </a:cubicBezTo>
                <a:cubicBezTo>
                  <a:pt x="108" y="14"/>
                  <a:pt x="114" y="21"/>
                  <a:pt x="118" y="30"/>
                </a:cubicBezTo>
                <a:cubicBezTo>
                  <a:pt x="122" y="26"/>
                  <a:pt x="127" y="25"/>
                  <a:pt x="133" y="25"/>
                </a:cubicBezTo>
                <a:cubicBezTo>
                  <a:pt x="140" y="25"/>
                  <a:pt x="146" y="27"/>
                  <a:pt x="150" y="32"/>
                </a:cubicBezTo>
                <a:cubicBezTo>
                  <a:pt x="155" y="36"/>
                  <a:pt x="157" y="42"/>
                  <a:pt x="157" y="49"/>
                </a:cubicBezTo>
                <a:cubicBezTo>
                  <a:pt x="157" y="54"/>
                  <a:pt x="156" y="58"/>
                  <a:pt x="154" y="62"/>
                </a:cubicBezTo>
                <a:cubicBezTo>
                  <a:pt x="162" y="64"/>
                  <a:pt x="168" y="68"/>
                  <a:pt x="174" y="75"/>
                </a:cubicBezTo>
                <a:cubicBezTo>
                  <a:pt x="179" y="81"/>
                  <a:pt x="182" y="89"/>
                  <a:pt x="182" y="97"/>
                </a:cubicBezTo>
                <a:close/>
                <a:moveTo>
                  <a:pt x="121" y="76"/>
                </a:moveTo>
                <a:cubicBezTo>
                  <a:pt x="121" y="75"/>
                  <a:pt x="121" y="74"/>
                  <a:pt x="120" y="74"/>
                </a:cubicBezTo>
                <a:cubicBezTo>
                  <a:pt x="120" y="73"/>
                  <a:pt x="119" y="73"/>
                  <a:pt x="118" y="73"/>
                </a:cubicBezTo>
                <a:cubicBezTo>
                  <a:pt x="97" y="73"/>
                  <a:pt x="97" y="73"/>
                  <a:pt x="97" y="73"/>
                </a:cubicBezTo>
                <a:cubicBezTo>
                  <a:pt x="97" y="40"/>
                  <a:pt x="97" y="40"/>
                  <a:pt x="97" y="40"/>
                </a:cubicBezTo>
                <a:cubicBezTo>
                  <a:pt x="97" y="39"/>
                  <a:pt x="97" y="38"/>
                  <a:pt x="96" y="38"/>
                </a:cubicBezTo>
                <a:cubicBezTo>
                  <a:pt x="95" y="37"/>
                  <a:pt x="95" y="37"/>
                  <a:pt x="94" y="37"/>
                </a:cubicBezTo>
                <a:cubicBezTo>
                  <a:pt x="76" y="37"/>
                  <a:pt x="76" y="37"/>
                  <a:pt x="76" y="37"/>
                </a:cubicBezTo>
                <a:cubicBezTo>
                  <a:pt x="75" y="37"/>
                  <a:pt x="74" y="37"/>
                  <a:pt x="74" y="38"/>
                </a:cubicBezTo>
                <a:cubicBezTo>
                  <a:pt x="73" y="38"/>
                  <a:pt x="73" y="39"/>
                  <a:pt x="73" y="40"/>
                </a:cubicBezTo>
                <a:cubicBezTo>
                  <a:pt x="73" y="73"/>
                  <a:pt x="73" y="73"/>
                  <a:pt x="73" y="73"/>
                </a:cubicBezTo>
                <a:cubicBezTo>
                  <a:pt x="52" y="73"/>
                  <a:pt x="52" y="73"/>
                  <a:pt x="52" y="73"/>
                </a:cubicBezTo>
                <a:cubicBezTo>
                  <a:pt x="51" y="73"/>
                  <a:pt x="50" y="73"/>
                  <a:pt x="49" y="74"/>
                </a:cubicBezTo>
                <a:cubicBezTo>
                  <a:pt x="49" y="74"/>
                  <a:pt x="49" y="75"/>
                  <a:pt x="49" y="76"/>
                </a:cubicBezTo>
                <a:cubicBezTo>
                  <a:pt x="49" y="77"/>
                  <a:pt x="49" y="78"/>
                  <a:pt x="49" y="78"/>
                </a:cubicBezTo>
                <a:cubicBezTo>
                  <a:pt x="83" y="111"/>
                  <a:pt x="83" y="111"/>
                  <a:pt x="83" y="111"/>
                </a:cubicBezTo>
                <a:cubicBezTo>
                  <a:pt x="83" y="112"/>
                  <a:pt x="84" y="112"/>
                  <a:pt x="85" y="112"/>
                </a:cubicBezTo>
                <a:cubicBezTo>
                  <a:pt x="86" y="112"/>
                  <a:pt x="86" y="112"/>
                  <a:pt x="87" y="111"/>
                </a:cubicBezTo>
                <a:cubicBezTo>
                  <a:pt x="120" y="78"/>
                  <a:pt x="120" y="78"/>
                  <a:pt x="120" y="78"/>
                </a:cubicBezTo>
                <a:cubicBezTo>
                  <a:pt x="121" y="77"/>
                  <a:pt x="121" y="77"/>
                  <a:pt x="121" y="76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13" name="Freeform 216"/>
          <p:cNvSpPr>
            <a:spLocks noEditPoints="1"/>
          </p:cNvSpPr>
          <p:nvPr/>
        </p:nvSpPr>
        <p:spPr bwMode="auto">
          <a:xfrm>
            <a:off x="5340698" y="3538136"/>
            <a:ext cx="259332" cy="192339"/>
          </a:xfrm>
          <a:custGeom>
            <a:avLst/>
            <a:gdLst>
              <a:gd name="T0" fmla="*/ 182 w 182"/>
              <a:gd name="T1" fmla="*/ 97 h 133"/>
              <a:gd name="T2" fmla="*/ 171 w 182"/>
              <a:gd name="T3" fmla="*/ 123 h 133"/>
              <a:gd name="T4" fmla="*/ 146 w 182"/>
              <a:gd name="T5" fmla="*/ 133 h 133"/>
              <a:gd name="T6" fmla="*/ 43 w 182"/>
              <a:gd name="T7" fmla="*/ 133 h 133"/>
              <a:gd name="T8" fmla="*/ 13 w 182"/>
              <a:gd name="T9" fmla="*/ 121 h 133"/>
              <a:gd name="T10" fmla="*/ 0 w 182"/>
              <a:gd name="T11" fmla="*/ 91 h 133"/>
              <a:gd name="T12" fmla="*/ 7 w 182"/>
              <a:gd name="T13" fmla="*/ 68 h 133"/>
              <a:gd name="T14" fmla="*/ 25 w 182"/>
              <a:gd name="T15" fmla="*/ 53 h 133"/>
              <a:gd name="T16" fmla="*/ 25 w 182"/>
              <a:gd name="T17" fmla="*/ 49 h 133"/>
              <a:gd name="T18" fmla="*/ 39 w 182"/>
              <a:gd name="T19" fmla="*/ 15 h 133"/>
              <a:gd name="T20" fmla="*/ 73 w 182"/>
              <a:gd name="T21" fmla="*/ 0 h 133"/>
              <a:gd name="T22" fmla="*/ 100 w 182"/>
              <a:gd name="T23" fmla="*/ 9 h 133"/>
              <a:gd name="T24" fmla="*/ 118 w 182"/>
              <a:gd name="T25" fmla="*/ 30 h 133"/>
              <a:gd name="T26" fmla="*/ 133 w 182"/>
              <a:gd name="T27" fmla="*/ 25 h 133"/>
              <a:gd name="T28" fmla="*/ 151 w 182"/>
              <a:gd name="T29" fmla="*/ 32 h 133"/>
              <a:gd name="T30" fmla="*/ 158 w 182"/>
              <a:gd name="T31" fmla="*/ 49 h 133"/>
              <a:gd name="T32" fmla="*/ 154 w 182"/>
              <a:gd name="T33" fmla="*/ 62 h 133"/>
              <a:gd name="T34" fmla="*/ 174 w 182"/>
              <a:gd name="T35" fmla="*/ 75 h 133"/>
              <a:gd name="T36" fmla="*/ 182 w 182"/>
              <a:gd name="T37" fmla="*/ 97 h 133"/>
              <a:gd name="T38" fmla="*/ 121 w 182"/>
              <a:gd name="T39" fmla="*/ 70 h 133"/>
              <a:gd name="T40" fmla="*/ 121 w 182"/>
              <a:gd name="T41" fmla="*/ 68 h 133"/>
              <a:gd name="T42" fmla="*/ 87 w 182"/>
              <a:gd name="T43" fmla="*/ 34 h 133"/>
              <a:gd name="T44" fmla="*/ 85 w 182"/>
              <a:gd name="T45" fmla="*/ 34 h 133"/>
              <a:gd name="T46" fmla="*/ 83 w 182"/>
              <a:gd name="T47" fmla="*/ 34 h 133"/>
              <a:gd name="T48" fmla="*/ 50 w 182"/>
              <a:gd name="T49" fmla="*/ 68 h 133"/>
              <a:gd name="T50" fmla="*/ 49 w 182"/>
              <a:gd name="T51" fmla="*/ 70 h 133"/>
              <a:gd name="T52" fmla="*/ 50 w 182"/>
              <a:gd name="T53" fmla="*/ 72 h 133"/>
              <a:gd name="T54" fmla="*/ 52 w 182"/>
              <a:gd name="T55" fmla="*/ 73 h 133"/>
              <a:gd name="T56" fmla="*/ 73 w 182"/>
              <a:gd name="T57" fmla="*/ 73 h 133"/>
              <a:gd name="T58" fmla="*/ 73 w 182"/>
              <a:gd name="T59" fmla="*/ 106 h 133"/>
              <a:gd name="T60" fmla="*/ 74 w 182"/>
              <a:gd name="T61" fmla="*/ 108 h 133"/>
              <a:gd name="T62" fmla="*/ 76 w 182"/>
              <a:gd name="T63" fmla="*/ 109 h 133"/>
              <a:gd name="T64" fmla="*/ 94 w 182"/>
              <a:gd name="T65" fmla="*/ 109 h 133"/>
              <a:gd name="T66" fmla="*/ 96 w 182"/>
              <a:gd name="T67" fmla="*/ 108 h 133"/>
              <a:gd name="T68" fmla="*/ 97 w 182"/>
              <a:gd name="T69" fmla="*/ 106 h 133"/>
              <a:gd name="T70" fmla="*/ 97 w 182"/>
              <a:gd name="T71" fmla="*/ 73 h 133"/>
              <a:gd name="T72" fmla="*/ 118 w 182"/>
              <a:gd name="T73" fmla="*/ 73 h 133"/>
              <a:gd name="T74" fmla="*/ 120 w 182"/>
              <a:gd name="T75" fmla="*/ 72 h 133"/>
              <a:gd name="T76" fmla="*/ 121 w 182"/>
              <a:gd name="T77" fmla="*/ 70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82" h="133">
                <a:moveTo>
                  <a:pt x="182" y="97"/>
                </a:moveTo>
                <a:cubicBezTo>
                  <a:pt x="182" y="107"/>
                  <a:pt x="178" y="116"/>
                  <a:pt x="171" y="123"/>
                </a:cubicBezTo>
                <a:cubicBezTo>
                  <a:pt x="164" y="130"/>
                  <a:pt x="156" y="133"/>
                  <a:pt x="146" y="133"/>
                </a:cubicBezTo>
                <a:cubicBezTo>
                  <a:pt x="43" y="133"/>
                  <a:pt x="43" y="133"/>
                  <a:pt x="43" y="133"/>
                </a:cubicBezTo>
                <a:cubicBezTo>
                  <a:pt x="31" y="133"/>
                  <a:pt x="21" y="129"/>
                  <a:pt x="13" y="121"/>
                </a:cubicBezTo>
                <a:cubicBezTo>
                  <a:pt x="5" y="113"/>
                  <a:pt x="0" y="103"/>
                  <a:pt x="0" y="91"/>
                </a:cubicBezTo>
                <a:cubicBezTo>
                  <a:pt x="0" y="83"/>
                  <a:pt x="3" y="75"/>
                  <a:pt x="7" y="68"/>
                </a:cubicBezTo>
                <a:cubicBezTo>
                  <a:pt x="11" y="61"/>
                  <a:pt x="17" y="56"/>
                  <a:pt x="25" y="53"/>
                </a:cubicBezTo>
                <a:cubicBezTo>
                  <a:pt x="25" y="51"/>
                  <a:pt x="25" y="50"/>
                  <a:pt x="25" y="49"/>
                </a:cubicBezTo>
                <a:cubicBezTo>
                  <a:pt x="25" y="35"/>
                  <a:pt x="29" y="24"/>
                  <a:pt x="39" y="15"/>
                </a:cubicBezTo>
                <a:cubicBezTo>
                  <a:pt x="48" y="5"/>
                  <a:pt x="60" y="0"/>
                  <a:pt x="73" y="0"/>
                </a:cubicBezTo>
                <a:cubicBezTo>
                  <a:pt x="83" y="0"/>
                  <a:pt x="92" y="3"/>
                  <a:pt x="100" y="9"/>
                </a:cubicBezTo>
                <a:cubicBezTo>
                  <a:pt x="108" y="14"/>
                  <a:pt x="114" y="21"/>
                  <a:pt x="118" y="30"/>
                </a:cubicBezTo>
                <a:cubicBezTo>
                  <a:pt x="122" y="26"/>
                  <a:pt x="128" y="25"/>
                  <a:pt x="133" y="25"/>
                </a:cubicBezTo>
                <a:cubicBezTo>
                  <a:pt x="140" y="25"/>
                  <a:pt x="146" y="27"/>
                  <a:pt x="151" y="32"/>
                </a:cubicBezTo>
                <a:cubicBezTo>
                  <a:pt x="155" y="36"/>
                  <a:pt x="158" y="42"/>
                  <a:pt x="158" y="49"/>
                </a:cubicBezTo>
                <a:cubicBezTo>
                  <a:pt x="158" y="54"/>
                  <a:pt x="156" y="58"/>
                  <a:pt x="154" y="62"/>
                </a:cubicBezTo>
                <a:cubicBezTo>
                  <a:pt x="162" y="64"/>
                  <a:pt x="169" y="68"/>
                  <a:pt x="174" y="75"/>
                </a:cubicBezTo>
                <a:cubicBezTo>
                  <a:pt x="179" y="81"/>
                  <a:pt x="182" y="89"/>
                  <a:pt x="182" y="97"/>
                </a:cubicBezTo>
                <a:close/>
                <a:moveTo>
                  <a:pt x="121" y="70"/>
                </a:moveTo>
                <a:cubicBezTo>
                  <a:pt x="121" y="69"/>
                  <a:pt x="121" y="68"/>
                  <a:pt x="121" y="68"/>
                </a:cubicBezTo>
                <a:cubicBezTo>
                  <a:pt x="87" y="34"/>
                  <a:pt x="87" y="34"/>
                  <a:pt x="87" y="34"/>
                </a:cubicBezTo>
                <a:cubicBezTo>
                  <a:pt x="87" y="34"/>
                  <a:pt x="86" y="34"/>
                  <a:pt x="85" y="34"/>
                </a:cubicBezTo>
                <a:cubicBezTo>
                  <a:pt x="84" y="34"/>
                  <a:pt x="83" y="34"/>
                  <a:pt x="83" y="34"/>
                </a:cubicBezTo>
                <a:cubicBezTo>
                  <a:pt x="50" y="68"/>
                  <a:pt x="50" y="68"/>
                  <a:pt x="50" y="68"/>
                </a:cubicBezTo>
                <a:cubicBezTo>
                  <a:pt x="49" y="68"/>
                  <a:pt x="49" y="69"/>
                  <a:pt x="49" y="70"/>
                </a:cubicBezTo>
                <a:cubicBezTo>
                  <a:pt x="49" y="71"/>
                  <a:pt x="49" y="72"/>
                  <a:pt x="50" y="72"/>
                </a:cubicBezTo>
                <a:cubicBezTo>
                  <a:pt x="50" y="73"/>
                  <a:pt x="51" y="73"/>
                  <a:pt x="52" y="73"/>
                </a:cubicBezTo>
                <a:cubicBezTo>
                  <a:pt x="73" y="73"/>
                  <a:pt x="73" y="73"/>
                  <a:pt x="73" y="73"/>
                </a:cubicBezTo>
                <a:cubicBezTo>
                  <a:pt x="73" y="106"/>
                  <a:pt x="73" y="106"/>
                  <a:pt x="73" y="106"/>
                </a:cubicBezTo>
                <a:cubicBezTo>
                  <a:pt x="73" y="107"/>
                  <a:pt x="73" y="108"/>
                  <a:pt x="74" y="108"/>
                </a:cubicBezTo>
                <a:cubicBezTo>
                  <a:pt x="74" y="109"/>
                  <a:pt x="75" y="109"/>
                  <a:pt x="76" y="109"/>
                </a:cubicBezTo>
                <a:cubicBezTo>
                  <a:pt x="94" y="109"/>
                  <a:pt x="94" y="109"/>
                  <a:pt x="94" y="109"/>
                </a:cubicBezTo>
                <a:cubicBezTo>
                  <a:pt x="95" y="109"/>
                  <a:pt x="96" y="109"/>
                  <a:pt x="96" y="108"/>
                </a:cubicBezTo>
                <a:cubicBezTo>
                  <a:pt x="97" y="108"/>
                  <a:pt x="97" y="107"/>
                  <a:pt x="97" y="106"/>
                </a:cubicBezTo>
                <a:cubicBezTo>
                  <a:pt x="97" y="73"/>
                  <a:pt x="97" y="73"/>
                  <a:pt x="97" y="73"/>
                </a:cubicBezTo>
                <a:cubicBezTo>
                  <a:pt x="118" y="73"/>
                  <a:pt x="118" y="73"/>
                  <a:pt x="118" y="73"/>
                </a:cubicBezTo>
                <a:cubicBezTo>
                  <a:pt x="119" y="73"/>
                  <a:pt x="120" y="73"/>
                  <a:pt x="120" y="72"/>
                </a:cubicBezTo>
                <a:cubicBezTo>
                  <a:pt x="121" y="71"/>
                  <a:pt x="121" y="71"/>
                  <a:pt x="121" y="7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14" name="Freeform 217"/>
          <p:cNvSpPr>
            <a:spLocks noEditPoints="1"/>
          </p:cNvSpPr>
          <p:nvPr/>
        </p:nvSpPr>
        <p:spPr bwMode="auto">
          <a:xfrm>
            <a:off x="5664861" y="3538136"/>
            <a:ext cx="190176" cy="209627"/>
          </a:xfrm>
          <a:custGeom>
            <a:avLst/>
            <a:gdLst>
              <a:gd name="T0" fmla="*/ 126 w 133"/>
              <a:gd name="T1" fmla="*/ 139 h 146"/>
              <a:gd name="T2" fmla="*/ 25 w 133"/>
              <a:gd name="T3" fmla="*/ 146 h 146"/>
              <a:gd name="T4" fmla="*/ 0 w 133"/>
              <a:gd name="T5" fmla="*/ 121 h 146"/>
              <a:gd name="T6" fmla="*/ 2 w 133"/>
              <a:gd name="T7" fmla="*/ 96 h 146"/>
              <a:gd name="T8" fmla="*/ 15 w 133"/>
              <a:gd name="T9" fmla="*/ 73 h 146"/>
              <a:gd name="T10" fmla="*/ 24 w 133"/>
              <a:gd name="T11" fmla="*/ 79 h 146"/>
              <a:gd name="T12" fmla="*/ 15 w 133"/>
              <a:gd name="T13" fmla="*/ 105 h 146"/>
              <a:gd name="T14" fmla="*/ 17 w 133"/>
              <a:gd name="T15" fmla="*/ 128 h 146"/>
              <a:gd name="T16" fmla="*/ 43 w 133"/>
              <a:gd name="T17" fmla="*/ 128 h 146"/>
              <a:gd name="T18" fmla="*/ 45 w 133"/>
              <a:gd name="T19" fmla="*/ 105 h 146"/>
              <a:gd name="T20" fmla="*/ 36 w 133"/>
              <a:gd name="T21" fmla="*/ 79 h 146"/>
              <a:gd name="T22" fmla="*/ 66 w 133"/>
              <a:gd name="T23" fmla="*/ 80 h 146"/>
              <a:gd name="T24" fmla="*/ 96 w 133"/>
              <a:gd name="T25" fmla="*/ 79 h 146"/>
              <a:gd name="T26" fmla="*/ 79 w 133"/>
              <a:gd name="T27" fmla="*/ 92 h 146"/>
              <a:gd name="T28" fmla="*/ 72 w 133"/>
              <a:gd name="T29" fmla="*/ 118 h 146"/>
              <a:gd name="T30" fmla="*/ 72 w 133"/>
              <a:gd name="T31" fmla="*/ 131 h 146"/>
              <a:gd name="T32" fmla="*/ 85 w 133"/>
              <a:gd name="T33" fmla="*/ 131 h 146"/>
              <a:gd name="T34" fmla="*/ 84 w 133"/>
              <a:gd name="T35" fmla="*/ 118 h 146"/>
              <a:gd name="T36" fmla="*/ 88 w 133"/>
              <a:gd name="T37" fmla="*/ 101 h 146"/>
              <a:gd name="T38" fmla="*/ 105 w 133"/>
              <a:gd name="T39" fmla="*/ 101 h 146"/>
              <a:gd name="T40" fmla="*/ 109 w 133"/>
              <a:gd name="T41" fmla="*/ 118 h 146"/>
              <a:gd name="T42" fmla="*/ 108 w 133"/>
              <a:gd name="T43" fmla="*/ 131 h 146"/>
              <a:gd name="T44" fmla="*/ 121 w 133"/>
              <a:gd name="T45" fmla="*/ 131 h 146"/>
              <a:gd name="T46" fmla="*/ 121 w 133"/>
              <a:gd name="T47" fmla="*/ 118 h 146"/>
              <a:gd name="T48" fmla="*/ 117 w 133"/>
              <a:gd name="T49" fmla="*/ 97 h 146"/>
              <a:gd name="T50" fmla="*/ 109 w 133"/>
              <a:gd name="T51" fmla="*/ 84 h 146"/>
              <a:gd name="T52" fmla="*/ 108 w 133"/>
              <a:gd name="T53" fmla="*/ 76 h 146"/>
              <a:gd name="T54" fmla="*/ 106 w 133"/>
              <a:gd name="T55" fmla="*/ 68 h 146"/>
              <a:gd name="T56" fmla="*/ 125 w 133"/>
              <a:gd name="T57" fmla="*/ 83 h 146"/>
              <a:gd name="T58" fmla="*/ 132 w 133"/>
              <a:gd name="T59" fmla="*/ 109 h 146"/>
              <a:gd name="T60" fmla="*/ 34 w 133"/>
              <a:gd name="T61" fmla="*/ 111 h 146"/>
              <a:gd name="T62" fmla="*/ 34 w 133"/>
              <a:gd name="T63" fmla="*/ 120 h 146"/>
              <a:gd name="T64" fmla="*/ 26 w 133"/>
              <a:gd name="T65" fmla="*/ 120 h 146"/>
              <a:gd name="T66" fmla="*/ 26 w 133"/>
              <a:gd name="T67" fmla="*/ 111 h 146"/>
              <a:gd name="T68" fmla="*/ 34 w 133"/>
              <a:gd name="T69" fmla="*/ 111 h 146"/>
              <a:gd name="T70" fmla="*/ 103 w 133"/>
              <a:gd name="T71" fmla="*/ 37 h 146"/>
              <a:gd name="T72" fmla="*/ 66 w 133"/>
              <a:gd name="T73" fmla="*/ 73 h 146"/>
              <a:gd name="T74" fmla="*/ 30 w 133"/>
              <a:gd name="T75" fmla="*/ 37 h 146"/>
              <a:gd name="T76" fmla="*/ 66 w 133"/>
              <a:gd name="T77" fmla="*/ 0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33" h="146">
                <a:moveTo>
                  <a:pt x="133" y="121"/>
                </a:moveTo>
                <a:cubicBezTo>
                  <a:pt x="133" y="129"/>
                  <a:pt x="130" y="135"/>
                  <a:pt x="126" y="139"/>
                </a:cubicBezTo>
                <a:cubicBezTo>
                  <a:pt x="121" y="143"/>
                  <a:pt x="115" y="146"/>
                  <a:pt x="108" y="146"/>
                </a:cubicBezTo>
                <a:cubicBezTo>
                  <a:pt x="25" y="146"/>
                  <a:pt x="25" y="146"/>
                  <a:pt x="25" y="146"/>
                </a:cubicBezTo>
                <a:cubicBezTo>
                  <a:pt x="17" y="146"/>
                  <a:pt x="11" y="143"/>
                  <a:pt x="7" y="139"/>
                </a:cubicBezTo>
                <a:cubicBezTo>
                  <a:pt x="2" y="135"/>
                  <a:pt x="0" y="129"/>
                  <a:pt x="0" y="121"/>
                </a:cubicBezTo>
                <a:cubicBezTo>
                  <a:pt x="0" y="117"/>
                  <a:pt x="0" y="113"/>
                  <a:pt x="0" y="109"/>
                </a:cubicBezTo>
                <a:cubicBezTo>
                  <a:pt x="1" y="105"/>
                  <a:pt x="1" y="100"/>
                  <a:pt x="2" y="96"/>
                </a:cubicBezTo>
                <a:cubicBezTo>
                  <a:pt x="4" y="91"/>
                  <a:pt x="5" y="87"/>
                  <a:pt x="7" y="83"/>
                </a:cubicBezTo>
                <a:cubicBezTo>
                  <a:pt x="9" y="79"/>
                  <a:pt x="11" y="76"/>
                  <a:pt x="15" y="73"/>
                </a:cubicBezTo>
                <a:cubicBezTo>
                  <a:pt x="18" y="70"/>
                  <a:pt x="22" y="69"/>
                  <a:pt x="26" y="68"/>
                </a:cubicBezTo>
                <a:cubicBezTo>
                  <a:pt x="25" y="71"/>
                  <a:pt x="24" y="75"/>
                  <a:pt x="24" y="79"/>
                </a:cubicBezTo>
                <a:cubicBezTo>
                  <a:pt x="24" y="98"/>
                  <a:pt x="24" y="98"/>
                  <a:pt x="24" y="98"/>
                </a:cubicBezTo>
                <a:cubicBezTo>
                  <a:pt x="20" y="99"/>
                  <a:pt x="17" y="102"/>
                  <a:pt x="15" y="105"/>
                </a:cubicBezTo>
                <a:cubicBezTo>
                  <a:pt x="13" y="108"/>
                  <a:pt x="12" y="111"/>
                  <a:pt x="12" y="115"/>
                </a:cubicBezTo>
                <a:cubicBezTo>
                  <a:pt x="12" y="120"/>
                  <a:pt x="14" y="125"/>
                  <a:pt x="17" y="128"/>
                </a:cubicBezTo>
                <a:cubicBezTo>
                  <a:pt x="21" y="132"/>
                  <a:pt x="25" y="133"/>
                  <a:pt x="30" y="133"/>
                </a:cubicBezTo>
                <a:cubicBezTo>
                  <a:pt x="35" y="133"/>
                  <a:pt x="39" y="132"/>
                  <a:pt x="43" y="128"/>
                </a:cubicBezTo>
                <a:cubicBezTo>
                  <a:pt x="46" y="125"/>
                  <a:pt x="48" y="120"/>
                  <a:pt x="48" y="115"/>
                </a:cubicBezTo>
                <a:cubicBezTo>
                  <a:pt x="48" y="111"/>
                  <a:pt x="47" y="108"/>
                  <a:pt x="45" y="105"/>
                </a:cubicBezTo>
                <a:cubicBezTo>
                  <a:pt x="42" y="102"/>
                  <a:pt x="40" y="99"/>
                  <a:pt x="36" y="98"/>
                </a:cubicBezTo>
                <a:cubicBezTo>
                  <a:pt x="36" y="79"/>
                  <a:pt x="36" y="79"/>
                  <a:pt x="36" y="79"/>
                </a:cubicBezTo>
                <a:cubicBezTo>
                  <a:pt x="36" y="75"/>
                  <a:pt x="37" y="72"/>
                  <a:pt x="38" y="70"/>
                </a:cubicBezTo>
                <a:cubicBezTo>
                  <a:pt x="47" y="77"/>
                  <a:pt x="56" y="80"/>
                  <a:pt x="66" y="80"/>
                </a:cubicBezTo>
                <a:cubicBezTo>
                  <a:pt x="76" y="80"/>
                  <a:pt x="86" y="77"/>
                  <a:pt x="94" y="70"/>
                </a:cubicBezTo>
                <a:cubicBezTo>
                  <a:pt x="96" y="72"/>
                  <a:pt x="96" y="75"/>
                  <a:pt x="96" y="79"/>
                </a:cubicBezTo>
                <a:cubicBezTo>
                  <a:pt x="96" y="85"/>
                  <a:pt x="96" y="85"/>
                  <a:pt x="96" y="85"/>
                </a:cubicBezTo>
                <a:cubicBezTo>
                  <a:pt x="90" y="85"/>
                  <a:pt x="84" y="87"/>
                  <a:pt x="79" y="92"/>
                </a:cubicBezTo>
                <a:cubicBezTo>
                  <a:pt x="75" y="97"/>
                  <a:pt x="72" y="103"/>
                  <a:pt x="72" y="109"/>
                </a:cubicBezTo>
                <a:cubicBezTo>
                  <a:pt x="72" y="118"/>
                  <a:pt x="72" y="118"/>
                  <a:pt x="72" y="118"/>
                </a:cubicBezTo>
                <a:cubicBezTo>
                  <a:pt x="70" y="119"/>
                  <a:pt x="69" y="122"/>
                  <a:pt x="69" y="124"/>
                </a:cubicBezTo>
                <a:cubicBezTo>
                  <a:pt x="69" y="127"/>
                  <a:pt x="70" y="129"/>
                  <a:pt x="72" y="131"/>
                </a:cubicBezTo>
                <a:cubicBezTo>
                  <a:pt x="74" y="133"/>
                  <a:pt x="76" y="133"/>
                  <a:pt x="78" y="133"/>
                </a:cubicBezTo>
                <a:cubicBezTo>
                  <a:pt x="81" y="133"/>
                  <a:pt x="83" y="133"/>
                  <a:pt x="85" y="131"/>
                </a:cubicBezTo>
                <a:cubicBezTo>
                  <a:pt x="86" y="129"/>
                  <a:pt x="87" y="127"/>
                  <a:pt x="87" y="124"/>
                </a:cubicBezTo>
                <a:cubicBezTo>
                  <a:pt x="87" y="122"/>
                  <a:pt x="86" y="119"/>
                  <a:pt x="84" y="118"/>
                </a:cubicBezTo>
                <a:cubicBezTo>
                  <a:pt x="84" y="109"/>
                  <a:pt x="84" y="109"/>
                  <a:pt x="84" y="109"/>
                </a:cubicBezTo>
                <a:cubicBezTo>
                  <a:pt x="84" y="106"/>
                  <a:pt x="86" y="103"/>
                  <a:pt x="88" y="101"/>
                </a:cubicBezTo>
                <a:cubicBezTo>
                  <a:pt x="90" y="98"/>
                  <a:pt x="93" y="97"/>
                  <a:pt x="96" y="97"/>
                </a:cubicBezTo>
                <a:cubicBezTo>
                  <a:pt x="100" y="97"/>
                  <a:pt x="103" y="98"/>
                  <a:pt x="105" y="101"/>
                </a:cubicBezTo>
                <a:cubicBezTo>
                  <a:pt x="107" y="103"/>
                  <a:pt x="109" y="106"/>
                  <a:pt x="109" y="109"/>
                </a:cubicBezTo>
                <a:cubicBezTo>
                  <a:pt x="109" y="118"/>
                  <a:pt x="109" y="118"/>
                  <a:pt x="109" y="118"/>
                </a:cubicBezTo>
                <a:cubicBezTo>
                  <a:pt x="107" y="119"/>
                  <a:pt x="106" y="122"/>
                  <a:pt x="106" y="124"/>
                </a:cubicBezTo>
                <a:cubicBezTo>
                  <a:pt x="106" y="127"/>
                  <a:pt x="106" y="129"/>
                  <a:pt x="108" y="131"/>
                </a:cubicBezTo>
                <a:cubicBezTo>
                  <a:pt x="110" y="133"/>
                  <a:pt x="112" y="133"/>
                  <a:pt x="115" y="133"/>
                </a:cubicBezTo>
                <a:cubicBezTo>
                  <a:pt x="117" y="133"/>
                  <a:pt x="119" y="133"/>
                  <a:pt x="121" y="131"/>
                </a:cubicBezTo>
                <a:cubicBezTo>
                  <a:pt x="123" y="129"/>
                  <a:pt x="124" y="127"/>
                  <a:pt x="124" y="124"/>
                </a:cubicBezTo>
                <a:cubicBezTo>
                  <a:pt x="124" y="122"/>
                  <a:pt x="123" y="119"/>
                  <a:pt x="121" y="118"/>
                </a:cubicBezTo>
                <a:cubicBezTo>
                  <a:pt x="121" y="109"/>
                  <a:pt x="121" y="109"/>
                  <a:pt x="121" y="109"/>
                </a:cubicBezTo>
                <a:cubicBezTo>
                  <a:pt x="121" y="105"/>
                  <a:pt x="120" y="101"/>
                  <a:pt x="117" y="97"/>
                </a:cubicBezTo>
                <a:cubicBezTo>
                  <a:pt x="115" y="93"/>
                  <a:pt x="112" y="90"/>
                  <a:pt x="109" y="88"/>
                </a:cubicBezTo>
                <a:cubicBezTo>
                  <a:pt x="109" y="88"/>
                  <a:pt x="109" y="86"/>
                  <a:pt x="109" y="84"/>
                </a:cubicBezTo>
                <a:cubicBezTo>
                  <a:pt x="109" y="82"/>
                  <a:pt x="109" y="81"/>
                  <a:pt x="109" y="80"/>
                </a:cubicBezTo>
                <a:cubicBezTo>
                  <a:pt x="109" y="79"/>
                  <a:pt x="108" y="78"/>
                  <a:pt x="108" y="76"/>
                </a:cubicBezTo>
                <a:cubicBezTo>
                  <a:pt x="108" y="74"/>
                  <a:pt x="108" y="73"/>
                  <a:pt x="108" y="71"/>
                </a:cubicBezTo>
                <a:cubicBezTo>
                  <a:pt x="107" y="70"/>
                  <a:pt x="107" y="69"/>
                  <a:pt x="106" y="68"/>
                </a:cubicBezTo>
                <a:cubicBezTo>
                  <a:pt x="111" y="69"/>
                  <a:pt x="115" y="70"/>
                  <a:pt x="118" y="73"/>
                </a:cubicBezTo>
                <a:cubicBezTo>
                  <a:pt x="121" y="76"/>
                  <a:pt x="124" y="79"/>
                  <a:pt x="125" y="83"/>
                </a:cubicBezTo>
                <a:cubicBezTo>
                  <a:pt x="127" y="87"/>
                  <a:pt x="129" y="91"/>
                  <a:pt x="130" y="96"/>
                </a:cubicBezTo>
                <a:cubicBezTo>
                  <a:pt x="131" y="100"/>
                  <a:pt x="132" y="105"/>
                  <a:pt x="132" y="109"/>
                </a:cubicBezTo>
                <a:cubicBezTo>
                  <a:pt x="133" y="113"/>
                  <a:pt x="133" y="117"/>
                  <a:pt x="133" y="121"/>
                </a:cubicBezTo>
                <a:close/>
                <a:moveTo>
                  <a:pt x="34" y="111"/>
                </a:moveTo>
                <a:cubicBezTo>
                  <a:pt x="35" y="112"/>
                  <a:pt x="36" y="114"/>
                  <a:pt x="36" y="115"/>
                </a:cubicBezTo>
                <a:cubicBezTo>
                  <a:pt x="36" y="117"/>
                  <a:pt x="35" y="118"/>
                  <a:pt x="34" y="120"/>
                </a:cubicBezTo>
                <a:cubicBezTo>
                  <a:pt x="33" y="121"/>
                  <a:pt x="32" y="121"/>
                  <a:pt x="30" y="121"/>
                </a:cubicBezTo>
                <a:cubicBezTo>
                  <a:pt x="28" y="121"/>
                  <a:pt x="27" y="121"/>
                  <a:pt x="26" y="120"/>
                </a:cubicBezTo>
                <a:cubicBezTo>
                  <a:pt x="24" y="118"/>
                  <a:pt x="24" y="117"/>
                  <a:pt x="24" y="115"/>
                </a:cubicBezTo>
                <a:cubicBezTo>
                  <a:pt x="24" y="114"/>
                  <a:pt x="24" y="112"/>
                  <a:pt x="26" y="111"/>
                </a:cubicBezTo>
                <a:cubicBezTo>
                  <a:pt x="27" y="110"/>
                  <a:pt x="28" y="109"/>
                  <a:pt x="30" y="109"/>
                </a:cubicBezTo>
                <a:cubicBezTo>
                  <a:pt x="32" y="109"/>
                  <a:pt x="33" y="110"/>
                  <a:pt x="34" y="111"/>
                </a:cubicBezTo>
                <a:close/>
                <a:moveTo>
                  <a:pt x="92" y="11"/>
                </a:moveTo>
                <a:cubicBezTo>
                  <a:pt x="99" y="18"/>
                  <a:pt x="103" y="27"/>
                  <a:pt x="103" y="37"/>
                </a:cubicBezTo>
                <a:cubicBezTo>
                  <a:pt x="103" y="47"/>
                  <a:pt x="99" y="55"/>
                  <a:pt x="92" y="62"/>
                </a:cubicBezTo>
                <a:cubicBezTo>
                  <a:pt x="85" y="69"/>
                  <a:pt x="76" y="73"/>
                  <a:pt x="66" y="73"/>
                </a:cubicBezTo>
                <a:cubicBezTo>
                  <a:pt x="56" y="73"/>
                  <a:pt x="48" y="69"/>
                  <a:pt x="41" y="62"/>
                </a:cubicBezTo>
                <a:cubicBezTo>
                  <a:pt x="33" y="55"/>
                  <a:pt x="30" y="47"/>
                  <a:pt x="30" y="37"/>
                </a:cubicBezTo>
                <a:cubicBezTo>
                  <a:pt x="30" y="27"/>
                  <a:pt x="33" y="18"/>
                  <a:pt x="41" y="11"/>
                </a:cubicBezTo>
                <a:cubicBezTo>
                  <a:pt x="48" y="4"/>
                  <a:pt x="56" y="0"/>
                  <a:pt x="66" y="0"/>
                </a:cubicBezTo>
                <a:cubicBezTo>
                  <a:pt x="76" y="0"/>
                  <a:pt x="85" y="4"/>
                  <a:pt x="92" y="1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15" name="Freeform 218"/>
          <p:cNvSpPr>
            <a:spLocks noEditPoints="1"/>
          </p:cNvSpPr>
          <p:nvPr/>
        </p:nvSpPr>
        <p:spPr bwMode="auto">
          <a:xfrm>
            <a:off x="5917709" y="3538136"/>
            <a:ext cx="192339" cy="209627"/>
          </a:xfrm>
          <a:custGeom>
            <a:avLst/>
            <a:gdLst>
              <a:gd name="T0" fmla="*/ 134 w 134"/>
              <a:gd name="T1" fmla="*/ 55 h 146"/>
              <a:gd name="T2" fmla="*/ 130 w 134"/>
              <a:gd name="T3" fmla="*/ 65 h 146"/>
              <a:gd name="T4" fmla="*/ 122 w 134"/>
              <a:gd name="T5" fmla="*/ 72 h 146"/>
              <a:gd name="T6" fmla="*/ 122 w 134"/>
              <a:gd name="T7" fmla="*/ 109 h 146"/>
              <a:gd name="T8" fmla="*/ 109 w 134"/>
              <a:gd name="T9" fmla="*/ 135 h 146"/>
              <a:gd name="T10" fmla="*/ 79 w 134"/>
              <a:gd name="T11" fmla="*/ 146 h 146"/>
              <a:gd name="T12" fmla="*/ 49 w 134"/>
              <a:gd name="T13" fmla="*/ 135 h 146"/>
              <a:gd name="T14" fmla="*/ 37 w 134"/>
              <a:gd name="T15" fmla="*/ 109 h 146"/>
              <a:gd name="T16" fmla="*/ 37 w 134"/>
              <a:gd name="T17" fmla="*/ 97 h 146"/>
              <a:gd name="T18" fmla="*/ 11 w 134"/>
              <a:gd name="T19" fmla="*/ 85 h 146"/>
              <a:gd name="T20" fmla="*/ 0 w 134"/>
              <a:gd name="T21" fmla="*/ 61 h 146"/>
              <a:gd name="T22" fmla="*/ 0 w 134"/>
              <a:gd name="T23" fmla="*/ 12 h 146"/>
              <a:gd name="T24" fmla="*/ 2 w 134"/>
              <a:gd name="T25" fmla="*/ 8 h 146"/>
              <a:gd name="T26" fmla="*/ 7 w 134"/>
              <a:gd name="T27" fmla="*/ 6 h 146"/>
              <a:gd name="T28" fmla="*/ 8 w 134"/>
              <a:gd name="T29" fmla="*/ 7 h 146"/>
              <a:gd name="T30" fmla="*/ 12 w 134"/>
              <a:gd name="T31" fmla="*/ 2 h 146"/>
              <a:gd name="T32" fmla="*/ 19 w 134"/>
              <a:gd name="T33" fmla="*/ 0 h 146"/>
              <a:gd name="T34" fmla="*/ 27 w 134"/>
              <a:gd name="T35" fmla="*/ 4 h 146"/>
              <a:gd name="T36" fmla="*/ 31 w 134"/>
              <a:gd name="T37" fmla="*/ 12 h 146"/>
              <a:gd name="T38" fmla="*/ 27 w 134"/>
              <a:gd name="T39" fmla="*/ 21 h 146"/>
              <a:gd name="T40" fmla="*/ 19 w 134"/>
              <a:gd name="T41" fmla="*/ 25 h 146"/>
              <a:gd name="T42" fmla="*/ 13 w 134"/>
              <a:gd name="T43" fmla="*/ 23 h 146"/>
              <a:gd name="T44" fmla="*/ 13 w 134"/>
              <a:gd name="T45" fmla="*/ 61 h 146"/>
              <a:gd name="T46" fmla="*/ 21 w 134"/>
              <a:gd name="T47" fmla="*/ 78 h 146"/>
              <a:gd name="T48" fmla="*/ 43 w 134"/>
              <a:gd name="T49" fmla="*/ 85 h 146"/>
              <a:gd name="T50" fmla="*/ 64 w 134"/>
              <a:gd name="T51" fmla="*/ 78 h 146"/>
              <a:gd name="T52" fmla="*/ 73 w 134"/>
              <a:gd name="T53" fmla="*/ 61 h 146"/>
              <a:gd name="T54" fmla="*/ 73 w 134"/>
              <a:gd name="T55" fmla="*/ 23 h 146"/>
              <a:gd name="T56" fmla="*/ 67 w 134"/>
              <a:gd name="T57" fmla="*/ 25 h 146"/>
              <a:gd name="T58" fmla="*/ 58 w 134"/>
              <a:gd name="T59" fmla="*/ 21 h 146"/>
              <a:gd name="T60" fmla="*/ 55 w 134"/>
              <a:gd name="T61" fmla="*/ 12 h 146"/>
              <a:gd name="T62" fmla="*/ 58 w 134"/>
              <a:gd name="T63" fmla="*/ 4 h 146"/>
              <a:gd name="T64" fmla="*/ 67 w 134"/>
              <a:gd name="T65" fmla="*/ 0 h 146"/>
              <a:gd name="T66" fmla="*/ 73 w 134"/>
              <a:gd name="T67" fmla="*/ 2 h 146"/>
              <a:gd name="T68" fmla="*/ 78 w 134"/>
              <a:gd name="T69" fmla="*/ 7 h 146"/>
              <a:gd name="T70" fmla="*/ 79 w 134"/>
              <a:gd name="T71" fmla="*/ 6 h 146"/>
              <a:gd name="T72" fmla="*/ 83 w 134"/>
              <a:gd name="T73" fmla="*/ 8 h 146"/>
              <a:gd name="T74" fmla="*/ 85 w 134"/>
              <a:gd name="T75" fmla="*/ 12 h 146"/>
              <a:gd name="T76" fmla="*/ 85 w 134"/>
              <a:gd name="T77" fmla="*/ 61 h 146"/>
              <a:gd name="T78" fmla="*/ 75 w 134"/>
              <a:gd name="T79" fmla="*/ 85 h 146"/>
              <a:gd name="T80" fmla="*/ 49 w 134"/>
              <a:gd name="T81" fmla="*/ 97 h 146"/>
              <a:gd name="T82" fmla="*/ 49 w 134"/>
              <a:gd name="T83" fmla="*/ 109 h 146"/>
              <a:gd name="T84" fmla="*/ 58 w 134"/>
              <a:gd name="T85" fmla="*/ 126 h 146"/>
              <a:gd name="T86" fmla="*/ 79 w 134"/>
              <a:gd name="T87" fmla="*/ 133 h 146"/>
              <a:gd name="T88" fmla="*/ 101 w 134"/>
              <a:gd name="T89" fmla="*/ 126 h 146"/>
              <a:gd name="T90" fmla="*/ 109 w 134"/>
              <a:gd name="T91" fmla="*/ 109 h 146"/>
              <a:gd name="T92" fmla="*/ 109 w 134"/>
              <a:gd name="T93" fmla="*/ 72 h 146"/>
              <a:gd name="T94" fmla="*/ 101 w 134"/>
              <a:gd name="T95" fmla="*/ 65 h 146"/>
              <a:gd name="T96" fmla="*/ 97 w 134"/>
              <a:gd name="T97" fmla="*/ 55 h 146"/>
              <a:gd name="T98" fmla="*/ 103 w 134"/>
              <a:gd name="T99" fmla="*/ 42 h 146"/>
              <a:gd name="T100" fmla="*/ 115 w 134"/>
              <a:gd name="T101" fmla="*/ 37 h 146"/>
              <a:gd name="T102" fmla="*/ 128 w 134"/>
              <a:gd name="T103" fmla="*/ 42 h 146"/>
              <a:gd name="T104" fmla="*/ 134 w 134"/>
              <a:gd name="T105" fmla="*/ 55 h 146"/>
              <a:gd name="T106" fmla="*/ 120 w 134"/>
              <a:gd name="T107" fmla="*/ 59 h 146"/>
              <a:gd name="T108" fmla="*/ 122 w 134"/>
              <a:gd name="T109" fmla="*/ 55 h 146"/>
              <a:gd name="T110" fmla="*/ 120 w 134"/>
              <a:gd name="T111" fmla="*/ 51 h 146"/>
              <a:gd name="T112" fmla="*/ 115 w 134"/>
              <a:gd name="T113" fmla="*/ 49 h 146"/>
              <a:gd name="T114" fmla="*/ 111 w 134"/>
              <a:gd name="T115" fmla="*/ 51 h 146"/>
              <a:gd name="T116" fmla="*/ 109 w 134"/>
              <a:gd name="T117" fmla="*/ 55 h 146"/>
              <a:gd name="T118" fmla="*/ 111 w 134"/>
              <a:gd name="T119" fmla="*/ 59 h 146"/>
              <a:gd name="T120" fmla="*/ 115 w 134"/>
              <a:gd name="T121" fmla="*/ 61 h 146"/>
              <a:gd name="T122" fmla="*/ 120 w 134"/>
              <a:gd name="T123" fmla="*/ 59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34" h="146">
                <a:moveTo>
                  <a:pt x="134" y="55"/>
                </a:moveTo>
                <a:cubicBezTo>
                  <a:pt x="134" y="59"/>
                  <a:pt x="132" y="62"/>
                  <a:pt x="130" y="65"/>
                </a:cubicBezTo>
                <a:cubicBezTo>
                  <a:pt x="128" y="68"/>
                  <a:pt x="125" y="71"/>
                  <a:pt x="122" y="72"/>
                </a:cubicBezTo>
                <a:cubicBezTo>
                  <a:pt x="122" y="109"/>
                  <a:pt x="122" y="109"/>
                  <a:pt x="122" y="109"/>
                </a:cubicBezTo>
                <a:cubicBezTo>
                  <a:pt x="122" y="119"/>
                  <a:pt x="117" y="128"/>
                  <a:pt x="109" y="135"/>
                </a:cubicBezTo>
                <a:cubicBezTo>
                  <a:pt x="101" y="142"/>
                  <a:pt x="91" y="146"/>
                  <a:pt x="79" y="146"/>
                </a:cubicBezTo>
                <a:cubicBezTo>
                  <a:pt x="67" y="146"/>
                  <a:pt x="58" y="142"/>
                  <a:pt x="49" y="135"/>
                </a:cubicBezTo>
                <a:cubicBezTo>
                  <a:pt x="41" y="128"/>
                  <a:pt x="37" y="119"/>
                  <a:pt x="37" y="109"/>
                </a:cubicBezTo>
                <a:cubicBezTo>
                  <a:pt x="37" y="97"/>
                  <a:pt x="37" y="97"/>
                  <a:pt x="37" y="97"/>
                </a:cubicBezTo>
                <a:cubicBezTo>
                  <a:pt x="26" y="96"/>
                  <a:pt x="18" y="91"/>
                  <a:pt x="11" y="85"/>
                </a:cubicBezTo>
                <a:cubicBezTo>
                  <a:pt x="4" y="78"/>
                  <a:pt x="0" y="70"/>
                  <a:pt x="0" y="61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11"/>
                  <a:pt x="1" y="9"/>
                  <a:pt x="2" y="8"/>
                </a:cubicBezTo>
                <a:cubicBezTo>
                  <a:pt x="3" y="7"/>
                  <a:pt x="5" y="6"/>
                  <a:pt x="7" y="6"/>
                </a:cubicBezTo>
                <a:cubicBezTo>
                  <a:pt x="7" y="6"/>
                  <a:pt x="7" y="6"/>
                  <a:pt x="8" y="7"/>
                </a:cubicBezTo>
                <a:cubicBezTo>
                  <a:pt x="9" y="5"/>
                  <a:pt x="11" y="3"/>
                  <a:pt x="12" y="2"/>
                </a:cubicBezTo>
                <a:cubicBezTo>
                  <a:pt x="14" y="1"/>
                  <a:pt x="16" y="0"/>
                  <a:pt x="19" y="0"/>
                </a:cubicBezTo>
                <a:cubicBezTo>
                  <a:pt x="22" y="0"/>
                  <a:pt x="25" y="2"/>
                  <a:pt x="27" y="4"/>
                </a:cubicBezTo>
                <a:cubicBezTo>
                  <a:pt x="30" y="6"/>
                  <a:pt x="31" y="9"/>
                  <a:pt x="31" y="12"/>
                </a:cubicBezTo>
                <a:cubicBezTo>
                  <a:pt x="31" y="16"/>
                  <a:pt x="30" y="19"/>
                  <a:pt x="27" y="21"/>
                </a:cubicBezTo>
                <a:cubicBezTo>
                  <a:pt x="25" y="23"/>
                  <a:pt x="22" y="25"/>
                  <a:pt x="19" y="25"/>
                </a:cubicBezTo>
                <a:cubicBezTo>
                  <a:pt x="17" y="25"/>
                  <a:pt x="15" y="24"/>
                  <a:pt x="13" y="23"/>
                </a:cubicBezTo>
                <a:cubicBezTo>
                  <a:pt x="13" y="61"/>
                  <a:pt x="13" y="61"/>
                  <a:pt x="13" y="61"/>
                </a:cubicBezTo>
                <a:cubicBezTo>
                  <a:pt x="13" y="68"/>
                  <a:pt x="16" y="73"/>
                  <a:pt x="21" y="78"/>
                </a:cubicBezTo>
                <a:cubicBezTo>
                  <a:pt x="27" y="83"/>
                  <a:pt x="35" y="85"/>
                  <a:pt x="43" y="85"/>
                </a:cubicBezTo>
                <a:cubicBezTo>
                  <a:pt x="51" y="85"/>
                  <a:pt x="58" y="83"/>
                  <a:pt x="64" y="78"/>
                </a:cubicBezTo>
                <a:cubicBezTo>
                  <a:pt x="70" y="73"/>
                  <a:pt x="73" y="68"/>
                  <a:pt x="73" y="61"/>
                </a:cubicBezTo>
                <a:cubicBezTo>
                  <a:pt x="73" y="23"/>
                  <a:pt x="73" y="23"/>
                  <a:pt x="73" y="23"/>
                </a:cubicBezTo>
                <a:cubicBezTo>
                  <a:pt x="71" y="24"/>
                  <a:pt x="69" y="25"/>
                  <a:pt x="67" y="25"/>
                </a:cubicBezTo>
                <a:cubicBezTo>
                  <a:pt x="64" y="25"/>
                  <a:pt x="61" y="23"/>
                  <a:pt x="58" y="21"/>
                </a:cubicBezTo>
                <a:cubicBezTo>
                  <a:pt x="56" y="19"/>
                  <a:pt x="55" y="16"/>
                  <a:pt x="55" y="12"/>
                </a:cubicBezTo>
                <a:cubicBezTo>
                  <a:pt x="55" y="9"/>
                  <a:pt x="56" y="6"/>
                  <a:pt x="58" y="4"/>
                </a:cubicBezTo>
                <a:cubicBezTo>
                  <a:pt x="61" y="2"/>
                  <a:pt x="64" y="0"/>
                  <a:pt x="67" y="0"/>
                </a:cubicBezTo>
                <a:cubicBezTo>
                  <a:pt x="69" y="0"/>
                  <a:pt x="71" y="1"/>
                  <a:pt x="73" y="2"/>
                </a:cubicBezTo>
                <a:cubicBezTo>
                  <a:pt x="75" y="3"/>
                  <a:pt x="77" y="5"/>
                  <a:pt x="78" y="7"/>
                </a:cubicBezTo>
                <a:cubicBezTo>
                  <a:pt x="78" y="6"/>
                  <a:pt x="79" y="6"/>
                  <a:pt x="79" y="6"/>
                </a:cubicBezTo>
                <a:cubicBezTo>
                  <a:pt x="81" y="6"/>
                  <a:pt x="82" y="7"/>
                  <a:pt x="83" y="8"/>
                </a:cubicBezTo>
                <a:cubicBezTo>
                  <a:pt x="85" y="9"/>
                  <a:pt x="85" y="11"/>
                  <a:pt x="85" y="12"/>
                </a:cubicBezTo>
                <a:cubicBezTo>
                  <a:pt x="85" y="61"/>
                  <a:pt x="85" y="61"/>
                  <a:pt x="85" y="61"/>
                </a:cubicBezTo>
                <a:cubicBezTo>
                  <a:pt x="85" y="70"/>
                  <a:pt x="82" y="78"/>
                  <a:pt x="75" y="85"/>
                </a:cubicBezTo>
                <a:cubicBezTo>
                  <a:pt x="68" y="91"/>
                  <a:pt x="59" y="96"/>
                  <a:pt x="49" y="97"/>
                </a:cubicBezTo>
                <a:cubicBezTo>
                  <a:pt x="49" y="109"/>
                  <a:pt x="49" y="109"/>
                  <a:pt x="49" y="109"/>
                </a:cubicBezTo>
                <a:cubicBezTo>
                  <a:pt x="49" y="116"/>
                  <a:pt x="52" y="122"/>
                  <a:pt x="58" y="126"/>
                </a:cubicBezTo>
                <a:cubicBezTo>
                  <a:pt x="64" y="131"/>
                  <a:pt x="71" y="133"/>
                  <a:pt x="79" y="133"/>
                </a:cubicBezTo>
                <a:cubicBezTo>
                  <a:pt x="87" y="133"/>
                  <a:pt x="95" y="131"/>
                  <a:pt x="101" y="126"/>
                </a:cubicBezTo>
                <a:cubicBezTo>
                  <a:pt x="106" y="122"/>
                  <a:pt x="109" y="116"/>
                  <a:pt x="109" y="109"/>
                </a:cubicBezTo>
                <a:cubicBezTo>
                  <a:pt x="109" y="72"/>
                  <a:pt x="109" y="72"/>
                  <a:pt x="109" y="72"/>
                </a:cubicBezTo>
                <a:cubicBezTo>
                  <a:pt x="106" y="71"/>
                  <a:pt x="103" y="68"/>
                  <a:pt x="101" y="65"/>
                </a:cubicBezTo>
                <a:cubicBezTo>
                  <a:pt x="98" y="62"/>
                  <a:pt x="97" y="59"/>
                  <a:pt x="97" y="55"/>
                </a:cubicBezTo>
                <a:cubicBezTo>
                  <a:pt x="97" y="50"/>
                  <a:pt x="99" y="45"/>
                  <a:pt x="103" y="42"/>
                </a:cubicBezTo>
                <a:cubicBezTo>
                  <a:pt x="106" y="38"/>
                  <a:pt x="110" y="37"/>
                  <a:pt x="115" y="37"/>
                </a:cubicBezTo>
                <a:cubicBezTo>
                  <a:pt x="121" y="37"/>
                  <a:pt x="125" y="38"/>
                  <a:pt x="128" y="42"/>
                </a:cubicBezTo>
                <a:cubicBezTo>
                  <a:pt x="132" y="45"/>
                  <a:pt x="134" y="50"/>
                  <a:pt x="134" y="55"/>
                </a:cubicBezTo>
                <a:close/>
                <a:moveTo>
                  <a:pt x="120" y="59"/>
                </a:moveTo>
                <a:cubicBezTo>
                  <a:pt x="121" y="58"/>
                  <a:pt x="122" y="56"/>
                  <a:pt x="122" y="55"/>
                </a:cubicBezTo>
                <a:cubicBezTo>
                  <a:pt x="122" y="53"/>
                  <a:pt x="121" y="52"/>
                  <a:pt x="120" y="51"/>
                </a:cubicBezTo>
                <a:cubicBezTo>
                  <a:pt x="119" y="49"/>
                  <a:pt x="117" y="49"/>
                  <a:pt x="115" y="49"/>
                </a:cubicBezTo>
                <a:cubicBezTo>
                  <a:pt x="114" y="49"/>
                  <a:pt x="112" y="49"/>
                  <a:pt x="111" y="51"/>
                </a:cubicBezTo>
                <a:cubicBezTo>
                  <a:pt x="110" y="52"/>
                  <a:pt x="109" y="53"/>
                  <a:pt x="109" y="55"/>
                </a:cubicBezTo>
                <a:cubicBezTo>
                  <a:pt x="109" y="56"/>
                  <a:pt x="110" y="58"/>
                  <a:pt x="111" y="59"/>
                </a:cubicBezTo>
                <a:cubicBezTo>
                  <a:pt x="112" y="60"/>
                  <a:pt x="114" y="61"/>
                  <a:pt x="115" y="61"/>
                </a:cubicBezTo>
                <a:cubicBezTo>
                  <a:pt x="117" y="61"/>
                  <a:pt x="119" y="60"/>
                  <a:pt x="120" y="5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16" name="Freeform 219"/>
          <p:cNvSpPr>
            <a:spLocks noEditPoints="1"/>
          </p:cNvSpPr>
          <p:nvPr/>
        </p:nvSpPr>
        <p:spPr bwMode="auto">
          <a:xfrm>
            <a:off x="6172721" y="3538136"/>
            <a:ext cx="244204" cy="209627"/>
          </a:xfrm>
          <a:custGeom>
            <a:avLst/>
            <a:gdLst>
              <a:gd name="T0" fmla="*/ 28 w 170"/>
              <a:gd name="T1" fmla="*/ 25 h 146"/>
              <a:gd name="T2" fmla="*/ 28 w 170"/>
              <a:gd name="T3" fmla="*/ 146 h 146"/>
              <a:gd name="T4" fmla="*/ 22 w 170"/>
              <a:gd name="T5" fmla="*/ 146 h 146"/>
              <a:gd name="T6" fmla="*/ 7 w 170"/>
              <a:gd name="T7" fmla="*/ 139 h 146"/>
              <a:gd name="T8" fmla="*/ 0 w 170"/>
              <a:gd name="T9" fmla="*/ 124 h 146"/>
              <a:gd name="T10" fmla="*/ 0 w 170"/>
              <a:gd name="T11" fmla="*/ 46 h 146"/>
              <a:gd name="T12" fmla="*/ 7 w 170"/>
              <a:gd name="T13" fmla="*/ 31 h 146"/>
              <a:gd name="T14" fmla="*/ 22 w 170"/>
              <a:gd name="T15" fmla="*/ 25 h 146"/>
              <a:gd name="T16" fmla="*/ 28 w 170"/>
              <a:gd name="T17" fmla="*/ 25 h 146"/>
              <a:gd name="T18" fmla="*/ 133 w 170"/>
              <a:gd name="T19" fmla="*/ 25 h 146"/>
              <a:gd name="T20" fmla="*/ 133 w 170"/>
              <a:gd name="T21" fmla="*/ 146 h 146"/>
              <a:gd name="T22" fmla="*/ 37 w 170"/>
              <a:gd name="T23" fmla="*/ 146 h 146"/>
              <a:gd name="T24" fmla="*/ 37 w 170"/>
              <a:gd name="T25" fmla="*/ 25 h 146"/>
              <a:gd name="T26" fmla="*/ 49 w 170"/>
              <a:gd name="T27" fmla="*/ 25 h 146"/>
              <a:gd name="T28" fmla="*/ 49 w 170"/>
              <a:gd name="T29" fmla="*/ 9 h 146"/>
              <a:gd name="T30" fmla="*/ 51 w 170"/>
              <a:gd name="T31" fmla="*/ 3 h 146"/>
              <a:gd name="T32" fmla="*/ 58 w 170"/>
              <a:gd name="T33" fmla="*/ 0 h 146"/>
              <a:gd name="T34" fmla="*/ 112 w 170"/>
              <a:gd name="T35" fmla="*/ 0 h 146"/>
              <a:gd name="T36" fmla="*/ 119 w 170"/>
              <a:gd name="T37" fmla="*/ 3 h 146"/>
              <a:gd name="T38" fmla="*/ 121 w 170"/>
              <a:gd name="T39" fmla="*/ 9 h 146"/>
              <a:gd name="T40" fmla="*/ 121 w 170"/>
              <a:gd name="T41" fmla="*/ 25 h 146"/>
              <a:gd name="T42" fmla="*/ 133 w 170"/>
              <a:gd name="T43" fmla="*/ 25 h 146"/>
              <a:gd name="T44" fmla="*/ 61 w 170"/>
              <a:gd name="T45" fmla="*/ 25 h 146"/>
              <a:gd name="T46" fmla="*/ 109 w 170"/>
              <a:gd name="T47" fmla="*/ 25 h 146"/>
              <a:gd name="T48" fmla="*/ 109 w 170"/>
              <a:gd name="T49" fmla="*/ 12 h 146"/>
              <a:gd name="T50" fmla="*/ 61 w 170"/>
              <a:gd name="T51" fmla="*/ 12 h 146"/>
              <a:gd name="T52" fmla="*/ 61 w 170"/>
              <a:gd name="T53" fmla="*/ 25 h 146"/>
              <a:gd name="T54" fmla="*/ 170 w 170"/>
              <a:gd name="T55" fmla="*/ 46 h 146"/>
              <a:gd name="T56" fmla="*/ 170 w 170"/>
              <a:gd name="T57" fmla="*/ 124 h 146"/>
              <a:gd name="T58" fmla="*/ 164 w 170"/>
              <a:gd name="T59" fmla="*/ 139 h 146"/>
              <a:gd name="T60" fmla="*/ 149 w 170"/>
              <a:gd name="T61" fmla="*/ 146 h 146"/>
              <a:gd name="T62" fmla="*/ 143 w 170"/>
              <a:gd name="T63" fmla="*/ 146 h 146"/>
              <a:gd name="T64" fmla="*/ 143 w 170"/>
              <a:gd name="T65" fmla="*/ 25 h 146"/>
              <a:gd name="T66" fmla="*/ 149 w 170"/>
              <a:gd name="T67" fmla="*/ 25 h 146"/>
              <a:gd name="T68" fmla="*/ 164 w 170"/>
              <a:gd name="T69" fmla="*/ 31 h 146"/>
              <a:gd name="T70" fmla="*/ 170 w 170"/>
              <a:gd name="T71" fmla="*/ 46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70" h="146">
                <a:moveTo>
                  <a:pt x="28" y="25"/>
                </a:moveTo>
                <a:cubicBezTo>
                  <a:pt x="28" y="146"/>
                  <a:pt x="28" y="146"/>
                  <a:pt x="28" y="146"/>
                </a:cubicBezTo>
                <a:cubicBezTo>
                  <a:pt x="22" y="146"/>
                  <a:pt x="22" y="146"/>
                  <a:pt x="22" y="146"/>
                </a:cubicBezTo>
                <a:cubicBezTo>
                  <a:pt x="16" y="146"/>
                  <a:pt x="11" y="143"/>
                  <a:pt x="7" y="139"/>
                </a:cubicBezTo>
                <a:cubicBezTo>
                  <a:pt x="2" y="135"/>
                  <a:pt x="0" y="130"/>
                  <a:pt x="0" y="124"/>
                </a:cubicBezTo>
                <a:cubicBezTo>
                  <a:pt x="0" y="46"/>
                  <a:pt x="0" y="46"/>
                  <a:pt x="0" y="46"/>
                </a:cubicBezTo>
                <a:cubicBezTo>
                  <a:pt x="0" y="40"/>
                  <a:pt x="2" y="35"/>
                  <a:pt x="7" y="31"/>
                </a:cubicBezTo>
                <a:cubicBezTo>
                  <a:pt x="11" y="27"/>
                  <a:pt x="16" y="25"/>
                  <a:pt x="22" y="25"/>
                </a:cubicBezTo>
                <a:lnTo>
                  <a:pt x="28" y="25"/>
                </a:lnTo>
                <a:close/>
                <a:moveTo>
                  <a:pt x="133" y="25"/>
                </a:moveTo>
                <a:cubicBezTo>
                  <a:pt x="133" y="146"/>
                  <a:pt x="133" y="146"/>
                  <a:pt x="133" y="146"/>
                </a:cubicBezTo>
                <a:cubicBezTo>
                  <a:pt x="37" y="146"/>
                  <a:pt x="37" y="146"/>
                  <a:pt x="37" y="146"/>
                </a:cubicBezTo>
                <a:cubicBezTo>
                  <a:pt x="37" y="25"/>
                  <a:pt x="37" y="25"/>
                  <a:pt x="37" y="25"/>
                </a:cubicBezTo>
                <a:cubicBezTo>
                  <a:pt x="49" y="25"/>
                  <a:pt x="49" y="25"/>
                  <a:pt x="49" y="25"/>
                </a:cubicBezTo>
                <a:cubicBezTo>
                  <a:pt x="49" y="9"/>
                  <a:pt x="49" y="9"/>
                  <a:pt x="49" y="9"/>
                </a:cubicBezTo>
                <a:cubicBezTo>
                  <a:pt x="49" y="7"/>
                  <a:pt x="50" y="5"/>
                  <a:pt x="51" y="3"/>
                </a:cubicBezTo>
                <a:cubicBezTo>
                  <a:pt x="53" y="1"/>
                  <a:pt x="55" y="0"/>
                  <a:pt x="58" y="0"/>
                </a:cubicBezTo>
                <a:cubicBezTo>
                  <a:pt x="112" y="0"/>
                  <a:pt x="112" y="0"/>
                  <a:pt x="112" y="0"/>
                </a:cubicBezTo>
                <a:cubicBezTo>
                  <a:pt x="115" y="0"/>
                  <a:pt x="117" y="1"/>
                  <a:pt x="119" y="3"/>
                </a:cubicBezTo>
                <a:cubicBezTo>
                  <a:pt x="120" y="5"/>
                  <a:pt x="121" y="7"/>
                  <a:pt x="121" y="9"/>
                </a:cubicBezTo>
                <a:cubicBezTo>
                  <a:pt x="121" y="25"/>
                  <a:pt x="121" y="25"/>
                  <a:pt x="121" y="25"/>
                </a:cubicBezTo>
                <a:lnTo>
                  <a:pt x="133" y="25"/>
                </a:lnTo>
                <a:close/>
                <a:moveTo>
                  <a:pt x="61" y="25"/>
                </a:moveTo>
                <a:cubicBezTo>
                  <a:pt x="109" y="25"/>
                  <a:pt x="109" y="25"/>
                  <a:pt x="109" y="25"/>
                </a:cubicBezTo>
                <a:cubicBezTo>
                  <a:pt x="109" y="12"/>
                  <a:pt x="109" y="12"/>
                  <a:pt x="109" y="12"/>
                </a:cubicBezTo>
                <a:cubicBezTo>
                  <a:pt x="61" y="12"/>
                  <a:pt x="61" y="12"/>
                  <a:pt x="61" y="12"/>
                </a:cubicBezTo>
                <a:lnTo>
                  <a:pt x="61" y="25"/>
                </a:lnTo>
                <a:close/>
                <a:moveTo>
                  <a:pt x="170" y="46"/>
                </a:moveTo>
                <a:cubicBezTo>
                  <a:pt x="170" y="124"/>
                  <a:pt x="170" y="124"/>
                  <a:pt x="170" y="124"/>
                </a:cubicBezTo>
                <a:cubicBezTo>
                  <a:pt x="170" y="130"/>
                  <a:pt x="168" y="135"/>
                  <a:pt x="164" y="139"/>
                </a:cubicBezTo>
                <a:cubicBezTo>
                  <a:pt x="159" y="143"/>
                  <a:pt x="154" y="146"/>
                  <a:pt x="149" y="146"/>
                </a:cubicBezTo>
                <a:cubicBezTo>
                  <a:pt x="143" y="146"/>
                  <a:pt x="143" y="146"/>
                  <a:pt x="143" y="146"/>
                </a:cubicBezTo>
                <a:cubicBezTo>
                  <a:pt x="143" y="25"/>
                  <a:pt x="143" y="25"/>
                  <a:pt x="143" y="25"/>
                </a:cubicBezTo>
                <a:cubicBezTo>
                  <a:pt x="149" y="25"/>
                  <a:pt x="149" y="25"/>
                  <a:pt x="149" y="25"/>
                </a:cubicBezTo>
                <a:cubicBezTo>
                  <a:pt x="154" y="25"/>
                  <a:pt x="159" y="27"/>
                  <a:pt x="164" y="31"/>
                </a:cubicBezTo>
                <a:cubicBezTo>
                  <a:pt x="168" y="35"/>
                  <a:pt x="170" y="40"/>
                  <a:pt x="170" y="46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17" name="Freeform 220"/>
          <p:cNvSpPr>
            <a:spLocks noEditPoints="1"/>
          </p:cNvSpPr>
          <p:nvPr/>
        </p:nvSpPr>
        <p:spPr bwMode="auto">
          <a:xfrm>
            <a:off x="6490400" y="3520847"/>
            <a:ext cx="224755" cy="244204"/>
          </a:xfrm>
          <a:custGeom>
            <a:avLst/>
            <a:gdLst>
              <a:gd name="T0" fmla="*/ 157 w 157"/>
              <a:gd name="T1" fmla="*/ 133 h 170"/>
              <a:gd name="T2" fmla="*/ 153 w 157"/>
              <a:gd name="T3" fmla="*/ 142 h 170"/>
              <a:gd name="T4" fmla="*/ 145 w 157"/>
              <a:gd name="T5" fmla="*/ 145 h 170"/>
              <a:gd name="T6" fmla="*/ 102 w 157"/>
              <a:gd name="T7" fmla="*/ 145 h 170"/>
              <a:gd name="T8" fmla="*/ 95 w 157"/>
              <a:gd name="T9" fmla="*/ 163 h 170"/>
              <a:gd name="T10" fmla="*/ 78 w 157"/>
              <a:gd name="T11" fmla="*/ 170 h 170"/>
              <a:gd name="T12" fmla="*/ 61 w 157"/>
              <a:gd name="T13" fmla="*/ 163 h 170"/>
              <a:gd name="T14" fmla="*/ 54 w 157"/>
              <a:gd name="T15" fmla="*/ 145 h 170"/>
              <a:gd name="T16" fmla="*/ 12 w 157"/>
              <a:gd name="T17" fmla="*/ 145 h 170"/>
              <a:gd name="T18" fmla="*/ 3 w 157"/>
              <a:gd name="T19" fmla="*/ 142 h 170"/>
              <a:gd name="T20" fmla="*/ 0 w 157"/>
              <a:gd name="T21" fmla="*/ 133 h 170"/>
              <a:gd name="T22" fmla="*/ 8 w 157"/>
              <a:gd name="T23" fmla="*/ 125 h 170"/>
              <a:gd name="T24" fmla="*/ 16 w 157"/>
              <a:gd name="T25" fmla="*/ 114 h 170"/>
              <a:gd name="T26" fmla="*/ 23 w 157"/>
              <a:gd name="T27" fmla="*/ 99 h 170"/>
              <a:gd name="T28" fmla="*/ 28 w 157"/>
              <a:gd name="T29" fmla="*/ 79 h 170"/>
              <a:gd name="T30" fmla="*/ 30 w 157"/>
              <a:gd name="T31" fmla="*/ 55 h 170"/>
              <a:gd name="T32" fmla="*/ 41 w 157"/>
              <a:gd name="T33" fmla="*/ 28 h 170"/>
              <a:gd name="T34" fmla="*/ 70 w 157"/>
              <a:gd name="T35" fmla="*/ 13 h 170"/>
              <a:gd name="T36" fmla="*/ 69 w 157"/>
              <a:gd name="T37" fmla="*/ 9 h 170"/>
              <a:gd name="T38" fmla="*/ 72 w 157"/>
              <a:gd name="T39" fmla="*/ 3 h 170"/>
              <a:gd name="T40" fmla="*/ 78 w 157"/>
              <a:gd name="T41" fmla="*/ 0 h 170"/>
              <a:gd name="T42" fmla="*/ 85 w 157"/>
              <a:gd name="T43" fmla="*/ 3 h 170"/>
              <a:gd name="T44" fmla="*/ 87 w 157"/>
              <a:gd name="T45" fmla="*/ 9 h 170"/>
              <a:gd name="T46" fmla="*/ 87 w 157"/>
              <a:gd name="T47" fmla="*/ 13 h 170"/>
              <a:gd name="T48" fmla="*/ 116 w 157"/>
              <a:gd name="T49" fmla="*/ 28 h 170"/>
              <a:gd name="T50" fmla="*/ 127 w 157"/>
              <a:gd name="T51" fmla="*/ 55 h 170"/>
              <a:gd name="T52" fmla="*/ 128 w 157"/>
              <a:gd name="T53" fmla="*/ 79 h 170"/>
              <a:gd name="T54" fmla="*/ 133 w 157"/>
              <a:gd name="T55" fmla="*/ 99 h 170"/>
              <a:gd name="T56" fmla="*/ 140 w 157"/>
              <a:gd name="T57" fmla="*/ 114 h 170"/>
              <a:gd name="T58" fmla="*/ 148 w 157"/>
              <a:gd name="T59" fmla="*/ 125 h 170"/>
              <a:gd name="T60" fmla="*/ 157 w 157"/>
              <a:gd name="T61" fmla="*/ 133 h 170"/>
              <a:gd name="T62" fmla="*/ 17 w 157"/>
              <a:gd name="T63" fmla="*/ 133 h 170"/>
              <a:gd name="T64" fmla="*/ 140 w 157"/>
              <a:gd name="T65" fmla="*/ 133 h 170"/>
              <a:gd name="T66" fmla="*/ 115 w 157"/>
              <a:gd name="T67" fmla="*/ 55 h 170"/>
              <a:gd name="T68" fmla="*/ 112 w 157"/>
              <a:gd name="T69" fmla="*/ 45 h 170"/>
              <a:gd name="T70" fmla="*/ 106 w 157"/>
              <a:gd name="T71" fmla="*/ 35 h 170"/>
              <a:gd name="T72" fmla="*/ 94 w 157"/>
              <a:gd name="T73" fmla="*/ 27 h 170"/>
              <a:gd name="T74" fmla="*/ 78 w 157"/>
              <a:gd name="T75" fmla="*/ 24 h 170"/>
              <a:gd name="T76" fmla="*/ 62 w 157"/>
              <a:gd name="T77" fmla="*/ 27 h 170"/>
              <a:gd name="T78" fmla="*/ 51 w 157"/>
              <a:gd name="T79" fmla="*/ 35 h 170"/>
              <a:gd name="T80" fmla="*/ 44 w 157"/>
              <a:gd name="T81" fmla="*/ 45 h 170"/>
              <a:gd name="T82" fmla="*/ 42 w 157"/>
              <a:gd name="T83" fmla="*/ 55 h 170"/>
              <a:gd name="T84" fmla="*/ 17 w 157"/>
              <a:gd name="T85" fmla="*/ 133 h 170"/>
              <a:gd name="T86" fmla="*/ 80 w 157"/>
              <a:gd name="T87" fmla="*/ 161 h 170"/>
              <a:gd name="T88" fmla="*/ 78 w 157"/>
              <a:gd name="T89" fmla="*/ 159 h 170"/>
              <a:gd name="T90" fmla="*/ 69 w 157"/>
              <a:gd name="T91" fmla="*/ 155 h 170"/>
              <a:gd name="T92" fmla="*/ 65 w 157"/>
              <a:gd name="T93" fmla="*/ 145 h 170"/>
              <a:gd name="T94" fmla="*/ 63 w 157"/>
              <a:gd name="T95" fmla="*/ 144 h 170"/>
              <a:gd name="T96" fmla="*/ 62 w 157"/>
              <a:gd name="T97" fmla="*/ 145 h 170"/>
              <a:gd name="T98" fmla="*/ 66 w 157"/>
              <a:gd name="T99" fmla="*/ 157 h 170"/>
              <a:gd name="T100" fmla="*/ 78 w 157"/>
              <a:gd name="T101" fmla="*/ 162 h 170"/>
              <a:gd name="T102" fmla="*/ 80 w 157"/>
              <a:gd name="T103" fmla="*/ 161 h 1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57" h="170">
                <a:moveTo>
                  <a:pt x="157" y="133"/>
                </a:moveTo>
                <a:cubicBezTo>
                  <a:pt x="157" y="137"/>
                  <a:pt x="156" y="139"/>
                  <a:pt x="153" y="142"/>
                </a:cubicBezTo>
                <a:cubicBezTo>
                  <a:pt x="151" y="144"/>
                  <a:pt x="148" y="145"/>
                  <a:pt x="145" y="145"/>
                </a:cubicBezTo>
                <a:cubicBezTo>
                  <a:pt x="102" y="145"/>
                  <a:pt x="102" y="145"/>
                  <a:pt x="102" y="145"/>
                </a:cubicBezTo>
                <a:cubicBezTo>
                  <a:pt x="102" y="152"/>
                  <a:pt x="100" y="158"/>
                  <a:pt x="95" y="163"/>
                </a:cubicBezTo>
                <a:cubicBezTo>
                  <a:pt x="91" y="167"/>
                  <a:pt x="85" y="170"/>
                  <a:pt x="78" y="170"/>
                </a:cubicBezTo>
                <a:cubicBezTo>
                  <a:pt x="72" y="170"/>
                  <a:pt x="66" y="167"/>
                  <a:pt x="61" y="163"/>
                </a:cubicBezTo>
                <a:cubicBezTo>
                  <a:pt x="56" y="158"/>
                  <a:pt x="54" y="152"/>
                  <a:pt x="54" y="145"/>
                </a:cubicBezTo>
                <a:cubicBezTo>
                  <a:pt x="12" y="145"/>
                  <a:pt x="12" y="145"/>
                  <a:pt x="12" y="145"/>
                </a:cubicBezTo>
                <a:cubicBezTo>
                  <a:pt x="8" y="145"/>
                  <a:pt x="6" y="144"/>
                  <a:pt x="3" y="142"/>
                </a:cubicBezTo>
                <a:cubicBezTo>
                  <a:pt x="1" y="139"/>
                  <a:pt x="0" y="137"/>
                  <a:pt x="0" y="133"/>
                </a:cubicBezTo>
                <a:cubicBezTo>
                  <a:pt x="3" y="131"/>
                  <a:pt x="6" y="128"/>
                  <a:pt x="8" y="125"/>
                </a:cubicBezTo>
                <a:cubicBezTo>
                  <a:pt x="11" y="122"/>
                  <a:pt x="13" y="118"/>
                  <a:pt x="16" y="114"/>
                </a:cubicBezTo>
                <a:cubicBezTo>
                  <a:pt x="19" y="109"/>
                  <a:pt x="21" y="104"/>
                  <a:pt x="23" y="99"/>
                </a:cubicBezTo>
                <a:cubicBezTo>
                  <a:pt x="25" y="93"/>
                  <a:pt x="27" y="87"/>
                  <a:pt x="28" y="79"/>
                </a:cubicBezTo>
                <a:cubicBezTo>
                  <a:pt x="29" y="72"/>
                  <a:pt x="30" y="63"/>
                  <a:pt x="30" y="55"/>
                </a:cubicBezTo>
                <a:cubicBezTo>
                  <a:pt x="30" y="45"/>
                  <a:pt x="33" y="36"/>
                  <a:pt x="41" y="28"/>
                </a:cubicBezTo>
                <a:cubicBezTo>
                  <a:pt x="48" y="20"/>
                  <a:pt x="58" y="15"/>
                  <a:pt x="70" y="13"/>
                </a:cubicBezTo>
                <a:cubicBezTo>
                  <a:pt x="69" y="12"/>
                  <a:pt x="69" y="11"/>
                  <a:pt x="69" y="9"/>
                </a:cubicBezTo>
                <a:cubicBezTo>
                  <a:pt x="69" y="7"/>
                  <a:pt x="70" y="5"/>
                  <a:pt x="72" y="3"/>
                </a:cubicBezTo>
                <a:cubicBezTo>
                  <a:pt x="74" y="1"/>
                  <a:pt x="76" y="0"/>
                  <a:pt x="78" y="0"/>
                </a:cubicBezTo>
                <a:cubicBezTo>
                  <a:pt x="81" y="0"/>
                  <a:pt x="83" y="1"/>
                  <a:pt x="85" y="3"/>
                </a:cubicBezTo>
                <a:cubicBezTo>
                  <a:pt x="86" y="5"/>
                  <a:pt x="87" y="7"/>
                  <a:pt x="87" y="9"/>
                </a:cubicBezTo>
                <a:cubicBezTo>
                  <a:pt x="87" y="11"/>
                  <a:pt x="87" y="12"/>
                  <a:pt x="87" y="13"/>
                </a:cubicBezTo>
                <a:cubicBezTo>
                  <a:pt x="99" y="15"/>
                  <a:pt x="108" y="20"/>
                  <a:pt x="116" y="28"/>
                </a:cubicBezTo>
                <a:cubicBezTo>
                  <a:pt x="123" y="36"/>
                  <a:pt x="127" y="45"/>
                  <a:pt x="127" y="55"/>
                </a:cubicBezTo>
                <a:cubicBezTo>
                  <a:pt x="127" y="63"/>
                  <a:pt x="127" y="72"/>
                  <a:pt x="128" y="79"/>
                </a:cubicBezTo>
                <a:cubicBezTo>
                  <a:pt x="130" y="87"/>
                  <a:pt x="131" y="93"/>
                  <a:pt x="133" y="99"/>
                </a:cubicBezTo>
                <a:cubicBezTo>
                  <a:pt x="135" y="104"/>
                  <a:pt x="137" y="109"/>
                  <a:pt x="140" y="114"/>
                </a:cubicBezTo>
                <a:cubicBezTo>
                  <a:pt x="143" y="118"/>
                  <a:pt x="146" y="122"/>
                  <a:pt x="148" y="125"/>
                </a:cubicBezTo>
                <a:cubicBezTo>
                  <a:pt x="151" y="128"/>
                  <a:pt x="154" y="131"/>
                  <a:pt x="157" y="133"/>
                </a:cubicBezTo>
                <a:close/>
                <a:moveTo>
                  <a:pt x="17" y="133"/>
                </a:moveTo>
                <a:cubicBezTo>
                  <a:pt x="140" y="133"/>
                  <a:pt x="140" y="133"/>
                  <a:pt x="140" y="133"/>
                </a:cubicBezTo>
                <a:cubicBezTo>
                  <a:pt x="123" y="114"/>
                  <a:pt x="115" y="88"/>
                  <a:pt x="115" y="55"/>
                </a:cubicBezTo>
                <a:cubicBezTo>
                  <a:pt x="115" y="51"/>
                  <a:pt x="114" y="48"/>
                  <a:pt x="112" y="45"/>
                </a:cubicBezTo>
                <a:cubicBezTo>
                  <a:pt x="111" y="41"/>
                  <a:pt x="109" y="38"/>
                  <a:pt x="106" y="35"/>
                </a:cubicBezTo>
                <a:cubicBezTo>
                  <a:pt x="103" y="32"/>
                  <a:pt x="99" y="29"/>
                  <a:pt x="94" y="27"/>
                </a:cubicBezTo>
                <a:cubicBezTo>
                  <a:pt x="89" y="25"/>
                  <a:pt x="84" y="24"/>
                  <a:pt x="78" y="24"/>
                </a:cubicBezTo>
                <a:cubicBezTo>
                  <a:pt x="72" y="24"/>
                  <a:pt x="67" y="25"/>
                  <a:pt x="62" y="27"/>
                </a:cubicBezTo>
                <a:cubicBezTo>
                  <a:pt x="57" y="29"/>
                  <a:pt x="54" y="32"/>
                  <a:pt x="51" y="35"/>
                </a:cubicBezTo>
                <a:cubicBezTo>
                  <a:pt x="48" y="38"/>
                  <a:pt x="46" y="41"/>
                  <a:pt x="44" y="45"/>
                </a:cubicBezTo>
                <a:cubicBezTo>
                  <a:pt x="43" y="48"/>
                  <a:pt x="42" y="51"/>
                  <a:pt x="42" y="55"/>
                </a:cubicBezTo>
                <a:cubicBezTo>
                  <a:pt x="42" y="88"/>
                  <a:pt x="34" y="114"/>
                  <a:pt x="17" y="133"/>
                </a:cubicBezTo>
                <a:close/>
                <a:moveTo>
                  <a:pt x="80" y="161"/>
                </a:moveTo>
                <a:cubicBezTo>
                  <a:pt x="80" y="160"/>
                  <a:pt x="79" y="159"/>
                  <a:pt x="78" y="159"/>
                </a:cubicBezTo>
                <a:cubicBezTo>
                  <a:pt x="74" y="159"/>
                  <a:pt x="71" y="158"/>
                  <a:pt x="69" y="155"/>
                </a:cubicBezTo>
                <a:cubicBezTo>
                  <a:pt x="66" y="152"/>
                  <a:pt x="65" y="149"/>
                  <a:pt x="65" y="145"/>
                </a:cubicBezTo>
                <a:cubicBezTo>
                  <a:pt x="65" y="144"/>
                  <a:pt x="64" y="144"/>
                  <a:pt x="63" y="144"/>
                </a:cubicBezTo>
                <a:cubicBezTo>
                  <a:pt x="62" y="144"/>
                  <a:pt x="62" y="144"/>
                  <a:pt x="62" y="145"/>
                </a:cubicBezTo>
                <a:cubicBezTo>
                  <a:pt x="62" y="150"/>
                  <a:pt x="63" y="154"/>
                  <a:pt x="66" y="157"/>
                </a:cubicBezTo>
                <a:cubicBezTo>
                  <a:pt x="70" y="160"/>
                  <a:pt x="74" y="162"/>
                  <a:pt x="78" y="162"/>
                </a:cubicBezTo>
                <a:cubicBezTo>
                  <a:pt x="79" y="162"/>
                  <a:pt x="80" y="162"/>
                  <a:pt x="80" y="16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18" name="Freeform 221"/>
          <p:cNvSpPr>
            <a:spLocks noEditPoints="1"/>
          </p:cNvSpPr>
          <p:nvPr/>
        </p:nvSpPr>
        <p:spPr bwMode="auto">
          <a:xfrm>
            <a:off x="6788632" y="3555425"/>
            <a:ext cx="250688" cy="192339"/>
          </a:xfrm>
          <a:custGeom>
            <a:avLst/>
            <a:gdLst>
              <a:gd name="T0" fmla="*/ 0 w 175"/>
              <a:gd name="T1" fmla="*/ 109 h 134"/>
              <a:gd name="T2" fmla="*/ 169 w 175"/>
              <a:gd name="T3" fmla="*/ 109 h 134"/>
              <a:gd name="T4" fmla="*/ 162 w 175"/>
              <a:gd name="T5" fmla="*/ 126 h 134"/>
              <a:gd name="T6" fmla="*/ 145 w 175"/>
              <a:gd name="T7" fmla="*/ 134 h 134"/>
              <a:gd name="T8" fmla="*/ 24 w 175"/>
              <a:gd name="T9" fmla="*/ 134 h 134"/>
              <a:gd name="T10" fmla="*/ 7 w 175"/>
              <a:gd name="T11" fmla="*/ 126 h 134"/>
              <a:gd name="T12" fmla="*/ 0 w 175"/>
              <a:gd name="T13" fmla="*/ 109 h 134"/>
              <a:gd name="T14" fmla="*/ 165 w 175"/>
              <a:gd name="T15" fmla="*/ 11 h 134"/>
              <a:gd name="T16" fmla="*/ 175 w 175"/>
              <a:gd name="T17" fmla="*/ 37 h 134"/>
              <a:gd name="T18" fmla="*/ 165 w 175"/>
              <a:gd name="T19" fmla="*/ 62 h 134"/>
              <a:gd name="T20" fmla="*/ 139 w 175"/>
              <a:gd name="T21" fmla="*/ 73 h 134"/>
              <a:gd name="T22" fmla="*/ 133 w 175"/>
              <a:gd name="T23" fmla="*/ 73 h 134"/>
              <a:gd name="T24" fmla="*/ 133 w 175"/>
              <a:gd name="T25" fmla="*/ 76 h 134"/>
              <a:gd name="T26" fmla="*/ 127 w 175"/>
              <a:gd name="T27" fmla="*/ 91 h 134"/>
              <a:gd name="T28" fmla="*/ 112 w 175"/>
              <a:gd name="T29" fmla="*/ 97 h 134"/>
              <a:gd name="T30" fmla="*/ 45 w 175"/>
              <a:gd name="T31" fmla="*/ 97 h 134"/>
              <a:gd name="T32" fmla="*/ 30 w 175"/>
              <a:gd name="T33" fmla="*/ 91 h 134"/>
              <a:gd name="T34" fmla="*/ 24 w 175"/>
              <a:gd name="T35" fmla="*/ 76 h 134"/>
              <a:gd name="T36" fmla="*/ 24 w 175"/>
              <a:gd name="T37" fmla="*/ 6 h 134"/>
              <a:gd name="T38" fmla="*/ 26 w 175"/>
              <a:gd name="T39" fmla="*/ 2 h 134"/>
              <a:gd name="T40" fmla="*/ 30 w 175"/>
              <a:gd name="T41" fmla="*/ 0 h 134"/>
              <a:gd name="T42" fmla="*/ 139 w 175"/>
              <a:gd name="T43" fmla="*/ 0 h 134"/>
              <a:gd name="T44" fmla="*/ 165 w 175"/>
              <a:gd name="T45" fmla="*/ 11 h 134"/>
              <a:gd name="T46" fmla="*/ 152 w 175"/>
              <a:gd name="T47" fmla="*/ 50 h 134"/>
              <a:gd name="T48" fmla="*/ 157 w 175"/>
              <a:gd name="T49" fmla="*/ 37 h 134"/>
              <a:gd name="T50" fmla="*/ 152 w 175"/>
              <a:gd name="T51" fmla="*/ 24 h 134"/>
              <a:gd name="T52" fmla="*/ 139 w 175"/>
              <a:gd name="T53" fmla="*/ 19 h 134"/>
              <a:gd name="T54" fmla="*/ 133 w 175"/>
              <a:gd name="T55" fmla="*/ 19 h 134"/>
              <a:gd name="T56" fmla="*/ 133 w 175"/>
              <a:gd name="T57" fmla="*/ 55 h 134"/>
              <a:gd name="T58" fmla="*/ 139 w 175"/>
              <a:gd name="T59" fmla="*/ 55 h 134"/>
              <a:gd name="T60" fmla="*/ 152 w 175"/>
              <a:gd name="T61" fmla="*/ 50 h 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75" h="134">
                <a:moveTo>
                  <a:pt x="0" y="109"/>
                </a:moveTo>
                <a:cubicBezTo>
                  <a:pt x="169" y="109"/>
                  <a:pt x="169" y="109"/>
                  <a:pt x="169" y="109"/>
                </a:cubicBezTo>
                <a:cubicBezTo>
                  <a:pt x="169" y="116"/>
                  <a:pt x="167" y="122"/>
                  <a:pt x="162" y="126"/>
                </a:cubicBezTo>
                <a:cubicBezTo>
                  <a:pt x="157" y="131"/>
                  <a:pt x="152" y="134"/>
                  <a:pt x="145" y="134"/>
                </a:cubicBezTo>
                <a:cubicBezTo>
                  <a:pt x="24" y="134"/>
                  <a:pt x="24" y="134"/>
                  <a:pt x="24" y="134"/>
                </a:cubicBezTo>
                <a:cubicBezTo>
                  <a:pt x="17" y="134"/>
                  <a:pt x="11" y="131"/>
                  <a:pt x="7" y="126"/>
                </a:cubicBezTo>
                <a:cubicBezTo>
                  <a:pt x="2" y="122"/>
                  <a:pt x="0" y="116"/>
                  <a:pt x="0" y="109"/>
                </a:cubicBezTo>
                <a:close/>
                <a:moveTo>
                  <a:pt x="165" y="11"/>
                </a:moveTo>
                <a:cubicBezTo>
                  <a:pt x="172" y="18"/>
                  <a:pt x="175" y="27"/>
                  <a:pt x="175" y="37"/>
                </a:cubicBezTo>
                <a:cubicBezTo>
                  <a:pt x="175" y="47"/>
                  <a:pt x="172" y="55"/>
                  <a:pt x="165" y="62"/>
                </a:cubicBezTo>
                <a:cubicBezTo>
                  <a:pt x="157" y="69"/>
                  <a:pt x="149" y="73"/>
                  <a:pt x="139" y="73"/>
                </a:cubicBezTo>
                <a:cubicBezTo>
                  <a:pt x="133" y="73"/>
                  <a:pt x="133" y="73"/>
                  <a:pt x="133" y="73"/>
                </a:cubicBezTo>
                <a:cubicBezTo>
                  <a:pt x="133" y="76"/>
                  <a:pt x="133" y="76"/>
                  <a:pt x="133" y="76"/>
                </a:cubicBezTo>
                <a:cubicBezTo>
                  <a:pt x="133" y="82"/>
                  <a:pt x="131" y="87"/>
                  <a:pt x="127" y="91"/>
                </a:cubicBezTo>
                <a:cubicBezTo>
                  <a:pt x="122" y="95"/>
                  <a:pt x="117" y="97"/>
                  <a:pt x="112" y="97"/>
                </a:cubicBezTo>
                <a:cubicBezTo>
                  <a:pt x="45" y="97"/>
                  <a:pt x="45" y="97"/>
                  <a:pt x="45" y="97"/>
                </a:cubicBezTo>
                <a:cubicBezTo>
                  <a:pt x="39" y="97"/>
                  <a:pt x="34" y="95"/>
                  <a:pt x="30" y="91"/>
                </a:cubicBezTo>
                <a:cubicBezTo>
                  <a:pt x="26" y="87"/>
                  <a:pt x="24" y="82"/>
                  <a:pt x="24" y="76"/>
                </a:cubicBezTo>
                <a:cubicBezTo>
                  <a:pt x="24" y="6"/>
                  <a:pt x="24" y="6"/>
                  <a:pt x="24" y="6"/>
                </a:cubicBezTo>
                <a:cubicBezTo>
                  <a:pt x="24" y="5"/>
                  <a:pt x="24" y="3"/>
                  <a:pt x="26" y="2"/>
                </a:cubicBezTo>
                <a:cubicBezTo>
                  <a:pt x="27" y="1"/>
                  <a:pt x="28" y="0"/>
                  <a:pt x="30" y="0"/>
                </a:cubicBezTo>
                <a:cubicBezTo>
                  <a:pt x="139" y="0"/>
                  <a:pt x="139" y="0"/>
                  <a:pt x="139" y="0"/>
                </a:cubicBezTo>
                <a:cubicBezTo>
                  <a:pt x="149" y="0"/>
                  <a:pt x="157" y="4"/>
                  <a:pt x="165" y="11"/>
                </a:cubicBezTo>
                <a:close/>
                <a:moveTo>
                  <a:pt x="152" y="50"/>
                </a:moveTo>
                <a:cubicBezTo>
                  <a:pt x="155" y="46"/>
                  <a:pt x="157" y="42"/>
                  <a:pt x="157" y="37"/>
                </a:cubicBezTo>
                <a:cubicBezTo>
                  <a:pt x="157" y="32"/>
                  <a:pt x="155" y="27"/>
                  <a:pt x="152" y="24"/>
                </a:cubicBezTo>
                <a:cubicBezTo>
                  <a:pt x="148" y="20"/>
                  <a:pt x="144" y="19"/>
                  <a:pt x="139" y="19"/>
                </a:cubicBezTo>
                <a:cubicBezTo>
                  <a:pt x="133" y="19"/>
                  <a:pt x="133" y="19"/>
                  <a:pt x="133" y="19"/>
                </a:cubicBezTo>
                <a:cubicBezTo>
                  <a:pt x="133" y="55"/>
                  <a:pt x="133" y="55"/>
                  <a:pt x="133" y="55"/>
                </a:cubicBezTo>
                <a:cubicBezTo>
                  <a:pt x="139" y="55"/>
                  <a:pt x="139" y="55"/>
                  <a:pt x="139" y="55"/>
                </a:cubicBezTo>
                <a:cubicBezTo>
                  <a:pt x="144" y="55"/>
                  <a:pt x="148" y="53"/>
                  <a:pt x="152" y="5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19" name="Freeform 222"/>
          <p:cNvSpPr>
            <a:spLocks noEditPoints="1"/>
          </p:cNvSpPr>
          <p:nvPr/>
        </p:nvSpPr>
        <p:spPr bwMode="auto">
          <a:xfrm>
            <a:off x="7112797" y="3520847"/>
            <a:ext cx="190176" cy="244204"/>
          </a:xfrm>
          <a:custGeom>
            <a:avLst/>
            <a:gdLst>
              <a:gd name="T0" fmla="*/ 60 w 133"/>
              <a:gd name="T1" fmla="*/ 6 h 170"/>
              <a:gd name="T2" fmla="*/ 60 w 133"/>
              <a:gd name="T3" fmla="*/ 67 h 170"/>
              <a:gd name="T4" fmla="*/ 57 w 133"/>
              <a:gd name="T5" fmla="*/ 77 h 170"/>
              <a:gd name="T6" fmla="*/ 48 w 133"/>
              <a:gd name="T7" fmla="*/ 84 h 170"/>
              <a:gd name="T8" fmla="*/ 48 w 133"/>
              <a:gd name="T9" fmla="*/ 158 h 170"/>
              <a:gd name="T10" fmla="*/ 45 w 133"/>
              <a:gd name="T11" fmla="*/ 166 h 170"/>
              <a:gd name="T12" fmla="*/ 36 w 133"/>
              <a:gd name="T13" fmla="*/ 170 h 170"/>
              <a:gd name="T14" fmla="*/ 24 w 133"/>
              <a:gd name="T15" fmla="*/ 170 h 170"/>
              <a:gd name="T16" fmla="*/ 16 w 133"/>
              <a:gd name="T17" fmla="*/ 166 h 170"/>
              <a:gd name="T18" fmla="*/ 12 w 133"/>
              <a:gd name="T19" fmla="*/ 158 h 170"/>
              <a:gd name="T20" fmla="*/ 12 w 133"/>
              <a:gd name="T21" fmla="*/ 84 h 170"/>
              <a:gd name="T22" fmla="*/ 3 w 133"/>
              <a:gd name="T23" fmla="*/ 77 h 170"/>
              <a:gd name="T24" fmla="*/ 0 w 133"/>
              <a:gd name="T25" fmla="*/ 67 h 170"/>
              <a:gd name="T26" fmla="*/ 0 w 133"/>
              <a:gd name="T27" fmla="*/ 6 h 170"/>
              <a:gd name="T28" fmla="*/ 2 w 133"/>
              <a:gd name="T29" fmla="*/ 2 h 170"/>
              <a:gd name="T30" fmla="*/ 6 w 133"/>
              <a:gd name="T31" fmla="*/ 0 h 170"/>
              <a:gd name="T32" fmla="*/ 10 w 133"/>
              <a:gd name="T33" fmla="*/ 2 h 170"/>
              <a:gd name="T34" fmla="*/ 12 w 133"/>
              <a:gd name="T35" fmla="*/ 6 h 170"/>
              <a:gd name="T36" fmla="*/ 12 w 133"/>
              <a:gd name="T37" fmla="*/ 46 h 170"/>
              <a:gd name="T38" fmla="*/ 14 w 133"/>
              <a:gd name="T39" fmla="*/ 50 h 170"/>
              <a:gd name="T40" fmla="*/ 18 w 133"/>
              <a:gd name="T41" fmla="*/ 52 h 170"/>
              <a:gd name="T42" fmla="*/ 22 w 133"/>
              <a:gd name="T43" fmla="*/ 50 h 170"/>
              <a:gd name="T44" fmla="*/ 24 w 133"/>
              <a:gd name="T45" fmla="*/ 46 h 170"/>
              <a:gd name="T46" fmla="*/ 24 w 133"/>
              <a:gd name="T47" fmla="*/ 6 h 170"/>
              <a:gd name="T48" fmla="*/ 26 w 133"/>
              <a:gd name="T49" fmla="*/ 2 h 170"/>
              <a:gd name="T50" fmla="*/ 30 w 133"/>
              <a:gd name="T51" fmla="*/ 0 h 170"/>
              <a:gd name="T52" fmla="*/ 34 w 133"/>
              <a:gd name="T53" fmla="*/ 2 h 170"/>
              <a:gd name="T54" fmla="*/ 36 w 133"/>
              <a:gd name="T55" fmla="*/ 6 h 170"/>
              <a:gd name="T56" fmla="*/ 36 w 133"/>
              <a:gd name="T57" fmla="*/ 46 h 170"/>
              <a:gd name="T58" fmla="*/ 38 w 133"/>
              <a:gd name="T59" fmla="*/ 50 h 170"/>
              <a:gd name="T60" fmla="*/ 42 w 133"/>
              <a:gd name="T61" fmla="*/ 52 h 170"/>
              <a:gd name="T62" fmla="*/ 47 w 133"/>
              <a:gd name="T63" fmla="*/ 50 h 170"/>
              <a:gd name="T64" fmla="*/ 48 w 133"/>
              <a:gd name="T65" fmla="*/ 46 h 170"/>
              <a:gd name="T66" fmla="*/ 48 w 133"/>
              <a:gd name="T67" fmla="*/ 6 h 170"/>
              <a:gd name="T68" fmla="*/ 50 w 133"/>
              <a:gd name="T69" fmla="*/ 2 h 170"/>
              <a:gd name="T70" fmla="*/ 54 w 133"/>
              <a:gd name="T71" fmla="*/ 0 h 170"/>
              <a:gd name="T72" fmla="*/ 59 w 133"/>
              <a:gd name="T73" fmla="*/ 2 h 170"/>
              <a:gd name="T74" fmla="*/ 60 w 133"/>
              <a:gd name="T75" fmla="*/ 6 h 170"/>
              <a:gd name="T76" fmla="*/ 133 w 133"/>
              <a:gd name="T77" fmla="*/ 6 h 170"/>
              <a:gd name="T78" fmla="*/ 133 w 133"/>
              <a:gd name="T79" fmla="*/ 158 h 170"/>
              <a:gd name="T80" fmla="*/ 129 w 133"/>
              <a:gd name="T81" fmla="*/ 166 h 170"/>
              <a:gd name="T82" fmla="*/ 121 w 133"/>
              <a:gd name="T83" fmla="*/ 170 h 170"/>
              <a:gd name="T84" fmla="*/ 109 w 133"/>
              <a:gd name="T85" fmla="*/ 170 h 170"/>
              <a:gd name="T86" fmla="*/ 100 w 133"/>
              <a:gd name="T87" fmla="*/ 166 h 170"/>
              <a:gd name="T88" fmla="*/ 97 w 133"/>
              <a:gd name="T89" fmla="*/ 158 h 170"/>
              <a:gd name="T90" fmla="*/ 97 w 133"/>
              <a:gd name="T91" fmla="*/ 109 h 170"/>
              <a:gd name="T92" fmla="*/ 76 w 133"/>
              <a:gd name="T93" fmla="*/ 109 h 170"/>
              <a:gd name="T94" fmla="*/ 73 w 133"/>
              <a:gd name="T95" fmla="*/ 108 h 170"/>
              <a:gd name="T96" fmla="*/ 73 w 133"/>
              <a:gd name="T97" fmla="*/ 106 h 170"/>
              <a:gd name="T98" fmla="*/ 73 w 133"/>
              <a:gd name="T99" fmla="*/ 30 h 170"/>
              <a:gd name="T100" fmla="*/ 81 w 133"/>
              <a:gd name="T101" fmla="*/ 9 h 170"/>
              <a:gd name="T102" fmla="*/ 103 w 133"/>
              <a:gd name="T103" fmla="*/ 0 h 170"/>
              <a:gd name="T104" fmla="*/ 127 w 133"/>
              <a:gd name="T105" fmla="*/ 0 h 170"/>
              <a:gd name="T106" fmla="*/ 131 w 133"/>
              <a:gd name="T107" fmla="*/ 2 h 170"/>
              <a:gd name="T108" fmla="*/ 133 w 133"/>
              <a:gd name="T109" fmla="*/ 6 h 1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33" h="170">
                <a:moveTo>
                  <a:pt x="60" y="6"/>
                </a:moveTo>
                <a:cubicBezTo>
                  <a:pt x="60" y="67"/>
                  <a:pt x="60" y="67"/>
                  <a:pt x="60" y="67"/>
                </a:cubicBezTo>
                <a:cubicBezTo>
                  <a:pt x="60" y="71"/>
                  <a:pt x="59" y="74"/>
                  <a:pt x="57" y="77"/>
                </a:cubicBezTo>
                <a:cubicBezTo>
                  <a:pt x="55" y="80"/>
                  <a:pt x="52" y="83"/>
                  <a:pt x="48" y="84"/>
                </a:cubicBezTo>
                <a:cubicBezTo>
                  <a:pt x="48" y="158"/>
                  <a:pt x="48" y="158"/>
                  <a:pt x="48" y="158"/>
                </a:cubicBezTo>
                <a:cubicBezTo>
                  <a:pt x="48" y="161"/>
                  <a:pt x="47" y="164"/>
                  <a:pt x="45" y="166"/>
                </a:cubicBezTo>
                <a:cubicBezTo>
                  <a:pt x="42" y="168"/>
                  <a:pt x="39" y="170"/>
                  <a:pt x="36" y="170"/>
                </a:cubicBezTo>
                <a:cubicBezTo>
                  <a:pt x="24" y="170"/>
                  <a:pt x="24" y="170"/>
                  <a:pt x="24" y="170"/>
                </a:cubicBezTo>
                <a:cubicBezTo>
                  <a:pt x="21" y="170"/>
                  <a:pt x="18" y="168"/>
                  <a:pt x="16" y="166"/>
                </a:cubicBezTo>
                <a:cubicBezTo>
                  <a:pt x="13" y="164"/>
                  <a:pt x="12" y="161"/>
                  <a:pt x="12" y="158"/>
                </a:cubicBezTo>
                <a:cubicBezTo>
                  <a:pt x="12" y="84"/>
                  <a:pt x="12" y="84"/>
                  <a:pt x="12" y="84"/>
                </a:cubicBezTo>
                <a:cubicBezTo>
                  <a:pt x="8" y="83"/>
                  <a:pt x="6" y="80"/>
                  <a:pt x="3" y="77"/>
                </a:cubicBezTo>
                <a:cubicBezTo>
                  <a:pt x="1" y="74"/>
                  <a:pt x="0" y="71"/>
                  <a:pt x="0" y="67"/>
                </a:cubicBezTo>
                <a:cubicBezTo>
                  <a:pt x="0" y="6"/>
                  <a:pt x="0" y="6"/>
                  <a:pt x="0" y="6"/>
                </a:cubicBezTo>
                <a:cubicBezTo>
                  <a:pt x="0" y="5"/>
                  <a:pt x="1" y="3"/>
                  <a:pt x="2" y="2"/>
                </a:cubicBezTo>
                <a:cubicBezTo>
                  <a:pt x="3" y="1"/>
                  <a:pt x="4" y="0"/>
                  <a:pt x="6" y="0"/>
                </a:cubicBezTo>
                <a:cubicBezTo>
                  <a:pt x="8" y="0"/>
                  <a:pt x="9" y="1"/>
                  <a:pt x="10" y="2"/>
                </a:cubicBezTo>
                <a:cubicBezTo>
                  <a:pt x="11" y="3"/>
                  <a:pt x="12" y="5"/>
                  <a:pt x="12" y="6"/>
                </a:cubicBezTo>
                <a:cubicBezTo>
                  <a:pt x="12" y="46"/>
                  <a:pt x="12" y="46"/>
                  <a:pt x="12" y="46"/>
                </a:cubicBezTo>
                <a:cubicBezTo>
                  <a:pt x="12" y="47"/>
                  <a:pt x="13" y="49"/>
                  <a:pt x="14" y="50"/>
                </a:cubicBezTo>
                <a:cubicBezTo>
                  <a:pt x="15" y="51"/>
                  <a:pt x="16" y="52"/>
                  <a:pt x="18" y="52"/>
                </a:cubicBezTo>
                <a:cubicBezTo>
                  <a:pt x="20" y="52"/>
                  <a:pt x="21" y="51"/>
                  <a:pt x="22" y="50"/>
                </a:cubicBezTo>
                <a:cubicBezTo>
                  <a:pt x="24" y="49"/>
                  <a:pt x="24" y="47"/>
                  <a:pt x="24" y="46"/>
                </a:cubicBezTo>
                <a:cubicBezTo>
                  <a:pt x="24" y="6"/>
                  <a:pt x="24" y="6"/>
                  <a:pt x="24" y="6"/>
                </a:cubicBezTo>
                <a:cubicBezTo>
                  <a:pt x="24" y="5"/>
                  <a:pt x="25" y="3"/>
                  <a:pt x="26" y="2"/>
                </a:cubicBezTo>
                <a:cubicBezTo>
                  <a:pt x="27" y="1"/>
                  <a:pt x="29" y="0"/>
                  <a:pt x="30" y="0"/>
                </a:cubicBezTo>
                <a:cubicBezTo>
                  <a:pt x="32" y="0"/>
                  <a:pt x="33" y="1"/>
                  <a:pt x="34" y="2"/>
                </a:cubicBezTo>
                <a:cubicBezTo>
                  <a:pt x="36" y="3"/>
                  <a:pt x="36" y="5"/>
                  <a:pt x="36" y="6"/>
                </a:cubicBezTo>
                <a:cubicBezTo>
                  <a:pt x="36" y="46"/>
                  <a:pt x="36" y="46"/>
                  <a:pt x="36" y="46"/>
                </a:cubicBezTo>
                <a:cubicBezTo>
                  <a:pt x="36" y="47"/>
                  <a:pt x="37" y="49"/>
                  <a:pt x="38" y="50"/>
                </a:cubicBezTo>
                <a:cubicBezTo>
                  <a:pt x="39" y="51"/>
                  <a:pt x="41" y="52"/>
                  <a:pt x="42" y="52"/>
                </a:cubicBezTo>
                <a:cubicBezTo>
                  <a:pt x="44" y="52"/>
                  <a:pt x="45" y="51"/>
                  <a:pt x="47" y="50"/>
                </a:cubicBezTo>
                <a:cubicBezTo>
                  <a:pt x="48" y="49"/>
                  <a:pt x="48" y="47"/>
                  <a:pt x="48" y="46"/>
                </a:cubicBezTo>
                <a:cubicBezTo>
                  <a:pt x="48" y="6"/>
                  <a:pt x="48" y="6"/>
                  <a:pt x="48" y="6"/>
                </a:cubicBezTo>
                <a:cubicBezTo>
                  <a:pt x="48" y="5"/>
                  <a:pt x="49" y="3"/>
                  <a:pt x="50" y="2"/>
                </a:cubicBezTo>
                <a:cubicBezTo>
                  <a:pt x="51" y="1"/>
                  <a:pt x="53" y="0"/>
                  <a:pt x="54" y="0"/>
                </a:cubicBezTo>
                <a:cubicBezTo>
                  <a:pt x="56" y="0"/>
                  <a:pt x="57" y="1"/>
                  <a:pt x="59" y="2"/>
                </a:cubicBezTo>
                <a:cubicBezTo>
                  <a:pt x="60" y="3"/>
                  <a:pt x="60" y="5"/>
                  <a:pt x="60" y="6"/>
                </a:cubicBezTo>
                <a:close/>
                <a:moveTo>
                  <a:pt x="133" y="6"/>
                </a:moveTo>
                <a:cubicBezTo>
                  <a:pt x="133" y="158"/>
                  <a:pt x="133" y="158"/>
                  <a:pt x="133" y="158"/>
                </a:cubicBezTo>
                <a:cubicBezTo>
                  <a:pt x="133" y="161"/>
                  <a:pt x="132" y="164"/>
                  <a:pt x="129" y="166"/>
                </a:cubicBezTo>
                <a:cubicBezTo>
                  <a:pt x="127" y="168"/>
                  <a:pt x="124" y="170"/>
                  <a:pt x="121" y="170"/>
                </a:cubicBezTo>
                <a:cubicBezTo>
                  <a:pt x="109" y="170"/>
                  <a:pt x="109" y="170"/>
                  <a:pt x="109" y="170"/>
                </a:cubicBezTo>
                <a:cubicBezTo>
                  <a:pt x="106" y="170"/>
                  <a:pt x="103" y="168"/>
                  <a:pt x="100" y="166"/>
                </a:cubicBezTo>
                <a:cubicBezTo>
                  <a:pt x="98" y="164"/>
                  <a:pt x="97" y="161"/>
                  <a:pt x="97" y="158"/>
                </a:cubicBezTo>
                <a:cubicBezTo>
                  <a:pt x="97" y="109"/>
                  <a:pt x="97" y="109"/>
                  <a:pt x="97" y="109"/>
                </a:cubicBezTo>
                <a:cubicBezTo>
                  <a:pt x="76" y="109"/>
                  <a:pt x="76" y="109"/>
                  <a:pt x="76" y="109"/>
                </a:cubicBezTo>
                <a:cubicBezTo>
                  <a:pt x="75" y="109"/>
                  <a:pt x="74" y="109"/>
                  <a:pt x="73" y="108"/>
                </a:cubicBezTo>
                <a:cubicBezTo>
                  <a:pt x="73" y="108"/>
                  <a:pt x="73" y="107"/>
                  <a:pt x="73" y="106"/>
                </a:cubicBezTo>
                <a:cubicBezTo>
                  <a:pt x="73" y="30"/>
                  <a:pt x="73" y="30"/>
                  <a:pt x="73" y="30"/>
                </a:cubicBezTo>
                <a:cubicBezTo>
                  <a:pt x="73" y="22"/>
                  <a:pt x="75" y="15"/>
                  <a:pt x="81" y="9"/>
                </a:cubicBezTo>
                <a:cubicBezTo>
                  <a:pt x="87" y="3"/>
                  <a:pt x="94" y="0"/>
                  <a:pt x="103" y="0"/>
                </a:cubicBezTo>
                <a:cubicBezTo>
                  <a:pt x="127" y="0"/>
                  <a:pt x="127" y="0"/>
                  <a:pt x="127" y="0"/>
                </a:cubicBezTo>
                <a:cubicBezTo>
                  <a:pt x="129" y="0"/>
                  <a:pt x="130" y="1"/>
                  <a:pt x="131" y="2"/>
                </a:cubicBezTo>
                <a:cubicBezTo>
                  <a:pt x="132" y="3"/>
                  <a:pt x="133" y="5"/>
                  <a:pt x="133" y="6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20" name="Freeform 223"/>
          <p:cNvSpPr>
            <a:spLocks noEditPoints="1"/>
          </p:cNvSpPr>
          <p:nvPr/>
        </p:nvSpPr>
        <p:spPr bwMode="auto">
          <a:xfrm>
            <a:off x="7367805" y="3520847"/>
            <a:ext cx="207464" cy="244204"/>
          </a:xfrm>
          <a:custGeom>
            <a:avLst/>
            <a:gdLst>
              <a:gd name="T0" fmla="*/ 143 w 145"/>
              <a:gd name="T1" fmla="*/ 43 h 170"/>
              <a:gd name="T2" fmla="*/ 145 w 145"/>
              <a:gd name="T3" fmla="*/ 161 h 170"/>
              <a:gd name="T4" fmla="*/ 136 w 145"/>
              <a:gd name="T5" fmla="*/ 170 h 170"/>
              <a:gd name="T6" fmla="*/ 2 w 145"/>
              <a:gd name="T7" fmla="*/ 167 h 170"/>
              <a:gd name="T8" fmla="*/ 0 w 145"/>
              <a:gd name="T9" fmla="*/ 9 h 170"/>
              <a:gd name="T10" fmla="*/ 9 w 145"/>
              <a:gd name="T11" fmla="*/ 0 h 170"/>
              <a:gd name="T12" fmla="*/ 102 w 145"/>
              <a:gd name="T13" fmla="*/ 2 h 170"/>
              <a:gd name="T14" fmla="*/ 139 w 145"/>
              <a:gd name="T15" fmla="*/ 36 h 170"/>
              <a:gd name="T16" fmla="*/ 133 w 145"/>
              <a:gd name="T17" fmla="*/ 61 h 170"/>
              <a:gd name="T18" fmla="*/ 87 w 145"/>
              <a:gd name="T19" fmla="*/ 58 h 170"/>
              <a:gd name="T20" fmla="*/ 84 w 145"/>
              <a:gd name="T21" fmla="*/ 12 h 170"/>
              <a:gd name="T22" fmla="*/ 12 w 145"/>
              <a:gd name="T23" fmla="*/ 158 h 170"/>
              <a:gd name="T24" fmla="*/ 36 w 145"/>
              <a:gd name="T25" fmla="*/ 76 h 170"/>
              <a:gd name="T26" fmla="*/ 39 w 145"/>
              <a:gd name="T27" fmla="*/ 73 h 170"/>
              <a:gd name="T28" fmla="*/ 108 w 145"/>
              <a:gd name="T29" fmla="*/ 74 h 170"/>
              <a:gd name="T30" fmla="*/ 109 w 145"/>
              <a:gd name="T31" fmla="*/ 82 h 170"/>
              <a:gd name="T32" fmla="*/ 106 w 145"/>
              <a:gd name="T33" fmla="*/ 85 h 170"/>
              <a:gd name="T34" fmla="*/ 37 w 145"/>
              <a:gd name="T35" fmla="*/ 84 h 170"/>
              <a:gd name="T36" fmla="*/ 36 w 145"/>
              <a:gd name="T37" fmla="*/ 76 h 170"/>
              <a:gd name="T38" fmla="*/ 108 w 145"/>
              <a:gd name="T39" fmla="*/ 98 h 170"/>
              <a:gd name="T40" fmla="*/ 109 w 145"/>
              <a:gd name="T41" fmla="*/ 106 h 170"/>
              <a:gd name="T42" fmla="*/ 106 w 145"/>
              <a:gd name="T43" fmla="*/ 109 h 170"/>
              <a:gd name="T44" fmla="*/ 37 w 145"/>
              <a:gd name="T45" fmla="*/ 108 h 170"/>
              <a:gd name="T46" fmla="*/ 36 w 145"/>
              <a:gd name="T47" fmla="*/ 100 h 170"/>
              <a:gd name="T48" fmla="*/ 39 w 145"/>
              <a:gd name="T49" fmla="*/ 97 h 170"/>
              <a:gd name="T50" fmla="*/ 106 w 145"/>
              <a:gd name="T51" fmla="*/ 121 h 170"/>
              <a:gd name="T52" fmla="*/ 109 w 145"/>
              <a:gd name="T53" fmla="*/ 124 h 170"/>
              <a:gd name="T54" fmla="*/ 108 w 145"/>
              <a:gd name="T55" fmla="*/ 132 h 170"/>
              <a:gd name="T56" fmla="*/ 39 w 145"/>
              <a:gd name="T57" fmla="*/ 133 h 170"/>
              <a:gd name="T58" fmla="*/ 36 w 145"/>
              <a:gd name="T59" fmla="*/ 130 h 170"/>
              <a:gd name="T60" fmla="*/ 37 w 145"/>
              <a:gd name="T61" fmla="*/ 122 h 170"/>
              <a:gd name="T62" fmla="*/ 106 w 145"/>
              <a:gd name="T63" fmla="*/ 121 h 170"/>
              <a:gd name="T64" fmla="*/ 97 w 145"/>
              <a:gd name="T65" fmla="*/ 49 h 170"/>
              <a:gd name="T66" fmla="*/ 130 w 145"/>
              <a:gd name="T67" fmla="*/ 45 h 170"/>
              <a:gd name="T68" fmla="*/ 97 w 145"/>
              <a:gd name="T69" fmla="*/ 13 h 1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45" h="170">
                <a:moveTo>
                  <a:pt x="139" y="36"/>
                </a:moveTo>
                <a:cubicBezTo>
                  <a:pt x="140" y="38"/>
                  <a:pt x="142" y="40"/>
                  <a:pt x="143" y="43"/>
                </a:cubicBezTo>
                <a:cubicBezTo>
                  <a:pt x="144" y="46"/>
                  <a:pt x="145" y="49"/>
                  <a:pt x="145" y="52"/>
                </a:cubicBezTo>
                <a:cubicBezTo>
                  <a:pt x="145" y="161"/>
                  <a:pt x="145" y="161"/>
                  <a:pt x="145" y="161"/>
                </a:cubicBezTo>
                <a:cubicBezTo>
                  <a:pt x="145" y="163"/>
                  <a:pt x="144" y="165"/>
                  <a:pt x="142" y="167"/>
                </a:cubicBezTo>
                <a:cubicBezTo>
                  <a:pt x="141" y="169"/>
                  <a:pt x="138" y="170"/>
                  <a:pt x="136" y="170"/>
                </a:cubicBezTo>
                <a:cubicBezTo>
                  <a:pt x="9" y="170"/>
                  <a:pt x="9" y="170"/>
                  <a:pt x="9" y="170"/>
                </a:cubicBezTo>
                <a:cubicBezTo>
                  <a:pt x="6" y="170"/>
                  <a:pt x="4" y="169"/>
                  <a:pt x="2" y="167"/>
                </a:cubicBezTo>
                <a:cubicBezTo>
                  <a:pt x="1" y="165"/>
                  <a:pt x="0" y="163"/>
                  <a:pt x="0" y="161"/>
                </a:cubicBezTo>
                <a:cubicBezTo>
                  <a:pt x="0" y="9"/>
                  <a:pt x="0" y="9"/>
                  <a:pt x="0" y="9"/>
                </a:cubicBezTo>
                <a:cubicBezTo>
                  <a:pt x="0" y="7"/>
                  <a:pt x="1" y="5"/>
                  <a:pt x="2" y="3"/>
                </a:cubicBezTo>
                <a:cubicBezTo>
                  <a:pt x="4" y="1"/>
                  <a:pt x="6" y="0"/>
                  <a:pt x="9" y="0"/>
                </a:cubicBezTo>
                <a:cubicBezTo>
                  <a:pt x="94" y="0"/>
                  <a:pt x="94" y="0"/>
                  <a:pt x="94" y="0"/>
                </a:cubicBezTo>
                <a:cubicBezTo>
                  <a:pt x="96" y="0"/>
                  <a:pt x="99" y="1"/>
                  <a:pt x="102" y="2"/>
                </a:cubicBezTo>
                <a:cubicBezTo>
                  <a:pt x="105" y="3"/>
                  <a:pt x="107" y="5"/>
                  <a:pt x="109" y="7"/>
                </a:cubicBezTo>
                <a:lnTo>
                  <a:pt x="139" y="36"/>
                </a:lnTo>
                <a:close/>
                <a:moveTo>
                  <a:pt x="133" y="158"/>
                </a:moveTo>
                <a:cubicBezTo>
                  <a:pt x="133" y="61"/>
                  <a:pt x="133" y="61"/>
                  <a:pt x="133" y="61"/>
                </a:cubicBezTo>
                <a:cubicBezTo>
                  <a:pt x="94" y="61"/>
                  <a:pt x="94" y="61"/>
                  <a:pt x="94" y="61"/>
                </a:cubicBezTo>
                <a:cubicBezTo>
                  <a:pt x="91" y="61"/>
                  <a:pt x="89" y="60"/>
                  <a:pt x="87" y="58"/>
                </a:cubicBezTo>
                <a:cubicBezTo>
                  <a:pt x="85" y="56"/>
                  <a:pt x="84" y="54"/>
                  <a:pt x="84" y="52"/>
                </a:cubicBezTo>
                <a:cubicBezTo>
                  <a:pt x="84" y="12"/>
                  <a:pt x="84" y="12"/>
                  <a:pt x="84" y="12"/>
                </a:cubicBezTo>
                <a:cubicBezTo>
                  <a:pt x="12" y="12"/>
                  <a:pt x="12" y="12"/>
                  <a:pt x="12" y="12"/>
                </a:cubicBezTo>
                <a:cubicBezTo>
                  <a:pt x="12" y="158"/>
                  <a:pt x="12" y="158"/>
                  <a:pt x="12" y="158"/>
                </a:cubicBezTo>
                <a:lnTo>
                  <a:pt x="133" y="158"/>
                </a:lnTo>
                <a:close/>
                <a:moveTo>
                  <a:pt x="36" y="76"/>
                </a:moveTo>
                <a:cubicBezTo>
                  <a:pt x="36" y="75"/>
                  <a:pt x="36" y="74"/>
                  <a:pt x="37" y="74"/>
                </a:cubicBezTo>
                <a:cubicBezTo>
                  <a:pt x="37" y="73"/>
                  <a:pt x="38" y="73"/>
                  <a:pt x="39" y="73"/>
                </a:cubicBezTo>
                <a:cubicBezTo>
                  <a:pt x="106" y="73"/>
                  <a:pt x="106" y="73"/>
                  <a:pt x="106" y="73"/>
                </a:cubicBezTo>
                <a:cubicBezTo>
                  <a:pt x="107" y="73"/>
                  <a:pt x="107" y="73"/>
                  <a:pt x="108" y="74"/>
                </a:cubicBezTo>
                <a:cubicBezTo>
                  <a:pt x="108" y="74"/>
                  <a:pt x="109" y="75"/>
                  <a:pt x="109" y="76"/>
                </a:cubicBezTo>
                <a:cubicBezTo>
                  <a:pt x="109" y="82"/>
                  <a:pt x="109" y="82"/>
                  <a:pt x="109" y="82"/>
                </a:cubicBezTo>
                <a:cubicBezTo>
                  <a:pt x="109" y="83"/>
                  <a:pt x="108" y="84"/>
                  <a:pt x="108" y="84"/>
                </a:cubicBezTo>
                <a:cubicBezTo>
                  <a:pt x="107" y="85"/>
                  <a:pt x="107" y="85"/>
                  <a:pt x="106" y="85"/>
                </a:cubicBezTo>
                <a:cubicBezTo>
                  <a:pt x="39" y="85"/>
                  <a:pt x="39" y="85"/>
                  <a:pt x="39" y="85"/>
                </a:cubicBezTo>
                <a:cubicBezTo>
                  <a:pt x="38" y="85"/>
                  <a:pt x="37" y="85"/>
                  <a:pt x="37" y="84"/>
                </a:cubicBezTo>
                <a:cubicBezTo>
                  <a:pt x="36" y="84"/>
                  <a:pt x="36" y="83"/>
                  <a:pt x="36" y="82"/>
                </a:cubicBezTo>
                <a:lnTo>
                  <a:pt x="36" y="76"/>
                </a:lnTo>
                <a:close/>
                <a:moveTo>
                  <a:pt x="106" y="97"/>
                </a:moveTo>
                <a:cubicBezTo>
                  <a:pt x="107" y="97"/>
                  <a:pt x="107" y="97"/>
                  <a:pt x="108" y="98"/>
                </a:cubicBezTo>
                <a:cubicBezTo>
                  <a:pt x="108" y="98"/>
                  <a:pt x="109" y="99"/>
                  <a:pt x="109" y="100"/>
                </a:cubicBezTo>
                <a:cubicBezTo>
                  <a:pt x="109" y="106"/>
                  <a:pt x="109" y="106"/>
                  <a:pt x="109" y="106"/>
                </a:cubicBezTo>
                <a:cubicBezTo>
                  <a:pt x="109" y="107"/>
                  <a:pt x="108" y="108"/>
                  <a:pt x="108" y="108"/>
                </a:cubicBezTo>
                <a:cubicBezTo>
                  <a:pt x="107" y="109"/>
                  <a:pt x="107" y="109"/>
                  <a:pt x="106" y="109"/>
                </a:cubicBezTo>
                <a:cubicBezTo>
                  <a:pt x="39" y="109"/>
                  <a:pt x="39" y="109"/>
                  <a:pt x="39" y="109"/>
                </a:cubicBezTo>
                <a:cubicBezTo>
                  <a:pt x="38" y="109"/>
                  <a:pt x="37" y="109"/>
                  <a:pt x="37" y="108"/>
                </a:cubicBezTo>
                <a:cubicBezTo>
                  <a:pt x="36" y="108"/>
                  <a:pt x="36" y="107"/>
                  <a:pt x="36" y="106"/>
                </a:cubicBezTo>
                <a:cubicBezTo>
                  <a:pt x="36" y="100"/>
                  <a:pt x="36" y="100"/>
                  <a:pt x="36" y="100"/>
                </a:cubicBezTo>
                <a:cubicBezTo>
                  <a:pt x="36" y="99"/>
                  <a:pt x="36" y="98"/>
                  <a:pt x="37" y="98"/>
                </a:cubicBezTo>
                <a:cubicBezTo>
                  <a:pt x="37" y="97"/>
                  <a:pt x="38" y="97"/>
                  <a:pt x="39" y="97"/>
                </a:cubicBezTo>
                <a:lnTo>
                  <a:pt x="106" y="97"/>
                </a:lnTo>
                <a:close/>
                <a:moveTo>
                  <a:pt x="106" y="121"/>
                </a:moveTo>
                <a:cubicBezTo>
                  <a:pt x="107" y="121"/>
                  <a:pt x="107" y="122"/>
                  <a:pt x="108" y="122"/>
                </a:cubicBezTo>
                <a:cubicBezTo>
                  <a:pt x="108" y="123"/>
                  <a:pt x="109" y="123"/>
                  <a:pt x="109" y="124"/>
                </a:cubicBezTo>
                <a:cubicBezTo>
                  <a:pt x="109" y="130"/>
                  <a:pt x="109" y="130"/>
                  <a:pt x="109" y="130"/>
                </a:cubicBezTo>
                <a:cubicBezTo>
                  <a:pt x="109" y="131"/>
                  <a:pt x="108" y="132"/>
                  <a:pt x="108" y="132"/>
                </a:cubicBezTo>
                <a:cubicBezTo>
                  <a:pt x="107" y="133"/>
                  <a:pt x="107" y="133"/>
                  <a:pt x="106" y="133"/>
                </a:cubicBezTo>
                <a:cubicBezTo>
                  <a:pt x="39" y="133"/>
                  <a:pt x="39" y="133"/>
                  <a:pt x="39" y="133"/>
                </a:cubicBezTo>
                <a:cubicBezTo>
                  <a:pt x="38" y="133"/>
                  <a:pt x="37" y="133"/>
                  <a:pt x="37" y="132"/>
                </a:cubicBezTo>
                <a:cubicBezTo>
                  <a:pt x="36" y="132"/>
                  <a:pt x="36" y="131"/>
                  <a:pt x="36" y="130"/>
                </a:cubicBezTo>
                <a:cubicBezTo>
                  <a:pt x="36" y="124"/>
                  <a:pt x="36" y="124"/>
                  <a:pt x="36" y="124"/>
                </a:cubicBezTo>
                <a:cubicBezTo>
                  <a:pt x="36" y="123"/>
                  <a:pt x="36" y="123"/>
                  <a:pt x="37" y="122"/>
                </a:cubicBezTo>
                <a:cubicBezTo>
                  <a:pt x="37" y="122"/>
                  <a:pt x="38" y="121"/>
                  <a:pt x="39" y="121"/>
                </a:cubicBezTo>
                <a:lnTo>
                  <a:pt x="106" y="121"/>
                </a:lnTo>
                <a:close/>
                <a:moveTo>
                  <a:pt x="97" y="13"/>
                </a:moveTo>
                <a:cubicBezTo>
                  <a:pt x="97" y="49"/>
                  <a:pt x="97" y="49"/>
                  <a:pt x="97" y="49"/>
                </a:cubicBezTo>
                <a:cubicBezTo>
                  <a:pt x="132" y="49"/>
                  <a:pt x="132" y="49"/>
                  <a:pt x="132" y="49"/>
                </a:cubicBezTo>
                <a:cubicBezTo>
                  <a:pt x="132" y="47"/>
                  <a:pt x="131" y="46"/>
                  <a:pt x="130" y="45"/>
                </a:cubicBezTo>
                <a:cubicBezTo>
                  <a:pt x="100" y="15"/>
                  <a:pt x="100" y="15"/>
                  <a:pt x="100" y="15"/>
                </a:cubicBezTo>
                <a:cubicBezTo>
                  <a:pt x="100" y="14"/>
                  <a:pt x="98" y="14"/>
                  <a:pt x="97" y="1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21" name="Freeform 224"/>
          <p:cNvSpPr>
            <a:spLocks noEditPoints="1"/>
          </p:cNvSpPr>
          <p:nvPr/>
        </p:nvSpPr>
        <p:spPr bwMode="auto">
          <a:xfrm>
            <a:off x="7640103" y="3520847"/>
            <a:ext cx="190176" cy="244204"/>
          </a:xfrm>
          <a:custGeom>
            <a:avLst/>
            <a:gdLst>
              <a:gd name="T0" fmla="*/ 6 w 133"/>
              <a:gd name="T1" fmla="*/ 170 h 170"/>
              <a:gd name="T2" fmla="*/ 6 w 133"/>
              <a:gd name="T3" fmla="*/ 0 h 170"/>
              <a:gd name="T4" fmla="*/ 121 w 133"/>
              <a:gd name="T5" fmla="*/ 158 h 170"/>
              <a:gd name="T6" fmla="*/ 48 w 133"/>
              <a:gd name="T7" fmla="*/ 136 h 170"/>
              <a:gd name="T8" fmla="*/ 84 w 133"/>
              <a:gd name="T9" fmla="*/ 136 h 170"/>
              <a:gd name="T10" fmla="*/ 33 w 133"/>
              <a:gd name="T11" fmla="*/ 37 h 170"/>
              <a:gd name="T12" fmla="*/ 25 w 133"/>
              <a:gd name="T13" fmla="*/ 25 h 170"/>
              <a:gd name="T14" fmla="*/ 36 w 133"/>
              <a:gd name="T15" fmla="*/ 52 h 170"/>
              <a:gd name="T16" fmla="*/ 25 w 133"/>
              <a:gd name="T17" fmla="*/ 60 h 170"/>
              <a:gd name="T18" fmla="*/ 33 w 133"/>
              <a:gd name="T19" fmla="*/ 49 h 170"/>
              <a:gd name="T20" fmla="*/ 35 w 133"/>
              <a:gd name="T21" fmla="*/ 84 h 170"/>
              <a:gd name="T22" fmla="*/ 24 w 133"/>
              <a:gd name="T23" fmla="*/ 76 h 170"/>
              <a:gd name="T24" fmla="*/ 36 w 133"/>
              <a:gd name="T25" fmla="*/ 76 h 170"/>
              <a:gd name="T26" fmla="*/ 27 w 133"/>
              <a:gd name="T27" fmla="*/ 109 h 170"/>
              <a:gd name="T28" fmla="*/ 27 w 133"/>
              <a:gd name="T29" fmla="*/ 97 h 170"/>
              <a:gd name="T30" fmla="*/ 36 w 133"/>
              <a:gd name="T31" fmla="*/ 130 h 170"/>
              <a:gd name="T32" fmla="*/ 24 w 133"/>
              <a:gd name="T33" fmla="*/ 130 h 170"/>
              <a:gd name="T34" fmla="*/ 35 w 133"/>
              <a:gd name="T35" fmla="*/ 122 h 170"/>
              <a:gd name="T36" fmla="*/ 57 w 133"/>
              <a:gd name="T37" fmla="*/ 37 h 170"/>
              <a:gd name="T38" fmla="*/ 49 w 133"/>
              <a:gd name="T39" fmla="*/ 25 h 170"/>
              <a:gd name="T40" fmla="*/ 60 w 133"/>
              <a:gd name="T41" fmla="*/ 52 h 170"/>
              <a:gd name="T42" fmla="*/ 49 w 133"/>
              <a:gd name="T43" fmla="*/ 60 h 170"/>
              <a:gd name="T44" fmla="*/ 57 w 133"/>
              <a:gd name="T45" fmla="*/ 49 h 170"/>
              <a:gd name="T46" fmla="*/ 59 w 133"/>
              <a:gd name="T47" fmla="*/ 84 h 170"/>
              <a:gd name="T48" fmla="*/ 48 w 133"/>
              <a:gd name="T49" fmla="*/ 76 h 170"/>
              <a:gd name="T50" fmla="*/ 60 w 133"/>
              <a:gd name="T51" fmla="*/ 76 h 170"/>
              <a:gd name="T52" fmla="*/ 51 w 133"/>
              <a:gd name="T53" fmla="*/ 109 h 170"/>
              <a:gd name="T54" fmla="*/ 51 w 133"/>
              <a:gd name="T55" fmla="*/ 97 h 170"/>
              <a:gd name="T56" fmla="*/ 84 w 133"/>
              <a:gd name="T57" fmla="*/ 34 h 170"/>
              <a:gd name="T58" fmla="*/ 72 w 133"/>
              <a:gd name="T59" fmla="*/ 34 h 170"/>
              <a:gd name="T60" fmla="*/ 84 w 133"/>
              <a:gd name="T61" fmla="*/ 25 h 170"/>
              <a:gd name="T62" fmla="*/ 81 w 133"/>
              <a:gd name="T63" fmla="*/ 61 h 170"/>
              <a:gd name="T64" fmla="*/ 73 w 133"/>
              <a:gd name="T65" fmla="*/ 50 h 170"/>
              <a:gd name="T66" fmla="*/ 84 w 133"/>
              <a:gd name="T67" fmla="*/ 76 h 170"/>
              <a:gd name="T68" fmla="*/ 73 w 133"/>
              <a:gd name="T69" fmla="*/ 84 h 170"/>
              <a:gd name="T70" fmla="*/ 81 w 133"/>
              <a:gd name="T71" fmla="*/ 73 h 170"/>
              <a:gd name="T72" fmla="*/ 84 w 133"/>
              <a:gd name="T73" fmla="*/ 108 h 170"/>
              <a:gd name="T74" fmla="*/ 72 w 133"/>
              <a:gd name="T75" fmla="*/ 100 h 170"/>
              <a:gd name="T76" fmla="*/ 84 w 133"/>
              <a:gd name="T77" fmla="*/ 100 h 170"/>
              <a:gd name="T78" fmla="*/ 100 w 133"/>
              <a:gd name="T79" fmla="*/ 37 h 170"/>
              <a:gd name="T80" fmla="*/ 100 w 133"/>
              <a:gd name="T81" fmla="*/ 24 h 170"/>
              <a:gd name="T82" fmla="*/ 109 w 133"/>
              <a:gd name="T83" fmla="*/ 58 h 170"/>
              <a:gd name="T84" fmla="*/ 97 w 133"/>
              <a:gd name="T85" fmla="*/ 58 h 170"/>
              <a:gd name="T86" fmla="*/ 108 w 133"/>
              <a:gd name="T87" fmla="*/ 50 h 170"/>
              <a:gd name="T88" fmla="*/ 106 w 133"/>
              <a:gd name="T89" fmla="*/ 85 h 170"/>
              <a:gd name="T90" fmla="*/ 97 w 133"/>
              <a:gd name="T91" fmla="*/ 74 h 170"/>
              <a:gd name="T92" fmla="*/ 109 w 133"/>
              <a:gd name="T93" fmla="*/ 100 h 170"/>
              <a:gd name="T94" fmla="*/ 97 w 133"/>
              <a:gd name="T95" fmla="*/ 108 h 170"/>
              <a:gd name="T96" fmla="*/ 106 w 133"/>
              <a:gd name="T97" fmla="*/ 97 h 170"/>
              <a:gd name="T98" fmla="*/ 108 w 133"/>
              <a:gd name="T99" fmla="*/ 132 h 170"/>
              <a:gd name="T100" fmla="*/ 97 w 133"/>
              <a:gd name="T101" fmla="*/ 124 h 170"/>
              <a:gd name="T102" fmla="*/ 109 w 133"/>
              <a:gd name="T103" fmla="*/ 124 h 1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33" h="170">
                <a:moveTo>
                  <a:pt x="133" y="6"/>
                </a:moveTo>
                <a:cubicBezTo>
                  <a:pt x="133" y="164"/>
                  <a:pt x="133" y="164"/>
                  <a:pt x="133" y="164"/>
                </a:cubicBezTo>
                <a:cubicBezTo>
                  <a:pt x="133" y="165"/>
                  <a:pt x="132" y="167"/>
                  <a:pt x="131" y="168"/>
                </a:cubicBezTo>
                <a:cubicBezTo>
                  <a:pt x="130" y="169"/>
                  <a:pt x="128" y="170"/>
                  <a:pt x="127" y="170"/>
                </a:cubicBezTo>
                <a:cubicBezTo>
                  <a:pt x="6" y="170"/>
                  <a:pt x="6" y="170"/>
                  <a:pt x="6" y="170"/>
                </a:cubicBezTo>
                <a:cubicBezTo>
                  <a:pt x="4" y="170"/>
                  <a:pt x="3" y="169"/>
                  <a:pt x="2" y="168"/>
                </a:cubicBezTo>
                <a:cubicBezTo>
                  <a:pt x="0" y="167"/>
                  <a:pt x="0" y="165"/>
                  <a:pt x="0" y="164"/>
                </a:cubicBezTo>
                <a:cubicBezTo>
                  <a:pt x="0" y="6"/>
                  <a:pt x="0" y="6"/>
                  <a:pt x="0" y="6"/>
                </a:cubicBezTo>
                <a:cubicBezTo>
                  <a:pt x="0" y="5"/>
                  <a:pt x="0" y="3"/>
                  <a:pt x="2" y="2"/>
                </a:cubicBezTo>
                <a:cubicBezTo>
                  <a:pt x="3" y="1"/>
                  <a:pt x="4" y="0"/>
                  <a:pt x="6" y="0"/>
                </a:cubicBezTo>
                <a:cubicBezTo>
                  <a:pt x="127" y="0"/>
                  <a:pt x="127" y="0"/>
                  <a:pt x="127" y="0"/>
                </a:cubicBezTo>
                <a:cubicBezTo>
                  <a:pt x="128" y="0"/>
                  <a:pt x="130" y="1"/>
                  <a:pt x="131" y="2"/>
                </a:cubicBezTo>
                <a:cubicBezTo>
                  <a:pt x="132" y="3"/>
                  <a:pt x="133" y="5"/>
                  <a:pt x="133" y="6"/>
                </a:cubicBezTo>
                <a:close/>
                <a:moveTo>
                  <a:pt x="84" y="158"/>
                </a:moveTo>
                <a:cubicBezTo>
                  <a:pt x="121" y="158"/>
                  <a:pt x="121" y="158"/>
                  <a:pt x="121" y="158"/>
                </a:cubicBezTo>
                <a:cubicBezTo>
                  <a:pt x="121" y="12"/>
                  <a:pt x="121" y="12"/>
                  <a:pt x="121" y="12"/>
                </a:cubicBezTo>
                <a:cubicBezTo>
                  <a:pt x="12" y="12"/>
                  <a:pt x="12" y="12"/>
                  <a:pt x="12" y="12"/>
                </a:cubicBezTo>
                <a:cubicBezTo>
                  <a:pt x="12" y="158"/>
                  <a:pt x="12" y="158"/>
                  <a:pt x="12" y="158"/>
                </a:cubicBezTo>
                <a:cubicBezTo>
                  <a:pt x="48" y="158"/>
                  <a:pt x="48" y="158"/>
                  <a:pt x="48" y="158"/>
                </a:cubicBezTo>
                <a:cubicBezTo>
                  <a:pt x="48" y="136"/>
                  <a:pt x="48" y="136"/>
                  <a:pt x="48" y="136"/>
                </a:cubicBezTo>
                <a:cubicBezTo>
                  <a:pt x="48" y="136"/>
                  <a:pt x="48" y="135"/>
                  <a:pt x="49" y="134"/>
                </a:cubicBezTo>
                <a:cubicBezTo>
                  <a:pt x="50" y="134"/>
                  <a:pt x="50" y="133"/>
                  <a:pt x="51" y="133"/>
                </a:cubicBezTo>
                <a:cubicBezTo>
                  <a:pt x="81" y="133"/>
                  <a:pt x="81" y="133"/>
                  <a:pt x="81" y="133"/>
                </a:cubicBezTo>
                <a:cubicBezTo>
                  <a:pt x="82" y="133"/>
                  <a:pt x="83" y="134"/>
                  <a:pt x="84" y="134"/>
                </a:cubicBezTo>
                <a:cubicBezTo>
                  <a:pt x="84" y="135"/>
                  <a:pt x="84" y="136"/>
                  <a:pt x="84" y="136"/>
                </a:cubicBezTo>
                <a:lnTo>
                  <a:pt x="84" y="158"/>
                </a:lnTo>
                <a:close/>
                <a:moveTo>
                  <a:pt x="36" y="27"/>
                </a:moveTo>
                <a:cubicBezTo>
                  <a:pt x="36" y="34"/>
                  <a:pt x="36" y="34"/>
                  <a:pt x="36" y="34"/>
                </a:cubicBezTo>
                <a:cubicBezTo>
                  <a:pt x="36" y="34"/>
                  <a:pt x="36" y="35"/>
                  <a:pt x="35" y="36"/>
                </a:cubicBezTo>
                <a:cubicBezTo>
                  <a:pt x="35" y="36"/>
                  <a:pt x="34" y="37"/>
                  <a:pt x="33" y="37"/>
                </a:cubicBezTo>
                <a:cubicBezTo>
                  <a:pt x="27" y="37"/>
                  <a:pt x="27" y="37"/>
                  <a:pt x="27" y="37"/>
                </a:cubicBezTo>
                <a:cubicBezTo>
                  <a:pt x="26" y="37"/>
                  <a:pt x="25" y="36"/>
                  <a:pt x="25" y="36"/>
                </a:cubicBezTo>
                <a:cubicBezTo>
                  <a:pt x="24" y="35"/>
                  <a:pt x="24" y="34"/>
                  <a:pt x="24" y="34"/>
                </a:cubicBezTo>
                <a:cubicBezTo>
                  <a:pt x="24" y="27"/>
                  <a:pt x="24" y="27"/>
                  <a:pt x="24" y="27"/>
                </a:cubicBezTo>
                <a:cubicBezTo>
                  <a:pt x="24" y="27"/>
                  <a:pt x="24" y="26"/>
                  <a:pt x="25" y="25"/>
                </a:cubicBezTo>
                <a:cubicBezTo>
                  <a:pt x="25" y="25"/>
                  <a:pt x="26" y="24"/>
                  <a:pt x="27" y="24"/>
                </a:cubicBezTo>
                <a:cubicBezTo>
                  <a:pt x="33" y="24"/>
                  <a:pt x="33" y="24"/>
                  <a:pt x="33" y="24"/>
                </a:cubicBezTo>
                <a:cubicBezTo>
                  <a:pt x="34" y="24"/>
                  <a:pt x="35" y="25"/>
                  <a:pt x="35" y="25"/>
                </a:cubicBezTo>
                <a:cubicBezTo>
                  <a:pt x="36" y="26"/>
                  <a:pt x="36" y="27"/>
                  <a:pt x="36" y="27"/>
                </a:cubicBezTo>
                <a:close/>
                <a:moveTo>
                  <a:pt x="36" y="52"/>
                </a:moveTo>
                <a:cubicBezTo>
                  <a:pt x="36" y="58"/>
                  <a:pt x="36" y="58"/>
                  <a:pt x="36" y="58"/>
                </a:cubicBezTo>
                <a:cubicBezTo>
                  <a:pt x="36" y="59"/>
                  <a:pt x="36" y="59"/>
                  <a:pt x="35" y="60"/>
                </a:cubicBezTo>
                <a:cubicBezTo>
                  <a:pt x="35" y="60"/>
                  <a:pt x="34" y="61"/>
                  <a:pt x="33" y="61"/>
                </a:cubicBezTo>
                <a:cubicBezTo>
                  <a:pt x="27" y="61"/>
                  <a:pt x="27" y="61"/>
                  <a:pt x="27" y="61"/>
                </a:cubicBezTo>
                <a:cubicBezTo>
                  <a:pt x="26" y="61"/>
                  <a:pt x="25" y="60"/>
                  <a:pt x="25" y="60"/>
                </a:cubicBezTo>
                <a:cubicBezTo>
                  <a:pt x="24" y="59"/>
                  <a:pt x="24" y="59"/>
                  <a:pt x="24" y="58"/>
                </a:cubicBezTo>
                <a:cubicBezTo>
                  <a:pt x="24" y="52"/>
                  <a:pt x="24" y="52"/>
                  <a:pt x="24" y="52"/>
                </a:cubicBezTo>
                <a:cubicBezTo>
                  <a:pt x="24" y="51"/>
                  <a:pt x="24" y="50"/>
                  <a:pt x="25" y="50"/>
                </a:cubicBezTo>
                <a:cubicBezTo>
                  <a:pt x="25" y="49"/>
                  <a:pt x="26" y="49"/>
                  <a:pt x="27" y="49"/>
                </a:cubicBezTo>
                <a:cubicBezTo>
                  <a:pt x="33" y="49"/>
                  <a:pt x="33" y="49"/>
                  <a:pt x="33" y="49"/>
                </a:cubicBezTo>
                <a:cubicBezTo>
                  <a:pt x="34" y="49"/>
                  <a:pt x="35" y="49"/>
                  <a:pt x="35" y="50"/>
                </a:cubicBezTo>
                <a:cubicBezTo>
                  <a:pt x="36" y="50"/>
                  <a:pt x="36" y="51"/>
                  <a:pt x="36" y="52"/>
                </a:cubicBezTo>
                <a:close/>
                <a:moveTo>
                  <a:pt x="36" y="76"/>
                </a:moveTo>
                <a:cubicBezTo>
                  <a:pt x="36" y="82"/>
                  <a:pt x="36" y="82"/>
                  <a:pt x="36" y="82"/>
                </a:cubicBezTo>
                <a:cubicBezTo>
                  <a:pt x="36" y="83"/>
                  <a:pt x="36" y="83"/>
                  <a:pt x="35" y="84"/>
                </a:cubicBezTo>
                <a:cubicBezTo>
                  <a:pt x="35" y="85"/>
                  <a:pt x="34" y="85"/>
                  <a:pt x="33" y="85"/>
                </a:cubicBezTo>
                <a:cubicBezTo>
                  <a:pt x="27" y="85"/>
                  <a:pt x="27" y="85"/>
                  <a:pt x="27" y="85"/>
                </a:cubicBezTo>
                <a:cubicBezTo>
                  <a:pt x="26" y="85"/>
                  <a:pt x="25" y="85"/>
                  <a:pt x="25" y="84"/>
                </a:cubicBezTo>
                <a:cubicBezTo>
                  <a:pt x="24" y="83"/>
                  <a:pt x="24" y="83"/>
                  <a:pt x="24" y="82"/>
                </a:cubicBezTo>
                <a:cubicBezTo>
                  <a:pt x="24" y="76"/>
                  <a:pt x="24" y="76"/>
                  <a:pt x="24" y="76"/>
                </a:cubicBezTo>
                <a:cubicBezTo>
                  <a:pt x="24" y="75"/>
                  <a:pt x="24" y="74"/>
                  <a:pt x="25" y="74"/>
                </a:cubicBezTo>
                <a:cubicBezTo>
                  <a:pt x="25" y="73"/>
                  <a:pt x="26" y="73"/>
                  <a:pt x="27" y="73"/>
                </a:cubicBezTo>
                <a:cubicBezTo>
                  <a:pt x="33" y="73"/>
                  <a:pt x="33" y="73"/>
                  <a:pt x="33" y="73"/>
                </a:cubicBezTo>
                <a:cubicBezTo>
                  <a:pt x="34" y="73"/>
                  <a:pt x="35" y="73"/>
                  <a:pt x="35" y="74"/>
                </a:cubicBezTo>
                <a:cubicBezTo>
                  <a:pt x="36" y="74"/>
                  <a:pt x="36" y="75"/>
                  <a:pt x="36" y="76"/>
                </a:cubicBezTo>
                <a:close/>
                <a:moveTo>
                  <a:pt x="36" y="100"/>
                </a:moveTo>
                <a:cubicBezTo>
                  <a:pt x="36" y="106"/>
                  <a:pt x="36" y="106"/>
                  <a:pt x="36" y="106"/>
                </a:cubicBezTo>
                <a:cubicBezTo>
                  <a:pt x="36" y="107"/>
                  <a:pt x="36" y="108"/>
                  <a:pt x="35" y="108"/>
                </a:cubicBezTo>
                <a:cubicBezTo>
                  <a:pt x="35" y="109"/>
                  <a:pt x="34" y="109"/>
                  <a:pt x="33" y="109"/>
                </a:cubicBezTo>
                <a:cubicBezTo>
                  <a:pt x="27" y="109"/>
                  <a:pt x="27" y="109"/>
                  <a:pt x="27" y="109"/>
                </a:cubicBezTo>
                <a:cubicBezTo>
                  <a:pt x="26" y="109"/>
                  <a:pt x="25" y="109"/>
                  <a:pt x="25" y="108"/>
                </a:cubicBezTo>
                <a:cubicBezTo>
                  <a:pt x="24" y="108"/>
                  <a:pt x="24" y="107"/>
                  <a:pt x="24" y="106"/>
                </a:cubicBezTo>
                <a:cubicBezTo>
                  <a:pt x="24" y="100"/>
                  <a:pt x="24" y="100"/>
                  <a:pt x="24" y="100"/>
                </a:cubicBezTo>
                <a:cubicBezTo>
                  <a:pt x="24" y="99"/>
                  <a:pt x="24" y="99"/>
                  <a:pt x="25" y="98"/>
                </a:cubicBezTo>
                <a:cubicBezTo>
                  <a:pt x="25" y="97"/>
                  <a:pt x="26" y="97"/>
                  <a:pt x="27" y="97"/>
                </a:cubicBezTo>
                <a:cubicBezTo>
                  <a:pt x="33" y="97"/>
                  <a:pt x="33" y="97"/>
                  <a:pt x="33" y="97"/>
                </a:cubicBezTo>
                <a:cubicBezTo>
                  <a:pt x="34" y="97"/>
                  <a:pt x="35" y="97"/>
                  <a:pt x="35" y="98"/>
                </a:cubicBezTo>
                <a:cubicBezTo>
                  <a:pt x="36" y="99"/>
                  <a:pt x="36" y="99"/>
                  <a:pt x="36" y="100"/>
                </a:cubicBezTo>
                <a:close/>
                <a:moveTo>
                  <a:pt x="36" y="124"/>
                </a:moveTo>
                <a:cubicBezTo>
                  <a:pt x="36" y="130"/>
                  <a:pt x="36" y="130"/>
                  <a:pt x="36" y="130"/>
                </a:cubicBezTo>
                <a:cubicBezTo>
                  <a:pt x="36" y="131"/>
                  <a:pt x="36" y="132"/>
                  <a:pt x="35" y="132"/>
                </a:cubicBezTo>
                <a:cubicBezTo>
                  <a:pt x="35" y="133"/>
                  <a:pt x="34" y="133"/>
                  <a:pt x="33" y="133"/>
                </a:cubicBezTo>
                <a:cubicBezTo>
                  <a:pt x="27" y="133"/>
                  <a:pt x="27" y="133"/>
                  <a:pt x="27" y="133"/>
                </a:cubicBezTo>
                <a:cubicBezTo>
                  <a:pt x="26" y="133"/>
                  <a:pt x="25" y="133"/>
                  <a:pt x="25" y="132"/>
                </a:cubicBezTo>
                <a:cubicBezTo>
                  <a:pt x="24" y="132"/>
                  <a:pt x="24" y="131"/>
                  <a:pt x="24" y="130"/>
                </a:cubicBezTo>
                <a:cubicBezTo>
                  <a:pt x="24" y="124"/>
                  <a:pt x="24" y="124"/>
                  <a:pt x="24" y="124"/>
                </a:cubicBezTo>
                <a:cubicBezTo>
                  <a:pt x="24" y="123"/>
                  <a:pt x="24" y="123"/>
                  <a:pt x="25" y="122"/>
                </a:cubicBezTo>
                <a:cubicBezTo>
                  <a:pt x="25" y="122"/>
                  <a:pt x="26" y="121"/>
                  <a:pt x="27" y="121"/>
                </a:cubicBezTo>
                <a:cubicBezTo>
                  <a:pt x="33" y="121"/>
                  <a:pt x="33" y="121"/>
                  <a:pt x="33" y="121"/>
                </a:cubicBezTo>
                <a:cubicBezTo>
                  <a:pt x="34" y="121"/>
                  <a:pt x="35" y="122"/>
                  <a:pt x="35" y="122"/>
                </a:cubicBezTo>
                <a:cubicBezTo>
                  <a:pt x="36" y="123"/>
                  <a:pt x="36" y="123"/>
                  <a:pt x="36" y="124"/>
                </a:cubicBezTo>
                <a:close/>
                <a:moveTo>
                  <a:pt x="60" y="27"/>
                </a:moveTo>
                <a:cubicBezTo>
                  <a:pt x="60" y="34"/>
                  <a:pt x="60" y="34"/>
                  <a:pt x="60" y="34"/>
                </a:cubicBezTo>
                <a:cubicBezTo>
                  <a:pt x="60" y="34"/>
                  <a:pt x="60" y="35"/>
                  <a:pt x="59" y="36"/>
                </a:cubicBezTo>
                <a:cubicBezTo>
                  <a:pt x="59" y="36"/>
                  <a:pt x="58" y="37"/>
                  <a:pt x="57" y="37"/>
                </a:cubicBezTo>
                <a:cubicBezTo>
                  <a:pt x="51" y="37"/>
                  <a:pt x="51" y="37"/>
                  <a:pt x="51" y="37"/>
                </a:cubicBezTo>
                <a:cubicBezTo>
                  <a:pt x="50" y="37"/>
                  <a:pt x="50" y="36"/>
                  <a:pt x="49" y="36"/>
                </a:cubicBezTo>
                <a:cubicBezTo>
                  <a:pt x="48" y="35"/>
                  <a:pt x="48" y="34"/>
                  <a:pt x="48" y="34"/>
                </a:cubicBezTo>
                <a:cubicBezTo>
                  <a:pt x="48" y="27"/>
                  <a:pt x="48" y="27"/>
                  <a:pt x="48" y="27"/>
                </a:cubicBezTo>
                <a:cubicBezTo>
                  <a:pt x="48" y="27"/>
                  <a:pt x="48" y="26"/>
                  <a:pt x="49" y="25"/>
                </a:cubicBezTo>
                <a:cubicBezTo>
                  <a:pt x="50" y="25"/>
                  <a:pt x="50" y="24"/>
                  <a:pt x="51" y="24"/>
                </a:cubicBezTo>
                <a:cubicBezTo>
                  <a:pt x="57" y="24"/>
                  <a:pt x="57" y="24"/>
                  <a:pt x="57" y="24"/>
                </a:cubicBezTo>
                <a:cubicBezTo>
                  <a:pt x="58" y="24"/>
                  <a:pt x="59" y="25"/>
                  <a:pt x="59" y="25"/>
                </a:cubicBezTo>
                <a:cubicBezTo>
                  <a:pt x="60" y="26"/>
                  <a:pt x="60" y="27"/>
                  <a:pt x="60" y="27"/>
                </a:cubicBezTo>
                <a:close/>
                <a:moveTo>
                  <a:pt x="60" y="52"/>
                </a:moveTo>
                <a:cubicBezTo>
                  <a:pt x="60" y="58"/>
                  <a:pt x="60" y="58"/>
                  <a:pt x="60" y="58"/>
                </a:cubicBezTo>
                <a:cubicBezTo>
                  <a:pt x="60" y="59"/>
                  <a:pt x="60" y="59"/>
                  <a:pt x="59" y="60"/>
                </a:cubicBezTo>
                <a:cubicBezTo>
                  <a:pt x="59" y="60"/>
                  <a:pt x="58" y="61"/>
                  <a:pt x="57" y="61"/>
                </a:cubicBezTo>
                <a:cubicBezTo>
                  <a:pt x="51" y="61"/>
                  <a:pt x="51" y="61"/>
                  <a:pt x="51" y="61"/>
                </a:cubicBezTo>
                <a:cubicBezTo>
                  <a:pt x="50" y="61"/>
                  <a:pt x="50" y="60"/>
                  <a:pt x="49" y="60"/>
                </a:cubicBezTo>
                <a:cubicBezTo>
                  <a:pt x="48" y="59"/>
                  <a:pt x="48" y="59"/>
                  <a:pt x="48" y="58"/>
                </a:cubicBezTo>
                <a:cubicBezTo>
                  <a:pt x="48" y="52"/>
                  <a:pt x="48" y="52"/>
                  <a:pt x="48" y="52"/>
                </a:cubicBezTo>
                <a:cubicBezTo>
                  <a:pt x="48" y="51"/>
                  <a:pt x="48" y="50"/>
                  <a:pt x="49" y="50"/>
                </a:cubicBezTo>
                <a:cubicBezTo>
                  <a:pt x="50" y="49"/>
                  <a:pt x="50" y="49"/>
                  <a:pt x="51" y="49"/>
                </a:cubicBezTo>
                <a:cubicBezTo>
                  <a:pt x="57" y="49"/>
                  <a:pt x="57" y="49"/>
                  <a:pt x="57" y="49"/>
                </a:cubicBezTo>
                <a:cubicBezTo>
                  <a:pt x="58" y="49"/>
                  <a:pt x="59" y="49"/>
                  <a:pt x="59" y="50"/>
                </a:cubicBezTo>
                <a:cubicBezTo>
                  <a:pt x="60" y="50"/>
                  <a:pt x="60" y="51"/>
                  <a:pt x="60" y="52"/>
                </a:cubicBezTo>
                <a:close/>
                <a:moveTo>
                  <a:pt x="60" y="76"/>
                </a:moveTo>
                <a:cubicBezTo>
                  <a:pt x="60" y="82"/>
                  <a:pt x="60" y="82"/>
                  <a:pt x="60" y="82"/>
                </a:cubicBezTo>
                <a:cubicBezTo>
                  <a:pt x="60" y="83"/>
                  <a:pt x="60" y="83"/>
                  <a:pt x="59" y="84"/>
                </a:cubicBezTo>
                <a:cubicBezTo>
                  <a:pt x="59" y="85"/>
                  <a:pt x="58" y="85"/>
                  <a:pt x="57" y="85"/>
                </a:cubicBezTo>
                <a:cubicBezTo>
                  <a:pt x="51" y="85"/>
                  <a:pt x="51" y="85"/>
                  <a:pt x="51" y="85"/>
                </a:cubicBezTo>
                <a:cubicBezTo>
                  <a:pt x="50" y="85"/>
                  <a:pt x="50" y="85"/>
                  <a:pt x="49" y="84"/>
                </a:cubicBezTo>
                <a:cubicBezTo>
                  <a:pt x="48" y="83"/>
                  <a:pt x="48" y="83"/>
                  <a:pt x="48" y="82"/>
                </a:cubicBezTo>
                <a:cubicBezTo>
                  <a:pt x="48" y="76"/>
                  <a:pt x="48" y="76"/>
                  <a:pt x="48" y="76"/>
                </a:cubicBezTo>
                <a:cubicBezTo>
                  <a:pt x="48" y="75"/>
                  <a:pt x="48" y="74"/>
                  <a:pt x="49" y="74"/>
                </a:cubicBezTo>
                <a:cubicBezTo>
                  <a:pt x="50" y="73"/>
                  <a:pt x="50" y="73"/>
                  <a:pt x="51" y="73"/>
                </a:cubicBezTo>
                <a:cubicBezTo>
                  <a:pt x="57" y="73"/>
                  <a:pt x="57" y="73"/>
                  <a:pt x="57" y="73"/>
                </a:cubicBezTo>
                <a:cubicBezTo>
                  <a:pt x="58" y="73"/>
                  <a:pt x="59" y="73"/>
                  <a:pt x="59" y="74"/>
                </a:cubicBezTo>
                <a:cubicBezTo>
                  <a:pt x="60" y="74"/>
                  <a:pt x="60" y="75"/>
                  <a:pt x="60" y="76"/>
                </a:cubicBezTo>
                <a:close/>
                <a:moveTo>
                  <a:pt x="60" y="100"/>
                </a:moveTo>
                <a:cubicBezTo>
                  <a:pt x="60" y="106"/>
                  <a:pt x="60" y="106"/>
                  <a:pt x="60" y="106"/>
                </a:cubicBezTo>
                <a:cubicBezTo>
                  <a:pt x="60" y="107"/>
                  <a:pt x="60" y="108"/>
                  <a:pt x="59" y="108"/>
                </a:cubicBezTo>
                <a:cubicBezTo>
                  <a:pt x="59" y="109"/>
                  <a:pt x="58" y="109"/>
                  <a:pt x="57" y="109"/>
                </a:cubicBezTo>
                <a:cubicBezTo>
                  <a:pt x="51" y="109"/>
                  <a:pt x="51" y="109"/>
                  <a:pt x="51" y="109"/>
                </a:cubicBezTo>
                <a:cubicBezTo>
                  <a:pt x="50" y="109"/>
                  <a:pt x="50" y="109"/>
                  <a:pt x="49" y="108"/>
                </a:cubicBezTo>
                <a:cubicBezTo>
                  <a:pt x="48" y="108"/>
                  <a:pt x="48" y="107"/>
                  <a:pt x="48" y="106"/>
                </a:cubicBezTo>
                <a:cubicBezTo>
                  <a:pt x="48" y="100"/>
                  <a:pt x="48" y="100"/>
                  <a:pt x="48" y="100"/>
                </a:cubicBezTo>
                <a:cubicBezTo>
                  <a:pt x="48" y="99"/>
                  <a:pt x="48" y="99"/>
                  <a:pt x="49" y="98"/>
                </a:cubicBezTo>
                <a:cubicBezTo>
                  <a:pt x="50" y="97"/>
                  <a:pt x="50" y="97"/>
                  <a:pt x="51" y="97"/>
                </a:cubicBezTo>
                <a:cubicBezTo>
                  <a:pt x="57" y="97"/>
                  <a:pt x="57" y="97"/>
                  <a:pt x="57" y="97"/>
                </a:cubicBezTo>
                <a:cubicBezTo>
                  <a:pt x="58" y="97"/>
                  <a:pt x="59" y="97"/>
                  <a:pt x="59" y="98"/>
                </a:cubicBezTo>
                <a:cubicBezTo>
                  <a:pt x="60" y="99"/>
                  <a:pt x="60" y="99"/>
                  <a:pt x="60" y="100"/>
                </a:cubicBezTo>
                <a:close/>
                <a:moveTo>
                  <a:pt x="84" y="27"/>
                </a:moveTo>
                <a:cubicBezTo>
                  <a:pt x="84" y="34"/>
                  <a:pt x="84" y="34"/>
                  <a:pt x="84" y="34"/>
                </a:cubicBezTo>
                <a:cubicBezTo>
                  <a:pt x="84" y="34"/>
                  <a:pt x="84" y="35"/>
                  <a:pt x="84" y="36"/>
                </a:cubicBezTo>
                <a:cubicBezTo>
                  <a:pt x="83" y="36"/>
                  <a:pt x="82" y="37"/>
                  <a:pt x="81" y="37"/>
                </a:cubicBezTo>
                <a:cubicBezTo>
                  <a:pt x="75" y="37"/>
                  <a:pt x="75" y="37"/>
                  <a:pt x="75" y="37"/>
                </a:cubicBezTo>
                <a:cubicBezTo>
                  <a:pt x="75" y="37"/>
                  <a:pt x="74" y="36"/>
                  <a:pt x="73" y="36"/>
                </a:cubicBezTo>
                <a:cubicBezTo>
                  <a:pt x="73" y="35"/>
                  <a:pt x="72" y="34"/>
                  <a:pt x="72" y="34"/>
                </a:cubicBezTo>
                <a:cubicBezTo>
                  <a:pt x="72" y="27"/>
                  <a:pt x="72" y="27"/>
                  <a:pt x="72" y="27"/>
                </a:cubicBezTo>
                <a:cubicBezTo>
                  <a:pt x="72" y="27"/>
                  <a:pt x="73" y="26"/>
                  <a:pt x="73" y="25"/>
                </a:cubicBezTo>
                <a:cubicBezTo>
                  <a:pt x="74" y="25"/>
                  <a:pt x="75" y="24"/>
                  <a:pt x="75" y="24"/>
                </a:cubicBezTo>
                <a:cubicBezTo>
                  <a:pt x="81" y="24"/>
                  <a:pt x="81" y="24"/>
                  <a:pt x="81" y="24"/>
                </a:cubicBezTo>
                <a:cubicBezTo>
                  <a:pt x="82" y="24"/>
                  <a:pt x="83" y="25"/>
                  <a:pt x="84" y="25"/>
                </a:cubicBezTo>
                <a:cubicBezTo>
                  <a:pt x="84" y="26"/>
                  <a:pt x="84" y="27"/>
                  <a:pt x="84" y="27"/>
                </a:cubicBezTo>
                <a:close/>
                <a:moveTo>
                  <a:pt x="84" y="52"/>
                </a:moveTo>
                <a:cubicBezTo>
                  <a:pt x="84" y="58"/>
                  <a:pt x="84" y="58"/>
                  <a:pt x="84" y="58"/>
                </a:cubicBezTo>
                <a:cubicBezTo>
                  <a:pt x="84" y="59"/>
                  <a:pt x="84" y="59"/>
                  <a:pt x="84" y="60"/>
                </a:cubicBezTo>
                <a:cubicBezTo>
                  <a:pt x="83" y="60"/>
                  <a:pt x="82" y="61"/>
                  <a:pt x="81" y="61"/>
                </a:cubicBezTo>
                <a:cubicBezTo>
                  <a:pt x="75" y="61"/>
                  <a:pt x="75" y="61"/>
                  <a:pt x="75" y="61"/>
                </a:cubicBezTo>
                <a:cubicBezTo>
                  <a:pt x="75" y="61"/>
                  <a:pt x="74" y="60"/>
                  <a:pt x="73" y="60"/>
                </a:cubicBezTo>
                <a:cubicBezTo>
                  <a:pt x="73" y="59"/>
                  <a:pt x="72" y="59"/>
                  <a:pt x="72" y="58"/>
                </a:cubicBezTo>
                <a:cubicBezTo>
                  <a:pt x="72" y="52"/>
                  <a:pt x="72" y="52"/>
                  <a:pt x="72" y="52"/>
                </a:cubicBezTo>
                <a:cubicBezTo>
                  <a:pt x="72" y="51"/>
                  <a:pt x="73" y="50"/>
                  <a:pt x="73" y="50"/>
                </a:cubicBezTo>
                <a:cubicBezTo>
                  <a:pt x="74" y="49"/>
                  <a:pt x="75" y="49"/>
                  <a:pt x="75" y="49"/>
                </a:cubicBezTo>
                <a:cubicBezTo>
                  <a:pt x="81" y="49"/>
                  <a:pt x="81" y="49"/>
                  <a:pt x="81" y="49"/>
                </a:cubicBezTo>
                <a:cubicBezTo>
                  <a:pt x="82" y="49"/>
                  <a:pt x="83" y="49"/>
                  <a:pt x="84" y="50"/>
                </a:cubicBezTo>
                <a:cubicBezTo>
                  <a:pt x="84" y="50"/>
                  <a:pt x="84" y="51"/>
                  <a:pt x="84" y="52"/>
                </a:cubicBezTo>
                <a:close/>
                <a:moveTo>
                  <a:pt x="84" y="76"/>
                </a:moveTo>
                <a:cubicBezTo>
                  <a:pt x="84" y="82"/>
                  <a:pt x="84" y="82"/>
                  <a:pt x="84" y="82"/>
                </a:cubicBezTo>
                <a:cubicBezTo>
                  <a:pt x="84" y="83"/>
                  <a:pt x="84" y="83"/>
                  <a:pt x="84" y="84"/>
                </a:cubicBezTo>
                <a:cubicBezTo>
                  <a:pt x="83" y="85"/>
                  <a:pt x="82" y="85"/>
                  <a:pt x="81" y="85"/>
                </a:cubicBezTo>
                <a:cubicBezTo>
                  <a:pt x="75" y="85"/>
                  <a:pt x="75" y="85"/>
                  <a:pt x="75" y="85"/>
                </a:cubicBezTo>
                <a:cubicBezTo>
                  <a:pt x="75" y="85"/>
                  <a:pt x="74" y="85"/>
                  <a:pt x="73" y="84"/>
                </a:cubicBezTo>
                <a:cubicBezTo>
                  <a:pt x="73" y="83"/>
                  <a:pt x="72" y="83"/>
                  <a:pt x="72" y="82"/>
                </a:cubicBezTo>
                <a:cubicBezTo>
                  <a:pt x="72" y="76"/>
                  <a:pt x="72" y="76"/>
                  <a:pt x="72" y="76"/>
                </a:cubicBezTo>
                <a:cubicBezTo>
                  <a:pt x="72" y="75"/>
                  <a:pt x="73" y="74"/>
                  <a:pt x="73" y="74"/>
                </a:cubicBezTo>
                <a:cubicBezTo>
                  <a:pt x="74" y="73"/>
                  <a:pt x="75" y="73"/>
                  <a:pt x="75" y="73"/>
                </a:cubicBezTo>
                <a:cubicBezTo>
                  <a:pt x="81" y="73"/>
                  <a:pt x="81" y="73"/>
                  <a:pt x="81" y="73"/>
                </a:cubicBezTo>
                <a:cubicBezTo>
                  <a:pt x="82" y="73"/>
                  <a:pt x="83" y="73"/>
                  <a:pt x="84" y="74"/>
                </a:cubicBezTo>
                <a:cubicBezTo>
                  <a:pt x="84" y="74"/>
                  <a:pt x="84" y="75"/>
                  <a:pt x="84" y="76"/>
                </a:cubicBezTo>
                <a:close/>
                <a:moveTo>
                  <a:pt x="84" y="100"/>
                </a:moveTo>
                <a:cubicBezTo>
                  <a:pt x="84" y="106"/>
                  <a:pt x="84" y="106"/>
                  <a:pt x="84" y="106"/>
                </a:cubicBezTo>
                <a:cubicBezTo>
                  <a:pt x="84" y="107"/>
                  <a:pt x="84" y="108"/>
                  <a:pt x="84" y="108"/>
                </a:cubicBezTo>
                <a:cubicBezTo>
                  <a:pt x="83" y="109"/>
                  <a:pt x="82" y="109"/>
                  <a:pt x="81" y="109"/>
                </a:cubicBezTo>
                <a:cubicBezTo>
                  <a:pt x="75" y="109"/>
                  <a:pt x="75" y="109"/>
                  <a:pt x="75" y="109"/>
                </a:cubicBezTo>
                <a:cubicBezTo>
                  <a:pt x="75" y="109"/>
                  <a:pt x="74" y="109"/>
                  <a:pt x="73" y="108"/>
                </a:cubicBezTo>
                <a:cubicBezTo>
                  <a:pt x="73" y="108"/>
                  <a:pt x="72" y="107"/>
                  <a:pt x="72" y="106"/>
                </a:cubicBezTo>
                <a:cubicBezTo>
                  <a:pt x="72" y="100"/>
                  <a:pt x="72" y="100"/>
                  <a:pt x="72" y="100"/>
                </a:cubicBezTo>
                <a:cubicBezTo>
                  <a:pt x="72" y="99"/>
                  <a:pt x="73" y="99"/>
                  <a:pt x="73" y="98"/>
                </a:cubicBezTo>
                <a:cubicBezTo>
                  <a:pt x="74" y="97"/>
                  <a:pt x="75" y="97"/>
                  <a:pt x="75" y="97"/>
                </a:cubicBezTo>
                <a:cubicBezTo>
                  <a:pt x="81" y="97"/>
                  <a:pt x="81" y="97"/>
                  <a:pt x="81" y="97"/>
                </a:cubicBezTo>
                <a:cubicBezTo>
                  <a:pt x="82" y="97"/>
                  <a:pt x="83" y="97"/>
                  <a:pt x="84" y="98"/>
                </a:cubicBezTo>
                <a:cubicBezTo>
                  <a:pt x="84" y="99"/>
                  <a:pt x="84" y="99"/>
                  <a:pt x="84" y="100"/>
                </a:cubicBezTo>
                <a:close/>
                <a:moveTo>
                  <a:pt x="109" y="27"/>
                </a:moveTo>
                <a:cubicBezTo>
                  <a:pt x="109" y="34"/>
                  <a:pt x="109" y="34"/>
                  <a:pt x="109" y="34"/>
                </a:cubicBezTo>
                <a:cubicBezTo>
                  <a:pt x="109" y="34"/>
                  <a:pt x="108" y="35"/>
                  <a:pt x="108" y="36"/>
                </a:cubicBezTo>
                <a:cubicBezTo>
                  <a:pt x="107" y="36"/>
                  <a:pt x="106" y="37"/>
                  <a:pt x="106" y="37"/>
                </a:cubicBezTo>
                <a:cubicBezTo>
                  <a:pt x="100" y="37"/>
                  <a:pt x="100" y="37"/>
                  <a:pt x="100" y="37"/>
                </a:cubicBezTo>
                <a:cubicBezTo>
                  <a:pt x="99" y="37"/>
                  <a:pt x="98" y="36"/>
                  <a:pt x="97" y="36"/>
                </a:cubicBezTo>
                <a:cubicBezTo>
                  <a:pt x="97" y="35"/>
                  <a:pt x="97" y="34"/>
                  <a:pt x="97" y="34"/>
                </a:cubicBezTo>
                <a:cubicBezTo>
                  <a:pt x="97" y="27"/>
                  <a:pt x="97" y="27"/>
                  <a:pt x="97" y="27"/>
                </a:cubicBezTo>
                <a:cubicBezTo>
                  <a:pt x="97" y="27"/>
                  <a:pt x="97" y="26"/>
                  <a:pt x="97" y="25"/>
                </a:cubicBezTo>
                <a:cubicBezTo>
                  <a:pt x="98" y="25"/>
                  <a:pt x="99" y="24"/>
                  <a:pt x="100" y="24"/>
                </a:cubicBezTo>
                <a:cubicBezTo>
                  <a:pt x="106" y="24"/>
                  <a:pt x="106" y="24"/>
                  <a:pt x="106" y="24"/>
                </a:cubicBezTo>
                <a:cubicBezTo>
                  <a:pt x="106" y="24"/>
                  <a:pt x="107" y="25"/>
                  <a:pt x="108" y="25"/>
                </a:cubicBezTo>
                <a:cubicBezTo>
                  <a:pt x="108" y="26"/>
                  <a:pt x="109" y="27"/>
                  <a:pt x="109" y="27"/>
                </a:cubicBezTo>
                <a:close/>
                <a:moveTo>
                  <a:pt x="109" y="52"/>
                </a:moveTo>
                <a:cubicBezTo>
                  <a:pt x="109" y="58"/>
                  <a:pt x="109" y="58"/>
                  <a:pt x="109" y="58"/>
                </a:cubicBezTo>
                <a:cubicBezTo>
                  <a:pt x="109" y="59"/>
                  <a:pt x="108" y="59"/>
                  <a:pt x="108" y="60"/>
                </a:cubicBezTo>
                <a:cubicBezTo>
                  <a:pt x="107" y="60"/>
                  <a:pt x="106" y="61"/>
                  <a:pt x="106" y="61"/>
                </a:cubicBezTo>
                <a:cubicBezTo>
                  <a:pt x="100" y="61"/>
                  <a:pt x="100" y="61"/>
                  <a:pt x="100" y="61"/>
                </a:cubicBezTo>
                <a:cubicBezTo>
                  <a:pt x="99" y="61"/>
                  <a:pt x="98" y="60"/>
                  <a:pt x="97" y="60"/>
                </a:cubicBezTo>
                <a:cubicBezTo>
                  <a:pt x="97" y="59"/>
                  <a:pt x="97" y="59"/>
                  <a:pt x="97" y="58"/>
                </a:cubicBezTo>
                <a:cubicBezTo>
                  <a:pt x="97" y="52"/>
                  <a:pt x="97" y="52"/>
                  <a:pt x="97" y="52"/>
                </a:cubicBezTo>
                <a:cubicBezTo>
                  <a:pt x="97" y="51"/>
                  <a:pt x="97" y="50"/>
                  <a:pt x="97" y="50"/>
                </a:cubicBezTo>
                <a:cubicBezTo>
                  <a:pt x="98" y="49"/>
                  <a:pt x="99" y="49"/>
                  <a:pt x="100" y="49"/>
                </a:cubicBezTo>
                <a:cubicBezTo>
                  <a:pt x="106" y="49"/>
                  <a:pt x="106" y="49"/>
                  <a:pt x="106" y="49"/>
                </a:cubicBezTo>
                <a:cubicBezTo>
                  <a:pt x="106" y="49"/>
                  <a:pt x="107" y="49"/>
                  <a:pt x="108" y="50"/>
                </a:cubicBezTo>
                <a:cubicBezTo>
                  <a:pt x="108" y="50"/>
                  <a:pt x="109" y="51"/>
                  <a:pt x="109" y="52"/>
                </a:cubicBezTo>
                <a:close/>
                <a:moveTo>
                  <a:pt x="109" y="76"/>
                </a:moveTo>
                <a:cubicBezTo>
                  <a:pt x="109" y="82"/>
                  <a:pt x="109" y="82"/>
                  <a:pt x="109" y="82"/>
                </a:cubicBezTo>
                <a:cubicBezTo>
                  <a:pt x="109" y="83"/>
                  <a:pt x="108" y="83"/>
                  <a:pt x="108" y="84"/>
                </a:cubicBezTo>
                <a:cubicBezTo>
                  <a:pt x="107" y="85"/>
                  <a:pt x="106" y="85"/>
                  <a:pt x="106" y="85"/>
                </a:cubicBezTo>
                <a:cubicBezTo>
                  <a:pt x="100" y="85"/>
                  <a:pt x="100" y="85"/>
                  <a:pt x="100" y="85"/>
                </a:cubicBezTo>
                <a:cubicBezTo>
                  <a:pt x="99" y="85"/>
                  <a:pt x="98" y="85"/>
                  <a:pt x="97" y="84"/>
                </a:cubicBezTo>
                <a:cubicBezTo>
                  <a:pt x="97" y="83"/>
                  <a:pt x="97" y="83"/>
                  <a:pt x="97" y="82"/>
                </a:cubicBezTo>
                <a:cubicBezTo>
                  <a:pt x="97" y="76"/>
                  <a:pt x="97" y="76"/>
                  <a:pt x="97" y="76"/>
                </a:cubicBezTo>
                <a:cubicBezTo>
                  <a:pt x="97" y="75"/>
                  <a:pt x="97" y="74"/>
                  <a:pt x="97" y="74"/>
                </a:cubicBezTo>
                <a:cubicBezTo>
                  <a:pt x="98" y="73"/>
                  <a:pt x="99" y="73"/>
                  <a:pt x="100" y="73"/>
                </a:cubicBezTo>
                <a:cubicBezTo>
                  <a:pt x="106" y="73"/>
                  <a:pt x="106" y="73"/>
                  <a:pt x="106" y="73"/>
                </a:cubicBezTo>
                <a:cubicBezTo>
                  <a:pt x="106" y="73"/>
                  <a:pt x="107" y="73"/>
                  <a:pt x="108" y="74"/>
                </a:cubicBezTo>
                <a:cubicBezTo>
                  <a:pt x="108" y="74"/>
                  <a:pt x="109" y="75"/>
                  <a:pt x="109" y="76"/>
                </a:cubicBezTo>
                <a:close/>
                <a:moveTo>
                  <a:pt x="109" y="100"/>
                </a:moveTo>
                <a:cubicBezTo>
                  <a:pt x="109" y="106"/>
                  <a:pt x="109" y="106"/>
                  <a:pt x="109" y="106"/>
                </a:cubicBezTo>
                <a:cubicBezTo>
                  <a:pt x="109" y="107"/>
                  <a:pt x="108" y="108"/>
                  <a:pt x="108" y="108"/>
                </a:cubicBezTo>
                <a:cubicBezTo>
                  <a:pt x="107" y="109"/>
                  <a:pt x="106" y="109"/>
                  <a:pt x="106" y="109"/>
                </a:cubicBezTo>
                <a:cubicBezTo>
                  <a:pt x="100" y="109"/>
                  <a:pt x="100" y="109"/>
                  <a:pt x="100" y="109"/>
                </a:cubicBezTo>
                <a:cubicBezTo>
                  <a:pt x="99" y="109"/>
                  <a:pt x="98" y="109"/>
                  <a:pt x="97" y="108"/>
                </a:cubicBezTo>
                <a:cubicBezTo>
                  <a:pt x="97" y="108"/>
                  <a:pt x="97" y="107"/>
                  <a:pt x="97" y="106"/>
                </a:cubicBezTo>
                <a:cubicBezTo>
                  <a:pt x="97" y="100"/>
                  <a:pt x="97" y="100"/>
                  <a:pt x="97" y="100"/>
                </a:cubicBezTo>
                <a:cubicBezTo>
                  <a:pt x="97" y="99"/>
                  <a:pt x="97" y="99"/>
                  <a:pt x="97" y="98"/>
                </a:cubicBezTo>
                <a:cubicBezTo>
                  <a:pt x="98" y="97"/>
                  <a:pt x="99" y="97"/>
                  <a:pt x="100" y="97"/>
                </a:cubicBezTo>
                <a:cubicBezTo>
                  <a:pt x="106" y="97"/>
                  <a:pt x="106" y="97"/>
                  <a:pt x="106" y="97"/>
                </a:cubicBezTo>
                <a:cubicBezTo>
                  <a:pt x="106" y="97"/>
                  <a:pt x="107" y="97"/>
                  <a:pt x="108" y="98"/>
                </a:cubicBezTo>
                <a:cubicBezTo>
                  <a:pt x="108" y="99"/>
                  <a:pt x="109" y="99"/>
                  <a:pt x="109" y="100"/>
                </a:cubicBezTo>
                <a:close/>
                <a:moveTo>
                  <a:pt x="109" y="124"/>
                </a:moveTo>
                <a:cubicBezTo>
                  <a:pt x="109" y="130"/>
                  <a:pt x="109" y="130"/>
                  <a:pt x="109" y="130"/>
                </a:cubicBezTo>
                <a:cubicBezTo>
                  <a:pt x="109" y="131"/>
                  <a:pt x="108" y="132"/>
                  <a:pt x="108" y="132"/>
                </a:cubicBezTo>
                <a:cubicBezTo>
                  <a:pt x="107" y="133"/>
                  <a:pt x="106" y="133"/>
                  <a:pt x="106" y="133"/>
                </a:cubicBezTo>
                <a:cubicBezTo>
                  <a:pt x="100" y="133"/>
                  <a:pt x="100" y="133"/>
                  <a:pt x="100" y="133"/>
                </a:cubicBezTo>
                <a:cubicBezTo>
                  <a:pt x="99" y="133"/>
                  <a:pt x="98" y="133"/>
                  <a:pt x="97" y="132"/>
                </a:cubicBezTo>
                <a:cubicBezTo>
                  <a:pt x="97" y="132"/>
                  <a:pt x="97" y="131"/>
                  <a:pt x="97" y="130"/>
                </a:cubicBezTo>
                <a:cubicBezTo>
                  <a:pt x="97" y="124"/>
                  <a:pt x="97" y="124"/>
                  <a:pt x="97" y="124"/>
                </a:cubicBezTo>
                <a:cubicBezTo>
                  <a:pt x="97" y="123"/>
                  <a:pt x="97" y="123"/>
                  <a:pt x="97" y="122"/>
                </a:cubicBezTo>
                <a:cubicBezTo>
                  <a:pt x="98" y="122"/>
                  <a:pt x="99" y="121"/>
                  <a:pt x="100" y="121"/>
                </a:cubicBezTo>
                <a:cubicBezTo>
                  <a:pt x="106" y="121"/>
                  <a:pt x="106" y="121"/>
                  <a:pt x="106" y="121"/>
                </a:cubicBezTo>
                <a:cubicBezTo>
                  <a:pt x="106" y="121"/>
                  <a:pt x="107" y="122"/>
                  <a:pt x="108" y="122"/>
                </a:cubicBezTo>
                <a:cubicBezTo>
                  <a:pt x="108" y="123"/>
                  <a:pt x="109" y="123"/>
                  <a:pt x="109" y="12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22" name="Freeform 225"/>
          <p:cNvSpPr>
            <a:spLocks noEditPoints="1"/>
          </p:cNvSpPr>
          <p:nvPr/>
        </p:nvSpPr>
        <p:spPr bwMode="auto">
          <a:xfrm>
            <a:off x="7895113" y="3520847"/>
            <a:ext cx="190176" cy="244204"/>
          </a:xfrm>
          <a:custGeom>
            <a:avLst/>
            <a:gdLst>
              <a:gd name="T0" fmla="*/ 127 w 133"/>
              <a:gd name="T1" fmla="*/ 170 h 170"/>
              <a:gd name="T2" fmla="*/ 0 w 133"/>
              <a:gd name="T3" fmla="*/ 43 h 170"/>
              <a:gd name="T4" fmla="*/ 36 w 133"/>
              <a:gd name="T5" fmla="*/ 9 h 170"/>
              <a:gd name="T6" fmla="*/ 94 w 133"/>
              <a:gd name="T7" fmla="*/ 3 h 170"/>
              <a:gd name="T8" fmla="*/ 131 w 133"/>
              <a:gd name="T9" fmla="*/ 38 h 170"/>
              <a:gd name="T10" fmla="*/ 121 w 133"/>
              <a:gd name="T11" fmla="*/ 49 h 170"/>
              <a:gd name="T12" fmla="*/ 87 w 133"/>
              <a:gd name="T13" fmla="*/ 61 h 170"/>
              <a:gd name="T14" fmla="*/ 36 w 133"/>
              <a:gd name="T15" fmla="*/ 49 h 170"/>
              <a:gd name="T16" fmla="*/ 48 w 133"/>
              <a:gd name="T17" fmla="*/ 136 h 170"/>
              <a:gd name="T18" fmla="*/ 83 w 133"/>
              <a:gd name="T19" fmla="*/ 134 h 170"/>
              <a:gd name="T20" fmla="*/ 36 w 133"/>
              <a:gd name="T21" fmla="*/ 82 h 170"/>
              <a:gd name="T22" fmla="*/ 25 w 133"/>
              <a:gd name="T23" fmla="*/ 84 h 170"/>
              <a:gd name="T24" fmla="*/ 27 w 133"/>
              <a:gd name="T25" fmla="*/ 73 h 170"/>
              <a:gd name="T26" fmla="*/ 36 w 133"/>
              <a:gd name="T27" fmla="*/ 100 h 170"/>
              <a:gd name="T28" fmla="*/ 27 w 133"/>
              <a:gd name="T29" fmla="*/ 109 h 170"/>
              <a:gd name="T30" fmla="*/ 25 w 133"/>
              <a:gd name="T31" fmla="*/ 98 h 170"/>
              <a:gd name="T32" fmla="*/ 36 w 133"/>
              <a:gd name="T33" fmla="*/ 100 h 170"/>
              <a:gd name="T34" fmla="*/ 33 w 133"/>
              <a:gd name="T35" fmla="*/ 133 h 170"/>
              <a:gd name="T36" fmla="*/ 24 w 133"/>
              <a:gd name="T37" fmla="*/ 124 h 170"/>
              <a:gd name="T38" fmla="*/ 35 w 133"/>
              <a:gd name="T39" fmla="*/ 122 h 170"/>
              <a:gd name="T40" fmla="*/ 83 w 133"/>
              <a:gd name="T41" fmla="*/ 13 h 170"/>
              <a:gd name="T42" fmla="*/ 72 w 133"/>
              <a:gd name="T43" fmla="*/ 15 h 170"/>
              <a:gd name="T44" fmla="*/ 59 w 133"/>
              <a:gd name="T45" fmla="*/ 13 h 170"/>
              <a:gd name="T46" fmla="*/ 48 w 133"/>
              <a:gd name="T47" fmla="*/ 15 h 170"/>
              <a:gd name="T48" fmla="*/ 57 w 133"/>
              <a:gd name="T49" fmla="*/ 49 h 170"/>
              <a:gd name="T50" fmla="*/ 72 w 133"/>
              <a:gd name="T51" fmla="*/ 37 h 170"/>
              <a:gd name="T52" fmla="*/ 81 w 133"/>
              <a:gd name="T53" fmla="*/ 49 h 170"/>
              <a:gd name="T54" fmla="*/ 60 w 133"/>
              <a:gd name="T55" fmla="*/ 82 h 170"/>
              <a:gd name="T56" fmla="*/ 49 w 133"/>
              <a:gd name="T57" fmla="*/ 84 h 170"/>
              <a:gd name="T58" fmla="*/ 51 w 133"/>
              <a:gd name="T59" fmla="*/ 73 h 170"/>
              <a:gd name="T60" fmla="*/ 60 w 133"/>
              <a:gd name="T61" fmla="*/ 100 h 170"/>
              <a:gd name="T62" fmla="*/ 51 w 133"/>
              <a:gd name="T63" fmla="*/ 109 h 170"/>
              <a:gd name="T64" fmla="*/ 49 w 133"/>
              <a:gd name="T65" fmla="*/ 98 h 170"/>
              <a:gd name="T66" fmla="*/ 60 w 133"/>
              <a:gd name="T67" fmla="*/ 100 h 170"/>
              <a:gd name="T68" fmla="*/ 81 w 133"/>
              <a:gd name="T69" fmla="*/ 85 h 170"/>
              <a:gd name="T70" fmla="*/ 72 w 133"/>
              <a:gd name="T71" fmla="*/ 76 h 170"/>
              <a:gd name="T72" fmla="*/ 83 w 133"/>
              <a:gd name="T73" fmla="*/ 74 h 170"/>
              <a:gd name="T74" fmla="*/ 83 w 133"/>
              <a:gd name="T75" fmla="*/ 108 h 170"/>
              <a:gd name="T76" fmla="*/ 72 w 133"/>
              <a:gd name="T77" fmla="*/ 106 h 170"/>
              <a:gd name="T78" fmla="*/ 81 w 133"/>
              <a:gd name="T79" fmla="*/ 97 h 170"/>
              <a:gd name="T80" fmla="*/ 109 w 133"/>
              <a:gd name="T81" fmla="*/ 82 h 170"/>
              <a:gd name="T82" fmla="*/ 97 w 133"/>
              <a:gd name="T83" fmla="*/ 84 h 170"/>
              <a:gd name="T84" fmla="*/ 99 w 133"/>
              <a:gd name="T85" fmla="*/ 73 h 170"/>
              <a:gd name="T86" fmla="*/ 109 w 133"/>
              <a:gd name="T87" fmla="*/ 100 h 170"/>
              <a:gd name="T88" fmla="*/ 99 w 133"/>
              <a:gd name="T89" fmla="*/ 109 h 170"/>
              <a:gd name="T90" fmla="*/ 97 w 133"/>
              <a:gd name="T91" fmla="*/ 98 h 170"/>
              <a:gd name="T92" fmla="*/ 109 w 133"/>
              <a:gd name="T93" fmla="*/ 100 h 170"/>
              <a:gd name="T94" fmla="*/ 105 w 133"/>
              <a:gd name="T95" fmla="*/ 133 h 170"/>
              <a:gd name="T96" fmla="*/ 96 w 133"/>
              <a:gd name="T97" fmla="*/ 124 h 170"/>
              <a:gd name="T98" fmla="*/ 108 w 133"/>
              <a:gd name="T99" fmla="*/ 122 h 1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33" h="170">
                <a:moveTo>
                  <a:pt x="133" y="43"/>
                </a:moveTo>
                <a:cubicBezTo>
                  <a:pt x="133" y="164"/>
                  <a:pt x="133" y="164"/>
                  <a:pt x="133" y="164"/>
                </a:cubicBezTo>
                <a:cubicBezTo>
                  <a:pt x="133" y="165"/>
                  <a:pt x="132" y="167"/>
                  <a:pt x="131" y="168"/>
                </a:cubicBezTo>
                <a:cubicBezTo>
                  <a:pt x="130" y="169"/>
                  <a:pt x="128" y="170"/>
                  <a:pt x="127" y="170"/>
                </a:cubicBezTo>
                <a:cubicBezTo>
                  <a:pt x="6" y="170"/>
                  <a:pt x="6" y="170"/>
                  <a:pt x="6" y="170"/>
                </a:cubicBezTo>
                <a:cubicBezTo>
                  <a:pt x="4" y="170"/>
                  <a:pt x="3" y="169"/>
                  <a:pt x="1" y="168"/>
                </a:cubicBezTo>
                <a:cubicBezTo>
                  <a:pt x="0" y="167"/>
                  <a:pt x="0" y="165"/>
                  <a:pt x="0" y="164"/>
                </a:cubicBezTo>
                <a:cubicBezTo>
                  <a:pt x="0" y="43"/>
                  <a:pt x="0" y="43"/>
                  <a:pt x="0" y="43"/>
                </a:cubicBezTo>
                <a:cubicBezTo>
                  <a:pt x="0" y="41"/>
                  <a:pt x="0" y="40"/>
                  <a:pt x="1" y="38"/>
                </a:cubicBezTo>
                <a:cubicBezTo>
                  <a:pt x="3" y="37"/>
                  <a:pt x="4" y="37"/>
                  <a:pt x="6" y="37"/>
                </a:cubicBezTo>
                <a:cubicBezTo>
                  <a:pt x="36" y="37"/>
                  <a:pt x="36" y="37"/>
                  <a:pt x="36" y="37"/>
                </a:cubicBezTo>
                <a:cubicBezTo>
                  <a:pt x="36" y="9"/>
                  <a:pt x="36" y="9"/>
                  <a:pt x="36" y="9"/>
                </a:cubicBezTo>
                <a:cubicBezTo>
                  <a:pt x="36" y="7"/>
                  <a:pt x="37" y="5"/>
                  <a:pt x="39" y="3"/>
                </a:cubicBezTo>
                <a:cubicBezTo>
                  <a:pt x="40" y="1"/>
                  <a:pt x="42" y="0"/>
                  <a:pt x="45" y="0"/>
                </a:cubicBezTo>
                <a:cubicBezTo>
                  <a:pt x="87" y="0"/>
                  <a:pt x="87" y="0"/>
                  <a:pt x="87" y="0"/>
                </a:cubicBezTo>
                <a:cubicBezTo>
                  <a:pt x="90" y="0"/>
                  <a:pt x="92" y="1"/>
                  <a:pt x="94" y="3"/>
                </a:cubicBezTo>
                <a:cubicBezTo>
                  <a:pt x="96" y="5"/>
                  <a:pt x="96" y="7"/>
                  <a:pt x="96" y="9"/>
                </a:cubicBezTo>
                <a:cubicBezTo>
                  <a:pt x="96" y="37"/>
                  <a:pt x="96" y="37"/>
                  <a:pt x="96" y="37"/>
                </a:cubicBezTo>
                <a:cubicBezTo>
                  <a:pt x="127" y="37"/>
                  <a:pt x="127" y="37"/>
                  <a:pt x="127" y="37"/>
                </a:cubicBezTo>
                <a:cubicBezTo>
                  <a:pt x="128" y="37"/>
                  <a:pt x="130" y="37"/>
                  <a:pt x="131" y="38"/>
                </a:cubicBezTo>
                <a:cubicBezTo>
                  <a:pt x="132" y="40"/>
                  <a:pt x="133" y="41"/>
                  <a:pt x="133" y="43"/>
                </a:cubicBezTo>
                <a:close/>
                <a:moveTo>
                  <a:pt x="84" y="158"/>
                </a:moveTo>
                <a:cubicBezTo>
                  <a:pt x="121" y="158"/>
                  <a:pt x="121" y="158"/>
                  <a:pt x="121" y="158"/>
                </a:cubicBezTo>
                <a:cubicBezTo>
                  <a:pt x="121" y="49"/>
                  <a:pt x="121" y="49"/>
                  <a:pt x="121" y="49"/>
                </a:cubicBezTo>
                <a:cubicBezTo>
                  <a:pt x="96" y="49"/>
                  <a:pt x="96" y="49"/>
                  <a:pt x="96" y="49"/>
                </a:cubicBezTo>
                <a:cubicBezTo>
                  <a:pt x="96" y="52"/>
                  <a:pt x="96" y="52"/>
                  <a:pt x="96" y="52"/>
                </a:cubicBezTo>
                <a:cubicBezTo>
                  <a:pt x="96" y="54"/>
                  <a:pt x="96" y="56"/>
                  <a:pt x="94" y="58"/>
                </a:cubicBezTo>
                <a:cubicBezTo>
                  <a:pt x="92" y="60"/>
                  <a:pt x="90" y="61"/>
                  <a:pt x="87" y="61"/>
                </a:cubicBezTo>
                <a:cubicBezTo>
                  <a:pt x="45" y="61"/>
                  <a:pt x="45" y="61"/>
                  <a:pt x="45" y="61"/>
                </a:cubicBezTo>
                <a:cubicBezTo>
                  <a:pt x="42" y="61"/>
                  <a:pt x="40" y="60"/>
                  <a:pt x="39" y="58"/>
                </a:cubicBezTo>
                <a:cubicBezTo>
                  <a:pt x="37" y="56"/>
                  <a:pt x="36" y="54"/>
                  <a:pt x="36" y="52"/>
                </a:cubicBezTo>
                <a:cubicBezTo>
                  <a:pt x="36" y="49"/>
                  <a:pt x="36" y="49"/>
                  <a:pt x="36" y="49"/>
                </a:cubicBezTo>
                <a:cubicBezTo>
                  <a:pt x="12" y="49"/>
                  <a:pt x="12" y="49"/>
                  <a:pt x="12" y="49"/>
                </a:cubicBezTo>
                <a:cubicBezTo>
                  <a:pt x="12" y="158"/>
                  <a:pt x="12" y="158"/>
                  <a:pt x="12" y="158"/>
                </a:cubicBezTo>
                <a:cubicBezTo>
                  <a:pt x="48" y="158"/>
                  <a:pt x="48" y="158"/>
                  <a:pt x="48" y="158"/>
                </a:cubicBezTo>
                <a:cubicBezTo>
                  <a:pt x="48" y="136"/>
                  <a:pt x="48" y="136"/>
                  <a:pt x="48" y="136"/>
                </a:cubicBezTo>
                <a:cubicBezTo>
                  <a:pt x="48" y="136"/>
                  <a:pt x="48" y="135"/>
                  <a:pt x="49" y="134"/>
                </a:cubicBezTo>
                <a:cubicBezTo>
                  <a:pt x="49" y="134"/>
                  <a:pt x="50" y="133"/>
                  <a:pt x="51" y="133"/>
                </a:cubicBezTo>
                <a:cubicBezTo>
                  <a:pt x="81" y="133"/>
                  <a:pt x="81" y="133"/>
                  <a:pt x="81" y="133"/>
                </a:cubicBezTo>
                <a:cubicBezTo>
                  <a:pt x="82" y="133"/>
                  <a:pt x="83" y="134"/>
                  <a:pt x="83" y="134"/>
                </a:cubicBezTo>
                <a:cubicBezTo>
                  <a:pt x="84" y="135"/>
                  <a:pt x="84" y="136"/>
                  <a:pt x="84" y="136"/>
                </a:cubicBezTo>
                <a:lnTo>
                  <a:pt x="84" y="158"/>
                </a:lnTo>
                <a:close/>
                <a:moveTo>
                  <a:pt x="36" y="76"/>
                </a:moveTo>
                <a:cubicBezTo>
                  <a:pt x="36" y="82"/>
                  <a:pt x="36" y="82"/>
                  <a:pt x="36" y="82"/>
                </a:cubicBezTo>
                <a:cubicBezTo>
                  <a:pt x="36" y="83"/>
                  <a:pt x="36" y="83"/>
                  <a:pt x="35" y="84"/>
                </a:cubicBezTo>
                <a:cubicBezTo>
                  <a:pt x="34" y="85"/>
                  <a:pt x="34" y="85"/>
                  <a:pt x="33" y="85"/>
                </a:cubicBezTo>
                <a:cubicBezTo>
                  <a:pt x="27" y="85"/>
                  <a:pt x="27" y="85"/>
                  <a:pt x="27" y="85"/>
                </a:cubicBezTo>
                <a:cubicBezTo>
                  <a:pt x="26" y="85"/>
                  <a:pt x="25" y="85"/>
                  <a:pt x="25" y="84"/>
                </a:cubicBezTo>
                <a:cubicBezTo>
                  <a:pt x="24" y="83"/>
                  <a:pt x="24" y="83"/>
                  <a:pt x="24" y="82"/>
                </a:cubicBezTo>
                <a:cubicBezTo>
                  <a:pt x="24" y="76"/>
                  <a:pt x="24" y="76"/>
                  <a:pt x="24" y="76"/>
                </a:cubicBezTo>
                <a:cubicBezTo>
                  <a:pt x="24" y="75"/>
                  <a:pt x="24" y="74"/>
                  <a:pt x="25" y="74"/>
                </a:cubicBezTo>
                <a:cubicBezTo>
                  <a:pt x="25" y="73"/>
                  <a:pt x="26" y="73"/>
                  <a:pt x="27" y="73"/>
                </a:cubicBezTo>
                <a:cubicBezTo>
                  <a:pt x="33" y="73"/>
                  <a:pt x="33" y="73"/>
                  <a:pt x="33" y="73"/>
                </a:cubicBezTo>
                <a:cubicBezTo>
                  <a:pt x="34" y="73"/>
                  <a:pt x="34" y="73"/>
                  <a:pt x="35" y="74"/>
                </a:cubicBezTo>
                <a:cubicBezTo>
                  <a:pt x="36" y="74"/>
                  <a:pt x="36" y="75"/>
                  <a:pt x="36" y="76"/>
                </a:cubicBezTo>
                <a:close/>
                <a:moveTo>
                  <a:pt x="36" y="100"/>
                </a:moveTo>
                <a:cubicBezTo>
                  <a:pt x="36" y="106"/>
                  <a:pt x="36" y="106"/>
                  <a:pt x="36" y="106"/>
                </a:cubicBezTo>
                <a:cubicBezTo>
                  <a:pt x="36" y="107"/>
                  <a:pt x="36" y="108"/>
                  <a:pt x="35" y="108"/>
                </a:cubicBezTo>
                <a:cubicBezTo>
                  <a:pt x="34" y="109"/>
                  <a:pt x="34" y="109"/>
                  <a:pt x="33" y="109"/>
                </a:cubicBezTo>
                <a:cubicBezTo>
                  <a:pt x="27" y="109"/>
                  <a:pt x="27" y="109"/>
                  <a:pt x="27" y="109"/>
                </a:cubicBezTo>
                <a:cubicBezTo>
                  <a:pt x="26" y="109"/>
                  <a:pt x="25" y="109"/>
                  <a:pt x="25" y="108"/>
                </a:cubicBezTo>
                <a:cubicBezTo>
                  <a:pt x="24" y="108"/>
                  <a:pt x="24" y="107"/>
                  <a:pt x="24" y="106"/>
                </a:cubicBezTo>
                <a:cubicBezTo>
                  <a:pt x="24" y="100"/>
                  <a:pt x="24" y="100"/>
                  <a:pt x="24" y="100"/>
                </a:cubicBezTo>
                <a:cubicBezTo>
                  <a:pt x="24" y="99"/>
                  <a:pt x="24" y="99"/>
                  <a:pt x="25" y="98"/>
                </a:cubicBezTo>
                <a:cubicBezTo>
                  <a:pt x="25" y="97"/>
                  <a:pt x="26" y="97"/>
                  <a:pt x="27" y="97"/>
                </a:cubicBezTo>
                <a:cubicBezTo>
                  <a:pt x="33" y="97"/>
                  <a:pt x="33" y="97"/>
                  <a:pt x="33" y="97"/>
                </a:cubicBezTo>
                <a:cubicBezTo>
                  <a:pt x="34" y="97"/>
                  <a:pt x="34" y="97"/>
                  <a:pt x="35" y="98"/>
                </a:cubicBezTo>
                <a:cubicBezTo>
                  <a:pt x="36" y="99"/>
                  <a:pt x="36" y="99"/>
                  <a:pt x="36" y="100"/>
                </a:cubicBezTo>
                <a:close/>
                <a:moveTo>
                  <a:pt x="36" y="124"/>
                </a:moveTo>
                <a:cubicBezTo>
                  <a:pt x="36" y="130"/>
                  <a:pt x="36" y="130"/>
                  <a:pt x="36" y="130"/>
                </a:cubicBezTo>
                <a:cubicBezTo>
                  <a:pt x="36" y="131"/>
                  <a:pt x="36" y="132"/>
                  <a:pt x="35" y="132"/>
                </a:cubicBezTo>
                <a:cubicBezTo>
                  <a:pt x="34" y="133"/>
                  <a:pt x="34" y="133"/>
                  <a:pt x="33" y="133"/>
                </a:cubicBezTo>
                <a:cubicBezTo>
                  <a:pt x="27" y="133"/>
                  <a:pt x="27" y="133"/>
                  <a:pt x="27" y="133"/>
                </a:cubicBezTo>
                <a:cubicBezTo>
                  <a:pt x="26" y="133"/>
                  <a:pt x="25" y="133"/>
                  <a:pt x="25" y="132"/>
                </a:cubicBezTo>
                <a:cubicBezTo>
                  <a:pt x="24" y="132"/>
                  <a:pt x="24" y="131"/>
                  <a:pt x="24" y="130"/>
                </a:cubicBezTo>
                <a:cubicBezTo>
                  <a:pt x="24" y="124"/>
                  <a:pt x="24" y="124"/>
                  <a:pt x="24" y="124"/>
                </a:cubicBezTo>
                <a:cubicBezTo>
                  <a:pt x="24" y="123"/>
                  <a:pt x="24" y="123"/>
                  <a:pt x="25" y="122"/>
                </a:cubicBezTo>
                <a:cubicBezTo>
                  <a:pt x="25" y="122"/>
                  <a:pt x="26" y="121"/>
                  <a:pt x="27" y="121"/>
                </a:cubicBezTo>
                <a:cubicBezTo>
                  <a:pt x="33" y="121"/>
                  <a:pt x="33" y="121"/>
                  <a:pt x="33" y="121"/>
                </a:cubicBezTo>
                <a:cubicBezTo>
                  <a:pt x="34" y="121"/>
                  <a:pt x="34" y="122"/>
                  <a:pt x="35" y="122"/>
                </a:cubicBezTo>
                <a:cubicBezTo>
                  <a:pt x="36" y="123"/>
                  <a:pt x="36" y="123"/>
                  <a:pt x="36" y="124"/>
                </a:cubicBezTo>
                <a:close/>
                <a:moveTo>
                  <a:pt x="84" y="46"/>
                </a:moveTo>
                <a:cubicBezTo>
                  <a:pt x="84" y="15"/>
                  <a:pt x="84" y="15"/>
                  <a:pt x="84" y="15"/>
                </a:cubicBezTo>
                <a:cubicBezTo>
                  <a:pt x="84" y="15"/>
                  <a:pt x="84" y="14"/>
                  <a:pt x="83" y="13"/>
                </a:cubicBezTo>
                <a:cubicBezTo>
                  <a:pt x="83" y="13"/>
                  <a:pt x="82" y="12"/>
                  <a:pt x="81" y="12"/>
                </a:cubicBezTo>
                <a:cubicBezTo>
                  <a:pt x="75" y="12"/>
                  <a:pt x="75" y="12"/>
                  <a:pt x="75" y="12"/>
                </a:cubicBezTo>
                <a:cubicBezTo>
                  <a:pt x="74" y="12"/>
                  <a:pt x="74" y="13"/>
                  <a:pt x="73" y="13"/>
                </a:cubicBezTo>
                <a:cubicBezTo>
                  <a:pt x="72" y="14"/>
                  <a:pt x="72" y="15"/>
                  <a:pt x="72" y="15"/>
                </a:cubicBezTo>
                <a:cubicBezTo>
                  <a:pt x="72" y="24"/>
                  <a:pt x="72" y="24"/>
                  <a:pt x="72" y="24"/>
                </a:cubicBezTo>
                <a:cubicBezTo>
                  <a:pt x="60" y="24"/>
                  <a:pt x="60" y="24"/>
                  <a:pt x="60" y="24"/>
                </a:cubicBezTo>
                <a:cubicBezTo>
                  <a:pt x="60" y="15"/>
                  <a:pt x="60" y="15"/>
                  <a:pt x="60" y="15"/>
                </a:cubicBezTo>
                <a:cubicBezTo>
                  <a:pt x="60" y="15"/>
                  <a:pt x="60" y="14"/>
                  <a:pt x="59" y="13"/>
                </a:cubicBezTo>
                <a:cubicBezTo>
                  <a:pt x="59" y="13"/>
                  <a:pt x="58" y="12"/>
                  <a:pt x="57" y="12"/>
                </a:cubicBezTo>
                <a:cubicBezTo>
                  <a:pt x="51" y="12"/>
                  <a:pt x="51" y="12"/>
                  <a:pt x="51" y="12"/>
                </a:cubicBezTo>
                <a:cubicBezTo>
                  <a:pt x="50" y="12"/>
                  <a:pt x="49" y="13"/>
                  <a:pt x="49" y="13"/>
                </a:cubicBezTo>
                <a:cubicBezTo>
                  <a:pt x="48" y="14"/>
                  <a:pt x="48" y="15"/>
                  <a:pt x="48" y="15"/>
                </a:cubicBezTo>
                <a:cubicBezTo>
                  <a:pt x="48" y="46"/>
                  <a:pt x="48" y="46"/>
                  <a:pt x="48" y="46"/>
                </a:cubicBezTo>
                <a:cubicBezTo>
                  <a:pt x="48" y="46"/>
                  <a:pt x="48" y="47"/>
                  <a:pt x="49" y="48"/>
                </a:cubicBezTo>
                <a:cubicBezTo>
                  <a:pt x="49" y="48"/>
                  <a:pt x="50" y="49"/>
                  <a:pt x="51" y="49"/>
                </a:cubicBezTo>
                <a:cubicBezTo>
                  <a:pt x="57" y="49"/>
                  <a:pt x="57" y="49"/>
                  <a:pt x="57" y="49"/>
                </a:cubicBezTo>
                <a:cubicBezTo>
                  <a:pt x="58" y="49"/>
                  <a:pt x="59" y="48"/>
                  <a:pt x="59" y="48"/>
                </a:cubicBezTo>
                <a:cubicBezTo>
                  <a:pt x="60" y="47"/>
                  <a:pt x="60" y="46"/>
                  <a:pt x="60" y="46"/>
                </a:cubicBezTo>
                <a:cubicBezTo>
                  <a:pt x="60" y="37"/>
                  <a:pt x="60" y="37"/>
                  <a:pt x="60" y="37"/>
                </a:cubicBezTo>
                <a:cubicBezTo>
                  <a:pt x="72" y="37"/>
                  <a:pt x="72" y="37"/>
                  <a:pt x="72" y="37"/>
                </a:cubicBezTo>
                <a:cubicBezTo>
                  <a:pt x="72" y="46"/>
                  <a:pt x="72" y="46"/>
                  <a:pt x="72" y="46"/>
                </a:cubicBezTo>
                <a:cubicBezTo>
                  <a:pt x="72" y="46"/>
                  <a:pt x="72" y="47"/>
                  <a:pt x="73" y="48"/>
                </a:cubicBezTo>
                <a:cubicBezTo>
                  <a:pt x="74" y="48"/>
                  <a:pt x="74" y="49"/>
                  <a:pt x="75" y="49"/>
                </a:cubicBezTo>
                <a:cubicBezTo>
                  <a:pt x="81" y="49"/>
                  <a:pt x="81" y="49"/>
                  <a:pt x="81" y="49"/>
                </a:cubicBezTo>
                <a:cubicBezTo>
                  <a:pt x="82" y="49"/>
                  <a:pt x="83" y="48"/>
                  <a:pt x="83" y="48"/>
                </a:cubicBezTo>
                <a:cubicBezTo>
                  <a:pt x="84" y="47"/>
                  <a:pt x="84" y="46"/>
                  <a:pt x="84" y="46"/>
                </a:cubicBezTo>
                <a:close/>
                <a:moveTo>
                  <a:pt x="60" y="76"/>
                </a:moveTo>
                <a:cubicBezTo>
                  <a:pt x="60" y="82"/>
                  <a:pt x="60" y="82"/>
                  <a:pt x="60" y="82"/>
                </a:cubicBezTo>
                <a:cubicBezTo>
                  <a:pt x="60" y="83"/>
                  <a:pt x="60" y="83"/>
                  <a:pt x="59" y="84"/>
                </a:cubicBezTo>
                <a:cubicBezTo>
                  <a:pt x="59" y="85"/>
                  <a:pt x="58" y="85"/>
                  <a:pt x="57" y="85"/>
                </a:cubicBezTo>
                <a:cubicBezTo>
                  <a:pt x="51" y="85"/>
                  <a:pt x="51" y="85"/>
                  <a:pt x="51" y="85"/>
                </a:cubicBezTo>
                <a:cubicBezTo>
                  <a:pt x="50" y="85"/>
                  <a:pt x="49" y="85"/>
                  <a:pt x="49" y="84"/>
                </a:cubicBezTo>
                <a:cubicBezTo>
                  <a:pt x="48" y="83"/>
                  <a:pt x="48" y="83"/>
                  <a:pt x="48" y="82"/>
                </a:cubicBezTo>
                <a:cubicBezTo>
                  <a:pt x="48" y="76"/>
                  <a:pt x="48" y="76"/>
                  <a:pt x="48" y="76"/>
                </a:cubicBezTo>
                <a:cubicBezTo>
                  <a:pt x="48" y="75"/>
                  <a:pt x="48" y="74"/>
                  <a:pt x="49" y="74"/>
                </a:cubicBezTo>
                <a:cubicBezTo>
                  <a:pt x="49" y="73"/>
                  <a:pt x="50" y="73"/>
                  <a:pt x="51" y="73"/>
                </a:cubicBezTo>
                <a:cubicBezTo>
                  <a:pt x="57" y="73"/>
                  <a:pt x="57" y="73"/>
                  <a:pt x="57" y="73"/>
                </a:cubicBezTo>
                <a:cubicBezTo>
                  <a:pt x="58" y="73"/>
                  <a:pt x="59" y="73"/>
                  <a:pt x="59" y="74"/>
                </a:cubicBezTo>
                <a:cubicBezTo>
                  <a:pt x="60" y="74"/>
                  <a:pt x="60" y="75"/>
                  <a:pt x="60" y="76"/>
                </a:cubicBezTo>
                <a:close/>
                <a:moveTo>
                  <a:pt x="60" y="100"/>
                </a:moveTo>
                <a:cubicBezTo>
                  <a:pt x="60" y="106"/>
                  <a:pt x="60" y="106"/>
                  <a:pt x="60" y="106"/>
                </a:cubicBezTo>
                <a:cubicBezTo>
                  <a:pt x="60" y="107"/>
                  <a:pt x="60" y="108"/>
                  <a:pt x="59" y="108"/>
                </a:cubicBezTo>
                <a:cubicBezTo>
                  <a:pt x="59" y="109"/>
                  <a:pt x="58" y="109"/>
                  <a:pt x="57" y="109"/>
                </a:cubicBezTo>
                <a:cubicBezTo>
                  <a:pt x="51" y="109"/>
                  <a:pt x="51" y="109"/>
                  <a:pt x="51" y="109"/>
                </a:cubicBezTo>
                <a:cubicBezTo>
                  <a:pt x="50" y="109"/>
                  <a:pt x="49" y="109"/>
                  <a:pt x="49" y="108"/>
                </a:cubicBezTo>
                <a:cubicBezTo>
                  <a:pt x="48" y="108"/>
                  <a:pt x="48" y="107"/>
                  <a:pt x="48" y="106"/>
                </a:cubicBezTo>
                <a:cubicBezTo>
                  <a:pt x="48" y="100"/>
                  <a:pt x="48" y="100"/>
                  <a:pt x="48" y="100"/>
                </a:cubicBezTo>
                <a:cubicBezTo>
                  <a:pt x="48" y="99"/>
                  <a:pt x="48" y="99"/>
                  <a:pt x="49" y="98"/>
                </a:cubicBezTo>
                <a:cubicBezTo>
                  <a:pt x="49" y="97"/>
                  <a:pt x="50" y="97"/>
                  <a:pt x="51" y="97"/>
                </a:cubicBezTo>
                <a:cubicBezTo>
                  <a:pt x="57" y="97"/>
                  <a:pt x="57" y="97"/>
                  <a:pt x="57" y="97"/>
                </a:cubicBezTo>
                <a:cubicBezTo>
                  <a:pt x="58" y="97"/>
                  <a:pt x="59" y="97"/>
                  <a:pt x="59" y="98"/>
                </a:cubicBezTo>
                <a:cubicBezTo>
                  <a:pt x="60" y="99"/>
                  <a:pt x="60" y="99"/>
                  <a:pt x="60" y="100"/>
                </a:cubicBezTo>
                <a:close/>
                <a:moveTo>
                  <a:pt x="84" y="76"/>
                </a:moveTo>
                <a:cubicBezTo>
                  <a:pt x="84" y="82"/>
                  <a:pt x="84" y="82"/>
                  <a:pt x="84" y="82"/>
                </a:cubicBezTo>
                <a:cubicBezTo>
                  <a:pt x="84" y="83"/>
                  <a:pt x="84" y="83"/>
                  <a:pt x="83" y="84"/>
                </a:cubicBezTo>
                <a:cubicBezTo>
                  <a:pt x="83" y="85"/>
                  <a:pt x="82" y="85"/>
                  <a:pt x="81" y="85"/>
                </a:cubicBezTo>
                <a:cubicBezTo>
                  <a:pt x="75" y="85"/>
                  <a:pt x="75" y="85"/>
                  <a:pt x="75" y="85"/>
                </a:cubicBezTo>
                <a:cubicBezTo>
                  <a:pt x="74" y="85"/>
                  <a:pt x="74" y="85"/>
                  <a:pt x="73" y="84"/>
                </a:cubicBezTo>
                <a:cubicBezTo>
                  <a:pt x="72" y="83"/>
                  <a:pt x="72" y="83"/>
                  <a:pt x="72" y="82"/>
                </a:cubicBezTo>
                <a:cubicBezTo>
                  <a:pt x="72" y="76"/>
                  <a:pt x="72" y="76"/>
                  <a:pt x="72" y="76"/>
                </a:cubicBezTo>
                <a:cubicBezTo>
                  <a:pt x="72" y="75"/>
                  <a:pt x="72" y="74"/>
                  <a:pt x="73" y="74"/>
                </a:cubicBezTo>
                <a:cubicBezTo>
                  <a:pt x="74" y="73"/>
                  <a:pt x="74" y="73"/>
                  <a:pt x="75" y="73"/>
                </a:cubicBezTo>
                <a:cubicBezTo>
                  <a:pt x="81" y="73"/>
                  <a:pt x="81" y="73"/>
                  <a:pt x="81" y="73"/>
                </a:cubicBezTo>
                <a:cubicBezTo>
                  <a:pt x="82" y="73"/>
                  <a:pt x="83" y="73"/>
                  <a:pt x="83" y="74"/>
                </a:cubicBezTo>
                <a:cubicBezTo>
                  <a:pt x="84" y="74"/>
                  <a:pt x="84" y="75"/>
                  <a:pt x="84" y="76"/>
                </a:cubicBezTo>
                <a:close/>
                <a:moveTo>
                  <a:pt x="84" y="100"/>
                </a:moveTo>
                <a:cubicBezTo>
                  <a:pt x="84" y="106"/>
                  <a:pt x="84" y="106"/>
                  <a:pt x="84" y="106"/>
                </a:cubicBezTo>
                <a:cubicBezTo>
                  <a:pt x="84" y="107"/>
                  <a:pt x="84" y="108"/>
                  <a:pt x="83" y="108"/>
                </a:cubicBezTo>
                <a:cubicBezTo>
                  <a:pt x="83" y="109"/>
                  <a:pt x="82" y="109"/>
                  <a:pt x="81" y="109"/>
                </a:cubicBezTo>
                <a:cubicBezTo>
                  <a:pt x="75" y="109"/>
                  <a:pt x="75" y="109"/>
                  <a:pt x="75" y="109"/>
                </a:cubicBezTo>
                <a:cubicBezTo>
                  <a:pt x="74" y="109"/>
                  <a:pt x="74" y="109"/>
                  <a:pt x="73" y="108"/>
                </a:cubicBezTo>
                <a:cubicBezTo>
                  <a:pt x="72" y="108"/>
                  <a:pt x="72" y="107"/>
                  <a:pt x="72" y="106"/>
                </a:cubicBezTo>
                <a:cubicBezTo>
                  <a:pt x="72" y="100"/>
                  <a:pt x="72" y="100"/>
                  <a:pt x="72" y="100"/>
                </a:cubicBezTo>
                <a:cubicBezTo>
                  <a:pt x="72" y="99"/>
                  <a:pt x="72" y="99"/>
                  <a:pt x="73" y="98"/>
                </a:cubicBezTo>
                <a:cubicBezTo>
                  <a:pt x="74" y="97"/>
                  <a:pt x="74" y="97"/>
                  <a:pt x="75" y="97"/>
                </a:cubicBezTo>
                <a:cubicBezTo>
                  <a:pt x="81" y="97"/>
                  <a:pt x="81" y="97"/>
                  <a:pt x="81" y="97"/>
                </a:cubicBezTo>
                <a:cubicBezTo>
                  <a:pt x="82" y="97"/>
                  <a:pt x="83" y="97"/>
                  <a:pt x="83" y="98"/>
                </a:cubicBezTo>
                <a:cubicBezTo>
                  <a:pt x="84" y="99"/>
                  <a:pt x="84" y="99"/>
                  <a:pt x="84" y="100"/>
                </a:cubicBezTo>
                <a:close/>
                <a:moveTo>
                  <a:pt x="109" y="76"/>
                </a:moveTo>
                <a:cubicBezTo>
                  <a:pt x="109" y="82"/>
                  <a:pt x="109" y="82"/>
                  <a:pt x="109" y="82"/>
                </a:cubicBezTo>
                <a:cubicBezTo>
                  <a:pt x="109" y="83"/>
                  <a:pt x="108" y="83"/>
                  <a:pt x="108" y="84"/>
                </a:cubicBezTo>
                <a:cubicBezTo>
                  <a:pt x="107" y="85"/>
                  <a:pt x="106" y="85"/>
                  <a:pt x="105" y="85"/>
                </a:cubicBezTo>
                <a:cubicBezTo>
                  <a:pt x="99" y="85"/>
                  <a:pt x="99" y="85"/>
                  <a:pt x="99" y="85"/>
                </a:cubicBezTo>
                <a:cubicBezTo>
                  <a:pt x="99" y="85"/>
                  <a:pt x="98" y="85"/>
                  <a:pt x="97" y="84"/>
                </a:cubicBezTo>
                <a:cubicBezTo>
                  <a:pt x="97" y="83"/>
                  <a:pt x="96" y="83"/>
                  <a:pt x="96" y="82"/>
                </a:cubicBezTo>
                <a:cubicBezTo>
                  <a:pt x="96" y="76"/>
                  <a:pt x="96" y="76"/>
                  <a:pt x="96" y="76"/>
                </a:cubicBezTo>
                <a:cubicBezTo>
                  <a:pt x="96" y="75"/>
                  <a:pt x="97" y="74"/>
                  <a:pt x="97" y="74"/>
                </a:cubicBezTo>
                <a:cubicBezTo>
                  <a:pt x="98" y="73"/>
                  <a:pt x="99" y="73"/>
                  <a:pt x="99" y="73"/>
                </a:cubicBezTo>
                <a:cubicBezTo>
                  <a:pt x="105" y="73"/>
                  <a:pt x="105" y="73"/>
                  <a:pt x="105" y="73"/>
                </a:cubicBezTo>
                <a:cubicBezTo>
                  <a:pt x="106" y="73"/>
                  <a:pt x="107" y="73"/>
                  <a:pt x="108" y="74"/>
                </a:cubicBezTo>
                <a:cubicBezTo>
                  <a:pt x="108" y="74"/>
                  <a:pt x="109" y="75"/>
                  <a:pt x="109" y="76"/>
                </a:cubicBezTo>
                <a:close/>
                <a:moveTo>
                  <a:pt x="109" y="100"/>
                </a:moveTo>
                <a:cubicBezTo>
                  <a:pt x="109" y="106"/>
                  <a:pt x="109" y="106"/>
                  <a:pt x="109" y="106"/>
                </a:cubicBezTo>
                <a:cubicBezTo>
                  <a:pt x="109" y="107"/>
                  <a:pt x="108" y="108"/>
                  <a:pt x="108" y="108"/>
                </a:cubicBezTo>
                <a:cubicBezTo>
                  <a:pt x="107" y="109"/>
                  <a:pt x="106" y="109"/>
                  <a:pt x="105" y="109"/>
                </a:cubicBezTo>
                <a:cubicBezTo>
                  <a:pt x="99" y="109"/>
                  <a:pt x="99" y="109"/>
                  <a:pt x="99" y="109"/>
                </a:cubicBezTo>
                <a:cubicBezTo>
                  <a:pt x="99" y="109"/>
                  <a:pt x="98" y="109"/>
                  <a:pt x="97" y="108"/>
                </a:cubicBezTo>
                <a:cubicBezTo>
                  <a:pt x="97" y="108"/>
                  <a:pt x="96" y="107"/>
                  <a:pt x="96" y="106"/>
                </a:cubicBezTo>
                <a:cubicBezTo>
                  <a:pt x="96" y="100"/>
                  <a:pt x="96" y="100"/>
                  <a:pt x="96" y="100"/>
                </a:cubicBezTo>
                <a:cubicBezTo>
                  <a:pt x="96" y="99"/>
                  <a:pt x="97" y="99"/>
                  <a:pt x="97" y="98"/>
                </a:cubicBezTo>
                <a:cubicBezTo>
                  <a:pt x="98" y="97"/>
                  <a:pt x="99" y="97"/>
                  <a:pt x="99" y="97"/>
                </a:cubicBezTo>
                <a:cubicBezTo>
                  <a:pt x="105" y="97"/>
                  <a:pt x="105" y="97"/>
                  <a:pt x="105" y="97"/>
                </a:cubicBezTo>
                <a:cubicBezTo>
                  <a:pt x="106" y="97"/>
                  <a:pt x="107" y="97"/>
                  <a:pt x="108" y="98"/>
                </a:cubicBezTo>
                <a:cubicBezTo>
                  <a:pt x="108" y="99"/>
                  <a:pt x="109" y="99"/>
                  <a:pt x="109" y="100"/>
                </a:cubicBezTo>
                <a:close/>
                <a:moveTo>
                  <a:pt x="109" y="124"/>
                </a:moveTo>
                <a:cubicBezTo>
                  <a:pt x="109" y="130"/>
                  <a:pt x="109" y="130"/>
                  <a:pt x="109" y="130"/>
                </a:cubicBezTo>
                <a:cubicBezTo>
                  <a:pt x="109" y="131"/>
                  <a:pt x="108" y="132"/>
                  <a:pt x="108" y="132"/>
                </a:cubicBezTo>
                <a:cubicBezTo>
                  <a:pt x="107" y="133"/>
                  <a:pt x="106" y="133"/>
                  <a:pt x="105" y="133"/>
                </a:cubicBezTo>
                <a:cubicBezTo>
                  <a:pt x="99" y="133"/>
                  <a:pt x="99" y="133"/>
                  <a:pt x="99" y="133"/>
                </a:cubicBezTo>
                <a:cubicBezTo>
                  <a:pt x="99" y="133"/>
                  <a:pt x="98" y="133"/>
                  <a:pt x="97" y="132"/>
                </a:cubicBezTo>
                <a:cubicBezTo>
                  <a:pt x="97" y="132"/>
                  <a:pt x="96" y="131"/>
                  <a:pt x="96" y="130"/>
                </a:cubicBezTo>
                <a:cubicBezTo>
                  <a:pt x="96" y="124"/>
                  <a:pt x="96" y="124"/>
                  <a:pt x="96" y="124"/>
                </a:cubicBezTo>
                <a:cubicBezTo>
                  <a:pt x="96" y="123"/>
                  <a:pt x="97" y="123"/>
                  <a:pt x="97" y="122"/>
                </a:cubicBezTo>
                <a:cubicBezTo>
                  <a:pt x="98" y="122"/>
                  <a:pt x="99" y="121"/>
                  <a:pt x="99" y="121"/>
                </a:cubicBezTo>
                <a:cubicBezTo>
                  <a:pt x="105" y="121"/>
                  <a:pt x="105" y="121"/>
                  <a:pt x="105" y="121"/>
                </a:cubicBezTo>
                <a:cubicBezTo>
                  <a:pt x="106" y="121"/>
                  <a:pt x="107" y="122"/>
                  <a:pt x="108" y="122"/>
                </a:cubicBezTo>
                <a:cubicBezTo>
                  <a:pt x="108" y="123"/>
                  <a:pt x="109" y="123"/>
                  <a:pt x="109" y="12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23" name="Freeform 226"/>
          <p:cNvSpPr>
            <a:spLocks noEditPoints="1"/>
          </p:cNvSpPr>
          <p:nvPr/>
        </p:nvSpPr>
        <p:spPr bwMode="auto">
          <a:xfrm>
            <a:off x="8156607" y="3538136"/>
            <a:ext cx="252848" cy="209627"/>
          </a:xfrm>
          <a:custGeom>
            <a:avLst/>
            <a:gdLst>
              <a:gd name="T0" fmla="*/ 176 w 176"/>
              <a:gd name="T1" fmla="*/ 115 h 146"/>
              <a:gd name="T2" fmla="*/ 170 w 176"/>
              <a:gd name="T3" fmla="*/ 121 h 146"/>
              <a:gd name="T4" fmla="*/ 145 w 176"/>
              <a:gd name="T5" fmla="*/ 138 h 146"/>
              <a:gd name="T6" fmla="*/ 110 w 176"/>
              <a:gd name="T7" fmla="*/ 138 h 146"/>
              <a:gd name="T8" fmla="*/ 67 w 176"/>
              <a:gd name="T9" fmla="*/ 121 h 146"/>
              <a:gd name="T10" fmla="*/ 43 w 176"/>
              <a:gd name="T11" fmla="*/ 146 h 146"/>
              <a:gd name="T12" fmla="*/ 19 w 176"/>
              <a:gd name="T13" fmla="*/ 121 h 146"/>
              <a:gd name="T14" fmla="*/ 2 w 176"/>
              <a:gd name="T15" fmla="*/ 120 h 146"/>
              <a:gd name="T16" fmla="*/ 2 w 176"/>
              <a:gd name="T17" fmla="*/ 111 h 146"/>
              <a:gd name="T18" fmla="*/ 7 w 176"/>
              <a:gd name="T19" fmla="*/ 70 h 146"/>
              <a:gd name="T20" fmla="*/ 11 w 176"/>
              <a:gd name="T21" fmla="*/ 60 h 146"/>
              <a:gd name="T22" fmla="*/ 34 w 176"/>
              <a:gd name="T23" fmla="*/ 38 h 146"/>
              <a:gd name="T24" fmla="*/ 55 w 176"/>
              <a:gd name="T25" fmla="*/ 37 h 146"/>
              <a:gd name="T26" fmla="*/ 57 w 176"/>
              <a:gd name="T27" fmla="*/ 2 h 146"/>
              <a:gd name="T28" fmla="*/ 170 w 176"/>
              <a:gd name="T29" fmla="*/ 0 h 146"/>
              <a:gd name="T30" fmla="*/ 176 w 176"/>
              <a:gd name="T31" fmla="*/ 6 h 146"/>
              <a:gd name="T32" fmla="*/ 55 w 176"/>
              <a:gd name="T33" fmla="*/ 73 h 146"/>
              <a:gd name="T34" fmla="*/ 40 w 176"/>
              <a:gd name="T35" fmla="*/ 49 h 146"/>
              <a:gd name="T36" fmla="*/ 19 w 176"/>
              <a:gd name="T37" fmla="*/ 68 h 146"/>
              <a:gd name="T38" fmla="*/ 19 w 176"/>
              <a:gd name="T39" fmla="*/ 73 h 146"/>
              <a:gd name="T40" fmla="*/ 55 w 176"/>
              <a:gd name="T41" fmla="*/ 121 h 146"/>
              <a:gd name="T42" fmla="*/ 43 w 176"/>
              <a:gd name="T43" fmla="*/ 109 h 146"/>
              <a:gd name="T44" fmla="*/ 31 w 176"/>
              <a:gd name="T45" fmla="*/ 121 h 146"/>
              <a:gd name="T46" fmla="*/ 43 w 176"/>
              <a:gd name="T47" fmla="*/ 133 h 146"/>
              <a:gd name="T48" fmla="*/ 152 w 176"/>
              <a:gd name="T49" fmla="*/ 58 h 146"/>
              <a:gd name="T50" fmla="*/ 151 w 176"/>
              <a:gd name="T51" fmla="*/ 37 h 146"/>
              <a:gd name="T52" fmla="*/ 128 w 176"/>
              <a:gd name="T53" fmla="*/ 37 h 146"/>
              <a:gd name="T54" fmla="*/ 127 w 176"/>
              <a:gd name="T55" fmla="*/ 13 h 146"/>
              <a:gd name="T56" fmla="*/ 106 w 176"/>
              <a:gd name="T57" fmla="*/ 12 h 146"/>
              <a:gd name="T58" fmla="*/ 103 w 176"/>
              <a:gd name="T59" fmla="*/ 15 h 146"/>
              <a:gd name="T60" fmla="*/ 82 w 176"/>
              <a:gd name="T61" fmla="*/ 37 h 146"/>
              <a:gd name="T62" fmla="*/ 79 w 176"/>
              <a:gd name="T63" fmla="*/ 40 h 146"/>
              <a:gd name="T64" fmla="*/ 80 w 176"/>
              <a:gd name="T65" fmla="*/ 60 h 146"/>
              <a:gd name="T66" fmla="*/ 103 w 176"/>
              <a:gd name="T67" fmla="*/ 61 h 146"/>
              <a:gd name="T68" fmla="*/ 104 w 176"/>
              <a:gd name="T69" fmla="*/ 84 h 146"/>
              <a:gd name="T70" fmla="*/ 125 w 176"/>
              <a:gd name="T71" fmla="*/ 85 h 146"/>
              <a:gd name="T72" fmla="*/ 128 w 176"/>
              <a:gd name="T73" fmla="*/ 82 h 146"/>
              <a:gd name="T74" fmla="*/ 149 w 176"/>
              <a:gd name="T75" fmla="*/ 61 h 146"/>
              <a:gd name="T76" fmla="*/ 152 w 176"/>
              <a:gd name="T77" fmla="*/ 58 h 146"/>
              <a:gd name="T78" fmla="*/ 140 w 176"/>
              <a:gd name="T79" fmla="*/ 121 h 146"/>
              <a:gd name="T80" fmla="*/ 128 w 176"/>
              <a:gd name="T81" fmla="*/ 109 h 146"/>
              <a:gd name="T82" fmla="*/ 115 w 176"/>
              <a:gd name="T83" fmla="*/ 121 h 146"/>
              <a:gd name="T84" fmla="*/ 128 w 176"/>
              <a:gd name="T85" fmla="*/ 133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76" h="146">
                <a:moveTo>
                  <a:pt x="176" y="6"/>
                </a:moveTo>
                <a:cubicBezTo>
                  <a:pt x="176" y="115"/>
                  <a:pt x="176" y="115"/>
                  <a:pt x="176" y="115"/>
                </a:cubicBezTo>
                <a:cubicBezTo>
                  <a:pt x="176" y="117"/>
                  <a:pt x="175" y="118"/>
                  <a:pt x="174" y="120"/>
                </a:cubicBezTo>
                <a:cubicBezTo>
                  <a:pt x="173" y="121"/>
                  <a:pt x="172" y="121"/>
                  <a:pt x="170" y="121"/>
                </a:cubicBezTo>
                <a:cubicBezTo>
                  <a:pt x="152" y="121"/>
                  <a:pt x="152" y="121"/>
                  <a:pt x="152" y="121"/>
                </a:cubicBezTo>
                <a:cubicBezTo>
                  <a:pt x="152" y="128"/>
                  <a:pt x="149" y="134"/>
                  <a:pt x="145" y="138"/>
                </a:cubicBezTo>
                <a:cubicBezTo>
                  <a:pt x="140" y="143"/>
                  <a:pt x="134" y="146"/>
                  <a:pt x="128" y="146"/>
                </a:cubicBezTo>
                <a:cubicBezTo>
                  <a:pt x="121" y="146"/>
                  <a:pt x="115" y="143"/>
                  <a:pt x="110" y="138"/>
                </a:cubicBezTo>
                <a:cubicBezTo>
                  <a:pt x="106" y="134"/>
                  <a:pt x="103" y="128"/>
                  <a:pt x="103" y="121"/>
                </a:cubicBezTo>
                <a:cubicBezTo>
                  <a:pt x="67" y="121"/>
                  <a:pt x="67" y="121"/>
                  <a:pt x="67" y="121"/>
                </a:cubicBezTo>
                <a:cubicBezTo>
                  <a:pt x="67" y="128"/>
                  <a:pt x="65" y="134"/>
                  <a:pt x="60" y="138"/>
                </a:cubicBezTo>
                <a:cubicBezTo>
                  <a:pt x="55" y="143"/>
                  <a:pt x="50" y="146"/>
                  <a:pt x="43" y="146"/>
                </a:cubicBezTo>
                <a:cubicBezTo>
                  <a:pt x="36" y="146"/>
                  <a:pt x="30" y="143"/>
                  <a:pt x="26" y="138"/>
                </a:cubicBezTo>
                <a:cubicBezTo>
                  <a:pt x="21" y="134"/>
                  <a:pt x="19" y="128"/>
                  <a:pt x="19" y="121"/>
                </a:cubicBezTo>
                <a:cubicBezTo>
                  <a:pt x="7" y="121"/>
                  <a:pt x="7" y="121"/>
                  <a:pt x="7" y="121"/>
                </a:cubicBezTo>
                <a:cubicBezTo>
                  <a:pt x="5" y="121"/>
                  <a:pt x="3" y="121"/>
                  <a:pt x="2" y="120"/>
                </a:cubicBezTo>
                <a:cubicBezTo>
                  <a:pt x="1" y="118"/>
                  <a:pt x="0" y="117"/>
                  <a:pt x="0" y="115"/>
                </a:cubicBezTo>
                <a:cubicBezTo>
                  <a:pt x="0" y="114"/>
                  <a:pt x="1" y="112"/>
                  <a:pt x="2" y="111"/>
                </a:cubicBezTo>
                <a:cubicBezTo>
                  <a:pt x="3" y="110"/>
                  <a:pt x="5" y="109"/>
                  <a:pt x="7" y="109"/>
                </a:cubicBezTo>
                <a:cubicBezTo>
                  <a:pt x="7" y="70"/>
                  <a:pt x="7" y="70"/>
                  <a:pt x="7" y="70"/>
                </a:cubicBezTo>
                <a:cubicBezTo>
                  <a:pt x="7" y="68"/>
                  <a:pt x="7" y="66"/>
                  <a:pt x="8" y="64"/>
                </a:cubicBezTo>
                <a:cubicBezTo>
                  <a:pt x="9" y="62"/>
                  <a:pt x="10" y="61"/>
                  <a:pt x="11" y="60"/>
                </a:cubicBezTo>
                <a:cubicBezTo>
                  <a:pt x="30" y="41"/>
                  <a:pt x="30" y="41"/>
                  <a:pt x="30" y="41"/>
                </a:cubicBezTo>
                <a:cubicBezTo>
                  <a:pt x="31" y="40"/>
                  <a:pt x="32" y="39"/>
                  <a:pt x="34" y="38"/>
                </a:cubicBezTo>
                <a:cubicBezTo>
                  <a:pt x="36" y="37"/>
                  <a:pt x="38" y="37"/>
                  <a:pt x="40" y="37"/>
                </a:cubicBezTo>
                <a:cubicBezTo>
                  <a:pt x="55" y="37"/>
                  <a:pt x="55" y="37"/>
                  <a:pt x="55" y="37"/>
                </a:cubicBezTo>
                <a:cubicBezTo>
                  <a:pt x="55" y="6"/>
                  <a:pt x="55" y="6"/>
                  <a:pt x="55" y="6"/>
                </a:cubicBezTo>
                <a:cubicBezTo>
                  <a:pt x="55" y="5"/>
                  <a:pt x="56" y="3"/>
                  <a:pt x="57" y="2"/>
                </a:cubicBezTo>
                <a:cubicBezTo>
                  <a:pt x="58" y="1"/>
                  <a:pt x="59" y="0"/>
                  <a:pt x="61" y="0"/>
                </a:cubicBezTo>
                <a:cubicBezTo>
                  <a:pt x="170" y="0"/>
                  <a:pt x="170" y="0"/>
                  <a:pt x="170" y="0"/>
                </a:cubicBezTo>
                <a:cubicBezTo>
                  <a:pt x="172" y="0"/>
                  <a:pt x="173" y="1"/>
                  <a:pt x="174" y="2"/>
                </a:cubicBezTo>
                <a:cubicBezTo>
                  <a:pt x="175" y="3"/>
                  <a:pt x="176" y="5"/>
                  <a:pt x="176" y="6"/>
                </a:cubicBezTo>
                <a:close/>
                <a:moveTo>
                  <a:pt x="19" y="73"/>
                </a:moveTo>
                <a:cubicBezTo>
                  <a:pt x="55" y="73"/>
                  <a:pt x="55" y="73"/>
                  <a:pt x="55" y="73"/>
                </a:cubicBezTo>
                <a:cubicBezTo>
                  <a:pt x="55" y="49"/>
                  <a:pt x="55" y="49"/>
                  <a:pt x="55" y="49"/>
                </a:cubicBezTo>
                <a:cubicBezTo>
                  <a:pt x="40" y="49"/>
                  <a:pt x="40" y="49"/>
                  <a:pt x="40" y="49"/>
                </a:cubicBezTo>
                <a:cubicBezTo>
                  <a:pt x="39" y="49"/>
                  <a:pt x="38" y="49"/>
                  <a:pt x="38" y="50"/>
                </a:cubicBezTo>
                <a:cubicBezTo>
                  <a:pt x="19" y="68"/>
                  <a:pt x="19" y="68"/>
                  <a:pt x="19" y="68"/>
                </a:cubicBezTo>
                <a:cubicBezTo>
                  <a:pt x="19" y="69"/>
                  <a:pt x="19" y="69"/>
                  <a:pt x="19" y="70"/>
                </a:cubicBezTo>
                <a:lnTo>
                  <a:pt x="19" y="73"/>
                </a:lnTo>
                <a:close/>
                <a:moveTo>
                  <a:pt x="51" y="130"/>
                </a:moveTo>
                <a:cubicBezTo>
                  <a:pt x="54" y="128"/>
                  <a:pt x="55" y="125"/>
                  <a:pt x="55" y="121"/>
                </a:cubicBezTo>
                <a:cubicBezTo>
                  <a:pt x="55" y="118"/>
                  <a:pt x="54" y="115"/>
                  <a:pt x="51" y="113"/>
                </a:cubicBezTo>
                <a:cubicBezTo>
                  <a:pt x="49" y="110"/>
                  <a:pt x="46" y="109"/>
                  <a:pt x="43" y="109"/>
                </a:cubicBezTo>
                <a:cubicBezTo>
                  <a:pt x="40" y="109"/>
                  <a:pt x="37" y="110"/>
                  <a:pt x="34" y="113"/>
                </a:cubicBezTo>
                <a:cubicBezTo>
                  <a:pt x="32" y="115"/>
                  <a:pt x="31" y="118"/>
                  <a:pt x="31" y="121"/>
                </a:cubicBezTo>
                <a:cubicBezTo>
                  <a:pt x="31" y="125"/>
                  <a:pt x="32" y="128"/>
                  <a:pt x="34" y="130"/>
                </a:cubicBezTo>
                <a:cubicBezTo>
                  <a:pt x="37" y="132"/>
                  <a:pt x="40" y="133"/>
                  <a:pt x="43" y="133"/>
                </a:cubicBezTo>
                <a:cubicBezTo>
                  <a:pt x="46" y="133"/>
                  <a:pt x="49" y="132"/>
                  <a:pt x="51" y="130"/>
                </a:cubicBezTo>
                <a:close/>
                <a:moveTo>
                  <a:pt x="152" y="58"/>
                </a:moveTo>
                <a:cubicBezTo>
                  <a:pt x="152" y="40"/>
                  <a:pt x="152" y="40"/>
                  <a:pt x="152" y="40"/>
                </a:cubicBezTo>
                <a:cubicBezTo>
                  <a:pt x="152" y="39"/>
                  <a:pt x="151" y="38"/>
                  <a:pt x="151" y="37"/>
                </a:cubicBezTo>
                <a:cubicBezTo>
                  <a:pt x="150" y="37"/>
                  <a:pt x="150" y="37"/>
                  <a:pt x="149" y="37"/>
                </a:cubicBezTo>
                <a:cubicBezTo>
                  <a:pt x="128" y="37"/>
                  <a:pt x="128" y="37"/>
                  <a:pt x="128" y="37"/>
                </a:cubicBezTo>
                <a:cubicBezTo>
                  <a:pt x="128" y="15"/>
                  <a:pt x="128" y="15"/>
                  <a:pt x="128" y="15"/>
                </a:cubicBezTo>
                <a:cubicBezTo>
                  <a:pt x="128" y="15"/>
                  <a:pt x="127" y="14"/>
                  <a:pt x="127" y="13"/>
                </a:cubicBezTo>
                <a:cubicBezTo>
                  <a:pt x="126" y="13"/>
                  <a:pt x="125" y="12"/>
                  <a:pt x="125" y="12"/>
                </a:cubicBezTo>
                <a:cubicBezTo>
                  <a:pt x="106" y="12"/>
                  <a:pt x="106" y="12"/>
                  <a:pt x="106" y="12"/>
                </a:cubicBezTo>
                <a:cubicBezTo>
                  <a:pt x="106" y="12"/>
                  <a:pt x="105" y="13"/>
                  <a:pt x="104" y="13"/>
                </a:cubicBezTo>
                <a:cubicBezTo>
                  <a:pt x="104" y="14"/>
                  <a:pt x="103" y="15"/>
                  <a:pt x="103" y="15"/>
                </a:cubicBezTo>
                <a:cubicBezTo>
                  <a:pt x="103" y="37"/>
                  <a:pt x="103" y="37"/>
                  <a:pt x="103" y="37"/>
                </a:cubicBezTo>
                <a:cubicBezTo>
                  <a:pt x="82" y="37"/>
                  <a:pt x="82" y="37"/>
                  <a:pt x="82" y="37"/>
                </a:cubicBezTo>
                <a:cubicBezTo>
                  <a:pt x="81" y="37"/>
                  <a:pt x="81" y="37"/>
                  <a:pt x="80" y="37"/>
                </a:cubicBezTo>
                <a:cubicBezTo>
                  <a:pt x="79" y="38"/>
                  <a:pt x="79" y="39"/>
                  <a:pt x="79" y="40"/>
                </a:cubicBezTo>
                <a:cubicBezTo>
                  <a:pt x="79" y="58"/>
                  <a:pt x="79" y="58"/>
                  <a:pt x="79" y="58"/>
                </a:cubicBezTo>
                <a:cubicBezTo>
                  <a:pt x="79" y="59"/>
                  <a:pt x="79" y="59"/>
                  <a:pt x="80" y="60"/>
                </a:cubicBezTo>
                <a:cubicBezTo>
                  <a:pt x="81" y="61"/>
                  <a:pt x="81" y="61"/>
                  <a:pt x="82" y="61"/>
                </a:cubicBezTo>
                <a:cubicBezTo>
                  <a:pt x="103" y="61"/>
                  <a:pt x="103" y="61"/>
                  <a:pt x="103" y="61"/>
                </a:cubicBezTo>
                <a:cubicBezTo>
                  <a:pt x="103" y="82"/>
                  <a:pt x="103" y="82"/>
                  <a:pt x="103" y="82"/>
                </a:cubicBezTo>
                <a:cubicBezTo>
                  <a:pt x="103" y="83"/>
                  <a:pt x="104" y="84"/>
                  <a:pt x="104" y="84"/>
                </a:cubicBezTo>
                <a:cubicBezTo>
                  <a:pt x="105" y="85"/>
                  <a:pt x="106" y="85"/>
                  <a:pt x="106" y="85"/>
                </a:cubicBezTo>
                <a:cubicBezTo>
                  <a:pt x="125" y="85"/>
                  <a:pt x="125" y="85"/>
                  <a:pt x="125" y="85"/>
                </a:cubicBezTo>
                <a:cubicBezTo>
                  <a:pt x="125" y="85"/>
                  <a:pt x="126" y="85"/>
                  <a:pt x="127" y="84"/>
                </a:cubicBezTo>
                <a:cubicBezTo>
                  <a:pt x="127" y="84"/>
                  <a:pt x="128" y="83"/>
                  <a:pt x="128" y="82"/>
                </a:cubicBezTo>
                <a:cubicBezTo>
                  <a:pt x="128" y="61"/>
                  <a:pt x="128" y="61"/>
                  <a:pt x="128" y="61"/>
                </a:cubicBezTo>
                <a:cubicBezTo>
                  <a:pt x="149" y="61"/>
                  <a:pt x="149" y="61"/>
                  <a:pt x="149" y="61"/>
                </a:cubicBezTo>
                <a:cubicBezTo>
                  <a:pt x="150" y="61"/>
                  <a:pt x="150" y="61"/>
                  <a:pt x="151" y="60"/>
                </a:cubicBezTo>
                <a:cubicBezTo>
                  <a:pt x="151" y="59"/>
                  <a:pt x="152" y="59"/>
                  <a:pt x="152" y="58"/>
                </a:cubicBezTo>
                <a:close/>
                <a:moveTo>
                  <a:pt x="136" y="130"/>
                </a:moveTo>
                <a:cubicBezTo>
                  <a:pt x="138" y="128"/>
                  <a:pt x="140" y="125"/>
                  <a:pt x="140" y="121"/>
                </a:cubicBezTo>
                <a:cubicBezTo>
                  <a:pt x="140" y="118"/>
                  <a:pt x="138" y="115"/>
                  <a:pt x="136" y="113"/>
                </a:cubicBezTo>
                <a:cubicBezTo>
                  <a:pt x="134" y="110"/>
                  <a:pt x="131" y="109"/>
                  <a:pt x="128" y="109"/>
                </a:cubicBezTo>
                <a:cubicBezTo>
                  <a:pt x="124" y="109"/>
                  <a:pt x="121" y="110"/>
                  <a:pt x="119" y="113"/>
                </a:cubicBezTo>
                <a:cubicBezTo>
                  <a:pt x="117" y="115"/>
                  <a:pt x="115" y="118"/>
                  <a:pt x="115" y="121"/>
                </a:cubicBezTo>
                <a:cubicBezTo>
                  <a:pt x="115" y="125"/>
                  <a:pt x="117" y="128"/>
                  <a:pt x="119" y="130"/>
                </a:cubicBezTo>
                <a:cubicBezTo>
                  <a:pt x="121" y="132"/>
                  <a:pt x="124" y="133"/>
                  <a:pt x="128" y="133"/>
                </a:cubicBezTo>
                <a:cubicBezTo>
                  <a:pt x="131" y="133"/>
                  <a:pt x="134" y="132"/>
                  <a:pt x="136" y="13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24" name="Freeform 227"/>
          <p:cNvSpPr>
            <a:spLocks noEditPoints="1"/>
          </p:cNvSpPr>
          <p:nvPr/>
        </p:nvSpPr>
        <p:spPr bwMode="auto">
          <a:xfrm>
            <a:off x="8474287" y="3538136"/>
            <a:ext cx="242043" cy="209627"/>
          </a:xfrm>
          <a:custGeom>
            <a:avLst/>
            <a:gdLst>
              <a:gd name="T0" fmla="*/ 24 w 169"/>
              <a:gd name="T1" fmla="*/ 146 h 146"/>
              <a:gd name="T2" fmla="*/ 6 w 169"/>
              <a:gd name="T3" fmla="*/ 139 h 146"/>
              <a:gd name="T4" fmla="*/ 0 w 169"/>
              <a:gd name="T5" fmla="*/ 46 h 146"/>
              <a:gd name="T6" fmla="*/ 21 w 169"/>
              <a:gd name="T7" fmla="*/ 25 h 146"/>
              <a:gd name="T8" fmla="*/ 136 w 169"/>
              <a:gd name="T9" fmla="*/ 25 h 146"/>
              <a:gd name="T10" fmla="*/ 33 w 169"/>
              <a:gd name="T11" fmla="*/ 146 h 146"/>
              <a:gd name="T12" fmla="*/ 48 w 169"/>
              <a:gd name="T13" fmla="*/ 25 h 146"/>
              <a:gd name="T14" fmla="*/ 51 w 169"/>
              <a:gd name="T15" fmla="*/ 3 h 146"/>
              <a:gd name="T16" fmla="*/ 112 w 169"/>
              <a:gd name="T17" fmla="*/ 0 h 146"/>
              <a:gd name="T18" fmla="*/ 121 w 169"/>
              <a:gd name="T19" fmla="*/ 9 h 146"/>
              <a:gd name="T20" fmla="*/ 136 w 169"/>
              <a:gd name="T21" fmla="*/ 25 h 146"/>
              <a:gd name="T22" fmla="*/ 121 w 169"/>
              <a:gd name="T23" fmla="*/ 76 h 146"/>
              <a:gd name="T24" fmla="*/ 118 w 169"/>
              <a:gd name="T25" fmla="*/ 73 h 146"/>
              <a:gd name="T26" fmla="*/ 97 w 169"/>
              <a:gd name="T27" fmla="*/ 52 h 146"/>
              <a:gd name="T28" fmla="*/ 93 w 169"/>
              <a:gd name="T29" fmla="*/ 49 h 146"/>
              <a:gd name="T30" fmla="*/ 73 w 169"/>
              <a:gd name="T31" fmla="*/ 50 h 146"/>
              <a:gd name="T32" fmla="*/ 72 w 169"/>
              <a:gd name="T33" fmla="*/ 73 h 146"/>
              <a:gd name="T34" fmla="*/ 49 w 169"/>
              <a:gd name="T35" fmla="*/ 74 h 146"/>
              <a:gd name="T36" fmla="*/ 48 w 169"/>
              <a:gd name="T37" fmla="*/ 94 h 146"/>
              <a:gd name="T38" fmla="*/ 51 w 169"/>
              <a:gd name="T39" fmla="*/ 97 h 146"/>
              <a:gd name="T40" fmla="*/ 72 w 169"/>
              <a:gd name="T41" fmla="*/ 118 h 146"/>
              <a:gd name="T42" fmla="*/ 75 w 169"/>
              <a:gd name="T43" fmla="*/ 121 h 146"/>
              <a:gd name="T44" fmla="*/ 96 w 169"/>
              <a:gd name="T45" fmla="*/ 120 h 146"/>
              <a:gd name="T46" fmla="*/ 97 w 169"/>
              <a:gd name="T47" fmla="*/ 97 h 146"/>
              <a:gd name="T48" fmla="*/ 120 w 169"/>
              <a:gd name="T49" fmla="*/ 96 h 146"/>
              <a:gd name="T50" fmla="*/ 60 w 169"/>
              <a:gd name="T51" fmla="*/ 25 h 146"/>
              <a:gd name="T52" fmla="*/ 109 w 169"/>
              <a:gd name="T53" fmla="*/ 12 h 146"/>
              <a:gd name="T54" fmla="*/ 60 w 169"/>
              <a:gd name="T55" fmla="*/ 25 h 146"/>
              <a:gd name="T56" fmla="*/ 169 w 169"/>
              <a:gd name="T57" fmla="*/ 124 h 146"/>
              <a:gd name="T58" fmla="*/ 148 w 169"/>
              <a:gd name="T59" fmla="*/ 146 h 146"/>
              <a:gd name="T60" fmla="*/ 145 w 169"/>
              <a:gd name="T61" fmla="*/ 25 h 146"/>
              <a:gd name="T62" fmla="*/ 163 w 169"/>
              <a:gd name="T63" fmla="*/ 31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69" h="146">
                <a:moveTo>
                  <a:pt x="24" y="25"/>
                </a:moveTo>
                <a:cubicBezTo>
                  <a:pt x="24" y="146"/>
                  <a:pt x="24" y="146"/>
                  <a:pt x="24" y="146"/>
                </a:cubicBezTo>
                <a:cubicBezTo>
                  <a:pt x="21" y="146"/>
                  <a:pt x="21" y="146"/>
                  <a:pt x="21" y="146"/>
                </a:cubicBezTo>
                <a:cubicBezTo>
                  <a:pt x="15" y="146"/>
                  <a:pt x="10" y="143"/>
                  <a:pt x="6" y="139"/>
                </a:cubicBezTo>
                <a:cubicBezTo>
                  <a:pt x="2" y="135"/>
                  <a:pt x="0" y="130"/>
                  <a:pt x="0" y="124"/>
                </a:cubicBezTo>
                <a:cubicBezTo>
                  <a:pt x="0" y="46"/>
                  <a:pt x="0" y="46"/>
                  <a:pt x="0" y="46"/>
                </a:cubicBezTo>
                <a:cubicBezTo>
                  <a:pt x="0" y="40"/>
                  <a:pt x="2" y="35"/>
                  <a:pt x="6" y="31"/>
                </a:cubicBezTo>
                <a:cubicBezTo>
                  <a:pt x="10" y="27"/>
                  <a:pt x="15" y="25"/>
                  <a:pt x="21" y="25"/>
                </a:cubicBezTo>
                <a:lnTo>
                  <a:pt x="24" y="25"/>
                </a:lnTo>
                <a:close/>
                <a:moveTo>
                  <a:pt x="136" y="25"/>
                </a:moveTo>
                <a:cubicBezTo>
                  <a:pt x="136" y="146"/>
                  <a:pt x="136" y="146"/>
                  <a:pt x="136" y="146"/>
                </a:cubicBezTo>
                <a:cubicBezTo>
                  <a:pt x="33" y="146"/>
                  <a:pt x="33" y="146"/>
                  <a:pt x="33" y="146"/>
                </a:cubicBezTo>
                <a:cubicBezTo>
                  <a:pt x="33" y="25"/>
                  <a:pt x="33" y="25"/>
                  <a:pt x="33" y="25"/>
                </a:cubicBezTo>
                <a:cubicBezTo>
                  <a:pt x="48" y="25"/>
                  <a:pt x="48" y="25"/>
                  <a:pt x="48" y="25"/>
                </a:cubicBezTo>
                <a:cubicBezTo>
                  <a:pt x="48" y="9"/>
                  <a:pt x="48" y="9"/>
                  <a:pt x="48" y="9"/>
                </a:cubicBezTo>
                <a:cubicBezTo>
                  <a:pt x="48" y="7"/>
                  <a:pt x="49" y="5"/>
                  <a:pt x="51" y="3"/>
                </a:cubicBezTo>
                <a:cubicBezTo>
                  <a:pt x="53" y="1"/>
                  <a:pt x="55" y="0"/>
                  <a:pt x="57" y="0"/>
                </a:cubicBezTo>
                <a:cubicBezTo>
                  <a:pt x="112" y="0"/>
                  <a:pt x="112" y="0"/>
                  <a:pt x="112" y="0"/>
                </a:cubicBezTo>
                <a:cubicBezTo>
                  <a:pt x="114" y="0"/>
                  <a:pt x="116" y="1"/>
                  <a:pt x="118" y="3"/>
                </a:cubicBezTo>
                <a:cubicBezTo>
                  <a:pt x="120" y="5"/>
                  <a:pt x="121" y="7"/>
                  <a:pt x="121" y="9"/>
                </a:cubicBezTo>
                <a:cubicBezTo>
                  <a:pt x="121" y="25"/>
                  <a:pt x="121" y="25"/>
                  <a:pt x="121" y="25"/>
                </a:cubicBezTo>
                <a:lnTo>
                  <a:pt x="136" y="25"/>
                </a:lnTo>
                <a:close/>
                <a:moveTo>
                  <a:pt x="121" y="94"/>
                </a:moveTo>
                <a:cubicBezTo>
                  <a:pt x="121" y="76"/>
                  <a:pt x="121" y="76"/>
                  <a:pt x="121" y="76"/>
                </a:cubicBezTo>
                <a:cubicBezTo>
                  <a:pt x="121" y="75"/>
                  <a:pt x="120" y="74"/>
                  <a:pt x="120" y="74"/>
                </a:cubicBezTo>
                <a:cubicBezTo>
                  <a:pt x="119" y="73"/>
                  <a:pt x="119" y="73"/>
                  <a:pt x="118" y="73"/>
                </a:cubicBezTo>
                <a:cubicBezTo>
                  <a:pt x="97" y="73"/>
                  <a:pt x="97" y="73"/>
                  <a:pt x="97" y="73"/>
                </a:cubicBezTo>
                <a:cubicBezTo>
                  <a:pt x="97" y="52"/>
                  <a:pt x="97" y="52"/>
                  <a:pt x="97" y="52"/>
                </a:cubicBezTo>
                <a:cubicBezTo>
                  <a:pt x="97" y="51"/>
                  <a:pt x="96" y="50"/>
                  <a:pt x="96" y="50"/>
                </a:cubicBezTo>
                <a:cubicBezTo>
                  <a:pt x="95" y="49"/>
                  <a:pt x="94" y="49"/>
                  <a:pt x="93" y="49"/>
                </a:cubicBezTo>
                <a:cubicBezTo>
                  <a:pt x="75" y="49"/>
                  <a:pt x="75" y="49"/>
                  <a:pt x="75" y="49"/>
                </a:cubicBezTo>
                <a:cubicBezTo>
                  <a:pt x="74" y="49"/>
                  <a:pt x="74" y="49"/>
                  <a:pt x="73" y="50"/>
                </a:cubicBezTo>
                <a:cubicBezTo>
                  <a:pt x="73" y="50"/>
                  <a:pt x="72" y="51"/>
                  <a:pt x="72" y="52"/>
                </a:cubicBezTo>
                <a:cubicBezTo>
                  <a:pt x="72" y="73"/>
                  <a:pt x="72" y="73"/>
                  <a:pt x="72" y="73"/>
                </a:cubicBezTo>
                <a:cubicBezTo>
                  <a:pt x="51" y="73"/>
                  <a:pt x="51" y="73"/>
                  <a:pt x="51" y="73"/>
                </a:cubicBezTo>
                <a:cubicBezTo>
                  <a:pt x="50" y="73"/>
                  <a:pt x="50" y="73"/>
                  <a:pt x="49" y="74"/>
                </a:cubicBezTo>
                <a:cubicBezTo>
                  <a:pt x="48" y="74"/>
                  <a:pt x="48" y="75"/>
                  <a:pt x="48" y="76"/>
                </a:cubicBezTo>
                <a:cubicBezTo>
                  <a:pt x="48" y="94"/>
                  <a:pt x="48" y="94"/>
                  <a:pt x="48" y="94"/>
                </a:cubicBezTo>
                <a:cubicBezTo>
                  <a:pt x="48" y="95"/>
                  <a:pt x="48" y="96"/>
                  <a:pt x="49" y="96"/>
                </a:cubicBezTo>
                <a:cubicBezTo>
                  <a:pt x="50" y="97"/>
                  <a:pt x="50" y="97"/>
                  <a:pt x="51" y="97"/>
                </a:cubicBezTo>
                <a:cubicBezTo>
                  <a:pt x="72" y="97"/>
                  <a:pt x="72" y="97"/>
                  <a:pt x="72" y="97"/>
                </a:cubicBezTo>
                <a:cubicBezTo>
                  <a:pt x="72" y="118"/>
                  <a:pt x="72" y="118"/>
                  <a:pt x="72" y="118"/>
                </a:cubicBezTo>
                <a:cubicBezTo>
                  <a:pt x="72" y="119"/>
                  <a:pt x="73" y="120"/>
                  <a:pt x="73" y="120"/>
                </a:cubicBezTo>
                <a:cubicBezTo>
                  <a:pt x="74" y="121"/>
                  <a:pt x="74" y="121"/>
                  <a:pt x="75" y="121"/>
                </a:cubicBezTo>
                <a:cubicBezTo>
                  <a:pt x="93" y="121"/>
                  <a:pt x="93" y="121"/>
                  <a:pt x="93" y="121"/>
                </a:cubicBezTo>
                <a:cubicBezTo>
                  <a:pt x="94" y="121"/>
                  <a:pt x="95" y="121"/>
                  <a:pt x="96" y="120"/>
                </a:cubicBezTo>
                <a:cubicBezTo>
                  <a:pt x="96" y="120"/>
                  <a:pt x="97" y="119"/>
                  <a:pt x="97" y="118"/>
                </a:cubicBezTo>
                <a:cubicBezTo>
                  <a:pt x="97" y="97"/>
                  <a:pt x="97" y="97"/>
                  <a:pt x="97" y="97"/>
                </a:cubicBezTo>
                <a:cubicBezTo>
                  <a:pt x="118" y="97"/>
                  <a:pt x="118" y="97"/>
                  <a:pt x="118" y="97"/>
                </a:cubicBezTo>
                <a:cubicBezTo>
                  <a:pt x="119" y="97"/>
                  <a:pt x="119" y="97"/>
                  <a:pt x="120" y="96"/>
                </a:cubicBezTo>
                <a:cubicBezTo>
                  <a:pt x="120" y="96"/>
                  <a:pt x="121" y="95"/>
                  <a:pt x="121" y="94"/>
                </a:cubicBezTo>
                <a:close/>
                <a:moveTo>
                  <a:pt x="60" y="25"/>
                </a:moveTo>
                <a:cubicBezTo>
                  <a:pt x="109" y="25"/>
                  <a:pt x="109" y="25"/>
                  <a:pt x="109" y="25"/>
                </a:cubicBezTo>
                <a:cubicBezTo>
                  <a:pt x="109" y="12"/>
                  <a:pt x="109" y="12"/>
                  <a:pt x="109" y="12"/>
                </a:cubicBezTo>
                <a:cubicBezTo>
                  <a:pt x="60" y="12"/>
                  <a:pt x="60" y="12"/>
                  <a:pt x="60" y="12"/>
                </a:cubicBezTo>
                <a:lnTo>
                  <a:pt x="60" y="25"/>
                </a:lnTo>
                <a:close/>
                <a:moveTo>
                  <a:pt x="169" y="46"/>
                </a:moveTo>
                <a:cubicBezTo>
                  <a:pt x="169" y="124"/>
                  <a:pt x="169" y="124"/>
                  <a:pt x="169" y="124"/>
                </a:cubicBezTo>
                <a:cubicBezTo>
                  <a:pt x="169" y="130"/>
                  <a:pt x="167" y="135"/>
                  <a:pt x="163" y="139"/>
                </a:cubicBezTo>
                <a:cubicBezTo>
                  <a:pt x="159" y="143"/>
                  <a:pt x="154" y="146"/>
                  <a:pt x="148" y="146"/>
                </a:cubicBezTo>
                <a:cubicBezTo>
                  <a:pt x="145" y="146"/>
                  <a:pt x="145" y="146"/>
                  <a:pt x="145" y="146"/>
                </a:cubicBezTo>
                <a:cubicBezTo>
                  <a:pt x="145" y="25"/>
                  <a:pt x="145" y="25"/>
                  <a:pt x="145" y="25"/>
                </a:cubicBezTo>
                <a:cubicBezTo>
                  <a:pt x="148" y="25"/>
                  <a:pt x="148" y="25"/>
                  <a:pt x="148" y="25"/>
                </a:cubicBezTo>
                <a:cubicBezTo>
                  <a:pt x="154" y="25"/>
                  <a:pt x="159" y="27"/>
                  <a:pt x="163" y="31"/>
                </a:cubicBezTo>
                <a:cubicBezTo>
                  <a:pt x="167" y="35"/>
                  <a:pt x="169" y="40"/>
                  <a:pt x="169" y="46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25" name="Freeform 228"/>
          <p:cNvSpPr>
            <a:spLocks/>
          </p:cNvSpPr>
          <p:nvPr/>
        </p:nvSpPr>
        <p:spPr bwMode="auto">
          <a:xfrm>
            <a:off x="8781163" y="3574874"/>
            <a:ext cx="259332" cy="155599"/>
          </a:xfrm>
          <a:custGeom>
            <a:avLst/>
            <a:gdLst>
              <a:gd name="T0" fmla="*/ 154 w 181"/>
              <a:gd name="T1" fmla="*/ 63 h 108"/>
              <a:gd name="T2" fmla="*/ 121 w 181"/>
              <a:gd name="T3" fmla="*/ 66 h 108"/>
              <a:gd name="T4" fmla="*/ 100 w 181"/>
              <a:gd name="T5" fmla="*/ 72 h 108"/>
              <a:gd name="T6" fmla="*/ 94 w 181"/>
              <a:gd name="T7" fmla="*/ 72 h 108"/>
              <a:gd name="T8" fmla="*/ 66 w 181"/>
              <a:gd name="T9" fmla="*/ 105 h 108"/>
              <a:gd name="T10" fmla="*/ 72 w 181"/>
              <a:gd name="T11" fmla="*/ 105 h 108"/>
              <a:gd name="T12" fmla="*/ 77 w 181"/>
              <a:gd name="T13" fmla="*/ 106 h 108"/>
              <a:gd name="T14" fmla="*/ 79 w 181"/>
              <a:gd name="T15" fmla="*/ 107 h 108"/>
              <a:gd name="T16" fmla="*/ 77 w 181"/>
              <a:gd name="T17" fmla="*/ 108 h 108"/>
              <a:gd name="T18" fmla="*/ 72 w 181"/>
              <a:gd name="T19" fmla="*/ 108 h 108"/>
              <a:gd name="T20" fmla="*/ 63 w 181"/>
              <a:gd name="T21" fmla="*/ 108 h 108"/>
              <a:gd name="T22" fmla="*/ 48 w 181"/>
              <a:gd name="T23" fmla="*/ 108 h 108"/>
              <a:gd name="T24" fmla="*/ 42 w 181"/>
              <a:gd name="T25" fmla="*/ 108 h 108"/>
              <a:gd name="T26" fmla="*/ 42 w 181"/>
              <a:gd name="T27" fmla="*/ 105 h 108"/>
              <a:gd name="T28" fmla="*/ 48 w 181"/>
              <a:gd name="T29" fmla="*/ 105 h 108"/>
              <a:gd name="T30" fmla="*/ 48 w 181"/>
              <a:gd name="T31" fmla="*/ 66 h 108"/>
              <a:gd name="T32" fmla="*/ 33 w 181"/>
              <a:gd name="T33" fmla="*/ 66 h 108"/>
              <a:gd name="T34" fmla="*/ 15 w 181"/>
              <a:gd name="T35" fmla="*/ 87 h 108"/>
              <a:gd name="T36" fmla="*/ 6 w 181"/>
              <a:gd name="T37" fmla="*/ 87 h 108"/>
              <a:gd name="T38" fmla="*/ 3 w 181"/>
              <a:gd name="T39" fmla="*/ 84 h 108"/>
              <a:gd name="T40" fmla="*/ 3 w 181"/>
              <a:gd name="T41" fmla="*/ 66 h 108"/>
              <a:gd name="T42" fmla="*/ 6 w 181"/>
              <a:gd name="T43" fmla="*/ 66 h 108"/>
              <a:gd name="T44" fmla="*/ 6 w 181"/>
              <a:gd name="T45" fmla="*/ 63 h 108"/>
              <a:gd name="T46" fmla="*/ 18 w 181"/>
              <a:gd name="T47" fmla="*/ 63 h 108"/>
              <a:gd name="T48" fmla="*/ 18 w 181"/>
              <a:gd name="T49" fmla="*/ 62 h 108"/>
              <a:gd name="T50" fmla="*/ 0 w 181"/>
              <a:gd name="T51" fmla="*/ 60 h 108"/>
              <a:gd name="T52" fmla="*/ 0 w 181"/>
              <a:gd name="T53" fmla="*/ 48 h 108"/>
              <a:gd name="T54" fmla="*/ 18 w 181"/>
              <a:gd name="T55" fmla="*/ 46 h 108"/>
              <a:gd name="T56" fmla="*/ 18 w 181"/>
              <a:gd name="T57" fmla="*/ 45 h 108"/>
              <a:gd name="T58" fmla="*/ 6 w 181"/>
              <a:gd name="T59" fmla="*/ 45 h 108"/>
              <a:gd name="T60" fmla="*/ 6 w 181"/>
              <a:gd name="T61" fmla="*/ 42 h 108"/>
              <a:gd name="T62" fmla="*/ 3 w 181"/>
              <a:gd name="T63" fmla="*/ 42 h 108"/>
              <a:gd name="T64" fmla="*/ 3 w 181"/>
              <a:gd name="T65" fmla="*/ 24 h 108"/>
              <a:gd name="T66" fmla="*/ 6 w 181"/>
              <a:gd name="T67" fmla="*/ 21 h 108"/>
              <a:gd name="T68" fmla="*/ 15 w 181"/>
              <a:gd name="T69" fmla="*/ 21 h 108"/>
              <a:gd name="T70" fmla="*/ 33 w 181"/>
              <a:gd name="T71" fmla="*/ 42 h 108"/>
              <a:gd name="T72" fmla="*/ 48 w 181"/>
              <a:gd name="T73" fmla="*/ 42 h 108"/>
              <a:gd name="T74" fmla="*/ 48 w 181"/>
              <a:gd name="T75" fmla="*/ 3 h 108"/>
              <a:gd name="T76" fmla="*/ 42 w 181"/>
              <a:gd name="T77" fmla="*/ 3 h 108"/>
              <a:gd name="T78" fmla="*/ 42 w 181"/>
              <a:gd name="T79" fmla="*/ 0 h 108"/>
              <a:gd name="T80" fmla="*/ 48 w 181"/>
              <a:gd name="T81" fmla="*/ 0 h 108"/>
              <a:gd name="T82" fmla="*/ 63 w 181"/>
              <a:gd name="T83" fmla="*/ 0 h 108"/>
              <a:gd name="T84" fmla="*/ 72 w 181"/>
              <a:gd name="T85" fmla="*/ 0 h 108"/>
              <a:gd name="T86" fmla="*/ 77 w 181"/>
              <a:gd name="T87" fmla="*/ 0 h 108"/>
              <a:gd name="T88" fmla="*/ 79 w 181"/>
              <a:gd name="T89" fmla="*/ 1 h 108"/>
              <a:gd name="T90" fmla="*/ 77 w 181"/>
              <a:gd name="T91" fmla="*/ 2 h 108"/>
              <a:gd name="T92" fmla="*/ 72 w 181"/>
              <a:gd name="T93" fmla="*/ 3 h 108"/>
              <a:gd name="T94" fmla="*/ 66 w 181"/>
              <a:gd name="T95" fmla="*/ 3 h 108"/>
              <a:gd name="T96" fmla="*/ 94 w 181"/>
              <a:gd name="T97" fmla="*/ 36 h 108"/>
              <a:gd name="T98" fmla="*/ 100 w 181"/>
              <a:gd name="T99" fmla="*/ 36 h 108"/>
              <a:gd name="T100" fmla="*/ 121 w 181"/>
              <a:gd name="T101" fmla="*/ 42 h 108"/>
              <a:gd name="T102" fmla="*/ 154 w 181"/>
              <a:gd name="T103" fmla="*/ 45 h 108"/>
              <a:gd name="T104" fmla="*/ 181 w 181"/>
              <a:gd name="T105" fmla="*/ 54 h 108"/>
              <a:gd name="T106" fmla="*/ 181 w 181"/>
              <a:gd name="T107" fmla="*/ 54 h 108"/>
              <a:gd name="T108" fmla="*/ 154 w 181"/>
              <a:gd name="T109" fmla="*/ 63 h 1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81" h="108">
                <a:moveTo>
                  <a:pt x="154" y="63"/>
                </a:moveTo>
                <a:cubicBezTo>
                  <a:pt x="121" y="66"/>
                  <a:pt x="121" y="66"/>
                  <a:pt x="121" y="66"/>
                </a:cubicBezTo>
                <a:cubicBezTo>
                  <a:pt x="100" y="72"/>
                  <a:pt x="100" y="72"/>
                  <a:pt x="100" y="72"/>
                </a:cubicBezTo>
                <a:cubicBezTo>
                  <a:pt x="94" y="72"/>
                  <a:pt x="94" y="72"/>
                  <a:pt x="94" y="72"/>
                </a:cubicBezTo>
                <a:cubicBezTo>
                  <a:pt x="66" y="105"/>
                  <a:pt x="66" y="105"/>
                  <a:pt x="66" y="105"/>
                </a:cubicBezTo>
                <a:cubicBezTo>
                  <a:pt x="72" y="105"/>
                  <a:pt x="72" y="105"/>
                  <a:pt x="72" y="105"/>
                </a:cubicBezTo>
                <a:cubicBezTo>
                  <a:pt x="74" y="105"/>
                  <a:pt x="76" y="106"/>
                  <a:pt x="77" y="106"/>
                </a:cubicBezTo>
                <a:cubicBezTo>
                  <a:pt x="78" y="106"/>
                  <a:pt x="79" y="106"/>
                  <a:pt x="79" y="107"/>
                </a:cubicBezTo>
                <a:cubicBezTo>
                  <a:pt x="79" y="107"/>
                  <a:pt x="78" y="108"/>
                  <a:pt x="77" y="108"/>
                </a:cubicBezTo>
                <a:cubicBezTo>
                  <a:pt x="76" y="108"/>
                  <a:pt x="74" y="108"/>
                  <a:pt x="72" y="108"/>
                </a:cubicBezTo>
                <a:cubicBezTo>
                  <a:pt x="63" y="108"/>
                  <a:pt x="63" y="108"/>
                  <a:pt x="63" y="108"/>
                </a:cubicBezTo>
                <a:cubicBezTo>
                  <a:pt x="48" y="108"/>
                  <a:pt x="48" y="108"/>
                  <a:pt x="48" y="108"/>
                </a:cubicBezTo>
                <a:cubicBezTo>
                  <a:pt x="42" y="108"/>
                  <a:pt x="42" y="108"/>
                  <a:pt x="42" y="108"/>
                </a:cubicBezTo>
                <a:cubicBezTo>
                  <a:pt x="42" y="105"/>
                  <a:pt x="42" y="105"/>
                  <a:pt x="42" y="105"/>
                </a:cubicBezTo>
                <a:cubicBezTo>
                  <a:pt x="48" y="105"/>
                  <a:pt x="48" y="105"/>
                  <a:pt x="48" y="105"/>
                </a:cubicBezTo>
                <a:cubicBezTo>
                  <a:pt x="48" y="66"/>
                  <a:pt x="48" y="66"/>
                  <a:pt x="48" y="66"/>
                </a:cubicBezTo>
                <a:cubicBezTo>
                  <a:pt x="33" y="66"/>
                  <a:pt x="33" y="66"/>
                  <a:pt x="33" y="66"/>
                </a:cubicBezTo>
                <a:cubicBezTo>
                  <a:pt x="15" y="87"/>
                  <a:pt x="15" y="87"/>
                  <a:pt x="15" y="87"/>
                </a:cubicBezTo>
                <a:cubicBezTo>
                  <a:pt x="6" y="87"/>
                  <a:pt x="6" y="87"/>
                  <a:pt x="6" y="87"/>
                </a:cubicBezTo>
                <a:cubicBezTo>
                  <a:pt x="3" y="84"/>
                  <a:pt x="3" y="84"/>
                  <a:pt x="3" y="84"/>
                </a:cubicBezTo>
                <a:cubicBezTo>
                  <a:pt x="3" y="66"/>
                  <a:pt x="3" y="66"/>
                  <a:pt x="3" y="66"/>
                </a:cubicBezTo>
                <a:cubicBezTo>
                  <a:pt x="6" y="66"/>
                  <a:pt x="6" y="66"/>
                  <a:pt x="6" y="66"/>
                </a:cubicBezTo>
                <a:cubicBezTo>
                  <a:pt x="6" y="63"/>
                  <a:pt x="6" y="63"/>
                  <a:pt x="6" y="63"/>
                </a:cubicBezTo>
                <a:cubicBezTo>
                  <a:pt x="18" y="63"/>
                  <a:pt x="18" y="63"/>
                  <a:pt x="18" y="63"/>
                </a:cubicBezTo>
                <a:cubicBezTo>
                  <a:pt x="18" y="62"/>
                  <a:pt x="18" y="62"/>
                  <a:pt x="18" y="62"/>
                </a:cubicBezTo>
                <a:cubicBezTo>
                  <a:pt x="0" y="60"/>
                  <a:pt x="0" y="60"/>
                  <a:pt x="0" y="60"/>
                </a:cubicBezTo>
                <a:cubicBezTo>
                  <a:pt x="0" y="48"/>
                  <a:pt x="0" y="48"/>
                  <a:pt x="0" y="48"/>
                </a:cubicBezTo>
                <a:cubicBezTo>
                  <a:pt x="18" y="46"/>
                  <a:pt x="18" y="46"/>
                  <a:pt x="18" y="46"/>
                </a:cubicBezTo>
                <a:cubicBezTo>
                  <a:pt x="18" y="45"/>
                  <a:pt x="18" y="45"/>
                  <a:pt x="18" y="45"/>
                </a:cubicBezTo>
                <a:cubicBezTo>
                  <a:pt x="6" y="45"/>
                  <a:pt x="6" y="45"/>
                  <a:pt x="6" y="45"/>
                </a:cubicBezTo>
                <a:cubicBezTo>
                  <a:pt x="6" y="42"/>
                  <a:pt x="6" y="42"/>
                  <a:pt x="6" y="42"/>
                </a:cubicBezTo>
                <a:cubicBezTo>
                  <a:pt x="3" y="42"/>
                  <a:pt x="3" y="42"/>
                  <a:pt x="3" y="42"/>
                </a:cubicBezTo>
                <a:cubicBezTo>
                  <a:pt x="3" y="24"/>
                  <a:pt x="3" y="24"/>
                  <a:pt x="3" y="24"/>
                </a:cubicBezTo>
                <a:cubicBezTo>
                  <a:pt x="6" y="21"/>
                  <a:pt x="6" y="21"/>
                  <a:pt x="6" y="21"/>
                </a:cubicBezTo>
                <a:cubicBezTo>
                  <a:pt x="15" y="21"/>
                  <a:pt x="15" y="21"/>
                  <a:pt x="15" y="21"/>
                </a:cubicBezTo>
                <a:cubicBezTo>
                  <a:pt x="33" y="42"/>
                  <a:pt x="33" y="42"/>
                  <a:pt x="33" y="42"/>
                </a:cubicBezTo>
                <a:cubicBezTo>
                  <a:pt x="48" y="42"/>
                  <a:pt x="48" y="42"/>
                  <a:pt x="48" y="42"/>
                </a:cubicBezTo>
                <a:cubicBezTo>
                  <a:pt x="48" y="3"/>
                  <a:pt x="48" y="3"/>
                  <a:pt x="48" y="3"/>
                </a:cubicBezTo>
                <a:cubicBezTo>
                  <a:pt x="42" y="3"/>
                  <a:pt x="42" y="3"/>
                  <a:pt x="42" y="3"/>
                </a:cubicBezTo>
                <a:cubicBezTo>
                  <a:pt x="42" y="0"/>
                  <a:pt x="42" y="0"/>
                  <a:pt x="42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63" y="0"/>
                  <a:pt x="63" y="0"/>
                  <a:pt x="63" y="0"/>
                </a:cubicBezTo>
                <a:cubicBezTo>
                  <a:pt x="72" y="0"/>
                  <a:pt x="72" y="0"/>
                  <a:pt x="72" y="0"/>
                </a:cubicBezTo>
                <a:cubicBezTo>
                  <a:pt x="74" y="0"/>
                  <a:pt x="76" y="0"/>
                  <a:pt x="77" y="0"/>
                </a:cubicBezTo>
                <a:cubicBezTo>
                  <a:pt x="78" y="0"/>
                  <a:pt x="79" y="1"/>
                  <a:pt x="79" y="1"/>
                </a:cubicBezTo>
                <a:cubicBezTo>
                  <a:pt x="79" y="1"/>
                  <a:pt x="78" y="2"/>
                  <a:pt x="77" y="2"/>
                </a:cubicBezTo>
                <a:cubicBezTo>
                  <a:pt x="76" y="2"/>
                  <a:pt x="74" y="3"/>
                  <a:pt x="72" y="3"/>
                </a:cubicBezTo>
                <a:cubicBezTo>
                  <a:pt x="66" y="3"/>
                  <a:pt x="66" y="3"/>
                  <a:pt x="66" y="3"/>
                </a:cubicBezTo>
                <a:cubicBezTo>
                  <a:pt x="94" y="36"/>
                  <a:pt x="94" y="36"/>
                  <a:pt x="94" y="36"/>
                </a:cubicBezTo>
                <a:cubicBezTo>
                  <a:pt x="100" y="36"/>
                  <a:pt x="100" y="36"/>
                  <a:pt x="100" y="36"/>
                </a:cubicBezTo>
                <a:cubicBezTo>
                  <a:pt x="121" y="42"/>
                  <a:pt x="121" y="42"/>
                  <a:pt x="121" y="42"/>
                </a:cubicBezTo>
                <a:cubicBezTo>
                  <a:pt x="154" y="45"/>
                  <a:pt x="154" y="45"/>
                  <a:pt x="154" y="45"/>
                </a:cubicBezTo>
                <a:cubicBezTo>
                  <a:pt x="171" y="49"/>
                  <a:pt x="180" y="51"/>
                  <a:pt x="181" y="54"/>
                </a:cubicBezTo>
                <a:cubicBezTo>
                  <a:pt x="181" y="54"/>
                  <a:pt x="181" y="54"/>
                  <a:pt x="181" y="54"/>
                </a:cubicBezTo>
                <a:cubicBezTo>
                  <a:pt x="181" y="56"/>
                  <a:pt x="172" y="59"/>
                  <a:pt x="154" y="6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26" name="Freeform 229"/>
          <p:cNvSpPr>
            <a:spLocks noEditPoints="1"/>
          </p:cNvSpPr>
          <p:nvPr/>
        </p:nvSpPr>
        <p:spPr bwMode="auto">
          <a:xfrm>
            <a:off x="9113971" y="3538136"/>
            <a:ext cx="216111" cy="192339"/>
          </a:xfrm>
          <a:custGeom>
            <a:avLst/>
            <a:gdLst>
              <a:gd name="T0" fmla="*/ 151 w 151"/>
              <a:gd name="T1" fmla="*/ 115 h 133"/>
              <a:gd name="T2" fmla="*/ 151 w 151"/>
              <a:gd name="T3" fmla="*/ 133 h 133"/>
              <a:gd name="T4" fmla="*/ 43 w 151"/>
              <a:gd name="T5" fmla="*/ 133 h 133"/>
              <a:gd name="T6" fmla="*/ 43 w 151"/>
              <a:gd name="T7" fmla="*/ 115 h 133"/>
              <a:gd name="T8" fmla="*/ 55 w 151"/>
              <a:gd name="T9" fmla="*/ 97 h 133"/>
              <a:gd name="T10" fmla="*/ 43 w 151"/>
              <a:gd name="T11" fmla="*/ 97 h 133"/>
              <a:gd name="T12" fmla="*/ 17 w 151"/>
              <a:gd name="T13" fmla="*/ 87 h 133"/>
              <a:gd name="T14" fmla="*/ 6 w 151"/>
              <a:gd name="T15" fmla="*/ 61 h 133"/>
              <a:gd name="T16" fmla="*/ 6 w 151"/>
              <a:gd name="T17" fmla="*/ 31 h 133"/>
              <a:gd name="T18" fmla="*/ 0 w 151"/>
              <a:gd name="T19" fmla="*/ 25 h 133"/>
              <a:gd name="T20" fmla="*/ 3 w 151"/>
              <a:gd name="T21" fmla="*/ 12 h 133"/>
              <a:gd name="T22" fmla="*/ 49 w 151"/>
              <a:gd name="T23" fmla="*/ 12 h 133"/>
              <a:gd name="T24" fmla="*/ 52 w 151"/>
              <a:gd name="T25" fmla="*/ 0 h 133"/>
              <a:gd name="T26" fmla="*/ 142 w 151"/>
              <a:gd name="T27" fmla="*/ 0 h 133"/>
              <a:gd name="T28" fmla="*/ 145 w 151"/>
              <a:gd name="T29" fmla="*/ 18 h 133"/>
              <a:gd name="T30" fmla="*/ 139 w 151"/>
              <a:gd name="T31" fmla="*/ 22 h 133"/>
              <a:gd name="T32" fmla="*/ 139 w 151"/>
              <a:gd name="T33" fmla="*/ 97 h 133"/>
              <a:gd name="T34" fmla="*/ 151 w 151"/>
              <a:gd name="T35" fmla="*/ 115 h 133"/>
              <a:gd name="T36" fmla="*/ 55 w 151"/>
              <a:gd name="T37" fmla="*/ 73 h 133"/>
              <a:gd name="T38" fmla="*/ 55 w 151"/>
              <a:gd name="T39" fmla="*/ 37 h 133"/>
              <a:gd name="T40" fmla="*/ 30 w 151"/>
              <a:gd name="T41" fmla="*/ 37 h 133"/>
              <a:gd name="T42" fmla="*/ 30 w 151"/>
              <a:gd name="T43" fmla="*/ 61 h 133"/>
              <a:gd name="T44" fmla="*/ 34 w 151"/>
              <a:gd name="T45" fmla="*/ 69 h 133"/>
              <a:gd name="T46" fmla="*/ 43 w 151"/>
              <a:gd name="T47" fmla="*/ 73 h 133"/>
              <a:gd name="T48" fmla="*/ 55 w 151"/>
              <a:gd name="T49" fmla="*/ 73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51" h="133">
                <a:moveTo>
                  <a:pt x="151" y="115"/>
                </a:moveTo>
                <a:cubicBezTo>
                  <a:pt x="151" y="133"/>
                  <a:pt x="151" y="133"/>
                  <a:pt x="151" y="133"/>
                </a:cubicBezTo>
                <a:cubicBezTo>
                  <a:pt x="43" y="133"/>
                  <a:pt x="43" y="133"/>
                  <a:pt x="43" y="133"/>
                </a:cubicBezTo>
                <a:cubicBezTo>
                  <a:pt x="43" y="115"/>
                  <a:pt x="43" y="115"/>
                  <a:pt x="43" y="115"/>
                </a:cubicBezTo>
                <a:cubicBezTo>
                  <a:pt x="55" y="97"/>
                  <a:pt x="55" y="97"/>
                  <a:pt x="55" y="97"/>
                </a:cubicBezTo>
                <a:cubicBezTo>
                  <a:pt x="43" y="97"/>
                  <a:pt x="43" y="97"/>
                  <a:pt x="43" y="97"/>
                </a:cubicBezTo>
                <a:cubicBezTo>
                  <a:pt x="33" y="97"/>
                  <a:pt x="24" y="94"/>
                  <a:pt x="17" y="87"/>
                </a:cubicBezTo>
                <a:cubicBezTo>
                  <a:pt x="10" y="79"/>
                  <a:pt x="6" y="71"/>
                  <a:pt x="6" y="61"/>
                </a:cubicBezTo>
                <a:cubicBezTo>
                  <a:pt x="6" y="31"/>
                  <a:pt x="6" y="31"/>
                  <a:pt x="6" y="31"/>
                </a:cubicBezTo>
                <a:cubicBezTo>
                  <a:pt x="0" y="25"/>
                  <a:pt x="0" y="25"/>
                  <a:pt x="0" y="25"/>
                </a:cubicBezTo>
                <a:cubicBezTo>
                  <a:pt x="3" y="12"/>
                  <a:pt x="3" y="12"/>
                  <a:pt x="3" y="12"/>
                </a:cubicBezTo>
                <a:cubicBezTo>
                  <a:pt x="49" y="12"/>
                  <a:pt x="49" y="12"/>
                  <a:pt x="49" y="12"/>
                </a:cubicBezTo>
                <a:cubicBezTo>
                  <a:pt x="52" y="0"/>
                  <a:pt x="52" y="0"/>
                  <a:pt x="52" y="0"/>
                </a:cubicBezTo>
                <a:cubicBezTo>
                  <a:pt x="142" y="0"/>
                  <a:pt x="142" y="0"/>
                  <a:pt x="142" y="0"/>
                </a:cubicBezTo>
                <a:cubicBezTo>
                  <a:pt x="145" y="18"/>
                  <a:pt x="145" y="18"/>
                  <a:pt x="145" y="18"/>
                </a:cubicBezTo>
                <a:cubicBezTo>
                  <a:pt x="139" y="22"/>
                  <a:pt x="139" y="22"/>
                  <a:pt x="139" y="22"/>
                </a:cubicBezTo>
                <a:cubicBezTo>
                  <a:pt x="139" y="97"/>
                  <a:pt x="139" y="97"/>
                  <a:pt x="139" y="97"/>
                </a:cubicBezTo>
                <a:lnTo>
                  <a:pt x="151" y="115"/>
                </a:lnTo>
                <a:close/>
                <a:moveTo>
                  <a:pt x="55" y="73"/>
                </a:moveTo>
                <a:cubicBezTo>
                  <a:pt x="55" y="37"/>
                  <a:pt x="55" y="37"/>
                  <a:pt x="55" y="37"/>
                </a:cubicBezTo>
                <a:cubicBezTo>
                  <a:pt x="30" y="37"/>
                  <a:pt x="30" y="37"/>
                  <a:pt x="30" y="37"/>
                </a:cubicBezTo>
                <a:cubicBezTo>
                  <a:pt x="30" y="61"/>
                  <a:pt x="30" y="61"/>
                  <a:pt x="30" y="61"/>
                </a:cubicBezTo>
                <a:cubicBezTo>
                  <a:pt x="30" y="64"/>
                  <a:pt x="32" y="67"/>
                  <a:pt x="34" y="69"/>
                </a:cubicBezTo>
                <a:cubicBezTo>
                  <a:pt x="36" y="72"/>
                  <a:pt x="39" y="73"/>
                  <a:pt x="43" y="73"/>
                </a:cubicBezTo>
                <a:lnTo>
                  <a:pt x="55" y="73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27" name="Freeform 230"/>
          <p:cNvSpPr>
            <a:spLocks noEditPoints="1"/>
          </p:cNvSpPr>
          <p:nvPr/>
        </p:nvSpPr>
        <p:spPr bwMode="auto">
          <a:xfrm>
            <a:off x="9394913" y="3538136"/>
            <a:ext cx="207464" cy="209627"/>
          </a:xfrm>
          <a:custGeom>
            <a:avLst/>
            <a:gdLst>
              <a:gd name="T0" fmla="*/ 145 w 145"/>
              <a:gd name="T1" fmla="*/ 28 h 146"/>
              <a:gd name="T2" fmla="*/ 145 w 145"/>
              <a:gd name="T3" fmla="*/ 118 h 146"/>
              <a:gd name="T4" fmla="*/ 137 w 145"/>
              <a:gd name="T5" fmla="*/ 138 h 146"/>
              <a:gd name="T6" fmla="*/ 118 w 145"/>
              <a:gd name="T7" fmla="*/ 146 h 146"/>
              <a:gd name="T8" fmla="*/ 27 w 145"/>
              <a:gd name="T9" fmla="*/ 146 h 146"/>
              <a:gd name="T10" fmla="*/ 8 w 145"/>
              <a:gd name="T11" fmla="*/ 138 h 146"/>
              <a:gd name="T12" fmla="*/ 0 w 145"/>
              <a:gd name="T13" fmla="*/ 118 h 146"/>
              <a:gd name="T14" fmla="*/ 0 w 145"/>
              <a:gd name="T15" fmla="*/ 28 h 146"/>
              <a:gd name="T16" fmla="*/ 8 w 145"/>
              <a:gd name="T17" fmla="*/ 8 h 146"/>
              <a:gd name="T18" fmla="*/ 27 w 145"/>
              <a:gd name="T19" fmla="*/ 0 h 146"/>
              <a:gd name="T20" fmla="*/ 118 w 145"/>
              <a:gd name="T21" fmla="*/ 0 h 146"/>
              <a:gd name="T22" fmla="*/ 137 w 145"/>
              <a:gd name="T23" fmla="*/ 8 h 146"/>
              <a:gd name="T24" fmla="*/ 145 w 145"/>
              <a:gd name="T25" fmla="*/ 28 h 146"/>
              <a:gd name="T26" fmla="*/ 121 w 145"/>
              <a:gd name="T27" fmla="*/ 115 h 146"/>
              <a:gd name="T28" fmla="*/ 121 w 145"/>
              <a:gd name="T29" fmla="*/ 31 h 146"/>
              <a:gd name="T30" fmla="*/ 119 w 145"/>
              <a:gd name="T31" fmla="*/ 26 h 146"/>
              <a:gd name="T32" fmla="*/ 115 w 145"/>
              <a:gd name="T33" fmla="*/ 25 h 146"/>
              <a:gd name="T34" fmla="*/ 103 w 145"/>
              <a:gd name="T35" fmla="*/ 25 h 146"/>
              <a:gd name="T36" fmla="*/ 99 w 145"/>
              <a:gd name="T37" fmla="*/ 26 h 146"/>
              <a:gd name="T38" fmla="*/ 97 w 145"/>
              <a:gd name="T39" fmla="*/ 31 h 146"/>
              <a:gd name="T40" fmla="*/ 97 w 145"/>
              <a:gd name="T41" fmla="*/ 61 h 146"/>
              <a:gd name="T42" fmla="*/ 49 w 145"/>
              <a:gd name="T43" fmla="*/ 61 h 146"/>
              <a:gd name="T44" fmla="*/ 49 w 145"/>
              <a:gd name="T45" fmla="*/ 31 h 146"/>
              <a:gd name="T46" fmla="*/ 47 w 145"/>
              <a:gd name="T47" fmla="*/ 26 h 146"/>
              <a:gd name="T48" fmla="*/ 43 w 145"/>
              <a:gd name="T49" fmla="*/ 25 h 146"/>
              <a:gd name="T50" fmla="*/ 30 w 145"/>
              <a:gd name="T51" fmla="*/ 25 h 146"/>
              <a:gd name="T52" fmla="*/ 26 w 145"/>
              <a:gd name="T53" fmla="*/ 26 h 146"/>
              <a:gd name="T54" fmla="*/ 24 w 145"/>
              <a:gd name="T55" fmla="*/ 31 h 146"/>
              <a:gd name="T56" fmla="*/ 24 w 145"/>
              <a:gd name="T57" fmla="*/ 115 h 146"/>
              <a:gd name="T58" fmla="*/ 26 w 145"/>
              <a:gd name="T59" fmla="*/ 120 h 146"/>
              <a:gd name="T60" fmla="*/ 30 w 145"/>
              <a:gd name="T61" fmla="*/ 121 h 146"/>
              <a:gd name="T62" fmla="*/ 43 w 145"/>
              <a:gd name="T63" fmla="*/ 121 h 146"/>
              <a:gd name="T64" fmla="*/ 47 w 145"/>
              <a:gd name="T65" fmla="*/ 120 h 146"/>
              <a:gd name="T66" fmla="*/ 49 w 145"/>
              <a:gd name="T67" fmla="*/ 115 h 146"/>
              <a:gd name="T68" fmla="*/ 49 w 145"/>
              <a:gd name="T69" fmla="*/ 85 h 146"/>
              <a:gd name="T70" fmla="*/ 97 w 145"/>
              <a:gd name="T71" fmla="*/ 85 h 146"/>
              <a:gd name="T72" fmla="*/ 97 w 145"/>
              <a:gd name="T73" fmla="*/ 115 h 146"/>
              <a:gd name="T74" fmla="*/ 99 w 145"/>
              <a:gd name="T75" fmla="*/ 120 h 146"/>
              <a:gd name="T76" fmla="*/ 103 w 145"/>
              <a:gd name="T77" fmla="*/ 121 h 146"/>
              <a:gd name="T78" fmla="*/ 115 w 145"/>
              <a:gd name="T79" fmla="*/ 121 h 146"/>
              <a:gd name="T80" fmla="*/ 119 w 145"/>
              <a:gd name="T81" fmla="*/ 120 h 146"/>
              <a:gd name="T82" fmla="*/ 121 w 145"/>
              <a:gd name="T83" fmla="*/ 115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45" h="146">
                <a:moveTo>
                  <a:pt x="145" y="28"/>
                </a:moveTo>
                <a:cubicBezTo>
                  <a:pt x="145" y="118"/>
                  <a:pt x="145" y="118"/>
                  <a:pt x="145" y="118"/>
                </a:cubicBezTo>
                <a:cubicBezTo>
                  <a:pt x="145" y="126"/>
                  <a:pt x="143" y="132"/>
                  <a:pt x="137" y="138"/>
                </a:cubicBezTo>
                <a:cubicBezTo>
                  <a:pt x="132" y="143"/>
                  <a:pt x="126" y="146"/>
                  <a:pt x="118" y="146"/>
                </a:cubicBezTo>
                <a:cubicBezTo>
                  <a:pt x="27" y="146"/>
                  <a:pt x="27" y="146"/>
                  <a:pt x="27" y="146"/>
                </a:cubicBezTo>
                <a:cubicBezTo>
                  <a:pt x="20" y="146"/>
                  <a:pt x="13" y="143"/>
                  <a:pt x="8" y="138"/>
                </a:cubicBezTo>
                <a:cubicBezTo>
                  <a:pt x="3" y="132"/>
                  <a:pt x="0" y="126"/>
                  <a:pt x="0" y="118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0"/>
                  <a:pt x="3" y="14"/>
                  <a:pt x="8" y="8"/>
                </a:cubicBezTo>
                <a:cubicBezTo>
                  <a:pt x="13" y="3"/>
                  <a:pt x="20" y="0"/>
                  <a:pt x="27" y="0"/>
                </a:cubicBezTo>
                <a:cubicBezTo>
                  <a:pt x="118" y="0"/>
                  <a:pt x="118" y="0"/>
                  <a:pt x="118" y="0"/>
                </a:cubicBezTo>
                <a:cubicBezTo>
                  <a:pt x="126" y="0"/>
                  <a:pt x="132" y="3"/>
                  <a:pt x="137" y="8"/>
                </a:cubicBezTo>
                <a:cubicBezTo>
                  <a:pt x="143" y="14"/>
                  <a:pt x="145" y="20"/>
                  <a:pt x="145" y="28"/>
                </a:cubicBezTo>
                <a:close/>
                <a:moveTo>
                  <a:pt x="121" y="115"/>
                </a:moveTo>
                <a:cubicBezTo>
                  <a:pt x="121" y="31"/>
                  <a:pt x="121" y="31"/>
                  <a:pt x="121" y="31"/>
                </a:cubicBezTo>
                <a:cubicBezTo>
                  <a:pt x="121" y="29"/>
                  <a:pt x="121" y="28"/>
                  <a:pt x="119" y="26"/>
                </a:cubicBezTo>
                <a:cubicBezTo>
                  <a:pt x="118" y="25"/>
                  <a:pt x="117" y="25"/>
                  <a:pt x="115" y="25"/>
                </a:cubicBezTo>
                <a:cubicBezTo>
                  <a:pt x="103" y="25"/>
                  <a:pt x="103" y="25"/>
                  <a:pt x="103" y="25"/>
                </a:cubicBezTo>
                <a:cubicBezTo>
                  <a:pt x="101" y="25"/>
                  <a:pt x="100" y="25"/>
                  <a:pt x="99" y="26"/>
                </a:cubicBezTo>
                <a:cubicBezTo>
                  <a:pt x="98" y="28"/>
                  <a:pt x="97" y="29"/>
                  <a:pt x="97" y="31"/>
                </a:cubicBezTo>
                <a:cubicBezTo>
                  <a:pt x="97" y="61"/>
                  <a:pt x="97" y="61"/>
                  <a:pt x="97" y="61"/>
                </a:cubicBezTo>
                <a:cubicBezTo>
                  <a:pt x="49" y="61"/>
                  <a:pt x="49" y="61"/>
                  <a:pt x="49" y="61"/>
                </a:cubicBezTo>
                <a:cubicBezTo>
                  <a:pt x="49" y="31"/>
                  <a:pt x="49" y="31"/>
                  <a:pt x="49" y="31"/>
                </a:cubicBezTo>
                <a:cubicBezTo>
                  <a:pt x="49" y="29"/>
                  <a:pt x="48" y="28"/>
                  <a:pt x="47" y="26"/>
                </a:cubicBezTo>
                <a:cubicBezTo>
                  <a:pt x="46" y="25"/>
                  <a:pt x="44" y="25"/>
                  <a:pt x="43" y="25"/>
                </a:cubicBezTo>
                <a:cubicBezTo>
                  <a:pt x="30" y="25"/>
                  <a:pt x="30" y="25"/>
                  <a:pt x="30" y="25"/>
                </a:cubicBezTo>
                <a:cubicBezTo>
                  <a:pt x="29" y="25"/>
                  <a:pt x="27" y="25"/>
                  <a:pt x="26" y="26"/>
                </a:cubicBezTo>
                <a:cubicBezTo>
                  <a:pt x="25" y="28"/>
                  <a:pt x="24" y="29"/>
                  <a:pt x="24" y="31"/>
                </a:cubicBezTo>
                <a:cubicBezTo>
                  <a:pt x="24" y="115"/>
                  <a:pt x="24" y="115"/>
                  <a:pt x="24" y="115"/>
                </a:cubicBezTo>
                <a:cubicBezTo>
                  <a:pt x="24" y="117"/>
                  <a:pt x="25" y="118"/>
                  <a:pt x="26" y="120"/>
                </a:cubicBezTo>
                <a:cubicBezTo>
                  <a:pt x="27" y="121"/>
                  <a:pt x="29" y="121"/>
                  <a:pt x="30" y="121"/>
                </a:cubicBezTo>
                <a:cubicBezTo>
                  <a:pt x="43" y="121"/>
                  <a:pt x="43" y="121"/>
                  <a:pt x="43" y="121"/>
                </a:cubicBezTo>
                <a:cubicBezTo>
                  <a:pt x="44" y="121"/>
                  <a:pt x="46" y="121"/>
                  <a:pt x="47" y="120"/>
                </a:cubicBezTo>
                <a:cubicBezTo>
                  <a:pt x="48" y="118"/>
                  <a:pt x="49" y="117"/>
                  <a:pt x="49" y="115"/>
                </a:cubicBezTo>
                <a:cubicBezTo>
                  <a:pt x="49" y="85"/>
                  <a:pt x="49" y="85"/>
                  <a:pt x="49" y="85"/>
                </a:cubicBezTo>
                <a:cubicBezTo>
                  <a:pt x="97" y="85"/>
                  <a:pt x="97" y="85"/>
                  <a:pt x="97" y="85"/>
                </a:cubicBezTo>
                <a:cubicBezTo>
                  <a:pt x="97" y="115"/>
                  <a:pt x="97" y="115"/>
                  <a:pt x="97" y="115"/>
                </a:cubicBezTo>
                <a:cubicBezTo>
                  <a:pt x="97" y="117"/>
                  <a:pt x="98" y="118"/>
                  <a:pt x="99" y="120"/>
                </a:cubicBezTo>
                <a:cubicBezTo>
                  <a:pt x="100" y="121"/>
                  <a:pt x="101" y="121"/>
                  <a:pt x="103" y="121"/>
                </a:cubicBezTo>
                <a:cubicBezTo>
                  <a:pt x="115" y="121"/>
                  <a:pt x="115" y="121"/>
                  <a:pt x="115" y="121"/>
                </a:cubicBezTo>
                <a:cubicBezTo>
                  <a:pt x="117" y="121"/>
                  <a:pt x="118" y="121"/>
                  <a:pt x="119" y="120"/>
                </a:cubicBezTo>
                <a:cubicBezTo>
                  <a:pt x="121" y="118"/>
                  <a:pt x="121" y="117"/>
                  <a:pt x="121" y="115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28" name="Freeform 231"/>
          <p:cNvSpPr>
            <a:spLocks noEditPoints="1"/>
          </p:cNvSpPr>
          <p:nvPr/>
        </p:nvSpPr>
        <p:spPr bwMode="auto">
          <a:xfrm>
            <a:off x="9667212" y="3538136"/>
            <a:ext cx="207464" cy="209627"/>
          </a:xfrm>
          <a:custGeom>
            <a:avLst/>
            <a:gdLst>
              <a:gd name="T0" fmla="*/ 145 w 145"/>
              <a:gd name="T1" fmla="*/ 28 h 146"/>
              <a:gd name="T2" fmla="*/ 145 w 145"/>
              <a:gd name="T3" fmla="*/ 118 h 146"/>
              <a:gd name="T4" fmla="*/ 137 w 145"/>
              <a:gd name="T5" fmla="*/ 138 h 146"/>
              <a:gd name="T6" fmla="*/ 118 w 145"/>
              <a:gd name="T7" fmla="*/ 146 h 146"/>
              <a:gd name="T8" fmla="*/ 27 w 145"/>
              <a:gd name="T9" fmla="*/ 146 h 146"/>
              <a:gd name="T10" fmla="*/ 8 w 145"/>
              <a:gd name="T11" fmla="*/ 138 h 146"/>
              <a:gd name="T12" fmla="*/ 0 w 145"/>
              <a:gd name="T13" fmla="*/ 118 h 146"/>
              <a:gd name="T14" fmla="*/ 0 w 145"/>
              <a:gd name="T15" fmla="*/ 28 h 146"/>
              <a:gd name="T16" fmla="*/ 8 w 145"/>
              <a:gd name="T17" fmla="*/ 8 h 146"/>
              <a:gd name="T18" fmla="*/ 27 w 145"/>
              <a:gd name="T19" fmla="*/ 0 h 146"/>
              <a:gd name="T20" fmla="*/ 118 w 145"/>
              <a:gd name="T21" fmla="*/ 0 h 146"/>
              <a:gd name="T22" fmla="*/ 137 w 145"/>
              <a:gd name="T23" fmla="*/ 8 h 146"/>
              <a:gd name="T24" fmla="*/ 145 w 145"/>
              <a:gd name="T25" fmla="*/ 28 h 146"/>
              <a:gd name="T26" fmla="*/ 121 w 145"/>
              <a:gd name="T27" fmla="*/ 79 h 146"/>
              <a:gd name="T28" fmla="*/ 121 w 145"/>
              <a:gd name="T29" fmla="*/ 67 h 146"/>
              <a:gd name="T30" fmla="*/ 119 w 145"/>
              <a:gd name="T31" fmla="*/ 63 h 146"/>
              <a:gd name="T32" fmla="*/ 115 w 145"/>
              <a:gd name="T33" fmla="*/ 61 h 146"/>
              <a:gd name="T34" fmla="*/ 85 w 145"/>
              <a:gd name="T35" fmla="*/ 61 h 146"/>
              <a:gd name="T36" fmla="*/ 85 w 145"/>
              <a:gd name="T37" fmla="*/ 31 h 146"/>
              <a:gd name="T38" fmla="*/ 83 w 145"/>
              <a:gd name="T39" fmla="*/ 26 h 146"/>
              <a:gd name="T40" fmla="*/ 79 w 145"/>
              <a:gd name="T41" fmla="*/ 25 h 146"/>
              <a:gd name="T42" fmla="*/ 67 w 145"/>
              <a:gd name="T43" fmla="*/ 25 h 146"/>
              <a:gd name="T44" fmla="*/ 62 w 145"/>
              <a:gd name="T45" fmla="*/ 26 h 146"/>
              <a:gd name="T46" fmla="*/ 61 w 145"/>
              <a:gd name="T47" fmla="*/ 31 h 146"/>
              <a:gd name="T48" fmla="*/ 61 w 145"/>
              <a:gd name="T49" fmla="*/ 61 h 146"/>
              <a:gd name="T50" fmla="*/ 30 w 145"/>
              <a:gd name="T51" fmla="*/ 61 h 146"/>
              <a:gd name="T52" fmla="*/ 26 w 145"/>
              <a:gd name="T53" fmla="*/ 63 h 146"/>
              <a:gd name="T54" fmla="*/ 24 w 145"/>
              <a:gd name="T55" fmla="*/ 67 h 146"/>
              <a:gd name="T56" fmla="*/ 24 w 145"/>
              <a:gd name="T57" fmla="*/ 79 h 146"/>
              <a:gd name="T58" fmla="*/ 26 w 145"/>
              <a:gd name="T59" fmla="*/ 83 h 146"/>
              <a:gd name="T60" fmla="*/ 30 w 145"/>
              <a:gd name="T61" fmla="*/ 85 h 146"/>
              <a:gd name="T62" fmla="*/ 61 w 145"/>
              <a:gd name="T63" fmla="*/ 85 h 146"/>
              <a:gd name="T64" fmla="*/ 61 w 145"/>
              <a:gd name="T65" fmla="*/ 115 h 146"/>
              <a:gd name="T66" fmla="*/ 62 w 145"/>
              <a:gd name="T67" fmla="*/ 120 h 146"/>
              <a:gd name="T68" fmla="*/ 67 w 145"/>
              <a:gd name="T69" fmla="*/ 121 h 146"/>
              <a:gd name="T70" fmla="*/ 79 w 145"/>
              <a:gd name="T71" fmla="*/ 121 h 146"/>
              <a:gd name="T72" fmla="*/ 83 w 145"/>
              <a:gd name="T73" fmla="*/ 120 h 146"/>
              <a:gd name="T74" fmla="*/ 85 w 145"/>
              <a:gd name="T75" fmla="*/ 115 h 146"/>
              <a:gd name="T76" fmla="*/ 85 w 145"/>
              <a:gd name="T77" fmla="*/ 85 h 146"/>
              <a:gd name="T78" fmla="*/ 115 w 145"/>
              <a:gd name="T79" fmla="*/ 85 h 146"/>
              <a:gd name="T80" fmla="*/ 119 w 145"/>
              <a:gd name="T81" fmla="*/ 83 h 146"/>
              <a:gd name="T82" fmla="*/ 121 w 145"/>
              <a:gd name="T83" fmla="*/ 79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45" h="146">
                <a:moveTo>
                  <a:pt x="145" y="28"/>
                </a:moveTo>
                <a:cubicBezTo>
                  <a:pt x="145" y="118"/>
                  <a:pt x="145" y="118"/>
                  <a:pt x="145" y="118"/>
                </a:cubicBezTo>
                <a:cubicBezTo>
                  <a:pt x="145" y="126"/>
                  <a:pt x="143" y="132"/>
                  <a:pt x="137" y="138"/>
                </a:cubicBezTo>
                <a:cubicBezTo>
                  <a:pt x="132" y="143"/>
                  <a:pt x="126" y="146"/>
                  <a:pt x="118" y="146"/>
                </a:cubicBezTo>
                <a:cubicBezTo>
                  <a:pt x="27" y="146"/>
                  <a:pt x="27" y="146"/>
                  <a:pt x="27" y="146"/>
                </a:cubicBezTo>
                <a:cubicBezTo>
                  <a:pt x="20" y="146"/>
                  <a:pt x="13" y="143"/>
                  <a:pt x="8" y="138"/>
                </a:cubicBezTo>
                <a:cubicBezTo>
                  <a:pt x="3" y="132"/>
                  <a:pt x="0" y="126"/>
                  <a:pt x="0" y="118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0"/>
                  <a:pt x="3" y="14"/>
                  <a:pt x="8" y="8"/>
                </a:cubicBezTo>
                <a:cubicBezTo>
                  <a:pt x="13" y="3"/>
                  <a:pt x="20" y="0"/>
                  <a:pt x="27" y="0"/>
                </a:cubicBezTo>
                <a:cubicBezTo>
                  <a:pt x="118" y="0"/>
                  <a:pt x="118" y="0"/>
                  <a:pt x="118" y="0"/>
                </a:cubicBezTo>
                <a:cubicBezTo>
                  <a:pt x="126" y="0"/>
                  <a:pt x="132" y="3"/>
                  <a:pt x="137" y="8"/>
                </a:cubicBezTo>
                <a:cubicBezTo>
                  <a:pt x="143" y="14"/>
                  <a:pt x="145" y="20"/>
                  <a:pt x="145" y="28"/>
                </a:cubicBezTo>
                <a:close/>
                <a:moveTo>
                  <a:pt x="121" y="79"/>
                </a:moveTo>
                <a:cubicBezTo>
                  <a:pt x="121" y="67"/>
                  <a:pt x="121" y="67"/>
                  <a:pt x="121" y="67"/>
                </a:cubicBezTo>
                <a:cubicBezTo>
                  <a:pt x="121" y="65"/>
                  <a:pt x="121" y="64"/>
                  <a:pt x="119" y="63"/>
                </a:cubicBezTo>
                <a:cubicBezTo>
                  <a:pt x="118" y="61"/>
                  <a:pt x="117" y="61"/>
                  <a:pt x="115" y="61"/>
                </a:cubicBezTo>
                <a:cubicBezTo>
                  <a:pt x="85" y="61"/>
                  <a:pt x="85" y="61"/>
                  <a:pt x="85" y="61"/>
                </a:cubicBezTo>
                <a:cubicBezTo>
                  <a:pt x="85" y="31"/>
                  <a:pt x="85" y="31"/>
                  <a:pt x="85" y="31"/>
                </a:cubicBezTo>
                <a:cubicBezTo>
                  <a:pt x="85" y="29"/>
                  <a:pt x="84" y="28"/>
                  <a:pt x="83" y="26"/>
                </a:cubicBezTo>
                <a:cubicBezTo>
                  <a:pt x="82" y="25"/>
                  <a:pt x="80" y="25"/>
                  <a:pt x="79" y="25"/>
                </a:cubicBezTo>
                <a:cubicBezTo>
                  <a:pt x="67" y="25"/>
                  <a:pt x="67" y="25"/>
                  <a:pt x="67" y="25"/>
                </a:cubicBezTo>
                <a:cubicBezTo>
                  <a:pt x="65" y="25"/>
                  <a:pt x="64" y="25"/>
                  <a:pt x="62" y="26"/>
                </a:cubicBezTo>
                <a:cubicBezTo>
                  <a:pt x="61" y="28"/>
                  <a:pt x="61" y="29"/>
                  <a:pt x="61" y="31"/>
                </a:cubicBezTo>
                <a:cubicBezTo>
                  <a:pt x="61" y="61"/>
                  <a:pt x="61" y="61"/>
                  <a:pt x="61" y="61"/>
                </a:cubicBezTo>
                <a:cubicBezTo>
                  <a:pt x="30" y="61"/>
                  <a:pt x="30" y="61"/>
                  <a:pt x="30" y="61"/>
                </a:cubicBezTo>
                <a:cubicBezTo>
                  <a:pt x="29" y="61"/>
                  <a:pt x="27" y="61"/>
                  <a:pt x="26" y="63"/>
                </a:cubicBezTo>
                <a:cubicBezTo>
                  <a:pt x="25" y="64"/>
                  <a:pt x="24" y="65"/>
                  <a:pt x="24" y="67"/>
                </a:cubicBezTo>
                <a:cubicBezTo>
                  <a:pt x="24" y="79"/>
                  <a:pt x="24" y="79"/>
                  <a:pt x="24" y="79"/>
                </a:cubicBezTo>
                <a:cubicBezTo>
                  <a:pt x="24" y="81"/>
                  <a:pt x="25" y="82"/>
                  <a:pt x="26" y="83"/>
                </a:cubicBezTo>
                <a:cubicBezTo>
                  <a:pt x="27" y="84"/>
                  <a:pt x="29" y="85"/>
                  <a:pt x="30" y="85"/>
                </a:cubicBezTo>
                <a:cubicBezTo>
                  <a:pt x="61" y="85"/>
                  <a:pt x="61" y="85"/>
                  <a:pt x="61" y="85"/>
                </a:cubicBezTo>
                <a:cubicBezTo>
                  <a:pt x="61" y="115"/>
                  <a:pt x="61" y="115"/>
                  <a:pt x="61" y="115"/>
                </a:cubicBezTo>
                <a:cubicBezTo>
                  <a:pt x="61" y="117"/>
                  <a:pt x="61" y="118"/>
                  <a:pt x="62" y="120"/>
                </a:cubicBezTo>
                <a:cubicBezTo>
                  <a:pt x="64" y="121"/>
                  <a:pt x="65" y="121"/>
                  <a:pt x="67" y="121"/>
                </a:cubicBezTo>
                <a:cubicBezTo>
                  <a:pt x="79" y="121"/>
                  <a:pt x="79" y="121"/>
                  <a:pt x="79" y="121"/>
                </a:cubicBezTo>
                <a:cubicBezTo>
                  <a:pt x="80" y="121"/>
                  <a:pt x="82" y="121"/>
                  <a:pt x="83" y="120"/>
                </a:cubicBezTo>
                <a:cubicBezTo>
                  <a:pt x="84" y="118"/>
                  <a:pt x="85" y="117"/>
                  <a:pt x="85" y="115"/>
                </a:cubicBezTo>
                <a:cubicBezTo>
                  <a:pt x="85" y="85"/>
                  <a:pt x="85" y="85"/>
                  <a:pt x="85" y="85"/>
                </a:cubicBezTo>
                <a:cubicBezTo>
                  <a:pt x="115" y="85"/>
                  <a:pt x="115" y="85"/>
                  <a:pt x="115" y="85"/>
                </a:cubicBezTo>
                <a:cubicBezTo>
                  <a:pt x="117" y="85"/>
                  <a:pt x="118" y="84"/>
                  <a:pt x="119" y="83"/>
                </a:cubicBezTo>
                <a:cubicBezTo>
                  <a:pt x="121" y="82"/>
                  <a:pt x="121" y="81"/>
                  <a:pt x="121" y="7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29" name="Freeform 232"/>
          <p:cNvSpPr>
            <a:spLocks noEditPoints="1"/>
          </p:cNvSpPr>
          <p:nvPr/>
        </p:nvSpPr>
        <p:spPr bwMode="auto">
          <a:xfrm>
            <a:off x="9943832" y="3583518"/>
            <a:ext cx="131827" cy="136151"/>
          </a:xfrm>
          <a:custGeom>
            <a:avLst/>
            <a:gdLst>
              <a:gd name="T0" fmla="*/ 55 w 92"/>
              <a:gd name="T1" fmla="*/ 86 h 94"/>
              <a:gd name="T2" fmla="*/ 54 w 92"/>
              <a:gd name="T3" fmla="*/ 88 h 94"/>
              <a:gd name="T4" fmla="*/ 50 w 92"/>
              <a:gd name="T5" fmla="*/ 93 h 94"/>
              <a:gd name="T6" fmla="*/ 48 w 92"/>
              <a:gd name="T7" fmla="*/ 94 h 94"/>
              <a:gd name="T8" fmla="*/ 45 w 92"/>
              <a:gd name="T9" fmla="*/ 93 h 94"/>
              <a:gd name="T10" fmla="*/ 1 w 92"/>
              <a:gd name="T11" fmla="*/ 49 h 94"/>
              <a:gd name="T12" fmla="*/ 0 w 92"/>
              <a:gd name="T13" fmla="*/ 47 h 94"/>
              <a:gd name="T14" fmla="*/ 1 w 92"/>
              <a:gd name="T15" fmla="*/ 45 h 94"/>
              <a:gd name="T16" fmla="*/ 45 w 92"/>
              <a:gd name="T17" fmla="*/ 1 h 94"/>
              <a:gd name="T18" fmla="*/ 48 w 92"/>
              <a:gd name="T19" fmla="*/ 0 h 94"/>
              <a:gd name="T20" fmla="*/ 50 w 92"/>
              <a:gd name="T21" fmla="*/ 1 h 94"/>
              <a:gd name="T22" fmla="*/ 54 w 92"/>
              <a:gd name="T23" fmla="*/ 5 h 94"/>
              <a:gd name="T24" fmla="*/ 55 w 92"/>
              <a:gd name="T25" fmla="*/ 8 h 94"/>
              <a:gd name="T26" fmla="*/ 54 w 92"/>
              <a:gd name="T27" fmla="*/ 10 h 94"/>
              <a:gd name="T28" fmla="*/ 17 w 92"/>
              <a:gd name="T29" fmla="*/ 47 h 94"/>
              <a:gd name="T30" fmla="*/ 54 w 92"/>
              <a:gd name="T31" fmla="*/ 84 h 94"/>
              <a:gd name="T32" fmla="*/ 55 w 92"/>
              <a:gd name="T33" fmla="*/ 86 h 94"/>
              <a:gd name="T34" fmla="*/ 92 w 92"/>
              <a:gd name="T35" fmla="*/ 86 h 94"/>
              <a:gd name="T36" fmla="*/ 91 w 92"/>
              <a:gd name="T37" fmla="*/ 88 h 94"/>
              <a:gd name="T38" fmla="*/ 86 w 92"/>
              <a:gd name="T39" fmla="*/ 93 h 94"/>
              <a:gd name="T40" fmla="*/ 84 w 92"/>
              <a:gd name="T41" fmla="*/ 94 h 94"/>
              <a:gd name="T42" fmla="*/ 82 w 92"/>
              <a:gd name="T43" fmla="*/ 93 h 94"/>
              <a:gd name="T44" fmla="*/ 38 w 92"/>
              <a:gd name="T45" fmla="*/ 49 h 94"/>
              <a:gd name="T46" fmla="*/ 37 w 92"/>
              <a:gd name="T47" fmla="*/ 47 h 94"/>
              <a:gd name="T48" fmla="*/ 38 w 92"/>
              <a:gd name="T49" fmla="*/ 45 h 94"/>
              <a:gd name="T50" fmla="*/ 82 w 92"/>
              <a:gd name="T51" fmla="*/ 1 h 94"/>
              <a:gd name="T52" fmla="*/ 84 w 92"/>
              <a:gd name="T53" fmla="*/ 0 h 94"/>
              <a:gd name="T54" fmla="*/ 86 w 92"/>
              <a:gd name="T55" fmla="*/ 1 h 94"/>
              <a:gd name="T56" fmla="*/ 91 w 92"/>
              <a:gd name="T57" fmla="*/ 5 h 94"/>
              <a:gd name="T58" fmla="*/ 92 w 92"/>
              <a:gd name="T59" fmla="*/ 8 h 94"/>
              <a:gd name="T60" fmla="*/ 91 w 92"/>
              <a:gd name="T61" fmla="*/ 10 h 94"/>
              <a:gd name="T62" fmla="*/ 54 w 92"/>
              <a:gd name="T63" fmla="*/ 47 h 94"/>
              <a:gd name="T64" fmla="*/ 91 w 92"/>
              <a:gd name="T65" fmla="*/ 84 h 94"/>
              <a:gd name="T66" fmla="*/ 92 w 92"/>
              <a:gd name="T67" fmla="*/ 86 h 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92" h="94">
                <a:moveTo>
                  <a:pt x="55" y="86"/>
                </a:moveTo>
                <a:cubicBezTo>
                  <a:pt x="55" y="87"/>
                  <a:pt x="55" y="88"/>
                  <a:pt x="54" y="88"/>
                </a:cubicBezTo>
                <a:cubicBezTo>
                  <a:pt x="50" y="93"/>
                  <a:pt x="50" y="93"/>
                  <a:pt x="50" y="93"/>
                </a:cubicBezTo>
                <a:cubicBezTo>
                  <a:pt x="49" y="94"/>
                  <a:pt x="48" y="94"/>
                  <a:pt x="48" y="94"/>
                </a:cubicBezTo>
                <a:cubicBezTo>
                  <a:pt x="47" y="94"/>
                  <a:pt x="46" y="94"/>
                  <a:pt x="45" y="93"/>
                </a:cubicBezTo>
                <a:cubicBezTo>
                  <a:pt x="1" y="49"/>
                  <a:pt x="1" y="49"/>
                  <a:pt x="1" y="49"/>
                </a:cubicBezTo>
                <a:cubicBezTo>
                  <a:pt x="1" y="49"/>
                  <a:pt x="0" y="48"/>
                  <a:pt x="0" y="47"/>
                </a:cubicBezTo>
                <a:cubicBezTo>
                  <a:pt x="0" y="46"/>
                  <a:pt x="1" y="45"/>
                  <a:pt x="1" y="45"/>
                </a:cubicBezTo>
                <a:cubicBezTo>
                  <a:pt x="45" y="1"/>
                  <a:pt x="45" y="1"/>
                  <a:pt x="45" y="1"/>
                </a:cubicBezTo>
                <a:cubicBezTo>
                  <a:pt x="46" y="0"/>
                  <a:pt x="47" y="0"/>
                  <a:pt x="48" y="0"/>
                </a:cubicBezTo>
                <a:cubicBezTo>
                  <a:pt x="48" y="0"/>
                  <a:pt x="49" y="0"/>
                  <a:pt x="50" y="1"/>
                </a:cubicBezTo>
                <a:cubicBezTo>
                  <a:pt x="54" y="5"/>
                  <a:pt x="54" y="5"/>
                  <a:pt x="54" y="5"/>
                </a:cubicBezTo>
                <a:cubicBezTo>
                  <a:pt x="55" y="6"/>
                  <a:pt x="55" y="7"/>
                  <a:pt x="55" y="8"/>
                </a:cubicBezTo>
                <a:cubicBezTo>
                  <a:pt x="55" y="8"/>
                  <a:pt x="55" y="9"/>
                  <a:pt x="54" y="10"/>
                </a:cubicBezTo>
                <a:cubicBezTo>
                  <a:pt x="17" y="47"/>
                  <a:pt x="17" y="47"/>
                  <a:pt x="17" y="47"/>
                </a:cubicBezTo>
                <a:cubicBezTo>
                  <a:pt x="54" y="84"/>
                  <a:pt x="54" y="84"/>
                  <a:pt x="54" y="84"/>
                </a:cubicBezTo>
                <a:cubicBezTo>
                  <a:pt x="55" y="85"/>
                  <a:pt x="55" y="85"/>
                  <a:pt x="55" y="86"/>
                </a:cubicBezTo>
                <a:close/>
                <a:moveTo>
                  <a:pt x="92" y="86"/>
                </a:moveTo>
                <a:cubicBezTo>
                  <a:pt x="92" y="87"/>
                  <a:pt x="91" y="88"/>
                  <a:pt x="91" y="88"/>
                </a:cubicBezTo>
                <a:cubicBezTo>
                  <a:pt x="86" y="93"/>
                  <a:pt x="86" y="93"/>
                  <a:pt x="86" y="93"/>
                </a:cubicBezTo>
                <a:cubicBezTo>
                  <a:pt x="85" y="94"/>
                  <a:pt x="85" y="94"/>
                  <a:pt x="84" y="94"/>
                </a:cubicBezTo>
                <a:cubicBezTo>
                  <a:pt x="83" y="94"/>
                  <a:pt x="82" y="94"/>
                  <a:pt x="82" y="93"/>
                </a:cubicBezTo>
                <a:cubicBezTo>
                  <a:pt x="38" y="49"/>
                  <a:pt x="38" y="49"/>
                  <a:pt x="38" y="49"/>
                </a:cubicBezTo>
                <a:cubicBezTo>
                  <a:pt x="37" y="49"/>
                  <a:pt x="37" y="48"/>
                  <a:pt x="37" y="47"/>
                </a:cubicBezTo>
                <a:cubicBezTo>
                  <a:pt x="37" y="46"/>
                  <a:pt x="37" y="45"/>
                  <a:pt x="38" y="45"/>
                </a:cubicBezTo>
                <a:cubicBezTo>
                  <a:pt x="82" y="1"/>
                  <a:pt x="82" y="1"/>
                  <a:pt x="82" y="1"/>
                </a:cubicBezTo>
                <a:cubicBezTo>
                  <a:pt x="82" y="0"/>
                  <a:pt x="83" y="0"/>
                  <a:pt x="84" y="0"/>
                </a:cubicBezTo>
                <a:cubicBezTo>
                  <a:pt x="85" y="0"/>
                  <a:pt x="85" y="0"/>
                  <a:pt x="86" y="1"/>
                </a:cubicBezTo>
                <a:cubicBezTo>
                  <a:pt x="91" y="5"/>
                  <a:pt x="91" y="5"/>
                  <a:pt x="91" y="5"/>
                </a:cubicBezTo>
                <a:cubicBezTo>
                  <a:pt x="91" y="6"/>
                  <a:pt x="92" y="7"/>
                  <a:pt x="92" y="8"/>
                </a:cubicBezTo>
                <a:cubicBezTo>
                  <a:pt x="92" y="8"/>
                  <a:pt x="91" y="9"/>
                  <a:pt x="91" y="10"/>
                </a:cubicBezTo>
                <a:cubicBezTo>
                  <a:pt x="54" y="47"/>
                  <a:pt x="54" y="47"/>
                  <a:pt x="54" y="47"/>
                </a:cubicBezTo>
                <a:cubicBezTo>
                  <a:pt x="91" y="84"/>
                  <a:pt x="91" y="84"/>
                  <a:pt x="91" y="84"/>
                </a:cubicBezTo>
                <a:cubicBezTo>
                  <a:pt x="91" y="85"/>
                  <a:pt x="92" y="85"/>
                  <a:pt x="92" y="86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30" name="Freeform 233"/>
          <p:cNvSpPr>
            <a:spLocks noEditPoints="1"/>
          </p:cNvSpPr>
          <p:nvPr/>
        </p:nvSpPr>
        <p:spPr bwMode="auto">
          <a:xfrm>
            <a:off x="10142652" y="3583518"/>
            <a:ext cx="131827" cy="136151"/>
          </a:xfrm>
          <a:custGeom>
            <a:avLst/>
            <a:gdLst>
              <a:gd name="T0" fmla="*/ 55 w 91"/>
              <a:gd name="T1" fmla="*/ 47 h 94"/>
              <a:gd name="T2" fmla="*/ 54 w 91"/>
              <a:gd name="T3" fmla="*/ 49 h 94"/>
              <a:gd name="T4" fmla="*/ 10 w 91"/>
              <a:gd name="T5" fmla="*/ 93 h 94"/>
              <a:gd name="T6" fmla="*/ 8 w 91"/>
              <a:gd name="T7" fmla="*/ 94 h 94"/>
              <a:gd name="T8" fmla="*/ 6 w 91"/>
              <a:gd name="T9" fmla="*/ 93 h 94"/>
              <a:gd name="T10" fmla="*/ 1 w 91"/>
              <a:gd name="T11" fmla="*/ 88 h 94"/>
              <a:gd name="T12" fmla="*/ 0 w 91"/>
              <a:gd name="T13" fmla="*/ 86 h 94"/>
              <a:gd name="T14" fmla="*/ 1 w 91"/>
              <a:gd name="T15" fmla="*/ 84 h 94"/>
              <a:gd name="T16" fmla="*/ 38 w 91"/>
              <a:gd name="T17" fmla="*/ 47 h 94"/>
              <a:gd name="T18" fmla="*/ 1 w 91"/>
              <a:gd name="T19" fmla="*/ 10 h 94"/>
              <a:gd name="T20" fmla="*/ 0 w 91"/>
              <a:gd name="T21" fmla="*/ 8 h 94"/>
              <a:gd name="T22" fmla="*/ 1 w 91"/>
              <a:gd name="T23" fmla="*/ 5 h 94"/>
              <a:gd name="T24" fmla="*/ 6 w 91"/>
              <a:gd name="T25" fmla="*/ 1 h 94"/>
              <a:gd name="T26" fmla="*/ 8 w 91"/>
              <a:gd name="T27" fmla="*/ 0 h 94"/>
              <a:gd name="T28" fmla="*/ 10 w 91"/>
              <a:gd name="T29" fmla="*/ 1 h 94"/>
              <a:gd name="T30" fmla="*/ 54 w 91"/>
              <a:gd name="T31" fmla="*/ 45 h 94"/>
              <a:gd name="T32" fmla="*/ 55 w 91"/>
              <a:gd name="T33" fmla="*/ 47 h 94"/>
              <a:gd name="T34" fmla="*/ 91 w 91"/>
              <a:gd name="T35" fmla="*/ 47 h 94"/>
              <a:gd name="T36" fmla="*/ 90 w 91"/>
              <a:gd name="T37" fmla="*/ 49 h 94"/>
              <a:gd name="T38" fmla="*/ 46 w 91"/>
              <a:gd name="T39" fmla="*/ 93 h 94"/>
              <a:gd name="T40" fmla="*/ 44 w 91"/>
              <a:gd name="T41" fmla="*/ 94 h 94"/>
              <a:gd name="T42" fmla="*/ 42 w 91"/>
              <a:gd name="T43" fmla="*/ 93 h 94"/>
              <a:gd name="T44" fmla="*/ 37 w 91"/>
              <a:gd name="T45" fmla="*/ 88 h 94"/>
              <a:gd name="T46" fmla="*/ 36 w 91"/>
              <a:gd name="T47" fmla="*/ 86 h 94"/>
              <a:gd name="T48" fmla="*/ 37 w 91"/>
              <a:gd name="T49" fmla="*/ 84 h 94"/>
              <a:gd name="T50" fmla="*/ 74 w 91"/>
              <a:gd name="T51" fmla="*/ 47 h 94"/>
              <a:gd name="T52" fmla="*/ 37 w 91"/>
              <a:gd name="T53" fmla="*/ 10 h 94"/>
              <a:gd name="T54" fmla="*/ 36 w 91"/>
              <a:gd name="T55" fmla="*/ 8 h 94"/>
              <a:gd name="T56" fmla="*/ 37 w 91"/>
              <a:gd name="T57" fmla="*/ 5 h 94"/>
              <a:gd name="T58" fmla="*/ 42 w 91"/>
              <a:gd name="T59" fmla="*/ 1 h 94"/>
              <a:gd name="T60" fmla="*/ 44 w 91"/>
              <a:gd name="T61" fmla="*/ 0 h 94"/>
              <a:gd name="T62" fmla="*/ 46 w 91"/>
              <a:gd name="T63" fmla="*/ 1 h 94"/>
              <a:gd name="T64" fmla="*/ 90 w 91"/>
              <a:gd name="T65" fmla="*/ 45 h 94"/>
              <a:gd name="T66" fmla="*/ 91 w 91"/>
              <a:gd name="T67" fmla="*/ 47 h 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91" h="94">
                <a:moveTo>
                  <a:pt x="55" y="47"/>
                </a:moveTo>
                <a:cubicBezTo>
                  <a:pt x="55" y="48"/>
                  <a:pt x="55" y="49"/>
                  <a:pt x="54" y="49"/>
                </a:cubicBezTo>
                <a:cubicBezTo>
                  <a:pt x="10" y="93"/>
                  <a:pt x="10" y="93"/>
                  <a:pt x="10" y="93"/>
                </a:cubicBezTo>
                <a:cubicBezTo>
                  <a:pt x="9" y="94"/>
                  <a:pt x="9" y="94"/>
                  <a:pt x="8" y="94"/>
                </a:cubicBezTo>
                <a:cubicBezTo>
                  <a:pt x="7" y="94"/>
                  <a:pt x="6" y="94"/>
                  <a:pt x="6" y="93"/>
                </a:cubicBezTo>
                <a:cubicBezTo>
                  <a:pt x="1" y="88"/>
                  <a:pt x="1" y="88"/>
                  <a:pt x="1" y="88"/>
                </a:cubicBezTo>
                <a:cubicBezTo>
                  <a:pt x="0" y="88"/>
                  <a:pt x="0" y="87"/>
                  <a:pt x="0" y="86"/>
                </a:cubicBezTo>
                <a:cubicBezTo>
                  <a:pt x="0" y="85"/>
                  <a:pt x="0" y="85"/>
                  <a:pt x="1" y="84"/>
                </a:cubicBezTo>
                <a:cubicBezTo>
                  <a:pt x="38" y="47"/>
                  <a:pt x="38" y="47"/>
                  <a:pt x="38" y="47"/>
                </a:cubicBezTo>
                <a:cubicBezTo>
                  <a:pt x="1" y="10"/>
                  <a:pt x="1" y="10"/>
                  <a:pt x="1" y="10"/>
                </a:cubicBezTo>
                <a:cubicBezTo>
                  <a:pt x="0" y="9"/>
                  <a:pt x="0" y="8"/>
                  <a:pt x="0" y="8"/>
                </a:cubicBezTo>
                <a:cubicBezTo>
                  <a:pt x="0" y="7"/>
                  <a:pt x="0" y="6"/>
                  <a:pt x="1" y="5"/>
                </a:cubicBezTo>
                <a:cubicBezTo>
                  <a:pt x="6" y="1"/>
                  <a:pt x="6" y="1"/>
                  <a:pt x="6" y="1"/>
                </a:cubicBezTo>
                <a:cubicBezTo>
                  <a:pt x="6" y="0"/>
                  <a:pt x="7" y="0"/>
                  <a:pt x="8" y="0"/>
                </a:cubicBezTo>
                <a:cubicBezTo>
                  <a:pt x="9" y="0"/>
                  <a:pt x="9" y="0"/>
                  <a:pt x="10" y="1"/>
                </a:cubicBezTo>
                <a:cubicBezTo>
                  <a:pt x="54" y="45"/>
                  <a:pt x="54" y="45"/>
                  <a:pt x="54" y="45"/>
                </a:cubicBezTo>
                <a:cubicBezTo>
                  <a:pt x="55" y="45"/>
                  <a:pt x="55" y="46"/>
                  <a:pt x="55" y="47"/>
                </a:cubicBezTo>
                <a:close/>
                <a:moveTo>
                  <a:pt x="91" y="47"/>
                </a:moveTo>
                <a:cubicBezTo>
                  <a:pt x="91" y="48"/>
                  <a:pt x="91" y="49"/>
                  <a:pt x="90" y="49"/>
                </a:cubicBezTo>
                <a:cubicBezTo>
                  <a:pt x="46" y="93"/>
                  <a:pt x="46" y="93"/>
                  <a:pt x="46" y="93"/>
                </a:cubicBezTo>
                <a:cubicBezTo>
                  <a:pt x="46" y="94"/>
                  <a:pt x="45" y="94"/>
                  <a:pt x="44" y="94"/>
                </a:cubicBezTo>
                <a:cubicBezTo>
                  <a:pt x="43" y="94"/>
                  <a:pt x="42" y="94"/>
                  <a:pt x="42" y="93"/>
                </a:cubicBezTo>
                <a:cubicBezTo>
                  <a:pt x="37" y="88"/>
                  <a:pt x="37" y="88"/>
                  <a:pt x="37" y="88"/>
                </a:cubicBezTo>
                <a:cubicBezTo>
                  <a:pt x="36" y="88"/>
                  <a:pt x="36" y="87"/>
                  <a:pt x="36" y="86"/>
                </a:cubicBezTo>
                <a:cubicBezTo>
                  <a:pt x="36" y="85"/>
                  <a:pt x="36" y="85"/>
                  <a:pt x="37" y="84"/>
                </a:cubicBezTo>
                <a:cubicBezTo>
                  <a:pt x="74" y="47"/>
                  <a:pt x="74" y="47"/>
                  <a:pt x="74" y="47"/>
                </a:cubicBezTo>
                <a:cubicBezTo>
                  <a:pt x="37" y="10"/>
                  <a:pt x="37" y="10"/>
                  <a:pt x="37" y="10"/>
                </a:cubicBezTo>
                <a:cubicBezTo>
                  <a:pt x="36" y="9"/>
                  <a:pt x="36" y="8"/>
                  <a:pt x="36" y="8"/>
                </a:cubicBezTo>
                <a:cubicBezTo>
                  <a:pt x="36" y="7"/>
                  <a:pt x="36" y="6"/>
                  <a:pt x="37" y="5"/>
                </a:cubicBezTo>
                <a:cubicBezTo>
                  <a:pt x="42" y="1"/>
                  <a:pt x="42" y="1"/>
                  <a:pt x="42" y="1"/>
                </a:cubicBezTo>
                <a:cubicBezTo>
                  <a:pt x="42" y="0"/>
                  <a:pt x="43" y="0"/>
                  <a:pt x="44" y="0"/>
                </a:cubicBezTo>
                <a:cubicBezTo>
                  <a:pt x="45" y="0"/>
                  <a:pt x="46" y="0"/>
                  <a:pt x="46" y="1"/>
                </a:cubicBezTo>
                <a:cubicBezTo>
                  <a:pt x="90" y="45"/>
                  <a:pt x="90" y="45"/>
                  <a:pt x="90" y="45"/>
                </a:cubicBezTo>
                <a:cubicBezTo>
                  <a:pt x="91" y="45"/>
                  <a:pt x="91" y="46"/>
                  <a:pt x="91" y="4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31" name="Freeform 234"/>
          <p:cNvSpPr>
            <a:spLocks noEditPoints="1"/>
          </p:cNvSpPr>
          <p:nvPr/>
        </p:nvSpPr>
        <p:spPr bwMode="auto">
          <a:xfrm>
            <a:off x="10354441" y="3581358"/>
            <a:ext cx="136151" cy="129665"/>
          </a:xfrm>
          <a:custGeom>
            <a:avLst/>
            <a:gdLst>
              <a:gd name="T0" fmla="*/ 95 w 95"/>
              <a:gd name="T1" fmla="*/ 47 h 91"/>
              <a:gd name="T2" fmla="*/ 94 w 95"/>
              <a:gd name="T3" fmla="*/ 49 h 91"/>
              <a:gd name="T4" fmla="*/ 89 w 95"/>
              <a:gd name="T5" fmla="*/ 54 h 91"/>
              <a:gd name="T6" fmla="*/ 87 w 95"/>
              <a:gd name="T7" fmla="*/ 55 h 91"/>
              <a:gd name="T8" fmla="*/ 85 w 95"/>
              <a:gd name="T9" fmla="*/ 54 h 91"/>
              <a:gd name="T10" fmla="*/ 48 w 95"/>
              <a:gd name="T11" fmla="*/ 17 h 91"/>
              <a:gd name="T12" fmla="*/ 10 w 95"/>
              <a:gd name="T13" fmla="*/ 54 h 91"/>
              <a:gd name="T14" fmla="*/ 8 w 95"/>
              <a:gd name="T15" fmla="*/ 55 h 91"/>
              <a:gd name="T16" fmla="*/ 6 w 95"/>
              <a:gd name="T17" fmla="*/ 54 h 91"/>
              <a:gd name="T18" fmla="*/ 1 w 95"/>
              <a:gd name="T19" fmla="*/ 49 h 91"/>
              <a:gd name="T20" fmla="*/ 0 w 95"/>
              <a:gd name="T21" fmla="*/ 47 h 91"/>
              <a:gd name="T22" fmla="*/ 1 w 95"/>
              <a:gd name="T23" fmla="*/ 45 h 91"/>
              <a:gd name="T24" fmla="*/ 45 w 95"/>
              <a:gd name="T25" fmla="*/ 1 h 91"/>
              <a:gd name="T26" fmla="*/ 48 w 95"/>
              <a:gd name="T27" fmla="*/ 0 h 91"/>
              <a:gd name="T28" fmla="*/ 50 w 95"/>
              <a:gd name="T29" fmla="*/ 1 h 91"/>
              <a:gd name="T30" fmla="*/ 94 w 95"/>
              <a:gd name="T31" fmla="*/ 45 h 91"/>
              <a:gd name="T32" fmla="*/ 95 w 95"/>
              <a:gd name="T33" fmla="*/ 47 h 91"/>
              <a:gd name="T34" fmla="*/ 95 w 95"/>
              <a:gd name="T35" fmla="*/ 83 h 91"/>
              <a:gd name="T36" fmla="*/ 94 w 95"/>
              <a:gd name="T37" fmla="*/ 85 h 91"/>
              <a:gd name="T38" fmla="*/ 89 w 95"/>
              <a:gd name="T39" fmla="*/ 90 h 91"/>
              <a:gd name="T40" fmla="*/ 87 w 95"/>
              <a:gd name="T41" fmla="*/ 91 h 91"/>
              <a:gd name="T42" fmla="*/ 85 w 95"/>
              <a:gd name="T43" fmla="*/ 90 h 91"/>
              <a:gd name="T44" fmla="*/ 48 w 95"/>
              <a:gd name="T45" fmla="*/ 53 h 91"/>
              <a:gd name="T46" fmla="*/ 10 w 95"/>
              <a:gd name="T47" fmla="*/ 90 h 91"/>
              <a:gd name="T48" fmla="*/ 8 w 95"/>
              <a:gd name="T49" fmla="*/ 91 h 91"/>
              <a:gd name="T50" fmla="*/ 6 w 95"/>
              <a:gd name="T51" fmla="*/ 90 h 91"/>
              <a:gd name="T52" fmla="*/ 1 w 95"/>
              <a:gd name="T53" fmla="*/ 85 h 91"/>
              <a:gd name="T54" fmla="*/ 0 w 95"/>
              <a:gd name="T55" fmla="*/ 83 h 91"/>
              <a:gd name="T56" fmla="*/ 1 w 95"/>
              <a:gd name="T57" fmla="*/ 81 h 91"/>
              <a:gd name="T58" fmla="*/ 45 w 95"/>
              <a:gd name="T59" fmla="*/ 37 h 91"/>
              <a:gd name="T60" fmla="*/ 48 w 95"/>
              <a:gd name="T61" fmla="*/ 36 h 91"/>
              <a:gd name="T62" fmla="*/ 50 w 95"/>
              <a:gd name="T63" fmla="*/ 37 h 91"/>
              <a:gd name="T64" fmla="*/ 94 w 95"/>
              <a:gd name="T65" fmla="*/ 81 h 91"/>
              <a:gd name="T66" fmla="*/ 95 w 95"/>
              <a:gd name="T67" fmla="*/ 83 h 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95" h="91">
                <a:moveTo>
                  <a:pt x="95" y="47"/>
                </a:moveTo>
                <a:cubicBezTo>
                  <a:pt x="95" y="48"/>
                  <a:pt x="94" y="49"/>
                  <a:pt x="94" y="49"/>
                </a:cubicBezTo>
                <a:cubicBezTo>
                  <a:pt x="89" y="54"/>
                  <a:pt x="89" y="54"/>
                  <a:pt x="89" y="54"/>
                </a:cubicBezTo>
                <a:cubicBezTo>
                  <a:pt x="89" y="54"/>
                  <a:pt x="88" y="55"/>
                  <a:pt x="87" y="55"/>
                </a:cubicBezTo>
                <a:cubicBezTo>
                  <a:pt x="86" y="55"/>
                  <a:pt x="85" y="54"/>
                  <a:pt x="85" y="54"/>
                </a:cubicBezTo>
                <a:cubicBezTo>
                  <a:pt x="48" y="17"/>
                  <a:pt x="48" y="17"/>
                  <a:pt x="48" y="17"/>
                </a:cubicBezTo>
                <a:cubicBezTo>
                  <a:pt x="10" y="54"/>
                  <a:pt x="10" y="54"/>
                  <a:pt x="10" y="54"/>
                </a:cubicBezTo>
                <a:cubicBezTo>
                  <a:pt x="10" y="54"/>
                  <a:pt x="9" y="55"/>
                  <a:pt x="8" y="55"/>
                </a:cubicBezTo>
                <a:cubicBezTo>
                  <a:pt x="7" y="55"/>
                  <a:pt x="7" y="54"/>
                  <a:pt x="6" y="54"/>
                </a:cubicBezTo>
                <a:cubicBezTo>
                  <a:pt x="1" y="49"/>
                  <a:pt x="1" y="49"/>
                  <a:pt x="1" y="49"/>
                </a:cubicBezTo>
                <a:cubicBezTo>
                  <a:pt x="1" y="49"/>
                  <a:pt x="0" y="48"/>
                  <a:pt x="0" y="47"/>
                </a:cubicBezTo>
                <a:cubicBezTo>
                  <a:pt x="0" y="46"/>
                  <a:pt x="1" y="45"/>
                  <a:pt x="1" y="45"/>
                </a:cubicBezTo>
                <a:cubicBezTo>
                  <a:pt x="45" y="1"/>
                  <a:pt x="45" y="1"/>
                  <a:pt x="45" y="1"/>
                </a:cubicBezTo>
                <a:cubicBezTo>
                  <a:pt x="46" y="0"/>
                  <a:pt x="47" y="0"/>
                  <a:pt x="48" y="0"/>
                </a:cubicBezTo>
                <a:cubicBezTo>
                  <a:pt x="48" y="0"/>
                  <a:pt x="49" y="0"/>
                  <a:pt x="50" y="1"/>
                </a:cubicBezTo>
                <a:cubicBezTo>
                  <a:pt x="94" y="45"/>
                  <a:pt x="94" y="45"/>
                  <a:pt x="94" y="45"/>
                </a:cubicBezTo>
                <a:cubicBezTo>
                  <a:pt x="94" y="45"/>
                  <a:pt x="95" y="46"/>
                  <a:pt x="95" y="47"/>
                </a:cubicBezTo>
                <a:close/>
                <a:moveTo>
                  <a:pt x="95" y="83"/>
                </a:moveTo>
                <a:cubicBezTo>
                  <a:pt x="95" y="84"/>
                  <a:pt x="94" y="85"/>
                  <a:pt x="94" y="85"/>
                </a:cubicBezTo>
                <a:cubicBezTo>
                  <a:pt x="89" y="90"/>
                  <a:pt x="89" y="90"/>
                  <a:pt x="89" y="90"/>
                </a:cubicBezTo>
                <a:cubicBezTo>
                  <a:pt x="89" y="91"/>
                  <a:pt x="88" y="91"/>
                  <a:pt x="87" y="91"/>
                </a:cubicBezTo>
                <a:cubicBezTo>
                  <a:pt x="86" y="91"/>
                  <a:pt x="85" y="91"/>
                  <a:pt x="85" y="90"/>
                </a:cubicBezTo>
                <a:cubicBezTo>
                  <a:pt x="48" y="53"/>
                  <a:pt x="48" y="53"/>
                  <a:pt x="48" y="53"/>
                </a:cubicBezTo>
                <a:cubicBezTo>
                  <a:pt x="10" y="90"/>
                  <a:pt x="10" y="90"/>
                  <a:pt x="10" y="90"/>
                </a:cubicBezTo>
                <a:cubicBezTo>
                  <a:pt x="10" y="91"/>
                  <a:pt x="9" y="91"/>
                  <a:pt x="8" y="91"/>
                </a:cubicBezTo>
                <a:cubicBezTo>
                  <a:pt x="7" y="91"/>
                  <a:pt x="7" y="91"/>
                  <a:pt x="6" y="90"/>
                </a:cubicBezTo>
                <a:cubicBezTo>
                  <a:pt x="1" y="85"/>
                  <a:pt x="1" y="85"/>
                  <a:pt x="1" y="85"/>
                </a:cubicBezTo>
                <a:cubicBezTo>
                  <a:pt x="1" y="85"/>
                  <a:pt x="0" y="84"/>
                  <a:pt x="0" y="83"/>
                </a:cubicBezTo>
                <a:cubicBezTo>
                  <a:pt x="0" y="82"/>
                  <a:pt x="1" y="82"/>
                  <a:pt x="1" y="81"/>
                </a:cubicBezTo>
                <a:cubicBezTo>
                  <a:pt x="45" y="37"/>
                  <a:pt x="45" y="37"/>
                  <a:pt x="45" y="37"/>
                </a:cubicBezTo>
                <a:cubicBezTo>
                  <a:pt x="46" y="36"/>
                  <a:pt x="47" y="36"/>
                  <a:pt x="48" y="36"/>
                </a:cubicBezTo>
                <a:cubicBezTo>
                  <a:pt x="48" y="36"/>
                  <a:pt x="49" y="36"/>
                  <a:pt x="50" y="37"/>
                </a:cubicBezTo>
                <a:cubicBezTo>
                  <a:pt x="94" y="81"/>
                  <a:pt x="94" y="81"/>
                  <a:pt x="94" y="81"/>
                </a:cubicBezTo>
                <a:cubicBezTo>
                  <a:pt x="94" y="82"/>
                  <a:pt x="95" y="82"/>
                  <a:pt x="95" y="8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32" name="Freeform 235"/>
          <p:cNvSpPr>
            <a:spLocks noEditPoints="1"/>
          </p:cNvSpPr>
          <p:nvPr/>
        </p:nvSpPr>
        <p:spPr bwMode="auto">
          <a:xfrm>
            <a:off x="10574874" y="3577037"/>
            <a:ext cx="133988" cy="129665"/>
          </a:xfrm>
          <a:custGeom>
            <a:avLst/>
            <a:gdLst>
              <a:gd name="T0" fmla="*/ 94 w 94"/>
              <a:gd name="T1" fmla="*/ 8 h 91"/>
              <a:gd name="T2" fmla="*/ 94 w 94"/>
              <a:gd name="T3" fmla="*/ 10 h 91"/>
              <a:gd name="T4" fmla="*/ 49 w 94"/>
              <a:gd name="T5" fmla="*/ 54 h 91"/>
              <a:gd name="T6" fmla="*/ 47 w 94"/>
              <a:gd name="T7" fmla="*/ 55 h 91"/>
              <a:gd name="T8" fmla="*/ 45 w 94"/>
              <a:gd name="T9" fmla="*/ 54 h 91"/>
              <a:gd name="T10" fmla="*/ 1 w 94"/>
              <a:gd name="T11" fmla="*/ 10 h 91"/>
              <a:gd name="T12" fmla="*/ 0 w 94"/>
              <a:gd name="T13" fmla="*/ 8 h 91"/>
              <a:gd name="T14" fmla="*/ 1 w 94"/>
              <a:gd name="T15" fmla="*/ 5 h 91"/>
              <a:gd name="T16" fmla="*/ 6 w 94"/>
              <a:gd name="T17" fmla="*/ 1 h 91"/>
              <a:gd name="T18" fmla="*/ 8 w 94"/>
              <a:gd name="T19" fmla="*/ 0 h 91"/>
              <a:gd name="T20" fmla="*/ 10 w 94"/>
              <a:gd name="T21" fmla="*/ 1 h 91"/>
              <a:gd name="T22" fmla="*/ 47 w 94"/>
              <a:gd name="T23" fmla="*/ 38 h 91"/>
              <a:gd name="T24" fmla="*/ 84 w 94"/>
              <a:gd name="T25" fmla="*/ 1 h 91"/>
              <a:gd name="T26" fmla="*/ 87 w 94"/>
              <a:gd name="T27" fmla="*/ 0 h 91"/>
              <a:gd name="T28" fmla="*/ 89 w 94"/>
              <a:gd name="T29" fmla="*/ 1 h 91"/>
              <a:gd name="T30" fmla="*/ 94 w 94"/>
              <a:gd name="T31" fmla="*/ 5 h 91"/>
              <a:gd name="T32" fmla="*/ 94 w 94"/>
              <a:gd name="T33" fmla="*/ 8 h 91"/>
              <a:gd name="T34" fmla="*/ 94 w 94"/>
              <a:gd name="T35" fmla="*/ 44 h 91"/>
              <a:gd name="T36" fmla="*/ 94 w 94"/>
              <a:gd name="T37" fmla="*/ 46 h 91"/>
              <a:gd name="T38" fmla="*/ 49 w 94"/>
              <a:gd name="T39" fmla="*/ 90 h 91"/>
              <a:gd name="T40" fmla="*/ 47 w 94"/>
              <a:gd name="T41" fmla="*/ 91 h 91"/>
              <a:gd name="T42" fmla="*/ 45 w 94"/>
              <a:gd name="T43" fmla="*/ 90 h 91"/>
              <a:gd name="T44" fmla="*/ 1 w 94"/>
              <a:gd name="T45" fmla="*/ 46 h 91"/>
              <a:gd name="T46" fmla="*/ 0 w 94"/>
              <a:gd name="T47" fmla="*/ 44 h 91"/>
              <a:gd name="T48" fmla="*/ 1 w 94"/>
              <a:gd name="T49" fmla="*/ 42 h 91"/>
              <a:gd name="T50" fmla="*/ 6 w 94"/>
              <a:gd name="T51" fmla="*/ 37 h 91"/>
              <a:gd name="T52" fmla="*/ 8 w 94"/>
              <a:gd name="T53" fmla="*/ 36 h 91"/>
              <a:gd name="T54" fmla="*/ 10 w 94"/>
              <a:gd name="T55" fmla="*/ 37 h 91"/>
              <a:gd name="T56" fmla="*/ 47 w 94"/>
              <a:gd name="T57" fmla="*/ 74 h 91"/>
              <a:gd name="T58" fmla="*/ 84 w 94"/>
              <a:gd name="T59" fmla="*/ 37 h 91"/>
              <a:gd name="T60" fmla="*/ 87 w 94"/>
              <a:gd name="T61" fmla="*/ 36 h 91"/>
              <a:gd name="T62" fmla="*/ 89 w 94"/>
              <a:gd name="T63" fmla="*/ 37 h 91"/>
              <a:gd name="T64" fmla="*/ 94 w 94"/>
              <a:gd name="T65" fmla="*/ 42 h 91"/>
              <a:gd name="T66" fmla="*/ 94 w 94"/>
              <a:gd name="T67" fmla="*/ 44 h 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94" h="91">
                <a:moveTo>
                  <a:pt x="94" y="8"/>
                </a:moveTo>
                <a:cubicBezTo>
                  <a:pt x="94" y="8"/>
                  <a:pt x="94" y="9"/>
                  <a:pt x="94" y="10"/>
                </a:cubicBezTo>
                <a:cubicBezTo>
                  <a:pt x="49" y="54"/>
                  <a:pt x="49" y="54"/>
                  <a:pt x="49" y="54"/>
                </a:cubicBezTo>
                <a:cubicBezTo>
                  <a:pt x="49" y="54"/>
                  <a:pt x="48" y="55"/>
                  <a:pt x="47" y="55"/>
                </a:cubicBezTo>
                <a:cubicBezTo>
                  <a:pt x="46" y="55"/>
                  <a:pt x="46" y="54"/>
                  <a:pt x="45" y="54"/>
                </a:cubicBezTo>
                <a:cubicBezTo>
                  <a:pt x="1" y="10"/>
                  <a:pt x="1" y="10"/>
                  <a:pt x="1" y="10"/>
                </a:cubicBezTo>
                <a:cubicBezTo>
                  <a:pt x="0" y="9"/>
                  <a:pt x="0" y="8"/>
                  <a:pt x="0" y="8"/>
                </a:cubicBezTo>
                <a:cubicBezTo>
                  <a:pt x="0" y="7"/>
                  <a:pt x="0" y="6"/>
                  <a:pt x="1" y="5"/>
                </a:cubicBezTo>
                <a:cubicBezTo>
                  <a:pt x="6" y="1"/>
                  <a:pt x="6" y="1"/>
                  <a:pt x="6" y="1"/>
                </a:cubicBezTo>
                <a:cubicBezTo>
                  <a:pt x="6" y="0"/>
                  <a:pt x="7" y="0"/>
                  <a:pt x="8" y="0"/>
                </a:cubicBezTo>
                <a:cubicBezTo>
                  <a:pt x="9" y="0"/>
                  <a:pt x="9" y="0"/>
                  <a:pt x="10" y="1"/>
                </a:cubicBezTo>
                <a:cubicBezTo>
                  <a:pt x="47" y="38"/>
                  <a:pt x="47" y="38"/>
                  <a:pt x="47" y="38"/>
                </a:cubicBezTo>
                <a:cubicBezTo>
                  <a:pt x="84" y="1"/>
                  <a:pt x="84" y="1"/>
                  <a:pt x="84" y="1"/>
                </a:cubicBezTo>
                <a:cubicBezTo>
                  <a:pt x="85" y="0"/>
                  <a:pt x="86" y="0"/>
                  <a:pt x="87" y="0"/>
                </a:cubicBezTo>
                <a:cubicBezTo>
                  <a:pt x="87" y="0"/>
                  <a:pt x="88" y="0"/>
                  <a:pt x="89" y="1"/>
                </a:cubicBezTo>
                <a:cubicBezTo>
                  <a:pt x="94" y="5"/>
                  <a:pt x="94" y="5"/>
                  <a:pt x="94" y="5"/>
                </a:cubicBezTo>
                <a:cubicBezTo>
                  <a:pt x="94" y="6"/>
                  <a:pt x="94" y="7"/>
                  <a:pt x="94" y="8"/>
                </a:cubicBezTo>
                <a:close/>
                <a:moveTo>
                  <a:pt x="94" y="44"/>
                </a:moveTo>
                <a:cubicBezTo>
                  <a:pt x="94" y="45"/>
                  <a:pt x="94" y="45"/>
                  <a:pt x="94" y="46"/>
                </a:cubicBezTo>
                <a:cubicBezTo>
                  <a:pt x="49" y="90"/>
                  <a:pt x="49" y="90"/>
                  <a:pt x="49" y="90"/>
                </a:cubicBezTo>
                <a:cubicBezTo>
                  <a:pt x="49" y="91"/>
                  <a:pt x="48" y="91"/>
                  <a:pt x="47" y="91"/>
                </a:cubicBezTo>
                <a:cubicBezTo>
                  <a:pt x="46" y="91"/>
                  <a:pt x="46" y="91"/>
                  <a:pt x="45" y="90"/>
                </a:cubicBezTo>
                <a:cubicBezTo>
                  <a:pt x="1" y="46"/>
                  <a:pt x="1" y="46"/>
                  <a:pt x="1" y="46"/>
                </a:cubicBezTo>
                <a:cubicBezTo>
                  <a:pt x="0" y="45"/>
                  <a:pt x="0" y="45"/>
                  <a:pt x="0" y="44"/>
                </a:cubicBezTo>
                <a:cubicBezTo>
                  <a:pt x="0" y="43"/>
                  <a:pt x="0" y="42"/>
                  <a:pt x="1" y="42"/>
                </a:cubicBezTo>
                <a:cubicBezTo>
                  <a:pt x="6" y="37"/>
                  <a:pt x="6" y="37"/>
                  <a:pt x="6" y="37"/>
                </a:cubicBezTo>
                <a:cubicBezTo>
                  <a:pt x="6" y="36"/>
                  <a:pt x="7" y="36"/>
                  <a:pt x="8" y="36"/>
                </a:cubicBezTo>
                <a:cubicBezTo>
                  <a:pt x="9" y="36"/>
                  <a:pt x="9" y="36"/>
                  <a:pt x="10" y="37"/>
                </a:cubicBezTo>
                <a:cubicBezTo>
                  <a:pt x="47" y="74"/>
                  <a:pt x="47" y="74"/>
                  <a:pt x="47" y="74"/>
                </a:cubicBezTo>
                <a:cubicBezTo>
                  <a:pt x="84" y="37"/>
                  <a:pt x="84" y="37"/>
                  <a:pt x="84" y="37"/>
                </a:cubicBezTo>
                <a:cubicBezTo>
                  <a:pt x="85" y="36"/>
                  <a:pt x="86" y="36"/>
                  <a:pt x="87" y="36"/>
                </a:cubicBezTo>
                <a:cubicBezTo>
                  <a:pt x="87" y="36"/>
                  <a:pt x="88" y="36"/>
                  <a:pt x="89" y="37"/>
                </a:cubicBezTo>
                <a:cubicBezTo>
                  <a:pt x="94" y="42"/>
                  <a:pt x="94" y="42"/>
                  <a:pt x="94" y="42"/>
                </a:cubicBezTo>
                <a:cubicBezTo>
                  <a:pt x="94" y="42"/>
                  <a:pt x="94" y="43"/>
                  <a:pt x="94" y="4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33" name="Freeform 236"/>
          <p:cNvSpPr>
            <a:spLocks/>
          </p:cNvSpPr>
          <p:nvPr/>
        </p:nvSpPr>
        <p:spPr bwMode="auto">
          <a:xfrm>
            <a:off x="10790982" y="3583518"/>
            <a:ext cx="79961" cy="136151"/>
          </a:xfrm>
          <a:custGeom>
            <a:avLst/>
            <a:gdLst>
              <a:gd name="T0" fmla="*/ 55 w 55"/>
              <a:gd name="T1" fmla="*/ 8 h 94"/>
              <a:gd name="T2" fmla="*/ 54 w 55"/>
              <a:gd name="T3" fmla="*/ 10 h 94"/>
              <a:gd name="T4" fmla="*/ 17 w 55"/>
              <a:gd name="T5" fmla="*/ 47 h 94"/>
              <a:gd name="T6" fmla="*/ 54 w 55"/>
              <a:gd name="T7" fmla="*/ 84 h 94"/>
              <a:gd name="T8" fmla="*/ 55 w 55"/>
              <a:gd name="T9" fmla="*/ 86 h 94"/>
              <a:gd name="T10" fmla="*/ 54 w 55"/>
              <a:gd name="T11" fmla="*/ 88 h 94"/>
              <a:gd name="T12" fmla="*/ 49 w 55"/>
              <a:gd name="T13" fmla="*/ 93 h 94"/>
              <a:gd name="T14" fmla="*/ 47 w 55"/>
              <a:gd name="T15" fmla="*/ 94 h 94"/>
              <a:gd name="T16" fmla="*/ 45 w 55"/>
              <a:gd name="T17" fmla="*/ 93 h 94"/>
              <a:gd name="T18" fmla="*/ 1 w 55"/>
              <a:gd name="T19" fmla="*/ 49 h 94"/>
              <a:gd name="T20" fmla="*/ 0 w 55"/>
              <a:gd name="T21" fmla="*/ 47 h 94"/>
              <a:gd name="T22" fmla="*/ 1 w 55"/>
              <a:gd name="T23" fmla="*/ 45 h 94"/>
              <a:gd name="T24" fmla="*/ 45 w 55"/>
              <a:gd name="T25" fmla="*/ 1 h 94"/>
              <a:gd name="T26" fmla="*/ 47 w 55"/>
              <a:gd name="T27" fmla="*/ 0 h 94"/>
              <a:gd name="T28" fmla="*/ 49 w 55"/>
              <a:gd name="T29" fmla="*/ 1 h 94"/>
              <a:gd name="T30" fmla="*/ 54 w 55"/>
              <a:gd name="T31" fmla="*/ 5 h 94"/>
              <a:gd name="T32" fmla="*/ 55 w 55"/>
              <a:gd name="T33" fmla="*/ 8 h 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5" h="94">
                <a:moveTo>
                  <a:pt x="55" y="8"/>
                </a:moveTo>
                <a:cubicBezTo>
                  <a:pt x="55" y="8"/>
                  <a:pt x="54" y="9"/>
                  <a:pt x="54" y="10"/>
                </a:cubicBezTo>
                <a:cubicBezTo>
                  <a:pt x="17" y="47"/>
                  <a:pt x="17" y="47"/>
                  <a:pt x="17" y="47"/>
                </a:cubicBezTo>
                <a:cubicBezTo>
                  <a:pt x="54" y="84"/>
                  <a:pt x="54" y="84"/>
                  <a:pt x="54" y="84"/>
                </a:cubicBezTo>
                <a:cubicBezTo>
                  <a:pt x="54" y="85"/>
                  <a:pt x="55" y="85"/>
                  <a:pt x="55" y="86"/>
                </a:cubicBezTo>
                <a:cubicBezTo>
                  <a:pt x="55" y="87"/>
                  <a:pt x="54" y="88"/>
                  <a:pt x="54" y="88"/>
                </a:cubicBezTo>
                <a:cubicBezTo>
                  <a:pt x="49" y="93"/>
                  <a:pt x="49" y="93"/>
                  <a:pt x="49" y="93"/>
                </a:cubicBezTo>
                <a:cubicBezTo>
                  <a:pt x="48" y="94"/>
                  <a:pt x="48" y="94"/>
                  <a:pt x="47" y="94"/>
                </a:cubicBezTo>
                <a:cubicBezTo>
                  <a:pt x="46" y="94"/>
                  <a:pt x="45" y="94"/>
                  <a:pt x="45" y="93"/>
                </a:cubicBezTo>
                <a:cubicBezTo>
                  <a:pt x="1" y="49"/>
                  <a:pt x="1" y="49"/>
                  <a:pt x="1" y="49"/>
                </a:cubicBezTo>
                <a:cubicBezTo>
                  <a:pt x="0" y="49"/>
                  <a:pt x="0" y="48"/>
                  <a:pt x="0" y="47"/>
                </a:cubicBezTo>
                <a:cubicBezTo>
                  <a:pt x="0" y="46"/>
                  <a:pt x="0" y="45"/>
                  <a:pt x="1" y="45"/>
                </a:cubicBezTo>
                <a:cubicBezTo>
                  <a:pt x="45" y="1"/>
                  <a:pt x="45" y="1"/>
                  <a:pt x="45" y="1"/>
                </a:cubicBezTo>
                <a:cubicBezTo>
                  <a:pt x="45" y="0"/>
                  <a:pt x="46" y="0"/>
                  <a:pt x="47" y="0"/>
                </a:cubicBezTo>
                <a:cubicBezTo>
                  <a:pt x="48" y="0"/>
                  <a:pt x="48" y="0"/>
                  <a:pt x="49" y="1"/>
                </a:cubicBezTo>
                <a:cubicBezTo>
                  <a:pt x="54" y="5"/>
                  <a:pt x="54" y="5"/>
                  <a:pt x="54" y="5"/>
                </a:cubicBezTo>
                <a:cubicBezTo>
                  <a:pt x="54" y="6"/>
                  <a:pt x="55" y="7"/>
                  <a:pt x="55" y="8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34" name="Freeform 237"/>
          <p:cNvSpPr>
            <a:spLocks/>
          </p:cNvSpPr>
          <p:nvPr/>
        </p:nvSpPr>
        <p:spPr bwMode="auto">
          <a:xfrm>
            <a:off x="10937936" y="3583518"/>
            <a:ext cx="77800" cy="136151"/>
          </a:xfrm>
          <a:custGeom>
            <a:avLst/>
            <a:gdLst>
              <a:gd name="T0" fmla="*/ 55 w 55"/>
              <a:gd name="T1" fmla="*/ 47 h 94"/>
              <a:gd name="T2" fmla="*/ 54 w 55"/>
              <a:gd name="T3" fmla="*/ 49 h 94"/>
              <a:gd name="T4" fmla="*/ 10 w 55"/>
              <a:gd name="T5" fmla="*/ 93 h 94"/>
              <a:gd name="T6" fmla="*/ 8 w 55"/>
              <a:gd name="T7" fmla="*/ 94 h 94"/>
              <a:gd name="T8" fmla="*/ 6 w 55"/>
              <a:gd name="T9" fmla="*/ 93 h 94"/>
              <a:gd name="T10" fmla="*/ 1 w 55"/>
              <a:gd name="T11" fmla="*/ 88 h 94"/>
              <a:gd name="T12" fmla="*/ 0 w 55"/>
              <a:gd name="T13" fmla="*/ 86 h 94"/>
              <a:gd name="T14" fmla="*/ 1 w 55"/>
              <a:gd name="T15" fmla="*/ 84 h 94"/>
              <a:gd name="T16" fmla="*/ 38 w 55"/>
              <a:gd name="T17" fmla="*/ 47 h 94"/>
              <a:gd name="T18" fmla="*/ 1 w 55"/>
              <a:gd name="T19" fmla="*/ 10 h 94"/>
              <a:gd name="T20" fmla="*/ 0 w 55"/>
              <a:gd name="T21" fmla="*/ 8 h 94"/>
              <a:gd name="T22" fmla="*/ 1 w 55"/>
              <a:gd name="T23" fmla="*/ 5 h 94"/>
              <a:gd name="T24" fmla="*/ 6 w 55"/>
              <a:gd name="T25" fmla="*/ 1 h 94"/>
              <a:gd name="T26" fmla="*/ 8 w 55"/>
              <a:gd name="T27" fmla="*/ 0 h 94"/>
              <a:gd name="T28" fmla="*/ 10 w 55"/>
              <a:gd name="T29" fmla="*/ 1 h 94"/>
              <a:gd name="T30" fmla="*/ 54 w 55"/>
              <a:gd name="T31" fmla="*/ 45 h 94"/>
              <a:gd name="T32" fmla="*/ 55 w 55"/>
              <a:gd name="T33" fmla="*/ 47 h 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5" h="94">
                <a:moveTo>
                  <a:pt x="55" y="47"/>
                </a:moveTo>
                <a:cubicBezTo>
                  <a:pt x="55" y="48"/>
                  <a:pt x="55" y="49"/>
                  <a:pt x="54" y="49"/>
                </a:cubicBezTo>
                <a:cubicBezTo>
                  <a:pt x="10" y="93"/>
                  <a:pt x="10" y="93"/>
                  <a:pt x="10" y="93"/>
                </a:cubicBezTo>
                <a:cubicBezTo>
                  <a:pt x="9" y="94"/>
                  <a:pt x="9" y="94"/>
                  <a:pt x="8" y="94"/>
                </a:cubicBezTo>
                <a:cubicBezTo>
                  <a:pt x="7" y="94"/>
                  <a:pt x="6" y="94"/>
                  <a:pt x="6" y="93"/>
                </a:cubicBezTo>
                <a:cubicBezTo>
                  <a:pt x="1" y="88"/>
                  <a:pt x="1" y="88"/>
                  <a:pt x="1" y="88"/>
                </a:cubicBezTo>
                <a:cubicBezTo>
                  <a:pt x="0" y="88"/>
                  <a:pt x="0" y="87"/>
                  <a:pt x="0" y="86"/>
                </a:cubicBezTo>
                <a:cubicBezTo>
                  <a:pt x="0" y="85"/>
                  <a:pt x="0" y="85"/>
                  <a:pt x="1" y="84"/>
                </a:cubicBezTo>
                <a:cubicBezTo>
                  <a:pt x="38" y="47"/>
                  <a:pt x="38" y="47"/>
                  <a:pt x="38" y="47"/>
                </a:cubicBezTo>
                <a:cubicBezTo>
                  <a:pt x="1" y="10"/>
                  <a:pt x="1" y="10"/>
                  <a:pt x="1" y="10"/>
                </a:cubicBezTo>
                <a:cubicBezTo>
                  <a:pt x="0" y="9"/>
                  <a:pt x="0" y="8"/>
                  <a:pt x="0" y="8"/>
                </a:cubicBezTo>
                <a:cubicBezTo>
                  <a:pt x="0" y="7"/>
                  <a:pt x="0" y="6"/>
                  <a:pt x="1" y="5"/>
                </a:cubicBezTo>
                <a:cubicBezTo>
                  <a:pt x="6" y="1"/>
                  <a:pt x="6" y="1"/>
                  <a:pt x="6" y="1"/>
                </a:cubicBezTo>
                <a:cubicBezTo>
                  <a:pt x="6" y="0"/>
                  <a:pt x="7" y="0"/>
                  <a:pt x="8" y="0"/>
                </a:cubicBezTo>
                <a:cubicBezTo>
                  <a:pt x="9" y="0"/>
                  <a:pt x="9" y="0"/>
                  <a:pt x="10" y="1"/>
                </a:cubicBezTo>
                <a:cubicBezTo>
                  <a:pt x="54" y="45"/>
                  <a:pt x="54" y="45"/>
                  <a:pt x="54" y="45"/>
                </a:cubicBezTo>
                <a:cubicBezTo>
                  <a:pt x="55" y="45"/>
                  <a:pt x="55" y="46"/>
                  <a:pt x="55" y="4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35" name="Freeform 238"/>
          <p:cNvSpPr>
            <a:spLocks/>
          </p:cNvSpPr>
          <p:nvPr/>
        </p:nvSpPr>
        <p:spPr bwMode="auto">
          <a:xfrm>
            <a:off x="11033026" y="3613774"/>
            <a:ext cx="136151" cy="79961"/>
          </a:xfrm>
          <a:custGeom>
            <a:avLst/>
            <a:gdLst>
              <a:gd name="T0" fmla="*/ 94 w 94"/>
              <a:gd name="T1" fmla="*/ 47 h 55"/>
              <a:gd name="T2" fmla="*/ 93 w 94"/>
              <a:gd name="T3" fmla="*/ 49 h 55"/>
              <a:gd name="T4" fmla="*/ 88 w 94"/>
              <a:gd name="T5" fmla="*/ 54 h 55"/>
              <a:gd name="T6" fmla="*/ 86 w 94"/>
              <a:gd name="T7" fmla="*/ 55 h 55"/>
              <a:gd name="T8" fmla="*/ 84 w 94"/>
              <a:gd name="T9" fmla="*/ 54 h 55"/>
              <a:gd name="T10" fmla="*/ 47 w 94"/>
              <a:gd name="T11" fmla="*/ 17 h 55"/>
              <a:gd name="T12" fmla="*/ 10 w 94"/>
              <a:gd name="T13" fmla="*/ 54 h 55"/>
              <a:gd name="T14" fmla="*/ 7 w 94"/>
              <a:gd name="T15" fmla="*/ 55 h 55"/>
              <a:gd name="T16" fmla="*/ 5 w 94"/>
              <a:gd name="T17" fmla="*/ 54 h 55"/>
              <a:gd name="T18" fmla="*/ 0 w 94"/>
              <a:gd name="T19" fmla="*/ 49 h 55"/>
              <a:gd name="T20" fmla="*/ 0 w 94"/>
              <a:gd name="T21" fmla="*/ 47 h 55"/>
              <a:gd name="T22" fmla="*/ 0 w 94"/>
              <a:gd name="T23" fmla="*/ 45 h 55"/>
              <a:gd name="T24" fmla="*/ 45 w 94"/>
              <a:gd name="T25" fmla="*/ 1 h 55"/>
              <a:gd name="T26" fmla="*/ 47 w 94"/>
              <a:gd name="T27" fmla="*/ 0 h 55"/>
              <a:gd name="T28" fmla="*/ 49 w 94"/>
              <a:gd name="T29" fmla="*/ 1 h 55"/>
              <a:gd name="T30" fmla="*/ 93 w 94"/>
              <a:gd name="T31" fmla="*/ 45 h 55"/>
              <a:gd name="T32" fmla="*/ 94 w 94"/>
              <a:gd name="T33" fmla="*/ 47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94" h="55">
                <a:moveTo>
                  <a:pt x="94" y="47"/>
                </a:moveTo>
                <a:cubicBezTo>
                  <a:pt x="94" y="48"/>
                  <a:pt x="94" y="49"/>
                  <a:pt x="93" y="49"/>
                </a:cubicBezTo>
                <a:cubicBezTo>
                  <a:pt x="88" y="54"/>
                  <a:pt x="88" y="54"/>
                  <a:pt x="88" y="54"/>
                </a:cubicBezTo>
                <a:cubicBezTo>
                  <a:pt x="88" y="55"/>
                  <a:pt x="87" y="55"/>
                  <a:pt x="86" y="55"/>
                </a:cubicBezTo>
                <a:cubicBezTo>
                  <a:pt x="85" y="55"/>
                  <a:pt x="84" y="55"/>
                  <a:pt x="84" y="54"/>
                </a:cubicBezTo>
                <a:cubicBezTo>
                  <a:pt x="47" y="17"/>
                  <a:pt x="47" y="17"/>
                  <a:pt x="47" y="17"/>
                </a:cubicBezTo>
                <a:cubicBezTo>
                  <a:pt x="10" y="54"/>
                  <a:pt x="10" y="54"/>
                  <a:pt x="10" y="54"/>
                </a:cubicBezTo>
                <a:cubicBezTo>
                  <a:pt x="9" y="55"/>
                  <a:pt x="8" y="55"/>
                  <a:pt x="7" y="55"/>
                </a:cubicBezTo>
                <a:cubicBezTo>
                  <a:pt x="7" y="55"/>
                  <a:pt x="6" y="55"/>
                  <a:pt x="5" y="54"/>
                </a:cubicBezTo>
                <a:cubicBezTo>
                  <a:pt x="0" y="49"/>
                  <a:pt x="0" y="49"/>
                  <a:pt x="0" y="49"/>
                </a:cubicBezTo>
                <a:cubicBezTo>
                  <a:pt x="0" y="49"/>
                  <a:pt x="0" y="48"/>
                  <a:pt x="0" y="47"/>
                </a:cubicBezTo>
                <a:cubicBezTo>
                  <a:pt x="0" y="46"/>
                  <a:pt x="0" y="46"/>
                  <a:pt x="0" y="45"/>
                </a:cubicBezTo>
                <a:cubicBezTo>
                  <a:pt x="45" y="1"/>
                  <a:pt x="45" y="1"/>
                  <a:pt x="45" y="1"/>
                </a:cubicBezTo>
                <a:cubicBezTo>
                  <a:pt x="45" y="0"/>
                  <a:pt x="46" y="0"/>
                  <a:pt x="47" y="0"/>
                </a:cubicBezTo>
                <a:cubicBezTo>
                  <a:pt x="48" y="0"/>
                  <a:pt x="48" y="0"/>
                  <a:pt x="49" y="1"/>
                </a:cubicBezTo>
                <a:cubicBezTo>
                  <a:pt x="93" y="45"/>
                  <a:pt x="93" y="45"/>
                  <a:pt x="93" y="45"/>
                </a:cubicBezTo>
                <a:cubicBezTo>
                  <a:pt x="94" y="46"/>
                  <a:pt x="94" y="46"/>
                  <a:pt x="94" y="4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36" name="Freeform 239"/>
          <p:cNvSpPr>
            <a:spLocks/>
          </p:cNvSpPr>
          <p:nvPr/>
        </p:nvSpPr>
        <p:spPr bwMode="auto">
          <a:xfrm>
            <a:off x="11253457" y="3609453"/>
            <a:ext cx="136151" cy="79961"/>
          </a:xfrm>
          <a:custGeom>
            <a:avLst/>
            <a:gdLst>
              <a:gd name="T0" fmla="*/ 95 w 95"/>
              <a:gd name="T1" fmla="*/ 8 h 55"/>
              <a:gd name="T2" fmla="*/ 94 w 95"/>
              <a:gd name="T3" fmla="*/ 10 h 55"/>
              <a:gd name="T4" fmla="*/ 50 w 95"/>
              <a:gd name="T5" fmla="*/ 54 h 55"/>
              <a:gd name="T6" fmla="*/ 47 w 95"/>
              <a:gd name="T7" fmla="*/ 55 h 55"/>
              <a:gd name="T8" fmla="*/ 45 w 95"/>
              <a:gd name="T9" fmla="*/ 54 h 55"/>
              <a:gd name="T10" fmla="*/ 1 w 95"/>
              <a:gd name="T11" fmla="*/ 10 h 55"/>
              <a:gd name="T12" fmla="*/ 0 w 95"/>
              <a:gd name="T13" fmla="*/ 8 h 55"/>
              <a:gd name="T14" fmla="*/ 1 w 95"/>
              <a:gd name="T15" fmla="*/ 6 h 55"/>
              <a:gd name="T16" fmla="*/ 6 w 95"/>
              <a:gd name="T17" fmla="*/ 1 h 55"/>
              <a:gd name="T18" fmla="*/ 8 w 95"/>
              <a:gd name="T19" fmla="*/ 0 h 55"/>
              <a:gd name="T20" fmla="*/ 10 w 95"/>
              <a:gd name="T21" fmla="*/ 1 h 55"/>
              <a:gd name="T22" fmla="*/ 47 w 95"/>
              <a:gd name="T23" fmla="*/ 38 h 55"/>
              <a:gd name="T24" fmla="*/ 84 w 95"/>
              <a:gd name="T25" fmla="*/ 1 h 55"/>
              <a:gd name="T26" fmla="*/ 87 w 95"/>
              <a:gd name="T27" fmla="*/ 0 h 55"/>
              <a:gd name="T28" fmla="*/ 89 w 95"/>
              <a:gd name="T29" fmla="*/ 1 h 55"/>
              <a:gd name="T30" fmla="*/ 94 w 95"/>
              <a:gd name="T31" fmla="*/ 6 h 55"/>
              <a:gd name="T32" fmla="*/ 95 w 95"/>
              <a:gd name="T33" fmla="*/ 8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95" h="55">
                <a:moveTo>
                  <a:pt x="95" y="8"/>
                </a:moveTo>
                <a:cubicBezTo>
                  <a:pt x="95" y="9"/>
                  <a:pt x="94" y="9"/>
                  <a:pt x="94" y="10"/>
                </a:cubicBezTo>
                <a:cubicBezTo>
                  <a:pt x="50" y="54"/>
                  <a:pt x="50" y="54"/>
                  <a:pt x="50" y="54"/>
                </a:cubicBezTo>
                <a:cubicBezTo>
                  <a:pt x="49" y="55"/>
                  <a:pt x="48" y="55"/>
                  <a:pt x="47" y="55"/>
                </a:cubicBezTo>
                <a:cubicBezTo>
                  <a:pt x="47" y="55"/>
                  <a:pt x="46" y="55"/>
                  <a:pt x="45" y="54"/>
                </a:cubicBezTo>
                <a:cubicBezTo>
                  <a:pt x="1" y="10"/>
                  <a:pt x="1" y="10"/>
                  <a:pt x="1" y="10"/>
                </a:cubicBezTo>
                <a:cubicBezTo>
                  <a:pt x="0" y="9"/>
                  <a:pt x="0" y="9"/>
                  <a:pt x="0" y="8"/>
                </a:cubicBezTo>
                <a:cubicBezTo>
                  <a:pt x="0" y="7"/>
                  <a:pt x="0" y="6"/>
                  <a:pt x="1" y="6"/>
                </a:cubicBezTo>
                <a:cubicBezTo>
                  <a:pt x="6" y="1"/>
                  <a:pt x="6" y="1"/>
                  <a:pt x="6" y="1"/>
                </a:cubicBezTo>
                <a:cubicBezTo>
                  <a:pt x="6" y="0"/>
                  <a:pt x="7" y="0"/>
                  <a:pt x="8" y="0"/>
                </a:cubicBezTo>
                <a:cubicBezTo>
                  <a:pt x="9" y="0"/>
                  <a:pt x="10" y="0"/>
                  <a:pt x="10" y="1"/>
                </a:cubicBezTo>
                <a:cubicBezTo>
                  <a:pt x="47" y="38"/>
                  <a:pt x="47" y="38"/>
                  <a:pt x="47" y="38"/>
                </a:cubicBezTo>
                <a:cubicBezTo>
                  <a:pt x="84" y="1"/>
                  <a:pt x="84" y="1"/>
                  <a:pt x="84" y="1"/>
                </a:cubicBezTo>
                <a:cubicBezTo>
                  <a:pt x="85" y="0"/>
                  <a:pt x="86" y="0"/>
                  <a:pt x="87" y="0"/>
                </a:cubicBezTo>
                <a:cubicBezTo>
                  <a:pt x="87" y="0"/>
                  <a:pt x="88" y="0"/>
                  <a:pt x="89" y="1"/>
                </a:cubicBezTo>
                <a:cubicBezTo>
                  <a:pt x="94" y="6"/>
                  <a:pt x="94" y="6"/>
                  <a:pt x="94" y="6"/>
                </a:cubicBezTo>
                <a:cubicBezTo>
                  <a:pt x="94" y="6"/>
                  <a:pt x="95" y="7"/>
                  <a:pt x="95" y="8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37" name="Freeform 240"/>
          <p:cNvSpPr>
            <a:spLocks noEditPoints="1"/>
          </p:cNvSpPr>
          <p:nvPr/>
        </p:nvSpPr>
        <p:spPr bwMode="auto">
          <a:xfrm>
            <a:off x="793751" y="3950905"/>
            <a:ext cx="259332" cy="226916"/>
          </a:xfrm>
          <a:custGeom>
            <a:avLst/>
            <a:gdLst>
              <a:gd name="T0" fmla="*/ 181 w 181"/>
              <a:gd name="T1" fmla="*/ 15 h 158"/>
              <a:gd name="T2" fmla="*/ 181 w 181"/>
              <a:gd name="T3" fmla="*/ 118 h 158"/>
              <a:gd name="T4" fmla="*/ 177 w 181"/>
              <a:gd name="T5" fmla="*/ 129 h 158"/>
              <a:gd name="T6" fmla="*/ 166 w 181"/>
              <a:gd name="T7" fmla="*/ 133 h 158"/>
              <a:gd name="T8" fmla="*/ 115 w 181"/>
              <a:gd name="T9" fmla="*/ 133 h 158"/>
              <a:gd name="T10" fmla="*/ 116 w 181"/>
              <a:gd name="T11" fmla="*/ 141 h 158"/>
              <a:gd name="T12" fmla="*/ 119 w 181"/>
              <a:gd name="T13" fmla="*/ 147 h 158"/>
              <a:gd name="T14" fmla="*/ 121 w 181"/>
              <a:gd name="T15" fmla="*/ 151 h 158"/>
              <a:gd name="T16" fmla="*/ 119 w 181"/>
              <a:gd name="T17" fmla="*/ 156 h 158"/>
              <a:gd name="T18" fmla="*/ 115 w 181"/>
              <a:gd name="T19" fmla="*/ 158 h 158"/>
              <a:gd name="T20" fmla="*/ 67 w 181"/>
              <a:gd name="T21" fmla="*/ 158 h 158"/>
              <a:gd name="T22" fmla="*/ 62 w 181"/>
              <a:gd name="T23" fmla="*/ 156 h 158"/>
              <a:gd name="T24" fmla="*/ 60 w 181"/>
              <a:gd name="T25" fmla="*/ 151 h 158"/>
              <a:gd name="T26" fmla="*/ 62 w 181"/>
              <a:gd name="T27" fmla="*/ 147 h 158"/>
              <a:gd name="T28" fmla="*/ 65 w 181"/>
              <a:gd name="T29" fmla="*/ 141 h 158"/>
              <a:gd name="T30" fmla="*/ 67 w 181"/>
              <a:gd name="T31" fmla="*/ 133 h 158"/>
              <a:gd name="T32" fmla="*/ 15 w 181"/>
              <a:gd name="T33" fmla="*/ 133 h 158"/>
              <a:gd name="T34" fmla="*/ 4 w 181"/>
              <a:gd name="T35" fmla="*/ 129 h 158"/>
              <a:gd name="T36" fmla="*/ 0 w 181"/>
              <a:gd name="T37" fmla="*/ 118 h 158"/>
              <a:gd name="T38" fmla="*/ 0 w 181"/>
              <a:gd name="T39" fmla="*/ 15 h 158"/>
              <a:gd name="T40" fmla="*/ 4 w 181"/>
              <a:gd name="T41" fmla="*/ 5 h 158"/>
              <a:gd name="T42" fmla="*/ 15 w 181"/>
              <a:gd name="T43" fmla="*/ 0 h 158"/>
              <a:gd name="T44" fmla="*/ 166 w 181"/>
              <a:gd name="T45" fmla="*/ 0 h 158"/>
              <a:gd name="T46" fmla="*/ 177 w 181"/>
              <a:gd name="T47" fmla="*/ 5 h 158"/>
              <a:gd name="T48" fmla="*/ 181 w 181"/>
              <a:gd name="T49" fmla="*/ 15 h 158"/>
              <a:gd name="T50" fmla="*/ 169 w 181"/>
              <a:gd name="T51" fmla="*/ 94 h 158"/>
              <a:gd name="T52" fmla="*/ 169 w 181"/>
              <a:gd name="T53" fmla="*/ 15 h 158"/>
              <a:gd name="T54" fmla="*/ 168 w 181"/>
              <a:gd name="T55" fmla="*/ 13 h 158"/>
              <a:gd name="T56" fmla="*/ 166 w 181"/>
              <a:gd name="T57" fmla="*/ 12 h 158"/>
              <a:gd name="T58" fmla="*/ 15 w 181"/>
              <a:gd name="T59" fmla="*/ 12 h 158"/>
              <a:gd name="T60" fmla="*/ 13 w 181"/>
              <a:gd name="T61" fmla="*/ 13 h 158"/>
              <a:gd name="T62" fmla="*/ 12 w 181"/>
              <a:gd name="T63" fmla="*/ 15 h 158"/>
              <a:gd name="T64" fmla="*/ 12 w 181"/>
              <a:gd name="T65" fmla="*/ 94 h 158"/>
              <a:gd name="T66" fmla="*/ 13 w 181"/>
              <a:gd name="T67" fmla="*/ 96 h 158"/>
              <a:gd name="T68" fmla="*/ 15 w 181"/>
              <a:gd name="T69" fmla="*/ 97 h 158"/>
              <a:gd name="T70" fmla="*/ 166 w 181"/>
              <a:gd name="T71" fmla="*/ 97 h 158"/>
              <a:gd name="T72" fmla="*/ 168 w 181"/>
              <a:gd name="T73" fmla="*/ 96 h 158"/>
              <a:gd name="T74" fmla="*/ 169 w 181"/>
              <a:gd name="T75" fmla="*/ 94 h 1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81" h="158">
                <a:moveTo>
                  <a:pt x="181" y="15"/>
                </a:moveTo>
                <a:cubicBezTo>
                  <a:pt x="181" y="118"/>
                  <a:pt x="181" y="118"/>
                  <a:pt x="181" y="118"/>
                </a:cubicBezTo>
                <a:cubicBezTo>
                  <a:pt x="181" y="122"/>
                  <a:pt x="180" y="126"/>
                  <a:pt x="177" y="129"/>
                </a:cubicBezTo>
                <a:cubicBezTo>
                  <a:pt x="174" y="132"/>
                  <a:pt x="171" y="133"/>
                  <a:pt x="166" y="133"/>
                </a:cubicBezTo>
                <a:cubicBezTo>
                  <a:pt x="115" y="133"/>
                  <a:pt x="115" y="133"/>
                  <a:pt x="115" y="133"/>
                </a:cubicBezTo>
                <a:cubicBezTo>
                  <a:pt x="115" y="136"/>
                  <a:pt x="115" y="138"/>
                  <a:pt x="116" y="141"/>
                </a:cubicBezTo>
                <a:cubicBezTo>
                  <a:pt x="117" y="143"/>
                  <a:pt x="118" y="145"/>
                  <a:pt x="119" y="147"/>
                </a:cubicBezTo>
                <a:cubicBezTo>
                  <a:pt x="120" y="149"/>
                  <a:pt x="121" y="151"/>
                  <a:pt x="121" y="151"/>
                </a:cubicBezTo>
                <a:cubicBezTo>
                  <a:pt x="121" y="153"/>
                  <a:pt x="120" y="155"/>
                  <a:pt x="119" y="156"/>
                </a:cubicBezTo>
                <a:cubicBezTo>
                  <a:pt x="118" y="157"/>
                  <a:pt x="117" y="158"/>
                  <a:pt x="115" y="158"/>
                </a:cubicBezTo>
                <a:cubicBezTo>
                  <a:pt x="67" y="158"/>
                  <a:pt x="67" y="158"/>
                  <a:pt x="67" y="158"/>
                </a:cubicBezTo>
                <a:cubicBezTo>
                  <a:pt x="65" y="158"/>
                  <a:pt x="63" y="157"/>
                  <a:pt x="62" y="156"/>
                </a:cubicBezTo>
                <a:cubicBezTo>
                  <a:pt x="61" y="155"/>
                  <a:pt x="60" y="153"/>
                  <a:pt x="60" y="151"/>
                </a:cubicBezTo>
                <a:cubicBezTo>
                  <a:pt x="60" y="151"/>
                  <a:pt x="61" y="149"/>
                  <a:pt x="62" y="147"/>
                </a:cubicBezTo>
                <a:cubicBezTo>
                  <a:pt x="63" y="145"/>
                  <a:pt x="64" y="143"/>
                  <a:pt x="65" y="141"/>
                </a:cubicBezTo>
                <a:cubicBezTo>
                  <a:pt x="66" y="138"/>
                  <a:pt x="67" y="136"/>
                  <a:pt x="67" y="133"/>
                </a:cubicBezTo>
                <a:cubicBezTo>
                  <a:pt x="15" y="133"/>
                  <a:pt x="15" y="133"/>
                  <a:pt x="15" y="133"/>
                </a:cubicBezTo>
                <a:cubicBezTo>
                  <a:pt x="11" y="133"/>
                  <a:pt x="7" y="132"/>
                  <a:pt x="4" y="129"/>
                </a:cubicBezTo>
                <a:cubicBezTo>
                  <a:pt x="1" y="126"/>
                  <a:pt x="0" y="122"/>
                  <a:pt x="0" y="118"/>
                </a:cubicBezTo>
                <a:cubicBezTo>
                  <a:pt x="0" y="15"/>
                  <a:pt x="0" y="15"/>
                  <a:pt x="0" y="15"/>
                </a:cubicBezTo>
                <a:cubicBezTo>
                  <a:pt x="0" y="11"/>
                  <a:pt x="1" y="8"/>
                  <a:pt x="4" y="5"/>
                </a:cubicBezTo>
                <a:cubicBezTo>
                  <a:pt x="7" y="2"/>
                  <a:pt x="11" y="0"/>
                  <a:pt x="15" y="0"/>
                </a:cubicBezTo>
                <a:cubicBezTo>
                  <a:pt x="166" y="0"/>
                  <a:pt x="166" y="0"/>
                  <a:pt x="166" y="0"/>
                </a:cubicBezTo>
                <a:cubicBezTo>
                  <a:pt x="171" y="0"/>
                  <a:pt x="174" y="2"/>
                  <a:pt x="177" y="5"/>
                </a:cubicBezTo>
                <a:cubicBezTo>
                  <a:pt x="180" y="8"/>
                  <a:pt x="181" y="11"/>
                  <a:pt x="181" y="15"/>
                </a:cubicBezTo>
                <a:close/>
                <a:moveTo>
                  <a:pt x="169" y="94"/>
                </a:moveTo>
                <a:cubicBezTo>
                  <a:pt x="169" y="15"/>
                  <a:pt x="169" y="15"/>
                  <a:pt x="169" y="15"/>
                </a:cubicBezTo>
                <a:cubicBezTo>
                  <a:pt x="169" y="15"/>
                  <a:pt x="169" y="14"/>
                  <a:pt x="168" y="13"/>
                </a:cubicBezTo>
                <a:cubicBezTo>
                  <a:pt x="168" y="13"/>
                  <a:pt x="167" y="12"/>
                  <a:pt x="166" y="12"/>
                </a:cubicBezTo>
                <a:cubicBezTo>
                  <a:pt x="15" y="12"/>
                  <a:pt x="15" y="12"/>
                  <a:pt x="15" y="12"/>
                </a:cubicBezTo>
                <a:cubicBezTo>
                  <a:pt x="14" y="12"/>
                  <a:pt x="14" y="13"/>
                  <a:pt x="13" y="13"/>
                </a:cubicBezTo>
                <a:cubicBezTo>
                  <a:pt x="12" y="14"/>
                  <a:pt x="12" y="15"/>
                  <a:pt x="12" y="15"/>
                </a:cubicBezTo>
                <a:cubicBezTo>
                  <a:pt x="12" y="94"/>
                  <a:pt x="12" y="94"/>
                  <a:pt x="12" y="94"/>
                </a:cubicBezTo>
                <a:cubicBezTo>
                  <a:pt x="12" y="95"/>
                  <a:pt x="12" y="96"/>
                  <a:pt x="13" y="96"/>
                </a:cubicBezTo>
                <a:cubicBezTo>
                  <a:pt x="14" y="97"/>
                  <a:pt x="14" y="97"/>
                  <a:pt x="15" y="97"/>
                </a:cubicBezTo>
                <a:cubicBezTo>
                  <a:pt x="166" y="97"/>
                  <a:pt x="166" y="97"/>
                  <a:pt x="166" y="97"/>
                </a:cubicBezTo>
                <a:cubicBezTo>
                  <a:pt x="167" y="97"/>
                  <a:pt x="168" y="97"/>
                  <a:pt x="168" y="96"/>
                </a:cubicBezTo>
                <a:cubicBezTo>
                  <a:pt x="169" y="96"/>
                  <a:pt x="169" y="95"/>
                  <a:pt x="169" y="9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38" name="Freeform 241"/>
          <p:cNvSpPr>
            <a:spLocks noEditPoints="1"/>
          </p:cNvSpPr>
          <p:nvPr/>
        </p:nvSpPr>
        <p:spPr bwMode="auto">
          <a:xfrm>
            <a:off x="1117915" y="3985482"/>
            <a:ext cx="261493" cy="172887"/>
          </a:xfrm>
          <a:custGeom>
            <a:avLst/>
            <a:gdLst>
              <a:gd name="T0" fmla="*/ 167 w 182"/>
              <a:gd name="T1" fmla="*/ 103 h 121"/>
              <a:gd name="T2" fmla="*/ 182 w 182"/>
              <a:gd name="T3" fmla="*/ 103 h 121"/>
              <a:gd name="T4" fmla="*/ 182 w 182"/>
              <a:gd name="T5" fmla="*/ 112 h 121"/>
              <a:gd name="T6" fmla="*/ 178 w 182"/>
              <a:gd name="T7" fmla="*/ 119 h 121"/>
              <a:gd name="T8" fmla="*/ 167 w 182"/>
              <a:gd name="T9" fmla="*/ 121 h 121"/>
              <a:gd name="T10" fmla="*/ 16 w 182"/>
              <a:gd name="T11" fmla="*/ 121 h 121"/>
              <a:gd name="T12" fmla="*/ 5 w 182"/>
              <a:gd name="T13" fmla="*/ 119 h 121"/>
              <a:gd name="T14" fmla="*/ 0 w 182"/>
              <a:gd name="T15" fmla="*/ 112 h 121"/>
              <a:gd name="T16" fmla="*/ 0 w 182"/>
              <a:gd name="T17" fmla="*/ 103 h 121"/>
              <a:gd name="T18" fmla="*/ 16 w 182"/>
              <a:gd name="T19" fmla="*/ 103 h 121"/>
              <a:gd name="T20" fmla="*/ 167 w 182"/>
              <a:gd name="T21" fmla="*/ 103 h 121"/>
              <a:gd name="T22" fmla="*/ 40 w 182"/>
              <a:gd name="T23" fmla="*/ 97 h 121"/>
              <a:gd name="T24" fmla="*/ 29 w 182"/>
              <a:gd name="T25" fmla="*/ 93 h 121"/>
              <a:gd name="T26" fmla="*/ 25 w 182"/>
              <a:gd name="T27" fmla="*/ 82 h 121"/>
              <a:gd name="T28" fmla="*/ 25 w 182"/>
              <a:gd name="T29" fmla="*/ 16 h 121"/>
              <a:gd name="T30" fmla="*/ 29 w 182"/>
              <a:gd name="T31" fmla="*/ 5 h 121"/>
              <a:gd name="T32" fmla="*/ 40 w 182"/>
              <a:gd name="T33" fmla="*/ 0 h 121"/>
              <a:gd name="T34" fmla="*/ 143 w 182"/>
              <a:gd name="T35" fmla="*/ 0 h 121"/>
              <a:gd name="T36" fmla="*/ 153 w 182"/>
              <a:gd name="T37" fmla="*/ 5 h 121"/>
              <a:gd name="T38" fmla="*/ 158 w 182"/>
              <a:gd name="T39" fmla="*/ 16 h 121"/>
              <a:gd name="T40" fmla="*/ 158 w 182"/>
              <a:gd name="T41" fmla="*/ 82 h 121"/>
              <a:gd name="T42" fmla="*/ 153 w 182"/>
              <a:gd name="T43" fmla="*/ 93 h 121"/>
              <a:gd name="T44" fmla="*/ 143 w 182"/>
              <a:gd name="T45" fmla="*/ 97 h 121"/>
              <a:gd name="T46" fmla="*/ 40 w 182"/>
              <a:gd name="T47" fmla="*/ 97 h 121"/>
              <a:gd name="T48" fmla="*/ 37 w 182"/>
              <a:gd name="T49" fmla="*/ 16 h 121"/>
              <a:gd name="T50" fmla="*/ 37 w 182"/>
              <a:gd name="T51" fmla="*/ 82 h 121"/>
              <a:gd name="T52" fmla="*/ 38 w 182"/>
              <a:gd name="T53" fmla="*/ 84 h 121"/>
              <a:gd name="T54" fmla="*/ 40 w 182"/>
              <a:gd name="T55" fmla="*/ 85 h 121"/>
              <a:gd name="T56" fmla="*/ 143 w 182"/>
              <a:gd name="T57" fmla="*/ 85 h 121"/>
              <a:gd name="T58" fmla="*/ 145 w 182"/>
              <a:gd name="T59" fmla="*/ 84 h 121"/>
              <a:gd name="T60" fmla="*/ 146 w 182"/>
              <a:gd name="T61" fmla="*/ 82 h 121"/>
              <a:gd name="T62" fmla="*/ 146 w 182"/>
              <a:gd name="T63" fmla="*/ 16 h 121"/>
              <a:gd name="T64" fmla="*/ 145 w 182"/>
              <a:gd name="T65" fmla="*/ 13 h 121"/>
              <a:gd name="T66" fmla="*/ 143 w 182"/>
              <a:gd name="T67" fmla="*/ 13 h 121"/>
              <a:gd name="T68" fmla="*/ 40 w 182"/>
              <a:gd name="T69" fmla="*/ 13 h 121"/>
              <a:gd name="T70" fmla="*/ 38 w 182"/>
              <a:gd name="T71" fmla="*/ 13 h 121"/>
              <a:gd name="T72" fmla="*/ 37 w 182"/>
              <a:gd name="T73" fmla="*/ 16 h 121"/>
              <a:gd name="T74" fmla="*/ 99 w 182"/>
              <a:gd name="T75" fmla="*/ 112 h 121"/>
              <a:gd name="T76" fmla="*/ 100 w 182"/>
              <a:gd name="T77" fmla="*/ 111 h 121"/>
              <a:gd name="T78" fmla="*/ 99 w 182"/>
              <a:gd name="T79" fmla="*/ 109 h 121"/>
              <a:gd name="T80" fmla="*/ 84 w 182"/>
              <a:gd name="T81" fmla="*/ 109 h 121"/>
              <a:gd name="T82" fmla="*/ 82 w 182"/>
              <a:gd name="T83" fmla="*/ 111 h 121"/>
              <a:gd name="T84" fmla="*/ 84 w 182"/>
              <a:gd name="T85" fmla="*/ 112 h 121"/>
              <a:gd name="T86" fmla="*/ 99 w 182"/>
              <a:gd name="T87" fmla="*/ 112 h 1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82" h="121">
                <a:moveTo>
                  <a:pt x="167" y="103"/>
                </a:moveTo>
                <a:cubicBezTo>
                  <a:pt x="182" y="103"/>
                  <a:pt x="182" y="103"/>
                  <a:pt x="182" y="103"/>
                </a:cubicBezTo>
                <a:cubicBezTo>
                  <a:pt x="182" y="112"/>
                  <a:pt x="182" y="112"/>
                  <a:pt x="182" y="112"/>
                </a:cubicBezTo>
                <a:cubicBezTo>
                  <a:pt x="182" y="115"/>
                  <a:pt x="180" y="117"/>
                  <a:pt x="178" y="119"/>
                </a:cubicBezTo>
                <a:cubicBezTo>
                  <a:pt x="175" y="121"/>
                  <a:pt x="171" y="121"/>
                  <a:pt x="167" y="121"/>
                </a:cubicBezTo>
                <a:cubicBezTo>
                  <a:pt x="16" y="121"/>
                  <a:pt x="16" y="121"/>
                  <a:pt x="16" y="121"/>
                </a:cubicBezTo>
                <a:cubicBezTo>
                  <a:pt x="11" y="121"/>
                  <a:pt x="8" y="121"/>
                  <a:pt x="5" y="119"/>
                </a:cubicBezTo>
                <a:cubicBezTo>
                  <a:pt x="2" y="117"/>
                  <a:pt x="0" y="115"/>
                  <a:pt x="0" y="112"/>
                </a:cubicBezTo>
                <a:cubicBezTo>
                  <a:pt x="0" y="103"/>
                  <a:pt x="0" y="103"/>
                  <a:pt x="0" y="103"/>
                </a:cubicBezTo>
                <a:cubicBezTo>
                  <a:pt x="16" y="103"/>
                  <a:pt x="16" y="103"/>
                  <a:pt x="16" y="103"/>
                </a:cubicBezTo>
                <a:lnTo>
                  <a:pt x="167" y="103"/>
                </a:lnTo>
                <a:close/>
                <a:moveTo>
                  <a:pt x="40" y="97"/>
                </a:moveTo>
                <a:cubicBezTo>
                  <a:pt x="36" y="97"/>
                  <a:pt x="32" y="96"/>
                  <a:pt x="29" y="93"/>
                </a:cubicBezTo>
                <a:cubicBezTo>
                  <a:pt x="26" y="90"/>
                  <a:pt x="25" y="86"/>
                  <a:pt x="25" y="82"/>
                </a:cubicBezTo>
                <a:cubicBezTo>
                  <a:pt x="25" y="16"/>
                  <a:pt x="25" y="16"/>
                  <a:pt x="25" y="16"/>
                </a:cubicBezTo>
                <a:cubicBezTo>
                  <a:pt x="25" y="11"/>
                  <a:pt x="26" y="8"/>
                  <a:pt x="29" y="5"/>
                </a:cubicBezTo>
                <a:cubicBezTo>
                  <a:pt x="32" y="2"/>
                  <a:pt x="36" y="0"/>
                  <a:pt x="40" y="0"/>
                </a:cubicBezTo>
                <a:cubicBezTo>
                  <a:pt x="143" y="0"/>
                  <a:pt x="143" y="0"/>
                  <a:pt x="143" y="0"/>
                </a:cubicBezTo>
                <a:cubicBezTo>
                  <a:pt x="147" y="0"/>
                  <a:pt x="150" y="2"/>
                  <a:pt x="153" y="5"/>
                </a:cubicBezTo>
                <a:cubicBezTo>
                  <a:pt x="156" y="8"/>
                  <a:pt x="158" y="11"/>
                  <a:pt x="158" y="16"/>
                </a:cubicBezTo>
                <a:cubicBezTo>
                  <a:pt x="158" y="82"/>
                  <a:pt x="158" y="82"/>
                  <a:pt x="158" y="82"/>
                </a:cubicBezTo>
                <a:cubicBezTo>
                  <a:pt x="158" y="86"/>
                  <a:pt x="156" y="90"/>
                  <a:pt x="153" y="93"/>
                </a:cubicBezTo>
                <a:cubicBezTo>
                  <a:pt x="150" y="96"/>
                  <a:pt x="147" y="97"/>
                  <a:pt x="143" y="97"/>
                </a:cubicBezTo>
                <a:lnTo>
                  <a:pt x="40" y="97"/>
                </a:lnTo>
                <a:close/>
                <a:moveTo>
                  <a:pt x="37" y="16"/>
                </a:moveTo>
                <a:cubicBezTo>
                  <a:pt x="37" y="82"/>
                  <a:pt x="37" y="82"/>
                  <a:pt x="37" y="82"/>
                </a:cubicBezTo>
                <a:cubicBezTo>
                  <a:pt x="37" y="83"/>
                  <a:pt x="37" y="84"/>
                  <a:pt x="38" y="84"/>
                </a:cubicBezTo>
                <a:cubicBezTo>
                  <a:pt x="38" y="85"/>
                  <a:pt x="39" y="85"/>
                  <a:pt x="40" y="85"/>
                </a:cubicBezTo>
                <a:cubicBezTo>
                  <a:pt x="143" y="85"/>
                  <a:pt x="143" y="85"/>
                  <a:pt x="143" y="85"/>
                </a:cubicBezTo>
                <a:cubicBezTo>
                  <a:pt x="143" y="85"/>
                  <a:pt x="144" y="85"/>
                  <a:pt x="145" y="84"/>
                </a:cubicBezTo>
                <a:cubicBezTo>
                  <a:pt x="145" y="84"/>
                  <a:pt x="146" y="83"/>
                  <a:pt x="146" y="82"/>
                </a:cubicBezTo>
                <a:cubicBezTo>
                  <a:pt x="146" y="16"/>
                  <a:pt x="146" y="16"/>
                  <a:pt x="146" y="16"/>
                </a:cubicBezTo>
                <a:cubicBezTo>
                  <a:pt x="146" y="15"/>
                  <a:pt x="145" y="14"/>
                  <a:pt x="145" y="13"/>
                </a:cubicBezTo>
                <a:cubicBezTo>
                  <a:pt x="144" y="13"/>
                  <a:pt x="143" y="13"/>
                  <a:pt x="143" y="13"/>
                </a:cubicBezTo>
                <a:cubicBezTo>
                  <a:pt x="40" y="13"/>
                  <a:pt x="40" y="13"/>
                  <a:pt x="40" y="13"/>
                </a:cubicBezTo>
                <a:cubicBezTo>
                  <a:pt x="39" y="13"/>
                  <a:pt x="38" y="13"/>
                  <a:pt x="38" y="13"/>
                </a:cubicBezTo>
                <a:cubicBezTo>
                  <a:pt x="37" y="14"/>
                  <a:pt x="37" y="15"/>
                  <a:pt x="37" y="16"/>
                </a:cubicBezTo>
                <a:close/>
                <a:moveTo>
                  <a:pt x="99" y="112"/>
                </a:moveTo>
                <a:cubicBezTo>
                  <a:pt x="100" y="112"/>
                  <a:pt x="100" y="112"/>
                  <a:pt x="100" y="111"/>
                </a:cubicBezTo>
                <a:cubicBezTo>
                  <a:pt x="100" y="110"/>
                  <a:pt x="100" y="109"/>
                  <a:pt x="99" y="109"/>
                </a:cubicBezTo>
                <a:cubicBezTo>
                  <a:pt x="84" y="109"/>
                  <a:pt x="84" y="109"/>
                  <a:pt x="84" y="109"/>
                </a:cubicBezTo>
                <a:cubicBezTo>
                  <a:pt x="83" y="109"/>
                  <a:pt x="82" y="110"/>
                  <a:pt x="82" y="111"/>
                </a:cubicBezTo>
                <a:cubicBezTo>
                  <a:pt x="82" y="112"/>
                  <a:pt x="83" y="112"/>
                  <a:pt x="84" y="112"/>
                </a:cubicBezTo>
                <a:lnTo>
                  <a:pt x="99" y="112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39" name="Freeform 242"/>
          <p:cNvSpPr>
            <a:spLocks noEditPoints="1"/>
          </p:cNvSpPr>
          <p:nvPr/>
        </p:nvSpPr>
        <p:spPr bwMode="auto">
          <a:xfrm>
            <a:off x="1442081" y="3968193"/>
            <a:ext cx="157761" cy="190176"/>
          </a:xfrm>
          <a:custGeom>
            <a:avLst/>
            <a:gdLst>
              <a:gd name="T0" fmla="*/ 109 w 109"/>
              <a:gd name="T1" fmla="*/ 15 h 133"/>
              <a:gd name="T2" fmla="*/ 109 w 109"/>
              <a:gd name="T3" fmla="*/ 118 h 133"/>
              <a:gd name="T4" fmla="*/ 104 w 109"/>
              <a:gd name="T5" fmla="*/ 129 h 133"/>
              <a:gd name="T6" fmla="*/ 94 w 109"/>
              <a:gd name="T7" fmla="*/ 133 h 133"/>
              <a:gd name="T8" fmla="*/ 15 w 109"/>
              <a:gd name="T9" fmla="*/ 133 h 133"/>
              <a:gd name="T10" fmla="*/ 4 w 109"/>
              <a:gd name="T11" fmla="*/ 129 h 133"/>
              <a:gd name="T12" fmla="*/ 0 w 109"/>
              <a:gd name="T13" fmla="*/ 118 h 133"/>
              <a:gd name="T14" fmla="*/ 0 w 109"/>
              <a:gd name="T15" fmla="*/ 15 h 133"/>
              <a:gd name="T16" fmla="*/ 4 w 109"/>
              <a:gd name="T17" fmla="*/ 5 h 133"/>
              <a:gd name="T18" fmla="*/ 15 w 109"/>
              <a:gd name="T19" fmla="*/ 0 h 133"/>
              <a:gd name="T20" fmla="*/ 94 w 109"/>
              <a:gd name="T21" fmla="*/ 0 h 133"/>
              <a:gd name="T22" fmla="*/ 104 w 109"/>
              <a:gd name="T23" fmla="*/ 5 h 133"/>
              <a:gd name="T24" fmla="*/ 109 w 109"/>
              <a:gd name="T25" fmla="*/ 15 h 133"/>
              <a:gd name="T26" fmla="*/ 97 w 109"/>
              <a:gd name="T27" fmla="*/ 106 h 133"/>
              <a:gd name="T28" fmla="*/ 97 w 109"/>
              <a:gd name="T29" fmla="*/ 15 h 133"/>
              <a:gd name="T30" fmla="*/ 96 w 109"/>
              <a:gd name="T31" fmla="*/ 13 h 133"/>
              <a:gd name="T32" fmla="*/ 94 w 109"/>
              <a:gd name="T33" fmla="*/ 12 h 133"/>
              <a:gd name="T34" fmla="*/ 15 w 109"/>
              <a:gd name="T35" fmla="*/ 12 h 133"/>
              <a:gd name="T36" fmla="*/ 13 w 109"/>
              <a:gd name="T37" fmla="*/ 13 h 133"/>
              <a:gd name="T38" fmla="*/ 12 w 109"/>
              <a:gd name="T39" fmla="*/ 15 h 133"/>
              <a:gd name="T40" fmla="*/ 12 w 109"/>
              <a:gd name="T41" fmla="*/ 106 h 133"/>
              <a:gd name="T42" fmla="*/ 13 w 109"/>
              <a:gd name="T43" fmla="*/ 108 h 133"/>
              <a:gd name="T44" fmla="*/ 15 w 109"/>
              <a:gd name="T45" fmla="*/ 109 h 133"/>
              <a:gd name="T46" fmla="*/ 94 w 109"/>
              <a:gd name="T47" fmla="*/ 109 h 133"/>
              <a:gd name="T48" fmla="*/ 96 w 109"/>
              <a:gd name="T49" fmla="*/ 108 h 133"/>
              <a:gd name="T50" fmla="*/ 97 w 109"/>
              <a:gd name="T51" fmla="*/ 106 h 133"/>
              <a:gd name="T52" fmla="*/ 59 w 109"/>
              <a:gd name="T53" fmla="*/ 126 h 133"/>
              <a:gd name="T54" fmla="*/ 60 w 109"/>
              <a:gd name="T55" fmla="*/ 121 h 133"/>
              <a:gd name="T56" fmla="*/ 59 w 109"/>
              <a:gd name="T57" fmla="*/ 117 h 133"/>
              <a:gd name="T58" fmla="*/ 54 w 109"/>
              <a:gd name="T59" fmla="*/ 115 h 133"/>
              <a:gd name="T60" fmla="*/ 50 w 109"/>
              <a:gd name="T61" fmla="*/ 117 h 133"/>
              <a:gd name="T62" fmla="*/ 48 w 109"/>
              <a:gd name="T63" fmla="*/ 121 h 133"/>
              <a:gd name="T64" fmla="*/ 50 w 109"/>
              <a:gd name="T65" fmla="*/ 126 h 133"/>
              <a:gd name="T66" fmla="*/ 54 w 109"/>
              <a:gd name="T67" fmla="*/ 127 h 133"/>
              <a:gd name="T68" fmla="*/ 59 w 109"/>
              <a:gd name="T69" fmla="*/ 126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09" h="133">
                <a:moveTo>
                  <a:pt x="109" y="15"/>
                </a:moveTo>
                <a:cubicBezTo>
                  <a:pt x="109" y="118"/>
                  <a:pt x="109" y="118"/>
                  <a:pt x="109" y="118"/>
                </a:cubicBezTo>
                <a:cubicBezTo>
                  <a:pt x="109" y="122"/>
                  <a:pt x="107" y="126"/>
                  <a:pt x="104" y="129"/>
                </a:cubicBezTo>
                <a:cubicBezTo>
                  <a:pt x="101" y="132"/>
                  <a:pt x="98" y="133"/>
                  <a:pt x="94" y="133"/>
                </a:cubicBezTo>
                <a:cubicBezTo>
                  <a:pt x="15" y="133"/>
                  <a:pt x="15" y="133"/>
                  <a:pt x="15" y="133"/>
                </a:cubicBezTo>
                <a:cubicBezTo>
                  <a:pt x="11" y="133"/>
                  <a:pt x="7" y="132"/>
                  <a:pt x="4" y="129"/>
                </a:cubicBezTo>
                <a:cubicBezTo>
                  <a:pt x="1" y="126"/>
                  <a:pt x="0" y="122"/>
                  <a:pt x="0" y="118"/>
                </a:cubicBezTo>
                <a:cubicBezTo>
                  <a:pt x="0" y="15"/>
                  <a:pt x="0" y="15"/>
                  <a:pt x="0" y="15"/>
                </a:cubicBezTo>
                <a:cubicBezTo>
                  <a:pt x="0" y="11"/>
                  <a:pt x="1" y="8"/>
                  <a:pt x="4" y="5"/>
                </a:cubicBezTo>
                <a:cubicBezTo>
                  <a:pt x="7" y="2"/>
                  <a:pt x="11" y="0"/>
                  <a:pt x="15" y="0"/>
                </a:cubicBezTo>
                <a:cubicBezTo>
                  <a:pt x="94" y="0"/>
                  <a:pt x="94" y="0"/>
                  <a:pt x="94" y="0"/>
                </a:cubicBezTo>
                <a:cubicBezTo>
                  <a:pt x="98" y="0"/>
                  <a:pt x="101" y="2"/>
                  <a:pt x="104" y="5"/>
                </a:cubicBezTo>
                <a:cubicBezTo>
                  <a:pt x="107" y="8"/>
                  <a:pt x="109" y="11"/>
                  <a:pt x="109" y="15"/>
                </a:cubicBezTo>
                <a:close/>
                <a:moveTo>
                  <a:pt x="97" y="106"/>
                </a:moveTo>
                <a:cubicBezTo>
                  <a:pt x="97" y="15"/>
                  <a:pt x="97" y="15"/>
                  <a:pt x="97" y="15"/>
                </a:cubicBezTo>
                <a:cubicBezTo>
                  <a:pt x="97" y="15"/>
                  <a:pt x="96" y="14"/>
                  <a:pt x="96" y="13"/>
                </a:cubicBezTo>
                <a:cubicBezTo>
                  <a:pt x="95" y="13"/>
                  <a:pt x="95" y="12"/>
                  <a:pt x="94" y="12"/>
                </a:cubicBezTo>
                <a:cubicBezTo>
                  <a:pt x="15" y="12"/>
                  <a:pt x="15" y="12"/>
                  <a:pt x="15" y="12"/>
                </a:cubicBezTo>
                <a:cubicBezTo>
                  <a:pt x="14" y="12"/>
                  <a:pt x="14" y="13"/>
                  <a:pt x="13" y="13"/>
                </a:cubicBezTo>
                <a:cubicBezTo>
                  <a:pt x="12" y="14"/>
                  <a:pt x="12" y="15"/>
                  <a:pt x="12" y="15"/>
                </a:cubicBezTo>
                <a:cubicBezTo>
                  <a:pt x="12" y="106"/>
                  <a:pt x="12" y="106"/>
                  <a:pt x="12" y="106"/>
                </a:cubicBezTo>
                <a:cubicBezTo>
                  <a:pt x="12" y="107"/>
                  <a:pt x="12" y="108"/>
                  <a:pt x="13" y="108"/>
                </a:cubicBezTo>
                <a:cubicBezTo>
                  <a:pt x="14" y="109"/>
                  <a:pt x="14" y="109"/>
                  <a:pt x="15" y="109"/>
                </a:cubicBezTo>
                <a:cubicBezTo>
                  <a:pt x="94" y="109"/>
                  <a:pt x="94" y="109"/>
                  <a:pt x="94" y="109"/>
                </a:cubicBezTo>
                <a:cubicBezTo>
                  <a:pt x="95" y="109"/>
                  <a:pt x="95" y="109"/>
                  <a:pt x="96" y="108"/>
                </a:cubicBezTo>
                <a:cubicBezTo>
                  <a:pt x="96" y="108"/>
                  <a:pt x="97" y="107"/>
                  <a:pt x="97" y="106"/>
                </a:cubicBezTo>
                <a:close/>
                <a:moveTo>
                  <a:pt x="59" y="126"/>
                </a:moveTo>
                <a:cubicBezTo>
                  <a:pt x="60" y="124"/>
                  <a:pt x="60" y="123"/>
                  <a:pt x="60" y="121"/>
                </a:cubicBezTo>
                <a:cubicBezTo>
                  <a:pt x="60" y="120"/>
                  <a:pt x="60" y="118"/>
                  <a:pt x="59" y="117"/>
                </a:cubicBezTo>
                <a:cubicBezTo>
                  <a:pt x="57" y="116"/>
                  <a:pt x="56" y="115"/>
                  <a:pt x="54" y="115"/>
                </a:cubicBezTo>
                <a:cubicBezTo>
                  <a:pt x="53" y="115"/>
                  <a:pt x="51" y="116"/>
                  <a:pt x="50" y="117"/>
                </a:cubicBezTo>
                <a:cubicBezTo>
                  <a:pt x="49" y="118"/>
                  <a:pt x="48" y="120"/>
                  <a:pt x="48" y="121"/>
                </a:cubicBezTo>
                <a:cubicBezTo>
                  <a:pt x="48" y="123"/>
                  <a:pt x="49" y="124"/>
                  <a:pt x="50" y="126"/>
                </a:cubicBezTo>
                <a:cubicBezTo>
                  <a:pt x="51" y="127"/>
                  <a:pt x="53" y="127"/>
                  <a:pt x="54" y="127"/>
                </a:cubicBezTo>
                <a:cubicBezTo>
                  <a:pt x="56" y="127"/>
                  <a:pt x="57" y="127"/>
                  <a:pt x="59" y="126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40" name="Freeform 243"/>
          <p:cNvSpPr>
            <a:spLocks noEditPoints="1"/>
          </p:cNvSpPr>
          <p:nvPr/>
        </p:nvSpPr>
        <p:spPr bwMode="auto">
          <a:xfrm>
            <a:off x="1664674" y="3985482"/>
            <a:ext cx="101572" cy="172887"/>
          </a:xfrm>
          <a:custGeom>
            <a:avLst/>
            <a:gdLst>
              <a:gd name="T0" fmla="*/ 72 w 72"/>
              <a:gd name="T1" fmla="*/ 13 h 121"/>
              <a:gd name="T2" fmla="*/ 72 w 72"/>
              <a:gd name="T3" fmla="*/ 109 h 121"/>
              <a:gd name="T4" fmla="*/ 69 w 72"/>
              <a:gd name="T5" fmla="*/ 118 h 121"/>
              <a:gd name="T6" fmla="*/ 60 w 72"/>
              <a:gd name="T7" fmla="*/ 121 h 121"/>
              <a:gd name="T8" fmla="*/ 12 w 72"/>
              <a:gd name="T9" fmla="*/ 121 h 121"/>
              <a:gd name="T10" fmla="*/ 3 w 72"/>
              <a:gd name="T11" fmla="*/ 118 h 121"/>
              <a:gd name="T12" fmla="*/ 0 w 72"/>
              <a:gd name="T13" fmla="*/ 109 h 121"/>
              <a:gd name="T14" fmla="*/ 0 w 72"/>
              <a:gd name="T15" fmla="*/ 13 h 121"/>
              <a:gd name="T16" fmla="*/ 3 w 72"/>
              <a:gd name="T17" fmla="*/ 4 h 121"/>
              <a:gd name="T18" fmla="*/ 12 w 72"/>
              <a:gd name="T19" fmla="*/ 0 h 121"/>
              <a:gd name="T20" fmla="*/ 60 w 72"/>
              <a:gd name="T21" fmla="*/ 0 h 121"/>
              <a:gd name="T22" fmla="*/ 69 w 72"/>
              <a:gd name="T23" fmla="*/ 4 h 121"/>
              <a:gd name="T24" fmla="*/ 72 w 72"/>
              <a:gd name="T25" fmla="*/ 13 h 121"/>
              <a:gd name="T26" fmla="*/ 63 w 72"/>
              <a:gd name="T27" fmla="*/ 94 h 121"/>
              <a:gd name="T28" fmla="*/ 63 w 72"/>
              <a:gd name="T29" fmla="*/ 28 h 121"/>
              <a:gd name="T30" fmla="*/ 62 w 72"/>
              <a:gd name="T31" fmla="*/ 26 h 121"/>
              <a:gd name="T32" fmla="*/ 60 w 72"/>
              <a:gd name="T33" fmla="*/ 25 h 121"/>
              <a:gd name="T34" fmla="*/ 12 w 72"/>
              <a:gd name="T35" fmla="*/ 25 h 121"/>
              <a:gd name="T36" fmla="*/ 10 w 72"/>
              <a:gd name="T37" fmla="*/ 26 h 121"/>
              <a:gd name="T38" fmla="*/ 9 w 72"/>
              <a:gd name="T39" fmla="*/ 28 h 121"/>
              <a:gd name="T40" fmla="*/ 9 w 72"/>
              <a:gd name="T41" fmla="*/ 94 h 121"/>
              <a:gd name="T42" fmla="*/ 10 w 72"/>
              <a:gd name="T43" fmla="*/ 96 h 121"/>
              <a:gd name="T44" fmla="*/ 12 w 72"/>
              <a:gd name="T45" fmla="*/ 97 h 121"/>
              <a:gd name="T46" fmla="*/ 60 w 72"/>
              <a:gd name="T47" fmla="*/ 97 h 121"/>
              <a:gd name="T48" fmla="*/ 62 w 72"/>
              <a:gd name="T49" fmla="*/ 96 h 121"/>
              <a:gd name="T50" fmla="*/ 63 w 72"/>
              <a:gd name="T51" fmla="*/ 94 h 121"/>
              <a:gd name="T52" fmla="*/ 45 w 72"/>
              <a:gd name="T53" fmla="*/ 14 h 121"/>
              <a:gd name="T54" fmla="*/ 44 w 72"/>
              <a:gd name="T55" fmla="*/ 13 h 121"/>
              <a:gd name="T56" fmla="*/ 29 w 72"/>
              <a:gd name="T57" fmla="*/ 13 h 121"/>
              <a:gd name="T58" fmla="*/ 27 w 72"/>
              <a:gd name="T59" fmla="*/ 14 h 121"/>
              <a:gd name="T60" fmla="*/ 29 w 72"/>
              <a:gd name="T61" fmla="*/ 16 h 121"/>
              <a:gd name="T62" fmla="*/ 44 w 72"/>
              <a:gd name="T63" fmla="*/ 16 h 121"/>
              <a:gd name="T64" fmla="*/ 45 w 72"/>
              <a:gd name="T65" fmla="*/ 14 h 121"/>
              <a:gd name="T66" fmla="*/ 41 w 72"/>
              <a:gd name="T67" fmla="*/ 115 h 121"/>
              <a:gd name="T68" fmla="*/ 44 w 72"/>
              <a:gd name="T69" fmla="*/ 109 h 121"/>
              <a:gd name="T70" fmla="*/ 41 w 72"/>
              <a:gd name="T71" fmla="*/ 104 h 121"/>
              <a:gd name="T72" fmla="*/ 36 w 72"/>
              <a:gd name="T73" fmla="*/ 102 h 121"/>
              <a:gd name="T74" fmla="*/ 31 w 72"/>
              <a:gd name="T75" fmla="*/ 104 h 121"/>
              <a:gd name="T76" fmla="*/ 29 w 72"/>
              <a:gd name="T77" fmla="*/ 109 h 121"/>
              <a:gd name="T78" fmla="*/ 31 w 72"/>
              <a:gd name="T79" fmla="*/ 115 h 121"/>
              <a:gd name="T80" fmla="*/ 36 w 72"/>
              <a:gd name="T81" fmla="*/ 117 h 121"/>
              <a:gd name="T82" fmla="*/ 41 w 72"/>
              <a:gd name="T83" fmla="*/ 115 h 1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72" h="121">
                <a:moveTo>
                  <a:pt x="72" y="13"/>
                </a:moveTo>
                <a:cubicBezTo>
                  <a:pt x="72" y="109"/>
                  <a:pt x="72" y="109"/>
                  <a:pt x="72" y="109"/>
                </a:cubicBezTo>
                <a:cubicBezTo>
                  <a:pt x="72" y="113"/>
                  <a:pt x="71" y="115"/>
                  <a:pt x="69" y="118"/>
                </a:cubicBezTo>
                <a:cubicBezTo>
                  <a:pt x="66" y="120"/>
                  <a:pt x="64" y="121"/>
                  <a:pt x="60" y="121"/>
                </a:cubicBezTo>
                <a:cubicBezTo>
                  <a:pt x="12" y="121"/>
                  <a:pt x="12" y="121"/>
                  <a:pt x="12" y="121"/>
                </a:cubicBezTo>
                <a:cubicBezTo>
                  <a:pt x="9" y="121"/>
                  <a:pt x="6" y="120"/>
                  <a:pt x="3" y="118"/>
                </a:cubicBezTo>
                <a:cubicBezTo>
                  <a:pt x="1" y="115"/>
                  <a:pt x="0" y="113"/>
                  <a:pt x="0" y="109"/>
                </a:cubicBezTo>
                <a:cubicBezTo>
                  <a:pt x="0" y="13"/>
                  <a:pt x="0" y="13"/>
                  <a:pt x="0" y="13"/>
                </a:cubicBezTo>
                <a:cubicBezTo>
                  <a:pt x="0" y="9"/>
                  <a:pt x="1" y="6"/>
                  <a:pt x="3" y="4"/>
                </a:cubicBezTo>
                <a:cubicBezTo>
                  <a:pt x="6" y="2"/>
                  <a:pt x="9" y="0"/>
                  <a:pt x="12" y="0"/>
                </a:cubicBezTo>
                <a:cubicBezTo>
                  <a:pt x="60" y="0"/>
                  <a:pt x="60" y="0"/>
                  <a:pt x="60" y="0"/>
                </a:cubicBezTo>
                <a:cubicBezTo>
                  <a:pt x="64" y="0"/>
                  <a:pt x="66" y="2"/>
                  <a:pt x="69" y="4"/>
                </a:cubicBezTo>
                <a:cubicBezTo>
                  <a:pt x="71" y="6"/>
                  <a:pt x="72" y="9"/>
                  <a:pt x="72" y="13"/>
                </a:cubicBezTo>
                <a:close/>
                <a:moveTo>
                  <a:pt x="63" y="94"/>
                </a:moveTo>
                <a:cubicBezTo>
                  <a:pt x="63" y="28"/>
                  <a:pt x="63" y="28"/>
                  <a:pt x="63" y="28"/>
                </a:cubicBezTo>
                <a:cubicBezTo>
                  <a:pt x="63" y="27"/>
                  <a:pt x="63" y="26"/>
                  <a:pt x="62" y="26"/>
                </a:cubicBezTo>
                <a:cubicBezTo>
                  <a:pt x="62" y="25"/>
                  <a:pt x="61" y="25"/>
                  <a:pt x="60" y="25"/>
                </a:cubicBezTo>
                <a:cubicBezTo>
                  <a:pt x="12" y="25"/>
                  <a:pt x="12" y="25"/>
                  <a:pt x="12" y="25"/>
                </a:cubicBezTo>
                <a:cubicBezTo>
                  <a:pt x="11" y="25"/>
                  <a:pt x="10" y="25"/>
                  <a:pt x="10" y="26"/>
                </a:cubicBezTo>
                <a:cubicBezTo>
                  <a:pt x="9" y="26"/>
                  <a:pt x="9" y="27"/>
                  <a:pt x="9" y="28"/>
                </a:cubicBezTo>
                <a:cubicBezTo>
                  <a:pt x="9" y="94"/>
                  <a:pt x="9" y="94"/>
                  <a:pt x="9" y="94"/>
                </a:cubicBezTo>
                <a:cubicBezTo>
                  <a:pt x="9" y="95"/>
                  <a:pt x="9" y="96"/>
                  <a:pt x="10" y="96"/>
                </a:cubicBezTo>
                <a:cubicBezTo>
                  <a:pt x="10" y="97"/>
                  <a:pt x="11" y="97"/>
                  <a:pt x="12" y="97"/>
                </a:cubicBezTo>
                <a:cubicBezTo>
                  <a:pt x="60" y="97"/>
                  <a:pt x="60" y="97"/>
                  <a:pt x="60" y="97"/>
                </a:cubicBezTo>
                <a:cubicBezTo>
                  <a:pt x="61" y="97"/>
                  <a:pt x="62" y="97"/>
                  <a:pt x="62" y="96"/>
                </a:cubicBezTo>
                <a:cubicBezTo>
                  <a:pt x="63" y="96"/>
                  <a:pt x="63" y="95"/>
                  <a:pt x="63" y="94"/>
                </a:cubicBezTo>
                <a:close/>
                <a:moveTo>
                  <a:pt x="45" y="14"/>
                </a:moveTo>
                <a:cubicBezTo>
                  <a:pt x="45" y="13"/>
                  <a:pt x="45" y="13"/>
                  <a:pt x="44" y="13"/>
                </a:cubicBezTo>
                <a:cubicBezTo>
                  <a:pt x="29" y="13"/>
                  <a:pt x="29" y="13"/>
                  <a:pt x="29" y="13"/>
                </a:cubicBezTo>
                <a:cubicBezTo>
                  <a:pt x="28" y="13"/>
                  <a:pt x="27" y="13"/>
                  <a:pt x="27" y="14"/>
                </a:cubicBezTo>
                <a:cubicBezTo>
                  <a:pt x="27" y="15"/>
                  <a:pt x="28" y="16"/>
                  <a:pt x="29" y="16"/>
                </a:cubicBezTo>
                <a:cubicBezTo>
                  <a:pt x="44" y="16"/>
                  <a:pt x="44" y="16"/>
                  <a:pt x="44" y="16"/>
                </a:cubicBezTo>
                <a:cubicBezTo>
                  <a:pt x="45" y="16"/>
                  <a:pt x="45" y="15"/>
                  <a:pt x="45" y="14"/>
                </a:cubicBezTo>
                <a:close/>
                <a:moveTo>
                  <a:pt x="41" y="115"/>
                </a:moveTo>
                <a:cubicBezTo>
                  <a:pt x="43" y="113"/>
                  <a:pt x="44" y="111"/>
                  <a:pt x="44" y="109"/>
                </a:cubicBezTo>
                <a:cubicBezTo>
                  <a:pt x="44" y="107"/>
                  <a:pt x="43" y="105"/>
                  <a:pt x="41" y="104"/>
                </a:cubicBezTo>
                <a:cubicBezTo>
                  <a:pt x="40" y="103"/>
                  <a:pt x="38" y="102"/>
                  <a:pt x="36" y="102"/>
                </a:cubicBezTo>
                <a:cubicBezTo>
                  <a:pt x="34" y="102"/>
                  <a:pt x="32" y="103"/>
                  <a:pt x="31" y="104"/>
                </a:cubicBezTo>
                <a:cubicBezTo>
                  <a:pt x="29" y="105"/>
                  <a:pt x="29" y="107"/>
                  <a:pt x="29" y="109"/>
                </a:cubicBezTo>
                <a:cubicBezTo>
                  <a:pt x="29" y="111"/>
                  <a:pt x="29" y="113"/>
                  <a:pt x="31" y="115"/>
                </a:cubicBezTo>
                <a:cubicBezTo>
                  <a:pt x="32" y="116"/>
                  <a:pt x="34" y="117"/>
                  <a:pt x="36" y="117"/>
                </a:cubicBezTo>
                <a:cubicBezTo>
                  <a:pt x="38" y="117"/>
                  <a:pt x="40" y="116"/>
                  <a:pt x="41" y="115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41" name="Freeform 244"/>
          <p:cNvSpPr>
            <a:spLocks noEditPoints="1"/>
          </p:cNvSpPr>
          <p:nvPr/>
        </p:nvSpPr>
        <p:spPr bwMode="auto">
          <a:xfrm>
            <a:off x="1831076" y="3968193"/>
            <a:ext cx="209627" cy="209627"/>
          </a:xfrm>
          <a:custGeom>
            <a:avLst/>
            <a:gdLst>
              <a:gd name="T0" fmla="*/ 136 w 146"/>
              <a:gd name="T1" fmla="*/ 36 h 146"/>
              <a:gd name="T2" fmla="*/ 146 w 146"/>
              <a:gd name="T3" fmla="*/ 73 h 146"/>
              <a:gd name="T4" fmla="*/ 136 w 146"/>
              <a:gd name="T5" fmla="*/ 109 h 146"/>
              <a:gd name="T6" fmla="*/ 109 w 146"/>
              <a:gd name="T7" fmla="*/ 136 h 146"/>
              <a:gd name="T8" fmla="*/ 73 w 146"/>
              <a:gd name="T9" fmla="*/ 146 h 146"/>
              <a:gd name="T10" fmla="*/ 37 w 146"/>
              <a:gd name="T11" fmla="*/ 136 h 146"/>
              <a:gd name="T12" fmla="*/ 10 w 146"/>
              <a:gd name="T13" fmla="*/ 109 h 146"/>
              <a:gd name="T14" fmla="*/ 0 w 146"/>
              <a:gd name="T15" fmla="*/ 73 h 146"/>
              <a:gd name="T16" fmla="*/ 10 w 146"/>
              <a:gd name="T17" fmla="*/ 36 h 146"/>
              <a:gd name="T18" fmla="*/ 37 w 146"/>
              <a:gd name="T19" fmla="*/ 10 h 146"/>
              <a:gd name="T20" fmla="*/ 73 w 146"/>
              <a:gd name="T21" fmla="*/ 0 h 146"/>
              <a:gd name="T22" fmla="*/ 109 w 146"/>
              <a:gd name="T23" fmla="*/ 10 h 146"/>
              <a:gd name="T24" fmla="*/ 136 w 146"/>
              <a:gd name="T25" fmla="*/ 36 h 146"/>
              <a:gd name="T26" fmla="*/ 99 w 146"/>
              <a:gd name="T27" fmla="*/ 28 h 146"/>
              <a:gd name="T28" fmla="*/ 73 w 146"/>
              <a:gd name="T29" fmla="*/ 21 h 146"/>
              <a:gd name="T30" fmla="*/ 47 w 146"/>
              <a:gd name="T31" fmla="*/ 28 h 146"/>
              <a:gd name="T32" fmla="*/ 29 w 146"/>
              <a:gd name="T33" fmla="*/ 47 h 146"/>
              <a:gd name="T34" fmla="*/ 22 w 146"/>
              <a:gd name="T35" fmla="*/ 73 h 146"/>
              <a:gd name="T36" fmla="*/ 29 w 146"/>
              <a:gd name="T37" fmla="*/ 99 h 146"/>
              <a:gd name="T38" fmla="*/ 47 w 146"/>
              <a:gd name="T39" fmla="*/ 117 h 146"/>
              <a:gd name="T40" fmla="*/ 73 w 146"/>
              <a:gd name="T41" fmla="*/ 124 h 146"/>
              <a:gd name="T42" fmla="*/ 99 w 146"/>
              <a:gd name="T43" fmla="*/ 117 h 146"/>
              <a:gd name="T44" fmla="*/ 118 w 146"/>
              <a:gd name="T45" fmla="*/ 99 h 146"/>
              <a:gd name="T46" fmla="*/ 124 w 146"/>
              <a:gd name="T47" fmla="*/ 73 h 146"/>
              <a:gd name="T48" fmla="*/ 118 w 146"/>
              <a:gd name="T49" fmla="*/ 47 h 146"/>
              <a:gd name="T50" fmla="*/ 99 w 146"/>
              <a:gd name="T51" fmla="*/ 28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146" h="146">
                <a:moveTo>
                  <a:pt x="136" y="36"/>
                </a:moveTo>
                <a:cubicBezTo>
                  <a:pt x="142" y="48"/>
                  <a:pt x="146" y="60"/>
                  <a:pt x="146" y="73"/>
                </a:cubicBezTo>
                <a:cubicBezTo>
                  <a:pt x="146" y="86"/>
                  <a:pt x="142" y="98"/>
                  <a:pt x="136" y="109"/>
                </a:cubicBezTo>
                <a:cubicBezTo>
                  <a:pt x="129" y="121"/>
                  <a:pt x="121" y="129"/>
                  <a:pt x="109" y="136"/>
                </a:cubicBezTo>
                <a:cubicBezTo>
                  <a:pt x="98" y="142"/>
                  <a:pt x="86" y="146"/>
                  <a:pt x="73" y="146"/>
                </a:cubicBezTo>
                <a:cubicBezTo>
                  <a:pt x="60" y="146"/>
                  <a:pt x="48" y="142"/>
                  <a:pt x="37" y="136"/>
                </a:cubicBezTo>
                <a:cubicBezTo>
                  <a:pt x="25" y="129"/>
                  <a:pt x="17" y="121"/>
                  <a:pt x="10" y="109"/>
                </a:cubicBezTo>
                <a:cubicBezTo>
                  <a:pt x="4" y="98"/>
                  <a:pt x="0" y="86"/>
                  <a:pt x="0" y="73"/>
                </a:cubicBezTo>
                <a:cubicBezTo>
                  <a:pt x="0" y="60"/>
                  <a:pt x="4" y="48"/>
                  <a:pt x="10" y="36"/>
                </a:cubicBezTo>
                <a:cubicBezTo>
                  <a:pt x="17" y="25"/>
                  <a:pt x="25" y="17"/>
                  <a:pt x="37" y="10"/>
                </a:cubicBezTo>
                <a:cubicBezTo>
                  <a:pt x="48" y="4"/>
                  <a:pt x="60" y="0"/>
                  <a:pt x="73" y="0"/>
                </a:cubicBezTo>
                <a:cubicBezTo>
                  <a:pt x="86" y="0"/>
                  <a:pt x="98" y="4"/>
                  <a:pt x="109" y="10"/>
                </a:cubicBezTo>
                <a:cubicBezTo>
                  <a:pt x="121" y="17"/>
                  <a:pt x="129" y="25"/>
                  <a:pt x="136" y="36"/>
                </a:cubicBezTo>
                <a:close/>
                <a:moveTo>
                  <a:pt x="99" y="28"/>
                </a:moveTo>
                <a:cubicBezTo>
                  <a:pt x="91" y="24"/>
                  <a:pt x="82" y="21"/>
                  <a:pt x="73" y="21"/>
                </a:cubicBezTo>
                <a:cubicBezTo>
                  <a:pt x="64" y="21"/>
                  <a:pt x="55" y="24"/>
                  <a:pt x="47" y="28"/>
                </a:cubicBezTo>
                <a:cubicBezTo>
                  <a:pt x="39" y="33"/>
                  <a:pt x="33" y="39"/>
                  <a:pt x="29" y="47"/>
                </a:cubicBezTo>
                <a:cubicBezTo>
                  <a:pt x="24" y="55"/>
                  <a:pt x="22" y="64"/>
                  <a:pt x="22" y="73"/>
                </a:cubicBezTo>
                <a:cubicBezTo>
                  <a:pt x="22" y="82"/>
                  <a:pt x="24" y="91"/>
                  <a:pt x="29" y="99"/>
                </a:cubicBezTo>
                <a:cubicBezTo>
                  <a:pt x="33" y="107"/>
                  <a:pt x="39" y="113"/>
                  <a:pt x="47" y="117"/>
                </a:cubicBezTo>
                <a:cubicBezTo>
                  <a:pt x="55" y="122"/>
                  <a:pt x="64" y="124"/>
                  <a:pt x="73" y="124"/>
                </a:cubicBezTo>
                <a:cubicBezTo>
                  <a:pt x="82" y="124"/>
                  <a:pt x="91" y="122"/>
                  <a:pt x="99" y="117"/>
                </a:cubicBezTo>
                <a:cubicBezTo>
                  <a:pt x="107" y="113"/>
                  <a:pt x="113" y="107"/>
                  <a:pt x="118" y="99"/>
                </a:cubicBezTo>
                <a:cubicBezTo>
                  <a:pt x="122" y="91"/>
                  <a:pt x="124" y="82"/>
                  <a:pt x="124" y="73"/>
                </a:cubicBezTo>
                <a:cubicBezTo>
                  <a:pt x="124" y="64"/>
                  <a:pt x="122" y="55"/>
                  <a:pt x="118" y="47"/>
                </a:cubicBezTo>
                <a:cubicBezTo>
                  <a:pt x="113" y="39"/>
                  <a:pt x="107" y="33"/>
                  <a:pt x="99" y="28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42" name="Freeform 245"/>
          <p:cNvSpPr>
            <a:spLocks noEditPoints="1"/>
          </p:cNvSpPr>
          <p:nvPr/>
        </p:nvSpPr>
        <p:spPr bwMode="auto">
          <a:xfrm>
            <a:off x="2105537" y="3968193"/>
            <a:ext cx="224755" cy="190176"/>
          </a:xfrm>
          <a:custGeom>
            <a:avLst/>
            <a:gdLst>
              <a:gd name="T0" fmla="*/ 72 w 157"/>
              <a:gd name="T1" fmla="*/ 79 h 133"/>
              <a:gd name="T2" fmla="*/ 72 w 157"/>
              <a:gd name="T3" fmla="*/ 115 h 133"/>
              <a:gd name="T4" fmla="*/ 67 w 157"/>
              <a:gd name="T5" fmla="*/ 128 h 133"/>
              <a:gd name="T6" fmla="*/ 54 w 157"/>
              <a:gd name="T7" fmla="*/ 133 h 133"/>
              <a:gd name="T8" fmla="*/ 18 w 157"/>
              <a:gd name="T9" fmla="*/ 133 h 133"/>
              <a:gd name="T10" fmla="*/ 5 w 157"/>
              <a:gd name="T11" fmla="*/ 128 h 133"/>
              <a:gd name="T12" fmla="*/ 0 w 157"/>
              <a:gd name="T13" fmla="*/ 115 h 133"/>
              <a:gd name="T14" fmla="*/ 0 w 157"/>
              <a:gd name="T15" fmla="*/ 49 h 133"/>
              <a:gd name="T16" fmla="*/ 3 w 157"/>
              <a:gd name="T17" fmla="*/ 30 h 133"/>
              <a:gd name="T18" fmla="*/ 14 w 157"/>
              <a:gd name="T19" fmla="*/ 14 h 133"/>
              <a:gd name="T20" fmla="*/ 29 w 157"/>
              <a:gd name="T21" fmla="*/ 4 h 133"/>
              <a:gd name="T22" fmla="*/ 48 w 157"/>
              <a:gd name="T23" fmla="*/ 0 h 133"/>
              <a:gd name="T24" fmla="*/ 54 w 157"/>
              <a:gd name="T25" fmla="*/ 0 h 133"/>
              <a:gd name="T26" fmla="*/ 58 w 157"/>
              <a:gd name="T27" fmla="*/ 2 h 133"/>
              <a:gd name="T28" fmla="*/ 60 w 157"/>
              <a:gd name="T29" fmla="*/ 6 h 133"/>
              <a:gd name="T30" fmla="*/ 60 w 157"/>
              <a:gd name="T31" fmla="*/ 18 h 133"/>
              <a:gd name="T32" fmla="*/ 58 w 157"/>
              <a:gd name="T33" fmla="*/ 23 h 133"/>
              <a:gd name="T34" fmla="*/ 54 w 157"/>
              <a:gd name="T35" fmla="*/ 25 h 133"/>
              <a:gd name="T36" fmla="*/ 48 w 157"/>
              <a:gd name="T37" fmla="*/ 25 h 133"/>
              <a:gd name="T38" fmla="*/ 31 w 157"/>
              <a:gd name="T39" fmla="*/ 32 h 133"/>
              <a:gd name="T40" fmla="*/ 24 w 157"/>
              <a:gd name="T41" fmla="*/ 49 h 133"/>
              <a:gd name="T42" fmla="*/ 24 w 157"/>
              <a:gd name="T43" fmla="*/ 52 h 133"/>
              <a:gd name="T44" fmla="*/ 26 w 157"/>
              <a:gd name="T45" fmla="*/ 58 h 133"/>
              <a:gd name="T46" fmla="*/ 33 w 157"/>
              <a:gd name="T47" fmla="*/ 61 h 133"/>
              <a:gd name="T48" fmla="*/ 54 w 157"/>
              <a:gd name="T49" fmla="*/ 61 h 133"/>
              <a:gd name="T50" fmla="*/ 67 w 157"/>
              <a:gd name="T51" fmla="*/ 66 h 133"/>
              <a:gd name="T52" fmla="*/ 72 w 157"/>
              <a:gd name="T53" fmla="*/ 79 h 133"/>
              <a:gd name="T54" fmla="*/ 157 w 157"/>
              <a:gd name="T55" fmla="*/ 79 h 133"/>
              <a:gd name="T56" fmla="*/ 157 w 157"/>
              <a:gd name="T57" fmla="*/ 115 h 133"/>
              <a:gd name="T58" fmla="*/ 152 w 157"/>
              <a:gd name="T59" fmla="*/ 128 h 133"/>
              <a:gd name="T60" fmla="*/ 139 w 157"/>
              <a:gd name="T61" fmla="*/ 133 h 133"/>
              <a:gd name="T62" fmla="*/ 102 w 157"/>
              <a:gd name="T63" fmla="*/ 133 h 133"/>
              <a:gd name="T64" fmla="*/ 90 w 157"/>
              <a:gd name="T65" fmla="*/ 128 h 133"/>
              <a:gd name="T66" fmla="*/ 84 w 157"/>
              <a:gd name="T67" fmla="*/ 115 h 133"/>
              <a:gd name="T68" fmla="*/ 84 w 157"/>
              <a:gd name="T69" fmla="*/ 49 h 133"/>
              <a:gd name="T70" fmla="*/ 88 w 157"/>
              <a:gd name="T71" fmla="*/ 30 h 133"/>
              <a:gd name="T72" fmla="*/ 99 w 157"/>
              <a:gd name="T73" fmla="*/ 14 h 133"/>
              <a:gd name="T74" fmla="*/ 114 w 157"/>
              <a:gd name="T75" fmla="*/ 4 h 133"/>
              <a:gd name="T76" fmla="*/ 133 w 157"/>
              <a:gd name="T77" fmla="*/ 0 h 133"/>
              <a:gd name="T78" fmla="*/ 139 w 157"/>
              <a:gd name="T79" fmla="*/ 0 h 133"/>
              <a:gd name="T80" fmla="*/ 143 w 157"/>
              <a:gd name="T81" fmla="*/ 2 h 133"/>
              <a:gd name="T82" fmla="*/ 145 w 157"/>
              <a:gd name="T83" fmla="*/ 6 h 133"/>
              <a:gd name="T84" fmla="*/ 145 w 157"/>
              <a:gd name="T85" fmla="*/ 18 h 133"/>
              <a:gd name="T86" fmla="*/ 143 w 157"/>
              <a:gd name="T87" fmla="*/ 23 h 133"/>
              <a:gd name="T88" fmla="*/ 139 w 157"/>
              <a:gd name="T89" fmla="*/ 25 h 133"/>
              <a:gd name="T90" fmla="*/ 133 w 157"/>
              <a:gd name="T91" fmla="*/ 25 h 133"/>
              <a:gd name="T92" fmla="*/ 116 w 157"/>
              <a:gd name="T93" fmla="*/ 32 h 133"/>
              <a:gd name="T94" fmla="*/ 109 w 157"/>
              <a:gd name="T95" fmla="*/ 49 h 133"/>
              <a:gd name="T96" fmla="*/ 109 w 157"/>
              <a:gd name="T97" fmla="*/ 52 h 133"/>
              <a:gd name="T98" fmla="*/ 111 w 157"/>
              <a:gd name="T99" fmla="*/ 58 h 133"/>
              <a:gd name="T100" fmla="*/ 118 w 157"/>
              <a:gd name="T101" fmla="*/ 61 h 133"/>
              <a:gd name="T102" fmla="*/ 139 w 157"/>
              <a:gd name="T103" fmla="*/ 61 h 133"/>
              <a:gd name="T104" fmla="*/ 152 w 157"/>
              <a:gd name="T105" fmla="*/ 66 h 133"/>
              <a:gd name="T106" fmla="*/ 157 w 157"/>
              <a:gd name="T107" fmla="*/ 79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57" h="133">
                <a:moveTo>
                  <a:pt x="72" y="79"/>
                </a:moveTo>
                <a:cubicBezTo>
                  <a:pt x="72" y="115"/>
                  <a:pt x="72" y="115"/>
                  <a:pt x="72" y="115"/>
                </a:cubicBezTo>
                <a:cubicBezTo>
                  <a:pt x="72" y="120"/>
                  <a:pt x="70" y="125"/>
                  <a:pt x="67" y="128"/>
                </a:cubicBezTo>
                <a:cubicBezTo>
                  <a:pt x="63" y="132"/>
                  <a:pt x="59" y="133"/>
                  <a:pt x="54" y="133"/>
                </a:cubicBezTo>
                <a:cubicBezTo>
                  <a:pt x="18" y="133"/>
                  <a:pt x="18" y="133"/>
                  <a:pt x="18" y="133"/>
                </a:cubicBezTo>
                <a:cubicBezTo>
                  <a:pt x="13" y="133"/>
                  <a:pt x="8" y="132"/>
                  <a:pt x="5" y="128"/>
                </a:cubicBezTo>
                <a:cubicBezTo>
                  <a:pt x="1" y="125"/>
                  <a:pt x="0" y="120"/>
                  <a:pt x="0" y="115"/>
                </a:cubicBezTo>
                <a:cubicBezTo>
                  <a:pt x="0" y="49"/>
                  <a:pt x="0" y="49"/>
                  <a:pt x="0" y="49"/>
                </a:cubicBezTo>
                <a:cubicBezTo>
                  <a:pt x="0" y="42"/>
                  <a:pt x="1" y="36"/>
                  <a:pt x="3" y="30"/>
                </a:cubicBezTo>
                <a:cubicBezTo>
                  <a:pt x="6" y="24"/>
                  <a:pt x="9" y="19"/>
                  <a:pt x="14" y="14"/>
                </a:cubicBezTo>
                <a:cubicBezTo>
                  <a:pt x="18" y="10"/>
                  <a:pt x="23" y="7"/>
                  <a:pt x="29" y="4"/>
                </a:cubicBezTo>
                <a:cubicBezTo>
                  <a:pt x="35" y="2"/>
                  <a:pt x="41" y="0"/>
                  <a:pt x="48" y="0"/>
                </a:cubicBezTo>
                <a:cubicBezTo>
                  <a:pt x="54" y="0"/>
                  <a:pt x="54" y="0"/>
                  <a:pt x="54" y="0"/>
                </a:cubicBezTo>
                <a:cubicBezTo>
                  <a:pt x="56" y="0"/>
                  <a:pt x="57" y="1"/>
                  <a:pt x="58" y="2"/>
                </a:cubicBezTo>
                <a:cubicBezTo>
                  <a:pt x="60" y="3"/>
                  <a:pt x="60" y="5"/>
                  <a:pt x="60" y="6"/>
                </a:cubicBezTo>
                <a:cubicBezTo>
                  <a:pt x="60" y="18"/>
                  <a:pt x="60" y="18"/>
                  <a:pt x="60" y="18"/>
                </a:cubicBezTo>
                <a:cubicBezTo>
                  <a:pt x="60" y="20"/>
                  <a:pt x="60" y="22"/>
                  <a:pt x="58" y="23"/>
                </a:cubicBezTo>
                <a:cubicBezTo>
                  <a:pt x="57" y="24"/>
                  <a:pt x="56" y="25"/>
                  <a:pt x="54" y="25"/>
                </a:cubicBezTo>
                <a:cubicBezTo>
                  <a:pt x="48" y="25"/>
                  <a:pt x="48" y="25"/>
                  <a:pt x="48" y="25"/>
                </a:cubicBezTo>
                <a:cubicBezTo>
                  <a:pt x="41" y="25"/>
                  <a:pt x="36" y="27"/>
                  <a:pt x="31" y="32"/>
                </a:cubicBezTo>
                <a:cubicBezTo>
                  <a:pt x="26" y="36"/>
                  <a:pt x="24" y="42"/>
                  <a:pt x="24" y="49"/>
                </a:cubicBezTo>
                <a:cubicBezTo>
                  <a:pt x="24" y="52"/>
                  <a:pt x="24" y="52"/>
                  <a:pt x="24" y="52"/>
                </a:cubicBezTo>
                <a:cubicBezTo>
                  <a:pt x="24" y="54"/>
                  <a:pt x="25" y="56"/>
                  <a:pt x="26" y="58"/>
                </a:cubicBezTo>
                <a:cubicBezTo>
                  <a:pt x="28" y="60"/>
                  <a:pt x="30" y="61"/>
                  <a:pt x="33" y="61"/>
                </a:cubicBezTo>
                <a:cubicBezTo>
                  <a:pt x="54" y="61"/>
                  <a:pt x="54" y="61"/>
                  <a:pt x="54" y="61"/>
                </a:cubicBezTo>
                <a:cubicBezTo>
                  <a:pt x="59" y="61"/>
                  <a:pt x="63" y="63"/>
                  <a:pt x="67" y="66"/>
                </a:cubicBezTo>
                <a:cubicBezTo>
                  <a:pt x="70" y="70"/>
                  <a:pt x="72" y="74"/>
                  <a:pt x="72" y="79"/>
                </a:cubicBezTo>
                <a:close/>
                <a:moveTo>
                  <a:pt x="157" y="79"/>
                </a:moveTo>
                <a:cubicBezTo>
                  <a:pt x="157" y="115"/>
                  <a:pt x="157" y="115"/>
                  <a:pt x="157" y="115"/>
                </a:cubicBezTo>
                <a:cubicBezTo>
                  <a:pt x="157" y="120"/>
                  <a:pt x="155" y="125"/>
                  <a:pt x="152" y="128"/>
                </a:cubicBezTo>
                <a:cubicBezTo>
                  <a:pt x="148" y="132"/>
                  <a:pt x="144" y="133"/>
                  <a:pt x="139" y="133"/>
                </a:cubicBezTo>
                <a:cubicBezTo>
                  <a:pt x="102" y="133"/>
                  <a:pt x="102" y="133"/>
                  <a:pt x="102" y="133"/>
                </a:cubicBezTo>
                <a:cubicBezTo>
                  <a:pt x="97" y="133"/>
                  <a:pt x="93" y="132"/>
                  <a:pt x="90" y="128"/>
                </a:cubicBezTo>
                <a:cubicBezTo>
                  <a:pt x="86" y="125"/>
                  <a:pt x="84" y="120"/>
                  <a:pt x="84" y="115"/>
                </a:cubicBezTo>
                <a:cubicBezTo>
                  <a:pt x="84" y="49"/>
                  <a:pt x="84" y="49"/>
                  <a:pt x="84" y="49"/>
                </a:cubicBezTo>
                <a:cubicBezTo>
                  <a:pt x="84" y="42"/>
                  <a:pt x="86" y="36"/>
                  <a:pt x="88" y="30"/>
                </a:cubicBezTo>
                <a:cubicBezTo>
                  <a:pt x="91" y="24"/>
                  <a:pt x="94" y="19"/>
                  <a:pt x="99" y="14"/>
                </a:cubicBezTo>
                <a:cubicBezTo>
                  <a:pt x="103" y="10"/>
                  <a:pt x="108" y="7"/>
                  <a:pt x="114" y="4"/>
                </a:cubicBezTo>
                <a:cubicBezTo>
                  <a:pt x="120" y="2"/>
                  <a:pt x="126" y="0"/>
                  <a:pt x="133" y="0"/>
                </a:cubicBezTo>
                <a:cubicBezTo>
                  <a:pt x="139" y="0"/>
                  <a:pt x="139" y="0"/>
                  <a:pt x="139" y="0"/>
                </a:cubicBezTo>
                <a:cubicBezTo>
                  <a:pt x="140" y="0"/>
                  <a:pt x="142" y="1"/>
                  <a:pt x="143" y="2"/>
                </a:cubicBezTo>
                <a:cubicBezTo>
                  <a:pt x="144" y="3"/>
                  <a:pt x="145" y="5"/>
                  <a:pt x="145" y="6"/>
                </a:cubicBezTo>
                <a:cubicBezTo>
                  <a:pt x="145" y="18"/>
                  <a:pt x="145" y="18"/>
                  <a:pt x="145" y="18"/>
                </a:cubicBezTo>
                <a:cubicBezTo>
                  <a:pt x="145" y="20"/>
                  <a:pt x="144" y="22"/>
                  <a:pt x="143" y="23"/>
                </a:cubicBezTo>
                <a:cubicBezTo>
                  <a:pt x="142" y="24"/>
                  <a:pt x="140" y="25"/>
                  <a:pt x="139" y="25"/>
                </a:cubicBezTo>
                <a:cubicBezTo>
                  <a:pt x="133" y="25"/>
                  <a:pt x="133" y="25"/>
                  <a:pt x="133" y="25"/>
                </a:cubicBezTo>
                <a:cubicBezTo>
                  <a:pt x="126" y="25"/>
                  <a:pt x="120" y="27"/>
                  <a:pt x="116" y="32"/>
                </a:cubicBezTo>
                <a:cubicBezTo>
                  <a:pt x="111" y="36"/>
                  <a:pt x="109" y="42"/>
                  <a:pt x="109" y="49"/>
                </a:cubicBezTo>
                <a:cubicBezTo>
                  <a:pt x="109" y="52"/>
                  <a:pt x="109" y="52"/>
                  <a:pt x="109" y="52"/>
                </a:cubicBezTo>
                <a:cubicBezTo>
                  <a:pt x="109" y="54"/>
                  <a:pt x="109" y="56"/>
                  <a:pt x="111" y="58"/>
                </a:cubicBezTo>
                <a:cubicBezTo>
                  <a:pt x="113" y="60"/>
                  <a:pt x="115" y="61"/>
                  <a:pt x="118" y="61"/>
                </a:cubicBezTo>
                <a:cubicBezTo>
                  <a:pt x="139" y="61"/>
                  <a:pt x="139" y="61"/>
                  <a:pt x="139" y="61"/>
                </a:cubicBezTo>
                <a:cubicBezTo>
                  <a:pt x="144" y="61"/>
                  <a:pt x="148" y="63"/>
                  <a:pt x="152" y="66"/>
                </a:cubicBezTo>
                <a:cubicBezTo>
                  <a:pt x="155" y="70"/>
                  <a:pt x="157" y="74"/>
                  <a:pt x="157" y="7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43" name="Freeform 246"/>
          <p:cNvSpPr>
            <a:spLocks noEditPoints="1"/>
          </p:cNvSpPr>
          <p:nvPr/>
        </p:nvSpPr>
        <p:spPr bwMode="auto">
          <a:xfrm>
            <a:off x="2395124" y="3968193"/>
            <a:ext cx="224755" cy="190176"/>
          </a:xfrm>
          <a:custGeom>
            <a:avLst/>
            <a:gdLst>
              <a:gd name="T0" fmla="*/ 73 w 157"/>
              <a:gd name="T1" fmla="*/ 18 h 133"/>
              <a:gd name="T2" fmla="*/ 73 w 157"/>
              <a:gd name="T3" fmla="*/ 85 h 133"/>
              <a:gd name="T4" fmla="*/ 69 w 157"/>
              <a:gd name="T5" fmla="*/ 104 h 133"/>
              <a:gd name="T6" fmla="*/ 58 w 157"/>
              <a:gd name="T7" fmla="*/ 119 h 133"/>
              <a:gd name="T8" fmla="*/ 43 w 157"/>
              <a:gd name="T9" fmla="*/ 130 h 133"/>
              <a:gd name="T10" fmla="*/ 24 w 157"/>
              <a:gd name="T11" fmla="*/ 133 h 133"/>
              <a:gd name="T12" fmla="*/ 18 w 157"/>
              <a:gd name="T13" fmla="*/ 133 h 133"/>
              <a:gd name="T14" fmla="*/ 14 w 157"/>
              <a:gd name="T15" fmla="*/ 132 h 133"/>
              <a:gd name="T16" fmla="*/ 12 w 157"/>
              <a:gd name="T17" fmla="*/ 127 h 133"/>
              <a:gd name="T18" fmla="*/ 12 w 157"/>
              <a:gd name="T19" fmla="*/ 115 h 133"/>
              <a:gd name="T20" fmla="*/ 14 w 157"/>
              <a:gd name="T21" fmla="*/ 111 h 133"/>
              <a:gd name="T22" fmla="*/ 18 w 157"/>
              <a:gd name="T23" fmla="*/ 109 h 133"/>
              <a:gd name="T24" fmla="*/ 24 w 157"/>
              <a:gd name="T25" fmla="*/ 109 h 133"/>
              <a:gd name="T26" fmla="*/ 41 w 157"/>
              <a:gd name="T27" fmla="*/ 102 h 133"/>
              <a:gd name="T28" fmla="*/ 48 w 157"/>
              <a:gd name="T29" fmla="*/ 85 h 133"/>
              <a:gd name="T30" fmla="*/ 48 w 157"/>
              <a:gd name="T31" fmla="*/ 82 h 133"/>
              <a:gd name="T32" fmla="*/ 46 w 157"/>
              <a:gd name="T33" fmla="*/ 76 h 133"/>
              <a:gd name="T34" fmla="*/ 39 w 157"/>
              <a:gd name="T35" fmla="*/ 73 h 133"/>
              <a:gd name="T36" fmla="*/ 18 w 157"/>
              <a:gd name="T37" fmla="*/ 73 h 133"/>
              <a:gd name="T38" fmla="*/ 5 w 157"/>
              <a:gd name="T39" fmla="*/ 68 h 133"/>
              <a:gd name="T40" fmla="*/ 0 w 157"/>
              <a:gd name="T41" fmla="*/ 55 h 133"/>
              <a:gd name="T42" fmla="*/ 0 w 157"/>
              <a:gd name="T43" fmla="*/ 18 h 133"/>
              <a:gd name="T44" fmla="*/ 5 w 157"/>
              <a:gd name="T45" fmla="*/ 6 h 133"/>
              <a:gd name="T46" fmla="*/ 18 w 157"/>
              <a:gd name="T47" fmla="*/ 0 h 133"/>
              <a:gd name="T48" fmla="*/ 54 w 157"/>
              <a:gd name="T49" fmla="*/ 0 h 133"/>
              <a:gd name="T50" fmla="*/ 67 w 157"/>
              <a:gd name="T51" fmla="*/ 6 h 133"/>
              <a:gd name="T52" fmla="*/ 73 w 157"/>
              <a:gd name="T53" fmla="*/ 18 h 133"/>
              <a:gd name="T54" fmla="*/ 157 w 157"/>
              <a:gd name="T55" fmla="*/ 18 h 133"/>
              <a:gd name="T56" fmla="*/ 157 w 157"/>
              <a:gd name="T57" fmla="*/ 85 h 133"/>
              <a:gd name="T58" fmla="*/ 153 w 157"/>
              <a:gd name="T59" fmla="*/ 104 h 133"/>
              <a:gd name="T60" fmla="*/ 143 w 157"/>
              <a:gd name="T61" fmla="*/ 119 h 133"/>
              <a:gd name="T62" fmla="*/ 128 w 157"/>
              <a:gd name="T63" fmla="*/ 130 h 133"/>
              <a:gd name="T64" fmla="*/ 109 w 157"/>
              <a:gd name="T65" fmla="*/ 133 h 133"/>
              <a:gd name="T66" fmla="*/ 103 w 157"/>
              <a:gd name="T67" fmla="*/ 133 h 133"/>
              <a:gd name="T68" fmla="*/ 99 w 157"/>
              <a:gd name="T69" fmla="*/ 132 h 133"/>
              <a:gd name="T70" fmla="*/ 97 w 157"/>
              <a:gd name="T71" fmla="*/ 127 h 133"/>
              <a:gd name="T72" fmla="*/ 97 w 157"/>
              <a:gd name="T73" fmla="*/ 115 h 133"/>
              <a:gd name="T74" fmla="*/ 99 w 157"/>
              <a:gd name="T75" fmla="*/ 111 h 133"/>
              <a:gd name="T76" fmla="*/ 103 w 157"/>
              <a:gd name="T77" fmla="*/ 109 h 133"/>
              <a:gd name="T78" fmla="*/ 109 w 157"/>
              <a:gd name="T79" fmla="*/ 109 h 133"/>
              <a:gd name="T80" fmla="*/ 126 w 157"/>
              <a:gd name="T81" fmla="*/ 102 h 133"/>
              <a:gd name="T82" fmla="*/ 133 w 157"/>
              <a:gd name="T83" fmla="*/ 85 h 133"/>
              <a:gd name="T84" fmla="*/ 133 w 157"/>
              <a:gd name="T85" fmla="*/ 82 h 133"/>
              <a:gd name="T86" fmla="*/ 130 w 157"/>
              <a:gd name="T87" fmla="*/ 76 h 133"/>
              <a:gd name="T88" fmla="*/ 124 w 157"/>
              <a:gd name="T89" fmla="*/ 73 h 133"/>
              <a:gd name="T90" fmla="*/ 103 w 157"/>
              <a:gd name="T91" fmla="*/ 73 h 133"/>
              <a:gd name="T92" fmla="*/ 90 w 157"/>
              <a:gd name="T93" fmla="*/ 68 h 133"/>
              <a:gd name="T94" fmla="*/ 85 w 157"/>
              <a:gd name="T95" fmla="*/ 55 h 133"/>
              <a:gd name="T96" fmla="*/ 85 w 157"/>
              <a:gd name="T97" fmla="*/ 18 h 133"/>
              <a:gd name="T98" fmla="*/ 90 w 157"/>
              <a:gd name="T99" fmla="*/ 6 h 133"/>
              <a:gd name="T100" fmla="*/ 103 w 157"/>
              <a:gd name="T101" fmla="*/ 0 h 133"/>
              <a:gd name="T102" fmla="*/ 139 w 157"/>
              <a:gd name="T103" fmla="*/ 0 h 133"/>
              <a:gd name="T104" fmla="*/ 152 w 157"/>
              <a:gd name="T105" fmla="*/ 6 h 133"/>
              <a:gd name="T106" fmla="*/ 157 w 157"/>
              <a:gd name="T107" fmla="*/ 18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57" h="133">
                <a:moveTo>
                  <a:pt x="73" y="18"/>
                </a:moveTo>
                <a:cubicBezTo>
                  <a:pt x="73" y="85"/>
                  <a:pt x="73" y="85"/>
                  <a:pt x="73" y="85"/>
                </a:cubicBezTo>
                <a:cubicBezTo>
                  <a:pt x="73" y="92"/>
                  <a:pt x="71" y="98"/>
                  <a:pt x="69" y="104"/>
                </a:cubicBezTo>
                <a:cubicBezTo>
                  <a:pt x="66" y="110"/>
                  <a:pt x="63" y="115"/>
                  <a:pt x="58" y="119"/>
                </a:cubicBezTo>
                <a:cubicBezTo>
                  <a:pt x="54" y="124"/>
                  <a:pt x="49" y="127"/>
                  <a:pt x="43" y="130"/>
                </a:cubicBezTo>
                <a:cubicBezTo>
                  <a:pt x="37" y="132"/>
                  <a:pt x="31" y="133"/>
                  <a:pt x="24" y="133"/>
                </a:cubicBezTo>
                <a:cubicBezTo>
                  <a:pt x="18" y="133"/>
                  <a:pt x="18" y="133"/>
                  <a:pt x="18" y="133"/>
                </a:cubicBezTo>
                <a:cubicBezTo>
                  <a:pt x="16" y="133"/>
                  <a:pt x="15" y="133"/>
                  <a:pt x="14" y="132"/>
                </a:cubicBezTo>
                <a:cubicBezTo>
                  <a:pt x="13" y="130"/>
                  <a:pt x="12" y="129"/>
                  <a:pt x="12" y="127"/>
                </a:cubicBezTo>
                <a:cubicBezTo>
                  <a:pt x="12" y="115"/>
                  <a:pt x="12" y="115"/>
                  <a:pt x="12" y="115"/>
                </a:cubicBezTo>
                <a:cubicBezTo>
                  <a:pt x="12" y="114"/>
                  <a:pt x="13" y="112"/>
                  <a:pt x="14" y="111"/>
                </a:cubicBezTo>
                <a:cubicBezTo>
                  <a:pt x="15" y="110"/>
                  <a:pt x="16" y="109"/>
                  <a:pt x="18" y="109"/>
                </a:cubicBezTo>
                <a:cubicBezTo>
                  <a:pt x="24" y="109"/>
                  <a:pt x="24" y="109"/>
                  <a:pt x="24" y="109"/>
                </a:cubicBezTo>
                <a:cubicBezTo>
                  <a:pt x="31" y="109"/>
                  <a:pt x="37" y="107"/>
                  <a:pt x="41" y="102"/>
                </a:cubicBezTo>
                <a:cubicBezTo>
                  <a:pt x="46" y="97"/>
                  <a:pt x="48" y="92"/>
                  <a:pt x="48" y="85"/>
                </a:cubicBezTo>
                <a:cubicBezTo>
                  <a:pt x="48" y="82"/>
                  <a:pt x="48" y="82"/>
                  <a:pt x="48" y="82"/>
                </a:cubicBezTo>
                <a:cubicBezTo>
                  <a:pt x="48" y="79"/>
                  <a:pt x="47" y="77"/>
                  <a:pt x="46" y="76"/>
                </a:cubicBezTo>
                <a:cubicBezTo>
                  <a:pt x="44" y="74"/>
                  <a:pt x="42" y="73"/>
                  <a:pt x="39" y="73"/>
                </a:cubicBezTo>
                <a:cubicBezTo>
                  <a:pt x="18" y="73"/>
                  <a:pt x="18" y="73"/>
                  <a:pt x="18" y="73"/>
                </a:cubicBezTo>
                <a:cubicBezTo>
                  <a:pt x="13" y="73"/>
                  <a:pt x="9" y="71"/>
                  <a:pt x="5" y="68"/>
                </a:cubicBezTo>
                <a:cubicBezTo>
                  <a:pt x="2" y="64"/>
                  <a:pt x="0" y="60"/>
                  <a:pt x="0" y="55"/>
                </a:cubicBezTo>
                <a:cubicBezTo>
                  <a:pt x="0" y="18"/>
                  <a:pt x="0" y="18"/>
                  <a:pt x="0" y="18"/>
                </a:cubicBezTo>
                <a:cubicBezTo>
                  <a:pt x="0" y="13"/>
                  <a:pt x="2" y="9"/>
                  <a:pt x="5" y="6"/>
                </a:cubicBezTo>
                <a:cubicBezTo>
                  <a:pt x="9" y="2"/>
                  <a:pt x="13" y="0"/>
                  <a:pt x="18" y="0"/>
                </a:cubicBezTo>
                <a:cubicBezTo>
                  <a:pt x="54" y="0"/>
                  <a:pt x="54" y="0"/>
                  <a:pt x="54" y="0"/>
                </a:cubicBezTo>
                <a:cubicBezTo>
                  <a:pt x="59" y="0"/>
                  <a:pt x="64" y="2"/>
                  <a:pt x="67" y="6"/>
                </a:cubicBezTo>
                <a:cubicBezTo>
                  <a:pt x="71" y="9"/>
                  <a:pt x="73" y="13"/>
                  <a:pt x="73" y="18"/>
                </a:cubicBezTo>
                <a:close/>
                <a:moveTo>
                  <a:pt x="157" y="18"/>
                </a:moveTo>
                <a:cubicBezTo>
                  <a:pt x="157" y="85"/>
                  <a:pt x="157" y="85"/>
                  <a:pt x="157" y="85"/>
                </a:cubicBezTo>
                <a:cubicBezTo>
                  <a:pt x="157" y="92"/>
                  <a:pt x="156" y="98"/>
                  <a:pt x="153" y="104"/>
                </a:cubicBezTo>
                <a:cubicBezTo>
                  <a:pt x="151" y="110"/>
                  <a:pt x="147" y="115"/>
                  <a:pt x="143" y="119"/>
                </a:cubicBezTo>
                <a:cubicBezTo>
                  <a:pt x="139" y="124"/>
                  <a:pt x="134" y="127"/>
                  <a:pt x="128" y="130"/>
                </a:cubicBezTo>
                <a:cubicBezTo>
                  <a:pt x="122" y="132"/>
                  <a:pt x="115" y="133"/>
                  <a:pt x="109" y="133"/>
                </a:cubicBezTo>
                <a:cubicBezTo>
                  <a:pt x="103" y="133"/>
                  <a:pt x="103" y="133"/>
                  <a:pt x="103" y="133"/>
                </a:cubicBezTo>
                <a:cubicBezTo>
                  <a:pt x="101" y="133"/>
                  <a:pt x="100" y="133"/>
                  <a:pt x="99" y="132"/>
                </a:cubicBezTo>
                <a:cubicBezTo>
                  <a:pt x="97" y="130"/>
                  <a:pt x="97" y="129"/>
                  <a:pt x="97" y="127"/>
                </a:cubicBezTo>
                <a:cubicBezTo>
                  <a:pt x="97" y="115"/>
                  <a:pt x="97" y="115"/>
                  <a:pt x="97" y="115"/>
                </a:cubicBezTo>
                <a:cubicBezTo>
                  <a:pt x="97" y="114"/>
                  <a:pt x="97" y="112"/>
                  <a:pt x="99" y="111"/>
                </a:cubicBezTo>
                <a:cubicBezTo>
                  <a:pt x="100" y="110"/>
                  <a:pt x="101" y="109"/>
                  <a:pt x="103" y="109"/>
                </a:cubicBezTo>
                <a:cubicBezTo>
                  <a:pt x="109" y="109"/>
                  <a:pt x="109" y="109"/>
                  <a:pt x="109" y="109"/>
                </a:cubicBezTo>
                <a:cubicBezTo>
                  <a:pt x="116" y="109"/>
                  <a:pt x="121" y="107"/>
                  <a:pt x="126" y="102"/>
                </a:cubicBezTo>
                <a:cubicBezTo>
                  <a:pt x="131" y="97"/>
                  <a:pt x="133" y="92"/>
                  <a:pt x="133" y="85"/>
                </a:cubicBezTo>
                <a:cubicBezTo>
                  <a:pt x="133" y="82"/>
                  <a:pt x="133" y="82"/>
                  <a:pt x="133" y="82"/>
                </a:cubicBezTo>
                <a:cubicBezTo>
                  <a:pt x="133" y="79"/>
                  <a:pt x="132" y="77"/>
                  <a:pt x="130" y="76"/>
                </a:cubicBezTo>
                <a:cubicBezTo>
                  <a:pt x="129" y="74"/>
                  <a:pt x="126" y="73"/>
                  <a:pt x="124" y="73"/>
                </a:cubicBezTo>
                <a:cubicBezTo>
                  <a:pt x="103" y="73"/>
                  <a:pt x="103" y="73"/>
                  <a:pt x="103" y="73"/>
                </a:cubicBezTo>
                <a:cubicBezTo>
                  <a:pt x="98" y="73"/>
                  <a:pt x="93" y="71"/>
                  <a:pt x="90" y="68"/>
                </a:cubicBezTo>
                <a:cubicBezTo>
                  <a:pt x="86" y="64"/>
                  <a:pt x="85" y="60"/>
                  <a:pt x="85" y="55"/>
                </a:cubicBezTo>
                <a:cubicBezTo>
                  <a:pt x="85" y="18"/>
                  <a:pt x="85" y="18"/>
                  <a:pt x="85" y="18"/>
                </a:cubicBezTo>
                <a:cubicBezTo>
                  <a:pt x="85" y="13"/>
                  <a:pt x="86" y="9"/>
                  <a:pt x="90" y="6"/>
                </a:cubicBezTo>
                <a:cubicBezTo>
                  <a:pt x="93" y="2"/>
                  <a:pt x="98" y="0"/>
                  <a:pt x="103" y="0"/>
                </a:cubicBezTo>
                <a:cubicBezTo>
                  <a:pt x="139" y="0"/>
                  <a:pt x="139" y="0"/>
                  <a:pt x="139" y="0"/>
                </a:cubicBezTo>
                <a:cubicBezTo>
                  <a:pt x="144" y="0"/>
                  <a:pt x="148" y="2"/>
                  <a:pt x="152" y="6"/>
                </a:cubicBezTo>
                <a:cubicBezTo>
                  <a:pt x="155" y="9"/>
                  <a:pt x="157" y="13"/>
                  <a:pt x="157" y="18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44" name="Freeform 247"/>
          <p:cNvSpPr>
            <a:spLocks noEditPoints="1"/>
          </p:cNvSpPr>
          <p:nvPr/>
        </p:nvSpPr>
        <p:spPr bwMode="auto">
          <a:xfrm>
            <a:off x="2684711" y="3959549"/>
            <a:ext cx="207464" cy="218271"/>
          </a:xfrm>
          <a:custGeom>
            <a:avLst/>
            <a:gdLst>
              <a:gd name="T0" fmla="*/ 30 w 145"/>
              <a:gd name="T1" fmla="*/ 79 h 152"/>
              <a:gd name="T2" fmla="*/ 15 w 145"/>
              <a:gd name="T3" fmla="*/ 94 h 152"/>
              <a:gd name="T4" fmla="*/ 0 w 145"/>
              <a:gd name="T5" fmla="*/ 79 h 152"/>
              <a:gd name="T6" fmla="*/ 15 w 145"/>
              <a:gd name="T7" fmla="*/ 64 h 152"/>
              <a:gd name="T8" fmla="*/ 45 w 145"/>
              <a:gd name="T9" fmla="*/ 25 h 152"/>
              <a:gd name="T10" fmla="*/ 45 w 145"/>
              <a:gd name="T11" fmla="*/ 48 h 152"/>
              <a:gd name="T12" fmla="*/ 22 w 145"/>
              <a:gd name="T13" fmla="*/ 48 h 152"/>
              <a:gd name="T14" fmla="*/ 22 w 145"/>
              <a:gd name="T15" fmla="*/ 25 h 152"/>
              <a:gd name="T16" fmla="*/ 45 w 145"/>
              <a:gd name="T17" fmla="*/ 25 h 152"/>
              <a:gd name="T18" fmla="*/ 47 w 145"/>
              <a:gd name="T19" fmla="*/ 121 h 152"/>
              <a:gd name="T20" fmla="*/ 33 w 145"/>
              <a:gd name="T21" fmla="*/ 135 h 152"/>
              <a:gd name="T22" fmla="*/ 20 w 145"/>
              <a:gd name="T23" fmla="*/ 121 h 152"/>
              <a:gd name="T24" fmla="*/ 33 w 145"/>
              <a:gd name="T25" fmla="*/ 108 h 152"/>
              <a:gd name="T26" fmla="*/ 89 w 145"/>
              <a:gd name="T27" fmla="*/ 6 h 152"/>
              <a:gd name="T28" fmla="*/ 89 w 145"/>
              <a:gd name="T29" fmla="*/ 31 h 152"/>
              <a:gd name="T30" fmla="*/ 63 w 145"/>
              <a:gd name="T31" fmla="*/ 31 h 152"/>
              <a:gd name="T32" fmla="*/ 63 w 145"/>
              <a:gd name="T33" fmla="*/ 6 h 152"/>
              <a:gd name="T34" fmla="*/ 89 w 145"/>
              <a:gd name="T35" fmla="*/ 6 h 152"/>
              <a:gd name="T36" fmla="*/ 88 w 145"/>
              <a:gd name="T37" fmla="*/ 139 h 152"/>
              <a:gd name="T38" fmla="*/ 76 w 145"/>
              <a:gd name="T39" fmla="*/ 152 h 152"/>
              <a:gd name="T40" fmla="*/ 64 w 145"/>
              <a:gd name="T41" fmla="*/ 139 h 152"/>
              <a:gd name="T42" fmla="*/ 76 w 145"/>
              <a:gd name="T43" fmla="*/ 127 h 152"/>
              <a:gd name="T44" fmla="*/ 126 w 145"/>
              <a:gd name="T45" fmla="*/ 114 h 152"/>
              <a:gd name="T46" fmla="*/ 126 w 145"/>
              <a:gd name="T47" fmla="*/ 129 h 152"/>
              <a:gd name="T48" fmla="*/ 111 w 145"/>
              <a:gd name="T49" fmla="*/ 129 h 152"/>
              <a:gd name="T50" fmla="*/ 111 w 145"/>
              <a:gd name="T51" fmla="*/ 114 h 152"/>
              <a:gd name="T52" fmla="*/ 126 w 145"/>
              <a:gd name="T53" fmla="*/ 114 h 152"/>
              <a:gd name="T54" fmla="*/ 126 w 145"/>
              <a:gd name="T55" fmla="*/ 37 h 152"/>
              <a:gd name="T56" fmla="*/ 118 w 145"/>
              <a:gd name="T57" fmla="*/ 44 h 152"/>
              <a:gd name="T58" fmla="*/ 111 w 145"/>
              <a:gd name="T59" fmla="*/ 37 h 152"/>
              <a:gd name="T60" fmla="*/ 118 w 145"/>
              <a:gd name="T61" fmla="*/ 29 h 152"/>
              <a:gd name="T62" fmla="*/ 143 w 145"/>
              <a:gd name="T63" fmla="*/ 73 h 152"/>
              <a:gd name="T64" fmla="*/ 143 w 145"/>
              <a:gd name="T65" fmla="*/ 85 h 152"/>
              <a:gd name="T66" fmla="*/ 130 w 145"/>
              <a:gd name="T67" fmla="*/ 85 h 152"/>
              <a:gd name="T68" fmla="*/ 130 w 145"/>
              <a:gd name="T69" fmla="*/ 73 h 152"/>
              <a:gd name="T70" fmla="*/ 143 w 145"/>
              <a:gd name="T71" fmla="*/ 73 h 1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45" h="152">
                <a:moveTo>
                  <a:pt x="26" y="68"/>
                </a:moveTo>
                <a:cubicBezTo>
                  <a:pt x="29" y="71"/>
                  <a:pt x="30" y="75"/>
                  <a:pt x="30" y="79"/>
                </a:cubicBezTo>
                <a:cubicBezTo>
                  <a:pt x="30" y="83"/>
                  <a:pt x="29" y="87"/>
                  <a:pt x="26" y="90"/>
                </a:cubicBezTo>
                <a:cubicBezTo>
                  <a:pt x="23" y="93"/>
                  <a:pt x="19" y="94"/>
                  <a:pt x="15" y="94"/>
                </a:cubicBezTo>
                <a:cubicBezTo>
                  <a:pt x="11" y="94"/>
                  <a:pt x="8" y="93"/>
                  <a:pt x="5" y="90"/>
                </a:cubicBezTo>
                <a:cubicBezTo>
                  <a:pt x="2" y="87"/>
                  <a:pt x="0" y="83"/>
                  <a:pt x="0" y="79"/>
                </a:cubicBezTo>
                <a:cubicBezTo>
                  <a:pt x="0" y="75"/>
                  <a:pt x="2" y="71"/>
                  <a:pt x="5" y="68"/>
                </a:cubicBezTo>
                <a:cubicBezTo>
                  <a:pt x="8" y="65"/>
                  <a:pt x="11" y="64"/>
                  <a:pt x="15" y="64"/>
                </a:cubicBezTo>
                <a:cubicBezTo>
                  <a:pt x="19" y="64"/>
                  <a:pt x="23" y="65"/>
                  <a:pt x="26" y="68"/>
                </a:cubicBezTo>
                <a:close/>
                <a:moveTo>
                  <a:pt x="45" y="25"/>
                </a:moveTo>
                <a:cubicBezTo>
                  <a:pt x="49" y="28"/>
                  <a:pt x="50" y="32"/>
                  <a:pt x="50" y="37"/>
                </a:cubicBezTo>
                <a:cubicBezTo>
                  <a:pt x="50" y="41"/>
                  <a:pt x="49" y="45"/>
                  <a:pt x="45" y="48"/>
                </a:cubicBezTo>
                <a:cubicBezTo>
                  <a:pt x="42" y="52"/>
                  <a:pt x="38" y="53"/>
                  <a:pt x="33" y="53"/>
                </a:cubicBezTo>
                <a:cubicBezTo>
                  <a:pt x="29" y="53"/>
                  <a:pt x="25" y="52"/>
                  <a:pt x="22" y="48"/>
                </a:cubicBezTo>
                <a:cubicBezTo>
                  <a:pt x="18" y="45"/>
                  <a:pt x="17" y="41"/>
                  <a:pt x="17" y="37"/>
                </a:cubicBezTo>
                <a:cubicBezTo>
                  <a:pt x="17" y="32"/>
                  <a:pt x="18" y="28"/>
                  <a:pt x="22" y="25"/>
                </a:cubicBezTo>
                <a:cubicBezTo>
                  <a:pt x="25" y="22"/>
                  <a:pt x="29" y="20"/>
                  <a:pt x="33" y="20"/>
                </a:cubicBezTo>
                <a:cubicBezTo>
                  <a:pt x="38" y="20"/>
                  <a:pt x="42" y="22"/>
                  <a:pt x="45" y="25"/>
                </a:cubicBezTo>
                <a:close/>
                <a:moveTo>
                  <a:pt x="43" y="112"/>
                </a:moveTo>
                <a:cubicBezTo>
                  <a:pt x="46" y="114"/>
                  <a:pt x="47" y="118"/>
                  <a:pt x="47" y="121"/>
                </a:cubicBezTo>
                <a:cubicBezTo>
                  <a:pt x="47" y="125"/>
                  <a:pt x="46" y="128"/>
                  <a:pt x="43" y="131"/>
                </a:cubicBezTo>
                <a:cubicBezTo>
                  <a:pt x="40" y="134"/>
                  <a:pt x="37" y="135"/>
                  <a:pt x="33" y="135"/>
                </a:cubicBezTo>
                <a:cubicBezTo>
                  <a:pt x="30" y="135"/>
                  <a:pt x="26" y="134"/>
                  <a:pt x="24" y="131"/>
                </a:cubicBezTo>
                <a:cubicBezTo>
                  <a:pt x="21" y="128"/>
                  <a:pt x="20" y="125"/>
                  <a:pt x="20" y="121"/>
                </a:cubicBezTo>
                <a:cubicBezTo>
                  <a:pt x="20" y="118"/>
                  <a:pt x="21" y="114"/>
                  <a:pt x="24" y="112"/>
                </a:cubicBezTo>
                <a:cubicBezTo>
                  <a:pt x="26" y="109"/>
                  <a:pt x="30" y="108"/>
                  <a:pt x="33" y="108"/>
                </a:cubicBezTo>
                <a:cubicBezTo>
                  <a:pt x="37" y="108"/>
                  <a:pt x="40" y="109"/>
                  <a:pt x="43" y="112"/>
                </a:cubicBezTo>
                <a:close/>
                <a:moveTo>
                  <a:pt x="89" y="6"/>
                </a:moveTo>
                <a:cubicBezTo>
                  <a:pt x="92" y="9"/>
                  <a:pt x="94" y="13"/>
                  <a:pt x="94" y="18"/>
                </a:cubicBezTo>
                <a:cubicBezTo>
                  <a:pt x="94" y="23"/>
                  <a:pt x="92" y="28"/>
                  <a:pt x="89" y="31"/>
                </a:cubicBezTo>
                <a:cubicBezTo>
                  <a:pt x="85" y="35"/>
                  <a:pt x="81" y="37"/>
                  <a:pt x="76" y="37"/>
                </a:cubicBezTo>
                <a:cubicBezTo>
                  <a:pt x="71" y="37"/>
                  <a:pt x="67" y="35"/>
                  <a:pt x="63" y="31"/>
                </a:cubicBezTo>
                <a:cubicBezTo>
                  <a:pt x="59" y="28"/>
                  <a:pt x="58" y="23"/>
                  <a:pt x="58" y="18"/>
                </a:cubicBezTo>
                <a:cubicBezTo>
                  <a:pt x="58" y="13"/>
                  <a:pt x="59" y="9"/>
                  <a:pt x="63" y="6"/>
                </a:cubicBezTo>
                <a:cubicBezTo>
                  <a:pt x="67" y="2"/>
                  <a:pt x="71" y="0"/>
                  <a:pt x="76" y="0"/>
                </a:cubicBezTo>
                <a:cubicBezTo>
                  <a:pt x="81" y="0"/>
                  <a:pt x="85" y="2"/>
                  <a:pt x="89" y="6"/>
                </a:cubicBezTo>
                <a:close/>
                <a:moveTo>
                  <a:pt x="84" y="131"/>
                </a:moveTo>
                <a:cubicBezTo>
                  <a:pt x="87" y="133"/>
                  <a:pt x="88" y="136"/>
                  <a:pt x="88" y="139"/>
                </a:cubicBezTo>
                <a:cubicBezTo>
                  <a:pt x="88" y="143"/>
                  <a:pt x="87" y="146"/>
                  <a:pt x="84" y="148"/>
                </a:cubicBezTo>
                <a:cubicBezTo>
                  <a:pt x="82" y="150"/>
                  <a:pt x="79" y="152"/>
                  <a:pt x="76" y="152"/>
                </a:cubicBezTo>
                <a:cubicBezTo>
                  <a:pt x="73" y="152"/>
                  <a:pt x="70" y="150"/>
                  <a:pt x="67" y="148"/>
                </a:cubicBezTo>
                <a:cubicBezTo>
                  <a:pt x="65" y="146"/>
                  <a:pt x="64" y="143"/>
                  <a:pt x="64" y="139"/>
                </a:cubicBezTo>
                <a:cubicBezTo>
                  <a:pt x="64" y="136"/>
                  <a:pt x="65" y="133"/>
                  <a:pt x="67" y="131"/>
                </a:cubicBezTo>
                <a:cubicBezTo>
                  <a:pt x="70" y="129"/>
                  <a:pt x="73" y="127"/>
                  <a:pt x="76" y="127"/>
                </a:cubicBezTo>
                <a:cubicBezTo>
                  <a:pt x="79" y="127"/>
                  <a:pt x="82" y="129"/>
                  <a:pt x="84" y="131"/>
                </a:cubicBezTo>
                <a:close/>
                <a:moveTo>
                  <a:pt x="126" y="114"/>
                </a:moveTo>
                <a:cubicBezTo>
                  <a:pt x="128" y="116"/>
                  <a:pt x="129" y="118"/>
                  <a:pt x="129" y="121"/>
                </a:cubicBezTo>
                <a:cubicBezTo>
                  <a:pt x="129" y="124"/>
                  <a:pt x="128" y="127"/>
                  <a:pt x="126" y="129"/>
                </a:cubicBezTo>
                <a:cubicBezTo>
                  <a:pt x="124" y="131"/>
                  <a:pt x="121" y="132"/>
                  <a:pt x="118" y="132"/>
                </a:cubicBezTo>
                <a:cubicBezTo>
                  <a:pt x="115" y="132"/>
                  <a:pt x="113" y="131"/>
                  <a:pt x="111" y="129"/>
                </a:cubicBezTo>
                <a:cubicBezTo>
                  <a:pt x="109" y="127"/>
                  <a:pt x="108" y="124"/>
                  <a:pt x="108" y="121"/>
                </a:cubicBezTo>
                <a:cubicBezTo>
                  <a:pt x="108" y="118"/>
                  <a:pt x="109" y="116"/>
                  <a:pt x="111" y="114"/>
                </a:cubicBezTo>
                <a:cubicBezTo>
                  <a:pt x="113" y="112"/>
                  <a:pt x="115" y="111"/>
                  <a:pt x="118" y="111"/>
                </a:cubicBezTo>
                <a:cubicBezTo>
                  <a:pt x="121" y="111"/>
                  <a:pt x="124" y="112"/>
                  <a:pt x="126" y="114"/>
                </a:cubicBezTo>
                <a:close/>
                <a:moveTo>
                  <a:pt x="124" y="31"/>
                </a:moveTo>
                <a:cubicBezTo>
                  <a:pt x="125" y="33"/>
                  <a:pt x="126" y="34"/>
                  <a:pt x="126" y="37"/>
                </a:cubicBezTo>
                <a:cubicBezTo>
                  <a:pt x="126" y="39"/>
                  <a:pt x="125" y="40"/>
                  <a:pt x="124" y="42"/>
                </a:cubicBezTo>
                <a:cubicBezTo>
                  <a:pt x="122" y="43"/>
                  <a:pt x="120" y="44"/>
                  <a:pt x="118" y="44"/>
                </a:cubicBezTo>
                <a:cubicBezTo>
                  <a:pt x="116" y="44"/>
                  <a:pt x="114" y="43"/>
                  <a:pt x="113" y="42"/>
                </a:cubicBezTo>
                <a:cubicBezTo>
                  <a:pt x="111" y="40"/>
                  <a:pt x="111" y="39"/>
                  <a:pt x="111" y="37"/>
                </a:cubicBezTo>
                <a:cubicBezTo>
                  <a:pt x="111" y="34"/>
                  <a:pt x="111" y="33"/>
                  <a:pt x="113" y="31"/>
                </a:cubicBezTo>
                <a:cubicBezTo>
                  <a:pt x="114" y="30"/>
                  <a:pt x="116" y="29"/>
                  <a:pt x="118" y="29"/>
                </a:cubicBezTo>
                <a:cubicBezTo>
                  <a:pt x="120" y="29"/>
                  <a:pt x="122" y="30"/>
                  <a:pt x="124" y="31"/>
                </a:cubicBezTo>
                <a:close/>
                <a:moveTo>
                  <a:pt x="143" y="73"/>
                </a:moveTo>
                <a:cubicBezTo>
                  <a:pt x="145" y="74"/>
                  <a:pt x="145" y="76"/>
                  <a:pt x="145" y="79"/>
                </a:cubicBezTo>
                <a:cubicBezTo>
                  <a:pt x="145" y="81"/>
                  <a:pt x="145" y="84"/>
                  <a:pt x="143" y="85"/>
                </a:cubicBezTo>
                <a:cubicBezTo>
                  <a:pt x="141" y="87"/>
                  <a:pt x="139" y="88"/>
                  <a:pt x="136" y="88"/>
                </a:cubicBezTo>
                <a:cubicBezTo>
                  <a:pt x="134" y="88"/>
                  <a:pt x="132" y="87"/>
                  <a:pt x="130" y="85"/>
                </a:cubicBezTo>
                <a:cubicBezTo>
                  <a:pt x="128" y="84"/>
                  <a:pt x="127" y="81"/>
                  <a:pt x="127" y="79"/>
                </a:cubicBezTo>
                <a:cubicBezTo>
                  <a:pt x="127" y="76"/>
                  <a:pt x="128" y="74"/>
                  <a:pt x="130" y="73"/>
                </a:cubicBezTo>
                <a:cubicBezTo>
                  <a:pt x="132" y="71"/>
                  <a:pt x="134" y="70"/>
                  <a:pt x="136" y="70"/>
                </a:cubicBezTo>
                <a:cubicBezTo>
                  <a:pt x="139" y="70"/>
                  <a:pt x="141" y="71"/>
                  <a:pt x="143" y="7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45" name="Freeform 248"/>
          <p:cNvSpPr>
            <a:spLocks/>
          </p:cNvSpPr>
          <p:nvPr/>
        </p:nvSpPr>
        <p:spPr bwMode="auto">
          <a:xfrm>
            <a:off x="2961331" y="3968193"/>
            <a:ext cx="209627" cy="209627"/>
          </a:xfrm>
          <a:custGeom>
            <a:avLst/>
            <a:gdLst>
              <a:gd name="T0" fmla="*/ 136 w 146"/>
              <a:gd name="T1" fmla="*/ 36 h 146"/>
              <a:gd name="T2" fmla="*/ 146 w 146"/>
              <a:gd name="T3" fmla="*/ 73 h 146"/>
              <a:gd name="T4" fmla="*/ 136 w 146"/>
              <a:gd name="T5" fmla="*/ 109 h 146"/>
              <a:gd name="T6" fmla="*/ 109 w 146"/>
              <a:gd name="T7" fmla="*/ 136 h 146"/>
              <a:gd name="T8" fmla="*/ 73 w 146"/>
              <a:gd name="T9" fmla="*/ 146 h 146"/>
              <a:gd name="T10" fmla="*/ 37 w 146"/>
              <a:gd name="T11" fmla="*/ 136 h 146"/>
              <a:gd name="T12" fmla="*/ 10 w 146"/>
              <a:gd name="T13" fmla="*/ 109 h 146"/>
              <a:gd name="T14" fmla="*/ 0 w 146"/>
              <a:gd name="T15" fmla="*/ 73 h 146"/>
              <a:gd name="T16" fmla="*/ 10 w 146"/>
              <a:gd name="T17" fmla="*/ 36 h 146"/>
              <a:gd name="T18" fmla="*/ 37 w 146"/>
              <a:gd name="T19" fmla="*/ 10 h 146"/>
              <a:gd name="T20" fmla="*/ 73 w 146"/>
              <a:gd name="T21" fmla="*/ 0 h 146"/>
              <a:gd name="T22" fmla="*/ 109 w 146"/>
              <a:gd name="T23" fmla="*/ 10 h 146"/>
              <a:gd name="T24" fmla="*/ 136 w 146"/>
              <a:gd name="T25" fmla="*/ 36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46" h="146">
                <a:moveTo>
                  <a:pt x="136" y="36"/>
                </a:moveTo>
                <a:cubicBezTo>
                  <a:pt x="142" y="48"/>
                  <a:pt x="146" y="60"/>
                  <a:pt x="146" y="73"/>
                </a:cubicBezTo>
                <a:cubicBezTo>
                  <a:pt x="146" y="86"/>
                  <a:pt x="142" y="98"/>
                  <a:pt x="136" y="109"/>
                </a:cubicBezTo>
                <a:cubicBezTo>
                  <a:pt x="129" y="121"/>
                  <a:pt x="121" y="129"/>
                  <a:pt x="109" y="136"/>
                </a:cubicBezTo>
                <a:cubicBezTo>
                  <a:pt x="98" y="142"/>
                  <a:pt x="86" y="146"/>
                  <a:pt x="73" y="146"/>
                </a:cubicBezTo>
                <a:cubicBezTo>
                  <a:pt x="60" y="146"/>
                  <a:pt x="48" y="142"/>
                  <a:pt x="37" y="136"/>
                </a:cubicBezTo>
                <a:cubicBezTo>
                  <a:pt x="25" y="129"/>
                  <a:pt x="17" y="121"/>
                  <a:pt x="10" y="109"/>
                </a:cubicBezTo>
                <a:cubicBezTo>
                  <a:pt x="4" y="98"/>
                  <a:pt x="0" y="86"/>
                  <a:pt x="0" y="73"/>
                </a:cubicBezTo>
                <a:cubicBezTo>
                  <a:pt x="0" y="60"/>
                  <a:pt x="4" y="48"/>
                  <a:pt x="10" y="36"/>
                </a:cubicBezTo>
                <a:cubicBezTo>
                  <a:pt x="17" y="25"/>
                  <a:pt x="25" y="17"/>
                  <a:pt x="37" y="10"/>
                </a:cubicBezTo>
                <a:cubicBezTo>
                  <a:pt x="48" y="4"/>
                  <a:pt x="60" y="0"/>
                  <a:pt x="73" y="0"/>
                </a:cubicBezTo>
                <a:cubicBezTo>
                  <a:pt x="86" y="0"/>
                  <a:pt x="98" y="4"/>
                  <a:pt x="109" y="10"/>
                </a:cubicBezTo>
                <a:cubicBezTo>
                  <a:pt x="121" y="17"/>
                  <a:pt x="129" y="25"/>
                  <a:pt x="136" y="36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46" name="Freeform 249"/>
          <p:cNvSpPr>
            <a:spLocks/>
          </p:cNvSpPr>
          <p:nvPr/>
        </p:nvSpPr>
        <p:spPr bwMode="auto">
          <a:xfrm>
            <a:off x="3233629" y="3959549"/>
            <a:ext cx="242043" cy="218271"/>
          </a:xfrm>
          <a:custGeom>
            <a:avLst/>
            <a:gdLst>
              <a:gd name="T0" fmla="*/ 169 w 169"/>
              <a:gd name="T1" fmla="*/ 100 h 152"/>
              <a:gd name="T2" fmla="*/ 157 w 169"/>
              <a:gd name="T3" fmla="*/ 143 h 152"/>
              <a:gd name="T4" fmla="*/ 156 w 169"/>
              <a:gd name="T5" fmla="*/ 145 h 152"/>
              <a:gd name="T6" fmla="*/ 155 w 169"/>
              <a:gd name="T7" fmla="*/ 148 h 152"/>
              <a:gd name="T8" fmla="*/ 154 w 169"/>
              <a:gd name="T9" fmla="*/ 150 h 152"/>
              <a:gd name="T10" fmla="*/ 151 w 169"/>
              <a:gd name="T11" fmla="*/ 152 h 152"/>
              <a:gd name="T12" fmla="*/ 149 w 169"/>
              <a:gd name="T13" fmla="*/ 151 h 152"/>
              <a:gd name="T14" fmla="*/ 148 w 169"/>
              <a:gd name="T15" fmla="*/ 148 h 152"/>
              <a:gd name="T16" fmla="*/ 148 w 169"/>
              <a:gd name="T17" fmla="*/ 146 h 152"/>
              <a:gd name="T18" fmla="*/ 148 w 169"/>
              <a:gd name="T19" fmla="*/ 144 h 152"/>
              <a:gd name="T20" fmla="*/ 149 w 169"/>
              <a:gd name="T21" fmla="*/ 132 h 152"/>
              <a:gd name="T22" fmla="*/ 147 w 169"/>
              <a:gd name="T23" fmla="*/ 115 h 152"/>
              <a:gd name="T24" fmla="*/ 143 w 169"/>
              <a:gd name="T25" fmla="*/ 102 h 152"/>
              <a:gd name="T26" fmla="*/ 135 w 169"/>
              <a:gd name="T27" fmla="*/ 92 h 152"/>
              <a:gd name="T28" fmla="*/ 125 w 169"/>
              <a:gd name="T29" fmla="*/ 86 h 152"/>
              <a:gd name="T30" fmla="*/ 112 w 169"/>
              <a:gd name="T31" fmla="*/ 82 h 152"/>
              <a:gd name="T32" fmla="*/ 98 w 169"/>
              <a:gd name="T33" fmla="*/ 79 h 152"/>
              <a:gd name="T34" fmla="*/ 81 w 169"/>
              <a:gd name="T35" fmla="*/ 79 h 152"/>
              <a:gd name="T36" fmla="*/ 60 w 169"/>
              <a:gd name="T37" fmla="*/ 79 h 152"/>
              <a:gd name="T38" fmla="*/ 60 w 169"/>
              <a:gd name="T39" fmla="*/ 103 h 152"/>
              <a:gd name="T40" fmla="*/ 58 w 169"/>
              <a:gd name="T41" fmla="*/ 107 h 152"/>
              <a:gd name="T42" fmla="*/ 54 w 169"/>
              <a:gd name="T43" fmla="*/ 109 h 152"/>
              <a:gd name="T44" fmla="*/ 50 w 169"/>
              <a:gd name="T45" fmla="*/ 107 h 152"/>
              <a:gd name="T46" fmla="*/ 1 w 169"/>
              <a:gd name="T47" fmla="*/ 59 h 152"/>
              <a:gd name="T48" fmla="*/ 0 w 169"/>
              <a:gd name="T49" fmla="*/ 55 h 152"/>
              <a:gd name="T50" fmla="*/ 1 w 169"/>
              <a:gd name="T51" fmla="*/ 50 h 152"/>
              <a:gd name="T52" fmla="*/ 50 w 169"/>
              <a:gd name="T53" fmla="*/ 2 h 152"/>
              <a:gd name="T54" fmla="*/ 54 w 169"/>
              <a:gd name="T55" fmla="*/ 0 h 152"/>
              <a:gd name="T56" fmla="*/ 58 w 169"/>
              <a:gd name="T57" fmla="*/ 2 h 152"/>
              <a:gd name="T58" fmla="*/ 60 w 169"/>
              <a:gd name="T59" fmla="*/ 6 h 152"/>
              <a:gd name="T60" fmla="*/ 60 w 169"/>
              <a:gd name="T61" fmla="*/ 31 h 152"/>
              <a:gd name="T62" fmla="*/ 81 w 169"/>
              <a:gd name="T63" fmla="*/ 31 h 152"/>
              <a:gd name="T64" fmla="*/ 164 w 169"/>
              <a:gd name="T65" fmla="*/ 69 h 152"/>
              <a:gd name="T66" fmla="*/ 169 w 169"/>
              <a:gd name="T67" fmla="*/ 100 h 1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69" h="152">
                <a:moveTo>
                  <a:pt x="169" y="100"/>
                </a:moveTo>
                <a:cubicBezTo>
                  <a:pt x="169" y="111"/>
                  <a:pt x="165" y="125"/>
                  <a:pt x="157" y="143"/>
                </a:cubicBezTo>
                <a:cubicBezTo>
                  <a:pt x="157" y="143"/>
                  <a:pt x="157" y="144"/>
                  <a:pt x="156" y="145"/>
                </a:cubicBezTo>
                <a:cubicBezTo>
                  <a:pt x="156" y="146"/>
                  <a:pt x="155" y="147"/>
                  <a:pt x="155" y="148"/>
                </a:cubicBezTo>
                <a:cubicBezTo>
                  <a:pt x="154" y="149"/>
                  <a:pt x="154" y="149"/>
                  <a:pt x="154" y="150"/>
                </a:cubicBezTo>
                <a:cubicBezTo>
                  <a:pt x="153" y="151"/>
                  <a:pt x="152" y="152"/>
                  <a:pt x="151" y="152"/>
                </a:cubicBezTo>
                <a:cubicBezTo>
                  <a:pt x="150" y="152"/>
                  <a:pt x="149" y="151"/>
                  <a:pt x="149" y="151"/>
                </a:cubicBezTo>
                <a:cubicBezTo>
                  <a:pt x="148" y="150"/>
                  <a:pt x="148" y="149"/>
                  <a:pt x="148" y="148"/>
                </a:cubicBezTo>
                <a:cubicBezTo>
                  <a:pt x="148" y="148"/>
                  <a:pt x="148" y="147"/>
                  <a:pt x="148" y="146"/>
                </a:cubicBezTo>
                <a:cubicBezTo>
                  <a:pt x="148" y="145"/>
                  <a:pt x="148" y="144"/>
                  <a:pt x="148" y="144"/>
                </a:cubicBezTo>
                <a:cubicBezTo>
                  <a:pt x="149" y="139"/>
                  <a:pt x="149" y="135"/>
                  <a:pt x="149" y="132"/>
                </a:cubicBezTo>
                <a:cubicBezTo>
                  <a:pt x="149" y="126"/>
                  <a:pt x="148" y="120"/>
                  <a:pt x="147" y="115"/>
                </a:cubicBezTo>
                <a:cubicBezTo>
                  <a:pt x="146" y="110"/>
                  <a:pt x="145" y="105"/>
                  <a:pt x="143" y="102"/>
                </a:cubicBezTo>
                <a:cubicBezTo>
                  <a:pt x="141" y="98"/>
                  <a:pt x="138" y="95"/>
                  <a:pt x="135" y="92"/>
                </a:cubicBezTo>
                <a:cubicBezTo>
                  <a:pt x="132" y="89"/>
                  <a:pt x="129" y="87"/>
                  <a:pt x="125" y="86"/>
                </a:cubicBezTo>
                <a:cubicBezTo>
                  <a:pt x="121" y="84"/>
                  <a:pt x="117" y="83"/>
                  <a:pt x="112" y="82"/>
                </a:cubicBezTo>
                <a:cubicBezTo>
                  <a:pt x="108" y="81"/>
                  <a:pt x="103" y="80"/>
                  <a:pt x="98" y="79"/>
                </a:cubicBezTo>
                <a:cubicBezTo>
                  <a:pt x="93" y="79"/>
                  <a:pt x="87" y="79"/>
                  <a:pt x="81" y="79"/>
                </a:cubicBezTo>
                <a:cubicBezTo>
                  <a:pt x="60" y="79"/>
                  <a:pt x="60" y="79"/>
                  <a:pt x="60" y="79"/>
                </a:cubicBezTo>
                <a:cubicBezTo>
                  <a:pt x="60" y="103"/>
                  <a:pt x="60" y="103"/>
                  <a:pt x="60" y="103"/>
                </a:cubicBezTo>
                <a:cubicBezTo>
                  <a:pt x="60" y="105"/>
                  <a:pt x="60" y="106"/>
                  <a:pt x="58" y="107"/>
                </a:cubicBezTo>
                <a:cubicBezTo>
                  <a:pt x="57" y="109"/>
                  <a:pt x="56" y="109"/>
                  <a:pt x="54" y="109"/>
                </a:cubicBezTo>
                <a:cubicBezTo>
                  <a:pt x="52" y="109"/>
                  <a:pt x="51" y="109"/>
                  <a:pt x="50" y="107"/>
                </a:cubicBezTo>
                <a:cubicBezTo>
                  <a:pt x="1" y="59"/>
                  <a:pt x="1" y="59"/>
                  <a:pt x="1" y="59"/>
                </a:cubicBezTo>
                <a:cubicBezTo>
                  <a:pt x="0" y="58"/>
                  <a:pt x="0" y="56"/>
                  <a:pt x="0" y="55"/>
                </a:cubicBezTo>
                <a:cubicBezTo>
                  <a:pt x="0" y="53"/>
                  <a:pt x="0" y="52"/>
                  <a:pt x="1" y="50"/>
                </a:cubicBezTo>
                <a:cubicBezTo>
                  <a:pt x="50" y="2"/>
                  <a:pt x="50" y="2"/>
                  <a:pt x="50" y="2"/>
                </a:cubicBezTo>
                <a:cubicBezTo>
                  <a:pt x="51" y="1"/>
                  <a:pt x="52" y="0"/>
                  <a:pt x="54" y="0"/>
                </a:cubicBezTo>
                <a:cubicBezTo>
                  <a:pt x="56" y="0"/>
                  <a:pt x="57" y="1"/>
                  <a:pt x="58" y="2"/>
                </a:cubicBezTo>
                <a:cubicBezTo>
                  <a:pt x="60" y="3"/>
                  <a:pt x="60" y="5"/>
                  <a:pt x="60" y="6"/>
                </a:cubicBezTo>
                <a:cubicBezTo>
                  <a:pt x="60" y="31"/>
                  <a:pt x="60" y="31"/>
                  <a:pt x="60" y="31"/>
                </a:cubicBezTo>
                <a:cubicBezTo>
                  <a:pt x="81" y="31"/>
                  <a:pt x="81" y="31"/>
                  <a:pt x="81" y="31"/>
                </a:cubicBezTo>
                <a:cubicBezTo>
                  <a:pt x="126" y="31"/>
                  <a:pt x="154" y="43"/>
                  <a:pt x="164" y="69"/>
                </a:cubicBezTo>
                <a:cubicBezTo>
                  <a:pt x="167" y="77"/>
                  <a:pt x="169" y="88"/>
                  <a:pt x="169" y="10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47" name="Freeform 250"/>
          <p:cNvSpPr>
            <a:spLocks noEditPoints="1"/>
          </p:cNvSpPr>
          <p:nvPr/>
        </p:nvSpPr>
        <p:spPr bwMode="auto">
          <a:xfrm>
            <a:off x="3540504" y="3985481"/>
            <a:ext cx="224755" cy="192339"/>
          </a:xfrm>
          <a:custGeom>
            <a:avLst/>
            <a:gdLst>
              <a:gd name="T0" fmla="*/ 152 w 157"/>
              <a:gd name="T1" fmla="*/ 106 h 134"/>
              <a:gd name="T2" fmla="*/ 128 w 157"/>
              <a:gd name="T3" fmla="*/ 127 h 134"/>
              <a:gd name="T4" fmla="*/ 96 w 157"/>
              <a:gd name="T5" fmla="*/ 133 h 134"/>
              <a:gd name="T6" fmla="*/ 67 w 157"/>
              <a:gd name="T7" fmla="*/ 133 h 134"/>
              <a:gd name="T8" fmla="*/ 38 w 157"/>
              <a:gd name="T9" fmla="*/ 129 h 134"/>
              <a:gd name="T10" fmla="*/ 14 w 157"/>
              <a:gd name="T11" fmla="*/ 117 h 134"/>
              <a:gd name="T12" fmla="*/ 0 w 157"/>
              <a:gd name="T13" fmla="*/ 75 h 134"/>
              <a:gd name="T14" fmla="*/ 10 w 157"/>
              <a:gd name="T15" fmla="*/ 21 h 134"/>
              <a:gd name="T16" fmla="*/ 33 w 157"/>
              <a:gd name="T17" fmla="*/ 4 h 134"/>
              <a:gd name="T18" fmla="*/ 80 w 157"/>
              <a:gd name="T19" fmla="*/ 13 h 134"/>
              <a:gd name="T20" fmla="*/ 124 w 157"/>
              <a:gd name="T21" fmla="*/ 4 h 134"/>
              <a:gd name="T22" fmla="*/ 147 w 157"/>
              <a:gd name="T23" fmla="*/ 21 h 134"/>
              <a:gd name="T24" fmla="*/ 157 w 157"/>
              <a:gd name="T25" fmla="*/ 75 h 134"/>
              <a:gd name="T26" fmla="*/ 130 w 157"/>
              <a:gd name="T27" fmla="*/ 72 h 134"/>
              <a:gd name="T28" fmla="*/ 94 w 157"/>
              <a:gd name="T29" fmla="*/ 66 h 134"/>
              <a:gd name="T30" fmla="*/ 64 w 157"/>
              <a:gd name="T31" fmla="*/ 66 h 134"/>
              <a:gd name="T32" fmla="*/ 28 w 157"/>
              <a:gd name="T33" fmla="*/ 72 h 134"/>
              <a:gd name="T34" fmla="*/ 24 w 157"/>
              <a:gd name="T35" fmla="*/ 106 h 134"/>
              <a:gd name="T36" fmla="*/ 43 w 157"/>
              <a:gd name="T37" fmla="*/ 121 h 134"/>
              <a:gd name="T38" fmla="*/ 71 w 157"/>
              <a:gd name="T39" fmla="*/ 125 h 134"/>
              <a:gd name="T40" fmla="*/ 101 w 157"/>
              <a:gd name="T41" fmla="*/ 124 h 134"/>
              <a:gd name="T42" fmla="*/ 125 w 157"/>
              <a:gd name="T43" fmla="*/ 115 h 134"/>
              <a:gd name="T44" fmla="*/ 136 w 157"/>
              <a:gd name="T45" fmla="*/ 91 h 134"/>
              <a:gd name="T46" fmla="*/ 61 w 157"/>
              <a:gd name="T47" fmla="*/ 91 h 134"/>
              <a:gd name="T48" fmla="*/ 55 w 157"/>
              <a:gd name="T49" fmla="*/ 106 h 134"/>
              <a:gd name="T50" fmla="*/ 42 w 157"/>
              <a:gd name="T51" fmla="*/ 106 h 134"/>
              <a:gd name="T52" fmla="*/ 36 w 157"/>
              <a:gd name="T53" fmla="*/ 91 h 134"/>
              <a:gd name="T54" fmla="*/ 42 w 157"/>
              <a:gd name="T55" fmla="*/ 76 h 134"/>
              <a:gd name="T56" fmla="*/ 55 w 157"/>
              <a:gd name="T57" fmla="*/ 76 h 134"/>
              <a:gd name="T58" fmla="*/ 120 w 157"/>
              <a:gd name="T59" fmla="*/ 83 h 134"/>
              <a:gd name="T60" fmla="*/ 120 w 157"/>
              <a:gd name="T61" fmla="*/ 99 h 134"/>
              <a:gd name="T62" fmla="*/ 109 w 157"/>
              <a:gd name="T63" fmla="*/ 109 h 134"/>
              <a:gd name="T64" fmla="*/ 98 w 157"/>
              <a:gd name="T65" fmla="*/ 99 h 134"/>
              <a:gd name="T66" fmla="*/ 98 w 157"/>
              <a:gd name="T67" fmla="*/ 83 h 134"/>
              <a:gd name="T68" fmla="*/ 109 w 157"/>
              <a:gd name="T69" fmla="*/ 73 h 134"/>
              <a:gd name="T70" fmla="*/ 120 w 157"/>
              <a:gd name="T71" fmla="*/ 83 h 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57" h="134">
                <a:moveTo>
                  <a:pt x="157" y="75"/>
                </a:moveTo>
                <a:cubicBezTo>
                  <a:pt x="157" y="88"/>
                  <a:pt x="155" y="98"/>
                  <a:pt x="152" y="106"/>
                </a:cubicBezTo>
                <a:cubicBezTo>
                  <a:pt x="149" y="111"/>
                  <a:pt x="146" y="115"/>
                  <a:pt x="142" y="118"/>
                </a:cubicBezTo>
                <a:cubicBezTo>
                  <a:pt x="137" y="122"/>
                  <a:pt x="133" y="125"/>
                  <a:pt x="128" y="127"/>
                </a:cubicBezTo>
                <a:cubicBezTo>
                  <a:pt x="124" y="128"/>
                  <a:pt x="118" y="130"/>
                  <a:pt x="112" y="131"/>
                </a:cubicBezTo>
                <a:cubicBezTo>
                  <a:pt x="106" y="132"/>
                  <a:pt x="101" y="133"/>
                  <a:pt x="96" y="133"/>
                </a:cubicBezTo>
                <a:cubicBezTo>
                  <a:pt x="91" y="133"/>
                  <a:pt x="86" y="134"/>
                  <a:pt x="80" y="134"/>
                </a:cubicBezTo>
                <a:cubicBezTo>
                  <a:pt x="75" y="134"/>
                  <a:pt x="71" y="133"/>
                  <a:pt x="67" y="133"/>
                </a:cubicBezTo>
                <a:cubicBezTo>
                  <a:pt x="63" y="133"/>
                  <a:pt x="58" y="133"/>
                  <a:pt x="53" y="132"/>
                </a:cubicBezTo>
                <a:cubicBezTo>
                  <a:pt x="48" y="131"/>
                  <a:pt x="43" y="131"/>
                  <a:pt x="38" y="129"/>
                </a:cubicBezTo>
                <a:cubicBezTo>
                  <a:pt x="34" y="128"/>
                  <a:pt x="30" y="126"/>
                  <a:pt x="25" y="124"/>
                </a:cubicBezTo>
                <a:cubicBezTo>
                  <a:pt x="21" y="122"/>
                  <a:pt x="17" y="120"/>
                  <a:pt x="14" y="117"/>
                </a:cubicBezTo>
                <a:cubicBezTo>
                  <a:pt x="11" y="114"/>
                  <a:pt x="8" y="110"/>
                  <a:pt x="6" y="106"/>
                </a:cubicBezTo>
                <a:cubicBezTo>
                  <a:pt x="2" y="98"/>
                  <a:pt x="0" y="88"/>
                  <a:pt x="0" y="75"/>
                </a:cubicBezTo>
                <a:cubicBezTo>
                  <a:pt x="0" y="60"/>
                  <a:pt x="4" y="47"/>
                  <a:pt x="13" y="37"/>
                </a:cubicBezTo>
                <a:cubicBezTo>
                  <a:pt x="11" y="32"/>
                  <a:pt x="10" y="27"/>
                  <a:pt x="10" y="21"/>
                </a:cubicBezTo>
                <a:cubicBezTo>
                  <a:pt x="10" y="14"/>
                  <a:pt x="12" y="7"/>
                  <a:pt x="15" y="0"/>
                </a:cubicBezTo>
                <a:cubicBezTo>
                  <a:pt x="22" y="0"/>
                  <a:pt x="28" y="2"/>
                  <a:pt x="33" y="4"/>
                </a:cubicBezTo>
                <a:cubicBezTo>
                  <a:pt x="38" y="7"/>
                  <a:pt x="44" y="11"/>
                  <a:pt x="51" y="16"/>
                </a:cubicBezTo>
                <a:cubicBezTo>
                  <a:pt x="60" y="14"/>
                  <a:pt x="70" y="13"/>
                  <a:pt x="80" y="13"/>
                </a:cubicBezTo>
                <a:cubicBezTo>
                  <a:pt x="90" y="13"/>
                  <a:pt x="98" y="14"/>
                  <a:pt x="107" y="16"/>
                </a:cubicBezTo>
                <a:cubicBezTo>
                  <a:pt x="113" y="10"/>
                  <a:pt x="119" y="7"/>
                  <a:pt x="124" y="4"/>
                </a:cubicBezTo>
                <a:cubicBezTo>
                  <a:pt x="130" y="2"/>
                  <a:pt x="135" y="0"/>
                  <a:pt x="142" y="0"/>
                </a:cubicBezTo>
                <a:cubicBezTo>
                  <a:pt x="145" y="7"/>
                  <a:pt x="147" y="14"/>
                  <a:pt x="147" y="21"/>
                </a:cubicBezTo>
                <a:cubicBezTo>
                  <a:pt x="147" y="27"/>
                  <a:pt x="146" y="32"/>
                  <a:pt x="144" y="37"/>
                </a:cubicBezTo>
                <a:cubicBezTo>
                  <a:pt x="153" y="47"/>
                  <a:pt x="157" y="60"/>
                  <a:pt x="157" y="75"/>
                </a:cubicBezTo>
                <a:close/>
                <a:moveTo>
                  <a:pt x="136" y="91"/>
                </a:moveTo>
                <a:cubicBezTo>
                  <a:pt x="136" y="84"/>
                  <a:pt x="134" y="77"/>
                  <a:pt x="130" y="72"/>
                </a:cubicBezTo>
                <a:cubicBezTo>
                  <a:pt x="125" y="67"/>
                  <a:pt x="119" y="64"/>
                  <a:pt x="112" y="64"/>
                </a:cubicBezTo>
                <a:cubicBezTo>
                  <a:pt x="109" y="64"/>
                  <a:pt x="103" y="65"/>
                  <a:pt x="94" y="66"/>
                </a:cubicBezTo>
                <a:cubicBezTo>
                  <a:pt x="89" y="67"/>
                  <a:pt x="84" y="67"/>
                  <a:pt x="79" y="67"/>
                </a:cubicBezTo>
                <a:cubicBezTo>
                  <a:pt x="73" y="67"/>
                  <a:pt x="68" y="67"/>
                  <a:pt x="64" y="66"/>
                </a:cubicBezTo>
                <a:cubicBezTo>
                  <a:pt x="54" y="65"/>
                  <a:pt x="48" y="64"/>
                  <a:pt x="45" y="64"/>
                </a:cubicBezTo>
                <a:cubicBezTo>
                  <a:pt x="38" y="64"/>
                  <a:pt x="32" y="67"/>
                  <a:pt x="28" y="72"/>
                </a:cubicBezTo>
                <a:cubicBezTo>
                  <a:pt x="23" y="77"/>
                  <a:pt x="21" y="84"/>
                  <a:pt x="21" y="91"/>
                </a:cubicBezTo>
                <a:cubicBezTo>
                  <a:pt x="21" y="97"/>
                  <a:pt x="22" y="102"/>
                  <a:pt x="24" y="106"/>
                </a:cubicBezTo>
                <a:cubicBezTo>
                  <a:pt x="26" y="110"/>
                  <a:pt x="29" y="113"/>
                  <a:pt x="32" y="115"/>
                </a:cubicBezTo>
                <a:cubicBezTo>
                  <a:pt x="35" y="118"/>
                  <a:pt x="39" y="120"/>
                  <a:pt x="43" y="121"/>
                </a:cubicBezTo>
                <a:cubicBezTo>
                  <a:pt x="48" y="123"/>
                  <a:pt x="52" y="123"/>
                  <a:pt x="57" y="124"/>
                </a:cubicBezTo>
                <a:cubicBezTo>
                  <a:pt x="61" y="124"/>
                  <a:pt x="66" y="125"/>
                  <a:pt x="71" y="125"/>
                </a:cubicBezTo>
                <a:cubicBezTo>
                  <a:pt x="87" y="125"/>
                  <a:pt x="87" y="125"/>
                  <a:pt x="87" y="125"/>
                </a:cubicBezTo>
                <a:cubicBezTo>
                  <a:pt x="92" y="125"/>
                  <a:pt x="96" y="124"/>
                  <a:pt x="101" y="124"/>
                </a:cubicBezTo>
                <a:cubicBezTo>
                  <a:pt x="105" y="123"/>
                  <a:pt x="109" y="123"/>
                  <a:pt x="114" y="121"/>
                </a:cubicBezTo>
                <a:cubicBezTo>
                  <a:pt x="119" y="120"/>
                  <a:pt x="122" y="118"/>
                  <a:pt x="125" y="115"/>
                </a:cubicBezTo>
                <a:cubicBezTo>
                  <a:pt x="129" y="113"/>
                  <a:pt x="131" y="110"/>
                  <a:pt x="133" y="106"/>
                </a:cubicBezTo>
                <a:cubicBezTo>
                  <a:pt x="135" y="102"/>
                  <a:pt x="136" y="97"/>
                  <a:pt x="136" y="91"/>
                </a:cubicBezTo>
                <a:close/>
                <a:moveTo>
                  <a:pt x="59" y="83"/>
                </a:moveTo>
                <a:cubicBezTo>
                  <a:pt x="60" y="86"/>
                  <a:pt x="61" y="89"/>
                  <a:pt x="61" y="91"/>
                </a:cubicBezTo>
                <a:cubicBezTo>
                  <a:pt x="61" y="94"/>
                  <a:pt x="60" y="96"/>
                  <a:pt x="59" y="99"/>
                </a:cubicBezTo>
                <a:cubicBezTo>
                  <a:pt x="59" y="102"/>
                  <a:pt x="57" y="104"/>
                  <a:pt x="55" y="106"/>
                </a:cubicBezTo>
                <a:cubicBezTo>
                  <a:pt x="53" y="108"/>
                  <a:pt x="51" y="109"/>
                  <a:pt x="48" y="109"/>
                </a:cubicBezTo>
                <a:cubicBezTo>
                  <a:pt x="46" y="109"/>
                  <a:pt x="44" y="108"/>
                  <a:pt x="42" y="106"/>
                </a:cubicBezTo>
                <a:cubicBezTo>
                  <a:pt x="40" y="104"/>
                  <a:pt x="38" y="102"/>
                  <a:pt x="38" y="99"/>
                </a:cubicBezTo>
                <a:cubicBezTo>
                  <a:pt x="37" y="96"/>
                  <a:pt x="36" y="94"/>
                  <a:pt x="36" y="91"/>
                </a:cubicBezTo>
                <a:cubicBezTo>
                  <a:pt x="36" y="89"/>
                  <a:pt x="37" y="86"/>
                  <a:pt x="38" y="83"/>
                </a:cubicBezTo>
                <a:cubicBezTo>
                  <a:pt x="38" y="81"/>
                  <a:pt x="40" y="78"/>
                  <a:pt x="42" y="76"/>
                </a:cubicBezTo>
                <a:cubicBezTo>
                  <a:pt x="44" y="74"/>
                  <a:pt x="46" y="73"/>
                  <a:pt x="48" y="73"/>
                </a:cubicBezTo>
                <a:cubicBezTo>
                  <a:pt x="51" y="73"/>
                  <a:pt x="53" y="74"/>
                  <a:pt x="55" y="76"/>
                </a:cubicBezTo>
                <a:cubicBezTo>
                  <a:pt x="57" y="78"/>
                  <a:pt x="59" y="81"/>
                  <a:pt x="59" y="83"/>
                </a:cubicBezTo>
                <a:close/>
                <a:moveTo>
                  <a:pt x="120" y="83"/>
                </a:moveTo>
                <a:cubicBezTo>
                  <a:pt x="121" y="86"/>
                  <a:pt x="121" y="89"/>
                  <a:pt x="121" y="91"/>
                </a:cubicBezTo>
                <a:cubicBezTo>
                  <a:pt x="121" y="94"/>
                  <a:pt x="121" y="96"/>
                  <a:pt x="120" y="99"/>
                </a:cubicBezTo>
                <a:cubicBezTo>
                  <a:pt x="119" y="102"/>
                  <a:pt x="118" y="104"/>
                  <a:pt x="116" y="106"/>
                </a:cubicBezTo>
                <a:cubicBezTo>
                  <a:pt x="114" y="108"/>
                  <a:pt x="112" y="109"/>
                  <a:pt x="109" y="109"/>
                </a:cubicBezTo>
                <a:cubicBezTo>
                  <a:pt x="106" y="109"/>
                  <a:pt x="104" y="108"/>
                  <a:pt x="102" y="106"/>
                </a:cubicBezTo>
                <a:cubicBezTo>
                  <a:pt x="100" y="104"/>
                  <a:pt x="99" y="102"/>
                  <a:pt x="98" y="99"/>
                </a:cubicBezTo>
                <a:cubicBezTo>
                  <a:pt x="97" y="96"/>
                  <a:pt x="97" y="94"/>
                  <a:pt x="97" y="91"/>
                </a:cubicBezTo>
                <a:cubicBezTo>
                  <a:pt x="97" y="89"/>
                  <a:pt x="97" y="86"/>
                  <a:pt x="98" y="83"/>
                </a:cubicBezTo>
                <a:cubicBezTo>
                  <a:pt x="99" y="81"/>
                  <a:pt x="100" y="78"/>
                  <a:pt x="102" y="76"/>
                </a:cubicBezTo>
                <a:cubicBezTo>
                  <a:pt x="104" y="74"/>
                  <a:pt x="106" y="73"/>
                  <a:pt x="109" y="73"/>
                </a:cubicBezTo>
                <a:cubicBezTo>
                  <a:pt x="112" y="73"/>
                  <a:pt x="114" y="74"/>
                  <a:pt x="116" y="76"/>
                </a:cubicBezTo>
                <a:cubicBezTo>
                  <a:pt x="118" y="78"/>
                  <a:pt x="119" y="81"/>
                  <a:pt x="120" y="8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48" name="Freeform 251"/>
          <p:cNvSpPr>
            <a:spLocks noEditPoints="1"/>
          </p:cNvSpPr>
          <p:nvPr/>
        </p:nvSpPr>
        <p:spPr bwMode="auto">
          <a:xfrm>
            <a:off x="3830091" y="3968193"/>
            <a:ext cx="226916" cy="190176"/>
          </a:xfrm>
          <a:custGeom>
            <a:avLst/>
            <a:gdLst>
              <a:gd name="T0" fmla="*/ 158 w 158"/>
              <a:gd name="T1" fmla="*/ 46 h 133"/>
              <a:gd name="T2" fmla="*/ 158 w 158"/>
              <a:gd name="T3" fmla="*/ 112 h 133"/>
              <a:gd name="T4" fmla="*/ 151 w 158"/>
              <a:gd name="T5" fmla="*/ 127 h 133"/>
              <a:gd name="T6" fmla="*/ 136 w 158"/>
              <a:gd name="T7" fmla="*/ 133 h 133"/>
              <a:gd name="T8" fmla="*/ 22 w 158"/>
              <a:gd name="T9" fmla="*/ 133 h 133"/>
              <a:gd name="T10" fmla="*/ 7 w 158"/>
              <a:gd name="T11" fmla="*/ 127 h 133"/>
              <a:gd name="T12" fmla="*/ 0 w 158"/>
              <a:gd name="T13" fmla="*/ 112 h 133"/>
              <a:gd name="T14" fmla="*/ 0 w 158"/>
              <a:gd name="T15" fmla="*/ 21 h 133"/>
              <a:gd name="T16" fmla="*/ 7 w 158"/>
              <a:gd name="T17" fmla="*/ 7 h 133"/>
              <a:gd name="T18" fmla="*/ 22 w 158"/>
              <a:gd name="T19" fmla="*/ 0 h 133"/>
              <a:gd name="T20" fmla="*/ 52 w 158"/>
              <a:gd name="T21" fmla="*/ 0 h 133"/>
              <a:gd name="T22" fmla="*/ 67 w 158"/>
              <a:gd name="T23" fmla="*/ 7 h 133"/>
              <a:gd name="T24" fmla="*/ 73 w 158"/>
              <a:gd name="T25" fmla="*/ 21 h 133"/>
              <a:gd name="T26" fmla="*/ 73 w 158"/>
              <a:gd name="T27" fmla="*/ 25 h 133"/>
              <a:gd name="T28" fmla="*/ 136 w 158"/>
              <a:gd name="T29" fmla="*/ 25 h 133"/>
              <a:gd name="T30" fmla="*/ 151 w 158"/>
              <a:gd name="T31" fmla="*/ 31 h 133"/>
              <a:gd name="T32" fmla="*/ 158 w 158"/>
              <a:gd name="T33" fmla="*/ 46 h 133"/>
              <a:gd name="T34" fmla="*/ 146 w 158"/>
              <a:gd name="T35" fmla="*/ 112 h 133"/>
              <a:gd name="T36" fmla="*/ 146 w 158"/>
              <a:gd name="T37" fmla="*/ 46 h 133"/>
              <a:gd name="T38" fmla="*/ 143 w 158"/>
              <a:gd name="T39" fmla="*/ 39 h 133"/>
              <a:gd name="T40" fmla="*/ 136 w 158"/>
              <a:gd name="T41" fmla="*/ 37 h 133"/>
              <a:gd name="T42" fmla="*/ 70 w 158"/>
              <a:gd name="T43" fmla="*/ 37 h 133"/>
              <a:gd name="T44" fmla="*/ 63 w 158"/>
              <a:gd name="T45" fmla="*/ 34 h 133"/>
              <a:gd name="T46" fmla="*/ 61 w 158"/>
              <a:gd name="T47" fmla="*/ 28 h 133"/>
              <a:gd name="T48" fmla="*/ 61 w 158"/>
              <a:gd name="T49" fmla="*/ 21 h 133"/>
              <a:gd name="T50" fmla="*/ 58 w 158"/>
              <a:gd name="T51" fmla="*/ 15 h 133"/>
              <a:gd name="T52" fmla="*/ 52 w 158"/>
              <a:gd name="T53" fmla="*/ 12 h 133"/>
              <a:gd name="T54" fmla="*/ 22 w 158"/>
              <a:gd name="T55" fmla="*/ 12 h 133"/>
              <a:gd name="T56" fmla="*/ 15 w 158"/>
              <a:gd name="T57" fmla="*/ 15 h 133"/>
              <a:gd name="T58" fmla="*/ 12 w 158"/>
              <a:gd name="T59" fmla="*/ 21 h 133"/>
              <a:gd name="T60" fmla="*/ 12 w 158"/>
              <a:gd name="T61" fmla="*/ 112 h 133"/>
              <a:gd name="T62" fmla="*/ 15 w 158"/>
              <a:gd name="T63" fmla="*/ 119 h 133"/>
              <a:gd name="T64" fmla="*/ 22 w 158"/>
              <a:gd name="T65" fmla="*/ 121 h 133"/>
              <a:gd name="T66" fmla="*/ 136 w 158"/>
              <a:gd name="T67" fmla="*/ 121 h 133"/>
              <a:gd name="T68" fmla="*/ 143 w 158"/>
              <a:gd name="T69" fmla="*/ 119 h 133"/>
              <a:gd name="T70" fmla="*/ 146 w 158"/>
              <a:gd name="T71" fmla="*/ 112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58" h="133">
                <a:moveTo>
                  <a:pt x="158" y="46"/>
                </a:moveTo>
                <a:cubicBezTo>
                  <a:pt x="158" y="112"/>
                  <a:pt x="158" y="112"/>
                  <a:pt x="158" y="112"/>
                </a:cubicBezTo>
                <a:cubicBezTo>
                  <a:pt x="158" y="118"/>
                  <a:pt x="156" y="123"/>
                  <a:pt x="151" y="127"/>
                </a:cubicBezTo>
                <a:cubicBezTo>
                  <a:pt x="147" y="131"/>
                  <a:pt x="142" y="133"/>
                  <a:pt x="136" y="133"/>
                </a:cubicBezTo>
                <a:cubicBezTo>
                  <a:pt x="22" y="133"/>
                  <a:pt x="22" y="133"/>
                  <a:pt x="22" y="133"/>
                </a:cubicBezTo>
                <a:cubicBezTo>
                  <a:pt x="16" y="133"/>
                  <a:pt x="11" y="131"/>
                  <a:pt x="7" y="127"/>
                </a:cubicBezTo>
                <a:cubicBezTo>
                  <a:pt x="2" y="123"/>
                  <a:pt x="0" y="118"/>
                  <a:pt x="0" y="112"/>
                </a:cubicBezTo>
                <a:cubicBezTo>
                  <a:pt x="0" y="21"/>
                  <a:pt x="0" y="21"/>
                  <a:pt x="0" y="21"/>
                </a:cubicBezTo>
                <a:cubicBezTo>
                  <a:pt x="0" y="16"/>
                  <a:pt x="2" y="11"/>
                  <a:pt x="7" y="7"/>
                </a:cubicBezTo>
                <a:cubicBezTo>
                  <a:pt x="11" y="2"/>
                  <a:pt x="16" y="0"/>
                  <a:pt x="22" y="0"/>
                </a:cubicBezTo>
                <a:cubicBezTo>
                  <a:pt x="52" y="0"/>
                  <a:pt x="52" y="0"/>
                  <a:pt x="52" y="0"/>
                </a:cubicBezTo>
                <a:cubicBezTo>
                  <a:pt x="58" y="0"/>
                  <a:pt x="63" y="2"/>
                  <a:pt x="67" y="7"/>
                </a:cubicBezTo>
                <a:cubicBezTo>
                  <a:pt x="71" y="11"/>
                  <a:pt x="73" y="16"/>
                  <a:pt x="73" y="21"/>
                </a:cubicBezTo>
                <a:cubicBezTo>
                  <a:pt x="73" y="25"/>
                  <a:pt x="73" y="25"/>
                  <a:pt x="73" y="25"/>
                </a:cubicBezTo>
                <a:cubicBezTo>
                  <a:pt x="136" y="25"/>
                  <a:pt x="136" y="25"/>
                  <a:pt x="136" y="25"/>
                </a:cubicBezTo>
                <a:cubicBezTo>
                  <a:pt x="142" y="25"/>
                  <a:pt x="147" y="27"/>
                  <a:pt x="151" y="31"/>
                </a:cubicBezTo>
                <a:cubicBezTo>
                  <a:pt x="156" y="35"/>
                  <a:pt x="158" y="40"/>
                  <a:pt x="158" y="46"/>
                </a:cubicBezTo>
                <a:close/>
                <a:moveTo>
                  <a:pt x="146" y="112"/>
                </a:moveTo>
                <a:cubicBezTo>
                  <a:pt x="146" y="46"/>
                  <a:pt x="146" y="46"/>
                  <a:pt x="146" y="46"/>
                </a:cubicBezTo>
                <a:cubicBezTo>
                  <a:pt x="146" y="43"/>
                  <a:pt x="145" y="41"/>
                  <a:pt x="143" y="39"/>
                </a:cubicBezTo>
                <a:cubicBezTo>
                  <a:pt x="141" y="38"/>
                  <a:pt x="139" y="37"/>
                  <a:pt x="136" y="37"/>
                </a:cubicBezTo>
                <a:cubicBezTo>
                  <a:pt x="70" y="37"/>
                  <a:pt x="70" y="37"/>
                  <a:pt x="70" y="37"/>
                </a:cubicBezTo>
                <a:cubicBezTo>
                  <a:pt x="67" y="37"/>
                  <a:pt x="65" y="36"/>
                  <a:pt x="63" y="34"/>
                </a:cubicBezTo>
                <a:cubicBezTo>
                  <a:pt x="62" y="32"/>
                  <a:pt x="61" y="30"/>
                  <a:pt x="61" y="28"/>
                </a:cubicBezTo>
                <a:cubicBezTo>
                  <a:pt x="61" y="21"/>
                  <a:pt x="61" y="21"/>
                  <a:pt x="61" y="21"/>
                </a:cubicBezTo>
                <a:cubicBezTo>
                  <a:pt x="61" y="19"/>
                  <a:pt x="60" y="17"/>
                  <a:pt x="58" y="15"/>
                </a:cubicBezTo>
                <a:cubicBezTo>
                  <a:pt x="56" y="13"/>
                  <a:pt x="54" y="12"/>
                  <a:pt x="52" y="12"/>
                </a:cubicBezTo>
                <a:cubicBezTo>
                  <a:pt x="22" y="12"/>
                  <a:pt x="22" y="12"/>
                  <a:pt x="22" y="12"/>
                </a:cubicBezTo>
                <a:cubicBezTo>
                  <a:pt x="19" y="12"/>
                  <a:pt x="17" y="13"/>
                  <a:pt x="15" y="15"/>
                </a:cubicBezTo>
                <a:cubicBezTo>
                  <a:pt x="13" y="17"/>
                  <a:pt x="12" y="19"/>
                  <a:pt x="12" y="21"/>
                </a:cubicBezTo>
                <a:cubicBezTo>
                  <a:pt x="12" y="112"/>
                  <a:pt x="12" y="112"/>
                  <a:pt x="12" y="112"/>
                </a:cubicBezTo>
                <a:cubicBezTo>
                  <a:pt x="12" y="115"/>
                  <a:pt x="13" y="117"/>
                  <a:pt x="15" y="119"/>
                </a:cubicBezTo>
                <a:cubicBezTo>
                  <a:pt x="17" y="120"/>
                  <a:pt x="19" y="121"/>
                  <a:pt x="22" y="121"/>
                </a:cubicBezTo>
                <a:cubicBezTo>
                  <a:pt x="136" y="121"/>
                  <a:pt x="136" y="121"/>
                  <a:pt x="136" y="121"/>
                </a:cubicBezTo>
                <a:cubicBezTo>
                  <a:pt x="139" y="121"/>
                  <a:pt x="141" y="120"/>
                  <a:pt x="143" y="119"/>
                </a:cubicBezTo>
                <a:cubicBezTo>
                  <a:pt x="145" y="117"/>
                  <a:pt x="146" y="115"/>
                  <a:pt x="146" y="112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49" name="Freeform 252"/>
          <p:cNvSpPr>
            <a:spLocks noEditPoints="1"/>
          </p:cNvSpPr>
          <p:nvPr/>
        </p:nvSpPr>
        <p:spPr bwMode="auto">
          <a:xfrm>
            <a:off x="4121839" y="3968193"/>
            <a:ext cx="257171" cy="190176"/>
          </a:xfrm>
          <a:custGeom>
            <a:avLst/>
            <a:gdLst>
              <a:gd name="T0" fmla="*/ 180 w 180"/>
              <a:gd name="T1" fmla="*/ 76 h 133"/>
              <a:gd name="T2" fmla="*/ 176 w 180"/>
              <a:gd name="T3" fmla="*/ 88 h 133"/>
              <a:gd name="T4" fmla="*/ 148 w 180"/>
              <a:gd name="T5" fmla="*/ 122 h 133"/>
              <a:gd name="T6" fmla="*/ 137 w 180"/>
              <a:gd name="T7" fmla="*/ 130 h 133"/>
              <a:gd name="T8" fmla="*/ 124 w 180"/>
              <a:gd name="T9" fmla="*/ 133 h 133"/>
              <a:gd name="T10" fmla="*/ 21 w 180"/>
              <a:gd name="T11" fmla="*/ 133 h 133"/>
              <a:gd name="T12" fmla="*/ 6 w 180"/>
              <a:gd name="T13" fmla="*/ 127 h 133"/>
              <a:gd name="T14" fmla="*/ 0 w 180"/>
              <a:gd name="T15" fmla="*/ 112 h 133"/>
              <a:gd name="T16" fmla="*/ 0 w 180"/>
              <a:gd name="T17" fmla="*/ 21 h 133"/>
              <a:gd name="T18" fmla="*/ 6 w 180"/>
              <a:gd name="T19" fmla="*/ 7 h 133"/>
              <a:gd name="T20" fmla="*/ 21 w 180"/>
              <a:gd name="T21" fmla="*/ 0 h 133"/>
              <a:gd name="T22" fmla="*/ 51 w 180"/>
              <a:gd name="T23" fmla="*/ 0 h 133"/>
              <a:gd name="T24" fmla="*/ 66 w 180"/>
              <a:gd name="T25" fmla="*/ 7 h 133"/>
              <a:gd name="T26" fmla="*/ 72 w 180"/>
              <a:gd name="T27" fmla="*/ 21 h 133"/>
              <a:gd name="T28" fmla="*/ 72 w 180"/>
              <a:gd name="T29" fmla="*/ 25 h 133"/>
              <a:gd name="T30" fmla="*/ 124 w 180"/>
              <a:gd name="T31" fmla="*/ 25 h 133"/>
              <a:gd name="T32" fmla="*/ 139 w 180"/>
              <a:gd name="T33" fmla="*/ 31 h 133"/>
              <a:gd name="T34" fmla="*/ 145 w 180"/>
              <a:gd name="T35" fmla="*/ 46 h 133"/>
              <a:gd name="T36" fmla="*/ 145 w 180"/>
              <a:gd name="T37" fmla="*/ 61 h 133"/>
              <a:gd name="T38" fmla="*/ 163 w 180"/>
              <a:gd name="T39" fmla="*/ 61 h 133"/>
              <a:gd name="T40" fmla="*/ 172 w 180"/>
              <a:gd name="T41" fmla="*/ 63 h 133"/>
              <a:gd name="T42" fmla="*/ 179 w 180"/>
              <a:gd name="T43" fmla="*/ 70 h 133"/>
              <a:gd name="T44" fmla="*/ 180 w 180"/>
              <a:gd name="T45" fmla="*/ 76 h 133"/>
              <a:gd name="T46" fmla="*/ 60 w 180"/>
              <a:gd name="T47" fmla="*/ 61 h 133"/>
              <a:gd name="T48" fmla="*/ 133 w 180"/>
              <a:gd name="T49" fmla="*/ 61 h 133"/>
              <a:gd name="T50" fmla="*/ 133 w 180"/>
              <a:gd name="T51" fmla="*/ 46 h 133"/>
              <a:gd name="T52" fmla="*/ 130 w 180"/>
              <a:gd name="T53" fmla="*/ 39 h 133"/>
              <a:gd name="T54" fmla="*/ 124 w 180"/>
              <a:gd name="T55" fmla="*/ 37 h 133"/>
              <a:gd name="T56" fmla="*/ 69 w 180"/>
              <a:gd name="T57" fmla="*/ 37 h 133"/>
              <a:gd name="T58" fmla="*/ 63 w 180"/>
              <a:gd name="T59" fmla="*/ 34 h 133"/>
              <a:gd name="T60" fmla="*/ 60 w 180"/>
              <a:gd name="T61" fmla="*/ 28 h 133"/>
              <a:gd name="T62" fmla="*/ 60 w 180"/>
              <a:gd name="T63" fmla="*/ 21 h 133"/>
              <a:gd name="T64" fmla="*/ 57 w 180"/>
              <a:gd name="T65" fmla="*/ 15 h 133"/>
              <a:gd name="T66" fmla="*/ 51 w 180"/>
              <a:gd name="T67" fmla="*/ 12 h 133"/>
              <a:gd name="T68" fmla="*/ 21 w 180"/>
              <a:gd name="T69" fmla="*/ 12 h 133"/>
              <a:gd name="T70" fmla="*/ 14 w 180"/>
              <a:gd name="T71" fmla="*/ 15 h 133"/>
              <a:gd name="T72" fmla="*/ 12 w 180"/>
              <a:gd name="T73" fmla="*/ 21 h 133"/>
              <a:gd name="T74" fmla="*/ 12 w 180"/>
              <a:gd name="T75" fmla="*/ 102 h 133"/>
              <a:gd name="T76" fmla="*/ 36 w 180"/>
              <a:gd name="T77" fmla="*/ 72 h 133"/>
              <a:gd name="T78" fmla="*/ 47 w 180"/>
              <a:gd name="T79" fmla="*/ 64 h 133"/>
              <a:gd name="T80" fmla="*/ 60 w 180"/>
              <a:gd name="T81" fmla="*/ 61 h 133"/>
              <a:gd name="T82" fmla="*/ 168 w 180"/>
              <a:gd name="T83" fmla="*/ 76 h 133"/>
              <a:gd name="T84" fmla="*/ 163 w 180"/>
              <a:gd name="T85" fmla="*/ 73 h 133"/>
              <a:gd name="T86" fmla="*/ 60 w 180"/>
              <a:gd name="T87" fmla="*/ 73 h 133"/>
              <a:gd name="T88" fmla="*/ 52 w 180"/>
              <a:gd name="T89" fmla="*/ 75 h 133"/>
              <a:gd name="T90" fmla="*/ 45 w 180"/>
              <a:gd name="T91" fmla="*/ 80 h 133"/>
              <a:gd name="T92" fmla="*/ 17 w 180"/>
              <a:gd name="T93" fmla="*/ 114 h 133"/>
              <a:gd name="T94" fmla="*/ 16 w 180"/>
              <a:gd name="T95" fmla="*/ 118 h 133"/>
              <a:gd name="T96" fmla="*/ 21 w 180"/>
              <a:gd name="T97" fmla="*/ 121 h 133"/>
              <a:gd name="T98" fmla="*/ 124 w 180"/>
              <a:gd name="T99" fmla="*/ 121 h 133"/>
              <a:gd name="T100" fmla="*/ 132 w 180"/>
              <a:gd name="T101" fmla="*/ 119 h 133"/>
              <a:gd name="T102" fmla="*/ 139 w 180"/>
              <a:gd name="T103" fmla="*/ 114 h 133"/>
              <a:gd name="T104" fmla="*/ 166 w 180"/>
              <a:gd name="T105" fmla="*/ 80 h 133"/>
              <a:gd name="T106" fmla="*/ 168 w 180"/>
              <a:gd name="T107" fmla="*/ 76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80" h="133">
                <a:moveTo>
                  <a:pt x="180" y="76"/>
                </a:moveTo>
                <a:cubicBezTo>
                  <a:pt x="180" y="80"/>
                  <a:pt x="179" y="84"/>
                  <a:pt x="176" y="88"/>
                </a:cubicBezTo>
                <a:cubicBezTo>
                  <a:pt x="148" y="122"/>
                  <a:pt x="148" y="122"/>
                  <a:pt x="148" y="122"/>
                </a:cubicBezTo>
                <a:cubicBezTo>
                  <a:pt x="145" y="125"/>
                  <a:pt x="142" y="128"/>
                  <a:pt x="137" y="130"/>
                </a:cubicBezTo>
                <a:cubicBezTo>
                  <a:pt x="132" y="132"/>
                  <a:pt x="128" y="133"/>
                  <a:pt x="124" y="133"/>
                </a:cubicBezTo>
                <a:cubicBezTo>
                  <a:pt x="21" y="133"/>
                  <a:pt x="21" y="133"/>
                  <a:pt x="21" y="133"/>
                </a:cubicBezTo>
                <a:cubicBezTo>
                  <a:pt x="15" y="133"/>
                  <a:pt x="10" y="131"/>
                  <a:pt x="6" y="127"/>
                </a:cubicBezTo>
                <a:cubicBezTo>
                  <a:pt x="2" y="123"/>
                  <a:pt x="0" y="118"/>
                  <a:pt x="0" y="112"/>
                </a:cubicBezTo>
                <a:cubicBezTo>
                  <a:pt x="0" y="21"/>
                  <a:pt x="0" y="21"/>
                  <a:pt x="0" y="21"/>
                </a:cubicBezTo>
                <a:cubicBezTo>
                  <a:pt x="0" y="16"/>
                  <a:pt x="2" y="11"/>
                  <a:pt x="6" y="7"/>
                </a:cubicBezTo>
                <a:cubicBezTo>
                  <a:pt x="10" y="2"/>
                  <a:pt x="15" y="0"/>
                  <a:pt x="21" y="0"/>
                </a:cubicBezTo>
                <a:cubicBezTo>
                  <a:pt x="51" y="0"/>
                  <a:pt x="51" y="0"/>
                  <a:pt x="51" y="0"/>
                </a:cubicBezTo>
                <a:cubicBezTo>
                  <a:pt x="57" y="0"/>
                  <a:pt x="62" y="2"/>
                  <a:pt x="66" y="7"/>
                </a:cubicBezTo>
                <a:cubicBezTo>
                  <a:pt x="70" y="11"/>
                  <a:pt x="72" y="16"/>
                  <a:pt x="72" y="21"/>
                </a:cubicBezTo>
                <a:cubicBezTo>
                  <a:pt x="72" y="25"/>
                  <a:pt x="72" y="25"/>
                  <a:pt x="72" y="25"/>
                </a:cubicBezTo>
                <a:cubicBezTo>
                  <a:pt x="124" y="25"/>
                  <a:pt x="124" y="25"/>
                  <a:pt x="124" y="25"/>
                </a:cubicBezTo>
                <a:cubicBezTo>
                  <a:pt x="129" y="25"/>
                  <a:pt x="134" y="27"/>
                  <a:pt x="139" y="31"/>
                </a:cubicBezTo>
                <a:cubicBezTo>
                  <a:pt x="143" y="35"/>
                  <a:pt x="145" y="40"/>
                  <a:pt x="145" y="46"/>
                </a:cubicBezTo>
                <a:cubicBezTo>
                  <a:pt x="145" y="61"/>
                  <a:pt x="145" y="61"/>
                  <a:pt x="145" y="61"/>
                </a:cubicBezTo>
                <a:cubicBezTo>
                  <a:pt x="163" y="61"/>
                  <a:pt x="163" y="61"/>
                  <a:pt x="163" y="61"/>
                </a:cubicBezTo>
                <a:cubicBezTo>
                  <a:pt x="166" y="61"/>
                  <a:pt x="170" y="62"/>
                  <a:pt x="172" y="63"/>
                </a:cubicBezTo>
                <a:cubicBezTo>
                  <a:pt x="175" y="65"/>
                  <a:pt x="177" y="67"/>
                  <a:pt x="179" y="70"/>
                </a:cubicBezTo>
                <a:cubicBezTo>
                  <a:pt x="180" y="72"/>
                  <a:pt x="180" y="74"/>
                  <a:pt x="180" y="76"/>
                </a:cubicBezTo>
                <a:close/>
                <a:moveTo>
                  <a:pt x="60" y="61"/>
                </a:moveTo>
                <a:cubicBezTo>
                  <a:pt x="133" y="61"/>
                  <a:pt x="133" y="61"/>
                  <a:pt x="133" y="61"/>
                </a:cubicBezTo>
                <a:cubicBezTo>
                  <a:pt x="133" y="46"/>
                  <a:pt x="133" y="46"/>
                  <a:pt x="133" y="46"/>
                </a:cubicBezTo>
                <a:cubicBezTo>
                  <a:pt x="133" y="43"/>
                  <a:pt x="132" y="41"/>
                  <a:pt x="130" y="39"/>
                </a:cubicBezTo>
                <a:cubicBezTo>
                  <a:pt x="128" y="38"/>
                  <a:pt x="126" y="37"/>
                  <a:pt x="124" y="37"/>
                </a:cubicBezTo>
                <a:cubicBezTo>
                  <a:pt x="69" y="37"/>
                  <a:pt x="69" y="37"/>
                  <a:pt x="69" y="37"/>
                </a:cubicBezTo>
                <a:cubicBezTo>
                  <a:pt x="67" y="37"/>
                  <a:pt x="65" y="36"/>
                  <a:pt x="63" y="34"/>
                </a:cubicBezTo>
                <a:cubicBezTo>
                  <a:pt x="61" y="32"/>
                  <a:pt x="60" y="30"/>
                  <a:pt x="60" y="28"/>
                </a:cubicBezTo>
                <a:cubicBezTo>
                  <a:pt x="60" y="21"/>
                  <a:pt x="60" y="21"/>
                  <a:pt x="60" y="21"/>
                </a:cubicBezTo>
                <a:cubicBezTo>
                  <a:pt x="60" y="19"/>
                  <a:pt x="59" y="17"/>
                  <a:pt x="57" y="15"/>
                </a:cubicBezTo>
                <a:cubicBezTo>
                  <a:pt x="56" y="13"/>
                  <a:pt x="54" y="12"/>
                  <a:pt x="51" y="12"/>
                </a:cubicBezTo>
                <a:cubicBezTo>
                  <a:pt x="21" y="12"/>
                  <a:pt x="21" y="12"/>
                  <a:pt x="21" y="12"/>
                </a:cubicBezTo>
                <a:cubicBezTo>
                  <a:pt x="18" y="12"/>
                  <a:pt x="16" y="13"/>
                  <a:pt x="14" y="15"/>
                </a:cubicBezTo>
                <a:cubicBezTo>
                  <a:pt x="13" y="17"/>
                  <a:pt x="12" y="19"/>
                  <a:pt x="12" y="21"/>
                </a:cubicBezTo>
                <a:cubicBezTo>
                  <a:pt x="12" y="102"/>
                  <a:pt x="12" y="102"/>
                  <a:pt x="12" y="102"/>
                </a:cubicBezTo>
                <a:cubicBezTo>
                  <a:pt x="36" y="72"/>
                  <a:pt x="36" y="72"/>
                  <a:pt x="36" y="72"/>
                </a:cubicBezTo>
                <a:cubicBezTo>
                  <a:pt x="39" y="69"/>
                  <a:pt x="42" y="66"/>
                  <a:pt x="47" y="64"/>
                </a:cubicBezTo>
                <a:cubicBezTo>
                  <a:pt x="51" y="62"/>
                  <a:pt x="56" y="61"/>
                  <a:pt x="60" y="61"/>
                </a:cubicBezTo>
                <a:close/>
                <a:moveTo>
                  <a:pt x="168" y="76"/>
                </a:moveTo>
                <a:cubicBezTo>
                  <a:pt x="168" y="74"/>
                  <a:pt x="166" y="73"/>
                  <a:pt x="163" y="73"/>
                </a:cubicBezTo>
                <a:cubicBezTo>
                  <a:pt x="60" y="73"/>
                  <a:pt x="60" y="73"/>
                  <a:pt x="60" y="73"/>
                </a:cubicBezTo>
                <a:cubicBezTo>
                  <a:pt x="58" y="73"/>
                  <a:pt x="55" y="74"/>
                  <a:pt x="52" y="75"/>
                </a:cubicBezTo>
                <a:cubicBezTo>
                  <a:pt x="49" y="76"/>
                  <a:pt x="47" y="78"/>
                  <a:pt x="45" y="80"/>
                </a:cubicBezTo>
                <a:cubicBezTo>
                  <a:pt x="17" y="114"/>
                  <a:pt x="17" y="114"/>
                  <a:pt x="17" y="114"/>
                </a:cubicBezTo>
                <a:cubicBezTo>
                  <a:pt x="16" y="116"/>
                  <a:pt x="16" y="117"/>
                  <a:pt x="16" y="118"/>
                </a:cubicBezTo>
                <a:cubicBezTo>
                  <a:pt x="16" y="120"/>
                  <a:pt x="17" y="121"/>
                  <a:pt x="21" y="121"/>
                </a:cubicBezTo>
                <a:cubicBezTo>
                  <a:pt x="124" y="121"/>
                  <a:pt x="124" y="121"/>
                  <a:pt x="124" y="121"/>
                </a:cubicBezTo>
                <a:cubicBezTo>
                  <a:pt x="126" y="121"/>
                  <a:pt x="129" y="121"/>
                  <a:pt x="132" y="119"/>
                </a:cubicBezTo>
                <a:cubicBezTo>
                  <a:pt x="135" y="118"/>
                  <a:pt x="137" y="116"/>
                  <a:pt x="139" y="114"/>
                </a:cubicBezTo>
                <a:cubicBezTo>
                  <a:pt x="166" y="80"/>
                  <a:pt x="166" y="80"/>
                  <a:pt x="166" y="80"/>
                </a:cubicBezTo>
                <a:cubicBezTo>
                  <a:pt x="167" y="79"/>
                  <a:pt x="168" y="77"/>
                  <a:pt x="168" y="76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50" name="Freeform 253"/>
          <p:cNvSpPr>
            <a:spLocks noEditPoints="1"/>
          </p:cNvSpPr>
          <p:nvPr/>
        </p:nvSpPr>
        <p:spPr bwMode="auto">
          <a:xfrm>
            <a:off x="4446003" y="3968193"/>
            <a:ext cx="207464" cy="209627"/>
          </a:xfrm>
          <a:custGeom>
            <a:avLst/>
            <a:gdLst>
              <a:gd name="T0" fmla="*/ 145 w 145"/>
              <a:gd name="T1" fmla="*/ 73 h 146"/>
              <a:gd name="T2" fmla="*/ 109 w 145"/>
              <a:gd name="T3" fmla="*/ 136 h 146"/>
              <a:gd name="T4" fmla="*/ 36 w 145"/>
              <a:gd name="T5" fmla="*/ 136 h 146"/>
              <a:gd name="T6" fmla="*/ 0 w 145"/>
              <a:gd name="T7" fmla="*/ 73 h 146"/>
              <a:gd name="T8" fmla="*/ 36 w 145"/>
              <a:gd name="T9" fmla="*/ 10 h 146"/>
              <a:gd name="T10" fmla="*/ 109 w 145"/>
              <a:gd name="T11" fmla="*/ 10 h 146"/>
              <a:gd name="T12" fmla="*/ 128 w 145"/>
              <a:gd name="T13" fmla="*/ 96 h 146"/>
              <a:gd name="T14" fmla="*/ 128 w 145"/>
              <a:gd name="T15" fmla="*/ 49 h 146"/>
              <a:gd name="T16" fmla="*/ 96 w 145"/>
              <a:gd name="T17" fmla="*/ 17 h 146"/>
              <a:gd name="T18" fmla="*/ 49 w 145"/>
              <a:gd name="T19" fmla="*/ 17 h 146"/>
              <a:gd name="T20" fmla="*/ 17 w 145"/>
              <a:gd name="T21" fmla="*/ 49 h 146"/>
              <a:gd name="T22" fmla="*/ 17 w 145"/>
              <a:gd name="T23" fmla="*/ 96 h 146"/>
              <a:gd name="T24" fmla="*/ 49 w 145"/>
              <a:gd name="T25" fmla="*/ 129 h 146"/>
              <a:gd name="T26" fmla="*/ 96 w 145"/>
              <a:gd name="T27" fmla="*/ 129 h 146"/>
              <a:gd name="T28" fmla="*/ 128 w 145"/>
              <a:gd name="T29" fmla="*/ 96 h 146"/>
              <a:gd name="T30" fmla="*/ 61 w 145"/>
              <a:gd name="T31" fmla="*/ 49 h 146"/>
              <a:gd name="T32" fmla="*/ 49 w 145"/>
              <a:gd name="T33" fmla="*/ 61 h 146"/>
              <a:gd name="T34" fmla="*/ 36 w 145"/>
              <a:gd name="T35" fmla="*/ 49 h 146"/>
              <a:gd name="T36" fmla="*/ 49 w 145"/>
              <a:gd name="T37" fmla="*/ 37 h 146"/>
              <a:gd name="T38" fmla="*/ 107 w 145"/>
              <a:gd name="T39" fmla="*/ 90 h 146"/>
              <a:gd name="T40" fmla="*/ 73 w 145"/>
              <a:gd name="T41" fmla="*/ 115 h 146"/>
              <a:gd name="T42" fmla="*/ 38 w 145"/>
              <a:gd name="T43" fmla="*/ 90 h 146"/>
              <a:gd name="T44" fmla="*/ 42 w 145"/>
              <a:gd name="T45" fmla="*/ 82 h 146"/>
              <a:gd name="T46" fmla="*/ 50 w 145"/>
              <a:gd name="T47" fmla="*/ 86 h 146"/>
              <a:gd name="T48" fmla="*/ 73 w 145"/>
              <a:gd name="T49" fmla="*/ 103 h 146"/>
              <a:gd name="T50" fmla="*/ 96 w 145"/>
              <a:gd name="T51" fmla="*/ 86 h 146"/>
              <a:gd name="T52" fmla="*/ 103 w 145"/>
              <a:gd name="T53" fmla="*/ 82 h 146"/>
              <a:gd name="T54" fmla="*/ 107 w 145"/>
              <a:gd name="T55" fmla="*/ 90 h 146"/>
              <a:gd name="T56" fmla="*/ 109 w 145"/>
              <a:gd name="T57" fmla="*/ 49 h 146"/>
              <a:gd name="T58" fmla="*/ 97 w 145"/>
              <a:gd name="T59" fmla="*/ 61 h 146"/>
              <a:gd name="T60" fmla="*/ 85 w 145"/>
              <a:gd name="T61" fmla="*/ 49 h 146"/>
              <a:gd name="T62" fmla="*/ 97 w 145"/>
              <a:gd name="T63" fmla="*/ 37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45" h="146">
                <a:moveTo>
                  <a:pt x="136" y="36"/>
                </a:moveTo>
                <a:cubicBezTo>
                  <a:pt x="142" y="48"/>
                  <a:pt x="145" y="60"/>
                  <a:pt x="145" y="73"/>
                </a:cubicBezTo>
                <a:cubicBezTo>
                  <a:pt x="145" y="86"/>
                  <a:pt x="142" y="98"/>
                  <a:pt x="136" y="109"/>
                </a:cubicBezTo>
                <a:cubicBezTo>
                  <a:pt x="129" y="121"/>
                  <a:pt x="120" y="129"/>
                  <a:pt x="109" y="136"/>
                </a:cubicBezTo>
                <a:cubicBezTo>
                  <a:pt x="98" y="142"/>
                  <a:pt x="86" y="146"/>
                  <a:pt x="73" y="146"/>
                </a:cubicBezTo>
                <a:cubicBezTo>
                  <a:pt x="60" y="146"/>
                  <a:pt x="47" y="142"/>
                  <a:pt x="36" y="136"/>
                </a:cubicBezTo>
                <a:cubicBezTo>
                  <a:pt x="25" y="129"/>
                  <a:pt x="16" y="121"/>
                  <a:pt x="10" y="109"/>
                </a:cubicBezTo>
                <a:cubicBezTo>
                  <a:pt x="3" y="98"/>
                  <a:pt x="0" y="86"/>
                  <a:pt x="0" y="73"/>
                </a:cubicBezTo>
                <a:cubicBezTo>
                  <a:pt x="0" y="60"/>
                  <a:pt x="3" y="48"/>
                  <a:pt x="10" y="36"/>
                </a:cubicBezTo>
                <a:cubicBezTo>
                  <a:pt x="16" y="25"/>
                  <a:pt x="25" y="17"/>
                  <a:pt x="36" y="10"/>
                </a:cubicBezTo>
                <a:cubicBezTo>
                  <a:pt x="47" y="4"/>
                  <a:pt x="60" y="0"/>
                  <a:pt x="73" y="0"/>
                </a:cubicBezTo>
                <a:cubicBezTo>
                  <a:pt x="86" y="0"/>
                  <a:pt x="98" y="4"/>
                  <a:pt x="109" y="10"/>
                </a:cubicBezTo>
                <a:cubicBezTo>
                  <a:pt x="120" y="17"/>
                  <a:pt x="129" y="25"/>
                  <a:pt x="136" y="36"/>
                </a:cubicBezTo>
                <a:close/>
                <a:moveTo>
                  <a:pt x="128" y="96"/>
                </a:moveTo>
                <a:cubicBezTo>
                  <a:pt x="132" y="89"/>
                  <a:pt x="133" y="81"/>
                  <a:pt x="133" y="73"/>
                </a:cubicBezTo>
                <a:cubicBezTo>
                  <a:pt x="133" y="65"/>
                  <a:pt x="132" y="57"/>
                  <a:pt x="128" y="49"/>
                </a:cubicBezTo>
                <a:cubicBezTo>
                  <a:pt x="125" y="42"/>
                  <a:pt x="121" y="36"/>
                  <a:pt x="116" y="30"/>
                </a:cubicBezTo>
                <a:cubicBezTo>
                  <a:pt x="110" y="25"/>
                  <a:pt x="104" y="20"/>
                  <a:pt x="96" y="17"/>
                </a:cubicBezTo>
                <a:cubicBezTo>
                  <a:pt x="89" y="14"/>
                  <a:pt x="81" y="12"/>
                  <a:pt x="73" y="12"/>
                </a:cubicBezTo>
                <a:cubicBezTo>
                  <a:pt x="65" y="12"/>
                  <a:pt x="57" y="14"/>
                  <a:pt x="49" y="17"/>
                </a:cubicBezTo>
                <a:cubicBezTo>
                  <a:pt x="42" y="20"/>
                  <a:pt x="35" y="25"/>
                  <a:pt x="30" y="30"/>
                </a:cubicBezTo>
                <a:cubicBezTo>
                  <a:pt x="25" y="36"/>
                  <a:pt x="20" y="42"/>
                  <a:pt x="17" y="49"/>
                </a:cubicBezTo>
                <a:cubicBezTo>
                  <a:pt x="14" y="57"/>
                  <a:pt x="12" y="65"/>
                  <a:pt x="12" y="73"/>
                </a:cubicBezTo>
                <a:cubicBezTo>
                  <a:pt x="12" y="81"/>
                  <a:pt x="14" y="89"/>
                  <a:pt x="17" y="96"/>
                </a:cubicBezTo>
                <a:cubicBezTo>
                  <a:pt x="20" y="104"/>
                  <a:pt x="25" y="110"/>
                  <a:pt x="30" y="116"/>
                </a:cubicBezTo>
                <a:cubicBezTo>
                  <a:pt x="35" y="121"/>
                  <a:pt x="42" y="125"/>
                  <a:pt x="49" y="129"/>
                </a:cubicBezTo>
                <a:cubicBezTo>
                  <a:pt x="57" y="132"/>
                  <a:pt x="65" y="133"/>
                  <a:pt x="73" y="133"/>
                </a:cubicBezTo>
                <a:cubicBezTo>
                  <a:pt x="81" y="133"/>
                  <a:pt x="89" y="132"/>
                  <a:pt x="96" y="129"/>
                </a:cubicBezTo>
                <a:cubicBezTo>
                  <a:pt x="104" y="125"/>
                  <a:pt x="110" y="121"/>
                  <a:pt x="116" y="116"/>
                </a:cubicBezTo>
                <a:cubicBezTo>
                  <a:pt x="121" y="110"/>
                  <a:pt x="125" y="104"/>
                  <a:pt x="128" y="96"/>
                </a:cubicBezTo>
                <a:close/>
                <a:moveTo>
                  <a:pt x="57" y="40"/>
                </a:moveTo>
                <a:cubicBezTo>
                  <a:pt x="59" y="43"/>
                  <a:pt x="61" y="45"/>
                  <a:pt x="61" y="49"/>
                </a:cubicBezTo>
                <a:cubicBezTo>
                  <a:pt x="61" y="52"/>
                  <a:pt x="59" y="55"/>
                  <a:pt x="57" y="57"/>
                </a:cubicBezTo>
                <a:cubicBezTo>
                  <a:pt x="55" y="60"/>
                  <a:pt x="52" y="61"/>
                  <a:pt x="49" y="61"/>
                </a:cubicBezTo>
                <a:cubicBezTo>
                  <a:pt x="45" y="61"/>
                  <a:pt x="42" y="60"/>
                  <a:pt x="40" y="57"/>
                </a:cubicBezTo>
                <a:cubicBezTo>
                  <a:pt x="38" y="55"/>
                  <a:pt x="36" y="52"/>
                  <a:pt x="36" y="49"/>
                </a:cubicBezTo>
                <a:cubicBezTo>
                  <a:pt x="36" y="45"/>
                  <a:pt x="38" y="43"/>
                  <a:pt x="40" y="40"/>
                </a:cubicBezTo>
                <a:cubicBezTo>
                  <a:pt x="42" y="38"/>
                  <a:pt x="45" y="37"/>
                  <a:pt x="49" y="37"/>
                </a:cubicBezTo>
                <a:cubicBezTo>
                  <a:pt x="52" y="37"/>
                  <a:pt x="55" y="38"/>
                  <a:pt x="57" y="40"/>
                </a:cubicBezTo>
                <a:close/>
                <a:moveTo>
                  <a:pt x="107" y="90"/>
                </a:moveTo>
                <a:cubicBezTo>
                  <a:pt x="105" y="97"/>
                  <a:pt x="101" y="104"/>
                  <a:pt x="94" y="108"/>
                </a:cubicBezTo>
                <a:cubicBezTo>
                  <a:pt x="88" y="113"/>
                  <a:pt x="81" y="115"/>
                  <a:pt x="73" y="115"/>
                </a:cubicBezTo>
                <a:cubicBezTo>
                  <a:pt x="65" y="115"/>
                  <a:pt x="58" y="113"/>
                  <a:pt x="51" y="108"/>
                </a:cubicBezTo>
                <a:cubicBezTo>
                  <a:pt x="45" y="104"/>
                  <a:pt x="40" y="97"/>
                  <a:pt x="38" y="90"/>
                </a:cubicBezTo>
                <a:cubicBezTo>
                  <a:pt x="38" y="88"/>
                  <a:pt x="38" y="87"/>
                  <a:pt x="39" y="85"/>
                </a:cubicBezTo>
                <a:cubicBezTo>
                  <a:pt x="39" y="84"/>
                  <a:pt x="40" y="83"/>
                  <a:pt x="42" y="82"/>
                </a:cubicBezTo>
                <a:cubicBezTo>
                  <a:pt x="44" y="82"/>
                  <a:pt x="45" y="82"/>
                  <a:pt x="47" y="83"/>
                </a:cubicBezTo>
                <a:cubicBezTo>
                  <a:pt x="48" y="83"/>
                  <a:pt x="49" y="85"/>
                  <a:pt x="50" y="86"/>
                </a:cubicBezTo>
                <a:cubicBezTo>
                  <a:pt x="51" y="91"/>
                  <a:pt x="54" y="95"/>
                  <a:pt x="58" y="99"/>
                </a:cubicBezTo>
                <a:cubicBezTo>
                  <a:pt x="63" y="102"/>
                  <a:pt x="67" y="103"/>
                  <a:pt x="73" y="103"/>
                </a:cubicBezTo>
                <a:cubicBezTo>
                  <a:pt x="78" y="103"/>
                  <a:pt x="83" y="102"/>
                  <a:pt x="87" y="99"/>
                </a:cubicBezTo>
                <a:cubicBezTo>
                  <a:pt x="91" y="95"/>
                  <a:pt x="94" y="91"/>
                  <a:pt x="96" y="86"/>
                </a:cubicBezTo>
                <a:cubicBezTo>
                  <a:pt x="96" y="85"/>
                  <a:pt x="97" y="83"/>
                  <a:pt x="99" y="83"/>
                </a:cubicBezTo>
                <a:cubicBezTo>
                  <a:pt x="100" y="82"/>
                  <a:pt x="102" y="82"/>
                  <a:pt x="103" y="82"/>
                </a:cubicBezTo>
                <a:cubicBezTo>
                  <a:pt x="105" y="83"/>
                  <a:pt x="106" y="84"/>
                  <a:pt x="107" y="85"/>
                </a:cubicBezTo>
                <a:cubicBezTo>
                  <a:pt x="108" y="87"/>
                  <a:pt x="108" y="88"/>
                  <a:pt x="107" y="90"/>
                </a:cubicBezTo>
                <a:close/>
                <a:moveTo>
                  <a:pt x="105" y="40"/>
                </a:moveTo>
                <a:cubicBezTo>
                  <a:pt x="108" y="43"/>
                  <a:pt x="109" y="45"/>
                  <a:pt x="109" y="49"/>
                </a:cubicBezTo>
                <a:cubicBezTo>
                  <a:pt x="109" y="52"/>
                  <a:pt x="108" y="55"/>
                  <a:pt x="105" y="57"/>
                </a:cubicBezTo>
                <a:cubicBezTo>
                  <a:pt x="103" y="60"/>
                  <a:pt x="100" y="61"/>
                  <a:pt x="97" y="61"/>
                </a:cubicBezTo>
                <a:cubicBezTo>
                  <a:pt x="94" y="61"/>
                  <a:pt x="91" y="60"/>
                  <a:pt x="88" y="57"/>
                </a:cubicBezTo>
                <a:cubicBezTo>
                  <a:pt x="86" y="55"/>
                  <a:pt x="85" y="52"/>
                  <a:pt x="85" y="49"/>
                </a:cubicBezTo>
                <a:cubicBezTo>
                  <a:pt x="85" y="45"/>
                  <a:pt x="86" y="43"/>
                  <a:pt x="88" y="40"/>
                </a:cubicBezTo>
                <a:cubicBezTo>
                  <a:pt x="91" y="38"/>
                  <a:pt x="94" y="37"/>
                  <a:pt x="97" y="37"/>
                </a:cubicBezTo>
                <a:cubicBezTo>
                  <a:pt x="100" y="37"/>
                  <a:pt x="103" y="38"/>
                  <a:pt x="105" y="4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51" name="Freeform 254"/>
          <p:cNvSpPr>
            <a:spLocks noEditPoints="1"/>
          </p:cNvSpPr>
          <p:nvPr/>
        </p:nvSpPr>
        <p:spPr bwMode="auto">
          <a:xfrm>
            <a:off x="4718301" y="3968193"/>
            <a:ext cx="209627" cy="209627"/>
          </a:xfrm>
          <a:custGeom>
            <a:avLst/>
            <a:gdLst>
              <a:gd name="T0" fmla="*/ 146 w 146"/>
              <a:gd name="T1" fmla="*/ 73 h 146"/>
              <a:gd name="T2" fmla="*/ 109 w 146"/>
              <a:gd name="T3" fmla="*/ 136 h 146"/>
              <a:gd name="T4" fmla="*/ 36 w 146"/>
              <a:gd name="T5" fmla="*/ 136 h 146"/>
              <a:gd name="T6" fmla="*/ 0 w 146"/>
              <a:gd name="T7" fmla="*/ 73 h 146"/>
              <a:gd name="T8" fmla="*/ 36 w 146"/>
              <a:gd name="T9" fmla="*/ 10 h 146"/>
              <a:gd name="T10" fmla="*/ 109 w 146"/>
              <a:gd name="T11" fmla="*/ 10 h 146"/>
              <a:gd name="T12" fmla="*/ 129 w 146"/>
              <a:gd name="T13" fmla="*/ 96 h 146"/>
              <a:gd name="T14" fmla="*/ 129 w 146"/>
              <a:gd name="T15" fmla="*/ 49 h 146"/>
              <a:gd name="T16" fmla="*/ 96 w 146"/>
              <a:gd name="T17" fmla="*/ 17 h 146"/>
              <a:gd name="T18" fmla="*/ 49 w 146"/>
              <a:gd name="T19" fmla="*/ 17 h 146"/>
              <a:gd name="T20" fmla="*/ 17 w 146"/>
              <a:gd name="T21" fmla="*/ 49 h 146"/>
              <a:gd name="T22" fmla="*/ 17 w 146"/>
              <a:gd name="T23" fmla="*/ 96 h 146"/>
              <a:gd name="T24" fmla="*/ 49 w 146"/>
              <a:gd name="T25" fmla="*/ 129 h 146"/>
              <a:gd name="T26" fmla="*/ 96 w 146"/>
              <a:gd name="T27" fmla="*/ 129 h 146"/>
              <a:gd name="T28" fmla="*/ 129 w 146"/>
              <a:gd name="T29" fmla="*/ 96 h 146"/>
              <a:gd name="T30" fmla="*/ 61 w 146"/>
              <a:gd name="T31" fmla="*/ 49 h 146"/>
              <a:gd name="T32" fmla="*/ 49 w 146"/>
              <a:gd name="T33" fmla="*/ 61 h 146"/>
              <a:gd name="T34" fmla="*/ 37 w 146"/>
              <a:gd name="T35" fmla="*/ 49 h 146"/>
              <a:gd name="T36" fmla="*/ 49 w 146"/>
              <a:gd name="T37" fmla="*/ 37 h 146"/>
              <a:gd name="T38" fmla="*/ 108 w 146"/>
              <a:gd name="T39" fmla="*/ 104 h 146"/>
              <a:gd name="T40" fmla="*/ 104 w 146"/>
              <a:gd name="T41" fmla="*/ 112 h 146"/>
              <a:gd name="T42" fmla="*/ 96 w 146"/>
              <a:gd name="T43" fmla="*/ 108 h 146"/>
              <a:gd name="T44" fmla="*/ 73 w 146"/>
              <a:gd name="T45" fmla="*/ 91 h 146"/>
              <a:gd name="T46" fmla="*/ 50 w 146"/>
              <a:gd name="T47" fmla="*/ 108 h 146"/>
              <a:gd name="T48" fmla="*/ 42 w 146"/>
              <a:gd name="T49" fmla="*/ 112 h 146"/>
              <a:gd name="T50" fmla="*/ 38 w 146"/>
              <a:gd name="T51" fmla="*/ 104 h 146"/>
              <a:gd name="T52" fmla="*/ 73 w 146"/>
              <a:gd name="T53" fmla="*/ 79 h 146"/>
              <a:gd name="T54" fmla="*/ 108 w 146"/>
              <a:gd name="T55" fmla="*/ 104 h 146"/>
              <a:gd name="T56" fmla="*/ 109 w 146"/>
              <a:gd name="T57" fmla="*/ 49 h 146"/>
              <a:gd name="T58" fmla="*/ 97 w 146"/>
              <a:gd name="T59" fmla="*/ 61 h 146"/>
              <a:gd name="T60" fmla="*/ 85 w 146"/>
              <a:gd name="T61" fmla="*/ 49 h 146"/>
              <a:gd name="T62" fmla="*/ 97 w 146"/>
              <a:gd name="T63" fmla="*/ 37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46" h="146">
                <a:moveTo>
                  <a:pt x="136" y="36"/>
                </a:moveTo>
                <a:cubicBezTo>
                  <a:pt x="142" y="48"/>
                  <a:pt x="146" y="60"/>
                  <a:pt x="146" y="73"/>
                </a:cubicBezTo>
                <a:cubicBezTo>
                  <a:pt x="146" y="86"/>
                  <a:pt x="142" y="98"/>
                  <a:pt x="136" y="109"/>
                </a:cubicBezTo>
                <a:cubicBezTo>
                  <a:pt x="129" y="121"/>
                  <a:pt x="121" y="129"/>
                  <a:pt x="109" y="136"/>
                </a:cubicBezTo>
                <a:cubicBezTo>
                  <a:pt x="98" y="142"/>
                  <a:pt x="86" y="146"/>
                  <a:pt x="73" y="146"/>
                </a:cubicBezTo>
                <a:cubicBezTo>
                  <a:pt x="60" y="146"/>
                  <a:pt x="48" y="142"/>
                  <a:pt x="36" y="136"/>
                </a:cubicBezTo>
                <a:cubicBezTo>
                  <a:pt x="25" y="129"/>
                  <a:pt x="17" y="121"/>
                  <a:pt x="10" y="109"/>
                </a:cubicBezTo>
                <a:cubicBezTo>
                  <a:pt x="4" y="98"/>
                  <a:pt x="0" y="86"/>
                  <a:pt x="0" y="73"/>
                </a:cubicBezTo>
                <a:cubicBezTo>
                  <a:pt x="0" y="60"/>
                  <a:pt x="4" y="48"/>
                  <a:pt x="10" y="36"/>
                </a:cubicBezTo>
                <a:cubicBezTo>
                  <a:pt x="17" y="25"/>
                  <a:pt x="25" y="17"/>
                  <a:pt x="36" y="10"/>
                </a:cubicBezTo>
                <a:cubicBezTo>
                  <a:pt x="48" y="4"/>
                  <a:pt x="60" y="0"/>
                  <a:pt x="73" y="0"/>
                </a:cubicBezTo>
                <a:cubicBezTo>
                  <a:pt x="86" y="0"/>
                  <a:pt x="98" y="4"/>
                  <a:pt x="109" y="10"/>
                </a:cubicBezTo>
                <a:cubicBezTo>
                  <a:pt x="121" y="17"/>
                  <a:pt x="129" y="25"/>
                  <a:pt x="136" y="36"/>
                </a:cubicBezTo>
                <a:close/>
                <a:moveTo>
                  <a:pt x="129" y="96"/>
                </a:moveTo>
                <a:cubicBezTo>
                  <a:pt x="132" y="89"/>
                  <a:pt x="133" y="81"/>
                  <a:pt x="133" y="73"/>
                </a:cubicBezTo>
                <a:cubicBezTo>
                  <a:pt x="133" y="65"/>
                  <a:pt x="132" y="57"/>
                  <a:pt x="129" y="49"/>
                </a:cubicBezTo>
                <a:cubicBezTo>
                  <a:pt x="125" y="42"/>
                  <a:pt x="121" y="36"/>
                  <a:pt x="116" y="30"/>
                </a:cubicBezTo>
                <a:cubicBezTo>
                  <a:pt x="110" y="25"/>
                  <a:pt x="104" y="20"/>
                  <a:pt x="96" y="17"/>
                </a:cubicBezTo>
                <a:cubicBezTo>
                  <a:pt x="89" y="14"/>
                  <a:pt x="81" y="12"/>
                  <a:pt x="73" y="12"/>
                </a:cubicBezTo>
                <a:cubicBezTo>
                  <a:pt x="65" y="12"/>
                  <a:pt x="57" y="14"/>
                  <a:pt x="49" y="17"/>
                </a:cubicBezTo>
                <a:cubicBezTo>
                  <a:pt x="42" y="20"/>
                  <a:pt x="36" y="25"/>
                  <a:pt x="30" y="30"/>
                </a:cubicBezTo>
                <a:cubicBezTo>
                  <a:pt x="25" y="36"/>
                  <a:pt x="20" y="42"/>
                  <a:pt x="17" y="49"/>
                </a:cubicBezTo>
                <a:cubicBezTo>
                  <a:pt x="14" y="57"/>
                  <a:pt x="12" y="65"/>
                  <a:pt x="12" y="73"/>
                </a:cubicBezTo>
                <a:cubicBezTo>
                  <a:pt x="12" y="81"/>
                  <a:pt x="14" y="89"/>
                  <a:pt x="17" y="96"/>
                </a:cubicBezTo>
                <a:cubicBezTo>
                  <a:pt x="20" y="104"/>
                  <a:pt x="25" y="110"/>
                  <a:pt x="30" y="116"/>
                </a:cubicBezTo>
                <a:cubicBezTo>
                  <a:pt x="36" y="121"/>
                  <a:pt x="42" y="125"/>
                  <a:pt x="49" y="129"/>
                </a:cubicBezTo>
                <a:cubicBezTo>
                  <a:pt x="57" y="132"/>
                  <a:pt x="65" y="133"/>
                  <a:pt x="73" y="133"/>
                </a:cubicBezTo>
                <a:cubicBezTo>
                  <a:pt x="81" y="133"/>
                  <a:pt x="89" y="132"/>
                  <a:pt x="96" y="129"/>
                </a:cubicBezTo>
                <a:cubicBezTo>
                  <a:pt x="104" y="125"/>
                  <a:pt x="110" y="121"/>
                  <a:pt x="116" y="116"/>
                </a:cubicBezTo>
                <a:cubicBezTo>
                  <a:pt x="121" y="110"/>
                  <a:pt x="125" y="104"/>
                  <a:pt x="129" y="96"/>
                </a:cubicBezTo>
                <a:close/>
                <a:moveTo>
                  <a:pt x="57" y="40"/>
                </a:moveTo>
                <a:cubicBezTo>
                  <a:pt x="60" y="43"/>
                  <a:pt x="61" y="45"/>
                  <a:pt x="61" y="49"/>
                </a:cubicBezTo>
                <a:cubicBezTo>
                  <a:pt x="61" y="52"/>
                  <a:pt x="60" y="55"/>
                  <a:pt x="57" y="57"/>
                </a:cubicBezTo>
                <a:cubicBezTo>
                  <a:pt x="55" y="60"/>
                  <a:pt x="52" y="61"/>
                  <a:pt x="49" y="61"/>
                </a:cubicBezTo>
                <a:cubicBezTo>
                  <a:pt x="45" y="61"/>
                  <a:pt x="43" y="60"/>
                  <a:pt x="40" y="57"/>
                </a:cubicBezTo>
                <a:cubicBezTo>
                  <a:pt x="38" y="55"/>
                  <a:pt x="37" y="52"/>
                  <a:pt x="37" y="49"/>
                </a:cubicBezTo>
                <a:cubicBezTo>
                  <a:pt x="37" y="45"/>
                  <a:pt x="38" y="43"/>
                  <a:pt x="40" y="40"/>
                </a:cubicBezTo>
                <a:cubicBezTo>
                  <a:pt x="43" y="38"/>
                  <a:pt x="45" y="37"/>
                  <a:pt x="49" y="37"/>
                </a:cubicBezTo>
                <a:cubicBezTo>
                  <a:pt x="52" y="37"/>
                  <a:pt x="55" y="38"/>
                  <a:pt x="57" y="40"/>
                </a:cubicBezTo>
                <a:close/>
                <a:moveTo>
                  <a:pt x="108" y="104"/>
                </a:moveTo>
                <a:cubicBezTo>
                  <a:pt x="108" y="106"/>
                  <a:pt x="108" y="108"/>
                  <a:pt x="107" y="109"/>
                </a:cubicBezTo>
                <a:cubicBezTo>
                  <a:pt x="106" y="110"/>
                  <a:pt x="105" y="111"/>
                  <a:pt x="104" y="112"/>
                </a:cubicBezTo>
                <a:cubicBezTo>
                  <a:pt x="102" y="112"/>
                  <a:pt x="101" y="112"/>
                  <a:pt x="99" y="112"/>
                </a:cubicBezTo>
                <a:cubicBezTo>
                  <a:pt x="98" y="111"/>
                  <a:pt x="97" y="110"/>
                  <a:pt x="96" y="108"/>
                </a:cubicBezTo>
                <a:cubicBezTo>
                  <a:pt x="94" y="103"/>
                  <a:pt x="92" y="99"/>
                  <a:pt x="87" y="96"/>
                </a:cubicBezTo>
                <a:cubicBezTo>
                  <a:pt x="83" y="93"/>
                  <a:pt x="78" y="91"/>
                  <a:pt x="73" y="91"/>
                </a:cubicBezTo>
                <a:cubicBezTo>
                  <a:pt x="68" y="91"/>
                  <a:pt x="63" y="93"/>
                  <a:pt x="59" y="96"/>
                </a:cubicBezTo>
                <a:cubicBezTo>
                  <a:pt x="54" y="99"/>
                  <a:pt x="51" y="103"/>
                  <a:pt x="50" y="108"/>
                </a:cubicBezTo>
                <a:cubicBezTo>
                  <a:pt x="49" y="110"/>
                  <a:pt x="48" y="111"/>
                  <a:pt x="47" y="112"/>
                </a:cubicBezTo>
                <a:cubicBezTo>
                  <a:pt x="45" y="112"/>
                  <a:pt x="44" y="112"/>
                  <a:pt x="42" y="112"/>
                </a:cubicBezTo>
                <a:cubicBezTo>
                  <a:pt x="41" y="111"/>
                  <a:pt x="39" y="110"/>
                  <a:pt x="39" y="109"/>
                </a:cubicBezTo>
                <a:cubicBezTo>
                  <a:pt x="38" y="108"/>
                  <a:pt x="38" y="106"/>
                  <a:pt x="38" y="104"/>
                </a:cubicBezTo>
                <a:cubicBezTo>
                  <a:pt x="41" y="97"/>
                  <a:pt x="45" y="91"/>
                  <a:pt x="51" y="86"/>
                </a:cubicBezTo>
                <a:cubicBezTo>
                  <a:pt x="58" y="81"/>
                  <a:pt x="65" y="79"/>
                  <a:pt x="73" y="79"/>
                </a:cubicBezTo>
                <a:cubicBezTo>
                  <a:pt x="81" y="79"/>
                  <a:pt x="88" y="81"/>
                  <a:pt x="94" y="86"/>
                </a:cubicBezTo>
                <a:cubicBezTo>
                  <a:pt x="101" y="91"/>
                  <a:pt x="105" y="97"/>
                  <a:pt x="108" y="104"/>
                </a:cubicBezTo>
                <a:close/>
                <a:moveTo>
                  <a:pt x="106" y="40"/>
                </a:moveTo>
                <a:cubicBezTo>
                  <a:pt x="108" y="43"/>
                  <a:pt x="109" y="45"/>
                  <a:pt x="109" y="49"/>
                </a:cubicBezTo>
                <a:cubicBezTo>
                  <a:pt x="109" y="52"/>
                  <a:pt x="108" y="55"/>
                  <a:pt x="106" y="57"/>
                </a:cubicBezTo>
                <a:cubicBezTo>
                  <a:pt x="103" y="60"/>
                  <a:pt x="100" y="61"/>
                  <a:pt x="97" y="61"/>
                </a:cubicBezTo>
                <a:cubicBezTo>
                  <a:pt x="94" y="61"/>
                  <a:pt x="91" y="60"/>
                  <a:pt x="89" y="57"/>
                </a:cubicBezTo>
                <a:cubicBezTo>
                  <a:pt x="86" y="55"/>
                  <a:pt x="85" y="52"/>
                  <a:pt x="85" y="49"/>
                </a:cubicBezTo>
                <a:cubicBezTo>
                  <a:pt x="85" y="45"/>
                  <a:pt x="86" y="43"/>
                  <a:pt x="89" y="40"/>
                </a:cubicBezTo>
                <a:cubicBezTo>
                  <a:pt x="91" y="38"/>
                  <a:pt x="94" y="37"/>
                  <a:pt x="97" y="37"/>
                </a:cubicBezTo>
                <a:cubicBezTo>
                  <a:pt x="100" y="37"/>
                  <a:pt x="103" y="38"/>
                  <a:pt x="106" y="4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52" name="Freeform 255"/>
          <p:cNvSpPr>
            <a:spLocks noEditPoints="1"/>
          </p:cNvSpPr>
          <p:nvPr/>
        </p:nvSpPr>
        <p:spPr bwMode="auto">
          <a:xfrm>
            <a:off x="4990599" y="3968193"/>
            <a:ext cx="209627" cy="209627"/>
          </a:xfrm>
          <a:custGeom>
            <a:avLst/>
            <a:gdLst>
              <a:gd name="T0" fmla="*/ 135 w 145"/>
              <a:gd name="T1" fmla="*/ 36 h 146"/>
              <a:gd name="T2" fmla="*/ 145 w 145"/>
              <a:gd name="T3" fmla="*/ 73 h 146"/>
              <a:gd name="T4" fmla="*/ 135 w 145"/>
              <a:gd name="T5" fmla="*/ 109 h 146"/>
              <a:gd name="T6" fmla="*/ 109 w 145"/>
              <a:gd name="T7" fmla="*/ 136 h 146"/>
              <a:gd name="T8" fmla="*/ 72 w 145"/>
              <a:gd name="T9" fmla="*/ 146 h 146"/>
              <a:gd name="T10" fmla="*/ 36 w 145"/>
              <a:gd name="T11" fmla="*/ 136 h 146"/>
              <a:gd name="T12" fmla="*/ 9 w 145"/>
              <a:gd name="T13" fmla="*/ 109 h 146"/>
              <a:gd name="T14" fmla="*/ 0 w 145"/>
              <a:gd name="T15" fmla="*/ 73 h 146"/>
              <a:gd name="T16" fmla="*/ 9 w 145"/>
              <a:gd name="T17" fmla="*/ 36 h 146"/>
              <a:gd name="T18" fmla="*/ 36 w 145"/>
              <a:gd name="T19" fmla="*/ 10 h 146"/>
              <a:gd name="T20" fmla="*/ 72 w 145"/>
              <a:gd name="T21" fmla="*/ 0 h 146"/>
              <a:gd name="T22" fmla="*/ 109 w 145"/>
              <a:gd name="T23" fmla="*/ 10 h 146"/>
              <a:gd name="T24" fmla="*/ 135 w 145"/>
              <a:gd name="T25" fmla="*/ 36 h 146"/>
              <a:gd name="T26" fmla="*/ 128 w 145"/>
              <a:gd name="T27" fmla="*/ 96 h 146"/>
              <a:gd name="T28" fmla="*/ 133 w 145"/>
              <a:gd name="T29" fmla="*/ 73 h 146"/>
              <a:gd name="T30" fmla="*/ 128 w 145"/>
              <a:gd name="T31" fmla="*/ 49 h 146"/>
              <a:gd name="T32" fmla="*/ 115 w 145"/>
              <a:gd name="T33" fmla="*/ 30 h 146"/>
              <a:gd name="T34" fmla="*/ 96 w 145"/>
              <a:gd name="T35" fmla="*/ 17 h 146"/>
              <a:gd name="T36" fmla="*/ 72 w 145"/>
              <a:gd name="T37" fmla="*/ 12 h 146"/>
              <a:gd name="T38" fmla="*/ 49 w 145"/>
              <a:gd name="T39" fmla="*/ 17 h 146"/>
              <a:gd name="T40" fmla="*/ 29 w 145"/>
              <a:gd name="T41" fmla="*/ 30 h 146"/>
              <a:gd name="T42" fmla="*/ 16 w 145"/>
              <a:gd name="T43" fmla="*/ 49 h 146"/>
              <a:gd name="T44" fmla="*/ 12 w 145"/>
              <a:gd name="T45" fmla="*/ 73 h 146"/>
              <a:gd name="T46" fmla="*/ 16 w 145"/>
              <a:gd name="T47" fmla="*/ 96 h 146"/>
              <a:gd name="T48" fmla="*/ 29 w 145"/>
              <a:gd name="T49" fmla="*/ 116 h 146"/>
              <a:gd name="T50" fmla="*/ 49 w 145"/>
              <a:gd name="T51" fmla="*/ 129 h 146"/>
              <a:gd name="T52" fmla="*/ 72 w 145"/>
              <a:gd name="T53" fmla="*/ 133 h 146"/>
              <a:gd name="T54" fmla="*/ 96 w 145"/>
              <a:gd name="T55" fmla="*/ 129 h 146"/>
              <a:gd name="T56" fmla="*/ 115 w 145"/>
              <a:gd name="T57" fmla="*/ 116 h 146"/>
              <a:gd name="T58" fmla="*/ 128 w 145"/>
              <a:gd name="T59" fmla="*/ 96 h 146"/>
              <a:gd name="T60" fmla="*/ 56 w 145"/>
              <a:gd name="T61" fmla="*/ 40 h 146"/>
              <a:gd name="T62" fmla="*/ 60 w 145"/>
              <a:gd name="T63" fmla="*/ 49 h 146"/>
              <a:gd name="T64" fmla="*/ 56 w 145"/>
              <a:gd name="T65" fmla="*/ 57 h 146"/>
              <a:gd name="T66" fmla="*/ 48 w 145"/>
              <a:gd name="T67" fmla="*/ 61 h 146"/>
              <a:gd name="T68" fmla="*/ 39 w 145"/>
              <a:gd name="T69" fmla="*/ 57 h 146"/>
              <a:gd name="T70" fmla="*/ 36 w 145"/>
              <a:gd name="T71" fmla="*/ 49 h 146"/>
              <a:gd name="T72" fmla="*/ 39 w 145"/>
              <a:gd name="T73" fmla="*/ 40 h 146"/>
              <a:gd name="T74" fmla="*/ 48 w 145"/>
              <a:gd name="T75" fmla="*/ 37 h 146"/>
              <a:gd name="T76" fmla="*/ 56 w 145"/>
              <a:gd name="T77" fmla="*/ 40 h 146"/>
              <a:gd name="T78" fmla="*/ 107 w 145"/>
              <a:gd name="T79" fmla="*/ 87 h 146"/>
              <a:gd name="T80" fmla="*/ 108 w 145"/>
              <a:gd name="T81" fmla="*/ 91 h 146"/>
              <a:gd name="T82" fmla="*/ 107 w 145"/>
              <a:gd name="T83" fmla="*/ 95 h 146"/>
              <a:gd name="T84" fmla="*/ 102 w 145"/>
              <a:gd name="T85" fmla="*/ 97 h 146"/>
              <a:gd name="T86" fmla="*/ 42 w 145"/>
              <a:gd name="T87" fmla="*/ 97 h 146"/>
              <a:gd name="T88" fmla="*/ 38 w 145"/>
              <a:gd name="T89" fmla="*/ 95 h 146"/>
              <a:gd name="T90" fmla="*/ 36 w 145"/>
              <a:gd name="T91" fmla="*/ 91 h 146"/>
              <a:gd name="T92" fmla="*/ 38 w 145"/>
              <a:gd name="T93" fmla="*/ 87 h 146"/>
              <a:gd name="T94" fmla="*/ 42 w 145"/>
              <a:gd name="T95" fmla="*/ 85 h 146"/>
              <a:gd name="T96" fmla="*/ 102 w 145"/>
              <a:gd name="T97" fmla="*/ 85 h 146"/>
              <a:gd name="T98" fmla="*/ 107 w 145"/>
              <a:gd name="T99" fmla="*/ 87 h 146"/>
              <a:gd name="T100" fmla="*/ 105 w 145"/>
              <a:gd name="T101" fmla="*/ 40 h 146"/>
              <a:gd name="T102" fmla="*/ 108 w 145"/>
              <a:gd name="T103" fmla="*/ 49 h 146"/>
              <a:gd name="T104" fmla="*/ 105 w 145"/>
              <a:gd name="T105" fmla="*/ 57 h 146"/>
              <a:gd name="T106" fmla="*/ 96 w 145"/>
              <a:gd name="T107" fmla="*/ 61 h 146"/>
              <a:gd name="T108" fmla="*/ 88 w 145"/>
              <a:gd name="T109" fmla="*/ 57 h 146"/>
              <a:gd name="T110" fmla="*/ 84 w 145"/>
              <a:gd name="T111" fmla="*/ 49 h 146"/>
              <a:gd name="T112" fmla="*/ 88 w 145"/>
              <a:gd name="T113" fmla="*/ 40 h 146"/>
              <a:gd name="T114" fmla="*/ 96 w 145"/>
              <a:gd name="T115" fmla="*/ 37 h 146"/>
              <a:gd name="T116" fmla="*/ 105 w 145"/>
              <a:gd name="T117" fmla="*/ 40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45" h="146">
                <a:moveTo>
                  <a:pt x="135" y="36"/>
                </a:moveTo>
                <a:cubicBezTo>
                  <a:pt x="141" y="48"/>
                  <a:pt x="145" y="60"/>
                  <a:pt x="145" y="73"/>
                </a:cubicBezTo>
                <a:cubicBezTo>
                  <a:pt x="145" y="86"/>
                  <a:pt x="141" y="98"/>
                  <a:pt x="135" y="109"/>
                </a:cubicBezTo>
                <a:cubicBezTo>
                  <a:pt x="129" y="121"/>
                  <a:pt x="120" y="129"/>
                  <a:pt x="109" y="136"/>
                </a:cubicBezTo>
                <a:cubicBezTo>
                  <a:pt x="97" y="142"/>
                  <a:pt x="85" y="146"/>
                  <a:pt x="72" y="146"/>
                </a:cubicBezTo>
                <a:cubicBezTo>
                  <a:pt x="59" y="146"/>
                  <a:pt x="47" y="142"/>
                  <a:pt x="36" y="136"/>
                </a:cubicBezTo>
                <a:cubicBezTo>
                  <a:pt x="25" y="129"/>
                  <a:pt x="16" y="121"/>
                  <a:pt x="9" y="109"/>
                </a:cubicBezTo>
                <a:cubicBezTo>
                  <a:pt x="3" y="98"/>
                  <a:pt x="0" y="86"/>
                  <a:pt x="0" y="73"/>
                </a:cubicBezTo>
                <a:cubicBezTo>
                  <a:pt x="0" y="60"/>
                  <a:pt x="3" y="48"/>
                  <a:pt x="9" y="36"/>
                </a:cubicBezTo>
                <a:cubicBezTo>
                  <a:pt x="16" y="25"/>
                  <a:pt x="25" y="17"/>
                  <a:pt x="36" y="10"/>
                </a:cubicBezTo>
                <a:cubicBezTo>
                  <a:pt x="47" y="4"/>
                  <a:pt x="59" y="0"/>
                  <a:pt x="72" y="0"/>
                </a:cubicBezTo>
                <a:cubicBezTo>
                  <a:pt x="85" y="0"/>
                  <a:pt x="97" y="4"/>
                  <a:pt x="109" y="10"/>
                </a:cubicBezTo>
                <a:cubicBezTo>
                  <a:pt x="120" y="17"/>
                  <a:pt x="129" y="25"/>
                  <a:pt x="135" y="36"/>
                </a:cubicBezTo>
                <a:close/>
                <a:moveTo>
                  <a:pt x="128" y="96"/>
                </a:moveTo>
                <a:cubicBezTo>
                  <a:pt x="131" y="89"/>
                  <a:pt x="133" y="81"/>
                  <a:pt x="133" y="73"/>
                </a:cubicBezTo>
                <a:cubicBezTo>
                  <a:pt x="133" y="65"/>
                  <a:pt x="131" y="57"/>
                  <a:pt x="128" y="49"/>
                </a:cubicBezTo>
                <a:cubicBezTo>
                  <a:pt x="125" y="42"/>
                  <a:pt x="120" y="36"/>
                  <a:pt x="115" y="30"/>
                </a:cubicBezTo>
                <a:cubicBezTo>
                  <a:pt x="110" y="25"/>
                  <a:pt x="103" y="20"/>
                  <a:pt x="96" y="17"/>
                </a:cubicBezTo>
                <a:cubicBezTo>
                  <a:pt x="88" y="14"/>
                  <a:pt x="80" y="12"/>
                  <a:pt x="72" y="12"/>
                </a:cubicBezTo>
                <a:cubicBezTo>
                  <a:pt x="64" y="12"/>
                  <a:pt x="56" y="14"/>
                  <a:pt x="49" y="17"/>
                </a:cubicBezTo>
                <a:cubicBezTo>
                  <a:pt x="41" y="20"/>
                  <a:pt x="35" y="25"/>
                  <a:pt x="29" y="30"/>
                </a:cubicBezTo>
                <a:cubicBezTo>
                  <a:pt x="24" y="36"/>
                  <a:pt x="20" y="42"/>
                  <a:pt x="16" y="49"/>
                </a:cubicBezTo>
                <a:cubicBezTo>
                  <a:pt x="13" y="57"/>
                  <a:pt x="12" y="65"/>
                  <a:pt x="12" y="73"/>
                </a:cubicBezTo>
                <a:cubicBezTo>
                  <a:pt x="12" y="81"/>
                  <a:pt x="13" y="89"/>
                  <a:pt x="16" y="96"/>
                </a:cubicBezTo>
                <a:cubicBezTo>
                  <a:pt x="20" y="104"/>
                  <a:pt x="24" y="110"/>
                  <a:pt x="29" y="116"/>
                </a:cubicBezTo>
                <a:cubicBezTo>
                  <a:pt x="35" y="121"/>
                  <a:pt x="41" y="125"/>
                  <a:pt x="49" y="129"/>
                </a:cubicBezTo>
                <a:cubicBezTo>
                  <a:pt x="56" y="132"/>
                  <a:pt x="64" y="133"/>
                  <a:pt x="72" y="133"/>
                </a:cubicBezTo>
                <a:cubicBezTo>
                  <a:pt x="80" y="133"/>
                  <a:pt x="88" y="132"/>
                  <a:pt x="96" y="129"/>
                </a:cubicBezTo>
                <a:cubicBezTo>
                  <a:pt x="103" y="125"/>
                  <a:pt x="110" y="121"/>
                  <a:pt x="115" y="116"/>
                </a:cubicBezTo>
                <a:cubicBezTo>
                  <a:pt x="120" y="110"/>
                  <a:pt x="125" y="104"/>
                  <a:pt x="128" y="96"/>
                </a:cubicBezTo>
                <a:close/>
                <a:moveTo>
                  <a:pt x="56" y="40"/>
                </a:moveTo>
                <a:cubicBezTo>
                  <a:pt x="59" y="43"/>
                  <a:pt x="60" y="45"/>
                  <a:pt x="60" y="49"/>
                </a:cubicBezTo>
                <a:cubicBezTo>
                  <a:pt x="60" y="52"/>
                  <a:pt x="59" y="55"/>
                  <a:pt x="56" y="57"/>
                </a:cubicBezTo>
                <a:cubicBezTo>
                  <a:pt x="54" y="60"/>
                  <a:pt x="51" y="61"/>
                  <a:pt x="48" y="61"/>
                </a:cubicBezTo>
                <a:cubicBezTo>
                  <a:pt x="45" y="61"/>
                  <a:pt x="42" y="60"/>
                  <a:pt x="39" y="57"/>
                </a:cubicBezTo>
                <a:cubicBezTo>
                  <a:pt x="37" y="55"/>
                  <a:pt x="36" y="52"/>
                  <a:pt x="36" y="49"/>
                </a:cubicBezTo>
                <a:cubicBezTo>
                  <a:pt x="36" y="45"/>
                  <a:pt x="37" y="43"/>
                  <a:pt x="39" y="40"/>
                </a:cubicBezTo>
                <a:cubicBezTo>
                  <a:pt x="42" y="38"/>
                  <a:pt x="45" y="37"/>
                  <a:pt x="48" y="37"/>
                </a:cubicBezTo>
                <a:cubicBezTo>
                  <a:pt x="51" y="37"/>
                  <a:pt x="54" y="38"/>
                  <a:pt x="56" y="40"/>
                </a:cubicBezTo>
                <a:close/>
                <a:moveTo>
                  <a:pt x="107" y="87"/>
                </a:moveTo>
                <a:cubicBezTo>
                  <a:pt x="108" y="88"/>
                  <a:pt x="108" y="89"/>
                  <a:pt x="108" y="91"/>
                </a:cubicBezTo>
                <a:cubicBezTo>
                  <a:pt x="108" y="93"/>
                  <a:pt x="108" y="94"/>
                  <a:pt x="107" y="95"/>
                </a:cubicBezTo>
                <a:cubicBezTo>
                  <a:pt x="105" y="97"/>
                  <a:pt x="104" y="97"/>
                  <a:pt x="102" y="97"/>
                </a:cubicBezTo>
                <a:cubicBezTo>
                  <a:pt x="42" y="97"/>
                  <a:pt x="42" y="97"/>
                  <a:pt x="42" y="97"/>
                </a:cubicBezTo>
                <a:cubicBezTo>
                  <a:pt x="40" y="97"/>
                  <a:pt x="39" y="97"/>
                  <a:pt x="38" y="95"/>
                </a:cubicBezTo>
                <a:cubicBezTo>
                  <a:pt x="36" y="94"/>
                  <a:pt x="36" y="93"/>
                  <a:pt x="36" y="91"/>
                </a:cubicBezTo>
                <a:cubicBezTo>
                  <a:pt x="36" y="89"/>
                  <a:pt x="36" y="88"/>
                  <a:pt x="38" y="87"/>
                </a:cubicBezTo>
                <a:cubicBezTo>
                  <a:pt x="39" y="86"/>
                  <a:pt x="40" y="85"/>
                  <a:pt x="42" y="85"/>
                </a:cubicBezTo>
                <a:cubicBezTo>
                  <a:pt x="102" y="85"/>
                  <a:pt x="102" y="85"/>
                  <a:pt x="102" y="85"/>
                </a:cubicBezTo>
                <a:cubicBezTo>
                  <a:pt x="104" y="85"/>
                  <a:pt x="105" y="86"/>
                  <a:pt x="107" y="87"/>
                </a:cubicBezTo>
                <a:close/>
                <a:moveTo>
                  <a:pt x="105" y="40"/>
                </a:moveTo>
                <a:cubicBezTo>
                  <a:pt x="107" y="43"/>
                  <a:pt x="108" y="45"/>
                  <a:pt x="108" y="49"/>
                </a:cubicBezTo>
                <a:cubicBezTo>
                  <a:pt x="108" y="52"/>
                  <a:pt x="107" y="55"/>
                  <a:pt x="105" y="57"/>
                </a:cubicBezTo>
                <a:cubicBezTo>
                  <a:pt x="103" y="60"/>
                  <a:pt x="100" y="61"/>
                  <a:pt x="96" y="61"/>
                </a:cubicBezTo>
                <a:cubicBezTo>
                  <a:pt x="93" y="61"/>
                  <a:pt x="90" y="60"/>
                  <a:pt x="88" y="57"/>
                </a:cubicBezTo>
                <a:cubicBezTo>
                  <a:pt x="85" y="55"/>
                  <a:pt x="84" y="52"/>
                  <a:pt x="84" y="49"/>
                </a:cubicBezTo>
                <a:cubicBezTo>
                  <a:pt x="84" y="45"/>
                  <a:pt x="85" y="43"/>
                  <a:pt x="88" y="40"/>
                </a:cubicBezTo>
                <a:cubicBezTo>
                  <a:pt x="90" y="38"/>
                  <a:pt x="93" y="37"/>
                  <a:pt x="96" y="37"/>
                </a:cubicBezTo>
                <a:cubicBezTo>
                  <a:pt x="100" y="37"/>
                  <a:pt x="103" y="38"/>
                  <a:pt x="105" y="4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53" name="Freeform 256"/>
          <p:cNvSpPr>
            <a:spLocks noEditPoints="1"/>
          </p:cNvSpPr>
          <p:nvPr/>
        </p:nvSpPr>
        <p:spPr bwMode="auto">
          <a:xfrm>
            <a:off x="5262898" y="4020059"/>
            <a:ext cx="259332" cy="138311"/>
          </a:xfrm>
          <a:custGeom>
            <a:avLst/>
            <a:gdLst>
              <a:gd name="T0" fmla="*/ 167 w 181"/>
              <a:gd name="T1" fmla="*/ 14 h 96"/>
              <a:gd name="T2" fmla="*/ 181 w 181"/>
              <a:gd name="T3" fmla="*/ 48 h 96"/>
              <a:gd name="T4" fmla="*/ 167 w 181"/>
              <a:gd name="T5" fmla="*/ 82 h 96"/>
              <a:gd name="T6" fmla="*/ 133 w 181"/>
              <a:gd name="T7" fmla="*/ 96 h 96"/>
              <a:gd name="T8" fmla="*/ 101 w 181"/>
              <a:gd name="T9" fmla="*/ 84 h 96"/>
              <a:gd name="T10" fmla="*/ 80 w 181"/>
              <a:gd name="T11" fmla="*/ 84 h 96"/>
              <a:gd name="T12" fmla="*/ 48 w 181"/>
              <a:gd name="T13" fmla="*/ 96 h 96"/>
              <a:gd name="T14" fmla="*/ 14 w 181"/>
              <a:gd name="T15" fmla="*/ 82 h 96"/>
              <a:gd name="T16" fmla="*/ 0 w 181"/>
              <a:gd name="T17" fmla="*/ 48 h 96"/>
              <a:gd name="T18" fmla="*/ 14 w 181"/>
              <a:gd name="T19" fmla="*/ 14 h 96"/>
              <a:gd name="T20" fmla="*/ 48 w 181"/>
              <a:gd name="T21" fmla="*/ 0 h 96"/>
              <a:gd name="T22" fmla="*/ 133 w 181"/>
              <a:gd name="T23" fmla="*/ 0 h 96"/>
              <a:gd name="T24" fmla="*/ 167 w 181"/>
              <a:gd name="T25" fmla="*/ 14 h 96"/>
              <a:gd name="T26" fmla="*/ 78 w 181"/>
              <a:gd name="T27" fmla="*/ 54 h 96"/>
              <a:gd name="T28" fmla="*/ 78 w 181"/>
              <a:gd name="T29" fmla="*/ 42 h 96"/>
              <a:gd name="T30" fmla="*/ 78 w 181"/>
              <a:gd name="T31" fmla="*/ 40 h 96"/>
              <a:gd name="T32" fmla="*/ 75 w 181"/>
              <a:gd name="T33" fmla="*/ 39 h 96"/>
              <a:gd name="T34" fmla="*/ 57 w 181"/>
              <a:gd name="T35" fmla="*/ 39 h 96"/>
              <a:gd name="T36" fmla="*/ 57 w 181"/>
              <a:gd name="T37" fmla="*/ 21 h 96"/>
              <a:gd name="T38" fmla="*/ 56 w 181"/>
              <a:gd name="T39" fmla="*/ 19 h 96"/>
              <a:gd name="T40" fmla="*/ 54 w 181"/>
              <a:gd name="T41" fmla="*/ 18 h 96"/>
              <a:gd name="T42" fmla="*/ 42 w 181"/>
              <a:gd name="T43" fmla="*/ 18 h 96"/>
              <a:gd name="T44" fmla="*/ 40 w 181"/>
              <a:gd name="T45" fmla="*/ 19 h 96"/>
              <a:gd name="T46" fmla="*/ 39 w 181"/>
              <a:gd name="T47" fmla="*/ 21 h 96"/>
              <a:gd name="T48" fmla="*/ 39 w 181"/>
              <a:gd name="T49" fmla="*/ 39 h 96"/>
              <a:gd name="T50" fmla="*/ 21 w 181"/>
              <a:gd name="T51" fmla="*/ 39 h 96"/>
              <a:gd name="T52" fmla="*/ 19 w 181"/>
              <a:gd name="T53" fmla="*/ 40 h 96"/>
              <a:gd name="T54" fmla="*/ 18 w 181"/>
              <a:gd name="T55" fmla="*/ 42 h 96"/>
              <a:gd name="T56" fmla="*/ 18 w 181"/>
              <a:gd name="T57" fmla="*/ 54 h 96"/>
              <a:gd name="T58" fmla="*/ 19 w 181"/>
              <a:gd name="T59" fmla="*/ 56 h 96"/>
              <a:gd name="T60" fmla="*/ 21 w 181"/>
              <a:gd name="T61" fmla="*/ 57 h 96"/>
              <a:gd name="T62" fmla="*/ 39 w 181"/>
              <a:gd name="T63" fmla="*/ 57 h 96"/>
              <a:gd name="T64" fmla="*/ 39 w 181"/>
              <a:gd name="T65" fmla="*/ 75 h 96"/>
              <a:gd name="T66" fmla="*/ 40 w 181"/>
              <a:gd name="T67" fmla="*/ 77 h 96"/>
              <a:gd name="T68" fmla="*/ 42 w 181"/>
              <a:gd name="T69" fmla="*/ 78 h 96"/>
              <a:gd name="T70" fmla="*/ 54 w 181"/>
              <a:gd name="T71" fmla="*/ 78 h 96"/>
              <a:gd name="T72" fmla="*/ 56 w 181"/>
              <a:gd name="T73" fmla="*/ 77 h 96"/>
              <a:gd name="T74" fmla="*/ 57 w 181"/>
              <a:gd name="T75" fmla="*/ 75 h 96"/>
              <a:gd name="T76" fmla="*/ 57 w 181"/>
              <a:gd name="T77" fmla="*/ 57 h 96"/>
              <a:gd name="T78" fmla="*/ 75 w 181"/>
              <a:gd name="T79" fmla="*/ 57 h 96"/>
              <a:gd name="T80" fmla="*/ 78 w 181"/>
              <a:gd name="T81" fmla="*/ 56 h 96"/>
              <a:gd name="T82" fmla="*/ 78 w 181"/>
              <a:gd name="T83" fmla="*/ 54 h 96"/>
              <a:gd name="T84" fmla="*/ 129 w 181"/>
              <a:gd name="T85" fmla="*/ 69 h 96"/>
              <a:gd name="T86" fmla="*/ 133 w 181"/>
              <a:gd name="T87" fmla="*/ 60 h 96"/>
              <a:gd name="T88" fmla="*/ 129 w 181"/>
              <a:gd name="T89" fmla="*/ 52 h 96"/>
              <a:gd name="T90" fmla="*/ 121 w 181"/>
              <a:gd name="T91" fmla="*/ 48 h 96"/>
              <a:gd name="T92" fmla="*/ 112 w 181"/>
              <a:gd name="T93" fmla="*/ 52 h 96"/>
              <a:gd name="T94" fmla="*/ 109 w 181"/>
              <a:gd name="T95" fmla="*/ 60 h 96"/>
              <a:gd name="T96" fmla="*/ 112 w 181"/>
              <a:gd name="T97" fmla="*/ 69 h 96"/>
              <a:gd name="T98" fmla="*/ 121 w 181"/>
              <a:gd name="T99" fmla="*/ 72 h 96"/>
              <a:gd name="T100" fmla="*/ 129 w 181"/>
              <a:gd name="T101" fmla="*/ 69 h 96"/>
              <a:gd name="T102" fmla="*/ 153 w 181"/>
              <a:gd name="T103" fmla="*/ 44 h 96"/>
              <a:gd name="T104" fmla="*/ 157 w 181"/>
              <a:gd name="T105" fmla="*/ 36 h 96"/>
              <a:gd name="T106" fmla="*/ 153 w 181"/>
              <a:gd name="T107" fmla="*/ 27 h 96"/>
              <a:gd name="T108" fmla="*/ 145 w 181"/>
              <a:gd name="T109" fmla="*/ 24 h 96"/>
              <a:gd name="T110" fmla="*/ 136 w 181"/>
              <a:gd name="T111" fmla="*/ 27 h 96"/>
              <a:gd name="T112" fmla="*/ 133 w 181"/>
              <a:gd name="T113" fmla="*/ 36 h 96"/>
              <a:gd name="T114" fmla="*/ 136 w 181"/>
              <a:gd name="T115" fmla="*/ 44 h 96"/>
              <a:gd name="T116" fmla="*/ 145 w 181"/>
              <a:gd name="T117" fmla="*/ 48 h 96"/>
              <a:gd name="T118" fmla="*/ 153 w 181"/>
              <a:gd name="T119" fmla="*/ 44 h 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81" h="96">
                <a:moveTo>
                  <a:pt x="167" y="14"/>
                </a:moveTo>
                <a:cubicBezTo>
                  <a:pt x="177" y="23"/>
                  <a:pt x="181" y="35"/>
                  <a:pt x="181" y="48"/>
                </a:cubicBezTo>
                <a:cubicBezTo>
                  <a:pt x="181" y="61"/>
                  <a:pt x="177" y="73"/>
                  <a:pt x="167" y="82"/>
                </a:cubicBezTo>
                <a:cubicBezTo>
                  <a:pt x="158" y="92"/>
                  <a:pt x="146" y="96"/>
                  <a:pt x="133" y="96"/>
                </a:cubicBezTo>
                <a:cubicBezTo>
                  <a:pt x="121" y="96"/>
                  <a:pt x="110" y="92"/>
                  <a:pt x="101" y="84"/>
                </a:cubicBezTo>
                <a:cubicBezTo>
                  <a:pt x="80" y="84"/>
                  <a:pt x="80" y="84"/>
                  <a:pt x="80" y="84"/>
                </a:cubicBezTo>
                <a:cubicBezTo>
                  <a:pt x="71" y="92"/>
                  <a:pt x="60" y="96"/>
                  <a:pt x="48" y="96"/>
                </a:cubicBezTo>
                <a:cubicBezTo>
                  <a:pt x="35" y="96"/>
                  <a:pt x="23" y="92"/>
                  <a:pt x="14" y="82"/>
                </a:cubicBezTo>
                <a:cubicBezTo>
                  <a:pt x="4" y="73"/>
                  <a:pt x="0" y="61"/>
                  <a:pt x="0" y="48"/>
                </a:cubicBezTo>
                <a:cubicBezTo>
                  <a:pt x="0" y="35"/>
                  <a:pt x="4" y="23"/>
                  <a:pt x="14" y="14"/>
                </a:cubicBezTo>
                <a:cubicBezTo>
                  <a:pt x="23" y="4"/>
                  <a:pt x="35" y="0"/>
                  <a:pt x="48" y="0"/>
                </a:cubicBezTo>
                <a:cubicBezTo>
                  <a:pt x="133" y="0"/>
                  <a:pt x="133" y="0"/>
                  <a:pt x="133" y="0"/>
                </a:cubicBezTo>
                <a:cubicBezTo>
                  <a:pt x="146" y="0"/>
                  <a:pt x="158" y="4"/>
                  <a:pt x="167" y="14"/>
                </a:cubicBezTo>
                <a:close/>
                <a:moveTo>
                  <a:pt x="78" y="54"/>
                </a:moveTo>
                <a:cubicBezTo>
                  <a:pt x="78" y="42"/>
                  <a:pt x="78" y="42"/>
                  <a:pt x="78" y="42"/>
                </a:cubicBezTo>
                <a:cubicBezTo>
                  <a:pt x="78" y="41"/>
                  <a:pt x="78" y="40"/>
                  <a:pt x="78" y="40"/>
                </a:cubicBezTo>
                <a:cubicBezTo>
                  <a:pt x="77" y="39"/>
                  <a:pt x="76" y="39"/>
                  <a:pt x="75" y="39"/>
                </a:cubicBezTo>
                <a:cubicBezTo>
                  <a:pt x="57" y="39"/>
                  <a:pt x="57" y="39"/>
                  <a:pt x="57" y="39"/>
                </a:cubicBezTo>
                <a:cubicBezTo>
                  <a:pt x="57" y="21"/>
                  <a:pt x="57" y="21"/>
                  <a:pt x="57" y="21"/>
                </a:cubicBezTo>
                <a:cubicBezTo>
                  <a:pt x="57" y="20"/>
                  <a:pt x="57" y="19"/>
                  <a:pt x="56" y="19"/>
                </a:cubicBezTo>
                <a:cubicBezTo>
                  <a:pt x="56" y="18"/>
                  <a:pt x="55" y="18"/>
                  <a:pt x="54" y="18"/>
                </a:cubicBezTo>
                <a:cubicBezTo>
                  <a:pt x="42" y="18"/>
                  <a:pt x="42" y="18"/>
                  <a:pt x="42" y="18"/>
                </a:cubicBezTo>
                <a:cubicBezTo>
                  <a:pt x="41" y="18"/>
                  <a:pt x="40" y="18"/>
                  <a:pt x="40" y="19"/>
                </a:cubicBezTo>
                <a:cubicBezTo>
                  <a:pt x="39" y="19"/>
                  <a:pt x="39" y="20"/>
                  <a:pt x="39" y="21"/>
                </a:cubicBezTo>
                <a:cubicBezTo>
                  <a:pt x="39" y="39"/>
                  <a:pt x="39" y="39"/>
                  <a:pt x="39" y="39"/>
                </a:cubicBezTo>
                <a:cubicBezTo>
                  <a:pt x="21" y="39"/>
                  <a:pt x="21" y="39"/>
                  <a:pt x="21" y="39"/>
                </a:cubicBezTo>
                <a:cubicBezTo>
                  <a:pt x="20" y="39"/>
                  <a:pt x="19" y="39"/>
                  <a:pt x="19" y="40"/>
                </a:cubicBezTo>
                <a:cubicBezTo>
                  <a:pt x="18" y="40"/>
                  <a:pt x="18" y="41"/>
                  <a:pt x="18" y="42"/>
                </a:cubicBezTo>
                <a:cubicBezTo>
                  <a:pt x="18" y="54"/>
                  <a:pt x="18" y="54"/>
                  <a:pt x="18" y="54"/>
                </a:cubicBezTo>
                <a:cubicBezTo>
                  <a:pt x="18" y="55"/>
                  <a:pt x="18" y="56"/>
                  <a:pt x="19" y="56"/>
                </a:cubicBezTo>
                <a:cubicBezTo>
                  <a:pt x="19" y="57"/>
                  <a:pt x="20" y="57"/>
                  <a:pt x="21" y="57"/>
                </a:cubicBezTo>
                <a:cubicBezTo>
                  <a:pt x="39" y="57"/>
                  <a:pt x="39" y="57"/>
                  <a:pt x="39" y="57"/>
                </a:cubicBezTo>
                <a:cubicBezTo>
                  <a:pt x="39" y="75"/>
                  <a:pt x="39" y="75"/>
                  <a:pt x="39" y="75"/>
                </a:cubicBezTo>
                <a:cubicBezTo>
                  <a:pt x="39" y="76"/>
                  <a:pt x="39" y="77"/>
                  <a:pt x="40" y="77"/>
                </a:cubicBezTo>
                <a:cubicBezTo>
                  <a:pt x="40" y="78"/>
                  <a:pt x="41" y="78"/>
                  <a:pt x="42" y="78"/>
                </a:cubicBezTo>
                <a:cubicBezTo>
                  <a:pt x="54" y="78"/>
                  <a:pt x="54" y="78"/>
                  <a:pt x="54" y="78"/>
                </a:cubicBezTo>
                <a:cubicBezTo>
                  <a:pt x="55" y="78"/>
                  <a:pt x="56" y="78"/>
                  <a:pt x="56" y="77"/>
                </a:cubicBezTo>
                <a:cubicBezTo>
                  <a:pt x="57" y="77"/>
                  <a:pt x="57" y="76"/>
                  <a:pt x="57" y="75"/>
                </a:cubicBezTo>
                <a:cubicBezTo>
                  <a:pt x="57" y="57"/>
                  <a:pt x="57" y="57"/>
                  <a:pt x="57" y="57"/>
                </a:cubicBezTo>
                <a:cubicBezTo>
                  <a:pt x="75" y="57"/>
                  <a:pt x="75" y="57"/>
                  <a:pt x="75" y="57"/>
                </a:cubicBezTo>
                <a:cubicBezTo>
                  <a:pt x="76" y="57"/>
                  <a:pt x="77" y="57"/>
                  <a:pt x="78" y="56"/>
                </a:cubicBezTo>
                <a:cubicBezTo>
                  <a:pt x="78" y="56"/>
                  <a:pt x="78" y="55"/>
                  <a:pt x="78" y="54"/>
                </a:cubicBezTo>
                <a:close/>
                <a:moveTo>
                  <a:pt x="129" y="69"/>
                </a:moveTo>
                <a:cubicBezTo>
                  <a:pt x="132" y="66"/>
                  <a:pt x="133" y="63"/>
                  <a:pt x="133" y="60"/>
                </a:cubicBezTo>
                <a:cubicBezTo>
                  <a:pt x="133" y="57"/>
                  <a:pt x="132" y="54"/>
                  <a:pt x="129" y="52"/>
                </a:cubicBezTo>
                <a:cubicBezTo>
                  <a:pt x="127" y="49"/>
                  <a:pt x="124" y="48"/>
                  <a:pt x="121" y="48"/>
                </a:cubicBezTo>
                <a:cubicBezTo>
                  <a:pt x="117" y="48"/>
                  <a:pt x="115" y="49"/>
                  <a:pt x="112" y="52"/>
                </a:cubicBezTo>
                <a:cubicBezTo>
                  <a:pt x="110" y="54"/>
                  <a:pt x="109" y="57"/>
                  <a:pt x="109" y="60"/>
                </a:cubicBezTo>
                <a:cubicBezTo>
                  <a:pt x="109" y="63"/>
                  <a:pt x="110" y="66"/>
                  <a:pt x="112" y="69"/>
                </a:cubicBezTo>
                <a:cubicBezTo>
                  <a:pt x="115" y="71"/>
                  <a:pt x="117" y="72"/>
                  <a:pt x="121" y="72"/>
                </a:cubicBezTo>
                <a:cubicBezTo>
                  <a:pt x="124" y="72"/>
                  <a:pt x="127" y="71"/>
                  <a:pt x="129" y="69"/>
                </a:cubicBezTo>
                <a:close/>
                <a:moveTo>
                  <a:pt x="153" y="44"/>
                </a:moveTo>
                <a:cubicBezTo>
                  <a:pt x="156" y="42"/>
                  <a:pt x="157" y="39"/>
                  <a:pt x="157" y="36"/>
                </a:cubicBezTo>
                <a:cubicBezTo>
                  <a:pt x="157" y="33"/>
                  <a:pt x="156" y="30"/>
                  <a:pt x="153" y="27"/>
                </a:cubicBezTo>
                <a:cubicBezTo>
                  <a:pt x="151" y="25"/>
                  <a:pt x="148" y="24"/>
                  <a:pt x="145" y="24"/>
                </a:cubicBezTo>
                <a:cubicBezTo>
                  <a:pt x="142" y="24"/>
                  <a:pt x="139" y="25"/>
                  <a:pt x="136" y="27"/>
                </a:cubicBezTo>
                <a:cubicBezTo>
                  <a:pt x="134" y="30"/>
                  <a:pt x="133" y="33"/>
                  <a:pt x="133" y="36"/>
                </a:cubicBezTo>
                <a:cubicBezTo>
                  <a:pt x="133" y="39"/>
                  <a:pt x="134" y="42"/>
                  <a:pt x="136" y="44"/>
                </a:cubicBezTo>
                <a:cubicBezTo>
                  <a:pt x="139" y="47"/>
                  <a:pt x="142" y="48"/>
                  <a:pt x="145" y="48"/>
                </a:cubicBezTo>
                <a:cubicBezTo>
                  <a:pt x="148" y="48"/>
                  <a:pt x="151" y="47"/>
                  <a:pt x="153" y="4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54" name="Freeform 257"/>
          <p:cNvSpPr>
            <a:spLocks noEditPoints="1"/>
          </p:cNvSpPr>
          <p:nvPr/>
        </p:nvSpPr>
        <p:spPr bwMode="auto">
          <a:xfrm>
            <a:off x="5587063" y="4002771"/>
            <a:ext cx="261493" cy="155599"/>
          </a:xfrm>
          <a:custGeom>
            <a:avLst/>
            <a:gdLst>
              <a:gd name="T0" fmla="*/ 178 w 182"/>
              <a:gd name="T1" fmla="*/ 105 h 108"/>
              <a:gd name="T2" fmla="*/ 4 w 182"/>
              <a:gd name="T3" fmla="*/ 105 h 108"/>
              <a:gd name="T4" fmla="*/ 4 w 182"/>
              <a:gd name="T5" fmla="*/ 3 h 108"/>
              <a:gd name="T6" fmla="*/ 178 w 182"/>
              <a:gd name="T7" fmla="*/ 3 h 108"/>
              <a:gd name="T8" fmla="*/ 170 w 182"/>
              <a:gd name="T9" fmla="*/ 12 h 108"/>
              <a:gd name="T10" fmla="*/ 170 w 182"/>
              <a:gd name="T11" fmla="*/ 96 h 108"/>
              <a:gd name="T12" fmla="*/ 35 w 182"/>
              <a:gd name="T13" fmla="*/ 36 h 108"/>
              <a:gd name="T14" fmla="*/ 24 w 182"/>
              <a:gd name="T15" fmla="*/ 25 h 108"/>
              <a:gd name="T16" fmla="*/ 37 w 182"/>
              <a:gd name="T17" fmla="*/ 25 h 108"/>
              <a:gd name="T18" fmla="*/ 47 w 182"/>
              <a:gd name="T19" fmla="*/ 60 h 108"/>
              <a:gd name="T20" fmla="*/ 24 w 182"/>
              <a:gd name="T21" fmla="*/ 49 h 108"/>
              <a:gd name="T22" fmla="*/ 49 w 182"/>
              <a:gd name="T23" fmla="*/ 49 h 108"/>
              <a:gd name="T24" fmla="*/ 35 w 182"/>
              <a:gd name="T25" fmla="*/ 84 h 108"/>
              <a:gd name="T26" fmla="*/ 24 w 182"/>
              <a:gd name="T27" fmla="*/ 74 h 108"/>
              <a:gd name="T28" fmla="*/ 37 w 182"/>
              <a:gd name="T29" fmla="*/ 74 h 108"/>
              <a:gd name="T30" fmla="*/ 59 w 182"/>
              <a:gd name="T31" fmla="*/ 36 h 108"/>
              <a:gd name="T32" fmla="*/ 49 w 182"/>
              <a:gd name="T33" fmla="*/ 25 h 108"/>
              <a:gd name="T34" fmla="*/ 61 w 182"/>
              <a:gd name="T35" fmla="*/ 25 h 108"/>
              <a:gd name="T36" fmla="*/ 132 w 182"/>
              <a:gd name="T37" fmla="*/ 84 h 108"/>
              <a:gd name="T38" fmla="*/ 49 w 182"/>
              <a:gd name="T39" fmla="*/ 74 h 108"/>
              <a:gd name="T40" fmla="*/ 133 w 182"/>
              <a:gd name="T41" fmla="*/ 74 h 108"/>
              <a:gd name="T42" fmla="*/ 71 w 182"/>
              <a:gd name="T43" fmla="*/ 60 h 108"/>
              <a:gd name="T44" fmla="*/ 61 w 182"/>
              <a:gd name="T45" fmla="*/ 49 h 108"/>
              <a:gd name="T46" fmla="*/ 73 w 182"/>
              <a:gd name="T47" fmla="*/ 49 h 108"/>
              <a:gd name="T48" fmla="*/ 83 w 182"/>
              <a:gd name="T49" fmla="*/ 36 h 108"/>
              <a:gd name="T50" fmla="*/ 73 w 182"/>
              <a:gd name="T51" fmla="*/ 25 h 108"/>
              <a:gd name="T52" fmla="*/ 85 w 182"/>
              <a:gd name="T53" fmla="*/ 25 h 108"/>
              <a:gd name="T54" fmla="*/ 96 w 182"/>
              <a:gd name="T55" fmla="*/ 60 h 108"/>
              <a:gd name="T56" fmla="*/ 85 w 182"/>
              <a:gd name="T57" fmla="*/ 49 h 108"/>
              <a:gd name="T58" fmla="*/ 97 w 182"/>
              <a:gd name="T59" fmla="*/ 49 h 108"/>
              <a:gd name="T60" fmla="*/ 108 w 182"/>
              <a:gd name="T61" fmla="*/ 36 h 108"/>
              <a:gd name="T62" fmla="*/ 97 w 182"/>
              <a:gd name="T63" fmla="*/ 25 h 108"/>
              <a:gd name="T64" fmla="*/ 109 w 182"/>
              <a:gd name="T65" fmla="*/ 25 h 108"/>
              <a:gd name="T66" fmla="*/ 120 w 182"/>
              <a:gd name="T67" fmla="*/ 60 h 108"/>
              <a:gd name="T68" fmla="*/ 109 w 182"/>
              <a:gd name="T69" fmla="*/ 49 h 108"/>
              <a:gd name="T70" fmla="*/ 121 w 182"/>
              <a:gd name="T71" fmla="*/ 49 h 108"/>
              <a:gd name="T72" fmla="*/ 132 w 182"/>
              <a:gd name="T73" fmla="*/ 36 h 108"/>
              <a:gd name="T74" fmla="*/ 121 w 182"/>
              <a:gd name="T75" fmla="*/ 25 h 108"/>
              <a:gd name="T76" fmla="*/ 133 w 182"/>
              <a:gd name="T77" fmla="*/ 25 h 108"/>
              <a:gd name="T78" fmla="*/ 156 w 182"/>
              <a:gd name="T79" fmla="*/ 60 h 108"/>
              <a:gd name="T80" fmla="*/ 133 w 182"/>
              <a:gd name="T81" fmla="*/ 49 h 108"/>
              <a:gd name="T82" fmla="*/ 145 w 182"/>
              <a:gd name="T83" fmla="*/ 25 h 108"/>
              <a:gd name="T84" fmla="*/ 158 w 182"/>
              <a:gd name="T85" fmla="*/ 25 h 108"/>
              <a:gd name="T86" fmla="*/ 156 w 182"/>
              <a:gd name="T87" fmla="*/ 84 h 108"/>
              <a:gd name="T88" fmla="*/ 145 w 182"/>
              <a:gd name="T89" fmla="*/ 74 h 108"/>
              <a:gd name="T90" fmla="*/ 158 w 182"/>
              <a:gd name="T91" fmla="*/ 74 h 1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82" h="108">
                <a:moveTo>
                  <a:pt x="182" y="12"/>
                </a:moveTo>
                <a:cubicBezTo>
                  <a:pt x="182" y="96"/>
                  <a:pt x="182" y="96"/>
                  <a:pt x="182" y="96"/>
                </a:cubicBezTo>
                <a:cubicBezTo>
                  <a:pt x="182" y="100"/>
                  <a:pt x="181" y="103"/>
                  <a:pt x="178" y="105"/>
                </a:cubicBezTo>
                <a:cubicBezTo>
                  <a:pt x="176" y="107"/>
                  <a:pt x="173" y="108"/>
                  <a:pt x="170" y="108"/>
                </a:cubicBezTo>
                <a:cubicBezTo>
                  <a:pt x="12" y="108"/>
                  <a:pt x="12" y="108"/>
                  <a:pt x="12" y="108"/>
                </a:cubicBezTo>
                <a:cubicBezTo>
                  <a:pt x="9" y="108"/>
                  <a:pt x="6" y="107"/>
                  <a:pt x="4" y="105"/>
                </a:cubicBezTo>
                <a:cubicBezTo>
                  <a:pt x="1" y="103"/>
                  <a:pt x="0" y="100"/>
                  <a:pt x="0" y="96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8"/>
                  <a:pt x="1" y="5"/>
                  <a:pt x="4" y="3"/>
                </a:cubicBezTo>
                <a:cubicBezTo>
                  <a:pt x="6" y="1"/>
                  <a:pt x="9" y="0"/>
                  <a:pt x="12" y="0"/>
                </a:cubicBezTo>
                <a:cubicBezTo>
                  <a:pt x="170" y="0"/>
                  <a:pt x="170" y="0"/>
                  <a:pt x="170" y="0"/>
                </a:cubicBezTo>
                <a:cubicBezTo>
                  <a:pt x="173" y="0"/>
                  <a:pt x="176" y="1"/>
                  <a:pt x="178" y="3"/>
                </a:cubicBezTo>
                <a:cubicBezTo>
                  <a:pt x="181" y="5"/>
                  <a:pt x="182" y="8"/>
                  <a:pt x="182" y="12"/>
                </a:cubicBezTo>
                <a:close/>
                <a:moveTo>
                  <a:pt x="170" y="96"/>
                </a:moveTo>
                <a:cubicBezTo>
                  <a:pt x="170" y="12"/>
                  <a:pt x="170" y="12"/>
                  <a:pt x="170" y="12"/>
                </a:cubicBezTo>
                <a:cubicBezTo>
                  <a:pt x="12" y="12"/>
                  <a:pt x="12" y="12"/>
                  <a:pt x="12" y="12"/>
                </a:cubicBezTo>
                <a:cubicBezTo>
                  <a:pt x="12" y="96"/>
                  <a:pt x="12" y="96"/>
                  <a:pt x="12" y="96"/>
                </a:cubicBezTo>
                <a:lnTo>
                  <a:pt x="170" y="96"/>
                </a:lnTo>
                <a:close/>
                <a:moveTo>
                  <a:pt x="37" y="25"/>
                </a:moveTo>
                <a:cubicBezTo>
                  <a:pt x="37" y="34"/>
                  <a:pt x="37" y="34"/>
                  <a:pt x="37" y="34"/>
                </a:cubicBezTo>
                <a:cubicBezTo>
                  <a:pt x="37" y="35"/>
                  <a:pt x="36" y="36"/>
                  <a:pt x="35" y="36"/>
                </a:cubicBezTo>
                <a:cubicBezTo>
                  <a:pt x="26" y="36"/>
                  <a:pt x="26" y="36"/>
                  <a:pt x="26" y="36"/>
                </a:cubicBezTo>
                <a:cubicBezTo>
                  <a:pt x="25" y="36"/>
                  <a:pt x="24" y="35"/>
                  <a:pt x="24" y="34"/>
                </a:cubicBezTo>
                <a:cubicBezTo>
                  <a:pt x="24" y="25"/>
                  <a:pt x="24" y="25"/>
                  <a:pt x="24" y="25"/>
                </a:cubicBezTo>
                <a:cubicBezTo>
                  <a:pt x="24" y="24"/>
                  <a:pt x="25" y="24"/>
                  <a:pt x="26" y="24"/>
                </a:cubicBezTo>
                <a:cubicBezTo>
                  <a:pt x="35" y="24"/>
                  <a:pt x="35" y="24"/>
                  <a:pt x="35" y="24"/>
                </a:cubicBezTo>
                <a:cubicBezTo>
                  <a:pt x="36" y="24"/>
                  <a:pt x="37" y="24"/>
                  <a:pt x="37" y="25"/>
                </a:cubicBezTo>
                <a:close/>
                <a:moveTo>
                  <a:pt x="49" y="49"/>
                </a:moveTo>
                <a:cubicBezTo>
                  <a:pt x="49" y="59"/>
                  <a:pt x="49" y="59"/>
                  <a:pt x="49" y="59"/>
                </a:cubicBezTo>
                <a:cubicBezTo>
                  <a:pt x="49" y="60"/>
                  <a:pt x="48" y="60"/>
                  <a:pt x="47" y="60"/>
                </a:cubicBezTo>
                <a:cubicBezTo>
                  <a:pt x="26" y="60"/>
                  <a:pt x="26" y="60"/>
                  <a:pt x="26" y="60"/>
                </a:cubicBezTo>
                <a:cubicBezTo>
                  <a:pt x="25" y="60"/>
                  <a:pt x="24" y="60"/>
                  <a:pt x="24" y="59"/>
                </a:cubicBezTo>
                <a:cubicBezTo>
                  <a:pt x="24" y="49"/>
                  <a:pt x="24" y="49"/>
                  <a:pt x="24" y="49"/>
                </a:cubicBezTo>
                <a:cubicBezTo>
                  <a:pt x="24" y="48"/>
                  <a:pt x="25" y="48"/>
                  <a:pt x="26" y="48"/>
                </a:cubicBezTo>
                <a:cubicBezTo>
                  <a:pt x="47" y="48"/>
                  <a:pt x="47" y="48"/>
                  <a:pt x="47" y="48"/>
                </a:cubicBezTo>
                <a:cubicBezTo>
                  <a:pt x="48" y="48"/>
                  <a:pt x="49" y="48"/>
                  <a:pt x="49" y="49"/>
                </a:cubicBezTo>
                <a:close/>
                <a:moveTo>
                  <a:pt x="37" y="74"/>
                </a:moveTo>
                <a:cubicBezTo>
                  <a:pt x="37" y="83"/>
                  <a:pt x="37" y="83"/>
                  <a:pt x="37" y="83"/>
                </a:cubicBezTo>
                <a:cubicBezTo>
                  <a:pt x="37" y="84"/>
                  <a:pt x="36" y="84"/>
                  <a:pt x="35" y="84"/>
                </a:cubicBezTo>
                <a:cubicBezTo>
                  <a:pt x="26" y="84"/>
                  <a:pt x="26" y="84"/>
                  <a:pt x="26" y="84"/>
                </a:cubicBezTo>
                <a:cubicBezTo>
                  <a:pt x="25" y="84"/>
                  <a:pt x="24" y="84"/>
                  <a:pt x="24" y="83"/>
                </a:cubicBezTo>
                <a:cubicBezTo>
                  <a:pt x="24" y="74"/>
                  <a:pt x="24" y="74"/>
                  <a:pt x="24" y="74"/>
                </a:cubicBezTo>
                <a:cubicBezTo>
                  <a:pt x="24" y="73"/>
                  <a:pt x="25" y="72"/>
                  <a:pt x="26" y="72"/>
                </a:cubicBezTo>
                <a:cubicBezTo>
                  <a:pt x="35" y="72"/>
                  <a:pt x="35" y="72"/>
                  <a:pt x="35" y="72"/>
                </a:cubicBezTo>
                <a:cubicBezTo>
                  <a:pt x="36" y="72"/>
                  <a:pt x="37" y="73"/>
                  <a:pt x="37" y="74"/>
                </a:cubicBezTo>
                <a:close/>
                <a:moveTo>
                  <a:pt x="61" y="25"/>
                </a:moveTo>
                <a:cubicBezTo>
                  <a:pt x="61" y="34"/>
                  <a:pt x="61" y="34"/>
                  <a:pt x="61" y="34"/>
                </a:cubicBezTo>
                <a:cubicBezTo>
                  <a:pt x="61" y="35"/>
                  <a:pt x="60" y="36"/>
                  <a:pt x="59" y="36"/>
                </a:cubicBezTo>
                <a:cubicBezTo>
                  <a:pt x="50" y="36"/>
                  <a:pt x="50" y="36"/>
                  <a:pt x="50" y="36"/>
                </a:cubicBezTo>
                <a:cubicBezTo>
                  <a:pt x="49" y="36"/>
                  <a:pt x="49" y="35"/>
                  <a:pt x="49" y="34"/>
                </a:cubicBezTo>
                <a:cubicBezTo>
                  <a:pt x="49" y="25"/>
                  <a:pt x="49" y="25"/>
                  <a:pt x="49" y="25"/>
                </a:cubicBezTo>
                <a:cubicBezTo>
                  <a:pt x="49" y="24"/>
                  <a:pt x="49" y="24"/>
                  <a:pt x="50" y="24"/>
                </a:cubicBezTo>
                <a:cubicBezTo>
                  <a:pt x="59" y="24"/>
                  <a:pt x="59" y="24"/>
                  <a:pt x="59" y="24"/>
                </a:cubicBezTo>
                <a:cubicBezTo>
                  <a:pt x="60" y="24"/>
                  <a:pt x="61" y="24"/>
                  <a:pt x="61" y="25"/>
                </a:cubicBezTo>
                <a:close/>
                <a:moveTo>
                  <a:pt x="133" y="74"/>
                </a:moveTo>
                <a:cubicBezTo>
                  <a:pt x="133" y="83"/>
                  <a:pt x="133" y="83"/>
                  <a:pt x="133" y="83"/>
                </a:cubicBezTo>
                <a:cubicBezTo>
                  <a:pt x="133" y="84"/>
                  <a:pt x="133" y="84"/>
                  <a:pt x="132" y="84"/>
                </a:cubicBezTo>
                <a:cubicBezTo>
                  <a:pt x="50" y="84"/>
                  <a:pt x="50" y="84"/>
                  <a:pt x="50" y="84"/>
                </a:cubicBezTo>
                <a:cubicBezTo>
                  <a:pt x="49" y="84"/>
                  <a:pt x="49" y="84"/>
                  <a:pt x="49" y="83"/>
                </a:cubicBezTo>
                <a:cubicBezTo>
                  <a:pt x="49" y="74"/>
                  <a:pt x="49" y="74"/>
                  <a:pt x="49" y="74"/>
                </a:cubicBezTo>
                <a:cubicBezTo>
                  <a:pt x="49" y="73"/>
                  <a:pt x="49" y="72"/>
                  <a:pt x="50" y="72"/>
                </a:cubicBezTo>
                <a:cubicBezTo>
                  <a:pt x="132" y="72"/>
                  <a:pt x="132" y="72"/>
                  <a:pt x="132" y="72"/>
                </a:cubicBezTo>
                <a:cubicBezTo>
                  <a:pt x="133" y="72"/>
                  <a:pt x="133" y="73"/>
                  <a:pt x="133" y="74"/>
                </a:cubicBezTo>
                <a:close/>
                <a:moveTo>
                  <a:pt x="73" y="49"/>
                </a:moveTo>
                <a:cubicBezTo>
                  <a:pt x="73" y="59"/>
                  <a:pt x="73" y="59"/>
                  <a:pt x="73" y="59"/>
                </a:cubicBezTo>
                <a:cubicBezTo>
                  <a:pt x="73" y="60"/>
                  <a:pt x="72" y="60"/>
                  <a:pt x="71" y="60"/>
                </a:cubicBezTo>
                <a:cubicBezTo>
                  <a:pt x="62" y="60"/>
                  <a:pt x="62" y="60"/>
                  <a:pt x="62" y="60"/>
                </a:cubicBezTo>
                <a:cubicBezTo>
                  <a:pt x="61" y="60"/>
                  <a:pt x="61" y="60"/>
                  <a:pt x="61" y="59"/>
                </a:cubicBezTo>
                <a:cubicBezTo>
                  <a:pt x="61" y="49"/>
                  <a:pt x="61" y="49"/>
                  <a:pt x="61" y="49"/>
                </a:cubicBezTo>
                <a:cubicBezTo>
                  <a:pt x="61" y="48"/>
                  <a:pt x="61" y="48"/>
                  <a:pt x="62" y="48"/>
                </a:cubicBezTo>
                <a:cubicBezTo>
                  <a:pt x="71" y="48"/>
                  <a:pt x="71" y="48"/>
                  <a:pt x="71" y="48"/>
                </a:cubicBezTo>
                <a:cubicBezTo>
                  <a:pt x="72" y="48"/>
                  <a:pt x="73" y="48"/>
                  <a:pt x="73" y="49"/>
                </a:cubicBezTo>
                <a:close/>
                <a:moveTo>
                  <a:pt x="85" y="25"/>
                </a:moveTo>
                <a:cubicBezTo>
                  <a:pt x="85" y="34"/>
                  <a:pt x="85" y="34"/>
                  <a:pt x="85" y="34"/>
                </a:cubicBezTo>
                <a:cubicBezTo>
                  <a:pt x="85" y="35"/>
                  <a:pt x="84" y="36"/>
                  <a:pt x="83" y="36"/>
                </a:cubicBezTo>
                <a:cubicBezTo>
                  <a:pt x="74" y="36"/>
                  <a:pt x="74" y="36"/>
                  <a:pt x="74" y="36"/>
                </a:cubicBezTo>
                <a:cubicBezTo>
                  <a:pt x="73" y="36"/>
                  <a:pt x="73" y="35"/>
                  <a:pt x="73" y="34"/>
                </a:cubicBezTo>
                <a:cubicBezTo>
                  <a:pt x="73" y="25"/>
                  <a:pt x="73" y="25"/>
                  <a:pt x="73" y="25"/>
                </a:cubicBezTo>
                <a:cubicBezTo>
                  <a:pt x="73" y="24"/>
                  <a:pt x="73" y="24"/>
                  <a:pt x="74" y="24"/>
                </a:cubicBezTo>
                <a:cubicBezTo>
                  <a:pt x="83" y="24"/>
                  <a:pt x="83" y="24"/>
                  <a:pt x="83" y="24"/>
                </a:cubicBezTo>
                <a:cubicBezTo>
                  <a:pt x="84" y="24"/>
                  <a:pt x="85" y="24"/>
                  <a:pt x="85" y="25"/>
                </a:cubicBezTo>
                <a:close/>
                <a:moveTo>
                  <a:pt x="97" y="49"/>
                </a:moveTo>
                <a:cubicBezTo>
                  <a:pt x="97" y="59"/>
                  <a:pt x="97" y="59"/>
                  <a:pt x="97" y="59"/>
                </a:cubicBezTo>
                <a:cubicBezTo>
                  <a:pt x="97" y="60"/>
                  <a:pt x="97" y="60"/>
                  <a:pt x="96" y="60"/>
                </a:cubicBezTo>
                <a:cubicBezTo>
                  <a:pt x="86" y="60"/>
                  <a:pt x="86" y="60"/>
                  <a:pt x="86" y="60"/>
                </a:cubicBezTo>
                <a:cubicBezTo>
                  <a:pt x="85" y="60"/>
                  <a:pt x="85" y="60"/>
                  <a:pt x="85" y="59"/>
                </a:cubicBezTo>
                <a:cubicBezTo>
                  <a:pt x="85" y="49"/>
                  <a:pt x="85" y="49"/>
                  <a:pt x="85" y="49"/>
                </a:cubicBezTo>
                <a:cubicBezTo>
                  <a:pt x="85" y="48"/>
                  <a:pt x="85" y="48"/>
                  <a:pt x="86" y="48"/>
                </a:cubicBezTo>
                <a:cubicBezTo>
                  <a:pt x="96" y="48"/>
                  <a:pt x="96" y="48"/>
                  <a:pt x="96" y="48"/>
                </a:cubicBezTo>
                <a:cubicBezTo>
                  <a:pt x="97" y="48"/>
                  <a:pt x="97" y="48"/>
                  <a:pt x="97" y="49"/>
                </a:cubicBezTo>
                <a:close/>
                <a:moveTo>
                  <a:pt x="109" y="25"/>
                </a:moveTo>
                <a:cubicBezTo>
                  <a:pt x="109" y="34"/>
                  <a:pt x="109" y="34"/>
                  <a:pt x="109" y="34"/>
                </a:cubicBezTo>
                <a:cubicBezTo>
                  <a:pt x="109" y="35"/>
                  <a:pt x="109" y="36"/>
                  <a:pt x="108" y="36"/>
                </a:cubicBezTo>
                <a:cubicBezTo>
                  <a:pt x="99" y="36"/>
                  <a:pt x="99" y="36"/>
                  <a:pt x="99" y="36"/>
                </a:cubicBezTo>
                <a:cubicBezTo>
                  <a:pt x="98" y="36"/>
                  <a:pt x="97" y="35"/>
                  <a:pt x="97" y="34"/>
                </a:cubicBezTo>
                <a:cubicBezTo>
                  <a:pt x="97" y="25"/>
                  <a:pt x="97" y="25"/>
                  <a:pt x="97" y="25"/>
                </a:cubicBezTo>
                <a:cubicBezTo>
                  <a:pt x="97" y="24"/>
                  <a:pt x="98" y="24"/>
                  <a:pt x="99" y="24"/>
                </a:cubicBezTo>
                <a:cubicBezTo>
                  <a:pt x="108" y="24"/>
                  <a:pt x="108" y="24"/>
                  <a:pt x="108" y="24"/>
                </a:cubicBezTo>
                <a:cubicBezTo>
                  <a:pt x="109" y="24"/>
                  <a:pt x="109" y="24"/>
                  <a:pt x="109" y="25"/>
                </a:cubicBezTo>
                <a:close/>
                <a:moveTo>
                  <a:pt x="121" y="49"/>
                </a:moveTo>
                <a:cubicBezTo>
                  <a:pt x="121" y="59"/>
                  <a:pt x="121" y="59"/>
                  <a:pt x="121" y="59"/>
                </a:cubicBezTo>
                <a:cubicBezTo>
                  <a:pt x="121" y="60"/>
                  <a:pt x="121" y="60"/>
                  <a:pt x="120" y="60"/>
                </a:cubicBezTo>
                <a:cubicBezTo>
                  <a:pt x="111" y="60"/>
                  <a:pt x="111" y="60"/>
                  <a:pt x="111" y="60"/>
                </a:cubicBezTo>
                <a:cubicBezTo>
                  <a:pt x="110" y="60"/>
                  <a:pt x="109" y="60"/>
                  <a:pt x="109" y="59"/>
                </a:cubicBezTo>
                <a:cubicBezTo>
                  <a:pt x="109" y="49"/>
                  <a:pt x="109" y="49"/>
                  <a:pt x="109" y="49"/>
                </a:cubicBezTo>
                <a:cubicBezTo>
                  <a:pt x="109" y="48"/>
                  <a:pt x="110" y="48"/>
                  <a:pt x="111" y="48"/>
                </a:cubicBezTo>
                <a:cubicBezTo>
                  <a:pt x="120" y="48"/>
                  <a:pt x="120" y="48"/>
                  <a:pt x="120" y="48"/>
                </a:cubicBezTo>
                <a:cubicBezTo>
                  <a:pt x="121" y="48"/>
                  <a:pt x="121" y="48"/>
                  <a:pt x="121" y="49"/>
                </a:cubicBezTo>
                <a:close/>
                <a:moveTo>
                  <a:pt x="133" y="25"/>
                </a:moveTo>
                <a:cubicBezTo>
                  <a:pt x="133" y="34"/>
                  <a:pt x="133" y="34"/>
                  <a:pt x="133" y="34"/>
                </a:cubicBezTo>
                <a:cubicBezTo>
                  <a:pt x="133" y="35"/>
                  <a:pt x="133" y="36"/>
                  <a:pt x="132" y="36"/>
                </a:cubicBezTo>
                <a:cubicBezTo>
                  <a:pt x="123" y="36"/>
                  <a:pt x="123" y="36"/>
                  <a:pt x="123" y="36"/>
                </a:cubicBezTo>
                <a:cubicBezTo>
                  <a:pt x="122" y="36"/>
                  <a:pt x="121" y="35"/>
                  <a:pt x="121" y="34"/>
                </a:cubicBezTo>
                <a:cubicBezTo>
                  <a:pt x="121" y="25"/>
                  <a:pt x="121" y="25"/>
                  <a:pt x="121" y="25"/>
                </a:cubicBezTo>
                <a:cubicBezTo>
                  <a:pt x="121" y="24"/>
                  <a:pt x="122" y="24"/>
                  <a:pt x="123" y="24"/>
                </a:cubicBezTo>
                <a:cubicBezTo>
                  <a:pt x="132" y="24"/>
                  <a:pt x="132" y="24"/>
                  <a:pt x="132" y="24"/>
                </a:cubicBezTo>
                <a:cubicBezTo>
                  <a:pt x="133" y="24"/>
                  <a:pt x="133" y="24"/>
                  <a:pt x="133" y="25"/>
                </a:cubicBezTo>
                <a:close/>
                <a:moveTo>
                  <a:pt x="158" y="25"/>
                </a:moveTo>
                <a:cubicBezTo>
                  <a:pt x="158" y="59"/>
                  <a:pt x="158" y="59"/>
                  <a:pt x="158" y="59"/>
                </a:cubicBezTo>
                <a:cubicBezTo>
                  <a:pt x="158" y="60"/>
                  <a:pt x="157" y="60"/>
                  <a:pt x="156" y="60"/>
                </a:cubicBezTo>
                <a:cubicBezTo>
                  <a:pt x="135" y="60"/>
                  <a:pt x="135" y="60"/>
                  <a:pt x="135" y="60"/>
                </a:cubicBezTo>
                <a:cubicBezTo>
                  <a:pt x="134" y="60"/>
                  <a:pt x="133" y="60"/>
                  <a:pt x="133" y="59"/>
                </a:cubicBezTo>
                <a:cubicBezTo>
                  <a:pt x="133" y="49"/>
                  <a:pt x="133" y="49"/>
                  <a:pt x="133" y="49"/>
                </a:cubicBezTo>
                <a:cubicBezTo>
                  <a:pt x="133" y="48"/>
                  <a:pt x="134" y="48"/>
                  <a:pt x="135" y="48"/>
                </a:cubicBezTo>
                <a:cubicBezTo>
                  <a:pt x="145" y="48"/>
                  <a:pt x="145" y="48"/>
                  <a:pt x="145" y="48"/>
                </a:cubicBezTo>
                <a:cubicBezTo>
                  <a:pt x="145" y="25"/>
                  <a:pt x="145" y="25"/>
                  <a:pt x="145" y="25"/>
                </a:cubicBezTo>
                <a:cubicBezTo>
                  <a:pt x="145" y="24"/>
                  <a:pt x="146" y="24"/>
                  <a:pt x="147" y="24"/>
                </a:cubicBezTo>
                <a:cubicBezTo>
                  <a:pt x="156" y="24"/>
                  <a:pt x="156" y="24"/>
                  <a:pt x="156" y="24"/>
                </a:cubicBezTo>
                <a:cubicBezTo>
                  <a:pt x="157" y="24"/>
                  <a:pt x="158" y="24"/>
                  <a:pt x="158" y="25"/>
                </a:cubicBezTo>
                <a:close/>
                <a:moveTo>
                  <a:pt x="158" y="74"/>
                </a:moveTo>
                <a:cubicBezTo>
                  <a:pt x="158" y="83"/>
                  <a:pt x="158" y="83"/>
                  <a:pt x="158" y="83"/>
                </a:cubicBezTo>
                <a:cubicBezTo>
                  <a:pt x="158" y="84"/>
                  <a:pt x="157" y="84"/>
                  <a:pt x="156" y="84"/>
                </a:cubicBezTo>
                <a:cubicBezTo>
                  <a:pt x="147" y="84"/>
                  <a:pt x="147" y="84"/>
                  <a:pt x="147" y="84"/>
                </a:cubicBezTo>
                <a:cubicBezTo>
                  <a:pt x="146" y="84"/>
                  <a:pt x="145" y="84"/>
                  <a:pt x="145" y="83"/>
                </a:cubicBezTo>
                <a:cubicBezTo>
                  <a:pt x="145" y="74"/>
                  <a:pt x="145" y="74"/>
                  <a:pt x="145" y="74"/>
                </a:cubicBezTo>
                <a:cubicBezTo>
                  <a:pt x="145" y="73"/>
                  <a:pt x="146" y="72"/>
                  <a:pt x="147" y="72"/>
                </a:cubicBezTo>
                <a:cubicBezTo>
                  <a:pt x="156" y="72"/>
                  <a:pt x="156" y="72"/>
                  <a:pt x="156" y="72"/>
                </a:cubicBezTo>
                <a:cubicBezTo>
                  <a:pt x="157" y="72"/>
                  <a:pt x="158" y="73"/>
                  <a:pt x="158" y="7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55" name="Freeform 258"/>
          <p:cNvSpPr>
            <a:spLocks noEditPoints="1"/>
          </p:cNvSpPr>
          <p:nvPr/>
        </p:nvSpPr>
        <p:spPr bwMode="auto">
          <a:xfrm>
            <a:off x="5922034" y="3968193"/>
            <a:ext cx="233399" cy="209627"/>
          </a:xfrm>
          <a:custGeom>
            <a:avLst/>
            <a:gdLst>
              <a:gd name="T0" fmla="*/ 24 w 163"/>
              <a:gd name="T1" fmla="*/ 12 h 146"/>
              <a:gd name="T2" fmla="*/ 22 w 163"/>
              <a:gd name="T3" fmla="*/ 18 h 146"/>
              <a:gd name="T4" fmla="*/ 18 w 163"/>
              <a:gd name="T5" fmla="*/ 23 h 146"/>
              <a:gd name="T6" fmla="*/ 18 w 163"/>
              <a:gd name="T7" fmla="*/ 143 h 146"/>
              <a:gd name="T8" fmla="*/ 17 w 163"/>
              <a:gd name="T9" fmla="*/ 145 h 146"/>
              <a:gd name="T10" fmla="*/ 15 w 163"/>
              <a:gd name="T11" fmla="*/ 146 h 146"/>
              <a:gd name="T12" fmla="*/ 9 w 163"/>
              <a:gd name="T13" fmla="*/ 146 h 146"/>
              <a:gd name="T14" fmla="*/ 7 w 163"/>
              <a:gd name="T15" fmla="*/ 145 h 146"/>
              <a:gd name="T16" fmla="*/ 6 w 163"/>
              <a:gd name="T17" fmla="*/ 143 h 146"/>
              <a:gd name="T18" fmla="*/ 6 w 163"/>
              <a:gd name="T19" fmla="*/ 23 h 146"/>
              <a:gd name="T20" fmla="*/ 1 w 163"/>
              <a:gd name="T21" fmla="*/ 18 h 146"/>
              <a:gd name="T22" fmla="*/ 0 w 163"/>
              <a:gd name="T23" fmla="*/ 12 h 146"/>
              <a:gd name="T24" fmla="*/ 3 w 163"/>
              <a:gd name="T25" fmla="*/ 4 h 146"/>
              <a:gd name="T26" fmla="*/ 12 w 163"/>
              <a:gd name="T27" fmla="*/ 0 h 146"/>
              <a:gd name="T28" fmla="*/ 20 w 163"/>
              <a:gd name="T29" fmla="*/ 4 h 146"/>
              <a:gd name="T30" fmla="*/ 24 w 163"/>
              <a:gd name="T31" fmla="*/ 12 h 146"/>
              <a:gd name="T32" fmla="*/ 163 w 163"/>
              <a:gd name="T33" fmla="*/ 18 h 146"/>
              <a:gd name="T34" fmla="*/ 163 w 163"/>
              <a:gd name="T35" fmla="*/ 91 h 146"/>
              <a:gd name="T36" fmla="*/ 160 w 163"/>
              <a:gd name="T37" fmla="*/ 96 h 146"/>
              <a:gd name="T38" fmla="*/ 158 w 163"/>
              <a:gd name="T39" fmla="*/ 97 h 146"/>
              <a:gd name="T40" fmla="*/ 123 w 163"/>
              <a:gd name="T41" fmla="*/ 108 h 146"/>
              <a:gd name="T42" fmla="*/ 108 w 163"/>
              <a:gd name="T43" fmla="*/ 105 h 146"/>
              <a:gd name="T44" fmla="*/ 106 w 163"/>
              <a:gd name="T45" fmla="*/ 103 h 146"/>
              <a:gd name="T46" fmla="*/ 96 w 163"/>
              <a:gd name="T47" fmla="*/ 99 h 146"/>
              <a:gd name="T48" fmla="*/ 88 w 163"/>
              <a:gd name="T49" fmla="*/ 96 h 146"/>
              <a:gd name="T50" fmla="*/ 77 w 163"/>
              <a:gd name="T51" fmla="*/ 95 h 146"/>
              <a:gd name="T52" fmla="*/ 55 w 163"/>
              <a:gd name="T53" fmla="*/ 99 h 146"/>
              <a:gd name="T54" fmla="*/ 33 w 163"/>
              <a:gd name="T55" fmla="*/ 108 h 146"/>
              <a:gd name="T56" fmla="*/ 30 w 163"/>
              <a:gd name="T57" fmla="*/ 109 h 146"/>
              <a:gd name="T58" fmla="*/ 27 w 163"/>
              <a:gd name="T59" fmla="*/ 108 h 146"/>
              <a:gd name="T60" fmla="*/ 24 w 163"/>
              <a:gd name="T61" fmla="*/ 103 h 146"/>
              <a:gd name="T62" fmla="*/ 24 w 163"/>
              <a:gd name="T63" fmla="*/ 33 h 146"/>
              <a:gd name="T64" fmla="*/ 27 w 163"/>
              <a:gd name="T65" fmla="*/ 28 h 146"/>
              <a:gd name="T66" fmla="*/ 34 w 163"/>
              <a:gd name="T67" fmla="*/ 24 h 146"/>
              <a:gd name="T68" fmla="*/ 45 w 163"/>
              <a:gd name="T69" fmla="*/ 19 h 146"/>
              <a:gd name="T70" fmla="*/ 60 w 163"/>
              <a:gd name="T71" fmla="*/ 14 h 146"/>
              <a:gd name="T72" fmla="*/ 74 w 163"/>
              <a:gd name="T73" fmla="*/ 12 h 146"/>
              <a:gd name="T74" fmla="*/ 94 w 163"/>
              <a:gd name="T75" fmla="*/ 15 h 146"/>
              <a:gd name="T76" fmla="*/ 114 w 163"/>
              <a:gd name="T77" fmla="*/ 23 h 146"/>
              <a:gd name="T78" fmla="*/ 122 w 163"/>
              <a:gd name="T79" fmla="*/ 25 h 146"/>
              <a:gd name="T80" fmla="*/ 151 w 163"/>
              <a:gd name="T81" fmla="*/ 15 h 146"/>
              <a:gd name="T82" fmla="*/ 154 w 163"/>
              <a:gd name="T83" fmla="*/ 13 h 146"/>
              <a:gd name="T84" fmla="*/ 160 w 163"/>
              <a:gd name="T85" fmla="*/ 13 h 146"/>
              <a:gd name="T86" fmla="*/ 163 w 163"/>
              <a:gd name="T87" fmla="*/ 18 h 146"/>
              <a:gd name="T88" fmla="*/ 151 w 163"/>
              <a:gd name="T89" fmla="*/ 87 h 146"/>
              <a:gd name="T90" fmla="*/ 151 w 163"/>
              <a:gd name="T91" fmla="*/ 29 h 146"/>
              <a:gd name="T92" fmla="*/ 122 w 163"/>
              <a:gd name="T93" fmla="*/ 37 h 146"/>
              <a:gd name="T94" fmla="*/ 108 w 163"/>
              <a:gd name="T95" fmla="*/ 34 h 146"/>
              <a:gd name="T96" fmla="*/ 91 w 163"/>
              <a:gd name="T97" fmla="*/ 27 h 146"/>
              <a:gd name="T98" fmla="*/ 74 w 163"/>
              <a:gd name="T99" fmla="*/ 25 h 146"/>
              <a:gd name="T100" fmla="*/ 36 w 163"/>
              <a:gd name="T101" fmla="*/ 37 h 146"/>
              <a:gd name="T102" fmla="*/ 36 w 163"/>
              <a:gd name="T103" fmla="*/ 93 h 146"/>
              <a:gd name="T104" fmla="*/ 77 w 163"/>
              <a:gd name="T105" fmla="*/ 82 h 146"/>
              <a:gd name="T106" fmla="*/ 87 w 163"/>
              <a:gd name="T107" fmla="*/ 83 h 146"/>
              <a:gd name="T108" fmla="*/ 96 w 163"/>
              <a:gd name="T109" fmla="*/ 86 h 146"/>
              <a:gd name="T110" fmla="*/ 103 w 163"/>
              <a:gd name="T111" fmla="*/ 89 h 146"/>
              <a:gd name="T112" fmla="*/ 111 w 163"/>
              <a:gd name="T113" fmla="*/ 92 h 146"/>
              <a:gd name="T114" fmla="*/ 114 w 163"/>
              <a:gd name="T115" fmla="*/ 94 h 146"/>
              <a:gd name="T116" fmla="*/ 123 w 163"/>
              <a:gd name="T117" fmla="*/ 96 h 146"/>
              <a:gd name="T118" fmla="*/ 151 w 163"/>
              <a:gd name="T119" fmla="*/ 87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63" h="146">
                <a:moveTo>
                  <a:pt x="24" y="12"/>
                </a:moveTo>
                <a:cubicBezTo>
                  <a:pt x="24" y="15"/>
                  <a:pt x="23" y="17"/>
                  <a:pt x="22" y="18"/>
                </a:cubicBezTo>
                <a:cubicBezTo>
                  <a:pt x="21" y="20"/>
                  <a:pt x="20" y="22"/>
                  <a:pt x="18" y="23"/>
                </a:cubicBezTo>
                <a:cubicBezTo>
                  <a:pt x="18" y="143"/>
                  <a:pt x="18" y="143"/>
                  <a:pt x="18" y="143"/>
                </a:cubicBezTo>
                <a:cubicBezTo>
                  <a:pt x="18" y="143"/>
                  <a:pt x="18" y="144"/>
                  <a:pt x="17" y="145"/>
                </a:cubicBezTo>
                <a:cubicBezTo>
                  <a:pt x="16" y="145"/>
                  <a:pt x="16" y="146"/>
                  <a:pt x="15" y="146"/>
                </a:cubicBezTo>
                <a:cubicBezTo>
                  <a:pt x="9" y="146"/>
                  <a:pt x="9" y="146"/>
                  <a:pt x="9" y="146"/>
                </a:cubicBezTo>
                <a:cubicBezTo>
                  <a:pt x="8" y="146"/>
                  <a:pt x="7" y="145"/>
                  <a:pt x="7" y="145"/>
                </a:cubicBezTo>
                <a:cubicBezTo>
                  <a:pt x="6" y="144"/>
                  <a:pt x="6" y="143"/>
                  <a:pt x="6" y="143"/>
                </a:cubicBezTo>
                <a:cubicBezTo>
                  <a:pt x="6" y="23"/>
                  <a:pt x="6" y="23"/>
                  <a:pt x="6" y="23"/>
                </a:cubicBezTo>
                <a:cubicBezTo>
                  <a:pt x="4" y="22"/>
                  <a:pt x="3" y="20"/>
                  <a:pt x="1" y="18"/>
                </a:cubicBezTo>
                <a:cubicBezTo>
                  <a:pt x="0" y="17"/>
                  <a:pt x="0" y="15"/>
                  <a:pt x="0" y="12"/>
                </a:cubicBezTo>
                <a:cubicBezTo>
                  <a:pt x="0" y="9"/>
                  <a:pt x="1" y="6"/>
                  <a:pt x="3" y="4"/>
                </a:cubicBezTo>
                <a:cubicBezTo>
                  <a:pt x="6" y="1"/>
                  <a:pt x="9" y="0"/>
                  <a:pt x="12" y="0"/>
                </a:cubicBezTo>
                <a:cubicBezTo>
                  <a:pt x="15" y="0"/>
                  <a:pt x="18" y="1"/>
                  <a:pt x="20" y="4"/>
                </a:cubicBezTo>
                <a:cubicBezTo>
                  <a:pt x="23" y="6"/>
                  <a:pt x="24" y="9"/>
                  <a:pt x="24" y="12"/>
                </a:cubicBezTo>
                <a:close/>
                <a:moveTo>
                  <a:pt x="163" y="18"/>
                </a:moveTo>
                <a:cubicBezTo>
                  <a:pt x="163" y="91"/>
                  <a:pt x="163" y="91"/>
                  <a:pt x="163" y="91"/>
                </a:cubicBezTo>
                <a:cubicBezTo>
                  <a:pt x="163" y="93"/>
                  <a:pt x="162" y="95"/>
                  <a:pt x="160" y="96"/>
                </a:cubicBezTo>
                <a:cubicBezTo>
                  <a:pt x="159" y="96"/>
                  <a:pt x="159" y="97"/>
                  <a:pt x="158" y="97"/>
                </a:cubicBezTo>
                <a:cubicBezTo>
                  <a:pt x="144" y="104"/>
                  <a:pt x="133" y="108"/>
                  <a:pt x="123" y="108"/>
                </a:cubicBezTo>
                <a:cubicBezTo>
                  <a:pt x="118" y="108"/>
                  <a:pt x="113" y="107"/>
                  <a:pt x="108" y="105"/>
                </a:cubicBezTo>
                <a:cubicBezTo>
                  <a:pt x="106" y="103"/>
                  <a:pt x="106" y="103"/>
                  <a:pt x="106" y="103"/>
                </a:cubicBezTo>
                <a:cubicBezTo>
                  <a:pt x="102" y="101"/>
                  <a:pt x="99" y="100"/>
                  <a:pt x="96" y="99"/>
                </a:cubicBezTo>
                <a:cubicBezTo>
                  <a:pt x="94" y="98"/>
                  <a:pt x="91" y="97"/>
                  <a:pt x="88" y="96"/>
                </a:cubicBezTo>
                <a:cubicBezTo>
                  <a:pt x="84" y="95"/>
                  <a:pt x="81" y="95"/>
                  <a:pt x="77" y="95"/>
                </a:cubicBezTo>
                <a:cubicBezTo>
                  <a:pt x="71" y="95"/>
                  <a:pt x="63" y="96"/>
                  <a:pt x="55" y="99"/>
                </a:cubicBezTo>
                <a:cubicBezTo>
                  <a:pt x="46" y="102"/>
                  <a:pt x="39" y="105"/>
                  <a:pt x="33" y="108"/>
                </a:cubicBezTo>
                <a:cubicBezTo>
                  <a:pt x="32" y="109"/>
                  <a:pt x="31" y="109"/>
                  <a:pt x="30" y="109"/>
                </a:cubicBezTo>
                <a:cubicBezTo>
                  <a:pt x="29" y="109"/>
                  <a:pt x="28" y="109"/>
                  <a:pt x="27" y="108"/>
                </a:cubicBezTo>
                <a:cubicBezTo>
                  <a:pt x="25" y="107"/>
                  <a:pt x="24" y="106"/>
                  <a:pt x="24" y="103"/>
                </a:cubicBezTo>
                <a:cubicBezTo>
                  <a:pt x="24" y="33"/>
                  <a:pt x="24" y="33"/>
                  <a:pt x="24" y="33"/>
                </a:cubicBezTo>
                <a:cubicBezTo>
                  <a:pt x="24" y="31"/>
                  <a:pt x="25" y="29"/>
                  <a:pt x="27" y="28"/>
                </a:cubicBezTo>
                <a:cubicBezTo>
                  <a:pt x="29" y="27"/>
                  <a:pt x="32" y="25"/>
                  <a:pt x="34" y="24"/>
                </a:cubicBezTo>
                <a:cubicBezTo>
                  <a:pt x="37" y="22"/>
                  <a:pt x="41" y="21"/>
                  <a:pt x="45" y="19"/>
                </a:cubicBezTo>
                <a:cubicBezTo>
                  <a:pt x="50" y="17"/>
                  <a:pt x="54" y="15"/>
                  <a:pt x="60" y="14"/>
                </a:cubicBezTo>
                <a:cubicBezTo>
                  <a:pt x="65" y="13"/>
                  <a:pt x="70" y="12"/>
                  <a:pt x="74" y="12"/>
                </a:cubicBezTo>
                <a:cubicBezTo>
                  <a:pt x="81" y="12"/>
                  <a:pt x="88" y="13"/>
                  <a:pt x="94" y="15"/>
                </a:cubicBezTo>
                <a:cubicBezTo>
                  <a:pt x="100" y="17"/>
                  <a:pt x="107" y="20"/>
                  <a:pt x="114" y="23"/>
                </a:cubicBezTo>
                <a:cubicBezTo>
                  <a:pt x="116" y="25"/>
                  <a:pt x="119" y="25"/>
                  <a:pt x="122" y="25"/>
                </a:cubicBezTo>
                <a:cubicBezTo>
                  <a:pt x="130" y="25"/>
                  <a:pt x="140" y="22"/>
                  <a:pt x="151" y="15"/>
                </a:cubicBezTo>
                <a:cubicBezTo>
                  <a:pt x="153" y="14"/>
                  <a:pt x="154" y="13"/>
                  <a:pt x="154" y="13"/>
                </a:cubicBezTo>
                <a:cubicBezTo>
                  <a:pt x="156" y="12"/>
                  <a:pt x="158" y="12"/>
                  <a:pt x="160" y="13"/>
                </a:cubicBezTo>
                <a:cubicBezTo>
                  <a:pt x="162" y="15"/>
                  <a:pt x="163" y="16"/>
                  <a:pt x="163" y="18"/>
                </a:cubicBezTo>
                <a:close/>
                <a:moveTo>
                  <a:pt x="151" y="87"/>
                </a:moveTo>
                <a:cubicBezTo>
                  <a:pt x="151" y="29"/>
                  <a:pt x="151" y="29"/>
                  <a:pt x="151" y="29"/>
                </a:cubicBezTo>
                <a:cubicBezTo>
                  <a:pt x="140" y="35"/>
                  <a:pt x="131" y="37"/>
                  <a:pt x="122" y="37"/>
                </a:cubicBezTo>
                <a:cubicBezTo>
                  <a:pt x="117" y="37"/>
                  <a:pt x="112" y="36"/>
                  <a:pt x="108" y="34"/>
                </a:cubicBezTo>
                <a:cubicBezTo>
                  <a:pt x="102" y="31"/>
                  <a:pt x="96" y="29"/>
                  <a:pt x="91" y="27"/>
                </a:cubicBezTo>
                <a:cubicBezTo>
                  <a:pt x="86" y="25"/>
                  <a:pt x="80" y="25"/>
                  <a:pt x="74" y="25"/>
                </a:cubicBezTo>
                <a:cubicBezTo>
                  <a:pt x="63" y="25"/>
                  <a:pt x="51" y="29"/>
                  <a:pt x="36" y="37"/>
                </a:cubicBezTo>
                <a:cubicBezTo>
                  <a:pt x="36" y="93"/>
                  <a:pt x="36" y="93"/>
                  <a:pt x="36" y="93"/>
                </a:cubicBezTo>
                <a:cubicBezTo>
                  <a:pt x="52" y="86"/>
                  <a:pt x="65" y="82"/>
                  <a:pt x="77" y="82"/>
                </a:cubicBezTo>
                <a:cubicBezTo>
                  <a:pt x="80" y="82"/>
                  <a:pt x="84" y="83"/>
                  <a:pt x="87" y="83"/>
                </a:cubicBezTo>
                <a:cubicBezTo>
                  <a:pt x="90" y="84"/>
                  <a:pt x="93" y="84"/>
                  <a:pt x="96" y="86"/>
                </a:cubicBezTo>
                <a:cubicBezTo>
                  <a:pt x="99" y="87"/>
                  <a:pt x="102" y="88"/>
                  <a:pt x="103" y="89"/>
                </a:cubicBezTo>
                <a:cubicBezTo>
                  <a:pt x="105" y="89"/>
                  <a:pt x="108" y="91"/>
                  <a:pt x="111" y="92"/>
                </a:cubicBezTo>
                <a:cubicBezTo>
                  <a:pt x="114" y="94"/>
                  <a:pt x="114" y="94"/>
                  <a:pt x="114" y="94"/>
                </a:cubicBezTo>
                <a:cubicBezTo>
                  <a:pt x="117" y="95"/>
                  <a:pt x="120" y="96"/>
                  <a:pt x="123" y="96"/>
                </a:cubicBezTo>
                <a:cubicBezTo>
                  <a:pt x="131" y="96"/>
                  <a:pt x="140" y="93"/>
                  <a:pt x="151" y="8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56" name="Freeform 259"/>
          <p:cNvSpPr>
            <a:spLocks noEditPoints="1"/>
          </p:cNvSpPr>
          <p:nvPr/>
        </p:nvSpPr>
        <p:spPr bwMode="auto">
          <a:xfrm>
            <a:off x="6228910" y="3968193"/>
            <a:ext cx="233399" cy="209627"/>
          </a:xfrm>
          <a:custGeom>
            <a:avLst/>
            <a:gdLst>
              <a:gd name="T0" fmla="*/ 23 w 164"/>
              <a:gd name="T1" fmla="*/ 18 h 146"/>
              <a:gd name="T2" fmla="*/ 18 w 164"/>
              <a:gd name="T3" fmla="*/ 143 h 146"/>
              <a:gd name="T4" fmla="*/ 15 w 164"/>
              <a:gd name="T5" fmla="*/ 146 h 146"/>
              <a:gd name="T6" fmla="*/ 7 w 164"/>
              <a:gd name="T7" fmla="*/ 145 h 146"/>
              <a:gd name="T8" fmla="*/ 6 w 164"/>
              <a:gd name="T9" fmla="*/ 23 h 146"/>
              <a:gd name="T10" fmla="*/ 0 w 164"/>
              <a:gd name="T11" fmla="*/ 12 h 146"/>
              <a:gd name="T12" fmla="*/ 12 w 164"/>
              <a:gd name="T13" fmla="*/ 0 h 146"/>
              <a:gd name="T14" fmla="*/ 24 w 164"/>
              <a:gd name="T15" fmla="*/ 12 h 146"/>
              <a:gd name="T16" fmla="*/ 164 w 164"/>
              <a:gd name="T17" fmla="*/ 91 h 146"/>
              <a:gd name="T18" fmla="*/ 159 w 164"/>
              <a:gd name="T19" fmla="*/ 97 h 146"/>
              <a:gd name="T20" fmla="*/ 109 w 164"/>
              <a:gd name="T21" fmla="*/ 105 h 146"/>
              <a:gd name="T22" fmla="*/ 97 w 164"/>
              <a:gd name="T23" fmla="*/ 99 h 146"/>
              <a:gd name="T24" fmla="*/ 77 w 164"/>
              <a:gd name="T25" fmla="*/ 95 h 146"/>
              <a:gd name="T26" fmla="*/ 34 w 164"/>
              <a:gd name="T27" fmla="*/ 108 h 146"/>
              <a:gd name="T28" fmla="*/ 27 w 164"/>
              <a:gd name="T29" fmla="*/ 108 h 146"/>
              <a:gd name="T30" fmla="*/ 24 w 164"/>
              <a:gd name="T31" fmla="*/ 33 h 146"/>
              <a:gd name="T32" fmla="*/ 35 w 164"/>
              <a:gd name="T33" fmla="*/ 24 h 146"/>
              <a:gd name="T34" fmla="*/ 60 w 164"/>
              <a:gd name="T35" fmla="*/ 14 h 146"/>
              <a:gd name="T36" fmla="*/ 94 w 164"/>
              <a:gd name="T37" fmla="*/ 15 h 146"/>
              <a:gd name="T38" fmla="*/ 123 w 164"/>
              <a:gd name="T39" fmla="*/ 25 h 146"/>
              <a:gd name="T40" fmla="*/ 155 w 164"/>
              <a:gd name="T41" fmla="*/ 13 h 146"/>
              <a:gd name="T42" fmla="*/ 164 w 164"/>
              <a:gd name="T43" fmla="*/ 18 h 146"/>
              <a:gd name="T44" fmla="*/ 73 w 164"/>
              <a:gd name="T45" fmla="*/ 25 h 146"/>
              <a:gd name="T46" fmla="*/ 36 w 164"/>
              <a:gd name="T47" fmla="*/ 54 h 146"/>
              <a:gd name="T48" fmla="*/ 73 w 164"/>
              <a:gd name="T49" fmla="*/ 83 h 146"/>
              <a:gd name="T50" fmla="*/ 36 w 164"/>
              <a:gd name="T51" fmla="*/ 76 h 146"/>
              <a:gd name="T52" fmla="*/ 73 w 164"/>
              <a:gd name="T53" fmla="*/ 83 h 146"/>
              <a:gd name="T54" fmla="*/ 151 w 164"/>
              <a:gd name="T55" fmla="*/ 70 h 146"/>
              <a:gd name="T56" fmla="*/ 115 w 164"/>
              <a:gd name="T57" fmla="*/ 55 h 146"/>
              <a:gd name="T58" fmla="*/ 108 w 164"/>
              <a:gd name="T59" fmla="*/ 52 h 146"/>
              <a:gd name="T60" fmla="*/ 102 w 164"/>
              <a:gd name="T61" fmla="*/ 49 h 146"/>
              <a:gd name="T62" fmla="*/ 96 w 164"/>
              <a:gd name="T63" fmla="*/ 46 h 146"/>
              <a:gd name="T64" fmla="*/ 89 w 164"/>
              <a:gd name="T65" fmla="*/ 44 h 146"/>
              <a:gd name="T66" fmla="*/ 82 w 164"/>
              <a:gd name="T67" fmla="*/ 43 h 146"/>
              <a:gd name="T68" fmla="*/ 73 w 164"/>
              <a:gd name="T69" fmla="*/ 43 h 146"/>
              <a:gd name="T70" fmla="*/ 75 w 164"/>
              <a:gd name="T71" fmla="*/ 64 h 146"/>
              <a:gd name="T72" fmla="*/ 111 w 164"/>
              <a:gd name="T73" fmla="*/ 75 h 146"/>
              <a:gd name="T74" fmla="*/ 115 w 164"/>
              <a:gd name="T75" fmla="*/ 94 h 146"/>
              <a:gd name="T76" fmla="*/ 151 w 164"/>
              <a:gd name="T77" fmla="*/ 87 h 146"/>
              <a:gd name="T78" fmla="*/ 151 w 164"/>
              <a:gd name="T79" fmla="*/ 29 h 146"/>
              <a:gd name="T80" fmla="*/ 115 w 164"/>
              <a:gd name="T81" fmla="*/ 37 h 146"/>
              <a:gd name="T82" fmla="*/ 151 w 164"/>
              <a:gd name="T83" fmla="*/ 47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64" h="146">
                <a:moveTo>
                  <a:pt x="24" y="12"/>
                </a:moveTo>
                <a:cubicBezTo>
                  <a:pt x="24" y="15"/>
                  <a:pt x="24" y="17"/>
                  <a:pt x="23" y="18"/>
                </a:cubicBezTo>
                <a:cubicBezTo>
                  <a:pt x="22" y="20"/>
                  <a:pt x="20" y="22"/>
                  <a:pt x="18" y="23"/>
                </a:cubicBezTo>
                <a:cubicBezTo>
                  <a:pt x="18" y="143"/>
                  <a:pt x="18" y="143"/>
                  <a:pt x="18" y="143"/>
                </a:cubicBezTo>
                <a:cubicBezTo>
                  <a:pt x="18" y="143"/>
                  <a:pt x="18" y="144"/>
                  <a:pt x="17" y="145"/>
                </a:cubicBezTo>
                <a:cubicBezTo>
                  <a:pt x="17" y="145"/>
                  <a:pt x="16" y="146"/>
                  <a:pt x="15" y="146"/>
                </a:cubicBezTo>
                <a:cubicBezTo>
                  <a:pt x="9" y="146"/>
                  <a:pt x="9" y="146"/>
                  <a:pt x="9" y="146"/>
                </a:cubicBezTo>
                <a:cubicBezTo>
                  <a:pt x="8" y="146"/>
                  <a:pt x="8" y="145"/>
                  <a:pt x="7" y="145"/>
                </a:cubicBezTo>
                <a:cubicBezTo>
                  <a:pt x="6" y="144"/>
                  <a:pt x="6" y="143"/>
                  <a:pt x="6" y="143"/>
                </a:cubicBezTo>
                <a:cubicBezTo>
                  <a:pt x="6" y="23"/>
                  <a:pt x="6" y="23"/>
                  <a:pt x="6" y="23"/>
                </a:cubicBezTo>
                <a:cubicBezTo>
                  <a:pt x="4" y="22"/>
                  <a:pt x="3" y="20"/>
                  <a:pt x="2" y="18"/>
                </a:cubicBezTo>
                <a:cubicBezTo>
                  <a:pt x="1" y="17"/>
                  <a:pt x="0" y="15"/>
                  <a:pt x="0" y="12"/>
                </a:cubicBezTo>
                <a:cubicBezTo>
                  <a:pt x="0" y="9"/>
                  <a:pt x="1" y="6"/>
                  <a:pt x="4" y="4"/>
                </a:cubicBezTo>
                <a:cubicBezTo>
                  <a:pt x="6" y="1"/>
                  <a:pt x="9" y="0"/>
                  <a:pt x="12" y="0"/>
                </a:cubicBezTo>
                <a:cubicBezTo>
                  <a:pt x="16" y="0"/>
                  <a:pt x="18" y="1"/>
                  <a:pt x="21" y="4"/>
                </a:cubicBezTo>
                <a:cubicBezTo>
                  <a:pt x="23" y="6"/>
                  <a:pt x="24" y="9"/>
                  <a:pt x="24" y="12"/>
                </a:cubicBezTo>
                <a:close/>
                <a:moveTo>
                  <a:pt x="164" y="18"/>
                </a:moveTo>
                <a:cubicBezTo>
                  <a:pt x="164" y="91"/>
                  <a:pt x="164" y="91"/>
                  <a:pt x="164" y="91"/>
                </a:cubicBezTo>
                <a:cubicBezTo>
                  <a:pt x="164" y="93"/>
                  <a:pt x="162" y="95"/>
                  <a:pt x="160" y="96"/>
                </a:cubicBezTo>
                <a:cubicBezTo>
                  <a:pt x="160" y="96"/>
                  <a:pt x="159" y="97"/>
                  <a:pt x="159" y="97"/>
                </a:cubicBezTo>
                <a:cubicBezTo>
                  <a:pt x="145" y="104"/>
                  <a:pt x="133" y="108"/>
                  <a:pt x="124" y="108"/>
                </a:cubicBezTo>
                <a:cubicBezTo>
                  <a:pt x="118" y="108"/>
                  <a:pt x="113" y="107"/>
                  <a:pt x="109" y="105"/>
                </a:cubicBezTo>
                <a:cubicBezTo>
                  <a:pt x="106" y="103"/>
                  <a:pt x="106" y="103"/>
                  <a:pt x="106" y="103"/>
                </a:cubicBezTo>
                <a:cubicBezTo>
                  <a:pt x="102" y="101"/>
                  <a:pt x="99" y="100"/>
                  <a:pt x="97" y="99"/>
                </a:cubicBezTo>
                <a:cubicBezTo>
                  <a:pt x="95" y="98"/>
                  <a:pt x="92" y="97"/>
                  <a:pt x="88" y="96"/>
                </a:cubicBezTo>
                <a:cubicBezTo>
                  <a:pt x="85" y="95"/>
                  <a:pt x="81" y="95"/>
                  <a:pt x="77" y="95"/>
                </a:cubicBezTo>
                <a:cubicBezTo>
                  <a:pt x="71" y="95"/>
                  <a:pt x="64" y="96"/>
                  <a:pt x="55" y="99"/>
                </a:cubicBezTo>
                <a:cubicBezTo>
                  <a:pt x="47" y="102"/>
                  <a:pt x="40" y="105"/>
                  <a:pt x="34" y="108"/>
                </a:cubicBezTo>
                <a:cubicBezTo>
                  <a:pt x="33" y="109"/>
                  <a:pt x="32" y="109"/>
                  <a:pt x="30" y="109"/>
                </a:cubicBezTo>
                <a:cubicBezTo>
                  <a:pt x="29" y="109"/>
                  <a:pt x="28" y="109"/>
                  <a:pt x="27" y="108"/>
                </a:cubicBezTo>
                <a:cubicBezTo>
                  <a:pt x="25" y="107"/>
                  <a:pt x="24" y="106"/>
                  <a:pt x="24" y="103"/>
                </a:cubicBezTo>
                <a:cubicBezTo>
                  <a:pt x="24" y="33"/>
                  <a:pt x="24" y="33"/>
                  <a:pt x="24" y="33"/>
                </a:cubicBezTo>
                <a:cubicBezTo>
                  <a:pt x="24" y="31"/>
                  <a:pt x="25" y="29"/>
                  <a:pt x="27" y="28"/>
                </a:cubicBezTo>
                <a:cubicBezTo>
                  <a:pt x="29" y="27"/>
                  <a:pt x="32" y="25"/>
                  <a:pt x="35" y="24"/>
                </a:cubicBezTo>
                <a:cubicBezTo>
                  <a:pt x="37" y="22"/>
                  <a:pt x="41" y="21"/>
                  <a:pt x="45" y="19"/>
                </a:cubicBezTo>
                <a:cubicBezTo>
                  <a:pt x="50" y="17"/>
                  <a:pt x="55" y="15"/>
                  <a:pt x="60" y="14"/>
                </a:cubicBezTo>
                <a:cubicBezTo>
                  <a:pt x="65" y="13"/>
                  <a:pt x="70" y="12"/>
                  <a:pt x="75" y="12"/>
                </a:cubicBezTo>
                <a:cubicBezTo>
                  <a:pt x="82" y="12"/>
                  <a:pt x="88" y="13"/>
                  <a:pt x="94" y="15"/>
                </a:cubicBezTo>
                <a:cubicBezTo>
                  <a:pt x="100" y="17"/>
                  <a:pt x="107" y="20"/>
                  <a:pt x="114" y="23"/>
                </a:cubicBezTo>
                <a:cubicBezTo>
                  <a:pt x="116" y="25"/>
                  <a:pt x="119" y="25"/>
                  <a:pt x="123" y="25"/>
                </a:cubicBezTo>
                <a:cubicBezTo>
                  <a:pt x="130" y="25"/>
                  <a:pt x="140" y="22"/>
                  <a:pt x="152" y="15"/>
                </a:cubicBezTo>
                <a:cubicBezTo>
                  <a:pt x="153" y="14"/>
                  <a:pt x="154" y="13"/>
                  <a:pt x="155" y="13"/>
                </a:cubicBezTo>
                <a:cubicBezTo>
                  <a:pt x="157" y="12"/>
                  <a:pt x="159" y="12"/>
                  <a:pt x="161" y="13"/>
                </a:cubicBezTo>
                <a:cubicBezTo>
                  <a:pt x="163" y="15"/>
                  <a:pt x="164" y="16"/>
                  <a:pt x="164" y="18"/>
                </a:cubicBezTo>
                <a:close/>
                <a:moveTo>
                  <a:pt x="73" y="43"/>
                </a:moveTo>
                <a:cubicBezTo>
                  <a:pt x="73" y="25"/>
                  <a:pt x="73" y="25"/>
                  <a:pt x="73" y="25"/>
                </a:cubicBezTo>
                <a:cubicBezTo>
                  <a:pt x="62" y="25"/>
                  <a:pt x="50" y="29"/>
                  <a:pt x="36" y="37"/>
                </a:cubicBezTo>
                <a:cubicBezTo>
                  <a:pt x="36" y="54"/>
                  <a:pt x="36" y="54"/>
                  <a:pt x="36" y="54"/>
                </a:cubicBezTo>
                <a:cubicBezTo>
                  <a:pt x="50" y="47"/>
                  <a:pt x="62" y="44"/>
                  <a:pt x="73" y="43"/>
                </a:cubicBezTo>
                <a:close/>
                <a:moveTo>
                  <a:pt x="73" y="83"/>
                </a:moveTo>
                <a:cubicBezTo>
                  <a:pt x="73" y="65"/>
                  <a:pt x="73" y="65"/>
                  <a:pt x="73" y="65"/>
                </a:cubicBezTo>
                <a:cubicBezTo>
                  <a:pt x="61" y="66"/>
                  <a:pt x="49" y="69"/>
                  <a:pt x="36" y="76"/>
                </a:cubicBezTo>
                <a:cubicBezTo>
                  <a:pt x="36" y="93"/>
                  <a:pt x="36" y="93"/>
                  <a:pt x="36" y="93"/>
                </a:cubicBezTo>
                <a:cubicBezTo>
                  <a:pt x="49" y="87"/>
                  <a:pt x="61" y="84"/>
                  <a:pt x="73" y="83"/>
                </a:cubicBezTo>
                <a:close/>
                <a:moveTo>
                  <a:pt x="151" y="87"/>
                </a:moveTo>
                <a:cubicBezTo>
                  <a:pt x="151" y="70"/>
                  <a:pt x="151" y="70"/>
                  <a:pt x="151" y="70"/>
                </a:cubicBezTo>
                <a:cubicBezTo>
                  <a:pt x="137" y="77"/>
                  <a:pt x="125" y="79"/>
                  <a:pt x="115" y="76"/>
                </a:cubicBezTo>
                <a:cubicBezTo>
                  <a:pt x="115" y="55"/>
                  <a:pt x="115" y="55"/>
                  <a:pt x="115" y="55"/>
                </a:cubicBezTo>
                <a:cubicBezTo>
                  <a:pt x="114" y="55"/>
                  <a:pt x="113" y="54"/>
                  <a:pt x="111" y="54"/>
                </a:cubicBezTo>
                <a:cubicBezTo>
                  <a:pt x="111" y="54"/>
                  <a:pt x="110" y="53"/>
                  <a:pt x="108" y="52"/>
                </a:cubicBezTo>
                <a:cubicBezTo>
                  <a:pt x="107" y="51"/>
                  <a:pt x="105" y="51"/>
                  <a:pt x="105" y="51"/>
                </a:cubicBezTo>
                <a:cubicBezTo>
                  <a:pt x="105" y="50"/>
                  <a:pt x="104" y="50"/>
                  <a:pt x="102" y="49"/>
                </a:cubicBezTo>
                <a:cubicBezTo>
                  <a:pt x="101" y="48"/>
                  <a:pt x="99" y="48"/>
                  <a:pt x="99" y="48"/>
                </a:cubicBezTo>
                <a:cubicBezTo>
                  <a:pt x="98" y="47"/>
                  <a:pt x="97" y="47"/>
                  <a:pt x="96" y="46"/>
                </a:cubicBezTo>
                <a:cubicBezTo>
                  <a:pt x="94" y="46"/>
                  <a:pt x="93" y="45"/>
                  <a:pt x="92" y="45"/>
                </a:cubicBezTo>
                <a:cubicBezTo>
                  <a:pt x="92" y="45"/>
                  <a:pt x="90" y="45"/>
                  <a:pt x="89" y="44"/>
                </a:cubicBezTo>
                <a:cubicBezTo>
                  <a:pt x="88" y="44"/>
                  <a:pt x="86" y="44"/>
                  <a:pt x="85" y="44"/>
                </a:cubicBezTo>
                <a:cubicBezTo>
                  <a:pt x="84" y="44"/>
                  <a:pt x="83" y="43"/>
                  <a:pt x="82" y="43"/>
                </a:cubicBezTo>
                <a:cubicBezTo>
                  <a:pt x="80" y="43"/>
                  <a:pt x="79" y="43"/>
                  <a:pt x="77" y="43"/>
                </a:cubicBezTo>
                <a:cubicBezTo>
                  <a:pt x="76" y="43"/>
                  <a:pt x="74" y="43"/>
                  <a:pt x="73" y="43"/>
                </a:cubicBezTo>
                <a:cubicBezTo>
                  <a:pt x="73" y="64"/>
                  <a:pt x="73" y="64"/>
                  <a:pt x="73" y="64"/>
                </a:cubicBezTo>
                <a:cubicBezTo>
                  <a:pt x="75" y="64"/>
                  <a:pt x="75" y="64"/>
                  <a:pt x="75" y="64"/>
                </a:cubicBezTo>
                <a:cubicBezTo>
                  <a:pt x="81" y="64"/>
                  <a:pt x="87" y="65"/>
                  <a:pt x="93" y="67"/>
                </a:cubicBezTo>
                <a:cubicBezTo>
                  <a:pt x="98" y="69"/>
                  <a:pt x="105" y="72"/>
                  <a:pt x="111" y="75"/>
                </a:cubicBezTo>
                <a:cubicBezTo>
                  <a:pt x="113" y="75"/>
                  <a:pt x="114" y="76"/>
                  <a:pt x="115" y="76"/>
                </a:cubicBezTo>
                <a:cubicBezTo>
                  <a:pt x="115" y="94"/>
                  <a:pt x="115" y="94"/>
                  <a:pt x="115" y="94"/>
                </a:cubicBezTo>
                <a:cubicBezTo>
                  <a:pt x="118" y="95"/>
                  <a:pt x="121" y="96"/>
                  <a:pt x="124" y="96"/>
                </a:cubicBezTo>
                <a:cubicBezTo>
                  <a:pt x="131" y="96"/>
                  <a:pt x="141" y="93"/>
                  <a:pt x="151" y="87"/>
                </a:cubicBezTo>
                <a:close/>
                <a:moveTo>
                  <a:pt x="151" y="47"/>
                </a:moveTo>
                <a:cubicBezTo>
                  <a:pt x="151" y="29"/>
                  <a:pt x="151" y="29"/>
                  <a:pt x="151" y="29"/>
                </a:cubicBezTo>
                <a:cubicBezTo>
                  <a:pt x="141" y="35"/>
                  <a:pt x="131" y="37"/>
                  <a:pt x="123" y="37"/>
                </a:cubicBezTo>
                <a:cubicBezTo>
                  <a:pt x="120" y="37"/>
                  <a:pt x="117" y="37"/>
                  <a:pt x="115" y="37"/>
                </a:cubicBezTo>
                <a:cubicBezTo>
                  <a:pt x="115" y="55"/>
                  <a:pt x="115" y="55"/>
                  <a:pt x="115" y="55"/>
                </a:cubicBezTo>
                <a:cubicBezTo>
                  <a:pt x="124" y="58"/>
                  <a:pt x="137" y="55"/>
                  <a:pt x="151" y="4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57" name="Freeform 260"/>
          <p:cNvSpPr>
            <a:spLocks noEditPoints="1"/>
          </p:cNvSpPr>
          <p:nvPr/>
        </p:nvSpPr>
        <p:spPr bwMode="auto">
          <a:xfrm>
            <a:off x="6529301" y="4013577"/>
            <a:ext cx="222593" cy="144795"/>
          </a:xfrm>
          <a:custGeom>
            <a:avLst/>
            <a:gdLst>
              <a:gd name="T0" fmla="*/ 54 w 156"/>
              <a:gd name="T1" fmla="*/ 49 h 101"/>
              <a:gd name="T2" fmla="*/ 10 w 156"/>
              <a:gd name="T3" fmla="*/ 93 h 101"/>
              <a:gd name="T4" fmla="*/ 8 w 156"/>
              <a:gd name="T5" fmla="*/ 94 h 101"/>
              <a:gd name="T6" fmla="*/ 5 w 156"/>
              <a:gd name="T7" fmla="*/ 93 h 101"/>
              <a:gd name="T8" fmla="*/ 1 w 156"/>
              <a:gd name="T9" fmla="*/ 88 h 101"/>
              <a:gd name="T10" fmla="*/ 0 w 156"/>
              <a:gd name="T11" fmla="*/ 86 h 101"/>
              <a:gd name="T12" fmla="*/ 1 w 156"/>
              <a:gd name="T13" fmla="*/ 84 h 101"/>
              <a:gd name="T14" fmla="*/ 38 w 156"/>
              <a:gd name="T15" fmla="*/ 47 h 101"/>
              <a:gd name="T16" fmla="*/ 1 w 156"/>
              <a:gd name="T17" fmla="*/ 10 h 101"/>
              <a:gd name="T18" fmla="*/ 0 w 156"/>
              <a:gd name="T19" fmla="*/ 8 h 101"/>
              <a:gd name="T20" fmla="*/ 1 w 156"/>
              <a:gd name="T21" fmla="*/ 5 h 101"/>
              <a:gd name="T22" fmla="*/ 5 w 156"/>
              <a:gd name="T23" fmla="*/ 1 h 101"/>
              <a:gd name="T24" fmla="*/ 8 w 156"/>
              <a:gd name="T25" fmla="*/ 0 h 101"/>
              <a:gd name="T26" fmla="*/ 10 w 156"/>
              <a:gd name="T27" fmla="*/ 1 h 101"/>
              <a:gd name="T28" fmla="*/ 54 w 156"/>
              <a:gd name="T29" fmla="*/ 45 h 101"/>
              <a:gd name="T30" fmla="*/ 55 w 156"/>
              <a:gd name="T31" fmla="*/ 47 h 101"/>
              <a:gd name="T32" fmla="*/ 54 w 156"/>
              <a:gd name="T33" fmla="*/ 49 h 101"/>
              <a:gd name="T34" fmla="*/ 156 w 156"/>
              <a:gd name="T35" fmla="*/ 92 h 101"/>
              <a:gd name="T36" fmla="*/ 156 w 156"/>
              <a:gd name="T37" fmla="*/ 98 h 101"/>
              <a:gd name="T38" fmla="*/ 155 w 156"/>
              <a:gd name="T39" fmla="*/ 101 h 101"/>
              <a:gd name="T40" fmla="*/ 153 w 156"/>
              <a:gd name="T41" fmla="*/ 101 h 101"/>
              <a:gd name="T42" fmla="*/ 62 w 156"/>
              <a:gd name="T43" fmla="*/ 101 h 101"/>
              <a:gd name="T44" fmla="*/ 60 w 156"/>
              <a:gd name="T45" fmla="*/ 101 h 101"/>
              <a:gd name="T46" fmla="*/ 59 w 156"/>
              <a:gd name="T47" fmla="*/ 98 h 101"/>
              <a:gd name="T48" fmla="*/ 59 w 156"/>
              <a:gd name="T49" fmla="*/ 92 h 101"/>
              <a:gd name="T50" fmla="*/ 60 w 156"/>
              <a:gd name="T51" fmla="*/ 90 h 101"/>
              <a:gd name="T52" fmla="*/ 62 w 156"/>
              <a:gd name="T53" fmla="*/ 89 h 101"/>
              <a:gd name="T54" fmla="*/ 153 w 156"/>
              <a:gd name="T55" fmla="*/ 89 h 101"/>
              <a:gd name="T56" fmla="*/ 155 w 156"/>
              <a:gd name="T57" fmla="*/ 90 h 101"/>
              <a:gd name="T58" fmla="*/ 156 w 156"/>
              <a:gd name="T59" fmla="*/ 92 h 1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56" h="101">
                <a:moveTo>
                  <a:pt x="54" y="49"/>
                </a:moveTo>
                <a:cubicBezTo>
                  <a:pt x="10" y="93"/>
                  <a:pt x="10" y="93"/>
                  <a:pt x="10" y="93"/>
                </a:cubicBezTo>
                <a:cubicBezTo>
                  <a:pt x="9" y="94"/>
                  <a:pt x="8" y="94"/>
                  <a:pt x="8" y="94"/>
                </a:cubicBezTo>
                <a:cubicBezTo>
                  <a:pt x="7" y="94"/>
                  <a:pt x="6" y="94"/>
                  <a:pt x="5" y="93"/>
                </a:cubicBezTo>
                <a:cubicBezTo>
                  <a:pt x="1" y="88"/>
                  <a:pt x="1" y="88"/>
                  <a:pt x="1" y="88"/>
                </a:cubicBezTo>
                <a:cubicBezTo>
                  <a:pt x="0" y="88"/>
                  <a:pt x="0" y="87"/>
                  <a:pt x="0" y="86"/>
                </a:cubicBezTo>
                <a:cubicBezTo>
                  <a:pt x="0" y="85"/>
                  <a:pt x="0" y="85"/>
                  <a:pt x="1" y="84"/>
                </a:cubicBezTo>
                <a:cubicBezTo>
                  <a:pt x="38" y="47"/>
                  <a:pt x="38" y="47"/>
                  <a:pt x="38" y="47"/>
                </a:cubicBezTo>
                <a:cubicBezTo>
                  <a:pt x="1" y="10"/>
                  <a:pt x="1" y="10"/>
                  <a:pt x="1" y="10"/>
                </a:cubicBezTo>
                <a:cubicBezTo>
                  <a:pt x="0" y="9"/>
                  <a:pt x="0" y="8"/>
                  <a:pt x="0" y="8"/>
                </a:cubicBezTo>
                <a:cubicBezTo>
                  <a:pt x="0" y="7"/>
                  <a:pt x="0" y="6"/>
                  <a:pt x="1" y="5"/>
                </a:cubicBezTo>
                <a:cubicBezTo>
                  <a:pt x="5" y="1"/>
                  <a:pt x="5" y="1"/>
                  <a:pt x="5" y="1"/>
                </a:cubicBezTo>
                <a:cubicBezTo>
                  <a:pt x="6" y="0"/>
                  <a:pt x="7" y="0"/>
                  <a:pt x="8" y="0"/>
                </a:cubicBezTo>
                <a:cubicBezTo>
                  <a:pt x="8" y="0"/>
                  <a:pt x="9" y="0"/>
                  <a:pt x="10" y="1"/>
                </a:cubicBezTo>
                <a:cubicBezTo>
                  <a:pt x="54" y="45"/>
                  <a:pt x="54" y="45"/>
                  <a:pt x="54" y="45"/>
                </a:cubicBezTo>
                <a:cubicBezTo>
                  <a:pt x="54" y="45"/>
                  <a:pt x="55" y="46"/>
                  <a:pt x="55" y="47"/>
                </a:cubicBezTo>
                <a:cubicBezTo>
                  <a:pt x="55" y="48"/>
                  <a:pt x="54" y="49"/>
                  <a:pt x="54" y="49"/>
                </a:cubicBezTo>
                <a:close/>
                <a:moveTo>
                  <a:pt x="156" y="92"/>
                </a:moveTo>
                <a:cubicBezTo>
                  <a:pt x="156" y="98"/>
                  <a:pt x="156" y="98"/>
                  <a:pt x="156" y="98"/>
                </a:cubicBezTo>
                <a:cubicBezTo>
                  <a:pt x="156" y="99"/>
                  <a:pt x="156" y="100"/>
                  <a:pt x="155" y="101"/>
                </a:cubicBezTo>
                <a:cubicBezTo>
                  <a:pt x="154" y="101"/>
                  <a:pt x="154" y="101"/>
                  <a:pt x="153" y="101"/>
                </a:cubicBezTo>
                <a:cubicBezTo>
                  <a:pt x="62" y="101"/>
                  <a:pt x="62" y="101"/>
                  <a:pt x="62" y="101"/>
                </a:cubicBezTo>
                <a:cubicBezTo>
                  <a:pt x="61" y="101"/>
                  <a:pt x="60" y="101"/>
                  <a:pt x="60" y="101"/>
                </a:cubicBezTo>
                <a:cubicBezTo>
                  <a:pt x="59" y="100"/>
                  <a:pt x="59" y="99"/>
                  <a:pt x="59" y="98"/>
                </a:cubicBezTo>
                <a:cubicBezTo>
                  <a:pt x="59" y="92"/>
                  <a:pt x="59" y="92"/>
                  <a:pt x="59" y="92"/>
                </a:cubicBezTo>
                <a:cubicBezTo>
                  <a:pt x="59" y="91"/>
                  <a:pt x="59" y="91"/>
                  <a:pt x="60" y="90"/>
                </a:cubicBezTo>
                <a:cubicBezTo>
                  <a:pt x="60" y="90"/>
                  <a:pt x="61" y="89"/>
                  <a:pt x="62" y="89"/>
                </a:cubicBezTo>
                <a:cubicBezTo>
                  <a:pt x="153" y="89"/>
                  <a:pt x="153" y="89"/>
                  <a:pt x="153" y="89"/>
                </a:cubicBezTo>
                <a:cubicBezTo>
                  <a:pt x="154" y="89"/>
                  <a:pt x="154" y="90"/>
                  <a:pt x="155" y="90"/>
                </a:cubicBezTo>
                <a:cubicBezTo>
                  <a:pt x="156" y="91"/>
                  <a:pt x="156" y="91"/>
                  <a:pt x="156" y="92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58" name="Freeform 261"/>
          <p:cNvSpPr>
            <a:spLocks noEditPoints="1"/>
          </p:cNvSpPr>
          <p:nvPr/>
        </p:nvSpPr>
        <p:spPr bwMode="auto">
          <a:xfrm>
            <a:off x="6823209" y="3987644"/>
            <a:ext cx="248527" cy="185853"/>
          </a:xfrm>
          <a:custGeom>
            <a:avLst/>
            <a:gdLst>
              <a:gd name="T0" fmla="*/ 54 w 173"/>
              <a:gd name="T1" fmla="*/ 106 h 130"/>
              <a:gd name="T2" fmla="*/ 49 w 173"/>
              <a:gd name="T3" fmla="*/ 111 h 130"/>
              <a:gd name="T4" fmla="*/ 47 w 173"/>
              <a:gd name="T5" fmla="*/ 112 h 130"/>
              <a:gd name="T6" fmla="*/ 45 w 173"/>
              <a:gd name="T7" fmla="*/ 111 h 130"/>
              <a:gd name="T8" fmla="*/ 1 w 173"/>
              <a:gd name="T9" fmla="*/ 67 h 130"/>
              <a:gd name="T10" fmla="*/ 0 w 173"/>
              <a:gd name="T11" fmla="*/ 65 h 130"/>
              <a:gd name="T12" fmla="*/ 1 w 173"/>
              <a:gd name="T13" fmla="*/ 63 h 130"/>
              <a:gd name="T14" fmla="*/ 45 w 173"/>
              <a:gd name="T15" fmla="*/ 19 h 130"/>
              <a:gd name="T16" fmla="*/ 47 w 173"/>
              <a:gd name="T17" fmla="*/ 18 h 130"/>
              <a:gd name="T18" fmla="*/ 49 w 173"/>
              <a:gd name="T19" fmla="*/ 19 h 130"/>
              <a:gd name="T20" fmla="*/ 54 w 173"/>
              <a:gd name="T21" fmla="*/ 23 h 130"/>
              <a:gd name="T22" fmla="*/ 55 w 173"/>
              <a:gd name="T23" fmla="*/ 26 h 130"/>
              <a:gd name="T24" fmla="*/ 54 w 173"/>
              <a:gd name="T25" fmla="*/ 28 h 130"/>
              <a:gd name="T26" fmla="*/ 17 w 173"/>
              <a:gd name="T27" fmla="*/ 65 h 130"/>
              <a:gd name="T28" fmla="*/ 54 w 173"/>
              <a:gd name="T29" fmla="*/ 102 h 130"/>
              <a:gd name="T30" fmla="*/ 55 w 173"/>
              <a:gd name="T31" fmla="*/ 104 h 130"/>
              <a:gd name="T32" fmla="*/ 54 w 173"/>
              <a:gd name="T33" fmla="*/ 106 h 130"/>
              <a:gd name="T34" fmla="*/ 110 w 173"/>
              <a:gd name="T35" fmla="*/ 6 h 130"/>
              <a:gd name="T36" fmla="*/ 75 w 173"/>
              <a:gd name="T37" fmla="*/ 128 h 130"/>
              <a:gd name="T38" fmla="*/ 73 w 173"/>
              <a:gd name="T39" fmla="*/ 130 h 130"/>
              <a:gd name="T40" fmla="*/ 71 w 173"/>
              <a:gd name="T41" fmla="*/ 130 h 130"/>
              <a:gd name="T42" fmla="*/ 65 w 173"/>
              <a:gd name="T43" fmla="*/ 128 h 130"/>
              <a:gd name="T44" fmla="*/ 63 w 173"/>
              <a:gd name="T45" fmla="*/ 127 h 130"/>
              <a:gd name="T46" fmla="*/ 63 w 173"/>
              <a:gd name="T47" fmla="*/ 124 h 130"/>
              <a:gd name="T48" fmla="*/ 98 w 173"/>
              <a:gd name="T49" fmla="*/ 2 h 130"/>
              <a:gd name="T50" fmla="*/ 100 w 173"/>
              <a:gd name="T51" fmla="*/ 0 h 130"/>
              <a:gd name="T52" fmla="*/ 102 w 173"/>
              <a:gd name="T53" fmla="*/ 0 h 130"/>
              <a:gd name="T54" fmla="*/ 108 w 173"/>
              <a:gd name="T55" fmla="*/ 2 h 130"/>
              <a:gd name="T56" fmla="*/ 110 w 173"/>
              <a:gd name="T57" fmla="*/ 3 h 130"/>
              <a:gd name="T58" fmla="*/ 110 w 173"/>
              <a:gd name="T59" fmla="*/ 6 h 130"/>
              <a:gd name="T60" fmla="*/ 172 w 173"/>
              <a:gd name="T61" fmla="*/ 67 h 130"/>
              <a:gd name="T62" fmla="*/ 128 w 173"/>
              <a:gd name="T63" fmla="*/ 111 h 130"/>
              <a:gd name="T64" fmla="*/ 126 w 173"/>
              <a:gd name="T65" fmla="*/ 112 h 130"/>
              <a:gd name="T66" fmla="*/ 124 w 173"/>
              <a:gd name="T67" fmla="*/ 111 h 130"/>
              <a:gd name="T68" fmla="*/ 119 w 173"/>
              <a:gd name="T69" fmla="*/ 106 h 130"/>
              <a:gd name="T70" fmla="*/ 118 w 173"/>
              <a:gd name="T71" fmla="*/ 104 h 130"/>
              <a:gd name="T72" fmla="*/ 119 w 173"/>
              <a:gd name="T73" fmla="*/ 102 h 130"/>
              <a:gd name="T74" fmla="*/ 156 w 173"/>
              <a:gd name="T75" fmla="*/ 65 h 130"/>
              <a:gd name="T76" fmla="*/ 119 w 173"/>
              <a:gd name="T77" fmla="*/ 28 h 130"/>
              <a:gd name="T78" fmla="*/ 118 w 173"/>
              <a:gd name="T79" fmla="*/ 26 h 130"/>
              <a:gd name="T80" fmla="*/ 119 w 173"/>
              <a:gd name="T81" fmla="*/ 23 h 130"/>
              <a:gd name="T82" fmla="*/ 124 w 173"/>
              <a:gd name="T83" fmla="*/ 19 h 130"/>
              <a:gd name="T84" fmla="*/ 126 w 173"/>
              <a:gd name="T85" fmla="*/ 18 h 130"/>
              <a:gd name="T86" fmla="*/ 128 w 173"/>
              <a:gd name="T87" fmla="*/ 19 h 130"/>
              <a:gd name="T88" fmla="*/ 172 w 173"/>
              <a:gd name="T89" fmla="*/ 63 h 130"/>
              <a:gd name="T90" fmla="*/ 173 w 173"/>
              <a:gd name="T91" fmla="*/ 65 h 130"/>
              <a:gd name="T92" fmla="*/ 172 w 173"/>
              <a:gd name="T93" fmla="*/ 67 h 1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73" h="130">
                <a:moveTo>
                  <a:pt x="54" y="106"/>
                </a:moveTo>
                <a:cubicBezTo>
                  <a:pt x="49" y="111"/>
                  <a:pt x="49" y="111"/>
                  <a:pt x="49" y="111"/>
                </a:cubicBezTo>
                <a:cubicBezTo>
                  <a:pt x="49" y="112"/>
                  <a:pt x="48" y="112"/>
                  <a:pt x="47" y="112"/>
                </a:cubicBezTo>
                <a:cubicBezTo>
                  <a:pt x="46" y="112"/>
                  <a:pt x="46" y="112"/>
                  <a:pt x="45" y="111"/>
                </a:cubicBezTo>
                <a:cubicBezTo>
                  <a:pt x="1" y="67"/>
                  <a:pt x="1" y="67"/>
                  <a:pt x="1" y="67"/>
                </a:cubicBezTo>
                <a:cubicBezTo>
                  <a:pt x="0" y="67"/>
                  <a:pt x="0" y="66"/>
                  <a:pt x="0" y="65"/>
                </a:cubicBezTo>
                <a:cubicBezTo>
                  <a:pt x="0" y="64"/>
                  <a:pt x="0" y="63"/>
                  <a:pt x="1" y="63"/>
                </a:cubicBezTo>
                <a:cubicBezTo>
                  <a:pt x="45" y="19"/>
                  <a:pt x="45" y="19"/>
                  <a:pt x="45" y="19"/>
                </a:cubicBezTo>
                <a:cubicBezTo>
                  <a:pt x="46" y="18"/>
                  <a:pt x="46" y="18"/>
                  <a:pt x="47" y="18"/>
                </a:cubicBezTo>
                <a:cubicBezTo>
                  <a:pt x="48" y="18"/>
                  <a:pt x="49" y="18"/>
                  <a:pt x="49" y="19"/>
                </a:cubicBezTo>
                <a:cubicBezTo>
                  <a:pt x="54" y="23"/>
                  <a:pt x="54" y="23"/>
                  <a:pt x="54" y="23"/>
                </a:cubicBezTo>
                <a:cubicBezTo>
                  <a:pt x="55" y="24"/>
                  <a:pt x="55" y="25"/>
                  <a:pt x="55" y="26"/>
                </a:cubicBezTo>
                <a:cubicBezTo>
                  <a:pt x="55" y="26"/>
                  <a:pt x="55" y="27"/>
                  <a:pt x="54" y="28"/>
                </a:cubicBezTo>
                <a:cubicBezTo>
                  <a:pt x="17" y="65"/>
                  <a:pt x="17" y="65"/>
                  <a:pt x="17" y="65"/>
                </a:cubicBezTo>
                <a:cubicBezTo>
                  <a:pt x="54" y="102"/>
                  <a:pt x="54" y="102"/>
                  <a:pt x="54" y="102"/>
                </a:cubicBezTo>
                <a:cubicBezTo>
                  <a:pt x="55" y="103"/>
                  <a:pt x="55" y="103"/>
                  <a:pt x="55" y="104"/>
                </a:cubicBezTo>
                <a:cubicBezTo>
                  <a:pt x="55" y="105"/>
                  <a:pt x="55" y="106"/>
                  <a:pt x="54" y="106"/>
                </a:cubicBezTo>
                <a:close/>
                <a:moveTo>
                  <a:pt x="110" y="6"/>
                </a:moveTo>
                <a:cubicBezTo>
                  <a:pt x="75" y="128"/>
                  <a:pt x="75" y="128"/>
                  <a:pt x="75" y="128"/>
                </a:cubicBezTo>
                <a:cubicBezTo>
                  <a:pt x="74" y="128"/>
                  <a:pt x="74" y="129"/>
                  <a:pt x="73" y="130"/>
                </a:cubicBezTo>
                <a:cubicBezTo>
                  <a:pt x="73" y="130"/>
                  <a:pt x="72" y="130"/>
                  <a:pt x="71" y="130"/>
                </a:cubicBezTo>
                <a:cubicBezTo>
                  <a:pt x="65" y="128"/>
                  <a:pt x="65" y="128"/>
                  <a:pt x="65" y="128"/>
                </a:cubicBezTo>
                <a:cubicBezTo>
                  <a:pt x="64" y="128"/>
                  <a:pt x="64" y="127"/>
                  <a:pt x="63" y="127"/>
                </a:cubicBezTo>
                <a:cubicBezTo>
                  <a:pt x="63" y="126"/>
                  <a:pt x="63" y="125"/>
                  <a:pt x="63" y="124"/>
                </a:cubicBezTo>
                <a:cubicBezTo>
                  <a:pt x="98" y="2"/>
                  <a:pt x="98" y="2"/>
                  <a:pt x="98" y="2"/>
                </a:cubicBezTo>
                <a:cubicBezTo>
                  <a:pt x="99" y="1"/>
                  <a:pt x="99" y="1"/>
                  <a:pt x="100" y="0"/>
                </a:cubicBezTo>
                <a:cubicBezTo>
                  <a:pt x="101" y="0"/>
                  <a:pt x="101" y="0"/>
                  <a:pt x="102" y="0"/>
                </a:cubicBezTo>
                <a:cubicBezTo>
                  <a:pt x="108" y="2"/>
                  <a:pt x="108" y="2"/>
                  <a:pt x="108" y="2"/>
                </a:cubicBezTo>
                <a:cubicBezTo>
                  <a:pt x="109" y="2"/>
                  <a:pt x="109" y="3"/>
                  <a:pt x="110" y="3"/>
                </a:cubicBezTo>
                <a:cubicBezTo>
                  <a:pt x="110" y="4"/>
                  <a:pt x="110" y="5"/>
                  <a:pt x="110" y="6"/>
                </a:cubicBezTo>
                <a:close/>
                <a:moveTo>
                  <a:pt x="172" y="67"/>
                </a:moveTo>
                <a:cubicBezTo>
                  <a:pt x="128" y="111"/>
                  <a:pt x="128" y="111"/>
                  <a:pt x="128" y="111"/>
                </a:cubicBezTo>
                <a:cubicBezTo>
                  <a:pt x="127" y="112"/>
                  <a:pt x="127" y="112"/>
                  <a:pt x="126" y="112"/>
                </a:cubicBezTo>
                <a:cubicBezTo>
                  <a:pt x="125" y="112"/>
                  <a:pt x="124" y="112"/>
                  <a:pt x="124" y="111"/>
                </a:cubicBezTo>
                <a:cubicBezTo>
                  <a:pt x="119" y="106"/>
                  <a:pt x="119" y="106"/>
                  <a:pt x="119" y="106"/>
                </a:cubicBezTo>
                <a:cubicBezTo>
                  <a:pt x="118" y="106"/>
                  <a:pt x="118" y="105"/>
                  <a:pt x="118" y="104"/>
                </a:cubicBezTo>
                <a:cubicBezTo>
                  <a:pt x="118" y="103"/>
                  <a:pt x="118" y="103"/>
                  <a:pt x="119" y="102"/>
                </a:cubicBezTo>
                <a:cubicBezTo>
                  <a:pt x="156" y="65"/>
                  <a:pt x="156" y="65"/>
                  <a:pt x="156" y="65"/>
                </a:cubicBezTo>
                <a:cubicBezTo>
                  <a:pt x="119" y="28"/>
                  <a:pt x="119" y="28"/>
                  <a:pt x="119" y="28"/>
                </a:cubicBezTo>
                <a:cubicBezTo>
                  <a:pt x="118" y="27"/>
                  <a:pt x="118" y="26"/>
                  <a:pt x="118" y="26"/>
                </a:cubicBezTo>
                <a:cubicBezTo>
                  <a:pt x="118" y="25"/>
                  <a:pt x="118" y="24"/>
                  <a:pt x="119" y="23"/>
                </a:cubicBezTo>
                <a:cubicBezTo>
                  <a:pt x="124" y="19"/>
                  <a:pt x="124" y="19"/>
                  <a:pt x="124" y="19"/>
                </a:cubicBezTo>
                <a:cubicBezTo>
                  <a:pt x="124" y="18"/>
                  <a:pt x="125" y="18"/>
                  <a:pt x="126" y="18"/>
                </a:cubicBezTo>
                <a:cubicBezTo>
                  <a:pt x="127" y="18"/>
                  <a:pt x="127" y="18"/>
                  <a:pt x="128" y="19"/>
                </a:cubicBezTo>
                <a:cubicBezTo>
                  <a:pt x="172" y="63"/>
                  <a:pt x="172" y="63"/>
                  <a:pt x="172" y="63"/>
                </a:cubicBezTo>
                <a:cubicBezTo>
                  <a:pt x="173" y="63"/>
                  <a:pt x="173" y="64"/>
                  <a:pt x="173" y="65"/>
                </a:cubicBezTo>
                <a:cubicBezTo>
                  <a:pt x="173" y="66"/>
                  <a:pt x="173" y="67"/>
                  <a:pt x="172" y="6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59" name="Freeform 262"/>
          <p:cNvSpPr>
            <a:spLocks noEditPoints="1"/>
          </p:cNvSpPr>
          <p:nvPr/>
        </p:nvSpPr>
        <p:spPr bwMode="auto">
          <a:xfrm>
            <a:off x="7140891" y="3959549"/>
            <a:ext cx="244204" cy="218271"/>
          </a:xfrm>
          <a:custGeom>
            <a:avLst/>
            <a:gdLst>
              <a:gd name="T0" fmla="*/ 61 w 170"/>
              <a:gd name="T1" fmla="*/ 97 h 152"/>
              <a:gd name="T2" fmla="*/ 61 w 170"/>
              <a:gd name="T3" fmla="*/ 103 h 152"/>
              <a:gd name="T4" fmla="*/ 57 w 170"/>
              <a:gd name="T5" fmla="*/ 109 h 152"/>
              <a:gd name="T6" fmla="*/ 55 w 170"/>
              <a:gd name="T7" fmla="*/ 109 h 152"/>
              <a:gd name="T8" fmla="*/ 50 w 170"/>
              <a:gd name="T9" fmla="*/ 107 h 152"/>
              <a:gd name="T10" fmla="*/ 2 w 170"/>
              <a:gd name="T11" fmla="*/ 59 h 152"/>
              <a:gd name="T12" fmla="*/ 0 w 170"/>
              <a:gd name="T13" fmla="*/ 55 h 152"/>
              <a:gd name="T14" fmla="*/ 2 w 170"/>
              <a:gd name="T15" fmla="*/ 50 h 152"/>
              <a:gd name="T16" fmla="*/ 50 w 170"/>
              <a:gd name="T17" fmla="*/ 2 h 152"/>
              <a:gd name="T18" fmla="*/ 57 w 170"/>
              <a:gd name="T19" fmla="*/ 1 h 152"/>
              <a:gd name="T20" fmla="*/ 61 w 170"/>
              <a:gd name="T21" fmla="*/ 6 h 152"/>
              <a:gd name="T22" fmla="*/ 61 w 170"/>
              <a:gd name="T23" fmla="*/ 13 h 152"/>
              <a:gd name="T24" fmla="*/ 23 w 170"/>
              <a:gd name="T25" fmla="*/ 50 h 152"/>
              <a:gd name="T26" fmla="*/ 21 w 170"/>
              <a:gd name="T27" fmla="*/ 55 h 152"/>
              <a:gd name="T28" fmla="*/ 23 w 170"/>
              <a:gd name="T29" fmla="*/ 59 h 152"/>
              <a:gd name="T30" fmla="*/ 61 w 170"/>
              <a:gd name="T31" fmla="*/ 97 h 152"/>
              <a:gd name="T32" fmla="*/ 170 w 170"/>
              <a:gd name="T33" fmla="*/ 100 h 152"/>
              <a:gd name="T34" fmla="*/ 168 w 170"/>
              <a:gd name="T35" fmla="*/ 113 h 152"/>
              <a:gd name="T36" fmla="*/ 164 w 170"/>
              <a:gd name="T37" fmla="*/ 126 h 152"/>
              <a:gd name="T38" fmla="*/ 160 w 170"/>
              <a:gd name="T39" fmla="*/ 138 h 152"/>
              <a:gd name="T40" fmla="*/ 156 w 170"/>
              <a:gd name="T41" fmla="*/ 146 h 152"/>
              <a:gd name="T42" fmla="*/ 154 w 170"/>
              <a:gd name="T43" fmla="*/ 150 h 152"/>
              <a:gd name="T44" fmla="*/ 152 w 170"/>
              <a:gd name="T45" fmla="*/ 152 h 152"/>
              <a:gd name="T46" fmla="*/ 151 w 170"/>
              <a:gd name="T47" fmla="*/ 151 h 152"/>
              <a:gd name="T48" fmla="*/ 149 w 170"/>
              <a:gd name="T49" fmla="*/ 148 h 152"/>
              <a:gd name="T50" fmla="*/ 139 w 170"/>
              <a:gd name="T51" fmla="*/ 95 h 152"/>
              <a:gd name="T52" fmla="*/ 122 w 170"/>
              <a:gd name="T53" fmla="*/ 84 h 152"/>
              <a:gd name="T54" fmla="*/ 97 w 170"/>
              <a:gd name="T55" fmla="*/ 79 h 152"/>
              <a:gd name="T56" fmla="*/ 97 w 170"/>
              <a:gd name="T57" fmla="*/ 103 h 152"/>
              <a:gd name="T58" fmla="*/ 93 w 170"/>
              <a:gd name="T59" fmla="*/ 109 h 152"/>
              <a:gd name="T60" fmla="*/ 91 w 170"/>
              <a:gd name="T61" fmla="*/ 109 h 152"/>
              <a:gd name="T62" fmla="*/ 87 w 170"/>
              <a:gd name="T63" fmla="*/ 107 h 152"/>
              <a:gd name="T64" fmla="*/ 38 w 170"/>
              <a:gd name="T65" fmla="*/ 59 h 152"/>
              <a:gd name="T66" fmla="*/ 37 w 170"/>
              <a:gd name="T67" fmla="*/ 55 h 152"/>
              <a:gd name="T68" fmla="*/ 38 w 170"/>
              <a:gd name="T69" fmla="*/ 50 h 152"/>
              <a:gd name="T70" fmla="*/ 87 w 170"/>
              <a:gd name="T71" fmla="*/ 2 h 152"/>
              <a:gd name="T72" fmla="*/ 93 w 170"/>
              <a:gd name="T73" fmla="*/ 1 h 152"/>
              <a:gd name="T74" fmla="*/ 97 w 170"/>
              <a:gd name="T75" fmla="*/ 6 h 152"/>
              <a:gd name="T76" fmla="*/ 97 w 170"/>
              <a:gd name="T77" fmla="*/ 31 h 152"/>
              <a:gd name="T78" fmla="*/ 154 w 170"/>
              <a:gd name="T79" fmla="*/ 52 h 152"/>
              <a:gd name="T80" fmla="*/ 170 w 170"/>
              <a:gd name="T81" fmla="*/ 100 h 1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70" h="152">
                <a:moveTo>
                  <a:pt x="61" y="97"/>
                </a:moveTo>
                <a:cubicBezTo>
                  <a:pt x="61" y="103"/>
                  <a:pt x="61" y="103"/>
                  <a:pt x="61" y="103"/>
                </a:cubicBezTo>
                <a:cubicBezTo>
                  <a:pt x="61" y="106"/>
                  <a:pt x="60" y="108"/>
                  <a:pt x="57" y="109"/>
                </a:cubicBezTo>
                <a:cubicBezTo>
                  <a:pt x="56" y="109"/>
                  <a:pt x="56" y="109"/>
                  <a:pt x="55" y="109"/>
                </a:cubicBezTo>
                <a:cubicBezTo>
                  <a:pt x="53" y="109"/>
                  <a:pt x="52" y="109"/>
                  <a:pt x="50" y="107"/>
                </a:cubicBezTo>
                <a:cubicBezTo>
                  <a:pt x="2" y="59"/>
                  <a:pt x="2" y="59"/>
                  <a:pt x="2" y="59"/>
                </a:cubicBezTo>
                <a:cubicBezTo>
                  <a:pt x="1" y="58"/>
                  <a:pt x="0" y="56"/>
                  <a:pt x="0" y="55"/>
                </a:cubicBezTo>
                <a:cubicBezTo>
                  <a:pt x="0" y="53"/>
                  <a:pt x="1" y="52"/>
                  <a:pt x="2" y="50"/>
                </a:cubicBezTo>
                <a:cubicBezTo>
                  <a:pt x="50" y="2"/>
                  <a:pt x="50" y="2"/>
                  <a:pt x="50" y="2"/>
                </a:cubicBezTo>
                <a:cubicBezTo>
                  <a:pt x="52" y="0"/>
                  <a:pt x="55" y="0"/>
                  <a:pt x="57" y="1"/>
                </a:cubicBezTo>
                <a:cubicBezTo>
                  <a:pt x="60" y="2"/>
                  <a:pt x="61" y="4"/>
                  <a:pt x="61" y="6"/>
                </a:cubicBezTo>
                <a:cubicBezTo>
                  <a:pt x="61" y="13"/>
                  <a:pt x="61" y="13"/>
                  <a:pt x="61" y="13"/>
                </a:cubicBezTo>
                <a:cubicBezTo>
                  <a:pt x="23" y="50"/>
                  <a:pt x="23" y="50"/>
                  <a:pt x="23" y="50"/>
                </a:cubicBezTo>
                <a:cubicBezTo>
                  <a:pt x="22" y="52"/>
                  <a:pt x="21" y="53"/>
                  <a:pt x="21" y="55"/>
                </a:cubicBezTo>
                <a:cubicBezTo>
                  <a:pt x="21" y="56"/>
                  <a:pt x="22" y="58"/>
                  <a:pt x="23" y="59"/>
                </a:cubicBezTo>
                <a:lnTo>
                  <a:pt x="61" y="97"/>
                </a:lnTo>
                <a:close/>
                <a:moveTo>
                  <a:pt x="170" y="100"/>
                </a:moveTo>
                <a:cubicBezTo>
                  <a:pt x="170" y="104"/>
                  <a:pt x="169" y="108"/>
                  <a:pt x="168" y="113"/>
                </a:cubicBezTo>
                <a:cubicBezTo>
                  <a:pt x="167" y="117"/>
                  <a:pt x="166" y="122"/>
                  <a:pt x="164" y="126"/>
                </a:cubicBezTo>
                <a:cubicBezTo>
                  <a:pt x="163" y="130"/>
                  <a:pt x="162" y="134"/>
                  <a:pt x="160" y="138"/>
                </a:cubicBezTo>
                <a:cubicBezTo>
                  <a:pt x="158" y="142"/>
                  <a:pt x="157" y="144"/>
                  <a:pt x="156" y="146"/>
                </a:cubicBezTo>
                <a:cubicBezTo>
                  <a:pt x="155" y="148"/>
                  <a:pt x="155" y="149"/>
                  <a:pt x="154" y="150"/>
                </a:cubicBezTo>
                <a:cubicBezTo>
                  <a:pt x="154" y="151"/>
                  <a:pt x="153" y="152"/>
                  <a:pt x="152" y="152"/>
                </a:cubicBezTo>
                <a:cubicBezTo>
                  <a:pt x="151" y="152"/>
                  <a:pt x="151" y="152"/>
                  <a:pt x="151" y="151"/>
                </a:cubicBezTo>
                <a:cubicBezTo>
                  <a:pt x="149" y="151"/>
                  <a:pt x="148" y="150"/>
                  <a:pt x="149" y="148"/>
                </a:cubicBezTo>
                <a:cubicBezTo>
                  <a:pt x="151" y="123"/>
                  <a:pt x="148" y="105"/>
                  <a:pt x="139" y="95"/>
                </a:cubicBezTo>
                <a:cubicBezTo>
                  <a:pt x="134" y="90"/>
                  <a:pt x="129" y="87"/>
                  <a:pt x="122" y="84"/>
                </a:cubicBezTo>
                <a:cubicBezTo>
                  <a:pt x="116" y="82"/>
                  <a:pt x="107" y="80"/>
                  <a:pt x="97" y="79"/>
                </a:cubicBezTo>
                <a:cubicBezTo>
                  <a:pt x="97" y="103"/>
                  <a:pt x="97" y="103"/>
                  <a:pt x="97" y="103"/>
                </a:cubicBezTo>
                <a:cubicBezTo>
                  <a:pt x="97" y="106"/>
                  <a:pt x="96" y="108"/>
                  <a:pt x="93" y="109"/>
                </a:cubicBezTo>
                <a:cubicBezTo>
                  <a:pt x="93" y="109"/>
                  <a:pt x="92" y="109"/>
                  <a:pt x="91" y="109"/>
                </a:cubicBezTo>
                <a:cubicBezTo>
                  <a:pt x="89" y="109"/>
                  <a:pt x="88" y="109"/>
                  <a:pt x="87" y="107"/>
                </a:cubicBezTo>
                <a:cubicBezTo>
                  <a:pt x="38" y="59"/>
                  <a:pt x="38" y="59"/>
                  <a:pt x="38" y="59"/>
                </a:cubicBezTo>
                <a:cubicBezTo>
                  <a:pt x="37" y="58"/>
                  <a:pt x="37" y="56"/>
                  <a:pt x="37" y="55"/>
                </a:cubicBezTo>
                <a:cubicBezTo>
                  <a:pt x="37" y="53"/>
                  <a:pt x="37" y="52"/>
                  <a:pt x="38" y="50"/>
                </a:cubicBezTo>
                <a:cubicBezTo>
                  <a:pt x="87" y="2"/>
                  <a:pt x="87" y="2"/>
                  <a:pt x="87" y="2"/>
                </a:cubicBezTo>
                <a:cubicBezTo>
                  <a:pt x="89" y="0"/>
                  <a:pt x="91" y="0"/>
                  <a:pt x="93" y="1"/>
                </a:cubicBezTo>
                <a:cubicBezTo>
                  <a:pt x="96" y="2"/>
                  <a:pt x="97" y="4"/>
                  <a:pt x="97" y="6"/>
                </a:cubicBezTo>
                <a:cubicBezTo>
                  <a:pt x="97" y="31"/>
                  <a:pt x="97" y="31"/>
                  <a:pt x="97" y="31"/>
                </a:cubicBezTo>
                <a:cubicBezTo>
                  <a:pt x="123" y="33"/>
                  <a:pt x="142" y="40"/>
                  <a:pt x="154" y="52"/>
                </a:cubicBezTo>
                <a:cubicBezTo>
                  <a:pt x="164" y="63"/>
                  <a:pt x="170" y="79"/>
                  <a:pt x="170" y="10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60" name="Freeform 263"/>
          <p:cNvSpPr>
            <a:spLocks noEditPoints="1"/>
          </p:cNvSpPr>
          <p:nvPr/>
        </p:nvSpPr>
        <p:spPr bwMode="auto">
          <a:xfrm>
            <a:off x="7449927" y="3959549"/>
            <a:ext cx="242043" cy="218271"/>
          </a:xfrm>
          <a:custGeom>
            <a:avLst/>
            <a:gdLst>
              <a:gd name="T0" fmla="*/ 60 w 169"/>
              <a:gd name="T1" fmla="*/ 97 h 152"/>
              <a:gd name="T2" fmla="*/ 60 w 169"/>
              <a:gd name="T3" fmla="*/ 103 h 152"/>
              <a:gd name="T4" fmla="*/ 57 w 169"/>
              <a:gd name="T5" fmla="*/ 109 h 152"/>
              <a:gd name="T6" fmla="*/ 54 w 169"/>
              <a:gd name="T7" fmla="*/ 109 h 152"/>
              <a:gd name="T8" fmla="*/ 50 w 169"/>
              <a:gd name="T9" fmla="*/ 107 h 152"/>
              <a:gd name="T10" fmla="*/ 1 w 169"/>
              <a:gd name="T11" fmla="*/ 59 h 152"/>
              <a:gd name="T12" fmla="*/ 0 w 169"/>
              <a:gd name="T13" fmla="*/ 55 h 152"/>
              <a:gd name="T14" fmla="*/ 1 w 169"/>
              <a:gd name="T15" fmla="*/ 50 h 152"/>
              <a:gd name="T16" fmla="*/ 50 w 169"/>
              <a:gd name="T17" fmla="*/ 2 h 152"/>
              <a:gd name="T18" fmla="*/ 57 w 169"/>
              <a:gd name="T19" fmla="*/ 1 h 152"/>
              <a:gd name="T20" fmla="*/ 60 w 169"/>
              <a:gd name="T21" fmla="*/ 6 h 152"/>
              <a:gd name="T22" fmla="*/ 60 w 169"/>
              <a:gd name="T23" fmla="*/ 13 h 152"/>
              <a:gd name="T24" fmla="*/ 23 w 169"/>
              <a:gd name="T25" fmla="*/ 50 h 152"/>
              <a:gd name="T26" fmla="*/ 21 w 169"/>
              <a:gd name="T27" fmla="*/ 55 h 152"/>
              <a:gd name="T28" fmla="*/ 23 w 169"/>
              <a:gd name="T29" fmla="*/ 59 h 152"/>
              <a:gd name="T30" fmla="*/ 60 w 169"/>
              <a:gd name="T31" fmla="*/ 97 h 152"/>
              <a:gd name="T32" fmla="*/ 169 w 169"/>
              <a:gd name="T33" fmla="*/ 100 h 152"/>
              <a:gd name="T34" fmla="*/ 168 w 169"/>
              <a:gd name="T35" fmla="*/ 113 h 152"/>
              <a:gd name="T36" fmla="*/ 164 w 169"/>
              <a:gd name="T37" fmla="*/ 126 h 152"/>
              <a:gd name="T38" fmla="*/ 159 w 169"/>
              <a:gd name="T39" fmla="*/ 138 h 152"/>
              <a:gd name="T40" fmla="*/ 156 w 169"/>
              <a:gd name="T41" fmla="*/ 146 h 152"/>
              <a:gd name="T42" fmla="*/ 154 w 169"/>
              <a:gd name="T43" fmla="*/ 150 h 152"/>
              <a:gd name="T44" fmla="*/ 151 w 169"/>
              <a:gd name="T45" fmla="*/ 152 h 152"/>
              <a:gd name="T46" fmla="*/ 150 w 169"/>
              <a:gd name="T47" fmla="*/ 151 h 152"/>
              <a:gd name="T48" fmla="*/ 148 w 169"/>
              <a:gd name="T49" fmla="*/ 148 h 152"/>
              <a:gd name="T50" fmla="*/ 138 w 169"/>
              <a:gd name="T51" fmla="*/ 95 h 152"/>
              <a:gd name="T52" fmla="*/ 122 w 169"/>
              <a:gd name="T53" fmla="*/ 84 h 152"/>
              <a:gd name="T54" fmla="*/ 97 w 169"/>
              <a:gd name="T55" fmla="*/ 79 h 152"/>
              <a:gd name="T56" fmla="*/ 97 w 169"/>
              <a:gd name="T57" fmla="*/ 103 h 152"/>
              <a:gd name="T58" fmla="*/ 93 w 169"/>
              <a:gd name="T59" fmla="*/ 109 h 152"/>
              <a:gd name="T60" fmla="*/ 90 w 169"/>
              <a:gd name="T61" fmla="*/ 109 h 152"/>
              <a:gd name="T62" fmla="*/ 86 w 169"/>
              <a:gd name="T63" fmla="*/ 107 h 152"/>
              <a:gd name="T64" fmla="*/ 38 w 169"/>
              <a:gd name="T65" fmla="*/ 59 h 152"/>
              <a:gd name="T66" fmla="*/ 36 w 169"/>
              <a:gd name="T67" fmla="*/ 55 h 152"/>
              <a:gd name="T68" fmla="*/ 38 w 169"/>
              <a:gd name="T69" fmla="*/ 50 h 152"/>
              <a:gd name="T70" fmla="*/ 86 w 169"/>
              <a:gd name="T71" fmla="*/ 2 h 152"/>
              <a:gd name="T72" fmla="*/ 93 w 169"/>
              <a:gd name="T73" fmla="*/ 1 h 152"/>
              <a:gd name="T74" fmla="*/ 97 w 169"/>
              <a:gd name="T75" fmla="*/ 6 h 152"/>
              <a:gd name="T76" fmla="*/ 97 w 169"/>
              <a:gd name="T77" fmla="*/ 31 h 152"/>
              <a:gd name="T78" fmla="*/ 153 w 169"/>
              <a:gd name="T79" fmla="*/ 52 h 152"/>
              <a:gd name="T80" fmla="*/ 169 w 169"/>
              <a:gd name="T81" fmla="*/ 100 h 1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69" h="152">
                <a:moveTo>
                  <a:pt x="60" y="97"/>
                </a:moveTo>
                <a:cubicBezTo>
                  <a:pt x="60" y="103"/>
                  <a:pt x="60" y="103"/>
                  <a:pt x="60" y="103"/>
                </a:cubicBezTo>
                <a:cubicBezTo>
                  <a:pt x="60" y="106"/>
                  <a:pt x="59" y="108"/>
                  <a:pt x="57" y="109"/>
                </a:cubicBezTo>
                <a:cubicBezTo>
                  <a:pt x="56" y="109"/>
                  <a:pt x="55" y="109"/>
                  <a:pt x="54" y="109"/>
                </a:cubicBezTo>
                <a:cubicBezTo>
                  <a:pt x="52" y="109"/>
                  <a:pt x="51" y="109"/>
                  <a:pt x="50" y="107"/>
                </a:cubicBezTo>
                <a:cubicBezTo>
                  <a:pt x="1" y="59"/>
                  <a:pt x="1" y="59"/>
                  <a:pt x="1" y="59"/>
                </a:cubicBezTo>
                <a:cubicBezTo>
                  <a:pt x="0" y="58"/>
                  <a:pt x="0" y="56"/>
                  <a:pt x="0" y="55"/>
                </a:cubicBezTo>
                <a:cubicBezTo>
                  <a:pt x="0" y="53"/>
                  <a:pt x="0" y="52"/>
                  <a:pt x="1" y="50"/>
                </a:cubicBezTo>
                <a:cubicBezTo>
                  <a:pt x="50" y="2"/>
                  <a:pt x="50" y="2"/>
                  <a:pt x="50" y="2"/>
                </a:cubicBezTo>
                <a:cubicBezTo>
                  <a:pt x="52" y="0"/>
                  <a:pt x="54" y="0"/>
                  <a:pt x="57" y="1"/>
                </a:cubicBezTo>
                <a:cubicBezTo>
                  <a:pt x="59" y="2"/>
                  <a:pt x="60" y="4"/>
                  <a:pt x="60" y="6"/>
                </a:cubicBezTo>
                <a:cubicBezTo>
                  <a:pt x="60" y="13"/>
                  <a:pt x="60" y="13"/>
                  <a:pt x="60" y="13"/>
                </a:cubicBezTo>
                <a:cubicBezTo>
                  <a:pt x="23" y="50"/>
                  <a:pt x="23" y="50"/>
                  <a:pt x="23" y="50"/>
                </a:cubicBezTo>
                <a:cubicBezTo>
                  <a:pt x="21" y="52"/>
                  <a:pt x="21" y="53"/>
                  <a:pt x="21" y="55"/>
                </a:cubicBezTo>
                <a:cubicBezTo>
                  <a:pt x="21" y="56"/>
                  <a:pt x="21" y="58"/>
                  <a:pt x="23" y="59"/>
                </a:cubicBezTo>
                <a:lnTo>
                  <a:pt x="60" y="97"/>
                </a:lnTo>
                <a:close/>
                <a:moveTo>
                  <a:pt x="169" y="100"/>
                </a:moveTo>
                <a:cubicBezTo>
                  <a:pt x="169" y="104"/>
                  <a:pt x="169" y="108"/>
                  <a:pt x="168" y="113"/>
                </a:cubicBezTo>
                <a:cubicBezTo>
                  <a:pt x="166" y="117"/>
                  <a:pt x="165" y="122"/>
                  <a:pt x="164" y="126"/>
                </a:cubicBezTo>
                <a:cubicBezTo>
                  <a:pt x="163" y="130"/>
                  <a:pt x="161" y="134"/>
                  <a:pt x="159" y="138"/>
                </a:cubicBezTo>
                <a:cubicBezTo>
                  <a:pt x="158" y="142"/>
                  <a:pt x="156" y="144"/>
                  <a:pt x="156" y="146"/>
                </a:cubicBezTo>
                <a:cubicBezTo>
                  <a:pt x="155" y="148"/>
                  <a:pt x="154" y="149"/>
                  <a:pt x="154" y="150"/>
                </a:cubicBezTo>
                <a:cubicBezTo>
                  <a:pt x="153" y="151"/>
                  <a:pt x="152" y="152"/>
                  <a:pt x="151" y="152"/>
                </a:cubicBezTo>
                <a:cubicBezTo>
                  <a:pt x="151" y="152"/>
                  <a:pt x="150" y="152"/>
                  <a:pt x="150" y="151"/>
                </a:cubicBezTo>
                <a:cubicBezTo>
                  <a:pt x="149" y="151"/>
                  <a:pt x="148" y="150"/>
                  <a:pt x="148" y="148"/>
                </a:cubicBezTo>
                <a:cubicBezTo>
                  <a:pt x="151" y="123"/>
                  <a:pt x="147" y="105"/>
                  <a:pt x="138" y="95"/>
                </a:cubicBezTo>
                <a:cubicBezTo>
                  <a:pt x="134" y="90"/>
                  <a:pt x="129" y="87"/>
                  <a:pt x="122" y="84"/>
                </a:cubicBezTo>
                <a:cubicBezTo>
                  <a:pt x="115" y="82"/>
                  <a:pt x="107" y="80"/>
                  <a:pt x="97" y="79"/>
                </a:cubicBezTo>
                <a:cubicBezTo>
                  <a:pt x="97" y="103"/>
                  <a:pt x="97" y="103"/>
                  <a:pt x="97" y="103"/>
                </a:cubicBezTo>
                <a:cubicBezTo>
                  <a:pt x="97" y="106"/>
                  <a:pt x="95" y="108"/>
                  <a:pt x="93" y="109"/>
                </a:cubicBezTo>
                <a:cubicBezTo>
                  <a:pt x="92" y="109"/>
                  <a:pt x="91" y="109"/>
                  <a:pt x="90" y="109"/>
                </a:cubicBezTo>
                <a:cubicBezTo>
                  <a:pt x="89" y="109"/>
                  <a:pt x="87" y="109"/>
                  <a:pt x="86" y="107"/>
                </a:cubicBezTo>
                <a:cubicBezTo>
                  <a:pt x="38" y="59"/>
                  <a:pt x="38" y="59"/>
                  <a:pt x="38" y="59"/>
                </a:cubicBezTo>
                <a:cubicBezTo>
                  <a:pt x="37" y="58"/>
                  <a:pt x="36" y="56"/>
                  <a:pt x="36" y="55"/>
                </a:cubicBezTo>
                <a:cubicBezTo>
                  <a:pt x="36" y="53"/>
                  <a:pt x="37" y="52"/>
                  <a:pt x="38" y="50"/>
                </a:cubicBezTo>
                <a:cubicBezTo>
                  <a:pt x="86" y="2"/>
                  <a:pt x="86" y="2"/>
                  <a:pt x="86" y="2"/>
                </a:cubicBezTo>
                <a:cubicBezTo>
                  <a:pt x="88" y="0"/>
                  <a:pt x="90" y="0"/>
                  <a:pt x="93" y="1"/>
                </a:cubicBezTo>
                <a:cubicBezTo>
                  <a:pt x="95" y="2"/>
                  <a:pt x="97" y="4"/>
                  <a:pt x="97" y="6"/>
                </a:cubicBezTo>
                <a:cubicBezTo>
                  <a:pt x="97" y="31"/>
                  <a:pt x="97" y="31"/>
                  <a:pt x="97" y="31"/>
                </a:cubicBezTo>
                <a:cubicBezTo>
                  <a:pt x="122" y="33"/>
                  <a:pt x="141" y="40"/>
                  <a:pt x="153" y="52"/>
                </a:cubicBezTo>
                <a:cubicBezTo>
                  <a:pt x="164" y="63"/>
                  <a:pt x="169" y="79"/>
                  <a:pt x="169" y="10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61" name="Freeform 264"/>
          <p:cNvSpPr>
            <a:spLocks noEditPoints="1"/>
          </p:cNvSpPr>
          <p:nvPr/>
        </p:nvSpPr>
        <p:spPr bwMode="auto">
          <a:xfrm>
            <a:off x="7756803" y="3955227"/>
            <a:ext cx="224755" cy="213949"/>
          </a:xfrm>
          <a:custGeom>
            <a:avLst/>
            <a:gdLst>
              <a:gd name="T0" fmla="*/ 155 w 158"/>
              <a:gd name="T1" fmla="*/ 63 h 150"/>
              <a:gd name="T2" fmla="*/ 121 w 158"/>
              <a:gd name="T3" fmla="*/ 96 h 150"/>
              <a:gd name="T4" fmla="*/ 129 w 158"/>
              <a:gd name="T5" fmla="*/ 144 h 150"/>
              <a:gd name="T6" fmla="*/ 128 w 158"/>
              <a:gd name="T7" fmla="*/ 149 h 150"/>
              <a:gd name="T8" fmla="*/ 125 w 158"/>
              <a:gd name="T9" fmla="*/ 150 h 150"/>
              <a:gd name="T10" fmla="*/ 121 w 158"/>
              <a:gd name="T11" fmla="*/ 149 h 150"/>
              <a:gd name="T12" fmla="*/ 79 w 158"/>
              <a:gd name="T13" fmla="*/ 127 h 150"/>
              <a:gd name="T14" fmla="*/ 36 w 158"/>
              <a:gd name="T15" fmla="*/ 149 h 150"/>
              <a:gd name="T16" fmla="*/ 33 w 158"/>
              <a:gd name="T17" fmla="*/ 150 h 150"/>
              <a:gd name="T18" fmla="*/ 29 w 158"/>
              <a:gd name="T19" fmla="*/ 149 h 150"/>
              <a:gd name="T20" fmla="*/ 29 w 158"/>
              <a:gd name="T21" fmla="*/ 144 h 150"/>
              <a:gd name="T22" fmla="*/ 37 w 158"/>
              <a:gd name="T23" fmla="*/ 96 h 150"/>
              <a:gd name="T24" fmla="*/ 2 w 158"/>
              <a:gd name="T25" fmla="*/ 63 h 150"/>
              <a:gd name="T26" fmla="*/ 0 w 158"/>
              <a:gd name="T27" fmla="*/ 57 h 150"/>
              <a:gd name="T28" fmla="*/ 5 w 158"/>
              <a:gd name="T29" fmla="*/ 54 h 150"/>
              <a:gd name="T30" fmla="*/ 53 w 158"/>
              <a:gd name="T31" fmla="*/ 47 h 150"/>
              <a:gd name="T32" fmla="*/ 74 w 158"/>
              <a:gd name="T33" fmla="*/ 4 h 150"/>
              <a:gd name="T34" fmla="*/ 79 w 158"/>
              <a:gd name="T35" fmla="*/ 0 h 150"/>
              <a:gd name="T36" fmla="*/ 83 w 158"/>
              <a:gd name="T37" fmla="*/ 4 h 150"/>
              <a:gd name="T38" fmla="*/ 105 w 158"/>
              <a:gd name="T39" fmla="*/ 47 h 150"/>
              <a:gd name="T40" fmla="*/ 152 w 158"/>
              <a:gd name="T41" fmla="*/ 54 h 150"/>
              <a:gd name="T42" fmla="*/ 157 w 158"/>
              <a:gd name="T43" fmla="*/ 57 h 150"/>
              <a:gd name="T44" fmla="*/ 155 w 158"/>
              <a:gd name="T45" fmla="*/ 63 h 150"/>
              <a:gd name="T46" fmla="*/ 112 w 158"/>
              <a:gd name="T47" fmla="*/ 88 h 150"/>
              <a:gd name="T48" fmla="*/ 137 w 158"/>
              <a:gd name="T49" fmla="*/ 64 h 150"/>
              <a:gd name="T50" fmla="*/ 103 w 158"/>
              <a:gd name="T51" fmla="*/ 59 h 150"/>
              <a:gd name="T52" fmla="*/ 97 w 158"/>
              <a:gd name="T53" fmla="*/ 58 h 150"/>
              <a:gd name="T54" fmla="*/ 94 w 158"/>
              <a:gd name="T55" fmla="*/ 53 h 150"/>
              <a:gd name="T56" fmla="*/ 79 w 158"/>
              <a:gd name="T57" fmla="*/ 22 h 150"/>
              <a:gd name="T58" fmla="*/ 79 w 158"/>
              <a:gd name="T59" fmla="*/ 113 h 150"/>
              <a:gd name="T60" fmla="*/ 84 w 158"/>
              <a:gd name="T61" fmla="*/ 116 h 150"/>
              <a:gd name="T62" fmla="*/ 114 w 158"/>
              <a:gd name="T63" fmla="*/ 132 h 150"/>
              <a:gd name="T64" fmla="*/ 109 w 158"/>
              <a:gd name="T65" fmla="*/ 98 h 150"/>
              <a:gd name="T66" fmla="*/ 108 w 158"/>
              <a:gd name="T67" fmla="*/ 92 h 150"/>
              <a:gd name="T68" fmla="*/ 112 w 158"/>
              <a:gd name="T69" fmla="*/ 88 h 1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58" h="150">
                <a:moveTo>
                  <a:pt x="155" y="63"/>
                </a:moveTo>
                <a:cubicBezTo>
                  <a:pt x="121" y="96"/>
                  <a:pt x="121" y="96"/>
                  <a:pt x="121" y="96"/>
                </a:cubicBezTo>
                <a:cubicBezTo>
                  <a:pt x="129" y="144"/>
                  <a:pt x="129" y="144"/>
                  <a:pt x="129" y="144"/>
                </a:cubicBezTo>
                <a:cubicBezTo>
                  <a:pt x="129" y="146"/>
                  <a:pt x="129" y="147"/>
                  <a:pt x="128" y="149"/>
                </a:cubicBezTo>
                <a:cubicBezTo>
                  <a:pt x="128" y="150"/>
                  <a:pt x="126" y="150"/>
                  <a:pt x="125" y="150"/>
                </a:cubicBezTo>
                <a:cubicBezTo>
                  <a:pt x="124" y="150"/>
                  <a:pt x="123" y="150"/>
                  <a:pt x="121" y="149"/>
                </a:cubicBezTo>
                <a:cubicBezTo>
                  <a:pt x="79" y="127"/>
                  <a:pt x="79" y="127"/>
                  <a:pt x="79" y="127"/>
                </a:cubicBezTo>
                <a:cubicBezTo>
                  <a:pt x="36" y="149"/>
                  <a:pt x="36" y="149"/>
                  <a:pt x="36" y="149"/>
                </a:cubicBezTo>
                <a:cubicBezTo>
                  <a:pt x="35" y="150"/>
                  <a:pt x="34" y="150"/>
                  <a:pt x="33" y="150"/>
                </a:cubicBezTo>
                <a:cubicBezTo>
                  <a:pt x="31" y="150"/>
                  <a:pt x="30" y="150"/>
                  <a:pt x="29" y="149"/>
                </a:cubicBezTo>
                <a:cubicBezTo>
                  <a:pt x="29" y="147"/>
                  <a:pt x="28" y="146"/>
                  <a:pt x="29" y="144"/>
                </a:cubicBezTo>
                <a:cubicBezTo>
                  <a:pt x="37" y="96"/>
                  <a:pt x="37" y="96"/>
                  <a:pt x="37" y="96"/>
                </a:cubicBezTo>
                <a:cubicBezTo>
                  <a:pt x="2" y="63"/>
                  <a:pt x="2" y="63"/>
                  <a:pt x="2" y="63"/>
                </a:cubicBezTo>
                <a:cubicBezTo>
                  <a:pt x="0" y="61"/>
                  <a:pt x="0" y="59"/>
                  <a:pt x="0" y="57"/>
                </a:cubicBezTo>
                <a:cubicBezTo>
                  <a:pt x="1" y="56"/>
                  <a:pt x="3" y="54"/>
                  <a:pt x="5" y="54"/>
                </a:cubicBezTo>
                <a:cubicBezTo>
                  <a:pt x="53" y="47"/>
                  <a:pt x="53" y="47"/>
                  <a:pt x="53" y="47"/>
                </a:cubicBezTo>
                <a:cubicBezTo>
                  <a:pt x="74" y="4"/>
                  <a:pt x="74" y="4"/>
                  <a:pt x="74" y="4"/>
                </a:cubicBezTo>
                <a:cubicBezTo>
                  <a:pt x="75" y="2"/>
                  <a:pt x="77" y="0"/>
                  <a:pt x="79" y="0"/>
                </a:cubicBezTo>
                <a:cubicBezTo>
                  <a:pt x="81" y="0"/>
                  <a:pt x="82" y="2"/>
                  <a:pt x="83" y="4"/>
                </a:cubicBezTo>
                <a:cubicBezTo>
                  <a:pt x="105" y="47"/>
                  <a:pt x="105" y="47"/>
                  <a:pt x="105" y="47"/>
                </a:cubicBezTo>
                <a:cubicBezTo>
                  <a:pt x="152" y="54"/>
                  <a:pt x="152" y="54"/>
                  <a:pt x="152" y="54"/>
                </a:cubicBezTo>
                <a:cubicBezTo>
                  <a:pt x="155" y="54"/>
                  <a:pt x="157" y="56"/>
                  <a:pt x="157" y="57"/>
                </a:cubicBezTo>
                <a:cubicBezTo>
                  <a:pt x="158" y="59"/>
                  <a:pt x="157" y="61"/>
                  <a:pt x="155" y="63"/>
                </a:cubicBezTo>
                <a:close/>
                <a:moveTo>
                  <a:pt x="112" y="88"/>
                </a:moveTo>
                <a:cubicBezTo>
                  <a:pt x="137" y="64"/>
                  <a:pt x="137" y="64"/>
                  <a:pt x="137" y="64"/>
                </a:cubicBezTo>
                <a:cubicBezTo>
                  <a:pt x="103" y="59"/>
                  <a:pt x="103" y="59"/>
                  <a:pt x="103" y="59"/>
                </a:cubicBezTo>
                <a:cubicBezTo>
                  <a:pt x="97" y="58"/>
                  <a:pt x="97" y="58"/>
                  <a:pt x="97" y="58"/>
                </a:cubicBezTo>
                <a:cubicBezTo>
                  <a:pt x="94" y="53"/>
                  <a:pt x="94" y="53"/>
                  <a:pt x="94" y="53"/>
                </a:cubicBezTo>
                <a:cubicBezTo>
                  <a:pt x="79" y="22"/>
                  <a:pt x="79" y="22"/>
                  <a:pt x="79" y="22"/>
                </a:cubicBezTo>
                <a:cubicBezTo>
                  <a:pt x="79" y="113"/>
                  <a:pt x="79" y="113"/>
                  <a:pt x="79" y="113"/>
                </a:cubicBezTo>
                <a:cubicBezTo>
                  <a:pt x="84" y="116"/>
                  <a:pt x="84" y="116"/>
                  <a:pt x="84" y="116"/>
                </a:cubicBezTo>
                <a:cubicBezTo>
                  <a:pt x="114" y="132"/>
                  <a:pt x="114" y="132"/>
                  <a:pt x="114" y="132"/>
                </a:cubicBezTo>
                <a:cubicBezTo>
                  <a:pt x="109" y="98"/>
                  <a:pt x="109" y="98"/>
                  <a:pt x="109" y="98"/>
                </a:cubicBezTo>
                <a:cubicBezTo>
                  <a:pt x="108" y="92"/>
                  <a:pt x="108" y="92"/>
                  <a:pt x="108" y="92"/>
                </a:cubicBezTo>
                <a:lnTo>
                  <a:pt x="112" y="88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62" name="Freeform 265"/>
          <p:cNvSpPr>
            <a:spLocks/>
          </p:cNvSpPr>
          <p:nvPr/>
        </p:nvSpPr>
        <p:spPr bwMode="auto">
          <a:xfrm>
            <a:off x="8046389" y="3985481"/>
            <a:ext cx="190176" cy="192339"/>
          </a:xfrm>
          <a:custGeom>
            <a:avLst/>
            <a:gdLst>
              <a:gd name="T0" fmla="*/ 133 w 134"/>
              <a:gd name="T1" fmla="*/ 9 h 134"/>
              <a:gd name="T2" fmla="*/ 72 w 134"/>
              <a:gd name="T3" fmla="*/ 130 h 134"/>
              <a:gd name="T4" fmla="*/ 67 w 134"/>
              <a:gd name="T5" fmla="*/ 134 h 134"/>
              <a:gd name="T6" fmla="*/ 66 w 134"/>
              <a:gd name="T7" fmla="*/ 133 h 134"/>
              <a:gd name="T8" fmla="*/ 62 w 134"/>
              <a:gd name="T9" fmla="*/ 131 h 134"/>
              <a:gd name="T10" fmla="*/ 61 w 134"/>
              <a:gd name="T11" fmla="*/ 127 h 134"/>
              <a:gd name="T12" fmla="*/ 61 w 134"/>
              <a:gd name="T13" fmla="*/ 73 h 134"/>
              <a:gd name="T14" fmla="*/ 6 w 134"/>
              <a:gd name="T15" fmla="*/ 73 h 134"/>
              <a:gd name="T16" fmla="*/ 3 w 134"/>
              <a:gd name="T17" fmla="*/ 72 h 134"/>
              <a:gd name="T18" fmla="*/ 1 w 134"/>
              <a:gd name="T19" fmla="*/ 68 h 134"/>
              <a:gd name="T20" fmla="*/ 1 w 134"/>
              <a:gd name="T21" fmla="*/ 64 h 134"/>
              <a:gd name="T22" fmla="*/ 4 w 134"/>
              <a:gd name="T23" fmla="*/ 62 h 134"/>
              <a:gd name="T24" fmla="*/ 125 w 134"/>
              <a:gd name="T25" fmla="*/ 1 h 134"/>
              <a:gd name="T26" fmla="*/ 127 w 134"/>
              <a:gd name="T27" fmla="*/ 0 h 134"/>
              <a:gd name="T28" fmla="*/ 132 w 134"/>
              <a:gd name="T29" fmla="*/ 2 h 134"/>
              <a:gd name="T30" fmla="*/ 133 w 134"/>
              <a:gd name="T31" fmla="*/ 5 h 134"/>
              <a:gd name="T32" fmla="*/ 133 w 134"/>
              <a:gd name="T33" fmla="*/ 9 h 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34" h="134">
                <a:moveTo>
                  <a:pt x="133" y="9"/>
                </a:moveTo>
                <a:cubicBezTo>
                  <a:pt x="72" y="130"/>
                  <a:pt x="72" y="130"/>
                  <a:pt x="72" y="130"/>
                </a:cubicBezTo>
                <a:cubicBezTo>
                  <a:pt x="71" y="132"/>
                  <a:pt x="69" y="134"/>
                  <a:pt x="67" y="134"/>
                </a:cubicBezTo>
                <a:cubicBezTo>
                  <a:pt x="67" y="134"/>
                  <a:pt x="66" y="133"/>
                  <a:pt x="66" y="133"/>
                </a:cubicBezTo>
                <a:cubicBezTo>
                  <a:pt x="64" y="133"/>
                  <a:pt x="63" y="132"/>
                  <a:pt x="62" y="131"/>
                </a:cubicBezTo>
                <a:cubicBezTo>
                  <a:pt x="61" y="130"/>
                  <a:pt x="61" y="129"/>
                  <a:pt x="61" y="127"/>
                </a:cubicBezTo>
                <a:cubicBezTo>
                  <a:pt x="61" y="73"/>
                  <a:pt x="61" y="73"/>
                  <a:pt x="61" y="73"/>
                </a:cubicBezTo>
                <a:cubicBezTo>
                  <a:pt x="6" y="73"/>
                  <a:pt x="6" y="73"/>
                  <a:pt x="6" y="73"/>
                </a:cubicBezTo>
                <a:cubicBezTo>
                  <a:pt x="5" y="73"/>
                  <a:pt x="4" y="73"/>
                  <a:pt x="3" y="72"/>
                </a:cubicBezTo>
                <a:cubicBezTo>
                  <a:pt x="2" y="71"/>
                  <a:pt x="1" y="70"/>
                  <a:pt x="1" y="68"/>
                </a:cubicBezTo>
                <a:cubicBezTo>
                  <a:pt x="0" y="67"/>
                  <a:pt x="0" y="66"/>
                  <a:pt x="1" y="64"/>
                </a:cubicBezTo>
                <a:cubicBezTo>
                  <a:pt x="2" y="63"/>
                  <a:pt x="2" y="62"/>
                  <a:pt x="4" y="62"/>
                </a:cubicBezTo>
                <a:cubicBezTo>
                  <a:pt x="125" y="1"/>
                  <a:pt x="125" y="1"/>
                  <a:pt x="125" y="1"/>
                </a:cubicBezTo>
                <a:cubicBezTo>
                  <a:pt x="126" y="1"/>
                  <a:pt x="126" y="0"/>
                  <a:pt x="127" y="0"/>
                </a:cubicBezTo>
                <a:cubicBezTo>
                  <a:pt x="129" y="0"/>
                  <a:pt x="131" y="1"/>
                  <a:pt x="132" y="2"/>
                </a:cubicBezTo>
                <a:cubicBezTo>
                  <a:pt x="133" y="3"/>
                  <a:pt x="133" y="4"/>
                  <a:pt x="133" y="5"/>
                </a:cubicBezTo>
                <a:cubicBezTo>
                  <a:pt x="134" y="7"/>
                  <a:pt x="133" y="8"/>
                  <a:pt x="133" y="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63" name="Freeform 266"/>
          <p:cNvSpPr>
            <a:spLocks noEditPoints="1"/>
          </p:cNvSpPr>
          <p:nvPr/>
        </p:nvSpPr>
        <p:spPr bwMode="auto">
          <a:xfrm>
            <a:off x="8301399" y="3968193"/>
            <a:ext cx="224755" cy="224755"/>
          </a:xfrm>
          <a:custGeom>
            <a:avLst/>
            <a:gdLst>
              <a:gd name="T0" fmla="*/ 158 w 158"/>
              <a:gd name="T1" fmla="*/ 112 h 158"/>
              <a:gd name="T2" fmla="*/ 158 w 158"/>
              <a:gd name="T3" fmla="*/ 130 h 158"/>
              <a:gd name="T4" fmla="*/ 157 w 158"/>
              <a:gd name="T5" fmla="*/ 133 h 158"/>
              <a:gd name="T6" fmla="*/ 155 w 158"/>
              <a:gd name="T7" fmla="*/ 133 h 158"/>
              <a:gd name="T8" fmla="*/ 134 w 158"/>
              <a:gd name="T9" fmla="*/ 133 h 158"/>
              <a:gd name="T10" fmla="*/ 134 w 158"/>
              <a:gd name="T11" fmla="*/ 155 h 158"/>
              <a:gd name="T12" fmla="*/ 133 w 158"/>
              <a:gd name="T13" fmla="*/ 157 h 158"/>
              <a:gd name="T14" fmla="*/ 131 w 158"/>
              <a:gd name="T15" fmla="*/ 158 h 158"/>
              <a:gd name="T16" fmla="*/ 112 w 158"/>
              <a:gd name="T17" fmla="*/ 158 h 158"/>
              <a:gd name="T18" fmla="*/ 110 w 158"/>
              <a:gd name="T19" fmla="*/ 157 h 158"/>
              <a:gd name="T20" fmla="*/ 109 w 158"/>
              <a:gd name="T21" fmla="*/ 155 h 158"/>
              <a:gd name="T22" fmla="*/ 109 w 158"/>
              <a:gd name="T23" fmla="*/ 133 h 158"/>
              <a:gd name="T24" fmla="*/ 28 w 158"/>
              <a:gd name="T25" fmla="*/ 133 h 158"/>
              <a:gd name="T26" fmla="*/ 26 w 158"/>
              <a:gd name="T27" fmla="*/ 133 h 158"/>
              <a:gd name="T28" fmla="*/ 25 w 158"/>
              <a:gd name="T29" fmla="*/ 130 h 158"/>
              <a:gd name="T30" fmla="*/ 25 w 158"/>
              <a:gd name="T31" fmla="*/ 49 h 158"/>
              <a:gd name="T32" fmla="*/ 4 w 158"/>
              <a:gd name="T33" fmla="*/ 49 h 158"/>
              <a:gd name="T34" fmla="*/ 1 w 158"/>
              <a:gd name="T35" fmla="*/ 48 h 158"/>
              <a:gd name="T36" fmla="*/ 0 w 158"/>
              <a:gd name="T37" fmla="*/ 46 h 158"/>
              <a:gd name="T38" fmla="*/ 0 w 158"/>
              <a:gd name="T39" fmla="*/ 28 h 158"/>
              <a:gd name="T40" fmla="*/ 1 w 158"/>
              <a:gd name="T41" fmla="*/ 25 h 158"/>
              <a:gd name="T42" fmla="*/ 4 w 158"/>
              <a:gd name="T43" fmla="*/ 25 h 158"/>
              <a:gd name="T44" fmla="*/ 25 w 158"/>
              <a:gd name="T45" fmla="*/ 25 h 158"/>
              <a:gd name="T46" fmla="*/ 25 w 158"/>
              <a:gd name="T47" fmla="*/ 3 h 158"/>
              <a:gd name="T48" fmla="*/ 26 w 158"/>
              <a:gd name="T49" fmla="*/ 1 h 158"/>
              <a:gd name="T50" fmla="*/ 28 w 158"/>
              <a:gd name="T51" fmla="*/ 0 h 158"/>
              <a:gd name="T52" fmla="*/ 46 w 158"/>
              <a:gd name="T53" fmla="*/ 0 h 158"/>
              <a:gd name="T54" fmla="*/ 48 w 158"/>
              <a:gd name="T55" fmla="*/ 1 h 158"/>
              <a:gd name="T56" fmla="*/ 49 w 158"/>
              <a:gd name="T57" fmla="*/ 3 h 158"/>
              <a:gd name="T58" fmla="*/ 49 w 158"/>
              <a:gd name="T59" fmla="*/ 25 h 158"/>
              <a:gd name="T60" fmla="*/ 129 w 158"/>
              <a:gd name="T61" fmla="*/ 25 h 158"/>
              <a:gd name="T62" fmla="*/ 153 w 158"/>
              <a:gd name="T63" fmla="*/ 1 h 158"/>
              <a:gd name="T64" fmla="*/ 155 w 158"/>
              <a:gd name="T65" fmla="*/ 0 h 158"/>
              <a:gd name="T66" fmla="*/ 157 w 158"/>
              <a:gd name="T67" fmla="*/ 1 h 158"/>
              <a:gd name="T68" fmla="*/ 158 w 158"/>
              <a:gd name="T69" fmla="*/ 3 h 158"/>
              <a:gd name="T70" fmla="*/ 157 w 158"/>
              <a:gd name="T71" fmla="*/ 6 h 158"/>
              <a:gd name="T72" fmla="*/ 134 w 158"/>
              <a:gd name="T73" fmla="*/ 29 h 158"/>
              <a:gd name="T74" fmla="*/ 134 w 158"/>
              <a:gd name="T75" fmla="*/ 109 h 158"/>
              <a:gd name="T76" fmla="*/ 155 w 158"/>
              <a:gd name="T77" fmla="*/ 109 h 158"/>
              <a:gd name="T78" fmla="*/ 157 w 158"/>
              <a:gd name="T79" fmla="*/ 110 h 158"/>
              <a:gd name="T80" fmla="*/ 158 w 158"/>
              <a:gd name="T81" fmla="*/ 112 h 158"/>
              <a:gd name="T82" fmla="*/ 49 w 158"/>
              <a:gd name="T83" fmla="*/ 105 h 158"/>
              <a:gd name="T84" fmla="*/ 105 w 158"/>
              <a:gd name="T85" fmla="*/ 49 h 158"/>
              <a:gd name="T86" fmla="*/ 49 w 158"/>
              <a:gd name="T87" fmla="*/ 49 h 158"/>
              <a:gd name="T88" fmla="*/ 49 w 158"/>
              <a:gd name="T89" fmla="*/ 105 h 158"/>
              <a:gd name="T90" fmla="*/ 53 w 158"/>
              <a:gd name="T91" fmla="*/ 109 h 158"/>
              <a:gd name="T92" fmla="*/ 109 w 158"/>
              <a:gd name="T93" fmla="*/ 109 h 158"/>
              <a:gd name="T94" fmla="*/ 109 w 158"/>
              <a:gd name="T95" fmla="*/ 53 h 158"/>
              <a:gd name="T96" fmla="*/ 53 w 158"/>
              <a:gd name="T97" fmla="*/ 109 h 1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58" h="158">
                <a:moveTo>
                  <a:pt x="158" y="112"/>
                </a:moveTo>
                <a:cubicBezTo>
                  <a:pt x="158" y="130"/>
                  <a:pt x="158" y="130"/>
                  <a:pt x="158" y="130"/>
                </a:cubicBezTo>
                <a:cubicBezTo>
                  <a:pt x="158" y="131"/>
                  <a:pt x="158" y="132"/>
                  <a:pt x="157" y="133"/>
                </a:cubicBezTo>
                <a:cubicBezTo>
                  <a:pt x="156" y="133"/>
                  <a:pt x="156" y="133"/>
                  <a:pt x="155" y="133"/>
                </a:cubicBezTo>
                <a:cubicBezTo>
                  <a:pt x="134" y="133"/>
                  <a:pt x="134" y="133"/>
                  <a:pt x="134" y="133"/>
                </a:cubicBezTo>
                <a:cubicBezTo>
                  <a:pt x="134" y="155"/>
                  <a:pt x="134" y="155"/>
                  <a:pt x="134" y="155"/>
                </a:cubicBezTo>
                <a:cubicBezTo>
                  <a:pt x="134" y="155"/>
                  <a:pt x="133" y="156"/>
                  <a:pt x="133" y="157"/>
                </a:cubicBezTo>
                <a:cubicBezTo>
                  <a:pt x="132" y="157"/>
                  <a:pt x="131" y="158"/>
                  <a:pt x="131" y="158"/>
                </a:cubicBezTo>
                <a:cubicBezTo>
                  <a:pt x="112" y="158"/>
                  <a:pt x="112" y="158"/>
                  <a:pt x="112" y="158"/>
                </a:cubicBezTo>
                <a:cubicBezTo>
                  <a:pt x="112" y="158"/>
                  <a:pt x="111" y="157"/>
                  <a:pt x="110" y="157"/>
                </a:cubicBezTo>
                <a:cubicBezTo>
                  <a:pt x="110" y="156"/>
                  <a:pt x="109" y="155"/>
                  <a:pt x="109" y="155"/>
                </a:cubicBezTo>
                <a:cubicBezTo>
                  <a:pt x="109" y="133"/>
                  <a:pt x="109" y="133"/>
                  <a:pt x="109" y="133"/>
                </a:cubicBezTo>
                <a:cubicBezTo>
                  <a:pt x="28" y="133"/>
                  <a:pt x="28" y="133"/>
                  <a:pt x="28" y="133"/>
                </a:cubicBezTo>
                <a:cubicBezTo>
                  <a:pt x="27" y="133"/>
                  <a:pt x="26" y="133"/>
                  <a:pt x="26" y="133"/>
                </a:cubicBezTo>
                <a:cubicBezTo>
                  <a:pt x="25" y="132"/>
                  <a:pt x="25" y="131"/>
                  <a:pt x="25" y="130"/>
                </a:cubicBezTo>
                <a:cubicBezTo>
                  <a:pt x="25" y="49"/>
                  <a:pt x="25" y="49"/>
                  <a:pt x="25" y="49"/>
                </a:cubicBezTo>
                <a:cubicBezTo>
                  <a:pt x="4" y="49"/>
                  <a:pt x="4" y="49"/>
                  <a:pt x="4" y="49"/>
                </a:cubicBezTo>
                <a:cubicBezTo>
                  <a:pt x="3" y="49"/>
                  <a:pt x="2" y="48"/>
                  <a:pt x="1" y="48"/>
                </a:cubicBezTo>
                <a:cubicBezTo>
                  <a:pt x="1" y="47"/>
                  <a:pt x="0" y="47"/>
                  <a:pt x="0" y="46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7"/>
                  <a:pt x="1" y="26"/>
                  <a:pt x="1" y="25"/>
                </a:cubicBezTo>
                <a:cubicBezTo>
                  <a:pt x="2" y="25"/>
                  <a:pt x="3" y="25"/>
                  <a:pt x="4" y="25"/>
                </a:cubicBezTo>
                <a:cubicBezTo>
                  <a:pt x="25" y="25"/>
                  <a:pt x="25" y="25"/>
                  <a:pt x="25" y="25"/>
                </a:cubicBezTo>
                <a:cubicBezTo>
                  <a:pt x="25" y="3"/>
                  <a:pt x="25" y="3"/>
                  <a:pt x="25" y="3"/>
                </a:cubicBezTo>
                <a:cubicBezTo>
                  <a:pt x="25" y="2"/>
                  <a:pt x="25" y="2"/>
                  <a:pt x="26" y="1"/>
                </a:cubicBezTo>
                <a:cubicBezTo>
                  <a:pt x="26" y="1"/>
                  <a:pt x="27" y="0"/>
                  <a:pt x="28" y="0"/>
                </a:cubicBezTo>
                <a:cubicBezTo>
                  <a:pt x="46" y="0"/>
                  <a:pt x="46" y="0"/>
                  <a:pt x="46" y="0"/>
                </a:cubicBezTo>
                <a:cubicBezTo>
                  <a:pt x="47" y="0"/>
                  <a:pt x="47" y="1"/>
                  <a:pt x="48" y="1"/>
                </a:cubicBezTo>
                <a:cubicBezTo>
                  <a:pt x="49" y="2"/>
                  <a:pt x="49" y="2"/>
                  <a:pt x="49" y="3"/>
                </a:cubicBezTo>
                <a:cubicBezTo>
                  <a:pt x="49" y="25"/>
                  <a:pt x="49" y="25"/>
                  <a:pt x="49" y="25"/>
                </a:cubicBezTo>
                <a:cubicBezTo>
                  <a:pt x="129" y="25"/>
                  <a:pt x="129" y="25"/>
                  <a:pt x="129" y="25"/>
                </a:cubicBezTo>
                <a:cubicBezTo>
                  <a:pt x="153" y="1"/>
                  <a:pt x="153" y="1"/>
                  <a:pt x="153" y="1"/>
                </a:cubicBezTo>
                <a:cubicBezTo>
                  <a:pt x="153" y="1"/>
                  <a:pt x="154" y="0"/>
                  <a:pt x="155" y="0"/>
                </a:cubicBezTo>
                <a:cubicBezTo>
                  <a:pt x="156" y="0"/>
                  <a:pt x="156" y="1"/>
                  <a:pt x="157" y="1"/>
                </a:cubicBezTo>
                <a:cubicBezTo>
                  <a:pt x="158" y="2"/>
                  <a:pt x="158" y="3"/>
                  <a:pt x="158" y="3"/>
                </a:cubicBezTo>
                <a:cubicBezTo>
                  <a:pt x="158" y="4"/>
                  <a:pt x="158" y="5"/>
                  <a:pt x="157" y="6"/>
                </a:cubicBezTo>
                <a:cubicBezTo>
                  <a:pt x="134" y="29"/>
                  <a:pt x="134" y="29"/>
                  <a:pt x="134" y="29"/>
                </a:cubicBezTo>
                <a:cubicBezTo>
                  <a:pt x="134" y="109"/>
                  <a:pt x="134" y="109"/>
                  <a:pt x="134" y="109"/>
                </a:cubicBezTo>
                <a:cubicBezTo>
                  <a:pt x="155" y="109"/>
                  <a:pt x="155" y="109"/>
                  <a:pt x="155" y="109"/>
                </a:cubicBezTo>
                <a:cubicBezTo>
                  <a:pt x="156" y="109"/>
                  <a:pt x="156" y="110"/>
                  <a:pt x="157" y="110"/>
                </a:cubicBezTo>
                <a:cubicBezTo>
                  <a:pt x="158" y="111"/>
                  <a:pt x="158" y="111"/>
                  <a:pt x="158" y="112"/>
                </a:cubicBezTo>
                <a:close/>
                <a:moveTo>
                  <a:pt x="49" y="105"/>
                </a:moveTo>
                <a:cubicBezTo>
                  <a:pt x="105" y="49"/>
                  <a:pt x="105" y="49"/>
                  <a:pt x="105" y="49"/>
                </a:cubicBezTo>
                <a:cubicBezTo>
                  <a:pt x="49" y="49"/>
                  <a:pt x="49" y="49"/>
                  <a:pt x="49" y="49"/>
                </a:cubicBezTo>
                <a:lnTo>
                  <a:pt x="49" y="105"/>
                </a:lnTo>
                <a:close/>
                <a:moveTo>
                  <a:pt x="53" y="109"/>
                </a:moveTo>
                <a:cubicBezTo>
                  <a:pt x="109" y="109"/>
                  <a:pt x="109" y="109"/>
                  <a:pt x="109" y="109"/>
                </a:cubicBezTo>
                <a:cubicBezTo>
                  <a:pt x="109" y="53"/>
                  <a:pt x="109" y="53"/>
                  <a:pt x="109" y="53"/>
                </a:cubicBezTo>
                <a:lnTo>
                  <a:pt x="53" y="109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64" name="Freeform 267"/>
          <p:cNvSpPr>
            <a:spLocks noEditPoints="1"/>
          </p:cNvSpPr>
          <p:nvPr/>
        </p:nvSpPr>
        <p:spPr bwMode="auto">
          <a:xfrm>
            <a:off x="8590985" y="3968193"/>
            <a:ext cx="140472" cy="209627"/>
          </a:xfrm>
          <a:custGeom>
            <a:avLst/>
            <a:gdLst>
              <a:gd name="T0" fmla="*/ 94 w 97"/>
              <a:gd name="T1" fmla="*/ 40 h 146"/>
              <a:gd name="T2" fmla="*/ 66 w 97"/>
              <a:gd name="T3" fmla="*/ 85 h 146"/>
              <a:gd name="T4" fmla="*/ 31 w 97"/>
              <a:gd name="T5" fmla="*/ 100 h 146"/>
              <a:gd name="T6" fmla="*/ 27 w 97"/>
              <a:gd name="T7" fmla="*/ 112 h 146"/>
              <a:gd name="T8" fmla="*/ 36 w 97"/>
              <a:gd name="T9" fmla="*/ 127 h 146"/>
              <a:gd name="T10" fmla="*/ 18 w 97"/>
              <a:gd name="T11" fmla="*/ 146 h 146"/>
              <a:gd name="T12" fmla="*/ 0 w 97"/>
              <a:gd name="T13" fmla="*/ 127 h 146"/>
              <a:gd name="T14" fmla="*/ 9 w 97"/>
              <a:gd name="T15" fmla="*/ 112 h 146"/>
              <a:gd name="T16" fmla="*/ 2 w 97"/>
              <a:gd name="T17" fmla="*/ 28 h 146"/>
              <a:gd name="T18" fmla="*/ 5 w 97"/>
              <a:gd name="T19" fmla="*/ 6 h 146"/>
              <a:gd name="T20" fmla="*/ 31 w 97"/>
              <a:gd name="T21" fmla="*/ 6 h 146"/>
              <a:gd name="T22" fmla="*/ 34 w 97"/>
              <a:gd name="T23" fmla="*/ 28 h 146"/>
              <a:gd name="T24" fmla="*/ 27 w 97"/>
              <a:gd name="T25" fmla="*/ 81 h 146"/>
              <a:gd name="T26" fmla="*/ 50 w 97"/>
              <a:gd name="T27" fmla="*/ 73 h 146"/>
              <a:gd name="T28" fmla="*/ 62 w 97"/>
              <a:gd name="T29" fmla="*/ 66 h 146"/>
              <a:gd name="T30" fmla="*/ 69 w 97"/>
              <a:gd name="T31" fmla="*/ 55 h 146"/>
              <a:gd name="T32" fmla="*/ 63 w 97"/>
              <a:gd name="T33" fmla="*/ 40 h 146"/>
              <a:gd name="T34" fmla="*/ 66 w 97"/>
              <a:gd name="T35" fmla="*/ 18 h 146"/>
              <a:gd name="T36" fmla="*/ 91 w 97"/>
              <a:gd name="T37" fmla="*/ 18 h 146"/>
              <a:gd name="T38" fmla="*/ 24 w 97"/>
              <a:gd name="T39" fmla="*/ 25 h 146"/>
              <a:gd name="T40" fmla="*/ 24 w 97"/>
              <a:gd name="T41" fmla="*/ 12 h 146"/>
              <a:gd name="T42" fmla="*/ 12 w 97"/>
              <a:gd name="T43" fmla="*/ 12 h 146"/>
              <a:gd name="T44" fmla="*/ 12 w 97"/>
              <a:gd name="T45" fmla="*/ 25 h 146"/>
              <a:gd name="T46" fmla="*/ 24 w 97"/>
              <a:gd name="T47" fmla="*/ 25 h 146"/>
              <a:gd name="T48" fmla="*/ 27 w 97"/>
              <a:gd name="T49" fmla="*/ 127 h 146"/>
              <a:gd name="T50" fmla="*/ 18 w 97"/>
              <a:gd name="T51" fmla="*/ 118 h 146"/>
              <a:gd name="T52" fmla="*/ 9 w 97"/>
              <a:gd name="T53" fmla="*/ 127 h 146"/>
              <a:gd name="T54" fmla="*/ 18 w 97"/>
              <a:gd name="T55" fmla="*/ 136 h 146"/>
              <a:gd name="T56" fmla="*/ 85 w 97"/>
              <a:gd name="T57" fmla="*/ 37 h 146"/>
              <a:gd name="T58" fmla="*/ 85 w 97"/>
              <a:gd name="T59" fmla="*/ 24 h 146"/>
              <a:gd name="T60" fmla="*/ 72 w 97"/>
              <a:gd name="T61" fmla="*/ 24 h 146"/>
              <a:gd name="T62" fmla="*/ 72 w 97"/>
              <a:gd name="T63" fmla="*/ 37 h 146"/>
              <a:gd name="T64" fmla="*/ 85 w 97"/>
              <a:gd name="T65" fmla="*/ 37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97" h="146">
                <a:moveTo>
                  <a:pt x="97" y="31"/>
                </a:moveTo>
                <a:cubicBezTo>
                  <a:pt x="97" y="34"/>
                  <a:pt x="96" y="37"/>
                  <a:pt x="94" y="40"/>
                </a:cubicBezTo>
                <a:cubicBezTo>
                  <a:pt x="92" y="42"/>
                  <a:pt x="90" y="45"/>
                  <a:pt x="88" y="46"/>
                </a:cubicBezTo>
                <a:cubicBezTo>
                  <a:pt x="87" y="64"/>
                  <a:pt x="80" y="77"/>
                  <a:pt x="66" y="85"/>
                </a:cubicBezTo>
                <a:cubicBezTo>
                  <a:pt x="62" y="88"/>
                  <a:pt x="55" y="90"/>
                  <a:pt x="47" y="93"/>
                </a:cubicBezTo>
                <a:cubicBezTo>
                  <a:pt x="39" y="96"/>
                  <a:pt x="34" y="98"/>
                  <a:pt x="31" y="100"/>
                </a:cubicBezTo>
                <a:cubicBezTo>
                  <a:pt x="28" y="102"/>
                  <a:pt x="27" y="105"/>
                  <a:pt x="27" y="109"/>
                </a:cubicBezTo>
                <a:cubicBezTo>
                  <a:pt x="27" y="112"/>
                  <a:pt x="27" y="112"/>
                  <a:pt x="27" y="112"/>
                </a:cubicBezTo>
                <a:cubicBezTo>
                  <a:pt x="30" y="113"/>
                  <a:pt x="32" y="115"/>
                  <a:pt x="34" y="118"/>
                </a:cubicBezTo>
                <a:cubicBezTo>
                  <a:pt x="35" y="121"/>
                  <a:pt x="36" y="124"/>
                  <a:pt x="36" y="127"/>
                </a:cubicBezTo>
                <a:cubicBezTo>
                  <a:pt x="36" y="132"/>
                  <a:pt x="34" y="137"/>
                  <a:pt x="31" y="140"/>
                </a:cubicBezTo>
                <a:cubicBezTo>
                  <a:pt x="27" y="144"/>
                  <a:pt x="23" y="146"/>
                  <a:pt x="18" y="146"/>
                </a:cubicBezTo>
                <a:cubicBezTo>
                  <a:pt x="13" y="146"/>
                  <a:pt x="9" y="144"/>
                  <a:pt x="5" y="140"/>
                </a:cubicBezTo>
                <a:cubicBezTo>
                  <a:pt x="2" y="137"/>
                  <a:pt x="0" y="132"/>
                  <a:pt x="0" y="127"/>
                </a:cubicBezTo>
                <a:cubicBezTo>
                  <a:pt x="0" y="124"/>
                  <a:pt x="1" y="121"/>
                  <a:pt x="2" y="118"/>
                </a:cubicBezTo>
                <a:cubicBezTo>
                  <a:pt x="4" y="115"/>
                  <a:pt x="6" y="113"/>
                  <a:pt x="9" y="112"/>
                </a:cubicBezTo>
                <a:cubicBezTo>
                  <a:pt x="9" y="34"/>
                  <a:pt x="9" y="34"/>
                  <a:pt x="9" y="34"/>
                </a:cubicBezTo>
                <a:cubicBezTo>
                  <a:pt x="6" y="33"/>
                  <a:pt x="4" y="30"/>
                  <a:pt x="2" y="28"/>
                </a:cubicBezTo>
                <a:cubicBezTo>
                  <a:pt x="1" y="25"/>
                  <a:pt x="0" y="22"/>
                  <a:pt x="0" y="18"/>
                </a:cubicBezTo>
                <a:cubicBezTo>
                  <a:pt x="0" y="13"/>
                  <a:pt x="2" y="9"/>
                  <a:pt x="5" y="6"/>
                </a:cubicBezTo>
                <a:cubicBezTo>
                  <a:pt x="9" y="2"/>
                  <a:pt x="13" y="0"/>
                  <a:pt x="18" y="0"/>
                </a:cubicBezTo>
                <a:cubicBezTo>
                  <a:pt x="23" y="0"/>
                  <a:pt x="27" y="2"/>
                  <a:pt x="31" y="6"/>
                </a:cubicBezTo>
                <a:cubicBezTo>
                  <a:pt x="34" y="9"/>
                  <a:pt x="36" y="13"/>
                  <a:pt x="36" y="18"/>
                </a:cubicBezTo>
                <a:cubicBezTo>
                  <a:pt x="36" y="22"/>
                  <a:pt x="35" y="25"/>
                  <a:pt x="34" y="28"/>
                </a:cubicBezTo>
                <a:cubicBezTo>
                  <a:pt x="32" y="30"/>
                  <a:pt x="30" y="33"/>
                  <a:pt x="27" y="34"/>
                </a:cubicBezTo>
                <a:cubicBezTo>
                  <a:pt x="27" y="81"/>
                  <a:pt x="27" y="81"/>
                  <a:pt x="27" y="81"/>
                </a:cubicBezTo>
                <a:cubicBezTo>
                  <a:pt x="30" y="80"/>
                  <a:pt x="35" y="78"/>
                  <a:pt x="42" y="76"/>
                </a:cubicBezTo>
                <a:cubicBezTo>
                  <a:pt x="45" y="75"/>
                  <a:pt x="48" y="74"/>
                  <a:pt x="50" y="73"/>
                </a:cubicBezTo>
                <a:cubicBezTo>
                  <a:pt x="52" y="72"/>
                  <a:pt x="54" y="71"/>
                  <a:pt x="57" y="70"/>
                </a:cubicBezTo>
                <a:cubicBezTo>
                  <a:pt x="59" y="69"/>
                  <a:pt x="61" y="68"/>
                  <a:pt x="62" y="66"/>
                </a:cubicBezTo>
                <a:cubicBezTo>
                  <a:pt x="63" y="65"/>
                  <a:pt x="65" y="63"/>
                  <a:pt x="66" y="61"/>
                </a:cubicBezTo>
                <a:cubicBezTo>
                  <a:pt x="67" y="60"/>
                  <a:pt x="68" y="57"/>
                  <a:pt x="69" y="55"/>
                </a:cubicBezTo>
                <a:cubicBezTo>
                  <a:pt x="69" y="52"/>
                  <a:pt x="69" y="50"/>
                  <a:pt x="69" y="46"/>
                </a:cubicBezTo>
                <a:cubicBezTo>
                  <a:pt x="67" y="45"/>
                  <a:pt x="64" y="42"/>
                  <a:pt x="63" y="40"/>
                </a:cubicBezTo>
                <a:cubicBezTo>
                  <a:pt x="61" y="37"/>
                  <a:pt x="60" y="34"/>
                  <a:pt x="60" y="31"/>
                </a:cubicBezTo>
                <a:cubicBezTo>
                  <a:pt x="60" y="26"/>
                  <a:pt x="62" y="21"/>
                  <a:pt x="66" y="18"/>
                </a:cubicBezTo>
                <a:cubicBezTo>
                  <a:pt x="69" y="14"/>
                  <a:pt x="73" y="12"/>
                  <a:pt x="78" y="12"/>
                </a:cubicBezTo>
                <a:cubicBezTo>
                  <a:pt x="83" y="12"/>
                  <a:pt x="88" y="14"/>
                  <a:pt x="91" y="18"/>
                </a:cubicBezTo>
                <a:cubicBezTo>
                  <a:pt x="95" y="21"/>
                  <a:pt x="97" y="26"/>
                  <a:pt x="97" y="31"/>
                </a:cubicBezTo>
                <a:close/>
                <a:moveTo>
                  <a:pt x="24" y="25"/>
                </a:moveTo>
                <a:cubicBezTo>
                  <a:pt x="26" y="23"/>
                  <a:pt x="27" y="21"/>
                  <a:pt x="27" y="18"/>
                </a:cubicBezTo>
                <a:cubicBezTo>
                  <a:pt x="27" y="16"/>
                  <a:pt x="26" y="14"/>
                  <a:pt x="24" y="12"/>
                </a:cubicBezTo>
                <a:cubicBezTo>
                  <a:pt x="23" y="10"/>
                  <a:pt x="20" y="9"/>
                  <a:pt x="18" y="9"/>
                </a:cubicBezTo>
                <a:cubicBezTo>
                  <a:pt x="15" y="9"/>
                  <a:pt x="13" y="10"/>
                  <a:pt x="12" y="12"/>
                </a:cubicBezTo>
                <a:cubicBezTo>
                  <a:pt x="10" y="14"/>
                  <a:pt x="9" y="16"/>
                  <a:pt x="9" y="18"/>
                </a:cubicBezTo>
                <a:cubicBezTo>
                  <a:pt x="9" y="21"/>
                  <a:pt x="10" y="23"/>
                  <a:pt x="12" y="25"/>
                </a:cubicBezTo>
                <a:cubicBezTo>
                  <a:pt x="13" y="27"/>
                  <a:pt x="15" y="28"/>
                  <a:pt x="18" y="28"/>
                </a:cubicBezTo>
                <a:cubicBezTo>
                  <a:pt x="20" y="28"/>
                  <a:pt x="23" y="27"/>
                  <a:pt x="24" y="25"/>
                </a:cubicBezTo>
                <a:close/>
                <a:moveTo>
                  <a:pt x="24" y="134"/>
                </a:moveTo>
                <a:cubicBezTo>
                  <a:pt x="26" y="132"/>
                  <a:pt x="27" y="130"/>
                  <a:pt x="27" y="127"/>
                </a:cubicBezTo>
                <a:cubicBezTo>
                  <a:pt x="27" y="125"/>
                  <a:pt x="26" y="123"/>
                  <a:pt x="24" y="121"/>
                </a:cubicBezTo>
                <a:cubicBezTo>
                  <a:pt x="23" y="119"/>
                  <a:pt x="20" y="118"/>
                  <a:pt x="18" y="118"/>
                </a:cubicBezTo>
                <a:cubicBezTo>
                  <a:pt x="15" y="118"/>
                  <a:pt x="13" y="119"/>
                  <a:pt x="12" y="121"/>
                </a:cubicBezTo>
                <a:cubicBezTo>
                  <a:pt x="10" y="123"/>
                  <a:pt x="9" y="125"/>
                  <a:pt x="9" y="127"/>
                </a:cubicBezTo>
                <a:cubicBezTo>
                  <a:pt x="9" y="130"/>
                  <a:pt x="10" y="132"/>
                  <a:pt x="12" y="134"/>
                </a:cubicBezTo>
                <a:cubicBezTo>
                  <a:pt x="13" y="136"/>
                  <a:pt x="15" y="136"/>
                  <a:pt x="18" y="136"/>
                </a:cubicBezTo>
                <a:cubicBezTo>
                  <a:pt x="20" y="136"/>
                  <a:pt x="23" y="136"/>
                  <a:pt x="24" y="134"/>
                </a:cubicBezTo>
                <a:close/>
                <a:moveTo>
                  <a:pt x="85" y="37"/>
                </a:moveTo>
                <a:cubicBezTo>
                  <a:pt x="87" y="35"/>
                  <a:pt x="88" y="33"/>
                  <a:pt x="88" y="31"/>
                </a:cubicBezTo>
                <a:cubicBezTo>
                  <a:pt x="88" y="28"/>
                  <a:pt x="87" y="26"/>
                  <a:pt x="85" y="24"/>
                </a:cubicBezTo>
                <a:cubicBezTo>
                  <a:pt x="83" y="22"/>
                  <a:pt x="81" y="21"/>
                  <a:pt x="78" y="21"/>
                </a:cubicBezTo>
                <a:cubicBezTo>
                  <a:pt x="76" y="21"/>
                  <a:pt x="74" y="22"/>
                  <a:pt x="72" y="24"/>
                </a:cubicBezTo>
                <a:cubicBezTo>
                  <a:pt x="70" y="26"/>
                  <a:pt x="69" y="28"/>
                  <a:pt x="69" y="31"/>
                </a:cubicBezTo>
                <a:cubicBezTo>
                  <a:pt x="69" y="33"/>
                  <a:pt x="70" y="35"/>
                  <a:pt x="72" y="37"/>
                </a:cubicBezTo>
                <a:cubicBezTo>
                  <a:pt x="74" y="39"/>
                  <a:pt x="76" y="40"/>
                  <a:pt x="78" y="40"/>
                </a:cubicBezTo>
                <a:cubicBezTo>
                  <a:pt x="81" y="40"/>
                  <a:pt x="83" y="39"/>
                  <a:pt x="85" y="3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65" name="Freeform 268"/>
          <p:cNvSpPr>
            <a:spLocks noEditPoints="1"/>
          </p:cNvSpPr>
          <p:nvPr/>
        </p:nvSpPr>
        <p:spPr bwMode="auto">
          <a:xfrm>
            <a:off x="8794130" y="3950905"/>
            <a:ext cx="226916" cy="226916"/>
          </a:xfrm>
          <a:custGeom>
            <a:avLst/>
            <a:gdLst>
              <a:gd name="T0" fmla="*/ 36 w 157"/>
              <a:gd name="T1" fmla="*/ 103 h 158"/>
              <a:gd name="T2" fmla="*/ 33 w 157"/>
              <a:gd name="T3" fmla="*/ 106 h 158"/>
              <a:gd name="T4" fmla="*/ 0 w 157"/>
              <a:gd name="T5" fmla="*/ 105 h 158"/>
              <a:gd name="T6" fmla="*/ 0 w 157"/>
              <a:gd name="T7" fmla="*/ 101 h 158"/>
              <a:gd name="T8" fmla="*/ 33 w 157"/>
              <a:gd name="T9" fmla="*/ 100 h 158"/>
              <a:gd name="T10" fmla="*/ 97 w 157"/>
              <a:gd name="T11" fmla="*/ 47 h 158"/>
              <a:gd name="T12" fmla="*/ 49 w 157"/>
              <a:gd name="T13" fmla="*/ 23 h 158"/>
              <a:gd name="T14" fmla="*/ 36 w 157"/>
              <a:gd name="T15" fmla="*/ 22 h 158"/>
              <a:gd name="T16" fmla="*/ 19 w 157"/>
              <a:gd name="T17" fmla="*/ 43 h 158"/>
              <a:gd name="T18" fmla="*/ 48 w 157"/>
              <a:gd name="T19" fmla="*/ 75 h 158"/>
              <a:gd name="T20" fmla="*/ 41 w 157"/>
              <a:gd name="T21" fmla="*/ 94 h 158"/>
              <a:gd name="T22" fmla="*/ 1 w 157"/>
              <a:gd name="T23" fmla="*/ 43 h 158"/>
              <a:gd name="T24" fmla="*/ 23 w 157"/>
              <a:gd name="T25" fmla="*/ 10 h 158"/>
              <a:gd name="T26" fmla="*/ 61 w 157"/>
              <a:gd name="T27" fmla="*/ 10 h 158"/>
              <a:gd name="T28" fmla="*/ 97 w 157"/>
              <a:gd name="T29" fmla="*/ 47 h 158"/>
              <a:gd name="T30" fmla="*/ 17 w 157"/>
              <a:gd name="T31" fmla="*/ 145 h 158"/>
              <a:gd name="T32" fmla="*/ 13 w 157"/>
              <a:gd name="T33" fmla="*/ 145 h 158"/>
              <a:gd name="T34" fmla="*/ 13 w 157"/>
              <a:gd name="T35" fmla="*/ 140 h 158"/>
              <a:gd name="T36" fmla="*/ 39 w 157"/>
              <a:gd name="T37" fmla="*/ 115 h 158"/>
              <a:gd name="T38" fmla="*/ 42 w 157"/>
              <a:gd name="T39" fmla="*/ 118 h 158"/>
              <a:gd name="T40" fmla="*/ 57 w 157"/>
              <a:gd name="T41" fmla="*/ 124 h 158"/>
              <a:gd name="T42" fmla="*/ 56 w 157"/>
              <a:gd name="T43" fmla="*/ 157 h 158"/>
              <a:gd name="T44" fmla="*/ 52 w 157"/>
              <a:gd name="T45" fmla="*/ 157 h 158"/>
              <a:gd name="T46" fmla="*/ 51 w 157"/>
              <a:gd name="T47" fmla="*/ 124 h 158"/>
              <a:gd name="T48" fmla="*/ 54 w 157"/>
              <a:gd name="T49" fmla="*/ 121 h 158"/>
              <a:gd name="T50" fmla="*/ 57 w 157"/>
              <a:gd name="T51" fmla="*/ 124 h 158"/>
              <a:gd name="T52" fmla="*/ 147 w 157"/>
              <a:gd name="T53" fmla="*/ 134 h 158"/>
              <a:gd name="T54" fmla="*/ 114 w 157"/>
              <a:gd name="T55" fmla="*/ 156 h 158"/>
              <a:gd name="T56" fmla="*/ 63 w 157"/>
              <a:gd name="T57" fmla="*/ 116 h 158"/>
              <a:gd name="T58" fmla="*/ 82 w 157"/>
              <a:gd name="T59" fmla="*/ 109 h 158"/>
              <a:gd name="T60" fmla="*/ 114 w 157"/>
              <a:gd name="T61" fmla="*/ 138 h 158"/>
              <a:gd name="T62" fmla="*/ 135 w 157"/>
              <a:gd name="T63" fmla="*/ 122 h 158"/>
              <a:gd name="T64" fmla="*/ 135 w 157"/>
              <a:gd name="T65" fmla="*/ 109 h 158"/>
              <a:gd name="T66" fmla="*/ 110 w 157"/>
              <a:gd name="T67" fmla="*/ 60 h 158"/>
              <a:gd name="T68" fmla="*/ 147 w 157"/>
              <a:gd name="T69" fmla="*/ 96 h 158"/>
              <a:gd name="T70" fmla="*/ 105 w 157"/>
              <a:gd name="T71" fmla="*/ 3 h 158"/>
              <a:gd name="T72" fmla="*/ 105 w 157"/>
              <a:gd name="T73" fmla="*/ 36 h 158"/>
              <a:gd name="T74" fmla="*/ 100 w 157"/>
              <a:gd name="T75" fmla="*/ 36 h 158"/>
              <a:gd name="T76" fmla="*/ 99 w 157"/>
              <a:gd name="T77" fmla="*/ 3 h 158"/>
              <a:gd name="T78" fmla="*/ 102 w 157"/>
              <a:gd name="T79" fmla="*/ 0 h 158"/>
              <a:gd name="T80" fmla="*/ 105 w 157"/>
              <a:gd name="T81" fmla="*/ 3 h 158"/>
              <a:gd name="T82" fmla="*/ 120 w 157"/>
              <a:gd name="T83" fmla="*/ 42 h 158"/>
              <a:gd name="T84" fmla="*/ 115 w 157"/>
              <a:gd name="T85" fmla="*/ 42 h 158"/>
              <a:gd name="T86" fmla="*/ 115 w 157"/>
              <a:gd name="T87" fmla="*/ 37 h 158"/>
              <a:gd name="T88" fmla="*/ 142 w 157"/>
              <a:gd name="T89" fmla="*/ 12 h 158"/>
              <a:gd name="T90" fmla="*/ 145 w 157"/>
              <a:gd name="T91" fmla="*/ 15 h 158"/>
              <a:gd name="T92" fmla="*/ 156 w 157"/>
              <a:gd name="T93" fmla="*/ 52 h 158"/>
              <a:gd name="T94" fmla="*/ 156 w 157"/>
              <a:gd name="T95" fmla="*/ 57 h 158"/>
              <a:gd name="T96" fmla="*/ 124 w 157"/>
              <a:gd name="T97" fmla="*/ 58 h 158"/>
              <a:gd name="T98" fmla="*/ 121 w 157"/>
              <a:gd name="T99" fmla="*/ 55 h 158"/>
              <a:gd name="T100" fmla="*/ 124 w 157"/>
              <a:gd name="T101" fmla="*/ 52 h 158"/>
              <a:gd name="T102" fmla="*/ 156 w 157"/>
              <a:gd name="T103" fmla="*/ 52 h 1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57" h="158">
                <a:moveTo>
                  <a:pt x="35" y="101"/>
                </a:moveTo>
                <a:cubicBezTo>
                  <a:pt x="36" y="101"/>
                  <a:pt x="36" y="102"/>
                  <a:pt x="36" y="103"/>
                </a:cubicBezTo>
                <a:cubicBezTo>
                  <a:pt x="36" y="104"/>
                  <a:pt x="36" y="105"/>
                  <a:pt x="35" y="105"/>
                </a:cubicBezTo>
                <a:cubicBezTo>
                  <a:pt x="34" y="106"/>
                  <a:pt x="34" y="106"/>
                  <a:pt x="33" y="106"/>
                </a:cubicBezTo>
                <a:cubicBezTo>
                  <a:pt x="3" y="106"/>
                  <a:pt x="3" y="106"/>
                  <a:pt x="3" y="106"/>
                </a:cubicBezTo>
                <a:cubicBezTo>
                  <a:pt x="2" y="106"/>
                  <a:pt x="1" y="106"/>
                  <a:pt x="0" y="105"/>
                </a:cubicBezTo>
                <a:cubicBezTo>
                  <a:pt x="0" y="105"/>
                  <a:pt x="0" y="104"/>
                  <a:pt x="0" y="103"/>
                </a:cubicBezTo>
                <a:cubicBezTo>
                  <a:pt x="0" y="102"/>
                  <a:pt x="0" y="101"/>
                  <a:pt x="0" y="101"/>
                </a:cubicBezTo>
                <a:cubicBezTo>
                  <a:pt x="1" y="100"/>
                  <a:pt x="2" y="100"/>
                  <a:pt x="3" y="100"/>
                </a:cubicBezTo>
                <a:cubicBezTo>
                  <a:pt x="33" y="100"/>
                  <a:pt x="33" y="100"/>
                  <a:pt x="33" y="100"/>
                </a:cubicBezTo>
                <a:cubicBezTo>
                  <a:pt x="34" y="100"/>
                  <a:pt x="34" y="100"/>
                  <a:pt x="35" y="101"/>
                </a:cubicBezTo>
                <a:close/>
                <a:moveTo>
                  <a:pt x="97" y="47"/>
                </a:moveTo>
                <a:cubicBezTo>
                  <a:pt x="74" y="48"/>
                  <a:pt x="74" y="48"/>
                  <a:pt x="74" y="48"/>
                </a:cubicBezTo>
                <a:cubicBezTo>
                  <a:pt x="49" y="23"/>
                  <a:pt x="49" y="23"/>
                  <a:pt x="49" y="23"/>
                </a:cubicBezTo>
                <a:cubicBezTo>
                  <a:pt x="47" y="21"/>
                  <a:pt x="45" y="20"/>
                  <a:pt x="42" y="20"/>
                </a:cubicBezTo>
                <a:cubicBezTo>
                  <a:pt x="40" y="20"/>
                  <a:pt x="38" y="21"/>
                  <a:pt x="36" y="22"/>
                </a:cubicBezTo>
                <a:cubicBezTo>
                  <a:pt x="22" y="36"/>
                  <a:pt x="22" y="36"/>
                  <a:pt x="22" y="36"/>
                </a:cubicBezTo>
                <a:cubicBezTo>
                  <a:pt x="20" y="38"/>
                  <a:pt x="19" y="40"/>
                  <a:pt x="19" y="43"/>
                </a:cubicBezTo>
                <a:cubicBezTo>
                  <a:pt x="19" y="45"/>
                  <a:pt x="20" y="47"/>
                  <a:pt x="22" y="49"/>
                </a:cubicBezTo>
                <a:cubicBezTo>
                  <a:pt x="48" y="75"/>
                  <a:pt x="48" y="75"/>
                  <a:pt x="48" y="75"/>
                </a:cubicBezTo>
                <a:cubicBezTo>
                  <a:pt x="46" y="98"/>
                  <a:pt x="46" y="98"/>
                  <a:pt x="46" y="98"/>
                </a:cubicBezTo>
                <a:cubicBezTo>
                  <a:pt x="44" y="96"/>
                  <a:pt x="42" y="95"/>
                  <a:pt x="41" y="94"/>
                </a:cubicBezTo>
                <a:cubicBezTo>
                  <a:pt x="9" y="62"/>
                  <a:pt x="9" y="62"/>
                  <a:pt x="9" y="62"/>
                </a:cubicBezTo>
                <a:cubicBezTo>
                  <a:pt x="4" y="56"/>
                  <a:pt x="1" y="50"/>
                  <a:pt x="1" y="43"/>
                </a:cubicBezTo>
                <a:cubicBezTo>
                  <a:pt x="1" y="35"/>
                  <a:pt x="4" y="29"/>
                  <a:pt x="9" y="23"/>
                </a:cubicBezTo>
                <a:cubicBezTo>
                  <a:pt x="23" y="10"/>
                  <a:pt x="23" y="10"/>
                  <a:pt x="23" y="10"/>
                </a:cubicBezTo>
                <a:cubicBezTo>
                  <a:pt x="28" y="4"/>
                  <a:pt x="35" y="2"/>
                  <a:pt x="42" y="2"/>
                </a:cubicBezTo>
                <a:cubicBezTo>
                  <a:pt x="50" y="2"/>
                  <a:pt x="56" y="4"/>
                  <a:pt x="61" y="10"/>
                </a:cubicBezTo>
                <a:cubicBezTo>
                  <a:pt x="93" y="41"/>
                  <a:pt x="93" y="41"/>
                  <a:pt x="93" y="41"/>
                </a:cubicBezTo>
                <a:cubicBezTo>
                  <a:pt x="94" y="43"/>
                  <a:pt x="96" y="45"/>
                  <a:pt x="97" y="47"/>
                </a:cubicBezTo>
                <a:close/>
                <a:moveTo>
                  <a:pt x="41" y="120"/>
                </a:moveTo>
                <a:cubicBezTo>
                  <a:pt x="17" y="145"/>
                  <a:pt x="17" y="145"/>
                  <a:pt x="17" y="145"/>
                </a:cubicBezTo>
                <a:cubicBezTo>
                  <a:pt x="16" y="145"/>
                  <a:pt x="16" y="145"/>
                  <a:pt x="15" y="145"/>
                </a:cubicBezTo>
                <a:cubicBezTo>
                  <a:pt x="14" y="145"/>
                  <a:pt x="13" y="145"/>
                  <a:pt x="13" y="145"/>
                </a:cubicBezTo>
                <a:cubicBezTo>
                  <a:pt x="12" y="144"/>
                  <a:pt x="12" y="143"/>
                  <a:pt x="12" y="142"/>
                </a:cubicBezTo>
                <a:cubicBezTo>
                  <a:pt x="12" y="142"/>
                  <a:pt x="12" y="141"/>
                  <a:pt x="13" y="140"/>
                </a:cubicBezTo>
                <a:cubicBezTo>
                  <a:pt x="37" y="116"/>
                  <a:pt x="37" y="116"/>
                  <a:pt x="37" y="116"/>
                </a:cubicBezTo>
                <a:cubicBezTo>
                  <a:pt x="37" y="115"/>
                  <a:pt x="38" y="115"/>
                  <a:pt x="39" y="115"/>
                </a:cubicBezTo>
                <a:cubicBezTo>
                  <a:pt x="40" y="115"/>
                  <a:pt x="40" y="115"/>
                  <a:pt x="41" y="116"/>
                </a:cubicBezTo>
                <a:cubicBezTo>
                  <a:pt x="42" y="117"/>
                  <a:pt x="42" y="117"/>
                  <a:pt x="42" y="118"/>
                </a:cubicBezTo>
                <a:cubicBezTo>
                  <a:pt x="42" y="119"/>
                  <a:pt x="42" y="120"/>
                  <a:pt x="41" y="120"/>
                </a:cubicBezTo>
                <a:close/>
                <a:moveTo>
                  <a:pt x="57" y="124"/>
                </a:moveTo>
                <a:cubicBezTo>
                  <a:pt x="57" y="155"/>
                  <a:pt x="57" y="155"/>
                  <a:pt x="57" y="155"/>
                </a:cubicBezTo>
                <a:cubicBezTo>
                  <a:pt x="57" y="155"/>
                  <a:pt x="57" y="156"/>
                  <a:pt x="56" y="157"/>
                </a:cubicBezTo>
                <a:cubicBezTo>
                  <a:pt x="56" y="157"/>
                  <a:pt x="55" y="158"/>
                  <a:pt x="54" y="158"/>
                </a:cubicBezTo>
                <a:cubicBezTo>
                  <a:pt x="53" y="158"/>
                  <a:pt x="52" y="157"/>
                  <a:pt x="52" y="157"/>
                </a:cubicBezTo>
                <a:cubicBezTo>
                  <a:pt x="51" y="156"/>
                  <a:pt x="51" y="155"/>
                  <a:pt x="51" y="155"/>
                </a:cubicBezTo>
                <a:cubicBezTo>
                  <a:pt x="51" y="124"/>
                  <a:pt x="51" y="124"/>
                  <a:pt x="51" y="124"/>
                </a:cubicBezTo>
                <a:cubicBezTo>
                  <a:pt x="51" y="123"/>
                  <a:pt x="51" y="123"/>
                  <a:pt x="52" y="122"/>
                </a:cubicBezTo>
                <a:cubicBezTo>
                  <a:pt x="52" y="122"/>
                  <a:pt x="53" y="121"/>
                  <a:pt x="54" y="121"/>
                </a:cubicBezTo>
                <a:cubicBezTo>
                  <a:pt x="55" y="121"/>
                  <a:pt x="56" y="122"/>
                  <a:pt x="56" y="122"/>
                </a:cubicBezTo>
                <a:cubicBezTo>
                  <a:pt x="57" y="123"/>
                  <a:pt x="57" y="123"/>
                  <a:pt x="57" y="124"/>
                </a:cubicBezTo>
                <a:close/>
                <a:moveTo>
                  <a:pt x="155" y="115"/>
                </a:moveTo>
                <a:cubicBezTo>
                  <a:pt x="155" y="123"/>
                  <a:pt x="153" y="129"/>
                  <a:pt x="147" y="134"/>
                </a:cubicBezTo>
                <a:cubicBezTo>
                  <a:pt x="133" y="148"/>
                  <a:pt x="133" y="148"/>
                  <a:pt x="133" y="148"/>
                </a:cubicBezTo>
                <a:cubicBezTo>
                  <a:pt x="128" y="153"/>
                  <a:pt x="122" y="156"/>
                  <a:pt x="114" y="156"/>
                </a:cubicBezTo>
                <a:cubicBezTo>
                  <a:pt x="107" y="156"/>
                  <a:pt x="100" y="153"/>
                  <a:pt x="95" y="148"/>
                </a:cubicBezTo>
                <a:cubicBezTo>
                  <a:pt x="63" y="116"/>
                  <a:pt x="63" y="116"/>
                  <a:pt x="63" y="116"/>
                </a:cubicBezTo>
                <a:cubicBezTo>
                  <a:pt x="62" y="115"/>
                  <a:pt x="61" y="113"/>
                  <a:pt x="59" y="111"/>
                </a:cubicBezTo>
                <a:cubicBezTo>
                  <a:pt x="82" y="109"/>
                  <a:pt x="82" y="109"/>
                  <a:pt x="82" y="109"/>
                </a:cubicBezTo>
                <a:cubicBezTo>
                  <a:pt x="108" y="135"/>
                  <a:pt x="108" y="135"/>
                  <a:pt x="108" y="135"/>
                </a:cubicBezTo>
                <a:cubicBezTo>
                  <a:pt x="110" y="137"/>
                  <a:pt x="112" y="138"/>
                  <a:pt x="114" y="138"/>
                </a:cubicBezTo>
                <a:cubicBezTo>
                  <a:pt x="117" y="138"/>
                  <a:pt x="119" y="137"/>
                  <a:pt x="121" y="135"/>
                </a:cubicBezTo>
                <a:cubicBezTo>
                  <a:pt x="135" y="122"/>
                  <a:pt x="135" y="122"/>
                  <a:pt x="135" y="122"/>
                </a:cubicBezTo>
                <a:cubicBezTo>
                  <a:pt x="136" y="120"/>
                  <a:pt x="137" y="118"/>
                  <a:pt x="137" y="115"/>
                </a:cubicBezTo>
                <a:cubicBezTo>
                  <a:pt x="137" y="113"/>
                  <a:pt x="136" y="111"/>
                  <a:pt x="135" y="109"/>
                </a:cubicBezTo>
                <a:cubicBezTo>
                  <a:pt x="109" y="83"/>
                  <a:pt x="109" y="83"/>
                  <a:pt x="109" y="83"/>
                </a:cubicBezTo>
                <a:cubicBezTo>
                  <a:pt x="110" y="60"/>
                  <a:pt x="110" y="60"/>
                  <a:pt x="110" y="60"/>
                </a:cubicBezTo>
                <a:cubicBezTo>
                  <a:pt x="113" y="61"/>
                  <a:pt x="114" y="63"/>
                  <a:pt x="116" y="64"/>
                </a:cubicBezTo>
                <a:cubicBezTo>
                  <a:pt x="147" y="96"/>
                  <a:pt x="147" y="96"/>
                  <a:pt x="147" y="96"/>
                </a:cubicBezTo>
                <a:cubicBezTo>
                  <a:pt x="153" y="101"/>
                  <a:pt x="155" y="108"/>
                  <a:pt x="155" y="115"/>
                </a:cubicBezTo>
                <a:close/>
                <a:moveTo>
                  <a:pt x="105" y="3"/>
                </a:moveTo>
                <a:cubicBezTo>
                  <a:pt x="105" y="33"/>
                  <a:pt x="105" y="33"/>
                  <a:pt x="105" y="33"/>
                </a:cubicBezTo>
                <a:cubicBezTo>
                  <a:pt x="105" y="34"/>
                  <a:pt x="105" y="35"/>
                  <a:pt x="105" y="36"/>
                </a:cubicBezTo>
                <a:cubicBezTo>
                  <a:pt x="104" y="36"/>
                  <a:pt x="103" y="37"/>
                  <a:pt x="102" y="37"/>
                </a:cubicBezTo>
                <a:cubicBezTo>
                  <a:pt x="102" y="37"/>
                  <a:pt x="101" y="36"/>
                  <a:pt x="100" y="36"/>
                </a:cubicBezTo>
                <a:cubicBezTo>
                  <a:pt x="100" y="35"/>
                  <a:pt x="99" y="34"/>
                  <a:pt x="99" y="33"/>
                </a:cubicBezTo>
                <a:cubicBezTo>
                  <a:pt x="99" y="3"/>
                  <a:pt x="99" y="3"/>
                  <a:pt x="99" y="3"/>
                </a:cubicBezTo>
                <a:cubicBezTo>
                  <a:pt x="99" y="2"/>
                  <a:pt x="100" y="2"/>
                  <a:pt x="100" y="1"/>
                </a:cubicBezTo>
                <a:cubicBezTo>
                  <a:pt x="101" y="0"/>
                  <a:pt x="102" y="0"/>
                  <a:pt x="102" y="0"/>
                </a:cubicBezTo>
                <a:cubicBezTo>
                  <a:pt x="103" y="0"/>
                  <a:pt x="104" y="0"/>
                  <a:pt x="105" y="1"/>
                </a:cubicBezTo>
                <a:cubicBezTo>
                  <a:pt x="105" y="2"/>
                  <a:pt x="105" y="2"/>
                  <a:pt x="105" y="3"/>
                </a:cubicBezTo>
                <a:close/>
                <a:moveTo>
                  <a:pt x="144" y="18"/>
                </a:moveTo>
                <a:cubicBezTo>
                  <a:pt x="120" y="42"/>
                  <a:pt x="120" y="42"/>
                  <a:pt x="120" y="42"/>
                </a:cubicBezTo>
                <a:cubicBezTo>
                  <a:pt x="119" y="42"/>
                  <a:pt x="118" y="43"/>
                  <a:pt x="118" y="43"/>
                </a:cubicBezTo>
                <a:cubicBezTo>
                  <a:pt x="117" y="43"/>
                  <a:pt x="116" y="42"/>
                  <a:pt x="115" y="42"/>
                </a:cubicBezTo>
                <a:cubicBezTo>
                  <a:pt x="115" y="41"/>
                  <a:pt x="115" y="40"/>
                  <a:pt x="115" y="40"/>
                </a:cubicBezTo>
                <a:cubicBezTo>
                  <a:pt x="115" y="39"/>
                  <a:pt x="115" y="38"/>
                  <a:pt x="115" y="37"/>
                </a:cubicBezTo>
                <a:cubicBezTo>
                  <a:pt x="140" y="13"/>
                  <a:pt x="140" y="13"/>
                  <a:pt x="140" y="13"/>
                </a:cubicBezTo>
                <a:cubicBezTo>
                  <a:pt x="140" y="13"/>
                  <a:pt x="141" y="12"/>
                  <a:pt x="142" y="12"/>
                </a:cubicBezTo>
                <a:cubicBezTo>
                  <a:pt x="143" y="12"/>
                  <a:pt x="143" y="13"/>
                  <a:pt x="144" y="13"/>
                </a:cubicBezTo>
                <a:cubicBezTo>
                  <a:pt x="145" y="14"/>
                  <a:pt x="145" y="15"/>
                  <a:pt x="145" y="15"/>
                </a:cubicBezTo>
                <a:cubicBezTo>
                  <a:pt x="145" y="16"/>
                  <a:pt x="145" y="17"/>
                  <a:pt x="144" y="18"/>
                </a:cubicBezTo>
                <a:close/>
                <a:moveTo>
                  <a:pt x="156" y="52"/>
                </a:moveTo>
                <a:cubicBezTo>
                  <a:pt x="157" y="53"/>
                  <a:pt x="157" y="54"/>
                  <a:pt x="157" y="55"/>
                </a:cubicBezTo>
                <a:cubicBezTo>
                  <a:pt x="157" y="56"/>
                  <a:pt x="157" y="56"/>
                  <a:pt x="156" y="57"/>
                </a:cubicBezTo>
                <a:cubicBezTo>
                  <a:pt x="155" y="57"/>
                  <a:pt x="155" y="58"/>
                  <a:pt x="154" y="58"/>
                </a:cubicBezTo>
                <a:cubicBezTo>
                  <a:pt x="124" y="58"/>
                  <a:pt x="124" y="58"/>
                  <a:pt x="124" y="58"/>
                </a:cubicBezTo>
                <a:cubicBezTo>
                  <a:pt x="123" y="58"/>
                  <a:pt x="122" y="57"/>
                  <a:pt x="121" y="57"/>
                </a:cubicBezTo>
                <a:cubicBezTo>
                  <a:pt x="121" y="56"/>
                  <a:pt x="121" y="56"/>
                  <a:pt x="121" y="55"/>
                </a:cubicBezTo>
                <a:cubicBezTo>
                  <a:pt x="121" y="54"/>
                  <a:pt x="121" y="53"/>
                  <a:pt x="121" y="52"/>
                </a:cubicBezTo>
                <a:cubicBezTo>
                  <a:pt x="122" y="52"/>
                  <a:pt x="123" y="52"/>
                  <a:pt x="124" y="52"/>
                </a:cubicBezTo>
                <a:cubicBezTo>
                  <a:pt x="154" y="52"/>
                  <a:pt x="154" y="52"/>
                  <a:pt x="154" y="52"/>
                </a:cubicBezTo>
                <a:cubicBezTo>
                  <a:pt x="155" y="52"/>
                  <a:pt x="155" y="52"/>
                  <a:pt x="156" y="52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66" name="Freeform 269"/>
          <p:cNvSpPr>
            <a:spLocks noEditPoints="1"/>
          </p:cNvSpPr>
          <p:nvPr/>
        </p:nvSpPr>
        <p:spPr bwMode="auto">
          <a:xfrm>
            <a:off x="9096683" y="3985482"/>
            <a:ext cx="125344" cy="172887"/>
          </a:xfrm>
          <a:custGeom>
            <a:avLst/>
            <a:gdLst>
              <a:gd name="T0" fmla="*/ 87 w 87"/>
              <a:gd name="T1" fmla="*/ 38 h 121"/>
              <a:gd name="T2" fmla="*/ 86 w 87"/>
              <a:gd name="T3" fmla="*/ 48 h 121"/>
              <a:gd name="T4" fmla="*/ 83 w 87"/>
              <a:gd name="T5" fmla="*/ 55 h 121"/>
              <a:gd name="T6" fmla="*/ 77 w 87"/>
              <a:gd name="T7" fmla="*/ 61 h 121"/>
              <a:gd name="T8" fmla="*/ 72 w 87"/>
              <a:gd name="T9" fmla="*/ 65 h 121"/>
              <a:gd name="T10" fmla="*/ 66 w 87"/>
              <a:gd name="T11" fmla="*/ 68 h 121"/>
              <a:gd name="T12" fmla="*/ 60 w 87"/>
              <a:gd name="T13" fmla="*/ 74 h 121"/>
              <a:gd name="T14" fmla="*/ 57 w 87"/>
              <a:gd name="T15" fmla="*/ 81 h 121"/>
              <a:gd name="T16" fmla="*/ 56 w 87"/>
              <a:gd name="T17" fmla="*/ 84 h 121"/>
              <a:gd name="T18" fmla="*/ 53 w 87"/>
              <a:gd name="T19" fmla="*/ 85 h 121"/>
              <a:gd name="T20" fmla="*/ 31 w 87"/>
              <a:gd name="T21" fmla="*/ 85 h 121"/>
              <a:gd name="T22" fmla="*/ 28 w 87"/>
              <a:gd name="T23" fmla="*/ 83 h 121"/>
              <a:gd name="T24" fmla="*/ 27 w 87"/>
              <a:gd name="T25" fmla="*/ 80 h 121"/>
              <a:gd name="T26" fmla="*/ 27 w 87"/>
              <a:gd name="T27" fmla="*/ 76 h 121"/>
              <a:gd name="T28" fmla="*/ 33 w 87"/>
              <a:gd name="T29" fmla="*/ 61 h 121"/>
              <a:gd name="T30" fmla="*/ 47 w 87"/>
              <a:gd name="T31" fmla="*/ 51 h 121"/>
              <a:gd name="T32" fmla="*/ 55 w 87"/>
              <a:gd name="T33" fmla="*/ 45 h 121"/>
              <a:gd name="T34" fmla="*/ 57 w 87"/>
              <a:gd name="T35" fmla="*/ 38 h 121"/>
              <a:gd name="T36" fmla="*/ 53 w 87"/>
              <a:gd name="T37" fmla="*/ 31 h 121"/>
              <a:gd name="T38" fmla="*/ 43 w 87"/>
              <a:gd name="T39" fmla="*/ 28 h 121"/>
              <a:gd name="T40" fmla="*/ 32 w 87"/>
              <a:gd name="T41" fmla="*/ 31 h 121"/>
              <a:gd name="T42" fmla="*/ 22 w 87"/>
              <a:gd name="T43" fmla="*/ 42 h 121"/>
              <a:gd name="T44" fmla="*/ 19 w 87"/>
              <a:gd name="T45" fmla="*/ 43 h 121"/>
              <a:gd name="T46" fmla="*/ 17 w 87"/>
              <a:gd name="T47" fmla="*/ 42 h 121"/>
              <a:gd name="T48" fmla="*/ 1 w 87"/>
              <a:gd name="T49" fmla="*/ 31 h 121"/>
              <a:gd name="T50" fmla="*/ 0 w 87"/>
              <a:gd name="T51" fmla="*/ 28 h 121"/>
              <a:gd name="T52" fmla="*/ 1 w 87"/>
              <a:gd name="T53" fmla="*/ 26 h 121"/>
              <a:gd name="T54" fmla="*/ 44 w 87"/>
              <a:gd name="T55" fmla="*/ 0 h 121"/>
              <a:gd name="T56" fmla="*/ 60 w 87"/>
              <a:gd name="T57" fmla="*/ 3 h 121"/>
              <a:gd name="T58" fmla="*/ 73 w 87"/>
              <a:gd name="T59" fmla="*/ 11 h 121"/>
              <a:gd name="T60" fmla="*/ 83 w 87"/>
              <a:gd name="T61" fmla="*/ 23 h 121"/>
              <a:gd name="T62" fmla="*/ 87 w 87"/>
              <a:gd name="T63" fmla="*/ 38 h 121"/>
              <a:gd name="T64" fmla="*/ 57 w 87"/>
              <a:gd name="T65" fmla="*/ 95 h 121"/>
              <a:gd name="T66" fmla="*/ 57 w 87"/>
              <a:gd name="T67" fmla="*/ 118 h 121"/>
              <a:gd name="T68" fmla="*/ 56 w 87"/>
              <a:gd name="T69" fmla="*/ 120 h 121"/>
              <a:gd name="T70" fmla="*/ 54 w 87"/>
              <a:gd name="T71" fmla="*/ 121 h 121"/>
              <a:gd name="T72" fmla="*/ 31 w 87"/>
              <a:gd name="T73" fmla="*/ 121 h 121"/>
              <a:gd name="T74" fmla="*/ 28 w 87"/>
              <a:gd name="T75" fmla="*/ 120 h 121"/>
              <a:gd name="T76" fmla="*/ 27 w 87"/>
              <a:gd name="T77" fmla="*/ 118 h 121"/>
              <a:gd name="T78" fmla="*/ 27 w 87"/>
              <a:gd name="T79" fmla="*/ 95 h 121"/>
              <a:gd name="T80" fmla="*/ 28 w 87"/>
              <a:gd name="T81" fmla="*/ 92 h 121"/>
              <a:gd name="T82" fmla="*/ 31 w 87"/>
              <a:gd name="T83" fmla="*/ 91 h 121"/>
              <a:gd name="T84" fmla="*/ 54 w 87"/>
              <a:gd name="T85" fmla="*/ 91 h 121"/>
              <a:gd name="T86" fmla="*/ 56 w 87"/>
              <a:gd name="T87" fmla="*/ 92 h 121"/>
              <a:gd name="T88" fmla="*/ 57 w 87"/>
              <a:gd name="T89" fmla="*/ 95 h 1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87" h="121">
                <a:moveTo>
                  <a:pt x="87" y="38"/>
                </a:moveTo>
                <a:cubicBezTo>
                  <a:pt x="87" y="42"/>
                  <a:pt x="87" y="45"/>
                  <a:pt x="86" y="48"/>
                </a:cubicBezTo>
                <a:cubicBezTo>
                  <a:pt x="85" y="51"/>
                  <a:pt x="84" y="53"/>
                  <a:pt x="83" y="55"/>
                </a:cubicBezTo>
                <a:cubicBezTo>
                  <a:pt x="81" y="57"/>
                  <a:pt x="80" y="59"/>
                  <a:pt x="77" y="61"/>
                </a:cubicBezTo>
                <a:cubicBezTo>
                  <a:pt x="75" y="63"/>
                  <a:pt x="73" y="64"/>
                  <a:pt x="72" y="65"/>
                </a:cubicBezTo>
                <a:cubicBezTo>
                  <a:pt x="71" y="66"/>
                  <a:pt x="69" y="67"/>
                  <a:pt x="66" y="68"/>
                </a:cubicBezTo>
                <a:cubicBezTo>
                  <a:pt x="64" y="70"/>
                  <a:pt x="61" y="72"/>
                  <a:pt x="60" y="74"/>
                </a:cubicBezTo>
                <a:cubicBezTo>
                  <a:pt x="58" y="77"/>
                  <a:pt x="57" y="79"/>
                  <a:pt x="57" y="81"/>
                </a:cubicBezTo>
                <a:cubicBezTo>
                  <a:pt x="57" y="82"/>
                  <a:pt x="57" y="83"/>
                  <a:pt x="56" y="84"/>
                </a:cubicBezTo>
                <a:cubicBezTo>
                  <a:pt x="55" y="85"/>
                  <a:pt x="54" y="85"/>
                  <a:pt x="53" y="85"/>
                </a:cubicBezTo>
                <a:cubicBezTo>
                  <a:pt x="31" y="85"/>
                  <a:pt x="31" y="85"/>
                  <a:pt x="31" y="85"/>
                </a:cubicBezTo>
                <a:cubicBezTo>
                  <a:pt x="30" y="85"/>
                  <a:pt x="29" y="85"/>
                  <a:pt x="28" y="83"/>
                </a:cubicBezTo>
                <a:cubicBezTo>
                  <a:pt x="27" y="82"/>
                  <a:pt x="27" y="81"/>
                  <a:pt x="27" y="80"/>
                </a:cubicBezTo>
                <a:cubicBezTo>
                  <a:pt x="27" y="76"/>
                  <a:pt x="27" y="76"/>
                  <a:pt x="27" y="76"/>
                </a:cubicBezTo>
                <a:cubicBezTo>
                  <a:pt x="27" y="70"/>
                  <a:pt x="29" y="65"/>
                  <a:pt x="33" y="61"/>
                </a:cubicBezTo>
                <a:cubicBezTo>
                  <a:pt x="37" y="56"/>
                  <a:pt x="42" y="53"/>
                  <a:pt x="47" y="51"/>
                </a:cubicBezTo>
                <a:cubicBezTo>
                  <a:pt x="51" y="49"/>
                  <a:pt x="53" y="47"/>
                  <a:pt x="55" y="45"/>
                </a:cubicBezTo>
                <a:cubicBezTo>
                  <a:pt x="56" y="43"/>
                  <a:pt x="57" y="41"/>
                  <a:pt x="57" y="38"/>
                </a:cubicBezTo>
                <a:cubicBezTo>
                  <a:pt x="57" y="35"/>
                  <a:pt x="56" y="33"/>
                  <a:pt x="53" y="31"/>
                </a:cubicBezTo>
                <a:cubicBezTo>
                  <a:pt x="50" y="29"/>
                  <a:pt x="46" y="28"/>
                  <a:pt x="43" y="28"/>
                </a:cubicBezTo>
                <a:cubicBezTo>
                  <a:pt x="38" y="28"/>
                  <a:pt x="35" y="29"/>
                  <a:pt x="32" y="31"/>
                </a:cubicBezTo>
                <a:cubicBezTo>
                  <a:pt x="30" y="32"/>
                  <a:pt x="27" y="36"/>
                  <a:pt x="22" y="42"/>
                </a:cubicBezTo>
                <a:cubicBezTo>
                  <a:pt x="21" y="43"/>
                  <a:pt x="20" y="43"/>
                  <a:pt x="19" y="43"/>
                </a:cubicBezTo>
                <a:cubicBezTo>
                  <a:pt x="19" y="43"/>
                  <a:pt x="18" y="43"/>
                  <a:pt x="17" y="42"/>
                </a:cubicBezTo>
                <a:cubicBezTo>
                  <a:pt x="1" y="31"/>
                  <a:pt x="1" y="31"/>
                  <a:pt x="1" y="31"/>
                </a:cubicBezTo>
                <a:cubicBezTo>
                  <a:pt x="1" y="30"/>
                  <a:pt x="0" y="29"/>
                  <a:pt x="0" y="28"/>
                </a:cubicBezTo>
                <a:cubicBezTo>
                  <a:pt x="0" y="27"/>
                  <a:pt x="0" y="26"/>
                  <a:pt x="1" y="26"/>
                </a:cubicBezTo>
                <a:cubicBezTo>
                  <a:pt x="11" y="9"/>
                  <a:pt x="25" y="0"/>
                  <a:pt x="44" y="0"/>
                </a:cubicBezTo>
                <a:cubicBezTo>
                  <a:pt x="49" y="0"/>
                  <a:pt x="54" y="1"/>
                  <a:pt x="60" y="3"/>
                </a:cubicBezTo>
                <a:cubicBezTo>
                  <a:pt x="65" y="5"/>
                  <a:pt x="69" y="8"/>
                  <a:pt x="73" y="11"/>
                </a:cubicBezTo>
                <a:cubicBezTo>
                  <a:pt x="77" y="14"/>
                  <a:pt x="81" y="18"/>
                  <a:pt x="83" y="23"/>
                </a:cubicBezTo>
                <a:cubicBezTo>
                  <a:pt x="86" y="28"/>
                  <a:pt x="87" y="33"/>
                  <a:pt x="87" y="38"/>
                </a:cubicBezTo>
                <a:close/>
                <a:moveTo>
                  <a:pt x="57" y="95"/>
                </a:moveTo>
                <a:cubicBezTo>
                  <a:pt x="57" y="118"/>
                  <a:pt x="57" y="118"/>
                  <a:pt x="57" y="118"/>
                </a:cubicBezTo>
                <a:cubicBezTo>
                  <a:pt x="57" y="119"/>
                  <a:pt x="57" y="120"/>
                  <a:pt x="56" y="120"/>
                </a:cubicBezTo>
                <a:cubicBezTo>
                  <a:pt x="56" y="121"/>
                  <a:pt x="55" y="121"/>
                  <a:pt x="54" y="121"/>
                </a:cubicBezTo>
                <a:cubicBezTo>
                  <a:pt x="31" y="121"/>
                  <a:pt x="31" y="121"/>
                  <a:pt x="31" y="121"/>
                </a:cubicBezTo>
                <a:cubicBezTo>
                  <a:pt x="30" y="121"/>
                  <a:pt x="29" y="121"/>
                  <a:pt x="28" y="120"/>
                </a:cubicBezTo>
                <a:cubicBezTo>
                  <a:pt x="28" y="120"/>
                  <a:pt x="27" y="119"/>
                  <a:pt x="27" y="118"/>
                </a:cubicBezTo>
                <a:cubicBezTo>
                  <a:pt x="27" y="95"/>
                  <a:pt x="27" y="95"/>
                  <a:pt x="27" y="95"/>
                </a:cubicBezTo>
                <a:cubicBezTo>
                  <a:pt x="27" y="94"/>
                  <a:pt x="28" y="93"/>
                  <a:pt x="28" y="92"/>
                </a:cubicBezTo>
                <a:cubicBezTo>
                  <a:pt x="29" y="92"/>
                  <a:pt x="30" y="91"/>
                  <a:pt x="31" y="91"/>
                </a:cubicBezTo>
                <a:cubicBezTo>
                  <a:pt x="54" y="91"/>
                  <a:pt x="54" y="91"/>
                  <a:pt x="54" y="91"/>
                </a:cubicBezTo>
                <a:cubicBezTo>
                  <a:pt x="55" y="91"/>
                  <a:pt x="56" y="92"/>
                  <a:pt x="56" y="92"/>
                </a:cubicBezTo>
                <a:cubicBezTo>
                  <a:pt x="57" y="93"/>
                  <a:pt x="57" y="94"/>
                  <a:pt x="57" y="95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67" name="Freeform 270"/>
          <p:cNvSpPr>
            <a:spLocks noEditPoints="1"/>
          </p:cNvSpPr>
          <p:nvPr/>
        </p:nvSpPr>
        <p:spPr bwMode="auto">
          <a:xfrm>
            <a:off x="9289021" y="3968193"/>
            <a:ext cx="84283" cy="190176"/>
          </a:xfrm>
          <a:custGeom>
            <a:avLst/>
            <a:gdLst>
              <a:gd name="T0" fmla="*/ 60 w 60"/>
              <a:gd name="T1" fmla="*/ 115 h 133"/>
              <a:gd name="T2" fmla="*/ 60 w 60"/>
              <a:gd name="T3" fmla="*/ 127 h 133"/>
              <a:gd name="T4" fmla="*/ 58 w 60"/>
              <a:gd name="T5" fmla="*/ 132 h 133"/>
              <a:gd name="T6" fmla="*/ 54 w 60"/>
              <a:gd name="T7" fmla="*/ 133 h 133"/>
              <a:gd name="T8" fmla="*/ 6 w 60"/>
              <a:gd name="T9" fmla="*/ 133 h 133"/>
              <a:gd name="T10" fmla="*/ 1 w 60"/>
              <a:gd name="T11" fmla="*/ 132 h 133"/>
              <a:gd name="T12" fmla="*/ 0 w 60"/>
              <a:gd name="T13" fmla="*/ 127 h 133"/>
              <a:gd name="T14" fmla="*/ 0 w 60"/>
              <a:gd name="T15" fmla="*/ 115 h 133"/>
              <a:gd name="T16" fmla="*/ 1 w 60"/>
              <a:gd name="T17" fmla="*/ 111 h 133"/>
              <a:gd name="T18" fmla="*/ 6 w 60"/>
              <a:gd name="T19" fmla="*/ 109 h 133"/>
              <a:gd name="T20" fmla="*/ 12 w 60"/>
              <a:gd name="T21" fmla="*/ 109 h 133"/>
              <a:gd name="T22" fmla="*/ 12 w 60"/>
              <a:gd name="T23" fmla="*/ 73 h 133"/>
              <a:gd name="T24" fmla="*/ 6 w 60"/>
              <a:gd name="T25" fmla="*/ 73 h 133"/>
              <a:gd name="T26" fmla="*/ 1 w 60"/>
              <a:gd name="T27" fmla="*/ 71 h 133"/>
              <a:gd name="T28" fmla="*/ 0 w 60"/>
              <a:gd name="T29" fmla="*/ 67 h 133"/>
              <a:gd name="T30" fmla="*/ 0 w 60"/>
              <a:gd name="T31" fmla="*/ 55 h 133"/>
              <a:gd name="T32" fmla="*/ 1 w 60"/>
              <a:gd name="T33" fmla="*/ 51 h 133"/>
              <a:gd name="T34" fmla="*/ 6 w 60"/>
              <a:gd name="T35" fmla="*/ 49 h 133"/>
              <a:gd name="T36" fmla="*/ 42 w 60"/>
              <a:gd name="T37" fmla="*/ 49 h 133"/>
              <a:gd name="T38" fmla="*/ 46 w 60"/>
              <a:gd name="T39" fmla="*/ 51 h 133"/>
              <a:gd name="T40" fmla="*/ 48 w 60"/>
              <a:gd name="T41" fmla="*/ 55 h 133"/>
              <a:gd name="T42" fmla="*/ 48 w 60"/>
              <a:gd name="T43" fmla="*/ 109 h 133"/>
              <a:gd name="T44" fmla="*/ 54 w 60"/>
              <a:gd name="T45" fmla="*/ 109 h 133"/>
              <a:gd name="T46" fmla="*/ 58 w 60"/>
              <a:gd name="T47" fmla="*/ 111 h 133"/>
              <a:gd name="T48" fmla="*/ 60 w 60"/>
              <a:gd name="T49" fmla="*/ 115 h 133"/>
              <a:gd name="T50" fmla="*/ 48 w 60"/>
              <a:gd name="T51" fmla="*/ 6 h 133"/>
              <a:gd name="T52" fmla="*/ 48 w 60"/>
              <a:gd name="T53" fmla="*/ 25 h 133"/>
              <a:gd name="T54" fmla="*/ 46 w 60"/>
              <a:gd name="T55" fmla="*/ 29 h 133"/>
              <a:gd name="T56" fmla="*/ 42 w 60"/>
              <a:gd name="T57" fmla="*/ 31 h 133"/>
              <a:gd name="T58" fmla="*/ 18 w 60"/>
              <a:gd name="T59" fmla="*/ 31 h 133"/>
              <a:gd name="T60" fmla="*/ 14 w 60"/>
              <a:gd name="T61" fmla="*/ 29 h 133"/>
              <a:gd name="T62" fmla="*/ 12 w 60"/>
              <a:gd name="T63" fmla="*/ 25 h 133"/>
              <a:gd name="T64" fmla="*/ 12 w 60"/>
              <a:gd name="T65" fmla="*/ 6 h 133"/>
              <a:gd name="T66" fmla="*/ 14 w 60"/>
              <a:gd name="T67" fmla="*/ 2 h 133"/>
              <a:gd name="T68" fmla="*/ 18 w 60"/>
              <a:gd name="T69" fmla="*/ 0 h 133"/>
              <a:gd name="T70" fmla="*/ 42 w 60"/>
              <a:gd name="T71" fmla="*/ 0 h 133"/>
              <a:gd name="T72" fmla="*/ 46 w 60"/>
              <a:gd name="T73" fmla="*/ 2 h 133"/>
              <a:gd name="T74" fmla="*/ 48 w 60"/>
              <a:gd name="T75" fmla="*/ 6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60" h="133">
                <a:moveTo>
                  <a:pt x="60" y="115"/>
                </a:moveTo>
                <a:cubicBezTo>
                  <a:pt x="60" y="127"/>
                  <a:pt x="60" y="127"/>
                  <a:pt x="60" y="127"/>
                </a:cubicBezTo>
                <a:cubicBezTo>
                  <a:pt x="60" y="129"/>
                  <a:pt x="60" y="130"/>
                  <a:pt x="58" y="132"/>
                </a:cubicBezTo>
                <a:cubicBezTo>
                  <a:pt x="57" y="133"/>
                  <a:pt x="56" y="133"/>
                  <a:pt x="54" y="133"/>
                </a:cubicBezTo>
                <a:cubicBezTo>
                  <a:pt x="6" y="133"/>
                  <a:pt x="6" y="133"/>
                  <a:pt x="6" y="133"/>
                </a:cubicBezTo>
                <a:cubicBezTo>
                  <a:pt x="4" y="133"/>
                  <a:pt x="3" y="133"/>
                  <a:pt x="1" y="132"/>
                </a:cubicBezTo>
                <a:cubicBezTo>
                  <a:pt x="0" y="130"/>
                  <a:pt x="0" y="129"/>
                  <a:pt x="0" y="127"/>
                </a:cubicBezTo>
                <a:cubicBezTo>
                  <a:pt x="0" y="115"/>
                  <a:pt x="0" y="115"/>
                  <a:pt x="0" y="115"/>
                </a:cubicBezTo>
                <a:cubicBezTo>
                  <a:pt x="0" y="114"/>
                  <a:pt x="0" y="112"/>
                  <a:pt x="1" y="111"/>
                </a:cubicBezTo>
                <a:cubicBezTo>
                  <a:pt x="3" y="110"/>
                  <a:pt x="4" y="109"/>
                  <a:pt x="6" y="109"/>
                </a:cubicBezTo>
                <a:cubicBezTo>
                  <a:pt x="12" y="109"/>
                  <a:pt x="12" y="109"/>
                  <a:pt x="12" y="109"/>
                </a:cubicBezTo>
                <a:cubicBezTo>
                  <a:pt x="12" y="73"/>
                  <a:pt x="12" y="73"/>
                  <a:pt x="12" y="73"/>
                </a:cubicBezTo>
                <a:cubicBezTo>
                  <a:pt x="6" y="73"/>
                  <a:pt x="6" y="73"/>
                  <a:pt x="6" y="73"/>
                </a:cubicBezTo>
                <a:cubicBezTo>
                  <a:pt x="4" y="73"/>
                  <a:pt x="3" y="72"/>
                  <a:pt x="1" y="71"/>
                </a:cubicBezTo>
                <a:cubicBezTo>
                  <a:pt x="0" y="70"/>
                  <a:pt x="0" y="69"/>
                  <a:pt x="0" y="67"/>
                </a:cubicBezTo>
                <a:cubicBezTo>
                  <a:pt x="0" y="55"/>
                  <a:pt x="0" y="55"/>
                  <a:pt x="0" y="55"/>
                </a:cubicBezTo>
                <a:cubicBezTo>
                  <a:pt x="0" y="53"/>
                  <a:pt x="0" y="52"/>
                  <a:pt x="1" y="51"/>
                </a:cubicBezTo>
                <a:cubicBezTo>
                  <a:pt x="3" y="49"/>
                  <a:pt x="4" y="49"/>
                  <a:pt x="6" y="49"/>
                </a:cubicBezTo>
                <a:cubicBezTo>
                  <a:pt x="42" y="49"/>
                  <a:pt x="42" y="49"/>
                  <a:pt x="42" y="49"/>
                </a:cubicBezTo>
                <a:cubicBezTo>
                  <a:pt x="44" y="49"/>
                  <a:pt x="45" y="49"/>
                  <a:pt x="46" y="51"/>
                </a:cubicBezTo>
                <a:cubicBezTo>
                  <a:pt x="47" y="52"/>
                  <a:pt x="48" y="53"/>
                  <a:pt x="48" y="55"/>
                </a:cubicBezTo>
                <a:cubicBezTo>
                  <a:pt x="48" y="109"/>
                  <a:pt x="48" y="109"/>
                  <a:pt x="48" y="109"/>
                </a:cubicBezTo>
                <a:cubicBezTo>
                  <a:pt x="54" y="109"/>
                  <a:pt x="54" y="109"/>
                  <a:pt x="54" y="109"/>
                </a:cubicBezTo>
                <a:cubicBezTo>
                  <a:pt x="56" y="109"/>
                  <a:pt x="57" y="110"/>
                  <a:pt x="58" y="111"/>
                </a:cubicBezTo>
                <a:cubicBezTo>
                  <a:pt x="60" y="112"/>
                  <a:pt x="60" y="114"/>
                  <a:pt x="60" y="115"/>
                </a:cubicBezTo>
                <a:close/>
                <a:moveTo>
                  <a:pt x="48" y="6"/>
                </a:moveTo>
                <a:cubicBezTo>
                  <a:pt x="48" y="25"/>
                  <a:pt x="48" y="25"/>
                  <a:pt x="48" y="25"/>
                </a:cubicBezTo>
                <a:cubicBezTo>
                  <a:pt x="48" y="26"/>
                  <a:pt x="47" y="28"/>
                  <a:pt x="46" y="29"/>
                </a:cubicBezTo>
                <a:cubicBezTo>
                  <a:pt x="45" y="30"/>
                  <a:pt x="44" y="31"/>
                  <a:pt x="42" y="31"/>
                </a:cubicBezTo>
                <a:cubicBezTo>
                  <a:pt x="18" y="31"/>
                  <a:pt x="18" y="31"/>
                  <a:pt x="18" y="31"/>
                </a:cubicBezTo>
                <a:cubicBezTo>
                  <a:pt x="16" y="31"/>
                  <a:pt x="15" y="30"/>
                  <a:pt x="14" y="29"/>
                </a:cubicBezTo>
                <a:cubicBezTo>
                  <a:pt x="12" y="28"/>
                  <a:pt x="12" y="26"/>
                  <a:pt x="12" y="25"/>
                </a:cubicBezTo>
                <a:cubicBezTo>
                  <a:pt x="12" y="6"/>
                  <a:pt x="12" y="6"/>
                  <a:pt x="12" y="6"/>
                </a:cubicBezTo>
                <a:cubicBezTo>
                  <a:pt x="12" y="5"/>
                  <a:pt x="12" y="3"/>
                  <a:pt x="14" y="2"/>
                </a:cubicBezTo>
                <a:cubicBezTo>
                  <a:pt x="15" y="1"/>
                  <a:pt x="16" y="0"/>
                  <a:pt x="18" y="0"/>
                </a:cubicBezTo>
                <a:cubicBezTo>
                  <a:pt x="42" y="0"/>
                  <a:pt x="42" y="0"/>
                  <a:pt x="42" y="0"/>
                </a:cubicBezTo>
                <a:cubicBezTo>
                  <a:pt x="44" y="0"/>
                  <a:pt x="45" y="1"/>
                  <a:pt x="46" y="2"/>
                </a:cubicBezTo>
                <a:cubicBezTo>
                  <a:pt x="47" y="3"/>
                  <a:pt x="48" y="5"/>
                  <a:pt x="48" y="6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68" name="Freeform 271"/>
          <p:cNvSpPr>
            <a:spLocks noEditPoints="1"/>
          </p:cNvSpPr>
          <p:nvPr/>
        </p:nvSpPr>
        <p:spPr bwMode="auto">
          <a:xfrm>
            <a:off x="9451102" y="3968193"/>
            <a:ext cx="60511" cy="190176"/>
          </a:xfrm>
          <a:custGeom>
            <a:avLst/>
            <a:gdLst>
              <a:gd name="T0" fmla="*/ 42 w 42"/>
              <a:gd name="T1" fmla="*/ 6 h 133"/>
              <a:gd name="T2" fmla="*/ 40 w 42"/>
              <a:gd name="T3" fmla="*/ 79 h 133"/>
              <a:gd name="T4" fmla="*/ 38 w 42"/>
              <a:gd name="T5" fmla="*/ 83 h 133"/>
              <a:gd name="T6" fmla="*/ 33 w 42"/>
              <a:gd name="T7" fmla="*/ 85 h 133"/>
              <a:gd name="T8" fmla="*/ 9 w 42"/>
              <a:gd name="T9" fmla="*/ 85 h 133"/>
              <a:gd name="T10" fmla="*/ 5 w 42"/>
              <a:gd name="T11" fmla="*/ 83 h 133"/>
              <a:gd name="T12" fmla="*/ 3 w 42"/>
              <a:gd name="T13" fmla="*/ 79 h 133"/>
              <a:gd name="T14" fmla="*/ 0 w 42"/>
              <a:gd name="T15" fmla="*/ 6 h 133"/>
              <a:gd name="T16" fmla="*/ 2 w 42"/>
              <a:gd name="T17" fmla="*/ 2 h 133"/>
              <a:gd name="T18" fmla="*/ 6 w 42"/>
              <a:gd name="T19" fmla="*/ 0 h 133"/>
              <a:gd name="T20" fmla="*/ 36 w 42"/>
              <a:gd name="T21" fmla="*/ 0 h 133"/>
              <a:gd name="T22" fmla="*/ 41 w 42"/>
              <a:gd name="T23" fmla="*/ 2 h 133"/>
              <a:gd name="T24" fmla="*/ 42 w 42"/>
              <a:gd name="T25" fmla="*/ 6 h 133"/>
              <a:gd name="T26" fmla="*/ 40 w 42"/>
              <a:gd name="T27" fmla="*/ 106 h 133"/>
              <a:gd name="T28" fmla="*/ 40 w 42"/>
              <a:gd name="T29" fmla="*/ 127 h 133"/>
              <a:gd name="T30" fmla="*/ 38 w 42"/>
              <a:gd name="T31" fmla="*/ 132 h 133"/>
              <a:gd name="T32" fmla="*/ 33 w 42"/>
              <a:gd name="T33" fmla="*/ 133 h 133"/>
              <a:gd name="T34" fmla="*/ 9 w 42"/>
              <a:gd name="T35" fmla="*/ 133 h 133"/>
              <a:gd name="T36" fmla="*/ 5 w 42"/>
              <a:gd name="T37" fmla="*/ 132 h 133"/>
              <a:gd name="T38" fmla="*/ 3 w 42"/>
              <a:gd name="T39" fmla="*/ 127 h 133"/>
              <a:gd name="T40" fmla="*/ 3 w 42"/>
              <a:gd name="T41" fmla="*/ 106 h 133"/>
              <a:gd name="T42" fmla="*/ 5 w 42"/>
              <a:gd name="T43" fmla="*/ 102 h 133"/>
              <a:gd name="T44" fmla="*/ 9 w 42"/>
              <a:gd name="T45" fmla="*/ 100 h 133"/>
              <a:gd name="T46" fmla="*/ 33 w 42"/>
              <a:gd name="T47" fmla="*/ 100 h 133"/>
              <a:gd name="T48" fmla="*/ 38 w 42"/>
              <a:gd name="T49" fmla="*/ 102 h 133"/>
              <a:gd name="T50" fmla="*/ 40 w 42"/>
              <a:gd name="T51" fmla="*/ 106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42" h="133">
                <a:moveTo>
                  <a:pt x="42" y="6"/>
                </a:moveTo>
                <a:cubicBezTo>
                  <a:pt x="40" y="79"/>
                  <a:pt x="40" y="79"/>
                  <a:pt x="40" y="79"/>
                </a:cubicBezTo>
                <a:cubicBezTo>
                  <a:pt x="40" y="81"/>
                  <a:pt x="39" y="82"/>
                  <a:pt x="38" y="83"/>
                </a:cubicBezTo>
                <a:cubicBezTo>
                  <a:pt x="37" y="84"/>
                  <a:pt x="35" y="85"/>
                  <a:pt x="33" y="85"/>
                </a:cubicBezTo>
                <a:cubicBezTo>
                  <a:pt x="9" y="85"/>
                  <a:pt x="9" y="85"/>
                  <a:pt x="9" y="85"/>
                </a:cubicBezTo>
                <a:cubicBezTo>
                  <a:pt x="8" y="85"/>
                  <a:pt x="6" y="84"/>
                  <a:pt x="5" y="83"/>
                </a:cubicBezTo>
                <a:cubicBezTo>
                  <a:pt x="4" y="82"/>
                  <a:pt x="3" y="81"/>
                  <a:pt x="3" y="79"/>
                </a:cubicBezTo>
                <a:cubicBezTo>
                  <a:pt x="0" y="6"/>
                  <a:pt x="0" y="6"/>
                  <a:pt x="0" y="6"/>
                </a:cubicBezTo>
                <a:cubicBezTo>
                  <a:pt x="0" y="5"/>
                  <a:pt x="1" y="3"/>
                  <a:pt x="2" y="2"/>
                </a:cubicBezTo>
                <a:cubicBezTo>
                  <a:pt x="3" y="1"/>
                  <a:pt x="5" y="0"/>
                  <a:pt x="6" y="0"/>
                </a:cubicBezTo>
                <a:cubicBezTo>
                  <a:pt x="36" y="0"/>
                  <a:pt x="36" y="0"/>
                  <a:pt x="36" y="0"/>
                </a:cubicBezTo>
                <a:cubicBezTo>
                  <a:pt x="38" y="0"/>
                  <a:pt x="40" y="1"/>
                  <a:pt x="41" y="2"/>
                </a:cubicBezTo>
                <a:cubicBezTo>
                  <a:pt x="42" y="3"/>
                  <a:pt x="42" y="5"/>
                  <a:pt x="42" y="6"/>
                </a:cubicBezTo>
                <a:close/>
                <a:moveTo>
                  <a:pt x="40" y="106"/>
                </a:moveTo>
                <a:cubicBezTo>
                  <a:pt x="40" y="127"/>
                  <a:pt x="40" y="127"/>
                  <a:pt x="40" y="127"/>
                </a:cubicBezTo>
                <a:cubicBezTo>
                  <a:pt x="40" y="129"/>
                  <a:pt x="39" y="130"/>
                  <a:pt x="38" y="132"/>
                </a:cubicBezTo>
                <a:cubicBezTo>
                  <a:pt x="37" y="133"/>
                  <a:pt x="35" y="133"/>
                  <a:pt x="33" y="133"/>
                </a:cubicBezTo>
                <a:cubicBezTo>
                  <a:pt x="9" y="133"/>
                  <a:pt x="9" y="133"/>
                  <a:pt x="9" y="133"/>
                </a:cubicBezTo>
                <a:cubicBezTo>
                  <a:pt x="8" y="133"/>
                  <a:pt x="6" y="133"/>
                  <a:pt x="5" y="132"/>
                </a:cubicBezTo>
                <a:cubicBezTo>
                  <a:pt x="4" y="130"/>
                  <a:pt x="3" y="129"/>
                  <a:pt x="3" y="127"/>
                </a:cubicBezTo>
                <a:cubicBezTo>
                  <a:pt x="3" y="106"/>
                  <a:pt x="3" y="106"/>
                  <a:pt x="3" y="106"/>
                </a:cubicBezTo>
                <a:cubicBezTo>
                  <a:pt x="3" y="105"/>
                  <a:pt x="4" y="103"/>
                  <a:pt x="5" y="102"/>
                </a:cubicBezTo>
                <a:cubicBezTo>
                  <a:pt x="6" y="101"/>
                  <a:pt x="8" y="100"/>
                  <a:pt x="9" y="100"/>
                </a:cubicBezTo>
                <a:cubicBezTo>
                  <a:pt x="33" y="100"/>
                  <a:pt x="33" y="100"/>
                  <a:pt x="33" y="100"/>
                </a:cubicBezTo>
                <a:cubicBezTo>
                  <a:pt x="35" y="100"/>
                  <a:pt x="37" y="101"/>
                  <a:pt x="38" y="102"/>
                </a:cubicBezTo>
                <a:cubicBezTo>
                  <a:pt x="39" y="103"/>
                  <a:pt x="40" y="105"/>
                  <a:pt x="40" y="106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69" name="Freeform 272"/>
          <p:cNvSpPr>
            <a:spLocks noEditPoints="1"/>
          </p:cNvSpPr>
          <p:nvPr/>
        </p:nvSpPr>
        <p:spPr bwMode="auto">
          <a:xfrm>
            <a:off x="9589412" y="3970355"/>
            <a:ext cx="209627" cy="188016"/>
          </a:xfrm>
          <a:custGeom>
            <a:avLst/>
            <a:gdLst>
              <a:gd name="T0" fmla="*/ 84 w 145"/>
              <a:gd name="T1" fmla="*/ 116 h 131"/>
              <a:gd name="T2" fmla="*/ 84 w 145"/>
              <a:gd name="T3" fmla="*/ 131 h 131"/>
              <a:gd name="T4" fmla="*/ 61 w 145"/>
              <a:gd name="T5" fmla="*/ 131 h 131"/>
              <a:gd name="T6" fmla="*/ 46 w 145"/>
              <a:gd name="T7" fmla="*/ 108 h 131"/>
              <a:gd name="T8" fmla="*/ 44 w 145"/>
              <a:gd name="T9" fmla="*/ 104 h 131"/>
              <a:gd name="T10" fmla="*/ 43 w 145"/>
              <a:gd name="T11" fmla="*/ 102 h 131"/>
              <a:gd name="T12" fmla="*/ 42 w 145"/>
              <a:gd name="T13" fmla="*/ 102 h 131"/>
              <a:gd name="T14" fmla="*/ 41 w 145"/>
              <a:gd name="T15" fmla="*/ 104 h 131"/>
              <a:gd name="T16" fmla="*/ 39 w 145"/>
              <a:gd name="T17" fmla="*/ 108 h 131"/>
              <a:gd name="T18" fmla="*/ 24 w 145"/>
              <a:gd name="T19" fmla="*/ 131 h 131"/>
              <a:gd name="T20" fmla="*/ 0 w 145"/>
              <a:gd name="T21" fmla="*/ 131 h 131"/>
              <a:gd name="T22" fmla="*/ 0 w 145"/>
              <a:gd name="T23" fmla="*/ 116 h 131"/>
              <a:gd name="T24" fmla="*/ 12 w 145"/>
              <a:gd name="T25" fmla="*/ 116 h 131"/>
              <a:gd name="T26" fmla="*/ 31 w 145"/>
              <a:gd name="T27" fmla="*/ 88 h 131"/>
              <a:gd name="T28" fmla="*/ 13 w 145"/>
              <a:gd name="T29" fmla="*/ 62 h 131"/>
              <a:gd name="T30" fmla="*/ 0 w 145"/>
              <a:gd name="T31" fmla="*/ 62 h 131"/>
              <a:gd name="T32" fmla="*/ 0 w 145"/>
              <a:gd name="T33" fmla="*/ 47 h 131"/>
              <a:gd name="T34" fmla="*/ 26 w 145"/>
              <a:gd name="T35" fmla="*/ 47 h 131"/>
              <a:gd name="T36" fmla="*/ 40 w 145"/>
              <a:gd name="T37" fmla="*/ 68 h 131"/>
              <a:gd name="T38" fmla="*/ 42 w 145"/>
              <a:gd name="T39" fmla="*/ 72 h 131"/>
              <a:gd name="T40" fmla="*/ 43 w 145"/>
              <a:gd name="T41" fmla="*/ 74 h 131"/>
              <a:gd name="T42" fmla="*/ 43 w 145"/>
              <a:gd name="T43" fmla="*/ 74 h 131"/>
              <a:gd name="T44" fmla="*/ 44 w 145"/>
              <a:gd name="T45" fmla="*/ 72 h 131"/>
              <a:gd name="T46" fmla="*/ 46 w 145"/>
              <a:gd name="T47" fmla="*/ 68 h 131"/>
              <a:gd name="T48" fmla="*/ 60 w 145"/>
              <a:gd name="T49" fmla="*/ 47 h 131"/>
              <a:gd name="T50" fmla="*/ 84 w 145"/>
              <a:gd name="T51" fmla="*/ 47 h 131"/>
              <a:gd name="T52" fmla="*/ 84 w 145"/>
              <a:gd name="T53" fmla="*/ 62 h 131"/>
              <a:gd name="T54" fmla="*/ 72 w 145"/>
              <a:gd name="T55" fmla="*/ 62 h 131"/>
              <a:gd name="T56" fmla="*/ 55 w 145"/>
              <a:gd name="T57" fmla="*/ 88 h 131"/>
              <a:gd name="T58" fmla="*/ 74 w 145"/>
              <a:gd name="T59" fmla="*/ 116 h 131"/>
              <a:gd name="T60" fmla="*/ 84 w 145"/>
              <a:gd name="T61" fmla="*/ 116 h 131"/>
              <a:gd name="T62" fmla="*/ 145 w 145"/>
              <a:gd name="T63" fmla="*/ 51 h 131"/>
              <a:gd name="T64" fmla="*/ 145 w 145"/>
              <a:gd name="T65" fmla="*/ 71 h 131"/>
              <a:gd name="T66" fmla="*/ 96 w 145"/>
              <a:gd name="T67" fmla="*/ 71 h 131"/>
              <a:gd name="T68" fmla="*/ 96 w 145"/>
              <a:gd name="T69" fmla="*/ 68 h 131"/>
              <a:gd name="T70" fmla="*/ 95 w 145"/>
              <a:gd name="T71" fmla="*/ 64 h 131"/>
              <a:gd name="T72" fmla="*/ 98 w 145"/>
              <a:gd name="T73" fmla="*/ 53 h 131"/>
              <a:gd name="T74" fmla="*/ 104 w 145"/>
              <a:gd name="T75" fmla="*/ 45 h 131"/>
              <a:gd name="T76" fmla="*/ 112 w 145"/>
              <a:gd name="T77" fmla="*/ 39 h 131"/>
              <a:gd name="T78" fmla="*/ 120 w 145"/>
              <a:gd name="T79" fmla="*/ 33 h 131"/>
              <a:gd name="T80" fmla="*/ 126 w 145"/>
              <a:gd name="T81" fmla="*/ 28 h 131"/>
              <a:gd name="T82" fmla="*/ 128 w 145"/>
              <a:gd name="T83" fmla="*/ 22 h 131"/>
              <a:gd name="T84" fmla="*/ 126 w 145"/>
              <a:gd name="T85" fmla="*/ 16 h 131"/>
              <a:gd name="T86" fmla="*/ 119 w 145"/>
              <a:gd name="T87" fmla="*/ 14 h 131"/>
              <a:gd name="T88" fmla="*/ 110 w 145"/>
              <a:gd name="T89" fmla="*/ 18 h 131"/>
              <a:gd name="T90" fmla="*/ 106 w 145"/>
              <a:gd name="T91" fmla="*/ 21 h 131"/>
              <a:gd name="T92" fmla="*/ 97 w 145"/>
              <a:gd name="T93" fmla="*/ 13 h 131"/>
              <a:gd name="T94" fmla="*/ 102 w 145"/>
              <a:gd name="T95" fmla="*/ 6 h 131"/>
              <a:gd name="T96" fmla="*/ 120 w 145"/>
              <a:gd name="T97" fmla="*/ 0 h 131"/>
              <a:gd name="T98" fmla="*/ 137 w 145"/>
              <a:gd name="T99" fmla="*/ 6 h 131"/>
              <a:gd name="T100" fmla="*/ 143 w 145"/>
              <a:gd name="T101" fmla="*/ 21 h 131"/>
              <a:gd name="T102" fmla="*/ 141 w 145"/>
              <a:gd name="T103" fmla="*/ 31 h 131"/>
              <a:gd name="T104" fmla="*/ 135 w 145"/>
              <a:gd name="T105" fmla="*/ 38 h 131"/>
              <a:gd name="T106" fmla="*/ 128 w 145"/>
              <a:gd name="T107" fmla="*/ 43 h 131"/>
              <a:gd name="T108" fmla="*/ 120 w 145"/>
              <a:gd name="T109" fmla="*/ 48 h 131"/>
              <a:gd name="T110" fmla="*/ 114 w 145"/>
              <a:gd name="T111" fmla="*/ 53 h 131"/>
              <a:gd name="T112" fmla="*/ 111 w 145"/>
              <a:gd name="T113" fmla="*/ 59 h 131"/>
              <a:gd name="T114" fmla="*/ 133 w 145"/>
              <a:gd name="T115" fmla="*/ 59 h 131"/>
              <a:gd name="T116" fmla="*/ 133 w 145"/>
              <a:gd name="T117" fmla="*/ 51 h 131"/>
              <a:gd name="T118" fmla="*/ 145 w 145"/>
              <a:gd name="T119" fmla="*/ 51 h 1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45" h="131">
                <a:moveTo>
                  <a:pt x="84" y="116"/>
                </a:moveTo>
                <a:cubicBezTo>
                  <a:pt x="84" y="131"/>
                  <a:pt x="84" y="131"/>
                  <a:pt x="84" y="131"/>
                </a:cubicBezTo>
                <a:cubicBezTo>
                  <a:pt x="61" y="131"/>
                  <a:pt x="61" y="131"/>
                  <a:pt x="61" y="131"/>
                </a:cubicBezTo>
                <a:cubicBezTo>
                  <a:pt x="46" y="108"/>
                  <a:pt x="46" y="108"/>
                  <a:pt x="46" y="108"/>
                </a:cubicBezTo>
                <a:cubicBezTo>
                  <a:pt x="44" y="104"/>
                  <a:pt x="44" y="104"/>
                  <a:pt x="44" y="104"/>
                </a:cubicBezTo>
                <a:cubicBezTo>
                  <a:pt x="43" y="103"/>
                  <a:pt x="43" y="102"/>
                  <a:pt x="43" y="102"/>
                </a:cubicBezTo>
                <a:cubicBezTo>
                  <a:pt x="42" y="102"/>
                  <a:pt x="42" y="102"/>
                  <a:pt x="42" y="102"/>
                </a:cubicBezTo>
                <a:cubicBezTo>
                  <a:pt x="41" y="104"/>
                  <a:pt x="41" y="104"/>
                  <a:pt x="41" y="104"/>
                </a:cubicBezTo>
                <a:cubicBezTo>
                  <a:pt x="41" y="105"/>
                  <a:pt x="40" y="106"/>
                  <a:pt x="39" y="108"/>
                </a:cubicBezTo>
                <a:cubicBezTo>
                  <a:pt x="24" y="131"/>
                  <a:pt x="24" y="131"/>
                  <a:pt x="24" y="131"/>
                </a:cubicBezTo>
                <a:cubicBezTo>
                  <a:pt x="0" y="131"/>
                  <a:pt x="0" y="131"/>
                  <a:pt x="0" y="131"/>
                </a:cubicBezTo>
                <a:cubicBezTo>
                  <a:pt x="0" y="116"/>
                  <a:pt x="0" y="116"/>
                  <a:pt x="0" y="116"/>
                </a:cubicBezTo>
                <a:cubicBezTo>
                  <a:pt x="12" y="116"/>
                  <a:pt x="12" y="116"/>
                  <a:pt x="12" y="116"/>
                </a:cubicBezTo>
                <a:cubicBezTo>
                  <a:pt x="31" y="88"/>
                  <a:pt x="31" y="88"/>
                  <a:pt x="31" y="88"/>
                </a:cubicBezTo>
                <a:cubicBezTo>
                  <a:pt x="13" y="62"/>
                  <a:pt x="13" y="62"/>
                  <a:pt x="13" y="62"/>
                </a:cubicBezTo>
                <a:cubicBezTo>
                  <a:pt x="0" y="62"/>
                  <a:pt x="0" y="62"/>
                  <a:pt x="0" y="62"/>
                </a:cubicBezTo>
                <a:cubicBezTo>
                  <a:pt x="0" y="47"/>
                  <a:pt x="0" y="47"/>
                  <a:pt x="0" y="47"/>
                </a:cubicBezTo>
                <a:cubicBezTo>
                  <a:pt x="26" y="47"/>
                  <a:pt x="26" y="47"/>
                  <a:pt x="26" y="47"/>
                </a:cubicBezTo>
                <a:cubicBezTo>
                  <a:pt x="40" y="68"/>
                  <a:pt x="40" y="68"/>
                  <a:pt x="40" y="68"/>
                </a:cubicBezTo>
                <a:cubicBezTo>
                  <a:pt x="40" y="68"/>
                  <a:pt x="40" y="70"/>
                  <a:pt x="42" y="72"/>
                </a:cubicBezTo>
                <a:cubicBezTo>
                  <a:pt x="42" y="73"/>
                  <a:pt x="43" y="73"/>
                  <a:pt x="43" y="74"/>
                </a:cubicBezTo>
                <a:cubicBezTo>
                  <a:pt x="43" y="74"/>
                  <a:pt x="43" y="74"/>
                  <a:pt x="43" y="74"/>
                </a:cubicBezTo>
                <a:cubicBezTo>
                  <a:pt x="43" y="73"/>
                  <a:pt x="44" y="73"/>
                  <a:pt x="44" y="72"/>
                </a:cubicBezTo>
                <a:cubicBezTo>
                  <a:pt x="46" y="68"/>
                  <a:pt x="46" y="68"/>
                  <a:pt x="46" y="68"/>
                </a:cubicBezTo>
                <a:cubicBezTo>
                  <a:pt x="60" y="47"/>
                  <a:pt x="60" y="47"/>
                  <a:pt x="60" y="47"/>
                </a:cubicBezTo>
                <a:cubicBezTo>
                  <a:pt x="84" y="47"/>
                  <a:pt x="84" y="47"/>
                  <a:pt x="84" y="47"/>
                </a:cubicBezTo>
                <a:cubicBezTo>
                  <a:pt x="84" y="62"/>
                  <a:pt x="84" y="62"/>
                  <a:pt x="84" y="62"/>
                </a:cubicBezTo>
                <a:cubicBezTo>
                  <a:pt x="72" y="62"/>
                  <a:pt x="72" y="62"/>
                  <a:pt x="72" y="62"/>
                </a:cubicBezTo>
                <a:cubicBezTo>
                  <a:pt x="55" y="88"/>
                  <a:pt x="55" y="88"/>
                  <a:pt x="55" y="88"/>
                </a:cubicBezTo>
                <a:cubicBezTo>
                  <a:pt x="74" y="116"/>
                  <a:pt x="74" y="116"/>
                  <a:pt x="74" y="116"/>
                </a:cubicBezTo>
                <a:lnTo>
                  <a:pt x="84" y="116"/>
                </a:lnTo>
                <a:close/>
                <a:moveTo>
                  <a:pt x="145" y="51"/>
                </a:moveTo>
                <a:cubicBezTo>
                  <a:pt x="145" y="71"/>
                  <a:pt x="145" y="71"/>
                  <a:pt x="145" y="71"/>
                </a:cubicBezTo>
                <a:cubicBezTo>
                  <a:pt x="96" y="71"/>
                  <a:pt x="96" y="71"/>
                  <a:pt x="96" y="71"/>
                </a:cubicBezTo>
                <a:cubicBezTo>
                  <a:pt x="96" y="68"/>
                  <a:pt x="96" y="68"/>
                  <a:pt x="96" y="68"/>
                </a:cubicBezTo>
                <a:cubicBezTo>
                  <a:pt x="95" y="67"/>
                  <a:pt x="95" y="65"/>
                  <a:pt x="95" y="64"/>
                </a:cubicBezTo>
                <a:cubicBezTo>
                  <a:pt x="95" y="60"/>
                  <a:pt x="96" y="56"/>
                  <a:pt x="98" y="53"/>
                </a:cubicBezTo>
                <a:cubicBezTo>
                  <a:pt x="99" y="50"/>
                  <a:pt x="102" y="47"/>
                  <a:pt x="104" y="45"/>
                </a:cubicBezTo>
                <a:cubicBezTo>
                  <a:pt x="106" y="43"/>
                  <a:pt x="109" y="41"/>
                  <a:pt x="112" y="39"/>
                </a:cubicBezTo>
                <a:cubicBezTo>
                  <a:pt x="115" y="37"/>
                  <a:pt x="117" y="35"/>
                  <a:pt x="120" y="33"/>
                </a:cubicBezTo>
                <a:cubicBezTo>
                  <a:pt x="122" y="32"/>
                  <a:pt x="124" y="30"/>
                  <a:pt x="126" y="28"/>
                </a:cubicBezTo>
                <a:cubicBezTo>
                  <a:pt x="128" y="26"/>
                  <a:pt x="128" y="24"/>
                  <a:pt x="128" y="22"/>
                </a:cubicBezTo>
                <a:cubicBezTo>
                  <a:pt x="128" y="20"/>
                  <a:pt x="128" y="18"/>
                  <a:pt x="126" y="16"/>
                </a:cubicBezTo>
                <a:cubicBezTo>
                  <a:pt x="124" y="15"/>
                  <a:pt x="122" y="14"/>
                  <a:pt x="119" y="14"/>
                </a:cubicBezTo>
                <a:cubicBezTo>
                  <a:pt x="116" y="14"/>
                  <a:pt x="113" y="15"/>
                  <a:pt x="110" y="18"/>
                </a:cubicBezTo>
                <a:cubicBezTo>
                  <a:pt x="109" y="18"/>
                  <a:pt x="108" y="20"/>
                  <a:pt x="106" y="21"/>
                </a:cubicBezTo>
                <a:cubicBezTo>
                  <a:pt x="97" y="13"/>
                  <a:pt x="97" y="13"/>
                  <a:pt x="97" y="13"/>
                </a:cubicBezTo>
                <a:cubicBezTo>
                  <a:pt x="98" y="10"/>
                  <a:pt x="100" y="8"/>
                  <a:pt x="102" y="6"/>
                </a:cubicBezTo>
                <a:cubicBezTo>
                  <a:pt x="108" y="2"/>
                  <a:pt x="114" y="0"/>
                  <a:pt x="120" y="0"/>
                </a:cubicBezTo>
                <a:cubicBezTo>
                  <a:pt x="127" y="0"/>
                  <a:pt x="133" y="2"/>
                  <a:pt x="137" y="6"/>
                </a:cubicBezTo>
                <a:cubicBezTo>
                  <a:pt x="141" y="10"/>
                  <a:pt x="143" y="15"/>
                  <a:pt x="143" y="21"/>
                </a:cubicBezTo>
                <a:cubicBezTo>
                  <a:pt x="143" y="24"/>
                  <a:pt x="143" y="28"/>
                  <a:pt x="141" y="31"/>
                </a:cubicBezTo>
                <a:cubicBezTo>
                  <a:pt x="140" y="34"/>
                  <a:pt x="138" y="36"/>
                  <a:pt x="135" y="38"/>
                </a:cubicBezTo>
                <a:cubicBezTo>
                  <a:pt x="133" y="40"/>
                  <a:pt x="130" y="42"/>
                  <a:pt x="128" y="43"/>
                </a:cubicBezTo>
                <a:cubicBezTo>
                  <a:pt x="125" y="45"/>
                  <a:pt x="122" y="47"/>
                  <a:pt x="120" y="48"/>
                </a:cubicBezTo>
                <a:cubicBezTo>
                  <a:pt x="117" y="50"/>
                  <a:pt x="115" y="51"/>
                  <a:pt x="114" y="53"/>
                </a:cubicBezTo>
                <a:cubicBezTo>
                  <a:pt x="112" y="55"/>
                  <a:pt x="111" y="57"/>
                  <a:pt x="111" y="59"/>
                </a:cubicBezTo>
                <a:cubicBezTo>
                  <a:pt x="133" y="59"/>
                  <a:pt x="133" y="59"/>
                  <a:pt x="133" y="59"/>
                </a:cubicBezTo>
                <a:cubicBezTo>
                  <a:pt x="133" y="51"/>
                  <a:pt x="133" y="51"/>
                  <a:pt x="133" y="51"/>
                </a:cubicBezTo>
                <a:lnTo>
                  <a:pt x="145" y="5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70" name="Freeform 273"/>
          <p:cNvSpPr>
            <a:spLocks noEditPoints="1"/>
          </p:cNvSpPr>
          <p:nvPr/>
        </p:nvSpPr>
        <p:spPr bwMode="auto">
          <a:xfrm>
            <a:off x="9861711" y="4037349"/>
            <a:ext cx="209627" cy="155599"/>
          </a:xfrm>
          <a:custGeom>
            <a:avLst/>
            <a:gdLst>
              <a:gd name="T0" fmla="*/ 85 w 145"/>
              <a:gd name="T1" fmla="*/ 69 h 109"/>
              <a:gd name="T2" fmla="*/ 85 w 145"/>
              <a:gd name="T3" fmla="*/ 84 h 109"/>
              <a:gd name="T4" fmla="*/ 61 w 145"/>
              <a:gd name="T5" fmla="*/ 84 h 109"/>
              <a:gd name="T6" fmla="*/ 46 w 145"/>
              <a:gd name="T7" fmla="*/ 61 h 109"/>
              <a:gd name="T8" fmla="*/ 44 w 145"/>
              <a:gd name="T9" fmla="*/ 57 h 109"/>
              <a:gd name="T10" fmla="*/ 43 w 145"/>
              <a:gd name="T11" fmla="*/ 55 h 109"/>
              <a:gd name="T12" fmla="*/ 43 w 145"/>
              <a:gd name="T13" fmla="*/ 55 h 109"/>
              <a:gd name="T14" fmla="*/ 42 w 145"/>
              <a:gd name="T15" fmla="*/ 57 h 109"/>
              <a:gd name="T16" fmla="*/ 39 w 145"/>
              <a:gd name="T17" fmla="*/ 61 h 109"/>
              <a:gd name="T18" fmla="*/ 25 w 145"/>
              <a:gd name="T19" fmla="*/ 84 h 109"/>
              <a:gd name="T20" fmla="*/ 0 w 145"/>
              <a:gd name="T21" fmla="*/ 84 h 109"/>
              <a:gd name="T22" fmla="*/ 0 w 145"/>
              <a:gd name="T23" fmla="*/ 69 h 109"/>
              <a:gd name="T24" fmla="*/ 12 w 145"/>
              <a:gd name="T25" fmla="*/ 69 h 109"/>
              <a:gd name="T26" fmla="*/ 31 w 145"/>
              <a:gd name="T27" fmla="*/ 41 h 109"/>
              <a:gd name="T28" fmla="*/ 13 w 145"/>
              <a:gd name="T29" fmla="*/ 15 h 109"/>
              <a:gd name="T30" fmla="*/ 1 w 145"/>
              <a:gd name="T31" fmla="*/ 15 h 109"/>
              <a:gd name="T32" fmla="*/ 1 w 145"/>
              <a:gd name="T33" fmla="*/ 0 h 109"/>
              <a:gd name="T34" fmla="*/ 27 w 145"/>
              <a:gd name="T35" fmla="*/ 0 h 109"/>
              <a:gd name="T36" fmla="*/ 40 w 145"/>
              <a:gd name="T37" fmla="*/ 21 h 109"/>
              <a:gd name="T38" fmla="*/ 42 w 145"/>
              <a:gd name="T39" fmla="*/ 25 h 109"/>
              <a:gd name="T40" fmla="*/ 43 w 145"/>
              <a:gd name="T41" fmla="*/ 27 h 109"/>
              <a:gd name="T42" fmla="*/ 43 w 145"/>
              <a:gd name="T43" fmla="*/ 27 h 109"/>
              <a:gd name="T44" fmla="*/ 44 w 145"/>
              <a:gd name="T45" fmla="*/ 25 h 109"/>
              <a:gd name="T46" fmla="*/ 47 w 145"/>
              <a:gd name="T47" fmla="*/ 21 h 109"/>
              <a:gd name="T48" fmla="*/ 60 w 145"/>
              <a:gd name="T49" fmla="*/ 0 h 109"/>
              <a:gd name="T50" fmla="*/ 84 w 145"/>
              <a:gd name="T51" fmla="*/ 0 h 109"/>
              <a:gd name="T52" fmla="*/ 84 w 145"/>
              <a:gd name="T53" fmla="*/ 15 h 109"/>
              <a:gd name="T54" fmla="*/ 72 w 145"/>
              <a:gd name="T55" fmla="*/ 15 h 109"/>
              <a:gd name="T56" fmla="*/ 55 w 145"/>
              <a:gd name="T57" fmla="*/ 41 h 109"/>
              <a:gd name="T58" fmla="*/ 74 w 145"/>
              <a:gd name="T59" fmla="*/ 69 h 109"/>
              <a:gd name="T60" fmla="*/ 85 w 145"/>
              <a:gd name="T61" fmla="*/ 69 h 109"/>
              <a:gd name="T62" fmla="*/ 145 w 145"/>
              <a:gd name="T63" fmla="*/ 89 h 109"/>
              <a:gd name="T64" fmla="*/ 145 w 145"/>
              <a:gd name="T65" fmla="*/ 109 h 109"/>
              <a:gd name="T66" fmla="*/ 96 w 145"/>
              <a:gd name="T67" fmla="*/ 109 h 109"/>
              <a:gd name="T68" fmla="*/ 96 w 145"/>
              <a:gd name="T69" fmla="*/ 106 h 109"/>
              <a:gd name="T70" fmla="*/ 96 w 145"/>
              <a:gd name="T71" fmla="*/ 102 h 109"/>
              <a:gd name="T72" fmla="*/ 98 w 145"/>
              <a:gd name="T73" fmla="*/ 91 h 109"/>
              <a:gd name="T74" fmla="*/ 104 w 145"/>
              <a:gd name="T75" fmla="*/ 83 h 109"/>
              <a:gd name="T76" fmla="*/ 112 w 145"/>
              <a:gd name="T77" fmla="*/ 76 h 109"/>
              <a:gd name="T78" fmla="*/ 120 w 145"/>
              <a:gd name="T79" fmla="*/ 71 h 109"/>
              <a:gd name="T80" fmla="*/ 126 w 145"/>
              <a:gd name="T81" fmla="*/ 66 h 109"/>
              <a:gd name="T82" fmla="*/ 129 w 145"/>
              <a:gd name="T83" fmla="*/ 60 h 109"/>
              <a:gd name="T84" fmla="*/ 126 w 145"/>
              <a:gd name="T85" fmla="*/ 54 h 109"/>
              <a:gd name="T86" fmla="*/ 119 w 145"/>
              <a:gd name="T87" fmla="*/ 52 h 109"/>
              <a:gd name="T88" fmla="*/ 110 w 145"/>
              <a:gd name="T89" fmla="*/ 56 h 109"/>
              <a:gd name="T90" fmla="*/ 107 w 145"/>
              <a:gd name="T91" fmla="*/ 59 h 109"/>
              <a:gd name="T92" fmla="*/ 97 w 145"/>
              <a:gd name="T93" fmla="*/ 50 h 109"/>
              <a:gd name="T94" fmla="*/ 103 w 145"/>
              <a:gd name="T95" fmla="*/ 44 h 109"/>
              <a:gd name="T96" fmla="*/ 121 w 145"/>
              <a:gd name="T97" fmla="*/ 38 h 109"/>
              <a:gd name="T98" fmla="*/ 137 w 145"/>
              <a:gd name="T99" fmla="*/ 44 h 109"/>
              <a:gd name="T100" fmla="*/ 144 w 145"/>
              <a:gd name="T101" fmla="*/ 59 h 109"/>
              <a:gd name="T102" fmla="*/ 141 w 145"/>
              <a:gd name="T103" fmla="*/ 70 h 109"/>
              <a:gd name="T104" fmla="*/ 133 w 145"/>
              <a:gd name="T105" fmla="*/ 78 h 109"/>
              <a:gd name="T106" fmla="*/ 123 w 145"/>
              <a:gd name="T107" fmla="*/ 84 h 109"/>
              <a:gd name="T108" fmla="*/ 115 w 145"/>
              <a:gd name="T109" fmla="*/ 90 h 109"/>
              <a:gd name="T110" fmla="*/ 111 w 145"/>
              <a:gd name="T111" fmla="*/ 97 h 109"/>
              <a:gd name="T112" fmla="*/ 133 w 145"/>
              <a:gd name="T113" fmla="*/ 97 h 109"/>
              <a:gd name="T114" fmla="*/ 133 w 145"/>
              <a:gd name="T115" fmla="*/ 89 h 109"/>
              <a:gd name="T116" fmla="*/ 145 w 145"/>
              <a:gd name="T117" fmla="*/ 89 h 1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45" h="109">
                <a:moveTo>
                  <a:pt x="85" y="69"/>
                </a:moveTo>
                <a:cubicBezTo>
                  <a:pt x="85" y="84"/>
                  <a:pt x="85" y="84"/>
                  <a:pt x="85" y="84"/>
                </a:cubicBezTo>
                <a:cubicBezTo>
                  <a:pt x="61" y="84"/>
                  <a:pt x="61" y="84"/>
                  <a:pt x="61" y="84"/>
                </a:cubicBezTo>
                <a:cubicBezTo>
                  <a:pt x="46" y="61"/>
                  <a:pt x="46" y="61"/>
                  <a:pt x="46" y="61"/>
                </a:cubicBezTo>
                <a:cubicBezTo>
                  <a:pt x="44" y="57"/>
                  <a:pt x="44" y="57"/>
                  <a:pt x="44" y="57"/>
                </a:cubicBezTo>
                <a:cubicBezTo>
                  <a:pt x="43" y="56"/>
                  <a:pt x="43" y="55"/>
                  <a:pt x="43" y="55"/>
                </a:cubicBezTo>
                <a:cubicBezTo>
                  <a:pt x="43" y="55"/>
                  <a:pt x="43" y="55"/>
                  <a:pt x="43" y="55"/>
                </a:cubicBezTo>
                <a:cubicBezTo>
                  <a:pt x="42" y="57"/>
                  <a:pt x="42" y="57"/>
                  <a:pt x="42" y="57"/>
                </a:cubicBezTo>
                <a:cubicBezTo>
                  <a:pt x="41" y="58"/>
                  <a:pt x="40" y="59"/>
                  <a:pt x="39" y="61"/>
                </a:cubicBezTo>
                <a:cubicBezTo>
                  <a:pt x="25" y="84"/>
                  <a:pt x="25" y="84"/>
                  <a:pt x="25" y="84"/>
                </a:cubicBezTo>
                <a:cubicBezTo>
                  <a:pt x="0" y="84"/>
                  <a:pt x="0" y="84"/>
                  <a:pt x="0" y="84"/>
                </a:cubicBezTo>
                <a:cubicBezTo>
                  <a:pt x="0" y="69"/>
                  <a:pt x="0" y="69"/>
                  <a:pt x="0" y="69"/>
                </a:cubicBezTo>
                <a:cubicBezTo>
                  <a:pt x="12" y="69"/>
                  <a:pt x="12" y="69"/>
                  <a:pt x="12" y="69"/>
                </a:cubicBezTo>
                <a:cubicBezTo>
                  <a:pt x="31" y="41"/>
                  <a:pt x="31" y="41"/>
                  <a:pt x="31" y="41"/>
                </a:cubicBezTo>
                <a:cubicBezTo>
                  <a:pt x="13" y="15"/>
                  <a:pt x="13" y="15"/>
                  <a:pt x="13" y="15"/>
                </a:cubicBezTo>
                <a:cubicBezTo>
                  <a:pt x="1" y="15"/>
                  <a:pt x="1" y="15"/>
                  <a:pt x="1" y="15"/>
                </a:cubicBezTo>
                <a:cubicBezTo>
                  <a:pt x="1" y="0"/>
                  <a:pt x="1" y="0"/>
                  <a:pt x="1" y="0"/>
                </a:cubicBezTo>
                <a:cubicBezTo>
                  <a:pt x="27" y="0"/>
                  <a:pt x="27" y="0"/>
                  <a:pt x="27" y="0"/>
                </a:cubicBezTo>
                <a:cubicBezTo>
                  <a:pt x="40" y="21"/>
                  <a:pt x="40" y="21"/>
                  <a:pt x="40" y="21"/>
                </a:cubicBezTo>
                <a:cubicBezTo>
                  <a:pt x="40" y="21"/>
                  <a:pt x="41" y="23"/>
                  <a:pt x="42" y="25"/>
                </a:cubicBezTo>
                <a:cubicBezTo>
                  <a:pt x="42" y="26"/>
                  <a:pt x="43" y="26"/>
                  <a:pt x="43" y="27"/>
                </a:cubicBezTo>
                <a:cubicBezTo>
                  <a:pt x="43" y="27"/>
                  <a:pt x="43" y="27"/>
                  <a:pt x="43" y="27"/>
                </a:cubicBezTo>
                <a:cubicBezTo>
                  <a:pt x="43" y="26"/>
                  <a:pt x="44" y="26"/>
                  <a:pt x="44" y="25"/>
                </a:cubicBezTo>
                <a:cubicBezTo>
                  <a:pt x="47" y="21"/>
                  <a:pt x="47" y="21"/>
                  <a:pt x="47" y="21"/>
                </a:cubicBezTo>
                <a:cubicBezTo>
                  <a:pt x="60" y="0"/>
                  <a:pt x="60" y="0"/>
                  <a:pt x="60" y="0"/>
                </a:cubicBezTo>
                <a:cubicBezTo>
                  <a:pt x="84" y="0"/>
                  <a:pt x="84" y="0"/>
                  <a:pt x="84" y="0"/>
                </a:cubicBezTo>
                <a:cubicBezTo>
                  <a:pt x="84" y="15"/>
                  <a:pt x="84" y="15"/>
                  <a:pt x="84" y="15"/>
                </a:cubicBezTo>
                <a:cubicBezTo>
                  <a:pt x="72" y="15"/>
                  <a:pt x="72" y="15"/>
                  <a:pt x="72" y="15"/>
                </a:cubicBezTo>
                <a:cubicBezTo>
                  <a:pt x="55" y="41"/>
                  <a:pt x="55" y="41"/>
                  <a:pt x="55" y="41"/>
                </a:cubicBezTo>
                <a:cubicBezTo>
                  <a:pt x="74" y="69"/>
                  <a:pt x="74" y="69"/>
                  <a:pt x="74" y="69"/>
                </a:cubicBezTo>
                <a:lnTo>
                  <a:pt x="85" y="69"/>
                </a:lnTo>
                <a:close/>
                <a:moveTo>
                  <a:pt x="145" y="89"/>
                </a:moveTo>
                <a:cubicBezTo>
                  <a:pt x="145" y="109"/>
                  <a:pt x="145" y="109"/>
                  <a:pt x="145" y="109"/>
                </a:cubicBezTo>
                <a:cubicBezTo>
                  <a:pt x="96" y="109"/>
                  <a:pt x="96" y="109"/>
                  <a:pt x="96" y="109"/>
                </a:cubicBezTo>
                <a:cubicBezTo>
                  <a:pt x="96" y="106"/>
                  <a:pt x="96" y="106"/>
                  <a:pt x="96" y="106"/>
                </a:cubicBezTo>
                <a:cubicBezTo>
                  <a:pt x="96" y="103"/>
                  <a:pt x="96" y="102"/>
                  <a:pt x="96" y="102"/>
                </a:cubicBezTo>
                <a:cubicBezTo>
                  <a:pt x="96" y="98"/>
                  <a:pt x="97" y="94"/>
                  <a:pt x="98" y="91"/>
                </a:cubicBezTo>
                <a:cubicBezTo>
                  <a:pt x="100" y="87"/>
                  <a:pt x="102" y="85"/>
                  <a:pt x="104" y="83"/>
                </a:cubicBezTo>
                <a:cubicBezTo>
                  <a:pt x="107" y="80"/>
                  <a:pt x="109" y="78"/>
                  <a:pt x="112" y="76"/>
                </a:cubicBezTo>
                <a:cubicBezTo>
                  <a:pt x="115" y="74"/>
                  <a:pt x="118" y="73"/>
                  <a:pt x="120" y="71"/>
                </a:cubicBezTo>
                <a:cubicBezTo>
                  <a:pt x="123" y="70"/>
                  <a:pt x="125" y="68"/>
                  <a:pt x="126" y="66"/>
                </a:cubicBezTo>
                <a:cubicBezTo>
                  <a:pt x="128" y="64"/>
                  <a:pt x="129" y="62"/>
                  <a:pt x="129" y="60"/>
                </a:cubicBezTo>
                <a:cubicBezTo>
                  <a:pt x="129" y="58"/>
                  <a:pt x="128" y="56"/>
                  <a:pt x="126" y="54"/>
                </a:cubicBezTo>
                <a:cubicBezTo>
                  <a:pt x="124" y="53"/>
                  <a:pt x="122" y="52"/>
                  <a:pt x="119" y="52"/>
                </a:cubicBezTo>
                <a:cubicBezTo>
                  <a:pt x="116" y="52"/>
                  <a:pt x="113" y="53"/>
                  <a:pt x="110" y="56"/>
                </a:cubicBezTo>
                <a:cubicBezTo>
                  <a:pt x="109" y="56"/>
                  <a:pt x="108" y="57"/>
                  <a:pt x="107" y="59"/>
                </a:cubicBezTo>
                <a:cubicBezTo>
                  <a:pt x="97" y="50"/>
                  <a:pt x="97" y="50"/>
                  <a:pt x="97" y="50"/>
                </a:cubicBezTo>
                <a:cubicBezTo>
                  <a:pt x="99" y="48"/>
                  <a:pt x="101" y="46"/>
                  <a:pt x="103" y="44"/>
                </a:cubicBezTo>
                <a:cubicBezTo>
                  <a:pt x="108" y="40"/>
                  <a:pt x="114" y="38"/>
                  <a:pt x="121" y="38"/>
                </a:cubicBezTo>
                <a:cubicBezTo>
                  <a:pt x="128" y="38"/>
                  <a:pt x="133" y="40"/>
                  <a:pt x="137" y="44"/>
                </a:cubicBezTo>
                <a:cubicBezTo>
                  <a:pt x="142" y="47"/>
                  <a:pt x="144" y="52"/>
                  <a:pt x="144" y="59"/>
                </a:cubicBezTo>
                <a:cubicBezTo>
                  <a:pt x="144" y="63"/>
                  <a:pt x="143" y="67"/>
                  <a:pt x="141" y="70"/>
                </a:cubicBezTo>
                <a:cubicBezTo>
                  <a:pt x="138" y="73"/>
                  <a:pt x="136" y="76"/>
                  <a:pt x="133" y="78"/>
                </a:cubicBezTo>
                <a:cubicBezTo>
                  <a:pt x="130" y="80"/>
                  <a:pt x="126" y="82"/>
                  <a:pt x="123" y="84"/>
                </a:cubicBezTo>
                <a:cubicBezTo>
                  <a:pt x="120" y="86"/>
                  <a:pt x="117" y="88"/>
                  <a:pt x="115" y="90"/>
                </a:cubicBezTo>
                <a:cubicBezTo>
                  <a:pt x="113" y="92"/>
                  <a:pt x="111" y="94"/>
                  <a:pt x="111" y="97"/>
                </a:cubicBezTo>
                <a:cubicBezTo>
                  <a:pt x="133" y="97"/>
                  <a:pt x="133" y="97"/>
                  <a:pt x="133" y="97"/>
                </a:cubicBezTo>
                <a:cubicBezTo>
                  <a:pt x="133" y="89"/>
                  <a:pt x="133" y="89"/>
                  <a:pt x="133" y="89"/>
                </a:cubicBezTo>
                <a:lnTo>
                  <a:pt x="145" y="89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71" name="Freeform 274"/>
          <p:cNvSpPr>
            <a:spLocks noEditPoints="1"/>
          </p:cNvSpPr>
          <p:nvPr/>
        </p:nvSpPr>
        <p:spPr bwMode="auto">
          <a:xfrm>
            <a:off x="10134008" y="3985482"/>
            <a:ext cx="261493" cy="172887"/>
          </a:xfrm>
          <a:custGeom>
            <a:avLst/>
            <a:gdLst>
              <a:gd name="T0" fmla="*/ 180 w 182"/>
              <a:gd name="T1" fmla="*/ 8 h 121"/>
              <a:gd name="T2" fmla="*/ 181 w 182"/>
              <a:gd name="T3" fmla="*/ 14 h 121"/>
              <a:gd name="T4" fmla="*/ 178 w 182"/>
              <a:gd name="T5" fmla="*/ 20 h 121"/>
              <a:gd name="T6" fmla="*/ 94 w 182"/>
              <a:gd name="T7" fmla="*/ 117 h 121"/>
              <a:gd name="T8" fmla="*/ 85 w 182"/>
              <a:gd name="T9" fmla="*/ 121 h 121"/>
              <a:gd name="T10" fmla="*/ 12 w 182"/>
              <a:gd name="T11" fmla="*/ 121 h 121"/>
              <a:gd name="T12" fmla="*/ 6 w 182"/>
              <a:gd name="T13" fmla="*/ 120 h 121"/>
              <a:gd name="T14" fmla="*/ 1 w 182"/>
              <a:gd name="T15" fmla="*/ 114 h 121"/>
              <a:gd name="T16" fmla="*/ 0 w 182"/>
              <a:gd name="T17" fmla="*/ 108 h 121"/>
              <a:gd name="T18" fmla="*/ 3 w 182"/>
              <a:gd name="T19" fmla="*/ 101 h 121"/>
              <a:gd name="T20" fmla="*/ 88 w 182"/>
              <a:gd name="T21" fmla="*/ 5 h 121"/>
              <a:gd name="T22" fmla="*/ 97 w 182"/>
              <a:gd name="T23" fmla="*/ 0 h 121"/>
              <a:gd name="T24" fmla="*/ 169 w 182"/>
              <a:gd name="T25" fmla="*/ 0 h 121"/>
              <a:gd name="T26" fmla="*/ 176 w 182"/>
              <a:gd name="T27" fmla="*/ 2 h 121"/>
              <a:gd name="T28" fmla="*/ 180 w 182"/>
              <a:gd name="T29" fmla="*/ 8 h 121"/>
              <a:gd name="T30" fmla="*/ 85 w 182"/>
              <a:gd name="T31" fmla="*/ 109 h 121"/>
              <a:gd name="T32" fmla="*/ 116 w 182"/>
              <a:gd name="T33" fmla="*/ 73 h 121"/>
              <a:gd name="T34" fmla="*/ 44 w 182"/>
              <a:gd name="T35" fmla="*/ 73 h 121"/>
              <a:gd name="T36" fmla="*/ 12 w 182"/>
              <a:gd name="T37" fmla="*/ 109 h 121"/>
              <a:gd name="T38" fmla="*/ 85 w 182"/>
              <a:gd name="T39" fmla="*/ 109 h 1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182" h="121">
                <a:moveTo>
                  <a:pt x="180" y="8"/>
                </a:moveTo>
                <a:cubicBezTo>
                  <a:pt x="181" y="10"/>
                  <a:pt x="182" y="12"/>
                  <a:pt x="181" y="14"/>
                </a:cubicBezTo>
                <a:cubicBezTo>
                  <a:pt x="181" y="17"/>
                  <a:pt x="180" y="19"/>
                  <a:pt x="178" y="20"/>
                </a:cubicBezTo>
                <a:cubicBezTo>
                  <a:pt x="94" y="117"/>
                  <a:pt x="94" y="117"/>
                  <a:pt x="94" y="117"/>
                </a:cubicBezTo>
                <a:cubicBezTo>
                  <a:pt x="91" y="120"/>
                  <a:pt x="88" y="121"/>
                  <a:pt x="85" y="121"/>
                </a:cubicBezTo>
                <a:cubicBezTo>
                  <a:pt x="12" y="121"/>
                  <a:pt x="12" y="121"/>
                  <a:pt x="12" y="121"/>
                </a:cubicBezTo>
                <a:cubicBezTo>
                  <a:pt x="10" y="121"/>
                  <a:pt x="7" y="121"/>
                  <a:pt x="6" y="120"/>
                </a:cubicBezTo>
                <a:cubicBezTo>
                  <a:pt x="4" y="118"/>
                  <a:pt x="2" y="116"/>
                  <a:pt x="1" y="114"/>
                </a:cubicBezTo>
                <a:cubicBezTo>
                  <a:pt x="0" y="112"/>
                  <a:pt x="0" y="110"/>
                  <a:pt x="0" y="108"/>
                </a:cubicBezTo>
                <a:cubicBezTo>
                  <a:pt x="0" y="105"/>
                  <a:pt x="1" y="103"/>
                  <a:pt x="3" y="101"/>
                </a:cubicBezTo>
                <a:cubicBezTo>
                  <a:pt x="88" y="5"/>
                  <a:pt x="88" y="5"/>
                  <a:pt x="88" y="5"/>
                </a:cubicBezTo>
                <a:cubicBezTo>
                  <a:pt x="90" y="2"/>
                  <a:pt x="93" y="0"/>
                  <a:pt x="97" y="0"/>
                </a:cubicBezTo>
                <a:cubicBezTo>
                  <a:pt x="169" y="0"/>
                  <a:pt x="169" y="0"/>
                  <a:pt x="169" y="0"/>
                </a:cubicBezTo>
                <a:cubicBezTo>
                  <a:pt x="172" y="0"/>
                  <a:pt x="174" y="1"/>
                  <a:pt x="176" y="2"/>
                </a:cubicBezTo>
                <a:cubicBezTo>
                  <a:pt x="178" y="4"/>
                  <a:pt x="179" y="5"/>
                  <a:pt x="180" y="8"/>
                </a:cubicBezTo>
                <a:close/>
                <a:moveTo>
                  <a:pt x="85" y="109"/>
                </a:moveTo>
                <a:cubicBezTo>
                  <a:pt x="116" y="73"/>
                  <a:pt x="116" y="73"/>
                  <a:pt x="116" y="73"/>
                </a:cubicBezTo>
                <a:cubicBezTo>
                  <a:pt x="44" y="73"/>
                  <a:pt x="44" y="73"/>
                  <a:pt x="44" y="73"/>
                </a:cubicBezTo>
                <a:cubicBezTo>
                  <a:pt x="12" y="109"/>
                  <a:pt x="12" y="109"/>
                  <a:pt x="12" y="109"/>
                </a:cubicBezTo>
                <a:lnTo>
                  <a:pt x="85" y="109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72" name="Freeform 275"/>
          <p:cNvSpPr>
            <a:spLocks/>
          </p:cNvSpPr>
          <p:nvPr/>
        </p:nvSpPr>
        <p:spPr bwMode="auto">
          <a:xfrm>
            <a:off x="10458174" y="3950904"/>
            <a:ext cx="226916" cy="213949"/>
          </a:xfrm>
          <a:custGeom>
            <a:avLst/>
            <a:gdLst>
              <a:gd name="T0" fmla="*/ 154 w 158"/>
              <a:gd name="T1" fmla="*/ 117 h 149"/>
              <a:gd name="T2" fmla="*/ 135 w 158"/>
              <a:gd name="T3" fmla="*/ 120 h 149"/>
              <a:gd name="T4" fmla="*/ 124 w 158"/>
              <a:gd name="T5" fmla="*/ 113 h 149"/>
              <a:gd name="T6" fmla="*/ 107 w 158"/>
              <a:gd name="T7" fmla="*/ 123 h 149"/>
              <a:gd name="T8" fmla="*/ 109 w 158"/>
              <a:gd name="T9" fmla="*/ 145 h 149"/>
              <a:gd name="T10" fmla="*/ 106 w 158"/>
              <a:gd name="T11" fmla="*/ 145 h 149"/>
              <a:gd name="T12" fmla="*/ 86 w 158"/>
              <a:gd name="T13" fmla="*/ 148 h 149"/>
              <a:gd name="T14" fmla="*/ 67 w 158"/>
              <a:gd name="T15" fmla="*/ 146 h 149"/>
              <a:gd name="T16" fmla="*/ 65 w 158"/>
              <a:gd name="T17" fmla="*/ 131 h 149"/>
              <a:gd name="T18" fmla="*/ 72 w 158"/>
              <a:gd name="T19" fmla="*/ 120 h 149"/>
              <a:gd name="T20" fmla="*/ 69 w 158"/>
              <a:gd name="T21" fmla="*/ 101 h 149"/>
              <a:gd name="T22" fmla="*/ 42 w 158"/>
              <a:gd name="T23" fmla="*/ 101 h 149"/>
              <a:gd name="T24" fmla="*/ 38 w 158"/>
              <a:gd name="T25" fmla="*/ 121 h 149"/>
              <a:gd name="T26" fmla="*/ 45 w 158"/>
              <a:gd name="T27" fmla="*/ 132 h 149"/>
              <a:gd name="T28" fmla="*/ 42 w 158"/>
              <a:gd name="T29" fmla="*/ 146 h 149"/>
              <a:gd name="T30" fmla="*/ 7 w 158"/>
              <a:gd name="T31" fmla="*/ 147 h 149"/>
              <a:gd name="T32" fmla="*/ 2 w 158"/>
              <a:gd name="T33" fmla="*/ 146 h 149"/>
              <a:gd name="T34" fmla="*/ 1 w 158"/>
              <a:gd name="T35" fmla="*/ 146 h 149"/>
              <a:gd name="T36" fmla="*/ 0 w 158"/>
              <a:gd name="T37" fmla="*/ 49 h 149"/>
              <a:gd name="T38" fmla="*/ 5 w 158"/>
              <a:gd name="T39" fmla="*/ 49 h 149"/>
              <a:gd name="T40" fmla="*/ 31 w 158"/>
              <a:gd name="T41" fmla="*/ 52 h 149"/>
              <a:gd name="T42" fmla="*/ 46 w 158"/>
              <a:gd name="T43" fmla="*/ 40 h 149"/>
              <a:gd name="T44" fmla="*/ 41 w 158"/>
              <a:gd name="T45" fmla="*/ 31 h 149"/>
              <a:gd name="T46" fmla="*/ 37 w 158"/>
              <a:gd name="T47" fmla="*/ 17 h 149"/>
              <a:gd name="T48" fmla="*/ 56 w 158"/>
              <a:gd name="T49" fmla="*/ 0 h 149"/>
              <a:gd name="T50" fmla="*/ 74 w 158"/>
              <a:gd name="T51" fmla="*/ 16 h 149"/>
              <a:gd name="T52" fmla="*/ 68 w 158"/>
              <a:gd name="T53" fmla="*/ 29 h 149"/>
              <a:gd name="T54" fmla="*/ 63 w 158"/>
              <a:gd name="T55" fmla="*/ 41 h 149"/>
              <a:gd name="T56" fmla="*/ 77 w 158"/>
              <a:gd name="T57" fmla="*/ 51 h 149"/>
              <a:gd name="T58" fmla="*/ 109 w 158"/>
              <a:gd name="T59" fmla="*/ 48 h 149"/>
              <a:gd name="T60" fmla="*/ 109 w 158"/>
              <a:gd name="T61" fmla="*/ 50 h 149"/>
              <a:gd name="T62" fmla="*/ 108 w 158"/>
              <a:gd name="T63" fmla="*/ 56 h 149"/>
              <a:gd name="T64" fmla="*/ 109 w 158"/>
              <a:gd name="T65" fmla="*/ 90 h 149"/>
              <a:gd name="T66" fmla="*/ 122 w 158"/>
              <a:gd name="T67" fmla="*/ 93 h 149"/>
              <a:gd name="T68" fmla="*/ 134 w 158"/>
              <a:gd name="T69" fmla="*/ 86 h 149"/>
              <a:gd name="T70" fmla="*/ 154 w 158"/>
              <a:gd name="T71" fmla="*/ 91 h 1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58" h="149">
                <a:moveTo>
                  <a:pt x="158" y="104"/>
                </a:moveTo>
                <a:cubicBezTo>
                  <a:pt x="158" y="109"/>
                  <a:pt x="156" y="113"/>
                  <a:pt x="154" y="117"/>
                </a:cubicBezTo>
                <a:cubicBezTo>
                  <a:pt x="151" y="120"/>
                  <a:pt x="147" y="122"/>
                  <a:pt x="142" y="122"/>
                </a:cubicBezTo>
                <a:cubicBezTo>
                  <a:pt x="139" y="122"/>
                  <a:pt x="137" y="121"/>
                  <a:pt x="135" y="120"/>
                </a:cubicBezTo>
                <a:cubicBezTo>
                  <a:pt x="132" y="119"/>
                  <a:pt x="130" y="118"/>
                  <a:pt x="129" y="117"/>
                </a:cubicBezTo>
                <a:cubicBezTo>
                  <a:pt x="128" y="115"/>
                  <a:pt x="126" y="114"/>
                  <a:pt x="124" y="113"/>
                </a:cubicBezTo>
                <a:cubicBezTo>
                  <a:pt x="122" y="112"/>
                  <a:pt x="119" y="111"/>
                  <a:pt x="117" y="111"/>
                </a:cubicBezTo>
                <a:cubicBezTo>
                  <a:pt x="110" y="111"/>
                  <a:pt x="107" y="115"/>
                  <a:pt x="107" y="123"/>
                </a:cubicBezTo>
                <a:cubicBezTo>
                  <a:pt x="107" y="126"/>
                  <a:pt x="107" y="129"/>
                  <a:pt x="108" y="134"/>
                </a:cubicBezTo>
                <a:cubicBezTo>
                  <a:pt x="109" y="139"/>
                  <a:pt x="110" y="142"/>
                  <a:pt x="109" y="145"/>
                </a:cubicBezTo>
                <a:cubicBezTo>
                  <a:pt x="109" y="145"/>
                  <a:pt x="109" y="145"/>
                  <a:pt x="109" y="145"/>
                </a:cubicBezTo>
                <a:cubicBezTo>
                  <a:pt x="108" y="145"/>
                  <a:pt x="107" y="145"/>
                  <a:pt x="106" y="145"/>
                </a:cubicBezTo>
                <a:cubicBezTo>
                  <a:pt x="104" y="146"/>
                  <a:pt x="101" y="146"/>
                  <a:pt x="97" y="147"/>
                </a:cubicBezTo>
                <a:cubicBezTo>
                  <a:pt x="93" y="147"/>
                  <a:pt x="90" y="147"/>
                  <a:pt x="86" y="148"/>
                </a:cubicBezTo>
                <a:cubicBezTo>
                  <a:pt x="83" y="148"/>
                  <a:pt x="80" y="148"/>
                  <a:pt x="77" y="148"/>
                </a:cubicBezTo>
                <a:cubicBezTo>
                  <a:pt x="73" y="148"/>
                  <a:pt x="70" y="147"/>
                  <a:pt x="67" y="146"/>
                </a:cubicBezTo>
                <a:cubicBezTo>
                  <a:pt x="65" y="144"/>
                  <a:pt x="63" y="141"/>
                  <a:pt x="63" y="138"/>
                </a:cubicBezTo>
                <a:cubicBezTo>
                  <a:pt x="63" y="136"/>
                  <a:pt x="64" y="133"/>
                  <a:pt x="65" y="131"/>
                </a:cubicBezTo>
                <a:cubicBezTo>
                  <a:pt x="66" y="129"/>
                  <a:pt x="67" y="127"/>
                  <a:pt x="68" y="126"/>
                </a:cubicBezTo>
                <a:cubicBezTo>
                  <a:pt x="70" y="124"/>
                  <a:pt x="71" y="123"/>
                  <a:pt x="72" y="120"/>
                </a:cubicBezTo>
                <a:cubicBezTo>
                  <a:pt x="73" y="118"/>
                  <a:pt x="74" y="116"/>
                  <a:pt x="74" y="113"/>
                </a:cubicBezTo>
                <a:cubicBezTo>
                  <a:pt x="74" y="108"/>
                  <a:pt x="72" y="104"/>
                  <a:pt x="69" y="101"/>
                </a:cubicBezTo>
                <a:cubicBezTo>
                  <a:pt x="65" y="98"/>
                  <a:pt x="61" y="97"/>
                  <a:pt x="56" y="97"/>
                </a:cubicBezTo>
                <a:cubicBezTo>
                  <a:pt x="51" y="97"/>
                  <a:pt x="46" y="98"/>
                  <a:pt x="42" y="101"/>
                </a:cubicBezTo>
                <a:cubicBezTo>
                  <a:pt x="39" y="104"/>
                  <a:pt x="37" y="108"/>
                  <a:pt x="37" y="113"/>
                </a:cubicBezTo>
                <a:cubicBezTo>
                  <a:pt x="37" y="116"/>
                  <a:pt x="37" y="119"/>
                  <a:pt x="38" y="121"/>
                </a:cubicBezTo>
                <a:cubicBezTo>
                  <a:pt x="39" y="124"/>
                  <a:pt x="40" y="126"/>
                  <a:pt x="41" y="127"/>
                </a:cubicBezTo>
                <a:cubicBezTo>
                  <a:pt x="43" y="129"/>
                  <a:pt x="44" y="131"/>
                  <a:pt x="45" y="132"/>
                </a:cubicBezTo>
                <a:cubicBezTo>
                  <a:pt x="45" y="134"/>
                  <a:pt x="46" y="136"/>
                  <a:pt x="46" y="137"/>
                </a:cubicBezTo>
                <a:cubicBezTo>
                  <a:pt x="46" y="140"/>
                  <a:pt x="45" y="143"/>
                  <a:pt x="42" y="146"/>
                </a:cubicBezTo>
                <a:cubicBezTo>
                  <a:pt x="39" y="148"/>
                  <a:pt x="36" y="149"/>
                  <a:pt x="31" y="149"/>
                </a:cubicBezTo>
                <a:cubicBezTo>
                  <a:pt x="25" y="149"/>
                  <a:pt x="17" y="148"/>
                  <a:pt x="7" y="147"/>
                </a:cubicBezTo>
                <a:cubicBezTo>
                  <a:pt x="7" y="146"/>
                  <a:pt x="6" y="146"/>
                  <a:pt x="5" y="146"/>
                </a:cubicBezTo>
                <a:cubicBezTo>
                  <a:pt x="4" y="146"/>
                  <a:pt x="3" y="146"/>
                  <a:pt x="2" y="146"/>
                </a:cubicBezTo>
                <a:cubicBezTo>
                  <a:pt x="1" y="146"/>
                  <a:pt x="1" y="146"/>
                  <a:pt x="1" y="146"/>
                </a:cubicBezTo>
                <a:cubicBezTo>
                  <a:pt x="1" y="146"/>
                  <a:pt x="1" y="146"/>
                  <a:pt x="1" y="146"/>
                </a:cubicBezTo>
                <a:cubicBezTo>
                  <a:pt x="1" y="146"/>
                  <a:pt x="0" y="146"/>
                  <a:pt x="0" y="145"/>
                </a:cubicBezTo>
                <a:cubicBezTo>
                  <a:pt x="0" y="49"/>
                  <a:pt x="0" y="49"/>
                  <a:pt x="0" y="49"/>
                </a:cubicBezTo>
                <a:cubicBezTo>
                  <a:pt x="1" y="49"/>
                  <a:pt x="1" y="49"/>
                  <a:pt x="2" y="49"/>
                </a:cubicBezTo>
                <a:cubicBezTo>
                  <a:pt x="3" y="49"/>
                  <a:pt x="4" y="49"/>
                  <a:pt x="5" y="49"/>
                </a:cubicBezTo>
                <a:cubicBezTo>
                  <a:pt x="7" y="50"/>
                  <a:pt x="7" y="50"/>
                  <a:pt x="7" y="50"/>
                </a:cubicBezTo>
                <a:cubicBezTo>
                  <a:pt x="17" y="51"/>
                  <a:pt x="25" y="52"/>
                  <a:pt x="31" y="52"/>
                </a:cubicBezTo>
                <a:cubicBezTo>
                  <a:pt x="36" y="52"/>
                  <a:pt x="39" y="51"/>
                  <a:pt x="42" y="49"/>
                </a:cubicBezTo>
                <a:cubicBezTo>
                  <a:pt x="45" y="46"/>
                  <a:pt x="46" y="43"/>
                  <a:pt x="46" y="40"/>
                </a:cubicBezTo>
                <a:cubicBezTo>
                  <a:pt x="46" y="39"/>
                  <a:pt x="45" y="37"/>
                  <a:pt x="45" y="36"/>
                </a:cubicBezTo>
                <a:cubicBezTo>
                  <a:pt x="44" y="34"/>
                  <a:pt x="43" y="32"/>
                  <a:pt x="41" y="31"/>
                </a:cubicBezTo>
                <a:cubicBezTo>
                  <a:pt x="40" y="29"/>
                  <a:pt x="39" y="27"/>
                  <a:pt x="38" y="24"/>
                </a:cubicBezTo>
                <a:cubicBezTo>
                  <a:pt x="37" y="22"/>
                  <a:pt x="37" y="19"/>
                  <a:pt x="37" y="17"/>
                </a:cubicBezTo>
                <a:cubicBezTo>
                  <a:pt x="37" y="11"/>
                  <a:pt x="39" y="7"/>
                  <a:pt x="42" y="5"/>
                </a:cubicBezTo>
                <a:cubicBezTo>
                  <a:pt x="46" y="2"/>
                  <a:pt x="51" y="0"/>
                  <a:pt x="56" y="0"/>
                </a:cubicBezTo>
                <a:cubicBezTo>
                  <a:pt x="61" y="0"/>
                  <a:pt x="65" y="2"/>
                  <a:pt x="69" y="4"/>
                </a:cubicBezTo>
                <a:cubicBezTo>
                  <a:pt x="72" y="7"/>
                  <a:pt x="74" y="11"/>
                  <a:pt x="74" y="16"/>
                </a:cubicBezTo>
                <a:cubicBezTo>
                  <a:pt x="74" y="19"/>
                  <a:pt x="73" y="21"/>
                  <a:pt x="72" y="23"/>
                </a:cubicBezTo>
                <a:cubicBezTo>
                  <a:pt x="71" y="26"/>
                  <a:pt x="70" y="28"/>
                  <a:pt x="68" y="29"/>
                </a:cubicBezTo>
                <a:cubicBezTo>
                  <a:pt x="67" y="30"/>
                  <a:pt x="66" y="32"/>
                  <a:pt x="65" y="34"/>
                </a:cubicBezTo>
                <a:cubicBezTo>
                  <a:pt x="64" y="36"/>
                  <a:pt x="63" y="39"/>
                  <a:pt x="63" y="41"/>
                </a:cubicBezTo>
                <a:cubicBezTo>
                  <a:pt x="63" y="45"/>
                  <a:pt x="65" y="47"/>
                  <a:pt x="67" y="49"/>
                </a:cubicBezTo>
                <a:cubicBezTo>
                  <a:pt x="70" y="51"/>
                  <a:pt x="73" y="51"/>
                  <a:pt x="77" y="51"/>
                </a:cubicBezTo>
                <a:cubicBezTo>
                  <a:pt x="81" y="51"/>
                  <a:pt x="87" y="51"/>
                  <a:pt x="94" y="50"/>
                </a:cubicBezTo>
                <a:cubicBezTo>
                  <a:pt x="101" y="49"/>
                  <a:pt x="106" y="49"/>
                  <a:pt x="109" y="48"/>
                </a:cubicBezTo>
                <a:cubicBezTo>
                  <a:pt x="109" y="49"/>
                  <a:pt x="109" y="49"/>
                  <a:pt x="109" y="49"/>
                </a:cubicBezTo>
                <a:cubicBezTo>
                  <a:pt x="109" y="49"/>
                  <a:pt x="109" y="49"/>
                  <a:pt x="109" y="50"/>
                </a:cubicBezTo>
                <a:cubicBezTo>
                  <a:pt x="109" y="51"/>
                  <a:pt x="109" y="52"/>
                  <a:pt x="109" y="53"/>
                </a:cubicBezTo>
                <a:cubicBezTo>
                  <a:pt x="108" y="55"/>
                  <a:pt x="108" y="55"/>
                  <a:pt x="108" y="56"/>
                </a:cubicBezTo>
                <a:cubicBezTo>
                  <a:pt x="107" y="65"/>
                  <a:pt x="106" y="73"/>
                  <a:pt x="106" y="79"/>
                </a:cubicBezTo>
                <a:cubicBezTo>
                  <a:pt x="106" y="84"/>
                  <a:pt x="107" y="87"/>
                  <a:pt x="109" y="90"/>
                </a:cubicBezTo>
                <a:cubicBezTo>
                  <a:pt x="112" y="93"/>
                  <a:pt x="115" y="94"/>
                  <a:pt x="118" y="94"/>
                </a:cubicBezTo>
                <a:cubicBezTo>
                  <a:pt x="119" y="94"/>
                  <a:pt x="121" y="94"/>
                  <a:pt x="122" y="93"/>
                </a:cubicBezTo>
                <a:cubicBezTo>
                  <a:pt x="124" y="92"/>
                  <a:pt x="126" y="91"/>
                  <a:pt x="128" y="90"/>
                </a:cubicBezTo>
                <a:cubicBezTo>
                  <a:pt x="129" y="88"/>
                  <a:pt x="131" y="87"/>
                  <a:pt x="134" y="86"/>
                </a:cubicBezTo>
                <a:cubicBezTo>
                  <a:pt x="136" y="85"/>
                  <a:pt x="139" y="85"/>
                  <a:pt x="141" y="85"/>
                </a:cubicBezTo>
                <a:cubicBezTo>
                  <a:pt x="147" y="85"/>
                  <a:pt x="151" y="87"/>
                  <a:pt x="154" y="91"/>
                </a:cubicBezTo>
                <a:cubicBezTo>
                  <a:pt x="156" y="94"/>
                  <a:pt x="158" y="99"/>
                  <a:pt x="158" y="10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73" name="Freeform 276"/>
          <p:cNvSpPr>
            <a:spLocks noEditPoints="1"/>
          </p:cNvSpPr>
          <p:nvPr/>
        </p:nvSpPr>
        <p:spPr bwMode="auto">
          <a:xfrm>
            <a:off x="10749922" y="3950905"/>
            <a:ext cx="155599" cy="226916"/>
          </a:xfrm>
          <a:custGeom>
            <a:avLst/>
            <a:gdLst>
              <a:gd name="T0" fmla="*/ 109 w 109"/>
              <a:gd name="T1" fmla="*/ 67 h 158"/>
              <a:gd name="T2" fmla="*/ 109 w 109"/>
              <a:gd name="T3" fmla="*/ 79 h 158"/>
              <a:gd name="T4" fmla="*/ 95 w 109"/>
              <a:gd name="T5" fmla="*/ 115 h 158"/>
              <a:gd name="T6" fmla="*/ 60 w 109"/>
              <a:gd name="T7" fmla="*/ 133 h 158"/>
              <a:gd name="T8" fmla="*/ 60 w 109"/>
              <a:gd name="T9" fmla="*/ 145 h 158"/>
              <a:gd name="T10" fmla="*/ 84 w 109"/>
              <a:gd name="T11" fmla="*/ 145 h 158"/>
              <a:gd name="T12" fmla="*/ 89 w 109"/>
              <a:gd name="T13" fmla="*/ 147 h 158"/>
              <a:gd name="T14" fmla="*/ 91 w 109"/>
              <a:gd name="T15" fmla="*/ 151 h 158"/>
              <a:gd name="T16" fmla="*/ 89 w 109"/>
              <a:gd name="T17" fmla="*/ 156 h 158"/>
              <a:gd name="T18" fmla="*/ 84 w 109"/>
              <a:gd name="T19" fmla="*/ 158 h 158"/>
              <a:gd name="T20" fmla="*/ 24 w 109"/>
              <a:gd name="T21" fmla="*/ 158 h 158"/>
              <a:gd name="T22" fmla="*/ 20 w 109"/>
              <a:gd name="T23" fmla="*/ 156 h 158"/>
              <a:gd name="T24" fmla="*/ 18 w 109"/>
              <a:gd name="T25" fmla="*/ 151 h 158"/>
              <a:gd name="T26" fmla="*/ 20 w 109"/>
              <a:gd name="T27" fmla="*/ 147 h 158"/>
              <a:gd name="T28" fmla="*/ 24 w 109"/>
              <a:gd name="T29" fmla="*/ 145 h 158"/>
              <a:gd name="T30" fmla="*/ 48 w 109"/>
              <a:gd name="T31" fmla="*/ 145 h 158"/>
              <a:gd name="T32" fmla="*/ 48 w 109"/>
              <a:gd name="T33" fmla="*/ 133 h 158"/>
              <a:gd name="T34" fmla="*/ 14 w 109"/>
              <a:gd name="T35" fmla="*/ 115 h 158"/>
              <a:gd name="T36" fmla="*/ 0 w 109"/>
              <a:gd name="T37" fmla="*/ 79 h 158"/>
              <a:gd name="T38" fmla="*/ 0 w 109"/>
              <a:gd name="T39" fmla="*/ 67 h 158"/>
              <a:gd name="T40" fmla="*/ 2 w 109"/>
              <a:gd name="T41" fmla="*/ 63 h 158"/>
              <a:gd name="T42" fmla="*/ 6 w 109"/>
              <a:gd name="T43" fmla="*/ 61 h 158"/>
              <a:gd name="T44" fmla="*/ 10 w 109"/>
              <a:gd name="T45" fmla="*/ 63 h 158"/>
              <a:gd name="T46" fmla="*/ 12 w 109"/>
              <a:gd name="T47" fmla="*/ 67 h 158"/>
              <a:gd name="T48" fmla="*/ 12 w 109"/>
              <a:gd name="T49" fmla="*/ 79 h 158"/>
              <a:gd name="T50" fmla="*/ 24 w 109"/>
              <a:gd name="T51" fmla="*/ 109 h 158"/>
              <a:gd name="T52" fmla="*/ 54 w 109"/>
              <a:gd name="T53" fmla="*/ 121 h 158"/>
              <a:gd name="T54" fmla="*/ 84 w 109"/>
              <a:gd name="T55" fmla="*/ 109 h 158"/>
              <a:gd name="T56" fmla="*/ 97 w 109"/>
              <a:gd name="T57" fmla="*/ 79 h 158"/>
              <a:gd name="T58" fmla="*/ 97 w 109"/>
              <a:gd name="T59" fmla="*/ 67 h 158"/>
              <a:gd name="T60" fmla="*/ 98 w 109"/>
              <a:gd name="T61" fmla="*/ 63 h 158"/>
              <a:gd name="T62" fmla="*/ 103 w 109"/>
              <a:gd name="T63" fmla="*/ 61 h 158"/>
              <a:gd name="T64" fmla="*/ 107 w 109"/>
              <a:gd name="T65" fmla="*/ 63 h 158"/>
              <a:gd name="T66" fmla="*/ 109 w 109"/>
              <a:gd name="T67" fmla="*/ 67 h 158"/>
              <a:gd name="T68" fmla="*/ 84 w 109"/>
              <a:gd name="T69" fmla="*/ 30 h 158"/>
              <a:gd name="T70" fmla="*/ 84 w 109"/>
              <a:gd name="T71" fmla="*/ 79 h 158"/>
              <a:gd name="T72" fmla="*/ 76 w 109"/>
              <a:gd name="T73" fmla="*/ 100 h 158"/>
              <a:gd name="T74" fmla="*/ 54 w 109"/>
              <a:gd name="T75" fmla="*/ 109 h 158"/>
              <a:gd name="T76" fmla="*/ 33 w 109"/>
              <a:gd name="T77" fmla="*/ 100 h 158"/>
              <a:gd name="T78" fmla="*/ 24 w 109"/>
              <a:gd name="T79" fmla="*/ 79 h 158"/>
              <a:gd name="T80" fmla="*/ 24 w 109"/>
              <a:gd name="T81" fmla="*/ 30 h 158"/>
              <a:gd name="T82" fmla="*/ 33 w 109"/>
              <a:gd name="T83" fmla="*/ 9 h 158"/>
              <a:gd name="T84" fmla="*/ 54 w 109"/>
              <a:gd name="T85" fmla="*/ 0 h 158"/>
              <a:gd name="T86" fmla="*/ 76 w 109"/>
              <a:gd name="T87" fmla="*/ 9 h 158"/>
              <a:gd name="T88" fmla="*/ 84 w 109"/>
              <a:gd name="T89" fmla="*/ 30 h 1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09" h="158">
                <a:moveTo>
                  <a:pt x="109" y="67"/>
                </a:moveTo>
                <a:cubicBezTo>
                  <a:pt x="109" y="79"/>
                  <a:pt x="109" y="79"/>
                  <a:pt x="109" y="79"/>
                </a:cubicBezTo>
                <a:cubicBezTo>
                  <a:pt x="109" y="93"/>
                  <a:pt x="104" y="105"/>
                  <a:pt x="95" y="115"/>
                </a:cubicBezTo>
                <a:cubicBezTo>
                  <a:pt x="85" y="126"/>
                  <a:pt x="74" y="131"/>
                  <a:pt x="60" y="133"/>
                </a:cubicBezTo>
                <a:cubicBezTo>
                  <a:pt x="60" y="145"/>
                  <a:pt x="60" y="145"/>
                  <a:pt x="60" y="145"/>
                </a:cubicBezTo>
                <a:cubicBezTo>
                  <a:pt x="84" y="145"/>
                  <a:pt x="84" y="145"/>
                  <a:pt x="84" y="145"/>
                </a:cubicBezTo>
                <a:cubicBezTo>
                  <a:pt x="86" y="145"/>
                  <a:pt x="88" y="146"/>
                  <a:pt x="89" y="147"/>
                </a:cubicBezTo>
                <a:cubicBezTo>
                  <a:pt x="90" y="148"/>
                  <a:pt x="91" y="150"/>
                  <a:pt x="91" y="151"/>
                </a:cubicBezTo>
                <a:cubicBezTo>
                  <a:pt x="91" y="153"/>
                  <a:pt x="90" y="155"/>
                  <a:pt x="89" y="156"/>
                </a:cubicBezTo>
                <a:cubicBezTo>
                  <a:pt x="88" y="157"/>
                  <a:pt x="86" y="158"/>
                  <a:pt x="84" y="158"/>
                </a:cubicBezTo>
                <a:cubicBezTo>
                  <a:pt x="24" y="158"/>
                  <a:pt x="24" y="158"/>
                  <a:pt x="24" y="158"/>
                </a:cubicBezTo>
                <a:cubicBezTo>
                  <a:pt x="22" y="158"/>
                  <a:pt x="21" y="157"/>
                  <a:pt x="20" y="156"/>
                </a:cubicBezTo>
                <a:cubicBezTo>
                  <a:pt x="19" y="155"/>
                  <a:pt x="18" y="153"/>
                  <a:pt x="18" y="151"/>
                </a:cubicBezTo>
                <a:cubicBezTo>
                  <a:pt x="18" y="150"/>
                  <a:pt x="19" y="148"/>
                  <a:pt x="20" y="147"/>
                </a:cubicBezTo>
                <a:cubicBezTo>
                  <a:pt x="21" y="146"/>
                  <a:pt x="22" y="145"/>
                  <a:pt x="24" y="145"/>
                </a:cubicBezTo>
                <a:cubicBezTo>
                  <a:pt x="48" y="145"/>
                  <a:pt x="48" y="145"/>
                  <a:pt x="48" y="145"/>
                </a:cubicBezTo>
                <a:cubicBezTo>
                  <a:pt x="48" y="133"/>
                  <a:pt x="48" y="133"/>
                  <a:pt x="48" y="133"/>
                </a:cubicBezTo>
                <a:cubicBezTo>
                  <a:pt x="35" y="131"/>
                  <a:pt x="23" y="126"/>
                  <a:pt x="14" y="115"/>
                </a:cubicBezTo>
                <a:cubicBezTo>
                  <a:pt x="4" y="105"/>
                  <a:pt x="0" y="93"/>
                  <a:pt x="0" y="79"/>
                </a:cubicBezTo>
                <a:cubicBezTo>
                  <a:pt x="0" y="67"/>
                  <a:pt x="0" y="67"/>
                  <a:pt x="0" y="67"/>
                </a:cubicBezTo>
                <a:cubicBezTo>
                  <a:pt x="0" y="65"/>
                  <a:pt x="0" y="64"/>
                  <a:pt x="2" y="63"/>
                </a:cubicBezTo>
                <a:cubicBezTo>
                  <a:pt x="3" y="61"/>
                  <a:pt x="4" y="61"/>
                  <a:pt x="6" y="61"/>
                </a:cubicBezTo>
                <a:cubicBezTo>
                  <a:pt x="7" y="61"/>
                  <a:pt x="9" y="61"/>
                  <a:pt x="10" y="63"/>
                </a:cubicBezTo>
                <a:cubicBezTo>
                  <a:pt x="11" y="64"/>
                  <a:pt x="12" y="65"/>
                  <a:pt x="12" y="67"/>
                </a:cubicBezTo>
                <a:cubicBezTo>
                  <a:pt x="12" y="79"/>
                  <a:pt x="12" y="79"/>
                  <a:pt x="12" y="79"/>
                </a:cubicBezTo>
                <a:cubicBezTo>
                  <a:pt x="12" y="91"/>
                  <a:pt x="16" y="101"/>
                  <a:pt x="24" y="109"/>
                </a:cubicBezTo>
                <a:cubicBezTo>
                  <a:pt x="33" y="117"/>
                  <a:pt x="43" y="121"/>
                  <a:pt x="54" y="121"/>
                </a:cubicBezTo>
                <a:cubicBezTo>
                  <a:pt x="66" y="121"/>
                  <a:pt x="76" y="117"/>
                  <a:pt x="84" y="109"/>
                </a:cubicBezTo>
                <a:cubicBezTo>
                  <a:pt x="92" y="101"/>
                  <a:pt x="97" y="91"/>
                  <a:pt x="97" y="79"/>
                </a:cubicBezTo>
                <a:cubicBezTo>
                  <a:pt x="97" y="67"/>
                  <a:pt x="97" y="67"/>
                  <a:pt x="97" y="67"/>
                </a:cubicBezTo>
                <a:cubicBezTo>
                  <a:pt x="97" y="65"/>
                  <a:pt x="97" y="64"/>
                  <a:pt x="98" y="63"/>
                </a:cubicBezTo>
                <a:cubicBezTo>
                  <a:pt x="100" y="61"/>
                  <a:pt x="101" y="61"/>
                  <a:pt x="103" y="61"/>
                </a:cubicBezTo>
                <a:cubicBezTo>
                  <a:pt x="104" y="61"/>
                  <a:pt x="106" y="61"/>
                  <a:pt x="107" y="63"/>
                </a:cubicBezTo>
                <a:cubicBezTo>
                  <a:pt x="108" y="64"/>
                  <a:pt x="109" y="65"/>
                  <a:pt x="109" y="67"/>
                </a:cubicBezTo>
                <a:close/>
                <a:moveTo>
                  <a:pt x="84" y="30"/>
                </a:moveTo>
                <a:cubicBezTo>
                  <a:pt x="84" y="79"/>
                  <a:pt x="84" y="79"/>
                  <a:pt x="84" y="79"/>
                </a:cubicBezTo>
                <a:cubicBezTo>
                  <a:pt x="84" y="87"/>
                  <a:pt x="82" y="94"/>
                  <a:pt x="76" y="100"/>
                </a:cubicBezTo>
                <a:cubicBezTo>
                  <a:pt x="70" y="106"/>
                  <a:pt x="63" y="109"/>
                  <a:pt x="54" y="109"/>
                </a:cubicBezTo>
                <a:cubicBezTo>
                  <a:pt x="46" y="109"/>
                  <a:pt x="39" y="106"/>
                  <a:pt x="33" y="100"/>
                </a:cubicBezTo>
                <a:cubicBezTo>
                  <a:pt x="27" y="94"/>
                  <a:pt x="24" y="87"/>
                  <a:pt x="24" y="79"/>
                </a:cubicBezTo>
                <a:cubicBezTo>
                  <a:pt x="24" y="30"/>
                  <a:pt x="24" y="30"/>
                  <a:pt x="24" y="30"/>
                </a:cubicBezTo>
                <a:cubicBezTo>
                  <a:pt x="24" y="22"/>
                  <a:pt x="27" y="15"/>
                  <a:pt x="33" y="9"/>
                </a:cubicBezTo>
                <a:cubicBezTo>
                  <a:pt x="39" y="3"/>
                  <a:pt x="46" y="0"/>
                  <a:pt x="54" y="0"/>
                </a:cubicBezTo>
                <a:cubicBezTo>
                  <a:pt x="63" y="0"/>
                  <a:pt x="70" y="3"/>
                  <a:pt x="76" y="9"/>
                </a:cubicBezTo>
                <a:cubicBezTo>
                  <a:pt x="82" y="15"/>
                  <a:pt x="84" y="22"/>
                  <a:pt x="84" y="3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74" name="Freeform 277"/>
          <p:cNvSpPr>
            <a:spLocks noEditPoints="1"/>
          </p:cNvSpPr>
          <p:nvPr/>
        </p:nvSpPr>
        <p:spPr bwMode="auto">
          <a:xfrm>
            <a:off x="10972513" y="3950905"/>
            <a:ext cx="188016" cy="226916"/>
          </a:xfrm>
          <a:custGeom>
            <a:avLst/>
            <a:gdLst>
              <a:gd name="T0" fmla="*/ 130 w 131"/>
              <a:gd name="T1" fmla="*/ 33 h 158"/>
              <a:gd name="T2" fmla="*/ 95 w 131"/>
              <a:gd name="T3" fmla="*/ 67 h 158"/>
              <a:gd name="T4" fmla="*/ 95 w 131"/>
              <a:gd name="T5" fmla="*/ 79 h 158"/>
              <a:gd name="T6" fmla="*/ 87 w 131"/>
              <a:gd name="T7" fmla="*/ 100 h 158"/>
              <a:gd name="T8" fmla="*/ 65 w 131"/>
              <a:gd name="T9" fmla="*/ 109 h 158"/>
              <a:gd name="T10" fmla="*/ 55 w 131"/>
              <a:gd name="T11" fmla="*/ 107 h 158"/>
              <a:gd name="T12" fmla="*/ 46 w 131"/>
              <a:gd name="T13" fmla="*/ 116 h 158"/>
              <a:gd name="T14" fmla="*/ 65 w 131"/>
              <a:gd name="T15" fmla="*/ 121 h 158"/>
              <a:gd name="T16" fmla="*/ 95 w 131"/>
              <a:gd name="T17" fmla="*/ 109 h 158"/>
              <a:gd name="T18" fmla="*/ 108 w 131"/>
              <a:gd name="T19" fmla="*/ 79 h 158"/>
              <a:gd name="T20" fmla="*/ 108 w 131"/>
              <a:gd name="T21" fmla="*/ 67 h 158"/>
              <a:gd name="T22" fmla="*/ 109 w 131"/>
              <a:gd name="T23" fmla="*/ 63 h 158"/>
              <a:gd name="T24" fmla="*/ 114 w 131"/>
              <a:gd name="T25" fmla="*/ 61 h 158"/>
              <a:gd name="T26" fmla="*/ 118 w 131"/>
              <a:gd name="T27" fmla="*/ 63 h 158"/>
              <a:gd name="T28" fmla="*/ 120 w 131"/>
              <a:gd name="T29" fmla="*/ 67 h 158"/>
              <a:gd name="T30" fmla="*/ 120 w 131"/>
              <a:gd name="T31" fmla="*/ 79 h 158"/>
              <a:gd name="T32" fmla="*/ 106 w 131"/>
              <a:gd name="T33" fmla="*/ 115 h 158"/>
              <a:gd name="T34" fmla="*/ 71 w 131"/>
              <a:gd name="T35" fmla="*/ 133 h 158"/>
              <a:gd name="T36" fmla="*/ 71 w 131"/>
              <a:gd name="T37" fmla="*/ 145 h 158"/>
              <a:gd name="T38" fmla="*/ 95 w 131"/>
              <a:gd name="T39" fmla="*/ 145 h 158"/>
              <a:gd name="T40" fmla="*/ 100 w 131"/>
              <a:gd name="T41" fmla="*/ 147 h 158"/>
              <a:gd name="T42" fmla="*/ 102 w 131"/>
              <a:gd name="T43" fmla="*/ 151 h 158"/>
              <a:gd name="T44" fmla="*/ 100 w 131"/>
              <a:gd name="T45" fmla="*/ 156 h 158"/>
              <a:gd name="T46" fmla="*/ 95 w 131"/>
              <a:gd name="T47" fmla="*/ 158 h 158"/>
              <a:gd name="T48" fmla="*/ 35 w 131"/>
              <a:gd name="T49" fmla="*/ 158 h 158"/>
              <a:gd name="T50" fmla="*/ 31 w 131"/>
              <a:gd name="T51" fmla="*/ 156 h 158"/>
              <a:gd name="T52" fmla="*/ 29 w 131"/>
              <a:gd name="T53" fmla="*/ 151 h 158"/>
              <a:gd name="T54" fmla="*/ 31 w 131"/>
              <a:gd name="T55" fmla="*/ 147 h 158"/>
              <a:gd name="T56" fmla="*/ 35 w 131"/>
              <a:gd name="T57" fmla="*/ 145 h 158"/>
              <a:gd name="T58" fmla="*/ 59 w 131"/>
              <a:gd name="T59" fmla="*/ 145 h 158"/>
              <a:gd name="T60" fmla="*/ 59 w 131"/>
              <a:gd name="T61" fmla="*/ 133 h 158"/>
              <a:gd name="T62" fmla="*/ 37 w 131"/>
              <a:gd name="T63" fmla="*/ 125 h 158"/>
              <a:gd name="T64" fmla="*/ 13 w 131"/>
              <a:gd name="T65" fmla="*/ 149 h 158"/>
              <a:gd name="T66" fmla="*/ 11 w 131"/>
              <a:gd name="T67" fmla="*/ 150 h 158"/>
              <a:gd name="T68" fmla="*/ 9 w 131"/>
              <a:gd name="T69" fmla="*/ 149 h 158"/>
              <a:gd name="T70" fmla="*/ 1 w 131"/>
              <a:gd name="T71" fmla="*/ 142 h 158"/>
              <a:gd name="T72" fmla="*/ 0 w 131"/>
              <a:gd name="T73" fmla="*/ 139 h 158"/>
              <a:gd name="T74" fmla="*/ 1 w 131"/>
              <a:gd name="T75" fmla="*/ 137 h 158"/>
              <a:gd name="T76" fmla="*/ 118 w 131"/>
              <a:gd name="T77" fmla="*/ 21 h 158"/>
              <a:gd name="T78" fmla="*/ 120 w 131"/>
              <a:gd name="T79" fmla="*/ 20 h 158"/>
              <a:gd name="T80" fmla="*/ 122 w 131"/>
              <a:gd name="T81" fmla="*/ 21 h 158"/>
              <a:gd name="T82" fmla="*/ 130 w 131"/>
              <a:gd name="T83" fmla="*/ 28 h 158"/>
              <a:gd name="T84" fmla="*/ 131 w 131"/>
              <a:gd name="T85" fmla="*/ 30 h 158"/>
              <a:gd name="T86" fmla="*/ 130 w 131"/>
              <a:gd name="T87" fmla="*/ 33 h 158"/>
              <a:gd name="T88" fmla="*/ 24 w 131"/>
              <a:gd name="T89" fmla="*/ 90 h 158"/>
              <a:gd name="T90" fmla="*/ 15 w 131"/>
              <a:gd name="T91" fmla="*/ 99 h 158"/>
              <a:gd name="T92" fmla="*/ 11 w 131"/>
              <a:gd name="T93" fmla="*/ 79 h 158"/>
              <a:gd name="T94" fmla="*/ 11 w 131"/>
              <a:gd name="T95" fmla="*/ 67 h 158"/>
              <a:gd name="T96" fmla="*/ 13 w 131"/>
              <a:gd name="T97" fmla="*/ 63 h 158"/>
              <a:gd name="T98" fmla="*/ 17 w 131"/>
              <a:gd name="T99" fmla="*/ 61 h 158"/>
              <a:gd name="T100" fmla="*/ 21 w 131"/>
              <a:gd name="T101" fmla="*/ 63 h 158"/>
              <a:gd name="T102" fmla="*/ 23 w 131"/>
              <a:gd name="T103" fmla="*/ 67 h 158"/>
              <a:gd name="T104" fmla="*/ 23 w 131"/>
              <a:gd name="T105" fmla="*/ 79 h 158"/>
              <a:gd name="T106" fmla="*/ 24 w 131"/>
              <a:gd name="T107" fmla="*/ 90 h 158"/>
              <a:gd name="T108" fmla="*/ 94 w 131"/>
              <a:gd name="T109" fmla="*/ 20 h 158"/>
              <a:gd name="T110" fmla="*/ 35 w 131"/>
              <a:gd name="T111" fmla="*/ 79 h 158"/>
              <a:gd name="T112" fmla="*/ 35 w 131"/>
              <a:gd name="T113" fmla="*/ 30 h 158"/>
              <a:gd name="T114" fmla="*/ 44 w 131"/>
              <a:gd name="T115" fmla="*/ 9 h 158"/>
              <a:gd name="T116" fmla="*/ 65 w 131"/>
              <a:gd name="T117" fmla="*/ 0 h 158"/>
              <a:gd name="T118" fmla="*/ 83 w 131"/>
              <a:gd name="T119" fmla="*/ 6 h 158"/>
              <a:gd name="T120" fmla="*/ 94 w 131"/>
              <a:gd name="T121" fmla="*/ 20 h 1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31" h="158">
                <a:moveTo>
                  <a:pt x="130" y="33"/>
                </a:moveTo>
                <a:cubicBezTo>
                  <a:pt x="95" y="67"/>
                  <a:pt x="95" y="67"/>
                  <a:pt x="95" y="67"/>
                </a:cubicBezTo>
                <a:cubicBezTo>
                  <a:pt x="95" y="79"/>
                  <a:pt x="95" y="79"/>
                  <a:pt x="95" y="79"/>
                </a:cubicBezTo>
                <a:cubicBezTo>
                  <a:pt x="95" y="87"/>
                  <a:pt x="93" y="94"/>
                  <a:pt x="87" y="100"/>
                </a:cubicBezTo>
                <a:cubicBezTo>
                  <a:pt x="81" y="106"/>
                  <a:pt x="74" y="109"/>
                  <a:pt x="65" y="109"/>
                </a:cubicBezTo>
                <a:cubicBezTo>
                  <a:pt x="62" y="109"/>
                  <a:pt x="58" y="109"/>
                  <a:pt x="55" y="107"/>
                </a:cubicBezTo>
                <a:cubicBezTo>
                  <a:pt x="46" y="116"/>
                  <a:pt x="46" y="116"/>
                  <a:pt x="46" y="116"/>
                </a:cubicBezTo>
                <a:cubicBezTo>
                  <a:pt x="52" y="120"/>
                  <a:pt x="58" y="121"/>
                  <a:pt x="65" y="121"/>
                </a:cubicBezTo>
                <a:cubicBezTo>
                  <a:pt x="77" y="121"/>
                  <a:pt x="87" y="117"/>
                  <a:pt x="95" y="109"/>
                </a:cubicBezTo>
                <a:cubicBezTo>
                  <a:pt x="103" y="101"/>
                  <a:pt x="108" y="91"/>
                  <a:pt x="108" y="79"/>
                </a:cubicBezTo>
                <a:cubicBezTo>
                  <a:pt x="108" y="67"/>
                  <a:pt x="108" y="67"/>
                  <a:pt x="108" y="67"/>
                </a:cubicBezTo>
                <a:cubicBezTo>
                  <a:pt x="108" y="65"/>
                  <a:pt x="108" y="64"/>
                  <a:pt x="109" y="63"/>
                </a:cubicBezTo>
                <a:cubicBezTo>
                  <a:pt x="111" y="61"/>
                  <a:pt x="112" y="61"/>
                  <a:pt x="114" y="61"/>
                </a:cubicBezTo>
                <a:cubicBezTo>
                  <a:pt x="115" y="61"/>
                  <a:pt x="117" y="61"/>
                  <a:pt x="118" y="63"/>
                </a:cubicBezTo>
                <a:cubicBezTo>
                  <a:pt x="119" y="64"/>
                  <a:pt x="120" y="65"/>
                  <a:pt x="120" y="67"/>
                </a:cubicBezTo>
                <a:cubicBezTo>
                  <a:pt x="120" y="79"/>
                  <a:pt x="120" y="79"/>
                  <a:pt x="120" y="79"/>
                </a:cubicBezTo>
                <a:cubicBezTo>
                  <a:pt x="120" y="93"/>
                  <a:pt x="115" y="105"/>
                  <a:pt x="106" y="115"/>
                </a:cubicBezTo>
                <a:cubicBezTo>
                  <a:pt x="96" y="126"/>
                  <a:pt x="85" y="131"/>
                  <a:pt x="71" y="133"/>
                </a:cubicBezTo>
                <a:cubicBezTo>
                  <a:pt x="71" y="145"/>
                  <a:pt x="71" y="145"/>
                  <a:pt x="71" y="145"/>
                </a:cubicBezTo>
                <a:cubicBezTo>
                  <a:pt x="95" y="145"/>
                  <a:pt x="95" y="145"/>
                  <a:pt x="95" y="145"/>
                </a:cubicBezTo>
                <a:cubicBezTo>
                  <a:pt x="97" y="145"/>
                  <a:pt x="99" y="146"/>
                  <a:pt x="100" y="147"/>
                </a:cubicBezTo>
                <a:cubicBezTo>
                  <a:pt x="101" y="148"/>
                  <a:pt x="102" y="150"/>
                  <a:pt x="102" y="151"/>
                </a:cubicBezTo>
                <a:cubicBezTo>
                  <a:pt x="102" y="153"/>
                  <a:pt x="101" y="155"/>
                  <a:pt x="100" y="156"/>
                </a:cubicBezTo>
                <a:cubicBezTo>
                  <a:pt x="99" y="157"/>
                  <a:pt x="97" y="158"/>
                  <a:pt x="95" y="158"/>
                </a:cubicBezTo>
                <a:cubicBezTo>
                  <a:pt x="35" y="158"/>
                  <a:pt x="35" y="158"/>
                  <a:pt x="35" y="158"/>
                </a:cubicBezTo>
                <a:cubicBezTo>
                  <a:pt x="33" y="158"/>
                  <a:pt x="32" y="157"/>
                  <a:pt x="31" y="156"/>
                </a:cubicBezTo>
                <a:cubicBezTo>
                  <a:pt x="30" y="155"/>
                  <a:pt x="29" y="153"/>
                  <a:pt x="29" y="151"/>
                </a:cubicBezTo>
                <a:cubicBezTo>
                  <a:pt x="29" y="150"/>
                  <a:pt x="30" y="148"/>
                  <a:pt x="31" y="147"/>
                </a:cubicBezTo>
                <a:cubicBezTo>
                  <a:pt x="32" y="146"/>
                  <a:pt x="33" y="145"/>
                  <a:pt x="35" y="145"/>
                </a:cubicBezTo>
                <a:cubicBezTo>
                  <a:pt x="59" y="145"/>
                  <a:pt x="59" y="145"/>
                  <a:pt x="59" y="145"/>
                </a:cubicBezTo>
                <a:cubicBezTo>
                  <a:pt x="59" y="133"/>
                  <a:pt x="59" y="133"/>
                  <a:pt x="59" y="133"/>
                </a:cubicBezTo>
                <a:cubicBezTo>
                  <a:pt x="51" y="132"/>
                  <a:pt x="44" y="130"/>
                  <a:pt x="37" y="125"/>
                </a:cubicBezTo>
                <a:cubicBezTo>
                  <a:pt x="13" y="149"/>
                  <a:pt x="13" y="149"/>
                  <a:pt x="13" y="149"/>
                </a:cubicBezTo>
                <a:cubicBezTo>
                  <a:pt x="12" y="150"/>
                  <a:pt x="12" y="150"/>
                  <a:pt x="11" y="150"/>
                </a:cubicBezTo>
                <a:cubicBezTo>
                  <a:pt x="10" y="150"/>
                  <a:pt x="9" y="150"/>
                  <a:pt x="9" y="149"/>
                </a:cubicBezTo>
                <a:cubicBezTo>
                  <a:pt x="1" y="142"/>
                  <a:pt x="1" y="142"/>
                  <a:pt x="1" y="142"/>
                </a:cubicBezTo>
                <a:cubicBezTo>
                  <a:pt x="0" y="141"/>
                  <a:pt x="0" y="140"/>
                  <a:pt x="0" y="139"/>
                </a:cubicBezTo>
                <a:cubicBezTo>
                  <a:pt x="0" y="139"/>
                  <a:pt x="0" y="138"/>
                  <a:pt x="1" y="137"/>
                </a:cubicBezTo>
                <a:cubicBezTo>
                  <a:pt x="118" y="21"/>
                  <a:pt x="118" y="21"/>
                  <a:pt x="118" y="21"/>
                </a:cubicBezTo>
                <a:cubicBezTo>
                  <a:pt x="118" y="20"/>
                  <a:pt x="119" y="20"/>
                  <a:pt x="120" y="20"/>
                </a:cubicBezTo>
                <a:cubicBezTo>
                  <a:pt x="120" y="20"/>
                  <a:pt x="121" y="20"/>
                  <a:pt x="122" y="21"/>
                </a:cubicBezTo>
                <a:cubicBezTo>
                  <a:pt x="130" y="28"/>
                  <a:pt x="130" y="28"/>
                  <a:pt x="130" y="28"/>
                </a:cubicBezTo>
                <a:cubicBezTo>
                  <a:pt x="130" y="29"/>
                  <a:pt x="131" y="30"/>
                  <a:pt x="131" y="30"/>
                </a:cubicBezTo>
                <a:cubicBezTo>
                  <a:pt x="131" y="31"/>
                  <a:pt x="130" y="32"/>
                  <a:pt x="130" y="33"/>
                </a:cubicBezTo>
                <a:close/>
                <a:moveTo>
                  <a:pt x="24" y="90"/>
                </a:moveTo>
                <a:cubicBezTo>
                  <a:pt x="15" y="99"/>
                  <a:pt x="15" y="99"/>
                  <a:pt x="15" y="99"/>
                </a:cubicBezTo>
                <a:cubicBezTo>
                  <a:pt x="12" y="93"/>
                  <a:pt x="11" y="86"/>
                  <a:pt x="11" y="79"/>
                </a:cubicBezTo>
                <a:cubicBezTo>
                  <a:pt x="11" y="67"/>
                  <a:pt x="11" y="67"/>
                  <a:pt x="11" y="67"/>
                </a:cubicBezTo>
                <a:cubicBezTo>
                  <a:pt x="11" y="65"/>
                  <a:pt x="11" y="64"/>
                  <a:pt x="13" y="63"/>
                </a:cubicBezTo>
                <a:cubicBezTo>
                  <a:pt x="14" y="61"/>
                  <a:pt x="15" y="61"/>
                  <a:pt x="17" y="61"/>
                </a:cubicBezTo>
                <a:cubicBezTo>
                  <a:pt x="18" y="61"/>
                  <a:pt x="20" y="61"/>
                  <a:pt x="21" y="63"/>
                </a:cubicBezTo>
                <a:cubicBezTo>
                  <a:pt x="22" y="64"/>
                  <a:pt x="23" y="65"/>
                  <a:pt x="23" y="67"/>
                </a:cubicBezTo>
                <a:cubicBezTo>
                  <a:pt x="23" y="79"/>
                  <a:pt x="23" y="79"/>
                  <a:pt x="23" y="79"/>
                </a:cubicBezTo>
                <a:cubicBezTo>
                  <a:pt x="23" y="82"/>
                  <a:pt x="23" y="86"/>
                  <a:pt x="24" y="90"/>
                </a:cubicBezTo>
                <a:close/>
                <a:moveTo>
                  <a:pt x="94" y="20"/>
                </a:moveTo>
                <a:cubicBezTo>
                  <a:pt x="35" y="79"/>
                  <a:pt x="35" y="79"/>
                  <a:pt x="35" y="79"/>
                </a:cubicBezTo>
                <a:cubicBezTo>
                  <a:pt x="35" y="30"/>
                  <a:pt x="35" y="30"/>
                  <a:pt x="35" y="30"/>
                </a:cubicBezTo>
                <a:cubicBezTo>
                  <a:pt x="35" y="22"/>
                  <a:pt x="38" y="15"/>
                  <a:pt x="44" y="9"/>
                </a:cubicBezTo>
                <a:cubicBezTo>
                  <a:pt x="50" y="3"/>
                  <a:pt x="57" y="0"/>
                  <a:pt x="65" y="0"/>
                </a:cubicBezTo>
                <a:cubicBezTo>
                  <a:pt x="72" y="0"/>
                  <a:pt x="77" y="2"/>
                  <a:pt x="83" y="6"/>
                </a:cubicBezTo>
                <a:cubicBezTo>
                  <a:pt x="88" y="10"/>
                  <a:pt x="92" y="14"/>
                  <a:pt x="94" y="2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75" name="Freeform 278"/>
          <p:cNvSpPr>
            <a:spLocks noEditPoints="1"/>
          </p:cNvSpPr>
          <p:nvPr/>
        </p:nvSpPr>
        <p:spPr bwMode="auto">
          <a:xfrm>
            <a:off x="11225363" y="3968193"/>
            <a:ext cx="172888" cy="209627"/>
          </a:xfrm>
          <a:custGeom>
            <a:avLst/>
            <a:gdLst>
              <a:gd name="T0" fmla="*/ 121 w 121"/>
              <a:gd name="T1" fmla="*/ 6 h 146"/>
              <a:gd name="T2" fmla="*/ 121 w 121"/>
              <a:gd name="T3" fmla="*/ 79 h 146"/>
              <a:gd name="T4" fmla="*/ 118 w 121"/>
              <a:gd name="T5" fmla="*/ 95 h 146"/>
              <a:gd name="T6" fmla="*/ 110 w 121"/>
              <a:gd name="T7" fmla="*/ 109 h 146"/>
              <a:gd name="T8" fmla="*/ 99 w 121"/>
              <a:gd name="T9" fmla="*/ 121 h 146"/>
              <a:gd name="T10" fmla="*/ 87 w 121"/>
              <a:gd name="T11" fmla="*/ 131 h 146"/>
              <a:gd name="T12" fmla="*/ 75 w 121"/>
              <a:gd name="T13" fmla="*/ 138 h 146"/>
              <a:gd name="T14" fmla="*/ 67 w 121"/>
              <a:gd name="T15" fmla="*/ 143 h 146"/>
              <a:gd name="T16" fmla="*/ 63 w 121"/>
              <a:gd name="T17" fmla="*/ 145 h 146"/>
              <a:gd name="T18" fmla="*/ 60 w 121"/>
              <a:gd name="T19" fmla="*/ 146 h 146"/>
              <a:gd name="T20" fmla="*/ 58 w 121"/>
              <a:gd name="T21" fmla="*/ 145 h 146"/>
              <a:gd name="T22" fmla="*/ 54 w 121"/>
              <a:gd name="T23" fmla="*/ 143 h 146"/>
              <a:gd name="T24" fmla="*/ 45 w 121"/>
              <a:gd name="T25" fmla="*/ 138 h 146"/>
              <a:gd name="T26" fmla="*/ 34 w 121"/>
              <a:gd name="T27" fmla="*/ 131 h 146"/>
              <a:gd name="T28" fmla="*/ 22 w 121"/>
              <a:gd name="T29" fmla="*/ 121 h 146"/>
              <a:gd name="T30" fmla="*/ 11 w 121"/>
              <a:gd name="T31" fmla="*/ 109 h 146"/>
              <a:gd name="T32" fmla="*/ 3 w 121"/>
              <a:gd name="T33" fmla="*/ 95 h 146"/>
              <a:gd name="T34" fmla="*/ 0 w 121"/>
              <a:gd name="T35" fmla="*/ 79 h 146"/>
              <a:gd name="T36" fmla="*/ 0 w 121"/>
              <a:gd name="T37" fmla="*/ 6 h 146"/>
              <a:gd name="T38" fmla="*/ 2 w 121"/>
              <a:gd name="T39" fmla="*/ 2 h 146"/>
              <a:gd name="T40" fmla="*/ 6 w 121"/>
              <a:gd name="T41" fmla="*/ 0 h 146"/>
              <a:gd name="T42" fmla="*/ 115 w 121"/>
              <a:gd name="T43" fmla="*/ 0 h 146"/>
              <a:gd name="T44" fmla="*/ 119 w 121"/>
              <a:gd name="T45" fmla="*/ 2 h 146"/>
              <a:gd name="T46" fmla="*/ 121 w 121"/>
              <a:gd name="T47" fmla="*/ 6 h 146"/>
              <a:gd name="T48" fmla="*/ 103 w 121"/>
              <a:gd name="T49" fmla="*/ 79 h 146"/>
              <a:gd name="T50" fmla="*/ 103 w 121"/>
              <a:gd name="T51" fmla="*/ 18 h 146"/>
              <a:gd name="T52" fmla="*/ 60 w 121"/>
              <a:gd name="T53" fmla="*/ 18 h 146"/>
              <a:gd name="T54" fmla="*/ 60 w 121"/>
              <a:gd name="T55" fmla="*/ 126 h 146"/>
              <a:gd name="T56" fmla="*/ 80 w 121"/>
              <a:gd name="T57" fmla="*/ 113 h 146"/>
              <a:gd name="T58" fmla="*/ 103 w 121"/>
              <a:gd name="T59" fmla="*/ 79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21" h="146">
                <a:moveTo>
                  <a:pt x="121" y="6"/>
                </a:moveTo>
                <a:cubicBezTo>
                  <a:pt x="121" y="79"/>
                  <a:pt x="121" y="79"/>
                  <a:pt x="121" y="79"/>
                </a:cubicBezTo>
                <a:cubicBezTo>
                  <a:pt x="121" y="84"/>
                  <a:pt x="120" y="90"/>
                  <a:pt x="118" y="95"/>
                </a:cubicBezTo>
                <a:cubicBezTo>
                  <a:pt x="115" y="100"/>
                  <a:pt x="113" y="105"/>
                  <a:pt x="110" y="109"/>
                </a:cubicBezTo>
                <a:cubicBezTo>
                  <a:pt x="107" y="113"/>
                  <a:pt x="103" y="117"/>
                  <a:pt x="99" y="121"/>
                </a:cubicBezTo>
                <a:cubicBezTo>
                  <a:pt x="94" y="125"/>
                  <a:pt x="90" y="128"/>
                  <a:pt x="87" y="131"/>
                </a:cubicBezTo>
                <a:cubicBezTo>
                  <a:pt x="83" y="134"/>
                  <a:pt x="79" y="136"/>
                  <a:pt x="75" y="138"/>
                </a:cubicBezTo>
                <a:cubicBezTo>
                  <a:pt x="71" y="141"/>
                  <a:pt x="68" y="142"/>
                  <a:pt x="67" y="143"/>
                </a:cubicBezTo>
                <a:cubicBezTo>
                  <a:pt x="65" y="144"/>
                  <a:pt x="64" y="145"/>
                  <a:pt x="63" y="145"/>
                </a:cubicBezTo>
                <a:cubicBezTo>
                  <a:pt x="62" y="145"/>
                  <a:pt x="61" y="146"/>
                  <a:pt x="60" y="146"/>
                </a:cubicBezTo>
                <a:cubicBezTo>
                  <a:pt x="59" y="146"/>
                  <a:pt x="59" y="145"/>
                  <a:pt x="58" y="145"/>
                </a:cubicBezTo>
                <a:cubicBezTo>
                  <a:pt x="57" y="145"/>
                  <a:pt x="55" y="144"/>
                  <a:pt x="54" y="143"/>
                </a:cubicBezTo>
                <a:cubicBezTo>
                  <a:pt x="52" y="142"/>
                  <a:pt x="49" y="141"/>
                  <a:pt x="45" y="138"/>
                </a:cubicBezTo>
                <a:cubicBezTo>
                  <a:pt x="41" y="136"/>
                  <a:pt x="38" y="134"/>
                  <a:pt x="34" y="131"/>
                </a:cubicBezTo>
                <a:cubicBezTo>
                  <a:pt x="30" y="128"/>
                  <a:pt x="26" y="125"/>
                  <a:pt x="22" y="121"/>
                </a:cubicBezTo>
                <a:cubicBezTo>
                  <a:pt x="18" y="117"/>
                  <a:pt x="14" y="113"/>
                  <a:pt x="11" y="109"/>
                </a:cubicBezTo>
                <a:cubicBezTo>
                  <a:pt x="8" y="105"/>
                  <a:pt x="5" y="100"/>
                  <a:pt x="3" y="95"/>
                </a:cubicBezTo>
                <a:cubicBezTo>
                  <a:pt x="1" y="90"/>
                  <a:pt x="0" y="84"/>
                  <a:pt x="0" y="79"/>
                </a:cubicBezTo>
                <a:cubicBezTo>
                  <a:pt x="0" y="6"/>
                  <a:pt x="0" y="6"/>
                  <a:pt x="0" y="6"/>
                </a:cubicBezTo>
                <a:cubicBezTo>
                  <a:pt x="0" y="5"/>
                  <a:pt x="0" y="3"/>
                  <a:pt x="2" y="2"/>
                </a:cubicBezTo>
                <a:cubicBezTo>
                  <a:pt x="3" y="1"/>
                  <a:pt x="4" y="0"/>
                  <a:pt x="6" y="0"/>
                </a:cubicBezTo>
                <a:cubicBezTo>
                  <a:pt x="115" y="0"/>
                  <a:pt x="115" y="0"/>
                  <a:pt x="115" y="0"/>
                </a:cubicBezTo>
                <a:cubicBezTo>
                  <a:pt x="116" y="0"/>
                  <a:pt x="118" y="1"/>
                  <a:pt x="119" y="2"/>
                </a:cubicBezTo>
                <a:cubicBezTo>
                  <a:pt x="120" y="3"/>
                  <a:pt x="121" y="5"/>
                  <a:pt x="121" y="6"/>
                </a:cubicBezTo>
                <a:close/>
                <a:moveTo>
                  <a:pt x="103" y="79"/>
                </a:moveTo>
                <a:cubicBezTo>
                  <a:pt x="103" y="18"/>
                  <a:pt x="103" y="18"/>
                  <a:pt x="103" y="18"/>
                </a:cubicBezTo>
                <a:cubicBezTo>
                  <a:pt x="60" y="18"/>
                  <a:pt x="60" y="18"/>
                  <a:pt x="60" y="18"/>
                </a:cubicBezTo>
                <a:cubicBezTo>
                  <a:pt x="60" y="126"/>
                  <a:pt x="60" y="126"/>
                  <a:pt x="60" y="126"/>
                </a:cubicBezTo>
                <a:cubicBezTo>
                  <a:pt x="68" y="122"/>
                  <a:pt x="74" y="118"/>
                  <a:pt x="80" y="113"/>
                </a:cubicBezTo>
                <a:cubicBezTo>
                  <a:pt x="95" y="101"/>
                  <a:pt x="103" y="90"/>
                  <a:pt x="103" y="7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76" name="Freeform 279"/>
          <p:cNvSpPr>
            <a:spLocks noEditPoints="1"/>
          </p:cNvSpPr>
          <p:nvPr/>
        </p:nvSpPr>
        <p:spPr bwMode="auto">
          <a:xfrm>
            <a:off x="793751" y="4378802"/>
            <a:ext cx="224755" cy="244204"/>
          </a:xfrm>
          <a:custGeom>
            <a:avLst/>
            <a:gdLst>
              <a:gd name="T0" fmla="*/ 157 w 157"/>
              <a:gd name="T1" fmla="*/ 37 h 170"/>
              <a:gd name="T2" fmla="*/ 157 w 157"/>
              <a:gd name="T3" fmla="*/ 158 h 170"/>
              <a:gd name="T4" fmla="*/ 154 w 157"/>
              <a:gd name="T5" fmla="*/ 166 h 170"/>
              <a:gd name="T6" fmla="*/ 145 w 157"/>
              <a:gd name="T7" fmla="*/ 170 h 170"/>
              <a:gd name="T8" fmla="*/ 12 w 157"/>
              <a:gd name="T9" fmla="*/ 170 h 170"/>
              <a:gd name="T10" fmla="*/ 4 w 157"/>
              <a:gd name="T11" fmla="*/ 166 h 170"/>
              <a:gd name="T12" fmla="*/ 0 w 157"/>
              <a:gd name="T13" fmla="*/ 158 h 170"/>
              <a:gd name="T14" fmla="*/ 0 w 157"/>
              <a:gd name="T15" fmla="*/ 37 h 170"/>
              <a:gd name="T16" fmla="*/ 4 w 157"/>
              <a:gd name="T17" fmla="*/ 28 h 170"/>
              <a:gd name="T18" fmla="*/ 12 w 157"/>
              <a:gd name="T19" fmla="*/ 24 h 170"/>
              <a:gd name="T20" fmla="*/ 24 w 157"/>
              <a:gd name="T21" fmla="*/ 24 h 170"/>
              <a:gd name="T22" fmla="*/ 24 w 157"/>
              <a:gd name="T23" fmla="*/ 15 h 170"/>
              <a:gd name="T24" fmla="*/ 29 w 157"/>
              <a:gd name="T25" fmla="*/ 5 h 170"/>
              <a:gd name="T26" fmla="*/ 39 w 157"/>
              <a:gd name="T27" fmla="*/ 0 h 170"/>
              <a:gd name="T28" fmla="*/ 45 w 157"/>
              <a:gd name="T29" fmla="*/ 0 h 170"/>
              <a:gd name="T30" fmla="*/ 56 w 157"/>
              <a:gd name="T31" fmla="*/ 5 h 170"/>
              <a:gd name="T32" fmla="*/ 60 w 157"/>
              <a:gd name="T33" fmla="*/ 15 h 170"/>
              <a:gd name="T34" fmla="*/ 60 w 157"/>
              <a:gd name="T35" fmla="*/ 24 h 170"/>
              <a:gd name="T36" fmla="*/ 97 w 157"/>
              <a:gd name="T37" fmla="*/ 24 h 170"/>
              <a:gd name="T38" fmla="*/ 97 w 157"/>
              <a:gd name="T39" fmla="*/ 15 h 170"/>
              <a:gd name="T40" fmla="*/ 101 w 157"/>
              <a:gd name="T41" fmla="*/ 5 h 170"/>
              <a:gd name="T42" fmla="*/ 112 w 157"/>
              <a:gd name="T43" fmla="*/ 0 h 170"/>
              <a:gd name="T44" fmla="*/ 118 w 157"/>
              <a:gd name="T45" fmla="*/ 0 h 170"/>
              <a:gd name="T46" fmla="*/ 129 w 157"/>
              <a:gd name="T47" fmla="*/ 5 h 170"/>
              <a:gd name="T48" fmla="*/ 133 w 157"/>
              <a:gd name="T49" fmla="*/ 15 h 170"/>
              <a:gd name="T50" fmla="*/ 133 w 157"/>
              <a:gd name="T51" fmla="*/ 24 h 170"/>
              <a:gd name="T52" fmla="*/ 145 w 157"/>
              <a:gd name="T53" fmla="*/ 24 h 170"/>
              <a:gd name="T54" fmla="*/ 154 w 157"/>
              <a:gd name="T55" fmla="*/ 28 h 170"/>
              <a:gd name="T56" fmla="*/ 157 w 157"/>
              <a:gd name="T57" fmla="*/ 37 h 170"/>
              <a:gd name="T58" fmla="*/ 12 w 157"/>
              <a:gd name="T59" fmla="*/ 158 h 170"/>
              <a:gd name="T60" fmla="*/ 145 w 157"/>
              <a:gd name="T61" fmla="*/ 158 h 170"/>
              <a:gd name="T62" fmla="*/ 145 w 157"/>
              <a:gd name="T63" fmla="*/ 61 h 170"/>
              <a:gd name="T64" fmla="*/ 12 w 157"/>
              <a:gd name="T65" fmla="*/ 61 h 170"/>
              <a:gd name="T66" fmla="*/ 12 w 157"/>
              <a:gd name="T67" fmla="*/ 158 h 170"/>
              <a:gd name="T68" fmla="*/ 48 w 157"/>
              <a:gd name="T69" fmla="*/ 43 h 170"/>
              <a:gd name="T70" fmla="*/ 48 w 157"/>
              <a:gd name="T71" fmla="*/ 15 h 170"/>
              <a:gd name="T72" fmla="*/ 48 w 157"/>
              <a:gd name="T73" fmla="*/ 13 h 170"/>
              <a:gd name="T74" fmla="*/ 45 w 157"/>
              <a:gd name="T75" fmla="*/ 12 h 170"/>
              <a:gd name="T76" fmla="*/ 39 w 157"/>
              <a:gd name="T77" fmla="*/ 12 h 170"/>
              <a:gd name="T78" fmla="*/ 37 w 157"/>
              <a:gd name="T79" fmla="*/ 13 h 170"/>
              <a:gd name="T80" fmla="*/ 36 w 157"/>
              <a:gd name="T81" fmla="*/ 15 h 170"/>
              <a:gd name="T82" fmla="*/ 36 w 157"/>
              <a:gd name="T83" fmla="*/ 43 h 170"/>
              <a:gd name="T84" fmla="*/ 37 w 157"/>
              <a:gd name="T85" fmla="*/ 45 h 170"/>
              <a:gd name="T86" fmla="*/ 39 w 157"/>
              <a:gd name="T87" fmla="*/ 46 h 170"/>
              <a:gd name="T88" fmla="*/ 45 w 157"/>
              <a:gd name="T89" fmla="*/ 46 h 170"/>
              <a:gd name="T90" fmla="*/ 48 w 157"/>
              <a:gd name="T91" fmla="*/ 45 h 170"/>
              <a:gd name="T92" fmla="*/ 48 w 157"/>
              <a:gd name="T93" fmla="*/ 43 h 170"/>
              <a:gd name="T94" fmla="*/ 121 w 157"/>
              <a:gd name="T95" fmla="*/ 43 h 170"/>
              <a:gd name="T96" fmla="*/ 121 w 157"/>
              <a:gd name="T97" fmla="*/ 15 h 170"/>
              <a:gd name="T98" fmla="*/ 120 w 157"/>
              <a:gd name="T99" fmla="*/ 13 h 170"/>
              <a:gd name="T100" fmla="*/ 118 w 157"/>
              <a:gd name="T101" fmla="*/ 12 h 170"/>
              <a:gd name="T102" fmla="*/ 112 w 157"/>
              <a:gd name="T103" fmla="*/ 12 h 170"/>
              <a:gd name="T104" fmla="*/ 110 w 157"/>
              <a:gd name="T105" fmla="*/ 13 h 170"/>
              <a:gd name="T106" fmla="*/ 109 w 157"/>
              <a:gd name="T107" fmla="*/ 15 h 170"/>
              <a:gd name="T108" fmla="*/ 109 w 157"/>
              <a:gd name="T109" fmla="*/ 43 h 170"/>
              <a:gd name="T110" fmla="*/ 110 w 157"/>
              <a:gd name="T111" fmla="*/ 45 h 170"/>
              <a:gd name="T112" fmla="*/ 112 w 157"/>
              <a:gd name="T113" fmla="*/ 46 h 170"/>
              <a:gd name="T114" fmla="*/ 118 w 157"/>
              <a:gd name="T115" fmla="*/ 46 h 170"/>
              <a:gd name="T116" fmla="*/ 120 w 157"/>
              <a:gd name="T117" fmla="*/ 45 h 170"/>
              <a:gd name="T118" fmla="*/ 121 w 157"/>
              <a:gd name="T119" fmla="*/ 43 h 1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57" h="170">
                <a:moveTo>
                  <a:pt x="157" y="37"/>
                </a:moveTo>
                <a:cubicBezTo>
                  <a:pt x="157" y="158"/>
                  <a:pt x="157" y="158"/>
                  <a:pt x="157" y="158"/>
                </a:cubicBezTo>
                <a:cubicBezTo>
                  <a:pt x="157" y="161"/>
                  <a:pt x="156" y="164"/>
                  <a:pt x="154" y="166"/>
                </a:cubicBezTo>
                <a:cubicBezTo>
                  <a:pt x="151" y="168"/>
                  <a:pt x="148" y="170"/>
                  <a:pt x="145" y="170"/>
                </a:cubicBezTo>
                <a:cubicBezTo>
                  <a:pt x="12" y="170"/>
                  <a:pt x="12" y="170"/>
                  <a:pt x="12" y="170"/>
                </a:cubicBezTo>
                <a:cubicBezTo>
                  <a:pt x="9" y="170"/>
                  <a:pt x="6" y="168"/>
                  <a:pt x="4" y="166"/>
                </a:cubicBezTo>
                <a:cubicBezTo>
                  <a:pt x="1" y="164"/>
                  <a:pt x="0" y="161"/>
                  <a:pt x="0" y="158"/>
                </a:cubicBezTo>
                <a:cubicBezTo>
                  <a:pt x="0" y="37"/>
                  <a:pt x="0" y="37"/>
                  <a:pt x="0" y="37"/>
                </a:cubicBezTo>
                <a:cubicBezTo>
                  <a:pt x="0" y="33"/>
                  <a:pt x="1" y="30"/>
                  <a:pt x="4" y="28"/>
                </a:cubicBezTo>
                <a:cubicBezTo>
                  <a:pt x="6" y="26"/>
                  <a:pt x="9" y="24"/>
                  <a:pt x="12" y="24"/>
                </a:cubicBezTo>
                <a:cubicBezTo>
                  <a:pt x="24" y="24"/>
                  <a:pt x="24" y="24"/>
                  <a:pt x="24" y="24"/>
                </a:cubicBezTo>
                <a:cubicBezTo>
                  <a:pt x="24" y="15"/>
                  <a:pt x="24" y="15"/>
                  <a:pt x="24" y="15"/>
                </a:cubicBezTo>
                <a:cubicBezTo>
                  <a:pt x="24" y="11"/>
                  <a:pt x="26" y="8"/>
                  <a:pt x="29" y="5"/>
                </a:cubicBezTo>
                <a:cubicBezTo>
                  <a:pt x="32" y="2"/>
                  <a:pt x="35" y="0"/>
                  <a:pt x="39" y="0"/>
                </a:cubicBezTo>
                <a:cubicBezTo>
                  <a:pt x="45" y="0"/>
                  <a:pt x="45" y="0"/>
                  <a:pt x="45" y="0"/>
                </a:cubicBezTo>
                <a:cubicBezTo>
                  <a:pt x="49" y="0"/>
                  <a:pt x="53" y="2"/>
                  <a:pt x="56" y="5"/>
                </a:cubicBezTo>
                <a:cubicBezTo>
                  <a:pt x="59" y="8"/>
                  <a:pt x="60" y="11"/>
                  <a:pt x="60" y="15"/>
                </a:cubicBezTo>
                <a:cubicBezTo>
                  <a:pt x="60" y="24"/>
                  <a:pt x="60" y="24"/>
                  <a:pt x="60" y="24"/>
                </a:cubicBezTo>
                <a:cubicBezTo>
                  <a:pt x="97" y="24"/>
                  <a:pt x="97" y="24"/>
                  <a:pt x="97" y="24"/>
                </a:cubicBezTo>
                <a:cubicBezTo>
                  <a:pt x="97" y="15"/>
                  <a:pt x="97" y="15"/>
                  <a:pt x="97" y="15"/>
                </a:cubicBezTo>
                <a:cubicBezTo>
                  <a:pt x="97" y="11"/>
                  <a:pt x="98" y="8"/>
                  <a:pt x="101" y="5"/>
                </a:cubicBezTo>
                <a:cubicBezTo>
                  <a:pt x="104" y="2"/>
                  <a:pt x="108" y="0"/>
                  <a:pt x="112" y="0"/>
                </a:cubicBezTo>
                <a:cubicBezTo>
                  <a:pt x="118" y="0"/>
                  <a:pt x="118" y="0"/>
                  <a:pt x="118" y="0"/>
                </a:cubicBezTo>
                <a:cubicBezTo>
                  <a:pt x="122" y="0"/>
                  <a:pt x="126" y="2"/>
                  <a:pt x="129" y="5"/>
                </a:cubicBezTo>
                <a:cubicBezTo>
                  <a:pt x="132" y="8"/>
                  <a:pt x="133" y="11"/>
                  <a:pt x="133" y="15"/>
                </a:cubicBezTo>
                <a:cubicBezTo>
                  <a:pt x="133" y="24"/>
                  <a:pt x="133" y="24"/>
                  <a:pt x="133" y="24"/>
                </a:cubicBezTo>
                <a:cubicBezTo>
                  <a:pt x="145" y="24"/>
                  <a:pt x="145" y="24"/>
                  <a:pt x="145" y="24"/>
                </a:cubicBezTo>
                <a:cubicBezTo>
                  <a:pt x="148" y="24"/>
                  <a:pt x="151" y="26"/>
                  <a:pt x="154" y="28"/>
                </a:cubicBezTo>
                <a:cubicBezTo>
                  <a:pt x="156" y="30"/>
                  <a:pt x="157" y="33"/>
                  <a:pt x="157" y="37"/>
                </a:cubicBezTo>
                <a:close/>
                <a:moveTo>
                  <a:pt x="12" y="158"/>
                </a:moveTo>
                <a:cubicBezTo>
                  <a:pt x="145" y="158"/>
                  <a:pt x="145" y="158"/>
                  <a:pt x="145" y="158"/>
                </a:cubicBezTo>
                <a:cubicBezTo>
                  <a:pt x="145" y="61"/>
                  <a:pt x="145" y="61"/>
                  <a:pt x="145" y="61"/>
                </a:cubicBezTo>
                <a:cubicBezTo>
                  <a:pt x="12" y="61"/>
                  <a:pt x="12" y="61"/>
                  <a:pt x="12" y="61"/>
                </a:cubicBezTo>
                <a:lnTo>
                  <a:pt x="12" y="158"/>
                </a:lnTo>
                <a:close/>
                <a:moveTo>
                  <a:pt x="48" y="43"/>
                </a:moveTo>
                <a:cubicBezTo>
                  <a:pt x="48" y="15"/>
                  <a:pt x="48" y="15"/>
                  <a:pt x="48" y="15"/>
                </a:cubicBezTo>
                <a:cubicBezTo>
                  <a:pt x="48" y="14"/>
                  <a:pt x="48" y="14"/>
                  <a:pt x="48" y="13"/>
                </a:cubicBezTo>
                <a:cubicBezTo>
                  <a:pt x="47" y="13"/>
                  <a:pt x="46" y="12"/>
                  <a:pt x="45" y="12"/>
                </a:cubicBezTo>
                <a:cubicBezTo>
                  <a:pt x="39" y="12"/>
                  <a:pt x="39" y="12"/>
                  <a:pt x="39" y="12"/>
                </a:cubicBezTo>
                <a:cubicBezTo>
                  <a:pt x="38" y="12"/>
                  <a:pt x="38" y="13"/>
                  <a:pt x="37" y="13"/>
                </a:cubicBezTo>
                <a:cubicBezTo>
                  <a:pt x="37" y="14"/>
                  <a:pt x="36" y="14"/>
                  <a:pt x="36" y="15"/>
                </a:cubicBezTo>
                <a:cubicBezTo>
                  <a:pt x="36" y="43"/>
                  <a:pt x="36" y="43"/>
                  <a:pt x="36" y="43"/>
                </a:cubicBezTo>
                <a:cubicBezTo>
                  <a:pt x="36" y="43"/>
                  <a:pt x="37" y="44"/>
                  <a:pt x="37" y="45"/>
                </a:cubicBezTo>
                <a:cubicBezTo>
                  <a:pt x="38" y="45"/>
                  <a:pt x="38" y="46"/>
                  <a:pt x="39" y="46"/>
                </a:cubicBezTo>
                <a:cubicBezTo>
                  <a:pt x="45" y="46"/>
                  <a:pt x="45" y="46"/>
                  <a:pt x="45" y="46"/>
                </a:cubicBezTo>
                <a:cubicBezTo>
                  <a:pt x="46" y="46"/>
                  <a:pt x="47" y="45"/>
                  <a:pt x="48" y="45"/>
                </a:cubicBezTo>
                <a:cubicBezTo>
                  <a:pt x="48" y="44"/>
                  <a:pt x="48" y="43"/>
                  <a:pt x="48" y="43"/>
                </a:cubicBezTo>
                <a:close/>
                <a:moveTo>
                  <a:pt x="121" y="43"/>
                </a:moveTo>
                <a:cubicBezTo>
                  <a:pt x="121" y="15"/>
                  <a:pt x="121" y="15"/>
                  <a:pt x="121" y="15"/>
                </a:cubicBezTo>
                <a:cubicBezTo>
                  <a:pt x="121" y="14"/>
                  <a:pt x="121" y="14"/>
                  <a:pt x="120" y="13"/>
                </a:cubicBezTo>
                <a:cubicBezTo>
                  <a:pt x="120" y="13"/>
                  <a:pt x="119" y="12"/>
                  <a:pt x="118" y="12"/>
                </a:cubicBezTo>
                <a:cubicBezTo>
                  <a:pt x="112" y="12"/>
                  <a:pt x="112" y="12"/>
                  <a:pt x="112" y="12"/>
                </a:cubicBezTo>
                <a:cubicBezTo>
                  <a:pt x="111" y="12"/>
                  <a:pt x="110" y="13"/>
                  <a:pt x="110" y="13"/>
                </a:cubicBezTo>
                <a:cubicBezTo>
                  <a:pt x="109" y="14"/>
                  <a:pt x="109" y="14"/>
                  <a:pt x="109" y="15"/>
                </a:cubicBezTo>
                <a:cubicBezTo>
                  <a:pt x="109" y="43"/>
                  <a:pt x="109" y="43"/>
                  <a:pt x="109" y="43"/>
                </a:cubicBezTo>
                <a:cubicBezTo>
                  <a:pt x="109" y="43"/>
                  <a:pt x="109" y="44"/>
                  <a:pt x="110" y="45"/>
                </a:cubicBezTo>
                <a:cubicBezTo>
                  <a:pt x="110" y="45"/>
                  <a:pt x="111" y="46"/>
                  <a:pt x="112" y="46"/>
                </a:cubicBezTo>
                <a:cubicBezTo>
                  <a:pt x="118" y="46"/>
                  <a:pt x="118" y="46"/>
                  <a:pt x="118" y="46"/>
                </a:cubicBezTo>
                <a:cubicBezTo>
                  <a:pt x="119" y="46"/>
                  <a:pt x="120" y="45"/>
                  <a:pt x="120" y="45"/>
                </a:cubicBezTo>
                <a:cubicBezTo>
                  <a:pt x="121" y="44"/>
                  <a:pt x="121" y="43"/>
                  <a:pt x="121" y="4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77" name="Freeform 280"/>
          <p:cNvSpPr>
            <a:spLocks noEditPoints="1"/>
          </p:cNvSpPr>
          <p:nvPr/>
        </p:nvSpPr>
        <p:spPr bwMode="auto">
          <a:xfrm>
            <a:off x="1081177" y="4383124"/>
            <a:ext cx="190176" cy="222593"/>
          </a:xfrm>
          <a:custGeom>
            <a:avLst/>
            <a:gdLst>
              <a:gd name="T0" fmla="*/ 133 w 133"/>
              <a:gd name="T1" fmla="*/ 12 h 155"/>
              <a:gd name="T2" fmla="*/ 133 w 133"/>
              <a:gd name="T3" fmla="*/ 43 h 155"/>
              <a:gd name="T4" fmla="*/ 132 w 133"/>
              <a:gd name="T5" fmla="*/ 45 h 155"/>
              <a:gd name="T6" fmla="*/ 130 w 133"/>
              <a:gd name="T7" fmla="*/ 46 h 155"/>
              <a:gd name="T8" fmla="*/ 130 w 133"/>
              <a:gd name="T9" fmla="*/ 46 h 155"/>
              <a:gd name="T10" fmla="*/ 87 w 133"/>
              <a:gd name="T11" fmla="*/ 36 h 155"/>
              <a:gd name="T12" fmla="*/ 86 w 133"/>
              <a:gd name="T13" fmla="*/ 35 h 155"/>
              <a:gd name="T14" fmla="*/ 85 w 133"/>
              <a:gd name="T15" fmla="*/ 34 h 155"/>
              <a:gd name="T16" fmla="*/ 61 w 133"/>
              <a:gd name="T17" fmla="*/ 34 h 155"/>
              <a:gd name="T18" fmla="*/ 61 w 133"/>
              <a:gd name="T19" fmla="*/ 43 h 155"/>
              <a:gd name="T20" fmla="*/ 78 w 133"/>
              <a:gd name="T21" fmla="*/ 54 h 155"/>
              <a:gd name="T22" fmla="*/ 85 w 133"/>
              <a:gd name="T23" fmla="*/ 73 h 155"/>
              <a:gd name="T24" fmla="*/ 85 w 133"/>
              <a:gd name="T25" fmla="*/ 148 h 155"/>
              <a:gd name="T26" fmla="*/ 83 w 133"/>
              <a:gd name="T27" fmla="*/ 153 h 155"/>
              <a:gd name="T28" fmla="*/ 79 w 133"/>
              <a:gd name="T29" fmla="*/ 155 h 155"/>
              <a:gd name="T30" fmla="*/ 31 w 133"/>
              <a:gd name="T31" fmla="*/ 155 h 155"/>
              <a:gd name="T32" fmla="*/ 26 w 133"/>
              <a:gd name="T33" fmla="*/ 153 h 155"/>
              <a:gd name="T34" fmla="*/ 25 w 133"/>
              <a:gd name="T35" fmla="*/ 148 h 155"/>
              <a:gd name="T36" fmla="*/ 25 w 133"/>
              <a:gd name="T37" fmla="*/ 73 h 155"/>
              <a:gd name="T38" fmla="*/ 30 w 133"/>
              <a:gd name="T39" fmla="*/ 55 h 155"/>
              <a:gd name="T40" fmla="*/ 46 w 133"/>
              <a:gd name="T41" fmla="*/ 44 h 155"/>
              <a:gd name="T42" fmla="*/ 46 w 133"/>
              <a:gd name="T43" fmla="*/ 34 h 155"/>
              <a:gd name="T44" fmla="*/ 43 w 133"/>
              <a:gd name="T45" fmla="*/ 34 h 155"/>
              <a:gd name="T46" fmla="*/ 32 w 133"/>
              <a:gd name="T47" fmla="*/ 36 h 155"/>
              <a:gd name="T48" fmla="*/ 23 w 133"/>
              <a:gd name="T49" fmla="*/ 41 h 155"/>
              <a:gd name="T50" fmla="*/ 17 w 133"/>
              <a:gd name="T51" fmla="*/ 47 h 155"/>
              <a:gd name="T52" fmla="*/ 13 w 133"/>
              <a:gd name="T53" fmla="*/ 52 h 155"/>
              <a:gd name="T54" fmla="*/ 12 w 133"/>
              <a:gd name="T55" fmla="*/ 54 h 155"/>
              <a:gd name="T56" fmla="*/ 6 w 133"/>
              <a:gd name="T57" fmla="*/ 58 h 155"/>
              <a:gd name="T58" fmla="*/ 4 w 133"/>
              <a:gd name="T59" fmla="*/ 57 h 155"/>
              <a:gd name="T60" fmla="*/ 1 w 133"/>
              <a:gd name="T61" fmla="*/ 54 h 155"/>
              <a:gd name="T62" fmla="*/ 1 w 133"/>
              <a:gd name="T63" fmla="*/ 49 h 155"/>
              <a:gd name="T64" fmla="*/ 2 w 133"/>
              <a:gd name="T65" fmla="*/ 46 h 155"/>
              <a:gd name="T66" fmla="*/ 6 w 133"/>
              <a:gd name="T67" fmla="*/ 41 h 155"/>
              <a:gd name="T68" fmla="*/ 12 w 133"/>
              <a:gd name="T69" fmla="*/ 35 h 155"/>
              <a:gd name="T70" fmla="*/ 20 w 133"/>
              <a:gd name="T71" fmla="*/ 28 h 155"/>
              <a:gd name="T72" fmla="*/ 30 w 133"/>
              <a:gd name="T73" fmla="*/ 23 h 155"/>
              <a:gd name="T74" fmla="*/ 28 w 133"/>
              <a:gd name="T75" fmla="*/ 15 h 155"/>
              <a:gd name="T76" fmla="*/ 32 w 133"/>
              <a:gd name="T77" fmla="*/ 5 h 155"/>
              <a:gd name="T78" fmla="*/ 43 w 133"/>
              <a:gd name="T79" fmla="*/ 0 h 155"/>
              <a:gd name="T80" fmla="*/ 53 w 133"/>
              <a:gd name="T81" fmla="*/ 5 h 155"/>
              <a:gd name="T82" fmla="*/ 58 w 133"/>
              <a:gd name="T83" fmla="*/ 15 h 155"/>
              <a:gd name="T84" fmla="*/ 57 w 133"/>
              <a:gd name="T85" fmla="*/ 21 h 155"/>
              <a:gd name="T86" fmla="*/ 85 w 133"/>
              <a:gd name="T87" fmla="*/ 21 h 155"/>
              <a:gd name="T88" fmla="*/ 86 w 133"/>
              <a:gd name="T89" fmla="*/ 20 h 155"/>
              <a:gd name="T90" fmla="*/ 87 w 133"/>
              <a:gd name="T91" fmla="*/ 18 h 155"/>
              <a:gd name="T92" fmla="*/ 130 w 133"/>
              <a:gd name="T93" fmla="*/ 9 h 155"/>
              <a:gd name="T94" fmla="*/ 130 w 133"/>
              <a:gd name="T95" fmla="*/ 9 h 155"/>
              <a:gd name="T96" fmla="*/ 132 w 133"/>
              <a:gd name="T97" fmla="*/ 10 h 155"/>
              <a:gd name="T98" fmla="*/ 133 w 133"/>
              <a:gd name="T99" fmla="*/ 12 h 155"/>
              <a:gd name="T100" fmla="*/ 47 w 133"/>
              <a:gd name="T101" fmla="*/ 20 h 155"/>
              <a:gd name="T102" fmla="*/ 49 w 133"/>
              <a:gd name="T103" fmla="*/ 15 h 155"/>
              <a:gd name="T104" fmla="*/ 47 w 133"/>
              <a:gd name="T105" fmla="*/ 11 h 155"/>
              <a:gd name="T106" fmla="*/ 43 w 133"/>
              <a:gd name="T107" fmla="*/ 9 h 155"/>
              <a:gd name="T108" fmla="*/ 38 w 133"/>
              <a:gd name="T109" fmla="*/ 11 h 155"/>
              <a:gd name="T110" fmla="*/ 37 w 133"/>
              <a:gd name="T111" fmla="*/ 15 h 155"/>
              <a:gd name="T112" fmla="*/ 38 w 133"/>
              <a:gd name="T113" fmla="*/ 20 h 155"/>
              <a:gd name="T114" fmla="*/ 43 w 133"/>
              <a:gd name="T115" fmla="*/ 21 h 155"/>
              <a:gd name="T116" fmla="*/ 47 w 133"/>
              <a:gd name="T117" fmla="*/ 20 h 1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33" h="155">
                <a:moveTo>
                  <a:pt x="133" y="12"/>
                </a:moveTo>
                <a:cubicBezTo>
                  <a:pt x="133" y="43"/>
                  <a:pt x="133" y="43"/>
                  <a:pt x="133" y="43"/>
                </a:cubicBezTo>
                <a:cubicBezTo>
                  <a:pt x="133" y="44"/>
                  <a:pt x="133" y="44"/>
                  <a:pt x="132" y="45"/>
                </a:cubicBezTo>
                <a:cubicBezTo>
                  <a:pt x="132" y="45"/>
                  <a:pt x="131" y="46"/>
                  <a:pt x="130" y="46"/>
                </a:cubicBezTo>
                <a:cubicBezTo>
                  <a:pt x="130" y="46"/>
                  <a:pt x="130" y="46"/>
                  <a:pt x="130" y="46"/>
                </a:cubicBezTo>
                <a:cubicBezTo>
                  <a:pt x="87" y="36"/>
                  <a:pt x="87" y="36"/>
                  <a:pt x="87" y="36"/>
                </a:cubicBezTo>
                <a:cubicBezTo>
                  <a:pt x="87" y="36"/>
                  <a:pt x="86" y="36"/>
                  <a:pt x="86" y="35"/>
                </a:cubicBezTo>
                <a:cubicBezTo>
                  <a:pt x="85" y="35"/>
                  <a:pt x="85" y="34"/>
                  <a:pt x="85" y="34"/>
                </a:cubicBezTo>
                <a:cubicBezTo>
                  <a:pt x="61" y="34"/>
                  <a:pt x="61" y="34"/>
                  <a:pt x="61" y="34"/>
                </a:cubicBezTo>
                <a:cubicBezTo>
                  <a:pt x="61" y="43"/>
                  <a:pt x="61" y="43"/>
                  <a:pt x="61" y="43"/>
                </a:cubicBezTo>
                <a:cubicBezTo>
                  <a:pt x="68" y="45"/>
                  <a:pt x="74" y="48"/>
                  <a:pt x="78" y="54"/>
                </a:cubicBezTo>
                <a:cubicBezTo>
                  <a:pt x="83" y="59"/>
                  <a:pt x="85" y="66"/>
                  <a:pt x="85" y="73"/>
                </a:cubicBezTo>
                <a:cubicBezTo>
                  <a:pt x="85" y="148"/>
                  <a:pt x="85" y="148"/>
                  <a:pt x="85" y="148"/>
                </a:cubicBezTo>
                <a:cubicBezTo>
                  <a:pt x="85" y="150"/>
                  <a:pt x="84" y="152"/>
                  <a:pt x="83" y="153"/>
                </a:cubicBezTo>
                <a:cubicBezTo>
                  <a:pt x="82" y="154"/>
                  <a:pt x="81" y="155"/>
                  <a:pt x="79" y="155"/>
                </a:cubicBezTo>
                <a:cubicBezTo>
                  <a:pt x="31" y="155"/>
                  <a:pt x="31" y="155"/>
                  <a:pt x="31" y="155"/>
                </a:cubicBezTo>
                <a:cubicBezTo>
                  <a:pt x="29" y="155"/>
                  <a:pt x="28" y="154"/>
                  <a:pt x="26" y="153"/>
                </a:cubicBezTo>
                <a:cubicBezTo>
                  <a:pt x="25" y="152"/>
                  <a:pt x="25" y="150"/>
                  <a:pt x="25" y="148"/>
                </a:cubicBezTo>
                <a:cubicBezTo>
                  <a:pt x="25" y="73"/>
                  <a:pt x="25" y="73"/>
                  <a:pt x="25" y="73"/>
                </a:cubicBezTo>
                <a:cubicBezTo>
                  <a:pt x="25" y="66"/>
                  <a:pt x="27" y="60"/>
                  <a:pt x="30" y="55"/>
                </a:cubicBezTo>
                <a:cubicBezTo>
                  <a:pt x="34" y="50"/>
                  <a:pt x="40" y="46"/>
                  <a:pt x="46" y="44"/>
                </a:cubicBezTo>
                <a:cubicBezTo>
                  <a:pt x="46" y="34"/>
                  <a:pt x="46" y="34"/>
                  <a:pt x="46" y="34"/>
                </a:cubicBezTo>
                <a:cubicBezTo>
                  <a:pt x="43" y="34"/>
                  <a:pt x="43" y="34"/>
                  <a:pt x="43" y="34"/>
                </a:cubicBezTo>
                <a:cubicBezTo>
                  <a:pt x="39" y="34"/>
                  <a:pt x="35" y="34"/>
                  <a:pt x="32" y="36"/>
                </a:cubicBezTo>
                <a:cubicBezTo>
                  <a:pt x="28" y="37"/>
                  <a:pt x="25" y="39"/>
                  <a:pt x="23" y="41"/>
                </a:cubicBezTo>
                <a:cubicBezTo>
                  <a:pt x="21" y="43"/>
                  <a:pt x="19" y="45"/>
                  <a:pt x="17" y="47"/>
                </a:cubicBezTo>
                <a:cubicBezTo>
                  <a:pt x="15" y="49"/>
                  <a:pt x="14" y="51"/>
                  <a:pt x="13" y="52"/>
                </a:cubicBezTo>
                <a:cubicBezTo>
                  <a:pt x="12" y="53"/>
                  <a:pt x="12" y="54"/>
                  <a:pt x="12" y="54"/>
                </a:cubicBezTo>
                <a:cubicBezTo>
                  <a:pt x="11" y="57"/>
                  <a:pt x="9" y="58"/>
                  <a:pt x="6" y="58"/>
                </a:cubicBezTo>
                <a:cubicBezTo>
                  <a:pt x="5" y="58"/>
                  <a:pt x="4" y="57"/>
                  <a:pt x="4" y="57"/>
                </a:cubicBezTo>
                <a:cubicBezTo>
                  <a:pt x="2" y="56"/>
                  <a:pt x="1" y="55"/>
                  <a:pt x="1" y="54"/>
                </a:cubicBezTo>
                <a:cubicBezTo>
                  <a:pt x="0" y="52"/>
                  <a:pt x="0" y="50"/>
                  <a:pt x="1" y="49"/>
                </a:cubicBezTo>
                <a:cubicBezTo>
                  <a:pt x="1" y="48"/>
                  <a:pt x="2" y="47"/>
                  <a:pt x="2" y="46"/>
                </a:cubicBezTo>
                <a:cubicBezTo>
                  <a:pt x="3" y="45"/>
                  <a:pt x="4" y="44"/>
                  <a:pt x="6" y="41"/>
                </a:cubicBezTo>
                <a:cubicBezTo>
                  <a:pt x="8" y="39"/>
                  <a:pt x="10" y="37"/>
                  <a:pt x="12" y="35"/>
                </a:cubicBezTo>
                <a:cubicBezTo>
                  <a:pt x="14" y="33"/>
                  <a:pt x="16" y="31"/>
                  <a:pt x="20" y="28"/>
                </a:cubicBezTo>
                <a:cubicBezTo>
                  <a:pt x="23" y="26"/>
                  <a:pt x="26" y="25"/>
                  <a:pt x="30" y="23"/>
                </a:cubicBezTo>
                <a:cubicBezTo>
                  <a:pt x="28" y="21"/>
                  <a:pt x="28" y="18"/>
                  <a:pt x="28" y="15"/>
                </a:cubicBezTo>
                <a:cubicBezTo>
                  <a:pt x="28" y="11"/>
                  <a:pt x="29" y="8"/>
                  <a:pt x="32" y="5"/>
                </a:cubicBezTo>
                <a:cubicBezTo>
                  <a:pt x="35" y="2"/>
                  <a:pt x="39" y="0"/>
                  <a:pt x="43" y="0"/>
                </a:cubicBezTo>
                <a:cubicBezTo>
                  <a:pt x="47" y="0"/>
                  <a:pt x="50" y="2"/>
                  <a:pt x="53" y="5"/>
                </a:cubicBezTo>
                <a:cubicBezTo>
                  <a:pt x="56" y="8"/>
                  <a:pt x="58" y="11"/>
                  <a:pt x="58" y="15"/>
                </a:cubicBezTo>
                <a:cubicBezTo>
                  <a:pt x="58" y="17"/>
                  <a:pt x="57" y="19"/>
                  <a:pt x="57" y="21"/>
                </a:cubicBezTo>
                <a:cubicBezTo>
                  <a:pt x="85" y="21"/>
                  <a:pt x="85" y="21"/>
                  <a:pt x="85" y="21"/>
                </a:cubicBezTo>
                <a:cubicBezTo>
                  <a:pt x="85" y="21"/>
                  <a:pt x="85" y="20"/>
                  <a:pt x="86" y="20"/>
                </a:cubicBezTo>
                <a:cubicBezTo>
                  <a:pt x="86" y="19"/>
                  <a:pt x="87" y="19"/>
                  <a:pt x="87" y="18"/>
                </a:cubicBezTo>
                <a:cubicBezTo>
                  <a:pt x="130" y="9"/>
                  <a:pt x="130" y="9"/>
                  <a:pt x="130" y="9"/>
                </a:cubicBezTo>
                <a:cubicBezTo>
                  <a:pt x="130" y="9"/>
                  <a:pt x="130" y="9"/>
                  <a:pt x="130" y="9"/>
                </a:cubicBezTo>
                <a:cubicBezTo>
                  <a:pt x="131" y="9"/>
                  <a:pt x="132" y="10"/>
                  <a:pt x="132" y="10"/>
                </a:cubicBezTo>
                <a:cubicBezTo>
                  <a:pt x="133" y="11"/>
                  <a:pt x="133" y="11"/>
                  <a:pt x="133" y="12"/>
                </a:cubicBezTo>
                <a:close/>
                <a:moveTo>
                  <a:pt x="47" y="20"/>
                </a:moveTo>
                <a:cubicBezTo>
                  <a:pt x="48" y="18"/>
                  <a:pt x="49" y="17"/>
                  <a:pt x="49" y="15"/>
                </a:cubicBezTo>
                <a:cubicBezTo>
                  <a:pt x="49" y="14"/>
                  <a:pt x="48" y="12"/>
                  <a:pt x="47" y="11"/>
                </a:cubicBezTo>
                <a:cubicBezTo>
                  <a:pt x="46" y="10"/>
                  <a:pt x="44" y="9"/>
                  <a:pt x="43" y="9"/>
                </a:cubicBezTo>
                <a:cubicBezTo>
                  <a:pt x="41" y="9"/>
                  <a:pt x="40" y="10"/>
                  <a:pt x="38" y="11"/>
                </a:cubicBezTo>
                <a:cubicBezTo>
                  <a:pt x="37" y="12"/>
                  <a:pt x="37" y="14"/>
                  <a:pt x="37" y="15"/>
                </a:cubicBezTo>
                <a:cubicBezTo>
                  <a:pt x="37" y="17"/>
                  <a:pt x="37" y="18"/>
                  <a:pt x="38" y="20"/>
                </a:cubicBezTo>
                <a:cubicBezTo>
                  <a:pt x="40" y="21"/>
                  <a:pt x="41" y="21"/>
                  <a:pt x="43" y="21"/>
                </a:cubicBezTo>
                <a:cubicBezTo>
                  <a:pt x="44" y="21"/>
                  <a:pt x="46" y="21"/>
                  <a:pt x="47" y="2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78" name="Freeform 281"/>
          <p:cNvSpPr>
            <a:spLocks noEditPoints="1"/>
          </p:cNvSpPr>
          <p:nvPr/>
        </p:nvSpPr>
        <p:spPr bwMode="auto">
          <a:xfrm>
            <a:off x="1275677" y="4396090"/>
            <a:ext cx="222593" cy="222593"/>
          </a:xfrm>
          <a:custGeom>
            <a:avLst/>
            <a:gdLst>
              <a:gd name="T0" fmla="*/ 155 w 155"/>
              <a:gd name="T1" fmla="*/ 3 h 155"/>
              <a:gd name="T2" fmla="*/ 148 w 155"/>
              <a:gd name="T3" fmla="*/ 44 h 155"/>
              <a:gd name="T4" fmla="*/ 124 w 155"/>
              <a:gd name="T5" fmla="*/ 78 h 155"/>
              <a:gd name="T6" fmla="*/ 105 w 155"/>
              <a:gd name="T7" fmla="*/ 95 h 155"/>
              <a:gd name="T8" fmla="*/ 103 w 155"/>
              <a:gd name="T9" fmla="*/ 131 h 155"/>
              <a:gd name="T10" fmla="*/ 102 w 155"/>
              <a:gd name="T11" fmla="*/ 133 h 155"/>
              <a:gd name="T12" fmla="*/ 66 w 155"/>
              <a:gd name="T13" fmla="*/ 154 h 155"/>
              <a:gd name="T14" fmla="*/ 64 w 155"/>
              <a:gd name="T15" fmla="*/ 155 h 155"/>
              <a:gd name="T16" fmla="*/ 62 w 155"/>
              <a:gd name="T17" fmla="*/ 154 h 155"/>
              <a:gd name="T18" fmla="*/ 56 w 155"/>
              <a:gd name="T19" fmla="*/ 148 h 155"/>
              <a:gd name="T20" fmla="*/ 55 w 155"/>
              <a:gd name="T21" fmla="*/ 145 h 155"/>
              <a:gd name="T22" fmla="*/ 63 w 155"/>
              <a:gd name="T23" fmla="*/ 119 h 155"/>
              <a:gd name="T24" fmla="*/ 37 w 155"/>
              <a:gd name="T25" fmla="*/ 92 h 155"/>
              <a:gd name="T26" fmla="*/ 10 w 155"/>
              <a:gd name="T27" fmla="*/ 100 h 155"/>
              <a:gd name="T28" fmla="*/ 10 w 155"/>
              <a:gd name="T29" fmla="*/ 100 h 155"/>
              <a:gd name="T30" fmla="*/ 7 w 155"/>
              <a:gd name="T31" fmla="*/ 99 h 155"/>
              <a:gd name="T32" fmla="*/ 1 w 155"/>
              <a:gd name="T33" fmla="*/ 93 h 155"/>
              <a:gd name="T34" fmla="*/ 1 w 155"/>
              <a:gd name="T35" fmla="*/ 90 h 155"/>
              <a:gd name="T36" fmla="*/ 22 w 155"/>
              <a:gd name="T37" fmla="*/ 53 h 155"/>
              <a:gd name="T38" fmla="*/ 25 w 155"/>
              <a:gd name="T39" fmla="*/ 52 h 155"/>
              <a:gd name="T40" fmla="*/ 60 w 155"/>
              <a:gd name="T41" fmla="*/ 50 h 155"/>
              <a:gd name="T42" fmla="*/ 77 w 155"/>
              <a:gd name="T43" fmla="*/ 31 h 155"/>
              <a:gd name="T44" fmla="*/ 111 w 155"/>
              <a:gd name="T45" fmla="*/ 7 h 155"/>
              <a:gd name="T46" fmla="*/ 152 w 155"/>
              <a:gd name="T47" fmla="*/ 0 h 155"/>
              <a:gd name="T48" fmla="*/ 154 w 155"/>
              <a:gd name="T49" fmla="*/ 1 h 155"/>
              <a:gd name="T50" fmla="*/ 155 w 155"/>
              <a:gd name="T51" fmla="*/ 3 h 155"/>
              <a:gd name="T52" fmla="*/ 131 w 155"/>
              <a:gd name="T53" fmla="*/ 37 h 155"/>
              <a:gd name="T54" fmla="*/ 134 w 155"/>
              <a:gd name="T55" fmla="*/ 31 h 155"/>
              <a:gd name="T56" fmla="*/ 131 w 155"/>
              <a:gd name="T57" fmla="*/ 24 h 155"/>
              <a:gd name="T58" fmla="*/ 125 w 155"/>
              <a:gd name="T59" fmla="*/ 21 h 155"/>
              <a:gd name="T60" fmla="*/ 118 w 155"/>
              <a:gd name="T61" fmla="*/ 24 h 155"/>
              <a:gd name="T62" fmla="*/ 115 w 155"/>
              <a:gd name="T63" fmla="*/ 31 h 155"/>
              <a:gd name="T64" fmla="*/ 118 w 155"/>
              <a:gd name="T65" fmla="*/ 37 h 155"/>
              <a:gd name="T66" fmla="*/ 125 w 155"/>
              <a:gd name="T67" fmla="*/ 40 h 155"/>
              <a:gd name="T68" fmla="*/ 131 w 155"/>
              <a:gd name="T69" fmla="*/ 37 h 1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55" h="155">
                <a:moveTo>
                  <a:pt x="155" y="3"/>
                </a:moveTo>
                <a:cubicBezTo>
                  <a:pt x="155" y="19"/>
                  <a:pt x="152" y="33"/>
                  <a:pt x="148" y="44"/>
                </a:cubicBezTo>
                <a:cubicBezTo>
                  <a:pt x="143" y="55"/>
                  <a:pt x="135" y="67"/>
                  <a:pt x="124" y="78"/>
                </a:cubicBezTo>
                <a:cubicBezTo>
                  <a:pt x="119" y="83"/>
                  <a:pt x="112" y="89"/>
                  <a:pt x="105" y="95"/>
                </a:cubicBezTo>
                <a:cubicBezTo>
                  <a:pt x="103" y="131"/>
                  <a:pt x="103" y="131"/>
                  <a:pt x="103" y="131"/>
                </a:cubicBezTo>
                <a:cubicBezTo>
                  <a:pt x="103" y="132"/>
                  <a:pt x="103" y="132"/>
                  <a:pt x="102" y="133"/>
                </a:cubicBezTo>
                <a:cubicBezTo>
                  <a:pt x="66" y="154"/>
                  <a:pt x="66" y="154"/>
                  <a:pt x="66" y="154"/>
                </a:cubicBezTo>
                <a:cubicBezTo>
                  <a:pt x="65" y="154"/>
                  <a:pt x="65" y="155"/>
                  <a:pt x="64" y="155"/>
                </a:cubicBezTo>
                <a:cubicBezTo>
                  <a:pt x="63" y="155"/>
                  <a:pt x="63" y="154"/>
                  <a:pt x="62" y="154"/>
                </a:cubicBezTo>
                <a:cubicBezTo>
                  <a:pt x="56" y="148"/>
                  <a:pt x="56" y="148"/>
                  <a:pt x="56" y="148"/>
                </a:cubicBezTo>
                <a:cubicBezTo>
                  <a:pt x="55" y="147"/>
                  <a:pt x="55" y="146"/>
                  <a:pt x="55" y="145"/>
                </a:cubicBezTo>
                <a:cubicBezTo>
                  <a:pt x="63" y="119"/>
                  <a:pt x="63" y="119"/>
                  <a:pt x="63" y="119"/>
                </a:cubicBezTo>
                <a:cubicBezTo>
                  <a:pt x="37" y="92"/>
                  <a:pt x="37" y="92"/>
                  <a:pt x="37" y="92"/>
                </a:cubicBezTo>
                <a:cubicBezTo>
                  <a:pt x="10" y="100"/>
                  <a:pt x="10" y="100"/>
                  <a:pt x="10" y="100"/>
                </a:cubicBezTo>
                <a:cubicBezTo>
                  <a:pt x="10" y="100"/>
                  <a:pt x="10" y="100"/>
                  <a:pt x="10" y="100"/>
                </a:cubicBezTo>
                <a:cubicBezTo>
                  <a:pt x="9" y="100"/>
                  <a:pt x="8" y="100"/>
                  <a:pt x="7" y="99"/>
                </a:cubicBezTo>
                <a:cubicBezTo>
                  <a:pt x="1" y="93"/>
                  <a:pt x="1" y="93"/>
                  <a:pt x="1" y="93"/>
                </a:cubicBezTo>
                <a:cubicBezTo>
                  <a:pt x="0" y="92"/>
                  <a:pt x="0" y="91"/>
                  <a:pt x="1" y="90"/>
                </a:cubicBezTo>
                <a:cubicBezTo>
                  <a:pt x="22" y="53"/>
                  <a:pt x="22" y="53"/>
                  <a:pt x="22" y="53"/>
                </a:cubicBezTo>
                <a:cubicBezTo>
                  <a:pt x="23" y="52"/>
                  <a:pt x="24" y="52"/>
                  <a:pt x="25" y="52"/>
                </a:cubicBezTo>
                <a:cubicBezTo>
                  <a:pt x="60" y="50"/>
                  <a:pt x="60" y="50"/>
                  <a:pt x="60" y="50"/>
                </a:cubicBezTo>
                <a:cubicBezTo>
                  <a:pt x="66" y="43"/>
                  <a:pt x="72" y="37"/>
                  <a:pt x="77" y="31"/>
                </a:cubicBezTo>
                <a:cubicBezTo>
                  <a:pt x="89" y="20"/>
                  <a:pt x="100" y="11"/>
                  <a:pt x="111" y="7"/>
                </a:cubicBezTo>
                <a:cubicBezTo>
                  <a:pt x="122" y="3"/>
                  <a:pt x="135" y="0"/>
                  <a:pt x="152" y="0"/>
                </a:cubicBezTo>
                <a:cubicBezTo>
                  <a:pt x="152" y="0"/>
                  <a:pt x="153" y="1"/>
                  <a:pt x="154" y="1"/>
                </a:cubicBezTo>
                <a:cubicBezTo>
                  <a:pt x="154" y="2"/>
                  <a:pt x="155" y="3"/>
                  <a:pt x="155" y="3"/>
                </a:cubicBezTo>
                <a:close/>
                <a:moveTo>
                  <a:pt x="131" y="37"/>
                </a:moveTo>
                <a:cubicBezTo>
                  <a:pt x="133" y="35"/>
                  <a:pt x="134" y="33"/>
                  <a:pt x="134" y="31"/>
                </a:cubicBezTo>
                <a:cubicBezTo>
                  <a:pt x="134" y="28"/>
                  <a:pt x="133" y="26"/>
                  <a:pt x="131" y="24"/>
                </a:cubicBezTo>
                <a:cubicBezTo>
                  <a:pt x="129" y="22"/>
                  <a:pt x="127" y="21"/>
                  <a:pt x="125" y="21"/>
                </a:cubicBezTo>
                <a:cubicBezTo>
                  <a:pt x="122" y="21"/>
                  <a:pt x="120" y="22"/>
                  <a:pt x="118" y="24"/>
                </a:cubicBezTo>
                <a:cubicBezTo>
                  <a:pt x="116" y="26"/>
                  <a:pt x="115" y="28"/>
                  <a:pt x="115" y="31"/>
                </a:cubicBezTo>
                <a:cubicBezTo>
                  <a:pt x="115" y="33"/>
                  <a:pt x="116" y="35"/>
                  <a:pt x="118" y="37"/>
                </a:cubicBezTo>
                <a:cubicBezTo>
                  <a:pt x="120" y="39"/>
                  <a:pt x="122" y="40"/>
                  <a:pt x="125" y="40"/>
                </a:cubicBezTo>
                <a:cubicBezTo>
                  <a:pt x="127" y="40"/>
                  <a:pt x="129" y="39"/>
                  <a:pt x="131" y="3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79" name="Freeform 282"/>
          <p:cNvSpPr>
            <a:spLocks/>
          </p:cNvSpPr>
          <p:nvPr/>
        </p:nvSpPr>
        <p:spPr bwMode="auto">
          <a:xfrm>
            <a:off x="1558781" y="4413379"/>
            <a:ext cx="237721" cy="172887"/>
          </a:xfrm>
          <a:custGeom>
            <a:avLst/>
            <a:gdLst>
              <a:gd name="T0" fmla="*/ 165 w 166"/>
              <a:gd name="T1" fmla="*/ 49 h 121"/>
              <a:gd name="T2" fmla="*/ 149 w 166"/>
              <a:gd name="T3" fmla="*/ 121 h 121"/>
              <a:gd name="T4" fmla="*/ 118 w 166"/>
              <a:gd name="T5" fmla="*/ 121 h 121"/>
              <a:gd name="T6" fmla="*/ 135 w 166"/>
              <a:gd name="T7" fmla="*/ 43 h 121"/>
              <a:gd name="T8" fmla="*/ 133 w 166"/>
              <a:gd name="T9" fmla="*/ 34 h 121"/>
              <a:gd name="T10" fmla="*/ 125 w 166"/>
              <a:gd name="T11" fmla="*/ 31 h 121"/>
              <a:gd name="T12" fmla="*/ 109 w 166"/>
              <a:gd name="T13" fmla="*/ 31 h 121"/>
              <a:gd name="T14" fmla="*/ 90 w 166"/>
              <a:gd name="T15" fmla="*/ 121 h 121"/>
              <a:gd name="T16" fmla="*/ 59 w 166"/>
              <a:gd name="T17" fmla="*/ 121 h 121"/>
              <a:gd name="T18" fmla="*/ 78 w 166"/>
              <a:gd name="T19" fmla="*/ 31 h 121"/>
              <a:gd name="T20" fmla="*/ 51 w 166"/>
              <a:gd name="T21" fmla="*/ 31 h 121"/>
              <a:gd name="T22" fmla="*/ 31 w 166"/>
              <a:gd name="T23" fmla="*/ 121 h 121"/>
              <a:gd name="T24" fmla="*/ 0 w 166"/>
              <a:gd name="T25" fmla="*/ 121 h 121"/>
              <a:gd name="T26" fmla="*/ 19 w 166"/>
              <a:gd name="T27" fmla="*/ 31 h 121"/>
              <a:gd name="T28" fmla="*/ 5 w 166"/>
              <a:gd name="T29" fmla="*/ 0 h 121"/>
              <a:gd name="T30" fmla="*/ 125 w 166"/>
              <a:gd name="T31" fmla="*/ 0 h 121"/>
              <a:gd name="T32" fmla="*/ 143 w 166"/>
              <a:gd name="T33" fmla="*/ 4 h 121"/>
              <a:gd name="T34" fmla="*/ 157 w 166"/>
              <a:gd name="T35" fmla="*/ 15 h 121"/>
              <a:gd name="T36" fmla="*/ 165 w 166"/>
              <a:gd name="T37" fmla="*/ 31 h 121"/>
              <a:gd name="T38" fmla="*/ 165 w 166"/>
              <a:gd name="T39" fmla="*/ 49 h 1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166" h="121">
                <a:moveTo>
                  <a:pt x="165" y="49"/>
                </a:moveTo>
                <a:cubicBezTo>
                  <a:pt x="149" y="121"/>
                  <a:pt x="149" y="121"/>
                  <a:pt x="149" y="121"/>
                </a:cubicBezTo>
                <a:cubicBezTo>
                  <a:pt x="118" y="121"/>
                  <a:pt x="118" y="121"/>
                  <a:pt x="118" y="121"/>
                </a:cubicBezTo>
                <a:cubicBezTo>
                  <a:pt x="135" y="43"/>
                  <a:pt x="135" y="43"/>
                  <a:pt x="135" y="43"/>
                </a:cubicBezTo>
                <a:cubicBezTo>
                  <a:pt x="135" y="39"/>
                  <a:pt x="135" y="36"/>
                  <a:pt x="133" y="34"/>
                </a:cubicBezTo>
                <a:cubicBezTo>
                  <a:pt x="132" y="32"/>
                  <a:pt x="129" y="31"/>
                  <a:pt x="125" y="31"/>
                </a:cubicBezTo>
                <a:cubicBezTo>
                  <a:pt x="109" y="31"/>
                  <a:pt x="109" y="31"/>
                  <a:pt x="109" y="31"/>
                </a:cubicBezTo>
                <a:cubicBezTo>
                  <a:pt x="90" y="121"/>
                  <a:pt x="90" y="121"/>
                  <a:pt x="90" y="121"/>
                </a:cubicBezTo>
                <a:cubicBezTo>
                  <a:pt x="59" y="121"/>
                  <a:pt x="59" y="121"/>
                  <a:pt x="59" y="121"/>
                </a:cubicBezTo>
                <a:cubicBezTo>
                  <a:pt x="78" y="31"/>
                  <a:pt x="78" y="31"/>
                  <a:pt x="78" y="31"/>
                </a:cubicBezTo>
                <a:cubicBezTo>
                  <a:pt x="51" y="31"/>
                  <a:pt x="51" y="31"/>
                  <a:pt x="51" y="31"/>
                </a:cubicBezTo>
                <a:cubicBezTo>
                  <a:pt x="31" y="121"/>
                  <a:pt x="31" y="121"/>
                  <a:pt x="31" y="121"/>
                </a:cubicBezTo>
                <a:cubicBezTo>
                  <a:pt x="0" y="121"/>
                  <a:pt x="0" y="121"/>
                  <a:pt x="0" y="121"/>
                </a:cubicBezTo>
                <a:cubicBezTo>
                  <a:pt x="19" y="31"/>
                  <a:pt x="19" y="31"/>
                  <a:pt x="19" y="31"/>
                </a:cubicBezTo>
                <a:cubicBezTo>
                  <a:pt x="5" y="0"/>
                  <a:pt x="5" y="0"/>
                  <a:pt x="5" y="0"/>
                </a:cubicBezTo>
                <a:cubicBezTo>
                  <a:pt x="125" y="0"/>
                  <a:pt x="125" y="0"/>
                  <a:pt x="125" y="0"/>
                </a:cubicBezTo>
                <a:cubicBezTo>
                  <a:pt x="132" y="0"/>
                  <a:pt x="138" y="2"/>
                  <a:pt x="143" y="4"/>
                </a:cubicBezTo>
                <a:cubicBezTo>
                  <a:pt x="149" y="7"/>
                  <a:pt x="154" y="10"/>
                  <a:pt x="157" y="15"/>
                </a:cubicBezTo>
                <a:cubicBezTo>
                  <a:pt x="161" y="20"/>
                  <a:pt x="164" y="25"/>
                  <a:pt x="165" y="31"/>
                </a:cubicBezTo>
                <a:cubicBezTo>
                  <a:pt x="166" y="37"/>
                  <a:pt x="166" y="43"/>
                  <a:pt x="165" y="4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80" name="Freeform 283"/>
          <p:cNvSpPr>
            <a:spLocks noEditPoints="1"/>
          </p:cNvSpPr>
          <p:nvPr/>
        </p:nvSpPr>
        <p:spPr bwMode="auto">
          <a:xfrm>
            <a:off x="1863493" y="4396089"/>
            <a:ext cx="209627" cy="209627"/>
          </a:xfrm>
          <a:custGeom>
            <a:avLst/>
            <a:gdLst>
              <a:gd name="T0" fmla="*/ 136 w 146"/>
              <a:gd name="T1" fmla="*/ 36 h 146"/>
              <a:gd name="T2" fmla="*/ 146 w 146"/>
              <a:gd name="T3" fmla="*/ 73 h 146"/>
              <a:gd name="T4" fmla="*/ 136 w 146"/>
              <a:gd name="T5" fmla="*/ 109 h 146"/>
              <a:gd name="T6" fmla="*/ 109 w 146"/>
              <a:gd name="T7" fmla="*/ 136 h 146"/>
              <a:gd name="T8" fmla="*/ 73 w 146"/>
              <a:gd name="T9" fmla="*/ 146 h 146"/>
              <a:gd name="T10" fmla="*/ 37 w 146"/>
              <a:gd name="T11" fmla="*/ 136 h 146"/>
              <a:gd name="T12" fmla="*/ 10 w 146"/>
              <a:gd name="T13" fmla="*/ 109 h 146"/>
              <a:gd name="T14" fmla="*/ 0 w 146"/>
              <a:gd name="T15" fmla="*/ 73 h 146"/>
              <a:gd name="T16" fmla="*/ 10 w 146"/>
              <a:gd name="T17" fmla="*/ 36 h 146"/>
              <a:gd name="T18" fmla="*/ 37 w 146"/>
              <a:gd name="T19" fmla="*/ 10 h 146"/>
              <a:gd name="T20" fmla="*/ 73 w 146"/>
              <a:gd name="T21" fmla="*/ 0 h 146"/>
              <a:gd name="T22" fmla="*/ 109 w 146"/>
              <a:gd name="T23" fmla="*/ 10 h 146"/>
              <a:gd name="T24" fmla="*/ 136 w 146"/>
              <a:gd name="T25" fmla="*/ 36 h 146"/>
              <a:gd name="T26" fmla="*/ 86 w 146"/>
              <a:gd name="T27" fmla="*/ 120 h 146"/>
              <a:gd name="T28" fmla="*/ 96 w 146"/>
              <a:gd name="T29" fmla="*/ 110 h 146"/>
              <a:gd name="T30" fmla="*/ 98 w 146"/>
              <a:gd name="T31" fmla="*/ 106 h 146"/>
              <a:gd name="T32" fmla="*/ 96 w 146"/>
              <a:gd name="T33" fmla="*/ 102 h 146"/>
              <a:gd name="T34" fmla="*/ 67 w 146"/>
              <a:gd name="T35" fmla="*/ 73 h 146"/>
              <a:gd name="T36" fmla="*/ 96 w 146"/>
              <a:gd name="T37" fmla="*/ 44 h 146"/>
              <a:gd name="T38" fmla="*/ 98 w 146"/>
              <a:gd name="T39" fmla="*/ 40 h 146"/>
              <a:gd name="T40" fmla="*/ 96 w 146"/>
              <a:gd name="T41" fmla="*/ 35 h 146"/>
              <a:gd name="T42" fmla="*/ 86 w 146"/>
              <a:gd name="T43" fmla="*/ 26 h 146"/>
              <a:gd name="T44" fmla="*/ 82 w 146"/>
              <a:gd name="T45" fmla="*/ 24 h 146"/>
              <a:gd name="T46" fmla="*/ 78 w 146"/>
              <a:gd name="T47" fmla="*/ 26 h 146"/>
              <a:gd name="T48" fmla="*/ 35 w 146"/>
              <a:gd name="T49" fmla="*/ 69 h 146"/>
              <a:gd name="T50" fmla="*/ 33 w 146"/>
              <a:gd name="T51" fmla="*/ 73 h 146"/>
              <a:gd name="T52" fmla="*/ 35 w 146"/>
              <a:gd name="T53" fmla="*/ 77 h 146"/>
              <a:gd name="T54" fmla="*/ 78 w 146"/>
              <a:gd name="T55" fmla="*/ 120 h 146"/>
              <a:gd name="T56" fmla="*/ 82 w 146"/>
              <a:gd name="T57" fmla="*/ 122 h 146"/>
              <a:gd name="T58" fmla="*/ 86 w 146"/>
              <a:gd name="T59" fmla="*/ 120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46" h="146">
                <a:moveTo>
                  <a:pt x="136" y="36"/>
                </a:moveTo>
                <a:cubicBezTo>
                  <a:pt x="142" y="48"/>
                  <a:pt x="146" y="60"/>
                  <a:pt x="146" y="73"/>
                </a:cubicBezTo>
                <a:cubicBezTo>
                  <a:pt x="146" y="86"/>
                  <a:pt x="142" y="98"/>
                  <a:pt x="136" y="109"/>
                </a:cubicBezTo>
                <a:cubicBezTo>
                  <a:pt x="129" y="120"/>
                  <a:pt x="121" y="129"/>
                  <a:pt x="109" y="136"/>
                </a:cubicBezTo>
                <a:cubicBezTo>
                  <a:pt x="98" y="142"/>
                  <a:pt x="86" y="146"/>
                  <a:pt x="73" y="146"/>
                </a:cubicBezTo>
                <a:cubicBezTo>
                  <a:pt x="60" y="146"/>
                  <a:pt x="48" y="142"/>
                  <a:pt x="37" y="136"/>
                </a:cubicBezTo>
                <a:cubicBezTo>
                  <a:pt x="25" y="129"/>
                  <a:pt x="17" y="120"/>
                  <a:pt x="10" y="109"/>
                </a:cubicBezTo>
                <a:cubicBezTo>
                  <a:pt x="4" y="98"/>
                  <a:pt x="0" y="86"/>
                  <a:pt x="0" y="73"/>
                </a:cubicBezTo>
                <a:cubicBezTo>
                  <a:pt x="0" y="60"/>
                  <a:pt x="4" y="48"/>
                  <a:pt x="10" y="36"/>
                </a:cubicBezTo>
                <a:cubicBezTo>
                  <a:pt x="17" y="25"/>
                  <a:pt x="25" y="17"/>
                  <a:pt x="37" y="10"/>
                </a:cubicBezTo>
                <a:cubicBezTo>
                  <a:pt x="48" y="4"/>
                  <a:pt x="60" y="0"/>
                  <a:pt x="73" y="0"/>
                </a:cubicBezTo>
                <a:cubicBezTo>
                  <a:pt x="86" y="0"/>
                  <a:pt x="98" y="4"/>
                  <a:pt x="109" y="10"/>
                </a:cubicBezTo>
                <a:cubicBezTo>
                  <a:pt x="121" y="17"/>
                  <a:pt x="129" y="25"/>
                  <a:pt x="136" y="36"/>
                </a:cubicBezTo>
                <a:close/>
                <a:moveTo>
                  <a:pt x="86" y="120"/>
                </a:moveTo>
                <a:cubicBezTo>
                  <a:pt x="96" y="110"/>
                  <a:pt x="96" y="110"/>
                  <a:pt x="96" y="110"/>
                </a:cubicBezTo>
                <a:cubicBezTo>
                  <a:pt x="97" y="109"/>
                  <a:pt x="98" y="108"/>
                  <a:pt x="98" y="106"/>
                </a:cubicBezTo>
                <a:cubicBezTo>
                  <a:pt x="98" y="105"/>
                  <a:pt x="97" y="103"/>
                  <a:pt x="96" y="102"/>
                </a:cubicBezTo>
                <a:cubicBezTo>
                  <a:pt x="67" y="73"/>
                  <a:pt x="67" y="73"/>
                  <a:pt x="67" y="73"/>
                </a:cubicBezTo>
                <a:cubicBezTo>
                  <a:pt x="96" y="44"/>
                  <a:pt x="96" y="44"/>
                  <a:pt x="96" y="44"/>
                </a:cubicBezTo>
                <a:cubicBezTo>
                  <a:pt x="97" y="43"/>
                  <a:pt x="98" y="41"/>
                  <a:pt x="98" y="40"/>
                </a:cubicBezTo>
                <a:cubicBezTo>
                  <a:pt x="98" y="38"/>
                  <a:pt x="97" y="37"/>
                  <a:pt x="96" y="35"/>
                </a:cubicBezTo>
                <a:cubicBezTo>
                  <a:pt x="86" y="26"/>
                  <a:pt x="86" y="26"/>
                  <a:pt x="86" y="26"/>
                </a:cubicBezTo>
                <a:cubicBezTo>
                  <a:pt x="85" y="25"/>
                  <a:pt x="84" y="24"/>
                  <a:pt x="82" y="24"/>
                </a:cubicBezTo>
                <a:cubicBezTo>
                  <a:pt x="80" y="24"/>
                  <a:pt x="79" y="25"/>
                  <a:pt x="78" y="26"/>
                </a:cubicBezTo>
                <a:cubicBezTo>
                  <a:pt x="35" y="69"/>
                  <a:pt x="35" y="69"/>
                  <a:pt x="35" y="69"/>
                </a:cubicBezTo>
                <a:cubicBezTo>
                  <a:pt x="34" y="70"/>
                  <a:pt x="33" y="71"/>
                  <a:pt x="33" y="73"/>
                </a:cubicBezTo>
                <a:cubicBezTo>
                  <a:pt x="33" y="75"/>
                  <a:pt x="34" y="76"/>
                  <a:pt x="35" y="77"/>
                </a:cubicBezTo>
                <a:cubicBezTo>
                  <a:pt x="78" y="120"/>
                  <a:pt x="78" y="120"/>
                  <a:pt x="78" y="120"/>
                </a:cubicBezTo>
                <a:cubicBezTo>
                  <a:pt x="79" y="121"/>
                  <a:pt x="80" y="122"/>
                  <a:pt x="82" y="122"/>
                </a:cubicBezTo>
                <a:cubicBezTo>
                  <a:pt x="84" y="122"/>
                  <a:pt x="85" y="121"/>
                  <a:pt x="86" y="12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81" name="Freeform 284"/>
          <p:cNvSpPr>
            <a:spLocks noEditPoints="1"/>
          </p:cNvSpPr>
          <p:nvPr/>
        </p:nvSpPr>
        <p:spPr bwMode="auto">
          <a:xfrm>
            <a:off x="2133631" y="4396089"/>
            <a:ext cx="207464" cy="209627"/>
          </a:xfrm>
          <a:custGeom>
            <a:avLst/>
            <a:gdLst>
              <a:gd name="T0" fmla="*/ 135 w 145"/>
              <a:gd name="T1" fmla="*/ 36 h 146"/>
              <a:gd name="T2" fmla="*/ 145 w 145"/>
              <a:gd name="T3" fmla="*/ 73 h 146"/>
              <a:gd name="T4" fmla="*/ 135 w 145"/>
              <a:gd name="T5" fmla="*/ 109 h 146"/>
              <a:gd name="T6" fmla="*/ 109 w 145"/>
              <a:gd name="T7" fmla="*/ 136 h 146"/>
              <a:gd name="T8" fmla="*/ 72 w 145"/>
              <a:gd name="T9" fmla="*/ 146 h 146"/>
              <a:gd name="T10" fmla="*/ 36 w 145"/>
              <a:gd name="T11" fmla="*/ 136 h 146"/>
              <a:gd name="T12" fmla="*/ 9 w 145"/>
              <a:gd name="T13" fmla="*/ 109 h 146"/>
              <a:gd name="T14" fmla="*/ 0 w 145"/>
              <a:gd name="T15" fmla="*/ 73 h 146"/>
              <a:gd name="T16" fmla="*/ 9 w 145"/>
              <a:gd name="T17" fmla="*/ 36 h 146"/>
              <a:gd name="T18" fmla="*/ 36 w 145"/>
              <a:gd name="T19" fmla="*/ 10 h 146"/>
              <a:gd name="T20" fmla="*/ 72 w 145"/>
              <a:gd name="T21" fmla="*/ 0 h 146"/>
              <a:gd name="T22" fmla="*/ 109 w 145"/>
              <a:gd name="T23" fmla="*/ 10 h 146"/>
              <a:gd name="T24" fmla="*/ 135 w 145"/>
              <a:gd name="T25" fmla="*/ 36 h 146"/>
              <a:gd name="T26" fmla="*/ 68 w 145"/>
              <a:gd name="T27" fmla="*/ 120 h 146"/>
              <a:gd name="T28" fmla="*/ 110 w 145"/>
              <a:gd name="T29" fmla="*/ 77 h 146"/>
              <a:gd name="T30" fmla="*/ 112 w 145"/>
              <a:gd name="T31" fmla="*/ 73 h 146"/>
              <a:gd name="T32" fmla="*/ 110 w 145"/>
              <a:gd name="T33" fmla="*/ 69 h 146"/>
              <a:gd name="T34" fmla="*/ 68 w 145"/>
              <a:gd name="T35" fmla="*/ 26 h 146"/>
              <a:gd name="T36" fmla="*/ 63 w 145"/>
              <a:gd name="T37" fmla="*/ 24 h 146"/>
              <a:gd name="T38" fmla="*/ 59 w 145"/>
              <a:gd name="T39" fmla="*/ 26 h 146"/>
              <a:gd name="T40" fmla="*/ 49 w 145"/>
              <a:gd name="T41" fmla="*/ 35 h 146"/>
              <a:gd name="T42" fmla="*/ 48 w 145"/>
              <a:gd name="T43" fmla="*/ 40 h 146"/>
              <a:gd name="T44" fmla="*/ 49 w 145"/>
              <a:gd name="T45" fmla="*/ 44 h 146"/>
              <a:gd name="T46" fmla="*/ 78 w 145"/>
              <a:gd name="T47" fmla="*/ 73 h 146"/>
              <a:gd name="T48" fmla="*/ 49 w 145"/>
              <a:gd name="T49" fmla="*/ 102 h 146"/>
              <a:gd name="T50" fmla="*/ 48 w 145"/>
              <a:gd name="T51" fmla="*/ 106 h 146"/>
              <a:gd name="T52" fmla="*/ 49 w 145"/>
              <a:gd name="T53" fmla="*/ 110 h 146"/>
              <a:gd name="T54" fmla="*/ 59 w 145"/>
              <a:gd name="T55" fmla="*/ 120 h 146"/>
              <a:gd name="T56" fmla="*/ 63 w 145"/>
              <a:gd name="T57" fmla="*/ 122 h 146"/>
              <a:gd name="T58" fmla="*/ 68 w 145"/>
              <a:gd name="T59" fmla="*/ 120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45" h="146">
                <a:moveTo>
                  <a:pt x="135" y="36"/>
                </a:moveTo>
                <a:cubicBezTo>
                  <a:pt x="142" y="48"/>
                  <a:pt x="145" y="60"/>
                  <a:pt x="145" y="73"/>
                </a:cubicBezTo>
                <a:cubicBezTo>
                  <a:pt x="145" y="86"/>
                  <a:pt x="142" y="98"/>
                  <a:pt x="135" y="109"/>
                </a:cubicBezTo>
                <a:cubicBezTo>
                  <a:pt x="129" y="120"/>
                  <a:pt x="120" y="129"/>
                  <a:pt x="109" y="136"/>
                </a:cubicBezTo>
                <a:cubicBezTo>
                  <a:pt x="98" y="142"/>
                  <a:pt x="86" y="146"/>
                  <a:pt x="72" y="146"/>
                </a:cubicBezTo>
                <a:cubicBezTo>
                  <a:pt x="59" y="146"/>
                  <a:pt x="47" y="142"/>
                  <a:pt x="36" y="136"/>
                </a:cubicBezTo>
                <a:cubicBezTo>
                  <a:pt x="25" y="129"/>
                  <a:pt x="16" y="120"/>
                  <a:pt x="9" y="109"/>
                </a:cubicBezTo>
                <a:cubicBezTo>
                  <a:pt x="3" y="98"/>
                  <a:pt x="0" y="86"/>
                  <a:pt x="0" y="73"/>
                </a:cubicBezTo>
                <a:cubicBezTo>
                  <a:pt x="0" y="60"/>
                  <a:pt x="3" y="48"/>
                  <a:pt x="9" y="36"/>
                </a:cubicBezTo>
                <a:cubicBezTo>
                  <a:pt x="16" y="25"/>
                  <a:pt x="25" y="17"/>
                  <a:pt x="36" y="10"/>
                </a:cubicBezTo>
                <a:cubicBezTo>
                  <a:pt x="47" y="4"/>
                  <a:pt x="59" y="0"/>
                  <a:pt x="72" y="0"/>
                </a:cubicBezTo>
                <a:cubicBezTo>
                  <a:pt x="86" y="0"/>
                  <a:pt x="98" y="4"/>
                  <a:pt x="109" y="10"/>
                </a:cubicBezTo>
                <a:cubicBezTo>
                  <a:pt x="120" y="17"/>
                  <a:pt x="129" y="25"/>
                  <a:pt x="135" y="36"/>
                </a:cubicBezTo>
                <a:close/>
                <a:moveTo>
                  <a:pt x="68" y="120"/>
                </a:moveTo>
                <a:cubicBezTo>
                  <a:pt x="110" y="77"/>
                  <a:pt x="110" y="77"/>
                  <a:pt x="110" y="77"/>
                </a:cubicBezTo>
                <a:cubicBezTo>
                  <a:pt x="112" y="76"/>
                  <a:pt x="112" y="75"/>
                  <a:pt x="112" y="73"/>
                </a:cubicBezTo>
                <a:cubicBezTo>
                  <a:pt x="112" y="71"/>
                  <a:pt x="112" y="70"/>
                  <a:pt x="110" y="69"/>
                </a:cubicBezTo>
                <a:cubicBezTo>
                  <a:pt x="68" y="26"/>
                  <a:pt x="68" y="26"/>
                  <a:pt x="68" y="26"/>
                </a:cubicBezTo>
                <a:cubicBezTo>
                  <a:pt x="66" y="25"/>
                  <a:pt x="65" y="24"/>
                  <a:pt x="63" y="24"/>
                </a:cubicBezTo>
                <a:cubicBezTo>
                  <a:pt x="62" y="24"/>
                  <a:pt x="60" y="25"/>
                  <a:pt x="59" y="26"/>
                </a:cubicBezTo>
                <a:cubicBezTo>
                  <a:pt x="49" y="35"/>
                  <a:pt x="49" y="35"/>
                  <a:pt x="49" y="35"/>
                </a:cubicBezTo>
                <a:cubicBezTo>
                  <a:pt x="48" y="37"/>
                  <a:pt x="48" y="38"/>
                  <a:pt x="48" y="40"/>
                </a:cubicBezTo>
                <a:cubicBezTo>
                  <a:pt x="48" y="41"/>
                  <a:pt x="48" y="43"/>
                  <a:pt x="49" y="44"/>
                </a:cubicBezTo>
                <a:cubicBezTo>
                  <a:pt x="78" y="73"/>
                  <a:pt x="78" y="73"/>
                  <a:pt x="78" y="73"/>
                </a:cubicBezTo>
                <a:cubicBezTo>
                  <a:pt x="49" y="102"/>
                  <a:pt x="49" y="102"/>
                  <a:pt x="49" y="102"/>
                </a:cubicBezTo>
                <a:cubicBezTo>
                  <a:pt x="48" y="103"/>
                  <a:pt x="48" y="105"/>
                  <a:pt x="48" y="106"/>
                </a:cubicBezTo>
                <a:cubicBezTo>
                  <a:pt x="48" y="108"/>
                  <a:pt x="48" y="109"/>
                  <a:pt x="49" y="110"/>
                </a:cubicBezTo>
                <a:cubicBezTo>
                  <a:pt x="59" y="120"/>
                  <a:pt x="59" y="120"/>
                  <a:pt x="59" y="120"/>
                </a:cubicBezTo>
                <a:cubicBezTo>
                  <a:pt x="60" y="121"/>
                  <a:pt x="62" y="122"/>
                  <a:pt x="63" y="122"/>
                </a:cubicBezTo>
                <a:cubicBezTo>
                  <a:pt x="65" y="122"/>
                  <a:pt x="66" y="121"/>
                  <a:pt x="68" y="12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82" name="Freeform 285"/>
          <p:cNvSpPr>
            <a:spLocks noEditPoints="1"/>
          </p:cNvSpPr>
          <p:nvPr/>
        </p:nvSpPr>
        <p:spPr bwMode="auto">
          <a:xfrm>
            <a:off x="2403768" y="4396089"/>
            <a:ext cx="207464" cy="209627"/>
          </a:xfrm>
          <a:custGeom>
            <a:avLst/>
            <a:gdLst>
              <a:gd name="T0" fmla="*/ 136 w 145"/>
              <a:gd name="T1" fmla="*/ 36 h 146"/>
              <a:gd name="T2" fmla="*/ 145 w 145"/>
              <a:gd name="T3" fmla="*/ 73 h 146"/>
              <a:gd name="T4" fmla="*/ 136 w 145"/>
              <a:gd name="T5" fmla="*/ 109 h 146"/>
              <a:gd name="T6" fmla="*/ 109 w 145"/>
              <a:gd name="T7" fmla="*/ 136 h 146"/>
              <a:gd name="T8" fmla="*/ 73 w 145"/>
              <a:gd name="T9" fmla="*/ 146 h 146"/>
              <a:gd name="T10" fmla="*/ 36 w 145"/>
              <a:gd name="T11" fmla="*/ 136 h 146"/>
              <a:gd name="T12" fmla="*/ 10 w 145"/>
              <a:gd name="T13" fmla="*/ 109 h 146"/>
              <a:gd name="T14" fmla="*/ 0 w 145"/>
              <a:gd name="T15" fmla="*/ 73 h 146"/>
              <a:gd name="T16" fmla="*/ 10 w 145"/>
              <a:gd name="T17" fmla="*/ 36 h 146"/>
              <a:gd name="T18" fmla="*/ 36 w 145"/>
              <a:gd name="T19" fmla="*/ 10 h 146"/>
              <a:gd name="T20" fmla="*/ 73 w 145"/>
              <a:gd name="T21" fmla="*/ 0 h 146"/>
              <a:gd name="T22" fmla="*/ 109 w 145"/>
              <a:gd name="T23" fmla="*/ 10 h 146"/>
              <a:gd name="T24" fmla="*/ 136 w 145"/>
              <a:gd name="T25" fmla="*/ 36 h 146"/>
              <a:gd name="T26" fmla="*/ 110 w 145"/>
              <a:gd name="T27" fmla="*/ 96 h 146"/>
              <a:gd name="T28" fmla="*/ 120 w 145"/>
              <a:gd name="T29" fmla="*/ 86 h 146"/>
              <a:gd name="T30" fmla="*/ 122 w 145"/>
              <a:gd name="T31" fmla="*/ 82 h 146"/>
              <a:gd name="T32" fmla="*/ 120 w 145"/>
              <a:gd name="T33" fmla="*/ 78 h 146"/>
              <a:gd name="T34" fmla="*/ 77 w 145"/>
              <a:gd name="T35" fmla="*/ 35 h 146"/>
              <a:gd name="T36" fmla="*/ 73 w 145"/>
              <a:gd name="T37" fmla="*/ 33 h 146"/>
              <a:gd name="T38" fmla="*/ 68 w 145"/>
              <a:gd name="T39" fmla="*/ 35 h 146"/>
              <a:gd name="T40" fmla="*/ 25 w 145"/>
              <a:gd name="T41" fmla="*/ 78 h 146"/>
              <a:gd name="T42" fmla="*/ 24 w 145"/>
              <a:gd name="T43" fmla="*/ 82 h 146"/>
              <a:gd name="T44" fmla="*/ 25 w 145"/>
              <a:gd name="T45" fmla="*/ 86 h 146"/>
              <a:gd name="T46" fmla="*/ 35 w 145"/>
              <a:gd name="T47" fmla="*/ 96 h 146"/>
              <a:gd name="T48" fmla="*/ 39 w 145"/>
              <a:gd name="T49" fmla="*/ 98 h 146"/>
              <a:gd name="T50" fmla="*/ 44 w 145"/>
              <a:gd name="T51" fmla="*/ 96 h 146"/>
              <a:gd name="T52" fmla="*/ 73 w 145"/>
              <a:gd name="T53" fmla="*/ 67 h 146"/>
              <a:gd name="T54" fmla="*/ 102 w 145"/>
              <a:gd name="T55" fmla="*/ 96 h 146"/>
              <a:gd name="T56" fmla="*/ 106 w 145"/>
              <a:gd name="T57" fmla="*/ 98 h 146"/>
              <a:gd name="T58" fmla="*/ 110 w 145"/>
              <a:gd name="T59" fmla="*/ 96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45" h="146">
                <a:moveTo>
                  <a:pt x="136" y="36"/>
                </a:moveTo>
                <a:cubicBezTo>
                  <a:pt x="142" y="48"/>
                  <a:pt x="145" y="60"/>
                  <a:pt x="145" y="73"/>
                </a:cubicBezTo>
                <a:cubicBezTo>
                  <a:pt x="145" y="86"/>
                  <a:pt x="142" y="98"/>
                  <a:pt x="136" y="109"/>
                </a:cubicBezTo>
                <a:cubicBezTo>
                  <a:pt x="129" y="120"/>
                  <a:pt x="120" y="129"/>
                  <a:pt x="109" y="136"/>
                </a:cubicBezTo>
                <a:cubicBezTo>
                  <a:pt x="98" y="142"/>
                  <a:pt x="86" y="146"/>
                  <a:pt x="73" y="146"/>
                </a:cubicBezTo>
                <a:cubicBezTo>
                  <a:pt x="59" y="146"/>
                  <a:pt x="47" y="142"/>
                  <a:pt x="36" y="136"/>
                </a:cubicBezTo>
                <a:cubicBezTo>
                  <a:pt x="25" y="129"/>
                  <a:pt x="16" y="120"/>
                  <a:pt x="10" y="109"/>
                </a:cubicBezTo>
                <a:cubicBezTo>
                  <a:pt x="3" y="98"/>
                  <a:pt x="0" y="86"/>
                  <a:pt x="0" y="73"/>
                </a:cubicBezTo>
                <a:cubicBezTo>
                  <a:pt x="0" y="60"/>
                  <a:pt x="3" y="48"/>
                  <a:pt x="10" y="36"/>
                </a:cubicBezTo>
                <a:cubicBezTo>
                  <a:pt x="16" y="25"/>
                  <a:pt x="25" y="17"/>
                  <a:pt x="36" y="10"/>
                </a:cubicBezTo>
                <a:cubicBezTo>
                  <a:pt x="47" y="4"/>
                  <a:pt x="59" y="0"/>
                  <a:pt x="73" y="0"/>
                </a:cubicBezTo>
                <a:cubicBezTo>
                  <a:pt x="86" y="0"/>
                  <a:pt x="98" y="4"/>
                  <a:pt x="109" y="10"/>
                </a:cubicBezTo>
                <a:cubicBezTo>
                  <a:pt x="120" y="17"/>
                  <a:pt x="129" y="25"/>
                  <a:pt x="136" y="36"/>
                </a:cubicBezTo>
                <a:close/>
                <a:moveTo>
                  <a:pt x="110" y="96"/>
                </a:moveTo>
                <a:cubicBezTo>
                  <a:pt x="120" y="86"/>
                  <a:pt x="120" y="86"/>
                  <a:pt x="120" y="86"/>
                </a:cubicBezTo>
                <a:cubicBezTo>
                  <a:pt x="121" y="85"/>
                  <a:pt x="122" y="84"/>
                  <a:pt x="122" y="82"/>
                </a:cubicBezTo>
                <a:cubicBezTo>
                  <a:pt x="122" y="80"/>
                  <a:pt x="121" y="79"/>
                  <a:pt x="120" y="78"/>
                </a:cubicBezTo>
                <a:cubicBezTo>
                  <a:pt x="77" y="35"/>
                  <a:pt x="77" y="35"/>
                  <a:pt x="77" y="35"/>
                </a:cubicBezTo>
                <a:cubicBezTo>
                  <a:pt x="76" y="34"/>
                  <a:pt x="74" y="33"/>
                  <a:pt x="73" y="33"/>
                </a:cubicBezTo>
                <a:cubicBezTo>
                  <a:pt x="71" y="33"/>
                  <a:pt x="70" y="34"/>
                  <a:pt x="68" y="35"/>
                </a:cubicBezTo>
                <a:cubicBezTo>
                  <a:pt x="25" y="78"/>
                  <a:pt x="25" y="78"/>
                  <a:pt x="25" y="78"/>
                </a:cubicBezTo>
                <a:cubicBezTo>
                  <a:pt x="24" y="79"/>
                  <a:pt x="24" y="80"/>
                  <a:pt x="24" y="82"/>
                </a:cubicBezTo>
                <a:cubicBezTo>
                  <a:pt x="24" y="84"/>
                  <a:pt x="24" y="85"/>
                  <a:pt x="25" y="86"/>
                </a:cubicBezTo>
                <a:cubicBezTo>
                  <a:pt x="35" y="96"/>
                  <a:pt x="35" y="96"/>
                  <a:pt x="35" y="96"/>
                </a:cubicBezTo>
                <a:cubicBezTo>
                  <a:pt x="36" y="97"/>
                  <a:pt x="38" y="98"/>
                  <a:pt x="39" y="98"/>
                </a:cubicBezTo>
                <a:cubicBezTo>
                  <a:pt x="41" y="98"/>
                  <a:pt x="42" y="97"/>
                  <a:pt x="44" y="96"/>
                </a:cubicBezTo>
                <a:cubicBezTo>
                  <a:pt x="73" y="67"/>
                  <a:pt x="73" y="67"/>
                  <a:pt x="73" y="67"/>
                </a:cubicBezTo>
                <a:cubicBezTo>
                  <a:pt x="102" y="96"/>
                  <a:pt x="102" y="96"/>
                  <a:pt x="102" y="96"/>
                </a:cubicBezTo>
                <a:cubicBezTo>
                  <a:pt x="103" y="97"/>
                  <a:pt x="104" y="98"/>
                  <a:pt x="106" y="98"/>
                </a:cubicBezTo>
                <a:cubicBezTo>
                  <a:pt x="108" y="98"/>
                  <a:pt x="109" y="97"/>
                  <a:pt x="110" y="96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83" name="Freeform 286"/>
          <p:cNvSpPr>
            <a:spLocks noEditPoints="1"/>
          </p:cNvSpPr>
          <p:nvPr/>
        </p:nvSpPr>
        <p:spPr bwMode="auto">
          <a:xfrm>
            <a:off x="2671744" y="4396089"/>
            <a:ext cx="209627" cy="209627"/>
          </a:xfrm>
          <a:custGeom>
            <a:avLst/>
            <a:gdLst>
              <a:gd name="T0" fmla="*/ 136 w 146"/>
              <a:gd name="T1" fmla="*/ 36 h 146"/>
              <a:gd name="T2" fmla="*/ 146 w 146"/>
              <a:gd name="T3" fmla="*/ 73 h 146"/>
              <a:gd name="T4" fmla="*/ 136 w 146"/>
              <a:gd name="T5" fmla="*/ 109 h 146"/>
              <a:gd name="T6" fmla="*/ 109 w 146"/>
              <a:gd name="T7" fmla="*/ 136 h 146"/>
              <a:gd name="T8" fmla="*/ 73 w 146"/>
              <a:gd name="T9" fmla="*/ 146 h 146"/>
              <a:gd name="T10" fmla="*/ 37 w 146"/>
              <a:gd name="T11" fmla="*/ 136 h 146"/>
              <a:gd name="T12" fmla="*/ 10 w 146"/>
              <a:gd name="T13" fmla="*/ 109 h 146"/>
              <a:gd name="T14" fmla="*/ 0 w 146"/>
              <a:gd name="T15" fmla="*/ 73 h 146"/>
              <a:gd name="T16" fmla="*/ 10 w 146"/>
              <a:gd name="T17" fmla="*/ 36 h 146"/>
              <a:gd name="T18" fmla="*/ 37 w 146"/>
              <a:gd name="T19" fmla="*/ 10 h 146"/>
              <a:gd name="T20" fmla="*/ 73 w 146"/>
              <a:gd name="T21" fmla="*/ 0 h 146"/>
              <a:gd name="T22" fmla="*/ 109 w 146"/>
              <a:gd name="T23" fmla="*/ 10 h 146"/>
              <a:gd name="T24" fmla="*/ 136 w 146"/>
              <a:gd name="T25" fmla="*/ 36 h 146"/>
              <a:gd name="T26" fmla="*/ 77 w 146"/>
              <a:gd name="T27" fmla="*/ 111 h 146"/>
              <a:gd name="T28" fmla="*/ 120 w 146"/>
              <a:gd name="T29" fmla="*/ 68 h 146"/>
              <a:gd name="T30" fmla="*/ 122 w 146"/>
              <a:gd name="T31" fmla="*/ 64 h 146"/>
              <a:gd name="T32" fmla="*/ 120 w 146"/>
              <a:gd name="T33" fmla="*/ 60 h 146"/>
              <a:gd name="T34" fmla="*/ 110 w 146"/>
              <a:gd name="T35" fmla="*/ 50 h 146"/>
              <a:gd name="T36" fmla="*/ 106 w 146"/>
              <a:gd name="T37" fmla="*/ 48 h 146"/>
              <a:gd name="T38" fmla="*/ 102 w 146"/>
              <a:gd name="T39" fmla="*/ 50 h 146"/>
              <a:gd name="T40" fmla="*/ 73 w 146"/>
              <a:gd name="T41" fmla="*/ 79 h 146"/>
              <a:gd name="T42" fmla="*/ 44 w 146"/>
              <a:gd name="T43" fmla="*/ 50 h 146"/>
              <a:gd name="T44" fmla="*/ 40 w 146"/>
              <a:gd name="T45" fmla="*/ 48 h 146"/>
              <a:gd name="T46" fmla="*/ 35 w 146"/>
              <a:gd name="T47" fmla="*/ 50 h 146"/>
              <a:gd name="T48" fmla="*/ 26 w 146"/>
              <a:gd name="T49" fmla="*/ 60 h 146"/>
              <a:gd name="T50" fmla="*/ 24 w 146"/>
              <a:gd name="T51" fmla="*/ 64 h 146"/>
              <a:gd name="T52" fmla="*/ 26 w 146"/>
              <a:gd name="T53" fmla="*/ 68 h 146"/>
              <a:gd name="T54" fmla="*/ 69 w 146"/>
              <a:gd name="T55" fmla="*/ 111 h 146"/>
              <a:gd name="T56" fmla="*/ 73 w 146"/>
              <a:gd name="T57" fmla="*/ 113 h 146"/>
              <a:gd name="T58" fmla="*/ 77 w 146"/>
              <a:gd name="T59" fmla="*/ 111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46" h="146">
                <a:moveTo>
                  <a:pt x="136" y="36"/>
                </a:moveTo>
                <a:cubicBezTo>
                  <a:pt x="142" y="48"/>
                  <a:pt x="146" y="60"/>
                  <a:pt x="146" y="73"/>
                </a:cubicBezTo>
                <a:cubicBezTo>
                  <a:pt x="146" y="86"/>
                  <a:pt x="142" y="98"/>
                  <a:pt x="136" y="109"/>
                </a:cubicBezTo>
                <a:cubicBezTo>
                  <a:pt x="129" y="120"/>
                  <a:pt x="121" y="129"/>
                  <a:pt x="109" y="136"/>
                </a:cubicBezTo>
                <a:cubicBezTo>
                  <a:pt x="98" y="142"/>
                  <a:pt x="86" y="146"/>
                  <a:pt x="73" y="146"/>
                </a:cubicBezTo>
                <a:cubicBezTo>
                  <a:pt x="60" y="146"/>
                  <a:pt x="48" y="142"/>
                  <a:pt x="37" y="136"/>
                </a:cubicBezTo>
                <a:cubicBezTo>
                  <a:pt x="25" y="129"/>
                  <a:pt x="17" y="120"/>
                  <a:pt x="10" y="109"/>
                </a:cubicBezTo>
                <a:cubicBezTo>
                  <a:pt x="4" y="98"/>
                  <a:pt x="0" y="86"/>
                  <a:pt x="0" y="73"/>
                </a:cubicBezTo>
                <a:cubicBezTo>
                  <a:pt x="0" y="60"/>
                  <a:pt x="4" y="48"/>
                  <a:pt x="10" y="36"/>
                </a:cubicBezTo>
                <a:cubicBezTo>
                  <a:pt x="17" y="25"/>
                  <a:pt x="25" y="17"/>
                  <a:pt x="37" y="10"/>
                </a:cubicBezTo>
                <a:cubicBezTo>
                  <a:pt x="48" y="4"/>
                  <a:pt x="60" y="0"/>
                  <a:pt x="73" y="0"/>
                </a:cubicBezTo>
                <a:cubicBezTo>
                  <a:pt x="86" y="0"/>
                  <a:pt x="98" y="4"/>
                  <a:pt x="109" y="10"/>
                </a:cubicBezTo>
                <a:cubicBezTo>
                  <a:pt x="121" y="17"/>
                  <a:pt x="129" y="25"/>
                  <a:pt x="136" y="36"/>
                </a:cubicBezTo>
                <a:close/>
                <a:moveTo>
                  <a:pt x="77" y="111"/>
                </a:moveTo>
                <a:cubicBezTo>
                  <a:pt x="120" y="68"/>
                  <a:pt x="120" y="68"/>
                  <a:pt x="120" y="68"/>
                </a:cubicBezTo>
                <a:cubicBezTo>
                  <a:pt x="121" y="67"/>
                  <a:pt x="122" y="65"/>
                  <a:pt x="122" y="64"/>
                </a:cubicBezTo>
                <a:cubicBezTo>
                  <a:pt x="122" y="62"/>
                  <a:pt x="121" y="61"/>
                  <a:pt x="120" y="60"/>
                </a:cubicBezTo>
                <a:cubicBezTo>
                  <a:pt x="110" y="50"/>
                  <a:pt x="110" y="50"/>
                  <a:pt x="110" y="50"/>
                </a:cubicBezTo>
                <a:cubicBezTo>
                  <a:pt x="109" y="49"/>
                  <a:pt x="108" y="48"/>
                  <a:pt x="106" y="48"/>
                </a:cubicBezTo>
                <a:cubicBezTo>
                  <a:pt x="105" y="48"/>
                  <a:pt x="103" y="49"/>
                  <a:pt x="102" y="50"/>
                </a:cubicBezTo>
                <a:cubicBezTo>
                  <a:pt x="73" y="79"/>
                  <a:pt x="73" y="79"/>
                  <a:pt x="73" y="79"/>
                </a:cubicBezTo>
                <a:cubicBezTo>
                  <a:pt x="44" y="50"/>
                  <a:pt x="44" y="50"/>
                  <a:pt x="44" y="50"/>
                </a:cubicBezTo>
                <a:cubicBezTo>
                  <a:pt x="43" y="49"/>
                  <a:pt x="41" y="48"/>
                  <a:pt x="40" y="48"/>
                </a:cubicBezTo>
                <a:cubicBezTo>
                  <a:pt x="38" y="48"/>
                  <a:pt x="37" y="49"/>
                  <a:pt x="35" y="50"/>
                </a:cubicBezTo>
                <a:cubicBezTo>
                  <a:pt x="26" y="60"/>
                  <a:pt x="26" y="60"/>
                  <a:pt x="26" y="60"/>
                </a:cubicBezTo>
                <a:cubicBezTo>
                  <a:pt x="25" y="61"/>
                  <a:pt x="24" y="62"/>
                  <a:pt x="24" y="64"/>
                </a:cubicBezTo>
                <a:cubicBezTo>
                  <a:pt x="24" y="65"/>
                  <a:pt x="25" y="67"/>
                  <a:pt x="26" y="68"/>
                </a:cubicBezTo>
                <a:cubicBezTo>
                  <a:pt x="69" y="111"/>
                  <a:pt x="69" y="111"/>
                  <a:pt x="69" y="111"/>
                </a:cubicBezTo>
                <a:cubicBezTo>
                  <a:pt x="70" y="112"/>
                  <a:pt x="71" y="113"/>
                  <a:pt x="73" y="113"/>
                </a:cubicBezTo>
                <a:cubicBezTo>
                  <a:pt x="75" y="113"/>
                  <a:pt x="76" y="112"/>
                  <a:pt x="77" y="11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84" name="Freeform 287"/>
          <p:cNvSpPr>
            <a:spLocks noEditPoints="1"/>
          </p:cNvSpPr>
          <p:nvPr/>
        </p:nvSpPr>
        <p:spPr bwMode="auto">
          <a:xfrm>
            <a:off x="2944043" y="4396090"/>
            <a:ext cx="190176" cy="218271"/>
          </a:xfrm>
          <a:custGeom>
            <a:avLst/>
            <a:gdLst>
              <a:gd name="T0" fmla="*/ 0 w 88"/>
              <a:gd name="T1" fmla="*/ 0 h 101"/>
              <a:gd name="T2" fmla="*/ 88 w 88"/>
              <a:gd name="T3" fmla="*/ 0 h 101"/>
              <a:gd name="T4" fmla="*/ 80 w 88"/>
              <a:gd name="T5" fmla="*/ 90 h 101"/>
              <a:gd name="T6" fmla="*/ 44 w 88"/>
              <a:gd name="T7" fmla="*/ 101 h 101"/>
              <a:gd name="T8" fmla="*/ 8 w 88"/>
              <a:gd name="T9" fmla="*/ 90 h 101"/>
              <a:gd name="T10" fmla="*/ 0 w 88"/>
              <a:gd name="T11" fmla="*/ 0 h 101"/>
              <a:gd name="T12" fmla="*/ 71 w 88"/>
              <a:gd name="T13" fmla="*/ 30 h 101"/>
              <a:gd name="T14" fmla="*/ 71 w 88"/>
              <a:gd name="T15" fmla="*/ 19 h 101"/>
              <a:gd name="T16" fmla="*/ 16 w 88"/>
              <a:gd name="T17" fmla="*/ 19 h 101"/>
              <a:gd name="T18" fmla="*/ 19 w 88"/>
              <a:gd name="T19" fmla="*/ 52 h 101"/>
              <a:gd name="T20" fmla="*/ 57 w 88"/>
              <a:gd name="T21" fmla="*/ 52 h 101"/>
              <a:gd name="T22" fmla="*/ 56 w 88"/>
              <a:gd name="T23" fmla="*/ 66 h 101"/>
              <a:gd name="T24" fmla="*/ 44 w 88"/>
              <a:gd name="T25" fmla="*/ 70 h 101"/>
              <a:gd name="T26" fmla="*/ 32 w 88"/>
              <a:gd name="T27" fmla="*/ 66 h 101"/>
              <a:gd name="T28" fmla="*/ 30 w 88"/>
              <a:gd name="T29" fmla="*/ 58 h 101"/>
              <a:gd name="T30" fmla="*/ 20 w 88"/>
              <a:gd name="T31" fmla="*/ 58 h 101"/>
              <a:gd name="T32" fmla="*/ 21 w 88"/>
              <a:gd name="T33" fmla="*/ 75 h 101"/>
              <a:gd name="T34" fmla="*/ 44 w 88"/>
              <a:gd name="T35" fmla="*/ 82 h 101"/>
              <a:gd name="T36" fmla="*/ 44 w 88"/>
              <a:gd name="T37" fmla="*/ 82 h 101"/>
              <a:gd name="T38" fmla="*/ 44 w 88"/>
              <a:gd name="T39" fmla="*/ 82 h 101"/>
              <a:gd name="T40" fmla="*/ 66 w 88"/>
              <a:gd name="T41" fmla="*/ 75 h 101"/>
              <a:gd name="T42" fmla="*/ 69 w 88"/>
              <a:gd name="T43" fmla="*/ 41 h 101"/>
              <a:gd name="T44" fmla="*/ 29 w 88"/>
              <a:gd name="T45" fmla="*/ 41 h 101"/>
              <a:gd name="T46" fmla="*/ 28 w 88"/>
              <a:gd name="T47" fmla="*/ 30 h 101"/>
              <a:gd name="T48" fmla="*/ 71 w 88"/>
              <a:gd name="T49" fmla="*/ 30 h 1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88" h="101">
                <a:moveTo>
                  <a:pt x="0" y="0"/>
                </a:moveTo>
                <a:lnTo>
                  <a:pt x="88" y="0"/>
                </a:lnTo>
                <a:lnTo>
                  <a:pt x="80" y="90"/>
                </a:lnTo>
                <a:lnTo>
                  <a:pt x="44" y="101"/>
                </a:lnTo>
                <a:lnTo>
                  <a:pt x="8" y="90"/>
                </a:lnTo>
                <a:lnTo>
                  <a:pt x="0" y="0"/>
                </a:lnTo>
                <a:close/>
                <a:moveTo>
                  <a:pt x="71" y="30"/>
                </a:moveTo>
                <a:lnTo>
                  <a:pt x="71" y="19"/>
                </a:lnTo>
                <a:lnTo>
                  <a:pt x="16" y="19"/>
                </a:lnTo>
                <a:lnTo>
                  <a:pt x="19" y="52"/>
                </a:lnTo>
                <a:lnTo>
                  <a:pt x="57" y="52"/>
                </a:lnTo>
                <a:lnTo>
                  <a:pt x="56" y="66"/>
                </a:lnTo>
                <a:lnTo>
                  <a:pt x="44" y="70"/>
                </a:lnTo>
                <a:lnTo>
                  <a:pt x="32" y="66"/>
                </a:lnTo>
                <a:lnTo>
                  <a:pt x="30" y="58"/>
                </a:lnTo>
                <a:lnTo>
                  <a:pt x="20" y="58"/>
                </a:lnTo>
                <a:lnTo>
                  <a:pt x="21" y="75"/>
                </a:lnTo>
                <a:lnTo>
                  <a:pt x="44" y="82"/>
                </a:lnTo>
                <a:lnTo>
                  <a:pt x="44" y="82"/>
                </a:lnTo>
                <a:lnTo>
                  <a:pt x="44" y="82"/>
                </a:lnTo>
                <a:lnTo>
                  <a:pt x="66" y="75"/>
                </a:lnTo>
                <a:lnTo>
                  <a:pt x="69" y="41"/>
                </a:lnTo>
                <a:lnTo>
                  <a:pt x="29" y="41"/>
                </a:lnTo>
                <a:lnTo>
                  <a:pt x="28" y="30"/>
                </a:lnTo>
                <a:lnTo>
                  <a:pt x="71" y="3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85" name="Freeform 288"/>
          <p:cNvSpPr>
            <a:spLocks/>
          </p:cNvSpPr>
          <p:nvPr/>
        </p:nvSpPr>
        <p:spPr bwMode="auto">
          <a:xfrm>
            <a:off x="3196889" y="4396090"/>
            <a:ext cx="239883" cy="218271"/>
          </a:xfrm>
          <a:custGeom>
            <a:avLst/>
            <a:gdLst>
              <a:gd name="T0" fmla="*/ 17 w 111"/>
              <a:gd name="T1" fmla="*/ 0 h 101"/>
              <a:gd name="T2" fmla="*/ 111 w 111"/>
              <a:gd name="T3" fmla="*/ 0 h 101"/>
              <a:gd name="T4" fmla="*/ 94 w 111"/>
              <a:gd name="T5" fmla="*/ 84 h 101"/>
              <a:gd name="T6" fmla="*/ 44 w 111"/>
              <a:gd name="T7" fmla="*/ 101 h 101"/>
              <a:gd name="T8" fmla="*/ 0 w 111"/>
              <a:gd name="T9" fmla="*/ 84 h 101"/>
              <a:gd name="T10" fmla="*/ 5 w 111"/>
              <a:gd name="T11" fmla="*/ 62 h 101"/>
              <a:gd name="T12" fmla="*/ 23 w 111"/>
              <a:gd name="T13" fmla="*/ 62 h 101"/>
              <a:gd name="T14" fmla="*/ 21 w 111"/>
              <a:gd name="T15" fmla="*/ 71 h 101"/>
              <a:gd name="T16" fmla="*/ 48 w 111"/>
              <a:gd name="T17" fmla="*/ 81 h 101"/>
              <a:gd name="T18" fmla="*/ 78 w 111"/>
              <a:gd name="T19" fmla="*/ 71 h 101"/>
              <a:gd name="T20" fmla="*/ 82 w 111"/>
              <a:gd name="T21" fmla="*/ 50 h 101"/>
              <a:gd name="T22" fmla="*/ 7 w 111"/>
              <a:gd name="T23" fmla="*/ 50 h 101"/>
              <a:gd name="T24" fmla="*/ 11 w 111"/>
              <a:gd name="T25" fmla="*/ 31 h 101"/>
              <a:gd name="T26" fmla="*/ 86 w 111"/>
              <a:gd name="T27" fmla="*/ 31 h 101"/>
              <a:gd name="T28" fmla="*/ 89 w 111"/>
              <a:gd name="T29" fmla="*/ 19 h 101"/>
              <a:gd name="T30" fmla="*/ 13 w 111"/>
              <a:gd name="T31" fmla="*/ 19 h 101"/>
              <a:gd name="T32" fmla="*/ 17 w 111"/>
              <a:gd name="T33" fmla="*/ 0 h 1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11" h="101">
                <a:moveTo>
                  <a:pt x="17" y="0"/>
                </a:moveTo>
                <a:lnTo>
                  <a:pt x="111" y="0"/>
                </a:lnTo>
                <a:lnTo>
                  <a:pt x="94" y="84"/>
                </a:lnTo>
                <a:lnTo>
                  <a:pt x="44" y="101"/>
                </a:lnTo>
                <a:lnTo>
                  <a:pt x="0" y="84"/>
                </a:lnTo>
                <a:lnTo>
                  <a:pt x="5" y="62"/>
                </a:lnTo>
                <a:lnTo>
                  <a:pt x="23" y="62"/>
                </a:lnTo>
                <a:lnTo>
                  <a:pt x="21" y="71"/>
                </a:lnTo>
                <a:lnTo>
                  <a:pt x="48" y="81"/>
                </a:lnTo>
                <a:lnTo>
                  <a:pt x="78" y="71"/>
                </a:lnTo>
                <a:lnTo>
                  <a:pt x="82" y="50"/>
                </a:lnTo>
                <a:lnTo>
                  <a:pt x="7" y="50"/>
                </a:lnTo>
                <a:lnTo>
                  <a:pt x="11" y="31"/>
                </a:lnTo>
                <a:lnTo>
                  <a:pt x="86" y="31"/>
                </a:lnTo>
                <a:lnTo>
                  <a:pt x="89" y="19"/>
                </a:lnTo>
                <a:lnTo>
                  <a:pt x="13" y="19"/>
                </a:lnTo>
                <a:lnTo>
                  <a:pt x="17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86" name="Freeform 289"/>
          <p:cNvSpPr>
            <a:spLocks noEditPoints="1"/>
          </p:cNvSpPr>
          <p:nvPr/>
        </p:nvSpPr>
        <p:spPr bwMode="auto">
          <a:xfrm>
            <a:off x="3499445" y="4378801"/>
            <a:ext cx="244204" cy="242043"/>
          </a:xfrm>
          <a:custGeom>
            <a:avLst/>
            <a:gdLst>
              <a:gd name="T0" fmla="*/ 170 w 170"/>
              <a:gd name="T1" fmla="*/ 145 h 168"/>
              <a:gd name="T2" fmla="*/ 167 w 170"/>
              <a:gd name="T3" fmla="*/ 148 h 168"/>
              <a:gd name="T4" fmla="*/ 156 w 170"/>
              <a:gd name="T5" fmla="*/ 139 h 168"/>
              <a:gd name="T6" fmla="*/ 85 w 170"/>
              <a:gd name="T7" fmla="*/ 168 h 168"/>
              <a:gd name="T8" fmla="*/ 14 w 170"/>
              <a:gd name="T9" fmla="*/ 139 h 168"/>
              <a:gd name="T10" fmla="*/ 3 w 170"/>
              <a:gd name="T11" fmla="*/ 148 h 168"/>
              <a:gd name="T12" fmla="*/ 0 w 170"/>
              <a:gd name="T13" fmla="*/ 145 h 168"/>
              <a:gd name="T14" fmla="*/ 1 w 170"/>
              <a:gd name="T15" fmla="*/ 110 h 168"/>
              <a:gd name="T16" fmla="*/ 37 w 170"/>
              <a:gd name="T17" fmla="*/ 109 h 168"/>
              <a:gd name="T18" fmla="*/ 39 w 170"/>
              <a:gd name="T19" fmla="*/ 114 h 168"/>
              <a:gd name="T20" fmla="*/ 47 w 170"/>
              <a:gd name="T21" fmla="*/ 138 h 168"/>
              <a:gd name="T22" fmla="*/ 73 w 170"/>
              <a:gd name="T23" fmla="*/ 85 h 168"/>
              <a:gd name="T24" fmla="*/ 51 w 170"/>
              <a:gd name="T25" fmla="*/ 83 h 168"/>
              <a:gd name="T26" fmla="*/ 49 w 170"/>
              <a:gd name="T27" fmla="*/ 67 h 168"/>
              <a:gd name="T28" fmla="*/ 55 w 170"/>
              <a:gd name="T29" fmla="*/ 61 h 168"/>
              <a:gd name="T30" fmla="*/ 73 w 170"/>
              <a:gd name="T31" fmla="*/ 45 h 168"/>
              <a:gd name="T32" fmla="*/ 61 w 170"/>
              <a:gd name="T33" fmla="*/ 24 h 168"/>
              <a:gd name="T34" fmla="*/ 85 w 170"/>
              <a:gd name="T35" fmla="*/ 0 h 168"/>
              <a:gd name="T36" fmla="*/ 109 w 170"/>
              <a:gd name="T37" fmla="*/ 24 h 168"/>
              <a:gd name="T38" fmla="*/ 97 w 170"/>
              <a:gd name="T39" fmla="*/ 45 h 168"/>
              <a:gd name="T40" fmla="*/ 115 w 170"/>
              <a:gd name="T41" fmla="*/ 61 h 168"/>
              <a:gd name="T42" fmla="*/ 121 w 170"/>
              <a:gd name="T43" fmla="*/ 67 h 168"/>
              <a:gd name="T44" fmla="*/ 120 w 170"/>
              <a:gd name="T45" fmla="*/ 83 h 168"/>
              <a:gd name="T46" fmla="*/ 97 w 170"/>
              <a:gd name="T47" fmla="*/ 85 h 168"/>
              <a:gd name="T48" fmla="*/ 123 w 170"/>
              <a:gd name="T49" fmla="*/ 138 h 168"/>
              <a:gd name="T50" fmla="*/ 131 w 170"/>
              <a:gd name="T51" fmla="*/ 114 h 168"/>
              <a:gd name="T52" fmla="*/ 134 w 170"/>
              <a:gd name="T53" fmla="*/ 109 h 168"/>
              <a:gd name="T54" fmla="*/ 169 w 170"/>
              <a:gd name="T55" fmla="*/ 110 h 168"/>
              <a:gd name="T56" fmla="*/ 89 w 170"/>
              <a:gd name="T57" fmla="*/ 29 h 168"/>
              <a:gd name="T58" fmla="*/ 89 w 170"/>
              <a:gd name="T59" fmla="*/ 20 h 168"/>
              <a:gd name="T60" fmla="*/ 81 w 170"/>
              <a:gd name="T61" fmla="*/ 20 h 168"/>
              <a:gd name="T62" fmla="*/ 81 w 170"/>
              <a:gd name="T63" fmla="*/ 29 h 168"/>
              <a:gd name="T64" fmla="*/ 89 w 170"/>
              <a:gd name="T65" fmla="*/ 29 h 1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70" h="168">
                <a:moveTo>
                  <a:pt x="170" y="112"/>
                </a:moveTo>
                <a:cubicBezTo>
                  <a:pt x="170" y="145"/>
                  <a:pt x="170" y="145"/>
                  <a:pt x="170" y="145"/>
                </a:cubicBezTo>
                <a:cubicBezTo>
                  <a:pt x="170" y="147"/>
                  <a:pt x="169" y="148"/>
                  <a:pt x="168" y="148"/>
                </a:cubicBezTo>
                <a:cubicBezTo>
                  <a:pt x="167" y="148"/>
                  <a:pt x="167" y="148"/>
                  <a:pt x="167" y="148"/>
                </a:cubicBezTo>
                <a:cubicBezTo>
                  <a:pt x="166" y="148"/>
                  <a:pt x="165" y="148"/>
                  <a:pt x="165" y="148"/>
                </a:cubicBezTo>
                <a:cubicBezTo>
                  <a:pt x="156" y="139"/>
                  <a:pt x="156" y="139"/>
                  <a:pt x="156" y="139"/>
                </a:cubicBezTo>
                <a:cubicBezTo>
                  <a:pt x="148" y="148"/>
                  <a:pt x="138" y="155"/>
                  <a:pt x="126" y="160"/>
                </a:cubicBezTo>
                <a:cubicBezTo>
                  <a:pt x="113" y="165"/>
                  <a:pt x="100" y="168"/>
                  <a:pt x="85" y="168"/>
                </a:cubicBezTo>
                <a:cubicBezTo>
                  <a:pt x="71" y="168"/>
                  <a:pt x="57" y="165"/>
                  <a:pt x="44" y="160"/>
                </a:cubicBezTo>
                <a:cubicBezTo>
                  <a:pt x="32" y="155"/>
                  <a:pt x="22" y="148"/>
                  <a:pt x="14" y="139"/>
                </a:cubicBezTo>
                <a:cubicBezTo>
                  <a:pt x="6" y="148"/>
                  <a:pt x="6" y="148"/>
                  <a:pt x="6" y="148"/>
                </a:cubicBezTo>
                <a:cubicBezTo>
                  <a:pt x="5" y="148"/>
                  <a:pt x="4" y="148"/>
                  <a:pt x="3" y="148"/>
                </a:cubicBezTo>
                <a:cubicBezTo>
                  <a:pt x="3" y="148"/>
                  <a:pt x="3" y="148"/>
                  <a:pt x="2" y="148"/>
                </a:cubicBezTo>
                <a:cubicBezTo>
                  <a:pt x="1" y="148"/>
                  <a:pt x="0" y="147"/>
                  <a:pt x="0" y="145"/>
                </a:cubicBezTo>
                <a:cubicBezTo>
                  <a:pt x="0" y="112"/>
                  <a:pt x="0" y="112"/>
                  <a:pt x="0" y="112"/>
                </a:cubicBezTo>
                <a:cubicBezTo>
                  <a:pt x="0" y="111"/>
                  <a:pt x="1" y="111"/>
                  <a:pt x="1" y="110"/>
                </a:cubicBezTo>
                <a:cubicBezTo>
                  <a:pt x="2" y="109"/>
                  <a:pt x="3" y="109"/>
                  <a:pt x="3" y="109"/>
                </a:cubicBezTo>
                <a:cubicBezTo>
                  <a:pt x="37" y="109"/>
                  <a:pt x="37" y="109"/>
                  <a:pt x="37" y="109"/>
                </a:cubicBezTo>
                <a:cubicBezTo>
                  <a:pt x="38" y="109"/>
                  <a:pt x="39" y="110"/>
                  <a:pt x="40" y="111"/>
                </a:cubicBezTo>
                <a:cubicBezTo>
                  <a:pt x="40" y="112"/>
                  <a:pt x="40" y="113"/>
                  <a:pt x="39" y="114"/>
                </a:cubicBezTo>
                <a:cubicBezTo>
                  <a:pt x="29" y="124"/>
                  <a:pt x="29" y="124"/>
                  <a:pt x="29" y="124"/>
                </a:cubicBezTo>
                <a:cubicBezTo>
                  <a:pt x="34" y="130"/>
                  <a:pt x="40" y="134"/>
                  <a:pt x="47" y="138"/>
                </a:cubicBezTo>
                <a:cubicBezTo>
                  <a:pt x="55" y="142"/>
                  <a:pt x="64" y="145"/>
                  <a:pt x="73" y="146"/>
                </a:cubicBezTo>
                <a:cubicBezTo>
                  <a:pt x="73" y="85"/>
                  <a:pt x="73" y="85"/>
                  <a:pt x="73" y="85"/>
                </a:cubicBezTo>
                <a:cubicBezTo>
                  <a:pt x="55" y="85"/>
                  <a:pt x="55" y="85"/>
                  <a:pt x="55" y="85"/>
                </a:cubicBezTo>
                <a:cubicBezTo>
                  <a:pt x="53" y="85"/>
                  <a:pt x="52" y="84"/>
                  <a:pt x="51" y="83"/>
                </a:cubicBezTo>
                <a:cubicBezTo>
                  <a:pt x="49" y="82"/>
                  <a:pt x="49" y="81"/>
                  <a:pt x="49" y="79"/>
                </a:cubicBezTo>
                <a:cubicBezTo>
                  <a:pt x="49" y="67"/>
                  <a:pt x="49" y="67"/>
                  <a:pt x="49" y="67"/>
                </a:cubicBezTo>
                <a:cubicBezTo>
                  <a:pt x="49" y="65"/>
                  <a:pt x="49" y="64"/>
                  <a:pt x="51" y="63"/>
                </a:cubicBezTo>
                <a:cubicBezTo>
                  <a:pt x="52" y="61"/>
                  <a:pt x="53" y="61"/>
                  <a:pt x="55" y="61"/>
                </a:cubicBezTo>
                <a:cubicBezTo>
                  <a:pt x="73" y="61"/>
                  <a:pt x="73" y="61"/>
                  <a:pt x="73" y="61"/>
                </a:cubicBezTo>
                <a:cubicBezTo>
                  <a:pt x="73" y="45"/>
                  <a:pt x="73" y="45"/>
                  <a:pt x="73" y="45"/>
                </a:cubicBezTo>
                <a:cubicBezTo>
                  <a:pt x="69" y="43"/>
                  <a:pt x="66" y="40"/>
                  <a:pt x="64" y="37"/>
                </a:cubicBezTo>
                <a:cubicBezTo>
                  <a:pt x="62" y="33"/>
                  <a:pt x="61" y="29"/>
                  <a:pt x="61" y="24"/>
                </a:cubicBezTo>
                <a:cubicBezTo>
                  <a:pt x="61" y="18"/>
                  <a:pt x="63" y="12"/>
                  <a:pt x="68" y="7"/>
                </a:cubicBezTo>
                <a:cubicBezTo>
                  <a:pt x="73" y="3"/>
                  <a:pt x="78" y="0"/>
                  <a:pt x="85" y="0"/>
                </a:cubicBezTo>
                <a:cubicBezTo>
                  <a:pt x="92" y="0"/>
                  <a:pt x="97" y="3"/>
                  <a:pt x="102" y="7"/>
                </a:cubicBezTo>
                <a:cubicBezTo>
                  <a:pt x="107" y="12"/>
                  <a:pt x="109" y="18"/>
                  <a:pt x="109" y="24"/>
                </a:cubicBezTo>
                <a:cubicBezTo>
                  <a:pt x="109" y="29"/>
                  <a:pt x="108" y="33"/>
                  <a:pt x="106" y="37"/>
                </a:cubicBezTo>
                <a:cubicBezTo>
                  <a:pt x="104" y="40"/>
                  <a:pt x="101" y="43"/>
                  <a:pt x="97" y="45"/>
                </a:cubicBezTo>
                <a:cubicBezTo>
                  <a:pt x="97" y="61"/>
                  <a:pt x="97" y="61"/>
                  <a:pt x="97" y="61"/>
                </a:cubicBezTo>
                <a:cubicBezTo>
                  <a:pt x="115" y="61"/>
                  <a:pt x="115" y="61"/>
                  <a:pt x="115" y="61"/>
                </a:cubicBezTo>
                <a:cubicBezTo>
                  <a:pt x="117" y="61"/>
                  <a:pt x="118" y="61"/>
                  <a:pt x="120" y="63"/>
                </a:cubicBezTo>
                <a:cubicBezTo>
                  <a:pt x="121" y="64"/>
                  <a:pt x="121" y="65"/>
                  <a:pt x="121" y="67"/>
                </a:cubicBezTo>
                <a:cubicBezTo>
                  <a:pt x="121" y="79"/>
                  <a:pt x="121" y="79"/>
                  <a:pt x="121" y="79"/>
                </a:cubicBezTo>
                <a:cubicBezTo>
                  <a:pt x="121" y="81"/>
                  <a:pt x="121" y="82"/>
                  <a:pt x="120" y="83"/>
                </a:cubicBezTo>
                <a:cubicBezTo>
                  <a:pt x="118" y="84"/>
                  <a:pt x="117" y="85"/>
                  <a:pt x="115" y="85"/>
                </a:cubicBezTo>
                <a:cubicBezTo>
                  <a:pt x="97" y="85"/>
                  <a:pt x="97" y="85"/>
                  <a:pt x="97" y="85"/>
                </a:cubicBezTo>
                <a:cubicBezTo>
                  <a:pt x="97" y="146"/>
                  <a:pt x="97" y="146"/>
                  <a:pt x="97" y="146"/>
                </a:cubicBezTo>
                <a:cubicBezTo>
                  <a:pt x="107" y="145"/>
                  <a:pt x="115" y="142"/>
                  <a:pt x="123" y="138"/>
                </a:cubicBezTo>
                <a:cubicBezTo>
                  <a:pt x="131" y="134"/>
                  <a:pt x="137" y="130"/>
                  <a:pt x="141" y="124"/>
                </a:cubicBezTo>
                <a:cubicBezTo>
                  <a:pt x="131" y="114"/>
                  <a:pt x="131" y="114"/>
                  <a:pt x="131" y="114"/>
                </a:cubicBezTo>
                <a:cubicBezTo>
                  <a:pt x="130" y="113"/>
                  <a:pt x="130" y="112"/>
                  <a:pt x="131" y="111"/>
                </a:cubicBezTo>
                <a:cubicBezTo>
                  <a:pt x="131" y="110"/>
                  <a:pt x="132" y="109"/>
                  <a:pt x="134" y="109"/>
                </a:cubicBezTo>
                <a:cubicBezTo>
                  <a:pt x="167" y="109"/>
                  <a:pt x="167" y="109"/>
                  <a:pt x="167" y="109"/>
                </a:cubicBezTo>
                <a:cubicBezTo>
                  <a:pt x="168" y="109"/>
                  <a:pt x="168" y="109"/>
                  <a:pt x="169" y="110"/>
                </a:cubicBezTo>
                <a:cubicBezTo>
                  <a:pt x="170" y="111"/>
                  <a:pt x="170" y="111"/>
                  <a:pt x="170" y="112"/>
                </a:cubicBezTo>
                <a:close/>
                <a:moveTo>
                  <a:pt x="89" y="29"/>
                </a:moveTo>
                <a:cubicBezTo>
                  <a:pt x="91" y="27"/>
                  <a:pt x="91" y="26"/>
                  <a:pt x="91" y="24"/>
                </a:cubicBezTo>
                <a:cubicBezTo>
                  <a:pt x="91" y="23"/>
                  <a:pt x="91" y="21"/>
                  <a:pt x="89" y="20"/>
                </a:cubicBezTo>
                <a:cubicBezTo>
                  <a:pt x="88" y="19"/>
                  <a:pt x="87" y="18"/>
                  <a:pt x="85" y="18"/>
                </a:cubicBezTo>
                <a:cubicBezTo>
                  <a:pt x="83" y="18"/>
                  <a:pt x="82" y="19"/>
                  <a:pt x="81" y="20"/>
                </a:cubicBezTo>
                <a:cubicBezTo>
                  <a:pt x="80" y="21"/>
                  <a:pt x="79" y="23"/>
                  <a:pt x="79" y="24"/>
                </a:cubicBezTo>
                <a:cubicBezTo>
                  <a:pt x="79" y="26"/>
                  <a:pt x="80" y="27"/>
                  <a:pt x="81" y="29"/>
                </a:cubicBezTo>
                <a:cubicBezTo>
                  <a:pt x="82" y="30"/>
                  <a:pt x="83" y="30"/>
                  <a:pt x="85" y="30"/>
                </a:cubicBezTo>
                <a:cubicBezTo>
                  <a:pt x="87" y="30"/>
                  <a:pt x="88" y="30"/>
                  <a:pt x="89" y="2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87" name="Freeform 290"/>
          <p:cNvSpPr>
            <a:spLocks/>
          </p:cNvSpPr>
          <p:nvPr/>
        </p:nvSpPr>
        <p:spPr bwMode="auto">
          <a:xfrm>
            <a:off x="3804160" y="4378801"/>
            <a:ext cx="157761" cy="207464"/>
          </a:xfrm>
          <a:custGeom>
            <a:avLst/>
            <a:gdLst>
              <a:gd name="T0" fmla="*/ 100 w 109"/>
              <a:gd name="T1" fmla="*/ 73 h 145"/>
              <a:gd name="T2" fmla="*/ 106 w 109"/>
              <a:gd name="T3" fmla="*/ 75 h 145"/>
              <a:gd name="T4" fmla="*/ 109 w 109"/>
              <a:gd name="T5" fmla="*/ 82 h 145"/>
              <a:gd name="T6" fmla="*/ 109 w 109"/>
              <a:gd name="T7" fmla="*/ 136 h 145"/>
              <a:gd name="T8" fmla="*/ 106 w 109"/>
              <a:gd name="T9" fmla="*/ 143 h 145"/>
              <a:gd name="T10" fmla="*/ 100 w 109"/>
              <a:gd name="T11" fmla="*/ 145 h 145"/>
              <a:gd name="T12" fmla="*/ 9 w 109"/>
              <a:gd name="T13" fmla="*/ 145 h 145"/>
              <a:gd name="T14" fmla="*/ 3 w 109"/>
              <a:gd name="T15" fmla="*/ 143 h 145"/>
              <a:gd name="T16" fmla="*/ 0 w 109"/>
              <a:gd name="T17" fmla="*/ 136 h 145"/>
              <a:gd name="T18" fmla="*/ 0 w 109"/>
              <a:gd name="T19" fmla="*/ 82 h 145"/>
              <a:gd name="T20" fmla="*/ 3 w 109"/>
              <a:gd name="T21" fmla="*/ 75 h 145"/>
              <a:gd name="T22" fmla="*/ 9 w 109"/>
              <a:gd name="T23" fmla="*/ 73 h 145"/>
              <a:gd name="T24" fmla="*/ 12 w 109"/>
              <a:gd name="T25" fmla="*/ 73 h 145"/>
              <a:gd name="T26" fmla="*/ 12 w 109"/>
              <a:gd name="T27" fmla="*/ 43 h 145"/>
              <a:gd name="T28" fmla="*/ 24 w 109"/>
              <a:gd name="T29" fmla="*/ 13 h 145"/>
              <a:gd name="T30" fmla="*/ 54 w 109"/>
              <a:gd name="T31" fmla="*/ 0 h 145"/>
              <a:gd name="T32" fmla="*/ 84 w 109"/>
              <a:gd name="T33" fmla="*/ 13 h 145"/>
              <a:gd name="T34" fmla="*/ 97 w 109"/>
              <a:gd name="T35" fmla="*/ 43 h 145"/>
              <a:gd name="T36" fmla="*/ 95 w 109"/>
              <a:gd name="T37" fmla="*/ 47 h 145"/>
              <a:gd name="T38" fmla="*/ 91 w 109"/>
              <a:gd name="T39" fmla="*/ 49 h 145"/>
              <a:gd name="T40" fmla="*/ 85 w 109"/>
              <a:gd name="T41" fmla="*/ 49 h 145"/>
              <a:gd name="T42" fmla="*/ 80 w 109"/>
              <a:gd name="T43" fmla="*/ 47 h 145"/>
              <a:gd name="T44" fmla="*/ 79 w 109"/>
              <a:gd name="T45" fmla="*/ 43 h 145"/>
              <a:gd name="T46" fmla="*/ 71 w 109"/>
              <a:gd name="T47" fmla="*/ 25 h 145"/>
              <a:gd name="T48" fmla="*/ 54 w 109"/>
              <a:gd name="T49" fmla="*/ 18 h 145"/>
              <a:gd name="T50" fmla="*/ 37 w 109"/>
              <a:gd name="T51" fmla="*/ 25 h 145"/>
              <a:gd name="T52" fmla="*/ 30 w 109"/>
              <a:gd name="T53" fmla="*/ 43 h 145"/>
              <a:gd name="T54" fmla="*/ 30 w 109"/>
              <a:gd name="T55" fmla="*/ 73 h 145"/>
              <a:gd name="T56" fmla="*/ 100 w 109"/>
              <a:gd name="T57" fmla="*/ 73 h 1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109" h="145">
                <a:moveTo>
                  <a:pt x="100" y="73"/>
                </a:moveTo>
                <a:cubicBezTo>
                  <a:pt x="102" y="73"/>
                  <a:pt x="104" y="74"/>
                  <a:pt x="106" y="75"/>
                </a:cubicBezTo>
                <a:cubicBezTo>
                  <a:pt x="108" y="77"/>
                  <a:pt x="109" y="79"/>
                  <a:pt x="109" y="82"/>
                </a:cubicBezTo>
                <a:cubicBezTo>
                  <a:pt x="109" y="136"/>
                  <a:pt x="109" y="136"/>
                  <a:pt x="109" y="136"/>
                </a:cubicBezTo>
                <a:cubicBezTo>
                  <a:pt x="109" y="139"/>
                  <a:pt x="108" y="141"/>
                  <a:pt x="106" y="143"/>
                </a:cubicBezTo>
                <a:cubicBezTo>
                  <a:pt x="104" y="145"/>
                  <a:pt x="102" y="145"/>
                  <a:pt x="100" y="145"/>
                </a:cubicBezTo>
                <a:cubicBezTo>
                  <a:pt x="9" y="145"/>
                  <a:pt x="9" y="145"/>
                  <a:pt x="9" y="145"/>
                </a:cubicBezTo>
                <a:cubicBezTo>
                  <a:pt x="6" y="145"/>
                  <a:pt x="4" y="145"/>
                  <a:pt x="3" y="143"/>
                </a:cubicBezTo>
                <a:cubicBezTo>
                  <a:pt x="1" y="141"/>
                  <a:pt x="0" y="139"/>
                  <a:pt x="0" y="136"/>
                </a:cubicBezTo>
                <a:cubicBezTo>
                  <a:pt x="0" y="82"/>
                  <a:pt x="0" y="82"/>
                  <a:pt x="0" y="82"/>
                </a:cubicBezTo>
                <a:cubicBezTo>
                  <a:pt x="0" y="79"/>
                  <a:pt x="1" y="77"/>
                  <a:pt x="3" y="75"/>
                </a:cubicBezTo>
                <a:cubicBezTo>
                  <a:pt x="4" y="74"/>
                  <a:pt x="6" y="73"/>
                  <a:pt x="9" y="73"/>
                </a:cubicBezTo>
                <a:cubicBezTo>
                  <a:pt x="12" y="73"/>
                  <a:pt x="12" y="73"/>
                  <a:pt x="12" y="73"/>
                </a:cubicBezTo>
                <a:cubicBezTo>
                  <a:pt x="12" y="43"/>
                  <a:pt x="12" y="43"/>
                  <a:pt x="12" y="43"/>
                </a:cubicBezTo>
                <a:cubicBezTo>
                  <a:pt x="12" y="31"/>
                  <a:pt x="16" y="21"/>
                  <a:pt x="24" y="13"/>
                </a:cubicBezTo>
                <a:cubicBezTo>
                  <a:pt x="33" y="4"/>
                  <a:pt x="43" y="0"/>
                  <a:pt x="54" y="0"/>
                </a:cubicBezTo>
                <a:cubicBezTo>
                  <a:pt x="66" y="0"/>
                  <a:pt x="76" y="4"/>
                  <a:pt x="84" y="13"/>
                </a:cubicBezTo>
                <a:cubicBezTo>
                  <a:pt x="93" y="21"/>
                  <a:pt x="97" y="31"/>
                  <a:pt x="97" y="43"/>
                </a:cubicBezTo>
                <a:cubicBezTo>
                  <a:pt x="97" y="44"/>
                  <a:pt x="96" y="46"/>
                  <a:pt x="95" y="47"/>
                </a:cubicBezTo>
                <a:cubicBezTo>
                  <a:pt x="94" y="48"/>
                  <a:pt x="92" y="49"/>
                  <a:pt x="91" y="49"/>
                </a:cubicBezTo>
                <a:cubicBezTo>
                  <a:pt x="85" y="49"/>
                  <a:pt x="85" y="49"/>
                  <a:pt x="85" y="49"/>
                </a:cubicBezTo>
                <a:cubicBezTo>
                  <a:pt x="83" y="49"/>
                  <a:pt x="82" y="48"/>
                  <a:pt x="80" y="47"/>
                </a:cubicBezTo>
                <a:cubicBezTo>
                  <a:pt x="79" y="46"/>
                  <a:pt x="79" y="44"/>
                  <a:pt x="79" y="43"/>
                </a:cubicBezTo>
                <a:cubicBezTo>
                  <a:pt x="79" y="36"/>
                  <a:pt x="76" y="30"/>
                  <a:pt x="71" y="25"/>
                </a:cubicBezTo>
                <a:cubicBezTo>
                  <a:pt x="67" y="21"/>
                  <a:pt x="61" y="18"/>
                  <a:pt x="54" y="18"/>
                </a:cubicBezTo>
                <a:cubicBezTo>
                  <a:pt x="48" y="18"/>
                  <a:pt x="42" y="21"/>
                  <a:pt x="37" y="25"/>
                </a:cubicBezTo>
                <a:cubicBezTo>
                  <a:pt x="33" y="30"/>
                  <a:pt x="30" y="36"/>
                  <a:pt x="30" y="43"/>
                </a:cubicBezTo>
                <a:cubicBezTo>
                  <a:pt x="30" y="73"/>
                  <a:pt x="30" y="73"/>
                  <a:pt x="30" y="73"/>
                </a:cubicBezTo>
                <a:lnTo>
                  <a:pt x="100" y="73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88" name="Freeform 291"/>
          <p:cNvSpPr>
            <a:spLocks noEditPoints="1"/>
          </p:cNvSpPr>
          <p:nvPr/>
        </p:nvSpPr>
        <p:spPr bwMode="auto">
          <a:xfrm>
            <a:off x="4022428" y="4396089"/>
            <a:ext cx="207464" cy="209627"/>
          </a:xfrm>
          <a:custGeom>
            <a:avLst/>
            <a:gdLst>
              <a:gd name="T0" fmla="*/ 135 w 145"/>
              <a:gd name="T1" fmla="*/ 36 h 146"/>
              <a:gd name="T2" fmla="*/ 145 w 145"/>
              <a:gd name="T3" fmla="*/ 73 h 146"/>
              <a:gd name="T4" fmla="*/ 135 w 145"/>
              <a:gd name="T5" fmla="*/ 109 h 146"/>
              <a:gd name="T6" fmla="*/ 109 w 145"/>
              <a:gd name="T7" fmla="*/ 136 h 146"/>
              <a:gd name="T8" fmla="*/ 73 w 145"/>
              <a:gd name="T9" fmla="*/ 146 h 146"/>
              <a:gd name="T10" fmla="*/ 36 w 145"/>
              <a:gd name="T11" fmla="*/ 136 h 146"/>
              <a:gd name="T12" fmla="*/ 10 w 145"/>
              <a:gd name="T13" fmla="*/ 109 h 146"/>
              <a:gd name="T14" fmla="*/ 0 w 145"/>
              <a:gd name="T15" fmla="*/ 73 h 146"/>
              <a:gd name="T16" fmla="*/ 10 w 145"/>
              <a:gd name="T17" fmla="*/ 36 h 146"/>
              <a:gd name="T18" fmla="*/ 36 w 145"/>
              <a:gd name="T19" fmla="*/ 10 h 146"/>
              <a:gd name="T20" fmla="*/ 73 w 145"/>
              <a:gd name="T21" fmla="*/ 0 h 146"/>
              <a:gd name="T22" fmla="*/ 109 w 145"/>
              <a:gd name="T23" fmla="*/ 10 h 146"/>
              <a:gd name="T24" fmla="*/ 135 w 145"/>
              <a:gd name="T25" fmla="*/ 36 h 146"/>
              <a:gd name="T26" fmla="*/ 128 w 145"/>
              <a:gd name="T27" fmla="*/ 96 h 146"/>
              <a:gd name="T28" fmla="*/ 133 w 145"/>
              <a:gd name="T29" fmla="*/ 73 h 146"/>
              <a:gd name="T30" fmla="*/ 128 w 145"/>
              <a:gd name="T31" fmla="*/ 49 h 146"/>
              <a:gd name="T32" fmla="*/ 115 w 145"/>
              <a:gd name="T33" fmla="*/ 30 h 146"/>
              <a:gd name="T34" fmla="*/ 96 w 145"/>
              <a:gd name="T35" fmla="*/ 17 h 146"/>
              <a:gd name="T36" fmla="*/ 73 w 145"/>
              <a:gd name="T37" fmla="*/ 12 h 146"/>
              <a:gd name="T38" fmla="*/ 49 w 145"/>
              <a:gd name="T39" fmla="*/ 17 h 146"/>
              <a:gd name="T40" fmla="*/ 30 w 145"/>
              <a:gd name="T41" fmla="*/ 30 h 146"/>
              <a:gd name="T42" fmla="*/ 17 w 145"/>
              <a:gd name="T43" fmla="*/ 49 h 146"/>
              <a:gd name="T44" fmla="*/ 12 w 145"/>
              <a:gd name="T45" fmla="*/ 73 h 146"/>
              <a:gd name="T46" fmla="*/ 17 w 145"/>
              <a:gd name="T47" fmla="*/ 96 h 146"/>
              <a:gd name="T48" fmla="*/ 30 w 145"/>
              <a:gd name="T49" fmla="*/ 116 h 146"/>
              <a:gd name="T50" fmla="*/ 49 w 145"/>
              <a:gd name="T51" fmla="*/ 129 h 146"/>
              <a:gd name="T52" fmla="*/ 73 w 145"/>
              <a:gd name="T53" fmla="*/ 133 h 146"/>
              <a:gd name="T54" fmla="*/ 96 w 145"/>
              <a:gd name="T55" fmla="*/ 129 h 146"/>
              <a:gd name="T56" fmla="*/ 115 w 145"/>
              <a:gd name="T57" fmla="*/ 116 h 146"/>
              <a:gd name="T58" fmla="*/ 128 w 145"/>
              <a:gd name="T59" fmla="*/ 96 h 146"/>
              <a:gd name="T60" fmla="*/ 107 w 145"/>
              <a:gd name="T61" fmla="*/ 39 h 146"/>
              <a:gd name="T62" fmla="*/ 121 w 145"/>
              <a:gd name="T63" fmla="*/ 73 h 146"/>
              <a:gd name="T64" fmla="*/ 107 w 145"/>
              <a:gd name="T65" fmla="*/ 107 h 146"/>
              <a:gd name="T66" fmla="*/ 73 w 145"/>
              <a:gd name="T67" fmla="*/ 121 h 146"/>
              <a:gd name="T68" fmla="*/ 38 w 145"/>
              <a:gd name="T69" fmla="*/ 107 h 146"/>
              <a:gd name="T70" fmla="*/ 24 w 145"/>
              <a:gd name="T71" fmla="*/ 73 h 146"/>
              <a:gd name="T72" fmla="*/ 38 w 145"/>
              <a:gd name="T73" fmla="*/ 39 h 146"/>
              <a:gd name="T74" fmla="*/ 73 w 145"/>
              <a:gd name="T75" fmla="*/ 25 h 146"/>
              <a:gd name="T76" fmla="*/ 107 w 145"/>
              <a:gd name="T77" fmla="*/ 39 h 146"/>
              <a:gd name="T78" fmla="*/ 98 w 145"/>
              <a:gd name="T79" fmla="*/ 99 h 146"/>
              <a:gd name="T80" fmla="*/ 109 w 145"/>
              <a:gd name="T81" fmla="*/ 73 h 146"/>
              <a:gd name="T82" fmla="*/ 98 w 145"/>
              <a:gd name="T83" fmla="*/ 47 h 146"/>
              <a:gd name="T84" fmla="*/ 73 w 145"/>
              <a:gd name="T85" fmla="*/ 37 h 146"/>
              <a:gd name="T86" fmla="*/ 47 w 145"/>
              <a:gd name="T87" fmla="*/ 47 h 146"/>
              <a:gd name="T88" fmla="*/ 36 w 145"/>
              <a:gd name="T89" fmla="*/ 73 h 146"/>
              <a:gd name="T90" fmla="*/ 47 w 145"/>
              <a:gd name="T91" fmla="*/ 99 h 146"/>
              <a:gd name="T92" fmla="*/ 73 w 145"/>
              <a:gd name="T93" fmla="*/ 109 h 146"/>
              <a:gd name="T94" fmla="*/ 98 w 145"/>
              <a:gd name="T95" fmla="*/ 99 h 146"/>
              <a:gd name="T96" fmla="*/ 90 w 145"/>
              <a:gd name="T97" fmla="*/ 56 h 146"/>
              <a:gd name="T98" fmla="*/ 97 w 145"/>
              <a:gd name="T99" fmla="*/ 73 h 146"/>
              <a:gd name="T100" fmla="*/ 90 w 145"/>
              <a:gd name="T101" fmla="*/ 90 h 146"/>
              <a:gd name="T102" fmla="*/ 73 w 145"/>
              <a:gd name="T103" fmla="*/ 97 h 146"/>
              <a:gd name="T104" fmla="*/ 55 w 145"/>
              <a:gd name="T105" fmla="*/ 90 h 146"/>
              <a:gd name="T106" fmla="*/ 48 w 145"/>
              <a:gd name="T107" fmla="*/ 73 h 146"/>
              <a:gd name="T108" fmla="*/ 55 w 145"/>
              <a:gd name="T109" fmla="*/ 56 h 146"/>
              <a:gd name="T110" fmla="*/ 73 w 145"/>
              <a:gd name="T111" fmla="*/ 49 h 146"/>
              <a:gd name="T112" fmla="*/ 90 w 145"/>
              <a:gd name="T113" fmla="*/ 56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45" h="146">
                <a:moveTo>
                  <a:pt x="135" y="36"/>
                </a:moveTo>
                <a:cubicBezTo>
                  <a:pt x="142" y="48"/>
                  <a:pt x="145" y="60"/>
                  <a:pt x="145" y="73"/>
                </a:cubicBezTo>
                <a:cubicBezTo>
                  <a:pt x="145" y="86"/>
                  <a:pt x="142" y="98"/>
                  <a:pt x="135" y="109"/>
                </a:cubicBezTo>
                <a:cubicBezTo>
                  <a:pt x="129" y="120"/>
                  <a:pt x="120" y="129"/>
                  <a:pt x="109" y="136"/>
                </a:cubicBezTo>
                <a:cubicBezTo>
                  <a:pt x="98" y="142"/>
                  <a:pt x="86" y="146"/>
                  <a:pt x="73" y="146"/>
                </a:cubicBezTo>
                <a:cubicBezTo>
                  <a:pt x="59" y="146"/>
                  <a:pt x="47" y="142"/>
                  <a:pt x="36" y="136"/>
                </a:cubicBezTo>
                <a:cubicBezTo>
                  <a:pt x="25" y="129"/>
                  <a:pt x="16" y="120"/>
                  <a:pt x="10" y="109"/>
                </a:cubicBezTo>
                <a:cubicBezTo>
                  <a:pt x="3" y="98"/>
                  <a:pt x="0" y="86"/>
                  <a:pt x="0" y="73"/>
                </a:cubicBezTo>
                <a:cubicBezTo>
                  <a:pt x="0" y="60"/>
                  <a:pt x="3" y="48"/>
                  <a:pt x="10" y="36"/>
                </a:cubicBezTo>
                <a:cubicBezTo>
                  <a:pt x="16" y="25"/>
                  <a:pt x="25" y="17"/>
                  <a:pt x="36" y="10"/>
                </a:cubicBezTo>
                <a:cubicBezTo>
                  <a:pt x="47" y="4"/>
                  <a:pt x="59" y="0"/>
                  <a:pt x="73" y="0"/>
                </a:cubicBezTo>
                <a:cubicBezTo>
                  <a:pt x="86" y="0"/>
                  <a:pt x="98" y="4"/>
                  <a:pt x="109" y="10"/>
                </a:cubicBezTo>
                <a:cubicBezTo>
                  <a:pt x="120" y="17"/>
                  <a:pt x="129" y="25"/>
                  <a:pt x="135" y="36"/>
                </a:cubicBezTo>
                <a:close/>
                <a:moveTo>
                  <a:pt x="128" y="96"/>
                </a:moveTo>
                <a:cubicBezTo>
                  <a:pt x="131" y="89"/>
                  <a:pt x="133" y="81"/>
                  <a:pt x="133" y="73"/>
                </a:cubicBezTo>
                <a:cubicBezTo>
                  <a:pt x="133" y="65"/>
                  <a:pt x="131" y="57"/>
                  <a:pt x="128" y="49"/>
                </a:cubicBezTo>
                <a:cubicBezTo>
                  <a:pt x="125" y="42"/>
                  <a:pt x="121" y="36"/>
                  <a:pt x="115" y="30"/>
                </a:cubicBezTo>
                <a:cubicBezTo>
                  <a:pt x="110" y="25"/>
                  <a:pt x="104" y="20"/>
                  <a:pt x="96" y="17"/>
                </a:cubicBezTo>
                <a:cubicBezTo>
                  <a:pt x="89" y="14"/>
                  <a:pt x="81" y="12"/>
                  <a:pt x="73" y="12"/>
                </a:cubicBezTo>
                <a:cubicBezTo>
                  <a:pt x="64" y="12"/>
                  <a:pt x="57" y="14"/>
                  <a:pt x="49" y="17"/>
                </a:cubicBezTo>
                <a:cubicBezTo>
                  <a:pt x="42" y="20"/>
                  <a:pt x="35" y="25"/>
                  <a:pt x="30" y="30"/>
                </a:cubicBezTo>
                <a:cubicBezTo>
                  <a:pt x="24" y="36"/>
                  <a:pt x="20" y="42"/>
                  <a:pt x="17" y="49"/>
                </a:cubicBezTo>
                <a:cubicBezTo>
                  <a:pt x="14" y="57"/>
                  <a:pt x="12" y="65"/>
                  <a:pt x="12" y="73"/>
                </a:cubicBezTo>
                <a:cubicBezTo>
                  <a:pt x="12" y="81"/>
                  <a:pt x="14" y="89"/>
                  <a:pt x="17" y="96"/>
                </a:cubicBezTo>
                <a:cubicBezTo>
                  <a:pt x="20" y="104"/>
                  <a:pt x="24" y="110"/>
                  <a:pt x="30" y="116"/>
                </a:cubicBezTo>
                <a:cubicBezTo>
                  <a:pt x="35" y="121"/>
                  <a:pt x="42" y="125"/>
                  <a:pt x="49" y="129"/>
                </a:cubicBezTo>
                <a:cubicBezTo>
                  <a:pt x="57" y="132"/>
                  <a:pt x="64" y="133"/>
                  <a:pt x="73" y="133"/>
                </a:cubicBezTo>
                <a:cubicBezTo>
                  <a:pt x="81" y="133"/>
                  <a:pt x="89" y="132"/>
                  <a:pt x="96" y="129"/>
                </a:cubicBezTo>
                <a:cubicBezTo>
                  <a:pt x="104" y="125"/>
                  <a:pt x="110" y="121"/>
                  <a:pt x="115" y="116"/>
                </a:cubicBezTo>
                <a:cubicBezTo>
                  <a:pt x="121" y="110"/>
                  <a:pt x="125" y="104"/>
                  <a:pt x="128" y="96"/>
                </a:cubicBezTo>
                <a:close/>
                <a:moveTo>
                  <a:pt x="107" y="39"/>
                </a:moveTo>
                <a:cubicBezTo>
                  <a:pt x="116" y="48"/>
                  <a:pt x="121" y="60"/>
                  <a:pt x="121" y="73"/>
                </a:cubicBezTo>
                <a:cubicBezTo>
                  <a:pt x="121" y="86"/>
                  <a:pt x="116" y="98"/>
                  <a:pt x="107" y="107"/>
                </a:cubicBezTo>
                <a:cubicBezTo>
                  <a:pt x="97" y="117"/>
                  <a:pt x="86" y="121"/>
                  <a:pt x="73" y="121"/>
                </a:cubicBezTo>
                <a:cubicBezTo>
                  <a:pt x="59" y="121"/>
                  <a:pt x="48" y="117"/>
                  <a:pt x="38" y="107"/>
                </a:cubicBezTo>
                <a:cubicBezTo>
                  <a:pt x="29" y="98"/>
                  <a:pt x="24" y="86"/>
                  <a:pt x="24" y="73"/>
                </a:cubicBezTo>
                <a:cubicBezTo>
                  <a:pt x="24" y="60"/>
                  <a:pt x="29" y="48"/>
                  <a:pt x="38" y="39"/>
                </a:cubicBezTo>
                <a:cubicBezTo>
                  <a:pt x="48" y="29"/>
                  <a:pt x="59" y="25"/>
                  <a:pt x="73" y="25"/>
                </a:cubicBezTo>
                <a:cubicBezTo>
                  <a:pt x="86" y="25"/>
                  <a:pt x="97" y="29"/>
                  <a:pt x="107" y="39"/>
                </a:cubicBezTo>
                <a:close/>
                <a:moveTo>
                  <a:pt x="98" y="99"/>
                </a:moveTo>
                <a:cubicBezTo>
                  <a:pt x="105" y="91"/>
                  <a:pt x="109" y="83"/>
                  <a:pt x="109" y="73"/>
                </a:cubicBezTo>
                <a:cubicBezTo>
                  <a:pt x="109" y="63"/>
                  <a:pt x="105" y="54"/>
                  <a:pt x="98" y="47"/>
                </a:cubicBezTo>
                <a:cubicBezTo>
                  <a:pt x="91" y="40"/>
                  <a:pt x="83" y="37"/>
                  <a:pt x="73" y="37"/>
                </a:cubicBezTo>
                <a:cubicBezTo>
                  <a:pt x="63" y="37"/>
                  <a:pt x="54" y="40"/>
                  <a:pt x="47" y="47"/>
                </a:cubicBezTo>
                <a:cubicBezTo>
                  <a:pt x="40" y="54"/>
                  <a:pt x="36" y="63"/>
                  <a:pt x="36" y="73"/>
                </a:cubicBezTo>
                <a:cubicBezTo>
                  <a:pt x="36" y="83"/>
                  <a:pt x="40" y="91"/>
                  <a:pt x="47" y="99"/>
                </a:cubicBezTo>
                <a:cubicBezTo>
                  <a:pt x="54" y="106"/>
                  <a:pt x="63" y="109"/>
                  <a:pt x="73" y="109"/>
                </a:cubicBezTo>
                <a:cubicBezTo>
                  <a:pt x="83" y="109"/>
                  <a:pt x="91" y="106"/>
                  <a:pt x="98" y="99"/>
                </a:cubicBezTo>
                <a:close/>
                <a:moveTo>
                  <a:pt x="90" y="56"/>
                </a:moveTo>
                <a:cubicBezTo>
                  <a:pt x="94" y="61"/>
                  <a:pt x="97" y="66"/>
                  <a:pt x="97" y="73"/>
                </a:cubicBezTo>
                <a:cubicBezTo>
                  <a:pt x="97" y="80"/>
                  <a:pt x="94" y="85"/>
                  <a:pt x="90" y="90"/>
                </a:cubicBezTo>
                <a:cubicBezTo>
                  <a:pt x="85" y="95"/>
                  <a:pt x="79" y="97"/>
                  <a:pt x="73" y="97"/>
                </a:cubicBezTo>
                <a:cubicBezTo>
                  <a:pt x="66" y="97"/>
                  <a:pt x="60" y="95"/>
                  <a:pt x="55" y="90"/>
                </a:cubicBezTo>
                <a:cubicBezTo>
                  <a:pt x="51" y="85"/>
                  <a:pt x="48" y="80"/>
                  <a:pt x="48" y="73"/>
                </a:cubicBezTo>
                <a:cubicBezTo>
                  <a:pt x="48" y="66"/>
                  <a:pt x="51" y="61"/>
                  <a:pt x="55" y="56"/>
                </a:cubicBezTo>
                <a:cubicBezTo>
                  <a:pt x="60" y="51"/>
                  <a:pt x="66" y="49"/>
                  <a:pt x="73" y="49"/>
                </a:cubicBezTo>
                <a:cubicBezTo>
                  <a:pt x="79" y="49"/>
                  <a:pt x="85" y="51"/>
                  <a:pt x="90" y="56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89" name="Freeform 292"/>
          <p:cNvSpPr>
            <a:spLocks noEditPoints="1"/>
          </p:cNvSpPr>
          <p:nvPr/>
        </p:nvSpPr>
        <p:spPr bwMode="auto">
          <a:xfrm>
            <a:off x="4292567" y="4467407"/>
            <a:ext cx="190176" cy="49707"/>
          </a:xfrm>
          <a:custGeom>
            <a:avLst/>
            <a:gdLst>
              <a:gd name="T0" fmla="*/ 37 w 133"/>
              <a:gd name="T1" fmla="*/ 9 h 36"/>
              <a:gd name="T2" fmla="*/ 37 w 133"/>
              <a:gd name="T3" fmla="*/ 27 h 36"/>
              <a:gd name="T4" fmla="*/ 34 w 133"/>
              <a:gd name="T5" fmla="*/ 33 h 36"/>
              <a:gd name="T6" fmla="*/ 27 w 133"/>
              <a:gd name="T7" fmla="*/ 36 h 36"/>
              <a:gd name="T8" fmla="*/ 9 w 133"/>
              <a:gd name="T9" fmla="*/ 36 h 36"/>
              <a:gd name="T10" fmla="*/ 3 w 133"/>
              <a:gd name="T11" fmla="*/ 33 h 36"/>
              <a:gd name="T12" fmla="*/ 0 w 133"/>
              <a:gd name="T13" fmla="*/ 27 h 36"/>
              <a:gd name="T14" fmla="*/ 0 w 133"/>
              <a:gd name="T15" fmla="*/ 9 h 36"/>
              <a:gd name="T16" fmla="*/ 3 w 133"/>
              <a:gd name="T17" fmla="*/ 2 h 36"/>
              <a:gd name="T18" fmla="*/ 9 w 133"/>
              <a:gd name="T19" fmla="*/ 0 h 36"/>
              <a:gd name="T20" fmla="*/ 27 w 133"/>
              <a:gd name="T21" fmla="*/ 0 h 36"/>
              <a:gd name="T22" fmla="*/ 34 w 133"/>
              <a:gd name="T23" fmla="*/ 2 h 36"/>
              <a:gd name="T24" fmla="*/ 37 w 133"/>
              <a:gd name="T25" fmla="*/ 9 h 36"/>
              <a:gd name="T26" fmla="*/ 85 w 133"/>
              <a:gd name="T27" fmla="*/ 9 h 36"/>
              <a:gd name="T28" fmla="*/ 85 w 133"/>
              <a:gd name="T29" fmla="*/ 27 h 36"/>
              <a:gd name="T30" fmla="*/ 82 w 133"/>
              <a:gd name="T31" fmla="*/ 33 h 36"/>
              <a:gd name="T32" fmla="*/ 76 w 133"/>
              <a:gd name="T33" fmla="*/ 36 h 36"/>
              <a:gd name="T34" fmla="*/ 58 w 133"/>
              <a:gd name="T35" fmla="*/ 36 h 36"/>
              <a:gd name="T36" fmla="*/ 51 w 133"/>
              <a:gd name="T37" fmla="*/ 33 h 36"/>
              <a:gd name="T38" fmla="*/ 49 w 133"/>
              <a:gd name="T39" fmla="*/ 27 h 36"/>
              <a:gd name="T40" fmla="*/ 49 w 133"/>
              <a:gd name="T41" fmla="*/ 9 h 36"/>
              <a:gd name="T42" fmla="*/ 51 w 133"/>
              <a:gd name="T43" fmla="*/ 2 h 36"/>
              <a:gd name="T44" fmla="*/ 58 w 133"/>
              <a:gd name="T45" fmla="*/ 0 h 36"/>
              <a:gd name="T46" fmla="*/ 76 w 133"/>
              <a:gd name="T47" fmla="*/ 0 h 36"/>
              <a:gd name="T48" fmla="*/ 82 w 133"/>
              <a:gd name="T49" fmla="*/ 2 h 36"/>
              <a:gd name="T50" fmla="*/ 85 w 133"/>
              <a:gd name="T51" fmla="*/ 9 h 36"/>
              <a:gd name="T52" fmla="*/ 133 w 133"/>
              <a:gd name="T53" fmla="*/ 9 h 36"/>
              <a:gd name="T54" fmla="*/ 133 w 133"/>
              <a:gd name="T55" fmla="*/ 27 h 36"/>
              <a:gd name="T56" fmla="*/ 131 w 133"/>
              <a:gd name="T57" fmla="*/ 33 h 36"/>
              <a:gd name="T58" fmla="*/ 124 w 133"/>
              <a:gd name="T59" fmla="*/ 36 h 36"/>
              <a:gd name="T60" fmla="*/ 106 w 133"/>
              <a:gd name="T61" fmla="*/ 36 h 36"/>
              <a:gd name="T62" fmla="*/ 100 w 133"/>
              <a:gd name="T63" fmla="*/ 33 h 36"/>
              <a:gd name="T64" fmla="*/ 97 w 133"/>
              <a:gd name="T65" fmla="*/ 27 h 36"/>
              <a:gd name="T66" fmla="*/ 97 w 133"/>
              <a:gd name="T67" fmla="*/ 9 h 36"/>
              <a:gd name="T68" fmla="*/ 100 w 133"/>
              <a:gd name="T69" fmla="*/ 2 h 36"/>
              <a:gd name="T70" fmla="*/ 106 w 133"/>
              <a:gd name="T71" fmla="*/ 0 h 36"/>
              <a:gd name="T72" fmla="*/ 124 w 133"/>
              <a:gd name="T73" fmla="*/ 0 h 36"/>
              <a:gd name="T74" fmla="*/ 131 w 133"/>
              <a:gd name="T75" fmla="*/ 2 h 36"/>
              <a:gd name="T76" fmla="*/ 133 w 133"/>
              <a:gd name="T77" fmla="*/ 9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33" h="36">
                <a:moveTo>
                  <a:pt x="37" y="9"/>
                </a:moveTo>
                <a:cubicBezTo>
                  <a:pt x="37" y="27"/>
                  <a:pt x="37" y="27"/>
                  <a:pt x="37" y="27"/>
                </a:cubicBezTo>
                <a:cubicBezTo>
                  <a:pt x="37" y="29"/>
                  <a:pt x="36" y="32"/>
                  <a:pt x="34" y="33"/>
                </a:cubicBezTo>
                <a:cubicBezTo>
                  <a:pt x="32" y="35"/>
                  <a:pt x="30" y="36"/>
                  <a:pt x="27" y="36"/>
                </a:cubicBezTo>
                <a:cubicBezTo>
                  <a:pt x="9" y="36"/>
                  <a:pt x="9" y="36"/>
                  <a:pt x="9" y="36"/>
                </a:cubicBezTo>
                <a:cubicBezTo>
                  <a:pt x="7" y="36"/>
                  <a:pt x="5" y="35"/>
                  <a:pt x="3" y="33"/>
                </a:cubicBezTo>
                <a:cubicBezTo>
                  <a:pt x="1" y="32"/>
                  <a:pt x="0" y="29"/>
                  <a:pt x="0" y="27"/>
                </a:cubicBezTo>
                <a:cubicBezTo>
                  <a:pt x="0" y="9"/>
                  <a:pt x="0" y="9"/>
                  <a:pt x="0" y="9"/>
                </a:cubicBezTo>
                <a:cubicBezTo>
                  <a:pt x="0" y="6"/>
                  <a:pt x="1" y="4"/>
                  <a:pt x="3" y="2"/>
                </a:cubicBezTo>
                <a:cubicBezTo>
                  <a:pt x="5" y="1"/>
                  <a:pt x="7" y="0"/>
                  <a:pt x="9" y="0"/>
                </a:cubicBezTo>
                <a:cubicBezTo>
                  <a:pt x="27" y="0"/>
                  <a:pt x="27" y="0"/>
                  <a:pt x="27" y="0"/>
                </a:cubicBezTo>
                <a:cubicBezTo>
                  <a:pt x="30" y="0"/>
                  <a:pt x="32" y="1"/>
                  <a:pt x="34" y="2"/>
                </a:cubicBezTo>
                <a:cubicBezTo>
                  <a:pt x="36" y="4"/>
                  <a:pt x="37" y="6"/>
                  <a:pt x="37" y="9"/>
                </a:cubicBezTo>
                <a:close/>
                <a:moveTo>
                  <a:pt x="85" y="9"/>
                </a:moveTo>
                <a:cubicBezTo>
                  <a:pt x="85" y="27"/>
                  <a:pt x="85" y="27"/>
                  <a:pt x="85" y="27"/>
                </a:cubicBezTo>
                <a:cubicBezTo>
                  <a:pt x="85" y="29"/>
                  <a:pt x="84" y="32"/>
                  <a:pt x="82" y="33"/>
                </a:cubicBezTo>
                <a:cubicBezTo>
                  <a:pt x="81" y="35"/>
                  <a:pt x="78" y="36"/>
                  <a:pt x="76" y="36"/>
                </a:cubicBezTo>
                <a:cubicBezTo>
                  <a:pt x="58" y="36"/>
                  <a:pt x="58" y="36"/>
                  <a:pt x="58" y="36"/>
                </a:cubicBezTo>
                <a:cubicBezTo>
                  <a:pt x="55" y="36"/>
                  <a:pt x="53" y="35"/>
                  <a:pt x="51" y="33"/>
                </a:cubicBezTo>
                <a:cubicBezTo>
                  <a:pt x="50" y="32"/>
                  <a:pt x="49" y="29"/>
                  <a:pt x="49" y="27"/>
                </a:cubicBezTo>
                <a:cubicBezTo>
                  <a:pt x="49" y="9"/>
                  <a:pt x="49" y="9"/>
                  <a:pt x="49" y="9"/>
                </a:cubicBezTo>
                <a:cubicBezTo>
                  <a:pt x="49" y="6"/>
                  <a:pt x="50" y="4"/>
                  <a:pt x="51" y="2"/>
                </a:cubicBezTo>
                <a:cubicBezTo>
                  <a:pt x="53" y="1"/>
                  <a:pt x="55" y="0"/>
                  <a:pt x="58" y="0"/>
                </a:cubicBezTo>
                <a:cubicBezTo>
                  <a:pt x="76" y="0"/>
                  <a:pt x="76" y="0"/>
                  <a:pt x="76" y="0"/>
                </a:cubicBezTo>
                <a:cubicBezTo>
                  <a:pt x="78" y="0"/>
                  <a:pt x="81" y="1"/>
                  <a:pt x="82" y="2"/>
                </a:cubicBezTo>
                <a:cubicBezTo>
                  <a:pt x="84" y="4"/>
                  <a:pt x="85" y="6"/>
                  <a:pt x="85" y="9"/>
                </a:cubicBezTo>
                <a:close/>
                <a:moveTo>
                  <a:pt x="133" y="9"/>
                </a:moveTo>
                <a:cubicBezTo>
                  <a:pt x="133" y="27"/>
                  <a:pt x="133" y="27"/>
                  <a:pt x="133" y="27"/>
                </a:cubicBezTo>
                <a:cubicBezTo>
                  <a:pt x="133" y="29"/>
                  <a:pt x="132" y="32"/>
                  <a:pt x="131" y="33"/>
                </a:cubicBezTo>
                <a:cubicBezTo>
                  <a:pt x="129" y="35"/>
                  <a:pt x="127" y="36"/>
                  <a:pt x="124" y="36"/>
                </a:cubicBezTo>
                <a:cubicBezTo>
                  <a:pt x="106" y="36"/>
                  <a:pt x="106" y="36"/>
                  <a:pt x="106" y="36"/>
                </a:cubicBezTo>
                <a:cubicBezTo>
                  <a:pt x="104" y="36"/>
                  <a:pt x="101" y="35"/>
                  <a:pt x="100" y="33"/>
                </a:cubicBezTo>
                <a:cubicBezTo>
                  <a:pt x="98" y="32"/>
                  <a:pt x="97" y="29"/>
                  <a:pt x="97" y="27"/>
                </a:cubicBezTo>
                <a:cubicBezTo>
                  <a:pt x="97" y="9"/>
                  <a:pt x="97" y="9"/>
                  <a:pt x="97" y="9"/>
                </a:cubicBezTo>
                <a:cubicBezTo>
                  <a:pt x="97" y="6"/>
                  <a:pt x="98" y="4"/>
                  <a:pt x="100" y="2"/>
                </a:cubicBezTo>
                <a:cubicBezTo>
                  <a:pt x="101" y="1"/>
                  <a:pt x="104" y="0"/>
                  <a:pt x="106" y="0"/>
                </a:cubicBezTo>
                <a:cubicBezTo>
                  <a:pt x="124" y="0"/>
                  <a:pt x="124" y="0"/>
                  <a:pt x="124" y="0"/>
                </a:cubicBezTo>
                <a:cubicBezTo>
                  <a:pt x="127" y="0"/>
                  <a:pt x="129" y="1"/>
                  <a:pt x="131" y="2"/>
                </a:cubicBezTo>
                <a:cubicBezTo>
                  <a:pt x="132" y="4"/>
                  <a:pt x="133" y="6"/>
                  <a:pt x="133" y="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90" name="Freeform 293"/>
          <p:cNvSpPr>
            <a:spLocks noEditPoints="1"/>
          </p:cNvSpPr>
          <p:nvPr/>
        </p:nvSpPr>
        <p:spPr bwMode="auto">
          <a:xfrm>
            <a:off x="4543254" y="4396089"/>
            <a:ext cx="54028" cy="190176"/>
          </a:xfrm>
          <a:custGeom>
            <a:avLst/>
            <a:gdLst>
              <a:gd name="T0" fmla="*/ 37 w 37"/>
              <a:gd name="T1" fmla="*/ 9 h 133"/>
              <a:gd name="T2" fmla="*/ 37 w 37"/>
              <a:gd name="T3" fmla="*/ 28 h 133"/>
              <a:gd name="T4" fmla="*/ 34 w 37"/>
              <a:gd name="T5" fmla="*/ 34 h 133"/>
              <a:gd name="T6" fmla="*/ 28 w 37"/>
              <a:gd name="T7" fmla="*/ 37 h 133"/>
              <a:gd name="T8" fmla="*/ 10 w 37"/>
              <a:gd name="T9" fmla="*/ 37 h 133"/>
              <a:gd name="T10" fmla="*/ 3 w 37"/>
              <a:gd name="T11" fmla="*/ 34 h 133"/>
              <a:gd name="T12" fmla="*/ 0 w 37"/>
              <a:gd name="T13" fmla="*/ 28 h 133"/>
              <a:gd name="T14" fmla="*/ 0 w 37"/>
              <a:gd name="T15" fmla="*/ 9 h 133"/>
              <a:gd name="T16" fmla="*/ 3 w 37"/>
              <a:gd name="T17" fmla="*/ 3 h 133"/>
              <a:gd name="T18" fmla="*/ 10 w 37"/>
              <a:gd name="T19" fmla="*/ 0 h 133"/>
              <a:gd name="T20" fmla="*/ 28 w 37"/>
              <a:gd name="T21" fmla="*/ 0 h 133"/>
              <a:gd name="T22" fmla="*/ 34 w 37"/>
              <a:gd name="T23" fmla="*/ 3 h 133"/>
              <a:gd name="T24" fmla="*/ 37 w 37"/>
              <a:gd name="T25" fmla="*/ 9 h 133"/>
              <a:gd name="T26" fmla="*/ 37 w 37"/>
              <a:gd name="T27" fmla="*/ 58 h 133"/>
              <a:gd name="T28" fmla="*/ 37 w 37"/>
              <a:gd name="T29" fmla="*/ 76 h 133"/>
              <a:gd name="T30" fmla="*/ 34 w 37"/>
              <a:gd name="T31" fmla="*/ 82 h 133"/>
              <a:gd name="T32" fmla="*/ 28 w 37"/>
              <a:gd name="T33" fmla="*/ 85 h 133"/>
              <a:gd name="T34" fmla="*/ 10 w 37"/>
              <a:gd name="T35" fmla="*/ 85 h 133"/>
              <a:gd name="T36" fmla="*/ 3 w 37"/>
              <a:gd name="T37" fmla="*/ 82 h 133"/>
              <a:gd name="T38" fmla="*/ 0 w 37"/>
              <a:gd name="T39" fmla="*/ 76 h 133"/>
              <a:gd name="T40" fmla="*/ 0 w 37"/>
              <a:gd name="T41" fmla="*/ 58 h 133"/>
              <a:gd name="T42" fmla="*/ 3 w 37"/>
              <a:gd name="T43" fmla="*/ 51 h 133"/>
              <a:gd name="T44" fmla="*/ 10 w 37"/>
              <a:gd name="T45" fmla="*/ 49 h 133"/>
              <a:gd name="T46" fmla="*/ 28 w 37"/>
              <a:gd name="T47" fmla="*/ 49 h 133"/>
              <a:gd name="T48" fmla="*/ 34 w 37"/>
              <a:gd name="T49" fmla="*/ 51 h 133"/>
              <a:gd name="T50" fmla="*/ 37 w 37"/>
              <a:gd name="T51" fmla="*/ 58 h 133"/>
              <a:gd name="T52" fmla="*/ 37 w 37"/>
              <a:gd name="T53" fmla="*/ 106 h 133"/>
              <a:gd name="T54" fmla="*/ 37 w 37"/>
              <a:gd name="T55" fmla="*/ 124 h 133"/>
              <a:gd name="T56" fmla="*/ 34 w 37"/>
              <a:gd name="T57" fmla="*/ 131 h 133"/>
              <a:gd name="T58" fmla="*/ 28 w 37"/>
              <a:gd name="T59" fmla="*/ 133 h 133"/>
              <a:gd name="T60" fmla="*/ 10 w 37"/>
              <a:gd name="T61" fmla="*/ 133 h 133"/>
              <a:gd name="T62" fmla="*/ 3 w 37"/>
              <a:gd name="T63" fmla="*/ 131 h 133"/>
              <a:gd name="T64" fmla="*/ 0 w 37"/>
              <a:gd name="T65" fmla="*/ 124 h 133"/>
              <a:gd name="T66" fmla="*/ 0 w 37"/>
              <a:gd name="T67" fmla="*/ 106 h 133"/>
              <a:gd name="T68" fmla="*/ 3 w 37"/>
              <a:gd name="T69" fmla="*/ 100 h 133"/>
              <a:gd name="T70" fmla="*/ 10 w 37"/>
              <a:gd name="T71" fmla="*/ 97 h 133"/>
              <a:gd name="T72" fmla="*/ 28 w 37"/>
              <a:gd name="T73" fmla="*/ 97 h 133"/>
              <a:gd name="T74" fmla="*/ 34 w 37"/>
              <a:gd name="T75" fmla="*/ 100 h 133"/>
              <a:gd name="T76" fmla="*/ 37 w 37"/>
              <a:gd name="T77" fmla="*/ 106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37" h="133">
                <a:moveTo>
                  <a:pt x="37" y="9"/>
                </a:moveTo>
                <a:cubicBezTo>
                  <a:pt x="37" y="28"/>
                  <a:pt x="37" y="28"/>
                  <a:pt x="37" y="28"/>
                </a:cubicBezTo>
                <a:cubicBezTo>
                  <a:pt x="37" y="30"/>
                  <a:pt x="36" y="32"/>
                  <a:pt x="34" y="34"/>
                </a:cubicBezTo>
                <a:cubicBezTo>
                  <a:pt x="32" y="36"/>
                  <a:pt x="30" y="37"/>
                  <a:pt x="28" y="37"/>
                </a:cubicBezTo>
                <a:cubicBezTo>
                  <a:pt x="10" y="37"/>
                  <a:pt x="10" y="37"/>
                  <a:pt x="10" y="37"/>
                </a:cubicBezTo>
                <a:cubicBezTo>
                  <a:pt x="7" y="37"/>
                  <a:pt x="5" y="36"/>
                  <a:pt x="3" y="34"/>
                </a:cubicBezTo>
                <a:cubicBezTo>
                  <a:pt x="1" y="32"/>
                  <a:pt x="0" y="30"/>
                  <a:pt x="0" y="28"/>
                </a:cubicBezTo>
                <a:cubicBezTo>
                  <a:pt x="0" y="9"/>
                  <a:pt x="0" y="9"/>
                  <a:pt x="0" y="9"/>
                </a:cubicBezTo>
                <a:cubicBezTo>
                  <a:pt x="0" y="7"/>
                  <a:pt x="1" y="5"/>
                  <a:pt x="3" y="3"/>
                </a:cubicBezTo>
                <a:cubicBezTo>
                  <a:pt x="5" y="1"/>
                  <a:pt x="7" y="0"/>
                  <a:pt x="10" y="0"/>
                </a:cubicBezTo>
                <a:cubicBezTo>
                  <a:pt x="28" y="0"/>
                  <a:pt x="28" y="0"/>
                  <a:pt x="28" y="0"/>
                </a:cubicBezTo>
                <a:cubicBezTo>
                  <a:pt x="30" y="0"/>
                  <a:pt x="32" y="1"/>
                  <a:pt x="34" y="3"/>
                </a:cubicBezTo>
                <a:cubicBezTo>
                  <a:pt x="36" y="5"/>
                  <a:pt x="37" y="7"/>
                  <a:pt x="37" y="9"/>
                </a:cubicBezTo>
                <a:close/>
                <a:moveTo>
                  <a:pt x="37" y="58"/>
                </a:moveTo>
                <a:cubicBezTo>
                  <a:pt x="37" y="76"/>
                  <a:pt x="37" y="76"/>
                  <a:pt x="37" y="76"/>
                </a:cubicBezTo>
                <a:cubicBezTo>
                  <a:pt x="37" y="78"/>
                  <a:pt x="36" y="81"/>
                  <a:pt x="34" y="82"/>
                </a:cubicBezTo>
                <a:cubicBezTo>
                  <a:pt x="32" y="84"/>
                  <a:pt x="30" y="85"/>
                  <a:pt x="28" y="85"/>
                </a:cubicBezTo>
                <a:cubicBezTo>
                  <a:pt x="10" y="85"/>
                  <a:pt x="10" y="85"/>
                  <a:pt x="10" y="85"/>
                </a:cubicBezTo>
                <a:cubicBezTo>
                  <a:pt x="7" y="85"/>
                  <a:pt x="5" y="84"/>
                  <a:pt x="3" y="82"/>
                </a:cubicBezTo>
                <a:cubicBezTo>
                  <a:pt x="1" y="81"/>
                  <a:pt x="0" y="78"/>
                  <a:pt x="0" y="76"/>
                </a:cubicBezTo>
                <a:cubicBezTo>
                  <a:pt x="0" y="58"/>
                  <a:pt x="0" y="58"/>
                  <a:pt x="0" y="58"/>
                </a:cubicBezTo>
                <a:cubicBezTo>
                  <a:pt x="0" y="55"/>
                  <a:pt x="1" y="53"/>
                  <a:pt x="3" y="51"/>
                </a:cubicBezTo>
                <a:cubicBezTo>
                  <a:pt x="5" y="50"/>
                  <a:pt x="7" y="49"/>
                  <a:pt x="10" y="49"/>
                </a:cubicBezTo>
                <a:cubicBezTo>
                  <a:pt x="28" y="49"/>
                  <a:pt x="28" y="49"/>
                  <a:pt x="28" y="49"/>
                </a:cubicBezTo>
                <a:cubicBezTo>
                  <a:pt x="30" y="49"/>
                  <a:pt x="32" y="50"/>
                  <a:pt x="34" y="51"/>
                </a:cubicBezTo>
                <a:cubicBezTo>
                  <a:pt x="36" y="53"/>
                  <a:pt x="37" y="55"/>
                  <a:pt x="37" y="58"/>
                </a:cubicBezTo>
                <a:close/>
                <a:moveTo>
                  <a:pt x="37" y="106"/>
                </a:moveTo>
                <a:cubicBezTo>
                  <a:pt x="37" y="124"/>
                  <a:pt x="37" y="124"/>
                  <a:pt x="37" y="124"/>
                </a:cubicBezTo>
                <a:cubicBezTo>
                  <a:pt x="37" y="127"/>
                  <a:pt x="36" y="129"/>
                  <a:pt x="34" y="131"/>
                </a:cubicBezTo>
                <a:cubicBezTo>
                  <a:pt x="32" y="133"/>
                  <a:pt x="30" y="133"/>
                  <a:pt x="28" y="133"/>
                </a:cubicBezTo>
                <a:cubicBezTo>
                  <a:pt x="10" y="133"/>
                  <a:pt x="10" y="133"/>
                  <a:pt x="10" y="133"/>
                </a:cubicBezTo>
                <a:cubicBezTo>
                  <a:pt x="7" y="133"/>
                  <a:pt x="5" y="133"/>
                  <a:pt x="3" y="131"/>
                </a:cubicBezTo>
                <a:cubicBezTo>
                  <a:pt x="1" y="129"/>
                  <a:pt x="0" y="127"/>
                  <a:pt x="0" y="124"/>
                </a:cubicBezTo>
                <a:cubicBezTo>
                  <a:pt x="0" y="106"/>
                  <a:pt x="0" y="106"/>
                  <a:pt x="0" y="106"/>
                </a:cubicBezTo>
                <a:cubicBezTo>
                  <a:pt x="0" y="104"/>
                  <a:pt x="1" y="102"/>
                  <a:pt x="3" y="100"/>
                </a:cubicBezTo>
                <a:cubicBezTo>
                  <a:pt x="5" y="98"/>
                  <a:pt x="7" y="97"/>
                  <a:pt x="10" y="97"/>
                </a:cubicBezTo>
                <a:cubicBezTo>
                  <a:pt x="28" y="97"/>
                  <a:pt x="28" y="97"/>
                  <a:pt x="28" y="97"/>
                </a:cubicBezTo>
                <a:cubicBezTo>
                  <a:pt x="30" y="97"/>
                  <a:pt x="32" y="98"/>
                  <a:pt x="34" y="100"/>
                </a:cubicBezTo>
                <a:cubicBezTo>
                  <a:pt x="36" y="102"/>
                  <a:pt x="37" y="104"/>
                  <a:pt x="37" y="106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91" name="Freeform 294"/>
          <p:cNvSpPr>
            <a:spLocks noEditPoints="1"/>
          </p:cNvSpPr>
          <p:nvPr/>
        </p:nvSpPr>
        <p:spPr bwMode="auto">
          <a:xfrm>
            <a:off x="4659952" y="4396089"/>
            <a:ext cx="207464" cy="209627"/>
          </a:xfrm>
          <a:custGeom>
            <a:avLst/>
            <a:gdLst>
              <a:gd name="T0" fmla="*/ 145 w 145"/>
              <a:gd name="T1" fmla="*/ 28 h 146"/>
              <a:gd name="T2" fmla="*/ 145 w 145"/>
              <a:gd name="T3" fmla="*/ 118 h 146"/>
              <a:gd name="T4" fmla="*/ 137 w 145"/>
              <a:gd name="T5" fmla="*/ 138 h 146"/>
              <a:gd name="T6" fmla="*/ 118 w 145"/>
              <a:gd name="T7" fmla="*/ 146 h 146"/>
              <a:gd name="T8" fmla="*/ 27 w 145"/>
              <a:gd name="T9" fmla="*/ 146 h 146"/>
              <a:gd name="T10" fmla="*/ 8 w 145"/>
              <a:gd name="T11" fmla="*/ 138 h 146"/>
              <a:gd name="T12" fmla="*/ 0 w 145"/>
              <a:gd name="T13" fmla="*/ 118 h 146"/>
              <a:gd name="T14" fmla="*/ 0 w 145"/>
              <a:gd name="T15" fmla="*/ 28 h 146"/>
              <a:gd name="T16" fmla="*/ 8 w 145"/>
              <a:gd name="T17" fmla="*/ 8 h 146"/>
              <a:gd name="T18" fmla="*/ 27 w 145"/>
              <a:gd name="T19" fmla="*/ 0 h 146"/>
              <a:gd name="T20" fmla="*/ 118 w 145"/>
              <a:gd name="T21" fmla="*/ 0 h 146"/>
              <a:gd name="T22" fmla="*/ 137 w 145"/>
              <a:gd name="T23" fmla="*/ 8 h 146"/>
              <a:gd name="T24" fmla="*/ 145 w 145"/>
              <a:gd name="T25" fmla="*/ 28 h 146"/>
              <a:gd name="T26" fmla="*/ 118 w 145"/>
              <a:gd name="T27" fmla="*/ 118 h 146"/>
              <a:gd name="T28" fmla="*/ 112 w 145"/>
              <a:gd name="T29" fmla="*/ 90 h 146"/>
              <a:gd name="T30" fmla="*/ 99 w 145"/>
              <a:gd name="T31" fmla="*/ 66 h 146"/>
              <a:gd name="T32" fmla="*/ 80 w 145"/>
              <a:gd name="T33" fmla="*/ 46 h 146"/>
              <a:gd name="T34" fmla="*/ 55 w 145"/>
              <a:gd name="T35" fmla="*/ 33 h 146"/>
              <a:gd name="T36" fmla="*/ 27 w 145"/>
              <a:gd name="T37" fmla="*/ 28 h 146"/>
              <a:gd name="T38" fmla="*/ 25 w 145"/>
              <a:gd name="T39" fmla="*/ 28 h 146"/>
              <a:gd name="T40" fmla="*/ 24 w 145"/>
              <a:gd name="T41" fmla="*/ 31 h 146"/>
              <a:gd name="T42" fmla="*/ 24 w 145"/>
              <a:gd name="T43" fmla="*/ 43 h 146"/>
              <a:gd name="T44" fmla="*/ 25 w 145"/>
              <a:gd name="T45" fmla="*/ 45 h 146"/>
              <a:gd name="T46" fmla="*/ 27 w 145"/>
              <a:gd name="T47" fmla="*/ 46 h 146"/>
              <a:gd name="T48" fmla="*/ 63 w 145"/>
              <a:gd name="T49" fmla="*/ 56 h 146"/>
              <a:gd name="T50" fmla="*/ 89 w 145"/>
              <a:gd name="T51" fmla="*/ 83 h 146"/>
              <a:gd name="T52" fmla="*/ 100 w 145"/>
              <a:gd name="T53" fmla="*/ 118 h 146"/>
              <a:gd name="T54" fmla="*/ 101 w 145"/>
              <a:gd name="T55" fmla="*/ 120 h 146"/>
              <a:gd name="T56" fmla="*/ 103 w 145"/>
              <a:gd name="T57" fmla="*/ 121 h 146"/>
              <a:gd name="T58" fmla="*/ 115 w 145"/>
              <a:gd name="T59" fmla="*/ 121 h 146"/>
              <a:gd name="T60" fmla="*/ 117 w 145"/>
              <a:gd name="T61" fmla="*/ 120 h 146"/>
              <a:gd name="T62" fmla="*/ 118 w 145"/>
              <a:gd name="T63" fmla="*/ 118 h 146"/>
              <a:gd name="T64" fmla="*/ 81 w 145"/>
              <a:gd name="T65" fmla="*/ 118 h 146"/>
              <a:gd name="T66" fmla="*/ 65 w 145"/>
              <a:gd name="T67" fmla="*/ 81 h 146"/>
              <a:gd name="T68" fmla="*/ 27 w 145"/>
              <a:gd name="T69" fmla="*/ 64 h 146"/>
              <a:gd name="T70" fmla="*/ 25 w 145"/>
              <a:gd name="T71" fmla="*/ 65 h 146"/>
              <a:gd name="T72" fmla="*/ 24 w 145"/>
              <a:gd name="T73" fmla="*/ 67 h 146"/>
              <a:gd name="T74" fmla="*/ 24 w 145"/>
              <a:gd name="T75" fmla="*/ 79 h 146"/>
              <a:gd name="T76" fmla="*/ 25 w 145"/>
              <a:gd name="T77" fmla="*/ 81 h 146"/>
              <a:gd name="T78" fmla="*/ 27 w 145"/>
              <a:gd name="T79" fmla="*/ 82 h 146"/>
              <a:gd name="T80" fmla="*/ 52 w 145"/>
              <a:gd name="T81" fmla="*/ 94 h 146"/>
              <a:gd name="T82" fmla="*/ 63 w 145"/>
              <a:gd name="T83" fmla="*/ 118 h 146"/>
              <a:gd name="T84" fmla="*/ 64 w 145"/>
              <a:gd name="T85" fmla="*/ 121 h 146"/>
              <a:gd name="T86" fmla="*/ 66 w 145"/>
              <a:gd name="T87" fmla="*/ 121 h 146"/>
              <a:gd name="T88" fmla="*/ 78 w 145"/>
              <a:gd name="T89" fmla="*/ 121 h 146"/>
              <a:gd name="T90" fmla="*/ 81 w 145"/>
              <a:gd name="T91" fmla="*/ 120 h 146"/>
              <a:gd name="T92" fmla="*/ 81 w 145"/>
              <a:gd name="T93" fmla="*/ 118 h 146"/>
              <a:gd name="T94" fmla="*/ 45 w 145"/>
              <a:gd name="T95" fmla="*/ 118 h 146"/>
              <a:gd name="T96" fmla="*/ 48 w 145"/>
              <a:gd name="T97" fmla="*/ 109 h 146"/>
              <a:gd name="T98" fmla="*/ 45 w 145"/>
              <a:gd name="T99" fmla="*/ 101 h 146"/>
              <a:gd name="T100" fmla="*/ 36 w 145"/>
              <a:gd name="T101" fmla="*/ 97 h 146"/>
              <a:gd name="T102" fmla="*/ 28 w 145"/>
              <a:gd name="T103" fmla="*/ 101 h 146"/>
              <a:gd name="T104" fmla="*/ 24 w 145"/>
              <a:gd name="T105" fmla="*/ 109 h 146"/>
              <a:gd name="T106" fmla="*/ 28 w 145"/>
              <a:gd name="T107" fmla="*/ 118 h 146"/>
              <a:gd name="T108" fmla="*/ 36 w 145"/>
              <a:gd name="T109" fmla="*/ 121 h 146"/>
              <a:gd name="T110" fmla="*/ 45 w 145"/>
              <a:gd name="T111" fmla="*/ 118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45" h="146">
                <a:moveTo>
                  <a:pt x="145" y="28"/>
                </a:moveTo>
                <a:cubicBezTo>
                  <a:pt x="145" y="118"/>
                  <a:pt x="145" y="118"/>
                  <a:pt x="145" y="118"/>
                </a:cubicBezTo>
                <a:cubicBezTo>
                  <a:pt x="145" y="126"/>
                  <a:pt x="142" y="132"/>
                  <a:pt x="137" y="138"/>
                </a:cubicBezTo>
                <a:cubicBezTo>
                  <a:pt x="132" y="143"/>
                  <a:pt x="125" y="146"/>
                  <a:pt x="118" y="146"/>
                </a:cubicBezTo>
                <a:cubicBezTo>
                  <a:pt x="27" y="146"/>
                  <a:pt x="27" y="146"/>
                  <a:pt x="27" y="146"/>
                </a:cubicBezTo>
                <a:cubicBezTo>
                  <a:pt x="20" y="146"/>
                  <a:pt x="13" y="143"/>
                  <a:pt x="8" y="138"/>
                </a:cubicBezTo>
                <a:cubicBezTo>
                  <a:pt x="2" y="132"/>
                  <a:pt x="0" y="126"/>
                  <a:pt x="0" y="118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0"/>
                  <a:pt x="2" y="14"/>
                  <a:pt x="8" y="8"/>
                </a:cubicBezTo>
                <a:cubicBezTo>
                  <a:pt x="13" y="3"/>
                  <a:pt x="20" y="0"/>
                  <a:pt x="27" y="0"/>
                </a:cubicBezTo>
                <a:cubicBezTo>
                  <a:pt x="118" y="0"/>
                  <a:pt x="118" y="0"/>
                  <a:pt x="118" y="0"/>
                </a:cubicBezTo>
                <a:cubicBezTo>
                  <a:pt x="125" y="0"/>
                  <a:pt x="132" y="3"/>
                  <a:pt x="137" y="8"/>
                </a:cubicBezTo>
                <a:cubicBezTo>
                  <a:pt x="142" y="14"/>
                  <a:pt x="145" y="20"/>
                  <a:pt x="145" y="28"/>
                </a:cubicBezTo>
                <a:close/>
                <a:moveTo>
                  <a:pt x="118" y="118"/>
                </a:moveTo>
                <a:cubicBezTo>
                  <a:pt x="117" y="109"/>
                  <a:pt x="116" y="99"/>
                  <a:pt x="112" y="90"/>
                </a:cubicBezTo>
                <a:cubicBezTo>
                  <a:pt x="109" y="81"/>
                  <a:pt x="105" y="73"/>
                  <a:pt x="99" y="66"/>
                </a:cubicBezTo>
                <a:cubicBezTo>
                  <a:pt x="94" y="58"/>
                  <a:pt x="87" y="52"/>
                  <a:pt x="80" y="46"/>
                </a:cubicBezTo>
                <a:cubicBezTo>
                  <a:pt x="73" y="41"/>
                  <a:pt x="64" y="36"/>
                  <a:pt x="55" y="33"/>
                </a:cubicBezTo>
                <a:cubicBezTo>
                  <a:pt x="46" y="30"/>
                  <a:pt x="37" y="28"/>
                  <a:pt x="27" y="28"/>
                </a:cubicBezTo>
                <a:cubicBezTo>
                  <a:pt x="26" y="28"/>
                  <a:pt x="26" y="28"/>
                  <a:pt x="25" y="28"/>
                </a:cubicBezTo>
                <a:cubicBezTo>
                  <a:pt x="24" y="29"/>
                  <a:pt x="24" y="30"/>
                  <a:pt x="24" y="31"/>
                </a:cubicBezTo>
                <a:cubicBezTo>
                  <a:pt x="24" y="43"/>
                  <a:pt x="24" y="43"/>
                  <a:pt x="24" y="43"/>
                </a:cubicBezTo>
                <a:cubicBezTo>
                  <a:pt x="24" y="44"/>
                  <a:pt x="24" y="44"/>
                  <a:pt x="25" y="45"/>
                </a:cubicBezTo>
                <a:cubicBezTo>
                  <a:pt x="25" y="45"/>
                  <a:pt x="26" y="46"/>
                  <a:pt x="27" y="46"/>
                </a:cubicBezTo>
                <a:cubicBezTo>
                  <a:pt x="40" y="46"/>
                  <a:pt x="52" y="50"/>
                  <a:pt x="63" y="56"/>
                </a:cubicBezTo>
                <a:cubicBezTo>
                  <a:pt x="74" y="63"/>
                  <a:pt x="82" y="72"/>
                  <a:pt x="89" y="83"/>
                </a:cubicBezTo>
                <a:cubicBezTo>
                  <a:pt x="96" y="94"/>
                  <a:pt x="99" y="106"/>
                  <a:pt x="100" y="118"/>
                </a:cubicBezTo>
                <a:cubicBezTo>
                  <a:pt x="100" y="119"/>
                  <a:pt x="100" y="120"/>
                  <a:pt x="101" y="120"/>
                </a:cubicBezTo>
                <a:cubicBezTo>
                  <a:pt x="101" y="121"/>
                  <a:pt x="102" y="121"/>
                  <a:pt x="103" y="121"/>
                </a:cubicBezTo>
                <a:cubicBezTo>
                  <a:pt x="115" y="121"/>
                  <a:pt x="115" y="121"/>
                  <a:pt x="115" y="121"/>
                </a:cubicBezTo>
                <a:cubicBezTo>
                  <a:pt x="116" y="121"/>
                  <a:pt x="116" y="121"/>
                  <a:pt x="117" y="120"/>
                </a:cubicBezTo>
                <a:cubicBezTo>
                  <a:pt x="118" y="120"/>
                  <a:pt x="118" y="119"/>
                  <a:pt x="118" y="118"/>
                </a:cubicBezTo>
                <a:close/>
                <a:moveTo>
                  <a:pt x="81" y="118"/>
                </a:moveTo>
                <a:cubicBezTo>
                  <a:pt x="81" y="103"/>
                  <a:pt x="75" y="91"/>
                  <a:pt x="65" y="81"/>
                </a:cubicBezTo>
                <a:cubicBezTo>
                  <a:pt x="54" y="70"/>
                  <a:pt x="42" y="65"/>
                  <a:pt x="27" y="64"/>
                </a:cubicBezTo>
                <a:cubicBezTo>
                  <a:pt x="26" y="64"/>
                  <a:pt x="26" y="64"/>
                  <a:pt x="25" y="65"/>
                </a:cubicBezTo>
                <a:cubicBezTo>
                  <a:pt x="24" y="65"/>
                  <a:pt x="24" y="66"/>
                  <a:pt x="24" y="67"/>
                </a:cubicBezTo>
                <a:cubicBezTo>
                  <a:pt x="24" y="79"/>
                  <a:pt x="24" y="79"/>
                  <a:pt x="24" y="79"/>
                </a:cubicBezTo>
                <a:cubicBezTo>
                  <a:pt x="24" y="80"/>
                  <a:pt x="24" y="81"/>
                  <a:pt x="25" y="81"/>
                </a:cubicBezTo>
                <a:cubicBezTo>
                  <a:pt x="25" y="82"/>
                  <a:pt x="26" y="82"/>
                  <a:pt x="27" y="82"/>
                </a:cubicBezTo>
                <a:cubicBezTo>
                  <a:pt x="37" y="83"/>
                  <a:pt x="45" y="87"/>
                  <a:pt x="52" y="94"/>
                </a:cubicBezTo>
                <a:cubicBezTo>
                  <a:pt x="59" y="100"/>
                  <a:pt x="63" y="109"/>
                  <a:pt x="63" y="118"/>
                </a:cubicBezTo>
                <a:cubicBezTo>
                  <a:pt x="63" y="119"/>
                  <a:pt x="64" y="120"/>
                  <a:pt x="64" y="121"/>
                </a:cubicBezTo>
                <a:cubicBezTo>
                  <a:pt x="65" y="121"/>
                  <a:pt x="65" y="121"/>
                  <a:pt x="66" y="121"/>
                </a:cubicBezTo>
                <a:cubicBezTo>
                  <a:pt x="78" y="121"/>
                  <a:pt x="78" y="121"/>
                  <a:pt x="78" y="121"/>
                </a:cubicBezTo>
                <a:cubicBezTo>
                  <a:pt x="79" y="121"/>
                  <a:pt x="80" y="121"/>
                  <a:pt x="81" y="120"/>
                </a:cubicBezTo>
                <a:cubicBezTo>
                  <a:pt x="81" y="120"/>
                  <a:pt x="81" y="119"/>
                  <a:pt x="81" y="118"/>
                </a:cubicBezTo>
                <a:close/>
                <a:moveTo>
                  <a:pt x="45" y="118"/>
                </a:moveTo>
                <a:cubicBezTo>
                  <a:pt x="47" y="115"/>
                  <a:pt x="48" y="113"/>
                  <a:pt x="48" y="109"/>
                </a:cubicBezTo>
                <a:cubicBezTo>
                  <a:pt x="48" y="106"/>
                  <a:pt x="47" y="103"/>
                  <a:pt x="45" y="101"/>
                </a:cubicBezTo>
                <a:cubicBezTo>
                  <a:pt x="42" y="98"/>
                  <a:pt x="39" y="97"/>
                  <a:pt x="36" y="97"/>
                </a:cubicBezTo>
                <a:cubicBezTo>
                  <a:pt x="33" y="97"/>
                  <a:pt x="30" y="98"/>
                  <a:pt x="28" y="101"/>
                </a:cubicBezTo>
                <a:cubicBezTo>
                  <a:pt x="25" y="103"/>
                  <a:pt x="24" y="106"/>
                  <a:pt x="24" y="109"/>
                </a:cubicBezTo>
                <a:cubicBezTo>
                  <a:pt x="24" y="113"/>
                  <a:pt x="25" y="115"/>
                  <a:pt x="28" y="118"/>
                </a:cubicBezTo>
                <a:cubicBezTo>
                  <a:pt x="30" y="120"/>
                  <a:pt x="33" y="121"/>
                  <a:pt x="36" y="121"/>
                </a:cubicBezTo>
                <a:cubicBezTo>
                  <a:pt x="39" y="121"/>
                  <a:pt x="42" y="120"/>
                  <a:pt x="45" y="118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92" name="Freeform 295"/>
          <p:cNvSpPr>
            <a:spLocks noEditPoints="1"/>
          </p:cNvSpPr>
          <p:nvPr/>
        </p:nvSpPr>
        <p:spPr bwMode="auto">
          <a:xfrm>
            <a:off x="4927928" y="4396089"/>
            <a:ext cx="207464" cy="209627"/>
          </a:xfrm>
          <a:custGeom>
            <a:avLst/>
            <a:gdLst>
              <a:gd name="T0" fmla="*/ 36 w 145"/>
              <a:gd name="T1" fmla="*/ 10 h 146"/>
              <a:gd name="T2" fmla="*/ 73 w 145"/>
              <a:gd name="T3" fmla="*/ 0 h 146"/>
              <a:gd name="T4" fmla="*/ 109 w 145"/>
              <a:gd name="T5" fmla="*/ 10 h 146"/>
              <a:gd name="T6" fmla="*/ 136 w 145"/>
              <a:gd name="T7" fmla="*/ 36 h 146"/>
              <a:gd name="T8" fmla="*/ 145 w 145"/>
              <a:gd name="T9" fmla="*/ 73 h 146"/>
              <a:gd name="T10" fmla="*/ 136 w 145"/>
              <a:gd name="T11" fmla="*/ 109 h 146"/>
              <a:gd name="T12" fmla="*/ 109 w 145"/>
              <a:gd name="T13" fmla="*/ 136 h 146"/>
              <a:gd name="T14" fmla="*/ 73 w 145"/>
              <a:gd name="T15" fmla="*/ 146 h 146"/>
              <a:gd name="T16" fmla="*/ 36 w 145"/>
              <a:gd name="T17" fmla="*/ 136 h 146"/>
              <a:gd name="T18" fmla="*/ 10 w 145"/>
              <a:gd name="T19" fmla="*/ 109 h 146"/>
              <a:gd name="T20" fmla="*/ 0 w 145"/>
              <a:gd name="T21" fmla="*/ 73 h 146"/>
              <a:gd name="T22" fmla="*/ 10 w 145"/>
              <a:gd name="T23" fmla="*/ 36 h 146"/>
              <a:gd name="T24" fmla="*/ 36 w 145"/>
              <a:gd name="T25" fmla="*/ 10 h 146"/>
              <a:gd name="T26" fmla="*/ 109 w 145"/>
              <a:gd name="T27" fmla="*/ 78 h 146"/>
              <a:gd name="T28" fmla="*/ 112 w 145"/>
              <a:gd name="T29" fmla="*/ 73 h 146"/>
              <a:gd name="T30" fmla="*/ 109 w 145"/>
              <a:gd name="T31" fmla="*/ 68 h 146"/>
              <a:gd name="T32" fmla="*/ 58 w 145"/>
              <a:gd name="T33" fmla="*/ 37 h 146"/>
              <a:gd name="T34" fmla="*/ 52 w 145"/>
              <a:gd name="T35" fmla="*/ 37 h 146"/>
              <a:gd name="T36" fmla="*/ 49 w 145"/>
              <a:gd name="T37" fmla="*/ 43 h 146"/>
              <a:gd name="T38" fmla="*/ 49 w 145"/>
              <a:gd name="T39" fmla="*/ 103 h 146"/>
              <a:gd name="T40" fmla="*/ 52 w 145"/>
              <a:gd name="T41" fmla="*/ 108 h 146"/>
              <a:gd name="T42" fmla="*/ 55 w 145"/>
              <a:gd name="T43" fmla="*/ 109 h 146"/>
              <a:gd name="T44" fmla="*/ 58 w 145"/>
              <a:gd name="T45" fmla="*/ 108 h 146"/>
              <a:gd name="T46" fmla="*/ 109 w 145"/>
              <a:gd name="T47" fmla="*/ 78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145" h="146">
                <a:moveTo>
                  <a:pt x="36" y="10"/>
                </a:moveTo>
                <a:cubicBezTo>
                  <a:pt x="47" y="4"/>
                  <a:pt x="60" y="0"/>
                  <a:pt x="73" y="0"/>
                </a:cubicBezTo>
                <a:cubicBezTo>
                  <a:pt x="86" y="0"/>
                  <a:pt x="98" y="4"/>
                  <a:pt x="109" y="10"/>
                </a:cubicBezTo>
                <a:cubicBezTo>
                  <a:pt x="120" y="17"/>
                  <a:pt x="129" y="25"/>
                  <a:pt x="136" y="36"/>
                </a:cubicBezTo>
                <a:cubicBezTo>
                  <a:pt x="142" y="48"/>
                  <a:pt x="145" y="60"/>
                  <a:pt x="145" y="73"/>
                </a:cubicBezTo>
                <a:cubicBezTo>
                  <a:pt x="145" y="86"/>
                  <a:pt x="142" y="98"/>
                  <a:pt x="136" y="109"/>
                </a:cubicBezTo>
                <a:cubicBezTo>
                  <a:pt x="129" y="120"/>
                  <a:pt x="120" y="129"/>
                  <a:pt x="109" y="136"/>
                </a:cubicBezTo>
                <a:cubicBezTo>
                  <a:pt x="98" y="142"/>
                  <a:pt x="86" y="146"/>
                  <a:pt x="73" y="146"/>
                </a:cubicBezTo>
                <a:cubicBezTo>
                  <a:pt x="60" y="146"/>
                  <a:pt x="47" y="142"/>
                  <a:pt x="36" y="136"/>
                </a:cubicBezTo>
                <a:cubicBezTo>
                  <a:pt x="25" y="129"/>
                  <a:pt x="16" y="120"/>
                  <a:pt x="10" y="109"/>
                </a:cubicBezTo>
                <a:cubicBezTo>
                  <a:pt x="3" y="98"/>
                  <a:pt x="0" y="86"/>
                  <a:pt x="0" y="73"/>
                </a:cubicBezTo>
                <a:cubicBezTo>
                  <a:pt x="0" y="60"/>
                  <a:pt x="3" y="48"/>
                  <a:pt x="10" y="36"/>
                </a:cubicBezTo>
                <a:cubicBezTo>
                  <a:pt x="16" y="25"/>
                  <a:pt x="25" y="17"/>
                  <a:pt x="36" y="10"/>
                </a:cubicBezTo>
                <a:close/>
                <a:moveTo>
                  <a:pt x="109" y="78"/>
                </a:moveTo>
                <a:cubicBezTo>
                  <a:pt x="111" y="77"/>
                  <a:pt x="112" y="75"/>
                  <a:pt x="112" y="73"/>
                </a:cubicBezTo>
                <a:cubicBezTo>
                  <a:pt x="112" y="71"/>
                  <a:pt x="111" y="69"/>
                  <a:pt x="109" y="68"/>
                </a:cubicBezTo>
                <a:cubicBezTo>
                  <a:pt x="58" y="37"/>
                  <a:pt x="58" y="37"/>
                  <a:pt x="58" y="37"/>
                </a:cubicBezTo>
                <a:cubicBezTo>
                  <a:pt x="56" y="36"/>
                  <a:pt x="54" y="36"/>
                  <a:pt x="52" y="37"/>
                </a:cubicBezTo>
                <a:cubicBezTo>
                  <a:pt x="50" y="39"/>
                  <a:pt x="49" y="40"/>
                  <a:pt x="49" y="43"/>
                </a:cubicBezTo>
                <a:cubicBezTo>
                  <a:pt x="49" y="103"/>
                  <a:pt x="49" y="103"/>
                  <a:pt x="49" y="103"/>
                </a:cubicBezTo>
                <a:cubicBezTo>
                  <a:pt x="49" y="106"/>
                  <a:pt x="50" y="107"/>
                  <a:pt x="52" y="108"/>
                </a:cubicBezTo>
                <a:cubicBezTo>
                  <a:pt x="53" y="109"/>
                  <a:pt x="54" y="109"/>
                  <a:pt x="55" y="109"/>
                </a:cubicBezTo>
                <a:cubicBezTo>
                  <a:pt x="56" y="109"/>
                  <a:pt x="57" y="109"/>
                  <a:pt x="58" y="108"/>
                </a:cubicBezTo>
                <a:lnTo>
                  <a:pt x="109" y="78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93" name="Freeform 296"/>
          <p:cNvSpPr>
            <a:spLocks noEditPoints="1"/>
          </p:cNvSpPr>
          <p:nvPr/>
        </p:nvSpPr>
        <p:spPr bwMode="auto">
          <a:xfrm>
            <a:off x="5206710" y="4385286"/>
            <a:ext cx="226916" cy="231237"/>
          </a:xfrm>
          <a:custGeom>
            <a:avLst/>
            <a:gdLst>
              <a:gd name="T0" fmla="*/ 155 w 159"/>
              <a:gd name="T1" fmla="*/ 70 h 160"/>
              <a:gd name="T2" fmla="*/ 70 w 159"/>
              <a:gd name="T3" fmla="*/ 156 h 160"/>
              <a:gd name="T4" fmla="*/ 61 w 159"/>
              <a:gd name="T5" fmla="*/ 160 h 160"/>
              <a:gd name="T6" fmla="*/ 53 w 159"/>
              <a:gd name="T7" fmla="*/ 156 h 160"/>
              <a:gd name="T8" fmla="*/ 41 w 159"/>
              <a:gd name="T9" fmla="*/ 144 h 160"/>
              <a:gd name="T10" fmla="*/ 46 w 159"/>
              <a:gd name="T11" fmla="*/ 131 h 160"/>
              <a:gd name="T12" fmla="*/ 41 w 159"/>
              <a:gd name="T13" fmla="*/ 118 h 160"/>
              <a:gd name="T14" fmla="*/ 28 w 159"/>
              <a:gd name="T15" fmla="*/ 113 h 160"/>
              <a:gd name="T16" fmla="*/ 15 w 159"/>
              <a:gd name="T17" fmla="*/ 118 h 160"/>
              <a:gd name="T18" fmla="*/ 3 w 159"/>
              <a:gd name="T19" fmla="*/ 107 h 160"/>
              <a:gd name="T20" fmla="*/ 0 w 159"/>
              <a:gd name="T21" fmla="*/ 98 h 160"/>
              <a:gd name="T22" fmla="*/ 3 w 159"/>
              <a:gd name="T23" fmla="*/ 89 h 160"/>
              <a:gd name="T24" fmla="*/ 89 w 159"/>
              <a:gd name="T25" fmla="*/ 4 h 160"/>
              <a:gd name="T26" fmla="*/ 97 w 159"/>
              <a:gd name="T27" fmla="*/ 0 h 160"/>
              <a:gd name="T28" fmla="*/ 106 w 159"/>
              <a:gd name="T29" fmla="*/ 4 h 160"/>
              <a:gd name="T30" fmla="*/ 118 w 159"/>
              <a:gd name="T31" fmla="*/ 16 h 160"/>
              <a:gd name="T32" fmla="*/ 112 w 159"/>
              <a:gd name="T33" fmla="*/ 28 h 160"/>
              <a:gd name="T34" fmla="*/ 118 w 159"/>
              <a:gd name="T35" fmla="*/ 41 h 160"/>
              <a:gd name="T36" fmla="*/ 131 w 159"/>
              <a:gd name="T37" fmla="*/ 47 h 160"/>
              <a:gd name="T38" fmla="*/ 143 w 159"/>
              <a:gd name="T39" fmla="*/ 41 h 160"/>
              <a:gd name="T40" fmla="*/ 155 w 159"/>
              <a:gd name="T41" fmla="*/ 53 h 160"/>
              <a:gd name="T42" fmla="*/ 159 w 159"/>
              <a:gd name="T43" fmla="*/ 62 h 160"/>
              <a:gd name="T44" fmla="*/ 155 w 159"/>
              <a:gd name="T45" fmla="*/ 70 h 160"/>
              <a:gd name="T46" fmla="*/ 71 w 159"/>
              <a:gd name="T47" fmla="*/ 131 h 160"/>
              <a:gd name="T48" fmla="*/ 130 w 159"/>
              <a:gd name="T49" fmla="*/ 72 h 160"/>
              <a:gd name="T50" fmla="*/ 132 w 159"/>
              <a:gd name="T51" fmla="*/ 68 h 160"/>
              <a:gd name="T52" fmla="*/ 130 w 159"/>
              <a:gd name="T53" fmla="*/ 64 h 160"/>
              <a:gd name="T54" fmla="*/ 96 w 159"/>
              <a:gd name="T55" fmla="*/ 29 h 160"/>
              <a:gd name="T56" fmla="*/ 91 w 159"/>
              <a:gd name="T57" fmla="*/ 28 h 160"/>
              <a:gd name="T58" fmla="*/ 87 w 159"/>
              <a:gd name="T59" fmla="*/ 29 h 160"/>
              <a:gd name="T60" fmla="*/ 29 w 159"/>
              <a:gd name="T61" fmla="*/ 88 h 160"/>
              <a:gd name="T62" fmla="*/ 27 w 159"/>
              <a:gd name="T63" fmla="*/ 92 h 160"/>
              <a:gd name="T64" fmla="*/ 29 w 159"/>
              <a:gd name="T65" fmla="*/ 96 h 160"/>
              <a:gd name="T66" fmla="*/ 63 w 159"/>
              <a:gd name="T67" fmla="*/ 131 h 160"/>
              <a:gd name="T68" fmla="*/ 67 w 159"/>
              <a:gd name="T69" fmla="*/ 132 h 160"/>
              <a:gd name="T70" fmla="*/ 71 w 159"/>
              <a:gd name="T71" fmla="*/ 131 h 160"/>
              <a:gd name="T72" fmla="*/ 91 w 159"/>
              <a:gd name="T73" fmla="*/ 38 h 160"/>
              <a:gd name="T74" fmla="*/ 121 w 159"/>
              <a:gd name="T75" fmla="*/ 68 h 160"/>
              <a:gd name="T76" fmla="*/ 67 w 159"/>
              <a:gd name="T77" fmla="*/ 122 h 160"/>
              <a:gd name="T78" fmla="*/ 37 w 159"/>
              <a:gd name="T79" fmla="*/ 92 h 160"/>
              <a:gd name="T80" fmla="*/ 91 w 159"/>
              <a:gd name="T81" fmla="*/ 3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59" h="160">
                <a:moveTo>
                  <a:pt x="155" y="70"/>
                </a:moveTo>
                <a:cubicBezTo>
                  <a:pt x="70" y="156"/>
                  <a:pt x="70" y="156"/>
                  <a:pt x="70" y="156"/>
                </a:cubicBezTo>
                <a:cubicBezTo>
                  <a:pt x="67" y="158"/>
                  <a:pt x="64" y="160"/>
                  <a:pt x="61" y="160"/>
                </a:cubicBezTo>
                <a:cubicBezTo>
                  <a:pt x="58" y="160"/>
                  <a:pt x="55" y="158"/>
                  <a:pt x="53" y="156"/>
                </a:cubicBezTo>
                <a:cubicBezTo>
                  <a:pt x="41" y="144"/>
                  <a:pt x="41" y="144"/>
                  <a:pt x="41" y="144"/>
                </a:cubicBezTo>
                <a:cubicBezTo>
                  <a:pt x="44" y="141"/>
                  <a:pt x="46" y="136"/>
                  <a:pt x="46" y="131"/>
                </a:cubicBezTo>
                <a:cubicBezTo>
                  <a:pt x="46" y="126"/>
                  <a:pt x="44" y="122"/>
                  <a:pt x="41" y="118"/>
                </a:cubicBezTo>
                <a:cubicBezTo>
                  <a:pt x="37" y="115"/>
                  <a:pt x="33" y="113"/>
                  <a:pt x="28" y="113"/>
                </a:cubicBezTo>
                <a:cubicBezTo>
                  <a:pt x="23" y="113"/>
                  <a:pt x="18" y="115"/>
                  <a:pt x="15" y="118"/>
                </a:cubicBezTo>
                <a:cubicBezTo>
                  <a:pt x="3" y="107"/>
                  <a:pt x="3" y="107"/>
                  <a:pt x="3" y="107"/>
                </a:cubicBezTo>
                <a:cubicBezTo>
                  <a:pt x="1" y="104"/>
                  <a:pt x="0" y="101"/>
                  <a:pt x="0" y="98"/>
                </a:cubicBezTo>
                <a:cubicBezTo>
                  <a:pt x="0" y="95"/>
                  <a:pt x="1" y="92"/>
                  <a:pt x="3" y="89"/>
                </a:cubicBezTo>
                <a:cubicBezTo>
                  <a:pt x="89" y="4"/>
                  <a:pt x="89" y="4"/>
                  <a:pt x="89" y="4"/>
                </a:cubicBezTo>
                <a:cubicBezTo>
                  <a:pt x="91" y="1"/>
                  <a:pt x="94" y="0"/>
                  <a:pt x="97" y="0"/>
                </a:cubicBezTo>
                <a:cubicBezTo>
                  <a:pt x="101" y="0"/>
                  <a:pt x="104" y="1"/>
                  <a:pt x="106" y="4"/>
                </a:cubicBezTo>
                <a:cubicBezTo>
                  <a:pt x="118" y="16"/>
                  <a:pt x="118" y="16"/>
                  <a:pt x="118" y="16"/>
                </a:cubicBezTo>
                <a:cubicBezTo>
                  <a:pt x="114" y="19"/>
                  <a:pt x="112" y="23"/>
                  <a:pt x="112" y="28"/>
                </a:cubicBezTo>
                <a:cubicBezTo>
                  <a:pt x="112" y="34"/>
                  <a:pt x="114" y="38"/>
                  <a:pt x="118" y="41"/>
                </a:cubicBezTo>
                <a:cubicBezTo>
                  <a:pt x="121" y="45"/>
                  <a:pt x="126" y="47"/>
                  <a:pt x="131" y="47"/>
                </a:cubicBezTo>
                <a:cubicBezTo>
                  <a:pt x="136" y="47"/>
                  <a:pt x="140" y="45"/>
                  <a:pt x="143" y="41"/>
                </a:cubicBezTo>
                <a:cubicBezTo>
                  <a:pt x="155" y="53"/>
                  <a:pt x="155" y="53"/>
                  <a:pt x="155" y="53"/>
                </a:cubicBezTo>
                <a:cubicBezTo>
                  <a:pt x="158" y="55"/>
                  <a:pt x="159" y="58"/>
                  <a:pt x="159" y="62"/>
                </a:cubicBezTo>
                <a:cubicBezTo>
                  <a:pt x="159" y="65"/>
                  <a:pt x="158" y="68"/>
                  <a:pt x="155" y="70"/>
                </a:cubicBezTo>
                <a:close/>
                <a:moveTo>
                  <a:pt x="71" y="131"/>
                </a:moveTo>
                <a:cubicBezTo>
                  <a:pt x="130" y="72"/>
                  <a:pt x="130" y="72"/>
                  <a:pt x="130" y="72"/>
                </a:cubicBezTo>
                <a:cubicBezTo>
                  <a:pt x="131" y="71"/>
                  <a:pt x="132" y="69"/>
                  <a:pt x="132" y="68"/>
                </a:cubicBezTo>
                <a:cubicBezTo>
                  <a:pt x="132" y="66"/>
                  <a:pt x="131" y="65"/>
                  <a:pt x="130" y="64"/>
                </a:cubicBezTo>
                <a:cubicBezTo>
                  <a:pt x="96" y="29"/>
                  <a:pt x="96" y="29"/>
                  <a:pt x="96" y="29"/>
                </a:cubicBezTo>
                <a:cubicBezTo>
                  <a:pt x="94" y="28"/>
                  <a:pt x="93" y="28"/>
                  <a:pt x="91" y="28"/>
                </a:cubicBezTo>
                <a:cubicBezTo>
                  <a:pt x="90" y="28"/>
                  <a:pt x="88" y="28"/>
                  <a:pt x="87" y="29"/>
                </a:cubicBezTo>
                <a:cubicBezTo>
                  <a:pt x="29" y="88"/>
                  <a:pt x="29" y="88"/>
                  <a:pt x="29" y="88"/>
                </a:cubicBezTo>
                <a:cubicBezTo>
                  <a:pt x="27" y="89"/>
                  <a:pt x="27" y="90"/>
                  <a:pt x="27" y="92"/>
                </a:cubicBezTo>
                <a:cubicBezTo>
                  <a:pt x="27" y="94"/>
                  <a:pt x="27" y="95"/>
                  <a:pt x="29" y="96"/>
                </a:cubicBezTo>
                <a:cubicBezTo>
                  <a:pt x="63" y="131"/>
                  <a:pt x="63" y="131"/>
                  <a:pt x="63" y="131"/>
                </a:cubicBezTo>
                <a:cubicBezTo>
                  <a:pt x="64" y="132"/>
                  <a:pt x="65" y="132"/>
                  <a:pt x="67" y="132"/>
                </a:cubicBezTo>
                <a:cubicBezTo>
                  <a:pt x="69" y="132"/>
                  <a:pt x="70" y="132"/>
                  <a:pt x="71" y="131"/>
                </a:cubicBezTo>
                <a:close/>
                <a:moveTo>
                  <a:pt x="91" y="38"/>
                </a:moveTo>
                <a:cubicBezTo>
                  <a:pt x="121" y="68"/>
                  <a:pt x="121" y="68"/>
                  <a:pt x="121" y="68"/>
                </a:cubicBezTo>
                <a:cubicBezTo>
                  <a:pt x="67" y="122"/>
                  <a:pt x="67" y="122"/>
                  <a:pt x="67" y="122"/>
                </a:cubicBezTo>
                <a:cubicBezTo>
                  <a:pt x="37" y="92"/>
                  <a:pt x="37" y="92"/>
                  <a:pt x="37" y="92"/>
                </a:cubicBezTo>
                <a:lnTo>
                  <a:pt x="91" y="38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94" name="Freeform 297"/>
          <p:cNvSpPr>
            <a:spLocks noEditPoints="1"/>
          </p:cNvSpPr>
          <p:nvPr/>
        </p:nvSpPr>
        <p:spPr bwMode="auto">
          <a:xfrm>
            <a:off x="5502780" y="4396089"/>
            <a:ext cx="207464" cy="209627"/>
          </a:xfrm>
          <a:custGeom>
            <a:avLst/>
            <a:gdLst>
              <a:gd name="T0" fmla="*/ 145 w 145"/>
              <a:gd name="T1" fmla="*/ 28 h 146"/>
              <a:gd name="T2" fmla="*/ 145 w 145"/>
              <a:gd name="T3" fmla="*/ 118 h 146"/>
              <a:gd name="T4" fmla="*/ 137 w 145"/>
              <a:gd name="T5" fmla="*/ 138 h 146"/>
              <a:gd name="T6" fmla="*/ 118 w 145"/>
              <a:gd name="T7" fmla="*/ 146 h 146"/>
              <a:gd name="T8" fmla="*/ 27 w 145"/>
              <a:gd name="T9" fmla="*/ 146 h 146"/>
              <a:gd name="T10" fmla="*/ 8 w 145"/>
              <a:gd name="T11" fmla="*/ 138 h 146"/>
              <a:gd name="T12" fmla="*/ 0 w 145"/>
              <a:gd name="T13" fmla="*/ 118 h 146"/>
              <a:gd name="T14" fmla="*/ 0 w 145"/>
              <a:gd name="T15" fmla="*/ 28 h 146"/>
              <a:gd name="T16" fmla="*/ 8 w 145"/>
              <a:gd name="T17" fmla="*/ 8 h 146"/>
              <a:gd name="T18" fmla="*/ 27 w 145"/>
              <a:gd name="T19" fmla="*/ 0 h 146"/>
              <a:gd name="T20" fmla="*/ 118 w 145"/>
              <a:gd name="T21" fmla="*/ 0 h 146"/>
              <a:gd name="T22" fmla="*/ 137 w 145"/>
              <a:gd name="T23" fmla="*/ 8 h 146"/>
              <a:gd name="T24" fmla="*/ 145 w 145"/>
              <a:gd name="T25" fmla="*/ 28 h 146"/>
              <a:gd name="T26" fmla="*/ 121 w 145"/>
              <a:gd name="T27" fmla="*/ 79 h 146"/>
              <a:gd name="T28" fmla="*/ 121 w 145"/>
              <a:gd name="T29" fmla="*/ 67 h 146"/>
              <a:gd name="T30" fmla="*/ 119 w 145"/>
              <a:gd name="T31" fmla="*/ 63 h 146"/>
              <a:gd name="T32" fmla="*/ 115 w 145"/>
              <a:gd name="T33" fmla="*/ 61 h 146"/>
              <a:gd name="T34" fmla="*/ 30 w 145"/>
              <a:gd name="T35" fmla="*/ 61 h 146"/>
              <a:gd name="T36" fmla="*/ 26 w 145"/>
              <a:gd name="T37" fmla="*/ 63 h 146"/>
              <a:gd name="T38" fmla="*/ 24 w 145"/>
              <a:gd name="T39" fmla="*/ 67 h 146"/>
              <a:gd name="T40" fmla="*/ 24 w 145"/>
              <a:gd name="T41" fmla="*/ 79 h 146"/>
              <a:gd name="T42" fmla="*/ 26 w 145"/>
              <a:gd name="T43" fmla="*/ 83 h 146"/>
              <a:gd name="T44" fmla="*/ 30 w 145"/>
              <a:gd name="T45" fmla="*/ 85 h 146"/>
              <a:gd name="T46" fmla="*/ 115 w 145"/>
              <a:gd name="T47" fmla="*/ 85 h 146"/>
              <a:gd name="T48" fmla="*/ 119 w 145"/>
              <a:gd name="T49" fmla="*/ 83 h 146"/>
              <a:gd name="T50" fmla="*/ 121 w 145"/>
              <a:gd name="T51" fmla="*/ 79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145" h="146">
                <a:moveTo>
                  <a:pt x="145" y="28"/>
                </a:moveTo>
                <a:cubicBezTo>
                  <a:pt x="145" y="118"/>
                  <a:pt x="145" y="118"/>
                  <a:pt x="145" y="118"/>
                </a:cubicBezTo>
                <a:cubicBezTo>
                  <a:pt x="145" y="126"/>
                  <a:pt x="143" y="132"/>
                  <a:pt x="137" y="138"/>
                </a:cubicBezTo>
                <a:cubicBezTo>
                  <a:pt x="132" y="143"/>
                  <a:pt x="125" y="146"/>
                  <a:pt x="118" y="146"/>
                </a:cubicBezTo>
                <a:cubicBezTo>
                  <a:pt x="27" y="146"/>
                  <a:pt x="27" y="146"/>
                  <a:pt x="27" y="146"/>
                </a:cubicBezTo>
                <a:cubicBezTo>
                  <a:pt x="20" y="146"/>
                  <a:pt x="13" y="143"/>
                  <a:pt x="8" y="138"/>
                </a:cubicBezTo>
                <a:cubicBezTo>
                  <a:pt x="3" y="132"/>
                  <a:pt x="0" y="126"/>
                  <a:pt x="0" y="118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0"/>
                  <a:pt x="3" y="14"/>
                  <a:pt x="8" y="8"/>
                </a:cubicBezTo>
                <a:cubicBezTo>
                  <a:pt x="13" y="3"/>
                  <a:pt x="20" y="0"/>
                  <a:pt x="27" y="0"/>
                </a:cubicBezTo>
                <a:cubicBezTo>
                  <a:pt x="118" y="0"/>
                  <a:pt x="118" y="0"/>
                  <a:pt x="118" y="0"/>
                </a:cubicBezTo>
                <a:cubicBezTo>
                  <a:pt x="125" y="0"/>
                  <a:pt x="132" y="3"/>
                  <a:pt x="137" y="8"/>
                </a:cubicBezTo>
                <a:cubicBezTo>
                  <a:pt x="143" y="14"/>
                  <a:pt x="145" y="20"/>
                  <a:pt x="145" y="28"/>
                </a:cubicBezTo>
                <a:close/>
                <a:moveTo>
                  <a:pt x="121" y="79"/>
                </a:moveTo>
                <a:cubicBezTo>
                  <a:pt x="121" y="67"/>
                  <a:pt x="121" y="67"/>
                  <a:pt x="121" y="67"/>
                </a:cubicBezTo>
                <a:cubicBezTo>
                  <a:pt x="121" y="65"/>
                  <a:pt x="120" y="64"/>
                  <a:pt x="119" y="63"/>
                </a:cubicBezTo>
                <a:cubicBezTo>
                  <a:pt x="118" y="61"/>
                  <a:pt x="117" y="61"/>
                  <a:pt x="115" y="61"/>
                </a:cubicBezTo>
                <a:cubicBezTo>
                  <a:pt x="30" y="61"/>
                  <a:pt x="30" y="61"/>
                  <a:pt x="30" y="61"/>
                </a:cubicBezTo>
                <a:cubicBezTo>
                  <a:pt x="29" y="61"/>
                  <a:pt x="27" y="61"/>
                  <a:pt x="26" y="63"/>
                </a:cubicBezTo>
                <a:cubicBezTo>
                  <a:pt x="25" y="64"/>
                  <a:pt x="24" y="65"/>
                  <a:pt x="24" y="67"/>
                </a:cubicBezTo>
                <a:cubicBezTo>
                  <a:pt x="24" y="79"/>
                  <a:pt x="24" y="79"/>
                  <a:pt x="24" y="79"/>
                </a:cubicBezTo>
                <a:cubicBezTo>
                  <a:pt x="24" y="81"/>
                  <a:pt x="25" y="82"/>
                  <a:pt x="26" y="83"/>
                </a:cubicBezTo>
                <a:cubicBezTo>
                  <a:pt x="27" y="84"/>
                  <a:pt x="29" y="85"/>
                  <a:pt x="30" y="85"/>
                </a:cubicBezTo>
                <a:cubicBezTo>
                  <a:pt x="115" y="85"/>
                  <a:pt x="115" y="85"/>
                  <a:pt x="115" y="85"/>
                </a:cubicBezTo>
                <a:cubicBezTo>
                  <a:pt x="117" y="85"/>
                  <a:pt x="118" y="84"/>
                  <a:pt x="119" y="83"/>
                </a:cubicBezTo>
                <a:cubicBezTo>
                  <a:pt x="120" y="82"/>
                  <a:pt x="121" y="81"/>
                  <a:pt x="121" y="7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95" name="Freeform 298"/>
          <p:cNvSpPr>
            <a:spLocks noEditPoints="1"/>
          </p:cNvSpPr>
          <p:nvPr/>
        </p:nvSpPr>
        <p:spPr bwMode="auto">
          <a:xfrm>
            <a:off x="5772916" y="4396089"/>
            <a:ext cx="190176" cy="190176"/>
          </a:xfrm>
          <a:custGeom>
            <a:avLst/>
            <a:gdLst>
              <a:gd name="T0" fmla="*/ 133 w 133"/>
              <a:gd name="T1" fmla="*/ 28 h 133"/>
              <a:gd name="T2" fmla="*/ 133 w 133"/>
              <a:gd name="T3" fmla="*/ 106 h 133"/>
              <a:gd name="T4" fmla="*/ 125 w 133"/>
              <a:gd name="T5" fmla="*/ 125 h 133"/>
              <a:gd name="T6" fmla="*/ 106 w 133"/>
              <a:gd name="T7" fmla="*/ 133 h 133"/>
              <a:gd name="T8" fmla="*/ 28 w 133"/>
              <a:gd name="T9" fmla="*/ 133 h 133"/>
              <a:gd name="T10" fmla="*/ 8 w 133"/>
              <a:gd name="T11" fmla="*/ 125 h 133"/>
              <a:gd name="T12" fmla="*/ 0 w 133"/>
              <a:gd name="T13" fmla="*/ 106 h 133"/>
              <a:gd name="T14" fmla="*/ 0 w 133"/>
              <a:gd name="T15" fmla="*/ 28 h 133"/>
              <a:gd name="T16" fmla="*/ 8 w 133"/>
              <a:gd name="T17" fmla="*/ 8 h 133"/>
              <a:gd name="T18" fmla="*/ 28 w 133"/>
              <a:gd name="T19" fmla="*/ 0 h 133"/>
              <a:gd name="T20" fmla="*/ 106 w 133"/>
              <a:gd name="T21" fmla="*/ 0 h 133"/>
              <a:gd name="T22" fmla="*/ 125 w 133"/>
              <a:gd name="T23" fmla="*/ 8 h 133"/>
              <a:gd name="T24" fmla="*/ 133 w 133"/>
              <a:gd name="T25" fmla="*/ 28 h 133"/>
              <a:gd name="T26" fmla="*/ 121 w 133"/>
              <a:gd name="T27" fmla="*/ 106 h 133"/>
              <a:gd name="T28" fmla="*/ 121 w 133"/>
              <a:gd name="T29" fmla="*/ 28 h 133"/>
              <a:gd name="T30" fmla="*/ 117 w 133"/>
              <a:gd name="T31" fmla="*/ 17 h 133"/>
              <a:gd name="T32" fmla="*/ 106 w 133"/>
              <a:gd name="T33" fmla="*/ 12 h 133"/>
              <a:gd name="T34" fmla="*/ 28 w 133"/>
              <a:gd name="T35" fmla="*/ 12 h 133"/>
              <a:gd name="T36" fmla="*/ 17 w 133"/>
              <a:gd name="T37" fmla="*/ 17 h 133"/>
              <a:gd name="T38" fmla="*/ 12 w 133"/>
              <a:gd name="T39" fmla="*/ 28 h 133"/>
              <a:gd name="T40" fmla="*/ 12 w 133"/>
              <a:gd name="T41" fmla="*/ 106 h 133"/>
              <a:gd name="T42" fmla="*/ 17 w 133"/>
              <a:gd name="T43" fmla="*/ 117 h 133"/>
              <a:gd name="T44" fmla="*/ 28 w 133"/>
              <a:gd name="T45" fmla="*/ 121 h 133"/>
              <a:gd name="T46" fmla="*/ 106 w 133"/>
              <a:gd name="T47" fmla="*/ 121 h 133"/>
              <a:gd name="T48" fmla="*/ 117 w 133"/>
              <a:gd name="T49" fmla="*/ 117 h 133"/>
              <a:gd name="T50" fmla="*/ 121 w 133"/>
              <a:gd name="T51" fmla="*/ 106 h 133"/>
              <a:gd name="T52" fmla="*/ 109 w 133"/>
              <a:gd name="T53" fmla="*/ 64 h 133"/>
              <a:gd name="T54" fmla="*/ 109 w 133"/>
              <a:gd name="T55" fmla="*/ 70 h 133"/>
              <a:gd name="T56" fmla="*/ 108 w 133"/>
              <a:gd name="T57" fmla="*/ 72 h 133"/>
              <a:gd name="T58" fmla="*/ 106 w 133"/>
              <a:gd name="T59" fmla="*/ 73 h 133"/>
              <a:gd name="T60" fmla="*/ 28 w 133"/>
              <a:gd name="T61" fmla="*/ 73 h 133"/>
              <a:gd name="T62" fmla="*/ 25 w 133"/>
              <a:gd name="T63" fmla="*/ 72 h 133"/>
              <a:gd name="T64" fmla="*/ 24 w 133"/>
              <a:gd name="T65" fmla="*/ 70 h 133"/>
              <a:gd name="T66" fmla="*/ 24 w 133"/>
              <a:gd name="T67" fmla="*/ 64 h 133"/>
              <a:gd name="T68" fmla="*/ 25 w 133"/>
              <a:gd name="T69" fmla="*/ 62 h 133"/>
              <a:gd name="T70" fmla="*/ 28 w 133"/>
              <a:gd name="T71" fmla="*/ 61 h 133"/>
              <a:gd name="T72" fmla="*/ 106 w 133"/>
              <a:gd name="T73" fmla="*/ 61 h 133"/>
              <a:gd name="T74" fmla="*/ 108 w 133"/>
              <a:gd name="T75" fmla="*/ 62 h 133"/>
              <a:gd name="T76" fmla="*/ 109 w 133"/>
              <a:gd name="T77" fmla="*/ 64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33" h="133">
                <a:moveTo>
                  <a:pt x="133" y="28"/>
                </a:moveTo>
                <a:cubicBezTo>
                  <a:pt x="133" y="106"/>
                  <a:pt x="133" y="106"/>
                  <a:pt x="133" y="106"/>
                </a:cubicBezTo>
                <a:cubicBezTo>
                  <a:pt x="133" y="114"/>
                  <a:pt x="131" y="120"/>
                  <a:pt x="125" y="125"/>
                </a:cubicBezTo>
                <a:cubicBezTo>
                  <a:pt x="120" y="131"/>
                  <a:pt x="114" y="133"/>
                  <a:pt x="106" y="133"/>
                </a:cubicBezTo>
                <a:cubicBezTo>
                  <a:pt x="28" y="133"/>
                  <a:pt x="28" y="133"/>
                  <a:pt x="28" y="133"/>
                </a:cubicBezTo>
                <a:cubicBezTo>
                  <a:pt x="20" y="133"/>
                  <a:pt x="14" y="131"/>
                  <a:pt x="8" y="125"/>
                </a:cubicBezTo>
                <a:cubicBezTo>
                  <a:pt x="3" y="120"/>
                  <a:pt x="0" y="114"/>
                  <a:pt x="0" y="106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0"/>
                  <a:pt x="3" y="14"/>
                  <a:pt x="8" y="8"/>
                </a:cubicBezTo>
                <a:cubicBezTo>
                  <a:pt x="14" y="3"/>
                  <a:pt x="20" y="0"/>
                  <a:pt x="28" y="0"/>
                </a:cubicBezTo>
                <a:cubicBezTo>
                  <a:pt x="106" y="0"/>
                  <a:pt x="106" y="0"/>
                  <a:pt x="106" y="0"/>
                </a:cubicBezTo>
                <a:cubicBezTo>
                  <a:pt x="114" y="0"/>
                  <a:pt x="120" y="3"/>
                  <a:pt x="125" y="8"/>
                </a:cubicBezTo>
                <a:cubicBezTo>
                  <a:pt x="131" y="14"/>
                  <a:pt x="133" y="20"/>
                  <a:pt x="133" y="28"/>
                </a:cubicBezTo>
                <a:close/>
                <a:moveTo>
                  <a:pt x="121" y="106"/>
                </a:moveTo>
                <a:cubicBezTo>
                  <a:pt x="121" y="28"/>
                  <a:pt x="121" y="28"/>
                  <a:pt x="121" y="28"/>
                </a:cubicBezTo>
                <a:cubicBezTo>
                  <a:pt x="121" y="23"/>
                  <a:pt x="120" y="20"/>
                  <a:pt x="117" y="17"/>
                </a:cubicBezTo>
                <a:cubicBezTo>
                  <a:pt x="114" y="14"/>
                  <a:pt x="110" y="12"/>
                  <a:pt x="106" y="12"/>
                </a:cubicBezTo>
                <a:cubicBezTo>
                  <a:pt x="28" y="12"/>
                  <a:pt x="28" y="12"/>
                  <a:pt x="28" y="12"/>
                </a:cubicBezTo>
                <a:cubicBezTo>
                  <a:pt x="23" y="12"/>
                  <a:pt x="20" y="14"/>
                  <a:pt x="17" y="17"/>
                </a:cubicBezTo>
                <a:cubicBezTo>
                  <a:pt x="14" y="20"/>
                  <a:pt x="12" y="23"/>
                  <a:pt x="12" y="28"/>
                </a:cubicBezTo>
                <a:cubicBezTo>
                  <a:pt x="12" y="106"/>
                  <a:pt x="12" y="106"/>
                  <a:pt x="12" y="106"/>
                </a:cubicBezTo>
                <a:cubicBezTo>
                  <a:pt x="12" y="110"/>
                  <a:pt x="14" y="114"/>
                  <a:pt x="17" y="117"/>
                </a:cubicBezTo>
                <a:cubicBezTo>
                  <a:pt x="20" y="120"/>
                  <a:pt x="23" y="121"/>
                  <a:pt x="28" y="121"/>
                </a:cubicBezTo>
                <a:cubicBezTo>
                  <a:pt x="106" y="121"/>
                  <a:pt x="106" y="121"/>
                  <a:pt x="106" y="121"/>
                </a:cubicBezTo>
                <a:cubicBezTo>
                  <a:pt x="110" y="121"/>
                  <a:pt x="114" y="120"/>
                  <a:pt x="117" y="117"/>
                </a:cubicBezTo>
                <a:cubicBezTo>
                  <a:pt x="120" y="114"/>
                  <a:pt x="121" y="110"/>
                  <a:pt x="121" y="106"/>
                </a:cubicBezTo>
                <a:close/>
                <a:moveTo>
                  <a:pt x="109" y="64"/>
                </a:moveTo>
                <a:cubicBezTo>
                  <a:pt x="109" y="70"/>
                  <a:pt x="109" y="70"/>
                  <a:pt x="109" y="70"/>
                </a:cubicBezTo>
                <a:cubicBezTo>
                  <a:pt x="109" y="71"/>
                  <a:pt x="109" y="72"/>
                  <a:pt x="108" y="72"/>
                </a:cubicBezTo>
                <a:cubicBezTo>
                  <a:pt x="108" y="73"/>
                  <a:pt x="107" y="73"/>
                  <a:pt x="106" y="73"/>
                </a:cubicBezTo>
                <a:cubicBezTo>
                  <a:pt x="28" y="73"/>
                  <a:pt x="28" y="73"/>
                  <a:pt x="28" y="73"/>
                </a:cubicBezTo>
                <a:cubicBezTo>
                  <a:pt x="27" y="73"/>
                  <a:pt x="26" y="73"/>
                  <a:pt x="25" y="72"/>
                </a:cubicBezTo>
                <a:cubicBezTo>
                  <a:pt x="25" y="72"/>
                  <a:pt x="24" y="71"/>
                  <a:pt x="24" y="70"/>
                </a:cubicBezTo>
                <a:cubicBezTo>
                  <a:pt x="24" y="64"/>
                  <a:pt x="24" y="64"/>
                  <a:pt x="24" y="64"/>
                </a:cubicBezTo>
                <a:cubicBezTo>
                  <a:pt x="24" y="63"/>
                  <a:pt x="25" y="62"/>
                  <a:pt x="25" y="62"/>
                </a:cubicBezTo>
                <a:cubicBezTo>
                  <a:pt x="26" y="61"/>
                  <a:pt x="27" y="61"/>
                  <a:pt x="28" y="61"/>
                </a:cubicBezTo>
                <a:cubicBezTo>
                  <a:pt x="106" y="61"/>
                  <a:pt x="106" y="61"/>
                  <a:pt x="106" y="61"/>
                </a:cubicBezTo>
                <a:cubicBezTo>
                  <a:pt x="107" y="61"/>
                  <a:pt x="108" y="61"/>
                  <a:pt x="108" y="62"/>
                </a:cubicBezTo>
                <a:cubicBezTo>
                  <a:pt x="109" y="62"/>
                  <a:pt x="109" y="63"/>
                  <a:pt x="109" y="6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96" name="Freeform 299"/>
          <p:cNvSpPr>
            <a:spLocks/>
          </p:cNvSpPr>
          <p:nvPr/>
        </p:nvSpPr>
        <p:spPr bwMode="auto">
          <a:xfrm>
            <a:off x="6025765" y="4396089"/>
            <a:ext cx="140472" cy="190176"/>
          </a:xfrm>
          <a:custGeom>
            <a:avLst/>
            <a:gdLst>
              <a:gd name="T0" fmla="*/ 97 w 98"/>
              <a:gd name="T1" fmla="*/ 45 h 133"/>
              <a:gd name="T2" fmla="*/ 91 w 98"/>
              <a:gd name="T3" fmla="*/ 49 h 133"/>
              <a:gd name="T4" fmla="*/ 73 w 98"/>
              <a:gd name="T5" fmla="*/ 49 h 133"/>
              <a:gd name="T6" fmla="*/ 73 w 98"/>
              <a:gd name="T7" fmla="*/ 130 h 133"/>
              <a:gd name="T8" fmla="*/ 72 w 98"/>
              <a:gd name="T9" fmla="*/ 133 h 133"/>
              <a:gd name="T10" fmla="*/ 70 w 98"/>
              <a:gd name="T11" fmla="*/ 133 h 133"/>
              <a:gd name="T12" fmla="*/ 4 w 98"/>
              <a:gd name="T13" fmla="*/ 133 h 133"/>
              <a:gd name="T14" fmla="*/ 1 w 98"/>
              <a:gd name="T15" fmla="*/ 132 h 133"/>
              <a:gd name="T16" fmla="*/ 1 w 98"/>
              <a:gd name="T17" fmla="*/ 128 h 133"/>
              <a:gd name="T18" fmla="*/ 16 w 98"/>
              <a:gd name="T19" fmla="*/ 110 h 133"/>
              <a:gd name="T20" fmla="*/ 19 w 98"/>
              <a:gd name="T21" fmla="*/ 109 h 133"/>
              <a:gd name="T22" fmla="*/ 49 w 98"/>
              <a:gd name="T23" fmla="*/ 109 h 133"/>
              <a:gd name="T24" fmla="*/ 49 w 98"/>
              <a:gd name="T25" fmla="*/ 49 h 133"/>
              <a:gd name="T26" fmla="*/ 31 w 98"/>
              <a:gd name="T27" fmla="*/ 49 h 133"/>
              <a:gd name="T28" fmla="*/ 25 w 98"/>
              <a:gd name="T29" fmla="*/ 45 h 133"/>
              <a:gd name="T30" fmla="*/ 26 w 98"/>
              <a:gd name="T31" fmla="*/ 39 h 133"/>
              <a:gd name="T32" fmla="*/ 56 w 98"/>
              <a:gd name="T33" fmla="*/ 2 h 133"/>
              <a:gd name="T34" fmla="*/ 61 w 98"/>
              <a:gd name="T35" fmla="*/ 0 h 133"/>
              <a:gd name="T36" fmla="*/ 66 w 98"/>
              <a:gd name="T37" fmla="*/ 2 h 133"/>
              <a:gd name="T38" fmla="*/ 96 w 98"/>
              <a:gd name="T39" fmla="*/ 39 h 133"/>
              <a:gd name="T40" fmla="*/ 97 w 98"/>
              <a:gd name="T41" fmla="*/ 45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98" h="133">
                <a:moveTo>
                  <a:pt x="97" y="45"/>
                </a:moveTo>
                <a:cubicBezTo>
                  <a:pt x="96" y="48"/>
                  <a:pt x="94" y="49"/>
                  <a:pt x="91" y="49"/>
                </a:cubicBezTo>
                <a:cubicBezTo>
                  <a:pt x="73" y="49"/>
                  <a:pt x="73" y="49"/>
                  <a:pt x="73" y="49"/>
                </a:cubicBezTo>
                <a:cubicBezTo>
                  <a:pt x="73" y="130"/>
                  <a:pt x="73" y="130"/>
                  <a:pt x="73" y="130"/>
                </a:cubicBezTo>
                <a:cubicBezTo>
                  <a:pt x="73" y="131"/>
                  <a:pt x="73" y="132"/>
                  <a:pt x="72" y="133"/>
                </a:cubicBezTo>
                <a:cubicBezTo>
                  <a:pt x="72" y="133"/>
                  <a:pt x="71" y="133"/>
                  <a:pt x="70" y="133"/>
                </a:cubicBezTo>
                <a:cubicBezTo>
                  <a:pt x="4" y="133"/>
                  <a:pt x="4" y="133"/>
                  <a:pt x="4" y="133"/>
                </a:cubicBezTo>
                <a:cubicBezTo>
                  <a:pt x="2" y="133"/>
                  <a:pt x="1" y="133"/>
                  <a:pt x="1" y="132"/>
                </a:cubicBezTo>
                <a:cubicBezTo>
                  <a:pt x="0" y="130"/>
                  <a:pt x="0" y="129"/>
                  <a:pt x="1" y="128"/>
                </a:cubicBezTo>
                <a:cubicBezTo>
                  <a:pt x="16" y="110"/>
                  <a:pt x="16" y="110"/>
                  <a:pt x="16" y="110"/>
                </a:cubicBezTo>
                <a:cubicBezTo>
                  <a:pt x="17" y="110"/>
                  <a:pt x="18" y="109"/>
                  <a:pt x="19" y="109"/>
                </a:cubicBezTo>
                <a:cubicBezTo>
                  <a:pt x="49" y="109"/>
                  <a:pt x="49" y="109"/>
                  <a:pt x="49" y="109"/>
                </a:cubicBezTo>
                <a:cubicBezTo>
                  <a:pt x="49" y="49"/>
                  <a:pt x="49" y="49"/>
                  <a:pt x="49" y="49"/>
                </a:cubicBezTo>
                <a:cubicBezTo>
                  <a:pt x="31" y="49"/>
                  <a:pt x="31" y="49"/>
                  <a:pt x="31" y="49"/>
                </a:cubicBezTo>
                <a:cubicBezTo>
                  <a:pt x="28" y="49"/>
                  <a:pt x="26" y="48"/>
                  <a:pt x="25" y="45"/>
                </a:cubicBezTo>
                <a:cubicBezTo>
                  <a:pt x="24" y="43"/>
                  <a:pt x="24" y="41"/>
                  <a:pt x="26" y="39"/>
                </a:cubicBezTo>
                <a:cubicBezTo>
                  <a:pt x="56" y="2"/>
                  <a:pt x="56" y="2"/>
                  <a:pt x="56" y="2"/>
                </a:cubicBezTo>
                <a:cubicBezTo>
                  <a:pt x="58" y="1"/>
                  <a:pt x="59" y="0"/>
                  <a:pt x="61" y="0"/>
                </a:cubicBezTo>
                <a:cubicBezTo>
                  <a:pt x="63" y="0"/>
                  <a:pt x="65" y="1"/>
                  <a:pt x="66" y="2"/>
                </a:cubicBezTo>
                <a:cubicBezTo>
                  <a:pt x="96" y="39"/>
                  <a:pt x="96" y="39"/>
                  <a:pt x="96" y="39"/>
                </a:cubicBezTo>
                <a:cubicBezTo>
                  <a:pt x="98" y="41"/>
                  <a:pt x="98" y="43"/>
                  <a:pt x="97" y="45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97" name="Freeform 300"/>
          <p:cNvSpPr>
            <a:spLocks/>
          </p:cNvSpPr>
          <p:nvPr/>
        </p:nvSpPr>
        <p:spPr bwMode="auto">
          <a:xfrm>
            <a:off x="6224587" y="4413379"/>
            <a:ext cx="140472" cy="192339"/>
          </a:xfrm>
          <a:custGeom>
            <a:avLst/>
            <a:gdLst>
              <a:gd name="T0" fmla="*/ 3 w 98"/>
              <a:gd name="T1" fmla="*/ 0 h 134"/>
              <a:gd name="T2" fmla="*/ 70 w 98"/>
              <a:gd name="T3" fmla="*/ 0 h 134"/>
              <a:gd name="T4" fmla="*/ 72 w 98"/>
              <a:gd name="T5" fmla="*/ 1 h 134"/>
              <a:gd name="T6" fmla="*/ 73 w 98"/>
              <a:gd name="T7" fmla="*/ 4 h 134"/>
              <a:gd name="T8" fmla="*/ 73 w 98"/>
              <a:gd name="T9" fmla="*/ 85 h 134"/>
              <a:gd name="T10" fmla="*/ 91 w 98"/>
              <a:gd name="T11" fmla="*/ 85 h 134"/>
              <a:gd name="T12" fmla="*/ 97 w 98"/>
              <a:gd name="T13" fmla="*/ 89 h 134"/>
              <a:gd name="T14" fmla="*/ 96 w 98"/>
              <a:gd name="T15" fmla="*/ 95 h 134"/>
              <a:gd name="T16" fmla="*/ 66 w 98"/>
              <a:gd name="T17" fmla="*/ 131 h 134"/>
              <a:gd name="T18" fmla="*/ 61 w 98"/>
              <a:gd name="T19" fmla="*/ 134 h 134"/>
              <a:gd name="T20" fmla="*/ 56 w 98"/>
              <a:gd name="T21" fmla="*/ 131 h 134"/>
              <a:gd name="T22" fmla="*/ 26 w 98"/>
              <a:gd name="T23" fmla="*/ 95 h 134"/>
              <a:gd name="T24" fmla="*/ 25 w 98"/>
              <a:gd name="T25" fmla="*/ 89 h 134"/>
              <a:gd name="T26" fmla="*/ 31 w 98"/>
              <a:gd name="T27" fmla="*/ 85 h 134"/>
              <a:gd name="T28" fmla="*/ 49 w 98"/>
              <a:gd name="T29" fmla="*/ 85 h 134"/>
              <a:gd name="T30" fmla="*/ 49 w 98"/>
              <a:gd name="T31" fmla="*/ 25 h 134"/>
              <a:gd name="T32" fmla="*/ 19 w 98"/>
              <a:gd name="T33" fmla="*/ 25 h 134"/>
              <a:gd name="T34" fmla="*/ 16 w 98"/>
              <a:gd name="T35" fmla="*/ 24 h 134"/>
              <a:gd name="T36" fmla="*/ 1 w 98"/>
              <a:gd name="T37" fmla="*/ 5 h 134"/>
              <a:gd name="T38" fmla="*/ 1 w 98"/>
              <a:gd name="T39" fmla="*/ 2 h 134"/>
              <a:gd name="T40" fmla="*/ 3 w 98"/>
              <a:gd name="T41" fmla="*/ 0 h 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98" h="134">
                <a:moveTo>
                  <a:pt x="3" y="0"/>
                </a:moveTo>
                <a:cubicBezTo>
                  <a:pt x="70" y="0"/>
                  <a:pt x="70" y="0"/>
                  <a:pt x="70" y="0"/>
                </a:cubicBezTo>
                <a:cubicBezTo>
                  <a:pt x="71" y="0"/>
                  <a:pt x="72" y="1"/>
                  <a:pt x="72" y="1"/>
                </a:cubicBezTo>
                <a:cubicBezTo>
                  <a:pt x="73" y="2"/>
                  <a:pt x="73" y="3"/>
                  <a:pt x="73" y="4"/>
                </a:cubicBezTo>
                <a:cubicBezTo>
                  <a:pt x="73" y="85"/>
                  <a:pt x="73" y="85"/>
                  <a:pt x="73" y="85"/>
                </a:cubicBezTo>
                <a:cubicBezTo>
                  <a:pt x="91" y="85"/>
                  <a:pt x="91" y="85"/>
                  <a:pt x="91" y="85"/>
                </a:cubicBezTo>
                <a:cubicBezTo>
                  <a:pt x="94" y="85"/>
                  <a:pt x="96" y="86"/>
                  <a:pt x="97" y="89"/>
                </a:cubicBezTo>
                <a:cubicBezTo>
                  <a:pt x="98" y="91"/>
                  <a:pt x="98" y="93"/>
                  <a:pt x="96" y="95"/>
                </a:cubicBezTo>
                <a:cubicBezTo>
                  <a:pt x="66" y="131"/>
                  <a:pt x="66" y="131"/>
                  <a:pt x="66" y="131"/>
                </a:cubicBezTo>
                <a:cubicBezTo>
                  <a:pt x="64" y="133"/>
                  <a:pt x="63" y="134"/>
                  <a:pt x="61" y="134"/>
                </a:cubicBezTo>
                <a:cubicBezTo>
                  <a:pt x="59" y="134"/>
                  <a:pt x="57" y="133"/>
                  <a:pt x="56" y="131"/>
                </a:cubicBezTo>
                <a:cubicBezTo>
                  <a:pt x="26" y="95"/>
                  <a:pt x="26" y="95"/>
                  <a:pt x="26" y="95"/>
                </a:cubicBezTo>
                <a:cubicBezTo>
                  <a:pt x="24" y="93"/>
                  <a:pt x="24" y="91"/>
                  <a:pt x="25" y="89"/>
                </a:cubicBezTo>
                <a:cubicBezTo>
                  <a:pt x="26" y="86"/>
                  <a:pt x="28" y="85"/>
                  <a:pt x="31" y="85"/>
                </a:cubicBezTo>
                <a:cubicBezTo>
                  <a:pt x="49" y="85"/>
                  <a:pt x="49" y="85"/>
                  <a:pt x="49" y="85"/>
                </a:cubicBezTo>
                <a:cubicBezTo>
                  <a:pt x="49" y="25"/>
                  <a:pt x="49" y="25"/>
                  <a:pt x="49" y="25"/>
                </a:cubicBezTo>
                <a:cubicBezTo>
                  <a:pt x="19" y="25"/>
                  <a:pt x="19" y="25"/>
                  <a:pt x="19" y="25"/>
                </a:cubicBezTo>
                <a:cubicBezTo>
                  <a:pt x="18" y="25"/>
                  <a:pt x="17" y="24"/>
                  <a:pt x="16" y="24"/>
                </a:cubicBezTo>
                <a:cubicBezTo>
                  <a:pt x="1" y="5"/>
                  <a:pt x="1" y="5"/>
                  <a:pt x="1" y="5"/>
                </a:cubicBezTo>
                <a:cubicBezTo>
                  <a:pt x="0" y="5"/>
                  <a:pt x="0" y="3"/>
                  <a:pt x="1" y="2"/>
                </a:cubicBezTo>
                <a:cubicBezTo>
                  <a:pt x="1" y="1"/>
                  <a:pt x="2" y="0"/>
                  <a:pt x="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98" name="Freeform 301"/>
          <p:cNvSpPr>
            <a:spLocks noEditPoints="1"/>
          </p:cNvSpPr>
          <p:nvPr/>
        </p:nvSpPr>
        <p:spPr bwMode="auto">
          <a:xfrm>
            <a:off x="6425568" y="4396089"/>
            <a:ext cx="209627" cy="209627"/>
          </a:xfrm>
          <a:custGeom>
            <a:avLst/>
            <a:gdLst>
              <a:gd name="T0" fmla="*/ 146 w 146"/>
              <a:gd name="T1" fmla="*/ 28 h 146"/>
              <a:gd name="T2" fmla="*/ 146 w 146"/>
              <a:gd name="T3" fmla="*/ 118 h 146"/>
              <a:gd name="T4" fmla="*/ 138 w 146"/>
              <a:gd name="T5" fmla="*/ 138 h 146"/>
              <a:gd name="T6" fmla="*/ 118 w 146"/>
              <a:gd name="T7" fmla="*/ 146 h 146"/>
              <a:gd name="T8" fmla="*/ 28 w 146"/>
              <a:gd name="T9" fmla="*/ 146 h 146"/>
              <a:gd name="T10" fmla="*/ 8 w 146"/>
              <a:gd name="T11" fmla="*/ 138 h 146"/>
              <a:gd name="T12" fmla="*/ 0 w 146"/>
              <a:gd name="T13" fmla="*/ 118 h 146"/>
              <a:gd name="T14" fmla="*/ 0 w 146"/>
              <a:gd name="T15" fmla="*/ 28 h 146"/>
              <a:gd name="T16" fmla="*/ 8 w 146"/>
              <a:gd name="T17" fmla="*/ 8 h 146"/>
              <a:gd name="T18" fmla="*/ 28 w 146"/>
              <a:gd name="T19" fmla="*/ 0 h 146"/>
              <a:gd name="T20" fmla="*/ 118 w 146"/>
              <a:gd name="T21" fmla="*/ 0 h 146"/>
              <a:gd name="T22" fmla="*/ 138 w 146"/>
              <a:gd name="T23" fmla="*/ 8 h 146"/>
              <a:gd name="T24" fmla="*/ 146 w 146"/>
              <a:gd name="T25" fmla="*/ 28 h 146"/>
              <a:gd name="T26" fmla="*/ 65 w 146"/>
              <a:gd name="T27" fmla="*/ 111 h 146"/>
              <a:gd name="T28" fmla="*/ 123 w 146"/>
              <a:gd name="T29" fmla="*/ 53 h 146"/>
              <a:gd name="T30" fmla="*/ 125 w 146"/>
              <a:gd name="T31" fmla="*/ 49 h 146"/>
              <a:gd name="T32" fmla="*/ 123 w 146"/>
              <a:gd name="T33" fmla="*/ 44 h 146"/>
              <a:gd name="T34" fmla="*/ 113 w 146"/>
              <a:gd name="T35" fmla="*/ 35 h 146"/>
              <a:gd name="T36" fmla="*/ 109 w 146"/>
              <a:gd name="T37" fmla="*/ 33 h 146"/>
              <a:gd name="T38" fmla="*/ 105 w 146"/>
              <a:gd name="T39" fmla="*/ 35 h 146"/>
              <a:gd name="T40" fmla="*/ 61 w 146"/>
              <a:gd name="T41" fmla="*/ 79 h 146"/>
              <a:gd name="T42" fmla="*/ 41 w 146"/>
              <a:gd name="T43" fmla="*/ 59 h 146"/>
              <a:gd name="T44" fmla="*/ 37 w 146"/>
              <a:gd name="T45" fmla="*/ 57 h 146"/>
              <a:gd name="T46" fmla="*/ 32 w 146"/>
              <a:gd name="T47" fmla="*/ 59 h 146"/>
              <a:gd name="T48" fmla="*/ 23 w 146"/>
              <a:gd name="T49" fmla="*/ 69 h 146"/>
              <a:gd name="T50" fmla="*/ 21 w 146"/>
              <a:gd name="T51" fmla="*/ 73 h 146"/>
              <a:gd name="T52" fmla="*/ 23 w 146"/>
              <a:gd name="T53" fmla="*/ 77 h 146"/>
              <a:gd name="T54" fmla="*/ 57 w 146"/>
              <a:gd name="T55" fmla="*/ 111 h 146"/>
              <a:gd name="T56" fmla="*/ 61 w 146"/>
              <a:gd name="T57" fmla="*/ 113 h 146"/>
              <a:gd name="T58" fmla="*/ 65 w 146"/>
              <a:gd name="T59" fmla="*/ 111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46" h="146">
                <a:moveTo>
                  <a:pt x="146" y="28"/>
                </a:moveTo>
                <a:cubicBezTo>
                  <a:pt x="146" y="118"/>
                  <a:pt x="146" y="118"/>
                  <a:pt x="146" y="118"/>
                </a:cubicBezTo>
                <a:cubicBezTo>
                  <a:pt x="146" y="126"/>
                  <a:pt x="143" y="132"/>
                  <a:pt x="138" y="138"/>
                </a:cubicBezTo>
                <a:cubicBezTo>
                  <a:pt x="132" y="143"/>
                  <a:pt x="126" y="146"/>
                  <a:pt x="118" y="146"/>
                </a:cubicBezTo>
                <a:cubicBezTo>
                  <a:pt x="28" y="146"/>
                  <a:pt x="28" y="146"/>
                  <a:pt x="28" y="146"/>
                </a:cubicBezTo>
                <a:cubicBezTo>
                  <a:pt x="20" y="146"/>
                  <a:pt x="14" y="143"/>
                  <a:pt x="8" y="138"/>
                </a:cubicBezTo>
                <a:cubicBezTo>
                  <a:pt x="3" y="132"/>
                  <a:pt x="0" y="126"/>
                  <a:pt x="0" y="118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0"/>
                  <a:pt x="3" y="14"/>
                  <a:pt x="8" y="8"/>
                </a:cubicBezTo>
                <a:cubicBezTo>
                  <a:pt x="14" y="3"/>
                  <a:pt x="20" y="0"/>
                  <a:pt x="28" y="0"/>
                </a:cubicBezTo>
                <a:cubicBezTo>
                  <a:pt x="118" y="0"/>
                  <a:pt x="118" y="0"/>
                  <a:pt x="118" y="0"/>
                </a:cubicBezTo>
                <a:cubicBezTo>
                  <a:pt x="126" y="0"/>
                  <a:pt x="132" y="3"/>
                  <a:pt x="138" y="8"/>
                </a:cubicBezTo>
                <a:cubicBezTo>
                  <a:pt x="143" y="14"/>
                  <a:pt x="146" y="20"/>
                  <a:pt x="146" y="28"/>
                </a:cubicBezTo>
                <a:close/>
                <a:moveTo>
                  <a:pt x="65" y="111"/>
                </a:moveTo>
                <a:cubicBezTo>
                  <a:pt x="123" y="53"/>
                  <a:pt x="123" y="53"/>
                  <a:pt x="123" y="53"/>
                </a:cubicBezTo>
                <a:cubicBezTo>
                  <a:pt x="124" y="52"/>
                  <a:pt x="125" y="50"/>
                  <a:pt x="125" y="49"/>
                </a:cubicBezTo>
                <a:cubicBezTo>
                  <a:pt x="125" y="47"/>
                  <a:pt x="124" y="46"/>
                  <a:pt x="123" y="44"/>
                </a:cubicBezTo>
                <a:cubicBezTo>
                  <a:pt x="113" y="35"/>
                  <a:pt x="113" y="35"/>
                  <a:pt x="113" y="35"/>
                </a:cubicBezTo>
                <a:cubicBezTo>
                  <a:pt x="112" y="34"/>
                  <a:pt x="111" y="33"/>
                  <a:pt x="109" y="33"/>
                </a:cubicBezTo>
                <a:cubicBezTo>
                  <a:pt x="108" y="33"/>
                  <a:pt x="106" y="34"/>
                  <a:pt x="105" y="35"/>
                </a:cubicBezTo>
                <a:cubicBezTo>
                  <a:pt x="61" y="79"/>
                  <a:pt x="61" y="79"/>
                  <a:pt x="61" y="79"/>
                </a:cubicBezTo>
                <a:cubicBezTo>
                  <a:pt x="41" y="59"/>
                  <a:pt x="41" y="59"/>
                  <a:pt x="41" y="59"/>
                </a:cubicBezTo>
                <a:cubicBezTo>
                  <a:pt x="40" y="58"/>
                  <a:pt x="38" y="57"/>
                  <a:pt x="37" y="57"/>
                </a:cubicBezTo>
                <a:cubicBezTo>
                  <a:pt x="35" y="57"/>
                  <a:pt x="34" y="58"/>
                  <a:pt x="32" y="59"/>
                </a:cubicBezTo>
                <a:cubicBezTo>
                  <a:pt x="23" y="69"/>
                  <a:pt x="23" y="69"/>
                  <a:pt x="23" y="69"/>
                </a:cubicBezTo>
                <a:cubicBezTo>
                  <a:pt x="22" y="70"/>
                  <a:pt x="21" y="71"/>
                  <a:pt x="21" y="73"/>
                </a:cubicBezTo>
                <a:cubicBezTo>
                  <a:pt x="21" y="75"/>
                  <a:pt x="22" y="76"/>
                  <a:pt x="23" y="77"/>
                </a:cubicBezTo>
                <a:cubicBezTo>
                  <a:pt x="57" y="111"/>
                  <a:pt x="57" y="111"/>
                  <a:pt x="57" y="111"/>
                </a:cubicBezTo>
                <a:cubicBezTo>
                  <a:pt x="58" y="112"/>
                  <a:pt x="59" y="113"/>
                  <a:pt x="61" y="113"/>
                </a:cubicBezTo>
                <a:cubicBezTo>
                  <a:pt x="62" y="113"/>
                  <a:pt x="64" y="112"/>
                  <a:pt x="65" y="11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99" name="Freeform 302"/>
          <p:cNvSpPr>
            <a:spLocks noEditPoints="1"/>
          </p:cNvSpPr>
          <p:nvPr/>
        </p:nvSpPr>
        <p:spPr bwMode="auto">
          <a:xfrm>
            <a:off x="6697867" y="4396089"/>
            <a:ext cx="207464" cy="209627"/>
          </a:xfrm>
          <a:custGeom>
            <a:avLst/>
            <a:gdLst>
              <a:gd name="T0" fmla="*/ 145 w 145"/>
              <a:gd name="T1" fmla="*/ 28 h 146"/>
              <a:gd name="T2" fmla="*/ 145 w 145"/>
              <a:gd name="T3" fmla="*/ 118 h 146"/>
              <a:gd name="T4" fmla="*/ 137 w 145"/>
              <a:gd name="T5" fmla="*/ 138 h 146"/>
              <a:gd name="T6" fmla="*/ 118 w 145"/>
              <a:gd name="T7" fmla="*/ 146 h 146"/>
              <a:gd name="T8" fmla="*/ 27 w 145"/>
              <a:gd name="T9" fmla="*/ 146 h 146"/>
              <a:gd name="T10" fmla="*/ 8 w 145"/>
              <a:gd name="T11" fmla="*/ 138 h 146"/>
              <a:gd name="T12" fmla="*/ 0 w 145"/>
              <a:gd name="T13" fmla="*/ 118 h 146"/>
              <a:gd name="T14" fmla="*/ 0 w 145"/>
              <a:gd name="T15" fmla="*/ 28 h 146"/>
              <a:gd name="T16" fmla="*/ 8 w 145"/>
              <a:gd name="T17" fmla="*/ 8 h 146"/>
              <a:gd name="T18" fmla="*/ 27 w 145"/>
              <a:gd name="T19" fmla="*/ 0 h 146"/>
              <a:gd name="T20" fmla="*/ 118 w 145"/>
              <a:gd name="T21" fmla="*/ 0 h 146"/>
              <a:gd name="T22" fmla="*/ 137 w 145"/>
              <a:gd name="T23" fmla="*/ 8 h 146"/>
              <a:gd name="T24" fmla="*/ 145 w 145"/>
              <a:gd name="T25" fmla="*/ 28 h 146"/>
              <a:gd name="T26" fmla="*/ 51 w 145"/>
              <a:gd name="T27" fmla="*/ 121 h 146"/>
              <a:gd name="T28" fmla="*/ 102 w 145"/>
              <a:gd name="T29" fmla="*/ 70 h 146"/>
              <a:gd name="T30" fmla="*/ 75 w 145"/>
              <a:gd name="T31" fmla="*/ 43 h 146"/>
              <a:gd name="T32" fmla="*/ 24 w 145"/>
              <a:gd name="T33" fmla="*/ 94 h 146"/>
              <a:gd name="T34" fmla="*/ 24 w 145"/>
              <a:gd name="T35" fmla="*/ 121 h 146"/>
              <a:gd name="T36" fmla="*/ 51 w 145"/>
              <a:gd name="T37" fmla="*/ 121 h 146"/>
              <a:gd name="T38" fmla="*/ 38 w 145"/>
              <a:gd name="T39" fmla="*/ 93 h 146"/>
              <a:gd name="T40" fmla="*/ 52 w 145"/>
              <a:gd name="T41" fmla="*/ 107 h 146"/>
              <a:gd name="T42" fmla="*/ 47 w 145"/>
              <a:gd name="T43" fmla="*/ 112 h 146"/>
              <a:gd name="T44" fmla="*/ 42 w 145"/>
              <a:gd name="T45" fmla="*/ 112 h 146"/>
              <a:gd name="T46" fmla="*/ 42 w 145"/>
              <a:gd name="T47" fmla="*/ 103 h 146"/>
              <a:gd name="T48" fmla="*/ 33 w 145"/>
              <a:gd name="T49" fmla="*/ 103 h 146"/>
              <a:gd name="T50" fmla="*/ 33 w 145"/>
              <a:gd name="T51" fmla="*/ 98 h 146"/>
              <a:gd name="T52" fmla="*/ 38 w 145"/>
              <a:gd name="T53" fmla="*/ 93 h 146"/>
              <a:gd name="T54" fmla="*/ 77 w 145"/>
              <a:gd name="T55" fmla="*/ 56 h 146"/>
              <a:gd name="T56" fmla="*/ 77 w 145"/>
              <a:gd name="T57" fmla="*/ 59 h 146"/>
              <a:gd name="T58" fmla="*/ 49 w 145"/>
              <a:gd name="T59" fmla="*/ 86 h 146"/>
              <a:gd name="T60" fmla="*/ 46 w 145"/>
              <a:gd name="T61" fmla="*/ 87 h 146"/>
              <a:gd name="T62" fmla="*/ 47 w 145"/>
              <a:gd name="T63" fmla="*/ 84 h 146"/>
              <a:gd name="T64" fmla="*/ 74 w 145"/>
              <a:gd name="T65" fmla="*/ 56 h 146"/>
              <a:gd name="T66" fmla="*/ 77 w 145"/>
              <a:gd name="T67" fmla="*/ 56 h 146"/>
              <a:gd name="T68" fmla="*/ 109 w 145"/>
              <a:gd name="T69" fmla="*/ 64 h 146"/>
              <a:gd name="T70" fmla="*/ 117 w 145"/>
              <a:gd name="T71" fmla="*/ 55 h 146"/>
              <a:gd name="T72" fmla="*/ 120 w 145"/>
              <a:gd name="T73" fmla="*/ 49 h 146"/>
              <a:gd name="T74" fmla="*/ 117 w 145"/>
              <a:gd name="T75" fmla="*/ 42 h 146"/>
              <a:gd name="T76" fmla="*/ 103 w 145"/>
              <a:gd name="T77" fmla="*/ 28 h 146"/>
              <a:gd name="T78" fmla="*/ 96 w 145"/>
              <a:gd name="T79" fmla="*/ 25 h 146"/>
              <a:gd name="T80" fmla="*/ 90 w 145"/>
              <a:gd name="T81" fmla="*/ 28 h 146"/>
              <a:gd name="T82" fmla="*/ 81 w 145"/>
              <a:gd name="T83" fmla="*/ 37 h 146"/>
              <a:gd name="T84" fmla="*/ 109 w 145"/>
              <a:gd name="T85" fmla="*/ 64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45" h="146">
                <a:moveTo>
                  <a:pt x="145" y="28"/>
                </a:moveTo>
                <a:cubicBezTo>
                  <a:pt x="145" y="118"/>
                  <a:pt x="145" y="118"/>
                  <a:pt x="145" y="118"/>
                </a:cubicBezTo>
                <a:cubicBezTo>
                  <a:pt x="145" y="126"/>
                  <a:pt x="142" y="132"/>
                  <a:pt x="137" y="138"/>
                </a:cubicBezTo>
                <a:cubicBezTo>
                  <a:pt x="132" y="143"/>
                  <a:pt x="125" y="146"/>
                  <a:pt x="118" y="146"/>
                </a:cubicBezTo>
                <a:cubicBezTo>
                  <a:pt x="27" y="146"/>
                  <a:pt x="27" y="146"/>
                  <a:pt x="27" y="146"/>
                </a:cubicBezTo>
                <a:cubicBezTo>
                  <a:pt x="19" y="146"/>
                  <a:pt x="13" y="143"/>
                  <a:pt x="8" y="138"/>
                </a:cubicBezTo>
                <a:cubicBezTo>
                  <a:pt x="2" y="132"/>
                  <a:pt x="0" y="126"/>
                  <a:pt x="0" y="118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0"/>
                  <a:pt x="2" y="14"/>
                  <a:pt x="8" y="8"/>
                </a:cubicBezTo>
                <a:cubicBezTo>
                  <a:pt x="13" y="3"/>
                  <a:pt x="19" y="0"/>
                  <a:pt x="27" y="0"/>
                </a:cubicBezTo>
                <a:cubicBezTo>
                  <a:pt x="118" y="0"/>
                  <a:pt x="118" y="0"/>
                  <a:pt x="118" y="0"/>
                </a:cubicBezTo>
                <a:cubicBezTo>
                  <a:pt x="125" y="0"/>
                  <a:pt x="132" y="3"/>
                  <a:pt x="137" y="8"/>
                </a:cubicBezTo>
                <a:cubicBezTo>
                  <a:pt x="142" y="14"/>
                  <a:pt x="145" y="20"/>
                  <a:pt x="145" y="28"/>
                </a:cubicBezTo>
                <a:close/>
                <a:moveTo>
                  <a:pt x="51" y="121"/>
                </a:moveTo>
                <a:cubicBezTo>
                  <a:pt x="102" y="70"/>
                  <a:pt x="102" y="70"/>
                  <a:pt x="102" y="70"/>
                </a:cubicBezTo>
                <a:cubicBezTo>
                  <a:pt x="75" y="43"/>
                  <a:pt x="75" y="43"/>
                  <a:pt x="75" y="43"/>
                </a:cubicBezTo>
                <a:cubicBezTo>
                  <a:pt x="24" y="94"/>
                  <a:pt x="24" y="94"/>
                  <a:pt x="24" y="94"/>
                </a:cubicBezTo>
                <a:cubicBezTo>
                  <a:pt x="24" y="121"/>
                  <a:pt x="24" y="121"/>
                  <a:pt x="24" y="121"/>
                </a:cubicBezTo>
                <a:lnTo>
                  <a:pt x="51" y="121"/>
                </a:lnTo>
                <a:close/>
                <a:moveTo>
                  <a:pt x="38" y="93"/>
                </a:moveTo>
                <a:cubicBezTo>
                  <a:pt x="52" y="107"/>
                  <a:pt x="52" y="107"/>
                  <a:pt x="52" y="107"/>
                </a:cubicBezTo>
                <a:cubicBezTo>
                  <a:pt x="47" y="112"/>
                  <a:pt x="47" y="112"/>
                  <a:pt x="47" y="112"/>
                </a:cubicBezTo>
                <a:cubicBezTo>
                  <a:pt x="42" y="112"/>
                  <a:pt x="42" y="112"/>
                  <a:pt x="42" y="112"/>
                </a:cubicBezTo>
                <a:cubicBezTo>
                  <a:pt x="42" y="103"/>
                  <a:pt x="42" y="103"/>
                  <a:pt x="42" y="103"/>
                </a:cubicBezTo>
                <a:cubicBezTo>
                  <a:pt x="33" y="103"/>
                  <a:pt x="33" y="103"/>
                  <a:pt x="33" y="103"/>
                </a:cubicBezTo>
                <a:cubicBezTo>
                  <a:pt x="33" y="98"/>
                  <a:pt x="33" y="98"/>
                  <a:pt x="33" y="98"/>
                </a:cubicBezTo>
                <a:lnTo>
                  <a:pt x="38" y="93"/>
                </a:lnTo>
                <a:close/>
                <a:moveTo>
                  <a:pt x="77" y="56"/>
                </a:moveTo>
                <a:cubicBezTo>
                  <a:pt x="78" y="57"/>
                  <a:pt x="78" y="58"/>
                  <a:pt x="77" y="59"/>
                </a:cubicBezTo>
                <a:cubicBezTo>
                  <a:pt x="49" y="86"/>
                  <a:pt x="49" y="86"/>
                  <a:pt x="49" y="86"/>
                </a:cubicBezTo>
                <a:cubicBezTo>
                  <a:pt x="48" y="88"/>
                  <a:pt x="47" y="88"/>
                  <a:pt x="46" y="87"/>
                </a:cubicBezTo>
                <a:cubicBezTo>
                  <a:pt x="45" y="86"/>
                  <a:pt x="46" y="85"/>
                  <a:pt x="47" y="84"/>
                </a:cubicBezTo>
                <a:cubicBezTo>
                  <a:pt x="74" y="56"/>
                  <a:pt x="74" y="56"/>
                  <a:pt x="74" y="56"/>
                </a:cubicBezTo>
                <a:cubicBezTo>
                  <a:pt x="75" y="55"/>
                  <a:pt x="76" y="55"/>
                  <a:pt x="77" y="56"/>
                </a:cubicBezTo>
                <a:close/>
                <a:moveTo>
                  <a:pt x="109" y="64"/>
                </a:moveTo>
                <a:cubicBezTo>
                  <a:pt x="117" y="55"/>
                  <a:pt x="117" y="55"/>
                  <a:pt x="117" y="55"/>
                </a:cubicBezTo>
                <a:cubicBezTo>
                  <a:pt x="119" y="53"/>
                  <a:pt x="120" y="51"/>
                  <a:pt x="120" y="49"/>
                </a:cubicBezTo>
                <a:cubicBezTo>
                  <a:pt x="120" y="46"/>
                  <a:pt x="119" y="44"/>
                  <a:pt x="117" y="42"/>
                </a:cubicBezTo>
                <a:cubicBezTo>
                  <a:pt x="103" y="28"/>
                  <a:pt x="103" y="28"/>
                  <a:pt x="103" y="28"/>
                </a:cubicBezTo>
                <a:cubicBezTo>
                  <a:pt x="101" y="26"/>
                  <a:pt x="99" y="25"/>
                  <a:pt x="96" y="25"/>
                </a:cubicBezTo>
                <a:cubicBezTo>
                  <a:pt x="94" y="25"/>
                  <a:pt x="92" y="26"/>
                  <a:pt x="90" y="28"/>
                </a:cubicBezTo>
                <a:cubicBezTo>
                  <a:pt x="81" y="37"/>
                  <a:pt x="81" y="37"/>
                  <a:pt x="81" y="37"/>
                </a:cubicBezTo>
                <a:lnTo>
                  <a:pt x="109" y="64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00" name="Freeform 303"/>
          <p:cNvSpPr>
            <a:spLocks noEditPoints="1"/>
          </p:cNvSpPr>
          <p:nvPr/>
        </p:nvSpPr>
        <p:spPr bwMode="auto">
          <a:xfrm>
            <a:off x="6965843" y="4396089"/>
            <a:ext cx="207464" cy="209627"/>
          </a:xfrm>
          <a:custGeom>
            <a:avLst/>
            <a:gdLst>
              <a:gd name="T0" fmla="*/ 145 w 145"/>
              <a:gd name="T1" fmla="*/ 28 h 146"/>
              <a:gd name="T2" fmla="*/ 145 w 145"/>
              <a:gd name="T3" fmla="*/ 118 h 146"/>
              <a:gd name="T4" fmla="*/ 137 w 145"/>
              <a:gd name="T5" fmla="*/ 138 h 146"/>
              <a:gd name="T6" fmla="*/ 118 w 145"/>
              <a:gd name="T7" fmla="*/ 146 h 146"/>
              <a:gd name="T8" fmla="*/ 27 w 145"/>
              <a:gd name="T9" fmla="*/ 146 h 146"/>
              <a:gd name="T10" fmla="*/ 8 w 145"/>
              <a:gd name="T11" fmla="*/ 138 h 146"/>
              <a:gd name="T12" fmla="*/ 0 w 145"/>
              <a:gd name="T13" fmla="*/ 118 h 146"/>
              <a:gd name="T14" fmla="*/ 0 w 145"/>
              <a:gd name="T15" fmla="*/ 28 h 146"/>
              <a:gd name="T16" fmla="*/ 8 w 145"/>
              <a:gd name="T17" fmla="*/ 8 h 146"/>
              <a:gd name="T18" fmla="*/ 27 w 145"/>
              <a:gd name="T19" fmla="*/ 0 h 146"/>
              <a:gd name="T20" fmla="*/ 118 w 145"/>
              <a:gd name="T21" fmla="*/ 0 h 146"/>
              <a:gd name="T22" fmla="*/ 137 w 145"/>
              <a:gd name="T23" fmla="*/ 8 h 146"/>
              <a:gd name="T24" fmla="*/ 145 w 145"/>
              <a:gd name="T25" fmla="*/ 28 h 146"/>
              <a:gd name="T26" fmla="*/ 121 w 145"/>
              <a:gd name="T27" fmla="*/ 76 h 146"/>
              <a:gd name="T28" fmla="*/ 121 w 145"/>
              <a:gd name="T29" fmla="*/ 31 h 146"/>
              <a:gd name="T30" fmla="*/ 119 w 145"/>
              <a:gd name="T31" fmla="*/ 26 h 146"/>
              <a:gd name="T32" fmla="*/ 115 w 145"/>
              <a:gd name="T33" fmla="*/ 25 h 146"/>
              <a:gd name="T34" fmla="*/ 70 w 145"/>
              <a:gd name="T35" fmla="*/ 25 h 146"/>
              <a:gd name="T36" fmla="*/ 64 w 145"/>
              <a:gd name="T37" fmla="*/ 28 h 146"/>
              <a:gd name="T38" fmla="*/ 65 w 145"/>
              <a:gd name="T39" fmla="*/ 35 h 146"/>
              <a:gd name="T40" fmla="*/ 79 w 145"/>
              <a:gd name="T41" fmla="*/ 48 h 146"/>
              <a:gd name="T42" fmla="*/ 28 w 145"/>
              <a:gd name="T43" fmla="*/ 99 h 146"/>
              <a:gd name="T44" fmla="*/ 27 w 145"/>
              <a:gd name="T45" fmla="*/ 103 h 146"/>
              <a:gd name="T46" fmla="*/ 28 w 145"/>
              <a:gd name="T47" fmla="*/ 107 h 146"/>
              <a:gd name="T48" fmla="*/ 38 w 145"/>
              <a:gd name="T49" fmla="*/ 117 h 146"/>
              <a:gd name="T50" fmla="*/ 42 w 145"/>
              <a:gd name="T51" fmla="*/ 119 h 146"/>
              <a:gd name="T52" fmla="*/ 47 w 145"/>
              <a:gd name="T53" fmla="*/ 117 h 146"/>
              <a:gd name="T54" fmla="*/ 97 w 145"/>
              <a:gd name="T55" fmla="*/ 67 h 146"/>
              <a:gd name="T56" fmla="*/ 111 w 145"/>
              <a:gd name="T57" fmla="*/ 80 h 146"/>
              <a:gd name="T58" fmla="*/ 115 w 145"/>
              <a:gd name="T59" fmla="*/ 82 h 146"/>
              <a:gd name="T60" fmla="*/ 117 w 145"/>
              <a:gd name="T61" fmla="*/ 82 h 146"/>
              <a:gd name="T62" fmla="*/ 121 w 145"/>
              <a:gd name="T63" fmla="*/ 76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45" h="146">
                <a:moveTo>
                  <a:pt x="145" y="28"/>
                </a:moveTo>
                <a:cubicBezTo>
                  <a:pt x="145" y="118"/>
                  <a:pt x="145" y="118"/>
                  <a:pt x="145" y="118"/>
                </a:cubicBezTo>
                <a:cubicBezTo>
                  <a:pt x="145" y="126"/>
                  <a:pt x="142" y="132"/>
                  <a:pt x="137" y="138"/>
                </a:cubicBezTo>
                <a:cubicBezTo>
                  <a:pt x="132" y="143"/>
                  <a:pt x="125" y="146"/>
                  <a:pt x="118" y="146"/>
                </a:cubicBezTo>
                <a:cubicBezTo>
                  <a:pt x="27" y="146"/>
                  <a:pt x="27" y="146"/>
                  <a:pt x="27" y="146"/>
                </a:cubicBezTo>
                <a:cubicBezTo>
                  <a:pt x="20" y="146"/>
                  <a:pt x="13" y="143"/>
                  <a:pt x="8" y="138"/>
                </a:cubicBezTo>
                <a:cubicBezTo>
                  <a:pt x="3" y="132"/>
                  <a:pt x="0" y="126"/>
                  <a:pt x="0" y="118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0"/>
                  <a:pt x="3" y="14"/>
                  <a:pt x="8" y="8"/>
                </a:cubicBezTo>
                <a:cubicBezTo>
                  <a:pt x="13" y="3"/>
                  <a:pt x="20" y="0"/>
                  <a:pt x="27" y="0"/>
                </a:cubicBezTo>
                <a:cubicBezTo>
                  <a:pt x="118" y="0"/>
                  <a:pt x="118" y="0"/>
                  <a:pt x="118" y="0"/>
                </a:cubicBezTo>
                <a:cubicBezTo>
                  <a:pt x="125" y="0"/>
                  <a:pt x="132" y="3"/>
                  <a:pt x="137" y="8"/>
                </a:cubicBezTo>
                <a:cubicBezTo>
                  <a:pt x="142" y="14"/>
                  <a:pt x="145" y="20"/>
                  <a:pt x="145" y="28"/>
                </a:cubicBezTo>
                <a:close/>
                <a:moveTo>
                  <a:pt x="121" y="76"/>
                </a:moveTo>
                <a:cubicBezTo>
                  <a:pt x="121" y="31"/>
                  <a:pt x="121" y="31"/>
                  <a:pt x="121" y="31"/>
                </a:cubicBezTo>
                <a:cubicBezTo>
                  <a:pt x="121" y="29"/>
                  <a:pt x="120" y="28"/>
                  <a:pt x="119" y="26"/>
                </a:cubicBezTo>
                <a:cubicBezTo>
                  <a:pt x="118" y="25"/>
                  <a:pt x="117" y="25"/>
                  <a:pt x="115" y="25"/>
                </a:cubicBezTo>
                <a:cubicBezTo>
                  <a:pt x="70" y="25"/>
                  <a:pt x="70" y="25"/>
                  <a:pt x="70" y="25"/>
                </a:cubicBezTo>
                <a:cubicBezTo>
                  <a:pt x="67" y="25"/>
                  <a:pt x="65" y="26"/>
                  <a:pt x="64" y="28"/>
                </a:cubicBezTo>
                <a:cubicBezTo>
                  <a:pt x="63" y="31"/>
                  <a:pt x="63" y="33"/>
                  <a:pt x="65" y="35"/>
                </a:cubicBezTo>
                <a:cubicBezTo>
                  <a:pt x="79" y="48"/>
                  <a:pt x="79" y="48"/>
                  <a:pt x="79" y="48"/>
                </a:cubicBezTo>
                <a:cubicBezTo>
                  <a:pt x="28" y="99"/>
                  <a:pt x="28" y="99"/>
                  <a:pt x="28" y="99"/>
                </a:cubicBezTo>
                <a:cubicBezTo>
                  <a:pt x="27" y="100"/>
                  <a:pt x="27" y="102"/>
                  <a:pt x="27" y="103"/>
                </a:cubicBezTo>
                <a:cubicBezTo>
                  <a:pt x="27" y="105"/>
                  <a:pt x="27" y="106"/>
                  <a:pt x="28" y="107"/>
                </a:cubicBezTo>
                <a:cubicBezTo>
                  <a:pt x="38" y="117"/>
                  <a:pt x="38" y="117"/>
                  <a:pt x="38" y="117"/>
                </a:cubicBezTo>
                <a:cubicBezTo>
                  <a:pt x="39" y="118"/>
                  <a:pt x="41" y="119"/>
                  <a:pt x="42" y="119"/>
                </a:cubicBezTo>
                <a:cubicBezTo>
                  <a:pt x="44" y="119"/>
                  <a:pt x="45" y="118"/>
                  <a:pt x="47" y="117"/>
                </a:cubicBezTo>
                <a:cubicBezTo>
                  <a:pt x="97" y="67"/>
                  <a:pt x="97" y="67"/>
                  <a:pt x="97" y="67"/>
                </a:cubicBezTo>
                <a:cubicBezTo>
                  <a:pt x="111" y="80"/>
                  <a:pt x="111" y="80"/>
                  <a:pt x="111" y="80"/>
                </a:cubicBezTo>
                <a:cubicBezTo>
                  <a:pt x="112" y="81"/>
                  <a:pt x="113" y="82"/>
                  <a:pt x="115" y="82"/>
                </a:cubicBezTo>
                <a:cubicBezTo>
                  <a:pt x="116" y="82"/>
                  <a:pt x="116" y="82"/>
                  <a:pt x="117" y="82"/>
                </a:cubicBezTo>
                <a:cubicBezTo>
                  <a:pt x="120" y="80"/>
                  <a:pt x="121" y="79"/>
                  <a:pt x="121" y="76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01" name="Freeform 304"/>
          <p:cNvSpPr>
            <a:spLocks noEditPoints="1"/>
          </p:cNvSpPr>
          <p:nvPr/>
        </p:nvSpPr>
        <p:spPr bwMode="auto">
          <a:xfrm>
            <a:off x="7235979" y="4396089"/>
            <a:ext cx="207464" cy="209627"/>
          </a:xfrm>
          <a:custGeom>
            <a:avLst/>
            <a:gdLst>
              <a:gd name="T0" fmla="*/ 145 w 145"/>
              <a:gd name="T1" fmla="*/ 28 h 146"/>
              <a:gd name="T2" fmla="*/ 145 w 145"/>
              <a:gd name="T3" fmla="*/ 118 h 146"/>
              <a:gd name="T4" fmla="*/ 137 w 145"/>
              <a:gd name="T5" fmla="*/ 138 h 146"/>
              <a:gd name="T6" fmla="*/ 118 w 145"/>
              <a:gd name="T7" fmla="*/ 146 h 146"/>
              <a:gd name="T8" fmla="*/ 27 w 145"/>
              <a:gd name="T9" fmla="*/ 146 h 146"/>
              <a:gd name="T10" fmla="*/ 8 w 145"/>
              <a:gd name="T11" fmla="*/ 138 h 146"/>
              <a:gd name="T12" fmla="*/ 0 w 145"/>
              <a:gd name="T13" fmla="*/ 118 h 146"/>
              <a:gd name="T14" fmla="*/ 0 w 145"/>
              <a:gd name="T15" fmla="*/ 28 h 146"/>
              <a:gd name="T16" fmla="*/ 8 w 145"/>
              <a:gd name="T17" fmla="*/ 8 h 146"/>
              <a:gd name="T18" fmla="*/ 27 w 145"/>
              <a:gd name="T19" fmla="*/ 0 h 146"/>
              <a:gd name="T20" fmla="*/ 118 w 145"/>
              <a:gd name="T21" fmla="*/ 0 h 146"/>
              <a:gd name="T22" fmla="*/ 137 w 145"/>
              <a:gd name="T23" fmla="*/ 8 h 146"/>
              <a:gd name="T24" fmla="*/ 145 w 145"/>
              <a:gd name="T25" fmla="*/ 28 h 146"/>
              <a:gd name="T26" fmla="*/ 95 w 145"/>
              <a:gd name="T27" fmla="*/ 92 h 146"/>
              <a:gd name="T28" fmla="*/ 129 w 145"/>
              <a:gd name="T29" fmla="*/ 59 h 146"/>
              <a:gd name="T30" fmla="*/ 130 w 145"/>
              <a:gd name="T31" fmla="*/ 55 h 146"/>
              <a:gd name="T32" fmla="*/ 129 w 145"/>
              <a:gd name="T33" fmla="*/ 51 h 146"/>
              <a:gd name="T34" fmla="*/ 95 w 145"/>
              <a:gd name="T35" fmla="*/ 17 h 146"/>
              <a:gd name="T36" fmla="*/ 89 w 145"/>
              <a:gd name="T37" fmla="*/ 16 h 146"/>
              <a:gd name="T38" fmla="*/ 85 w 145"/>
              <a:gd name="T39" fmla="*/ 21 h 146"/>
              <a:gd name="T40" fmla="*/ 85 w 145"/>
              <a:gd name="T41" fmla="*/ 37 h 146"/>
              <a:gd name="T42" fmla="*/ 65 w 145"/>
              <a:gd name="T43" fmla="*/ 38 h 146"/>
              <a:gd name="T44" fmla="*/ 49 w 145"/>
              <a:gd name="T45" fmla="*/ 43 h 146"/>
              <a:gd name="T46" fmla="*/ 38 w 145"/>
              <a:gd name="T47" fmla="*/ 51 h 146"/>
              <a:gd name="T48" fmla="*/ 31 w 145"/>
              <a:gd name="T49" fmla="*/ 60 h 146"/>
              <a:gd name="T50" fmla="*/ 27 w 145"/>
              <a:gd name="T51" fmla="*/ 70 h 146"/>
              <a:gd name="T52" fmla="*/ 25 w 145"/>
              <a:gd name="T53" fmla="*/ 81 h 146"/>
              <a:gd name="T54" fmla="*/ 24 w 145"/>
              <a:gd name="T55" fmla="*/ 91 h 146"/>
              <a:gd name="T56" fmla="*/ 40 w 145"/>
              <a:gd name="T57" fmla="*/ 129 h 146"/>
              <a:gd name="T58" fmla="*/ 43 w 145"/>
              <a:gd name="T59" fmla="*/ 130 h 146"/>
              <a:gd name="T60" fmla="*/ 44 w 145"/>
              <a:gd name="T61" fmla="*/ 130 h 146"/>
              <a:gd name="T62" fmla="*/ 46 w 145"/>
              <a:gd name="T63" fmla="*/ 127 h 146"/>
              <a:gd name="T64" fmla="*/ 51 w 145"/>
              <a:gd name="T65" fmla="*/ 82 h 146"/>
              <a:gd name="T66" fmla="*/ 64 w 145"/>
              <a:gd name="T67" fmla="*/ 75 h 146"/>
              <a:gd name="T68" fmla="*/ 85 w 145"/>
              <a:gd name="T69" fmla="*/ 73 h 146"/>
              <a:gd name="T70" fmla="*/ 85 w 145"/>
              <a:gd name="T71" fmla="*/ 88 h 146"/>
              <a:gd name="T72" fmla="*/ 89 w 145"/>
              <a:gd name="T73" fmla="*/ 94 h 146"/>
              <a:gd name="T74" fmla="*/ 91 w 145"/>
              <a:gd name="T75" fmla="*/ 94 h 146"/>
              <a:gd name="T76" fmla="*/ 95 w 145"/>
              <a:gd name="T77" fmla="*/ 92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45" h="146">
                <a:moveTo>
                  <a:pt x="145" y="28"/>
                </a:moveTo>
                <a:cubicBezTo>
                  <a:pt x="145" y="118"/>
                  <a:pt x="145" y="118"/>
                  <a:pt x="145" y="118"/>
                </a:cubicBezTo>
                <a:cubicBezTo>
                  <a:pt x="145" y="126"/>
                  <a:pt x="143" y="132"/>
                  <a:pt x="137" y="138"/>
                </a:cubicBezTo>
                <a:cubicBezTo>
                  <a:pt x="132" y="143"/>
                  <a:pt x="126" y="146"/>
                  <a:pt x="118" y="146"/>
                </a:cubicBezTo>
                <a:cubicBezTo>
                  <a:pt x="27" y="146"/>
                  <a:pt x="27" y="146"/>
                  <a:pt x="27" y="146"/>
                </a:cubicBezTo>
                <a:cubicBezTo>
                  <a:pt x="20" y="146"/>
                  <a:pt x="14" y="143"/>
                  <a:pt x="8" y="138"/>
                </a:cubicBezTo>
                <a:cubicBezTo>
                  <a:pt x="3" y="132"/>
                  <a:pt x="0" y="126"/>
                  <a:pt x="0" y="118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0"/>
                  <a:pt x="3" y="14"/>
                  <a:pt x="8" y="8"/>
                </a:cubicBezTo>
                <a:cubicBezTo>
                  <a:pt x="14" y="3"/>
                  <a:pt x="20" y="0"/>
                  <a:pt x="27" y="0"/>
                </a:cubicBezTo>
                <a:cubicBezTo>
                  <a:pt x="118" y="0"/>
                  <a:pt x="118" y="0"/>
                  <a:pt x="118" y="0"/>
                </a:cubicBezTo>
                <a:cubicBezTo>
                  <a:pt x="126" y="0"/>
                  <a:pt x="132" y="3"/>
                  <a:pt x="137" y="8"/>
                </a:cubicBezTo>
                <a:cubicBezTo>
                  <a:pt x="143" y="14"/>
                  <a:pt x="145" y="20"/>
                  <a:pt x="145" y="28"/>
                </a:cubicBezTo>
                <a:close/>
                <a:moveTo>
                  <a:pt x="95" y="92"/>
                </a:moveTo>
                <a:cubicBezTo>
                  <a:pt x="129" y="59"/>
                  <a:pt x="129" y="59"/>
                  <a:pt x="129" y="59"/>
                </a:cubicBezTo>
                <a:cubicBezTo>
                  <a:pt x="130" y="58"/>
                  <a:pt x="130" y="56"/>
                  <a:pt x="130" y="55"/>
                </a:cubicBezTo>
                <a:cubicBezTo>
                  <a:pt x="130" y="53"/>
                  <a:pt x="130" y="52"/>
                  <a:pt x="129" y="51"/>
                </a:cubicBezTo>
                <a:cubicBezTo>
                  <a:pt x="95" y="17"/>
                  <a:pt x="95" y="17"/>
                  <a:pt x="95" y="17"/>
                </a:cubicBezTo>
                <a:cubicBezTo>
                  <a:pt x="93" y="15"/>
                  <a:pt x="91" y="15"/>
                  <a:pt x="89" y="16"/>
                </a:cubicBezTo>
                <a:cubicBezTo>
                  <a:pt x="86" y="17"/>
                  <a:pt x="85" y="19"/>
                  <a:pt x="85" y="21"/>
                </a:cubicBezTo>
                <a:cubicBezTo>
                  <a:pt x="85" y="37"/>
                  <a:pt x="85" y="37"/>
                  <a:pt x="85" y="37"/>
                </a:cubicBezTo>
                <a:cubicBezTo>
                  <a:pt x="77" y="37"/>
                  <a:pt x="71" y="37"/>
                  <a:pt x="65" y="38"/>
                </a:cubicBezTo>
                <a:cubicBezTo>
                  <a:pt x="58" y="40"/>
                  <a:pt x="53" y="41"/>
                  <a:pt x="49" y="43"/>
                </a:cubicBezTo>
                <a:cubicBezTo>
                  <a:pt x="45" y="45"/>
                  <a:pt x="41" y="48"/>
                  <a:pt x="38" y="51"/>
                </a:cubicBezTo>
                <a:cubicBezTo>
                  <a:pt x="35" y="54"/>
                  <a:pt x="33" y="57"/>
                  <a:pt x="31" y="60"/>
                </a:cubicBezTo>
                <a:cubicBezTo>
                  <a:pt x="29" y="63"/>
                  <a:pt x="28" y="66"/>
                  <a:pt x="27" y="70"/>
                </a:cubicBezTo>
                <a:cubicBezTo>
                  <a:pt x="26" y="74"/>
                  <a:pt x="25" y="77"/>
                  <a:pt x="25" y="81"/>
                </a:cubicBezTo>
                <a:cubicBezTo>
                  <a:pt x="25" y="84"/>
                  <a:pt x="24" y="87"/>
                  <a:pt x="24" y="91"/>
                </a:cubicBezTo>
                <a:cubicBezTo>
                  <a:pt x="24" y="102"/>
                  <a:pt x="30" y="115"/>
                  <a:pt x="40" y="129"/>
                </a:cubicBezTo>
                <a:cubicBezTo>
                  <a:pt x="41" y="130"/>
                  <a:pt x="42" y="130"/>
                  <a:pt x="43" y="130"/>
                </a:cubicBezTo>
                <a:cubicBezTo>
                  <a:pt x="43" y="130"/>
                  <a:pt x="43" y="130"/>
                  <a:pt x="44" y="130"/>
                </a:cubicBezTo>
                <a:cubicBezTo>
                  <a:pt x="45" y="130"/>
                  <a:pt x="46" y="129"/>
                  <a:pt x="46" y="127"/>
                </a:cubicBezTo>
                <a:cubicBezTo>
                  <a:pt x="43" y="105"/>
                  <a:pt x="45" y="90"/>
                  <a:pt x="51" y="82"/>
                </a:cubicBezTo>
                <a:cubicBezTo>
                  <a:pt x="54" y="79"/>
                  <a:pt x="58" y="77"/>
                  <a:pt x="64" y="75"/>
                </a:cubicBezTo>
                <a:cubicBezTo>
                  <a:pt x="69" y="74"/>
                  <a:pt x="76" y="73"/>
                  <a:pt x="85" y="73"/>
                </a:cubicBezTo>
                <a:cubicBezTo>
                  <a:pt x="85" y="88"/>
                  <a:pt x="85" y="88"/>
                  <a:pt x="85" y="88"/>
                </a:cubicBezTo>
                <a:cubicBezTo>
                  <a:pt x="85" y="91"/>
                  <a:pt x="86" y="93"/>
                  <a:pt x="89" y="94"/>
                </a:cubicBezTo>
                <a:cubicBezTo>
                  <a:pt x="89" y="94"/>
                  <a:pt x="90" y="94"/>
                  <a:pt x="91" y="94"/>
                </a:cubicBezTo>
                <a:cubicBezTo>
                  <a:pt x="93" y="94"/>
                  <a:pt x="94" y="94"/>
                  <a:pt x="95" y="92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02" name="Freeform 305"/>
          <p:cNvSpPr>
            <a:spLocks noEditPoints="1"/>
          </p:cNvSpPr>
          <p:nvPr/>
        </p:nvSpPr>
        <p:spPr bwMode="auto">
          <a:xfrm>
            <a:off x="7506115" y="4396089"/>
            <a:ext cx="207464" cy="209627"/>
          </a:xfrm>
          <a:custGeom>
            <a:avLst/>
            <a:gdLst>
              <a:gd name="T0" fmla="*/ 135 w 145"/>
              <a:gd name="T1" fmla="*/ 36 h 146"/>
              <a:gd name="T2" fmla="*/ 145 w 145"/>
              <a:gd name="T3" fmla="*/ 73 h 146"/>
              <a:gd name="T4" fmla="*/ 135 w 145"/>
              <a:gd name="T5" fmla="*/ 109 h 146"/>
              <a:gd name="T6" fmla="*/ 109 w 145"/>
              <a:gd name="T7" fmla="*/ 136 h 146"/>
              <a:gd name="T8" fmla="*/ 72 w 145"/>
              <a:gd name="T9" fmla="*/ 146 h 146"/>
              <a:gd name="T10" fmla="*/ 36 w 145"/>
              <a:gd name="T11" fmla="*/ 136 h 146"/>
              <a:gd name="T12" fmla="*/ 9 w 145"/>
              <a:gd name="T13" fmla="*/ 109 h 146"/>
              <a:gd name="T14" fmla="*/ 0 w 145"/>
              <a:gd name="T15" fmla="*/ 73 h 146"/>
              <a:gd name="T16" fmla="*/ 9 w 145"/>
              <a:gd name="T17" fmla="*/ 36 h 146"/>
              <a:gd name="T18" fmla="*/ 36 w 145"/>
              <a:gd name="T19" fmla="*/ 10 h 146"/>
              <a:gd name="T20" fmla="*/ 72 w 145"/>
              <a:gd name="T21" fmla="*/ 0 h 146"/>
              <a:gd name="T22" fmla="*/ 109 w 145"/>
              <a:gd name="T23" fmla="*/ 10 h 146"/>
              <a:gd name="T24" fmla="*/ 135 w 145"/>
              <a:gd name="T25" fmla="*/ 36 h 146"/>
              <a:gd name="T26" fmla="*/ 117 w 145"/>
              <a:gd name="T27" fmla="*/ 99 h 146"/>
              <a:gd name="T28" fmla="*/ 124 w 145"/>
              <a:gd name="T29" fmla="*/ 73 h 146"/>
              <a:gd name="T30" fmla="*/ 117 w 145"/>
              <a:gd name="T31" fmla="*/ 47 h 146"/>
              <a:gd name="T32" fmla="*/ 98 w 145"/>
              <a:gd name="T33" fmla="*/ 28 h 146"/>
              <a:gd name="T34" fmla="*/ 72 w 145"/>
              <a:gd name="T35" fmla="*/ 21 h 146"/>
              <a:gd name="T36" fmla="*/ 46 w 145"/>
              <a:gd name="T37" fmla="*/ 28 h 146"/>
              <a:gd name="T38" fmla="*/ 28 w 145"/>
              <a:gd name="T39" fmla="*/ 47 h 146"/>
              <a:gd name="T40" fmla="*/ 21 w 145"/>
              <a:gd name="T41" fmla="*/ 73 h 146"/>
              <a:gd name="T42" fmla="*/ 28 w 145"/>
              <a:gd name="T43" fmla="*/ 99 h 146"/>
              <a:gd name="T44" fmla="*/ 46 w 145"/>
              <a:gd name="T45" fmla="*/ 117 h 146"/>
              <a:gd name="T46" fmla="*/ 72 w 145"/>
              <a:gd name="T47" fmla="*/ 124 h 146"/>
              <a:gd name="T48" fmla="*/ 98 w 145"/>
              <a:gd name="T49" fmla="*/ 117 h 146"/>
              <a:gd name="T50" fmla="*/ 117 w 145"/>
              <a:gd name="T51" fmla="*/ 99 h 146"/>
              <a:gd name="T52" fmla="*/ 96 w 145"/>
              <a:gd name="T53" fmla="*/ 35 h 146"/>
              <a:gd name="T54" fmla="*/ 96 w 145"/>
              <a:gd name="T55" fmla="*/ 86 h 146"/>
              <a:gd name="T56" fmla="*/ 48 w 145"/>
              <a:gd name="T57" fmla="*/ 111 h 146"/>
              <a:gd name="T58" fmla="*/ 48 w 145"/>
              <a:gd name="T59" fmla="*/ 59 h 146"/>
              <a:gd name="T60" fmla="*/ 96 w 145"/>
              <a:gd name="T61" fmla="*/ 35 h 146"/>
              <a:gd name="T62" fmla="*/ 60 w 145"/>
              <a:gd name="T63" fmla="*/ 91 h 146"/>
              <a:gd name="T64" fmla="*/ 84 w 145"/>
              <a:gd name="T65" fmla="*/ 79 h 146"/>
              <a:gd name="T66" fmla="*/ 60 w 145"/>
              <a:gd name="T67" fmla="*/ 67 h 146"/>
              <a:gd name="T68" fmla="*/ 60 w 145"/>
              <a:gd name="T69" fmla="*/ 91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45" h="146">
                <a:moveTo>
                  <a:pt x="135" y="36"/>
                </a:moveTo>
                <a:cubicBezTo>
                  <a:pt x="142" y="48"/>
                  <a:pt x="145" y="60"/>
                  <a:pt x="145" y="73"/>
                </a:cubicBezTo>
                <a:cubicBezTo>
                  <a:pt x="145" y="86"/>
                  <a:pt x="142" y="98"/>
                  <a:pt x="135" y="109"/>
                </a:cubicBezTo>
                <a:cubicBezTo>
                  <a:pt x="129" y="120"/>
                  <a:pt x="120" y="129"/>
                  <a:pt x="109" y="136"/>
                </a:cubicBezTo>
                <a:cubicBezTo>
                  <a:pt x="97" y="142"/>
                  <a:pt x="85" y="146"/>
                  <a:pt x="72" y="146"/>
                </a:cubicBezTo>
                <a:cubicBezTo>
                  <a:pt x="59" y="146"/>
                  <a:pt x="47" y="142"/>
                  <a:pt x="36" y="136"/>
                </a:cubicBezTo>
                <a:cubicBezTo>
                  <a:pt x="25" y="129"/>
                  <a:pt x="16" y="120"/>
                  <a:pt x="9" y="109"/>
                </a:cubicBezTo>
                <a:cubicBezTo>
                  <a:pt x="3" y="98"/>
                  <a:pt x="0" y="86"/>
                  <a:pt x="0" y="73"/>
                </a:cubicBezTo>
                <a:cubicBezTo>
                  <a:pt x="0" y="60"/>
                  <a:pt x="3" y="48"/>
                  <a:pt x="9" y="36"/>
                </a:cubicBezTo>
                <a:cubicBezTo>
                  <a:pt x="16" y="25"/>
                  <a:pt x="25" y="17"/>
                  <a:pt x="36" y="10"/>
                </a:cubicBezTo>
                <a:cubicBezTo>
                  <a:pt x="47" y="4"/>
                  <a:pt x="59" y="0"/>
                  <a:pt x="72" y="0"/>
                </a:cubicBezTo>
                <a:cubicBezTo>
                  <a:pt x="85" y="0"/>
                  <a:pt x="97" y="4"/>
                  <a:pt x="109" y="10"/>
                </a:cubicBezTo>
                <a:cubicBezTo>
                  <a:pt x="120" y="17"/>
                  <a:pt x="129" y="25"/>
                  <a:pt x="135" y="36"/>
                </a:cubicBezTo>
                <a:close/>
                <a:moveTo>
                  <a:pt x="117" y="99"/>
                </a:moveTo>
                <a:cubicBezTo>
                  <a:pt x="121" y="91"/>
                  <a:pt x="124" y="82"/>
                  <a:pt x="124" y="73"/>
                </a:cubicBezTo>
                <a:cubicBezTo>
                  <a:pt x="124" y="64"/>
                  <a:pt x="121" y="55"/>
                  <a:pt x="117" y="47"/>
                </a:cubicBezTo>
                <a:cubicBezTo>
                  <a:pt x="112" y="39"/>
                  <a:pt x="106" y="33"/>
                  <a:pt x="98" y="28"/>
                </a:cubicBezTo>
                <a:cubicBezTo>
                  <a:pt x="90" y="24"/>
                  <a:pt x="81" y="21"/>
                  <a:pt x="72" y="21"/>
                </a:cubicBezTo>
                <a:cubicBezTo>
                  <a:pt x="63" y="21"/>
                  <a:pt x="54" y="24"/>
                  <a:pt x="46" y="28"/>
                </a:cubicBezTo>
                <a:cubicBezTo>
                  <a:pt x="38" y="33"/>
                  <a:pt x="32" y="39"/>
                  <a:pt x="28" y="47"/>
                </a:cubicBezTo>
                <a:cubicBezTo>
                  <a:pt x="23" y="55"/>
                  <a:pt x="21" y="64"/>
                  <a:pt x="21" y="73"/>
                </a:cubicBezTo>
                <a:cubicBezTo>
                  <a:pt x="21" y="82"/>
                  <a:pt x="23" y="91"/>
                  <a:pt x="28" y="99"/>
                </a:cubicBezTo>
                <a:cubicBezTo>
                  <a:pt x="32" y="107"/>
                  <a:pt x="38" y="113"/>
                  <a:pt x="46" y="117"/>
                </a:cubicBezTo>
                <a:cubicBezTo>
                  <a:pt x="54" y="122"/>
                  <a:pt x="63" y="124"/>
                  <a:pt x="72" y="124"/>
                </a:cubicBezTo>
                <a:cubicBezTo>
                  <a:pt x="81" y="124"/>
                  <a:pt x="90" y="122"/>
                  <a:pt x="98" y="117"/>
                </a:cubicBezTo>
                <a:cubicBezTo>
                  <a:pt x="106" y="113"/>
                  <a:pt x="112" y="107"/>
                  <a:pt x="117" y="99"/>
                </a:cubicBezTo>
                <a:close/>
                <a:moveTo>
                  <a:pt x="96" y="35"/>
                </a:moveTo>
                <a:cubicBezTo>
                  <a:pt x="96" y="86"/>
                  <a:pt x="96" y="86"/>
                  <a:pt x="96" y="86"/>
                </a:cubicBezTo>
                <a:cubicBezTo>
                  <a:pt x="48" y="111"/>
                  <a:pt x="48" y="111"/>
                  <a:pt x="48" y="111"/>
                </a:cubicBezTo>
                <a:cubicBezTo>
                  <a:pt x="48" y="59"/>
                  <a:pt x="48" y="59"/>
                  <a:pt x="48" y="59"/>
                </a:cubicBezTo>
                <a:lnTo>
                  <a:pt x="96" y="35"/>
                </a:lnTo>
                <a:close/>
                <a:moveTo>
                  <a:pt x="60" y="91"/>
                </a:moveTo>
                <a:cubicBezTo>
                  <a:pt x="84" y="79"/>
                  <a:pt x="84" y="79"/>
                  <a:pt x="84" y="79"/>
                </a:cubicBezTo>
                <a:cubicBezTo>
                  <a:pt x="60" y="67"/>
                  <a:pt x="60" y="67"/>
                  <a:pt x="60" y="67"/>
                </a:cubicBezTo>
                <a:lnTo>
                  <a:pt x="60" y="9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03" name="Freeform 306"/>
          <p:cNvSpPr>
            <a:spLocks noEditPoints="1"/>
          </p:cNvSpPr>
          <p:nvPr/>
        </p:nvSpPr>
        <p:spPr bwMode="auto">
          <a:xfrm>
            <a:off x="7776253" y="4396089"/>
            <a:ext cx="207464" cy="209627"/>
          </a:xfrm>
          <a:custGeom>
            <a:avLst/>
            <a:gdLst>
              <a:gd name="T0" fmla="*/ 145 w 145"/>
              <a:gd name="T1" fmla="*/ 28 h 146"/>
              <a:gd name="T2" fmla="*/ 145 w 145"/>
              <a:gd name="T3" fmla="*/ 118 h 146"/>
              <a:gd name="T4" fmla="*/ 137 w 145"/>
              <a:gd name="T5" fmla="*/ 138 h 146"/>
              <a:gd name="T6" fmla="*/ 118 w 145"/>
              <a:gd name="T7" fmla="*/ 146 h 146"/>
              <a:gd name="T8" fmla="*/ 27 w 145"/>
              <a:gd name="T9" fmla="*/ 146 h 146"/>
              <a:gd name="T10" fmla="*/ 8 w 145"/>
              <a:gd name="T11" fmla="*/ 138 h 146"/>
              <a:gd name="T12" fmla="*/ 0 w 145"/>
              <a:gd name="T13" fmla="*/ 118 h 146"/>
              <a:gd name="T14" fmla="*/ 0 w 145"/>
              <a:gd name="T15" fmla="*/ 28 h 146"/>
              <a:gd name="T16" fmla="*/ 8 w 145"/>
              <a:gd name="T17" fmla="*/ 8 h 146"/>
              <a:gd name="T18" fmla="*/ 27 w 145"/>
              <a:gd name="T19" fmla="*/ 0 h 146"/>
              <a:gd name="T20" fmla="*/ 118 w 145"/>
              <a:gd name="T21" fmla="*/ 0 h 146"/>
              <a:gd name="T22" fmla="*/ 137 w 145"/>
              <a:gd name="T23" fmla="*/ 8 h 146"/>
              <a:gd name="T24" fmla="*/ 145 w 145"/>
              <a:gd name="T25" fmla="*/ 28 h 146"/>
              <a:gd name="T26" fmla="*/ 121 w 145"/>
              <a:gd name="T27" fmla="*/ 118 h 146"/>
              <a:gd name="T28" fmla="*/ 121 w 145"/>
              <a:gd name="T29" fmla="*/ 28 h 146"/>
              <a:gd name="T30" fmla="*/ 120 w 145"/>
              <a:gd name="T31" fmla="*/ 25 h 146"/>
              <a:gd name="T32" fmla="*/ 118 w 145"/>
              <a:gd name="T33" fmla="*/ 25 h 146"/>
              <a:gd name="T34" fmla="*/ 27 w 145"/>
              <a:gd name="T35" fmla="*/ 25 h 146"/>
              <a:gd name="T36" fmla="*/ 25 w 145"/>
              <a:gd name="T37" fmla="*/ 25 h 146"/>
              <a:gd name="T38" fmla="*/ 24 w 145"/>
              <a:gd name="T39" fmla="*/ 28 h 146"/>
              <a:gd name="T40" fmla="*/ 24 w 145"/>
              <a:gd name="T41" fmla="*/ 118 h 146"/>
              <a:gd name="T42" fmla="*/ 25 w 145"/>
              <a:gd name="T43" fmla="*/ 120 h 146"/>
              <a:gd name="T44" fmla="*/ 27 w 145"/>
              <a:gd name="T45" fmla="*/ 121 h 146"/>
              <a:gd name="T46" fmla="*/ 118 w 145"/>
              <a:gd name="T47" fmla="*/ 121 h 146"/>
              <a:gd name="T48" fmla="*/ 120 w 145"/>
              <a:gd name="T49" fmla="*/ 120 h 146"/>
              <a:gd name="T50" fmla="*/ 121 w 145"/>
              <a:gd name="T51" fmla="*/ 118 h 146"/>
              <a:gd name="T52" fmla="*/ 108 w 145"/>
              <a:gd name="T53" fmla="*/ 52 h 146"/>
              <a:gd name="T54" fmla="*/ 108 w 145"/>
              <a:gd name="T55" fmla="*/ 58 h 146"/>
              <a:gd name="T56" fmla="*/ 77 w 145"/>
              <a:gd name="T57" fmla="*/ 101 h 146"/>
              <a:gd name="T58" fmla="*/ 72 w 145"/>
              <a:gd name="T59" fmla="*/ 103 h 146"/>
              <a:gd name="T60" fmla="*/ 68 w 145"/>
              <a:gd name="T61" fmla="*/ 101 h 146"/>
              <a:gd name="T62" fmla="*/ 37 w 145"/>
              <a:gd name="T63" fmla="*/ 58 h 146"/>
              <a:gd name="T64" fmla="*/ 37 w 145"/>
              <a:gd name="T65" fmla="*/ 52 h 146"/>
              <a:gd name="T66" fmla="*/ 42 w 145"/>
              <a:gd name="T67" fmla="*/ 49 h 146"/>
              <a:gd name="T68" fmla="*/ 103 w 145"/>
              <a:gd name="T69" fmla="*/ 49 h 146"/>
              <a:gd name="T70" fmla="*/ 108 w 145"/>
              <a:gd name="T71" fmla="*/ 52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45" h="146">
                <a:moveTo>
                  <a:pt x="145" y="28"/>
                </a:moveTo>
                <a:cubicBezTo>
                  <a:pt x="145" y="118"/>
                  <a:pt x="145" y="118"/>
                  <a:pt x="145" y="118"/>
                </a:cubicBezTo>
                <a:cubicBezTo>
                  <a:pt x="145" y="126"/>
                  <a:pt x="142" y="132"/>
                  <a:pt x="137" y="138"/>
                </a:cubicBezTo>
                <a:cubicBezTo>
                  <a:pt x="132" y="143"/>
                  <a:pt x="125" y="146"/>
                  <a:pt x="118" y="146"/>
                </a:cubicBezTo>
                <a:cubicBezTo>
                  <a:pt x="27" y="146"/>
                  <a:pt x="27" y="146"/>
                  <a:pt x="27" y="146"/>
                </a:cubicBezTo>
                <a:cubicBezTo>
                  <a:pt x="20" y="146"/>
                  <a:pt x="13" y="143"/>
                  <a:pt x="8" y="138"/>
                </a:cubicBezTo>
                <a:cubicBezTo>
                  <a:pt x="3" y="132"/>
                  <a:pt x="0" y="126"/>
                  <a:pt x="0" y="118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0"/>
                  <a:pt x="3" y="14"/>
                  <a:pt x="8" y="8"/>
                </a:cubicBezTo>
                <a:cubicBezTo>
                  <a:pt x="13" y="3"/>
                  <a:pt x="20" y="0"/>
                  <a:pt x="27" y="0"/>
                </a:cubicBezTo>
                <a:cubicBezTo>
                  <a:pt x="118" y="0"/>
                  <a:pt x="118" y="0"/>
                  <a:pt x="118" y="0"/>
                </a:cubicBezTo>
                <a:cubicBezTo>
                  <a:pt x="125" y="0"/>
                  <a:pt x="132" y="3"/>
                  <a:pt x="137" y="8"/>
                </a:cubicBezTo>
                <a:cubicBezTo>
                  <a:pt x="142" y="14"/>
                  <a:pt x="145" y="20"/>
                  <a:pt x="145" y="28"/>
                </a:cubicBezTo>
                <a:close/>
                <a:moveTo>
                  <a:pt x="121" y="118"/>
                </a:moveTo>
                <a:cubicBezTo>
                  <a:pt x="121" y="28"/>
                  <a:pt x="121" y="28"/>
                  <a:pt x="121" y="28"/>
                </a:cubicBezTo>
                <a:cubicBezTo>
                  <a:pt x="121" y="27"/>
                  <a:pt x="121" y="26"/>
                  <a:pt x="120" y="25"/>
                </a:cubicBezTo>
                <a:cubicBezTo>
                  <a:pt x="119" y="25"/>
                  <a:pt x="119" y="25"/>
                  <a:pt x="118" y="25"/>
                </a:cubicBezTo>
                <a:cubicBezTo>
                  <a:pt x="27" y="25"/>
                  <a:pt x="27" y="25"/>
                  <a:pt x="27" y="25"/>
                </a:cubicBezTo>
                <a:cubicBezTo>
                  <a:pt x="26" y="25"/>
                  <a:pt x="26" y="25"/>
                  <a:pt x="25" y="25"/>
                </a:cubicBezTo>
                <a:cubicBezTo>
                  <a:pt x="24" y="26"/>
                  <a:pt x="24" y="27"/>
                  <a:pt x="24" y="28"/>
                </a:cubicBezTo>
                <a:cubicBezTo>
                  <a:pt x="24" y="118"/>
                  <a:pt x="24" y="118"/>
                  <a:pt x="24" y="118"/>
                </a:cubicBezTo>
                <a:cubicBezTo>
                  <a:pt x="24" y="119"/>
                  <a:pt x="24" y="120"/>
                  <a:pt x="25" y="120"/>
                </a:cubicBezTo>
                <a:cubicBezTo>
                  <a:pt x="26" y="121"/>
                  <a:pt x="26" y="121"/>
                  <a:pt x="27" y="121"/>
                </a:cubicBezTo>
                <a:cubicBezTo>
                  <a:pt x="118" y="121"/>
                  <a:pt x="118" y="121"/>
                  <a:pt x="118" y="121"/>
                </a:cubicBezTo>
                <a:cubicBezTo>
                  <a:pt x="119" y="121"/>
                  <a:pt x="119" y="121"/>
                  <a:pt x="120" y="120"/>
                </a:cubicBezTo>
                <a:cubicBezTo>
                  <a:pt x="121" y="120"/>
                  <a:pt x="121" y="119"/>
                  <a:pt x="121" y="118"/>
                </a:cubicBezTo>
                <a:close/>
                <a:moveTo>
                  <a:pt x="108" y="52"/>
                </a:moveTo>
                <a:cubicBezTo>
                  <a:pt x="109" y="54"/>
                  <a:pt x="109" y="56"/>
                  <a:pt x="108" y="58"/>
                </a:cubicBezTo>
                <a:cubicBezTo>
                  <a:pt x="77" y="101"/>
                  <a:pt x="77" y="101"/>
                  <a:pt x="77" y="101"/>
                </a:cubicBezTo>
                <a:cubicBezTo>
                  <a:pt x="76" y="102"/>
                  <a:pt x="75" y="103"/>
                  <a:pt x="72" y="103"/>
                </a:cubicBezTo>
                <a:cubicBezTo>
                  <a:pt x="70" y="103"/>
                  <a:pt x="69" y="102"/>
                  <a:pt x="68" y="101"/>
                </a:cubicBezTo>
                <a:cubicBezTo>
                  <a:pt x="37" y="58"/>
                  <a:pt x="37" y="58"/>
                  <a:pt x="37" y="58"/>
                </a:cubicBezTo>
                <a:cubicBezTo>
                  <a:pt x="36" y="56"/>
                  <a:pt x="36" y="54"/>
                  <a:pt x="37" y="52"/>
                </a:cubicBezTo>
                <a:cubicBezTo>
                  <a:pt x="38" y="50"/>
                  <a:pt x="40" y="49"/>
                  <a:pt x="42" y="49"/>
                </a:cubicBezTo>
                <a:cubicBezTo>
                  <a:pt x="103" y="49"/>
                  <a:pt x="103" y="49"/>
                  <a:pt x="103" y="49"/>
                </a:cubicBezTo>
                <a:cubicBezTo>
                  <a:pt x="105" y="49"/>
                  <a:pt x="107" y="50"/>
                  <a:pt x="108" y="52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04" name="Freeform 307"/>
          <p:cNvSpPr>
            <a:spLocks noEditPoints="1"/>
          </p:cNvSpPr>
          <p:nvPr/>
        </p:nvSpPr>
        <p:spPr bwMode="auto">
          <a:xfrm>
            <a:off x="8046389" y="4396089"/>
            <a:ext cx="207464" cy="209627"/>
          </a:xfrm>
          <a:custGeom>
            <a:avLst/>
            <a:gdLst>
              <a:gd name="T0" fmla="*/ 145 w 145"/>
              <a:gd name="T1" fmla="*/ 28 h 146"/>
              <a:gd name="T2" fmla="*/ 145 w 145"/>
              <a:gd name="T3" fmla="*/ 118 h 146"/>
              <a:gd name="T4" fmla="*/ 137 w 145"/>
              <a:gd name="T5" fmla="*/ 138 h 146"/>
              <a:gd name="T6" fmla="*/ 118 w 145"/>
              <a:gd name="T7" fmla="*/ 146 h 146"/>
              <a:gd name="T8" fmla="*/ 27 w 145"/>
              <a:gd name="T9" fmla="*/ 146 h 146"/>
              <a:gd name="T10" fmla="*/ 8 w 145"/>
              <a:gd name="T11" fmla="*/ 138 h 146"/>
              <a:gd name="T12" fmla="*/ 0 w 145"/>
              <a:gd name="T13" fmla="*/ 118 h 146"/>
              <a:gd name="T14" fmla="*/ 0 w 145"/>
              <a:gd name="T15" fmla="*/ 28 h 146"/>
              <a:gd name="T16" fmla="*/ 8 w 145"/>
              <a:gd name="T17" fmla="*/ 8 h 146"/>
              <a:gd name="T18" fmla="*/ 27 w 145"/>
              <a:gd name="T19" fmla="*/ 0 h 146"/>
              <a:gd name="T20" fmla="*/ 118 w 145"/>
              <a:gd name="T21" fmla="*/ 0 h 146"/>
              <a:gd name="T22" fmla="*/ 137 w 145"/>
              <a:gd name="T23" fmla="*/ 8 h 146"/>
              <a:gd name="T24" fmla="*/ 145 w 145"/>
              <a:gd name="T25" fmla="*/ 28 h 146"/>
              <a:gd name="T26" fmla="*/ 121 w 145"/>
              <a:gd name="T27" fmla="*/ 118 h 146"/>
              <a:gd name="T28" fmla="*/ 121 w 145"/>
              <a:gd name="T29" fmla="*/ 28 h 146"/>
              <a:gd name="T30" fmla="*/ 120 w 145"/>
              <a:gd name="T31" fmla="*/ 25 h 146"/>
              <a:gd name="T32" fmla="*/ 118 w 145"/>
              <a:gd name="T33" fmla="*/ 25 h 146"/>
              <a:gd name="T34" fmla="*/ 27 w 145"/>
              <a:gd name="T35" fmla="*/ 25 h 146"/>
              <a:gd name="T36" fmla="*/ 25 w 145"/>
              <a:gd name="T37" fmla="*/ 25 h 146"/>
              <a:gd name="T38" fmla="*/ 24 w 145"/>
              <a:gd name="T39" fmla="*/ 28 h 146"/>
              <a:gd name="T40" fmla="*/ 24 w 145"/>
              <a:gd name="T41" fmla="*/ 118 h 146"/>
              <a:gd name="T42" fmla="*/ 25 w 145"/>
              <a:gd name="T43" fmla="*/ 120 h 146"/>
              <a:gd name="T44" fmla="*/ 27 w 145"/>
              <a:gd name="T45" fmla="*/ 121 h 146"/>
              <a:gd name="T46" fmla="*/ 118 w 145"/>
              <a:gd name="T47" fmla="*/ 121 h 146"/>
              <a:gd name="T48" fmla="*/ 120 w 145"/>
              <a:gd name="T49" fmla="*/ 120 h 146"/>
              <a:gd name="T50" fmla="*/ 121 w 145"/>
              <a:gd name="T51" fmla="*/ 118 h 146"/>
              <a:gd name="T52" fmla="*/ 108 w 145"/>
              <a:gd name="T53" fmla="*/ 94 h 146"/>
              <a:gd name="T54" fmla="*/ 103 w 145"/>
              <a:gd name="T55" fmla="*/ 97 h 146"/>
              <a:gd name="T56" fmla="*/ 43 w 145"/>
              <a:gd name="T57" fmla="*/ 97 h 146"/>
              <a:gd name="T58" fmla="*/ 37 w 145"/>
              <a:gd name="T59" fmla="*/ 94 h 146"/>
              <a:gd name="T60" fmla="*/ 38 w 145"/>
              <a:gd name="T61" fmla="*/ 88 h 146"/>
              <a:gd name="T62" fmla="*/ 68 w 145"/>
              <a:gd name="T63" fmla="*/ 45 h 146"/>
              <a:gd name="T64" fmla="*/ 73 w 145"/>
              <a:gd name="T65" fmla="*/ 43 h 146"/>
              <a:gd name="T66" fmla="*/ 78 w 145"/>
              <a:gd name="T67" fmla="*/ 45 h 146"/>
              <a:gd name="T68" fmla="*/ 108 w 145"/>
              <a:gd name="T69" fmla="*/ 88 h 146"/>
              <a:gd name="T70" fmla="*/ 108 w 145"/>
              <a:gd name="T71" fmla="*/ 94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45" h="146">
                <a:moveTo>
                  <a:pt x="145" y="28"/>
                </a:moveTo>
                <a:cubicBezTo>
                  <a:pt x="145" y="118"/>
                  <a:pt x="145" y="118"/>
                  <a:pt x="145" y="118"/>
                </a:cubicBezTo>
                <a:cubicBezTo>
                  <a:pt x="145" y="126"/>
                  <a:pt x="143" y="132"/>
                  <a:pt x="137" y="138"/>
                </a:cubicBezTo>
                <a:cubicBezTo>
                  <a:pt x="132" y="143"/>
                  <a:pt x="126" y="146"/>
                  <a:pt x="118" y="146"/>
                </a:cubicBezTo>
                <a:cubicBezTo>
                  <a:pt x="27" y="146"/>
                  <a:pt x="27" y="146"/>
                  <a:pt x="27" y="146"/>
                </a:cubicBezTo>
                <a:cubicBezTo>
                  <a:pt x="20" y="146"/>
                  <a:pt x="13" y="143"/>
                  <a:pt x="8" y="138"/>
                </a:cubicBezTo>
                <a:cubicBezTo>
                  <a:pt x="3" y="132"/>
                  <a:pt x="0" y="126"/>
                  <a:pt x="0" y="118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0"/>
                  <a:pt x="3" y="14"/>
                  <a:pt x="8" y="8"/>
                </a:cubicBezTo>
                <a:cubicBezTo>
                  <a:pt x="13" y="3"/>
                  <a:pt x="20" y="0"/>
                  <a:pt x="27" y="0"/>
                </a:cubicBezTo>
                <a:cubicBezTo>
                  <a:pt x="118" y="0"/>
                  <a:pt x="118" y="0"/>
                  <a:pt x="118" y="0"/>
                </a:cubicBezTo>
                <a:cubicBezTo>
                  <a:pt x="126" y="0"/>
                  <a:pt x="132" y="3"/>
                  <a:pt x="137" y="8"/>
                </a:cubicBezTo>
                <a:cubicBezTo>
                  <a:pt x="143" y="14"/>
                  <a:pt x="145" y="20"/>
                  <a:pt x="145" y="28"/>
                </a:cubicBezTo>
                <a:close/>
                <a:moveTo>
                  <a:pt x="121" y="118"/>
                </a:moveTo>
                <a:cubicBezTo>
                  <a:pt x="121" y="28"/>
                  <a:pt x="121" y="28"/>
                  <a:pt x="121" y="28"/>
                </a:cubicBezTo>
                <a:cubicBezTo>
                  <a:pt x="121" y="27"/>
                  <a:pt x="121" y="26"/>
                  <a:pt x="120" y="25"/>
                </a:cubicBezTo>
                <a:cubicBezTo>
                  <a:pt x="120" y="25"/>
                  <a:pt x="119" y="25"/>
                  <a:pt x="118" y="25"/>
                </a:cubicBezTo>
                <a:cubicBezTo>
                  <a:pt x="27" y="25"/>
                  <a:pt x="27" y="25"/>
                  <a:pt x="27" y="25"/>
                </a:cubicBezTo>
                <a:cubicBezTo>
                  <a:pt x="27" y="25"/>
                  <a:pt x="26" y="25"/>
                  <a:pt x="25" y="25"/>
                </a:cubicBezTo>
                <a:cubicBezTo>
                  <a:pt x="25" y="26"/>
                  <a:pt x="24" y="27"/>
                  <a:pt x="24" y="28"/>
                </a:cubicBezTo>
                <a:cubicBezTo>
                  <a:pt x="24" y="118"/>
                  <a:pt x="24" y="118"/>
                  <a:pt x="24" y="118"/>
                </a:cubicBezTo>
                <a:cubicBezTo>
                  <a:pt x="24" y="119"/>
                  <a:pt x="25" y="120"/>
                  <a:pt x="25" y="120"/>
                </a:cubicBezTo>
                <a:cubicBezTo>
                  <a:pt x="26" y="121"/>
                  <a:pt x="27" y="121"/>
                  <a:pt x="27" y="121"/>
                </a:cubicBezTo>
                <a:cubicBezTo>
                  <a:pt x="118" y="121"/>
                  <a:pt x="118" y="121"/>
                  <a:pt x="118" y="121"/>
                </a:cubicBezTo>
                <a:cubicBezTo>
                  <a:pt x="119" y="121"/>
                  <a:pt x="120" y="121"/>
                  <a:pt x="120" y="120"/>
                </a:cubicBezTo>
                <a:cubicBezTo>
                  <a:pt x="121" y="120"/>
                  <a:pt x="121" y="119"/>
                  <a:pt x="121" y="118"/>
                </a:cubicBezTo>
                <a:close/>
                <a:moveTo>
                  <a:pt x="108" y="94"/>
                </a:moveTo>
                <a:cubicBezTo>
                  <a:pt x="107" y="96"/>
                  <a:pt x="106" y="97"/>
                  <a:pt x="103" y="97"/>
                </a:cubicBezTo>
                <a:cubicBezTo>
                  <a:pt x="43" y="97"/>
                  <a:pt x="43" y="97"/>
                  <a:pt x="43" y="97"/>
                </a:cubicBezTo>
                <a:cubicBezTo>
                  <a:pt x="40" y="97"/>
                  <a:pt x="38" y="96"/>
                  <a:pt x="37" y="94"/>
                </a:cubicBezTo>
                <a:cubicBezTo>
                  <a:pt x="36" y="92"/>
                  <a:pt x="36" y="90"/>
                  <a:pt x="38" y="88"/>
                </a:cubicBezTo>
                <a:cubicBezTo>
                  <a:pt x="68" y="45"/>
                  <a:pt x="68" y="45"/>
                  <a:pt x="68" y="45"/>
                </a:cubicBezTo>
                <a:cubicBezTo>
                  <a:pt x="69" y="44"/>
                  <a:pt x="71" y="43"/>
                  <a:pt x="73" y="43"/>
                </a:cubicBezTo>
                <a:cubicBezTo>
                  <a:pt x="75" y="43"/>
                  <a:pt x="77" y="44"/>
                  <a:pt x="78" y="45"/>
                </a:cubicBezTo>
                <a:cubicBezTo>
                  <a:pt x="108" y="88"/>
                  <a:pt x="108" y="88"/>
                  <a:pt x="108" y="88"/>
                </a:cubicBezTo>
                <a:cubicBezTo>
                  <a:pt x="109" y="90"/>
                  <a:pt x="110" y="92"/>
                  <a:pt x="108" y="9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05" name="Freeform 308"/>
          <p:cNvSpPr>
            <a:spLocks noEditPoints="1"/>
          </p:cNvSpPr>
          <p:nvPr/>
        </p:nvSpPr>
        <p:spPr bwMode="auto">
          <a:xfrm>
            <a:off x="8314365" y="4396089"/>
            <a:ext cx="209627" cy="209627"/>
          </a:xfrm>
          <a:custGeom>
            <a:avLst/>
            <a:gdLst>
              <a:gd name="T0" fmla="*/ 146 w 146"/>
              <a:gd name="T1" fmla="*/ 28 h 146"/>
              <a:gd name="T2" fmla="*/ 146 w 146"/>
              <a:gd name="T3" fmla="*/ 118 h 146"/>
              <a:gd name="T4" fmla="*/ 138 w 146"/>
              <a:gd name="T5" fmla="*/ 138 h 146"/>
              <a:gd name="T6" fmla="*/ 118 w 146"/>
              <a:gd name="T7" fmla="*/ 146 h 146"/>
              <a:gd name="T8" fmla="*/ 28 w 146"/>
              <a:gd name="T9" fmla="*/ 146 h 146"/>
              <a:gd name="T10" fmla="*/ 8 w 146"/>
              <a:gd name="T11" fmla="*/ 138 h 146"/>
              <a:gd name="T12" fmla="*/ 0 w 146"/>
              <a:gd name="T13" fmla="*/ 118 h 146"/>
              <a:gd name="T14" fmla="*/ 0 w 146"/>
              <a:gd name="T15" fmla="*/ 28 h 146"/>
              <a:gd name="T16" fmla="*/ 8 w 146"/>
              <a:gd name="T17" fmla="*/ 8 h 146"/>
              <a:gd name="T18" fmla="*/ 28 w 146"/>
              <a:gd name="T19" fmla="*/ 0 h 146"/>
              <a:gd name="T20" fmla="*/ 118 w 146"/>
              <a:gd name="T21" fmla="*/ 0 h 146"/>
              <a:gd name="T22" fmla="*/ 138 w 146"/>
              <a:gd name="T23" fmla="*/ 8 h 146"/>
              <a:gd name="T24" fmla="*/ 146 w 146"/>
              <a:gd name="T25" fmla="*/ 28 h 146"/>
              <a:gd name="T26" fmla="*/ 122 w 146"/>
              <a:gd name="T27" fmla="*/ 118 h 146"/>
              <a:gd name="T28" fmla="*/ 122 w 146"/>
              <a:gd name="T29" fmla="*/ 28 h 146"/>
              <a:gd name="T30" fmla="*/ 121 w 146"/>
              <a:gd name="T31" fmla="*/ 25 h 146"/>
              <a:gd name="T32" fmla="*/ 118 w 146"/>
              <a:gd name="T33" fmla="*/ 25 h 146"/>
              <a:gd name="T34" fmla="*/ 28 w 146"/>
              <a:gd name="T35" fmla="*/ 25 h 146"/>
              <a:gd name="T36" fmla="*/ 26 w 146"/>
              <a:gd name="T37" fmla="*/ 25 h 146"/>
              <a:gd name="T38" fmla="*/ 25 w 146"/>
              <a:gd name="T39" fmla="*/ 28 h 146"/>
              <a:gd name="T40" fmla="*/ 25 w 146"/>
              <a:gd name="T41" fmla="*/ 118 h 146"/>
              <a:gd name="T42" fmla="*/ 26 w 146"/>
              <a:gd name="T43" fmla="*/ 120 h 146"/>
              <a:gd name="T44" fmla="*/ 28 w 146"/>
              <a:gd name="T45" fmla="*/ 121 h 146"/>
              <a:gd name="T46" fmla="*/ 118 w 146"/>
              <a:gd name="T47" fmla="*/ 121 h 146"/>
              <a:gd name="T48" fmla="*/ 121 w 146"/>
              <a:gd name="T49" fmla="*/ 120 h 146"/>
              <a:gd name="T50" fmla="*/ 122 w 146"/>
              <a:gd name="T51" fmla="*/ 118 h 146"/>
              <a:gd name="T52" fmla="*/ 103 w 146"/>
              <a:gd name="T53" fmla="*/ 73 h 146"/>
              <a:gd name="T54" fmla="*/ 101 w 146"/>
              <a:gd name="T55" fmla="*/ 78 h 146"/>
              <a:gd name="T56" fmla="*/ 58 w 146"/>
              <a:gd name="T57" fmla="*/ 108 h 146"/>
              <a:gd name="T58" fmla="*/ 52 w 146"/>
              <a:gd name="T59" fmla="*/ 109 h 146"/>
              <a:gd name="T60" fmla="*/ 49 w 146"/>
              <a:gd name="T61" fmla="*/ 103 h 146"/>
              <a:gd name="T62" fmla="*/ 49 w 146"/>
              <a:gd name="T63" fmla="*/ 43 h 146"/>
              <a:gd name="T64" fmla="*/ 52 w 146"/>
              <a:gd name="T65" fmla="*/ 37 h 146"/>
              <a:gd name="T66" fmla="*/ 58 w 146"/>
              <a:gd name="T67" fmla="*/ 38 h 146"/>
              <a:gd name="T68" fmla="*/ 101 w 146"/>
              <a:gd name="T69" fmla="*/ 68 h 146"/>
              <a:gd name="T70" fmla="*/ 103 w 146"/>
              <a:gd name="T71" fmla="*/ 73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46" h="146">
                <a:moveTo>
                  <a:pt x="146" y="28"/>
                </a:moveTo>
                <a:cubicBezTo>
                  <a:pt x="146" y="118"/>
                  <a:pt x="146" y="118"/>
                  <a:pt x="146" y="118"/>
                </a:cubicBezTo>
                <a:cubicBezTo>
                  <a:pt x="146" y="126"/>
                  <a:pt x="143" y="132"/>
                  <a:pt x="138" y="138"/>
                </a:cubicBezTo>
                <a:cubicBezTo>
                  <a:pt x="132" y="143"/>
                  <a:pt x="126" y="146"/>
                  <a:pt x="118" y="146"/>
                </a:cubicBezTo>
                <a:cubicBezTo>
                  <a:pt x="28" y="146"/>
                  <a:pt x="28" y="146"/>
                  <a:pt x="28" y="146"/>
                </a:cubicBezTo>
                <a:cubicBezTo>
                  <a:pt x="20" y="146"/>
                  <a:pt x="14" y="143"/>
                  <a:pt x="8" y="138"/>
                </a:cubicBezTo>
                <a:cubicBezTo>
                  <a:pt x="3" y="132"/>
                  <a:pt x="0" y="126"/>
                  <a:pt x="0" y="118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0"/>
                  <a:pt x="3" y="14"/>
                  <a:pt x="8" y="8"/>
                </a:cubicBezTo>
                <a:cubicBezTo>
                  <a:pt x="14" y="3"/>
                  <a:pt x="20" y="0"/>
                  <a:pt x="28" y="0"/>
                </a:cubicBezTo>
                <a:cubicBezTo>
                  <a:pt x="118" y="0"/>
                  <a:pt x="118" y="0"/>
                  <a:pt x="118" y="0"/>
                </a:cubicBezTo>
                <a:cubicBezTo>
                  <a:pt x="126" y="0"/>
                  <a:pt x="132" y="3"/>
                  <a:pt x="138" y="8"/>
                </a:cubicBezTo>
                <a:cubicBezTo>
                  <a:pt x="143" y="14"/>
                  <a:pt x="146" y="20"/>
                  <a:pt x="146" y="28"/>
                </a:cubicBezTo>
                <a:close/>
                <a:moveTo>
                  <a:pt x="122" y="118"/>
                </a:moveTo>
                <a:cubicBezTo>
                  <a:pt x="122" y="28"/>
                  <a:pt x="122" y="28"/>
                  <a:pt x="122" y="28"/>
                </a:cubicBezTo>
                <a:cubicBezTo>
                  <a:pt x="122" y="27"/>
                  <a:pt x="121" y="26"/>
                  <a:pt x="121" y="25"/>
                </a:cubicBezTo>
                <a:cubicBezTo>
                  <a:pt x="120" y="25"/>
                  <a:pt x="119" y="25"/>
                  <a:pt x="118" y="25"/>
                </a:cubicBezTo>
                <a:cubicBezTo>
                  <a:pt x="28" y="25"/>
                  <a:pt x="28" y="25"/>
                  <a:pt x="28" y="25"/>
                </a:cubicBezTo>
                <a:cubicBezTo>
                  <a:pt x="27" y="25"/>
                  <a:pt x="26" y="25"/>
                  <a:pt x="26" y="25"/>
                </a:cubicBezTo>
                <a:cubicBezTo>
                  <a:pt x="25" y="26"/>
                  <a:pt x="25" y="27"/>
                  <a:pt x="25" y="28"/>
                </a:cubicBezTo>
                <a:cubicBezTo>
                  <a:pt x="25" y="118"/>
                  <a:pt x="25" y="118"/>
                  <a:pt x="25" y="118"/>
                </a:cubicBezTo>
                <a:cubicBezTo>
                  <a:pt x="25" y="119"/>
                  <a:pt x="25" y="120"/>
                  <a:pt x="26" y="120"/>
                </a:cubicBezTo>
                <a:cubicBezTo>
                  <a:pt x="26" y="121"/>
                  <a:pt x="27" y="121"/>
                  <a:pt x="28" y="121"/>
                </a:cubicBezTo>
                <a:cubicBezTo>
                  <a:pt x="118" y="121"/>
                  <a:pt x="118" y="121"/>
                  <a:pt x="118" y="121"/>
                </a:cubicBezTo>
                <a:cubicBezTo>
                  <a:pt x="119" y="121"/>
                  <a:pt x="120" y="121"/>
                  <a:pt x="121" y="120"/>
                </a:cubicBezTo>
                <a:cubicBezTo>
                  <a:pt x="121" y="120"/>
                  <a:pt x="122" y="119"/>
                  <a:pt x="122" y="118"/>
                </a:cubicBezTo>
                <a:close/>
                <a:moveTo>
                  <a:pt x="103" y="73"/>
                </a:moveTo>
                <a:cubicBezTo>
                  <a:pt x="103" y="75"/>
                  <a:pt x="103" y="77"/>
                  <a:pt x="101" y="78"/>
                </a:cubicBezTo>
                <a:cubicBezTo>
                  <a:pt x="58" y="108"/>
                  <a:pt x="58" y="108"/>
                  <a:pt x="58" y="108"/>
                </a:cubicBezTo>
                <a:cubicBezTo>
                  <a:pt x="56" y="110"/>
                  <a:pt x="54" y="110"/>
                  <a:pt x="52" y="109"/>
                </a:cubicBezTo>
                <a:cubicBezTo>
                  <a:pt x="50" y="107"/>
                  <a:pt x="49" y="106"/>
                  <a:pt x="49" y="103"/>
                </a:cubicBezTo>
                <a:cubicBezTo>
                  <a:pt x="49" y="43"/>
                  <a:pt x="49" y="43"/>
                  <a:pt x="49" y="43"/>
                </a:cubicBezTo>
                <a:cubicBezTo>
                  <a:pt x="49" y="40"/>
                  <a:pt x="50" y="38"/>
                  <a:pt x="52" y="37"/>
                </a:cubicBezTo>
                <a:cubicBezTo>
                  <a:pt x="54" y="36"/>
                  <a:pt x="56" y="36"/>
                  <a:pt x="58" y="38"/>
                </a:cubicBezTo>
                <a:cubicBezTo>
                  <a:pt x="101" y="68"/>
                  <a:pt x="101" y="68"/>
                  <a:pt x="101" y="68"/>
                </a:cubicBezTo>
                <a:cubicBezTo>
                  <a:pt x="103" y="69"/>
                  <a:pt x="103" y="71"/>
                  <a:pt x="103" y="7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06" name="Freeform 309"/>
          <p:cNvSpPr>
            <a:spLocks/>
          </p:cNvSpPr>
          <p:nvPr/>
        </p:nvSpPr>
        <p:spPr bwMode="auto">
          <a:xfrm>
            <a:off x="8586665" y="4396089"/>
            <a:ext cx="136151" cy="190176"/>
          </a:xfrm>
          <a:custGeom>
            <a:avLst/>
            <a:gdLst>
              <a:gd name="T0" fmla="*/ 95 w 96"/>
              <a:gd name="T1" fmla="*/ 127 h 133"/>
              <a:gd name="T2" fmla="*/ 93 w 96"/>
              <a:gd name="T3" fmla="*/ 130 h 133"/>
              <a:gd name="T4" fmla="*/ 92 w 96"/>
              <a:gd name="T5" fmla="*/ 131 h 133"/>
              <a:gd name="T6" fmla="*/ 88 w 96"/>
              <a:gd name="T7" fmla="*/ 132 h 133"/>
              <a:gd name="T8" fmla="*/ 83 w 96"/>
              <a:gd name="T9" fmla="*/ 133 h 133"/>
              <a:gd name="T10" fmla="*/ 77 w 96"/>
              <a:gd name="T11" fmla="*/ 133 h 133"/>
              <a:gd name="T12" fmla="*/ 34 w 96"/>
              <a:gd name="T13" fmla="*/ 121 h 133"/>
              <a:gd name="T14" fmla="*/ 3 w 96"/>
              <a:gd name="T15" fmla="*/ 88 h 133"/>
              <a:gd name="T16" fmla="*/ 0 w 96"/>
              <a:gd name="T17" fmla="*/ 85 h 133"/>
              <a:gd name="T18" fmla="*/ 1 w 96"/>
              <a:gd name="T19" fmla="*/ 72 h 133"/>
              <a:gd name="T20" fmla="*/ 9 w 96"/>
              <a:gd name="T21" fmla="*/ 71 h 133"/>
              <a:gd name="T22" fmla="*/ 3 w 96"/>
              <a:gd name="T23" fmla="*/ 61 h 133"/>
              <a:gd name="T24" fmla="*/ 0 w 96"/>
              <a:gd name="T25" fmla="*/ 58 h 133"/>
              <a:gd name="T26" fmla="*/ 1 w 96"/>
              <a:gd name="T27" fmla="*/ 45 h 133"/>
              <a:gd name="T28" fmla="*/ 12 w 96"/>
              <a:gd name="T29" fmla="*/ 44 h 133"/>
              <a:gd name="T30" fmla="*/ 73 w 96"/>
              <a:gd name="T31" fmla="*/ 0 h 133"/>
              <a:gd name="T32" fmla="*/ 93 w 96"/>
              <a:gd name="T33" fmla="*/ 4 h 133"/>
              <a:gd name="T34" fmla="*/ 89 w 96"/>
              <a:gd name="T35" fmla="*/ 21 h 133"/>
              <a:gd name="T36" fmla="*/ 86 w 96"/>
              <a:gd name="T37" fmla="*/ 23 h 133"/>
              <a:gd name="T38" fmla="*/ 84 w 96"/>
              <a:gd name="T39" fmla="*/ 23 h 133"/>
              <a:gd name="T40" fmla="*/ 81 w 96"/>
              <a:gd name="T41" fmla="*/ 22 h 133"/>
              <a:gd name="T42" fmla="*/ 75 w 96"/>
              <a:gd name="T43" fmla="*/ 22 h 133"/>
              <a:gd name="T44" fmla="*/ 51 w 96"/>
              <a:gd name="T45" fmla="*/ 28 h 133"/>
              <a:gd name="T46" fmla="*/ 81 w 96"/>
              <a:gd name="T47" fmla="*/ 44 h 133"/>
              <a:gd name="T48" fmla="*/ 84 w 96"/>
              <a:gd name="T49" fmla="*/ 48 h 133"/>
              <a:gd name="T50" fmla="*/ 79 w 96"/>
              <a:gd name="T51" fmla="*/ 61 h 133"/>
              <a:gd name="T52" fmla="*/ 33 w 96"/>
              <a:gd name="T53" fmla="*/ 71 h 133"/>
              <a:gd name="T54" fmla="*/ 79 w 96"/>
              <a:gd name="T55" fmla="*/ 72 h 133"/>
              <a:gd name="T56" fmla="*/ 77 w 96"/>
              <a:gd name="T57" fmla="*/ 85 h 133"/>
              <a:gd name="T58" fmla="*/ 74 w 96"/>
              <a:gd name="T59" fmla="*/ 88 h 133"/>
              <a:gd name="T60" fmla="*/ 52 w 96"/>
              <a:gd name="T61" fmla="*/ 105 h 133"/>
              <a:gd name="T62" fmla="*/ 77 w 96"/>
              <a:gd name="T63" fmla="*/ 112 h 133"/>
              <a:gd name="T64" fmla="*/ 83 w 96"/>
              <a:gd name="T65" fmla="*/ 111 h 133"/>
              <a:gd name="T66" fmla="*/ 87 w 96"/>
              <a:gd name="T67" fmla="*/ 110 h 133"/>
              <a:gd name="T68" fmla="*/ 88 w 96"/>
              <a:gd name="T69" fmla="*/ 110 h 133"/>
              <a:gd name="T70" fmla="*/ 92 w 96"/>
              <a:gd name="T71" fmla="*/ 112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96" h="133">
                <a:moveTo>
                  <a:pt x="92" y="112"/>
                </a:moveTo>
                <a:cubicBezTo>
                  <a:pt x="95" y="127"/>
                  <a:pt x="95" y="127"/>
                  <a:pt x="95" y="127"/>
                </a:cubicBezTo>
                <a:cubicBezTo>
                  <a:pt x="96" y="128"/>
                  <a:pt x="95" y="128"/>
                  <a:pt x="95" y="129"/>
                </a:cubicBezTo>
                <a:cubicBezTo>
                  <a:pt x="95" y="130"/>
                  <a:pt x="94" y="130"/>
                  <a:pt x="93" y="130"/>
                </a:cubicBezTo>
                <a:cubicBezTo>
                  <a:pt x="93" y="130"/>
                  <a:pt x="93" y="130"/>
                  <a:pt x="93" y="130"/>
                </a:cubicBezTo>
                <a:cubicBezTo>
                  <a:pt x="93" y="131"/>
                  <a:pt x="92" y="131"/>
                  <a:pt x="92" y="131"/>
                </a:cubicBezTo>
                <a:cubicBezTo>
                  <a:pt x="92" y="131"/>
                  <a:pt x="91" y="131"/>
                  <a:pt x="91" y="131"/>
                </a:cubicBezTo>
                <a:cubicBezTo>
                  <a:pt x="90" y="131"/>
                  <a:pt x="89" y="132"/>
                  <a:pt x="88" y="132"/>
                </a:cubicBezTo>
                <a:cubicBezTo>
                  <a:pt x="88" y="132"/>
                  <a:pt x="87" y="132"/>
                  <a:pt x="86" y="132"/>
                </a:cubicBezTo>
                <a:cubicBezTo>
                  <a:pt x="85" y="132"/>
                  <a:pt x="84" y="132"/>
                  <a:pt x="83" y="133"/>
                </a:cubicBezTo>
                <a:cubicBezTo>
                  <a:pt x="82" y="133"/>
                  <a:pt x="81" y="133"/>
                  <a:pt x="80" y="133"/>
                </a:cubicBezTo>
                <a:cubicBezTo>
                  <a:pt x="79" y="133"/>
                  <a:pt x="78" y="133"/>
                  <a:pt x="77" y="133"/>
                </a:cubicBezTo>
                <a:cubicBezTo>
                  <a:pt x="75" y="133"/>
                  <a:pt x="74" y="133"/>
                  <a:pt x="73" y="133"/>
                </a:cubicBezTo>
                <a:cubicBezTo>
                  <a:pt x="58" y="133"/>
                  <a:pt x="45" y="129"/>
                  <a:pt x="34" y="121"/>
                </a:cubicBezTo>
                <a:cubicBezTo>
                  <a:pt x="23" y="113"/>
                  <a:pt x="16" y="102"/>
                  <a:pt x="12" y="88"/>
                </a:cubicBezTo>
                <a:cubicBezTo>
                  <a:pt x="3" y="88"/>
                  <a:pt x="3" y="88"/>
                  <a:pt x="3" y="88"/>
                </a:cubicBezTo>
                <a:cubicBezTo>
                  <a:pt x="2" y="88"/>
                  <a:pt x="1" y="88"/>
                  <a:pt x="1" y="87"/>
                </a:cubicBezTo>
                <a:cubicBezTo>
                  <a:pt x="0" y="86"/>
                  <a:pt x="0" y="86"/>
                  <a:pt x="0" y="85"/>
                </a:cubicBezTo>
                <a:cubicBezTo>
                  <a:pt x="0" y="74"/>
                  <a:pt x="0" y="74"/>
                  <a:pt x="0" y="74"/>
                </a:cubicBezTo>
                <a:cubicBezTo>
                  <a:pt x="0" y="73"/>
                  <a:pt x="0" y="73"/>
                  <a:pt x="1" y="72"/>
                </a:cubicBezTo>
                <a:cubicBezTo>
                  <a:pt x="1" y="71"/>
                  <a:pt x="2" y="71"/>
                  <a:pt x="3" y="71"/>
                </a:cubicBezTo>
                <a:cubicBezTo>
                  <a:pt x="9" y="71"/>
                  <a:pt x="9" y="71"/>
                  <a:pt x="9" y="71"/>
                </a:cubicBezTo>
                <a:cubicBezTo>
                  <a:pt x="9" y="68"/>
                  <a:pt x="9" y="64"/>
                  <a:pt x="9" y="61"/>
                </a:cubicBezTo>
                <a:cubicBezTo>
                  <a:pt x="3" y="61"/>
                  <a:pt x="3" y="61"/>
                  <a:pt x="3" y="61"/>
                </a:cubicBezTo>
                <a:cubicBezTo>
                  <a:pt x="2" y="61"/>
                  <a:pt x="1" y="61"/>
                  <a:pt x="1" y="60"/>
                </a:cubicBezTo>
                <a:cubicBezTo>
                  <a:pt x="0" y="60"/>
                  <a:pt x="0" y="59"/>
                  <a:pt x="0" y="58"/>
                </a:cubicBezTo>
                <a:cubicBezTo>
                  <a:pt x="0" y="47"/>
                  <a:pt x="0" y="47"/>
                  <a:pt x="0" y="47"/>
                </a:cubicBezTo>
                <a:cubicBezTo>
                  <a:pt x="0" y="47"/>
                  <a:pt x="0" y="46"/>
                  <a:pt x="1" y="45"/>
                </a:cubicBezTo>
                <a:cubicBezTo>
                  <a:pt x="1" y="45"/>
                  <a:pt x="2" y="44"/>
                  <a:pt x="3" y="44"/>
                </a:cubicBezTo>
                <a:cubicBezTo>
                  <a:pt x="12" y="44"/>
                  <a:pt x="12" y="44"/>
                  <a:pt x="12" y="44"/>
                </a:cubicBezTo>
                <a:cubicBezTo>
                  <a:pt x="16" y="31"/>
                  <a:pt x="24" y="20"/>
                  <a:pt x="35" y="12"/>
                </a:cubicBezTo>
                <a:cubicBezTo>
                  <a:pt x="46" y="4"/>
                  <a:pt x="59" y="0"/>
                  <a:pt x="73" y="0"/>
                </a:cubicBezTo>
                <a:cubicBezTo>
                  <a:pt x="79" y="0"/>
                  <a:pt x="86" y="1"/>
                  <a:pt x="91" y="2"/>
                </a:cubicBezTo>
                <a:cubicBezTo>
                  <a:pt x="92" y="3"/>
                  <a:pt x="93" y="3"/>
                  <a:pt x="93" y="4"/>
                </a:cubicBezTo>
                <a:cubicBezTo>
                  <a:pt x="94" y="5"/>
                  <a:pt x="94" y="5"/>
                  <a:pt x="93" y="6"/>
                </a:cubicBezTo>
                <a:cubicBezTo>
                  <a:pt x="89" y="21"/>
                  <a:pt x="89" y="21"/>
                  <a:pt x="89" y="21"/>
                </a:cubicBezTo>
                <a:cubicBezTo>
                  <a:pt x="89" y="22"/>
                  <a:pt x="89" y="23"/>
                  <a:pt x="88" y="23"/>
                </a:cubicBezTo>
                <a:cubicBezTo>
                  <a:pt x="87" y="23"/>
                  <a:pt x="87" y="24"/>
                  <a:pt x="86" y="23"/>
                </a:cubicBezTo>
                <a:cubicBezTo>
                  <a:pt x="85" y="23"/>
                  <a:pt x="85" y="23"/>
                  <a:pt x="85" y="23"/>
                </a:cubicBezTo>
                <a:cubicBezTo>
                  <a:pt x="85" y="23"/>
                  <a:pt x="85" y="23"/>
                  <a:pt x="84" y="23"/>
                </a:cubicBezTo>
                <a:cubicBezTo>
                  <a:pt x="84" y="23"/>
                  <a:pt x="83" y="23"/>
                  <a:pt x="83" y="23"/>
                </a:cubicBezTo>
                <a:cubicBezTo>
                  <a:pt x="82" y="22"/>
                  <a:pt x="81" y="22"/>
                  <a:pt x="81" y="22"/>
                </a:cubicBezTo>
                <a:cubicBezTo>
                  <a:pt x="80" y="22"/>
                  <a:pt x="79" y="22"/>
                  <a:pt x="78" y="22"/>
                </a:cubicBezTo>
                <a:cubicBezTo>
                  <a:pt x="77" y="22"/>
                  <a:pt x="76" y="22"/>
                  <a:pt x="75" y="22"/>
                </a:cubicBezTo>
                <a:cubicBezTo>
                  <a:pt x="74" y="22"/>
                  <a:pt x="73" y="22"/>
                  <a:pt x="73" y="22"/>
                </a:cubicBezTo>
                <a:cubicBezTo>
                  <a:pt x="65" y="22"/>
                  <a:pt x="58" y="24"/>
                  <a:pt x="51" y="28"/>
                </a:cubicBezTo>
                <a:cubicBezTo>
                  <a:pt x="45" y="32"/>
                  <a:pt x="40" y="37"/>
                  <a:pt x="37" y="44"/>
                </a:cubicBezTo>
                <a:cubicBezTo>
                  <a:pt x="81" y="44"/>
                  <a:pt x="81" y="44"/>
                  <a:pt x="81" y="44"/>
                </a:cubicBezTo>
                <a:cubicBezTo>
                  <a:pt x="82" y="44"/>
                  <a:pt x="83" y="45"/>
                  <a:pt x="84" y="46"/>
                </a:cubicBezTo>
                <a:cubicBezTo>
                  <a:pt x="84" y="46"/>
                  <a:pt x="85" y="47"/>
                  <a:pt x="84" y="48"/>
                </a:cubicBezTo>
                <a:cubicBezTo>
                  <a:pt x="82" y="59"/>
                  <a:pt x="82" y="59"/>
                  <a:pt x="82" y="59"/>
                </a:cubicBezTo>
                <a:cubicBezTo>
                  <a:pt x="82" y="60"/>
                  <a:pt x="81" y="61"/>
                  <a:pt x="79" y="61"/>
                </a:cubicBezTo>
                <a:cubicBezTo>
                  <a:pt x="33" y="61"/>
                  <a:pt x="33" y="61"/>
                  <a:pt x="33" y="61"/>
                </a:cubicBezTo>
                <a:cubicBezTo>
                  <a:pt x="33" y="64"/>
                  <a:pt x="33" y="67"/>
                  <a:pt x="33" y="71"/>
                </a:cubicBezTo>
                <a:cubicBezTo>
                  <a:pt x="76" y="71"/>
                  <a:pt x="76" y="71"/>
                  <a:pt x="76" y="71"/>
                </a:cubicBezTo>
                <a:cubicBezTo>
                  <a:pt x="77" y="71"/>
                  <a:pt x="78" y="72"/>
                  <a:pt x="79" y="72"/>
                </a:cubicBezTo>
                <a:cubicBezTo>
                  <a:pt x="79" y="73"/>
                  <a:pt x="79" y="74"/>
                  <a:pt x="79" y="75"/>
                </a:cubicBezTo>
                <a:cubicBezTo>
                  <a:pt x="77" y="85"/>
                  <a:pt x="77" y="85"/>
                  <a:pt x="77" y="85"/>
                </a:cubicBezTo>
                <a:cubicBezTo>
                  <a:pt x="77" y="86"/>
                  <a:pt x="76" y="87"/>
                  <a:pt x="76" y="87"/>
                </a:cubicBezTo>
                <a:cubicBezTo>
                  <a:pt x="75" y="88"/>
                  <a:pt x="75" y="88"/>
                  <a:pt x="74" y="88"/>
                </a:cubicBezTo>
                <a:cubicBezTo>
                  <a:pt x="37" y="88"/>
                  <a:pt x="37" y="88"/>
                  <a:pt x="37" y="88"/>
                </a:cubicBezTo>
                <a:cubicBezTo>
                  <a:pt x="40" y="95"/>
                  <a:pt x="45" y="101"/>
                  <a:pt x="52" y="105"/>
                </a:cubicBezTo>
                <a:cubicBezTo>
                  <a:pt x="58" y="110"/>
                  <a:pt x="65" y="112"/>
                  <a:pt x="73" y="112"/>
                </a:cubicBezTo>
                <a:cubicBezTo>
                  <a:pt x="74" y="112"/>
                  <a:pt x="75" y="112"/>
                  <a:pt x="77" y="112"/>
                </a:cubicBezTo>
                <a:cubicBezTo>
                  <a:pt x="78" y="112"/>
                  <a:pt x="79" y="112"/>
                  <a:pt x="80" y="111"/>
                </a:cubicBezTo>
                <a:cubicBezTo>
                  <a:pt x="81" y="111"/>
                  <a:pt x="82" y="111"/>
                  <a:pt x="83" y="111"/>
                </a:cubicBezTo>
                <a:cubicBezTo>
                  <a:pt x="83" y="111"/>
                  <a:pt x="84" y="111"/>
                  <a:pt x="85" y="111"/>
                </a:cubicBezTo>
                <a:cubicBezTo>
                  <a:pt x="86" y="110"/>
                  <a:pt x="86" y="110"/>
                  <a:pt x="87" y="110"/>
                </a:cubicBezTo>
                <a:cubicBezTo>
                  <a:pt x="87" y="110"/>
                  <a:pt x="87" y="110"/>
                  <a:pt x="88" y="110"/>
                </a:cubicBezTo>
                <a:cubicBezTo>
                  <a:pt x="88" y="110"/>
                  <a:pt x="88" y="110"/>
                  <a:pt x="88" y="110"/>
                </a:cubicBezTo>
                <a:cubicBezTo>
                  <a:pt x="89" y="109"/>
                  <a:pt x="90" y="109"/>
                  <a:pt x="91" y="110"/>
                </a:cubicBezTo>
                <a:cubicBezTo>
                  <a:pt x="91" y="110"/>
                  <a:pt x="92" y="111"/>
                  <a:pt x="92" y="112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07" name="Freeform 310"/>
          <p:cNvSpPr>
            <a:spLocks/>
          </p:cNvSpPr>
          <p:nvPr/>
        </p:nvSpPr>
        <p:spPr bwMode="auto">
          <a:xfrm>
            <a:off x="8785486" y="4396089"/>
            <a:ext cx="138311" cy="190176"/>
          </a:xfrm>
          <a:custGeom>
            <a:avLst/>
            <a:gdLst>
              <a:gd name="T0" fmla="*/ 96 w 96"/>
              <a:gd name="T1" fmla="*/ 96 h 133"/>
              <a:gd name="T2" fmla="*/ 96 w 96"/>
              <a:gd name="T3" fmla="*/ 130 h 133"/>
              <a:gd name="T4" fmla="*/ 95 w 96"/>
              <a:gd name="T5" fmla="*/ 133 h 133"/>
              <a:gd name="T6" fmla="*/ 93 w 96"/>
              <a:gd name="T7" fmla="*/ 133 h 133"/>
              <a:gd name="T8" fmla="*/ 3 w 96"/>
              <a:gd name="T9" fmla="*/ 133 h 133"/>
              <a:gd name="T10" fmla="*/ 1 w 96"/>
              <a:gd name="T11" fmla="*/ 133 h 133"/>
              <a:gd name="T12" fmla="*/ 0 w 96"/>
              <a:gd name="T13" fmla="*/ 130 h 133"/>
              <a:gd name="T14" fmla="*/ 0 w 96"/>
              <a:gd name="T15" fmla="*/ 116 h 133"/>
              <a:gd name="T16" fmla="*/ 1 w 96"/>
              <a:gd name="T17" fmla="*/ 114 h 133"/>
              <a:gd name="T18" fmla="*/ 3 w 96"/>
              <a:gd name="T19" fmla="*/ 113 h 133"/>
              <a:gd name="T20" fmla="*/ 12 w 96"/>
              <a:gd name="T21" fmla="*/ 113 h 133"/>
              <a:gd name="T22" fmla="*/ 12 w 96"/>
              <a:gd name="T23" fmla="*/ 77 h 133"/>
              <a:gd name="T24" fmla="*/ 3 w 96"/>
              <a:gd name="T25" fmla="*/ 77 h 133"/>
              <a:gd name="T26" fmla="*/ 1 w 96"/>
              <a:gd name="T27" fmla="*/ 76 h 133"/>
              <a:gd name="T28" fmla="*/ 0 w 96"/>
              <a:gd name="T29" fmla="*/ 74 h 133"/>
              <a:gd name="T30" fmla="*/ 0 w 96"/>
              <a:gd name="T31" fmla="*/ 62 h 133"/>
              <a:gd name="T32" fmla="*/ 1 w 96"/>
              <a:gd name="T33" fmla="*/ 59 h 133"/>
              <a:gd name="T34" fmla="*/ 3 w 96"/>
              <a:gd name="T35" fmla="*/ 59 h 133"/>
              <a:gd name="T36" fmla="*/ 12 w 96"/>
              <a:gd name="T37" fmla="*/ 59 h 133"/>
              <a:gd name="T38" fmla="*/ 12 w 96"/>
              <a:gd name="T39" fmla="*/ 37 h 133"/>
              <a:gd name="T40" fmla="*/ 24 w 96"/>
              <a:gd name="T41" fmla="*/ 11 h 133"/>
              <a:gd name="T42" fmla="*/ 53 w 96"/>
              <a:gd name="T43" fmla="*/ 0 h 133"/>
              <a:gd name="T44" fmla="*/ 85 w 96"/>
              <a:gd name="T45" fmla="*/ 12 h 133"/>
              <a:gd name="T46" fmla="*/ 86 w 96"/>
              <a:gd name="T47" fmla="*/ 14 h 133"/>
              <a:gd name="T48" fmla="*/ 85 w 96"/>
              <a:gd name="T49" fmla="*/ 16 h 133"/>
              <a:gd name="T50" fmla="*/ 76 w 96"/>
              <a:gd name="T51" fmla="*/ 28 h 133"/>
              <a:gd name="T52" fmla="*/ 73 w 96"/>
              <a:gd name="T53" fmla="*/ 29 h 133"/>
              <a:gd name="T54" fmla="*/ 71 w 96"/>
              <a:gd name="T55" fmla="*/ 29 h 133"/>
              <a:gd name="T56" fmla="*/ 69 w 96"/>
              <a:gd name="T57" fmla="*/ 27 h 133"/>
              <a:gd name="T58" fmla="*/ 62 w 96"/>
              <a:gd name="T59" fmla="*/ 24 h 133"/>
              <a:gd name="T60" fmla="*/ 53 w 96"/>
              <a:gd name="T61" fmla="*/ 22 h 133"/>
              <a:gd name="T62" fmla="*/ 41 w 96"/>
              <a:gd name="T63" fmla="*/ 27 h 133"/>
              <a:gd name="T64" fmla="*/ 36 w 96"/>
              <a:gd name="T65" fmla="*/ 38 h 133"/>
              <a:gd name="T66" fmla="*/ 36 w 96"/>
              <a:gd name="T67" fmla="*/ 59 h 133"/>
              <a:gd name="T68" fmla="*/ 64 w 96"/>
              <a:gd name="T69" fmla="*/ 59 h 133"/>
              <a:gd name="T70" fmla="*/ 67 w 96"/>
              <a:gd name="T71" fmla="*/ 59 h 133"/>
              <a:gd name="T72" fmla="*/ 67 w 96"/>
              <a:gd name="T73" fmla="*/ 62 h 133"/>
              <a:gd name="T74" fmla="*/ 67 w 96"/>
              <a:gd name="T75" fmla="*/ 74 h 133"/>
              <a:gd name="T76" fmla="*/ 67 w 96"/>
              <a:gd name="T77" fmla="*/ 76 h 133"/>
              <a:gd name="T78" fmla="*/ 64 w 96"/>
              <a:gd name="T79" fmla="*/ 77 h 133"/>
              <a:gd name="T80" fmla="*/ 36 w 96"/>
              <a:gd name="T81" fmla="*/ 77 h 133"/>
              <a:gd name="T82" fmla="*/ 36 w 96"/>
              <a:gd name="T83" fmla="*/ 113 h 133"/>
              <a:gd name="T84" fmla="*/ 75 w 96"/>
              <a:gd name="T85" fmla="*/ 113 h 133"/>
              <a:gd name="T86" fmla="*/ 75 w 96"/>
              <a:gd name="T87" fmla="*/ 96 h 133"/>
              <a:gd name="T88" fmla="*/ 76 w 96"/>
              <a:gd name="T89" fmla="*/ 94 h 133"/>
              <a:gd name="T90" fmla="*/ 78 w 96"/>
              <a:gd name="T91" fmla="*/ 93 h 133"/>
              <a:gd name="T92" fmla="*/ 93 w 96"/>
              <a:gd name="T93" fmla="*/ 93 h 133"/>
              <a:gd name="T94" fmla="*/ 95 w 96"/>
              <a:gd name="T95" fmla="*/ 94 h 133"/>
              <a:gd name="T96" fmla="*/ 96 w 96"/>
              <a:gd name="T97" fmla="*/ 96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96" h="133">
                <a:moveTo>
                  <a:pt x="96" y="96"/>
                </a:moveTo>
                <a:cubicBezTo>
                  <a:pt x="96" y="130"/>
                  <a:pt x="96" y="130"/>
                  <a:pt x="96" y="130"/>
                </a:cubicBezTo>
                <a:cubicBezTo>
                  <a:pt x="96" y="131"/>
                  <a:pt x="96" y="132"/>
                  <a:pt x="95" y="133"/>
                </a:cubicBezTo>
                <a:cubicBezTo>
                  <a:pt x="95" y="133"/>
                  <a:pt x="94" y="133"/>
                  <a:pt x="93" y="133"/>
                </a:cubicBezTo>
                <a:cubicBezTo>
                  <a:pt x="3" y="133"/>
                  <a:pt x="3" y="133"/>
                  <a:pt x="3" y="133"/>
                </a:cubicBezTo>
                <a:cubicBezTo>
                  <a:pt x="2" y="133"/>
                  <a:pt x="1" y="133"/>
                  <a:pt x="1" y="133"/>
                </a:cubicBezTo>
                <a:cubicBezTo>
                  <a:pt x="0" y="132"/>
                  <a:pt x="0" y="131"/>
                  <a:pt x="0" y="130"/>
                </a:cubicBezTo>
                <a:cubicBezTo>
                  <a:pt x="0" y="116"/>
                  <a:pt x="0" y="116"/>
                  <a:pt x="0" y="116"/>
                </a:cubicBezTo>
                <a:cubicBezTo>
                  <a:pt x="0" y="115"/>
                  <a:pt x="0" y="115"/>
                  <a:pt x="1" y="114"/>
                </a:cubicBezTo>
                <a:cubicBezTo>
                  <a:pt x="1" y="113"/>
                  <a:pt x="2" y="113"/>
                  <a:pt x="3" y="113"/>
                </a:cubicBezTo>
                <a:cubicBezTo>
                  <a:pt x="12" y="113"/>
                  <a:pt x="12" y="113"/>
                  <a:pt x="12" y="113"/>
                </a:cubicBezTo>
                <a:cubicBezTo>
                  <a:pt x="12" y="77"/>
                  <a:pt x="12" y="77"/>
                  <a:pt x="12" y="77"/>
                </a:cubicBezTo>
                <a:cubicBezTo>
                  <a:pt x="3" y="77"/>
                  <a:pt x="3" y="77"/>
                  <a:pt x="3" y="77"/>
                </a:cubicBezTo>
                <a:cubicBezTo>
                  <a:pt x="2" y="77"/>
                  <a:pt x="1" y="77"/>
                  <a:pt x="1" y="76"/>
                </a:cubicBezTo>
                <a:cubicBezTo>
                  <a:pt x="0" y="75"/>
                  <a:pt x="0" y="75"/>
                  <a:pt x="0" y="74"/>
                </a:cubicBezTo>
                <a:cubicBezTo>
                  <a:pt x="0" y="62"/>
                  <a:pt x="0" y="62"/>
                  <a:pt x="0" y="62"/>
                </a:cubicBezTo>
                <a:cubicBezTo>
                  <a:pt x="0" y="61"/>
                  <a:pt x="0" y="60"/>
                  <a:pt x="1" y="59"/>
                </a:cubicBezTo>
                <a:cubicBezTo>
                  <a:pt x="1" y="59"/>
                  <a:pt x="2" y="59"/>
                  <a:pt x="3" y="59"/>
                </a:cubicBezTo>
                <a:cubicBezTo>
                  <a:pt x="12" y="59"/>
                  <a:pt x="12" y="59"/>
                  <a:pt x="12" y="59"/>
                </a:cubicBezTo>
                <a:cubicBezTo>
                  <a:pt x="12" y="37"/>
                  <a:pt x="12" y="37"/>
                  <a:pt x="12" y="37"/>
                </a:cubicBezTo>
                <a:cubicBezTo>
                  <a:pt x="12" y="27"/>
                  <a:pt x="16" y="18"/>
                  <a:pt x="24" y="11"/>
                </a:cubicBezTo>
                <a:cubicBezTo>
                  <a:pt x="31" y="4"/>
                  <a:pt x="41" y="0"/>
                  <a:pt x="53" y="0"/>
                </a:cubicBezTo>
                <a:cubicBezTo>
                  <a:pt x="65" y="0"/>
                  <a:pt x="76" y="4"/>
                  <a:pt x="85" y="12"/>
                </a:cubicBezTo>
                <a:cubicBezTo>
                  <a:pt x="86" y="13"/>
                  <a:pt x="86" y="13"/>
                  <a:pt x="86" y="14"/>
                </a:cubicBezTo>
                <a:cubicBezTo>
                  <a:pt x="86" y="15"/>
                  <a:pt x="86" y="16"/>
                  <a:pt x="85" y="16"/>
                </a:cubicBezTo>
                <a:cubicBezTo>
                  <a:pt x="76" y="28"/>
                  <a:pt x="76" y="28"/>
                  <a:pt x="76" y="28"/>
                </a:cubicBezTo>
                <a:cubicBezTo>
                  <a:pt x="75" y="29"/>
                  <a:pt x="74" y="29"/>
                  <a:pt x="73" y="29"/>
                </a:cubicBezTo>
                <a:cubicBezTo>
                  <a:pt x="73" y="29"/>
                  <a:pt x="72" y="29"/>
                  <a:pt x="71" y="29"/>
                </a:cubicBezTo>
                <a:cubicBezTo>
                  <a:pt x="71" y="28"/>
                  <a:pt x="70" y="28"/>
                  <a:pt x="69" y="27"/>
                </a:cubicBezTo>
                <a:cubicBezTo>
                  <a:pt x="67" y="26"/>
                  <a:pt x="65" y="25"/>
                  <a:pt x="62" y="24"/>
                </a:cubicBezTo>
                <a:cubicBezTo>
                  <a:pt x="59" y="23"/>
                  <a:pt x="56" y="22"/>
                  <a:pt x="53" y="22"/>
                </a:cubicBezTo>
                <a:cubicBezTo>
                  <a:pt x="48" y="22"/>
                  <a:pt x="44" y="24"/>
                  <a:pt x="41" y="27"/>
                </a:cubicBezTo>
                <a:cubicBezTo>
                  <a:pt x="37" y="30"/>
                  <a:pt x="36" y="33"/>
                  <a:pt x="36" y="38"/>
                </a:cubicBezTo>
                <a:cubicBezTo>
                  <a:pt x="36" y="59"/>
                  <a:pt x="36" y="59"/>
                  <a:pt x="36" y="59"/>
                </a:cubicBezTo>
                <a:cubicBezTo>
                  <a:pt x="64" y="59"/>
                  <a:pt x="64" y="59"/>
                  <a:pt x="64" y="59"/>
                </a:cubicBezTo>
                <a:cubicBezTo>
                  <a:pt x="65" y="59"/>
                  <a:pt x="66" y="59"/>
                  <a:pt x="67" y="59"/>
                </a:cubicBezTo>
                <a:cubicBezTo>
                  <a:pt x="67" y="60"/>
                  <a:pt x="67" y="61"/>
                  <a:pt x="67" y="62"/>
                </a:cubicBezTo>
                <a:cubicBezTo>
                  <a:pt x="67" y="74"/>
                  <a:pt x="67" y="74"/>
                  <a:pt x="67" y="74"/>
                </a:cubicBezTo>
                <a:cubicBezTo>
                  <a:pt x="67" y="75"/>
                  <a:pt x="67" y="75"/>
                  <a:pt x="67" y="76"/>
                </a:cubicBezTo>
                <a:cubicBezTo>
                  <a:pt x="66" y="77"/>
                  <a:pt x="65" y="77"/>
                  <a:pt x="64" y="77"/>
                </a:cubicBezTo>
                <a:cubicBezTo>
                  <a:pt x="36" y="77"/>
                  <a:pt x="36" y="77"/>
                  <a:pt x="36" y="77"/>
                </a:cubicBezTo>
                <a:cubicBezTo>
                  <a:pt x="36" y="113"/>
                  <a:pt x="36" y="113"/>
                  <a:pt x="36" y="113"/>
                </a:cubicBezTo>
                <a:cubicBezTo>
                  <a:pt x="75" y="113"/>
                  <a:pt x="75" y="113"/>
                  <a:pt x="75" y="113"/>
                </a:cubicBezTo>
                <a:cubicBezTo>
                  <a:pt x="75" y="96"/>
                  <a:pt x="75" y="96"/>
                  <a:pt x="75" y="96"/>
                </a:cubicBezTo>
                <a:cubicBezTo>
                  <a:pt x="75" y="95"/>
                  <a:pt x="75" y="94"/>
                  <a:pt x="76" y="94"/>
                </a:cubicBezTo>
                <a:cubicBezTo>
                  <a:pt x="76" y="93"/>
                  <a:pt x="77" y="93"/>
                  <a:pt x="78" y="93"/>
                </a:cubicBezTo>
                <a:cubicBezTo>
                  <a:pt x="93" y="93"/>
                  <a:pt x="93" y="93"/>
                  <a:pt x="93" y="93"/>
                </a:cubicBezTo>
                <a:cubicBezTo>
                  <a:pt x="94" y="93"/>
                  <a:pt x="95" y="93"/>
                  <a:pt x="95" y="94"/>
                </a:cubicBezTo>
                <a:cubicBezTo>
                  <a:pt x="96" y="94"/>
                  <a:pt x="96" y="95"/>
                  <a:pt x="96" y="96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08" name="Freeform 311"/>
          <p:cNvSpPr>
            <a:spLocks/>
          </p:cNvSpPr>
          <p:nvPr/>
        </p:nvSpPr>
        <p:spPr bwMode="auto">
          <a:xfrm>
            <a:off x="8992949" y="4378802"/>
            <a:ext cx="125344" cy="244204"/>
          </a:xfrm>
          <a:custGeom>
            <a:avLst/>
            <a:gdLst>
              <a:gd name="T0" fmla="*/ 79 w 88"/>
              <a:gd name="T1" fmla="*/ 137 h 170"/>
              <a:gd name="T2" fmla="*/ 54 w 88"/>
              <a:gd name="T3" fmla="*/ 167 h 170"/>
              <a:gd name="T4" fmla="*/ 51 w 88"/>
              <a:gd name="T5" fmla="*/ 170 h 170"/>
              <a:gd name="T6" fmla="*/ 36 w 88"/>
              <a:gd name="T7" fmla="*/ 169 h 170"/>
              <a:gd name="T8" fmla="*/ 35 w 88"/>
              <a:gd name="T9" fmla="*/ 150 h 170"/>
              <a:gd name="T10" fmla="*/ 14 w 88"/>
              <a:gd name="T11" fmla="*/ 143 h 170"/>
              <a:gd name="T12" fmla="*/ 2 w 88"/>
              <a:gd name="T13" fmla="*/ 135 h 170"/>
              <a:gd name="T14" fmla="*/ 1 w 88"/>
              <a:gd name="T15" fmla="*/ 129 h 170"/>
              <a:gd name="T16" fmla="*/ 12 w 88"/>
              <a:gd name="T17" fmla="*/ 115 h 170"/>
              <a:gd name="T18" fmla="*/ 15 w 88"/>
              <a:gd name="T19" fmla="*/ 116 h 170"/>
              <a:gd name="T20" fmla="*/ 45 w 88"/>
              <a:gd name="T21" fmla="*/ 129 h 170"/>
              <a:gd name="T22" fmla="*/ 64 w 88"/>
              <a:gd name="T23" fmla="*/ 113 h 170"/>
              <a:gd name="T24" fmla="*/ 60 w 88"/>
              <a:gd name="T25" fmla="*/ 104 h 170"/>
              <a:gd name="T26" fmla="*/ 48 w 88"/>
              <a:gd name="T27" fmla="*/ 98 h 170"/>
              <a:gd name="T28" fmla="*/ 34 w 88"/>
              <a:gd name="T29" fmla="*/ 92 h 170"/>
              <a:gd name="T30" fmla="*/ 23 w 88"/>
              <a:gd name="T31" fmla="*/ 87 h 170"/>
              <a:gd name="T32" fmla="*/ 12 w 88"/>
              <a:gd name="T33" fmla="*/ 80 h 170"/>
              <a:gd name="T34" fmla="*/ 5 w 88"/>
              <a:gd name="T35" fmla="*/ 69 h 170"/>
              <a:gd name="T36" fmla="*/ 2 w 88"/>
              <a:gd name="T37" fmla="*/ 56 h 170"/>
              <a:gd name="T38" fmla="*/ 35 w 88"/>
              <a:gd name="T39" fmla="*/ 20 h 170"/>
              <a:gd name="T40" fmla="*/ 36 w 88"/>
              <a:gd name="T41" fmla="*/ 1 h 170"/>
              <a:gd name="T42" fmla="*/ 51 w 88"/>
              <a:gd name="T43" fmla="*/ 0 h 170"/>
              <a:gd name="T44" fmla="*/ 54 w 88"/>
              <a:gd name="T45" fmla="*/ 3 h 170"/>
              <a:gd name="T46" fmla="*/ 65 w 88"/>
              <a:gd name="T47" fmla="*/ 22 h 170"/>
              <a:gd name="T48" fmla="*/ 79 w 88"/>
              <a:gd name="T49" fmla="*/ 29 h 170"/>
              <a:gd name="T50" fmla="*/ 84 w 88"/>
              <a:gd name="T51" fmla="*/ 33 h 170"/>
              <a:gd name="T52" fmla="*/ 77 w 88"/>
              <a:gd name="T53" fmla="*/ 50 h 170"/>
              <a:gd name="T54" fmla="*/ 72 w 88"/>
              <a:gd name="T55" fmla="*/ 51 h 170"/>
              <a:gd name="T56" fmla="*/ 67 w 88"/>
              <a:gd name="T57" fmla="*/ 47 h 170"/>
              <a:gd name="T58" fmla="*/ 54 w 88"/>
              <a:gd name="T59" fmla="*/ 42 h 170"/>
              <a:gd name="T60" fmla="*/ 32 w 88"/>
              <a:gd name="T61" fmla="*/ 45 h 170"/>
              <a:gd name="T62" fmla="*/ 27 w 88"/>
              <a:gd name="T63" fmla="*/ 60 h 170"/>
              <a:gd name="T64" fmla="*/ 33 w 88"/>
              <a:gd name="T65" fmla="*/ 67 h 170"/>
              <a:gd name="T66" fmla="*/ 44 w 88"/>
              <a:gd name="T67" fmla="*/ 72 h 170"/>
              <a:gd name="T68" fmla="*/ 59 w 88"/>
              <a:gd name="T69" fmla="*/ 78 h 170"/>
              <a:gd name="T70" fmla="*/ 73 w 88"/>
              <a:gd name="T71" fmla="*/ 85 h 170"/>
              <a:gd name="T72" fmla="*/ 84 w 88"/>
              <a:gd name="T73" fmla="*/ 96 h 170"/>
              <a:gd name="T74" fmla="*/ 88 w 88"/>
              <a:gd name="T75" fmla="*/ 112 h 1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88" h="170">
                <a:moveTo>
                  <a:pt x="88" y="112"/>
                </a:moveTo>
                <a:cubicBezTo>
                  <a:pt x="88" y="122"/>
                  <a:pt x="85" y="130"/>
                  <a:pt x="79" y="137"/>
                </a:cubicBezTo>
                <a:cubicBezTo>
                  <a:pt x="72" y="144"/>
                  <a:pt x="64" y="148"/>
                  <a:pt x="54" y="150"/>
                </a:cubicBezTo>
                <a:cubicBezTo>
                  <a:pt x="54" y="167"/>
                  <a:pt x="54" y="167"/>
                  <a:pt x="54" y="167"/>
                </a:cubicBezTo>
                <a:cubicBezTo>
                  <a:pt x="54" y="167"/>
                  <a:pt x="54" y="168"/>
                  <a:pt x="53" y="169"/>
                </a:cubicBezTo>
                <a:cubicBezTo>
                  <a:pt x="53" y="169"/>
                  <a:pt x="52" y="170"/>
                  <a:pt x="51" y="170"/>
                </a:cubicBezTo>
                <a:cubicBezTo>
                  <a:pt x="38" y="170"/>
                  <a:pt x="38" y="170"/>
                  <a:pt x="38" y="170"/>
                </a:cubicBezTo>
                <a:cubicBezTo>
                  <a:pt x="38" y="170"/>
                  <a:pt x="37" y="169"/>
                  <a:pt x="36" y="169"/>
                </a:cubicBezTo>
                <a:cubicBezTo>
                  <a:pt x="36" y="168"/>
                  <a:pt x="35" y="167"/>
                  <a:pt x="35" y="167"/>
                </a:cubicBezTo>
                <a:cubicBezTo>
                  <a:pt x="35" y="150"/>
                  <a:pt x="35" y="150"/>
                  <a:pt x="35" y="150"/>
                </a:cubicBezTo>
                <a:cubicBezTo>
                  <a:pt x="31" y="149"/>
                  <a:pt x="27" y="149"/>
                  <a:pt x="23" y="147"/>
                </a:cubicBezTo>
                <a:cubicBezTo>
                  <a:pt x="19" y="146"/>
                  <a:pt x="16" y="144"/>
                  <a:pt x="14" y="143"/>
                </a:cubicBezTo>
                <a:cubicBezTo>
                  <a:pt x="11" y="142"/>
                  <a:pt x="9" y="140"/>
                  <a:pt x="7" y="138"/>
                </a:cubicBezTo>
                <a:cubicBezTo>
                  <a:pt x="5" y="137"/>
                  <a:pt x="3" y="136"/>
                  <a:pt x="2" y="135"/>
                </a:cubicBezTo>
                <a:cubicBezTo>
                  <a:pt x="2" y="134"/>
                  <a:pt x="1" y="134"/>
                  <a:pt x="1" y="133"/>
                </a:cubicBezTo>
                <a:cubicBezTo>
                  <a:pt x="0" y="132"/>
                  <a:pt x="0" y="131"/>
                  <a:pt x="1" y="129"/>
                </a:cubicBezTo>
                <a:cubicBezTo>
                  <a:pt x="10" y="117"/>
                  <a:pt x="10" y="117"/>
                  <a:pt x="10" y="117"/>
                </a:cubicBezTo>
                <a:cubicBezTo>
                  <a:pt x="11" y="116"/>
                  <a:pt x="11" y="115"/>
                  <a:pt x="12" y="115"/>
                </a:cubicBezTo>
                <a:cubicBezTo>
                  <a:pt x="13" y="115"/>
                  <a:pt x="14" y="116"/>
                  <a:pt x="15" y="116"/>
                </a:cubicBezTo>
                <a:cubicBezTo>
                  <a:pt x="15" y="116"/>
                  <a:pt x="15" y="116"/>
                  <a:pt x="15" y="116"/>
                </a:cubicBezTo>
                <a:cubicBezTo>
                  <a:pt x="22" y="123"/>
                  <a:pt x="30" y="127"/>
                  <a:pt x="38" y="128"/>
                </a:cubicBezTo>
                <a:cubicBezTo>
                  <a:pt x="40" y="129"/>
                  <a:pt x="43" y="129"/>
                  <a:pt x="45" y="129"/>
                </a:cubicBezTo>
                <a:cubicBezTo>
                  <a:pt x="50" y="129"/>
                  <a:pt x="54" y="128"/>
                  <a:pt x="58" y="125"/>
                </a:cubicBezTo>
                <a:cubicBezTo>
                  <a:pt x="62" y="122"/>
                  <a:pt x="64" y="118"/>
                  <a:pt x="64" y="113"/>
                </a:cubicBezTo>
                <a:cubicBezTo>
                  <a:pt x="64" y="112"/>
                  <a:pt x="64" y="110"/>
                  <a:pt x="63" y="108"/>
                </a:cubicBezTo>
                <a:cubicBezTo>
                  <a:pt x="62" y="107"/>
                  <a:pt x="61" y="105"/>
                  <a:pt x="60" y="104"/>
                </a:cubicBezTo>
                <a:cubicBezTo>
                  <a:pt x="58" y="103"/>
                  <a:pt x="57" y="102"/>
                  <a:pt x="54" y="101"/>
                </a:cubicBezTo>
                <a:cubicBezTo>
                  <a:pt x="52" y="100"/>
                  <a:pt x="49" y="99"/>
                  <a:pt x="48" y="98"/>
                </a:cubicBezTo>
                <a:cubicBezTo>
                  <a:pt x="46" y="97"/>
                  <a:pt x="44" y="96"/>
                  <a:pt x="40" y="95"/>
                </a:cubicBezTo>
                <a:cubicBezTo>
                  <a:pt x="38" y="94"/>
                  <a:pt x="36" y="93"/>
                  <a:pt x="34" y="92"/>
                </a:cubicBezTo>
                <a:cubicBezTo>
                  <a:pt x="33" y="92"/>
                  <a:pt x="31" y="91"/>
                  <a:pt x="29" y="90"/>
                </a:cubicBezTo>
                <a:cubicBezTo>
                  <a:pt x="26" y="89"/>
                  <a:pt x="24" y="88"/>
                  <a:pt x="23" y="87"/>
                </a:cubicBezTo>
                <a:cubicBezTo>
                  <a:pt x="21" y="86"/>
                  <a:pt x="19" y="85"/>
                  <a:pt x="17" y="84"/>
                </a:cubicBezTo>
                <a:cubicBezTo>
                  <a:pt x="15" y="82"/>
                  <a:pt x="14" y="81"/>
                  <a:pt x="12" y="80"/>
                </a:cubicBezTo>
                <a:cubicBezTo>
                  <a:pt x="11" y="78"/>
                  <a:pt x="10" y="77"/>
                  <a:pt x="8" y="75"/>
                </a:cubicBezTo>
                <a:cubicBezTo>
                  <a:pt x="7" y="73"/>
                  <a:pt x="6" y="71"/>
                  <a:pt x="5" y="69"/>
                </a:cubicBezTo>
                <a:cubicBezTo>
                  <a:pt x="4" y="68"/>
                  <a:pt x="3" y="66"/>
                  <a:pt x="3" y="63"/>
                </a:cubicBezTo>
                <a:cubicBezTo>
                  <a:pt x="2" y="61"/>
                  <a:pt x="2" y="58"/>
                  <a:pt x="2" y="56"/>
                </a:cubicBezTo>
                <a:cubicBezTo>
                  <a:pt x="2" y="47"/>
                  <a:pt x="5" y="39"/>
                  <a:pt x="11" y="33"/>
                </a:cubicBezTo>
                <a:cubicBezTo>
                  <a:pt x="17" y="26"/>
                  <a:pt x="26" y="22"/>
                  <a:pt x="35" y="20"/>
                </a:cubicBezTo>
                <a:cubicBezTo>
                  <a:pt x="35" y="3"/>
                  <a:pt x="35" y="3"/>
                  <a:pt x="35" y="3"/>
                </a:cubicBezTo>
                <a:cubicBezTo>
                  <a:pt x="35" y="2"/>
                  <a:pt x="36" y="2"/>
                  <a:pt x="36" y="1"/>
                </a:cubicBezTo>
                <a:cubicBezTo>
                  <a:pt x="37" y="1"/>
                  <a:pt x="38" y="0"/>
                  <a:pt x="38" y="0"/>
                </a:cubicBezTo>
                <a:cubicBezTo>
                  <a:pt x="51" y="0"/>
                  <a:pt x="51" y="0"/>
                  <a:pt x="51" y="0"/>
                </a:cubicBezTo>
                <a:cubicBezTo>
                  <a:pt x="52" y="0"/>
                  <a:pt x="53" y="0"/>
                  <a:pt x="53" y="1"/>
                </a:cubicBezTo>
                <a:cubicBezTo>
                  <a:pt x="54" y="2"/>
                  <a:pt x="54" y="2"/>
                  <a:pt x="54" y="3"/>
                </a:cubicBezTo>
                <a:cubicBezTo>
                  <a:pt x="54" y="20"/>
                  <a:pt x="54" y="20"/>
                  <a:pt x="54" y="20"/>
                </a:cubicBezTo>
                <a:cubicBezTo>
                  <a:pt x="58" y="20"/>
                  <a:pt x="61" y="21"/>
                  <a:pt x="65" y="22"/>
                </a:cubicBezTo>
                <a:cubicBezTo>
                  <a:pt x="68" y="23"/>
                  <a:pt x="71" y="24"/>
                  <a:pt x="73" y="25"/>
                </a:cubicBezTo>
                <a:cubicBezTo>
                  <a:pt x="75" y="26"/>
                  <a:pt x="77" y="27"/>
                  <a:pt x="79" y="29"/>
                </a:cubicBezTo>
                <a:cubicBezTo>
                  <a:pt x="81" y="30"/>
                  <a:pt x="82" y="31"/>
                  <a:pt x="83" y="32"/>
                </a:cubicBezTo>
                <a:cubicBezTo>
                  <a:pt x="83" y="32"/>
                  <a:pt x="84" y="32"/>
                  <a:pt x="84" y="33"/>
                </a:cubicBezTo>
                <a:cubicBezTo>
                  <a:pt x="85" y="34"/>
                  <a:pt x="85" y="35"/>
                  <a:pt x="84" y="36"/>
                </a:cubicBezTo>
                <a:cubicBezTo>
                  <a:pt x="77" y="50"/>
                  <a:pt x="77" y="50"/>
                  <a:pt x="77" y="50"/>
                </a:cubicBezTo>
                <a:cubicBezTo>
                  <a:pt x="76" y="51"/>
                  <a:pt x="76" y="52"/>
                  <a:pt x="75" y="52"/>
                </a:cubicBezTo>
                <a:cubicBezTo>
                  <a:pt x="74" y="52"/>
                  <a:pt x="73" y="52"/>
                  <a:pt x="72" y="51"/>
                </a:cubicBezTo>
                <a:cubicBezTo>
                  <a:pt x="72" y="51"/>
                  <a:pt x="71" y="51"/>
                  <a:pt x="71" y="50"/>
                </a:cubicBezTo>
                <a:cubicBezTo>
                  <a:pt x="70" y="49"/>
                  <a:pt x="69" y="49"/>
                  <a:pt x="67" y="47"/>
                </a:cubicBezTo>
                <a:cubicBezTo>
                  <a:pt x="65" y="46"/>
                  <a:pt x="63" y="45"/>
                  <a:pt x="62" y="44"/>
                </a:cubicBezTo>
                <a:cubicBezTo>
                  <a:pt x="60" y="43"/>
                  <a:pt x="57" y="43"/>
                  <a:pt x="54" y="42"/>
                </a:cubicBezTo>
                <a:cubicBezTo>
                  <a:pt x="52" y="41"/>
                  <a:pt x="49" y="41"/>
                  <a:pt x="46" y="41"/>
                </a:cubicBezTo>
                <a:cubicBezTo>
                  <a:pt x="40" y="41"/>
                  <a:pt x="36" y="42"/>
                  <a:pt x="32" y="45"/>
                </a:cubicBezTo>
                <a:cubicBezTo>
                  <a:pt x="28" y="48"/>
                  <a:pt x="26" y="51"/>
                  <a:pt x="26" y="55"/>
                </a:cubicBezTo>
                <a:cubicBezTo>
                  <a:pt x="26" y="57"/>
                  <a:pt x="26" y="59"/>
                  <a:pt x="27" y="60"/>
                </a:cubicBezTo>
                <a:cubicBezTo>
                  <a:pt x="27" y="61"/>
                  <a:pt x="28" y="63"/>
                  <a:pt x="30" y="64"/>
                </a:cubicBezTo>
                <a:cubicBezTo>
                  <a:pt x="31" y="65"/>
                  <a:pt x="32" y="66"/>
                  <a:pt x="33" y="67"/>
                </a:cubicBezTo>
                <a:cubicBezTo>
                  <a:pt x="35" y="68"/>
                  <a:pt x="36" y="69"/>
                  <a:pt x="39" y="70"/>
                </a:cubicBezTo>
                <a:cubicBezTo>
                  <a:pt x="41" y="71"/>
                  <a:pt x="43" y="72"/>
                  <a:pt x="44" y="72"/>
                </a:cubicBezTo>
                <a:cubicBezTo>
                  <a:pt x="46" y="73"/>
                  <a:pt x="48" y="74"/>
                  <a:pt x="51" y="75"/>
                </a:cubicBezTo>
                <a:cubicBezTo>
                  <a:pt x="54" y="76"/>
                  <a:pt x="57" y="77"/>
                  <a:pt x="59" y="78"/>
                </a:cubicBezTo>
                <a:cubicBezTo>
                  <a:pt x="60" y="79"/>
                  <a:pt x="63" y="80"/>
                  <a:pt x="66" y="81"/>
                </a:cubicBezTo>
                <a:cubicBezTo>
                  <a:pt x="69" y="83"/>
                  <a:pt x="71" y="84"/>
                  <a:pt x="73" y="85"/>
                </a:cubicBezTo>
                <a:cubicBezTo>
                  <a:pt x="75" y="87"/>
                  <a:pt x="77" y="88"/>
                  <a:pt x="79" y="90"/>
                </a:cubicBezTo>
                <a:cubicBezTo>
                  <a:pt x="81" y="92"/>
                  <a:pt x="83" y="94"/>
                  <a:pt x="84" y="96"/>
                </a:cubicBezTo>
                <a:cubicBezTo>
                  <a:pt x="85" y="98"/>
                  <a:pt x="86" y="101"/>
                  <a:pt x="87" y="103"/>
                </a:cubicBezTo>
                <a:cubicBezTo>
                  <a:pt x="88" y="106"/>
                  <a:pt x="88" y="109"/>
                  <a:pt x="88" y="112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09" name="Freeform 312"/>
          <p:cNvSpPr>
            <a:spLocks/>
          </p:cNvSpPr>
          <p:nvPr/>
        </p:nvSpPr>
        <p:spPr bwMode="auto">
          <a:xfrm>
            <a:off x="9187450" y="4396089"/>
            <a:ext cx="121021" cy="190176"/>
          </a:xfrm>
          <a:custGeom>
            <a:avLst/>
            <a:gdLst>
              <a:gd name="T0" fmla="*/ 84 w 84"/>
              <a:gd name="T1" fmla="*/ 33 h 133"/>
              <a:gd name="T2" fmla="*/ 84 w 84"/>
              <a:gd name="T3" fmla="*/ 42 h 133"/>
              <a:gd name="T4" fmla="*/ 84 w 84"/>
              <a:gd name="T5" fmla="*/ 44 h 133"/>
              <a:gd name="T6" fmla="*/ 81 w 84"/>
              <a:gd name="T7" fmla="*/ 45 h 133"/>
              <a:gd name="T8" fmla="*/ 66 w 84"/>
              <a:gd name="T9" fmla="*/ 45 h 133"/>
              <a:gd name="T10" fmla="*/ 53 w 84"/>
              <a:gd name="T11" fmla="*/ 67 h 133"/>
              <a:gd name="T12" fmla="*/ 27 w 84"/>
              <a:gd name="T13" fmla="*/ 78 h 133"/>
              <a:gd name="T14" fmla="*/ 71 w 84"/>
              <a:gd name="T15" fmla="*/ 129 h 133"/>
              <a:gd name="T16" fmla="*/ 71 w 84"/>
              <a:gd name="T17" fmla="*/ 132 h 133"/>
              <a:gd name="T18" fmla="*/ 68 w 84"/>
              <a:gd name="T19" fmla="*/ 133 h 133"/>
              <a:gd name="T20" fmla="*/ 50 w 84"/>
              <a:gd name="T21" fmla="*/ 133 h 133"/>
              <a:gd name="T22" fmla="*/ 47 w 84"/>
              <a:gd name="T23" fmla="*/ 132 h 133"/>
              <a:gd name="T24" fmla="*/ 0 w 84"/>
              <a:gd name="T25" fmla="*/ 78 h 133"/>
              <a:gd name="T26" fmla="*/ 0 w 84"/>
              <a:gd name="T27" fmla="*/ 76 h 133"/>
              <a:gd name="T28" fmla="*/ 0 w 84"/>
              <a:gd name="T29" fmla="*/ 64 h 133"/>
              <a:gd name="T30" fmla="*/ 0 w 84"/>
              <a:gd name="T31" fmla="*/ 62 h 133"/>
              <a:gd name="T32" fmla="*/ 3 w 84"/>
              <a:gd name="T33" fmla="*/ 61 h 133"/>
              <a:gd name="T34" fmla="*/ 13 w 84"/>
              <a:gd name="T35" fmla="*/ 61 h 133"/>
              <a:gd name="T36" fmla="*/ 33 w 84"/>
              <a:gd name="T37" fmla="*/ 57 h 133"/>
              <a:gd name="T38" fmla="*/ 43 w 84"/>
              <a:gd name="T39" fmla="*/ 45 h 133"/>
              <a:gd name="T40" fmla="*/ 3 w 84"/>
              <a:gd name="T41" fmla="*/ 45 h 133"/>
              <a:gd name="T42" fmla="*/ 0 w 84"/>
              <a:gd name="T43" fmla="*/ 44 h 133"/>
              <a:gd name="T44" fmla="*/ 0 w 84"/>
              <a:gd name="T45" fmla="*/ 42 h 133"/>
              <a:gd name="T46" fmla="*/ 0 w 84"/>
              <a:gd name="T47" fmla="*/ 33 h 133"/>
              <a:gd name="T48" fmla="*/ 0 w 84"/>
              <a:gd name="T49" fmla="*/ 30 h 133"/>
              <a:gd name="T50" fmla="*/ 3 w 84"/>
              <a:gd name="T51" fmla="*/ 30 h 133"/>
              <a:gd name="T52" fmla="*/ 42 w 84"/>
              <a:gd name="T53" fmla="*/ 30 h 133"/>
              <a:gd name="T54" fmla="*/ 16 w 84"/>
              <a:gd name="T55" fmla="*/ 19 h 133"/>
              <a:gd name="T56" fmla="*/ 3 w 84"/>
              <a:gd name="T57" fmla="*/ 19 h 133"/>
              <a:gd name="T58" fmla="*/ 0 w 84"/>
              <a:gd name="T59" fmla="*/ 18 h 133"/>
              <a:gd name="T60" fmla="*/ 0 w 84"/>
              <a:gd name="T61" fmla="*/ 16 h 133"/>
              <a:gd name="T62" fmla="*/ 0 w 84"/>
              <a:gd name="T63" fmla="*/ 3 h 133"/>
              <a:gd name="T64" fmla="*/ 0 w 84"/>
              <a:gd name="T65" fmla="*/ 1 h 133"/>
              <a:gd name="T66" fmla="*/ 3 w 84"/>
              <a:gd name="T67" fmla="*/ 0 h 133"/>
              <a:gd name="T68" fmla="*/ 81 w 84"/>
              <a:gd name="T69" fmla="*/ 0 h 133"/>
              <a:gd name="T70" fmla="*/ 83 w 84"/>
              <a:gd name="T71" fmla="*/ 1 h 133"/>
              <a:gd name="T72" fmla="*/ 84 w 84"/>
              <a:gd name="T73" fmla="*/ 3 h 133"/>
              <a:gd name="T74" fmla="*/ 84 w 84"/>
              <a:gd name="T75" fmla="*/ 13 h 133"/>
              <a:gd name="T76" fmla="*/ 83 w 84"/>
              <a:gd name="T77" fmla="*/ 15 h 133"/>
              <a:gd name="T78" fmla="*/ 81 w 84"/>
              <a:gd name="T79" fmla="*/ 16 h 133"/>
              <a:gd name="T80" fmla="*/ 59 w 84"/>
              <a:gd name="T81" fmla="*/ 16 h 133"/>
              <a:gd name="T82" fmla="*/ 65 w 84"/>
              <a:gd name="T83" fmla="*/ 30 h 133"/>
              <a:gd name="T84" fmla="*/ 81 w 84"/>
              <a:gd name="T85" fmla="*/ 30 h 133"/>
              <a:gd name="T86" fmla="*/ 84 w 84"/>
              <a:gd name="T87" fmla="*/ 30 h 133"/>
              <a:gd name="T88" fmla="*/ 84 w 84"/>
              <a:gd name="T89" fmla="*/ 33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84" h="133">
                <a:moveTo>
                  <a:pt x="84" y="33"/>
                </a:moveTo>
                <a:cubicBezTo>
                  <a:pt x="84" y="42"/>
                  <a:pt x="84" y="42"/>
                  <a:pt x="84" y="42"/>
                </a:cubicBezTo>
                <a:cubicBezTo>
                  <a:pt x="84" y="43"/>
                  <a:pt x="84" y="44"/>
                  <a:pt x="84" y="44"/>
                </a:cubicBezTo>
                <a:cubicBezTo>
                  <a:pt x="83" y="45"/>
                  <a:pt x="82" y="45"/>
                  <a:pt x="81" y="45"/>
                </a:cubicBezTo>
                <a:cubicBezTo>
                  <a:pt x="66" y="45"/>
                  <a:pt x="66" y="45"/>
                  <a:pt x="66" y="45"/>
                </a:cubicBezTo>
                <a:cubicBezTo>
                  <a:pt x="64" y="54"/>
                  <a:pt x="60" y="62"/>
                  <a:pt x="53" y="67"/>
                </a:cubicBezTo>
                <a:cubicBezTo>
                  <a:pt x="47" y="73"/>
                  <a:pt x="38" y="77"/>
                  <a:pt x="27" y="78"/>
                </a:cubicBezTo>
                <a:cubicBezTo>
                  <a:pt x="38" y="89"/>
                  <a:pt x="52" y="106"/>
                  <a:pt x="71" y="129"/>
                </a:cubicBezTo>
                <a:cubicBezTo>
                  <a:pt x="71" y="130"/>
                  <a:pt x="72" y="131"/>
                  <a:pt x="71" y="132"/>
                </a:cubicBezTo>
                <a:cubicBezTo>
                  <a:pt x="70" y="133"/>
                  <a:pt x="70" y="133"/>
                  <a:pt x="68" y="133"/>
                </a:cubicBezTo>
                <a:cubicBezTo>
                  <a:pt x="50" y="133"/>
                  <a:pt x="50" y="133"/>
                  <a:pt x="50" y="133"/>
                </a:cubicBezTo>
                <a:cubicBezTo>
                  <a:pt x="49" y="133"/>
                  <a:pt x="48" y="133"/>
                  <a:pt x="47" y="132"/>
                </a:cubicBezTo>
                <a:cubicBezTo>
                  <a:pt x="28" y="109"/>
                  <a:pt x="12" y="91"/>
                  <a:pt x="0" y="78"/>
                </a:cubicBezTo>
                <a:cubicBezTo>
                  <a:pt x="0" y="78"/>
                  <a:pt x="0" y="77"/>
                  <a:pt x="0" y="76"/>
                </a:cubicBezTo>
                <a:cubicBezTo>
                  <a:pt x="0" y="64"/>
                  <a:pt x="0" y="64"/>
                  <a:pt x="0" y="64"/>
                </a:cubicBezTo>
                <a:cubicBezTo>
                  <a:pt x="0" y="63"/>
                  <a:pt x="0" y="63"/>
                  <a:pt x="0" y="62"/>
                </a:cubicBezTo>
                <a:cubicBezTo>
                  <a:pt x="1" y="61"/>
                  <a:pt x="2" y="61"/>
                  <a:pt x="3" y="61"/>
                </a:cubicBezTo>
                <a:cubicBezTo>
                  <a:pt x="13" y="61"/>
                  <a:pt x="13" y="61"/>
                  <a:pt x="13" y="61"/>
                </a:cubicBezTo>
                <a:cubicBezTo>
                  <a:pt x="21" y="61"/>
                  <a:pt x="28" y="60"/>
                  <a:pt x="33" y="57"/>
                </a:cubicBezTo>
                <a:cubicBezTo>
                  <a:pt x="38" y="54"/>
                  <a:pt x="42" y="50"/>
                  <a:pt x="43" y="45"/>
                </a:cubicBezTo>
                <a:cubicBezTo>
                  <a:pt x="3" y="45"/>
                  <a:pt x="3" y="45"/>
                  <a:pt x="3" y="45"/>
                </a:cubicBezTo>
                <a:cubicBezTo>
                  <a:pt x="2" y="45"/>
                  <a:pt x="1" y="45"/>
                  <a:pt x="0" y="44"/>
                </a:cubicBezTo>
                <a:cubicBezTo>
                  <a:pt x="0" y="44"/>
                  <a:pt x="0" y="43"/>
                  <a:pt x="0" y="42"/>
                </a:cubicBezTo>
                <a:cubicBezTo>
                  <a:pt x="0" y="33"/>
                  <a:pt x="0" y="33"/>
                  <a:pt x="0" y="33"/>
                </a:cubicBezTo>
                <a:cubicBezTo>
                  <a:pt x="0" y="32"/>
                  <a:pt x="0" y="31"/>
                  <a:pt x="0" y="30"/>
                </a:cubicBezTo>
                <a:cubicBezTo>
                  <a:pt x="1" y="30"/>
                  <a:pt x="2" y="30"/>
                  <a:pt x="3" y="30"/>
                </a:cubicBezTo>
                <a:cubicBezTo>
                  <a:pt x="42" y="30"/>
                  <a:pt x="42" y="30"/>
                  <a:pt x="42" y="30"/>
                </a:cubicBezTo>
                <a:cubicBezTo>
                  <a:pt x="38" y="22"/>
                  <a:pt x="30" y="19"/>
                  <a:pt x="16" y="19"/>
                </a:cubicBezTo>
                <a:cubicBezTo>
                  <a:pt x="3" y="19"/>
                  <a:pt x="3" y="19"/>
                  <a:pt x="3" y="19"/>
                </a:cubicBezTo>
                <a:cubicBezTo>
                  <a:pt x="2" y="19"/>
                  <a:pt x="1" y="19"/>
                  <a:pt x="0" y="18"/>
                </a:cubicBezTo>
                <a:cubicBezTo>
                  <a:pt x="0" y="17"/>
                  <a:pt x="0" y="17"/>
                  <a:pt x="0" y="16"/>
                </a:cubicBezTo>
                <a:cubicBezTo>
                  <a:pt x="0" y="3"/>
                  <a:pt x="0" y="3"/>
                  <a:pt x="0" y="3"/>
                </a:cubicBezTo>
                <a:cubicBezTo>
                  <a:pt x="0" y="2"/>
                  <a:pt x="0" y="2"/>
                  <a:pt x="0" y="1"/>
                </a:cubicBezTo>
                <a:cubicBezTo>
                  <a:pt x="1" y="1"/>
                  <a:pt x="2" y="0"/>
                  <a:pt x="3" y="0"/>
                </a:cubicBezTo>
                <a:cubicBezTo>
                  <a:pt x="81" y="0"/>
                  <a:pt x="81" y="0"/>
                  <a:pt x="81" y="0"/>
                </a:cubicBezTo>
                <a:cubicBezTo>
                  <a:pt x="82" y="0"/>
                  <a:pt x="83" y="1"/>
                  <a:pt x="83" y="1"/>
                </a:cubicBezTo>
                <a:cubicBezTo>
                  <a:pt x="84" y="2"/>
                  <a:pt x="84" y="2"/>
                  <a:pt x="84" y="3"/>
                </a:cubicBezTo>
                <a:cubicBezTo>
                  <a:pt x="84" y="13"/>
                  <a:pt x="84" y="13"/>
                  <a:pt x="84" y="13"/>
                </a:cubicBezTo>
                <a:cubicBezTo>
                  <a:pt x="84" y="14"/>
                  <a:pt x="84" y="15"/>
                  <a:pt x="83" y="15"/>
                </a:cubicBezTo>
                <a:cubicBezTo>
                  <a:pt x="83" y="16"/>
                  <a:pt x="82" y="16"/>
                  <a:pt x="81" y="16"/>
                </a:cubicBezTo>
                <a:cubicBezTo>
                  <a:pt x="59" y="16"/>
                  <a:pt x="59" y="16"/>
                  <a:pt x="59" y="16"/>
                </a:cubicBezTo>
                <a:cubicBezTo>
                  <a:pt x="62" y="20"/>
                  <a:pt x="64" y="24"/>
                  <a:pt x="65" y="30"/>
                </a:cubicBezTo>
                <a:cubicBezTo>
                  <a:pt x="81" y="30"/>
                  <a:pt x="81" y="30"/>
                  <a:pt x="81" y="30"/>
                </a:cubicBezTo>
                <a:cubicBezTo>
                  <a:pt x="82" y="30"/>
                  <a:pt x="83" y="30"/>
                  <a:pt x="84" y="30"/>
                </a:cubicBezTo>
                <a:cubicBezTo>
                  <a:pt x="84" y="31"/>
                  <a:pt x="84" y="32"/>
                  <a:pt x="84" y="3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10" name="Freeform 313"/>
          <p:cNvSpPr>
            <a:spLocks/>
          </p:cNvSpPr>
          <p:nvPr/>
        </p:nvSpPr>
        <p:spPr bwMode="auto">
          <a:xfrm>
            <a:off x="9368981" y="4396089"/>
            <a:ext cx="140472" cy="190176"/>
          </a:xfrm>
          <a:custGeom>
            <a:avLst/>
            <a:gdLst>
              <a:gd name="T0" fmla="*/ 58 w 98"/>
              <a:gd name="T1" fmla="*/ 133 h 133"/>
              <a:gd name="T2" fmla="*/ 41 w 98"/>
              <a:gd name="T3" fmla="*/ 133 h 133"/>
              <a:gd name="T4" fmla="*/ 39 w 98"/>
              <a:gd name="T5" fmla="*/ 133 h 133"/>
              <a:gd name="T6" fmla="*/ 38 w 98"/>
              <a:gd name="T7" fmla="*/ 130 h 133"/>
              <a:gd name="T8" fmla="*/ 38 w 98"/>
              <a:gd name="T9" fmla="*/ 99 h 133"/>
              <a:gd name="T10" fmla="*/ 11 w 98"/>
              <a:gd name="T11" fmla="*/ 99 h 133"/>
              <a:gd name="T12" fmla="*/ 9 w 98"/>
              <a:gd name="T13" fmla="*/ 98 h 133"/>
              <a:gd name="T14" fmla="*/ 8 w 98"/>
              <a:gd name="T15" fmla="*/ 96 h 133"/>
              <a:gd name="T16" fmla="*/ 8 w 98"/>
              <a:gd name="T17" fmla="*/ 86 h 133"/>
              <a:gd name="T18" fmla="*/ 9 w 98"/>
              <a:gd name="T19" fmla="*/ 84 h 133"/>
              <a:gd name="T20" fmla="*/ 11 w 98"/>
              <a:gd name="T21" fmla="*/ 83 h 133"/>
              <a:gd name="T22" fmla="*/ 38 w 98"/>
              <a:gd name="T23" fmla="*/ 83 h 133"/>
              <a:gd name="T24" fmla="*/ 38 w 98"/>
              <a:gd name="T25" fmla="*/ 75 h 133"/>
              <a:gd name="T26" fmla="*/ 11 w 98"/>
              <a:gd name="T27" fmla="*/ 75 h 133"/>
              <a:gd name="T28" fmla="*/ 9 w 98"/>
              <a:gd name="T29" fmla="*/ 75 h 133"/>
              <a:gd name="T30" fmla="*/ 8 w 98"/>
              <a:gd name="T31" fmla="*/ 72 h 133"/>
              <a:gd name="T32" fmla="*/ 8 w 98"/>
              <a:gd name="T33" fmla="*/ 63 h 133"/>
              <a:gd name="T34" fmla="*/ 9 w 98"/>
              <a:gd name="T35" fmla="*/ 60 h 133"/>
              <a:gd name="T36" fmla="*/ 11 w 98"/>
              <a:gd name="T37" fmla="*/ 59 h 133"/>
              <a:gd name="T38" fmla="*/ 31 w 98"/>
              <a:gd name="T39" fmla="*/ 59 h 133"/>
              <a:gd name="T40" fmla="*/ 1 w 98"/>
              <a:gd name="T41" fmla="*/ 5 h 133"/>
              <a:gd name="T42" fmla="*/ 1 w 98"/>
              <a:gd name="T43" fmla="*/ 2 h 133"/>
              <a:gd name="T44" fmla="*/ 4 w 98"/>
              <a:gd name="T45" fmla="*/ 0 h 133"/>
              <a:gd name="T46" fmla="*/ 22 w 98"/>
              <a:gd name="T47" fmla="*/ 0 h 133"/>
              <a:gd name="T48" fmla="*/ 25 w 98"/>
              <a:gd name="T49" fmla="*/ 2 h 133"/>
              <a:gd name="T50" fmla="*/ 45 w 98"/>
              <a:gd name="T51" fmla="*/ 42 h 133"/>
              <a:gd name="T52" fmla="*/ 50 w 98"/>
              <a:gd name="T53" fmla="*/ 54 h 133"/>
              <a:gd name="T54" fmla="*/ 53 w 98"/>
              <a:gd name="T55" fmla="*/ 48 h 133"/>
              <a:gd name="T56" fmla="*/ 56 w 98"/>
              <a:gd name="T57" fmla="*/ 42 h 133"/>
              <a:gd name="T58" fmla="*/ 74 w 98"/>
              <a:gd name="T59" fmla="*/ 2 h 133"/>
              <a:gd name="T60" fmla="*/ 77 w 98"/>
              <a:gd name="T61" fmla="*/ 0 h 133"/>
              <a:gd name="T62" fmla="*/ 95 w 98"/>
              <a:gd name="T63" fmla="*/ 0 h 133"/>
              <a:gd name="T64" fmla="*/ 97 w 98"/>
              <a:gd name="T65" fmla="*/ 2 h 133"/>
              <a:gd name="T66" fmla="*/ 97 w 98"/>
              <a:gd name="T67" fmla="*/ 5 h 133"/>
              <a:gd name="T68" fmla="*/ 68 w 98"/>
              <a:gd name="T69" fmla="*/ 59 h 133"/>
              <a:gd name="T70" fmla="*/ 88 w 98"/>
              <a:gd name="T71" fmla="*/ 59 h 133"/>
              <a:gd name="T72" fmla="*/ 90 w 98"/>
              <a:gd name="T73" fmla="*/ 60 h 133"/>
              <a:gd name="T74" fmla="*/ 91 w 98"/>
              <a:gd name="T75" fmla="*/ 63 h 133"/>
              <a:gd name="T76" fmla="*/ 91 w 98"/>
              <a:gd name="T77" fmla="*/ 72 h 133"/>
              <a:gd name="T78" fmla="*/ 90 w 98"/>
              <a:gd name="T79" fmla="*/ 75 h 133"/>
              <a:gd name="T80" fmla="*/ 88 w 98"/>
              <a:gd name="T81" fmla="*/ 75 h 133"/>
              <a:gd name="T82" fmla="*/ 61 w 98"/>
              <a:gd name="T83" fmla="*/ 75 h 133"/>
              <a:gd name="T84" fmla="*/ 61 w 98"/>
              <a:gd name="T85" fmla="*/ 83 h 133"/>
              <a:gd name="T86" fmla="*/ 88 w 98"/>
              <a:gd name="T87" fmla="*/ 83 h 133"/>
              <a:gd name="T88" fmla="*/ 90 w 98"/>
              <a:gd name="T89" fmla="*/ 84 h 133"/>
              <a:gd name="T90" fmla="*/ 91 w 98"/>
              <a:gd name="T91" fmla="*/ 86 h 133"/>
              <a:gd name="T92" fmla="*/ 91 w 98"/>
              <a:gd name="T93" fmla="*/ 96 h 133"/>
              <a:gd name="T94" fmla="*/ 90 w 98"/>
              <a:gd name="T95" fmla="*/ 98 h 133"/>
              <a:gd name="T96" fmla="*/ 88 w 98"/>
              <a:gd name="T97" fmla="*/ 99 h 133"/>
              <a:gd name="T98" fmla="*/ 61 w 98"/>
              <a:gd name="T99" fmla="*/ 99 h 133"/>
              <a:gd name="T100" fmla="*/ 61 w 98"/>
              <a:gd name="T101" fmla="*/ 130 h 133"/>
              <a:gd name="T102" fmla="*/ 60 w 98"/>
              <a:gd name="T103" fmla="*/ 133 h 133"/>
              <a:gd name="T104" fmla="*/ 58 w 98"/>
              <a:gd name="T105" fmla="*/ 133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98" h="133">
                <a:moveTo>
                  <a:pt x="58" y="133"/>
                </a:moveTo>
                <a:cubicBezTo>
                  <a:pt x="41" y="133"/>
                  <a:pt x="41" y="133"/>
                  <a:pt x="41" y="133"/>
                </a:cubicBezTo>
                <a:cubicBezTo>
                  <a:pt x="40" y="133"/>
                  <a:pt x="40" y="133"/>
                  <a:pt x="39" y="133"/>
                </a:cubicBezTo>
                <a:cubicBezTo>
                  <a:pt x="39" y="132"/>
                  <a:pt x="38" y="131"/>
                  <a:pt x="38" y="130"/>
                </a:cubicBezTo>
                <a:cubicBezTo>
                  <a:pt x="38" y="99"/>
                  <a:pt x="38" y="99"/>
                  <a:pt x="38" y="99"/>
                </a:cubicBezTo>
                <a:cubicBezTo>
                  <a:pt x="11" y="99"/>
                  <a:pt x="11" y="99"/>
                  <a:pt x="11" y="99"/>
                </a:cubicBezTo>
                <a:cubicBezTo>
                  <a:pt x="10" y="99"/>
                  <a:pt x="9" y="99"/>
                  <a:pt x="9" y="98"/>
                </a:cubicBezTo>
                <a:cubicBezTo>
                  <a:pt x="8" y="98"/>
                  <a:pt x="8" y="97"/>
                  <a:pt x="8" y="96"/>
                </a:cubicBezTo>
                <a:cubicBezTo>
                  <a:pt x="8" y="86"/>
                  <a:pt x="8" y="86"/>
                  <a:pt x="8" y="86"/>
                </a:cubicBezTo>
                <a:cubicBezTo>
                  <a:pt x="8" y="86"/>
                  <a:pt x="8" y="85"/>
                  <a:pt x="9" y="84"/>
                </a:cubicBezTo>
                <a:cubicBezTo>
                  <a:pt x="9" y="84"/>
                  <a:pt x="10" y="83"/>
                  <a:pt x="11" y="83"/>
                </a:cubicBezTo>
                <a:cubicBezTo>
                  <a:pt x="38" y="83"/>
                  <a:pt x="38" y="83"/>
                  <a:pt x="38" y="83"/>
                </a:cubicBezTo>
                <a:cubicBezTo>
                  <a:pt x="38" y="75"/>
                  <a:pt x="38" y="75"/>
                  <a:pt x="38" y="75"/>
                </a:cubicBezTo>
                <a:cubicBezTo>
                  <a:pt x="11" y="75"/>
                  <a:pt x="11" y="75"/>
                  <a:pt x="11" y="75"/>
                </a:cubicBezTo>
                <a:cubicBezTo>
                  <a:pt x="10" y="75"/>
                  <a:pt x="9" y="75"/>
                  <a:pt x="9" y="75"/>
                </a:cubicBezTo>
                <a:cubicBezTo>
                  <a:pt x="8" y="74"/>
                  <a:pt x="8" y="73"/>
                  <a:pt x="8" y="72"/>
                </a:cubicBezTo>
                <a:cubicBezTo>
                  <a:pt x="8" y="63"/>
                  <a:pt x="8" y="63"/>
                  <a:pt x="8" y="63"/>
                </a:cubicBezTo>
                <a:cubicBezTo>
                  <a:pt x="8" y="62"/>
                  <a:pt x="8" y="61"/>
                  <a:pt x="9" y="60"/>
                </a:cubicBezTo>
                <a:cubicBezTo>
                  <a:pt x="9" y="60"/>
                  <a:pt x="10" y="59"/>
                  <a:pt x="11" y="59"/>
                </a:cubicBezTo>
                <a:cubicBezTo>
                  <a:pt x="31" y="59"/>
                  <a:pt x="31" y="59"/>
                  <a:pt x="31" y="59"/>
                </a:cubicBezTo>
                <a:cubicBezTo>
                  <a:pt x="1" y="5"/>
                  <a:pt x="1" y="5"/>
                  <a:pt x="1" y="5"/>
                </a:cubicBezTo>
                <a:cubicBezTo>
                  <a:pt x="0" y="4"/>
                  <a:pt x="0" y="3"/>
                  <a:pt x="1" y="2"/>
                </a:cubicBezTo>
                <a:cubicBezTo>
                  <a:pt x="2" y="1"/>
                  <a:pt x="2" y="0"/>
                  <a:pt x="4" y="0"/>
                </a:cubicBezTo>
                <a:cubicBezTo>
                  <a:pt x="22" y="0"/>
                  <a:pt x="22" y="0"/>
                  <a:pt x="22" y="0"/>
                </a:cubicBezTo>
                <a:cubicBezTo>
                  <a:pt x="23" y="0"/>
                  <a:pt x="24" y="1"/>
                  <a:pt x="25" y="2"/>
                </a:cubicBezTo>
                <a:cubicBezTo>
                  <a:pt x="45" y="42"/>
                  <a:pt x="45" y="42"/>
                  <a:pt x="45" y="42"/>
                </a:cubicBezTo>
                <a:cubicBezTo>
                  <a:pt x="46" y="45"/>
                  <a:pt x="48" y="49"/>
                  <a:pt x="50" y="54"/>
                </a:cubicBezTo>
                <a:cubicBezTo>
                  <a:pt x="51" y="52"/>
                  <a:pt x="52" y="50"/>
                  <a:pt x="53" y="48"/>
                </a:cubicBezTo>
                <a:cubicBezTo>
                  <a:pt x="54" y="45"/>
                  <a:pt x="55" y="43"/>
                  <a:pt x="56" y="42"/>
                </a:cubicBezTo>
                <a:cubicBezTo>
                  <a:pt x="74" y="2"/>
                  <a:pt x="74" y="2"/>
                  <a:pt x="74" y="2"/>
                </a:cubicBezTo>
                <a:cubicBezTo>
                  <a:pt x="74" y="1"/>
                  <a:pt x="75" y="0"/>
                  <a:pt x="77" y="0"/>
                </a:cubicBezTo>
                <a:cubicBezTo>
                  <a:pt x="95" y="0"/>
                  <a:pt x="95" y="0"/>
                  <a:pt x="95" y="0"/>
                </a:cubicBezTo>
                <a:cubicBezTo>
                  <a:pt x="96" y="0"/>
                  <a:pt x="96" y="1"/>
                  <a:pt x="97" y="2"/>
                </a:cubicBezTo>
                <a:cubicBezTo>
                  <a:pt x="98" y="3"/>
                  <a:pt x="98" y="4"/>
                  <a:pt x="97" y="5"/>
                </a:cubicBezTo>
                <a:cubicBezTo>
                  <a:pt x="68" y="59"/>
                  <a:pt x="68" y="59"/>
                  <a:pt x="68" y="59"/>
                </a:cubicBezTo>
                <a:cubicBezTo>
                  <a:pt x="88" y="59"/>
                  <a:pt x="88" y="59"/>
                  <a:pt x="88" y="59"/>
                </a:cubicBezTo>
                <a:cubicBezTo>
                  <a:pt x="89" y="59"/>
                  <a:pt x="89" y="60"/>
                  <a:pt x="90" y="60"/>
                </a:cubicBezTo>
                <a:cubicBezTo>
                  <a:pt x="91" y="61"/>
                  <a:pt x="91" y="62"/>
                  <a:pt x="91" y="63"/>
                </a:cubicBezTo>
                <a:cubicBezTo>
                  <a:pt x="91" y="72"/>
                  <a:pt x="91" y="72"/>
                  <a:pt x="91" y="72"/>
                </a:cubicBezTo>
                <a:cubicBezTo>
                  <a:pt x="91" y="73"/>
                  <a:pt x="91" y="74"/>
                  <a:pt x="90" y="75"/>
                </a:cubicBezTo>
                <a:cubicBezTo>
                  <a:pt x="89" y="75"/>
                  <a:pt x="89" y="75"/>
                  <a:pt x="88" y="75"/>
                </a:cubicBezTo>
                <a:cubicBezTo>
                  <a:pt x="61" y="75"/>
                  <a:pt x="61" y="75"/>
                  <a:pt x="61" y="75"/>
                </a:cubicBezTo>
                <a:cubicBezTo>
                  <a:pt x="61" y="83"/>
                  <a:pt x="61" y="83"/>
                  <a:pt x="61" y="83"/>
                </a:cubicBezTo>
                <a:cubicBezTo>
                  <a:pt x="88" y="83"/>
                  <a:pt x="88" y="83"/>
                  <a:pt x="88" y="83"/>
                </a:cubicBezTo>
                <a:cubicBezTo>
                  <a:pt x="89" y="83"/>
                  <a:pt x="89" y="84"/>
                  <a:pt x="90" y="84"/>
                </a:cubicBezTo>
                <a:cubicBezTo>
                  <a:pt x="91" y="85"/>
                  <a:pt x="91" y="86"/>
                  <a:pt x="91" y="86"/>
                </a:cubicBezTo>
                <a:cubicBezTo>
                  <a:pt x="91" y="96"/>
                  <a:pt x="91" y="96"/>
                  <a:pt x="91" y="96"/>
                </a:cubicBezTo>
                <a:cubicBezTo>
                  <a:pt x="91" y="97"/>
                  <a:pt x="91" y="98"/>
                  <a:pt x="90" y="98"/>
                </a:cubicBezTo>
                <a:cubicBezTo>
                  <a:pt x="89" y="99"/>
                  <a:pt x="89" y="99"/>
                  <a:pt x="88" y="99"/>
                </a:cubicBezTo>
                <a:cubicBezTo>
                  <a:pt x="61" y="99"/>
                  <a:pt x="61" y="99"/>
                  <a:pt x="61" y="99"/>
                </a:cubicBezTo>
                <a:cubicBezTo>
                  <a:pt x="61" y="130"/>
                  <a:pt x="61" y="130"/>
                  <a:pt x="61" y="130"/>
                </a:cubicBezTo>
                <a:cubicBezTo>
                  <a:pt x="61" y="131"/>
                  <a:pt x="60" y="132"/>
                  <a:pt x="60" y="133"/>
                </a:cubicBezTo>
                <a:cubicBezTo>
                  <a:pt x="59" y="133"/>
                  <a:pt x="58" y="133"/>
                  <a:pt x="58" y="13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11" name="Freeform 314"/>
          <p:cNvSpPr>
            <a:spLocks noEditPoints="1"/>
          </p:cNvSpPr>
          <p:nvPr/>
        </p:nvSpPr>
        <p:spPr bwMode="auto">
          <a:xfrm>
            <a:off x="9572123" y="4396089"/>
            <a:ext cx="172888" cy="190176"/>
          </a:xfrm>
          <a:custGeom>
            <a:avLst/>
            <a:gdLst>
              <a:gd name="T0" fmla="*/ 109 w 121"/>
              <a:gd name="T1" fmla="*/ 12 h 133"/>
              <a:gd name="T2" fmla="*/ 121 w 121"/>
              <a:gd name="T3" fmla="*/ 42 h 133"/>
              <a:gd name="T4" fmla="*/ 109 w 121"/>
              <a:gd name="T5" fmla="*/ 71 h 133"/>
              <a:gd name="T6" fmla="*/ 78 w 121"/>
              <a:gd name="T7" fmla="*/ 83 h 133"/>
              <a:gd name="T8" fmla="*/ 46 w 121"/>
              <a:gd name="T9" fmla="*/ 83 h 133"/>
              <a:gd name="T10" fmla="*/ 46 w 121"/>
              <a:gd name="T11" fmla="*/ 94 h 133"/>
              <a:gd name="T12" fmla="*/ 93 w 121"/>
              <a:gd name="T13" fmla="*/ 94 h 133"/>
              <a:gd name="T14" fmla="*/ 96 w 121"/>
              <a:gd name="T15" fmla="*/ 95 h 133"/>
              <a:gd name="T16" fmla="*/ 96 w 121"/>
              <a:gd name="T17" fmla="*/ 97 h 133"/>
              <a:gd name="T18" fmla="*/ 96 w 121"/>
              <a:gd name="T19" fmla="*/ 109 h 133"/>
              <a:gd name="T20" fmla="*/ 96 w 121"/>
              <a:gd name="T21" fmla="*/ 111 h 133"/>
              <a:gd name="T22" fmla="*/ 93 w 121"/>
              <a:gd name="T23" fmla="*/ 112 h 133"/>
              <a:gd name="T24" fmla="*/ 46 w 121"/>
              <a:gd name="T25" fmla="*/ 112 h 133"/>
              <a:gd name="T26" fmla="*/ 46 w 121"/>
              <a:gd name="T27" fmla="*/ 130 h 133"/>
              <a:gd name="T28" fmla="*/ 45 w 121"/>
              <a:gd name="T29" fmla="*/ 133 h 133"/>
              <a:gd name="T30" fmla="*/ 43 w 121"/>
              <a:gd name="T31" fmla="*/ 133 h 133"/>
              <a:gd name="T32" fmla="*/ 27 w 121"/>
              <a:gd name="T33" fmla="*/ 133 h 133"/>
              <a:gd name="T34" fmla="*/ 25 w 121"/>
              <a:gd name="T35" fmla="*/ 133 h 133"/>
              <a:gd name="T36" fmla="*/ 24 w 121"/>
              <a:gd name="T37" fmla="*/ 130 h 133"/>
              <a:gd name="T38" fmla="*/ 24 w 121"/>
              <a:gd name="T39" fmla="*/ 112 h 133"/>
              <a:gd name="T40" fmla="*/ 3 w 121"/>
              <a:gd name="T41" fmla="*/ 112 h 133"/>
              <a:gd name="T42" fmla="*/ 1 w 121"/>
              <a:gd name="T43" fmla="*/ 111 h 133"/>
              <a:gd name="T44" fmla="*/ 0 w 121"/>
              <a:gd name="T45" fmla="*/ 109 h 133"/>
              <a:gd name="T46" fmla="*/ 0 w 121"/>
              <a:gd name="T47" fmla="*/ 97 h 133"/>
              <a:gd name="T48" fmla="*/ 1 w 121"/>
              <a:gd name="T49" fmla="*/ 95 h 133"/>
              <a:gd name="T50" fmla="*/ 3 w 121"/>
              <a:gd name="T51" fmla="*/ 94 h 133"/>
              <a:gd name="T52" fmla="*/ 24 w 121"/>
              <a:gd name="T53" fmla="*/ 94 h 133"/>
              <a:gd name="T54" fmla="*/ 24 w 121"/>
              <a:gd name="T55" fmla="*/ 83 h 133"/>
              <a:gd name="T56" fmla="*/ 3 w 121"/>
              <a:gd name="T57" fmla="*/ 83 h 133"/>
              <a:gd name="T58" fmla="*/ 1 w 121"/>
              <a:gd name="T59" fmla="*/ 82 h 133"/>
              <a:gd name="T60" fmla="*/ 0 w 121"/>
              <a:gd name="T61" fmla="*/ 80 h 133"/>
              <a:gd name="T62" fmla="*/ 0 w 121"/>
              <a:gd name="T63" fmla="*/ 66 h 133"/>
              <a:gd name="T64" fmla="*/ 1 w 121"/>
              <a:gd name="T65" fmla="*/ 64 h 133"/>
              <a:gd name="T66" fmla="*/ 3 w 121"/>
              <a:gd name="T67" fmla="*/ 63 h 133"/>
              <a:gd name="T68" fmla="*/ 24 w 121"/>
              <a:gd name="T69" fmla="*/ 63 h 133"/>
              <a:gd name="T70" fmla="*/ 24 w 121"/>
              <a:gd name="T71" fmla="*/ 3 h 133"/>
              <a:gd name="T72" fmla="*/ 25 w 121"/>
              <a:gd name="T73" fmla="*/ 1 h 133"/>
              <a:gd name="T74" fmla="*/ 27 w 121"/>
              <a:gd name="T75" fmla="*/ 0 h 133"/>
              <a:gd name="T76" fmla="*/ 78 w 121"/>
              <a:gd name="T77" fmla="*/ 0 h 133"/>
              <a:gd name="T78" fmla="*/ 109 w 121"/>
              <a:gd name="T79" fmla="*/ 12 h 133"/>
              <a:gd name="T80" fmla="*/ 92 w 121"/>
              <a:gd name="T81" fmla="*/ 57 h 133"/>
              <a:gd name="T82" fmla="*/ 98 w 121"/>
              <a:gd name="T83" fmla="*/ 42 h 133"/>
              <a:gd name="T84" fmla="*/ 92 w 121"/>
              <a:gd name="T85" fmla="*/ 26 h 133"/>
              <a:gd name="T86" fmla="*/ 76 w 121"/>
              <a:gd name="T87" fmla="*/ 20 h 133"/>
              <a:gd name="T88" fmla="*/ 46 w 121"/>
              <a:gd name="T89" fmla="*/ 20 h 133"/>
              <a:gd name="T90" fmla="*/ 46 w 121"/>
              <a:gd name="T91" fmla="*/ 63 h 133"/>
              <a:gd name="T92" fmla="*/ 76 w 121"/>
              <a:gd name="T93" fmla="*/ 63 h 133"/>
              <a:gd name="T94" fmla="*/ 92 w 121"/>
              <a:gd name="T95" fmla="*/ 57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21" h="133">
                <a:moveTo>
                  <a:pt x="109" y="12"/>
                </a:moveTo>
                <a:cubicBezTo>
                  <a:pt x="117" y="20"/>
                  <a:pt x="121" y="29"/>
                  <a:pt x="121" y="42"/>
                </a:cubicBezTo>
                <a:cubicBezTo>
                  <a:pt x="121" y="54"/>
                  <a:pt x="117" y="64"/>
                  <a:pt x="109" y="71"/>
                </a:cubicBezTo>
                <a:cubicBezTo>
                  <a:pt x="101" y="79"/>
                  <a:pt x="90" y="83"/>
                  <a:pt x="78" y="83"/>
                </a:cubicBezTo>
                <a:cubicBezTo>
                  <a:pt x="46" y="83"/>
                  <a:pt x="46" y="83"/>
                  <a:pt x="46" y="83"/>
                </a:cubicBezTo>
                <a:cubicBezTo>
                  <a:pt x="46" y="94"/>
                  <a:pt x="46" y="94"/>
                  <a:pt x="46" y="94"/>
                </a:cubicBezTo>
                <a:cubicBezTo>
                  <a:pt x="93" y="94"/>
                  <a:pt x="93" y="94"/>
                  <a:pt x="93" y="94"/>
                </a:cubicBezTo>
                <a:cubicBezTo>
                  <a:pt x="94" y="94"/>
                  <a:pt x="95" y="94"/>
                  <a:pt x="96" y="95"/>
                </a:cubicBezTo>
                <a:cubicBezTo>
                  <a:pt x="96" y="96"/>
                  <a:pt x="96" y="96"/>
                  <a:pt x="96" y="97"/>
                </a:cubicBezTo>
                <a:cubicBezTo>
                  <a:pt x="96" y="109"/>
                  <a:pt x="96" y="109"/>
                  <a:pt x="96" y="109"/>
                </a:cubicBezTo>
                <a:cubicBezTo>
                  <a:pt x="96" y="110"/>
                  <a:pt x="96" y="111"/>
                  <a:pt x="96" y="111"/>
                </a:cubicBezTo>
                <a:cubicBezTo>
                  <a:pt x="95" y="112"/>
                  <a:pt x="94" y="112"/>
                  <a:pt x="93" y="112"/>
                </a:cubicBezTo>
                <a:cubicBezTo>
                  <a:pt x="46" y="112"/>
                  <a:pt x="46" y="112"/>
                  <a:pt x="46" y="112"/>
                </a:cubicBezTo>
                <a:cubicBezTo>
                  <a:pt x="46" y="130"/>
                  <a:pt x="46" y="130"/>
                  <a:pt x="46" y="130"/>
                </a:cubicBezTo>
                <a:cubicBezTo>
                  <a:pt x="46" y="131"/>
                  <a:pt x="45" y="132"/>
                  <a:pt x="45" y="133"/>
                </a:cubicBezTo>
                <a:cubicBezTo>
                  <a:pt x="44" y="133"/>
                  <a:pt x="44" y="133"/>
                  <a:pt x="43" y="133"/>
                </a:cubicBezTo>
                <a:cubicBezTo>
                  <a:pt x="27" y="133"/>
                  <a:pt x="27" y="133"/>
                  <a:pt x="27" y="133"/>
                </a:cubicBezTo>
                <a:cubicBezTo>
                  <a:pt x="26" y="133"/>
                  <a:pt x="25" y="133"/>
                  <a:pt x="25" y="133"/>
                </a:cubicBezTo>
                <a:cubicBezTo>
                  <a:pt x="24" y="132"/>
                  <a:pt x="24" y="131"/>
                  <a:pt x="24" y="130"/>
                </a:cubicBezTo>
                <a:cubicBezTo>
                  <a:pt x="24" y="112"/>
                  <a:pt x="24" y="112"/>
                  <a:pt x="24" y="112"/>
                </a:cubicBezTo>
                <a:cubicBezTo>
                  <a:pt x="3" y="112"/>
                  <a:pt x="3" y="112"/>
                  <a:pt x="3" y="112"/>
                </a:cubicBezTo>
                <a:cubicBezTo>
                  <a:pt x="2" y="112"/>
                  <a:pt x="1" y="112"/>
                  <a:pt x="1" y="111"/>
                </a:cubicBezTo>
                <a:cubicBezTo>
                  <a:pt x="0" y="111"/>
                  <a:pt x="0" y="110"/>
                  <a:pt x="0" y="109"/>
                </a:cubicBezTo>
                <a:cubicBezTo>
                  <a:pt x="0" y="97"/>
                  <a:pt x="0" y="97"/>
                  <a:pt x="0" y="97"/>
                </a:cubicBezTo>
                <a:cubicBezTo>
                  <a:pt x="0" y="96"/>
                  <a:pt x="0" y="96"/>
                  <a:pt x="1" y="95"/>
                </a:cubicBezTo>
                <a:cubicBezTo>
                  <a:pt x="1" y="94"/>
                  <a:pt x="2" y="94"/>
                  <a:pt x="3" y="94"/>
                </a:cubicBezTo>
                <a:cubicBezTo>
                  <a:pt x="24" y="94"/>
                  <a:pt x="24" y="94"/>
                  <a:pt x="24" y="94"/>
                </a:cubicBezTo>
                <a:cubicBezTo>
                  <a:pt x="24" y="83"/>
                  <a:pt x="24" y="83"/>
                  <a:pt x="24" y="83"/>
                </a:cubicBezTo>
                <a:cubicBezTo>
                  <a:pt x="3" y="83"/>
                  <a:pt x="3" y="83"/>
                  <a:pt x="3" y="83"/>
                </a:cubicBezTo>
                <a:cubicBezTo>
                  <a:pt x="2" y="83"/>
                  <a:pt x="1" y="83"/>
                  <a:pt x="1" y="82"/>
                </a:cubicBezTo>
                <a:cubicBezTo>
                  <a:pt x="0" y="82"/>
                  <a:pt x="0" y="81"/>
                  <a:pt x="0" y="80"/>
                </a:cubicBezTo>
                <a:cubicBezTo>
                  <a:pt x="0" y="66"/>
                  <a:pt x="0" y="66"/>
                  <a:pt x="0" y="66"/>
                </a:cubicBezTo>
                <a:cubicBezTo>
                  <a:pt x="0" y="65"/>
                  <a:pt x="0" y="64"/>
                  <a:pt x="1" y="64"/>
                </a:cubicBezTo>
                <a:cubicBezTo>
                  <a:pt x="1" y="63"/>
                  <a:pt x="2" y="63"/>
                  <a:pt x="3" y="63"/>
                </a:cubicBezTo>
                <a:cubicBezTo>
                  <a:pt x="24" y="63"/>
                  <a:pt x="24" y="63"/>
                  <a:pt x="24" y="63"/>
                </a:cubicBezTo>
                <a:cubicBezTo>
                  <a:pt x="24" y="3"/>
                  <a:pt x="24" y="3"/>
                  <a:pt x="24" y="3"/>
                </a:cubicBezTo>
                <a:cubicBezTo>
                  <a:pt x="24" y="2"/>
                  <a:pt x="24" y="2"/>
                  <a:pt x="25" y="1"/>
                </a:cubicBezTo>
                <a:cubicBezTo>
                  <a:pt x="25" y="1"/>
                  <a:pt x="26" y="0"/>
                  <a:pt x="27" y="0"/>
                </a:cubicBezTo>
                <a:cubicBezTo>
                  <a:pt x="78" y="0"/>
                  <a:pt x="78" y="0"/>
                  <a:pt x="78" y="0"/>
                </a:cubicBezTo>
                <a:cubicBezTo>
                  <a:pt x="90" y="0"/>
                  <a:pt x="101" y="4"/>
                  <a:pt x="109" y="12"/>
                </a:cubicBezTo>
                <a:close/>
                <a:moveTo>
                  <a:pt x="92" y="57"/>
                </a:moveTo>
                <a:cubicBezTo>
                  <a:pt x="96" y="53"/>
                  <a:pt x="98" y="48"/>
                  <a:pt x="98" y="42"/>
                </a:cubicBezTo>
                <a:cubicBezTo>
                  <a:pt x="98" y="35"/>
                  <a:pt x="96" y="30"/>
                  <a:pt x="92" y="26"/>
                </a:cubicBezTo>
                <a:cubicBezTo>
                  <a:pt x="88" y="22"/>
                  <a:pt x="83" y="20"/>
                  <a:pt x="76" y="20"/>
                </a:cubicBezTo>
                <a:cubicBezTo>
                  <a:pt x="46" y="20"/>
                  <a:pt x="46" y="20"/>
                  <a:pt x="46" y="20"/>
                </a:cubicBezTo>
                <a:cubicBezTo>
                  <a:pt x="46" y="63"/>
                  <a:pt x="46" y="63"/>
                  <a:pt x="46" y="63"/>
                </a:cubicBezTo>
                <a:cubicBezTo>
                  <a:pt x="76" y="63"/>
                  <a:pt x="76" y="63"/>
                  <a:pt x="76" y="63"/>
                </a:cubicBezTo>
                <a:cubicBezTo>
                  <a:pt x="83" y="63"/>
                  <a:pt x="88" y="61"/>
                  <a:pt x="92" y="5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12" name="Freeform 315"/>
          <p:cNvSpPr>
            <a:spLocks noEditPoints="1"/>
          </p:cNvSpPr>
          <p:nvPr/>
        </p:nvSpPr>
        <p:spPr bwMode="auto">
          <a:xfrm>
            <a:off x="9807684" y="4396089"/>
            <a:ext cx="242043" cy="190176"/>
          </a:xfrm>
          <a:custGeom>
            <a:avLst/>
            <a:gdLst>
              <a:gd name="T0" fmla="*/ 169 w 169"/>
              <a:gd name="T1" fmla="*/ 70 h 133"/>
              <a:gd name="T2" fmla="*/ 166 w 169"/>
              <a:gd name="T3" fmla="*/ 73 h 133"/>
              <a:gd name="T4" fmla="*/ 131 w 169"/>
              <a:gd name="T5" fmla="*/ 131 h 133"/>
              <a:gd name="T6" fmla="*/ 113 w 169"/>
              <a:gd name="T7" fmla="*/ 133 h 133"/>
              <a:gd name="T8" fmla="*/ 94 w 169"/>
              <a:gd name="T9" fmla="*/ 73 h 133"/>
              <a:gd name="T10" fmla="*/ 58 w 169"/>
              <a:gd name="T11" fmla="*/ 131 h 133"/>
              <a:gd name="T12" fmla="*/ 40 w 169"/>
              <a:gd name="T13" fmla="*/ 133 h 133"/>
              <a:gd name="T14" fmla="*/ 38 w 169"/>
              <a:gd name="T15" fmla="*/ 131 h 133"/>
              <a:gd name="T16" fmla="*/ 3 w 169"/>
              <a:gd name="T17" fmla="*/ 73 h 133"/>
              <a:gd name="T18" fmla="*/ 0 w 169"/>
              <a:gd name="T19" fmla="*/ 70 h 133"/>
              <a:gd name="T20" fmla="*/ 1 w 169"/>
              <a:gd name="T21" fmla="*/ 62 h 133"/>
              <a:gd name="T22" fmla="*/ 19 w 169"/>
              <a:gd name="T23" fmla="*/ 61 h 133"/>
              <a:gd name="T24" fmla="*/ 3 w 169"/>
              <a:gd name="T25" fmla="*/ 49 h 133"/>
              <a:gd name="T26" fmla="*/ 0 w 169"/>
              <a:gd name="T27" fmla="*/ 46 h 133"/>
              <a:gd name="T28" fmla="*/ 1 w 169"/>
              <a:gd name="T29" fmla="*/ 37 h 133"/>
              <a:gd name="T30" fmla="*/ 13 w 169"/>
              <a:gd name="T31" fmla="*/ 37 h 133"/>
              <a:gd name="T32" fmla="*/ 5 w 169"/>
              <a:gd name="T33" fmla="*/ 1 h 133"/>
              <a:gd name="T34" fmla="*/ 21 w 169"/>
              <a:gd name="T35" fmla="*/ 0 h 133"/>
              <a:gd name="T36" fmla="*/ 32 w 169"/>
              <a:gd name="T37" fmla="*/ 37 h 133"/>
              <a:gd name="T38" fmla="*/ 75 w 169"/>
              <a:gd name="T39" fmla="*/ 3 h 133"/>
              <a:gd name="T40" fmla="*/ 90 w 169"/>
              <a:gd name="T41" fmla="*/ 0 h 133"/>
              <a:gd name="T42" fmla="*/ 102 w 169"/>
              <a:gd name="T43" fmla="*/ 37 h 133"/>
              <a:gd name="T44" fmla="*/ 145 w 169"/>
              <a:gd name="T45" fmla="*/ 3 h 133"/>
              <a:gd name="T46" fmla="*/ 161 w 169"/>
              <a:gd name="T47" fmla="*/ 0 h 133"/>
              <a:gd name="T48" fmla="*/ 164 w 169"/>
              <a:gd name="T49" fmla="*/ 4 h 133"/>
              <a:gd name="T50" fmla="*/ 166 w 169"/>
              <a:gd name="T51" fmla="*/ 37 h 133"/>
              <a:gd name="T52" fmla="*/ 169 w 169"/>
              <a:gd name="T53" fmla="*/ 40 h 133"/>
              <a:gd name="T54" fmla="*/ 168 w 169"/>
              <a:gd name="T55" fmla="*/ 48 h 133"/>
              <a:gd name="T56" fmla="*/ 152 w 169"/>
              <a:gd name="T57" fmla="*/ 49 h 133"/>
              <a:gd name="T58" fmla="*/ 166 w 169"/>
              <a:gd name="T59" fmla="*/ 61 h 133"/>
              <a:gd name="T60" fmla="*/ 169 w 169"/>
              <a:gd name="T61" fmla="*/ 64 h 133"/>
              <a:gd name="T62" fmla="*/ 63 w 169"/>
              <a:gd name="T63" fmla="*/ 49 h 133"/>
              <a:gd name="T64" fmla="*/ 38 w 169"/>
              <a:gd name="T65" fmla="*/ 61 h 133"/>
              <a:gd name="T66" fmla="*/ 48 w 169"/>
              <a:gd name="T67" fmla="*/ 101 h 133"/>
              <a:gd name="T68" fmla="*/ 41 w 169"/>
              <a:gd name="T69" fmla="*/ 73 h 133"/>
              <a:gd name="T70" fmla="*/ 48 w 169"/>
              <a:gd name="T71" fmla="*/ 102 h 133"/>
              <a:gd name="T72" fmla="*/ 48 w 169"/>
              <a:gd name="T73" fmla="*/ 102 h 133"/>
              <a:gd name="T74" fmla="*/ 78 w 169"/>
              <a:gd name="T75" fmla="*/ 61 h 133"/>
              <a:gd name="T76" fmla="*/ 87 w 169"/>
              <a:gd name="T77" fmla="*/ 49 h 133"/>
              <a:gd name="T78" fmla="*/ 78 w 169"/>
              <a:gd name="T79" fmla="*/ 61 h 133"/>
              <a:gd name="T80" fmla="*/ 134 w 169"/>
              <a:gd name="T81" fmla="*/ 49 h 133"/>
              <a:gd name="T82" fmla="*/ 109 w 169"/>
              <a:gd name="T83" fmla="*/ 61 h 133"/>
              <a:gd name="T84" fmla="*/ 120 w 169"/>
              <a:gd name="T85" fmla="*/ 101 h 133"/>
              <a:gd name="T86" fmla="*/ 112 w 169"/>
              <a:gd name="T87" fmla="*/ 73 h 133"/>
              <a:gd name="T88" fmla="*/ 120 w 169"/>
              <a:gd name="T89" fmla="*/ 102 h 133"/>
              <a:gd name="T90" fmla="*/ 120 w 169"/>
              <a:gd name="T91" fmla="*/ 102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69" h="133">
                <a:moveTo>
                  <a:pt x="169" y="64"/>
                </a:moveTo>
                <a:cubicBezTo>
                  <a:pt x="169" y="70"/>
                  <a:pt x="169" y="70"/>
                  <a:pt x="169" y="70"/>
                </a:cubicBezTo>
                <a:cubicBezTo>
                  <a:pt x="169" y="71"/>
                  <a:pt x="169" y="72"/>
                  <a:pt x="168" y="72"/>
                </a:cubicBezTo>
                <a:cubicBezTo>
                  <a:pt x="168" y="73"/>
                  <a:pt x="167" y="73"/>
                  <a:pt x="166" y="73"/>
                </a:cubicBezTo>
                <a:cubicBezTo>
                  <a:pt x="146" y="73"/>
                  <a:pt x="146" y="73"/>
                  <a:pt x="146" y="73"/>
                </a:cubicBezTo>
                <a:cubicBezTo>
                  <a:pt x="131" y="131"/>
                  <a:pt x="131" y="131"/>
                  <a:pt x="131" y="131"/>
                </a:cubicBezTo>
                <a:cubicBezTo>
                  <a:pt x="130" y="133"/>
                  <a:pt x="129" y="133"/>
                  <a:pt x="128" y="133"/>
                </a:cubicBezTo>
                <a:cubicBezTo>
                  <a:pt x="113" y="133"/>
                  <a:pt x="113" y="133"/>
                  <a:pt x="113" y="133"/>
                </a:cubicBezTo>
                <a:cubicBezTo>
                  <a:pt x="111" y="133"/>
                  <a:pt x="110" y="133"/>
                  <a:pt x="110" y="131"/>
                </a:cubicBezTo>
                <a:cubicBezTo>
                  <a:pt x="94" y="73"/>
                  <a:pt x="94" y="73"/>
                  <a:pt x="94" y="73"/>
                </a:cubicBezTo>
                <a:cubicBezTo>
                  <a:pt x="74" y="73"/>
                  <a:pt x="74" y="73"/>
                  <a:pt x="74" y="73"/>
                </a:cubicBezTo>
                <a:cubicBezTo>
                  <a:pt x="58" y="131"/>
                  <a:pt x="58" y="131"/>
                  <a:pt x="58" y="131"/>
                </a:cubicBezTo>
                <a:cubicBezTo>
                  <a:pt x="58" y="133"/>
                  <a:pt x="57" y="133"/>
                  <a:pt x="55" y="133"/>
                </a:cubicBezTo>
                <a:cubicBezTo>
                  <a:pt x="40" y="133"/>
                  <a:pt x="40" y="133"/>
                  <a:pt x="40" y="133"/>
                </a:cubicBezTo>
                <a:cubicBezTo>
                  <a:pt x="40" y="133"/>
                  <a:pt x="39" y="133"/>
                  <a:pt x="39" y="133"/>
                </a:cubicBezTo>
                <a:cubicBezTo>
                  <a:pt x="38" y="132"/>
                  <a:pt x="38" y="132"/>
                  <a:pt x="38" y="131"/>
                </a:cubicBezTo>
                <a:cubicBezTo>
                  <a:pt x="22" y="73"/>
                  <a:pt x="22" y="73"/>
                  <a:pt x="22" y="73"/>
                </a:cubicBezTo>
                <a:cubicBezTo>
                  <a:pt x="3" y="73"/>
                  <a:pt x="3" y="73"/>
                  <a:pt x="3" y="73"/>
                </a:cubicBezTo>
                <a:cubicBezTo>
                  <a:pt x="2" y="73"/>
                  <a:pt x="1" y="73"/>
                  <a:pt x="1" y="72"/>
                </a:cubicBezTo>
                <a:cubicBezTo>
                  <a:pt x="0" y="72"/>
                  <a:pt x="0" y="71"/>
                  <a:pt x="0" y="70"/>
                </a:cubicBezTo>
                <a:cubicBezTo>
                  <a:pt x="0" y="64"/>
                  <a:pt x="0" y="64"/>
                  <a:pt x="0" y="64"/>
                </a:cubicBezTo>
                <a:cubicBezTo>
                  <a:pt x="0" y="63"/>
                  <a:pt x="0" y="62"/>
                  <a:pt x="1" y="62"/>
                </a:cubicBezTo>
                <a:cubicBezTo>
                  <a:pt x="1" y="61"/>
                  <a:pt x="2" y="61"/>
                  <a:pt x="3" y="61"/>
                </a:cubicBezTo>
                <a:cubicBezTo>
                  <a:pt x="19" y="61"/>
                  <a:pt x="19" y="61"/>
                  <a:pt x="19" y="61"/>
                </a:cubicBezTo>
                <a:cubicBezTo>
                  <a:pt x="16" y="49"/>
                  <a:pt x="16" y="49"/>
                  <a:pt x="16" y="49"/>
                </a:cubicBezTo>
                <a:cubicBezTo>
                  <a:pt x="3" y="49"/>
                  <a:pt x="3" y="49"/>
                  <a:pt x="3" y="49"/>
                </a:cubicBezTo>
                <a:cubicBezTo>
                  <a:pt x="2" y="49"/>
                  <a:pt x="1" y="48"/>
                  <a:pt x="1" y="48"/>
                </a:cubicBezTo>
                <a:cubicBezTo>
                  <a:pt x="0" y="47"/>
                  <a:pt x="0" y="47"/>
                  <a:pt x="0" y="4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39"/>
                  <a:pt x="0" y="38"/>
                  <a:pt x="1" y="37"/>
                </a:cubicBezTo>
                <a:cubicBezTo>
                  <a:pt x="1" y="37"/>
                  <a:pt x="2" y="37"/>
                  <a:pt x="3" y="37"/>
                </a:cubicBezTo>
                <a:cubicBezTo>
                  <a:pt x="13" y="37"/>
                  <a:pt x="13" y="37"/>
                  <a:pt x="13" y="37"/>
                </a:cubicBezTo>
                <a:cubicBezTo>
                  <a:pt x="5" y="4"/>
                  <a:pt x="5" y="4"/>
                  <a:pt x="5" y="4"/>
                </a:cubicBezTo>
                <a:cubicBezTo>
                  <a:pt x="4" y="3"/>
                  <a:pt x="5" y="2"/>
                  <a:pt x="5" y="1"/>
                </a:cubicBezTo>
                <a:cubicBezTo>
                  <a:pt x="6" y="1"/>
                  <a:pt x="7" y="0"/>
                  <a:pt x="8" y="0"/>
                </a:cubicBezTo>
                <a:cubicBezTo>
                  <a:pt x="21" y="0"/>
                  <a:pt x="21" y="0"/>
                  <a:pt x="21" y="0"/>
                </a:cubicBezTo>
                <a:cubicBezTo>
                  <a:pt x="22" y="0"/>
                  <a:pt x="23" y="1"/>
                  <a:pt x="24" y="3"/>
                </a:cubicBezTo>
                <a:cubicBezTo>
                  <a:pt x="32" y="37"/>
                  <a:pt x="32" y="37"/>
                  <a:pt x="32" y="37"/>
                </a:cubicBezTo>
                <a:cubicBezTo>
                  <a:pt x="66" y="37"/>
                  <a:pt x="66" y="37"/>
                  <a:pt x="66" y="37"/>
                </a:cubicBezTo>
                <a:cubicBezTo>
                  <a:pt x="75" y="3"/>
                  <a:pt x="75" y="3"/>
                  <a:pt x="75" y="3"/>
                </a:cubicBezTo>
                <a:cubicBezTo>
                  <a:pt x="76" y="1"/>
                  <a:pt x="77" y="0"/>
                  <a:pt x="78" y="0"/>
                </a:cubicBezTo>
                <a:cubicBezTo>
                  <a:pt x="90" y="0"/>
                  <a:pt x="90" y="0"/>
                  <a:pt x="90" y="0"/>
                </a:cubicBezTo>
                <a:cubicBezTo>
                  <a:pt x="91" y="0"/>
                  <a:pt x="92" y="1"/>
                  <a:pt x="93" y="3"/>
                </a:cubicBezTo>
                <a:cubicBezTo>
                  <a:pt x="102" y="37"/>
                  <a:pt x="102" y="37"/>
                  <a:pt x="102" y="37"/>
                </a:cubicBezTo>
                <a:cubicBezTo>
                  <a:pt x="137" y="37"/>
                  <a:pt x="137" y="37"/>
                  <a:pt x="137" y="37"/>
                </a:cubicBezTo>
                <a:cubicBezTo>
                  <a:pt x="145" y="3"/>
                  <a:pt x="145" y="3"/>
                  <a:pt x="145" y="3"/>
                </a:cubicBezTo>
                <a:cubicBezTo>
                  <a:pt x="146" y="1"/>
                  <a:pt x="147" y="0"/>
                  <a:pt x="148" y="0"/>
                </a:cubicBezTo>
                <a:cubicBezTo>
                  <a:pt x="161" y="0"/>
                  <a:pt x="161" y="0"/>
                  <a:pt x="161" y="0"/>
                </a:cubicBezTo>
                <a:cubicBezTo>
                  <a:pt x="162" y="0"/>
                  <a:pt x="163" y="1"/>
                  <a:pt x="164" y="1"/>
                </a:cubicBezTo>
                <a:cubicBezTo>
                  <a:pt x="164" y="2"/>
                  <a:pt x="165" y="3"/>
                  <a:pt x="164" y="4"/>
                </a:cubicBezTo>
                <a:cubicBezTo>
                  <a:pt x="156" y="37"/>
                  <a:pt x="156" y="37"/>
                  <a:pt x="156" y="37"/>
                </a:cubicBezTo>
                <a:cubicBezTo>
                  <a:pt x="166" y="37"/>
                  <a:pt x="166" y="37"/>
                  <a:pt x="166" y="37"/>
                </a:cubicBezTo>
                <a:cubicBezTo>
                  <a:pt x="167" y="37"/>
                  <a:pt x="168" y="37"/>
                  <a:pt x="168" y="37"/>
                </a:cubicBezTo>
                <a:cubicBezTo>
                  <a:pt x="169" y="38"/>
                  <a:pt x="169" y="39"/>
                  <a:pt x="169" y="40"/>
                </a:cubicBezTo>
                <a:cubicBezTo>
                  <a:pt x="169" y="46"/>
                  <a:pt x="169" y="46"/>
                  <a:pt x="169" y="46"/>
                </a:cubicBezTo>
                <a:cubicBezTo>
                  <a:pt x="169" y="47"/>
                  <a:pt x="169" y="47"/>
                  <a:pt x="168" y="48"/>
                </a:cubicBezTo>
                <a:cubicBezTo>
                  <a:pt x="168" y="48"/>
                  <a:pt x="167" y="49"/>
                  <a:pt x="166" y="49"/>
                </a:cubicBezTo>
                <a:cubicBezTo>
                  <a:pt x="152" y="49"/>
                  <a:pt x="152" y="49"/>
                  <a:pt x="152" y="49"/>
                </a:cubicBezTo>
                <a:cubicBezTo>
                  <a:pt x="149" y="61"/>
                  <a:pt x="149" y="61"/>
                  <a:pt x="149" y="61"/>
                </a:cubicBezTo>
                <a:cubicBezTo>
                  <a:pt x="166" y="61"/>
                  <a:pt x="166" y="61"/>
                  <a:pt x="166" y="61"/>
                </a:cubicBezTo>
                <a:cubicBezTo>
                  <a:pt x="167" y="61"/>
                  <a:pt x="168" y="61"/>
                  <a:pt x="168" y="62"/>
                </a:cubicBezTo>
                <a:cubicBezTo>
                  <a:pt x="169" y="62"/>
                  <a:pt x="169" y="63"/>
                  <a:pt x="169" y="64"/>
                </a:cubicBezTo>
                <a:close/>
                <a:moveTo>
                  <a:pt x="59" y="61"/>
                </a:moveTo>
                <a:cubicBezTo>
                  <a:pt x="63" y="49"/>
                  <a:pt x="63" y="49"/>
                  <a:pt x="63" y="49"/>
                </a:cubicBezTo>
                <a:cubicBezTo>
                  <a:pt x="35" y="49"/>
                  <a:pt x="35" y="49"/>
                  <a:pt x="35" y="49"/>
                </a:cubicBezTo>
                <a:cubicBezTo>
                  <a:pt x="38" y="61"/>
                  <a:pt x="38" y="61"/>
                  <a:pt x="38" y="61"/>
                </a:cubicBezTo>
                <a:lnTo>
                  <a:pt x="59" y="61"/>
                </a:lnTo>
                <a:close/>
                <a:moveTo>
                  <a:pt x="48" y="101"/>
                </a:moveTo>
                <a:cubicBezTo>
                  <a:pt x="56" y="73"/>
                  <a:pt x="56" y="73"/>
                  <a:pt x="56" y="73"/>
                </a:cubicBezTo>
                <a:cubicBezTo>
                  <a:pt x="41" y="73"/>
                  <a:pt x="41" y="73"/>
                  <a:pt x="41" y="73"/>
                </a:cubicBezTo>
                <a:cubicBezTo>
                  <a:pt x="48" y="101"/>
                  <a:pt x="48" y="101"/>
                  <a:pt x="48" y="101"/>
                </a:cubicBezTo>
                <a:cubicBezTo>
                  <a:pt x="48" y="101"/>
                  <a:pt x="48" y="101"/>
                  <a:pt x="48" y="102"/>
                </a:cubicBezTo>
                <a:cubicBezTo>
                  <a:pt x="48" y="102"/>
                  <a:pt x="48" y="102"/>
                  <a:pt x="48" y="102"/>
                </a:cubicBezTo>
                <a:cubicBezTo>
                  <a:pt x="48" y="102"/>
                  <a:pt x="48" y="102"/>
                  <a:pt x="48" y="102"/>
                </a:cubicBezTo>
                <a:cubicBezTo>
                  <a:pt x="48" y="101"/>
                  <a:pt x="48" y="101"/>
                  <a:pt x="48" y="101"/>
                </a:cubicBezTo>
                <a:close/>
                <a:moveTo>
                  <a:pt x="78" y="61"/>
                </a:moveTo>
                <a:cubicBezTo>
                  <a:pt x="91" y="61"/>
                  <a:pt x="91" y="61"/>
                  <a:pt x="91" y="61"/>
                </a:cubicBezTo>
                <a:cubicBezTo>
                  <a:pt x="87" y="49"/>
                  <a:pt x="87" y="49"/>
                  <a:pt x="87" y="49"/>
                </a:cubicBezTo>
                <a:cubicBezTo>
                  <a:pt x="81" y="49"/>
                  <a:pt x="81" y="49"/>
                  <a:pt x="81" y="49"/>
                </a:cubicBezTo>
                <a:lnTo>
                  <a:pt x="78" y="61"/>
                </a:lnTo>
                <a:close/>
                <a:moveTo>
                  <a:pt x="130" y="61"/>
                </a:moveTo>
                <a:cubicBezTo>
                  <a:pt x="134" y="49"/>
                  <a:pt x="134" y="49"/>
                  <a:pt x="134" y="49"/>
                </a:cubicBezTo>
                <a:cubicBezTo>
                  <a:pt x="105" y="49"/>
                  <a:pt x="105" y="49"/>
                  <a:pt x="105" y="49"/>
                </a:cubicBezTo>
                <a:cubicBezTo>
                  <a:pt x="109" y="61"/>
                  <a:pt x="109" y="61"/>
                  <a:pt x="109" y="61"/>
                </a:cubicBezTo>
                <a:lnTo>
                  <a:pt x="130" y="61"/>
                </a:lnTo>
                <a:close/>
                <a:moveTo>
                  <a:pt x="120" y="101"/>
                </a:moveTo>
                <a:cubicBezTo>
                  <a:pt x="127" y="73"/>
                  <a:pt x="127" y="73"/>
                  <a:pt x="127" y="73"/>
                </a:cubicBezTo>
                <a:cubicBezTo>
                  <a:pt x="112" y="73"/>
                  <a:pt x="112" y="73"/>
                  <a:pt x="112" y="73"/>
                </a:cubicBezTo>
                <a:cubicBezTo>
                  <a:pt x="120" y="101"/>
                  <a:pt x="120" y="101"/>
                  <a:pt x="120" y="101"/>
                </a:cubicBezTo>
                <a:cubicBezTo>
                  <a:pt x="120" y="101"/>
                  <a:pt x="120" y="101"/>
                  <a:pt x="120" y="102"/>
                </a:cubicBezTo>
                <a:cubicBezTo>
                  <a:pt x="120" y="102"/>
                  <a:pt x="120" y="102"/>
                  <a:pt x="120" y="102"/>
                </a:cubicBezTo>
                <a:cubicBezTo>
                  <a:pt x="120" y="102"/>
                  <a:pt x="120" y="102"/>
                  <a:pt x="120" y="102"/>
                </a:cubicBezTo>
                <a:cubicBezTo>
                  <a:pt x="120" y="101"/>
                  <a:pt x="120" y="101"/>
                  <a:pt x="120" y="10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13" name="Freeform 316"/>
          <p:cNvSpPr>
            <a:spLocks noEditPoints="1"/>
          </p:cNvSpPr>
          <p:nvPr/>
        </p:nvSpPr>
        <p:spPr bwMode="auto">
          <a:xfrm>
            <a:off x="10118881" y="4396090"/>
            <a:ext cx="164243" cy="226916"/>
          </a:xfrm>
          <a:custGeom>
            <a:avLst/>
            <a:gdLst>
              <a:gd name="T0" fmla="*/ 92 w 114"/>
              <a:gd name="T1" fmla="*/ 73 h 158"/>
              <a:gd name="T2" fmla="*/ 113 w 114"/>
              <a:gd name="T3" fmla="*/ 103 h 158"/>
              <a:gd name="T4" fmla="*/ 104 w 114"/>
              <a:gd name="T5" fmla="*/ 123 h 158"/>
              <a:gd name="T6" fmla="*/ 83 w 114"/>
              <a:gd name="T7" fmla="*/ 132 h 158"/>
              <a:gd name="T8" fmla="*/ 69 w 114"/>
              <a:gd name="T9" fmla="*/ 158 h 158"/>
              <a:gd name="T10" fmla="*/ 55 w 114"/>
              <a:gd name="T11" fmla="*/ 134 h 158"/>
              <a:gd name="T12" fmla="*/ 43 w 114"/>
              <a:gd name="T13" fmla="*/ 158 h 158"/>
              <a:gd name="T14" fmla="*/ 29 w 114"/>
              <a:gd name="T15" fmla="*/ 134 h 158"/>
              <a:gd name="T16" fmla="*/ 19 w 114"/>
              <a:gd name="T17" fmla="*/ 133 h 158"/>
              <a:gd name="T18" fmla="*/ 3 w 114"/>
              <a:gd name="T19" fmla="*/ 116 h 158"/>
              <a:gd name="T20" fmla="*/ 19 w 114"/>
              <a:gd name="T21" fmla="*/ 111 h 158"/>
              <a:gd name="T22" fmla="*/ 20 w 114"/>
              <a:gd name="T23" fmla="*/ 73 h 158"/>
              <a:gd name="T24" fmla="*/ 19 w 114"/>
              <a:gd name="T25" fmla="*/ 46 h 158"/>
              <a:gd name="T26" fmla="*/ 0 w 114"/>
              <a:gd name="T27" fmla="*/ 40 h 158"/>
              <a:gd name="T28" fmla="*/ 20 w 114"/>
              <a:gd name="T29" fmla="*/ 24 h 158"/>
              <a:gd name="T30" fmla="*/ 29 w 114"/>
              <a:gd name="T31" fmla="*/ 0 h 158"/>
              <a:gd name="T32" fmla="*/ 43 w 114"/>
              <a:gd name="T33" fmla="*/ 24 h 158"/>
              <a:gd name="T34" fmla="*/ 55 w 114"/>
              <a:gd name="T35" fmla="*/ 0 h 158"/>
              <a:gd name="T36" fmla="*/ 69 w 114"/>
              <a:gd name="T37" fmla="*/ 24 h 158"/>
              <a:gd name="T38" fmla="*/ 93 w 114"/>
              <a:gd name="T39" fmla="*/ 31 h 158"/>
              <a:gd name="T40" fmla="*/ 105 w 114"/>
              <a:gd name="T41" fmla="*/ 49 h 158"/>
              <a:gd name="T42" fmla="*/ 76 w 114"/>
              <a:gd name="T43" fmla="*/ 50 h 158"/>
              <a:gd name="T44" fmla="*/ 69 w 114"/>
              <a:gd name="T45" fmla="*/ 43 h 158"/>
              <a:gd name="T46" fmla="*/ 58 w 114"/>
              <a:gd name="T47" fmla="*/ 41 h 158"/>
              <a:gd name="T48" fmla="*/ 47 w 114"/>
              <a:gd name="T49" fmla="*/ 41 h 158"/>
              <a:gd name="T50" fmla="*/ 44 w 114"/>
              <a:gd name="T51" fmla="*/ 70 h 158"/>
              <a:gd name="T52" fmla="*/ 51 w 114"/>
              <a:gd name="T53" fmla="*/ 70 h 158"/>
              <a:gd name="T54" fmla="*/ 61 w 114"/>
              <a:gd name="T55" fmla="*/ 69 h 158"/>
              <a:gd name="T56" fmla="*/ 71 w 114"/>
              <a:gd name="T57" fmla="*/ 66 h 158"/>
              <a:gd name="T58" fmla="*/ 77 w 114"/>
              <a:gd name="T59" fmla="*/ 60 h 158"/>
              <a:gd name="T60" fmla="*/ 84 w 114"/>
              <a:gd name="T61" fmla="*/ 100 h 158"/>
              <a:gd name="T62" fmla="*/ 79 w 114"/>
              <a:gd name="T63" fmla="*/ 90 h 158"/>
              <a:gd name="T64" fmla="*/ 68 w 114"/>
              <a:gd name="T65" fmla="*/ 85 h 158"/>
              <a:gd name="T66" fmla="*/ 54 w 114"/>
              <a:gd name="T67" fmla="*/ 84 h 158"/>
              <a:gd name="T68" fmla="*/ 44 w 114"/>
              <a:gd name="T69" fmla="*/ 84 h 158"/>
              <a:gd name="T70" fmla="*/ 47 w 114"/>
              <a:gd name="T71" fmla="*/ 116 h 158"/>
              <a:gd name="T72" fmla="*/ 57 w 114"/>
              <a:gd name="T73" fmla="*/ 116 h 158"/>
              <a:gd name="T74" fmla="*/ 68 w 114"/>
              <a:gd name="T75" fmla="*/ 115 h 158"/>
              <a:gd name="T76" fmla="*/ 77 w 114"/>
              <a:gd name="T77" fmla="*/ 112 h 158"/>
              <a:gd name="T78" fmla="*/ 83 w 114"/>
              <a:gd name="T79" fmla="*/ 105 h 1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14" h="158">
                <a:moveTo>
                  <a:pt x="105" y="49"/>
                </a:moveTo>
                <a:cubicBezTo>
                  <a:pt x="106" y="60"/>
                  <a:pt x="102" y="68"/>
                  <a:pt x="92" y="73"/>
                </a:cubicBezTo>
                <a:cubicBezTo>
                  <a:pt x="100" y="75"/>
                  <a:pt x="105" y="78"/>
                  <a:pt x="109" y="83"/>
                </a:cubicBezTo>
                <a:cubicBezTo>
                  <a:pt x="112" y="88"/>
                  <a:pt x="114" y="94"/>
                  <a:pt x="113" y="103"/>
                </a:cubicBezTo>
                <a:cubicBezTo>
                  <a:pt x="113" y="108"/>
                  <a:pt x="112" y="111"/>
                  <a:pt x="110" y="115"/>
                </a:cubicBezTo>
                <a:cubicBezTo>
                  <a:pt x="108" y="118"/>
                  <a:pt x="106" y="121"/>
                  <a:pt x="104" y="123"/>
                </a:cubicBezTo>
                <a:cubicBezTo>
                  <a:pt x="101" y="126"/>
                  <a:pt x="98" y="127"/>
                  <a:pt x="95" y="129"/>
                </a:cubicBezTo>
                <a:cubicBezTo>
                  <a:pt x="91" y="130"/>
                  <a:pt x="87" y="131"/>
                  <a:pt x="83" y="132"/>
                </a:cubicBezTo>
                <a:cubicBezTo>
                  <a:pt x="79" y="133"/>
                  <a:pt x="75" y="133"/>
                  <a:pt x="69" y="134"/>
                </a:cubicBezTo>
                <a:cubicBezTo>
                  <a:pt x="69" y="158"/>
                  <a:pt x="69" y="158"/>
                  <a:pt x="69" y="158"/>
                </a:cubicBezTo>
                <a:cubicBezTo>
                  <a:pt x="55" y="158"/>
                  <a:pt x="55" y="158"/>
                  <a:pt x="55" y="158"/>
                </a:cubicBezTo>
                <a:cubicBezTo>
                  <a:pt x="55" y="134"/>
                  <a:pt x="55" y="134"/>
                  <a:pt x="55" y="134"/>
                </a:cubicBezTo>
                <a:cubicBezTo>
                  <a:pt x="50" y="134"/>
                  <a:pt x="46" y="134"/>
                  <a:pt x="43" y="134"/>
                </a:cubicBezTo>
                <a:cubicBezTo>
                  <a:pt x="43" y="158"/>
                  <a:pt x="43" y="158"/>
                  <a:pt x="43" y="158"/>
                </a:cubicBezTo>
                <a:cubicBezTo>
                  <a:pt x="29" y="158"/>
                  <a:pt x="29" y="158"/>
                  <a:pt x="29" y="158"/>
                </a:cubicBezTo>
                <a:cubicBezTo>
                  <a:pt x="29" y="134"/>
                  <a:pt x="29" y="134"/>
                  <a:pt x="29" y="134"/>
                </a:cubicBezTo>
                <a:cubicBezTo>
                  <a:pt x="28" y="134"/>
                  <a:pt x="26" y="134"/>
                  <a:pt x="24" y="133"/>
                </a:cubicBezTo>
                <a:cubicBezTo>
                  <a:pt x="21" y="133"/>
                  <a:pt x="20" y="133"/>
                  <a:pt x="19" y="133"/>
                </a:cubicBezTo>
                <a:cubicBezTo>
                  <a:pt x="0" y="133"/>
                  <a:pt x="0" y="133"/>
                  <a:pt x="0" y="133"/>
                </a:cubicBezTo>
                <a:cubicBezTo>
                  <a:pt x="3" y="116"/>
                  <a:pt x="3" y="116"/>
                  <a:pt x="3" y="116"/>
                </a:cubicBezTo>
                <a:cubicBezTo>
                  <a:pt x="13" y="116"/>
                  <a:pt x="13" y="116"/>
                  <a:pt x="13" y="116"/>
                </a:cubicBezTo>
                <a:cubicBezTo>
                  <a:pt x="16" y="116"/>
                  <a:pt x="18" y="115"/>
                  <a:pt x="19" y="111"/>
                </a:cubicBezTo>
                <a:cubicBezTo>
                  <a:pt x="19" y="73"/>
                  <a:pt x="19" y="73"/>
                  <a:pt x="19" y="73"/>
                </a:cubicBezTo>
                <a:cubicBezTo>
                  <a:pt x="20" y="73"/>
                  <a:pt x="20" y="73"/>
                  <a:pt x="20" y="73"/>
                </a:cubicBezTo>
                <a:cubicBezTo>
                  <a:pt x="20" y="73"/>
                  <a:pt x="19" y="73"/>
                  <a:pt x="19" y="73"/>
                </a:cubicBezTo>
                <a:cubicBezTo>
                  <a:pt x="19" y="46"/>
                  <a:pt x="19" y="46"/>
                  <a:pt x="19" y="46"/>
                </a:cubicBezTo>
                <a:cubicBezTo>
                  <a:pt x="18" y="42"/>
                  <a:pt x="15" y="40"/>
                  <a:pt x="10" y="40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24"/>
                  <a:pt x="0" y="24"/>
                  <a:pt x="0" y="24"/>
                </a:cubicBezTo>
                <a:cubicBezTo>
                  <a:pt x="20" y="24"/>
                  <a:pt x="20" y="24"/>
                  <a:pt x="20" y="24"/>
                </a:cubicBezTo>
                <a:cubicBezTo>
                  <a:pt x="24" y="24"/>
                  <a:pt x="27" y="24"/>
                  <a:pt x="29" y="24"/>
                </a:cubicBezTo>
                <a:cubicBezTo>
                  <a:pt x="29" y="0"/>
                  <a:pt x="29" y="0"/>
                  <a:pt x="29" y="0"/>
                </a:cubicBezTo>
                <a:cubicBezTo>
                  <a:pt x="43" y="0"/>
                  <a:pt x="43" y="0"/>
                  <a:pt x="43" y="0"/>
                </a:cubicBezTo>
                <a:cubicBezTo>
                  <a:pt x="43" y="24"/>
                  <a:pt x="43" y="24"/>
                  <a:pt x="43" y="24"/>
                </a:cubicBezTo>
                <a:cubicBezTo>
                  <a:pt x="49" y="24"/>
                  <a:pt x="52" y="23"/>
                  <a:pt x="55" y="23"/>
                </a:cubicBezTo>
                <a:cubicBezTo>
                  <a:pt x="55" y="0"/>
                  <a:pt x="55" y="0"/>
                  <a:pt x="55" y="0"/>
                </a:cubicBezTo>
                <a:cubicBezTo>
                  <a:pt x="69" y="0"/>
                  <a:pt x="69" y="0"/>
                  <a:pt x="69" y="0"/>
                </a:cubicBezTo>
                <a:cubicBezTo>
                  <a:pt x="69" y="24"/>
                  <a:pt x="69" y="24"/>
                  <a:pt x="69" y="24"/>
                </a:cubicBezTo>
                <a:cubicBezTo>
                  <a:pt x="74" y="25"/>
                  <a:pt x="79" y="25"/>
                  <a:pt x="83" y="26"/>
                </a:cubicBezTo>
                <a:cubicBezTo>
                  <a:pt x="87" y="27"/>
                  <a:pt x="90" y="29"/>
                  <a:pt x="93" y="31"/>
                </a:cubicBezTo>
                <a:cubicBezTo>
                  <a:pt x="97" y="32"/>
                  <a:pt x="99" y="35"/>
                  <a:pt x="101" y="38"/>
                </a:cubicBezTo>
                <a:cubicBezTo>
                  <a:pt x="103" y="41"/>
                  <a:pt x="104" y="45"/>
                  <a:pt x="105" y="49"/>
                </a:cubicBezTo>
                <a:close/>
                <a:moveTo>
                  <a:pt x="78" y="55"/>
                </a:moveTo>
                <a:cubicBezTo>
                  <a:pt x="78" y="53"/>
                  <a:pt x="77" y="51"/>
                  <a:pt x="76" y="50"/>
                </a:cubicBezTo>
                <a:cubicBezTo>
                  <a:pt x="76" y="48"/>
                  <a:pt x="75" y="47"/>
                  <a:pt x="74" y="46"/>
                </a:cubicBezTo>
                <a:cubicBezTo>
                  <a:pt x="72" y="45"/>
                  <a:pt x="71" y="44"/>
                  <a:pt x="69" y="43"/>
                </a:cubicBezTo>
                <a:cubicBezTo>
                  <a:pt x="67" y="42"/>
                  <a:pt x="65" y="42"/>
                  <a:pt x="64" y="42"/>
                </a:cubicBezTo>
                <a:cubicBezTo>
                  <a:pt x="62" y="41"/>
                  <a:pt x="60" y="41"/>
                  <a:pt x="58" y="41"/>
                </a:cubicBezTo>
                <a:cubicBezTo>
                  <a:pt x="56" y="41"/>
                  <a:pt x="54" y="41"/>
                  <a:pt x="52" y="41"/>
                </a:cubicBezTo>
                <a:cubicBezTo>
                  <a:pt x="51" y="41"/>
                  <a:pt x="49" y="41"/>
                  <a:pt x="47" y="41"/>
                </a:cubicBezTo>
                <a:cubicBezTo>
                  <a:pt x="45" y="41"/>
                  <a:pt x="44" y="41"/>
                  <a:pt x="44" y="41"/>
                </a:cubicBezTo>
                <a:cubicBezTo>
                  <a:pt x="44" y="70"/>
                  <a:pt x="44" y="70"/>
                  <a:pt x="44" y="70"/>
                </a:cubicBezTo>
                <a:cubicBezTo>
                  <a:pt x="44" y="70"/>
                  <a:pt x="45" y="70"/>
                  <a:pt x="47" y="70"/>
                </a:cubicBezTo>
                <a:cubicBezTo>
                  <a:pt x="49" y="70"/>
                  <a:pt x="50" y="70"/>
                  <a:pt x="51" y="70"/>
                </a:cubicBezTo>
                <a:cubicBezTo>
                  <a:pt x="52" y="70"/>
                  <a:pt x="54" y="70"/>
                  <a:pt x="56" y="70"/>
                </a:cubicBezTo>
                <a:cubicBezTo>
                  <a:pt x="58" y="69"/>
                  <a:pt x="60" y="69"/>
                  <a:pt x="61" y="69"/>
                </a:cubicBezTo>
                <a:cubicBezTo>
                  <a:pt x="63" y="69"/>
                  <a:pt x="64" y="68"/>
                  <a:pt x="66" y="68"/>
                </a:cubicBezTo>
                <a:cubicBezTo>
                  <a:pt x="68" y="68"/>
                  <a:pt x="69" y="67"/>
                  <a:pt x="71" y="66"/>
                </a:cubicBezTo>
                <a:cubicBezTo>
                  <a:pt x="72" y="66"/>
                  <a:pt x="73" y="65"/>
                  <a:pt x="74" y="64"/>
                </a:cubicBezTo>
                <a:cubicBezTo>
                  <a:pt x="75" y="63"/>
                  <a:pt x="76" y="62"/>
                  <a:pt x="77" y="60"/>
                </a:cubicBezTo>
                <a:cubicBezTo>
                  <a:pt x="77" y="59"/>
                  <a:pt x="78" y="57"/>
                  <a:pt x="78" y="55"/>
                </a:cubicBezTo>
                <a:close/>
                <a:moveTo>
                  <a:pt x="84" y="100"/>
                </a:moveTo>
                <a:cubicBezTo>
                  <a:pt x="84" y="98"/>
                  <a:pt x="84" y="96"/>
                  <a:pt x="83" y="94"/>
                </a:cubicBezTo>
                <a:cubicBezTo>
                  <a:pt x="82" y="92"/>
                  <a:pt x="81" y="91"/>
                  <a:pt x="79" y="90"/>
                </a:cubicBezTo>
                <a:cubicBezTo>
                  <a:pt x="78" y="89"/>
                  <a:pt x="76" y="88"/>
                  <a:pt x="74" y="87"/>
                </a:cubicBezTo>
                <a:cubicBezTo>
                  <a:pt x="72" y="86"/>
                  <a:pt x="70" y="86"/>
                  <a:pt x="68" y="85"/>
                </a:cubicBezTo>
                <a:cubicBezTo>
                  <a:pt x="66" y="85"/>
                  <a:pt x="64" y="85"/>
                  <a:pt x="61" y="84"/>
                </a:cubicBezTo>
                <a:cubicBezTo>
                  <a:pt x="58" y="84"/>
                  <a:pt x="56" y="84"/>
                  <a:pt x="54" y="84"/>
                </a:cubicBezTo>
                <a:cubicBezTo>
                  <a:pt x="53" y="84"/>
                  <a:pt x="51" y="84"/>
                  <a:pt x="48" y="84"/>
                </a:cubicBezTo>
                <a:cubicBezTo>
                  <a:pt x="46" y="84"/>
                  <a:pt x="44" y="84"/>
                  <a:pt x="44" y="84"/>
                </a:cubicBezTo>
                <a:cubicBezTo>
                  <a:pt x="44" y="116"/>
                  <a:pt x="44" y="116"/>
                  <a:pt x="44" y="116"/>
                </a:cubicBezTo>
                <a:cubicBezTo>
                  <a:pt x="44" y="116"/>
                  <a:pt x="45" y="116"/>
                  <a:pt x="47" y="116"/>
                </a:cubicBezTo>
                <a:cubicBezTo>
                  <a:pt x="49" y="116"/>
                  <a:pt x="50" y="116"/>
                  <a:pt x="52" y="116"/>
                </a:cubicBezTo>
                <a:cubicBezTo>
                  <a:pt x="53" y="116"/>
                  <a:pt x="55" y="116"/>
                  <a:pt x="57" y="116"/>
                </a:cubicBezTo>
                <a:cubicBezTo>
                  <a:pt x="59" y="116"/>
                  <a:pt x="61" y="116"/>
                  <a:pt x="62" y="116"/>
                </a:cubicBezTo>
                <a:cubicBezTo>
                  <a:pt x="64" y="116"/>
                  <a:pt x="66" y="115"/>
                  <a:pt x="68" y="115"/>
                </a:cubicBezTo>
                <a:cubicBezTo>
                  <a:pt x="70" y="115"/>
                  <a:pt x="71" y="114"/>
                  <a:pt x="73" y="114"/>
                </a:cubicBezTo>
                <a:cubicBezTo>
                  <a:pt x="74" y="113"/>
                  <a:pt x="76" y="113"/>
                  <a:pt x="77" y="112"/>
                </a:cubicBezTo>
                <a:cubicBezTo>
                  <a:pt x="79" y="111"/>
                  <a:pt x="80" y="110"/>
                  <a:pt x="81" y="109"/>
                </a:cubicBezTo>
                <a:cubicBezTo>
                  <a:pt x="82" y="108"/>
                  <a:pt x="83" y="107"/>
                  <a:pt x="83" y="105"/>
                </a:cubicBezTo>
                <a:cubicBezTo>
                  <a:pt x="84" y="104"/>
                  <a:pt x="84" y="102"/>
                  <a:pt x="84" y="10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14" name="Freeform 317"/>
          <p:cNvSpPr>
            <a:spLocks noEditPoints="1"/>
          </p:cNvSpPr>
          <p:nvPr/>
        </p:nvSpPr>
        <p:spPr bwMode="auto">
          <a:xfrm>
            <a:off x="10345796" y="4378802"/>
            <a:ext cx="209627" cy="244204"/>
          </a:xfrm>
          <a:custGeom>
            <a:avLst/>
            <a:gdLst>
              <a:gd name="T0" fmla="*/ 85 w 146"/>
              <a:gd name="T1" fmla="*/ 52 h 170"/>
              <a:gd name="T2" fmla="*/ 88 w 146"/>
              <a:gd name="T3" fmla="*/ 58 h 170"/>
              <a:gd name="T4" fmla="*/ 94 w 146"/>
              <a:gd name="T5" fmla="*/ 61 h 170"/>
              <a:gd name="T6" fmla="*/ 146 w 146"/>
              <a:gd name="T7" fmla="*/ 61 h 170"/>
              <a:gd name="T8" fmla="*/ 146 w 146"/>
              <a:gd name="T9" fmla="*/ 161 h 170"/>
              <a:gd name="T10" fmla="*/ 143 w 146"/>
              <a:gd name="T11" fmla="*/ 167 h 170"/>
              <a:gd name="T12" fmla="*/ 137 w 146"/>
              <a:gd name="T13" fmla="*/ 170 h 170"/>
              <a:gd name="T14" fmla="*/ 9 w 146"/>
              <a:gd name="T15" fmla="*/ 170 h 170"/>
              <a:gd name="T16" fmla="*/ 3 w 146"/>
              <a:gd name="T17" fmla="*/ 167 h 170"/>
              <a:gd name="T18" fmla="*/ 0 w 146"/>
              <a:gd name="T19" fmla="*/ 161 h 170"/>
              <a:gd name="T20" fmla="*/ 0 w 146"/>
              <a:gd name="T21" fmla="*/ 9 h 170"/>
              <a:gd name="T22" fmla="*/ 3 w 146"/>
              <a:gd name="T23" fmla="*/ 3 h 170"/>
              <a:gd name="T24" fmla="*/ 9 w 146"/>
              <a:gd name="T25" fmla="*/ 0 h 170"/>
              <a:gd name="T26" fmla="*/ 85 w 146"/>
              <a:gd name="T27" fmla="*/ 0 h 170"/>
              <a:gd name="T28" fmla="*/ 85 w 146"/>
              <a:gd name="T29" fmla="*/ 52 h 170"/>
              <a:gd name="T30" fmla="*/ 97 w 146"/>
              <a:gd name="T31" fmla="*/ 49 h 170"/>
              <a:gd name="T32" fmla="*/ 97 w 146"/>
              <a:gd name="T33" fmla="*/ 4 h 170"/>
              <a:gd name="T34" fmla="*/ 101 w 146"/>
              <a:gd name="T35" fmla="*/ 7 h 170"/>
              <a:gd name="T36" fmla="*/ 139 w 146"/>
              <a:gd name="T37" fmla="*/ 45 h 170"/>
              <a:gd name="T38" fmla="*/ 142 w 146"/>
              <a:gd name="T39" fmla="*/ 49 h 170"/>
              <a:gd name="T40" fmla="*/ 97 w 146"/>
              <a:gd name="T41" fmla="*/ 49 h 1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146" h="170">
                <a:moveTo>
                  <a:pt x="85" y="52"/>
                </a:moveTo>
                <a:cubicBezTo>
                  <a:pt x="85" y="54"/>
                  <a:pt x="86" y="56"/>
                  <a:pt x="88" y="58"/>
                </a:cubicBezTo>
                <a:cubicBezTo>
                  <a:pt x="90" y="60"/>
                  <a:pt x="92" y="61"/>
                  <a:pt x="94" y="61"/>
                </a:cubicBezTo>
                <a:cubicBezTo>
                  <a:pt x="146" y="61"/>
                  <a:pt x="146" y="61"/>
                  <a:pt x="146" y="61"/>
                </a:cubicBezTo>
                <a:cubicBezTo>
                  <a:pt x="146" y="161"/>
                  <a:pt x="146" y="161"/>
                  <a:pt x="146" y="161"/>
                </a:cubicBezTo>
                <a:cubicBezTo>
                  <a:pt x="146" y="163"/>
                  <a:pt x="145" y="165"/>
                  <a:pt x="143" y="167"/>
                </a:cubicBezTo>
                <a:cubicBezTo>
                  <a:pt x="141" y="169"/>
                  <a:pt x="139" y="170"/>
                  <a:pt x="137" y="170"/>
                </a:cubicBezTo>
                <a:cubicBezTo>
                  <a:pt x="9" y="170"/>
                  <a:pt x="9" y="170"/>
                  <a:pt x="9" y="170"/>
                </a:cubicBezTo>
                <a:cubicBezTo>
                  <a:pt x="7" y="170"/>
                  <a:pt x="5" y="169"/>
                  <a:pt x="3" y="167"/>
                </a:cubicBezTo>
                <a:cubicBezTo>
                  <a:pt x="1" y="165"/>
                  <a:pt x="0" y="163"/>
                  <a:pt x="0" y="161"/>
                </a:cubicBezTo>
                <a:cubicBezTo>
                  <a:pt x="0" y="9"/>
                  <a:pt x="0" y="9"/>
                  <a:pt x="0" y="9"/>
                </a:cubicBezTo>
                <a:cubicBezTo>
                  <a:pt x="0" y="7"/>
                  <a:pt x="1" y="5"/>
                  <a:pt x="3" y="3"/>
                </a:cubicBezTo>
                <a:cubicBezTo>
                  <a:pt x="5" y="1"/>
                  <a:pt x="7" y="0"/>
                  <a:pt x="9" y="0"/>
                </a:cubicBezTo>
                <a:cubicBezTo>
                  <a:pt x="85" y="0"/>
                  <a:pt x="85" y="0"/>
                  <a:pt x="85" y="0"/>
                </a:cubicBezTo>
                <a:lnTo>
                  <a:pt x="85" y="52"/>
                </a:lnTo>
                <a:close/>
                <a:moveTo>
                  <a:pt x="97" y="49"/>
                </a:moveTo>
                <a:cubicBezTo>
                  <a:pt x="97" y="4"/>
                  <a:pt x="97" y="4"/>
                  <a:pt x="97" y="4"/>
                </a:cubicBezTo>
                <a:cubicBezTo>
                  <a:pt x="99" y="5"/>
                  <a:pt x="100" y="6"/>
                  <a:pt x="101" y="7"/>
                </a:cubicBezTo>
                <a:cubicBezTo>
                  <a:pt x="139" y="45"/>
                  <a:pt x="139" y="45"/>
                  <a:pt x="139" y="45"/>
                </a:cubicBezTo>
                <a:cubicBezTo>
                  <a:pt x="140" y="46"/>
                  <a:pt x="141" y="47"/>
                  <a:pt x="142" y="49"/>
                </a:cubicBezTo>
                <a:lnTo>
                  <a:pt x="97" y="49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15" name="Freeform 318"/>
          <p:cNvSpPr>
            <a:spLocks noEditPoints="1"/>
          </p:cNvSpPr>
          <p:nvPr/>
        </p:nvSpPr>
        <p:spPr bwMode="auto">
          <a:xfrm>
            <a:off x="10615933" y="4378802"/>
            <a:ext cx="207464" cy="244204"/>
          </a:xfrm>
          <a:custGeom>
            <a:avLst/>
            <a:gdLst>
              <a:gd name="T0" fmla="*/ 94 w 145"/>
              <a:gd name="T1" fmla="*/ 61 h 170"/>
              <a:gd name="T2" fmla="*/ 145 w 145"/>
              <a:gd name="T3" fmla="*/ 61 h 170"/>
              <a:gd name="T4" fmla="*/ 145 w 145"/>
              <a:gd name="T5" fmla="*/ 161 h 170"/>
              <a:gd name="T6" fmla="*/ 142 w 145"/>
              <a:gd name="T7" fmla="*/ 167 h 170"/>
              <a:gd name="T8" fmla="*/ 136 w 145"/>
              <a:gd name="T9" fmla="*/ 170 h 170"/>
              <a:gd name="T10" fmla="*/ 9 w 145"/>
              <a:gd name="T11" fmla="*/ 170 h 170"/>
              <a:gd name="T12" fmla="*/ 2 w 145"/>
              <a:gd name="T13" fmla="*/ 167 h 170"/>
              <a:gd name="T14" fmla="*/ 0 w 145"/>
              <a:gd name="T15" fmla="*/ 161 h 170"/>
              <a:gd name="T16" fmla="*/ 0 w 145"/>
              <a:gd name="T17" fmla="*/ 9 h 170"/>
              <a:gd name="T18" fmla="*/ 2 w 145"/>
              <a:gd name="T19" fmla="*/ 3 h 170"/>
              <a:gd name="T20" fmla="*/ 9 w 145"/>
              <a:gd name="T21" fmla="*/ 0 h 170"/>
              <a:gd name="T22" fmla="*/ 84 w 145"/>
              <a:gd name="T23" fmla="*/ 0 h 170"/>
              <a:gd name="T24" fmla="*/ 84 w 145"/>
              <a:gd name="T25" fmla="*/ 52 h 170"/>
              <a:gd name="T26" fmla="*/ 87 w 145"/>
              <a:gd name="T27" fmla="*/ 58 h 170"/>
              <a:gd name="T28" fmla="*/ 94 w 145"/>
              <a:gd name="T29" fmla="*/ 61 h 170"/>
              <a:gd name="T30" fmla="*/ 109 w 145"/>
              <a:gd name="T31" fmla="*/ 82 h 170"/>
              <a:gd name="T32" fmla="*/ 109 w 145"/>
              <a:gd name="T33" fmla="*/ 76 h 170"/>
              <a:gd name="T34" fmla="*/ 108 w 145"/>
              <a:gd name="T35" fmla="*/ 74 h 170"/>
              <a:gd name="T36" fmla="*/ 106 w 145"/>
              <a:gd name="T37" fmla="*/ 73 h 170"/>
              <a:gd name="T38" fmla="*/ 39 w 145"/>
              <a:gd name="T39" fmla="*/ 73 h 170"/>
              <a:gd name="T40" fmla="*/ 37 w 145"/>
              <a:gd name="T41" fmla="*/ 74 h 170"/>
              <a:gd name="T42" fmla="*/ 36 w 145"/>
              <a:gd name="T43" fmla="*/ 76 h 170"/>
              <a:gd name="T44" fmla="*/ 36 w 145"/>
              <a:gd name="T45" fmla="*/ 82 h 170"/>
              <a:gd name="T46" fmla="*/ 37 w 145"/>
              <a:gd name="T47" fmla="*/ 84 h 170"/>
              <a:gd name="T48" fmla="*/ 39 w 145"/>
              <a:gd name="T49" fmla="*/ 85 h 170"/>
              <a:gd name="T50" fmla="*/ 106 w 145"/>
              <a:gd name="T51" fmla="*/ 85 h 170"/>
              <a:gd name="T52" fmla="*/ 108 w 145"/>
              <a:gd name="T53" fmla="*/ 84 h 170"/>
              <a:gd name="T54" fmla="*/ 109 w 145"/>
              <a:gd name="T55" fmla="*/ 82 h 170"/>
              <a:gd name="T56" fmla="*/ 109 w 145"/>
              <a:gd name="T57" fmla="*/ 106 h 170"/>
              <a:gd name="T58" fmla="*/ 109 w 145"/>
              <a:gd name="T59" fmla="*/ 100 h 170"/>
              <a:gd name="T60" fmla="*/ 108 w 145"/>
              <a:gd name="T61" fmla="*/ 98 h 170"/>
              <a:gd name="T62" fmla="*/ 106 w 145"/>
              <a:gd name="T63" fmla="*/ 97 h 170"/>
              <a:gd name="T64" fmla="*/ 39 w 145"/>
              <a:gd name="T65" fmla="*/ 97 h 170"/>
              <a:gd name="T66" fmla="*/ 37 w 145"/>
              <a:gd name="T67" fmla="*/ 98 h 170"/>
              <a:gd name="T68" fmla="*/ 36 w 145"/>
              <a:gd name="T69" fmla="*/ 100 h 170"/>
              <a:gd name="T70" fmla="*/ 36 w 145"/>
              <a:gd name="T71" fmla="*/ 106 h 170"/>
              <a:gd name="T72" fmla="*/ 37 w 145"/>
              <a:gd name="T73" fmla="*/ 108 h 170"/>
              <a:gd name="T74" fmla="*/ 39 w 145"/>
              <a:gd name="T75" fmla="*/ 109 h 170"/>
              <a:gd name="T76" fmla="*/ 106 w 145"/>
              <a:gd name="T77" fmla="*/ 109 h 170"/>
              <a:gd name="T78" fmla="*/ 108 w 145"/>
              <a:gd name="T79" fmla="*/ 108 h 170"/>
              <a:gd name="T80" fmla="*/ 109 w 145"/>
              <a:gd name="T81" fmla="*/ 106 h 170"/>
              <a:gd name="T82" fmla="*/ 109 w 145"/>
              <a:gd name="T83" fmla="*/ 130 h 170"/>
              <a:gd name="T84" fmla="*/ 109 w 145"/>
              <a:gd name="T85" fmla="*/ 124 h 170"/>
              <a:gd name="T86" fmla="*/ 108 w 145"/>
              <a:gd name="T87" fmla="*/ 122 h 170"/>
              <a:gd name="T88" fmla="*/ 106 w 145"/>
              <a:gd name="T89" fmla="*/ 121 h 170"/>
              <a:gd name="T90" fmla="*/ 39 w 145"/>
              <a:gd name="T91" fmla="*/ 121 h 170"/>
              <a:gd name="T92" fmla="*/ 37 w 145"/>
              <a:gd name="T93" fmla="*/ 122 h 170"/>
              <a:gd name="T94" fmla="*/ 36 w 145"/>
              <a:gd name="T95" fmla="*/ 124 h 170"/>
              <a:gd name="T96" fmla="*/ 36 w 145"/>
              <a:gd name="T97" fmla="*/ 130 h 170"/>
              <a:gd name="T98" fmla="*/ 37 w 145"/>
              <a:gd name="T99" fmla="*/ 132 h 170"/>
              <a:gd name="T100" fmla="*/ 39 w 145"/>
              <a:gd name="T101" fmla="*/ 133 h 170"/>
              <a:gd name="T102" fmla="*/ 106 w 145"/>
              <a:gd name="T103" fmla="*/ 133 h 170"/>
              <a:gd name="T104" fmla="*/ 108 w 145"/>
              <a:gd name="T105" fmla="*/ 132 h 170"/>
              <a:gd name="T106" fmla="*/ 109 w 145"/>
              <a:gd name="T107" fmla="*/ 130 h 170"/>
              <a:gd name="T108" fmla="*/ 139 w 145"/>
              <a:gd name="T109" fmla="*/ 45 h 170"/>
              <a:gd name="T110" fmla="*/ 141 w 145"/>
              <a:gd name="T111" fmla="*/ 49 h 170"/>
              <a:gd name="T112" fmla="*/ 97 w 145"/>
              <a:gd name="T113" fmla="*/ 49 h 170"/>
              <a:gd name="T114" fmla="*/ 97 w 145"/>
              <a:gd name="T115" fmla="*/ 4 h 170"/>
              <a:gd name="T116" fmla="*/ 100 w 145"/>
              <a:gd name="T117" fmla="*/ 7 h 170"/>
              <a:gd name="T118" fmla="*/ 139 w 145"/>
              <a:gd name="T119" fmla="*/ 45 h 1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45" h="170">
                <a:moveTo>
                  <a:pt x="94" y="61"/>
                </a:moveTo>
                <a:cubicBezTo>
                  <a:pt x="145" y="61"/>
                  <a:pt x="145" y="61"/>
                  <a:pt x="145" y="61"/>
                </a:cubicBezTo>
                <a:cubicBezTo>
                  <a:pt x="145" y="161"/>
                  <a:pt x="145" y="161"/>
                  <a:pt x="145" y="161"/>
                </a:cubicBezTo>
                <a:cubicBezTo>
                  <a:pt x="145" y="163"/>
                  <a:pt x="144" y="165"/>
                  <a:pt x="142" y="167"/>
                </a:cubicBezTo>
                <a:cubicBezTo>
                  <a:pt x="141" y="169"/>
                  <a:pt x="138" y="170"/>
                  <a:pt x="136" y="170"/>
                </a:cubicBezTo>
                <a:cubicBezTo>
                  <a:pt x="9" y="170"/>
                  <a:pt x="9" y="170"/>
                  <a:pt x="9" y="170"/>
                </a:cubicBezTo>
                <a:cubicBezTo>
                  <a:pt x="6" y="170"/>
                  <a:pt x="4" y="169"/>
                  <a:pt x="2" y="167"/>
                </a:cubicBezTo>
                <a:cubicBezTo>
                  <a:pt x="1" y="165"/>
                  <a:pt x="0" y="163"/>
                  <a:pt x="0" y="161"/>
                </a:cubicBezTo>
                <a:cubicBezTo>
                  <a:pt x="0" y="9"/>
                  <a:pt x="0" y="9"/>
                  <a:pt x="0" y="9"/>
                </a:cubicBezTo>
                <a:cubicBezTo>
                  <a:pt x="0" y="7"/>
                  <a:pt x="1" y="5"/>
                  <a:pt x="2" y="3"/>
                </a:cubicBezTo>
                <a:cubicBezTo>
                  <a:pt x="4" y="1"/>
                  <a:pt x="6" y="0"/>
                  <a:pt x="9" y="0"/>
                </a:cubicBezTo>
                <a:cubicBezTo>
                  <a:pt x="84" y="0"/>
                  <a:pt x="84" y="0"/>
                  <a:pt x="84" y="0"/>
                </a:cubicBezTo>
                <a:cubicBezTo>
                  <a:pt x="84" y="52"/>
                  <a:pt x="84" y="52"/>
                  <a:pt x="84" y="52"/>
                </a:cubicBezTo>
                <a:cubicBezTo>
                  <a:pt x="84" y="54"/>
                  <a:pt x="85" y="56"/>
                  <a:pt x="87" y="58"/>
                </a:cubicBezTo>
                <a:cubicBezTo>
                  <a:pt x="89" y="60"/>
                  <a:pt x="91" y="61"/>
                  <a:pt x="94" y="61"/>
                </a:cubicBezTo>
                <a:close/>
                <a:moveTo>
                  <a:pt x="109" y="82"/>
                </a:moveTo>
                <a:cubicBezTo>
                  <a:pt x="109" y="76"/>
                  <a:pt x="109" y="76"/>
                  <a:pt x="109" y="76"/>
                </a:cubicBezTo>
                <a:cubicBezTo>
                  <a:pt x="109" y="75"/>
                  <a:pt x="108" y="74"/>
                  <a:pt x="108" y="74"/>
                </a:cubicBezTo>
                <a:cubicBezTo>
                  <a:pt x="107" y="73"/>
                  <a:pt x="106" y="73"/>
                  <a:pt x="106" y="73"/>
                </a:cubicBezTo>
                <a:cubicBezTo>
                  <a:pt x="39" y="73"/>
                  <a:pt x="39" y="73"/>
                  <a:pt x="39" y="73"/>
                </a:cubicBezTo>
                <a:cubicBezTo>
                  <a:pt x="38" y="73"/>
                  <a:pt x="37" y="73"/>
                  <a:pt x="37" y="74"/>
                </a:cubicBezTo>
                <a:cubicBezTo>
                  <a:pt x="36" y="74"/>
                  <a:pt x="36" y="75"/>
                  <a:pt x="36" y="76"/>
                </a:cubicBezTo>
                <a:cubicBezTo>
                  <a:pt x="36" y="82"/>
                  <a:pt x="36" y="82"/>
                  <a:pt x="36" y="82"/>
                </a:cubicBezTo>
                <a:cubicBezTo>
                  <a:pt x="36" y="83"/>
                  <a:pt x="36" y="84"/>
                  <a:pt x="37" y="84"/>
                </a:cubicBezTo>
                <a:cubicBezTo>
                  <a:pt x="37" y="85"/>
                  <a:pt x="38" y="85"/>
                  <a:pt x="39" y="85"/>
                </a:cubicBezTo>
                <a:cubicBezTo>
                  <a:pt x="106" y="85"/>
                  <a:pt x="106" y="85"/>
                  <a:pt x="106" y="85"/>
                </a:cubicBezTo>
                <a:cubicBezTo>
                  <a:pt x="106" y="85"/>
                  <a:pt x="107" y="85"/>
                  <a:pt x="108" y="84"/>
                </a:cubicBezTo>
                <a:cubicBezTo>
                  <a:pt x="108" y="84"/>
                  <a:pt x="109" y="83"/>
                  <a:pt x="109" y="82"/>
                </a:cubicBezTo>
                <a:close/>
                <a:moveTo>
                  <a:pt x="109" y="106"/>
                </a:moveTo>
                <a:cubicBezTo>
                  <a:pt x="109" y="100"/>
                  <a:pt x="109" y="100"/>
                  <a:pt x="109" y="100"/>
                </a:cubicBezTo>
                <a:cubicBezTo>
                  <a:pt x="109" y="99"/>
                  <a:pt x="108" y="98"/>
                  <a:pt x="108" y="98"/>
                </a:cubicBezTo>
                <a:cubicBezTo>
                  <a:pt x="107" y="97"/>
                  <a:pt x="106" y="97"/>
                  <a:pt x="106" y="97"/>
                </a:cubicBezTo>
                <a:cubicBezTo>
                  <a:pt x="39" y="97"/>
                  <a:pt x="39" y="97"/>
                  <a:pt x="39" y="97"/>
                </a:cubicBezTo>
                <a:cubicBezTo>
                  <a:pt x="38" y="97"/>
                  <a:pt x="37" y="97"/>
                  <a:pt x="37" y="98"/>
                </a:cubicBezTo>
                <a:cubicBezTo>
                  <a:pt x="36" y="98"/>
                  <a:pt x="36" y="99"/>
                  <a:pt x="36" y="100"/>
                </a:cubicBezTo>
                <a:cubicBezTo>
                  <a:pt x="36" y="106"/>
                  <a:pt x="36" y="106"/>
                  <a:pt x="36" y="106"/>
                </a:cubicBezTo>
                <a:cubicBezTo>
                  <a:pt x="36" y="107"/>
                  <a:pt x="36" y="108"/>
                  <a:pt x="37" y="108"/>
                </a:cubicBezTo>
                <a:cubicBezTo>
                  <a:pt x="37" y="109"/>
                  <a:pt x="38" y="109"/>
                  <a:pt x="39" y="109"/>
                </a:cubicBezTo>
                <a:cubicBezTo>
                  <a:pt x="106" y="109"/>
                  <a:pt x="106" y="109"/>
                  <a:pt x="106" y="109"/>
                </a:cubicBezTo>
                <a:cubicBezTo>
                  <a:pt x="106" y="109"/>
                  <a:pt x="107" y="109"/>
                  <a:pt x="108" y="108"/>
                </a:cubicBezTo>
                <a:cubicBezTo>
                  <a:pt x="108" y="108"/>
                  <a:pt x="109" y="107"/>
                  <a:pt x="109" y="106"/>
                </a:cubicBezTo>
                <a:close/>
                <a:moveTo>
                  <a:pt x="109" y="130"/>
                </a:moveTo>
                <a:cubicBezTo>
                  <a:pt x="109" y="124"/>
                  <a:pt x="109" y="124"/>
                  <a:pt x="109" y="124"/>
                </a:cubicBezTo>
                <a:cubicBezTo>
                  <a:pt x="109" y="123"/>
                  <a:pt x="108" y="123"/>
                  <a:pt x="108" y="122"/>
                </a:cubicBezTo>
                <a:cubicBezTo>
                  <a:pt x="107" y="122"/>
                  <a:pt x="106" y="121"/>
                  <a:pt x="106" y="121"/>
                </a:cubicBezTo>
                <a:cubicBezTo>
                  <a:pt x="39" y="121"/>
                  <a:pt x="39" y="121"/>
                  <a:pt x="39" y="121"/>
                </a:cubicBezTo>
                <a:cubicBezTo>
                  <a:pt x="38" y="121"/>
                  <a:pt x="37" y="122"/>
                  <a:pt x="37" y="122"/>
                </a:cubicBezTo>
                <a:cubicBezTo>
                  <a:pt x="36" y="123"/>
                  <a:pt x="36" y="123"/>
                  <a:pt x="36" y="124"/>
                </a:cubicBezTo>
                <a:cubicBezTo>
                  <a:pt x="36" y="130"/>
                  <a:pt x="36" y="130"/>
                  <a:pt x="36" y="130"/>
                </a:cubicBezTo>
                <a:cubicBezTo>
                  <a:pt x="36" y="131"/>
                  <a:pt x="36" y="132"/>
                  <a:pt x="37" y="132"/>
                </a:cubicBezTo>
                <a:cubicBezTo>
                  <a:pt x="37" y="133"/>
                  <a:pt x="38" y="133"/>
                  <a:pt x="39" y="133"/>
                </a:cubicBezTo>
                <a:cubicBezTo>
                  <a:pt x="106" y="133"/>
                  <a:pt x="106" y="133"/>
                  <a:pt x="106" y="133"/>
                </a:cubicBezTo>
                <a:cubicBezTo>
                  <a:pt x="106" y="133"/>
                  <a:pt x="107" y="133"/>
                  <a:pt x="108" y="132"/>
                </a:cubicBezTo>
                <a:cubicBezTo>
                  <a:pt x="108" y="132"/>
                  <a:pt x="109" y="131"/>
                  <a:pt x="109" y="130"/>
                </a:cubicBezTo>
                <a:close/>
                <a:moveTo>
                  <a:pt x="139" y="45"/>
                </a:moveTo>
                <a:cubicBezTo>
                  <a:pt x="139" y="46"/>
                  <a:pt x="140" y="47"/>
                  <a:pt x="141" y="49"/>
                </a:cubicBezTo>
                <a:cubicBezTo>
                  <a:pt x="97" y="49"/>
                  <a:pt x="97" y="49"/>
                  <a:pt x="97" y="49"/>
                </a:cubicBezTo>
                <a:cubicBezTo>
                  <a:pt x="97" y="4"/>
                  <a:pt x="97" y="4"/>
                  <a:pt x="97" y="4"/>
                </a:cubicBezTo>
                <a:cubicBezTo>
                  <a:pt x="98" y="5"/>
                  <a:pt x="99" y="6"/>
                  <a:pt x="100" y="7"/>
                </a:cubicBezTo>
                <a:lnTo>
                  <a:pt x="139" y="45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16" name="Freeform 319"/>
          <p:cNvSpPr>
            <a:spLocks noEditPoints="1"/>
          </p:cNvSpPr>
          <p:nvPr/>
        </p:nvSpPr>
        <p:spPr bwMode="auto">
          <a:xfrm>
            <a:off x="10890392" y="4378802"/>
            <a:ext cx="220432" cy="244204"/>
          </a:xfrm>
          <a:custGeom>
            <a:avLst/>
            <a:gdLst>
              <a:gd name="T0" fmla="*/ 66 w 154"/>
              <a:gd name="T1" fmla="*/ 139 h 170"/>
              <a:gd name="T2" fmla="*/ 33 w 154"/>
              <a:gd name="T3" fmla="*/ 170 h 170"/>
              <a:gd name="T4" fmla="*/ 1 w 154"/>
              <a:gd name="T5" fmla="*/ 139 h 170"/>
              <a:gd name="T6" fmla="*/ 3 w 154"/>
              <a:gd name="T7" fmla="*/ 133 h 170"/>
              <a:gd name="T8" fmla="*/ 21 w 154"/>
              <a:gd name="T9" fmla="*/ 3 h 170"/>
              <a:gd name="T10" fmla="*/ 24 w 154"/>
              <a:gd name="T11" fmla="*/ 0 h 170"/>
              <a:gd name="T12" fmla="*/ 45 w 154"/>
              <a:gd name="T13" fmla="*/ 1 h 170"/>
              <a:gd name="T14" fmla="*/ 45 w 154"/>
              <a:gd name="T15" fmla="*/ 133 h 170"/>
              <a:gd name="T16" fmla="*/ 66 w 154"/>
              <a:gd name="T17" fmla="*/ 134 h 170"/>
              <a:gd name="T18" fmla="*/ 154 w 154"/>
              <a:gd name="T19" fmla="*/ 63 h 170"/>
              <a:gd name="T20" fmla="*/ 127 w 154"/>
              <a:gd name="T21" fmla="*/ 73 h 170"/>
              <a:gd name="T22" fmla="*/ 134 w 154"/>
              <a:gd name="T23" fmla="*/ 63 h 170"/>
              <a:gd name="T24" fmla="*/ 107 w 154"/>
              <a:gd name="T25" fmla="*/ 49 h 170"/>
              <a:gd name="T26" fmla="*/ 109 w 154"/>
              <a:gd name="T27" fmla="*/ 63 h 170"/>
              <a:gd name="T28" fmla="*/ 82 w 154"/>
              <a:gd name="T29" fmla="*/ 73 h 170"/>
              <a:gd name="T30" fmla="*/ 89 w 154"/>
              <a:gd name="T31" fmla="*/ 63 h 170"/>
              <a:gd name="T32" fmla="*/ 126 w 154"/>
              <a:gd name="T33" fmla="*/ 0 h 170"/>
              <a:gd name="T34" fmla="*/ 154 w 154"/>
              <a:gd name="T35" fmla="*/ 63 h 170"/>
              <a:gd name="T36" fmla="*/ 146 w 154"/>
              <a:gd name="T37" fmla="*/ 170 h 170"/>
              <a:gd name="T38" fmla="*/ 90 w 154"/>
              <a:gd name="T39" fmla="*/ 161 h 170"/>
              <a:gd name="T40" fmla="*/ 127 w 154"/>
              <a:gd name="T41" fmla="*/ 109 h 170"/>
              <a:gd name="T42" fmla="*/ 128 w 154"/>
              <a:gd name="T43" fmla="*/ 107 h 170"/>
              <a:gd name="T44" fmla="*/ 127 w 154"/>
              <a:gd name="T45" fmla="*/ 108 h 170"/>
              <a:gd name="T46" fmla="*/ 102 w 154"/>
              <a:gd name="T47" fmla="*/ 108 h 170"/>
              <a:gd name="T48" fmla="*/ 91 w 154"/>
              <a:gd name="T49" fmla="*/ 119 h 170"/>
              <a:gd name="T50" fmla="*/ 145 w 154"/>
              <a:gd name="T51" fmla="*/ 97 h 170"/>
              <a:gd name="T52" fmla="*/ 110 w 154"/>
              <a:gd name="T53" fmla="*/ 156 h 170"/>
              <a:gd name="T54" fmla="*/ 107 w 154"/>
              <a:gd name="T55" fmla="*/ 159 h 170"/>
              <a:gd name="T56" fmla="*/ 108 w 154"/>
              <a:gd name="T57" fmla="*/ 159 h 170"/>
              <a:gd name="T58" fmla="*/ 134 w 154"/>
              <a:gd name="T59" fmla="*/ 159 h 170"/>
              <a:gd name="T60" fmla="*/ 146 w 154"/>
              <a:gd name="T61" fmla="*/ 148 h 170"/>
              <a:gd name="T62" fmla="*/ 126 w 154"/>
              <a:gd name="T63" fmla="*/ 39 h 170"/>
              <a:gd name="T64" fmla="*/ 118 w 154"/>
              <a:gd name="T65" fmla="*/ 14 h 170"/>
              <a:gd name="T66" fmla="*/ 118 w 154"/>
              <a:gd name="T67" fmla="*/ 12 h 170"/>
              <a:gd name="T68" fmla="*/ 117 w 154"/>
              <a:gd name="T69" fmla="*/ 15 h 170"/>
              <a:gd name="T70" fmla="*/ 110 w 154"/>
              <a:gd name="T71" fmla="*/ 39 h 1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54" h="170">
                <a:moveTo>
                  <a:pt x="67" y="136"/>
                </a:moveTo>
                <a:cubicBezTo>
                  <a:pt x="67" y="137"/>
                  <a:pt x="66" y="138"/>
                  <a:pt x="66" y="139"/>
                </a:cubicBezTo>
                <a:cubicBezTo>
                  <a:pt x="36" y="169"/>
                  <a:pt x="36" y="169"/>
                  <a:pt x="36" y="169"/>
                </a:cubicBezTo>
                <a:cubicBezTo>
                  <a:pt x="35" y="169"/>
                  <a:pt x="34" y="170"/>
                  <a:pt x="33" y="170"/>
                </a:cubicBezTo>
                <a:cubicBezTo>
                  <a:pt x="33" y="170"/>
                  <a:pt x="32" y="169"/>
                  <a:pt x="31" y="169"/>
                </a:cubicBezTo>
                <a:cubicBezTo>
                  <a:pt x="1" y="139"/>
                  <a:pt x="1" y="139"/>
                  <a:pt x="1" y="139"/>
                </a:cubicBezTo>
                <a:cubicBezTo>
                  <a:pt x="0" y="138"/>
                  <a:pt x="0" y="136"/>
                  <a:pt x="0" y="135"/>
                </a:cubicBezTo>
                <a:cubicBezTo>
                  <a:pt x="1" y="134"/>
                  <a:pt x="2" y="133"/>
                  <a:pt x="3" y="133"/>
                </a:cubicBezTo>
                <a:cubicBezTo>
                  <a:pt x="21" y="133"/>
                  <a:pt x="21" y="133"/>
                  <a:pt x="21" y="133"/>
                </a:cubicBezTo>
                <a:cubicBezTo>
                  <a:pt x="21" y="3"/>
                  <a:pt x="21" y="3"/>
                  <a:pt x="21" y="3"/>
                </a:cubicBezTo>
                <a:cubicBezTo>
                  <a:pt x="21" y="2"/>
                  <a:pt x="22" y="2"/>
                  <a:pt x="22" y="1"/>
                </a:cubicBezTo>
                <a:cubicBezTo>
                  <a:pt x="23" y="0"/>
                  <a:pt x="23" y="0"/>
                  <a:pt x="24" y="0"/>
                </a:cubicBezTo>
                <a:cubicBezTo>
                  <a:pt x="42" y="0"/>
                  <a:pt x="42" y="0"/>
                  <a:pt x="42" y="0"/>
                </a:cubicBezTo>
                <a:cubicBezTo>
                  <a:pt x="43" y="0"/>
                  <a:pt x="44" y="0"/>
                  <a:pt x="45" y="1"/>
                </a:cubicBezTo>
                <a:cubicBezTo>
                  <a:pt x="45" y="2"/>
                  <a:pt x="45" y="2"/>
                  <a:pt x="45" y="3"/>
                </a:cubicBezTo>
                <a:cubicBezTo>
                  <a:pt x="45" y="133"/>
                  <a:pt x="45" y="133"/>
                  <a:pt x="45" y="133"/>
                </a:cubicBezTo>
                <a:cubicBezTo>
                  <a:pt x="64" y="133"/>
                  <a:pt x="64" y="133"/>
                  <a:pt x="64" y="133"/>
                </a:cubicBezTo>
                <a:cubicBezTo>
                  <a:pt x="64" y="133"/>
                  <a:pt x="65" y="134"/>
                  <a:pt x="66" y="134"/>
                </a:cubicBezTo>
                <a:cubicBezTo>
                  <a:pt x="66" y="135"/>
                  <a:pt x="67" y="135"/>
                  <a:pt x="67" y="136"/>
                </a:cubicBezTo>
                <a:close/>
                <a:moveTo>
                  <a:pt x="154" y="63"/>
                </a:moveTo>
                <a:cubicBezTo>
                  <a:pt x="154" y="73"/>
                  <a:pt x="154" y="73"/>
                  <a:pt x="154" y="73"/>
                </a:cubicBezTo>
                <a:cubicBezTo>
                  <a:pt x="127" y="73"/>
                  <a:pt x="127" y="73"/>
                  <a:pt x="127" y="73"/>
                </a:cubicBezTo>
                <a:cubicBezTo>
                  <a:pt x="127" y="63"/>
                  <a:pt x="127" y="63"/>
                  <a:pt x="127" y="63"/>
                </a:cubicBezTo>
                <a:cubicBezTo>
                  <a:pt x="134" y="63"/>
                  <a:pt x="134" y="63"/>
                  <a:pt x="134" y="63"/>
                </a:cubicBezTo>
                <a:cubicBezTo>
                  <a:pt x="130" y="49"/>
                  <a:pt x="130" y="49"/>
                  <a:pt x="130" y="49"/>
                </a:cubicBezTo>
                <a:cubicBezTo>
                  <a:pt x="107" y="49"/>
                  <a:pt x="107" y="49"/>
                  <a:pt x="107" y="49"/>
                </a:cubicBezTo>
                <a:cubicBezTo>
                  <a:pt x="102" y="63"/>
                  <a:pt x="102" y="63"/>
                  <a:pt x="102" y="63"/>
                </a:cubicBezTo>
                <a:cubicBezTo>
                  <a:pt x="109" y="63"/>
                  <a:pt x="109" y="63"/>
                  <a:pt x="109" y="63"/>
                </a:cubicBezTo>
                <a:cubicBezTo>
                  <a:pt x="109" y="73"/>
                  <a:pt x="109" y="73"/>
                  <a:pt x="109" y="73"/>
                </a:cubicBezTo>
                <a:cubicBezTo>
                  <a:pt x="82" y="73"/>
                  <a:pt x="82" y="73"/>
                  <a:pt x="82" y="73"/>
                </a:cubicBezTo>
                <a:cubicBezTo>
                  <a:pt x="82" y="63"/>
                  <a:pt x="82" y="63"/>
                  <a:pt x="82" y="63"/>
                </a:cubicBezTo>
                <a:cubicBezTo>
                  <a:pt x="89" y="63"/>
                  <a:pt x="89" y="63"/>
                  <a:pt x="89" y="63"/>
                </a:cubicBezTo>
                <a:cubicBezTo>
                  <a:pt x="110" y="0"/>
                  <a:pt x="110" y="0"/>
                  <a:pt x="110" y="0"/>
                </a:cubicBezTo>
                <a:cubicBezTo>
                  <a:pt x="126" y="0"/>
                  <a:pt x="126" y="0"/>
                  <a:pt x="126" y="0"/>
                </a:cubicBezTo>
                <a:cubicBezTo>
                  <a:pt x="147" y="63"/>
                  <a:pt x="147" y="63"/>
                  <a:pt x="147" y="63"/>
                </a:cubicBezTo>
                <a:lnTo>
                  <a:pt x="154" y="63"/>
                </a:lnTo>
                <a:close/>
                <a:moveTo>
                  <a:pt x="146" y="148"/>
                </a:moveTo>
                <a:cubicBezTo>
                  <a:pt x="146" y="170"/>
                  <a:pt x="146" y="170"/>
                  <a:pt x="146" y="170"/>
                </a:cubicBezTo>
                <a:cubicBezTo>
                  <a:pt x="90" y="170"/>
                  <a:pt x="90" y="170"/>
                  <a:pt x="90" y="170"/>
                </a:cubicBezTo>
                <a:cubicBezTo>
                  <a:pt x="90" y="161"/>
                  <a:pt x="90" y="161"/>
                  <a:pt x="90" y="161"/>
                </a:cubicBezTo>
                <a:cubicBezTo>
                  <a:pt x="125" y="111"/>
                  <a:pt x="125" y="111"/>
                  <a:pt x="125" y="111"/>
                </a:cubicBezTo>
                <a:cubicBezTo>
                  <a:pt x="126" y="110"/>
                  <a:pt x="127" y="109"/>
                  <a:pt x="127" y="109"/>
                </a:cubicBezTo>
                <a:cubicBezTo>
                  <a:pt x="128" y="108"/>
                  <a:pt x="128" y="108"/>
                  <a:pt x="128" y="108"/>
                </a:cubicBezTo>
                <a:cubicBezTo>
                  <a:pt x="128" y="107"/>
                  <a:pt x="128" y="107"/>
                  <a:pt x="128" y="107"/>
                </a:cubicBezTo>
                <a:cubicBezTo>
                  <a:pt x="128" y="107"/>
                  <a:pt x="128" y="107"/>
                  <a:pt x="128" y="107"/>
                </a:cubicBezTo>
                <a:cubicBezTo>
                  <a:pt x="127" y="108"/>
                  <a:pt x="127" y="108"/>
                  <a:pt x="127" y="108"/>
                </a:cubicBezTo>
                <a:cubicBezTo>
                  <a:pt x="126" y="108"/>
                  <a:pt x="125" y="108"/>
                  <a:pt x="124" y="108"/>
                </a:cubicBezTo>
                <a:cubicBezTo>
                  <a:pt x="102" y="108"/>
                  <a:pt x="102" y="108"/>
                  <a:pt x="102" y="108"/>
                </a:cubicBezTo>
                <a:cubicBezTo>
                  <a:pt x="102" y="119"/>
                  <a:pt x="102" y="119"/>
                  <a:pt x="102" y="119"/>
                </a:cubicBezTo>
                <a:cubicBezTo>
                  <a:pt x="91" y="119"/>
                  <a:pt x="91" y="119"/>
                  <a:pt x="91" y="119"/>
                </a:cubicBezTo>
                <a:cubicBezTo>
                  <a:pt x="91" y="97"/>
                  <a:pt x="91" y="97"/>
                  <a:pt x="91" y="97"/>
                </a:cubicBezTo>
                <a:cubicBezTo>
                  <a:pt x="145" y="97"/>
                  <a:pt x="145" y="97"/>
                  <a:pt x="145" y="97"/>
                </a:cubicBezTo>
                <a:cubicBezTo>
                  <a:pt x="145" y="105"/>
                  <a:pt x="145" y="105"/>
                  <a:pt x="145" y="105"/>
                </a:cubicBezTo>
                <a:cubicBezTo>
                  <a:pt x="110" y="156"/>
                  <a:pt x="110" y="156"/>
                  <a:pt x="110" y="156"/>
                </a:cubicBezTo>
                <a:cubicBezTo>
                  <a:pt x="109" y="156"/>
                  <a:pt x="109" y="157"/>
                  <a:pt x="108" y="158"/>
                </a:cubicBezTo>
                <a:cubicBezTo>
                  <a:pt x="107" y="159"/>
                  <a:pt x="107" y="159"/>
                  <a:pt x="107" y="159"/>
                </a:cubicBezTo>
                <a:cubicBezTo>
                  <a:pt x="107" y="159"/>
                  <a:pt x="107" y="159"/>
                  <a:pt x="107" y="159"/>
                </a:cubicBezTo>
                <a:cubicBezTo>
                  <a:pt x="108" y="159"/>
                  <a:pt x="108" y="159"/>
                  <a:pt x="108" y="159"/>
                </a:cubicBezTo>
                <a:cubicBezTo>
                  <a:pt x="109" y="159"/>
                  <a:pt x="109" y="159"/>
                  <a:pt x="111" y="159"/>
                </a:cubicBezTo>
                <a:cubicBezTo>
                  <a:pt x="134" y="159"/>
                  <a:pt x="134" y="159"/>
                  <a:pt x="134" y="159"/>
                </a:cubicBezTo>
                <a:cubicBezTo>
                  <a:pt x="134" y="148"/>
                  <a:pt x="134" y="148"/>
                  <a:pt x="134" y="148"/>
                </a:cubicBezTo>
                <a:lnTo>
                  <a:pt x="146" y="148"/>
                </a:lnTo>
                <a:close/>
                <a:moveTo>
                  <a:pt x="110" y="39"/>
                </a:moveTo>
                <a:cubicBezTo>
                  <a:pt x="126" y="39"/>
                  <a:pt x="126" y="39"/>
                  <a:pt x="126" y="39"/>
                </a:cubicBezTo>
                <a:cubicBezTo>
                  <a:pt x="120" y="18"/>
                  <a:pt x="120" y="18"/>
                  <a:pt x="120" y="18"/>
                </a:cubicBezTo>
                <a:cubicBezTo>
                  <a:pt x="118" y="14"/>
                  <a:pt x="118" y="14"/>
                  <a:pt x="118" y="14"/>
                </a:cubicBezTo>
                <a:cubicBezTo>
                  <a:pt x="118" y="13"/>
                  <a:pt x="118" y="12"/>
                  <a:pt x="118" y="12"/>
                </a:cubicBezTo>
                <a:cubicBezTo>
                  <a:pt x="118" y="12"/>
                  <a:pt x="118" y="12"/>
                  <a:pt x="118" y="12"/>
                </a:cubicBezTo>
                <a:cubicBezTo>
                  <a:pt x="118" y="14"/>
                  <a:pt x="118" y="14"/>
                  <a:pt x="118" y="14"/>
                </a:cubicBezTo>
                <a:cubicBezTo>
                  <a:pt x="118" y="14"/>
                  <a:pt x="117" y="14"/>
                  <a:pt x="117" y="15"/>
                </a:cubicBezTo>
                <a:cubicBezTo>
                  <a:pt x="117" y="17"/>
                  <a:pt x="117" y="17"/>
                  <a:pt x="117" y="18"/>
                </a:cubicBezTo>
                <a:lnTo>
                  <a:pt x="110" y="39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17" name="Freeform 320"/>
          <p:cNvSpPr>
            <a:spLocks noEditPoints="1"/>
          </p:cNvSpPr>
          <p:nvPr/>
        </p:nvSpPr>
        <p:spPr bwMode="auto">
          <a:xfrm>
            <a:off x="11177819" y="4378802"/>
            <a:ext cx="220432" cy="244204"/>
          </a:xfrm>
          <a:custGeom>
            <a:avLst/>
            <a:gdLst>
              <a:gd name="T0" fmla="*/ 66 w 154"/>
              <a:gd name="T1" fmla="*/ 139 h 170"/>
              <a:gd name="T2" fmla="*/ 34 w 154"/>
              <a:gd name="T3" fmla="*/ 170 h 170"/>
              <a:gd name="T4" fmla="*/ 1 w 154"/>
              <a:gd name="T5" fmla="*/ 139 h 170"/>
              <a:gd name="T6" fmla="*/ 4 w 154"/>
              <a:gd name="T7" fmla="*/ 133 h 170"/>
              <a:gd name="T8" fmla="*/ 22 w 154"/>
              <a:gd name="T9" fmla="*/ 3 h 170"/>
              <a:gd name="T10" fmla="*/ 25 w 154"/>
              <a:gd name="T11" fmla="*/ 0 h 170"/>
              <a:gd name="T12" fmla="*/ 45 w 154"/>
              <a:gd name="T13" fmla="*/ 1 h 170"/>
              <a:gd name="T14" fmla="*/ 46 w 154"/>
              <a:gd name="T15" fmla="*/ 133 h 170"/>
              <a:gd name="T16" fmla="*/ 66 w 154"/>
              <a:gd name="T17" fmla="*/ 134 h 170"/>
              <a:gd name="T18" fmla="*/ 154 w 154"/>
              <a:gd name="T19" fmla="*/ 160 h 170"/>
              <a:gd name="T20" fmla="*/ 127 w 154"/>
              <a:gd name="T21" fmla="*/ 170 h 170"/>
              <a:gd name="T22" fmla="*/ 134 w 154"/>
              <a:gd name="T23" fmla="*/ 160 h 170"/>
              <a:gd name="T24" fmla="*/ 107 w 154"/>
              <a:gd name="T25" fmla="*/ 146 h 170"/>
              <a:gd name="T26" fmla="*/ 110 w 154"/>
              <a:gd name="T27" fmla="*/ 160 h 170"/>
              <a:gd name="T28" fmla="*/ 82 w 154"/>
              <a:gd name="T29" fmla="*/ 170 h 170"/>
              <a:gd name="T30" fmla="*/ 89 w 154"/>
              <a:gd name="T31" fmla="*/ 160 h 170"/>
              <a:gd name="T32" fmla="*/ 126 w 154"/>
              <a:gd name="T33" fmla="*/ 97 h 170"/>
              <a:gd name="T34" fmla="*/ 154 w 154"/>
              <a:gd name="T35" fmla="*/ 160 h 170"/>
              <a:gd name="T36" fmla="*/ 146 w 154"/>
              <a:gd name="T37" fmla="*/ 73 h 170"/>
              <a:gd name="T38" fmla="*/ 91 w 154"/>
              <a:gd name="T39" fmla="*/ 64 h 170"/>
              <a:gd name="T40" fmla="*/ 128 w 154"/>
              <a:gd name="T41" fmla="*/ 12 h 170"/>
              <a:gd name="T42" fmla="*/ 129 w 154"/>
              <a:gd name="T43" fmla="*/ 11 h 170"/>
              <a:gd name="T44" fmla="*/ 127 w 154"/>
              <a:gd name="T45" fmla="*/ 11 h 170"/>
              <a:gd name="T46" fmla="*/ 103 w 154"/>
              <a:gd name="T47" fmla="*/ 11 h 170"/>
              <a:gd name="T48" fmla="*/ 91 w 154"/>
              <a:gd name="T49" fmla="*/ 22 h 170"/>
              <a:gd name="T50" fmla="*/ 145 w 154"/>
              <a:gd name="T51" fmla="*/ 0 h 170"/>
              <a:gd name="T52" fmla="*/ 110 w 154"/>
              <a:gd name="T53" fmla="*/ 59 h 170"/>
              <a:gd name="T54" fmla="*/ 107 w 154"/>
              <a:gd name="T55" fmla="*/ 62 h 170"/>
              <a:gd name="T56" fmla="*/ 108 w 154"/>
              <a:gd name="T57" fmla="*/ 62 h 170"/>
              <a:gd name="T58" fmla="*/ 135 w 154"/>
              <a:gd name="T59" fmla="*/ 62 h 170"/>
              <a:gd name="T60" fmla="*/ 146 w 154"/>
              <a:gd name="T61" fmla="*/ 51 h 170"/>
              <a:gd name="T62" fmla="*/ 127 w 154"/>
              <a:gd name="T63" fmla="*/ 136 h 170"/>
              <a:gd name="T64" fmla="*/ 119 w 154"/>
              <a:gd name="T65" fmla="*/ 111 h 170"/>
              <a:gd name="T66" fmla="*/ 118 w 154"/>
              <a:gd name="T67" fmla="*/ 109 h 170"/>
              <a:gd name="T68" fmla="*/ 118 w 154"/>
              <a:gd name="T69" fmla="*/ 112 h 170"/>
              <a:gd name="T70" fmla="*/ 110 w 154"/>
              <a:gd name="T71" fmla="*/ 136 h 1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54" h="170">
                <a:moveTo>
                  <a:pt x="67" y="136"/>
                </a:moveTo>
                <a:cubicBezTo>
                  <a:pt x="67" y="137"/>
                  <a:pt x="67" y="138"/>
                  <a:pt x="66" y="139"/>
                </a:cubicBezTo>
                <a:cubicBezTo>
                  <a:pt x="36" y="169"/>
                  <a:pt x="36" y="169"/>
                  <a:pt x="36" y="169"/>
                </a:cubicBezTo>
                <a:cubicBezTo>
                  <a:pt x="35" y="169"/>
                  <a:pt x="35" y="170"/>
                  <a:pt x="34" y="170"/>
                </a:cubicBezTo>
                <a:cubicBezTo>
                  <a:pt x="33" y="170"/>
                  <a:pt x="32" y="169"/>
                  <a:pt x="32" y="169"/>
                </a:cubicBezTo>
                <a:cubicBezTo>
                  <a:pt x="1" y="139"/>
                  <a:pt x="1" y="139"/>
                  <a:pt x="1" y="139"/>
                </a:cubicBezTo>
                <a:cubicBezTo>
                  <a:pt x="0" y="138"/>
                  <a:pt x="0" y="136"/>
                  <a:pt x="1" y="135"/>
                </a:cubicBezTo>
                <a:cubicBezTo>
                  <a:pt x="1" y="134"/>
                  <a:pt x="2" y="133"/>
                  <a:pt x="4" y="133"/>
                </a:cubicBezTo>
                <a:cubicBezTo>
                  <a:pt x="22" y="133"/>
                  <a:pt x="22" y="133"/>
                  <a:pt x="22" y="133"/>
                </a:cubicBezTo>
                <a:cubicBezTo>
                  <a:pt x="22" y="3"/>
                  <a:pt x="22" y="3"/>
                  <a:pt x="22" y="3"/>
                </a:cubicBezTo>
                <a:cubicBezTo>
                  <a:pt x="22" y="2"/>
                  <a:pt x="22" y="2"/>
                  <a:pt x="23" y="1"/>
                </a:cubicBezTo>
                <a:cubicBezTo>
                  <a:pt x="23" y="0"/>
                  <a:pt x="24" y="0"/>
                  <a:pt x="25" y="0"/>
                </a:cubicBezTo>
                <a:cubicBezTo>
                  <a:pt x="43" y="0"/>
                  <a:pt x="43" y="0"/>
                  <a:pt x="43" y="0"/>
                </a:cubicBezTo>
                <a:cubicBezTo>
                  <a:pt x="44" y="0"/>
                  <a:pt x="44" y="0"/>
                  <a:pt x="45" y="1"/>
                </a:cubicBezTo>
                <a:cubicBezTo>
                  <a:pt x="46" y="2"/>
                  <a:pt x="46" y="2"/>
                  <a:pt x="46" y="3"/>
                </a:cubicBezTo>
                <a:cubicBezTo>
                  <a:pt x="46" y="133"/>
                  <a:pt x="46" y="133"/>
                  <a:pt x="46" y="133"/>
                </a:cubicBezTo>
                <a:cubicBezTo>
                  <a:pt x="64" y="133"/>
                  <a:pt x="64" y="133"/>
                  <a:pt x="64" y="133"/>
                </a:cubicBezTo>
                <a:cubicBezTo>
                  <a:pt x="65" y="133"/>
                  <a:pt x="66" y="134"/>
                  <a:pt x="66" y="134"/>
                </a:cubicBezTo>
                <a:cubicBezTo>
                  <a:pt x="67" y="135"/>
                  <a:pt x="67" y="135"/>
                  <a:pt x="67" y="136"/>
                </a:cubicBezTo>
                <a:close/>
                <a:moveTo>
                  <a:pt x="154" y="160"/>
                </a:moveTo>
                <a:cubicBezTo>
                  <a:pt x="154" y="170"/>
                  <a:pt x="154" y="170"/>
                  <a:pt x="154" y="170"/>
                </a:cubicBezTo>
                <a:cubicBezTo>
                  <a:pt x="127" y="170"/>
                  <a:pt x="127" y="170"/>
                  <a:pt x="127" y="170"/>
                </a:cubicBezTo>
                <a:cubicBezTo>
                  <a:pt x="127" y="160"/>
                  <a:pt x="127" y="160"/>
                  <a:pt x="127" y="160"/>
                </a:cubicBezTo>
                <a:cubicBezTo>
                  <a:pt x="134" y="160"/>
                  <a:pt x="134" y="160"/>
                  <a:pt x="134" y="160"/>
                </a:cubicBezTo>
                <a:cubicBezTo>
                  <a:pt x="130" y="146"/>
                  <a:pt x="130" y="146"/>
                  <a:pt x="130" y="146"/>
                </a:cubicBezTo>
                <a:cubicBezTo>
                  <a:pt x="107" y="146"/>
                  <a:pt x="107" y="146"/>
                  <a:pt x="107" y="146"/>
                </a:cubicBezTo>
                <a:cubicBezTo>
                  <a:pt x="102" y="160"/>
                  <a:pt x="102" y="160"/>
                  <a:pt x="102" y="160"/>
                </a:cubicBezTo>
                <a:cubicBezTo>
                  <a:pt x="110" y="160"/>
                  <a:pt x="110" y="160"/>
                  <a:pt x="110" y="160"/>
                </a:cubicBezTo>
                <a:cubicBezTo>
                  <a:pt x="110" y="170"/>
                  <a:pt x="110" y="170"/>
                  <a:pt x="110" y="170"/>
                </a:cubicBezTo>
                <a:cubicBezTo>
                  <a:pt x="82" y="170"/>
                  <a:pt x="82" y="170"/>
                  <a:pt x="82" y="170"/>
                </a:cubicBezTo>
                <a:cubicBezTo>
                  <a:pt x="82" y="160"/>
                  <a:pt x="82" y="160"/>
                  <a:pt x="82" y="160"/>
                </a:cubicBezTo>
                <a:cubicBezTo>
                  <a:pt x="89" y="160"/>
                  <a:pt x="89" y="160"/>
                  <a:pt x="89" y="160"/>
                </a:cubicBezTo>
                <a:cubicBezTo>
                  <a:pt x="111" y="97"/>
                  <a:pt x="111" y="97"/>
                  <a:pt x="111" y="97"/>
                </a:cubicBezTo>
                <a:cubicBezTo>
                  <a:pt x="126" y="97"/>
                  <a:pt x="126" y="97"/>
                  <a:pt x="126" y="97"/>
                </a:cubicBezTo>
                <a:cubicBezTo>
                  <a:pt x="148" y="160"/>
                  <a:pt x="148" y="160"/>
                  <a:pt x="148" y="160"/>
                </a:cubicBezTo>
                <a:lnTo>
                  <a:pt x="154" y="160"/>
                </a:lnTo>
                <a:close/>
                <a:moveTo>
                  <a:pt x="146" y="51"/>
                </a:moveTo>
                <a:cubicBezTo>
                  <a:pt x="146" y="73"/>
                  <a:pt x="146" y="73"/>
                  <a:pt x="146" y="73"/>
                </a:cubicBezTo>
                <a:cubicBezTo>
                  <a:pt x="91" y="73"/>
                  <a:pt x="91" y="73"/>
                  <a:pt x="91" y="73"/>
                </a:cubicBezTo>
                <a:cubicBezTo>
                  <a:pt x="91" y="64"/>
                  <a:pt x="91" y="64"/>
                  <a:pt x="91" y="64"/>
                </a:cubicBezTo>
                <a:cubicBezTo>
                  <a:pt x="126" y="14"/>
                  <a:pt x="126" y="14"/>
                  <a:pt x="126" y="14"/>
                </a:cubicBezTo>
                <a:cubicBezTo>
                  <a:pt x="127" y="13"/>
                  <a:pt x="127" y="12"/>
                  <a:pt x="128" y="12"/>
                </a:cubicBezTo>
                <a:cubicBezTo>
                  <a:pt x="129" y="11"/>
                  <a:pt x="129" y="11"/>
                  <a:pt x="129" y="11"/>
                </a:cubicBezTo>
                <a:cubicBezTo>
                  <a:pt x="129" y="11"/>
                  <a:pt x="129" y="11"/>
                  <a:pt x="129" y="11"/>
                </a:cubicBezTo>
                <a:cubicBezTo>
                  <a:pt x="129" y="11"/>
                  <a:pt x="128" y="11"/>
                  <a:pt x="128" y="11"/>
                </a:cubicBezTo>
                <a:cubicBezTo>
                  <a:pt x="128" y="11"/>
                  <a:pt x="128" y="11"/>
                  <a:pt x="127" y="11"/>
                </a:cubicBezTo>
                <a:cubicBezTo>
                  <a:pt x="127" y="11"/>
                  <a:pt x="126" y="11"/>
                  <a:pt x="125" y="11"/>
                </a:cubicBezTo>
                <a:cubicBezTo>
                  <a:pt x="103" y="11"/>
                  <a:pt x="103" y="11"/>
                  <a:pt x="103" y="11"/>
                </a:cubicBezTo>
                <a:cubicBezTo>
                  <a:pt x="103" y="22"/>
                  <a:pt x="103" y="22"/>
                  <a:pt x="103" y="22"/>
                </a:cubicBezTo>
                <a:cubicBezTo>
                  <a:pt x="91" y="22"/>
                  <a:pt x="91" y="22"/>
                  <a:pt x="91" y="22"/>
                </a:cubicBezTo>
                <a:cubicBezTo>
                  <a:pt x="91" y="0"/>
                  <a:pt x="91" y="0"/>
                  <a:pt x="91" y="0"/>
                </a:cubicBezTo>
                <a:cubicBezTo>
                  <a:pt x="145" y="0"/>
                  <a:pt x="145" y="0"/>
                  <a:pt x="145" y="0"/>
                </a:cubicBezTo>
                <a:cubicBezTo>
                  <a:pt x="145" y="9"/>
                  <a:pt x="145" y="9"/>
                  <a:pt x="145" y="9"/>
                </a:cubicBezTo>
                <a:cubicBezTo>
                  <a:pt x="110" y="59"/>
                  <a:pt x="110" y="59"/>
                  <a:pt x="110" y="59"/>
                </a:cubicBezTo>
                <a:cubicBezTo>
                  <a:pt x="110" y="59"/>
                  <a:pt x="109" y="60"/>
                  <a:pt x="108" y="61"/>
                </a:cubicBezTo>
                <a:cubicBezTo>
                  <a:pt x="107" y="62"/>
                  <a:pt x="107" y="62"/>
                  <a:pt x="107" y="62"/>
                </a:cubicBezTo>
                <a:cubicBezTo>
                  <a:pt x="107" y="62"/>
                  <a:pt x="107" y="62"/>
                  <a:pt x="107" y="62"/>
                </a:cubicBezTo>
                <a:cubicBezTo>
                  <a:pt x="108" y="62"/>
                  <a:pt x="108" y="62"/>
                  <a:pt x="108" y="62"/>
                </a:cubicBezTo>
                <a:cubicBezTo>
                  <a:pt x="109" y="62"/>
                  <a:pt x="110" y="62"/>
                  <a:pt x="111" y="62"/>
                </a:cubicBezTo>
                <a:cubicBezTo>
                  <a:pt x="135" y="62"/>
                  <a:pt x="135" y="62"/>
                  <a:pt x="135" y="62"/>
                </a:cubicBezTo>
                <a:cubicBezTo>
                  <a:pt x="135" y="51"/>
                  <a:pt x="135" y="51"/>
                  <a:pt x="135" y="51"/>
                </a:cubicBezTo>
                <a:lnTo>
                  <a:pt x="146" y="51"/>
                </a:lnTo>
                <a:close/>
                <a:moveTo>
                  <a:pt x="110" y="136"/>
                </a:moveTo>
                <a:cubicBezTo>
                  <a:pt x="127" y="136"/>
                  <a:pt x="127" y="136"/>
                  <a:pt x="127" y="136"/>
                </a:cubicBezTo>
                <a:cubicBezTo>
                  <a:pt x="120" y="115"/>
                  <a:pt x="120" y="115"/>
                  <a:pt x="120" y="115"/>
                </a:cubicBezTo>
                <a:cubicBezTo>
                  <a:pt x="119" y="111"/>
                  <a:pt x="119" y="111"/>
                  <a:pt x="119" y="111"/>
                </a:cubicBezTo>
                <a:cubicBezTo>
                  <a:pt x="119" y="110"/>
                  <a:pt x="119" y="109"/>
                  <a:pt x="119" y="109"/>
                </a:cubicBezTo>
                <a:cubicBezTo>
                  <a:pt x="118" y="109"/>
                  <a:pt x="118" y="109"/>
                  <a:pt x="118" y="109"/>
                </a:cubicBezTo>
                <a:cubicBezTo>
                  <a:pt x="118" y="111"/>
                  <a:pt x="118" y="111"/>
                  <a:pt x="118" y="111"/>
                </a:cubicBezTo>
                <a:cubicBezTo>
                  <a:pt x="118" y="111"/>
                  <a:pt x="118" y="111"/>
                  <a:pt x="118" y="112"/>
                </a:cubicBezTo>
                <a:cubicBezTo>
                  <a:pt x="117" y="113"/>
                  <a:pt x="117" y="114"/>
                  <a:pt x="117" y="115"/>
                </a:cubicBezTo>
                <a:lnTo>
                  <a:pt x="110" y="136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18" name="Freeform 321"/>
          <p:cNvSpPr>
            <a:spLocks noEditPoints="1"/>
          </p:cNvSpPr>
          <p:nvPr/>
        </p:nvSpPr>
        <p:spPr bwMode="auto">
          <a:xfrm>
            <a:off x="798074" y="4806698"/>
            <a:ext cx="237721" cy="244204"/>
          </a:xfrm>
          <a:custGeom>
            <a:avLst/>
            <a:gdLst>
              <a:gd name="T0" fmla="*/ 66 w 166"/>
              <a:gd name="T1" fmla="*/ 139 h 170"/>
              <a:gd name="T2" fmla="*/ 33 w 166"/>
              <a:gd name="T3" fmla="*/ 170 h 170"/>
              <a:gd name="T4" fmla="*/ 1 w 166"/>
              <a:gd name="T5" fmla="*/ 139 h 170"/>
              <a:gd name="T6" fmla="*/ 3 w 166"/>
              <a:gd name="T7" fmla="*/ 133 h 170"/>
              <a:gd name="T8" fmla="*/ 21 w 166"/>
              <a:gd name="T9" fmla="*/ 3 h 170"/>
              <a:gd name="T10" fmla="*/ 24 w 166"/>
              <a:gd name="T11" fmla="*/ 0 h 170"/>
              <a:gd name="T12" fmla="*/ 45 w 166"/>
              <a:gd name="T13" fmla="*/ 1 h 170"/>
              <a:gd name="T14" fmla="*/ 45 w 166"/>
              <a:gd name="T15" fmla="*/ 133 h 170"/>
              <a:gd name="T16" fmla="*/ 66 w 166"/>
              <a:gd name="T17" fmla="*/ 134 h 170"/>
              <a:gd name="T18" fmla="*/ 112 w 166"/>
              <a:gd name="T19" fmla="*/ 3 h 170"/>
              <a:gd name="T20" fmla="*/ 111 w 166"/>
              <a:gd name="T21" fmla="*/ 24 h 170"/>
              <a:gd name="T22" fmla="*/ 85 w 166"/>
              <a:gd name="T23" fmla="*/ 24 h 170"/>
              <a:gd name="T24" fmla="*/ 82 w 166"/>
              <a:gd name="T25" fmla="*/ 21 h 170"/>
              <a:gd name="T26" fmla="*/ 83 w 166"/>
              <a:gd name="T27" fmla="*/ 1 h 170"/>
              <a:gd name="T28" fmla="*/ 109 w 166"/>
              <a:gd name="T29" fmla="*/ 0 h 170"/>
              <a:gd name="T30" fmla="*/ 112 w 166"/>
              <a:gd name="T31" fmla="*/ 3 h 170"/>
              <a:gd name="T32" fmla="*/ 130 w 166"/>
              <a:gd name="T33" fmla="*/ 70 h 170"/>
              <a:gd name="T34" fmla="*/ 127 w 166"/>
              <a:gd name="T35" fmla="*/ 73 h 170"/>
              <a:gd name="T36" fmla="*/ 83 w 166"/>
              <a:gd name="T37" fmla="*/ 72 h 170"/>
              <a:gd name="T38" fmla="*/ 82 w 166"/>
              <a:gd name="T39" fmla="*/ 52 h 170"/>
              <a:gd name="T40" fmla="*/ 85 w 166"/>
              <a:gd name="T41" fmla="*/ 49 h 170"/>
              <a:gd name="T42" fmla="*/ 129 w 166"/>
              <a:gd name="T43" fmla="*/ 49 h 170"/>
              <a:gd name="T44" fmla="*/ 148 w 166"/>
              <a:gd name="T45" fmla="*/ 100 h 170"/>
              <a:gd name="T46" fmla="*/ 147 w 166"/>
              <a:gd name="T47" fmla="*/ 120 h 170"/>
              <a:gd name="T48" fmla="*/ 85 w 166"/>
              <a:gd name="T49" fmla="*/ 121 h 170"/>
              <a:gd name="T50" fmla="*/ 82 w 166"/>
              <a:gd name="T51" fmla="*/ 118 h 170"/>
              <a:gd name="T52" fmla="*/ 83 w 166"/>
              <a:gd name="T53" fmla="*/ 98 h 170"/>
              <a:gd name="T54" fmla="*/ 145 w 166"/>
              <a:gd name="T55" fmla="*/ 97 h 170"/>
              <a:gd name="T56" fmla="*/ 148 w 166"/>
              <a:gd name="T57" fmla="*/ 100 h 170"/>
              <a:gd name="T58" fmla="*/ 166 w 166"/>
              <a:gd name="T59" fmla="*/ 167 h 170"/>
              <a:gd name="T60" fmla="*/ 163 w 166"/>
              <a:gd name="T61" fmla="*/ 170 h 170"/>
              <a:gd name="T62" fmla="*/ 83 w 166"/>
              <a:gd name="T63" fmla="*/ 169 h 170"/>
              <a:gd name="T64" fmla="*/ 82 w 166"/>
              <a:gd name="T65" fmla="*/ 148 h 170"/>
              <a:gd name="T66" fmla="*/ 85 w 166"/>
              <a:gd name="T67" fmla="*/ 145 h 170"/>
              <a:gd name="T68" fmla="*/ 166 w 166"/>
              <a:gd name="T69" fmla="*/ 146 h 1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66" h="170">
                <a:moveTo>
                  <a:pt x="67" y="136"/>
                </a:moveTo>
                <a:cubicBezTo>
                  <a:pt x="67" y="137"/>
                  <a:pt x="66" y="138"/>
                  <a:pt x="66" y="139"/>
                </a:cubicBezTo>
                <a:cubicBezTo>
                  <a:pt x="35" y="169"/>
                  <a:pt x="35" y="169"/>
                  <a:pt x="35" y="169"/>
                </a:cubicBezTo>
                <a:cubicBezTo>
                  <a:pt x="35" y="169"/>
                  <a:pt x="34" y="170"/>
                  <a:pt x="33" y="170"/>
                </a:cubicBezTo>
                <a:cubicBezTo>
                  <a:pt x="32" y="170"/>
                  <a:pt x="32" y="169"/>
                  <a:pt x="31" y="169"/>
                </a:cubicBezTo>
                <a:cubicBezTo>
                  <a:pt x="1" y="139"/>
                  <a:pt x="1" y="139"/>
                  <a:pt x="1" y="139"/>
                </a:cubicBezTo>
                <a:cubicBezTo>
                  <a:pt x="0" y="138"/>
                  <a:pt x="0" y="136"/>
                  <a:pt x="0" y="135"/>
                </a:cubicBezTo>
                <a:cubicBezTo>
                  <a:pt x="1" y="134"/>
                  <a:pt x="2" y="133"/>
                  <a:pt x="3" y="133"/>
                </a:cubicBezTo>
                <a:cubicBezTo>
                  <a:pt x="21" y="133"/>
                  <a:pt x="21" y="133"/>
                  <a:pt x="21" y="133"/>
                </a:cubicBezTo>
                <a:cubicBezTo>
                  <a:pt x="21" y="3"/>
                  <a:pt x="21" y="3"/>
                  <a:pt x="21" y="3"/>
                </a:cubicBezTo>
                <a:cubicBezTo>
                  <a:pt x="21" y="2"/>
                  <a:pt x="21" y="2"/>
                  <a:pt x="22" y="1"/>
                </a:cubicBezTo>
                <a:cubicBezTo>
                  <a:pt x="23" y="0"/>
                  <a:pt x="23" y="0"/>
                  <a:pt x="24" y="0"/>
                </a:cubicBezTo>
                <a:cubicBezTo>
                  <a:pt x="42" y="0"/>
                  <a:pt x="42" y="0"/>
                  <a:pt x="42" y="0"/>
                </a:cubicBezTo>
                <a:cubicBezTo>
                  <a:pt x="43" y="0"/>
                  <a:pt x="44" y="0"/>
                  <a:pt x="45" y="1"/>
                </a:cubicBezTo>
                <a:cubicBezTo>
                  <a:pt x="45" y="2"/>
                  <a:pt x="45" y="2"/>
                  <a:pt x="45" y="3"/>
                </a:cubicBezTo>
                <a:cubicBezTo>
                  <a:pt x="45" y="133"/>
                  <a:pt x="45" y="133"/>
                  <a:pt x="45" y="133"/>
                </a:cubicBezTo>
                <a:cubicBezTo>
                  <a:pt x="64" y="133"/>
                  <a:pt x="64" y="133"/>
                  <a:pt x="64" y="133"/>
                </a:cubicBezTo>
                <a:cubicBezTo>
                  <a:pt x="64" y="133"/>
                  <a:pt x="65" y="134"/>
                  <a:pt x="66" y="134"/>
                </a:cubicBezTo>
                <a:cubicBezTo>
                  <a:pt x="66" y="135"/>
                  <a:pt x="67" y="135"/>
                  <a:pt x="67" y="136"/>
                </a:cubicBezTo>
                <a:close/>
                <a:moveTo>
                  <a:pt x="112" y="3"/>
                </a:moveTo>
                <a:cubicBezTo>
                  <a:pt x="112" y="21"/>
                  <a:pt x="112" y="21"/>
                  <a:pt x="112" y="21"/>
                </a:cubicBezTo>
                <a:cubicBezTo>
                  <a:pt x="112" y="22"/>
                  <a:pt x="112" y="23"/>
                  <a:pt x="111" y="24"/>
                </a:cubicBezTo>
                <a:cubicBezTo>
                  <a:pt x="111" y="24"/>
                  <a:pt x="110" y="24"/>
                  <a:pt x="109" y="24"/>
                </a:cubicBezTo>
                <a:cubicBezTo>
                  <a:pt x="85" y="24"/>
                  <a:pt x="85" y="24"/>
                  <a:pt x="85" y="24"/>
                </a:cubicBezTo>
                <a:cubicBezTo>
                  <a:pt x="84" y="24"/>
                  <a:pt x="83" y="24"/>
                  <a:pt x="83" y="24"/>
                </a:cubicBezTo>
                <a:cubicBezTo>
                  <a:pt x="82" y="23"/>
                  <a:pt x="82" y="22"/>
                  <a:pt x="82" y="21"/>
                </a:cubicBezTo>
                <a:cubicBezTo>
                  <a:pt x="82" y="3"/>
                  <a:pt x="82" y="3"/>
                  <a:pt x="82" y="3"/>
                </a:cubicBezTo>
                <a:cubicBezTo>
                  <a:pt x="82" y="2"/>
                  <a:pt x="82" y="2"/>
                  <a:pt x="83" y="1"/>
                </a:cubicBezTo>
                <a:cubicBezTo>
                  <a:pt x="83" y="0"/>
                  <a:pt x="84" y="0"/>
                  <a:pt x="85" y="0"/>
                </a:cubicBezTo>
                <a:cubicBezTo>
                  <a:pt x="109" y="0"/>
                  <a:pt x="109" y="0"/>
                  <a:pt x="109" y="0"/>
                </a:cubicBezTo>
                <a:cubicBezTo>
                  <a:pt x="110" y="0"/>
                  <a:pt x="111" y="0"/>
                  <a:pt x="111" y="1"/>
                </a:cubicBezTo>
                <a:cubicBezTo>
                  <a:pt x="112" y="2"/>
                  <a:pt x="112" y="2"/>
                  <a:pt x="112" y="3"/>
                </a:cubicBezTo>
                <a:close/>
                <a:moveTo>
                  <a:pt x="130" y="52"/>
                </a:moveTo>
                <a:cubicBezTo>
                  <a:pt x="130" y="70"/>
                  <a:pt x="130" y="70"/>
                  <a:pt x="130" y="70"/>
                </a:cubicBezTo>
                <a:cubicBezTo>
                  <a:pt x="130" y="71"/>
                  <a:pt x="130" y="71"/>
                  <a:pt x="129" y="72"/>
                </a:cubicBezTo>
                <a:cubicBezTo>
                  <a:pt x="129" y="73"/>
                  <a:pt x="128" y="73"/>
                  <a:pt x="127" y="73"/>
                </a:cubicBezTo>
                <a:cubicBezTo>
                  <a:pt x="85" y="73"/>
                  <a:pt x="85" y="73"/>
                  <a:pt x="85" y="73"/>
                </a:cubicBezTo>
                <a:cubicBezTo>
                  <a:pt x="84" y="73"/>
                  <a:pt x="83" y="73"/>
                  <a:pt x="83" y="72"/>
                </a:cubicBezTo>
                <a:cubicBezTo>
                  <a:pt x="82" y="71"/>
                  <a:pt x="82" y="71"/>
                  <a:pt x="82" y="70"/>
                </a:cubicBezTo>
                <a:cubicBezTo>
                  <a:pt x="82" y="52"/>
                  <a:pt x="82" y="52"/>
                  <a:pt x="82" y="52"/>
                </a:cubicBezTo>
                <a:cubicBezTo>
                  <a:pt x="82" y="51"/>
                  <a:pt x="82" y="50"/>
                  <a:pt x="83" y="49"/>
                </a:cubicBezTo>
                <a:cubicBezTo>
                  <a:pt x="83" y="49"/>
                  <a:pt x="84" y="49"/>
                  <a:pt x="85" y="49"/>
                </a:cubicBezTo>
                <a:cubicBezTo>
                  <a:pt x="127" y="49"/>
                  <a:pt x="127" y="49"/>
                  <a:pt x="127" y="49"/>
                </a:cubicBezTo>
                <a:cubicBezTo>
                  <a:pt x="128" y="49"/>
                  <a:pt x="129" y="49"/>
                  <a:pt x="129" y="49"/>
                </a:cubicBezTo>
                <a:cubicBezTo>
                  <a:pt x="130" y="50"/>
                  <a:pt x="130" y="51"/>
                  <a:pt x="130" y="52"/>
                </a:cubicBezTo>
                <a:close/>
                <a:moveTo>
                  <a:pt x="148" y="100"/>
                </a:moveTo>
                <a:cubicBezTo>
                  <a:pt x="148" y="118"/>
                  <a:pt x="148" y="118"/>
                  <a:pt x="148" y="118"/>
                </a:cubicBezTo>
                <a:cubicBezTo>
                  <a:pt x="148" y="119"/>
                  <a:pt x="148" y="120"/>
                  <a:pt x="147" y="120"/>
                </a:cubicBezTo>
                <a:cubicBezTo>
                  <a:pt x="147" y="121"/>
                  <a:pt x="146" y="121"/>
                  <a:pt x="145" y="121"/>
                </a:cubicBezTo>
                <a:cubicBezTo>
                  <a:pt x="85" y="121"/>
                  <a:pt x="85" y="121"/>
                  <a:pt x="85" y="121"/>
                </a:cubicBezTo>
                <a:cubicBezTo>
                  <a:pt x="84" y="121"/>
                  <a:pt x="83" y="121"/>
                  <a:pt x="83" y="120"/>
                </a:cubicBezTo>
                <a:cubicBezTo>
                  <a:pt x="82" y="120"/>
                  <a:pt x="82" y="119"/>
                  <a:pt x="82" y="118"/>
                </a:cubicBezTo>
                <a:cubicBezTo>
                  <a:pt x="82" y="100"/>
                  <a:pt x="82" y="100"/>
                  <a:pt x="82" y="100"/>
                </a:cubicBezTo>
                <a:cubicBezTo>
                  <a:pt x="82" y="99"/>
                  <a:pt x="82" y="98"/>
                  <a:pt x="83" y="98"/>
                </a:cubicBezTo>
                <a:cubicBezTo>
                  <a:pt x="83" y="97"/>
                  <a:pt x="84" y="97"/>
                  <a:pt x="85" y="97"/>
                </a:cubicBezTo>
                <a:cubicBezTo>
                  <a:pt x="145" y="97"/>
                  <a:pt x="145" y="97"/>
                  <a:pt x="145" y="97"/>
                </a:cubicBezTo>
                <a:cubicBezTo>
                  <a:pt x="146" y="97"/>
                  <a:pt x="147" y="97"/>
                  <a:pt x="147" y="98"/>
                </a:cubicBezTo>
                <a:cubicBezTo>
                  <a:pt x="148" y="98"/>
                  <a:pt x="148" y="99"/>
                  <a:pt x="148" y="100"/>
                </a:cubicBezTo>
                <a:close/>
                <a:moveTo>
                  <a:pt x="166" y="148"/>
                </a:moveTo>
                <a:cubicBezTo>
                  <a:pt x="166" y="167"/>
                  <a:pt x="166" y="167"/>
                  <a:pt x="166" y="167"/>
                </a:cubicBezTo>
                <a:cubicBezTo>
                  <a:pt x="166" y="167"/>
                  <a:pt x="166" y="168"/>
                  <a:pt x="166" y="169"/>
                </a:cubicBezTo>
                <a:cubicBezTo>
                  <a:pt x="165" y="169"/>
                  <a:pt x="164" y="170"/>
                  <a:pt x="163" y="170"/>
                </a:cubicBezTo>
                <a:cubicBezTo>
                  <a:pt x="85" y="170"/>
                  <a:pt x="85" y="170"/>
                  <a:pt x="85" y="170"/>
                </a:cubicBezTo>
                <a:cubicBezTo>
                  <a:pt x="84" y="170"/>
                  <a:pt x="83" y="169"/>
                  <a:pt x="83" y="169"/>
                </a:cubicBezTo>
                <a:cubicBezTo>
                  <a:pt x="82" y="168"/>
                  <a:pt x="82" y="167"/>
                  <a:pt x="82" y="167"/>
                </a:cubicBezTo>
                <a:cubicBezTo>
                  <a:pt x="82" y="148"/>
                  <a:pt x="82" y="148"/>
                  <a:pt x="82" y="148"/>
                </a:cubicBezTo>
                <a:cubicBezTo>
                  <a:pt x="82" y="148"/>
                  <a:pt x="82" y="147"/>
                  <a:pt x="83" y="146"/>
                </a:cubicBezTo>
                <a:cubicBezTo>
                  <a:pt x="83" y="146"/>
                  <a:pt x="84" y="145"/>
                  <a:pt x="85" y="145"/>
                </a:cubicBezTo>
                <a:cubicBezTo>
                  <a:pt x="163" y="145"/>
                  <a:pt x="163" y="145"/>
                  <a:pt x="163" y="145"/>
                </a:cubicBezTo>
                <a:cubicBezTo>
                  <a:pt x="164" y="145"/>
                  <a:pt x="165" y="146"/>
                  <a:pt x="166" y="146"/>
                </a:cubicBezTo>
                <a:cubicBezTo>
                  <a:pt x="166" y="147"/>
                  <a:pt x="166" y="148"/>
                  <a:pt x="166" y="148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19" name="Freeform 322"/>
          <p:cNvSpPr>
            <a:spLocks noEditPoints="1"/>
          </p:cNvSpPr>
          <p:nvPr/>
        </p:nvSpPr>
        <p:spPr bwMode="auto">
          <a:xfrm>
            <a:off x="1102788" y="4806698"/>
            <a:ext cx="239883" cy="244204"/>
          </a:xfrm>
          <a:custGeom>
            <a:avLst/>
            <a:gdLst>
              <a:gd name="T0" fmla="*/ 66 w 167"/>
              <a:gd name="T1" fmla="*/ 139 h 170"/>
              <a:gd name="T2" fmla="*/ 34 w 167"/>
              <a:gd name="T3" fmla="*/ 170 h 170"/>
              <a:gd name="T4" fmla="*/ 2 w 167"/>
              <a:gd name="T5" fmla="*/ 139 h 170"/>
              <a:gd name="T6" fmla="*/ 4 w 167"/>
              <a:gd name="T7" fmla="*/ 133 h 170"/>
              <a:gd name="T8" fmla="*/ 22 w 167"/>
              <a:gd name="T9" fmla="*/ 3 h 170"/>
              <a:gd name="T10" fmla="*/ 25 w 167"/>
              <a:gd name="T11" fmla="*/ 0 h 170"/>
              <a:gd name="T12" fmla="*/ 45 w 167"/>
              <a:gd name="T13" fmla="*/ 1 h 170"/>
              <a:gd name="T14" fmla="*/ 46 w 167"/>
              <a:gd name="T15" fmla="*/ 133 h 170"/>
              <a:gd name="T16" fmla="*/ 66 w 167"/>
              <a:gd name="T17" fmla="*/ 134 h 170"/>
              <a:gd name="T18" fmla="*/ 167 w 167"/>
              <a:gd name="T19" fmla="*/ 3 h 170"/>
              <a:gd name="T20" fmla="*/ 166 w 167"/>
              <a:gd name="T21" fmla="*/ 24 h 170"/>
              <a:gd name="T22" fmla="*/ 85 w 167"/>
              <a:gd name="T23" fmla="*/ 24 h 170"/>
              <a:gd name="T24" fmla="*/ 82 w 167"/>
              <a:gd name="T25" fmla="*/ 21 h 170"/>
              <a:gd name="T26" fmla="*/ 83 w 167"/>
              <a:gd name="T27" fmla="*/ 1 h 170"/>
              <a:gd name="T28" fmla="*/ 164 w 167"/>
              <a:gd name="T29" fmla="*/ 0 h 170"/>
              <a:gd name="T30" fmla="*/ 167 w 167"/>
              <a:gd name="T31" fmla="*/ 3 h 170"/>
              <a:gd name="T32" fmla="*/ 149 w 167"/>
              <a:gd name="T33" fmla="*/ 70 h 170"/>
              <a:gd name="T34" fmla="*/ 146 w 167"/>
              <a:gd name="T35" fmla="*/ 73 h 170"/>
              <a:gd name="T36" fmla="*/ 83 w 167"/>
              <a:gd name="T37" fmla="*/ 72 h 170"/>
              <a:gd name="T38" fmla="*/ 82 w 167"/>
              <a:gd name="T39" fmla="*/ 52 h 170"/>
              <a:gd name="T40" fmla="*/ 85 w 167"/>
              <a:gd name="T41" fmla="*/ 49 h 170"/>
              <a:gd name="T42" fmla="*/ 148 w 167"/>
              <a:gd name="T43" fmla="*/ 49 h 170"/>
              <a:gd name="T44" fmla="*/ 131 w 167"/>
              <a:gd name="T45" fmla="*/ 100 h 170"/>
              <a:gd name="T46" fmla="*/ 130 w 167"/>
              <a:gd name="T47" fmla="*/ 120 h 170"/>
              <a:gd name="T48" fmla="*/ 85 w 167"/>
              <a:gd name="T49" fmla="*/ 121 h 170"/>
              <a:gd name="T50" fmla="*/ 82 w 167"/>
              <a:gd name="T51" fmla="*/ 118 h 170"/>
              <a:gd name="T52" fmla="*/ 83 w 167"/>
              <a:gd name="T53" fmla="*/ 98 h 170"/>
              <a:gd name="T54" fmla="*/ 128 w 167"/>
              <a:gd name="T55" fmla="*/ 97 h 170"/>
              <a:gd name="T56" fmla="*/ 131 w 167"/>
              <a:gd name="T57" fmla="*/ 100 h 170"/>
              <a:gd name="T58" fmla="*/ 113 w 167"/>
              <a:gd name="T59" fmla="*/ 167 h 170"/>
              <a:gd name="T60" fmla="*/ 110 w 167"/>
              <a:gd name="T61" fmla="*/ 170 h 170"/>
              <a:gd name="T62" fmla="*/ 83 w 167"/>
              <a:gd name="T63" fmla="*/ 169 h 170"/>
              <a:gd name="T64" fmla="*/ 82 w 167"/>
              <a:gd name="T65" fmla="*/ 148 h 170"/>
              <a:gd name="T66" fmla="*/ 85 w 167"/>
              <a:gd name="T67" fmla="*/ 145 h 170"/>
              <a:gd name="T68" fmla="*/ 112 w 167"/>
              <a:gd name="T69" fmla="*/ 146 h 1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67" h="170">
                <a:moveTo>
                  <a:pt x="67" y="136"/>
                </a:moveTo>
                <a:cubicBezTo>
                  <a:pt x="67" y="137"/>
                  <a:pt x="67" y="138"/>
                  <a:pt x="66" y="139"/>
                </a:cubicBezTo>
                <a:cubicBezTo>
                  <a:pt x="36" y="169"/>
                  <a:pt x="36" y="169"/>
                  <a:pt x="36" y="169"/>
                </a:cubicBezTo>
                <a:cubicBezTo>
                  <a:pt x="36" y="169"/>
                  <a:pt x="35" y="170"/>
                  <a:pt x="34" y="170"/>
                </a:cubicBezTo>
                <a:cubicBezTo>
                  <a:pt x="33" y="170"/>
                  <a:pt x="33" y="169"/>
                  <a:pt x="32" y="169"/>
                </a:cubicBezTo>
                <a:cubicBezTo>
                  <a:pt x="2" y="139"/>
                  <a:pt x="2" y="139"/>
                  <a:pt x="2" y="139"/>
                </a:cubicBezTo>
                <a:cubicBezTo>
                  <a:pt x="1" y="138"/>
                  <a:pt x="0" y="136"/>
                  <a:pt x="1" y="135"/>
                </a:cubicBezTo>
                <a:cubicBezTo>
                  <a:pt x="1" y="134"/>
                  <a:pt x="2" y="133"/>
                  <a:pt x="4" y="133"/>
                </a:cubicBezTo>
                <a:cubicBezTo>
                  <a:pt x="22" y="133"/>
                  <a:pt x="22" y="133"/>
                  <a:pt x="22" y="133"/>
                </a:cubicBezTo>
                <a:cubicBezTo>
                  <a:pt x="22" y="3"/>
                  <a:pt x="22" y="3"/>
                  <a:pt x="22" y="3"/>
                </a:cubicBezTo>
                <a:cubicBezTo>
                  <a:pt x="22" y="2"/>
                  <a:pt x="22" y="2"/>
                  <a:pt x="23" y="1"/>
                </a:cubicBezTo>
                <a:cubicBezTo>
                  <a:pt x="23" y="0"/>
                  <a:pt x="24" y="0"/>
                  <a:pt x="25" y="0"/>
                </a:cubicBezTo>
                <a:cubicBezTo>
                  <a:pt x="43" y="0"/>
                  <a:pt x="43" y="0"/>
                  <a:pt x="43" y="0"/>
                </a:cubicBezTo>
                <a:cubicBezTo>
                  <a:pt x="44" y="0"/>
                  <a:pt x="45" y="0"/>
                  <a:pt x="45" y="1"/>
                </a:cubicBezTo>
                <a:cubicBezTo>
                  <a:pt x="46" y="2"/>
                  <a:pt x="46" y="2"/>
                  <a:pt x="46" y="3"/>
                </a:cubicBezTo>
                <a:cubicBezTo>
                  <a:pt x="46" y="133"/>
                  <a:pt x="46" y="133"/>
                  <a:pt x="46" y="133"/>
                </a:cubicBezTo>
                <a:cubicBezTo>
                  <a:pt x="64" y="133"/>
                  <a:pt x="64" y="133"/>
                  <a:pt x="64" y="133"/>
                </a:cubicBezTo>
                <a:cubicBezTo>
                  <a:pt x="65" y="133"/>
                  <a:pt x="66" y="134"/>
                  <a:pt x="66" y="134"/>
                </a:cubicBezTo>
                <a:cubicBezTo>
                  <a:pt x="67" y="135"/>
                  <a:pt x="67" y="135"/>
                  <a:pt x="67" y="136"/>
                </a:cubicBezTo>
                <a:close/>
                <a:moveTo>
                  <a:pt x="167" y="3"/>
                </a:moveTo>
                <a:cubicBezTo>
                  <a:pt x="167" y="21"/>
                  <a:pt x="167" y="21"/>
                  <a:pt x="167" y="21"/>
                </a:cubicBezTo>
                <a:cubicBezTo>
                  <a:pt x="167" y="22"/>
                  <a:pt x="167" y="23"/>
                  <a:pt x="166" y="24"/>
                </a:cubicBezTo>
                <a:cubicBezTo>
                  <a:pt x="166" y="24"/>
                  <a:pt x="165" y="24"/>
                  <a:pt x="164" y="24"/>
                </a:cubicBezTo>
                <a:cubicBezTo>
                  <a:pt x="85" y="24"/>
                  <a:pt x="85" y="24"/>
                  <a:pt x="85" y="24"/>
                </a:cubicBezTo>
                <a:cubicBezTo>
                  <a:pt x="85" y="24"/>
                  <a:pt x="84" y="24"/>
                  <a:pt x="83" y="24"/>
                </a:cubicBezTo>
                <a:cubicBezTo>
                  <a:pt x="83" y="23"/>
                  <a:pt x="82" y="22"/>
                  <a:pt x="82" y="21"/>
                </a:cubicBezTo>
                <a:cubicBezTo>
                  <a:pt x="82" y="3"/>
                  <a:pt x="82" y="3"/>
                  <a:pt x="82" y="3"/>
                </a:cubicBezTo>
                <a:cubicBezTo>
                  <a:pt x="82" y="2"/>
                  <a:pt x="83" y="2"/>
                  <a:pt x="83" y="1"/>
                </a:cubicBezTo>
                <a:cubicBezTo>
                  <a:pt x="84" y="0"/>
                  <a:pt x="85" y="0"/>
                  <a:pt x="85" y="0"/>
                </a:cubicBezTo>
                <a:cubicBezTo>
                  <a:pt x="164" y="0"/>
                  <a:pt x="164" y="0"/>
                  <a:pt x="164" y="0"/>
                </a:cubicBezTo>
                <a:cubicBezTo>
                  <a:pt x="165" y="0"/>
                  <a:pt x="166" y="0"/>
                  <a:pt x="166" y="1"/>
                </a:cubicBezTo>
                <a:cubicBezTo>
                  <a:pt x="167" y="2"/>
                  <a:pt x="167" y="2"/>
                  <a:pt x="167" y="3"/>
                </a:cubicBezTo>
                <a:close/>
                <a:moveTo>
                  <a:pt x="149" y="52"/>
                </a:moveTo>
                <a:cubicBezTo>
                  <a:pt x="149" y="70"/>
                  <a:pt x="149" y="70"/>
                  <a:pt x="149" y="70"/>
                </a:cubicBezTo>
                <a:cubicBezTo>
                  <a:pt x="149" y="71"/>
                  <a:pt x="149" y="71"/>
                  <a:pt x="148" y="72"/>
                </a:cubicBezTo>
                <a:cubicBezTo>
                  <a:pt x="148" y="73"/>
                  <a:pt x="147" y="73"/>
                  <a:pt x="146" y="73"/>
                </a:cubicBezTo>
                <a:cubicBezTo>
                  <a:pt x="85" y="73"/>
                  <a:pt x="85" y="73"/>
                  <a:pt x="85" y="73"/>
                </a:cubicBezTo>
                <a:cubicBezTo>
                  <a:pt x="85" y="73"/>
                  <a:pt x="84" y="73"/>
                  <a:pt x="83" y="72"/>
                </a:cubicBezTo>
                <a:cubicBezTo>
                  <a:pt x="83" y="71"/>
                  <a:pt x="82" y="71"/>
                  <a:pt x="82" y="70"/>
                </a:cubicBezTo>
                <a:cubicBezTo>
                  <a:pt x="82" y="52"/>
                  <a:pt x="82" y="52"/>
                  <a:pt x="82" y="52"/>
                </a:cubicBezTo>
                <a:cubicBezTo>
                  <a:pt x="82" y="51"/>
                  <a:pt x="83" y="50"/>
                  <a:pt x="83" y="49"/>
                </a:cubicBezTo>
                <a:cubicBezTo>
                  <a:pt x="84" y="49"/>
                  <a:pt x="85" y="49"/>
                  <a:pt x="85" y="49"/>
                </a:cubicBezTo>
                <a:cubicBezTo>
                  <a:pt x="146" y="49"/>
                  <a:pt x="146" y="49"/>
                  <a:pt x="146" y="49"/>
                </a:cubicBezTo>
                <a:cubicBezTo>
                  <a:pt x="147" y="49"/>
                  <a:pt x="148" y="49"/>
                  <a:pt x="148" y="49"/>
                </a:cubicBezTo>
                <a:cubicBezTo>
                  <a:pt x="149" y="50"/>
                  <a:pt x="149" y="51"/>
                  <a:pt x="149" y="52"/>
                </a:cubicBezTo>
                <a:close/>
                <a:moveTo>
                  <a:pt x="131" y="100"/>
                </a:moveTo>
                <a:cubicBezTo>
                  <a:pt x="131" y="118"/>
                  <a:pt x="131" y="118"/>
                  <a:pt x="131" y="118"/>
                </a:cubicBezTo>
                <a:cubicBezTo>
                  <a:pt x="131" y="119"/>
                  <a:pt x="131" y="120"/>
                  <a:pt x="130" y="120"/>
                </a:cubicBezTo>
                <a:cubicBezTo>
                  <a:pt x="129" y="121"/>
                  <a:pt x="129" y="121"/>
                  <a:pt x="128" y="121"/>
                </a:cubicBezTo>
                <a:cubicBezTo>
                  <a:pt x="85" y="121"/>
                  <a:pt x="85" y="121"/>
                  <a:pt x="85" y="121"/>
                </a:cubicBezTo>
                <a:cubicBezTo>
                  <a:pt x="85" y="121"/>
                  <a:pt x="84" y="121"/>
                  <a:pt x="83" y="120"/>
                </a:cubicBezTo>
                <a:cubicBezTo>
                  <a:pt x="83" y="120"/>
                  <a:pt x="82" y="119"/>
                  <a:pt x="82" y="118"/>
                </a:cubicBezTo>
                <a:cubicBezTo>
                  <a:pt x="82" y="100"/>
                  <a:pt x="82" y="100"/>
                  <a:pt x="82" y="100"/>
                </a:cubicBezTo>
                <a:cubicBezTo>
                  <a:pt x="82" y="99"/>
                  <a:pt x="83" y="98"/>
                  <a:pt x="83" y="98"/>
                </a:cubicBezTo>
                <a:cubicBezTo>
                  <a:pt x="84" y="97"/>
                  <a:pt x="85" y="97"/>
                  <a:pt x="85" y="97"/>
                </a:cubicBezTo>
                <a:cubicBezTo>
                  <a:pt x="128" y="97"/>
                  <a:pt x="128" y="97"/>
                  <a:pt x="128" y="97"/>
                </a:cubicBezTo>
                <a:cubicBezTo>
                  <a:pt x="129" y="97"/>
                  <a:pt x="129" y="97"/>
                  <a:pt x="130" y="98"/>
                </a:cubicBezTo>
                <a:cubicBezTo>
                  <a:pt x="131" y="98"/>
                  <a:pt x="131" y="99"/>
                  <a:pt x="131" y="100"/>
                </a:cubicBezTo>
                <a:close/>
                <a:moveTo>
                  <a:pt x="113" y="148"/>
                </a:moveTo>
                <a:cubicBezTo>
                  <a:pt x="113" y="167"/>
                  <a:pt x="113" y="167"/>
                  <a:pt x="113" y="167"/>
                </a:cubicBezTo>
                <a:cubicBezTo>
                  <a:pt x="113" y="167"/>
                  <a:pt x="112" y="168"/>
                  <a:pt x="112" y="169"/>
                </a:cubicBezTo>
                <a:cubicBezTo>
                  <a:pt x="111" y="169"/>
                  <a:pt x="111" y="170"/>
                  <a:pt x="110" y="170"/>
                </a:cubicBezTo>
                <a:cubicBezTo>
                  <a:pt x="85" y="170"/>
                  <a:pt x="85" y="170"/>
                  <a:pt x="85" y="170"/>
                </a:cubicBezTo>
                <a:cubicBezTo>
                  <a:pt x="85" y="170"/>
                  <a:pt x="84" y="169"/>
                  <a:pt x="83" y="169"/>
                </a:cubicBezTo>
                <a:cubicBezTo>
                  <a:pt x="83" y="168"/>
                  <a:pt x="82" y="167"/>
                  <a:pt x="82" y="167"/>
                </a:cubicBezTo>
                <a:cubicBezTo>
                  <a:pt x="82" y="148"/>
                  <a:pt x="82" y="148"/>
                  <a:pt x="82" y="148"/>
                </a:cubicBezTo>
                <a:cubicBezTo>
                  <a:pt x="82" y="148"/>
                  <a:pt x="83" y="147"/>
                  <a:pt x="83" y="146"/>
                </a:cubicBezTo>
                <a:cubicBezTo>
                  <a:pt x="84" y="146"/>
                  <a:pt x="85" y="145"/>
                  <a:pt x="85" y="145"/>
                </a:cubicBezTo>
                <a:cubicBezTo>
                  <a:pt x="110" y="145"/>
                  <a:pt x="110" y="145"/>
                  <a:pt x="110" y="145"/>
                </a:cubicBezTo>
                <a:cubicBezTo>
                  <a:pt x="111" y="145"/>
                  <a:pt x="111" y="146"/>
                  <a:pt x="112" y="146"/>
                </a:cubicBezTo>
                <a:cubicBezTo>
                  <a:pt x="112" y="147"/>
                  <a:pt x="113" y="148"/>
                  <a:pt x="113" y="148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20" name="Freeform 323"/>
          <p:cNvSpPr>
            <a:spLocks noEditPoints="1"/>
          </p:cNvSpPr>
          <p:nvPr/>
        </p:nvSpPr>
        <p:spPr bwMode="auto">
          <a:xfrm>
            <a:off x="1409665" y="4806698"/>
            <a:ext cx="198820" cy="244204"/>
          </a:xfrm>
          <a:custGeom>
            <a:avLst/>
            <a:gdLst>
              <a:gd name="T0" fmla="*/ 66 w 138"/>
              <a:gd name="T1" fmla="*/ 139 h 170"/>
              <a:gd name="T2" fmla="*/ 34 w 138"/>
              <a:gd name="T3" fmla="*/ 170 h 170"/>
              <a:gd name="T4" fmla="*/ 1 w 138"/>
              <a:gd name="T5" fmla="*/ 139 h 170"/>
              <a:gd name="T6" fmla="*/ 3 w 138"/>
              <a:gd name="T7" fmla="*/ 133 h 170"/>
              <a:gd name="T8" fmla="*/ 22 w 138"/>
              <a:gd name="T9" fmla="*/ 3 h 170"/>
              <a:gd name="T10" fmla="*/ 25 w 138"/>
              <a:gd name="T11" fmla="*/ 0 h 170"/>
              <a:gd name="T12" fmla="*/ 45 w 138"/>
              <a:gd name="T13" fmla="*/ 1 h 170"/>
              <a:gd name="T14" fmla="*/ 46 w 138"/>
              <a:gd name="T15" fmla="*/ 133 h 170"/>
              <a:gd name="T16" fmla="*/ 66 w 138"/>
              <a:gd name="T17" fmla="*/ 134 h 170"/>
              <a:gd name="T18" fmla="*/ 138 w 138"/>
              <a:gd name="T19" fmla="*/ 130 h 170"/>
              <a:gd name="T20" fmla="*/ 133 w 138"/>
              <a:gd name="T21" fmla="*/ 152 h 170"/>
              <a:gd name="T22" fmla="*/ 117 w 138"/>
              <a:gd name="T23" fmla="*/ 167 h 170"/>
              <a:gd name="T24" fmla="*/ 95 w 138"/>
              <a:gd name="T25" fmla="*/ 168 h 170"/>
              <a:gd name="T26" fmla="*/ 95 w 138"/>
              <a:gd name="T27" fmla="*/ 156 h 170"/>
              <a:gd name="T28" fmla="*/ 105 w 138"/>
              <a:gd name="T29" fmla="*/ 158 h 170"/>
              <a:gd name="T30" fmla="*/ 124 w 138"/>
              <a:gd name="T31" fmla="*/ 139 h 170"/>
              <a:gd name="T32" fmla="*/ 118 w 138"/>
              <a:gd name="T33" fmla="*/ 143 h 170"/>
              <a:gd name="T34" fmla="*/ 93 w 138"/>
              <a:gd name="T35" fmla="*/ 137 h 170"/>
              <a:gd name="T36" fmla="*/ 94 w 138"/>
              <a:gd name="T37" fmla="*/ 104 h 170"/>
              <a:gd name="T38" fmla="*/ 130 w 138"/>
              <a:gd name="T39" fmla="*/ 106 h 170"/>
              <a:gd name="T40" fmla="*/ 135 w 138"/>
              <a:gd name="T41" fmla="*/ 62 h 170"/>
              <a:gd name="T42" fmla="*/ 91 w 138"/>
              <a:gd name="T43" fmla="*/ 73 h 170"/>
              <a:gd name="T44" fmla="*/ 107 w 138"/>
              <a:gd name="T45" fmla="*/ 62 h 170"/>
              <a:gd name="T46" fmla="*/ 107 w 138"/>
              <a:gd name="T47" fmla="*/ 19 h 170"/>
              <a:gd name="T48" fmla="*/ 107 w 138"/>
              <a:gd name="T49" fmla="*/ 16 h 170"/>
              <a:gd name="T50" fmla="*/ 106 w 138"/>
              <a:gd name="T51" fmla="*/ 17 h 170"/>
              <a:gd name="T52" fmla="*/ 97 w 138"/>
              <a:gd name="T53" fmla="*/ 26 h 170"/>
              <a:gd name="T54" fmla="*/ 108 w 138"/>
              <a:gd name="T55" fmla="*/ 0 h 170"/>
              <a:gd name="T56" fmla="*/ 119 w 138"/>
              <a:gd name="T57" fmla="*/ 62 h 170"/>
              <a:gd name="T58" fmla="*/ 125 w 138"/>
              <a:gd name="T59" fmla="*/ 124 h 170"/>
              <a:gd name="T60" fmla="*/ 111 w 138"/>
              <a:gd name="T61" fmla="*/ 108 h 170"/>
              <a:gd name="T62" fmla="*/ 100 w 138"/>
              <a:gd name="T63" fmla="*/ 121 h 170"/>
              <a:gd name="T64" fmla="*/ 113 w 138"/>
              <a:gd name="T65" fmla="*/ 133 h 170"/>
              <a:gd name="T66" fmla="*/ 125 w 138"/>
              <a:gd name="T67" fmla="*/ 124 h 1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38" h="170">
                <a:moveTo>
                  <a:pt x="67" y="136"/>
                </a:moveTo>
                <a:cubicBezTo>
                  <a:pt x="67" y="137"/>
                  <a:pt x="67" y="138"/>
                  <a:pt x="66" y="139"/>
                </a:cubicBezTo>
                <a:cubicBezTo>
                  <a:pt x="36" y="169"/>
                  <a:pt x="36" y="169"/>
                  <a:pt x="36" y="169"/>
                </a:cubicBezTo>
                <a:cubicBezTo>
                  <a:pt x="35" y="169"/>
                  <a:pt x="35" y="170"/>
                  <a:pt x="34" y="170"/>
                </a:cubicBezTo>
                <a:cubicBezTo>
                  <a:pt x="33" y="170"/>
                  <a:pt x="32" y="169"/>
                  <a:pt x="32" y="169"/>
                </a:cubicBezTo>
                <a:cubicBezTo>
                  <a:pt x="1" y="139"/>
                  <a:pt x="1" y="139"/>
                  <a:pt x="1" y="139"/>
                </a:cubicBezTo>
                <a:cubicBezTo>
                  <a:pt x="0" y="138"/>
                  <a:pt x="0" y="136"/>
                  <a:pt x="1" y="135"/>
                </a:cubicBezTo>
                <a:cubicBezTo>
                  <a:pt x="1" y="134"/>
                  <a:pt x="2" y="133"/>
                  <a:pt x="3" y="133"/>
                </a:cubicBezTo>
                <a:cubicBezTo>
                  <a:pt x="22" y="133"/>
                  <a:pt x="22" y="133"/>
                  <a:pt x="22" y="133"/>
                </a:cubicBezTo>
                <a:cubicBezTo>
                  <a:pt x="22" y="3"/>
                  <a:pt x="22" y="3"/>
                  <a:pt x="22" y="3"/>
                </a:cubicBezTo>
                <a:cubicBezTo>
                  <a:pt x="22" y="2"/>
                  <a:pt x="22" y="2"/>
                  <a:pt x="22" y="1"/>
                </a:cubicBezTo>
                <a:cubicBezTo>
                  <a:pt x="23" y="0"/>
                  <a:pt x="24" y="0"/>
                  <a:pt x="25" y="0"/>
                </a:cubicBezTo>
                <a:cubicBezTo>
                  <a:pt x="43" y="0"/>
                  <a:pt x="43" y="0"/>
                  <a:pt x="43" y="0"/>
                </a:cubicBezTo>
                <a:cubicBezTo>
                  <a:pt x="44" y="0"/>
                  <a:pt x="44" y="0"/>
                  <a:pt x="45" y="1"/>
                </a:cubicBezTo>
                <a:cubicBezTo>
                  <a:pt x="46" y="2"/>
                  <a:pt x="46" y="2"/>
                  <a:pt x="46" y="3"/>
                </a:cubicBezTo>
                <a:cubicBezTo>
                  <a:pt x="46" y="133"/>
                  <a:pt x="46" y="133"/>
                  <a:pt x="46" y="133"/>
                </a:cubicBezTo>
                <a:cubicBezTo>
                  <a:pt x="64" y="133"/>
                  <a:pt x="64" y="133"/>
                  <a:pt x="64" y="133"/>
                </a:cubicBezTo>
                <a:cubicBezTo>
                  <a:pt x="65" y="133"/>
                  <a:pt x="66" y="134"/>
                  <a:pt x="66" y="134"/>
                </a:cubicBezTo>
                <a:cubicBezTo>
                  <a:pt x="67" y="135"/>
                  <a:pt x="67" y="135"/>
                  <a:pt x="67" y="136"/>
                </a:cubicBezTo>
                <a:close/>
                <a:moveTo>
                  <a:pt x="138" y="130"/>
                </a:moveTo>
                <a:cubicBezTo>
                  <a:pt x="138" y="134"/>
                  <a:pt x="138" y="138"/>
                  <a:pt x="137" y="141"/>
                </a:cubicBezTo>
                <a:cubicBezTo>
                  <a:pt x="136" y="145"/>
                  <a:pt x="135" y="149"/>
                  <a:pt x="133" y="152"/>
                </a:cubicBezTo>
                <a:cubicBezTo>
                  <a:pt x="131" y="156"/>
                  <a:pt x="129" y="159"/>
                  <a:pt x="126" y="161"/>
                </a:cubicBezTo>
                <a:cubicBezTo>
                  <a:pt x="124" y="164"/>
                  <a:pt x="121" y="166"/>
                  <a:pt x="117" y="167"/>
                </a:cubicBezTo>
                <a:cubicBezTo>
                  <a:pt x="113" y="169"/>
                  <a:pt x="109" y="170"/>
                  <a:pt x="105" y="170"/>
                </a:cubicBezTo>
                <a:cubicBezTo>
                  <a:pt x="101" y="170"/>
                  <a:pt x="98" y="169"/>
                  <a:pt x="95" y="168"/>
                </a:cubicBezTo>
                <a:cubicBezTo>
                  <a:pt x="93" y="168"/>
                  <a:pt x="92" y="167"/>
                  <a:pt x="91" y="167"/>
                </a:cubicBezTo>
                <a:cubicBezTo>
                  <a:pt x="95" y="156"/>
                  <a:pt x="95" y="156"/>
                  <a:pt x="95" y="156"/>
                </a:cubicBezTo>
                <a:cubicBezTo>
                  <a:pt x="95" y="156"/>
                  <a:pt x="96" y="157"/>
                  <a:pt x="97" y="157"/>
                </a:cubicBezTo>
                <a:cubicBezTo>
                  <a:pt x="100" y="158"/>
                  <a:pt x="102" y="158"/>
                  <a:pt x="105" y="158"/>
                </a:cubicBezTo>
                <a:cubicBezTo>
                  <a:pt x="110" y="158"/>
                  <a:pt x="114" y="156"/>
                  <a:pt x="117" y="153"/>
                </a:cubicBezTo>
                <a:cubicBezTo>
                  <a:pt x="120" y="149"/>
                  <a:pt x="123" y="144"/>
                  <a:pt x="124" y="139"/>
                </a:cubicBezTo>
                <a:cubicBezTo>
                  <a:pt x="123" y="139"/>
                  <a:pt x="123" y="139"/>
                  <a:pt x="123" y="139"/>
                </a:cubicBezTo>
                <a:cubicBezTo>
                  <a:pt x="122" y="140"/>
                  <a:pt x="120" y="142"/>
                  <a:pt x="118" y="143"/>
                </a:cubicBezTo>
                <a:cubicBezTo>
                  <a:pt x="115" y="143"/>
                  <a:pt x="112" y="144"/>
                  <a:pt x="110" y="144"/>
                </a:cubicBezTo>
                <a:cubicBezTo>
                  <a:pt x="103" y="144"/>
                  <a:pt x="97" y="142"/>
                  <a:pt x="93" y="137"/>
                </a:cubicBezTo>
                <a:cubicBezTo>
                  <a:pt x="89" y="133"/>
                  <a:pt x="87" y="127"/>
                  <a:pt x="87" y="121"/>
                </a:cubicBezTo>
                <a:cubicBezTo>
                  <a:pt x="87" y="114"/>
                  <a:pt x="89" y="109"/>
                  <a:pt x="94" y="104"/>
                </a:cubicBezTo>
                <a:cubicBezTo>
                  <a:pt x="98" y="99"/>
                  <a:pt x="104" y="97"/>
                  <a:pt x="111" y="97"/>
                </a:cubicBezTo>
                <a:cubicBezTo>
                  <a:pt x="119" y="97"/>
                  <a:pt x="125" y="100"/>
                  <a:pt x="130" y="106"/>
                </a:cubicBezTo>
                <a:cubicBezTo>
                  <a:pt x="135" y="112"/>
                  <a:pt x="138" y="120"/>
                  <a:pt x="138" y="130"/>
                </a:cubicBezTo>
                <a:close/>
                <a:moveTo>
                  <a:pt x="135" y="62"/>
                </a:moveTo>
                <a:cubicBezTo>
                  <a:pt x="135" y="73"/>
                  <a:pt x="135" y="73"/>
                  <a:pt x="135" y="73"/>
                </a:cubicBezTo>
                <a:cubicBezTo>
                  <a:pt x="91" y="73"/>
                  <a:pt x="91" y="73"/>
                  <a:pt x="91" y="73"/>
                </a:cubicBezTo>
                <a:cubicBezTo>
                  <a:pt x="91" y="62"/>
                  <a:pt x="91" y="62"/>
                  <a:pt x="91" y="62"/>
                </a:cubicBezTo>
                <a:cubicBezTo>
                  <a:pt x="107" y="62"/>
                  <a:pt x="107" y="62"/>
                  <a:pt x="107" y="62"/>
                </a:cubicBezTo>
                <a:cubicBezTo>
                  <a:pt x="107" y="21"/>
                  <a:pt x="107" y="21"/>
                  <a:pt x="107" y="21"/>
                </a:cubicBezTo>
                <a:cubicBezTo>
                  <a:pt x="107" y="21"/>
                  <a:pt x="107" y="20"/>
                  <a:pt x="107" y="19"/>
                </a:cubicBezTo>
                <a:cubicBezTo>
                  <a:pt x="107" y="19"/>
                  <a:pt x="107" y="18"/>
                  <a:pt x="107" y="18"/>
                </a:cubicBezTo>
                <a:cubicBezTo>
                  <a:pt x="107" y="16"/>
                  <a:pt x="107" y="16"/>
                  <a:pt x="107" y="16"/>
                </a:cubicBezTo>
                <a:cubicBezTo>
                  <a:pt x="106" y="16"/>
                  <a:pt x="106" y="16"/>
                  <a:pt x="106" y="16"/>
                </a:cubicBezTo>
                <a:cubicBezTo>
                  <a:pt x="106" y="17"/>
                  <a:pt x="106" y="17"/>
                  <a:pt x="106" y="17"/>
                </a:cubicBezTo>
                <a:cubicBezTo>
                  <a:pt x="105" y="18"/>
                  <a:pt x="104" y="19"/>
                  <a:pt x="103" y="20"/>
                </a:cubicBezTo>
                <a:cubicBezTo>
                  <a:pt x="97" y="26"/>
                  <a:pt x="97" y="26"/>
                  <a:pt x="97" y="26"/>
                </a:cubicBezTo>
                <a:cubicBezTo>
                  <a:pt x="90" y="18"/>
                  <a:pt x="90" y="18"/>
                  <a:pt x="90" y="18"/>
                </a:cubicBezTo>
                <a:cubicBezTo>
                  <a:pt x="108" y="0"/>
                  <a:pt x="108" y="0"/>
                  <a:pt x="108" y="0"/>
                </a:cubicBezTo>
                <a:cubicBezTo>
                  <a:pt x="119" y="0"/>
                  <a:pt x="119" y="0"/>
                  <a:pt x="119" y="0"/>
                </a:cubicBezTo>
                <a:cubicBezTo>
                  <a:pt x="119" y="62"/>
                  <a:pt x="119" y="62"/>
                  <a:pt x="119" y="62"/>
                </a:cubicBezTo>
                <a:lnTo>
                  <a:pt x="135" y="62"/>
                </a:lnTo>
                <a:close/>
                <a:moveTo>
                  <a:pt x="125" y="124"/>
                </a:moveTo>
                <a:cubicBezTo>
                  <a:pt x="125" y="120"/>
                  <a:pt x="123" y="117"/>
                  <a:pt x="121" y="113"/>
                </a:cubicBezTo>
                <a:cubicBezTo>
                  <a:pt x="118" y="110"/>
                  <a:pt x="115" y="108"/>
                  <a:pt x="111" y="108"/>
                </a:cubicBezTo>
                <a:cubicBezTo>
                  <a:pt x="108" y="108"/>
                  <a:pt x="105" y="110"/>
                  <a:pt x="103" y="112"/>
                </a:cubicBezTo>
                <a:cubicBezTo>
                  <a:pt x="101" y="114"/>
                  <a:pt x="100" y="117"/>
                  <a:pt x="100" y="121"/>
                </a:cubicBezTo>
                <a:cubicBezTo>
                  <a:pt x="100" y="124"/>
                  <a:pt x="101" y="127"/>
                  <a:pt x="103" y="130"/>
                </a:cubicBezTo>
                <a:cubicBezTo>
                  <a:pt x="106" y="132"/>
                  <a:pt x="109" y="133"/>
                  <a:pt x="113" y="133"/>
                </a:cubicBezTo>
                <a:cubicBezTo>
                  <a:pt x="116" y="133"/>
                  <a:pt x="119" y="132"/>
                  <a:pt x="121" y="131"/>
                </a:cubicBezTo>
                <a:cubicBezTo>
                  <a:pt x="124" y="129"/>
                  <a:pt x="125" y="127"/>
                  <a:pt x="125" y="12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21" name="Freeform 324"/>
          <p:cNvSpPr>
            <a:spLocks noEditPoints="1"/>
          </p:cNvSpPr>
          <p:nvPr/>
        </p:nvSpPr>
        <p:spPr bwMode="auto">
          <a:xfrm>
            <a:off x="1681963" y="4806698"/>
            <a:ext cx="196660" cy="244204"/>
          </a:xfrm>
          <a:custGeom>
            <a:avLst/>
            <a:gdLst>
              <a:gd name="T0" fmla="*/ 66 w 137"/>
              <a:gd name="T1" fmla="*/ 139 h 170"/>
              <a:gd name="T2" fmla="*/ 33 w 137"/>
              <a:gd name="T3" fmla="*/ 170 h 170"/>
              <a:gd name="T4" fmla="*/ 1 w 137"/>
              <a:gd name="T5" fmla="*/ 139 h 170"/>
              <a:gd name="T6" fmla="*/ 3 w 137"/>
              <a:gd name="T7" fmla="*/ 133 h 170"/>
              <a:gd name="T8" fmla="*/ 21 w 137"/>
              <a:gd name="T9" fmla="*/ 3 h 170"/>
              <a:gd name="T10" fmla="*/ 24 w 137"/>
              <a:gd name="T11" fmla="*/ 0 h 170"/>
              <a:gd name="T12" fmla="*/ 45 w 137"/>
              <a:gd name="T13" fmla="*/ 1 h 170"/>
              <a:gd name="T14" fmla="*/ 45 w 137"/>
              <a:gd name="T15" fmla="*/ 133 h 170"/>
              <a:gd name="T16" fmla="*/ 66 w 137"/>
              <a:gd name="T17" fmla="*/ 134 h 170"/>
              <a:gd name="T18" fmla="*/ 137 w 137"/>
              <a:gd name="T19" fmla="*/ 33 h 170"/>
              <a:gd name="T20" fmla="*/ 132 w 137"/>
              <a:gd name="T21" fmla="*/ 55 h 170"/>
              <a:gd name="T22" fmla="*/ 117 w 137"/>
              <a:gd name="T23" fmla="*/ 70 h 170"/>
              <a:gd name="T24" fmla="*/ 94 w 137"/>
              <a:gd name="T25" fmla="*/ 71 h 170"/>
              <a:gd name="T26" fmla="*/ 94 w 137"/>
              <a:gd name="T27" fmla="*/ 59 h 170"/>
              <a:gd name="T28" fmla="*/ 104 w 137"/>
              <a:gd name="T29" fmla="*/ 61 h 170"/>
              <a:gd name="T30" fmla="*/ 123 w 137"/>
              <a:gd name="T31" fmla="*/ 42 h 170"/>
              <a:gd name="T32" fmla="*/ 117 w 137"/>
              <a:gd name="T33" fmla="*/ 46 h 170"/>
              <a:gd name="T34" fmla="*/ 93 w 137"/>
              <a:gd name="T35" fmla="*/ 40 h 170"/>
              <a:gd name="T36" fmla="*/ 93 w 137"/>
              <a:gd name="T37" fmla="*/ 7 h 170"/>
              <a:gd name="T38" fmla="*/ 130 w 137"/>
              <a:gd name="T39" fmla="*/ 9 h 170"/>
              <a:gd name="T40" fmla="*/ 135 w 137"/>
              <a:gd name="T41" fmla="*/ 159 h 170"/>
              <a:gd name="T42" fmla="*/ 90 w 137"/>
              <a:gd name="T43" fmla="*/ 170 h 170"/>
              <a:gd name="T44" fmla="*/ 106 w 137"/>
              <a:gd name="T45" fmla="*/ 159 h 170"/>
              <a:gd name="T46" fmla="*/ 106 w 137"/>
              <a:gd name="T47" fmla="*/ 116 h 170"/>
              <a:gd name="T48" fmla="*/ 106 w 137"/>
              <a:gd name="T49" fmla="*/ 113 h 170"/>
              <a:gd name="T50" fmla="*/ 105 w 137"/>
              <a:gd name="T51" fmla="*/ 114 h 170"/>
              <a:gd name="T52" fmla="*/ 97 w 137"/>
              <a:gd name="T53" fmla="*/ 123 h 170"/>
              <a:gd name="T54" fmla="*/ 107 w 137"/>
              <a:gd name="T55" fmla="*/ 97 h 170"/>
              <a:gd name="T56" fmla="*/ 119 w 137"/>
              <a:gd name="T57" fmla="*/ 159 h 170"/>
              <a:gd name="T58" fmla="*/ 124 w 137"/>
              <a:gd name="T59" fmla="*/ 28 h 170"/>
              <a:gd name="T60" fmla="*/ 110 w 137"/>
              <a:gd name="T61" fmla="*/ 12 h 170"/>
              <a:gd name="T62" fmla="*/ 100 w 137"/>
              <a:gd name="T63" fmla="*/ 24 h 170"/>
              <a:gd name="T64" fmla="*/ 113 w 137"/>
              <a:gd name="T65" fmla="*/ 37 h 170"/>
              <a:gd name="T66" fmla="*/ 124 w 137"/>
              <a:gd name="T67" fmla="*/ 28 h 1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37" h="170">
                <a:moveTo>
                  <a:pt x="67" y="136"/>
                </a:moveTo>
                <a:cubicBezTo>
                  <a:pt x="67" y="137"/>
                  <a:pt x="66" y="138"/>
                  <a:pt x="66" y="139"/>
                </a:cubicBezTo>
                <a:cubicBezTo>
                  <a:pt x="35" y="169"/>
                  <a:pt x="35" y="169"/>
                  <a:pt x="35" y="169"/>
                </a:cubicBezTo>
                <a:cubicBezTo>
                  <a:pt x="35" y="169"/>
                  <a:pt x="34" y="170"/>
                  <a:pt x="33" y="170"/>
                </a:cubicBezTo>
                <a:cubicBezTo>
                  <a:pt x="33" y="170"/>
                  <a:pt x="32" y="169"/>
                  <a:pt x="31" y="169"/>
                </a:cubicBezTo>
                <a:cubicBezTo>
                  <a:pt x="1" y="139"/>
                  <a:pt x="1" y="139"/>
                  <a:pt x="1" y="139"/>
                </a:cubicBezTo>
                <a:cubicBezTo>
                  <a:pt x="0" y="138"/>
                  <a:pt x="0" y="136"/>
                  <a:pt x="0" y="135"/>
                </a:cubicBezTo>
                <a:cubicBezTo>
                  <a:pt x="1" y="134"/>
                  <a:pt x="2" y="133"/>
                  <a:pt x="3" y="133"/>
                </a:cubicBezTo>
                <a:cubicBezTo>
                  <a:pt x="21" y="133"/>
                  <a:pt x="21" y="133"/>
                  <a:pt x="21" y="133"/>
                </a:cubicBezTo>
                <a:cubicBezTo>
                  <a:pt x="21" y="3"/>
                  <a:pt x="21" y="3"/>
                  <a:pt x="21" y="3"/>
                </a:cubicBezTo>
                <a:cubicBezTo>
                  <a:pt x="21" y="2"/>
                  <a:pt x="21" y="2"/>
                  <a:pt x="22" y="1"/>
                </a:cubicBezTo>
                <a:cubicBezTo>
                  <a:pt x="23" y="0"/>
                  <a:pt x="23" y="0"/>
                  <a:pt x="24" y="0"/>
                </a:cubicBezTo>
                <a:cubicBezTo>
                  <a:pt x="42" y="0"/>
                  <a:pt x="42" y="0"/>
                  <a:pt x="42" y="0"/>
                </a:cubicBezTo>
                <a:cubicBezTo>
                  <a:pt x="43" y="0"/>
                  <a:pt x="44" y="0"/>
                  <a:pt x="45" y="1"/>
                </a:cubicBezTo>
                <a:cubicBezTo>
                  <a:pt x="45" y="2"/>
                  <a:pt x="45" y="2"/>
                  <a:pt x="45" y="3"/>
                </a:cubicBezTo>
                <a:cubicBezTo>
                  <a:pt x="45" y="133"/>
                  <a:pt x="45" y="133"/>
                  <a:pt x="45" y="133"/>
                </a:cubicBezTo>
                <a:cubicBezTo>
                  <a:pt x="64" y="133"/>
                  <a:pt x="64" y="133"/>
                  <a:pt x="64" y="133"/>
                </a:cubicBezTo>
                <a:cubicBezTo>
                  <a:pt x="64" y="133"/>
                  <a:pt x="65" y="134"/>
                  <a:pt x="66" y="134"/>
                </a:cubicBezTo>
                <a:cubicBezTo>
                  <a:pt x="66" y="135"/>
                  <a:pt x="67" y="135"/>
                  <a:pt x="67" y="136"/>
                </a:cubicBezTo>
                <a:close/>
                <a:moveTo>
                  <a:pt x="137" y="33"/>
                </a:moveTo>
                <a:cubicBezTo>
                  <a:pt x="137" y="37"/>
                  <a:pt x="137" y="41"/>
                  <a:pt x="136" y="45"/>
                </a:cubicBezTo>
                <a:cubicBezTo>
                  <a:pt x="135" y="48"/>
                  <a:pt x="134" y="52"/>
                  <a:pt x="132" y="55"/>
                </a:cubicBezTo>
                <a:cubicBezTo>
                  <a:pt x="131" y="59"/>
                  <a:pt x="128" y="62"/>
                  <a:pt x="126" y="64"/>
                </a:cubicBezTo>
                <a:cubicBezTo>
                  <a:pt x="123" y="67"/>
                  <a:pt x="120" y="69"/>
                  <a:pt x="117" y="70"/>
                </a:cubicBezTo>
                <a:cubicBezTo>
                  <a:pt x="113" y="72"/>
                  <a:pt x="109" y="73"/>
                  <a:pt x="105" y="73"/>
                </a:cubicBezTo>
                <a:cubicBezTo>
                  <a:pt x="101" y="73"/>
                  <a:pt x="97" y="72"/>
                  <a:pt x="94" y="71"/>
                </a:cubicBezTo>
                <a:cubicBezTo>
                  <a:pt x="93" y="71"/>
                  <a:pt x="92" y="70"/>
                  <a:pt x="90" y="70"/>
                </a:cubicBezTo>
                <a:cubicBezTo>
                  <a:pt x="94" y="59"/>
                  <a:pt x="94" y="59"/>
                  <a:pt x="94" y="59"/>
                </a:cubicBezTo>
                <a:cubicBezTo>
                  <a:pt x="95" y="60"/>
                  <a:pt x="96" y="60"/>
                  <a:pt x="97" y="60"/>
                </a:cubicBezTo>
                <a:cubicBezTo>
                  <a:pt x="99" y="61"/>
                  <a:pt x="102" y="61"/>
                  <a:pt x="104" y="61"/>
                </a:cubicBezTo>
                <a:cubicBezTo>
                  <a:pt x="109" y="61"/>
                  <a:pt x="114" y="60"/>
                  <a:pt x="117" y="56"/>
                </a:cubicBezTo>
                <a:cubicBezTo>
                  <a:pt x="120" y="52"/>
                  <a:pt x="122" y="48"/>
                  <a:pt x="123" y="42"/>
                </a:cubicBezTo>
                <a:cubicBezTo>
                  <a:pt x="123" y="42"/>
                  <a:pt x="123" y="42"/>
                  <a:pt x="123" y="42"/>
                </a:cubicBezTo>
                <a:cubicBezTo>
                  <a:pt x="122" y="44"/>
                  <a:pt x="120" y="45"/>
                  <a:pt x="117" y="46"/>
                </a:cubicBezTo>
                <a:cubicBezTo>
                  <a:pt x="115" y="47"/>
                  <a:pt x="112" y="47"/>
                  <a:pt x="109" y="47"/>
                </a:cubicBezTo>
                <a:cubicBezTo>
                  <a:pt x="102" y="47"/>
                  <a:pt x="97" y="45"/>
                  <a:pt x="93" y="40"/>
                </a:cubicBezTo>
                <a:cubicBezTo>
                  <a:pt x="89" y="36"/>
                  <a:pt x="86" y="30"/>
                  <a:pt x="86" y="24"/>
                </a:cubicBezTo>
                <a:cubicBezTo>
                  <a:pt x="86" y="17"/>
                  <a:pt x="89" y="12"/>
                  <a:pt x="93" y="7"/>
                </a:cubicBezTo>
                <a:cubicBezTo>
                  <a:pt x="98" y="3"/>
                  <a:pt x="103" y="0"/>
                  <a:pt x="110" y="0"/>
                </a:cubicBezTo>
                <a:cubicBezTo>
                  <a:pt x="118" y="0"/>
                  <a:pt x="125" y="3"/>
                  <a:pt x="130" y="9"/>
                </a:cubicBezTo>
                <a:cubicBezTo>
                  <a:pt x="135" y="15"/>
                  <a:pt x="137" y="23"/>
                  <a:pt x="137" y="33"/>
                </a:cubicBezTo>
                <a:close/>
                <a:moveTo>
                  <a:pt x="135" y="159"/>
                </a:moveTo>
                <a:cubicBezTo>
                  <a:pt x="135" y="170"/>
                  <a:pt x="135" y="170"/>
                  <a:pt x="135" y="170"/>
                </a:cubicBezTo>
                <a:cubicBezTo>
                  <a:pt x="90" y="170"/>
                  <a:pt x="90" y="170"/>
                  <a:pt x="90" y="170"/>
                </a:cubicBezTo>
                <a:cubicBezTo>
                  <a:pt x="90" y="159"/>
                  <a:pt x="90" y="159"/>
                  <a:pt x="90" y="159"/>
                </a:cubicBezTo>
                <a:cubicBezTo>
                  <a:pt x="106" y="159"/>
                  <a:pt x="106" y="159"/>
                  <a:pt x="106" y="159"/>
                </a:cubicBezTo>
                <a:cubicBezTo>
                  <a:pt x="106" y="118"/>
                  <a:pt x="106" y="118"/>
                  <a:pt x="106" y="118"/>
                </a:cubicBezTo>
                <a:cubicBezTo>
                  <a:pt x="106" y="118"/>
                  <a:pt x="106" y="117"/>
                  <a:pt x="106" y="116"/>
                </a:cubicBezTo>
                <a:cubicBezTo>
                  <a:pt x="106" y="115"/>
                  <a:pt x="106" y="115"/>
                  <a:pt x="106" y="115"/>
                </a:cubicBezTo>
                <a:cubicBezTo>
                  <a:pt x="106" y="113"/>
                  <a:pt x="106" y="113"/>
                  <a:pt x="106" y="113"/>
                </a:cubicBezTo>
                <a:cubicBezTo>
                  <a:pt x="106" y="113"/>
                  <a:pt x="106" y="113"/>
                  <a:pt x="106" y="113"/>
                </a:cubicBezTo>
                <a:cubicBezTo>
                  <a:pt x="105" y="114"/>
                  <a:pt x="105" y="114"/>
                  <a:pt x="105" y="114"/>
                </a:cubicBezTo>
                <a:cubicBezTo>
                  <a:pt x="105" y="115"/>
                  <a:pt x="104" y="116"/>
                  <a:pt x="103" y="117"/>
                </a:cubicBezTo>
                <a:cubicBezTo>
                  <a:pt x="97" y="123"/>
                  <a:pt x="97" y="123"/>
                  <a:pt x="97" y="123"/>
                </a:cubicBezTo>
                <a:cubicBezTo>
                  <a:pt x="89" y="115"/>
                  <a:pt x="89" y="115"/>
                  <a:pt x="89" y="115"/>
                </a:cubicBezTo>
                <a:cubicBezTo>
                  <a:pt x="107" y="97"/>
                  <a:pt x="107" y="97"/>
                  <a:pt x="107" y="97"/>
                </a:cubicBezTo>
                <a:cubicBezTo>
                  <a:pt x="119" y="97"/>
                  <a:pt x="119" y="97"/>
                  <a:pt x="119" y="97"/>
                </a:cubicBezTo>
                <a:cubicBezTo>
                  <a:pt x="119" y="159"/>
                  <a:pt x="119" y="159"/>
                  <a:pt x="119" y="159"/>
                </a:cubicBezTo>
                <a:lnTo>
                  <a:pt x="135" y="159"/>
                </a:lnTo>
                <a:close/>
                <a:moveTo>
                  <a:pt x="124" y="28"/>
                </a:moveTo>
                <a:cubicBezTo>
                  <a:pt x="124" y="24"/>
                  <a:pt x="123" y="20"/>
                  <a:pt x="120" y="17"/>
                </a:cubicBezTo>
                <a:cubicBezTo>
                  <a:pt x="117" y="13"/>
                  <a:pt x="114" y="12"/>
                  <a:pt x="110" y="12"/>
                </a:cubicBezTo>
                <a:cubicBezTo>
                  <a:pt x="107" y="12"/>
                  <a:pt x="104" y="13"/>
                  <a:pt x="102" y="15"/>
                </a:cubicBezTo>
                <a:cubicBezTo>
                  <a:pt x="101" y="17"/>
                  <a:pt x="100" y="20"/>
                  <a:pt x="100" y="24"/>
                </a:cubicBezTo>
                <a:cubicBezTo>
                  <a:pt x="100" y="28"/>
                  <a:pt x="101" y="31"/>
                  <a:pt x="103" y="33"/>
                </a:cubicBezTo>
                <a:cubicBezTo>
                  <a:pt x="105" y="35"/>
                  <a:pt x="109" y="37"/>
                  <a:pt x="113" y="37"/>
                </a:cubicBezTo>
                <a:cubicBezTo>
                  <a:pt x="116" y="37"/>
                  <a:pt x="119" y="36"/>
                  <a:pt x="121" y="34"/>
                </a:cubicBezTo>
                <a:cubicBezTo>
                  <a:pt x="123" y="32"/>
                  <a:pt x="124" y="30"/>
                  <a:pt x="124" y="28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22" name="Freeform 325"/>
          <p:cNvSpPr>
            <a:spLocks noEditPoints="1"/>
          </p:cNvSpPr>
          <p:nvPr/>
        </p:nvSpPr>
        <p:spPr bwMode="auto">
          <a:xfrm>
            <a:off x="1949939" y="4823987"/>
            <a:ext cx="216111" cy="209627"/>
          </a:xfrm>
          <a:custGeom>
            <a:avLst/>
            <a:gdLst>
              <a:gd name="T0" fmla="*/ 40 w 152"/>
              <a:gd name="T1" fmla="*/ 127 h 146"/>
              <a:gd name="T2" fmla="*/ 34 w 152"/>
              <a:gd name="T3" fmla="*/ 133 h 146"/>
              <a:gd name="T4" fmla="*/ 2 w 152"/>
              <a:gd name="T5" fmla="*/ 132 h 146"/>
              <a:gd name="T6" fmla="*/ 0 w 152"/>
              <a:gd name="T7" fmla="*/ 67 h 146"/>
              <a:gd name="T8" fmla="*/ 7 w 152"/>
              <a:gd name="T9" fmla="*/ 61 h 146"/>
              <a:gd name="T10" fmla="*/ 38 w 152"/>
              <a:gd name="T11" fmla="*/ 63 h 146"/>
              <a:gd name="T12" fmla="*/ 25 w 152"/>
              <a:gd name="T13" fmla="*/ 115 h 146"/>
              <a:gd name="T14" fmla="*/ 19 w 152"/>
              <a:gd name="T15" fmla="*/ 109 h 146"/>
              <a:gd name="T16" fmla="*/ 13 w 152"/>
              <a:gd name="T17" fmla="*/ 115 h 146"/>
              <a:gd name="T18" fmla="*/ 19 w 152"/>
              <a:gd name="T19" fmla="*/ 121 h 146"/>
              <a:gd name="T20" fmla="*/ 25 w 152"/>
              <a:gd name="T21" fmla="*/ 115 h 146"/>
              <a:gd name="T22" fmla="*/ 147 w 152"/>
              <a:gd name="T23" fmla="*/ 81 h 146"/>
              <a:gd name="T24" fmla="*/ 144 w 152"/>
              <a:gd name="T25" fmla="*/ 101 h 146"/>
              <a:gd name="T26" fmla="*/ 139 w 152"/>
              <a:gd name="T27" fmla="*/ 121 h 146"/>
              <a:gd name="T28" fmla="*/ 116 w 152"/>
              <a:gd name="T29" fmla="*/ 146 h 146"/>
              <a:gd name="T30" fmla="*/ 105 w 152"/>
              <a:gd name="T31" fmla="*/ 146 h 146"/>
              <a:gd name="T32" fmla="*/ 90 w 152"/>
              <a:gd name="T33" fmla="*/ 144 h 146"/>
              <a:gd name="T34" fmla="*/ 67 w 152"/>
              <a:gd name="T35" fmla="*/ 138 h 146"/>
              <a:gd name="T36" fmla="*/ 48 w 152"/>
              <a:gd name="T37" fmla="*/ 132 h 146"/>
              <a:gd name="T38" fmla="*/ 46 w 152"/>
              <a:gd name="T39" fmla="*/ 67 h 146"/>
              <a:gd name="T40" fmla="*/ 52 w 152"/>
              <a:gd name="T41" fmla="*/ 61 h 146"/>
              <a:gd name="T42" fmla="*/ 68 w 152"/>
              <a:gd name="T43" fmla="*/ 44 h 146"/>
              <a:gd name="T44" fmla="*/ 81 w 152"/>
              <a:gd name="T45" fmla="*/ 28 h 146"/>
              <a:gd name="T46" fmla="*/ 84 w 152"/>
              <a:gd name="T47" fmla="*/ 18 h 146"/>
              <a:gd name="T48" fmla="*/ 87 w 152"/>
              <a:gd name="T49" fmla="*/ 7 h 146"/>
              <a:gd name="T50" fmla="*/ 94 w 152"/>
              <a:gd name="T51" fmla="*/ 0 h 146"/>
              <a:gd name="T52" fmla="*/ 108 w 152"/>
              <a:gd name="T53" fmla="*/ 4 h 146"/>
              <a:gd name="T54" fmla="*/ 114 w 152"/>
              <a:gd name="T55" fmla="*/ 12 h 146"/>
              <a:gd name="T56" fmla="*/ 115 w 152"/>
              <a:gd name="T57" fmla="*/ 21 h 146"/>
              <a:gd name="T58" fmla="*/ 115 w 152"/>
              <a:gd name="T59" fmla="*/ 32 h 146"/>
              <a:gd name="T60" fmla="*/ 110 w 152"/>
              <a:gd name="T61" fmla="*/ 43 h 146"/>
              <a:gd name="T62" fmla="*/ 108 w 152"/>
              <a:gd name="T63" fmla="*/ 46 h 146"/>
              <a:gd name="T64" fmla="*/ 134 w 152"/>
              <a:gd name="T65" fmla="*/ 49 h 146"/>
              <a:gd name="T66" fmla="*/ 152 w 152"/>
              <a:gd name="T67" fmla="*/ 67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52" h="146">
                <a:moveTo>
                  <a:pt x="40" y="67"/>
                </a:moveTo>
                <a:cubicBezTo>
                  <a:pt x="40" y="127"/>
                  <a:pt x="40" y="127"/>
                  <a:pt x="40" y="127"/>
                </a:cubicBezTo>
                <a:cubicBezTo>
                  <a:pt x="40" y="129"/>
                  <a:pt x="39" y="130"/>
                  <a:pt x="38" y="132"/>
                </a:cubicBezTo>
                <a:cubicBezTo>
                  <a:pt x="37" y="133"/>
                  <a:pt x="35" y="133"/>
                  <a:pt x="34" y="133"/>
                </a:cubicBezTo>
                <a:cubicBezTo>
                  <a:pt x="7" y="133"/>
                  <a:pt x="7" y="133"/>
                  <a:pt x="7" y="133"/>
                </a:cubicBezTo>
                <a:cubicBezTo>
                  <a:pt x="5" y="133"/>
                  <a:pt x="3" y="133"/>
                  <a:pt x="2" y="132"/>
                </a:cubicBezTo>
                <a:cubicBezTo>
                  <a:pt x="1" y="130"/>
                  <a:pt x="0" y="129"/>
                  <a:pt x="0" y="127"/>
                </a:cubicBezTo>
                <a:cubicBezTo>
                  <a:pt x="0" y="67"/>
                  <a:pt x="0" y="67"/>
                  <a:pt x="0" y="67"/>
                </a:cubicBezTo>
                <a:cubicBezTo>
                  <a:pt x="0" y="65"/>
                  <a:pt x="1" y="64"/>
                  <a:pt x="2" y="63"/>
                </a:cubicBezTo>
                <a:cubicBezTo>
                  <a:pt x="3" y="61"/>
                  <a:pt x="5" y="61"/>
                  <a:pt x="7" y="61"/>
                </a:cubicBezTo>
                <a:cubicBezTo>
                  <a:pt x="34" y="61"/>
                  <a:pt x="34" y="61"/>
                  <a:pt x="34" y="61"/>
                </a:cubicBezTo>
                <a:cubicBezTo>
                  <a:pt x="35" y="61"/>
                  <a:pt x="37" y="61"/>
                  <a:pt x="38" y="63"/>
                </a:cubicBezTo>
                <a:cubicBezTo>
                  <a:pt x="39" y="64"/>
                  <a:pt x="40" y="65"/>
                  <a:pt x="40" y="67"/>
                </a:cubicBezTo>
                <a:close/>
                <a:moveTo>
                  <a:pt x="25" y="115"/>
                </a:moveTo>
                <a:cubicBezTo>
                  <a:pt x="25" y="114"/>
                  <a:pt x="24" y="112"/>
                  <a:pt x="23" y="111"/>
                </a:cubicBezTo>
                <a:cubicBezTo>
                  <a:pt x="22" y="110"/>
                  <a:pt x="20" y="109"/>
                  <a:pt x="19" y="109"/>
                </a:cubicBezTo>
                <a:cubicBezTo>
                  <a:pt x="17" y="109"/>
                  <a:pt x="16" y="110"/>
                  <a:pt x="14" y="111"/>
                </a:cubicBezTo>
                <a:cubicBezTo>
                  <a:pt x="13" y="112"/>
                  <a:pt x="13" y="114"/>
                  <a:pt x="13" y="115"/>
                </a:cubicBezTo>
                <a:cubicBezTo>
                  <a:pt x="13" y="117"/>
                  <a:pt x="13" y="118"/>
                  <a:pt x="14" y="120"/>
                </a:cubicBezTo>
                <a:cubicBezTo>
                  <a:pt x="16" y="121"/>
                  <a:pt x="17" y="121"/>
                  <a:pt x="19" y="121"/>
                </a:cubicBezTo>
                <a:cubicBezTo>
                  <a:pt x="20" y="121"/>
                  <a:pt x="22" y="121"/>
                  <a:pt x="23" y="120"/>
                </a:cubicBezTo>
                <a:cubicBezTo>
                  <a:pt x="24" y="118"/>
                  <a:pt x="25" y="117"/>
                  <a:pt x="25" y="115"/>
                </a:cubicBezTo>
                <a:close/>
                <a:moveTo>
                  <a:pt x="152" y="67"/>
                </a:moveTo>
                <a:cubicBezTo>
                  <a:pt x="152" y="72"/>
                  <a:pt x="150" y="77"/>
                  <a:pt x="147" y="81"/>
                </a:cubicBezTo>
                <a:cubicBezTo>
                  <a:pt x="148" y="84"/>
                  <a:pt x="148" y="86"/>
                  <a:pt x="148" y="88"/>
                </a:cubicBezTo>
                <a:cubicBezTo>
                  <a:pt x="148" y="93"/>
                  <a:pt x="147" y="97"/>
                  <a:pt x="144" y="101"/>
                </a:cubicBezTo>
                <a:cubicBezTo>
                  <a:pt x="145" y="105"/>
                  <a:pt x="145" y="108"/>
                  <a:pt x="144" y="112"/>
                </a:cubicBezTo>
                <a:cubicBezTo>
                  <a:pt x="143" y="116"/>
                  <a:pt x="141" y="119"/>
                  <a:pt x="139" y="121"/>
                </a:cubicBezTo>
                <a:cubicBezTo>
                  <a:pt x="139" y="128"/>
                  <a:pt x="138" y="134"/>
                  <a:pt x="134" y="138"/>
                </a:cubicBezTo>
                <a:cubicBezTo>
                  <a:pt x="130" y="143"/>
                  <a:pt x="124" y="145"/>
                  <a:pt x="116" y="146"/>
                </a:cubicBezTo>
                <a:cubicBezTo>
                  <a:pt x="112" y="146"/>
                  <a:pt x="112" y="146"/>
                  <a:pt x="112" y="146"/>
                </a:cubicBezTo>
                <a:cubicBezTo>
                  <a:pt x="105" y="146"/>
                  <a:pt x="105" y="146"/>
                  <a:pt x="105" y="146"/>
                </a:cubicBezTo>
                <a:cubicBezTo>
                  <a:pt x="103" y="146"/>
                  <a:pt x="103" y="146"/>
                  <a:pt x="103" y="146"/>
                </a:cubicBezTo>
                <a:cubicBezTo>
                  <a:pt x="99" y="146"/>
                  <a:pt x="95" y="145"/>
                  <a:pt x="90" y="144"/>
                </a:cubicBezTo>
                <a:cubicBezTo>
                  <a:pt x="85" y="143"/>
                  <a:pt x="81" y="142"/>
                  <a:pt x="78" y="141"/>
                </a:cubicBezTo>
                <a:cubicBezTo>
                  <a:pt x="76" y="140"/>
                  <a:pt x="72" y="139"/>
                  <a:pt x="67" y="138"/>
                </a:cubicBezTo>
                <a:cubicBezTo>
                  <a:pt x="59" y="135"/>
                  <a:pt x="54" y="133"/>
                  <a:pt x="52" y="133"/>
                </a:cubicBezTo>
                <a:cubicBezTo>
                  <a:pt x="50" y="133"/>
                  <a:pt x="49" y="133"/>
                  <a:pt x="48" y="132"/>
                </a:cubicBezTo>
                <a:cubicBezTo>
                  <a:pt x="46" y="130"/>
                  <a:pt x="46" y="129"/>
                  <a:pt x="46" y="127"/>
                </a:cubicBezTo>
                <a:cubicBezTo>
                  <a:pt x="46" y="67"/>
                  <a:pt x="46" y="67"/>
                  <a:pt x="46" y="67"/>
                </a:cubicBezTo>
                <a:cubicBezTo>
                  <a:pt x="46" y="65"/>
                  <a:pt x="46" y="64"/>
                  <a:pt x="48" y="63"/>
                </a:cubicBezTo>
                <a:cubicBezTo>
                  <a:pt x="49" y="61"/>
                  <a:pt x="50" y="61"/>
                  <a:pt x="52" y="61"/>
                </a:cubicBezTo>
                <a:cubicBezTo>
                  <a:pt x="53" y="61"/>
                  <a:pt x="56" y="59"/>
                  <a:pt x="59" y="55"/>
                </a:cubicBezTo>
                <a:cubicBezTo>
                  <a:pt x="62" y="52"/>
                  <a:pt x="65" y="48"/>
                  <a:pt x="68" y="44"/>
                </a:cubicBezTo>
                <a:cubicBezTo>
                  <a:pt x="73" y="38"/>
                  <a:pt x="76" y="34"/>
                  <a:pt x="78" y="32"/>
                </a:cubicBezTo>
                <a:cubicBezTo>
                  <a:pt x="79" y="31"/>
                  <a:pt x="80" y="30"/>
                  <a:pt x="81" y="28"/>
                </a:cubicBezTo>
                <a:cubicBezTo>
                  <a:pt x="82" y="26"/>
                  <a:pt x="82" y="24"/>
                  <a:pt x="83" y="23"/>
                </a:cubicBezTo>
                <a:cubicBezTo>
                  <a:pt x="83" y="22"/>
                  <a:pt x="83" y="20"/>
                  <a:pt x="84" y="18"/>
                </a:cubicBezTo>
                <a:cubicBezTo>
                  <a:pt x="84" y="15"/>
                  <a:pt x="85" y="13"/>
                  <a:pt x="85" y="12"/>
                </a:cubicBezTo>
                <a:cubicBezTo>
                  <a:pt x="85" y="10"/>
                  <a:pt x="86" y="9"/>
                  <a:pt x="87" y="7"/>
                </a:cubicBezTo>
                <a:cubicBezTo>
                  <a:pt x="88" y="5"/>
                  <a:pt x="89" y="3"/>
                  <a:pt x="90" y="2"/>
                </a:cubicBezTo>
                <a:cubicBezTo>
                  <a:pt x="91" y="1"/>
                  <a:pt x="93" y="0"/>
                  <a:pt x="94" y="0"/>
                </a:cubicBezTo>
                <a:cubicBezTo>
                  <a:pt x="97" y="0"/>
                  <a:pt x="100" y="1"/>
                  <a:pt x="102" y="1"/>
                </a:cubicBezTo>
                <a:cubicBezTo>
                  <a:pt x="104" y="2"/>
                  <a:pt x="106" y="3"/>
                  <a:pt x="108" y="4"/>
                </a:cubicBezTo>
                <a:cubicBezTo>
                  <a:pt x="109" y="5"/>
                  <a:pt x="111" y="6"/>
                  <a:pt x="112" y="8"/>
                </a:cubicBezTo>
                <a:cubicBezTo>
                  <a:pt x="113" y="9"/>
                  <a:pt x="113" y="11"/>
                  <a:pt x="114" y="12"/>
                </a:cubicBezTo>
                <a:cubicBezTo>
                  <a:pt x="114" y="13"/>
                  <a:pt x="115" y="15"/>
                  <a:pt x="115" y="17"/>
                </a:cubicBezTo>
                <a:cubicBezTo>
                  <a:pt x="115" y="18"/>
                  <a:pt x="115" y="20"/>
                  <a:pt x="115" y="21"/>
                </a:cubicBezTo>
                <a:cubicBezTo>
                  <a:pt x="115" y="22"/>
                  <a:pt x="115" y="23"/>
                  <a:pt x="115" y="25"/>
                </a:cubicBezTo>
                <a:cubicBezTo>
                  <a:pt x="115" y="27"/>
                  <a:pt x="115" y="29"/>
                  <a:pt x="115" y="32"/>
                </a:cubicBezTo>
                <a:cubicBezTo>
                  <a:pt x="114" y="34"/>
                  <a:pt x="113" y="36"/>
                  <a:pt x="113" y="37"/>
                </a:cubicBezTo>
                <a:cubicBezTo>
                  <a:pt x="112" y="39"/>
                  <a:pt x="111" y="41"/>
                  <a:pt x="110" y="43"/>
                </a:cubicBezTo>
                <a:cubicBezTo>
                  <a:pt x="110" y="43"/>
                  <a:pt x="110" y="44"/>
                  <a:pt x="109" y="44"/>
                </a:cubicBezTo>
                <a:cubicBezTo>
                  <a:pt x="109" y="45"/>
                  <a:pt x="108" y="46"/>
                  <a:pt x="108" y="46"/>
                </a:cubicBezTo>
                <a:cubicBezTo>
                  <a:pt x="108" y="47"/>
                  <a:pt x="108" y="48"/>
                  <a:pt x="107" y="49"/>
                </a:cubicBezTo>
                <a:cubicBezTo>
                  <a:pt x="134" y="49"/>
                  <a:pt x="134" y="49"/>
                  <a:pt x="134" y="49"/>
                </a:cubicBezTo>
                <a:cubicBezTo>
                  <a:pt x="139" y="49"/>
                  <a:pt x="143" y="51"/>
                  <a:pt x="146" y="54"/>
                </a:cubicBezTo>
                <a:cubicBezTo>
                  <a:pt x="150" y="58"/>
                  <a:pt x="152" y="62"/>
                  <a:pt x="152" y="6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23" name="Freeform 326"/>
          <p:cNvSpPr>
            <a:spLocks noEditPoints="1"/>
          </p:cNvSpPr>
          <p:nvPr/>
        </p:nvSpPr>
        <p:spPr bwMode="auto">
          <a:xfrm>
            <a:off x="2237363" y="4841275"/>
            <a:ext cx="218271" cy="209627"/>
          </a:xfrm>
          <a:custGeom>
            <a:avLst/>
            <a:gdLst>
              <a:gd name="T0" fmla="*/ 33 w 151"/>
              <a:gd name="T1" fmla="*/ 85 h 146"/>
              <a:gd name="T2" fmla="*/ 2 w 151"/>
              <a:gd name="T3" fmla="*/ 83 h 146"/>
              <a:gd name="T4" fmla="*/ 0 w 151"/>
              <a:gd name="T5" fmla="*/ 19 h 146"/>
              <a:gd name="T6" fmla="*/ 6 w 151"/>
              <a:gd name="T7" fmla="*/ 13 h 146"/>
              <a:gd name="T8" fmla="*/ 38 w 151"/>
              <a:gd name="T9" fmla="*/ 14 h 146"/>
              <a:gd name="T10" fmla="*/ 39 w 151"/>
              <a:gd name="T11" fmla="*/ 79 h 146"/>
              <a:gd name="T12" fmla="*/ 23 w 151"/>
              <a:gd name="T13" fmla="*/ 26 h 146"/>
              <a:gd name="T14" fmla="*/ 14 w 151"/>
              <a:gd name="T15" fmla="*/ 26 h 146"/>
              <a:gd name="T16" fmla="*/ 14 w 151"/>
              <a:gd name="T17" fmla="*/ 35 h 146"/>
              <a:gd name="T18" fmla="*/ 23 w 151"/>
              <a:gd name="T19" fmla="*/ 35 h 146"/>
              <a:gd name="T20" fmla="*/ 23 w 151"/>
              <a:gd name="T21" fmla="*/ 26 h 146"/>
              <a:gd name="T22" fmla="*/ 144 w 151"/>
              <a:gd name="T23" fmla="*/ 45 h 146"/>
              <a:gd name="T24" fmla="*/ 138 w 151"/>
              <a:gd name="T25" fmla="*/ 25 h 146"/>
              <a:gd name="T26" fmla="*/ 115 w 151"/>
              <a:gd name="T27" fmla="*/ 0 h 146"/>
              <a:gd name="T28" fmla="*/ 105 w 151"/>
              <a:gd name="T29" fmla="*/ 0 h 146"/>
              <a:gd name="T30" fmla="*/ 89 w 151"/>
              <a:gd name="T31" fmla="*/ 2 h 146"/>
              <a:gd name="T32" fmla="*/ 67 w 151"/>
              <a:gd name="T33" fmla="*/ 8 h 146"/>
              <a:gd name="T34" fmla="*/ 47 w 151"/>
              <a:gd name="T35" fmla="*/ 14 h 146"/>
              <a:gd name="T36" fmla="*/ 46 w 151"/>
              <a:gd name="T37" fmla="*/ 79 h 146"/>
              <a:gd name="T38" fmla="*/ 51 w 151"/>
              <a:gd name="T39" fmla="*/ 85 h 146"/>
              <a:gd name="T40" fmla="*/ 68 w 151"/>
              <a:gd name="T41" fmla="*/ 102 h 146"/>
              <a:gd name="T42" fmla="*/ 80 w 151"/>
              <a:gd name="T43" fmla="*/ 118 h 146"/>
              <a:gd name="T44" fmla="*/ 83 w 151"/>
              <a:gd name="T45" fmla="*/ 128 h 146"/>
              <a:gd name="T46" fmla="*/ 86 w 151"/>
              <a:gd name="T47" fmla="*/ 139 h 146"/>
              <a:gd name="T48" fmla="*/ 94 w 151"/>
              <a:gd name="T49" fmla="*/ 146 h 146"/>
              <a:gd name="T50" fmla="*/ 107 w 151"/>
              <a:gd name="T51" fmla="*/ 142 h 146"/>
              <a:gd name="T52" fmla="*/ 113 w 151"/>
              <a:gd name="T53" fmla="*/ 134 h 146"/>
              <a:gd name="T54" fmla="*/ 115 w 151"/>
              <a:gd name="T55" fmla="*/ 125 h 146"/>
              <a:gd name="T56" fmla="*/ 114 w 151"/>
              <a:gd name="T57" fmla="*/ 114 h 146"/>
              <a:gd name="T58" fmla="*/ 110 w 151"/>
              <a:gd name="T59" fmla="*/ 103 h 146"/>
              <a:gd name="T60" fmla="*/ 108 w 151"/>
              <a:gd name="T61" fmla="*/ 99 h 146"/>
              <a:gd name="T62" fmla="*/ 133 w 151"/>
              <a:gd name="T63" fmla="*/ 97 h 146"/>
              <a:gd name="T64" fmla="*/ 151 w 151"/>
              <a:gd name="T65" fmla="*/ 79 h 146"/>
              <a:gd name="T66" fmla="*/ 148 w 151"/>
              <a:gd name="T67" fmla="*/ 58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51" h="146">
                <a:moveTo>
                  <a:pt x="38" y="83"/>
                </a:moveTo>
                <a:cubicBezTo>
                  <a:pt x="36" y="85"/>
                  <a:pt x="35" y="85"/>
                  <a:pt x="33" y="85"/>
                </a:cubicBezTo>
                <a:cubicBezTo>
                  <a:pt x="6" y="85"/>
                  <a:pt x="6" y="85"/>
                  <a:pt x="6" y="85"/>
                </a:cubicBezTo>
                <a:cubicBezTo>
                  <a:pt x="5" y="85"/>
                  <a:pt x="3" y="85"/>
                  <a:pt x="2" y="83"/>
                </a:cubicBezTo>
                <a:cubicBezTo>
                  <a:pt x="1" y="82"/>
                  <a:pt x="0" y="81"/>
                  <a:pt x="0" y="79"/>
                </a:cubicBezTo>
                <a:cubicBezTo>
                  <a:pt x="0" y="19"/>
                  <a:pt x="0" y="19"/>
                  <a:pt x="0" y="19"/>
                </a:cubicBezTo>
                <a:cubicBezTo>
                  <a:pt x="0" y="17"/>
                  <a:pt x="1" y="16"/>
                  <a:pt x="2" y="14"/>
                </a:cubicBezTo>
                <a:cubicBezTo>
                  <a:pt x="3" y="13"/>
                  <a:pt x="5" y="13"/>
                  <a:pt x="6" y="13"/>
                </a:cubicBezTo>
                <a:cubicBezTo>
                  <a:pt x="33" y="13"/>
                  <a:pt x="33" y="13"/>
                  <a:pt x="33" y="13"/>
                </a:cubicBezTo>
                <a:cubicBezTo>
                  <a:pt x="35" y="13"/>
                  <a:pt x="36" y="13"/>
                  <a:pt x="38" y="14"/>
                </a:cubicBezTo>
                <a:cubicBezTo>
                  <a:pt x="39" y="16"/>
                  <a:pt x="39" y="17"/>
                  <a:pt x="39" y="19"/>
                </a:cubicBezTo>
                <a:cubicBezTo>
                  <a:pt x="39" y="79"/>
                  <a:pt x="39" y="79"/>
                  <a:pt x="39" y="79"/>
                </a:cubicBezTo>
                <a:cubicBezTo>
                  <a:pt x="39" y="81"/>
                  <a:pt x="39" y="82"/>
                  <a:pt x="38" y="83"/>
                </a:cubicBezTo>
                <a:close/>
                <a:moveTo>
                  <a:pt x="23" y="26"/>
                </a:moveTo>
                <a:cubicBezTo>
                  <a:pt x="21" y="25"/>
                  <a:pt x="20" y="25"/>
                  <a:pt x="18" y="25"/>
                </a:cubicBezTo>
                <a:cubicBezTo>
                  <a:pt x="17" y="25"/>
                  <a:pt x="15" y="25"/>
                  <a:pt x="14" y="26"/>
                </a:cubicBezTo>
                <a:cubicBezTo>
                  <a:pt x="13" y="28"/>
                  <a:pt x="12" y="29"/>
                  <a:pt x="12" y="31"/>
                </a:cubicBezTo>
                <a:cubicBezTo>
                  <a:pt x="12" y="32"/>
                  <a:pt x="13" y="34"/>
                  <a:pt x="14" y="35"/>
                </a:cubicBezTo>
                <a:cubicBezTo>
                  <a:pt x="15" y="36"/>
                  <a:pt x="17" y="37"/>
                  <a:pt x="18" y="37"/>
                </a:cubicBezTo>
                <a:cubicBezTo>
                  <a:pt x="20" y="37"/>
                  <a:pt x="21" y="36"/>
                  <a:pt x="23" y="35"/>
                </a:cubicBezTo>
                <a:cubicBezTo>
                  <a:pt x="24" y="34"/>
                  <a:pt x="24" y="32"/>
                  <a:pt x="24" y="31"/>
                </a:cubicBezTo>
                <a:cubicBezTo>
                  <a:pt x="24" y="29"/>
                  <a:pt x="24" y="28"/>
                  <a:pt x="23" y="26"/>
                </a:cubicBezTo>
                <a:close/>
                <a:moveTo>
                  <a:pt x="148" y="58"/>
                </a:moveTo>
                <a:cubicBezTo>
                  <a:pt x="148" y="53"/>
                  <a:pt x="146" y="49"/>
                  <a:pt x="144" y="45"/>
                </a:cubicBezTo>
                <a:cubicBezTo>
                  <a:pt x="145" y="41"/>
                  <a:pt x="145" y="38"/>
                  <a:pt x="144" y="34"/>
                </a:cubicBezTo>
                <a:cubicBezTo>
                  <a:pt x="143" y="30"/>
                  <a:pt x="141" y="27"/>
                  <a:pt x="138" y="25"/>
                </a:cubicBezTo>
                <a:cubicBezTo>
                  <a:pt x="139" y="18"/>
                  <a:pt x="137" y="12"/>
                  <a:pt x="134" y="8"/>
                </a:cubicBezTo>
                <a:cubicBezTo>
                  <a:pt x="130" y="3"/>
                  <a:pt x="124" y="1"/>
                  <a:pt x="115" y="0"/>
                </a:cubicBezTo>
                <a:cubicBezTo>
                  <a:pt x="112" y="0"/>
                  <a:pt x="112" y="0"/>
                  <a:pt x="112" y="0"/>
                </a:cubicBezTo>
                <a:cubicBezTo>
                  <a:pt x="105" y="0"/>
                  <a:pt x="105" y="0"/>
                  <a:pt x="105" y="0"/>
                </a:cubicBezTo>
                <a:cubicBezTo>
                  <a:pt x="103" y="0"/>
                  <a:pt x="103" y="0"/>
                  <a:pt x="103" y="0"/>
                </a:cubicBezTo>
                <a:cubicBezTo>
                  <a:pt x="99" y="0"/>
                  <a:pt x="94" y="1"/>
                  <a:pt x="89" y="2"/>
                </a:cubicBezTo>
                <a:cubicBezTo>
                  <a:pt x="84" y="3"/>
                  <a:pt x="81" y="4"/>
                  <a:pt x="78" y="5"/>
                </a:cubicBezTo>
                <a:cubicBezTo>
                  <a:pt x="75" y="5"/>
                  <a:pt x="71" y="7"/>
                  <a:pt x="67" y="8"/>
                </a:cubicBezTo>
                <a:cubicBezTo>
                  <a:pt x="59" y="11"/>
                  <a:pt x="54" y="12"/>
                  <a:pt x="52" y="13"/>
                </a:cubicBezTo>
                <a:cubicBezTo>
                  <a:pt x="50" y="13"/>
                  <a:pt x="49" y="13"/>
                  <a:pt x="47" y="14"/>
                </a:cubicBezTo>
                <a:cubicBezTo>
                  <a:pt x="46" y="16"/>
                  <a:pt x="46" y="17"/>
                  <a:pt x="46" y="19"/>
                </a:cubicBezTo>
                <a:cubicBezTo>
                  <a:pt x="46" y="79"/>
                  <a:pt x="46" y="79"/>
                  <a:pt x="46" y="79"/>
                </a:cubicBezTo>
                <a:cubicBezTo>
                  <a:pt x="46" y="81"/>
                  <a:pt x="46" y="82"/>
                  <a:pt x="47" y="83"/>
                </a:cubicBezTo>
                <a:cubicBezTo>
                  <a:pt x="48" y="84"/>
                  <a:pt x="50" y="85"/>
                  <a:pt x="51" y="85"/>
                </a:cubicBezTo>
                <a:cubicBezTo>
                  <a:pt x="53" y="85"/>
                  <a:pt x="55" y="87"/>
                  <a:pt x="58" y="91"/>
                </a:cubicBezTo>
                <a:cubicBezTo>
                  <a:pt x="62" y="94"/>
                  <a:pt x="65" y="98"/>
                  <a:pt x="68" y="102"/>
                </a:cubicBezTo>
                <a:cubicBezTo>
                  <a:pt x="72" y="108"/>
                  <a:pt x="75" y="112"/>
                  <a:pt x="78" y="114"/>
                </a:cubicBezTo>
                <a:cubicBezTo>
                  <a:pt x="79" y="115"/>
                  <a:pt x="80" y="116"/>
                  <a:pt x="80" y="118"/>
                </a:cubicBezTo>
                <a:cubicBezTo>
                  <a:pt x="81" y="120"/>
                  <a:pt x="82" y="122"/>
                  <a:pt x="82" y="123"/>
                </a:cubicBezTo>
                <a:cubicBezTo>
                  <a:pt x="82" y="124"/>
                  <a:pt x="83" y="126"/>
                  <a:pt x="83" y="128"/>
                </a:cubicBezTo>
                <a:cubicBezTo>
                  <a:pt x="84" y="131"/>
                  <a:pt x="84" y="133"/>
                  <a:pt x="85" y="134"/>
                </a:cubicBezTo>
                <a:cubicBezTo>
                  <a:pt x="85" y="136"/>
                  <a:pt x="86" y="137"/>
                  <a:pt x="86" y="139"/>
                </a:cubicBezTo>
                <a:cubicBezTo>
                  <a:pt x="87" y="141"/>
                  <a:pt x="88" y="143"/>
                  <a:pt x="90" y="144"/>
                </a:cubicBezTo>
                <a:cubicBezTo>
                  <a:pt x="91" y="145"/>
                  <a:pt x="92" y="146"/>
                  <a:pt x="94" y="146"/>
                </a:cubicBezTo>
                <a:cubicBezTo>
                  <a:pt x="97" y="146"/>
                  <a:pt x="99" y="145"/>
                  <a:pt x="102" y="145"/>
                </a:cubicBezTo>
                <a:cubicBezTo>
                  <a:pt x="104" y="144"/>
                  <a:pt x="106" y="143"/>
                  <a:pt x="107" y="142"/>
                </a:cubicBezTo>
                <a:cubicBezTo>
                  <a:pt x="109" y="141"/>
                  <a:pt x="110" y="140"/>
                  <a:pt x="111" y="138"/>
                </a:cubicBezTo>
                <a:cubicBezTo>
                  <a:pt x="112" y="137"/>
                  <a:pt x="113" y="135"/>
                  <a:pt x="113" y="134"/>
                </a:cubicBezTo>
                <a:cubicBezTo>
                  <a:pt x="114" y="133"/>
                  <a:pt x="114" y="131"/>
                  <a:pt x="115" y="129"/>
                </a:cubicBezTo>
                <a:cubicBezTo>
                  <a:pt x="115" y="127"/>
                  <a:pt x="115" y="126"/>
                  <a:pt x="115" y="125"/>
                </a:cubicBezTo>
                <a:cubicBezTo>
                  <a:pt x="115" y="124"/>
                  <a:pt x="115" y="123"/>
                  <a:pt x="115" y="121"/>
                </a:cubicBezTo>
                <a:cubicBezTo>
                  <a:pt x="115" y="119"/>
                  <a:pt x="115" y="117"/>
                  <a:pt x="114" y="114"/>
                </a:cubicBezTo>
                <a:cubicBezTo>
                  <a:pt x="114" y="112"/>
                  <a:pt x="113" y="110"/>
                  <a:pt x="112" y="109"/>
                </a:cubicBezTo>
                <a:cubicBezTo>
                  <a:pt x="112" y="107"/>
                  <a:pt x="111" y="106"/>
                  <a:pt x="110" y="103"/>
                </a:cubicBezTo>
                <a:cubicBezTo>
                  <a:pt x="110" y="103"/>
                  <a:pt x="109" y="102"/>
                  <a:pt x="109" y="102"/>
                </a:cubicBezTo>
                <a:cubicBezTo>
                  <a:pt x="108" y="101"/>
                  <a:pt x="108" y="100"/>
                  <a:pt x="108" y="99"/>
                </a:cubicBezTo>
                <a:cubicBezTo>
                  <a:pt x="108" y="99"/>
                  <a:pt x="107" y="98"/>
                  <a:pt x="107" y="97"/>
                </a:cubicBezTo>
                <a:cubicBezTo>
                  <a:pt x="133" y="97"/>
                  <a:pt x="133" y="97"/>
                  <a:pt x="133" y="97"/>
                </a:cubicBezTo>
                <a:cubicBezTo>
                  <a:pt x="138" y="97"/>
                  <a:pt x="142" y="95"/>
                  <a:pt x="146" y="92"/>
                </a:cubicBezTo>
                <a:cubicBezTo>
                  <a:pt x="150" y="88"/>
                  <a:pt x="151" y="84"/>
                  <a:pt x="151" y="79"/>
                </a:cubicBezTo>
                <a:cubicBezTo>
                  <a:pt x="151" y="74"/>
                  <a:pt x="150" y="69"/>
                  <a:pt x="146" y="65"/>
                </a:cubicBezTo>
                <a:cubicBezTo>
                  <a:pt x="147" y="62"/>
                  <a:pt x="148" y="60"/>
                  <a:pt x="148" y="58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24" name="Freeform 327"/>
          <p:cNvSpPr>
            <a:spLocks noEditPoints="1"/>
          </p:cNvSpPr>
          <p:nvPr/>
        </p:nvSpPr>
        <p:spPr bwMode="auto">
          <a:xfrm>
            <a:off x="2526951" y="4823987"/>
            <a:ext cx="209627" cy="209627"/>
          </a:xfrm>
          <a:custGeom>
            <a:avLst/>
            <a:gdLst>
              <a:gd name="T0" fmla="*/ 137 w 145"/>
              <a:gd name="T1" fmla="*/ 138 h 146"/>
              <a:gd name="T2" fmla="*/ 8 w 145"/>
              <a:gd name="T3" fmla="*/ 138 h 146"/>
              <a:gd name="T4" fmla="*/ 8 w 145"/>
              <a:gd name="T5" fmla="*/ 8 h 146"/>
              <a:gd name="T6" fmla="*/ 137 w 145"/>
              <a:gd name="T7" fmla="*/ 8 h 146"/>
              <a:gd name="T8" fmla="*/ 123 w 145"/>
              <a:gd name="T9" fmla="*/ 74 h 146"/>
              <a:gd name="T10" fmla="*/ 72 w 145"/>
              <a:gd name="T11" fmla="*/ 63 h 146"/>
              <a:gd name="T12" fmla="*/ 22 w 145"/>
              <a:gd name="T13" fmla="*/ 74 h 146"/>
              <a:gd name="T14" fmla="*/ 26 w 145"/>
              <a:gd name="T15" fmla="*/ 130 h 146"/>
              <a:gd name="T16" fmla="*/ 111 w 145"/>
              <a:gd name="T17" fmla="*/ 134 h 146"/>
              <a:gd name="T18" fmla="*/ 124 w 145"/>
              <a:gd name="T19" fmla="*/ 99 h 146"/>
              <a:gd name="T20" fmla="*/ 43 w 145"/>
              <a:gd name="T21" fmla="*/ 81 h 146"/>
              <a:gd name="T22" fmla="*/ 36 w 145"/>
              <a:gd name="T23" fmla="*/ 81 h 146"/>
              <a:gd name="T24" fmla="*/ 50 w 145"/>
              <a:gd name="T25" fmla="*/ 75 h 146"/>
              <a:gd name="T26" fmla="*/ 54 w 145"/>
              <a:gd name="T27" fmla="*/ 9 h 146"/>
              <a:gd name="T28" fmla="*/ 37 w 145"/>
              <a:gd name="T29" fmla="*/ 9 h 146"/>
              <a:gd name="T30" fmla="*/ 46 w 145"/>
              <a:gd name="T31" fmla="*/ 37 h 146"/>
              <a:gd name="T32" fmla="*/ 53 w 145"/>
              <a:gd name="T33" fmla="*/ 37 h 146"/>
              <a:gd name="T34" fmla="*/ 63 w 145"/>
              <a:gd name="T35" fmla="*/ 121 h 146"/>
              <a:gd name="T36" fmla="*/ 52 w 145"/>
              <a:gd name="T37" fmla="*/ 119 h 146"/>
              <a:gd name="T38" fmla="*/ 57 w 145"/>
              <a:gd name="T39" fmla="*/ 87 h 146"/>
              <a:gd name="T40" fmla="*/ 59 w 145"/>
              <a:gd name="T41" fmla="*/ 116 h 146"/>
              <a:gd name="T42" fmla="*/ 69 w 145"/>
              <a:gd name="T43" fmla="*/ 87 h 146"/>
              <a:gd name="T44" fmla="*/ 78 w 145"/>
              <a:gd name="T45" fmla="*/ 24 h 146"/>
              <a:gd name="T46" fmla="*/ 62 w 145"/>
              <a:gd name="T47" fmla="*/ 33 h 146"/>
              <a:gd name="T48" fmla="*/ 71 w 145"/>
              <a:gd name="T49" fmla="*/ 57 h 146"/>
              <a:gd name="T50" fmla="*/ 74 w 145"/>
              <a:gd name="T51" fmla="*/ 31 h 146"/>
              <a:gd name="T52" fmla="*/ 68 w 145"/>
              <a:gd name="T53" fmla="*/ 46 h 146"/>
              <a:gd name="T54" fmla="*/ 74 w 145"/>
              <a:gd name="T55" fmla="*/ 31 h 146"/>
              <a:gd name="T56" fmla="*/ 92 w 145"/>
              <a:gd name="T57" fmla="*/ 118 h 146"/>
              <a:gd name="T58" fmla="*/ 81 w 145"/>
              <a:gd name="T59" fmla="*/ 121 h 146"/>
              <a:gd name="T60" fmla="*/ 81 w 145"/>
              <a:gd name="T61" fmla="*/ 75 h 146"/>
              <a:gd name="T62" fmla="*/ 92 w 145"/>
              <a:gd name="T63" fmla="*/ 90 h 146"/>
              <a:gd name="T64" fmla="*/ 87 w 145"/>
              <a:gd name="T65" fmla="*/ 97 h 146"/>
              <a:gd name="T66" fmla="*/ 81 w 145"/>
              <a:gd name="T67" fmla="*/ 115 h 146"/>
              <a:gd name="T68" fmla="*/ 97 w 145"/>
              <a:gd name="T69" fmla="*/ 56 h 146"/>
              <a:gd name="T70" fmla="*/ 97 w 145"/>
              <a:gd name="T71" fmla="*/ 21 h 146"/>
              <a:gd name="T72" fmla="*/ 92 w 145"/>
              <a:gd name="T73" fmla="*/ 49 h 146"/>
              <a:gd name="T74" fmla="*/ 86 w 145"/>
              <a:gd name="T75" fmla="*/ 21 h 146"/>
              <a:gd name="T76" fmla="*/ 90 w 145"/>
              <a:gd name="T77" fmla="*/ 57 h 146"/>
              <a:gd name="T78" fmla="*/ 117 w 145"/>
              <a:gd name="T79" fmla="*/ 109 h 146"/>
              <a:gd name="T80" fmla="*/ 115 w 145"/>
              <a:gd name="T81" fmla="*/ 118 h 146"/>
              <a:gd name="T82" fmla="*/ 98 w 145"/>
              <a:gd name="T83" fmla="*/ 110 h 146"/>
              <a:gd name="T84" fmla="*/ 107 w 145"/>
              <a:gd name="T85" fmla="*/ 86 h 146"/>
              <a:gd name="T86" fmla="*/ 117 w 145"/>
              <a:gd name="T87" fmla="*/ 105 h 146"/>
              <a:gd name="T88" fmla="*/ 107 w 145"/>
              <a:gd name="T89" fmla="*/ 116 h 146"/>
              <a:gd name="T90" fmla="*/ 110 w 145"/>
              <a:gd name="T91" fmla="*/ 111 h 146"/>
              <a:gd name="T92" fmla="*/ 104 w 145"/>
              <a:gd name="T93" fmla="*/ 100 h 146"/>
              <a:gd name="T94" fmla="*/ 107 w 145"/>
              <a:gd name="T95" fmla="*/ 92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45" h="146">
                <a:moveTo>
                  <a:pt x="145" y="28"/>
                </a:moveTo>
                <a:cubicBezTo>
                  <a:pt x="145" y="118"/>
                  <a:pt x="145" y="118"/>
                  <a:pt x="145" y="118"/>
                </a:cubicBezTo>
                <a:cubicBezTo>
                  <a:pt x="145" y="126"/>
                  <a:pt x="142" y="132"/>
                  <a:pt x="137" y="138"/>
                </a:cubicBezTo>
                <a:cubicBezTo>
                  <a:pt x="132" y="143"/>
                  <a:pt x="125" y="146"/>
                  <a:pt x="118" y="146"/>
                </a:cubicBezTo>
                <a:cubicBezTo>
                  <a:pt x="27" y="146"/>
                  <a:pt x="27" y="146"/>
                  <a:pt x="27" y="146"/>
                </a:cubicBezTo>
                <a:cubicBezTo>
                  <a:pt x="19" y="146"/>
                  <a:pt x="13" y="143"/>
                  <a:pt x="8" y="138"/>
                </a:cubicBezTo>
                <a:cubicBezTo>
                  <a:pt x="2" y="132"/>
                  <a:pt x="0" y="126"/>
                  <a:pt x="0" y="118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0"/>
                  <a:pt x="2" y="14"/>
                  <a:pt x="8" y="8"/>
                </a:cubicBezTo>
                <a:cubicBezTo>
                  <a:pt x="13" y="3"/>
                  <a:pt x="19" y="0"/>
                  <a:pt x="27" y="0"/>
                </a:cubicBezTo>
                <a:cubicBezTo>
                  <a:pt x="118" y="0"/>
                  <a:pt x="118" y="0"/>
                  <a:pt x="118" y="0"/>
                </a:cubicBezTo>
                <a:cubicBezTo>
                  <a:pt x="125" y="0"/>
                  <a:pt x="132" y="3"/>
                  <a:pt x="137" y="8"/>
                </a:cubicBezTo>
                <a:cubicBezTo>
                  <a:pt x="142" y="14"/>
                  <a:pt x="145" y="20"/>
                  <a:pt x="145" y="28"/>
                </a:cubicBezTo>
                <a:close/>
                <a:moveTo>
                  <a:pt x="124" y="99"/>
                </a:moveTo>
                <a:cubicBezTo>
                  <a:pt x="124" y="88"/>
                  <a:pt x="124" y="79"/>
                  <a:pt x="123" y="74"/>
                </a:cubicBezTo>
                <a:cubicBezTo>
                  <a:pt x="122" y="71"/>
                  <a:pt x="121" y="69"/>
                  <a:pt x="119" y="67"/>
                </a:cubicBezTo>
                <a:cubicBezTo>
                  <a:pt x="116" y="65"/>
                  <a:pt x="114" y="64"/>
                  <a:pt x="111" y="64"/>
                </a:cubicBezTo>
                <a:cubicBezTo>
                  <a:pt x="103" y="63"/>
                  <a:pt x="90" y="63"/>
                  <a:pt x="72" y="63"/>
                </a:cubicBezTo>
                <a:cubicBezTo>
                  <a:pt x="55" y="63"/>
                  <a:pt x="42" y="63"/>
                  <a:pt x="34" y="64"/>
                </a:cubicBezTo>
                <a:cubicBezTo>
                  <a:pt x="31" y="64"/>
                  <a:pt x="28" y="65"/>
                  <a:pt x="26" y="67"/>
                </a:cubicBezTo>
                <a:cubicBezTo>
                  <a:pt x="24" y="69"/>
                  <a:pt x="23" y="71"/>
                  <a:pt x="22" y="74"/>
                </a:cubicBezTo>
                <a:cubicBezTo>
                  <a:pt x="21" y="80"/>
                  <a:pt x="20" y="88"/>
                  <a:pt x="20" y="99"/>
                </a:cubicBezTo>
                <a:cubicBezTo>
                  <a:pt x="20" y="110"/>
                  <a:pt x="21" y="118"/>
                  <a:pt x="22" y="123"/>
                </a:cubicBezTo>
                <a:cubicBezTo>
                  <a:pt x="23" y="126"/>
                  <a:pt x="24" y="128"/>
                  <a:pt x="26" y="130"/>
                </a:cubicBezTo>
                <a:cubicBezTo>
                  <a:pt x="28" y="132"/>
                  <a:pt x="31" y="133"/>
                  <a:pt x="33" y="134"/>
                </a:cubicBezTo>
                <a:cubicBezTo>
                  <a:pt x="42" y="135"/>
                  <a:pt x="55" y="135"/>
                  <a:pt x="72" y="135"/>
                </a:cubicBezTo>
                <a:cubicBezTo>
                  <a:pt x="90" y="135"/>
                  <a:pt x="103" y="135"/>
                  <a:pt x="111" y="134"/>
                </a:cubicBezTo>
                <a:cubicBezTo>
                  <a:pt x="114" y="133"/>
                  <a:pt x="116" y="132"/>
                  <a:pt x="118" y="130"/>
                </a:cubicBezTo>
                <a:cubicBezTo>
                  <a:pt x="121" y="128"/>
                  <a:pt x="122" y="126"/>
                  <a:pt x="122" y="123"/>
                </a:cubicBezTo>
                <a:cubicBezTo>
                  <a:pt x="124" y="118"/>
                  <a:pt x="124" y="110"/>
                  <a:pt x="124" y="99"/>
                </a:cubicBezTo>
                <a:close/>
                <a:moveTo>
                  <a:pt x="50" y="75"/>
                </a:moveTo>
                <a:cubicBezTo>
                  <a:pt x="50" y="81"/>
                  <a:pt x="50" y="81"/>
                  <a:pt x="50" y="81"/>
                </a:cubicBezTo>
                <a:cubicBezTo>
                  <a:pt x="43" y="81"/>
                  <a:pt x="43" y="81"/>
                  <a:pt x="43" y="81"/>
                </a:cubicBezTo>
                <a:cubicBezTo>
                  <a:pt x="43" y="121"/>
                  <a:pt x="43" y="121"/>
                  <a:pt x="43" y="121"/>
                </a:cubicBezTo>
                <a:cubicBezTo>
                  <a:pt x="36" y="121"/>
                  <a:pt x="36" y="121"/>
                  <a:pt x="36" y="121"/>
                </a:cubicBezTo>
                <a:cubicBezTo>
                  <a:pt x="36" y="81"/>
                  <a:pt x="36" y="81"/>
                  <a:pt x="36" y="81"/>
                </a:cubicBezTo>
                <a:cubicBezTo>
                  <a:pt x="28" y="81"/>
                  <a:pt x="28" y="81"/>
                  <a:pt x="28" y="81"/>
                </a:cubicBezTo>
                <a:cubicBezTo>
                  <a:pt x="28" y="75"/>
                  <a:pt x="28" y="75"/>
                  <a:pt x="28" y="75"/>
                </a:cubicBezTo>
                <a:lnTo>
                  <a:pt x="50" y="75"/>
                </a:lnTo>
                <a:close/>
                <a:moveTo>
                  <a:pt x="53" y="37"/>
                </a:moveTo>
                <a:cubicBezTo>
                  <a:pt x="62" y="9"/>
                  <a:pt x="62" y="9"/>
                  <a:pt x="62" y="9"/>
                </a:cubicBezTo>
                <a:cubicBezTo>
                  <a:pt x="54" y="9"/>
                  <a:pt x="54" y="9"/>
                  <a:pt x="54" y="9"/>
                </a:cubicBezTo>
                <a:cubicBezTo>
                  <a:pt x="50" y="28"/>
                  <a:pt x="50" y="28"/>
                  <a:pt x="50" y="28"/>
                </a:cubicBezTo>
                <a:cubicBezTo>
                  <a:pt x="45" y="9"/>
                  <a:pt x="45" y="9"/>
                  <a:pt x="45" y="9"/>
                </a:cubicBezTo>
                <a:cubicBezTo>
                  <a:pt x="37" y="9"/>
                  <a:pt x="37" y="9"/>
                  <a:pt x="37" y="9"/>
                </a:cubicBezTo>
                <a:cubicBezTo>
                  <a:pt x="38" y="11"/>
                  <a:pt x="38" y="13"/>
                  <a:pt x="39" y="16"/>
                </a:cubicBezTo>
                <a:cubicBezTo>
                  <a:pt x="40" y="19"/>
                  <a:pt x="41" y="21"/>
                  <a:pt x="42" y="22"/>
                </a:cubicBezTo>
                <a:cubicBezTo>
                  <a:pt x="44" y="29"/>
                  <a:pt x="45" y="34"/>
                  <a:pt x="46" y="37"/>
                </a:cubicBezTo>
                <a:cubicBezTo>
                  <a:pt x="46" y="56"/>
                  <a:pt x="46" y="56"/>
                  <a:pt x="46" y="56"/>
                </a:cubicBezTo>
                <a:cubicBezTo>
                  <a:pt x="53" y="56"/>
                  <a:pt x="53" y="56"/>
                  <a:pt x="53" y="56"/>
                </a:cubicBezTo>
                <a:lnTo>
                  <a:pt x="53" y="37"/>
                </a:lnTo>
                <a:close/>
                <a:moveTo>
                  <a:pt x="69" y="87"/>
                </a:moveTo>
                <a:cubicBezTo>
                  <a:pt x="69" y="121"/>
                  <a:pt x="69" y="121"/>
                  <a:pt x="69" y="121"/>
                </a:cubicBezTo>
                <a:cubicBezTo>
                  <a:pt x="63" y="121"/>
                  <a:pt x="63" y="121"/>
                  <a:pt x="63" y="121"/>
                </a:cubicBezTo>
                <a:cubicBezTo>
                  <a:pt x="63" y="118"/>
                  <a:pt x="63" y="118"/>
                  <a:pt x="63" y="118"/>
                </a:cubicBezTo>
                <a:cubicBezTo>
                  <a:pt x="60" y="120"/>
                  <a:pt x="58" y="122"/>
                  <a:pt x="56" y="122"/>
                </a:cubicBezTo>
                <a:cubicBezTo>
                  <a:pt x="53" y="122"/>
                  <a:pt x="52" y="121"/>
                  <a:pt x="52" y="119"/>
                </a:cubicBezTo>
                <a:cubicBezTo>
                  <a:pt x="51" y="118"/>
                  <a:pt x="51" y="116"/>
                  <a:pt x="51" y="114"/>
                </a:cubicBezTo>
                <a:cubicBezTo>
                  <a:pt x="51" y="87"/>
                  <a:pt x="51" y="87"/>
                  <a:pt x="51" y="87"/>
                </a:cubicBezTo>
                <a:cubicBezTo>
                  <a:pt x="57" y="87"/>
                  <a:pt x="57" y="87"/>
                  <a:pt x="57" y="87"/>
                </a:cubicBezTo>
                <a:cubicBezTo>
                  <a:pt x="57" y="112"/>
                  <a:pt x="57" y="112"/>
                  <a:pt x="57" y="112"/>
                </a:cubicBezTo>
                <a:cubicBezTo>
                  <a:pt x="57" y="114"/>
                  <a:pt x="57" y="114"/>
                  <a:pt x="57" y="115"/>
                </a:cubicBezTo>
                <a:cubicBezTo>
                  <a:pt x="57" y="116"/>
                  <a:pt x="58" y="116"/>
                  <a:pt x="59" y="116"/>
                </a:cubicBezTo>
                <a:cubicBezTo>
                  <a:pt x="60" y="116"/>
                  <a:pt x="61" y="115"/>
                  <a:pt x="63" y="113"/>
                </a:cubicBezTo>
                <a:cubicBezTo>
                  <a:pt x="63" y="87"/>
                  <a:pt x="63" y="87"/>
                  <a:pt x="63" y="87"/>
                </a:cubicBezTo>
                <a:lnTo>
                  <a:pt x="69" y="87"/>
                </a:lnTo>
                <a:close/>
                <a:moveTo>
                  <a:pt x="80" y="45"/>
                </a:moveTo>
                <a:cubicBezTo>
                  <a:pt x="80" y="33"/>
                  <a:pt x="80" y="33"/>
                  <a:pt x="80" y="33"/>
                </a:cubicBezTo>
                <a:cubicBezTo>
                  <a:pt x="80" y="29"/>
                  <a:pt x="80" y="26"/>
                  <a:pt x="78" y="24"/>
                </a:cubicBezTo>
                <a:cubicBezTo>
                  <a:pt x="77" y="22"/>
                  <a:pt x="74" y="21"/>
                  <a:pt x="71" y="21"/>
                </a:cubicBezTo>
                <a:cubicBezTo>
                  <a:pt x="68" y="21"/>
                  <a:pt x="65" y="22"/>
                  <a:pt x="64" y="24"/>
                </a:cubicBezTo>
                <a:cubicBezTo>
                  <a:pt x="62" y="26"/>
                  <a:pt x="62" y="29"/>
                  <a:pt x="62" y="33"/>
                </a:cubicBezTo>
                <a:cubicBezTo>
                  <a:pt x="62" y="45"/>
                  <a:pt x="62" y="45"/>
                  <a:pt x="62" y="45"/>
                </a:cubicBezTo>
                <a:cubicBezTo>
                  <a:pt x="62" y="49"/>
                  <a:pt x="62" y="51"/>
                  <a:pt x="64" y="53"/>
                </a:cubicBezTo>
                <a:cubicBezTo>
                  <a:pt x="65" y="56"/>
                  <a:pt x="68" y="57"/>
                  <a:pt x="71" y="57"/>
                </a:cubicBezTo>
                <a:cubicBezTo>
                  <a:pt x="74" y="57"/>
                  <a:pt x="77" y="56"/>
                  <a:pt x="78" y="53"/>
                </a:cubicBezTo>
                <a:cubicBezTo>
                  <a:pt x="80" y="51"/>
                  <a:pt x="80" y="49"/>
                  <a:pt x="80" y="45"/>
                </a:cubicBezTo>
                <a:close/>
                <a:moveTo>
                  <a:pt x="74" y="31"/>
                </a:moveTo>
                <a:cubicBezTo>
                  <a:pt x="74" y="46"/>
                  <a:pt x="74" y="46"/>
                  <a:pt x="74" y="46"/>
                </a:cubicBezTo>
                <a:cubicBezTo>
                  <a:pt x="74" y="49"/>
                  <a:pt x="73" y="51"/>
                  <a:pt x="71" y="51"/>
                </a:cubicBezTo>
                <a:cubicBezTo>
                  <a:pt x="69" y="51"/>
                  <a:pt x="68" y="49"/>
                  <a:pt x="68" y="46"/>
                </a:cubicBezTo>
                <a:cubicBezTo>
                  <a:pt x="68" y="31"/>
                  <a:pt x="68" y="31"/>
                  <a:pt x="68" y="31"/>
                </a:cubicBezTo>
                <a:cubicBezTo>
                  <a:pt x="68" y="28"/>
                  <a:pt x="69" y="26"/>
                  <a:pt x="71" y="26"/>
                </a:cubicBezTo>
                <a:cubicBezTo>
                  <a:pt x="73" y="26"/>
                  <a:pt x="74" y="28"/>
                  <a:pt x="74" y="31"/>
                </a:cubicBezTo>
                <a:close/>
                <a:moveTo>
                  <a:pt x="93" y="97"/>
                </a:moveTo>
                <a:cubicBezTo>
                  <a:pt x="93" y="111"/>
                  <a:pt x="93" y="111"/>
                  <a:pt x="93" y="111"/>
                </a:cubicBezTo>
                <a:cubicBezTo>
                  <a:pt x="93" y="114"/>
                  <a:pt x="93" y="117"/>
                  <a:pt x="92" y="118"/>
                </a:cubicBezTo>
                <a:cubicBezTo>
                  <a:pt x="91" y="120"/>
                  <a:pt x="90" y="122"/>
                  <a:pt x="87" y="122"/>
                </a:cubicBezTo>
                <a:cubicBezTo>
                  <a:pt x="85" y="122"/>
                  <a:pt x="83" y="121"/>
                  <a:pt x="81" y="118"/>
                </a:cubicBezTo>
                <a:cubicBezTo>
                  <a:pt x="81" y="121"/>
                  <a:pt x="81" y="121"/>
                  <a:pt x="81" y="121"/>
                </a:cubicBezTo>
                <a:cubicBezTo>
                  <a:pt x="74" y="121"/>
                  <a:pt x="74" y="121"/>
                  <a:pt x="74" y="121"/>
                </a:cubicBezTo>
                <a:cubicBezTo>
                  <a:pt x="74" y="75"/>
                  <a:pt x="74" y="75"/>
                  <a:pt x="74" y="75"/>
                </a:cubicBezTo>
                <a:cubicBezTo>
                  <a:pt x="81" y="75"/>
                  <a:pt x="81" y="75"/>
                  <a:pt x="81" y="75"/>
                </a:cubicBezTo>
                <a:cubicBezTo>
                  <a:pt x="81" y="90"/>
                  <a:pt x="81" y="90"/>
                  <a:pt x="81" y="90"/>
                </a:cubicBezTo>
                <a:cubicBezTo>
                  <a:pt x="83" y="87"/>
                  <a:pt x="85" y="86"/>
                  <a:pt x="87" y="86"/>
                </a:cubicBezTo>
                <a:cubicBezTo>
                  <a:pt x="90" y="86"/>
                  <a:pt x="91" y="87"/>
                  <a:pt x="92" y="90"/>
                </a:cubicBezTo>
                <a:cubicBezTo>
                  <a:pt x="93" y="91"/>
                  <a:pt x="93" y="94"/>
                  <a:pt x="93" y="97"/>
                </a:cubicBezTo>
                <a:close/>
                <a:moveTo>
                  <a:pt x="87" y="111"/>
                </a:moveTo>
                <a:cubicBezTo>
                  <a:pt x="87" y="97"/>
                  <a:pt x="87" y="97"/>
                  <a:pt x="87" y="97"/>
                </a:cubicBezTo>
                <a:cubicBezTo>
                  <a:pt x="87" y="93"/>
                  <a:pt x="86" y="92"/>
                  <a:pt x="84" y="92"/>
                </a:cubicBezTo>
                <a:cubicBezTo>
                  <a:pt x="83" y="92"/>
                  <a:pt x="82" y="92"/>
                  <a:pt x="81" y="93"/>
                </a:cubicBezTo>
                <a:cubicBezTo>
                  <a:pt x="81" y="115"/>
                  <a:pt x="81" y="115"/>
                  <a:pt x="81" y="115"/>
                </a:cubicBezTo>
                <a:cubicBezTo>
                  <a:pt x="82" y="116"/>
                  <a:pt x="83" y="116"/>
                  <a:pt x="84" y="116"/>
                </a:cubicBezTo>
                <a:cubicBezTo>
                  <a:pt x="86" y="116"/>
                  <a:pt x="87" y="114"/>
                  <a:pt x="87" y="111"/>
                </a:cubicBezTo>
                <a:close/>
                <a:moveTo>
                  <a:pt x="97" y="56"/>
                </a:moveTo>
                <a:cubicBezTo>
                  <a:pt x="104" y="56"/>
                  <a:pt x="104" y="56"/>
                  <a:pt x="104" y="56"/>
                </a:cubicBezTo>
                <a:cubicBezTo>
                  <a:pt x="104" y="21"/>
                  <a:pt x="104" y="21"/>
                  <a:pt x="104" y="21"/>
                </a:cubicBezTo>
                <a:cubicBezTo>
                  <a:pt x="97" y="21"/>
                  <a:pt x="97" y="21"/>
                  <a:pt x="97" y="21"/>
                </a:cubicBezTo>
                <a:cubicBezTo>
                  <a:pt x="97" y="48"/>
                  <a:pt x="97" y="48"/>
                  <a:pt x="97" y="48"/>
                </a:cubicBezTo>
                <a:cubicBezTo>
                  <a:pt x="96" y="50"/>
                  <a:pt x="95" y="51"/>
                  <a:pt x="93" y="51"/>
                </a:cubicBezTo>
                <a:cubicBezTo>
                  <a:pt x="93" y="51"/>
                  <a:pt x="92" y="50"/>
                  <a:pt x="92" y="49"/>
                </a:cubicBezTo>
                <a:cubicBezTo>
                  <a:pt x="92" y="49"/>
                  <a:pt x="92" y="49"/>
                  <a:pt x="92" y="47"/>
                </a:cubicBezTo>
                <a:cubicBezTo>
                  <a:pt x="92" y="21"/>
                  <a:pt x="92" y="21"/>
                  <a:pt x="92" y="21"/>
                </a:cubicBezTo>
                <a:cubicBezTo>
                  <a:pt x="86" y="21"/>
                  <a:pt x="86" y="21"/>
                  <a:pt x="86" y="21"/>
                </a:cubicBezTo>
                <a:cubicBezTo>
                  <a:pt x="86" y="49"/>
                  <a:pt x="86" y="49"/>
                  <a:pt x="86" y="49"/>
                </a:cubicBezTo>
                <a:cubicBezTo>
                  <a:pt x="86" y="51"/>
                  <a:pt x="86" y="53"/>
                  <a:pt x="86" y="54"/>
                </a:cubicBezTo>
                <a:cubicBezTo>
                  <a:pt x="87" y="56"/>
                  <a:pt x="88" y="57"/>
                  <a:pt x="90" y="57"/>
                </a:cubicBezTo>
                <a:cubicBezTo>
                  <a:pt x="92" y="57"/>
                  <a:pt x="95" y="55"/>
                  <a:pt x="97" y="53"/>
                </a:cubicBezTo>
                <a:lnTo>
                  <a:pt x="97" y="56"/>
                </a:lnTo>
                <a:close/>
                <a:moveTo>
                  <a:pt x="117" y="109"/>
                </a:moveTo>
                <a:cubicBezTo>
                  <a:pt x="117" y="110"/>
                  <a:pt x="117" y="110"/>
                  <a:pt x="117" y="110"/>
                </a:cubicBezTo>
                <a:cubicBezTo>
                  <a:pt x="117" y="112"/>
                  <a:pt x="117" y="113"/>
                  <a:pt x="116" y="114"/>
                </a:cubicBezTo>
                <a:cubicBezTo>
                  <a:pt x="116" y="116"/>
                  <a:pt x="116" y="117"/>
                  <a:pt x="115" y="118"/>
                </a:cubicBezTo>
                <a:cubicBezTo>
                  <a:pt x="113" y="121"/>
                  <a:pt x="111" y="122"/>
                  <a:pt x="107" y="122"/>
                </a:cubicBezTo>
                <a:cubicBezTo>
                  <a:pt x="104" y="122"/>
                  <a:pt x="102" y="121"/>
                  <a:pt x="100" y="118"/>
                </a:cubicBezTo>
                <a:cubicBezTo>
                  <a:pt x="98" y="117"/>
                  <a:pt x="98" y="114"/>
                  <a:pt x="98" y="110"/>
                </a:cubicBezTo>
                <a:cubicBezTo>
                  <a:pt x="98" y="98"/>
                  <a:pt x="98" y="98"/>
                  <a:pt x="98" y="98"/>
                </a:cubicBezTo>
                <a:cubicBezTo>
                  <a:pt x="98" y="94"/>
                  <a:pt x="98" y="91"/>
                  <a:pt x="100" y="90"/>
                </a:cubicBezTo>
                <a:cubicBezTo>
                  <a:pt x="102" y="87"/>
                  <a:pt x="104" y="86"/>
                  <a:pt x="107" y="86"/>
                </a:cubicBezTo>
                <a:cubicBezTo>
                  <a:pt x="110" y="86"/>
                  <a:pt x="113" y="87"/>
                  <a:pt x="115" y="90"/>
                </a:cubicBezTo>
                <a:cubicBezTo>
                  <a:pt x="116" y="92"/>
                  <a:pt x="117" y="94"/>
                  <a:pt x="117" y="98"/>
                </a:cubicBezTo>
                <a:cubicBezTo>
                  <a:pt x="117" y="105"/>
                  <a:pt x="117" y="105"/>
                  <a:pt x="117" y="105"/>
                </a:cubicBezTo>
                <a:cubicBezTo>
                  <a:pt x="104" y="105"/>
                  <a:pt x="104" y="105"/>
                  <a:pt x="104" y="105"/>
                </a:cubicBezTo>
                <a:cubicBezTo>
                  <a:pt x="104" y="111"/>
                  <a:pt x="104" y="111"/>
                  <a:pt x="104" y="111"/>
                </a:cubicBezTo>
                <a:cubicBezTo>
                  <a:pt x="104" y="114"/>
                  <a:pt x="105" y="116"/>
                  <a:pt x="107" y="116"/>
                </a:cubicBezTo>
                <a:cubicBezTo>
                  <a:pt x="109" y="116"/>
                  <a:pt x="110" y="115"/>
                  <a:pt x="110" y="114"/>
                </a:cubicBezTo>
                <a:cubicBezTo>
                  <a:pt x="110" y="114"/>
                  <a:pt x="110" y="113"/>
                  <a:pt x="110" y="113"/>
                </a:cubicBezTo>
                <a:cubicBezTo>
                  <a:pt x="110" y="113"/>
                  <a:pt x="110" y="112"/>
                  <a:pt x="110" y="111"/>
                </a:cubicBezTo>
                <a:cubicBezTo>
                  <a:pt x="110" y="111"/>
                  <a:pt x="110" y="110"/>
                  <a:pt x="110" y="109"/>
                </a:cubicBezTo>
                <a:lnTo>
                  <a:pt x="117" y="109"/>
                </a:lnTo>
                <a:close/>
                <a:moveTo>
                  <a:pt x="104" y="100"/>
                </a:moveTo>
                <a:cubicBezTo>
                  <a:pt x="110" y="100"/>
                  <a:pt x="110" y="100"/>
                  <a:pt x="110" y="100"/>
                </a:cubicBezTo>
                <a:cubicBezTo>
                  <a:pt x="110" y="97"/>
                  <a:pt x="110" y="97"/>
                  <a:pt x="110" y="97"/>
                </a:cubicBezTo>
                <a:cubicBezTo>
                  <a:pt x="110" y="93"/>
                  <a:pt x="109" y="92"/>
                  <a:pt x="107" y="92"/>
                </a:cubicBezTo>
                <a:cubicBezTo>
                  <a:pt x="105" y="92"/>
                  <a:pt x="104" y="93"/>
                  <a:pt x="104" y="97"/>
                </a:cubicBezTo>
                <a:lnTo>
                  <a:pt x="104" y="10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25" name="Freeform 328"/>
          <p:cNvSpPr>
            <a:spLocks noEditPoints="1"/>
          </p:cNvSpPr>
          <p:nvPr/>
        </p:nvSpPr>
        <p:spPr bwMode="auto">
          <a:xfrm>
            <a:off x="2803570" y="4806698"/>
            <a:ext cx="200983" cy="244204"/>
          </a:xfrm>
          <a:custGeom>
            <a:avLst/>
            <a:gdLst>
              <a:gd name="T0" fmla="*/ 132 w 140"/>
              <a:gd name="T1" fmla="*/ 163 h 170"/>
              <a:gd name="T2" fmla="*/ 17 w 140"/>
              <a:gd name="T3" fmla="*/ 168 h 170"/>
              <a:gd name="T4" fmla="*/ 0 w 140"/>
              <a:gd name="T5" fmla="*/ 121 h 170"/>
              <a:gd name="T6" fmla="*/ 18 w 140"/>
              <a:gd name="T7" fmla="*/ 74 h 170"/>
              <a:gd name="T8" fmla="*/ 132 w 140"/>
              <a:gd name="T9" fmla="*/ 78 h 170"/>
              <a:gd name="T10" fmla="*/ 30 w 140"/>
              <a:gd name="T11" fmla="*/ 97 h 170"/>
              <a:gd name="T12" fmla="*/ 10 w 140"/>
              <a:gd name="T13" fmla="*/ 88 h 170"/>
              <a:gd name="T14" fmla="*/ 20 w 140"/>
              <a:gd name="T15" fmla="*/ 151 h 170"/>
              <a:gd name="T16" fmla="*/ 46 w 140"/>
              <a:gd name="T17" fmla="*/ 0 h 170"/>
              <a:gd name="T18" fmla="*/ 44 w 140"/>
              <a:gd name="T19" fmla="*/ 64 h 170"/>
              <a:gd name="T20" fmla="*/ 29 w 140"/>
              <a:gd name="T21" fmla="*/ 18 h 170"/>
              <a:gd name="T22" fmla="*/ 39 w 140"/>
              <a:gd name="T23" fmla="*/ 25 h 170"/>
              <a:gd name="T24" fmla="*/ 65 w 140"/>
              <a:gd name="T25" fmla="*/ 151 h 170"/>
              <a:gd name="T26" fmla="*/ 57 w 140"/>
              <a:gd name="T27" fmla="*/ 140 h 170"/>
              <a:gd name="T28" fmla="*/ 49 w 140"/>
              <a:gd name="T29" fmla="*/ 139 h 170"/>
              <a:gd name="T30" fmla="*/ 41 w 140"/>
              <a:gd name="T31" fmla="*/ 141 h 170"/>
              <a:gd name="T32" fmla="*/ 57 w 140"/>
              <a:gd name="T33" fmla="*/ 146 h 170"/>
              <a:gd name="T34" fmla="*/ 81 w 140"/>
              <a:gd name="T35" fmla="*/ 48 h 170"/>
              <a:gd name="T36" fmla="*/ 58 w 140"/>
              <a:gd name="T37" fmla="*/ 59 h 170"/>
              <a:gd name="T38" fmla="*/ 58 w 140"/>
              <a:gd name="T39" fmla="*/ 21 h 170"/>
              <a:gd name="T40" fmla="*/ 81 w 140"/>
              <a:gd name="T41" fmla="*/ 32 h 170"/>
              <a:gd name="T42" fmla="*/ 68 w 140"/>
              <a:gd name="T43" fmla="*/ 23 h 170"/>
              <a:gd name="T44" fmla="*/ 68 w 140"/>
              <a:gd name="T45" fmla="*/ 56 h 170"/>
              <a:gd name="T46" fmla="*/ 98 w 140"/>
              <a:gd name="T47" fmla="*/ 118 h 170"/>
              <a:gd name="T48" fmla="*/ 81 w 140"/>
              <a:gd name="T49" fmla="*/ 109 h 170"/>
              <a:gd name="T50" fmla="*/ 73 w 140"/>
              <a:gd name="T51" fmla="*/ 151 h 170"/>
              <a:gd name="T52" fmla="*/ 90 w 140"/>
              <a:gd name="T53" fmla="*/ 152 h 170"/>
              <a:gd name="T54" fmla="*/ 89 w 140"/>
              <a:gd name="T55" fmla="*/ 118 h 170"/>
              <a:gd name="T56" fmla="*/ 81 w 140"/>
              <a:gd name="T57" fmla="*/ 142 h 170"/>
              <a:gd name="T58" fmla="*/ 89 w 140"/>
              <a:gd name="T59" fmla="*/ 118 h 170"/>
              <a:gd name="T60" fmla="*/ 104 w 140"/>
              <a:gd name="T61" fmla="*/ 64 h 170"/>
              <a:gd name="T62" fmla="*/ 88 w 140"/>
              <a:gd name="T63" fmla="*/ 61 h 170"/>
              <a:gd name="T64" fmla="*/ 96 w 140"/>
              <a:gd name="T65" fmla="*/ 16 h 170"/>
              <a:gd name="T66" fmla="*/ 98 w 140"/>
              <a:gd name="T67" fmla="*/ 56 h 170"/>
              <a:gd name="T68" fmla="*/ 112 w 140"/>
              <a:gd name="T69" fmla="*/ 16 h 170"/>
              <a:gd name="T70" fmla="*/ 121 w 140"/>
              <a:gd name="T71" fmla="*/ 135 h 170"/>
              <a:gd name="T72" fmla="*/ 113 w 140"/>
              <a:gd name="T73" fmla="*/ 138 h 170"/>
              <a:gd name="T74" fmla="*/ 129 w 140"/>
              <a:gd name="T75" fmla="*/ 120 h 170"/>
              <a:gd name="T76" fmla="*/ 107 w 140"/>
              <a:gd name="T77" fmla="*/ 109 h 170"/>
              <a:gd name="T78" fmla="*/ 107 w 140"/>
              <a:gd name="T79" fmla="*/ 147 h 170"/>
              <a:gd name="T80" fmla="*/ 129 w 140"/>
              <a:gd name="T81" fmla="*/ 142 h 170"/>
              <a:gd name="T82" fmla="*/ 121 w 140"/>
              <a:gd name="T83" fmla="*/ 122 h 170"/>
              <a:gd name="T84" fmla="*/ 117 w 140"/>
              <a:gd name="T85" fmla="*/ 111 h 1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40" h="170">
                <a:moveTo>
                  <a:pt x="140" y="121"/>
                </a:moveTo>
                <a:cubicBezTo>
                  <a:pt x="140" y="136"/>
                  <a:pt x="139" y="147"/>
                  <a:pt x="138" y="154"/>
                </a:cubicBezTo>
                <a:cubicBezTo>
                  <a:pt x="137" y="158"/>
                  <a:pt x="135" y="161"/>
                  <a:pt x="132" y="163"/>
                </a:cubicBezTo>
                <a:cubicBezTo>
                  <a:pt x="129" y="166"/>
                  <a:pt x="126" y="167"/>
                  <a:pt x="122" y="168"/>
                </a:cubicBezTo>
                <a:cubicBezTo>
                  <a:pt x="111" y="169"/>
                  <a:pt x="93" y="170"/>
                  <a:pt x="70" y="170"/>
                </a:cubicBezTo>
                <a:cubicBezTo>
                  <a:pt x="47" y="170"/>
                  <a:pt x="29" y="169"/>
                  <a:pt x="17" y="168"/>
                </a:cubicBezTo>
                <a:cubicBezTo>
                  <a:pt x="14" y="167"/>
                  <a:pt x="11" y="166"/>
                  <a:pt x="8" y="163"/>
                </a:cubicBezTo>
                <a:cubicBezTo>
                  <a:pt x="5" y="161"/>
                  <a:pt x="3" y="158"/>
                  <a:pt x="2" y="154"/>
                </a:cubicBezTo>
                <a:cubicBezTo>
                  <a:pt x="1" y="147"/>
                  <a:pt x="0" y="136"/>
                  <a:pt x="0" y="121"/>
                </a:cubicBezTo>
                <a:cubicBezTo>
                  <a:pt x="0" y="106"/>
                  <a:pt x="1" y="95"/>
                  <a:pt x="2" y="88"/>
                </a:cubicBezTo>
                <a:cubicBezTo>
                  <a:pt x="3" y="84"/>
                  <a:pt x="5" y="81"/>
                  <a:pt x="8" y="78"/>
                </a:cubicBezTo>
                <a:cubicBezTo>
                  <a:pt x="11" y="76"/>
                  <a:pt x="14" y="74"/>
                  <a:pt x="18" y="74"/>
                </a:cubicBezTo>
                <a:cubicBezTo>
                  <a:pt x="29" y="73"/>
                  <a:pt x="47" y="72"/>
                  <a:pt x="70" y="72"/>
                </a:cubicBezTo>
                <a:cubicBezTo>
                  <a:pt x="93" y="72"/>
                  <a:pt x="111" y="73"/>
                  <a:pt x="122" y="74"/>
                </a:cubicBezTo>
                <a:cubicBezTo>
                  <a:pt x="126" y="74"/>
                  <a:pt x="129" y="76"/>
                  <a:pt x="132" y="78"/>
                </a:cubicBezTo>
                <a:cubicBezTo>
                  <a:pt x="135" y="81"/>
                  <a:pt x="137" y="84"/>
                  <a:pt x="138" y="88"/>
                </a:cubicBezTo>
                <a:cubicBezTo>
                  <a:pt x="139" y="95"/>
                  <a:pt x="140" y="106"/>
                  <a:pt x="140" y="121"/>
                </a:cubicBezTo>
                <a:close/>
                <a:moveTo>
                  <a:pt x="30" y="97"/>
                </a:moveTo>
                <a:cubicBezTo>
                  <a:pt x="40" y="97"/>
                  <a:pt x="40" y="97"/>
                  <a:pt x="40" y="97"/>
                </a:cubicBezTo>
                <a:cubicBezTo>
                  <a:pt x="40" y="88"/>
                  <a:pt x="40" y="88"/>
                  <a:pt x="40" y="88"/>
                </a:cubicBezTo>
                <a:cubicBezTo>
                  <a:pt x="10" y="88"/>
                  <a:pt x="10" y="88"/>
                  <a:pt x="10" y="88"/>
                </a:cubicBezTo>
                <a:cubicBezTo>
                  <a:pt x="10" y="97"/>
                  <a:pt x="10" y="97"/>
                  <a:pt x="10" y="97"/>
                </a:cubicBezTo>
                <a:cubicBezTo>
                  <a:pt x="20" y="97"/>
                  <a:pt x="20" y="97"/>
                  <a:pt x="20" y="97"/>
                </a:cubicBezTo>
                <a:cubicBezTo>
                  <a:pt x="20" y="151"/>
                  <a:pt x="20" y="151"/>
                  <a:pt x="20" y="151"/>
                </a:cubicBezTo>
                <a:cubicBezTo>
                  <a:pt x="30" y="151"/>
                  <a:pt x="30" y="151"/>
                  <a:pt x="30" y="151"/>
                </a:cubicBezTo>
                <a:lnTo>
                  <a:pt x="30" y="97"/>
                </a:lnTo>
                <a:close/>
                <a:moveTo>
                  <a:pt x="46" y="0"/>
                </a:moveTo>
                <a:cubicBezTo>
                  <a:pt x="55" y="0"/>
                  <a:pt x="55" y="0"/>
                  <a:pt x="55" y="0"/>
                </a:cubicBezTo>
                <a:cubicBezTo>
                  <a:pt x="44" y="38"/>
                  <a:pt x="44" y="38"/>
                  <a:pt x="44" y="38"/>
                </a:cubicBezTo>
                <a:cubicBezTo>
                  <a:pt x="44" y="64"/>
                  <a:pt x="44" y="64"/>
                  <a:pt x="44" y="64"/>
                </a:cubicBezTo>
                <a:cubicBezTo>
                  <a:pt x="34" y="64"/>
                  <a:pt x="34" y="64"/>
                  <a:pt x="34" y="64"/>
                </a:cubicBezTo>
                <a:cubicBezTo>
                  <a:pt x="34" y="38"/>
                  <a:pt x="34" y="38"/>
                  <a:pt x="34" y="38"/>
                </a:cubicBezTo>
                <a:cubicBezTo>
                  <a:pt x="33" y="33"/>
                  <a:pt x="32" y="27"/>
                  <a:pt x="29" y="18"/>
                </a:cubicBezTo>
                <a:cubicBezTo>
                  <a:pt x="26" y="11"/>
                  <a:pt x="24" y="6"/>
                  <a:pt x="22" y="0"/>
                </a:cubicBezTo>
                <a:cubicBezTo>
                  <a:pt x="32" y="0"/>
                  <a:pt x="32" y="0"/>
                  <a:pt x="32" y="0"/>
                </a:cubicBezTo>
                <a:cubicBezTo>
                  <a:pt x="39" y="25"/>
                  <a:pt x="39" y="25"/>
                  <a:pt x="39" y="25"/>
                </a:cubicBezTo>
                <a:lnTo>
                  <a:pt x="46" y="0"/>
                </a:lnTo>
                <a:close/>
                <a:moveTo>
                  <a:pt x="57" y="151"/>
                </a:moveTo>
                <a:cubicBezTo>
                  <a:pt x="65" y="151"/>
                  <a:pt x="65" y="151"/>
                  <a:pt x="65" y="151"/>
                </a:cubicBezTo>
                <a:cubicBezTo>
                  <a:pt x="65" y="104"/>
                  <a:pt x="65" y="104"/>
                  <a:pt x="65" y="104"/>
                </a:cubicBezTo>
                <a:cubicBezTo>
                  <a:pt x="57" y="104"/>
                  <a:pt x="57" y="104"/>
                  <a:pt x="57" y="104"/>
                </a:cubicBezTo>
                <a:cubicBezTo>
                  <a:pt x="57" y="140"/>
                  <a:pt x="57" y="140"/>
                  <a:pt x="57" y="140"/>
                </a:cubicBezTo>
                <a:cubicBezTo>
                  <a:pt x="55" y="143"/>
                  <a:pt x="53" y="144"/>
                  <a:pt x="52" y="144"/>
                </a:cubicBezTo>
                <a:cubicBezTo>
                  <a:pt x="50" y="144"/>
                  <a:pt x="50" y="143"/>
                  <a:pt x="50" y="142"/>
                </a:cubicBezTo>
                <a:cubicBezTo>
                  <a:pt x="50" y="142"/>
                  <a:pt x="49" y="141"/>
                  <a:pt x="49" y="139"/>
                </a:cubicBezTo>
                <a:cubicBezTo>
                  <a:pt x="49" y="104"/>
                  <a:pt x="49" y="104"/>
                  <a:pt x="49" y="104"/>
                </a:cubicBezTo>
                <a:cubicBezTo>
                  <a:pt x="41" y="104"/>
                  <a:pt x="41" y="104"/>
                  <a:pt x="41" y="104"/>
                </a:cubicBezTo>
                <a:cubicBezTo>
                  <a:pt x="41" y="141"/>
                  <a:pt x="41" y="141"/>
                  <a:pt x="41" y="141"/>
                </a:cubicBezTo>
                <a:cubicBezTo>
                  <a:pt x="41" y="144"/>
                  <a:pt x="41" y="147"/>
                  <a:pt x="42" y="148"/>
                </a:cubicBezTo>
                <a:cubicBezTo>
                  <a:pt x="43" y="151"/>
                  <a:pt x="44" y="152"/>
                  <a:pt x="47" y="152"/>
                </a:cubicBezTo>
                <a:cubicBezTo>
                  <a:pt x="50" y="152"/>
                  <a:pt x="54" y="150"/>
                  <a:pt x="57" y="146"/>
                </a:cubicBezTo>
                <a:lnTo>
                  <a:pt x="57" y="151"/>
                </a:lnTo>
                <a:close/>
                <a:moveTo>
                  <a:pt x="81" y="32"/>
                </a:moveTo>
                <a:cubicBezTo>
                  <a:pt x="81" y="48"/>
                  <a:pt x="81" y="48"/>
                  <a:pt x="81" y="48"/>
                </a:cubicBezTo>
                <a:cubicBezTo>
                  <a:pt x="81" y="53"/>
                  <a:pt x="80" y="57"/>
                  <a:pt x="78" y="59"/>
                </a:cubicBezTo>
                <a:cubicBezTo>
                  <a:pt x="76" y="63"/>
                  <a:pt x="72" y="64"/>
                  <a:pt x="68" y="64"/>
                </a:cubicBezTo>
                <a:cubicBezTo>
                  <a:pt x="64" y="64"/>
                  <a:pt x="60" y="63"/>
                  <a:pt x="58" y="59"/>
                </a:cubicBezTo>
                <a:cubicBezTo>
                  <a:pt x="56" y="57"/>
                  <a:pt x="55" y="53"/>
                  <a:pt x="55" y="48"/>
                </a:cubicBezTo>
                <a:cubicBezTo>
                  <a:pt x="55" y="32"/>
                  <a:pt x="55" y="32"/>
                  <a:pt x="55" y="32"/>
                </a:cubicBezTo>
                <a:cubicBezTo>
                  <a:pt x="55" y="27"/>
                  <a:pt x="56" y="23"/>
                  <a:pt x="58" y="21"/>
                </a:cubicBezTo>
                <a:cubicBezTo>
                  <a:pt x="60" y="17"/>
                  <a:pt x="64" y="16"/>
                  <a:pt x="68" y="16"/>
                </a:cubicBezTo>
                <a:cubicBezTo>
                  <a:pt x="72" y="16"/>
                  <a:pt x="76" y="17"/>
                  <a:pt x="78" y="21"/>
                </a:cubicBezTo>
                <a:cubicBezTo>
                  <a:pt x="80" y="23"/>
                  <a:pt x="81" y="27"/>
                  <a:pt x="81" y="32"/>
                </a:cubicBezTo>
                <a:close/>
                <a:moveTo>
                  <a:pt x="72" y="50"/>
                </a:moveTo>
                <a:cubicBezTo>
                  <a:pt x="72" y="30"/>
                  <a:pt x="72" y="30"/>
                  <a:pt x="72" y="30"/>
                </a:cubicBezTo>
                <a:cubicBezTo>
                  <a:pt x="72" y="26"/>
                  <a:pt x="71" y="23"/>
                  <a:pt x="68" y="23"/>
                </a:cubicBezTo>
                <a:cubicBezTo>
                  <a:pt x="65" y="23"/>
                  <a:pt x="64" y="26"/>
                  <a:pt x="64" y="30"/>
                </a:cubicBezTo>
                <a:cubicBezTo>
                  <a:pt x="64" y="50"/>
                  <a:pt x="64" y="50"/>
                  <a:pt x="64" y="50"/>
                </a:cubicBezTo>
                <a:cubicBezTo>
                  <a:pt x="64" y="54"/>
                  <a:pt x="65" y="56"/>
                  <a:pt x="68" y="56"/>
                </a:cubicBezTo>
                <a:cubicBezTo>
                  <a:pt x="71" y="56"/>
                  <a:pt x="72" y="54"/>
                  <a:pt x="72" y="50"/>
                </a:cubicBezTo>
                <a:close/>
                <a:moveTo>
                  <a:pt x="98" y="137"/>
                </a:moveTo>
                <a:cubicBezTo>
                  <a:pt x="98" y="118"/>
                  <a:pt x="98" y="118"/>
                  <a:pt x="98" y="118"/>
                </a:cubicBezTo>
                <a:cubicBezTo>
                  <a:pt x="98" y="114"/>
                  <a:pt x="97" y="111"/>
                  <a:pt x="97" y="109"/>
                </a:cubicBezTo>
                <a:cubicBezTo>
                  <a:pt x="96" y="106"/>
                  <a:pt x="93" y="104"/>
                  <a:pt x="90" y="104"/>
                </a:cubicBezTo>
                <a:cubicBezTo>
                  <a:pt x="87" y="104"/>
                  <a:pt x="84" y="106"/>
                  <a:pt x="81" y="109"/>
                </a:cubicBezTo>
                <a:cubicBezTo>
                  <a:pt x="81" y="88"/>
                  <a:pt x="81" y="88"/>
                  <a:pt x="81" y="88"/>
                </a:cubicBezTo>
                <a:cubicBezTo>
                  <a:pt x="73" y="88"/>
                  <a:pt x="73" y="88"/>
                  <a:pt x="73" y="88"/>
                </a:cubicBezTo>
                <a:cubicBezTo>
                  <a:pt x="73" y="151"/>
                  <a:pt x="73" y="151"/>
                  <a:pt x="73" y="151"/>
                </a:cubicBezTo>
                <a:cubicBezTo>
                  <a:pt x="81" y="151"/>
                  <a:pt x="81" y="151"/>
                  <a:pt x="81" y="151"/>
                </a:cubicBezTo>
                <a:cubicBezTo>
                  <a:pt x="81" y="147"/>
                  <a:pt x="81" y="147"/>
                  <a:pt x="81" y="147"/>
                </a:cubicBezTo>
                <a:cubicBezTo>
                  <a:pt x="84" y="150"/>
                  <a:pt x="87" y="152"/>
                  <a:pt x="90" y="152"/>
                </a:cubicBezTo>
                <a:cubicBezTo>
                  <a:pt x="93" y="152"/>
                  <a:pt x="96" y="150"/>
                  <a:pt x="97" y="147"/>
                </a:cubicBezTo>
                <a:cubicBezTo>
                  <a:pt x="97" y="145"/>
                  <a:pt x="98" y="142"/>
                  <a:pt x="98" y="137"/>
                </a:cubicBezTo>
                <a:close/>
                <a:moveTo>
                  <a:pt x="89" y="118"/>
                </a:moveTo>
                <a:cubicBezTo>
                  <a:pt x="89" y="138"/>
                  <a:pt x="89" y="138"/>
                  <a:pt x="89" y="138"/>
                </a:cubicBezTo>
                <a:cubicBezTo>
                  <a:pt x="89" y="142"/>
                  <a:pt x="88" y="144"/>
                  <a:pt x="85" y="144"/>
                </a:cubicBezTo>
                <a:cubicBezTo>
                  <a:pt x="84" y="144"/>
                  <a:pt x="83" y="143"/>
                  <a:pt x="81" y="142"/>
                </a:cubicBezTo>
                <a:cubicBezTo>
                  <a:pt x="81" y="114"/>
                  <a:pt x="81" y="114"/>
                  <a:pt x="81" y="114"/>
                </a:cubicBezTo>
                <a:cubicBezTo>
                  <a:pt x="83" y="112"/>
                  <a:pt x="84" y="111"/>
                  <a:pt x="85" y="111"/>
                </a:cubicBezTo>
                <a:cubicBezTo>
                  <a:pt x="88" y="111"/>
                  <a:pt x="89" y="114"/>
                  <a:pt x="89" y="118"/>
                </a:cubicBezTo>
                <a:close/>
                <a:moveTo>
                  <a:pt x="112" y="16"/>
                </a:moveTo>
                <a:cubicBezTo>
                  <a:pt x="112" y="64"/>
                  <a:pt x="112" y="64"/>
                  <a:pt x="112" y="64"/>
                </a:cubicBezTo>
                <a:cubicBezTo>
                  <a:pt x="104" y="64"/>
                  <a:pt x="104" y="64"/>
                  <a:pt x="104" y="64"/>
                </a:cubicBezTo>
                <a:cubicBezTo>
                  <a:pt x="104" y="58"/>
                  <a:pt x="104" y="58"/>
                  <a:pt x="104" y="58"/>
                </a:cubicBezTo>
                <a:cubicBezTo>
                  <a:pt x="100" y="62"/>
                  <a:pt x="97" y="64"/>
                  <a:pt x="94" y="64"/>
                </a:cubicBezTo>
                <a:cubicBezTo>
                  <a:pt x="91" y="64"/>
                  <a:pt x="89" y="63"/>
                  <a:pt x="88" y="61"/>
                </a:cubicBezTo>
                <a:cubicBezTo>
                  <a:pt x="88" y="59"/>
                  <a:pt x="88" y="57"/>
                  <a:pt x="88" y="54"/>
                </a:cubicBezTo>
                <a:cubicBezTo>
                  <a:pt x="88" y="16"/>
                  <a:pt x="88" y="16"/>
                  <a:pt x="88" y="16"/>
                </a:cubicBezTo>
                <a:cubicBezTo>
                  <a:pt x="96" y="16"/>
                  <a:pt x="96" y="16"/>
                  <a:pt x="96" y="16"/>
                </a:cubicBezTo>
                <a:cubicBezTo>
                  <a:pt x="96" y="51"/>
                  <a:pt x="96" y="51"/>
                  <a:pt x="96" y="51"/>
                </a:cubicBezTo>
                <a:cubicBezTo>
                  <a:pt x="96" y="53"/>
                  <a:pt x="96" y="54"/>
                  <a:pt x="96" y="54"/>
                </a:cubicBezTo>
                <a:cubicBezTo>
                  <a:pt x="96" y="56"/>
                  <a:pt x="97" y="56"/>
                  <a:pt x="98" y="56"/>
                </a:cubicBezTo>
                <a:cubicBezTo>
                  <a:pt x="100" y="56"/>
                  <a:pt x="102" y="55"/>
                  <a:pt x="104" y="52"/>
                </a:cubicBezTo>
                <a:cubicBezTo>
                  <a:pt x="104" y="16"/>
                  <a:pt x="104" y="16"/>
                  <a:pt x="104" y="16"/>
                </a:cubicBezTo>
                <a:lnTo>
                  <a:pt x="112" y="16"/>
                </a:lnTo>
                <a:close/>
                <a:moveTo>
                  <a:pt x="129" y="136"/>
                </a:moveTo>
                <a:cubicBezTo>
                  <a:pt x="129" y="135"/>
                  <a:pt x="129" y="135"/>
                  <a:pt x="129" y="135"/>
                </a:cubicBezTo>
                <a:cubicBezTo>
                  <a:pt x="121" y="135"/>
                  <a:pt x="121" y="135"/>
                  <a:pt x="121" y="135"/>
                </a:cubicBezTo>
                <a:cubicBezTo>
                  <a:pt x="121" y="138"/>
                  <a:pt x="121" y="140"/>
                  <a:pt x="121" y="141"/>
                </a:cubicBezTo>
                <a:cubicBezTo>
                  <a:pt x="120" y="143"/>
                  <a:pt x="119" y="144"/>
                  <a:pt x="117" y="144"/>
                </a:cubicBezTo>
                <a:cubicBezTo>
                  <a:pt x="114" y="144"/>
                  <a:pt x="113" y="142"/>
                  <a:pt x="113" y="138"/>
                </a:cubicBezTo>
                <a:cubicBezTo>
                  <a:pt x="113" y="129"/>
                  <a:pt x="113" y="129"/>
                  <a:pt x="113" y="129"/>
                </a:cubicBezTo>
                <a:cubicBezTo>
                  <a:pt x="129" y="129"/>
                  <a:pt x="129" y="129"/>
                  <a:pt x="129" y="129"/>
                </a:cubicBezTo>
                <a:cubicBezTo>
                  <a:pt x="129" y="120"/>
                  <a:pt x="129" y="120"/>
                  <a:pt x="129" y="120"/>
                </a:cubicBezTo>
                <a:cubicBezTo>
                  <a:pt x="129" y="115"/>
                  <a:pt x="129" y="111"/>
                  <a:pt x="127" y="109"/>
                </a:cubicBezTo>
                <a:cubicBezTo>
                  <a:pt x="124" y="105"/>
                  <a:pt x="121" y="104"/>
                  <a:pt x="117" y="104"/>
                </a:cubicBezTo>
                <a:cubicBezTo>
                  <a:pt x="113" y="104"/>
                  <a:pt x="109" y="105"/>
                  <a:pt x="107" y="109"/>
                </a:cubicBezTo>
                <a:cubicBezTo>
                  <a:pt x="105" y="111"/>
                  <a:pt x="104" y="115"/>
                  <a:pt x="104" y="120"/>
                </a:cubicBezTo>
                <a:cubicBezTo>
                  <a:pt x="104" y="136"/>
                  <a:pt x="104" y="136"/>
                  <a:pt x="104" y="136"/>
                </a:cubicBezTo>
                <a:cubicBezTo>
                  <a:pt x="104" y="141"/>
                  <a:pt x="105" y="145"/>
                  <a:pt x="107" y="147"/>
                </a:cubicBezTo>
                <a:cubicBezTo>
                  <a:pt x="109" y="150"/>
                  <a:pt x="113" y="152"/>
                  <a:pt x="117" y="152"/>
                </a:cubicBezTo>
                <a:cubicBezTo>
                  <a:pt x="122" y="152"/>
                  <a:pt x="125" y="150"/>
                  <a:pt x="127" y="147"/>
                </a:cubicBezTo>
                <a:cubicBezTo>
                  <a:pt x="128" y="145"/>
                  <a:pt x="129" y="143"/>
                  <a:pt x="129" y="142"/>
                </a:cubicBezTo>
                <a:cubicBezTo>
                  <a:pt x="129" y="141"/>
                  <a:pt x="129" y="139"/>
                  <a:pt x="129" y="136"/>
                </a:cubicBezTo>
                <a:close/>
                <a:moveTo>
                  <a:pt x="121" y="118"/>
                </a:moveTo>
                <a:cubicBezTo>
                  <a:pt x="121" y="122"/>
                  <a:pt x="121" y="122"/>
                  <a:pt x="121" y="122"/>
                </a:cubicBezTo>
                <a:cubicBezTo>
                  <a:pt x="113" y="122"/>
                  <a:pt x="113" y="122"/>
                  <a:pt x="113" y="122"/>
                </a:cubicBezTo>
                <a:cubicBezTo>
                  <a:pt x="113" y="118"/>
                  <a:pt x="113" y="118"/>
                  <a:pt x="113" y="118"/>
                </a:cubicBezTo>
                <a:cubicBezTo>
                  <a:pt x="113" y="114"/>
                  <a:pt x="114" y="111"/>
                  <a:pt x="117" y="111"/>
                </a:cubicBezTo>
                <a:cubicBezTo>
                  <a:pt x="120" y="111"/>
                  <a:pt x="121" y="114"/>
                  <a:pt x="121" y="118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26" name="Freeform 329"/>
          <p:cNvSpPr>
            <a:spLocks noEditPoints="1"/>
          </p:cNvSpPr>
          <p:nvPr/>
        </p:nvSpPr>
        <p:spPr bwMode="auto">
          <a:xfrm>
            <a:off x="3071545" y="4808860"/>
            <a:ext cx="190176" cy="224755"/>
          </a:xfrm>
          <a:custGeom>
            <a:avLst/>
            <a:gdLst>
              <a:gd name="T0" fmla="*/ 56 w 133"/>
              <a:gd name="T1" fmla="*/ 62 h 157"/>
              <a:gd name="T2" fmla="*/ 32 w 133"/>
              <a:gd name="T3" fmla="*/ 105 h 157"/>
              <a:gd name="T4" fmla="*/ 26 w 133"/>
              <a:gd name="T5" fmla="*/ 110 h 157"/>
              <a:gd name="T6" fmla="*/ 3 w 133"/>
              <a:gd name="T7" fmla="*/ 110 h 157"/>
              <a:gd name="T8" fmla="*/ 0 w 133"/>
              <a:gd name="T9" fmla="*/ 108 h 157"/>
              <a:gd name="T10" fmla="*/ 0 w 133"/>
              <a:gd name="T11" fmla="*/ 105 h 157"/>
              <a:gd name="T12" fmla="*/ 24 w 133"/>
              <a:gd name="T13" fmla="*/ 62 h 157"/>
              <a:gd name="T14" fmla="*/ 24 w 133"/>
              <a:gd name="T15" fmla="*/ 62 h 157"/>
              <a:gd name="T16" fmla="*/ 9 w 133"/>
              <a:gd name="T17" fmla="*/ 36 h 157"/>
              <a:gd name="T18" fmla="*/ 9 w 133"/>
              <a:gd name="T19" fmla="*/ 32 h 157"/>
              <a:gd name="T20" fmla="*/ 12 w 133"/>
              <a:gd name="T21" fmla="*/ 31 h 157"/>
              <a:gd name="T22" fmla="*/ 35 w 133"/>
              <a:gd name="T23" fmla="*/ 31 h 157"/>
              <a:gd name="T24" fmla="*/ 41 w 133"/>
              <a:gd name="T25" fmla="*/ 35 h 157"/>
              <a:gd name="T26" fmla="*/ 56 w 133"/>
              <a:gd name="T27" fmla="*/ 62 h 157"/>
              <a:gd name="T28" fmla="*/ 132 w 133"/>
              <a:gd name="T29" fmla="*/ 2 h 157"/>
              <a:gd name="T30" fmla="*/ 132 w 133"/>
              <a:gd name="T31" fmla="*/ 5 h 157"/>
              <a:gd name="T32" fmla="*/ 83 w 133"/>
              <a:gd name="T33" fmla="*/ 93 h 157"/>
              <a:gd name="T34" fmla="*/ 83 w 133"/>
              <a:gd name="T35" fmla="*/ 93 h 157"/>
              <a:gd name="T36" fmla="*/ 114 w 133"/>
              <a:gd name="T37" fmla="*/ 152 h 157"/>
              <a:gd name="T38" fmla="*/ 114 w 133"/>
              <a:gd name="T39" fmla="*/ 155 h 157"/>
              <a:gd name="T40" fmla="*/ 111 w 133"/>
              <a:gd name="T41" fmla="*/ 157 h 157"/>
              <a:gd name="T42" fmla="*/ 89 w 133"/>
              <a:gd name="T43" fmla="*/ 157 h 157"/>
              <a:gd name="T44" fmla="*/ 83 w 133"/>
              <a:gd name="T45" fmla="*/ 152 h 157"/>
              <a:gd name="T46" fmla="*/ 51 w 133"/>
              <a:gd name="T47" fmla="*/ 93 h 157"/>
              <a:gd name="T48" fmla="*/ 101 w 133"/>
              <a:gd name="T49" fmla="*/ 4 h 157"/>
              <a:gd name="T50" fmla="*/ 107 w 133"/>
              <a:gd name="T51" fmla="*/ 0 h 157"/>
              <a:gd name="T52" fmla="*/ 130 w 133"/>
              <a:gd name="T53" fmla="*/ 0 h 157"/>
              <a:gd name="T54" fmla="*/ 132 w 133"/>
              <a:gd name="T55" fmla="*/ 2 h 1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133" h="157">
                <a:moveTo>
                  <a:pt x="56" y="62"/>
                </a:moveTo>
                <a:cubicBezTo>
                  <a:pt x="56" y="63"/>
                  <a:pt x="48" y="78"/>
                  <a:pt x="32" y="105"/>
                </a:cubicBezTo>
                <a:cubicBezTo>
                  <a:pt x="30" y="108"/>
                  <a:pt x="28" y="110"/>
                  <a:pt x="26" y="110"/>
                </a:cubicBezTo>
                <a:cubicBezTo>
                  <a:pt x="3" y="110"/>
                  <a:pt x="3" y="110"/>
                  <a:pt x="3" y="110"/>
                </a:cubicBezTo>
                <a:cubicBezTo>
                  <a:pt x="2" y="110"/>
                  <a:pt x="1" y="109"/>
                  <a:pt x="0" y="108"/>
                </a:cubicBezTo>
                <a:cubicBezTo>
                  <a:pt x="0" y="107"/>
                  <a:pt x="0" y="106"/>
                  <a:pt x="0" y="105"/>
                </a:cubicBezTo>
                <a:cubicBezTo>
                  <a:pt x="24" y="62"/>
                  <a:pt x="24" y="62"/>
                  <a:pt x="24" y="62"/>
                </a:cubicBezTo>
                <a:cubicBezTo>
                  <a:pt x="24" y="62"/>
                  <a:pt x="24" y="62"/>
                  <a:pt x="24" y="62"/>
                </a:cubicBezTo>
                <a:cubicBezTo>
                  <a:pt x="9" y="36"/>
                  <a:pt x="9" y="36"/>
                  <a:pt x="9" y="36"/>
                </a:cubicBezTo>
                <a:cubicBezTo>
                  <a:pt x="8" y="35"/>
                  <a:pt x="8" y="33"/>
                  <a:pt x="9" y="32"/>
                </a:cubicBezTo>
                <a:cubicBezTo>
                  <a:pt x="9" y="31"/>
                  <a:pt x="10" y="31"/>
                  <a:pt x="12" y="31"/>
                </a:cubicBezTo>
                <a:cubicBezTo>
                  <a:pt x="35" y="31"/>
                  <a:pt x="35" y="31"/>
                  <a:pt x="35" y="31"/>
                </a:cubicBezTo>
                <a:cubicBezTo>
                  <a:pt x="37" y="31"/>
                  <a:pt x="39" y="32"/>
                  <a:pt x="41" y="35"/>
                </a:cubicBezTo>
                <a:lnTo>
                  <a:pt x="56" y="62"/>
                </a:lnTo>
                <a:close/>
                <a:moveTo>
                  <a:pt x="132" y="2"/>
                </a:moveTo>
                <a:cubicBezTo>
                  <a:pt x="133" y="3"/>
                  <a:pt x="133" y="4"/>
                  <a:pt x="132" y="5"/>
                </a:cubicBezTo>
                <a:cubicBezTo>
                  <a:pt x="83" y="93"/>
                  <a:pt x="83" y="93"/>
                  <a:pt x="83" y="93"/>
                </a:cubicBezTo>
                <a:cubicBezTo>
                  <a:pt x="83" y="93"/>
                  <a:pt x="83" y="93"/>
                  <a:pt x="83" y="93"/>
                </a:cubicBezTo>
                <a:cubicBezTo>
                  <a:pt x="114" y="152"/>
                  <a:pt x="114" y="152"/>
                  <a:pt x="114" y="152"/>
                </a:cubicBezTo>
                <a:cubicBezTo>
                  <a:pt x="115" y="153"/>
                  <a:pt x="115" y="154"/>
                  <a:pt x="114" y="155"/>
                </a:cubicBezTo>
                <a:cubicBezTo>
                  <a:pt x="114" y="156"/>
                  <a:pt x="113" y="157"/>
                  <a:pt x="111" y="157"/>
                </a:cubicBezTo>
                <a:cubicBezTo>
                  <a:pt x="89" y="157"/>
                  <a:pt x="89" y="157"/>
                  <a:pt x="89" y="157"/>
                </a:cubicBezTo>
                <a:cubicBezTo>
                  <a:pt x="86" y="157"/>
                  <a:pt x="84" y="155"/>
                  <a:pt x="83" y="152"/>
                </a:cubicBezTo>
                <a:cubicBezTo>
                  <a:pt x="51" y="93"/>
                  <a:pt x="51" y="93"/>
                  <a:pt x="51" y="93"/>
                </a:cubicBezTo>
                <a:cubicBezTo>
                  <a:pt x="52" y="91"/>
                  <a:pt x="68" y="62"/>
                  <a:pt x="101" y="4"/>
                </a:cubicBezTo>
                <a:cubicBezTo>
                  <a:pt x="102" y="2"/>
                  <a:pt x="104" y="0"/>
                  <a:pt x="107" y="0"/>
                </a:cubicBezTo>
                <a:cubicBezTo>
                  <a:pt x="130" y="0"/>
                  <a:pt x="130" y="0"/>
                  <a:pt x="130" y="0"/>
                </a:cubicBezTo>
                <a:cubicBezTo>
                  <a:pt x="131" y="0"/>
                  <a:pt x="132" y="1"/>
                  <a:pt x="132" y="2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27" name="Freeform 330"/>
          <p:cNvSpPr>
            <a:spLocks noEditPoints="1"/>
          </p:cNvSpPr>
          <p:nvPr/>
        </p:nvSpPr>
        <p:spPr bwMode="auto">
          <a:xfrm>
            <a:off x="3324396" y="4823987"/>
            <a:ext cx="207464" cy="209627"/>
          </a:xfrm>
          <a:custGeom>
            <a:avLst/>
            <a:gdLst>
              <a:gd name="T0" fmla="*/ 145 w 145"/>
              <a:gd name="T1" fmla="*/ 28 h 146"/>
              <a:gd name="T2" fmla="*/ 145 w 145"/>
              <a:gd name="T3" fmla="*/ 118 h 146"/>
              <a:gd name="T4" fmla="*/ 138 w 145"/>
              <a:gd name="T5" fmla="*/ 138 h 146"/>
              <a:gd name="T6" fmla="*/ 118 w 145"/>
              <a:gd name="T7" fmla="*/ 146 h 146"/>
              <a:gd name="T8" fmla="*/ 27 w 145"/>
              <a:gd name="T9" fmla="*/ 146 h 146"/>
              <a:gd name="T10" fmla="*/ 8 w 145"/>
              <a:gd name="T11" fmla="*/ 138 h 146"/>
              <a:gd name="T12" fmla="*/ 0 w 145"/>
              <a:gd name="T13" fmla="*/ 118 h 146"/>
              <a:gd name="T14" fmla="*/ 0 w 145"/>
              <a:gd name="T15" fmla="*/ 28 h 146"/>
              <a:gd name="T16" fmla="*/ 8 w 145"/>
              <a:gd name="T17" fmla="*/ 8 h 146"/>
              <a:gd name="T18" fmla="*/ 27 w 145"/>
              <a:gd name="T19" fmla="*/ 0 h 146"/>
              <a:gd name="T20" fmla="*/ 118 w 145"/>
              <a:gd name="T21" fmla="*/ 0 h 146"/>
              <a:gd name="T22" fmla="*/ 138 w 145"/>
              <a:gd name="T23" fmla="*/ 8 h 146"/>
              <a:gd name="T24" fmla="*/ 145 w 145"/>
              <a:gd name="T25" fmla="*/ 28 h 146"/>
              <a:gd name="T26" fmla="*/ 65 w 145"/>
              <a:gd name="T27" fmla="*/ 61 h 146"/>
              <a:gd name="T28" fmla="*/ 53 w 145"/>
              <a:gd name="T29" fmla="*/ 40 h 146"/>
              <a:gd name="T30" fmla="*/ 48 w 145"/>
              <a:gd name="T31" fmla="*/ 36 h 146"/>
              <a:gd name="T32" fmla="*/ 31 w 145"/>
              <a:gd name="T33" fmla="*/ 36 h 146"/>
              <a:gd name="T34" fmla="*/ 28 w 145"/>
              <a:gd name="T35" fmla="*/ 37 h 146"/>
              <a:gd name="T36" fmla="*/ 28 w 145"/>
              <a:gd name="T37" fmla="*/ 40 h 146"/>
              <a:gd name="T38" fmla="*/ 40 w 145"/>
              <a:gd name="T39" fmla="*/ 61 h 146"/>
              <a:gd name="T40" fmla="*/ 40 w 145"/>
              <a:gd name="T41" fmla="*/ 61 h 146"/>
              <a:gd name="T42" fmla="*/ 22 w 145"/>
              <a:gd name="T43" fmla="*/ 93 h 146"/>
              <a:gd name="T44" fmla="*/ 22 w 145"/>
              <a:gd name="T45" fmla="*/ 96 h 146"/>
              <a:gd name="T46" fmla="*/ 24 w 145"/>
              <a:gd name="T47" fmla="*/ 97 h 146"/>
              <a:gd name="T48" fmla="*/ 41 w 145"/>
              <a:gd name="T49" fmla="*/ 97 h 146"/>
              <a:gd name="T50" fmla="*/ 46 w 145"/>
              <a:gd name="T51" fmla="*/ 94 h 146"/>
              <a:gd name="T52" fmla="*/ 65 w 145"/>
              <a:gd name="T53" fmla="*/ 61 h 146"/>
              <a:gd name="T54" fmla="*/ 124 w 145"/>
              <a:gd name="T55" fmla="*/ 14 h 146"/>
              <a:gd name="T56" fmla="*/ 122 w 145"/>
              <a:gd name="T57" fmla="*/ 12 h 146"/>
              <a:gd name="T58" fmla="*/ 104 w 145"/>
              <a:gd name="T59" fmla="*/ 12 h 146"/>
              <a:gd name="T60" fmla="*/ 99 w 145"/>
              <a:gd name="T61" fmla="*/ 16 h 146"/>
              <a:gd name="T62" fmla="*/ 61 w 145"/>
              <a:gd name="T63" fmla="*/ 85 h 146"/>
              <a:gd name="T64" fmla="*/ 85 w 145"/>
              <a:gd name="T65" fmla="*/ 130 h 146"/>
              <a:gd name="T66" fmla="*/ 90 w 145"/>
              <a:gd name="T67" fmla="*/ 133 h 146"/>
              <a:gd name="T68" fmla="*/ 108 w 145"/>
              <a:gd name="T69" fmla="*/ 133 h 146"/>
              <a:gd name="T70" fmla="*/ 110 w 145"/>
              <a:gd name="T71" fmla="*/ 132 h 146"/>
              <a:gd name="T72" fmla="*/ 110 w 145"/>
              <a:gd name="T73" fmla="*/ 130 h 146"/>
              <a:gd name="T74" fmla="*/ 85 w 145"/>
              <a:gd name="T75" fmla="*/ 85 h 146"/>
              <a:gd name="T76" fmla="*/ 85 w 145"/>
              <a:gd name="T77" fmla="*/ 85 h 146"/>
              <a:gd name="T78" fmla="*/ 124 w 145"/>
              <a:gd name="T79" fmla="*/ 16 h 146"/>
              <a:gd name="T80" fmla="*/ 124 w 145"/>
              <a:gd name="T81" fmla="*/ 14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45" h="146">
                <a:moveTo>
                  <a:pt x="145" y="28"/>
                </a:moveTo>
                <a:cubicBezTo>
                  <a:pt x="145" y="118"/>
                  <a:pt x="145" y="118"/>
                  <a:pt x="145" y="118"/>
                </a:cubicBezTo>
                <a:cubicBezTo>
                  <a:pt x="145" y="126"/>
                  <a:pt x="143" y="132"/>
                  <a:pt x="138" y="138"/>
                </a:cubicBezTo>
                <a:cubicBezTo>
                  <a:pt x="132" y="143"/>
                  <a:pt x="126" y="146"/>
                  <a:pt x="118" y="146"/>
                </a:cubicBezTo>
                <a:cubicBezTo>
                  <a:pt x="27" y="146"/>
                  <a:pt x="27" y="146"/>
                  <a:pt x="27" y="146"/>
                </a:cubicBezTo>
                <a:cubicBezTo>
                  <a:pt x="20" y="146"/>
                  <a:pt x="14" y="143"/>
                  <a:pt x="8" y="138"/>
                </a:cubicBezTo>
                <a:cubicBezTo>
                  <a:pt x="3" y="132"/>
                  <a:pt x="0" y="126"/>
                  <a:pt x="0" y="118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0"/>
                  <a:pt x="3" y="14"/>
                  <a:pt x="8" y="8"/>
                </a:cubicBezTo>
                <a:cubicBezTo>
                  <a:pt x="14" y="3"/>
                  <a:pt x="20" y="0"/>
                  <a:pt x="27" y="0"/>
                </a:cubicBezTo>
                <a:cubicBezTo>
                  <a:pt x="118" y="0"/>
                  <a:pt x="118" y="0"/>
                  <a:pt x="118" y="0"/>
                </a:cubicBezTo>
                <a:cubicBezTo>
                  <a:pt x="126" y="0"/>
                  <a:pt x="132" y="3"/>
                  <a:pt x="138" y="8"/>
                </a:cubicBezTo>
                <a:cubicBezTo>
                  <a:pt x="143" y="14"/>
                  <a:pt x="145" y="20"/>
                  <a:pt x="145" y="28"/>
                </a:cubicBezTo>
                <a:close/>
                <a:moveTo>
                  <a:pt x="65" y="61"/>
                </a:moveTo>
                <a:cubicBezTo>
                  <a:pt x="65" y="60"/>
                  <a:pt x="61" y="53"/>
                  <a:pt x="53" y="40"/>
                </a:cubicBezTo>
                <a:cubicBezTo>
                  <a:pt x="52" y="37"/>
                  <a:pt x="50" y="36"/>
                  <a:pt x="48" y="36"/>
                </a:cubicBezTo>
                <a:cubicBezTo>
                  <a:pt x="31" y="36"/>
                  <a:pt x="31" y="36"/>
                  <a:pt x="31" y="36"/>
                </a:cubicBezTo>
                <a:cubicBezTo>
                  <a:pt x="30" y="36"/>
                  <a:pt x="29" y="37"/>
                  <a:pt x="28" y="37"/>
                </a:cubicBezTo>
                <a:cubicBezTo>
                  <a:pt x="28" y="38"/>
                  <a:pt x="28" y="39"/>
                  <a:pt x="28" y="40"/>
                </a:cubicBezTo>
                <a:cubicBezTo>
                  <a:pt x="40" y="61"/>
                  <a:pt x="40" y="61"/>
                  <a:pt x="40" y="61"/>
                </a:cubicBezTo>
                <a:cubicBezTo>
                  <a:pt x="40" y="61"/>
                  <a:pt x="40" y="61"/>
                  <a:pt x="40" y="61"/>
                </a:cubicBezTo>
                <a:cubicBezTo>
                  <a:pt x="22" y="93"/>
                  <a:pt x="22" y="93"/>
                  <a:pt x="22" y="93"/>
                </a:cubicBezTo>
                <a:cubicBezTo>
                  <a:pt x="21" y="94"/>
                  <a:pt x="21" y="95"/>
                  <a:pt x="22" y="96"/>
                </a:cubicBezTo>
                <a:cubicBezTo>
                  <a:pt x="22" y="97"/>
                  <a:pt x="23" y="97"/>
                  <a:pt x="24" y="97"/>
                </a:cubicBezTo>
                <a:cubicBezTo>
                  <a:pt x="41" y="97"/>
                  <a:pt x="41" y="97"/>
                  <a:pt x="41" y="97"/>
                </a:cubicBezTo>
                <a:cubicBezTo>
                  <a:pt x="43" y="97"/>
                  <a:pt x="45" y="96"/>
                  <a:pt x="46" y="94"/>
                </a:cubicBezTo>
                <a:lnTo>
                  <a:pt x="65" y="61"/>
                </a:lnTo>
                <a:close/>
                <a:moveTo>
                  <a:pt x="124" y="14"/>
                </a:moveTo>
                <a:cubicBezTo>
                  <a:pt x="124" y="13"/>
                  <a:pt x="123" y="12"/>
                  <a:pt x="122" y="12"/>
                </a:cubicBezTo>
                <a:cubicBezTo>
                  <a:pt x="104" y="12"/>
                  <a:pt x="104" y="12"/>
                  <a:pt x="104" y="12"/>
                </a:cubicBezTo>
                <a:cubicBezTo>
                  <a:pt x="102" y="12"/>
                  <a:pt x="101" y="14"/>
                  <a:pt x="99" y="16"/>
                </a:cubicBezTo>
                <a:cubicBezTo>
                  <a:pt x="61" y="85"/>
                  <a:pt x="61" y="85"/>
                  <a:pt x="61" y="85"/>
                </a:cubicBezTo>
                <a:cubicBezTo>
                  <a:pt x="61" y="85"/>
                  <a:pt x="69" y="100"/>
                  <a:pt x="85" y="130"/>
                </a:cubicBezTo>
                <a:cubicBezTo>
                  <a:pt x="87" y="132"/>
                  <a:pt x="88" y="133"/>
                  <a:pt x="90" y="133"/>
                </a:cubicBezTo>
                <a:cubicBezTo>
                  <a:pt x="108" y="133"/>
                  <a:pt x="108" y="133"/>
                  <a:pt x="108" y="133"/>
                </a:cubicBezTo>
                <a:cubicBezTo>
                  <a:pt x="109" y="133"/>
                  <a:pt x="110" y="133"/>
                  <a:pt x="110" y="132"/>
                </a:cubicBezTo>
                <a:cubicBezTo>
                  <a:pt x="111" y="131"/>
                  <a:pt x="111" y="131"/>
                  <a:pt x="110" y="130"/>
                </a:cubicBezTo>
                <a:cubicBezTo>
                  <a:pt x="85" y="85"/>
                  <a:pt x="85" y="85"/>
                  <a:pt x="85" y="85"/>
                </a:cubicBezTo>
                <a:cubicBezTo>
                  <a:pt x="85" y="85"/>
                  <a:pt x="85" y="85"/>
                  <a:pt x="85" y="85"/>
                </a:cubicBezTo>
                <a:cubicBezTo>
                  <a:pt x="124" y="16"/>
                  <a:pt x="124" y="16"/>
                  <a:pt x="124" y="16"/>
                </a:cubicBezTo>
                <a:cubicBezTo>
                  <a:pt x="125" y="15"/>
                  <a:pt x="125" y="14"/>
                  <a:pt x="124" y="1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28" name="Freeform 331"/>
          <p:cNvSpPr>
            <a:spLocks noEditPoints="1"/>
          </p:cNvSpPr>
          <p:nvPr/>
        </p:nvSpPr>
        <p:spPr bwMode="auto">
          <a:xfrm>
            <a:off x="3596693" y="4841276"/>
            <a:ext cx="242043" cy="175049"/>
          </a:xfrm>
          <a:custGeom>
            <a:avLst/>
            <a:gdLst>
              <a:gd name="T0" fmla="*/ 169 w 169"/>
              <a:gd name="T1" fmla="*/ 47 h 121"/>
              <a:gd name="T2" fmla="*/ 169 w 169"/>
              <a:gd name="T3" fmla="*/ 61 h 121"/>
              <a:gd name="T4" fmla="*/ 169 w 169"/>
              <a:gd name="T5" fmla="*/ 75 h 121"/>
              <a:gd name="T6" fmla="*/ 168 w 169"/>
              <a:gd name="T7" fmla="*/ 88 h 121"/>
              <a:gd name="T8" fmla="*/ 166 w 169"/>
              <a:gd name="T9" fmla="*/ 102 h 121"/>
              <a:gd name="T10" fmla="*/ 160 w 169"/>
              <a:gd name="T11" fmla="*/ 114 h 121"/>
              <a:gd name="T12" fmla="*/ 148 w 169"/>
              <a:gd name="T13" fmla="*/ 119 h 121"/>
              <a:gd name="T14" fmla="*/ 85 w 169"/>
              <a:gd name="T15" fmla="*/ 121 h 121"/>
              <a:gd name="T16" fmla="*/ 21 w 169"/>
              <a:gd name="T17" fmla="*/ 119 h 121"/>
              <a:gd name="T18" fmla="*/ 9 w 169"/>
              <a:gd name="T19" fmla="*/ 114 h 121"/>
              <a:gd name="T20" fmla="*/ 3 w 169"/>
              <a:gd name="T21" fmla="*/ 102 h 121"/>
              <a:gd name="T22" fmla="*/ 1 w 169"/>
              <a:gd name="T23" fmla="*/ 88 h 121"/>
              <a:gd name="T24" fmla="*/ 0 w 169"/>
              <a:gd name="T25" fmla="*/ 75 h 121"/>
              <a:gd name="T26" fmla="*/ 0 w 169"/>
              <a:gd name="T27" fmla="*/ 61 h 121"/>
              <a:gd name="T28" fmla="*/ 0 w 169"/>
              <a:gd name="T29" fmla="*/ 47 h 121"/>
              <a:gd name="T30" fmla="*/ 1 w 169"/>
              <a:gd name="T31" fmla="*/ 34 h 121"/>
              <a:gd name="T32" fmla="*/ 3 w 169"/>
              <a:gd name="T33" fmla="*/ 20 h 121"/>
              <a:gd name="T34" fmla="*/ 9 w 169"/>
              <a:gd name="T35" fmla="*/ 8 h 121"/>
              <a:gd name="T36" fmla="*/ 21 w 169"/>
              <a:gd name="T37" fmla="*/ 3 h 121"/>
              <a:gd name="T38" fmla="*/ 85 w 169"/>
              <a:gd name="T39" fmla="*/ 0 h 121"/>
              <a:gd name="T40" fmla="*/ 148 w 169"/>
              <a:gd name="T41" fmla="*/ 3 h 121"/>
              <a:gd name="T42" fmla="*/ 160 w 169"/>
              <a:gd name="T43" fmla="*/ 8 h 121"/>
              <a:gd name="T44" fmla="*/ 166 w 169"/>
              <a:gd name="T45" fmla="*/ 20 h 121"/>
              <a:gd name="T46" fmla="*/ 168 w 169"/>
              <a:gd name="T47" fmla="*/ 34 h 121"/>
              <a:gd name="T48" fmla="*/ 169 w 169"/>
              <a:gd name="T49" fmla="*/ 47 h 121"/>
              <a:gd name="T50" fmla="*/ 121 w 169"/>
              <a:gd name="T51" fmla="*/ 61 h 121"/>
              <a:gd name="T52" fmla="*/ 118 w 169"/>
              <a:gd name="T53" fmla="*/ 56 h 121"/>
              <a:gd name="T54" fmla="*/ 70 w 169"/>
              <a:gd name="T55" fmla="*/ 26 h 121"/>
              <a:gd name="T56" fmla="*/ 63 w 169"/>
              <a:gd name="T57" fmla="*/ 25 h 121"/>
              <a:gd name="T58" fmla="*/ 60 w 169"/>
              <a:gd name="T59" fmla="*/ 31 h 121"/>
              <a:gd name="T60" fmla="*/ 60 w 169"/>
              <a:gd name="T61" fmla="*/ 91 h 121"/>
              <a:gd name="T62" fmla="*/ 63 w 169"/>
              <a:gd name="T63" fmla="*/ 96 h 121"/>
              <a:gd name="T64" fmla="*/ 66 w 169"/>
              <a:gd name="T65" fmla="*/ 97 h 121"/>
              <a:gd name="T66" fmla="*/ 70 w 169"/>
              <a:gd name="T67" fmla="*/ 96 h 121"/>
              <a:gd name="T68" fmla="*/ 118 w 169"/>
              <a:gd name="T69" fmla="*/ 66 h 121"/>
              <a:gd name="T70" fmla="*/ 121 w 169"/>
              <a:gd name="T71" fmla="*/ 61 h 1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69" h="121">
                <a:moveTo>
                  <a:pt x="169" y="47"/>
                </a:moveTo>
                <a:cubicBezTo>
                  <a:pt x="169" y="50"/>
                  <a:pt x="169" y="55"/>
                  <a:pt x="169" y="61"/>
                </a:cubicBezTo>
                <a:cubicBezTo>
                  <a:pt x="169" y="67"/>
                  <a:pt x="169" y="72"/>
                  <a:pt x="169" y="75"/>
                </a:cubicBezTo>
                <a:cubicBezTo>
                  <a:pt x="169" y="79"/>
                  <a:pt x="169" y="83"/>
                  <a:pt x="168" y="88"/>
                </a:cubicBezTo>
                <a:cubicBezTo>
                  <a:pt x="168" y="93"/>
                  <a:pt x="167" y="98"/>
                  <a:pt x="166" y="102"/>
                </a:cubicBezTo>
                <a:cubicBezTo>
                  <a:pt x="165" y="107"/>
                  <a:pt x="163" y="110"/>
                  <a:pt x="160" y="114"/>
                </a:cubicBezTo>
                <a:cubicBezTo>
                  <a:pt x="156" y="117"/>
                  <a:pt x="152" y="119"/>
                  <a:pt x="148" y="119"/>
                </a:cubicBezTo>
                <a:cubicBezTo>
                  <a:pt x="134" y="121"/>
                  <a:pt x="113" y="121"/>
                  <a:pt x="85" y="121"/>
                </a:cubicBezTo>
                <a:cubicBezTo>
                  <a:pt x="56" y="121"/>
                  <a:pt x="35" y="121"/>
                  <a:pt x="21" y="119"/>
                </a:cubicBezTo>
                <a:cubicBezTo>
                  <a:pt x="17" y="119"/>
                  <a:pt x="13" y="117"/>
                  <a:pt x="9" y="114"/>
                </a:cubicBezTo>
                <a:cubicBezTo>
                  <a:pt x="6" y="110"/>
                  <a:pt x="4" y="107"/>
                  <a:pt x="3" y="102"/>
                </a:cubicBezTo>
                <a:cubicBezTo>
                  <a:pt x="2" y="98"/>
                  <a:pt x="1" y="93"/>
                  <a:pt x="1" y="88"/>
                </a:cubicBezTo>
                <a:cubicBezTo>
                  <a:pt x="0" y="83"/>
                  <a:pt x="0" y="79"/>
                  <a:pt x="0" y="75"/>
                </a:cubicBezTo>
                <a:cubicBezTo>
                  <a:pt x="0" y="72"/>
                  <a:pt x="0" y="67"/>
                  <a:pt x="0" y="61"/>
                </a:cubicBezTo>
                <a:cubicBezTo>
                  <a:pt x="0" y="55"/>
                  <a:pt x="0" y="50"/>
                  <a:pt x="0" y="47"/>
                </a:cubicBezTo>
                <a:cubicBezTo>
                  <a:pt x="0" y="43"/>
                  <a:pt x="0" y="39"/>
                  <a:pt x="1" y="34"/>
                </a:cubicBezTo>
                <a:cubicBezTo>
                  <a:pt x="1" y="29"/>
                  <a:pt x="2" y="24"/>
                  <a:pt x="3" y="20"/>
                </a:cubicBezTo>
                <a:cubicBezTo>
                  <a:pt x="4" y="15"/>
                  <a:pt x="6" y="11"/>
                  <a:pt x="9" y="8"/>
                </a:cubicBezTo>
                <a:cubicBezTo>
                  <a:pt x="13" y="5"/>
                  <a:pt x="17" y="3"/>
                  <a:pt x="21" y="3"/>
                </a:cubicBezTo>
                <a:cubicBezTo>
                  <a:pt x="35" y="1"/>
                  <a:pt x="56" y="0"/>
                  <a:pt x="85" y="0"/>
                </a:cubicBezTo>
                <a:cubicBezTo>
                  <a:pt x="113" y="0"/>
                  <a:pt x="134" y="1"/>
                  <a:pt x="148" y="3"/>
                </a:cubicBezTo>
                <a:cubicBezTo>
                  <a:pt x="152" y="3"/>
                  <a:pt x="156" y="5"/>
                  <a:pt x="160" y="8"/>
                </a:cubicBezTo>
                <a:cubicBezTo>
                  <a:pt x="163" y="11"/>
                  <a:pt x="165" y="15"/>
                  <a:pt x="166" y="20"/>
                </a:cubicBezTo>
                <a:cubicBezTo>
                  <a:pt x="167" y="24"/>
                  <a:pt x="168" y="29"/>
                  <a:pt x="168" y="34"/>
                </a:cubicBezTo>
                <a:cubicBezTo>
                  <a:pt x="169" y="39"/>
                  <a:pt x="169" y="43"/>
                  <a:pt x="169" y="47"/>
                </a:cubicBezTo>
                <a:close/>
                <a:moveTo>
                  <a:pt x="121" y="61"/>
                </a:moveTo>
                <a:cubicBezTo>
                  <a:pt x="121" y="59"/>
                  <a:pt x="120" y="57"/>
                  <a:pt x="118" y="56"/>
                </a:cubicBezTo>
                <a:cubicBezTo>
                  <a:pt x="70" y="26"/>
                  <a:pt x="70" y="26"/>
                  <a:pt x="70" y="26"/>
                </a:cubicBezTo>
                <a:cubicBezTo>
                  <a:pt x="68" y="24"/>
                  <a:pt x="66" y="24"/>
                  <a:pt x="63" y="25"/>
                </a:cubicBezTo>
                <a:cubicBezTo>
                  <a:pt x="61" y="27"/>
                  <a:pt x="60" y="28"/>
                  <a:pt x="60" y="31"/>
                </a:cubicBezTo>
                <a:cubicBezTo>
                  <a:pt x="60" y="91"/>
                  <a:pt x="60" y="91"/>
                  <a:pt x="60" y="91"/>
                </a:cubicBezTo>
                <a:cubicBezTo>
                  <a:pt x="60" y="94"/>
                  <a:pt x="61" y="95"/>
                  <a:pt x="63" y="96"/>
                </a:cubicBezTo>
                <a:cubicBezTo>
                  <a:pt x="64" y="97"/>
                  <a:pt x="65" y="97"/>
                  <a:pt x="66" y="97"/>
                </a:cubicBezTo>
                <a:cubicBezTo>
                  <a:pt x="68" y="97"/>
                  <a:pt x="69" y="97"/>
                  <a:pt x="70" y="96"/>
                </a:cubicBezTo>
                <a:cubicBezTo>
                  <a:pt x="118" y="66"/>
                  <a:pt x="118" y="66"/>
                  <a:pt x="118" y="66"/>
                </a:cubicBezTo>
                <a:cubicBezTo>
                  <a:pt x="120" y="65"/>
                  <a:pt x="121" y="63"/>
                  <a:pt x="121" y="6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29" name="Freeform 332"/>
          <p:cNvSpPr>
            <a:spLocks noEditPoints="1"/>
          </p:cNvSpPr>
          <p:nvPr/>
        </p:nvSpPr>
        <p:spPr bwMode="auto">
          <a:xfrm>
            <a:off x="3912213" y="4823987"/>
            <a:ext cx="224755" cy="209627"/>
          </a:xfrm>
          <a:custGeom>
            <a:avLst/>
            <a:gdLst>
              <a:gd name="T0" fmla="*/ 31 w 104"/>
              <a:gd name="T1" fmla="*/ 0 h 97"/>
              <a:gd name="T2" fmla="*/ 52 w 104"/>
              <a:gd name="T3" fmla="*/ 18 h 97"/>
              <a:gd name="T4" fmla="*/ 21 w 104"/>
              <a:gd name="T5" fmla="*/ 37 h 97"/>
              <a:gd name="T6" fmla="*/ 0 w 104"/>
              <a:gd name="T7" fmla="*/ 20 h 97"/>
              <a:gd name="T8" fmla="*/ 31 w 104"/>
              <a:gd name="T9" fmla="*/ 0 h 97"/>
              <a:gd name="T10" fmla="*/ 21 w 104"/>
              <a:gd name="T11" fmla="*/ 37 h 97"/>
              <a:gd name="T12" fmla="*/ 52 w 104"/>
              <a:gd name="T13" fmla="*/ 56 h 97"/>
              <a:gd name="T14" fmla="*/ 31 w 104"/>
              <a:gd name="T15" fmla="*/ 74 h 97"/>
              <a:gd name="T16" fmla="*/ 0 w 104"/>
              <a:gd name="T17" fmla="*/ 54 h 97"/>
              <a:gd name="T18" fmla="*/ 21 w 104"/>
              <a:gd name="T19" fmla="*/ 37 h 97"/>
              <a:gd name="T20" fmla="*/ 83 w 104"/>
              <a:gd name="T21" fmla="*/ 72 h 97"/>
              <a:gd name="T22" fmla="*/ 83 w 104"/>
              <a:gd name="T23" fmla="*/ 79 h 97"/>
              <a:gd name="T24" fmla="*/ 52 w 104"/>
              <a:gd name="T25" fmla="*/ 97 h 97"/>
              <a:gd name="T26" fmla="*/ 52 w 104"/>
              <a:gd name="T27" fmla="*/ 97 h 97"/>
              <a:gd name="T28" fmla="*/ 52 w 104"/>
              <a:gd name="T29" fmla="*/ 97 h 97"/>
              <a:gd name="T30" fmla="*/ 52 w 104"/>
              <a:gd name="T31" fmla="*/ 97 h 97"/>
              <a:gd name="T32" fmla="*/ 52 w 104"/>
              <a:gd name="T33" fmla="*/ 97 h 97"/>
              <a:gd name="T34" fmla="*/ 21 w 104"/>
              <a:gd name="T35" fmla="*/ 79 h 97"/>
              <a:gd name="T36" fmla="*/ 21 w 104"/>
              <a:gd name="T37" fmla="*/ 72 h 97"/>
              <a:gd name="T38" fmla="*/ 31 w 104"/>
              <a:gd name="T39" fmla="*/ 78 h 97"/>
              <a:gd name="T40" fmla="*/ 52 w 104"/>
              <a:gd name="T41" fmla="*/ 60 h 97"/>
              <a:gd name="T42" fmla="*/ 52 w 104"/>
              <a:gd name="T43" fmla="*/ 60 h 97"/>
              <a:gd name="T44" fmla="*/ 52 w 104"/>
              <a:gd name="T45" fmla="*/ 60 h 97"/>
              <a:gd name="T46" fmla="*/ 52 w 104"/>
              <a:gd name="T47" fmla="*/ 60 h 97"/>
              <a:gd name="T48" fmla="*/ 52 w 104"/>
              <a:gd name="T49" fmla="*/ 60 h 97"/>
              <a:gd name="T50" fmla="*/ 74 w 104"/>
              <a:gd name="T51" fmla="*/ 78 h 97"/>
              <a:gd name="T52" fmla="*/ 83 w 104"/>
              <a:gd name="T53" fmla="*/ 72 h 97"/>
              <a:gd name="T54" fmla="*/ 74 w 104"/>
              <a:gd name="T55" fmla="*/ 0 h 97"/>
              <a:gd name="T56" fmla="*/ 104 w 104"/>
              <a:gd name="T57" fmla="*/ 20 h 97"/>
              <a:gd name="T58" fmla="*/ 83 w 104"/>
              <a:gd name="T59" fmla="*/ 37 h 97"/>
              <a:gd name="T60" fmla="*/ 52 w 104"/>
              <a:gd name="T61" fmla="*/ 18 h 97"/>
              <a:gd name="T62" fmla="*/ 74 w 104"/>
              <a:gd name="T63" fmla="*/ 0 h 97"/>
              <a:gd name="T64" fmla="*/ 83 w 104"/>
              <a:gd name="T65" fmla="*/ 37 h 97"/>
              <a:gd name="T66" fmla="*/ 104 w 104"/>
              <a:gd name="T67" fmla="*/ 54 h 97"/>
              <a:gd name="T68" fmla="*/ 74 w 104"/>
              <a:gd name="T69" fmla="*/ 74 h 97"/>
              <a:gd name="T70" fmla="*/ 52 w 104"/>
              <a:gd name="T71" fmla="*/ 56 h 97"/>
              <a:gd name="T72" fmla="*/ 83 w 104"/>
              <a:gd name="T73" fmla="*/ 37 h 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04" h="97">
                <a:moveTo>
                  <a:pt x="31" y="0"/>
                </a:moveTo>
                <a:lnTo>
                  <a:pt x="52" y="18"/>
                </a:lnTo>
                <a:lnTo>
                  <a:pt x="21" y="37"/>
                </a:lnTo>
                <a:lnTo>
                  <a:pt x="0" y="20"/>
                </a:lnTo>
                <a:lnTo>
                  <a:pt x="31" y="0"/>
                </a:lnTo>
                <a:close/>
                <a:moveTo>
                  <a:pt x="21" y="37"/>
                </a:moveTo>
                <a:lnTo>
                  <a:pt x="52" y="56"/>
                </a:lnTo>
                <a:lnTo>
                  <a:pt x="31" y="74"/>
                </a:lnTo>
                <a:lnTo>
                  <a:pt x="0" y="54"/>
                </a:lnTo>
                <a:lnTo>
                  <a:pt x="21" y="37"/>
                </a:lnTo>
                <a:close/>
                <a:moveTo>
                  <a:pt x="83" y="72"/>
                </a:moveTo>
                <a:lnTo>
                  <a:pt x="83" y="79"/>
                </a:lnTo>
                <a:lnTo>
                  <a:pt x="52" y="97"/>
                </a:lnTo>
                <a:lnTo>
                  <a:pt x="52" y="97"/>
                </a:lnTo>
                <a:lnTo>
                  <a:pt x="52" y="97"/>
                </a:lnTo>
                <a:lnTo>
                  <a:pt x="52" y="97"/>
                </a:lnTo>
                <a:lnTo>
                  <a:pt x="52" y="97"/>
                </a:lnTo>
                <a:lnTo>
                  <a:pt x="21" y="79"/>
                </a:lnTo>
                <a:lnTo>
                  <a:pt x="21" y="72"/>
                </a:lnTo>
                <a:lnTo>
                  <a:pt x="31" y="78"/>
                </a:lnTo>
                <a:lnTo>
                  <a:pt x="52" y="60"/>
                </a:lnTo>
                <a:lnTo>
                  <a:pt x="52" y="60"/>
                </a:lnTo>
                <a:lnTo>
                  <a:pt x="52" y="60"/>
                </a:lnTo>
                <a:lnTo>
                  <a:pt x="52" y="60"/>
                </a:lnTo>
                <a:lnTo>
                  <a:pt x="52" y="60"/>
                </a:lnTo>
                <a:lnTo>
                  <a:pt x="74" y="78"/>
                </a:lnTo>
                <a:lnTo>
                  <a:pt x="83" y="72"/>
                </a:lnTo>
                <a:close/>
                <a:moveTo>
                  <a:pt x="74" y="0"/>
                </a:moveTo>
                <a:lnTo>
                  <a:pt x="104" y="20"/>
                </a:lnTo>
                <a:lnTo>
                  <a:pt x="83" y="37"/>
                </a:lnTo>
                <a:lnTo>
                  <a:pt x="52" y="18"/>
                </a:lnTo>
                <a:lnTo>
                  <a:pt x="74" y="0"/>
                </a:lnTo>
                <a:close/>
                <a:moveTo>
                  <a:pt x="83" y="37"/>
                </a:moveTo>
                <a:lnTo>
                  <a:pt x="104" y="54"/>
                </a:lnTo>
                <a:lnTo>
                  <a:pt x="74" y="74"/>
                </a:lnTo>
                <a:lnTo>
                  <a:pt x="52" y="56"/>
                </a:lnTo>
                <a:lnTo>
                  <a:pt x="83" y="37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30" name="Freeform 333"/>
          <p:cNvSpPr>
            <a:spLocks noEditPoints="1"/>
          </p:cNvSpPr>
          <p:nvPr/>
        </p:nvSpPr>
        <p:spPr bwMode="auto">
          <a:xfrm>
            <a:off x="4208283" y="4806698"/>
            <a:ext cx="192339" cy="244204"/>
          </a:xfrm>
          <a:custGeom>
            <a:avLst/>
            <a:gdLst>
              <a:gd name="T0" fmla="*/ 74 w 89"/>
              <a:gd name="T1" fmla="*/ 67 h 113"/>
              <a:gd name="T2" fmla="*/ 74 w 89"/>
              <a:gd name="T3" fmla="*/ 111 h 113"/>
              <a:gd name="T4" fmla="*/ 74 w 89"/>
              <a:gd name="T5" fmla="*/ 113 h 113"/>
              <a:gd name="T6" fmla="*/ 74 w 89"/>
              <a:gd name="T7" fmla="*/ 113 h 113"/>
              <a:gd name="T8" fmla="*/ 3 w 89"/>
              <a:gd name="T9" fmla="*/ 113 h 113"/>
              <a:gd name="T10" fmla="*/ 0 w 89"/>
              <a:gd name="T11" fmla="*/ 113 h 113"/>
              <a:gd name="T12" fmla="*/ 0 w 89"/>
              <a:gd name="T13" fmla="*/ 113 h 113"/>
              <a:gd name="T14" fmla="*/ 0 w 89"/>
              <a:gd name="T15" fmla="*/ 67 h 113"/>
              <a:gd name="T16" fmla="*/ 8 w 89"/>
              <a:gd name="T17" fmla="*/ 67 h 113"/>
              <a:gd name="T18" fmla="*/ 8 w 89"/>
              <a:gd name="T19" fmla="*/ 105 h 113"/>
              <a:gd name="T20" fmla="*/ 66 w 89"/>
              <a:gd name="T21" fmla="*/ 105 h 113"/>
              <a:gd name="T22" fmla="*/ 66 w 89"/>
              <a:gd name="T23" fmla="*/ 67 h 113"/>
              <a:gd name="T24" fmla="*/ 74 w 89"/>
              <a:gd name="T25" fmla="*/ 67 h 113"/>
              <a:gd name="T26" fmla="*/ 59 w 89"/>
              <a:gd name="T27" fmla="*/ 89 h 113"/>
              <a:gd name="T28" fmla="*/ 59 w 89"/>
              <a:gd name="T29" fmla="*/ 98 h 113"/>
              <a:gd name="T30" fmla="*/ 14 w 89"/>
              <a:gd name="T31" fmla="*/ 98 h 113"/>
              <a:gd name="T32" fmla="*/ 14 w 89"/>
              <a:gd name="T33" fmla="*/ 89 h 113"/>
              <a:gd name="T34" fmla="*/ 59 w 89"/>
              <a:gd name="T35" fmla="*/ 89 h 113"/>
              <a:gd name="T36" fmla="*/ 16 w 89"/>
              <a:gd name="T37" fmla="*/ 72 h 113"/>
              <a:gd name="T38" fmla="*/ 60 w 89"/>
              <a:gd name="T39" fmla="*/ 76 h 113"/>
              <a:gd name="T40" fmla="*/ 59 w 89"/>
              <a:gd name="T41" fmla="*/ 86 h 113"/>
              <a:gd name="T42" fmla="*/ 15 w 89"/>
              <a:gd name="T43" fmla="*/ 81 h 113"/>
              <a:gd name="T44" fmla="*/ 16 w 89"/>
              <a:gd name="T45" fmla="*/ 72 h 113"/>
              <a:gd name="T46" fmla="*/ 20 w 89"/>
              <a:gd name="T47" fmla="*/ 52 h 113"/>
              <a:gd name="T48" fmla="*/ 63 w 89"/>
              <a:gd name="T49" fmla="*/ 64 h 113"/>
              <a:gd name="T50" fmla="*/ 60 w 89"/>
              <a:gd name="T51" fmla="*/ 73 h 113"/>
              <a:gd name="T52" fmla="*/ 18 w 89"/>
              <a:gd name="T53" fmla="*/ 62 h 113"/>
              <a:gd name="T54" fmla="*/ 20 w 89"/>
              <a:gd name="T55" fmla="*/ 52 h 113"/>
              <a:gd name="T56" fmla="*/ 30 w 89"/>
              <a:gd name="T57" fmla="*/ 30 h 113"/>
              <a:gd name="T58" fmla="*/ 68 w 89"/>
              <a:gd name="T59" fmla="*/ 53 h 113"/>
              <a:gd name="T60" fmla="*/ 63 w 89"/>
              <a:gd name="T61" fmla="*/ 62 h 113"/>
              <a:gd name="T62" fmla="*/ 26 w 89"/>
              <a:gd name="T63" fmla="*/ 39 h 113"/>
              <a:gd name="T64" fmla="*/ 30 w 89"/>
              <a:gd name="T65" fmla="*/ 30 h 113"/>
              <a:gd name="T66" fmla="*/ 53 w 89"/>
              <a:gd name="T67" fmla="*/ 10 h 113"/>
              <a:gd name="T68" fmla="*/ 78 w 89"/>
              <a:gd name="T69" fmla="*/ 46 h 113"/>
              <a:gd name="T70" fmla="*/ 70 w 89"/>
              <a:gd name="T71" fmla="*/ 52 h 113"/>
              <a:gd name="T72" fmla="*/ 45 w 89"/>
              <a:gd name="T73" fmla="*/ 15 h 113"/>
              <a:gd name="T74" fmla="*/ 53 w 89"/>
              <a:gd name="T75" fmla="*/ 10 h 113"/>
              <a:gd name="T76" fmla="*/ 81 w 89"/>
              <a:gd name="T77" fmla="*/ 0 h 113"/>
              <a:gd name="T78" fmla="*/ 89 w 89"/>
              <a:gd name="T79" fmla="*/ 44 h 113"/>
              <a:gd name="T80" fmla="*/ 79 w 89"/>
              <a:gd name="T81" fmla="*/ 46 h 113"/>
              <a:gd name="T82" fmla="*/ 72 w 89"/>
              <a:gd name="T83" fmla="*/ 2 h 113"/>
              <a:gd name="T84" fmla="*/ 81 w 89"/>
              <a:gd name="T85" fmla="*/ 0 h 1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89" h="113">
                <a:moveTo>
                  <a:pt x="74" y="67"/>
                </a:moveTo>
                <a:lnTo>
                  <a:pt x="74" y="111"/>
                </a:lnTo>
                <a:lnTo>
                  <a:pt x="74" y="113"/>
                </a:lnTo>
                <a:lnTo>
                  <a:pt x="74" y="113"/>
                </a:lnTo>
                <a:lnTo>
                  <a:pt x="3" y="113"/>
                </a:lnTo>
                <a:lnTo>
                  <a:pt x="0" y="113"/>
                </a:lnTo>
                <a:lnTo>
                  <a:pt x="0" y="113"/>
                </a:lnTo>
                <a:lnTo>
                  <a:pt x="0" y="67"/>
                </a:lnTo>
                <a:lnTo>
                  <a:pt x="8" y="67"/>
                </a:lnTo>
                <a:lnTo>
                  <a:pt x="8" y="105"/>
                </a:lnTo>
                <a:lnTo>
                  <a:pt x="66" y="105"/>
                </a:lnTo>
                <a:lnTo>
                  <a:pt x="66" y="67"/>
                </a:lnTo>
                <a:lnTo>
                  <a:pt x="74" y="67"/>
                </a:lnTo>
                <a:close/>
                <a:moveTo>
                  <a:pt x="59" y="89"/>
                </a:moveTo>
                <a:lnTo>
                  <a:pt x="59" y="98"/>
                </a:lnTo>
                <a:lnTo>
                  <a:pt x="14" y="98"/>
                </a:lnTo>
                <a:lnTo>
                  <a:pt x="14" y="89"/>
                </a:lnTo>
                <a:lnTo>
                  <a:pt x="59" y="89"/>
                </a:lnTo>
                <a:close/>
                <a:moveTo>
                  <a:pt x="16" y="72"/>
                </a:moveTo>
                <a:lnTo>
                  <a:pt x="60" y="76"/>
                </a:lnTo>
                <a:lnTo>
                  <a:pt x="59" y="86"/>
                </a:lnTo>
                <a:lnTo>
                  <a:pt x="15" y="81"/>
                </a:lnTo>
                <a:lnTo>
                  <a:pt x="16" y="72"/>
                </a:lnTo>
                <a:close/>
                <a:moveTo>
                  <a:pt x="20" y="52"/>
                </a:moveTo>
                <a:lnTo>
                  <a:pt x="63" y="64"/>
                </a:lnTo>
                <a:lnTo>
                  <a:pt x="60" y="73"/>
                </a:lnTo>
                <a:lnTo>
                  <a:pt x="18" y="62"/>
                </a:lnTo>
                <a:lnTo>
                  <a:pt x="20" y="52"/>
                </a:lnTo>
                <a:close/>
                <a:moveTo>
                  <a:pt x="30" y="30"/>
                </a:moveTo>
                <a:lnTo>
                  <a:pt x="68" y="53"/>
                </a:lnTo>
                <a:lnTo>
                  <a:pt x="63" y="62"/>
                </a:lnTo>
                <a:lnTo>
                  <a:pt x="26" y="39"/>
                </a:lnTo>
                <a:lnTo>
                  <a:pt x="30" y="30"/>
                </a:lnTo>
                <a:close/>
                <a:moveTo>
                  <a:pt x="53" y="10"/>
                </a:moveTo>
                <a:lnTo>
                  <a:pt x="78" y="46"/>
                </a:lnTo>
                <a:lnTo>
                  <a:pt x="70" y="52"/>
                </a:lnTo>
                <a:lnTo>
                  <a:pt x="45" y="15"/>
                </a:lnTo>
                <a:lnTo>
                  <a:pt x="53" y="10"/>
                </a:lnTo>
                <a:close/>
                <a:moveTo>
                  <a:pt x="81" y="0"/>
                </a:moveTo>
                <a:lnTo>
                  <a:pt x="89" y="44"/>
                </a:lnTo>
                <a:lnTo>
                  <a:pt x="79" y="46"/>
                </a:lnTo>
                <a:lnTo>
                  <a:pt x="72" y="2"/>
                </a:lnTo>
                <a:lnTo>
                  <a:pt x="81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31" name="Freeform 334"/>
          <p:cNvSpPr>
            <a:spLocks noEditPoints="1"/>
          </p:cNvSpPr>
          <p:nvPr/>
        </p:nvSpPr>
        <p:spPr bwMode="auto">
          <a:xfrm>
            <a:off x="4463292" y="4823987"/>
            <a:ext cx="209627" cy="209627"/>
          </a:xfrm>
          <a:custGeom>
            <a:avLst/>
            <a:gdLst>
              <a:gd name="T0" fmla="*/ 145 w 145"/>
              <a:gd name="T1" fmla="*/ 19 h 146"/>
              <a:gd name="T2" fmla="*/ 145 w 145"/>
              <a:gd name="T3" fmla="*/ 127 h 146"/>
              <a:gd name="T4" fmla="*/ 139 w 145"/>
              <a:gd name="T5" fmla="*/ 140 h 146"/>
              <a:gd name="T6" fmla="*/ 126 w 145"/>
              <a:gd name="T7" fmla="*/ 146 h 146"/>
              <a:gd name="T8" fmla="*/ 18 w 145"/>
              <a:gd name="T9" fmla="*/ 146 h 146"/>
              <a:gd name="T10" fmla="*/ 5 w 145"/>
              <a:gd name="T11" fmla="*/ 140 h 146"/>
              <a:gd name="T12" fmla="*/ 0 w 145"/>
              <a:gd name="T13" fmla="*/ 127 h 146"/>
              <a:gd name="T14" fmla="*/ 0 w 145"/>
              <a:gd name="T15" fmla="*/ 19 h 146"/>
              <a:gd name="T16" fmla="*/ 5 w 145"/>
              <a:gd name="T17" fmla="*/ 6 h 146"/>
              <a:gd name="T18" fmla="*/ 18 w 145"/>
              <a:gd name="T19" fmla="*/ 0 h 146"/>
              <a:gd name="T20" fmla="*/ 126 w 145"/>
              <a:gd name="T21" fmla="*/ 0 h 146"/>
              <a:gd name="T22" fmla="*/ 139 w 145"/>
              <a:gd name="T23" fmla="*/ 6 h 146"/>
              <a:gd name="T24" fmla="*/ 145 w 145"/>
              <a:gd name="T25" fmla="*/ 19 h 146"/>
              <a:gd name="T26" fmla="*/ 128 w 145"/>
              <a:gd name="T27" fmla="*/ 123 h 146"/>
              <a:gd name="T28" fmla="*/ 128 w 145"/>
              <a:gd name="T29" fmla="*/ 62 h 146"/>
              <a:gd name="T30" fmla="*/ 116 w 145"/>
              <a:gd name="T31" fmla="*/ 62 h 146"/>
              <a:gd name="T32" fmla="*/ 118 w 145"/>
              <a:gd name="T33" fmla="*/ 74 h 146"/>
              <a:gd name="T34" fmla="*/ 112 w 145"/>
              <a:gd name="T35" fmla="*/ 96 h 146"/>
              <a:gd name="T36" fmla="*/ 95 w 145"/>
              <a:gd name="T37" fmla="*/ 112 h 146"/>
              <a:gd name="T38" fmla="*/ 72 w 145"/>
              <a:gd name="T39" fmla="*/ 118 h 146"/>
              <a:gd name="T40" fmla="*/ 41 w 145"/>
              <a:gd name="T41" fmla="*/ 105 h 146"/>
              <a:gd name="T42" fmla="*/ 27 w 145"/>
              <a:gd name="T43" fmla="*/ 74 h 146"/>
              <a:gd name="T44" fmla="*/ 29 w 145"/>
              <a:gd name="T45" fmla="*/ 62 h 146"/>
              <a:gd name="T46" fmla="*/ 16 w 145"/>
              <a:gd name="T47" fmla="*/ 62 h 146"/>
              <a:gd name="T48" fmla="*/ 16 w 145"/>
              <a:gd name="T49" fmla="*/ 123 h 146"/>
              <a:gd name="T50" fmla="*/ 18 w 145"/>
              <a:gd name="T51" fmla="*/ 127 h 146"/>
              <a:gd name="T52" fmla="*/ 22 w 145"/>
              <a:gd name="T53" fmla="*/ 129 h 146"/>
              <a:gd name="T54" fmla="*/ 123 w 145"/>
              <a:gd name="T55" fmla="*/ 129 h 146"/>
              <a:gd name="T56" fmla="*/ 127 w 145"/>
              <a:gd name="T57" fmla="*/ 127 h 146"/>
              <a:gd name="T58" fmla="*/ 128 w 145"/>
              <a:gd name="T59" fmla="*/ 123 h 146"/>
              <a:gd name="T60" fmla="*/ 93 w 145"/>
              <a:gd name="T61" fmla="*/ 93 h 146"/>
              <a:gd name="T62" fmla="*/ 102 w 145"/>
              <a:gd name="T63" fmla="*/ 73 h 146"/>
              <a:gd name="T64" fmla="*/ 93 w 145"/>
              <a:gd name="T65" fmla="*/ 53 h 146"/>
              <a:gd name="T66" fmla="*/ 72 w 145"/>
              <a:gd name="T67" fmla="*/ 44 h 146"/>
              <a:gd name="T68" fmla="*/ 52 w 145"/>
              <a:gd name="T69" fmla="*/ 53 h 146"/>
              <a:gd name="T70" fmla="*/ 43 w 145"/>
              <a:gd name="T71" fmla="*/ 73 h 146"/>
              <a:gd name="T72" fmla="*/ 52 w 145"/>
              <a:gd name="T73" fmla="*/ 93 h 146"/>
              <a:gd name="T74" fmla="*/ 72 w 145"/>
              <a:gd name="T75" fmla="*/ 101 h 146"/>
              <a:gd name="T76" fmla="*/ 93 w 145"/>
              <a:gd name="T77" fmla="*/ 93 h 146"/>
              <a:gd name="T78" fmla="*/ 128 w 145"/>
              <a:gd name="T79" fmla="*/ 39 h 146"/>
              <a:gd name="T80" fmla="*/ 128 w 145"/>
              <a:gd name="T81" fmla="*/ 23 h 146"/>
              <a:gd name="T82" fmla="*/ 127 w 145"/>
              <a:gd name="T83" fmla="*/ 18 h 146"/>
              <a:gd name="T84" fmla="*/ 122 w 145"/>
              <a:gd name="T85" fmla="*/ 16 h 146"/>
              <a:gd name="T86" fmla="*/ 106 w 145"/>
              <a:gd name="T87" fmla="*/ 16 h 146"/>
              <a:gd name="T88" fmla="*/ 101 w 145"/>
              <a:gd name="T89" fmla="*/ 18 h 146"/>
              <a:gd name="T90" fmla="*/ 99 w 145"/>
              <a:gd name="T91" fmla="*/ 23 h 146"/>
              <a:gd name="T92" fmla="*/ 99 w 145"/>
              <a:gd name="T93" fmla="*/ 39 h 146"/>
              <a:gd name="T94" fmla="*/ 101 w 145"/>
              <a:gd name="T95" fmla="*/ 43 h 146"/>
              <a:gd name="T96" fmla="*/ 106 w 145"/>
              <a:gd name="T97" fmla="*/ 45 h 146"/>
              <a:gd name="T98" fmla="*/ 122 w 145"/>
              <a:gd name="T99" fmla="*/ 45 h 146"/>
              <a:gd name="T100" fmla="*/ 127 w 145"/>
              <a:gd name="T101" fmla="*/ 43 h 146"/>
              <a:gd name="T102" fmla="*/ 128 w 145"/>
              <a:gd name="T103" fmla="*/ 39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45" h="146">
                <a:moveTo>
                  <a:pt x="145" y="19"/>
                </a:moveTo>
                <a:cubicBezTo>
                  <a:pt x="145" y="127"/>
                  <a:pt x="145" y="127"/>
                  <a:pt x="145" y="127"/>
                </a:cubicBezTo>
                <a:cubicBezTo>
                  <a:pt x="145" y="132"/>
                  <a:pt x="143" y="136"/>
                  <a:pt x="139" y="140"/>
                </a:cubicBezTo>
                <a:cubicBezTo>
                  <a:pt x="136" y="144"/>
                  <a:pt x="131" y="146"/>
                  <a:pt x="126" y="146"/>
                </a:cubicBezTo>
                <a:cubicBezTo>
                  <a:pt x="18" y="146"/>
                  <a:pt x="18" y="146"/>
                  <a:pt x="18" y="146"/>
                </a:cubicBezTo>
                <a:cubicBezTo>
                  <a:pt x="13" y="146"/>
                  <a:pt x="9" y="144"/>
                  <a:pt x="5" y="140"/>
                </a:cubicBezTo>
                <a:cubicBezTo>
                  <a:pt x="2" y="136"/>
                  <a:pt x="0" y="132"/>
                  <a:pt x="0" y="127"/>
                </a:cubicBezTo>
                <a:cubicBezTo>
                  <a:pt x="0" y="19"/>
                  <a:pt x="0" y="19"/>
                  <a:pt x="0" y="19"/>
                </a:cubicBezTo>
                <a:cubicBezTo>
                  <a:pt x="0" y="14"/>
                  <a:pt x="2" y="9"/>
                  <a:pt x="5" y="6"/>
                </a:cubicBezTo>
                <a:cubicBezTo>
                  <a:pt x="9" y="2"/>
                  <a:pt x="13" y="0"/>
                  <a:pt x="18" y="0"/>
                </a:cubicBezTo>
                <a:cubicBezTo>
                  <a:pt x="126" y="0"/>
                  <a:pt x="126" y="0"/>
                  <a:pt x="126" y="0"/>
                </a:cubicBezTo>
                <a:cubicBezTo>
                  <a:pt x="131" y="0"/>
                  <a:pt x="136" y="2"/>
                  <a:pt x="139" y="6"/>
                </a:cubicBezTo>
                <a:cubicBezTo>
                  <a:pt x="143" y="9"/>
                  <a:pt x="145" y="14"/>
                  <a:pt x="145" y="19"/>
                </a:cubicBezTo>
                <a:close/>
                <a:moveTo>
                  <a:pt x="128" y="123"/>
                </a:moveTo>
                <a:cubicBezTo>
                  <a:pt x="128" y="62"/>
                  <a:pt x="128" y="62"/>
                  <a:pt x="128" y="62"/>
                </a:cubicBezTo>
                <a:cubicBezTo>
                  <a:pt x="116" y="62"/>
                  <a:pt x="116" y="62"/>
                  <a:pt x="116" y="62"/>
                </a:cubicBezTo>
                <a:cubicBezTo>
                  <a:pt x="117" y="66"/>
                  <a:pt x="118" y="70"/>
                  <a:pt x="118" y="74"/>
                </a:cubicBezTo>
                <a:cubicBezTo>
                  <a:pt x="118" y="82"/>
                  <a:pt x="116" y="89"/>
                  <a:pt x="112" y="96"/>
                </a:cubicBezTo>
                <a:cubicBezTo>
                  <a:pt x="108" y="103"/>
                  <a:pt x="102" y="108"/>
                  <a:pt x="95" y="112"/>
                </a:cubicBezTo>
                <a:cubicBezTo>
                  <a:pt x="88" y="116"/>
                  <a:pt x="81" y="118"/>
                  <a:pt x="72" y="118"/>
                </a:cubicBezTo>
                <a:cubicBezTo>
                  <a:pt x="60" y="118"/>
                  <a:pt x="49" y="114"/>
                  <a:pt x="41" y="105"/>
                </a:cubicBezTo>
                <a:cubicBezTo>
                  <a:pt x="32" y="97"/>
                  <a:pt x="27" y="86"/>
                  <a:pt x="27" y="74"/>
                </a:cubicBezTo>
                <a:cubicBezTo>
                  <a:pt x="27" y="70"/>
                  <a:pt x="28" y="66"/>
                  <a:pt x="29" y="62"/>
                </a:cubicBezTo>
                <a:cubicBezTo>
                  <a:pt x="16" y="62"/>
                  <a:pt x="16" y="62"/>
                  <a:pt x="16" y="62"/>
                </a:cubicBezTo>
                <a:cubicBezTo>
                  <a:pt x="16" y="123"/>
                  <a:pt x="16" y="123"/>
                  <a:pt x="16" y="123"/>
                </a:cubicBezTo>
                <a:cubicBezTo>
                  <a:pt x="16" y="125"/>
                  <a:pt x="16" y="126"/>
                  <a:pt x="18" y="127"/>
                </a:cubicBezTo>
                <a:cubicBezTo>
                  <a:pt x="19" y="128"/>
                  <a:pt x="20" y="129"/>
                  <a:pt x="22" y="129"/>
                </a:cubicBezTo>
                <a:cubicBezTo>
                  <a:pt x="123" y="129"/>
                  <a:pt x="123" y="129"/>
                  <a:pt x="123" y="129"/>
                </a:cubicBezTo>
                <a:cubicBezTo>
                  <a:pt x="124" y="129"/>
                  <a:pt x="126" y="128"/>
                  <a:pt x="127" y="127"/>
                </a:cubicBezTo>
                <a:cubicBezTo>
                  <a:pt x="128" y="126"/>
                  <a:pt x="128" y="125"/>
                  <a:pt x="128" y="123"/>
                </a:cubicBezTo>
                <a:close/>
                <a:moveTo>
                  <a:pt x="93" y="93"/>
                </a:moveTo>
                <a:cubicBezTo>
                  <a:pt x="99" y="87"/>
                  <a:pt x="102" y="80"/>
                  <a:pt x="102" y="73"/>
                </a:cubicBezTo>
                <a:cubicBezTo>
                  <a:pt x="102" y="65"/>
                  <a:pt x="99" y="58"/>
                  <a:pt x="93" y="53"/>
                </a:cubicBezTo>
                <a:cubicBezTo>
                  <a:pt x="87" y="47"/>
                  <a:pt x="80" y="44"/>
                  <a:pt x="72" y="44"/>
                </a:cubicBezTo>
                <a:cubicBezTo>
                  <a:pt x="64" y="44"/>
                  <a:pt x="58" y="47"/>
                  <a:pt x="52" y="53"/>
                </a:cubicBezTo>
                <a:cubicBezTo>
                  <a:pt x="46" y="58"/>
                  <a:pt x="43" y="65"/>
                  <a:pt x="43" y="73"/>
                </a:cubicBezTo>
                <a:cubicBezTo>
                  <a:pt x="43" y="80"/>
                  <a:pt x="46" y="87"/>
                  <a:pt x="52" y="93"/>
                </a:cubicBezTo>
                <a:cubicBezTo>
                  <a:pt x="58" y="98"/>
                  <a:pt x="64" y="101"/>
                  <a:pt x="72" y="101"/>
                </a:cubicBezTo>
                <a:cubicBezTo>
                  <a:pt x="80" y="101"/>
                  <a:pt x="87" y="98"/>
                  <a:pt x="93" y="93"/>
                </a:cubicBezTo>
                <a:close/>
                <a:moveTo>
                  <a:pt x="128" y="39"/>
                </a:moveTo>
                <a:cubicBezTo>
                  <a:pt x="128" y="23"/>
                  <a:pt x="128" y="23"/>
                  <a:pt x="128" y="23"/>
                </a:cubicBezTo>
                <a:cubicBezTo>
                  <a:pt x="128" y="21"/>
                  <a:pt x="128" y="20"/>
                  <a:pt x="127" y="18"/>
                </a:cubicBezTo>
                <a:cubicBezTo>
                  <a:pt x="125" y="17"/>
                  <a:pt x="124" y="16"/>
                  <a:pt x="122" y="16"/>
                </a:cubicBezTo>
                <a:cubicBezTo>
                  <a:pt x="106" y="16"/>
                  <a:pt x="106" y="16"/>
                  <a:pt x="106" y="16"/>
                </a:cubicBezTo>
                <a:cubicBezTo>
                  <a:pt x="104" y="16"/>
                  <a:pt x="102" y="17"/>
                  <a:pt x="101" y="18"/>
                </a:cubicBezTo>
                <a:cubicBezTo>
                  <a:pt x="100" y="20"/>
                  <a:pt x="99" y="21"/>
                  <a:pt x="99" y="23"/>
                </a:cubicBezTo>
                <a:cubicBezTo>
                  <a:pt x="99" y="39"/>
                  <a:pt x="99" y="39"/>
                  <a:pt x="99" y="39"/>
                </a:cubicBezTo>
                <a:cubicBezTo>
                  <a:pt x="99" y="40"/>
                  <a:pt x="100" y="42"/>
                  <a:pt x="101" y="43"/>
                </a:cubicBezTo>
                <a:cubicBezTo>
                  <a:pt x="102" y="44"/>
                  <a:pt x="104" y="45"/>
                  <a:pt x="106" y="45"/>
                </a:cubicBezTo>
                <a:cubicBezTo>
                  <a:pt x="122" y="45"/>
                  <a:pt x="122" y="45"/>
                  <a:pt x="122" y="45"/>
                </a:cubicBezTo>
                <a:cubicBezTo>
                  <a:pt x="124" y="45"/>
                  <a:pt x="125" y="44"/>
                  <a:pt x="127" y="43"/>
                </a:cubicBezTo>
                <a:cubicBezTo>
                  <a:pt x="128" y="42"/>
                  <a:pt x="128" y="40"/>
                  <a:pt x="128" y="3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32" name="Freeform 335"/>
          <p:cNvSpPr>
            <a:spLocks noEditPoints="1"/>
          </p:cNvSpPr>
          <p:nvPr/>
        </p:nvSpPr>
        <p:spPr bwMode="auto">
          <a:xfrm>
            <a:off x="4735589" y="4823987"/>
            <a:ext cx="207464" cy="209627"/>
          </a:xfrm>
          <a:custGeom>
            <a:avLst/>
            <a:gdLst>
              <a:gd name="T0" fmla="*/ 118 w 145"/>
              <a:gd name="T1" fmla="*/ 0 h 146"/>
              <a:gd name="T2" fmla="*/ 137 w 145"/>
              <a:gd name="T3" fmla="*/ 8 h 146"/>
              <a:gd name="T4" fmla="*/ 145 w 145"/>
              <a:gd name="T5" fmla="*/ 28 h 146"/>
              <a:gd name="T6" fmla="*/ 145 w 145"/>
              <a:gd name="T7" fmla="*/ 118 h 146"/>
              <a:gd name="T8" fmla="*/ 137 w 145"/>
              <a:gd name="T9" fmla="*/ 138 h 146"/>
              <a:gd name="T10" fmla="*/ 118 w 145"/>
              <a:gd name="T11" fmla="*/ 146 h 146"/>
              <a:gd name="T12" fmla="*/ 27 w 145"/>
              <a:gd name="T13" fmla="*/ 146 h 146"/>
              <a:gd name="T14" fmla="*/ 8 w 145"/>
              <a:gd name="T15" fmla="*/ 138 h 146"/>
              <a:gd name="T16" fmla="*/ 0 w 145"/>
              <a:gd name="T17" fmla="*/ 118 h 146"/>
              <a:gd name="T18" fmla="*/ 0 w 145"/>
              <a:gd name="T19" fmla="*/ 28 h 146"/>
              <a:gd name="T20" fmla="*/ 8 w 145"/>
              <a:gd name="T21" fmla="*/ 8 h 146"/>
              <a:gd name="T22" fmla="*/ 27 w 145"/>
              <a:gd name="T23" fmla="*/ 0 h 146"/>
              <a:gd name="T24" fmla="*/ 118 w 145"/>
              <a:gd name="T25" fmla="*/ 0 h 146"/>
              <a:gd name="T26" fmla="*/ 60 w 145"/>
              <a:gd name="T27" fmla="*/ 87 h 146"/>
              <a:gd name="T28" fmla="*/ 66 w 145"/>
              <a:gd name="T29" fmla="*/ 73 h 146"/>
              <a:gd name="T30" fmla="*/ 60 w 145"/>
              <a:gd name="T31" fmla="*/ 59 h 146"/>
              <a:gd name="T32" fmla="*/ 46 w 145"/>
              <a:gd name="T33" fmla="*/ 53 h 146"/>
              <a:gd name="T34" fmla="*/ 32 w 145"/>
              <a:gd name="T35" fmla="*/ 59 h 146"/>
              <a:gd name="T36" fmla="*/ 26 w 145"/>
              <a:gd name="T37" fmla="*/ 73 h 146"/>
              <a:gd name="T38" fmla="*/ 32 w 145"/>
              <a:gd name="T39" fmla="*/ 87 h 146"/>
              <a:gd name="T40" fmla="*/ 46 w 145"/>
              <a:gd name="T41" fmla="*/ 93 h 146"/>
              <a:gd name="T42" fmla="*/ 60 w 145"/>
              <a:gd name="T43" fmla="*/ 87 h 146"/>
              <a:gd name="T44" fmla="*/ 114 w 145"/>
              <a:gd name="T45" fmla="*/ 87 h 146"/>
              <a:gd name="T46" fmla="*/ 120 w 145"/>
              <a:gd name="T47" fmla="*/ 73 h 146"/>
              <a:gd name="T48" fmla="*/ 114 w 145"/>
              <a:gd name="T49" fmla="*/ 59 h 146"/>
              <a:gd name="T50" fmla="*/ 100 w 145"/>
              <a:gd name="T51" fmla="*/ 53 h 146"/>
              <a:gd name="T52" fmla="*/ 85 w 145"/>
              <a:gd name="T53" fmla="*/ 59 h 146"/>
              <a:gd name="T54" fmla="*/ 79 w 145"/>
              <a:gd name="T55" fmla="*/ 73 h 146"/>
              <a:gd name="T56" fmla="*/ 85 w 145"/>
              <a:gd name="T57" fmla="*/ 87 h 146"/>
              <a:gd name="T58" fmla="*/ 100 w 145"/>
              <a:gd name="T59" fmla="*/ 93 h 146"/>
              <a:gd name="T60" fmla="*/ 114 w 145"/>
              <a:gd name="T61" fmla="*/ 87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45" h="146">
                <a:moveTo>
                  <a:pt x="118" y="0"/>
                </a:moveTo>
                <a:cubicBezTo>
                  <a:pt x="126" y="0"/>
                  <a:pt x="132" y="3"/>
                  <a:pt x="137" y="8"/>
                </a:cubicBezTo>
                <a:cubicBezTo>
                  <a:pt x="143" y="14"/>
                  <a:pt x="145" y="20"/>
                  <a:pt x="145" y="28"/>
                </a:cubicBezTo>
                <a:cubicBezTo>
                  <a:pt x="145" y="118"/>
                  <a:pt x="145" y="118"/>
                  <a:pt x="145" y="118"/>
                </a:cubicBezTo>
                <a:cubicBezTo>
                  <a:pt x="145" y="126"/>
                  <a:pt x="143" y="132"/>
                  <a:pt x="137" y="138"/>
                </a:cubicBezTo>
                <a:cubicBezTo>
                  <a:pt x="132" y="143"/>
                  <a:pt x="126" y="146"/>
                  <a:pt x="118" y="146"/>
                </a:cubicBezTo>
                <a:cubicBezTo>
                  <a:pt x="27" y="146"/>
                  <a:pt x="27" y="146"/>
                  <a:pt x="27" y="146"/>
                </a:cubicBezTo>
                <a:cubicBezTo>
                  <a:pt x="20" y="146"/>
                  <a:pt x="14" y="143"/>
                  <a:pt x="8" y="138"/>
                </a:cubicBezTo>
                <a:cubicBezTo>
                  <a:pt x="3" y="132"/>
                  <a:pt x="0" y="126"/>
                  <a:pt x="0" y="118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0"/>
                  <a:pt x="3" y="14"/>
                  <a:pt x="8" y="8"/>
                </a:cubicBezTo>
                <a:cubicBezTo>
                  <a:pt x="14" y="3"/>
                  <a:pt x="20" y="0"/>
                  <a:pt x="27" y="0"/>
                </a:cubicBezTo>
                <a:lnTo>
                  <a:pt x="118" y="0"/>
                </a:lnTo>
                <a:close/>
                <a:moveTo>
                  <a:pt x="60" y="87"/>
                </a:moveTo>
                <a:cubicBezTo>
                  <a:pt x="64" y="83"/>
                  <a:pt x="66" y="78"/>
                  <a:pt x="66" y="73"/>
                </a:cubicBezTo>
                <a:cubicBezTo>
                  <a:pt x="66" y="67"/>
                  <a:pt x="64" y="63"/>
                  <a:pt x="60" y="59"/>
                </a:cubicBezTo>
                <a:cubicBezTo>
                  <a:pt x="56" y="55"/>
                  <a:pt x="52" y="53"/>
                  <a:pt x="46" y="53"/>
                </a:cubicBezTo>
                <a:cubicBezTo>
                  <a:pt x="41" y="53"/>
                  <a:pt x="36" y="55"/>
                  <a:pt x="32" y="59"/>
                </a:cubicBezTo>
                <a:cubicBezTo>
                  <a:pt x="28" y="63"/>
                  <a:pt x="26" y="67"/>
                  <a:pt x="26" y="73"/>
                </a:cubicBezTo>
                <a:cubicBezTo>
                  <a:pt x="26" y="78"/>
                  <a:pt x="28" y="83"/>
                  <a:pt x="32" y="87"/>
                </a:cubicBezTo>
                <a:cubicBezTo>
                  <a:pt x="36" y="91"/>
                  <a:pt x="41" y="93"/>
                  <a:pt x="46" y="93"/>
                </a:cubicBezTo>
                <a:cubicBezTo>
                  <a:pt x="52" y="93"/>
                  <a:pt x="56" y="91"/>
                  <a:pt x="60" y="87"/>
                </a:cubicBezTo>
                <a:close/>
                <a:moveTo>
                  <a:pt x="114" y="87"/>
                </a:moveTo>
                <a:cubicBezTo>
                  <a:pt x="118" y="83"/>
                  <a:pt x="120" y="78"/>
                  <a:pt x="120" y="73"/>
                </a:cubicBezTo>
                <a:cubicBezTo>
                  <a:pt x="120" y="67"/>
                  <a:pt x="118" y="63"/>
                  <a:pt x="114" y="59"/>
                </a:cubicBezTo>
                <a:cubicBezTo>
                  <a:pt x="110" y="55"/>
                  <a:pt x="105" y="53"/>
                  <a:pt x="100" y="53"/>
                </a:cubicBezTo>
                <a:cubicBezTo>
                  <a:pt x="94" y="53"/>
                  <a:pt x="89" y="55"/>
                  <a:pt x="85" y="59"/>
                </a:cubicBezTo>
                <a:cubicBezTo>
                  <a:pt x="81" y="63"/>
                  <a:pt x="79" y="67"/>
                  <a:pt x="79" y="73"/>
                </a:cubicBezTo>
                <a:cubicBezTo>
                  <a:pt x="79" y="78"/>
                  <a:pt x="81" y="83"/>
                  <a:pt x="85" y="87"/>
                </a:cubicBezTo>
                <a:cubicBezTo>
                  <a:pt x="89" y="91"/>
                  <a:pt x="94" y="93"/>
                  <a:pt x="100" y="93"/>
                </a:cubicBezTo>
                <a:cubicBezTo>
                  <a:pt x="105" y="93"/>
                  <a:pt x="110" y="91"/>
                  <a:pt x="114" y="8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33" name="Freeform 336"/>
          <p:cNvSpPr>
            <a:spLocks noEditPoints="1"/>
          </p:cNvSpPr>
          <p:nvPr/>
        </p:nvSpPr>
        <p:spPr bwMode="auto">
          <a:xfrm>
            <a:off x="5007888" y="4823987"/>
            <a:ext cx="207464" cy="209627"/>
          </a:xfrm>
          <a:custGeom>
            <a:avLst/>
            <a:gdLst>
              <a:gd name="T0" fmla="*/ 135 w 145"/>
              <a:gd name="T1" fmla="*/ 36 h 146"/>
              <a:gd name="T2" fmla="*/ 145 w 145"/>
              <a:gd name="T3" fmla="*/ 73 h 146"/>
              <a:gd name="T4" fmla="*/ 135 w 145"/>
              <a:gd name="T5" fmla="*/ 109 h 146"/>
              <a:gd name="T6" fmla="*/ 109 w 145"/>
              <a:gd name="T7" fmla="*/ 136 h 146"/>
              <a:gd name="T8" fmla="*/ 72 w 145"/>
              <a:gd name="T9" fmla="*/ 146 h 146"/>
              <a:gd name="T10" fmla="*/ 36 w 145"/>
              <a:gd name="T11" fmla="*/ 136 h 146"/>
              <a:gd name="T12" fmla="*/ 10 w 145"/>
              <a:gd name="T13" fmla="*/ 109 h 146"/>
              <a:gd name="T14" fmla="*/ 0 w 145"/>
              <a:gd name="T15" fmla="*/ 73 h 146"/>
              <a:gd name="T16" fmla="*/ 10 w 145"/>
              <a:gd name="T17" fmla="*/ 36 h 146"/>
              <a:gd name="T18" fmla="*/ 36 w 145"/>
              <a:gd name="T19" fmla="*/ 10 h 146"/>
              <a:gd name="T20" fmla="*/ 72 w 145"/>
              <a:gd name="T21" fmla="*/ 0 h 146"/>
              <a:gd name="T22" fmla="*/ 109 w 145"/>
              <a:gd name="T23" fmla="*/ 10 h 146"/>
              <a:gd name="T24" fmla="*/ 135 w 145"/>
              <a:gd name="T25" fmla="*/ 36 h 146"/>
              <a:gd name="T26" fmla="*/ 107 w 145"/>
              <a:gd name="T27" fmla="*/ 97 h 146"/>
              <a:gd name="T28" fmla="*/ 116 w 145"/>
              <a:gd name="T29" fmla="*/ 97 h 146"/>
              <a:gd name="T30" fmla="*/ 72 w 145"/>
              <a:gd name="T31" fmla="*/ 32 h 146"/>
              <a:gd name="T32" fmla="*/ 29 w 145"/>
              <a:gd name="T33" fmla="*/ 97 h 146"/>
              <a:gd name="T34" fmla="*/ 38 w 145"/>
              <a:gd name="T35" fmla="*/ 97 h 146"/>
              <a:gd name="T36" fmla="*/ 48 w 145"/>
              <a:gd name="T37" fmla="*/ 82 h 146"/>
              <a:gd name="T38" fmla="*/ 97 w 145"/>
              <a:gd name="T39" fmla="*/ 82 h 146"/>
              <a:gd name="T40" fmla="*/ 107 w 145"/>
              <a:gd name="T41" fmla="*/ 97 h 146"/>
              <a:gd name="T42" fmla="*/ 72 w 145"/>
              <a:gd name="T43" fmla="*/ 47 h 146"/>
              <a:gd name="T44" fmla="*/ 91 w 145"/>
              <a:gd name="T45" fmla="*/ 76 h 146"/>
              <a:gd name="T46" fmla="*/ 53 w 145"/>
              <a:gd name="T47" fmla="*/ 76 h 146"/>
              <a:gd name="T48" fmla="*/ 72 w 145"/>
              <a:gd name="T49" fmla="*/ 47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45" h="146">
                <a:moveTo>
                  <a:pt x="135" y="36"/>
                </a:moveTo>
                <a:cubicBezTo>
                  <a:pt x="142" y="48"/>
                  <a:pt x="145" y="60"/>
                  <a:pt x="145" y="73"/>
                </a:cubicBezTo>
                <a:cubicBezTo>
                  <a:pt x="145" y="86"/>
                  <a:pt x="142" y="98"/>
                  <a:pt x="135" y="109"/>
                </a:cubicBezTo>
                <a:cubicBezTo>
                  <a:pt x="129" y="120"/>
                  <a:pt x="120" y="129"/>
                  <a:pt x="109" y="136"/>
                </a:cubicBezTo>
                <a:cubicBezTo>
                  <a:pt x="98" y="142"/>
                  <a:pt x="86" y="146"/>
                  <a:pt x="72" y="146"/>
                </a:cubicBezTo>
                <a:cubicBezTo>
                  <a:pt x="59" y="146"/>
                  <a:pt x="47" y="142"/>
                  <a:pt x="36" y="136"/>
                </a:cubicBezTo>
                <a:cubicBezTo>
                  <a:pt x="25" y="129"/>
                  <a:pt x="16" y="120"/>
                  <a:pt x="10" y="109"/>
                </a:cubicBezTo>
                <a:cubicBezTo>
                  <a:pt x="3" y="98"/>
                  <a:pt x="0" y="86"/>
                  <a:pt x="0" y="73"/>
                </a:cubicBezTo>
                <a:cubicBezTo>
                  <a:pt x="0" y="60"/>
                  <a:pt x="3" y="48"/>
                  <a:pt x="10" y="36"/>
                </a:cubicBezTo>
                <a:cubicBezTo>
                  <a:pt x="16" y="25"/>
                  <a:pt x="25" y="17"/>
                  <a:pt x="36" y="10"/>
                </a:cubicBezTo>
                <a:cubicBezTo>
                  <a:pt x="47" y="4"/>
                  <a:pt x="59" y="0"/>
                  <a:pt x="72" y="0"/>
                </a:cubicBezTo>
                <a:cubicBezTo>
                  <a:pt x="86" y="0"/>
                  <a:pt x="98" y="4"/>
                  <a:pt x="109" y="10"/>
                </a:cubicBezTo>
                <a:cubicBezTo>
                  <a:pt x="120" y="17"/>
                  <a:pt x="129" y="25"/>
                  <a:pt x="135" y="36"/>
                </a:cubicBezTo>
                <a:close/>
                <a:moveTo>
                  <a:pt x="107" y="97"/>
                </a:moveTo>
                <a:cubicBezTo>
                  <a:pt x="116" y="97"/>
                  <a:pt x="116" y="97"/>
                  <a:pt x="116" y="97"/>
                </a:cubicBezTo>
                <a:cubicBezTo>
                  <a:pt x="72" y="32"/>
                  <a:pt x="72" y="32"/>
                  <a:pt x="72" y="32"/>
                </a:cubicBezTo>
                <a:cubicBezTo>
                  <a:pt x="29" y="97"/>
                  <a:pt x="29" y="97"/>
                  <a:pt x="29" y="97"/>
                </a:cubicBezTo>
                <a:cubicBezTo>
                  <a:pt x="38" y="97"/>
                  <a:pt x="38" y="97"/>
                  <a:pt x="38" y="97"/>
                </a:cubicBezTo>
                <a:cubicBezTo>
                  <a:pt x="48" y="82"/>
                  <a:pt x="48" y="82"/>
                  <a:pt x="48" y="82"/>
                </a:cubicBezTo>
                <a:cubicBezTo>
                  <a:pt x="97" y="82"/>
                  <a:pt x="97" y="82"/>
                  <a:pt x="97" y="82"/>
                </a:cubicBezTo>
                <a:lnTo>
                  <a:pt x="107" y="97"/>
                </a:lnTo>
                <a:close/>
                <a:moveTo>
                  <a:pt x="72" y="47"/>
                </a:moveTo>
                <a:cubicBezTo>
                  <a:pt x="91" y="76"/>
                  <a:pt x="91" y="76"/>
                  <a:pt x="91" y="76"/>
                </a:cubicBezTo>
                <a:cubicBezTo>
                  <a:pt x="53" y="76"/>
                  <a:pt x="53" y="76"/>
                  <a:pt x="53" y="76"/>
                </a:cubicBezTo>
                <a:lnTo>
                  <a:pt x="72" y="47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34" name="Freeform 337"/>
          <p:cNvSpPr>
            <a:spLocks noEditPoints="1"/>
          </p:cNvSpPr>
          <p:nvPr/>
        </p:nvSpPr>
        <p:spPr bwMode="auto">
          <a:xfrm>
            <a:off x="5278027" y="4817505"/>
            <a:ext cx="192339" cy="222593"/>
          </a:xfrm>
          <a:custGeom>
            <a:avLst/>
            <a:gdLst>
              <a:gd name="T0" fmla="*/ 122 w 134"/>
              <a:gd name="T1" fmla="*/ 90 h 155"/>
              <a:gd name="T2" fmla="*/ 116 w 134"/>
              <a:gd name="T3" fmla="*/ 99 h 155"/>
              <a:gd name="T4" fmla="*/ 53 w 134"/>
              <a:gd name="T5" fmla="*/ 110 h 155"/>
              <a:gd name="T6" fmla="*/ 13 w 134"/>
              <a:gd name="T7" fmla="*/ 95 h 155"/>
              <a:gd name="T8" fmla="*/ 11 w 134"/>
              <a:gd name="T9" fmla="*/ 88 h 155"/>
              <a:gd name="T10" fmla="*/ 10 w 134"/>
              <a:gd name="T11" fmla="*/ 81 h 155"/>
              <a:gd name="T12" fmla="*/ 5 w 134"/>
              <a:gd name="T13" fmla="*/ 52 h 155"/>
              <a:gd name="T14" fmla="*/ 0 w 134"/>
              <a:gd name="T15" fmla="*/ 23 h 155"/>
              <a:gd name="T16" fmla="*/ 5 w 134"/>
              <a:gd name="T17" fmla="*/ 15 h 155"/>
              <a:gd name="T18" fmla="*/ 14 w 134"/>
              <a:gd name="T19" fmla="*/ 10 h 155"/>
              <a:gd name="T20" fmla="*/ 48 w 134"/>
              <a:gd name="T21" fmla="*/ 2 h 155"/>
              <a:gd name="T22" fmla="*/ 132 w 134"/>
              <a:gd name="T23" fmla="*/ 18 h 155"/>
              <a:gd name="T24" fmla="*/ 133 w 134"/>
              <a:gd name="T25" fmla="*/ 28 h 155"/>
              <a:gd name="T26" fmla="*/ 114 w 134"/>
              <a:gd name="T27" fmla="*/ 126 h 155"/>
              <a:gd name="T28" fmla="*/ 110 w 134"/>
              <a:gd name="T29" fmla="*/ 141 h 155"/>
              <a:gd name="T30" fmla="*/ 87 w 134"/>
              <a:gd name="T31" fmla="*/ 153 h 155"/>
              <a:gd name="T32" fmla="*/ 49 w 134"/>
              <a:gd name="T33" fmla="*/ 153 h 155"/>
              <a:gd name="T34" fmla="*/ 34 w 134"/>
              <a:gd name="T35" fmla="*/ 149 h 155"/>
              <a:gd name="T36" fmla="*/ 22 w 134"/>
              <a:gd name="T37" fmla="*/ 139 h 155"/>
              <a:gd name="T38" fmla="*/ 17 w 134"/>
              <a:gd name="T39" fmla="*/ 110 h 155"/>
              <a:gd name="T40" fmla="*/ 67 w 134"/>
              <a:gd name="T41" fmla="*/ 123 h 155"/>
              <a:gd name="T42" fmla="*/ 117 w 134"/>
              <a:gd name="T43" fmla="*/ 111 h 155"/>
              <a:gd name="T44" fmla="*/ 116 w 134"/>
              <a:gd name="T45" fmla="*/ 119 h 155"/>
              <a:gd name="T46" fmla="*/ 105 w 134"/>
              <a:gd name="T47" fmla="*/ 17 h 155"/>
              <a:gd name="T48" fmla="*/ 93 w 134"/>
              <a:gd name="T49" fmla="*/ 14 h 155"/>
              <a:gd name="T50" fmla="*/ 33 w 134"/>
              <a:gd name="T51" fmla="*/ 15 h 155"/>
              <a:gd name="T52" fmla="*/ 23 w 134"/>
              <a:gd name="T53" fmla="*/ 21 h 155"/>
              <a:gd name="T54" fmla="*/ 37 w 134"/>
              <a:gd name="T55" fmla="*/ 28 h 155"/>
              <a:gd name="T56" fmla="*/ 88 w 134"/>
              <a:gd name="T57" fmla="*/ 29 h 155"/>
              <a:gd name="T58" fmla="*/ 103 w 134"/>
              <a:gd name="T59" fmla="*/ 26 h 155"/>
              <a:gd name="T60" fmla="*/ 88 w 134"/>
              <a:gd name="T61" fmla="*/ 72 h 155"/>
              <a:gd name="T62" fmla="*/ 59 w 134"/>
              <a:gd name="T63" fmla="*/ 56 h 155"/>
              <a:gd name="T64" fmla="*/ 46 w 134"/>
              <a:gd name="T65" fmla="*/ 76 h 155"/>
              <a:gd name="T66" fmla="*/ 69 w 134"/>
              <a:gd name="T67" fmla="*/ 96 h 155"/>
              <a:gd name="T68" fmla="*/ 88 w 134"/>
              <a:gd name="T69" fmla="*/ 72 h 155"/>
              <a:gd name="T70" fmla="*/ 73 w 134"/>
              <a:gd name="T71" fmla="*/ 84 h 155"/>
              <a:gd name="T72" fmla="*/ 57 w 134"/>
              <a:gd name="T73" fmla="*/ 79 h 155"/>
              <a:gd name="T74" fmla="*/ 62 w 134"/>
              <a:gd name="T75" fmla="*/ 66 h 155"/>
              <a:gd name="T76" fmla="*/ 75 w 134"/>
              <a:gd name="T77" fmla="*/ 68 h 1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34" h="155">
                <a:moveTo>
                  <a:pt x="133" y="28"/>
                </a:moveTo>
                <a:cubicBezTo>
                  <a:pt x="131" y="39"/>
                  <a:pt x="128" y="59"/>
                  <a:pt x="122" y="90"/>
                </a:cubicBezTo>
                <a:cubicBezTo>
                  <a:pt x="122" y="92"/>
                  <a:pt x="121" y="94"/>
                  <a:pt x="120" y="95"/>
                </a:cubicBezTo>
                <a:cubicBezTo>
                  <a:pt x="119" y="97"/>
                  <a:pt x="117" y="98"/>
                  <a:pt x="116" y="99"/>
                </a:cubicBezTo>
                <a:cubicBezTo>
                  <a:pt x="114" y="100"/>
                  <a:pt x="113" y="101"/>
                  <a:pt x="111" y="102"/>
                </a:cubicBezTo>
                <a:cubicBezTo>
                  <a:pt x="95" y="110"/>
                  <a:pt x="76" y="113"/>
                  <a:pt x="53" y="110"/>
                </a:cubicBezTo>
                <a:cubicBezTo>
                  <a:pt x="37" y="109"/>
                  <a:pt x="25" y="104"/>
                  <a:pt x="16" y="97"/>
                </a:cubicBezTo>
                <a:cubicBezTo>
                  <a:pt x="15" y="97"/>
                  <a:pt x="14" y="96"/>
                  <a:pt x="13" y="95"/>
                </a:cubicBezTo>
                <a:cubicBezTo>
                  <a:pt x="13" y="94"/>
                  <a:pt x="12" y="93"/>
                  <a:pt x="12" y="91"/>
                </a:cubicBezTo>
                <a:cubicBezTo>
                  <a:pt x="11" y="90"/>
                  <a:pt x="11" y="89"/>
                  <a:pt x="11" y="88"/>
                </a:cubicBezTo>
                <a:cubicBezTo>
                  <a:pt x="11" y="87"/>
                  <a:pt x="11" y="86"/>
                  <a:pt x="10" y="85"/>
                </a:cubicBezTo>
                <a:cubicBezTo>
                  <a:pt x="10" y="83"/>
                  <a:pt x="10" y="82"/>
                  <a:pt x="10" y="81"/>
                </a:cubicBezTo>
                <a:cubicBezTo>
                  <a:pt x="9" y="78"/>
                  <a:pt x="8" y="73"/>
                  <a:pt x="7" y="67"/>
                </a:cubicBezTo>
                <a:cubicBezTo>
                  <a:pt x="6" y="61"/>
                  <a:pt x="5" y="56"/>
                  <a:pt x="5" y="52"/>
                </a:cubicBezTo>
                <a:cubicBezTo>
                  <a:pt x="4" y="48"/>
                  <a:pt x="3" y="43"/>
                  <a:pt x="2" y="38"/>
                </a:cubicBezTo>
                <a:cubicBezTo>
                  <a:pt x="2" y="32"/>
                  <a:pt x="1" y="27"/>
                  <a:pt x="0" y="23"/>
                </a:cubicBezTo>
                <a:cubicBezTo>
                  <a:pt x="1" y="21"/>
                  <a:pt x="1" y="20"/>
                  <a:pt x="2" y="18"/>
                </a:cubicBezTo>
                <a:cubicBezTo>
                  <a:pt x="3" y="17"/>
                  <a:pt x="4" y="16"/>
                  <a:pt x="5" y="15"/>
                </a:cubicBezTo>
                <a:cubicBezTo>
                  <a:pt x="6" y="14"/>
                  <a:pt x="7" y="13"/>
                  <a:pt x="9" y="12"/>
                </a:cubicBezTo>
                <a:cubicBezTo>
                  <a:pt x="11" y="11"/>
                  <a:pt x="12" y="10"/>
                  <a:pt x="14" y="10"/>
                </a:cubicBezTo>
                <a:cubicBezTo>
                  <a:pt x="15" y="9"/>
                  <a:pt x="16" y="9"/>
                  <a:pt x="18" y="8"/>
                </a:cubicBezTo>
                <a:cubicBezTo>
                  <a:pt x="26" y="5"/>
                  <a:pt x="36" y="3"/>
                  <a:pt x="48" y="2"/>
                </a:cubicBezTo>
                <a:cubicBezTo>
                  <a:pt x="72" y="0"/>
                  <a:pt x="93" y="1"/>
                  <a:pt x="112" y="7"/>
                </a:cubicBezTo>
                <a:cubicBezTo>
                  <a:pt x="121" y="10"/>
                  <a:pt x="128" y="13"/>
                  <a:pt x="132" y="18"/>
                </a:cubicBezTo>
                <a:cubicBezTo>
                  <a:pt x="133" y="20"/>
                  <a:pt x="133" y="21"/>
                  <a:pt x="133" y="23"/>
                </a:cubicBezTo>
                <a:cubicBezTo>
                  <a:pt x="134" y="25"/>
                  <a:pt x="133" y="27"/>
                  <a:pt x="133" y="28"/>
                </a:cubicBezTo>
                <a:close/>
                <a:moveTo>
                  <a:pt x="116" y="119"/>
                </a:moveTo>
                <a:cubicBezTo>
                  <a:pt x="115" y="121"/>
                  <a:pt x="115" y="123"/>
                  <a:pt x="114" y="126"/>
                </a:cubicBezTo>
                <a:cubicBezTo>
                  <a:pt x="114" y="129"/>
                  <a:pt x="113" y="132"/>
                  <a:pt x="113" y="134"/>
                </a:cubicBezTo>
                <a:cubicBezTo>
                  <a:pt x="113" y="136"/>
                  <a:pt x="112" y="139"/>
                  <a:pt x="110" y="141"/>
                </a:cubicBezTo>
                <a:cubicBezTo>
                  <a:pt x="109" y="143"/>
                  <a:pt x="107" y="145"/>
                  <a:pt x="105" y="146"/>
                </a:cubicBezTo>
                <a:cubicBezTo>
                  <a:pt x="99" y="149"/>
                  <a:pt x="93" y="151"/>
                  <a:pt x="87" y="153"/>
                </a:cubicBezTo>
                <a:cubicBezTo>
                  <a:pt x="80" y="154"/>
                  <a:pt x="74" y="155"/>
                  <a:pt x="68" y="155"/>
                </a:cubicBezTo>
                <a:cubicBezTo>
                  <a:pt x="62" y="155"/>
                  <a:pt x="55" y="154"/>
                  <a:pt x="49" y="153"/>
                </a:cubicBezTo>
                <a:cubicBezTo>
                  <a:pt x="46" y="153"/>
                  <a:pt x="43" y="152"/>
                  <a:pt x="41" y="152"/>
                </a:cubicBezTo>
                <a:cubicBezTo>
                  <a:pt x="39" y="151"/>
                  <a:pt x="36" y="150"/>
                  <a:pt x="34" y="149"/>
                </a:cubicBezTo>
                <a:cubicBezTo>
                  <a:pt x="31" y="148"/>
                  <a:pt x="29" y="147"/>
                  <a:pt x="27" y="145"/>
                </a:cubicBezTo>
                <a:cubicBezTo>
                  <a:pt x="25" y="143"/>
                  <a:pt x="23" y="141"/>
                  <a:pt x="22" y="139"/>
                </a:cubicBezTo>
                <a:cubicBezTo>
                  <a:pt x="20" y="133"/>
                  <a:pt x="19" y="124"/>
                  <a:pt x="17" y="111"/>
                </a:cubicBezTo>
                <a:cubicBezTo>
                  <a:pt x="17" y="110"/>
                  <a:pt x="17" y="110"/>
                  <a:pt x="17" y="110"/>
                </a:cubicBezTo>
                <a:cubicBezTo>
                  <a:pt x="19" y="109"/>
                  <a:pt x="19" y="109"/>
                  <a:pt x="19" y="109"/>
                </a:cubicBezTo>
                <a:cubicBezTo>
                  <a:pt x="33" y="118"/>
                  <a:pt x="49" y="123"/>
                  <a:pt x="67" y="123"/>
                </a:cubicBezTo>
                <a:cubicBezTo>
                  <a:pt x="85" y="123"/>
                  <a:pt x="101" y="118"/>
                  <a:pt x="115" y="109"/>
                </a:cubicBezTo>
                <a:cubicBezTo>
                  <a:pt x="116" y="109"/>
                  <a:pt x="117" y="110"/>
                  <a:pt x="117" y="111"/>
                </a:cubicBezTo>
                <a:cubicBezTo>
                  <a:pt x="117" y="112"/>
                  <a:pt x="117" y="114"/>
                  <a:pt x="117" y="116"/>
                </a:cubicBezTo>
                <a:cubicBezTo>
                  <a:pt x="116" y="117"/>
                  <a:pt x="116" y="118"/>
                  <a:pt x="116" y="119"/>
                </a:cubicBezTo>
                <a:close/>
                <a:moveTo>
                  <a:pt x="110" y="21"/>
                </a:moveTo>
                <a:cubicBezTo>
                  <a:pt x="109" y="19"/>
                  <a:pt x="107" y="18"/>
                  <a:pt x="105" y="17"/>
                </a:cubicBezTo>
                <a:cubicBezTo>
                  <a:pt x="103" y="16"/>
                  <a:pt x="101" y="15"/>
                  <a:pt x="100" y="15"/>
                </a:cubicBezTo>
                <a:cubicBezTo>
                  <a:pt x="98" y="15"/>
                  <a:pt x="96" y="14"/>
                  <a:pt x="93" y="14"/>
                </a:cubicBezTo>
                <a:cubicBezTo>
                  <a:pt x="75" y="11"/>
                  <a:pt x="57" y="11"/>
                  <a:pt x="39" y="14"/>
                </a:cubicBezTo>
                <a:cubicBezTo>
                  <a:pt x="37" y="14"/>
                  <a:pt x="35" y="15"/>
                  <a:pt x="33" y="15"/>
                </a:cubicBezTo>
                <a:cubicBezTo>
                  <a:pt x="32" y="15"/>
                  <a:pt x="30" y="16"/>
                  <a:pt x="28" y="17"/>
                </a:cubicBezTo>
                <a:cubicBezTo>
                  <a:pt x="26" y="18"/>
                  <a:pt x="24" y="20"/>
                  <a:pt x="23" y="21"/>
                </a:cubicBezTo>
                <a:cubicBezTo>
                  <a:pt x="25" y="23"/>
                  <a:pt x="28" y="24"/>
                  <a:pt x="30" y="25"/>
                </a:cubicBezTo>
                <a:cubicBezTo>
                  <a:pt x="33" y="27"/>
                  <a:pt x="36" y="27"/>
                  <a:pt x="37" y="28"/>
                </a:cubicBezTo>
                <a:cubicBezTo>
                  <a:pt x="39" y="28"/>
                  <a:pt x="42" y="28"/>
                  <a:pt x="46" y="29"/>
                </a:cubicBezTo>
                <a:cubicBezTo>
                  <a:pt x="60" y="30"/>
                  <a:pt x="74" y="31"/>
                  <a:pt x="88" y="29"/>
                </a:cubicBezTo>
                <a:cubicBezTo>
                  <a:pt x="92" y="28"/>
                  <a:pt x="95" y="28"/>
                  <a:pt x="97" y="28"/>
                </a:cubicBezTo>
                <a:cubicBezTo>
                  <a:pt x="98" y="27"/>
                  <a:pt x="100" y="27"/>
                  <a:pt x="103" y="26"/>
                </a:cubicBezTo>
                <a:cubicBezTo>
                  <a:pt x="106" y="24"/>
                  <a:pt x="109" y="23"/>
                  <a:pt x="110" y="21"/>
                </a:cubicBezTo>
                <a:close/>
                <a:moveTo>
                  <a:pt x="88" y="72"/>
                </a:moveTo>
                <a:cubicBezTo>
                  <a:pt x="87" y="66"/>
                  <a:pt x="83" y="61"/>
                  <a:pt x="77" y="57"/>
                </a:cubicBezTo>
                <a:cubicBezTo>
                  <a:pt x="71" y="53"/>
                  <a:pt x="65" y="53"/>
                  <a:pt x="59" y="56"/>
                </a:cubicBezTo>
                <a:cubicBezTo>
                  <a:pt x="55" y="57"/>
                  <a:pt x="51" y="60"/>
                  <a:pt x="49" y="64"/>
                </a:cubicBezTo>
                <a:cubicBezTo>
                  <a:pt x="47" y="68"/>
                  <a:pt x="46" y="72"/>
                  <a:pt x="46" y="76"/>
                </a:cubicBezTo>
                <a:cubicBezTo>
                  <a:pt x="46" y="82"/>
                  <a:pt x="48" y="87"/>
                  <a:pt x="53" y="91"/>
                </a:cubicBezTo>
                <a:cubicBezTo>
                  <a:pt x="58" y="95"/>
                  <a:pt x="63" y="97"/>
                  <a:pt x="69" y="96"/>
                </a:cubicBezTo>
                <a:cubicBezTo>
                  <a:pt x="75" y="96"/>
                  <a:pt x="79" y="93"/>
                  <a:pt x="83" y="88"/>
                </a:cubicBezTo>
                <a:cubicBezTo>
                  <a:pt x="87" y="84"/>
                  <a:pt x="89" y="78"/>
                  <a:pt x="88" y="72"/>
                </a:cubicBezTo>
                <a:close/>
                <a:moveTo>
                  <a:pt x="77" y="74"/>
                </a:moveTo>
                <a:cubicBezTo>
                  <a:pt x="78" y="78"/>
                  <a:pt x="76" y="82"/>
                  <a:pt x="73" y="84"/>
                </a:cubicBezTo>
                <a:cubicBezTo>
                  <a:pt x="69" y="86"/>
                  <a:pt x="65" y="87"/>
                  <a:pt x="62" y="85"/>
                </a:cubicBezTo>
                <a:cubicBezTo>
                  <a:pt x="60" y="83"/>
                  <a:pt x="58" y="82"/>
                  <a:pt x="57" y="79"/>
                </a:cubicBezTo>
                <a:cubicBezTo>
                  <a:pt x="56" y="76"/>
                  <a:pt x="56" y="74"/>
                  <a:pt x="57" y="71"/>
                </a:cubicBezTo>
                <a:cubicBezTo>
                  <a:pt x="58" y="69"/>
                  <a:pt x="59" y="67"/>
                  <a:pt x="62" y="66"/>
                </a:cubicBezTo>
                <a:cubicBezTo>
                  <a:pt x="64" y="65"/>
                  <a:pt x="66" y="64"/>
                  <a:pt x="69" y="65"/>
                </a:cubicBezTo>
                <a:cubicBezTo>
                  <a:pt x="71" y="65"/>
                  <a:pt x="73" y="66"/>
                  <a:pt x="75" y="68"/>
                </a:cubicBezTo>
                <a:cubicBezTo>
                  <a:pt x="77" y="70"/>
                  <a:pt x="77" y="72"/>
                  <a:pt x="77" y="7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35" name="Freeform 338"/>
          <p:cNvSpPr>
            <a:spLocks noEditPoints="1"/>
          </p:cNvSpPr>
          <p:nvPr/>
        </p:nvSpPr>
        <p:spPr bwMode="auto">
          <a:xfrm>
            <a:off x="5533036" y="4823987"/>
            <a:ext cx="207464" cy="209627"/>
          </a:xfrm>
          <a:custGeom>
            <a:avLst/>
            <a:gdLst>
              <a:gd name="T0" fmla="*/ 145 w 145"/>
              <a:gd name="T1" fmla="*/ 118 h 146"/>
              <a:gd name="T2" fmla="*/ 118 w 145"/>
              <a:gd name="T3" fmla="*/ 146 h 146"/>
              <a:gd name="T4" fmla="*/ 8 w 145"/>
              <a:gd name="T5" fmla="*/ 138 h 146"/>
              <a:gd name="T6" fmla="*/ 0 w 145"/>
              <a:gd name="T7" fmla="*/ 28 h 146"/>
              <a:gd name="T8" fmla="*/ 27 w 145"/>
              <a:gd name="T9" fmla="*/ 0 h 146"/>
              <a:gd name="T10" fmla="*/ 137 w 145"/>
              <a:gd name="T11" fmla="*/ 8 h 146"/>
              <a:gd name="T12" fmla="*/ 120 w 145"/>
              <a:gd name="T13" fmla="*/ 37 h 146"/>
              <a:gd name="T14" fmla="*/ 105 w 145"/>
              <a:gd name="T15" fmla="*/ 22 h 146"/>
              <a:gd name="T16" fmla="*/ 37 w 145"/>
              <a:gd name="T17" fmla="*/ 23 h 146"/>
              <a:gd name="T18" fmla="*/ 27 w 145"/>
              <a:gd name="T19" fmla="*/ 28 h 146"/>
              <a:gd name="T20" fmla="*/ 26 w 145"/>
              <a:gd name="T21" fmla="*/ 46 h 146"/>
              <a:gd name="T22" fmla="*/ 31 w 145"/>
              <a:gd name="T23" fmla="*/ 75 h 146"/>
              <a:gd name="T24" fmla="*/ 32 w 145"/>
              <a:gd name="T25" fmla="*/ 82 h 146"/>
              <a:gd name="T26" fmla="*/ 35 w 145"/>
              <a:gd name="T27" fmla="*/ 87 h 146"/>
              <a:gd name="T28" fmla="*/ 104 w 145"/>
              <a:gd name="T29" fmla="*/ 90 h 146"/>
              <a:gd name="T30" fmla="*/ 111 w 145"/>
              <a:gd name="T31" fmla="*/ 85 h 146"/>
              <a:gd name="T32" fmla="*/ 120 w 145"/>
              <a:gd name="T33" fmla="*/ 37 h 146"/>
              <a:gd name="T34" fmla="*/ 108 w 145"/>
              <a:gd name="T35" fmla="*/ 100 h 146"/>
              <a:gd name="T36" fmla="*/ 107 w 145"/>
              <a:gd name="T37" fmla="*/ 95 h 146"/>
              <a:gd name="T38" fmla="*/ 38 w 145"/>
              <a:gd name="T39" fmla="*/ 95 h 146"/>
              <a:gd name="T40" fmla="*/ 36 w 145"/>
              <a:gd name="T41" fmla="*/ 97 h 146"/>
              <a:gd name="T42" fmla="*/ 59 w 145"/>
              <a:gd name="T43" fmla="*/ 127 h 146"/>
              <a:gd name="T44" fmla="*/ 104 w 145"/>
              <a:gd name="T45" fmla="*/ 117 h 146"/>
              <a:gd name="T46" fmla="*/ 108 w 145"/>
              <a:gd name="T47" fmla="*/ 103 h 146"/>
              <a:gd name="T48" fmla="*/ 99 w 145"/>
              <a:gd name="T49" fmla="*/ 35 h 146"/>
              <a:gd name="T50" fmla="*/ 88 w 145"/>
              <a:gd name="T51" fmla="*/ 37 h 146"/>
              <a:gd name="T52" fmla="*/ 51 w 145"/>
              <a:gd name="T53" fmla="*/ 37 h 146"/>
              <a:gd name="T54" fmla="*/ 41 w 145"/>
              <a:gd name="T55" fmla="*/ 32 h 146"/>
              <a:gd name="T56" fmla="*/ 48 w 145"/>
              <a:gd name="T57" fmla="*/ 28 h 146"/>
              <a:gd name="T58" fmla="*/ 91 w 145"/>
              <a:gd name="T59" fmla="*/ 27 h 146"/>
              <a:gd name="T60" fmla="*/ 100 w 145"/>
              <a:gd name="T61" fmla="*/ 29 h 146"/>
              <a:gd name="T62" fmla="*/ 87 w 145"/>
              <a:gd name="T63" fmla="*/ 69 h 146"/>
              <a:gd name="T64" fmla="*/ 74 w 145"/>
              <a:gd name="T65" fmla="*/ 86 h 146"/>
              <a:gd name="T66" fmla="*/ 57 w 145"/>
              <a:gd name="T67" fmla="*/ 72 h 146"/>
              <a:gd name="T68" fmla="*/ 66 w 145"/>
              <a:gd name="T69" fmla="*/ 57 h 146"/>
              <a:gd name="T70" fmla="*/ 87 w 145"/>
              <a:gd name="T71" fmla="*/ 69 h 146"/>
              <a:gd name="T72" fmla="*/ 76 w 145"/>
              <a:gd name="T73" fmla="*/ 64 h 146"/>
              <a:gd name="T74" fmla="*/ 65 w 145"/>
              <a:gd name="T75" fmla="*/ 71 h 146"/>
              <a:gd name="T76" fmla="*/ 77 w 145"/>
              <a:gd name="T77" fmla="*/ 77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45" h="146">
                <a:moveTo>
                  <a:pt x="145" y="28"/>
                </a:moveTo>
                <a:cubicBezTo>
                  <a:pt x="145" y="118"/>
                  <a:pt x="145" y="118"/>
                  <a:pt x="145" y="118"/>
                </a:cubicBezTo>
                <a:cubicBezTo>
                  <a:pt x="145" y="126"/>
                  <a:pt x="142" y="132"/>
                  <a:pt x="137" y="138"/>
                </a:cubicBezTo>
                <a:cubicBezTo>
                  <a:pt x="132" y="143"/>
                  <a:pt x="125" y="146"/>
                  <a:pt x="118" y="146"/>
                </a:cubicBezTo>
                <a:cubicBezTo>
                  <a:pt x="27" y="146"/>
                  <a:pt x="27" y="146"/>
                  <a:pt x="27" y="146"/>
                </a:cubicBezTo>
                <a:cubicBezTo>
                  <a:pt x="19" y="146"/>
                  <a:pt x="13" y="143"/>
                  <a:pt x="8" y="138"/>
                </a:cubicBezTo>
                <a:cubicBezTo>
                  <a:pt x="2" y="132"/>
                  <a:pt x="0" y="126"/>
                  <a:pt x="0" y="118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0"/>
                  <a:pt x="2" y="14"/>
                  <a:pt x="8" y="8"/>
                </a:cubicBezTo>
                <a:cubicBezTo>
                  <a:pt x="13" y="3"/>
                  <a:pt x="19" y="0"/>
                  <a:pt x="27" y="0"/>
                </a:cubicBezTo>
                <a:cubicBezTo>
                  <a:pt x="118" y="0"/>
                  <a:pt x="118" y="0"/>
                  <a:pt x="118" y="0"/>
                </a:cubicBezTo>
                <a:cubicBezTo>
                  <a:pt x="125" y="0"/>
                  <a:pt x="132" y="3"/>
                  <a:pt x="137" y="8"/>
                </a:cubicBezTo>
                <a:cubicBezTo>
                  <a:pt x="142" y="14"/>
                  <a:pt x="145" y="20"/>
                  <a:pt x="145" y="28"/>
                </a:cubicBezTo>
                <a:close/>
                <a:moveTo>
                  <a:pt x="120" y="37"/>
                </a:moveTo>
                <a:cubicBezTo>
                  <a:pt x="121" y="34"/>
                  <a:pt x="120" y="31"/>
                  <a:pt x="119" y="30"/>
                </a:cubicBezTo>
                <a:cubicBezTo>
                  <a:pt x="117" y="26"/>
                  <a:pt x="112" y="24"/>
                  <a:pt x="105" y="22"/>
                </a:cubicBezTo>
                <a:cubicBezTo>
                  <a:pt x="91" y="18"/>
                  <a:pt x="76" y="16"/>
                  <a:pt x="59" y="18"/>
                </a:cubicBezTo>
                <a:cubicBezTo>
                  <a:pt x="50" y="19"/>
                  <a:pt x="43" y="20"/>
                  <a:pt x="37" y="23"/>
                </a:cubicBezTo>
                <a:cubicBezTo>
                  <a:pt x="35" y="23"/>
                  <a:pt x="33" y="24"/>
                  <a:pt x="32" y="25"/>
                </a:cubicBezTo>
                <a:cubicBezTo>
                  <a:pt x="30" y="26"/>
                  <a:pt x="29" y="27"/>
                  <a:pt x="27" y="28"/>
                </a:cubicBezTo>
                <a:cubicBezTo>
                  <a:pt x="26" y="30"/>
                  <a:pt x="25" y="31"/>
                  <a:pt x="24" y="33"/>
                </a:cubicBezTo>
                <a:cubicBezTo>
                  <a:pt x="25" y="37"/>
                  <a:pt x="25" y="42"/>
                  <a:pt x="26" y="46"/>
                </a:cubicBezTo>
                <a:cubicBezTo>
                  <a:pt x="27" y="51"/>
                  <a:pt x="28" y="56"/>
                  <a:pt x="29" y="62"/>
                </a:cubicBezTo>
                <a:cubicBezTo>
                  <a:pt x="30" y="69"/>
                  <a:pt x="31" y="73"/>
                  <a:pt x="31" y="75"/>
                </a:cubicBezTo>
                <a:cubicBezTo>
                  <a:pt x="31" y="76"/>
                  <a:pt x="31" y="77"/>
                  <a:pt x="32" y="78"/>
                </a:cubicBezTo>
                <a:cubicBezTo>
                  <a:pt x="32" y="80"/>
                  <a:pt x="32" y="81"/>
                  <a:pt x="32" y="82"/>
                </a:cubicBezTo>
                <a:cubicBezTo>
                  <a:pt x="32" y="82"/>
                  <a:pt x="33" y="83"/>
                  <a:pt x="33" y="84"/>
                </a:cubicBezTo>
                <a:cubicBezTo>
                  <a:pt x="34" y="85"/>
                  <a:pt x="35" y="86"/>
                  <a:pt x="35" y="87"/>
                </a:cubicBezTo>
                <a:cubicBezTo>
                  <a:pt x="42" y="92"/>
                  <a:pt x="51" y="95"/>
                  <a:pt x="62" y="96"/>
                </a:cubicBezTo>
                <a:cubicBezTo>
                  <a:pt x="79" y="98"/>
                  <a:pt x="93" y="96"/>
                  <a:pt x="104" y="90"/>
                </a:cubicBezTo>
                <a:cubicBezTo>
                  <a:pt x="105" y="90"/>
                  <a:pt x="107" y="89"/>
                  <a:pt x="108" y="88"/>
                </a:cubicBezTo>
                <a:cubicBezTo>
                  <a:pt x="109" y="88"/>
                  <a:pt x="110" y="87"/>
                  <a:pt x="111" y="85"/>
                </a:cubicBezTo>
                <a:cubicBezTo>
                  <a:pt x="112" y="84"/>
                  <a:pt x="112" y="83"/>
                  <a:pt x="112" y="82"/>
                </a:cubicBezTo>
                <a:cubicBezTo>
                  <a:pt x="115" y="65"/>
                  <a:pt x="118" y="50"/>
                  <a:pt x="120" y="37"/>
                </a:cubicBezTo>
                <a:close/>
                <a:moveTo>
                  <a:pt x="108" y="103"/>
                </a:moveTo>
                <a:cubicBezTo>
                  <a:pt x="108" y="102"/>
                  <a:pt x="108" y="101"/>
                  <a:pt x="108" y="100"/>
                </a:cubicBezTo>
                <a:cubicBezTo>
                  <a:pt x="109" y="99"/>
                  <a:pt x="109" y="98"/>
                  <a:pt x="109" y="97"/>
                </a:cubicBezTo>
                <a:cubicBezTo>
                  <a:pt x="108" y="96"/>
                  <a:pt x="108" y="96"/>
                  <a:pt x="107" y="95"/>
                </a:cubicBezTo>
                <a:cubicBezTo>
                  <a:pt x="97" y="102"/>
                  <a:pt x="85" y="105"/>
                  <a:pt x="72" y="105"/>
                </a:cubicBezTo>
                <a:cubicBezTo>
                  <a:pt x="60" y="105"/>
                  <a:pt x="48" y="102"/>
                  <a:pt x="38" y="95"/>
                </a:cubicBezTo>
                <a:cubicBezTo>
                  <a:pt x="37" y="96"/>
                  <a:pt x="37" y="96"/>
                  <a:pt x="37" y="96"/>
                </a:cubicBezTo>
                <a:cubicBezTo>
                  <a:pt x="36" y="97"/>
                  <a:pt x="36" y="97"/>
                  <a:pt x="36" y="97"/>
                </a:cubicBezTo>
                <a:cubicBezTo>
                  <a:pt x="38" y="107"/>
                  <a:pt x="39" y="113"/>
                  <a:pt x="40" y="117"/>
                </a:cubicBezTo>
                <a:cubicBezTo>
                  <a:pt x="43" y="122"/>
                  <a:pt x="49" y="125"/>
                  <a:pt x="59" y="127"/>
                </a:cubicBezTo>
                <a:cubicBezTo>
                  <a:pt x="75" y="130"/>
                  <a:pt x="89" y="128"/>
                  <a:pt x="100" y="122"/>
                </a:cubicBezTo>
                <a:cubicBezTo>
                  <a:pt x="102" y="121"/>
                  <a:pt x="103" y="119"/>
                  <a:pt x="104" y="117"/>
                </a:cubicBezTo>
                <a:cubicBezTo>
                  <a:pt x="105" y="115"/>
                  <a:pt x="106" y="113"/>
                  <a:pt x="107" y="109"/>
                </a:cubicBezTo>
                <a:cubicBezTo>
                  <a:pt x="107" y="106"/>
                  <a:pt x="107" y="104"/>
                  <a:pt x="108" y="103"/>
                </a:cubicBezTo>
                <a:close/>
                <a:moveTo>
                  <a:pt x="104" y="32"/>
                </a:moveTo>
                <a:cubicBezTo>
                  <a:pt x="102" y="33"/>
                  <a:pt x="101" y="34"/>
                  <a:pt x="99" y="35"/>
                </a:cubicBezTo>
                <a:cubicBezTo>
                  <a:pt x="97" y="36"/>
                  <a:pt x="95" y="37"/>
                  <a:pt x="94" y="37"/>
                </a:cubicBezTo>
                <a:cubicBezTo>
                  <a:pt x="92" y="37"/>
                  <a:pt x="90" y="37"/>
                  <a:pt x="88" y="37"/>
                </a:cubicBezTo>
                <a:cubicBezTo>
                  <a:pt x="78" y="39"/>
                  <a:pt x="68" y="39"/>
                  <a:pt x="57" y="37"/>
                </a:cubicBezTo>
                <a:cubicBezTo>
                  <a:pt x="54" y="37"/>
                  <a:pt x="52" y="37"/>
                  <a:pt x="51" y="37"/>
                </a:cubicBezTo>
                <a:cubicBezTo>
                  <a:pt x="50" y="36"/>
                  <a:pt x="48" y="36"/>
                  <a:pt x="46" y="35"/>
                </a:cubicBezTo>
                <a:cubicBezTo>
                  <a:pt x="44" y="34"/>
                  <a:pt x="42" y="33"/>
                  <a:pt x="41" y="32"/>
                </a:cubicBezTo>
                <a:cubicBezTo>
                  <a:pt x="42" y="31"/>
                  <a:pt x="43" y="30"/>
                  <a:pt x="44" y="29"/>
                </a:cubicBezTo>
                <a:cubicBezTo>
                  <a:pt x="46" y="28"/>
                  <a:pt x="47" y="28"/>
                  <a:pt x="48" y="28"/>
                </a:cubicBezTo>
                <a:cubicBezTo>
                  <a:pt x="49" y="27"/>
                  <a:pt x="51" y="27"/>
                  <a:pt x="53" y="27"/>
                </a:cubicBezTo>
                <a:cubicBezTo>
                  <a:pt x="65" y="25"/>
                  <a:pt x="78" y="25"/>
                  <a:pt x="91" y="27"/>
                </a:cubicBezTo>
                <a:cubicBezTo>
                  <a:pt x="93" y="27"/>
                  <a:pt x="95" y="27"/>
                  <a:pt x="96" y="27"/>
                </a:cubicBezTo>
                <a:cubicBezTo>
                  <a:pt x="97" y="28"/>
                  <a:pt x="98" y="28"/>
                  <a:pt x="100" y="29"/>
                </a:cubicBezTo>
                <a:cubicBezTo>
                  <a:pt x="102" y="30"/>
                  <a:pt x="103" y="31"/>
                  <a:pt x="104" y="32"/>
                </a:cubicBezTo>
                <a:close/>
                <a:moveTo>
                  <a:pt x="87" y="69"/>
                </a:moveTo>
                <a:cubicBezTo>
                  <a:pt x="88" y="73"/>
                  <a:pt x="87" y="77"/>
                  <a:pt x="84" y="80"/>
                </a:cubicBezTo>
                <a:cubicBezTo>
                  <a:pt x="81" y="84"/>
                  <a:pt x="78" y="86"/>
                  <a:pt x="74" y="86"/>
                </a:cubicBezTo>
                <a:cubicBezTo>
                  <a:pt x="70" y="87"/>
                  <a:pt x="66" y="85"/>
                  <a:pt x="62" y="82"/>
                </a:cubicBezTo>
                <a:cubicBezTo>
                  <a:pt x="59" y="79"/>
                  <a:pt x="57" y="76"/>
                  <a:pt x="57" y="72"/>
                </a:cubicBezTo>
                <a:cubicBezTo>
                  <a:pt x="57" y="69"/>
                  <a:pt x="58" y="66"/>
                  <a:pt x="60" y="63"/>
                </a:cubicBezTo>
                <a:cubicBezTo>
                  <a:pt x="61" y="60"/>
                  <a:pt x="64" y="58"/>
                  <a:pt x="66" y="57"/>
                </a:cubicBezTo>
                <a:cubicBezTo>
                  <a:pt x="71" y="55"/>
                  <a:pt x="75" y="55"/>
                  <a:pt x="80" y="58"/>
                </a:cubicBezTo>
                <a:cubicBezTo>
                  <a:pt x="84" y="60"/>
                  <a:pt x="87" y="64"/>
                  <a:pt x="87" y="69"/>
                </a:cubicBezTo>
                <a:close/>
                <a:moveTo>
                  <a:pt x="80" y="70"/>
                </a:moveTo>
                <a:cubicBezTo>
                  <a:pt x="80" y="68"/>
                  <a:pt x="79" y="66"/>
                  <a:pt x="76" y="64"/>
                </a:cubicBezTo>
                <a:cubicBezTo>
                  <a:pt x="73" y="63"/>
                  <a:pt x="71" y="63"/>
                  <a:pt x="69" y="64"/>
                </a:cubicBezTo>
                <a:cubicBezTo>
                  <a:pt x="66" y="65"/>
                  <a:pt x="65" y="68"/>
                  <a:pt x="65" y="71"/>
                </a:cubicBezTo>
                <a:cubicBezTo>
                  <a:pt x="65" y="74"/>
                  <a:pt x="66" y="77"/>
                  <a:pt x="69" y="78"/>
                </a:cubicBezTo>
                <a:cubicBezTo>
                  <a:pt x="71" y="79"/>
                  <a:pt x="74" y="79"/>
                  <a:pt x="77" y="77"/>
                </a:cubicBezTo>
                <a:cubicBezTo>
                  <a:pt x="79" y="76"/>
                  <a:pt x="80" y="73"/>
                  <a:pt x="80" y="7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36" name="Freeform 339"/>
          <p:cNvSpPr>
            <a:spLocks/>
          </p:cNvSpPr>
          <p:nvPr/>
        </p:nvSpPr>
        <p:spPr bwMode="auto">
          <a:xfrm>
            <a:off x="5813980" y="4806698"/>
            <a:ext cx="129665" cy="226916"/>
          </a:xfrm>
          <a:custGeom>
            <a:avLst/>
            <a:gdLst>
              <a:gd name="T0" fmla="*/ 83 w 90"/>
              <a:gd name="T1" fmla="*/ 126 h 158"/>
              <a:gd name="T2" fmla="*/ 90 w 90"/>
              <a:gd name="T3" fmla="*/ 148 h 158"/>
              <a:gd name="T4" fmla="*/ 80 w 90"/>
              <a:gd name="T5" fmla="*/ 155 h 158"/>
              <a:gd name="T6" fmla="*/ 63 w 90"/>
              <a:gd name="T7" fmla="*/ 158 h 158"/>
              <a:gd name="T8" fmla="*/ 45 w 90"/>
              <a:gd name="T9" fmla="*/ 155 h 158"/>
              <a:gd name="T10" fmla="*/ 31 w 90"/>
              <a:gd name="T11" fmla="*/ 148 h 158"/>
              <a:gd name="T12" fmla="*/ 22 w 90"/>
              <a:gd name="T13" fmla="*/ 138 h 158"/>
              <a:gd name="T14" fmla="*/ 17 w 90"/>
              <a:gd name="T15" fmla="*/ 127 h 158"/>
              <a:gd name="T16" fmla="*/ 16 w 90"/>
              <a:gd name="T17" fmla="*/ 116 h 158"/>
              <a:gd name="T18" fmla="*/ 16 w 90"/>
              <a:gd name="T19" fmla="*/ 64 h 158"/>
              <a:gd name="T20" fmla="*/ 0 w 90"/>
              <a:gd name="T21" fmla="*/ 64 h 158"/>
              <a:gd name="T22" fmla="*/ 0 w 90"/>
              <a:gd name="T23" fmla="*/ 44 h 158"/>
              <a:gd name="T24" fmla="*/ 12 w 90"/>
              <a:gd name="T25" fmla="*/ 37 h 158"/>
              <a:gd name="T26" fmla="*/ 21 w 90"/>
              <a:gd name="T27" fmla="*/ 29 h 158"/>
              <a:gd name="T28" fmla="*/ 26 w 90"/>
              <a:gd name="T29" fmla="*/ 19 h 158"/>
              <a:gd name="T30" fmla="*/ 29 w 90"/>
              <a:gd name="T31" fmla="*/ 10 h 158"/>
              <a:gd name="T32" fmla="*/ 31 w 90"/>
              <a:gd name="T33" fmla="*/ 1 h 158"/>
              <a:gd name="T34" fmla="*/ 31 w 90"/>
              <a:gd name="T35" fmla="*/ 1 h 158"/>
              <a:gd name="T36" fmla="*/ 32 w 90"/>
              <a:gd name="T37" fmla="*/ 0 h 158"/>
              <a:gd name="T38" fmla="*/ 55 w 90"/>
              <a:gd name="T39" fmla="*/ 0 h 158"/>
              <a:gd name="T40" fmla="*/ 55 w 90"/>
              <a:gd name="T41" fmla="*/ 40 h 158"/>
              <a:gd name="T42" fmla="*/ 86 w 90"/>
              <a:gd name="T43" fmla="*/ 40 h 158"/>
              <a:gd name="T44" fmla="*/ 86 w 90"/>
              <a:gd name="T45" fmla="*/ 64 h 158"/>
              <a:gd name="T46" fmla="*/ 55 w 90"/>
              <a:gd name="T47" fmla="*/ 64 h 158"/>
              <a:gd name="T48" fmla="*/ 55 w 90"/>
              <a:gd name="T49" fmla="*/ 113 h 158"/>
              <a:gd name="T50" fmla="*/ 55 w 90"/>
              <a:gd name="T51" fmla="*/ 118 h 158"/>
              <a:gd name="T52" fmla="*/ 57 w 90"/>
              <a:gd name="T53" fmla="*/ 123 h 158"/>
              <a:gd name="T54" fmla="*/ 62 w 90"/>
              <a:gd name="T55" fmla="*/ 127 h 158"/>
              <a:gd name="T56" fmla="*/ 70 w 90"/>
              <a:gd name="T57" fmla="*/ 129 h 158"/>
              <a:gd name="T58" fmla="*/ 83 w 90"/>
              <a:gd name="T59" fmla="*/ 126 h 1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90" h="158">
                <a:moveTo>
                  <a:pt x="83" y="126"/>
                </a:moveTo>
                <a:cubicBezTo>
                  <a:pt x="90" y="148"/>
                  <a:pt x="90" y="148"/>
                  <a:pt x="90" y="148"/>
                </a:cubicBezTo>
                <a:cubicBezTo>
                  <a:pt x="89" y="150"/>
                  <a:pt x="85" y="153"/>
                  <a:pt x="80" y="155"/>
                </a:cubicBezTo>
                <a:cubicBezTo>
                  <a:pt x="74" y="156"/>
                  <a:pt x="68" y="157"/>
                  <a:pt x="63" y="158"/>
                </a:cubicBezTo>
                <a:cubicBezTo>
                  <a:pt x="56" y="158"/>
                  <a:pt x="50" y="157"/>
                  <a:pt x="45" y="155"/>
                </a:cubicBezTo>
                <a:cubicBezTo>
                  <a:pt x="39" y="153"/>
                  <a:pt x="35" y="151"/>
                  <a:pt x="31" y="148"/>
                </a:cubicBezTo>
                <a:cubicBezTo>
                  <a:pt x="28" y="145"/>
                  <a:pt x="25" y="142"/>
                  <a:pt x="22" y="138"/>
                </a:cubicBezTo>
                <a:cubicBezTo>
                  <a:pt x="20" y="134"/>
                  <a:pt x="18" y="130"/>
                  <a:pt x="17" y="127"/>
                </a:cubicBezTo>
                <a:cubicBezTo>
                  <a:pt x="16" y="123"/>
                  <a:pt x="16" y="119"/>
                  <a:pt x="16" y="116"/>
                </a:cubicBezTo>
                <a:cubicBezTo>
                  <a:pt x="16" y="64"/>
                  <a:pt x="16" y="64"/>
                  <a:pt x="16" y="64"/>
                </a:cubicBezTo>
                <a:cubicBezTo>
                  <a:pt x="0" y="64"/>
                  <a:pt x="0" y="64"/>
                  <a:pt x="0" y="64"/>
                </a:cubicBezTo>
                <a:cubicBezTo>
                  <a:pt x="0" y="44"/>
                  <a:pt x="0" y="44"/>
                  <a:pt x="0" y="44"/>
                </a:cubicBezTo>
                <a:cubicBezTo>
                  <a:pt x="4" y="42"/>
                  <a:pt x="8" y="40"/>
                  <a:pt x="12" y="37"/>
                </a:cubicBezTo>
                <a:cubicBezTo>
                  <a:pt x="16" y="34"/>
                  <a:pt x="18" y="32"/>
                  <a:pt x="21" y="29"/>
                </a:cubicBezTo>
                <a:cubicBezTo>
                  <a:pt x="23" y="26"/>
                  <a:pt x="24" y="23"/>
                  <a:pt x="26" y="19"/>
                </a:cubicBezTo>
                <a:cubicBezTo>
                  <a:pt x="28" y="16"/>
                  <a:pt x="29" y="12"/>
                  <a:pt x="29" y="10"/>
                </a:cubicBezTo>
                <a:cubicBezTo>
                  <a:pt x="30" y="7"/>
                  <a:pt x="30" y="4"/>
                  <a:pt x="31" y="1"/>
                </a:cubicBezTo>
                <a:cubicBezTo>
                  <a:pt x="31" y="1"/>
                  <a:pt x="31" y="1"/>
                  <a:pt x="31" y="1"/>
                </a:cubicBezTo>
                <a:cubicBezTo>
                  <a:pt x="31" y="0"/>
                  <a:pt x="32" y="0"/>
                  <a:pt x="32" y="0"/>
                </a:cubicBezTo>
                <a:cubicBezTo>
                  <a:pt x="55" y="0"/>
                  <a:pt x="55" y="0"/>
                  <a:pt x="55" y="0"/>
                </a:cubicBezTo>
                <a:cubicBezTo>
                  <a:pt x="55" y="40"/>
                  <a:pt x="55" y="40"/>
                  <a:pt x="55" y="40"/>
                </a:cubicBezTo>
                <a:cubicBezTo>
                  <a:pt x="86" y="40"/>
                  <a:pt x="86" y="40"/>
                  <a:pt x="86" y="40"/>
                </a:cubicBezTo>
                <a:cubicBezTo>
                  <a:pt x="86" y="64"/>
                  <a:pt x="86" y="64"/>
                  <a:pt x="86" y="64"/>
                </a:cubicBezTo>
                <a:cubicBezTo>
                  <a:pt x="55" y="64"/>
                  <a:pt x="55" y="64"/>
                  <a:pt x="55" y="64"/>
                </a:cubicBezTo>
                <a:cubicBezTo>
                  <a:pt x="55" y="113"/>
                  <a:pt x="55" y="113"/>
                  <a:pt x="55" y="113"/>
                </a:cubicBezTo>
                <a:cubicBezTo>
                  <a:pt x="55" y="115"/>
                  <a:pt x="55" y="117"/>
                  <a:pt x="55" y="118"/>
                </a:cubicBezTo>
                <a:cubicBezTo>
                  <a:pt x="56" y="120"/>
                  <a:pt x="56" y="122"/>
                  <a:pt x="57" y="123"/>
                </a:cubicBezTo>
                <a:cubicBezTo>
                  <a:pt x="58" y="125"/>
                  <a:pt x="60" y="126"/>
                  <a:pt x="62" y="127"/>
                </a:cubicBezTo>
                <a:cubicBezTo>
                  <a:pt x="64" y="128"/>
                  <a:pt x="67" y="129"/>
                  <a:pt x="70" y="129"/>
                </a:cubicBezTo>
                <a:cubicBezTo>
                  <a:pt x="75" y="128"/>
                  <a:pt x="79" y="128"/>
                  <a:pt x="83" y="126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37" name="Freeform 340"/>
          <p:cNvSpPr>
            <a:spLocks noEditPoints="1"/>
          </p:cNvSpPr>
          <p:nvPr/>
        </p:nvSpPr>
        <p:spPr bwMode="auto">
          <a:xfrm>
            <a:off x="6006316" y="4823987"/>
            <a:ext cx="209627" cy="209627"/>
          </a:xfrm>
          <a:custGeom>
            <a:avLst/>
            <a:gdLst>
              <a:gd name="T0" fmla="*/ 146 w 146"/>
              <a:gd name="T1" fmla="*/ 28 h 146"/>
              <a:gd name="T2" fmla="*/ 146 w 146"/>
              <a:gd name="T3" fmla="*/ 118 h 146"/>
              <a:gd name="T4" fmla="*/ 138 w 146"/>
              <a:gd name="T5" fmla="*/ 138 h 146"/>
              <a:gd name="T6" fmla="*/ 118 w 146"/>
              <a:gd name="T7" fmla="*/ 146 h 146"/>
              <a:gd name="T8" fmla="*/ 28 w 146"/>
              <a:gd name="T9" fmla="*/ 146 h 146"/>
              <a:gd name="T10" fmla="*/ 8 w 146"/>
              <a:gd name="T11" fmla="*/ 138 h 146"/>
              <a:gd name="T12" fmla="*/ 0 w 146"/>
              <a:gd name="T13" fmla="*/ 118 h 146"/>
              <a:gd name="T14" fmla="*/ 0 w 146"/>
              <a:gd name="T15" fmla="*/ 28 h 146"/>
              <a:gd name="T16" fmla="*/ 8 w 146"/>
              <a:gd name="T17" fmla="*/ 8 h 146"/>
              <a:gd name="T18" fmla="*/ 28 w 146"/>
              <a:gd name="T19" fmla="*/ 0 h 146"/>
              <a:gd name="T20" fmla="*/ 118 w 146"/>
              <a:gd name="T21" fmla="*/ 0 h 146"/>
              <a:gd name="T22" fmla="*/ 138 w 146"/>
              <a:gd name="T23" fmla="*/ 8 h 146"/>
              <a:gd name="T24" fmla="*/ 146 w 146"/>
              <a:gd name="T25" fmla="*/ 28 h 146"/>
              <a:gd name="T26" fmla="*/ 108 w 146"/>
              <a:gd name="T27" fmla="*/ 126 h 146"/>
              <a:gd name="T28" fmla="*/ 102 w 146"/>
              <a:gd name="T29" fmla="*/ 109 h 146"/>
              <a:gd name="T30" fmla="*/ 92 w 146"/>
              <a:gd name="T31" fmla="*/ 111 h 146"/>
              <a:gd name="T32" fmla="*/ 86 w 146"/>
              <a:gd name="T33" fmla="*/ 110 h 146"/>
              <a:gd name="T34" fmla="*/ 83 w 146"/>
              <a:gd name="T35" fmla="*/ 107 h 146"/>
              <a:gd name="T36" fmla="*/ 81 w 146"/>
              <a:gd name="T37" fmla="*/ 103 h 146"/>
              <a:gd name="T38" fmla="*/ 81 w 146"/>
              <a:gd name="T39" fmla="*/ 99 h 146"/>
              <a:gd name="T40" fmla="*/ 81 w 146"/>
              <a:gd name="T41" fmla="*/ 62 h 146"/>
              <a:gd name="T42" fmla="*/ 105 w 146"/>
              <a:gd name="T43" fmla="*/ 62 h 146"/>
              <a:gd name="T44" fmla="*/ 105 w 146"/>
              <a:gd name="T45" fmla="*/ 43 h 146"/>
              <a:gd name="T46" fmla="*/ 81 w 146"/>
              <a:gd name="T47" fmla="*/ 43 h 146"/>
              <a:gd name="T48" fmla="*/ 81 w 146"/>
              <a:gd name="T49" fmla="*/ 12 h 146"/>
              <a:gd name="T50" fmla="*/ 63 w 146"/>
              <a:gd name="T51" fmla="*/ 12 h 146"/>
              <a:gd name="T52" fmla="*/ 62 w 146"/>
              <a:gd name="T53" fmla="*/ 13 h 146"/>
              <a:gd name="T54" fmla="*/ 60 w 146"/>
              <a:gd name="T55" fmla="*/ 22 h 146"/>
              <a:gd name="T56" fmla="*/ 57 w 146"/>
              <a:gd name="T57" fmla="*/ 31 h 146"/>
              <a:gd name="T58" fmla="*/ 49 w 146"/>
              <a:gd name="T59" fmla="*/ 40 h 146"/>
              <a:gd name="T60" fmla="*/ 38 w 146"/>
              <a:gd name="T61" fmla="*/ 46 h 146"/>
              <a:gd name="T62" fmla="*/ 38 w 146"/>
              <a:gd name="T63" fmla="*/ 62 h 146"/>
              <a:gd name="T64" fmla="*/ 51 w 146"/>
              <a:gd name="T65" fmla="*/ 62 h 146"/>
              <a:gd name="T66" fmla="*/ 51 w 146"/>
              <a:gd name="T67" fmla="*/ 101 h 146"/>
              <a:gd name="T68" fmla="*/ 53 w 146"/>
              <a:gd name="T69" fmla="*/ 112 h 146"/>
              <a:gd name="T70" fmla="*/ 59 w 146"/>
              <a:gd name="T71" fmla="*/ 122 h 146"/>
              <a:gd name="T72" fmla="*/ 70 w 146"/>
              <a:gd name="T73" fmla="*/ 131 h 146"/>
              <a:gd name="T74" fmla="*/ 87 w 146"/>
              <a:gd name="T75" fmla="*/ 133 h 146"/>
              <a:gd name="T76" fmla="*/ 100 w 146"/>
              <a:gd name="T77" fmla="*/ 131 h 146"/>
              <a:gd name="T78" fmla="*/ 108 w 146"/>
              <a:gd name="T79" fmla="*/ 126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46" h="146">
                <a:moveTo>
                  <a:pt x="146" y="28"/>
                </a:moveTo>
                <a:cubicBezTo>
                  <a:pt x="146" y="118"/>
                  <a:pt x="146" y="118"/>
                  <a:pt x="146" y="118"/>
                </a:cubicBezTo>
                <a:cubicBezTo>
                  <a:pt x="146" y="126"/>
                  <a:pt x="143" y="132"/>
                  <a:pt x="138" y="138"/>
                </a:cubicBezTo>
                <a:cubicBezTo>
                  <a:pt x="132" y="143"/>
                  <a:pt x="126" y="146"/>
                  <a:pt x="118" y="146"/>
                </a:cubicBezTo>
                <a:cubicBezTo>
                  <a:pt x="28" y="146"/>
                  <a:pt x="28" y="146"/>
                  <a:pt x="28" y="146"/>
                </a:cubicBezTo>
                <a:cubicBezTo>
                  <a:pt x="20" y="146"/>
                  <a:pt x="14" y="143"/>
                  <a:pt x="8" y="138"/>
                </a:cubicBezTo>
                <a:cubicBezTo>
                  <a:pt x="3" y="132"/>
                  <a:pt x="0" y="126"/>
                  <a:pt x="0" y="118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0"/>
                  <a:pt x="3" y="14"/>
                  <a:pt x="8" y="8"/>
                </a:cubicBezTo>
                <a:cubicBezTo>
                  <a:pt x="14" y="3"/>
                  <a:pt x="20" y="0"/>
                  <a:pt x="28" y="0"/>
                </a:cubicBezTo>
                <a:cubicBezTo>
                  <a:pt x="118" y="0"/>
                  <a:pt x="118" y="0"/>
                  <a:pt x="118" y="0"/>
                </a:cubicBezTo>
                <a:cubicBezTo>
                  <a:pt x="126" y="0"/>
                  <a:pt x="132" y="3"/>
                  <a:pt x="138" y="8"/>
                </a:cubicBezTo>
                <a:cubicBezTo>
                  <a:pt x="143" y="14"/>
                  <a:pt x="146" y="20"/>
                  <a:pt x="146" y="28"/>
                </a:cubicBezTo>
                <a:close/>
                <a:moveTo>
                  <a:pt x="108" y="126"/>
                </a:moveTo>
                <a:cubicBezTo>
                  <a:pt x="102" y="109"/>
                  <a:pt x="102" y="109"/>
                  <a:pt x="102" y="109"/>
                </a:cubicBezTo>
                <a:cubicBezTo>
                  <a:pt x="99" y="110"/>
                  <a:pt x="96" y="111"/>
                  <a:pt x="92" y="111"/>
                </a:cubicBezTo>
                <a:cubicBezTo>
                  <a:pt x="90" y="111"/>
                  <a:pt x="88" y="111"/>
                  <a:pt x="86" y="110"/>
                </a:cubicBezTo>
                <a:cubicBezTo>
                  <a:pt x="85" y="109"/>
                  <a:pt x="84" y="108"/>
                  <a:pt x="83" y="107"/>
                </a:cubicBezTo>
                <a:cubicBezTo>
                  <a:pt x="82" y="106"/>
                  <a:pt x="81" y="105"/>
                  <a:pt x="81" y="103"/>
                </a:cubicBezTo>
                <a:cubicBezTo>
                  <a:pt x="81" y="102"/>
                  <a:pt x="81" y="101"/>
                  <a:pt x="81" y="99"/>
                </a:cubicBezTo>
                <a:cubicBezTo>
                  <a:pt x="81" y="62"/>
                  <a:pt x="81" y="62"/>
                  <a:pt x="81" y="62"/>
                </a:cubicBezTo>
                <a:cubicBezTo>
                  <a:pt x="105" y="62"/>
                  <a:pt x="105" y="62"/>
                  <a:pt x="105" y="62"/>
                </a:cubicBezTo>
                <a:cubicBezTo>
                  <a:pt x="105" y="43"/>
                  <a:pt x="105" y="43"/>
                  <a:pt x="105" y="43"/>
                </a:cubicBezTo>
                <a:cubicBezTo>
                  <a:pt x="81" y="43"/>
                  <a:pt x="81" y="43"/>
                  <a:pt x="81" y="43"/>
                </a:cubicBezTo>
                <a:cubicBezTo>
                  <a:pt x="81" y="12"/>
                  <a:pt x="81" y="12"/>
                  <a:pt x="81" y="12"/>
                </a:cubicBezTo>
                <a:cubicBezTo>
                  <a:pt x="63" y="12"/>
                  <a:pt x="63" y="12"/>
                  <a:pt x="63" y="12"/>
                </a:cubicBezTo>
                <a:cubicBezTo>
                  <a:pt x="62" y="12"/>
                  <a:pt x="62" y="13"/>
                  <a:pt x="62" y="13"/>
                </a:cubicBezTo>
                <a:cubicBezTo>
                  <a:pt x="62" y="16"/>
                  <a:pt x="61" y="19"/>
                  <a:pt x="60" y="22"/>
                </a:cubicBezTo>
                <a:cubicBezTo>
                  <a:pt x="60" y="24"/>
                  <a:pt x="58" y="27"/>
                  <a:pt x="57" y="31"/>
                </a:cubicBezTo>
                <a:cubicBezTo>
                  <a:pt x="55" y="34"/>
                  <a:pt x="53" y="37"/>
                  <a:pt x="49" y="40"/>
                </a:cubicBezTo>
                <a:cubicBezTo>
                  <a:pt x="46" y="42"/>
                  <a:pt x="43" y="44"/>
                  <a:pt x="38" y="46"/>
                </a:cubicBezTo>
                <a:cubicBezTo>
                  <a:pt x="38" y="62"/>
                  <a:pt x="38" y="62"/>
                  <a:pt x="38" y="62"/>
                </a:cubicBezTo>
                <a:cubicBezTo>
                  <a:pt x="51" y="62"/>
                  <a:pt x="51" y="62"/>
                  <a:pt x="51" y="62"/>
                </a:cubicBezTo>
                <a:cubicBezTo>
                  <a:pt x="51" y="101"/>
                  <a:pt x="51" y="101"/>
                  <a:pt x="51" y="101"/>
                </a:cubicBezTo>
                <a:cubicBezTo>
                  <a:pt x="51" y="105"/>
                  <a:pt x="51" y="108"/>
                  <a:pt x="53" y="112"/>
                </a:cubicBezTo>
                <a:cubicBezTo>
                  <a:pt x="54" y="116"/>
                  <a:pt x="56" y="119"/>
                  <a:pt x="59" y="122"/>
                </a:cubicBezTo>
                <a:cubicBezTo>
                  <a:pt x="61" y="126"/>
                  <a:pt x="65" y="128"/>
                  <a:pt x="70" y="131"/>
                </a:cubicBezTo>
                <a:cubicBezTo>
                  <a:pt x="75" y="133"/>
                  <a:pt x="81" y="134"/>
                  <a:pt x="87" y="133"/>
                </a:cubicBezTo>
                <a:cubicBezTo>
                  <a:pt x="91" y="133"/>
                  <a:pt x="95" y="133"/>
                  <a:pt x="100" y="131"/>
                </a:cubicBezTo>
                <a:cubicBezTo>
                  <a:pt x="104" y="130"/>
                  <a:pt x="107" y="128"/>
                  <a:pt x="108" y="126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38" name="Freeform 341"/>
          <p:cNvSpPr>
            <a:spLocks/>
          </p:cNvSpPr>
          <p:nvPr/>
        </p:nvSpPr>
        <p:spPr bwMode="auto">
          <a:xfrm>
            <a:off x="6278614" y="4806697"/>
            <a:ext cx="103733" cy="235560"/>
          </a:xfrm>
          <a:custGeom>
            <a:avLst/>
            <a:gdLst>
              <a:gd name="T0" fmla="*/ 72 w 73"/>
              <a:gd name="T1" fmla="*/ 123 h 164"/>
              <a:gd name="T2" fmla="*/ 72 w 73"/>
              <a:gd name="T3" fmla="*/ 126 h 164"/>
              <a:gd name="T4" fmla="*/ 39 w 73"/>
              <a:gd name="T5" fmla="*/ 163 h 164"/>
              <a:gd name="T6" fmla="*/ 37 w 73"/>
              <a:gd name="T7" fmla="*/ 164 h 164"/>
              <a:gd name="T8" fmla="*/ 34 w 73"/>
              <a:gd name="T9" fmla="*/ 163 h 164"/>
              <a:gd name="T10" fmla="*/ 1 w 73"/>
              <a:gd name="T11" fmla="*/ 126 h 164"/>
              <a:gd name="T12" fmla="*/ 0 w 73"/>
              <a:gd name="T13" fmla="*/ 123 h 164"/>
              <a:gd name="T14" fmla="*/ 3 w 73"/>
              <a:gd name="T15" fmla="*/ 121 h 164"/>
              <a:gd name="T16" fmla="*/ 24 w 73"/>
              <a:gd name="T17" fmla="*/ 121 h 164"/>
              <a:gd name="T18" fmla="*/ 24 w 73"/>
              <a:gd name="T19" fmla="*/ 3 h 164"/>
              <a:gd name="T20" fmla="*/ 25 w 73"/>
              <a:gd name="T21" fmla="*/ 1 h 164"/>
              <a:gd name="T22" fmla="*/ 27 w 73"/>
              <a:gd name="T23" fmla="*/ 0 h 164"/>
              <a:gd name="T24" fmla="*/ 45 w 73"/>
              <a:gd name="T25" fmla="*/ 0 h 164"/>
              <a:gd name="T26" fmla="*/ 48 w 73"/>
              <a:gd name="T27" fmla="*/ 1 h 164"/>
              <a:gd name="T28" fmla="*/ 48 w 73"/>
              <a:gd name="T29" fmla="*/ 3 h 164"/>
              <a:gd name="T30" fmla="*/ 48 w 73"/>
              <a:gd name="T31" fmla="*/ 121 h 164"/>
              <a:gd name="T32" fmla="*/ 70 w 73"/>
              <a:gd name="T33" fmla="*/ 121 h 164"/>
              <a:gd name="T34" fmla="*/ 72 w 73"/>
              <a:gd name="T35" fmla="*/ 123 h 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73" h="164">
                <a:moveTo>
                  <a:pt x="72" y="123"/>
                </a:moveTo>
                <a:cubicBezTo>
                  <a:pt x="73" y="124"/>
                  <a:pt x="73" y="125"/>
                  <a:pt x="72" y="126"/>
                </a:cubicBezTo>
                <a:cubicBezTo>
                  <a:pt x="39" y="163"/>
                  <a:pt x="39" y="163"/>
                  <a:pt x="39" y="163"/>
                </a:cubicBezTo>
                <a:cubicBezTo>
                  <a:pt x="38" y="163"/>
                  <a:pt x="37" y="164"/>
                  <a:pt x="37" y="164"/>
                </a:cubicBezTo>
                <a:cubicBezTo>
                  <a:pt x="36" y="164"/>
                  <a:pt x="35" y="163"/>
                  <a:pt x="34" y="163"/>
                </a:cubicBezTo>
                <a:cubicBezTo>
                  <a:pt x="1" y="126"/>
                  <a:pt x="1" y="126"/>
                  <a:pt x="1" y="126"/>
                </a:cubicBezTo>
                <a:cubicBezTo>
                  <a:pt x="0" y="125"/>
                  <a:pt x="0" y="124"/>
                  <a:pt x="0" y="123"/>
                </a:cubicBezTo>
                <a:cubicBezTo>
                  <a:pt x="1" y="122"/>
                  <a:pt x="2" y="121"/>
                  <a:pt x="3" y="121"/>
                </a:cubicBezTo>
                <a:cubicBezTo>
                  <a:pt x="24" y="121"/>
                  <a:pt x="24" y="121"/>
                  <a:pt x="24" y="121"/>
                </a:cubicBezTo>
                <a:cubicBezTo>
                  <a:pt x="24" y="3"/>
                  <a:pt x="24" y="3"/>
                  <a:pt x="24" y="3"/>
                </a:cubicBezTo>
                <a:cubicBezTo>
                  <a:pt x="24" y="2"/>
                  <a:pt x="24" y="2"/>
                  <a:pt x="25" y="1"/>
                </a:cubicBezTo>
                <a:cubicBezTo>
                  <a:pt x="26" y="0"/>
                  <a:pt x="26" y="0"/>
                  <a:pt x="27" y="0"/>
                </a:cubicBezTo>
                <a:cubicBezTo>
                  <a:pt x="45" y="0"/>
                  <a:pt x="45" y="0"/>
                  <a:pt x="45" y="0"/>
                </a:cubicBezTo>
                <a:cubicBezTo>
                  <a:pt x="46" y="0"/>
                  <a:pt x="47" y="0"/>
                  <a:pt x="48" y="1"/>
                </a:cubicBezTo>
                <a:cubicBezTo>
                  <a:pt x="48" y="2"/>
                  <a:pt x="48" y="2"/>
                  <a:pt x="48" y="3"/>
                </a:cubicBezTo>
                <a:cubicBezTo>
                  <a:pt x="48" y="121"/>
                  <a:pt x="48" y="121"/>
                  <a:pt x="48" y="121"/>
                </a:cubicBezTo>
                <a:cubicBezTo>
                  <a:pt x="70" y="121"/>
                  <a:pt x="70" y="121"/>
                  <a:pt x="70" y="121"/>
                </a:cubicBezTo>
                <a:cubicBezTo>
                  <a:pt x="71" y="121"/>
                  <a:pt x="72" y="122"/>
                  <a:pt x="72" y="12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39" name="Freeform 342"/>
          <p:cNvSpPr>
            <a:spLocks/>
          </p:cNvSpPr>
          <p:nvPr/>
        </p:nvSpPr>
        <p:spPr bwMode="auto">
          <a:xfrm>
            <a:off x="6445018" y="4815343"/>
            <a:ext cx="105895" cy="235560"/>
          </a:xfrm>
          <a:custGeom>
            <a:avLst/>
            <a:gdLst>
              <a:gd name="T0" fmla="*/ 72 w 73"/>
              <a:gd name="T1" fmla="*/ 41 h 164"/>
              <a:gd name="T2" fmla="*/ 69 w 73"/>
              <a:gd name="T3" fmla="*/ 43 h 164"/>
              <a:gd name="T4" fmla="*/ 48 w 73"/>
              <a:gd name="T5" fmla="*/ 43 h 164"/>
              <a:gd name="T6" fmla="*/ 48 w 73"/>
              <a:gd name="T7" fmla="*/ 161 h 164"/>
              <a:gd name="T8" fmla="*/ 47 w 73"/>
              <a:gd name="T9" fmla="*/ 163 h 164"/>
              <a:gd name="T10" fmla="*/ 45 w 73"/>
              <a:gd name="T11" fmla="*/ 164 h 164"/>
              <a:gd name="T12" fmla="*/ 27 w 73"/>
              <a:gd name="T13" fmla="*/ 164 h 164"/>
              <a:gd name="T14" fmla="*/ 25 w 73"/>
              <a:gd name="T15" fmla="*/ 163 h 164"/>
              <a:gd name="T16" fmla="*/ 24 w 73"/>
              <a:gd name="T17" fmla="*/ 161 h 164"/>
              <a:gd name="T18" fmla="*/ 24 w 73"/>
              <a:gd name="T19" fmla="*/ 43 h 164"/>
              <a:gd name="T20" fmla="*/ 3 w 73"/>
              <a:gd name="T21" fmla="*/ 43 h 164"/>
              <a:gd name="T22" fmla="*/ 0 w 73"/>
              <a:gd name="T23" fmla="*/ 41 h 164"/>
              <a:gd name="T24" fmla="*/ 1 w 73"/>
              <a:gd name="T25" fmla="*/ 38 h 164"/>
              <a:gd name="T26" fmla="*/ 34 w 73"/>
              <a:gd name="T27" fmla="*/ 1 h 164"/>
              <a:gd name="T28" fmla="*/ 36 w 73"/>
              <a:gd name="T29" fmla="*/ 0 h 164"/>
              <a:gd name="T30" fmla="*/ 38 w 73"/>
              <a:gd name="T31" fmla="*/ 1 h 164"/>
              <a:gd name="T32" fmla="*/ 72 w 73"/>
              <a:gd name="T33" fmla="*/ 38 h 164"/>
              <a:gd name="T34" fmla="*/ 72 w 73"/>
              <a:gd name="T35" fmla="*/ 41 h 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73" h="164">
                <a:moveTo>
                  <a:pt x="72" y="41"/>
                </a:moveTo>
                <a:cubicBezTo>
                  <a:pt x="72" y="42"/>
                  <a:pt x="71" y="43"/>
                  <a:pt x="69" y="43"/>
                </a:cubicBezTo>
                <a:cubicBezTo>
                  <a:pt x="48" y="43"/>
                  <a:pt x="48" y="43"/>
                  <a:pt x="48" y="43"/>
                </a:cubicBezTo>
                <a:cubicBezTo>
                  <a:pt x="48" y="161"/>
                  <a:pt x="48" y="161"/>
                  <a:pt x="48" y="161"/>
                </a:cubicBezTo>
                <a:cubicBezTo>
                  <a:pt x="48" y="161"/>
                  <a:pt x="48" y="162"/>
                  <a:pt x="47" y="163"/>
                </a:cubicBezTo>
                <a:cubicBezTo>
                  <a:pt x="47" y="163"/>
                  <a:pt x="46" y="164"/>
                  <a:pt x="45" y="164"/>
                </a:cubicBezTo>
                <a:cubicBezTo>
                  <a:pt x="27" y="164"/>
                  <a:pt x="27" y="164"/>
                  <a:pt x="27" y="164"/>
                </a:cubicBezTo>
                <a:cubicBezTo>
                  <a:pt x="26" y="164"/>
                  <a:pt x="25" y="163"/>
                  <a:pt x="25" y="163"/>
                </a:cubicBezTo>
                <a:cubicBezTo>
                  <a:pt x="24" y="162"/>
                  <a:pt x="24" y="161"/>
                  <a:pt x="24" y="161"/>
                </a:cubicBezTo>
                <a:cubicBezTo>
                  <a:pt x="24" y="43"/>
                  <a:pt x="24" y="43"/>
                  <a:pt x="24" y="43"/>
                </a:cubicBezTo>
                <a:cubicBezTo>
                  <a:pt x="3" y="43"/>
                  <a:pt x="3" y="43"/>
                  <a:pt x="3" y="43"/>
                </a:cubicBezTo>
                <a:cubicBezTo>
                  <a:pt x="2" y="43"/>
                  <a:pt x="1" y="42"/>
                  <a:pt x="0" y="41"/>
                </a:cubicBezTo>
                <a:cubicBezTo>
                  <a:pt x="0" y="40"/>
                  <a:pt x="0" y="39"/>
                  <a:pt x="1" y="38"/>
                </a:cubicBezTo>
                <a:cubicBezTo>
                  <a:pt x="34" y="1"/>
                  <a:pt x="34" y="1"/>
                  <a:pt x="34" y="1"/>
                </a:cubicBezTo>
                <a:cubicBezTo>
                  <a:pt x="34" y="1"/>
                  <a:pt x="35" y="0"/>
                  <a:pt x="36" y="0"/>
                </a:cubicBezTo>
                <a:cubicBezTo>
                  <a:pt x="37" y="0"/>
                  <a:pt x="38" y="1"/>
                  <a:pt x="38" y="1"/>
                </a:cubicBezTo>
                <a:cubicBezTo>
                  <a:pt x="72" y="38"/>
                  <a:pt x="72" y="38"/>
                  <a:pt x="72" y="38"/>
                </a:cubicBezTo>
                <a:cubicBezTo>
                  <a:pt x="73" y="39"/>
                  <a:pt x="73" y="40"/>
                  <a:pt x="72" y="4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40" name="Freeform 343"/>
          <p:cNvSpPr>
            <a:spLocks/>
          </p:cNvSpPr>
          <p:nvPr/>
        </p:nvSpPr>
        <p:spPr bwMode="auto">
          <a:xfrm>
            <a:off x="6622229" y="4875854"/>
            <a:ext cx="233399" cy="105893"/>
          </a:xfrm>
          <a:custGeom>
            <a:avLst/>
            <a:gdLst>
              <a:gd name="T0" fmla="*/ 163 w 163"/>
              <a:gd name="T1" fmla="*/ 28 h 73"/>
              <a:gd name="T2" fmla="*/ 163 w 163"/>
              <a:gd name="T3" fmla="*/ 46 h 73"/>
              <a:gd name="T4" fmla="*/ 162 w 163"/>
              <a:gd name="T5" fmla="*/ 48 h 73"/>
              <a:gd name="T6" fmla="*/ 160 w 163"/>
              <a:gd name="T7" fmla="*/ 49 h 73"/>
              <a:gd name="T8" fmla="*/ 42 w 163"/>
              <a:gd name="T9" fmla="*/ 49 h 73"/>
              <a:gd name="T10" fmla="*/ 42 w 163"/>
              <a:gd name="T11" fmla="*/ 70 h 73"/>
              <a:gd name="T12" fmla="*/ 40 w 163"/>
              <a:gd name="T13" fmla="*/ 73 h 73"/>
              <a:gd name="T14" fmla="*/ 37 w 163"/>
              <a:gd name="T15" fmla="*/ 72 h 73"/>
              <a:gd name="T16" fmla="*/ 1 w 163"/>
              <a:gd name="T17" fmla="*/ 39 h 73"/>
              <a:gd name="T18" fmla="*/ 0 w 163"/>
              <a:gd name="T19" fmla="*/ 37 h 73"/>
              <a:gd name="T20" fmla="*/ 1 w 163"/>
              <a:gd name="T21" fmla="*/ 35 h 73"/>
              <a:gd name="T22" fmla="*/ 37 w 163"/>
              <a:gd name="T23" fmla="*/ 1 h 73"/>
              <a:gd name="T24" fmla="*/ 40 w 163"/>
              <a:gd name="T25" fmla="*/ 1 h 73"/>
              <a:gd name="T26" fmla="*/ 42 w 163"/>
              <a:gd name="T27" fmla="*/ 4 h 73"/>
              <a:gd name="T28" fmla="*/ 42 w 163"/>
              <a:gd name="T29" fmla="*/ 25 h 73"/>
              <a:gd name="T30" fmla="*/ 160 w 163"/>
              <a:gd name="T31" fmla="*/ 25 h 73"/>
              <a:gd name="T32" fmla="*/ 162 w 163"/>
              <a:gd name="T33" fmla="*/ 26 h 73"/>
              <a:gd name="T34" fmla="*/ 163 w 163"/>
              <a:gd name="T35" fmla="*/ 28 h 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63" h="73">
                <a:moveTo>
                  <a:pt x="163" y="28"/>
                </a:moveTo>
                <a:cubicBezTo>
                  <a:pt x="163" y="46"/>
                  <a:pt x="163" y="46"/>
                  <a:pt x="163" y="46"/>
                </a:cubicBezTo>
                <a:cubicBezTo>
                  <a:pt x="163" y="47"/>
                  <a:pt x="163" y="48"/>
                  <a:pt x="162" y="48"/>
                </a:cubicBezTo>
                <a:cubicBezTo>
                  <a:pt x="162" y="49"/>
                  <a:pt x="161" y="49"/>
                  <a:pt x="160" y="49"/>
                </a:cubicBezTo>
                <a:cubicBezTo>
                  <a:pt x="42" y="49"/>
                  <a:pt x="42" y="49"/>
                  <a:pt x="42" y="49"/>
                </a:cubicBezTo>
                <a:cubicBezTo>
                  <a:pt x="42" y="70"/>
                  <a:pt x="42" y="70"/>
                  <a:pt x="42" y="70"/>
                </a:cubicBezTo>
                <a:cubicBezTo>
                  <a:pt x="42" y="72"/>
                  <a:pt x="42" y="72"/>
                  <a:pt x="40" y="73"/>
                </a:cubicBezTo>
                <a:cubicBezTo>
                  <a:pt x="39" y="73"/>
                  <a:pt x="38" y="73"/>
                  <a:pt x="37" y="72"/>
                </a:cubicBezTo>
                <a:cubicBezTo>
                  <a:pt x="1" y="39"/>
                  <a:pt x="1" y="39"/>
                  <a:pt x="1" y="39"/>
                </a:cubicBezTo>
                <a:cubicBezTo>
                  <a:pt x="0" y="39"/>
                  <a:pt x="0" y="38"/>
                  <a:pt x="0" y="37"/>
                </a:cubicBezTo>
                <a:cubicBezTo>
                  <a:pt x="0" y="36"/>
                  <a:pt x="0" y="36"/>
                  <a:pt x="1" y="35"/>
                </a:cubicBezTo>
                <a:cubicBezTo>
                  <a:pt x="37" y="1"/>
                  <a:pt x="37" y="1"/>
                  <a:pt x="37" y="1"/>
                </a:cubicBezTo>
                <a:cubicBezTo>
                  <a:pt x="38" y="1"/>
                  <a:pt x="39" y="0"/>
                  <a:pt x="40" y="1"/>
                </a:cubicBezTo>
                <a:cubicBezTo>
                  <a:pt x="42" y="1"/>
                  <a:pt x="42" y="2"/>
                  <a:pt x="42" y="4"/>
                </a:cubicBezTo>
                <a:cubicBezTo>
                  <a:pt x="42" y="25"/>
                  <a:pt x="42" y="25"/>
                  <a:pt x="42" y="25"/>
                </a:cubicBezTo>
                <a:cubicBezTo>
                  <a:pt x="160" y="25"/>
                  <a:pt x="160" y="25"/>
                  <a:pt x="160" y="25"/>
                </a:cubicBezTo>
                <a:cubicBezTo>
                  <a:pt x="161" y="25"/>
                  <a:pt x="162" y="25"/>
                  <a:pt x="162" y="26"/>
                </a:cubicBezTo>
                <a:cubicBezTo>
                  <a:pt x="163" y="26"/>
                  <a:pt x="163" y="27"/>
                  <a:pt x="163" y="28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41" name="Freeform 344"/>
          <p:cNvSpPr>
            <a:spLocks/>
          </p:cNvSpPr>
          <p:nvPr/>
        </p:nvSpPr>
        <p:spPr bwMode="auto">
          <a:xfrm>
            <a:off x="6920461" y="4875854"/>
            <a:ext cx="233399" cy="105893"/>
          </a:xfrm>
          <a:custGeom>
            <a:avLst/>
            <a:gdLst>
              <a:gd name="T0" fmla="*/ 163 w 163"/>
              <a:gd name="T1" fmla="*/ 37 h 73"/>
              <a:gd name="T2" fmla="*/ 162 w 163"/>
              <a:gd name="T3" fmla="*/ 39 h 73"/>
              <a:gd name="T4" fmla="*/ 126 w 163"/>
              <a:gd name="T5" fmla="*/ 72 h 73"/>
              <a:gd name="T6" fmla="*/ 122 w 163"/>
              <a:gd name="T7" fmla="*/ 73 h 73"/>
              <a:gd name="T8" fmla="*/ 121 w 163"/>
              <a:gd name="T9" fmla="*/ 70 h 73"/>
              <a:gd name="T10" fmla="*/ 121 w 163"/>
              <a:gd name="T11" fmla="*/ 49 h 73"/>
              <a:gd name="T12" fmla="*/ 3 w 163"/>
              <a:gd name="T13" fmla="*/ 49 h 73"/>
              <a:gd name="T14" fmla="*/ 0 w 163"/>
              <a:gd name="T15" fmla="*/ 48 h 73"/>
              <a:gd name="T16" fmla="*/ 0 w 163"/>
              <a:gd name="T17" fmla="*/ 46 h 73"/>
              <a:gd name="T18" fmla="*/ 0 w 163"/>
              <a:gd name="T19" fmla="*/ 28 h 73"/>
              <a:gd name="T20" fmla="*/ 0 w 163"/>
              <a:gd name="T21" fmla="*/ 26 h 73"/>
              <a:gd name="T22" fmla="*/ 3 w 163"/>
              <a:gd name="T23" fmla="*/ 25 h 73"/>
              <a:gd name="T24" fmla="*/ 121 w 163"/>
              <a:gd name="T25" fmla="*/ 25 h 73"/>
              <a:gd name="T26" fmla="*/ 121 w 163"/>
              <a:gd name="T27" fmla="*/ 4 h 73"/>
              <a:gd name="T28" fmla="*/ 122 w 163"/>
              <a:gd name="T29" fmla="*/ 1 h 73"/>
              <a:gd name="T30" fmla="*/ 126 w 163"/>
              <a:gd name="T31" fmla="*/ 1 h 73"/>
              <a:gd name="T32" fmla="*/ 162 w 163"/>
              <a:gd name="T33" fmla="*/ 34 h 73"/>
              <a:gd name="T34" fmla="*/ 163 w 163"/>
              <a:gd name="T35" fmla="*/ 37 h 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63" h="73">
                <a:moveTo>
                  <a:pt x="163" y="37"/>
                </a:moveTo>
                <a:cubicBezTo>
                  <a:pt x="163" y="38"/>
                  <a:pt x="163" y="38"/>
                  <a:pt x="162" y="39"/>
                </a:cubicBezTo>
                <a:cubicBezTo>
                  <a:pt x="126" y="72"/>
                  <a:pt x="126" y="72"/>
                  <a:pt x="126" y="72"/>
                </a:cubicBezTo>
                <a:cubicBezTo>
                  <a:pt x="125" y="73"/>
                  <a:pt x="124" y="73"/>
                  <a:pt x="122" y="73"/>
                </a:cubicBezTo>
                <a:cubicBezTo>
                  <a:pt x="121" y="72"/>
                  <a:pt x="121" y="71"/>
                  <a:pt x="121" y="70"/>
                </a:cubicBezTo>
                <a:cubicBezTo>
                  <a:pt x="121" y="49"/>
                  <a:pt x="121" y="49"/>
                  <a:pt x="121" y="49"/>
                </a:cubicBezTo>
                <a:cubicBezTo>
                  <a:pt x="3" y="49"/>
                  <a:pt x="3" y="49"/>
                  <a:pt x="3" y="49"/>
                </a:cubicBezTo>
                <a:cubicBezTo>
                  <a:pt x="2" y="49"/>
                  <a:pt x="1" y="49"/>
                  <a:pt x="0" y="48"/>
                </a:cubicBezTo>
                <a:cubicBezTo>
                  <a:pt x="0" y="48"/>
                  <a:pt x="0" y="47"/>
                  <a:pt x="0" y="46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7"/>
                  <a:pt x="0" y="26"/>
                  <a:pt x="0" y="26"/>
                </a:cubicBezTo>
                <a:cubicBezTo>
                  <a:pt x="1" y="25"/>
                  <a:pt x="2" y="25"/>
                  <a:pt x="3" y="25"/>
                </a:cubicBezTo>
                <a:cubicBezTo>
                  <a:pt x="121" y="25"/>
                  <a:pt x="121" y="25"/>
                  <a:pt x="121" y="25"/>
                </a:cubicBezTo>
                <a:cubicBezTo>
                  <a:pt x="121" y="4"/>
                  <a:pt x="121" y="4"/>
                  <a:pt x="121" y="4"/>
                </a:cubicBezTo>
                <a:cubicBezTo>
                  <a:pt x="121" y="2"/>
                  <a:pt x="121" y="1"/>
                  <a:pt x="122" y="1"/>
                </a:cubicBezTo>
                <a:cubicBezTo>
                  <a:pt x="124" y="0"/>
                  <a:pt x="125" y="1"/>
                  <a:pt x="126" y="1"/>
                </a:cubicBezTo>
                <a:cubicBezTo>
                  <a:pt x="162" y="34"/>
                  <a:pt x="162" y="34"/>
                  <a:pt x="162" y="34"/>
                </a:cubicBezTo>
                <a:cubicBezTo>
                  <a:pt x="163" y="35"/>
                  <a:pt x="163" y="36"/>
                  <a:pt x="163" y="3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42" name="Freeform 345"/>
          <p:cNvSpPr>
            <a:spLocks noEditPoints="1"/>
          </p:cNvSpPr>
          <p:nvPr/>
        </p:nvSpPr>
        <p:spPr bwMode="auto">
          <a:xfrm>
            <a:off x="7225172" y="4806698"/>
            <a:ext cx="190176" cy="226916"/>
          </a:xfrm>
          <a:custGeom>
            <a:avLst/>
            <a:gdLst>
              <a:gd name="T0" fmla="*/ 132 w 132"/>
              <a:gd name="T1" fmla="*/ 115 h 158"/>
              <a:gd name="T2" fmla="*/ 120 w 132"/>
              <a:gd name="T3" fmla="*/ 139 h 158"/>
              <a:gd name="T4" fmla="*/ 96 w 132"/>
              <a:gd name="T5" fmla="*/ 157 h 158"/>
              <a:gd name="T6" fmla="*/ 83 w 132"/>
              <a:gd name="T7" fmla="*/ 154 h 158"/>
              <a:gd name="T8" fmla="*/ 69 w 132"/>
              <a:gd name="T9" fmla="*/ 151 h 158"/>
              <a:gd name="T10" fmla="*/ 55 w 132"/>
              <a:gd name="T11" fmla="*/ 154 h 158"/>
              <a:gd name="T12" fmla="*/ 43 w 132"/>
              <a:gd name="T13" fmla="*/ 158 h 158"/>
              <a:gd name="T14" fmla="*/ 14 w 132"/>
              <a:gd name="T15" fmla="*/ 133 h 158"/>
              <a:gd name="T16" fmla="*/ 0 w 132"/>
              <a:gd name="T17" fmla="*/ 85 h 158"/>
              <a:gd name="T18" fmla="*/ 11 w 132"/>
              <a:gd name="T19" fmla="*/ 50 h 158"/>
              <a:gd name="T20" fmla="*/ 38 w 132"/>
              <a:gd name="T21" fmla="*/ 37 h 158"/>
              <a:gd name="T22" fmla="*/ 55 w 132"/>
              <a:gd name="T23" fmla="*/ 39 h 158"/>
              <a:gd name="T24" fmla="*/ 68 w 132"/>
              <a:gd name="T25" fmla="*/ 42 h 158"/>
              <a:gd name="T26" fmla="*/ 81 w 132"/>
              <a:gd name="T27" fmla="*/ 39 h 158"/>
              <a:gd name="T28" fmla="*/ 97 w 132"/>
              <a:gd name="T29" fmla="*/ 36 h 158"/>
              <a:gd name="T30" fmla="*/ 118 w 132"/>
              <a:gd name="T31" fmla="*/ 42 h 158"/>
              <a:gd name="T32" fmla="*/ 127 w 132"/>
              <a:gd name="T33" fmla="*/ 51 h 158"/>
              <a:gd name="T34" fmla="*/ 117 w 132"/>
              <a:gd name="T35" fmla="*/ 63 h 158"/>
              <a:gd name="T36" fmla="*/ 111 w 132"/>
              <a:gd name="T37" fmla="*/ 82 h 158"/>
              <a:gd name="T38" fmla="*/ 117 w 132"/>
              <a:gd name="T39" fmla="*/ 103 h 158"/>
              <a:gd name="T40" fmla="*/ 132 w 132"/>
              <a:gd name="T41" fmla="*/ 115 h 158"/>
              <a:gd name="T42" fmla="*/ 96 w 132"/>
              <a:gd name="T43" fmla="*/ 4 h 158"/>
              <a:gd name="T44" fmla="*/ 94 w 132"/>
              <a:gd name="T45" fmla="*/ 17 h 158"/>
              <a:gd name="T46" fmla="*/ 85 w 132"/>
              <a:gd name="T47" fmla="*/ 30 h 158"/>
              <a:gd name="T48" fmla="*/ 75 w 132"/>
              <a:gd name="T49" fmla="*/ 37 h 158"/>
              <a:gd name="T50" fmla="*/ 65 w 132"/>
              <a:gd name="T51" fmla="*/ 38 h 158"/>
              <a:gd name="T52" fmla="*/ 72 w 132"/>
              <a:gd name="T53" fmla="*/ 14 h 158"/>
              <a:gd name="T54" fmla="*/ 96 w 132"/>
              <a:gd name="T55" fmla="*/ 0 h 158"/>
              <a:gd name="T56" fmla="*/ 96 w 132"/>
              <a:gd name="T57" fmla="*/ 1 h 158"/>
              <a:gd name="T58" fmla="*/ 96 w 132"/>
              <a:gd name="T59" fmla="*/ 2 h 158"/>
              <a:gd name="T60" fmla="*/ 96 w 132"/>
              <a:gd name="T61" fmla="*/ 3 h 158"/>
              <a:gd name="T62" fmla="*/ 96 w 132"/>
              <a:gd name="T63" fmla="*/ 4 h 1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32" h="158">
                <a:moveTo>
                  <a:pt x="132" y="115"/>
                </a:moveTo>
                <a:cubicBezTo>
                  <a:pt x="130" y="123"/>
                  <a:pt x="126" y="131"/>
                  <a:pt x="120" y="139"/>
                </a:cubicBezTo>
                <a:cubicBezTo>
                  <a:pt x="112" y="151"/>
                  <a:pt x="104" y="157"/>
                  <a:pt x="96" y="157"/>
                </a:cubicBezTo>
                <a:cubicBezTo>
                  <a:pt x="93" y="157"/>
                  <a:pt x="89" y="156"/>
                  <a:pt x="83" y="154"/>
                </a:cubicBezTo>
                <a:cubicBezTo>
                  <a:pt x="77" y="152"/>
                  <a:pt x="73" y="151"/>
                  <a:pt x="69" y="151"/>
                </a:cubicBezTo>
                <a:cubicBezTo>
                  <a:pt x="65" y="151"/>
                  <a:pt x="60" y="152"/>
                  <a:pt x="55" y="154"/>
                </a:cubicBezTo>
                <a:cubicBezTo>
                  <a:pt x="50" y="156"/>
                  <a:pt x="46" y="158"/>
                  <a:pt x="43" y="158"/>
                </a:cubicBezTo>
                <a:cubicBezTo>
                  <a:pt x="33" y="158"/>
                  <a:pt x="24" y="149"/>
                  <a:pt x="14" y="133"/>
                </a:cubicBezTo>
                <a:cubicBezTo>
                  <a:pt x="5" y="117"/>
                  <a:pt x="0" y="101"/>
                  <a:pt x="0" y="85"/>
                </a:cubicBezTo>
                <a:cubicBezTo>
                  <a:pt x="0" y="71"/>
                  <a:pt x="4" y="59"/>
                  <a:pt x="11" y="50"/>
                </a:cubicBezTo>
                <a:cubicBezTo>
                  <a:pt x="18" y="41"/>
                  <a:pt x="27" y="37"/>
                  <a:pt x="38" y="37"/>
                </a:cubicBezTo>
                <a:cubicBezTo>
                  <a:pt x="42" y="37"/>
                  <a:pt x="48" y="37"/>
                  <a:pt x="55" y="39"/>
                </a:cubicBezTo>
                <a:cubicBezTo>
                  <a:pt x="61" y="41"/>
                  <a:pt x="65" y="42"/>
                  <a:pt x="68" y="42"/>
                </a:cubicBezTo>
                <a:cubicBezTo>
                  <a:pt x="70" y="42"/>
                  <a:pt x="75" y="41"/>
                  <a:pt x="81" y="39"/>
                </a:cubicBezTo>
                <a:cubicBezTo>
                  <a:pt x="88" y="37"/>
                  <a:pt x="93" y="36"/>
                  <a:pt x="97" y="36"/>
                </a:cubicBezTo>
                <a:cubicBezTo>
                  <a:pt x="105" y="36"/>
                  <a:pt x="112" y="38"/>
                  <a:pt x="118" y="42"/>
                </a:cubicBezTo>
                <a:cubicBezTo>
                  <a:pt x="121" y="44"/>
                  <a:pt x="124" y="47"/>
                  <a:pt x="127" y="51"/>
                </a:cubicBezTo>
                <a:cubicBezTo>
                  <a:pt x="122" y="56"/>
                  <a:pt x="119" y="59"/>
                  <a:pt x="117" y="63"/>
                </a:cubicBezTo>
                <a:cubicBezTo>
                  <a:pt x="113" y="68"/>
                  <a:pt x="111" y="75"/>
                  <a:pt x="111" y="82"/>
                </a:cubicBezTo>
                <a:cubicBezTo>
                  <a:pt x="111" y="90"/>
                  <a:pt x="113" y="97"/>
                  <a:pt x="117" y="103"/>
                </a:cubicBezTo>
                <a:cubicBezTo>
                  <a:pt x="121" y="109"/>
                  <a:pt x="126" y="113"/>
                  <a:pt x="132" y="115"/>
                </a:cubicBezTo>
                <a:close/>
                <a:moveTo>
                  <a:pt x="96" y="4"/>
                </a:moveTo>
                <a:cubicBezTo>
                  <a:pt x="96" y="8"/>
                  <a:pt x="96" y="12"/>
                  <a:pt x="94" y="17"/>
                </a:cubicBezTo>
                <a:cubicBezTo>
                  <a:pt x="92" y="22"/>
                  <a:pt x="89" y="26"/>
                  <a:pt x="85" y="30"/>
                </a:cubicBezTo>
                <a:cubicBezTo>
                  <a:pt x="81" y="33"/>
                  <a:pt x="78" y="36"/>
                  <a:pt x="75" y="37"/>
                </a:cubicBezTo>
                <a:cubicBezTo>
                  <a:pt x="72" y="38"/>
                  <a:pt x="69" y="38"/>
                  <a:pt x="65" y="38"/>
                </a:cubicBezTo>
                <a:cubicBezTo>
                  <a:pt x="65" y="29"/>
                  <a:pt x="67" y="21"/>
                  <a:pt x="72" y="14"/>
                </a:cubicBezTo>
                <a:cubicBezTo>
                  <a:pt x="77" y="7"/>
                  <a:pt x="85" y="3"/>
                  <a:pt x="96" y="0"/>
                </a:cubicBezTo>
                <a:cubicBezTo>
                  <a:pt x="96" y="0"/>
                  <a:pt x="96" y="1"/>
                  <a:pt x="96" y="1"/>
                </a:cubicBezTo>
                <a:cubicBezTo>
                  <a:pt x="96" y="2"/>
                  <a:pt x="96" y="2"/>
                  <a:pt x="96" y="2"/>
                </a:cubicBezTo>
                <a:cubicBezTo>
                  <a:pt x="96" y="3"/>
                  <a:pt x="96" y="3"/>
                  <a:pt x="96" y="3"/>
                </a:cubicBezTo>
                <a:cubicBezTo>
                  <a:pt x="96" y="4"/>
                  <a:pt x="96" y="4"/>
                  <a:pt x="96" y="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43" name="Freeform 346"/>
          <p:cNvSpPr>
            <a:spLocks noEditPoints="1"/>
          </p:cNvSpPr>
          <p:nvPr/>
        </p:nvSpPr>
        <p:spPr bwMode="auto">
          <a:xfrm>
            <a:off x="7480183" y="4823987"/>
            <a:ext cx="224755" cy="226916"/>
          </a:xfrm>
          <a:custGeom>
            <a:avLst/>
            <a:gdLst>
              <a:gd name="T0" fmla="*/ 43 w 104"/>
              <a:gd name="T1" fmla="*/ 9 h 105"/>
              <a:gd name="T2" fmla="*/ 43 w 104"/>
              <a:gd name="T3" fmla="*/ 50 h 105"/>
              <a:gd name="T4" fmla="*/ 0 w 104"/>
              <a:gd name="T5" fmla="*/ 50 h 105"/>
              <a:gd name="T6" fmla="*/ 0 w 104"/>
              <a:gd name="T7" fmla="*/ 15 h 105"/>
              <a:gd name="T8" fmla="*/ 43 w 104"/>
              <a:gd name="T9" fmla="*/ 9 h 105"/>
              <a:gd name="T10" fmla="*/ 43 w 104"/>
              <a:gd name="T11" fmla="*/ 55 h 105"/>
              <a:gd name="T12" fmla="*/ 43 w 104"/>
              <a:gd name="T13" fmla="*/ 97 h 105"/>
              <a:gd name="T14" fmla="*/ 0 w 104"/>
              <a:gd name="T15" fmla="*/ 91 h 105"/>
              <a:gd name="T16" fmla="*/ 0 w 104"/>
              <a:gd name="T17" fmla="*/ 55 h 105"/>
              <a:gd name="T18" fmla="*/ 43 w 104"/>
              <a:gd name="T19" fmla="*/ 55 h 105"/>
              <a:gd name="T20" fmla="*/ 104 w 104"/>
              <a:gd name="T21" fmla="*/ 0 h 105"/>
              <a:gd name="T22" fmla="*/ 104 w 104"/>
              <a:gd name="T23" fmla="*/ 50 h 105"/>
              <a:gd name="T24" fmla="*/ 47 w 104"/>
              <a:gd name="T25" fmla="*/ 50 h 105"/>
              <a:gd name="T26" fmla="*/ 47 w 104"/>
              <a:gd name="T27" fmla="*/ 8 h 105"/>
              <a:gd name="T28" fmla="*/ 104 w 104"/>
              <a:gd name="T29" fmla="*/ 0 h 105"/>
              <a:gd name="T30" fmla="*/ 104 w 104"/>
              <a:gd name="T31" fmla="*/ 55 h 105"/>
              <a:gd name="T32" fmla="*/ 104 w 104"/>
              <a:gd name="T33" fmla="*/ 105 h 105"/>
              <a:gd name="T34" fmla="*/ 47 w 104"/>
              <a:gd name="T35" fmla="*/ 97 h 105"/>
              <a:gd name="T36" fmla="*/ 47 w 104"/>
              <a:gd name="T37" fmla="*/ 55 h 105"/>
              <a:gd name="T38" fmla="*/ 104 w 104"/>
              <a:gd name="T39" fmla="*/ 55 h 1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104" h="105">
                <a:moveTo>
                  <a:pt x="43" y="9"/>
                </a:moveTo>
                <a:lnTo>
                  <a:pt x="43" y="50"/>
                </a:lnTo>
                <a:lnTo>
                  <a:pt x="0" y="50"/>
                </a:lnTo>
                <a:lnTo>
                  <a:pt x="0" y="15"/>
                </a:lnTo>
                <a:lnTo>
                  <a:pt x="43" y="9"/>
                </a:lnTo>
                <a:close/>
                <a:moveTo>
                  <a:pt x="43" y="55"/>
                </a:moveTo>
                <a:lnTo>
                  <a:pt x="43" y="97"/>
                </a:lnTo>
                <a:lnTo>
                  <a:pt x="0" y="91"/>
                </a:lnTo>
                <a:lnTo>
                  <a:pt x="0" y="55"/>
                </a:lnTo>
                <a:lnTo>
                  <a:pt x="43" y="55"/>
                </a:lnTo>
                <a:close/>
                <a:moveTo>
                  <a:pt x="104" y="0"/>
                </a:moveTo>
                <a:lnTo>
                  <a:pt x="104" y="50"/>
                </a:lnTo>
                <a:lnTo>
                  <a:pt x="47" y="50"/>
                </a:lnTo>
                <a:lnTo>
                  <a:pt x="47" y="8"/>
                </a:lnTo>
                <a:lnTo>
                  <a:pt x="104" y="0"/>
                </a:lnTo>
                <a:close/>
                <a:moveTo>
                  <a:pt x="104" y="55"/>
                </a:moveTo>
                <a:lnTo>
                  <a:pt x="104" y="105"/>
                </a:lnTo>
                <a:lnTo>
                  <a:pt x="47" y="97"/>
                </a:lnTo>
                <a:lnTo>
                  <a:pt x="47" y="55"/>
                </a:lnTo>
                <a:lnTo>
                  <a:pt x="104" y="55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44" name="Freeform 347"/>
          <p:cNvSpPr>
            <a:spLocks noEditPoints="1"/>
          </p:cNvSpPr>
          <p:nvPr/>
        </p:nvSpPr>
        <p:spPr bwMode="auto">
          <a:xfrm>
            <a:off x="7769769" y="4823987"/>
            <a:ext cx="190176" cy="226916"/>
          </a:xfrm>
          <a:custGeom>
            <a:avLst/>
            <a:gdLst>
              <a:gd name="T0" fmla="*/ 17 w 133"/>
              <a:gd name="T1" fmla="*/ 54 h 158"/>
              <a:gd name="T2" fmla="*/ 20 w 133"/>
              <a:gd name="T3" fmla="*/ 102 h 158"/>
              <a:gd name="T4" fmla="*/ 10 w 133"/>
              <a:gd name="T5" fmla="*/ 111 h 158"/>
              <a:gd name="T6" fmla="*/ 0 w 133"/>
              <a:gd name="T7" fmla="*/ 102 h 158"/>
              <a:gd name="T8" fmla="*/ 3 w 133"/>
              <a:gd name="T9" fmla="*/ 54 h 158"/>
              <a:gd name="T10" fmla="*/ 88 w 133"/>
              <a:gd name="T11" fmla="*/ 15 h 158"/>
              <a:gd name="T12" fmla="*/ 111 w 133"/>
              <a:gd name="T13" fmla="*/ 50 h 158"/>
              <a:gd name="T14" fmla="*/ 29 w 133"/>
              <a:gd name="T15" fmla="*/ 29 h 158"/>
              <a:gd name="T16" fmla="*/ 39 w 133"/>
              <a:gd name="T17" fmla="*/ 2 h 158"/>
              <a:gd name="T18" fmla="*/ 41 w 133"/>
              <a:gd name="T19" fmla="*/ 1 h 158"/>
              <a:gd name="T20" fmla="*/ 67 w 133"/>
              <a:gd name="T21" fmla="*/ 10 h 158"/>
              <a:gd name="T22" fmla="*/ 93 w 133"/>
              <a:gd name="T23" fmla="*/ 1 h 158"/>
              <a:gd name="T24" fmla="*/ 95 w 133"/>
              <a:gd name="T25" fmla="*/ 2 h 158"/>
              <a:gd name="T26" fmla="*/ 110 w 133"/>
              <a:gd name="T27" fmla="*/ 53 h 158"/>
              <a:gd name="T28" fmla="*/ 107 w 133"/>
              <a:gd name="T29" fmla="*/ 123 h 158"/>
              <a:gd name="T30" fmla="*/ 93 w 133"/>
              <a:gd name="T31" fmla="*/ 126 h 158"/>
              <a:gd name="T32" fmla="*/ 90 w 133"/>
              <a:gd name="T33" fmla="*/ 155 h 158"/>
              <a:gd name="T34" fmla="*/ 76 w 133"/>
              <a:gd name="T35" fmla="*/ 155 h 158"/>
              <a:gd name="T36" fmla="*/ 73 w 133"/>
              <a:gd name="T37" fmla="*/ 126 h 158"/>
              <a:gd name="T38" fmla="*/ 60 w 133"/>
              <a:gd name="T39" fmla="*/ 148 h 158"/>
              <a:gd name="T40" fmla="*/ 51 w 133"/>
              <a:gd name="T41" fmla="*/ 158 h 158"/>
              <a:gd name="T42" fmla="*/ 41 w 133"/>
              <a:gd name="T43" fmla="*/ 148 h 158"/>
              <a:gd name="T44" fmla="*/ 34 w 133"/>
              <a:gd name="T45" fmla="*/ 126 h 158"/>
              <a:gd name="T46" fmla="*/ 23 w 133"/>
              <a:gd name="T47" fmla="*/ 116 h 158"/>
              <a:gd name="T48" fmla="*/ 110 w 133"/>
              <a:gd name="T49" fmla="*/ 53 h 158"/>
              <a:gd name="T50" fmla="*/ 47 w 133"/>
              <a:gd name="T51" fmla="*/ 34 h 158"/>
              <a:gd name="T52" fmla="*/ 51 w 133"/>
              <a:gd name="T53" fmla="*/ 30 h 158"/>
              <a:gd name="T54" fmla="*/ 47 w 133"/>
              <a:gd name="T55" fmla="*/ 26 h 158"/>
              <a:gd name="T56" fmla="*/ 43 w 133"/>
              <a:gd name="T57" fmla="*/ 30 h 158"/>
              <a:gd name="T58" fmla="*/ 84 w 133"/>
              <a:gd name="T59" fmla="*/ 33 h 158"/>
              <a:gd name="T60" fmla="*/ 89 w 133"/>
              <a:gd name="T61" fmla="*/ 33 h 158"/>
              <a:gd name="T62" fmla="*/ 89 w 133"/>
              <a:gd name="T63" fmla="*/ 28 h 158"/>
              <a:gd name="T64" fmla="*/ 84 w 133"/>
              <a:gd name="T65" fmla="*/ 28 h 158"/>
              <a:gd name="T66" fmla="*/ 84 w 133"/>
              <a:gd name="T67" fmla="*/ 33 h 158"/>
              <a:gd name="T68" fmla="*/ 133 w 133"/>
              <a:gd name="T69" fmla="*/ 102 h 158"/>
              <a:gd name="T70" fmla="*/ 124 w 133"/>
              <a:gd name="T71" fmla="*/ 111 h 158"/>
              <a:gd name="T72" fmla="*/ 114 w 133"/>
              <a:gd name="T73" fmla="*/ 102 h 158"/>
              <a:gd name="T74" fmla="*/ 117 w 133"/>
              <a:gd name="T75" fmla="*/ 54 h 158"/>
              <a:gd name="T76" fmla="*/ 131 w 133"/>
              <a:gd name="T77" fmla="*/ 54 h 1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33" h="158">
                <a:moveTo>
                  <a:pt x="10" y="51"/>
                </a:moveTo>
                <a:cubicBezTo>
                  <a:pt x="13" y="51"/>
                  <a:pt x="15" y="52"/>
                  <a:pt x="17" y="54"/>
                </a:cubicBezTo>
                <a:cubicBezTo>
                  <a:pt x="19" y="56"/>
                  <a:pt x="20" y="58"/>
                  <a:pt x="20" y="61"/>
                </a:cubicBezTo>
                <a:cubicBezTo>
                  <a:pt x="20" y="102"/>
                  <a:pt x="20" y="102"/>
                  <a:pt x="20" y="102"/>
                </a:cubicBezTo>
                <a:cubicBezTo>
                  <a:pt x="20" y="104"/>
                  <a:pt x="19" y="107"/>
                  <a:pt x="17" y="108"/>
                </a:cubicBezTo>
                <a:cubicBezTo>
                  <a:pt x="15" y="110"/>
                  <a:pt x="13" y="111"/>
                  <a:pt x="10" y="111"/>
                </a:cubicBezTo>
                <a:cubicBezTo>
                  <a:pt x="7" y="111"/>
                  <a:pt x="5" y="110"/>
                  <a:pt x="3" y="108"/>
                </a:cubicBezTo>
                <a:cubicBezTo>
                  <a:pt x="1" y="107"/>
                  <a:pt x="0" y="104"/>
                  <a:pt x="0" y="102"/>
                </a:cubicBezTo>
                <a:cubicBezTo>
                  <a:pt x="0" y="61"/>
                  <a:pt x="0" y="61"/>
                  <a:pt x="0" y="61"/>
                </a:cubicBezTo>
                <a:cubicBezTo>
                  <a:pt x="0" y="58"/>
                  <a:pt x="1" y="56"/>
                  <a:pt x="3" y="54"/>
                </a:cubicBezTo>
                <a:cubicBezTo>
                  <a:pt x="5" y="52"/>
                  <a:pt x="7" y="51"/>
                  <a:pt x="10" y="51"/>
                </a:cubicBezTo>
                <a:close/>
                <a:moveTo>
                  <a:pt x="88" y="15"/>
                </a:moveTo>
                <a:cubicBezTo>
                  <a:pt x="95" y="18"/>
                  <a:pt x="100" y="23"/>
                  <a:pt x="105" y="29"/>
                </a:cubicBezTo>
                <a:cubicBezTo>
                  <a:pt x="109" y="35"/>
                  <a:pt x="111" y="42"/>
                  <a:pt x="111" y="50"/>
                </a:cubicBezTo>
                <a:cubicBezTo>
                  <a:pt x="23" y="50"/>
                  <a:pt x="23" y="50"/>
                  <a:pt x="23" y="50"/>
                </a:cubicBezTo>
                <a:cubicBezTo>
                  <a:pt x="23" y="42"/>
                  <a:pt x="25" y="35"/>
                  <a:pt x="29" y="29"/>
                </a:cubicBezTo>
                <a:cubicBezTo>
                  <a:pt x="33" y="23"/>
                  <a:pt x="39" y="18"/>
                  <a:pt x="45" y="15"/>
                </a:cubicBezTo>
                <a:cubicBezTo>
                  <a:pt x="39" y="2"/>
                  <a:pt x="39" y="2"/>
                  <a:pt x="39" y="2"/>
                </a:cubicBezTo>
                <a:cubicBezTo>
                  <a:pt x="38" y="2"/>
                  <a:pt x="38" y="1"/>
                  <a:pt x="39" y="0"/>
                </a:cubicBezTo>
                <a:cubicBezTo>
                  <a:pt x="40" y="0"/>
                  <a:pt x="41" y="0"/>
                  <a:pt x="41" y="1"/>
                </a:cubicBezTo>
                <a:cubicBezTo>
                  <a:pt x="48" y="14"/>
                  <a:pt x="48" y="14"/>
                  <a:pt x="48" y="14"/>
                </a:cubicBezTo>
                <a:cubicBezTo>
                  <a:pt x="54" y="11"/>
                  <a:pt x="60" y="10"/>
                  <a:pt x="67" y="10"/>
                </a:cubicBezTo>
                <a:cubicBezTo>
                  <a:pt x="74" y="10"/>
                  <a:pt x="80" y="11"/>
                  <a:pt x="86" y="14"/>
                </a:cubicBezTo>
                <a:cubicBezTo>
                  <a:pt x="93" y="1"/>
                  <a:pt x="93" y="1"/>
                  <a:pt x="93" y="1"/>
                </a:cubicBezTo>
                <a:cubicBezTo>
                  <a:pt x="93" y="0"/>
                  <a:pt x="94" y="0"/>
                  <a:pt x="95" y="0"/>
                </a:cubicBezTo>
                <a:cubicBezTo>
                  <a:pt x="95" y="1"/>
                  <a:pt x="96" y="2"/>
                  <a:pt x="95" y="2"/>
                </a:cubicBezTo>
                <a:lnTo>
                  <a:pt x="88" y="15"/>
                </a:lnTo>
                <a:close/>
                <a:moveTo>
                  <a:pt x="110" y="53"/>
                </a:moveTo>
                <a:cubicBezTo>
                  <a:pt x="110" y="116"/>
                  <a:pt x="110" y="116"/>
                  <a:pt x="110" y="116"/>
                </a:cubicBezTo>
                <a:cubicBezTo>
                  <a:pt x="110" y="119"/>
                  <a:pt x="109" y="121"/>
                  <a:pt x="107" y="123"/>
                </a:cubicBezTo>
                <a:cubicBezTo>
                  <a:pt x="105" y="125"/>
                  <a:pt x="103" y="126"/>
                  <a:pt x="100" y="126"/>
                </a:cubicBezTo>
                <a:cubicBezTo>
                  <a:pt x="93" y="126"/>
                  <a:pt x="93" y="126"/>
                  <a:pt x="93" y="126"/>
                </a:cubicBezTo>
                <a:cubicBezTo>
                  <a:pt x="93" y="148"/>
                  <a:pt x="93" y="148"/>
                  <a:pt x="93" y="148"/>
                </a:cubicBezTo>
                <a:cubicBezTo>
                  <a:pt x="93" y="151"/>
                  <a:pt x="92" y="153"/>
                  <a:pt x="90" y="155"/>
                </a:cubicBezTo>
                <a:cubicBezTo>
                  <a:pt x="88" y="157"/>
                  <a:pt x="86" y="158"/>
                  <a:pt x="83" y="158"/>
                </a:cubicBezTo>
                <a:cubicBezTo>
                  <a:pt x="80" y="158"/>
                  <a:pt x="78" y="157"/>
                  <a:pt x="76" y="155"/>
                </a:cubicBezTo>
                <a:cubicBezTo>
                  <a:pt x="74" y="153"/>
                  <a:pt x="73" y="151"/>
                  <a:pt x="73" y="148"/>
                </a:cubicBezTo>
                <a:cubicBezTo>
                  <a:pt x="73" y="126"/>
                  <a:pt x="73" y="126"/>
                  <a:pt x="73" y="126"/>
                </a:cubicBezTo>
                <a:cubicBezTo>
                  <a:pt x="60" y="126"/>
                  <a:pt x="60" y="126"/>
                  <a:pt x="60" y="126"/>
                </a:cubicBezTo>
                <a:cubicBezTo>
                  <a:pt x="60" y="148"/>
                  <a:pt x="60" y="148"/>
                  <a:pt x="60" y="148"/>
                </a:cubicBezTo>
                <a:cubicBezTo>
                  <a:pt x="60" y="151"/>
                  <a:pt x="59" y="153"/>
                  <a:pt x="58" y="155"/>
                </a:cubicBezTo>
                <a:cubicBezTo>
                  <a:pt x="56" y="157"/>
                  <a:pt x="53" y="158"/>
                  <a:pt x="51" y="158"/>
                </a:cubicBezTo>
                <a:cubicBezTo>
                  <a:pt x="48" y="158"/>
                  <a:pt x="46" y="157"/>
                  <a:pt x="44" y="155"/>
                </a:cubicBezTo>
                <a:cubicBezTo>
                  <a:pt x="42" y="153"/>
                  <a:pt x="41" y="151"/>
                  <a:pt x="41" y="148"/>
                </a:cubicBezTo>
                <a:cubicBezTo>
                  <a:pt x="41" y="126"/>
                  <a:pt x="41" y="126"/>
                  <a:pt x="41" y="126"/>
                </a:cubicBezTo>
                <a:cubicBezTo>
                  <a:pt x="34" y="126"/>
                  <a:pt x="34" y="126"/>
                  <a:pt x="34" y="126"/>
                </a:cubicBezTo>
                <a:cubicBezTo>
                  <a:pt x="31" y="126"/>
                  <a:pt x="29" y="125"/>
                  <a:pt x="27" y="123"/>
                </a:cubicBezTo>
                <a:cubicBezTo>
                  <a:pt x="25" y="121"/>
                  <a:pt x="23" y="119"/>
                  <a:pt x="23" y="116"/>
                </a:cubicBezTo>
                <a:cubicBezTo>
                  <a:pt x="23" y="53"/>
                  <a:pt x="23" y="53"/>
                  <a:pt x="23" y="53"/>
                </a:cubicBezTo>
                <a:lnTo>
                  <a:pt x="110" y="53"/>
                </a:lnTo>
                <a:close/>
                <a:moveTo>
                  <a:pt x="44" y="33"/>
                </a:moveTo>
                <a:cubicBezTo>
                  <a:pt x="45" y="34"/>
                  <a:pt x="46" y="34"/>
                  <a:pt x="47" y="34"/>
                </a:cubicBezTo>
                <a:cubicBezTo>
                  <a:pt x="48" y="34"/>
                  <a:pt x="49" y="34"/>
                  <a:pt x="50" y="33"/>
                </a:cubicBezTo>
                <a:cubicBezTo>
                  <a:pt x="50" y="32"/>
                  <a:pt x="51" y="31"/>
                  <a:pt x="51" y="30"/>
                </a:cubicBezTo>
                <a:cubicBezTo>
                  <a:pt x="51" y="29"/>
                  <a:pt x="50" y="28"/>
                  <a:pt x="50" y="28"/>
                </a:cubicBezTo>
                <a:cubicBezTo>
                  <a:pt x="49" y="27"/>
                  <a:pt x="48" y="26"/>
                  <a:pt x="47" y="26"/>
                </a:cubicBezTo>
                <a:cubicBezTo>
                  <a:pt x="46" y="26"/>
                  <a:pt x="45" y="27"/>
                  <a:pt x="44" y="28"/>
                </a:cubicBezTo>
                <a:cubicBezTo>
                  <a:pt x="44" y="28"/>
                  <a:pt x="43" y="29"/>
                  <a:pt x="43" y="30"/>
                </a:cubicBezTo>
                <a:cubicBezTo>
                  <a:pt x="43" y="31"/>
                  <a:pt x="44" y="32"/>
                  <a:pt x="44" y="33"/>
                </a:cubicBezTo>
                <a:close/>
                <a:moveTo>
                  <a:pt x="84" y="33"/>
                </a:moveTo>
                <a:cubicBezTo>
                  <a:pt x="85" y="34"/>
                  <a:pt x="86" y="34"/>
                  <a:pt x="87" y="34"/>
                </a:cubicBezTo>
                <a:cubicBezTo>
                  <a:pt x="88" y="34"/>
                  <a:pt x="89" y="34"/>
                  <a:pt x="89" y="33"/>
                </a:cubicBezTo>
                <a:cubicBezTo>
                  <a:pt x="90" y="32"/>
                  <a:pt x="90" y="31"/>
                  <a:pt x="90" y="30"/>
                </a:cubicBezTo>
                <a:cubicBezTo>
                  <a:pt x="90" y="29"/>
                  <a:pt x="90" y="28"/>
                  <a:pt x="89" y="28"/>
                </a:cubicBezTo>
                <a:cubicBezTo>
                  <a:pt x="89" y="27"/>
                  <a:pt x="88" y="26"/>
                  <a:pt x="87" y="26"/>
                </a:cubicBezTo>
                <a:cubicBezTo>
                  <a:pt x="86" y="26"/>
                  <a:pt x="85" y="27"/>
                  <a:pt x="84" y="28"/>
                </a:cubicBezTo>
                <a:cubicBezTo>
                  <a:pt x="84" y="28"/>
                  <a:pt x="83" y="29"/>
                  <a:pt x="83" y="30"/>
                </a:cubicBezTo>
                <a:cubicBezTo>
                  <a:pt x="83" y="31"/>
                  <a:pt x="84" y="32"/>
                  <a:pt x="84" y="33"/>
                </a:cubicBezTo>
                <a:close/>
                <a:moveTo>
                  <a:pt x="133" y="61"/>
                </a:moveTo>
                <a:cubicBezTo>
                  <a:pt x="133" y="102"/>
                  <a:pt x="133" y="102"/>
                  <a:pt x="133" y="102"/>
                </a:cubicBezTo>
                <a:cubicBezTo>
                  <a:pt x="133" y="104"/>
                  <a:pt x="133" y="107"/>
                  <a:pt x="131" y="108"/>
                </a:cubicBezTo>
                <a:cubicBezTo>
                  <a:pt x="129" y="110"/>
                  <a:pt x="126" y="111"/>
                  <a:pt x="124" y="111"/>
                </a:cubicBezTo>
                <a:cubicBezTo>
                  <a:pt x="121" y="111"/>
                  <a:pt x="119" y="110"/>
                  <a:pt x="117" y="108"/>
                </a:cubicBezTo>
                <a:cubicBezTo>
                  <a:pt x="115" y="107"/>
                  <a:pt x="114" y="104"/>
                  <a:pt x="114" y="102"/>
                </a:cubicBezTo>
                <a:cubicBezTo>
                  <a:pt x="114" y="61"/>
                  <a:pt x="114" y="61"/>
                  <a:pt x="114" y="61"/>
                </a:cubicBezTo>
                <a:cubicBezTo>
                  <a:pt x="114" y="58"/>
                  <a:pt x="115" y="56"/>
                  <a:pt x="117" y="54"/>
                </a:cubicBezTo>
                <a:cubicBezTo>
                  <a:pt x="119" y="52"/>
                  <a:pt x="121" y="51"/>
                  <a:pt x="124" y="51"/>
                </a:cubicBezTo>
                <a:cubicBezTo>
                  <a:pt x="126" y="51"/>
                  <a:pt x="129" y="52"/>
                  <a:pt x="131" y="54"/>
                </a:cubicBezTo>
                <a:cubicBezTo>
                  <a:pt x="133" y="56"/>
                  <a:pt x="133" y="58"/>
                  <a:pt x="133" y="6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45" name="Freeform 348"/>
          <p:cNvSpPr>
            <a:spLocks noEditPoints="1"/>
          </p:cNvSpPr>
          <p:nvPr/>
        </p:nvSpPr>
        <p:spPr bwMode="auto">
          <a:xfrm>
            <a:off x="8024780" y="4806698"/>
            <a:ext cx="205305" cy="244204"/>
          </a:xfrm>
          <a:custGeom>
            <a:avLst/>
            <a:gdLst>
              <a:gd name="T0" fmla="*/ 140 w 144"/>
              <a:gd name="T1" fmla="*/ 150 h 170"/>
              <a:gd name="T2" fmla="*/ 114 w 144"/>
              <a:gd name="T3" fmla="*/ 168 h 170"/>
              <a:gd name="T4" fmla="*/ 88 w 144"/>
              <a:gd name="T5" fmla="*/ 161 h 170"/>
              <a:gd name="T6" fmla="*/ 48 w 144"/>
              <a:gd name="T7" fmla="*/ 168 h 170"/>
              <a:gd name="T8" fmla="*/ 6 w 144"/>
              <a:gd name="T9" fmla="*/ 160 h 170"/>
              <a:gd name="T10" fmla="*/ 2 w 144"/>
              <a:gd name="T11" fmla="*/ 137 h 170"/>
              <a:gd name="T12" fmla="*/ 19 w 144"/>
              <a:gd name="T13" fmla="*/ 120 h 170"/>
              <a:gd name="T14" fmla="*/ 6 w 144"/>
              <a:gd name="T15" fmla="*/ 142 h 170"/>
              <a:gd name="T16" fmla="*/ 15 w 144"/>
              <a:gd name="T17" fmla="*/ 159 h 170"/>
              <a:gd name="T18" fmla="*/ 52 w 144"/>
              <a:gd name="T19" fmla="*/ 158 h 170"/>
              <a:gd name="T20" fmla="*/ 20 w 144"/>
              <a:gd name="T21" fmla="*/ 116 h 170"/>
              <a:gd name="T22" fmla="*/ 30 w 144"/>
              <a:gd name="T23" fmla="*/ 85 h 170"/>
              <a:gd name="T24" fmla="*/ 59 w 144"/>
              <a:gd name="T25" fmla="*/ 2 h 170"/>
              <a:gd name="T26" fmla="*/ 102 w 144"/>
              <a:gd name="T27" fmla="*/ 51 h 170"/>
              <a:gd name="T28" fmla="*/ 127 w 144"/>
              <a:gd name="T29" fmla="*/ 120 h 170"/>
              <a:gd name="T30" fmla="*/ 108 w 144"/>
              <a:gd name="T31" fmla="*/ 128 h 170"/>
              <a:gd name="T32" fmla="*/ 98 w 144"/>
              <a:gd name="T33" fmla="*/ 134 h 170"/>
              <a:gd name="T34" fmla="*/ 133 w 144"/>
              <a:gd name="T35" fmla="*/ 151 h 170"/>
              <a:gd name="T36" fmla="*/ 129 w 144"/>
              <a:gd name="T37" fmla="*/ 128 h 170"/>
              <a:gd name="T38" fmla="*/ 139 w 144"/>
              <a:gd name="T39" fmla="*/ 139 h 170"/>
              <a:gd name="T40" fmla="*/ 115 w 144"/>
              <a:gd name="T41" fmla="*/ 104 h 170"/>
              <a:gd name="T42" fmla="*/ 113 w 144"/>
              <a:gd name="T43" fmla="*/ 91 h 170"/>
              <a:gd name="T44" fmla="*/ 104 w 144"/>
              <a:gd name="T45" fmla="*/ 110 h 170"/>
              <a:gd name="T46" fmla="*/ 96 w 144"/>
              <a:gd name="T47" fmla="*/ 78 h 170"/>
              <a:gd name="T48" fmla="*/ 86 w 144"/>
              <a:gd name="T49" fmla="*/ 50 h 170"/>
              <a:gd name="T50" fmla="*/ 74 w 144"/>
              <a:gd name="T51" fmla="*/ 33 h 170"/>
              <a:gd name="T52" fmla="*/ 87 w 144"/>
              <a:gd name="T53" fmla="*/ 37 h 170"/>
              <a:gd name="T54" fmla="*/ 70 w 144"/>
              <a:gd name="T55" fmla="*/ 37 h 170"/>
              <a:gd name="T56" fmla="*/ 57 w 144"/>
              <a:gd name="T57" fmla="*/ 25 h 170"/>
              <a:gd name="T58" fmla="*/ 56 w 144"/>
              <a:gd name="T59" fmla="*/ 40 h 170"/>
              <a:gd name="T60" fmla="*/ 60 w 144"/>
              <a:gd name="T61" fmla="*/ 32 h 170"/>
              <a:gd name="T62" fmla="*/ 52 w 144"/>
              <a:gd name="T63" fmla="*/ 47 h 170"/>
              <a:gd name="T64" fmla="*/ 71 w 144"/>
              <a:gd name="T65" fmla="*/ 52 h 170"/>
              <a:gd name="T66" fmla="*/ 84 w 144"/>
              <a:gd name="T67" fmla="*/ 48 h 170"/>
              <a:gd name="T68" fmla="*/ 58 w 144"/>
              <a:gd name="T69" fmla="*/ 56 h 170"/>
              <a:gd name="T70" fmla="*/ 75 w 144"/>
              <a:gd name="T71" fmla="*/ 56 h 170"/>
              <a:gd name="T72" fmla="*/ 82 w 144"/>
              <a:gd name="T73" fmla="*/ 55 h 170"/>
              <a:gd name="T74" fmla="*/ 72 w 144"/>
              <a:gd name="T75" fmla="*/ 62 h 170"/>
              <a:gd name="T76" fmla="*/ 51 w 144"/>
              <a:gd name="T77" fmla="*/ 63 h 170"/>
              <a:gd name="T78" fmla="*/ 37 w 144"/>
              <a:gd name="T79" fmla="*/ 108 h 170"/>
              <a:gd name="T80" fmla="*/ 30 w 144"/>
              <a:gd name="T81" fmla="*/ 99 h 170"/>
              <a:gd name="T82" fmla="*/ 56 w 144"/>
              <a:gd name="T83" fmla="*/ 138 h 170"/>
              <a:gd name="T84" fmla="*/ 57 w 144"/>
              <a:gd name="T85" fmla="*/ 152 h 170"/>
              <a:gd name="T86" fmla="*/ 74 w 144"/>
              <a:gd name="T87" fmla="*/ 151 h 170"/>
              <a:gd name="T88" fmla="*/ 94 w 144"/>
              <a:gd name="T89" fmla="*/ 159 h 170"/>
              <a:gd name="T90" fmla="*/ 103 w 144"/>
              <a:gd name="T91" fmla="*/ 119 h 170"/>
              <a:gd name="T92" fmla="*/ 37 w 144"/>
              <a:gd name="T93" fmla="*/ 82 h 170"/>
              <a:gd name="T94" fmla="*/ 37 w 144"/>
              <a:gd name="T95" fmla="*/ 83 h 170"/>
              <a:gd name="T96" fmla="*/ 37 w 144"/>
              <a:gd name="T97" fmla="*/ 81 h 170"/>
              <a:gd name="T98" fmla="*/ 58 w 144"/>
              <a:gd name="T99" fmla="*/ 35 h 170"/>
              <a:gd name="T100" fmla="*/ 60 w 144"/>
              <a:gd name="T101" fmla="*/ 40 h 170"/>
              <a:gd name="T102" fmla="*/ 71 w 144"/>
              <a:gd name="T103" fmla="*/ 40 h 170"/>
              <a:gd name="T104" fmla="*/ 79 w 144"/>
              <a:gd name="T105" fmla="*/ 32 h 170"/>
              <a:gd name="T106" fmla="*/ 86 w 144"/>
              <a:gd name="T107" fmla="*/ 12 h 170"/>
              <a:gd name="T108" fmla="*/ 81 w 144"/>
              <a:gd name="T109" fmla="*/ 14 h 170"/>
              <a:gd name="T110" fmla="*/ 85 w 144"/>
              <a:gd name="T111" fmla="*/ 14 h 170"/>
              <a:gd name="T112" fmla="*/ 95 w 144"/>
              <a:gd name="T113" fmla="*/ 53 h 170"/>
              <a:gd name="T114" fmla="*/ 93 w 144"/>
              <a:gd name="T115" fmla="*/ 55 h 1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44" h="170">
                <a:moveTo>
                  <a:pt x="140" y="140"/>
                </a:moveTo>
                <a:cubicBezTo>
                  <a:pt x="142" y="141"/>
                  <a:pt x="143" y="141"/>
                  <a:pt x="143" y="142"/>
                </a:cubicBezTo>
                <a:cubicBezTo>
                  <a:pt x="144" y="143"/>
                  <a:pt x="144" y="144"/>
                  <a:pt x="144" y="144"/>
                </a:cubicBezTo>
                <a:cubicBezTo>
                  <a:pt x="144" y="145"/>
                  <a:pt x="144" y="146"/>
                  <a:pt x="144" y="146"/>
                </a:cubicBezTo>
                <a:cubicBezTo>
                  <a:pt x="144" y="147"/>
                  <a:pt x="143" y="148"/>
                  <a:pt x="143" y="149"/>
                </a:cubicBezTo>
                <a:cubicBezTo>
                  <a:pt x="142" y="149"/>
                  <a:pt x="141" y="150"/>
                  <a:pt x="140" y="150"/>
                </a:cubicBezTo>
                <a:cubicBezTo>
                  <a:pt x="140" y="151"/>
                  <a:pt x="139" y="152"/>
                  <a:pt x="138" y="152"/>
                </a:cubicBezTo>
                <a:cubicBezTo>
                  <a:pt x="136" y="153"/>
                  <a:pt x="135" y="153"/>
                  <a:pt x="135" y="154"/>
                </a:cubicBezTo>
                <a:cubicBezTo>
                  <a:pt x="134" y="154"/>
                  <a:pt x="133" y="155"/>
                  <a:pt x="132" y="155"/>
                </a:cubicBezTo>
                <a:cubicBezTo>
                  <a:pt x="130" y="156"/>
                  <a:pt x="130" y="156"/>
                  <a:pt x="129" y="156"/>
                </a:cubicBezTo>
                <a:cubicBezTo>
                  <a:pt x="127" y="158"/>
                  <a:pt x="124" y="159"/>
                  <a:pt x="121" y="162"/>
                </a:cubicBezTo>
                <a:cubicBezTo>
                  <a:pt x="118" y="164"/>
                  <a:pt x="116" y="166"/>
                  <a:pt x="114" y="168"/>
                </a:cubicBezTo>
                <a:cubicBezTo>
                  <a:pt x="113" y="169"/>
                  <a:pt x="111" y="169"/>
                  <a:pt x="107" y="170"/>
                </a:cubicBezTo>
                <a:cubicBezTo>
                  <a:pt x="104" y="170"/>
                  <a:pt x="101" y="169"/>
                  <a:pt x="99" y="168"/>
                </a:cubicBezTo>
                <a:cubicBezTo>
                  <a:pt x="98" y="168"/>
                  <a:pt x="97" y="167"/>
                  <a:pt x="96" y="166"/>
                </a:cubicBezTo>
                <a:cubicBezTo>
                  <a:pt x="95" y="165"/>
                  <a:pt x="95" y="164"/>
                  <a:pt x="95" y="164"/>
                </a:cubicBezTo>
                <a:cubicBezTo>
                  <a:pt x="94" y="163"/>
                  <a:pt x="94" y="162"/>
                  <a:pt x="93" y="162"/>
                </a:cubicBezTo>
                <a:cubicBezTo>
                  <a:pt x="91" y="161"/>
                  <a:pt x="90" y="161"/>
                  <a:pt x="88" y="161"/>
                </a:cubicBezTo>
                <a:cubicBezTo>
                  <a:pt x="85" y="161"/>
                  <a:pt x="81" y="161"/>
                  <a:pt x="76" y="161"/>
                </a:cubicBezTo>
                <a:cubicBezTo>
                  <a:pt x="75" y="161"/>
                  <a:pt x="73" y="161"/>
                  <a:pt x="70" y="161"/>
                </a:cubicBezTo>
                <a:cubicBezTo>
                  <a:pt x="68" y="161"/>
                  <a:pt x="66" y="161"/>
                  <a:pt x="65" y="161"/>
                </a:cubicBezTo>
                <a:cubicBezTo>
                  <a:pt x="62" y="161"/>
                  <a:pt x="60" y="162"/>
                  <a:pt x="57" y="163"/>
                </a:cubicBezTo>
                <a:cubicBezTo>
                  <a:pt x="55" y="163"/>
                  <a:pt x="53" y="164"/>
                  <a:pt x="52" y="165"/>
                </a:cubicBezTo>
                <a:cubicBezTo>
                  <a:pt x="51" y="166"/>
                  <a:pt x="50" y="167"/>
                  <a:pt x="48" y="168"/>
                </a:cubicBezTo>
                <a:cubicBezTo>
                  <a:pt x="47" y="169"/>
                  <a:pt x="45" y="169"/>
                  <a:pt x="43" y="169"/>
                </a:cubicBezTo>
                <a:cubicBezTo>
                  <a:pt x="41" y="169"/>
                  <a:pt x="38" y="168"/>
                  <a:pt x="33" y="166"/>
                </a:cubicBezTo>
                <a:cubicBezTo>
                  <a:pt x="27" y="164"/>
                  <a:pt x="23" y="163"/>
                  <a:pt x="19" y="162"/>
                </a:cubicBezTo>
                <a:cubicBezTo>
                  <a:pt x="18" y="162"/>
                  <a:pt x="16" y="162"/>
                  <a:pt x="14" y="161"/>
                </a:cubicBezTo>
                <a:cubicBezTo>
                  <a:pt x="12" y="161"/>
                  <a:pt x="10" y="161"/>
                  <a:pt x="9" y="160"/>
                </a:cubicBezTo>
                <a:cubicBezTo>
                  <a:pt x="8" y="160"/>
                  <a:pt x="7" y="160"/>
                  <a:pt x="6" y="160"/>
                </a:cubicBezTo>
                <a:cubicBezTo>
                  <a:pt x="4" y="159"/>
                  <a:pt x="3" y="159"/>
                  <a:pt x="2" y="158"/>
                </a:cubicBezTo>
                <a:cubicBezTo>
                  <a:pt x="2" y="158"/>
                  <a:pt x="1" y="157"/>
                  <a:pt x="1" y="156"/>
                </a:cubicBezTo>
                <a:cubicBezTo>
                  <a:pt x="0" y="155"/>
                  <a:pt x="0" y="153"/>
                  <a:pt x="1" y="150"/>
                </a:cubicBezTo>
                <a:cubicBezTo>
                  <a:pt x="3" y="147"/>
                  <a:pt x="3" y="146"/>
                  <a:pt x="3" y="145"/>
                </a:cubicBezTo>
                <a:cubicBezTo>
                  <a:pt x="3" y="144"/>
                  <a:pt x="3" y="143"/>
                  <a:pt x="3" y="141"/>
                </a:cubicBezTo>
                <a:cubicBezTo>
                  <a:pt x="2" y="140"/>
                  <a:pt x="2" y="138"/>
                  <a:pt x="2" y="137"/>
                </a:cubicBezTo>
                <a:cubicBezTo>
                  <a:pt x="2" y="136"/>
                  <a:pt x="1" y="135"/>
                  <a:pt x="1" y="134"/>
                </a:cubicBezTo>
                <a:cubicBezTo>
                  <a:pt x="1" y="132"/>
                  <a:pt x="2" y="132"/>
                  <a:pt x="2" y="131"/>
                </a:cubicBezTo>
                <a:cubicBezTo>
                  <a:pt x="3" y="130"/>
                  <a:pt x="5" y="130"/>
                  <a:pt x="8" y="130"/>
                </a:cubicBezTo>
                <a:cubicBezTo>
                  <a:pt x="11" y="130"/>
                  <a:pt x="12" y="129"/>
                  <a:pt x="13" y="129"/>
                </a:cubicBezTo>
                <a:cubicBezTo>
                  <a:pt x="15" y="127"/>
                  <a:pt x="17" y="126"/>
                  <a:pt x="17" y="125"/>
                </a:cubicBezTo>
                <a:cubicBezTo>
                  <a:pt x="18" y="124"/>
                  <a:pt x="19" y="123"/>
                  <a:pt x="19" y="120"/>
                </a:cubicBezTo>
                <a:cubicBezTo>
                  <a:pt x="20" y="125"/>
                  <a:pt x="19" y="128"/>
                  <a:pt x="16" y="130"/>
                </a:cubicBezTo>
                <a:cubicBezTo>
                  <a:pt x="14" y="132"/>
                  <a:pt x="11" y="132"/>
                  <a:pt x="8" y="132"/>
                </a:cubicBezTo>
                <a:cubicBezTo>
                  <a:pt x="6" y="132"/>
                  <a:pt x="4" y="132"/>
                  <a:pt x="4" y="133"/>
                </a:cubicBezTo>
                <a:cubicBezTo>
                  <a:pt x="3" y="134"/>
                  <a:pt x="3" y="136"/>
                  <a:pt x="4" y="138"/>
                </a:cubicBezTo>
                <a:cubicBezTo>
                  <a:pt x="4" y="139"/>
                  <a:pt x="5" y="139"/>
                  <a:pt x="5" y="140"/>
                </a:cubicBezTo>
                <a:cubicBezTo>
                  <a:pt x="5" y="141"/>
                  <a:pt x="6" y="141"/>
                  <a:pt x="6" y="142"/>
                </a:cubicBezTo>
                <a:cubicBezTo>
                  <a:pt x="6" y="142"/>
                  <a:pt x="6" y="143"/>
                  <a:pt x="6" y="143"/>
                </a:cubicBezTo>
                <a:cubicBezTo>
                  <a:pt x="6" y="144"/>
                  <a:pt x="6" y="145"/>
                  <a:pt x="6" y="145"/>
                </a:cubicBezTo>
                <a:cubicBezTo>
                  <a:pt x="6" y="146"/>
                  <a:pt x="6" y="148"/>
                  <a:pt x="5" y="150"/>
                </a:cubicBezTo>
                <a:cubicBezTo>
                  <a:pt x="4" y="152"/>
                  <a:pt x="3" y="154"/>
                  <a:pt x="3" y="155"/>
                </a:cubicBezTo>
                <a:cubicBezTo>
                  <a:pt x="3" y="156"/>
                  <a:pt x="5" y="156"/>
                  <a:pt x="7" y="157"/>
                </a:cubicBezTo>
                <a:cubicBezTo>
                  <a:pt x="8" y="157"/>
                  <a:pt x="11" y="158"/>
                  <a:pt x="15" y="159"/>
                </a:cubicBezTo>
                <a:cubicBezTo>
                  <a:pt x="19" y="160"/>
                  <a:pt x="22" y="160"/>
                  <a:pt x="24" y="161"/>
                </a:cubicBezTo>
                <a:cubicBezTo>
                  <a:pt x="26" y="161"/>
                  <a:pt x="28" y="162"/>
                  <a:pt x="31" y="163"/>
                </a:cubicBezTo>
                <a:cubicBezTo>
                  <a:pt x="34" y="164"/>
                  <a:pt x="37" y="164"/>
                  <a:pt x="39" y="165"/>
                </a:cubicBezTo>
                <a:cubicBezTo>
                  <a:pt x="41" y="165"/>
                  <a:pt x="43" y="165"/>
                  <a:pt x="44" y="165"/>
                </a:cubicBezTo>
                <a:cubicBezTo>
                  <a:pt x="47" y="165"/>
                  <a:pt x="49" y="164"/>
                  <a:pt x="50" y="163"/>
                </a:cubicBezTo>
                <a:cubicBezTo>
                  <a:pt x="52" y="161"/>
                  <a:pt x="52" y="160"/>
                  <a:pt x="52" y="158"/>
                </a:cubicBezTo>
                <a:cubicBezTo>
                  <a:pt x="53" y="156"/>
                  <a:pt x="52" y="155"/>
                  <a:pt x="52" y="153"/>
                </a:cubicBezTo>
                <a:cubicBezTo>
                  <a:pt x="51" y="151"/>
                  <a:pt x="51" y="149"/>
                  <a:pt x="50" y="148"/>
                </a:cubicBezTo>
                <a:cubicBezTo>
                  <a:pt x="49" y="146"/>
                  <a:pt x="49" y="145"/>
                  <a:pt x="48" y="144"/>
                </a:cubicBezTo>
                <a:cubicBezTo>
                  <a:pt x="40" y="132"/>
                  <a:pt x="35" y="125"/>
                  <a:pt x="32" y="121"/>
                </a:cubicBezTo>
                <a:cubicBezTo>
                  <a:pt x="28" y="117"/>
                  <a:pt x="24" y="115"/>
                  <a:pt x="21" y="118"/>
                </a:cubicBezTo>
                <a:cubicBezTo>
                  <a:pt x="21" y="118"/>
                  <a:pt x="20" y="118"/>
                  <a:pt x="20" y="116"/>
                </a:cubicBezTo>
                <a:cubicBezTo>
                  <a:pt x="20" y="115"/>
                  <a:pt x="20" y="114"/>
                  <a:pt x="20" y="113"/>
                </a:cubicBezTo>
                <a:cubicBezTo>
                  <a:pt x="20" y="111"/>
                  <a:pt x="20" y="109"/>
                  <a:pt x="21" y="108"/>
                </a:cubicBezTo>
                <a:cubicBezTo>
                  <a:pt x="21" y="106"/>
                  <a:pt x="22" y="105"/>
                  <a:pt x="23" y="103"/>
                </a:cubicBezTo>
                <a:cubicBezTo>
                  <a:pt x="24" y="102"/>
                  <a:pt x="25" y="100"/>
                  <a:pt x="25" y="99"/>
                </a:cubicBezTo>
                <a:cubicBezTo>
                  <a:pt x="26" y="98"/>
                  <a:pt x="26" y="96"/>
                  <a:pt x="28" y="92"/>
                </a:cubicBezTo>
                <a:cubicBezTo>
                  <a:pt x="29" y="89"/>
                  <a:pt x="30" y="87"/>
                  <a:pt x="30" y="85"/>
                </a:cubicBezTo>
                <a:cubicBezTo>
                  <a:pt x="31" y="83"/>
                  <a:pt x="32" y="81"/>
                  <a:pt x="33" y="79"/>
                </a:cubicBezTo>
                <a:cubicBezTo>
                  <a:pt x="34" y="77"/>
                  <a:pt x="36" y="75"/>
                  <a:pt x="37" y="74"/>
                </a:cubicBezTo>
                <a:cubicBezTo>
                  <a:pt x="44" y="65"/>
                  <a:pt x="48" y="59"/>
                  <a:pt x="49" y="56"/>
                </a:cubicBezTo>
                <a:cubicBezTo>
                  <a:pt x="48" y="49"/>
                  <a:pt x="47" y="39"/>
                  <a:pt x="47" y="26"/>
                </a:cubicBezTo>
                <a:cubicBezTo>
                  <a:pt x="47" y="21"/>
                  <a:pt x="48" y="16"/>
                  <a:pt x="49" y="12"/>
                </a:cubicBezTo>
                <a:cubicBezTo>
                  <a:pt x="51" y="8"/>
                  <a:pt x="54" y="5"/>
                  <a:pt x="59" y="2"/>
                </a:cubicBezTo>
                <a:cubicBezTo>
                  <a:pt x="62" y="1"/>
                  <a:pt x="65" y="0"/>
                  <a:pt x="69" y="0"/>
                </a:cubicBezTo>
                <a:cubicBezTo>
                  <a:pt x="73" y="0"/>
                  <a:pt x="76" y="1"/>
                  <a:pt x="79" y="1"/>
                </a:cubicBezTo>
                <a:cubicBezTo>
                  <a:pt x="83" y="2"/>
                  <a:pt x="85" y="4"/>
                  <a:pt x="88" y="5"/>
                </a:cubicBezTo>
                <a:cubicBezTo>
                  <a:pt x="91" y="8"/>
                  <a:pt x="94" y="12"/>
                  <a:pt x="96" y="17"/>
                </a:cubicBezTo>
                <a:cubicBezTo>
                  <a:pt x="99" y="22"/>
                  <a:pt x="99" y="27"/>
                  <a:pt x="99" y="31"/>
                </a:cubicBezTo>
                <a:cubicBezTo>
                  <a:pt x="99" y="37"/>
                  <a:pt x="100" y="44"/>
                  <a:pt x="102" y="51"/>
                </a:cubicBezTo>
                <a:cubicBezTo>
                  <a:pt x="104" y="58"/>
                  <a:pt x="108" y="65"/>
                  <a:pt x="115" y="72"/>
                </a:cubicBezTo>
                <a:cubicBezTo>
                  <a:pt x="118" y="75"/>
                  <a:pt x="121" y="81"/>
                  <a:pt x="124" y="87"/>
                </a:cubicBezTo>
                <a:cubicBezTo>
                  <a:pt x="127" y="94"/>
                  <a:pt x="129" y="100"/>
                  <a:pt x="130" y="105"/>
                </a:cubicBezTo>
                <a:cubicBezTo>
                  <a:pt x="130" y="108"/>
                  <a:pt x="130" y="111"/>
                  <a:pt x="130" y="113"/>
                </a:cubicBezTo>
                <a:cubicBezTo>
                  <a:pt x="130" y="115"/>
                  <a:pt x="129" y="117"/>
                  <a:pt x="129" y="118"/>
                </a:cubicBezTo>
                <a:cubicBezTo>
                  <a:pt x="128" y="120"/>
                  <a:pt x="128" y="120"/>
                  <a:pt x="127" y="120"/>
                </a:cubicBezTo>
                <a:cubicBezTo>
                  <a:pt x="126" y="121"/>
                  <a:pt x="126" y="121"/>
                  <a:pt x="125" y="122"/>
                </a:cubicBezTo>
                <a:cubicBezTo>
                  <a:pt x="124" y="123"/>
                  <a:pt x="123" y="124"/>
                  <a:pt x="122" y="126"/>
                </a:cubicBezTo>
                <a:cubicBezTo>
                  <a:pt x="121" y="127"/>
                  <a:pt x="120" y="128"/>
                  <a:pt x="118" y="129"/>
                </a:cubicBezTo>
                <a:cubicBezTo>
                  <a:pt x="117" y="130"/>
                  <a:pt x="115" y="130"/>
                  <a:pt x="113" y="130"/>
                </a:cubicBezTo>
                <a:cubicBezTo>
                  <a:pt x="112" y="130"/>
                  <a:pt x="111" y="130"/>
                  <a:pt x="110" y="130"/>
                </a:cubicBezTo>
                <a:cubicBezTo>
                  <a:pt x="109" y="129"/>
                  <a:pt x="108" y="129"/>
                  <a:pt x="108" y="128"/>
                </a:cubicBezTo>
                <a:cubicBezTo>
                  <a:pt x="107" y="128"/>
                  <a:pt x="107" y="127"/>
                  <a:pt x="106" y="127"/>
                </a:cubicBezTo>
                <a:cubicBezTo>
                  <a:pt x="106" y="127"/>
                  <a:pt x="106" y="126"/>
                  <a:pt x="105" y="125"/>
                </a:cubicBezTo>
                <a:cubicBezTo>
                  <a:pt x="105" y="124"/>
                  <a:pt x="104" y="123"/>
                  <a:pt x="104" y="123"/>
                </a:cubicBezTo>
                <a:cubicBezTo>
                  <a:pt x="103" y="121"/>
                  <a:pt x="102" y="120"/>
                  <a:pt x="100" y="120"/>
                </a:cubicBezTo>
                <a:cubicBezTo>
                  <a:pt x="99" y="121"/>
                  <a:pt x="98" y="122"/>
                  <a:pt x="98" y="125"/>
                </a:cubicBezTo>
                <a:cubicBezTo>
                  <a:pt x="97" y="128"/>
                  <a:pt x="97" y="131"/>
                  <a:pt x="98" y="134"/>
                </a:cubicBezTo>
                <a:cubicBezTo>
                  <a:pt x="100" y="139"/>
                  <a:pt x="100" y="145"/>
                  <a:pt x="99" y="153"/>
                </a:cubicBezTo>
                <a:cubicBezTo>
                  <a:pt x="98" y="157"/>
                  <a:pt x="99" y="160"/>
                  <a:pt x="100" y="162"/>
                </a:cubicBezTo>
                <a:cubicBezTo>
                  <a:pt x="102" y="164"/>
                  <a:pt x="104" y="165"/>
                  <a:pt x="107" y="165"/>
                </a:cubicBezTo>
                <a:cubicBezTo>
                  <a:pt x="110" y="165"/>
                  <a:pt x="113" y="164"/>
                  <a:pt x="115" y="162"/>
                </a:cubicBezTo>
                <a:cubicBezTo>
                  <a:pt x="119" y="159"/>
                  <a:pt x="122" y="157"/>
                  <a:pt x="124" y="156"/>
                </a:cubicBezTo>
                <a:cubicBezTo>
                  <a:pt x="126" y="154"/>
                  <a:pt x="129" y="153"/>
                  <a:pt x="133" y="151"/>
                </a:cubicBezTo>
                <a:cubicBezTo>
                  <a:pt x="137" y="150"/>
                  <a:pt x="139" y="149"/>
                  <a:pt x="141" y="148"/>
                </a:cubicBezTo>
                <a:cubicBezTo>
                  <a:pt x="142" y="147"/>
                  <a:pt x="143" y="146"/>
                  <a:pt x="142" y="145"/>
                </a:cubicBezTo>
                <a:cubicBezTo>
                  <a:pt x="142" y="144"/>
                  <a:pt x="141" y="143"/>
                  <a:pt x="140" y="142"/>
                </a:cubicBezTo>
                <a:cubicBezTo>
                  <a:pt x="139" y="141"/>
                  <a:pt x="137" y="141"/>
                  <a:pt x="135" y="140"/>
                </a:cubicBezTo>
                <a:cubicBezTo>
                  <a:pt x="133" y="139"/>
                  <a:pt x="132" y="138"/>
                  <a:pt x="131" y="135"/>
                </a:cubicBezTo>
                <a:cubicBezTo>
                  <a:pt x="130" y="133"/>
                  <a:pt x="129" y="131"/>
                  <a:pt x="129" y="128"/>
                </a:cubicBezTo>
                <a:cubicBezTo>
                  <a:pt x="129" y="126"/>
                  <a:pt x="130" y="125"/>
                  <a:pt x="131" y="124"/>
                </a:cubicBezTo>
                <a:cubicBezTo>
                  <a:pt x="131" y="126"/>
                  <a:pt x="131" y="128"/>
                  <a:pt x="131" y="129"/>
                </a:cubicBezTo>
                <a:cubicBezTo>
                  <a:pt x="132" y="131"/>
                  <a:pt x="132" y="132"/>
                  <a:pt x="133" y="133"/>
                </a:cubicBezTo>
                <a:cubicBezTo>
                  <a:pt x="133" y="134"/>
                  <a:pt x="134" y="135"/>
                  <a:pt x="135" y="136"/>
                </a:cubicBezTo>
                <a:cubicBezTo>
                  <a:pt x="136" y="137"/>
                  <a:pt x="136" y="137"/>
                  <a:pt x="137" y="138"/>
                </a:cubicBezTo>
                <a:cubicBezTo>
                  <a:pt x="137" y="138"/>
                  <a:pt x="138" y="138"/>
                  <a:pt x="139" y="139"/>
                </a:cubicBezTo>
                <a:cubicBezTo>
                  <a:pt x="140" y="139"/>
                  <a:pt x="140" y="140"/>
                  <a:pt x="140" y="140"/>
                </a:cubicBezTo>
                <a:close/>
                <a:moveTo>
                  <a:pt x="118" y="115"/>
                </a:moveTo>
                <a:cubicBezTo>
                  <a:pt x="118" y="114"/>
                  <a:pt x="117" y="112"/>
                  <a:pt x="113" y="111"/>
                </a:cubicBezTo>
                <a:cubicBezTo>
                  <a:pt x="113" y="110"/>
                  <a:pt x="114" y="109"/>
                  <a:pt x="114" y="108"/>
                </a:cubicBezTo>
                <a:cubicBezTo>
                  <a:pt x="114" y="107"/>
                  <a:pt x="114" y="107"/>
                  <a:pt x="114" y="106"/>
                </a:cubicBezTo>
                <a:cubicBezTo>
                  <a:pt x="114" y="105"/>
                  <a:pt x="115" y="104"/>
                  <a:pt x="115" y="104"/>
                </a:cubicBezTo>
                <a:cubicBezTo>
                  <a:pt x="115" y="103"/>
                  <a:pt x="115" y="102"/>
                  <a:pt x="115" y="102"/>
                </a:cubicBezTo>
                <a:cubicBezTo>
                  <a:pt x="115" y="101"/>
                  <a:pt x="115" y="100"/>
                  <a:pt x="115" y="100"/>
                </a:cubicBezTo>
                <a:cubicBezTo>
                  <a:pt x="115" y="99"/>
                  <a:pt x="114" y="99"/>
                  <a:pt x="114" y="98"/>
                </a:cubicBezTo>
                <a:cubicBezTo>
                  <a:pt x="114" y="97"/>
                  <a:pt x="114" y="96"/>
                  <a:pt x="114" y="96"/>
                </a:cubicBezTo>
                <a:cubicBezTo>
                  <a:pt x="114" y="95"/>
                  <a:pt x="114" y="95"/>
                  <a:pt x="113" y="93"/>
                </a:cubicBezTo>
                <a:cubicBezTo>
                  <a:pt x="113" y="92"/>
                  <a:pt x="113" y="91"/>
                  <a:pt x="113" y="91"/>
                </a:cubicBezTo>
                <a:cubicBezTo>
                  <a:pt x="112" y="88"/>
                  <a:pt x="111" y="85"/>
                  <a:pt x="108" y="81"/>
                </a:cubicBezTo>
                <a:cubicBezTo>
                  <a:pt x="106" y="78"/>
                  <a:pt x="104" y="75"/>
                  <a:pt x="102" y="74"/>
                </a:cubicBezTo>
                <a:cubicBezTo>
                  <a:pt x="103" y="75"/>
                  <a:pt x="105" y="78"/>
                  <a:pt x="107" y="82"/>
                </a:cubicBezTo>
                <a:cubicBezTo>
                  <a:pt x="112" y="92"/>
                  <a:pt x="114" y="101"/>
                  <a:pt x="112" y="108"/>
                </a:cubicBezTo>
                <a:cubicBezTo>
                  <a:pt x="111" y="111"/>
                  <a:pt x="110" y="112"/>
                  <a:pt x="107" y="112"/>
                </a:cubicBezTo>
                <a:cubicBezTo>
                  <a:pt x="105" y="112"/>
                  <a:pt x="104" y="112"/>
                  <a:pt x="104" y="110"/>
                </a:cubicBezTo>
                <a:cubicBezTo>
                  <a:pt x="103" y="109"/>
                  <a:pt x="103" y="106"/>
                  <a:pt x="103" y="102"/>
                </a:cubicBezTo>
                <a:cubicBezTo>
                  <a:pt x="103" y="99"/>
                  <a:pt x="103" y="95"/>
                  <a:pt x="102" y="92"/>
                </a:cubicBezTo>
                <a:cubicBezTo>
                  <a:pt x="101" y="90"/>
                  <a:pt x="101" y="88"/>
                  <a:pt x="100" y="86"/>
                </a:cubicBezTo>
                <a:cubicBezTo>
                  <a:pt x="99" y="84"/>
                  <a:pt x="99" y="82"/>
                  <a:pt x="98" y="81"/>
                </a:cubicBezTo>
                <a:cubicBezTo>
                  <a:pt x="98" y="80"/>
                  <a:pt x="97" y="80"/>
                  <a:pt x="97" y="79"/>
                </a:cubicBezTo>
                <a:cubicBezTo>
                  <a:pt x="96" y="79"/>
                  <a:pt x="96" y="78"/>
                  <a:pt x="96" y="78"/>
                </a:cubicBezTo>
                <a:cubicBezTo>
                  <a:pt x="95" y="77"/>
                  <a:pt x="95" y="77"/>
                  <a:pt x="95" y="77"/>
                </a:cubicBezTo>
                <a:cubicBezTo>
                  <a:pt x="94" y="73"/>
                  <a:pt x="93" y="70"/>
                  <a:pt x="92" y="67"/>
                </a:cubicBezTo>
                <a:cubicBezTo>
                  <a:pt x="91" y="65"/>
                  <a:pt x="90" y="63"/>
                  <a:pt x="89" y="62"/>
                </a:cubicBezTo>
                <a:cubicBezTo>
                  <a:pt x="88" y="61"/>
                  <a:pt x="88" y="60"/>
                  <a:pt x="87" y="59"/>
                </a:cubicBezTo>
                <a:cubicBezTo>
                  <a:pt x="86" y="58"/>
                  <a:pt x="86" y="57"/>
                  <a:pt x="85" y="55"/>
                </a:cubicBezTo>
                <a:cubicBezTo>
                  <a:pt x="85" y="54"/>
                  <a:pt x="85" y="52"/>
                  <a:pt x="86" y="50"/>
                </a:cubicBezTo>
                <a:cubicBezTo>
                  <a:pt x="87" y="48"/>
                  <a:pt x="87" y="46"/>
                  <a:pt x="86" y="45"/>
                </a:cubicBezTo>
                <a:cubicBezTo>
                  <a:pt x="86" y="44"/>
                  <a:pt x="85" y="44"/>
                  <a:pt x="82" y="43"/>
                </a:cubicBezTo>
                <a:cubicBezTo>
                  <a:pt x="81" y="43"/>
                  <a:pt x="80" y="42"/>
                  <a:pt x="78" y="41"/>
                </a:cubicBezTo>
                <a:cubicBezTo>
                  <a:pt x="76" y="40"/>
                  <a:pt x="75" y="40"/>
                  <a:pt x="75" y="40"/>
                </a:cubicBezTo>
                <a:cubicBezTo>
                  <a:pt x="74" y="40"/>
                  <a:pt x="74" y="39"/>
                  <a:pt x="74" y="37"/>
                </a:cubicBezTo>
                <a:cubicBezTo>
                  <a:pt x="73" y="36"/>
                  <a:pt x="74" y="34"/>
                  <a:pt x="74" y="33"/>
                </a:cubicBezTo>
                <a:cubicBezTo>
                  <a:pt x="75" y="31"/>
                  <a:pt x="76" y="30"/>
                  <a:pt x="78" y="30"/>
                </a:cubicBezTo>
                <a:cubicBezTo>
                  <a:pt x="80" y="30"/>
                  <a:pt x="82" y="31"/>
                  <a:pt x="83" y="33"/>
                </a:cubicBezTo>
                <a:cubicBezTo>
                  <a:pt x="83" y="35"/>
                  <a:pt x="84" y="37"/>
                  <a:pt x="83" y="38"/>
                </a:cubicBezTo>
                <a:cubicBezTo>
                  <a:pt x="82" y="40"/>
                  <a:pt x="82" y="40"/>
                  <a:pt x="83" y="41"/>
                </a:cubicBezTo>
                <a:cubicBezTo>
                  <a:pt x="83" y="41"/>
                  <a:pt x="84" y="41"/>
                  <a:pt x="86" y="41"/>
                </a:cubicBezTo>
                <a:cubicBezTo>
                  <a:pt x="86" y="41"/>
                  <a:pt x="87" y="39"/>
                  <a:pt x="87" y="37"/>
                </a:cubicBezTo>
                <a:cubicBezTo>
                  <a:pt x="87" y="35"/>
                  <a:pt x="87" y="34"/>
                  <a:pt x="87" y="34"/>
                </a:cubicBezTo>
                <a:cubicBezTo>
                  <a:pt x="87" y="32"/>
                  <a:pt x="86" y="30"/>
                  <a:pt x="86" y="29"/>
                </a:cubicBezTo>
                <a:cubicBezTo>
                  <a:pt x="85" y="28"/>
                  <a:pt x="84" y="27"/>
                  <a:pt x="84" y="26"/>
                </a:cubicBezTo>
                <a:cubicBezTo>
                  <a:pt x="83" y="26"/>
                  <a:pt x="82" y="25"/>
                  <a:pt x="81" y="25"/>
                </a:cubicBezTo>
                <a:cubicBezTo>
                  <a:pt x="81" y="25"/>
                  <a:pt x="80" y="24"/>
                  <a:pt x="79" y="24"/>
                </a:cubicBezTo>
                <a:cubicBezTo>
                  <a:pt x="72" y="25"/>
                  <a:pt x="69" y="29"/>
                  <a:pt x="70" y="37"/>
                </a:cubicBezTo>
                <a:cubicBezTo>
                  <a:pt x="70" y="38"/>
                  <a:pt x="70" y="38"/>
                  <a:pt x="70" y="38"/>
                </a:cubicBezTo>
                <a:cubicBezTo>
                  <a:pt x="70" y="38"/>
                  <a:pt x="69" y="37"/>
                  <a:pt x="68" y="37"/>
                </a:cubicBezTo>
                <a:cubicBezTo>
                  <a:pt x="66" y="37"/>
                  <a:pt x="65" y="37"/>
                  <a:pt x="64" y="37"/>
                </a:cubicBezTo>
                <a:cubicBezTo>
                  <a:pt x="64" y="37"/>
                  <a:pt x="63" y="37"/>
                  <a:pt x="63" y="37"/>
                </a:cubicBezTo>
                <a:cubicBezTo>
                  <a:pt x="63" y="33"/>
                  <a:pt x="62" y="30"/>
                  <a:pt x="61" y="28"/>
                </a:cubicBezTo>
                <a:cubicBezTo>
                  <a:pt x="60" y="26"/>
                  <a:pt x="59" y="25"/>
                  <a:pt x="57" y="25"/>
                </a:cubicBezTo>
                <a:cubicBezTo>
                  <a:pt x="55" y="25"/>
                  <a:pt x="54" y="26"/>
                  <a:pt x="53" y="28"/>
                </a:cubicBezTo>
                <a:cubicBezTo>
                  <a:pt x="52" y="30"/>
                  <a:pt x="52" y="31"/>
                  <a:pt x="52" y="33"/>
                </a:cubicBezTo>
                <a:cubicBezTo>
                  <a:pt x="52" y="34"/>
                  <a:pt x="52" y="36"/>
                  <a:pt x="52" y="37"/>
                </a:cubicBezTo>
                <a:cubicBezTo>
                  <a:pt x="52" y="38"/>
                  <a:pt x="53" y="39"/>
                  <a:pt x="53" y="40"/>
                </a:cubicBezTo>
                <a:cubicBezTo>
                  <a:pt x="54" y="41"/>
                  <a:pt x="54" y="42"/>
                  <a:pt x="55" y="42"/>
                </a:cubicBezTo>
                <a:cubicBezTo>
                  <a:pt x="55" y="42"/>
                  <a:pt x="56" y="41"/>
                  <a:pt x="56" y="40"/>
                </a:cubicBezTo>
                <a:cubicBezTo>
                  <a:pt x="56" y="40"/>
                  <a:pt x="56" y="40"/>
                  <a:pt x="56" y="40"/>
                </a:cubicBezTo>
                <a:cubicBezTo>
                  <a:pt x="55" y="40"/>
                  <a:pt x="55" y="39"/>
                  <a:pt x="54" y="38"/>
                </a:cubicBezTo>
                <a:cubicBezTo>
                  <a:pt x="54" y="37"/>
                  <a:pt x="53" y="36"/>
                  <a:pt x="53" y="35"/>
                </a:cubicBezTo>
                <a:cubicBezTo>
                  <a:pt x="53" y="34"/>
                  <a:pt x="53" y="33"/>
                  <a:pt x="54" y="32"/>
                </a:cubicBezTo>
                <a:cubicBezTo>
                  <a:pt x="55" y="31"/>
                  <a:pt x="56" y="30"/>
                  <a:pt x="57" y="30"/>
                </a:cubicBezTo>
                <a:cubicBezTo>
                  <a:pt x="58" y="30"/>
                  <a:pt x="59" y="31"/>
                  <a:pt x="60" y="32"/>
                </a:cubicBezTo>
                <a:cubicBezTo>
                  <a:pt x="60" y="34"/>
                  <a:pt x="61" y="35"/>
                  <a:pt x="61" y="36"/>
                </a:cubicBezTo>
                <a:cubicBezTo>
                  <a:pt x="61" y="37"/>
                  <a:pt x="61" y="38"/>
                  <a:pt x="61" y="38"/>
                </a:cubicBezTo>
                <a:cubicBezTo>
                  <a:pt x="59" y="39"/>
                  <a:pt x="58" y="40"/>
                  <a:pt x="58" y="41"/>
                </a:cubicBezTo>
                <a:cubicBezTo>
                  <a:pt x="57" y="42"/>
                  <a:pt x="56" y="42"/>
                  <a:pt x="55" y="43"/>
                </a:cubicBezTo>
                <a:cubicBezTo>
                  <a:pt x="54" y="44"/>
                  <a:pt x="53" y="44"/>
                  <a:pt x="53" y="44"/>
                </a:cubicBezTo>
                <a:cubicBezTo>
                  <a:pt x="52" y="45"/>
                  <a:pt x="52" y="46"/>
                  <a:pt x="52" y="47"/>
                </a:cubicBezTo>
                <a:cubicBezTo>
                  <a:pt x="51" y="48"/>
                  <a:pt x="52" y="48"/>
                  <a:pt x="52" y="48"/>
                </a:cubicBezTo>
                <a:cubicBezTo>
                  <a:pt x="53" y="49"/>
                  <a:pt x="54" y="50"/>
                  <a:pt x="55" y="50"/>
                </a:cubicBezTo>
                <a:cubicBezTo>
                  <a:pt x="55" y="51"/>
                  <a:pt x="56" y="52"/>
                  <a:pt x="56" y="52"/>
                </a:cubicBezTo>
                <a:cubicBezTo>
                  <a:pt x="57" y="53"/>
                  <a:pt x="57" y="53"/>
                  <a:pt x="58" y="53"/>
                </a:cubicBezTo>
                <a:cubicBezTo>
                  <a:pt x="59" y="54"/>
                  <a:pt x="60" y="54"/>
                  <a:pt x="61" y="54"/>
                </a:cubicBezTo>
                <a:cubicBezTo>
                  <a:pt x="64" y="54"/>
                  <a:pt x="68" y="54"/>
                  <a:pt x="71" y="52"/>
                </a:cubicBezTo>
                <a:cubicBezTo>
                  <a:pt x="71" y="52"/>
                  <a:pt x="72" y="52"/>
                  <a:pt x="73" y="52"/>
                </a:cubicBezTo>
                <a:cubicBezTo>
                  <a:pt x="74" y="51"/>
                  <a:pt x="76" y="51"/>
                  <a:pt x="76" y="51"/>
                </a:cubicBezTo>
                <a:cubicBezTo>
                  <a:pt x="77" y="51"/>
                  <a:pt x="78" y="50"/>
                  <a:pt x="79" y="50"/>
                </a:cubicBezTo>
                <a:cubicBezTo>
                  <a:pt x="80" y="49"/>
                  <a:pt x="81" y="49"/>
                  <a:pt x="81" y="48"/>
                </a:cubicBezTo>
                <a:cubicBezTo>
                  <a:pt x="82" y="47"/>
                  <a:pt x="82" y="47"/>
                  <a:pt x="83" y="47"/>
                </a:cubicBezTo>
                <a:cubicBezTo>
                  <a:pt x="83" y="47"/>
                  <a:pt x="84" y="48"/>
                  <a:pt x="84" y="48"/>
                </a:cubicBezTo>
                <a:cubicBezTo>
                  <a:pt x="84" y="48"/>
                  <a:pt x="84" y="49"/>
                  <a:pt x="83" y="49"/>
                </a:cubicBezTo>
                <a:cubicBezTo>
                  <a:pt x="83" y="50"/>
                  <a:pt x="83" y="50"/>
                  <a:pt x="82" y="50"/>
                </a:cubicBezTo>
                <a:cubicBezTo>
                  <a:pt x="81" y="50"/>
                  <a:pt x="79" y="51"/>
                  <a:pt x="76" y="52"/>
                </a:cubicBezTo>
                <a:cubicBezTo>
                  <a:pt x="74" y="53"/>
                  <a:pt x="73" y="54"/>
                  <a:pt x="72" y="54"/>
                </a:cubicBezTo>
                <a:cubicBezTo>
                  <a:pt x="69" y="55"/>
                  <a:pt x="67" y="56"/>
                  <a:pt x="66" y="56"/>
                </a:cubicBezTo>
                <a:cubicBezTo>
                  <a:pt x="64" y="56"/>
                  <a:pt x="62" y="56"/>
                  <a:pt x="58" y="56"/>
                </a:cubicBezTo>
                <a:cubicBezTo>
                  <a:pt x="57" y="56"/>
                  <a:pt x="57" y="56"/>
                  <a:pt x="57" y="56"/>
                </a:cubicBezTo>
                <a:cubicBezTo>
                  <a:pt x="57" y="56"/>
                  <a:pt x="58" y="57"/>
                  <a:pt x="59" y="58"/>
                </a:cubicBezTo>
                <a:cubicBezTo>
                  <a:pt x="60" y="59"/>
                  <a:pt x="63" y="60"/>
                  <a:pt x="65" y="60"/>
                </a:cubicBezTo>
                <a:cubicBezTo>
                  <a:pt x="66" y="60"/>
                  <a:pt x="67" y="60"/>
                  <a:pt x="69" y="59"/>
                </a:cubicBezTo>
                <a:cubicBezTo>
                  <a:pt x="70" y="59"/>
                  <a:pt x="71" y="58"/>
                  <a:pt x="72" y="58"/>
                </a:cubicBezTo>
                <a:cubicBezTo>
                  <a:pt x="73" y="57"/>
                  <a:pt x="74" y="57"/>
                  <a:pt x="75" y="56"/>
                </a:cubicBezTo>
                <a:cubicBezTo>
                  <a:pt x="76" y="56"/>
                  <a:pt x="77" y="55"/>
                  <a:pt x="78" y="55"/>
                </a:cubicBezTo>
                <a:cubicBezTo>
                  <a:pt x="79" y="54"/>
                  <a:pt x="80" y="54"/>
                  <a:pt x="80" y="54"/>
                </a:cubicBezTo>
                <a:cubicBezTo>
                  <a:pt x="81" y="53"/>
                  <a:pt x="82" y="53"/>
                  <a:pt x="82" y="53"/>
                </a:cubicBezTo>
                <a:cubicBezTo>
                  <a:pt x="82" y="53"/>
                  <a:pt x="83" y="54"/>
                  <a:pt x="83" y="54"/>
                </a:cubicBezTo>
                <a:cubicBezTo>
                  <a:pt x="83" y="55"/>
                  <a:pt x="83" y="55"/>
                  <a:pt x="83" y="55"/>
                </a:cubicBezTo>
                <a:cubicBezTo>
                  <a:pt x="83" y="55"/>
                  <a:pt x="82" y="55"/>
                  <a:pt x="82" y="55"/>
                </a:cubicBezTo>
                <a:cubicBezTo>
                  <a:pt x="82" y="55"/>
                  <a:pt x="82" y="56"/>
                  <a:pt x="82" y="56"/>
                </a:cubicBezTo>
                <a:cubicBezTo>
                  <a:pt x="82" y="56"/>
                  <a:pt x="81" y="56"/>
                  <a:pt x="81" y="56"/>
                </a:cubicBezTo>
                <a:cubicBezTo>
                  <a:pt x="81" y="56"/>
                  <a:pt x="80" y="57"/>
                  <a:pt x="80" y="57"/>
                </a:cubicBezTo>
                <a:cubicBezTo>
                  <a:pt x="80" y="57"/>
                  <a:pt x="80" y="57"/>
                  <a:pt x="79" y="57"/>
                </a:cubicBezTo>
                <a:cubicBezTo>
                  <a:pt x="79" y="57"/>
                  <a:pt x="78" y="57"/>
                  <a:pt x="78" y="58"/>
                </a:cubicBezTo>
                <a:cubicBezTo>
                  <a:pt x="76" y="58"/>
                  <a:pt x="74" y="60"/>
                  <a:pt x="72" y="62"/>
                </a:cubicBezTo>
                <a:cubicBezTo>
                  <a:pt x="69" y="64"/>
                  <a:pt x="67" y="65"/>
                  <a:pt x="66" y="66"/>
                </a:cubicBezTo>
                <a:cubicBezTo>
                  <a:pt x="64" y="67"/>
                  <a:pt x="62" y="67"/>
                  <a:pt x="61" y="66"/>
                </a:cubicBezTo>
                <a:cubicBezTo>
                  <a:pt x="60" y="65"/>
                  <a:pt x="58" y="63"/>
                  <a:pt x="55" y="59"/>
                </a:cubicBezTo>
                <a:cubicBezTo>
                  <a:pt x="54" y="57"/>
                  <a:pt x="53" y="56"/>
                  <a:pt x="53" y="57"/>
                </a:cubicBezTo>
                <a:cubicBezTo>
                  <a:pt x="53" y="57"/>
                  <a:pt x="53" y="57"/>
                  <a:pt x="53" y="58"/>
                </a:cubicBezTo>
                <a:cubicBezTo>
                  <a:pt x="53" y="59"/>
                  <a:pt x="52" y="61"/>
                  <a:pt x="51" y="63"/>
                </a:cubicBezTo>
                <a:cubicBezTo>
                  <a:pt x="50" y="65"/>
                  <a:pt x="49" y="67"/>
                  <a:pt x="48" y="68"/>
                </a:cubicBezTo>
                <a:cubicBezTo>
                  <a:pt x="47" y="70"/>
                  <a:pt x="47" y="72"/>
                  <a:pt x="46" y="74"/>
                </a:cubicBezTo>
                <a:cubicBezTo>
                  <a:pt x="46" y="76"/>
                  <a:pt x="46" y="78"/>
                  <a:pt x="47" y="80"/>
                </a:cubicBezTo>
                <a:cubicBezTo>
                  <a:pt x="46" y="80"/>
                  <a:pt x="44" y="83"/>
                  <a:pt x="42" y="88"/>
                </a:cubicBezTo>
                <a:cubicBezTo>
                  <a:pt x="39" y="94"/>
                  <a:pt x="38" y="98"/>
                  <a:pt x="37" y="102"/>
                </a:cubicBezTo>
                <a:cubicBezTo>
                  <a:pt x="37" y="103"/>
                  <a:pt x="37" y="105"/>
                  <a:pt x="37" y="108"/>
                </a:cubicBezTo>
                <a:cubicBezTo>
                  <a:pt x="37" y="111"/>
                  <a:pt x="37" y="113"/>
                  <a:pt x="36" y="114"/>
                </a:cubicBezTo>
                <a:cubicBezTo>
                  <a:pt x="36" y="115"/>
                  <a:pt x="35" y="115"/>
                  <a:pt x="34" y="114"/>
                </a:cubicBezTo>
                <a:cubicBezTo>
                  <a:pt x="32" y="112"/>
                  <a:pt x="30" y="109"/>
                  <a:pt x="30" y="105"/>
                </a:cubicBezTo>
                <a:cubicBezTo>
                  <a:pt x="30" y="103"/>
                  <a:pt x="30" y="102"/>
                  <a:pt x="31" y="100"/>
                </a:cubicBezTo>
                <a:cubicBezTo>
                  <a:pt x="31" y="99"/>
                  <a:pt x="31" y="98"/>
                  <a:pt x="30" y="98"/>
                </a:cubicBezTo>
                <a:cubicBezTo>
                  <a:pt x="30" y="99"/>
                  <a:pt x="30" y="99"/>
                  <a:pt x="30" y="99"/>
                </a:cubicBezTo>
                <a:cubicBezTo>
                  <a:pt x="28" y="103"/>
                  <a:pt x="28" y="108"/>
                  <a:pt x="31" y="114"/>
                </a:cubicBezTo>
                <a:cubicBezTo>
                  <a:pt x="31" y="115"/>
                  <a:pt x="32" y="116"/>
                  <a:pt x="33" y="117"/>
                </a:cubicBezTo>
                <a:cubicBezTo>
                  <a:pt x="35" y="118"/>
                  <a:pt x="35" y="119"/>
                  <a:pt x="36" y="119"/>
                </a:cubicBezTo>
                <a:cubicBezTo>
                  <a:pt x="37" y="120"/>
                  <a:pt x="40" y="123"/>
                  <a:pt x="46" y="127"/>
                </a:cubicBezTo>
                <a:cubicBezTo>
                  <a:pt x="51" y="132"/>
                  <a:pt x="54" y="134"/>
                  <a:pt x="54" y="135"/>
                </a:cubicBezTo>
                <a:cubicBezTo>
                  <a:pt x="55" y="136"/>
                  <a:pt x="56" y="137"/>
                  <a:pt x="56" y="138"/>
                </a:cubicBezTo>
                <a:cubicBezTo>
                  <a:pt x="56" y="140"/>
                  <a:pt x="56" y="141"/>
                  <a:pt x="55" y="142"/>
                </a:cubicBezTo>
                <a:cubicBezTo>
                  <a:pt x="54" y="144"/>
                  <a:pt x="52" y="144"/>
                  <a:pt x="50" y="144"/>
                </a:cubicBezTo>
                <a:cubicBezTo>
                  <a:pt x="51" y="145"/>
                  <a:pt x="52" y="147"/>
                  <a:pt x="53" y="149"/>
                </a:cubicBezTo>
                <a:cubicBezTo>
                  <a:pt x="54" y="151"/>
                  <a:pt x="55" y="152"/>
                  <a:pt x="56" y="154"/>
                </a:cubicBezTo>
                <a:cubicBezTo>
                  <a:pt x="56" y="155"/>
                  <a:pt x="56" y="158"/>
                  <a:pt x="56" y="160"/>
                </a:cubicBezTo>
                <a:cubicBezTo>
                  <a:pt x="59" y="159"/>
                  <a:pt x="60" y="156"/>
                  <a:pt x="57" y="152"/>
                </a:cubicBezTo>
                <a:cubicBezTo>
                  <a:pt x="57" y="151"/>
                  <a:pt x="56" y="151"/>
                  <a:pt x="56" y="150"/>
                </a:cubicBezTo>
                <a:cubicBezTo>
                  <a:pt x="56" y="150"/>
                  <a:pt x="55" y="149"/>
                  <a:pt x="55" y="149"/>
                </a:cubicBezTo>
                <a:cubicBezTo>
                  <a:pt x="55" y="149"/>
                  <a:pt x="55" y="149"/>
                  <a:pt x="55" y="149"/>
                </a:cubicBezTo>
                <a:cubicBezTo>
                  <a:pt x="55" y="148"/>
                  <a:pt x="56" y="148"/>
                  <a:pt x="56" y="148"/>
                </a:cubicBezTo>
                <a:cubicBezTo>
                  <a:pt x="57" y="147"/>
                  <a:pt x="57" y="147"/>
                  <a:pt x="58" y="148"/>
                </a:cubicBezTo>
                <a:cubicBezTo>
                  <a:pt x="61" y="151"/>
                  <a:pt x="66" y="152"/>
                  <a:pt x="74" y="151"/>
                </a:cubicBezTo>
                <a:cubicBezTo>
                  <a:pt x="82" y="150"/>
                  <a:pt x="88" y="148"/>
                  <a:pt x="91" y="143"/>
                </a:cubicBezTo>
                <a:cubicBezTo>
                  <a:pt x="92" y="141"/>
                  <a:pt x="93" y="140"/>
                  <a:pt x="94" y="140"/>
                </a:cubicBezTo>
                <a:cubicBezTo>
                  <a:pt x="95" y="141"/>
                  <a:pt x="95" y="142"/>
                  <a:pt x="95" y="145"/>
                </a:cubicBezTo>
                <a:cubicBezTo>
                  <a:pt x="95" y="147"/>
                  <a:pt x="94" y="150"/>
                  <a:pt x="93" y="154"/>
                </a:cubicBezTo>
                <a:cubicBezTo>
                  <a:pt x="92" y="155"/>
                  <a:pt x="92" y="156"/>
                  <a:pt x="92" y="157"/>
                </a:cubicBezTo>
                <a:cubicBezTo>
                  <a:pt x="92" y="158"/>
                  <a:pt x="93" y="159"/>
                  <a:pt x="94" y="159"/>
                </a:cubicBezTo>
                <a:cubicBezTo>
                  <a:pt x="94" y="158"/>
                  <a:pt x="95" y="155"/>
                  <a:pt x="96" y="152"/>
                </a:cubicBezTo>
                <a:cubicBezTo>
                  <a:pt x="96" y="148"/>
                  <a:pt x="97" y="145"/>
                  <a:pt x="97" y="143"/>
                </a:cubicBezTo>
                <a:cubicBezTo>
                  <a:pt x="97" y="142"/>
                  <a:pt x="97" y="139"/>
                  <a:pt x="96" y="136"/>
                </a:cubicBezTo>
                <a:cubicBezTo>
                  <a:pt x="96" y="133"/>
                  <a:pt x="95" y="130"/>
                  <a:pt x="96" y="127"/>
                </a:cubicBezTo>
                <a:cubicBezTo>
                  <a:pt x="96" y="124"/>
                  <a:pt x="96" y="122"/>
                  <a:pt x="98" y="120"/>
                </a:cubicBezTo>
                <a:cubicBezTo>
                  <a:pt x="99" y="119"/>
                  <a:pt x="100" y="119"/>
                  <a:pt x="103" y="119"/>
                </a:cubicBezTo>
                <a:cubicBezTo>
                  <a:pt x="103" y="116"/>
                  <a:pt x="104" y="115"/>
                  <a:pt x="106" y="114"/>
                </a:cubicBezTo>
                <a:cubicBezTo>
                  <a:pt x="108" y="113"/>
                  <a:pt x="110" y="112"/>
                  <a:pt x="113" y="113"/>
                </a:cubicBezTo>
                <a:cubicBezTo>
                  <a:pt x="115" y="113"/>
                  <a:pt x="117" y="114"/>
                  <a:pt x="118" y="115"/>
                </a:cubicBezTo>
                <a:close/>
                <a:moveTo>
                  <a:pt x="37" y="81"/>
                </a:moveTo>
                <a:cubicBezTo>
                  <a:pt x="37" y="81"/>
                  <a:pt x="37" y="81"/>
                  <a:pt x="37" y="81"/>
                </a:cubicBezTo>
                <a:cubicBezTo>
                  <a:pt x="37" y="81"/>
                  <a:pt x="37" y="82"/>
                  <a:pt x="37" y="82"/>
                </a:cubicBezTo>
                <a:cubicBezTo>
                  <a:pt x="36" y="83"/>
                  <a:pt x="36" y="83"/>
                  <a:pt x="36" y="84"/>
                </a:cubicBezTo>
                <a:cubicBezTo>
                  <a:pt x="36" y="84"/>
                  <a:pt x="35" y="84"/>
                  <a:pt x="35" y="85"/>
                </a:cubicBezTo>
                <a:cubicBezTo>
                  <a:pt x="35" y="85"/>
                  <a:pt x="35" y="86"/>
                  <a:pt x="35" y="86"/>
                </a:cubicBezTo>
                <a:cubicBezTo>
                  <a:pt x="35" y="86"/>
                  <a:pt x="36" y="86"/>
                  <a:pt x="36" y="85"/>
                </a:cubicBezTo>
                <a:cubicBezTo>
                  <a:pt x="37" y="85"/>
                  <a:pt x="37" y="84"/>
                  <a:pt x="37" y="84"/>
                </a:cubicBezTo>
                <a:cubicBezTo>
                  <a:pt x="37" y="83"/>
                  <a:pt x="37" y="83"/>
                  <a:pt x="37" y="83"/>
                </a:cubicBezTo>
                <a:cubicBezTo>
                  <a:pt x="38" y="83"/>
                  <a:pt x="38" y="82"/>
                  <a:pt x="38" y="82"/>
                </a:cubicBezTo>
                <a:cubicBezTo>
                  <a:pt x="38" y="82"/>
                  <a:pt x="38" y="82"/>
                  <a:pt x="38" y="82"/>
                </a:cubicBezTo>
                <a:cubicBezTo>
                  <a:pt x="38" y="82"/>
                  <a:pt x="38" y="82"/>
                  <a:pt x="38" y="81"/>
                </a:cubicBezTo>
                <a:cubicBezTo>
                  <a:pt x="38" y="81"/>
                  <a:pt x="38" y="81"/>
                  <a:pt x="38" y="81"/>
                </a:cubicBezTo>
                <a:cubicBezTo>
                  <a:pt x="38" y="81"/>
                  <a:pt x="38" y="81"/>
                  <a:pt x="38" y="81"/>
                </a:cubicBezTo>
                <a:cubicBezTo>
                  <a:pt x="38" y="81"/>
                  <a:pt x="38" y="81"/>
                  <a:pt x="37" y="81"/>
                </a:cubicBezTo>
                <a:close/>
                <a:moveTo>
                  <a:pt x="59" y="37"/>
                </a:moveTo>
                <a:cubicBezTo>
                  <a:pt x="59" y="35"/>
                  <a:pt x="59" y="34"/>
                  <a:pt x="59" y="34"/>
                </a:cubicBezTo>
                <a:cubicBezTo>
                  <a:pt x="58" y="33"/>
                  <a:pt x="58" y="32"/>
                  <a:pt x="58" y="32"/>
                </a:cubicBezTo>
                <a:cubicBezTo>
                  <a:pt x="57" y="32"/>
                  <a:pt x="57" y="32"/>
                  <a:pt x="57" y="33"/>
                </a:cubicBezTo>
                <a:cubicBezTo>
                  <a:pt x="57" y="33"/>
                  <a:pt x="57" y="33"/>
                  <a:pt x="57" y="33"/>
                </a:cubicBezTo>
                <a:cubicBezTo>
                  <a:pt x="58" y="33"/>
                  <a:pt x="58" y="34"/>
                  <a:pt x="58" y="35"/>
                </a:cubicBezTo>
                <a:cubicBezTo>
                  <a:pt x="58" y="36"/>
                  <a:pt x="58" y="37"/>
                  <a:pt x="59" y="37"/>
                </a:cubicBezTo>
                <a:cubicBezTo>
                  <a:pt x="59" y="37"/>
                  <a:pt x="59" y="37"/>
                  <a:pt x="59" y="37"/>
                </a:cubicBezTo>
                <a:close/>
                <a:moveTo>
                  <a:pt x="62" y="39"/>
                </a:moveTo>
                <a:cubicBezTo>
                  <a:pt x="62" y="39"/>
                  <a:pt x="61" y="39"/>
                  <a:pt x="61" y="40"/>
                </a:cubicBezTo>
                <a:cubicBezTo>
                  <a:pt x="61" y="41"/>
                  <a:pt x="60" y="41"/>
                  <a:pt x="60" y="41"/>
                </a:cubicBezTo>
                <a:cubicBezTo>
                  <a:pt x="60" y="41"/>
                  <a:pt x="60" y="41"/>
                  <a:pt x="60" y="40"/>
                </a:cubicBezTo>
                <a:cubicBezTo>
                  <a:pt x="60" y="40"/>
                  <a:pt x="60" y="39"/>
                  <a:pt x="62" y="39"/>
                </a:cubicBezTo>
                <a:cubicBezTo>
                  <a:pt x="62" y="39"/>
                  <a:pt x="62" y="39"/>
                  <a:pt x="62" y="39"/>
                </a:cubicBezTo>
                <a:close/>
                <a:moveTo>
                  <a:pt x="71" y="40"/>
                </a:moveTo>
                <a:cubicBezTo>
                  <a:pt x="70" y="40"/>
                  <a:pt x="70" y="40"/>
                  <a:pt x="70" y="40"/>
                </a:cubicBezTo>
                <a:cubicBezTo>
                  <a:pt x="69" y="39"/>
                  <a:pt x="69" y="39"/>
                  <a:pt x="68" y="39"/>
                </a:cubicBezTo>
                <a:cubicBezTo>
                  <a:pt x="69" y="39"/>
                  <a:pt x="70" y="39"/>
                  <a:pt x="71" y="40"/>
                </a:cubicBezTo>
                <a:cubicBezTo>
                  <a:pt x="71" y="40"/>
                  <a:pt x="71" y="40"/>
                  <a:pt x="71" y="40"/>
                </a:cubicBezTo>
                <a:close/>
                <a:moveTo>
                  <a:pt x="82" y="35"/>
                </a:moveTo>
                <a:cubicBezTo>
                  <a:pt x="82" y="34"/>
                  <a:pt x="82" y="34"/>
                  <a:pt x="81" y="33"/>
                </a:cubicBezTo>
                <a:cubicBezTo>
                  <a:pt x="81" y="33"/>
                  <a:pt x="81" y="32"/>
                  <a:pt x="80" y="32"/>
                </a:cubicBezTo>
                <a:cubicBezTo>
                  <a:pt x="80" y="32"/>
                  <a:pt x="80" y="32"/>
                  <a:pt x="79" y="32"/>
                </a:cubicBezTo>
                <a:cubicBezTo>
                  <a:pt x="78" y="32"/>
                  <a:pt x="78" y="32"/>
                  <a:pt x="79" y="32"/>
                </a:cubicBezTo>
                <a:cubicBezTo>
                  <a:pt x="79" y="32"/>
                  <a:pt x="79" y="32"/>
                  <a:pt x="79" y="33"/>
                </a:cubicBezTo>
                <a:cubicBezTo>
                  <a:pt x="80" y="33"/>
                  <a:pt x="81" y="34"/>
                  <a:pt x="81" y="35"/>
                </a:cubicBezTo>
                <a:cubicBezTo>
                  <a:pt x="81" y="36"/>
                  <a:pt x="81" y="36"/>
                  <a:pt x="82" y="35"/>
                </a:cubicBezTo>
                <a:close/>
                <a:moveTo>
                  <a:pt x="87" y="13"/>
                </a:moveTo>
                <a:cubicBezTo>
                  <a:pt x="87" y="13"/>
                  <a:pt x="87" y="13"/>
                  <a:pt x="87" y="12"/>
                </a:cubicBezTo>
                <a:cubicBezTo>
                  <a:pt x="86" y="12"/>
                  <a:pt x="86" y="12"/>
                  <a:pt x="86" y="12"/>
                </a:cubicBezTo>
                <a:cubicBezTo>
                  <a:pt x="85" y="12"/>
                  <a:pt x="85" y="11"/>
                  <a:pt x="85" y="11"/>
                </a:cubicBezTo>
                <a:cubicBezTo>
                  <a:pt x="84" y="10"/>
                  <a:pt x="83" y="10"/>
                  <a:pt x="83" y="10"/>
                </a:cubicBezTo>
                <a:cubicBezTo>
                  <a:pt x="82" y="10"/>
                  <a:pt x="82" y="10"/>
                  <a:pt x="82" y="11"/>
                </a:cubicBezTo>
                <a:cubicBezTo>
                  <a:pt x="81" y="11"/>
                  <a:pt x="81" y="11"/>
                  <a:pt x="81" y="12"/>
                </a:cubicBezTo>
                <a:cubicBezTo>
                  <a:pt x="82" y="12"/>
                  <a:pt x="81" y="13"/>
                  <a:pt x="81" y="13"/>
                </a:cubicBezTo>
                <a:cubicBezTo>
                  <a:pt x="81" y="13"/>
                  <a:pt x="81" y="14"/>
                  <a:pt x="81" y="14"/>
                </a:cubicBezTo>
                <a:cubicBezTo>
                  <a:pt x="80" y="14"/>
                  <a:pt x="80" y="15"/>
                  <a:pt x="80" y="15"/>
                </a:cubicBezTo>
                <a:cubicBezTo>
                  <a:pt x="80" y="15"/>
                  <a:pt x="80" y="15"/>
                  <a:pt x="81" y="16"/>
                </a:cubicBezTo>
                <a:cubicBezTo>
                  <a:pt x="81" y="16"/>
                  <a:pt x="81" y="16"/>
                  <a:pt x="81" y="16"/>
                </a:cubicBezTo>
                <a:cubicBezTo>
                  <a:pt x="82" y="15"/>
                  <a:pt x="82" y="15"/>
                  <a:pt x="82" y="15"/>
                </a:cubicBezTo>
                <a:cubicBezTo>
                  <a:pt x="83" y="14"/>
                  <a:pt x="83" y="14"/>
                  <a:pt x="84" y="14"/>
                </a:cubicBezTo>
                <a:cubicBezTo>
                  <a:pt x="84" y="14"/>
                  <a:pt x="84" y="14"/>
                  <a:pt x="85" y="14"/>
                </a:cubicBezTo>
                <a:cubicBezTo>
                  <a:pt x="85" y="14"/>
                  <a:pt x="86" y="14"/>
                  <a:pt x="86" y="14"/>
                </a:cubicBezTo>
                <a:cubicBezTo>
                  <a:pt x="86" y="14"/>
                  <a:pt x="87" y="13"/>
                  <a:pt x="87" y="13"/>
                </a:cubicBezTo>
                <a:close/>
                <a:moveTo>
                  <a:pt x="99" y="55"/>
                </a:moveTo>
                <a:cubicBezTo>
                  <a:pt x="98" y="55"/>
                  <a:pt x="98" y="54"/>
                  <a:pt x="98" y="54"/>
                </a:cubicBezTo>
                <a:cubicBezTo>
                  <a:pt x="98" y="54"/>
                  <a:pt x="97" y="54"/>
                  <a:pt x="97" y="54"/>
                </a:cubicBezTo>
                <a:cubicBezTo>
                  <a:pt x="96" y="53"/>
                  <a:pt x="96" y="53"/>
                  <a:pt x="95" y="53"/>
                </a:cubicBezTo>
                <a:cubicBezTo>
                  <a:pt x="95" y="53"/>
                  <a:pt x="95" y="53"/>
                  <a:pt x="94" y="52"/>
                </a:cubicBezTo>
                <a:cubicBezTo>
                  <a:pt x="94" y="52"/>
                  <a:pt x="94" y="52"/>
                  <a:pt x="94" y="52"/>
                </a:cubicBezTo>
                <a:cubicBezTo>
                  <a:pt x="94" y="51"/>
                  <a:pt x="93" y="51"/>
                  <a:pt x="93" y="51"/>
                </a:cubicBezTo>
                <a:cubicBezTo>
                  <a:pt x="93" y="51"/>
                  <a:pt x="93" y="51"/>
                  <a:pt x="93" y="51"/>
                </a:cubicBezTo>
                <a:cubicBezTo>
                  <a:pt x="93" y="51"/>
                  <a:pt x="93" y="51"/>
                  <a:pt x="93" y="51"/>
                </a:cubicBezTo>
                <a:cubicBezTo>
                  <a:pt x="92" y="52"/>
                  <a:pt x="92" y="53"/>
                  <a:pt x="93" y="55"/>
                </a:cubicBezTo>
                <a:cubicBezTo>
                  <a:pt x="95" y="57"/>
                  <a:pt x="96" y="58"/>
                  <a:pt x="97" y="58"/>
                </a:cubicBezTo>
                <a:cubicBezTo>
                  <a:pt x="97" y="58"/>
                  <a:pt x="98" y="58"/>
                  <a:pt x="98" y="57"/>
                </a:cubicBezTo>
                <a:cubicBezTo>
                  <a:pt x="99" y="56"/>
                  <a:pt x="99" y="56"/>
                  <a:pt x="99" y="55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46" name="Freeform 349"/>
          <p:cNvSpPr>
            <a:spLocks noEditPoints="1"/>
          </p:cNvSpPr>
          <p:nvPr/>
        </p:nvSpPr>
        <p:spPr bwMode="auto">
          <a:xfrm>
            <a:off x="8294917" y="4823987"/>
            <a:ext cx="209627" cy="209627"/>
          </a:xfrm>
          <a:custGeom>
            <a:avLst/>
            <a:gdLst>
              <a:gd name="T0" fmla="*/ 146 w 146"/>
              <a:gd name="T1" fmla="*/ 73 h 146"/>
              <a:gd name="T2" fmla="*/ 109 w 146"/>
              <a:gd name="T3" fmla="*/ 136 h 146"/>
              <a:gd name="T4" fmla="*/ 36 w 146"/>
              <a:gd name="T5" fmla="*/ 136 h 146"/>
              <a:gd name="T6" fmla="*/ 0 w 146"/>
              <a:gd name="T7" fmla="*/ 73 h 146"/>
              <a:gd name="T8" fmla="*/ 36 w 146"/>
              <a:gd name="T9" fmla="*/ 10 h 146"/>
              <a:gd name="T10" fmla="*/ 109 w 146"/>
              <a:gd name="T11" fmla="*/ 10 h 146"/>
              <a:gd name="T12" fmla="*/ 80 w 146"/>
              <a:gd name="T13" fmla="*/ 73 h 146"/>
              <a:gd name="T14" fmla="*/ 11 w 146"/>
              <a:gd name="T15" fmla="*/ 71 h 146"/>
              <a:gd name="T16" fmla="*/ 15 w 146"/>
              <a:gd name="T17" fmla="*/ 95 h 146"/>
              <a:gd name="T18" fmla="*/ 38 w 146"/>
              <a:gd name="T19" fmla="*/ 99 h 146"/>
              <a:gd name="T20" fmla="*/ 64 w 146"/>
              <a:gd name="T21" fmla="*/ 79 h 146"/>
              <a:gd name="T22" fmla="*/ 77 w 146"/>
              <a:gd name="T23" fmla="*/ 73 h 146"/>
              <a:gd name="T24" fmla="*/ 80 w 146"/>
              <a:gd name="T25" fmla="*/ 73 h 146"/>
              <a:gd name="T26" fmla="*/ 46 w 146"/>
              <a:gd name="T27" fmla="*/ 17 h 146"/>
              <a:gd name="T28" fmla="*/ 12 w 146"/>
              <a:gd name="T29" fmla="*/ 60 h 146"/>
              <a:gd name="T30" fmla="*/ 97 w 146"/>
              <a:gd name="T31" fmla="*/ 130 h 146"/>
              <a:gd name="T32" fmla="*/ 84 w 146"/>
              <a:gd name="T33" fmla="*/ 83 h 146"/>
              <a:gd name="T34" fmla="*/ 79 w 146"/>
              <a:gd name="T35" fmla="*/ 85 h 146"/>
              <a:gd name="T36" fmla="*/ 57 w 146"/>
              <a:gd name="T37" fmla="*/ 97 h 146"/>
              <a:gd name="T38" fmla="*/ 35 w 146"/>
              <a:gd name="T39" fmla="*/ 122 h 146"/>
              <a:gd name="T40" fmla="*/ 73 w 146"/>
              <a:gd name="T41" fmla="*/ 135 h 146"/>
              <a:gd name="T42" fmla="*/ 58 w 146"/>
              <a:gd name="T43" fmla="*/ 13 h 146"/>
              <a:gd name="T44" fmla="*/ 58 w 146"/>
              <a:gd name="T45" fmla="*/ 13 h 146"/>
              <a:gd name="T46" fmla="*/ 73 w 146"/>
              <a:gd name="T47" fmla="*/ 11 h 146"/>
              <a:gd name="T48" fmla="*/ 82 w 146"/>
              <a:gd name="T49" fmla="*/ 49 h 146"/>
              <a:gd name="T50" fmla="*/ 103 w 146"/>
              <a:gd name="T51" fmla="*/ 37 h 146"/>
              <a:gd name="T52" fmla="*/ 113 w 146"/>
              <a:gd name="T53" fmla="*/ 28 h 146"/>
              <a:gd name="T54" fmla="*/ 135 w 146"/>
              <a:gd name="T55" fmla="*/ 72 h 146"/>
              <a:gd name="T56" fmla="*/ 121 w 146"/>
              <a:gd name="T57" fmla="*/ 34 h 146"/>
              <a:gd name="T58" fmla="*/ 115 w 146"/>
              <a:gd name="T59" fmla="*/ 40 h 146"/>
              <a:gd name="T60" fmla="*/ 99 w 146"/>
              <a:gd name="T61" fmla="*/ 52 h 146"/>
              <a:gd name="T62" fmla="*/ 90 w 146"/>
              <a:gd name="T63" fmla="*/ 67 h 146"/>
              <a:gd name="T64" fmla="*/ 92 w 146"/>
              <a:gd name="T65" fmla="*/ 70 h 146"/>
              <a:gd name="T66" fmla="*/ 106 w 146"/>
              <a:gd name="T67" fmla="*/ 69 h 146"/>
              <a:gd name="T68" fmla="*/ 118 w 146"/>
              <a:gd name="T69" fmla="*/ 70 h 146"/>
              <a:gd name="T70" fmla="*/ 128 w 146"/>
              <a:gd name="T71" fmla="*/ 71 h 146"/>
              <a:gd name="T72" fmla="*/ 134 w 146"/>
              <a:gd name="T73" fmla="*/ 72 h 146"/>
              <a:gd name="T74" fmla="*/ 134 w 146"/>
              <a:gd name="T75" fmla="*/ 83 h 146"/>
              <a:gd name="T76" fmla="*/ 108 w 146"/>
              <a:gd name="T77" fmla="*/ 124 h 146"/>
              <a:gd name="T78" fmla="*/ 134 w 146"/>
              <a:gd name="T79" fmla="*/ 83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46" h="146">
                <a:moveTo>
                  <a:pt x="136" y="36"/>
                </a:moveTo>
                <a:cubicBezTo>
                  <a:pt x="142" y="48"/>
                  <a:pt x="146" y="60"/>
                  <a:pt x="146" y="73"/>
                </a:cubicBezTo>
                <a:cubicBezTo>
                  <a:pt x="146" y="86"/>
                  <a:pt x="142" y="98"/>
                  <a:pt x="136" y="109"/>
                </a:cubicBezTo>
                <a:cubicBezTo>
                  <a:pt x="129" y="120"/>
                  <a:pt x="120" y="129"/>
                  <a:pt x="109" y="136"/>
                </a:cubicBezTo>
                <a:cubicBezTo>
                  <a:pt x="98" y="142"/>
                  <a:pt x="86" y="146"/>
                  <a:pt x="73" y="146"/>
                </a:cubicBezTo>
                <a:cubicBezTo>
                  <a:pt x="60" y="146"/>
                  <a:pt x="48" y="142"/>
                  <a:pt x="36" y="136"/>
                </a:cubicBezTo>
                <a:cubicBezTo>
                  <a:pt x="25" y="129"/>
                  <a:pt x="17" y="120"/>
                  <a:pt x="10" y="109"/>
                </a:cubicBezTo>
                <a:cubicBezTo>
                  <a:pt x="4" y="98"/>
                  <a:pt x="0" y="86"/>
                  <a:pt x="0" y="73"/>
                </a:cubicBezTo>
                <a:cubicBezTo>
                  <a:pt x="0" y="60"/>
                  <a:pt x="4" y="48"/>
                  <a:pt x="10" y="36"/>
                </a:cubicBezTo>
                <a:cubicBezTo>
                  <a:pt x="17" y="25"/>
                  <a:pt x="25" y="17"/>
                  <a:pt x="36" y="10"/>
                </a:cubicBezTo>
                <a:cubicBezTo>
                  <a:pt x="48" y="4"/>
                  <a:pt x="60" y="0"/>
                  <a:pt x="73" y="0"/>
                </a:cubicBezTo>
                <a:cubicBezTo>
                  <a:pt x="86" y="0"/>
                  <a:pt x="98" y="4"/>
                  <a:pt x="109" y="10"/>
                </a:cubicBezTo>
                <a:cubicBezTo>
                  <a:pt x="120" y="17"/>
                  <a:pt x="129" y="25"/>
                  <a:pt x="136" y="36"/>
                </a:cubicBezTo>
                <a:close/>
                <a:moveTo>
                  <a:pt x="80" y="73"/>
                </a:moveTo>
                <a:cubicBezTo>
                  <a:pt x="78" y="70"/>
                  <a:pt x="77" y="66"/>
                  <a:pt x="75" y="62"/>
                </a:cubicBezTo>
                <a:cubicBezTo>
                  <a:pt x="55" y="68"/>
                  <a:pt x="34" y="71"/>
                  <a:pt x="11" y="71"/>
                </a:cubicBezTo>
                <a:cubicBezTo>
                  <a:pt x="11" y="71"/>
                  <a:pt x="11" y="72"/>
                  <a:pt x="11" y="73"/>
                </a:cubicBezTo>
                <a:cubicBezTo>
                  <a:pt x="11" y="81"/>
                  <a:pt x="12" y="88"/>
                  <a:pt x="15" y="95"/>
                </a:cubicBezTo>
                <a:cubicBezTo>
                  <a:pt x="18" y="102"/>
                  <a:pt x="22" y="109"/>
                  <a:pt x="27" y="114"/>
                </a:cubicBezTo>
                <a:cubicBezTo>
                  <a:pt x="30" y="109"/>
                  <a:pt x="34" y="103"/>
                  <a:pt x="38" y="99"/>
                </a:cubicBezTo>
                <a:cubicBezTo>
                  <a:pt x="43" y="94"/>
                  <a:pt x="48" y="90"/>
                  <a:pt x="52" y="87"/>
                </a:cubicBezTo>
                <a:cubicBezTo>
                  <a:pt x="56" y="84"/>
                  <a:pt x="60" y="81"/>
                  <a:pt x="64" y="79"/>
                </a:cubicBezTo>
                <a:cubicBezTo>
                  <a:pt x="68" y="77"/>
                  <a:pt x="71" y="76"/>
                  <a:pt x="74" y="75"/>
                </a:cubicBezTo>
                <a:cubicBezTo>
                  <a:pt x="77" y="73"/>
                  <a:pt x="77" y="73"/>
                  <a:pt x="77" y="73"/>
                </a:cubicBezTo>
                <a:cubicBezTo>
                  <a:pt x="77" y="73"/>
                  <a:pt x="78" y="73"/>
                  <a:pt x="78" y="73"/>
                </a:cubicBezTo>
                <a:cubicBezTo>
                  <a:pt x="79" y="73"/>
                  <a:pt x="79" y="73"/>
                  <a:pt x="80" y="73"/>
                </a:cubicBezTo>
                <a:close/>
                <a:moveTo>
                  <a:pt x="70" y="53"/>
                </a:moveTo>
                <a:cubicBezTo>
                  <a:pt x="62" y="39"/>
                  <a:pt x="54" y="27"/>
                  <a:pt x="46" y="17"/>
                </a:cubicBezTo>
                <a:cubicBezTo>
                  <a:pt x="38" y="21"/>
                  <a:pt x="30" y="27"/>
                  <a:pt x="24" y="34"/>
                </a:cubicBezTo>
                <a:cubicBezTo>
                  <a:pt x="18" y="42"/>
                  <a:pt x="14" y="51"/>
                  <a:pt x="12" y="60"/>
                </a:cubicBezTo>
                <a:cubicBezTo>
                  <a:pt x="31" y="60"/>
                  <a:pt x="50" y="58"/>
                  <a:pt x="70" y="53"/>
                </a:cubicBezTo>
                <a:close/>
                <a:moveTo>
                  <a:pt x="97" y="130"/>
                </a:moveTo>
                <a:cubicBezTo>
                  <a:pt x="94" y="115"/>
                  <a:pt x="90" y="99"/>
                  <a:pt x="84" y="83"/>
                </a:cubicBezTo>
                <a:cubicBezTo>
                  <a:pt x="84" y="83"/>
                  <a:pt x="84" y="83"/>
                  <a:pt x="84" y="83"/>
                </a:cubicBezTo>
                <a:cubicBezTo>
                  <a:pt x="84" y="83"/>
                  <a:pt x="84" y="83"/>
                  <a:pt x="84" y="83"/>
                </a:cubicBezTo>
                <a:cubicBezTo>
                  <a:pt x="83" y="83"/>
                  <a:pt x="81" y="84"/>
                  <a:pt x="79" y="85"/>
                </a:cubicBezTo>
                <a:cubicBezTo>
                  <a:pt x="78" y="85"/>
                  <a:pt x="75" y="87"/>
                  <a:pt x="70" y="89"/>
                </a:cubicBezTo>
                <a:cubicBezTo>
                  <a:pt x="65" y="92"/>
                  <a:pt x="61" y="94"/>
                  <a:pt x="57" y="97"/>
                </a:cubicBezTo>
                <a:cubicBezTo>
                  <a:pt x="53" y="100"/>
                  <a:pt x="49" y="103"/>
                  <a:pt x="45" y="108"/>
                </a:cubicBezTo>
                <a:cubicBezTo>
                  <a:pt x="40" y="112"/>
                  <a:pt x="37" y="117"/>
                  <a:pt x="35" y="122"/>
                </a:cubicBezTo>
                <a:cubicBezTo>
                  <a:pt x="33" y="121"/>
                  <a:pt x="33" y="121"/>
                  <a:pt x="33" y="121"/>
                </a:cubicBezTo>
                <a:cubicBezTo>
                  <a:pt x="45" y="130"/>
                  <a:pt x="58" y="135"/>
                  <a:pt x="73" y="135"/>
                </a:cubicBezTo>
                <a:cubicBezTo>
                  <a:pt x="81" y="135"/>
                  <a:pt x="89" y="133"/>
                  <a:pt x="97" y="130"/>
                </a:cubicBezTo>
                <a:close/>
                <a:moveTo>
                  <a:pt x="58" y="13"/>
                </a:moveTo>
                <a:cubicBezTo>
                  <a:pt x="58" y="13"/>
                  <a:pt x="58" y="13"/>
                  <a:pt x="58" y="13"/>
                </a:cubicBezTo>
                <a:cubicBezTo>
                  <a:pt x="58" y="13"/>
                  <a:pt x="58" y="13"/>
                  <a:pt x="58" y="13"/>
                </a:cubicBezTo>
                <a:close/>
                <a:moveTo>
                  <a:pt x="114" y="26"/>
                </a:moveTo>
                <a:cubicBezTo>
                  <a:pt x="102" y="16"/>
                  <a:pt x="89" y="11"/>
                  <a:pt x="73" y="11"/>
                </a:cubicBezTo>
                <a:cubicBezTo>
                  <a:pt x="68" y="11"/>
                  <a:pt x="63" y="11"/>
                  <a:pt x="58" y="13"/>
                </a:cubicBezTo>
                <a:cubicBezTo>
                  <a:pt x="67" y="23"/>
                  <a:pt x="74" y="35"/>
                  <a:pt x="82" y="49"/>
                </a:cubicBezTo>
                <a:cubicBezTo>
                  <a:pt x="86" y="47"/>
                  <a:pt x="90" y="45"/>
                  <a:pt x="94" y="43"/>
                </a:cubicBezTo>
                <a:cubicBezTo>
                  <a:pt x="98" y="41"/>
                  <a:pt x="101" y="39"/>
                  <a:pt x="103" y="37"/>
                </a:cubicBezTo>
                <a:cubicBezTo>
                  <a:pt x="105" y="36"/>
                  <a:pt x="107" y="34"/>
                  <a:pt x="109" y="32"/>
                </a:cubicBezTo>
                <a:cubicBezTo>
                  <a:pt x="111" y="30"/>
                  <a:pt x="112" y="29"/>
                  <a:pt x="113" y="28"/>
                </a:cubicBezTo>
                <a:cubicBezTo>
                  <a:pt x="113" y="27"/>
                  <a:pt x="114" y="27"/>
                  <a:pt x="114" y="26"/>
                </a:cubicBezTo>
                <a:close/>
                <a:moveTo>
                  <a:pt x="135" y="72"/>
                </a:moveTo>
                <a:cubicBezTo>
                  <a:pt x="135" y="58"/>
                  <a:pt x="130" y="45"/>
                  <a:pt x="121" y="33"/>
                </a:cubicBezTo>
                <a:cubicBezTo>
                  <a:pt x="121" y="34"/>
                  <a:pt x="121" y="34"/>
                  <a:pt x="121" y="34"/>
                </a:cubicBezTo>
                <a:cubicBezTo>
                  <a:pt x="120" y="34"/>
                  <a:pt x="120" y="35"/>
                  <a:pt x="119" y="36"/>
                </a:cubicBezTo>
                <a:cubicBezTo>
                  <a:pt x="118" y="37"/>
                  <a:pt x="117" y="38"/>
                  <a:pt x="115" y="40"/>
                </a:cubicBezTo>
                <a:cubicBezTo>
                  <a:pt x="113" y="42"/>
                  <a:pt x="111" y="44"/>
                  <a:pt x="108" y="46"/>
                </a:cubicBezTo>
                <a:cubicBezTo>
                  <a:pt x="106" y="48"/>
                  <a:pt x="103" y="50"/>
                  <a:pt x="99" y="52"/>
                </a:cubicBezTo>
                <a:cubicBezTo>
                  <a:pt x="95" y="54"/>
                  <a:pt x="91" y="56"/>
                  <a:pt x="86" y="58"/>
                </a:cubicBezTo>
                <a:cubicBezTo>
                  <a:pt x="88" y="61"/>
                  <a:pt x="89" y="64"/>
                  <a:pt x="90" y="67"/>
                </a:cubicBezTo>
                <a:cubicBezTo>
                  <a:pt x="91" y="67"/>
                  <a:pt x="91" y="68"/>
                  <a:pt x="91" y="69"/>
                </a:cubicBezTo>
                <a:cubicBezTo>
                  <a:pt x="91" y="69"/>
                  <a:pt x="92" y="70"/>
                  <a:pt x="92" y="70"/>
                </a:cubicBezTo>
                <a:cubicBezTo>
                  <a:pt x="94" y="70"/>
                  <a:pt x="96" y="70"/>
                  <a:pt x="99" y="70"/>
                </a:cubicBezTo>
                <a:cubicBezTo>
                  <a:pt x="101" y="69"/>
                  <a:pt x="104" y="69"/>
                  <a:pt x="106" y="69"/>
                </a:cubicBezTo>
                <a:cubicBezTo>
                  <a:pt x="108" y="69"/>
                  <a:pt x="110" y="69"/>
                  <a:pt x="112" y="70"/>
                </a:cubicBezTo>
                <a:cubicBezTo>
                  <a:pt x="114" y="70"/>
                  <a:pt x="116" y="70"/>
                  <a:pt x="118" y="70"/>
                </a:cubicBezTo>
                <a:cubicBezTo>
                  <a:pt x="120" y="70"/>
                  <a:pt x="122" y="70"/>
                  <a:pt x="124" y="70"/>
                </a:cubicBezTo>
                <a:cubicBezTo>
                  <a:pt x="125" y="71"/>
                  <a:pt x="127" y="71"/>
                  <a:pt x="128" y="71"/>
                </a:cubicBezTo>
                <a:cubicBezTo>
                  <a:pt x="130" y="71"/>
                  <a:pt x="131" y="71"/>
                  <a:pt x="132" y="72"/>
                </a:cubicBezTo>
                <a:cubicBezTo>
                  <a:pt x="133" y="72"/>
                  <a:pt x="133" y="72"/>
                  <a:pt x="134" y="72"/>
                </a:cubicBezTo>
                <a:lnTo>
                  <a:pt x="135" y="72"/>
                </a:lnTo>
                <a:close/>
                <a:moveTo>
                  <a:pt x="134" y="83"/>
                </a:moveTo>
                <a:cubicBezTo>
                  <a:pt x="121" y="79"/>
                  <a:pt x="108" y="78"/>
                  <a:pt x="96" y="80"/>
                </a:cubicBezTo>
                <a:cubicBezTo>
                  <a:pt x="101" y="95"/>
                  <a:pt x="105" y="110"/>
                  <a:pt x="108" y="124"/>
                </a:cubicBezTo>
                <a:cubicBezTo>
                  <a:pt x="115" y="120"/>
                  <a:pt x="120" y="114"/>
                  <a:pt x="125" y="106"/>
                </a:cubicBezTo>
                <a:cubicBezTo>
                  <a:pt x="130" y="99"/>
                  <a:pt x="133" y="91"/>
                  <a:pt x="134" y="8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47" name="Freeform 350"/>
          <p:cNvSpPr>
            <a:spLocks noEditPoints="1"/>
          </p:cNvSpPr>
          <p:nvPr/>
        </p:nvSpPr>
        <p:spPr bwMode="auto">
          <a:xfrm>
            <a:off x="8567215" y="4823987"/>
            <a:ext cx="207464" cy="209627"/>
          </a:xfrm>
          <a:custGeom>
            <a:avLst/>
            <a:gdLst>
              <a:gd name="T0" fmla="*/ 134 w 145"/>
              <a:gd name="T1" fmla="*/ 135 h 146"/>
              <a:gd name="T2" fmla="*/ 87 w 145"/>
              <a:gd name="T3" fmla="*/ 138 h 146"/>
              <a:gd name="T4" fmla="*/ 47 w 145"/>
              <a:gd name="T5" fmla="*/ 134 h 146"/>
              <a:gd name="T6" fmla="*/ 11 w 145"/>
              <a:gd name="T7" fmla="*/ 99 h 146"/>
              <a:gd name="T8" fmla="*/ 7 w 145"/>
              <a:gd name="T9" fmla="*/ 59 h 146"/>
              <a:gd name="T10" fmla="*/ 10 w 145"/>
              <a:gd name="T11" fmla="*/ 11 h 146"/>
              <a:gd name="T12" fmla="*/ 58 w 145"/>
              <a:gd name="T13" fmla="*/ 8 h 146"/>
              <a:gd name="T14" fmla="*/ 98 w 145"/>
              <a:gd name="T15" fmla="*/ 12 h 146"/>
              <a:gd name="T16" fmla="*/ 134 w 145"/>
              <a:gd name="T17" fmla="*/ 47 h 146"/>
              <a:gd name="T18" fmla="*/ 137 w 145"/>
              <a:gd name="T19" fmla="*/ 87 h 146"/>
              <a:gd name="T20" fmla="*/ 111 w 145"/>
              <a:gd name="T21" fmla="*/ 89 h 146"/>
              <a:gd name="T22" fmla="*/ 104 w 145"/>
              <a:gd name="T23" fmla="*/ 74 h 146"/>
              <a:gd name="T24" fmla="*/ 90 w 145"/>
              <a:gd name="T25" fmla="*/ 66 h 146"/>
              <a:gd name="T26" fmla="*/ 71 w 145"/>
              <a:gd name="T27" fmla="*/ 61 h 146"/>
              <a:gd name="T28" fmla="*/ 64 w 145"/>
              <a:gd name="T29" fmla="*/ 59 h 146"/>
              <a:gd name="T30" fmla="*/ 60 w 145"/>
              <a:gd name="T31" fmla="*/ 56 h 146"/>
              <a:gd name="T32" fmla="*/ 73 w 145"/>
              <a:gd name="T33" fmla="*/ 46 h 146"/>
              <a:gd name="T34" fmla="*/ 85 w 145"/>
              <a:gd name="T35" fmla="*/ 49 h 146"/>
              <a:gd name="T36" fmla="*/ 92 w 145"/>
              <a:gd name="T37" fmla="*/ 55 h 146"/>
              <a:gd name="T38" fmla="*/ 104 w 145"/>
              <a:gd name="T39" fmla="*/ 53 h 146"/>
              <a:gd name="T40" fmla="*/ 101 w 145"/>
              <a:gd name="T41" fmla="*/ 37 h 146"/>
              <a:gd name="T42" fmla="*/ 71 w 145"/>
              <a:gd name="T43" fmla="*/ 28 h 146"/>
              <a:gd name="T44" fmla="*/ 47 w 145"/>
              <a:gd name="T45" fmla="*/ 34 h 146"/>
              <a:gd name="T46" fmla="*/ 35 w 145"/>
              <a:gd name="T47" fmla="*/ 54 h 146"/>
              <a:gd name="T48" fmla="*/ 42 w 145"/>
              <a:gd name="T49" fmla="*/ 72 h 146"/>
              <a:gd name="T50" fmla="*/ 60 w 145"/>
              <a:gd name="T51" fmla="*/ 79 h 146"/>
              <a:gd name="T52" fmla="*/ 84 w 145"/>
              <a:gd name="T53" fmla="*/ 86 h 146"/>
              <a:gd name="T54" fmla="*/ 83 w 145"/>
              <a:gd name="T55" fmla="*/ 98 h 146"/>
              <a:gd name="T56" fmla="*/ 65 w 145"/>
              <a:gd name="T57" fmla="*/ 99 h 146"/>
              <a:gd name="T58" fmla="*/ 54 w 145"/>
              <a:gd name="T59" fmla="*/ 91 h 146"/>
              <a:gd name="T60" fmla="*/ 45 w 145"/>
              <a:gd name="T61" fmla="*/ 86 h 146"/>
              <a:gd name="T62" fmla="*/ 35 w 145"/>
              <a:gd name="T63" fmla="*/ 96 h 146"/>
              <a:gd name="T64" fmla="*/ 74 w 145"/>
              <a:gd name="T65" fmla="*/ 117 h 146"/>
              <a:gd name="T66" fmla="*/ 99 w 145"/>
              <a:gd name="T67" fmla="*/ 110 h 146"/>
              <a:gd name="T68" fmla="*/ 111 w 145"/>
              <a:gd name="T69" fmla="*/ 89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45" h="146">
                <a:moveTo>
                  <a:pt x="145" y="109"/>
                </a:moveTo>
                <a:cubicBezTo>
                  <a:pt x="145" y="119"/>
                  <a:pt x="142" y="128"/>
                  <a:pt x="134" y="135"/>
                </a:cubicBezTo>
                <a:cubicBezTo>
                  <a:pt x="127" y="142"/>
                  <a:pt x="119" y="146"/>
                  <a:pt x="109" y="146"/>
                </a:cubicBezTo>
                <a:cubicBezTo>
                  <a:pt x="101" y="146"/>
                  <a:pt x="93" y="143"/>
                  <a:pt x="87" y="138"/>
                </a:cubicBezTo>
                <a:cubicBezTo>
                  <a:pt x="82" y="139"/>
                  <a:pt x="77" y="139"/>
                  <a:pt x="72" y="139"/>
                </a:cubicBezTo>
                <a:cubicBezTo>
                  <a:pt x="63" y="139"/>
                  <a:pt x="55" y="138"/>
                  <a:pt x="47" y="134"/>
                </a:cubicBezTo>
                <a:cubicBezTo>
                  <a:pt x="38" y="131"/>
                  <a:pt x="31" y="126"/>
                  <a:pt x="25" y="120"/>
                </a:cubicBezTo>
                <a:cubicBezTo>
                  <a:pt x="19" y="114"/>
                  <a:pt x="15" y="107"/>
                  <a:pt x="11" y="99"/>
                </a:cubicBezTo>
                <a:cubicBezTo>
                  <a:pt x="8" y="91"/>
                  <a:pt x="6" y="82"/>
                  <a:pt x="6" y="73"/>
                </a:cubicBezTo>
                <a:cubicBezTo>
                  <a:pt x="6" y="68"/>
                  <a:pt x="6" y="64"/>
                  <a:pt x="7" y="59"/>
                </a:cubicBezTo>
                <a:cubicBezTo>
                  <a:pt x="2" y="52"/>
                  <a:pt x="0" y="45"/>
                  <a:pt x="0" y="37"/>
                </a:cubicBezTo>
                <a:cubicBezTo>
                  <a:pt x="0" y="27"/>
                  <a:pt x="3" y="18"/>
                  <a:pt x="10" y="11"/>
                </a:cubicBezTo>
                <a:cubicBezTo>
                  <a:pt x="18" y="4"/>
                  <a:pt x="26" y="0"/>
                  <a:pt x="36" y="0"/>
                </a:cubicBezTo>
                <a:cubicBezTo>
                  <a:pt x="44" y="0"/>
                  <a:pt x="52" y="3"/>
                  <a:pt x="58" y="8"/>
                </a:cubicBezTo>
                <a:cubicBezTo>
                  <a:pt x="63" y="7"/>
                  <a:pt x="68" y="6"/>
                  <a:pt x="72" y="6"/>
                </a:cubicBezTo>
                <a:cubicBezTo>
                  <a:pt x="81" y="6"/>
                  <a:pt x="90" y="8"/>
                  <a:pt x="98" y="12"/>
                </a:cubicBezTo>
                <a:cubicBezTo>
                  <a:pt x="107" y="15"/>
                  <a:pt x="114" y="20"/>
                  <a:pt x="120" y="26"/>
                </a:cubicBezTo>
                <a:cubicBezTo>
                  <a:pt x="126" y="32"/>
                  <a:pt x="130" y="39"/>
                  <a:pt x="134" y="47"/>
                </a:cubicBezTo>
                <a:cubicBezTo>
                  <a:pt x="137" y="55"/>
                  <a:pt x="139" y="64"/>
                  <a:pt x="139" y="73"/>
                </a:cubicBezTo>
                <a:cubicBezTo>
                  <a:pt x="139" y="78"/>
                  <a:pt x="139" y="82"/>
                  <a:pt x="137" y="87"/>
                </a:cubicBezTo>
                <a:cubicBezTo>
                  <a:pt x="143" y="94"/>
                  <a:pt x="145" y="101"/>
                  <a:pt x="145" y="109"/>
                </a:cubicBezTo>
                <a:close/>
                <a:moveTo>
                  <a:pt x="111" y="89"/>
                </a:moveTo>
                <a:cubicBezTo>
                  <a:pt x="111" y="86"/>
                  <a:pt x="110" y="83"/>
                  <a:pt x="109" y="80"/>
                </a:cubicBezTo>
                <a:cubicBezTo>
                  <a:pt x="108" y="77"/>
                  <a:pt x="106" y="75"/>
                  <a:pt x="104" y="74"/>
                </a:cubicBezTo>
                <a:cubicBezTo>
                  <a:pt x="102" y="72"/>
                  <a:pt x="100" y="70"/>
                  <a:pt x="97" y="69"/>
                </a:cubicBezTo>
                <a:cubicBezTo>
                  <a:pt x="95" y="68"/>
                  <a:pt x="92" y="66"/>
                  <a:pt x="90" y="66"/>
                </a:cubicBezTo>
                <a:cubicBezTo>
                  <a:pt x="87" y="65"/>
                  <a:pt x="84" y="64"/>
                  <a:pt x="81" y="64"/>
                </a:cubicBezTo>
                <a:cubicBezTo>
                  <a:pt x="71" y="61"/>
                  <a:pt x="71" y="61"/>
                  <a:pt x="71" y="61"/>
                </a:cubicBezTo>
                <a:cubicBezTo>
                  <a:pt x="70" y="61"/>
                  <a:pt x="68" y="61"/>
                  <a:pt x="67" y="60"/>
                </a:cubicBezTo>
                <a:cubicBezTo>
                  <a:pt x="66" y="60"/>
                  <a:pt x="65" y="60"/>
                  <a:pt x="64" y="59"/>
                </a:cubicBezTo>
                <a:cubicBezTo>
                  <a:pt x="63" y="59"/>
                  <a:pt x="62" y="58"/>
                  <a:pt x="61" y="58"/>
                </a:cubicBezTo>
                <a:cubicBezTo>
                  <a:pt x="61" y="57"/>
                  <a:pt x="60" y="57"/>
                  <a:pt x="60" y="56"/>
                </a:cubicBezTo>
                <a:cubicBezTo>
                  <a:pt x="59" y="55"/>
                  <a:pt x="59" y="54"/>
                  <a:pt x="59" y="53"/>
                </a:cubicBezTo>
                <a:cubicBezTo>
                  <a:pt x="59" y="48"/>
                  <a:pt x="63" y="46"/>
                  <a:pt x="73" y="46"/>
                </a:cubicBezTo>
                <a:cubicBezTo>
                  <a:pt x="75" y="46"/>
                  <a:pt x="78" y="46"/>
                  <a:pt x="80" y="47"/>
                </a:cubicBezTo>
                <a:cubicBezTo>
                  <a:pt x="82" y="47"/>
                  <a:pt x="84" y="48"/>
                  <a:pt x="85" y="49"/>
                </a:cubicBezTo>
                <a:cubicBezTo>
                  <a:pt x="86" y="50"/>
                  <a:pt x="87" y="52"/>
                  <a:pt x="89" y="53"/>
                </a:cubicBezTo>
                <a:cubicBezTo>
                  <a:pt x="90" y="54"/>
                  <a:pt x="91" y="55"/>
                  <a:pt x="92" y="55"/>
                </a:cubicBezTo>
                <a:cubicBezTo>
                  <a:pt x="94" y="56"/>
                  <a:pt x="95" y="56"/>
                  <a:pt x="97" y="56"/>
                </a:cubicBezTo>
                <a:cubicBezTo>
                  <a:pt x="100" y="56"/>
                  <a:pt x="102" y="55"/>
                  <a:pt x="104" y="53"/>
                </a:cubicBezTo>
                <a:cubicBezTo>
                  <a:pt x="106" y="51"/>
                  <a:pt x="107" y="49"/>
                  <a:pt x="107" y="46"/>
                </a:cubicBezTo>
                <a:cubicBezTo>
                  <a:pt x="107" y="43"/>
                  <a:pt x="105" y="40"/>
                  <a:pt x="101" y="37"/>
                </a:cubicBezTo>
                <a:cubicBezTo>
                  <a:pt x="98" y="34"/>
                  <a:pt x="93" y="32"/>
                  <a:pt x="88" y="30"/>
                </a:cubicBezTo>
                <a:cubicBezTo>
                  <a:pt x="83" y="29"/>
                  <a:pt x="77" y="28"/>
                  <a:pt x="71" y="28"/>
                </a:cubicBezTo>
                <a:cubicBezTo>
                  <a:pt x="66" y="28"/>
                  <a:pt x="62" y="29"/>
                  <a:pt x="58" y="30"/>
                </a:cubicBezTo>
                <a:cubicBezTo>
                  <a:pt x="54" y="31"/>
                  <a:pt x="50" y="32"/>
                  <a:pt x="47" y="34"/>
                </a:cubicBezTo>
                <a:cubicBezTo>
                  <a:pt x="43" y="36"/>
                  <a:pt x="41" y="39"/>
                  <a:pt x="39" y="42"/>
                </a:cubicBezTo>
                <a:cubicBezTo>
                  <a:pt x="36" y="46"/>
                  <a:pt x="35" y="50"/>
                  <a:pt x="35" y="54"/>
                </a:cubicBezTo>
                <a:cubicBezTo>
                  <a:pt x="35" y="58"/>
                  <a:pt x="36" y="62"/>
                  <a:pt x="37" y="65"/>
                </a:cubicBezTo>
                <a:cubicBezTo>
                  <a:pt x="38" y="67"/>
                  <a:pt x="40" y="70"/>
                  <a:pt x="42" y="72"/>
                </a:cubicBezTo>
                <a:cubicBezTo>
                  <a:pt x="45" y="74"/>
                  <a:pt x="47" y="75"/>
                  <a:pt x="50" y="76"/>
                </a:cubicBezTo>
                <a:cubicBezTo>
                  <a:pt x="53" y="77"/>
                  <a:pt x="56" y="78"/>
                  <a:pt x="60" y="79"/>
                </a:cubicBezTo>
                <a:cubicBezTo>
                  <a:pt x="74" y="83"/>
                  <a:pt x="74" y="83"/>
                  <a:pt x="74" y="83"/>
                </a:cubicBezTo>
                <a:cubicBezTo>
                  <a:pt x="79" y="84"/>
                  <a:pt x="83" y="85"/>
                  <a:pt x="84" y="86"/>
                </a:cubicBezTo>
                <a:cubicBezTo>
                  <a:pt x="86" y="87"/>
                  <a:pt x="87" y="89"/>
                  <a:pt x="87" y="92"/>
                </a:cubicBezTo>
                <a:cubicBezTo>
                  <a:pt x="87" y="94"/>
                  <a:pt x="86" y="96"/>
                  <a:pt x="83" y="98"/>
                </a:cubicBezTo>
                <a:cubicBezTo>
                  <a:pt x="81" y="100"/>
                  <a:pt x="78" y="100"/>
                  <a:pt x="73" y="100"/>
                </a:cubicBezTo>
                <a:cubicBezTo>
                  <a:pt x="70" y="100"/>
                  <a:pt x="67" y="100"/>
                  <a:pt x="65" y="99"/>
                </a:cubicBezTo>
                <a:cubicBezTo>
                  <a:pt x="62" y="98"/>
                  <a:pt x="60" y="97"/>
                  <a:pt x="59" y="95"/>
                </a:cubicBezTo>
                <a:cubicBezTo>
                  <a:pt x="57" y="94"/>
                  <a:pt x="56" y="92"/>
                  <a:pt x="54" y="91"/>
                </a:cubicBezTo>
                <a:cubicBezTo>
                  <a:pt x="53" y="90"/>
                  <a:pt x="52" y="88"/>
                  <a:pt x="50" y="87"/>
                </a:cubicBezTo>
                <a:cubicBezTo>
                  <a:pt x="48" y="86"/>
                  <a:pt x="47" y="86"/>
                  <a:pt x="45" y="86"/>
                </a:cubicBezTo>
                <a:cubicBezTo>
                  <a:pt x="42" y="86"/>
                  <a:pt x="39" y="87"/>
                  <a:pt x="38" y="89"/>
                </a:cubicBezTo>
                <a:cubicBezTo>
                  <a:pt x="36" y="91"/>
                  <a:pt x="35" y="93"/>
                  <a:pt x="35" y="96"/>
                </a:cubicBezTo>
                <a:cubicBezTo>
                  <a:pt x="35" y="102"/>
                  <a:pt x="39" y="106"/>
                  <a:pt x="47" y="111"/>
                </a:cubicBezTo>
                <a:cubicBezTo>
                  <a:pt x="55" y="115"/>
                  <a:pt x="64" y="117"/>
                  <a:pt x="74" y="117"/>
                </a:cubicBezTo>
                <a:cubicBezTo>
                  <a:pt x="79" y="117"/>
                  <a:pt x="83" y="116"/>
                  <a:pt x="88" y="115"/>
                </a:cubicBezTo>
                <a:cubicBezTo>
                  <a:pt x="92" y="114"/>
                  <a:pt x="96" y="112"/>
                  <a:pt x="99" y="110"/>
                </a:cubicBezTo>
                <a:cubicBezTo>
                  <a:pt x="103" y="108"/>
                  <a:pt x="106" y="105"/>
                  <a:pt x="108" y="101"/>
                </a:cubicBezTo>
                <a:cubicBezTo>
                  <a:pt x="110" y="97"/>
                  <a:pt x="111" y="93"/>
                  <a:pt x="111" y="8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48" name="Freeform 351"/>
          <p:cNvSpPr>
            <a:spLocks noEditPoints="1"/>
          </p:cNvSpPr>
          <p:nvPr/>
        </p:nvSpPr>
        <p:spPr bwMode="auto">
          <a:xfrm>
            <a:off x="8845995" y="4806698"/>
            <a:ext cx="162083" cy="226916"/>
          </a:xfrm>
          <a:custGeom>
            <a:avLst/>
            <a:gdLst>
              <a:gd name="T0" fmla="*/ 111 w 113"/>
              <a:gd name="T1" fmla="*/ 20 h 158"/>
              <a:gd name="T2" fmla="*/ 106 w 113"/>
              <a:gd name="T3" fmla="*/ 45 h 158"/>
              <a:gd name="T4" fmla="*/ 100 w 113"/>
              <a:gd name="T5" fmla="*/ 79 h 158"/>
              <a:gd name="T6" fmla="*/ 96 w 113"/>
              <a:gd name="T7" fmla="*/ 95 h 158"/>
              <a:gd name="T8" fmla="*/ 96 w 113"/>
              <a:gd name="T9" fmla="*/ 98 h 158"/>
              <a:gd name="T10" fmla="*/ 94 w 113"/>
              <a:gd name="T11" fmla="*/ 101 h 158"/>
              <a:gd name="T12" fmla="*/ 92 w 113"/>
              <a:gd name="T13" fmla="*/ 104 h 158"/>
              <a:gd name="T14" fmla="*/ 88 w 113"/>
              <a:gd name="T15" fmla="*/ 106 h 158"/>
              <a:gd name="T16" fmla="*/ 83 w 113"/>
              <a:gd name="T17" fmla="*/ 107 h 158"/>
              <a:gd name="T18" fmla="*/ 57 w 113"/>
              <a:gd name="T19" fmla="*/ 107 h 158"/>
              <a:gd name="T20" fmla="*/ 55 w 113"/>
              <a:gd name="T21" fmla="*/ 108 h 158"/>
              <a:gd name="T22" fmla="*/ 15 w 113"/>
              <a:gd name="T23" fmla="*/ 155 h 158"/>
              <a:gd name="T24" fmla="*/ 9 w 113"/>
              <a:gd name="T25" fmla="*/ 157 h 158"/>
              <a:gd name="T26" fmla="*/ 5 w 113"/>
              <a:gd name="T27" fmla="*/ 157 h 158"/>
              <a:gd name="T28" fmla="*/ 0 w 113"/>
              <a:gd name="T29" fmla="*/ 148 h 158"/>
              <a:gd name="T30" fmla="*/ 0 w 113"/>
              <a:gd name="T31" fmla="*/ 14 h 158"/>
              <a:gd name="T32" fmla="*/ 3 w 113"/>
              <a:gd name="T33" fmla="*/ 5 h 158"/>
              <a:gd name="T34" fmla="*/ 14 w 113"/>
              <a:gd name="T35" fmla="*/ 0 h 158"/>
              <a:gd name="T36" fmla="*/ 98 w 113"/>
              <a:gd name="T37" fmla="*/ 0 h 158"/>
              <a:gd name="T38" fmla="*/ 110 w 113"/>
              <a:gd name="T39" fmla="*/ 5 h 158"/>
              <a:gd name="T40" fmla="*/ 111 w 113"/>
              <a:gd name="T41" fmla="*/ 20 h 158"/>
              <a:gd name="T42" fmla="*/ 90 w 113"/>
              <a:gd name="T43" fmla="*/ 41 h 158"/>
              <a:gd name="T44" fmla="*/ 93 w 113"/>
              <a:gd name="T45" fmla="*/ 23 h 158"/>
              <a:gd name="T46" fmla="*/ 93 w 113"/>
              <a:gd name="T47" fmla="*/ 19 h 158"/>
              <a:gd name="T48" fmla="*/ 89 w 113"/>
              <a:gd name="T49" fmla="*/ 18 h 158"/>
              <a:gd name="T50" fmla="*/ 22 w 113"/>
              <a:gd name="T51" fmla="*/ 18 h 158"/>
              <a:gd name="T52" fmla="*/ 18 w 113"/>
              <a:gd name="T53" fmla="*/ 19 h 158"/>
              <a:gd name="T54" fmla="*/ 17 w 113"/>
              <a:gd name="T55" fmla="*/ 23 h 158"/>
              <a:gd name="T56" fmla="*/ 17 w 113"/>
              <a:gd name="T57" fmla="*/ 127 h 158"/>
              <a:gd name="T58" fmla="*/ 17 w 113"/>
              <a:gd name="T59" fmla="*/ 127 h 158"/>
              <a:gd name="T60" fmla="*/ 45 w 113"/>
              <a:gd name="T61" fmla="*/ 94 h 158"/>
              <a:gd name="T62" fmla="*/ 49 w 113"/>
              <a:gd name="T63" fmla="*/ 90 h 158"/>
              <a:gd name="T64" fmla="*/ 53 w 113"/>
              <a:gd name="T65" fmla="*/ 90 h 158"/>
              <a:gd name="T66" fmla="*/ 76 w 113"/>
              <a:gd name="T67" fmla="*/ 90 h 158"/>
              <a:gd name="T68" fmla="*/ 79 w 113"/>
              <a:gd name="T69" fmla="*/ 88 h 158"/>
              <a:gd name="T70" fmla="*/ 81 w 113"/>
              <a:gd name="T71" fmla="*/ 85 h 158"/>
              <a:gd name="T72" fmla="*/ 84 w 113"/>
              <a:gd name="T73" fmla="*/ 67 h 158"/>
              <a:gd name="T74" fmla="*/ 83 w 113"/>
              <a:gd name="T75" fmla="*/ 64 h 158"/>
              <a:gd name="T76" fmla="*/ 80 w 113"/>
              <a:gd name="T77" fmla="*/ 62 h 158"/>
              <a:gd name="T78" fmla="*/ 52 w 113"/>
              <a:gd name="T79" fmla="*/ 62 h 158"/>
              <a:gd name="T80" fmla="*/ 47 w 113"/>
              <a:gd name="T81" fmla="*/ 60 h 158"/>
              <a:gd name="T82" fmla="*/ 46 w 113"/>
              <a:gd name="T83" fmla="*/ 56 h 158"/>
              <a:gd name="T84" fmla="*/ 46 w 113"/>
              <a:gd name="T85" fmla="*/ 52 h 158"/>
              <a:gd name="T86" fmla="*/ 47 w 113"/>
              <a:gd name="T87" fmla="*/ 47 h 158"/>
              <a:gd name="T88" fmla="*/ 52 w 113"/>
              <a:gd name="T89" fmla="*/ 45 h 158"/>
              <a:gd name="T90" fmla="*/ 85 w 113"/>
              <a:gd name="T91" fmla="*/ 45 h 158"/>
              <a:gd name="T92" fmla="*/ 88 w 113"/>
              <a:gd name="T93" fmla="*/ 44 h 158"/>
              <a:gd name="T94" fmla="*/ 90 w 113"/>
              <a:gd name="T95" fmla="*/ 41 h 158"/>
              <a:gd name="T96" fmla="*/ 111 w 113"/>
              <a:gd name="T97" fmla="*/ 20 h 158"/>
              <a:gd name="T98" fmla="*/ 96 w 113"/>
              <a:gd name="T99" fmla="*/ 95 h 158"/>
              <a:gd name="T100" fmla="*/ 100 w 113"/>
              <a:gd name="T101" fmla="*/ 79 h 158"/>
              <a:gd name="T102" fmla="*/ 106 w 113"/>
              <a:gd name="T103" fmla="*/ 45 h 158"/>
              <a:gd name="T104" fmla="*/ 111 w 113"/>
              <a:gd name="T105" fmla="*/ 20 h 1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13" h="158">
                <a:moveTo>
                  <a:pt x="111" y="20"/>
                </a:moveTo>
                <a:cubicBezTo>
                  <a:pt x="110" y="25"/>
                  <a:pt x="109" y="33"/>
                  <a:pt x="106" y="45"/>
                </a:cubicBezTo>
                <a:cubicBezTo>
                  <a:pt x="104" y="58"/>
                  <a:pt x="102" y="69"/>
                  <a:pt x="100" y="79"/>
                </a:cubicBezTo>
                <a:cubicBezTo>
                  <a:pt x="98" y="88"/>
                  <a:pt x="97" y="94"/>
                  <a:pt x="96" y="95"/>
                </a:cubicBezTo>
                <a:cubicBezTo>
                  <a:pt x="96" y="96"/>
                  <a:pt x="96" y="97"/>
                  <a:pt x="96" y="98"/>
                </a:cubicBezTo>
                <a:cubicBezTo>
                  <a:pt x="95" y="99"/>
                  <a:pt x="95" y="100"/>
                  <a:pt x="94" y="101"/>
                </a:cubicBezTo>
                <a:cubicBezTo>
                  <a:pt x="94" y="102"/>
                  <a:pt x="93" y="104"/>
                  <a:pt x="92" y="104"/>
                </a:cubicBezTo>
                <a:cubicBezTo>
                  <a:pt x="91" y="105"/>
                  <a:pt x="90" y="106"/>
                  <a:pt x="88" y="106"/>
                </a:cubicBezTo>
                <a:cubicBezTo>
                  <a:pt x="87" y="107"/>
                  <a:pt x="85" y="107"/>
                  <a:pt x="83" y="107"/>
                </a:cubicBezTo>
                <a:cubicBezTo>
                  <a:pt x="57" y="107"/>
                  <a:pt x="57" y="107"/>
                  <a:pt x="57" y="107"/>
                </a:cubicBezTo>
                <a:cubicBezTo>
                  <a:pt x="56" y="107"/>
                  <a:pt x="56" y="107"/>
                  <a:pt x="55" y="108"/>
                </a:cubicBezTo>
                <a:cubicBezTo>
                  <a:pt x="55" y="109"/>
                  <a:pt x="41" y="124"/>
                  <a:pt x="15" y="155"/>
                </a:cubicBezTo>
                <a:cubicBezTo>
                  <a:pt x="13" y="156"/>
                  <a:pt x="12" y="157"/>
                  <a:pt x="9" y="157"/>
                </a:cubicBezTo>
                <a:cubicBezTo>
                  <a:pt x="7" y="158"/>
                  <a:pt x="5" y="158"/>
                  <a:pt x="5" y="157"/>
                </a:cubicBezTo>
                <a:cubicBezTo>
                  <a:pt x="1" y="156"/>
                  <a:pt x="0" y="152"/>
                  <a:pt x="0" y="148"/>
                </a:cubicBezTo>
                <a:cubicBezTo>
                  <a:pt x="0" y="14"/>
                  <a:pt x="0" y="14"/>
                  <a:pt x="0" y="14"/>
                </a:cubicBezTo>
                <a:cubicBezTo>
                  <a:pt x="0" y="11"/>
                  <a:pt x="1" y="8"/>
                  <a:pt x="3" y="5"/>
                </a:cubicBezTo>
                <a:cubicBezTo>
                  <a:pt x="6" y="2"/>
                  <a:pt x="9" y="0"/>
                  <a:pt x="14" y="0"/>
                </a:cubicBezTo>
                <a:cubicBezTo>
                  <a:pt x="98" y="0"/>
                  <a:pt x="98" y="0"/>
                  <a:pt x="98" y="0"/>
                </a:cubicBezTo>
                <a:cubicBezTo>
                  <a:pt x="104" y="0"/>
                  <a:pt x="108" y="2"/>
                  <a:pt x="110" y="5"/>
                </a:cubicBezTo>
                <a:cubicBezTo>
                  <a:pt x="112" y="9"/>
                  <a:pt x="113" y="14"/>
                  <a:pt x="111" y="20"/>
                </a:cubicBezTo>
                <a:close/>
                <a:moveTo>
                  <a:pt x="90" y="41"/>
                </a:moveTo>
                <a:cubicBezTo>
                  <a:pt x="93" y="23"/>
                  <a:pt x="93" y="23"/>
                  <a:pt x="93" y="23"/>
                </a:cubicBezTo>
                <a:cubicBezTo>
                  <a:pt x="94" y="21"/>
                  <a:pt x="93" y="20"/>
                  <a:pt x="93" y="19"/>
                </a:cubicBezTo>
                <a:cubicBezTo>
                  <a:pt x="92" y="18"/>
                  <a:pt x="91" y="18"/>
                  <a:pt x="89" y="18"/>
                </a:cubicBezTo>
                <a:cubicBezTo>
                  <a:pt x="22" y="18"/>
                  <a:pt x="22" y="18"/>
                  <a:pt x="22" y="18"/>
                </a:cubicBezTo>
                <a:cubicBezTo>
                  <a:pt x="20" y="18"/>
                  <a:pt x="19" y="18"/>
                  <a:pt x="18" y="19"/>
                </a:cubicBezTo>
                <a:cubicBezTo>
                  <a:pt x="17" y="20"/>
                  <a:pt x="17" y="21"/>
                  <a:pt x="17" y="23"/>
                </a:cubicBezTo>
                <a:cubicBezTo>
                  <a:pt x="17" y="127"/>
                  <a:pt x="17" y="127"/>
                  <a:pt x="17" y="127"/>
                </a:cubicBezTo>
                <a:cubicBezTo>
                  <a:pt x="17" y="127"/>
                  <a:pt x="17" y="127"/>
                  <a:pt x="17" y="127"/>
                </a:cubicBezTo>
                <a:cubicBezTo>
                  <a:pt x="45" y="94"/>
                  <a:pt x="45" y="94"/>
                  <a:pt x="45" y="94"/>
                </a:cubicBezTo>
                <a:cubicBezTo>
                  <a:pt x="46" y="92"/>
                  <a:pt x="48" y="91"/>
                  <a:pt x="49" y="90"/>
                </a:cubicBezTo>
                <a:cubicBezTo>
                  <a:pt x="49" y="90"/>
                  <a:pt x="51" y="90"/>
                  <a:pt x="53" y="90"/>
                </a:cubicBezTo>
                <a:cubicBezTo>
                  <a:pt x="76" y="90"/>
                  <a:pt x="76" y="90"/>
                  <a:pt x="76" y="90"/>
                </a:cubicBezTo>
                <a:cubicBezTo>
                  <a:pt x="77" y="90"/>
                  <a:pt x="78" y="89"/>
                  <a:pt x="79" y="88"/>
                </a:cubicBezTo>
                <a:cubicBezTo>
                  <a:pt x="80" y="87"/>
                  <a:pt x="81" y="86"/>
                  <a:pt x="81" y="85"/>
                </a:cubicBezTo>
                <a:cubicBezTo>
                  <a:pt x="82" y="77"/>
                  <a:pt x="84" y="71"/>
                  <a:pt x="84" y="67"/>
                </a:cubicBezTo>
                <a:cubicBezTo>
                  <a:pt x="85" y="66"/>
                  <a:pt x="84" y="65"/>
                  <a:pt x="83" y="64"/>
                </a:cubicBezTo>
                <a:cubicBezTo>
                  <a:pt x="82" y="62"/>
                  <a:pt x="81" y="62"/>
                  <a:pt x="80" y="62"/>
                </a:cubicBezTo>
                <a:cubicBezTo>
                  <a:pt x="52" y="62"/>
                  <a:pt x="52" y="62"/>
                  <a:pt x="52" y="62"/>
                </a:cubicBezTo>
                <a:cubicBezTo>
                  <a:pt x="50" y="62"/>
                  <a:pt x="49" y="61"/>
                  <a:pt x="47" y="60"/>
                </a:cubicBezTo>
                <a:cubicBezTo>
                  <a:pt x="46" y="59"/>
                  <a:pt x="46" y="57"/>
                  <a:pt x="46" y="56"/>
                </a:cubicBezTo>
                <a:cubicBezTo>
                  <a:pt x="46" y="52"/>
                  <a:pt x="46" y="52"/>
                  <a:pt x="46" y="52"/>
                </a:cubicBezTo>
                <a:cubicBezTo>
                  <a:pt x="46" y="50"/>
                  <a:pt x="46" y="48"/>
                  <a:pt x="47" y="47"/>
                </a:cubicBezTo>
                <a:cubicBezTo>
                  <a:pt x="49" y="46"/>
                  <a:pt x="50" y="45"/>
                  <a:pt x="52" y="45"/>
                </a:cubicBezTo>
                <a:cubicBezTo>
                  <a:pt x="85" y="45"/>
                  <a:pt x="85" y="45"/>
                  <a:pt x="85" y="45"/>
                </a:cubicBezTo>
                <a:cubicBezTo>
                  <a:pt x="86" y="45"/>
                  <a:pt x="87" y="45"/>
                  <a:pt x="88" y="44"/>
                </a:cubicBezTo>
                <a:cubicBezTo>
                  <a:pt x="89" y="43"/>
                  <a:pt x="90" y="42"/>
                  <a:pt x="90" y="41"/>
                </a:cubicBezTo>
                <a:close/>
                <a:moveTo>
                  <a:pt x="111" y="20"/>
                </a:moveTo>
                <a:cubicBezTo>
                  <a:pt x="96" y="95"/>
                  <a:pt x="96" y="95"/>
                  <a:pt x="96" y="95"/>
                </a:cubicBezTo>
                <a:cubicBezTo>
                  <a:pt x="97" y="94"/>
                  <a:pt x="98" y="88"/>
                  <a:pt x="100" y="79"/>
                </a:cubicBezTo>
                <a:cubicBezTo>
                  <a:pt x="102" y="69"/>
                  <a:pt x="104" y="58"/>
                  <a:pt x="106" y="45"/>
                </a:cubicBezTo>
                <a:cubicBezTo>
                  <a:pt x="109" y="33"/>
                  <a:pt x="110" y="25"/>
                  <a:pt x="111" y="2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49" name="Freeform 352"/>
          <p:cNvSpPr>
            <a:spLocks noEditPoints="1"/>
          </p:cNvSpPr>
          <p:nvPr/>
        </p:nvSpPr>
        <p:spPr bwMode="auto">
          <a:xfrm>
            <a:off x="9075072" y="4823987"/>
            <a:ext cx="209627" cy="209627"/>
          </a:xfrm>
          <a:custGeom>
            <a:avLst/>
            <a:gdLst>
              <a:gd name="T0" fmla="*/ 145 w 145"/>
              <a:gd name="T1" fmla="*/ 6 h 146"/>
              <a:gd name="T2" fmla="*/ 145 w 145"/>
              <a:gd name="T3" fmla="*/ 139 h 146"/>
              <a:gd name="T4" fmla="*/ 143 w 145"/>
              <a:gd name="T5" fmla="*/ 144 h 146"/>
              <a:gd name="T6" fmla="*/ 139 w 145"/>
              <a:gd name="T7" fmla="*/ 146 h 146"/>
              <a:gd name="T8" fmla="*/ 6 w 145"/>
              <a:gd name="T9" fmla="*/ 146 h 146"/>
              <a:gd name="T10" fmla="*/ 2 w 145"/>
              <a:gd name="T11" fmla="*/ 144 h 146"/>
              <a:gd name="T12" fmla="*/ 0 w 145"/>
              <a:gd name="T13" fmla="*/ 139 h 146"/>
              <a:gd name="T14" fmla="*/ 0 w 145"/>
              <a:gd name="T15" fmla="*/ 6 h 146"/>
              <a:gd name="T16" fmla="*/ 2 w 145"/>
              <a:gd name="T17" fmla="*/ 2 h 146"/>
              <a:gd name="T18" fmla="*/ 6 w 145"/>
              <a:gd name="T19" fmla="*/ 0 h 146"/>
              <a:gd name="T20" fmla="*/ 139 w 145"/>
              <a:gd name="T21" fmla="*/ 0 h 146"/>
              <a:gd name="T22" fmla="*/ 143 w 145"/>
              <a:gd name="T23" fmla="*/ 2 h 146"/>
              <a:gd name="T24" fmla="*/ 145 w 145"/>
              <a:gd name="T25" fmla="*/ 6 h 146"/>
              <a:gd name="T26" fmla="*/ 66 w 145"/>
              <a:gd name="T27" fmla="*/ 115 h 146"/>
              <a:gd name="T28" fmla="*/ 66 w 145"/>
              <a:gd name="T29" fmla="*/ 18 h 146"/>
              <a:gd name="T30" fmla="*/ 65 w 145"/>
              <a:gd name="T31" fmla="*/ 16 h 146"/>
              <a:gd name="T32" fmla="*/ 63 w 145"/>
              <a:gd name="T33" fmla="*/ 15 h 146"/>
              <a:gd name="T34" fmla="*/ 18 w 145"/>
              <a:gd name="T35" fmla="*/ 15 h 146"/>
              <a:gd name="T36" fmla="*/ 16 w 145"/>
              <a:gd name="T37" fmla="*/ 16 h 146"/>
              <a:gd name="T38" fmla="*/ 15 w 145"/>
              <a:gd name="T39" fmla="*/ 18 h 146"/>
              <a:gd name="T40" fmla="*/ 15 w 145"/>
              <a:gd name="T41" fmla="*/ 115 h 146"/>
              <a:gd name="T42" fmla="*/ 16 w 145"/>
              <a:gd name="T43" fmla="*/ 117 h 146"/>
              <a:gd name="T44" fmla="*/ 18 w 145"/>
              <a:gd name="T45" fmla="*/ 118 h 146"/>
              <a:gd name="T46" fmla="*/ 63 w 145"/>
              <a:gd name="T47" fmla="*/ 118 h 146"/>
              <a:gd name="T48" fmla="*/ 65 w 145"/>
              <a:gd name="T49" fmla="*/ 117 h 146"/>
              <a:gd name="T50" fmla="*/ 66 w 145"/>
              <a:gd name="T51" fmla="*/ 115 h 146"/>
              <a:gd name="T52" fmla="*/ 130 w 145"/>
              <a:gd name="T53" fmla="*/ 79 h 146"/>
              <a:gd name="T54" fmla="*/ 130 w 145"/>
              <a:gd name="T55" fmla="*/ 18 h 146"/>
              <a:gd name="T56" fmla="*/ 129 w 145"/>
              <a:gd name="T57" fmla="*/ 16 h 146"/>
              <a:gd name="T58" fmla="*/ 127 w 145"/>
              <a:gd name="T59" fmla="*/ 15 h 146"/>
              <a:gd name="T60" fmla="*/ 81 w 145"/>
              <a:gd name="T61" fmla="*/ 15 h 146"/>
              <a:gd name="T62" fmla="*/ 79 w 145"/>
              <a:gd name="T63" fmla="*/ 16 h 146"/>
              <a:gd name="T64" fmla="*/ 78 w 145"/>
              <a:gd name="T65" fmla="*/ 18 h 146"/>
              <a:gd name="T66" fmla="*/ 78 w 145"/>
              <a:gd name="T67" fmla="*/ 79 h 146"/>
              <a:gd name="T68" fmla="*/ 79 w 145"/>
              <a:gd name="T69" fmla="*/ 81 h 146"/>
              <a:gd name="T70" fmla="*/ 81 w 145"/>
              <a:gd name="T71" fmla="*/ 82 h 146"/>
              <a:gd name="T72" fmla="*/ 127 w 145"/>
              <a:gd name="T73" fmla="*/ 82 h 146"/>
              <a:gd name="T74" fmla="*/ 129 w 145"/>
              <a:gd name="T75" fmla="*/ 81 h 146"/>
              <a:gd name="T76" fmla="*/ 130 w 145"/>
              <a:gd name="T77" fmla="*/ 79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45" h="146">
                <a:moveTo>
                  <a:pt x="145" y="6"/>
                </a:moveTo>
                <a:cubicBezTo>
                  <a:pt x="145" y="139"/>
                  <a:pt x="145" y="139"/>
                  <a:pt x="145" y="139"/>
                </a:cubicBezTo>
                <a:cubicBezTo>
                  <a:pt x="145" y="141"/>
                  <a:pt x="144" y="143"/>
                  <a:pt x="143" y="144"/>
                </a:cubicBezTo>
                <a:cubicBezTo>
                  <a:pt x="142" y="145"/>
                  <a:pt x="141" y="146"/>
                  <a:pt x="139" y="146"/>
                </a:cubicBezTo>
                <a:cubicBezTo>
                  <a:pt x="6" y="146"/>
                  <a:pt x="6" y="146"/>
                  <a:pt x="6" y="146"/>
                </a:cubicBezTo>
                <a:cubicBezTo>
                  <a:pt x="4" y="146"/>
                  <a:pt x="3" y="145"/>
                  <a:pt x="2" y="144"/>
                </a:cubicBezTo>
                <a:cubicBezTo>
                  <a:pt x="0" y="143"/>
                  <a:pt x="0" y="141"/>
                  <a:pt x="0" y="139"/>
                </a:cubicBezTo>
                <a:cubicBezTo>
                  <a:pt x="0" y="6"/>
                  <a:pt x="0" y="6"/>
                  <a:pt x="0" y="6"/>
                </a:cubicBezTo>
                <a:cubicBezTo>
                  <a:pt x="0" y="5"/>
                  <a:pt x="0" y="3"/>
                  <a:pt x="2" y="2"/>
                </a:cubicBezTo>
                <a:cubicBezTo>
                  <a:pt x="3" y="1"/>
                  <a:pt x="4" y="0"/>
                  <a:pt x="6" y="0"/>
                </a:cubicBezTo>
                <a:cubicBezTo>
                  <a:pt x="139" y="0"/>
                  <a:pt x="139" y="0"/>
                  <a:pt x="139" y="0"/>
                </a:cubicBezTo>
                <a:cubicBezTo>
                  <a:pt x="141" y="0"/>
                  <a:pt x="142" y="1"/>
                  <a:pt x="143" y="2"/>
                </a:cubicBezTo>
                <a:cubicBezTo>
                  <a:pt x="144" y="3"/>
                  <a:pt x="145" y="5"/>
                  <a:pt x="145" y="6"/>
                </a:cubicBezTo>
                <a:close/>
                <a:moveTo>
                  <a:pt x="66" y="115"/>
                </a:moveTo>
                <a:cubicBezTo>
                  <a:pt x="66" y="18"/>
                  <a:pt x="66" y="18"/>
                  <a:pt x="66" y="18"/>
                </a:cubicBezTo>
                <a:cubicBezTo>
                  <a:pt x="66" y="18"/>
                  <a:pt x="66" y="17"/>
                  <a:pt x="65" y="16"/>
                </a:cubicBezTo>
                <a:cubicBezTo>
                  <a:pt x="65" y="16"/>
                  <a:pt x="64" y="15"/>
                  <a:pt x="63" y="15"/>
                </a:cubicBezTo>
                <a:cubicBezTo>
                  <a:pt x="18" y="15"/>
                  <a:pt x="18" y="15"/>
                  <a:pt x="18" y="15"/>
                </a:cubicBezTo>
                <a:cubicBezTo>
                  <a:pt x="17" y="15"/>
                  <a:pt x="16" y="16"/>
                  <a:pt x="16" y="16"/>
                </a:cubicBezTo>
                <a:cubicBezTo>
                  <a:pt x="15" y="17"/>
                  <a:pt x="15" y="18"/>
                  <a:pt x="15" y="18"/>
                </a:cubicBezTo>
                <a:cubicBezTo>
                  <a:pt x="15" y="115"/>
                  <a:pt x="15" y="115"/>
                  <a:pt x="15" y="115"/>
                </a:cubicBezTo>
                <a:cubicBezTo>
                  <a:pt x="15" y="116"/>
                  <a:pt x="15" y="117"/>
                  <a:pt x="16" y="117"/>
                </a:cubicBezTo>
                <a:cubicBezTo>
                  <a:pt x="16" y="118"/>
                  <a:pt x="17" y="118"/>
                  <a:pt x="18" y="118"/>
                </a:cubicBezTo>
                <a:cubicBezTo>
                  <a:pt x="63" y="118"/>
                  <a:pt x="63" y="118"/>
                  <a:pt x="63" y="118"/>
                </a:cubicBezTo>
                <a:cubicBezTo>
                  <a:pt x="64" y="118"/>
                  <a:pt x="65" y="118"/>
                  <a:pt x="65" y="117"/>
                </a:cubicBezTo>
                <a:cubicBezTo>
                  <a:pt x="66" y="117"/>
                  <a:pt x="66" y="116"/>
                  <a:pt x="66" y="115"/>
                </a:cubicBezTo>
                <a:close/>
                <a:moveTo>
                  <a:pt x="130" y="79"/>
                </a:moveTo>
                <a:cubicBezTo>
                  <a:pt x="130" y="18"/>
                  <a:pt x="130" y="18"/>
                  <a:pt x="130" y="18"/>
                </a:cubicBezTo>
                <a:cubicBezTo>
                  <a:pt x="130" y="18"/>
                  <a:pt x="130" y="17"/>
                  <a:pt x="129" y="16"/>
                </a:cubicBezTo>
                <a:cubicBezTo>
                  <a:pt x="128" y="16"/>
                  <a:pt x="128" y="15"/>
                  <a:pt x="127" y="15"/>
                </a:cubicBezTo>
                <a:cubicBezTo>
                  <a:pt x="81" y="15"/>
                  <a:pt x="81" y="15"/>
                  <a:pt x="81" y="15"/>
                </a:cubicBezTo>
                <a:cubicBezTo>
                  <a:pt x="81" y="15"/>
                  <a:pt x="80" y="16"/>
                  <a:pt x="79" y="16"/>
                </a:cubicBezTo>
                <a:cubicBezTo>
                  <a:pt x="79" y="17"/>
                  <a:pt x="78" y="18"/>
                  <a:pt x="78" y="18"/>
                </a:cubicBezTo>
                <a:cubicBezTo>
                  <a:pt x="78" y="79"/>
                  <a:pt x="78" y="79"/>
                  <a:pt x="78" y="79"/>
                </a:cubicBezTo>
                <a:cubicBezTo>
                  <a:pt x="78" y="80"/>
                  <a:pt x="79" y="81"/>
                  <a:pt x="79" y="81"/>
                </a:cubicBezTo>
                <a:cubicBezTo>
                  <a:pt x="80" y="82"/>
                  <a:pt x="81" y="82"/>
                  <a:pt x="81" y="82"/>
                </a:cubicBezTo>
                <a:cubicBezTo>
                  <a:pt x="127" y="82"/>
                  <a:pt x="127" y="82"/>
                  <a:pt x="127" y="82"/>
                </a:cubicBezTo>
                <a:cubicBezTo>
                  <a:pt x="128" y="82"/>
                  <a:pt x="128" y="82"/>
                  <a:pt x="129" y="81"/>
                </a:cubicBezTo>
                <a:cubicBezTo>
                  <a:pt x="130" y="81"/>
                  <a:pt x="130" y="80"/>
                  <a:pt x="130" y="7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50" name="Freeform 353"/>
          <p:cNvSpPr>
            <a:spLocks noEditPoints="1"/>
          </p:cNvSpPr>
          <p:nvPr/>
        </p:nvSpPr>
        <p:spPr bwMode="auto">
          <a:xfrm>
            <a:off x="9347371" y="4811021"/>
            <a:ext cx="172888" cy="239881"/>
          </a:xfrm>
          <a:custGeom>
            <a:avLst/>
            <a:gdLst>
              <a:gd name="T0" fmla="*/ 121 w 121"/>
              <a:gd name="T1" fmla="*/ 97 h 167"/>
              <a:gd name="T2" fmla="*/ 119 w 121"/>
              <a:gd name="T3" fmla="*/ 103 h 167"/>
              <a:gd name="T4" fmla="*/ 112 w 121"/>
              <a:gd name="T5" fmla="*/ 106 h 167"/>
              <a:gd name="T6" fmla="*/ 105 w 121"/>
              <a:gd name="T7" fmla="*/ 102 h 167"/>
              <a:gd name="T8" fmla="*/ 83 w 121"/>
              <a:gd name="T9" fmla="*/ 70 h 167"/>
              <a:gd name="T10" fmla="*/ 79 w 121"/>
              <a:gd name="T11" fmla="*/ 70 h 167"/>
              <a:gd name="T12" fmla="*/ 79 w 121"/>
              <a:gd name="T13" fmla="*/ 82 h 167"/>
              <a:gd name="T14" fmla="*/ 102 w 121"/>
              <a:gd name="T15" fmla="*/ 121 h 167"/>
              <a:gd name="T16" fmla="*/ 103 w 121"/>
              <a:gd name="T17" fmla="*/ 124 h 167"/>
              <a:gd name="T18" fmla="*/ 101 w 121"/>
              <a:gd name="T19" fmla="*/ 129 h 167"/>
              <a:gd name="T20" fmla="*/ 97 w 121"/>
              <a:gd name="T21" fmla="*/ 130 h 167"/>
              <a:gd name="T22" fmla="*/ 79 w 121"/>
              <a:gd name="T23" fmla="*/ 130 h 167"/>
              <a:gd name="T24" fmla="*/ 79 w 121"/>
              <a:gd name="T25" fmla="*/ 156 h 167"/>
              <a:gd name="T26" fmla="*/ 76 w 121"/>
              <a:gd name="T27" fmla="*/ 164 h 167"/>
              <a:gd name="T28" fmla="*/ 68 w 121"/>
              <a:gd name="T29" fmla="*/ 167 h 167"/>
              <a:gd name="T30" fmla="*/ 53 w 121"/>
              <a:gd name="T31" fmla="*/ 167 h 167"/>
              <a:gd name="T32" fmla="*/ 46 w 121"/>
              <a:gd name="T33" fmla="*/ 164 h 167"/>
              <a:gd name="T34" fmla="*/ 43 w 121"/>
              <a:gd name="T35" fmla="*/ 156 h 167"/>
              <a:gd name="T36" fmla="*/ 43 w 121"/>
              <a:gd name="T37" fmla="*/ 130 h 167"/>
              <a:gd name="T38" fmla="*/ 24 w 121"/>
              <a:gd name="T39" fmla="*/ 130 h 167"/>
              <a:gd name="T40" fmla="*/ 20 w 121"/>
              <a:gd name="T41" fmla="*/ 129 h 167"/>
              <a:gd name="T42" fmla="*/ 18 w 121"/>
              <a:gd name="T43" fmla="*/ 124 h 167"/>
              <a:gd name="T44" fmla="*/ 19 w 121"/>
              <a:gd name="T45" fmla="*/ 121 h 167"/>
              <a:gd name="T46" fmla="*/ 43 w 121"/>
              <a:gd name="T47" fmla="*/ 82 h 167"/>
              <a:gd name="T48" fmla="*/ 43 w 121"/>
              <a:gd name="T49" fmla="*/ 70 h 167"/>
              <a:gd name="T50" fmla="*/ 38 w 121"/>
              <a:gd name="T51" fmla="*/ 70 h 167"/>
              <a:gd name="T52" fmla="*/ 17 w 121"/>
              <a:gd name="T53" fmla="*/ 102 h 167"/>
              <a:gd name="T54" fmla="*/ 9 w 121"/>
              <a:gd name="T55" fmla="*/ 106 h 167"/>
              <a:gd name="T56" fmla="*/ 3 w 121"/>
              <a:gd name="T57" fmla="*/ 103 h 167"/>
              <a:gd name="T58" fmla="*/ 0 w 121"/>
              <a:gd name="T59" fmla="*/ 97 h 167"/>
              <a:gd name="T60" fmla="*/ 2 w 121"/>
              <a:gd name="T61" fmla="*/ 92 h 167"/>
              <a:gd name="T62" fmla="*/ 26 w 121"/>
              <a:gd name="T63" fmla="*/ 56 h 167"/>
              <a:gd name="T64" fmla="*/ 43 w 121"/>
              <a:gd name="T65" fmla="*/ 46 h 167"/>
              <a:gd name="T66" fmla="*/ 79 w 121"/>
              <a:gd name="T67" fmla="*/ 46 h 167"/>
              <a:gd name="T68" fmla="*/ 96 w 121"/>
              <a:gd name="T69" fmla="*/ 56 h 167"/>
              <a:gd name="T70" fmla="*/ 120 w 121"/>
              <a:gd name="T71" fmla="*/ 92 h 167"/>
              <a:gd name="T72" fmla="*/ 121 w 121"/>
              <a:gd name="T73" fmla="*/ 97 h 167"/>
              <a:gd name="T74" fmla="*/ 76 w 121"/>
              <a:gd name="T75" fmla="*/ 6 h 167"/>
              <a:gd name="T76" fmla="*/ 82 w 121"/>
              <a:gd name="T77" fmla="*/ 21 h 167"/>
              <a:gd name="T78" fmla="*/ 76 w 121"/>
              <a:gd name="T79" fmla="*/ 36 h 167"/>
              <a:gd name="T80" fmla="*/ 61 w 121"/>
              <a:gd name="T81" fmla="*/ 43 h 167"/>
              <a:gd name="T82" fmla="*/ 46 w 121"/>
              <a:gd name="T83" fmla="*/ 36 h 167"/>
              <a:gd name="T84" fmla="*/ 40 w 121"/>
              <a:gd name="T85" fmla="*/ 21 h 167"/>
              <a:gd name="T86" fmla="*/ 46 w 121"/>
              <a:gd name="T87" fmla="*/ 6 h 167"/>
              <a:gd name="T88" fmla="*/ 61 w 121"/>
              <a:gd name="T89" fmla="*/ 0 h 167"/>
              <a:gd name="T90" fmla="*/ 76 w 121"/>
              <a:gd name="T91" fmla="*/ 6 h 1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21" h="167">
                <a:moveTo>
                  <a:pt x="121" y="97"/>
                </a:moveTo>
                <a:cubicBezTo>
                  <a:pt x="121" y="100"/>
                  <a:pt x="120" y="102"/>
                  <a:pt x="119" y="103"/>
                </a:cubicBezTo>
                <a:cubicBezTo>
                  <a:pt x="117" y="105"/>
                  <a:pt x="115" y="106"/>
                  <a:pt x="112" y="106"/>
                </a:cubicBezTo>
                <a:cubicBezTo>
                  <a:pt x="109" y="106"/>
                  <a:pt x="106" y="105"/>
                  <a:pt x="105" y="102"/>
                </a:cubicBezTo>
                <a:cubicBezTo>
                  <a:pt x="83" y="70"/>
                  <a:pt x="83" y="70"/>
                  <a:pt x="83" y="70"/>
                </a:cubicBezTo>
                <a:cubicBezTo>
                  <a:pt x="79" y="70"/>
                  <a:pt x="79" y="70"/>
                  <a:pt x="79" y="70"/>
                </a:cubicBezTo>
                <a:cubicBezTo>
                  <a:pt x="79" y="82"/>
                  <a:pt x="79" y="82"/>
                  <a:pt x="79" y="82"/>
                </a:cubicBezTo>
                <a:cubicBezTo>
                  <a:pt x="102" y="121"/>
                  <a:pt x="102" y="121"/>
                  <a:pt x="102" y="121"/>
                </a:cubicBezTo>
                <a:cubicBezTo>
                  <a:pt x="103" y="122"/>
                  <a:pt x="103" y="123"/>
                  <a:pt x="103" y="124"/>
                </a:cubicBezTo>
                <a:cubicBezTo>
                  <a:pt x="103" y="126"/>
                  <a:pt x="103" y="127"/>
                  <a:pt x="101" y="129"/>
                </a:cubicBezTo>
                <a:cubicBezTo>
                  <a:pt x="100" y="130"/>
                  <a:pt x="99" y="130"/>
                  <a:pt x="97" y="130"/>
                </a:cubicBezTo>
                <a:cubicBezTo>
                  <a:pt x="79" y="130"/>
                  <a:pt x="79" y="130"/>
                  <a:pt x="79" y="130"/>
                </a:cubicBezTo>
                <a:cubicBezTo>
                  <a:pt x="79" y="156"/>
                  <a:pt x="79" y="156"/>
                  <a:pt x="79" y="156"/>
                </a:cubicBezTo>
                <a:cubicBezTo>
                  <a:pt x="79" y="159"/>
                  <a:pt x="78" y="161"/>
                  <a:pt x="76" y="164"/>
                </a:cubicBezTo>
                <a:cubicBezTo>
                  <a:pt x="74" y="166"/>
                  <a:pt x="71" y="167"/>
                  <a:pt x="68" y="167"/>
                </a:cubicBezTo>
                <a:cubicBezTo>
                  <a:pt x="53" y="167"/>
                  <a:pt x="53" y="167"/>
                  <a:pt x="53" y="167"/>
                </a:cubicBezTo>
                <a:cubicBezTo>
                  <a:pt x="50" y="167"/>
                  <a:pt x="48" y="166"/>
                  <a:pt x="46" y="164"/>
                </a:cubicBezTo>
                <a:cubicBezTo>
                  <a:pt x="44" y="161"/>
                  <a:pt x="43" y="159"/>
                  <a:pt x="43" y="156"/>
                </a:cubicBezTo>
                <a:cubicBezTo>
                  <a:pt x="43" y="130"/>
                  <a:pt x="43" y="130"/>
                  <a:pt x="43" y="130"/>
                </a:cubicBezTo>
                <a:cubicBezTo>
                  <a:pt x="24" y="130"/>
                  <a:pt x="24" y="130"/>
                  <a:pt x="24" y="130"/>
                </a:cubicBezTo>
                <a:cubicBezTo>
                  <a:pt x="23" y="130"/>
                  <a:pt x="21" y="130"/>
                  <a:pt x="20" y="129"/>
                </a:cubicBezTo>
                <a:cubicBezTo>
                  <a:pt x="19" y="127"/>
                  <a:pt x="18" y="126"/>
                  <a:pt x="18" y="124"/>
                </a:cubicBezTo>
                <a:cubicBezTo>
                  <a:pt x="18" y="123"/>
                  <a:pt x="19" y="122"/>
                  <a:pt x="19" y="121"/>
                </a:cubicBezTo>
                <a:cubicBezTo>
                  <a:pt x="43" y="82"/>
                  <a:pt x="43" y="82"/>
                  <a:pt x="43" y="82"/>
                </a:cubicBezTo>
                <a:cubicBezTo>
                  <a:pt x="43" y="70"/>
                  <a:pt x="43" y="70"/>
                  <a:pt x="43" y="70"/>
                </a:cubicBezTo>
                <a:cubicBezTo>
                  <a:pt x="38" y="70"/>
                  <a:pt x="38" y="70"/>
                  <a:pt x="38" y="70"/>
                </a:cubicBezTo>
                <a:cubicBezTo>
                  <a:pt x="17" y="102"/>
                  <a:pt x="17" y="102"/>
                  <a:pt x="17" y="102"/>
                </a:cubicBezTo>
                <a:cubicBezTo>
                  <a:pt x="15" y="105"/>
                  <a:pt x="13" y="106"/>
                  <a:pt x="9" y="106"/>
                </a:cubicBezTo>
                <a:cubicBezTo>
                  <a:pt x="7" y="106"/>
                  <a:pt x="5" y="105"/>
                  <a:pt x="3" y="103"/>
                </a:cubicBezTo>
                <a:cubicBezTo>
                  <a:pt x="1" y="102"/>
                  <a:pt x="0" y="100"/>
                  <a:pt x="0" y="97"/>
                </a:cubicBezTo>
                <a:cubicBezTo>
                  <a:pt x="0" y="95"/>
                  <a:pt x="1" y="94"/>
                  <a:pt x="2" y="92"/>
                </a:cubicBezTo>
                <a:cubicBezTo>
                  <a:pt x="26" y="56"/>
                  <a:pt x="26" y="56"/>
                  <a:pt x="26" y="56"/>
                </a:cubicBezTo>
                <a:cubicBezTo>
                  <a:pt x="31" y="49"/>
                  <a:pt x="36" y="46"/>
                  <a:pt x="43" y="46"/>
                </a:cubicBezTo>
                <a:cubicBezTo>
                  <a:pt x="79" y="46"/>
                  <a:pt x="79" y="46"/>
                  <a:pt x="79" y="46"/>
                </a:cubicBezTo>
                <a:cubicBezTo>
                  <a:pt x="85" y="46"/>
                  <a:pt x="91" y="49"/>
                  <a:pt x="96" y="56"/>
                </a:cubicBezTo>
                <a:cubicBezTo>
                  <a:pt x="120" y="92"/>
                  <a:pt x="120" y="92"/>
                  <a:pt x="120" y="92"/>
                </a:cubicBezTo>
                <a:cubicBezTo>
                  <a:pt x="121" y="94"/>
                  <a:pt x="121" y="95"/>
                  <a:pt x="121" y="97"/>
                </a:cubicBezTo>
                <a:close/>
                <a:moveTo>
                  <a:pt x="76" y="6"/>
                </a:moveTo>
                <a:cubicBezTo>
                  <a:pt x="80" y="11"/>
                  <a:pt x="82" y="16"/>
                  <a:pt x="82" y="21"/>
                </a:cubicBezTo>
                <a:cubicBezTo>
                  <a:pt x="82" y="27"/>
                  <a:pt x="80" y="32"/>
                  <a:pt x="76" y="36"/>
                </a:cubicBezTo>
                <a:cubicBezTo>
                  <a:pt x="72" y="41"/>
                  <a:pt x="67" y="43"/>
                  <a:pt x="61" y="43"/>
                </a:cubicBezTo>
                <a:cubicBezTo>
                  <a:pt x="55" y="43"/>
                  <a:pt x="50" y="41"/>
                  <a:pt x="46" y="36"/>
                </a:cubicBezTo>
                <a:cubicBezTo>
                  <a:pt x="42" y="32"/>
                  <a:pt x="40" y="27"/>
                  <a:pt x="40" y="21"/>
                </a:cubicBezTo>
                <a:cubicBezTo>
                  <a:pt x="40" y="16"/>
                  <a:pt x="42" y="11"/>
                  <a:pt x="46" y="6"/>
                </a:cubicBezTo>
                <a:cubicBezTo>
                  <a:pt x="50" y="2"/>
                  <a:pt x="55" y="0"/>
                  <a:pt x="61" y="0"/>
                </a:cubicBezTo>
                <a:cubicBezTo>
                  <a:pt x="67" y="0"/>
                  <a:pt x="72" y="2"/>
                  <a:pt x="76" y="6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51" name="Freeform 354"/>
          <p:cNvSpPr>
            <a:spLocks noEditPoints="1"/>
          </p:cNvSpPr>
          <p:nvPr/>
        </p:nvSpPr>
        <p:spPr bwMode="auto">
          <a:xfrm>
            <a:off x="9585090" y="4811021"/>
            <a:ext cx="136151" cy="239881"/>
          </a:xfrm>
          <a:custGeom>
            <a:avLst/>
            <a:gdLst>
              <a:gd name="T0" fmla="*/ 96 w 96"/>
              <a:gd name="T1" fmla="*/ 64 h 167"/>
              <a:gd name="T2" fmla="*/ 96 w 96"/>
              <a:gd name="T3" fmla="*/ 103 h 167"/>
              <a:gd name="T4" fmla="*/ 94 w 96"/>
              <a:gd name="T5" fmla="*/ 110 h 167"/>
              <a:gd name="T6" fmla="*/ 87 w 96"/>
              <a:gd name="T7" fmla="*/ 112 h 167"/>
              <a:gd name="T8" fmla="*/ 81 w 96"/>
              <a:gd name="T9" fmla="*/ 110 h 167"/>
              <a:gd name="T10" fmla="*/ 78 w 96"/>
              <a:gd name="T11" fmla="*/ 103 h 167"/>
              <a:gd name="T12" fmla="*/ 78 w 96"/>
              <a:gd name="T13" fmla="*/ 70 h 167"/>
              <a:gd name="T14" fmla="*/ 72 w 96"/>
              <a:gd name="T15" fmla="*/ 70 h 167"/>
              <a:gd name="T16" fmla="*/ 72 w 96"/>
              <a:gd name="T17" fmla="*/ 156 h 167"/>
              <a:gd name="T18" fmla="*/ 69 w 96"/>
              <a:gd name="T19" fmla="*/ 164 h 167"/>
              <a:gd name="T20" fmla="*/ 62 w 96"/>
              <a:gd name="T21" fmla="*/ 167 h 167"/>
              <a:gd name="T22" fmla="*/ 54 w 96"/>
              <a:gd name="T23" fmla="*/ 164 h 167"/>
              <a:gd name="T24" fmla="*/ 51 w 96"/>
              <a:gd name="T25" fmla="*/ 156 h 167"/>
              <a:gd name="T26" fmla="*/ 51 w 96"/>
              <a:gd name="T27" fmla="*/ 112 h 167"/>
              <a:gd name="T28" fmla="*/ 45 w 96"/>
              <a:gd name="T29" fmla="*/ 112 h 167"/>
              <a:gd name="T30" fmla="*/ 45 w 96"/>
              <a:gd name="T31" fmla="*/ 156 h 167"/>
              <a:gd name="T32" fmla="*/ 42 w 96"/>
              <a:gd name="T33" fmla="*/ 164 h 167"/>
              <a:gd name="T34" fmla="*/ 34 w 96"/>
              <a:gd name="T35" fmla="*/ 167 h 167"/>
              <a:gd name="T36" fmla="*/ 27 w 96"/>
              <a:gd name="T37" fmla="*/ 164 h 167"/>
              <a:gd name="T38" fmla="*/ 24 w 96"/>
              <a:gd name="T39" fmla="*/ 156 h 167"/>
              <a:gd name="T40" fmla="*/ 24 w 96"/>
              <a:gd name="T41" fmla="*/ 70 h 167"/>
              <a:gd name="T42" fmla="*/ 18 w 96"/>
              <a:gd name="T43" fmla="*/ 70 h 167"/>
              <a:gd name="T44" fmla="*/ 18 w 96"/>
              <a:gd name="T45" fmla="*/ 103 h 167"/>
              <a:gd name="T46" fmla="*/ 15 w 96"/>
              <a:gd name="T47" fmla="*/ 110 h 167"/>
              <a:gd name="T48" fmla="*/ 9 w 96"/>
              <a:gd name="T49" fmla="*/ 112 h 167"/>
              <a:gd name="T50" fmla="*/ 2 w 96"/>
              <a:gd name="T51" fmla="*/ 110 h 167"/>
              <a:gd name="T52" fmla="*/ 0 w 96"/>
              <a:gd name="T53" fmla="*/ 103 h 167"/>
              <a:gd name="T54" fmla="*/ 0 w 96"/>
              <a:gd name="T55" fmla="*/ 64 h 167"/>
              <a:gd name="T56" fmla="*/ 5 w 96"/>
              <a:gd name="T57" fmla="*/ 51 h 167"/>
              <a:gd name="T58" fmla="*/ 18 w 96"/>
              <a:gd name="T59" fmla="*/ 46 h 167"/>
              <a:gd name="T60" fmla="*/ 78 w 96"/>
              <a:gd name="T61" fmla="*/ 46 h 167"/>
              <a:gd name="T62" fmla="*/ 91 w 96"/>
              <a:gd name="T63" fmla="*/ 51 h 167"/>
              <a:gd name="T64" fmla="*/ 96 w 96"/>
              <a:gd name="T65" fmla="*/ 64 h 167"/>
              <a:gd name="T66" fmla="*/ 63 w 96"/>
              <a:gd name="T67" fmla="*/ 6 h 167"/>
              <a:gd name="T68" fmla="*/ 69 w 96"/>
              <a:gd name="T69" fmla="*/ 21 h 167"/>
              <a:gd name="T70" fmla="*/ 63 w 96"/>
              <a:gd name="T71" fmla="*/ 36 h 167"/>
              <a:gd name="T72" fmla="*/ 48 w 96"/>
              <a:gd name="T73" fmla="*/ 43 h 167"/>
              <a:gd name="T74" fmla="*/ 33 w 96"/>
              <a:gd name="T75" fmla="*/ 36 h 167"/>
              <a:gd name="T76" fmla="*/ 27 w 96"/>
              <a:gd name="T77" fmla="*/ 21 h 167"/>
              <a:gd name="T78" fmla="*/ 33 w 96"/>
              <a:gd name="T79" fmla="*/ 6 h 167"/>
              <a:gd name="T80" fmla="*/ 48 w 96"/>
              <a:gd name="T81" fmla="*/ 0 h 167"/>
              <a:gd name="T82" fmla="*/ 63 w 96"/>
              <a:gd name="T83" fmla="*/ 6 h 1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96" h="167">
                <a:moveTo>
                  <a:pt x="96" y="64"/>
                </a:moveTo>
                <a:cubicBezTo>
                  <a:pt x="96" y="103"/>
                  <a:pt x="96" y="103"/>
                  <a:pt x="96" y="103"/>
                </a:cubicBezTo>
                <a:cubicBezTo>
                  <a:pt x="96" y="106"/>
                  <a:pt x="96" y="108"/>
                  <a:pt x="94" y="110"/>
                </a:cubicBezTo>
                <a:cubicBezTo>
                  <a:pt x="92" y="111"/>
                  <a:pt x="90" y="112"/>
                  <a:pt x="87" y="112"/>
                </a:cubicBezTo>
                <a:cubicBezTo>
                  <a:pt x="85" y="112"/>
                  <a:pt x="83" y="111"/>
                  <a:pt x="81" y="110"/>
                </a:cubicBezTo>
                <a:cubicBezTo>
                  <a:pt x="79" y="108"/>
                  <a:pt x="78" y="106"/>
                  <a:pt x="78" y="103"/>
                </a:cubicBezTo>
                <a:cubicBezTo>
                  <a:pt x="78" y="70"/>
                  <a:pt x="78" y="70"/>
                  <a:pt x="78" y="70"/>
                </a:cubicBezTo>
                <a:cubicBezTo>
                  <a:pt x="72" y="70"/>
                  <a:pt x="72" y="70"/>
                  <a:pt x="72" y="70"/>
                </a:cubicBezTo>
                <a:cubicBezTo>
                  <a:pt x="72" y="156"/>
                  <a:pt x="72" y="156"/>
                  <a:pt x="72" y="156"/>
                </a:cubicBezTo>
                <a:cubicBezTo>
                  <a:pt x="72" y="159"/>
                  <a:pt x="71" y="161"/>
                  <a:pt x="69" y="164"/>
                </a:cubicBezTo>
                <a:cubicBezTo>
                  <a:pt x="67" y="166"/>
                  <a:pt x="64" y="167"/>
                  <a:pt x="62" y="167"/>
                </a:cubicBezTo>
                <a:cubicBezTo>
                  <a:pt x="59" y="167"/>
                  <a:pt x="56" y="166"/>
                  <a:pt x="54" y="164"/>
                </a:cubicBezTo>
                <a:cubicBezTo>
                  <a:pt x="52" y="161"/>
                  <a:pt x="51" y="159"/>
                  <a:pt x="51" y="156"/>
                </a:cubicBezTo>
                <a:cubicBezTo>
                  <a:pt x="51" y="112"/>
                  <a:pt x="51" y="112"/>
                  <a:pt x="51" y="112"/>
                </a:cubicBezTo>
                <a:cubicBezTo>
                  <a:pt x="45" y="112"/>
                  <a:pt x="45" y="112"/>
                  <a:pt x="45" y="112"/>
                </a:cubicBezTo>
                <a:cubicBezTo>
                  <a:pt x="45" y="156"/>
                  <a:pt x="45" y="156"/>
                  <a:pt x="45" y="156"/>
                </a:cubicBezTo>
                <a:cubicBezTo>
                  <a:pt x="45" y="159"/>
                  <a:pt x="44" y="161"/>
                  <a:pt x="42" y="164"/>
                </a:cubicBezTo>
                <a:cubicBezTo>
                  <a:pt x="40" y="166"/>
                  <a:pt x="37" y="167"/>
                  <a:pt x="34" y="167"/>
                </a:cubicBezTo>
                <a:cubicBezTo>
                  <a:pt x="31" y="167"/>
                  <a:pt x="29" y="166"/>
                  <a:pt x="27" y="164"/>
                </a:cubicBezTo>
                <a:cubicBezTo>
                  <a:pt x="25" y="161"/>
                  <a:pt x="24" y="159"/>
                  <a:pt x="24" y="156"/>
                </a:cubicBezTo>
                <a:cubicBezTo>
                  <a:pt x="24" y="70"/>
                  <a:pt x="24" y="70"/>
                  <a:pt x="24" y="70"/>
                </a:cubicBezTo>
                <a:cubicBezTo>
                  <a:pt x="18" y="70"/>
                  <a:pt x="18" y="70"/>
                  <a:pt x="18" y="70"/>
                </a:cubicBezTo>
                <a:cubicBezTo>
                  <a:pt x="18" y="103"/>
                  <a:pt x="18" y="103"/>
                  <a:pt x="18" y="103"/>
                </a:cubicBezTo>
                <a:cubicBezTo>
                  <a:pt x="18" y="106"/>
                  <a:pt x="17" y="108"/>
                  <a:pt x="15" y="110"/>
                </a:cubicBezTo>
                <a:cubicBezTo>
                  <a:pt x="13" y="111"/>
                  <a:pt x="11" y="112"/>
                  <a:pt x="9" y="112"/>
                </a:cubicBezTo>
                <a:cubicBezTo>
                  <a:pt x="6" y="112"/>
                  <a:pt x="4" y="111"/>
                  <a:pt x="2" y="110"/>
                </a:cubicBezTo>
                <a:cubicBezTo>
                  <a:pt x="0" y="108"/>
                  <a:pt x="0" y="106"/>
                  <a:pt x="0" y="103"/>
                </a:cubicBezTo>
                <a:cubicBezTo>
                  <a:pt x="0" y="64"/>
                  <a:pt x="0" y="64"/>
                  <a:pt x="0" y="64"/>
                </a:cubicBezTo>
                <a:cubicBezTo>
                  <a:pt x="0" y="59"/>
                  <a:pt x="1" y="54"/>
                  <a:pt x="5" y="51"/>
                </a:cubicBezTo>
                <a:cubicBezTo>
                  <a:pt x="8" y="47"/>
                  <a:pt x="13" y="46"/>
                  <a:pt x="18" y="46"/>
                </a:cubicBezTo>
                <a:cubicBezTo>
                  <a:pt x="78" y="46"/>
                  <a:pt x="78" y="46"/>
                  <a:pt x="78" y="46"/>
                </a:cubicBezTo>
                <a:cubicBezTo>
                  <a:pt x="83" y="46"/>
                  <a:pt x="88" y="47"/>
                  <a:pt x="91" y="51"/>
                </a:cubicBezTo>
                <a:cubicBezTo>
                  <a:pt x="95" y="54"/>
                  <a:pt x="96" y="59"/>
                  <a:pt x="96" y="64"/>
                </a:cubicBezTo>
                <a:close/>
                <a:moveTo>
                  <a:pt x="63" y="6"/>
                </a:moveTo>
                <a:cubicBezTo>
                  <a:pt x="67" y="11"/>
                  <a:pt x="69" y="16"/>
                  <a:pt x="69" y="21"/>
                </a:cubicBezTo>
                <a:cubicBezTo>
                  <a:pt x="69" y="27"/>
                  <a:pt x="67" y="32"/>
                  <a:pt x="63" y="36"/>
                </a:cubicBezTo>
                <a:cubicBezTo>
                  <a:pt x="59" y="41"/>
                  <a:pt x="54" y="43"/>
                  <a:pt x="48" y="43"/>
                </a:cubicBezTo>
                <a:cubicBezTo>
                  <a:pt x="42" y="43"/>
                  <a:pt x="37" y="41"/>
                  <a:pt x="33" y="36"/>
                </a:cubicBezTo>
                <a:cubicBezTo>
                  <a:pt x="29" y="32"/>
                  <a:pt x="27" y="27"/>
                  <a:pt x="27" y="21"/>
                </a:cubicBezTo>
                <a:cubicBezTo>
                  <a:pt x="27" y="16"/>
                  <a:pt x="29" y="11"/>
                  <a:pt x="33" y="6"/>
                </a:cubicBezTo>
                <a:cubicBezTo>
                  <a:pt x="37" y="2"/>
                  <a:pt x="42" y="0"/>
                  <a:pt x="48" y="0"/>
                </a:cubicBezTo>
                <a:cubicBezTo>
                  <a:pt x="54" y="0"/>
                  <a:pt x="59" y="2"/>
                  <a:pt x="63" y="6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52" name="Freeform 355"/>
          <p:cNvSpPr>
            <a:spLocks noEditPoints="1"/>
          </p:cNvSpPr>
          <p:nvPr/>
        </p:nvSpPr>
        <p:spPr bwMode="auto">
          <a:xfrm>
            <a:off x="9786072" y="4823987"/>
            <a:ext cx="207464" cy="209627"/>
          </a:xfrm>
          <a:custGeom>
            <a:avLst/>
            <a:gdLst>
              <a:gd name="T0" fmla="*/ 135 w 145"/>
              <a:gd name="T1" fmla="*/ 36 h 146"/>
              <a:gd name="T2" fmla="*/ 145 w 145"/>
              <a:gd name="T3" fmla="*/ 73 h 146"/>
              <a:gd name="T4" fmla="*/ 135 w 145"/>
              <a:gd name="T5" fmla="*/ 109 h 146"/>
              <a:gd name="T6" fmla="*/ 109 w 145"/>
              <a:gd name="T7" fmla="*/ 136 h 146"/>
              <a:gd name="T8" fmla="*/ 72 w 145"/>
              <a:gd name="T9" fmla="*/ 146 h 146"/>
              <a:gd name="T10" fmla="*/ 36 w 145"/>
              <a:gd name="T11" fmla="*/ 136 h 146"/>
              <a:gd name="T12" fmla="*/ 9 w 145"/>
              <a:gd name="T13" fmla="*/ 109 h 146"/>
              <a:gd name="T14" fmla="*/ 0 w 145"/>
              <a:gd name="T15" fmla="*/ 73 h 146"/>
              <a:gd name="T16" fmla="*/ 9 w 145"/>
              <a:gd name="T17" fmla="*/ 36 h 146"/>
              <a:gd name="T18" fmla="*/ 36 w 145"/>
              <a:gd name="T19" fmla="*/ 10 h 146"/>
              <a:gd name="T20" fmla="*/ 72 w 145"/>
              <a:gd name="T21" fmla="*/ 0 h 146"/>
              <a:gd name="T22" fmla="*/ 109 w 145"/>
              <a:gd name="T23" fmla="*/ 10 h 146"/>
              <a:gd name="T24" fmla="*/ 135 w 145"/>
              <a:gd name="T25" fmla="*/ 36 h 146"/>
              <a:gd name="T26" fmla="*/ 73 w 145"/>
              <a:gd name="T27" fmla="*/ 111 h 146"/>
              <a:gd name="T28" fmla="*/ 106 w 145"/>
              <a:gd name="T29" fmla="*/ 67 h 146"/>
              <a:gd name="T30" fmla="*/ 108 w 145"/>
              <a:gd name="T31" fmla="*/ 61 h 146"/>
              <a:gd name="T32" fmla="*/ 108 w 145"/>
              <a:gd name="T33" fmla="*/ 53 h 146"/>
              <a:gd name="T34" fmla="*/ 102 w 145"/>
              <a:gd name="T35" fmla="*/ 46 h 146"/>
              <a:gd name="T36" fmla="*/ 94 w 145"/>
              <a:gd name="T37" fmla="*/ 43 h 146"/>
              <a:gd name="T38" fmla="*/ 87 w 145"/>
              <a:gd name="T39" fmla="*/ 45 h 146"/>
              <a:gd name="T40" fmla="*/ 82 w 145"/>
              <a:gd name="T41" fmla="*/ 49 h 146"/>
              <a:gd name="T42" fmla="*/ 73 w 145"/>
              <a:gd name="T43" fmla="*/ 53 h 146"/>
              <a:gd name="T44" fmla="*/ 64 w 145"/>
              <a:gd name="T45" fmla="*/ 49 h 146"/>
              <a:gd name="T46" fmla="*/ 59 w 145"/>
              <a:gd name="T47" fmla="*/ 45 h 146"/>
              <a:gd name="T48" fmla="*/ 52 w 145"/>
              <a:gd name="T49" fmla="*/ 43 h 146"/>
              <a:gd name="T50" fmla="*/ 44 w 145"/>
              <a:gd name="T51" fmla="*/ 46 h 146"/>
              <a:gd name="T52" fmla="*/ 38 w 145"/>
              <a:gd name="T53" fmla="*/ 53 h 146"/>
              <a:gd name="T54" fmla="*/ 37 w 145"/>
              <a:gd name="T55" fmla="*/ 61 h 146"/>
              <a:gd name="T56" fmla="*/ 40 w 145"/>
              <a:gd name="T57" fmla="*/ 67 h 146"/>
              <a:gd name="T58" fmla="*/ 73 w 145"/>
              <a:gd name="T59" fmla="*/ 111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45" h="146">
                <a:moveTo>
                  <a:pt x="135" y="36"/>
                </a:moveTo>
                <a:cubicBezTo>
                  <a:pt x="142" y="48"/>
                  <a:pt x="145" y="60"/>
                  <a:pt x="145" y="73"/>
                </a:cubicBezTo>
                <a:cubicBezTo>
                  <a:pt x="145" y="86"/>
                  <a:pt x="142" y="98"/>
                  <a:pt x="135" y="109"/>
                </a:cubicBezTo>
                <a:cubicBezTo>
                  <a:pt x="129" y="120"/>
                  <a:pt x="120" y="129"/>
                  <a:pt x="109" y="136"/>
                </a:cubicBezTo>
                <a:cubicBezTo>
                  <a:pt x="98" y="142"/>
                  <a:pt x="85" y="146"/>
                  <a:pt x="72" y="146"/>
                </a:cubicBezTo>
                <a:cubicBezTo>
                  <a:pt x="59" y="146"/>
                  <a:pt x="47" y="142"/>
                  <a:pt x="36" y="136"/>
                </a:cubicBezTo>
                <a:cubicBezTo>
                  <a:pt x="25" y="129"/>
                  <a:pt x="16" y="120"/>
                  <a:pt x="9" y="109"/>
                </a:cubicBezTo>
                <a:cubicBezTo>
                  <a:pt x="3" y="98"/>
                  <a:pt x="0" y="86"/>
                  <a:pt x="0" y="73"/>
                </a:cubicBezTo>
                <a:cubicBezTo>
                  <a:pt x="0" y="60"/>
                  <a:pt x="3" y="48"/>
                  <a:pt x="9" y="36"/>
                </a:cubicBezTo>
                <a:cubicBezTo>
                  <a:pt x="16" y="25"/>
                  <a:pt x="25" y="17"/>
                  <a:pt x="36" y="10"/>
                </a:cubicBezTo>
                <a:cubicBezTo>
                  <a:pt x="47" y="4"/>
                  <a:pt x="59" y="0"/>
                  <a:pt x="72" y="0"/>
                </a:cubicBezTo>
                <a:cubicBezTo>
                  <a:pt x="85" y="0"/>
                  <a:pt x="98" y="4"/>
                  <a:pt x="109" y="10"/>
                </a:cubicBezTo>
                <a:cubicBezTo>
                  <a:pt x="120" y="17"/>
                  <a:pt x="129" y="25"/>
                  <a:pt x="135" y="36"/>
                </a:cubicBezTo>
                <a:close/>
                <a:moveTo>
                  <a:pt x="73" y="111"/>
                </a:moveTo>
                <a:cubicBezTo>
                  <a:pt x="106" y="67"/>
                  <a:pt x="106" y="67"/>
                  <a:pt x="106" y="67"/>
                </a:cubicBezTo>
                <a:cubicBezTo>
                  <a:pt x="107" y="65"/>
                  <a:pt x="108" y="63"/>
                  <a:pt x="108" y="61"/>
                </a:cubicBezTo>
                <a:cubicBezTo>
                  <a:pt x="109" y="59"/>
                  <a:pt x="109" y="56"/>
                  <a:pt x="108" y="53"/>
                </a:cubicBezTo>
                <a:cubicBezTo>
                  <a:pt x="107" y="50"/>
                  <a:pt x="105" y="47"/>
                  <a:pt x="102" y="46"/>
                </a:cubicBezTo>
                <a:cubicBezTo>
                  <a:pt x="99" y="44"/>
                  <a:pt x="97" y="43"/>
                  <a:pt x="94" y="43"/>
                </a:cubicBezTo>
                <a:cubicBezTo>
                  <a:pt x="91" y="43"/>
                  <a:pt x="89" y="44"/>
                  <a:pt x="87" y="45"/>
                </a:cubicBezTo>
                <a:cubicBezTo>
                  <a:pt x="85" y="46"/>
                  <a:pt x="83" y="47"/>
                  <a:pt x="82" y="49"/>
                </a:cubicBezTo>
                <a:cubicBezTo>
                  <a:pt x="80" y="52"/>
                  <a:pt x="77" y="53"/>
                  <a:pt x="73" y="53"/>
                </a:cubicBezTo>
                <a:cubicBezTo>
                  <a:pt x="69" y="53"/>
                  <a:pt x="66" y="52"/>
                  <a:pt x="64" y="49"/>
                </a:cubicBezTo>
                <a:cubicBezTo>
                  <a:pt x="62" y="47"/>
                  <a:pt x="61" y="46"/>
                  <a:pt x="59" y="45"/>
                </a:cubicBezTo>
                <a:cubicBezTo>
                  <a:pt x="57" y="44"/>
                  <a:pt x="54" y="43"/>
                  <a:pt x="52" y="43"/>
                </a:cubicBezTo>
                <a:cubicBezTo>
                  <a:pt x="49" y="43"/>
                  <a:pt x="46" y="44"/>
                  <a:pt x="44" y="46"/>
                </a:cubicBezTo>
                <a:cubicBezTo>
                  <a:pt x="41" y="47"/>
                  <a:pt x="39" y="50"/>
                  <a:pt x="38" y="53"/>
                </a:cubicBezTo>
                <a:cubicBezTo>
                  <a:pt x="37" y="56"/>
                  <a:pt x="37" y="59"/>
                  <a:pt x="37" y="61"/>
                </a:cubicBezTo>
                <a:cubicBezTo>
                  <a:pt x="38" y="63"/>
                  <a:pt x="39" y="65"/>
                  <a:pt x="40" y="67"/>
                </a:cubicBezTo>
                <a:lnTo>
                  <a:pt x="73" y="11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53" name="Freeform 356"/>
          <p:cNvSpPr>
            <a:spLocks noEditPoints="1"/>
          </p:cNvSpPr>
          <p:nvPr/>
        </p:nvSpPr>
        <p:spPr bwMode="auto">
          <a:xfrm>
            <a:off x="10062694" y="4806698"/>
            <a:ext cx="233399" cy="244204"/>
          </a:xfrm>
          <a:custGeom>
            <a:avLst/>
            <a:gdLst>
              <a:gd name="T0" fmla="*/ 161 w 162"/>
              <a:gd name="T1" fmla="*/ 111 h 170"/>
              <a:gd name="T2" fmla="*/ 160 w 162"/>
              <a:gd name="T3" fmla="*/ 113 h 170"/>
              <a:gd name="T4" fmla="*/ 132 w 162"/>
              <a:gd name="T5" fmla="*/ 122 h 170"/>
              <a:gd name="T6" fmla="*/ 132 w 162"/>
              <a:gd name="T7" fmla="*/ 151 h 170"/>
              <a:gd name="T8" fmla="*/ 131 w 162"/>
              <a:gd name="T9" fmla="*/ 153 h 170"/>
              <a:gd name="T10" fmla="*/ 128 w 162"/>
              <a:gd name="T11" fmla="*/ 154 h 170"/>
              <a:gd name="T12" fmla="*/ 100 w 162"/>
              <a:gd name="T13" fmla="*/ 145 h 170"/>
              <a:gd name="T14" fmla="*/ 83 w 162"/>
              <a:gd name="T15" fmla="*/ 168 h 170"/>
              <a:gd name="T16" fmla="*/ 81 w 162"/>
              <a:gd name="T17" fmla="*/ 170 h 170"/>
              <a:gd name="T18" fmla="*/ 78 w 162"/>
              <a:gd name="T19" fmla="*/ 168 h 170"/>
              <a:gd name="T20" fmla="*/ 61 w 162"/>
              <a:gd name="T21" fmla="*/ 145 h 170"/>
              <a:gd name="T22" fmla="*/ 34 w 162"/>
              <a:gd name="T23" fmla="*/ 154 h 170"/>
              <a:gd name="T24" fmla="*/ 31 w 162"/>
              <a:gd name="T25" fmla="*/ 153 h 170"/>
              <a:gd name="T26" fmla="*/ 30 w 162"/>
              <a:gd name="T27" fmla="*/ 151 h 170"/>
              <a:gd name="T28" fmla="*/ 30 w 162"/>
              <a:gd name="T29" fmla="*/ 122 h 170"/>
              <a:gd name="T30" fmla="*/ 2 w 162"/>
              <a:gd name="T31" fmla="*/ 113 h 170"/>
              <a:gd name="T32" fmla="*/ 0 w 162"/>
              <a:gd name="T33" fmla="*/ 111 h 170"/>
              <a:gd name="T34" fmla="*/ 1 w 162"/>
              <a:gd name="T35" fmla="*/ 108 h 170"/>
              <a:gd name="T36" fmla="*/ 18 w 162"/>
              <a:gd name="T37" fmla="*/ 85 h 170"/>
              <a:gd name="T38" fmla="*/ 1 w 162"/>
              <a:gd name="T39" fmla="*/ 61 h 170"/>
              <a:gd name="T40" fmla="*/ 0 w 162"/>
              <a:gd name="T41" fmla="*/ 59 h 170"/>
              <a:gd name="T42" fmla="*/ 2 w 162"/>
              <a:gd name="T43" fmla="*/ 57 h 170"/>
              <a:gd name="T44" fmla="*/ 30 w 162"/>
              <a:gd name="T45" fmla="*/ 48 h 170"/>
              <a:gd name="T46" fmla="*/ 30 w 162"/>
              <a:gd name="T47" fmla="*/ 19 h 170"/>
              <a:gd name="T48" fmla="*/ 31 w 162"/>
              <a:gd name="T49" fmla="*/ 16 h 170"/>
              <a:gd name="T50" fmla="*/ 34 w 162"/>
              <a:gd name="T51" fmla="*/ 16 h 170"/>
              <a:gd name="T52" fmla="*/ 61 w 162"/>
              <a:gd name="T53" fmla="*/ 25 h 170"/>
              <a:gd name="T54" fmla="*/ 78 w 162"/>
              <a:gd name="T55" fmla="*/ 1 h 170"/>
              <a:gd name="T56" fmla="*/ 81 w 162"/>
              <a:gd name="T57" fmla="*/ 0 h 170"/>
              <a:gd name="T58" fmla="*/ 83 w 162"/>
              <a:gd name="T59" fmla="*/ 1 h 170"/>
              <a:gd name="T60" fmla="*/ 100 w 162"/>
              <a:gd name="T61" fmla="*/ 25 h 170"/>
              <a:gd name="T62" fmla="*/ 128 w 162"/>
              <a:gd name="T63" fmla="*/ 16 h 170"/>
              <a:gd name="T64" fmla="*/ 131 w 162"/>
              <a:gd name="T65" fmla="*/ 16 h 170"/>
              <a:gd name="T66" fmla="*/ 132 w 162"/>
              <a:gd name="T67" fmla="*/ 19 h 170"/>
              <a:gd name="T68" fmla="*/ 132 w 162"/>
              <a:gd name="T69" fmla="*/ 48 h 170"/>
              <a:gd name="T70" fmla="*/ 160 w 162"/>
              <a:gd name="T71" fmla="*/ 57 h 170"/>
              <a:gd name="T72" fmla="*/ 161 w 162"/>
              <a:gd name="T73" fmla="*/ 59 h 170"/>
              <a:gd name="T74" fmla="*/ 161 w 162"/>
              <a:gd name="T75" fmla="*/ 61 h 170"/>
              <a:gd name="T76" fmla="*/ 144 w 162"/>
              <a:gd name="T77" fmla="*/ 85 h 170"/>
              <a:gd name="T78" fmla="*/ 161 w 162"/>
              <a:gd name="T79" fmla="*/ 108 h 170"/>
              <a:gd name="T80" fmla="*/ 161 w 162"/>
              <a:gd name="T81" fmla="*/ 111 h 170"/>
              <a:gd name="T82" fmla="*/ 131 w 162"/>
              <a:gd name="T83" fmla="*/ 106 h 170"/>
              <a:gd name="T84" fmla="*/ 135 w 162"/>
              <a:gd name="T85" fmla="*/ 85 h 170"/>
              <a:gd name="T86" fmla="*/ 131 w 162"/>
              <a:gd name="T87" fmla="*/ 64 h 170"/>
              <a:gd name="T88" fmla="*/ 119 w 162"/>
              <a:gd name="T89" fmla="*/ 46 h 170"/>
              <a:gd name="T90" fmla="*/ 102 w 162"/>
              <a:gd name="T91" fmla="*/ 35 h 170"/>
              <a:gd name="T92" fmla="*/ 81 w 162"/>
              <a:gd name="T93" fmla="*/ 30 h 170"/>
              <a:gd name="T94" fmla="*/ 60 w 162"/>
              <a:gd name="T95" fmla="*/ 35 h 170"/>
              <a:gd name="T96" fmla="*/ 42 w 162"/>
              <a:gd name="T97" fmla="*/ 46 h 170"/>
              <a:gd name="T98" fmla="*/ 31 w 162"/>
              <a:gd name="T99" fmla="*/ 64 h 170"/>
              <a:gd name="T100" fmla="*/ 26 w 162"/>
              <a:gd name="T101" fmla="*/ 85 h 170"/>
              <a:gd name="T102" fmla="*/ 31 w 162"/>
              <a:gd name="T103" fmla="*/ 106 h 170"/>
              <a:gd name="T104" fmla="*/ 42 w 162"/>
              <a:gd name="T105" fmla="*/ 123 h 170"/>
              <a:gd name="T106" fmla="*/ 60 w 162"/>
              <a:gd name="T107" fmla="*/ 135 h 170"/>
              <a:gd name="T108" fmla="*/ 81 w 162"/>
              <a:gd name="T109" fmla="*/ 139 h 170"/>
              <a:gd name="T110" fmla="*/ 102 w 162"/>
              <a:gd name="T111" fmla="*/ 135 h 170"/>
              <a:gd name="T112" fmla="*/ 119 w 162"/>
              <a:gd name="T113" fmla="*/ 123 h 170"/>
              <a:gd name="T114" fmla="*/ 131 w 162"/>
              <a:gd name="T115" fmla="*/ 106 h 1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62" h="170">
                <a:moveTo>
                  <a:pt x="161" y="111"/>
                </a:moveTo>
                <a:cubicBezTo>
                  <a:pt x="161" y="112"/>
                  <a:pt x="161" y="113"/>
                  <a:pt x="160" y="113"/>
                </a:cubicBezTo>
                <a:cubicBezTo>
                  <a:pt x="132" y="122"/>
                  <a:pt x="132" y="122"/>
                  <a:pt x="132" y="122"/>
                </a:cubicBezTo>
                <a:cubicBezTo>
                  <a:pt x="132" y="151"/>
                  <a:pt x="132" y="151"/>
                  <a:pt x="132" y="151"/>
                </a:cubicBezTo>
                <a:cubicBezTo>
                  <a:pt x="132" y="152"/>
                  <a:pt x="132" y="153"/>
                  <a:pt x="131" y="153"/>
                </a:cubicBezTo>
                <a:cubicBezTo>
                  <a:pt x="130" y="154"/>
                  <a:pt x="129" y="154"/>
                  <a:pt x="128" y="154"/>
                </a:cubicBezTo>
                <a:cubicBezTo>
                  <a:pt x="100" y="145"/>
                  <a:pt x="100" y="145"/>
                  <a:pt x="100" y="145"/>
                </a:cubicBezTo>
                <a:cubicBezTo>
                  <a:pt x="83" y="168"/>
                  <a:pt x="83" y="168"/>
                  <a:pt x="83" y="168"/>
                </a:cubicBezTo>
                <a:cubicBezTo>
                  <a:pt x="83" y="169"/>
                  <a:pt x="82" y="170"/>
                  <a:pt x="81" y="170"/>
                </a:cubicBezTo>
                <a:cubicBezTo>
                  <a:pt x="80" y="170"/>
                  <a:pt x="79" y="169"/>
                  <a:pt x="78" y="168"/>
                </a:cubicBezTo>
                <a:cubicBezTo>
                  <a:pt x="61" y="145"/>
                  <a:pt x="61" y="145"/>
                  <a:pt x="61" y="145"/>
                </a:cubicBezTo>
                <a:cubicBezTo>
                  <a:pt x="34" y="154"/>
                  <a:pt x="34" y="154"/>
                  <a:pt x="34" y="154"/>
                </a:cubicBezTo>
                <a:cubicBezTo>
                  <a:pt x="33" y="154"/>
                  <a:pt x="32" y="154"/>
                  <a:pt x="31" y="153"/>
                </a:cubicBezTo>
                <a:cubicBezTo>
                  <a:pt x="30" y="153"/>
                  <a:pt x="30" y="152"/>
                  <a:pt x="30" y="151"/>
                </a:cubicBezTo>
                <a:cubicBezTo>
                  <a:pt x="30" y="122"/>
                  <a:pt x="30" y="122"/>
                  <a:pt x="30" y="122"/>
                </a:cubicBezTo>
                <a:cubicBezTo>
                  <a:pt x="2" y="113"/>
                  <a:pt x="2" y="113"/>
                  <a:pt x="2" y="113"/>
                </a:cubicBezTo>
                <a:cubicBezTo>
                  <a:pt x="1" y="113"/>
                  <a:pt x="1" y="112"/>
                  <a:pt x="0" y="111"/>
                </a:cubicBezTo>
                <a:cubicBezTo>
                  <a:pt x="0" y="110"/>
                  <a:pt x="0" y="109"/>
                  <a:pt x="1" y="108"/>
                </a:cubicBezTo>
                <a:cubicBezTo>
                  <a:pt x="18" y="85"/>
                  <a:pt x="18" y="85"/>
                  <a:pt x="18" y="85"/>
                </a:cubicBezTo>
                <a:cubicBezTo>
                  <a:pt x="1" y="61"/>
                  <a:pt x="1" y="61"/>
                  <a:pt x="1" y="61"/>
                </a:cubicBezTo>
                <a:cubicBezTo>
                  <a:pt x="0" y="61"/>
                  <a:pt x="0" y="60"/>
                  <a:pt x="0" y="59"/>
                </a:cubicBezTo>
                <a:cubicBezTo>
                  <a:pt x="1" y="58"/>
                  <a:pt x="1" y="57"/>
                  <a:pt x="2" y="57"/>
                </a:cubicBezTo>
                <a:cubicBezTo>
                  <a:pt x="30" y="48"/>
                  <a:pt x="30" y="48"/>
                  <a:pt x="30" y="48"/>
                </a:cubicBezTo>
                <a:cubicBezTo>
                  <a:pt x="30" y="19"/>
                  <a:pt x="30" y="19"/>
                  <a:pt x="30" y="19"/>
                </a:cubicBezTo>
                <a:cubicBezTo>
                  <a:pt x="30" y="18"/>
                  <a:pt x="30" y="17"/>
                  <a:pt x="31" y="16"/>
                </a:cubicBezTo>
                <a:cubicBezTo>
                  <a:pt x="32" y="16"/>
                  <a:pt x="33" y="16"/>
                  <a:pt x="34" y="16"/>
                </a:cubicBezTo>
                <a:cubicBezTo>
                  <a:pt x="61" y="25"/>
                  <a:pt x="61" y="25"/>
                  <a:pt x="61" y="25"/>
                </a:cubicBezTo>
                <a:cubicBezTo>
                  <a:pt x="78" y="1"/>
                  <a:pt x="78" y="1"/>
                  <a:pt x="78" y="1"/>
                </a:cubicBezTo>
                <a:cubicBezTo>
                  <a:pt x="79" y="1"/>
                  <a:pt x="80" y="0"/>
                  <a:pt x="81" y="0"/>
                </a:cubicBezTo>
                <a:cubicBezTo>
                  <a:pt x="82" y="0"/>
                  <a:pt x="83" y="1"/>
                  <a:pt x="83" y="1"/>
                </a:cubicBezTo>
                <a:cubicBezTo>
                  <a:pt x="100" y="25"/>
                  <a:pt x="100" y="25"/>
                  <a:pt x="100" y="25"/>
                </a:cubicBezTo>
                <a:cubicBezTo>
                  <a:pt x="128" y="16"/>
                  <a:pt x="128" y="16"/>
                  <a:pt x="128" y="16"/>
                </a:cubicBezTo>
                <a:cubicBezTo>
                  <a:pt x="129" y="16"/>
                  <a:pt x="130" y="16"/>
                  <a:pt x="131" y="16"/>
                </a:cubicBezTo>
                <a:cubicBezTo>
                  <a:pt x="132" y="17"/>
                  <a:pt x="132" y="18"/>
                  <a:pt x="132" y="19"/>
                </a:cubicBezTo>
                <a:cubicBezTo>
                  <a:pt x="132" y="48"/>
                  <a:pt x="132" y="48"/>
                  <a:pt x="132" y="48"/>
                </a:cubicBezTo>
                <a:cubicBezTo>
                  <a:pt x="160" y="57"/>
                  <a:pt x="160" y="57"/>
                  <a:pt x="160" y="57"/>
                </a:cubicBezTo>
                <a:cubicBezTo>
                  <a:pt x="161" y="57"/>
                  <a:pt x="161" y="58"/>
                  <a:pt x="161" y="59"/>
                </a:cubicBezTo>
                <a:cubicBezTo>
                  <a:pt x="162" y="60"/>
                  <a:pt x="162" y="61"/>
                  <a:pt x="161" y="61"/>
                </a:cubicBezTo>
                <a:cubicBezTo>
                  <a:pt x="144" y="85"/>
                  <a:pt x="144" y="85"/>
                  <a:pt x="144" y="85"/>
                </a:cubicBezTo>
                <a:cubicBezTo>
                  <a:pt x="161" y="108"/>
                  <a:pt x="161" y="108"/>
                  <a:pt x="161" y="108"/>
                </a:cubicBezTo>
                <a:cubicBezTo>
                  <a:pt x="162" y="109"/>
                  <a:pt x="162" y="110"/>
                  <a:pt x="161" y="111"/>
                </a:cubicBezTo>
                <a:close/>
                <a:moveTo>
                  <a:pt x="131" y="106"/>
                </a:moveTo>
                <a:cubicBezTo>
                  <a:pt x="134" y="99"/>
                  <a:pt x="135" y="92"/>
                  <a:pt x="135" y="85"/>
                </a:cubicBezTo>
                <a:cubicBezTo>
                  <a:pt x="135" y="78"/>
                  <a:pt x="134" y="70"/>
                  <a:pt x="131" y="64"/>
                </a:cubicBezTo>
                <a:cubicBezTo>
                  <a:pt x="128" y="57"/>
                  <a:pt x="124" y="51"/>
                  <a:pt x="119" y="46"/>
                </a:cubicBezTo>
                <a:cubicBezTo>
                  <a:pt x="115" y="42"/>
                  <a:pt x="109" y="38"/>
                  <a:pt x="102" y="35"/>
                </a:cubicBezTo>
                <a:cubicBezTo>
                  <a:pt x="95" y="32"/>
                  <a:pt x="88" y="30"/>
                  <a:pt x="81" y="30"/>
                </a:cubicBezTo>
                <a:cubicBezTo>
                  <a:pt x="74" y="30"/>
                  <a:pt x="67" y="32"/>
                  <a:pt x="60" y="35"/>
                </a:cubicBezTo>
                <a:cubicBezTo>
                  <a:pt x="53" y="38"/>
                  <a:pt x="47" y="42"/>
                  <a:pt x="42" y="46"/>
                </a:cubicBezTo>
                <a:cubicBezTo>
                  <a:pt x="38" y="51"/>
                  <a:pt x="34" y="57"/>
                  <a:pt x="31" y="64"/>
                </a:cubicBezTo>
                <a:cubicBezTo>
                  <a:pt x="28" y="70"/>
                  <a:pt x="26" y="78"/>
                  <a:pt x="26" y="85"/>
                </a:cubicBezTo>
                <a:cubicBezTo>
                  <a:pt x="26" y="92"/>
                  <a:pt x="28" y="99"/>
                  <a:pt x="31" y="106"/>
                </a:cubicBezTo>
                <a:cubicBezTo>
                  <a:pt x="34" y="113"/>
                  <a:pt x="38" y="119"/>
                  <a:pt x="42" y="123"/>
                </a:cubicBezTo>
                <a:cubicBezTo>
                  <a:pt x="47" y="128"/>
                  <a:pt x="53" y="132"/>
                  <a:pt x="60" y="135"/>
                </a:cubicBezTo>
                <a:cubicBezTo>
                  <a:pt x="67" y="138"/>
                  <a:pt x="74" y="139"/>
                  <a:pt x="81" y="139"/>
                </a:cubicBezTo>
                <a:cubicBezTo>
                  <a:pt x="88" y="139"/>
                  <a:pt x="95" y="138"/>
                  <a:pt x="102" y="135"/>
                </a:cubicBezTo>
                <a:cubicBezTo>
                  <a:pt x="109" y="132"/>
                  <a:pt x="115" y="128"/>
                  <a:pt x="119" y="123"/>
                </a:cubicBezTo>
                <a:cubicBezTo>
                  <a:pt x="124" y="119"/>
                  <a:pt x="128" y="113"/>
                  <a:pt x="131" y="106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54" name="Freeform 357"/>
          <p:cNvSpPr>
            <a:spLocks noEditPoints="1"/>
          </p:cNvSpPr>
          <p:nvPr/>
        </p:nvSpPr>
        <p:spPr bwMode="auto">
          <a:xfrm>
            <a:off x="10365247" y="4823987"/>
            <a:ext cx="198820" cy="209627"/>
          </a:xfrm>
          <a:custGeom>
            <a:avLst/>
            <a:gdLst>
              <a:gd name="T0" fmla="*/ 138 w 139"/>
              <a:gd name="T1" fmla="*/ 103 h 146"/>
              <a:gd name="T2" fmla="*/ 112 w 139"/>
              <a:gd name="T3" fmla="*/ 134 h 146"/>
              <a:gd name="T4" fmla="*/ 73 w 139"/>
              <a:gd name="T5" fmla="*/ 146 h 146"/>
              <a:gd name="T6" fmla="*/ 44 w 139"/>
              <a:gd name="T7" fmla="*/ 140 h 146"/>
              <a:gd name="T8" fmla="*/ 21 w 139"/>
              <a:gd name="T9" fmla="*/ 124 h 146"/>
              <a:gd name="T10" fmla="*/ 6 w 139"/>
              <a:gd name="T11" fmla="*/ 101 h 146"/>
              <a:gd name="T12" fmla="*/ 0 w 139"/>
              <a:gd name="T13" fmla="*/ 73 h 146"/>
              <a:gd name="T14" fmla="*/ 5 w 139"/>
              <a:gd name="T15" fmla="*/ 45 h 146"/>
              <a:gd name="T16" fmla="*/ 20 w 139"/>
              <a:gd name="T17" fmla="*/ 22 h 146"/>
              <a:gd name="T18" fmla="*/ 42 w 139"/>
              <a:gd name="T19" fmla="*/ 7 h 146"/>
              <a:gd name="T20" fmla="*/ 70 w 139"/>
              <a:gd name="T21" fmla="*/ 0 h 146"/>
              <a:gd name="T22" fmla="*/ 76 w 139"/>
              <a:gd name="T23" fmla="*/ 4 h 146"/>
              <a:gd name="T24" fmla="*/ 74 w 139"/>
              <a:gd name="T25" fmla="*/ 11 h 146"/>
              <a:gd name="T26" fmla="*/ 62 w 139"/>
              <a:gd name="T27" fmla="*/ 28 h 146"/>
              <a:gd name="T28" fmla="*/ 57 w 139"/>
              <a:gd name="T29" fmla="*/ 49 h 146"/>
              <a:gd name="T30" fmla="*/ 64 w 139"/>
              <a:gd name="T31" fmla="*/ 75 h 146"/>
              <a:gd name="T32" fmla="*/ 83 w 139"/>
              <a:gd name="T33" fmla="*/ 93 h 146"/>
              <a:gd name="T34" fmla="*/ 109 w 139"/>
              <a:gd name="T35" fmla="*/ 100 h 146"/>
              <a:gd name="T36" fmla="*/ 130 w 139"/>
              <a:gd name="T37" fmla="*/ 95 h 146"/>
              <a:gd name="T38" fmla="*/ 137 w 139"/>
              <a:gd name="T39" fmla="*/ 97 h 146"/>
              <a:gd name="T40" fmla="*/ 139 w 139"/>
              <a:gd name="T41" fmla="*/ 100 h 146"/>
              <a:gd name="T42" fmla="*/ 138 w 139"/>
              <a:gd name="T43" fmla="*/ 103 h 146"/>
              <a:gd name="T44" fmla="*/ 119 w 139"/>
              <a:gd name="T45" fmla="*/ 111 h 146"/>
              <a:gd name="T46" fmla="*/ 109 w 139"/>
              <a:gd name="T47" fmla="*/ 112 h 146"/>
              <a:gd name="T48" fmla="*/ 77 w 139"/>
              <a:gd name="T49" fmla="*/ 104 h 146"/>
              <a:gd name="T50" fmla="*/ 54 w 139"/>
              <a:gd name="T51" fmla="*/ 81 h 146"/>
              <a:gd name="T52" fmla="*/ 45 w 139"/>
              <a:gd name="T53" fmla="*/ 49 h 146"/>
              <a:gd name="T54" fmla="*/ 55 w 139"/>
              <a:gd name="T55" fmla="*/ 15 h 146"/>
              <a:gd name="T56" fmla="*/ 24 w 139"/>
              <a:gd name="T57" fmla="*/ 37 h 146"/>
              <a:gd name="T58" fmla="*/ 12 w 139"/>
              <a:gd name="T59" fmla="*/ 73 h 146"/>
              <a:gd name="T60" fmla="*/ 17 w 139"/>
              <a:gd name="T61" fmla="*/ 96 h 146"/>
              <a:gd name="T62" fmla="*/ 30 w 139"/>
              <a:gd name="T63" fmla="*/ 116 h 146"/>
              <a:gd name="T64" fmla="*/ 49 w 139"/>
              <a:gd name="T65" fmla="*/ 129 h 146"/>
              <a:gd name="T66" fmla="*/ 73 w 139"/>
              <a:gd name="T67" fmla="*/ 133 h 146"/>
              <a:gd name="T68" fmla="*/ 98 w 139"/>
              <a:gd name="T69" fmla="*/ 128 h 146"/>
              <a:gd name="T70" fmla="*/ 119 w 139"/>
              <a:gd name="T71" fmla="*/ 111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39" h="146">
                <a:moveTo>
                  <a:pt x="138" y="103"/>
                </a:moveTo>
                <a:cubicBezTo>
                  <a:pt x="133" y="116"/>
                  <a:pt x="124" y="126"/>
                  <a:pt x="112" y="134"/>
                </a:cubicBezTo>
                <a:cubicBezTo>
                  <a:pt x="100" y="142"/>
                  <a:pt x="87" y="146"/>
                  <a:pt x="73" y="146"/>
                </a:cubicBezTo>
                <a:cubicBezTo>
                  <a:pt x="63" y="146"/>
                  <a:pt x="53" y="144"/>
                  <a:pt x="44" y="140"/>
                </a:cubicBezTo>
                <a:cubicBezTo>
                  <a:pt x="35" y="136"/>
                  <a:pt x="28" y="131"/>
                  <a:pt x="21" y="124"/>
                </a:cubicBezTo>
                <a:cubicBezTo>
                  <a:pt x="15" y="118"/>
                  <a:pt x="10" y="110"/>
                  <a:pt x="6" y="101"/>
                </a:cubicBezTo>
                <a:cubicBezTo>
                  <a:pt x="2" y="92"/>
                  <a:pt x="0" y="83"/>
                  <a:pt x="0" y="73"/>
                </a:cubicBezTo>
                <a:cubicBezTo>
                  <a:pt x="0" y="63"/>
                  <a:pt x="2" y="54"/>
                  <a:pt x="5" y="45"/>
                </a:cubicBezTo>
                <a:cubicBezTo>
                  <a:pt x="9" y="36"/>
                  <a:pt x="14" y="29"/>
                  <a:pt x="20" y="22"/>
                </a:cubicBezTo>
                <a:cubicBezTo>
                  <a:pt x="26" y="16"/>
                  <a:pt x="34" y="11"/>
                  <a:pt x="42" y="7"/>
                </a:cubicBezTo>
                <a:cubicBezTo>
                  <a:pt x="51" y="3"/>
                  <a:pt x="60" y="1"/>
                  <a:pt x="70" y="0"/>
                </a:cubicBezTo>
                <a:cubicBezTo>
                  <a:pt x="73" y="0"/>
                  <a:pt x="75" y="2"/>
                  <a:pt x="76" y="4"/>
                </a:cubicBezTo>
                <a:cubicBezTo>
                  <a:pt x="77" y="7"/>
                  <a:pt x="76" y="9"/>
                  <a:pt x="74" y="11"/>
                </a:cubicBezTo>
                <a:cubicBezTo>
                  <a:pt x="69" y="16"/>
                  <a:pt x="65" y="22"/>
                  <a:pt x="62" y="28"/>
                </a:cubicBezTo>
                <a:cubicBezTo>
                  <a:pt x="59" y="35"/>
                  <a:pt x="57" y="41"/>
                  <a:pt x="57" y="49"/>
                </a:cubicBezTo>
                <a:cubicBezTo>
                  <a:pt x="57" y="58"/>
                  <a:pt x="60" y="67"/>
                  <a:pt x="64" y="75"/>
                </a:cubicBezTo>
                <a:cubicBezTo>
                  <a:pt x="69" y="82"/>
                  <a:pt x="75" y="89"/>
                  <a:pt x="83" y="93"/>
                </a:cubicBezTo>
                <a:cubicBezTo>
                  <a:pt x="91" y="98"/>
                  <a:pt x="100" y="100"/>
                  <a:pt x="109" y="100"/>
                </a:cubicBezTo>
                <a:cubicBezTo>
                  <a:pt x="116" y="100"/>
                  <a:pt x="124" y="99"/>
                  <a:pt x="130" y="95"/>
                </a:cubicBezTo>
                <a:cubicBezTo>
                  <a:pt x="133" y="94"/>
                  <a:pt x="135" y="95"/>
                  <a:pt x="137" y="97"/>
                </a:cubicBezTo>
                <a:cubicBezTo>
                  <a:pt x="138" y="97"/>
                  <a:pt x="139" y="99"/>
                  <a:pt x="139" y="100"/>
                </a:cubicBezTo>
                <a:cubicBezTo>
                  <a:pt x="139" y="101"/>
                  <a:pt x="139" y="102"/>
                  <a:pt x="138" y="103"/>
                </a:cubicBezTo>
                <a:close/>
                <a:moveTo>
                  <a:pt x="119" y="111"/>
                </a:moveTo>
                <a:cubicBezTo>
                  <a:pt x="116" y="112"/>
                  <a:pt x="112" y="112"/>
                  <a:pt x="109" y="112"/>
                </a:cubicBezTo>
                <a:cubicBezTo>
                  <a:pt x="97" y="112"/>
                  <a:pt x="87" y="109"/>
                  <a:pt x="77" y="104"/>
                </a:cubicBezTo>
                <a:cubicBezTo>
                  <a:pt x="67" y="98"/>
                  <a:pt x="60" y="90"/>
                  <a:pt x="54" y="81"/>
                </a:cubicBezTo>
                <a:cubicBezTo>
                  <a:pt x="48" y="71"/>
                  <a:pt x="45" y="60"/>
                  <a:pt x="45" y="49"/>
                </a:cubicBezTo>
                <a:cubicBezTo>
                  <a:pt x="45" y="37"/>
                  <a:pt x="49" y="25"/>
                  <a:pt x="55" y="15"/>
                </a:cubicBezTo>
                <a:cubicBezTo>
                  <a:pt x="43" y="19"/>
                  <a:pt x="32" y="26"/>
                  <a:pt x="24" y="37"/>
                </a:cubicBezTo>
                <a:cubicBezTo>
                  <a:pt x="16" y="47"/>
                  <a:pt x="12" y="59"/>
                  <a:pt x="12" y="73"/>
                </a:cubicBezTo>
                <a:cubicBezTo>
                  <a:pt x="12" y="81"/>
                  <a:pt x="14" y="89"/>
                  <a:pt x="17" y="96"/>
                </a:cubicBezTo>
                <a:cubicBezTo>
                  <a:pt x="20" y="104"/>
                  <a:pt x="24" y="110"/>
                  <a:pt x="30" y="116"/>
                </a:cubicBezTo>
                <a:cubicBezTo>
                  <a:pt x="35" y="121"/>
                  <a:pt x="42" y="125"/>
                  <a:pt x="49" y="129"/>
                </a:cubicBezTo>
                <a:cubicBezTo>
                  <a:pt x="57" y="132"/>
                  <a:pt x="64" y="133"/>
                  <a:pt x="73" y="133"/>
                </a:cubicBezTo>
                <a:cubicBezTo>
                  <a:pt x="82" y="133"/>
                  <a:pt x="90" y="131"/>
                  <a:pt x="98" y="128"/>
                </a:cubicBezTo>
                <a:cubicBezTo>
                  <a:pt x="107" y="124"/>
                  <a:pt x="114" y="118"/>
                  <a:pt x="119" y="11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55" name="Freeform 358"/>
          <p:cNvSpPr>
            <a:spLocks noEditPoints="1"/>
          </p:cNvSpPr>
          <p:nvPr/>
        </p:nvSpPr>
        <p:spPr bwMode="auto">
          <a:xfrm>
            <a:off x="10646189" y="4823987"/>
            <a:ext cx="224755" cy="209627"/>
          </a:xfrm>
          <a:custGeom>
            <a:avLst/>
            <a:gdLst>
              <a:gd name="T0" fmla="*/ 157 w 157"/>
              <a:gd name="T1" fmla="*/ 6 h 146"/>
              <a:gd name="T2" fmla="*/ 157 w 157"/>
              <a:gd name="T3" fmla="*/ 31 h 146"/>
              <a:gd name="T4" fmla="*/ 155 w 157"/>
              <a:gd name="T5" fmla="*/ 35 h 146"/>
              <a:gd name="T6" fmla="*/ 151 w 157"/>
              <a:gd name="T7" fmla="*/ 37 h 146"/>
              <a:gd name="T8" fmla="*/ 6 w 157"/>
              <a:gd name="T9" fmla="*/ 37 h 146"/>
              <a:gd name="T10" fmla="*/ 1 w 157"/>
              <a:gd name="T11" fmla="*/ 35 h 146"/>
              <a:gd name="T12" fmla="*/ 0 w 157"/>
              <a:gd name="T13" fmla="*/ 31 h 146"/>
              <a:gd name="T14" fmla="*/ 0 w 157"/>
              <a:gd name="T15" fmla="*/ 6 h 146"/>
              <a:gd name="T16" fmla="*/ 1 w 157"/>
              <a:gd name="T17" fmla="*/ 2 h 146"/>
              <a:gd name="T18" fmla="*/ 6 w 157"/>
              <a:gd name="T19" fmla="*/ 0 h 146"/>
              <a:gd name="T20" fmla="*/ 151 w 157"/>
              <a:gd name="T21" fmla="*/ 0 h 146"/>
              <a:gd name="T22" fmla="*/ 155 w 157"/>
              <a:gd name="T23" fmla="*/ 2 h 146"/>
              <a:gd name="T24" fmla="*/ 157 w 157"/>
              <a:gd name="T25" fmla="*/ 6 h 146"/>
              <a:gd name="T26" fmla="*/ 151 w 157"/>
              <a:gd name="T27" fmla="*/ 49 h 146"/>
              <a:gd name="T28" fmla="*/ 151 w 157"/>
              <a:gd name="T29" fmla="*/ 139 h 146"/>
              <a:gd name="T30" fmla="*/ 149 w 157"/>
              <a:gd name="T31" fmla="*/ 144 h 146"/>
              <a:gd name="T32" fmla="*/ 145 w 157"/>
              <a:gd name="T33" fmla="*/ 146 h 146"/>
              <a:gd name="T34" fmla="*/ 12 w 157"/>
              <a:gd name="T35" fmla="*/ 146 h 146"/>
              <a:gd name="T36" fmla="*/ 7 w 157"/>
              <a:gd name="T37" fmla="*/ 144 h 146"/>
              <a:gd name="T38" fmla="*/ 6 w 157"/>
              <a:gd name="T39" fmla="*/ 139 h 146"/>
              <a:gd name="T40" fmla="*/ 6 w 157"/>
              <a:gd name="T41" fmla="*/ 49 h 146"/>
              <a:gd name="T42" fmla="*/ 7 w 157"/>
              <a:gd name="T43" fmla="*/ 44 h 146"/>
              <a:gd name="T44" fmla="*/ 12 w 157"/>
              <a:gd name="T45" fmla="*/ 43 h 146"/>
              <a:gd name="T46" fmla="*/ 145 w 157"/>
              <a:gd name="T47" fmla="*/ 43 h 146"/>
              <a:gd name="T48" fmla="*/ 149 w 157"/>
              <a:gd name="T49" fmla="*/ 44 h 146"/>
              <a:gd name="T50" fmla="*/ 151 w 157"/>
              <a:gd name="T51" fmla="*/ 49 h 146"/>
              <a:gd name="T52" fmla="*/ 95 w 157"/>
              <a:gd name="T53" fmla="*/ 71 h 146"/>
              <a:gd name="T54" fmla="*/ 96 w 157"/>
              <a:gd name="T55" fmla="*/ 67 h 146"/>
              <a:gd name="T56" fmla="*/ 95 w 157"/>
              <a:gd name="T57" fmla="*/ 63 h 146"/>
              <a:gd name="T58" fmla="*/ 90 w 157"/>
              <a:gd name="T59" fmla="*/ 61 h 146"/>
              <a:gd name="T60" fmla="*/ 66 w 157"/>
              <a:gd name="T61" fmla="*/ 61 h 146"/>
              <a:gd name="T62" fmla="*/ 62 w 157"/>
              <a:gd name="T63" fmla="*/ 63 h 146"/>
              <a:gd name="T64" fmla="*/ 60 w 157"/>
              <a:gd name="T65" fmla="*/ 67 h 146"/>
              <a:gd name="T66" fmla="*/ 62 w 157"/>
              <a:gd name="T67" fmla="*/ 71 h 146"/>
              <a:gd name="T68" fmla="*/ 66 w 157"/>
              <a:gd name="T69" fmla="*/ 73 h 146"/>
              <a:gd name="T70" fmla="*/ 90 w 157"/>
              <a:gd name="T71" fmla="*/ 73 h 146"/>
              <a:gd name="T72" fmla="*/ 95 w 157"/>
              <a:gd name="T73" fmla="*/ 71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57" h="146">
                <a:moveTo>
                  <a:pt x="157" y="6"/>
                </a:moveTo>
                <a:cubicBezTo>
                  <a:pt x="157" y="31"/>
                  <a:pt x="157" y="31"/>
                  <a:pt x="157" y="31"/>
                </a:cubicBezTo>
                <a:cubicBezTo>
                  <a:pt x="157" y="32"/>
                  <a:pt x="156" y="34"/>
                  <a:pt x="155" y="35"/>
                </a:cubicBezTo>
                <a:cubicBezTo>
                  <a:pt x="154" y="36"/>
                  <a:pt x="152" y="37"/>
                  <a:pt x="151" y="37"/>
                </a:cubicBezTo>
                <a:cubicBezTo>
                  <a:pt x="6" y="37"/>
                  <a:pt x="6" y="37"/>
                  <a:pt x="6" y="37"/>
                </a:cubicBezTo>
                <a:cubicBezTo>
                  <a:pt x="4" y="37"/>
                  <a:pt x="3" y="36"/>
                  <a:pt x="1" y="35"/>
                </a:cubicBezTo>
                <a:cubicBezTo>
                  <a:pt x="0" y="34"/>
                  <a:pt x="0" y="32"/>
                  <a:pt x="0" y="31"/>
                </a:cubicBezTo>
                <a:cubicBezTo>
                  <a:pt x="0" y="6"/>
                  <a:pt x="0" y="6"/>
                  <a:pt x="0" y="6"/>
                </a:cubicBezTo>
                <a:cubicBezTo>
                  <a:pt x="0" y="5"/>
                  <a:pt x="0" y="3"/>
                  <a:pt x="1" y="2"/>
                </a:cubicBezTo>
                <a:cubicBezTo>
                  <a:pt x="3" y="1"/>
                  <a:pt x="4" y="0"/>
                  <a:pt x="6" y="0"/>
                </a:cubicBezTo>
                <a:cubicBezTo>
                  <a:pt x="151" y="0"/>
                  <a:pt x="151" y="0"/>
                  <a:pt x="151" y="0"/>
                </a:cubicBezTo>
                <a:cubicBezTo>
                  <a:pt x="152" y="0"/>
                  <a:pt x="154" y="1"/>
                  <a:pt x="155" y="2"/>
                </a:cubicBezTo>
                <a:cubicBezTo>
                  <a:pt x="156" y="3"/>
                  <a:pt x="157" y="5"/>
                  <a:pt x="157" y="6"/>
                </a:cubicBezTo>
                <a:close/>
                <a:moveTo>
                  <a:pt x="151" y="49"/>
                </a:moveTo>
                <a:cubicBezTo>
                  <a:pt x="151" y="139"/>
                  <a:pt x="151" y="139"/>
                  <a:pt x="151" y="139"/>
                </a:cubicBezTo>
                <a:cubicBezTo>
                  <a:pt x="151" y="141"/>
                  <a:pt x="150" y="143"/>
                  <a:pt x="149" y="144"/>
                </a:cubicBezTo>
                <a:cubicBezTo>
                  <a:pt x="148" y="145"/>
                  <a:pt x="146" y="146"/>
                  <a:pt x="145" y="146"/>
                </a:cubicBezTo>
                <a:cubicBezTo>
                  <a:pt x="12" y="146"/>
                  <a:pt x="12" y="146"/>
                  <a:pt x="12" y="146"/>
                </a:cubicBezTo>
                <a:cubicBezTo>
                  <a:pt x="10" y="146"/>
                  <a:pt x="9" y="145"/>
                  <a:pt x="7" y="144"/>
                </a:cubicBezTo>
                <a:cubicBezTo>
                  <a:pt x="6" y="143"/>
                  <a:pt x="6" y="141"/>
                  <a:pt x="6" y="139"/>
                </a:cubicBezTo>
                <a:cubicBezTo>
                  <a:pt x="6" y="49"/>
                  <a:pt x="6" y="49"/>
                  <a:pt x="6" y="49"/>
                </a:cubicBezTo>
                <a:cubicBezTo>
                  <a:pt x="6" y="47"/>
                  <a:pt x="6" y="46"/>
                  <a:pt x="7" y="44"/>
                </a:cubicBezTo>
                <a:cubicBezTo>
                  <a:pt x="9" y="43"/>
                  <a:pt x="10" y="43"/>
                  <a:pt x="12" y="43"/>
                </a:cubicBezTo>
                <a:cubicBezTo>
                  <a:pt x="145" y="43"/>
                  <a:pt x="145" y="43"/>
                  <a:pt x="145" y="43"/>
                </a:cubicBezTo>
                <a:cubicBezTo>
                  <a:pt x="146" y="43"/>
                  <a:pt x="148" y="43"/>
                  <a:pt x="149" y="44"/>
                </a:cubicBezTo>
                <a:cubicBezTo>
                  <a:pt x="150" y="46"/>
                  <a:pt x="151" y="47"/>
                  <a:pt x="151" y="49"/>
                </a:cubicBezTo>
                <a:close/>
                <a:moveTo>
                  <a:pt x="95" y="71"/>
                </a:moveTo>
                <a:cubicBezTo>
                  <a:pt x="96" y="70"/>
                  <a:pt x="96" y="69"/>
                  <a:pt x="96" y="67"/>
                </a:cubicBezTo>
                <a:cubicBezTo>
                  <a:pt x="96" y="65"/>
                  <a:pt x="96" y="64"/>
                  <a:pt x="95" y="63"/>
                </a:cubicBezTo>
                <a:cubicBezTo>
                  <a:pt x="93" y="61"/>
                  <a:pt x="92" y="61"/>
                  <a:pt x="90" y="61"/>
                </a:cubicBezTo>
                <a:cubicBezTo>
                  <a:pt x="66" y="61"/>
                  <a:pt x="66" y="61"/>
                  <a:pt x="66" y="61"/>
                </a:cubicBezTo>
                <a:cubicBezTo>
                  <a:pt x="64" y="61"/>
                  <a:pt x="63" y="61"/>
                  <a:pt x="62" y="63"/>
                </a:cubicBezTo>
                <a:cubicBezTo>
                  <a:pt x="61" y="64"/>
                  <a:pt x="60" y="65"/>
                  <a:pt x="60" y="67"/>
                </a:cubicBezTo>
                <a:cubicBezTo>
                  <a:pt x="60" y="69"/>
                  <a:pt x="61" y="70"/>
                  <a:pt x="62" y="71"/>
                </a:cubicBezTo>
                <a:cubicBezTo>
                  <a:pt x="63" y="72"/>
                  <a:pt x="64" y="73"/>
                  <a:pt x="66" y="73"/>
                </a:cubicBezTo>
                <a:cubicBezTo>
                  <a:pt x="90" y="73"/>
                  <a:pt x="90" y="73"/>
                  <a:pt x="90" y="73"/>
                </a:cubicBezTo>
                <a:cubicBezTo>
                  <a:pt x="92" y="73"/>
                  <a:pt x="93" y="72"/>
                  <a:pt x="95" y="7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56" name="Freeform 359"/>
          <p:cNvSpPr>
            <a:spLocks/>
          </p:cNvSpPr>
          <p:nvPr/>
        </p:nvSpPr>
        <p:spPr bwMode="auto">
          <a:xfrm>
            <a:off x="10950903" y="4806698"/>
            <a:ext cx="86444" cy="244204"/>
          </a:xfrm>
          <a:custGeom>
            <a:avLst/>
            <a:gdLst>
              <a:gd name="T0" fmla="*/ 61 w 61"/>
              <a:gd name="T1" fmla="*/ 30 h 170"/>
              <a:gd name="T2" fmla="*/ 59 w 61"/>
              <a:gd name="T3" fmla="*/ 35 h 170"/>
              <a:gd name="T4" fmla="*/ 55 w 61"/>
              <a:gd name="T5" fmla="*/ 37 h 170"/>
              <a:gd name="T6" fmla="*/ 43 w 61"/>
              <a:gd name="T7" fmla="*/ 37 h 170"/>
              <a:gd name="T8" fmla="*/ 43 w 61"/>
              <a:gd name="T9" fmla="*/ 133 h 170"/>
              <a:gd name="T10" fmla="*/ 55 w 61"/>
              <a:gd name="T11" fmla="*/ 133 h 170"/>
              <a:gd name="T12" fmla="*/ 59 w 61"/>
              <a:gd name="T13" fmla="*/ 135 h 170"/>
              <a:gd name="T14" fmla="*/ 61 w 61"/>
              <a:gd name="T15" fmla="*/ 139 h 170"/>
              <a:gd name="T16" fmla="*/ 59 w 61"/>
              <a:gd name="T17" fmla="*/ 144 h 170"/>
              <a:gd name="T18" fmla="*/ 35 w 61"/>
              <a:gd name="T19" fmla="*/ 168 h 170"/>
              <a:gd name="T20" fmla="*/ 31 w 61"/>
              <a:gd name="T21" fmla="*/ 170 h 170"/>
              <a:gd name="T22" fmla="*/ 26 w 61"/>
              <a:gd name="T23" fmla="*/ 168 h 170"/>
              <a:gd name="T24" fmla="*/ 2 w 61"/>
              <a:gd name="T25" fmla="*/ 144 h 170"/>
              <a:gd name="T26" fmla="*/ 0 w 61"/>
              <a:gd name="T27" fmla="*/ 139 h 170"/>
              <a:gd name="T28" fmla="*/ 2 w 61"/>
              <a:gd name="T29" fmla="*/ 135 h 170"/>
              <a:gd name="T30" fmla="*/ 6 w 61"/>
              <a:gd name="T31" fmla="*/ 133 h 170"/>
              <a:gd name="T32" fmla="*/ 18 w 61"/>
              <a:gd name="T33" fmla="*/ 133 h 170"/>
              <a:gd name="T34" fmla="*/ 18 w 61"/>
              <a:gd name="T35" fmla="*/ 37 h 170"/>
              <a:gd name="T36" fmla="*/ 6 w 61"/>
              <a:gd name="T37" fmla="*/ 37 h 170"/>
              <a:gd name="T38" fmla="*/ 2 w 61"/>
              <a:gd name="T39" fmla="*/ 35 h 170"/>
              <a:gd name="T40" fmla="*/ 0 w 61"/>
              <a:gd name="T41" fmla="*/ 30 h 170"/>
              <a:gd name="T42" fmla="*/ 2 w 61"/>
              <a:gd name="T43" fmla="*/ 26 h 170"/>
              <a:gd name="T44" fmla="*/ 26 w 61"/>
              <a:gd name="T45" fmla="*/ 2 h 170"/>
              <a:gd name="T46" fmla="*/ 31 w 61"/>
              <a:gd name="T47" fmla="*/ 0 h 170"/>
              <a:gd name="T48" fmla="*/ 35 w 61"/>
              <a:gd name="T49" fmla="*/ 2 h 170"/>
              <a:gd name="T50" fmla="*/ 59 w 61"/>
              <a:gd name="T51" fmla="*/ 26 h 170"/>
              <a:gd name="T52" fmla="*/ 61 w 61"/>
              <a:gd name="T53" fmla="*/ 30 h 1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1" h="170">
                <a:moveTo>
                  <a:pt x="61" y="30"/>
                </a:moveTo>
                <a:cubicBezTo>
                  <a:pt x="61" y="32"/>
                  <a:pt x="60" y="34"/>
                  <a:pt x="59" y="35"/>
                </a:cubicBezTo>
                <a:cubicBezTo>
                  <a:pt x="58" y="36"/>
                  <a:pt x="56" y="37"/>
                  <a:pt x="55" y="37"/>
                </a:cubicBezTo>
                <a:cubicBezTo>
                  <a:pt x="43" y="37"/>
                  <a:pt x="43" y="37"/>
                  <a:pt x="43" y="37"/>
                </a:cubicBezTo>
                <a:cubicBezTo>
                  <a:pt x="43" y="133"/>
                  <a:pt x="43" y="133"/>
                  <a:pt x="43" y="133"/>
                </a:cubicBezTo>
                <a:cubicBezTo>
                  <a:pt x="55" y="133"/>
                  <a:pt x="55" y="133"/>
                  <a:pt x="55" y="133"/>
                </a:cubicBezTo>
                <a:cubicBezTo>
                  <a:pt x="56" y="133"/>
                  <a:pt x="58" y="134"/>
                  <a:pt x="59" y="135"/>
                </a:cubicBezTo>
                <a:cubicBezTo>
                  <a:pt x="60" y="136"/>
                  <a:pt x="61" y="138"/>
                  <a:pt x="61" y="139"/>
                </a:cubicBezTo>
                <a:cubicBezTo>
                  <a:pt x="61" y="141"/>
                  <a:pt x="60" y="142"/>
                  <a:pt x="59" y="144"/>
                </a:cubicBezTo>
                <a:cubicBezTo>
                  <a:pt x="35" y="168"/>
                  <a:pt x="35" y="168"/>
                  <a:pt x="35" y="168"/>
                </a:cubicBezTo>
                <a:cubicBezTo>
                  <a:pt x="34" y="169"/>
                  <a:pt x="32" y="170"/>
                  <a:pt x="31" y="170"/>
                </a:cubicBezTo>
                <a:cubicBezTo>
                  <a:pt x="29" y="170"/>
                  <a:pt x="27" y="169"/>
                  <a:pt x="26" y="168"/>
                </a:cubicBezTo>
                <a:cubicBezTo>
                  <a:pt x="2" y="144"/>
                  <a:pt x="2" y="144"/>
                  <a:pt x="2" y="144"/>
                </a:cubicBezTo>
                <a:cubicBezTo>
                  <a:pt x="1" y="142"/>
                  <a:pt x="0" y="141"/>
                  <a:pt x="0" y="139"/>
                </a:cubicBezTo>
                <a:cubicBezTo>
                  <a:pt x="0" y="138"/>
                  <a:pt x="1" y="136"/>
                  <a:pt x="2" y="135"/>
                </a:cubicBezTo>
                <a:cubicBezTo>
                  <a:pt x="3" y="134"/>
                  <a:pt x="5" y="133"/>
                  <a:pt x="6" y="133"/>
                </a:cubicBezTo>
                <a:cubicBezTo>
                  <a:pt x="18" y="133"/>
                  <a:pt x="18" y="133"/>
                  <a:pt x="18" y="133"/>
                </a:cubicBezTo>
                <a:cubicBezTo>
                  <a:pt x="18" y="37"/>
                  <a:pt x="18" y="37"/>
                  <a:pt x="18" y="37"/>
                </a:cubicBezTo>
                <a:cubicBezTo>
                  <a:pt x="6" y="37"/>
                  <a:pt x="6" y="37"/>
                  <a:pt x="6" y="37"/>
                </a:cubicBezTo>
                <a:cubicBezTo>
                  <a:pt x="5" y="37"/>
                  <a:pt x="3" y="36"/>
                  <a:pt x="2" y="35"/>
                </a:cubicBezTo>
                <a:cubicBezTo>
                  <a:pt x="1" y="34"/>
                  <a:pt x="0" y="32"/>
                  <a:pt x="0" y="30"/>
                </a:cubicBezTo>
                <a:cubicBezTo>
                  <a:pt x="0" y="29"/>
                  <a:pt x="1" y="27"/>
                  <a:pt x="2" y="26"/>
                </a:cubicBezTo>
                <a:cubicBezTo>
                  <a:pt x="26" y="2"/>
                  <a:pt x="26" y="2"/>
                  <a:pt x="26" y="2"/>
                </a:cubicBezTo>
                <a:cubicBezTo>
                  <a:pt x="27" y="1"/>
                  <a:pt x="29" y="0"/>
                  <a:pt x="31" y="0"/>
                </a:cubicBezTo>
                <a:cubicBezTo>
                  <a:pt x="32" y="0"/>
                  <a:pt x="34" y="1"/>
                  <a:pt x="35" y="2"/>
                </a:cubicBezTo>
                <a:cubicBezTo>
                  <a:pt x="59" y="26"/>
                  <a:pt x="59" y="26"/>
                  <a:pt x="59" y="26"/>
                </a:cubicBezTo>
                <a:cubicBezTo>
                  <a:pt x="60" y="27"/>
                  <a:pt x="61" y="29"/>
                  <a:pt x="61" y="3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57" name="Freeform 360"/>
          <p:cNvSpPr>
            <a:spLocks/>
          </p:cNvSpPr>
          <p:nvPr/>
        </p:nvSpPr>
        <p:spPr bwMode="auto">
          <a:xfrm>
            <a:off x="11188624" y="4823987"/>
            <a:ext cx="194499" cy="209627"/>
          </a:xfrm>
          <a:custGeom>
            <a:avLst/>
            <a:gdLst>
              <a:gd name="T0" fmla="*/ 130 w 136"/>
              <a:gd name="T1" fmla="*/ 87 h 146"/>
              <a:gd name="T2" fmla="*/ 135 w 136"/>
              <a:gd name="T3" fmla="*/ 95 h 146"/>
              <a:gd name="T4" fmla="*/ 134 w 136"/>
              <a:gd name="T5" fmla="*/ 104 h 146"/>
              <a:gd name="T6" fmla="*/ 128 w 136"/>
              <a:gd name="T7" fmla="*/ 114 h 146"/>
              <a:gd name="T8" fmla="*/ 121 w 136"/>
              <a:gd name="T9" fmla="*/ 120 h 146"/>
              <a:gd name="T10" fmla="*/ 111 w 136"/>
              <a:gd name="T11" fmla="*/ 119 h 146"/>
              <a:gd name="T12" fmla="*/ 86 w 136"/>
              <a:gd name="T13" fmla="*/ 104 h 146"/>
              <a:gd name="T14" fmla="*/ 86 w 136"/>
              <a:gd name="T15" fmla="*/ 133 h 146"/>
              <a:gd name="T16" fmla="*/ 83 w 136"/>
              <a:gd name="T17" fmla="*/ 142 h 146"/>
              <a:gd name="T18" fmla="*/ 74 w 136"/>
              <a:gd name="T19" fmla="*/ 146 h 146"/>
              <a:gd name="T20" fmla="*/ 62 w 136"/>
              <a:gd name="T21" fmla="*/ 146 h 146"/>
              <a:gd name="T22" fmla="*/ 54 w 136"/>
              <a:gd name="T23" fmla="*/ 142 h 146"/>
              <a:gd name="T24" fmla="*/ 50 w 136"/>
              <a:gd name="T25" fmla="*/ 133 h 146"/>
              <a:gd name="T26" fmla="*/ 50 w 136"/>
              <a:gd name="T27" fmla="*/ 104 h 146"/>
              <a:gd name="T28" fmla="*/ 25 w 136"/>
              <a:gd name="T29" fmla="*/ 119 h 146"/>
              <a:gd name="T30" fmla="*/ 16 w 136"/>
              <a:gd name="T31" fmla="*/ 120 h 146"/>
              <a:gd name="T32" fmla="*/ 8 w 136"/>
              <a:gd name="T33" fmla="*/ 114 h 146"/>
              <a:gd name="T34" fmla="*/ 2 w 136"/>
              <a:gd name="T35" fmla="*/ 104 h 146"/>
              <a:gd name="T36" fmla="*/ 1 w 136"/>
              <a:gd name="T37" fmla="*/ 95 h 146"/>
              <a:gd name="T38" fmla="*/ 7 w 136"/>
              <a:gd name="T39" fmla="*/ 87 h 146"/>
              <a:gd name="T40" fmla="*/ 32 w 136"/>
              <a:gd name="T41" fmla="*/ 73 h 146"/>
              <a:gd name="T42" fmla="*/ 7 w 136"/>
              <a:gd name="T43" fmla="*/ 58 h 146"/>
              <a:gd name="T44" fmla="*/ 1 w 136"/>
              <a:gd name="T45" fmla="*/ 51 h 146"/>
              <a:gd name="T46" fmla="*/ 2 w 136"/>
              <a:gd name="T47" fmla="*/ 42 h 146"/>
              <a:gd name="T48" fmla="*/ 8 w 136"/>
              <a:gd name="T49" fmla="*/ 31 h 146"/>
              <a:gd name="T50" fmla="*/ 16 w 136"/>
              <a:gd name="T51" fmla="*/ 26 h 146"/>
              <a:gd name="T52" fmla="*/ 25 w 136"/>
              <a:gd name="T53" fmla="*/ 27 h 146"/>
              <a:gd name="T54" fmla="*/ 50 w 136"/>
              <a:gd name="T55" fmla="*/ 41 h 146"/>
              <a:gd name="T56" fmla="*/ 50 w 136"/>
              <a:gd name="T57" fmla="*/ 12 h 146"/>
              <a:gd name="T58" fmla="*/ 54 w 136"/>
              <a:gd name="T59" fmla="*/ 4 h 146"/>
              <a:gd name="T60" fmla="*/ 62 w 136"/>
              <a:gd name="T61" fmla="*/ 0 h 146"/>
              <a:gd name="T62" fmla="*/ 74 w 136"/>
              <a:gd name="T63" fmla="*/ 0 h 146"/>
              <a:gd name="T64" fmla="*/ 83 w 136"/>
              <a:gd name="T65" fmla="*/ 4 h 146"/>
              <a:gd name="T66" fmla="*/ 86 w 136"/>
              <a:gd name="T67" fmla="*/ 12 h 146"/>
              <a:gd name="T68" fmla="*/ 86 w 136"/>
              <a:gd name="T69" fmla="*/ 41 h 146"/>
              <a:gd name="T70" fmla="*/ 111 w 136"/>
              <a:gd name="T71" fmla="*/ 27 h 146"/>
              <a:gd name="T72" fmla="*/ 121 w 136"/>
              <a:gd name="T73" fmla="*/ 26 h 146"/>
              <a:gd name="T74" fmla="*/ 128 w 136"/>
              <a:gd name="T75" fmla="*/ 31 h 146"/>
              <a:gd name="T76" fmla="*/ 134 w 136"/>
              <a:gd name="T77" fmla="*/ 42 h 146"/>
              <a:gd name="T78" fmla="*/ 135 w 136"/>
              <a:gd name="T79" fmla="*/ 51 h 146"/>
              <a:gd name="T80" fmla="*/ 130 w 136"/>
              <a:gd name="T81" fmla="*/ 58 h 146"/>
              <a:gd name="T82" fmla="*/ 104 w 136"/>
              <a:gd name="T83" fmla="*/ 73 h 146"/>
              <a:gd name="T84" fmla="*/ 130 w 136"/>
              <a:gd name="T85" fmla="*/ 87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36" h="146">
                <a:moveTo>
                  <a:pt x="130" y="87"/>
                </a:moveTo>
                <a:cubicBezTo>
                  <a:pt x="132" y="89"/>
                  <a:pt x="134" y="92"/>
                  <a:pt x="135" y="95"/>
                </a:cubicBezTo>
                <a:cubicBezTo>
                  <a:pt x="136" y="98"/>
                  <a:pt x="136" y="101"/>
                  <a:pt x="134" y="104"/>
                </a:cubicBezTo>
                <a:cubicBezTo>
                  <a:pt x="128" y="114"/>
                  <a:pt x="128" y="114"/>
                  <a:pt x="128" y="114"/>
                </a:cubicBezTo>
                <a:cubicBezTo>
                  <a:pt x="126" y="117"/>
                  <a:pt x="124" y="119"/>
                  <a:pt x="121" y="120"/>
                </a:cubicBezTo>
                <a:cubicBezTo>
                  <a:pt x="117" y="121"/>
                  <a:pt x="114" y="121"/>
                  <a:pt x="111" y="119"/>
                </a:cubicBezTo>
                <a:cubicBezTo>
                  <a:pt x="86" y="104"/>
                  <a:pt x="86" y="104"/>
                  <a:pt x="86" y="104"/>
                </a:cubicBezTo>
                <a:cubicBezTo>
                  <a:pt x="86" y="133"/>
                  <a:pt x="86" y="133"/>
                  <a:pt x="86" y="133"/>
                </a:cubicBezTo>
                <a:cubicBezTo>
                  <a:pt x="86" y="137"/>
                  <a:pt x="85" y="140"/>
                  <a:pt x="83" y="142"/>
                </a:cubicBezTo>
                <a:cubicBezTo>
                  <a:pt x="80" y="144"/>
                  <a:pt x="77" y="146"/>
                  <a:pt x="74" y="146"/>
                </a:cubicBezTo>
                <a:cubicBezTo>
                  <a:pt x="62" y="146"/>
                  <a:pt x="62" y="146"/>
                  <a:pt x="62" y="146"/>
                </a:cubicBezTo>
                <a:cubicBezTo>
                  <a:pt x="59" y="146"/>
                  <a:pt x="56" y="144"/>
                  <a:pt x="54" y="142"/>
                </a:cubicBezTo>
                <a:cubicBezTo>
                  <a:pt x="51" y="140"/>
                  <a:pt x="50" y="137"/>
                  <a:pt x="50" y="133"/>
                </a:cubicBezTo>
                <a:cubicBezTo>
                  <a:pt x="50" y="104"/>
                  <a:pt x="50" y="104"/>
                  <a:pt x="50" y="104"/>
                </a:cubicBezTo>
                <a:cubicBezTo>
                  <a:pt x="25" y="119"/>
                  <a:pt x="25" y="119"/>
                  <a:pt x="25" y="119"/>
                </a:cubicBezTo>
                <a:cubicBezTo>
                  <a:pt x="22" y="121"/>
                  <a:pt x="19" y="121"/>
                  <a:pt x="16" y="120"/>
                </a:cubicBezTo>
                <a:cubicBezTo>
                  <a:pt x="12" y="119"/>
                  <a:pt x="10" y="117"/>
                  <a:pt x="8" y="114"/>
                </a:cubicBezTo>
                <a:cubicBezTo>
                  <a:pt x="2" y="104"/>
                  <a:pt x="2" y="104"/>
                  <a:pt x="2" y="104"/>
                </a:cubicBezTo>
                <a:cubicBezTo>
                  <a:pt x="1" y="101"/>
                  <a:pt x="0" y="98"/>
                  <a:pt x="1" y="95"/>
                </a:cubicBezTo>
                <a:cubicBezTo>
                  <a:pt x="2" y="92"/>
                  <a:pt x="4" y="89"/>
                  <a:pt x="7" y="87"/>
                </a:cubicBezTo>
                <a:cubicBezTo>
                  <a:pt x="32" y="73"/>
                  <a:pt x="32" y="73"/>
                  <a:pt x="32" y="73"/>
                </a:cubicBezTo>
                <a:cubicBezTo>
                  <a:pt x="7" y="58"/>
                  <a:pt x="7" y="58"/>
                  <a:pt x="7" y="58"/>
                </a:cubicBezTo>
                <a:cubicBezTo>
                  <a:pt x="4" y="57"/>
                  <a:pt x="2" y="54"/>
                  <a:pt x="1" y="51"/>
                </a:cubicBezTo>
                <a:cubicBezTo>
                  <a:pt x="0" y="48"/>
                  <a:pt x="1" y="45"/>
                  <a:pt x="2" y="42"/>
                </a:cubicBezTo>
                <a:cubicBezTo>
                  <a:pt x="8" y="31"/>
                  <a:pt x="8" y="31"/>
                  <a:pt x="8" y="31"/>
                </a:cubicBezTo>
                <a:cubicBezTo>
                  <a:pt x="10" y="29"/>
                  <a:pt x="12" y="27"/>
                  <a:pt x="16" y="26"/>
                </a:cubicBezTo>
                <a:cubicBezTo>
                  <a:pt x="19" y="25"/>
                  <a:pt x="22" y="25"/>
                  <a:pt x="25" y="27"/>
                </a:cubicBezTo>
                <a:cubicBezTo>
                  <a:pt x="50" y="41"/>
                  <a:pt x="50" y="41"/>
                  <a:pt x="50" y="41"/>
                </a:cubicBezTo>
                <a:cubicBezTo>
                  <a:pt x="50" y="12"/>
                  <a:pt x="50" y="12"/>
                  <a:pt x="50" y="12"/>
                </a:cubicBezTo>
                <a:cubicBezTo>
                  <a:pt x="50" y="9"/>
                  <a:pt x="51" y="6"/>
                  <a:pt x="54" y="4"/>
                </a:cubicBezTo>
                <a:cubicBezTo>
                  <a:pt x="56" y="2"/>
                  <a:pt x="59" y="0"/>
                  <a:pt x="62" y="0"/>
                </a:cubicBezTo>
                <a:cubicBezTo>
                  <a:pt x="74" y="0"/>
                  <a:pt x="74" y="0"/>
                  <a:pt x="74" y="0"/>
                </a:cubicBezTo>
                <a:cubicBezTo>
                  <a:pt x="77" y="0"/>
                  <a:pt x="80" y="2"/>
                  <a:pt x="83" y="4"/>
                </a:cubicBezTo>
                <a:cubicBezTo>
                  <a:pt x="85" y="6"/>
                  <a:pt x="86" y="9"/>
                  <a:pt x="86" y="12"/>
                </a:cubicBezTo>
                <a:cubicBezTo>
                  <a:pt x="86" y="41"/>
                  <a:pt x="86" y="41"/>
                  <a:pt x="86" y="41"/>
                </a:cubicBezTo>
                <a:cubicBezTo>
                  <a:pt x="111" y="27"/>
                  <a:pt x="111" y="27"/>
                  <a:pt x="111" y="27"/>
                </a:cubicBezTo>
                <a:cubicBezTo>
                  <a:pt x="114" y="25"/>
                  <a:pt x="117" y="25"/>
                  <a:pt x="121" y="26"/>
                </a:cubicBezTo>
                <a:cubicBezTo>
                  <a:pt x="124" y="27"/>
                  <a:pt x="126" y="29"/>
                  <a:pt x="128" y="31"/>
                </a:cubicBezTo>
                <a:cubicBezTo>
                  <a:pt x="134" y="42"/>
                  <a:pt x="134" y="42"/>
                  <a:pt x="134" y="42"/>
                </a:cubicBezTo>
                <a:cubicBezTo>
                  <a:pt x="136" y="45"/>
                  <a:pt x="136" y="48"/>
                  <a:pt x="135" y="51"/>
                </a:cubicBezTo>
                <a:cubicBezTo>
                  <a:pt x="134" y="54"/>
                  <a:pt x="132" y="57"/>
                  <a:pt x="130" y="58"/>
                </a:cubicBezTo>
                <a:cubicBezTo>
                  <a:pt x="104" y="73"/>
                  <a:pt x="104" y="73"/>
                  <a:pt x="104" y="73"/>
                </a:cubicBezTo>
                <a:lnTo>
                  <a:pt x="130" y="87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58" name="Freeform 361"/>
          <p:cNvSpPr>
            <a:spLocks noEditPoints="1"/>
          </p:cNvSpPr>
          <p:nvPr/>
        </p:nvSpPr>
        <p:spPr bwMode="auto">
          <a:xfrm>
            <a:off x="1474497" y="5254046"/>
            <a:ext cx="276620" cy="218271"/>
          </a:xfrm>
          <a:custGeom>
            <a:avLst/>
            <a:gdLst>
              <a:gd name="T0" fmla="*/ 193 w 193"/>
              <a:gd name="T1" fmla="*/ 82 h 152"/>
              <a:gd name="T2" fmla="*/ 193 w 193"/>
              <a:gd name="T3" fmla="*/ 118 h 152"/>
              <a:gd name="T4" fmla="*/ 192 w 193"/>
              <a:gd name="T5" fmla="*/ 120 h 152"/>
              <a:gd name="T6" fmla="*/ 190 w 193"/>
              <a:gd name="T7" fmla="*/ 121 h 152"/>
              <a:gd name="T8" fmla="*/ 181 w 193"/>
              <a:gd name="T9" fmla="*/ 121 h 152"/>
              <a:gd name="T10" fmla="*/ 181 w 193"/>
              <a:gd name="T11" fmla="*/ 133 h 152"/>
              <a:gd name="T12" fmla="*/ 176 w 193"/>
              <a:gd name="T13" fmla="*/ 146 h 152"/>
              <a:gd name="T14" fmla="*/ 163 w 193"/>
              <a:gd name="T15" fmla="*/ 152 h 152"/>
              <a:gd name="T16" fmla="*/ 150 w 193"/>
              <a:gd name="T17" fmla="*/ 146 h 152"/>
              <a:gd name="T18" fmla="*/ 145 w 193"/>
              <a:gd name="T19" fmla="*/ 133 h 152"/>
              <a:gd name="T20" fmla="*/ 145 w 193"/>
              <a:gd name="T21" fmla="*/ 121 h 152"/>
              <a:gd name="T22" fmla="*/ 48 w 193"/>
              <a:gd name="T23" fmla="*/ 121 h 152"/>
              <a:gd name="T24" fmla="*/ 48 w 193"/>
              <a:gd name="T25" fmla="*/ 133 h 152"/>
              <a:gd name="T26" fmla="*/ 43 w 193"/>
              <a:gd name="T27" fmla="*/ 146 h 152"/>
              <a:gd name="T28" fmla="*/ 30 w 193"/>
              <a:gd name="T29" fmla="*/ 152 h 152"/>
              <a:gd name="T30" fmla="*/ 17 w 193"/>
              <a:gd name="T31" fmla="*/ 146 h 152"/>
              <a:gd name="T32" fmla="*/ 12 w 193"/>
              <a:gd name="T33" fmla="*/ 133 h 152"/>
              <a:gd name="T34" fmla="*/ 12 w 193"/>
              <a:gd name="T35" fmla="*/ 121 h 152"/>
              <a:gd name="T36" fmla="*/ 3 w 193"/>
              <a:gd name="T37" fmla="*/ 121 h 152"/>
              <a:gd name="T38" fmla="*/ 1 w 193"/>
              <a:gd name="T39" fmla="*/ 120 h 152"/>
              <a:gd name="T40" fmla="*/ 0 w 193"/>
              <a:gd name="T41" fmla="*/ 118 h 152"/>
              <a:gd name="T42" fmla="*/ 0 w 193"/>
              <a:gd name="T43" fmla="*/ 82 h 152"/>
              <a:gd name="T44" fmla="*/ 6 w 193"/>
              <a:gd name="T45" fmla="*/ 67 h 152"/>
              <a:gd name="T46" fmla="*/ 21 w 193"/>
              <a:gd name="T47" fmla="*/ 61 h 152"/>
              <a:gd name="T48" fmla="*/ 23 w 193"/>
              <a:gd name="T49" fmla="*/ 61 h 152"/>
              <a:gd name="T50" fmla="*/ 33 w 193"/>
              <a:gd name="T51" fmla="*/ 21 h 152"/>
              <a:gd name="T52" fmla="*/ 43 w 193"/>
              <a:gd name="T53" fmla="*/ 6 h 152"/>
              <a:gd name="T54" fmla="*/ 60 w 193"/>
              <a:gd name="T55" fmla="*/ 0 h 152"/>
              <a:gd name="T56" fmla="*/ 133 w 193"/>
              <a:gd name="T57" fmla="*/ 0 h 152"/>
              <a:gd name="T58" fmla="*/ 150 w 193"/>
              <a:gd name="T59" fmla="*/ 6 h 152"/>
              <a:gd name="T60" fmla="*/ 160 w 193"/>
              <a:gd name="T61" fmla="*/ 21 h 152"/>
              <a:gd name="T62" fmla="*/ 169 w 193"/>
              <a:gd name="T63" fmla="*/ 61 h 152"/>
              <a:gd name="T64" fmla="*/ 172 w 193"/>
              <a:gd name="T65" fmla="*/ 61 h 152"/>
              <a:gd name="T66" fmla="*/ 187 w 193"/>
              <a:gd name="T67" fmla="*/ 67 h 152"/>
              <a:gd name="T68" fmla="*/ 193 w 193"/>
              <a:gd name="T69" fmla="*/ 82 h 152"/>
              <a:gd name="T70" fmla="*/ 41 w 193"/>
              <a:gd name="T71" fmla="*/ 102 h 152"/>
              <a:gd name="T72" fmla="*/ 45 w 193"/>
              <a:gd name="T73" fmla="*/ 91 h 152"/>
              <a:gd name="T74" fmla="*/ 41 w 193"/>
              <a:gd name="T75" fmla="*/ 80 h 152"/>
              <a:gd name="T76" fmla="*/ 30 w 193"/>
              <a:gd name="T77" fmla="*/ 76 h 152"/>
              <a:gd name="T78" fmla="*/ 19 w 193"/>
              <a:gd name="T79" fmla="*/ 80 h 152"/>
              <a:gd name="T80" fmla="*/ 15 w 193"/>
              <a:gd name="T81" fmla="*/ 91 h 152"/>
              <a:gd name="T82" fmla="*/ 19 w 193"/>
              <a:gd name="T83" fmla="*/ 102 h 152"/>
              <a:gd name="T84" fmla="*/ 30 w 193"/>
              <a:gd name="T85" fmla="*/ 106 h 152"/>
              <a:gd name="T86" fmla="*/ 41 w 193"/>
              <a:gd name="T87" fmla="*/ 102 h 152"/>
              <a:gd name="T88" fmla="*/ 48 w 193"/>
              <a:gd name="T89" fmla="*/ 61 h 152"/>
              <a:gd name="T90" fmla="*/ 145 w 193"/>
              <a:gd name="T91" fmla="*/ 61 h 152"/>
              <a:gd name="T92" fmla="*/ 136 w 193"/>
              <a:gd name="T93" fmla="*/ 27 h 152"/>
              <a:gd name="T94" fmla="*/ 135 w 193"/>
              <a:gd name="T95" fmla="*/ 25 h 152"/>
              <a:gd name="T96" fmla="*/ 133 w 193"/>
              <a:gd name="T97" fmla="*/ 25 h 152"/>
              <a:gd name="T98" fmla="*/ 60 w 193"/>
              <a:gd name="T99" fmla="*/ 25 h 152"/>
              <a:gd name="T100" fmla="*/ 58 w 193"/>
              <a:gd name="T101" fmla="*/ 25 h 152"/>
              <a:gd name="T102" fmla="*/ 57 w 193"/>
              <a:gd name="T103" fmla="*/ 27 h 152"/>
              <a:gd name="T104" fmla="*/ 48 w 193"/>
              <a:gd name="T105" fmla="*/ 61 h 152"/>
              <a:gd name="T106" fmla="*/ 174 w 193"/>
              <a:gd name="T107" fmla="*/ 102 h 152"/>
              <a:gd name="T108" fmla="*/ 178 w 193"/>
              <a:gd name="T109" fmla="*/ 91 h 152"/>
              <a:gd name="T110" fmla="*/ 174 w 193"/>
              <a:gd name="T111" fmla="*/ 80 h 152"/>
              <a:gd name="T112" fmla="*/ 163 w 193"/>
              <a:gd name="T113" fmla="*/ 76 h 152"/>
              <a:gd name="T114" fmla="*/ 152 w 193"/>
              <a:gd name="T115" fmla="*/ 80 h 152"/>
              <a:gd name="T116" fmla="*/ 148 w 193"/>
              <a:gd name="T117" fmla="*/ 91 h 152"/>
              <a:gd name="T118" fmla="*/ 152 w 193"/>
              <a:gd name="T119" fmla="*/ 102 h 152"/>
              <a:gd name="T120" fmla="*/ 163 w 193"/>
              <a:gd name="T121" fmla="*/ 106 h 152"/>
              <a:gd name="T122" fmla="*/ 174 w 193"/>
              <a:gd name="T123" fmla="*/ 102 h 1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93" h="152">
                <a:moveTo>
                  <a:pt x="193" y="82"/>
                </a:moveTo>
                <a:cubicBezTo>
                  <a:pt x="193" y="118"/>
                  <a:pt x="193" y="118"/>
                  <a:pt x="193" y="118"/>
                </a:cubicBezTo>
                <a:cubicBezTo>
                  <a:pt x="193" y="119"/>
                  <a:pt x="193" y="120"/>
                  <a:pt x="192" y="120"/>
                </a:cubicBezTo>
                <a:cubicBezTo>
                  <a:pt x="192" y="121"/>
                  <a:pt x="191" y="121"/>
                  <a:pt x="190" y="121"/>
                </a:cubicBezTo>
                <a:cubicBezTo>
                  <a:pt x="181" y="121"/>
                  <a:pt x="181" y="121"/>
                  <a:pt x="181" y="121"/>
                </a:cubicBezTo>
                <a:cubicBezTo>
                  <a:pt x="181" y="133"/>
                  <a:pt x="181" y="133"/>
                  <a:pt x="181" y="133"/>
                </a:cubicBezTo>
                <a:cubicBezTo>
                  <a:pt x="181" y="138"/>
                  <a:pt x="179" y="143"/>
                  <a:pt x="176" y="146"/>
                </a:cubicBezTo>
                <a:cubicBezTo>
                  <a:pt x="172" y="150"/>
                  <a:pt x="168" y="152"/>
                  <a:pt x="163" y="152"/>
                </a:cubicBezTo>
                <a:cubicBezTo>
                  <a:pt x="158" y="152"/>
                  <a:pt x="154" y="150"/>
                  <a:pt x="150" y="146"/>
                </a:cubicBezTo>
                <a:cubicBezTo>
                  <a:pt x="147" y="143"/>
                  <a:pt x="145" y="138"/>
                  <a:pt x="145" y="133"/>
                </a:cubicBezTo>
                <a:cubicBezTo>
                  <a:pt x="145" y="121"/>
                  <a:pt x="145" y="121"/>
                  <a:pt x="145" y="121"/>
                </a:cubicBezTo>
                <a:cubicBezTo>
                  <a:pt x="48" y="121"/>
                  <a:pt x="48" y="121"/>
                  <a:pt x="48" y="121"/>
                </a:cubicBezTo>
                <a:cubicBezTo>
                  <a:pt x="48" y="133"/>
                  <a:pt x="48" y="133"/>
                  <a:pt x="48" y="133"/>
                </a:cubicBezTo>
                <a:cubicBezTo>
                  <a:pt x="48" y="138"/>
                  <a:pt x="46" y="143"/>
                  <a:pt x="43" y="146"/>
                </a:cubicBezTo>
                <a:cubicBezTo>
                  <a:pt x="39" y="150"/>
                  <a:pt x="35" y="152"/>
                  <a:pt x="30" y="152"/>
                </a:cubicBezTo>
                <a:cubicBezTo>
                  <a:pt x="25" y="152"/>
                  <a:pt x="21" y="150"/>
                  <a:pt x="17" y="146"/>
                </a:cubicBezTo>
                <a:cubicBezTo>
                  <a:pt x="14" y="143"/>
                  <a:pt x="12" y="138"/>
                  <a:pt x="12" y="133"/>
                </a:cubicBezTo>
                <a:cubicBezTo>
                  <a:pt x="12" y="121"/>
                  <a:pt x="12" y="121"/>
                  <a:pt x="12" y="121"/>
                </a:cubicBezTo>
                <a:cubicBezTo>
                  <a:pt x="3" y="121"/>
                  <a:pt x="3" y="121"/>
                  <a:pt x="3" y="121"/>
                </a:cubicBezTo>
                <a:cubicBezTo>
                  <a:pt x="2" y="121"/>
                  <a:pt x="1" y="121"/>
                  <a:pt x="1" y="120"/>
                </a:cubicBezTo>
                <a:cubicBezTo>
                  <a:pt x="0" y="120"/>
                  <a:pt x="0" y="119"/>
                  <a:pt x="0" y="118"/>
                </a:cubicBezTo>
                <a:cubicBezTo>
                  <a:pt x="0" y="82"/>
                  <a:pt x="0" y="82"/>
                  <a:pt x="0" y="82"/>
                </a:cubicBezTo>
                <a:cubicBezTo>
                  <a:pt x="0" y="76"/>
                  <a:pt x="2" y="71"/>
                  <a:pt x="6" y="67"/>
                </a:cubicBezTo>
                <a:cubicBezTo>
                  <a:pt x="10" y="63"/>
                  <a:pt x="15" y="61"/>
                  <a:pt x="21" y="61"/>
                </a:cubicBezTo>
                <a:cubicBezTo>
                  <a:pt x="23" y="61"/>
                  <a:pt x="23" y="61"/>
                  <a:pt x="23" y="61"/>
                </a:cubicBezTo>
                <a:cubicBezTo>
                  <a:pt x="33" y="21"/>
                  <a:pt x="33" y="21"/>
                  <a:pt x="33" y="21"/>
                </a:cubicBezTo>
                <a:cubicBezTo>
                  <a:pt x="35" y="15"/>
                  <a:pt x="38" y="10"/>
                  <a:pt x="43" y="6"/>
                </a:cubicBezTo>
                <a:cubicBezTo>
                  <a:pt x="48" y="2"/>
                  <a:pt x="54" y="0"/>
                  <a:pt x="60" y="0"/>
                </a:cubicBezTo>
                <a:cubicBezTo>
                  <a:pt x="133" y="0"/>
                  <a:pt x="133" y="0"/>
                  <a:pt x="133" y="0"/>
                </a:cubicBezTo>
                <a:cubicBezTo>
                  <a:pt x="139" y="0"/>
                  <a:pt x="145" y="2"/>
                  <a:pt x="150" y="6"/>
                </a:cubicBezTo>
                <a:cubicBezTo>
                  <a:pt x="155" y="10"/>
                  <a:pt x="158" y="15"/>
                  <a:pt x="160" y="21"/>
                </a:cubicBezTo>
                <a:cubicBezTo>
                  <a:pt x="169" y="61"/>
                  <a:pt x="169" y="61"/>
                  <a:pt x="169" y="61"/>
                </a:cubicBezTo>
                <a:cubicBezTo>
                  <a:pt x="172" y="61"/>
                  <a:pt x="172" y="61"/>
                  <a:pt x="172" y="61"/>
                </a:cubicBezTo>
                <a:cubicBezTo>
                  <a:pt x="178" y="61"/>
                  <a:pt x="183" y="63"/>
                  <a:pt x="187" y="67"/>
                </a:cubicBezTo>
                <a:cubicBezTo>
                  <a:pt x="191" y="71"/>
                  <a:pt x="193" y="76"/>
                  <a:pt x="193" y="82"/>
                </a:cubicBezTo>
                <a:close/>
                <a:moveTo>
                  <a:pt x="41" y="102"/>
                </a:moveTo>
                <a:cubicBezTo>
                  <a:pt x="44" y="99"/>
                  <a:pt x="45" y="95"/>
                  <a:pt x="45" y="91"/>
                </a:cubicBezTo>
                <a:cubicBezTo>
                  <a:pt x="45" y="87"/>
                  <a:pt x="44" y="83"/>
                  <a:pt x="41" y="80"/>
                </a:cubicBezTo>
                <a:cubicBezTo>
                  <a:pt x="38" y="77"/>
                  <a:pt x="34" y="76"/>
                  <a:pt x="30" y="76"/>
                </a:cubicBezTo>
                <a:cubicBezTo>
                  <a:pt x="26" y="76"/>
                  <a:pt x="22" y="77"/>
                  <a:pt x="19" y="80"/>
                </a:cubicBezTo>
                <a:cubicBezTo>
                  <a:pt x="16" y="83"/>
                  <a:pt x="15" y="87"/>
                  <a:pt x="15" y="91"/>
                </a:cubicBezTo>
                <a:cubicBezTo>
                  <a:pt x="15" y="95"/>
                  <a:pt x="16" y="99"/>
                  <a:pt x="19" y="102"/>
                </a:cubicBezTo>
                <a:cubicBezTo>
                  <a:pt x="22" y="105"/>
                  <a:pt x="26" y="106"/>
                  <a:pt x="30" y="106"/>
                </a:cubicBezTo>
                <a:cubicBezTo>
                  <a:pt x="34" y="106"/>
                  <a:pt x="38" y="105"/>
                  <a:pt x="41" y="102"/>
                </a:cubicBezTo>
                <a:close/>
                <a:moveTo>
                  <a:pt x="48" y="61"/>
                </a:moveTo>
                <a:cubicBezTo>
                  <a:pt x="145" y="61"/>
                  <a:pt x="145" y="61"/>
                  <a:pt x="145" y="61"/>
                </a:cubicBezTo>
                <a:cubicBezTo>
                  <a:pt x="136" y="27"/>
                  <a:pt x="136" y="27"/>
                  <a:pt x="136" y="27"/>
                </a:cubicBezTo>
                <a:cubicBezTo>
                  <a:pt x="136" y="27"/>
                  <a:pt x="136" y="26"/>
                  <a:pt x="135" y="25"/>
                </a:cubicBezTo>
                <a:cubicBezTo>
                  <a:pt x="134" y="25"/>
                  <a:pt x="133" y="25"/>
                  <a:pt x="133" y="25"/>
                </a:cubicBezTo>
                <a:cubicBezTo>
                  <a:pt x="60" y="25"/>
                  <a:pt x="60" y="25"/>
                  <a:pt x="60" y="25"/>
                </a:cubicBezTo>
                <a:cubicBezTo>
                  <a:pt x="60" y="25"/>
                  <a:pt x="59" y="25"/>
                  <a:pt x="58" y="25"/>
                </a:cubicBezTo>
                <a:cubicBezTo>
                  <a:pt x="57" y="26"/>
                  <a:pt x="57" y="27"/>
                  <a:pt x="57" y="27"/>
                </a:cubicBezTo>
                <a:lnTo>
                  <a:pt x="48" y="61"/>
                </a:lnTo>
                <a:close/>
                <a:moveTo>
                  <a:pt x="174" y="102"/>
                </a:moveTo>
                <a:cubicBezTo>
                  <a:pt x="177" y="99"/>
                  <a:pt x="178" y="95"/>
                  <a:pt x="178" y="91"/>
                </a:cubicBezTo>
                <a:cubicBezTo>
                  <a:pt x="178" y="87"/>
                  <a:pt x="177" y="83"/>
                  <a:pt x="174" y="80"/>
                </a:cubicBezTo>
                <a:cubicBezTo>
                  <a:pt x="171" y="77"/>
                  <a:pt x="167" y="76"/>
                  <a:pt x="163" y="76"/>
                </a:cubicBezTo>
                <a:cubicBezTo>
                  <a:pt x="159" y="76"/>
                  <a:pt x="155" y="77"/>
                  <a:pt x="152" y="80"/>
                </a:cubicBezTo>
                <a:cubicBezTo>
                  <a:pt x="149" y="83"/>
                  <a:pt x="148" y="87"/>
                  <a:pt x="148" y="91"/>
                </a:cubicBezTo>
                <a:cubicBezTo>
                  <a:pt x="148" y="95"/>
                  <a:pt x="149" y="99"/>
                  <a:pt x="152" y="102"/>
                </a:cubicBezTo>
                <a:cubicBezTo>
                  <a:pt x="155" y="105"/>
                  <a:pt x="159" y="106"/>
                  <a:pt x="163" y="106"/>
                </a:cubicBezTo>
                <a:cubicBezTo>
                  <a:pt x="167" y="106"/>
                  <a:pt x="171" y="105"/>
                  <a:pt x="174" y="102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59" name="Freeform 362"/>
          <p:cNvSpPr>
            <a:spLocks/>
          </p:cNvSpPr>
          <p:nvPr/>
        </p:nvSpPr>
        <p:spPr bwMode="auto">
          <a:xfrm>
            <a:off x="1889427" y="5254045"/>
            <a:ext cx="207464" cy="209627"/>
          </a:xfrm>
          <a:custGeom>
            <a:avLst/>
            <a:gdLst>
              <a:gd name="T0" fmla="*/ 141 w 145"/>
              <a:gd name="T1" fmla="*/ 2 h 146"/>
              <a:gd name="T2" fmla="*/ 144 w 145"/>
              <a:gd name="T3" fmla="*/ 0 h 146"/>
              <a:gd name="T4" fmla="*/ 145 w 145"/>
              <a:gd name="T5" fmla="*/ 3 h 146"/>
              <a:gd name="T6" fmla="*/ 145 w 145"/>
              <a:gd name="T7" fmla="*/ 143 h 146"/>
              <a:gd name="T8" fmla="*/ 144 w 145"/>
              <a:gd name="T9" fmla="*/ 146 h 146"/>
              <a:gd name="T10" fmla="*/ 141 w 145"/>
              <a:gd name="T11" fmla="*/ 144 h 146"/>
              <a:gd name="T12" fmla="*/ 74 w 145"/>
              <a:gd name="T13" fmla="*/ 77 h 146"/>
              <a:gd name="T14" fmla="*/ 73 w 145"/>
              <a:gd name="T15" fmla="*/ 75 h 146"/>
              <a:gd name="T16" fmla="*/ 73 w 145"/>
              <a:gd name="T17" fmla="*/ 143 h 146"/>
              <a:gd name="T18" fmla="*/ 72 w 145"/>
              <a:gd name="T19" fmla="*/ 146 h 146"/>
              <a:gd name="T20" fmla="*/ 68 w 145"/>
              <a:gd name="T21" fmla="*/ 144 h 146"/>
              <a:gd name="T22" fmla="*/ 1 w 145"/>
              <a:gd name="T23" fmla="*/ 77 h 146"/>
              <a:gd name="T24" fmla="*/ 0 w 145"/>
              <a:gd name="T25" fmla="*/ 73 h 146"/>
              <a:gd name="T26" fmla="*/ 1 w 145"/>
              <a:gd name="T27" fmla="*/ 69 h 146"/>
              <a:gd name="T28" fmla="*/ 68 w 145"/>
              <a:gd name="T29" fmla="*/ 2 h 146"/>
              <a:gd name="T30" fmla="*/ 72 w 145"/>
              <a:gd name="T31" fmla="*/ 0 h 146"/>
              <a:gd name="T32" fmla="*/ 73 w 145"/>
              <a:gd name="T33" fmla="*/ 3 h 146"/>
              <a:gd name="T34" fmla="*/ 73 w 145"/>
              <a:gd name="T35" fmla="*/ 70 h 146"/>
              <a:gd name="T36" fmla="*/ 74 w 145"/>
              <a:gd name="T37" fmla="*/ 69 h 146"/>
              <a:gd name="T38" fmla="*/ 141 w 145"/>
              <a:gd name="T39" fmla="*/ 2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145" h="146">
                <a:moveTo>
                  <a:pt x="141" y="2"/>
                </a:moveTo>
                <a:cubicBezTo>
                  <a:pt x="142" y="0"/>
                  <a:pt x="143" y="0"/>
                  <a:pt x="144" y="0"/>
                </a:cubicBezTo>
                <a:cubicBezTo>
                  <a:pt x="145" y="1"/>
                  <a:pt x="145" y="2"/>
                  <a:pt x="145" y="3"/>
                </a:cubicBezTo>
                <a:cubicBezTo>
                  <a:pt x="145" y="143"/>
                  <a:pt x="145" y="143"/>
                  <a:pt x="145" y="143"/>
                </a:cubicBezTo>
                <a:cubicBezTo>
                  <a:pt x="145" y="144"/>
                  <a:pt x="145" y="145"/>
                  <a:pt x="144" y="146"/>
                </a:cubicBezTo>
                <a:cubicBezTo>
                  <a:pt x="143" y="146"/>
                  <a:pt x="142" y="145"/>
                  <a:pt x="141" y="144"/>
                </a:cubicBezTo>
                <a:cubicBezTo>
                  <a:pt x="74" y="77"/>
                  <a:pt x="74" y="77"/>
                  <a:pt x="74" y="77"/>
                </a:cubicBezTo>
                <a:cubicBezTo>
                  <a:pt x="73" y="77"/>
                  <a:pt x="73" y="76"/>
                  <a:pt x="73" y="75"/>
                </a:cubicBezTo>
                <a:cubicBezTo>
                  <a:pt x="73" y="143"/>
                  <a:pt x="73" y="143"/>
                  <a:pt x="73" y="143"/>
                </a:cubicBezTo>
                <a:cubicBezTo>
                  <a:pt x="73" y="144"/>
                  <a:pt x="72" y="145"/>
                  <a:pt x="72" y="146"/>
                </a:cubicBezTo>
                <a:cubicBezTo>
                  <a:pt x="71" y="146"/>
                  <a:pt x="70" y="145"/>
                  <a:pt x="68" y="144"/>
                </a:cubicBezTo>
                <a:cubicBezTo>
                  <a:pt x="1" y="77"/>
                  <a:pt x="1" y="77"/>
                  <a:pt x="1" y="77"/>
                </a:cubicBezTo>
                <a:cubicBezTo>
                  <a:pt x="0" y="76"/>
                  <a:pt x="0" y="75"/>
                  <a:pt x="0" y="73"/>
                </a:cubicBezTo>
                <a:cubicBezTo>
                  <a:pt x="0" y="71"/>
                  <a:pt x="0" y="70"/>
                  <a:pt x="1" y="69"/>
                </a:cubicBezTo>
                <a:cubicBezTo>
                  <a:pt x="68" y="2"/>
                  <a:pt x="68" y="2"/>
                  <a:pt x="68" y="2"/>
                </a:cubicBezTo>
                <a:cubicBezTo>
                  <a:pt x="70" y="0"/>
                  <a:pt x="71" y="0"/>
                  <a:pt x="72" y="0"/>
                </a:cubicBezTo>
                <a:cubicBezTo>
                  <a:pt x="72" y="1"/>
                  <a:pt x="73" y="2"/>
                  <a:pt x="73" y="3"/>
                </a:cubicBezTo>
                <a:cubicBezTo>
                  <a:pt x="73" y="70"/>
                  <a:pt x="73" y="70"/>
                  <a:pt x="73" y="70"/>
                </a:cubicBezTo>
                <a:cubicBezTo>
                  <a:pt x="73" y="70"/>
                  <a:pt x="73" y="69"/>
                  <a:pt x="74" y="69"/>
                </a:cubicBezTo>
                <a:lnTo>
                  <a:pt x="141" y="2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60" name="Freeform 363"/>
          <p:cNvSpPr>
            <a:spLocks noEditPoints="1"/>
          </p:cNvSpPr>
          <p:nvPr/>
        </p:nvSpPr>
        <p:spPr bwMode="auto">
          <a:xfrm>
            <a:off x="2220073" y="5254045"/>
            <a:ext cx="207464" cy="209627"/>
          </a:xfrm>
          <a:custGeom>
            <a:avLst/>
            <a:gdLst>
              <a:gd name="T0" fmla="*/ 140 w 145"/>
              <a:gd name="T1" fmla="*/ 44 h 146"/>
              <a:gd name="T2" fmla="*/ 145 w 145"/>
              <a:gd name="T3" fmla="*/ 73 h 146"/>
              <a:gd name="T4" fmla="*/ 140 w 145"/>
              <a:gd name="T5" fmla="*/ 101 h 146"/>
              <a:gd name="T6" fmla="*/ 124 w 145"/>
              <a:gd name="T7" fmla="*/ 124 h 146"/>
              <a:gd name="T8" fmla="*/ 101 w 145"/>
              <a:gd name="T9" fmla="*/ 140 h 146"/>
              <a:gd name="T10" fmla="*/ 73 w 145"/>
              <a:gd name="T11" fmla="*/ 146 h 146"/>
              <a:gd name="T12" fmla="*/ 44 w 145"/>
              <a:gd name="T13" fmla="*/ 140 h 146"/>
              <a:gd name="T14" fmla="*/ 21 w 145"/>
              <a:gd name="T15" fmla="*/ 124 h 146"/>
              <a:gd name="T16" fmla="*/ 6 w 145"/>
              <a:gd name="T17" fmla="*/ 101 h 146"/>
              <a:gd name="T18" fmla="*/ 0 w 145"/>
              <a:gd name="T19" fmla="*/ 73 h 146"/>
              <a:gd name="T20" fmla="*/ 6 w 145"/>
              <a:gd name="T21" fmla="*/ 44 h 146"/>
              <a:gd name="T22" fmla="*/ 21 w 145"/>
              <a:gd name="T23" fmla="*/ 21 h 146"/>
              <a:gd name="T24" fmla="*/ 44 w 145"/>
              <a:gd name="T25" fmla="*/ 6 h 146"/>
              <a:gd name="T26" fmla="*/ 73 w 145"/>
              <a:gd name="T27" fmla="*/ 0 h 146"/>
              <a:gd name="T28" fmla="*/ 101 w 145"/>
              <a:gd name="T29" fmla="*/ 6 h 146"/>
              <a:gd name="T30" fmla="*/ 124 w 145"/>
              <a:gd name="T31" fmla="*/ 21 h 146"/>
              <a:gd name="T32" fmla="*/ 140 w 145"/>
              <a:gd name="T33" fmla="*/ 44 h 146"/>
              <a:gd name="T34" fmla="*/ 30 w 145"/>
              <a:gd name="T35" fmla="*/ 101 h 146"/>
              <a:gd name="T36" fmla="*/ 101 w 145"/>
              <a:gd name="T37" fmla="*/ 30 h 146"/>
              <a:gd name="T38" fmla="*/ 73 w 145"/>
              <a:gd name="T39" fmla="*/ 21 h 146"/>
              <a:gd name="T40" fmla="*/ 47 w 145"/>
              <a:gd name="T41" fmla="*/ 28 h 146"/>
              <a:gd name="T42" fmla="*/ 28 w 145"/>
              <a:gd name="T43" fmla="*/ 47 h 146"/>
              <a:gd name="T44" fmla="*/ 21 w 145"/>
              <a:gd name="T45" fmla="*/ 73 h 146"/>
              <a:gd name="T46" fmla="*/ 30 w 145"/>
              <a:gd name="T47" fmla="*/ 101 h 146"/>
              <a:gd name="T48" fmla="*/ 124 w 145"/>
              <a:gd name="T49" fmla="*/ 73 h 146"/>
              <a:gd name="T50" fmla="*/ 116 w 145"/>
              <a:gd name="T51" fmla="*/ 45 h 146"/>
              <a:gd name="T52" fmla="*/ 45 w 145"/>
              <a:gd name="T53" fmla="*/ 116 h 146"/>
              <a:gd name="T54" fmla="*/ 73 w 145"/>
              <a:gd name="T55" fmla="*/ 124 h 146"/>
              <a:gd name="T56" fmla="*/ 93 w 145"/>
              <a:gd name="T57" fmla="*/ 120 h 146"/>
              <a:gd name="T58" fmla="*/ 109 w 145"/>
              <a:gd name="T59" fmla="*/ 109 h 146"/>
              <a:gd name="T60" fmla="*/ 120 w 145"/>
              <a:gd name="T61" fmla="*/ 93 h 146"/>
              <a:gd name="T62" fmla="*/ 124 w 145"/>
              <a:gd name="T63" fmla="*/ 73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45" h="146">
                <a:moveTo>
                  <a:pt x="140" y="44"/>
                </a:moveTo>
                <a:cubicBezTo>
                  <a:pt x="143" y="53"/>
                  <a:pt x="145" y="63"/>
                  <a:pt x="145" y="73"/>
                </a:cubicBezTo>
                <a:cubicBezTo>
                  <a:pt x="145" y="83"/>
                  <a:pt x="143" y="92"/>
                  <a:pt x="140" y="101"/>
                </a:cubicBezTo>
                <a:cubicBezTo>
                  <a:pt x="136" y="110"/>
                  <a:pt x="131" y="118"/>
                  <a:pt x="124" y="124"/>
                </a:cubicBezTo>
                <a:cubicBezTo>
                  <a:pt x="118" y="131"/>
                  <a:pt x="110" y="136"/>
                  <a:pt x="101" y="140"/>
                </a:cubicBezTo>
                <a:cubicBezTo>
                  <a:pt x="92" y="144"/>
                  <a:pt x="83" y="146"/>
                  <a:pt x="73" y="146"/>
                </a:cubicBezTo>
                <a:cubicBezTo>
                  <a:pt x="63" y="146"/>
                  <a:pt x="53" y="144"/>
                  <a:pt x="44" y="140"/>
                </a:cubicBezTo>
                <a:cubicBezTo>
                  <a:pt x="35" y="136"/>
                  <a:pt x="28" y="131"/>
                  <a:pt x="21" y="124"/>
                </a:cubicBezTo>
                <a:cubicBezTo>
                  <a:pt x="15" y="118"/>
                  <a:pt x="10" y="110"/>
                  <a:pt x="6" y="101"/>
                </a:cubicBezTo>
                <a:cubicBezTo>
                  <a:pt x="2" y="92"/>
                  <a:pt x="0" y="83"/>
                  <a:pt x="0" y="73"/>
                </a:cubicBezTo>
                <a:cubicBezTo>
                  <a:pt x="0" y="63"/>
                  <a:pt x="2" y="53"/>
                  <a:pt x="6" y="44"/>
                </a:cubicBezTo>
                <a:cubicBezTo>
                  <a:pt x="10" y="35"/>
                  <a:pt x="15" y="28"/>
                  <a:pt x="21" y="21"/>
                </a:cubicBezTo>
                <a:cubicBezTo>
                  <a:pt x="28" y="15"/>
                  <a:pt x="35" y="9"/>
                  <a:pt x="44" y="6"/>
                </a:cubicBezTo>
                <a:cubicBezTo>
                  <a:pt x="53" y="2"/>
                  <a:pt x="63" y="0"/>
                  <a:pt x="73" y="0"/>
                </a:cubicBezTo>
                <a:cubicBezTo>
                  <a:pt x="83" y="0"/>
                  <a:pt x="92" y="2"/>
                  <a:pt x="101" y="6"/>
                </a:cubicBezTo>
                <a:cubicBezTo>
                  <a:pt x="110" y="9"/>
                  <a:pt x="118" y="15"/>
                  <a:pt x="124" y="21"/>
                </a:cubicBezTo>
                <a:cubicBezTo>
                  <a:pt x="131" y="28"/>
                  <a:pt x="136" y="35"/>
                  <a:pt x="140" y="44"/>
                </a:cubicBezTo>
                <a:close/>
                <a:moveTo>
                  <a:pt x="30" y="101"/>
                </a:moveTo>
                <a:cubicBezTo>
                  <a:pt x="101" y="30"/>
                  <a:pt x="101" y="30"/>
                  <a:pt x="101" y="30"/>
                </a:cubicBezTo>
                <a:cubicBezTo>
                  <a:pt x="93" y="24"/>
                  <a:pt x="83" y="21"/>
                  <a:pt x="73" y="21"/>
                </a:cubicBezTo>
                <a:cubicBezTo>
                  <a:pt x="63" y="21"/>
                  <a:pt x="55" y="23"/>
                  <a:pt x="47" y="28"/>
                </a:cubicBezTo>
                <a:cubicBezTo>
                  <a:pt x="39" y="33"/>
                  <a:pt x="33" y="39"/>
                  <a:pt x="28" y="47"/>
                </a:cubicBezTo>
                <a:cubicBezTo>
                  <a:pt x="24" y="55"/>
                  <a:pt x="21" y="63"/>
                  <a:pt x="21" y="73"/>
                </a:cubicBezTo>
                <a:cubicBezTo>
                  <a:pt x="21" y="83"/>
                  <a:pt x="24" y="92"/>
                  <a:pt x="30" y="101"/>
                </a:cubicBezTo>
                <a:close/>
                <a:moveTo>
                  <a:pt x="124" y="73"/>
                </a:moveTo>
                <a:cubicBezTo>
                  <a:pt x="124" y="62"/>
                  <a:pt x="121" y="53"/>
                  <a:pt x="116" y="45"/>
                </a:cubicBezTo>
                <a:cubicBezTo>
                  <a:pt x="45" y="116"/>
                  <a:pt x="45" y="116"/>
                  <a:pt x="45" y="116"/>
                </a:cubicBezTo>
                <a:cubicBezTo>
                  <a:pt x="53" y="122"/>
                  <a:pt x="63" y="124"/>
                  <a:pt x="73" y="124"/>
                </a:cubicBezTo>
                <a:cubicBezTo>
                  <a:pt x="80" y="124"/>
                  <a:pt x="86" y="123"/>
                  <a:pt x="93" y="120"/>
                </a:cubicBezTo>
                <a:cubicBezTo>
                  <a:pt x="99" y="117"/>
                  <a:pt x="104" y="114"/>
                  <a:pt x="109" y="109"/>
                </a:cubicBezTo>
                <a:cubicBezTo>
                  <a:pt x="114" y="105"/>
                  <a:pt x="117" y="99"/>
                  <a:pt x="120" y="93"/>
                </a:cubicBezTo>
                <a:cubicBezTo>
                  <a:pt x="123" y="86"/>
                  <a:pt x="124" y="80"/>
                  <a:pt x="124" y="7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61" name="Freeform 364"/>
          <p:cNvSpPr>
            <a:spLocks noEditPoints="1"/>
          </p:cNvSpPr>
          <p:nvPr/>
        </p:nvSpPr>
        <p:spPr bwMode="auto">
          <a:xfrm>
            <a:off x="2548562" y="5236758"/>
            <a:ext cx="261493" cy="244204"/>
          </a:xfrm>
          <a:custGeom>
            <a:avLst/>
            <a:gdLst>
              <a:gd name="T0" fmla="*/ 91 w 182"/>
              <a:gd name="T1" fmla="*/ 0 h 170"/>
              <a:gd name="T2" fmla="*/ 182 w 182"/>
              <a:gd name="T3" fmla="*/ 37 h 170"/>
              <a:gd name="T4" fmla="*/ 182 w 182"/>
              <a:gd name="T5" fmla="*/ 49 h 170"/>
              <a:gd name="T6" fmla="*/ 169 w 182"/>
              <a:gd name="T7" fmla="*/ 49 h 170"/>
              <a:gd name="T8" fmla="*/ 167 w 182"/>
              <a:gd name="T9" fmla="*/ 53 h 170"/>
              <a:gd name="T10" fmla="*/ 163 w 182"/>
              <a:gd name="T11" fmla="*/ 55 h 170"/>
              <a:gd name="T12" fmla="*/ 19 w 182"/>
              <a:gd name="T13" fmla="*/ 55 h 170"/>
              <a:gd name="T14" fmla="*/ 14 w 182"/>
              <a:gd name="T15" fmla="*/ 53 h 170"/>
              <a:gd name="T16" fmla="*/ 12 w 182"/>
              <a:gd name="T17" fmla="*/ 49 h 170"/>
              <a:gd name="T18" fmla="*/ 0 w 182"/>
              <a:gd name="T19" fmla="*/ 49 h 170"/>
              <a:gd name="T20" fmla="*/ 0 w 182"/>
              <a:gd name="T21" fmla="*/ 37 h 170"/>
              <a:gd name="T22" fmla="*/ 91 w 182"/>
              <a:gd name="T23" fmla="*/ 0 h 170"/>
              <a:gd name="T24" fmla="*/ 175 w 182"/>
              <a:gd name="T25" fmla="*/ 151 h 170"/>
              <a:gd name="T26" fmla="*/ 180 w 182"/>
              <a:gd name="T27" fmla="*/ 153 h 170"/>
              <a:gd name="T28" fmla="*/ 182 w 182"/>
              <a:gd name="T29" fmla="*/ 158 h 170"/>
              <a:gd name="T30" fmla="*/ 182 w 182"/>
              <a:gd name="T31" fmla="*/ 170 h 170"/>
              <a:gd name="T32" fmla="*/ 0 w 182"/>
              <a:gd name="T33" fmla="*/ 170 h 170"/>
              <a:gd name="T34" fmla="*/ 0 w 182"/>
              <a:gd name="T35" fmla="*/ 158 h 170"/>
              <a:gd name="T36" fmla="*/ 2 w 182"/>
              <a:gd name="T37" fmla="*/ 153 h 170"/>
              <a:gd name="T38" fmla="*/ 7 w 182"/>
              <a:gd name="T39" fmla="*/ 151 h 170"/>
              <a:gd name="T40" fmla="*/ 175 w 182"/>
              <a:gd name="T41" fmla="*/ 151 h 170"/>
              <a:gd name="T42" fmla="*/ 24 w 182"/>
              <a:gd name="T43" fmla="*/ 61 h 170"/>
              <a:gd name="T44" fmla="*/ 48 w 182"/>
              <a:gd name="T45" fmla="*/ 61 h 170"/>
              <a:gd name="T46" fmla="*/ 48 w 182"/>
              <a:gd name="T47" fmla="*/ 133 h 170"/>
              <a:gd name="T48" fmla="*/ 61 w 182"/>
              <a:gd name="T49" fmla="*/ 133 h 170"/>
              <a:gd name="T50" fmla="*/ 61 w 182"/>
              <a:gd name="T51" fmla="*/ 61 h 170"/>
              <a:gd name="T52" fmla="*/ 85 w 182"/>
              <a:gd name="T53" fmla="*/ 61 h 170"/>
              <a:gd name="T54" fmla="*/ 85 w 182"/>
              <a:gd name="T55" fmla="*/ 133 h 170"/>
              <a:gd name="T56" fmla="*/ 97 w 182"/>
              <a:gd name="T57" fmla="*/ 133 h 170"/>
              <a:gd name="T58" fmla="*/ 97 w 182"/>
              <a:gd name="T59" fmla="*/ 61 h 170"/>
              <a:gd name="T60" fmla="*/ 121 w 182"/>
              <a:gd name="T61" fmla="*/ 61 h 170"/>
              <a:gd name="T62" fmla="*/ 121 w 182"/>
              <a:gd name="T63" fmla="*/ 133 h 170"/>
              <a:gd name="T64" fmla="*/ 133 w 182"/>
              <a:gd name="T65" fmla="*/ 133 h 170"/>
              <a:gd name="T66" fmla="*/ 133 w 182"/>
              <a:gd name="T67" fmla="*/ 61 h 170"/>
              <a:gd name="T68" fmla="*/ 157 w 182"/>
              <a:gd name="T69" fmla="*/ 61 h 170"/>
              <a:gd name="T70" fmla="*/ 157 w 182"/>
              <a:gd name="T71" fmla="*/ 133 h 170"/>
              <a:gd name="T72" fmla="*/ 163 w 182"/>
              <a:gd name="T73" fmla="*/ 133 h 170"/>
              <a:gd name="T74" fmla="*/ 167 w 182"/>
              <a:gd name="T75" fmla="*/ 135 h 170"/>
              <a:gd name="T76" fmla="*/ 169 w 182"/>
              <a:gd name="T77" fmla="*/ 139 h 170"/>
              <a:gd name="T78" fmla="*/ 169 w 182"/>
              <a:gd name="T79" fmla="*/ 145 h 170"/>
              <a:gd name="T80" fmla="*/ 12 w 182"/>
              <a:gd name="T81" fmla="*/ 145 h 170"/>
              <a:gd name="T82" fmla="*/ 12 w 182"/>
              <a:gd name="T83" fmla="*/ 139 h 170"/>
              <a:gd name="T84" fmla="*/ 14 w 182"/>
              <a:gd name="T85" fmla="*/ 135 h 170"/>
              <a:gd name="T86" fmla="*/ 19 w 182"/>
              <a:gd name="T87" fmla="*/ 133 h 170"/>
              <a:gd name="T88" fmla="*/ 24 w 182"/>
              <a:gd name="T89" fmla="*/ 133 h 170"/>
              <a:gd name="T90" fmla="*/ 24 w 182"/>
              <a:gd name="T91" fmla="*/ 61 h 1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82" h="170">
                <a:moveTo>
                  <a:pt x="91" y="0"/>
                </a:moveTo>
                <a:cubicBezTo>
                  <a:pt x="182" y="37"/>
                  <a:pt x="182" y="37"/>
                  <a:pt x="182" y="37"/>
                </a:cubicBezTo>
                <a:cubicBezTo>
                  <a:pt x="182" y="49"/>
                  <a:pt x="182" y="49"/>
                  <a:pt x="182" y="49"/>
                </a:cubicBezTo>
                <a:cubicBezTo>
                  <a:pt x="169" y="49"/>
                  <a:pt x="169" y="49"/>
                  <a:pt x="169" y="49"/>
                </a:cubicBezTo>
                <a:cubicBezTo>
                  <a:pt x="169" y="50"/>
                  <a:pt x="169" y="52"/>
                  <a:pt x="167" y="53"/>
                </a:cubicBezTo>
                <a:cubicBezTo>
                  <a:pt x="166" y="54"/>
                  <a:pt x="165" y="55"/>
                  <a:pt x="163" y="55"/>
                </a:cubicBezTo>
                <a:cubicBezTo>
                  <a:pt x="19" y="55"/>
                  <a:pt x="19" y="55"/>
                  <a:pt x="19" y="55"/>
                </a:cubicBezTo>
                <a:cubicBezTo>
                  <a:pt x="17" y="55"/>
                  <a:pt x="15" y="54"/>
                  <a:pt x="14" y="53"/>
                </a:cubicBezTo>
                <a:cubicBezTo>
                  <a:pt x="13" y="52"/>
                  <a:pt x="12" y="50"/>
                  <a:pt x="12" y="49"/>
                </a:cubicBezTo>
                <a:cubicBezTo>
                  <a:pt x="0" y="49"/>
                  <a:pt x="0" y="49"/>
                  <a:pt x="0" y="49"/>
                </a:cubicBezTo>
                <a:cubicBezTo>
                  <a:pt x="0" y="37"/>
                  <a:pt x="0" y="37"/>
                  <a:pt x="0" y="37"/>
                </a:cubicBezTo>
                <a:lnTo>
                  <a:pt x="91" y="0"/>
                </a:lnTo>
                <a:close/>
                <a:moveTo>
                  <a:pt x="175" y="151"/>
                </a:moveTo>
                <a:cubicBezTo>
                  <a:pt x="177" y="151"/>
                  <a:pt x="178" y="152"/>
                  <a:pt x="180" y="153"/>
                </a:cubicBezTo>
                <a:cubicBezTo>
                  <a:pt x="181" y="154"/>
                  <a:pt x="182" y="156"/>
                  <a:pt x="182" y="158"/>
                </a:cubicBezTo>
                <a:cubicBezTo>
                  <a:pt x="182" y="170"/>
                  <a:pt x="182" y="170"/>
                  <a:pt x="182" y="170"/>
                </a:cubicBezTo>
                <a:cubicBezTo>
                  <a:pt x="0" y="170"/>
                  <a:pt x="0" y="170"/>
                  <a:pt x="0" y="170"/>
                </a:cubicBezTo>
                <a:cubicBezTo>
                  <a:pt x="0" y="158"/>
                  <a:pt x="0" y="158"/>
                  <a:pt x="0" y="158"/>
                </a:cubicBezTo>
                <a:cubicBezTo>
                  <a:pt x="0" y="156"/>
                  <a:pt x="1" y="154"/>
                  <a:pt x="2" y="153"/>
                </a:cubicBezTo>
                <a:cubicBezTo>
                  <a:pt x="3" y="152"/>
                  <a:pt x="5" y="151"/>
                  <a:pt x="7" y="151"/>
                </a:cubicBezTo>
                <a:lnTo>
                  <a:pt x="175" y="151"/>
                </a:lnTo>
                <a:close/>
                <a:moveTo>
                  <a:pt x="24" y="61"/>
                </a:moveTo>
                <a:cubicBezTo>
                  <a:pt x="48" y="61"/>
                  <a:pt x="48" y="61"/>
                  <a:pt x="48" y="61"/>
                </a:cubicBezTo>
                <a:cubicBezTo>
                  <a:pt x="48" y="133"/>
                  <a:pt x="48" y="133"/>
                  <a:pt x="48" y="133"/>
                </a:cubicBezTo>
                <a:cubicBezTo>
                  <a:pt x="61" y="133"/>
                  <a:pt x="61" y="133"/>
                  <a:pt x="61" y="133"/>
                </a:cubicBezTo>
                <a:cubicBezTo>
                  <a:pt x="61" y="61"/>
                  <a:pt x="61" y="61"/>
                  <a:pt x="61" y="61"/>
                </a:cubicBezTo>
                <a:cubicBezTo>
                  <a:pt x="85" y="61"/>
                  <a:pt x="85" y="61"/>
                  <a:pt x="85" y="61"/>
                </a:cubicBezTo>
                <a:cubicBezTo>
                  <a:pt x="85" y="133"/>
                  <a:pt x="85" y="133"/>
                  <a:pt x="85" y="133"/>
                </a:cubicBezTo>
                <a:cubicBezTo>
                  <a:pt x="97" y="133"/>
                  <a:pt x="97" y="133"/>
                  <a:pt x="97" y="133"/>
                </a:cubicBezTo>
                <a:cubicBezTo>
                  <a:pt x="97" y="61"/>
                  <a:pt x="97" y="61"/>
                  <a:pt x="97" y="61"/>
                </a:cubicBezTo>
                <a:cubicBezTo>
                  <a:pt x="121" y="61"/>
                  <a:pt x="121" y="61"/>
                  <a:pt x="121" y="61"/>
                </a:cubicBezTo>
                <a:cubicBezTo>
                  <a:pt x="121" y="133"/>
                  <a:pt x="121" y="133"/>
                  <a:pt x="121" y="133"/>
                </a:cubicBezTo>
                <a:cubicBezTo>
                  <a:pt x="133" y="133"/>
                  <a:pt x="133" y="133"/>
                  <a:pt x="133" y="133"/>
                </a:cubicBezTo>
                <a:cubicBezTo>
                  <a:pt x="133" y="61"/>
                  <a:pt x="133" y="61"/>
                  <a:pt x="133" y="61"/>
                </a:cubicBezTo>
                <a:cubicBezTo>
                  <a:pt x="157" y="61"/>
                  <a:pt x="157" y="61"/>
                  <a:pt x="157" y="61"/>
                </a:cubicBezTo>
                <a:cubicBezTo>
                  <a:pt x="157" y="133"/>
                  <a:pt x="157" y="133"/>
                  <a:pt x="157" y="133"/>
                </a:cubicBezTo>
                <a:cubicBezTo>
                  <a:pt x="163" y="133"/>
                  <a:pt x="163" y="133"/>
                  <a:pt x="163" y="133"/>
                </a:cubicBezTo>
                <a:cubicBezTo>
                  <a:pt x="165" y="133"/>
                  <a:pt x="166" y="134"/>
                  <a:pt x="167" y="135"/>
                </a:cubicBezTo>
                <a:cubicBezTo>
                  <a:pt x="169" y="136"/>
                  <a:pt x="169" y="138"/>
                  <a:pt x="169" y="139"/>
                </a:cubicBezTo>
                <a:cubicBezTo>
                  <a:pt x="169" y="145"/>
                  <a:pt x="169" y="145"/>
                  <a:pt x="169" y="145"/>
                </a:cubicBezTo>
                <a:cubicBezTo>
                  <a:pt x="12" y="145"/>
                  <a:pt x="12" y="145"/>
                  <a:pt x="12" y="145"/>
                </a:cubicBezTo>
                <a:cubicBezTo>
                  <a:pt x="12" y="139"/>
                  <a:pt x="12" y="139"/>
                  <a:pt x="12" y="139"/>
                </a:cubicBezTo>
                <a:cubicBezTo>
                  <a:pt x="12" y="138"/>
                  <a:pt x="13" y="136"/>
                  <a:pt x="14" y="135"/>
                </a:cubicBezTo>
                <a:cubicBezTo>
                  <a:pt x="15" y="134"/>
                  <a:pt x="17" y="133"/>
                  <a:pt x="19" y="133"/>
                </a:cubicBezTo>
                <a:cubicBezTo>
                  <a:pt x="24" y="133"/>
                  <a:pt x="24" y="133"/>
                  <a:pt x="24" y="133"/>
                </a:cubicBezTo>
                <a:lnTo>
                  <a:pt x="24" y="6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62" name="Freeform 365"/>
          <p:cNvSpPr>
            <a:spLocks noEditPoints="1"/>
          </p:cNvSpPr>
          <p:nvPr/>
        </p:nvSpPr>
        <p:spPr bwMode="auto">
          <a:xfrm>
            <a:off x="2948365" y="5254045"/>
            <a:ext cx="276620" cy="209627"/>
          </a:xfrm>
          <a:custGeom>
            <a:avLst/>
            <a:gdLst>
              <a:gd name="T0" fmla="*/ 128 w 128"/>
              <a:gd name="T1" fmla="*/ 88 h 97"/>
              <a:gd name="T2" fmla="*/ 128 w 128"/>
              <a:gd name="T3" fmla="*/ 97 h 97"/>
              <a:gd name="T4" fmla="*/ 0 w 128"/>
              <a:gd name="T5" fmla="*/ 97 h 97"/>
              <a:gd name="T6" fmla="*/ 0 w 128"/>
              <a:gd name="T7" fmla="*/ 0 h 97"/>
              <a:gd name="T8" fmla="*/ 8 w 128"/>
              <a:gd name="T9" fmla="*/ 0 h 97"/>
              <a:gd name="T10" fmla="*/ 8 w 128"/>
              <a:gd name="T11" fmla="*/ 88 h 97"/>
              <a:gd name="T12" fmla="*/ 128 w 128"/>
              <a:gd name="T13" fmla="*/ 88 h 97"/>
              <a:gd name="T14" fmla="*/ 40 w 128"/>
              <a:gd name="T15" fmla="*/ 48 h 97"/>
              <a:gd name="T16" fmla="*/ 40 w 128"/>
              <a:gd name="T17" fmla="*/ 80 h 97"/>
              <a:gd name="T18" fmla="*/ 24 w 128"/>
              <a:gd name="T19" fmla="*/ 80 h 97"/>
              <a:gd name="T20" fmla="*/ 24 w 128"/>
              <a:gd name="T21" fmla="*/ 48 h 97"/>
              <a:gd name="T22" fmla="*/ 40 w 128"/>
              <a:gd name="T23" fmla="*/ 48 h 97"/>
              <a:gd name="T24" fmla="*/ 64 w 128"/>
              <a:gd name="T25" fmla="*/ 16 h 97"/>
              <a:gd name="T26" fmla="*/ 64 w 128"/>
              <a:gd name="T27" fmla="*/ 80 h 97"/>
              <a:gd name="T28" fmla="*/ 48 w 128"/>
              <a:gd name="T29" fmla="*/ 80 h 97"/>
              <a:gd name="T30" fmla="*/ 48 w 128"/>
              <a:gd name="T31" fmla="*/ 16 h 97"/>
              <a:gd name="T32" fmla="*/ 64 w 128"/>
              <a:gd name="T33" fmla="*/ 16 h 97"/>
              <a:gd name="T34" fmla="*/ 88 w 128"/>
              <a:gd name="T35" fmla="*/ 32 h 97"/>
              <a:gd name="T36" fmla="*/ 88 w 128"/>
              <a:gd name="T37" fmla="*/ 80 h 97"/>
              <a:gd name="T38" fmla="*/ 72 w 128"/>
              <a:gd name="T39" fmla="*/ 80 h 97"/>
              <a:gd name="T40" fmla="*/ 72 w 128"/>
              <a:gd name="T41" fmla="*/ 32 h 97"/>
              <a:gd name="T42" fmla="*/ 88 w 128"/>
              <a:gd name="T43" fmla="*/ 32 h 97"/>
              <a:gd name="T44" fmla="*/ 112 w 128"/>
              <a:gd name="T45" fmla="*/ 8 h 97"/>
              <a:gd name="T46" fmla="*/ 112 w 128"/>
              <a:gd name="T47" fmla="*/ 80 h 97"/>
              <a:gd name="T48" fmla="*/ 97 w 128"/>
              <a:gd name="T49" fmla="*/ 80 h 97"/>
              <a:gd name="T50" fmla="*/ 97 w 128"/>
              <a:gd name="T51" fmla="*/ 8 h 97"/>
              <a:gd name="T52" fmla="*/ 112 w 128"/>
              <a:gd name="T53" fmla="*/ 8 h 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128" h="97">
                <a:moveTo>
                  <a:pt x="128" y="88"/>
                </a:moveTo>
                <a:lnTo>
                  <a:pt x="128" y="97"/>
                </a:lnTo>
                <a:lnTo>
                  <a:pt x="0" y="97"/>
                </a:lnTo>
                <a:lnTo>
                  <a:pt x="0" y="0"/>
                </a:lnTo>
                <a:lnTo>
                  <a:pt x="8" y="0"/>
                </a:lnTo>
                <a:lnTo>
                  <a:pt x="8" y="88"/>
                </a:lnTo>
                <a:lnTo>
                  <a:pt x="128" y="88"/>
                </a:lnTo>
                <a:close/>
                <a:moveTo>
                  <a:pt x="40" y="48"/>
                </a:moveTo>
                <a:lnTo>
                  <a:pt x="40" y="80"/>
                </a:lnTo>
                <a:lnTo>
                  <a:pt x="24" y="80"/>
                </a:lnTo>
                <a:lnTo>
                  <a:pt x="24" y="48"/>
                </a:lnTo>
                <a:lnTo>
                  <a:pt x="40" y="48"/>
                </a:lnTo>
                <a:close/>
                <a:moveTo>
                  <a:pt x="64" y="16"/>
                </a:moveTo>
                <a:lnTo>
                  <a:pt x="64" y="80"/>
                </a:lnTo>
                <a:lnTo>
                  <a:pt x="48" y="80"/>
                </a:lnTo>
                <a:lnTo>
                  <a:pt x="48" y="16"/>
                </a:lnTo>
                <a:lnTo>
                  <a:pt x="64" y="16"/>
                </a:lnTo>
                <a:close/>
                <a:moveTo>
                  <a:pt x="88" y="32"/>
                </a:moveTo>
                <a:lnTo>
                  <a:pt x="88" y="80"/>
                </a:lnTo>
                <a:lnTo>
                  <a:pt x="72" y="80"/>
                </a:lnTo>
                <a:lnTo>
                  <a:pt x="72" y="32"/>
                </a:lnTo>
                <a:lnTo>
                  <a:pt x="88" y="32"/>
                </a:lnTo>
                <a:close/>
                <a:moveTo>
                  <a:pt x="112" y="8"/>
                </a:moveTo>
                <a:lnTo>
                  <a:pt x="112" y="80"/>
                </a:lnTo>
                <a:lnTo>
                  <a:pt x="97" y="80"/>
                </a:lnTo>
                <a:lnTo>
                  <a:pt x="97" y="8"/>
                </a:lnTo>
                <a:lnTo>
                  <a:pt x="112" y="8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63" name="Freeform 366"/>
          <p:cNvSpPr>
            <a:spLocks noEditPoints="1"/>
          </p:cNvSpPr>
          <p:nvPr/>
        </p:nvSpPr>
        <p:spPr bwMode="auto">
          <a:xfrm>
            <a:off x="3348166" y="5254045"/>
            <a:ext cx="276620" cy="209627"/>
          </a:xfrm>
          <a:custGeom>
            <a:avLst/>
            <a:gdLst>
              <a:gd name="T0" fmla="*/ 128 w 128"/>
              <a:gd name="T1" fmla="*/ 88 h 97"/>
              <a:gd name="T2" fmla="*/ 128 w 128"/>
              <a:gd name="T3" fmla="*/ 97 h 97"/>
              <a:gd name="T4" fmla="*/ 0 w 128"/>
              <a:gd name="T5" fmla="*/ 97 h 97"/>
              <a:gd name="T6" fmla="*/ 0 w 128"/>
              <a:gd name="T7" fmla="*/ 0 h 97"/>
              <a:gd name="T8" fmla="*/ 8 w 128"/>
              <a:gd name="T9" fmla="*/ 0 h 97"/>
              <a:gd name="T10" fmla="*/ 8 w 128"/>
              <a:gd name="T11" fmla="*/ 88 h 97"/>
              <a:gd name="T12" fmla="*/ 128 w 128"/>
              <a:gd name="T13" fmla="*/ 88 h 97"/>
              <a:gd name="T14" fmla="*/ 40 w 128"/>
              <a:gd name="T15" fmla="*/ 48 h 97"/>
              <a:gd name="T16" fmla="*/ 40 w 128"/>
              <a:gd name="T17" fmla="*/ 80 h 97"/>
              <a:gd name="T18" fmla="*/ 24 w 128"/>
              <a:gd name="T19" fmla="*/ 80 h 97"/>
              <a:gd name="T20" fmla="*/ 24 w 128"/>
              <a:gd name="T21" fmla="*/ 48 h 97"/>
              <a:gd name="T22" fmla="*/ 40 w 128"/>
              <a:gd name="T23" fmla="*/ 48 h 97"/>
              <a:gd name="T24" fmla="*/ 64 w 128"/>
              <a:gd name="T25" fmla="*/ 16 h 97"/>
              <a:gd name="T26" fmla="*/ 64 w 128"/>
              <a:gd name="T27" fmla="*/ 80 h 97"/>
              <a:gd name="T28" fmla="*/ 48 w 128"/>
              <a:gd name="T29" fmla="*/ 80 h 97"/>
              <a:gd name="T30" fmla="*/ 48 w 128"/>
              <a:gd name="T31" fmla="*/ 16 h 97"/>
              <a:gd name="T32" fmla="*/ 64 w 128"/>
              <a:gd name="T33" fmla="*/ 16 h 97"/>
              <a:gd name="T34" fmla="*/ 88 w 128"/>
              <a:gd name="T35" fmla="*/ 32 h 97"/>
              <a:gd name="T36" fmla="*/ 88 w 128"/>
              <a:gd name="T37" fmla="*/ 80 h 97"/>
              <a:gd name="T38" fmla="*/ 72 w 128"/>
              <a:gd name="T39" fmla="*/ 80 h 97"/>
              <a:gd name="T40" fmla="*/ 72 w 128"/>
              <a:gd name="T41" fmla="*/ 32 h 97"/>
              <a:gd name="T42" fmla="*/ 88 w 128"/>
              <a:gd name="T43" fmla="*/ 32 h 97"/>
              <a:gd name="T44" fmla="*/ 112 w 128"/>
              <a:gd name="T45" fmla="*/ 8 h 97"/>
              <a:gd name="T46" fmla="*/ 112 w 128"/>
              <a:gd name="T47" fmla="*/ 80 h 97"/>
              <a:gd name="T48" fmla="*/ 96 w 128"/>
              <a:gd name="T49" fmla="*/ 80 h 97"/>
              <a:gd name="T50" fmla="*/ 96 w 128"/>
              <a:gd name="T51" fmla="*/ 8 h 97"/>
              <a:gd name="T52" fmla="*/ 112 w 128"/>
              <a:gd name="T53" fmla="*/ 8 h 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128" h="97">
                <a:moveTo>
                  <a:pt x="128" y="88"/>
                </a:moveTo>
                <a:lnTo>
                  <a:pt x="128" y="97"/>
                </a:lnTo>
                <a:lnTo>
                  <a:pt x="0" y="97"/>
                </a:lnTo>
                <a:lnTo>
                  <a:pt x="0" y="0"/>
                </a:lnTo>
                <a:lnTo>
                  <a:pt x="8" y="0"/>
                </a:lnTo>
                <a:lnTo>
                  <a:pt x="8" y="88"/>
                </a:lnTo>
                <a:lnTo>
                  <a:pt x="128" y="88"/>
                </a:lnTo>
                <a:close/>
                <a:moveTo>
                  <a:pt x="40" y="48"/>
                </a:moveTo>
                <a:lnTo>
                  <a:pt x="40" y="80"/>
                </a:lnTo>
                <a:lnTo>
                  <a:pt x="24" y="80"/>
                </a:lnTo>
                <a:lnTo>
                  <a:pt x="24" y="48"/>
                </a:lnTo>
                <a:lnTo>
                  <a:pt x="40" y="48"/>
                </a:lnTo>
                <a:close/>
                <a:moveTo>
                  <a:pt x="64" y="16"/>
                </a:moveTo>
                <a:lnTo>
                  <a:pt x="64" y="80"/>
                </a:lnTo>
                <a:lnTo>
                  <a:pt x="48" y="80"/>
                </a:lnTo>
                <a:lnTo>
                  <a:pt x="48" y="16"/>
                </a:lnTo>
                <a:lnTo>
                  <a:pt x="64" y="16"/>
                </a:lnTo>
                <a:close/>
                <a:moveTo>
                  <a:pt x="88" y="32"/>
                </a:moveTo>
                <a:lnTo>
                  <a:pt x="88" y="80"/>
                </a:lnTo>
                <a:lnTo>
                  <a:pt x="72" y="80"/>
                </a:lnTo>
                <a:lnTo>
                  <a:pt x="72" y="32"/>
                </a:lnTo>
                <a:lnTo>
                  <a:pt x="88" y="32"/>
                </a:lnTo>
                <a:close/>
                <a:moveTo>
                  <a:pt x="112" y="8"/>
                </a:moveTo>
                <a:lnTo>
                  <a:pt x="112" y="80"/>
                </a:lnTo>
                <a:lnTo>
                  <a:pt x="96" y="80"/>
                </a:lnTo>
                <a:lnTo>
                  <a:pt x="96" y="8"/>
                </a:lnTo>
                <a:lnTo>
                  <a:pt x="112" y="8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64" name="Freeform 367"/>
          <p:cNvSpPr>
            <a:spLocks noEditPoints="1"/>
          </p:cNvSpPr>
          <p:nvPr/>
        </p:nvSpPr>
        <p:spPr bwMode="auto">
          <a:xfrm>
            <a:off x="3745808" y="5254045"/>
            <a:ext cx="242043" cy="190176"/>
          </a:xfrm>
          <a:custGeom>
            <a:avLst/>
            <a:gdLst>
              <a:gd name="T0" fmla="*/ 0 w 112"/>
              <a:gd name="T1" fmla="*/ 88 h 88"/>
              <a:gd name="T2" fmla="*/ 4 w 112"/>
              <a:gd name="T3" fmla="*/ 0 h 88"/>
              <a:gd name="T4" fmla="*/ 8 w 112"/>
              <a:gd name="T5" fmla="*/ 88 h 88"/>
              <a:gd name="T6" fmla="*/ 6 w 112"/>
              <a:gd name="T7" fmla="*/ 0 h 88"/>
              <a:gd name="T8" fmla="*/ 8 w 112"/>
              <a:gd name="T9" fmla="*/ 88 h 88"/>
              <a:gd name="T10" fmla="*/ 12 w 112"/>
              <a:gd name="T11" fmla="*/ 88 h 88"/>
              <a:gd name="T12" fmla="*/ 14 w 112"/>
              <a:gd name="T13" fmla="*/ 0 h 88"/>
              <a:gd name="T14" fmla="*/ 24 w 112"/>
              <a:gd name="T15" fmla="*/ 88 h 88"/>
              <a:gd name="T16" fmla="*/ 22 w 112"/>
              <a:gd name="T17" fmla="*/ 0 h 88"/>
              <a:gd name="T18" fmla="*/ 24 w 112"/>
              <a:gd name="T19" fmla="*/ 88 h 88"/>
              <a:gd name="T20" fmla="*/ 30 w 112"/>
              <a:gd name="T21" fmla="*/ 88 h 88"/>
              <a:gd name="T22" fmla="*/ 34 w 112"/>
              <a:gd name="T23" fmla="*/ 0 h 88"/>
              <a:gd name="T24" fmla="*/ 41 w 112"/>
              <a:gd name="T25" fmla="*/ 88 h 88"/>
              <a:gd name="T26" fmla="*/ 40 w 112"/>
              <a:gd name="T27" fmla="*/ 0 h 88"/>
              <a:gd name="T28" fmla="*/ 41 w 112"/>
              <a:gd name="T29" fmla="*/ 88 h 88"/>
              <a:gd name="T30" fmla="*/ 43 w 112"/>
              <a:gd name="T31" fmla="*/ 88 h 88"/>
              <a:gd name="T32" fmla="*/ 45 w 112"/>
              <a:gd name="T33" fmla="*/ 0 h 88"/>
              <a:gd name="T34" fmla="*/ 49 w 112"/>
              <a:gd name="T35" fmla="*/ 88 h 88"/>
              <a:gd name="T36" fmla="*/ 47 w 112"/>
              <a:gd name="T37" fmla="*/ 0 h 88"/>
              <a:gd name="T38" fmla="*/ 49 w 112"/>
              <a:gd name="T39" fmla="*/ 88 h 88"/>
              <a:gd name="T40" fmla="*/ 55 w 112"/>
              <a:gd name="T41" fmla="*/ 88 h 88"/>
              <a:gd name="T42" fmla="*/ 59 w 112"/>
              <a:gd name="T43" fmla="*/ 0 h 88"/>
              <a:gd name="T44" fmla="*/ 69 w 112"/>
              <a:gd name="T45" fmla="*/ 88 h 88"/>
              <a:gd name="T46" fmla="*/ 65 w 112"/>
              <a:gd name="T47" fmla="*/ 0 h 88"/>
              <a:gd name="T48" fmla="*/ 69 w 112"/>
              <a:gd name="T49" fmla="*/ 88 h 88"/>
              <a:gd name="T50" fmla="*/ 73 w 112"/>
              <a:gd name="T51" fmla="*/ 88 h 88"/>
              <a:gd name="T52" fmla="*/ 77 w 112"/>
              <a:gd name="T53" fmla="*/ 0 h 88"/>
              <a:gd name="T54" fmla="*/ 85 w 112"/>
              <a:gd name="T55" fmla="*/ 88 h 88"/>
              <a:gd name="T56" fmla="*/ 81 w 112"/>
              <a:gd name="T57" fmla="*/ 0 h 88"/>
              <a:gd name="T58" fmla="*/ 85 w 112"/>
              <a:gd name="T59" fmla="*/ 88 h 88"/>
              <a:gd name="T60" fmla="*/ 87 w 112"/>
              <a:gd name="T61" fmla="*/ 88 h 88"/>
              <a:gd name="T62" fmla="*/ 91 w 112"/>
              <a:gd name="T63" fmla="*/ 0 h 88"/>
              <a:gd name="T64" fmla="*/ 103 w 112"/>
              <a:gd name="T65" fmla="*/ 88 h 88"/>
              <a:gd name="T66" fmla="*/ 97 w 112"/>
              <a:gd name="T67" fmla="*/ 0 h 88"/>
              <a:gd name="T68" fmla="*/ 103 w 112"/>
              <a:gd name="T69" fmla="*/ 88 h 88"/>
              <a:gd name="T70" fmla="*/ 105 w 112"/>
              <a:gd name="T71" fmla="*/ 88 h 88"/>
              <a:gd name="T72" fmla="*/ 107 w 112"/>
              <a:gd name="T73" fmla="*/ 0 h 88"/>
              <a:gd name="T74" fmla="*/ 112 w 112"/>
              <a:gd name="T75" fmla="*/ 88 h 88"/>
              <a:gd name="T76" fmla="*/ 109 w 112"/>
              <a:gd name="T77" fmla="*/ 0 h 88"/>
              <a:gd name="T78" fmla="*/ 112 w 112"/>
              <a:gd name="T79" fmla="*/ 88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12" h="88">
                <a:moveTo>
                  <a:pt x="4" y="88"/>
                </a:moveTo>
                <a:lnTo>
                  <a:pt x="0" y="88"/>
                </a:lnTo>
                <a:lnTo>
                  <a:pt x="0" y="0"/>
                </a:lnTo>
                <a:lnTo>
                  <a:pt x="4" y="0"/>
                </a:lnTo>
                <a:lnTo>
                  <a:pt x="4" y="88"/>
                </a:lnTo>
                <a:close/>
                <a:moveTo>
                  <a:pt x="8" y="88"/>
                </a:moveTo>
                <a:lnTo>
                  <a:pt x="6" y="88"/>
                </a:lnTo>
                <a:lnTo>
                  <a:pt x="6" y="0"/>
                </a:lnTo>
                <a:lnTo>
                  <a:pt x="8" y="0"/>
                </a:lnTo>
                <a:lnTo>
                  <a:pt x="8" y="88"/>
                </a:lnTo>
                <a:close/>
                <a:moveTo>
                  <a:pt x="14" y="88"/>
                </a:moveTo>
                <a:lnTo>
                  <a:pt x="12" y="88"/>
                </a:lnTo>
                <a:lnTo>
                  <a:pt x="12" y="0"/>
                </a:lnTo>
                <a:lnTo>
                  <a:pt x="14" y="0"/>
                </a:lnTo>
                <a:lnTo>
                  <a:pt x="14" y="88"/>
                </a:lnTo>
                <a:close/>
                <a:moveTo>
                  <a:pt x="24" y="88"/>
                </a:moveTo>
                <a:lnTo>
                  <a:pt x="22" y="88"/>
                </a:lnTo>
                <a:lnTo>
                  <a:pt x="22" y="0"/>
                </a:lnTo>
                <a:lnTo>
                  <a:pt x="24" y="0"/>
                </a:lnTo>
                <a:lnTo>
                  <a:pt x="24" y="88"/>
                </a:lnTo>
                <a:close/>
                <a:moveTo>
                  <a:pt x="34" y="88"/>
                </a:moveTo>
                <a:lnTo>
                  <a:pt x="30" y="88"/>
                </a:lnTo>
                <a:lnTo>
                  <a:pt x="30" y="0"/>
                </a:lnTo>
                <a:lnTo>
                  <a:pt x="34" y="0"/>
                </a:lnTo>
                <a:lnTo>
                  <a:pt x="34" y="88"/>
                </a:lnTo>
                <a:close/>
                <a:moveTo>
                  <a:pt x="41" y="88"/>
                </a:moveTo>
                <a:lnTo>
                  <a:pt x="40" y="88"/>
                </a:lnTo>
                <a:lnTo>
                  <a:pt x="40" y="0"/>
                </a:lnTo>
                <a:lnTo>
                  <a:pt x="41" y="0"/>
                </a:lnTo>
                <a:lnTo>
                  <a:pt x="41" y="88"/>
                </a:lnTo>
                <a:close/>
                <a:moveTo>
                  <a:pt x="45" y="88"/>
                </a:moveTo>
                <a:lnTo>
                  <a:pt x="43" y="88"/>
                </a:lnTo>
                <a:lnTo>
                  <a:pt x="43" y="0"/>
                </a:lnTo>
                <a:lnTo>
                  <a:pt x="45" y="0"/>
                </a:lnTo>
                <a:lnTo>
                  <a:pt x="45" y="88"/>
                </a:lnTo>
                <a:close/>
                <a:moveTo>
                  <a:pt x="49" y="88"/>
                </a:moveTo>
                <a:lnTo>
                  <a:pt x="47" y="88"/>
                </a:lnTo>
                <a:lnTo>
                  <a:pt x="47" y="0"/>
                </a:lnTo>
                <a:lnTo>
                  <a:pt x="49" y="0"/>
                </a:lnTo>
                <a:lnTo>
                  <a:pt x="49" y="88"/>
                </a:lnTo>
                <a:close/>
                <a:moveTo>
                  <a:pt x="59" y="88"/>
                </a:moveTo>
                <a:lnTo>
                  <a:pt x="55" y="88"/>
                </a:lnTo>
                <a:lnTo>
                  <a:pt x="55" y="0"/>
                </a:lnTo>
                <a:lnTo>
                  <a:pt x="59" y="0"/>
                </a:lnTo>
                <a:lnTo>
                  <a:pt x="59" y="88"/>
                </a:lnTo>
                <a:close/>
                <a:moveTo>
                  <a:pt x="69" y="88"/>
                </a:moveTo>
                <a:lnTo>
                  <a:pt x="65" y="88"/>
                </a:lnTo>
                <a:lnTo>
                  <a:pt x="65" y="0"/>
                </a:lnTo>
                <a:lnTo>
                  <a:pt x="69" y="0"/>
                </a:lnTo>
                <a:lnTo>
                  <a:pt x="69" y="88"/>
                </a:lnTo>
                <a:close/>
                <a:moveTo>
                  <a:pt x="77" y="88"/>
                </a:moveTo>
                <a:lnTo>
                  <a:pt x="73" y="88"/>
                </a:lnTo>
                <a:lnTo>
                  <a:pt x="73" y="0"/>
                </a:lnTo>
                <a:lnTo>
                  <a:pt x="77" y="0"/>
                </a:lnTo>
                <a:lnTo>
                  <a:pt x="77" y="88"/>
                </a:lnTo>
                <a:close/>
                <a:moveTo>
                  <a:pt x="85" y="88"/>
                </a:moveTo>
                <a:lnTo>
                  <a:pt x="81" y="88"/>
                </a:lnTo>
                <a:lnTo>
                  <a:pt x="81" y="0"/>
                </a:lnTo>
                <a:lnTo>
                  <a:pt x="85" y="0"/>
                </a:lnTo>
                <a:lnTo>
                  <a:pt x="85" y="88"/>
                </a:lnTo>
                <a:close/>
                <a:moveTo>
                  <a:pt x="91" y="88"/>
                </a:moveTo>
                <a:lnTo>
                  <a:pt x="87" y="88"/>
                </a:lnTo>
                <a:lnTo>
                  <a:pt x="87" y="0"/>
                </a:lnTo>
                <a:lnTo>
                  <a:pt x="91" y="0"/>
                </a:lnTo>
                <a:lnTo>
                  <a:pt x="91" y="88"/>
                </a:lnTo>
                <a:close/>
                <a:moveTo>
                  <a:pt x="103" y="88"/>
                </a:moveTo>
                <a:lnTo>
                  <a:pt x="97" y="88"/>
                </a:lnTo>
                <a:lnTo>
                  <a:pt x="97" y="0"/>
                </a:lnTo>
                <a:lnTo>
                  <a:pt x="103" y="0"/>
                </a:lnTo>
                <a:lnTo>
                  <a:pt x="103" y="88"/>
                </a:lnTo>
                <a:close/>
                <a:moveTo>
                  <a:pt x="107" y="88"/>
                </a:moveTo>
                <a:lnTo>
                  <a:pt x="105" y="88"/>
                </a:lnTo>
                <a:lnTo>
                  <a:pt x="105" y="0"/>
                </a:lnTo>
                <a:lnTo>
                  <a:pt x="107" y="0"/>
                </a:lnTo>
                <a:lnTo>
                  <a:pt x="107" y="88"/>
                </a:lnTo>
                <a:close/>
                <a:moveTo>
                  <a:pt x="112" y="88"/>
                </a:moveTo>
                <a:lnTo>
                  <a:pt x="109" y="88"/>
                </a:lnTo>
                <a:lnTo>
                  <a:pt x="109" y="0"/>
                </a:lnTo>
                <a:lnTo>
                  <a:pt x="112" y="0"/>
                </a:lnTo>
                <a:lnTo>
                  <a:pt x="112" y="88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65" name="Freeform 368"/>
          <p:cNvSpPr>
            <a:spLocks noEditPoints="1"/>
          </p:cNvSpPr>
          <p:nvPr/>
        </p:nvSpPr>
        <p:spPr bwMode="auto">
          <a:xfrm>
            <a:off x="4111033" y="5271335"/>
            <a:ext cx="207464" cy="172887"/>
          </a:xfrm>
          <a:custGeom>
            <a:avLst/>
            <a:gdLst>
              <a:gd name="T0" fmla="*/ 145 w 145"/>
              <a:gd name="T1" fmla="*/ 6 h 121"/>
              <a:gd name="T2" fmla="*/ 145 w 145"/>
              <a:gd name="T3" fmla="*/ 19 h 121"/>
              <a:gd name="T4" fmla="*/ 144 w 145"/>
              <a:gd name="T5" fmla="*/ 23 h 121"/>
              <a:gd name="T6" fmla="*/ 139 w 145"/>
              <a:gd name="T7" fmla="*/ 25 h 121"/>
              <a:gd name="T8" fmla="*/ 6 w 145"/>
              <a:gd name="T9" fmla="*/ 25 h 121"/>
              <a:gd name="T10" fmla="*/ 2 w 145"/>
              <a:gd name="T11" fmla="*/ 23 h 121"/>
              <a:gd name="T12" fmla="*/ 0 w 145"/>
              <a:gd name="T13" fmla="*/ 19 h 121"/>
              <a:gd name="T14" fmla="*/ 0 w 145"/>
              <a:gd name="T15" fmla="*/ 6 h 121"/>
              <a:gd name="T16" fmla="*/ 2 w 145"/>
              <a:gd name="T17" fmla="*/ 2 h 121"/>
              <a:gd name="T18" fmla="*/ 6 w 145"/>
              <a:gd name="T19" fmla="*/ 0 h 121"/>
              <a:gd name="T20" fmla="*/ 139 w 145"/>
              <a:gd name="T21" fmla="*/ 0 h 121"/>
              <a:gd name="T22" fmla="*/ 144 w 145"/>
              <a:gd name="T23" fmla="*/ 2 h 121"/>
              <a:gd name="T24" fmla="*/ 145 w 145"/>
              <a:gd name="T25" fmla="*/ 6 h 121"/>
              <a:gd name="T26" fmla="*/ 145 w 145"/>
              <a:gd name="T27" fmla="*/ 55 h 121"/>
              <a:gd name="T28" fmla="*/ 145 w 145"/>
              <a:gd name="T29" fmla="*/ 67 h 121"/>
              <a:gd name="T30" fmla="*/ 144 w 145"/>
              <a:gd name="T31" fmla="*/ 71 h 121"/>
              <a:gd name="T32" fmla="*/ 139 w 145"/>
              <a:gd name="T33" fmla="*/ 73 h 121"/>
              <a:gd name="T34" fmla="*/ 6 w 145"/>
              <a:gd name="T35" fmla="*/ 73 h 121"/>
              <a:gd name="T36" fmla="*/ 2 w 145"/>
              <a:gd name="T37" fmla="*/ 71 h 121"/>
              <a:gd name="T38" fmla="*/ 0 w 145"/>
              <a:gd name="T39" fmla="*/ 67 h 121"/>
              <a:gd name="T40" fmla="*/ 0 w 145"/>
              <a:gd name="T41" fmla="*/ 55 h 121"/>
              <a:gd name="T42" fmla="*/ 2 w 145"/>
              <a:gd name="T43" fmla="*/ 51 h 121"/>
              <a:gd name="T44" fmla="*/ 6 w 145"/>
              <a:gd name="T45" fmla="*/ 49 h 121"/>
              <a:gd name="T46" fmla="*/ 139 w 145"/>
              <a:gd name="T47" fmla="*/ 49 h 121"/>
              <a:gd name="T48" fmla="*/ 144 w 145"/>
              <a:gd name="T49" fmla="*/ 51 h 121"/>
              <a:gd name="T50" fmla="*/ 145 w 145"/>
              <a:gd name="T51" fmla="*/ 55 h 121"/>
              <a:gd name="T52" fmla="*/ 145 w 145"/>
              <a:gd name="T53" fmla="*/ 103 h 121"/>
              <a:gd name="T54" fmla="*/ 145 w 145"/>
              <a:gd name="T55" fmla="*/ 115 h 121"/>
              <a:gd name="T56" fmla="*/ 144 w 145"/>
              <a:gd name="T57" fmla="*/ 120 h 121"/>
              <a:gd name="T58" fmla="*/ 139 w 145"/>
              <a:gd name="T59" fmla="*/ 121 h 121"/>
              <a:gd name="T60" fmla="*/ 6 w 145"/>
              <a:gd name="T61" fmla="*/ 121 h 121"/>
              <a:gd name="T62" fmla="*/ 2 w 145"/>
              <a:gd name="T63" fmla="*/ 120 h 121"/>
              <a:gd name="T64" fmla="*/ 0 w 145"/>
              <a:gd name="T65" fmla="*/ 115 h 121"/>
              <a:gd name="T66" fmla="*/ 0 w 145"/>
              <a:gd name="T67" fmla="*/ 103 h 121"/>
              <a:gd name="T68" fmla="*/ 2 w 145"/>
              <a:gd name="T69" fmla="*/ 99 h 121"/>
              <a:gd name="T70" fmla="*/ 6 w 145"/>
              <a:gd name="T71" fmla="*/ 97 h 121"/>
              <a:gd name="T72" fmla="*/ 139 w 145"/>
              <a:gd name="T73" fmla="*/ 97 h 121"/>
              <a:gd name="T74" fmla="*/ 144 w 145"/>
              <a:gd name="T75" fmla="*/ 99 h 121"/>
              <a:gd name="T76" fmla="*/ 145 w 145"/>
              <a:gd name="T77" fmla="*/ 103 h 1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45" h="121">
                <a:moveTo>
                  <a:pt x="145" y="6"/>
                </a:moveTo>
                <a:cubicBezTo>
                  <a:pt x="145" y="19"/>
                  <a:pt x="145" y="19"/>
                  <a:pt x="145" y="19"/>
                </a:cubicBezTo>
                <a:cubicBezTo>
                  <a:pt x="145" y="20"/>
                  <a:pt x="145" y="22"/>
                  <a:pt x="144" y="23"/>
                </a:cubicBezTo>
                <a:cubicBezTo>
                  <a:pt x="142" y="24"/>
                  <a:pt x="141" y="25"/>
                  <a:pt x="139" y="25"/>
                </a:cubicBezTo>
                <a:cubicBezTo>
                  <a:pt x="6" y="25"/>
                  <a:pt x="6" y="25"/>
                  <a:pt x="6" y="25"/>
                </a:cubicBezTo>
                <a:cubicBezTo>
                  <a:pt x="5" y="25"/>
                  <a:pt x="3" y="24"/>
                  <a:pt x="2" y="23"/>
                </a:cubicBezTo>
                <a:cubicBezTo>
                  <a:pt x="1" y="22"/>
                  <a:pt x="0" y="20"/>
                  <a:pt x="0" y="19"/>
                </a:cubicBezTo>
                <a:cubicBezTo>
                  <a:pt x="0" y="6"/>
                  <a:pt x="0" y="6"/>
                  <a:pt x="0" y="6"/>
                </a:cubicBezTo>
                <a:cubicBezTo>
                  <a:pt x="0" y="5"/>
                  <a:pt x="1" y="3"/>
                  <a:pt x="2" y="2"/>
                </a:cubicBezTo>
                <a:cubicBezTo>
                  <a:pt x="3" y="1"/>
                  <a:pt x="5" y="0"/>
                  <a:pt x="6" y="0"/>
                </a:cubicBezTo>
                <a:cubicBezTo>
                  <a:pt x="139" y="0"/>
                  <a:pt x="139" y="0"/>
                  <a:pt x="139" y="0"/>
                </a:cubicBezTo>
                <a:cubicBezTo>
                  <a:pt x="141" y="0"/>
                  <a:pt x="142" y="1"/>
                  <a:pt x="144" y="2"/>
                </a:cubicBezTo>
                <a:cubicBezTo>
                  <a:pt x="145" y="3"/>
                  <a:pt x="145" y="5"/>
                  <a:pt x="145" y="6"/>
                </a:cubicBezTo>
                <a:close/>
                <a:moveTo>
                  <a:pt x="145" y="55"/>
                </a:moveTo>
                <a:cubicBezTo>
                  <a:pt x="145" y="67"/>
                  <a:pt x="145" y="67"/>
                  <a:pt x="145" y="67"/>
                </a:cubicBezTo>
                <a:cubicBezTo>
                  <a:pt x="145" y="69"/>
                  <a:pt x="145" y="70"/>
                  <a:pt x="144" y="71"/>
                </a:cubicBezTo>
                <a:cubicBezTo>
                  <a:pt x="142" y="72"/>
                  <a:pt x="141" y="73"/>
                  <a:pt x="139" y="73"/>
                </a:cubicBezTo>
                <a:cubicBezTo>
                  <a:pt x="6" y="73"/>
                  <a:pt x="6" y="73"/>
                  <a:pt x="6" y="73"/>
                </a:cubicBezTo>
                <a:cubicBezTo>
                  <a:pt x="5" y="73"/>
                  <a:pt x="3" y="72"/>
                  <a:pt x="2" y="71"/>
                </a:cubicBezTo>
                <a:cubicBezTo>
                  <a:pt x="1" y="70"/>
                  <a:pt x="0" y="69"/>
                  <a:pt x="0" y="67"/>
                </a:cubicBezTo>
                <a:cubicBezTo>
                  <a:pt x="0" y="55"/>
                  <a:pt x="0" y="55"/>
                  <a:pt x="0" y="55"/>
                </a:cubicBezTo>
                <a:cubicBezTo>
                  <a:pt x="0" y="53"/>
                  <a:pt x="1" y="52"/>
                  <a:pt x="2" y="51"/>
                </a:cubicBezTo>
                <a:cubicBezTo>
                  <a:pt x="3" y="49"/>
                  <a:pt x="5" y="49"/>
                  <a:pt x="6" y="49"/>
                </a:cubicBezTo>
                <a:cubicBezTo>
                  <a:pt x="139" y="49"/>
                  <a:pt x="139" y="49"/>
                  <a:pt x="139" y="49"/>
                </a:cubicBezTo>
                <a:cubicBezTo>
                  <a:pt x="141" y="49"/>
                  <a:pt x="142" y="49"/>
                  <a:pt x="144" y="51"/>
                </a:cubicBezTo>
                <a:cubicBezTo>
                  <a:pt x="145" y="52"/>
                  <a:pt x="145" y="53"/>
                  <a:pt x="145" y="55"/>
                </a:cubicBezTo>
                <a:close/>
                <a:moveTo>
                  <a:pt x="145" y="103"/>
                </a:moveTo>
                <a:cubicBezTo>
                  <a:pt x="145" y="115"/>
                  <a:pt x="145" y="115"/>
                  <a:pt x="145" y="115"/>
                </a:cubicBezTo>
                <a:cubicBezTo>
                  <a:pt x="145" y="117"/>
                  <a:pt x="145" y="118"/>
                  <a:pt x="144" y="120"/>
                </a:cubicBezTo>
                <a:cubicBezTo>
                  <a:pt x="142" y="121"/>
                  <a:pt x="141" y="121"/>
                  <a:pt x="139" y="121"/>
                </a:cubicBezTo>
                <a:cubicBezTo>
                  <a:pt x="6" y="121"/>
                  <a:pt x="6" y="121"/>
                  <a:pt x="6" y="121"/>
                </a:cubicBezTo>
                <a:cubicBezTo>
                  <a:pt x="5" y="121"/>
                  <a:pt x="3" y="121"/>
                  <a:pt x="2" y="120"/>
                </a:cubicBezTo>
                <a:cubicBezTo>
                  <a:pt x="1" y="118"/>
                  <a:pt x="0" y="117"/>
                  <a:pt x="0" y="115"/>
                </a:cubicBezTo>
                <a:cubicBezTo>
                  <a:pt x="0" y="103"/>
                  <a:pt x="0" y="103"/>
                  <a:pt x="0" y="103"/>
                </a:cubicBezTo>
                <a:cubicBezTo>
                  <a:pt x="0" y="102"/>
                  <a:pt x="1" y="100"/>
                  <a:pt x="2" y="99"/>
                </a:cubicBezTo>
                <a:cubicBezTo>
                  <a:pt x="3" y="98"/>
                  <a:pt x="5" y="97"/>
                  <a:pt x="6" y="97"/>
                </a:cubicBezTo>
                <a:cubicBezTo>
                  <a:pt x="139" y="97"/>
                  <a:pt x="139" y="97"/>
                  <a:pt x="139" y="97"/>
                </a:cubicBezTo>
                <a:cubicBezTo>
                  <a:pt x="141" y="97"/>
                  <a:pt x="142" y="98"/>
                  <a:pt x="144" y="99"/>
                </a:cubicBezTo>
                <a:cubicBezTo>
                  <a:pt x="145" y="100"/>
                  <a:pt x="145" y="102"/>
                  <a:pt x="145" y="1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66" name="Freeform 369"/>
          <p:cNvSpPr>
            <a:spLocks noEditPoints="1"/>
          </p:cNvSpPr>
          <p:nvPr/>
        </p:nvSpPr>
        <p:spPr bwMode="auto">
          <a:xfrm>
            <a:off x="4448166" y="5254045"/>
            <a:ext cx="216111" cy="190176"/>
          </a:xfrm>
          <a:custGeom>
            <a:avLst/>
            <a:gdLst>
              <a:gd name="T0" fmla="*/ 151 w 151"/>
              <a:gd name="T1" fmla="*/ 115 h 133"/>
              <a:gd name="T2" fmla="*/ 151 w 151"/>
              <a:gd name="T3" fmla="*/ 133 h 133"/>
              <a:gd name="T4" fmla="*/ 43 w 151"/>
              <a:gd name="T5" fmla="*/ 133 h 133"/>
              <a:gd name="T6" fmla="*/ 43 w 151"/>
              <a:gd name="T7" fmla="*/ 115 h 133"/>
              <a:gd name="T8" fmla="*/ 55 w 151"/>
              <a:gd name="T9" fmla="*/ 97 h 133"/>
              <a:gd name="T10" fmla="*/ 43 w 151"/>
              <a:gd name="T11" fmla="*/ 97 h 133"/>
              <a:gd name="T12" fmla="*/ 17 w 151"/>
              <a:gd name="T13" fmla="*/ 86 h 133"/>
              <a:gd name="T14" fmla="*/ 6 w 151"/>
              <a:gd name="T15" fmla="*/ 61 h 133"/>
              <a:gd name="T16" fmla="*/ 6 w 151"/>
              <a:gd name="T17" fmla="*/ 31 h 133"/>
              <a:gd name="T18" fmla="*/ 0 w 151"/>
              <a:gd name="T19" fmla="*/ 25 h 133"/>
              <a:gd name="T20" fmla="*/ 3 w 151"/>
              <a:gd name="T21" fmla="*/ 12 h 133"/>
              <a:gd name="T22" fmla="*/ 49 w 151"/>
              <a:gd name="T23" fmla="*/ 12 h 133"/>
              <a:gd name="T24" fmla="*/ 52 w 151"/>
              <a:gd name="T25" fmla="*/ 0 h 133"/>
              <a:gd name="T26" fmla="*/ 142 w 151"/>
              <a:gd name="T27" fmla="*/ 0 h 133"/>
              <a:gd name="T28" fmla="*/ 145 w 151"/>
              <a:gd name="T29" fmla="*/ 18 h 133"/>
              <a:gd name="T30" fmla="*/ 139 w 151"/>
              <a:gd name="T31" fmla="*/ 21 h 133"/>
              <a:gd name="T32" fmla="*/ 139 w 151"/>
              <a:gd name="T33" fmla="*/ 97 h 133"/>
              <a:gd name="T34" fmla="*/ 151 w 151"/>
              <a:gd name="T35" fmla="*/ 115 h 133"/>
              <a:gd name="T36" fmla="*/ 55 w 151"/>
              <a:gd name="T37" fmla="*/ 73 h 133"/>
              <a:gd name="T38" fmla="*/ 55 w 151"/>
              <a:gd name="T39" fmla="*/ 37 h 133"/>
              <a:gd name="T40" fmla="*/ 30 w 151"/>
              <a:gd name="T41" fmla="*/ 37 h 133"/>
              <a:gd name="T42" fmla="*/ 30 w 151"/>
              <a:gd name="T43" fmla="*/ 61 h 133"/>
              <a:gd name="T44" fmla="*/ 34 w 151"/>
              <a:gd name="T45" fmla="*/ 69 h 133"/>
              <a:gd name="T46" fmla="*/ 43 w 151"/>
              <a:gd name="T47" fmla="*/ 73 h 133"/>
              <a:gd name="T48" fmla="*/ 55 w 151"/>
              <a:gd name="T49" fmla="*/ 73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51" h="133">
                <a:moveTo>
                  <a:pt x="151" y="115"/>
                </a:moveTo>
                <a:cubicBezTo>
                  <a:pt x="151" y="133"/>
                  <a:pt x="151" y="133"/>
                  <a:pt x="151" y="133"/>
                </a:cubicBezTo>
                <a:cubicBezTo>
                  <a:pt x="43" y="133"/>
                  <a:pt x="43" y="133"/>
                  <a:pt x="43" y="133"/>
                </a:cubicBezTo>
                <a:cubicBezTo>
                  <a:pt x="43" y="115"/>
                  <a:pt x="43" y="115"/>
                  <a:pt x="43" y="115"/>
                </a:cubicBezTo>
                <a:cubicBezTo>
                  <a:pt x="55" y="97"/>
                  <a:pt x="55" y="97"/>
                  <a:pt x="55" y="97"/>
                </a:cubicBezTo>
                <a:cubicBezTo>
                  <a:pt x="43" y="97"/>
                  <a:pt x="43" y="97"/>
                  <a:pt x="43" y="97"/>
                </a:cubicBezTo>
                <a:cubicBezTo>
                  <a:pt x="33" y="97"/>
                  <a:pt x="24" y="94"/>
                  <a:pt x="17" y="86"/>
                </a:cubicBezTo>
                <a:cubicBezTo>
                  <a:pt x="10" y="79"/>
                  <a:pt x="6" y="71"/>
                  <a:pt x="6" y="61"/>
                </a:cubicBezTo>
                <a:cubicBezTo>
                  <a:pt x="6" y="31"/>
                  <a:pt x="6" y="31"/>
                  <a:pt x="6" y="31"/>
                </a:cubicBezTo>
                <a:cubicBezTo>
                  <a:pt x="0" y="25"/>
                  <a:pt x="0" y="25"/>
                  <a:pt x="0" y="25"/>
                </a:cubicBezTo>
                <a:cubicBezTo>
                  <a:pt x="3" y="12"/>
                  <a:pt x="3" y="12"/>
                  <a:pt x="3" y="12"/>
                </a:cubicBezTo>
                <a:cubicBezTo>
                  <a:pt x="49" y="12"/>
                  <a:pt x="49" y="12"/>
                  <a:pt x="49" y="12"/>
                </a:cubicBezTo>
                <a:cubicBezTo>
                  <a:pt x="52" y="0"/>
                  <a:pt x="52" y="0"/>
                  <a:pt x="52" y="0"/>
                </a:cubicBezTo>
                <a:cubicBezTo>
                  <a:pt x="142" y="0"/>
                  <a:pt x="142" y="0"/>
                  <a:pt x="142" y="0"/>
                </a:cubicBezTo>
                <a:cubicBezTo>
                  <a:pt x="145" y="18"/>
                  <a:pt x="145" y="18"/>
                  <a:pt x="145" y="18"/>
                </a:cubicBezTo>
                <a:cubicBezTo>
                  <a:pt x="139" y="21"/>
                  <a:pt x="139" y="21"/>
                  <a:pt x="139" y="21"/>
                </a:cubicBezTo>
                <a:cubicBezTo>
                  <a:pt x="139" y="97"/>
                  <a:pt x="139" y="97"/>
                  <a:pt x="139" y="97"/>
                </a:cubicBezTo>
                <a:lnTo>
                  <a:pt x="151" y="115"/>
                </a:lnTo>
                <a:close/>
                <a:moveTo>
                  <a:pt x="55" y="73"/>
                </a:moveTo>
                <a:cubicBezTo>
                  <a:pt x="55" y="37"/>
                  <a:pt x="55" y="37"/>
                  <a:pt x="55" y="37"/>
                </a:cubicBezTo>
                <a:cubicBezTo>
                  <a:pt x="30" y="37"/>
                  <a:pt x="30" y="37"/>
                  <a:pt x="30" y="37"/>
                </a:cubicBezTo>
                <a:cubicBezTo>
                  <a:pt x="30" y="61"/>
                  <a:pt x="30" y="61"/>
                  <a:pt x="30" y="61"/>
                </a:cubicBezTo>
                <a:cubicBezTo>
                  <a:pt x="30" y="64"/>
                  <a:pt x="32" y="67"/>
                  <a:pt x="34" y="69"/>
                </a:cubicBezTo>
                <a:cubicBezTo>
                  <a:pt x="36" y="72"/>
                  <a:pt x="39" y="73"/>
                  <a:pt x="43" y="73"/>
                </a:cubicBezTo>
                <a:lnTo>
                  <a:pt x="55" y="73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67" name="Freeform 370"/>
          <p:cNvSpPr>
            <a:spLocks noEditPoints="1"/>
          </p:cNvSpPr>
          <p:nvPr/>
        </p:nvSpPr>
        <p:spPr bwMode="auto">
          <a:xfrm>
            <a:off x="4787458" y="5271336"/>
            <a:ext cx="276620" cy="175049"/>
          </a:xfrm>
          <a:custGeom>
            <a:avLst/>
            <a:gdLst>
              <a:gd name="T0" fmla="*/ 0 w 194"/>
              <a:gd name="T1" fmla="*/ 0 h 122"/>
              <a:gd name="T2" fmla="*/ 56 w 194"/>
              <a:gd name="T3" fmla="*/ 0 h 122"/>
              <a:gd name="T4" fmla="*/ 71 w 194"/>
              <a:gd name="T5" fmla="*/ 2 h 122"/>
              <a:gd name="T6" fmla="*/ 83 w 194"/>
              <a:gd name="T7" fmla="*/ 6 h 122"/>
              <a:gd name="T8" fmla="*/ 91 w 194"/>
              <a:gd name="T9" fmla="*/ 15 h 122"/>
              <a:gd name="T10" fmla="*/ 94 w 194"/>
              <a:gd name="T11" fmla="*/ 30 h 122"/>
              <a:gd name="T12" fmla="*/ 78 w 194"/>
              <a:gd name="T13" fmla="*/ 55 h 122"/>
              <a:gd name="T14" fmla="*/ 94 w 194"/>
              <a:gd name="T15" fmla="*/ 65 h 122"/>
              <a:gd name="T16" fmla="*/ 100 w 194"/>
              <a:gd name="T17" fmla="*/ 85 h 122"/>
              <a:gd name="T18" fmla="*/ 98 w 194"/>
              <a:gd name="T19" fmla="*/ 98 h 122"/>
              <a:gd name="T20" fmla="*/ 91 w 194"/>
              <a:gd name="T21" fmla="*/ 107 h 122"/>
              <a:gd name="T22" fmla="*/ 82 w 194"/>
              <a:gd name="T23" fmla="*/ 114 h 122"/>
              <a:gd name="T24" fmla="*/ 71 w 194"/>
              <a:gd name="T25" fmla="*/ 118 h 122"/>
              <a:gd name="T26" fmla="*/ 58 w 194"/>
              <a:gd name="T27" fmla="*/ 119 h 122"/>
              <a:gd name="T28" fmla="*/ 0 w 194"/>
              <a:gd name="T29" fmla="*/ 119 h 122"/>
              <a:gd name="T30" fmla="*/ 0 w 194"/>
              <a:gd name="T31" fmla="*/ 0 h 122"/>
              <a:gd name="T32" fmla="*/ 26 w 194"/>
              <a:gd name="T33" fmla="*/ 48 h 122"/>
              <a:gd name="T34" fmla="*/ 53 w 194"/>
              <a:gd name="T35" fmla="*/ 48 h 122"/>
              <a:gd name="T36" fmla="*/ 65 w 194"/>
              <a:gd name="T37" fmla="*/ 45 h 122"/>
              <a:gd name="T38" fmla="*/ 69 w 194"/>
              <a:gd name="T39" fmla="*/ 34 h 122"/>
              <a:gd name="T40" fmla="*/ 51 w 194"/>
              <a:gd name="T41" fmla="*/ 21 h 122"/>
              <a:gd name="T42" fmla="*/ 26 w 194"/>
              <a:gd name="T43" fmla="*/ 21 h 122"/>
              <a:gd name="T44" fmla="*/ 26 w 194"/>
              <a:gd name="T45" fmla="*/ 48 h 122"/>
              <a:gd name="T46" fmla="*/ 26 w 194"/>
              <a:gd name="T47" fmla="*/ 99 h 122"/>
              <a:gd name="T48" fmla="*/ 54 w 194"/>
              <a:gd name="T49" fmla="*/ 99 h 122"/>
              <a:gd name="T50" fmla="*/ 74 w 194"/>
              <a:gd name="T51" fmla="*/ 83 h 122"/>
              <a:gd name="T52" fmla="*/ 55 w 194"/>
              <a:gd name="T53" fmla="*/ 66 h 122"/>
              <a:gd name="T54" fmla="*/ 26 w 194"/>
              <a:gd name="T55" fmla="*/ 66 h 122"/>
              <a:gd name="T56" fmla="*/ 26 w 194"/>
              <a:gd name="T57" fmla="*/ 99 h 122"/>
              <a:gd name="T58" fmla="*/ 153 w 194"/>
              <a:gd name="T59" fmla="*/ 104 h 122"/>
              <a:gd name="T60" fmla="*/ 164 w 194"/>
              <a:gd name="T61" fmla="*/ 101 h 122"/>
              <a:gd name="T62" fmla="*/ 171 w 194"/>
              <a:gd name="T63" fmla="*/ 93 h 122"/>
              <a:gd name="T64" fmla="*/ 192 w 194"/>
              <a:gd name="T65" fmla="*/ 93 h 122"/>
              <a:gd name="T66" fmla="*/ 152 w 194"/>
              <a:gd name="T67" fmla="*/ 122 h 122"/>
              <a:gd name="T68" fmla="*/ 120 w 194"/>
              <a:gd name="T69" fmla="*/ 109 h 122"/>
              <a:gd name="T70" fmla="*/ 108 w 194"/>
              <a:gd name="T71" fmla="*/ 76 h 122"/>
              <a:gd name="T72" fmla="*/ 120 w 194"/>
              <a:gd name="T73" fmla="*/ 44 h 122"/>
              <a:gd name="T74" fmla="*/ 152 w 194"/>
              <a:gd name="T75" fmla="*/ 31 h 122"/>
              <a:gd name="T76" fmla="*/ 175 w 194"/>
              <a:gd name="T77" fmla="*/ 37 h 122"/>
              <a:gd name="T78" fmla="*/ 189 w 194"/>
              <a:gd name="T79" fmla="*/ 54 h 122"/>
              <a:gd name="T80" fmla="*/ 194 w 194"/>
              <a:gd name="T81" fmla="*/ 77 h 122"/>
              <a:gd name="T82" fmla="*/ 194 w 194"/>
              <a:gd name="T83" fmla="*/ 82 h 122"/>
              <a:gd name="T84" fmla="*/ 131 w 194"/>
              <a:gd name="T85" fmla="*/ 82 h 122"/>
              <a:gd name="T86" fmla="*/ 137 w 194"/>
              <a:gd name="T87" fmla="*/ 98 h 122"/>
              <a:gd name="T88" fmla="*/ 153 w 194"/>
              <a:gd name="T89" fmla="*/ 104 h 122"/>
              <a:gd name="T90" fmla="*/ 175 w 194"/>
              <a:gd name="T91" fmla="*/ 8 h 122"/>
              <a:gd name="T92" fmla="*/ 127 w 194"/>
              <a:gd name="T93" fmla="*/ 8 h 122"/>
              <a:gd name="T94" fmla="*/ 127 w 194"/>
              <a:gd name="T95" fmla="*/ 20 h 122"/>
              <a:gd name="T96" fmla="*/ 175 w 194"/>
              <a:gd name="T97" fmla="*/ 20 h 122"/>
              <a:gd name="T98" fmla="*/ 175 w 194"/>
              <a:gd name="T99" fmla="*/ 8 h 122"/>
              <a:gd name="T100" fmla="*/ 151 w 194"/>
              <a:gd name="T101" fmla="*/ 49 h 122"/>
              <a:gd name="T102" fmla="*/ 137 w 194"/>
              <a:gd name="T103" fmla="*/ 53 h 122"/>
              <a:gd name="T104" fmla="*/ 131 w 194"/>
              <a:gd name="T105" fmla="*/ 67 h 122"/>
              <a:gd name="T106" fmla="*/ 170 w 194"/>
              <a:gd name="T107" fmla="*/ 67 h 122"/>
              <a:gd name="T108" fmla="*/ 151 w 194"/>
              <a:gd name="T109" fmla="*/ 49 h 1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94" h="122">
                <a:moveTo>
                  <a:pt x="0" y="0"/>
                </a:moveTo>
                <a:cubicBezTo>
                  <a:pt x="56" y="0"/>
                  <a:pt x="56" y="0"/>
                  <a:pt x="56" y="0"/>
                </a:cubicBezTo>
                <a:cubicBezTo>
                  <a:pt x="62" y="0"/>
                  <a:pt x="67" y="1"/>
                  <a:pt x="71" y="2"/>
                </a:cubicBezTo>
                <a:cubicBezTo>
                  <a:pt x="75" y="2"/>
                  <a:pt x="79" y="4"/>
                  <a:pt x="83" y="6"/>
                </a:cubicBezTo>
                <a:cubicBezTo>
                  <a:pt x="87" y="8"/>
                  <a:pt x="89" y="11"/>
                  <a:pt x="91" y="15"/>
                </a:cubicBezTo>
                <a:cubicBezTo>
                  <a:pt x="93" y="19"/>
                  <a:pt x="94" y="24"/>
                  <a:pt x="94" y="30"/>
                </a:cubicBezTo>
                <a:cubicBezTo>
                  <a:pt x="94" y="41"/>
                  <a:pt x="89" y="49"/>
                  <a:pt x="78" y="55"/>
                </a:cubicBezTo>
                <a:cubicBezTo>
                  <a:pt x="85" y="57"/>
                  <a:pt x="91" y="60"/>
                  <a:pt x="94" y="65"/>
                </a:cubicBezTo>
                <a:cubicBezTo>
                  <a:pt x="98" y="71"/>
                  <a:pt x="100" y="77"/>
                  <a:pt x="100" y="85"/>
                </a:cubicBezTo>
                <a:cubicBezTo>
                  <a:pt x="100" y="89"/>
                  <a:pt x="99" y="94"/>
                  <a:pt x="98" y="98"/>
                </a:cubicBezTo>
                <a:cubicBezTo>
                  <a:pt x="96" y="102"/>
                  <a:pt x="94" y="105"/>
                  <a:pt x="91" y="107"/>
                </a:cubicBezTo>
                <a:cubicBezTo>
                  <a:pt x="89" y="110"/>
                  <a:pt x="86" y="112"/>
                  <a:pt x="82" y="114"/>
                </a:cubicBezTo>
                <a:cubicBezTo>
                  <a:pt x="78" y="116"/>
                  <a:pt x="75" y="117"/>
                  <a:pt x="71" y="118"/>
                </a:cubicBezTo>
                <a:cubicBezTo>
                  <a:pt x="67" y="119"/>
                  <a:pt x="62" y="119"/>
                  <a:pt x="58" y="119"/>
                </a:cubicBezTo>
                <a:cubicBezTo>
                  <a:pt x="0" y="119"/>
                  <a:pt x="0" y="119"/>
                  <a:pt x="0" y="119"/>
                </a:cubicBezTo>
                <a:lnTo>
                  <a:pt x="0" y="0"/>
                </a:lnTo>
                <a:close/>
                <a:moveTo>
                  <a:pt x="26" y="48"/>
                </a:moveTo>
                <a:cubicBezTo>
                  <a:pt x="53" y="48"/>
                  <a:pt x="53" y="48"/>
                  <a:pt x="53" y="48"/>
                </a:cubicBezTo>
                <a:cubicBezTo>
                  <a:pt x="58" y="48"/>
                  <a:pt x="62" y="47"/>
                  <a:pt x="65" y="45"/>
                </a:cubicBezTo>
                <a:cubicBezTo>
                  <a:pt x="67" y="43"/>
                  <a:pt x="69" y="39"/>
                  <a:pt x="69" y="34"/>
                </a:cubicBezTo>
                <a:cubicBezTo>
                  <a:pt x="69" y="25"/>
                  <a:pt x="63" y="21"/>
                  <a:pt x="51" y="21"/>
                </a:cubicBezTo>
                <a:cubicBezTo>
                  <a:pt x="26" y="21"/>
                  <a:pt x="26" y="21"/>
                  <a:pt x="26" y="21"/>
                </a:cubicBezTo>
                <a:lnTo>
                  <a:pt x="26" y="48"/>
                </a:lnTo>
                <a:close/>
                <a:moveTo>
                  <a:pt x="26" y="99"/>
                </a:moveTo>
                <a:cubicBezTo>
                  <a:pt x="54" y="99"/>
                  <a:pt x="54" y="99"/>
                  <a:pt x="54" y="99"/>
                </a:cubicBezTo>
                <a:cubicBezTo>
                  <a:pt x="67" y="99"/>
                  <a:pt x="74" y="94"/>
                  <a:pt x="74" y="83"/>
                </a:cubicBezTo>
                <a:cubicBezTo>
                  <a:pt x="74" y="72"/>
                  <a:pt x="67" y="66"/>
                  <a:pt x="55" y="66"/>
                </a:cubicBezTo>
                <a:cubicBezTo>
                  <a:pt x="26" y="66"/>
                  <a:pt x="26" y="66"/>
                  <a:pt x="26" y="66"/>
                </a:cubicBezTo>
                <a:lnTo>
                  <a:pt x="26" y="99"/>
                </a:lnTo>
                <a:close/>
                <a:moveTo>
                  <a:pt x="153" y="104"/>
                </a:moveTo>
                <a:cubicBezTo>
                  <a:pt x="157" y="104"/>
                  <a:pt x="160" y="103"/>
                  <a:pt x="164" y="101"/>
                </a:cubicBezTo>
                <a:cubicBezTo>
                  <a:pt x="168" y="99"/>
                  <a:pt x="170" y="96"/>
                  <a:pt x="171" y="93"/>
                </a:cubicBezTo>
                <a:cubicBezTo>
                  <a:pt x="192" y="93"/>
                  <a:pt x="192" y="93"/>
                  <a:pt x="192" y="93"/>
                </a:cubicBezTo>
                <a:cubicBezTo>
                  <a:pt x="186" y="112"/>
                  <a:pt x="172" y="122"/>
                  <a:pt x="152" y="122"/>
                </a:cubicBezTo>
                <a:cubicBezTo>
                  <a:pt x="138" y="122"/>
                  <a:pt x="128" y="117"/>
                  <a:pt x="120" y="109"/>
                </a:cubicBezTo>
                <a:cubicBezTo>
                  <a:pt x="112" y="101"/>
                  <a:pt x="108" y="90"/>
                  <a:pt x="108" y="76"/>
                </a:cubicBezTo>
                <a:cubicBezTo>
                  <a:pt x="108" y="63"/>
                  <a:pt x="112" y="52"/>
                  <a:pt x="120" y="44"/>
                </a:cubicBezTo>
                <a:cubicBezTo>
                  <a:pt x="128" y="35"/>
                  <a:pt x="139" y="31"/>
                  <a:pt x="152" y="31"/>
                </a:cubicBezTo>
                <a:cubicBezTo>
                  <a:pt x="161" y="31"/>
                  <a:pt x="168" y="33"/>
                  <a:pt x="175" y="37"/>
                </a:cubicBezTo>
                <a:cubicBezTo>
                  <a:pt x="181" y="41"/>
                  <a:pt x="186" y="47"/>
                  <a:pt x="189" y="54"/>
                </a:cubicBezTo>
                <a:cubicBezTo>
                  <a:pt x="192" y="61"/>
                  <a:pt x="194" y="69"/>
                  <a:pt x="194" y="77"/>
                </a:cubicBezTo>
                <a:cubicBezTo>
                  <a:pt x="194" y="79"/>
                  <a:pt x="194" y="80"/>
                  <a:pt x="194" y="82"/>
                </a:cubicBezTo>
                <a:cubicBezTo>
                  <a:pt x="131" y="82"/>
                  <a:pt x="131" y="82"/>
                  <a:pt x="131" y="82"/>
                </a:cubicBezTo>
                <a:cubicBezTo>
                  <a:pt x="131" y="89"/>
                  <a:pt x="133" y="94"/>
                  <a:pt x="137" y="98"/>
                </a:cubicBezTo>
                <a:cubicBezTo>
                  <a:pt x="140" y="102"/>
                  <a:pt x="146" y="104"/>
                  <a:pt x="153" y="104"/>
                </a:cubicBezTo>
                <a:close/>
                <a:moveTo>
                  <a:pt x="175" y="8"/>
                </a:moveTo>
                <a:cubicBezTo>
                  <a:pt x="127" y="8"/>
                  <a:pt x="127" y="8"/>
                  <a:pt x="127" y="8"/>
                </a:cubicBezTo>
                <a:cubicBezTo>
                  <a:pt x="127" y="20"/>
                  <a:pt x="127" y="20"/>
                  <a:pt x="127" y="20"/>
                </a:cubicBezTo>
                <a:cubicBezTo>
                  <a:pt x="175" y="20"/>
                  <a:pt x="175" y="20"/>
                  <a:pt x="175" y="20"/>
                </a:cubicBezTo>
                <a:lnTo>
                  <a:pt x="175" y="8"/>
                </a:lnTo>
                <a:close/>
                <a:moveTo>
                  <a:pt x="151" y="49"/>
                </a:moveTo>
                <a:cubicBezTo>
                  <a:pt x="145" y="49"/>
                  <a:pt x="141" y="50"/>
                  <a:pt x="137" y="53"/>
                </a:cubicBezTo>
                <a:cubicBezTo>
                  <a:pt x="134" y="57"/>
                  <a:pt x="132" y="61"/>
                  <a:pt x="131" y="67"/>
                </a:cubicBezTo>
                <a:cubicBezTo>
                  <a:pt x="170" y="67"/>
                  <a:pt x="170" y="67"/>
                  <a:pt x="170" y="67"/>
                </a:cubicBezTo>
                <a:cubicBezTo>
                  <a:pt x="169" y="55"/>
                  <a:pt x="163" y="49"/>
                  <a:pt x="151" y="4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68" name="Freeform 371"/>
          <p:cNvSpPr>
            <a:spLocks noEditPoints="1"/>
          </p:cNvSpPr>
          <p:nvPr/>
        </p:nvSpPr>
        <p:spPr bwMode="auto">
          <a:xfrm>
            <a:off x="5195904" y="5236758"/>
            <a:ext cx="224755" cy="244204"/>
          </a:xfrm>
          <a:custGeom>
            <a:avLst/>
            <a:gdLst>
              <a:gd name="T0" fmla="*/ 157 w 157"/>
              <a:gd name="T1" fmla="*/ 133 h 170"/>
              <a:gd name="T2" fmla="*/ 153 w 157"/>
              <a:gd name="T3" fmla="*/ 142 h 170"/>
              <a:gd name="T4" fmla="*/ 145 w 157"/>
              <a:gd name="T5" fmla="*/ 145 h 170"/>
              <a:gd name="T6" fmla="*/ 102 w 157"/>
              <a:gd name="T7" fmla="*/ 145 h 170"/>
              <a:gd name="T8" fmla="*/ 95 w 157"/>
              <a:gd name="T9" fmla="*/ 163 h 170"/>
              <a:gd name="T10" fmla="*/ 78 w 157"/>
              <a:gd name="T11" fmla="*/ 170 h 170"/>
              <a:gd name="T12" fmla="*/ 61 w 157"/>
              <a:gd name="T13" fmla="*/ 163 h 170"/>
              <a:gd name="T14" fmla="*/ 54 w 157"/>
              <a:gd name="T15" fmla="*/ 145 h 170"/>
              <a:gd name="T16" fmla="*/ 12 w 157"/>
              <a:gd name="T17" fmla="*/ 145 h 170"/>
              <a:gd name="T18" fmla="*/ 3 w 157"/>
              <a:gd name="T19" fmla="*/ 142 h 170"/>
              <a:gd name="T20" fmla="*/ 0 w 157"/>
              <a:gd name="T21" fmla="*/ 133 h 170"/>
              <a:gd name="T22" fmla="*/ 8 w 157"/>
              <a:gd name="T23" fmla="*/ 125 h 170"/>
              <a:gd name="T24" fmla="*/ 16 w 157"/>
              <a:gd name="T25" fmla="*/ 114 h 170"/>
              <a:gd name="T26" fmla="*/ 23 w 157"/>
              <a:gd name="T27" fmla="*/ 99 h 170"/>
              <a:gd name="T28" fmla="*/ 28 w 157"/>
              <a:gd name="T29" fmla="*/ 79 h 170"/>
              <a:gd name="T30" fmla="*/ 30 w 157"/>
              <a:gd name="T31" fmla="*/ 55 h 170"/>
              <a:gd name="T32" fmla="*/ 41 w 157"/>
              <a:gd name="T33" fmla="*/ 28 h 170"/>
              <a:gd name="T34" fmla="*/ 70 w 157"/>
              <a:gd name="T35" fmla="*/ 13 h 170"/>
              <a:gd name="T36" fmla="*/ 69 w 157"/>
              <a:gd name="T37" fmla="*/ 9 h 170"/>
              <a:gd name="T38" fmla="*/ 72 w 157"/>
              <a:gd name="T39" fmla="*/ 3 h 170"/>
              <a:gd name="T40" fmla="*/ 78 w 157"/>
              <a:gd name="T41" fmla="*/ 0 h 170"/>
              <a:gd name="T42" fmla="*/ 85 w 157"/>
              <a:gd name="T43" fmla="*/ 3 h 170"/>
              <a:gd name="T44" fmla="*/ 87 w 157"/>
              <a:gd name="T45" fmla="*/ 9 h 170"/>
              <a:gd name="T46" fmla="*/ 87 w 157"/>
              <a:gd name="T47" fmla="*/ 13 h 170"/>
              <a:gd name="T48" fmla="*/ 116 w 157"/>
              <a:gd name="T49" fmla="*/ 28 h 170"/>
              <a:gd name="T50" fmla="*/ 127 w 157"/>
              <a:gd name="T51" fmla="*/ 55 h 170"/>
              <a:gd name="T52" fmla="*/ 128 w 157"/>
              <a:gd name="T53" fmla="*/ 79 h 170"/>
              <a:gd name="T54" fmla="*/ 133 w 157"/>
              <a:gd name="T55" fmla="*/ 99 h 170"/>
              <a:gd name="T56" fmla="*/ 140 w 157"/>
              <a:gd name="T57" fmla="*/ 114 h 170"/>
              <a:gd name="T58" fmla="*/ 148 w 157"/>
              <a:gd name="T59" fmla="*/ 125 h 170"/>
              <a:gd name="T60" fmla="*/ 157 w 157"/>
              <a:gd name="T61" fmla="*/ 133 h 170"/>
              <a:gd name="T62" fmla="*/ 80 w 157"/>
              <a:gd name="T63" fmla="*/ 161 h 170"/>
              <a:gd name="T64" fmla="*/ 78 w 157"/>
              <a:gd name="T65" fmla="*/ 159 h 170"/>
              <a:gd name="T66" fmla="*/ 69 w 157"/>
              <a:gd name="T67" fmla="*/ 155 h 170"/>
              <a:gd name="T68" fmla="*/ 65 w 157"/>
              <a:gd name="T69" fmla="*/ 145 h 170"/>
              <a:gd name="T70" fmla="*/ 63 w 157"/>
              <a:gd name="T71" fmla="*/ 144 h 170"/>
              <a:gd name="T72" fmla="*/ 62 w 157"/>
              <a:gd name="T73" fmla="*/ 145 h 170"/>
              <a:gd name="T74" fmla="*/ 66 w 157"/>
              <a:gd name="T75" fmla="*/ 157 h 170"/>
              <a:gd name="T76" fmla="*/ 78 w 157"/>
              <a:gd name="T77" fmla="*/ 162 h 170"/>
              <a:gd name="T78" fmla="*/ 80 w 157"/>
              <a:gd name="T79" fmla="*/ 161 h 1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57" h="170">
                <a:moveTo>
                  <a:pt x="157" y="133"/>
                </a:moveTo>
                <a:cubicBezTo>
                  <a:pt x="157" y="137"/>
                  <a:pt x="156" y="139"/>
                  <a:pt x="153" y="142"/>
                </a:cubicBezTo>
                <a:cubicBezTo>
                  <a:pt x="151" y="144"/>
                  <a:pt x="148" y="145"/>
                  <a:pt x="145" y="145"/>
                </a:cubicBezTo>
                <a:cubicBezTo>
                  <a:pt x="102" y="145"/>
                  <a:pt x="102" y="145"/>
                  <a:pt x="102" y="145"/>
                </a:cubicBezTo>
                <a:cubicBezTo>
                  <a:pt x="102" y="152"/>
                  <a:pt x="100" y="158"/>
                  <a:pt x="95" y="163"/>
                </a:cubicBezTo>
                <a:cubicBezTo>
                  <a:pt x="91" y="167"/>
                  <a:pt x="85" y="170"/>
                  <a:pt x="78" y="170"/>
                </a:cubicBezTo>
                <a:cubicBezTo>
                  <a:pt x="72" y="170"/>
                  <a:pt x="66" y="167"/>
                  <a:pt x="61" y="163"/>
                </a:cubicBezTo>
                <a:cubicBezTo>
                  <a:pt x="56" y="158"/>
                  <a:pt x="54" y="152"/>
                  <a:pt x="54" y="145"/>
                </a:cubicBezTo>
                <a:cubicBezTo>
                  <a:pt x="12" y="145"/>
                  <a:pt x="12" y="145"/>
                  <a:pt x="12" y="145"/>
                </a:cubicBezTo>
                <a:cubicBezTo>
                  <a:pt x="8" y="145"/>
                  <a:pt x="6" y="144"/>
                  <a:pt x="3" y="142"/>
                </a:cubicBezTo>
                <a:cubicBezTo>
                  <a:pt x="1" y="139"/>
                  <a:pt x="0" y="137"/>
                  <a:pt x="0" y="133"/>
                </a:cubicBezTo>
                <a:cubicBezTo>
                  <a:pt x="3" y="131"/>
                  <a:pt x="6" y="128"/>
                  <a:pt x="8" y="125"/>
                </a:cubicBezTo>
                <a:cubicBezTo>
                  <a:pt x="11" y="122"/>
                  <a:pt x="13" y="118"/>
                  <a:pt x="16" y="114"/>
                </a:cubicBezTo>
                <a:cubicBezTo>
                  <a:pt x="19" y="109"/>
                  <a:pt x="21" y="104"/>
                  <a:pt x="23" y="99"/>
                </a:cubicBezTo>
                <a:cubicBezTo>
                  <a:pt x="25" y="93"/>
                  <a:pt x="27" y="87"/>
                  <a:pt x="28" y="79"/>
                </a:cubicBezTo>
                <a:cubicBezTo>
                  <a:pt x="29" y="72"/>
                  <a:pt x="30" y="63"/>
                  <a:pt x="30" y="55"/>
                </a:cubicBezTo>
                <a:cubicBezTo>
                  <a:pt x="30" y="45"/>
                  <a:pt x="34" y="36"/>
                  <a:pt x="41" y="28"/>
                </a:cubicBezTo>
                <a:cubicBezTo>
                  <a:pt x="48" y="20"/>
                  <a:pt x="58" y="15"/>
                  <a:pt x="70" y="13"/>
                </a:cubicBezTo>
                <a:cubicBezTo>
                  <a:pt x="69" y="12"/>
                  <a:pt x="69" y="11"/>
                  <a:pt x="69" y="9"/>
                </a:cubicBezTo>
                <a:cubicBezTo>
                  <a:pt x="69" y="7"/>
                  <a:pt x="70" y="5"/>
                  <a:pt x="72" y="3"/>
                </a:cubicBezTo>
                <a:cubicBezTo>
                  <a:pt x="74" y="1"/>
                  <a:pt x="76" y="0"/>
                  <a:pt x="78" y="0"/>
                </a:cubicBezTo>
                <a:cubicBezTo>
                  <a:pt x="81" y="0"/>
                  <a:pt x="83" y="1"/>
                  <a:pt x="85" y="3"/>
                </a:cubicBezTo>
                <a:cubicBezTo>
                  <a:pt x="86" y="5"/>
                  <a:pt x="87" y="7"/>
                  <a:pt x="87" y="9"/>
                </a:cubicBezTo>
                <a:cubicBezTo>
                  <a:pt x="87" y="11"/>
                  <a:pt x="87" y="12"/>
                  <a:pt x="87" y="13"/>
                </a:cubicBezTo>
                <a:cubicBezTo>
                  <a:pt x="99" y="15"/>
                  <a:pt x="108" y="20"/>
                  <a:pt x="116" y="28"/>
                </a:cubicBezTo>
                <a:cubicBezTo>
                  <a:pt x="123" y="36"/>
                  <a:pt x="127" y="45"/>
                  <a:pt x="127" y="55"/>
                </a:cubicBezTo>
                <a:cubicBezTo>
                  <a:pt x="127" y="63"/>
                  <a:pt x="127" y="72"/>
                  <a:pt x="128" y="79"/>
                </a:cubicBezTo>
                <a:cubicBezTo>
                  <a:pt x="130" y="87"/>
                  <a:pt x="131" y="93"/>
                  <a:pt x="133" y="99"/>
                </a:cubicBezTo>
                <a:cubicBezTo>
                  <a:pt x="135" y="104"/>
                  <a:pt x="137" y="109"/>
                  <a:pt x="140" y="114"/>
                </a:cubicBezTo>
                <a:cubicBezTo>
                  <a:pt x="143" y="118"/>
                  <a:pt x="146" y="122"/>
                  <a:pt x="148" y="125"/>
                </a:cubicBezTo>
                <a:cubicBezTo>
                  <a:pt x="151" y="128"/>
                  <a:pt x="154" y="131"/>
                  <a:pt x="157" y="133"/>
                </a:cubicBezTo>
                <a:close/>
                <a:moveTo>
                  <a:pt x="80" y="161"/>
                </a:moveTo>
                <a:cubicBezTo>
                  <a:pt x="80" y="160"/>
                  <a:pt x="79" y="159"/>
                  <a:pt x="78" y="159"/>
                </a:cubicBezTo>
                <a:cubicBezTo>
                  <a:pt x="75" y="159"/>
                  <a:pt x="71" y="158"/>
                  <a:pt x="69" y="155"/>
                </a:cubicBezTo>
                <a:cubicBezTo>
                  <a:pt x="66" y="152"/>
                  <a:pt x="65" y="149"/>
                  <a:pt x="65" y="145"/>
                </a:cubicBezTo>
                <a:cubicBezTo>
                  <a:pt x="65" y="144"/>
                  <a:pt x="64" y="144"/>
                  <a:pt x="63" y="144"/>
                </a:cubicBezTo>
                <a:cubicBezTo>
                  <a:pt x="62" y="144"/>
                  <a:pt x="62" y="144"/>
                  <a:pt x="62" y="145"/>
                </a:cubicBezTo>
                <a:cubicBezTo>
                  <a:pt x="62" y="150"/>
                  <a:pt x="63" y="154"/>
                  <a:pt x="66" y="157"/>
                </a:cubicBezTo>
                <a:cubicBezTo>
                  <a:pt x="70" y="160"/>
                  <a:pt x="74" y="162"/>
                  <a:pt x="78" y="162"/>
                </a:cubicBezTo>
                <a:cubicBezTo>
                  <a:pt x="79" y="162"/>
                  <a:pt x="80" y="162"/>
                  <a:pt x="80" y="16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69" name="Freeform 372"/>
          <p:cNvSpPr>
            <a:spLocks noEditPoints="1"/>
          </p:cNvSpPr>
          <p:nvPr/>
        </p:nvSpPr>
        <p:spPr bwMode="auto">
          <a:xfrm>
            <a:off x="5558969" y="5236758"/>
            <a:ext cx="224755" cy="244204"/>
          </a:xfrm>
          <a:custGeom>
            <a:avLst/>
            <a:gdLst>
              <a:gd name="T0" fmla="*/ 157 w 157"/>
              <a:gd name="T1" fmla="*/ 133 h 170"/>
              <a:gd name="T2" fmla="*/ 153 w 157"/>
              <a:gd name="T3" fmla="*/ 142 h 170"/>
              <a:gd name="T4" fmla="*/ 145 w 157"/>
              <a:gd name="T5" fmla="*/ 145 h 170"/>
              <a:gd name="T6" fmla="*/ 103 w 157"/>
              <a:gd name="T7" fmla="*/ 145 h 170"/>
              <a:gd name="T8" fmla="*/ 96 w 157"/>
              <a:gd name="T9" fmla="*/ 163 h 170"/>
              <a:gd name="T10" fmla="*/ 78 w 157"/>
              <a:gd name="T11" fmla="*/ 170 h 170"/>
              <a:gd name="T12" fmla="*/ 61 w 157"/>
              <a:gd name="T13" fmla="*/ 163 h 170"/>
              <a:gd name="T14" fmla="*/ 54 w 157"/>
              <a:gd name="T15" fmla="*/ 145 h 170"/>
              <a:gd name="T16" fmla="*/ 12 w 157"/>
              <a:gd name="T17" fmla="*/ 145 h 170"/>
              <a:gd name="T18" fmla="*/ 3 w 157"/>
              <a:gd name="T19" fmla="*/ 142 h 170"/>
              <a:gd name="T20" fmla="*/ 0 w 157"/>
              <a:gd name="T21" fmla="*/ 133 h 170"/>
              <a:gd name="T22" fmla="*/ 8 w 157"/>
              <a:gd name="T23" fmla="*/ 125 h 170"/>
              <a:gd name="T24" fmla="*/ 16 w 157"/>
              <a:gd name="T25" fmla="*/ 114 h 170"/>
              <a:gd name="T26" fmla="*/ 23 w 157"/>
              <a:gd name="T27" fmla="*/ 99 h 170"/>
              <a:gd name="T28" fmla="*/ 28 w 157"/>
              <a:gd name="T29" fmla="*/ 79 h 170"/>
              <a:gd name="T30" fmla="*/ 30 w 157"/>
              <a:gd name="T31" fmla="*/ 55 h 170"/>
              <a:gd name="T32" fmla="*/ 41 w 157"/>
              <a:gd name="T33" fmla="*/ 28 h 170"/>
              <a:gd name="T34" fmla="*/ 70 w 157"/>
              <a:gd name="T35" fmla="*/ 13 h 170"/>
              <a:gd name="T36" fmla="*/ 69 w 157"/>
              <a:gd name="T37" fmla="*/ 9 h 170"/>
              <a:gd name="T38" fmla="*/ 72 w 157"/>
              <a:gd name="T39" fmla="*/ 3 h 170"/>
              <a:gd name="T40" fmla="*/ 78 w 157"/>
              <a:gd name="T41" fmla="*/ 0 h 170"/>
              <a:gd name="T42" fmla="*/ 85 w 157"/>
              <a:gd name="T43" fmla="*/ 3 h 170"/>
              <a:gd name="T44" fmla="*/ 87 w 157"/>
              <a:gd name="T45" fmla="*/ 9 h 170"/>
              <a:gd name="T46" fmla="*/ 87 w 157"/>
              <a:gd name="T47" fmla="*/ 13 h 170"/>
              <a:gd name="T48" fmla="*/ 116 w 157"/>
              <a:gd name="T49" fmla="*/ 28 h 170"/>
              <a:gd name="T50" fmla="*/ 127 w 157"/>
              <a:gd name="T51" fmla="*/ 55 h 170"/>
              <a:gd name="T52" fmla="*/ 129 w 157"/>
              <a:gd name="T53" fmla="*/ 79 h 170"/>
              <a:gd name="T54" fmla="*/ 133 w 157"/>
              <a:gd name="T55" fmla="*/ 99 h 170"/>
              <a:gd name="T56" fmla="*/ 140 w 157"/>
              <a:gd name="T57" fmla="*/ 114 h 170"/>
              <a:gd name="T58" fmla="*/ 148 w 157"/>
              <a:gd name="T59" fmla="*/ 125 h 170"/>
              <a:gd name="T60" fmla="*/ 157 w 157"/>
              <a:gd name="T61" fmla="*/ 133 h 170"/>
              <a:gd name="T62" fmla="*/ 17 w 157"/>
              <a:gd name="T63" fmla="*/ 133 h 170"/>
              <a:gd name="T64" fmla="*/ 140 w 157"/>
              <a:gd name="T65" fmla="*/ 133 h 170"/>
              <a:gd name="T66" fmla="*/ 115 w 157"/>
              <a:gd name="T67" fmla="*/ 55 h 170"/>
              <a:gd name="T68" fmla="*/ 112 w 157"/>
              <a:gd name="T69" fmla="*/ 45 h 170"/>
              <a:gd name="T70" fmla="*/ 106 w 157"/>
              <a:gd name="T71" fmla="*/ 35 h 170"/>
              <a:gd name="T72" fmla="*/ 94 w 157"/>
              <a:gd name="T73" fmla="*/ 27 h 170"/>
              <a:gd name="T74" fmla="*/ 78 w 157"/>
              <a:gd name="T75" fmla="*/ 24 h 170"/>
              <a:gd name="T76" fmla="*/ 62 w 157"/>
              <a:gd name="T77" fmla="*/ 27 h 170"/>
              <a:gd name="T78" fmla="*/ 51 w 157"/>
              <a:gd name="T79" fmla="*/ 35 h 170"/>
              <a:gd name="T80" fmla="*/ 44 w 157"/>
              <a:gd name="T81" fmla="*/ 45 h 170"/>
              <a:gd name="T82" fmla="*/ 42 w 157"/>
              <a:gd name="T83" fmla="*/ 55 h 170"/>
              <a:gd name="T84" fmla="*/ 17 w 157"/>
              <a:gd name="T85" fmla="*/ 133 h 170"/>
              <a:gd name="T86" fmla="*/ 80 w 157"/>
              <a:gd name="T87" fmla="*/ 161 h 170"/>
              <a:gd name="T88" fmla="*/ 78 w 157"/>
              <a:gd name="T89" fmla="*/ 159 h 170"/>
              <a:gd name="T90" fmla="*/ 69 w 157"/>
              <a:gd name="T91" fmla="*/ 155 h 170"/>
              <a:gd name="T92" fmla="*/ 65 w 157"/>
              <a:gd name="T93" fmla="*/ 145 h 170"/>
              <a:gd name="T94" fmla="*/ 63 w 157"/>
              <a:gd name="T95" fmla="*/ 144 h 170"/>
              <a:gd name="T96" fmla="*/ 62 w 157"/>
              <a:gd name="T97" fmla="*/ 145 h 170"/>
              <a:gd name="T98" fmla="*/ 67 w 157"/>
              <a:gd name="T99" fmla="*/ 157 h 170"/>
              <a:gd name="T100" fmla="*/ 78 w 157"/>
              <a:gd name="T101" fmla="*/ 162 h 170"/>
              <a:gd name="T102" fmla="*/ 80 w 157"/>
              <a:gd name="T103" fmla="*/ 161 h 1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57" h="170">
                <a:moveTo>
                  <a:pt x="157" y="133"/>
                </a:moveTo>
                <a:cubicBezTo>
                  <a:pt x="157" y="137"/>
                  <a:pt x="156" y="139"/>
                  <a:pt x="153" y="142"/>
                </a:cubicBezTo>
                <a:cubicBezTo>
                  <a:pt x="151" y="144"/>
                  <a:pt x="148" y="145"/>
                  <a:pt x="145" y="145"/>
                </a:cubicBezTo>
                <a:cubicBezTo>
                  <a:pt x="103" y="145"/>
                  <a:pt x="103" y="145"/>
                  <a:pt x="103" y="145"/>
                </a:cubicBezTo>
                <a:cubicBezTo>
                  <a:pt x="103" y="152"/>
                  <a:pt x="100" y="158"/>
                  <a:pt x="96" y="163"/>
                </a:cubicBezTo>
                <a:cubicBezTo>
                  <a:pt x="91" y="167"/>
                  <a:pt x="85" y="170"/>
                  <a:pt x="78" y="170"/>
                </a:cubicBezTo>
                <a:cubicBezTo>
                  <a:pt x="72" y="170"/>
                  <a:pt x="66" y="167"/>
                  <a:pt x="61" y="163"/>
                </a:cubicBezTo>
                <a:cubicBezTo>
                  <a:pt x="57" y="158"/>
                  <a:pt x="54" y="152"/>
                  <a:pt x="54" y="145"/>
                </a:cubicBezTo>
                <a:cubicBezTo>
                  <a:pt x="12" y="145"/>
                  <a:pt x="12" y="145"/>
                  <a:pt x="12" y="145"/>
                </a:cubicBezTo>
                <a:cubicBezTo>
                  <a:pt x="9" y="145"/>
                  <a:pt x="6" y="144"/>
                  <a:pt x="3" y="142"/>
                </a:cubicBezTo>
                <a:cubicBezTo>
                  <a:pt x="1" y="139"/>
                  <a:pt x="0" y="137"/>
                  <a:pt x="0" y="133"/>
                </a:cubicBezTo>
                <a:cubicBezTo>
                  <a:pt x="3" y="131"/>
                  <a:pt x="6" y="128"/>
                  <a:pt x="8" y="125"/>
                </a:cubicBezTo>
                <a:cubicBezTo>
                  <a:pt x="11" y="122"/>
                  <a:pt x="14" y="118"/>
                  <a:pt x="16" y="114"/>
                </a:cubicBezTo>
                <a:cubicBezTo>
                  <a:pt x="19" y="109"/>
                  <a:pt x="21" y="104"/>
                  <a:pt x="23" y="99"/>
                </a:cubicBezTo>
                <a:cubicBezTo>
                  <a:pt x="25" y="93"/>
                  <a:pt x="27" y="87"/>
                  <a:pt x="28" y="79"/>
                </a:cubicBezTo>
                <a:cubicBezTo>
                  <a:pt x="29" y="72"/>
                  <a:pt x="30" y="63"/>
                  <a:pt x="30" y="55"/>
                </a:cubicBezTo>
                <a:cubicBezTo>
                  <a:pt x="30" y="45"/>
                  <a:pt x="34" y="36"/>
                  <a:pt x="41" y="28"/>
                </a:cubicBezTo>
                <a:cubicBezTo>
                  <a:pt x="48" y="20"/>
                  <a:pt x="58" y="15"/>
                  <a:pt x="70" y="13"/>
                </a:cubicBezTo>
                <a:cubicBezTo>
                  <a:pt x="70" y="12"/>
                  <a:pt x="69" y="11"/>
                  <a:pt x="69" y="9"/>
                </a:cubicBezTo>
                <a:cubicBezTo>
                  <a:pt x="69" y="7"/>
                  <a:pt x="70" y="5"/>
                  <a:pt x="72" y="3"/>
                </a:cubicBezTo>
                <a:cubicBezTo>
                  <a:pt x="74" y="1"/>
                  <a:pt x="76" y="0"/>
                  <a:pt x="78" y="0"/>
                </a:cubicBezTo>
                <a:cubicBezTo>
                  <a:pt x="81" y="0"/>
                  <a:pt x="83" y="1"/>
                  <a:pt x="85" y="3"/>
                </a:cubicBezTo>
                <a:cubicBezTo>
                  <a:pt x="87" y="5"/>
                  <a:pt x="87" y="7"/>
                  <a:pt x="87" y="9"/>
                </a:cubicBezTo>
                <a:cubicBezTo>
                  <a:pt x="87" y="11"/>
                  <a:pt x="87" y="12"/>
                  <a:pt x="87" y="13"/>
                </a:cubicBezTo>
                <a:cubicBezTo>
                  <a:pt x="99" y="15"/>
                  <a:pt x="108" y="20"/>
                  <a:pt x="116" y="28"/>
                </a:cubicBezTo>
                <a:cubicBezTo>
                  <a:pt x="123" y="36"/>
                  <a:pt x="127" y="45"/>
                  <a:pt x="127" y="55"/>
                </a:cubicBezTo>
                <a:cubicBezTo>
                  <a:pt x="127" y="63"/>
                  <a:pt x="127" y="72"/>
                  <a:pt x="129" y="79"/>
                </a:cubicBezTo>
                <a:cubicBezTo>
                  <a:pt x="130" y="87"/>
                  <a:pt x="131" y="93"/>
                  <a:pt x="133" y="99"/>
                </a:cubicBezTo>
                <a:cubicBezTo>
                  <a:pt x="135" y="104"/>
                  <a:pt x="138" y="109"/>
                  <a:pt x="140" y="114"/>
                </a:cubicBezTo>
                <a:cubicBezTo>
                  <a:pt x="143" y="118"/>
                  <a:pt x="146" y="122"/>
                  <a:pt x="148" y="125"/>
                </a:cubicBezTo>
                <a:cubicBezTo>
                  <a:pt x="151" y="128"/>
                  <a:pt x="154" y="131"/>
                  <a:pt x="157" y="133"/>
                </a:cubicBezTo>
                <a:close/>
                <a:moveTo>
                  <a:pt x="17" y="133"/>
                </a:moveTo>
                <a:cubicBezTo>
                  <a:pt x="140" y="133"/>
                  <a:pt x="140" y="133"/>
                  <a:pt x="140" y="133"/>
                </a:cubicBezTo>
                <a:cubicBezTo>
                  <a:pt x="123" y="114"/>
                  <a:pt x="115" y="88"/>
                  <a:pt x="115" y="55"/>
                </a:cubicBezTo>
                <a:cubicBezTo>
                  <a:pt x="115" y="51"/>
                  <a:pt x="114" y="48"/>
                  <a:pt x="112" y="45"/>
                </a:cubicBezTo>
                <a:cubicBezTo>
                  <a:pt x="111" y="41"/>
                  <a:pt x="109" y="38"/>
                  <a:pt x="106" y="35"/>
                </a:cubicBezTo>
                <a:cubicBezTo>
                  <a:pt x="103" y="32"/>
                  <a:pt x="99" y="29"/>
                  <a:pt x="94" y="27"/>
                </a:cubicBezTo>
                <a:cubicBezTo>
                  <a:pt x="90" y="25"/>
                  <a:pt x="84" y="24"/>
                  <a:pt x="78" y="24"/>
                </a:cubicBezTo>
                <a:cubicBezTo>
                  <a:pt x="73" y="24"/>
                  <a:pt x="67" y="25"/>
                  <a:pt x="62" y="27"/>
                </a:cubicBezTo>
                <a:cubicBezTo>
                  <a:pt x="58" y="29"/>
                  <a:pt x="54" y="32"/>
                  <a:pt x="51" y="35"/>
                </a:cubicBezTo>
                <a:cubicBezTo>
                  <a:pt x="48" y="38"/>
                  <a:pt x="46" y="41"/>
                  <a:pt x="44" y="45"/>
                </a:cubicBezTo>
                <a:cubicBezTo>
                  <a:pt x="43" y="48"/>
                  <a:pt x="42" y="51"/>
                  <a:pt x="42" y="55"/>
                </a:cubicBezTo>
                <a:cubicBezTo>
                  <a:pt x="42" y="88"/>
                  <a:pt x="34" y="114"/>
                  <a:pt x="17" y="133"/>
                </a:cubicBezTo>
                <a:close/>
                <a:moveTo>
                  <a:pt x="80" y="161"/>
                </a:moveTo>
                <a:cubicBezTo>
                  <a:pt x="80" y="160"/>
                  <a:pt x="79" y="159"/>
                  <a:pt x="78" y="159"/>
                </a:cubicBezTo>
                <a:cubicBezTo>
                  <a:pt x="75" y="159"/>
                  <a:pt x="71" y="158"/>
                  <a:pt x="69" y="155"/>
                </a:cubicBezTo>
                <a:cubicBezTo>
                  <a:pt x="66" y="152"/>
                  <a:pt x="65" y="149"/>
                  <a:pt x="65" y="145"/>
                </a:cubicBezTo>
                <a:cubicBezTo>
                  <a:pt x="65" y="144"/>
                  <a:pt x="64" y="144"/>
                  <a:pt x="63" y="144"/>
                </a:cubicBezTo>
                <a:cubicBezTo>
                  <a:pt x="62" y="144"/>
                  <a:pt x="62" y="144"/>
                  <a:pt x="62" y="145"/>
                </a:cubicBezTo>
                <a:cubicBezTo>
                  <a:pt x="62" y="150"/>
                  <a:pt x="63" y="154"/>
                  <a:pt x="67" y="157"/>
                </a:cubicBezTo>
                <a:cubicBezTo>
                  <a:pt x="70" y="160"/>
                  <a:pt x="74" y="162"/>
                  <a:pt x="78" y="162"/>
                </a:cubicBezTo>
                <a:cubicBezTo>
                  <a:pt x="79" y="162"/>
                  <a:pt x="80" y="162"/>
                  <a:pt x="80" y="16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70" name="Freeform 373"/>
          <p:cNvSpPr>
            <a:spLocks noEditPoints="1"/>
          </p:cNvSpPr>
          <p:nvPr/>
        </p:nvSpPr>
        <p:spPr bwMode="auto">
          <a:xfrm>
            <a:off x="5913388" y="5245402"/>
            <a:ext cx="192339" cy="222593"/>
          </a:xfrm>
          <a:custGeom>
            <a:avLst/>
            <a:gdLst>
              <a:gd name="T0" fmla="*/ 122 w 133"/>
              <a:gd name="T1" fmla="*/ 90 h 155"/>
              <a:gd name="T2" fmla="*/ 115 w 133"/>
              <a:gd name="T3" fmla="*/ 99 h 155"/>
              <a:gd name="T4" fmla="*/ 52 w 133"/>
              <a:gd name="T5" fmla="*/ 110 h 155"/>
              <a:gd name="T6" fmla="*/ 13 w 133"/>
              <a:gd name="T7" fmla="*/ 95 h 155"/>
              <a:gd name="T8" fmla="*/ 10 w 133"/>
              <a:gd name="T9" fmla="*/ 88 h 155"/>
              <a:gd name="T10" fmla="*/ 9 w 133"/>
              <a:gd name="T11" fmla="*/ 81 h 155"/>
              <a:gd name="T12" fmla="*/ 4 w 133"/>
              <a:gd name="T13" fmla="*/ 52 h 155"/>
              <a:gd name="T14" fmla="*/ 0 w 133"/>
              <a:gd name="T15" fmla="*/ 23 h 155"/>
              <a:gd name="T16" fmla="*/ 4 w 133"/>
              <a:gd name="T17" fmla="*/ 15 h 155"/>
              <a:gd name="T18" fmla="*/ 13 w 133"/>
              <a:gd name="T19" fmla="*/ 10 h 155"/>
              <a:gd name="T20" fmla="*/ 47 w 133"/>
              <a:gd name="T21" fmla="*/ 2 h 155"/>
              <a:gd name="T22" fmla="*/ 131 w 133"/>
              <a:gd name="T23" fmla="*/ 18 h 155"/>
              <a:gd name="T24" fmla="*/ 132 w 133"/>
              <a:gd name="T25" fmla="*/ 28 h 155"/>
              <a:gd name="T26" fmla="*/ 114 w 133"/>
              <a:gd name="T27" fmla="*/ 126 h 155"/>
              <a:gd name="T28" fmla="*/ 110 w 133"/>
              <a:gd name="T29" fmla="*/ 141 h 155"/>
              <a:gd name="T30" fmla="*/ 86 w 133"/>
              <a:gd name="T31" fmla="*/ 153 h 155"/>
              <a:gd name="T32" fmla="*/ 48 w 133"/>
              <a:gd name="T33" fmla="*/ 153 h 155"/>
              <a:gd name="T34" fmla="*/ 33 w 133"/>
              <a:gd name="T35" fmla="*/ 149 h 155"/>
              <a:gd name="T36" fmla="*/ 22 w 133"/>
              <a:gd name="T37" fmla="*/ 139 h 155"/>
              <a:gd name="T38" fmla="*/ 17 w 133"/>
              <a:gd name="T39" fmla="*/ 110 h 155"/>
              <a:gd name="T40" fmla="*/ 66 w 133"/>
              <a:gd name="T41" fmla="*/ 123 h 155"/>
              <a:gd name="T42" fmla="*/ 117 w 133"/>
              <a:gd name="T43" fmla="*/ 111 h 155"/>
              <a:gd name="T44" fmla="*/ 115 w 133"/>
              <a:gd name="T45" fmla="*/ 119 h 155"/>
              <a:gd name="T46" fmla="*/ 105 w 133"/>
              <a:gd name="T47" fmla="*/ 17 h 155"/>
              <a:gd name="T48" fmla="*/ 92 w 133"/>
              <a:gd name="T49" fmla="*/ 14 h 155"/>
              <a:gd name="T50" fmla="*/ 33 w 133"/>
              <a:gd name="T51" fmla="*/ 15 h 155"/>
              <a:gd name="T52" fmla="*/ 23 w 133"/>
              <a:gd name="T53" fmla="*/ 21 h 155"/>
              <a:gd name="T54" fmla="*/ 37 w 133"/>
              <a:gd name="T55" fmla="*/ 28 h 155"/>
              <a:gd name="T56" fmla="*/ 88 w 133"/>
              <a:gd name="T57" fmla="*/ 29 h 155"/>
              <a:gd name="T58" fmla="*/ 103 w 133"/>
              <a:gd name="T59" fmla="*/ 26 h 155"/>
              <a:gd name="T60" fmla="*/ 87 w 133"/>
              <a:gd name="T61" fmla="*/ 72 h 155"/>
              <a:gd name="T62" fmla="*/ 58 w 133"/>
              <a:gd name="T63" fmla="*/ 56 h 155"/>
              <a:gd name="T64" fmla="*/ 45 w 133"/>
              <a:gd name="T65" fmla="*/ 76 h 155"/>
              <a:gd name="T66" fmla="*/ 68 w 133"/>
              <a:gd name="T67" fmla="*/ 96 h 155"/>
              <a:gd name="T68" fmla="*/ 87 w 133"/>
              <a:gd name="T69" fmla="*/ 72 h 155"/>
              <a:gd name="T70" fmla="*/ 72 w 133"/>
              <a:gd name="T71" fmla="*/ 84 h 155"/>
              <a:gd name="T72" fmla="*/ 56 w 133"/>
              <a:gd name="T73" fmla="*/ 79 h 155"/>
              <a:gd name="T74" fmla="*/ 61 w 133"/>
              <a:gd name="T75" fmla="*/ 66 h 155"/>
              <a:gd name="T76" fmla="*/ 74 w 133"/>
              <a:gd name="T77" fmla="*/ 68 h 1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33" h="155">
                <a:moveTo>
                  <a:pt x="132" y="28"/>
                </a:moveTo>
                <a:cubicBezTo>
                  <a:pt x="131" y="39"/>
                  <a:pt x="127" y="59"/>
                  <a:pt x="122" y="90"/>
                </a:cubicBezTo>
                <a:cubicBezTo>
                  <a:pt x="122" y="92"/>
                  <a:pt x="121" y="94"/>
                  <a:pt x="119" y="95"/>
                </a:cubicBezTo>
                <a:cubicBezTo>
                  <a:pt x="118" y="97"/>
                  <a:pt x="117" y="98"/>
                  <a:pt x="115" y="99"/>
                </a:cubicBezTo>
                <a:cubicBezTo>
                  <a:pt x="114" y="100"/>
                  <a:pt x="112" y="101"/>
                  <a:pt x="110" y="102"/>
                </a:cubicBezTo>
                <a:cubicBezTo>
                  <a:pt x="94" y="110"/>
                  <a:pt x="75" y="113"/>
                  <a:pt x="52" y="110"/>
                </a:cubicBezTo>
                <a:cubicBezTo>
                  <a:pt x="37" y="109"/>
                  <a:pt x="24" y="104"/>
                  <a:pt x="15" y="97"/>
                </a:cubicBezTo>
                <a:cubicBezTo>
                  <a:pt x="14" y="97"/>
                  <a:pt x="13" y="96"/>
                  <a:pt x="13" y="95"/>
                </a:cubicBezTo>
                <a:cubicBezTo>
                  <a:pt x="12" y="94"/>
                  <a:pt x="12" y="93"/>
                  <a:pt x="11" y="91"/>
                </a:cubicBezTo>
                <a:cubicBezTo>
                  <a:pt x="11" y="90"/>
                  <a:pt x="11" y="89"/>
                  <a:pt x="10" y="88"/>
                </a:cubicBezTo>
                <a:cubicBezTo>
                  <a:pt x="10" y="87"/>
                  <a:pt x="10" y="86"/>
                  <a:pt x="10" y="85"/>
                </a:cubicBezTo>
                <a:cubicBezTo>
                  <a:pt x="10" y="83"/>
                  <a:pt x="9" y="82"/>
                  <a:pt x="9" y="81"/>
                </a:cubicBezTo>
                <a:cubicBezTo>
                  <a:pt x="9" y="78"/>
                  <a:pt x="8" y="73"/>
                  <a:pt x="7" y="67"/>
                </a:cubicBezTo>
                <a:cubicBezTo>
                  <a:pt x="6" y="61"/>
                  <a:pt x="5" y="56"/>
                  <a:pt x="4" y="52"/>
                </a:cubicBezTo>
                <a:cubicBezTo>
                  <a:pt x="3" y="48"/>
                  <a:pt x="3" y="43"/>
                  <a:pt x="2" y="38"/>
                </a:cubicBezTo>
                <a:cubicBezTo>
                  <a:pt x="1" y="32"/>
                  <a:pt x="0" y="27"/>
                  <a:pt x="0" y="23"/>
                </a:cubicBezTo>
                <a:cubicBezTo>
                  <a:pt x="0" y="21"/>
                  <a:pt x="1" y="20"/>
                  <a:pt x="1" y="18"/>
                </a:cubicBezTo>
                <a:cubicBezTo>
                  <a:pt x="2" y="17"/>
                  <a:pt x="3" y="16"/>
                  <a:pt x="4" y="15"/>
                </a:cubicBezTo>
                <a:cubicBezTo>
                  <a:pt x="6" y="14"/>
                  <a:pt x="7" y="13"/>
                  <a:pt x="9" y="12"/>
                </a:cubicBezTo>
                <a:cubicBezTo>
                  <a:pt x="10" y="11"/>
                  <a:pt x="12" y="10"/>
                  <a:pt x="13" y="10"/>
                </a:cubicBezTo>
                <a:cubicBezTo>
                  <a:pt x="14" y="9"/>
                  <a:pt x="16" y="9"/>
                  <a:pt x="18" y="8"/>
                </a:cubicBezTo>
                <a:cubicBezTo>
                  <a:pt x="25" y="5"/>
                  <a:pt x="35" y="3"/>
                  <a:pt x="47" y="2"/>
                </a:cubicBezTo>
                <a:cubicBezTo>
                  <a:pt x="71" y="0"/>
                  <a:pt x="92" y="1"/>
                  <a:pt x="111" y="7"/>
                </a:cubicBezTo>
                <a:cubicBezTo>
                  <a:pt x="121" y="10"/>
                  <a:pt x="128" y="13"/>
                  <a:pt x="131" y="18"/>
                </a:cubicBezTo>
                <a:cubicBezTo>
                  <a:pt x="132" y="20"/>
                  <a:pt x="133" y="21"/>
                  <a:pt x="133" y="23"/>
                </a:cubicBezTo>
                <a:cubicBezTo>
                  <a:pt x="133" y="25"/>
                  <a:pt x="133" y="27"/>
                  <a:pt x="132" y="28"/>
                </a:cubicBezTo>
                <a:close/>
                <a:moveTo>
                  <a:pt x="115" y="119"/>
                </a:moveTo>
                <a:cubicBezTo>
                  <a:pt x="115" y="121"/>
                  <a:pt x="114" y="123"/>
                  <a:pt x="114" y="126"/>
                </a:cubicBezTo>
                <a:cubicBezTo>
                  <a:pt x="113" y="129"/>
                  <a:pt x="113" y="132"/>
                  <a:pt x="113" y="134"/>
                </a:cubicBezTo>
                <a:cubicBezTo>
                  <a:pt x="112" y="136"/>
                  <a:pt x="111" y="139"/>
                  <a:pt x="110" y="141"/>
                </a:cubicBezTo>
                <a:cubicBezTo>
                  <a:pt x="108" y="143"/>
                  <a:pt x="107" y="145"/>
                  <a:pt x="104" y="146"/>
                </a:cubicBezTo>
                <a:cubicBezTo>
                  <a:pt x="99" y="149"/>
                  <a:pt x="93" y="151"/>
                  <a:pt x="86" y="153"/>
                </a:cubicBezTo>
                <a:cubicBezTo>
                  <a:pt x="80" y="154"/>
                  <a:pt x="74" y="155"/>
                  <a:pt x="67" y="155"/>
                </a:cubicBezTo>
                <a:cubicBezTo>
                  <a:pt x="61" y="155"/>
                  <a:pt x="55" y="154"/>
                  <a:pt x="48" y="153"/>
                </a:cubicBezTo>
                <a:cubicBezTo>
                  <a:pt x="45" y="153"/>
                  <a:pt x="43" y="152"/>
                  <a:pt x="41" y="152"/>
                </a:cubicBezTo>
                <a:cubicBezTo>
                  <a:pt x="38" y="151"/>
                  <a:pt x="36" y="150"/>
                  <a:pt x="33" y="149"/>
                </a:cubicBezTo>
                <a:cubicBezTo>
                  <a:pt x="31" y="148"/>
                  <a:pt x="28" y="147"/>
                  <a:pt x="26" y="145"/>
                </a:cubicBezTo>
                <a:cubicBezTo>
                  <a:pt x="24" y="143"/>
                  <a:pt x="23" y="141"/>
                  <a:pt x="22" y="139"/>
                </a:cubicBezTo>
                <a:cubicBezTo>
                  <a:pt x="20" y="133"/>
                  <a:pt x="18" y="124"/>
                  <a:pt x="16" y="111"/>
                </a:cubicBezTo>
                <a:cubicBezTo>
                  <a:pt x="17" y="110"/>
                  <a:pt x="17" y="110"/>
                  <a:pt x="17" y="110"/>
                </a:cubicBezTo>
                <a:cubicBezTo>
                  <a:pt x="18" y="109"/>
                  <a:pt x="18" y="109"/>
                  <a:pt x="18" y="109"/>
                </a:cubicBezTo>
                <a:cubicBezTo>
                  <a:pt x="32" y="118"/>
                  <a:pt x="48" y="123"/>
                  <a:pt x="66" y="123"/>
                </a:cubicBezTo>
                <a:cubicBezTo>
                  <a:pt x="84" y="123"/>
                  <a:pt x="100" y="118"/>
                  <a:pt x="114" y="109"/>
                </a:cubicBezTo>
                <a:cubicBezTo>
                  <a:pt x="116" y="109"/>
                  <a:pt x="116" y="110"/>
                  <a:pt x="117" y="111"/>
                </a:cubicBezTo>
                <a:cubicBezTo>
                  <a:pt x="117" y="112"/>
                  <a:pt x="117" y="114"/>
                  <a:pt x="116" y="116"/>
                </a:cubicBezTo>
                <a:cubicBezTo>
                  <a:pt x="116" y="117"/>
                  <a:pt x="115" y="118"/>
                  <a:pt x="115" y="119"/>
                </a:cubicBezTo>
                <a:close/>
                <a:moveTo>
                  <a:pt x="110" y="21"/>
                </a:moveTo>
                <a:cubicBezTo>
                  <a:pt x="109" y="19"/>
                  <a:pt x="107" y="18"/>
                  <a:pt x="105" y="17"/>
                </a:cubicBezTo>
                <a:cubicBezTo>
                  <a:pt x="102" y="16"/>
                  <a:pt x="101" y="15"/>
                  <a:pt x="99" y="15"/>
                </a:cubicBezTo>
                <a:cubicBezTo>
                  <a:pt x="98" y="15"/>
                  <a:pt x="96" y="14"/>
                  <a:pt x="92" y="14"/>
                </a:cubicBezTo>
                <a:cubicBezTo>
                  <a:pt x="74" y="11"/>
                  <a:pt x="56" y="11"/>
                  <a:pt x="39" y="14"/>
                </a:cubicBezTo>
                <a:cubicBezTo>
                  <a:pt x="36" y="14"/>
                  <a:pt x="34" y="15"/>
                  <a:pt x="33" y="15"/>
                </a:cubicBezTo>
                <a:cubicBezTo>
                  <a:pt x="31" y="15"/>
                  <a:pt x="30" y="16"/>
                  <a:pt x="28" y="17"/>
                </a:cubicBezTo>
                <a:cubicBezTo>
                  <a:pt x="26" y="18"/>
                  <a:pt x="24" y="20"/>
                  <a:pt x="23" y="21"/>
                </a:cubicBezTo>
                <a:cubicBezTo>
                  <a:pt x="25" y="23"/>
                  <a:pt x="27" y="24"/>
                  <a:pt x="30" y="25"/>
                </a:cubicBezTo>
                <a:cubicBezTo>
                  <a:pt x="33" y="27"/>
                  <a:pt x="35" y="27"/>
                  <a:pt x="37" y="28"/>
                </a:cubicBezTo>
                <a:cubicBezTo>
                  <a:pt x="39" y="28"/>
                  <a:pt x="41" y="28"/>
                  <a:pt x="45" y="29"/>
                </a:cubicBezTo>
                <a:cubicBezTo>
                  <a:pt x="60" y="30"/>
                  <a:pt x="74" y="31"/>
                  <a:pt x="88" y="29"/>
                </a:cubicBezTo>
                <a:cubicBezTo>
                  <a:pt x="92" y="28"/>
                  <a:pt x="94" y="28"/>
                  <a:pt x="96" y="28"/>
                </a:cubicBezTo>
                <a:cubicBezTo>
                  <a:pt x="98" y="27"/>
                  <a:pt x="100" y="27"/>
                  <a:pt x="103" y="26"/>
                </a:cubicBezTo>
                <a:cubicBezTo>
                  <a:pt x="106" y="24"/>
                  <a:pt x="108" y="23"/>
                  <a:pt x="110" y="21"/>
                </a:cubicBezTo>
                <a:close/>
                <a:moveTo>
                  <a:pt x="87" y="72"/>
                </a:moveTo>
                <a:cubicBezTo>
                  <a:pt x="86" y="66"/>
                  <a:pt x="83" y="61"/>
                  <a:pt x="77" y="57"/>
                </a:cubicBezTo>
                <a:cubicBezTo>
                  <a:pt x="70" y="53"/>
                  <a:pt x="64" y="53"/>
                  <a:pt x="58" y="56"/>
                </a:cubicBezTo>
                <a:cubicBezTo>
                  <a:pt x="54" y="57"/>
                  <a:pt x="51" y="60"/>
                  <a:pt x="49" y="64"/>
                </a:cubicBezTo>
                <a:cubicBezTo>
                  <a:pt x="46" y="68"/>
                  <a:pt x="45" y="72"/>
                  <a:pt x="45" y="76"/>
                </a:cubicBezTo>
                <a:cubicBezTo>
                  <a:pt x="46" y="82"/>
                  <a:pt x="48" y="87"/>
                  <a:pt x="53" y="91"/>
                </a:cubicBezTo>
                <a:cubicBezTo>
                  <a:pt x="57" y="95"/>
                  <a:pt x="62" y="97"/>
                  <a:pt x="68" y="96"/>
                </a:cubicBezTo>
                <a:cubicBezTo>
                  <a:pt x="74" y="96"/>
                  <a:pt x="79" y="93"/>
                  <a:pt x="83" y="88"/>
                </a:cubicBezTo>
                <a:cubicBezTo>
                  <a:pt x="86" y="84"/>
                  <a:pt x="88" y="78"/>
                  <a:pt x="87" y="72"/>
                </a:cubicBezTo>
                <a:close/>
                <a:moveTo>
                  <a:pt x="77" y="74"/>
                </a:moveTo>
                <a:cubicBezTo>
                  <a:pt x="77" y="78"/>
                  <a:pt x="76" y="82"/>
                  <a:pt x="72" y="84"/>
                </a:cubicBezTo>
                <a:cubicBezTo>
                  <a:pt x="68" y="86"/>
                  <a:pt x="65" y="87"/>
                  <a:pt x="62" y="85"/>
                </a:cubicBezTo>
                <a:cubicBezTo>
                  <a:pt x="59" y="83"/>
                  <a:pt x="57" y="82"/>
                  <a:pt x="56" y="79"/>
                </a:cubicBezTo>
                <a:cubicBezTo>
                  <a:pt x="56" y="76"/>
                  <a:pt x="56" y="74"/>
                  <a:pt x="56" y="71"/>
                </a:cubicBezTo>
                <a:cubicBezTo>
                  <a:pt x="57" y="69"/>
                  <a:pt x="59" y="67"/>
                  <a:pt x="61" y="66"/>
                </a:cubicBezTo>
                <a:cubicBezTo>
                  <a:pt x="64" y="65"/>
                  <a:pt x="66" y="64"/>
                  <a:pt x="68" y="65"/>
                </a:cubicBezTo>
                <a:cubicBezTo>
                  <a:pt x="71" y="65"/>
                  <a:pt x="73" y="66"/>
                  <a:pt x="74" y="68"/>
                </a:cubicBezTo>
                <a:cubicBezTo>
                  <a:pt x="76" y="70"/>
                  <a:pt x="77" y="72"/>
                  <a:pt x="77" y="7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71" name="Freeform 374"/>
          <p:cNvSpPr>
            <a:spLocks noEditPoints="1"/>
          </p:cNvSpPr>
          <p:nvPr/>
        </p:nvSpPr>
        <p:spPr bwMode="auto">
          <a:xfrm>
            <a:off x="6226747" y="5254045"/>
            <a:ext cx="207464" cy="209627"/>
          </a:xfrm>
          <a:custGeom>
            <a:avLst/>
            <a:gdLst>
              <a:gd name="T0" fmla="*/ 145 w 145"/>
              <a:gd name="T1" fmla="*/ 118 h 146"/>
              <a:gd name="T2" fmla="*/ 118 w 145"/>
              <a:gd name="T3" fmla="*/ 146 h 146"/>
              <a:gd name="T4" fmla="*/ 8 w 145"/>
              <a:gd name="T5" fmla="*/ 138 h 146"/>
              <a:gd name="T6" fmla="*/ 0 w 145"/>
              <a:gd name="T7" fmla="*/ 28 h 146"/>
              <a:gd name="T8" fmla="*/ 27 w 145"/>
              <a:gd name="T9" fmla="*/ 0 h 146"/>
              <a:gd name="T10" fmla="*/ 137 w 145"/>
              <a:gd name="T11" fmla="*/ 8 h 146"/>
              <a:gd name="T12" fmla="*/ 120 w 145"/>
              <a:gd name="T13" fmla="*/ 37 h 146"/>
              <a:gd name="T14" fmla="*/ 105 w 145"/>
              <a:gd name="T15" fmla="*/ 22 h 146"/>
              <a:gd name="T16" fmla="*/ 37 w 145"/>
              <a:gd name="T17" fmla="*/ 23 h 146"/>
              <a:gd name="T18" fmla="*/ 27 w 145"/>
              <a:gd name="T19" fmla="*/ 28 h 146"/>
              <a:gd name="T20" fmla="*/ 26 w 145"/>
              <a:gd name="T21" fmla="*/ 46 h 146"/>
              <a:gd name="T22" fmla="*/ 31 w 145"/>
              <a:gd name="T23" fmla="*/ 75 h 146"/>
              <a:gd name="T24" fmla="*/ 32 w 145"/>
              <a:gd name="T25" fmla="*/ 82 h 146"/>
              <a:gd name="T26" fmla="*/ 35 w 145"/>
              <a:gd name="T27" fmla="*/ 87 h 146"/>
              <a:gd name="T28" fmla="*/ 104 w 145"/>
              <a:gd name="T29" fmla="*/ 90 h 146"/>
              <a:gd name="T30" fmla="*/ 111 w 145"/>
              <a:gd name="T31" fmla="*/ 85 h 146"/>
              <a:gd name="T32" fmla="*/ 120 w 145"/>
              <a:gd name="T33" fmla="*/ 37 h 146"/>
              <a:gd name="T34" fmla="*/ 108 w 145"/>
              <a:gd name="T35" fmla="*/ 100 h 146"/>
              <a:gd name="T36" fmla="*/ 107 w 145"/>
              <a:gd name="T37" fmla="*/ 95 h 146"/>
              <a:gd name="T38" fmla="*/ 38 w 145"/>
              <a:gd name="T39" fmla="*/ 95 h 146"/>
              <a:gd name="T40" fmla="*/ 36 w 145"/>
              <a:gd name="T41" fmla="*/ 97 h 146"/>
              <a:gd name="T42" fmla="*/ 59 w 145"/>
              <a:gd name="T43" fmla="*/ 127 h 146"/>
              <a:gd name="T44" fmla="*/ 104 w 145"/>
              <a:gd name="T45" fmla="*/ 117 h 146"/>
              <a:gd name="T46" fmla="*/ 108 w 145"/>
              <a:gd name="T47" fmla="*/ 103 h 146"/>
              <a:gd name="T48" fmla="*/ 99 w 145"/>
              <a:gd name="T49" fmla="*/ 35 h 146"/>
              <a:gd name="T50" fmla="*/ 88 w 145"/>
              <a:gd name="T51" fmla="*/ 37 h 146"/>
              <a:gd name="T52" fmla="*/ 51 w 145"/>
              <a:gd name="T53" fmla="*/ 37 h 146"/>
              <a:gd name="T54" fmla="*/ 41 w 145"/>
              <a:gd name="T55" fmla="*/ 32 h 146"/>
              <a:gd name="T56" fmla="*/ 48 w 145"/>
              <a:gd name="T57" fmla="*/ 28 h 146"/>
              <a:gd name="T58" fmla="*/ 91 w 145"/>
              <a:gd name="T59" fmla="*/ 27 h 146"/>
              <a:gd name="T60" fmla="*/ 100 w 145"/>
              <a:gd name="T61" fmla="*/ 29 h 146"/>
              <a:gd name="T62" fmla="*/ 87 w 145"/>
              <a:gd name="T63" fmla="*/ 69 h 146"/>
              <a:gd name="T64" fmla="*/ 74 w 145"/>
              <a:gd name="T65" fmla="*/ 86 h 146"/>
              <a:gd name="T66" fmla="*/ 57 w 145"/>
              <a:gd name="T67" fmla="*/ 72 h 146"/>
              <a:gd name="T68" fmla="*/ 66 w 145"/>
              <a:gd name="T69" fmla="*/ 57 h 146"/>
              <a:gd name="T70" fmla="*/ 87 w 145"/>
              <a:gd name="T71" fmla="*/ 69 h 146"/>
              <a:gd name="T72" fmla="*/ 76 w 145"/>
              <a:gd name="T73" fmla="*/ 64 h 146"/>
              <a:gd name="T74" fmla="*/ 65 w 145"/>
              <a:gd name="T75" fmla="*/ 71 h 146"/>
              <a:gd name="T76" fmla="*/ 76 w 145"/>
              <a:gd name="T77" fmla="*/ 77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45" h="146">
                <a:moveTo>
                  <a:pt x="145" y="28"/>
                </a:moveTo>
                <a:cubicBezTo>
                  <a:pt x="145" y="118"/>
                  <a:pt x="145" y="118"/>
                  <a:pt x="145" y="118"/>
                </a:cubicBezTo>
                <a:cubicBezTo>
                  <a:pt x="145" y="126"/>
                  <a:pt x="142" y="132"/>
                  <a:pt x="137" y="138"/>
                </a:cubicBezTo>
                <a:cubicBezTo>
                  <a:pt x="132" y="143"/>
                  <a:pt x="125" y="146"/>
                  <a:pt x="118" y="146"/>
                </a:cubicBezTo>
                <a:cubicBezTo>
                  <a:pt x="27" y="146"/>
                  <a:pt x="27" y="146"/>
                  <a:pt x="27" y="146"/>
                </a:cubicBezTo>
                <a:cubicBezTo>
                  <a:pt x="19" y="146"/>
                  <a:pt x="13" y="143"/>
                  <a:pt x="8" y="138"/>
                </a:cubicBezTo>
                <a:cubicBezTo>
                  <a:pt x="2" y="132"/>
                  <a:pt x="0" y="126"/>
                  <a:pt x="0" y="118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0"/>
                  <a:pt x="2" y="14"/>
                  <a:pt x="8" y="8"/>
                </a:cubicBezTo>
                <a:cubicBezTo>
                  <a:pt x="13" y="3"/>
                  <a:pt x="19" y="0"/>
                  <a:pt x="27" y="0"/>
                </a:cubicBezTo>
                <a:cubicBezTo>
                  <a:pt x="118" y="0"/>
                  <a:pt x="118" y="0"/>
                  <a:pt x="118" y="0"/>
                </a:cubicBezTo>
                <a:cubicBezTo>
                  <a:pt x="125" y="0"/>
                  <a:pt x="132" y="3"/>
                  <a:pt x="137" y="8"/>
                </a:cubicBezTo>
                <a:cubicBezTo>
                  <a:pt x="142" y="14"/>
                  <a:pt x="145" y="20"/>
                  <a:pt x="145" y="28"/>
                </a:cubicBezTo>
                <a:close/>
                <a:moveTo>
                  <a:pt x="120" y="37"/>
                </a:moveTo>
                <a:cubicBezTo>
                  <a:pt x="120" y="34"/>
                  <a:pt x="120" y="31"/>
                  <a:pt x="119" y="30"/>
                </a:cubicBezTo>
                <a:cubicBezTo>
                  <a:pt x="116" y="26"/>
                  <a:pt x="112" y="24"/>
                  <a:pt x="105" y="22"/>
                </a:cubicBezTo>
                <a:cubicBezTo>
                  <a:pt x="91" y="18"/>
                  <a:pt x="76" y="16"/>
                  <a:pt x="58" y="18"/>
                </a:cubicBezTo>
                <a:cubicBezTo>
                  <a:pt x="50" y="19"/>
                  <a:pt x="43" y="20"/>
                  <a:pt x="37" y="23"/>
                </a:cubicBezTo>
                <a:cubicBezTo>
                  <a:pt x="35" y="23"/>
                  <a:pt x="33" y="24"/>
                  <a:pt x="31" y="25"/>
                </a:cubicBezTo>
                <a:cubicBezTo>
                  <a:pt x="30" y="26"/>
                  <a:pt x="29" y="27"/>
                  <a:pt x="27" y="28"/>
                </a:cubicBezTo>
                <a:cubicBezTo>
                  <a:pt x="25" y="30"/>
                  <a:pt x="24" y="31"/>
                  <a:pt x="24" y="33"/>
                </a:cubicBezTo>
                <a:cubicBezTo>
                  <a:pt x="25" y="37"/>
                  <a:pt x="25" y="42"/>
                  <a:pt x="26" y="46"/>
                </a:cubicBezTo>
                <a:cubicBezTo>
                  <a:pt x="27" y="51"/>
                  <a:pt x="28" y="56"/>
                  <a:pt x="29" y="62"/>
                </a:cubicBezTo>
                <a:cubicBezTo>
                  <a:pt x="30" y="69"/>
                  <a:pt x="31" y="73"/>
                  <a:pt x="31" y="75"/>
                </a:cubicBezTo>
                <a:cubicBezTo>
                  <a:pt x="31" y="76"/>
                  <a:pt x="31" y="77"/>
                  <a:pt x="32" y="78"/>
                </a:cubicBezTo>
                <a:cubicBezTo>
                  <a:pt x="32" y="80"/>
                  <a:pt x="32" y="81"/>
                  <a:pt x="32" y="82"/>
                </a:cubicBezTo>
                <a:cubicBezTo>
                  <a:pt x="32" y="82"/>
                  <a:pt x="33" y="83"/>
                  <a:pt x="33" y="84"/>
                </a:cubicBezTo>
                <a:cubicBezTo>
                  <a:pt x="34" y="85"/>
                  <a:pt x="35" y="86"/>
                  <a:pt x="35" y="87"/>
                </a:cubicBezTo>
                <a:cubicBezTo>
                  <a:pt x="42" y="92"/>
                  <a:pt x="51" y="95"/>
                  <a:pt x="62" y="96"/>
                </a:cubicBezTo>
                <a:cubicBezTo>
                  <a:pt x="79" y="98"/>
                  <a:pt x="92" y="96"/>
                  <a:pt x="104" y="90"/>
                </a:cubicBezTo>
                <a:cubicBezTo>
                  <a:pt x="105" y="90"/>
                  <a:pt x="107" y="89"/>
                  <a:pt x="108" y="88"/>
                </a:cubicBezTo>
                <a:cubicBezTo>
                  <a:pt x="109" y="88"/>
                  <a:pt x="110" y="87"/>
                  <a:pt x="111" y="85"/>
                </a:cubicBezTo>
                <a:cubicBezTo>
                  <a:pt x="111" y="84"/>
                  <a:pt x="112" y="83"/>
                  <a:pt x="112" y="82"/>
                </a:cubicBezTo>
                <a:cubicBezTo>
                  <a:pt x="115" y="65"/>
                  <a:pt x="118" y="50"/>
                  <a:pt x="120" y="37"/>
                </a:cubicBezTo>
                <a:close/>
                <a:moveTo>
                  <a:pt x="108" y="103"/>
                </a:moveTo>
                <a:cubicBezTo>
                  <a:pt x="108" y="102"/>
                  <a:pt x="108" y="101"/>
                  <a:pt x="108" y="100"/>
                </a:cubicBezTo>
                <a:cubicBezTo>
                  <a:pt x="108" y="99"/>
                  <a:pt x="109" y="98"/>
                  <a:pt x="108" y="97"/>
                </a:cubicBezTo>
                <a:cubicBezTo>
                  <a:pt x="108" y="96"/>
                  <a:pt x="108" y="96"/>
                  <a:pt x="107" y="95"/>
                </a:cubicBezTo>
                <a:cubicBezTo>
                  <a:pt x="97" y="102"/>
                  <a:pt x="85" y="105"/>
                  <a:pt x="72" y="105"/>
                </a:cubicBezTo>
                <a:cubicBezTo>
                  <a:pt x="59" y="105"/>
                  <a:pt x="48" y="102"/>
                  <a:pt x="38" y="95"/>
                </a:cubicBezTo>
                <a:cubicBezTo>
                  <a:pt x="37" y="96"/>
                  <a:pt x="37" y="96"/>
                  <a:pt x="37" y="96"/>
                </a:cubicBezTo>
                <a:cubicBezTo>
                  <a:pt x="36" y="97"/>
                  <a:pt x="36" y="97"/>
                  <a:pt x="36" y="97"/>
                </a:cubicBezTo>
                <a:cubicBezTo>
                  <a:pt x="38" y="107"/>
                  <a:pt x="39" y="113"/>
                  <a:pt x="40" y="117"/>
                </a:cubicBezTo>
                <a:cubicBezTo>
                  <a:pt x="43" y="122"/>
                  <a:pt x="49" y="125"/>
                  <a:pt x="59" y="127"/>
                </a:cubicBezTo>
                <a:cubicBezTo>
                  <a:pt x="75" y="130"/>
                  <a:pt x="88" y="128"/>
                  <a:pt x="100" y="122"/>
                </a:cubicBezTo>
                <a:cubicBezTo>
                  <a:pt x="102" y="121"/>
                  <a:pt x="103" y="119"/>
                  <a:pt x="104" y="117"/>
                </a:cubicBezTo>
                <a:cubicBezTo>
                  <a:pt x="105" y="115"/>
                  <a:pt x="106" y="113"/>
                  <a:pt x="106" y="109"/>
                </a:cubicBezTo>
                <a:cubicBezTo>
                  <a:pt x="107" y="106"/>
                  <a:pt x="107" y="104"/>
                  <a:pt x="108" y="103"/>
                </a:cubicBezTo>
                <a:close/>
                <a:moveTo>
                  <a:pt x="104" y="32"/>
                </a:moveTo>
                <a:cubicBezTo>
                  <a:pt x="102" y="33"/>
                  <a:pt x="101" y="34"/>
                  <a:pt x="99" y="35"/>
                </a:cubicBezTo>
                <a:cubicBezTo>
                  <a:pt x="96" y="36"/>
                  <a:pt x="95" y="37"/>
                  <a:pt x="94" y="37"/>
                </a:cubicBezTo>
                <a:cubicBezTo>
                  <a:pt x="92" y="37"/>
                  <a:pt x="90" y="37"/>
                  <a:pt x="88" y="37"/>
                </a:cubicBezTo>
                <a:cubicBezTo>
                  <a:pt x="78" y="39"/>
                  <a:pt x="68" y="39"/>
                  <a:pt x="57" y="37"/>
                </a:cubicBezTo>
                <a:cubicBezTo>
                  <a:pt x="54" y="37"/>
                  <a:pt x="52" y="37"/>
                  <a:pt x="51" y="37"/>
                </a:cubicBezTo>
                <a:cubicBezTo>
                  <a:pt x="50" y="36"/>
                  <a:pt x="48" y="36"/>
                  <a:pt x="46" y="35"/>
                </a:cubicBezTo>
                <a:cubicBezTo>
                  <a:pt x="44" y="34"/>
                  <a:pt x="42" y="33"/>
                  <a:pt x="41" y="32"/>
                </a:cubicBezTo>
                <a:cubicBezTo>
                  <a:pt x="42" y="31"/>
                  <a:pt x="43" y="30"/>
                  <a:pt x="44" y="29"/>
                </a:cubicBezTo>
                <a:cubicBezTo>
                  <a:pt x="46" y="28"/>
                  <a:pt x="47" y="28"/>
                  <a:pt x="48" y="28"/>
                </a:cubicBezTo>
                <a:cubicBezTo>
                  <a:pt x="49" y="27"/>
                  <a:pt x="51" y="27"/>
                  <a:pt x="53" y="27"/>
                </a:cubicBezTo>
                <a:cubicBezTo>
                  <a:pt x="65" y="25"/>
                  <a:pt x="78" y="25"/>
                  <a:pt x="91" y="27"/>
                </a:cubicBezTo>
                <a:cubicBezTo>
                  <a:pt x="93" y="27"/>
                  <a:pt x="95" y="27"/>
                  <a:pt x="96" y="27"/>
                </a:cubicBezTo>
                <a:cubicBezTo>
                  <a:pt x="97" y="28"/>
                  <a:pt x="98" y="28"/>
                  <a:pt x="100" y="29"/>
                </a:cubicBezTo>
                <a:cubicBezTo>
                  <a:pt x="102" y="30"/>
                  <a:pt x="103" y="31"/>
                  <a:pt x="104" y="32"/>
                </a:cubicBezTo>
                <a:close/>
                <a:moveTo>
                  <a:pt x="87" y="69"/>
                </a:moveTo>
                <a:cubicBezTo>
                  <a:pt x="88" y="73"/>
                  <a:pt x="87" y="77"/>
                  <a:pt x="84" y="80"/>
                </a:cubicBezTo>
                <a:cubicBezTo>
                  <a:pt x="81" y="84"/>
                  <a:pt x="78" y="86"/>
                  <a:pt x="74" y="86"/>
                </a:cubicBezTo>
                <a:cubicBezTo>
                  <a:pt x="69" y="87"/>
                  <a:pt x="66" y="85"/>
                  <a:pt x="62" y="82"/>
                </a:cubicBezTo>
                <a:cubicBezTo>
                  <a:pt x="59" y="79"/>
                  <a:pt x="57" y="76"/>
                  <a:pt x="57" y="72"/>
                </a:cubicBezTo>
                <a:cubicBezTo>
                  <a:pt x="57" y="69"/>
                  <a:pt x="58" y="66"/>
                  <a:pt x="59" y="63"/>
                </a:cubicBezTo>
                <a:cubicBezTo>
                  <a:pt x="61" y="60"/>
                  <a:pt x="63" y="58"/>
                  <a:pt x="66" y="57"/>
                </a:cubicBezTo>
                <a:cubicBezTo>
                  <a:pt x="71" y="55"/>
                  <a:pt x="75" y="55"/>
                  <a:pt x="80" y="58"/>
                </a:cubicBezTo>
                <a:cubicBezTo>
                  <a:pt x="84" y="60"/>
                  <a:pt x="87" y="64"/>
                  <a:pt x="87" y="69"/>
                </a:cubicBezTo>
                <a:close/>
                <a:moveTo>
                  <a:pt x="80" y="70"/>
                </a:moveTo>
                <a:cubicBezTo>
                  <a:pt x="80" y="68"/>
                  <a:pt x="79" y="66"/>
                  <a:pt x="76" y="64"/>
                </a:cubicBezTo>
                <a:cubicBezTo>
                  <a:pt x="73" y="63"/>
                  <a:pt x="71" y="63"/>
                  <a:pt x="69" y="64"/>
                </a:cubicBezTo>
                <a:cubicBezTo>
                  <a:pt x="66" y="65"/>
                  <a:pt x="65" y="68"/>
                  <a:pt x="65" y="71"/>
                </a:cubicBezTo>
                <a:cubicBezTo>
                  <a:pt x="65" y="74"/>
                  <a:pt x="66" y="77"/>
                  <a:pt x="69" y="78"/>
                </a:cubicBezTo>
                <a:cubicBezTo>
                  <a:pt x="71" y="79"/>
                  <a:pt x="74" y="79"/>
                  <a:pt x="76" y="77"/>
                </a:cubicBezTo>
                <a:cubicBezTo>
                  <a:pt x="79" y="76"/>
                  <a:pt x="80" y="73"/>
                  <a:pt x="80" y="7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72" name="Freeform 375"/>
          <p:cNvSpPr>
            <a:spLocks noEditPoints="1"/>
          </p:cNvSpPr>
          <p:nvPr/>
        </p:nvSpPr>
        <p:spPr bwMode="auto">
          <a:xfrm>
            <a:off x="6563879" y="5254046"/>
            <a:ext cx="162083" cy="226916"/>
          </a:xfrm>
          <a:custGeom>
            <a:avLst/>
            <a:gdLst>
              <a:gd name="T0" fmla="*/ 93 w 114"/>
              <a:gd name="T1" fmla="*/ 73 h 158"/>
              <a:gd name="T2" fmla="*/ 113 w 114"/>
              <a:gd name="T3" fmla="*/ 103 h 158"/>
              <a:gd name="T4" fmla="*/ 104 w 114"/>
              <a:gd name="T5" fmla="*/ 123 h 158"/>
              <a:gd name="T6" fmla="*/ 84 w 114"/>
              <a:gd name="T7" fmla="*/ 132 h 158"/>
              <a:gd name="T8" fmla="*/ 70 w 114"/>
              <a:gd name="T9" fmla="*/ 158 h 158"/>
              <a:gd name="T10" fmla="*/ 55 w 114"/>
              <a:gd name="T11" fmla="*/ 134 h 158"/>
              <a:gd name="T12" fmla="*/ 44 w 114"/>
              <a:gd name="T13" fmla="*/ 158 h 158"/>
              <a:gd name="T14" fmla="*/ 29 w 114"/>
              <a:gd name="T15" fmla="*/ 134 h 158"/>
              <a:gd name="T16" fmla="*/ 19 w 114"/>
              <a:gd name="T17" fmla="*/ 133 h 158"/>
              <a:gd name="T18" fmla="*/ 3 w 114"/>
              <a:gd name="T19" fmla="*/ 116 h 158"/>
              <a:gd name="T20" fmla="*/ 19 w 114"/>
              <a:gd name="T21" fmla="*/ 111 h 158"/>
              <a:gd name="T22" fmla="*/ 20 w 114"/>
              <a:gd name="T23" fmla="*/ 73 h 158"/>
              <a:gd name="T24" fmla="*/ 19 w 114"/>
              <a:gd name="T25" fmla="*/ 46 h 158"/>
              <a:gd name="T26" fmla="*/ 0 w 114"/>
              <a:gd name="T27" fmla="*/ 40 h 158"/>
              <a:gd name="T28" fmla="*/ 20 w 114"/>
              <a:gd name="T29" fmla="*/ 24 h 158"/>
              <a:gd name="T30" fmla="*/ 29 w 114"/>
              <a:gd name="T31" fmla="*/ 0 h 158"/>
              <a:gd name="T32" fmla="*/ 44 w 114"/>
              <a:gd name="T33" fmla="*/ 24 h 158"/>
              <a:gd name="T34" fmla="*/ 55 w 114"/>
              <a:gd name="T35" fmla="*/ 0 h 158"/>
              <a:gd name="T36" fmla="*/ 70 w 114"/>
              <a:gd name="T37" fmla="*/ 24 h 158"/>
              <a:gd name="T38" fmla="*/ 94 w 114"/>
              <a:gd name="T39" fmla="*/ 31 h 158"/>
              <a:gd name="T40" fmla="*/ 105 w 114"/>
              <a:gd name="T41" fmla="*/ 49 h 158"/>
              <a:gd name="T42" fmla="*/ 77 w 114"/>
              <a:gd name="T43" fmla="*/ 50 h 158"/>
              <a:gd name="T44" fmla="*/ 69 w 114"/>
              <a:gd name="T45" fmla="*/ 43 h 158"/>
              <a:gd name="T46" fmla="*/ 58 w 114"/>
              <a:gd name="T47" fmla="*/ 41 h 158"/>
              <a:gd name="T48" fmla="*/ 48 w 114"/>
              <a:gd name="T49" fmla="*/ 41 h 158"/>
              <a:gd name="T50" fmla="*/ 44 w 114"/>
              <a:gd name="T51" fmla="*/ 70 h 158"/>
              <a:gd name="T52" fmla="*/ 52 w 114"/>
              <a:gd name="T53" fmla="*/ 70 h 158"/>
              <a:gd name="T54" fmla="*/ 62 w 114"/>
              <a:gd name="T55" fmla="*/ 69 h 158"/>
              <a:gd name="T56" fmla="*/ 71 w 114"/>
              <a:gd name="T57" fmla="*/ 66 h 158"/>
              <a:gd name="T58" fmla="*/ 77 w 114"/>
              <a:gd name="T59" fmla="*/ 60 h 158"/>
              <a:gd name="T60" fmla="*/ 85 w 114"/>
              <a:gd name="T61" fmla="*/ 100 h 158"/>
              <a:gd name="T62" fmla="*/ 80 w 114"/>
              <a:gd name="T63" fmla="*/ 90 h 158"/>
              <a:gd name="T64" fmla="*/ 68 w 114"/>
              <a:gd name="T65" fmla="*/ 85 h 158"/>
              <a:gd name="T66" fmla="*/ 55 w 114"/>
              <a:gd name="T67" fmla="*/ 84 h 158"/>
              <a:gd name="T68" fmla="*/ 44 w 114"/>
              <a:gd name="T69" fmla="*/ 84 h 158"/>
              <a:gd name="T70" fmla="*/ 47 w 114"/>
              <a:gd name="T71" fmla="*/ 116 h 158"/>
              <a:gd name="T72" fmla="*/ 57 w 114"/>
              <a:gd name="T73" fmla="*/ 116 h 158"/>
              <a:gd name="T74" fmla="*/ 68 w 114"/>
              <a:gd name="T75" fmla="*/ 115 h 158"/>
              <a:gd name="T76" fmla="*/ 78 w 114"/>
              <a:gd name="T77" fmla="*/ 112 h 158"/>
              <a:gd name="T78" fmla="*/ 84 w 114"/>
              <a:gd name="T79" fmla="*/ 105 h 1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14" h="158">
                <a:moveTo>
                  <a:pt x="105" y="49"/>
                </a:moveTo>
                <a:cubicBezTo>
                  <a:pt x="106" y="60"/>
                  <a:pt x="102" y="68"/>
                  <a:pt x="93" y="73"/>
                </a:cubicBezTo>
                <a:cubicBezTo>
                  <a:pt x="100" y="75"/>
                  <a:pt x="105" y="78"/>
                  <a:pt x="109" y="83"/>
                </a:cubicBezTo>
                <a:cubicBezTo>
                  <a:pt x="113" y="88"/>
                  <a:pt x="114" y="94"/>
                  <a:pt x="113" y="103"/>
                </a:cubicBezTo>
                <a:cubicBezTo>
                  <a:pt x="113" y="108"/>
                  <a:pt x="112" y="111"/>
                  <a:pt x="110" y="115"/>
                </a:cubicBezTo>
                <a:cubicBezTo>
                  <a:pt x="109" y="118"/>
                  <a:pt x="107" y="121"/>
                  <a:pt x="104" y="123"/>
                </a:cubicBezTo>
                <a:cubicBezTo>
                  <a:pt x="102" y="126"/>
                  <a:pt x="99" y="127"/>
                  <a:pt x="95" y="129"/>
                </a:cubicBezTo>
                <a:cubicBezTo>
                  <a:pt x="91" y="130"/>
                  <a:pt x="88" y="131"/>
                  <a:pt x="84" y="132"/>
                </a:cubicBezTo>
                <a:cubicBezTo>
                  <a:pt x="80" y="133"/>
                  <a:pt x="75" y="133"/>
                  <a:pt x="70" y="134"/>
                </a:cubicBezTo>
                <a:cubicBezTo>
                  <a:pt x="70" y="158"/>
                  <a:pt x="70" y="158"/>
                  <a:pt x="70" y="158"/>
                </a:cubicBezTo>
                <a:cubicBezTo>
                  <a:pt x="55" y="158"/>
                  <a:pt x="55" y="158"/>
                  <a:pt x="55" y="158"/>
                </a:cubicBezTo>
                <a:cubicBezTo>
                  <a:pt x="55" y="134"/>
                  <a:pt x="55" y="134"/>
                  <a:pt x="55" y="134"/>
                </a:cubicBezTo>
                <a:cubicBezTo>
                  <a:pt x="50" y="134"/>
                  <a:pt x="46" y="134"/>
                  <a:pt x="44" y="134"/>
                </a:cubicBezTo>
                <a:cubicBezTo>
                  <a:pt x="44" y="158"/>
                  <a:pt x="44" y="158"/>
                  <a:pt x="44" y="158"/>
                </a:cubicBezTo>
                <a:cubicBezTo>
                  <a:pt x="29" y="158"/>
                  <a:pt x="29" y="158"/>
                  <a:pt x="29" y="158"/>
                </a:cubicBezTo>
                <a:cubicBezTo>
                  <a:pt x="29" y="134"/>
                  <a:pt x="29" y="134"/>
                  <a:pt x="29" y="134"/>
                </a:cubicBezTo>
                <a:cubicBezTo>
                  <a:pt x="28" y="134"/>
                  <a:pt x="26" y="134"/>
                  <a:pt x="24" y="133"/>
                </a:cubicBezTo>
                <a:cubicBezTo>
                  <a:pt x="22" y="133"/>
                  <a:pt x="20" y="133"/>
                  <a:pt x="19" y="133"/>
                </a:cubicBezTo>
                <a:cubicBezTo>
                  <a:pt x="0" y="133"/>
                  <a:pt x="0" y="133"/>
                  <a:pt x="0" y="133"/>
                </a:cubicBezTo>
                <a:cubicBezTo>
                  <a:pt x="3" y="116"/>
                  <a:pt x="3" y="116"/>
                  <a:pt x="3" y="116"/>
                </a:cubicBezTo>
                <a:cubicBezTo>
                  <a:pt x="13" y="116"/>
                  <a:pt x="13" y="116"/>
                  <a:pt x="13" y="116"/>
                </a:cubicBezTo>
                <a:cubicBezTo>
                  <a:pt x="16" y="116"/>
                  <a:pt x="18" y="115"/>
                  <a:pt x="19" y="111"/>
                </a:cubicBezTo>
                <a:cubicBezTo>
                  <a:pt x="19" y="73"/>
                  <a:pt x="19" y="73"/>
                  <a:pt x="19" y="73"/>
                </a:cubicBezTo>
                <a:cubicBezTo>
                  <a:pt x="20" y="73"/>
                  <a:pt x="20" y="73"/>
                  <a:pt x="20" y="73"/>
                </a:cubicBezTo>
                <a:cubicBezTo>
                  <a:pt x="20" y="73"/>
                  <a:pt x="19" y="73"/>
                  <a:pt x="19" y="73"/>
                </a:cubicBezTo>
                <a:cubicBezTo>
                  <a:pt x="19" y="46"/>
                  <a:pt x="19" y="46"/>
                  <a:pt x="19" y="46"/>
                </a:cubicBezTo>
                <a:cubicBezTo>
                  <a:pt x="18" y="42"/>
                  <a:pt x="15" y="40"/>
                  <a:pt x="10" y="40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24"/>
                  <a:pt x="0" y="24"/>
                  <a:pt x="0" y="24"/>
                </a:cubicBezTo>
                <a:cubicBezTo>
                  <a:pt x="20" y="24"/>
                  <a:pt x="20" y="24"/>
                  <a:pt x="20" y="24"/>
                </a:cubicBezTo>
                <a:cubicBezTo>
                  <a:pt x="24" y="24"/>
                  <a:pt x="27" y="24"/>
                  <a:pt x="29" y="24"/>
                </a:cubicBezTo>
                <a:cubicBezTo>
                  <a:pt x="29" y="0"/>
                  <a:pt x="29" y="0"/>
                  <a:pt x="29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44" y="24"/>
                  <a:pt x="44" y="24"/>
                  <a:pt x="44" y="24"/>
                </a:cubicBezTo>
                <a:cubicBezTo>
                  <a:pt x="49" y="24"/>
                  <a:pt x="53" y="23"/>
                  <a:pt x="55" y="23"/>
                </a:cubicBezTo>
                <a:cubicBezTo>
                  <a:pt x="55" y="0"/>
                  <a:pt x="55" y="0"/>
                  <a:pt x="55" y="0"/>
                </a:cubicBezTo>
                <a:cubicBezTo>
                  <a:pt x="70" y="0"/>
                  <a:pt x="70" y="0"/>
                  <a:pt x="70" y="0"/>
                </a:cubicBezTo>
                <a:cubicBezTo>
                  <a:pt x="70" y="24"/>
                  <a:pt x="70" y="24"/>
                  <a:pt x="70" y="24"/>
                </a:cubicBezTo>
                <a:cubicBezTo>
                  <a:pt x="75" y="25"/>
                  <a:pt x="79" y="25"/>
                  <a:pt x="83" y="26"/>
                </a:cubicBezTo>
                <a:cubicBezTo>
                  <a:pt x="87" y="27"/>
                  <a:pt x="90" y="29"/>
                  <a:pt x="94" y="31"/>
                </a:cubicBezTo>
                <a:cubicBezTo>
                  <a:pt x="97" y="32"/>
                  <a:pt x="100" y="35"/>
                  <a:pt x="101" y="38"/>
                </a:cubicBezTo>
                <a:cubicBezTo>
                  <a:pt x="103" y="41"/>
                  <a:pt x="105" y="45"/>
                  <a:pt x="105" y="49"/>
                </a:cubicBezTo>
                <a:close/>
                <a:moveTo>
                  <a:pt x="78" y="55"/>
                </a:moveTo>
                <a:cubicBezTo>
                  <a:pt x="78" y="53"/>
                  <a:pt x="77" y="51"/>
                  <a:pt x="77" y="50"/>
                </a:cubicBezTo>
                <a:cubicBezTo>
                  <a:pt x="76" y="48"/>
                  <a:pt x="75" y="47"/>
                  <a:pt x="74" y="46"/>
                </a:cubicBezTo>
                <a:cubicBezTo>
                  <a:pt x="73" y="45"/>
                  <a:pt x="71" y="44"/>
                  <a:pt x="69" y="43"/>
                </a:cubicBezTo>
                <a:cubicBezTo>
                  <a:pt x="67" y="42"/>
                  <a:pt x="66" y="42"/>
                  <a:pt x="64" y="42"/>
                </a:cubicBezTo>
                <a:cubicBezTo>
                  <a:pt x="63" y="41"/>
                  <a:pt x="61" y="41"/>
                  <a:pt x="58" y="41"/>
                </a:cubicBezTo>
                <a:cubicBezTo>
                  <a:pt x="56" y="41"/>
                  <a:pt x="54" y="41"/>
                  <a:pt x="53" y="41"/>
                </a:cubicBezTo>
                <a:cubicBezTo>
                  <a:pt x="51" y="41"/>
                  <a:pt x="50" y="41"/>
                  <a:pt x="48" y="41"/>
                </a:cubicBezTo>
                <a:cubicBezTo>
                  <a:pt x="46" y="41"/>
                  <a:pt x="44" y="41"/>
                  <a:pt x="44" y="41"/>
                </a:cubicBezTo>
                <a:cubicBezTo>
                  <a:pt x="44" y="70"/>
                  <a:pt x="44" y="70"/>
                  <a:pt x="44" y="70"/>
                </a:cubicBezTo>
                <a:cubicBezTo>
                  <a:pt x="44" y="70"/>
                  <a:pt x="45" y="70"/>
                  <a:pt x="47" y="70"/>
                </a:cubicBezTo>
                <a:cubicBezTo>
                  <a:pt x="49" y="70"/>
                  <a:pt x="51" y="70"/>
                  <a:pt x="52" y="70"/>
                </a:cubicBezTo>
                <a:cubicBezTo>
                  <a:pt x="53" y="70"/>
                  <a:pt x="54" y="70"/>
                  <a:pt x="56" y="70"/>
                </a:cubicBezTo>
                <a:cubicBezTo>
                  <a:pt x="58" y="69"/>
                  <a:pt x="60" y="69"/>
                  <a:pt x="62" y="69"/>
                </a:cubicBezTo>
                <a:cubicBezTo>
                  <a:pt x="63" y="69"/>
                  <a:pt x="65" y="68"/>
                  <a:pt x="66" y="68"/>
                </a:cubicBezTo>
                <a:cubicBezTo>
                  <a:pt x="68" y="68"/>
                  <a:pt x="70" y="67"/>
                  <a:pt x="71" y="66"/>
                </a:cubicBezTo>
                <a:cubicBezTo>
                  <a:pt x="72" y="66"/>
                  <a:pt x="73" y="65"/>
                  <a:pt x="74" y="64"/>
                </a:cubicBezTo>
                <a:cubicBezTo>
                  <a:pt x="76" y="63"/>
                  <a:pt x="76" y="62"/>
                  <a:pt x="77" y="60"/>
                </a:cubicBezTo>
                <a:cubicBezTo>
                  <a:pt x="78" y="59"/>
                  <a:pt x="78" y="57"/>
                  <a:pt x="78" y="55"/>
                </a:cubicBezTo>
                <a:close/>
                <a:moveTo>
                  <a:pt x="85" y="100"/>
                </a:moveTo>
                <a:cubicBezTo>
                  <a:pt x="85" y="98"/>
                  <a:pt x="84" y="96"/>
                  <a:pt x="83" y="94"/>
                </a:cubicBezTo>
                <a:cubicBezTo>
                  <a:pt x="82" y="92"/>
                  <a:pt x="81" y="91"/>
                  <a:pt x="80" y="90"/>
                </a:cubicBezTo>
                <a:cubicBezTo>
                  <a:pt x="78" y="89"/>
                  <a:pt x="76" y="88"/>
                  <a:pt x="74" y="87"/>
                </a:cubicBezTo>
                <a:cubicBezTo>
                  <a:pt x="72" y="86"/>
                  <a:pt x="70" y="86"/>
                  <a:pt x="68" y="85"/>
                </a:cubicBezTo>
                <a:cubicBezTo>
                  <a:pt x="66" y="85"/>
                  <a:pt x="64" y="85"/>
                  <a:pt x="61" y="84"/>
                </a:cubicBezTo>
                <a:cubicBezTo>
                  <a:pt x="58" y="84"/>
                  <a:pt x="56" y="84"/>
                  <a:pt x="55" y="84"/>
                </a:cubicBezTo>
                <a:cubicBezTo>
                  <a:pt x="53" y="84"/>
                  <a:pt x="51" y="84"/>
                  <a:pt x="48" y="84"/>
                </a:cubicBezTo>
                <a:cubicBezTo>
                  <a:pt x="46" y="84"/>
                  <a:pt x="44" y="84"/>
                  <a:pt x="44" y="84"/>
                </a:cubicBezTo>
                <a:cubicBezTo>
                  <a:pt x="44" y="116"/>
                  <a:pt x="44" y="116"/>
                  <a:pt x="44" y="116"/>
                </a:cubicBezTo>
                <a:cubicBezTo>
                  <a:pt x="44" y="116"/>
                  <a:pt x="46" y="116"/>
                  <a:pt x="47" y="116"/>
                </a:cubicBezTo>
                <a:cubicBezTo>
                  <a:pt x="49" y="116"/>
                  <a:pt x="51" y="116"/>
                  <a:pt x="52" y="116"/>
                </a:cubicBezTo>
                <a:cubicBezTo>
                  <a:pt x="53" y="116"/>
                  <a:pt x="55" y="116"/>
                  <a:pt x="57" y="116"/>
                </a:cubicBezTo>
                <a:cubicBezTo>
                  <a:pt x="59" y="116"/>
                  <a:pt x="61" y="116"/>
                  <a:pt x="63" y="116"/>
                </a:cubicBezTo>
                <a:cubicBezTo>
                  <a:pt x="64" y="116"/>
                  <a:pt x="66" y="115"/>
                  <a:pt x="68" y="115"/>
                </a:cubicBezTo>
                <a:cubicBezTo>
                  <a:pt x="70" y="115"/>
                  <a:pt x="72" y="114"/>
                  <a:pt x="73" y="114"/>
                </a:cubicBezTo>
                <a:cubicBezTo>
                  <a:pt x="75" y="113"/>
                  <a:pt x="76" y="112"/>
                  <a:pt x="78" y="112"/>
                </a:cubicBezTo>
                <a:cubicBezTo>
                  <a:pt x="79" y="111"/>
                  <a:pt x="80" y="110"/>
                  <a:pt x="81" y="109"/>
                </a:cubicBezTo>
                <a:cubicBezTo>
                  <a:pt x="82" y="108"/>
                  <a:pt x="83" y="107"/>
                  <a:pt x="84" y="105"/>
                </a:cubicBezTo>
                <a:cubicBezTo>
                  <a:pt x="84" y="104"/>
                  <a:pt x="85" y="102"/>
                  <a:pt x="85" y="10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73" name="Freeform 376"/>
          <p:cNvSpPr>
            <a:spLocks/>
          </p:cNvSpPr>
          <p:nvPr/>
        </p:nvSpPr>
        <p:spPr bwMode="auto">
          <a:xfrm>
            <a:off x="6851304" y="5254046"/>
            <a:ext cx="121021" cy="226916"/>
          </a:xfrm>
          <a:custGeom>
            <a:avLst/>
            <a:gdLst>
              <a:gd name="T0" fmla="*/ 84 w 85"/>
              <a:gd name="T1" fmla="*/ 42 h 158"/>
              <a:gd name="T2" fmla="*/ 85 w 85"/>
              <a:gd name="T3" fmla="*/ 46 h 158"/>
              <a:gd name="T4" fmla="*/ 34 w 85"/>
              <a:gd name="T5" fmla="*/ 155 h 158"/>
              <a:gd name="T6" fmla="*/ 30 w 85"/>
              <a:gd name="T7" fmla="*/ 158 h 158"/>
              <a:gd name="T8" fmla="*/ 28 w 85"/>
              <a:gd name="T9" fmla="*/ 157 h 158"/>
              <a:gd name="T10" fmla="*/ 26 w 85"/>
              <a:gd name="T11" fmla="*/ 156 h 158"/>
              <a:gd name="T12" fmla="*/ 25 w 85"/>
              <a:gd name="T13" fmla="*/ 153 h 158"/>
              <a:gd name="T14" fmla="*/ 44 w 85"/>
              <a:gd name="T15" fmla="*/ 76 h 158"/>
              <a:gd name="T16" fmla="*/ 6 w 85"/>
              <a:gd name="T17" fmla="*/ 86 h 158"/>
              <a:gd name="T18" fmla="*/ 5 w 85"/>
              <a:gd name="T19" fmla="*/ 86 h 158"/>
              <a:gd name="T20" fmla="*/ 2 w 85"/>
              <a:gd name="T21" fmla="*/ 85 h 158"/>
              <a:gd name="T22" fmla="*/ 0 w 85"/>
              <a:gd name="T23" fmla="*/ 81 h 158"/>
              <a:gd name="T24" fmla="*/ 19 w 85"/>
              <a:gd name="T25" fmla="*/ 3 h 158"/>
              <a:gd name="T26" fmla="*/ 21 w 85"/>
              <a:gd name="T27" fmla="*/ 1 h 158"/>
              <a:gd name="T28" fmla="*/ 24 w 85"/>
              <a:gd name="T29" fmla="*/ 0 h 158"/>
              <a:gd name="T30" fmla="*/ 55 w 85"/>
              <a:gd name="T31" fmla="*/ 0 h 158"/>
              <a:gd name="T32" fmla="*/ 58 w 85"/>
              <a:gd name="T33" fmla="*/ 1 h 158"/>
              <a:gd name="T34" fmla="*/ 59 w 85"/>
              <a:gd name="T35" fmla="*/ 4 h 158"/>
              <a:gd name="T36" fmla="*/ 58 w 85"/>
              <a:gd name="T37" fmla="*/ 6 h 158"/>
              <a:gd name="T38" fmla="*/ 42 w 85"/>
              <a:gd name="T39" fmla="*/ 50 h 158"/>
              <a:gd name="T40" fmla="*/ 80 w 85"/>
              <a:gd name="T41" fmla="*/ 40 h 158"/>
              <a:gd name="T42" fmla="*/ 81 w 85"/>
              <a:gd name="T43" fmla="*/ 40 h 158"/>
              <a:gd name="T44" fmla="*/ 84 w 85"/>
              <a:gd name="T45" fmla="*/ 42 h 1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85" h="158">
                <a:moveTo>
                  <a:pt x="84" y="42"/>
                </a:moveTo>
                <a:cubicBezTo>
                  <a:pt x="85" y="43"/>
                  <a:pt x="85" y="44"/>
                  <a:pt x="85" y="46"/>
                </a:cubicBezTo>
                <a:cubicBezTo>
                  <a:pt x="34" y="155"/>
                  <a:pt x="34" y="155"/>
                  <a:pt x="34" y="155"/>
                </a:cubicBezTo>
                <a:cubicBezTo>
                  <a:pt x="33" y="157"/>
                  <a:pt x="31" y="158"/>
                  <a:pt x="30" y="158"/>
                </a:cubicBezTo>
                <a:cubicBezTo>
                  <a:pt x="29" y="158"/>
                  <a:pt x="29" y="158"/>
                  <a:pt x="28" y="157"/>
                </a:cubicBezTo>
                <a:cubicBezTo>
                  <a:pt x="27" y="157"/>
                  <a:pt x="26" y="157"/>
                  <a:pt x="26" y="156"/>
                </a:cubicBezTo>
                <a:cubicBezTo>
                  <a:pt x="25" y="155"/>
                  <a:pt x="25" y="154"/>
                  <a:pt x="25" y="153"/>
                </a:cubicBezTo>
                <a:cubicBezTo>
                  <a:pt x="44" y="76"/>
                  <a:pt x="44" y="76"/>
                  <a:pt x="44" y="76"/>
                </a:cubicBezTo>
                <a:cubicBezTo>
                  <a:pt x="6" y="86"/>
                  <a:pt x="6" y="86"/>
                  <a:pt x="6" y="86"/>
                </a:cubicBezTo>
                <a:cubicBezTo>
                  <a:pt x="5" y="86"/>
                  <a:pt x="5" y="86"/>
                  <a:pt x="5" y="86"/>
                </a:cubicBezTo>
                <a:cubicBezTo>
                  <a:pt x="3" y="86"/>
                  <a:pt x="2" y="86"/>
                  <a:pt x="2" y="85"/>
                </a:cubicBezTo>
                <a:cubicBezTo>
                  <a:pt x="1" y="84"/>
                  <a:pt x="0" y="83"/>
                  <a:pt x="0" y="81"/>
                </a:cubicBezTo>
                <a:cubicBezTo>
                  <a:pt x="19" y="3"/>
                  <a:pt x="19" y="3"/>
                  <a:pt x="19" y="3"/>
                </a:cubicBezTo>
                <a:cubicBezTo>
                  <a:pt x="20" y="2"/>
                  <a:pt x="20" y="2"/>
                  <a:pt x="21" y="1"/>
                </a:cubicBezTo>
                <a:cubicBezTo>
                  <a:pt x="22" y="1"/>
                  <a:pt x="23" y="0"/>
                  <a:pt x="24" y="0"/>
                </a:cubicBezTo>
                <a:cubicBezTo>
                  <a:pt x="55" y="0"/>
                  <a:pt x="55" y="0"/>
                  <a:pt x="55" y="0"/>
                </a:cubicBezTo>
                <a:cubicBezTo>
                  <a:pt x="56" y="0"/>
                  <a:pt x="57" y="1"/>
                  <a:pt x="58" y="1"/>
                </a:cubicBezTo>
                <a:cubicBezTo>
                  <a:pt x="58" y="2"/>
                  <a:pt x="59" y="3"/>
                  <a:pt x="59" y="4"/>
                </a:cubicBezTo>
                <a:cubicBezTo>
                  <a:pt x="59" y="5"/>
                  <a:pt x="59" y="5"/>
                  <a:pt x="58" y="6"/>
                </a:cubicBezTo>
                <a:cubicBezTo>
                  <a:pt x="42" y="50"/>
                  <a:pt x="42" y="50"/>
                  <a:pt x="42" y="50"/>
                </a:cubicBezTo>
                <a:cubicBezTo>
                  <a:pt x="80" y="40"/>
                  <a:pt x="80" y="40"/>
                  <a:pt x="80" y="40"/>
                </a:cubicBezTo>
                <a:cubicBezTo>
                  <a:pt x="80" y="40"/>
                  <a:pt x="81" y="40"/>
                  <a:pt x="81" y="40"/>
                </a:cubicBezTo>
                <a:cubicBezTo>
                  <a:pt x="82" y="40"/>
                  <a:pt x="83" y="41"/>
                  <a:pt x="84" y="42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74" name="Freeform 377"/>
          <p:cNvSpPr>
            <a:spLocks noEditPoints="1"/>
          </p:cNvSpPr>
          <p:nvPr/>
        </p:nvSpPr>
        <p:spPr bwMode="auto">
          <a:xfrm>
            <a:off x="7093347" y="5236758"/>
            <a:ext cx="242043" cy="244204"/>
          </a:xfrm>
          <a:custGeom>
            <a:avLst/>
            <a:gdLst>
              <a:gd name="T0" fmla="*/ 147 w 169"/>
              <a:gd name="T1" fmla="*/ 27 h 170"/>
              <a:gd name="T2" fmla="*/ 131 w 169"/>
              <a:gd name="T3" fmla="*/ 56 h 170"/>
              <a:gd name="T4" fmla="*/ 131 w 169"/>
              <a:gd name="T5" fmla="*/ 65 h 170"/>
              <a:gd name="T6" fmla="*/ 133 w 169"/>
              <a:gd name="T7" fmla="*/ 103 h 170"/>
              <a:gd name="T8" fmla="*/ 113 w 169"/>
              <a:gd name="T9" fmla="*/ 150 h 170"/>
              <a:gd name="T10" fmla="*/ 66 w 169"/>
              <a:gd name="T11" fmla="*/ 170 h 170"/>
              <a:gd name="T12" fmla="*/ 19 w 169"/>
              <a:gd name="T13" fmla="*/ 150 h 170"/>
              <a:gd name="T14" fmla="*/ 0 w 169"/>
              <a:gd name="T15" fmla="*/ 103 h 170"/>
              <a:gd name="T16" fmla="*/ 19 w 169"/>
              <a:gd name="T17" fmla="*/ 56 h 170"/>
              <a:gd name="T18" fmla="*/ 66 w 169"/>
              <a:gd name="T19" fmla="*/ 37 h 170"/>
              <a:gd name="T20" fmla="*/ 105 w 169"/>
              <a:gd name="T21" fmla="*/ 39 h 170"/>
              <a:gd name="T22" fmla="*/ 113 w 169"/>
              <a:gd name="T23" fmla="*/ 39 h 170"/>
              <a:gd name="T24" fmla="*/ 143 w 169"/>
              <a:gd name="T25" fmla="*/ 22 h 170"/>
              <a:gd name="T26" fmla="*/ 54 w 169"/>
              <a:gd name="T27" fmla="*/ 56 h 170"/>
              <a:gd name="T28" fmla="*/ 46 w 169"/>
              <a:gd name="T29" fmla="*/ 53 h 170"/>
              <a:gd name="T30" fmla="*/ 16 w 169"/>
              <a:gd name="T31" fmla="*/ 83 h 170"/>
              <a:gd name="T32" fmla="*/ 19 w 169"/>
              <a:gd name="T33" fmla="*/ 90 h 170"/>
              <a:gd name="T34" fmla="*/ 27 w 169"/>
              <a:gd name="T35" fmla="*/ 87 h 170"/>
              <a:gd name="T36" fmla="*/ 50 w 169"/>
              <a:gd name="T37" fmla="*/ 64 h 170"/>
              <a:gd name="T38" fmla="*/ 144 w 169"/>
              <a:gd name="T39" fmla="*/ 17 h 170"/>
              <a:gd name="T40" fmla="*/ 139 w 169"/>
              <a:gd name="T41" fmla="*/ 17 h 170"/>
              <a:gd name="T42" fmla="*/ 130 w 169"/>
              <a:gd name="T43" fmla="*/ 6 h 170"/>
              <a:gd name="T44" fmla="*/ 133 w 169"/>
              <a:gd name="T45" fmla="*/ 3 h 170"/>
              <a:gd name="T46" fmla="*/ 144 w 169"/>
              <a:gd name="T47" fmla="*/ 13 h 170"/>
              <a:gd name="T48" fmla="*/ 144 w 169"/>
              <a:gd name="T49" fmla="*/ 17 h 170"/>
              <a:gd name="T50" fmla="*/ 151 w 169"/>
              <a:gd name="T51" fmla="*/ 12 h 170"/>
              <a:gd name="T52" fmla="*/ 148 w 169"/>
              <a:gd name="T53" fmla="*/ 15 h 170"/>
              <a:gd name="T54" fmla="*/ 145 w 169"/>
              <a:gd name="T55" fmla="*/ 12 h 170"/>
              <a:gd name="T56" fmla="*/ 146 w 169"/>
              <a:gd name="T57" fmla="*/ 1 h 170"/>
              <a:gd name="T58" fmla="*/ 150 w 169"/>
              <a:gd name="T59" fmla="*/ 1 h 170"/>
              <a:gd name="T60" fmla="*/ 165 w 169"/>
              <a:gd name="T61" fmla="*/ 8 h 170"/>
              <a:gd name="T62" fmla="*/ 155 w 169"/>
              <a:gd name="T63" fmla="*/ 18 h 170"/>
              <a:gd name="T64" fmla="*/ 151 w 169"/>
              <a:gd name="T65" fmla="*/ 15 h 170"/>
              <a:gd name="T66" fmla="*/ 161 w 169"/>
              <a:gd name="T67" fmla="*/ 4 h 170"/>
              <a:gd name="T68" fmla="*/ 165 w 169"/>
              <a:gd name="T69" fmla="*/ 4 h 170"/>
              <a:gd name="T70" fmla="*/ 165 w 169"/>
              <a:gd name="T71" fmla="*/ 8 h 170"/>
              <a:gd name="T72" fmla="*/ 163 w 169"/>
              <a:gd name="T73" fmla="*/ 40 h 170"/>
              <a:gd name="T74" fmla="*/ 152 w 169"/>
              <a:gd name="T75" fmla="*/ 30 h 170"/>
              <a:gd name="T76" fmla="*/ 152 w 169"/>
              <a:gd name="T77" fmla="*/ 26 h 170"/>
              <a:gd name="T78" fmla="*/ 157 w 169"/>
              <a:gd name="T79" fmla="*/ 26 h 170"/>
              <a:gd name="T80" fmla="*/ 166 w 169"/>
              <a:gd name="T81" fmla="*/ 37 h 170"/>
              <a:gd name="T82" fmla="*/ 168 w 169"/>
              <a:gd name="T83" fmla="*/ 19 h 170"/>
              <a:gd name="T84" fmla="*/ 168 w 169"/>
              <a:gd name="T85" fmla="*/ 24 h 170"/>
              <a:gd name="T86" fmla="*/ 157 w 169"/>
              <a:gd name="T87" fmla="*/ 24 h 170"/>
              <a:gd name="T88" fmla="*/ 154 w 169"/>
              <a:gd name="T89" fmla="*/ 21 h 170"/>
              <a:gd name="T90" fmla="*/ 157 w 169"/>
              <a:gd name="T91" fmla="*/ 18 h 170"/>
              <a:gd name="T92" fmla="*/ 168 w 169"/>
              <a:gd name="T93" fmla="*/ 19 h 1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69" h="170">
                <a:moveTo>
                  <a:pt x="143" y="22"/>
                </a:moveTo>
                <a:cubicBezTo>
                  <a:pt x="147" y="27"/>
                  <a:pt x="147" y="27"/>
                  <a:pt x="147" y="27"/>
                </a:cubicBezTo>
                <a:cubicBezTo>
                  <a:pt x="124" y="50"/>
                  <a:pt x="124" y="50"/>
                  <a:pt x="124" y="50"/>
                </a:cubicBezTo>
                <a:cubicBezTo>
                  <a:pt x="131" y="56"/>
                  <a:pt x="131" y="56"/>
                  <a:pt x="131" y="56"/>
                </a:cubicBezTo>
                <a:cubicBezTo>
                  <a:pt x="132" y="57"/>
                  <a:pt x="132" y="59"/>
                  <a:pt x="132" y="60"/>
                </a:cubicBezTo>
                <a:cubicBezTo>
                  <a:pt x="132" y="62"/>
                  <a:pt x="132" y="63"/>
                  <a:pt x="131" y="65"/>
                </a:cubicBezTo>
                <a:cubicBezTo>
                  <a:pt x="124" y="71"/>
                  <a:pt x="124" y="71"/>
                  <a:pt x="124" y="71"/>
                </a:cubicBezTo>
                <a:cubicBezTo>
                  <a:pt x="130" y="81"/>
                  <a:pt x="133" y="92"/>
                  <a:pt x="133" y="103"/>
                </a:cubicBezTo>
                <a:cubicBezTo>
                  <a:pt x="133" y="112"/>
                  <a:pt x="131" y="121"/>
                  <a:pt x="128" y="129"/>
                </a:cubicBezTo>
                <a:cubicBezTo>
                  <a:pt x="124" y="137"/>
                  <a:pt x="119" y="144"/>
                  <a:pt x="113" y="150"/>
                </a:cubicBezTo>
                <a:cubicBezTo>
                  <a:pt x="107" y="156"/>
                  <a:pt x="100" y="161"/>
                  <a:pt x="92" y="164"/>
                </a:cubicBezTo>
                <a:cubicBezTo>
                  <a:pt x="84" y="168"/>
                  <a:pt x="75" y="170"/>
                  <a:pt x="66" y="170"/>
                </a:cubicBezTo>
                <a:cubicBezTo>
                  <a:pt x="57" y="170"/>
                  <a:pt x="49" y="168"/>
                  <a:pt x="40" y="164"/>
                </a:cubicBezTo>
                <a:cubicBezTo>
                  <a:pt x="32" y="161"/>
                  <a:pt x="25" y="156"/>
                  <a:pt x="19" y="150"/>
                </a:cubicBezTo>
                <a:cubicBezTo>
                  <a:pt x="13" y="144"/>
                  <a:pt x="9" y="137"/>
                  <a:pt x="5" y="129"/>
                </a:cubicBezTo>
                <a:cubicBezTo>
                  <a:pt x="2" y="121"/>
                  <a:pt x="0" y="112"/>
                  <a:pt x="0" y="103"/>
                </a:cubicBezTo>
                <a:cubicBezTo>
                  <a:pt x="0" y="94"/>
                  <a:pt x="2" y="85"/>
                  <a:pt x="5" y="77"/>
                </a:cubicBezTo>
                <a:cubicBezTo>
                  <a:pt x="9" y="69"/>
                  <a:pt x="13" y="62"/>
                  <a:pt x="19" y="56"/>
                </a:cubicBezTo>
                <a:cubicBezTo>
                  <a:pt x="25" y="50"/>
                  <a:pt x="32" y="45"/>
                  <a:pt x="40" y="42"/>
                </a:cubicBezTo>
                <a:cubicBezTo>
                  <a:pt x="49" y="38"/>
                  <a:pt x="57" y="37"/>
                  <a:pt x="66" y="37"/>
                </a:cubicBezTo>
                <a:cubicBezTo>
                  <a:pt x="78" y="37"/>
                  <a:pt x="89" y="39"/>
                  <a:pt x="99" y="45"/>
                </a:cubicBezTo>
                <a:cubicBezTo>
                  <a:pt x="105" y="39"/>
                  <a:pt x="105" y="39"/>
                  <a:pt x="105" y="39"/>
                </a:cubicBezTo>
                <a:cubicBezTo>
                  <a:pt x="106" y="38"/>
                  <a:pt x="107" y="37"/>
                  <a:pt x="109" y="37"/>
                </a:cubicBezTo>
                <a:cubicBezTo>
                  <a:pt x="111" y="37"/>
                  <a:pt x="112" y="38"/>
                  <a:pt x="113" y="39"/>
                </a:cubicBezTo>
                <a:cubicBezTo>
                  <a:pt x="120" y="45"/>
                  <a:pt x="120" y="45"/>
                  <a:pt x="120" y="45"/>
                </a:cubicBezTo>
                <a:lnTo>
                  <a:pt x="143" y="22"/>
                </a:lnTo>
                <a:close/>
                <a:moveTo>
                  <a:pt x="54" y="61"/>
                </a:moveTo>
                <a:cubicBezTo>
                  <a:pt x="54" y="59"/>
                  <a:pt x="54" y="57"/>
                  <a:pt x="54" y="56"/>
                </a:cubicBezTo>
                <a:cubicBezTo>
                  <a:pt x="53" y="54"/>
                  <a:pt x="52" y="53"/>
                  <a:pt x="51" y="53"/>
                </a:cubicBezTo>
                <a:cubicBezTo>
                  <a:pt x="49" y="52"/>
                  <a:pt x="47" y="52"/>
                  <a:pt x="46" y="53"/>
                </a:cubicBezTo>
                <a:cubicBezTo>
                  <a:pt x="39" y="55"/>
                  <a:pt x="33" y="59"/>
                  <a:pt x="28" y="65"/>
                </a:cubicBezTo>
                <a:cubicBezTo>
                  <a:pt x="23" y="70"/>
                  <a:pt x="19" y="76"/>
                  <a:pt x="16" y="83"/>
                </a:cubicBezTo>
                <a:cubicBezTo>
                  <a:pt x="15" y="84"/>
                  <a:pt x="15" y="86"/>
                  <a:pt x="16" y="87"/>
                </a:cubicBezTo>
                <a:cubicBezTo>
                  <a:pt x="16" y="89"/>
                  <a:pt x="18" y="90"/>
                  <a:pt x="19" y="90"/>
                </a:cubicBezTo>
                <a:cubicBezTo>
                  <a:pt x="20" y="91"/>
                  <a:pt x="21" y="91"/>
                  <a:pt x="21" y="91"/>
                </a:cubicBezTo>
                <a:cubicBezTo>
                  <a:pt x="24" y="91"/>
                  <a:pt x="26" y="90"/>
                  <a:pt x="27" y="87"/>
                </a:cubicBezTo>
                <a:cubicBezTo>
                  <a:pt x="29" y="82"/>
                  <a:pt x="32" y="77"/>
                  <a:pt x="36" y="73"/>
                </a:cubicBezTo>
                <a:cubicBezTo>
                  <a:pt x="40" y="69"/>
                  <a:pt x="45" y="66"/>
                  <a:pt x="50" y="64"/>
                </a:cubicBezTo>
                <a:cubicBezTo>
                  <a:pt x="52" y="63"/>
                  <a:pt x="53" y="62"/>
                  <a:pt x="54" y="61"/>
                </a:cubicBezTo>
                <a:close/>
                <a:moveTo>
                  <a:pt x="144" y="17"/>
                </a:moveTo>
                <a:cubicBezTo>
                  <a:pt x="143" y="18"/>
                  <a:pt x="142" y="18"/>
                  <a:pt x="141" y="18"/>
                </a:cubicBezTo>
                <a:cubicBezTo>
                  <a:pt x="141" y="18"/>
                  <a:pt x="140" y="18"/>
                  <a:pt x="139" y="17"/>
                </a:cubicBezTo>
                <a:cubicBezTo>
                  <a:pt x="131" y="8"/>
                  <a:pt x="131" y="8"/>
                  <a:pt x="131" y="8"/>
                </a:cubicBezTo>
                <a:cubicBezTo>
                  <a:pt x="130" y="8"/>
                  <a:pt x="130" y="7"/>
                  <a:pt x="130" y="6"/>
                </a:cubicBezTo>
                <a:cubicBezTo>
                  <a:pt x="130" y="5"/>
                  <a:pt x="130" y="5"/>
                  <a:pt x="131" y="4"/>
                </a:cubicBezTo>
                <a:cubicBezTo>
                  <a:pt x="131" y="4"/>
                  <a:pt x="132" y="3"/>
                  <a:pt x="133" y="3"/>
                </a:cubicBezTo>
                <a:cubicBezTo>
                  <a:pt x="134" y="3"/>
                  <a:pt x="134" y="4"/>
                  <a:pt x="135" y="4"/>
                </a:cubicBezTo>
                <a:cubicBezTo>
                  <a:pt x="144" y="13"/>
                  <a:pt x="144" y="13"/>
                  <a:pt x="144" y="13"/>
                </a:cubicBezTo>
                <a:cubicBezTo>
                  <a:pt x="144" y="13"/>
                  <a:pt x="145" y="14"/>
                  <a:pt x="145" y="15"/>
                </a:cubicBezTo>
                <a:cubicBezTo>
                  <a:pt x="145" y="16"/>
                  <a:pt x="144" y="16"/>
                  <a:pt x="144" y="17"/>
                </a:cubicBezTo>
                <a:close/>
                <a:moveTo>
                  <a:pt x="151" y="3"/>
                </a:moveTo>
                <a:cubicBezTo>
                  <a:pt x="151" y="12"/>
                  <a:pt x="151" y="12"/>
                  <a:pt x="151" y="12"/>
                </a:cubicBezTo>
                <a:cubicBezTo>
                  <a:pt x="151" y="13"/>
                  <a:pt x="151" y="14"/>
                  <a:pt x="150" y="14"/>
                </a:cubicBezTo>
                <a:cubicBezTo>
                  <a:pt x="150" y="15"/>
                  <a:pt x="149" y="15"/>
                  <a:pt x="148" y="15"/>
                </a:cubicBezTo>
                <a:cubicBezTo>
                  <a:pt x="147" y="15"/>
                  <a:pt x="146" y="15"/>
                  <a:pt x="146" y="14"/>
                </a:cubicBezTo>
                <a:cubicBezTo>
                  <a:pt x="145" y="14"/>
                  <a:pt x="145" y="13"/>
                  <a:pt x="145" y="12"/>
                </a:cubicBezTo>
                <a:cubicBezTo>
                  <a:pt x="145" y="3"/>
                  <a:pt x="145" y="3"/>
                  <a:pt x="145" y="3"/>
                </a:cubicBezTo>
                <a:cubicBezTo>
                  <a:pt x="145" y="2"/>
                  <a:pt x="145" y="2"/>
                  <a:pt x="146" y="1"/>
                </a:cubicBezTo>
                <a:cubicBezTo>
                  <a:pt x="146" y="0"/>
                  <a:pt x="147" y="0"/>
                  <a:pt x="148" y="0"/>
                </a:cubicBezTo>
                <a:cubicBezTo>
                  <a:pt x="149" y="0"/>
                  <a:pt x="150" y="0"/>
                  <a:pt x="150" y="1"/>
                </a:cubicBezTo>
                <a:cubicBezTo>
                  <a:pt x="151" y="2"/>
                  <a:pt x="151" y="2"/>
                  <a:pt x="151" y="3"/>
                </a:cubicBezTo>
                <a:close/>
                <a:moveTo>
                  <a:pt x="165" y="8"/>
                </a:moveTo>
                <a:cubicBezTo>
                  <a:pt x="157" y="17"/>
                  <a:pt x="157" y="17"/>
                  <a:pt x="157" y="17"/>
                </a:cubicBezTo>
                <a:cubicBezTo>
                  <a:pt x="156" y="18"/>
                  <a:pt x="155" y="18"/>
                  <a:pt x="155" y="18"/>
                </a:cubicBezTo>
                <a:cubicBezTo>
                  <a:pt x="154" y="18"/>
                  <a:pt x="153" y="18"/>
                  <a:pt x="152" y="17"/>
                </a:cubicBezTo>
                <a:cubicBezTo>
                  <a:pt x="152" y="16"/>
                  <a:pt x="151" y="16"/>
                  <a:pt x="151" y="15"/>
                </a:cubicBezTo>
                <a:cubicBezTo>
                  <a:pt x="151" y="14"/>
                  <a:pt x="152" y="13"/>
                  <a:pt x="152" y="13"/>
                </a:cubicBezTo>
                <a:cubicBezTo>
                  <a:pt x="161" y="4"/>
                  <a:pt x="161" y="4"/>
                  <a:pt x="161" y="4"/>
                </a:cubicBezTo>
                <a:cubicBezTo>
                  <a:pt x="162" y="4"/>
                  <a:pt x="162" y="3"/>
                  <a:pt x="163" y="3"/>
                </a:cubicBezTo>
                <a:cubicBezTo>
                  <a:pt x="164" y="3"/>
                  <a:pt x="165" y="4"/>
                  <a:pt x="165" y="4"/>
                </a:cubicBezTo>
                <a:cubicBezTo>
                  <a:pt x="166" y="5"/>
                  <a:pt x="166" y="5"/>
                  <a:pt x="166" y="6"/>
                </a:cubicBezTo>
                <a:cubicBezTo>
                  <a:pt x="166" y="7"/>
                  <a:pt x="166" y="8"/>
                  <a:pt x="165" y="8"/>
                </a:cubicBezTo>
                <a:close/>
                <a:moveTo>
                  <a:pt x="165" y="39"/>
                </a:moveTo>
                <a:cubicBezTo>
                  <a:pt x="165" y="39"/>
                  <a:pt x="164" y="40"/>
                  <a:pt x="163" y="40"/>
                </a:cubicBezTo>
                <a:cubicBezTo>
                  <a:pt x="162" y="40"/>
                  <a:pt x="162" y="39"/>
                  <a:pt x="161" y="39"/>
                </a:cubicBezTo>
                <a:cubicBezTo>
                  <a:pt x="152" y="30"/>
                  <a:pt x="152" y="30"/>
                  <a:pt x="152" y="30"/>
                </a:cubicBezTo>
                <a:cubicBezTo>
                  <a:pt x="152" y="30"/>
                  <a:pt x="151" y="29"/>
                  <a:pt x="151" y="28"/>
                </a:cubicBezTo>
                <a:cubicBezTo>
                  <a:pt x="151" y="27"/>
                  <a:pt x="152" y="26"/>
                  <a:pt x="152" y="26"/>
                </a:cubicBezTo>
                <a:cubicBezTo>
                  <a:pt x="153" y="25"/>
                  <a:pt x="154" y="25"/>
                  <a:pt x="155" y="25"/>
                </a:cubicBezTo>
                <a:cubicBezTo>
                  <a:pt x="155" y="25"/>
                  <a:pt x="156" y="25"/>
                  <a:pt x="157" y="26"/>
                </a:cubicBezTo>
                <a:cubicBezTo>
                  <a:pt x="165" y="34"/>
                  <a:pt x="165" y="34"/>
                  <a:pt x="165" y="34"/>
                </a:cubicBezTo>
                <a:cubicBezTo>
                  <a:pt x="166" y="35"/>
                  <a:pt x="166" y="36"/>
                  <a:pt x="166" y="37"/>
                </a:cubicBezTo>
                <a:cubicBezTo>
                  <a:pt x="166" y="37"/>
                  <a:pt x="166" y="38"/>
                  <a:pt x="165" y="39"/>
                </a:cubicBezTo>
                <a:close/>
                <a:moveTo>
                  <a:pt x="168" y="19"/>
                </a:moveTo>
                <a:cubicBezTo>
                  <a:pt x="169" y="20"/>
                  <a:pt x="169" y="20"/>
                  <a:pt x="169" y="21"/>
                </a:cubicBezTo>
                <a:cubicBezTo>
                  <a:pt x="169" y="22"/>
                  <a:pt x="169" y="23"/>
                  <a:pt x="168" y="24"/>
                </a:cubicBezTo>
                <a:cubicBezTo>
                  <a:pt x="168" y="24"/>
                  <a:pt x="167" y="24"/>
                  <a:pt x="166" y="24"/>
                </a:cubicBezTo>
                <a:cubicBezTo>
                  <a:pt x="157" y="24"/>
                  <a:pt x="157" y="24"/>
                  <a:pt x="157" y="24"/>
                </a:cubicBezTo>
                <a:cubicBezTo>
                  <a:pt x="156" y="24"/>
                  <a:pt x="155" y="24"/>
                  <a:pt x="155" y="24"/>
                </a:cubicBezTo>
                <a:cubicBezTo>
                  <a:pt x="154" y="23"/>
                  <a:pt x="154" y="22"/>
                  <a:pt x="154" y="21"/>
                </a:cubicBezTo>
                <a:cubicBezTo>
                  <a:pt x="154" y="20"/>
                  <a:pt x="154" y="20"/>
                  <a:pt x="155" y="19"/>
                </a:cubicBezTo>
                <a:cubicBezTo>
                  <a:pt x="155" y="19"/>
                  <a:pt x="156" y="18"/>
                  <a:pt x="157" y="18"/>
                </a:cubicBezTo>
                <a:cubicBezTo>
                  <a:pt x="166" y="18"/>
                  <a:pt x="166" y="18"/>
                  <a:pt x="166" y="18"/>
                </a:cubicBezTo>
                <a:cubicBezTo>
                  <a:pt x="167" y="18"/>
                  <a:pt x="168" y="19"/>
                  <a:pt x="168" y="1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75" name="Freeform 378"/>
          <p:cNvSpPr>
            <a:spLocks noEditPoints="1"/>
          </p:cNvSpPr>
          <p:nvPr/>
        </p:nvSpPr>
        <p:spPr bwMode="auto">
          <a:xfrm>
            <a:off x="7456413" y="5254045"/>
            <a:ext cx="226916" cy="209627"/>
          </a:xfrm>
          <a:custGeom>
            <a:avLst/>
            <a:gdLst>
              <a:gd name="T0" fmla="*/ 158 w 159"/>
              <a:gd name="T1" fmla="*/ 46 h 146"/>
              <a:gd name="T2" fmla="*/ 124 w 159"/>
              <a:gd name="T3" fmla="*/ 141 h 146"/>
              <a:gd name="T4" fmla="*/ 25 w 159"/>
              <a:gd name="T5" fmla="*/ 146 h 146"/>
              <a:gd name="T6" fmla="*/ 2 w 159"/>
              <a:gd name="T7" fmla="*/ 128 h 146"/>
              <a:gd name="T8" fmla="*/ 2 w 159"/>
              <a:gd name="T9" fmla="*/ 113 h 146"/>
              <a:gd name="T10" fmla="*/ 2 w 159"/>
              <a:gd name="T11" fmla="*/ 108 h 146"/>
              <a:gd name="T12" fmla="*/ 3 w 159"/>
              <a:gd name="T13" fmla="*/ 104 h 146"/>
              <a:gd name="T14" fmla="*/ 6 w 159"/>
              <a:gd name="T15" fmla="*/ 100 h 146"/>
              <a:gd name="T16" fmla="*/ 13 w 159"/>
              <a:gd name="T17" fmla="*/ 82 h 146"/>
              <a:gd name="T18" fmla="*/ 13 w 159"/>
              <a:gd name="T19" fmla="*/ 77 h 146"/>
              <a:gd name="T20" fmla="*/ 16 w 159"/>
              <a:gd name="T21" fmla="*/ 72 h 146"/>
              <a:gd name="T22" fmla="*/ 22 w 159"/>
              <a:gd name="T23" fmla="*/ 55 h 146"/>
              <a:gd name="T24" fmla="*/ 22 w 159"/>
              <a:gd name="T25" fmla="*/ 49 h 146"/>
              <a:gd name="T26" fmla="*/ 26 w 159"/>
              <a:gd name="T27" fmla="*/ 44 h 146"/>
              <a:gd name="T28" fmla="*/ 33 w 159"/>
              <a:gd name="T29" fmla="*/ 27 h 146"/>
              <a:gd name="T30" fmla="*/ 33 w 159"/>
              <a:gd name="T31" fmla="*/ 22 h 146"/>
              <a:gd name="T32" fmla="*/ 35 w 159"/>
              <a:gd name="T33" fmla="*/ 18 h 146"/>
              <a:gd name="T34" fmla="*/ 38 w 159"/>
              <a:gd name="T35" fmla="*/ 13 h 146"/>
              <a:gd name="T36" fmla="*/ 41 w 159"/>
              <a:gd name="T37" fmla="*/ 7 h 146"/>
              <a:gd name="T38" fmla="*/ 46 w 159"/>
              <a:gd name="T39" fmla="*/ 1 h 146"/>
              <a:gd name="T40" fmla="*/ 53 w 159"/>
              <a:gd name="T41" fmla="*/ 1 h 146"/>
              <a:gd name="T42" fmla="*/ 58 w 159"/>
              <a:gd name="T43" fmla="*/ 0 h 146"/>
              <a:gd name="T44" fmla="*/ 141 w 159"/>
              <a:gd name="T45" fmla="*/ 6 h 146"/>
              <a:gd name="T46" fmla="*/ 117 w 159"/>
              <a:gd name="T47" fmla="*/ 104 h 146"/>
              <a:gd name="T48" fmla="*/ 98 w 159"/>
              <a:gd name="T49" fmla="*/ 121 h 146"/>
              <a:gd name="T50" fmla="*/ 12 w 159"/>
              <a:gd name="T51" fmla="*/ 123 h 146"/>
              <a:gd name="T52" fmla="*/ 26 w 159"/>
              <a:gd name="T53" fmla="*/ 133 h 146"/>
              <a:gd name="T54" fmla="*/ 118 w 159"/>
              <a:gd name="T55" fmla="*/ 132 h 146"/>
              <a:gd name="T56" fmla="*/ 150 w 159"/>
              <a:gd name="T57" fmla="*/ 35 h 146"/>
              <a:gd name="T58" fmla="*/ 156 w 159"/>
              <a:gd name="T59" fmla="*/ 33 h 146"/>
              <a:gd name="T60" fmla="*/ 48 w 159"/>
              <a:gd name="T61" fmla="*/ 60 h 146"/>
              <a:gd name="T62" fmla="*/ 107 w 159"/>
              <a:gd name="T63" fmla="*/ 61 h 146"/>
              <a:gd name="T64" fmla="*/ 111 w 159"/>
              <a:gd name="T65" fmla="*/ 58 h 146"/>
              <a:gd name="T66" fmla="*/ 113 w 159"/>
              <a:gd name="T67" fmla="*/ 50 h 146"/>
              <a:gd name="T68" fmla="*/ 53 w 159"/>
              <a:gd name="T69" fmla="*/ 49 h 146"/>
              <a:gd name="T70" fmla="*/ 49 w 159"/>
              <a:gd name="T71" fmla="*/ 52 h 146"/>
              <a:gd name="T72" fmla="*/ 55 w 159"/>
              <a:gd name="T73" fmla="*/ 34 h 146"/>
              <a:gd name="T74" fmla="*/ 57 w 159"/>
              <a:gd name="T75" fmla="*/ 37 h 146"/>
              <a:gd name="T76" fmla="*/ 117 w 159"/>
              <a:gd name="T77" fmla="*/ 36 h 146"/>
              <a:gd name="T78" fmla="*/ 121 w 159"/>
              <a:gd name="T79" fmla="*/ 28 h 146"/>
              <a:gd name="T80" fmla="*/ 119 w 159"/>
              <a:gd name="T81" fmla="*/ 25 h 146"/>
              <a:gd name="T82" fmla="*/ 59 w 159"/>
              <a:gd name="T83" fmla="*/ 25 h 146"/>
              <a:gd name="T84" fmla="*/ 55 w 159"/>
              <a:gd name="T85" fmla="*/ 34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59" h="146">
                <a:moveTo>
                  <a:pt x="156" y="33"/>
                </a:moveTo>
                <a:cubicBezTo>
                  <a:pt x="158" y="37"/>
                  <a:pt x="159" y="41"/>
                  <a:pt x="158" y="46"/>
                </a:cubicBezTo>
                <a:cubicBezTo>
                  <a:pt x="132" y="131"/>
                  <a:pt x="132" y="131"/>
                  <a:pt x="132" y="131"/>
                </a:cubicBezTo>
                <a:cubicBezTo>
                  <a:pt x="130" y="135"/>
                  <a:pt x="128" y="139"/>
                  <a:pt x="124" y="141"/>
                </a:cubicBezTo>
                <a:cubicBezTo>
                  <a:pt x="121" y="144"/>
                  <a:pt x="117" y="146"/>
                  <a:pt x="113" y="146"/>
                </a:cubicBezTo>
                <a:cubicBezTo>
                  <a:pt x="25" y="146"/>
                  <a:pt x="25" y="146"/>
                  <a:pt x="25" y="146"/>
                </a:cubicBezTo>
                <a:cubicBezTo>
                  <a:pt x="21" y="146"/>
                  <a:pt x="16" y="144"/>
                  <a:pt x="11" y="140"/>
                </a:cubicBezTo>
                <a:cubicBezTo>
                  <a:pt x="7" y="137"/>
                  <a:pt x="4" y="133"/>
                  <a:pt x="2" y="128"/>
                </a:cubicBezTo>
                <a:cubicBezTo>
                  <a:pt x="1" y="124"/>
                  <a:pt x="0" y="120"/>
                  <a:pt x="2" y="116"/>
                </a:cubicBezTo>
                <a:cubicBezTo>
                  <a:pt x="2" y="116"/>
                  <a:pt x="2" y="115"/>
                  <a:pt x="2" y="113"/>
                </a:cubicBezTo>
                <a:cubicBezTo>
                  <a:pt x="2" y="112"/>
                  <a:pt x="2" y="111"/>
                  <a:pt x="3" y="110"/>
                </a:cubicBezTo>
                <a:cubicBezTo>
                  <a:pt x="3" y="109"/>
                  <a:pt x="2" y="109"/>
                  <a:pt x="2" y="108"/>
                </a:cubicBezTo>
                <a:cubicBezTo>
                  <a:pt x="2" y="107"/>
                  <a:pt x="2" y="106"/>
                  <a:pt x="2" y="106"/>
                </a:cubicBezTo>
                <a:cubicBezTo>
                  <a:pt x="2" y="105"/>
                  <a:pt x="2" y="105"/>
                  <a:pt x="3" y="104"/>
                </a:cubicBezTo>
                <a:cubicBezTo>
                  <a:pt x="3" y="103"/>
                  <a:pt x="4" y="103"/>
                  <a:pt x="4" y="102"/>
                </a:cubicBezTo>
                <a:cubicBezTo>
                  <a:pt x="5" y="101"/>
                  <a:pt x="5" y="100"/>
                  <a:pt x="6" y="100"/>
                </a:cubicBezTo>
                <a:cubicBezTo>
                  <a:pt x="7" y="97"/>
                  <a:pt x="9" y="94"/>
                  <a:pt x="10" y="91"/>
                </a:cubicBezTo>
                <a:cubicBezTo>
                  <a:pt x="11" y="88"/>
                  <a:pt x="12" y="85"/>
                  <a:pt x="13" y="82"/>
                </a:cubicBezTo>
                <a:cubicBezTo>
                  <a:pt x="13" y="82"/>
                  <a:pt x="13" y="81"/>
                  <a:pt x="13" y="80"/>
                </a:cubicBezTo>
                <a:cubicBezTo>
                  <a:pt x="13" y="78"/>
                  <a:pt x="13" y="77"/>
                  <a:pt x="13" y="77"/>
                </a:cubicBezTo>
                <a:cubicBezTo>
                  <a:pt x="13" y="76"/>
                  <a:pt x="14" y="75"/>
                  <a:pt x="15" y="74"/>
                </a:cubicBezTo>
                <a:cubicBezTo>
                  <a:pt x="15" y="73"/>
                  <a:pt x="16" y="72"/>
                  <a:pt x="16" y="72"/>
                </a:cubicBezTo>
                <a:cubicBezTo>
                  <a:pt x="17" y="70"/>
                  <a:pt x="19" y="67"/>
                  <a:pt x="20" y="63"/>
                </a:cubicBezTo>
                <a:cubicBezTo>
                  <a:pt x="21" y="60"/>
                  <a:pt x="22" y="57"/>
                  <a:pt x="22" y="55"/>
                </a:cubicBezTo>
                <a:cubicBezTo>
                  <a:pt x="23" y="54"/>
                  <a:pt x="22" y="53"/>
                  <a:pt x="22" y="52"/>
                </a:cubicBezTo>
                <a:cubicBezTo>
                  <a:pt x="22" y="50"/>
                  <a:pt x="22" y="49"/>
                  <a:pt x="22" y="49"/>
                </a:cubicBezTo>
                <a:cubicBezTo>
                  <a:pt x="23" y="48"/>
                  <a:pt x="23" y="47"/>
                  <a:pt x="24" y="46"/>
                </a:cubicBezTo>
                <a:cubicBezTo>
                  <a:pt x="25" y="45"/>
                  <a:pt x="26" y="44"/>
                  <a:pt x="26" y="44"/>
                </a:cubicBezTo>
                <a:cubicBezTo>
                  <a:pt x="28" y="43"/>
                  <a:pt x="29" y="40"/>
                  <a:pt x="30" y="36"/>
                </a:cubicBezTo>
                <a:cubicBezTo>
                  <a:pt x="32" y="32"/>
                  <a:pt x="33" y="29"/>
                  <a:pt x="33" y="27"/>
                </a:cubicBezTo>
                <a:cubicBezTo>
                  <a:pt x="33" y="27"/>
                  <a:pt x="33" y="26"/>
                  <a:pt x="33" y="25"/>
                </a:cubicBezTo>
                <a:cubicBezTo>
                  <a:pt x="33" y="24"/>
                  <a:pt x="32" y="23"/>
                  <a:pt x="33" y="22"/>
                </a:cubicBezTo>
                <a:cubicBezTo>
                  <a:pt x="33" y="22"/>
                  <a:pt x="33" y="21"/>
                  <a:pt x="33" y="20"/>
                </a:cubicBezTo>
                <a:cubicBezTo>
                  <a:pt x="34" y="20"/>
                  <a:pt x="34" y="19"/>
                  <a:pt x="35" y="18"/>
                </a:cubicBezTo>
                <a:cubicBezTo>
                  <a:pt x="36" y="17"/>
                  <a:pt x="36" y="17"/>
                  <a:pt x="37" y="16"/>
                </a:cubicBezTo>
                <a:cubicBezTo>
                  <a:pt x="37" y="16"/>
                  <a:pt x="38" y="15"/>
                  <a:pt x="38" y="13"/>
                </a:cubicBezTo>
                <a:cubicBezTo>
                  <a:pt x="39" y="12"/>
                  <a:pt x="39" y="11"/>
                  <a:pt x="40" y="10"/>
                </a:cubicBezTo>
                <a:cubicBezTo>
                  <a:pt x="40" y="9"/>
                  <a:pt x="41" y="8"/>
                  <a:pt x="41" y="7"/>
                </a:cubicBezTo>
                <a:cubicBezTo>
                  <a:pt x="42" y="5"/>
                  <a:pt x="42" y="4"/>
                  <a:pt x="43" y="4"/>
                </a:cubicBezTo>
                <a:cubicBezTo>
                  <a:pt x="44" y="3"/>
                  <a:pt x="45" y="2"/>
                  <a:pt x="46" y="1"/>
                </a:cubicBezTo>
                <a:cubicBezTo>
                  <a:pt x="47" y="1"/>
                  <a:pt x="48" y="0"/>
                  <a:pt x="49" y="0"/>
                </a:cubicBezTo>
                <a:cubicBezTo>
                  <a:pt x="50" y="0"/>
                  <a:pt x="52" y="0"/>
                  <a:pt x="53" y="1"/>
                </a:cubicBezTo>
                <a:cubicBezTo>
                  <a:pt x="53" y="1"/>
                  <a:pt x="53" y="1"/>
                  <a:pt x="53" y="1"/>
                </a:cubicBezTo>
                <a:cubicBezTo>
                  <a:pt x="56" y="1"/>
                  <a:pt x="57" y="0"/>
                  <a:pt x="58" y="0"/>
                </a:cubicBezTo>
                <a:cubicBezTo>
                  <a:pt x="130" y="0"/>
                  <a:pt x="130" y="0"/>
                  <a:pt x="130" y="0"/>
                </a:cubicBezTo>
                <a:cubicBezTo>
                  <a:pt x="135" y="0"/>
                  <a:pt x="138" y="2"/>
                  <a:pt x="141" y="6"/>
                </a:cubicBezTo>
                <a:cubicBezTo>
                  <a:pt x="143" y="9"/>
                  <a:pt x="144" y="13"/>
                  <a:pt x="143" y="18"/>
                </a:cubicBezTo>
                <a:cubicBezTo>
                  <a:pt x="117" y="104"/>
                  <a:pt x="117" y="104"/>
                  <a:pt x="117" y="104"/>
                </a:cubicBezTo>
                <a:cubicBezTo>
                  <a:pt x="114" y="111"/>
                  <a:pt x="112" y="116"/>
                  <a:pt x="110" y="118"/>
                </a:cubicBezTo>
                <a:cubicBezTo>
                  <a:pt x="108" y="120"/>
                  <a:pt x="104" y="121"/>
                  <a:pt x="98" y="121"/>
                </a:cubicBezTo>
                <a:cubicBezTo>
                  <a:pt x="16" y="121"/>
                  <a:pt x="16" y="121"/>
                  <a:pt x="16" y="121"/>
                </a:cubicBezTo>
                <a:cubicBezTo>
                  <a:pt x="14" y="121"/>
                  <a:pt x="13" y="122"/>
                  <a:pt x="12" y="123"/>
                </a:cubicBezTo>
                <a:cubicBezTo>
                  <a:pt x="11" y="124"/>
                  <a:pt x="11" y="125"/>
                  <a:pt x="12" y="127"/>
                </a:cubicBezTo>
                <a:cubicBezTo>
                  <a:pt x="13" y="131"/>
                  <a:pt x="18" y="133"/>
                  <a:pt x="26" y="133"/>
                </a:cubicBezTo>
                <a:cubicBezTo>
                  <a:pt x="113" y="133"/>
                  <a:pt x="113" y="133"/>
                  <a:pt x="113" y="133"/>
                </a:cubicBezTo>
                <a:cubicBezTo>
                  <a:pt x="115" y="133"/>
                  <a:pt x="116" y="133"/>
                  <a:pt x="118" y="132"/>
                </a:cubicBezTo>
                <a:cubicBezTo>
                  <a:pt x="120" y="131"/>
                  <a:pt x="121" y="130"/>
                  <a:pt x="121" y="128"/>
                </a:cubicBezTo>
                <a:cubicBezTo>
                  <a:pt x="150" y="35"/>
                  <a:pt x="150" y="35"/>
                  <a:pt x="150" y="35"/>
                </a:cubicBezTo>
                <a:cubicBezTo>
                  <a:pt x="150" y="33"/>
                  <a:pt x="150" y="32"/>
                  <a:pt x="150" y="29"/>
                </a:cubicBezTo>
                <a:cubicBezTo>
                  <a:pt x="153" y="30"/>
                  <a:pt x="155" y="32"/>
                  <a:pt x="156" y="33"/>
                </a:cubicBezTo>
                <a:close/>
                <a:moveTo>
                  <a:pt x="47" y="58"/>
                </a:moveTo>
                <a:cubicBezTo>
                  <a:pt x="47" y="59"/>
                  <a:pt x="47" y="59"/>
                  <a:pt x="48" y="60"/>
                </a:cubicBezTo>
                <a:cubicBezTo>
                  <a:pt x="48" y="61"/>
                  <a:pt x="49" y="61"/>
                  <a:pt x="49" y="61"/>
                </a:cubicBezTo>
                <a:cubicBezTo>
                  <a:pt x="107" y="61"/>
                  <a:pt x="107" y="61"/>
                  <a:pt x="107" y="61"/>
                </a:cubicBezTo>
                <a:cubicBezTo>
                  <a:pt x="108" y="61"/>
                  <a:pt x="109" y="61"/>
                  <a:pt x="109" y="60"/>
                </a:cubicBezTo>
                <a:cubicBezTo>
                  <a:pt x="110" y="59"/>
                  <a:pt x="111" y="59"/>
                  <a:pt x="111" y="58"/>
                </a:cubicBezTo>
                <a:cubicBezTo>
                  <a:pt x="113" y="52"/>
                  <a:pt x="113" y="52"/>
                  <a:pt x="113" y="52"/>
                </a:cubicBezTo>
                <a:cubicBezTo>
                  <a:pt x="113" y="51"/>
                  <a:pt x="113" y="50"/>
                  <a:pt x="113" y="50"/>
                </a:cubicBezTo>
                <a:cubicBezTo>
                  <a:pt x="112" y="49"/>
                  <a:pt x="112" y="49"/>
                  <a:pt x="111" y="49"/>
                </a:cubicBezTo>
                <a:cubicBezTo>
                  <a:pt x="53" y="49"/>
                  <a:pt x="53" y="49"/>
                  <a:pt x="53" y="49"/>
                </a:cubicBezTo>
                <a:cubicBezTo>
                  <a:pt x="53" y="49"/>
                  <a:pt x="52" y="49"/>
                  <a:pt x="51" y="50"/>
                </a:cubicBezTo>
                <a:cubicBezTo>
                  <a:pt x="50" y="50"/>
                  <a:pt x="50" y="51"/>
                  <a:pt x="49" y="52"/>
                </a:cubicBezTo>
                <a:lnTo>
                  <a:pt x="47" y="58"/>
                </a:lnTo>
                <a:close/>
                <a:moveTo>
                  <a:pt x="55" y="34"/>
                </a:moveTo>
                <a:cubicBezTo>
                  <a:pt x="55" y="34"/>
                  <a:pt x="55" y="35"/>
                  <a:pt x="55" y="36"/>
                </a:cubicBezTo>
                <a:cubicBezTo>
                  <a:pt x="56" y="36"/>
                  <a:pt x="56" y="37"/>
                  <a:pt x="57" y="37"/>
                </a:cubicBezTo>
                <a:cubicBezTo>
                  <a:pt x="115" y="37"/>
                  <a:pt x="115" y="37"/>
                  <a:pt x="115" y="37"/>
                </a:cubicBezTo>
                <a:cubicBezTo>
                  <a:pt x="116" y="37"/>
                  <a:pt x="116" y="36"/>
                  <a:pt x="117" y="36"/>
                </a:cubicBezTo>
                <a:cubicBezTo>
                  <a:pt x="118" y="35"/>
                  <a:pt x="119" y="34"/>
                  <a:pt x="119" y="34"/>
                </a:cubicBezTo>
                <a:cubicBezTo>
                  <a:pt x="121" y="28"/>
                  <a:pt x="121" y="28"/>
                  <a:pt x="121" y="28"/>
                </a:cubicBezTo>
                <a:cubicBezTo>
                  <a:pt x="121" y="27"/>
                  <a:pt x="121" y="26"/>
                  <a:pt x="121" y="25"/>
                </a:cubicBezTo>
                <a:cubicBezTo>
                  <a:pt x="120" y="25"/>
                  <a:pt x="120" y="25"/>
                  <a:pt x="119" y="25"/>
                </a:cubicBezTo>
                <a:cubicBezTo>
                  <a:pt x="61" y="25"/>
                  <a:pt x="61" y="25"/>
                  <a:pt x="61" y="25"/>
                </a:cubicBezTo>
                <a:cubicBezTo>
                  <a:pt x="60" y="25"/>
                  <a:pt x="60" y="25"/>
                  <a:pt x="59" y="25"/>
                </a:cubicBezTo>
                <a:cubicBezTo>
                  <a:pt x="58" y="26"/>
                  <a:pt x="58" y="27"/>
                  <a:pt x="57" y="28"/>
                </a:cubicBezTo>
                <a:lnTo>
                  <a:pt x="55" y="34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76" name="Freeform 379"/>
          <p:cNvSpPr>
            <a:spLocks/>
          </p:cNvSpPr>
          <p:nvPr/>
        </p:nvSpPr>
        <p:spPr bwMode="auto">
          <a:xfrm>
            <a:off x="7804348" y="5254046"/>
            <a:ext cx="172888" cy="205305"/>
          </a:xfrm>
          <a:custGeom>
            <a:avLst/>
            <a:gdLst>
              <a:gd name="T0" fmla="*/ 110 w 121"/>
              <a:gd name="T1" fmla="*/ 0 h 143"/>
              <a:gd name="T2" fmla="*/ 114 w 121"/>
              <a:gd name="T3" fmla="*/ 1 h 143"/>
              <a:gd name="T4" fmla="*/ 119 w 121"/>
              <a:gd name="T5" fmla="*/ 5 h 143"/>
              <a:gd name="T6" fmla="*/ 121 w 121"/>
              <a:gd name="T7" fmla="*/ 11 h 143"/>
              <a:gd name="T8" fmla="*/ 121 w 121"/>
              <a:gd name="T9" fmla="*/ 133 h 143"/>
              <a:gd name="T10" fmla="*/ 119 w 121"/>
              <a:gd name="T11" fmla="*/ 139 h 143"/>
              <a:gd name="T12" fmla="*/ 114 w 121"/>
              <a:gd name="T13" fmla="*/ 143 h 143"/>
              <a:gd name="T14" fmla="*/ 110 w 121"/>
              <a:gd name="T15" fmla="*/ 143 h 143"/>
              <a:gd name="T16" fmla="*/ 102 w 121"/>
              <a:gd name="T17" fmla="*/ 140 h 143"/>
              <a:gd name="T18" fmla="*/ 60 w 121"/>
              <a:gd name="T19" fmla="*/ 100 h 143"/>
              <a:gd name="T20" fmla="*/ 19 w 121"/>
              <a:gd name="T21" fmla="*/ 140 h 143"/>
              <a:gd name="T22" fmla="*/ 11 w 121"/>
              <a:gd name="T23" fmla="*/ 143 h 143"/>
              <a:gd name="T24" fmla="*/ 7 w 121"/>
              <a:gd name="T25" fmla="*/ 143 h 143"/>
              <a:gd name="T26" fmla="*/ 2 w 121"/>
              <a:gd name="T27" fmla="*/ 139 h 143"/>
              <a:gd name="T28" fmla="*/ 0 w 121"/>
              <a:gd name="T29" fmla="*/ 133 h 143"/>
              <a:gd name="T30" fmla="*/ 0 w 121"/>
              <a:gd name="T31" fmla="*/ 11 h 143"/>
              <a:gd name="T32" fmla="*/ 2 w 121"/>
              <a:gd name="T33" fmla="*/ 5 h 143"/>
              <a:gd name="T34" fmla="*/ 7 w 121"/>
              <a:gd name="T35" fmla="*/ 1 h 143"/>
              <a:gd name="T36" fmla="*/ 11 w 121"/>
              <a:gd name="T37" fmla="*/ 0 h 143"/>
              <a:gd name="T38" fmla="*/ 110 w 121"/>
              <a:gd name="T39" fmla="*/ 0 h 1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121" h="143">
                <a:moveTo>
                  <a:pt x="110" y="0"/>
                </a:moveTo>
                <a:cubicBezTo>
                  <a:pt x="111" y="0"/>
                  <a:pt x="113" y="1"/>
                  <a:pt x="114" y="1"/>
                </a:cubicBezTo>
                <a:cubicBezTo>
                  <a:pt x="116" y="2"/>
                  <a:pt x="118" y="3"/>
                  <a:pt x="119" y="5"/>
                </a:cubicBezTo>
                <a:cubicBezTo>
                  <a:pt x="120" y="7"/>
                  <a:pt x="121" y="9"/>
                  <a:pt x="121" y="11"/>
                </a:cubicBezTo>
                <a:cubicBezTo>
                  <a:pt x="121" y="133"/>
                  <a:pt x="121" y="133"/>
                  <a:pt x="121" y="133"/>
                </a:cubicBezTo>
                <a:cubicBezTo>
                  <a:pt x="121" y="135"/>
                  <a:pt x="120" y="137"/>
                  <a:pt x="119" y="139"/>
                </a:cubicBezTo>
                <a:cubicBezTo>
                  <a:pt x="118" y="140"/>
                  <a:pt x="116" y="142"/>
                  <a:pt x="114" y="143"/>
                </a:cubicBezTo>
                <a:cubicBezTo>
                  <a:pt x="113" y="143"/>
                  <a:pt x="112" y="143"/>
                  <a:pt x="110" y="143"/>
                </a:cubicBezTo>
                <a:cubicBezTo>
                  <a:pt x="107" y="143"/>
                  <a:pt x="104" y="142"/>
                  <a:pt x="102" y="140"/>
                </a:cubicBezTo>
                <a:cubicBezTo>
                  <a:pt x="60" y="100"/>
                  <a:pt x="60" y="100"/>
                  <a:pt x="60" y="100"/>
                </a:cubicBezTo>
                <a:cubicBezTo>
                  <a:pt x="19" y="140"/>
                  <a:pt x="19" y="140"/>
                  <a:pt x="19" y="140"/>
                </a:cubicBezTo>
                <a:cubicBezTo>
                  <a:pt x="16" y="142"/>
                  <a:pt x="14" y="143"/>
                  <a:pt x="11" y="143"/>
                </a:cubicBezTo>
                <a:cubicBezTo>
                  <a:pt x="9" y="143"/>
                  <a:pt x="8" y="143"/>
                  <a:pt x="7" y="143"/>
                </a:cubicBezTo>
                <a:cubicBezTo>
                  <a:pt x="5" y="142"/>
                  <a:pt x="3" y="140"/>
                  <a:pt x="2" y="139"/>
                </a:cubicBezTo>
                <a:cubicBezTo>
                  <a:pt x="1" y="137"/>
                  <a:pt x="0" y="135"/>
                  <a:pt x="0" y="133"/>
                </a:cubicBezTo>
                <a:cubicBezTo>
                  <a:pt x="0" y="11"/>
                  <a:pt x="0" y="11"/>
                  <a:pt x="0" y="11"/>
                </a:cubicBezTo>
                <a:cubicBezTo>
                  <a:pt x="0" y="9"/>
                  <a:pt x="1" y="7"/>
                  <a:pt x="2" y="5"/>
                </a:cubicBezTo>
                <a:cubicBezTo>
                  <a:pt x="3" y="3"/>
                  <a:pt x="5" y="2"/>
                  <a:pt x="7" y="1"/>
                </a:cubicBezTo>
                <a:cubicBezTo>
                  <a:pt x="8" y="1"/>
                  <a:pt x="9" y="0"/>
                  <a:pt x="11" y="0"/>
                </a:cubicBezTo>
                <a:lnTo>
                  <a:pt x="110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77" name="Freeform 380"/>
          <p:cNvSpPr>
            <a:spLocks noEditPoints="1"/>
          </p:cNvSpPr>
          <p:nvPr/>
        </p:nvSpPr>
        <p:spPr bwMode="auto">
          <a:xfrm>
            <a:off x="8100417" y="5254046"/>
            <a:ext cx="172888" cy="205305"/>
          </a:xfrm>
          <a:custGeom>
            <a:avLst/>
            <a:gdLst>
              <a:gd name="T0" fmla="*/ 110 w 121"/>
              <a:gd name="T1" fmla="*/ 0 h 143"/>
              <a:gd name="T2" fmla="*/ 114 w 121"/>
              <a:gd name="T3" fmla="*/ 1 h 143"/>
              <a:gd name="T4" fmla="*/ 119 w 121"/>
              <a:gd name="T5" fmla="*/ 5 h 143"/>
              <a:gd name="T6" fmla="*/ 121 w 121"/>
              <a:gd name="T7" fmla="*/ 11 h 143"/>
              <a:gd name="T8" fmla="*/ 121 w 121"/>
              <a:gd name="T9" fmla="*/ 133 h 143"/>
              <a:gd name="T10" fmla="*/ 119 w 121"/>
              <a:gd name="T11" fmla="*/ 139 h 143"/>
              <a:gd name="T12" fmla="*/ 114 w 121"/>
              <a:gd name="T13" fmla="*/ 143 h 143"/>
              <a:gd name="T14" fmla="*/ 110 w 121"/>
              <a:gd name="T15" fmla="*/ 143 h 143"/>
              <a:gd name="T16" fmla="*/ 102 w 121"/>
              <a:gd name="T17" fmla="*/ 140 h 143"/>
              <a:gd name="T18" fmla="*/ 60 w 121"/>
              <a:gd name="T19" fmla="*/ 100 h 143"/>
              <a:gd name="T20" fmla="*/ 18 w 121"/>
              <a:gd name="T21" fmla="*/ 140 h 143"/>
              <a:gd name="T22" fmla="*/ 11 w 121"/>
              <a:gd name="T23" fmla="*/ 143 h 143"/>
              <a:gd name="T24" fmla="*/ 6 w 121"/>
              <a:gd name="T25" fmla="*/ 143 h 143"/>
              <a:gd name="T26" fmla="*/ 2 w 121"/>
              <a:gd name="T27" fmla="*/ 139 h 143"/>
              <a:gd name="T28" fmla="*/ 0 w 121"/>
              <a:gd name="T29" fmla="*/ 133 h 143"/>
              <a:gd name="T30" fmla="*/ 0 w 121"/>
              <a:gd name="T31" fmla="*/ 11 h 143"/>
              <a:gd name="T32" fmla="*/ 2 w 121"/>
              <a:gd name="T33" fmla="*/ 5 h 143"/>
              <a:gd name="T34" fmla="*/ 6 w 121"/>
              <a:gd name="T35" fmla="*/ 1 h 143"/>
              <a:gd name="T36" fmla="*/ 11 w 121"/>
              <a:gd name="T37" fmla="*/ 0 h 143"/>
              <a:gd name="T38" fmla="*/ 110 w 121"/>
              <a:gd name="T39" fmla="*/ 0 h 143"/>
              <a:gd name="T40" fmla="*/ 109 w 121"/>
              <a:gd name="T41" fmla="*/ 12 h 143"/>
              <a:gd name="T42" fmla="*/ 12 w 121"/>
              <a:gd name="T43" fmla="*/ 12 h 143"/>
              <a:gd name="T44" fmla="*/ 12 w 121"/>
              <a:gd name="T45" fmla="*/ 130 h 143"/>
              <a:gd name="T46" fmla="*/ 52 w 121"/>
              <a:gd name="T47" fmla="*/ 91 h 143"/>
              <a:gd name="T48" fmla="*/ 60 w 121"/>
              <a:gd name="T49" fmla="*/ 83 h 143"/>
              <a:gd name="T50" fmla="*/ 69 w 121"/>
              <a:gd name="T51" fmla="*/ 91 h 143"/>
              <a:gd name="T52" fmla="*/ 109 w 121"/>
              <a:gd name="T53" fmla="*/ 130 h 143"/>
              <a:gd name="T54" fmla="*/ 109 w 121"/>
              <a:gd name="T55" fmla="*/ 12 h 1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121" h="143">
                <a:moveTo>
                  <a:pt x="110" y="0"/>
                </a:moveTo>
                <a:cubicBezTo>
                  <a:pt x="111" y="0"/>
                  <a:pt x="113" y="1"/>
                  <a:pt x="114" y="1"/>
                </a:cubicBezTo>
                <a:cubicBezTo>
                  <a:pt x="116" y="2"/>
                  <a:pt x="118" y="3"/>
                  <a:pt x="119" y="5"/>
                </a:cubicBezTo>
                <a:cubicBezTo>
                  <a:pt x="120" y="7"/>
                  <a:pt x="121" y="9"/>
                  <a:pt x="121" y="11"/>
                </a:cubicBezTo>
                <a:cubicBezTo>
                  <a:pt x="121" y="133"/>
                  <a:pt x="121" y="133"/>
                  <a:pt x="121" y="133"/>
                </a:cubicBezTo>
                <a:cubicBezTo>
                  <a:pt x="121" y="135"/>
                  <a:pt x="120" y="137"/>
                  <a:pt x="119" y="139"/>
                </a:cubicBezTo>
                <a:cubicBezTo>
                  <a:pt x="118" y="140"/>
                  <a:pt x="116" y="142"/>
                  <a:pt x="114" y="143"/>
                </a:cubicBezTo>
                <a:cubicBezTo>
                  <a:pt x="113" y="143"/>
                  <a:pt x="111" y="143"/>
                  <a:pt x="110" y="143"/>
                </a:cubicBezTo>
                <a:cubicBezTo>
                  <a:pt x="107" y="143"/>
                  <a:pt x="104" y="142"/>
                  <a:pt x="102" y="140"/>
                </a:cubicBezTo>
                <a:cubicBezTo>
                  <a:pt x="60" y="100"/>
                  <a:pt x="60" y="100"/>
                  <a:pt x="60" y="100"/>
                </a:cubicBezTo>
                <a:cubicBezTo>
                  <a:pt x="18" y="140"/>
                  <a:pt x="18" y="140"/>
                  <a:pt x="18" y="140"/>
                </a:cubicBezTo>
                <a:cubicBezTo>
                  <a:pt x="16" y="142"/>
                  <a:pt x="14" y="143"/>
                  <a:pt x="11" y="143"/>
                </a:cubicBezTo>
                <a:cubicBezTo>
                  <a:pt x="9" y="143"/>
                  <a:pt x="8" y="143"/>
                  <a:pt x="6" y="143"/>
                </a:cubicBezTo>
                <a:cubicBezTo>
                  <a:pt x="4" y="142"/>
                  <a:pt x="3" y="140"/>
                  <a:pt x="2" y="139"/>
                </a:cubicBezTo>
                <a:cubicBezTo>
                  <a:pt x="0" y="137"/>
                  <a:pt x="0" y="135"/>
                  <a:pt x="0" y="133"/>
                </a:cubicBezTo>
                <a:cubicBezTo>
                  <a:pt x="0" y="11"/>
                  <a:pt x="0" y="11"/>
                  <a:pt x="0" y="11"/>
                </a:cubicBezTo>
                <a:cubicBezTo>
                  <a:pt x="0" y="9"/>
                  <a:pt x="0" y="7"/>
                  <a:pt x="2" y="5"/>
                </a:cubicBezTo>
                <a:cubicBezTo>
                  <a:pt x="3" y="3"/>
                  <a:pt x="4" y="2"/>
                  <a:pt x="6" y="1"/>
                </a:cubicBezTo>
                <a:cubicBezTo>
                  <a:pt x="8" y="1"/>
                  <a:pt x="9" y="0"/>
                  <a:pt x="11" y="0"/>
                </a:cubicBezTo>
                <a:lnTo>
                  <a:pt x="110" y="0"/>
                </a:lnTo>
                <a:close/>
                <a:moveTo>
                  <a:pt x="109" y="12"/>
                </a:moveTo>
                <a:cubicBezTo>
                  <a:pt x="12" y="12"/>
                  <a:pt x="12" y="12"/>
                  <a:pt x="12" y="12"/>
                </a:cubicBezTo>
                <a:cubicBezTo>
                  <a:pt x="12" y="130"/>
                  <a:pt x="12" y="130"/>
                  <a:pt x="12" y="130"/>
                </a:cubicBezTo>
                <a:cubicBezTo>
                  <a:pt x="52" y="91"/>
                  <a:pt x="52" y="91"/>
                  <a:pt x="52" y="91"/>
                </a:cubicBezTo>
                <a:cubicBezTo>
                  <a:pt x="60" y="83"/>
                  <a:pt x="60" y="83"/>
                  <a:pt x="60" y="83"/>
                </a:cubicBezTo>
                <a:cubicBezTo>
                  <a:pt x="69" y="91"/>
                  <a:pt x="69" y="91"/>
                  <a:pt x="69" y="91"/>
                </a:cubicBezTo>
                <a:cubicBezTo>
                  <a:pt x="109" y="130"/>
                  <a:pt x="109" y="130"/>
                  <a:pt x="109" y="130"/>
                </a:cubicBezTo>
                <a:lnTo>
                  <a:pt x="109" y="12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78" name="Freeform 381"/>
          <p:cNvSpPr>
            <a:spLocks noEditPoints="1"/>
          </p:cNvSpPr>
          <p:nvPr/>
        </p:nvSpPr>
        <p:spPr bwMode="auto">
          <a:xfrm>
            <a:off x="8394327" y="5236757"/>
            <a:ext cx="242043" cy="207464"/>
          </a:xfrm>
          <a:custGeom>
            <a:avLst/>
            <a:gdLst>
              <a:gd name="T0" fmla="*/ 170 w 170"/>
              <a:gd name="T1" fmla="*/ 40 h 145"/>
              <a:gd name="T2" fmla="*/ 170 w 170"/>
              <a:gd name="T3" fmla="*/ 76 h 145"/>
              <a:gd name="T4" fmla="*/ 0 w 170"/>
              <a:gd name="T5" fmla="*/ 76 h 145"/>
              <a:gd name="T6" fmla="*/ 0 w 170"/>
              <a:gd name="T7" fmla="*/ 40 h 145"/>
              <a:gd name="T8" fmla="*/ 5 w 170"/>
              <a:gd name="T9" fmla="*/ 29 h 145"/>
              <a:gd name="T10" fmla="*/ 16 w 170"/>
              <a:gd name="T11" fmla="*/ 24 h 145"/>
              <a:gd name="T12" fmla="*/ 49 w 170"/>
              <a:gd name="T13" fmla="*/ 24 h 145"/>
              <a:gd name="T14" fmla="*/ 49 w 170"/>
              <a:gd name="T15" fmla="*/ 9 h 145"/>
              <a:gd name="T16" fmla="*/ 51 w 170"/>
              <a:gd name="T17" fmla="*/ 3 h 145"/>
              <a:gd name="T18" fmla="*/ 58 w 170"/>
              <a:gd name="T19" fmla="*/ 0 h 145"/>
              <a:gd name="T20" fmla="*/ 112 w 170"/>
              <a:gd name="T21" fmla="*/ 0 h 145"/>
              <a:gd name="T22" fmla="*/ 119 w 170"/>
              <a:gd name="T23" fmla="*/ 3 h 145"/>
              <a:gd name="T24" fmla="*/ 121 w 170"/>
              <a:gd name="T25" fmla="*/ 9 h 145"/>
              <a:gd name="T26" fmla="*/ 121 w 170"/>
              <a:gd name="T27" fmla="*/ 24 h 145"/>
              <a:gd name="T28" fmla="*/ 155 w 170"/>
              <a:gd name="T29" fmla="*/ 24 h 145"/>
              <a:gd name="T30" fmla="*/ 165 w 170"/>
              <a:gd name="T31" fmla="*/ 29 h 145"/>
              <a:gd name="T32" fmla="*/ 170 w 170"/>
              <a:gd name="T33" fmla="*/ 40 h 145"/>
              <a:gd name="T34" fmla="*/ 170 w 170"/>
              <a:gd name="T35" fmla="*/ 85 h 145"/>
              <a:gd name="T36" fmla="*/ 170 w 170"/>
              <a:gd name="T37" fmla="*/ 130 h 145"/>
              <a:gd name="T38" fmla="*/ 165 w 170"/>
              <a:gd name="T39" fmla="*/ 141 h 145"/>
              <a:gd name="T40" fmla="*/ 155 w 170"/>
              <a:gd name="T41" fmla="*/ 145 h 145"/>
              <a:gd name="T42" fmla="*/ 16 w 170"/>
              <a:gd name="T43" fmla="*/ 145 h 145"/>
              <a:gd name="T44" fmla="*/ 5 w 170"/>
              <a:gd name="T45" fmla="*/ 141 h 145"/>
              <a:gd name="T46" fmla="*/ 0 w 170"/>
              <a:gd name="T47" fmla="*/ 130 h 145"/>
              <a:gd name="T48" fmla="*/ 0 w 170"/>
              <a:gd name="T49" fmla="*/ 85 h 145"/>
              <a:gd name="T50" fmla="*/ 64 w 170"/>
              <a:gd name="T51" fmla="*/ 85 h 145"/>
              <a:gd name="T52" fmla="*/ 64 w 170"/>
              <a:gd name="T53" fmla="*/ 100 h 145"/>
              <a:gd name="T54" fmla="*/ 66 w 170"/>
              <a:gd name="T55" fmla="*/ 104 h 145"/>
              <a:gd name="T56" fmla="*/ 70 w 170"/>
              <a:gd name="T57" fmla="*/ 106 h 145"/>
              <a:gd name="T58" fmla="*/ 100 w 170"/>
              <a:gd name="T59" fmla="*/ 106 h 145"/>
              <a:gd name="T60" fmla="*/ 104 w 170"/>
              <a:gd name="T61" fmla="*/ 104 h 145"/>
              <a:gd name="T62" fmla="*/ 106 w 170"/>
              <a:gd name="T63" fmla="*/ 100 h 145"/>
              <a:gd name="T64" fmla="*/ 106 w 170"/>
              <a:gd name="T65" fmla="*/ 85 h 145"/>
              <a:gd name="T66" fmla="*/ 170 w 170"/>
              <a:gd name="T67" fmla="*/ 85 h 145"/>
              <a:gd name="T68" fmla="*/ 61 w 170"/>
              <a:gd name="T69" fmla="*/ 24 h 145"/>
              <a:gd name="T70" fmla="*/ 109 w 170"/>
              <a:gd name="T71" fmla="*/ 24 h 145"/>
              <a:gd name="T72" fmla="*/ 109 w 170"/>
              <a:gd name="T73" fmla="*/ 12 h 145"/>
              <a:gd name="T74" fmla="*/ 61 w 170"/>
              <a:gd name="T75" fmla="*/ 12 h 145"/>
              <a:gd name="T76" fmla="*/ 61 w 170"/>
              <a:gd name="T77" fmla="*/ 24 h 145"/>
              <a:gd name="T78" fmla="*/ 97 w 170"/>
              <a:gd name="T79" fmla="*/ 85 h 145"/>
              <a:gd name="T80" fmla="*/ 97 w 170"/>
              <a:gd name="T81" fmla="*/ 97 h 145"/>
              <a:gd name="T82" fmla="*/ 73 w 170"/>
              <a:gd name="T83" fmla="*/ 97 h 145"/>
              <a:gd name="T84" fmla="*/ 73 w 170"/>
              <a:gd name="T85" fmla="*/ 85 h 145"/>
              <a:gd name="T86" fmla="*/ 97 w 170"/>
              <a:gd name="T87" fmla="*/ 85 h 1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70" h="145">
                <a:moveTo>
                  <a:pt x="170" y="40"/>
                </a:moveTo>
                <a:cubicBezTo>
                  <a:pt x="170" y="76"/>
                  <a:pt x="170" y="76"/>
                  <a:pt x="170" y="76"/>
                </a:cubicBezTo>
                <a:cubicBezTo>
                  <a:pt x="0" y="76"/>
                  <a:pt x="0" y="76"/>
                  <a:pt x="0" y="7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35"/>
                  <a:pt x="2" y="32"/>
                  <a:pt x="5" y="29"/>
                </a:cubicBezTo>
                <a:cubicBezTo>
                  <a:pt x="8" y="26"/>
                  <a:pt x="11" y="24"/>
                  <a:pt x="16" y="24"/>
                </a:cubicBezTo>
                <a:cubicBezTo>
                  <a:pt x="49" y="24"/>
                  <a:pt x="49" y="24"/>
                  <a:pt x="49" y="24"/>
                </a:cubicBezTo>
                <a:cubicBezTo>
                  <a:pt x="49" y="9"/>
                  <a:pt x="49" y="9"/>
                  <a:pt x="49" y="9"/>
                </a:cubicBezTo>
                <a:cubicBezTo>
                  <a:pt x="49" y="7"/>
                  <a:pt x="50" y="5"/>
                  <a:pt x="51" y="3"/>
                </a:cubicBezTo>
                <a:cubicBezTo>
                  <a:pt x="53" y="1"/>
                  <a:pt x="55" y="0"/>
                  <a:pt x="58" y="0"/>
                </a:cubicBezTo>
                <a:cubicBezTo>
                  <a:pt x="112" y="0"/>
                  <a:pt x="112" y="0"/>
                  <a:pt x="112" y="0"/>
                </a:cubicBezTo>
                <a:cubicBezTo>
                  <a:pt x="115" y="0"/>
                  <a:pt x="117" y="1"/>
                  <a:pt x="119" y="3"/>
                </a:cubicBezTo>
                <a:cubicBezTo>
                  <a:pt x="121" y="5"/>
                  <a:pt x="121" y="7"/>
                  <a:pt x="121" y="9"/>
                </a:cubicBezTo>
                <a:cubicBezTo>
                  <a:pt x="121" y="24"/>
                  <a:pt x="121" y="24"/>
                  <a:pt x="121" y="24"/>
                </a:cubicBezTo>
                <a:cubicBezTo>
                  <a:pt x="155" y="24"/>
                  <a:pt x="155" y="24"/>
                  <a:pt x="155" y="24"/>
                </a:cubicBezTo>
                <a:cubicBezTo>
                  <a:pt x="159" y="24"/>
                  <a:pt x="162" y="26"/>
                  <a:pt x="165" y="29"/>
                </a:cubicBezTo>
                <a:cubicBezTo>
                  <a:pt x="168" y="32"/>
                  <a:pt x="170" y="35"/>
                  <a:pt x="170" y="40"/>
                </a:cubicBezTo>
                <a:close/>
                <a:moveTo>
                  <a:pt x="170" y="85"/>
                </a:moveTo>
                <a:cubicBezTo>
                  <a:pt x="170" y="130"/>
                  <a:pt x="170" y="130"/>
                  <a:pt x="170" y="130"/>
                </a:cubicBezTo>
                <a:cubicBezTo>
                  <a:pt x="170" y="134"/>
                  <a:pt x="168" y="138"/>
                  <a:pt x="165" y="141"/>
                </a:cubicBezTo>
                <a:cubicBezTo>
                  <a:pt x="162" y="144"/>
                  <a:pt x="159" y="145"/>
                  <a:pt x="155" y="145"/>
                </a:cubicBezTo>
                <a:cubicBezTo>
                  <a:pt x="16" y="145"/>
                  <a:pt x="16" y="145"/>
                  <a:pt x="16" y="145"/>
                </a:cubicBezTo>
                <a:cubicBezTo>
                  <a:pt x="11" y="145"/>
                  <a:pt x="8" y="144"/>
                  <a:pt x="5" y="141"/>
                </a:cubicBezTo>
                <a:cubicBezTo>
                  <a:pt x="2" y="138"/>
                  <a:pt x="0" y="134"/>
                  <a:pt x="0" y="130"/>
                </a:cubicBezTo>
                <a:cubicBezTo>
                  <a:pt x="0" y="85"/>
                  <a:pt x="0" y="85"/>
                  <a:pt x="0" y="85"/>
                </a:cubicBezTo>
                <a:cubicBezTo>
                  <a:pt x="64" y="85"/>
                  <a:pt x="64" y="85"/>
                  <a:pt x="64" y="85"/>
                </a:cubicBezTo>
                <a:cubicBezTo>
                  <a:pt x="64" y="100"/>
                  <a:pt x="64" y="100"/>
                  <a:pt x="64" y="100"/>
                </a:cubicBezTo>
                <a:cubicBezTo>
                  <a:pt x="64" y="102"/>
                  <a:pt x="65" y="103"/>
                  <a:pt x="66" y="104"/>
                </a:cubicBezTo>
                <a:cubicBezTo>
                  <a:pt x="67" y="105"/>
                  <a:pt x="68" y="106"/>
                  <a:pt x="70" y="106"/>
                </a:cubicBezTo>
                <a:cubicBezTo>
                  <a:pt x="100" y="106"/>
                  <a:pt x="100" y="106"/>
                  <a:pt x="100" y="106"/>
                </a:cubicBezTo>
                <a:cubicBezTo>
                  <a:pt x="102" y="106"/>
                  <a:pt x="103" y="105"/>
                  <a:pt x="104" y="104"/>
                </a:cubicBezTo>
                <a:cubicBezTo>
                  <a:pt x="106" y="103"/>
                  <a:pt x="106" y="102"/>
                  <a:pt x="106" y="100"/>
                </a:cubicBezTo>
                <a:cubicBezTo>
                  <a:pt x="106" y="85"/>
                  <a:pt x="106" y="85"/>
                  <a:pt x="106" y="85"/>
                </a:cubicBezTo>
                <a:lnTo>
                  <a:pt x="170" y="85"/>
                </a:lnTo>
                <a:close/>
                <a:moveTo>
                  <a:pt x="61" y="24"/>
                </a:moveTo>
                <a:cubicBezTo>
                  <a:pt x="109" y="24"/>
                  <a:pt x="109" y="24"/>
                  <a:pt x="109" y="24"/>
                </a:cubicBezTo>
                <a:cubicBezTo>
                  <a:pt x="109" y="12"/>
                  <a:pt x="109" y="12"/>
                  <a:pt x="109" y="12"/>
                </a:cubicBezTo>
                <a:cubicBezTo>
                  <a:pt x="61" y="12"/>
                  <a:pt x="61" y="12"/>
                  <a:pt x="61" y="12"/>
                </a:cubicBezTo>
                <a:lnTo>
                  <a:pt x="61" y="24"/>
                </a:lnTo>
                <a:close/>
                <a:moveTo>
                  <a:pt x="97" y="85"/>
                </a:moveTo>
                <a:cubicBezTo>
                  <a:pt x="97" y="97"/>
                  <a:pt x="97" y="97"/>
                  <a:pt x="97" y="97"/>
                </a:cubicBezTo>
                <a:cubicBezTo>
                  <a:pt x="73" y="97"/>
                  <a:pt x="73" y="97"/>
                  <a:pt x="73" y="97"/>
                </a:cubicBezTo>
                <a:cubicBezTo>
                  <a:pt x="73" y="85"/>
                  <a:pt x="73" y="85"/>
                  <a:pt x="73" y="85"/>
                </a:cubicBezTo>
                <a:lnTo>
                  <a:pt x="97" y="85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79" name="Freeform 382"/>
          <p:cNvSpPr>
            <a:spLocks noEditPoints="1"/>
          </p:cNvSpPr>
          <p:nvPr/>
        </p:nvSpPr>
        <p:spPr bwMode="auto">
          <a:xfrm>
            <a:off x="8763874" y="5245402"/>
            <a:ext cx="216111" cy="213949"/>
          </a:xfrm>
          <a:custGeom>
            <a:avLst/>
            <a:gdLst>
              <a:gd name="T0" fmla="*/ 149 w 151"/>
              <a:gd name="T1" fmla="*/ 81 h 149"/>
              <a:gd name="T2" fmla="*/ 151 w 151"/>
              <a:gd name="T3" fmla="*/ 85 h 149"/>
              <a:gd name="T4" fmla="*/ 149 w 151"/>
              <a:gd name="T5" fmla="*/ 89 h 149"/>
              <a:gd name="T6" fmla="*/ 145 w 151"/>
              <a:gd name="T7" fmla="*/ 91 h 149"/>
              <a:gd name="T8" fmla="*/ 124 w 151"/>
              <a:gd name="T9" fmla="*/ 91 h 149"/>
              <a:gd name="T10" fmla="*/ 117 w 151"/>
              <a:gd name="T11" fmla="*/ 118 h 149"/>
              <a:gd name="T12" fmla="*/ 137 w 151"/>
              <a:gd name="T13" fmla="*/ 138 h 149"/>
              <a:gd name="T14" fmla="*/ 139 w 151"/>
              <a:gd name="T15" fmla="*/ 142 h 149"/>
              <a:gd name="T16" fmla="*/ 137 w 151"/>
              <a:gd name="T17" fmla="*/ 147 h 149"/>
              <a:gd name="T18" fmla="*/ 133 w 151"/>
              <a:gd name="T19" fmla="*/ 149 h 149"/>
              <a:gd name="T20" fmla="*/ 128 w 151"/>
              <a:gd name="T21" fmla="*/ 147 h 149"/>
              <a:gd name="T22" fmla="*/ 110 w 151"/>
              <a:gd name="T23" fmla="*/ 128 h 149"/>
              <a:gd name="T24" fmla="*/ 108 w 151"/>
              <a:gd name="T25" fmla="*/ 129 h 149"/>
              <a:gd name="T26" fmla="*/ 104 w 151"/>
              <a:gd name="T27" fmla="*/ 132 h 149"/>
              <a:gd name="T28" fmla="*/ 98 w 151"/>
              <a:gd name="T29" fmla="*/ 135 h 149"/>
              <a:gd name="T30" fmla="*/ 90 w 151"/>
              <a:gd name="T31" fmla="*/ 138 h 149"/>
              <a:gd name="T32" fmla="*/ 81 w 151"/>
              <a:gd name="T33" fmla="*/ 139 h 149"/>
              <a:gd name="T34" fmla="*/ 81 w 151"/>
              <a:gd name="T35" fmla="*/ 55 h 149"/>
              <a:gd name="T36" fmla="*/ 69 w 151"/>
              <a:gd name="T37" fmla="*/ 55 h 149"/>
              <a:gd name="T38" fmla="*/ 69 w 151"/>
              <a:gd name="T39" fmla="*/ 139 h 149"/>
              <a:gd name="T40" fmla="*/ 60 w 151"/>
              <a:gd name="T41" fmla="*/ 138 h 149"/>
              <a:gd name="T42" fmla="*/ 51 w 151"/>
              <a:gd name="T43" fmla="*/ 135 h 149"/>
              <a:gd name="T44" fmla="*/ 45 w 151"/>
              <a:gd name="T45" fmla="*/ 131 h 149"/>
              <a:gd name="T46" fmla="*/ 41 w 151"/>
              <a:gd name="T47" fmla="*/ 128 h 149"/>
              <a:gd name="T48" fmla="*/ 40 w 151"/>
              <a:gd name="T49" fmla="*/ 127 h 149"/>
              <a:gd name="T50" fmla="*/ 22 w 151"/>
              <a:gd name="T51" fmla="*/ 147 h 149"/>
              <a:gd name="T52" fmla="*/ 18 w 151"/>
              <a:gd name="T53" fmla="*/ 149 h 149"/>
              <a:gd name="T54" fmla="*/ 14 w 151"/>
              <a:gd name="T55" fmla="*/ 147 h 149"/>
              <a:gd name="T56" fmla="*/ 12 w 151"/>
              <a:gd name="T57" fmla="*/ 143 h 149"/>
              <a:gd name="T58" fmla="*/ 13 w 151"/>
              <a:gd name="T59" fmla="*/ 138 h 149"/>
              <a:gd name="T60" fmla="*/ 32 w 151"/>
              <a:gd name="T61" fmla="*/ 117 h 149"/>
              <a:gd name="T62" fmla="*/ 27 w 151"/>
              <a:gd name="T63" fmla="*/ 91 h 149"/>
              <a:gd name="T64" fmla="*/ 6 w 151"/>
              <a:gd name="T65" fmla="*/ 91 h 149"/>
              <a:gd name="T66" fmla="*/ 1 w 151"/>
              <a:gd name="T67" fmla="*/ 89 h 149"/>
              <a:gd name="T68" fmla="*/ 0 w 151"/>
              <a:gd name="T69" fmla="*/ 85 h 149"/>
              <a:gd name="T70" fmla="*/ 1 w 151"/>
              <a:gd name="T71" fmla="*/ 81 h 149"/>
              <a:gd name="T72" fmla="*/ 6 w 151"/>
              <a:gd name="T73" fmla="*/ 79 h 149"/>
              <a:gd name="T74" fmla="*/ 27 w 151"/>
              <a:gd name="T75" fmla="*/ 79 h 149"/>
              <a:gd name="T76" fmla="*/ 27 w 151"/>
              <a:gd name="T77" fmla="*/ 51 h 149"/>
              <a:gd name="T78" fmla="*/ 10 w 151"/>
              <a:gd name="T79" fmla="*/ 35 h 149"/>
              <a:gd name="T80" fmla="*/ 9 w 151"/>
              <a:gd name="T81" fmla="*/ 31 h 149"/>
              <a:gd name="T82" fmla="*/ 10 w 151"/>
              <a:gd name="T83" fmla="*/ 26 h 149"/>
              <a:gd name="T84" fmla="*/ 15 w 151"/>
              <a:gd name="T85" fmla="*/ 24 h 149"/>
              <a:gd name="T86" fmla="*/ 19 w 151"/>
              <a:gd name="T87" fmla="*/ 26 h 149"/>
              <a:gd name="T88" fmla="*/ 35 w 151"/>
              <a:gd name="T89" fmla="*/ 43 h 149"/>
              <a:gd name="T90" fmla="*/ 115 w 151"/>
              <a:gd name="T91" fmla="*/ 43 h 149"/>
              <a:gd name="T92" fmla="*/ 131 w 151"/>
              <a:gd name="T93" fmla="*/ 26 h 149"/>
              <a:gd name="T94" fmla="*/ 136 w 151"/>
              <a:gd name="T95" fmla="*/ 24 h 149"/>
              <a:gd name="T96" fmla="*/ 140 w 151"/>
              <a:gd name="T97" fmla="*/ 26 h 149"/>
              <a:gd name="T98" fmla="*/ 142 w 151"/>
              <a:gd name="T99" fmla="*/ 31 h 149"/>
              <a:gd name="T100" fmla="*/ 140 w 151"/>
              <a:gd name="T101" fmla="*/ 35 h 149"/>
              <a:gd name="T102" fmla="*/ 124 w 151"/>
              <a:gd name="T103" fmla="*/ 51 h 149"/>
              <a:gd name="T104" fmla="*/ 124 w 151"/>
              <a:gd name="T105" fmla="*/ 79 h 149"/>
              <a:gd name="T106" fmla="*/ 145 w 151"/>
              <a:gd name="T107" fmla="*/ 79 h 149"/>
              <a:gd name="T108" fmla="*/ 149 w 151"/>
              <a:gd name="T109" fmla="*/ 81 h 149"/>
              <a:gd name="T110" fmla="*/ 105 w 151"/>
              <a:gd name="T111" fmla="*/ 31 h 149"/>
              <a:gd name="T112" fmla="*/ 45 w 151"/>
              <a:gd name="T113" fmla="*/ 31 h 149"/>
              <a:gd name="T114" fmla="*/ 54 w 151"/>
              <a:gd name="T115" fmla="*/ 9 h 149"/>
              <a:gd name="T116" fmla="*/ 75 w 151"/>
              <a:gd name="T117" fmla="*/ 0 h 149"/>
              <a:gd name="T118" fmla="*/ 97 w 151"/>
              <a:gd name="T119" fmla="*/ 9 h 149"/>
              <a:gd name="T120" fmla="*/ 105 w 151"/>
              <a:gd name="T121" fmla="*/ 31 h 1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51" h="149">
                <a:moveTo>
                  <a:pt x="149" y="81"/>
                </a:moveTo>
                <a:cubicBezTo>
                  <a:pt x="150" y="82"/>
                  <a:pt x="151" y="83"/>
                  <a:pt x="151" y="85"/>
                </a:cubicBezTo>
                <a:cubicBezTo>
                  <a:pt x="151" y="87"/>
                  <a:pt x="150" y="88"/>
                  <a:pt x="149" y="89"/>
                </a:cubicBezTo>
                <a:cubicBezTo>
                  <a:pt x="148" y="90"/>
                  <a:pt x="146" y="91"/>
                  <a:pt x="145" y="91"/>
                </a:cubicBezTo>
                <a:cubicBezTo>
                  <a:pt x="124" y="91"/>
                  <a:pt x="124" y="91"/>
                  <a:pt x="124" y="91"/>
                </a:cubicBezTo>
                <a:cubicBezTo>
                  <a:pt x="124" y="102"/>
                  <a:pt x="122" y="111"/>
                  <a:pt x="117" y="118"/>
                </a:cubicBezTo>
                <a:cubicBezTo>
                  <a:pt x="137" y="138"/>
                  <a:pt x="137" y="138"/>
                  <a:pt x="137" y="138"/>
                </a:cubicBezTo>
                <a:cubicBezTo>
                  <a:pt x="138" y="139"/>
                  <a:pt x="139" y="141"/>
                  <a:pt x="139" y="142"/>
                </a:cubicBezTo>
                <a:cubicBezTo>
                  <a:pt x="139" y="144"/>
                  <a:pt x="138" y="146"/>
                  <a:pt x="137" y="147"/>
                </a:cubicBezTo>
                <a:cubicBezTo>
                  <a:pt x="136" y="148"/>
                  <a:pt x="134" y="149"/>
                  <a:pt x="133" y="149"/>
                </a:cubicBezTo>
                <a:cubicBezTo>
                  <a:pt x="131" y="149"/>
                  <a:pt x="130" y="148"/>
                  <a:pt x="128" y="147"/>
                </a:cubicBezTo>
                <a:cubicBezTo>
                  <a:pt x="110" y="128"/>
                  <a:pt x="110" y="128"/>
                  <a:pt x="110" y="128"/>
                </a:cubicBezTo>
                <a:cubicBezTo>
                  <a:pt x="109" y="128"/>
                  <a:pt x="109" y="129"/>
                  <a:pt x="108" y="129"/>
                </a:cubicBezTo>
                <a:cubicBezTo>
                  <a:pt x="108" y="130"/>
                  <a:pt x="106" y="131"/>
                  <a:pt x="104" y="132"/>
                </a:cubicBezTo>
                <a:cubicBezTo>
                  <a:pt x="102" y="133"/>
                  <a:pt x="100" y="134"/>
                  <a:pt x="98" y="135"/>
                </a:cubicBezTo>
                <a:cubicBezTo>
                  <a:pt x="96" y="136"/>
                  <a:pt x="94" y="137"/>
                  <a:pt x="90" y="138"/>
                </a:cubicBezTo>
                <a:cubicBezTo>
                  <a:pt x="87" y="139"/>
                  <a:pt x="84" y="139"/>
                  <a:pt x="81" y="139"/>
                </a:cubicBezTo>
                <a:cubicBezTo>
                  <a:pt x="81" y="55"/>
                  <a:pt x="81" y="55"/>
                  <a:pt x="81" y="55"/>
                </a:cubicBezTo>
                <a:cubicBezTo>
                  <a:pt x="69" y="55"/>
                  <a:pt x="69" y="55"/>
                  <a:pt x="69" y="55"/>
                </a:cubicBezTo>
                <a:cubicBezTo>
                  <a:pt x="69" y="139"/>
                  <a:pt x="69" y="139"/>
                  <a:pt x="69" y="139"/>
                </a:cubicBezTo>
                <a:cubicBezTo>
                  <a:pt x="66" y="139"/>
                  <a:pt x="63" y="139"/>
                  <a:pt x="60" y="138"/>
                </a:cubicBezTo>
                <a:cubicBezTo>
                  <a:pt x="56" y="137"/>
                  <a:pt x="54" y="136"/>
                  <a:pt x="51" y="135"/>
                </a:cubicBezTo>
                <a:cubicBezTo>
                  <a:pt x="49" y="134"/>
                  <a:pt x="47" y="133"/>
                  <a:pt x="45" y="131"/>
                </a:cubicBezTo>
                <a:cubicBezTo>
                  <a:pt x="43" y="130"/>
                  <a:pt x="42" y="129"/>
                  <a:pt x="41" y="128"/>
                </a:cubicBezTo>
                <a:cubicBezTo>
                  <a:pt x="40" y="127"/>
                  <a:pt x="40" y="127"/>
                  <a:pt x="40" y="127"/>
                </a:cubicBezTo>
                <a:cubicBezTo>
                  <a:pt x="22" y="147"/>
                  <a:pt x="22" y="147"/>
                  <a:pt x="22" y="147"/>
                </a:cubicBezTo>
                <a:cubicBezTo>
                  <a:pt x="21" y="148"/>
                  <a:pt x="19" y="149"/>
                  <a:pt x="18" y="149"/>
                </a:cubicBezTo>
                <a:cubicBezTo>
                  <a:pt x="16" y="149"/>
                  <a:pt x="15" y="148"/>
                  <a:pt x="14" y="147"/>
                </a:cubicBezTo>
                <a:cubicBezTo>
                  <a:pt x="12" y="146"/>
                  <a:pt x="12" y="144"/>
                  <a:pt x="12" y="143"/>
                </a:cubicBezTo>
                <a:cubicBezTo>
                  <a:pt x="12" y="141"/>
                  <a:pt x="12" y="140"/>
                  <a:pt x="13" y="138"/>
                </a:cubicBezTo>
                <a:cubicBezTo>
                  <a:pt x="32" y="117"/>
                  <a:pt x="32" y="117"/>
                  <a:pt x="32" y="117"/>
                </a:cubicBezTo>
                <a:cubicBezTo>
                  <a:pt x="29" y="110"/>
                  <a:pt x="27" y="101"/>
                  <a:pt x="27" y="91"/>
                </a:cubicBezTo>
                <a:cubicBezTo>
                  <a:pt x="6" y="91"/>
                  <a:pt x="6" y="91"/>
                  <a:pt x="6" y="91"/>
                </a:cubicBezTo>
                <a:cubicBezTo>
                  <a:pt x="4" y="91"/>
                  <a:pt x="3" y="90"/>
                  <a:pt x="1" y="89"/>
                </a:cubicBezTo>
                <a:cubicBezTo>
                  <a:pt x="0" y="88"/>
                  <a:pt x="0" y="87"/>
                  <a:pt x="0" y="85"/>
                </a:cubicBezTo>
                <a:cubicBezTo>
                  <a:pt x="0" y="83"/>
                  <a:pt x="0" y="82"/>
                  <a:pt x="1" y="81"/>
                </a:cubicBezTo>
                <a:cubicBezTo>
                  <a:pt x="3" y="80"/>
                  <a:pt x="4" y="79"/>
                  <a:pt x="6" y="79"/>
                </a:cubicBezTo>
                <a:cubicBezTo>
                  <a:pt x="27" y="79"/>
                  <a:pt x="27" y="79"/>
                  <a:pt x="27" y="79"/>
                </a:cubicBezTo>
                <a:cubicBezTo>
                  <a:pt x="27" y="51"/>
                  <a:pt x="27" y="51"/>
                  <a:pt x="27" y="51"/>
                </a:cubicBezTo>
                <a:cubicBezTo>
                  <a:pt x="10" y="35"/>
                  <a:pt x="10" y="35"/>
                  <a:pt x="10" y="35"/>
                </a:cubicBezTo>
                <a:cubicBezTo>
                  <a:pt x="9" y="34"/>
                  <a:pt x="9" y="32"/>
                  <a:pt x="9" y="31"/>
                </a:cubicBezTo>
                <a:cubicBezTo>
                  <a:pt x="9" y="29"/>
                  <a:pt x="9" y="27"/>
                  <a:pt x="10" y="26"/>
                </a:cubicBezTo>
                <a:cubicBezTo>
                  <a:pt x="12" y="25"/>
                  <a:pt x="13" y="24"/>
                  <a:pt x="15" y="24"/>
                </a:cubicBezTo>
                <a:cubicBezTo>
                  <a:pt x="16" y="24"/>
                  <a:pt x="18" y="25"/>
                  <a:pt x="19" y="26"/>
                </a:cubicBezTo>
                <a:cubicBezTo>
                  <a:pt x="35" y="43"/>
                  <a:pt x="35" y="43"/>
                  <a:pt x="35" y="43"/>
                </a:cubicBezTo>
                <a:cubicBezTo>
                  <a:pt x="115" y="43"/>
                  <a:pt x="115" y="43"/>
                  <a:pt x="115" y="43"/>
                </a:cubicBezTo>
                <a:cubicBezTo>
                  <a:pt x="131" y="26"/>
                  <a:pt x="131" y="26"/>
                  <a:pt x="131" y="26"/>
                </a:cubicBezTo>
                <a:cubicBezTo>
                  <a:pt x="133" y="25"/>
                  <a:pt x="134" y="24"/>
                  <a:pt x="136" y="24"/>
                </a:cubicBezTo>
                <a:cubicBezTo>
                  <a:pt x="137" y="24"/>
                  <a:pt x="139" y="25"/>
                  <a:pt x="140" y="26"/>
                </a:cubicBezTo>
                <a:cubicBezTo>
                  <a:pt x="141" y="27"/>
                  <a:pt x="142" y="29"/>
                  <a:pt x="142" y="31"/>
                </a:cubicBezTo>
                <a:cubicBezTo>
                  <a:pt x="142" y="32"/>
                  <a:pt x="141" y="34"/>
                  <a:pt x="140" y="35"/>
                </a:cubicBezTo>
                <a:cubicBezTo>
                  <a:pt x="124" y="51"/>
                  <a:pt x="124" y="51"/>
                  <a:pt x="124" y="51"/>
                </a:cubicBezTo>
                <a:cubicBezTo>
                  <a:pt x="124" y="79"/>
                  <a:pt x="124" y="79"/>
                  <a:pt x="124" y="79"/>
                </a:cubicBezTo>
                <a:cubicBezTo>
                  <a:pt x="145" y="79"/>
                  <a:pt x="145" y="79"/>
                  <a:pt x="145" y="79"/>
                </a:cubicBezTo>
                <a:cubicBezTo>
                  <a:pt x="146" y="79"/>
                  <a:pt x="148" y="80"/>
                  <a:pt x="149" y="81"/>
                </a:cubicBezTo>
                <a:close/>
                <a:moveTo>
                  <a:pt x="105" y="31"/>
                </a:moveTo>
                <a:cubicBezTo>
                  <a:pt x="45" y="31"/>
                  <a:pt x="45" y="31"/>
                  <a:pt x="45" y="31"/>
                </a:cubicBezTo>
                <a:cubicBezTo>
                  <a:pt x="45" y="22"/>
                  <a:pt x="48" y="15"/>
                  <a:pt x="54" y="9"/>
                </a:cubicBezTo>
                <a:cubicBezTo>
                  <a:pt x="60" y="3"/>
                  <a:pt x="67" y="0"/>
                  <a:pt x="75" y="0"/>
                </a:cubicBezTo>
                <a:cubicBezTo>
                  <a:pt x="84" y="0"/>
                  <a:pt x="91" y="3"/>
                  <a:pt x="97" y="9"/>
                </a:cubicBezTo>
                <a:cubicBezTo>
                  <a:pt x="103" y="15"/>
                  <a:pt x="105" y="22"/>
                  <a:pt x="105" y="3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80" name="Freeform 383"/>
          <p:cNvSpPr>
            <a:spLocks noEditPoints="1"/>
          </p:cNvSpPr>
          <p:nvPr/>
        </p:nvSpPr>
        <p:spPr bwMode="auto">
          <a:xfrm>
            <a:off x="9105327" y="5236758"/>
            <a:ext cx="192339" cy="244204"/>
          </a:xfrm>
          <a:custGeom>
            <a:avLst/>
            <a:gdLst>
              <a:gd name="T0" fmla="*/ 131 w 133"/>
              <a:gd name="T1" fmla="*/ 168 h 170"/>
              <a:gd name="T2" fmla="*/ 0 w 133"/>
              <a:gd name="T3" fmla="*/ 6 h 170"/>
              <a:gd name="T4" fmla="*/ 36 w 133"/>
              <a:gd name="T5" fmla="*/ 27 h 170"/>
              <a:gd name="T6" fmla="*/ 24 w 133"/>
              <a:gd name="T7" fmla="*/ 27 h 170"/>
              <a:gd name="T8" fmla="*/ 35 w 133"/>
              <a:gd name="T9" fmla="*/ 36 h 170"/>
              <a:gd name="T10" fmla="*/ 33 w 133"/>
              <a:gd name="T11" fmla="*/ 49 h 170"/>
              <a:gd name="T12" fmla="*/ 25 w 133"/>
              <a:gd name="T13" fmla="*/ 60 h 170"/>
              <a:gd name="T14" fmla="*/ 36 w 133"/>
              <a:gd name="T15" fmla="*/ 82 h 170"/>
              <a:gd name="T16" fmla="*/ 25 w 133"/>
              <a:gd name="T17" fmla="*/ 74 h 170"/>
              <a:gd name="T18" fmla="*/ 33 w 133"/>
              <a:gd name="T19" fmla="*/ 85 h 170"/>
              <a:gd name="T20" fmla="*/ 35 w 133"/>
              <a:gd name="T21" fmla="*/ 98 h 170"/>
              <a:gd name="T22" fmla="*/ 24 w 133"/>
              <a:gd name="T23" fmla="*/ 106 h 170"/>
              <a:gd name="T24" fmla="*/ 36 w 133"/>
              <a:gd name="T25" fmla="*/ 106 h 170"/>
              <a:gd name="T26" fmla="*/ 27 w 133"/>
              <a:gd name="T27" fmla="*/ 121 h 170"/>
              <a:gd name="T28" fmla="*/ 27 w 133"/>
              <a:gd name="T29" fmla="*/ 133 h 170"/>
              <a:gd name="T30" fmla="*/ 48 w 133"/>
              <a:gd name="T31" fmla="*/ 33 h 170"/>
              <a:gd name="T32" fmla="*/ 60 w 133"/>
              <a:gd name="T33" fmla="*/ 33 h 170"/>
              <a:gd name="T34" fmla="*/ 49 w 133"/>
              <a:gd name="T35" fmla="*/ 25 h 170"/>
              <a:gd name="T36" fmla="*/ 51 w 133"/>
              <a:gd name="T37" fmla="*/ 61 h 170"/>
              <a:gd name="T38" fmla="*/ 59 w 133"/>
              <a:gd name="T39" fmla="*/ 49 h 170"/>
              <a:gd name="T40" fmla="*/ 48 w 133"/>
              <a:gd name="T41" fmla="*/ 76 h 170"/>
              <a:gd name="T42" fmla="*/ 59 w 133"/>
              <a:gd name="T43" fmla="*/ 84 h 170"/>
              <a:gd name="T44" fmla="*/ 51 w 133"/>
              <a:gd name="T45" fmla="*/ 73 h 170"/>
              <a:gd name="T46" fmla="*/ 49 w 133"/>
              <a:gd name="T47" fmla="*/ 108 h 170"/>
              <a:gd name="T48" fmla="*/ 60 w 133"/>
              <a:gd name="T49" fmla="*/ 100 h 170"/>
              <a:gd name="T50" fmla="*/ 48 w 133"/>
              <a:gd name="T51" fmla="*/ 100 h 170"/>
              <a:gd name="T52" fmla="*/ 51 w 133"/>
              <a:gd name="T53" fmla="*/ 133 h 170"/>
              <a:gd name="T54" fmla="*/ 51 w 133"/>
              <a:gd name="T55" fmla="*/ 158 h 170"/>
              <a:gd name="T56" fmla="*/ 84 w 133"/>
              <a:gd name="T57" fmla="*/ 27 h 170"/>
              <a:gd name="T58" fmla="*/ 72 w 133"/>
              <a:gd name="T59" fmla="*/ 27 h 170"/>
              <a:gd name="T60" fmla="*/ 83 w 133"/>
              <a:gd name="T61" fmla="*/ 36 h 170"/>
              <a:gd name="T62" fmla="*/ 81 w 133"/>
              <a:gd name="T63" fmla="*/ 49 h 170"/>
              <a:gd name="T64" fmla="*/ 73 w 133"/>
              <a:gd name="T65" fmla="*/ 60 h 170"/>
              <a:gd name="T66" fmla="*/ 84 w 133"/>
              <a:gd name="T67" fmla="*/ 82 h 170"/>
              <a:gd name="T68" fmla="*/ 73 w 133"/>
              <a:gd name="T69" fmla="*/ 74 h 170"/>
              <a:gd name="T70" fmla="*/ 81 w 133"/>
              <a:gd name="T71" fmla="*/ 85 h 170"/>
              <a:gd name="T72" fmla="*/ 83 w 133"/>
              <a:gd name="T73" fmla="*/ 98 h 170"/>
              <a:gd name="T74" fmla="*/ 72 w 133"/>
              <a:gd name="T75" fmla="*/ 106 h 170"/>
              <a:gd name="T76" fmla="*/ 84 w 133"/>
              <a:gd name="T77" fmla="*/ 106 h 170"/>
              <a:gd name="T78" fmla="*/ 99 w 133"/>
              <a:gd name="T79" fmla="*/ 24 h 170"/>
              <a:gd name="T80" fmla="*/ 99 w 133"/>
              <a:gd name="T81" fmla="*/ 37 h 170"/>
              <a:gd name="T82" fmla="*/ 109 w 133"/>
              <a:gd name="T83" fmla="*/ 52 h 170"/>
              <a:gd name="T84" fmla="*/ 96 w 133"/>
              <a:gd name="T85" fmla="*/ 52 h 170"/>
              <a:gd name="T86" fmla="*/ 108 w 133"/>
              <a:gd name="T87" fmla="*/ 60 h 170"/>
              <a:gd name="T88" fmla="*/ 105 w 133"/>
              <a:gd name="T89" fmla="*/ 73 h 170"/>
              <a:gd name="T90" fmla="*/ 97 w 133"/>
              <a:gd name="T91" fmla="*/ 84 h 170"/>
              <a:gd name="T92" fmla="*/ 109 w 133"/>
              <a:gd name="T93" fmla="*/ 106 h 170"/>
              <a:gd name="T94" fmla="*/ 97 w 133"/>
              <a:gd name="T95" fmla="*/ 98 h 170"/>
              <a:gd name="T96" fmla="*/ 105 w 133"/>
              <a:gd name="T97" fmla="*/ 109 h 170"/>
              <a:gd name="T98" fmla="*/ 108 w 133"/>
              <a:gd name="T99" fmla="*/ 122 h 170"/>
              <a:gd name="T100" fmla="*/ 96 w 133"/>
              <a:gd name="T101" fmla="*/ 130 h 170"/>
              <a:gd name="T102" fmla="*/ 109 w 133"/>
              <a:gd name="T103" fmla="*/ 130 h 1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33" h="170">
                <a:moveTo>
                  <a:pt x="127" y="0"/>
                </a:moveTo>
                <a:cubicBezTo>
                  <a:pt x="128" y="0"/>
                  <a:pt x="130" y="1"/>
                  <a:pt x="131" y="2"/>
                </a:cubicBezTo>
                <a:cubicBezTo>
                  <a:pt x="132" y="3"/>
                  <a:pt x="133" y="5"/>
                  <a:pt x="133" y="6"/>
                </a:cubicBezTo>
                <a:cubicBezTo>
                  <a:pt x="133" y="164"/>
                  <a:pt x="133" y="164"/>
                  <a:pt x="133" y="164"/>
                </a:cubicBezTo>
                <a:cubicBezTo>
                  <a:pt x="133" y="165"/>
                  <a:pt x="132" y="167"/>
                  <a:pt x="131" y="168"/>
                </a:cubicBezTo>
                <a:cubicBezTo>
                  <a:pt x="130" y="169"/>
                  <a:pt x="128" y="170"/>
                  <a:pt x="127" y="170"/>
                </a:cubicBezTo>
                <a:cubicBezTo>
                  <a:pt x="6" y="170"/>
                  <a:pt x="6" y="170"/>
                  <a:pt x="6" y="170"/>
                </a:cubicBezTo>
                <a:cubicBezTo>
                  <a:pt x="4" y="170"/>
                  <a:pt x="3" y="169"/>
                  <a:pt x="1" y="168"/>
                </a:cubicBezTo>
                <a:cubicBezTo>
                  <a:pt x="0" y="167"/>
                  <a:pt x="0" y="165"/>
                  <a:pt x="0" y="164"/>
                </a:cubicBezTo>
                <a:cubicBezTo>
                  <a:pt x="0" y="6"/>
                  <a:pt x="0" y="6"/>
                  <a:pt x="0" y="6"/>
                </a:cubicBezTo>
                <a:cubicBezTo>
                  <a:pt x="0" y="5"/>
                  <a:pt x="0" y="3"/>
                  <a:pt x="1" y="2"/>
                </a:cubicBezTo>
                <a:cubicBezTo>
                  <a:pt x="3" y="1"/>
                  <a:pt x="4" y="0"/>
                  <a:pt x="6" y="0"/>
                </a:cubicBezTo>
                <a:lnTo>
                  <a:pt x="127" y="0"/>
                </a:lnTo>
                <a:close/>
                <a:moveTo>
                  <a:pt x="36" y="33"/>
                </a:moveTo>
                <a:cubicBezTo>
                  <a:pt x="36" y="27"/>
                  <a:pt x="36" y="27"/>
                  <a:pt x="36" y="27"/>
                </a:cubicBezTo>
                <a:cubicBezTo>
                  <a:pt x="36" y="27"/>
                  <a:pt x="36" y="26"/>
                  <a:pt x="35" y="25"/>
                </a:cubicBezTo>
                <a:cubicBezTo>
                  <a:pt x="34" y="25"/>
                  <a:pt x="34" y="24"/>
                  <a:pt x="33" y="24"/>
                </a:cubicBezTo>
                <a:cubicBezTo>
                  <a:pt x="27" y="24"/>
                  <a:pt x="27" y="24"/>
                  <a:pt x="27" y="24"/>
                </a:cubicBezTo>
                <a:cubicBezTo>
                  <a:pt x="26" y="24"/>
                  <a:pt x="25" y="25"/>
                  <a:pt x="25" y="25"/>
                </a:cubicBezTo>
                <a:cubicBezTo>
                  <a:pt x="24" y="26"/>
                  <a:pt x="24" y="27"/>
                  <a:pt x="24" y="27"/>
                </a:cubicBezTo>
                <a:cubicBezTo>
                  <a:pt x="24" y="33"/>
                  <a:pt x="24" y="33"/>
                  <a:pt x="24" y="33"/>
                </a:cubicBezTo>
                <a:cubicBezTo>
                  <a:pt x="24" y="34"/>
                  <a:pt x="24" y="35"/>
                  <a:pt x="25" y="36"/>
                </a:cubicBezTo>
                <a:cubicBezTo>
                  <a:pt x="25" y="36"/>
                  <a:pt x="26" y="37"/>
                  <a:pt x="27" y="37"/>
                </a:cubicBezTo>
                <a:cubicBezTo>
                  <a:pt x="33" y="37"/>
                  <a:pt x="33" y="37"/>
                  <a:pt x="33" y="37"/>
                </a:cubicBezTo>
                <a:cubicBezTo>
                  <a:pt x="34" y="37"/>
                  <a:pt x="34" y="36"/>
                  <a:pt x="35" y="36"/>
                </a:cubicBezTo>
                <a:cubicBezTo>
                  <a:pt x="36" y="35"/>
                  <a:pt x="36" y="34"/>
                  <a:pt x="36" y="33"/>
                </a:cubicBezTo>
                <a:close/>
                <a:moveTo>
                  <a:pt x="36" y="58"/>
                </a:moveTo>
                <a:cubicBezTo>
                  <a:pt x="36" y="52"/>
                  <a:pt x="36" y="52"/>
                  <a:pt x="36" y="52"/>
                </a:cubicBezTo>
                <a:cubicBezTo>
                  <a:pt x="36" y="51"/>
                  <a:pt x="36" y="50"/>
                  <a:pt x="35" y="49"/>
                </a:cubicBezTo>
                <a:cubicBezTo>
                  <a:pt x="34" y="49"/>
                  <a:pt x="34" y="49"/>
                  <a:pt x="33" y="49"/>
                </a:cubicBezTo>
                <a:cubicBezTo>
                  <a:pt x="27" y="49"/>
                  <a:pt x="27" y="49"/>
                  <a:pt x="27" y="49"/>
                </a:cubicBezTo>
                <a:cubicBezTo>
                  <a:pt x="26" y="49"/>
                  <a:pt x="25" y="49"/>
                  <a:pt x="25" y="49"/>
                </a:cubicBezTo>
                <a:cubicBezTo>
                  <a:pt x="24" y="50"/>
                  <a:pt x="24" y="51"/>
                  <a:pt x="24" y="52"/>
                </a:cubicBezTo>
                <a:cubicBezTo>
                  <a:pt x="24" y="58"/>
                  <a:pt x="24" y="58"/>
                  <a:pt x="24" y="58"/>
                </a:cubicBezTo>
                <a:cubicBezTo>
                  <a:pt x="24" y="59"/>
                  <a:pt x="24" y="59"/>
                  <a:pt x="25" y="60"/>
                </a:cubicBezTo>
                <a:cubicBezTo>
                  <a:pt x="25" y="60"/>
                  <a:pt x="26" y="61"/>
                  <a:pt x="27" y="61"/>
                </a:cubicBezTo>
                <a:cubicBezTo>
                  <a:pt x="33" y="61"/>
                  <a:pt x="33" y="61"/>
                  <a:pt x="33" y="61"/>
                </a:cubicBezTo>
                <a:cubicBezTo>
                  <a:pt x="34" y="61"/>
                  <a:pt x="34" y="60"/>
                  <a:pt x="35" y="60"/>
                </a:cubicBezTo>
                <a:cubicBezTo>
                  <a:pt x="36" y="59"/>
                  <a:pt x="36" y="59"/>
                  <a:pt x="36" y="58"/>
                </a:cubicBezTo>
                <a:close/>
                <a:moveTo>
                  <a:pt x="36" y="82"/>
                </a:moveTo>
                <a:cubicBezTo>
                  <a:pt x="36" y="76"/>
                  <a:pt x="36" y="76"/>
                  <a:pt x="36" y="76"/>
                </a:cubicBezTo>
                <a:cubicBezTo>
                  <a:pt x="36" y="75"/>
                  <a:pt x="36" y="74"/>
                  <a:pt x="35" y="74"/>
                </a:cubicBezTo>
                <a:cubicBezTo>
                  <a:pt x="34" y="73"/>
                  <a:pt x="34" y="73"/>
                  <a:pt x="33" y="73"/>
                </a:cubicBezTo>
                <a:cubicBezTo>
                  <a:pt x="27" y="73"/>
                  <a:pt x="27" y="73"/>
                  <a:pt x="27" y="73"/>
                </a:cubicBezTo>
                <a:cubicBezTo>
                  <a:pt x="26" y="73"/>
                  <a:pt x="25" y="73"/>
                  <a:pt x="25" y="74"/>
                </a:cubicBezTo>
                <a:cubicBezTo>
                  <a:pt x="24" y="74"/>
                  <a:pt x="24" y="75"/>
                  <a:pt x="24" y="76"/>
                </a:cubicBezTo>
                <a:cubicBezTo>
                  <a:pt x="24" y="82"/>
                  <a:pt x="24" y="82"/>
                  <a:pt x="24" y="82"/>
                </a:cubicBezTo>
                <a:cubicBezTo>
                  <a:pt x="24" y="83"/>
                  <a:pt x="24" y="83"/>
                  <a:pt x="25" y="84"/>
                </a:cubicBezTo>
                <a:cubicBezTo>
                  <a:pt x="25" y="85"/>
                  <a:pt x="26" y="85"/>
                  <a:pt x="27" y="85"/>
                </a:cubicBezTo>
                <a:cubicBezTo>
                  <a:pt x="33" y="85"/>
                  <a:pt x="33" y="85"/>
                  <a:pt x="33" y="85"/>
                </a:cubicBezTo>
                <a:cubicBezTo>
                  <a:pt x="34" y="85"/>
                  <a:pt x="34" y="85"/>
                  <a:pt x="35" y="84"/>
                </a:cubicBezTo>
                <a:cubicBezTo>
                  <a:pt x="36" y="83"/>
                  <a:pt x="36" y="83"/>
                  <a:pt x="36" y="82"/>
                </a:cubicBezTo>
                <a:close/>
                <a:moveTo>
                  <a:pt x="36" y="106"/>
                </a:moveTo>
                <a:cubicBezTo>
                  <a:pt x="36" y="100"/>
                  <a:pt x="36" y="100"/>
                  <a:pt x="36" y="100"/>
                </a:cubicBezTo>
                <a:cubicBezTo>
                  <a:pt x="36" y="99"/>
                  <a:pt x="36" y="98"/>
                  <a:pt x="35" y="98"/>
                </a:cubicBezTo>
                <a:cubicBezTo>
                  <a:pt x="34" y="97"/>
                  <a:pt x="34" y="97"/>
                  <a:pt x="33" y="97"/>
                </a:cubicBezTo>
                <a:cubicBezTo>
                  <a:pt x="27" y="97"/>
                  <a:pt x="27" y="97"/>
                  <a:pt x="27" y="97"/>
                </a:cubicBezTo>
                <a:cubicBezTo>
                  <a:pt x="26" y="97"/>
                  <a:pt x="25" y="97"/>
                  <a:pt x="25" y="98"/>
                </a:cubicBezTo>
                <a:cubicBezTo>
                  <a:pt x="24" y="98"/>
                  <a:pt x="24" y="99"/>
                  <a:pt x="24" y="100"/>
                </a:cubicBezTo>
                <a:cubicBezTo>
                  <a:pt x="24" y="106"/>
                  <a:pt x="24" y="106"/>
                  <a:pt x="24" y="106"/>
                </a:cubicBezTo>
                <a:cubicBezTo>
                  <a:pt x="24" y="107"/>
                  <a:pt x="24" y="108"/>
                  <a:pt x="25" y="108"/>
                </a:cubicBezTo>
                <a:cubicBezTo>
                  <a:pt x="25" y="109"/>
                  <a:pt x="26" y="109"/>
                  <a:pt x="27" y="109"/>
                </a:cubicBezTo>
                <a:cubicBezTo>
                  <a:pt x="33" y="109"/>
                  <a:pt x="33" y="109"/>
                  <a:pt x="33" y="109"/>
                </a:cubicBezTo>
                <a:cubicBezTo>
                  <a:pt x="34" y="109"/>
                  <a:pt x="34" y="109"/>
                  <a:pt x="35" y="108"/>
                </a:cubicBezTo>
                <a:cubicBezTo>
                  <a:pt x="36" y="108"/>
                  <a:pt x="36" y="107"/>
                  <a:pt x="36" y="106"/>
                </a:cubicBezTo>
                <a:close/>
                <a:moveTo>
                  <a:pt x="36" y="130"/>
                </a:moveTo>
                <a:cubicBezTo>
                  <a:pt x="36" y="124"/>
                  <a:pt x="36" y="124"/>
                  <a:pt x="36" y="124"/>
                </a:cubicBezTo>
                <a:cubicBezTo>
                  <a:pt x="36" y="123"/>
                  <a:pt x="36" y="123"/>
                  <a:pt x="35" y="122"/>
                </a:cubicBezTo>
                <a:cubicBezTo>
                  <a:pt x="34" y="122"/>
                  <a:pt x="34" y="121"/>
                  <a:pt x="33" y="121"/>
                </a:cubicBezTo>
                <a:cubicBezTo>
                  <a:pt x="27" y="121"/>
                  <a:pt x="27" y="121"/>
                  <a:pt x="27" y="121"/>
                </a:cubicBezTo>
                <a:cubicBezTo>
                  <a:pt x="26" y="121"/>
                  <a:pt x="25" y="122"/>
                  <a:pt x="25" y="122"/>
                </a:cubicBezTo>
                <a:cubicBezTo>
                  <a:pt x="24" y="123"/>
                  <a:pt x="24" y="123"/>
                  <a:pt x="24" y="124"/>
                </a:cubicBezTo>
                <a:cubicBezTo>
                  <a:pt x="24" y="130"/>
                  <a:pt x="24" y="130"/>
                  <a:pt x="24" y="130"/>
                </a:cubicBezTo>
                <a:cubicBezTo>
                  <a:pt x="24" y="131"/>
                  <a:pt x="24" y="132"/>
                  <a:pt x="25" y="132"/>
                </a:cubicBezTo>
                <a:cubicBezTo>
                  <a:pt x="25" y="133"/>
                  <a:pt x="26" y="133"/>
                  <a:pt x="27" y="133"/>
                </a:cubicBezTo>
                <a:cubicBezTo>
                  <a:pt x="33" y="133"/>
                  <a:pt x="33" y="133"/>
                  <a:pt x="33" y="133"/>
                </a:cubicBezTo>
                <a:cubicBezTo>
                  <a:pt x="34" y="133"/>
                  <a:pt x="34" y="133"/>
                  <a:pt x="35" y="132"/>
                </a:cubicBezTo>
                <a:cubicBezTo>
                  <a:pt x="36" y="132"/>
                  <a:pt x="36" y="131"/>
                  <a:pt x="36" y="130"/>
                </a:cubicBezTo>
                <a:close/>
                <a:moveTo>
                  <a:pt x="48" y="27"/>
                </a:moveTo>
                <a:cubicBezTo>
                  <a:pt x="48" y="33"/>
                  <a:pt x="48" y="33"/>
                  <a:pt x="48" y="33"/>
                </a:cubicBezTo>
                <a:cubicBezTo>
                  <a:pt x="48" y="34"/>
                  <a:pt x="48" y="35"/>
                  <a:pt x="49" y="36"/>
                </a:cubicBezTo>
                <a:cubicBezTo>
                  <a:pt x="49" y="36"/>
                  <a:pt x="50" y="37"/>
                  <a:pt x="51" y="37"/>
                </a:cubicBezTo>
                <a:cubicBezTo>
                  <a:pt x="57" y="37"/>
                  <a:pt x="57" y="37"/>
                  <a:pt x="57" y="37"/>
                </a:cubicBezTo>
                <a:cubicBezTo>
                  <a:pt x="58" y="37"/>
                  <a:pt x="59" y="36"/>
                  <a:pt x="59" y="36"/>
                </a:cubicBezTo>
                <a:cubicBezTo>
                  <a:pt x="60" y="35"/>
                  <a:pt x="60" y="34"/>
                  <a:pt x="60" y="33"/>
                </a:cubicBezTo>
                <a:cubicBezTo>
                  <a:pt x="60" y="27"/>
                  <a:pt x="60" y="27"/>
                  <a:pt x="60" y="27"/>
                </a:cubicBezTo>
                <a:cubicBezTo>
                  <a:pt x="60" y="27"/>
                  <a:pt x="60" y="26"/>
                  <a:pt x="59" y="25"/>
                </a:cubicBezTo>
                <a:cubicBezTo>
                  <a:pt x="59" y="25"/>
                  <a:pt x="58" y="24"/>
                  <a:pt x="57" y="24"/>
                </a:cubicBezTo>
                <a:cubicBezTo>
                  <a:pt x="51" y="24"/>
                  <a:pt x="51" y="24"/>
                  <a:pt x="51" y="24"/>
                </a:cubicBezTo>
                <a:cubicBezTo>
                  <a:pt x="50" y="24"/>
                  <a:pt x="49" y="25"/>
                  <a:pt x="49" y="25"/>
                </a:cubicBezTo>
                <a:cubicBezTo>
                  <a:pt x="48" y="26"/>
                  <a:pt x="48" y="27"/>
                  <a:pt x="48" y="27"/>
                </a:cubicBezTo>
                <a:close/>
                <a:moveTo>
                  <a:pt x="48" y="52"/>
                </a:moveTo>
                <a:cubicBezTo>
                  <a:pt x="48" y="58"/>
                  <a:pt x="48" y="58"/>
                  <a:pt x="48" y="58"/>
                </a:cubicBezTo>
                <a:cubicBezTo>
                  <a:pt x="48" y="59"/>
                  <a:pt x="48" y="59"/>
                  <a:pt x="49" y="60"/>
                </a:cubicBezTo>
                <a:cubicBezTo>
                  <a:pt x="49" y="60"/>
                  <a:pt x="50" y="61"/>
                  <a:pt x="51" y="61"/>
                </a:cubicBezTo>
                <a:cubicBezTo>
                  <a:pt x="57" y="61"/>
                  <a:pt x="57" y="61"/>
                  <a:pt x="57" y="61"/>
                </a:cubicBezTo>
                <a:cubicBezTo>
                  <a:pt x="58" y="61"/>
                  <a:pt x="59" y="60"/>
                  <a:pt x="59" y="60"/>
                </a:cubicBezTo>
                <a:cubicBezTo>
                  <a:pt x="60" y="59"/>
                  <a:pt x="60" y="59"/>
                  <a:pt x="60" y="58"/>
                </a:cubicBezTo>
                <a:cubicBezTo>
                  <a:pt x="60" y="52"/>
                  <a:pt x="60" y="52"/>
                  <a:pt x="60" y="52"/>
                </a:cubicBezTo>
                <a:cubicBezTo>
                  <a:pt x="60" y="51"/>
                  <a:pt x="60" y="50"/>
                  <a:pt x="59" y="49"/>
                </a:cubicBezTo>
                <a:cubicBezTo>
                  <a:pt x="59" y="49"/>
                  <a:pt x="58" y="49"/>
                  <a:pt x="57" y="49"/>
                </a:cubicBezTo>
                <a:cubicBezTo>
                  <a:pt x="51" y="49"/>
                  <a:pt x="51" y="49"/>
                  <a:pt x="51" y="49"/>
                </a:cubicBezTo>
                <a:cubicBezTo>
                  <a:pt x="50" y="49"/>
                  <a:pt x="49" y="49"/>
                  <a:pt x="49" y="49"/>
                </a:cubicBezTo>
                <a:cubicBezTo>
                  <a:pt x="48" y="50"/>
                  <a:pt x="48" y="51"/>
                  <a:pt x="48" y="52"/>
                </a:cubicBezTo>
                <a:close/>
                <a:moveTo>
                  <a:pt x="48" y="76"/>
                </a:moveTo>
                <a:cubicBezTo>
                  <a:pt x="48" y="82"/>
                  <a:pt x="48" y="82"/>
                  <a:pt x="48" y="82"/>
                </a:cubicBezTo>
                <a:cubicBezTo>
                  <a:pt x="48" y="83"/>
                  <a:pt x="48" y="83"/>
                  <a:pt x="49" y="84"/>
                </a:cubicBezTo>
                <a:cubicBezTo>
                  <a:pt x="49" y="85"/>
                  <a:pt x="50" y="85"/>
                  <a:pt x="51" y="85"/>
                </a:cubicBezTo>
                <a:cubicBezTo>
                  <a:pt x="57" y="85"/>
                  <a:pt x="57" y="85"/>
                  <a:pt x="57" y="85"/>
                </a:cubicBezTo>
                <a:cubicBezTo>
                  <a:pt x="58" y="85"/>
                  <a:pt x="59" y="85"/>
                  <a:pt x="59" y="84"/>
                </a:cubicBezTo>
                <a:cubicBezTo>
                  <a:pt x="60" y="83"/>
                  <a:pt x="60" y="83"/>
                  <a:pt x="60" y="82"/>
                </a:cubicBezTo>
                <a:cubicBezTo>
                  <a:pt x="60" y="76"/>
                  <a:pt x="60" y="76"/>
                  <a:pt x="60" y="76"/>
                </a:cubicBezTo>
                <a:cubicBezTo>
                  <a:pt x="60" y="75"/>
                  <a:pt x="60" y="74"/>
                  <a:pt x="59" y="74"/>
                </a:cubicBezTo>
                <a:cubicBezTo>
                  <a:pt x="59" y="73"/>
                  <a:pt x="58" y="73"/>
                  <a:pt x="57" y="73"/>
                </a:cubicBezTo>
                <a:cubicBezTo>
                  <a:pt x="51" y="73"/>
                  <a:pt x="51" y="73"/>
                  <a:pt x="51" y="73"/>
                </a:cubicBezTo>
                <a:cubicBezTo>
                  <a:pt x="50" y="73"/>
                  <a:pt x="49" y="73"/>
                  <a:pt x="49" y="74"/>
                </a:cubicBezTo>
                <a:cubicBezTo>
                  <a:pt x="48" y="74"/>
                  <a:pt x="48" y="75"/>
                  <a:pt x="48" y="76"/>
                </a:cubicBezTo>
                <a:close/>
                <a:moveTo>
                  <a:pt x="48" y="100"/>
                </a:moveTo>
                <a:cubicBezTo>
                  <a:pt x="48" y="106"/>
                  <a:pt x="48" y="106"/>
                  <a:pt x="48" y="106"/>
                </a:cubicBezTo>
                <a:cubicBezTo>
                  <a:pt x="48" y="107"/>
                  <a:pt x="48" y="108"/>
                  <a:pt x="49" y="108"/>
                </a:cubicBezTo>
                <a:cubicBezTo>
                  <a:pt x="49" y="109"/>
                  <a:pt x="50" y="109"/>
                  <a:pt x="51" y="109"/>
                </a:cubicBezTo>
                <a:cubicBezTo>
                  <a:pt x="57" y="109"/>
                  <a:pt x="57" y="109"/>
                  <a:pt x="57" y="109"/>
                </a:cubicBezTo>
                <a:cubicBezTo>
                  <a:pt x="58" y="109"/>
                  <a:pt x="59" y="109"/>
                  <a:pt x="59" y="108"/>
                </a:cubicBezTo>
                <a:cubicBezTo>
                  <a:pt x="60" y="108"/>
                  <a:pt x="60" y="107"/>
                  <a:pt x="60" y="106"/>
                </a:cubicBezTo>
                <a:cubicBezTo>
                  <a:pt x="60" y="100"/>
                  <a:pt x="60" y="100"/>
                  <a:pt x="60" y="100"/>
                </a:cubicBezTo>
                <a:cubicBezTo>
                  <a:pt x="60" y="99"/>
                  <a:pt x="60" y="98"/>
                  <a:pt x="59" y="98"/>
                </a:cubicBezTo>
                <a:cubicBezTo>
                  <a:pt x="59" y="97"/>
                  <a:pt x="58" y="97"/>
                  <a:pt x="57" y="97"/>
                </a:cubicBezTo>
                <a:cubicBezTo>
                  <a:pt x="51" y="97"/>
                  <a:pt x="51" y="97"/>
                  <a:pt x="51" y="97"/>
                </a:cubicBezTo>
                <a:cubicBezTo>
                  <a:pt x="50" y="97"/>
                  <a:pt x="49" y="97"/>
                  <a:pt x="49" y="98"/>
                </a:cubicBezTo>
                <a:cubicBezTo>
                  <a:pt x="48" y="98"/>
                  <a:pt x="48" y="99"/>
                  <a:pt x="48" y="100"/>
                </a:cubicBezTo>
                <a:close/>
                <a:moveTo>
                  <a:pt x="84" y="155"/>
                </a:moveTo>
                <a:cubicBezTo>
                  <a:pt x="84" y="136"/>
                  <a:pt x="84" y="136"/>
                  <a:pt x="84" y="136"/>
                </a:cubicBezTo>
                <a:cubicBezTo>
                  <a:pt x="84" y="135"/>
                  <a:pt x="84" y="135"/>
                  <a:pt x="83" y="134"/>
                </a:cubicBezTo>
                <a:cubicBezTo>
                  <a:pt x="83" y="134"/>
                  <a:pt x="82" y="133"/>
                  <a:pt x="81" y="133"/>
                </a:cubicBezTo>
                <a:cubicBezTo>
                  <a:pt x="51" y="133"/>
                  <a:pt x="51" y="133"/>
                  <a:pt x="51" y="133"/>
                </a:cubicBezTo>
                <a:cubicBezTo>
                  <a:pt x="50" y="133"/>
                  <a:pt x="49" y="134"/>
                  <a:pt x="49" y="134"/>
                </a:cubicBezTo>
                <a:cubicBezTo>
                  <a:pt x="48" y="135"/>
                  <a:pt x="48" y="135"/>
                  <a:pt x="48" y="136"/>
                </a:cubicBezTo>
                <a:cubicBezTo>
                  <a:pt x="48" y="155"/>
                  <a:pt x="48" y="155"/>
                  <a:pt x="48" y="155"/>
                </a:cubicBezTo>
                <a:cubicBezTo>
                  <a:pt x="48" y="155"/>
                  <a:pt x="48" y="156"/>
                  <a:pt x="49" y="157"/>
                </a:cubicBezTo>
                <a:cubicBezTo>
                  <a:pt x="49" y="157"/>
                  <a:pt x="50" y="158"/>
                  <a:pt x="51" y="158"/>
                </a:cubicBezTo>
                <a:cubicBezTo>
                  <a:pt x="81" y="158"/>
                  <a:pt x="81" y="158"/>
                  <a:pt x="81" y="158"/>
                </a:cubicBezTo>
                <a:cubicBezTo>
                  <a:pt x="82" y="158"/>
                  <a:pt x="83" y="157"/>
                  <a:pt x="83" y="157"/>
                </a:cubicBezTo>
                <a:cubicBezTo>
                  <a:pt x="84" y="156"/>
                  <a:pt x="84" y="155"/>
                  <a:pt x="84" y="155"/>
                </a:cubicBezTo>
                <a:close/>
                <a:moveTo>
                  <a:pt x="84" y="33"/>
                </a:moveTo>
                <a:cubicBezTo>
                  <a:pt x="84" y="27"/>
                  <a:pt x="84" y="27"/>
                  <a:pt x="84" y="27"/>
                </a:cubicBezTo>
                <a:cubicBezTo>
                  <a:pt x="84" y="27"/>
                  <a:pt x="84" y="26"/>
                  <a:pt x="83" y="25"/>
                </a:cubicBezTo>
                <a:cubicBezTo>
                  <a:pt x="83" y="25"/>
                  <a:pt x="82" y="24"/>
                  <a:pt x="81" y="24"/>
                </a:cubicBezTo>
                <a:cubicBezTo>
                  <a:pt x="75" y="24"/>
                  <a:pt x="75" y="24"/>
                  <a:pt x="75" y="24"/>
                </a:cubicBezTo>
                <a:cubicBezTo>
                  <a:pt x="74" y="24"/>
                  <a:pt x="74" y="25"/>
                  <a:pt x="73" y="25"/>
                </a:cubicBezTo>
                <a:cubicBezTo>
                  <a:pt x="72" y="26"/>
                  <a:pt x="72" y="27"/>
                  <a:pt x="72" y="27"/>
                </a:cubicBezTo>
                <a:cubicBezTo>
                  <a:pt x="72" y="33"/>
                  <a:pt x="72" y="33"/>
                  <a:pt x="72" y="33"/>
                </a:cubicBezTo>
                <a:cubicBezTo>
                  <a:pt x="72" y="34"/>
                  <a:pt x="72" y="35"/>
                  <a:pt x="73" y="36"/>
                </a:cubicBezTo>
                <a:cubicBezTo>
                  <a:pt x="74" y="36"/>
                  <a:pt x="74" y="37"/>
                  <a:pt x="75" y="37"/>
                </a:cubicBezTo>
                <a:cubicBezTo>
                  <a:pt x="81" y="37"/>
                  <a:pt x="81" y="37"/>
                  <a:pt x="81" y="37"/>
                </a:cubicBezTo>
                <a:cubicBezTo>
                  <a:pt x="82" y="37"/>
                  <a:pt x="83" y="36"/>
                  <a:pt x="83" y="36"/>
                </a:cubicBezTo>
                <a:cubicBezTo>
                  <a:pt x="84" y="35"/>
                  <a:pt x="84" y="34"/>
                  <a:pt x="84" y="33"/>
                </a:cubicBezTo>
                <a:close/>
                <a:moveTo>
                  <a:pt x="84" y="58"/>
                </a:moveTo>
                <a:cubicBezTo>
                  <a:pt x="84" y="52"/>
                  <a:pt x="84" y="52"/>
                  <a:pt x="84" y="52"/>
                </a:cubicBezTo>
                <a:cubicBezTo>
                  <a:pt x="84" y="51"/>
                  <a:pt x="84" y="50"/>
                  <a:pt x="83" y="49"/>
                </a:cubicBezTo>
                <a:cubicBezTo>
                  <a:pt x="83" y="49"/>
                  <a:pt x="82" y="49"/>
                  <a:pt x="81" y="49"/>
                </a:cubicBezTo>
                <a:cubicBezTo>
                  <a:pt x="75" y="49"/>
                  <a:pt x="75" y="49"/>
                  <a:pt x="75" y="49"/>
                </a:cubicBezTo>
                <a:cubicBezTo>
                  <a:pt x="74" y="49"/>
                  <a:pt x="74" y="49"/>
                  <a:pt x="73" y="49"/>
                </a:cubicBezTo>
                <a:cubicBezTo>
                  <a:pt x="72" y="50"/>
                  <a:pt x="72" y="51"/>
                  <a:pt x="72" y="52"/>
                </a:cubicBezTo>
                <a:cubicBezTo>
                  <a:pt x="72" y="58"/>
                  <a:pt x="72" y="58"/>
                  <a:pt x="72" y="58"/>
                </a:cubicBezTo>
                <a:cubicBezTo>
                  <a:pt x="72" y="59"/>
                  <a:pt x="72" y="59"/>
                  <a:pt x="73" y="60"/>
                </a:cubicBezTo>
                <a:cubicBezTo>
                  <a:pt x="74" y="60"/>
                  <a:pt x="74" y="61"/>
                  <a:pt x="75" y="61"/>
                </a:cubicBezTo>
                <a:cubicBezTo>
                  <a:pt x="81" y="61"/>
                  <a:pt x="81" y="61"/>
                  <a:pt x="81" y="61"/>
                </a:cubicBezTo>
                <a:cubicBezTo>
                  <a:pt x="82" y="61"/>
                  <a:pt x="83" y="60"/>
                  <a:pt x="83" y="60"/>
                </a:cubicBezTo>
                <a:cubicBezTo>
                  <a:pt x="84" y="59"/>
                  <a:pt x="84" y="59"/>
                  <a:pt x="84" y="58"/>
                </a:cubicBezTo>
                <a:close/>
                <a:moveTo>
                  <a:pt x="84" y="82"/>
                </a:moveTo>
                <a:cubicBezTo>
                  <a:pt x="84" y="76"/>
                  <a:pt x="84" y="76"/>
                  <a:pt x="84" y="76"/>
                </a:cubicBezTo>
                <a:cubicBezTo>
                  <a:pt x="84" y="75"/>
                  <a:pt x="84" y="74"/>
                  <a:pt x="83" y="74"/>
                </a:cubicBezTo>
                <a:cubicBezTo>
                  <a:pt x="83" y="73"/>
                  <a:pt x="82" y="73"/>
                  <a:pt x="81" y="73"/>
                </a:cubicBezTo>
                <a:cubicBezTo>
                  <a:pt x="75" y="73"/>
                  <a:pt x="75" y="73"/>
                  <a:pt x="75" y="73"/>
                </a:cubicBezTo>
                <a:cubicBezTo>
                  <a:pt x="74" y="73"/>
                  <a:pt x="74" y="73"/>
                  <a:pt x="73" y="74"/>
                </a:cubicBezTo>
                <a:cubicBezTo>
                  <a:pt x="72" y="74"/>
                  <a:pt x="72" y="75"/>
                  <a:pt x="72" y="76"/>
                </a:cubicBezTo>
                <a:cubicBezTo>
                  <a:pt x="72" y="82"/>
                  <a:pt x="72" y="82"/>
                  <a:pt x="72" y="82"/>
                </a:cubicBezTo>
                <a:cubicBezTo>
                  <a:pt x="72" y="83"/>
                  <a:pt x="72" y="83"/>
                  <a:pt x="73" y="84"/>
                </a:cubicBezTo>
                <a:cubicBezTo>
                  <a:pt x="74" y="85"/>
                  <a:pt x="74" y="85"/>
                  <a:pt x="75" y="85"/>
                </a:cubicBezTo>
                <a:cubicBezTo>
                  <a:pt x="81" y="85"/>
                  <a:pt x="81" y="85"/>
                  <a:pt x="81" y="85"/>
                </a:cubicBezTo>
                <a:cubicBezTo>
                  <a:pt x="82" y="85"/>
                  <a:pt x="83" y="85"/>
                  <a:pt x="83" y="84"/>
                </a:cubicBezTo>
                <a:cubicBezTo>
                  <a:pt x="84" y="83"/>
                  <a:pt x="84" y="83"/>
                  <a:pt x="84" y="82"/>
                </a:cubicBezTo>
                <a:close/>
                <a:moveTo>
                  <a:pt x="84" y="106"/>
                </a:moveTo>
                <a:cubicBezTo>
                  <a:pt x="84" y="100"/>
                  <a:pt x="84" y="100"/>
                  <a:pt x="84" y="100"/>
                </a:cubicBezTo>
                <a:cubicBezTo>
                  <a:pt x="84" y="99"/>
                  <a:pt x="84" y="98"/>
                  <a:pt x="83" y="98"/>
                </a:cubicBezTo>
                <a:cubicBezTo>
                  <a:pt x="83" y="97"/>
                  <a:pt x="82" y="97"/>
                  <a:pt x="81" y="97"/>
                </a:cubicBezTo>
                <a:cubicBezTo>
                  <a:pt x="75" y="97"/>
                  <a:pt x="75" y="97"/>
                  <a:pt x="75" y="97"/>
                </a:cubicBezTo>
                <a:cubicBezTo>
                  <a:pt x="74" y="97"/>
                  <a:pt x="74" y="97"/>
                  <a:pt x="73" y="98"/>
                </a:cubicBezTo>
                <a:cubicBezTo>
                  <a:pt x="72" y="98"/>
                  <a:pt x="72" y="99"/>
                  <a:pt x="72" y="100"/>
                </a:cubicBezTo>
                <a:cubicBezTo>
                  <a:pt x="72" y="106"/>
                  <a:pt x="72" y="106"/>
                  <a:pt x="72" y="106"/>
                </a:cubicBezTo>
                <a:cubicBezTo>
                  <a:pt x="72" y="107"/>
                  <a:pt x="72" y="108"/>
                  <a:pt x="73" y="108"/>
                </a:cubicBezTo>
                <a:cubicBezTo>
                  <a:pt x="74" y="109"/>
                  <a:pt x="74" y="109"/>
                  <a:pt x="75" y="109"/>
                </a:cubicBezTo>
                <a:cubicBezTo>
                  <a:pt x="81" y="109"/>
                  <a:pt x="81" y="109"/>
                  <a:pt x="81" y="109"/>
                </a:cubicBezTo>
                <a:cubicBezTo>
                  <a:pt x="82" y="109"/>
                  <a:pt x="83" y="109"/>
                  <a:pt x="83" y="108"/>
                </a:cubicBezTo>
                <a:cubicBezTo>
                  <a:pt x="84" y="108"/>
                  <a:pt x="84" y="107"/>
                  <a:pt x="84" y="106"/>
                </a:cubicBezTo>
                <a:close/>
                <a:moveTo>
                  <a:pt x="109" y="33"/>
                </a:moveTo>
                <a:cubicBezTo>
                  <a:pt x="109" y="27"/>
                  <a:pt x="109" y="27"/>
                  <a:pt x="109" y="27"/>
                </a:cubicBezTo>
                <a:cubicBezTo>
                  <a:pt x="109" y="27"/>
                  <a:pt x="108" y="26"/>
                  <a:pt x="108" y="25"/>
                </a:cubicBezTo>
                <a:cubicBezTo>
                  <a:pt x="107" y="25"/>
                  <a:pt x="106" y="24"/>
                  <a:pt x="105" y="24"/>
                </a:cubicBezTo>
                <a:cubicBezTo>
                  <a:pt x="99" y="24"/>
                  <a:pt x="99" y="24"/>
                  <a:pt x="99" y="24"/>
                </a:cubicBezTo>
                <a:cubicBezTo>
                  <a:pt x="99" y="24"/>
                  <a:pt x="98" y="25"/>
                  <a:pt x="97" y="25"/>
                </a:cubicBezTo>
                <a:cubicBezTo>
                  <a:pt x="97" y="26"/>
                  <a:pt x="96" y="27"/>
                  <a:pt x="96" y="27"/>
                </a:cubicBezTo>
                <a:cubicBezTo>
                  <a:pt x="96" y="33"/>
                  <a:pt x="96" y="33"/>
                  <a:pt x="96" y="33"/>
                </a:cubicBezTo>
                <a:cubicBezTo>
                  <a:pt x="96" y="34"/>
                  <a:pt x="97" y="35"/>
                  <a:pt x="97" y="36"/>
                </a:cubicBezTo>
                <a:cubicBezTo>
                  <a:pt x="98" y="36"/>
                  <a:pt x="99" y="37"/>
                  <a:pt x="99" y="37"/>
                </a:cubicBezTo>
                <a:cubicBezTo>
                  <a:pt x="105" y="37"/>
                  <a:pt x="105" y="37"/>
                  <a:pt x="105" y="37"/>
                </a:cubicBezTo>
                <a:cubicBezTo>
                  <a:pt x="106" y="37"/>
                  <a:pt x="107" y="36"/>
                  <a:pt x="108" y="36"/>
                </a:cubicBezTo>
                <a:cubicBezTo>
                  <a:pt x="108" y="35"/>
                  <a:pt x="109" y="34"/>
                  <a:pt x="109" y="33"/>
                </a:cubicBezTo>
                <a:close/>
                <a:moveTo>
                  <a:pt x="109" y="58"/>
                </a:moveTo>
                <a:cubicBezTo>
                  <a:pt x="109" y="52"/>
                  <a:pt x="109" y="52"/>
                  <a:pt x="109" y="52"/>
                </a:cubicBezTo>
                <a:cubicBezTo>
                  <a:pt x="109" y="51"/>
                  <a:pt x="108" y="50"/>
                  <a:pt x="108" y="49"/>
                </a:cubicBezTo>
                <a:cubicBezTo>
                  <a:pt x="107" y="49"/>
                  <a:pt x="106" y="49"/>
                  <a:pt x="105" y="49"/>
                </a:cubicBezTo>
                <a:cubicBezTo>
                  <a:pt x="99" y="49"/>
                  <a:pt x="99" y="49"/>
                  <a:pt x="99" y="49"/>
                </a:cubicBezTo>
                <a:cubicBezTo>
                  <a:pt x="99" y="49"/>
                  <a:pt x="98" y="49"/>
                  <a:pt x="97" y="49"/>
                </a:cubicBezTo>
                <a:cubicBezTo>
                  <a:pt x="97" y="50"/>
                  <a:pt x="96" y="51"/>
                  <a:pt x="96" y="52"/>
                </a:cubicBezTo>
                <a:cubicBezTo>
                  <a:pt x="96" y="58"/>
                  <a:pt x="96" y="58"/>
                  <a:pt x="96" y="58"/>
                </a:cubicBezTo>
                <a:cubicBezTo>
                  <a:pt x="96" y="59"/>
                  <a:pt x="97" y="59"/>
                  <a:pt x="97" y="60"/>
                </a:cubicBezTo>
                <a:cubicBezTo>
                  <a:pt x="98" y="60"/>
                  <a:pt x="99" y="61"/>
                  <a:pt x="99" y="61"/>
                </a:cubicBezTo>
                <a:cubicBezTo>
                  <a:pt x="105" y="61"/>
                  <a:pt x="105" y="61"/>
                  <a:pt x="105" y="61"/>
                </a:cubicBezTo>
                <a:cubicBezTo>
                  <a:pt x="106" y="61"/>
                  <a:pt x="107" y="60"/>
                  <a:pt x="108" y="60"/>
                </a:cubicBezTo>
                <a:cubicBezTo>
                  <a:pt x="108" y="59"/>
                  <a:pt x="109" y="59"/>
                  <a:pt x="109" y="58"/>
                </a:cubicBezTo>
                <a:close/>
                <a:moveTo>
                  <a:pt x="109" y="82"/>
                </a:moveTo>
                <a:cubicBezTo>
                  <a:pt x="109" y="76"/>
                  <a:pt x="109" y="76"/>
                  <a:pt x="109" y="76"/>
                </a:cubicBezTo>
                <a:cubicBezTo>
                  <a:pt x="109" y="75"/>
                  <a:pt x="108" y="74"/>
                  <a:pt x="108" y="74"/>
                </a:cubicBezTo>
                <a:cubicBezTo>
                  <a:pt x="107" y="73"/>
                  <a:pt x="106" y="73"/>
                  <a:pt x="105" y="73"/>
                </a:cubicBezTo>
                <a:cubicBezTo>
                  <a:pt x="99" y="73"/>
                  <a:pt x="99" y="73"/>
                  <a:pt x="99" y="73"/>
                </a:cubicBezTo>
                <a:cubicBezTo>
                  <a:pt x="99" y="73"/>
                  <a:pt x="98" y="73"/>
                  <a:pt x="97" y="74"/>
                </a:cubicBezTo>
                <a:cubicBezTo>
                  <a:pt x="97" y="74"/>
                  <a:pt x="96" y="75"/>
                  <a:pt x="96" y="76"/>
                </a:cubicBezTo>
                <a:cubicBezTo>
                  <a:pt x="96" y="82"/>
                  <a:pt x="96" y="82"/>
                  <a:pt x="96" y="82"/>
                </a:cubicBezTo>
                <a:cubicBezTo>
                  <a:pt x="96" y="83"/>
                  <a:pt x="97" y="83"/>
                  <a:pt x="97" y="84"/>
                </a:cubicBezTo>
                <a:cubicBezTo>
                  <a:pt x="98" y="85"/>
                  <a:pt x="99" y="85"/>
                  <a:pt x="99" y="85"/>
                </a:cubicBezTo>
                <a:cubicBezTo>
                  <a:pt x="105" y="85"/>
                  <a:pt x="105" y="85"/>
                  <a:pt x="105" y="85"/>
                </a:cubicBezTo>
                <a:cubicBezTo>
                  <a:pt x="106" y="85"/>
                  <a:pt x="107" y="85"/>
                  <a:pt x="108" y="84"/>
                </a:cubicBezTo>
                <a:cubicBezTo>
                  <a:pt x="108" y="83"/>
                  <a:pt x="109" y="83"/>
                  <a:pt x="109" y="82"/>
                </a:cubicBezTo>
                <a:close/>
                <a:moveTo>
                  <a:pt x="109" y="106"/>
                </a:moveTo>
                <a:cubicBezTo>
                  <a:pt x="109" y="100"/>
                  <a:pt x="109" y="100"/>
                  <a:pt x="109" y="100"/>
                </a:cubicBezTo>
                <a:cubicBezTo>
                  <a:pt x="109" y="99"/>
                  <a:pt x="108" y="98"/>
                  <a:pt x="108" y="98"/>
                </a:cubicBezTo>
                <a:cubicBezTo>
                  <a:pt x="107" y="97"/>
                  <a:pt x="106" y="97"/>
                  <a:pt x="105" y="97"/>
                </a:cubicBezTo>
                <a:cubicBezTo>
                  <a:pt x="99" y="97"/>
                  <a:pt x="99" y="97"/>
                  <a:pt x="99" y="97"/>
                </a:cubicBezTo>
                <a:cubicBezTo>
                  <a:pt x="99" y="97"/>
                  <a:pt x="98" y="97"/>
                  <a:pt x="97" y="98"/>
                </a:cubicBezTo>
                <a:cubicBezTo>
                  <a:pt x="97" y="98"/>
                  <a:pt x="96" y="99"/>
                  <a:pt x="96" y="100"/>
                </a:cubicBezTo>
                <a:cubicBezTo>
                  <a:pt x="96" y="106"/>
                  <a:pt x="96" y="106"/>
                  <a:pt x="96" y="106"/>
                </a:cubicBezTo>
                <a:cubicBezTo>
                  <a:pt x="96" y="107"/>
                  <a:pt x="97" y="108"/>
                  <a:pt x="97" y="108"/>
                </a:cubicBezTo>
                <a:cubicBezTo>
                  <a:pt x="98" y="109"/>
                  <a:pt x="99" y="109"/>
                  <a:pt x="99" y="109"/>
                </a:cubicBezTo>
                <a:cubicBezTo>
                  <a:pt x="105" y="109"/>
                  <a:pt x="105" y="109"/>
                  <a:pt x="105" y="109"/>
                </a:cubicBezTo>
                <a:cubicBezTo>
                  <a:pt x="106" y="109"/>
                  <a:pt x="107" y="109"/>
                  <a:pt x="108" y="108"/>
                </a:cubicBezTo>
                <a:cubicBezTo>
                  <a:pt x="108" y="108"/>
                  <a:pt x="109" y="107"/>
                  <a:pt x="109" y="106"/>
                </a:cubicBezTo>
                <a:close/>
                <a:moveTo>
                  <a:pt x="109" y="130"/>
                </a:moveTo>
                <a:cubicBezTo>
                  <a:pt x="109" y="124"/>
                  <a:pt x="109" y="124"/>
                  <a:pt x="109" y="124"/>
                </a:cubicBezTo>
                <a:cubicBezTo>
                  <a:pt x="109" y="123"/>
                  <a:pt x="108" y="123"/>
                  <a:pt x="108" y="122"/>
                </a:cubicBezTo>
                <a:cubicBezTo>
                  <a:pt x="107" y="122"/>
                  <a:pt x="106" y="121"/>
                  <a:pt x="105" y="121"/>
                </a:cubicBezTo>
                <a:cubicBezTo>
                  <a:pt x="99" y="121"/>
                  <a:pt x="99" y="121"/>
                  <a:pt x="99" y="121"/>
                </a:cubicBezTo>
                <a:cubicBezTo>
                  <a:pt x="99" y="121"/>
                  <a:pt x="98" y="122"/>
                  <a:pt x="97" y="122"/>
                </a:cubicBezTo>
                <a:cubicBezTo>
                  <a:pt x="97" y="123"/>
                  <a:pt x="96" y="123"/>
                  <a:pt x="96" y="124"/>
                </a:cubicBezTo>
                <a:cubicBezTo>
                  <a:pt x="96" y="130"/>
                  <a:pt x="96" y="130"/>
                  <a:pt x="96" y="130"/>
                </a:cubicBezTo>
                <a:cubicBezTo>
                  <a:pt x="96" y="131"/>
                  <a:pt x="97" y="132"/>
                  <a:pt x="97" y="132"/>
                </a:cubicBezTo>
                <a:cubicBezTo>
                  <a:pt x="98" y="133"/>
                  <a:pt x="99" y="133"/>
                  <a:pt x="99" y="133"/>
                </a:cubicBezTo>
                <a:cubicBezTo>
                  <a:pt x="105" y="133"/>
                  <a:pt x="105" y="133"/>
                  <a:pt x="105" y="133"/>
                </a:cubicBezTo>
                <a:cubicBezTo>
                  <a:pt x="106" y="133"/>
                  <a:pt x="107" y="133"/>
                  <a:pt x="108" y="132"/>
                </a:cubicBezTo>
                <a:cubicBezTo>
                  <a:pt x="108" y="132"/>
                  <a:pt x="109" y="131"/>
                  <a:pt x="109" y="13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81" name="Freeform 384"/>
          <p:cNvSpPr>
            <a:spLocks noEditPoints="1"/>
          </p:cNvSpPr>
          <p:nvPr/>
        </p:nvSpPr>
        <p:spPr bwMode="auto">
          <a:xfrm>
            <a:off x="9435976" y="5236758"/>
            <a:ext cx="190176" cy="244204"/>
          </a:xfrm>
          <a:custGeom>
            <a:avLst/>
            <a:gdLst>
              <a:gd name="T0" fmla="*/ 6 w 133"/>
              <a:gd name="T1" fmla="*/ 170 h 170"/>
              <a:gd name="T2" fmla="*/ 6 w 133"/>
              <a:gd name="T3" fmla="*/ 0 h 170"/>
              <a:gd name="T4" fmla="*/ 121 w 133"/>
              <a:gd name="T5" fmla="*/ 158 h 170"/>
              <a:gd name="T6" fmla="*/ 48 w 133"/>
              <a:gd name="T7" fmla="*/ 136 h 170"/>
              <a:gd name="T8" fmla="*/ 84 w 133"/>
              <a:gd name="T9" fmla="*/ 136 h 170"/>
              <a:gd name="T10" fmla="*/ 33 w 133"/>
              <a:gd name="T11" fmla="*/ 37 h 170"/>
              <a:gd name="T12" fmla="*/ 25 w 133"/>
              <a:gd name="T13" fmla="*/ 25 h 170"/>
              <a:gd name="T14" fmla="*/ 36 w 133"/>
              <a:gd name="T15" fmla="*/ 52 h 170"/>
              <a:gd name="T16" fmla="*/ 25 w 133"/>
              <a:gd name="T17" fmla="*/ 60 h 170"/>
              <a:gd name="T18" fmla="*/ 33 w 133"/>
              <a:gd name="T19" fmla="*/ 49 h 170"/>
              <a:gd name="T20" fmla="*/ 35 w 133"/>
              <a:gd name="T21" fmla="*/ 84 h 170"/>
              <a:gd name="T22" fmla="*/ 24 w 133"/>
              <a:gd name="T23" fmla="*/ 76 h 170"/>
              <a:gd name="T24" fmla="*/ 36 w 133"/>
              <a:gd name="T25" fmla="*/ 76 h 170"/>
              <a:gd name="T26" fmla="*/ 27 w 133"/>
              <a:gd name="T27" fmla="*/ 109 h 170"/>
              <a:gd name="T28" fmla="*/ 27 w 133"/>
              <a:gd name="T29" fmla="*/ 97 h 170"/>
              <a:gd name="T30" fmla="*/ 36 w 133"/>
              <a:gd name="T31" fmla="*/ 130 h 170"/>
              <a:gd name="T32" fmla="*/ 24 w 133"/>
              <a:gd name="T33" fmla="*/ 130 h 170"/>
              <a:gd name="T34" fmla="*/ 35 w 133"/>
              <a:gd name="T35" fmla="*/ 122 h 170"/>
              <a:gd name="T36" fmla="*/ 57 w 133"/>
              <a:gd name="T37" fmla="*/ 37 h 170"/>
              <a:gd name="T38" fmla="*/ 49 w 133"/>
              <a:gd name="T39" fmla="*/ 25 h 170"/>
              <a:gd name="T40" fmla="*/ 60 w 133"/>
              <a:gd name="T41" fmla="*/ 52 h 170"/>
              <a:gd name="T42" fmla="*/ 49 w 133"/>
              <a:gd name="T43" fmla="*/ 60 h 170"/>
              <a:gd name="T44" fmla="*/ 57 w 133"/>
              <a:gd name="T45" fmla="*/ 49 h 170"/>
              <a:gd name="T46" fmla="*/ 59 w 133"/>
              <a:gd name="T47" fmla="*/ 84 h 170"/>
              <a:gd name="T48" fmla="*/ 48 w 133"/>
              <a:gd name="T49" fmla="*/ 76 h 170"/>
              <a:gd name="T50" fmla="*/ 60 w 133"/>
              <a:gd name="T51" fmla="*/ 76 h 170"/>
              <a:gd name="T52" fmla="*/ 51 w 133"/>
              <a:gd name="T53" fmla="*/ 109 h 170"/>
              <a:gd name="T54" fmla="*/ 51 w 133"/>
              <a:gd name="T55" fmla="*/ 97 h 170"/>
              <a:gd name="T56" fmla="*/ 84 w 133"/>
              <a:gd name="T57" fmla="*/ 33 h 170"/>
              <a:gd name="T58" fmla="*/ 72 w 133"/>
              <a:gd name="T59" fmla="*/ 33 h 170"/>
              <a:gd name="T60" fmla="*/ 83 w 133"/>
              <a:gd name="T61" fmla="*/ 25 h 170"/>
              <a:gd name="T62" fmla="*/ 81 w 133"/>
              <a:gd name="T63" fmla="*/ 61 h 170"/>
              <a:gd name="T64" fmla="*/ 73 w 133"/>
              <a:gd name="T65" fmla="*/ 50 h 170"/>
              <a:gd name="T66" fmla="*/ 84 w 133"/>
              <a:gd name="T67" fmla="*/ 76 h 170"/>
              <a:gd name="T68" fmla="*/ 73 w 133"/>
              <a:gd name="T69" fmla="*/ 84 h 170"/>
              <a:gd name="T70" fmla="*/ 81 w 133"/>
              <a:gd name="T71" fmla="*/ 73 h 170"/>
              <a:gd name="T72" fmla="*/ 83 w 133"/>
              <a:gd name="T73" fmla="*/ 108 h 170"/>
              <a:gd name="T74" fmla="*/ 72 w 133"/>
              <a:gd name="T75" fmla="*/ 100 h 170"/>
              <a:gd name="T76" fmla="*/ 84 w 133"/>
              <a:gd name="T77" fmla="*/ 100 h 170"/>
              <a:gd name="T78" fmla="*/ 99 w 133"/>
              <a:gd name="T79" fmla="*/ 37 h 170"/>
              <a:gd name="T80" fmla="*/ 99 w 133"/>
              <a:gd name="T81" fmla="*/ 24 h 170"/>
              <a:gd name="T82" fmla="*/ 108 w 133"/>
              <a:gd name="T83" fmla="*/ 58 h 170"/>
              <a:gd name="T84" fmla="*/ 96 w 133"/>
              <a:gd name="T85" fmla="*/ 58 h 170"/>
              <a:gd name="T86" fmla="*/ 108 w 133"/>
              <a:gd name="T87" fmla="*/ 50 h 170"/>
              <a:gd name="T88" fmla="*/ 105 w 133"/>
              <a:gd name="T89" fmla="*/ 85 h 170"/>
              <a:gd name="T90" fmla="*/ 97 w 133"/>
              <a:gd name="T91" fmla="*/ 74 h 170"/>
              <a:gd name="T92" fmla="*/ 108 w 133"/>
              <a:gd name="T93" fmla="*/ 100 h 170"/>
              <a:gd name="T94" fmla="*/ 97 w 133"/>
              <a:gd name="T95" fmla="*/ 108 h 170"/>
              <a:gd name="T96" fmla="*/ 105 w 133"/>
              <a:gd name="T97" fmla="*/ 97 h 170"/>
              <a:gd name="T98" fmla="*/ 108 w 133"/>
              <a:gd name="T99" fmla="*/ 132 h 170"/>
              <a:gd name="T100" fmla="*/ 96 w 133"/>
              <a:gd name="T101" fmla="*/ 124 h 170"/>
              <a:gd name="T102" fmla="*/ 108 w 133"/>
              <a:gd name="T103" fmla="*/ 124 h 1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33" h="170">
                <a:moveTo>
                  <a:pt x="133" y="6"/>
                </a:moveTo>
                <a:cubicBezTo>
                  <a:pt x="133" y="164"/>
                  <a:pt x="133" y="164"/>
                  <a:pt x="133" y="164"/>
                </a:cubicBezTo>
                <a:cubicBezTo>
                  <a:pt x="133" y="165"/>
                  <a:pt x="132" y="167"/>
                  <a:pt x="131" y="168"/>
                </a:cubicBezTo>
                <a:cubicBezTo>
                  <a:pt x="130" y="169"/>
                  <a:pt x="128" y="170"/>
                  <a:pt x="127" y="170"/>
                </a:cubicBezTo>
                <a:cubicBezTo>
                  <a:pt x="6" y="170"/>
                  <a:pt x="6" y="170"/>
                  <a:pt x="6" y="170"/>
                </a:cubicBezTo>
                <a:cubicBezTo>
                  <a:pt x="4" y="170"/>
                  <a:pt x="3" y="169"/>
                  <a:pt x="1" y="168"/>
                </a:cubicBezTo>
                <a:cubicBezTo>
                  <a:pt x="0" y="167"/>
                  <a:pt x="0" y="165"/>
                  <a:pt x="0" y="164"/>
                </a:cubicBezTo>
                <a:cubicBezTo>
                  <a:pt x="0" y="6"/>
                  <a:pt x="0" y="6"/>
                  <a:pt x="0" y="6"/>
                </a:cubicBezTo>
                <a:cubicBezTo>
                  <a:pt x="0" y="5"/>
                  <a:pt x="0" y="3"/>
                  <a:pt x="1" y="2"/>
                </a:cubicBezTo>
                <a:cubicBezTo>
                  <a:pt x="3" y="1"/>
                  <a:pt x="4" y="0"/>
                  <a:pt x="6" y="0"/>
                </a:cubicBezTo>
                <a:cubicBezTo>
                  <a:pt x="127" y="0"/>
                  <a:pt x="127" y="0"/>
                  <a:pt x="127" y="0"/>
                </a:cubicBezTo>
                <a:cubicBezTo>
                  <a:pt x="128" y="0"/>
                  <a:pt x="130" y="1"/>
                  <a:pt x="131" y="2"/>
                </a:cubicBezTo>
                <a:cubicBezTo>
                  <a:pt x="132" y="3"/>
                  <a:pt x="133" y="5"/>
                  <a:pt x="133" y="6"/>
                </a:cubicBezTo>
                <a:close/>
                <a:moveTo>
                  <a:pt x="84" y="158"/>
                </a:moveTo>
                <a:cubicBezTo>
                  <a:pt x="121" y="158"/>
                  <a:pt x="121" y="158"/>
                  <a:pt x="121" y="158"/>
                </a:cubicBezTo>
                <a:cubicBezTo>
                  <a:pt x="121" y="12"/>
                  <a:pt x="121" y="12"/>
                  <a:pt x="121" y="12"/>
                </a:cubicBezTo>
                <a:cubicBezTo>
                  <a:pt x="12" y="12"/>
                  <a:pt x="12" y="12"/>
                  <a:pt x="12" y="12"/>
                </a:cubicBezTo>
                <a:cubicBezTo>
                  <a:pt x="12" y="158"/>
                  <a:pt x="12" y="158"/>
                  <a:pt x="12" y="158"/>
                </a:cubicBezTo>
                <a:cubicBezTo>
                  <a:pt x="48" y="158"/>
                  <a:pt x="48" y="158"/>
                  <a:pt x="48" y="158"/>
                </a:cubicBezTo>
                <a:cubicBezTo>
                  <a:pt x="48" y="136"/>
                  <a:pt x="48" y="136"/>
                  <a:pt x="48" y="136"/>
                </a:cubicBezTo>
                <a:cubicBezTo>
                  <a:pt x="48" y="136"/>
                  <a:pt x="48" y="135"/>
                  <a:pt x="49" y="134"/>
                </a:cubicBezTo>
                <a:cubicBezTo>
                  <a:pt x="49" y="134"/>
                  <a:pt x="50" y="133"/>
                  <a:pt x="51" y="133"/>
                </a:cubicBezTo>
                <a:cubicBezTo>
                  <a:pt x="81" y="133"/>
                  <a:pt x="81" y="133"/>
                  <a:pt x="81" y="133"/>
                </a:cubicBezTo>
                <a:cubicBezTo>
                  <a:pt x="82" y="133"/>
                  <a:pt x="83" y="134"/>
                  <a:pt x="83" y="134"/>
                </a:cubicBezTo>
                <a:cubicBezTo>
                  <a:pt x="84" y="135"/>
                  <a:pt x="84" y="136"/>
                  <a:pt x="84" y="136"/>
                </a:cubicBezTo>
                <a:lnTo>
                  <a:pt x="84" y="158"/>
                </a:lnTo>
                <a:close/>
                <a:moveTo>
                  <a:pt x="36" y="27"/>
                </a:moveTo>
                <a:cubicBezTo>
                  <a:pt x="36" y="33"/>
                  <a:pt x="36" y="33"/>
                  <a:pt x="36" y="33"/>
                </a:cubicBezTo>
                <a:cubicBezTo>
                  <a:pt x="36" y="34"/>
                  <a:pt x="36" y="35"/>
                  <a:pt x="35" y="36"/>
                </a:cubicBezTo>
                <a:cubicBezTo>
                  <a:pt x="34" y="36"/>
                  <a:pt x="34" y="37"/>
                  <a:pt x="33" y="37"/>
                </a:cubicBezTo>
                <a:cubicBezTo>
                  <a:pt x="27" y="37"/>
                  <a:pt x="27" y="37"/>
                  <a:pt x="27" y="37"/>
                </a:cubicBezTo>
                <a:cubicBezTo>
                  <a:pt x="26" y="37"/>
                  <a:pt x="25" y="36"/>
                  <a:pt x="25" y="36"/>
                </a:cubicBezTo>
                <a:cubicBezTo>
                  <a:pt x="24" y="35"/>
                  <a:pt x="24" y="34"/>
                  <a:pt x="24" y="33"/>
                </a:cubicBezTo>
                <a:cubicBezTo>
                  <a:pt x="24" y="27"/>
                  <a:pt x="24" y="27"/>
                  <a:pt x="24" y="27"/>
                </a:cubicBezTo>
                <a:cubicBezTo>
                  <a:pt x="24" y="27"/>
                  <a:pt x="24" y="26"/>
                  <a:pt x="25" y="25"/>
                </a:cubicBezTo>
                <a:cubicBezTo>
                  <a:pt x="25" y="25"/>
                  <a:pt x="26" y="24"/>
                  <a:pt x="27" y="24"/>
                </a:cubicBezTo>
                <a:cubicBezTo>
                  <a:pt x="33" y="24"/>
                  <a:pt x="33" y="24"/>
                  <a:pt x="33" y="24"/>
                </a:cubicBezTo>
                <a:cubicBezTo>
                  <a:pt x="34" y="24"/>
                  <a:pt x="34" y="25"/>
                  <a:pt x="35" y="25"/>
                </a:cubicBezTo>
                <a:cubicBezTo>
                  <a:pt x="36" y="26"/>
                  <a:pt x="36" y="27"/>
                  <a:pt x="36" y="27"/>
                </a:cubicBezTo>
                <a:close/>
                <a:moveTo>
                  <a:pt x="36" y="52"/>
                </a:moveTo>
                <a:cubicBezTo>
                  <a:pt x="36" y="58"/>
                  <a:pt x="36" y="58"/>
                  <a:pt x="36" y="58"/>
                </a:cubicBezTo>
                <a:cubicBezTo>
                  <a:pt x="36" y="58"/>
                  <a:pt x="36" y="59"/>
                  <a:pt x="35" y="60"/>
                </a:cubicBezTo>
                <a:cubicBezTo>
                  <a:pt x="34" y="60"/>
                  <a:pt x="34" y="61"/>
                  <a:pt x="33" y="61"/>
                </a:cubicBezTo>
                <a:cubicBezTo>
                  <a:pt x="27" y="61"/>
                  <a:pt x="27" y="61"/>
                  <a:pt x="27" y="61"/>
                </a:cubicBezTo>
                <a:cubicBezTo>
                  <a:pt x="26" y="61"/>
                  <a:pt x="25" y="60"/>
                  <a:pt x="25" y="60"/>
                </a:cubicBezTo>
                <a:cubicBezTo>
                  <a:pt x="24" y="59"/>
                  <a:pt x="24" y="58"/>
                  <a:pt x="24" y="58"/>
                </a:cubicBezTo>
                <a:cubicBezTo>
                  <a:pt x="24" y="52"/>
                  <a:pt x="24" y="52"/>
                  <a:pt x="24" y="52"/>
                </a:cubicBezTo>
                <a:cubicBezTo>
                  <a:pt x="24" y="51"/>
                  <a:pt x="24" y="50"/>
                  <a:pt x="25" y="50"/>
                </a:cubicBezTo>
                <a:cubicBezTo>
                  <a:pt x="25" y="49"/>
                  <a:pt x="26" y="49"/>
                  <a:pt x="27" y="49"/>
                </a:cubicBezTo>
                <a:cubicBezTo>
                  <a:pt x="33" y="49"/>
                  <a:pt x="33" y="49"/>
                  <a:pt x="33" y="49"/>
                </a:cubicBezTo>
                <a:cubicBezTo>
                  <a:pt x="34" y="49"/>
                  <a:pt x="34" y="49"/>
                  <a:pt x="35" y="50"/>
                </a:cubicBezTo>
                <a:cubicBezTo>
                  <a:pt x="36" y="50"/>
                  <a:pt x="36" y="51"/>
                  <a:pt x="36" y="52"/>
                </a:cubicBezTo>
                <a:close/>
                <a:moveTo>
                  <a:pt x="36" y="76"/>
                </a:moveTo>
                <a:cubicBezTo>
                  <a:pt x="36" y="82"/>
                  <a:pt x="36" y="82"/>
                  <a:pt x="36" y="82"/>
                </a:cubicBezTo>
                <a:cubicBezTo>
                  <a:pt x="36" y="83"/>
                  <a:pt x="36" y="83"/>
                  <a:pt x="35" y="84"/>
                </a:cubicBezTo>
                <a:cubicBezTo>
                  <a:pt x="34" y="85"/>
                  <a:pt x="34" y="85"/>
                  <a:pt x="33" y="85"/>
                </a:cubicBezTo>
                <a:cubicBezTo>
                  <a:pt x="27" y="85"/>
                  <a:pt x="27" y="85"/>
                  <a:pt x="27" y="85"/>
                </a:cubicBezTo>
                <a:cubicBezTo>
                  <a:pt x="26" y="85"/>
                  <a:pt x="25" y="85"/>
                  <a:pt x="25" y="84"/>
                </a:cubicBezTo>
                <a:cubicBezTo>
                  <a:pt x="24" y="83"/>
                  <a:pt x="24" y="83"/>
                  <a:pt x="24" y="82"/>
                </a:cubicBezTo>
                <a:cubicBezTo>
                  <a:pt x="24" y="76"/>
                  <a:pt x="24" y="76"/>
                  <a:pt x="24" y="76"/>
                </a:cubicBezTo>
                <a:cubicBezTo>
                  <a:pt x="24" y="75"/>
                  <a:pt x="24" y="74"/>
                  <a:pt x="25" y="74"/>
                </a:cubicBezTo>
                <a:cubicBezTo>
                  <a:pt x="25" y="73"/>
                  <a:pt x="26" y="73"/>
                  <a:pt x="27" y="73"/>
                </a:cubicBezTo>
                <a:cubicBezTo>
                  <a:pt x="33" y="73"/>
                  <a:pt x="33" y="73"/>
                  <a:pt x="33" y="73"/>
                </a:cubicBezTo>
                <a:cubicBezTo>
                  <a:pt x="34" y="73"/>
                  <a:pt x="34" y="73"/>
                  <a:pt x="35" y="74"/>
                </a:cubicBezTo>
                <a:cubicBezTo>
                  <a:pt x="36" y="74"/>
                  <a:pt x="36" y="75"/>
                  <a:pt x="36" y="76"/>
                </a:cubicBezTo>
                <a:close/>
                <a:moveTo>
                  <a:pt x="36" y="100"/>
                </a:moveTo>
                <a:cubicBezTo>
                  <a:pt x="36" y="106"/>
                  <a:pt x="36" y="106"/>
                  <a:pt x="36" y="106"/>
                </a:cubicBezTo>
                <a:cubicBezTo>
                  <a:pt x="36" y="107"/>
                  <a:pt x="36" y="108"/>
                  <a:pt x="35" y="108"/>
                </a:cubicBezTo>
                <a:cubicBezTo>
                  <a:pt x="34" y="109"/>
                  <a:pt x="34" y="109"/>
                  <a:pt x="33" y="109"/>
                </a:cubicBezTo>
                <a:cubicBezTo>
                  <a:pt x="27" y="109"/>
                  <a:pt x="27" y="109"/>
                  <a:pt x="27" y="109"/>
                </a:cubicBezTo>
                <a:cubicBezTo>
                  <a:pt x="26" y="109"/>
                  <a:pt x="25" y="109"/>
                  <a:pt x="25" y="108"/>
                </a:cubicBezTo>
                <a:cubicBezTo>
                  <a:pt x="24" y="108"/>
                  <a:pt x="24" y="107"/>
                  <a:pt x="24" y="106"/>
                </a:cubicBezTo>
                <a:cubicBezTo>
                  <a:pt x="24" y="100"/>
                  <a:pt x="24" y="100"/>
                  <a:pt x="24" y="100"/>
                </a:cubicBezTo>
                <a:cubicBezTo>
                  <a:pt x="24" y="99"/>
                  <a:pt x="24" y="99"/>
                  <a:pt x="25" y="98"/>
                </a:cubicBezTo>
                <a:cubicBezTo>
                  <a:pt x="25" y="97"/>
                  <a:pt x="26" y="97"/>
                  <a:pt x="27" y="97"/>
                </a:cubicBezTo>
                <a:cubicBezTo>
                  <a:pt x="33" y="97"/>
                  <a:pt x="33" y="97"/>
                  <a:pt x="33" y="97"/>
                </a:cubicBezTo>
                <a:cubicBezTo>
                  <a:pt x="34" y="97"/>
                  <a:pt x="34" y="97"/>
                  <a:pt x="35" y="98"/>
                </a:cubicBezTo>
                <a:cubicBezTo>
                  <a:pt x="36" y="99"/>
                  <a:pt x="36" y="99"/>
                  <a:pt x="36" y="100"/>
                </a:cubicBezTo>
                <a:close/>
                <a:moveTo>
                  <a:pt x="36" y="124"/>
                </a:moveTo>
                <a:cubicBezTo>
                  <a:pt x="36" y="130"/>
                  <a:pt x="36" y="130"/>
                  <a:pt x="36" y="130"/>
                </a:cubicBezTo>
                <a:cubicBezTo>
                  <a:pt x="36" y="131"/>
                  <a:pt x="36" y="132"/>
                  <a:pt x="35" y="132"/>
                </a:cubicBezTo>
                <a:cubicBezTo>
                  <a:pt x="34" y="133"/>
                  <a:pt x="34" y="133"/>
                  <a:pt x="33" y="133"/>
                </a:cubicBezTo>
                <a:cubicBezTo>
                  <a:pt x="27" y="133"/>
                  <a:pt x="27" y="133"/>
                  <a:pt x="27" y="133"/>
                </a:cubicBezTo>
                <a:cubicBezTo>
                  <a:pt x="26" y="133"/>
                  <a:pt x="25" y="133"/>
                  <a:pt x="25" y="132"/>
                </a:cubicBezTo>
                <a:cubicBezTo>
                  <a:pt x="24" y="132"/>
                  <a:pt x="24" y="131"/>
                  <a:pt x="24" y="130"/>
                </a:cubicBezTo>
                <a:cubicBezTo>
                  <a:pt x="24" y="124"/>
                  <a:pt x="24" y="124"/>
                  <a:pt x="24" y="124"/>
                </a:cubicBezTo>
                <a:cubicBezTo>
                  <a:pt x="24" y="123"/>
                  <a:pt x="24" y="123"/>
                  <a:pt x="25" y="122"/>
                </a:cubicBezTo>
                <a:cubicBezTo>
                  <a:pt x="25" y="122"/>
                  <a:pt x="26" y="121"/>
                  <a:pt x="27" y="121"/>
                </a:cubicBezTo>
                <a:cubicBezTo>
                  <a:pt x="33" y="121"/>
                  <a:pt x="33" y="121"/>
                  <a:pt x="33" y="121"/>
                </a:cubicBezTo>
                <a:cubicBezTo>
                  <a:pt x="34" y="121"/>
                  <a:pt x="34" y="122"/>
                  <a:pt x="35" y="122"/>
                </a:cubicBezTo>
                <a:cubicBezTo>
                  <a:pt x="36" y="123"/>
                  <a:pt x="36" y="123"/>
                  <a:pt x="36" y="124"/>
                </a:cubicBezTo>
                <a:close/>
                <a:moveTo>
                  <a:pt x="60" y="27"/>
                </a:moveTo>
                <a:cubicBezTo>
                  <a:pt x="60" y="33"/>
                  <a:pt x="60" y="33"/>
                  <a:pt x="60" y="33"/>
                </a:cubicBezTo>
                <a:cubicBezTo>
                  <a:pt x="60" y="34"/>
                  <a:pt x="60" y="35"/>
                  <a:pt x="59" y="36"/>
                </a:cubicBezTo>
                <a:cubicBezTo>
                  <a:pt x="59" y="36"/>
                  <a:pt x="58" y="37"/>
                  <a:pt x="57" y="37"/>
                </a:cubicBezTo>
                <a:cubicBezTo>
                  <a:pt x="51" y="37"/>
                  <a:pt x="51" y="37"/>
                  <a:pt x="51" y="37"/>
                </a:cubicBezTo>
                <a:cubicBezTo>
                  <a:pt x="50" y="37"/>
                  <a:pt x="49" y="36"/>
                  <a:pt x="49" y="36"/>
                </a:cubicBezTo>
                <a:cubicBezTo>
                  <a:pt x="48" y="35"/>
                  <a:pt x="48" y="34"/>
                  <a:pt x="48" y="33"/>
                </a:cubicBezTo>
                <a:cubicBezTo>
                  <a:pt x="48" y="27"/>
                  <a:pt x="48" y="27"/>
                  <a:pt x="48" y="27"/>
                </a:cubicBezTo>
                <a:cubicBezTo>
                  <a:pt x="48" y="27"/>
                  <a:pt x="48" y="26"/>
                  <a:pt x="49" y="25"/>
                </a:cubicBezTo>
                <a:cubicBezTo>
                  <a:pt x="49" y="25"/>
                  <a:pt x="50" y="24"/>
                  <a:pt x="51" y="24"/>
                </a:cubicBezTo>
                <a:cubicBezTo>
                  <a:pt x="57" y="24"/>
                  <a:pt x="57" y="24"/>
                  <a:pt x="57" y="24"/>
                </a:cubicBezTo>
                <a:cubicBezTo>
                  <a:pt x="58" y="24"/>
                  <a:pt x="59" y="25"/>
                  <a:pt x="59" y="25"/>
                </a:cubicBezTo>
                <a:cubicBezTo>
                  <a:pt x="60" y="26"/>
                  <a:pt x="60" y="27"/>
                  <a:pt x="60" y="27"/>
                </a:cubicBezTo>
                <a:close/>
                <a:moveTo>
                  <a:pt x="60" y="52"/>
                </a:moveTo>
                <a:cubicBezTo>
                  <a:pt x="60" y="58"/>
                  <a:pt x="60" y="58"/>
                  <a:pt x="60" y="58"/>
                </a:cubicBezTo>
                <a:cubicBezTo>
                  <a:pt x="60" y="58"/>
                  <a:pt x="60" y="59"/>
                  <a:pt x="59" y="60"/>
                </a:cubicBezTo>
                <a:cubicBezTo>
                  <a:pt x="59" y="60"/>
                  <a:pt x="58" y="61"/>
                  <a:pt x="57" y="61"/>
                </a:cubicBezTo>
                <a:cubicBezTo>
                  <a:pt x="51" y="61"/>
                  <a:pt x="51" y="61"/>
                  <a:pt x="51" y="61"/>
                </a:cubicBezTo>
                <a:cubicBezTo>
                  <a:pt x="50" y="61"/>
                  <a:pt x="49" y="60"/>
                  <a:pt x="49" y="60"/>
                </a:cubicBezTo>
                <a:cubicBezTo>
                  <a:pt x="48" y="59"/>
                  <a:pt x="48" y="58"/>
                  <a:pt x="48" y="58"/>
                </a:cubicBezTo>
                <a:cubicBezTo>
                  <a:pt x="48" y="52"/>
                  <a:pt x="48" y="52"/>
                  <a:pt x="48" y="52"/>
                </a:cubicBezTo>
                <a:cubicBezTo>
                  <a:pt x="48" y="51"/>
                  <a:pt x="48" y="50"/>
                  <a:pt x="49" y="50"/>
                </a:cubicBezTo>
                <a:cubicBezTo>
                  <a:pt x="49" y="49"/>
                  <a:pt x="50" y="49"/>
                  <a:pt x="51" y="49"/>
                </a:cubicBezTo>
                <a:cubicBezTo>
                  <a:pt x="57" y="49"/>
                  <a:pt x="57" y="49"/>
                  <a:pt x="57" y="49"/>
                </a:cubicBezTo>
                <a:cubicBezTo>
                  <a:pt x="58" y="49"/>
                  <a:pt x="59" y="49"/>
                  <a:pt x="59" y="50"/>
                </a:cubicBezTo>
                <a:cubicBezTo>
                  <a:pt x="60" y="50"/>
                  <a:pt x="60" y="51"/>
                  <a:pt x="60" y="52"/>
                </a:cubicBezTo>
                <a:close/>
                <a:moveTo>
                  <a:pt x="60" y="76"/>
                </a:moveTo>
                <a:cubicBezTo>
                  <a:pt x="60" y="82"/>
                  <a:pt x="60" y="82"/>
                  <a:pt x="60" y="82"/>
                </a:cubicBezTo>
                <a:cubicBezTo>
                  <a:pt x="60" y="83"/>
                  <a:pt x="60" y="83"/>
                  <a:pt x="59" y="84"/>
                </a:cubicBezTo>
                <a:cubicBezTo>
                  <a:pt x="59" y="85"/>
                  <a:pt x="58" y="85"/>
                  <a:pt x="57" y="85"/>
                </a:cubicBezTo>
                <a:cubicBezTo>
                  <a:pt x="51" y="85"/>
                  <a:pt x="51" y="85"/>
                  <a:pt x="51" y="85"/>
                </a:cubicBezTo>
                <a:cubicBezTo>
                  <a:pt x="50" y="85"/>
                  <a:pt x="49" y="85"/>
                  <a:pt x="49" y="84"/>
                </a:cubicBezTo>
                <a:cubicBezTo>
                  <a:pt x="48" y="83"/>
                  <a:pt x="48" y="83"/>
                  <a:pt x="48" y="82"/>
                </a:cubicBezTo>
                <a:cubicBezTo>
                  <a:pt x="48" y="76"/>
                  <a:pt x="48" y="76"/>
                  <a:pt x="48" y="76"/>
                </a:cubicBezTo>
                <a:cubicBezTo>
                  <a:pt x="48" y="75"/>
                  <a:pt x="48" y="74"/>
                  <a:pt x="49" y="74"/>
                </a:cubicBezTo>
                <a:cubicBezTo>
                  <a:pt x="49" y="73"/>
                  <a:pt x="50" y="73"/>
                  <a:pt x="51" y="73"/>
                </a:cubicBezTo>
                <a:cubicBezTo>
                  <a:pt x="57" y="73"/>
                  <a:pt x="57" y="73"/>
                  <a:pt x="57" y="73"/>
                </a:cubicBezTo>
                <a:cubicBezTo>
                  <a:pt x="58" y="73"/>
                  <a:pt x="59" y="73"/>
                  <a:pt x="59" y="74"/>
                </a:cubicBezTo>
                <a:cubicBezTo>
                  <a:pt x="60" y="74"/>
                  <a:pt x="60" y="75"/>
                  <a:pt x="60" y="76"/>
                </a:cubicBezTo>
                <a:close/>
                <a:moveTo>
                  <a:pt x="60" y="100"/>
                </a:moveTo>
                <a:cubicBezTo>
                  <a:pt x="60" y="106"/>
                  <a:pt x="60" y="106"/>
                  <a:pt x="60" y="106"/>
                </a:cubicBezTo>
                <a:cubicBezTo>
                  <a:pt x="60" y="107"/>
                  <a:pt x="60" y="108"/>
                  <a:pt x="59" y="108"/>
                </a:cubicBezTo>
                <a:cubicBezTo>
                  <a:pt x="59" y="109"/>
                  <a:pt x="58" y="109"/>
                  <a:pt x="57" y="109"/>
                </a:cubicBezTo>
                <a:cubicBezTo>
                  <a:pt x="51" y="109"/>
                  <a:pt x="51" y="109"/>
                  <a:pt x="51" y="109"/>
                </a:cubicBezTo>
                <a:cubicBezTo>
                  <a:pt x="50" y="109"/>
                  <a:pt x="49" y="109"/>
                  <a:pt x="49" y="108"/>
                </a:cubicBezTo>
                <a:cubicBezTo>
                  <a:pt x="48" y="108"/>
                  <a:pt x="48" y="107"/>
                  <a:pt x="48" y="106"/>
                </a:cubicBezTo>
                <a:cubicBezTo>
                  <a:pt x="48" y="100"/>
                  <a:pt x="48" y="100"/>
                  <a:pt x="48" y="100"/>
                </a:cubicBezTo>
                <a:cubicBezTo>
                  <a:pt x="48" y="99"/>
                  <a:pt x="48" y="99"/>
                  <a:pt x="49" y="98"/>
                </a:cubicBezTo>
                <a:cubicBezTo>
                  <a:pt x="49" y="97"/>
                  <a:pt x="50" y="97"/>
                  <a:pt x="51" y="97"/>
                </a:cubicBezTo>
                <a:cubicBezTo>
                  <a:pt x="57" y="97"/>
                  <a:pt x="57" y="97"/>
                  <a:pt x="57" y="97"/>
                </a:cubicBezTo>
                <a:cubicBezTo>
                  <a:pt x="58" y="97"/>
                  <a:pt x="59" y="97"/>
                  <a:pt x="59" y="98"/>
                </a:cubicBezTo>
                <a:cubicBezTo>
                  <a:pt x="60" y="99"/>
                  <a:pt x="60" y="99"/>
                  <a:pt x="60" y="100"/>
                </a:cubicBezTo>
                <a:close/>
                <a:moveTo>
                  <a:pt x="84" y="27"/>
                </a:moveTo>
                <a:cubicBezTo>
                  <a:pt x="84" y="33"/>
                  <a:pt x="84" y="33"/>
                  <a:pt x="84" y="33"/>
                </a:cubicBezTo>
                <a:cubicBezTo>
                  <a:pt x="84" y="34"/>
                  <a:pt x="84" y="35"/>
                  <a:pt x="83" y="36"/>
                </a:cubicBezTo>
                <a:cubicBezTo>
                  <a:pt x="83" y="36"/>
                  <a:pt x="82" y="37"/>
                  <a:pt x="81" y="37"/>
                </a:cubicBezTo>
                <a:cubicBezTo>
                  <a:pt x="75" y="37"/>
                  <a:pt x="75" y="37"/>
                  <a:pt x="75" y="37"/>
                </a:cubicBezTo>
                <a:cubicBezTo>
                  <a:pt x="74" y="37"/>
                  <a:pt x="74" y="36"/>
                  <a:pt x="73" y="36"/>
                </a:cubicBezTo>
                <a:cubicBezTo>
                  <a:pt x="72" y="35"/>
                  <a:pt x="72" y="34"/>
                  <a:pt x="72" y="33"/>
                </a:cubicBezTo>
                <a:cubicBezTo>
                  <a:pt x="72" y="27"/>
                  <a:pt x="72" y="27"/>
                  <a:pt x="72" y="27"/>
                </a:cubicBezTo>
                <a:cubicBezTo>
                  <a:pt x="72" y="27"/>
                  <a:pt x="72" y="26"/>
                  <a:pt x="73" y="25"/>
                </a:cubicBezTo>
                <a:cubicBezTo>
                  <a:pt x="74" y="25"/>
                  <a:pt x="74" y="24"/>
                  <a:pt x="75" y="24"/>
                </a:cubicBezTo>
                <a:cubicBezTo>
                  <a:pt x="81" y="24"/>
                  <a:pt x="81" y="24"/>
                  <a:pt x="81" y="24"/>
                </a:cubicBezTo>
                <a:cubicBezTo>
                  <a:pt x="82" y="24"/>
                  <a:pt x="83" y="25"/>
                  <a:pt x="83" y="25"/>
                </a:cubicBezTo>
                <a:cubicBezTo>
                  <a:pt x="84" y="26"/>
                  <a:pt x="84" y="27"/>
                  <a:pt x="84" y="27"/>
                </a:cubicBezTo>
                <a:close/>
                <a:moveTo>
                  <a:pt x="84" y="52"/>
                </a:moveTo>
                <a:cubicBezTo>
                  <a:pt x="84" y="58"/>
                  <a:pt x="84" y="58"/>
                  <a:pt x="84" y="58"/>
                </a:cubicBezTo>
                <a:cubicBezTo>
                  <a:pt x="84" y="58"/>
                  <a:pt x="84" y="59"/>
                  <a:pt x="83" y="60"/>
                </a:cubicBezTo>
                <a:cubicBezTo>
                  <a:pt x="83" y="60"/>
                  <a:pt x="82" y="61"/>
                  <a:pt x="81" y="61"/>
                </a:cubicBezTo>
                <a:cubicBezTo>
                  <a:pt x="75" y="61"/>
                  <a:pt x="75" y="61"/>
                  <a:pt x="75" y="61"/>
                </a:cubicBezTo>
                <a:cubicBezTo>
                  <a:pt x="74" y="61"/>
                  <a:pt x="74" y="60"/>
                  <a:pt x="73" y="60"/>
                </a:cubicBezTo>
                <a:cubicBezTo>
                  <a:pt x="72" y="59"/>
                  <a:pt x="72" y="58"/>
                  <a:pt x="72" y="58"/>
                </a:cubicBezTo>
                <a:cubicBezTo>
                  <a:pt x="72" y="52"/>
                  <a:pt x="72" y="52"/>
                  <a:pt x="72" y="52"/>
                </a:cubicBezTo>
                <a:cubicBezTo>
                  <a:pt x="72" y="51"/>
                  <a:pt x="72" y="50"/>
                  <a:pt x="73" y="50"/>
                </a:cubicBezTo>
                <a:cubicBezTo>
                  <a:pt x="74" y="49"/>
                  <a:pt x="74" y="49"/>
                  <a:pt x="75" y="49"/>
                </a:cubicBezTo>
                <a:cubicBezTo>
                  <a:pt x="81" y="49"/>
                  <a:pt x="81" y="49"/>
                  <a:pt x="81" y="49"/>
                </a:cubicBezTo>
                <a:cubicBezTo>
                  <a:pt x="82" y="49"/>
                  <a:pt x="83" y="49"/>
                  <a:pt x="83" y="50"/>
                </a:cubicBezTo>
                <a:cubicBezTo>
                  <a:pt x="84" y="50"/>
                  <a:pt x="84" y="51"/>
                  <a:pt x="84" y="52"/>
                </a:cubicBezTo>
                <a:close/>
                <a:moveTo>
                  <a:pt x="84" y="76"/>
                </a:moveTo>
                <a:cubicBezTo>
                  <a:pt x="84" y="82"/>
                  <a:pt x="84" y="82"/>
                  <a:pt x="84" y="82"/>
                </a:cubicBezTo>
                <a:cubicBezTo>
                  <a:pt x="84" y="83"/>
                  <a:pt x="84" y="83"/>
                  <a:pt x="83" y="84"/>
                </a:cubicBezTo>
                <a:cubicBezTo>
                  <a:pt x="83" y="85"/>
                  <a:pt x="82" y="85"/>
                  <a:pt x="81" y="85"/>
                </a:cubicBezTo>
                <a:cubicBezTo>
                  <a:pt x="75" y="85"/>
                  <a:pt x="75" y="85"/>
                  <a:pt x="75" y="85"/>
                </a:cubicBezTo>
                <a:cubicBezTo>
                  <a:pt x="74" y="85"/>
                  <a:pt x="74" y="85"/>
                  <a:pt x="73" y="84"/>
                </a:cubicBezTo>
                <a:cubicBezTo>
                  <a:pt x="72" y="83"/>
                  <a:pt x="72" y="83"/>
                  <a:pt x="72" y="82"/>
                </a:cubicBezTo>
                <a:cubicBezTo>
                  <a:pt x="72" y="76"/>
                  <a:pt x="72" y="76"/>
                  <a:pt x="72" y="76"/>
                </a:cubicBezTo>
                <a:cubicBezTo>
                  <a:pt x="72" y="75"/>
                  <a:pt x="72" y="74"/>
                  <a:pt x="73" y="74"/>
                </a:cubicBezTo>
                <a:cubicBezTo>
                  <a:pt x="74" y="73"/>
                  <a:pt x="74" y="73"/>
                  <a:pt x="75" y="73"/>
                </a:cubicBezTo>
                <a:cubicBezTo>
                  <a:pt x="81" y="73"/>
                  <a:pt x="81" y="73"/>
                  <a:pt x="81" y="73"/>
                </a:cubicBezTo>
                <a:cubicBezTo>
                  <a:pt x="82" y="73"/>
                  <a:pt x="83" y="73"/>
                  <a:pt x="83" y="74"/>
                </a:cubicBezTo>
                <a:cubicBezTo>
                  <a:pt x="84" y="74"/>
                  <a:pt x="84" y="75"/>
                  <a:pt x="84" y="76"/>
                </a:cubicBezTo>
                <a:close/>
                <a:moveTo>
                  <a:pt x="84" y="100"/>
                </a:moveTo>
                <a:cubicBezTo>
                  <a:pt x="84" y="106"/>
                  <a:pt x="84" y="106"/>
                  <a:pt x="84" y="106"/>
                </a:cubicBezTo>
                <a:cubicBezTo>
                  <a:pt x="84" y="107"/>
                  <a:pt x="84" y="108"/>
                  <a:pt x="83" y="108"/>
                </a:cubicBezTo>
                <a:cubicBezTo>
                  <a:pt x="83" y="109"/>
                  <a:pt x="82" y="109"/>
                  <a:pt x="81" y="109"/>
                </a:cubicBezTo>
                <a:cubicBezTo>
                  <a:pt x="75" y="109"/>
                  <a:pt x="75" y="109"/>
                  <a:pt x="75" y="109"/>
                </a:cubicBezTo>
                <a:cubicBezTo>
                  <a:pt x="74" y="109"/>
                  <a:pt x="74" y="109"/>
                  <a:pt x="73" y="108"/>
                </a:cubicBezTo>
                <a:cubicBezTo>
                  <a:pt x="72" y="108"/>
                  <a:pt x="72" y="107"/>
                  <a:pt x="72" y="106"/>
                </a:cubicBezTo>
                <a:cubicBezTo>
                  <a:pt x="72" y="100"/>
                  <a:pt x="72" y="100"/>
                  <a:pt x="72" y="100"/>
                </a:cubicBezTo>
                <a:cubicBezTo>
                  <a:pt x="72" y="99"/>
                  <a:pt x="72" y="99"/>
                  <a:pt x="73" y="98"/>
                </a:cubicBezTo>
                <a:cubicBezTo>
                  <a:pt x="74" y="97"/>
                  <a:pt x="74" y="97"/>
                  <a:pt x="75" y="97"/>
                </a:cubicBezTo>
                <a:cubicBezTo>
                  <a:pt x="81" y="97"/>
                  <a:pt x="81" y="97"/>
                  <a:pt x="81" y="97"/>
                </a:cubicBezTo>
                <a:cubicBezTo>
                  <a:pt x="82" y="97"/>
                  <a:pt x="83" y="97"/>
                  <a:pt x="83" y="98"/>
                </a:cubicBezTo>
                <a:cubicBezTo>
                  <a:pt x="84" y="99"/>
                  <a:pt x="84" y="99"/>
                  <a:pt x="84" y="100"/>
                </a:cubicBezTo>
                <a:close/>
                <a:moveTo>
                  <a:pt x="108" y="27"/>
                </a:moveTo>
                <a:cubicBezTo>
                  <a:pt x="108" y="33"/>
                  <a:pt x="108" y="33"/>
                  <a:pt x="108" y="33"/>
                </a:cubicBezTo>
                <a:cubicBezTo>
                  <a:pt x="108" y="34"/>
                  <a:pt x="108" y="35"/>
                  <a:pt x="108" y="36"/>
                </a:cubicBezTo>
                <a:cubicBezTo>
                  <a:pt x="107" y="36"/>
                  <a:pt x="106" y="37"/>
                  <a:pt x="105" y="37"/>
                </a:cubicBezTo>
                <a:cubicBezTo>
                  <a:pt x="99" y="37"/>
                  <a:pt x="99" y="37"/>
                  <a:pt x="99" y="37"/>
                </a:cubicBezTo>
                <a:cubicBezTo>
                  <a:pt x="99" y="37"/>
                  <a:pt x="98" y="36"/>
                  <a:pt x="97" y="36"/>
                </a:cubicBezTo>
                <a:cubicBezTo>
                  <a:pt x="97" y="35"/>
                  <a:pt x="96" y="34"/>
                  <a:pt x="96" y="33"/>
                </a:cubicBezTo>
                <a:cubicBezTo>
                  <a:pt x="96" y="27"/>
                  <a:pt x="96" y="27"/>
                  <a:pt x="96" y="27"/>
                </a:cubicBezTo>
                <a:cubicBezTo>
                  <a:pt x="96" y="27"/>
                  <a:pt x="97" y="26"/>
                  <a:pt x="97" y="25"/>
                </a:cubicBezTo>
                <a:cubicBezTo>
                  <a:pt x="98" y="25"/>
                  <a:pt x="99" y="24"/>
                  <a:pt x="99" y="24"/>
                </a:cubicBezTo>
                <a:cubicBezTo>
                  <a:pt x="105" y="24"/>
                  <a:pt x="105" y="24"/>
                  <a:pt x="105" y="24"/>
                </a:cubicBezTo>
                <a:cubicBezTo>
                  <a:pt x="106" y="24"/>
                  <a:pt x="107" y="25"/>
                  <a:pt x="108" y="25"/>
                </a:cubicBezTo>
                <a:cubicBezTo>
                  <a:pt x="108" y="26"/>
                  <a:pt x="108" y="27"/>
                  <a:pt x="108" y="27"/>
                </a:cubicBezTo>
                <a:close/>
                <a:moveTo>
                  <a:pt x="108" y="52"/>
                </a:moveTo>
                <a:cubicBezTo>
                  <a:pt x="108" y="58"/>
                  <a:pt x="108" y="58"/>
                  <a:pt x="108" y="58"/>
                </a:cubicBezTo>
                <a:cubicBezTo>
                  <a:pt x="108" y="58"/>
                  <a:pt x="108" y="59"/>
                  <a:pt x="108" y="60"/>
                </a:cubicBezTo>
                <a:cubicBezTo>
                  <a:pt x="107" y="60"/>
                  <a:pt x="106" y="61"/>
                  <a:pt x="105" y="61"/>
                </a:cubicBezTo>
                <a:cubicBezTo>
                  <a:pt x="99" y="61"/>
                  <a:pt x="99" y="61"/>
                  <a:pt x="99" y="61"/>
                </a:cubicBezTo>
                <a:cubicBezTo>
                  <a:pt x="99" y="61"/>
                  <a:pt x="98" y="60"/>
                  <a:pt x="97" y="60"/>
                </a:cubicBezTo>
                <a:cubicBezTo>
                  <a:pt x="97" y="59"/>
                  <a:pt x="96" y="58"/>
                  <a:pt x="96" y="58"/>
                </a:cubicBezTo>
                <a:cubicBezTo>
                  <a:pt x="96" y="52"/>
                  <a:pt x="96" y="52"/>
                  <a:pt x="96" y="52"/>
                </a:cubicBezTo>
                <a:cubicBezTo>
                  <a:pt x="96" y="51"/>
                  <a:pt x="97" y="50"/>
                  <a:pt x="97" y="50"/>
                </a:cubicBezTo>
                <a:cubicBezTo>
                  <a:pt x="98" y="49"/>
                  <a:pt x="99" y="49"/>
                  <a:pt x="99" y="49"/>
                </a:cubicBezTo>
                <a:cubicBezTo>
                  <a:pt x="105" y="49"/>
                  <a:pt x="105" y="49"/>
                  <a:pt x="105" y="49"/>
                </a:cubicBezTo>
                <a:cubicBezTo>
                  <a:pt x="106" y="49"/>
                  <a:pt x="107" y="49"/>
                  <a:pt x="108" y="50"/>
                </a:cubicBezTo>
                <a:cubicBezTo>
                  <a:pt x="108" y="50"/>
                  <a:pt x="108" y="51"/>
                  <a:pt x="108" y="52"/>
                </a:cubicBezTo>
                <a:close/>
                <a:moveTo>
                  <a:pt x="108" y="76"/>
                </a:moveTo>
                <a:cubicBezTo>
                  <a:pt x="108" y="82"/>
                  <a:pt x="108" y="82"/>
                  <a:pt x="108" y="82"/>
                </a:cubicBezTo>
                <a:cubicBezTo>
                  <a:pt x="108" y="83"/>
                  <a:pt x="108" y="83"/>
                  <a:pt x="108" y="84"/>
                </a:cubicBezTo>
                <a:cubicBezTo>
                  <a:pt x="107" y="85"/>
                  <a:pt x="106" y="85"/>
                  <a:pt x="105" y="85"/>
                </a:cubicBezTo>
                <a:cubicBezTo>
                  <a:pt x="99" y="85"/>
                  <a:pt x="99" y="85"/>
                  <a:pt x="99" y="85"/>
                </a:cubicBezTo>
                <a:cubicBezTo>
                  <a:pt x="99" y="85"/>
                  <a:pt x="98" y="85"/>
                  <a:pt x="97" y="84"/>
                </a:cubicBezTo>
                <a:cubicBezTo>
                  <a:pt x="97" y="83"/>
                  <a:pt x="96" y="83"/>
                  <a:pt x="96" y="82"/>
                </a:cubicBezTo>
                <a:cubicBezTo>
                  <a:pt x="96" y="76"/>
                  <a:pt x="96" y="76"/>
                  <a:pt x="96" y="76"/>
                </a:cubicBezTo>
                <a:cubicBezTo>
                  <a:pt x="96" y="75"/>
                  <a:pt x="97" y="74"/>
                  <a:pt x="97" y="74"/>
                </a:cubicBezTo>
                <a:cubicBezTo>
                  <a:pt x="98" y="73"/>
                  <a:pt x="99" y="73"/>
                  <a:pt x="99" y="73"/>
                </a:cubicBezTo>
                <a:cubicBezTo>
                  <a:pt x="105" y="73"/>
                  <a:pt x="105" y="73"/>
                  <a:pt x="105" y="73"/>
                </a:cubicBezTo>
                <a:cubicBezTo>
                  <a:pt x="106" y="73"/>
                  <a:pt x="107" y="73"/>
                  <a:pt x="108" y="74"/>
                </a:cubicBezTo>
                <a:cubicBezTo>
                  <a:pt x="108" y="74"/>
                  <a:pt x="108" y="75"/>
                  <a:pt x="108" y="76"/>
                </a:cubicBezTo>
                <a:close/>
                <a:moveTo>
                  <a:pt x="108" y="100"/>
                </a:moveTo>
                <a:cubicBezTo>
                  <a:pt x="108" y="106"/>
                  <a:pt x="108" y="106"/>
                  <a:pt x="108" y="106"/>
                </a:cubicBezTo>
                <a:cubicBezTo>
                  <a:pt x="108" y="107"/>
                  <a:pt x="108" y="108"/>
                  <a:pt x="108" y="108"/>
                </a:cubicBezTo>
                <a:cubicBezTo>
                  <a:pt x="107" y="109"/>
                  <a:pt x="106" y="109"/>
                  <a:pt x="105" y="109"/>
                </a:cubicBezTo>
                <a:cubicBezTo>
                  <a:pt x="99" y="109"/>
                  <a:pt x="99" y="109"/>
                  <a:pt x="99" y="109"/>
                </a:cubicBezTo>
                <a:cubicBezTo>
                  <a:pt x="99" y="109"/>
                  <a:pt x="98" y="109"/>
                  <a:pt x="97" y="108"/>
                </a:cubicBezTo>
                <a:cubicBezTo>
                  <a:pt x="97" y="108"/>
                  <a:pt x="96" y="107"/>
                  <a:pt x="96" y="106"/>
                </a:cubicBezTo>
                <a:cubicBezTo>
                  <a:pt x="96" y="100"/>
                  <a:pt x="96" y="100"/>
                  <a:pt x="96" y="100"/>
                </a:cubicBezTo>
                <a:cubicBezTo>
                  <a:pt x="96" y="99"/>
                  <a:pt x="97" y="99"/>
                  <a:pt x="97" y="98"/>
                </a:cubicBezTo>
                <a:cubicBezTo>
                  <a:pt x="98" y="97"/>
                  <a:pt x="99" y="97"/>
                  <a:pt x="99" y="97"/>
                </a:cubicBezTo>
                <a:cubicBezTo>
                  <a:pt x="105" y="97"/>
                  <a:pt x="105" y="97"/>
                  <a:pt x="105" y="97"/>
                </a:cubicBezTo>
                <a:cubicBezTo>
                  <a:pt x="106" y="97"/>
                  <a:pt x="107" y="97"/>
                  <a:pt x="108" y="98"/>
                </a:cubicBezTo>
                <a:cubicBezTo>
                  <a:pt x="108" y="99"/>
                  <a:pt x="108" y="99"/>
                  <a:pt x="108" y="100"/>
                </a:cubicBezTo>
                <a:close/>
                <a:moveTo>
                  <a:pt x="108" y="124"/>
                </a:moveTo>
                <a:cubicBezTo>
                  <a:pt x="108" y="130"/>
                  <a:pt x="108" y="130"/>
                  <a:pt x="108" y="130"/>
                </a:cubicBezTo>
                <a:cubicBezTo>
                  <a:pt x="108" y="131"/>
                  <a:pt x="108" y="132"/>
                  <a:pt x="108" y="132"/>
                </a:cubicBezTo>
                <a:cubicBezTo>
                  <a:pt x="107" y="133"/>
                  <a:pt x="106" y="133"/>
                  <a:pt x="105" y="133"/>
                </a:cubicBezTo>
                <a:cubicBezTo>
                  <a:pt x="99" y="133"/>
                  <a:pt x="99" y="133"/>
                  <a:pt x="99" y="133"/>
                </a:cubicBezTo>
                <a:cubicBezTo>
                  <a:pt x="99" y="133"/>
                  <a:pt x="98" y="133"/>
                  <a:pt x="97" y="132"/>
                </a:cubicBezTo>
                <a:cubicBezTo>
                  <a:pt x="97" y="132"/>
                  <a:pt x="96" y="131"/>
                  <a:pt x="96" y="130"/>
                </a:cubicBezTo>
                <a:cubicBezTo>
                  <a:pt x="96" y="124"/>
                  <a:pt x="96" y="124"/>
                  <a:pt x="96" y="124"/>
                </a:cubicBezTo>
                <a:cubicBezTo>
                  <a:pt x="96" y="123"/>
                  <a:pt x="97" y="123"/>
                  <a:pt x="97" y="122"/>
                </a:cubicBezTo>
                <a:cubicBezTo>
                  <a:pt x="98" y="122"/>
                  <a:pt x="99" y="121"/>
                  <a:pt x="99" y="121"/>
                </a:cubicBezTo>
                <a:cubicBezTo>
                  <a:pt x="105" y="121"/>
                  <a:pt x="105" y="121"/>
                  <a:pt x="105" y="121"/>
                </a:cubicBezTo>
                <a:cubicBezTo>
                  <a:pt x="106" y="121"/>
                  <a:pt x="107" y="122"/>
                  <a:pt x="108" y="122"/>
                </a:cubicBezTo>
                <a:cubicBezTo>
                  <a:pt x="108" y="123"/>
                  <a:pt x="108" y="123"/>
                  <a:pt x="108" y="12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82" name="Freeform 385"/>
          <p:cNvSpPr>
            <a:spLocks noEditPoints="1"/>
          </p:cNvSpPr>
          <p:nvPr/>
        </p:nvSpPr>
        <p:spPr bwMode="auto">
          <a:xfrm>
            <a:off x="9747173" y="5254045"/>
            <a:ext cx="242043" cy="209627"/>
          </a:xfrm>
          <a:custGeom>
            <a:avLst/>
            <a:gdLst>
              <a:gd name="T0" fmla="*/ 158 w 170"/>
              <a:gd name="T1" fmla="*/ 49 h 146"/>
              <a:gd name="T2" fmla="*/ 166 w 170"/>
              <a:gd name="T3" fmla="*/ 52 h 146"/>
              <a:gd name="T4" fmla="*/ 170 w 170"/>
              <a:gd name="T5" fmla="*/ 61 h 146"/>
              <a:gd name="T6" fmla="*/ 166 w 170"/>
              <a:gd name="T7" fmla="*/ 69 h 146"/>
              <a:gd name="T8" fmla="*/ 158 w 170"/>
              <a:gd name="T9" fmla="*/ 73 h 146"/>
              <a:gd name="T10" fmla="*/ 158 w 170"/>
              <a:gd name="T11" fmla="*/ 109 h 146"/>
              <a:gd name="T12" fmla="*/ 154 w 170"/>
              <a:gd name="T13" fmla="*/ 118 h 146"/>
              <a:gd name="T14" fmla="*/ 146 w 170"/>
              <a:gd name="T15" fmla="*/ 121 h 146"/>
              <a:gd name="T16" fmla="*/ 69 w 170"/>
              <a:gd name="T17" fmla="*/ 85 h 146"/>
              <a:gd name="T18" fmla="*/ 60 w 170"/>
              <a:gd name="T19" fmla="*/ 92 h 146"/>
              <a:gd name="T20" fmla="*/ 57 w 170"/>
              <a:gd name="T21" fmla="*/ 101 h 146"/>
              <a:gd name="T22" fmla="*/ 61 w 170"/>
              <a:gd name="T23" fmla="*/ 110 h 146"/>
              <a:gd name="T24" fmla="*/ 59 w 170"/>
              <a:gd name="T25" fmla="*/ 116 h 146"/>
              <a:gd name="T26" fmla="*/ 59 w 170"/>
              <a:gd name="T27" fmla="*/ 122 h 146"/>
              <a:gd name="T28" fmla="*/ 63 w 170"/>
              <a:gd name="T29" fmla="*/ 127 h 146"/>
              <a:gd name="T30" fmla="*/ 67 w 170"/>
              <a:gd name="T31" fmla="*/ 131 h 146"/>
              <a:gd name="T32" fmla="*/ 73 w 170"/>
              <a:gd name="T33" fmla="*/ 136 h 146"/>
              <a:gd name="T34" fmla="*/ 62 w 170"/>
              <a:gd name="T35" fmla="*/ 144 h 146"/>
              <a:gd name="T36" fmla="*/ 47 w 170"/>
              <a:gd name="T37" fmla="*/ 145 h 146"/>
              <a:gd name="T38" fmla="*/ 34 w 170"/>
              <a:gd name="T39" fmla="*/ 140 h 146"/>
              <a:gd name="T40" fmla="*/ 31 w 170"/>
              <a:gd name="T41" fmla="*/ 132 h 146"/>
              <a:gd name="T42" fmla="*/ 28 w 170"/>
              <a:gd name="T43" fmla="*/ 123 h 146"/>
              <a:gd name="T44" fmla="*/ 26 w 170"/>
              <a:gd name="T45" fmla="*/ 114 h 146"/>
              <a:gd name="T46" fmla="*/ 25 w 170"/>
              <a:gd name="T47" fmla="*/ 105 h 146"/>
              <a:gd name="T48" fmla="*/ 25 w 170"/>
              <a:gd name="T49" fmla="*/ 95 h 146"/>
              <a:gd name="T50" fmla="*/ 27 w 170"/>
              <a:gd name="T51" fmla="*/ 85 h 146"/>
              <a:gd name="T52" fmla="*/ 15 w 170"/>
              <a:gd name="T53" fmla="*/ 85 h 146"/>
              <a:gd name="T54" fmla="*/ 5 w 170"/>
              <a:gd name="T55" fmla="*/ 81 h 146"/>
              <a:gd name="T56" fmla="*/ 0 w 170"/>
              <a:gd name="T57" fmla="*/ 70 h 146"/>
              <a:gd name="T58" fmla="*/ 0 w 170"/>
              <a:gd name="T59" fmla="*/ 52 h 146"/>
              <a:gd name="T60" fmla="*/ 5 w 170"/>
              <a:gd name="T61" fmla="*/ 41 h 146"/>
              <a:gd name="T62" fmla="*/ 15 w 170"/>
              <a:gd name="T63" fmla="*/ 37 h 146"/>
              <a:gd name="T64" fmla="*/ 61 w 170"/>
              <a:gd name="T65" fmla="*/ 37 h 146"/>
              <a:gd name="T66" fmla="*/ 146 w 170"/>
              <a:gd name="T67" fmla="*/ 0 h 146"/>
              <a:gd name="T68" fmla="*/ 154 w 170"/>
              <a:gd name="T69" fmla="*/ 4 h 146"/>
              <a:gd name="T70" fmla="*/ 158 w 170"/>
              <a:gd name="T71" fmla="*/ 12 h 146"/>
              <a:gd name="T72" fmla="*/ 158 w 170"/>
              <a:gd name="T73" fmla="*/ 49 h 146"/>
              <a:gd name="T74" fmla="*/ 146 w 170"/>
              <a:gd name="T75" fmla="*/ 106 h 146"/>
              <a:gd name="T76" fmla="*/ 146 w 170"/>
              <a:gd name="T77" fmla="*/ 16 h 146"/>
              <a:gd name="T78" fmla="*/ 73 w 170"/>
              <a:gd name="T79" fmla="*/ 48 h 146"/>
              <a:gd name="T80" fmla="*/ 73 w 170"/>
              <a:gd name="T81" fmla="*/ 74 h 146"/>
              <a:gd name="T82" fmla="*/ 146 w 170"/>
              <a:gd name="T83" fmla="*/ 106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70" h="146">
                <a:moveTo>
                  <a:pt x="158" y="49"/>
                </a:moveTo>
                <a:cubicBezTo>
                  <a:pt x="161" y="49"/>
                  <a:pt x="164" y="50"/>
                  <a:pt x="166" y="52"/>
                </a:cubicBezTo>
                <a:cubicBezTo>
                  <a:pt x="169" y="55"/>
                  <a:pt x="170" y="57"/>
                  <a:pt x="170" y="61"/>
                </a:cubicBezTo>
                <a:cubicBezTo>
                  <a:pt x="170" y="64"/>
                  <a:pt x="169" y="67"/>
                  <a:pt x="166" y="69"/>
                </a:cubicBezTo>
                <a:cubicBezTo>
                  <a:pt x="164" y="72"/>
                  <a:pt x="161" y="73"/>
                  <a:pt x="158" y="73"/>
                </a:cubicBezTo>
                <a:cubicBezTo>
                  <a:pt x="158" y="109"/>
                  <a:pt x="158" y="109"/>
                  <a:pt x="158" y="109"/>
                </a:cubicBezTo>
                <a:cubicBezTo>
                  <a:pt x="158" y="112"/>
                  <a:pt x="156" y="115"/>
                  <a:pt x="154" y="118"/>
                </a:cubicBezTo>
                <a:cubicBezTo>
                  <a:pt x="152" y="120"/>
                  <a:pt x="149" y="121"/>
                  <a:pt x="146" y="121"/>
                </a:cubicBezTo>
                <a:cubicBezTo>
                  <a:pt x="119" y="99"/>
                  <a:pt x="94" y="87"/>
                  <a:pt x="69" y="85"/>
                </a:cubicBezTo>
                <a:cubicBezTo>
                  <a:pt x="65" y="87"/>
                  <a:pt x="62" y="89"/>
                  <a:pt x="60" y="92"/>
                </a:cubicBezTo>
                <a:cubicBezTo>
                  <a:pt x="58" y="95"/>
                  <a:pt x="57" y="98"/>
                  <a:pt x="57" y="101"/>
                </a:cubicBezTo>
                <a:cubicBezTo>
                  <a:pt x="57" y="105"/>
                  <a:pt x="59" y="107"/>
                  <a:pt x="61" y="110"/>
                </a:cubicBezTo>
                <a:cubicBezTo>
                  <a:pt x="60" y="112"/>
                  <a:pt x="59" y="114"/>
                  <a:pt x="59" y="116"/>
                </a:cubicBezTo>
                <a:cubicBezTo>
                  <a:pt x="59" y="118"/>
                  <a:pt x="59" y="120"/>
                  <a:pt x="59" y="122"/>
                </a:cubicBezTo>
                <a:cubicBezTo>
                  <a:pt x="60" y="123"/>
                  <a:pt x="61" y="125"/>
                  <a:pt x="63" y="127"/>
                </a:cubicBezTo>
                <a:cubicBezTo>
                  <a:pt x="64" y="129"/>
                  <a:pt x="66" y="130"/>
                  <a:pt x="67" y="131"/>
                </a:cubicBezTo>
                <a:cubicBezTo>
                  <a:pt x="69" y="133"/>
                  <a:pt x="71" y="134"/>
                  <a:pt x="73" y="136"/>
                </a:cubicBezTo>
                <a:cubicBezTo>
                  <a:pt x="71" y="140"/>
                  <a:pt x="68" y="143"/>
                  <a:pt x="62" y="144"/>
                </a:cubicBezTo>
                <a:cubicBezTo>
                  <a:pt x="57" y="146"/>
                  <a:pt x="52" y="146"/>
                  <a:pt x="47" y="145"/>
                </a:cubicBezTo>
                <a:cubicBezTo>
                  <a:pt x="41" y="144"/>
                  <a:pt x="37" y="143"/>
                  <a:pt x="34" y="140"/>
                </a:cubicBezTo>
                <a:cubicBezTo>
                  <a:pt x="34" y="138"/>
                  <a:pt x="33" y="136"/>
                  <a:pt x="31" y="132"/>
                </a:cubicBezTo>
                <a:cubicBezTo>
                  <a:pt x="30" y="128"/>
                  <a:pt x="29" y="125"/>
                  <a:pt x="28" y="123"/>
                </a:cubicBezTo>
                <a:cubicBezTo>
                  <a:pt x="28" y="121"/>
                  <a:pt x="27" y="118"/>
                  <a:pt x="26" y="114"/>
                </a:cubicBezTo>
                <a:cubicBezTo>
                  <a:pt x="25" y="111"/>
                  <a:pt x="25" y="107"/>
                  <a:pt x="25" y="105"/>
                </a:cubicBezTo>
                <a:cubicBezTo>
                  <a:pt x="25" y="102"/>
                  <a:pt x="25" y="99"/>
                  <a:pt x="25" y="95"/>
                </a:cubicBezTo>
                <a:cubicBezTo>
                  <a:pt x="25" y="92"/>
                  <a:pt x="26" y="88"/>
                  <a:pt x="27" y="85"/>
                </a:cubicBezTo>
                <a:cubicBezTo>
                  <a:pt x="15" y="85"/>
                  <a:pt x="15" y="85"/>
                  <a:pt x="15" y="85"/>
                </a:cubicBezTo>
                <a:cubicBezTo>
                  <a:pt x="11" y="85"/>
                  <a:pt x="8" y="84"/>
                  <a:pt x="5" y="81"/>
                </a:cubicBezTo>
                <a:cubicBezTo>
                  <a:pt x="2" y="78"/>
                  <a:pt x="0" y="74"/>
                  <a:pt x="0" y="70"/>
                </a:cubicBezTo>
                <a:cubicBezTo>
                  <a:pt x="0" y="52"/>
                  <a:pt x="0" y="52"/>
                  <a:pt x="0" y="52"/>
                </a:cubicBezTo>
                <a:cubicBezTo>
                  <a:pt x="0" y="48"/>
                  <a:pt x="2" y="44"/>
                  <a:pt x="5" y="41"/>
                </a:cubicBezTo>
                <a:cubicBezTo>
                  <a:pt x="8" y="38"/>
                  <a:pt x="11" y="37"/>
                  <a:pt x="15" y="37"/>
                </a:cubicBezTo>
                <a:cubicBezTo>
                  <a:pt x="61" y="37"/>
                  <a:pt x="61" y="37"/>
                  <a:pt x="61" y="37"/>
                </a:cubicBezTo>
                <a:cubicBezTo>
                  <a:pt x="88" y="37"/>
                  <a:pt x="117" y="25"/>
                  <a:pt x="146" y="0"/>
                </a:cubicBezTo>
                <a:cubicBezTo>
                  <a:pt x="149" y="0"/>
                  <a:pt x="152" y="1"/>
                  <a:pt x="154" y="4"/>
                </a:cubicBezTo>
                <a:cubicBezTo>
                  <a:pt x="156" y="6"/>
                  <a:pt x="158" y="9"/>
                  <a:pt x="158" y="12"/>
                </a:cubicBezTo>
                <a:lnTo>
                  <a:pt x="158" y="49"/>
                </a:lnTo>
                <a:close/>
                <a:moveTo>
                  <a:pt x="146" y="106"/>
                </a:moveTo>
                <a:cubicBezTo>
                  <a:pt x="146" y="16"/>
                  <a:pt x="146" y="16"/>
                  <a:pt x="146" y="16"/>
                </a:cubicBezTo>
                <a:cubicBezTo>
                  <a:pt x="121" y="35"/>
                  <a:pt x="97" y="45"/>
                  <a:pt x="73" y="48"/>
                </a:cubicBezTo>
                <a:cubicBezTo>
                  <a:pt x="73" y="74"/>
                  <a:pt x="73" y="74"/>
                  <a:pt x="73" y="74"/>
                </a:cubicBezTo>
                <a:cubicBezTo>
                  <a:pt x="97" y="76"/>
                  <a:pt x="121" y="87"/>
                  <a:pt x="146" y="106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83" name="Freeform 386"/>
          <p:cNvSpPr>
            <a:spLocks noEditPoints="1"/>
          </p:cNvSpPr>
          <p:nvPr/>
        </p:nvSpPr>
        <p:spPr bwMode="auto">
          <a:xfrm>
            <a:off x="10112397" y="5254045"/>
            <a:ext cx="207464" cy="209627"/>
          </a:xfrm>
          <a:custGeom>
            <a:avLst/>
            <a:gdLst>
              <a:gd name="T0" fmla="*/ 135 w 145"/>
              <a:gd name="T1" fmla="*/ 36 h 146"/>
              <a:gd name="T2" fmla="*/ 145 w 145"/>
              <a:gd name="T3" fmla="*/ 73 h 146"/>
              <a:gd name="T4" fmla="*/ 135 w 145"/>
              <a:gd name="T5" fmla="*/ 109 h 146"/>
              <a:gd name="T6" fmla="*/ 109 w 145"/>
              <a:gd name="T7" fmla="*/ 136 h 146"/>
              <a:gd name="T8" fmla="*/ 72 w 145"/>
              <a:gd name="T9" fmla="*/ 146 h 146"/>
              <a:gd name="T10" fmla="*/ 36 w 145"/>
              <a:gd name="T11" fmla="*/ 136 h 146"/>
              <a:gd name="T12" fmla="*/ 9 w 145"/>
              <a:gd name="T13" fmla="*/ 109 h 146"/>
              <a:gd name="T14" fmla="*/ 0 w 145"/>
              <a:gd name="T15" fmla="*/ 73 h 146"/>
              <a:gd name="T16" fmla="*/ 9 w 145"/>
              <a:gd name="T17" fmla="*/ 36 h 146"/>
              <a:gd name="T18" fmla="*/ 36 w 145"/>
              <a:gd name="T19" fmla="*/ 10 h 146"/>
              <a:gd name="T20" fmla="*/ 72 w 145"/>
              <a:gd name="T21" fmla="*/ 0 h 146"/>
              <a:gd name="T22" fmla="*/ 109 w 145"/>
              <a:gd name="T23" fmla="*/ 10 h 146"/>
              <a:gd name="T24" fmla="*/ 135 w 145"/>
              <a:gd name="T25" fmla="*/ 36 h 146"/>
              <a:gd name="T26" fmla="*/ 128 w 145"/>
              <a:gd name="T27" fmla="*/ 96 h 146"/>
              <a:gd name="T28" fmla="*/ 133 w 145"/>
              <a:gd name="T29" fmla="*/ 73 h 146"/>
              <a:gd name="T30" fmla="*/ 128 w 145"/>
              <a:gd name="T31" fmla="*/ 49 h 146"/>
              <a:gd name="T32" fmla="*/ 115 w 145"/>
              <a:gd name="T33" fmla="*/ 30 h 146"/>
              <a:gd name="T34" fmla="*/ 96 w 145"/>
              <a:gd name="T35" fmla="*/ 17 h 146"/>
              <a:gd name="T36" fmla="*/ 72 w 145"/>
              <a:gd name="T37" fmla="*/ 12 h 146"/>
              <a:gd name="T38" fmla="*/ 49 w 145"/>
              <a:gd name="T39" fmla="*/ 17 h 146"/>
              <a:gd name="T40" fmla="*/ 29 w 145"/>
              <a:gd name="T41" fmla="*/ 30 h 146"/>
              <a:gd name="T42" fmla="*/ 16 w 145"/>
              <a:gd name="T43" fmla="*/ 49 h 146"/>
              <a:gd name="T44" fmla="*/ 12 w 145"/>
              <a:gd name="T45" fmla="*/ 73 h 146"/>
              <a:gd name="T46" fmla="*/ 16 w 145"/>
              <a:gd name="T47" fmla="*/ 96 h 146"/>
              <a:gd name="T48" fmla="*/ 29 w 145"/>
              <a:gd name="T49" fmla="*/ 116 h 146"/>
              <a:gd name="T50" fmla="*/ 49 w 145"/>
              <a:gd name="T51" fmla="*/ 129 h 146"/>
              <a:gd name="T52" fmla="*/ 72 w 145"/>
              <a:gd name="T53" fmla="*/ 133 h 146"/>
              <a:gd name="T54" fmla="*/ 96 w 145"/>
              <a:gd name="T55" fmla="*/ 129 h 146"/>
              <a:gd name="T56" fmla="*/ 115 w 145"/>
              <a:gd name="T57" fmla="*/ 116 h 146"/>
              <a:gd name="T58" fmla="*/ 128 w 145"/>
              <a:gd name="T59" fmla="*/ 96 h 146"/>
              <a:gd name="T60" fmla="*/ 106 w 145"/>
              <a:gd name="T61" fmla="*/ 39 h 146"/>
              <a:gd name="T62" fmla="*/ 121 w 145"/>
              <a:gd name="T63" fmla="*/ 73 h 146"/>
              <a:gd name="T64" fmla="*/ 106 w 145"/>
              <a:gd name="T65" fmla="*/ 107 h 146"/>
              <a:gd name="T66" fmla="*/ 72 w 145"/>
              <a:gd name="T67" fmla="*/ 121 h 146"/>
              <a:gd name="T68" fmla="*/ 38 w 145"/>
              <a:gd name="T69" fmla="*/ 107 h 146"/>
              <a:gd name="T70" fmla="*/ 24 w 145"/>
              <a:gd name="T71" fmla="*/ 73 h 146"/>
              <a:gd name="T72" fmla="*/ 38 w 145"/>
              <a:gd name="T73" fmla="*/ 39 h 146"/>
              <a:gd name="T74" fmla="*/ 72 w 145"/>
              <a:gd name="T75" fmla="*/ 25 h 146"/>
              <a:gd name="T76" fmla="*/ 106 w 145"/>
              <a:gd name="T77" fmla="*/ 39 h 146"/>
              <a:gd name="T78" fmla="*/ 98 w 145"/>
              <a:gd name="T79" fmla="*/ 99 h 146"/>
              <a:gd name="T80" fmla="*/ 108 w 145"/>
              <a:gd name="T81" fmla="*/ 73 h 146"/>
              <a:gd name="T82" fmla="*/ 98 w 145"/>
              <a:gd name="T83" fmla="*/ 47 h 146"/>
              <a:gd name="T84" fmla="*/ 72 w 145"/>
              <a:gd name="T85" fmla="*/ 37 h 146"/>
              <a:gd name="T86" fmla="*/ 46 w 145"/>
              <a:gd name="T87" fmla="*/ 47 h 146"/>
              <a:gd name="T88" fmla="*/ 36 w 145"/>
              <a:gd name="T89" fmla="*/ 73 h 146"/>
              <a:gd name="T90" fmla="*/ 46 w 145"/>
              <a:gd name="T91" fmla="*/ 99 h 146"/>
              <a:gd name="T92" fmla="*/ 72 w 145"/>
              <a:gd name="T93" fmla="*/ 109 h 146"/>
              <a:gd name="T94" fmla="*/ 98 w 145"/>
              <a:gd name="T95" fmla="*/ 99 h 146"/>
              <a:gd name="T96" fmla="*/ 89 w 145"/>
              <a:gd name="T97" fmla="*/ 56 h 146"/>
              <a:gd name="T98" fmla="*/ 96 w 145"/>
              <a:gd name="T99" fmla="*/ 73 h 146"/>
              <a:gd name="T100" fmla="*/ 89 w 145"/>
              <a:gd name="T101" fmla="*/ 90 h 146"/>
              <a:gd name="T102" fmla="*/ 72 w 145"/>
              <a:gd name="T103" fmla="*/ 97 h 146"/>
              <a:gd name="T104" fmla="*/ 55 w 145"/>
              <a:gd name="T105" fmla="*/ 90 h 146"/>
              <a:gd name="T106" fmla="*/ 48 w 145"/>
              <a:gd name="T107" fmla="*/ 73 h 146"/>
              <a:gd name="T108" fmla="*/ 55 w 145"/>
              <a:gd name="T109" fmla="*/ 56 h 146"/>
              <a:gd name="T110" fmla="*/ 72 w 145"/>
              <a:gd name="T111" fmla="*/ 49 h 146"/>
              <a:gd name="T112" fmla="*/ 89 w 145"/>
              <a:gd name="T113" fmla="*/ 56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45" h="146">
                <a:moveTo>
                  <a:pt x="135" y="36"/>
                </a:moveTo>
                <a:cubicBezTo>
                  <a:pt x="141" y="48"/>
                  <a:pt x="145" y="60"/>
                  <a:pt x="145" y="73"/>
                </a:cubicBezTo>
                <a:cubicBezTo>
                  <a:pt x="145" y="86"/>
                  <a:pt x="141" y="98"/>
                  <a:pt x="135" y="109"/>
                </a:cubicBezTo>
                <a:cubicBezTo>
                  <a:pt x="128" y="120"/>
                  <a:pt x="120" y="129"/>
                  <a:pt x="109" y="136"/>
                </a:cubicBezTo>
                <a:cubicBezTo>
                  <a:pt x="97" y="142"/>
                  <a:pt x="85" y="146"/>
                  <a:pt x="72" y="146"/>
                </a:cubicBezTo>
                <a:cubicBezTo>
                  <a:pt x="59" y="146"/>
                  <a:pt x="47" y="142"/>
                  <a:pt x="36" y="136"/>
                </a:cubicBezTo>
                <a:cubicBezTo>
                  <a:pt x="25" y="129"/>
                  <a:pt x="16" y="120"/>
                  <a:pt x="9" y="109"/>
                </a:cubicBezTo>
                <a:cubicBezTo>
                  <a:pt x="3" y="98"/>
                  <a:pt x="0" y="86"/>
                  <a:pt x="0" y="73"/>
                </a:cubicBezTo>
                <a:cubicBezTo>
                  <a:pt x="0" y="60"/>
                  <a:pt x="3" y="48"/>
                  <a:pt x="9" y="36"/>
                </a:cubicBezTo>
                <a:cubicBezTo>
                  <a:pt x="16" y="25"/>
                  <a:pt x="25" y="17"/>
                  <a:pt x="36" y="10"/>
                </a:cubicBezTo>
                <a:cubicBezTo>
                  <a:pt x="47" y="4"/>
                  <a:pt x="59" y="0"/>
                  <a:pt x="72" y="0"/>
                </a:cubicBezTo>
                <a:cubicBezTo>
                  <a:pt x="85" y="0"/>
                  <a:pt x="97" y="4"/>
                  <a:pt x="109" y="10"/>
                </a:cubicBezTo>
                <a:cubicBezTo>
                  <a:pt x="120" y="17"/>
                  <a:pt x="128" y="25"/>
                  <a:pt x="135" y="36"/>
                </a:cubicBezTo>
                <a:close/>
                <a:moveTo>
                  <a:pt x="128" y="96"/>
                </a:moveTo>
                <a:cubicBezTo>
                  <a:pt x="131" y="89"/>
                  <a:pt x="133" y="81"/>
                  <a:pt x="133" y="73"/>
                </a:cubicBezTo>
                <a:cubicBezTo>
                  <a:pt x="133" y="65"/>
                  <a:pt x="131" y="57"/>
                  <a:pt x="128" y="49"/>
                </a:cubicBezTo>
                <a:cubicBezTo>
                  <a:pt x="125" y="42"/>
                  <a:pt x="120" y="36"/>
                  <a:pt x="115" y="30"/>
                </a:cubicBezTo>
                <a:cubicBezTo>
                  <a:pt x="110" y="25"/>
                  <a:pt x="103" y="20"/>
                  <a:pt x="96" y="17"/>
                </a:cubicBezTo>
                <a:cubicBezTo>
                  <a:pt x="88" y="14"/>
                  <a:pt x="80" y="12"/>
                  <a:pt x="72" y="12"/>
                </a:cubicBezTo>
                <a:cubicBezTo>
                  <a:pt x="64" y="12"/>
                  <a:pt x="56" y="14"/>
                  <a:pt x="49" y="17"/>
                </a:cubicBezTo>
                <a:cubicBezTo>
                  <a:pt x="41" y="20"/>
                  <a:pt x="35" y="25"/>
                  <a:pt x="29" y="30"/>
                </a:cubicBezTo>
                <a:cubicBezTo>
                  <a:pt x="24" y="36"/>
                  <a:pt x="20" y="42"/>
                  <a:pt x="16" y="49"/>
                </a:cubicBezTo>
                <a:cubicBezTo>
                  <a:pt x="13" y="57"/>
                  <a:pt x="12" y="65"/>
                  <a:pt x="12" y="73"/>
                </a:cubicBezTo>
                <a:cubicBezTo>
                  <a:pt x="12" y="81"/>
                  <a:pt x="13" y="89"/>
                  <a:pt x="16" y="96"/>
                </a:cubicBezTo>
                <a:cubicBezTo>
                  <a:pt x="20" y="104"/>
                  <a:pt x="24" y="110"/>
                  <a:pt x="29" y="116"/>
                </a:cubicBezTo>
                <a:cubicBezTo>
                  <a:pt x="35" y="121"/>
                  <a:pt x="41" y="125"/>
                  <a:pt x="49" y="129"/>
                </a:cubicBezTo>
                <a:cubicBezTo>
                  <a:pt x="56" y="132"/>
                  <a:pt x="64" y="133"/>
                  <a:pt x="72" y="133"/>
                </a:cubicBezTo>
                <a:cubicBezTo>
                  <a:pt x="80" y="133"/>
                  <a:pt x="88" y="132"/>
                  <a:pt x="96" y="129"/>
                </a:cubicBezTo>
                <a:cubicBezTo>
                  <a:pt x="103" y="125"/>
                  <a:pt x="110" y="121"/>
                  <a:pt x="115" y="116"/>
                </a:cubicBezTo>
                <a:cubicBezTo>
                  <a:pt x="120" y="110"/>
                  <a:pt x="125" y="104"/>
                  <a:pt x="128" y="96"/>
                </a:cubicBezTo>
                <a:close/>
                <a:moveTo>
                  <a:pt x="106" y="39"/>
                </a:moveTo>
                <a:cubicBezTo>
                  <a:pt x="116" y="48"/>
                  <a:pt x="121" y="60"/>
                  <a:pt x="121" y="73"/>
                </a:cubicBezTo>
                <a:cubicBezTo>
                  <a:pt x="121" y="86"/>
                  <a:pt x="116" y="98"/>
                  <a:pt x="106" y="107"/>
                </a:cubicBezTo>
                <a:cubicBezTo>
                  <a:pt x="97" y="117"/>
                  <a:pt x="85" y="121"/>
                  <a:pt x="72" y="121"/>
                </a:cubicBezTo>
                <a:cubicBezTo>
                  <a:pt x="59" y="121"/>
                  <a:pt x="47" y="117"/>
                  <a:pt x="38" y="107"/>
                </a:cubicBezTo>
                <a:cubicBezTo>
                  <a:pt x="28" y="98"/>
                  <a:pt x="24" y="86"/>
                  <a:pt x="24" y="73"/>
                </a:cubicBezTo>
                <a:cubicBezTo>
                  <a:pt x="24" y="60"/>
                  <a:pt x="28" y="48"/>
                  <a:pt x="38" y="39"/>
                </a:cubicBezTo>
                <a:cubicBezTo>
                  <a:pt x="47" y="29"/>
                  <a:pt x="59" y="25"/>
                  <a:pt x="72" y="25"/>
                </a:cubicBezTo>
                <a:cubicBezTo>
                  <a:pt x="85" y="25"/>
                  <a:pt x="97" y="29"/>
                  <a:pt x="106" y="39"/>
                </a:cubicBezTo>
                <a:close/>
                <a:moveTo>
                  <a:pt x="98" y="99"/>
                </a:moveTo>
                <a:cubicBezTo>
                  <a:pt x="105" y="91"/>
                  <a:pt x="108" y="83"/>
                  <a:pt x="108" y="73"/>
                </a:cubicBezTo>
                <a:cubicBezTo>
                  <a:pt x="108" y="63"/>
                  <a:pt x="105" y="54"/>
                  <a:pt x="98" y="47"/>
                </a:cubicBezTo>
                <a:cubicBezTo>
                  <a:pt x="91" y="40"/>
                  <a:pt x="82" y="37"/>
                  <a:pt x="72" y="37"/>
                </a:cubicBezTo>
                <a:cubicBezTo>
                  <a:pt x="62" y="37"/>
                  <a:pt x="54" y="40"/>
                  <a:pt x="46" y="47"/>
                </a:cubicBezTo>
                <a:cubicBezTo>
                  <a:pt x="39" y="54"/>
                  <a:pt x="36" y="63"/>
                  <a:pt x="36" y="73"/>
                </a:cubicBezTo>
                <a:cubicBezTo>
                  <a:pt x="36" y="83"/>
                  <a:pt x="39" y="91"/>
                  <a:pt x="46" y="99"/>
                </a:cubicBezTo>
                <a:cubicBezTo>
                  <a:pt x="54" y="106"/>
                  <a:pt x="62" y="109"/>
                  <a:pt x="72" y="109"/>
                </a:cubicBezTo>
                <a:cubicBezTo>
                  <a:pt x="82" y="109"/>
                  <a:pt x="91" y="106"/>
                  <a:pt x="98" y="99"/>
                </a:cubicBezTo>
                <a:close/>
                <a:moveTo>
                  <a:pt x="89" y="56"/>
                </a:moveTo>
                <a:cubicBezTo>
                  <a:pt x="94" y="61"/>
                  <a:pt x="96" y="66"/>
                  <a:pt x="96" y="73"/>
                </a:cubicBezTo>
                <a:cubicBezTo>
                  <a:pt x="96" y="80"/>
                  <a:pt x="94" y="85"/>
                  <a:pt x="89" y="90"/>
                </a:cubicBezTo>
                <a:cubicBezTo>
                  <a:pt x="85" y="95"/>
                  <a:pt x="79" y="97"/>
                  <a:pt x="72" y="97"/>
                </a:cubicBezTo>
                <a:cubicBezTo>
                  <a:pt x="65" y="97"/>
                  <a:pt x="60" y="95"/>
                  <a:pt x="55" y="90"/>
                </a:cubicBezTo>
                <a:cubicBezTo>
                  <a:pt x="50" y="85"/>
                  <a:pt x="48" y="80"/>
                  <a:pt x="48" y="73"/>
                </a:cubicBezTo>
                <a:cubicBezTo>
                  <a:pt x="48" y="66"/>
                  <a:pt x="50" y="61"/>
                  <a:pt x="55" y="56"/>
                </a:cubicBezTo>
                <a:cubicBezTo>
                  <a:pt x="60" y="51"/>
                  <a:pt x="65" y="49"/>
                  <a:pt x="72" y="49"/>
                </a:cubicBezTo>
                <a:cubicBezTo>
                  <a:pt x="79" y="49"/>
                  <a:pt x="85" y="51"/>
                  <a:pt x="89" y="56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84" name="Freeform 387"/>
          <p:cNvSpPr>
            <a:spLocks noEditPoints="1"/>
          </p:cNvSpPr>
          <p:nvPr/>
        </p:nvSpPr>
        <p:spPr bwMode="auto">
          <a:xfrm>
            <a:off x="10440886" y="5236758"/>
            <a:ext cx="276620" cy="244204"/>
          </a:xfrm>
          <a:custGeom>
            <a:avLst/>
            <a:gdLst>
              <a:gd name="T0" fmla="*/ 188 w 194"/>
              <a:gd name="T1" fmla="*/ 91 h 170"/>
              <a:gd name="T2" fmla="*/ 194 w 194"/>
              <a:gd name="T3" fmla="*/ 142 h 170"/>
              <a:gd name="T4" fmla="*/ 191 w 194"/>
              <a:gd name="T5" fmla="*/ 145 h 170"/>
              <a:gd name="T6" fmla="*/ 182 w 194"/>
              <a:gd name="T7" fmla="*/ 151 h 170"/>
              <a:gd name="T8" fmla="*/ 164 w 194"/>
              <a:gd name="T9" fmla="*/ 170 h 170"/>
              <a:gd name="T10" fmla="*/ 146 w 194"/>
              <a:gd name="T11" fmla="*/ 151 h 170"/>
              <a:gd name="T12" fmla="*/ 49 w 194"/>
              <a:gd name="T13" fmla="*/ 145 h 170"/>
              <a:gd name="T14" fmla="*/ 44 w 194"/>
              <a:gd name="T15" fmla="*/ 164 h 170"/>
              <a:gd name="T16" fmla="*/ 18 w 194"/>
              <a:gd name="T17" fmla="*/ 164 h 170"/>
              <a:gd name="T18" fmla="*/ 13 w 194"/>
              <a:gd name="T19" fmla="*/ 145 h 170"/>
              <a:gd name="T20" fmla="*/ 1 w 194"/>
              <a:gd name="T21" fmla="*/ 145 h 170"/>
              <a:gd name="T22" fmla="*/ 0 w 194"/>
              <a:gd name="T23" fmla="*/ 106 h 170"/>
              <a:gd name="T24" fmla="*/ 22 w 194"/>
              <a:gd name="T25" fmla="*/ 85 h 170"/>
              <a:gd name="T26" fmla="*/ 34 w 194"/>
              <a:gd name="T27" fmla="*/ 45 h 170"/>
              <a:gd name="T28" fmla="*/ 61 w 194"/>
              <a:gd name="T29" fmla="*/ 24 h 170"/>
              <a:gd name="T30" fmla="*/ 73 w 194"/>
              <a:gd name="T31" fmla="*/ 3 h 170"/>
              <a:gd name="T32" fmla="*/ 76 w 194"/>
              <a:gd name="T33" fmla="*/ 0 h 170"/>
              <a:gd name="T34" fmla="*/ 121 w 194"/>
              <a:gd name="T35" fmla="*/ 1 h 170"/>
              <a:gd name="T36" fmla="*/ 121 w 194"/>
              <a:gd name="T37" fmla="*/ 24 h 170"/>
              <a:gd name="T38" fmla="*/ 150 w 194"/>
              <a:gd name="T39" fmla="*/ 30 h 170"/>
              <a:gd name="T40" fmla="*/ 170 w 194"/>
              <a:gd name="T41" fmla="*/ 85 h 170"/>
              <a:gd name="T42" fmla="*/ 20 w 194"/>
              <a:gd name="T43" fmla="*/ 126 h 170"/>
              <a:gd name="T44" fmla="*/ 41 w 194"/>
              <a:gd name="T45" fmla="*/ 126 h 170"/>
              <a:gd name="T46" fmla="*/ 41 w 194"/>
              <a:gd name="T47" fmla="*/ 104 h 170"/>
              <a:gd name="T48" fmla="*/ 20 w 194"/>
              <a:gd name="T49" fmla="*/ 104 h 170"/>
              <a:gd name="T50" fmla="*/ 20 w 194"/>
              <a:gd name="T51" fmla="*/ 126 h 170"/>
              <a:gd name="T52" fmla="*/ 145 w 194"/>
              <a:gd name="T53" fmla="*/ 85 h 170"/>
              <a:gd name="T54" fmla="*/ 136 w 194"/>
              <a:gd name="T55" fmla="*/ 50 h 170"/>
              <a:gd name="T56" fmla="*/ 61 w 194"/>
              <a:gd name="T57" fmla="*/ 49 h 170"/>
              <a:gd name="T58" fmla="*/ 58 w 194"/>
              <a:gd name="T59" fmla="*/ 51 h 170"/>
              <a:gd name="T60" fmla="*/ 153 w 194"/>
              <a:gd name="T61" fmla="*/ 126 h 170"/>
              <a:gd name="T62" fmla="*/ 175 w 194"/>
              <a:gd name="T63" fmla="*/ 126 h 170"/>
              <a:gd name="T64" fmla="*/ 175 w 194"/>
              <a:gd name="T65" fmla="*/ 104 h 170"/>
              <a:gd name="T66" fmla="*/ 153 w 194"/>
              <a:gd name="T67" fmla="*/ 104 h 170"/>
              <a:gd name="T68" fmla="*/ 153 w 194"/>
              <a:gd name="T69" fmla="*/ 126 h 1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94" h="170">
                <a:moveTo>
                  <a:pt x="173" y="85"/>
                </a:moveTo>
                <a:cubicBezTo>
                  <a:pt x="179" y="85"/>
                  <a:pt x="184" y="87"/>
                  <a:pt x="188" y="91"/>
                </a:cubicBezTo>
                <a:cubicBezTo>
                  <a:pt x="192" y="95"/>
                  <a:pt x="194" y="100"/>
                  <a:pt x="194" y="106"/>
                </a:cubicBezTo>
                <a:cubicBezTo>
                  <a:pt x="194" y="142"/>
                  <a:pt x="194" y="142"/>
                  <a:pt x="194" y="142"/>
                </a:cubicBezTo>
                <a:cubicBezTo>
                  <a:pt x="194" y="143"/>
                  <a:pt x="194" y="144"/>
                  <a:pt x="193" y="145"/>
                </a:cubicBezTo>
                <a:cubicBezTo>
                  <a:pt x="193" y="145"/>
                  <a:pt x="192" y="145"/>
                  <a:pt x="191" y="145"/>
                </a:cubicBezTo>
                <a:cubicBezTo>
                  <a:pt x="182" y="145"/>
                  <a:pt x="182" y="145"/>
                  <a:pt x="182" y="145"/>
                </a:cubicBezTo>
                <a:cubicBezTo>
                  <a:pt x="182" y="151"/>
                  <a:pt x="182" y="151"/>
                  <a:pt x="182" y="151"/>
                </a:cubicBezTo>
                <a:cubicBezTo>
                  <a:pt x="182" y="157"/>
                  <a:pt x="180" y="161"/>
                  <a:pt x="177" y="164"/>
                </a:cubicBezTo>
                <a:cubicBezTo>
                  <a:pt x="173" y="168"/>
                  <a:pt x="169" y="170"/>
                  <a:pt x="164" y="170"/>
                </a:cubicBezTo>
                <a:cubicBezTo>
                  <a:pt x="159" y="170"/>
                  <a:pt x="154" y="168"/>
                  <a:pt x="151" y="164"/>
                </a:cubicBezTo>
                <a:cubicBezTo>
                  <a:pt x="147" y="161"/>
                  <a:pt x="146" y="157"/>
                  <a:pt x="146" y="151"/>
                </a:cubicBezTo>
                <a:cubicBezTo>
                  <a:pt x="146" y="145"/>
                  <a:pt x="146" y="145"/>
                  <a:pt x="146" y="145"/>
                </a:cubicBezTo>
                <a:cubicBezTo>
                  <a:pt x="49" y="145"/>
                  <a:pt x="49" y="145"/>
                  <a:pt x="49" y="145"/>
                </a:cubicBezTo>
                <a:cubicBezTo>
                  <a:pt x="49" y="151"/>
                  <a:pt x="49" y="151"/>
                  <a:pt x="49" y="151"/>
                </a:cubicBezTo>
                <a:cubicBezTo>
                  <a:pt x="49" y="157"/>
                  <a:pt x="47" y="161"/>
                  <a:pt x="44" y="164"/>
                </a:cubicBezTo>
                <a:cubicBezTo>
                  <a:pt x="40" y="168"/>
                  <a:pt x="36" y="170"/>
                  <a:pt x="31" y="170"/>
                </a:cubicBezTo>
                <a:cubicBezTo>
                  <a:pt x="26" y="170"/>
                  <a:pt x="21" y="168"/>
                  <a:pt x="18" y="164"/>
                </a:cubicBezTo>
                <a:cubicBezTo>
                  <a:pt x="14" y="161"/>
                  <a:pt x="13" y="157"/>
                  <a:pt x="13" y="151"/>
                </a:cubicBezTo>
                <a:cubicBezTo>
                  <a:pt x="13" y="145"/>
                  <a:pt x="13" y="145"/>
                  <a:pt x="13" y="145"/>
                </a:cubicBezTo>
                <a:cubicBezTo>
                  <a:pt x="3" y="145"/>
                  <a:pt x="3" y="145"/>
                  <a:pt x="3" y="145"/>
                </a:cubicBezTo>
                <a:cubicBezTo>
                  <a:pt x="3" y="145"/>
                  <a:pt x="2" y="145"/>
                  <a:pt x="1" y="145"/>
                </a:cubicBezTo>
                <a:cubicBezTo>
                  <a:pt x="1" y="144"/>
                  <a:pt x="0" y="143"/>
                  <a:pt x="0" y="142"/>
                </a:cubicBezTo>
                <a:cubicBezTo>
                  <a:pt x="0" y="106"/>
                  <a:pt x="0" y="106"/>
                  <a:pt x="0" y="106"/>
                </a:cubicBezTo>
                <a:cubicBezTo>
                  <a:pt x="0" y="100"/>
                  <a:pt x="3" y="95"/>
                  <a:pt x="7" y="91"/>
                </a:cubicBezTo>
                <a:cubicBezTo>
                  <a:pt x="11" y="87"/>
                  <a:pt x="16" y="85"/>
                  <a:pt x="22" y="85"/>
                </a:cubicBezTo>
                <a:cubicBezTo>
                  <a:pt x="24" y="85"/>
                  <a:pt x="24" y="85"/>
                  <a:pt x="24" y="85"/>
                </a:cubicBezTo>
                <a:cubicBezTo>
                  <a:pt x="34" y="45"/>
                  <a:pt x="34" y="45"/>
                  <a:pt x="34" y="45"/>
                </a:cubicBezTo>
                <a:cubicBezTo>
                  <a:pt x="36" y="39"/>
                  <a:pt x="39" y="34"/>
                  <a:pt x="44" y="30"/>
                </a:cubicBezTo>
                <a:cubicBezTo>
                  <a:pt x="49" y="26"/>
                  <a:pt x="55" y="24"/>
                  <a:pt x="61" y="24"/>
                </a:cubicBezTo>
                <a:cubicBezTo>
                  <a:pt x="73" y="24"/>
                  <a:pt x="73" y="24"/>
                  <a:pt x="73" y="24"/>
                </a:cubicBezTo>
                <a:cubicBezTo>
                  <a:pt x="73" y="3"/>
                  <a:pt x="73" y="3"/>
                  <a:pt x="73" y="3"/>
                </a:cubicBezTo>
                <a:cubicBezTo>
                  <a:pt x="73" y="2"/>
                  <a:pt x="73" y="2"/>
                  <a:pt x="74" y="1"/>
                </a:cubicBezTo>
                <a:cubicBezTo>
                  <a:pt x="74" y="0"/>
                  <a:pt x="75" y="0"/>
                  <a:pt x="76" y="0"/>
                </a:cubicBezTo>
                <a:cubicBezTo>
                  <a:pt x="118" y="0"/>
                  <a:pt x="118" y="0"/>
                  <a:pt x="118" y="0"/>
                </a:cubicBezTo>
                <a:cubicBezTo>
                  <a:pt x="119" y="0"/>
                  <a:pt x="120" y="0"/>
                  <a:pt x="121" y="1"/>
                </a:cubicBezTo>
                <a:cubicBezTo>
                  <a:pt x="121" y="2"/>
                  <a:pt x="121" y="2"/>
                  <a:pt x="121" y="3"/>
                </a:cubicBezTo>
                <a:cubicBezTo>
                  <a:pt x="121" y="24"/>
                  <a:pt x="121" y="24"/>
                  <a:pt x="121" y="24"/>
                </a:cubicBezTo>
                <a:cubicBezTo>
                  <a:pt x="134" y="24"/>
                  <a:pt x="134" y="24"/>
                  <a:pt x="134" y="24"/>
                </a:cubicBezTo>
                <a:cubicBezTo>
                  <a:pt x="140" y="24"/>
                  <a:pt x="145" y="26"/>
                  <a:pt x="150" y="30"/>
                </a:cubicBezTo>
                <a:cubicBezTo>
                  <a:pt x="156" y="34"/>
                  <a:pt x="159" y="39"/>
                  <a:pt x="160" y="45"/>
                </a:cubicBezTo>
                <a:cubicBezTo>
                  <a:pt x="170" y="85"/>
                  <a:pt x="170" y="85"/>
                  <a:pt x="170" y="85"/>
                </a:cubicBezTo>
                <a:lnTo>
                  <a:pt x="173" y="85"/>
                </a:lnTo>
                <a:close/>
                <a:moveTo>
                  <a:pt x="20" y="126"/>
                </a:moveTo>
                <a:cubicBezTo>
                  <a:pt x="23" y="129"/>
                  <a:pt x="27" y="130"/>
                  <a:pt x="31" y="130"/>
                </a:cubicBezTo>
                <a:cubicBezTo>
                  <a:pt x="35" y="130"/>
                  <a:pt x="38" y="129"/>
                  <a:pt x="41" y="126"/>
                </a:cubicBezTo>
                <a:cubicBezTo>
                  <a:pt x="44" y="123"/>
                  <a:pt x="46" y="119"/>
                  <a:pt x="46" y="115"/>
                </a:cubicBezTo>
                <a:cubicBezTo>
                  <a:pt x="46" y="111"/>
                  <a:pt x="44" y="107"/>
                  <a:pt x="41" y="104"/>
                </a:cubicBezTo>
                <a:cubicBezTo>
                  <a:pt x="38" y="102"/>
                  <a:pt x="35" y="100"/>
                  <a:pt x="31" y="100"/>
                </a:cubicBezTo>
                <a:cubicBezTo>
                  <a:pt x="27" y="100"/>
                  <a:pt x="23" y="102"/>
                  <a:pt x="20" y="104"/>
                </a:cubicBezTo>
                <a:cubicBezTo>
                  <a:pt x="17" y="107"/>
                  <a:pt x="16" y="111"/>
                  <a:pt x="16" y="115"/>
                </a:cubicBezTo>
                <a:cubicBezTo>
                  <a:pt x="16" y="119"/>
                  <a:pt x="17" y="123"/>
                  <a:pt x="20" y="126"/>
                </a:cubicBezTo>
                <a:close/>
                <a:moveTo>
                  <a:pt x="49" y="85"/>
                </a:moveTo>
                <a:cubicBezTo>
                  <a:pt x="145" y="85"/>
                  <a:pt x="145" y="85"/>
                  <a:pt x="145" y="85"/>
                </a:cubicBezTo>
                <a:cubicBezTo>
                  <a:pt x="137" y="51"/>
                  <a:pt x="137" y="51"/>
                  <a:pt x="137" y="51"/>
                </a:cubicBezTo>
                <a:cubicBezTo>
                  <a:pt x="137" y="51"/>
                  <a:pt x="136" y="50"/>
                  <a:pt x="136" y="50"/>
                </a:cubicBezTo>
                <a:cubicBezTo>
                  <a:pt x="135" y="49"/>
                  <a:pt x="134" y="49"/>
                  <a:pt x="134" y="49"/>
                </a:cubicBezTo>
                <a:cubicBezTo>
                  <a:pt x="61" y="49"/>
                  <a:pt x="61" y="49"/>
                  <a:pt x="61" y="49"/>
                </a:cubicBezTo>
                <a:cubicBezTo>
                  <a:pt x="60" y="49"/>
                  <a:pt x="60" y="49"/>
                  <a:pt x="59" y="50"/>
                </a:cubicBezTo>
                <a:cubicBezTo>
                  <a:pt x="58" y="50"/>
                  <a:pt x="58" y="51"/>
                  <a:pt x="58" y="51"/>
                </a:cubicBezTo>
                <a:lnTo>
                  <a:pt x="49" y="85"/>
                </a:lnTo>
                <a:close/>
                <a:moveTo>
                  <a:pt x="153" y="126"/>
                </a:moveTo>
                <a:cubicBezTo>
                  <a:pt x="156" y="129"/>
                  <a:pt x="160" y="130"/>
                  <a:pt x="164" y="130"/>
                </a:cubicBezTo>
                <a:cubicBezTo>
                  <a:pt x="168" y="130"/>
                  <a:pt x="172" y="129"/>
                  <a:pt x="175" y="126"/>
                </a:cubicBezTo>
                <a:cubicBezTo>
                  <a:pt x="177" y="123"/>
                  <a:pt x="179" y="119"/>
                  <a:pt x="179" y="115"/>
                </a:cubicBezTo>
                <a:cubicBezTo>
                  <a:pt x="179" y="111"/>
                  <a:pt x="177" y="107"/>
                  <a:pt x="175" y="104"/>
                </a:cubicBezTo>
                <a:cubicBezTo>
                  <a:pt x="172" y="102"/>
                  <a:pt x="168" y="100"/>
                  <a:pt x="164" y="100"/>
                </a:cubicBezTo>
                <a:cubicBezTo>
                  <a:pt x="160" y="100"/>
                  <a:pt x="156" y="102"/>
                  <a:pt x="153" y="104"/>
                </a:cubicBezTo>
                <a:cubicBezTo>
                  <a:pt x="150" y="107"/>
                  <a:pt x="149" y="111"/>
                  <a:pt x="149" y="115"/>
                </a:cubicBezTo>
                <a:cubicBezTo>
                  <a:pt x="149" y="119"/>
                  <a:pt x="150" y="123"/>
                  <a:pt x="153" y="126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</p:spTree>
    <p:extLst>
      <p:ext uri="{BB962C8B-B14F-4D97-AF65-F5344CB8AC3E}">
        <p14:creationId xmlns:p14="http://schemas.microsoft.com/office/powerpoint/2010/main" val="2064451657"/>
      </p:ext>
    </p:extLst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 5"/>
          <p:cNvSpPr>
            <a:spLocks noEditPoints="1"/>
          </p:cNvSpPr>
          <p:nvPr/>
        </p:nvSpPr>
        <p:spPr bwMode="auto">
          <a:xfrm>
            <a:off x="800321" y="1757743"/>
            <a:ext cx="297527" cy="223688"/>
          </a:xfrm>
          <a:custGeom>
            <a:avLst/>
            <a:gdLst>
              <a:gd name="T0" fmla="*/ 0 w 208"/>
              <a:gd name="T1" fmla="*/ 52 h 156"/>
              <a:gd name="T2" fmla="*/ 6 w 208"/>
              <a:gd name="T3" fmla="*/ 37 h 156"/>
              <a:gd name="T4" fmla="*/ 21 w 208"/>
              <a:gd name="T5" fmla="*/ 31 h 156"/>
              <a:gd name="T6" fmla="*/ 62 w 208"/>
              <a:gd name="T7" fmla="*/ 31 h 156"/>
              <a:gd name="T8" fmla="*/ 73 w 208"/>
              <a:gd name="T9" fmla="*/ 10 h 156"/>
              <a:gd name="T10" fmla="*/ 76 w 208"/>
              <a:gd name="T11" fmla="*/ 5 h 156"/>
              <a:gd name="T12" fmla="*/ 79 w 208"/>
              <a:gd name="T13" fmla="*/ 1 h 156"/>
              <a:gd name="T14" fmla="*/ 83 w 208"/>
              <a:gd name="T15" fmla="*/ 0 h 156"/>
              <a:gd name="T16" fmla="*/ 125 w 208"/>
              <a:gd name="T17" fmla="*/ 0 h 156"/>
              <a:gd name="T18" fmla="*/ 128 w 208"/>
              <a:gd name="T19" fmla="*/ 0 h 156"/>
              <a:gd name="T20" fmla="*/ 131 w 208"/>
              <a:gd name="T21" fmla="*/ 3 h 156"/>
              <a:gd name="T22" fmla="*/ 133 w 208"/>
              <a:gd name="T23" fmla="*/ 6 h 156"/>
              <a:gd name="T24" fmla="*/ 135 w 208"/>
              <a:gd name="T25" fmla="*/ 10 h 156"/>
              <a:gd name="T26" fmla="*/ 146 w 208"/>
              <a:gd name="T27" fmla="*/ 31 h 156"/>
              <a:gd name="T28" fmla="*/ 187 w 208"/>
              <a:gd name="T29" fmla="*/ 31 h 156"/>
              <a:gd name="T30" fmla="*/ 202 w 208"/>
              <a:gd name="T31" fmla="*/ 37 h 156"/>
              <a:gd name="T32" fmla="*/ 208 w 208"/>
              <a:gd name="T33" fmla="*/ 52 h 156"/>
              <a:gd name="T34" fmla="*/ 208 w 208"/>
              <a:gd name="T35" fmla="*/ 135 h 156"/>
              <a:gd name="T36" fmla="*/ 202 w 208"/>
              <a:gd name="T37" fmla="*/ 150 h 156"/>
              <a:gd name="T38" fmla="*/ 187 w 208"/>
              <a:gd name="T39" fmla="*/ 156 h 156"/>
              <a:gd name="T40" fmla="*/ 21 w 208"/>
              <a:gd name="T41" fmla="*/ 156 h 156"/>
              <a:gd name="T42" fmla="*/ 6 w 208"/>
              <a:gd name="T43" fmla="*/ 150 h 156"/>
              <a:gd name="T44" fmla="*/ 0 w 208"/>
              <a:gd name="T45" fmla="*/ 135 h 156"/>
              <a:gd name="T46" fmla="*/ 0 w 208"/>
              <a:gd name="T47" fmla="*/ 52 h 156"/>
              <a:gd name="T48" fmla="*/ 57 w 208"/>
              <a:gd name="T49" fmla="*/ 88 h 156"/>
              <a:gd name="T50" fmla="*/ 71 w 208"/>
              <a:gd name="T51" fmla="*/ 121 h 156"/>
              <a:gd name="T52" fmla="*/ 104 w 208"/>
              <a:gd name="T53" fmla="*/ 135 h 156"/>
              <a:gd name="T54" fmla="*/ 137 w 208"/>
              <a:gd name="T55" fmla="*/ 121 h 156"/>
              <a:gd name="T56" fmla="*/ 151 w 208"/>
              <a:gd name="T57" fmla="*/ 88 h 156"/>
              <a:gd name="T58" fmla="*/ 137 w 208"/>
              <a:gd name="T59" fmla="*/ 55 h 156"/>
              <a:gd name="T60" fmla="*/ 104 w 208"/>
              <a:gd name="T61" fmla="*/ 41 h 156"/>
              <a:gd name="T62" fmla="*/ 71 w 208"/>
              <a:gd name="T63" fmla="*/ 55 h 156"/>
              <a:gd name="T64" fmla="*/ 57 w 208"/>
              <a:gd name="T65" fmla="*/ 88 h 156"/>
              <a:gd name="T66" fmla="*/ 78 w 208"/>
              <a:gd name="T67" fmla="*/ 88 h 156"/>
              <a:gd name="T68" fmla="*/ 86 w 208"/>
              <a:gd name="T69" fmla="*/ 70 h 156"/>
              <a:gd name="T70" fmla="*/ 104 w 208"/>
              <a:gd name="T71" fmla="*/ 62 h 156"/>
              <a:gd name="T72" fmla="*/ 122 w 208"/>
              <a:gd name="T73" fmla="*/ 70 h 156"/>
              <a:gd name="T74" fmla="*/ 130 w 208"/>
              <a:gd name="T75" fmla="*/ 88 h 156"/>
              <a:gd name="T76" fmla="*/ 122 w 208"/>
              <a:gd name="T77" fmla="*/ 107 h 156"/>
              <a:gd name="T78" fmla="*/ 104 w 208"/>
              <a:gd name="T79" fmla="*/ 114 h 156"/>
              <a:gd name="T80" fmla="*/ 86 w 208"/>
              <a:gd name="T81" fmla="*/ 107 h 156"/>
              <a:gd name="T82" fmla="*/ 78 w 208"/>
              <a:gd name="T83" fmla="*/ 88 h 156"/>
              <a:gd name="T84" fmla="*/ 170 w 208"/>
              <a:gd name="T85" fmla="*/ 55 h 156"/>
              <a:gd name="T86" fmla="*/ 167 w 208"/>
              <a:gd name="T87" fmla="*/ 58 h 156"/>
              <a:gd name="T88" fmla="*/ 166 w 208"/>
              <a:gd name="T89" fmla="*/ 62 h 156"/>
              <a:gd name="T90" fmla="*/ 167 w 208"/>
              <a:gd name="T91" fmla="*/ 66 h 156"/>
              <a:gd name="T92" fmla="*/ 170 w 208"/>
              <a:gd name="T93" fmla="*/ 70 h 156"/>
              <a:gd name="T94" fmla="*/ 173 w 208"/>
              <a:gd name="T95" fmla="*/ 72 h 156"/>
              <a:gd name="T96" fmla="*/ 177 w 208"/>
              <a:gd name="T97" fmla="*/ 73 h 156"/>
              <a:gd name="T98" fmla="*/ 181 w 208"/>
              <a:gd name="T99" fmla="*/ 72 h 156"/>
              <a:gd name="T100" fmla="*/ 184 w 208"/>
              <a:gd name="T101" fmla="*/ 70 h 156"/>
              <a:gd name="T102" fmla="*/ 187 w 208"/>
              <a:gd name="T103" fmla="*/ 62 h 156"/>
              <a:gd name="T104" fmla="*/ 184 w 208"/>
              <a:gd name="T105" fmla="*/ 55 h 156"/>
              <a:gd name="T106" fmla="*/ 177 w 208"/>
              <a:gd name="T107" fmla="*/ 52 h 156"/>
              <a:gd name="T108" fmla="*/ 170 w 208"/>
              <a:gd name="T109" fmla="*/ 55 h 1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208" h="156">
                <a:moveTo>
                  <a:pt x="0" y="52"/>
                </a:moveTo>
                <a:cubicBezTo>
                  <a:pt x="0" y="46"/>
                  <a:pt x="2" y="41"/>
                  <a:pt x="6" y="37"/>
                </a:cubicBezTo>
                <a:cubicBezTo>
                  <a:pt x="10" y="33"/>
                  <a:pt x="15" y="31"/>
                  <a:pt x="21" y="31"/>
                </a:cubicBezTo>
                <a:cubicBezTo>
                  <a:pt x="62" y="31"/>
                  <a:pt x="62" y="31"/>
                  <a:pt x="62" y="31"/>
                </a:cubicBezTo>
                <a:cubicBezTo>
                  <a:pt x="73" y="10"/>
                  <a:pt x="73" y="10"/>
                  <a:pt x="73" y="10"/>
                </a:cubicBezTo>
                <a:cubicBezTo>
                  <a:pt x="76" y="5"/>
                  <a:pt x="76" y="5"/>
                  <a:pt x="76" y="5"/>
                </a:cubicBezTo>
                <a:cubicBezTo>
                  <a:pt x="76" y="4"/>
                  <a:pt x="77" y="3"/>
                  <a:pt x="79" y="1"/>
                </a:cubicBezTo>
                <a:cubicBezTo>
                  <a:pt x="80" y="0"/>
                  <a:pt x="82" y="0"/>
                  <a:pt x="83" y="0"/>
                </a:cubicBezTo>
                <a:cubicBezTo>
                  <a:pt x="125" y="0"/>
                  <a:pt x="125" y="0"/>
                  <a:pt x="125" y="0"/>
                </a:cubicBezTo>
                <a:cubicBezTo>
                  <a:pt x="126" y="0"/>
                  <a:pt x="127" y="0"/>
                  <a:pt x="128" y="0"/>
                </a:cubicBezTo>
                <a:cubicBezTo>
                  <a:pt x="129" y="1"/>
                  <a:pt x="130" y="2"/>
                  <a:pt x="131" y="3"/>
                </a:cubicBezTo>
                <a:cubicBezTo>
                  <a:pt x="132" y="4"/>
                  <a:pt x="133" y="5"/>
                  <a:pt x="133" y="6"/>
                </a:cubicBezTo>
                <a:cubicBezTo>
                  <a:pt x="134" y="7"/>
                  <a:pt x="134" y="8"/>
                  <a:pt x="135" y="10"/>
                </a:cubicBezTo>
                <a:cubicBezTo>
                  <a:pt x="146" y="31"/>
                  <a:pt x="146" y="31"/>
                  <a:pt x="146" y="31"/>
                </a:cubicBezTo>
                <a:cubicBezTo>
                  <a:pt x="187" y="31"/>
                  <a:pt x="187" y="31"/>
                  <a:pt x="187" y="31"/>
                </a:cubicBezTo>
                <a:cubicBezTo>
                  <a:pt x="193" y="31"/>
                  <a:pt x="198" y="33"/>
                  <a:pt x="202" y="37"/>
                </a:cubicBezTo>
                <a:cubicBezTo>
                  <a:pt x="206" y="41"/>
                  <a:pt x="208" y="46"/>
                  <a:pt x="208" y="52"/>
                </a:cubicBezTo>
                <a:cubicBezTo>
                  <a:pt x="208" y="135"/>
                  <a:pt x="208" y="135"/>
                  <a:pt x="208" y="135"/>
                </a:cubicBezTo>
                <a:cubicBezTo>
                  <a:pt x="208" y="141"/>
                  <a:pt x="206" y="146"/>
                  <a:pt x="202" y="150"/>
                </a:cubicBezTo>
                <a:cubicBezTo>
                  <a:pt x="198" y="154"/>
                  <a:pt x="193" y="156"/>
                  <a:pt x="187" y="156"/>
                </a:cubicBezTo>
                <a:cubicBezTo>
                  <a:pt x="21" y="156"/>
                  <a:pt x="21" y="156"/>
                  <a:pt x="21" y="156"/>
                </a:cubicBezTo>
                <a:cubicBezTo>
                  <a:pt x="15" y="156"/>
                  <a:pt x="10" y="154"/>
                  <a:pt x="6" y="150"/>
                </a:cubicBezTo>
                <a:cubicBezTo>
                  <a:pt x="2" y="146"/>
                  <a:pt x="0" y="141"/>
                  <a:pt x="0" y="135"/>
                </a:cubicBezTo>
                <a:lnTo>
                  <a:pt x="0" y="52"/>
                </a:lnTo>
                <a:close/>
                <a:moveTo>
                  <a:pt x="57" y="88"/>
                </a:moveTo>
                <a:cubicBezTo>
                  <a:pt x="57" y="101"/>
                  <a:pt x="62" y="112"/>
                  <a:pt x="71" y="121"/>
                </a:cubicBezTo>
                <a:cubicBezTo>
                  <a:pt x="80" y="130"/>
                  <a:pt x="91" y="135"/>
                  <a:pt x="104" y="135"/>
                </a:cubicBezTo>
                <a:cubicBezTo>
                  <a:pt x="117" y="135"/>
                  <a:pt x="128" y="130"/>
                  <a:pt x="137" y="121"/>
                </a:cubicBezTo>
                <a:cubicBezTo>
                  <a:pt x="146" y="112"/>
                  <a:pt x="151" y="101"/>
                  <a:pt x="151" y="88"/>
                </a:cubicBezTo>
                <a:cubicBezTo>
                  <a:pt x="151" y="75"/>
                  <a:pt x="146" y="64"/>
                  <a:pt x="137" y="55"/>
                </a:cubicBezTo>
                <a:cubicBezTo>
                  <a:pt x="128" y="46"/>
                  <a:pt x="117" y="41"/>
                  <a:pt x="104" y="41"/>
                </a:cubicBezTo>
                <a:cubicBezTo>
                  <a:pt x="91" y="41"/>
                  <a:pt x="80" y="46"/>
                  <a:pt x="71" y="55"/>
                </a:cubicBezTo>
                <a:cubicBezTo>
                  <a:pt x="62" y="64"/>
                  <a:pt x="57" y="75"/>
                  <a:pt x="57" y="88"/>
                </a:cubicBezTo>
                <a:close/>
                <a:moveTo>
                  <a:pt x="78" y="88"/>
                </a:moveTo>
                <a:cubicBezTo>
                  <a:pt x="78" y="81"/>
                  <a:pt x="81" y="75"/>
                  <a:pt x="86" y="70"/>
                </a:cubicBezTo>
                <a:cubicBezTo>
                  <a:pt x="91" y="65"/>
                  <a:pt x="97" y="62"/>
                  <a:pt x="104" y="62"/>
                </a:cubicBezTo>
                <a:cubicBezTo>
                  <a:pt x="111" y="62"/>
                  <a:pt x="117" y="65"/>
                  <a:pt x="122" y="70"/>
                </a:cubicBezTo>
                <a:cubicBezTo>
                  <a:pt x="128" y="75"/>
                  <a:pt x="130" y="81"/>
                  <a:pt x="130" y="88"/>
                </a:cubicBezTo>
                <a:cubicBezTo>
                  <a:pt x="130" y="95"/>
                  <a:pt x="128" y="102"/>
                  <a:pt x="122" y="107"/>
                </a:cubicBezTo>
                <a:cubicBezTo>
                  <a:pt x="117" y="112"/>
                  <a:pt x="111" y="114"/>
                  <a:pt x="104" y="114"/>
                </a:cubicBezTo>
                <a:cubicBezTo>
                  <a:pt x="97" y="114"/>
                  <a:pt x="91" y="112"/>
                  <a:pt x="86" y="107"/>
                </a:cubicBezTo>
                <a:cubicBezTo>
                  <a:pt x="81" y="102"/>
                  <a:pt x="78" y="95"/>
                  <a:pt x="78" y="88"/>
                </a:cubicBezTo>
                <a:close/>
                <a:moveTo>
                  <a:pt x="170" y="55"/>
                </a:moveTo>
                <a:cubicBezTo>
                  <a:pt x="169" y="56"/>
                  <a:pt x="168" y="57"/>
                  <a:pt x="167" y="58"/>
                </a:cubicBezTo>
                <a:cubicBezTo>
                  <a:pt x="167" y="60"/>
                  <a:pt x="166" y="61"/>
                  <a:pt x="166" y="62"/>
                </a:cubicBezTo>
                <a:cubicBezTo>
                  <a:pt x="166" y="64"/>
                  <a:pt x="167" y="65"/>
                  <a:pt x="167" y="66"/>
                </a:cubicBezTo>
                <a:cubicBezTo>
                  <a:pt x="168" y="67"/>
                  <a:pt x="168" y="69"/>
                  <a:pt x="170" y="70"/>
                </a:cubicBezTo>
                <a:cubicBezTo>
                  <a:pt x="171" y="71"/>
                  <a:pt x="172" y="71"/>
                  <a:pt x="173" y="72"/>
                </a:cubicBezTo>
                <a:cubicBezTo>
                  <a:pt x="174" y="72"/>
                  <a:pt x="176" y="73"/>
                  <a:pt x="177" y="73"/>
                </a:cubicBezTo>
                <a:cubicBezTo>
                  <a:pt x="178" y="73"/>
                  <a:pt x="180" y="72"/>
                  <a:pt x="181" y="72"/>
                </a:cubicBezTo>
                <a:cubicBezTo>
                  <a:pt x="182" y="71"/>
                  <a:pt x="183" y="71"/>
                  <a:pt x="184" y="70"/>
                </a:cubicBezTo>
                <a:cubicBezTo>
                  <a:pt x="186" y="67"/>
                  <a:pt x="187" y="65"/>
                  <a:pt x="187" y="62"/>
                </a:cubicBezTo>
                <a:cubicBezTo>
                  <a:pt x="187" y="59"/>
                  <a:pt x="186" y="57"/>
                  <a:pt x="184" y="55"/>
                </a:cubicBezTo>
                <a:cubicBezTo>
                  <a:pt x="182" y="53"/>
                  <a:pt x="180" y="52"/>
                  <a:pt x="177" y="52"/>
                </a:cubicBezTo>
                <a:cubicBezTo>
                  <a:pt x="174" y="52"/>
                  <a:pt x="172" y="53"/>
                  <a:pt x="170" y="55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4" name="Freeform 6"/>
          <p:cNvSpPr>
            <a:spLocks noEditPoints="1"/>
          </p:cNvSpPr>
          <p:nvPr/>
        </p:nvSpPr>
        <p:spPr bwMode="auto">
          <a:xfrm>
            <a:off x="1219461" y="1803348"/>
            <a:ext cx="340960" cy="121616"/>
          </a:xfrm>
          <a:custGeom>
            <a:avLst/>
            <a:gdLst>
              <a:gd name="T0" fmla="*/ 1 w 238"/>
              <a:gd name="T1" fmla="*/ 40 h 86"/>
              <a:gd name="T2" fmla="*/ 3 w 238"/>
              <a:gd name="T3" fmla="*/ 30 h 86"/>
              <a:gd name="T4" fmla="*/ 5 w 238"/>
              <a:gd name="T5" fmla="*/ 26 h 86"/>
              <a:gd name="T6" fmla="*/ 35 w 238"/>
              <a:gd name="T7" fmla="*/ 21 h 86"/>
              <a:gd name="T8" fmla="*/ 59 w 238"/>
              <a:gd name="T9" fmla="*/ 6 h 86"/>
              <a:gd name="T10" fmla="*/ 77 w 238"/>
              <a:gd name="T11" fmla="*/ 0 h 86"/>
              <a:gd name="T12" fmla="*/ 130 w 238"/>
              <a:gd name="T13" fmla="*/ 0 h 86"/>
              <a:gd name="T14" fmla="*/ 141 w 238"/>
              <a:gd name="T15" fmla="*/ 5 h 86"/>
              <a:gd name="T16" fmla="*/ 166 w 238"/>
              <a:gd name="T17" fmla="*/ 25 h 86"/>
              <a:gd name="T18" fmla="*/ 191 w 238"/>
              <a:gd name="T19" fmla="*/ 29 h 86"/>
              <a:gd name="T20" fmla="*/ 222 w 238"/>
              <a:gd name="T21" fmla="*/ 38 h 86"/>
              <a:gd name="T22" fmla="*/ 233 w 238"/>
              <a:gd name="T23" fmla="*/ 44 h 86"/>
              <a:gd name="T24" fmla="*/ 237 w 238"/>
              <a:gd name="T25" fmla="*/ 48 h 86"/>
              <a:gd name="T26" fmla="*/ 238 w 238"/>
              <a:gd name="T27" fmla="*/ 57 h 86"/>
              <a:gd name="T28" fmla="*/ 231 w 238"/>
              <a:gd name="T29" fmla="*/ 71 h 86"/>
              <a:gd name="T30" fmla="*/ 222 w 238"/>
              <a:gd name="T31" fmla="*/ 73 h 86"/>
              <a:gd name="T32" fmla="*/ 219 w 238"/>
              <a:gd name="T33" fmla="*/ 70 h 86"/>
              <a:gd name="T34" fmla="*/ 214 w 238"/>
              <a:gd name="T35" fmla="*/ 53 h 86"/>
              <a:gd name="T36" fmla="*/ 184 w 238"/>
              <a:gd name="T37" fmla="*/ 53 h 86"/>
              <a:gd name="T38" fmla="*/ 179 w 238"/>
              <a:gd name="T39" fmla="*/ 73 h 86"/>
              <a:gd name="T40" fmla="*/ 79 w 238"/>
              <a:gd name="T41" fmla="*/ 70 h 86"/>
              <a:gd name="T42" fmla="*/ 73 w 238"/>
              <a:gd name="T43" fmla="*/ 53 h 86"/>
              <a:gd name="T44" fmla="*/ 43 w 238"/>
              <a:gd name="T45" fmla="*/ 53 h 86"/>
              <a:gd name="T46" fmla="*/ 38 w 238"/>
              <a:gd name="T47" fmla="*/ 70 h 86"/>
              <a:gd name="T48" fmla="*/ 35 w 238"/>
              <a:gd name="T49" fmla="*/ 73 h 86"/>
              <a:gd name="T50" fmla="*/ 4 w 238"/>
              <a:gd name="T51" fmla="*/ 62 h 86"/>
              <a:gd name="T52" fmla="*/ 43 w 238"/>
              <a:gd name="T53" fmla="*/ 70 h 86"/>
              <a:gd name="T54" fmla="*/ 58 w 238"/>
              <a:gd name="T55" fmla="*/ 55 h 86"/>
              <a:gd name="T56" fmla="*/ 74 w 238"/>
              <a:gd name="T57" fmla="*/ 70 h 86"/>
              <a:gd name="T58" fmla="*/ 58 w 238"/>
              <a:gd name="T59" fmla="*/ 86 h 86"/>
              <a:gd name="T60" fmla="*/ 43 w 238"/>
              <a:gd name="T61" fmla="*/ 70 h 86"/>
              <a:gd name="T62" fmla="*/ 188 w 238"/>
              <a:gd name="T63" fmla="*/ 59 h 86"/>
              <a:gd name="T64" fmla="*/ 210 w 238"/>
              <a:gd name="T65" fmla="*/ 59 h 86"/>
              <a:gd name="T66" fmla="*/ 210 w 238"/>
              <a:gd name="T67" fmla="*/ 81 h 86"/>
              <a:gd name="T68" fmla="*/ 188 w 238"/>
              <a:gd name="T69" fmla="*/ 81 h 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238" h="86">
                <a:moveTo>
                  <a:pt x="0" y="46"/>
                </a:moveTo>
                <a:cubicBezTo>
                  <a:pt x="0" y="44"/>
                  <a:pt x="1" y="42"/>
                  <a:pt x="1" y="40"/>
                </a:cubicBezTo>
                <a:cubicBezTo>
                  <a:pt x="1" y="38"/>
                  <a:pt x="1" y="36"/>
                  <a:pt x="1" y="34"/>
                </a:cubicBezTo>
                <a:cubicBezTo>
                  <a:pt x="2" y="33"/>
                  <a:pt x="2" y="31"/>
                  <a:pt x="3" y="30"/>
                </a:cubicBezTo>
                <a:cubicBezTo>
                  <a:pt x="3" y="29"/>
                  <a:pt x="4" y="28"/>
                  <a:pt x="4" y="27"/>
                </a:cubicBezTo>
                <a:cubicBezTo>
                  <a:pt x="4" y="27"/>
                  <a:pt x="4" y="26"/>
                  <a:pt x="5" y="26"/>
                </a:cubicBezTo>
                <a:cubicBezTo>
                  <a:pt x="5" y="25"/>
                  <a:pt x="8" y="24"/>
                  <a:pt x="13" y="23"/>
                </a:cubicBezTo>
                <a:cubicBezTo>
                  <a:pt x="19" y="22"/>
                  <a:pt x="26" y="21"/>
                  <a:pt x="35" y="21"/>
                </a:cubicBezTo>
                <a:cubicBezTo>
                  <a:pt x="40" y="18"/>
                  <a:pt x="44" y="15"/>
                  <a:pt x="48" y="13"/>
                </a:cubicBezTo>
                <a:cubicBezTo>
                  <a:pt x="52" y="10"/>
                  <a:pt x="56" y="8"/>
                  <a:pt x="59" y="6"/>
                </a:cubicBezTo>
                <a:cubicBezTo>
                  <a:pt x="66" y="3"/>
                  <a:pt x="71" y="1"/>
                  <a:pt x="73" y="1"/>
                </a:cubicBezTo>
                <a:cubicBezTo>
                  <a:pt x="77" y="0"/>
                  <a:pt x="77" y="0"/>
                  <a:pt x="77" y="0"/>
                </a:cubicBezTo>
                <a:cubicBezTo>
                  <a:pt x="129" y="0"/>
                  <a:pt x="129" y="0"/>
                  <a:pt x="129" y="0"/>
                </a:cubicBezTo>
                <a:cubicBezTo>
                  <a:pt x="129" y="0"/>
                  <a:pt x="129" y="0"/>
                  <a:pt x="130" y="0"/>
                </a:cubicBezTo>
                <a:cubicBezTo>
                  <a:pt x="131" y="0"/>
                  <a:pt x="132" y="1"/>
                  <a:pt x="134" y="2"/>
                </a:cubicBezTo>
                <a:cubicBezTo>
                  <a:pt x="136" y="3"/>
                  <a:pt x="139" y="4"/>
                  <a:pt x="141" y="5"/>
                </a:cubicBezTo>
                <a:cubicBezTo>
                  <a:pt x="144" y="7"/>
                  <a:pt x="147" y="9"/>
                  <a:pt x="152" y="13"/>
                </a:cubicBezTo>
                <a:cubicBezTo>
                  <a:pt x="156" y="16"/>
                  <a:pt x="161" y="20"/>
                  <a:pt x="166" y="25"/>
                </a:cubicBezTo>
                <a:cubicBezTo>
                  <a:pt x="171" y="26"/>
                  <a:pt x="175" y="26"/>
                  <a:pt x="179" y="27"/>
                </a:cubicBezTo>
                <a:cubicBezTo>
                  <a:pt x="183" y="28"/>
                  <a:pt x="187" y="28"/>
                  <a:pt x="191" y="29"/>
                </a:cubicBezTo>
                <a:cubicBezTo>
                  <a:pt x="198" y="31"/>
                  <a:pt x="205" y="32"/>
                  <a:pt x="209" y="34"/>
                </a:cubicBezTo>
                <a:cubicBezTo>
                  <a:pt x="214" y="35"/>
                  <a:pt x="218" y="37"/>
                  <a:pt x="222" y="38"/>
                </a:cubicBezTo>
                <a:cubicBezTo>
                  <a:pt x="224" y="39"/>
                  <a:pt x="227" y="40"/>
                  <a:pt x="228" y="41"/>
                </a:cubicBezTo>
                <a:cubicBezTo>
                  <a:pt x="230" y="42"/>
                  <a:pt x="231" y="43"/>
                  <a:pt x="233" y="44"/>
                </a:cubicBezTo>
                <a:cubicBezTo>
                  <a:pt x="234" y="45"/>
                  <a:pt x="235" y="46"/>
                  <a:pt x="235" y="46"/>
                </a:cubicBezTo>
                <a:cubicBezTo>
                  <a:pt x="236" y="47"/>
                  <a:pt x="236" y="48"/>
                  <a:pt x="237" y="48"/>
                </a:cubicBezTo>
                <a:cubicBezTo>
                  <a:pt x="237" y="49"/>
                  <a:pt x="237" y="49"/>
                  <a:pt x="237" y="49"/>
                </a:cubicBezTo>
                <a:cubicBezTo>
                  <a:pt x="237" y="51"/>
                  <a:pt x="238" y="53"/>
                  <a:pt x="238" y="57"/>
                </a:cubicBezTo>
                <a:cubicBezTo>
                  <a:pt x="238" y="60"/>
                  <a:pt x="237" y="63"/>
                  <a:pt x="237" y="67"/>
                </a:cubicBezTo>
                <a:cubicBezTo>
                  <a:pt x="235" y="68"/>
                  <a:pt x="233" y="70"/>
                  <a:pt x="231" y="71"/>
                </a:cubicBezTo>
                <a:cubicBezTo>
                  <a:pt x="228" y="72"/>
                  <a:pt x="226" y="73"/>
                  <a:pt x="225" y="73"/>
                </a:cubicBezTo>
                <a:cubicBezTo>
                  <a:pt x="222" y="73"/>
                  <a:pt x="222" y="73"/>
                  <a:pt x="222" y="73"/>
                </a:cubicBezTo>
                <a:cubicBezTo>
                  <a:pt x="219" y="73"/>
                  <a:pt x="219" y="73"/>
                  <a:pt x="219" y="73"/>
                </a:cubicBezTo>
                <a:cubicBezTo>
                  <a:pt x="219" y="72"/>
                  <a:pt x="219" y="71"/>
                  <a:pt x="219" y="70"/>
                </a:cubicBezTo>
                <a:cubicBezTo>
                  <a:pt x="220" y="69"/>
                  <a:pt x="220" y="69"/>
                  <a:pt x="220" y="68"/>
                </a:cubicBezTo>
                <a:cubicBezTo>
                  <a:pt x="220" y="62"/>
                  <a:pt x="218" y="58"/>
                  <a:pt x="214" y="53"/>
                </a:cubicBezTo>
                <a:cubicBezTo>
                  <a:pt x="209" y="49"/>
                  <a:pt x="205" y="47"/>
                  <a:pt x="199" y="47"/>
                </a:cubicBezTo>
                <a:cubicBezTo>
                  <a:pt x="193" y="47"/>
                  <a:pt x="188" y="49"/>
                  <a:pt x="184" y="53"/>
                </a:cubicBezTo>
                <a:cubicBezTo>
                  <a:pt x="180" y="58"/>
                  <a:pt x="178" y="62"/>
                  <a:pt x="178" y="68"/>
                </a:cubicBezTo>
                <a:cubicBezTo>
                  <a:pt x="178" y="70"/>
                  <a:pt x="178" y="72"/>
                  <a:pt x="179" y="73"/>
                </a:cubicBezTo>
                <a:cubicBezTo>
                  <a:pt x="79" y="73"/>
                  <a:pt x="79" y="73"/>
                  <a:pt x="79" y="73"/>
                </a:cubicBezTo>
                <a:cubicBezTo>
                  <a:pt x="79" y="72"/>
                  <a:pt x="79" y="71"/>
                  <a:pt x="79" y="70"/>
                </a:cubicBezTo>
                <a:cubicBezTo>
                  <a:pt x="79" y="69"/>
                  <a:pt x="79" y="69"/>
                  <a:pt x="79" y="68"/>
                </a:cubicBezTo>
                <a:cubicBezTo>
                  <a:pt x="79" y="62"/>
                  <a:pt x="77" y="58"/>
                  <a:pt x="73" y="53"/>
                </a:cubicBezTo>
                <a:cubicBezTo>
                  <a:pt x="69" y="49"/>
                  <a:pt x="64" y="47"/>
                  <a:pt x="58" y="47"/>
                </a:cubicBezTo>
                <a:cubicBezTo>
                  <a:pt x="53" y="47"/>
                  <a:pt x="48" y="49"/>
                  <a:pt x="43" y="53"/>
                </a:cubicBezTo>
                <a:cubicBezTo>
                  <a:pt x="39" y="58"/>
                  <a:pt x="37" y="62"/>
                  <a:pt x="37" y="68"/>
                </a:cubicBezTo>
                <a:cubicBezTo>
                  <a:pt x="37" y="68"/>
                  <a:pt x="37" y="69"/>
                  <a:pt x="38" y="70"/>
                </a:cubicBezTo>
                <a:cubicBezTo>
                  <a:pt x="38" y="71"/>
                  <a:pt x="38" y="72"/>
                  <a:pt x="38" y="73"/>
                </a:cubicBezTo>
                <a:cubicBezTo>
                  <a:pt x="35" y="73"/>
                  <a:pt x="35" y="73"/>
                  <a:pt x="35" y="73"/>
                </a:cubicBezTo>
                <a:cubicBezTo>
                  <a:pt x="31" y="73"/>
                  <a:pt x="25" y="71"/>
                  <a:pt x="17" y="69"/>
                </a:cubicBezTo>
                <a:cubicBezTo>
                  <a:pt x="9" y="66"/>
                  <a:pt x="5" y="64"/>
                  <a:pt x="4" y="62"/>
                </a:cubicBezTo>
                <a:cubicBezTo>
                  <a:pt x="2" y="60"/>
                  <a:pt x="0" y="55"/>
                  <a:pt x="0" y="46"/>
                </a:cubicBezTo>
                <a:close/>
                <a:moveTo>
                  <a:pt x="43" y="70"/>
                </a:moveTo>
                <a:cubicBezTo>
                  <a:pt x="43" y="66"/>
                  <a:pt x="44" y="62"/>
                  <a:pt x="47" y="59"/>
                </a:cubicBezTo>
                <a:cubicBezTo>
                  <a:pt x="50" y="56"/>
                  <a:pt x="54" y="55"/>
                  <a:pt x="58" y="55"/>
                </a:cubicBezTo>
                <a:cubicBezTo>
                  <a:pt x="63" y="55"/>
                  <a:pt x="66" y="56"/>
                  <a:pt x="69" y="59"/>
                </a:cubicBezTo>
                <a:cubicBezTo>
                  <a:pt x="72" y="62"/>
                  <a:pt x="74" y="66"/>
                  <a:pt x="74" y="70"/>
                </a:cubicBezTo>
                <a:cubicBezTo>
                  <a:pt x="74" y="75"/>
                  <a:pt x="72" y="78"/>
                  <a:pt x="69" y="81"/>
                </a:cubicBezTo>
                <a:cubicBezTo>
                  <a:pt x="66" y="84"/>
                  <a:pt x="63" y="86"/>
                  <a:pt x="58" y="86"/>
                </a:cubicBezTo>
                <a:cubicBezTo>
                  <a:pt x="54" y="86"/>
                  <a:pt x="50" y="84"/>
                  <a:pt x="47" y="81"/>
                </a:cubicBezTo>
                <a:cubicBezTo>
                  <a:pt x="44" y="78"/>
                  <a:pt x="43" y="75"/>
                  <a:pt x="43" y="70"/>
                </a:cubicBezTo>
                <a:close/>
                <a:moveTo>
                  <a:pt x="183" y="70"/>
                </a:moveTo>
                <a:cubicBezTo>
                  <a:pt x="183" y="66"/>
                  <a:pt x="185" y="62"/>
                  <a:pt x="188" y="59"/>
                </a:cubicBezTo>
                <a:cubicBezTo>
                  <a:pt x="191" y="56"/>
                  <a:pt x="195" y="55"/>
                  <a:pt x="199" y="55"/>
                </a:cubicBezTo>
                <a:cubicBezTo>
                  <a:pt x="203" y="55"/>
                  <a:pt x="207" y="56"/>
                  <a:pt x="210" y="59"/>
                </a:cubicBezTo>
                <a:cubicBezTo>
                  <a:pt x="213" y="62"/>
                  <a:pt x="214" y="66"/>
                  <a:pt x="214" y="70"/>
                </a:cubicBezTo>
                <a:cubicBezTo>
                  <a:pt x="214" y="75"/>
                  <a:pt x="213" y="78"/>
                  <a:pt x="210" y="81"/>
                </a:cubicBezTo>
                <a:cubicBezTo>
                  <a:pt x="207" y="84"/>
                  <a:pt x="203" y="86"/>
                  <a:pt x="199" y="86"/>
                </a:cubicBezTo>
                <a:cubicBezTo>
                  <a:pt x="195" y="86"/>
                  <a:pt x="191" y="84"/>
                  <a:pt x="188" y="81"/>
                </a:cubicBezTo>
                <a:cubicBezTo>
                  <a:pt x="185" y="78"/>
                  <a:pt x="183" y="75"/>
                  <a:pt x="183" y="7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5" name="Freeform 7"/>
          <p:cNvSpPr>
            <a:spLocks noEditPoints="1"/>
          </p:cNvSpPr>
          <p:nvPr/>
        </p:nvSpPr>
        <p:spPr bwMode="auto">
          <a:xfrm>
            <a:off x="1666835" y="1757743"/>
            <a:ext cx="327931" cy="162880"/>
          </a:xfrm>
          <a:custGeom>
            <a:avLst/>
            <a:gdLst>
              <a:gd name="T0" fmla="*/ 0 w 229"/>
              <a:gd name="T1" fmla="*/ 0 h 114"/>
              <a:gd name="T2" fmla="*/ 166 w 229"/>
              <a:gd name="T3" fmla="*/ 62 h 114"/>
              <a:gd name="T4" fmla="*/ 0 w 229"/>
              <a:gd name="T5" fmla="*/ 99 h 114"/>
              <a:gd name="T6" fmla="*/ 0 w 229"/>
              <a:gd name="T7" fmla="*/ 97 h 114"/>
              <a:gd name="T8" fmla="*/ 26 w 229"/>
              <a:gd name="T9" fmla="*/ 73 h 114"/>
              <a:gd name="T10" fmla="*/ 81 w 229"/>
              <a:gd name="T11" fmla="*/ 80 h 114"/>
              <a:gd name="T12" fmla="*/ 89 w 229"/>
              <a:gd name="T13" fmla="*/ 99 h 114"/>
              <a:gd name="T14" fmla="*/ 83 w 229"/>
              <a:gd name="T15" fmla="*/ 99 h 114"/>
              <a:gd name="T16" fmla="*/ 83 w 229"/>
              <a:gd name="T17" fmla="*/ 98 h 114"/>
              <a:gd name="T18" fmla="*/ 63 w 229"/>
              <a:gd name="T19" fmla="*/ 78 h 114"/>
              <a:gd name="T20" fmla="*/ 11 w 229"/>
              <a:gd name="T21" fmla="*/ 84 h 114"/>
              <a:gd name="T22" fmla="*/ 5 w 229"/>
              <a:gd name="T23" fmla="*/ 99 h 114"/>
              <a:gd name="T24" fmla="*/ 0 w 229"/>
              <a:gd name="T25" fmla="*/ 99 h 114"/>
              <a:gd name="T26" fmla="*/ 15 w 229"/>
              <a:gd name="T27" fmla="*/ 88 h 114"/>
              <a:gd name="T28" fmla="*/ 37 w 229"/>
              <a:gd name="T29" fmla="*/ 88 h 114"/>
              <a:gd name="T30" fmla="*/ 37 w 229"/>
              <a:gd name="T31" fmla="*/ 110 h 114"/>
              <a:gd name="T32" fmla="*/ 15 w 229"/>
              <a:gd name="T33" fmla="*/ 110 h 114"/>
              <a:gd name="T34" fmla="*/ 47 w 229"/>
              <a:gd name="T35" fmla="*/ 99 h 114"/>
              <a:gd name="T36" fmla="*/ 63 w 229"/>
              <a:gd name="T37" fmla="*/ 83 h 114"/>
              <a:gd name="T38" fmla="*/ 78 w 229"/>
              <a:gd name="T39" fmla="*/ 99 h 114"/>
              <a:gd name="T40" fmla="*/ 63 w 229"/>
              <a:gd name="T41" fmla="*/ 114 h 114"/>
              <a:gd name="T42" fmla="*/ 47 w 229"/>
              <a:gd name="T43" fmla="*/ 99 h 114"/>
              <a:gd name="T44" fmla="*/ 122 w 229"/>
              <a:gd name="T45" fmla="*/ 80 h 114"/>
              <a:gd name="T46" fmla="*/ 177 w 229"/>
              <a:gd name="T47" fmla="*/ 73 h 114"/>
              <a:gd name="T48" fmla="*/ 181 w 229"/>
              <a:gd name="T49" fmla="*/ 31 h 114"/>
              <a:gd name="T50" fmla="*/ 189 w 229"/>
              <a:gd name="T51" fmla="*/ 31 h 114"/>
              <a:gd name="T52" fmla="*/ 209 w 229"/>
              <a:gd name="T53" fmla="*/ 31 h 114"/>
              <a:gd name="T54" fmla="*/ 219 w 229"/>
              <a:gd name="T55" fmla="*/ 33 h 114"/>
              <a:gd name="T56" fmla="*/ 229 w 229"/>
              <a:gd name="T57" fmla="*/ 70 h 114"/>
              <a:gd name="T58" fmla="*/ 218 w 229"/>
              <a:gd name="T59" fmla="*/ 104 h 114"/>
              <a:gd name="T60" fmla="*/ 218 w 229"/>
              <a:gd name="T61" fmla="*/ 98 h 114"/>
              <a:gd name="T62" fmla="*/ 198 w 229"/>
              <a:gd name="T63" fmla="*/ 78 h 114"/>
              <a:gd name="T64" fmla="*/ 185 w 229"/>
              <a:gd name="T65" fmla="*/ 82 h 114"/>
              <a:gd name="T66" fmla="*/ 178 w 229"/>
              <a:gd name="T67" fmla="*/ 93 h 114"/>
              <a:gd name="T68" fmla="*/ 153 w 229"/>
              <a:gd name="T69" fmla="*/ 82 h 114"/>
              <a:gd name="T70" fmla="*/ 126 w 229"/>
              <a:gd name="T71" fmla="*/ 84 h 114"/>
              <a:gd name="T72" fmla="*/ 120 w 229"/>
              <a:gd name="T73" fmla="*/ 99 h 114"/>
              <a:gd name="T74" fmla="*/ 125 w 229"/>
              <a:gd name="T75" fmla="*/ 99 h 114"/>
              <a:gd name="T76" fmla="*/ 141 w 229"/>
              <a:gd name="T77" fmla="*/ 83 h 114"/>
              <a:gd name="T78" fmla="*/ 156 w 229"/>
              <a:gd name="T79" fmla="*/ 99 h 114"/>
              <a:gd name="T80" fmla="*/ 141 w 229"/>
              <a:gd name="T81" fmla="*/ 114 h 114"/>
              <a:gd name="T82" fmla="*/ 125 w 229"/>
              <a:gd name="T83" fmla="*/ 99 h 114"/>
              <a:gd name="T84" fmla="*/ 187 w 229"/>
              <a:gd name="T85" fmla="*/ 88 h 114"/>
              <a:gd name="T86" fmla="*/ 209 w 229"/>
              <a:gd name="T87" fmla="*/ 88 h 114"/>
              <a:gd name="T88" fmla="*/ 209 w 229"/>
              <a:gd name="T89" fmla="*/ 110 h 114"/>
              <a:gd name="T90" fmla="*/ 187 w 229"/>
              <a:gd name="T91" fmla="*/ 110 h 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229" h="114">
                <a:moveTo>
                  <a:pt x="0" y="62"/>
                </a:moveTo>
                <a:cubicBezTo>
                  <a:pt x="0" y="0"/>
                  <a:pt x="0" y="0"/>
                  <a:pt x="0" y="0"/>
                </a:cubicBezTo>
                <a:cubicBezTo>
                  <a:pt x="166" y="0"/>
                  <a:pt x="166" y="0"/>
                  <a:pt x="166" y="0"/>
                </a:cubicBezTo>
                <a:cubicBezTo>
                  <a:pt x="166" y="62"/>
                  <a:pt x="166" y="62"/>
                  <a:pt x="166" y="62"/>
                </a:cubicBezTo>
                <a:lnTo>
                  <a:pt x="0" y="62"/>
                </a:lnTo>
                <a:close/>
                <a:moveTo>
                  <a:pt x="0" y="99"/>
                </a:moveTo>
                <a:cubicBezTo>
                  <a:pt x="0" y="99"/>
                  <a:pt x="0" y="99"/>
                  <a:pt x="0" y="99"/>
                </a:cubicBezTo>
                <a:cubicBezTo>
                  <a:pt x="0" y="97"/>
                  <a:pt x="0" y="97"/>
                  <a:pt x="0" y="97"/>
                </a:cubicBezTo>
                <a:cubicBezTo>
                  <a:pt x="0" y="91"/>
                  <a:pt x="3" y="85"/>
                  <a:pt x="8" y="80"/>
                </a:cubicBezTo>
                <a:cubicBezTo>
                  <a:pt x="13" y="75"/>
                  <a:pt x="19" y="73"/>
                  <a:pt x="26" y="73"/>
                </a:cubicBezTo>
                <a:cubicBezTo>
                  <a:pt x="63" y="73"/>
                  <a:pt x="63" y="73"/>
                  <a:pt x="63" y="73"/>
                </a:cubicBezTo>
                <a:cubicBezTo>
                  <a:pt x="70" y="73"/>
                  <a:pt x="76" y="75"/>
                  <a:pt x="81" y="80"/>
                </a:cubicBezTo>
                <a:cubicBezTo>
                  <a:pt x="86" y="85"/>
                  <a:pt x="89" y="91"/>
                  <a:pt x="89" y="97"/>
                </a:cubicBezTo>
                <a:cubicBezTo>
                  <a:pt x="89" y="99"/>
                  <a:pt x="89" y="99"/>
                  <a:pt x="89" y="99"/>
                </a:cubicBezTo>
                <a:cubicBezTo>
                  <a:pt x="89" y="99"/>
                  <a:pt x="89" y="99"/>
                  <a:pt x="89" y="99"/>
                </a:cubicBezTo>
                <a:cubicBezTo>
                  <a:pt x="83" y="99"/>
                  <a:pt x="83" y="99"/>
                  <a:pt x="83" y="99"/>
                </a:cubicBezTo>
                <a:cubicBezTo>
                  <a:pt x="83" y="99"/>
                  <a:pt x="83" y="99"/>
                  <a:pt x="83" y="99"/>
                </a:cubicBezTo>
                <a:cubicBezTo>
                  <a:pt x="83" y="98"/>
                  <a:pt x="83" y="98"/>
                  <a:pt x="83" y="98"/>
                </a:cubicBezTo>
                <a:cubicBezTo>
                  <a:pt x="83" y="92"/>
                  <a:pt x="81" y="88"/>
                  <a:pt x="78" y="84"/>
                </a:cubicBezTo>
                <a:cubicBezTo>
                  <a:pt x="73" y="80"/>
                  <a:pt x="68" y="78"/>
                  <a:pt x="63" y="78"/>
                </a:cubicBezTo>
                <a:cubicBezTo>
                  <a:pt x="26" y="78"/>
                  <a:pt x="26" y="78"/>
                  <a:pt x="26" y="78"/>
                </a:cubicBezTo>
                <a:cubicBezTo>
                  <a:pt x="20" y="78"/>
                  <a:pt x="15" y="80"/>
                  <a:pt x="11" y="84"/>
                </a:cubicBezTo>
                <a:cubicBezTo>
                  <a:pt x="7" y="88"/>
                  <a:pt x="5" y="92"/>
                  <a:pt x="5" y="97"/>
                </a:cubicBezTo>
                <a:cubicBezTo>
                  <a:pt x="5" y="99"/>
                  <a:pt x="5" y="99"/>
                  <a:pt x="5" y="99"/>
                </a:cubicBezTo>
                <a:cubicBezTo>
                  <a:pt x="5" y="99"/>
                  <a:pt x="5" y="99"/>
                  <a:pt x="5" y="99"/>
                </a:cubicBezTo>
                <a:lnTo>
                  <a:pt x="0" y="99"/>
                </a:lnTo>
                <a:close/>
                <a:moveTo>
                  <a:pt x="10" y="99"/>
                </a:moveTo>
                <a:cubicBezTo>
                  <a:pt x="10" y="94"/>
                  <a:pt x="12" y="91"/>
                  <a:pt x="15" y="88"/>
                </a:cubicBezTo>
                <a:cubicBezTo>
                  <a:pt x="18" y="85"/>
                  <a:pt x="22" y="83"/>
                  <a:pt x="26" y="83"/>
                </a:cubicBezTo>
                <a:cubicBezTo>
                  <a:pt x="30" y="83"/>
                  <a:pt x="34" y="85"/>
                  <a:pt x="37" y="88"/>
                </a:cubicBezTo>
                <a:cubicBezTo>
                  <a:pt x="40" y="91"/>
                  <a:pt x="42" y="94"/>
                  <a:pt x="42" y="99"/>
                </a:cubicBezTo>
                <a:cubicBezTo>
                  <a:pt x="42" y="103"/>
                  <a:pt x="40" y="107"/>
                  <a:pt x="37" y="110"/>
                </a:cubicBezTo>
                <a:cubicBezTo>
                  <a:pt x="34" y="113"/>
                  <a:pt x="31" y="114"/>
                  <a:pt x="26" y="114"/>
                </a:cubicBezTo>
                <a:cubicBezTo>
                  <a:pt x="22" y="114"/>
                  <a:pt x="18" y="113"/>
                  <a:pt x="15" y="110"/>
                </a:cubicBezTo>
                <a:cubicBezTo>
                  <a:pt x="12" y="107"/>
                  <a:pt x="10" y="103"/>
                  <a:pt x="10" y="99"/>
                </a:cubicBezTo>
                <a:close/>
                <a:moveTo>
                  <a:pt x="47" y="99"/>
                </a:moveTo>
                <a:cubicBezTo>
                  <a:pt x="47" y="94"/>
                  <a:pt x="48" y="91"/>
                  <a:pt x="51" y="88"/>
                </a:cubicBezTo>
                <a:cubicBezTo>
                  <a:pt x="54" y="85"/>
                  <a:pt x="58" y="83"/>
                  <a:pt x="63" y="83"/>
                </a:cubicBezTo>
                <a:cubicBezTo>
                  <a:pt x="67" y="83"/>
                  <a:pt x="70" y="85"/>
                  <a:pt x="73" y="88"/>
                </a:cubicBezTo>
                <a:cubicBezTo>
                  <a:pt x="77" y="91"/>
                  <a:pt x="78" y="94"/>
                  <a:pt x="78" y="99"/>
                </a:cubicBezTo>
                <a:cubicBezTo>
                  <a:pt x="78" y="103"/>
                  <a:pt x="77" y="107"/>
                  <a:pt x="74" y="110"/>
                </a:cubicBezTo>
                <a:cubicBezTo>
                  <a:pt x="71" y="113"/>
                  <a:pt x="67" y="114"/>
                  <a:pt x="63" y="114"/>
                </a:cubicBezTo>
                <a:cubicBezTo>
                  <a:pt x="58" y="114"/>
                  <a:pt x="54" y="113"/>
                  <a:pt x="51" y="110"/>
                </a:cubicBezTo>
                <a:cubicBezTo>
                  <a:pt x="48" y="107"/>
                  <a:pt x="47" y="103"/>
                  <a:pt x="47" y="99"/>
                </a:cubicBezTo>
                <a:close/>
                <a:moveTo>
                  <a:pt x="115" y="99"/>
                </a:moveTo>
                <a:cubicBezTo>
                  <a:pt x="115" y="91"/>
                  <a:pt x="117" y="85"/>
                  <a:pt x="122" y="80"/>
                </a:cubicBezTo>
                <a:cubicBezTo>
                  <a:pt x="127" y="75"/>
                  <a:pt x="133" y="73"/>
                  <a:pt x="141" y="73"/>
                </a:cubicBezTo>
                <a:cubicBezTo>
                  <a:pt x="177" y="73"/>
                  <a:pt x="177" y="73"/>
                  <a:pt x="177" y="73"/>
                </a:cubicBezTo>
                <a:cubicBezTo>
                  <a:pt x="177" y="31"/>
                  <a:pt x="177" y="31"/>
                  <a:pt x="177" y="31"/>
                </a:cubicBezTo>
                <a:cubicBezTo>
                  <a:pt x="178" y="31"/>
                  <a:pt x="179" y="31"/>
                  <a:pt x="181" y="31"/>
                </a:cubicBezTo>
                <a:cubicBezTo>
                  <a:pt x="182" y="31"/>
                  <a:pt x="183" y="31"/>
                  <a:pt x="185" y="31"/>
                </a:cubicBezTo>
                <a:cubicBezTo>
                  <a:pt x="187" y="31"/>
                  <a:pt x="188" y="31"/>
                  <a:pt x="189" y="31"/>
                </a:cubicBezTo>
                <a:cubicBezTo>
                  <a:pt x="190" y="31"/>
                  <a:pt x="191" y="31"/>
                  <a:pt x="192" y="31"/>
                </a:cubicBezTo>
                <a:cubicBezTo>
                  <a:pt x="199" y="31"/>
                  <a:pt x="205" y="31"/>
                  <a:pt x="209" y="31"/>
                </a:cubicBezTo>
                <a:cubicBezTo>
                  <a:pt x="214" y="32"/>
                  <a:pt x="216" y="32"/>
                  <a:pt x="217" y="32"/>
                </a:cubicBezTo>
                <a:cubicBezTo>
                  <a:pt x="219" y="33"/>
                  <a:pt x="219" y="33"/>
                  <a:pt x="219" y="33"/>
                </a:cubicBezTo>
                <a:cubicBezTo>
                  <a:pt x="221" y="34"/>
                  <a:pt x="223" y="40"/>
                  <a:pt x="225" y="48"/>
                </a:cubicBezTo>
                <a:cubicBezTo>
                  <a:pt x="228" y="57"/>
                  <a:pt x="229" y="64"/>
                  <a:pt x="229" y="70"/>
                </a:cubicBezTo>
                <a:cubicBezTo>
                  <a:pt x="229" y="104"/>
                  <a:pt x="229" y="104"/>
                  <a:pt x="229" y="104"/>
                </a:cubicBezTo>
                <a:cubicBezTo>
                  <a:pt x="218" y="104"/>
                  <a:pt x="218" y="104"/>
                  <a:pt x="218" y="104"/>
                </a:cubicBezTo>
                <a:cubicBezTo>
                  <a:pt x="218" y="99"/>
                  <a:pt x="218" y="99"/>
                  <a:pt x="218" y="99"/>
                </a:cubicBezTo>
                <a:cubicBezTo>
                  <a:pt x="218" y="98"/>
                  <a:pt x="218" y="98"/>
                  <a:pt x="218" y="98"/>
                </a:cubicBezTo>
                <a:cubicBezTo>
                  <a:pt x="218" y="92"/>
                  <a:pt x="216" y="88"/>
                  <a:pt x="213" y="84"/>
                </a:cubicBezTo>
                <a:cubicBezTo>
                  <a:pt x="208" y="80"/>
                  <a:pt x="203" y="78"/>
                  <a:pt x="198" y="78"/>
                </a:cubicBezTo>
                <a:cubicBezTo>
                  <a:pt x="195" y="78"/>
                  <a:pt x="193" y="78"/>
                  <a:pt x="191" y="79"/>
                </a:cubicBezTo>
                <a:cubicBezTo>
                  <a:pt x="189" y="80"/>
                  <a:pt x="187" y="81"/>
                  <a:pt x="185" y="82"/>
                </a:cubicBezTo>
                <a:cubicBezTo>
                  <a:pt x="183" y="84"/>
                  <a:pt x="182" y="85"/>
                  <a:pt x="180" y="87"/>
                </a:cubicBezTo>
                <a:cubicBezTo>
                  <a:pt x="179" y="89"/>
                  <a:pt x="178" y="91"/>
                  <a:pt x="178" y="93"/>
                </a:cubicBezTo>
                <a:cubicBezTo>
                  <a:pt x="161" y="93"/>
                  <a:pt x="161" y="93"/>
                  <a:pt x="161" y="93"/>
                </a:cubicBezTo>
                <a:cubicBezTo>
                  <a:pt x="160" y="89"/>
                  <a:pt x="157" y="85"/>
                  <a:pt x="153" y="82"/>
                </a:cubicBezTo>
                <a:cubicBezTo>
                  <a:pt x="150" y="79"/>
                  <a:pt x="145" y="78"/>
                  <a:pt x="141" y="78"/>
                </a:cubicBezTo>
                <a:cubicBezTo>
                  <a:pt x="135" y="78"/>
                  <a:pt x="130" y="80"/>
                  <a:pt x="126" y="84"/>
                </a:cubicBezTo>
                <a:cubicBezTo>
                  <a:pt x="122" y="88"/>
                  <a:pt x="120" y="92"/>
                  <a:pt x="120" y="98"/>
                </a:cubicBezTo>
                <a:cubicBezTo>
                  <a:pt x="120" y="99"/>
                  <a:pt x="120" y="99"/>
                  <a:pt x="120" y="99"/>
                </a:cubicBezTo>
                <a:lnTo>
                  <a:pt x="115" y="99"/>
                </a:lnTo>
                <a:close/>
                <a:moveTo>
                  <a:pt x="125" y="99"/>
                </a:moveTo>
                <a:cubicBezTo>
                  <a:pt x="125" y="94"/>
                  <a:pt x="127" y="91"/>
                  <a:pt x="130" y="88"/>
                </a:cubicBezTo>
                <a:cubicBezTo>
                  <a:pt x="133" y="85"/>
                  <a:pt x="136" y="83"/>
                  <a:pt x="141" y="83"/>
                </a:cubicBezTo>
                <a:cubicBezTo>
                  <a:pt x="145" y="83"/>
                  <a:pt x="149" y="85"/>
                  <a:pt x="152" y="88"/>
                </a:cubicBezTo>
                <a:cubicBezTo>
                  <a:pt x="155" y="91"/>
                  <a:pt x="156" y="94"/>
                  <a:pt x="156" y="99"/>
                </a:cubicBezTo>
                <a:cubicBezTo>
                  <a:pt x="156" y="103"/>
                  <a:pt x="155" y="107"/>
                  <a:pt x="152" y="110"/>
                </a:cubicBezTo>
                <a:cubicBezTo>
                  <a:pt x="149" y="113"/>
                  <a:pt x="145" y="114"/>
                  <a:pt x="141" y="114"/>
                </a:cubicBezTo>
                <a:cubicBezTo>
                  <a:pt x="136" y="114"/>
                  <a:pt x="133" y="113"/>
                  <a:pt x="130" y="110"/>
                </a:cubicBezTo>
                <a:cubicBezTo>
                  <a:pt x="127" y="107"/>
                  <a:pt x="125" y="103"/>
                  <a:pt x="125" y="99"/>
                </a:cubicBezTo>
                <a:close/>
                <a:moveTo>
                  <a:pt x="182" y="99"/>
                </a:moveTo>
                <a:cubicBezTo>
                  <a:pt x="182" y="94"/>
                  <a:pt x="184" y="91"/>
                  <a:pt x="187" y="88"/>
                </a:cubicBezTo>
                <a:cubicBezTo>
                  <a:pt x="190" y="85"/>
                  <a:pt x="193" y="83"/>
                  <a:pt x="198" y="83"/>
                </a:cubicBezTo>
                <a:cubicBezTo>
                  <a:pt x="202" y="83"/>
                  <a:pt x="206" y="85"/>
                  <a:pt x="209" y="88"/>
                </a:cubicBezTo>
                <a:cubicBezTo>
                  <a:pt x="212" y="91"/>
                  <a:pt x="213" y="94"/>
                  <a:pt x="213" y="99"/>
                </a:cubicBezTo>
                <a:cubicBezTo>
                  <a:pt x="213" y="103"/>
                  <a:pt x="212" y="107"/>
                  <a:pt x="209" y="110"/>
                </a:cubicBezTo>
                <a:cubicBezTo>
                  <a:pt x="206" y="113"/>
                  <a:pt x="202" y="114"/>
                  <a:pt x="198" y="114"/>
                </a:cubicBezTo>
                <a:cubicBezTo>
                  <a:pt x="193" y="114"/>
                  <a:pt x="190" y="113"/>
                  <a:pt x="187" y="110"/>
                </a:cubicBezTo>
                <a:cubicBezTo>
                  <a:pt x="184" y="107"/>
                  <a:pt x="182" y="103"/>
                  <a:pt x="182" y="9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6" name="Freeform 8"/>
          <p:cNvSpPr>
            <a:spLocks noEditPoints="1"/>
          </p:cNvSpPr>
          <p:nvPr/>
        </p:nvSpPr>
        <p:spPr bwMode="auto">
          <a:xfrm>
            <a:off x="2105523" y="1720824"/>
            <a:ext cx="330101" cy="275809"/>
          </a:xfrm>
          <a:custGeom>
            <a:avLst/>
            <a:gdLst>
              <a:gd name="T0" fmla="*/ 14 w 229"/>
              <a:gd name="T1" fmla="*/ 112 h 192"/>
              <a:gd name="T2" fmla="*/ 80 w 229"/>
              <a:gd name="T3" fmla="*/ 112 h 192"/>
              <a:gd name="T4" fmla="*/ 80 w 229"/>
              <a:gd name="T5" fmla="*/ 178 h 192"/>
              <a:gd name="T6" fmla="*/ 14 w 229"/>
              <a:gd name="T7" fmla="*/ 178 h 192"/>
              <a:gd name="T8" fmla="*/ 11 w 229"/>
              <a:gd name="T9" fmla="*/ 146 h 192"/>
              <a:gd name="T10" fmla="*/ 47 w 229"/>
              <a:gd name="T11" fmla="*/ 182 h 192"/>
              <a:gd name="T12" fmla="*/ 84 w 229"/>
              <a:gd name="T13" fmla="*/ 146 h 192"/>
              <a:gd name="T14" fmla="*/ 47 w 229"/>
              <a:gd name="T15" fmla="*/ 109 h 192"/>
              <a:gd name="T16" fmla="*/ 11 w 229"/>
              <a:gd name="T17" fmla="*/ 146 h 192"/>
              <a:gd name="T18" fmla="*/ 69 w 229"/>
              <a:gd name="T19" fmla="*/ 61 h 192"/>
              <a:gd name="T20" fmla="*/ 112 w 229"/>
              <a:gd name="T21" fmla="*/ 21 h 192"/>
              <a:gd name="T22" fmla="*/ 120 w 229"/>
              <a:gd name="T23" fmla="*/ 28 h 192"/>
              <a:gd name="T24" fmla="*/ 140 w 229"/>
              <a:gd name="T25" fmla="*/ 59 h 192"/>
              <a:gd name="T26" fmla="*/ 172 w 229"/>
              <a:gd name="T27" fmla="*/ 62 h 192"/>
              <a:gd name="T28" fmla="*/ 172 w 229"/>
              <a:gd name="T29" fmla="*/ 73 h 192"/>
              <a:gd name="T30" fmla="*/ 136 w 229"/>
              <a:gd name="T31" fmla="*/ 75 h 192"/>
              <a:gd name="T32" fmla="*/ 115 w 229"/>
              <a:gd name="T33" fmla="*/ 58 h 192"/>
              <a:gd name="T34" fmla="*/ 124 w 229"/>
              <a:gd name="T35" fmla="*/ 88 h 192"/>
              <a:gd name="T36" fmla="*/ 131 w 229"/>
              <a:gd name="T37" fmla="*/ 100 h 192"/>
              <a:gd name="T38" fmla="*/ 125 w 229"/>
              <a:gd name="T39" fmla="*/ 151 h 192"/>
              <a:gd name="T40" fmla="*/ 122 w 229"/>
              <a:gd name="T41" fmla="*/ 158 h 192"/>
              <a:gd name="T42" fmla="*/ 115 w 229"/>
              <a:gd name="T43" fmla="*/ 161 h 192"/>
              <a:gd name="T44" fmla="*/ 107 w 229"/>
              <a:gd name="T45" fmla="*/ 158 h 192"/>
              <a:gd name="T46" fmla="*/ 104 w 229"/>
              <a:gd name="T47" fmla="*/ 151 h 192"/>
              <a:gd name="T48" fmla="*/ 72 w 229"/>
              <a:gd name="T49" fmla="*/ 90 h 192"/>
              <a:gd name="T50" fmla="*/ 62 w 229"/>
              <a:gd name="T51" fmla="*/ 76 h 192"/>
              <a:gd name="T52" fmla="*/ 158 w 229"/>
              <a:gd name="T53" fmla="*/ 5 h 192"/>
              <a:gd name="T54" fmla="*/ 158 w 229"/>
              <a:gd name="T55" fmla="*/ 30 h 192"/>
              <a:gd name="T56" fmla="*/ 132 w 229"/>
              <a:gd name="T57" fmla="*/ 30 h 192"/>
              <a:gd name="T58" fmla="*/ 132 w 229"/>
              <a:gd name="T59" fmla="*/ 5 h 192"/>
              <a:gd name="T60" fmla="*/ 136 w 229"/>
              <a:gd name="T61" fmla="*/ 146 h 192"/>
              <a:gd name="T62" fmla="*/ 182 w 229"/>
              <a:gd name="T63" fmla="*/ 99 h 192"/>
              <a:gd name="T64" fmla="*/ 229 w 229"/>
              <a:gd name="T65" fmla="*/ 146 h 192"/>
              <a:gd name="T66" fmla="*/ 182 w 229"/>
              <a:gd name="T67" fmla="*/ 192 h 192"/>
              <a:gd name="T68" fmla="*/ 136 w 229"/>
              <a:gd name="T69" fmla="*/ 146 h 192"/>
              <a:gd name="T70" fmla="*/ 157 w 229"/>
              <a:gd name="T71" fmla="*/ 171 h 192"/>
              <a:gd name="T72" fmla="*/ 208 w 229"/>
              <a:gd name="T73" fmla="*/ 171 h 192"/>
              <a:gd name="T74" fmla="*/ 208 w 229"/>
              <a:gd name="T75" fmla="*/ 120 h 192"/>
              <a:gd name="T76" fmla="*/ 157 w 229"/>
              <a:gd name="T77" fmla="*/ 12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229" h="192">
                <a:moveTo>
                  <a:pt x="0" y="146"/>
                </a:moveTo>
                <a:cubicBezTo>
                  <a:pt x="0" y="133"/>
                  <a:pt x="5" y="121"/>
                  <a:pt x="14" y="112"/>
                </a:cubicBezTo>
                <a:cubicBezTo>
                  <a:pt x="23" y="103"/>
                  <a:pt x="34" y="99"/>
                  <a:pt x="47" y="99"/>
                </a:cubicBezTo>
                <a:cubicBezTo>
                  <a:pt x="60" y="99"/>
                  <a:pt x="71" y="103"/>
                  <a:pt x="80" y="112"/>
                </a:cubicBezTo>
                <a:cubicBezTo>
                  <a:pt x="90" y="122"/>
                  <a:pt x="94" y="133"/>
                  <a:pt x="94" y="146"/>
                </a:cubicBezTo>
                <a:cubicBezTo>
                  <a:pt x="94" y="158"/>
                  <a:pt x="90" y="169"/>
                  <a:pt x="80" y="178"/>
                </a:cubicBezTo>
                <a:cubicBezTo>
                  <a:pt x="71" y="188"/>
                  <a:pt x="60" y="192"/>
                  <a:pt x="47" y="192"/>
                </a:cubicBezTo>
                <a:cubicBezTo>
                  <a:pt x="34" y="192"/>
                  <a:pt x="23" y="188"/>
                  <a:pt x="14" y="178"/>
                </a:cubicBezTo>
                <a:cubicBezTo>
                  <a:pt x="5" y="169"/>
                  <a:pt x="0" y="158"/>
                  <a:pt x="0" y="146"/>
                </a:cubicBezTo>
                <a:close/>
                <a:moveTo>
                  <a:pt x="11" y="146"/>
                </a:moveTo>
                <a:cubicBezTo>
                  <a:pt x="11" y="156"/>
                  <a:pt x="14" y="164"/>
                  <a:pt x="21" y="171"/>
                </a:cubicBezTo>
                <a:cubicBezTo>
                  <a:pt x="29" y="178"/>
                  <a:pt x="37" y="182"/>
                  <a:pt x="47" y="182"/>
                </a:cubicBezTo>
                <a:cubicBezTo>
                  <a:pt x="57" y="182"/>
                  <a:pt x="66" y="178"/>
                  <a:pt x="73" y="171"/>
                </a:cubicBezTo>
                <a:cubicBezTo>
                  <a:pt x="80" y="164"/>
                  <a:pt x="84" y="156"/>
                  <a:pt x="84" y="146"/>
                </a:cubicBezTo>
                <a:cubicBezTo>
                  <a:pt x="84" y="135"/>
                  <a:pt x="80" y="127"/>
                  <a:pt x="73" y="120"/>
                </a:cubicBezTo>
                <a:cubicBezTo>
                  <a:pt x="66" y="113"/>
                  <a:pt x="57" y="109"/>
                  <a:pt x="47" y="109"/>
                </a:cubicBezTo>
                <a:cubicBezTo>
                  <a:pt x="37" y="109"/>
                  <a:pt x="29" y="113"/>
                  <a:pt x="21" y="120"/>
                </a:cubicBezTo>
                <a:cubicBezTo>
                  <a:pt x="14" y="127"/>
                  <a:pt x="11" y="135"/>
                  <a:pt x="11" y="146"/>
                </a:cubicBezTo>
                <a:close/>
                <a:moveTo>
                  <a:pt x="62" y="76"/>
                </a:moveTo>
                <a:cubicBezTo>
                  <a:pt x="62" y="71"/>
                  <a:pt x="65" y="66"/>
                  <a:pt x="69" y="61"/>
                </a:cubicBezTo>
                <a:cubicBezTo>
                  <a:pt x="107" y="23"/>
                  <a:pt x="107" y="23"/>
                  <a:pt x="107" y="23"/>
                </a:cubicBezTo>
                <a:cubicBezTo>
                  <a:pt x="109" y="22"/>
                  <a:pt x="110" y="21"/>
                  <a:pt x="112" y="21"/>
                </a:cubicBezTo>
                <a:cubicBezTo>
                  <a:pt x="114" y="21"/>
                  <a:pt x="116" y="22"/>
                  <a:pt x="117" y="23"/>
                </a:cubicBezTo>
                <a:cubicBezTo>
                  <a:pt x="118" y="24"/>
                  <a:pt x="119" y="26"/>
                  <a:pt x="120" y="28"/>
                </a:cubicBezTo>
                <a:cubicBezTo>
                  <a:pt x="121" y="30"/>
                  <a:pt x="123" y="33"/>
                  <a:pt x="125" y="36"/>
                </a:cubicBezTo>
                <a:cubicBezTo>
                  <a:pt x="140" y="59"/>
                  <a:pt x="140" y="59"/>
                  <a:pt x="140" y="59"/>
                </a:cubicBezTo>
                <a:cubicBezTo>
                  <a:pt x="167" y="59"/>
                  <a:pt x="167" y="59"/>
                  <a:pt x="167" y="59"/>
                </a:cubicBezTo>
                <a:cubicBezTo>
                  <a:pt x="169" y="59"/>
                  <a:pt x="171" y="60"/>
                  <a:pt x="172" y="62"/>
                </a:cubicBezTo>
                <a:cubicBezTo>
                  <a:pt x="174" y="63"/>
                  <a:pt x="175" y="65"/>
                  <a:pt x="175" y="67"/>
                </a:cubicBezTo>
                <a:cubicBezTo>
                  <a:pt x="175" y="70"/>
                  <a:pt x="174" y="72"/>
                  <a:pt x="172" y="73"/>
                </a:cubicBezTo>
                <a:cubicBezTo>
                  <a:pt x="171" y="75"/>
                  <a:pt x="169" y="75"/>
                  <a:pt x="167" y="75"/>
                </a:cubicBezTo>
                <a:cubicBezTo>
                  <a:pt x="136" y="75"/>
                  <a:pt x="136" y="75"/>
                  <a:pt x="136" y="75"/>
                </a:cubicBezTo>
                <a:cubicBezTo>
                  <a:pt x="133" y="75"/>
                  <a:pt x="131" y="74"/>
                  <a:pt x="129" y="72"/>
                </a:cubicBezTo>
                <a:cubicBezTo>
                  <a:pt x="115" y="58"/>
                  <a:pt x="115" y="58"/>
                  <a:pt x="115" y="58"/>
                </a:cubicBezTo>
                <a:cubicBezTo>
                  <a:pt x="98" y="74"/>
                  <a:pt x="98" y="74"/>
                  <a:pt x="98" y="74"/>
                </a:cubicBezTo>
                <a:cubicBezTo>
                  <a:pt x="124" y="88"/>
                  <a:pt x="124" y="88"/>
                  <a:pt x="124" y="88"/>
                </a:cubicBezTo>
                <a:cubicBezTo>
                  <a:pt x="128" y="91"/>
                  <a:pt x="131" y="94"/>
                  <a:pt x="131" y="98"/>
                </a:cubicBezTo>
                <a:cubicBezTo>
                  <a:pt x="131" y="98"/>
                  <a:pt x="131" y="99"/>
                  <a:pt x="131" y="100"/>
                </a:cubicBezTo>
                <a:cubicBezTo>
                  <a:pt x="130" y="101"/>
                  <a:pt x="130" y="101"/>
                  <a:pt x="130" y="101"/>
                </a:cubicBezTo>
                <a:cubicBezTo>
                  <a:pt x="125" y="151"/>
                  <a:pt x="125" y="151"/>
                  <a:pt x="125" y="151"/>
                </a:cubicBezTo>
                <a:cubicBezTo>
                  <a:pt x="125" y="152"/>
                  <a:pt x="125" y="153"/>
                  <a:pt x="124" y="155"/>
                </a:cubicBezTo>
                <a:cubicBezTo>
                  <a:pt x="124" y="156"/>
                  <a:pt x="123" y="157"/>
                  <a:pt x="122" y="158"/>
                </a:cubicBezTo>
                <a:cubicBezTo>
                  <a:pt x="121" y="159"/>
                  <a:pt x="120" y="160"/>
                  <a:pt x="119" y="160"/>
                </a:cubicBezTo>
                <a:cubicBezTo>
                  <a:pt x="118" y="161"/>
                  <a:pt x="116" y="161"/>
                  <a:pt x="115" y="161"/>
                </a:cubicBezTo>
                <a:cubicBezTo>
                  <a:pt x="113" y="161"/>
                  <a:pt x="112" y="161"/>
                  <a:pt x="111" y="160"/>
                </a:cubicBezTo>
                <a:cubicBezTo>
                  <a:pt x="109" y="160"/>
                  <a:pt x="108" y="159"/>
                  <a:pt x="107" y="158"/>
                </a:cubicBezTo>
                <a:cubicBezTo>
                  <a:pt x="107" y="157"/>
                  <a:pt x="106" y="156"/>
                  <a:pt x="105" y="155"/>
                </a:cubicBezTo>
                <a:cubicBezTo>
                  <a:pt x="105" y="153"/>
                  <a:pt x="104" y="152"/>
                  <a:pt x="104" y="151"/>
                </a:cubicBezTo>
                <a:cubicBezTo>
                  <a:pt x="110" y="106"/>
                  <a:pt x="110" y="106"/>
                  <a:pt x="110" y="106"/>
                </a:cubicBezTo>
                <a:cubicBezTo>
                  <a:pt x="72" y="90"/>
                  <a:pt x="72" y="90"/>
                  <a:pt x="72" y="90"/>
                </a:cubicBezTo>
                <a:cubicBezTo>
                  <a:pt x="69" y="89"/>
                  <a:pt x="67" y="87"/>
                  <a:pt x="65" y="84"/>
                </a:cubicBezTo>
                <a:cubicBezTo>
                  <a:pt x="63" y="82"/>
                  <a:pt x="62" y="79"/>
                  <a:pt x="62" y="76"/>
                </a:cubicBezTo>
                <a:close/>
                <a:moveTo>
                  <a:pt x="145" y="0"/>
                </a:moveTo>
                <a:cubicBezTo>
                  <a:pt x="150" y="0"/>
                  <a:pt x="154" y="2"/>
                  <a:pt x="158" y="5"/>
                </a:cubicBezTo>
                <a:cubicBezTo>
                  <a:pt x="161" y="9"/>
                  <a:pt x="163" y="13"/>
                  <a:pt x="163" y="17"/>
                </a:cubicBezTo>
                <a:cubicBezTo>
                  <a:pt x="163" y="22"/>
                  <a:pt x="161" y="27"/>
                  <a:pt x="158" y="30"/>
                </a:cubicBezTo>
                <a:cubicBezTo>
                  <a:pt x="154" y="34"/>
                  <a:pt x="150" y="35"/>
                  <a:pt x="145" y="35"/>
                </a:cubicBezTo>
                <a:cubicBezTo>
                  <a:pt x="140" y="35"/>
                  <a:pt x="136" y="34"/>
                  <a:pt x="132" y="30"/>
                </a:cubicBezTo>
                <a:cubicBezTo>
                  <a:pt x="129" y="27"/>
                  <a:pt x="127" y="22"/>
                  <a:pt x="127" y="17"/>
                </a:cubicBezTo>
                <a:cubicBezTo>
                  <a:pt x="127" y="13"/>
                  <a:pt x="129" y="8"/>
                  <a:pt x="132" y="5"/>
                </a:cubicBezTo>
                <a:cubicBezTo>
                  <a:pt x="136" y="2"/>
                  <a:pt x="140" y="0"/>
                  <a:pt x="145" y="0"/>
                </a:cubicBezTo>
                <a:close/>
                <a:moveTo>
                  <a:pt x="136" y="146"/>
                </a:moveTo>
                <a:cubicBezTo>
                  <a:pt x="136" y="133"/>
                  <a:pt x="140" y="121"/>
                  <a:pt x="149" y="112"/>
                </a:cubicBezTo>
                <a:cubicBezTo>
                  <a:pt x="158" y="103"/>
                  <a:pt x="169" y="99"/>
                  <a:pt x="182" y="99"/>
                </a:cubicBezTo>
                <a:cubicBezTo>
                  <a:pt x="195" y="99"/>
                  <a:pt x="206" y="103"/>
                  <a:pt x="215" y="112"/>
                </a:cubicBezTo>
                <a:cubicBezTo>
                  <a:pt x="225" y="122"/>
                  <a:pt x="229" y="133"/>
                  <a:pt x="229" y="146"/>
                </a:cubicBezTo>
                <a:cubicBezTo>
                  <a:pt x="229" y="158"/>
                  <a:pt x="225" y="169"/>
                  <a:pt x="215" y="178"/>
                </a:cubicBezTo>
                <a:cubicBezTo>
                  <a:pt x="206" y="188"/>
                  <a:pt x="195" y="192"/>
                  <a:pt x="182" y="192"/>
                </a:cubicBezTo>
                <a:cubicBezTo>
                  <a:pt x="169" y="192"/>
                  <a:pt x="158" y="188"/>
                  <a:pt x="149" y="178"/>
                </a:cubicBezTo>
                <a:cubicBezTo>
                  <a:pt x="140" y="169"/>
                  <a:pt x="136" y="158"/>
                  <a:pt x="136" y="146"/>
                </a:cubicBezTo>
                <a:close/>
                <a:moveTo>
                  <a:pt x="146" y="146"/>
                </a:moveTo>
                <a:cubicBezTo>
                  <a:pt x="146" y="156"/>
                  <a:pt x="150" y="164"/>
                  <a:pt x="157" y="171"/>
                </a:cubicBezTo>
                <a:cubicBezTo>
                  <a:pt x="164" y="178"/>
                  <a:pt x="172" y="182"/>
                  <a:pt x="182" y="182"/>
                </a:cubicBezTo>
                <a:cubicBezTo>
                  <a:pt x="192" y="182"/>
                  <a:pt x="201" y="178"/>
                  <a:pt x="208" y="171"/>
                </a:cubicBezTo>
                <a:cubicBezTo>
                  <a:pt x="215" y="164"/>
                  <a:pt x="219" y="156"/>
                  <a:pt x="219" y="146"/>
                </a:cubicBezTo>
                <a:cubicBezTo>
                  <a:pt x="219" y="135"/>
                  <a:pt x="215" y="127"/>
                  <a:pt x="208" y="120"/>
                </a:cubicBezTo>
                <a:cubicBezTo>
                  <a:pt x="201" y="113"/>
                  <a:pt x="192" y="109"/>
                  <a:pt x="182" y="109"/>
                </a:cubicBezTo>
                <a:cubicBezTo>
                  <a:pt x="172" y="109"/>
                  <a:pt x="164" y="113"/>
                  <a:pt x="157" y="120"/>
                </a:cubicBezTo>
                <a:cubicBezTo>
                  <a:pt x="150" y="127"/>
                  <a:pt x="146" y="135"/>
                  <a:pt x="146" y="146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7" name="Freeform 9"/>
          <p:cNvSpPr>
            <a:spLocks noEditPoints="1"/>
          </p:cNvSpPr>
          <p:nvPr/>
        </p:nvSpPr>
        <p:spPr bwMode="auto">
          <a:xfrm>
            <a:off x="2548554" y="1709966"/>
            <a:ext cx="325757" cy="301869"/>
          </a:xfrm>
          <a:custGeom>
            <a:avLst/>
            <a:gdLst>
              <a:gd name="T0" fmla="*/ 36 w 228"/>
              <a:gd name="T1" fmla="*/ 138 h 211"/>
              <a:gd name="T2" fmla="*/ 62 w 228"/>
              <a:gd name="T3" fmla="*/ 200 h 211"/>
              <a:gd name="T4" fmla="*/ 0 w 228"/>
              <a:gd name="T5" fmla="*/ 174 h 211"/>
              <a:gd name="T6" fmla="*/ 24 w 228"/>
              <a:gd name="T7" fmla="*/ 103 h 211"/>
              <a:gd name="T8" fmla="*/ 52 w 228"/>
              <a:gd name="T9" fmla="*/ 113 h 211"/>
              <a:gd name="T10" fmla="*/ 34 w 228"/>
              <a:gd name="T11" fmla="*/ 118 h 211"/>
              <a:gd name="T12" fmla="*/ 9 w 228"/>
              <a:gd name="T13" fmla="*/ 119 h 211"/>
              <a:gd name="T14" fmla="*/ 10 w 228"/>
              <a:gd name="T15" fmla="*/ 174 h 211"/>
              <a:gd name="T16" fmla="*/ 54 w 228"/>
              <a:gd name="T17" fmla="*/ 193 h 211"/>
              <a:gd name="T18" fmla="*/ 36 w 228"/>
              <a:gd name="T19" fmla="*/ 148 h 211"/>
              <a:gd name="T20" fmla="*/ 44 w 228"/>
              <a:gd name="T21" fmla="*/ 95 h 211"/>
              <a:gd name="T22" fmla="*/ 67 w 228"/>
              <a:gd name="T23" fmla="*/ 58 h 211"/>
              <a:gd name="T24" fmla="*/ 86 w 228"/>
              <a:gd name="T25" fmla="*/ 39 h 211"/>
              <a:gd name="T26" fmla="*/ 116 w 228"/>
              <a:gd name="T27" fmla="*/ 74 h 211"/>
              <a:gd name="T28" fmla="*/ 144 w 228"/>
              <a:gd name="T29" fmla="*/ 70 h 211"/>
              <a:gd name="T30" fmla="*/ 150 w 228"/>
              <a:gd name="T31" fmla="*/ 84 h 211"/>
              <a:gd name="T32" fmla="*/ 114 w 228"/>
              <a:gd name="T33" fmla="*/ 90 h 211"/>
              <a:gd name="T34" fmla="*/ 77 w 228"/>
              <a:gd name="T35" fmla="*/ 93 h 211"/>
              <a:gd name="T36" fmla="*/ 112 w 228"/>
              <a:gd name="T37" fmla="*/ 114 h 211"/>
              <a:gd name="T38" fmla="*/ 112 w 228"/>
              <a:gd name="T39" fmla="*/ 116 h 211"/>
              <a:gd name="T40" fmla="*/ 102 w 228"/>
              <a:gd name="T41" fmla="*/ 178 h 211"/>
              <a:gd name="T42" fmla="*/ 92 w 228"/>
              <a:gd name="T43" fmla="*/ 124 h 211"/>
              <a:gd name="T44" fmla="*/ 85 w 228"/>
              <a:gd name="T45" fmla="*/ 23 h 211"/>
              <a:gd name="T46" fmla="*/ 93 w 228"/>
              <a:gd name="T47" fmla="*/ 6 h 211"/>
              <a:gd name="T48" fmla="*/ 111 w 228"/>
              <a:gd name="T49" fmla="*/ 1 h 211"/>
              <a:gd name="T50" fmla="*/ 126 w 228"/>
              <a:gd name="T51" fmla="*/ 20 h 211"/>
              <a:gd name="T52" fmla="*/ 111 w 228"/>
              <a:gd name="T53" fmla="*/ 19 h 211"/>
              <a:gd name="T54" fmla="*/ 108 w 228"/>
              <a:gd name="T55" fmla="*/ 24 h 211"/>
              <a:gd name="T56" fmla="*/ 119 w 228"/>
              <a:gd name="T57" fmla="*/ 35 h 211"/>
              <a:gd name="T58" fmla="*/ 87 w 228"/>
              <a:gd name="T59" fmla="*/ 31 h 211"/>
              <a:gd name="T60" fmla="*/ 119 w 228"/>
              <a:gd name="T61" fmla="*/ 114 h 211"/>
              <a:gd name="T62" fmla="*/ 119 w 228"/>
              <a:gd name="T63" fmla="*/ 172 h 211"/>
              <a:gd name="T64" fmla="*/ 167 w 228"/>
              <a:gd name="T65" fmla="*/ 92 h 211"/>
              <a:gd name="T66" fmla="*/ 159 w 228"/>
              <a:gd name="T67" fmla="*/ 99 h 211"/>
              <a:gd name="T68" fmla="*/ 139 w 228"/>
              <a:gd name="T69" fmla="*/ 93 h 211"/>
              <a:gd name="T70" fmla="*/ 162 w 228"/>
              <a:gd name="T71" fmla="*/ 88 h 211"/>
              <a:gd name="T72" fmla="*/ 192 w 228"/>
              <a:gd name="T73" fmla="*/ 138 h 211"/>
              <a:gd name="T74" fmla="*/ 218 w 228"/>
              <a:gd name="T75" fmla="*/ 200 h 211"/>
              <a:gd name="T76" fmla="*/ 156 w 228"/>
              <a:gd name="T77" fmla="*/ 174 h 211"/>
              <a:gd name="T78" fmla="*/ 192 w 228"/>
              <a:gd name="T79" fmla="*/ 200 h 211"/>
              <a:gd name="T80" fmla="*/ 210 w 228"/>
              <a:gd name="T81" fmla="*/ 156 h 211"/>
              <a:gd name="T82" fmla="*/ 166 w 228"/>
              <a:gd name="T83" fmla="*/ 174 h 211"/>
              <a:gd name="T84" fmla="*/ 202 w 228"/>
              <a:gd name="T85" fmla="*/ 97 h 211"/>
              <a:gd name="T86" fmla="*/ 208 w 228"/>
              <a:gd name="T87" fmla="*/ 101 h 211"/>
              <a:gd name="T88" fmla="*/ 206 w 228"/>
              <a:gd name="T89" fmla="*/ 109 h 211"/>
              <a:gd name="T90" fmla="*/ 183 w 228"/>
              <a:gd name="T91" fmla="*/ 111 h 2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228" h="211">
                <a:moveTo>
                  <a:pt x="0" y="174"/>
                </a:moveTo>
                <a:cubicBezTo>
                  <a:pt x="0" y="164"/>
                  <a:pt x="3" y="156"/>
                  <a:pt x="10" y="149"/>
                </a:cubicBezTo>
                <a:cubicBezTo>
                  <a:pt x="17" y="141"/>
                  <a:pt x="26" y="138"/>
                  <a:pt x="36" y="138"/>
                </a:cubicBezTo>
                <a:cubicBezTo>
                  <a:pt x="46" y="138"/>
                  <a:pt x="55" y="141"/>
                  <a:pt x="62" y="149"/>
                </a:cubicBezTo>
                <a:cubicBezTo>
                  <a:pt x="69" y="156"/>
                  <a:pt x="72" y="164"/>
                  <a:pt x="72" y="174"/>
                </a:cubicBezTo>
                <a:cubicBezTo>
                  <a:pt x="72" y="184"/>
                  <a:pt x="69" y="193"/>
                  <a:pt x="62" y="200"/>
                </a:cubicBezTo>
                <a:cubicBezTo>
                  <a:pt x="55" y="207"/>
                  <a:pt x="46" y="211"/>
                  <a:pt x="36" y="211"/>
                </a:cubicBezTo>
                <a:cubicBezTo>
                  <a:pt x="26" y="211"/>
                  <a:pt x="17" y="207"/>
                  <a:pt x="10" y="200"/>
                </a:cubicBezTo>
                <a:cubicBezTo>
                  <a:pt x="3" y="193"/>
                  <a:pt x="0" y="184"/>
                  <a:pt x="0" y="174"/>
                </a:cubicBezTo>
                <a:close/>
                <a:moveTo>
                  <a:pt x="4" y="115"/>
                </a:moveTo>
                <a:cubicBezTo>
                  <a:pt x="4" y="113"/>
                  <a:pt x="5" y="112"/>
                  <a:pt x="6" y="111"/>
                </a:cubicBezTo>
                <a:cubicBezTo>
                  <a:pt x="12" y="106"/>
                  <a:pt x="18" y="103"/>
                  <a:pt x="24" y="103"/>
                </a:cubicBezTo>
                <a:cubicBezTo>
                  <a:pt x="26" y="103"/>
                  <a:pt x="28" y="104"/>
                  <a:pt x="30" y="104"/>
                </a:cubicBezTo>
                <a:cubicBezTo>
                  <a:pt x="31" y="105"/>
                  <a:pt x="34" y="105"/>
                  <a:pt x="36" y="106"/>
                </a:cubicBezTo>
                <a:cubicBezTo>
                  <a:pt x="38" y="107"/>
                  <a:pt x="43" y="109"/>
                  <a:pt x="52" y="113"/>
                </a:cubicBezTo>
                <a:cubicBezTo>
                  <a:pt x="60" y="117"/>
                  <a:pt x="72" y="121"/>
                  <a:pt x="86" y="128"/>
                </a:cubicBezTo>
                <a:cubicBezTo>
                  <a:pt x="86" y="153"/>
                  <a:pt x="86" y="153"/>
                  <a:pt x="86" y="153"/>
                </a:cubicBezTo>
                <a:cubicBezTo>
                  <a:pt x="34" y="118"/>
                  <a:pt x="34" y="118"/>
                  <a:pt x="34" y="118"/>
                </a:cubicBezTo>
                <a:cubicBezTo>
                  <a:pt x="31" y="115"/>
                  <a:pt x="27" y="114"/>
                  <a:pt x="24" y="114"/>
                </a:cubicBezTo>
                <a:cubicBezTo>
                  <a:pt x="20" y="114"/>
                  <a:pt x="16" y="115"/>
                  <a:pt x="12" y="118"/>
                </a:cubicBezTo>
                <a:cubicBezTo>
                  <a:pt x="11" y="118"/>
                  <a:pt x="10" y="119"/>
                  <a:pt x="9" y="119"/>
                </a:cubicBezTo>
                <a:cubicBezTo>
                  <a:pt x="8" y="119"/>
                  <a:pt x="6" y="118"/>
                  <a:pt x="6" y="118"/>
                </a:cubicBezTo>
                <a:cubicBezTo>
                  <a:pt x="5" y="117"/>
                  <a:pt x="4" y="116"/>
                  <a:pt x="4" y="115"/>
                </a:cubicBezTo>
                <a:close/>
                <a:moveTo>
                  <a:pt x="10" y="174"/>
                </a:moveTo>
                <a:cubicBezTo>
                  <a:pt x="10" y="181"/>
                  <a:pt x="12" y="187"/>
                  <a:pt x="18" y="193"/>
                </a:cubicBezTo>
                <a:cubicBezTo>
                  <a:pt x="23" y="198"/>
                  <a:pt x="29" y="200"/>
                  <a:pt x="36" y="200"/>
                </a:cubicBezTo>
                <a:cubicBezTo>
                  <a:pt x="43" y="200"/>
                  <a:pt x="49" y="198"/>
                  <a:pt x="54" y="193"/>
                </a:cubicBezTo>
                <a:cubicBezTo>
                  <a:pt x="60" y="188"/>
                  <a:pt x="62" y="181"/>
                  <a:pt x="62" y="174"/>
                </a:cubicBezTo>
                <a:cubicBezTo>
                  <a:pt x="62" y="167"/>
                  <a:pt x="60" y="161"/>
                  <a:pt x="54" y="156"/>
                </a:cubicBezTo>
                <a:cubicBezTo>
                  <a:pt x="49" y="151"/>
                  <a:pt x="43" y="148"/>
                  <a:pt x="36" y="148"/>
                </a:cubicBezTo>
                <a:cubicBezTo>
                  <a:pt x="29" y="148"/>
                  <a:pt x="23" y="151"/>
                  <a:pt x="18" y="156"/>
                </a:cubicBezTo>
                <a:cubicBezTo>
                  <a:pt x="12" y="161"/>
                  <a:pt x="10" y="167"/>
                  <a:pt x="10" y="174"/>
                </a:cubicBezTo>
                <a:close/>
                <a:moveTo>
                  <a:pt x="44" y="95"/>
                </a:moveTo>
                <a:cubicBezTo>
                  <a:pt x="44" y="90"/>
                  <a:pt x="46" y="85"/>
                  <a:pt x="50" y="79"/>
                </a:cubicBezTo>
                <a:cubicBezTo>
                  <a:pt x="52" y="77"/>
                  <a:pt x="54" y="75"/>
                  <a:pt x="57" y="71"/>
                </a:cubicBezTo>
                <a:cubicBezTo>
                  <a:pt x="60" y="68"/>
                  <a:pt x="63" y="63"/>
                  <a:pt x="67" y="58"/>
                </a:cubicBezTo>
                <a:cubicBezTo>
                  <a:pt x="70" y="53"/>
                  <a:pt x="73" y="50"/>
                  <a:pt x="75" y="47"/>
                </a:cubicBezTo>
                <a:cubicBezTo>
                  <a:pt x="78" y="44"/>
                  <a:pt x="79" y="42"/>
                  <a:pt x="80" y="42"/>
                </a:cubicBezTo>
                <a:cubicBezTo>
                  <a:pt x="81" y="40"/>
                  <a:pt x="83" y="39"/>
                  <a:pt x="86" y="39"/>
                </a:cubicBezTo>
                <a:cubicBezTo>
                  <a:pt x="87" y="39"/>
                  <a:pt x="89" y="39"/>
                  <a:pt x="90" y="40"/>
                </a:cubicBezTo>
                <a:cubicBezTo>
                  <a:pt x="99" y="52"/>
                  <a:pt x="99" y="52"/>
                  <a:pt x="99" y="52"/>
                </a:cubicBezTo>
                <a:cubicBezTo>
                  <a:pt x="116" y="74"/>
                  <a:pt x="116" y="74"/>
                  <a:pt x="116" y="74"/>
                </a:cubicBezTo>
                <a:cubicBezTo>
                  <a:pt x="143" y="70"/>
                  <a:pt x="143" y="70"/>
                  <a:pt x="143" y="70"/>
                </a:cubicBezTo>
                <a:cubicBezTo>
                  <a:pt x="143" y="70"/>
                  <a:pt x="143" y="70"/>
                  <a:pt x="143" y="70"/>
                </a:cubicBezTo>
                <a:cubicBezTo>
                  <a:pt x="144" y="70"/>
                  <a:pt x="144" y="70"/>
                  <a:pt x="144" y="70"/>
                </a:cubicBezTo>
                <a:cubicBezTo>
                  <a:pt x="146" y="70"/>
                  <a:pt x="148" y="71"/>
                  <a:pt x="150" y="72"/>
                </a:cubicBezTo>
                <a:cubicBezTo>
                  <a:pt x="151" y="74"/>
                  <a:pt x="152" y="76"/>
                  <a:pt x="152" y="78"/>
                </a:cubicBezTo>
                <a:cubicBezTo>
                  <a:pt x="152" y="80"/>
                  <a:pt x="152" y="82"/>
                  <a:pt x="150" y="84"/>
                </a:cubicBezTo>
                <a:cubicBezTo>
                  <a:pt x="149" y="85"/>
                  <a:pt x="147" y="86"/>
                  <a:pt x="145" y="86"/>
                </a:cubicBezTo>
                <a:cubicBezTo>
                  <a:pt x="115" y="90"/>
                  <a:pt x="115" y="90"/>
                  <a:pt x="115" y="90"/>
                </a:cubicBezTo>
                <a:cubicBezTo>
                  <a:pt x="114" y="90"/>
                  <a:pt x="114" y="90"/>
                  <a:pt x="114" y="90"/>
                </a:cubicBezTo>
                <a:cubicBezTo>
                  <a:pt x="111" y="90"/>
                  <a:pt x="109" y="89"/>
                  <a:pt x="108" y="88"/>
                </a:cubicBezTo>
                <a:cubicBezTo>
                  <a:pt x="91" y="75"/>
                  <a:pt x="91" y="75"/>
                  <a:pt x="91" y="75"/>
                </a:cubicBezTo>
                <a:cubicBezTo>
                  <a:pt x="77" y="93"/>
                  <a:pt x="77" y="93"/>
                  <a:pt x="77" y="93"/>
                </a:cubicBezTo>
                <a:cubicBezTo>
                  <a:pt x="104" y="104"/>
                  <a:pt x="104" y="104"/>
                  <a:pt x="104" y="104"/>
                </a:cubicBezTo>
                <a:cubicBezTo>
                  <a:pt x="107" y="105"/>
                  <a:pt x="109" y="107"/>
                  <a:pt x="110" y="108"/>
                </a:cubicBezTo>
                <a:cubicBezTo>
                  <a:pt x="111" y="110"/>
                  <a:pt x="112" y="112"/>
                  <a:pt x="112" y="114"/>
                </a:cubicBezTo>
                <a:cubicBezTo>
                  <a:pt x="112" y="114"/>
                  <a:pt x="112" y="115"/>
                  <a:pt x="112" y="115"/>
                </a:cubicBezTo>
                <a:cubicBezTo>
                  <a:pt x="112" y="116"/>
                  <a:pt x="112" y="116"/>
                  <a:pt x="112" y="116"/>
                </a:cubicBezTo>
                <a:cubicBezTo>
                  <a:pt x="112" y="116"/>
                  <a:pt x="112" y="116"/>
                  <a:pt x="112" y="116"/>
                </a:cubicBezTo>
                <a:cubicBezTo>
                  <a:pt x="112" y="167"/>
                  <a:pt x="112" y="167"/>
                  <a:pt x="112" y="167"/>
                </a:cubicBezTo>
                <a:cubicBezTo>
                  <a:pt x="112" y="170"/>
                  <a:pt x="111" y="172"/>
                  <a:pt x="109" y="174"/>
                </a:cubicBezTo>
                <a:cubicBezTo>
                  <a:pt x="108" y="177"/>
                  <a:pt x="105" y="178"/>
                  <a:pt x="102" y="178"/>
                </a:cubicBezTo>
                <a:cubicBezTo>
                  <a:pt x="100" y="178"/>
                  <a:pt x="97" y="177"/>
                  <a:pt x="95" y="175"/>
                </a:cubicBezTo>
                <a:cubicBezTo>
                  <a:pt x="93" y="173"/>
                  <a:pt x="92" y="171"/>
                  <a:pt x="92" y="168"/>
                </a:cubicBezTo>
                <a:cubicBezTo>
                  <a:pt x="92" y="124"/>
                  <a:pt x="92" y="124"/>
                  <a:pt x="92" y="124"/>
                </a:cubicBezTo>
                <a:cubicBezTo>
                  <a:pt x="53" y="108"/>
                  <a:pt x="53" y="108"/>
                  <a:pt x="53" y="108"/>
                </a:cubicBezTo>
                <a:cubicBezTo>
                  <a:pt x="47" y="105"/>
                  <a:pt x="44" y="101"/>
                  <a:pt x="44" y="95"/>
                </a:cubicBezTo>
                <a:close/>
                <a:moveTo>
                  <a:pt x="85" y="23"/>
                </a:moveTo>
                <a:cubicBezTo>
                  <a:pt x="85" y="22"/>
                  <a:pt x="85" y="22"/>
                  <a:pt x="85" y="21"/>
                </a:cubicBezTo>
                <a:cubicBezTo>
                  <a:pt x="85" y="21"/>
                  <a:pt x="85" y="20"/>
                  <a:pt x="85" y="20"/>
                </a:cubicBezTo>
                <a:cubicBezTo>
                  <a:pt x="86" y="14"/>
                  <a:pt x="89" y="9"/>
                  <a:pt x="93" y="6"/>
                </a:cubicBezTo>
                <a:cubicBezTo>
                  <a:pt x="97" y="2"/>
                  <a:pt x="102" y="0"/>
                  <a:pt x="108" y="0"/>
                </a:cubicBezTo>
                <a:cubicBezTo>
                  <a:pt x="108" y="0"/>
                  <a:pt x="109" y="0"/>
                  <a:pt x="109" y="0"/>
                </a:cubicBezTo>
                <a:cubicBezTo>
                  <a:pt x="110" y="1"/>
                  <a:pt x="110" y="1"/>
                  <a:pt x="111" y="1"/>
                </a:cubicBezTo>
                <a:cubicBezTo>
                  <a:pt x="116" y="1"/>
                  <a:pt x="121" y="4"/>
                  <a:pt x="124" y="8"/>
                </a:cubicBezTo>
                <a:cubicBezTo>
                  <a:pt x="128" y="12"/>
                  <a:pt x="130" y="16"/>
                  <a:pt x="130" y="21"/>
                </a:cubicBezTo>
                <a:cubicBezTo>
                  <a:pt x="130" y="21"/>
                  <a:pt x="128" y="21"/>
                  <a:pt x="126" y="20"/>
                </a:cubicBezTo>
                <a:cubicBezTo>
                  <a:pt x="124" y="19"/>
                  <a:pt x="121" y="19"/>
                  <a:pt x="117" y="18"/>
                </a:cubicBezTo>
                <a:cubicBezTo>
                  <a:pt x="117" y="17"/>
                  <a:pt x="116" y="17"/>
                  <a:pt x="115" y="17"/>
                </a:cubicBezTo>
                <a:cubicBezTo>
                  <a:pt x="114" y="17"/>
                  <a:pt x="112" y="18"/>
                  <a:pt x="111" y="19"/>
                </a:cubicBezTo>
                <a:cubicBezTo>
                  <a:pt x="109" y="20"/>
                  <a:pt x="109" y="21"/>
                  <a:pt x="108" y="23"/>
                </a:cubicBezTo>
                <a:cubicBezTo>
                  <a:pt x="108" y="23"/>
                  <a:pt x="108" y="23"/>
                  <a:pt x="108" y="24"/>
                </a:cubicBezTo>
                <a:cubicBezTo>
                  <a:pt x="108" y="24"/>
                  <a:pt x="108" y="24"/>
                  <a:pt x="108" y="24"/>
                </a:cubicBezTo>
                <a:cubicBezTo>
                  <a:pt x="108" y="26"/>
                  <a:pt x="108" y="28"/>
                  <a:pt x="109" y="29"/>
                </a:cubicBezTo>
                <a:cubicBezTo>
                  <a:pt x="110" y="30"/>
                  <a:pt x="112" y="31"/>
                  <a:pt x="114" y="32"/>
                </a:cubicBezTo>
                <a:cubicBezTo>
                  <a:pt x="119" y="35"/>
                  <a:pt x="119" y="35"/>
                  <a:pt x="119" y="35"/>
                </a:cubicBezTo>
                <a:cubicBezTo>
                  <a:pt x="127" y="39"/>
                  <a:pt x="127" y="39"/>
                  <a:pt x="127" y="39"/>
                </a:cubicBezTo>
                <a:cubicBezTo>
                  <a:pt x="126" y="43"/>
                  <a:pt x="125" y="46"/>
                  <a:pt x="123" y="47"/>
                </a:cubicBezTo>
                <a:cubicBezTo>
                  <a:pt x="87" y="31"/>
                  <a:pt x="87" y="31"/>
                  <a:pt x="87" y="31"/>
                </a:cubicBezTo>
                <a:cubicBezTo>
                  <a:pt x="86" y="28"/>
                  <a:pt x="85" y="25"/>
                  <a:pt x="85" y="23"/>
                </a:cubicBezTo>
                <a:close/>
                <a:moveTo>
                  <a:pt x="119" y="172"/>
                </a:moveTo>
                <a:cubicBezTo>
                  <a:pt x="119" y="114"/>
                  <a:pt x="119" y="114"/>
                  <a:pt x="119" y="114"/>
                </a:cubicBezTo>
                <a:cubicBezTo>
                  <a:pt x="155" y="105"/>
                  <a:pt x="155" y="105"/>
                  <a:pt x="155" y="105"/>
                </a:cubicBezTo>
                <a:cubicBezTo>
                  <a:pt x="164" y="125"/>
                  <a:pt x="164" y="125"/>
                  <a:pt x="164" y="125"/>
                </a:cubicBezTo>
                <a:lnTo>
                  <a:pt x="119" y="172"/>
                </a:lnTo>
                <a:close/>
                <a:moveTo>
                  <a:pt x="162" y="88"/>
                </a:moveTo>
                <a:cubicBezTo>
                  <a:pt x="163" y="88"/>
                  <a:pt x="164" y="88"/>
                  <a:pt x="165" y="89"/>
                </a:cubicBezTo>
                <a:cubicBezTo>
                  <a:pt x="166" y="90"/>
                  <a:pt x="167" y="91"/>
                  <a:pt x="167" y="92"/>
                </a:cubicBezTo>
                <a:cubicBezTo>
                  <a:pt x="168" y="93"/>
                  <a:pt x="174" y="106"/>
                  <a:pt x="186" y="132"/>
                </a:cubicBezTo>
                <a:cubicBezTo>
                  <a:pt x="175" y="136"/>
                  <a:pt x="175" y="136"/>
                  <a:pt x="175" y="136"/>
                </a:cubicBezTo>
                <a:cubicBezTo>
                  <a:pt x="159" y="99"/>
                  <a:pt x="159" y="99"/>
                  <a:pt x="159" y="99"/>
                </a:cubicBezTo>
                <a:cubicBezTo>
                  <a:pt x="146" y="99"/>
                  <a:pt x="146" y="99"/>
                  <a:pt x="146" y="99"/>
                </a:cubicBezTo>
                <a:cubicBezTo>
                  <a:pt x="143" y="99"/>
                  <a:pt x="142" y="98"/>
                  <a:pt x="141" y="97"/>
                </a:cubicBezTo>
                <a:cubicBezTo>
                  <a:pt x="140" y="96"/>
                  <a:pt x="139" y="95"/>
                  <a:pt x="139" y="93"/>
                </a:cubicBezTo>
                <a:cubicBezTo>
                  <a:pt x="139" y="92"/>
                  <a:pt x="140" y="91"/>
                  <a:pt x="141" y="89"/>
                </a:cubicBezTo>
                <a:cubicBezTo>
                  <a:pt x="142" y="88"/>
                  <a:pt x="143" y="88"/>
                  <a:pt x="146" y="88"/>
                </a:cubicBezTo>
                <a:lnTo>
                  <a:pt x="162" y="88"/>
                </a:lnTo>
                <a:close/>
                <a:moveTo>
                  <a:pt x="156" y="174"/>
                </a:moveTo>
                <a:cubicBezTo>
                  <a:pt x="156" y="164"/>
                  <a:pt x="159" y="156"/>
                  <a:pt x="166" y="149"/>
                </a:cubicBezTo>
                <a:cubicBezTo>
                  <a:pt x="173" y="141"/>
                  <a:pt x="182" y="138"/>
                  <a:pt x="192" y="138"/>
                </a:cubicBezTo>
                <a:cubicBezTo>
                  <a:pt x="202" y="138"/>
                  <a:pt x="211" y="141"/>
                  <a:pt x="218" y="149"/>
                </a:cubicBezTo>
                <a:cubicBezTo>
                  <a:pt x="225" y="156"/>
                  <a:pt x="228" y="164"/>
                  <a:pt x="228" y="174"/>
                </a:cubicBezTo>
                <a:cubicBezTo>
                  <a:pt x="228" y="184"/>
                  <a:pt x="225" y="193"/>
                  <a:pt x="218" y="200"/>
                </a:cubicBezTo>
                <a:cubicBezTo>
                  <a:pt x="211" y="207"/>
                  <a:pt x="202" y="211"/>
                  <a:pt x="192" y="211"/>
                </a:cubicBezTo>
                <a:cubicBezTo>
                  <a:pt x="182" y="211"/>
                  <a:pt x="173" y="207"/>
                  <a:pt x="166" y="200"/>
                </a:cubicBezTo>
                <a:cubicBezTo>
                  <a:pt x="159" y="193"/>
                  <a:pt x="156" y="184"/>
                  <a:pt x="156" y="174"/>
                </a:cubicBezTo>
                <a:close/>
                <a:moveTo>
                  <a:pt x="166" y="174"/>
                </a:moveTo>
                <a:cubicBezTo>
                  <a:pt x="166" y="181"/>
                  <a:pt x="168" y="187"/>
                  <a:pt x="174" y="193"/>
                </a:cubicBezTo>
                <a:cubicBezTo>
                  <a:pt x="179" y="198"/>
                  <a:pt x="185" y="200"/>
                  <a:pt x="192" y="200"/>
                </a:cubicBezTo>
                <a:cubicBezTo>
                  <a:pt x="199" y="200"/>
                  <a:pt x="205" y="198"/>
                  <a:pt x="210" y="193"/>
                </a:cubicBezTo>
                <a:cubicBezTo>
                  <a:pt x="216" y="188"/>
                  <a:pt x="218" y="181"/>
                  <a:pt x="218" y="174"/>
                </a:cubicBezTo>
                <a:cubicBezTo>
                  <a:pt x="218" y="167"/>
                  <a:pt x="216" y="161"/>
                  <a:pt x="210" y="156"/>
                </a:cubicBezTo>
                <a:cubicBezTo>
                  <a:pt x="205" y="151"/>
                  <a:pt x="199" y="148"/>
                  <a:pt x="192" y="148"/>
                </a:cubicBezTo>
                <a:cubicBezTo>
                  <a:pt x="185" y="148"/>
                  <a:pt x="179" y="151"/>
                  <a:pt x="174" y="156"/>
                </a:cubicBezTo>
                <a:cubicBezTo>
                  <a:pt x="168" y="161"/>
                  <a:pt x="166" y="167"/>
                  <a:pt x="166" y="174"/>
                </a:cubicBezTo>
                <a:close/>
                <a:moveTo>
                  <a:pt x="176" y="98"/>
                </a:moveTo>
                <a:cubicBezTo>
                  <a:pt x="180" y="96"/>
                  <a:pt x="186" y="95"/>
                  <a:pt x="191" y="95"/>
                </a:cubicBezTo>
                <a:cubicBezTo>
                  <a:pt x="195" y="95"/>
                  <a:pt x="198" y="95"/>
                  <a:pt x="202" y="97"/>
                </a:cubicBezTo>
                <a:cubicBezTo>
                  <a:pt x="203" y="98"/>
                  <a:pt x="204" y="98"/>
                  <a:pt x="205" y="99"/>
                </a:cubicBezTo>
                <a:cubicBezTo>
                  <a:pt x="206" y="100"/>
                  <a:pt x="207" y="100"/>
                  <a:pt x="207" y="101"/>
                </a:cubicBezTo>
                <a:cubicBezTo>
                  <a:pt x="208" y="101"/>
                  <a:pt x="208" y="101"/>
                  <a:pt x="208" y="101"/>
                </a:cubicBezTo>
                <a:cubicBezTo>
                  <a:pt x="209" y="102"/>
                  <a:pt x="210" y="103"/>
                  <a:pt x="210" y="105"/>
                </a:cubicBezTo>
                <a:cubicBezTo>
                  <a:pt x="210" y="106"/>
                  <a:pt x="209" y="107"/>
                  <a:pt x="209" y="108"/>
                </a:cubicBezTo>
                <a:cubicBezTo>
                  <a:pt x="208" y="109"/>
                  <a:pt x="207" y="109"/>
                  <a:pt x="206" y="109"/>
                </a:cubicBezTo>
                <a:cubicBezTo>
                  <a:pt x="205" y="109"/>
                  <a:pt x="204" y="109"/>
                  <a:pt x="203" y="109"/>
                </a:cubicBezTo>
                <a:cubicBezTo>
                  <a:pt x="201" y="107"/>
                  <a:pt x="198" y="106"/>
                  <a:pt x="195" y="106"/>
                </a:cubicBezTo>
                <a:cubicBezTo>
                  <a:pt x="190" y="106"/>
                  <a:pt x="186" y="108"/>
                  <a:pt x="183" y="111"/>
                </a:cubicBezTo>
                <a:cubicBezTo>
                  <a:pt x="181" y="108"/>
                  <a:pt x="180" y="106"/>
                  <a:pt x="179" y="104"/>
                </a:cubicBezTo>
                <a:cubicBezTo>
                  <a:pt x="178" y="102"/>
                  <a:pt x="177" y="100"/>
                  <a:pt x="176" y="98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8" name="Freeform 10"/>
          <p:cNvSpPr>
            <a:spLocks noEditPoints="1"/>
          </p:cNvSpPr>
          <p:nvPr/>
        </p:nvSpPr>
        <p:spPr bwMode="auto">
          <a:xfrm>
            <a:off x="3017644" y="1714309"/>
            <a:ext cx="269293" cy="297527"/>
          </a:xfrm>
          <a:custGeom>
            <a:avLst/>
            <a:gdLst>
              <a:gd name="T0" fmla="*/ 0 w 187"/>
              <a:gd name="T1" fmla="*/ 208 h 208"/>
              <a:gd name="T2" fmla="*/ 7 w 187"/>
              <a:gd name="T3" fmla="*/ 154 h 208"/>
              <a:gd name="T4" fmla="*/ 15 w 187"/>
              <a:gd name="T5" fmla="*/ 140 h 208"/>
              <a:gd name="T6" fmla="*/ 28 w 187"/>
              <a:gd name="T7" fmla="*/ 135 h 208"/>
              <a:gd name="T8" fmla="*/ 158 w 187"/>
              <a:gd name="T9" fmla="*/ 135 h 208"/>
              <a:gd name="T10" fmla="*/ 172 w 187"/>
              <a:gd name="T11" fmla="*/ 140 h 208"/>
              <a:gd name="T12" fmla="*/ 179 w 187"/>
              <a:gd name="T13" fmla="*/ 154 h 208"/>
              <a:gd name="T14" fmla="*/ 187 w 187"/>
              <a:gd name="T15" fmla="*/ 208 h 208"/>
              <a:gd name="T16" fmla="*/ 0 w 187"/>
              <a:gd name="T17" fmla="*/ 208 h 208"/>
              <a:gd name="T18" fmla="*/ 52 w 187"/>
              <a:gd name="T19" fmla="*/ 41 h 208"/>
              <a:gd name="T20" fmla="*/ 64 w 187"/>
              <a:gd name="T21" fmla="*/ 12 h 208"/>
              <a:gd name="T22" fmla="*/ 93 w 187"/>
              <a:gd name="T23" fmla="*/ 0 h 208"/>
              <a:gd name="T24" fmla="*/ 123 w 187"/>
              <a:gd name="T25" fmla="*/ 12 h 208"/>
              <a:gd name="T26" fmla="*/ 135 w 187"/>
              <a:gd name="T27" fmla="*/ 41 h 208"/>
              <a:gd name="T28" fmla="*/ 135 w 187"/>
              <a:gd name="T29" fmla="*/ 47 h 208"/>
              <a:gd name="T30" fmla="*/ 134 w 187"/>
              <a:gd name="T31" fmla="*/ 52 h 208"/>
              <a:gd name="T32" fmla="*/ 124 w 187"/>
              <a:gd name="T33" fmla="*/ 90 h 208"/>
              <a:gd name="T34" fmla="*/ 124 w 187"/>
              <a:gd name="T35" fmla="*/ 90 h 208"/>
              <a:gd name="T36" fmla="*/ 113 w 187"/>
              <a:gd name="T37" fmla="*/ 107 h 208"/>
              <a:gd name="T38" fmla="*/ 93 w 187"/>
              <a:gd name="T39" fmla="*/ 114 h 208"/>
              <a:gd name="T40" fmla="*/ 74 w 187"/>
              <a:gd name="T41" fmla="*/ 107 h 208"/>
              <a:gd name="T42" fmla="*/ 63 w 187"/>
              <a:gd name="T43" fmla="*/ 90 h 208"/>
              <a:gd name="T44" fmla="*/ 63 w 187"/>
              <a:gd name="T45" fmla="*/ 90 h 208"/>
              <a:gd name="T46" fmla="*/ 53 w 187"/>
              <a:gd name="T47" fmla="*/ 52 h 208"/>
              <a:gd name="T48" fmla="*/ 52 w 187"/>
              <a:gd name="T49" fmla="*/ 47 h 208"/>
              <a:gd name="T50" fmla="*/ 52 w 187"/>
              <a:gd name="T51" fmla="*/ 41 h 2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187" h="208">
                <a:moveTo>
                  <a:pt x="0" y="208"/>
                </a:moveTo>
                <a:cubicBezTo>
                  <a:pt x="7" y="154"/>
                  <a:pt x="7" y="154"/>
                  <a:pt x="7" y="154"/>
                </a:cubicBezTo>
                <a:cubicBezTo>
                  <a:pt x="8" y="149"/>
                  <a:pt x="11" y="144"/>
                  <a:pt x="15" y="140"/>
                </a:cubicBezTo>
                <a:cubicBezTo>
                  <a:pt x="19" y="137"/>
                  <a:pt x="23" y="135"/>
                  <a:pt x="28" y="135"/>
                </a:cubicBezTo>
                <a:cubicBezTo>
                  <a:pt x="158" y="135"/>
                  <a:pt x="158" y="135"/>
                  <a:pt x="158" y="135"/>
                </a:cubicBezTo>
                <a:cubicBezTo>
                  <a:pt x="163" y="135"/>
                  <a:pt x="168" y="137"/>
                  <a:pt x="172" y="140"/>
                </a:cubicBezTo>
                <a:cubicBezTo>
                  <a:pt x="176" y="144"/>
                  <a:pt x="178" y="148"/>
                  <a:pt x="179" y="154"/>
                </a:cubicBezTo>
                <a:cubicBezTo>
                  <a:pt x="187" y="208"/>
                  <a:pt x="187" y="208"/>
                  <a:pt x="187" y="208"/>
                </a:cubicBezTo>
                <a:lnTo>
                  <a:pt x="0" y="208"/>
                </a:lnTo>
                <a:close/>
                <a:moveTo>
                  <a:pt x="52" y="41"/>
                </a:moveTo>
                <a:cubicBezTo>
                  <a:pt x="52" y="30"/>
                  <a:pt x="56" y="20"/>
                  <a:pt x="64" y="12"/>
                </a:cubicBezTo>
                <a:cubicBezTo>
                  <a:pt x="72" y="4"/>
                  <a:pt x="82" y="0"/>
                  <a:pt x="93" y="0"/>
                </a:cubicBezTo>
                <a:cubicBezTo>
                  <a:pt x="105" y="0"/>
                  <a:pt x="114" y="4"/>
                  <a:pt x="123" y="12"/>
                </a:cubicBezTo>
                <a:cubicBezTo>
                  <a:pt x="131" y="20"/>
                  <a:pt x="135" y="30"/>
                  <a:pt x="135" y="41"/>
                </a:cubicBezTo>
                <a:cubicBezTo>
                  <a:pt x="135" y="43"/>
                  <a:pt x="135" y="45"/>
                  <a:pt x="135" y="47"/>
                </a:cubicBezTo>
                <a:cubicBezTo>
                  <a:pt x="134" y="48"/>
                  <a:pt x="134" y="50"/>
                  <a:pt x="134" y="52"/>
                </a:cubicBezTo>
                <a:cubicBezTo>
                  <a:pt x="124" y="90"/>
                  <a:pt x="124" y="90"/>
                  <a:pt x="124" y="90"/>
                </a:cubicBezTo>
                <a:cubicBezTo>
                  <a:pt x="124" y="90"/>
                  <a:pt x="124" y="90"/>
                  <a:pt x="124" y="90"/>
                </a:cubicBezTo>
                <a:cubicBezTo>
                  <a:pt x="122" y="97"/>
                  <a:pt x="118" y="103"/>
                  <a:pt x="113" y="107"/>
                </a:cubicBezTo>
                <a:cubicBezTo>
                  <a:pt x="107" y="112"/>
                  <a:pt x="101" y="114"/>
                  <a:pt x="93" y="114"/>
                </a:cubicBezTo>
                <a:cubicBezTo>
                  <a:pt x="86" y="114"/>
                  <a:pt x="79" y="112"/>
                  <a:pt x="74" y="107"/>
                </a:cubicBezTo>
                <a:cubicBezTo>
                  <a:pt x="68" y="103"/>
                  <a:pt x="65" y="97"/>
                  <a:pt x="63" y="90"/>
                </a:cubicBezTo>
                <a:cubicBezTo>
                  <a:pt x="63" y="90"/>
                  <a:pt x="63" y="90"/>
                  <a:pt x="63" y="90"/>
                </a:cubicBezTo>
                <a:cubicBezTo>
                  <a:pt x="53" y="52"/>
                  <a:pt x="53" y="52"/>
                  <a:pt x="53" y="52"/>
                </a:cubicBezTo>
                <a:cubicBezTo>
                  <a:pt x="53" y="50"/>
                  <a:pt x="52" y="48"/>
                  <a:pt x="52" y="47"/>
                </a:cubicBezTo>
                <a:cubicBezTo>
                  <a:pt x="52" y="45"/>
                  <a:pt x="52" y="43"/>
                  <a:pt x="52" y="4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9" name="Freeform 11"/>
          <p:cNvSpPr>
            <a:spLocks noEditPoints="1"/>
          </p:cNvSpPr>
          <p:nvPr/>
        </p:nvSpPr>
        <p:spPr bwMode="auto">
          <a:xfrm>
            <a:off x="3428100" y="1727339"/>
            <a:ext cx="327931" cy="269293"/>
          </a:xfrm>
          <a:custGeom>
            <a:avLst/>
            <a:gdLst>
              <a:gd name="T0" fmla="*/ 0 w 229"/>
              <a:gd name="T1" fmla="*/ 187 h 187"/>
              <a:gd name="T2" fmla="*/ 7 w 229"/>
              <a:gd name="T3" fmla="*/ 141 h 187"/>
              <a:gd name="T4" fmla="*/ 13 w 229"/>
              <a:gd name="T5" fmla="*/ 130 h 187"/>
              <a:gd name="T6" fmla="*/ 24 w 229"/>
              <a:gd name="T7" fmla="*/ 125 h 187"/>
              <a:gd name="T8" fmla="*/ 65 w 229"/>
              <a:gd name="T9" fmla="*/ 125 h 187"/>
              <a:gd name="T10" fmla="*/ 57 w 229"/>
              <a:gd name="T11" fmla="*/ 139 h 187"/>
              <a:gd name="T12" fmla="*/ 50 w 229"/>
              <a:gd name="T13" fmla="*/ 187 h 187"/>
              <a:gd name="T14" fmla="*/ 0 w 229"/>
              <a:gd name="T15" fmla="*/ 187 h 187"/>
              <a:gd name="T16" fmla="*/ 44 w 229"/>
              <a:gd name="T17" fmla="*/ 46 h 187"/>
              <a:gd name="T18" fmla="*/ 55 w 229"/>
              <a:gd name="T19" fmla="*/ 21 h 187"/>
              <a:gd name="T20" fmla="*/ 80 w 229"/>
              <a:gd name="T21" fmla="*/ 11 h 187"/>
              <a:gd name="T22" fmla="*/ 100 w 229"/>
              <a:gd name="T23" fmla="*/ 17 h 187"/>
              <a:gd name="T24" fmla="*/ 96 w 229"/>
              <a:gd name="T25" fmla="*/ 35 h 187"/>
              <a:gd name="T26" fmla="*/ 98 w 229"/>
              <a:gd name="T27" fmla="*/ 46 h 187"/>
              <a:gd name="T28" fmla="*/ 107 w 229"/>
              <a:gd name="T29" fmla="*/ 80 h 187"/>
              <a:gd name="T30" fmla="*/ 106 w 229"/>
              <a:gd name="T31" fmla="*/ 87 h 187"/>
              <a:gd name="T32" fmla="*/ 105 w 229"/>
              <a:gd name="T33" fmla="*/ 87 h 187"/>
              <a:gd name="T34" fmla="*/ 96 w 229"/>
              <a:gd name="T35" fmla="*/ 102 h 187"/>
              <a:gd name="T36" fmla="*/ 80 w 229"/>
              <a:gd name="T37" fmla="*/ 108 h 187"/>
              <a:gd name="T38" fmla="*/ 63 w 229"/>
              <a:gd name="T39" fmla="*/ 102 h 187"/>
              <a:gd name="T40" fmla="*/ 54 w 229"/>
              <a:gd name="T41" fmla="*/ 87 h 187"/>
              <a:gd name="T42" fmla="*/ 45 w 229"/>
              <a:gd name="T43" fmla="*/ 55 h 187"/>
              <a:gd name="T44" fmla="*/ 45 w 229"/>
              <a:gd name="T45" fmla="*/ 51 h 187"/>
              <a:gd name="T46" fmla="*/ 44 w 229"/>
              <a:gd name="T47" fmla="*/ 46 h 187"/>
              <a:gd name="T48" fmla="*/ 60 w 229"/>
              <a:gd name="T49" fmla="*/ 187 h 187"/>
              <a:gd name="T50" fmla="*/ 67 w 229"/>
              <a:gd name="T51" fmla="*/ 139 h 187"/>
              <a:gd name="T52" fmla="*/ 74 w 229"/>
              <a:gd name="T53" fmla="*/ 127 h 187"/>
              <a:gd name="T54" fmla="*/ 86 w 229"/>
              <a:gd name="T55" fmla="*/ 122 h 187"/>
              <a:gd name="T56" fmla="*/ 203 w 229"/>
              <a:gd name="T57" fmla="*/ 122 h 187"/>
              <a:gd name="T58" fmla="*/ 215 w 229"/>
              <a:gd name="T59" fmla="*/ 127 h 187"/>
              <a:gd name="T60" fmla="*/ 222 w 229"/>
              <a:gd name="T61" fmla="*/ 139 h 187"/>
              <a:gd name="T62" fmla="*/ 229 w 229"/>
              <a:gd name="T63" fmla="*/ 187 h 187"/>
              <a:gd name="T64" fmla="*/ 60 w 229"/>
              <a:gd name="T65" fmla="*/ 187 h 187"/>
              <a:gd name="T66" fmla="*/ 107 w 229"/>
              <a:gd name="T67" fmla="*/ 37 h 187"/>
              <a:gd name="T68" fmla="*/ 118 w 229"/>
              <a:gd name="T69" fmla="*/ 11 h 187"/>
              <a:gd name="T70" fmla="*/ 145 w 229"/>
              <a:gd name="T71" fmla="*/ 0 h 187"/>
              <a:gd name="T72" fmla="*/ 171 w 229"/>
              <a:gd name="T73" fmla="*/ 11 h 187"/>
              <a:gd name="T74" fmla="*/ 182 w 229"/>
              <a:gd name="T75" fmla="*/ 37 h 187"/>
              <a:gd name="T76" fmla="*/ 181 w 229"/>
              <a:gd name="T77" fmla="*/ 47 h 187"/>
              <a:gd name="T78" fmla="*/ 172 w 229"/>
              <a:gd name="T79" fmla="*/ 82 h 187"/>
              <a:gd name="T80" fmla="*/ 162 w 229"/>
              <a:gd name="T81" fmla="*/ 97 h 187"/>
              <a:gd name="T82" fmla="*/ 145 w 229"/>
              <a:gd name="T83" fmla="*/ 103 h 187"/>
              <a:gd name="T84" fmla="*/ 127 w 229"/>
              <a:gd name="T85" fmla="*/ 97 h 187"/>
              <a:gd name="T86" fmla="*/ 118 w 229"/>
              <a:gd name="T87" fmla="*/ 82 h 187"/>
              <a:gd name="T88" fmla="*/ 117 w 229"/>
              <a:gd name="T89" fmla="*/ 82 h 187"/>
              <a:gd name="T90" fmla="*/ 109 w 229"/>
              <a:gd name="T91" fmla="*/ 47 h 187"/>
              <a:gd name="T92" fmla="*/ 107 w 229"/>
              <a:gd name="T93" fmla="*/ 37 h 1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229" h="187">
                <a:moveTo>
                  <a:pt x="0" y="187"/>
                </a:moveTo>
                <a:cubicBezTo>
                  <a:pt x="7" y="141"/>
                  <a:pt x="7" y="141"/>
                  <a:pt x="7" y="141"/>
                </a:cubicBezTo>
                <a:cubicBezTo>
                  <a:pt x="7" y="137"/>
                  <a:pt x="9" y="133"/>
                  <a:pt x="13" y="130"/>
                </a:cubicBezTo>
                <a:cubicBezTo>
                  <a:pt x="16" y="127"/>
                  <a:pt x="20" y="125"/>
                  <a:pt x="24" y="125"/>
                </a:cubicBezTo>
                <a:cubicBezTo>
                  <a:pt x="65" y="125"/>
                  <a:pt x="65" y="125"/>
                  <a:pt x="65" y="125"/>
                </a:cubicBezTo>
                <a:cubicBezTo>
                  <a:pt x="61" y="129"/>
                  <a:pt x="58" y="133"/>
                  <a:pt x="57" y="139"/>
                </a:cubicBezTo>
                <a:cubicBezTo>
                  <a:pt x="50" y="187"/>
                  <a:pt x="50" y="187"/>
                  <a:pt x="50" y="187"/>
                </a:cubicBezTo>
                <a:lnTo>
                  <a:pt x="0" y="187"/>
                </a:lnTo>
                <a:close/>
                <a:moveTo>
                  <a:pt x="44" y="46"/>
                </a:moveTo>
                <a:cubicBezTo>
                  <a:pt x="44" y="36"/>
                  <a:pt x="48" y="28"/>
                  <a:pt x="55" y="21"/>
                </a:cubicBezTo>
                <a:cubicBezTo>
                  <a:pt x="62" y="14"/>
                  <a:pt x="70" y="11"/>
                  <a:pt x="80" y="11"/>
                </a:cubicBezTo>
                <a:cubicBezTo>
                  <a:pt x="87" y="11"/>
                  <a:pt x="94" y="13"/>
                  <a:pt x="100" y="17"/>
                </a:cubicBezTo>
                <a:cubicBezTo>
                  <a:pt x="98" y="23"/>
                  <a:pt x="96" y="29"/>
                  <a:pt x="96" y="35"/>
                </a:cubicBezTo>
                <a:cubicBezTo>
                  <a:pt x="96" y="39"/>
                  <a:pt x="97" y="43"/>
                  <a:pt x="98" y="46"/>
                </a:cubicBezTo>
                <a:cubicBezTo>
                  <a:pt x="107" y="80"/>
                  <a:pt x="107" y="80"/>
                  <a:pt x="107" y="80"/>
                </a:cubicBezTo>
                <a:cubicBezTo>
                  <a:pt x="106" y="87"/>
                  <a:pt x="106" y="87"/>
                  <a:pt x="106" y="87"/>
                </a:cubicBezTo>
                <a:cubicBezTo>
                  <a:pt x="105" y="87"/>
                  <a:pt x="105" y="87"/>
                  <a:pt x="105" y="87"/>
                </a:cubicBezTo>
                <a:cubicBezTo>
                  <a:pt x="104" y="93"/>
                  <a:pt x="101" y="98"/>
                  <a:pt x="96" y="102"/>
                </a:cubicBezTo>
                <a:cubicBezTo>
                  <a:pt x="91" y="106"/>
                  <a:pt x="86" y="108"/>
                  <a:pt x="80" y="108"/>
                </a:cubicBezTo>
                <a:cubicBezTo>
                  <a:pt x="73" y="108"/>
                  <a:pt x="68" y="106"/>
                  <a:pt x="63" y="102"/>
                </a:cubicBezTo>
                <a:cubicBezTo>
                  <a:pt x="59" y="98"/>
                  <a:pt x="55" y="93"/>
                  <a:pt x="54" y="87"/>
                </a:cubicBezTo>
                <a:cubicBezTo>
                  <a:pt x="45" y="55"/>
                  <a:pt x="45" y="55"/>
                  <a:pt x="45" y="55"/>
                </a:cubicBezTo>
                <a:cubicBezTo>
                  <a:pt x="45" y="53"/>
                  <a:pt x="45" y="52"/>
                  <a:pt x="45" y="51"/>
                </a:cubicBezTo>
                <a:cubicBezTo>
                  <a:pt x="45" y="49"/>
                  <a:pt x="44" y="48"/>
                  <a:pt x="44" y="46"/>
                </a:cubicBezTo>
                <a:close/>
                <a:moveTo>
                  <a:pt x="60" y="187"/>
                </a:moveTo>
                <a:cubicBezTo>
                  <a:pt x="67" y="139"/>
                  <a:pt x="67" y="139"/>
                  <a:pt x="67" y="139"/>
                </a:cubicBezTo>
                <a:cubicBezTo>
                  <a:pt x="68" y="134"/>
                  <a:pt x="70" y="130"/>
                  <a:pt x="74" y="127"/>
                </a:cubicBezTo>
                <a:cubicBezTo>
                  <a:pt x="77" y="123"/>
                  <a:pt x="82" y="122"/>
                  <a:pt x="86" y="122"/>
                </a:cubicBezTo>
                <a:cubicBezTo>
                  <a:pt x="203" y="122"/>
                  <a:pt x="203" y="122"/>
                  <a:pt x="203" y="122"/>
                </a:cubicBezTo>
                <a:cubicBezTo>
                  <a:pt x="208" y="122"/>
                  <a:pt x="212" y="123"/>
                  <a:pt x="215" y="127"/>
                </a:cubicBezTo>
                <a:cubicBezTo>
                  <a:pt x="219" y="130"/>
                  <a:pt x="222" y="134"/>
                  <a:pt x="222" y="139"/>
                </a:cubicBezTo>
                <a:cubicBezTo>
                  <a:pt x="229" y="187"/>
                  <a:pt x="229" y="187"/>
                  <a:pt x="229" y="187"/>
                </a:cubicBezTo>
                <a:lnTo>
                  <a:pt x="60" y="187"/>
                </a:lnTo>
                <a:close/>
                <a:moveTo>
                  <a:pt x="107" y="37"/>
                </a:moveTo>
                <a:cubicBezTo>
                  <a:pt x="107" y="27"/>
                  <a:pt x="111" y="18"/>
                  <a:pt x="118" y="11"/>
                </a:cubicBezTo>
                <a:cubicBezTo>
                  <a:pt x="126" y="4"/>
                  <a:pt x="134" y="0"/>
                  <a:pt x="145" y="0"/>
                </a:cubicBezTo>
                <a:cubicBezTo>
                  <a:pt x="155" y="0"/>
                  <a:pt x="164" y="4"/>
                  <a:pt x="171" y="11"/>
                </a:cubicBezTo>
                <a:cubicBezTo>
                  <a:pt x="179" y="18"/>
                  <a:pt x="182" y="27"/>
                  <a:pt x="182" y="37"/>
                </a:cubicBezTo>
                <a:cubicBezTo>
                  <a:pt x="182" y="41"/>
                  <a:pt x="182" y="44"/>
                  <a:pt x="181" y="47"/>
                </a:cubicBezTo>
                <a:cubicBezTo>
                  <a:pt x="172" y="82"/>
                  <a:pt x="172" y="82"/>
                  <a:pt x="172" y="82"/>
                </a:cubicBezTo>
                <a:cubicBezTo>
                  <a:pt x="170" y="88"/>
                  <a:pt x="167" y="93"/>
                  <a:pt x="162" y="97"/>
                </a:cubicBezTo>
                <a:cubicBezTo>
                  <a:pt x="157" y="101"/>
                  <a:pt x="151" y="103"/>
                  <a:pt x="145" y="103"/>
                </a:cubicBezTo>
                <a:cubicBezTo>
                  <a:pt x="138" y="103"/>
                  <a:pt x="133" y="101"/>
                  <a:pt x="127" y="97"/>
                </a:cubicBezTo>
                <a:cubicBezTo>
                  <a:pt x="122" y="93"/>
                  <a:pt x="119" y="88"/>
                  <a:pt x="118" y="82"/>
                </a:cubicBezTo>
                <a:cubicBezTo>
                  <a:pt x="117" y="82"/>
                  <a:pt x="117" y="82"/>
                  <a:pt x="117" y="82"/>
                </a:cubicBezTo>
                <a:cubicBezTo>
                  <a:pt x="109" y="47"/>
                  <a:pt x="109" y="47"/>
                  <a:pt x="109" y="47"/>
                </a:cubicBezTo>
                <a:cubicBezTo>
                  <a:pt x="108" y="44"/>
                  <a:pt x="107" y="41"/>
                  <a:pt x="107" y="3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0" name="Freeform 12"/>
          <p:cNvSpPr>
            <a:spLocks noEditPoints="1"/>
          </p:cNvSpPr>
          <p:nvPr/>
        </p:nvSpPr>
        <p:spPr bwMode="auto">
          <a:xfrm>
            <a:off x="3868957" y="1746885"/>
            <a:ext cx="327931" cy="212828"/>
          </a:xfrm>
          <a:custGeom>
            <a:avLst/>
            <a:gdLst>
              <a:gd name="T0" fmla="*/ 14 w 229"/>
              <a:gd name="T1" fmla="*/ 148 h 148"/>
              <a:gd name="T2" fmla="*/ 6 w 229"/>
              <a:gd name="T3" fmla="*/ 111 h 148"/>
              <a:gd name="T4" fmla="*/ 10 w 229"/>
              <a:gd name="T5" fmla="*/ 102 h 148"/>
              <a:gd name="T6" fmla="*/ 20 w 229"/>
              <a:gd name="T7" fmla="*/ 99 h 148"/>
              <a:gd name="T8" fmla="*/ 48 w 229"/>
              <a:gd name="T9" fmla="*/ 103 h 148"/>
              <a:gd name="T10" fmla="*/ 40 w 229"/>
              <a:gd name="T11" fmla="*/ 148 h 148"/>
              <a:gd name="T12" fmla="*/ 85 w 229"/>
              <a:gd name="T13" fmla="*/ 63 h 148"/>
              <a:gd name="T14" fmla="*/ 81 w 229"/>
              <a:gd name="T15" fmla="*/ 75 h 148"/>
              <a:gd name="T16" fmla="*/ 70 w 229"/>
              <a:gd name="T17" fmla="*/ 84 h 148"/>
              <a:gd name="T18" fmla="*/ 56 w 229"/>
              <a:gd name="T19" fmla="*/ 84 h 148"/>
              <a:gd name="T20" fmla="*/ 46 w 229"/>
              <a:gd name="T21" fmla="*/ 75 h 148"/>
              <a:gd name="T22" fmla="*/ 43 w 229"/>
              <a:gd name="T23" fmla="*/ 69 h 148"/>
              <a:gd name="T24" fmla="*/ 35 w 229"/>
              <a:gd name="T25" fmla="*/ 36 h 148"/>
              <a:gd name="T26" fmla="*/ 44 w 229"/>
              <a:gd name="T27" fmla="*/ 16 h 148"/>
              <a:gd name="T28" fmla="*/ 63 w 229"/>
              <a:gd name="T29" fmla="*/ 8 h 148"/>
              <a:gd name="T30" fmla="*/ 80 w 229"/>
              <a:gd name="T31" fmla="*/ 13 h 148"/>
              <a:gd name="T32" fmla="*/ 78 w 229"/>
              <a:gd name="T33" fmla="*/ 36 h 148"/>
              <a:gd name="T34" fmla="*/ 166 w 229"/>
              <a:gd name="T35" fmla="*/ 97 h 148"/>
              <a:gd name="T36" fmla="*/ 174 w 229"/>
              <a:gd name="T37" fmla="*/ 104 h 148"/>
              <a:gd name="T38" fmla="*/ 182 w 229"/>
              <a:gd name="T39" fmla="*/ 148 h 148"/>
              <a:gd name="T40" fmla="*/ 63 w 229"/>
              <a:gd name="T41" fmla="*/ 148 h 148"/>
              <a:gd name="T42" fmla="*/ 54 w 229"/>
              <a:gd name="T43" fmla="*/ 109 h 148"/>
              <a:gd name="T44" fmla="*/ 59 w 229"/>
              <a:gd name="T45" fmla="*/ 100 h 148"/>
              <a:gd name="T46" fmla="*/ 68 w 229"/>
              <a:gd name="T47" fmla="*/ 96 h 148"/>
              <a:gd name="T48" fmla="*/ 136 w 229"/>
              <a:gd name="T49" fmla="*/ 64 h 148"/>
              <a:gd name="T50" fmla="*/ 134 w 229"/>
              <a:gd name="T51" fmla="*/ 71 h 148"/>
              <a:gd name="T52" fmla="*/ 122 w 229"/>
              <a:gd name="T53" fmla="*/ 80 h 148"/>
              <a:gd name="T54" fmla="*/ 107 w 229"/>
              <a:gd name="T55" fmla="*/ 80 h 148"/>
              <a:gd name="T56" fmla="*/ 96 w 229"/>
              <a:gd name="T57" fmla="*/ 71 h 148"/>
              <a:gd name="T58" fmla="*/ 86 w 229"/>
              <a:gd name="T59" fmla="*/ 37 h 148"/>
              <a:gd name="T60" fmla="*/ 85 w 229"/>
              <a:gd name="T61" fmla="*/ 29 h 148"/>
              <a:gd name="T62" fmla="*/ 94 w 229"/>
              <a:gd name="T63" fmla="*/ 8 h 148"/>
              <a:gd name="T64" fmla="*/ 115 w 229"/>
              <a:gd name="T65" fmla="*/ 0 h 148"/>
              <a:gd name="T66" fmla="*/ 136 w 229"/>
              <a:gd name="T67" fmla="*/ 8 h 148"/>
              <a:gd name="T68" fmla="*/ 145 w 229"/>
              <a:gd name="T69" fmla="*/ 29 h 148"/>
              <a:gd name="T70" fmla="*/ 144 w 229"/>
              <a:gd name="T71" fmla="*/ 37 h 148"/>
              <a:gd name="T72" fmla="*/ 186 w 229"/>
              <a:gd name="T73" fmla="*/ 69 h 148"/>
              <a:gd name="T74" fmla="*/ 179 w 229"/>
              <a:gd name="T75" fmla="*/ 80 h 148"/>
              <a:gd name="T76" fmla="*/ 166 w 229"/>
              <a:gd name="T77" fmla="*/ 85 h 148"/>
              <a:gd name="T78" fmla="*/ 153 w 229"/>
              <a:gd name="T79" fmla="*/ 80 h 148"/>
              <a:gd name="T80" fmla="*/ 146 w 229"/>
              <a:gd name="T81" fmla="*/ 69 h 148"/>
              <a:gd name="T82" fmla="*/ 151 w 229"/>
              <a:gd name="T83" fmla="*/ 36 h 148"/>
              <a:gd name="T84" fmla="*/ 150 w 229"/>
              <a:gd name="T85" fmla="*/ 13 h 148"/>
              <a:gd name="T86" fmla="*/ 166 w 229"/>
              <a:gd name="T87" fmla="*/ 8 h 148"/>
              <a:gd name="T88" fmla="*/ 186 w 229"/>
              <a:gd name="T89" fmla="*/ 16 h 148"/>
              <a:gd name="T90" fmla="*/ 194 w 229"/>
              <a:gd name="T91" fmla="*/ 36 h 148"/>
              <a:gd name="T92" fmla="*/ 186 w 229"/>
              <a:gd name="T93" fmla="*/ 69 h 148"/>
              <a:gd name="T94" fmla="*/ 184 w 229"/>
              <a:gd name="T95" fmla="*/ 109 h 148"/>
              <a:gd name="T96" fmla="*/ 177 w 229"/>
              <a:gd name="T97" fmla="*/ 99 h 148"/>
              <a:gd name="T98" fmla="*/ 215 w 229"/>
              <a:gd name="T99" fmla="*/ 100 h 148"/>
              <a:gd name="T100" fmla="*/ 222 w 229"/>
              <a:gd name="T101" fmla="*/ 106 h 148"/>
              <a:gd name="T102" fmla="*/ 229 w 229"/>
              <a:gd name="T103" fmla="*/ 148 h 148"/>
              <a:gd name="T104" fmla="*/ 189 w 229"/>
              <a:gd name="T105" fmla="*/ 148 h 1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229" h="148">
                <a:moveTo>
                  <a:pt x="40" y="148"/>
                </a:moveTo>
                <a:cubicBezTo>
                  <a:pt x="14" y="148"/>
                  <a:pt x="14" y="148"/>
                  <a:pt x="14" y="148"/>
                </a:cubicBezTo>
                <a:cubicBezTo>
                  <a:pt x="0" y="148"/>
                  <a:pt x="0" y="148"/>
                  <a:pt x="0" y="148"/>
                </a:cubicBezTo>
                <a:cubicBezTo>
                  <a:pt x="6" y="111"/>
                  <a:pt x="6" y="111"/>
                  <a:pt x="6" y="111"/>
                </a:cubicBezTo>
                <a:cubicBezTo>
                  <a:pt x="6" y="110"/>
                  <a:pt x="6" y="108"/>
                  <a:pt x="7" y="106"/>
                </a:cubicBezTo>
                <a:cubicBezTo>
                  <a:pt x="8" y="105"/>
                  <a:pt x="9" y="104"/>
                  <a:pt x="10" y="102"/>
                </a:cubicBezTo>
                <a:cubicBezTo>
                  <a:pt x="12" y="101"/>
                  <a:pt x="13" y="100"/>
                  <a:pt x="15" y="100"/>
                </a:cubicBezTo>
                <a:cubicBezTo>
                  <a:pt x="16" y="99"/>
                  <a:pt x="18" y="99"/>
                  <a:pt x="20" y="99"/>
                </a:cubicBezTo>
                <a:cubicBezTo>
                  <a:pt x="52" y="99"/>
                  <a:pt x="52" y="99"/>
                  <a:pt x="52" y="99"/>
                </a:cubicBezTo>
                <a:cubicBezTo>
                  <a:pt x="50" y="100"/>
                  <a:pt x="49" y="101"/>
                  <a:pt x="48" y="103"/>
                </a:cubicBezTo>
                <a:cubicBezTo>
                  <a:pt x="47" y="105"/>
                  <a:pt x="46" y="107"/>
                  <a:pt x="45" y="109"/>
                </a:cubicBezTo>
                <a:lnTo>
                  <a:pt x="40" y="148"/>
                </a:lnTo>
                <a:close/>
                <a:moveTo>
                  <a:pt x="78" y="36"/>
                </a:moveTo>
                <a:cubicBezTo>
                  <a:pt x="85" y="63"/>
                  <a:pt x="85" y="63"/>
                  <a:pt x="85" y="63"/>
                </a:cubicBezTo>
                <a:cubicBezTo>
                  <a:pt x="84" y="69"/>
                  <a:pt x="84" y="69"/>
                  <a:pt x="84" y="69"/>
                </a:cubicBezTo>
                <a:cubicBezTo>
                  <a:pt x="83" y="71"/>
                  <a:pt x="82" y="73"/>
                  <a:pt x="81" y="75"/>
                </a:cubicBezTo>
                <a:cubicBezTo>
                  <a:pt x="80" y="77"/>
                  <a:pt x="78" y="79"/>
                  <a:pt x="76" y="80"/>
                </a:cubicBezTo>
                <a:cubicBezTo>
                  <a:pt x="75" y="82"/>
                  <a:pt x="73" y="83"/>
                  <a:pt x="70" y="84"/>
                </a:cubicBezTo>
                <a:cubicBezTo>
                  <a:pt x="68" y="84"/>
                  <a:pt x="66" y="85"/>
                  <a:pt x="63" y="85"/>
                </a:cubicBezTo>
                <a:cubicBezTo>
                  <a:pt x="61" y="85"/>
                  <a:pt x="59" y="84"/>
                  <a:pt x="56" y="84"/>
                </a:cubicBezTo>
                <a:cubicBezTo>
                  <a:pt x="54" y="83"/>
                  <a:pt x="52" y="82"/>
                  <a:pt x="50" y="80"/>
                </a:cubicBezTo>
                <a:cubicBezTo>
                  <a:pt x="49" y="79"/>
                  <a:pt x="47" y="77"/>
                  <a:pt x="46" y="75"/>
                </a:cubicBezTo>
                <a:cubicBezTo>
                  <a:pt x="44" y="73"/>
                  <a:pt x="44" y="71"/>
                  <a:pt x="43" y="69"/>
                </a:cubicBezTo>
                <a:cubicBezTo>
                  <a:pt x="43" y="69"/>
                  <a:pt x="43" y="69"/>
                  <a:pt x="43" y="69"/>
                </a:cubicBezTo>
                <a:cubicBezTo>
                  <a:pt x="36" y="43"/>
                  <a:pt x="36" y="43"/>
                  <a:pt x="36" y="43"/>
                </a:cubicBezTo>
                <a:cubicBezTo>
                  <a:pt x="36" y="40"/>
                  <a:pt x="35" y="38"/>
                  <a:pt x="35" y="36"/>
                </a:cubicBezTo>
                <a:cubicBezTo>
                  <a:pt x="35" y="32"/>
                  <a:pt x="36" y="28"/>
                  <a:pt x="38" y="25"/>
                </a:cubicBezTo>
                <a:cubicBezTo>
                  <a:pt x="39" y="21"/>
                  <a:pt x="41" y="19"/>
                  <a:pt x="44" y="16"/>
                </a:cubicBezTo>
                <a:cubicBezTo>
                  <a:pt x="46" y="13"/>
                  <a:pt x="49" y="11"/>
                  <a:pt x="52" y="10"/>
                </a:cubicBezTo>
                <a:cubicBezTo>
                  <a:pt x="56" y="8"/>
                  <a:pt x="59" y="8"/>
                  <a:pt x="63" y="8"/>
                </a:cubicBezTo>
                <a:cubicBezTo>
                  <a:pt x="66" y="8"/>
                  <a:pt x="69" y="8"/>
                  <a:pt x="72" y="9"/>
                </a:cubicBezTo>
                <a:cubicBezTo>
                  <a:pt x="75" y="10"/>
                  <a:pt x="77" y="11"/>
                  <a:pt x="80" y="13"/>
                </a:cubicBezTo>
                <a:cubicBezTo>
                  <a:pt x="78" y="18"/>
                  <a:pt x="77" y="22"/>
                  <a:pt x="77" y="27"/>
                </a:cubicBezTo>
                <a:cubicBezTo>
                  <a:pt x="77" y="30"/>
                  <a:pt x="77" y="33"/>
                  <a:pt x="78" y="36"/>
                </a:cubicBezTo>
                <a:close/>
                <a:moveTo>
                  <a:pt x="161" y="96"/>
                </a:moveTo>
                <a:cubicBezTo>
                  <a:pt x="163" y="96"/>
                  <a:pt x="165" y="96"/>
                  <a:pt x="166" y="97"/>
                </a:cubicBezTo>
                <a:cubicBezTo>
                  <a:pt x="168" y="98"/>
                  <a:pt x="170" y="99"/>
                  <a:pt x="171" y="100"/>
                </a:cubicBezTo>
                <a:cubicBezTo>
                  <a:pt x="172" y="101"/>
                  <a:pt x="173" y="102"/>
                  <a:pt x="174" y="104"/>
                </a:cubicBezTo>
                <a:cubicBezTo>
                  <a:pt x="175" y="106"/>
                  <a:pt x="176" y="107"/>
                  <a:pt x="176" y="109"/>
                </a:cubicBezTo>
                <a:cubicBezTo>
                  <a:pt x="182" y="148"/>
                  <a:pt x="182" y="148"/>
                  <a:pt x="182" y="148"/>
                </a:cubicBezTo>
                <a:cubicBezTo>
                  <a:pt x="167" y="148"/>
                  <a:pt x="167" y="148"/>
                  <a:pt x="167" y="148"/>
                </a:cubicBezTo>
                <a:cubicBezTo>
                  <a:pt x="63" y="148"/>
                  <a:pt x="63" y="148"/>
                  <a:pt x="63" y="148"/>
                </a:cubicBezTo>
                <a:cubicBezTo>
                  <a:pt x="48" y="148"/>
                  <a:pt x="48" y="148"/>
                  <a:pt x="48" y="148"/>
                </a:cubicBezTo>
                <a:cubicBezTo>
                  <a:pt x="54" y="109"/>
                  <a:pt x="54" y="109"/>
                  <a:pt x="54" y="109"/>
                </a:cubicBezTo>
                <a:cubicBezTo>
                  <a:pt x="54" y="107"/>
                  <a:pt x="54" y="106"/>
                  <a:pt x="55" y="104"/>
                </a:cubicBezTo>
                <a:cubicBezTo>
                  <a:pt x="56" y="102"/>
                  <a:pt x="57" y="101"/>
                  <a:pt x="59" y="100"/>
                </a:cubicBezTo>
                <a:cubicBezTo>
                  <a:pt x="60" y="99"/>
                  <a:pt x="62" y="98"/>
                  <a:pt x="63" y="97"/>
                </a:cubicBezTo>
                <a:cubicBezTo>
                  <a:pt x="65" y="96"/>
                  <a:pt x="67" y="96"/>
                  <a:pt x="68" y="96"/>
                </a:cubicBezTo>
                <a:lnTo>
                  <a:pt x="161" y="96"/>
                </a:lnTo>
                <a:close/>
                <a:moveTo>
                  <a:pt x="136" y="64"/>
                </a:moveTo>
                <a:cubicBezTo>
                  <a:pt x="136" y="64"/>
                  <a:pt x="136" y="64"/>
                  <a:pt x="136" y="64"/>
                </a:cubicBezTo>
                <a:cubicBezTo>
                  <a:pt x="136" y="67"/>
                  <a:pt x="135" y="69"/>
                  <a:pt x="134" y="71"/>
                </a:cubicBezTo>
                <a:cubicBezTo>
                  <a:pt x="132" y="73"/>
                  <a:pt x="131" y="75"/>
                  <a:pt x="129" y="76"/>
                </a:cubicBezTo>
                <a:cubicBezTo>
                  <a:pt x="127" y="78"/>
                  <a:pt x="125" y="79"/>
                  <a:pt x="122" y="80"/>
                </a:cubicBezTo>
                <a:cubicBezTo>
                  <a:pt x="120" y="81"/>
                  <a:pt x="117" y="81"/>
                  <a:pt x="115" y="81"/>
                </a:cubicBezTo>
                <a:cubicBezTo>
                  <a:pt x="112" y="81"/>
                  <a:pt x="110" y="81"/>
                  <a:pt x="107" y="80"/>
                </a:cubicBezTo>
                <a:cubicBezTo>
                  <a:pt x="105" y="79"/>
                  <a:pt x="103" y="78"/>
                  <a:pt x="101" y="76"/>
                </a:cubicBezTo>
                <a:cubicBezTo>
                  <a:pt x="99" y="75"/>
                  <a:pt x="98" y="73"/>
                  <a:pt x="96" y="71"/>
                </a:cubicBezTo>
                <a:cubicBezTo>
                  <a:pt x="95" y="69"/>
                  <a:pt x="94" y="67"/>
                  <a:pt x="93" y="64"/>
                </a:cubicBezTo>
                <a:cubicBezTo>
                  <a:pt x="86" y="37"/>
                  <a:pt x="86" y="37"/>
                  <a:pt x="86" y="37"/>
                </a:cubicBezTo>
                <a:cubicBezTo>
                  <a:pt x="86" y="36"/>
                  <a:pt x="86" y="34"/>
                  <a:pt x="85" y="33"/>
                </a:cubicBezTo>
                <a:cubicBezTo>
                  <a:pt x="85" y="32"/>
                  <a:pt x="85" y="31"/>
                  <a:pt x="85" y="29"/>
                </a:cubicBezTo>
                <a:cubicBezTo>
                  <a:pt x="85" y="25"/>
                  <a:pt x="86" y="21"/>
                  <a:pt x="87" y="18"/>
                </a:cubicBezTo>
                <a:cubicBezTo>
                  <a:pt x="89" y="14"/>
                  <a:pt x="91" y="11"/>
                  <a:pt x="94" y="8"/>
                </a:cubicBezTo>
                <a:cubicBezTo>
                  <a:pt x="97" y="6"/>
                  <a:pt x="100" y="3"/>
                  <a:pt x="103" y="2"/>
                </a:cubicBezTo>
                <a:cubicBezTo>
                  <a:pt x="107" y="0"/>
                  <a:pt x="111" y="0"/>
                  <a:pt x="115" y="0"/>
                </a:cubicBezTo>
                <a:cubicBezTo>
                  <a:pt x="119" y="0"/>
                  <a:pt x="123" y="0"/>
                  <a:pt x="126" y="2"/>
                </a:cubicBezTo>
                <a:cubicBezTo>
                  <a:pt x="130" y="3"/>
                  <a:pt x="133" y="6"/>
                  <a:pt x="136" y="8"/>
                </a:cubicBezTo>
                <a:cubicBezTo>
                  <a:pt x="139" y="11"/>
                  <a:pt x="141" y="14"/>
                  <a:pt x="142" y="18"/>
                </a:cubicBezTo>
                <a:cubicBezTo>
                  <a:pt x="144" y="21"/>
                  <a:pt x="145" y="25"/>
                  <a:pt x="145" y="29"/>
                </a:cubicBezTo>
                <a:cubicBezTo>
                  <a:pt x="145" y="32"/>
                  <a:pt x="144" y="34"/>
                  <a:pt x="143" y="37"/>
                </a:cubicBezTo>
                <a:cubicBezTo>
                  <a:pt x="144" y="37"/>
                  <a:pt x="144" y="37"/>
                  <a:pt x="144" y="37"/>
                </a:cubicBezTo>
                <a:lnTo>
                  <a:pt x="136" y="64"/>
                </a:lnTo>
                <a:close/>
                <a:moveTo>
                  <a:pt x="186" y="69"/>
                </a:moveTo>
                <a:cubicBezTo>
                  <a:pt x="186" y="71"/>
                  <a:pt x="185" y="73"/>
                  <a:pt x="184" y="75"/>
                </a:cubicBezTo>
                <a:cubicBezTo>
                  <a:pt x="182" y="77"/>
                  <a:pt x="181" y="79"/>
                  <a:pt x="179" y="80"/>
                </a:cubicBezTo>
                <a:cubicBezTo>
                  <a:pt x="177" y="82"/>
                  <a:pt x="175" y="83"/>
                  <a:pt x="173" y="84"/>
                </a:cubicBezTo>
                <a:cubicBezTo>
                  <a:pt x="171" y="84"/>
                  <a:pt x="168" y="85"/>
                  <a:pt x="166" y="85"/>
                </a:cubicBezTo>
                <a:cubicBezTo>
                  <a:pt x="163" y="85"/>
                  <a:pt x="161" y="84"/>
                  <a:pt x="159" y="84"/>
                </a:cubicBezTo>
                <a:cubicBezTo>
                  <a:pt x="157" y="83"/>
                  <a:pt x="155" y="82"/>
                  <a:pt x="153" y="80"/>
                </a:cubicBezTo>
                <a:cubicBezTo>
                  <a:pt x="151" y="79"/>
                  <a:pt x="150" y="77"/>
                  <a:pt x="148" y="75"/>
                </a:cubicBezTo>
                <a:cubicBezTo>
                  <a:pt x="147" y="73"/>
                  <a:pt x="146" y="71"/>
                  <a:pt x="146" y="69"/>
                </a:cubicBezTo>
                <a:cubicBezTo>
                  <a:pt x="144" y="63"/>
                  <a:pt x="144" y="63"/>
                  <a:pt x="144" y="63"/>
                </a:cubicBezTo>
                <a:cubicBezTo>
                  <a:pt x="151" y="36"/>
                  <a:pt x="151" y="36"/>
                  <a:pt x="151" y="36"/>
                </a:cubicBezTo>
                <a:cubicBezTo>
                  <a:pt x="152" y="34"/>
                  <a:pt x="153" y="31"/>
                  <a:pt x="153" y="27"/>
                </a:cubicBezTo>
                <a:cubicBezTo>
                  <a:pt x="153" y="22"/>
                  <a:pt x="152" y="18"/>
                  <a:pt x="150" y="13"/>
                </a:cubicBezTo>
                <a:cubicBezTo>
                  <a:pt x="152" y="11"/>
                  <a:pt x="154" y="10"/>
                  <a:pt x="157" y="9"/>
                </a:cubicBezTo>
                <a:cubicBezTo>
                  <a:pt x="160" y="8"/>
                  <a:pt x="163" y="8"/>
                  <a:pt x="166" y="8"/>
                </a:cubicBezTo>
                <a:cubicBezTo>
                  <a:pt x="170" y="8"/>
                  <a:pt x="173" y="8"/>
                  <a:pt x="177" y="10"/>
                </a:cubicBezTo>
                <a:cubicBezTo>
                  <a:pt x="180" y="11"/>
                  <a:pt x="183" y="13"/>
                  <a:pt x="186" y="16"/>
                </a:cubicBezTo>
                <a:cubicBezTo>
                  <a:pt x="188" y="19"/>
                  <a:pt x="190" y="21"/>
                  <a:pt x="192" y="25"/>
                </a:cubicBezTo>
                <a:cubicBezTo>
                  <a:pt x="193" y="28"/>
                  <a:pt x="194" y="32"/>
                  <a:pt x="194" y="36"/>
                </a:cubicBezTo>
                <a:cubicBezTo>
                  <a:pt x="194" y="38"/>
                  <a:pt x="194" y="40"/>
                  <a:pt x="193" y="43"/>
                </a:cubicBezTo>
                <a:lnTo>
                  <a:pt x="186" y="69"/>
                </a:lnTo>
                <a:close/>
                <a:moveTo>
                  <a:pt x="189" y="148"/>
                </a:moveTo>
                <a:cubicBezTo>
                  <a:pt x="184" y="109"/>
                  <a:pt x="184" y="109"/>
                  <a:pt x="184" y="109"/>
                </a:cubicBezTo>
                <a:cubicBezTo>
                  <a:pt x="184" y="107"/>
                  <a:pt x="183" y="105"/>
                  <a:pt x="182" y="103"/>
                </a:cubicBezTo>
                <a:cubicBezTo>
                  <a:pt x="180" y="101"/>
                  <a:pt x="179" y="100"/>
                  <a:pt x="177" y="99"/>
                </a:cubicBezTo>
                <a:cubicBezTo>
                  <a:pt x="210" y="99"/>
                  <a:pt x="210" y="99"/>
                  <a:pt x="210" y="99"/>
                </a:cubicBezTo>
                <a:cubicBezTo>
                  <a:pt x="211" y="99"/>
                  <a:pt x="213" y="99"/>
                  <a:pt x="215" y="100"/>
                </a:cubicBezTo>
                <a:cubicBezTo>
                  <a:pt x="216" y="100"/>
                  <a:pt x="218" y="101"/>
                  <a:pt x="219" y="102"/>
                </a:cubicBezTo>
                <a:cubicBezTo>
                  <a:pt x="220" y="104"/>
                  <a:pt x="221" y="105"/>
                  <a:pt x="222" y="106"/>
                </a:cubicBezTo>
                <a:cubicBezTo>
                  <a:pt x="223" y="108"/>
                  <a:pt x="224" y="110"/>
                  <a:pt x="224" y="111"/>
                </a:cubicBezTo>
                <a:cubicBezTo>
                  <a:pt x="229" y="148"/>
                  <a:pt x="229" y="148"/>
                  <a:pt x="229" y="148"/>
                </a:cubicBezTo>
                <a:cubicBezTo>
                  <a:pt x="215" y="148"/>
                  <a:pt x="215" y="148"/>
                  <a:pt x="215" y="148"/>
                </a:cubicBezTo>
                <a:lnTo>
                  <a:pt x="189" y="148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1" name="Freeform 13"/>
          <p:cNvSpPr>
            <a:spLocks/>
          </p:cNvSpPr>
          <p:nvPr/>
        </p:nvSpPr>
        <p:spPr bwMode="auto">
          <a:xfrm>
            <a:off x="4325019" y="1727339"/>
            <a:ext cx="267123" cy="284496"/>
          </a:xfrm>
          <a:custGeom>
            <a:avLst/>
            <a:gdLst>
              <a:gd name="T0" fmla="*/ 0 w 187"/>
              <a:gd name="T1" fmla="*/ 176 h 198"/>
              <a:gd name="T2" fmla="*/ 13 w 187"/>
              <a:gd name="T3" fmla="*/ 155 h 198"/>
              <a:gd name="T4" fmla="*/ 42 w 187"/>
              <a:gd name="T5" fmla="*/ 145 h 198"/>
              <a:gd name="T6" fmla="*/ 62 w 187"/>
              <a:gd name="T7" fmla="*/ 151 h 198"/>
              <a:gd name="T8" fmla="*/ 62 w 187"/>
              <a:gd name="T9" fmla="*/ 21 h 198"/>
              <a:gd name="T10" fmla="*/ 187 w 187"/>
              <a:gd name="T11" fmla="*/ 0 h 198"/>
              <a:gd name="T12" fmla="*/ 187 w 187"/>
              <a:gd name="T13" fmla="*/ 151 h 198"/>
              <a:gd name="T14" fmla="*/ 174 w 187"/>
              <a:gd name="T15" fmla="*/ 168 h 198"/>
              <a:gd name="T16" fmla="*/ 145 w 187"/>
              <a:gd name="T17" fmla="*/ 177 h 198"/>
              <a:gd name="T18" fmla="*/ 123 w 187"/>
              <a:gd name="T19" fmla="*/ 171 h 198"/>
              <a:gd name="T20" fmla="*/ 115 w 187"/>
              <a:gd name="T21" fmla="*/ 155 h 198"/>
              <a:gd name="T22" fmla="*/ 125 w 187"/>
              <a:gd name="T23" fmla="*/ 135 h 198"/>
              <a:gd name="T24" fmla="*/ 151 w 187"/>
              <a:gd name="T25" fmla="*/ 125 h 198"/>
              <a:gd name="T26" fmla="*/ 154 w 187"/>
              <a:gd name="T27" fmla="*/ 124 h 198"/>
              <a:gd name="T28" fmla="*/ 156 w 187"/>
              <a:gd name="T29" fmla="*/ 124 h 198"/>
              <a:gd name="T30" fmla="*/ 177 w 187"/>
              <a:gd name="T31" fmla="*/ 130 h 198"/>
              <a:gd name="T32" fmla="*/ 177 w 187"/>
              <a:gd name="T33" fmla="*/ 33 h 198"/>
              <a:gd name="T34" fmla="*/ 73 w 187"/>
              <a:gd name="T35" fmla="*/ 50 h 198"/>
              <a:gd name="T36" fmla="*/ 73 w 187"/>
              <a:gd name="T37" fmla="*/ 171 h 198"/>
              <a:gd name="T38" fmla="*/ 60 w 187"/>
              <a:gd name="T39" fmla="*/ 189 h 198"/>
              <a:gd name="T40" fmla="*/ 30 w 187"/>
              <a:gd name="T41" fmla="*/ 198 h 198"/>
              <a:gd name="T42" fmla="*/ 9 w 187"/>
              <a:gd name="T43" fmla="*/ 191 h 198"/>
              <a:gd name="T44" fmla="*/ 0 w 187"/>
              <a:gd name="T45" fmla="*/ 176 h 1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187" h="198">
                <a:moveTo>
                  <a:pt x="0" y="176"/>
                </a:moveTo>
                <a:cubicBezTo>
                  <a:pt x="0" y="168"/>
                  <a:pt x="4" y="161"/>
                  <a:pt x="13" y="155"/>
                </a:cubicBezTo>
                <a:cubicBezTo>
                  <a:pt x="21" y="148"/>
                  <a:pt x="31" y="145"/>
                  <a:pt x="42" y="145"/>
                </a:cubicBezTo>
                <a:cubicBezTo>
                  <a:pt x="50" y="145"/>
                  <a:pt x="57" y="147"/>
                  <a:pt x="62" y="151"/>
                </a:cubicBezTo>
                <a:cubicBezTo>
                  <a:pt x="62" y="21"/>
                  <a:pt x="62" y="21"/>
                  <a:pt x="62" y="21"/>
                </a:cubicBezTo>
                <a:cubicBezTo>
                  <a:pt x="187" y="0"/>
                  <a:pt x="187" y="0"/>
                  <a:pt x="187" y="0"/>
                </a:cubicBezTo>
                <a:cubicBezTo>
                  <a:pt x="187" y="151"/>
                  <a:pt x="187" y="151"/>
                  <a:pt x="187" y="151"/>
                </a:cubicBezTo>
                <a:cubicBezTo>
                  <a:pt x="187" y="157"/>
                  <a:pt x="183" y="162"/>
                  <a:pt x="174" y="168"/>
                </a:cubicBezTo>
                <a:cubicBezTo>
                  <a:pt x="165" y="174"/>
                  <a:pt x="156" y="177"/>
                  <a:pt x="145" y="177"/>
                </a:cubicBezTo>
                <a:cubicBezTo>
                  <a:pt x="136" y="177"/>
                  <a:pt x="129" y="175"/>
                  <a:pt x="123" y="171"/>
                </a:cubicBezTo>
                <a:cubicBezTo>
                  <a:pt x="117" y="167"/>
                  <a:pt x="115" y="161"/>
                  <a:pt x="115" y="155"/>
                </a:cubicBezTo>
                <a:cubicBezTo>
                  <a:pt x="115" y="148"/>
                  <a:pt x="118" y="141"/>
                  <a:pt x="125" y="135"/>
                </a:cubicBezTo>
                <a:cubicBezTo>
                  <a:pt x="132" y="129"/>
                  <a:pt x="141" y="126"/>
                  <a:pt x="151" y="125"/>
                </a:cubicBezTo>
                <a:cubicBezTo>
                  <a:pt x="151" y="125"/>
                  <a:pt x="152" y="125"/>
                  <a:pt x="154" y="124"/>
                </a:cubicBezTo>
                <a:cubicBezTo>
                  <a:pt x="155" y="124"/>
                  <a:pt x="156" y="124"/>
                  <a:pt x="156" y="124"/>
                </a:cubicBezTo>
                <a:cubicBezTo>
                  <a:pt x="164" y="124"/>
                  <a:pt x="171" y="126"/>
                  <a:pt x="177" y="130"/>
                </a:cubicBezTo>
                <a:cubicBezTo>
                  <a:pt x="177" y="33"/>
                  <a:pt x="177" y="33"/>
                  <a:pt x="177" y="33"/>
                </a:cubicBezTo>
                <a:cubicBezTo>
                  <a:pt x="73" y="50"/>
                  <a:pt x="73" y="50"/>
                  <a:pt x="73" y="50"/>
                </a:cubicBezTo>
                <a:cubicBezTo>
                  <a:pt x="73" y="171"/>
                  <a:pt x="73" y="171"/>
                  <a:pt x="73" y="171"/>
                </a:cubicBezTo>
                <a:cubicBezTo>
                  <a:pt x="73" y="178"/>
                  <a:pt x="68" y="183"/>
                  <a:pt x="60" y="189"/>
                </a:cubicBezTo>
                <a:cubicBezTo>
                  <a:pt x="51" y="195"/>
                  <a:pt x="41" y="198"/>
                  <a:pt x="30" y="198"/>
                </a:cubicBezTo>
                <a:cubicBezTo>
                  <a:pt x="22" y="198"/>
                  <a:pt x="15" y="196"/>
                  <a:pt x="9" y="191"/>
                </a:cubicBezTo>
                <a:cubicBezTo>
                  <a:pt x="3" y="187"/>
                  <a:pt x="0" y="182"/>
                  <a:pt x="0" y="176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2" name="Freeform 14"/>
          <p:cNvSpPr>
            <a:spLocks noEditPoints="1"/>
          </p:cNvSpPr>
          <p:nvPr/>
        </p:nvSpPr>
        <p:spPr bwMode="auto">
          <a:xfrm>
            <a:off x="4802796" y="1746884"/>
            <a:ext cx="230203" cy="264949"/>
          </a:xfrm>
          <a:custGeom>
            <a:avLst/>
            <a:gdLst>
              <a:gd name="T0" fmla="*/ 24 w 106"/>
              <a:gd name="T1" fmla="*/ 98 h 122"/>
              <a:gd name="T2" fmla="*/ 0 w 106"/>
              <a:gd name="T3" fmla="*/ 122 h 122"/>
              <a:gd name="T4" fmla="*/ 0 w 106"/>
              <a:gd name="T5" fmla="*/ 122 h 122"/>
              <a:gd name="T6" fmla="*/ 20 w 106"/>
              <a:gd name="T7" fmla="*/ 118 h 122"/>
              <a:gd name="T8" fmla="*/ 24 w 106"/>
              <a:gd name="T9" fmla="*/ 98 h 122"/>
              <a:gd name="T10" fmla="*/ 17 w 106"/>
              <a:gd name="T11" fmla="*/ 115 h 122"/>
              <a:gd name="T12" fmla="*/ 0 w 106"/>
              <a:gd name="T13" fmla="*/ 122 h 122"/>
              <a:gd name="T14" fmla="*/ 28 w 106"/>
              <a:gd name="T15" fmla="*/ 71 h 122"/>
              <a:gd name="T16" fmla="*/ 51 w 106"/>
              <a:gd name="T17" fmla="*/ 94 h 122"/>
              <a:gd name="T18" fmla="*/ 28 w 106"/>
              <a:gd name="T19" fmla="*/ 94 h 122"/>
              <a:gd name="T20" fmla="*/ 48 w 106"/>
              <a:gd name="T21" fmla="*/ 91 h 122"/>
              <a:gd name="T22" fmla="*/ 51 w 106"/>
              <a:gd name="T23" fmla="*/ 71 h 122"/>
              <a:gd name="T24" fmla="*/ 45 w 106"/>
              <a:gd name="T25" fmla="*/ 88 h 122"/>
              <a:gd name="T26" fmla="*/ 28 w 106"/>
              <a:gd name="T27" fmla="*/ 94 h 122"/>
              <a:gd name="T28" fmla="*/ 51 w 106"/>
              <a:gd name="T29" fmla="*/ 98 h 122"/>
              <a:gd name="T30" fmla="*/ 28 w 106"/>
              <a:gd name="T31" fmla="*/ 122 h 122"/>
              <a:gd name="T32" fmla="*/ 28 w 106"/>
              <a:gd name="T33" fmla="*/ 122 h 122"/>
              <a:gd name="T34" fmla="*/ 48 w 106"/>
              <a:gd name="T35" fmla="*/ 118 h 122"/>
              <a:gd name="T36" fmla="*/ 51 w 106"/>
              <a:gd name="T37" fmla="*/ 98 h 122"/>
              <a:gd name="T38" fmla="*/ 45 w 106"/>
              <a:gd name="T39" fmla="*/ 115 h 122"/>
              <a:gd name="T40" fmla="*/ 28 w 106"/>
              <a:gd name="T41" fmla="*/ 122 h 122"/>
              <a:gd name="T42" fmla="*/ 55 w 106"/>
              <a:gd name="T43" fmla="*/ 0 h 122"/>
              <a:gd name="T44" fmla="*/ 79 w 106"/>
              <a:gd name="T45" fmla="*/ 24 h 122"/>
              <a:gd name="T46" fmla="*/ 55 w 106"/>
              <a:gd name="T47" fmla="*/ 24 h 122"/>
              <a:gd name="T48" fmla="*/ 76 w 106"/>
              <a:gd name="T49" fmla="*/ 20 h 122"/>
              <a:gd name="T50" fmla="*/ 79 w 106"/>
              <a:gd name="T51" fmla="*/ 0 h 122"/>
              <a:gd name="T52" fmla="*/ 72 w 106"/>
              <a:gd name="T53" fmla="*/ 17 h 122"/>
              <a:gd name="T54" fmla="*/ 55 w 106"/>
              <a:gd name="T55" fmla="*/ 24 h 122"/>
              <a:gd name="T56" fmla="*/ 55 w 106"/>
              <a:gd name="T57" fmla="*/ 28 h 122"/>
              <a:gd name="T58" fmla="*/ 79 w 106"/>
              <a:gd name="T59" fmla="*/ 51 h 122"/>
              <a:gd name="T60" fmla="*/ 55 w 106"/>
              <a:gd name="T61" fmla="*/ 51 h 122"/>
              <a:gd name="T62" fmla="*/ 76 w 106"/>
              <a:gd name="T63" fmla="*/ 48 h 122"/>
              <a:gd name="T64" fmla="*/ 79 w 106"/>
              <a:gd name="T65" fmla="*/ 28 h 122"/>
              <a:gd name="T66" fmla="*/ 72 w 106"/>
              <a:gd name="T67" fmla="*/ 45 h 122"/>
              <a:gd name="T68" fmla="*/ 55 w 106"/>
              <a:gd name="T69" fmla="*/ 51 h 122"/>
              <a:gd name="T70" fmla="*/ 79 w 106"/>
              <a:gd name="T71" fmla="*/ 98 h 122"/>
              <a:gd name="T72" fmla="*/ 55 w 106"/>
              <a:gd name="T73" fmla="*/ 122 h 122"/>
              <a:gd name="T74" fmla="*/ 55 w 106"/>
              <a:gd name="T75" fmla="*/ 122 h 122"/>
              <a:gd name="T76" fmla="*/ 76 w 106"/>
              <a:gd name="T77" fmla="*/ 118 h 122"/>
              <a:gd name="T78" fmla="*/ 79 w 106"/>
              <a:gd name="T79" fmla="*/ 98 h 122"/>
              <a:gd name="T80" fmla="*/ 72 w 106"/>
              <a:gd name="T81" fmla="*/ 115 h 122"/>
              <a:gd name="T82" fmla="*/ 55 w 106"/>
              <a:gd name="T83" fmla="*/ 122 h 122"/>
              <a:gd name="T84" fmla="*/ 82 w 106"/>
              <a:gd name="T85" fmla="*/ 28 h 122"/>
              <a:gd name="T86" fmla="*/ 106 w 106"/>
              <a:gd name="T87" fmla="*/ 51 h 122"/>
              <a:gd name="T88" fmla="*/ 82 w 106"/>
              <a:gd name="T89" fmla="*/ 51 h 122"/>
              <a:gd name="T90" fmla="*/ 103 w 106"/>
              <a:gd name="T91" fmla="*/ 48 h 122"/>
              <a:gd name="T92" fmla="*/ 106 w 106"/>
              <a:gd name="T93" fmla="*/ 28 h 122"/>
              <a:gd name="T94" fmla="*/ 100 w 106"/>
              <a:gd name="T95" fmla="*/ 45 h 122"/>
              <a:gd name="T96" fmla="*/ 82 w 106"/>
              <a:gd name="T97" fmla="*/ 51 h 122"/>
              <a:gd name="T98" fmla="*/ 82 w 106"/>
              <a:gd name="T99" fmla="*/ 55 h 122"/>
              <a:gd name="T100" fmla="*/ 106 w 106"/>
              <a:gd name="T101" fmla="*/ 79 h 122"/>
              <a:gd name="T102" fmla="*/ 82 w 106"/>
              <a:gd name="T103" fmla="*/ 79 h 122"/>
              <a:gd name="T104" fmla="*/ 103 w 106"/>
              <a:gd name="T105" fmla="*/ 75 h 122"/>
              <a:gd name="T106" fmla="*/ 106 w 106"/>
              <a:gd name="T107" fmla="*/ 55 h 122"/>
              <a:gd name="T108" fmla="*/ 100 w 106"/>
              <a:gd name="T109" fmla="*/ 72 h 122"/>
              <a:gd name="T110" fmla="*/ 82 w 106"/>
              <a:gd name="T111" fmla="*/ 79 h 1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06" h="122">
                <a:moveTo>
                  <a:pt x="0" y="98"/>
                </a:moveTo>
                <a:lnTo>
                  <a:pt x="24" y="98"/>
                </a:lnTo>
                <a:lnTo>
                  <a:pt x="24" y="122"/>
                </a:lnTo>
                <a:lnTo>
                  <a:pt x="0" y="122"/>
                </a:lnTo>
                <a:lnTo>
                  <a:pt x="0" y="98"/>
                </a:lnTo>
                <a:close/>
                <a:moveTo>
                  <a:pt x="0" y="122"/>
                </a:moveTo>
                <a:lnTo>
                  <a:pt x="7" y="118"/>
                </a:lnTo>
                <a:lnTo>
                  <a:pt x="20" y="118"/>
                </a:lnTo>
                <a:lnTo>
                  <a:pt x="20" y="105"/>
                </a:lnTo>
                <a:lnTo>
                  <a:pt x="24" y="98"/>
                </a:lnTo>
                <a:lnTo>
                  <a:pt x="17" y="105"/>
                </a:lnTo>
                <a:lnTo>
                  <a:pt x="17" y="115"/>
                </a:lnTo>
                <a:lnTo>
                  <a:pt x="7" y="115"/>
                </a:lnTo>
                <a:lnTo>
                  <a:pt x="0" y="122"/>
                </a:lnTo>
                <a:close/>
                <a:moveTo>
                  <a:pt x="28" y="94"/>
                </a:moveTo>
                <a:lnTo>
                  <a:pt x="28" y="71"/>
                </a:lnTo>
                <a:lnTo>
                  <a:pt x="51" y="71"/>
                </a:lnTo>
                <a:lnTo>
                  <a:pt x="51" y="94"/>
                </a:lnTo>
                <a:lnTo>
                  <a:pt x="28" y="94"/>
                </a:lnTo>
                <a:close/>
                <a:moveTo>
                  <a:pt x="28" y="94"/>
                </a:moveTo>
                <a:lnTo>
                  <a:pt x="34" y="91"/>
                </a:lnTo>
                <a:lnTo>
                  <a:pt x="48" y="91"/>
                </a:lnTo>
                <a:lnTo>
                  <a:pt x="48" y="77"/>
                </a:lnTo>
                <a:lnTo>
                  <a:pt x="51" y="71"/>
                </a:lnTo>
                <a:lnTo>
                  <a:pt x="45" y="77"/>
                </a:lnTo>
                <a:lnTo>
                  <a:pt x="45" y="88"/>
                </a:lnTo>
                <a:lnTo>
                  <a:pt x="34" y="88"/>
                </a:lnTo>
                <a:lnTo>
                  <a:pt x="28" y="94"/>
                </a:lnTo>
                <a:close/>
                <a:moveTo>
                  <a:pt x="28" y="98"/>
                </a:moveTo>
                <a:lnTo>
                  <a:pt x="51" y="98"/>
                </a:lnTo>
                <a:lnTo>
                  <a:pt x="51" y="122"/>
                </a:lnTo>
                <a:lnTo>
                  <a:pt x="28" y="122"/>
                </a:lnTo>
                <a:lnTo>
                  <a:pt x="28" y="98"/>
                </a:lnTo>
                <a:close/>
                <a:moveTo>
                  <a:pt x="28" y="122"/>
                </a:moveTo>
                <a:lnTo>
                  <a:pt x="34" y="118"/>
                </a:lnTo>
                <a:lnTo>
                  <a:pt x="48" y="118"/>
                </a:lnTo>
                <a:lnTo>
                  <a:pt x="48" y="105"/>
                </a:lnTo>
                <a:lnTo>
                  <a:pt x="51" y="98"/>
                </a:lnTo>
                <a:lnTo>
                  <a:pt x="45" y="105"/>
                </a:lnTo>
                <a:lnTo>
                  <a:pt x="45" y="115"/>
                </a:lnTo>
                <a:lnTo>
                  <a:pt x="34" y="115"/>
                </a:lnTo>
                <a:lnTo>
                  <a:pt x="28" y="122"/>
                </a:lnTo>
                <a:close/>
                <a:moveTo>
                  <a:pt x="55" y="24"/>
                </a:moveTo>
                <a:lnTo>
                  <a:pt x="55" y="0"/>
                </a:lnTo>
                <a:lnTo>
                  <a:pt x="79" y="0"/>
                </a:lnTo>
                <a:lnTo>
                  <a:pt x="79" y="24"/>
                </a:lnTo>
                <a:lnTo>
                  <a:pt x="55" y="24"/>
                </a:lnTo>
                <a:close/>
                <a:moveTo>
                  <a:pt x="55" y="24"/>
                </a:moveTo>
                <a:lnTo>
                  <a:pt x="62" y="20"/>
                </a:lnTo>
                <a:lnTo>
                  <a:pt x="76" y="20"/>
                </a:lnTo>
                <a:lnTo>
                  <a:pt x="76" y="7"/>
                </a:lnTo>
                <a:lnTo>
                  <a:pt x="79" y="0"/>
                </a:lnTo>
                <a:lnTo>
                  <a:pt x="72" y="7"/>
                </a:lnTo>
                <a:lnTo>
                  <a:pt x="72" y="17"/>
                </a:lnTo>
                <a:lnTo>
                  <a:pt x="62" y="17"/>
                </a:lnTo>
                <a:lnTo>
                  <a:pt x="55" y="24"/>
                </a:lnTo>
                <a:close/>
                <a:moveTo>
                  <a:pt x="55" y="51"/>
                </a:moveTo>
                <a:lnTo>
                  <a:pt x="55" y="28"/>
                </a:lnTo>
                <a:lnTo>
                  <a:pt x="79" y="28"/>
                </a:lnTo>
                <a:lnTo>
                  <a:pt x="79" y="51"/>
                </a:lnTo>
                <a:lnTo>
                  <a:pt x="55" y="51"/>
                </a:lnTo>
                <a:close/>
                <a:moveTo>
                  <a:pt x="55" y="51"/>
                </a:moveTo>
                <a:lnTo>
                  <a:pt x="62" y="48"/>
                </a:lnTo>
                <a:lnTo>
                  <a:pt x="76" y="48"/>
                </a:lnTo>
                <a:lnTo>
                  <a:pt x="76" y="34"/>
                </a:lnTo>
                <a:lnTo>
                  <a:pt x="79" y="28"/>
                </a:lnTo>
                <a:lnTo>
                  <a:pt x="72" y="34"/>
                </a:lnTo>
                <a:lnTo>
                  <a:pt x="72" y="45"/>
                </a:lnTo>
                <a:lnTo>
                  <a:pt x="62" y="45"/>
                </a:lnTo>
                <a:lnTo>
                  <a:pt x="55" y="51"/>
                </a:lnTo>
                <a:close/>
                <a:moveTo>
                  <a:pt x="55" y="98"/>
                </a:moveTo>
                <a:lnTo>
                  <a:pt x="79" y="98"/>
                </a:lnTo>
                <a:lnTo>
                  <a:pt x="79" y="122"/>
                </a:lnTo>
                <a:lnTo>
                  <a:pt x="55" y="122"/>
                </a:lnTo>
                <a:lnTo>
                  <a:pt x="55" y="98"/>
                </a:lnTo>
                <a:close/>
                <a:moveTo>
                  <a:pt x="55" y="122"/>
                </a:moveTo>
                <a:lnTo>
                  <a:pt x="62" y="118"/>
                </a:lnTo>
                <a:lnTo>
                  <a:pt x="76" y="118"/>
                </a:lnTo>
                <a:lnTo>
                  <a:pt x="76" y="105"/>
                </a:lnTo>
                <a:lnTo>
                  <a:pt x="79" y="98"/>
                </a:lnTo>
                <a:lnTo>
                  <a:pt x="72" y="105"/>
                </a:lnTo>
                <a:lnTo>
                  <a:pt x="72" y="115"/>
                </a:lnTo>
                <a:lnTo>
                  <a:pt x="62" y="115"/>
                </a:lnTo>
                <a:lnTo>
                  <a:pt x="55" y="122"/>
                </a:lnTo>
                <a:close/>
                <a:moveTo>
                  <a:pt x="82" y="51"/>
                </a:moveTo>
                <a:lnTo>
                  <a:pt x="82" y="28"/>
                </a:lnTo>
                <a:lnTo>
                  <a:pt x="106" y="28"/>
                </a:lnTo>
                <a:lnTo>
                  <a:pt x="106" y="51"/>
                </a:lnTo>
                <a:lnTo>
                  <a:pt x="82" y="51"/>
                </a:lnTo>
                <a:close/>
                <a:moveTo>
                  <a:pt x="82" y="51"/>
                </a:moveTo>
                <a:lnTo>
                  <a:pt x="89" y="48"/>
                </a:lnTo>
                <a:lnTo>
                  <a:pt x="103" y="48"/>
                </a:lnTo>
                <a:lnTo>
                  <a:pt x="103" y="34"/>
                </a:lnTo>
                <a:lnTo>
                  <a:pt x="106" y="28"/>
                </a:lnTo>
                <a:lnTo>
                  <a:pt x="100" y="34"/>
                </a:lnTo>
                <a:lnTo>
                  <a:pt x="100" y="45"/>
                </a:lnTo>
                <a:lnTo>
                  <a:pt x="89" y="45"/>
                </a:lnTo>
                <a:lnTo>
                  <a:pt x="82" y="51"/>
                </a:lnTo>
                <a:close/>
                <a:moveTo>
                  <a:pt x="82" y="79"/>
                </a:moveTo>
                <a:lnTo>
                  <a:pt x="82" y="55"/>
                </a:lnTo>
                <a:lnTo>
                  <a:pt x="106" y="55"/>
                </a:lnTo>
                <a:lnTo>
                  <a:pt x="106" y="79"/>
                </a:lnTo>
                <a:lnTo>
                  <a:pt x="82" y="79"/>
                </a:lnTo>
                <a:close/>
                <a:moveTo>
                  <a:pt x="82" y="79"/>
                </a:moveTo>
                <a:lnTo>
                  <a:pt x="89" y="75"/>
                </a:lnTo>
                <a:lnTo>
                  <a:pt x="103" y="75"/>
                </a:lnTo>
                <a:lnTo>
                  <a:pt x="103" y="62"/>
                </a:lnTo>
                <a:lnTo>
                  <a:pt x="106" y="55"/>
                </a:lnTo>
                <a:lnTo>
                  <a:pt x="100" y="62"/>
                </a:lnTo>
                <a:lnTo>
                  <a:pt x="100" y="72"/>
                </a:lnTo>
                <a:lnTo>
                  <a:pt x="89" y="72"/>
                </a:lnTo>
                <a:lnTo>
                  <a:pt x="82" y="79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3" name="Freeform 15"/>
          <p:cNvSpPr>
            <a:spLocks noEditPoints="1"/>
          </p:cNvSpPr>
          <p:nvPr/>
        </p:nvSpPr>
        <p:spPr bwMode="auto">
          <a:xfrm>
            <a:off x="5204566" y="1705621"/>
            <a:ext cx="301869" cy="312728"/>
          </a:xfrm>
          <a:custGeom>
            <a:avLst/>
            <a:gdLst>
              <a:gd name="T0" fmla="*/ 0 w 209"/>
              <a:gd name="T1" fmla="*/ 0 h 218"/>
              <a:gd name="T2" fmla="*/ 209 w 209"/>
              <a:gd name="T3" fmla="*/ 218 h 218"/>
              <a:gd name="T4" fmla="*/ 16 w 209"/>
              <a:gd name="T5" fmla="*/ 34 h 218"/>
              <a:gd name="T6" fmla="*/ 37 w 209"/>
              <a:gd name="T7" fmla="*/ 15 h 218"/>
              <a:gd name="T8" fmla="*/ 16 w 209"/>
              <a:gd name="T9" fmla="*/ 34 h 218"/>
              <a:gd name="T10" fmla="*/ 37 w 209"/>
              <a:gd name="T11" fmla="*/ 68 h 218"/>
              <a:gd name="T12" fmla="*/ 16 w 209"/>
              <a:gd name="T13" fmla="*/ 49 h 218"/>
              <a:gd name="T14" fmla="*/ 16 w 209"/>
              <a:gd name="T15" fmla="*/ 101 h 218"/>
              <a:gd name="T16" fmla="*/ 37 w 209"/>
              <a:gd name="T17" fmla="*/ 82 h 218"/>
              <a:gd name="T18" fmla="*/ 16 w 209"/>
              <a:gd name="T19" fmla="*/ 101 h 218"/>
              <a:gd name="T20" fmla="*/ 37 w 209"/>
              <a:gd name="T21" fmla="*/ 135 h 218"/>
              <a:gd name="T22" fmla="*/ 16 w 209"/>
              <a:gd name="T23" fmla="*/ 116 h 218"/>
              <a:gd name="T24" fmla="*/ 16 w 209"/>
              <a:gd name="T25" fmla="*/ 169 h 218"/>
              <a:gd name="T26" fmla="*/ 37 w 209"/>
              <a:gd name="T27" fmla="*/ 149 h 218"/>
              <a:gd name="T28" fmla="*/ 16 w 209"/>
              <a:gd name="T29" fmla="*/ 169 h 218"/>
              <a:gd name="T30" fmla="*/ 16 w 209"/>
              <a:gd name="T31" fmla="*/ 202 h 218"/>
              <a:gd name="T32" fmla="*/ 37 w 209"/>
              <a:gd name="T33" fmla="*/ 183 h 218"/>
              <a:gd name="T34" fmla="*/ 53 w 209"/>
              <a:gd name="T35" fmla="*/ 97 h 218"/>
              <a:gd name="T36" fmla="*/ 58 w 209"/>
              <a:gd name="T37" fmla="*/ 101 h 218"/>
              <a:gd name="T38" fmla="*/ 155 w 209"/>
              <a:gd name="T39" fmla="*/ 100 h 218"/>
              <a:gd name="T40" fmla="*/ 156 w 209"/>
              <a:gd name="T41" fmla="*/ 20 h 218"/>
              <a:gd name="T42" fmla="*/ 151 w 209"/>
              <a:gd name="T43" fmla="*/ 15 h 218"/>
              <a:gd name="T44" fmla="*/ 54 w 209"/>
              <a:gd name="T45" fmla="*/ 17 h 218"/>
              <a:gd name="T46" fmla="*/ 53 w 209"/>
              <a:gd name="T47" fmla="*/ 97 h 218"/>
              <a:gd name="T48" fmla="*/ 54 w 209"/>
              <a:gd name="T49" fmla="*/ 201 h 218"/>
              <a:gd name="T50" fmla="*/ 151 w 209"/>
              <a:gd name="T51" fmla="*/ 202 h 218"/>
              <a:gd name="T52" fmla="*/ 156 w 209"/>
              <a:gd name="T53" fmla="*/ 197 h 218"/>
              <a:gd name="T54" fmla="*/ 155 w 209"/>
              <a:gd name="T55" fmla="*/ 117 h 218"/>
              <a:gd name="T56" fmla="*/ 58 w 209"/>
              <a:gd name="T57" fmla="*/ 116 h 218"/>
              <a:gd name="T58" fmla="*/ 53 w 209"/>
              <a:gd name="T59" fmla="*/ 121 h 218"/>
              <a:gd name="T60" fmla="*/ 172 w 209"/>
              <a:gd name="T61" fmla="*/ 34 h 218"/>
              <a:gd name="T62" fmla="*/ 193 w 209"/>
              <a:gd name="T63" fmla="*/ 15 h 218"/>
              <a:gd name="T64" fmla="*/ 172 w 209"/>
              <a:gd name="T65" fmla="*/ 34 h 218"/>
              <a:gd name="T66" fmla="*/ 193 w 209"/>
              <a:gd name="T67" fmla="*/ 68 h 218"/>
              <a:gd name="T68" fmla="*/ 172 w 209"/>
              <a:gd name="T69" fmla="*/ 49 h 218"/>
              <a:gd name="T70" fmla="*/ 172 w 209"/>
              <a:gd name="T71" fmla="*/ 101 h 218"/>
              <a:gd name="T72" fmla="*/ 193 w 209"/>
              <a:gd name="T73" fmla="*/ 82 h 218"/>
              <a:gd name="T74" fmla="*/ 172 w 209"/>
              <a:gd name="T75" fmla="*/ 101 h 218"/>
              <a:gd name="T76" fmla="*/ 193 w 209"/>
              <a:gd name="T77" fmla="*/ 135 h 218"/>
              <a:gd name="T78" fmla="*/ 172 w 209"/>
              <a:gd name="T79" fmla="*/ 116 h 218"/>
              <a:gd name="T80" fmla="*/ 172 w 209"/>
              <a:gd name="T81" fmla="*/ 169 h 218"/>
              <a:gd name="T82" fmla="*/ 193 w 209"/>
              <a:gd name="T83" fmla="*/ 149 h 218"/>
              <a:gd name="T84" fmla="*/ 172 w 209"/>
              <a:gd name="T85" fmla="*/ 169 h 218"/>
              <a:gd name="T86" fmla="*/ 172 w 209"/>
              <a:gd name="T87" fmla="*/ 202 h 218"/>
              <a:gd name="T88" fmla="*/ 193 w 209"/>
              <a:gd name="T89" fmla="*/ 183 h 2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209" h="218">
                <a:moveTo>
                  <a:pt x="0" y="218"/>
                </a:moveTo>
                <a:cubicBezTo>
                  <a:pt x="0" y="0"/>
                  <a:pt x="0" y="0"/>
                  <a:pt x="0" y="0"/>
                </a:cubicBezTo>
                <a:cubicBezTo>
                  <a:pt x="209" y="0"/>
                  <a:pt x="209" y="0"/>
                  <a:pt x="209" y="0"/>
                </a:cubicBezTo>
                <a:cubicBezTo>
                  <a:pt x="209" y="218"/>
                  <a:pt x="209" y="218"/>
                  <a:pt x="209" y="218"/>
                </a:cubicBezTo>
                <a:lnTo>
                  <a:pt x="0" y="218"/>
                </a:lnTo>
                <a:close/>
                <a:moveTo>
                  <a:pt x="16" y="34"/>
                </a:moveTo>
                <a:cubicBezTo>
                  <a:pt x="37" y="34"/>
                  <a:pt x="37" y="34"/>
                  <a:pt x="37" y="34"/>
                </a:cubicBezTo>
                <a:cubicBezTo>
                  <a:pt x="37" y="15"/>
                  <a:pt x="37" y="15"/>
                  <a:pt x="37" y="15"/>
                </a:cubicBezTo>
                <a:cubicBezTo>
                  <a:pt x="16" y="15"/>
                  <a:pt x="16" y="15"/>
                  <a:pt x="16" y="15"/>
                </a:cubicBezTo>
                <a:lnTo>
                  <a:pt x="16" y="34"/>
                </a:lnTo>
                <a:close/>
                <a:moveTo>
                  <a:pt x="16" y="68"/>
                </a:moveTo>
                <a:cubicBezTo>
                  <a:pt x="37" y="68"/>
                  <a:pt x="37" y="68"/>
                  <a:pt x="37" y="68"/>
                </a:cubicBezTo>
                <a:cubicBezTo>
                  <a:pt x="37" y="49"/>
                  <a:pt x="37" y="49"/>
                  <a:pt x="37" y="49"/>
                </a:cubicBezTo>
                <a:cubicBezTo>
                  <a:pt x="16" y="49"/>
                  <a:pt x="16" y="49"/>
                  <a:pt x="16" y="49"/>
                </a:cubicBezTo>
                <a:lnTo>
                  <a:pt x="16" y="68"/>
                </a:lnTo>
                <a:close/>
                <a:moveTo>
                  <a:pt x="16" y="101"/>
                </a:moveTo>
                <a:cubicBezTo>
                  <a:pt x="37" y="101"/>
                  <a:pt x="37" y="101"/>
                  <a:pt x="37" y="101"/>
                </a:cubicBezTo>
                <a:cubicBezTo>
                  <a:pt x="37" y="82"/>
                  <a:pt x="37" y="82"/>
                  <a:pt x="37" y="82"/>
                </a:cubicBezTo>
                <a:cubicBezTo>
                  <a:pt x="16" y="82"/>
                  <a:pt x="16" y="82"/>
                  <a:pt x="16" y="82"/>
                </a:cubicBezTo>
                <a:lnTo>
                  <a:pt x="16" y="101"/>
                </a:lnTo>
                <a:close/>
                <a:moveTo>
                  <a:pt x="16" y="135"/>
                </a:moveTo>
                <a:cubicBezTo>
                  <a:pt x="37" y="135"/>
                  <a:pt x="37" y="135"/>
                  <a:pt x="37" y="135"/>
                </a:cubicBezTo>
                <a:cubicBezTo>
                  <a:pt x="37" y="116"/>
                  <a:pt x="37" y="116"/>
                  <a:pt x="37" y="116"/>
                </a:cubicBezTo>
                <a:cubicBezTo>
                  <a:pt x="16" y="116"/>
                  <a:pt x="16" y="116"/>
                  <a:pt x="16" y="116"/>
                </a:cubicBezTo>
                <a:lnTo>
                  <a:pt x="16" y="135"/>
                </a:lnTo>
                <a:close/>
                <a:moveTo>
                  <a:pt x="16" y="169"/>
                </a:moveTo>
                <a:cubicBezTo>
                  <a:pt x="37" y="169"/>
                  <a:pt x="37" y="169"/>
                  <a:pt x="37" y="169"/>
                </a:cubicBezTo>
                <a:cubicBezTo>
                  <a:pt x="37" y="149"/>
                  <a:pt x="37" y="149"/>
                  <a:pt x="37" y="149"/>
                </a:cubicBezTo>
                <a:cubicBezTo>
                  <a:pt x="16" y="149"/>
                  <a:pt x="16" y="149"/>
                  <a:pt x="16" y="149"/>
                </a:cubicBezTo>
                <a:lnTo>
                  <a:pt x="16" y="169"/>
                </a:lnTo>
                <a:close/>
                <a:moveTo>
                  <a:pt x="16" y="183"/>
                </a:moveTo>
                <a:cubicBezTo>
                  <a:pt x="16" y="202"/>
                  <a:pt x="16" y="202"/>
                  <a:pt x="16" y="202"/>
                </a:cubicBezTo>
                <a:cubicBezTo>
                  <a:pt x="37" y="202"/>
                  <a:pt x="37" y="202"/>
                  <a:pt x="37" y="202"/>
                </a:cubicBezTo>
                <a:cubicBezTo>
                  <a:pt x="37" y="183"/>
                  <a:pt x="37" y="183"/>
                  <a:pt x="37" y="183"/>
                </a:cubicBezTo>
                <a:lnTo>
                  <a:pt x="16" y="183"/>
                </a:lnTo>
                <a:close/>
                <a:moveTo>
                  <a:pt x="53" y="97"/>
                </a:moveTo>
                <a:cubicBezTo>
                  <a:pt x="53" y="98"/>
                  <a:pt x="53" y="99"/>
                  <a:pt x="54" y="100"/>
                </a:cubicBezTo>
                <a:cubicBezTo>
                  <a:pt x="55" y="101"/>
                  <a:pt x="56" y="101"/>
                  <a:pt x="58" y="101"/>
                </a:cubicBezTo>
                <a:cubicBezTo>
                  <a:pt x="151" y="101"/>
                  <a:pt x="151" y="101"/>
                  <a:pt x="151" y="101"/>
                </a:cubicBezTo>
                <a:cubicBezTo>
                  <a:pt x="153" y="101"/>
                  <a:pt x="154" y="101"/>
                  <a:pt x="155" y="100"/>
                </a:cubicBezTo>
                <a:cubicBezTo>
                  <a:pt x="156" y="99"/>
                  <a:pt x="156" y="98"/>
                  <a:pt x="156" y="97"/>
                </a:cubicBezTo>
                <a:cubicBezTo>
                  <a:pt x="156" y="20"/>
                  <a:pt x="156" y="20"/>
                  <a:pt x="156" y="20"/>
                </a:cubicBezTo>
                <a:cubicBezTo>
                  <a:pt x="156" y="19"/>
                  <a:pt x="156" y="18"/>
                  <a:pt x="155" y="17"/>
                </a:cubicBezTo>
                <a:cubicBezTo>
                  <a:pt x="154" y="16"/>
                  <a:pt x="153" y="15"/>
                  <a:pt x="151" y="15"/>
                </a:cubicBezTo>
                <a:cubicBezTo>
                  <a:pt x="58" y="15"/>
                  <a:pt x="58" y="15"/>
                  <a:pt x="58" y="15"/>
                </a:cubicBezTo>
                <a:cubicBezTo>
                  <a:pt x="56" y="15"/>
                  <a:pt x="55" y="16"/>
                  <a:pt x="54" y="17"/>
                </a:cubicBezTo>
                <a:cubicBezTo>
                  <a:pt x="53" y="18"/>
                  <a:pt x="53" y="19"/>
                  <a:pt x="53" y="20"/>
                </a:cubicBezTo>
                <a:lnTo>
                  <a:pt x="53" y="97"/>
                </a:lnTo>
                <a:close/>
                <a:moveTo>
                  <a:pt x="53" y="197"/>
                </a:moveTo>
                <a:cubicBezTo>
                  <a:pt x="53" y="198"/>
                  <a:pt x="53" y="200"/>
                  <a:pt x="54" y="201"/>
                </a:cubicBezTo>
                <a:cubicBezTo>
                  <a:pt x="55" y="202"/>
                  <a:pt x="56" y="202"/>
                  <a:pt x="58" y="202"/>
                </a:cubicBezTo>
                <a:cubicBezTo>
                  <a:pt x="151" y="202"/>
                  <a:pt x="151" y="202"/>
                  <a:pt x="151" y="202"/>
                </a:cubicBezTo>
                <a:cubicBezTo>
                  <a:pt x="153" y="202"/>
                  <a:pt x="154" y="202"/>
                  <a:pt x="155" y="201"/>
                </a:cubicBezTo>
                <a:cubicBezTo>
                  <a:pt x="156" y="200"/>
                  <a:pt x="156" y="198"/>
                  <a:pt x="156" y="197"/>
                </a:cubicBezTo>
                <a:cubicBezTo>
                  <a:pt x="156" y="121"/>
                  <a:pt x="156" y="121"/>
                  <a:pt x="156" y="121"/>
                </a:cubicBezTo>
                <a:cubicBezTo>
                  <a:pt x="156" y="119"/>
                  <a:pt x="156" y="118"/>
                  <a:pt x="155" y="117"/>
                </a:cubicBezTo>
                <a:cubicBezTo>
                  <a:pt x="154" y="116"/>
                  <a:pt x="153" y="116"/>
                  <a:pt x="151" y="116"/>
                </a:cubicBezTo>
                <a:cubicBezTo>
                  <a:pt x="58" y="116"/>
                  <a:pt x="58" y="116"/>
                  <a:pt x="58" y="116"/>
                </a:cubicBezTo>
                <a:cubicBezTo>
                  <a:pt x="56" y="116"/>
                  <a:pt x="55" y="116"/>
                  <a:pt x="54" y="117"/>
                </a:cubicBezTo>
                <a:cubicBezTo>
                  <a:pt x="53" y="118"/>
                  <a:pt x="53" y="119"/>
                  <a:pt x="53" y="121"/>
                </a:cubicBezTo>
                <a:lnTo>
                  <a:pt x="53" y="197"/>
                </a:lnTo>
                <a:close/>
                <a:moveTo>
                  <a:pt x="172" y="34"/>
                </a:moveTo>
                <a:cubicBezTo>
                  <a:pt x="193" y="34"/>
                  <a:pt x="193" y="34"/>
                  <a:pt x="193" y="34"/>
                </a:cubicBezTo>
                <a:cubicBezTo>
                  <a:pt x="193" y="15"/>
                  <a:pt x="193" y="15"/>
                  <a:pt x="193" y="15"/>
                </a:cubicBezTo>
                <a:cubicBezTo>
                  <a:pt x="172" y="15"/>
                  <a:pt x="172" y="15"/>
                  <a:pt x="172" y="15"/>
                </a:cubicBezTo>
                <a:lnTo>
                  <a:pt x="172" y="34"/>
                </a:lnTo>
                <a:close/>
                <a:moveTo>
                  <a:pt x="172" y="68"/>
                </a:moveTo>
                <a:cubicBezTo>
                  <a:pt x="193" y="68"/>
                  <a:pt x="193" y="68"/>
                  <a:pt x="193" y="68"/>
                </a:cubicBezTo>
                <a:cubicBezTo>
                  <a:pt x="193" y="49"/>
                  <a:pt x="193" y="49"/>
                  <a:pt x="193" y="49"/>
                </a:cubicBezTo>
                <a:cubicBezTo>
                  <a:pt x="172" y="49"/>
                  <a:pt x="172" y="49"/>
                  <a:pt x="172" y="49"/>
                </a:cubicBezTo>
                <a:lnTo>
                  <a:pt x="172" y="68"/>
                </a:lnTo>
                <a:close/>
                <a:moveTo>
                  <a:pt x="172" y="101"/>
                </a:moveTo>
                <a:cubicBezTo>
                  <a:pt x="193" y="101"/>
                  <a:pt x="193" y="101"/>
                  <a:pt x="193" y="101"/>
                </a:cubicBezTo>
                <a:cubicBezTo>
                  <a:pt x="193" y="82"/>
                  <a:pt x="193" y="82"/>
                  <a:pt x="193" y="82"/>
                </a:cubicBezTo>
                <a:cubicBezTo>
                  <a:pt x="172" y="82"/>
                  <a:pt x="172" y="82"/>
                  <a:pt x="172" y="82"/>
                </a:cubicBezTo>
                <a:lnTo>
                  <a:pt x="172" y="101"/>
                </a:lnTo>
                <a:close/>
                <a:moveTo>
                  <a:pt x="172" y="135"/>
                </a:moveTo>
                <a:cubicBezTo>
                  <a:pt x="193" y="135"/>
                  <a:pt x="193" y="135"/>
                  <a:pt x="193" y="135"/>
                </a:cubicBezTo>
                <a:cubicBezTo>
                  <a:pt x="193" y="116"/>
                  <a:pt x="193" y="116"/>
                  <a:pt x="193" y="116"/>
                </a:cubicBezTo>
                <a:cubicBezTo>
                  <a:pt x="172" y="116"/>
                  <a:pt x="172" y="116"/>
                  <a:pt x="172" y="116"/>
                </a:cubicBezTo>
                <a:lnTo>
                  <a:pt x="172" y="135"/>
                </a:lnTo>
                <a:close/>
                <a:moveTo>
                  <a:pt x="172" y="169"/>
                </a:moveTo>
                <a:cubicBezTo>
                  <a:pt x="193" y="169"/>
                  <a:pt x="193" y="169"/>
                  <a:pt x="193" y="169"/>
                </a:cubicBezTo>
                <a:cubicBezTo>
                  <a:pt x="193" y="149"/>
                  <a:pt x="193" y="149"/>
                  <a:pt x="193" y="149"/>
                </a:cubicBezTo>
                <a:cubicBezTo>
                  <a:pt x="172" y="149"/>
                  <a:pt x="172" y="149"/>
                  <a:pt x="172" y="149"/>
                </a:cubicBezTo>
                <a:lnTo>
                  <a:pt x="172" y="169"/>
                </a:lnTo>
                <a:close/>
                <a:moveTo>
                  <a:pt x="172" y="183"/>
                </a:moveTo>
                <a:cubicBezTo>
                  <a:pt x="172" y="202"/>
                  <a:pt x="172" y="202"/>
                  <a:pt x="172" y="202"/>
                </a:cubicBezTo>
                <a:cubicBezTo>
                  <a:pt x="193" y="202"/>
                  <a:pt x="193" y="202"/>
                  <a:pt x="193" y="202"/>
                </a:cubicBezTo>
                <a:cubicBezTo>
                  <a:pt x="193" y="183"/>
                  <a:pt x="193" y="183"/>
                  <a:pt x="193" y="183"/>
                </a:cubicBezTo>
                <a:lnTo>
                  <a:pt x="172" y="183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4" name="Freeform 16"/>
          <p:cNvSpPr>
            <a:spLocks noEditPoints="1"/>
          </p:cNvSpPr>
          <p:nvPr/>
        </p:nvSpPr>
        <p:spPr bwMode="auto">
          <a:xfrm>
            <a:off x="5714919" y="1727339"/>
            <a:ext cx="327931" cy="269293"/>
          </a:xfrm>
          <a:custGeom>
            <a:avLst/>
            <a:gdLst>
              <a:gd name="T0" fmla="*/ 0 w 229"/>
              <a:gd name="T1" fmla="*/ 187 h 187"/>
              <a:gd name="T2" fmla="*/ 0 w 229"/>
              <a:gd name="T3" fmla="*/ 0 h 187"/>
              <a:gd name="T4" fmla="*/ 229 w 229"/>
              <a:gd name="T5" fmla="*/ 0 h 187"/>
              <a:gd name="T6" fmla="*/ 229 w 229"/>
              <a:gd name="T7" fmla="*/ 187 h 187"/>
              <a:gd name="T8" fmla="*/ 0 w 229"/>
              <a:gd name="T9" fmla="*/ 187 h 187"/>
              <a:gd name="T10" fmla="*/ 10 w 229"/>
              <a:gd name="T11" fmla="*/ 177 h 187"/>
              <a:gd name="T12" fmla="*/ 218 w 229"/>
              <a:gd name="T13" fmla="*/ 177 h 187"/>
              <a:gd name="T14" fmla="*/ 218 w 229"/>
              <a:gd name="T15" fmla="*/ 11 h 187"/>
              <a:gd name="T16" fmla="*/ 10 w 229"/>
              <a:gd name="T17" fmla="*/ 11 h 187"/>
              <a:gd name="T18" fmla="*/ 10 w 229"/>
              <a:gd name="T19" fmla="*/ 177 h 187"/>
              <a:gd name="T20" fmla="*/ 63 w 229"/>
              <a:gd name="T21" fmla="*/ 36 h 187"/>
              <a:gd name="T22" fmla="*/ 77 w 229"/>
              <a:gd name="T23" fmla="*/ 43 h 187"/>
              <a:gd name="T24" fmla="*/ 83 w 229"/>
              <a:gd name="T25" fmla="*/ 57 h 187"/>
              <a:gd name="T26" fmla="*/ 77 w 229"/>
              <a:gd name="T27" fmla="*/ 72 h 187"/>
              <a:gd name="T28" fmla="*/ 63 w 229"/>
              <a:gd name="T29" fmla="*/ 78 h 187"/>
              <a:gd name="T30" fmla="*/ 48 w 229"/>
              <a:gd name="T31" fmla="*/ 72 h 187"/>
              <a:gd name="T32" fmla="*/ 42 w 229"/>
              <a:gd name="T33" fmla="*/ 57 h 187"/>
              <a:gd name="T34" fmla="*/ 48 w 229"/>
              <a:gd name="T35" fmla="*/ 43 h 187"/>
              <a:gd name="T36" fmla="*/ 63 w 229"/>
              <a:gd name="T37" fmla="*/ 36 h 187"/>
              <a:gd name="T38" fmla="*/ 42 w 229"/>
              <a:gd name="T39" fmla="*/ 156 h 187"/>
              <a:gd name="T40" fmla="*/ 99 w 229"/>
              <a:gd name="T41" fmla="*/ 99 h 187"/>
              <a:gd name="T42" fmla="*/ 135 w 229"/>
              <a:gd name="T43" fmla="*/ 135 h 187"/>
              <a:gd name="T44" fmla="*/ 172 w 229"/>
              <a:gd name="T45" fmla="*/ 62 h 187"/>
              <a:gd name="T46" fmla="*/ 198 w 229"/>
              <a:gd name="T47" fmla="*/ 114 h 187"/>
              <a:gd name="T48" fmla="*/ 198 w 229"/>
              <a:gd name="T49" fmla="*/ 156 h 187"/>
              <a:gd name="T50" fmla="*/ 42 w 229"/>
              <a:gd name="T51" fmla="*/ 156 h 1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229" h="187">
                <a:moveTo>
                  <a:pt x="0" y="187"/>
                </a:moveTo>
                <a:cubicBezTo>
                  <a:pt x="0" y="0"/>
                  <a:pt x="0" y="0"/>
                  <a:pt x="0" y="0"/>
                </a:cubicBezTo>
                <a:cubicBezTo>
                  <a:pt x="229" y="0"/>
                  <a:pt x="229" y="0"/>
                  <a:pt x="229" y="0"/>
                </a:cubicBezTo>
                <a:cubicBezTo>
                  <a:pt x="229" y="187"/>
                  <a:pt x="229" y="187"/>
                  <a:pt x="229" y="187"/>
                </a:cubicBezTo>
                <a:lnTo>
                  <a:pt x="0" y="187"/>
                </a:lnTo>
                <a:close/>
                <a:moveTo>
                  <a:pt x="10" y="177"/>
                </a:moveTo>
                <a:cubicBezTo>
                  <a:pt x="218" y="177"/>
                  <a:pt x="218" y="177"/>
                  <a:pt x="218" y="177"/>
                </a:cubicBezTo>
                <a:cubicBezTo>
                  <a:pt x="218" y="11"/>
                  <a:pt x="218" y="11"/>
                  <a:pt x="218" y="11"/>
                </a:cubicBezTo>
                <a:cubicBezTo>
                  <a:pt x="10" y="11"/>
                  <a:pt x="10" y="11"/>
                  <a:pt x="10" y="11"/>
                </a:cubicBezTo>
                <a:lnTo>
                  <a:pt x="10" y="177"/>
                </a:lnTo>
                <a:close/>
                <a:moveTo>
                  <a:pt x="63" y="36"/>
                </a:moveTo>
                <a:cubicBezTo>
                  <a:pt x="68" y="36"/>
                  <a:pt x="73" y="38"/>
                  <a:pt x="77" y="43"/>
                </a:cubicBezTo>
                <a:cubicBezTo>
                  <a:pt x="81" y="47"/>
                  <a:pt x="83" y="51"/>
                  <a:pt x="83" y="57"/>
                </a:cubicBezTo>
                <a:cubicBezTo>
                  <a:pt x="83" y="63"/>
                  <a:pt x="81" y="68"/>
                  <a:pt x="77" y="72"/>
                </a:cubicBezTo>
                <a:cubicBezTo>
                  <a:pt x="73" y="76"/>
                  <a:pt x="68" y="78"/>
                  <a:pt x="63" y="78"/>
                </a:cubicBezTo>
                <a:cubicBezTo>
                  <a:pt x="57" y="78"/>
                  <a:pt x="52" y="76"/>
                  <a:pt x="48" y="72"/>
                </a:cubicBezTo>
                <a:cubicBezTo>
                  <a:pt x="44" y="68"/>
                  <a:pt x="42" y="63"/>
                  <a:pt x="42" y="57"/>
                </a:cubicBezTo>
                <a:cubicBezTo>
                  <a:pt x="42" y="51"/>
                  <a:pt x="44" y="47"/>
                  <a:pt x="48" y="43"/>
                </a:cubicBezTo>
                <a:cubicBezTo>
                  <a:pt x="52" y="38"/>
                  <a:pt x="57" y="36"/>
                  <a:pt x="63" y="36"/>
                </a:cubicBezTo>
                <a:close/>
                <a:moveTo>
                  <a:pt x="42" y="156"/>
                </a:moveTo>
                <a:cubicBezTo>
                  <a:pt x="99" y="99"/>
                  <a:pt x="99" y="99"/>
                  <a:pt x="99" y="99"/>
                </a:cubicBezTo>
                <a:cubicBezTo>
                  <a:pt x="135" y="135"/>
                  <a:pt x="135" y="135"/>
                  <a:pt x="135" y="135"/>
                </a:cubicBezTo>
                <a:cubicBezTo>
                  <a:pt x="172" y="62"/>
                  <a:pt x="172" y="62"/>
                  <a:pt x="172" y="62"/>
                </a:cubicBezTo>
                <a:cubicBezTo>
                  <a:pt x="198" y="114"/>
                  <a:pt x="198" y="114"/>
                  <a:pt x="198" y="114"/>
                </a:cubicBezTo>
                <a:cubicBezTo>
                  <a:pt x="198" y="156"/>
                  <a:pt x="198" y="156"/>
                  <a:pt x="198" y="156"/>
                </a:cubicBezTo>
                <a:lnTo>
                  <a:pt x="42" y="156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5" name="Freeform 17"/>
          <p:cNvSpPr>
            <a:spLocks noEditPoints="1"/>
          </p:cNvSpPr>
          <p:nvPr/>
        </p:nvSpPr>
        <p:spPr bwMode="auto">
          <a:xfrm>
            <a:off x="6264365" y="1714309"/>
            <a:ext cx="275809" cy="297527"/>
          </a:xfrm>
          <a:custGeom>
            <a:avLst/>
            <a:gdLst>
              <a:gd name="T0" fmla="*/ 0 w 127"/>
              <a:gd name="T1" fmla="*/ 82 h 137"/>
              <a:gd name="T2" fmla="*/ 24 w 127"/>
              <a:gd name="T3" fmla="*/ 82 h 137"/>
              <a:gd name="T4" fmla="*/ 24 w 127"/>
              <a:gd name="T5" fmla="*/ 137 h 137"/>
              <a:gd name="T6" fmla="*/ 0 w 127"/>
              <a:gd name="T7" fmla="*/ 137 h 137"/>
              <a:gd name="T8" fmla="*/ 0 w 127"/>
              <a:gd name="T9" fmla="*/ 82 h 137"/>
              <a:gd name="T10" fmla="*/ 34 w 127"/>
              <a:gd name="T11" fmla="*/ 137 h 137"/>
              <a:gd name="T12" fmla="*/ 34 w 127"/>
              <a:gd name="T13" fmla="*/ 34 h 137"/>
              <a:gd name="T14" fmla="*/ 59 w 127"/>
              <a:gd name="T15" fmla="*/ 34 h 137"/>
              <a:gd name="T16" fmla="*/ 59 w 127"/>
              <a:gd name="T17" fmla="*/ 137 h 137"/>
              <a:gd name="T18" fmla="*/ 34 w 127"/>
              <a:gd name="T19" fmla="*/ 137 h 137"/>
              <a:gd name="T20" fmla="*/ 69 w 127"/>
              <a:gd name="T21" fmla="*/ 137 h 137"/>
              <a:gd name="T22" fmla="*/ 69 w 127"/>
              <a:gd name="T23" fmla="*/ 0 h 137"/>
              <a:gd name="T24" fmla="*/ 92 w 127"/>
              <a:gd name="T25" fmla="*/ 0 h 137"/>
              <a:gd name="T26" fmla="*/ 92 w 127"/>
              <a:gd name="T27" fmla="*/ 137 h 137"/>
              <a:gd name="T28" fmla="*/ 69 w 127"/>
              <a:gd name="T29" fmla="*/ 137 h 137"/>
              <a:gd name="T30" fmla="*/ 103 w 127"/>
              <a:gd name="T31" fmla="*/ 137 h 137"/>
              <a:gd name="T32" fmla="*/ 103 w 127"/>
              <a:gd name="T33" fmla="*/ 54 h 137"/>
              <a:gd name="T34" fmla="*/ 127 w 127"/>
              <a:gd name="T35" fmla="*/ 54 h 137"/>
              <a:gd name="T36" fmla="*/ 127 w 127"/>
              <a:gd name="T37" fmla="*/ 137 h 137"/>
              <a:gd name="T38" fmla="*/ 103 w 127"/>
              <a:gd name="T39" fmla="*/ 137 h 1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127" h="137">
                <a:moveTo>
                  <a:pt x="0" y="82"/>
                </a:moveTo>
                <a:lnTo>
                  <a:pt x="24" y="82"/>
                </a:lnTo>
                <a:lnTo>
                  <a:pt x="24" y="137"/>
                </a:lnTo>
                <a:lnTo>
                  <a:pt x="0" y="137"/>
                </a:lnTo>
                <a:lnTo>
                  <a:pt x="0" y="82"/>
                </a:lnTo>
                <a:close/>
                <a:moveTo>
                  <a:pt x="34" y="137"/>
                </a:moveTo>
                <a:lnTo>
                  <a:pt x="34" y="34"/>
                </a:lnTo>
                <a:lnTo>
                  <a:pt x="59" y="34"/>
                </a:lnTo>
                <a:lnTo>
                  <a:pt x="59" y="137"/>
                </a:lnTo>
                <a:lnTo>
                  <a:pt x="34" y="137"/>
                </a:lnTo>
                <a:close/>
                <a:moveTo>
                  <a:pt x="69" y="137"/>
                </a:moveTo>
                <a:lnTo>
                  <a:pt x="69" y="0"/>
                </a:lnTo>
                <a:lnTo>
                  <a:pt x="92" y="0"/>
                </a:lnTo>
                <a:lnTo>
                  <a:pt x="92" y="137"/>
                </a:lnTo>
                <a:lnTo>
                  <a:pt x="69" y="137"/>
                </a:lnTo>
                <a:close/>
                <a:moveTo>
                  <a:pt x="103" y="137"/>
                </a:moveTo>
                <a:lnTo>
                  <a:pt x="103" y="54"/>
                </a:lnTo>
                <a:lnTo>
                  <a:pt x="127" y="54"/>
                </a:lnTo>
                <a:lnTo>
                  <a:pt x="127" y="137"/>
                </a:lnTo>
                <a:lnTo>
                  <a:pt x="103" y="137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6" name="Freeform 18"/>
          <p:cNvSpPr>
            <a:spLocks noEditPoints="1"/>
          </p:cNvSpPr>
          <p:nvPr/>
        </p:nvSpPr>
        <p:spPr bwMode="auto">
          <a:xfrm>
            <a:off x="6690020" y="1705622"/>
            <a:ext cx="327931" cy="306213"/>
          </a:xfrm>
          <a:custGeom>
            <a:avLst/>
            <a:gdLst>
              <a:gd name="T0" fmla="*/ 104 w 229"/>
              <a:gd name="T1" fmla="*/ 109 h 213"/>
              <a:gd name="T2" fmla="*/ 178 w 229"/>
              <a:gd name="T3" fmla="*/ 182 h 213"/>
              <a:gd name="T4" fmla="*/ 162 w 229"/>
              <a:gd name="T5" fmla="*/ 195 h 213"/>
              <a:gd name="T6" fmla="*/ 144 w 229"/>
              <a:gd name="T7" fmla="*/ 205 h 213"/>
              <a:gd name="T8" fmla="*/ 125 w 229"/>
              <a:gd name="T9" fmla="*/ 211 h 213"/>
              <a:gd name="T10" fmla="*/ 104 w 229"/>
              <a:gd name="T11" fmla="*/ 213 h 213"/>
              <a:gd name="T12" fmla="*/ 71 w 229"/>
              <a:gd name="T13" fmla="*/ 207 h 213"/>
              <a:gd name="T14" fmla="*/ 43 w 229"/>
              <a:gd name="T15" fmla="*/ 193 h 213"/>
              <a:gd name="T16" fmla="*/ 25 w 229"/>
              <a:gd name="T17" fmla="*/ 176 h 213"/>
              <a:gd name="T18" fmla="*/ 12 w 229"/>
              <a:gd name="T19" fmla="*/ 156 h 213"/>
              <a:gd name="T20" fmla="*/ 3 w 229"/>
              <a:gd name="T21" fmla="*/ 133 h 213"/>
              <a:gd name="T22" fmla="*/ 0 w 229"/>
              <a:gd name="T23" fmla="*/ 109 h 213"/>
              <a:gd name="T24" fmla="*/ 5 w 229"/>
              <a:gd name="T25" fmla="*/ 76 h 213"/>
              <a:gd name="T26" fmla="*/ 20 w 229"/>
              <a:gd name="T27" fmla="*/ 47 h 213"/>
              <a:gd name="T28" fmla="*/ 36 w 229"/>
              <a:gd name="T29" fmla="*/ 30 h 213"/>
              <a:gd name="T30" fmla="*/ 56 w 229"/>
              <a:gd name="T31" fmla="*/ 16 h 213"/>
              <a:gd name="T32" fmla="*/ 79 w 229"/>
              <a:gd name="T33" fmla="*/ 7 h 213"/>
              <a:gd name="T34" fmla="*/ 104 w 229"/>
              <a:gd name="T35" fmla="*/ 5 h 213"/>
              <a:gd name="T36" fmla="*/ 104 w 229"/>
              <a:gd name="T37" fmla="*/ 109 h 213"/>
              <a:gd name="T38" fmla="*/ 109 w 229"/>
              <a:gd name="T39" fmla="*/ 103 h 213"/>
              <a:gd name="T40" fmla="*/ 109 w 229"/>
              <a:gd name="T41" fmla="*/ 0 h 213"/>
              <a:gd name="T42" fmla="*/ 149 w 229"/>
              <a:gd name="T43" fmla="*/ 8 h 213"/>
              <a:gd name="T44" fmla="*/ 183 w 229"/>
              <a:gd name="T45" fmla="*/ 30 h 213"/>
              <a:gd name="T46" fmla="*/ 205 w 229"/>
              <a:gd name="T47" fmla="*/ 63 h 213"/>
              <a:gd name="T48" fmla="*/ 213 w 229"/>
              <a:gd name="T49" fmla="*/ 103 h 213"/>
              <a:gd name="T50" fmla="*/ 109 w 229"/>
              <a:gd name="T51" fmla="*/ 103 h 213"/>
              <a:gd name="T52" fmla="*/ 125 w 229"/>
              <a:gd name="T53" fmla="*/ 114 h 213"/>
              <a:gd name="T54" fmla="*/ 229 w 229"/>
              <a:gd name="T55" fmla="*/ 114 h 213"/>
              <a:gd name="T56" fmla="*/ 227 w 229"/>
              <a:gd name="T57" fmla="*/ 135 h 213"/>
              <a:gd name="T58" fmla="*/ 221 w 229"/>
              <a:gd name="T59" fmla="*/ 154 h 213"/>
              <a:gd name="T60" fmla="*/ 211 w 229"/>
              <a:gd name="T61" fmla="*/ 172 h 213"/>
              <a:gd name="T62" fmla="*/ 198 w 229"/>
              <a:gd name="T63" fmla="*/ 187 h 213"/>
              <a:gd name="T64" fmla="*/ 125 w 229"/>
              <a:gd name="T65" fmla="*/ 114 h 2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229" h="213">
                <a:moveTo>
                  <a:pt x="104" y="109"/>
                </a:moveTo>
                <a:cubicBezTo>
                  <a:pt x="178" y="182"/>
                  <a:pt x="178" y="182"/>
                  <a:pt x="178" y="182"/>
                </a:cubicBezTo>
                <a:cubicBezTo>
                  <a:pt x="173" y="187"/>
                  <a:pt x="168" y="191"/>
                  <a:pt x="162" y="195"/>
                </a:cubicBezTo>
                <a:cubicBezTo>
                  <a:pt x="156" y="199"/>
                  <a:pt x="151" y="202"/>
                  <a:pt x="144" y="205"/>
                </a:cubicBezTo>
                <a:cubicBezTo>
                  <a:pt x="138" y="207"/>
                  <a:pt x="132" y="209"/>
                  <a:pt x="125" y="211"/>
                </a:cubicBezTo>
                <a:cubicBezTo>
                  <a:pt x="118" y="212"/>
                  <a:pt x="111" y="213"/>
                  <a:pt x="104" y="213"/>
                </a:cubicBezTo>
                <a:cubicBezTo>
                  <a:pt x="93" y="213"/>
                  <a:pt x="82" y="211"/>
                  <a:pt x="71" y="207"/>
                </a:cubicBezTo>
                <a:cubicBezTo>
                  <a:pt x="61" y="204"/>
                  <a:pt x="51" y="199"/>
                  <a:pt x="43" y="193"/>
                </a:cubicBezTo>
                <a:cubicBezTo>
                  <a:pt x="36" y="188"/>
                  <a:pt x="30" y="182"/>
                  <a:pt x="25" y="176"/>
                </a:cubicBezTo>
                <a:cubicBezTo>
                  <a:pt x="20" y="170"/>
                  <a:pt x="15" y="164"/>
                  <a:pt x="12" y="156"/>
                </a:cubicBezTo>
                <a:cubicBezTo>
                  <a:pt x="8" y="149"/>
                  <a:pt x="5" y="142"/>
                  <a:pt x="3" y="133"/>
                </a:cubicBezTo>
                <a:cubicBezTo>
                  <a:pt x="1" y="125"/>
                  <a:pt x="0" y="117"/>
                  <a:pt x="0" y="109"/>
                </a:cubicBezTo>
                <a:cubicBezTo>
                  <a:pt x="0" y="97"/>
                  <a:pt x="2" y="86"/>
                  <a:pt x="5" y="76"/>
                </a:cubicBezTo>
                <a:cubicBezTo>
                  <a:pt x="9" y="65"/>
                  <a:pt x="14" y="56"/>
                  <a:pt x="20" y="47"/>
                </a:cubicBezTo>
                <a:cubicBezTo>
                  <a:pt x="25" y="41"/>
                  <a:pt x="30" y="35"/>
                  <a:pt x="36" y="30"/>
                </a:cubicBezTo>
                <a:cubicBezTo>
                  <a:pt x="42" y="24"/>
                  <a:pt x="49" y="20"/>
                  <a:pt x="56" y="16"/>
                </a:cubicBezTo>
                <a:cubicBezTo>
                  <a:pt x="63" y="12"/>
                  <a:pt x="71" y="9"/>
                  <a:pt x="79" y="7"/>
                </a:cubicBezTo>
                <a:cubicBezTo>
                  <a:pt x="87" y="5"/>
                  <a:pt x="96" y="4"/>
                  <a:pt x="104" y="5"/>
                </a:cubicBezTo>
                <a:lnTo>
                  <a:pt x="104" y="109"/>
                </a:lnTo>
                <a:close/>
                <a:moveTo>
                  <a:pt x="109" y="103"/>
                </a:moveTo>
                <a:cubicBezTo>
                  <a:pt x="109" y="0"/>
                  <a:pt x="109" y="0"/>
                  <a:pt x="109" y="0"/>
                </a:cubicBezTo>
                <a:cubicBezTo>
                  <a:pt x="123" y="0"/>
                  <a:pt x="137" y="2"/>
                  <a:pt x="149" y="8"/>
                </a:cubicBezTo>
                <a:cubicBezTo>
                  <a:pt x="162" y="13"/>
                  <a:pt x="174" y="21"/>
                  <a:pt x="183" y="30"/>
                </a:cubicBezTo>
                <a:cubicBezTo>
                  <a:pt x="192" y="39"/>
                  <a:pt x="199" y="50"/>
                  <a:pt x="205" y="63"/>
                </a:cubicBezTo>
                <a:cubicBezTo>
                  <a:pt x="210" y="76"/>
                  <a:pt x="213" y="89"/>
                  <a:pt x="213" y="103"/>
                </a:cubicBezTo>
                <a:lnTo>
                  <a:pt x="109" y="103"/>
                </a:lnTo>
                <a:close/>
                <a:moveTo>
                  <a:pt x="125" y="114"/>
                </a:moveTo>
                <a:cubicBezTo>
                  <a:pt x="229" y="114"/>
                  <a:pt x="229" y="114"/>
                  <a:pt x="229" y="114"/>
                </a:cubicBezTo>
                <a:cubicBezTo>
                  <a:pt x="229" y="121"/>
                  <a:pt x="228" y="128"/>
                  <a:pt x="227" y="135"/>
                </a:cubicBezTo>
                <a:cubicBezTo>
                  <a:pt x="225" y="141"/>
                  <a:pt x="223" y="148"/>
                  <a:pt x="221" y="154"/>
                </a:cubicBezTo>
                <a:cubicBezTo>
                  <a:pt x="218" y="160"/>
                  <a:pt x="215" y="166"/>
                  <a:pt x="211" y="172"/>
                </a:cubicBezTo>
                <a:cubicBezTo>
                  <a:pt x="208" y="177"/>
                  <a:pt x="203" y="182"/>
                  <a:pt x="198" y="187"/>
                </a:cubicBezTo>
                <a:lnTo>
                  <a:pt x="125" y="114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7" name="Freeform 19"/>
          <p:cNvSpPr>
            <a:spLocks noEditPoints="1"/>
          </p:cNvSpPr>
          <p:nvPr/>
        </p:nvSpPr>
        <p:spPr bwMode="auto">
          <a:xfrm>
            <a:off x="7215577" y="1714309"/>
            <a:ext cx="299697" cy="297527"/>
          </a:xfrm>
          <a:custGeom>
            <a:avLst/>
            <a:gdLst>
              <a:gd name="T0" fmla="*/ 29 w 209"/>
              <a:gd name="T1" fmla="*/ 21 h 208"/>
              <a:gd name="T2" fmla="*/ 29 w 209"/>
              <a:gd name="T3" fmla="*/ 106 h 208"/>
              <a:gd name="T4" fmla="*/ 29 w 209"/>
              <a:gd name="T5" fmla="*/ 148 h 208"/>
              <a:gd name="T6" fmla="*/ 104 w 209"/>
              <a:gd name="T7" fmla="*/ 85 h 208"/>
              <a:gd name="T8" fmla="*/ 200 w 209"/>
              <a:gd name="T9" fmla="*/ 36 h 208"/>
              <a:gd name="T10" fmla="*/ 102 w 209"/>
              <a:gd name="T11" fmla="*/ 106 h 208"/>
              <a:gd name="T12" fmla="*/ 40 w 209"/>
              <a:gd name="T13" fmla="*/ 21 h 208"/>
              <a:gd name="T14" fmla="*/ 40 w 209"/>
              <a:gd name="T15" fmla="*/ 106 h 208"/>
              <a:gd name="T16" fmla="*/ 40 w 209"/>
              <a:gd name="T17" fmla="*/ 148 h 208"/>
              <a:gd name="T18" fmla="*/ 53 w 209"/>
              <a:gd name="T19" fmla="*/ 65 h 208"/>
              <a:gd name="T20" fmla="*/ 53 w 209"/>
              <a:gd name="T21" fmla="*/ 145 h 208"/>
              <a:gd name="T22" fmla="*/ 60 w 209"/>
              <a:gd name="T23" fmla="*/ 21 h 208"/>
              <a:gd name="T24" fmla="*/ 60 w 209"/>
              <a:gd name="T25" fmla="*/ 44 h 208"/>
              <a:gd name="T26" fmla="*/ 60 w 209"/>
              <a:gd name="T27" fmla="*/ 54 h 208"/>
              <a:gd name="T28" fmla="*/ 63 w 209"/>
              <a:gd name="T29" fmla="*/ 75 h 208"/>
              <a:gd name="T30" fmla="*/ 63 w 209"/>
              <a:gd name="T31" fmla="*/ 93 h 208"/>
              <a:gd name="T32" fmla="*/ 60 w 209"/>
              <a:gd name="T33" fmla="*/ 135 h 208"/>
              <a:gd name="T34" fmla="*/ 60 w 209"/>
              <a:gd name="T35" fmla="*/ 158 h 208"/>
              <a:gd name="T36" fmla="*/ 60 w 209"/>
              <a:gd name="T37" fmla="*/ 166 h 208"/>
              <a:gd name="T38" fmla="*/ 73 w 209"/>
              <a:gd name="T39" fmla="*/ 23 h 208"/>
              <a:gd name="T40" fmla="*/ 73 w 209"/>
              <a:gd name="T41" fmla="*/ 145 h 208"/>
              <a:gd name="T42" fmla="*/ 81 w 209"/>
              <a:gd name="T43" fmla="*/ 62 h 208"/>
              <a:gd name="T44" fmla="*/ 81 w 209"/>
              <a:gd name="T45" fmla="*/ 148 h 208"/>
              <a:gd name="T46" fmla="*/ 92 w 209"/>
              <a:gd name="T47" fmla="*/ 23 h 208"/>
              <a:gd name="T48" fmla="*/ 94 w 209"/>
              <a:gd name="T49" fmla="*/ 106 h 208"/>
              <a:gd name="T50" fmla="*/ 104 w 209"/>
              <a:gd name="T51" fmla="*/ 10 h 208"/>
              <a:gd name="T52" fmla="*/ 102 w 209"/>
              <a:gd name="T53" fmla="*/ 31 h 208"/>
              <a:gd name="T54" fmla="*/ 102 w 209"/>
              <a:gd name="T55" fmla="*/ 54 h 208"/>
              <a:gd name="T56" fmla="*/ 102 w 209"/>
              <a:gd name="T57" fmla="*/ 65 h 208"/>
              <a:gd name="T58" fmla="*/ 104 w 209"/>
              <a:gd name="T59" fmla="*/ 117 h 208"/>
              <a:gd name="T60" fmla="*/ 104 w 209"/>
              <a:gd name="T61" fmla="*/ 135 h 208"/>
              <a:gd name="T62" fmla="*/ 102 w 209"/>
              <a:gd name="T63" fmla="*/ 156 h 208"/>
              <a:gd name="T64" fmla="*/ 102 w 209"/>
              <a:gd name="T65" fmla="*/ 176 h 208"/>
              <a:gd name="T66" fmla="*/ 112 w 209"/>
              <a:gd name="T67" fmla="*/ 23 h 208"/>
              <a:gd name="T68" fmla="*/ 115 w 209"/>
              <a:gd name="T69" fmla="*/ 148 h 208"/>
              <a:gd name="T70" fmla="*/ 125 w 209"/>
              <a:gd name="T71" fmla="*/ 62 h 208"/>
              <a:gd name="T72" fmla="*/ 133 w 209"/>
              <a:gd name="T73" fmla="*/ 21 h 208"/>
              <a:gd name="T74" fmla="*/ 133 w 209"/>
              <a:gd name="T75" fmla="*/ 148 h 208"/>
              <a:gd name="T76" fmla="*/ 143 w 209"/>
              <a:gd name="T77" fmla="*/ 13 h 208"/>
              <a:gd name="T78" fmla="*/ 146 w 209"/>
              <a:gd name="T79" fmla="*/ 34 h 208"/>
              <a:gd name="T80" fmla="*/ 146 w 209"/>
              <a:gd name="T81" fmla="*/ 52 h 208"/>
              <a:gd name="T82" fmla="*/ 143 w 209"/>
              <a:gd name="T83" fmla="*/ 72 h 208"/>
              <a:gd name="T84" fmla="*/ 143 w 209"/>
              <a:gd name="T85" fmla="*/ 117 h 208"/>
              <a:gd name="T86" fmla="*/ 143 w 209"/>
              <a:gd name="T87" fmla="*/ 127 h 208"/>
              <a:gd name="T88" fmla="*/ 146 w 209"/>
              <a:gd name="T89" fmla="*/ 148 h 208"/>
              <a:gd name="T90" fmla="*/ 146 w 209"/>
              <a:gd name="T91" fmla="*/ 169 h 208"/>
              <a:gd name="T92" fmla="*/ 154 w 209"/>
              <a:gd name="T93" fmla="*/ 21 h 208"/>
              <a:gd name="T94" fmla="*/ 154 w 209"/>
              <a:gd name="T95" fmla="*/ 106 h 208"/>
              <a:gd name="T96" fmla="*/ 154 w 209"/>
              <a:gd name="T97" fmla="*/ 148 h 208"/>
              <a:gd name="T98" fmla="*/ 167 w 209"/>
              <a:gd name="T99" fmla="*/ 65 h 208"/>
              <a:gd name="T100" fmla="*/ 167 w 209"/>
              <a:gd name="T101" fmla="*/ 145 h 208"/>
              <a:gd name="T102" fmla="*/ 175 w 209"/>
              <a:gd name="T103" fmla="*/ 104 h 208"/>
              <a:gd name="T104" fmla="*/ 185 w 209"/>
              <a:gd name="T105" fmla="*/ 13 h 208"/>
              <a:gd name="T106" fmla="*/ 185 w 209"/>
              <a:gd name="T107" fmla="*/ 23 h 208"/>
              <a:gd name="T108" fmla="*/ 188 w 209"/>
              <a:gd name="T109" fmla="*/ 44 h 208"/>
              <a:gd name="T110" fmla="*/ 188 w 209"/>
              <a:gd name="T111" fmla="*/ 83 h 208"/>
              <a:gd name="T112" fmla="*/ 185 w 209"/>
              <a:gd name="T113" fmla="*/ 104 h 208"/>
              <a:gd name="T114" fmla="*/ 185 w 209"/>
              <a:gd name="T115" fmla="*/ 127 h 208"/>
              <a:gd name="T116" fmla="*/ 185 w 209"/>
              <a:gd name="T117" fmla="*/ 137 h 208"/>
              <a:gd name="T118" fmla="*/ 188 w 209"/>
              <a:gd name="T119" fmla="*/ 158 h 208"/>
              <a:gd name="T120" fmla="*/ 188 w 209"/>
              <a:gd name="T121" fmla="*/ 179 h 208"/>
              <a:gd name="T122" fmla="*/ 196 w 209"/>
              <a:gd name="T123" fmla="*/ 62 h 208"/>
              <a:gd name="T124" fmla="*/ 196 w 209"/>
              <a:gd name="T125" fmla="*/ 148 h 2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09" h="208">
                <a:moveTo>
                  <a:pt x="0" y="208"/>
                </a:moveTo>
                <a:cubicBezTo>
                  <a:pt x="0" y="0"/>
                  <a:pt x="0" y="0"/>
                  <a:pt x="0" y="0"/>
                </a:cubicBezTo>
                <a:cubicBezTo>
                  <a:pt x="21" y="0"/>
                  <a:pt x="21" y="0"/>
                  <a:pt x="21" y="0"/>
                </a:cubicBezTo>
                <a:cubicBezTo>
                  <a:pt x="21" y="187"/>
                  <a:pt x="21" y="187"/>
                  <a:pt x="21" y="187"/>
                </a:cubicBezTo>
                <a:cubicBezTo>
                  <a:pt x="209" y="187"/>
                  <a:pt x="209" y="187"/>
                  <a:pt x="209" y="187"/>
                </a:cubicBezTo>
                <a:cubicBezTo>
                  <a:pt x="209" y="208"/>
                  <a:pt x="209" y="208"/>
                  <a:pt x="209" y="208"/>
                </a:cubicBezTo>
                <a:lnTo>
                  <a:pt x="0" y="208"/>
                </a:lnTo>
                <a:close/>
                <a:moveTo>
                  <a:pt x="29" y="23"/>
                </a:moveTo>
                <a:cubicBezTo>
                  <a:pt x="29" y="21"/>
                  <a:pt x="29" y="21"/>
                  <a:pt x="29" y="21"/>
                </a:cubicBezTo>
                <a:cubicBezTo>
                  <a:pt x="32" y="21"/>
                  <a:pt x="32" y="21"/>
                  <a:pt x="32" y="21"/>
                </a:cubicBezTo>
                <a:cubicBezTo>
                  <a:pt x="32" y="23"/>
                  <a:pt x="32" y="23"/>
                  <a:pt x="32" y="23"/>
                </a:cubicBezTo>
                <a:lnTo>
                  <a:pt x="29" y="23"/>
                </a:lnTo>
                <a:close/>
                <a:moveTo>
                  <a:pt x="29" y="65"/>
                </a:moveTo>
                <a:cubicBezTo>
                  <a:pt x="29" y="62"/>
                  <a:pt x="29" y="62"/>
                  <a:pt x="29" y="62"/>
                </a:cubicBezTo>
                <a:cubicBezTo>
                  <a:pt x="32" y="62"/>
                  <a:pt x="32" y="62"/>
                  <a:pt x="32" y="62"/>
                </a:cubicBezTo>
                <a:cubicBezTo>
                  <a:pt x="32" y="65"/>
                  <a:pt x="32" y="65"/>
                  <a:pt x="32" y="65"/>
                </a:cubicBezTo>
                <a:lnTo>
                  <a:pt x="29" y="65"/>
                </a:lnTo>
                <a:close/>
                <a:moveTo>
                  <a:pt x="29" y="106"/>
                </a:moveTo>
                <a:cubicBezTo>
                  <a:pt x="29" y="104"/>
                  <a:pt x="29" y="104"/>
                  <a:pt x="29" y="104"/>
                </a:cubicBezTo>
                <a:cubicBezTo>
                  <a:pt x="32" y="104"/>
                  <a:pt x="32" y="104"/>
                  <a:pt x="32" y="104"/>
                </a:cubicBezTo>
                <a:cubicBezTo>
                  <a:pt x="32" y="106"/>
                  <a:pt x="32" y="106"/>
                  <a:pt x="32" y="106"/>
                </a:cubicBezTo>
                <a:lnTo>
                  <a:pt x="29" y="106"/>
                </a:lnTo>
                <a:close/>
                <a:moveTo>
                  <a:pt x="29" y="148"/>
                </a:moveTo>
                <a:cubicBezTo>
                  <a:pt x="29" y="145"/>
                  <a:pt x="29" y="145"/>
                  <a:pt x="29" y="145"/>
                </a:cubicBezTo>
                <a:cubicBezTo>
                  <a:pt x="32" y="145"/>
                  <a:pt x="32" y="145"/>
                  <a:pt x="32" y="145"/>
                </a:cubicBezTo>
                <a:cubicBezTo>
                  <a:pt x="32" y="148"/>
                  <a:pt x="32" y="148"/>
                  <a:pt x="32" y="148"/>
                </a:cubicBezTo>
                <a:lnTo>
                  <a:pt x="29" y="148"/>
                </a:lnTo>
                <a:close/>
                <a:moveTo>
                  <a:pt x="32" y="133"/>
                </a:moveTo>
                <a:cubicBezTo>
                  <a:pt x="32" y="130"/>
                  <a:pt x="33" y="128"/>
                  <a:pt x="35" y="127"/>
                </a:cubicBezTo>
                <a:cubicBezTo>
                  <a:pt x="83" y="79"/>
                  <a:pt x="83" y="79"/>
                  <a:pt x="83" y="79"/>
                </a:cubicBezTo>
                <a:cubicBezTo>
                  <a:pt x="84" y="77"/>
                  <a:pt x="86" y="75"/>
                  <a:pt x="89" y="75"/>
                </a:cubicBezTo>
                <a:cubicBezTo>
                  <a:pt x="92" y="75"/>
                  <a:pt x="93" y="76"/>
                  <a:pt x="95" y="78"/>
                </a:cubicBezTo>
                <a:cubicBezTo>
                  <a:pt x="102" y="85"/>
                  <a:pt x="102" y="85"/>
                  <a:pt x="102" y="85"/>
                </a:cubicBezTo>
                <a:cubicBezTo>
                  <a:pt x="102" y="83"/>
                  <a:pt x="102" y="83"/>
                  <a:pt x="102" y="83"/>
                </a:cubicBezTo>
                <a:cubicBezTo>
                  <a:pt x="104" y="83"/>
                  <a:pt x="104" y="83"/>
                  <a:pt x="104" y="83"/>
                </a:cubicBezTo>
                <a:cubicBezTo>
                  <a:pt x="104" y="85"/>
                  <a:pt x="104" y="85"/>
                  <a:pt x="104" y="85"/>
                </a:cubicBezTo>
                <a:cubicBezTo>
                  <a:pt x="102" y="85"/>
                  <a:pt x="102" y="85"/>
                  <a:pt x="102" y="85"/>
                </a:cubicBezTo>
                <a:cubicBezTo>
                  <a:pt x="123" y="106"/>
                  <a:pt x="123" y="106"/>
                  <a:pt x="123" y="106"/>
                </a:cubicBezTo>
                <a:cubicBezTo>
                  <a:pt x="123" y="104"/>
                  <a:pt x="123" y="104"/>
                  <a:pt x="123" y="104"/>
                </a:cubicBezTo>
                <a:cubicBezTo>
                  <a:pt x="125" y="104"/>
                  <a:pt x="125" y="104"/>
                  <a:pt x="125" y="104"/>
                </a:cubicBezTo>
                <a:cubicBezTo>
                  <a:pt x="125" y="106"/>
                  <a:pt x="125" y="106"/>
                  <a:pt x="125" y="106"/>
                </a:cubicBezTo>
                <a:cubicBezTo>
                  <a:pt x="123" y="106"/>
                  <a:pt x="123" y="106"/>
                  <a:pt x="123" y="106"/>
                </a:cubicBezTo>
                <a:cubicBezTo>
                  <a:pt x="125" y="109"/>
                  <a:pt x="125" y="109"/>
                  <a:pt x="125" y="109"/>
                </a:cubicBezTo>
                <a:cubicBezTo>
                  <a:pt x="196" y="38"/>
                  <a:pt x="196" y="38"/>
                  <a:pt x="196" y="38"/>
                </a:cubicBezTo>
                <a:cubicBezTo>
                  <a:pt x="197" y="37"/>
                  <a:pt x="199" y="36"/>
                  <a:pt x="200" y="36"/>
                </a:cubicBezTo>
                <a:cubicBezTo>
                  <a:pt x="201" y="36"/>
                  <a:pt x="203" y="36"/>
                  <a:pt x="204" y="36"/>
                </a:cubicBezTo>
                <a:cubicBezTo>
                  <a:pt x="205" y="37"/>
                  <a:pt x="206" y="38"/>
                  <a:pt x="207" y="39"/>
                </a:cubicBezTo>
                <a:cubicBezTo>
                  <a:pt x="208" y="40"/>
                  <a:pt x="209" y="41"/>
                  <a:pt x="209" y="43"/>
                </a:cubicBezTo>
                <a:cubicBezTo>
                  <a:pt x="209" y="45"/>
                  <a:pt x="208" y="47"/>
                  <a:pt x="206" y="48"/>
                </a:cubicBezTo>
                <a:cubicBezTo>
                  <a:pt x="130" y="124"/>
                  <a:pt x="130" y="124"/>
                  <a:pt x="130" y="124"/>
                </a:cubicBezTo>
                <a:cubicBezTo>
                  <a:pt x="129" y="126"/>
                  <a:pt x="127" y="126"/>
                  <a:pt x="125" y="126"/>
                </a:cubicBezTo>
                <a:cubicBezTo>
                  <a:pt x="123" y="126"/>
                  <a:pt x="121" y="125"/>
                  <a:pt x="120" y="124"/>
                </a:cubicBezTo>
                <a:cubicBezTo>
                  <a:pt x="102" y="106"/>
                  <a:pt x="102" y="106"/>
                  <a:pt x="102" y="106"/>
                </a:cubicBezTo>
                <a:cubicBezTo>
                  <a:pt x="102" y="106"/>
                  <a:pt x="102" y="106"/>
                  <a:pt x="102" y="106"/>
                </a:cubicBezTo>
                <a:cubicBezTo>
                  <a:pt x="102" y="106"/>
                  <a:pt x="102" y="106"/>
                  <a:pt x="102" y="106"/>
                </a:cubicBezTo>
                <a:cubicBezTo>
                  <a:pt x="89" y="93"/>
                  <a:pt x="89" y="93"/>
                  <a:pt x="89" y="93"/>
                </a:cubicBezTo>
                <a:cubicBezTo>
                  <a:pt x="44" y="138"/>
                  <a:pt x="44" y="138"/>
                  <a:pt x="44" y="138"/>
                </a:cubicBezTo>
                <a:cubicBezTo>
                  <a:pt x="43" y="139"/>
                  <a:pt x="42" y="139"/>
                  <a:pt x="42" y="140"/>
                </a:cubicBezTo>
                <a:cubicBezTo>
                  <a:pt x="41" y="140"/>
                  <a:pt x="40" y="140"/>
                  <a:pt x="39" y="140"/>
                </a:cubicBezTo>
                <a:cubicBezTo>
                  <a:pt x="37" y="140"/>
                  <a:pt x="35" y="139"/>
                  <a:pt x="34" y="138"/>
                </a:cubicBezTo>
                <a:cubicBezTo>
                  <a:pt x="32" y="137"/>
                  <a:pt x="32" y="135"/>
                  <a:pt x="32" y="133"/>
                </a:cubicBezTo>
                <a:close/>
                <a:moveTo>
                  <a:pt x="40" y="23"/>
                </a:moveTo>
                <a:cubicBezTo>
                  <a:pt x="40" y="21"/>
                  <a:pt x="40" y="21"/>
                  <a:pt x="40" y="21"/>
                </a:cubicBezTo>
                <a:cubicBezTo>
                  <a:pt x="42" y="21"/>
                  <a:pt x="42" y="21"/>
                  <a:pt x="42" y="21"/>
                </a:cubicBezTo>
                <a:cubicBezTo>
                  <a:pt x="42" y="23"/>
                  <a:pt x="42" y="23"/>
                  <a:pt x="42" y="23"/>
                </a:cubicBezTo>
                <a:lnTo>
                  <a:pt x="40" y="23"/>
                </a:lnTo>
                <a:close/>
                <a:moveTo>
                  <a:pt x="40" y="65"/>
                </a:moveTo>
                <a:cubicBezTo>
                  <a:pt x="40" y="62"/>
                  <a:pt x="40" y="62"/>
                  <a:pt x="40" y="62"/>
                </a:cubicBezTo>
                <a:cubicBezTo>
                  <a:pt x="42" y="62"/>
                  <a:pt x="42" y="62"/>
                  <a:pt x="42" y="62"/>
                </a:cubicBezTo>
                <a:cubicBezTo>
                  <a:pt x="42" y="65"/>
                  <a:pt x="42" y="65"/>
                  <a:pt x="42" y="65"/>
                </a:cubicBezTo>
                <a:lnTo>
                  <a:pt x="40" y="65"/>
                </a:lnTo>
                <a:close/>
                <a:moveTo>
                  <a:pt x="40" y="106"/>
                </a:moveTo>
                <a:cubicBezTo>
                  <a:pt x="40" y="104"/>
                  <a:pt x="40" y="104"/>
                  <a:pt x="40" y="104"/>
                </a:cubicBezTo>
                <a:cubicBezTo>
                  <a:pt x="42" y="104"/>
                  <a:pt x="42" y="104"/>
                  <a:pt x="42" y="104"/>
                </a:cubicBezTo>
                <a:cubicBezTo>
                  <a:pt x="42" y="106"/>
                  <a:pt x="42" y="106"/>
                  <a:pt x="42" y="106"/>
                </a:cubicBezTo>
                <a:lnTo>
                  <a:pt x="40" y="106"/>
                </a:lnTo>
                <a:close/>
                <a:moveTo>
                  <a:pt x="40" y="148"/>
                </a:moveTo>
                <a:cubicBezTo>
                  <a:pt x="40" y="145"/>
                  <a:pt x="40" y="145"/>
                  <a:pt x="40" y="145"/>
                </a:cubicBezTo>
                <a:cubicBezTo>
                  <a:pt x="42" y="145"/>
                  <a:pt x="42" y="145"/>
                  <a:pt x="42" y="145"/>
                </a:cubicBezTo>
                <a:cubicBezTo>
                  <a:pt x="42" y="148"/>
                  <a:pt x="42" y="148"/>
                  <a:pt x="42" y="148"/>
                </a:cubicBezTo>
                <a:lnTo>
                  <a:pt x="40" y="148"/>
                </a:lnTo>
                <a:close/>
                <a:moveTo>
                  <a:pt x="50" y="23"/>
                </a:moveTo>
                <a:cubicBezTo>
                  <a:pt x="50" y="21"/>
                  <a:pt x="50" y="21"/>
                  <a:pt x="50" y="21"/>
                </a:cubicBezTo>
                <a:cubicBezTo>
                  <a:pt x="53" y="21"/>
                  <a:pt x="53" y="21"/>
                  <a:pt x="53" y="21"/>
                </a:cubicBezTo>
                <a:cubicBezTo>
                  <a:pt x="53" y="23"/>
                  <a:pt x="53" y="23"/>
                  <a:pt x="53" y="23"/>
                </a:cubicBezTo>
                <a:lnTo>
                  <a:pt x="50" y="23"/>
                </a:lnTo>
                <a:close/>
                <a:moveTo>
                  <a:pt x="50" y="65"/>
                </a:moveTo>
                <a:cubicBezTo>
                  <a:pt x="50" y="62"/>
                  <a:pt x="50" y="62"/>
                  <a:pt x="50" y="62"/>
                </a:cubicBezTo>
                <a:cubicBezTo>
                  <a:pt x="53" y="62"/>
                  <a:pt x="53" y="62"/>
                  <a:pt x="53" y="62"/>
                </a:cubicBezTo>
                <a:cubicBezTo>
                  <a:pt x="53" y="65"/>
                  <a:pt x="53" y="65"/>
                  <a:pt x="53" y="65"/>
                </a:cubicBezTo>
                <a:lnTo>
                  <a:pt x="50" y="65"/>
                </a:lnTo>
                <a:close/>
                <a:moveTo>
                  <a:pt x="50" y="106"/>
                </a:moveTo>
                <a:cubicBezTo>
                  <a:pt x="50" y="104"/>
                  <a:pt x="50" y="104"/>
                  <a:pt x="50" y="104"/>
                </a:cubicBezTo>
                <a:cubicBezTo>
                  <a:pt x="53" y="104"/>
                  <a:pt x="53" y="104"/>
                  <a:pt x="53" y="104"/>
                </a:cubicBezTo>
                <a:cubicBezTo>
                  <a:pt x="53" y="106"/>
                  <a:pt x="53" y="106"/>
                  <a:pt x="53" y="106"/>
                </a:cubicBezTo>
                <a:lnTo>
                  <a:pt x="50" y="106"/>
                </a:lnTo>
                <a:close/>
                <a:moveTo>
                  <a:pt x="50" y="148"/>
                </a:moveTo>
                <a:cubicBezTo>
                  <a:pt x="50" y="145"/>
                  <a:pt x="50" y="145"/>
                  <a:pt x="50" y="145"/>
                </a:cubicBezTo>
                <a:cubicBezTo>
                  <a:pt x="53" y="145"/>
                  <a:pt x="53" y="145"/>
                  <a:pt x="53" y="145"/>
                </a:cubicBezTo>
                <a:cubicBezTo>
                  <a:pt x="53" y="148"/>
                  <a:pt x="53" y="148"/>
                  <a:pt x="53" y="148"/>
                </a:cubicBezTo>
                <a:lnTo>
                  <a:pt x="50" y="148"/>
                </a:lnTo>
                <a:close/>
                <a:moveTo>
                  <a:pt x="60" y="13"/>
                </a:moveTo>
                <a:cubicBezTo>
                  <a:pt x="60" y="10"/>
                  <a:pt x="60" y="10"/>
                  <a:pt x="60" y="10"/>
                </a:cubicBezTo>
                <a:cubicBezTo>
                  <a:pt x="63" y="10"/>
                  <a:pt x="63" y="10"/>
                  <a:pt x="63" y="10"/>
                </a:cubicBezTo>
                <a:cubicBezTo>
                  <a:pt x="63" y="13"/>
                  <a:pt x="63" y="13"/>
                  <a:pt x="63" y="13"/>
                </a:cubicBezTo>
                <a:lnTo>
                  <a:pt x="60" y="13"/>
                </a:lnTo>
                <a:close/>
                <a:moveTo>
                  <a:pt x="60" y="23"/>
                </a:moveTo>
                <a:cubicBezTo>
                  <a:pt x="60" y="21"/>
                  <a:pt x="60" y="21"/>
                  <a:pt x="60" y="21"/>
                </a:cubicBezTo>
                <a:cubicBezTo>
                  <a:pt x="63" y="21"/>
                  <a:pt x="63" y="21"/>
                  <a:pt x="63" y="21"/>
                </a:cubicBezTo>
                <a:cubicBezTo>
                  <a:pt x="63" y="23"/>
                  <a:pt x="63" y="23"/>
                  <a:pt x="63" y="23"/>
                </a:cubicBezTo>
                <a:lnTo>
                  <a:pt x="60" y="23"/>
                </a:lnTo>
                <a:close/>
                <a:moveTo>
                  <a:pt x="60" y="34"/>
                </a:moveTo>
                <a:cubicBezTo>
                  <a:pt x="60" y="31"/>
                  <a:pt x="60" y="31"/>
                  <a:pt x="60" y="31"/>
                </a:cubicBezTo>
                <a:cubicBezTo>
                  <a:pt x="63" y="31"/>
                  <a:pt x="63" y="31"/>
                  <a:pt x="63" y="31"/>
                </a:cubicBezTo>
                <a:cubicBezTo>
                  <a:pt x="63" y="34"/>
                  <a:pt x="63" y="34"/>
                  <a:pt x="63" y="34"/>
                </a:cubicBezTo>
                <a:lnTo>
                  <a:pt x="60" y="34"/>
                </a:lnTo>
                <a:close/>
                <a:moveTo>
                  <a:pt x="60" y="44"/>
                </a:moveTo>
                <a:cubicBezTo>
                  <a:pt x="60" y="41"/>
                  <a:pt x="60" y="41"/>
                  <a:pt x="60" y="41"/>
                </a:cubicBezTo>
                <a:cubicBezTo>
                  <a:pt x="63" y="41"/>
                  <a:pt x="63" y="41"/>
                  <a:pt x="63" y="41"/>
                </a:cubicBezTo>
                <a:cubicBezTo>
                  <a:pt x="63" y="44"/>
                  <a:pt x="63" y="44"/>
                  <a:pt x="63" y="44"/>
                </a:cubicBezTo>
                <a:lnTo>
                  <a:pt x="60" y="44"/>
                </a:lnTo>
                <a:close/>
                <a:moveTo>
                  <a:pt x="60" y="54"/>
                </a:moveTo>
                <a:cubicBezTo>
                  <a:pt x="60" y="52"/>
                  <a:pt x="60" y="52"/>
                  <a:pt x="60" y="52"/>
                </a:cubicBezTo>
                <a:cubicBezTo>
                  <a:pt x="63" y="52"/>
                  <a:pt x="63" y="52"/>
                  <a:pt x="63" y="52"/>
                </a:cubicBezTo>
                <a:cubicBezTo>
                  <a:pt x="63" y="54"/>
                  <a:pt x="63" y="54"/>
                  <a:pt x="63" y="54"/>
                </a:cubicBezTo>
                <a:lnTo>
                  <a:pt x="60" y="54"/>
                </a:lnTo>
                <a:close/>
                <a:moveTo>
                  <a:pt x="60" y="65"/>
                </a:moveTo>
                <a:cubicBezTo>
                  <a:pt x="60" y="62"/>
                  <a:pt x="60" y="62"/>
                  <a:pt x="60" y="62"/>
                </a:cubicBezTo>
                <a:cubicBezTo>
                  <a:pt x="63" y="62"/>
                  <a:pt x="63" y="62"/>
                  <a:pt x="63" y="62"/>
                </a:cubicBezTo>
                <a:cubicBezTo>
                  <a:pt x="63" y="65"/>
                  <a:pt x="63" y="65"/>
                  <a:pt x="63" y="65"/>
                </a:cubicBezTo>
                <a:lnTo>
                  <a:pt x="60" y="65"/>
                </a:lnTo>
                <a:close/>
                <a:moveTo>
                  <a:pt x="60" y="75"/>
                </a:moveTo>
                <a:cubicBezTo>
                  <a:pt x="60" y="72"/>
                  <a:pt x="60" y="72"/>
                  <a:pt x="60" y="72"/>
                </a:cubicBezTo>
                <a:cubicBezTo>
                  <a:pt x="63" y="72"/>
                  <a:pt x="63" y="72"/>
                  <a:pt x="63" y="72"/>
                </a:cubicBezTo>
                <a:cubicBezTo>
                  <a:pt x="63" y="75"/>
                  <a:pt x="63" y="75"/>
                  <a:pt x="63" y="75"/>
                </a:cubicBezTo>
                <a:lnTo>
                  <a:pt x="60" y="75"/>
                </a:lnTo>
                <a:close/>
                <a:moveTo>
                  <a:pt x="60" y="85"/>
                </a:moveTo>
                <a:cubicBezTo>
                  <a:pt x="60" y="83"/>
                  <a:pt x="60" y="83"/>
                  <a:pt x="60" y="83"/>
                </a:cubicBezTo>
                <a:cubicBezTo>
                  <a:pt x="63" y="83"/>
                  <a:pt x="63" y="83"/>
                  <a:pt x="63" y="83"/>
                </a:cubicBezTo>
                <a:cubicBezTo>
                  <a:pt x="63" y="85"/>
                  <a:pt x="63" y="85"/>
                  <a:pt x="63" y="85"/>
                </a:cubicBezTo>
                <a:lnTo>
                  <a:pt x="60" y="85"/>
                </a:lnTo>
                <a:close/>
                <a:moveTo>
                  <a:pt x="60" y="96"/>
                </a:moveTo>
                <a:cubicBezTo>
                  <a:pt x="60" y="93"/>
                  <a:pt x="60" y="93"/>
                  <a:pt x="60" y="93"/>
                </a:cubicBezTo>
                <a:cubicBezTo>
                  <a:pt x="63" y="93"/>
                  <a:pt x="63" y="93"/>
                  <a:pt x="63" y="93"/>
                </a:cubicBezTo>
                <a:cubicBezTo>
                  <a:pt x="63" y="96"/>
                  <a:pt x="63" y="96"/>
                  <a:pt x="63" y="96"/>
                </a:cubicBezTo>
                <a:lnTo>
                  <a:pt x="60" y="96"/>
                </a:lnTo>
                <a:close/>
                <a:moveTo>
                  <a:pt x="60" y="127"/>
                </a:moveTo>
                <a:cubicBezTo>
                  <a:pt x="60" y="124"/>
                  <a:pt x="60" y="124"/>
                  <a:pt x="60" y="124"/>
                </a:cubicBezTo>
                <a:cubicBezTo>
                  <a:pt x="63" y="124"/>
                  <a:pt x="63" y="124"/>
                  <a:pt x="63" y="124"/>
                </a:cubicBezTo>
                <a:cubicBezTo>
                  <a:pt x="63" y="127"/>
                  <a:pt x="63" y="127"/>
                  <a:pt x="63" y="127"/>
                </a:cubicBezTo>
                <a:lnTo>
                  <a:pt x="60" y="127"/>
                </a:lnTo>
                <a:close/>
                <a:moveTo>
                  <a:pt x="60" y="137"/>
                </a:moveTo>
                <a:cubicBezTo>
                  <a:pt x="60" y="135"/>
                  <a:pt x="60" y="135"/>
                  <a:pt x="60" y="135"/>
                </a:cubicBezTo>
                <a:cubicBezTo>
                  <a:pt x="63" y="135"/>
                  <a:pt x="63" y="135"/>
                  <a:pt x="63" y="135"/>
                </a:cubicBezTo>
                <a:cubicBezTo>
                  <a:pt x="63" y="137"/>
                  <a:pt x="63" y="137"/>
                  <a:pt x="63" y="137"/>
                </a:cubicBezTo>
                <a:lnTo>
                  <a:pt x="60" y="137"/>
                </a:lnTo>
                <a:close/>
                <a:moveTo>
                  <a:pt x="60" y="148"/>
                </a:moveTo>
                <a:cubicBezTo>
                  <a:pt x="60" y="145"/>
                  <a:pt x="60" y="145"/>
                  <a:pt x="60" y="145"/>
                </a:cubicBezTo>
                <a:cubicBezTo>
                  <a:pt x="63" y="145"/>
                  <a:pt x="63" y="145"/>
                  <a:pt x="63" y="145"/>
                </a:cubicBezTo>
                <a:cubicBezTo>
                  <a:pt x="63" y="148"/>
                  <a:pt x="63" y="148"/>
                  <a:pt x="63" y="148"/>
                </a:cubicBezTo>
                <a:lnTo>
                  <a:pt x="60" y="148"/>
                </a:lnTo>
                <a:close/>
                <a:moveTo>
                  <a:pt x="60" y="158"/>
                </a:moveTo>
                <a:cubicBezTo>
                  <a:pt x="60" y="156"/>
                  <a:pt x="60" y="156"/>
                  <a:pt x="60" y="156"/>
                </a:cubicBezTo>
                <a:cubicBezTo>
                  <a:pt x="63" y="156"/>
                  <a:pt x="63" y="156"/>
                  <a:pt x="63" y="156"/>
                </a:cubicBezTo>
                <a:cubicBezTo>
                  <a:pt x="63" y="158"/>
                  <a:pt x="63" y="158"/>
                  <a:pt x="63" y="158"/>
                </a:cubicBezTo>
                <a:lnTo>
                  <a:pt x="60" y="158"/>
                </a:lnTo>
                <a:close/>
                <a:moveTo>
                  <a:pt x="60" y="166"/>
                </a:moveTo>
                <a:cubicBezTo>
                  <a:pt x="63" y="166"/>
                  <a:pt x="63" y="166"/>
                  <a:pt x="63" y="166"/>
                </a:cubicBezTo>
                <a:cubicBezTo>
                  <a:pt x="63" y="169"/>
                  <a:pt x="63" y="169"/>
                  <a:pt x="63" y="169"/>
                </a:cubicBezTo>
                <a:cubicBezTo>
                  <a:pt x="60" y="169"/>
                  <a:pt x="60" y="169"/>
                  <a:pt x="60" y="169"/>
                </a:cubicBezTo>
                <a:lnTo>
                  <a:pt x="60" y="166"/>
                </a:lnTo>
                <a:close/>
                <a:moveTo>
                  <a:pt x="60" y="176"/>
                </a:moveTo>
                <a:cubicBezTo>
                  <a:pt x="63" y="176"/>
                  <a:pt x="63" y="176"/>
                  <a:pt x="63" y="176"/>
                </a:cubicBezTo>
                <a:cubicBezTo>
                  <a:pt x="63" y="179"/>
                  <a:pt x="63" y="179"/>
                  <a:pt x="63" y="179"/>
                </a:cubicBezTo>
                <a:cubicBezTo>
                  <a:pt x="60" y="179"/>
                  <a:pt x="60" y="179"/>
                  <a:pt x="60" y="179"/>
                </a:cubicBezTo>
                <a:lnTo>
                  <a:pt x="60" y="176"/>
                </a:lnTo>
                <a:close/>
                <a:moveTo>
                  <a:pt x="71" y="23"/>
                </a:moveTo>
                <a:cubicBezTo>
                  <a:pt x="71" y="21"/>
                  <a:pt x="71" y="21"/>
                  <a:pt x="71" y="21"/>
                </a:cubicBezTo>
                <a:cubicBezTo>
                  <a:pt x="73" y="21"/>
                  <a:pt x="73" y="21"/>
                  <a:pt x="73" y="21"/>
                </a:cubicBezTo>
                <a:cubicBezTo>
                  <a:pt x="73" y="23"/>
                  <a:pt x="73" y="23"/>
                  <a:pt x="73" y="23"/>
                </a:cubicBezTo>
                <a:lnTo>
                  <a:pt x="71" y="23"/>
                </a:lnTo>
                <a:close/>
                <a:moveTo>
                  <a:pt x="71" y="65"/>
                </a:moveTo>
                <a:cubicBezTo>
                  <a:pt x="71" y="62"/>
                  <a:pt x="71" y="62"/>
                  <a:pt x="71" y="62"/>
                </a:cubicBezTo>
                <a:cubicBezTo>
                  <a:pt x="73" y="62"/>
                  <a:pt x="73" y="62"/>
                  <a:pt x="73" y="62"/>
                </a:cubicBezTo>
                <a:cubicBezTo>
                  <a:pt x="73" y="65"/>
                  <a:pt x="73" y="65"/>
                  <a:pt x="73" y="65"/>
                </a:cubicBezTo>
                <a:lnTo>
                  <a:pt x="71" y="65"/>
                </a:lnTo>
                <a:close/>
                <a:moveTo>
                  <a:pt x="71" y="148"/>
                </a:moveTo>
                <a:cubicBezTo>
                  <a:pt x="71" y="145"/>
                  <a:pt x="71" y="145"/>
                  <a:pt x="71" y="145"/>
                </a:cubicBezTo>
                <a:cubicBezTo>
                  <a:pt x="73" y="145"/>
                  <a:pt x="73" y="145"/>
                  <a:pt x="73" y="145"/>
                </a:cubicBezTo>
                <a:cubicBezTo>
                  <a:pt x="73" y="148"/>
                  <a:pt x="73" y="148"/>
                  <a:pt x="73" y="148"/>
                </a:cubicBezTo>
                <a:lnTo>
                  <a:pt x="71" y="148"/>
                </a:lnTo>
                <a:close/>
                <a:moveTo>
                  <a:pt x="81" y="23"/>
                </a:moveTo>
                <a:cubicBezTo>
                  <a:pt x="81" y="21"/>
                  <a:pt x="81" y="21"/>
                  <a:pt x="81" y="21"/>
                </a:cubicBezTo>
                <a:cubicBezTo>
                  <a:pt x="84" y="21"/>
                  <a:pt x="84" y="21"/>
                  <a:pt x="84" y="21"/>
                </a:cubicBezTo>
                <a:cubicBezTo>
                  <a:pt x="84" y="23"/>
                  <a:pt x="84" y="23"/>
                  <a:pt x="84" y="23"/>
                </a:cubicBezTo>
                <a:lnTo>
                  <a:pt x="81" y="23"/>
                </a:lnTo>
                <a:close/>
                <a:moveTo>
                  <a:pt x="81" y="65"/>
                </a:moveTo>
                <a:cubicBezTo>
                  <a:pt x="81" y="62"/>
                  <a:pt x="81" y="62"/>
                  <a:pt x="81" y="62"/>
                </a:cubicBezTo>
                <a:cubicBezTo>
                  <a:pt x="84" y="62"/>
                  <a:pt x="84" y="62"/>
                  <a:pt x="84" y="62"/>
                </a:cubicBezTo>
                <a:cubicBezTo>
                  <a:pt x="84" y="65"/>
                  <a:pt x="84" y="65"/>
                  <a:pt x="84" y="65"/>
                </a:cubicBezTo>
                <a:lnTo>
                  <a:pt x="81" y="65"/>
                </a:lnTo>
                <a:close/>
                <a:moveTo>
                  <a:pt x="81" y="106"/>
                </a:moveTo>
                <a:cubicBezTo>
                  <a:pt x="81" y="104"/>
                  <a:pt x="81" y="104"/>
                  <a:pt x="81" y="104"/>
                </a:cubicBezTo>
                <a:cubicBezTo>
                  <a:pt x="84" y="104"/>
                  <a:pt x="84" y="104"/>
                  <a:pt x="84" y="104"/>
                </a:cubicBezTo>
                <a:cubicBezTo>
                  <a:pt x="84" y="106"/>
                  <a:pt x="84" y="106"/>
                  <a:pt x="84" y="106"/>
                </a:cubicBezTo>
                <a:lnTo>
                  <a:pt x="81" y="106"/>
                </a:lnTo>
                <a:close/>
                <a:moveTo>
                  <a:pt x="81" y="148"/>
                </a:moveTo>
                <a:cubicBezTo>
                  <a:pt x="81" y="145"/>
                  <a:pt x="81" y="145"/>
                  <a:pt x="81" y="145"/>
                </a:cubicBezTo>
                <a:cubicBezTo>
                  <a:pt x="84" y="145"/>
                  <a:pt x="84" y="145"/>
                  <a:pt x="84" y="145"/>
                </a:cubicBezTo>
                <a:cubicBezTo>
                  <a:pt x="84" y="148"/>
                  <a:pt x="84" y="148"/>
                  <a:pt x="84" y="148"/>
                </a:cubicBezTo>
                <a:lnTo>
                  <a:pt x="81" y="148"/>
                </a:lnTo>
                <a:close/>
                <a:moveTo>
                  <a:pt x="92" y="23"/>
                </a:moveTo>
                <a:cubicBezTo>
                  <a:pt x="92" y="21"/>
                  <a:pt x="92" y="21"/>
                  <a:pt x="92" y="21"/>
                </a:cubicBezTo>
                <a:cubicBezTo>
                  <a:pt x="94" y="21"/>
                  <a:pt x="94" y="21"/>
                  <a:pt x="94" y="21"/>
                </a:cubicBezTo>
                <a:cubicBezTo>
                  <a:pt x="94" y="23"/>
                  <a:pt x="94" y="23"/>
                  <a:pt x="94" y="23"/>
                </a:cubicBezTo>
                <a:lnTo>
                  <a:pt x="92" y="23"/>
                </a:lnTo>
                <a:close/>
                <a:moveTo>
                  <a:pt x="92" y="65"/>
                </a:moveTo>
                <a:cubicBezTo>
                  <a:pt x="92" y="62"/>
                  <a:pt x="92" y="62"/>
                  <a:pt x="92" y="62"/>
                </a:cubicBezTo>
                <a:cubicBezTo>
                  <a:pt x="94" y="62"/>
                  <a:pt x="94" y="62"/>
                  <a:pt x="94" y="62"/>
                </a:cubicBezTo>
                <a:cubicBezTo>
                  <a:pt x="94" y="65"/>
                  <a:pt x="94" y="65"/>
                  <a:pt x="94" y="65"/>
                </a:cubicBezTo>
                <a:lnTo>
                  <a:pt x="92" y="65"/>
                </a:lnTo>
                <a:close/>
                <a:moveTo>
                  <a:pt x="92" y="106"/>
                </a:moveTo>
                <a:cubicBezTo>
                  <a:pt x="92" y="104"/>
                  <a:pt x="92" y="104"/>
                  <a:pt x="92" y="104"/>
                </a:cubicBezTo>
                <a:cubicBezTo>
                  <a:pt x="94" y="104"/>
                  <a:pt x="94" y="104"/>
                  <a:pt x="94" y="104"/>
                </a:cubicBezTo>
                <a:cubicBezTo>
                  <a:pt x="94" y="106"/>
                  <a:pt x="94" y="106"/>
                  <a:pt x="94" y="106"/>
                </a:cubicBezTo>
                <a:lnTo>
                  <a:pt x="92" y="106"/>
                </a:lnTo>
                <a:close/>
                <a:moveTo>
                  <a:pt x="92" y="148"/>
                </a:moveTo>
                <a:cubicBezTo>
                  <a:pt x="92" y="145"/>
                  <a:pt x="92" y="145"/>
                  <a:pt x="92" y="145"/>
                </a:cubicBezTo>
                <a:cubicBezTo>
                  <a:pt x="94" y="145"/>
                  <a:pt x="94" y="145"/>
                  <a:pt x="94" y="145"/>
                </a:cubicBezTo>
                <a:cubicBezTo>
                  <a:pt x="94" y="148"/>
                  <a:pt x="94" y="148"/>
                  <a:pt x="94" y="148"/>
                </a:cubicBezTo>
                <a:lnTo>
                  <a:pt x="92" y="148"/>
                </a:lnTo>
                <a:close/>
                <a:moveTo>
                  <a:pt x="102" y="13"/>
                </a:moveTo>
                <a:cubicBezTo>
                  <a:pt x="102" y="10"/>
                  <a:pt x="102" y="10"/>
                  <a:pt x="102" y="10"/>
                </a:cubicBezTo>
                <a:cubicBezTo>
                  <a:pt x="104" y="10"/>
                  <a:pt x="104" y="10"/>
                  <a:pt x="104" y="10"/>
                </a:cubicBezTo>
                <a:cubicBezTo>
                  <a:pt x="104" y="13"/>
                  <a:pt x="104" y="13"/>
                  <a:pt x="104" y="13"/>
                </a:cubicBezTo>
                <a:lnTo>
                  <a:pt x="102" y="13"/>
                </a:lnTo>
                <a:close/>
                <a:moveTo>
                  <a:pt x="102" y="23"/>
                </a:moveTo>
                <a:cubicBezTo>
                  <a:pt x="102" y="21"/>
                  <a:pt x="102" y="21"/>
                  <a:pt x="102" y="21"/>
                </a:cubicBezTo>
                <a:cubicBezTo>
                  <a:pt x="104" y="21"/>
                  <a:pt x="104" y="21"/>
                  <a:pt x="104" y="21"/>
                </a:cubicBezTo>
                <a:cubicBezTo>
                  <a:pt x="104" y="23"/>
                  <a:pt x="104" y="23"/>
                  <a:pt x="104" y="23"/>
                </a:cubicBezTo>
                <a:lnTo>
                  <a:pt x="102" y="23"/>
                </a:lnTo>
                <a:close/>
                <a:moveTo>
                  <a:pt x="102" y="34"/>
                </a:moveTo>
                <a:cubicBezTo>
                  <a:pt x="102" y="31"/>
                  <a:pt x="102" y="31"/>
                  <a:pt x="102" y="31"/>
                </a:cubicBezTo>
                <a:cubicBezTo>
                  <a:pt x="104" y="31"/>
                  <a:pt x="104" y="31"/>
                  <a:pt x="104" y="31"/>
                </a:cubicBezTo>
                <a:cubicBezTo>
                  <a:pt x="104" y="34"/>
                  <a:pt x="104" y="34"/>
                  <a:pt x="104" y="34"/>
                </a:cubicBezTo>
                <a:lnTo>
                  <a:pt x="102" y="34"/>
                </a:lnTo>
                <a:close/>
                <a:moveTo>
                  <a:pt x="102" y="44"/>
                </a:moveTo>
                <a:cubicBezTo>
                  <a:pt x="102" y="41"/>
                  <a:pt x="102" y="41"/>
                  <a:pt x="102" y="41"/>
                </a:cubicBezTo>
                <a:cubicBezTo>
                  <a:pt x="104" y="41"/>
                  <a:pt x="104" y="41"/>
                  <a:pt x="104" y="41"/>
                </a:cubicBezTo>
                <a:cubicBezTo>
                  <a:pt x="104" y="44"/>
                  <a:pt x="104" y="44"/>
                  <a:pt x="104" y="44"/>
                </a:cubicBezTo>
                <a:lnTo>
                  <a:pt x="102" y="44"/>
                </a:lnTo>
                <a:close/>
                <a:moveTo>
                  <a:pt x="102" y="54"/>
                </a:moveTo>
                <a:cubicBezTo>
                  <a:pt x="102" y="52"/>
                  <a:pt x="102" y="52"/>
                  <a:pt x="102" y="52"/>
                </a:cubicBezTo>
                <a:cubicBezTo>
                  <a:pt x="104" y="52"/>
                  <a:pt x="104" y="52"/>
                  <a:pt x="104" y="52"/>
                </a:cubicBezTo>
                <a:cubicBezTo>
                  <a:pt x="104" y="54"/>
                  <a:pt x="104" y="54"/>
                  <a:pt x="104" y="54"/>
                </a:cubicBezTo>
                <a:lnTo>
                  <a:pt x="102" y="54"/>
                </a:lnTo>
                <a:close/>
                <a:moveTo>
                  <a:pt x="102" y="65"/>
                </a:moveTo>
                <a:cubicBezTo>
                  <a:pt x="102" y="62"/>
                  <a:pt x="102" y="62"/>
                  <a:pt x="102" y="62"/>
                </a:cubicBezTo>
                <a:cubicBezTo>
                  <a:pt x="104" y="62"/>
                  <a:pt x="104" y="62"/>
                  <a:pt x="104" y="62"/>
                </a:cubicBezTo>
                <a:cubicBezTo>
                  <a:pt x="104" y="65"/>
                  <a:pt x="104" y="65"/>
                  <a:pt x="104" y="65"/>
                </a:cubicBezTo>
                <a:lnTo>
                  <a:pt x="102" y="65"/>
                </a:lnTo>
                <a:close/>
                <a:moveTo>
                  <a:pt x="102" y="75"/>
                </a:moveTo>
                <a:cubicBezTo>
                  <a:pt x="102" y="72"/>
                  <a:pt x="102" y="72"/>
                  <a:pt x="102" y="72"/>
                </a:cubicBezTo>
                <a:cubicBezTo>
                  <a:pt x="104" y="72"/>
                  <a:pt x="104" y="72"/>
                  <a:pt x="104" y="72"/>
                </a:cubicBezTo>
                <a:cubicBezTo>
                  <a:pt x="104" y="75"/>
                  <a:pt x="104" y="75"/>
                  <a:pt x="104" y="75"/>
                </a:cubicBezTo>
                <a:lnTo>
                  <a:pt x="102" y="75"/>
                </a:lnTo>
                <a:close/>
                <a:moveTo>
                  <a:pt x="102" y="117"/>
                </a:moveTo>
                <a:cubicBezTo>
                  <a:pt x="102" y="114"/>
                  <a:pt x="102" y="114"/>
                  <a:pt x="102" y="114"/>
                </a:cubicBezTo>
                <a:cubicBezTo>
                  <a:pt x="104" y="114"/>
                  <a:pt x="104" y="114"/>
                  <a:pt x="104" y="114"/>
                </a:cubicBezTo>
                <a:cubicBezTo>
                  <a:pt x="104" y="117"/>
                  <a:pt x="104" y="117"/>
                  <a:pt x="104" y="117"/>
                </a:cubicBezTo>
                <a:lnTo>
                  <a:pt x="102" y="117"/>
                </a:lnTo>
                <a:close/>
                <a:moveTo>
                  <a:pt x="102" y="127"/>
                </a:moveTo>
                <a:cubicBezTo>
                  <a:pt x="102" y="124"/>
                  <a:pt x="102" y="124"/>
                  <a:pt x="102" y="124"/>
                </a:cubicBezTo>
                <a:cubicBezTo>
                  <a:pt x="104" y="124"/>
                  <a:pt x="104" y="124"/>
                  <a:pt x="104" y="124"/>
                </a:cubicBezTo>
                <a:cubicBezTo>
                  <a:pt x="104" y="127"/>
                  <a:pt x="104" y="127"/>
                  <a:pt x="104" y="127"/>
                </a:cubicBezTo>
                <a:lnTo>
                  <a:pt x="102" y="127"/>
                </a:lnTo>
                <a:close/>
                <a:moveTo>
                  <a:pt x="102" y="137"/>
                </a:moveTo>
                <a:cubicBezTo>
                  <a:pt x="102" y="135"/>
                  <a:pt x="102" y="135"/>
                  <a:pt x="102" y="135"/>
                </a:cubicBezTo>
                <a:cubicBezTo>
                  <a:pt x="104" y="135"/>
                  <a:pt x="104" y="135"/>
                  <a:pt x="104" y="135"/>
                </a:cubicBezTo>
                <a:cubicBezTo>
                  <a:pt x="104" y="137"/>
                  <a:pt x="104" y="137"/>
                  <a:pt x="104" y="137"/>
                </a:cubicBezTo>
                <a:lnTo>
                  <a:pt x="102" y="137"/>
                </a:lnTo>
                <a:close/>
                <a:moveTo>
                  <a:pt x="102" y="148"/>
                </a:moveTo>
                <a:cubicBezTo>
                  <a:pt x="102" y="145"/>
                  <a:pt x="102" y="145"/>
                  <a:pt x="102" y="145"/>
                </a:cubicBezTo>
                <a:cubicBezTo>
                  <a:pt x="104" y="145"/>
                  <a:pt x="104" y="145"/>
                  <a:pt x="104" y="145"/>
                </a:cubicBezTo>
                <a:cubicBezTo>
                  <a:pt x="104" y="148"/>
                  <a:pt x="104" y="148"/>
                  <a:pt x="104" y="148"/>
                </a:cubicBezTo>
                <a:lnTo>
                  <a:pt x="102" y="148"/>
                </a:lnTo>
                <a:close/>
                <a:moveTo>
                  <a:pt x="102" y="158"/>
                </a:moveTo>
                <a:cubicBezTo>
                  <a:pt x="102" y="156"/>
                  <a:pt x="102" y="156"/>
                  <a:pt x="102" y="156"/>
                </a:cubicBezTo>
                <a:cubicBezTo>
                  <a:pt x="104" y="156"/>
                  <a:pt x="104" y="156"/>
                  <a:pt x="104" y="156"/>
                </a:cubicBezTo>
                <a:cubicBezTo>
                  <a:pt x="104" y="158"/>
                  <a:pt x="104" y="158"/>
                  <a:pt x="104" y="158"/>
                </a:cubicBezTo>
                <a:lnTo>
                  <a:pt x="102" y="158"/>
                </a:lnTo>
                <a:close/>
                <a:moveTo>
                  <a:pt x="102" y="166"/>
                </a:moveTo>
                <a:cubicBezTo>
                  <a:pt x="104" y="166"/>
                  <a:pt x="104" y="166"/>
                  <a:pt x="104" y="166"/>
                </a:cubicBezTo>
                <a:cubicBezTo>
                  <a:pt x="104" y="169"/>
                  <a:pt x="104" y="169"/>
                  <a:pt x="104" y="169"/>
                </a:cubicBezTo>
                <a:cubicBezTo>
                  <a:pt x="102" y="169"/>
                  <a:pt x="102" y="169"/>
                  <a:pt x="102" y="169"/>
                </a:cubicBezTo>
                <a:lnTo>
                  <a:pt x="102" y="166"/>
                </a:lnTo>
                <a:close/>
                <a:moveTo>
                  <a:pt x="102" y="176"/>
                </a:moveTo>
                <a:cubicBezTo>
                  <a:pt x="104" y="176"/>
                  <a:pt x="104" y="176"/>
                  <a:pt x="104" y="176"/>
                </a:cubicBezTo>
                <a:cubicBezTo>
                  <a:pt x="104" y="179"/>
                  <a:pt x="104" y="179"/>
                  <a:pt x="104" y="179"/>
                </a:cubicBezTo>
                <a:cubicBezTo>
                  <a:pt x="102" y="179"/>
                  <a:pt x="102" y="179"/>
                  <a:pt x="102" y="179"/>
                </a:cubicBezTo>
                <a:lnTo>
                  <a:pt x="102" y="176"/>
                </a:lnTo>
                <a:close/>
                <a:moveTo>
                  <a:pt x="112" y="23"/>
                </a:moveTo>
                <a:cubicBezTo>
                  <a:pt x="112" y="21"/>
                  <a:pt x="112" y="21"/>
                  <a:pt x="112" y="21"/>
                </a:cubicBezTo>
                <a:cubicBezTo>
                  <a:pt x="115" y="21"/>
                  <a:pt x="115" y="21"/>
                  <a:pt x="115" y="21"/>
                </a:cubicBezTo>
                <a:cubicBezTo>
                  <a:pt x="115" y="23"/>
                  <a:pt x="115" y="23"/>
                  <a:pt x="115" y="23"/>
                </a:cubicBezTo>
                <a:lnTo>
                  <a:pt x="112" y="23"/>
                </a:lnTo>
                <a:close/>
                <a:moveTo>
                  <a:pt x="112" y="65"/>
                </a:moveTo>
                <a:cubicBezTo>
                  <a:pt x="112" y="62"/>
                  <a:pt x="112" y="62"/>
                  <a:pt x="112" y="62"/>
                </a:cubicBezTo>
                <a:cubicBezTo>
                  <a:pt x="115" y="62"/>
                  <a:pt x="115" y="62"/>
                  <a:pt x="115" y="62"/>
                </a:cubicBezTo>
                <a:cubicBezTo>
                  <a:pt x="115" y="65"/>
                  <a:pt x="115" y="65"/>
                  <a:pt x="115" y="65"/>
                </a:cubicBezTo>
                <a:lnTo>
                  <a:pt x="112" y="65"/>
                </a:lnTo>
                <a:close/>
                <a:moveTo>
                  <a:pt x="112" y="148"/>
                </a:moveTo>
                <a:cubicBezTo>
                  <a:pt x="112" y="145"/>
                  <a:pt x="112" y="145"/>
                  <a:pt x="112" y="145"/>
                </a:cubicBezTo>
                <a:cubicBezTo>
                  <a:pt x="115" y="145"/>
                  <a:pt x="115" y="145"/>
                  <a:pt x="115" y="145"/>
                </a:cubicBezTo>
                <a:cubicBezTo>
                  <a:pt x="115" y="148"/>
                  <a:pt x="115" y="148"/>
                  <a:pt x="115" y="148"/>
                </a:cubicBezTo>
                <a:lnTo>
                  <a:pt x="112" y="148"/>
                </a:lnTo>
                <a:close/>
                <a:moveTo>
                  <a:pt x="123" y="23"/>
                </a:moveTo>
                <a:cubicBezTo>
                  <a:pt x="123" y="21"/>
                  <a:pt x="123" y="21"/>
                  <a:pt x="123" y="21"/>
                </a:cubicBezTo>
                <a:cubicBezTo>
                  <a:pt x="125" y="21"/>
                  <a:pt x="125" y="21"/>
                  <a:pt x="125" y="21"/>
                </a:cubicBezTo>
                <a:cubicBezTo>
                  <a:pt x="125" y="23"/>
                  <a:pt x="125" y="23"/>
                  <a:pt x="125" y="23"/>
                </a:cubicBezTo>
                <a:lnTo>
                  <a:pt x="123" y="23"/>
                </a:lnTo>
                <a:close/>
                <a:moveTo>
                  <a:pt x="123" y="65"/>
                </a:moveTo>
                <a:cubicBezTo>
                  <a:pt x="123" y="62"/>
                  <a:pt x="123" y="62"/>
                  <a:pt x="123" y="62"/>
                </a:cubicBezTo>
                <a:cubicBezTo>
                  <a:pt x="125" y="62"/>
                  <a:pt x="125" y="62"/>
                  <a:pt x="125" y="62"/>
                </a:cubicBezTo>
                <a:cubicBezTo>
                  <a:pt x="125" y="65"/>
                  <a:pt x="125" y="65"/>
                  <a:pt x="125" y="65"/>
                </a:cubicBezTo>
                <a:lnTo>
                  <a:pt x="123" y="65"/>
                </a:lnTo>
                <a:close/>
                <a:moveTo>
                  <a:pt x="123" y="148"/>
                </a:moveTo>
                <a:cubicBezTo>
                  <a:pt x="123" y="145"/>
                  <a:pt x="123" y="145"/>
                  <a:pt x="123" y="145"/>
                </a:cubicBezTo>
                <a:cubicBezTo>
                  <a:pt x="125" y="145"/>
                  <a:pt x="125" y="145"/>
                  <a:pt x="125" y="145"/>
                </a:cubicBezTo>
                <a:cubicBezTo>
                  <a:pt x="125" y="148"/>
                  <a:pt x="125" y="148"/>
                  <a:pt x="125" y="148"/>
                </a:cubicBezTo>
                <a:lnTo>
                  <a:pt x="123" y="148"/>
                </a:lnTo>
                <a:close/>
                <a:moveTo>
                  <a:pt x="133" y="23"/>
                </a:moveTo>
                <a:cubicBezTo>
                  <a:pt x="133" y="21"/>
                  <a:pt x="133" y="21"/>
                  <a:pt x="133" y="21"/>
                </a:cubicBezTo>
                <a:cubicBezTo>
                  <a:pt x="136" y="21"/>
                  <a:pt x="136" y="21"/>
                  <a:pt x="136" y="21"/>
                </a:cubicBezTo>
                <a:cubicBezTo>
                  <a:pt x="136" y="23"/>
                  <a:pt x="136" y="23"/>
                  <a:pt x="136" y="23"/>
                </a:cubicBezTo>
                <a:lnTo>
                  <a:pt x="133" y="23"/>
                </a:lnTo>
                <a:close/>
                <a:moveTo>
                  <a:pt x="133" y="65"/>
                </a:moveTo>
                <a:cubicBezTo>
                  <a:pt x="133" y="62"/>
                  <a:pt x="133" y="62"/>
                  <a:pt x="133" y="62"/>
                </a:cubicBezTo>
                <a:cubicBezTo>
                  <a:pt x="136" y="62"/>
                  <a:pt x="136" y="62"/>
                  <a:pt x="136" y="62"/>
                </a:cubicBezTo>
                <a:cubicBezTo>
                  <a:pt x="136" y="65"/>
                  <a:pt x="136" y="65"/>
                  <a:pt x="136" y="65"/>
                </a:cubicBezTo>
                <a:lnTo>
                  <a:pt x="133" y="65"/>
                </a:lnTo>
                <a:close/>
                <a:moveTo>
                  <a:pt x="133" y="148"/>
                </a:moveTo>
                <a:cubicBezTo>
                  <a:pt x="133" y="145"/>
                  <a:pt x="133" y="145"/>
                  <a:pt x="133" y="145"/>
                </a:cubicBezTo>
                <a:cubicBezTo>
                  <a:pt x="136" y="145"/>
                  <a:pt x="136" y="145"/>
                  <a:pt x="136" y="145"/>
                </a:cubicBezTo>
                <a:cubicBezTo>
                  <a:pt x="136" y="148"/>
                  <a:pt x="136" y="148"/>
                  <a:pt x="136" y="148"/>
                </a:cubicBezTo>
                <a:lnTo>
                  <a:pt x="133" y="148"/>
                </a:lnTo>
                <a:close/>
                <a:moveTo>
                  <a:pt x="143" y="13"/>
                </a:moveTo>
                <a:cubicBezTo>
                  <a:pt x="143" y="10"/>
                  <a:pt x="143" y="10"/>
                  <a:pt x="143" y="10"/>
                </a:cubicBezTo>
                <a:cubicBezTo>
                  <a:pt x="146" y="10"/>
                  <a:pt x="146" y="10"/>
                  <a:pt x="146" y="10"/>
                </a:cubicBezTo>
                <a:cubicBezTo>
                  <a:pt x="146" y="13"/>
                  <a:pt x="146" y="13"/>
                  <a:pt x="146" y="13"/>
                </a:cubicBezTo>
                <a:lnTo>
                  <a:pt x="143" y="13"/>
                </a:lnTo>
                <a:close/>
                <a:moveTo>
                  <a:pt x="143" y="23"/>
                </a:moveTo>
                <a:cubicBezTo>
                  <a:pt x="143" y="21"/>
                  <a:pt x="143" y="21"/>
                  <a:pt x="143" y="21"/>
                </a:cubicBezTo>
                <a:cubicBezTo>
                  <a:pt x="146" y="21"/>
                  <a:pt x="146" y="21"/>
                  <a:pt x="146" y="21"/>
                </a:cubicBezTo>
                <a:cubicBezTo>
                  <a:pt x="146" y="23"/>
                  <a:pt x="146" y="23"/>
                  <a:pt x="146" y="23"/>
                </a:cubicBezTo>
                <a:lnTo>
                  <a:pt x="143" y="23"/>
                </a:lnTo>
                <a:close/>
                <a:moveTo>
                  <a:pt x="143" y="34"/>
                </a:moveTo>
                <a:cubicBezTo>
                  <a:pt x="143" y="31"/>
                  <a:pt x="143" y="31"/>
                  <a:pt x="143" y="31"/>
                </a:cubicBezTo>
                <a:cubicBezTo>
                  <a:pt x="146" y="31"/>
                  <a:pt x="146" y="31"/>
                  <a:pt x="146" y="31"/>
                </a:cubicBezTo>
                <a:cubicBezTo>
                  <a:pt x="146" y="34"/>
                  <a:pt x="146" y="34"/>
                  <a:pt x="146" y="34"/>
                </a:cubicBezTo>
                <a:lnTo>
                  <a:pt x="143" y="34"/>
                </a:lnTo>
                <a:close/>
                <a:moveTo>
                  <a:pt x="143" y="44"/>
                </a:moveTo>
                <a:cubicBezTo>
                  <a:pt x="143" y="41"/>
                  <a:pt x="143" y="41"/>
                  <a:pt x="143" y="41"/>
                </a:cubicBezTo>
                <a:cubicBezTo>
                  <a:pt x="146" y="41"/>
                  <a:pt x="146" y="41"/>
                  <a:pt x="146" y="41"/>
                </a:cubicBezTo>
                <a:cubicBezTo>
                  <a:pt x="146" y="44"/>
                  <a:pt x="146" y="44"/>
                  <a:pt x="146" y="44"/>
                </a:cubicBezTo>
                <a:lnTo>
                  <a:pt x="143" y="44"/>
                </a:lnTo>
                <a:close/>
                <a:moveTo>
                  <a:pt x="143" y="54"/>
                </a:moveTo>
                <a:cubicBezTo>
                  <a:pt x="143" y="52"/>
                  <a:pt x="143" y="52"/>
                  <a:pt x="143" y="52"/>
                </a:cubicBezTo>
                <a:cubicBezTo>
                  <a:pt x="146" y="52"/>
                  <a:pt x="146" y="52"/>
                  <a:pt x="146" y="52"/>
                </a:cubicBezTo>
                <a:cubicBezTo>
                  <a:pt x="146" y="54"/>
                  <a:pt x="146" y="54"/>
                  <a:pt x="146" y="54"/>
                </a:cubicBezTo>
                <a:lnTo>
                  <a:pt x="143" y="54"/>
                </a:lnTo>
                <a:close/>
                <a:moveTo>
                  <a:pt x="143" y="65"/>
                </a:moveTo>
                <a:cubicBezTo>
                  <a:pt x="143" y="62"/>
                  <a:pt x="143" y="62"/>
                  <a:pt x="143" y="62"/>
                </a:cubicBezTo>
                <a:cubicBezTo>
                  <a:pt x="146" y="62"/>
                  <a:pt x="146" y="62"/>
                  <a:pt x="146" y="62"/>
                </a:cubicBezTo>
                <a:cubicBezTo>
                  <a:pt x="146" y="65"/>
                  <a:pt x="146" y="65"/>
                  <a:pt x="146" y="65"/>
                </a:cubicBezTo>
                <a:lnTo>
                  <a:pt x="143" y="65"/>
                </a:lnTo>
                <a:close/>
                <a:moveTo>
                  <a:pt x="143" y="75"/>
                </a:moveTo>
                <a:cubicBezTo>
                  <a:pt x="143" y="72"/>
                  <a:pt x="143" y="72"/>
                  <a:pt x="143" y="72"/>
                </a:cubicBezTo>
                <a:cubicBezTo>
                  <a:pt x="146" y="72"/>
                  <a:pt x="146" y="72"/>
                  <a:pt x="146" y="72"/>
                </a:cubicBezTo>
                <a:cubicBezTo>
                  <a:pt x="146" y="75"/>
                  <a:pt x="146" y="75"/>
                  <a:pt x="146" y="75"/>
                </a:cubicBezTo>
                <a:lnTo>
                  <a:pt x="143" y="75"/>
                </a:lnTo>
                <a:close/>
                <a:moveTo>
                  <a:pt x="143" y="85"/>
                </a:moveTo>
                <a:cubicBezTo>
                  <a:pt x="143" y="83"/>
                  <a:pt x="143" y="83"/>
                  <a:pt x="143" y="83"/>
                </a:cubicBezTo>
                <a:cubicBezTo>
                  <a:pt x="146" y="83"/>
                  <a:pt x="146" y="83"/>
                  <a:pt x="146" y="83"/>
                </a:cubicBezTo>
                <a:cubicBezTo>
                  <a:pt x="146" y="85"/>
                  <a:pt x="146" y="85"/>
                  <a:pt x="146" y="85"/>
                </a:cubicBezTo>
                <a:lnTo>
                  <a:pt x="143" y="85"/>
                </a:lnTo>
                <a:close/>
                <a:moveTo>
                  <a:pt x="143" y="117"/>
                </a:moveTo>
                <a:cubicBezTo>
                  <a:pt x="143" y="114"/>
                  <a:pt x="143" y="114"/>
                  <a:pt x="143" y="114"/>
                </a:cubicBezTo>
                <a:cubicBezTo>
                  <a:pt x="146" y="114"/>
                  <a:pt x="146" y="114"/>
                  <a:pt x="146" y="114"/>
                </a:cubicBezTo>
                <a:cubicBezTo>
                  <a:pt x="146" y="117"/>
                  <a:pt x="146" y="117"/>
                  <a:pt x="146" y="117"/>
                </a:cubicBezTo>
                <a:lnTo>
                  <a:pt x="143" y="117"/>
                </a:lnTo>
                <a:close/>
                <a:moveTo>
                  <a:pt x="143" y="127"/>
                </a:moveTo>
                <a:cubicBezTo>
                  <a:pt x="143" y="124"/>
                  <a:pt x="143" y="124"/>
                  <a:pt x="143" y="124"/>
                </a:cubicBezTo>
                <a:cubicBezTo>
                  <a:pt x="146" y="124"/>
                  <a:pt x="146" y="124"/>
                  <a:pt x="146" y="124"/>
                </a:cubicBezTo>
                <a:cubicBezTo>
                  <a:pt x="146" y="127"/>
                  <a:pt x="146" y="127"/>
                  <a:pt x="146" y="127"/>
                </a:cubicBezTo>
                <a:lnTo>
                  <a:pt x="143" y="127"/>
                </a:lnTo>
                <a:close/>
                <a:moveTo>
                  <a:pt x="143" y="137"/>
                </a:moveTo>
                <a:cubicBezTo>
                  <a:pt x="143" y="135"/>
                  <a:pt x="143" y="135"/>
                  <a:pt x="143" y="135"/>
                </a:cubicBezTo>
                <a:cubicBezTo>
                  <a:pt x="146" y="135"/>
                  <a:pt x="146" y="135"/>
                  <a:pt x="146" y="135"/>
                </a:cubicBezTo>
                <a:cubicBezTo>
                  <a:pt x="146" y="137"/>
                  <a:pt x="146" y="137"/>
                  <a:pt x="146" y="137"/>
                </a:cubicBezTo>
                <a:lnTo>
                  <a:pt x="143" y="137"/>
                </a:lnTo>
                <a:close/>
                <a:moveTo>
                  <a:pt x="143" y="148"/>
                </a:moveTo>
                <a:cubicBezTo>
                  <a:pt x="143" y="145"/>
                  <a:pt x="143" y="145"/>
                  <a:pt x="143" y="145"/>
                </a:cubicBezTo>
                <a:cubicBezTo>
                  <a:pt x="146" y="145"/>
                  <a:pt x="146" y="145"/>
                  <a:pt x="146" y="145"/>
                </a:cubicBezTo>
                <a:cubicBezTo>
                  <a:pt x="146" y="148"/>
                  <a:pt x="146" y="148"/>
                  <a:pt x="146" y="148"/>
                </a:cubicBezTo>
                <a:lnTo>
                  <a:pt x="143" y="148"/>
                </a:lnTo>
                <a:close/>
                <a:moveTo>
                  <a:pt x="143" y="158"/>
                </a:moveTo>
                <a:cubicBezTo>
                  <a:pt x="143" y="156"/>
                  <a:pt x="143" y="156"/>
                  <a:pt x="143" y="156"/>
                </a:cubicBezTo>
                <a:cubicBezTo>
                  <a:pt x="146" y="156"/>
                  <a:pt x="146" y="156"/>
                  <a:pt x="146" y="156"/>
                </a:cubicBezTo>
                <a:cubicBezTo>
                  <a:pt x="146" y="158"/>
                  <a:pt x="146" y="158"/>
                  <a:pt x="146" y="158"/>
                </a:cubicBezTo>
                <a:lnTo>
                  <a:pt x="143" y="158"/>
                </a:lnTo>
                <a:close/>
                <a:moveTo>
                  <a:pt x="143" y="166"/>
                </a:moveTo>
                <a:cubicBezTo>
                  <a:pt x="146" y="166"/>
                  <a:pt x="146" y="166"/>
                  <a:pt x="146" y="166"/>
                </a:cubicBezTo>
                <a:cubicBezTo>
                  <a:pt x="146" y="169"/>
                  <a:pt x="146" y="169"/>
                  <a:pt x="146" y="169"/>
                </a:cubicBezTo>
                <a:cubicBezTo>
                  <a:pt x="143" y="169"/>
                  <a:pt x="143" y="169"/>
                  <a:pt x="143" y="169"/>
                </a:cubicBezTo>
                <a:lnTo>
                  <a:pt x="143" y="166"/>
                </a:lnTo>
                <a:close/>
                <a:moveTo>
                  <a:pt x="143" y="176"/>
                </a:moveTo>
                <a:cubicBezTo>
                  <a:pt x="146" y="176"/>
                  <a:pt x="146" y="176"/>
                  <a:pt x="146" y="176"/>
                </a:cubicBezTo>
                <a:cubicBezTo>
                  <a:pt x="146" y="179"/>
                  <a:pt x="146" y="179"/>
                  <a:pt x="146" y="179"/>
                </a:cubicBezTo>
                <a:cubicBezTo>
                  <a:pt x="143" y="179"/>
                  <a:pt x="143" y="179"/>
                  <a:pt x="143" y="179"/>
                </a:cubicBezTo>
                <a:lnTo>
                  <a:pt x="143" y="176"/>
                </a:lnTo>
                <a:close/>
                <a:moveTo>
                  <a:pt x="154" y="23"/>
                </a:moveTo>
                <a:cubicBezTo>
                  <a:pt x="154" y="21"/>
                  <a:pt x="154" y="21"/>
                  <a:pt x="154" y="21"/>
                </a:cubicBezTo>
                <a:cubicBezTo>
                  <a:pt x="156" y="21"/>
                  <a:pt x="156" y="21"/>
                  <a:pt x="156" y="21"/>
                </a:cubicBezTo>
                <a:cubicBezTo>
                  <a:pt x="156" y="23"/>
                  <a:pt x="156" y="23"/>
                  <a:pt x="156" y="23"/>
                </a:cubicBezTo>
                <a:lnTo>
                  <a:pt x="154" y="23"/>
                </a:lnTo>
                <a:close/>
                <a:moveTo>
                  <a:pt x="154" y="65"/>
                </a:moveTo>
                <a:cubicBezTo>
                  <a:pt x="154" y="62"/>
                  <a:pt x="154" y="62"/>
                  <a:pt x="154" y="62"/>
                </a:cubicBezTo>
                <a:cubicBezTo>
                  <a:pt x="156" y="62"/>
                  <a:pt x="156" y="62"/>
                  <a:pt x="156" y="62"/>
                </a:cubicBezTo>
                <a:cubicBezTo>
                  <a:pt x="156" y="65"/>
                  <a:pt x="156" y="65"/>
                  <a:pt x="156" y="65"/>
                </a:cubicBezTo>
                <a:lnTo>
                  <a:pt x="154" y="65"/>
                </a:lnTo>
                <a:close/>
                <a:moveTo>
                  <a:pt x="154" y="106"/>
                </a:moveTo>
                <a:cubicBezTo>
                  <a:pt x="154" y="104"/>
                  <a:pt x="154" y="104"/>
                  <a:pt x="154" y="104"/>
                </a:cubicBezTo>
                <a:cubicBezTo>
                  <a:pt x="156" y="104"/>
                  <a:pt x="156" y="104"/>
                  <a:pt x="156" y="104"/>
                </a:cubicBezTo>
                <a:cubicBezTo>
                  <a:pt x="156" y="106"/>
                  <a:pt x="156" y="106"/>
                  <a:pt x="156" y="106"/>
                </a:cubicBezTo>
                <a:lnTo>
                  <a:pt x="154" y="106"/>
                </a:lnTo>
                <a:close/>
                <a:moveTo>
                  <a:pt x="154" y="148"/>
                </a:moveTo>
                <a:cubicBezTo>
                  <a:pt x="154" y="145"/>
                  <a:pt x="154" y="145"/>
                  <a:pt x="154" y="145"/>
                </a:cubicBezTo>
                <a:cubicBezTo>
                  <a:pt x="156" y="145"/>
                  <a:pt x="156" y="145"/>
                  <a:pt x="156" y="145"/>
                </a:cubicBezTo>
                <a:cubicBezTo>
                  <a:pt x="156" y="148"/>
                  <a:pt x="156" y="148"/>
                  <a:pt x="156" y="148"/>
                </a:cubicBezTo>
                <a:lnTo>
                  <a:pt x="154" y="148"/>
                </a:lnTo>
                <a:close/>
                <a:moveTo>
                  <a:pt x="164" y="23"/>
                </a:moveTo>
                <a:cubicBezTo>
                  <a:pt x="164" y="21"/>
                  <a:pt x="164" y="21"/>
                  <a:pt x="164" y="21"/>
                </a:cubicBezTo>
                <a:cubicBezTo>
                  <a:pt x="167" y="21"/>
                  <a:pt x="167" y="21"/>
                  <a:pt x="167" y="21"/>
                </a:cubicBezTo>
                <a:cubicBezTo>
                  <a:pt x="167" y="23"/>
                  <a:pt x="167" y="23"/>
                  <a:pt x="167" y="23"/>
                </a:cubicBezTo>
                <a:lnTo>
                  <a:pt x="164" y="23"/>
                </a:lnTo>
                <a:close/>
                <a:moveTo>
                  <a:pt x="164" y="65"/>
                </a:moveTo>
                <a:cubicBezTo>
                  <a:pt x="164" y="62"/>
                  <a:pt x="164" y="62"/>
                  <a:pt x="164" y="62"/>
                </a:cubicBezTo>
                <a:cubicBezTo>
                  <a:pt x="167" y="62"/>
                  <a:pt x="167" y="62"/>
                  <a:pt x="167" y="62"/>
                </a:cubicBezTo>
                <a:cubicBezTo>
                  <a:pt x="167" y="65"/>
                  <a:pt x="167" y="65"/>
                  <a:pt x="167" y="65"/>
                </a:cubicBezTo>
                <a:lnTo>
                  <a:pt x="164" y="65"/>
                </a:lnTo>
                <a:close/>
                <a:moveTo>
                  <a:pt x="164" y="106"/>
                </a:moveTo>
                <a:cubicBezTo>
                  <a:pt x="164" y="104"/>
                  <a:pt x="164" y="104"/>
                  <a:pt x="164" y="104"/>
                </a:cubicBezTo>
                <a:cubicBezTo>
                  <a:pt x="167" y="104"/>
                  <a:pt x="167" y="104"/>
                  <a:pt x="167" y="104"/>
                </a:cubicBezTo>
                <a:cubicBezTo>
                  <a:pt x="167" y="106"/>
                  <a:pt x="167" y="106"/>
                  <a:pt x="167" y="106"/>
                </a:cubicBezTo>
                <a:lnTo>
                  <a:pt x="164" y="106"/>
                </a:lnTo>
                <a:close/>
                <a:moveTo>
                  <a:pt x="164" y="148"/>
                </a:moveTo>
                <a:cubicBezTo>
                  <a:pt x="164" y="145"/>
                  <a:pt x="164" y="145"/>
                  <a:pt x="164" y="145"/>
                </a:cubicBezTo>
                <a:cubicBezTo>
                  <a:pt x="167" y="145"/>
                  <a:pt x="167" y="145"/>
                  <a:pt x="167" y="145"/>
                </a:cubicBezTo>
                <a:cubicBezTo>
                  <a:pt x="167" y="148"/>
                  <a:pt x="167" y="148"/>
                  <a:pt x="167" y="148"/>
                </a:cubicBezTo>
                <a:lnTo>
                  <a:pt x="164" y="148"/>
                </a:lnTo>
                <a:close/>
                <a:moveTo>
                  <a:pt x="175" y="23"/>
                </a:moveTo>
                <a:cubicBezTo>
                  <a:pt x="175" y="21"/>
                  <a:pt x="175" y="21"/>
                  <a:pt x="175" y="21"/>
                </a:cubicBezTo>
                <a:cubicBezTo>
                  <a:pt x="177" y="21"/>
                  <a:pt x="177" y="21"/>
                  <a:pt x="177" y="21"/>
                </a:cubicBezTo>
                <a:cubicBezTo>
                  <a:pt x="177" y="23"/>
                  <a:pt x="177" y="23"/>
                  <a:pt x="177" y="23"/>
                </a:cubicBezTo>
                <a:lnTo>
                  <a:pt x="175" y="23"/>
                </a:lnTo>
                <a:close/>
                <a:moveTo>
                  <a:pt x="175" y="106"/>
                </a:moveTo>
                <a:cubicBezTo>
                  <a:pt x="175" y="104"/>
                  <a:pt x="175" y="104"/>
                  <a:pt x="175" y="104"/>
                </a:cubicBezTo>
                <a:cubicBezTo>
                  <a:pt x="177" y="104"/>
                  <a:pt x="177" y="104"/>
                  <a:pt x="177" y="104"/>
                </a:cubicBezTo>
                <a:cubicBezTo>
                  <a:pt x="177" y="106"/>
                  <a:pt x="177" y="106"/>
                  <a:pt x="177" y="106"/>
                </a:cubicBezTo>
                <a:lnTo>
                  <a:pt x="175" y="106"/>
                </a:lnTo>
                <a:close/>
                <a:moveTo>
                  <a:pt x="175" y="148"/>
                </a:moveTo>
                <a:cubicBezTo>
                  <a:pt x="175" y="145"/>
                  <a:pt x="175" y="145"/>
                  <a:pt x="175" y="145"/>
                </a:cubicBezTo>
                <a:cubicBezTo>
                  <a:pt x="177" y="145"/>
                  <a:pt x="177" y="145"/>
                  <a:pt x="177" y="145"/>
                </a:cubicBezTo>
                <a:cubicBezTo>
                  <a:pt x="177" y="148"/>
                  <a:pt x="177" y="148"/>
                  <a:pt x="177" y="148"/>
                </a:cubicBezTo>
                <a:lnTo>
                  <a:pt x="175" y="148"/>
                </a:lnTo>
                <a:close/>
                <a:moveTo>
                  <a:pt x="185" y="13"/>
                </a:moveTo>
                <a:cubicBezTo>
                  <a:pt x="185" y="10"/>
                  <a:pt x="185" y="10"/>
                  <a:pt x="185" y="10"/>
                </a:cubicBezTo>
                <a:cubicBezTo>
                  <a:pt x="188" y="10"/>
                  <a:pt x="188" y="10"/>
                  <a:pt x="188" y="10"/>
                </a:cubicBezTo>
                <a:cubicBezTo>
                  <a:pt x="188" y="13"/>
                  <a:pt x="188" y="13"/>
                  <a:pt x="188" y="13"/>
                </a:cubicBezTo>
                <a:lnTo>
                  <a:pt x="185" y="13"/>
                </a:lnTo>
                <a:close/>
                <a:moveTo>
                  <a:pt x="185" y="23"/>
                </a:moveTo>
                <a:cubicBezTo>
                  <a:pt x="185" y="21"/>
                  <a:pt x="185" y="21"/>
                  <a:pt x="185" y="21"/>
                </a:cubicBezTo>
                <a:cubicBezTo>
                  <a:pt x="188" y="21"/>
                  <a:pt x="188" y="21"/>
                  <a:pt x="188" y="21"/>
                </a:cubicBezTo>
                <a:cubicBezTo>
                  <a:pt x="188" y="23"/>
                  <a:pt x="188" y="23"/>
                  <a:pt x="188" y="23"/>
                </a:cubicBezTo>
                <a:lnTo>
                  <a:pt x="185" y="23"/>
                </a:lnTo>
                <a:close/>
                <a:moveTo>
                  <a:pt x="185" y="34"/>
                </a:moveTo>
                <a:cubicBezTo>
                  <a:pt x="185" y="31"/>
                  <a:pt x="185" y="31"/>
                  <a:pt x="185" y="31"/>
                </a:cubicBezTo>
                <a:cubicBezTo>
                  <a:pt x="188" y="31"/>
                  <a:pt x="188" y="31"/>
                  <a:pt x="188" y="31"/>
                </a:cubicBezTo>
                <a:cubicBezTo>
                  <a:pt x="188" y="34"/>
                  <a:pt x="188" y="34"/>
                  <a:pt x="188" y="34"/>
                </a:cubicBezTo>
                <a:lnTo>
                  <a:pt x="185" y="34"/>
                </a:lnTo>
                <a:close/>
                <a:moveTo>
                  <a:pt x="185" y="44"/>
                </a:moveTo>
                <a:cubicBezTo>
                  <a:pt x="185" y="41"/>
                  <a:pt x="185" y="41"/>
                  <a:pt x="185" y="41"/>
                </a:cubicBezTo>
                <a:cubicBezTo>
                  <a:pt x="188" y="41"/>
                  <a:pt x="188" y="41"/>
                  <a:pt x="188" y="41"/>
                </a:cubicBezTo>
                <a:cubicBezTo>
                  <a:pt x="188" y="44"/>
                  <a:pt x="188" y="44"/>
                  <a:pt x="188" y="44"/>
                </a:cubicBezTo>
                <a:lnTo>
                  <a:pt x="185" y="44"/>
                </a:lnTo>
                <a:close/>
                <a:moveTo>
                  <a:pt x="185" y="75"/>
                </a:moveTo>
                <a:cubicBezTo>
                  <a:pt x="185" y="72"/>
                  <a:pt x="185" y="72"/>
                  <a:pt x="185" y="72"/>
                </a:cubicBezTo>
                <a:cubicBezTo>
                  <a:pt x="188" y="72"/>
                  <a:pt x="188" y="72"/>
                  <a:pt x="188" y="72"/>
                </a:cubicBezTo>
                <a:cubicBezTo>
                  <a:pt x="188" y="75"/>
                  <a:pt x="188" y="75"/>
                  <a:pt x="188" y="75"/>
                </a:cubicBezTo>
                <a:lnTo>
                  <a:pt x="185" y="75"/>
                </a:lnTo>
                <a:close/>
                <a:moveTo>
                  <a:pt x="185" y="85"/>
                </a:moveTo>
                <a:cubicBezTo>
                  <a:pt x="185" y="83"/>
                  <a:pt x="185" y="83"/>
                  <a:pt x="185" y="83"/>
                </a:cubicBezTo>
                <a:cubicBezTo>
                  <a:pt x="188" y="83"/>
                  <a:pt x="188" y="83"/>
                  <a:pt x="188" y="83"/>
                </a:cubicBezTo>
                <a:cubicBezTo>
                  <a:pt x="188" y="85"/>
                  <a:pt x="188" y="85"/>
                  <a:pt x="188" y="85"/>
                </a:cubicBezTo>
                <a:lnTo>
                  <a:pt x="185" y="85"/>
                </a:lnTo>
                <a:close/>
                <a:moveTo>
                  <a:pt x="185" y="96"/>
                </a:moveTo>
                <a:cubicBezTo>
                  <a:pt x="185" y="93"/>
                  <a:pt x="185" y="93"/>
                  <a:pt x="185" y="93"/>
                </a:cubicBezTo>
                <a:cubicBezTo>
                  <a:pt x="188" y="93"/>
                  <a:pt x="188" y="93"/>
                  <a:pt x="188" y="93"/>
                </a:cubicBezTo>
                <a:cubicBezTo>
                  <a:pt x="188" y="96"/>
                  <a:pt x="188" y="96"/>
                  <a:pt x="188" y="96"/>
                </a:cubicBezTo>
                <a:lnTo>
                  <a:pt x="185" y="96"/>
                </a:lnTo>
                <a:close/>
                <a:moveTo>
                  <a:pt x="185" y="106"/>
                </a:moveTo>
                <a:cubicBezTo>
                  <a:pt x="185" y="104"/>
                  <a:pt x="185" y="104"/>
                  <a:pt x="185" y="104"/>
                </a:cubicBezTo>
                <a:cubicBezTo>
                  <a:pt x="188" y="104"/>
                  <a:pt x="188" y="104"/>
                  <a:pt x="188" y="104"/>
                </a:cubicBezTo>
                <a:cubicBezTo>
                  <a:pt x="188" y="106"/>
                  <a:pt x="188" y="106"/>
                  <a:pt x="188" y="106"/>
                </a:cubicBezTo>
                <a:lnTo>
                  <a:pt x="185" y="106"/>
                </a:lnTo>
                <a:close/>
                <a:moveTo>
                  <a:pt x="185" y="117"/>
                </a:moveTo>
                <a:cubicBezTo>
                  <a:pt x="185" y="114"/>
                  <a:pt x="185" y="114"/>
                  <a:pt x="185" y="114"/>
                </a:cubicBezTo>
                <a:cubicBezTo>
                  <a:pt x="188" y="114"/>
                  <a:pt x="188" y="114"/>
                  <a:pt x="188" y="114"/>
                </a:cubicBezTo>
                <a:cubicBezTo>
                  <a:pt x="188" y="117"/>
                  <a:pt x="188" y="117"/>
                  <a:pt x="188" y="117"/>
                </a:cubicBezTo>
                <a:lnTo>
                  <a:pt x="185" y="117"/>
                </a:lnTo>
                <a:close/>
                <a:moveTo>
                  <a:pt x="185" y="127"/>
                </a:moveTo>
                <a:cubicBezTo>
                  <a:pt x="185" y="124"/>
                  <a:pt x="185" y="124"/>
                  <a:pt x="185" y="124"/>
                </a:cubicBezTo>
                <a:cubicBezTo>
                  <a:pt x="188" y="124"/>
                  <a:pt x="188" y="124"/>
                  <a:pt x="188" y="124"/>
                </a:cubicBezTo>
                <a:cubicBezTo>
                  <a:pt x="188" y="127"/>
                  <a:pt x="188" y="127"/>
                  <a:pt x="188" y="127"/>
                </a:cubicBezTo>
                <a:lnTo>
                  <a:pt x="185" y="127"/>
                </a:lnTo>
                <a:close/>
                <a:moveTo>
                  <a:pt x="185" y="137"/>
                </a:moveTo>
                <a:cubicBezTo>
                  <a:pt x="185" y="135"/>
                  <a:pt x="185" y="135"/>
                  <a:pt x="185" y="135"/>
                </a:cubicBezTo>
                <a:cubicBezTo>
                  <a:pt x="188" y="135"/>
                  <a:pt x="188" y="135"/>
                  <a:pt x="188" y="135"/>
                </a:cubicBezTo>
                <a:cubicBezTo>
                  <a:pt x="188" y="137"/>
                  <a:pt x="188" y="137"/>
                  <a:pt x="188" y="137"/>
                </a:cubicBezTo>
                <a:lnTo>
                  <a:pt x="185" y="137"/>
                </a:lnTo>
                <a:close/>
                <a:moveTo>
                  <a:pt x="185" y="148"/>
                </a:moveTo>
                <a:cubicBezTo>
                  <a:pt x="185" y="145"/>
                  <a:pt x="185" y="145"/>
                  <a:pt x="185" y="145"/>
                </a:cubicBezTo>
                <a:cubicBezTo>
                  <a:pt x="188" y="145"/>
                  <a:pt x="188" y="145"/>
                  <a:pt x="188" y="145"/>
                </a:cubicBezTo>
                <a:cubicBezTo>
                  <a:pt x="188" y="148"/>
                  <a:pt x="188" y="148"/>
                  <a:pt x="188" y="148"/>
                </a:cubicBezTo>
                <a:lnTo>
                  <a:pt x="185" y="148"/>
                </a:lnTo>
                <a:close/>
                <a:moveTo>
                  <a:pt x="185" y="158"/>
                </a:moveTo>
                <a:cubicBezTo>
                  <a:pt x="185" y="156"/>
                  <a:pt x="185" y="156"/>
                  <a:pt x="185" y="156"/>
                </a:cubicBezTo>
                <a:cubicBezTo>
                  <a:pt x="188" y="156"/>
                  <a:pt x="188" y="156"/>
                  <a:pt x="188" y="156"/>
                </a:cubicBezTo>
                <a:cubicBezTo>
                  <a:pt x="188" y="158"/>
                  <a:pt x="188" y="158"/>
                  <a:pt x="188" y="158"/>
                </a:cubicBezTo>
                <a:lnTo>
                  <a:pt x="185" y="158"/>
                </a:lnTo>
                <a:close/>
                <a:moveTo>
                  <a:pt x="185" y="166"/>
                </a:moveTo>
                <a:cubicBezTo>
                  <a:pt x="188" y="166"/>
                  <a:pt x="188" y="166"/>
                  <a:pt x="188" y="166"/>
                </a:cubicBezTo>
                <a:cubicBezTo>
                  <a:pt x="188" y="169"/>
                  <a:pt x="188" y="169"/>
                  <a:pt x="188" y="169"/>
                </a:cubicBezTo>
                <a:cubicBezTo>
                  <a:pt x="185" y="169"/>
                  <a:pt x="185" y="169"/>
                  <a:pt x="185" y="169"/>
                </a:cubicBezTo>
                <a:lnTo>
                  <a:pt x="185" y="166"/>
                </a:lnTo>
                <a:close/>
                <a:moveTo>
                  <a:pt x="185" y="176"/>
                </a:moveTo>
                <a:cubicBezTo>
                  <a:pt x="188" y="176"/>
                  <a:pt x="188" y="176"/>
                  <a:pt x="188" y="176"/>
                </a:cubicBezTo>
                <a:cubicBezTo>
                  <a:pt x="188" y="179"/>
                  <a:pt x="188" y="179"/>
                  <a:pt x="188" y="179"/>
                </a:cubicBezTo>
                <a:cubicBezTo>
                  <a:pt x="185" y="179"/>
                  <a:pt x="185" y="179"/>
                  <a:pt x="185" y="179"/>
                </a:cubicBezTo>
                <a:lnTo>
                  <a:pt x="185" y="176"/>
                </a:lnTo>
                <a:close/>
                <a:moveTo>
                  <a:pt x="196" y="23"/>
                </a:moveTo>
                <a:cubicBezTo>
                  <a:pt x="196" y="21"/>
                  <a:pt x="196" y="21"/>
                  <a:pt x="196" y="21"/>
                </a:cubicBezTo>
                <a:cubicBezTo>
                  <a:pt x="198" y="21"/>
                  <a:pt x="198" y="21"/>
                  <a:pt x="198" y="21"/>
                </a:cubicBezTo>
                <a:cubicBezTo>
                  <a:pt x="198" y="23"/>
                  <a:pt x="198" y="23"/>
                  <a:pt x="198" y="23"/>
                </a:cubicBezTo>
                <a:lnTo>
                  <a:pt x="196" y="23"/>
                </a:lnTo>
                <a:close/>
                <a:moveTo>
                  <a:pt x="196" y="65"/>
                </a:moveTo>
                <a:cubicBezTo>
                  <a:pt x="196" y="62"/>
                  <a:pt x="196" y="62"/>
                  <a:pt x="196" y="62"/>
                </a:cubicBezTo>
                <a:cubicBezTo>
                  <a:pt x="198" y="62"/>
                  <a:pt x="198" y="62"/>
                  <a:pt x="198" y="62"/>
                </a:cubicBezTo>
                <a:cubicBezTo>
                  <a:pt x="198" y="65"/>
                  <a:pt x="198" y="65"/>
                  <a:pt x="198" y="65"/>
                </a:cubicBezTo>
                <a:lnTo>
                  <a:pt x="196" y="65"/>
                </a:lnTo>
                <a:close/>
                <a:moveTo>
                  <a:pt x="196" y="106"/>
                </a:moveTo>
                <a:cubicBezTo>
                  <a:pt x="196" y="104"/>
                  <a:pt x="196" y="104"/>
                  <a:pt x="196" y="104"/>
                </a:cubicBezTo>
                <a:cubicBezTo>
                  <a:pt x="198" y="104"/>
                  <a:pt x="198" y="104"/>
                  <a:pt x="198" y="104"/>
                </a:cubicBezTo>
                <a:cubicBezTo>
                  <a:pt x="198" y="106"/>
                  <a:pt x="198" y="106"/>
                  <a:pt x="198" y="106"/>
                </a:cubicBezTo>
                <a:lnTo>
                  <a:pt x="196" y="106"/>
                </a:lnTo>
                <a:close/>
                <a:moveTo>
                  <a:pt x="196" y="148"/>
                </a:moveTo>
                <a:cubicBezTo>
                  <a:pt x="196" y="145"/>
                  <a:pt x="196" y="145"/>
                  <a:pt x="196" y="145"/>
                </a:cubicBezTo>
                <a:cubicBezTo>
                  <a:pt x="198" y="145"/>
                  <a:pt x="198" y="145"/>
                  <a:pt x="198" y="145"/>
                </a:cubicBezTo>
                <a:cubicBezTo>
                  <a:pt x="198" y="148"/>
                  <a:pt x="198" y="148"/>
                  <a:pt x="198" y="148"/>
                </a:cubicBezTo>
                <a:lnTo>
                  <a:pt x="196" y="148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8" name="Freeform 20"/>
          <p:cNvSpPr>
            <a:spLocks noEditPoints="1"/>
          </p:cNvSpPr>
          <p:nvPr/>
        </p:nvSpPr>
        <p:spPr bwMode="auto">
          <a:xfrm>
            <a:off x="7741133" y="1714309"/>
            <a:ext cx="297527" cy="297527"/>
          </a:xfrm>
          <a:custGeom>
            <a:avLst/>
            <a:gdLst>
              <a:gd name="T0" fmla="*/ 208 w 208"/>
              <a:gd name="T1" fmla="*/ 187 h 208"/>
              <a:gd name="T2" fmla="*/ 32 w 208"/>
              <a:gd name="T3" fmla="*/ 21 h 208"/>
              <a:gd name="T4" fmla="*/ 32 w 208"/>
              <a:gd name="T5" fmla="*/ 62 h 208"/>
              <a:gd name="T6" fmla="*/ 32 w 208"/>
              <a:gd name="T7" fmla="*/ 104 h 208"/>
              <a:gd name="T8" fmla="*/ 35 w 208"/>
              <a:gd name="T9" fmla="*/ 127 h 208"/>
              <a:gd name="T10" fmla="*/ 102 w 208"/>
              <a:gd name="T11" fmla="*/ 83 h 208"/>
              <a:gd name="T12" fmla="*/ 123 w 208"/>
              <a:gd name="T13" fmla="*/ 104 h 208"/>
              <a:gd name="T14" fmla="*/ 196 w 208"/>
              <a:gd name="T15" fmla="*/ 38 h 208"/>
              <a:gd name="T16" fmla="*/ 208 w 208"/>
              <a:gd name="T17" fmla="*/ 43 h 208"/>
              <a:gd name="T18" fmla="*/ 42 w 208"/>
              <a:gd name="T19" fmla="*/ 21 h 208"/>
              <a:gd name="T20" fmla="*/ 42 w 208"/>
              <a:gd name="T21" fmla="*/ 62 h 208"/>
              <a:gd name="T22" fmla="*/ 42 w 208"/>
              <a:gd name="T23" fmla="*/ 104 h 208"/>
              <a:gd name="T24" fmla="*/ 52 w 208"/>
              <a:gd name="T25" fmla="*/ 21 h 208"/>
              <a:gd name="T26" fmla="*/ 52 w 208"/>
              <a:gd name="T27" fmla="*/ 62 h 208"/>
              <a:gd name="T28" fmla="*/ 52 w 208"/>
              <a:gd name="T29" fmla="*/ 104 h 208"/>
              <a:gd name="T30" fmla="*/ 63 w 208"/>
              <a:gd name="T31" fmla="*/ 10 h 208"/>
              <a:gd name="T32" fmla="*/ 63 w 208"/>
              <a:gd name="T33" fmla="*/ 21 h 208"/>
              <a:gd name="T34" fmla="*/ 63 w 208"/>
              <a:gd name="T35" fmla="*/ 31 h 208"/>
              <a:gd name="T36" fmla="*/ 63 w 208"/>
              <a:gd name="T37" fmla="*/ 41 h 208"/>
              <a:gd name="T38" fmla="*/ 63 w 208"/>
              <a:gd name="T39" fmla="*/ 52 h 208"/>
              <a:gd name="T40" fmla="*/ 63 w 208"/>
              <a:gd name="T41" fmla="*/ 62 h 208"/>
              <a:gd name="T42" fmla="*/ 63 w 208"/>
              <a:gd name="T43" fmla="*/ 72 h 208"/>
              <a:gd name="T44" fmla="*/ 63 w 208"/>
              <a:gd name="T45" fmla="*/ 83 h 208"/>
              <a:gd name="T46" fmla="*/ 63 w 208"/>
              <a:gd name="T47" fmla="*/ 93 h 208"/>
              <a:gd name="T48" fmla="*/ 73 w 208"/>
              <a:gd name="T49" fmla="*/ 21 h 208"/>
              <a:gd name="T50" fmla="*/ 73 w 208"/>
              <a:gd name="T51" fmla="*/ 62 h 208"/>
              <a:gd name="T52" fmla="*/ 84 w 208"/>
              <a:gd name="T53" fmla="*/ 21 h 208"/>
              <a:gd name="T54" fmla="*/ 84 w 208"/>
              <a:gd name="T55" fmla="*/ 62 h 208"/>
              <a:gd name="T56" fmla="*/ 94 w 208"/>
              <a:gd name="T57" fmla="*/ 21 h 208"/>
              <a:gd name="T58" fmla="*/ 94 w 208"/>
              <a:gd name="T59" fmla="*/ 62 h 208"/>
              <a:gd name="T60" fmla="*/ 104 w 208"/>
              <a:gd name="T61" fmla="*/ 10 h 208"/>
              <a:gd name="T62" fmla="*/ 104 w 208"/>
              <a:gd name="T63" fmla="*/ 21 h 208"/>
              <a:gd name="T64" fmla="*/ 104 w 208"/>
              <a:gd name="T65" fmla="*/ 31 h 208"/>
              <a:gd name="T66" fmla="*/ 104 w 208"/>
              <a:gd name="T67" fmla="*/ 41 h 208"/>
              <a:gd name="T68" fmla="*/ 104 w 208"/>
              <a:gd name="T69" fmla="*/ 52 h 208"/>
              <a:gd name="T70" fmla="*/ 104 w 208"/>
              <a:gd name="T71" fmla="*/ 62 h 208"/>
              <a:gd name="T72" fmla="*/ 104 w 208"/>
              <a:gd name="T73" fmla="*/ 72 h 208"/>
              <a:gd name="T74" fmla="*/ 115 w 208"/>
              <a:gd name="T75" fmla="*/ 21 h 208"/>
              <a:gd name="T76" fmla="*/ 115 w 208"/>
              <a:gd name="T77" fmla="*/ 62 h 208"/>
              <a:gd name="T78" fmla="*/ 125 w 208"/>
              <a:gd name="T79" fmla="*/ 21 h 208"/>
              <a:gd name="T80" fmla="*/ 125 w 208"/>
              <a:gd name="T81" fmla="*/ 62 h 208"/>
              <a:gd name="T82" fmla="*/ 136 w 208"/>
              <a:gd name="T83" fmla="*/ 21 h 208"/>
              <a:gd name="T84" fmla="*/ 136 w 208"/>
              <a:gd name="T85" fmla="*/ 62 h 208"/>
              <a:gd name="T86" fmla="*/ 146 w 208"/>
              <a:gd name="T87" fmla="*/ 10 h 208"/>
              <a:gd name="T88" fmla="*/ 146 w 208"/>
              <a:gd name="T89" fmla="*/ 21 h 208"/>
              <a:gd name="T90" fmla="*/ 146 w 208"/>
              <a:gd name="T91" fmla="*/ 31 h 208"/>
              <a:gd name="T92" fmla="*/ 146 w 208"/>
              <a:gd name="T93" fmla="*/ 41 h 208"/>
              <a:gd name="T94" fmla="*/ 146 w 208"/>
              <a:gd name="T95" fmla="*/ 52 h 208"/>
              <a:gd name="T96" fmla="*/ 146 w 208"/>
              <a:gd name="T97" fmla="*/ 62 h 208"/>
              <a:gd name="T98" fmla="*/ 146 w 208"/>
              <a:gd name="T99" fmla="*/ 72 h 208"/>
              <a:gd name="T100" fmla="*/ 146 w 208"/>
              <a:gd name="T101" fmla="*/ 83 h 208"/>
              <a:gd name="T102" fmla="*/ 156 w 208"/>
              <a:gd name="T103" fmla="*/ 21 h 208"/>
              <a:gd name="T104" fmla="*/ 156 w 208"/>
              <a:gd name="T105" fmla="*/ 62 h 208"/>
              <a:gd name="T106" fmla="*/ 167 w 208"/>
              <a:gd name="T107" fmla="*/ 21 h 208"/>
              <a:gd name="T108" fmla="*/ 167 w 208"/>
              <a:gd name="T109" fmla="*/ 62 h 208"/>
              <a:gd name="T110" fmla="*/ 177 w 208"/>
              <a:gd name="T111" fmla="*/ 21 h 208"/>
              <a:gd name="T112" fmla="*/ 187 w 208"/>
              <a:gd name="T113" fmla="*/ 10 h 208"/>
              <a:gd name="T114" fmla="*/ 187 w 208"/>
              <a:gd name="T115" fmla="*/ 21 h 208"/>
              <a:gd name="T116" fmla="*/ 187 w 208"/>
              <a:gd name="T117" fmla="*/ 31 h 208"/>
              <a:gd name="T118" fmla="*/ 187 w 208"/>
              <a:gd name="T119" fmla="*/ 41 h 208"/>
              <a:gd name="T120" fmla="*/ 198 w 208"/>
              <a:gd name="T121" fmla="*/ 21 h 2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208" h="208">
                <a:moveTo>
                  <a:pt x="0" y="208"/>
                </a:moveTo>
                <a:cubicBezTo>
                  <a:pt x="0" y="0"/>
                  <a:pt x="0" y="0"/>
                  <a:pt x="0" y="0"/>
                </a:cubicBezTo>
                <a:cubicBezTo>
                  <a:pt x="21" y="0"/>
                  <a:pt x="21" y="0"/>
                  <a:pt x="21" y="0"/>
                </a:cubicBezTo>
                <a:cubicBezTo>
                  <a:pt x="21" y="187"/>
                  <a:pt x="21" y="187"/>
                  <a:pt x="21" y="187"/>
                </a:cubicBezTo>
                <a:cubicBezTo>
                  <a:pt x="208" y="187"/>
                  <a:pt x="208" y="187"/>
                  <a:pt x="208" y="187"/>
                </a:cubicBezTo>
                <a:cubicBezTo>
                  <a:pt x="208" y="208"/>
                  <a:pt x="208" y="208"/>
                  <a:pt x="208" y="208"/>
                </a:cubicBezTo>
                <a:lnTo>
                  <a:pt x="0" y="208"/>
                </a:lnTo>
                <a:close/>
                <a:moveTo>
                  <a:pt x="29" y="23"/>
                </a:moveTo>
                <a:cubicBezTo>
                  <a:pt x="29" y="21"/>
                  <a:pt x="29" y="21"/>
                  <a:pt x="29" y="21"/>
                </a:cubicBezTo>
                <a:cubicBezTo>
                  <a:pt x="32" y="21"/>
                  <a:pt x="32" y="21"/>
                  <a:pt x="32" y="21"/>
                </a:cubicBezTo>
                <a:cubicBezTo>
                  <a:pt x="32" y="23"/>
                  <a:pt x="32" y="23"/>
                  <a:pt x="32" y="23"/>
                </a:cubicBezTo>
                <a:lnTo>
                  <a:pt x="29" y="23"/>
                </a:lnTo>
                <a:close/>
                <a:moveTo>
                  <a:pt x="29" y="65"/>
                </a:moveTo>
                <a:cubicBezTo>
                  <a:pt x="29" y="62"/>
                  <a:pt x="29" y="62"/>
                  <a:pt x="29" y="62"/>
                </a:cubicBezTo>
                <a:cubicBezTo>
                  <a:pt x="32" y="62"/>
                  <a:pt x="32" y="62"/>
                  <a:pt x="32" y="62"/>
                </a:cubicBezTo>
                <a:cubicBezTo>
                  <a:pt x="32" y="65"/>
                  <a:pt x="32" y="65"/>
                  <a:pt x="32" y="65"/>
                </a:cubicBezTo>
                <a:lnTo>
                  <a:pt x="29" y="65"/>
                </a:lnTo>
                <a:close/>
                <a:moveTo>
                  <a:pt x="29" y="106"/>
                </a:moveTo>
                <a:cubicBezTo>
                  <a:pt x="29" y="104"/>
                  <a:pt x="29" y="104"/>
                  <a:pt x="29" y="104"/>
                </a:cubicBezTo>
                <a:cubicBezTo>
                  <a:pt x="32" y="104"/>
                  <a:pt x="32" y="104"/>
                  <a:pt x="32" y="104"/>
                </a:cubicBezTo>
                <a:cubicBezTo>
                  <a:pt x="32" y="106"/>
                  <a:pt x="32" y="106"/>
                  <a:pt x="32" y="106"/>
                </a:cubicBezTo>
                <a:lnTo>
                  <a:pt x="29" y="106"/>
                </a:lnTo>
                <a:close/>
                <a:moveTo>
                  <a:pt x="32" y="176"/>
                </a:moveTo>
                <a:cubicBezTo>
                  <a:pt x="32" y="133"/>
                  <a:pt x="32" y="133"/>
                  <a:pt x="32" y="133"/>
                </a:cubicBezTo>
                <a:cubicBezTo>
                  <a:pt x="32" y="130"/>
                  <a:pt x="33" y="128"/>
                  <a:pt x="35" y="127"/>
                </a:cubicBezTo>
                <a:cubicBezTo>
                  <a:pt x="83" y="79"/>
                  <a:pt x="83" y="79"/>
                  <a:pt x="83" y="79"/>
                </a:cubicBezTo>
                <a:cubicBezTo>
                  <a:pt x="84" y="77"/>
                  <a:pt x="86" y="75"/>
                  <a:pt x="89" y="75"/>
                </a:cubicBezTo>
                <a:cubicBezTo>
                  <a:pt x="91" y="75"/>
                  <a:pt x="93" y="76"/>
                  <a:pt x="95" y="78"/>
                </a:cubicBezTo>
                <a:cubicBezTo>
                  <a:pt x="102" y="85"/>
                  <a:pt x="102" y="85"/>
                  <a:pt x="102" y="85"/>
                </a:cubicBezTo>
                <a:cubicBezTo>
                  <a:pt x="102" y="83"/>
                  <a:pt x="102" y="83"/>
                  <a:pt x="102" y="83"/>
                </a:cubicBezTo>
                <a:cubicBezTo>
                  <a:pt x="104" y="83"/>
                  <a:pt x="104" y="83"/>
                  <a:pt x="104" y="83"/>
                </a:cubicBezTo>
                <a:cubicBezTo>
                  <a:pt x="104" y="85"/>
                  <a:pt x="104" y="85"/>
                  <a:pt x="104" y="85"/>
                </a:cubicBezTo>
                <a:cubicBezTo>
                  <a:pt x="102" y="85"/>
                  <a:pt x="102" y="85"/>
                  <a:pt x="102" y="85"/>
                </a:cubicBezTo>
                <a:cubicBezTo>
                  <a:pt x="123" y="106"/>
                  <a:pt x="123" y="106"/>
                  <a:pt x="123" y="106"/>
                </a:cubicBezTo>
                <a:cubicBezTo>
                  <a:pt x="123" y="104"/>
                  <a:pt x="123" y="104"/>
                  <a:pt x="123" y="104"/>
                </a:cubicBezTo>
                <a:cubicBezTo>
                  <a:pt x="125" y="104"/>
                  <a:pt x="125" y="104"/>
                  <a:pt x="125" y="104"/>
                </a:cubicBezTo>
                <a:cubicBezTo>
                  <a:pt x="125" y="106"/>
                  <a:pt x="125" y="106"/>
                  <a:pt x="125" y="106"/>
                </a:cubicBezTo>
                <a:cubicBezTo>
                  <a:pt x="123" y="106"/>
                  <a:pt x="123" y="106"/>
                  <a:pt x="123" y="106"/>
                </a:cubicBezTo>
                <a:cubicBezTo>
                  <a:pt x="125" y="109"/>
                  <a:pt x="125" y="109"/>
                  <a:pt x="125" y="109"/>
                </a:cubicBezTo>
                <a:cubicBezTo>
                  <a:pt x="196" y="38"/>
                  <a:pt x="196" y="38"/>
                  <a:pt x="196" y="38"/>
                </a:cubicBezTo>
                <a:cubicBezTo>
                  <a:pt x="197" y="37"/>
                  <a:pt x="198" y="36"/>
                  <a:pt x="200" y="36"/>
                </a:cubicBezTo>
                <a:cubicBezTo>
                  <a:pt x="201" y="36"/>
                  <a:pt x="203" y="36"/>
                  <a:pt x="204" y="36"/>
                </a:cubicBezTo>
                <a:cubicBezTo>
                  <a:pt x="205" y="37"/>
                  <a:pt x="206" y="38"/>
                  <a:pt x="207" y="39"/>
                </a:cubicBezTo>
                <a:cubicBezTo>
                  <a:pt x="208" y="40"/>
                  <a:pt x="208" y="41"/>
                  <a:pt x="208" y="43"/>
                </a:cubicBezTo>
                <a:cubicBezTo>
                  <a:pt x="208" y="43"/>
                  <a:pt x="208" y="43"/>
                  <a:pt x="208" y="43"/>
                </a:cubicBezTo>
                <a:cubicBezTo>
                  <a:pt x="208" y="176"/>
                  <a:pt x="208" y="176"/>
                  <a:pt x="208" y="176"/>
                </a:cubicBezTo>
                <a:lnTo>
                  <a:pt x="32" y="176"/>
                </a:lnTo>
                <a:close/>
                <a:moveTo>
                  <a:pt x="40" y="23"/>
                </a:moveTo>
                <a:cubicBezTo>
                  <a:pt x="40" y="21"/>
                  <a:pt x="40" y="21"/>
                  <a:pt x="40" y="21"/>
                </a:cubicBezTo>
                <a:cubicBezTo>
                  <a:pt x="42" y="21"/>
                  <a:pt x="42" y="21"/>
                  <a:pt x="42" y="21"/>
                </a:cubicBezTo>
                <a:cubicBezTo>
                  <a:pt x="42" y="23"/>
                  <a:pt x="42" y="23"/>
                  <a:pt x="42" y="23"/>
                </a:cubicBezTo>
                <a:lnTo>
                  <a:pt x="40" y="23"/>
                </a:lnTo>
                <a:close/>
                <a:moveTo>
                  <a:pt x="40" y="65"/>
                </a:moveTo>
                <a:cubicBezTo>
                  <a:pt x="40" y="62"/>
                  <a:pt x="40" y="62"/>
                  <a:pt x="40" y="62"/>
                </a:cubicBezTo>
                <a:cubicBezTo>
                  <a:pt x="42" y="62"/>
                  <a:pt x="42" y="62"/>
                  <a:pt x="42" y="62"/>
                </a:cubicBezTo>
                <a:cubicBezTo>
                  <a:pt x="42" y="65"/>
                  <a:pt x="42" y="65"/>
                  <a:pt x="42" y="65"/>
                </a:cubicBezTo>
                <a:lnTo>
                  <a:pt x="40" y="65"/>
                </a:lnTo>
                <a:close/>
                <a:moveTo>
                  <a:pt x="40" y="106"/>
                </a:moveTo>
                <a:cubicBezTo>
                  <a:pt x="40" y="104"/>
                  <a:pt x="40" y="104"/>
                  <a:pt x="40" y="104"/>
                </a:cubicBezTo>
                <a:cubicBezTo>
                  <a:pt x="42" y="104"/>
                  <a:pt x="42" y="104"/>
                  <a:pt x="42" y="104"/>
                </a:cubicBezTo>
                <a:cubicBezTo>
                  <a:pt x="42" y="106"/>
                  <a:pt x="42" y="106"/>
                  <a:pt x="42" y="106"/>
                </a:cubicBezTo>
                <a:lnTo>
                  <a:pt x="40" y="106"/>
                </a:lnTo>
                <a:close/>
                <a:moveTo>
                  <a:pt x="50" y="23"/>
                </a:moveTo>
                <a:cubicBezTo>
                  <a:pt x="50" y="21"/>
                  <a:pt x="50" y="21"/>
                  <a:pt x="50" y="21"/>
                </a:cubicBezTo>
                <a:cubicBezTo>
                  <a:pt x="52" y="21"/>
                  <a:pt x="52" y="21"/>
                  <a:pt x="52" y="21"/>
                </a:cubicBezTo>
                <a:cubicBezTo>
                  <a:pt x="52" y="23"/>
                  <a:pt x="52" y="23"/>
                  <a:pt x="52" y="23"/>
                </a:cubicBezTo>
                <a:lnTo>
                  <a:pt x="50" y="23"/>
                </a:lnTo>
                <a:close/>
                <a:moveTo>
                  <a:pt x="50" y="65"/>
                </a:moveTo>
                <a:cubicBezTo>
                  <a:pt x="50" y="62"/>
                  <a:pt x="50" y="62"/>
                  <a:pt x="50" y="62"/>
                </a:cubicBezTo>
                <a:cubicBezTo>
                  <a:pt x="52" y="62"/>
                  <a:pt x="52" y="62"/>
                  <a:pt x="52" y="62"/>
                </a:cubicBezTo>
                <a:cubicBezTo>
                  <a:pt x="52" y="65"/>
                  <a:pt x="52" y="65"/>
                  <a:pt x="52" y="65"/>
                </a:cubicBezTo>
                <a:lnTo>
                  <a:pt x="50" y="65"/>
                </a:lnTo>
                <a:close/>
                <a:moveTo>
                  <a:pt x="50" y="106"/>
                </a:moveTo>
                <a:cubicBezTo>
                  <a:pt x="50" y="104"/>
                  <a:pt x="50" y="104"/>
                  <a:pt x="50" y="104"/>
                </a:cubicBezTo>
                <a:cubicBezTo>
                  <a:pt x="52" y="104"/>
                  <a:pt x="52" y="104"/>
                  <a:pt x="52" y="104"/>
                </a:cubicBezTo>
                <a:cubicBezTo>
                  <a:pt x="52" y="106"/>
                  <a:pt x="52" y="106"/>
                  <a:pt x="52" y="106"/>
                </a:cubicBezTo>
                <a:lnTo>
                  <a:pt x="50" y="106"/>
                </a:lnTo>
                <a:close/>
                <a:moveTo>
                  <a:pt x="60" y="13"/>
                </a:moveTo>
                <a:cubicBezTo>
                  <a:pt x="60" y="10"/>
                  <a:pt x="60" y="10"/>
                  <a:pt x="60" y="10"/>
                </a:cubicBezTo>
                <a:cubicBezTo>
                  <a:pt x="63" y="10"/>
                  <a:pt x="63" y="10"/>
                  <a:pt x="63" y="10"/>
                </a:cubicBezTo>
                <a:cubicBezTo>
                  <a:pt x="63" y="13"/>
                  <a:pt x="63" y="13"/>
                  <a:pt x="63" y="13"/>
                </a:cubicBezTo>
                <a:lnTo>
                  <a:pt x="60" y="13"/>
                </a:lnTo>
                <a:close/>
                <a:moveTo>
                  <a:pt x="60" y="23"/>
                </a:moveTo>
                <a:cubicBezTo>
                  <a:pt x="60" y="21"/>
                  <a:pt x="60" y="21"/>
                  <a:pt x="60" y="21"/>
                </a:cubicBezTo>
                <a:cubicBezTo>
                  <a:pt x="63" y="21"/>
                  <a:pt x="63" y="21"/>
                  <a:pt x="63" y="21"/>
                </a:cubicBezTo>
                <a:cubicBezTo>
                  <a:pt x="63" y="23"/>
                  <a:pt x="63" y="23"/>
                  <a:pt x="63" y="23"/>
                </a:cubicBezTo>
                <a:lnTo>
                  <a:pt x="60" y="23"/>
                </a:lnTo>
                <a:close/>
                <a:moveTo>
                  <a:pt x="60" y="34"/>
                </a:moveTo>
                <a:cubicBezTo>
                  <a:pt x="60" y="31"/>
                  <a:pt x="60" y="31"/>
                  <a:pt x="60" y="31"/>
                </a:cubicBezTo>
                <a:cubicBezTo>
                  <a:pt x="63" y="31"/>
                  <a:pt x="63" y="31"/>
                  <a:pt x="63" y="31"/>
                </a:cubicBezTo>
                <a:cubicBezTo>
                  <a:pt x="63" y="34"/>
                  <a:pt x="63" y="34"/>
                  <a:pt x="63" y="34"/>
                </a:cubicBezTo>
                <a:lnTo>
                  <a:pt x="60" y="34"/>
                </a:lnTo>
                <a:close/>
                <a:moveTo>
                  <a:pt x="60" y="44"/>
                </a:moveTo>
                <a:cubicBezTo>
                  <a:pt x="60" y="41"/>
                  <a:pt x="60" y="41"/>
                  <a:pt x="60" y="41"/>
                </a:cubicBezTo>
                <a:cubicBezTo>
                  <a:pt x="63" y="41"/>
                  <a:pt x="63" y="41"/>
                  <a:pt x="63" y="41"/>
                </a:cubicBezTo>
                <a:cubicBezTo>
                  <a:pt x="63" y="44"/>
                  <a:pt x="63" y="44"/>
                  <a:pt x="63" y="44"/>
                </a:cubicBezTo>
                <a:lnTo>
                  <a:pt x="60" y="44"/>
                </a:lnTo>
                <a:close/>
                <a:moveTo>
                  <a:pt x="60" y="54"/>
                </a:moveTo>
                <a:cubicBezTo>
                  <a:pt x="60" y="52"/>
                  <a:pt x="60" y="52"/>
                  <a:pt x="60" y="52"/>
                </a:cubicBezTo>
                <a:cubicBezTo>
                  <a:pt x="63" y="52"/>
                  <a:pt x="63" y="52"/>
                  <a:pt x="63" y="52"/>
                </a:cubicBezTo>
                <a:cubicBezTo>
                  <a:pt x="63" y="54"/>
                  <a:pt x="63" y="54"/>
                  <a:pt x="63" y="54"/>
                </a:cubicBezTo>
                <a:lnTo>
                  <a:pt x="60" y="54"/>
                </a:lnTo>
                <a:close/>
                <a:moveTo>
                  <a:pt x="60" y="65"/>
                </a:moveTo>
                <a:cubicBezTo>
                  <a:pt x="60" y="62"/>
                  <a:pt x="60" y="62"/>
                  <a:pt x="60" y="62"/>
                </a:cubicBezTo>
                <a:cubicBezTo>
                  <a:pt x="63" y="62"/>
                  <a:pt x="63" y="62"/>
                  <a:pt x="63" y="62"/>
                </a:cubicBezTo>
                <a:cubicBezTo>
                  <a:pt x="63" y="65"/>
                  <a:pt x="63" y="65"/>
                  <a:pt x="63" y="65"/>
                </a:cubicBezTo>
                <a:lnTo>
                  <a:pt x="60" y="65"/>
                </a:lnTo>
                <a:close/>
                <a:moveTo>
                  <a:pt x="60" y="75"/>
                </a:moveTo>
                <a:cubicBezTo>
                  <a:pt x="60" y="72"/>
                  <a:pt x="60" y="72"/>
                  <a:pt x="60" y="72"/>
                </a:cubicBezTo>
                <a:cubicBezTo>
                  <a:pt x="63" y="72"/>
                  <a:pt x="63" y="72"/>
                  <a:pt x="63" y="72"/>
                </a:cubicBezTo>
                <a:cubicBezTo>
                  <a:pt x="63" y="75"/>
                  <a:pt x="63" y="75"/>
                  <a:pt x="63" y="75"/>
                </a:cubicBezTo>
                <a:lnTo>
                  <a:pt x="60" y="75"/>
                </a:lnTo>
                <a:close/>
                <a:moveTo>
                  <a:pt x="60" y="85"/>
                </a:moveTo>
                <a:cubicBezTo>
                  <a:pt x="60" y="83"/>
                  <a:pt x="60" y="83"/>
                  <a:pt x="60" y="83"/>
                </a:cubicBezTo>
                <a:cubicBezTo>
                  <a:pt x="63" y="83"/>
                  <a:pt x="63" y="83"/>
                  <a:pt x="63" y="83"/>
                </a:cubicBezTo>
                <a:cubicBezTo>
                  <a:pt x="63" y="85"/>
                  <a:pt x="63" y="85"/>
                  <a:pt x="63" y="85"/>
                </a:cubicBezTo>
                <a:lnTo>
                  <a:pt x="60" y="85"/>
                </a:lnTo>
                <a:close/>
                <a:moveTo>
                  <a:pt x="60" y="96"/>
                </a:moveTo>
                <a:cubicBezTo>
                  <a:pt x="60" y="93"/>
                  <a:pt x="60" y="93"/>
                  <a:pt x="60" y="93"/>
                </a:cubicBezTo>
                <a:cubicBezTo>
                  <a:pt x="63" y="93"/>
                  <a:pt x="63" y="93"/>
                  <a:pt x="63" y="93"/>
                </a:cubicBezTo>
                <a:cubicBezTo>
                  <a:pt x="63" y="96"/>
                  <a:pt x="63" y="96"/>
                  <a:pt x="63" y="96"/>
                </a:cubicBezTo>
                <a:lnTo>
                  <a:pt x="60" y="96"/>
                </a:lnTo>
                <a:close/>
                <a:moveTo>
                  <a:pt x="71" y="23"/>
                </a:moveTo>
                <a:cubicBezTo>
                  <a:pt x="71" y="21"/>
                  <a:pt x="71" y="21"/>
                  <a:pt x="71" y="21"/>
                </a:cubicBezTo>
                <a:cubicBezTo>
                  <a:pt x="73" y="21"/>
                  <a:pt x="73" y="21"/>
                  <a:pt x="73" y="21"/>
                </a:cubicBezTo>
                <a:cubicBezTo>
                  <a:pt x="73" y="23"/>
                  <a:pt x="73" y="23"/>
                  <a:pt x="73" y="23"/>
                </a:cubicBezTo>
                <a:lnTo>
                  <a:pt x="71" y="23"/>
                </a:lnTo>
                <a:close/>
                <a:moveTo>
                  <a:pt x="71" y="65"/>
                </a:moveTo>
                <a:cubicBezTo>
                  <a:pt x="71" y="62"/>
                  <a:pt x="71" y="62"/>
                  <a:pt x="71" y="62"/>
                </a:cubicBezTo>
                <a:cubicBezTo>
                  <a:pt x="73" y="62"/>
                  <a:pt x="73" y="62"/>
                  <a:pt x="73" y="62"/>
                </a:cubicBezTo>
                <a:cubicBezTo>
                  <a:pt x="73" y="65"/>
                  <a:pt x="73" y="65"/>
                  <a:pt x="73" y="65"/>
                </a:cubicBezTo>
                <a:lnTo>
                  <a:pt x="71" y="65"/>
                </a:lnTo>
                <a:close/>
                <a:moveTo>
                  <a:pt x="81" y="23"/>
                </a:moveTo>
                <a:cubicBezTo>
                  <a:pt x="81" y="21"/>
                  <a:pt x="81" y="21"/>
                  <a:pt x="81" y="21"/>
                </a:cubicBezTo>
                <a:cubicBezTo>
                  <a:pt x="84" y="21"/>
                  <a:pt x="84" y="21"/>
                  <a:pt x="84" y="21"/>
                </a:cubicBezTo>
                <a:cubicBezTo>
                  <a:pt x="84" y="23"/>
                  <a:pt x="84" y="23"/>
                  <a:pt x="84" y="23"/>
                </a:cubicBezTo>
                <a:lnTo>
                  <a:pt x="81" y="23"/>
                </a:lnTo>
                <a:close/>
                <a:moveTo>
                  <a:pt x="81" y="65"/>
                </a:moveTo>
                <a:cubicBezTo>
                  <a:pt x="81" y="62"/>
                  <a:pt x="81" y="62"/>
                  <a:pt x="81" y="62"/>
                </a:cubicBezTo>
                <a:cubicBezTo>
                  <a:pt x="84" y="62"/>
                  <a:pt x="84" y="62"/>
                  <a:pt x="84" y="62"/>
                </a:cubicBezTo>
                <a:cubicBezTo>
                  <a:pt x="84" y="65"/>
                  <a:pt x="84" y="65"/>
                  <a:pt x="84" y="65"/>
                </a:cubicBezTo>
                <a:lnTo>
                  <a:pt x="81" y="65"/>
                </a:lnTo>
                <a:close/>
                <a:moveTo>
                  <a:pt x="91" y="23"/>
                </a:moveTo>
                <a:cubicBezTo>
                  <a:pt x="91" y="21"/>
                  <a:pt x="91" y="21"/>
                  <a:pt x="91" y="21"/>
                </a:cubicBezTo>
                <a:cubicBezTo>
                  <a:pt x="94" y="21"/>
                  <a:pt x="94" y="21"/>
                  <a:pt x="94" y="21"/>
                </a:cubicBezTo>
                <a:cubicBezTo>
                  <a:pt x="94" y="23"/>
                  <a:pt x="94" y="23"/>
                  <a:pt x="94" y="23"/>
                </a:cubicBezTo>
                <a:lnTo>
                  <a:pt x="91" y="23"/>
                </a:lnTo>
                <a:close/>
                <a:moveTo>
                  <a:pt x="91" y="65"/>
                </a:moveTo>
                <a:cubicBezTo>
                  <a:pt x="91" y="62"/>
                  <a:pt x="91" y="62"/>
                  <a:pt x="91" y="62"/>
                </a:cubicBezTo>
                <a:cubicBezTo>
                  <a:pt x="94" y="62"/>
                  <a:pt x="94" y="62"/>
                  <a:pt x="94" y="62"/>
                </a:cubicBezTo>
                <a:cubicBezTo>
                  <a:pt x="94" y="65"/>
                  <a:pt x="94" y="65"/>
                  <a:pt x="94" y="65"/>
                </a:cubicBezTo>
                <a:lnTo>
                  <a:pt x="91" y="65"/>
                </a:lnTo>
                <a:close/>
                <a:moveTo>
                  <a:pt x="102" y="13"/>
                </a:moveTo>
                <a:cubicBezTo>
                  <a:pt x="102" y="10"/>
                  <a:pt x="102" y="10"/>
                  <a:pt x="102" y="10"/>
                </a:cubicBezTo>
                <a:cubicBezTo>
                  <a:pt x="104" y="10"/>
                  <a:pt x="104" y="10"/>
                  <a:pt x="104" y="10"/>
                </a:cubicBezTo>
                <a:cubicBezTo>
                  <a:pt x="104" y="13"/>
                  <a:pt x="104" y="13"/>
                  <a:pt x="104" y="13"/>
                </a:cubicBezTo>
                <a:lnTo>
                  <a:pt x="102" y="13"/>
                </a:lnTo>
                <a:close/>
                <a:moveTo>
                  <a:pt x="102" y="23"/>
                </a:moveTo>
                <a:cubicBezTo>
                  <a:pt x="102" y="21"/>
                  <a:pt x="102" y="21"/>
                  <a:pt x="102" y="21"/>
                </a:cubicBezTo>
                <a:cubicBezTo>
                  <a:pt x="104" y="21"/>
                  <a:pt x="104" y="21"/>
                  <a:pt x="104" y="21"/>
                </a:cubicBezTo>
                <a:cubicBezTo>
                  <a:pt x="104" y="23"/>
                  <a:pt x="104" y="23"/>
                  <a:pt x="104" y="23"/>
                </a:cubicBezTo>
                <a:lnTo>
                  <a:pt x="102" y="23"/>
                </a:lnTo>
                <a:close/>
                <a:moveTo>
                  <a:pt x="102" y="34"/>
                </a:moveTo>
                <a:cubicBezTo>
                  <a:pt x="102" y="31"/>
                  <a:pt x="102" y="31"/>
                  <a:pt x="102" y="31"/>
                </a:cubicBezTo>
                <a:cubicBezTo>
                  <a:pt x="104" y="31"/>
                  <a:pt x="104" y="31"/>
                  <a:pt x="104" y="31"/>
                </a:cubicBezTo>
                <a:cubicBezTo>
                  <a:pt x="104" y="34"/>
                  <a:pt x="104" y="34"/>
                  <a:pt x="104" y="34"/>
                </a:cubicBezTo>
                <a:lnTo>
                  <a:pt x="102" y="34"/>
                </a:lnTo>
                <a:close/>
                <a:moveTo>
                  <a:pt x="102" y="44"/>
                </a:moveTo>
                <a:cubicBezTo>
                  <a:pt x="102" y="41"/>
                  <a:pt x="102" y="41"/>
                  <a:pt x="102" y="41"/>
                </a:cubicBezTo>
                <a:cubicBezTo>
                  <a:pt x="104" y="41"/>
                  <a:pt x="104" y="41"/>
                  <a:pt x="104" y="41"/>
                </a:cubicBezTo>
                <a:cubicBezTo>
                  <a:pt x="104" y="44"/>
                  <a:pt x="104" y="44"/>
                  <a:pt x="104" y="44"/>
                </a:cubicBezTo>
                <a:lnTo>
                  <a:pt x="102" y="44"/>
                </a:lnTo>
                <a:close/>
                <a:moveTo>
                  <a:pt x="102" y="54"/>
                </a:moveTo>
                <a:cubicBezTo>
                  <a:pt x="102" y="52"/>
                  <a:pt x="102" y="52"/>
                  <a:pt x="102" y="52"/>
                </a:cubicBezTo>
                <a:cubicBezTo>
                  <a:pt x="104" y="52"/>
                  <a:pt x="104" y="52"/>
                  <a:pt x="104" y="52"/>
                </a:cubicBezTo>
                <a:cubicBezTo>
                  <a:pt x="104" y="54"/>
                  <a:pt x="104" y="54"/>
                  <a:pt x="104" y="54"/>
                </a:cubicBezTo>
                <a:lnTo>
                  <a:pt x="102" y="54"/>
                </a:lnTo>
                <a:close/>
                <a:moveTo>
                  <a:pt x="102" y="65"/>
                </a:moveTo>
                <a:cubicBezTo>
                  <a:pt x="102" y="62"/>
                  <a:pt x="102" y="62"/>
                  <a:pt x="102" y="62"/>
                </a:cubicBezTo>
                <a:cubicBezTo>
                  <a:pt x="104" y="62"/>
                  <a:pt x="104" y="62"/>
                  <a:pt x="104" y="62"/>
                </a:cubicBezTo>
                <a:cubicBezTo>
                  <a:pt x="104" y="65"/>
                  <a:pt x="104" y="65"/>
                  <a:pt x="104" y="65"/>
                </a:cubicBezTo>
                <a:lnTo>
                  <a:pt x="102" y="65"/>
                </a:lnTo>
                <a:close/>
                <a:moveTo>
                  <a:pt x="102" y="75"/>
                </a:moveTo>
                <a:cubicBezTo>
                  <a:pt x="102" y="72"/>
                  <a:pt x="102" y="72"/>
                  <a:pt x="102" y="72"/>
                </a:cubicBezTo>
                <a:cubicBezTo>
                  <a:pt x="104" y="72"/>
                  <a:pt x="104" y="72"/>
                  <a:pt x="104" y="72"/>
                </a:cubicBezTo>
                <a:cubicBezTo>
                  <a:pt x="104" y="75"/>
                  <a:pt x="104" y="75"/>
                  <a:pt x="104" y="75"/>
                </a:cubicBezTo>
                <a:lnTo>
                  <a:pt x="102" y="75"/>
                </a:lnTo>
                <a:close/>
                <a:moveTo>
                  <a:pt x="112" y="23"/>
                </a:moveTo>
                <a:cubicBezTo>
                  <a:pt x="112" y="21"/>
                  <a:pt x="112" y="21"/>
                  <a:pt x="112" y="21"/>
                </a:cubicBezTo>
                <a:cubicBezTo>
                  <a:pt x="115" y="21"/>
                  <a:pt x="115" y="21"/>
                  <a:pt x="115" y="21"/>
                </a:cubicBezTo>
                <a:cubicBezTo>
                  <a:pt x="115" y="23"/>
                  <a:pt x="115" y="23"/>
                  <a:pt x="115" y="23"/>
                </a:cubicBezTo>
                <a:lnTo>
                  <a:pt x="112" y="23"/>
                </a:lnTo>
                <a:close/>
                <a:moveTo>
                  <a:pt x="112" y="65"/>
                </a:moveTo>
                <a:cubicBezTo>
                  <a:pt x="112" y="62"/>
                  <a:pt x="112" y="62"/>
                  <a:pt x="112" y="62"/>
                </a:cubicBezTo>
                <a:cubicBezTo>
                  <a:pt x="115" y="62"/>
                  <a:pt x="115" y="62"/>
                  <a:pt x="115" y="62"/>
                </a:cubicBezTo>
                <a:cubicBezTo>
                  <a:pt x="115" y="65"/>
                  <a:pt x="115" y="65"/>
                  <a:pt x="115" y="65"/>
                </a:cubicBezTo>
                <a:lnTo>
                  <a:pt x="112" y="65"/>
                </a:lnTo>
                <a:close/>
                <a:moveTo>
                  <a:pt x="123" y="23"/>
                </a:moveTo>
                <a:cubicBezTo>
                  <a:pt x="123" y="21"/>
                  <a:pt x="123" y="21"/>
                  <a:pt x="123" y="21"/>
                </a:cubicBezTo>
                <a:cubicBezTo>
                  <a:pt x="125" y="21"/>
                  <a:pt x="125" y="21"/>
                  <a:pt x="125" y="21"/>
                </a:cubicBezTo>
                <a:cubicBezTo>
                  <a:pt x="125" y="23"/>
                  <a:pt x="125" y="23"/>
                  <a:pt x="125" y="23"/>
                </a:cubicBezTo>
                <a:lnTo>
                  <a:pt x="123" y="23"/>
                </a:lnTo>
                <a:close/>
                <a:moveTo>
                  <a:pt x="123" y="65"/>
                </a:moveTo>
                <a:cubicBezTo>
                  <a:pt x="123" y="62"/>
                  <a:pt x="123" y="62"/>
                  <a:pt x="123" y="62"/>
                </a:cubicBezTo>
                <a:cubicBezTo>
                  <a:pt x="125" y="62"/>
                  <a:pt x="125" y="62"/>
                  <a:pt x="125" y="62"/>
                </a:cubicBezTo>
                <a:cubicBezTo>
                  <a:pt x="125" y="65"/>
                  <a:pt x="125" y="65"/>
                  <a:pt x="125" y="65"/>
                </a:cubicBezTo>
                <a:lnTo>
                  <a:pt x="123" y="65"/>
                </a:lnTo>
                <a:close/>
                <a:moveTo>
                  <a:pt x="133" y="23"/>
                </a:moveTo>
                <a:cubicBezTo>
                  <a:pt x="133" y="21"/>
                  <a:pt x="133" y="21"/>
                  <a:pt x="133" y="21"/>
                </a:cubicBezTo>
                <a:cubicBezTo>
                  <a:pt x="136" y="21"/>
                  <a:pt x="136" y="21"/>
                  <a:pt x="136" y="21"/>
                </a:cubicBezTo>
                <a:cubicBezTo>
                  <a:pt x="136" y="23"/>
                  <a:pt x="136" y="23"/>
                  <a:pt x="136" y="23"/>
                </a:cubicBezTo>
                <a:lnTo>
                  <a:pt x="133" y="23"/>
                </a:lnTo>
                <a:close/>
                <a:moveTo>
                  <a:pt x="133" y="65"/>
                </a:moveTo>
                <a:cubicBezTo>
                  <a:pt x="133" y="62"/>
                  <a:pt x="133" y="62"/>
                  <a:pt x="133" y="62"/>
                </a:cubicBezTo>
                <a:cubicBezTo>
                  <a:pt x="136" y="62"/>
                  <a:pt x="136" y="62"/>
                  <a:pt x="136" y="62"/>
                </a:cubicBezTo>
                <a:cubicBezTo>
                  <a:pt x="136" y="65"/>
                  <a:pt x="136" y="65"/>
                  <a:pt x="136" y="65"/>
                </a:cubicBezTo>
                <a:lnTo>
                  <a:pt x="133" y="65"/>
                </a:lnTo>
                <a:close/>
                <a:moveTo>
                  <a:pt x="143" y="13"/>
                </a:moveTo>
                <a:cubicBezTo>
                  <a:pt x="143" y="10"/>
                  <a:pt x="143" y="10"/>
                  <a:pt x="143" y="10"/>
                </a:cubicBezTo>
                <a:cubicBezTo>
                  <a:pt x="146" y="10"/>
                  <a:pt x="146" y="10"/>
                  <a:pt x="146" y="10"/>
                </a:cubicBezTo>
                <a:cubicBezTo>
                  <a:pt x="146" y="13"/>
                  <a:pt x="146" y="13"/>
                  <a:pt x="146" y="13"/>
                </a:cubicBezTo>
                <a:lnTo>
                  <a:pt x="143" y="13"/>
                </a:lnTo>
                <a:close/>
                <a:moveTo>
                  <a:pt x="143" y="23"/>
                </a:moveTo>
                <a:cubicBezTo>
                  <a:pt x="143" y="21"/>
                  <a:pt x="143" y="21"/>
                  <a:pt x="143" y="21"/>
                </a:cubicBezTo>
                <a:cubicBezTo>
                  <a:pt x="146" y="21"/>
                  <a:pt x="146" y="21"/>
                  <a:pt x="146" y="21"/>
                </a:cubicBezTo>
                <a:cubicBezTo>
                  <a:pt x="146" y="23"/>
                  <a:pt x="146" y="23"/>
                  <a:pt x="146" y="23"/>
                </a:cubicBezTo>
                <a:lnTo>
                  <a:pt x="143" y="23"/>
                </a:lnTo>
                <a:close/>
                <a:moveTo>
                  <a:pt x="143" y="34"/>
                </a:moveTo>
                <a:cubicBezTo>
                  <a:pt x="143" y="31"/>
                  <a:pt x="143" y="31"/>
                  <a:pt x="143" y="31"/>
                </a:cubicBezTo>
                <a:cubicBezTo>
                  <a:pt x="146" y="31"/>
                  <a:pt x="146" y="31"/>
                  <a:pt x="146" y="31"/>
                </a:cubicBezTo>
                <a:cubicBezTo>
                  <a:pt x="146" y="34"/>
                  <a:pt x="146" y="34"/>
                  <a:pt x="146" y="34"/>
                </a:cubicBezTo>
                <a:lnTo>
                  <a:pt x="143" y="34"/>
                </a:lnTo>
                <a:close/>
                <a:moveTo>
                  <a:pt x="143" y="44"/>
                </a:moveTo>
                <a:cubicBezTo>
                  <a:pt x="143" y="41"/>
                  <a:pt x="143" y="41"/>
                  <a:pt x="143" y="41"/>
                </a:cubicBezTo>
                <a:cubicBezTo>
                  <a:pt x="146" y="41"/>
                  <a:pt x="146" y="41"/>
                  <a:pt x="146" y="41"/>
                </a:cubicBezTo>
                <a:cubicBezTo>
                  <a:pt x="146" y="44"/>
                  <a:pt x="146" y="44"/>
                  <a:pt x="146" y="44"/>
                </a:cubicBezTo>
                <a:lnTo>
                  <a:pt x="143" y="44"/>
                </a:lnTo>
                <a:close/>
                <a:moveTo>
                  <a:pt x="143" y="54"/>
                </a:moveTo>
                <a:cubicBezTo>
                  <a:pt x="143" y="52"/>
                  <a:pt x="143" y="52"/>
                  <a:pt x="143" y="52"/>
                </a:cubicBezTo>
                <a:cubicBezTo>
                  <a:pt x="146" y="52"/>
                  <a:pt x="146" y="52"/>
                  <a:pt x="146" y="52"/>
                </a:cubicBezTo>
                <a:cubicBezTo>
                  <a:pt x="146" y="54"/>
                  <a:pt x="146" y="54"/>
                  <a:pt x="146" y="54"/>
                </a:cubicBezTo>
                <a:lnTo>
                  <a:pt x="143" y="54"/>
                </a:lnTo>
                <a:close/>
                <a:moveTo>
                  <a:pt x="143" y="65"/>
                </a:moveTo>
                <a:cubicBezTo>
                  <a:pt x="143" y="62"/>
                  <a:pt x="143" y="62"/>
                  <a:pt x="143" y="62"/>
                </a:cubicBezTo>
                <a:cubicBezTo>
                  <a:pt x="146" y="62"/>
                  <a:pt x="146" y="62"/>
                  <a:pt x="146" y="62"/>
                </a:cubicBezTo>
                <a:cubicBezTo>
                  <a:pt x="146" y="65"/>
                  <a:pt x="146" y="65"/>
                  <a:pt x="146" y="65"/>
                </a:cubicBezTo>
                <a:lnTo>
                  <a:pt x="143" y="65"/>
                </a:lnTo>
                <a:close/>
                <a:moveTo>
                  <a:pt x="143" y="75"/>
                </a:moveTo>
                <a:cubicBezTo>
                  <a:pt x="143" y="72"/>
                  <a:pt x="143" y="72"/>
                  <a:pt x="143" y="72"/>
                </a:cubicBezTo>
                <a:cubicBezTo>
                  <a:pt x="146" y="72"/>
                  <a:pt x="146" y="72"/>
                  <a:pt x="146" y="72"/>
                </a:cubicBezTo>
                <a:cubicBezTo>
                  <a:pt x="146" y="75"/>
                  <a:pt x="146" y="75"/>
                  <a:pt x="146" y="75"/>
                </a:cubicBezTo>
                <a:lnTo>
                  <a:pt x="143" y="75"/>
                </a:lnTo>
                <a:close/>
                <a:moveTo>
                  <a:pt x="143" y="85"/>
                </a:moveTo>
                <a:cubicBezTo>
                  <a:pt x="143" y="83"/>
                  <a:pt x="143" y="83"/>
                  <a:pt x="143" y="83"/>
                </a:cubicBezTo>
                <a:cubicBezTo>
                  <a:pt x="146" y="83"/>
                  <a:pt x="146" y="83"/>
                  <a:pt x="146" y="83"/>
                </a:cubicBezTo>
                <a:cubicBezTo>
                  <a:pt x="146" y="85"/>
                  <a:pt x="146" y="85"/>
                  <a:pt x="146" y="85"/>
                </a:cubicBezTo>
                <a:lnTo>
                  <a:pt x="143" y="85"/>
                </a:lnTo>
                <a:close/>
                <a:moveTo>
                  <a:pt x="154" y="23"/>
                </a:moveTo>
                <a:cubicBezTo>
                  <a:pt x="154" y="21"/>
                  <a:pt x="154" y="21"/>
                  <a:pt x="154" y="21"/>
                </a:cubicBezTo>
                <a:cubicBezTo>
                  <a:pt x="156" y="21"/>
                  <a:pt x="156" y="21"/>
                  <a:pt x="156" y="21"/>
                </a:cubicBezTo>
                <a:cubicBezTo>
                  <a:pt x="156" y="23"/>
                  <a:pt x="156" y="23"/>
                  <a:pt x="156" y="23"/>
                </a:cubicBezTo>
                <a:lnTo>
                  <a:pt x="154" y="23"/>
                </a:lnTo>
                <a:close/>
                <a:moveTo>
                  <a:pt x="154" y="65"/>
                </a:moveTo>
                <a:cubicBezTo>
                  <a:pt x="154" y="62"/>
                  <a:pt x="154" y="62"/>
                  <a:pt x="154" y="62"/>
                </a:cubicBezTo>
                <a:cubicBezTo>
                  <a:pt x="156" y="62"/>
                  <a:pt x="156" y="62"/>
                  <a:pt x="156" y="62"/>
                </a:cubicBezTo>
                <a:cubicBezTo>
                  <a:pt x="156" y="65"/>
                  <a:pt x="156" y="65"/>
                  <a:pt x="156" y="65"/>
                </a:cubicBezTo>
                <a:lnTo>
                  <a:pt x="154" y="65"/>
                </a:lnTo>
                <a:close/>
                <a:moveTo>
                  <a:pt x="164" y="23"/>
                </a:moveTo>
                <a:cubicBezTo>
                  <a:pt x="164" y="21"/>
                  <a:pt x="164" y="21"/>
                  <a:pt x="164" y="21"/>
                </a:cubicBezTo>
                <a:cubicBezTo>
                  <a:pt x="167" y="21"/>
                  <a:pt x="167" y="21"/>
                  <a:pt x="167" y="21"/>
                </a:cubicBezTo>
                <a:cubicBezTo>
                  <a:pt x="167" y="23"/>
                  <a:pt x="167" y="23"/>
                  <a:pt x="167" y="23"/>
                </a:cubicBezTo>
                <a:lnTo>
                  <a:pt x="164" y="23"/>
                </a:lnTo>
                <a:close/>
                <a:moveTo>
                  <a:pt x="164" y="65"/>
                </a:moveTo>
                <a:cubicBezTo>
                  <a:pt x="164" y="62"/>
                  <a:pt x="164" y="62"/>
                  <a:pt x="164" y="62"/>
                </a:cubicBezTo>
                <a:cubicBezTo>
                  <a:pt x="167" y="62"/>
                  <a:pt x="167" y="62"/>
                  <a:pt x="167" y="62"/>
                </a:cubicBezTo>
                <a:cubicBezTo>
                  <a:pt x="167" y="65"/>
                  <a:pt x="167" y="65"/>
                  <a:pt x="167" y="65"/>
                </a:cubicBezTo>
                <a:lnTo>
                  <a:pt x="164" y="65"/>
                </a:lnTo>
                <a:close/>
                <a:moveTo>
                  <a:pt x="174" y="23"/>
                </a:moveTo>
                <a:cubicBezTo>
                  <a:pt x="174" y="21"/>
                  <a:pt x="174" y="21"/>
                  <a:pt x="174" y="21"/>
                </a:cubicBezTo>
                <a:cubicBezTo>
                  <a:pt x="177" y="21"/>
                  <a:pt x="177" y="21"/>
                  <a:pt x="177" y="21"/>
                </a:cubicBezTo>
                <a:cubicBezTo>
                  <a:pt x="177" y="23"/>
                  <a:pt x="177" y="23"/>
                  <a:pt x="177" y="23"/>
                </a:cubicBezTo>
                <a:lnTo>
                  <a:pt x="174" y="23"/>
                </a:lnTo>
                <a:close/>
                <a:moveTo>
                  <a:pt x="185" y="13"/>
                </a:moveTo>
                <a:cubicBezTo>
                  <a:pt x="185" y="10"/>
                  <a:pt x="185" y="10"/>
                  <a:pt x="185" y="10"/>
                </a:cubicBezTo>
                <a:cubicBezTo>
                  <a:pt x="187" y="10"/>
                  <a:pt x="187" y="10"/>
                  <a:pt x="187" y="10"/>
                </a:cubicBezTo>
                <a:cubicBezTo>
                  <a:pt x="187" y="13"/>
                  <a:pt x="187" y="13"/>
                  <a:pt x="187" y="13"/>
                </a:cubicBezTo>
                <a:lnTo>
                  <a:pt x="185" y="13"/>
                </a:lnTo>
                <a:close/>
                <a:moveTo>
                  <a:pt x="185" y="23"/>
                </a:moveTo>
                <a:cubicBezTo>
                  <a:pt x="185" y="21"/>
                  <a:pt x="185" y="21"/>
                  <a:pt x="185" y="21"/>
                </a:cubicBezTo>
                <a:cubicBezTo>
                  <a:pt x="187" y="21"/>
                  <a:pt x="187" y="21"/>
                  <a:pt x="187" y="21"/>
                </a:cubicBezTo>
                <a:cubicBezTo>
                  <a:pt x="187" y="23"/>
                  <a:pt x="187" y="23"/>
                  <a:pt x="187" y="23"/>
                </a:cubicBezTo>
                <a:lnTo>
                  <a:pt x="185" y="23"/>
                </a:lnTo>
                <a:close/>
                <a:moveTo>
                  <a:pt x="185" y="34"/>
                </a:moveTo>
                <a:cubicBezTo>
                  <a:pt x="185" y="31"/>
                  <a:pt x="185" y="31"/>
                  <a:pt x="185" y="31"/>
                </a:cubicBezTo>
                <a:cubicBezTo>
                  <a:pt x="187" y="31"/>
                  <a:pt x="187" y="31"/>
                  <a:pt x="187" y="31"/>
                </a:cubicBezTo>
                <a:cubicBezTo>
                  <a:pt x="187" y="34"/>
                  <a:pt x="187" y="34"/>
                  <a:pt x="187" y="34"/>
                </a:cubicBezTo>
                <a:lnTo>
                  <a:pt x="185" y="34"/>
                </a:lnTo>
                <a:close/>
                <a:moveTo>
                  <a:pt x="185" y="44"/>
                </a:moveTo>
                <a:cubicBezTo>
                  <a:pt x="185" y="41"/>
                  <a:pt x="185" y="41"/>
                  <a:pt x="185" y="41"/>
                </a:cubicBezTo>
                <a:cubicBezTo>
                  <a:pt x="187" y="41"/>
                  <a:pt x="187" y="41"/>
                  <a:pt x="187" y="41"/>
                </a:cubicBezTo>
                <a:cubicBezTo>
                  <a:pt x="187" y="44"/>
                  <a:pt x="187" y="44"/>
                  <a:pt x="187" y="44"/>
                </a:cubicBezTo>
                <a:lnTo>
                  <a:pt x="185" y="44"/>
                </a:lnTo>
                <a:close/>
                <a:moveTo>
                  <a:pt x="196" y="23"/>
                </a:moveTo>
                <a:cubicBezTo>
                  <a:pt x="196" y="21"/>
                  <a:pt x="196" y="21"/>
                  <a:pt x="196" y="21"/>
                </a:cubicBezTo>
                <a:cubicBezTo>
                  <a:pt x="198" y="21"/>
                  <a:pt x="198" y="21"/>
                  <a:pt x="198" y="21"/>
                </a:cubicBezTo>
                <a:cubicBezTo>
                  <a:pt x="198" y="23"/>
                  <a:pt x="198" y="23"/>
                  <a:pt x="198" y="23"/>
                </a:cubicBezTo>
                <a:lnTo>
                  <a:pt x="196" y="23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9" name="Freeform 21"/>
          <p:cNvSpPr>
            <a:spLocks noEditPoints="1"/>
          </p:cNvSpPr>
          <p:nvPr/>
        </p:nvSpPr>
        <p:spPr bwMode="auto">
          <a:xfrm>
            <a:off x="8414365" y="1757743"/>
            <a:ext cx="327931" cy="193284"/>
          </a:xfrm>
          <a:custGeom>
            <a:avLst/>
            <a:gdLst>
              <a:gd name="T0" fmla="*/ 0 w 229"/>
              <a:gd name="T1" fmla="*/ 10 h 135"/>
              <a:gd name="T2" fmla="*/ 3 w 229"/>
              <a:gd name="T3" fmla="*/ 3 h 135"/>
              <a:gd name="T4" fmla="*/ 11 w 229"/>
              <a:gd name="T5" fmla="*/ 0 h 135"/>
              <a:gd name="T6" fmla="*/ 31 w 229"/>
              <a:gd name="T7" fmla="*/ 10 h 135"/>
              <a:gd name="T8" fmla="*/ 104 w 229"/>
              <a:gd name="T9" fmla="*/ 10 h 135"/>
              <a:gd name="T10" fmla="*/ 119 w 229"/>
              <a:gd name="T11" fmla="*/ 16 h 135"/>
              <a:gd name="T12" fmla="*/ 125 w 229"/>
              <a:gd name="T13" fmla="*/ 31 h 135"/>
              <a:gd name="T14" fmla="*/ 52 w 229"/>
              <a:gd name="T15" fmla="*/ 31 h 135"/>
              <a:gd name="T16" fmla="*/ 41 w 229"/>
              <a:gd name="T17" fmla="*/ 32 h 135"/>
              <a:gd name="T18" fmla="*/ 31 w 229"/>
              <a:gd name="T19" fmla="*/ 37 h 135"/>
              <a:gd name="T20" fmla="*/ 23 w 229"/>
              <a:gd name="T21" fmla="*/ 43 h 135"/>
              <a:gd name="T22" fmla="*/ 16 w 229"/>
              <a:gd name="T23" fmla="*/ 52 h 135"/>
              <a:gd name="T24" fmla="*/ 11 w 229"/>
              <a:gd name="T25" fmla="*/ 52 h 135"/>
              <a:gd name="T26" fmla="*/ 3 w 229"/>
              <a:gd name="T27" fmla="*/ 49 h 135"/>
              <a:gd name="T28" fmla="*/ 0 w 229"/>
              <a:gd name="T29" fmla="*/ 41 h 135"/>
              <a:gd name="T30" fmla="*/ 0 w 229"/>
              <a:gd name="T31" fmla="*/ 10 h 135"/>
              <a:gd name="T32" fmla="*/ 31 w 229"/>
              <a:gd name="T33" fmla="*/ 73 h 135"/>
              <a:gd name="T34" fmla="*/ 38 w 229"/>
              <a:gd name="T35" fmla="*/ 58 h 135"/>
              <a:gd name="T36" fmla="*/ 52 w 229"/>
              <a:gd name="T37" fmla="*/ 52 h 135"/>
              <a:gd name="T38" fmla="*/ 156 w 229"/>
              <a:gd name="T39" fmla="*/ 52 h 135"/>
              <a:gd name="T40" fmla="*/ 171 w 229"/>
              <a:gd name="T41" fmla="*/ 58 h 135"/>
              <a:gd name="T42" fmla="*/ 177 w 229"/>
              <a:gd name="T43" fmla="*/ 73 h 135"/>
              <a:gd name="T44" fmla="*/ 177 w 229"/>
              <a:gd name="T45" fmla="*/ 114 h 135"/>
              <a:gd name="T46" fmla="*/ 171 w 229"/>
              <a:gd name="T47" fmla="*/ 129 h 135"/>
              <a:gd name="T48" fmla="*/ 156 w 229"/>
              <a:gd name="T49" fmla="*/ 135 h 135"/>
              <a:gd name="T50" fmla="*/ 52 w 229"/>
              <a:gd name="T51" fmla="*/ 135 h 135"/>
              <a:gd name="T52" fmla="*/ 38 w 229"/>
              <a:gd name="T53" fmla="*/ 129 h 135"/>
              <a:gd name="T54" fmla="*/ 31 w 229"/>
              <a:gd name="T55" fmla="*/ 114 h 135"/>
              <a:gd name="T56" fmla="*/ 31 w 229"/>
              <a:gd name="T57" fmla="*/ 73 h 135"/>
              <a:gd name="T58" fmla="*/ 55 w 229"/>
              <a:gd name="T59" fmla="*/ 76 h 135"/>
              <a:gd name="T60" fmla="*/ 53 w 229"/>
              <a:gd name="T61" fmla="*/ 79 h 135"/>
              <a:gd name="T62" fmla="*/ 52 w 229"/>
              <a:gd name="T63" fmla="*/ 83 h 135"/>
              <a:gd name="T64" fmla="*/ 53 w 229"/>
              <a:gd name="T65" fmla="*/ 87 h 135"/>
              <a:gd name="T66" fmla="*/ 55 w 229"/>
              <a:gd name="T67" fmla="*/ 90 h 135"/>
              <a:gd name="T68" fmla="*/ 59 w 229"/>
              <a:gd name="T69" fmla="*/ 93 h 135"/>
              <a:gd name="T70" fmla="*/ 63 w 229"/>
              <a:gd name="T71" fmla="*/ 93 h 135"/>
              <a:gd name="T72" fmla="*/ 67 w 229"/>
              <a:gd name="T73" fmla="*/ 93 h 135"/>
              <a:gd name="T74" fmla="*/ 70 w 229"/>
              <a:gd name="T75" fmla="*/ 90 h 135"/>
              <a:gd name="T76" fmla="*/ 73 w 229"/>
              <a:gd name="T77" fmla="*/ 83 h 135"/>
              <a:gd name="T78" fmla="*/ 70 w 229"/>
              <a:gd name="T79" fmla="*/ 76 h 135"/>
              <a:gd name="T80" fmla="*/ 63 w 229"/>
              <a:gd name="T81" fmla="*/ 73 h 135"/>
              <a:gd name="T82" fmla="*/ 55 w 229"/>
              <a:gd name="T83" fmla="*/ 76 h 135"/>
              <a:gd name="T84" fmla="*/ 198 w 229"/>
              <a:gd name="T85" fmla="*/ 52 h 135"/>
              <a:gd name="T86" fmla="*/ 219 w 229"/>
              <a:gd name="T87" fmla="*/ 31 h 135"/>
              <a:gd name="T88" fmla="*/ 226 w 229"/>
              <a:gd name="T89" fmla="*/ 34 h 135"/>
              <a:gd name="T90" fmla="*/ 229 w 229"/>
              <a:gd name="T91" fmla="*/ 41 h 135"/>
              <a:gd name="T92" fmla="*/ 229 w 229"/>
              <a:gd name="T93" fmla="*/ 104 h 135"/>
              <a:gd name="T94" fmla="*/ 226 w 229"/>
              <a:gd name="T95" fmla="*/ 111 h 135"/>
              <a:gd name="T96" fmla="*/ 219 w 229"/>
              <a:gd name="T97" fmla="*/ 114 h 135"/>
              <a:gd name="T98" fmla="*/ 198 w 229"/>
              <a:gd name="T99" fmla="*/ 93 h 135"/>
              <a:gd name="T100" fmla="*/ 198 w 229"/>
              <a:gd name="T101" fmla="*/ 73 h 135"/>
              <a:gd name="T102" fmla="*/ 192 w 229"/>
              <a:gd name="T103" fmla="*/ 52 h 135"/>
              <a:gd name="T104" fmla="*/ 198 w 229"/>
              <a:gd name="T105" fmla="*/ 52 h 1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229" h="135">
                <a:moveTo>
                  <a:pt x="0" y="10"/>
                </a:moveTo>
                <a:cubicBezTo>
                  <a:pt x="0" y="7"/>
                  <a:pt x="1" y="5"/>
                  <a:pt x="3" y="3"/>
                </a:cubicBezTo>
                <a:cubicBezTo>
                  <a:pt x="5" y="1"/>
                  <a:pt x="8" y="0"/>
                  <a:pt x="11" y="0"/>
                </a:cubicBezTo>
                <a:cubicBezTo>
                  <a:pt x="31" y="10"/>
                  <a:pt x="31" y="10"/>
                  <a:pt x="31" y="10"/>
                </a:cubicBezTo>
                <a:cubicBezTo>
                  <a:pt x="104" y="10"/>
                  <a:pt x="104" y="10"/>
                  <a:pt x="104" y="10"/>
                </a:cubicBezTo>
                <a:cubicBezTo>
                  <a:pt x="110" y="10"/>
                  <a:pt x="115" y="12"/>
                  <a:pt x="119" y="16"/>
                </a:cubicBezTo>
                <a:cubicBezTo>
                  <a:pt x="123" y="20"/>
                  <a:pt x="125" y="25"/>
                  <a:pt x="125" y="31"/>
                </a:cubicBezTo>
                <a:cubicBezTo>
                  <a:pt x="52" y="31"/>
                  <a:pt x="52" y="31"/>
                  <a:pt x="52" y="31"/>
                </a:cubicBezTo>
                <a:cubicBezTo>
                  <a:pt x="48" y="31"/>
                  <a:pt x="45" y="31"/>
                  <a:pt x="41" y="32"/>
                </a:cubicBezTo>
                <a:cubicBezTo>
                  <a:pt x="38" y="33"/>
                  <a:pt x="34" y="35"/>
                  <a:pt x="31" y="37"/>
                </a:cubicBezTo>
                <a:cubicBezTo>
                  <a:pt x="28" y="39"/>
                  <a:pt x="25" y="41"/>
                  <a:pt x="23" y="43"/>
                </a:cubicBezTo>
                <a:cubicBezTo>
                  <a:pt x="20" y="46"/>
                  <a:pt x="18" y="49"/>
                  <a:pt x="16" y="52"/>
                </a:cubicBezTo>
                <a:cubicBezTo>
                  <a:pt x="11" y="52"/>
                  <a:pt x="11" y="52"/>
                  <a:pt x="11" y="52"/>
                </a:cubicBezTo>
                <a:cubicBezTo>
                  <a:pt x="8" y="52"/>
                  <a:pt x="5" y="51"/>
                  <a:pt x="3" y="49"/>
                </a:cubicBezTo>
                <a:cubicBezTo>
                  <a:pt x="1" y="47"/>
                  <a:pt x="0" y="44"/>
                  <a:pt x="0" y="41"/>
                </a:cubicBezTo>
                <a:lnTo>
                  <a:pt x="0" y="10"/>
                </a:lnTo>
                <a:close/>
                <a:moveTo>
                  <a:pt x="31" y="73"/>
                </a:moveTo>
                <a:cubicBezTo>
                  <a:pt x="31" y="67"/>
                  <a:pt x="33" y="62"/>
                  <a:pt x="38" y="58"/>
                </a:cubicBezTo>
                <a:cubicBezTo>
                  <a:pt x="42" y="54"/>
                  <a:pt x="47" y="52"/>
                  <a:pt x="52" y="52"/>
                </a:cubicBezTo>
                <a:cubicBezTo>
                  <a:pt x="156" y="52"/>
                  <a:pt x="156" y="52"/>
                  <a:pt x="156" y="52"/>
                </a:cubicBezTo>
                <a:cubicBezTo>
                  <a:pt x="162" y="52"/>
                  <a:pt x="167" y="54"/>
                  <a:pt x="171" y="58"/>
                </a:cubicBezTo>
                <a:cubicBezTo>
                  <a:pt x="175" y="62"/>
                  <a:pt x="177" y="67"/>
                  <a:pt x="177" y="73"/>
                </a:cubicBezTo>
                <a:cubicBezTo>
                  <a:pt x="177" y="114"/>
                  <a:pt x="177" y="114"/>
                  <a:pt x="177" y="114"/>
                </a:cubicBezTo>
                <a:cubicBezTo>
                  <a:pt x="177" y="120"/>
                  <a:pt x="175" y="125"/>
                  <a:pt x="171" y="129"/>
                </a:cubicBezTo>
                <a:cubicBezTo>
                  <a:pt x="167" y="133"/>
                  <a:pt x="162" y="135"/>
                  <a:pt x="156" y="135"/>
                </a:cubicBezTo>
                <a:cubicBezTo>
                  <a:pt x="52" y="135"/>
                  <a:pt x="52" y="135"/>
                  <a:pt x="52" y="135"/>
                </a:cubicBezTo>
                <a:cubicBezTo>
                  <a:pt x="46" y="135"/>
                  <a:pt x="42" y="133"/>
                  <a:pt x="38" y="129"/>
                </a:cubicBezTo>
                <a:cubicBezTo>
                  <a:pt x="33" y="125"/>
                  <a:pt x="31" y="120"/>
                  <a:pt x="31" y="114"/>
                </a:cubicBezTo>
                <a:lnTo>
                  <a:pt x="31" y="73"/>
                </a:lnTo>
                <a:close/>
                <a:moveTo>
                  <a:pt x="55" y="76"/>
                </a:moveTo>
                <a:cubicBezTo>
                  <a:pt x="54" y="77"/>
                  <a:pt x="54" y="78"/>
                  <a:pt x="53" y="79"/>
                </a:cubicBezTo>
                <a:cubicBezTo>
                  <a:pt x="52" y="81"/>
                  <a:pt x="52" y="82"/>
                  <a:pt x="52" y="83"/>
                </a:cubicBezTo>
                <a:cubicBezTo>
                  <a:pt x="52" y="84"/>
                  <a:pt x="52" y="86"/>
                  <a:pt x="53" y="87"/>
                </a:cubicBezTo>
                <a:cubicBezTo>
                  <a:pt x="53" y="88"/>
                  <a:pt x="54" y="89"/>
                  <a:pt x="55" y="90"/>
                </a:cubicBezTo>
                <a:cubicBezTo>
                  <a:pt x="56" y="91"/>
                  <a:pt x="57" y="92"/>
                  <a:pt x="59" y="93"/>
                </a:cubicBezTo>
                <a:cubicBezTo>
                  <a:pt x="60" y="93"/>
                  <a:pt x="61" y="93"/>
                  <a:pt x="63" y="93"/>
                </a:cubicBezTo>
                <a:cubicBezTo>
                  <a:pt x="64" y="93"/>
                  <a:pt x="65" y="93"/>
                  <a:pt x="67" y="93"/>
                </a:cubicBezTo>
                <a:cubicBezTo>
                  <a:pt x="68" y="92"/>
                  <a:pt x="69" y="91"/>
                  <a:pt x="70" y="90"/>
                </a:cubicBezTo>
                <a:cubicBezTo>
                  <a:pt x="72" y="88"/>
                  <a:pt x="73" y="86"/>
                  <a:pt x="73" y="83"/>
                </a:cubicBezTo>
                <a:cubicBezTo>
                  <a:pt x="73" y="80"/>
                  <a:pt x="72" y="78"/>
                  <a:pt x="70" y="76"/>
                </a:cubicBezTo>
                <a:cubicBezTo>
                  <a:pt x="68" y="74"/>
                  <a:pt x="65" y="73"/>
                  <a:pt x="63" y="73"/>
                </a:cubicBezTo>
                <a:cubicBezTo>
                  <a:pt x="60" y="73"/>
                  <a:pt x="57" y="74"/>
                  <a:pt x="55" y="76"/>
                </a:cubicBezTo>
                <a:close/>
                <a:moveTo>
                  <a:pt x="198" y="52"/>
                </a:moveTo>
                <a:cubicBezTo>
                  <a:pt x="219" y="31"/>
                  <a:pt x="219" y="31"/>
                  <a:pt x="219" y="31"/>
                </a:cubicBezTo>
                <a:cubicBezTo>
                  <a:pt x="222" y="31"/>
                  <a:pt x="224" y="32"/>
                  <a:pt x="226" y="34"/>
                </a:cubicBezTo>
                <a:cubicBezTo>
                  <a:pt x="228" y="36"/>
                  <a:pt x="229" y="39"/>
                  <a:pt x="229" y="41"/>
                </a:cubicBezTo>
                <a:cubicBezTo>
                  <a:pt x="229" y="104"/>
                  <a:pt x="229" y="104"/>
                  <a:pt x="229" y="104"/>
                </a:cubicBezTo>
                <a:cubicBezTo>
                  <a:pt x="229" y="107"/>
                  <a:pt x="228" y="109"/>
                  <a:pt x="226" y="111"/>
                </a:cubicBezTo>
                <a:cubicBezTo>
                  <a:pt x="224" y="113"/>
                  <a:pt x="222" y="114"/>
                  <a:pt x="219" y="114"/>
                </a:cubicBezTo>
                <a:cubicBezTo>
                  <a:pt x="198" y="93"/>
                  <a:pt x="198" y="93"/>
                  <a:pt x="198" y="93"/>
                </a:cubicBezTo>
                <a:cubicBezTo>
                  <a:pt x="198" y="73"/>
                  <a:pt x="198" y="73"/>
                  <a:pt x="198" y="73"/>
                </a:cubicBezTo>
                <a:cubicBezTo>
                  <a:pt x="198" y="65"/>
                  <a:pt x="196" y="58"/>
                  <a:pt x="192" y="52"/>
                </a:cubicBezTo>
                <a:lnTo>
                  <a:pt x="198" y="52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0" name="Freeform 22"/>
          <p:cNvSpPr>
            <a:spLocks noEditPoints="1"/>
          </p:cNvSpPr>
          <p:nvPr/>
        </p:nvSpPr>
        <p:spPr bwMode="auto">
          <a:xfrm>
            <a:off x="8870426" y="1742540"/>
            <a:ext cx="297527" cy="269293"/>
          </a:xfrm>
          <a:custGeom>
            <a:avLst/>
            <a:gdLst>
              <a:gd name="T0" fmla="*/ 0 w 208"/>
              <a:gd name="T1" fmla="*/ 145 h 187"/>
              <a:gd name="T2" fmla="*/ 0 w 208"/>
              <a:gd name="T3" fmla="*/ 62 h 187"/>
              <a:gd name="T4" fmla="*/ 6 w 208"/>
              <a:gd name="T5" fmla="*/ 47 h 187"/>
              <a:gd name="T6" fmla="*/ 21 w 208"/>
              <a:gd name="T7" fmla="*/ 41 h 187"/>
              <a:gd name="T8" fmla="*/ 187 w 208"/>
              <a:gd name="T9" fmla="*/ 41 h 187"/>
              <a:gd name="T10" fmla="*/ 202 w 208"/>
              <a:gd name="T11" fmla="*/ 47 h 187"/>
              <a:gd name="T12" fmla="*/ 208 w 208"/>
              <a:gd name="T13" fmla="*/ 62 h 187"/>
              <a:gd name="T14" fmla="*/ 208 w 208"/>
              <a:gd name="T15" fmla="*/ 145 h 187"/>
              <a:gd name="T16" fmla="*/ 187 w 208"/>
              <a:gd name="T17" fmla="*/ 145 h 187"/>
              <a:gd name="T18" fmla="*/ 187 w 208"/>
              <a:gd name="T19" fmla="*/ 103 h 187"/>
              <a:gd name="T20" fmla="*/ 21 w 208"/>
              <a:gd name="T21" fmla="*/ 103 h 187"/>
              <a:gd name="T22" fmla="*/ 21 w 208"/>
              <a:gd name="T23" fmla="*/ 145 h 187"/>
              <a:gd name="T24" fmla="*/ 0 w 208"/>
              <a:gd name="T25" fmla="*/ 145 h 187"/>
              <a:gd name="T26" fmla="*/ 41 w 208"/>
              <a:gd name="T27" fmla="*/ 20 h 187"/>
              <a:gd name="T28" fmla="*/ 41 w 208"/>
              <a:gd name="T29" fmla="*/ 0 h 187"/>
              <a:gd name="T30" fmla="*/ 166 w 208"/>
              <a:gd name="T31" fmla="*/ 0 h 187"/>
              <a:gd name="T32" fmla="*/ 166 w 208"/>
              <a:gd name="T33" fmla="*/ 20 h 187"/>
              <a:gd name="T34" fmla="*/ 41 w 208"/>
              <a:gd name="T35" fmla="*/ 20 h 187"/>
              <a:gd name="T36" fmla="*/ 41 w 208"/>
              <a:gd name="T37" fmla="*/ 124 h 187"/>
              <a:gd name="T38" fmla="*/ 166 w 208"/>
              <a:gd name="T39" fmla="*/ 124 h 187"/>
              <a:gd name="T40" fmla="*/ 166 w 208"/>
              <a:gd name="T41" fmla="*/ 187 h 187"/>
              <a:gd name="T42" fmla="*/ 41 w 208"/>
              <a:gd name="T43" fmla="*/ 187 h 187"/>
              <a:gd name="T44" fmla="*/ 41 w 208"/>
              <a:gd name="T45" fmla="*/ 124 h 187"/>
              <a:gd name="T46" fmla="*/ 169 w 208"/>
              <a:gd name="T47" fmla="*/ 65 h 187"/>
              <a:gd name="T48" fmla="*/ 167 w 208"/>
              <a:gd name="T49" fmla="*/ 68 h 187"/>
              <a:gd name="T50" fmla="*/ 166 w 208"/>
              <a:gd name="T51" fmla="*/ 72 h 187"/>
              <a:gd name="T52" fmla="*/ 167 w 208"/>
              <a:gd name="T53" fmla="*/ 76 h 187"/>
              <a:gd name="T54" fmla="*/ 169 w 208"/>
              <a:gd name="T55" fmla="*/ 80 h 187"/>
              <a:gd name="T56" fmla="*/ 173 w 208"/>
              <a:gd name="T57" fmla="*/ 82 h 187"/>
              <a:gd name="T58" fmla="*/ 177 w 208"/>
              <a:gd name="T59" fmla="*/ 83 h 187"/>
              <a:gd name="T60" fmla="*/ 181 w 208"/>
              <a:gd name="T61" fmla="*/ 82 h 187"/>
              <a:gd name="T62" fmla="*/ 184 w 208"/>
              <a:gd name="T63" fmla="*/ 80 h 187"/>
              <a:gd name="T64" fmla="*/ 187 w 208"/>
              <a:gd name="T65" fmla="*/ 72 h 187"/>
              <a:gd name="T66" fmla="*/ 184 w 208"/>
              <a:gd name="T67" fmla="*/ 65 h 187"/>
              <a:gd name="T68" fmla="*/ 177 w 208"/>
              <a:gd name="T69" fmla="*/ 62 h 187"/>
              <a:gd name="T70" fmla="*/ 169 w 208"/>
              <a:gd name="T71" fmla="*/ 65 h 1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208" h="187">
                <a:moveTo>
                  <a:pt x="0" y="145"/>
                </a:moveTo>
                <a:cubicBezTo>
                  <a:pt x="0" y="62"/>
                  <a:pt x="0" y="62"/>
                  <a:pt x="0" y="62"/>
                </a:cubicBezTo>
                <a:cubicBezTo>
                  <a:pt x="0" y="56"/>
                  <a:pt x="2" y="51"/>
                  <a:pt x="6" y="47"/>
                </a:cubicBezTo>
                <a:cubicBezTo>
                  <a:pt x="10" y="43"/>
                  <a:pt x="15" y="41"/>
                  <a:pt x="21" y="41"/>
                </a:cubicBezTo>
                <a:cubicBezTo>
                  <a:pt x="187" y="41"/>
                  <a:pt x="187" y="41"/>
                  <a:pt x="187" y="41"/>
                </a:cubicBezTo>
                <a:cubicBezTo>
                  <a:pt x="193" y="41"/>
                  <a:pt x="198" y="43"/>
                  <a:pt x="202" y="47"/>
                </a:cubicBezTo>
                <a:cubicBezTo>
                  <a:pt x="206" y="51"/>
                  <a:pt x="208" y="56"/>
                  <a:pt x="208" y="62"/>
                </a:cubicBezTo>
                <a:cubicBezTo>
                  <a:pt x="208" y="145"/>
                  <a:pt x="208" y="145"/>
                  <a:pt x="208" y="145"/>
                </a:cubicBezTo>
                <a:cubicBezTo>
                  <a:pt x="187" y="145"/>
                  <a:pt x="187" y="145"/>
                  <a:pt x="187" y="145"/>
                </a:cubicBezTo>
                <a:cubicBezTo>
                  <a:pt x="187" y="103"/>
                  <a:pt x="187" y="103"/>
                  <a:pt x="187" y="103"/>
                </a:cubicBezTo>
                <a:cubicBezTo>
                  <a:pt x="21" y="103"/>
                  <a:pt x="21" y="103"/>
                  <a:pt x="21" y="103"/>
                </a:cubicBezTo>
                <a:cubicBezTo>
                  <a:pt x="21" y="145"/>
                  <a:pt x="21" y="145"/>
                  <a:pt x="21" y="145"/>
                </a:cubicBezTo>
                <a:lnTo>
                  <a:pt x="0" y="145"/>
                </a:lnTo>
                <a:close/>
                <a:moveTo>
                  <a:pt x="41" y="20"/>
                </a:moveTo>
                <a:cubicBezTo>
                  <a:pt x="41" y="0"/>
                  <a:pt x="41" y="0"/>
                  <a:pt x="41" y="0"/>
                </a:cubicBezTo>
                <a:cubicBezTo>
                  <a:pt x="166" y="0"/>
                  <a:pt x="166" y="0"/>
                  <a:pt x="166" y="0"/>
                </a:cubicBezTo>
                <a:cubicBezTo>
                  <a:pt x="166" y="20"/>
                  <a:pt x="166" y="20"/>
                  <a:pt x="166" y="20"/>
                </a:cubicBezTo>
                <a:lnTo>
                  <a:pt x="41" y="20"/>
                </a:lnTo>
                <a:close/>
                <a:moveTo>
                  <a:pt x="41" y="124"/>
                </a:moveTo>
                <a:cubicBezTo>
                  <a:pt x="166" y="124"/>
                  <a:pt x="166" y="124"/>
                  <a:pt x="166" y="124"/>
                </a:cubicBezTo>
                <a:cubicBezTo>
                  <a:pt x="166" y="187"/>
                  <a:pt x="166" y="187"/>
                  <a:pt x="166" y="187"/>
                </a:cubicBezTo>
                <a:cubicBezTo>
                  <a:pt x="41" y="187"/>
                  <a:pt x="41" y="187"/>
                  <a:pt x="41" y="187"/>
                </a:cubicBezTo>
                <a:lnTo>
                  <a:pt x="41" y="124"/>
                </a:lnTo>
                <a:close/>
                <a:moveTo>
                  <a:pt x="169" y="65"/>
                </a:moveTo>
                <a:cubicBezTo>
                  <a:pt x="168" y="66"/>
                  <a:pt x="168" y="67"/>
                  <a:pt x="167" y="68"/>
                </a:cubicBezTo>
                <a:cubicBezTo>
                  <a:pt x="166" y="70"/>
                  <a:pt x="166" y="71"/>
                  <a:pt x="166" y="72"/>
                </a:cubicBezTo>
                <a:cubicBezTo>
                  <a:pt x="166" y="74"/>
                  <a:pt x="166" y="75"/>
                  <a:pt x="167" y="76"/>
                </a:cubicBezTo>
                <a:cubicBezTo>
                  <a:pt x="167" y="77"/>
                  <a:pt x="168" y="79"/>
                  <a:pt x="169" y="80"/>
                </a:cubicBezTo>
                <a:cubicBezTo>
                  <a:pt x="170" y="81"/>
                  <a:pt x="171" y="81"/>
                  <a:pt x="173" y="82"/>
                </a:cubicBezTo>
                <a:cubicBezTo>
                  <a:pt x="174" y="82"/>
                  <a:pt x="175" y="83"/>
                  <a:pt x="177" y="83"/>
                </a:cubicBezTo>
                <a:cubicBezTo>
                  <a:pt x="178" y="83"/>
                  <a:pt x="179" y="82"/>
                  <a:pt x="181" y="82"/>
                </a:cubicBezTo>
                <a:cubicBezTo>
                  <a:pt x="182" y="81"/>
                  <a:pt x="183" y="81"/>
                  <a:pt x="184" y="80"/>
                </a:cubicBezTo>
                <a:cubicBezTo>
                  <a:pt x="186" y="77"/>
                  <a:pt x="187" y="75"/>
                  <a:pt x="187" y="72"/>
                </a:cubicBezTo>
                <a:cubicBezTo>
                  <a:pt x="187" y="69"/>
                  <a:pt x="186" y="67"/>
                  <a:pt x="184" y="65"/>
                </a:cubicBezTo>
                <a:cubicBezTo>
                  <a:pt x="182" y="63"/>
                  <a:pt x="179" y="62"/>
                  <a:pt x="177" y="62"/>
                </a:cubicBezTo>
                <a:cubicBezTo>
                  <a:pt x="174" y="62"/>
                  <a:pt x="171" y="63"/>
                  <a:pt x="169" y="65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1" name="Freeform 23"/>
          <p:cNvSpPr>
            <a:spLocks noEditPoints="1"/>
          </p:cNvSpPr>
          <p:nvPr/>
        </p:nvSpPr>
        <p:spPr bwMode="auto">
          <a:xfrm>
            <a:off x="9311285" y="1714309"/>
            <a:ext cx="297527" cy="297527"/>
          </a:xfrm>
          <a:custGeom>
            <a:avLst/>
            <a:gdLst>
              <a:gd name="T0" fmla="*/ 0 w 207"/>
              <a:gd name="T1" fmla="*/ 80 h 208"/>
              <a:gd name="T2" fmla="*/ 3 w 207"/>
              <a:gd name="T3" fmla="*/ 49 h 208"/>
              <a:gd name="T4" fmla="*/ 10 w 207"/>
              <a:gd name="T5" fmla="*/ 15 h 208"/>
              <a:gd name="T6" fmla="*/ 30 w 207"/>
              <a:gd name="T7" fmla="*/ 0 h 208"/>
              <a:gd name="T8" fmla="*/ 30 w 207"/>
              <a:gd name="T9" fmla="*/ 62 h 208"/>
              <a:gd name="T10" fmla="*/ 51 w 207"/>
              <a:gd name="T11" fmla="*/ 208 h 208"/>
              <a:gd name="T12" fmla="*/ 13 w 207"/>
              <a:gd name="T13" fmla="*/ 198 h 208"/>
              <a:gd name="T14" fmla="*/ 0 w 207"/>
              <a:gd name="T15" fmla="*/ 101 h 208"/>
              <a:gd name="T16" fmla="*/ 72 w 207"/>
              <a:gd name="T17" fmla="*/ 0 h 208"/>
              <a:gd name="T18" fmla="*/ 207 w 207"/>
              <a:gd name="T19" fmla="*/ 21 h 208"/>
              <a:gd name="T20" fmla="*/ 186 w 207"/>
              <a:gd name="T21" fmla="*/ 208 h 208"/>
              <a:gd name="T22" fmla="*/ 102 w 207"/>
              <a:gd name="T23" fmla="*/ 117 h 208"/>
              <a:gd name="T24" fmla="*/ 118 w 207"/>
              <a:gd name="T25" fmla="*/ 119 h 208"/>
              <a:gd name="T26" fmla="*/ 117 w 207"/>
              <a:gd name="T27" fmla="*/ 103 h 208"/>
              <a:gd name="T28" fmla="*/ 101 w 207"/>
              <a:gd name="T29" fmla="*/ 111 h 208"/>
              <a:gd name="T30" fmla="*/ 107 w 207"/>
              <a:gd name="T31" fmla="*/ 152 h 208"/>
              <a:gd name="T32" fmla="*/ 121 w 207"/>
              <a:gd name="T33" fmla="*/ 145 h 208"/>
              <a:gd name="T34" fmla="*/ 111 w 207"/>
              <a:gd name="T35" fmla="*/ 132 h 208"/>
              <a:gd name="T36" fmla="*/ 101 w 207"/>
              <a:gd name="T37" fmla="*/ 174 h 208"/>
              <a:gd name="T38" fmla="*/ 113 w 207"/>
              <a:gd name="T39" fmla="*/ 184 h 208"/>
              <a:gd name="T40" fmla="*/ 120 w 207"/>
              <a:gd name="T41" fmla="*/ 170 h 208"/>
              <a:gd name="T42" fmla="*/ 104 w 207"/>
              <a:gd name="T43" fmla="*/ 167 h 208"/>
              <a:gd name="T44" fmla="*/ 134 w 207"/>
              <a:gd name="T45" fmla="*/ 117 h 208"/>
              <a:gd name="T46" fmla="*/ 149 w 207"/>
              <a:gd name="T47" fmla="*/ 119 h 208"/>
              <a:gd name="T48" fmla="*/ 148 w 207"/>
              <a:gd name="T49" fmla="*/ 103 h 208"/>
              <a:gd name="T50" fmla="*/ 132 w 207"/>
              <a:gd name="T51" fmla="*/ 111 h 208"/>
              <a:gd name="T52" fmla="*/ 138 w 207"/>
              <a:gd name="T53" fmla="*/ 152 h 208"/>
              <a:gd name="T54" fmla="*/ 152 w 207"/>
              <a:gd name="T55" fmla="*/ 145 h 208"/>
              <a:gd name="T56" fmla="*/ 142 w 207"/>
              <a:gd name="T57" fmla="*/ 132 h 208"/>
              <a:gd name="T58" fmla="*/ 132 w 207"/>
              <a:gd name="T59" fmla="*/ 174 h 208"/>
              <a:gd name="T60" fmla="*/ 144 w 207"/>
              <a:gd name="T61" fmla="*/ 184 h 208"/>
              <a:gd name="T62" fmla="*/ 152 w 207"/>
              <a:gd name="T63" fmla="*/ 170 h 208"/>
              <a:gd name="T64" fmla="*/ 135 w 207"/>
              <a:gd name="T65" fmla="*/ 167 h 208"/>
              <a:gd name="T66" fmla="*/ 165 w 207"/>
              <a:gd name="T67" fmla="*/ 117 h 208"/>
              <a:gd name="T68" fmla="*/ 181 w 207"/>
              <a:gd name="T69" fmla="*/ 119 h 208"/>
              <a:gd name="T70" fmla="*/ 179 w 207"/>
              <a:gd name="T71" fmla="*/ 103 h 208"/>
              <a:gd name="T72" fmla="*/ 163 w 207"/>
              <a:gd name="T73" fmla="*/ 111 h 208"/>
              <a:gd name="T74" fmla="*/ 169 w 207"/>
              <a:gd name="T75" fmla="*/ 152 h 208"/>
              <a:gd name="T76" fmla="*/ 184 w 207"/>
              <a:gd name="T77" fmla="*/ 145 h 208"/>
              <a:gd name="T78" fmla="*/ 173 w 207"/>
              <a:gd name="T79" fmla="*/ 132 h 208"/>
              <a:gd name="T80" fmla="*/ 163 w 207"/>
              <a:gd name="T81" fmla="*/ 174 h 208"/>
              <a:gd name="T82" fmla="*/ 175 w 207"/>
              <a:gd name="T83" fmla="*/ 184 h 208"/>
              <a:gd name="T84" fmla="*/ 183 w 207"/>
              <a:gd name="T85" fmla="*/ 170 h 208"/>
              <a:gd name="T86" fmla="*/ 166 w 207"/>
              <a:gd name="T87" fmla="*/ 167 h 2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207" h="208">
                <a:moveTo>
                  <a:pt x="0" y="95"/>
                </a:moveTo>
                <a:cubicBezTo>
                  <a:pt x="0" y="94"/>
                  <a:pt x="0" y="92"/>
                  <a:pt x="0" y="90"/>
                </a:cubicBezTo>
                <a:cubicBezTo>
                  <a:pt x="0" y="87"/>
                  <a:pt x="0" y="84"/>
                  <a:pt x="0" y="80"/>
                </a:cubicBezTo>
                <a:cubicBezTo>
                  <a:pt x="1" y="77"/>
                  <a:pt x="1" y="73"/>
                  <a:pt x="1" y="70"/>
                </a:cubicBezTo>
                <a:cubicBezTo>
                  <a:pt x="1" y="66"/>
                  <a:pt x="2" y="63"/>
                  <a:pt x="2" y="59"/>
                </a:cubicBezTo>
                <a:cubicBezTo>
                  <a:pt x="2" y="56"/>
                  <a:pt x="3" y="52"/>
                  <a:pt x="3" y="49"/>
                </a:cubicBezTo>
                <a:cubicBezTo>
                  <a:pt x="4" y="45"/>
                  <a:pt x="4" y="41"/>
                  <a:pt x="5" y="37"/>
                </a:cubicBezTo>
                <a:cubicBezTo>
                  <a:pt x="6" y="33"/>
                  <a:pt x="7" y="29"/>
                  <a:pt x="8" y="25"/>
                </a:cubicBezTo>
                <a:cubicBezTo>
                  <a:pt x="8" y="22"/>
                  <a:pt x="9" y="18"/>
                  <a:pt x="10" y="15"/>
                </a:cubicBezTo>
                <a:cubicBezTo>
                  <a:pt x="11" y="13"/>
                  <a:pt x="12" y="11"/>
                  <a:pt x="13" y="9"/>
                </a:cubicBezTo>
                <a:cubicBezTo>
                  <a:pt x="14" y="7"/>
                  <a:pt x="16" y="6"/>
                  <a:pt x="18" y="4"/>
                </a:cubicBezTo>
                <a:cubicBezTo>
                  <a:pt x="21" y="1"/>
                  <a:pt x="25" y="0"/>
                  <a:pt x="30" y="0"/>
                </a:cubicBezTo>
                <a:cubicBezTo>
                  <a:pt x="51" y="0"/>
                  <a:pt x="51" y="0"/>
                  <a:pt x="51" y="0"/>
                </a:cubicBezTo>
                <a:cubicBezTo>
                  <a:pt x="51" y="52"/>
                  <a:pt x="51" y="52"/>
                  <a:pt x="51" y="52"/>
                </a:cubicBezTo>
                <a:cubicBezTo>
                  <a:pt x="30" y="62"/>
                  <a:pt x="30" y="62"/>
                  <a:pt x="30" y="62"/>
                </a:cubicBezTo>
                <a:cubicBezTo>
                  <a:pt x="30" y="145"/>
                  <a:pt x="30" y="145"/>
                  <a:pt x="30" y="145"/>
                </a:cubicBezTo>
                <a:cubicBezTo>
                  <a:pt x="51" y="156"/>
                  <a:pt x="51" y="156"/>
                  <a:pt x="51" y="156"/>
                </a:cubicBezTo>
                <a:cubicBezTo>
                  <a:pt x="51" y="208"/>
                  <a:pt x="51" y="208"/>
                  <a:pt x="51" y="208"/>
                </a:cubicBezTo>
                <a:cubicBezTo>
                  <a:pt x="30" y="208"/>
                  <a:pt x="30" y="208"/>
                  <a:pt x="30" y="208"/>
                </a:cubicBezTo>
                <a:cubicBezTo>
                  <a:pt x="25" y="208"/>
                  <a:pt x="21" y="206"/>
                  <a:pt x="17" y="203"/>
                </a:cubicBezTo>
                <a:cubicBezTo>
                  <a:pt x="15" y="201"/>
                  <a:pt x="14" y="200"/>
                  <a:pt x="13" y="198"/>
                </a:cubicBezTo>
                <a:cubicBezTo>
                  <a:pt x="11" y="196"/>
                  <a:pt x="11" y="193"/>
                  <a:pt x="10" y="191"/>
                </a:cubicBezTo>
                <a:cubicBezTo>
                  <a:pt x="7" y="178"/>
                  <a:pt x="4" y="163"/>
                  <a:pt x="2" y="149"/>
                </a:cubicBezTo>
                <a:cubicBezTo>
                  <a:pt x="1" y="134"/>
                  <a:pt x="0" y="118"/>
                  <a:pt x="0" y="101"/>
                </a:cubicBezTo>
                <a:lnTo>
                  <a:pt x="0" y="95"/>
                </a:lnTo>
                <a:close/>
                <a:moveTo>
                  <a:pt x="72" y="208"/>
                </a:moveTo>
                <a:cubicBezTo>
                  <a:pt x="72" y="0"/>
                  <a:pt x="72" y="0"/>
                  <a:pt x="72" y="0"/>
                </a:cubicBezTo>
                <a:cubicBezTo>
                  <a:pt x="186" y="0"/>
                  <a:pt x="186" y="0"/>
                  <a:pt x="186" y="0"/>
                </a:cubicBezTo>
                <a:cubicBezTo>
                  <a:pt x="192" y="0"/>
                  <a:pt x="197" y="2"/>
                  <a:pt x="201" y="6"/>
                </a:cubicBezTo>
                <a:cubicBezTo>
                  <a:pt x="205" y="10"/>
                  <a:pt x="207" y="15"/>
                  <a:pt x="207" y="21"/>
                </a:cubicBezTo>
                <a:cubicBezTo>
                  <a:pt x="207" y="187"/>
                  <a:pt x="207" y="187"/>
                  <a:pt x="207" y="187"/>
                </a:cubicBezTo>
                <a:cubicBezTo>
                  <a:pt x="207" y="193"/>
                  <a:pt x="205" y="197"/>
                  <a:pt x="201" y="201"/>
                </a:cubicBezTo>
                <a:cubicBezTo>
                  <a:pt x="197" y="206"/>
                  <a:pt x="192" y="208"/>
                  <a:pt x="186" y="208"/>
                </a:cubicBezTo>
                <a:lnTo>
                  <a:pt x="72" y="208"/>
                </a:lnTo>
                <a:close/>
                <a:moveTo>
                  <a:pt x="101" y="111"/>
                </a:moveTo>
                <a:cubicBezTo>
                  <a:pt x="101" y="114"/>
                  <a:pt x="101" y="116"/>
                  <a:pt x="102" y="117"/>
                </a:cubicBezTo>
                <a:cubicBezTo>
                  <a:pt x="104" y="119"/>
                  <a:pt x="105" y="120"/>
                  <a:pt x="107" y="121"/>
                </a:cubicBezTo>
                <a:cubicBezTo>
                  <a:pt x="109" y="122"/>
                  <a:pt x="111" y="122"/>
                  <a:pt x="113" y="122"/>
                </a:cubicBezTo>
                <a:cubicBezTo>
                  <a:pt x="115" y="122"/>
                  <a:pt x="117" y="121"/>
                  <a:pt x="118" y="119"/>
                </a:cubicBezTo>
                <a:cubicBezTo>
                  <a:pt x="120" y="117"/>
                  <a:pt x="121" y="115"/>
                  <a:pt x="121" y="113"/>
                </a:cubicBezTo>
                <a:cubicBezTo>
                  <a:pt x="121" y="111"/>
                  <a:pt x="121" y="109"/>
                  <a:pt x="120" y="108"/>
                </a:cubicBezTo>
                <a:cubicBezTo>
                  <a:pt x="120" y="106"/>
                  <a:pt x="118" y="104"/>
                  <a:pt x="117" y="103"/>
                </a:cubicBezTo>
                <a:cubicBezTo>
                  <a:pt x="115" y="102"/>
                  <a:pt x="113" y="101"/>
                  <a:pt x="111" y="101"/>
                </a:cubicBezTo>
                <a:cubicBezTo>
                  <a:pt x="108" y="101"/>
                  <a:pt x="106" y="102"/>
                  <a:pt x="104" y="104"/>
                </a:cubicBezTo>
                <a:cubicBezTo>
                  <a:pt x="102" y="106"/>
                  <a:pt x="101" y="109"/>
                  <a:pt x="101" y="111"/>
                </a:cubicBezTo>
                <a:close/>
                <a:moveTo>
                  <a:pt x="101" y="143"/>
                </a:moveTo>
                <a:cubicBezTo>
                  <a:pt x="101" y="145"/>
                  <a:pt x="101" y="147"/>
                  <a:pt x="102" y="149"/>
                </a:cubicBezTo>
                <a:cubicBezTo>
                  <a:pt x="104" y="150"/>
                  <a:pt x="105" y="151"/>
                  <a:pt x="107" y="152"/>
                </a:cubicBezTo>
                <a:cubicBezTo>
                  <a:pt x="109" y="153"/>
                  <a:pt x="111" y="153"/>
                  <a:pt x="113" y="153"/>
                </a:cubicBezTo>
                <a:cubicBezTo>
                  <a:pt x="115" y="153"/>
                  <a:pt x="117" y="152"/>
                  <a:pt x="118" y="150"/>
                </a:cubicBezTo>
                <a:cubicBezTo>
                  <a:pt x="120" y="149"/>
                  <a:pt x="121" y="147"/>
                  <a:pt x="121" y="145"/>
                </a:cubicBezTo>
                <a:cubicBezTo>
                  <a:pt x="121" y="143"/>
                  <a:pt x="121" y="141"/>
                  <a:pt x="120" y="139"/>
                </a:cubicBezTo>
                <a:cubicBezTo>
                  <a:pt x="120" y="137"/>
                  <a:pt x="118" y="135"/>
                  <a:pt x="117" y="134"/>
                </a:cubicBezTo>
                <a:cubicBezTo>
                  <a:pt x="115" y="133"/>
                  <a:pt x="113" y="132"/>
                  <a:pt x="111" y="132"/>
                </a:cubicBezTo>
                <a:cubicBezTo>
                  <a:pt x="108" y="133"/>
                  <a:pt x="106" y="134"/>
                  <a:pt x="104" y="135"/>
                </a:cubicBezTo>
                <a:cubicBezTo>
                  <a:pt x="102" y="137"/>
                  <a:pt x="101" y="140"/>
                  <a:pt x="101" y="143"/>
                </a:cubicBezTo>
                <a:close/>
                <a:moveTo>
                  <a:pt x="101" y="174"/>
                </a:moveTo>
                <a:cubicBezTo>
                  <a:pt x="101" y="176"/>
                  <a:pt x="101" y="178"/>
                  <a:pt x="102" y="180"/>
                </a:cubicBezTo>
                <a:cubicBezTo>
                  <a:pt x="104" y="181"/>
                  <a:pt x="105" y="183"/>
                  <a:pt x="107" y="183"/>
                </a:cubicBezTo>
                <a:cubicBezTo>
                  <a:pt x="109" y="184"/>
                  <a:pt x="111" y="184"/>
                  <a:pt x="113" y="184"/>
                </a:cubicBezTo>
                <a:cubicBezTo>
                  <a:pt x="115" y="184"/>
                  <a:pt x="117" y="183"/>
                  <a:pt x="118" y="181"/>
                </a:cubicBezTo>
                <a:cubicBezTo>
                  <a:pt x="120" y="180"/>
                  <a:pt x="121" y="178"/>
                  <a:pt x="121" y="176"/>
                </a:cubicBezTo>
                <a:cubicBezTo>
                  <a:pt x="121" y="174"/>
                  <a:pt x="121" y="172"/>
                  <a:pt x="120" y="170"/>
                </a:cubicBezTo>
                <a:cubicBezTo>
                  <a:pt x="120" y="168"/>
                  <a:pt x="118" y="167"/>
                  <a:pt x="117" y="165"/>
                </a:cubicBezTo>
                <a:cubicBezTo>
                  <a:pt x="115" y="164"/>
                  <a:pt x="113" y="163"/>
                  <a:pt x="111" y="164"/>
                </a:cubicBezTo>
                <a:cubicBezTo>
                  <a:pt x="108" y="164"/>
                  <a:pt x="106" y="165"/>
                  <a:pt x="104" y="167"/>
                </a:cubicBezTo>
                <a:cubicBezTo>
                  <a:pt x="102" y="169"/>
                  <a:pt x="101" y="171"/>
                  <a:pt x="101" y="174"/>
                </a:cubicBezTo>
                <a:close/>
                <a:moveTo>
                  <a:pt x="132" y="111"/>
                </a:moveTo>
                <a:cubicBezTo>
                  <a:pt x="132" y="114"/>
                  <a:pt x="132" y="116"/>
                  <a:pt x="134" y="117"/>
                </a:cubicBezTo>
                <a:cubicBezTo>
                  <a:pt x="135" y="119"/>
                  <a:pt x="136" y="120"/>
                  <a:pt x="138" y="121"/>
                </a:cubicBezTo>
                <a:cubicBezTo>
                  <a:pt x="140" y="122"/>
                  <a:pt x="142" y="122"/>
                  <a:pt x="144" y="122"/>
                </a:cubicBezTo>
                <a:cubicBezTo>
                  <a:pt x="146" y="122"/>
                  <a:pt x="148" y="121"/>
                  <a:pt x="149" y="119"/>
                </a:cubicBezTo>
                <a:cubicBezTo>
                  <a:pt x="151" y="117"/>
                  <a:pt x="152" y="115"/>
                  <a:pt x="152" y="113"/>
                </a:cubicBezTo>
                <a:cubicBezTo>
                  <a:pt x="153" y="111"/>
                  <a:pt x="152" y="109"/>
                  <a:pt x="152" y="108"/>
                </a:cubicBezTo>
                <a:cubicBezTo>
                  <a:pt x="151" y="106"/>
                  <a:pt x="150" y="104"/>
                  <a:pt x="148" y="103"/>
                </a:cubicBezTo>
                <a:cubicBezTo>
                  <a:pt x="146" y="102"/>
                  <a:pt x="144" y="101"/>
                  <a:pt x="142" y="101"/>
                </a:cubicBezTo>
                <a:cubicBezTo>
                  <a:pt x="139" y="101"/>
                  <a:pt x="137" y="102"/>
                  <a:pt x="135" y="104"/>
                </a:cubicBezTo>
                <a:cubicBezTo>
                  <a:pt x="133" y="106"/>
                  <a:pt x="132" y="109"/>
                  <a:pt x="132" y="111"/>
                </a:cubicBezTo>
                <a:close/>
                <a:moveTo>
                  <a:pt x="132" y="143"/>
                </a:moveTo>
                <a:cubicBezTo>
                  <a:pt x="132" y="145"/>
                  <a:pt x="132" y="147"/>
                  <a:pt x="134" y="149"/>
                </a:cubicBezTo>
                <a:cubicBezTo>
                  <a:pt x="135" y="150"/>
                  <a:pt x="136" y="151"/>
                  <a:pt x="138" y="152"/>
                </a:cubicBezTo>
                <a:cubicBezTo>
                  <a:pt x="140" y="153"/>
                  <a:pt x="142" y="153"/>
                  <a:pt x="144" y="153"/>
                </a:cubicBezTo>
                <a:cubicBezTo>
                  <a:pt x="146" y="153"/>
                  <a:pt x="148" y="152"/>
                  <a:pt x="149" y="150"/>
                </a:cubicBezTo>
                <a:cubicBezTo>
                  <a:pt x="151" y="149"/>
                  <a:pt x="152" y="147"/>
                  <a:pt x="152" y="145"/>
                </a:cubicBezTo>
                <a:cubicBezTo>
                  <a:pt x="153" y="143"/>
                  <a:pt x="152" y="141"/>
                  <a:pt x="152" y="139"/>
                </a:cubicBezTo>
                <a:cubicBezTo>
                  <a:pt x="151" y="137"/>
                  <a:pt x="150" y="135"/>
                  <a:pt x="148" y="134"/>
                </a:cubicBezTo>
                <a:cubicBezTo>
                  <a:pt x="146" y="133"/>
                  <a:pt x="144" y="132"/>
                  <a:pt x="142" y="132"/>
                </a:cubicBezTo>
                <a:cubicBezTo>
                  <a:pt x="139" y="133"/>
                  <a:pt x="137" y="134"/>
                  <a:pt x="135" y="135"/>
                </a:cubicBezTo>
                <a:cubicBezTo>
                  <a:pt x="133" y="137"/>
                  <a:pt x="132" y="140"/>
                  <a:pt x="132" y="143"/>
                </a:cubicBezTo>
                <a:close/>
                <a:moveTo>
                  <a:pt x="132" y="174"/>
                </a:moveTo>
                <a:cubicBezTo>
                  <a:pt x="132" y="176"/>
                  <a:pt x="132" y="178"/>
                  <a:pt x="134" y="180"/>
                </a:cubicBezTo>
                <a:cubicBezTo>
                  <a:pt x="135" y="181"/>
                  <a:pt x="136" y="183"/>
                  <a:pt x="138" y="183"/>
                </a:cubicBezTo>
                <a:cubicBezTo>
                  <a:pt x="140" y="184"/>
                  <a:pt x="142" y="184"/>
                  <a:pt x="144" y="184"/>
                </a:cubicBezTo>
                <a:cubicBezTo>
                  <a:pt x="146" y="184"/>
                  <a:pt x="148" y="183"/>
                  <a:pt x="149" y="181"/>
                </a:cubicBezTo>
                <a:cubicBezTo>
                  <a:pt x="151" y="180"/>
                  <a:pt x="152" y="178"/>
                  <a:pt x="152" y="176"/>
                </a:cubicBezTo>
                <a:cubicBezTo>
                  <a:pt x="153" y="174"/>
                  <a:pt x="152" y="172"/>
                  <a:pt x="152" y="170"/>
                </a:cubicBezTo>
                <a:cubicBezTo>
                  <a:pt x="151" y="168"/>
                  <a:pt x="150" y="167"/>
                  <a:pt x="148" y="165"/>
                </a:cubicBezTo>
                <a:cubicBezTo>
                  <a:pt x="146" y="164"/>
                  <a:pt x="144" y="163"/>
                  <a:pt x="142" y="164"/>
                </a:cubicBezTo>
                <a:cubicBezTo>
                  <a:pt x="139" y="164"/>
                  <a:pt x="137" y="165"/>
                  <a:pt x="135" y="167"/>
                </a:cubicBezTo>
                <a:cubicBezTo>
                  <a:pt x="133" y="169"/>
                  <a:pt x="132" y="171"/>
                  <a:pt x="132" y="174"/>
                </a:cubicBezTo>
                <a:close/>
                <a:moveTo>
                  <a:pt x="163" y="111"/>
                </a:moveTo>
                <a:cubicBezTo>
                  <a:pt x="163" y="114"/>
                  <a:pt x="164" y="116"/>
                  <a:pt x="165" y="117"/>
                </a:cubicBezTo>
                <a:cubicBezTo>
                  <a:pt x="166" y="119"/>
                  <a:pt x="167" y="120"/>
                  <a:pt x="169" y="121"/>
                </a:cubicBezTo>
                <a:cubicBezTo>
                  <a:pt x="171" y="122"/>
                  <a:pt x="173" y="122"/>
                  <a:pt x="175" y="122"/>
                </a:cubicBezTo>
                <a:cubicBezTo>
                  <a:pt x="177" y="122"/>
                  <a:pt x="179" y="121"/>
                  <a:pt x="181" y="119"/>
                </a:cubicBezTo>
                <a:cubicBezTo>
                  <a:pt x="182" y="117"/>
                  <a:pt x="183" y="115"/>
                  <a:pt x="184" y="113"/>
                </a:cubicBezTo>
                <a:cubicBezTo>
                  <a:pt x="184" y="111"/>
                  <a:pt x="184" y="109"/>
                  <a:pt x="183" y="108"/>
                </a:cubicBezTo>
                <a:cubicBezTo>
                  <a:pt x="182" y="106"/>
                  <a:pt x="181" y="104"/>
                  <a:pt x="179" y="103"/>
                </a:cubicBezTo>
                <a:cubicBezTo>
                  <a:pt x="177" y="102"/>
                  <a:pt x="175" y="101"/>
                  <a:pt x="173" y="101"/>
                </a:cubicBezTo>
                <a:cubicBezTo>
                  <a:pt x="170" y="101"/>
                  <a:pt x="168" y="102"/>
                  <a:pt x="166" y="104"/>
                </a:cubicBezTo>
                <a:cubicBezTo>
                  <a:pt x="164" y="106"/>
                  <a:pt x="163" y="109"/>
                  <a:pt x="163" y="111"/>
                </a:cubicBezTo>
                <a:close/>
                <a:moveTo>
                  <a:pt x="163" y="143"/>
                </a:moveTo>
                <a:cubicBezTo>
                  <a:pt x="163" y="145"/>
                  <a:pt x="164" y="147"/>
                  <a:pt x="165" y="149"/>
                </a:cubicBezTo>
                <a:cubicBezTo>
                  <a:pt x="166" y="150"/>
                  <a:pt x="167" y="151"/>
                  <a:pt x="169" y="152"/>
                </a:cubicBezTo>
                <a:cubicBezTo>
                  <a:pt x="171" y="153"/>
                  <a:pt x="173" y="153"/>
                  <a:pt x="175" y="153"/>
                </a:cubicBezTo>
                <a:cubicBezTo>
                  <a:pt x="177" y="153"/>
                  <a:pt x="179" y="152"/>
                  <a:pt x="181" y="150"/>
                </a:cubicBezTo>
                <a:cubicBezTo>
                  <a:pt x="182" y="149"/>
                  <a:pt x="183" y="147"/>
                  <a:pt x="184" y="145"/>
                </a:cubicBezTo>
                <a:cubicBezTo>
                  <a:pt x="184" y="143"/>
                  <a:pt x="184" y="141"/>
                  <a:pt x="183" y="139"/>
                </a:cubicBezTo>
                <a:cubicBezTo>
                  <a:pt x="182" y="137"/>
                  <a:pt x="181" y="135"/>
                  <a:pt x="179" y="134"/>
                </a:cubicBezTo>
                <a:cubicBezTo>
                  <a:pt x="177" y="133"/>
                  <a:pt x="175" y="132"/>
                  <a:pt x="173" y="132"/>
                </a:cubicBezTo>
                <a:cubicBezTo>
                  <a:pt x="170" y="133"/>
                  <a:pt x="168" y="134"/>
                  <a:pt x="166" y="135"/>
                </a:cubicBezTo>
                <a:cubicBezTo>
                  <a:pt x="164" y="137"/>
                  <a:pt x="163" y="140"/>
                  <a:pt x="163" y="143"/>
                </a:cubicBezTo>
                <a:close/>
                <a:moveTo>
                  <a:pt x="163" y="174"/>
                </a:moveTo>
                <a:cubicBezTo>
                  <a:pt x="163" y="176"/>
                  <a:pt x="164" y="178"/>
                  <a:pt x="165" y="180"/>
                </a:cubicBezTo>
                <a:cubicBezTo>
                  <a:pt x="166" y="181"/>
                  <a:pt x="167" y="183"/>
                  <a:pt x="169" y="183"/>
                </a:cubicBezTo>
                <a:cubicBezTo>
                  <a:pt x="171" y="184"/>
                  <a:pt x="173" y="184"/>
                  <a:pt x="175" y="184"/>
                </a:cubicBezTo>
                <a:cubicBezTo>
                  <a:pt x="177" y="184"/>
                  <a:pt x="179" y="183"/>
                  <a:pt x="181" y="181"/>
                </a:cubicBezTo>
                <a:cubicBezTo>
                  <a:pt x="182" y="180"/>
                  <a:pt x="183" y="178"/>
                  <a:pt x="184" y="176"/>
                </a:cubicBezTo>
                <a:cubicBezTo>
                  <a:pt x="184" y="174"/>
                  <a:pt x="184" y="172"/>
                  <a:pt x="183" y="170"/>
                </a:cubicBezTo>
                <a:cubicBezTo>
                  <a:pt x="182" y="168"/>
                  <a:pt x="181" y="167"/>
                  <a:pt x="179" y="165"/>
                </a:cubicBezTo>
                <a:cubicBezTo>
                  <a:pt x="177" y="164"/>
                  <a:pt x="175" y="163"/>
                  <a:pt x="173" y="164"/>
                </a:cubicBezTo>
                <a:cubicBezTo>
                  <a:pt x="170" y="164"/>
                  <a:pt x="168" y="165"/>
                  <a:pt x="166" y="167"/>
                </a:cubicBezTo>
                <a:cubicBezTo>
                  <a:pt x="164" y="169"/>
                  <a:pt x="163" y="171"/>
                  <a:pt x="163" y="17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2" name="Freeform 24"/>
          <p:cNvSpPr>
            <a:spLocks noEditPoints="1"/>
          </p:cNvSpPr>
          <p:nvPr/>
        </p:nvSpPr>
        <p:spPr bwMode="auto">
          <a:xfrm>
            <a:off x="9810779" y="1688248"/>
            <a:ext cx="180253" cy="347475"/>
          </a:xfrm>
          <a:custGeom>
            <a:avLst/>
            <a:gdLst>
              <a:gd name="T0" fmla="*/ 0 w 125"/>
              <a:gd name="T1" fmla="*/ 21 h 243"/>
              <a:gd name="T2" fmla="*/ 2 w 125"/>
              <a:gd name="T3" fmla="*/ 13 h 243"/>
              <a:gd name="T4" fmla="*/ 6 w 125"/>
              <a:gd name="T5" fmla="*/ 6 h 243"/>
              <a:gd name="T6" fmla="*/ 21 w 125"/>
              <a:gd name="T7" fmla="*/ 0 h 243"/>
              <a:gd name="T8" fmla="*/ 22 w 125"/>
              <a:gd name="T9" fmla="*/ 0 h 243"/>
              <a:gd name="T10" fmla="*/ 22 w 125"/>
              <a:gd name="T11" fmla="*/ 0 h 243"/>
              <a:gd name="T12" fmla="*/ 103 w 125"/>
              <a:gd name="T13" fmla="*/ 0 h 243"/>
              <a:gd name="T14" fmla="*/ 104 w 125"/>
              <a:gd name="T15" fmla="*/ 0 h 243"/>
              <a:gd name="T16" fmla="*/ 104 w 125"/>
              <a:gd name="T17" fmla="*/ 0 h 243"/>
              <a:gd name="T18" fmla="*/ 119 w 125"/>
              <a:gd name="T19" fmla="*/ 6 h 243"/>
              <a:gd name="T20" fmla="*/ 124 w 125"/>
              <a:gd name="T21" fmla="*/ 13 h 243"/>
              <a:gd name="T22" fmla="*/ 125 w 125"/>
              <a:gd name="T23" fmla="*/ 21 h 243"/>
              <a:gd name="T24" fmla="*/ 125 w 125"/>
              <a:gd name="T25" fmla="*/ 222 h 243"/>
              <a:gd name="T26" fmla="*/ 119 w 125"/>
              <a:gd name="T27" fmla="*/ 237 h 243"/>
              <a:gd name="T28" fmla="*/ 113 w 125"/>
              <a:gd name="T29" fmla="*/ 241 h 243"/>
              <a:gd name="T30" fmla="*/ 106 w 125"/>
              <a:gd name="T31" fmla="*/ 243 h 243"/>
              <a:gd name="T32" fmla="*/ 20 w 125"/>
              <a:gd name="T33" fmla="*/ 243 h 243"/>
              <a:gd name="T34" fmla="*/ 12 w 125"/>
              <a:gd name="T35" fmla="*/ 241 h 243"/>
              <a:gd name="T36" fmla="*/ 6 w 125"/>
              <a:gd name="T37" fmla="*/ 237 h 243"/>
              <a:gd name="T38" fmla="*/ 0 w 125"/>
              <a:gd name="T39" fmla="*/ 222 h 243"/>
              <a:gd name="T40" fmla="*/ 0 w 125"/>
              <a:gd name="T41" fmla="*/ 21 h 243"/>
              <a:gd name="T42" fmla="*/ 11 w 125"/>
              <a:gd name="T43" fmla="*/ 201 h 243"/>
              <a:gd name="T44" fmla="*/ 115 w 125"/>
              <a:gd name="T45" fmla="*/ 201 h 243"/>
              <a:gd name="T46" fmla="*/ 115 w 125"/>
              <a:gd name="T47" fmla="*/ 42 h 243"/>
              <a:gd name="T48" fmla="*/ 11 w 125"/>
              <a:gd name="T49" fmla="*/ 42 h 243"/>
              <a:gd name="T50" fmla="*/ 11 w 125"/>
              <a:gd name="T51" fmla="*/ 201 h 243"/>
              <a:gd name="T52" fmla="*/ 54 w 125"/>
              <a:gd name="T53" fmla="*/ 214 h 243"/>
              <a:gd name="T54" fmla="*/ 51 w 125"/>
              <a:gd name="T55" fmla="*/ 218 h 243"/>
              <a:gd name="T56" fmla="*/ 50 w 125"/>
              <a:gd name="T57" fmla="*/ 222 h 243"/>
              <a:gd name="T58" fmla="*/ 51 w 125"/>
              <a:gd name="T59" fmla="*/ 227 h 243"/>
              <a:gd name="T60" fmla="*/ 54 w 125"/>
              <a:gd name="T61" fmla="*/ 231 h 243"/>
              <a:gd name="T62" fmla="*/ 58 w 125"/>
              <a:gd name="T63" fmla="*/ 234 h 243"/>
              <a:gd name="T64" fmla="*/ 63 w 125"/>
              <a:gd name="T65" fmla="*/ 234 h 243"/>
              <a:gd name="T66" fmla="*/ 67 w 125"/>
              <a:gd name="T67" fmla="*/ 234 h 243"/>
              <a:gd name="T68" fmla="*/ 71 w 125"/>
              <a:gd name="T69" fmla="*/ 231 h 243"/>
              <a:gd name="T70" fmla="*/ 74 w 125"/>
              <a:gd name="T71" fmla="*/ 227 h 243"/>
              <a:gd name="T72" fmla="*/ 75 w 125"/>
              <a:gd name="T73" fmla="*/ 222 h 243"/>
              <a:gd name="T74" fmla="*/ 74 w 125"/>
              <a:gd name="T75" fmla="*/ 218 h 243"/>
              <a:gd name="T76" fmla="*/ 71 w 125"/>
              <a:gd name="T77" fmla="*/ 214 h 243"/>
              <a:gd name="T78" fmla="*/ 67 w 125"/>
              <a:gd name="T79" fmla="*/ 211 h 243"/>
              <a:gd name="T80" fmla="*/ 63 w 125"/>
              <a:gd name="T81" fmla="*/ 210 h 243"/>
              <a:gd name="T82" fmla="*/ 58 w 125"/>
              <a:gd name="T83" fmla="*/ 211 h 243"/>
              <a:gd name="T84" fmla="*/ 54 w 125"/>
              <a:gd name="T85" fmla="*/ 214 h 243"/>
              <a:gd name="T86" fmla="*/ 51 w 125"/>
              <a:gd name="T87" fmla="*/ 21 h 243"/>
              <a:gd name="T88" fmla="*/ 53 w 125"/>
              <a:gd name="T89" fmla="*/ 23 h 243"/>
              <a:gd name="T90" fmla="*/ 72 w 125"/>
              <a:gd name="T91" fmla="*/ 23 h 243"/>
              <a:gd name="T92" fmla="*/ 74 w 125"/>
              <a:gd name="T93" fmla="*/ 21 h 243"/>
              <a:gd name="T94" fmla="*/ 72 w 125"/>
              <a:gd name="T95" fmla="*/ 19 h 243"/>
              <a:gd name="T96" fmla="*/ 53 w 125"/>
              <a:gd name="T97" fmla="*/ 19 h 243"/>
              <a:gd name="T98" fmla="*/ 51 w 125"/>
              <a:gd name="T99" fmla="*/ 21 h 2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25" h="243">
                <a:moveTo>
                  <a:pt x="0" y="21"/>
                </a:moveTo>
                <a:cubicBezTo>
                  <a:pt x="0" y="18"/>
                  <a:pt x="1" y="15"/>
                  <a:pt x="2" y="13"/>
                </a:cubicBezTo>
                <a:cubicBezTo>
                  <a:pt x="3" y="10"/>
                  <a:pt x="4" y="8"/>
                  <a:pt x="6" y="6"/>
                </a:cubicBezTo>
                <a:cubicBezTo>
                  <a:pt x="10" y="2"/>
                  <a:pt x="15" y="0"/>
                  <a:pt x="21" y="0"/>
                </a:cubicBezTo>
                <a:cubicBezTo>
                  <a:pt x="21" y="0"/>
                  <a:pt x="21" y="0"/>
                  <a:pt x="22" y="0"/>
                </a:cubicBezTo>
                <a:cubicBezTo>
                  <a:pt x="22" y="0"/>
                  <a:pt x="22" y="0"/>
                  <a:pt x="22" y="0"/>
                </a:cubicBezTo>
                <a:cubicBezTo>
                  <a:pt x="103" y="0"/>
                  <a:pt x="103" y="0"/>
                  <a:pt x="103" y="0"/>
                </a:cubicBezTo>
                <a:cubicBezTo>
                  <a:pt x="103" y="0"/>
                  <a:pt x="104" y="0"/>
                  <a:pt x="104" y="0"/>
                </a:cubicBezTo>
                <a:cubicBezTo>
                  <a:pt x="104" y="0"/>
                  <a:pt x="104" y="0"/>
                  <a:pt x="104" y="0"/>
                </a:cubicBezTo>
                <a:cubicBezTo>
                  <a:pt x="110" y="0"/>
                  <a:pt x="115" y="2"/>
                  <a:pt x="119" y="6"/>
                </a:cubicBezTo>
                <a:cubicBezTo>
                  <a:pt x="121" y="8"/>
                  <a:pt x="123" y="10"/>
                  <a:pt x="124" y="13"/>
                </a:cubicBezTo>
                <a:cubicBezTo>
                  <a:pt x="125" y="15"/>
                  <a:pt x="125" y="18"/>
                  <a:pt x="125" y="21"/>
                </a:cubicBezTo>
                <a:cubicBezTo>
                  <a:pt x="125" y="222"/>
                  <a:pt x="125" y="222"/>
                  <a:pt x="125" y="222"/>
                </a:cubicBezTo>
                <a:cubicBezTo>
                  <a:pt x="125" y="228"/>
                  <a:pt x="123" y="232"/>
                  <a:pt x="119" y="237"/>
                </a:cubicBezTo>
                <a:cubicBezTo>
                  <a:pt x="117" y="239"/>
                  <a:pt x="115" y="240"/>
                  <a:pt x="113" y="241"/>
                </a:cubicBezTo>
                <a:cubicBezTo>
                  <a:pt x="111" y="243"/>
                  <a:pt x="108" y="243"/>
                  <a:pt x="106" y="243"/>
                </a:cubicBezTo>
                <a:cubicBezTo>
                  <a:pt x="20" y="243"/>
                  <a:pt x="20" y="243"/>
                  <a:pt x="20" y="243"/>
                </a:cubicBezTo>
                <a:cubicBezTo>
                  <a:pt x="17" y="243"/>
                  <a:pt x="15" y="243"/>
                  <a:pt x="12" y="241"/>
                </a:cubicBezTo>
                <a:cubicBezTo>
                  <a:pt x="10" y="240"/>
                  <a:pt x="8" y="239"/>
                  <a:pt x="6" y="237"/>
                </a:cubicBezTo>
                <a:cubicBezTo>
                  <a:pt x="2" y="232"/>
                  <a:pt x="0" y="228"/>
                  <a:pt x="0" y="222"/>
                </a:cubicBezTo>
                <a:lnTo>
                  <a:pt x="0" y="21"/>
                </a:lnTo>
                <a:close/>
                <a:moveTo>
                  <a:pt x="11" y="201"/>
                </a:moveTo>
                <a:cubicBezTo>
                  <a:pt x="115" y="201"/>
                  <a:pt x="115" y="201"/>
                  <a:pt x="115" y="201"/>
                </a:cubicBezTo>
                <a:cubicBezTo>
                  <a:pt x="115" y="42"/>
                  <a:pt x="115" y="42"/>
                  <a:pt x="115" y="42"/>
                </a:cubicBezTo>
                <a:cubicBezTo>
                  <a:pt x="11" y="42"/>
                  <a:pt x="11" y="42"/>
                  <a:pt x="11" y="42"/>
                </a:cubicBezTo>
                <a:lnTo>
                  <a:pt x="11" y="201"/>
                </a:lnTo>
                <a:close/>
                <a:moveTo>
                  <a:pt x="54" y="214"/>
                </a:moveTo>
                <a:cubicBezTo>
                  <a:pt x="53" y="215"/>
                  <a:pt x="52" y="216"/>
                  <a:pt x="51" y="218"/>
                </a:cubicBezTo>
                <a:cubicBezTo>
                  <a:pt x="51" y="219"/>
                  <a:pt x="50" y="221"/>
                  <a:pt x="50" y="222"/>
                </a:cubicBezTo>
                <a:cubicBezTo>
                  <a:pt x="50" y="224"/>
                  <a:pt x="51" y="225"/>
                  <a:pt x="51" y="227"/>
                </a:cubicBezTo>
                <a:cubicBezTo>
                  <a:pt x="52" y="228"/>
                  <a:pt x="53" y="230"/>
                  <a:pt x="54" y="231"/>
                </a:cubicBezTo>
                <a:cubicBezTo>
                  <a:pt x="55" y="232"/>
                  <a:pt x="57" y="233"/>
                  <a:pt x="58" y="234"/>
                </a:cubicBezTo>
                <a:cubicBezTo>
                  <a:pt x="60" y="234"/>
                  <a:pt x="61" y="234"/>
                  <a:pt x="63" y="234"/>
                </a:cubicBezTo>
                <a:cubicBezTo>
                  <a:pt x="64" y="234"/>
                  <a:pt x="66" y="234"/>
                  <a:pt x="67" y="234"/>
                </a:cubicBezTo>
                <a:cubicBezTo>
                  <a:pt x="69" y="233"/>
                  <a:pt x="70" y="232"/>
                  <a:pt x="71" y="231"/>
                </a:cubicBezTo>
                <a:cubicBezTo>
                  <a:pt x="72" y="230"/>
                  <a:pt x="73" y="228"/>
                  <a:pt x="74" y="227"/>
                </a:cubicBezTo>
                <a:cubicBezTo>
                  <a:pt x="75" y="225"/>
                  <a:pt x="75" y="224"/>
                  <a:pt x="75" y="222"/>
                </a:cubicBezTo>
                <a:cubicBezTo>
                  <a:pt x="75" y="221"/>
                  <a:pt x="75" y="219"/>
                  <a:pt x="74" y="218"/>
                </a:cubicBezTo>
                <a:cubicBezTo>
                  <a:pt x="73" y="216"/>
                  <a:pt x="72" y="215"/>
                  <a:pt x="71" y="214"/>
                </a:cubicBezTo>
                <a:cubicBezTo>
                  <a:pt x="70" y="213"/>
                  <a:pt x="69" y="212"/>
                  <a:pt x="67" y="211"/>
                </a:cubicBezTo>
                <a:cubicBezTo>
                  <a:pt x="66" y="210"/>
                  <a:pt x="64" y="210"/>
                  <a:pt x="63" y="210"/>
                </a:cubicBezTo>
                <a:cubicBezTo>
                  <a:pt x="61" y="210"/>
                  <a:pt x="60" y="210"/>
                  <a:pt x="58" y="211"/>
                </a:cubicBezTo>
                <a:cubicBezTo>
                  <a:pt x="57" y="212"/>
                  <a:pt x="55" y="213"/>
                  <a:pt x="54" y="214"/>
                </a:cubicBezTo>
                <a:close/>
                <a:moveTo>
                  <a:pt x="51" y="21"/>
                </a:moveTo>
                <a:cubicBezTo>
                  <a:pt x="51" y="22"/>
                  <a:pt x="52" y="23"/>
                  <a:pt x="53" y="23"/>
                </a:cubicBezTo>
                <a:cubicBezTo>
                  <a:pt x="72" y="23"/>
                  <a:pt x="72" y="23"/>
                  <a:pt x="72" y="23"/>
                </a:cubicBezTo>
                <a:cubicBezTo>
                  <a:pt x="74" y="23"/>
                  <a:pt x="74" y="22"/>
                  <a:pt x="74" y="21"/>
                </a:cubicBezTo>
                <a:cubicBezTo>
                  <a:pt x="74" y="19"/>
                  <a:pt x="74" y="19"/>
                  <a:pt x="72" y="19"/>
                </a:cubicBezTo>
                <a:cubicBezTo>
                  <a:pt x="53" y="19"/>
                  <a:pt x="53" y="19"/>
                  <a:pt x="53" y="19"/>
                </a:cubicBezTo>
                <a:cubicBezTo>
                  <a:pt x="52" y="19"/>
                  <a:pt x="51" y="19"/>
                  <a:pt x="51" y="2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3" name="Freeform 25"/>
          <p:cNvSpPr>
            <a:spLocks noEditPoints="1"/>
          </p:cNvSpPr>
          <p:nvPr/>
        </p:nvSpPr>
        <p:spPr bwMode="auto">
          <a:xfrm>
            <a:off x="10227750" y="1712137"/>
            <a:ext cx="228031" cy="297527"/>
          </a:xfrm>
          <a:custGeom>
            <a:avLst/>
            <a:gdLst>
              <a:gd name="T0" fmla="*/ 0 w 160"/>
              <a:gd name="T1" fmla="*/ 11 h 208"/>
              <a:gd name="T2" fmla="*/ 2 w 160"/>
              <a:gd name="T3" fmla="*/ 3 h 208"/>
              <a:gd name="T4" fmla="*/ 9 w 160"/>
              <a:gd name="T5" fmla="*/ 0 h 208"/>
              <a:gd name="T6" fmla="*/ 150 w 160"/>
              <a:gd name="T7" fmla="*/ 0 h 208"/>
              <a:gd name="T8" fmla="*/ 157 w 160"/>
              <a:gd name="T9" fmla="*/ 3 h 208"/>
              <a:gd name="T10" fmla="*/ 160 w 160"/>
              <a:gd name="T11" fmla="*/ 11 h 208"/>
              <a:gd name="T12" fmla="*/ 160 w 160"/>
              <a:gd name="T13" fmla="*/ 198 h 208"/>
              <a:gd name="T14" fmla="*/ 157 w 160"/>
              <a:gd name="T15" fmla="*/ 206 h 208"/>
              <a:gd name="T16" fmla="*/ 150 w 160"/>
              <a:gd name="T17" fmla="*/ 208 h 208"/>
              <a:gd name="T18" fmla="*/ 9 w 160"/>
              <a:gd name="T19" fmla="*/ 208 h 208"/>
              <a:gd name="T20" fmla="*/ 2 w 160"/>
              <a:gd name="T21" fmla="*/ 206 h 208"/>
              <a:gd name="T22" fmla="*/ 0 w 160"/>
              <a:gd name="T23" fmla="*/ 198 h 208"/>
              <a:gd name="T24" fmla="*/ 0 w 160"/>
              <a:gd name="T25" fmla="*/ 11 h 208"/>
              <a:gd name="T26" fmla="*/ 17 w 160"/>
              <a:gd name="T27" fmla="*/ 188 h 208"/>
              <a:gd name="T28" fmla="*/ 142 w 160"/>
              <a:gd name="T29" fmla="*/ 188 h 208"/>
              <a:gd name="T30" fmla="*/ 142 w 160"/>
              <a:gd name="T31" fmla="*/ 22 h 208"/>
              <a:gd name="T32" fmla="*/ 17 w 160"/>
              <a:gd name="T33" fmla="*/ 22 h 208"/>
              <a:gd name="T34" fmla="*/ 17 w 160"/>
              <a:gd name="T35" fmla="*/ 188 h 208"/>
              <a:gd name="T36" fmla="*/ 75 w 160"/>
              <a:gd name="T37" fmla="*/ 200 h 208"/>
              <a:gd name="T38" fmla="*/ 76 w 160"/>
              <a:gd name="T39" fmla="*/ 203 h 208"/>
              <a:gd name="T40" fmla="*/ 80 w 160"/>
              <a:gd name="T41" fmla="*/ 205 h 208"/>
              <a:gd name="T42" fmla="*/ 83 w 160"/>
              <a:gd name="T43" fmla="*/ 203 h 208"/>
              <a:gd name="T44" fmla="*/ 85 w 160"/>
              <a:gd name="T45" fmla="*/ 200 h 208"/>
              <a:gd name="T46" fmla="*/ 83 w 160"/>
              <a:gd name="T47" fmla="*/ 196 h 208"/>
              <a:gd name="T48" fmla="*/ 80 w 160"/>
              <a:gd name="T49" fmla="*/ 195 h 208"/>
              <a:gd name="T50" fmla="*/ 76 w 160"/>
              <a:gd name="T51" fmla="*/ 196 h 208"/>
              <a:gd name="T52" fmla="*/ 75 w 160"/>
              <a:gd name="T53" fmla="*/ 200 h 2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160" h="208">
                <a:moveTo>
                  <a:pt x="0" y="11"/>
                </a:moveTo>
                <a:cubicBezTo>
                  <a:pt x="0" y="8"/>
                  <a:pt x="0" y="5"/>
                  <a:pt x="2" y="3"/>
                </a:cubicBezTo>
                <a:cubicBezTo>
                  <a:pt x="4" y="1"/>
                  <a:pt x="6" y="0"/>
                  <a:pt x="9" y="0"/>
                </a:cubicBezTo>
                <a:cubicBezTo>
                  <a:pt x="150" y="0"/>
                  <a:pt x="150" y="0"/>
                  <a:pt x="150" y="0"/>
                </a:cubicBezTo>
                <a:cubicBezTo>
                  <a:pt x="153" y="0"/>
                  <a:pt x="155" y="1"/>
                  <a:pt x="157" y="3"/>
                </a:cubicBezTo>
                <a:cubicBezTo>
                  <a:pt x="159" y="5"/>
                  <a:pt x="160" y="8"/>
                  <a:pt x="160" y="11"/>
                </a:cubicBezTo>
                <a:cubicBezTo>
                  <a:pt x="160" y="198"/>
                  <a:pt x="160" y="198"/>
                  <a:pt x="160" y="198"/>
                </a:cubicBezTo>
                <a:cubicBezTo>
                  <a:pt x="160" y="201"/>
                  <a:pt x="159" y="204"/>
                  <a:pt x="157" y="206"/>
                </a:cubicBezTo>
                <a:cubicBezTo>
                  <a:pt x="155" y="208"/>
                  <a:pt x="153" y="208"/>
                  <a:pt x="150" y="208"/>
                </a:cubicBezTo>
                <a:cubicBezTo>
                  <a:pt x="9" y="208"/>
                  <a:pt x="9" y="208"/>
                  <a:pt x="9" y="208"/>
                </a:cubicBezTo>
                <a:cubicBezTo>
                  <a:pt x="6" y="208"/>
                  <a:pt x="4" y="208"/>
                  <a:pt x="2" y="206"/>
                </a:cubicBezTo>
                <a:cubicBezTo>
                  <a:pt x="0" y="204"/>
                  <a:pt x="0" y="201"/>
                  <a:pt x="0" y="198"/>
                </a:cubicBezTo>
                <a:lnTo>
                  <a:pt x="0" y="11"/>
                </a:lnTo>
                <a:close/>
                <a:moveTo>
                  <a:pt x="17" y="188"/>
                </a:moveTo>
                <a:cubicBezTo>
                  <a:pt x="142" y="188"/>
                  <a:pt x="142" y="188"/>
                  <a:pt x="142" y="188"/>
                </a:cubicBezTo>
                <a:cubicBezTo>
                  <a:pt x="142" y="22"/>
                  <a:pt x="142" y="22"/>
                  <a:pt x="142" y="22"/>
                </a:cubicBezTo>
                <a:cubicBezTo>
                  <a:pt x="17" y="22"/>
                  <a:pt x="17" y="22"/>
                  <a:pt x="17" y="22"/>
                </a:cubicBezTo>
                <a:lnTo>
                  <a:pt x="17" y="188"/>
                </a:lnTo>
                <a:close/>
                <a:moveTo>
                  <a:pt x="75" y="200"/>
                </a:moveTo>
                <a:cubicBezTo>
                  <a:pt x="75" y="201"/>
                  <a:pt x="75" y="202"/>
                  <a:pt x="76" y="203"/>
                </a:cubicBezTo>
                <a:cubicBezTo>
                  <a:pt x="77" y="204"/>
                  <a:pt x="78" y="205"/>
                  <a:pt x="80" y="205"/>
                </a:cubicBezTo>
                <a:cubicBezTo>
                  <a:pt x="81" y="205"/>
                  <a:pt x="82" y="204"/>
                  <a:pt x="83" y="203"/>
                </a:cubicBezTo>
                <a:cubicBezTo>
                  <a:pt x="84" y="202"/>
                  <a:pt x="85" y="201"/>
                  <a:pt x="85" y="200"/>
                </a:cubicBezTo>
                <a:cubicBezTo>
                  <a:pt x="85" y="198"/>
                  <a:pt x="84" y="197"/>
                  <a:pt x="83" y="196"/>
                </a:cubicBezTo>
                <a:cubicBezTo>
                  <a:pt x="82" y="195"/>
                  <a:pt x="81" y="195"/>
                  <a:pt x="80" y="195"/>
                </a:cubicBezTo>
                <a:cubicBezTo>
                  <a:pt x="78" y="195"/>
                  <a:pt x="77" y="195"/>
                  <a:pt x="76" y="196"/>
                </a:cubicBezTo>
                <a:cubicBezTo>
                  <a:pt x="75" y="197"/>
                  <a:pt x="75" y="198"/>
                  <a:pt x="75" y="20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4" name="Freeform 26"/>
          <p:cNvSpPr>
            <a:spLocks noEditPoints="1"/>
          </p:cNvSpPr>
          <p:nvPr/>
        </p:nvSpPr>
        <p:spPr bwMode="auto">
          <a:xfrm>
            <a:off x="10618659" y="1751227"/>
            <a:ext cx="327931" cy="223688"/>
          </a:xfrm>
          <a:custGeom>
            <a:avLst/>
            <a:gdLst>
              <a:gd name="T0" fmla="*/ 20 w 228"/>
              <a:gd name="T1" fmla="*/ 125 h 156"/>
              <a:gd name="T2" fmla="*/ 20 w 228"/>
              <a:gd name="T3" fmla="*/ 10 h 156"/>
              <a:gd name="T4" fmla="*/ 24 w 228"/>
              <a:gd name="T5" fmla="*/ 3 h 156"/>
              <a:gd name="T6" fmla="*/ 31 w 228"/>
              <a:gd name="T7" fmla="*/ 0 h 156"/>
              <a:gd name="T8" fmla="*/ 197 w 228"/>
              <a:gd name="T9" fmla="*/ 0 h 156"/>
              <a:gd name="T10" fmla="*/ 204 w 228"/>
              <a:gd name="T11" fmla="*/ 3 h 156"/>
              <a:gd name="T12" fmla="*/ 207 w 228"/>
              <a:gd name="T13" fmla="*/ 10 h 156"/>
              <a:gd name="T14" fmla="*/ 207 w 228"/>
              <a:gd name="T15" fmla="*/ 125 h 156"/>
              <a:gd name="T16" fmla="*/ 228 w 228"/>
              <a:gd name="T17" fmla="*/ 145 h 156"/>
              <a:gd name="T18" fmla="*/ 225 w 228"/>
              <a:gd name="T19" fmla="*/ 153 h 156"/>
              <a:gd name="T20" fmla="*/ 218 w 228"/>
              <a:gd name="T21" fmla="*/ 156 h 156"/>
              <a:gd name="T22" fmla="*/ 10 w 228"/>
              <a:gd name="T23" fmla="*/ 156 h 156"/>
              <a:gd name="T24" fmla="*/ 2 w 228"/>
              <a:gd name="T25" fmla="*/ 153 h 156"/>
              <a:gd name="T26" fmla="*/ 0 w 228"/>
              <a:gd name="T27" fmla="*/ 145 h 156"/>
              <a:gd name="T28" fmla="*/ 20 w 228"/>
              <a:gd name="T29" fmla="*/ 125 h 156"/>
              <a:gd name="T30" fmla="*/ 31 w 228"/>
              <a:gd name="T31" fmla="*/ 125 h 156"/>
              <a:gd name="T32" fmla="*/ 197 w 228"/>
              <a:gd name="T33" fmla="*/ 125 h 156"/>
              <a:gd name="T34" fmla="*/ 197 w 228"/>
              <a:gd name="T35" fmla="*/ 10 h 156"/>
              <a:gd name="T36" fmla="*/ 31 w 228"/>
              <a:gd name="T37" fmla="*/ 10 h 156"/>
              <a:gd name="T38" fmla="*/ 31 w 228"/>
              <a:gd name="T39" fmla="*/ 125 h 156"/>
              <a:gd name="T40" fmla="*/ 85 w 228"/>
              <a:gd name="T41" fmla="*/ 144 h 156"/>
              <a:gd name="T42" fmla="*/ 88 w 228"/>
              <a:gd name="T43" fmla="*/ 145 h 156"/>
              <a:gd name="T44" fmla="*/ 140 w 228"/>
              <a:gd name="T45" fmla="*/ 145 h 156"/>
              <a:gd name="T46" fmla="*/ 143 w 228"/>
              <a:gd name="T47" fmla="*/ 144 h 156"/>
              <a:gd name="T48" fmla="*/ 143 w 228"/>
              <a:gd name="T49" fmla="*/ 144 h 156"/>
              <a:gd name="T50" fmla="*/ 136 w 228"/>
              <a:gd name="T51" fmla="*/ 137 h 156"/>
              <a:gd name="T52" fmla="*/ 132 w 228"/>
              <a:gd name="T53" fmla="*/ 136 h 156"/>
              <a:gd name="T54" fmla="*/ 95 w 228"/>
              <a:gd name="T55" fmla="*/ 136 h 156"/>
              <a:gd name="T56" fmla="*/ 92 w 228"/>
              <a:gd name="T57" fmla="*/ 137 h 156"/>
              <a:gd name="T58" fmla="*/ 85 w 228"/>
              <a:gd name="T59" fmla="*/ 144 h 1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228" h="156">
                <a:moveTo>
                  <a:pt x="20" y="125"/>
                </a:moveTo>
                <a:cubicBezTo>
                  <a:pt x="20" y="10"/>
                  <a:pt x="20" y="10"/>
                  <a:pt x="20" y="10"/>
                </a:cubicBezTo>
                <a:cubicBezTo>
                  <a:pt x="20" y="7"/>
                  <a:pt x="21" y="5"/>
                  <a:pt x="24" y="3"/>
                </a:cubicBezTo>
                <a:cubicBezTo>
                  <a:pt x="26" y="1"/>
                  <a:pt x="28" y="0"/>
                  <a:pt x="31" y="0"/>
                </a:cubicBezTo>
                <a:cubicBezTo>
                  <a:pt x="197" y="0"/>
                  <a:pt x="197" y="0"/>
                  <a:pt x="197" y="0"/>
                </a:cubicBezTo>
                <a:cubicBezTo>
                  <a:pt x="199" y="0"/>
                  <a:pt x="202" y="1"/>
                  <a:pt x="204" y="3"/>
                </a:cubicBezTo>
                <a:cubicBezTo>
                  <a:pt x="206" y="5"/>
                  <a:pt x="207" y="7"/>
                  <a:pt x="207" y="10"/>
                </a:cubicBezTo>
                <a:cubicBezTo>
                  <a:pt x="207" y="125"/>
                  <a:pt x="207" y="125"/>
                  <a:pt x="207" y="125"/>
                </a:cubicBezTo>
                <a:cubicBezTo>
                  <a:pt x="228" y="145"/>
                  <a:pt x="228" y="145"/>
                  <a:pt x="228" y="145"/>
                </a:cubicBezTo>
                <a:cubicBezTo>
                  <a:pt x="228" y="148"/>
                  <a:pt x="227" y="151"/>
                  <a:pt x="225" y="153"/>
                </a:cubicBezTo>
                <a:cubicBezTo>
                  <a:pt x="223" y="155"/>
                  <a:pt x="221" y="156"/>
                  <a:pt x="218" y="156"/>
                </a:cubicBezTo>
                <a:cubicBezTo>
                  <a:pt x="10" y="156"/>
                  <a:pt x="10" y="156"/>
                  <a:pt x="10" y="156"/>
                </a:cubicBezTo>
                <a:cubicBezTo>
                  <a:pt x="7" y="156"/>
                  <a:pt x="4" y="155"/>
                  <a:pt x="2" y="153"/>
                </a:cubicBezTo>
                <a:cubicBezTo>
                  <a:pt x="0" y="151"/>
                  <a:pt x="0" y="148"/>
                  <a:pt x="0" y="145"/>
                </a:cubicBezTo>
                <a:lnTo>
                  <a:pt x="20" y="125"/>
                </a:lnTo>
                <a:close/>
                <a:moveTo>
                  <a:pt x="31" y="125"/>
                </a:moveTo>
                <a:cubicBezTo>
                  <a:pt x="197" y="125"/>
                  <a:pt x="197" y="125"/>
                  <a:pt x="197" y="125"/>
                </a:cubicBezTo>
                <a:cubicBezTo>
                  <a:pt x="197" y="10"/>
                  <a:pt x="197" y="10"/>
                  <a:pt x="197" y="10"/>
                </a:cubicBezTo>
                <a:cubicBezTo>
                  <a:pt x="31" y="10"/>
                  <a:pt x="31" y="10"/>
                  <a:pt x="31" y="10"/>
                </a:cubicBezTo>
                <a:lnTo>
                  <a:pt x="31" y="125"/>
                </a:lnTo>
                <a:close/>
                <a:moveTo>
                  <a:pt x="85" y="144"/>
                </a:moveTo>
                <a:cubicBezTo>
                  <a:pt x="85" y="145"/>
                  <a:pt x="86" y="145"/>
                  <a:pt x="88" y="145"/>
                </a:cubicBezTo>
                <a:cubicBezTo>
                  <a:pt x="140" y="145"/>
                  <a:pt x="140" y="145"/>
                  <a:pt x="140" y="145"/>
                </a:cubicBezTo>
                <a:cubicBezTo>
                  <a:pt x="142" y="145"/>
                  <a:pt x="143" y="145"/>
                  <a:pt x="143" y="144"/>
                </a:cubicBezTo>
                <a:cubicBezTo>
                  <a:pt x="143" y="144"/>
                  <a:pt x="143" y="144"/>
                  <a:pt x="143" y="144"/>
                </a:cubicBezTo>
                <a:cubicBezTo>
                  <a:pt x="136" y="137"/>
                  <a:pt x="136" y="137"/>
                  <a:pt x="136" y="137"/>
                </a:cubicBezTo>
                <a:cubicBezTo>
                  <a:pt x="136" y="137"/>
                  <a:pt x="134" y="136"/>
                  <a:pt x="132" y="136"/>
                </a:cubicBezTo>
                <a:cubicBezTo>
                  <a:pt x="95" y="136"/>
                  <a:pt x="95" y="136"/>
                  <a:pt x="95" y="136"/>
                </a:cubicBezTo>
                <a:cubicBezTo>
                  <a:pt x="93" y="136"/>
                  <a:pt x="92" y="137"/>
                  <a:pt x="92" y="137"/>
                </a:cubicBezTo>
                <a:cubicBezTo>
                  <a:pt x="85" y="144"/>
                  <a:pt x="85" y="144"/>
                  <a:pt x="85" y="14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5" name="Freeform 27"/>
          <p:cNvSpPr>
            <a:spLocks noEditPoints="1"/>
          </p:cNvSpPr>
          <p:nvPr/>
        </p:nvSpPr>
        <p:spPr bwMode="auto">
          <a:xfrm>
            <a:off x="11087750" y="1727339"/>
            <a:ext cx="269293" cy="269293"/>
          </a:xfrm>
          <a:custGeom>
            <a:avLst/>
            <a:gdLst>
              <a:gd name="T0" fmla="*/ 0 w 188"/>
              <a:gd name="T1" fmla="*/ 8 h 187"/>
              <a:gd name="T2" fmla="*/ 3 w 188"/>
              <a:gd name="T3" fmla="*/ 3 h 187"/>
              <a:gd name="T4" fmla="*/ 9 w 188"/>
              <a:gd name="T5" fmla="*/ 0 h 187"/>
              <a:gd name="T6" fmla="*/ 180 w 188"/>
              <a:gd name="T7" fmla="*/ 0 h 187"/>
              <a:gd name="T8" fmla="*/ 185 w 188"/>
              <a:gd name="T9" fmla="*/ 3 h 187"/>
              <a:gd name="T10" fmla="*/ 188 w 188"/>
              <a:gd name="T11" fmla="*/ 8 h 187"/>
              <a:gd name="T12" fmla="*/ 188 w 188"/>
              <a:gd name="T13" fmla="*/ 147 h 187"/>
              <a:gd name="T14" fmla="*/ 185 w 188"/>
              <a:gd name="T15" fmla="*/ 153 h 187"/>
              <a:gd name="T16" fmla="*/ 180 w 188"/>
              <a:gd name="T17" fmla="*/ 156 h 187"/>
              <a:gd name="T18" fmla="*/ 113 w 188"/>
              <a:gd name="T19" fmla="*/ 156 h 187"/>
              <a:gd name="T20" fmla="*/ 116 w 188"/>
              <a:gd name="T21" fmla="*/ 180 h 187"/>
              <a:gd name="T22" fmla="*/ 121 w 188"/>
              <a:gd name="T23" fmla="*/ 186 h 187"/>
              <a:gd name="T24" fmla="*/ 121 w 188"/>
              <a:gd name="T25" fmla="*/ 186 h 187"/>
              <a:gd name="T26" fmla="*/ 120 w 188"/>
              <a:gd name="T27" fmla="*/ 187 h 187"/>
              <a:gd name="T28" fmla="*/ 117 w 188"/>
              <a:gd name="T29" fmla="*/ 187 h 187"/>
              <a:gd name="T30" fmla="*/ 116 w 188"/>
              <a:gd name="T31" fmla="*/ 187 h 187"/>
              <a:gd name="T32" fmla="*/ 73 w 188"/>
              <a:gd name="T33" fmla="*/ 187 h 187"/>
              <a:gd name="T34" fmla="*/ 67 w 188"/>
              <a:gd name="T35" fmla="*/ 186 h 187"/>
              <a:gd name="T36" fmla="*/ 67 w 188"/>
              <a:gd name="T37" fmla="*/ 186 h 187"/>
              <a:gd name="T38" fmla="*/ 72 w 188"/>
              <a:gd name="T39" fmla="*/ 180 h 187"/>
              <a:gd name="T40" fmla="*/ 75 w 188"/>
              <a:gd name="T41" fmla="*/ 156 h 187"/>
              <a:gd name="T42" fmla="*/ 9 w 188"/>
              <a:gd name="T43" fmla="*/ 156 h 187"/>
              <a:gd name="T44" fmla="*/ 3 w 188"/>
              <a:gd name="T45" fmla="*/ 153 h 187"/>
              <a:gd name="T46" fmla="*/ 0 w 188"/>
              <a:gd name="T47" fmla="*/ 147 h 187"/>
              <a:gd name="T48" fmla="*/ 0 w 188"/>
              <a:gd name="T49" fmla="*/ 8 h 187"/>
              <a:gd name="T50" fmla="*/ 11 w 188"/>
              <a:gd name="T51" fmla="*/ 117 h 187"/>
              <a:gd name="T52" fmla="*/ 177 w 188"/>
              <a:gd name="T53" fmla="*/ 117 h 187"/>
              <a:gd name="T54" fmla="*/ 177 w 188"/>
              <a:gd name="T55" fmla="*/ 11 h 187"/>
              <a:gd name="T56" fmla="*/ 11 w 188"/>
              <a:gd name="T57" fmla="*/ 11 h 187"/>
              <a:gd name="T58" fmla="*/ 11 w 188"/>
              <a:gd name="T59" fmla="*/ 117 h 187"/>
              <a:gd name="T60" fmla="*/ 90 w 188"/>
              <a:gd name="T61" fmla="*/ 130 h 187"/>
              <a:gd name="T62" fmla="*/ 89 w 188"/>
              <a:gd name="T63" fmla="*/ 134 h 187"/>
              <a:gd name="T64" fmla="*/ 90 w 188"/>
              <a:gd name="T65" fmla="*/ 138 h 187"/>
              <a:gd name="T66" fmla="*/ 94 w 188"/>
              <a:gd name="T67" fmla="*/ 139 h 187"/>
              <a:gd name="T68" fmla="*/ 98 w 188"/>
              <a:gd name="T69" fmla="*/ 138 h 187"/>
              <a:gd name="T70" fmla="*/ 99 w 188"/>
              <a:gd name="T71" fmla="*/ 134 h 187"/>
              <a:gd name="T72" fmla="*/ 98 w 188"/>
              <a:gd name="T73" fmla="*/ 130 h 187"/>
              <a:gd name="T74" fmla="*/ 94 w 188"/>
              <a:gd name="T75" fmla="*/ 129 h 187"/>
              <a:gd name="T76" fmla="*/ 90 w 188"/>
              <a:gd name="T77" fmla="*/ 130 h 1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88" h="187">
                <a:moveTo>
                  <a:pt x="0" y="8"/>
                </a:moveTo>
                <a:cubicBezTo>
                  <a:pt x="0" y="6"/>
                  <a:pt x="1" y="4"/>
                  <a:pt x="3" y="3"/>
                </a:cubicBezTo>
                <a:cubicBezTo>
                  <a:pt x="4" y="1"/>
                  <a:pt x="6" y="0"/>
                  <a:pt x="9" y="0"/>
                </a:cubicBezTo>
                <a:cubicBezTo>
                  <a:pt x="180" y="0"/>
                  <a:pt x="180" y="0"/>
                  <a:pt x="180" y="0"/>
                </a:cubicBezTo>
                <a:cubicBezTo>
                  <a:pt x="182" y="0"/>
                  <a:pt x="184" y="1"/>
                  <a:pt x="185" y="3"/>
                </a:cubicBezTo>
                <a:cubicBezTo>
                  <a:pt x="187" y="4"/>
                  <a:pt x="188" y="6"/>
                  <a:pt x="188" y="8"/>
                </a:cubicBezTo>
                <a:cubicBezTo>
                  <a:pt x="188" y="147"/>
                  <a:pt x="188" y="147"/>
                  <a:pt x="188" y="147"/>
                </a:cubicBezTo>
                <a:cubicBezTo>
                  <a:pt x="188" y="150"/>
                  <a:pt x="187" y="152"/>
                  <a:pt x="185" y="153"/>
                </a:cubicBezTo>
                <a:cubicBezTo>
                  <a:pt x="184" y="155"/>
                  <a:pt x="182" y="156"/>
                  <a:pt x="180" y="156"/>
                </a:cubicBezTo>
                <a:cubicBezTo>
                  <a:pt x="113" y="156"/>
                  <a:pt x="113" y="156"/>
                  <a:pt x="113" y="156"/>
                </a:cubicBezTo>
                <a:cubicBezTo>
                  <a:pt x="116" y="180"/>
                  <a:pt x="116" y="180"/>
                  <a:pt x="116" y="180"/>
                </a:cubicBezTo>
                <a:cubicBezTo>
                  <a:pt x="121" y="186"/>
                  <a:pt x="121" y="186"/>
                  <a:pt x="121" y="186"/>
                </a:cubicBezTo>
                <a:cubicBezTo>
                  <a:pt x="121" y="186"/>
                  <a:pt x="121" y="186"/>
                  <a:pt x="121" y="186"/>
                </a:cubicBezTo>
                <a:cubicBezTo>
                  <a:pt x="121" y="187"/>
                  <a:pt x="121" y="187"/>
                  <a:pt x="120" y="187"/>
                </a:cubicBezTo>
                <a:cubicBezTo>
                  <a:pt x="119" y="187"/>
                  <a:pt x="118" y="187"/>
                  <a:pt x="117" y="187"/>
                </a:cubicBezTo>
                <a:cubicBezTo>
                  <a:pt x="116" y="187"/>
                  <a:pt x="116" y="187"/>
                  <a:pt x="116" y="187"/>
                </a:cubicBezTo>
                <a:cubicBezTo>
                  <a:pt x="73" y="187"/>
                  <a:pt x="73" y="187"/>
                  <a:pt x="73" y="187"/>
                </a:cubicBezTo>
                <a:cubicBezTo>
                  <a:pt x="69" y="187"/>
                  <a:pt x="67" y="187"/>
                  <a:pt x="67" y="186"/>
                </a:cubicBezTo>
                <a:cubicBezTo>
                  <a:pt x="67" y="186"/>
                  <a:pt x="67" y="186"/>
                  <a:pt x="67" y="186"/>
                </a:cubicBezTo>
                <a:cubicBezTo>
                  <a:pt x="72" y="180"/>
                  <a:pt x="72" y="180"/>
                  <a:pt x="72" y="180"/>
                </a:cubicBezTo>
                <a:cubicBezTo>
                  <a:pt x="75" y="156"/>
                  <a:pt x="75" y="156"/>
                  <a:pt x="75" y="156"/>
                </a:cubicBezTo>
                <a:cubicBezTo>
                  <a:pt x="9" y="156"/>
                  <a:pt x="9" y="156"/>
                  <a:pt x="9" y="156"/>
                </a:cubicBezTo>
                <a:cubicBezTo>
                  <a:pt x="6" y="156"/>
                  <a:pt x="4" y="155"/>
                  <a:pt x="3" y="153"/>
                </a:cubicBezTo>
                <a:cubicBezTo>
                  <a:pt x="1" y="152"/>
                  <a:pt x="0" y="150"/>
                  <a:pt x="0" y="147"/>
                </a:cubicBezTo>
                <a:lnTo>
                  <a:pt x="0" y="8"/>
                </a:lnTo>
                <a:close/>
                <a:moveTo>
                  <a:pt x="11" y="117"/>
                </a:moveTo>
                <a:cubicBezTo>
                  <a:pt x="177" y="117"/>
                  <a:pt x="177" y="117"/>
                  <a:pt x="177" y="117"/>
                </a:cubicBezTo>
                <a:cubicBezTo>
                  <a:pt x="177" y="11"/>
                  <a:pt x="177" y="11"/>
                  <a:pt x="177" y="11"/>
                </a:cubicBezTo>
                <a:cubicBezTo>
                  <a:pt x="11" y="11"/>
                  <a:pt x="11" y="11"/>
                  <a:pt x="11" y="11"/>
                </a:cubicBezTo>
                <a:lnTo>
                  <a:pt x="11" y="117"/>
                </a:lnTo>
                <a:close/>
                <a:moveTo>
                  <a:pt x="90" y="130"/>
                </a:moveTo>
                <a:cubicBezTo>
                  <a:pt x="89" y="131"/>
                  <a:pt x="89" y="133"/>
                  <a:pt x="89" y="134"/>
                </a:cubicBezTo>
                <a:cubicBezTo>
                  <a:pt x="89" y="136"/>
                  <a:pt x="89" y="137"/>
                  <a:pt x="90" y="138"/>
                </a:cubicBezTo>
                <a:cubicBezTo>
                  <a:pt x="91" y="139"/>
                  <a:pt x="93" y="139"/>
                  <a:pt x="94" y="139"/>
                </a:cubicBezTo>
                <a:cubicBezTo>
                  <a:pt x="96" y="139"/>
                  <a:pt x="97" y="139"/>
                  <a:pt x="98" y="138"/>
                </a:cubicBezTo>
                <a:cubicBezTo>
                  <a:pt x="99" y="137"/>
                  <a:pt x="99" y="136"/>
                  <a:pt x="99" y="134"/>
                </a:cubicBezTo>
                <a:cubicBezTo>
                  <a:pt x="99" y="133"/>
                  <a:pt x="99" y="131"/>
                  <a:pt x="98" y="130"/>
                </a:cubicBezTo>
                <a:cubicBezTo>
                  <a:pt x="97" y="129"/>
                  <a:pt x="96" y="129"/>
                  <a:pt x="94" y="129"/>
                </a:cubicBezTo>
                <a:cubicBezTo>
                  <a:pt x="93" y="129"/>
                  <a:pt x="91" y="129"/>
                  <a:pt x="90" y="13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6" name="Freeform 28"/>
          <p:cNvSpPr>
            <a:spLocks noEditPoints="1"/>
          </p:cNvSpPr>
          <p:nvPr/>
        </p:nvSpPr>
        <p:spPr bwMode="auto">
          <a:xfrm>
            <a:off x="828553" y="2226835"/>
            <a:ext cx="238889" cy="358335"/>
          </a:xfrm>
          <a:custGeom>
            <a:avLst/>
            <a:gdLst>
              <a:gd name="T0" fmla="*/ 0 w 166"/>
              <a:gd name="T1" fmla="*/ 115 h 250"/>
              <a:gd name="T2" fmla="*/ 21 w 166"/>
              <a:gd name="T3" fmla="*/ 115 h 250"/>
              <a:gd name="T4" fmla="*/ 21 w 166"/>
              <a:gd name="T5" fmla="*/ 135 h 250"/>
              <a:gd name="T6" fmla="*/ 39 w 166"/>
              <a:gd name="T7" fmla="*/ 180 h 250"/>
              <a:gd name="T8" fmla="*/ 83 w 166"/>
              <a:gd name="T9" fmla="*/ 198 h 250"/>
              <a:gd name="T10" fmla="*/ 127 w 166"/>
              <a:gd name="T11" fmla="*/ 180 h 250"/>
              <a:gd name="T12" fmla="*/ 145 w 166"/>
              <a:gd name="T13" fmla="*/ 135 h 250"/>
              <a:gd name="T14" fmla="*/ 145 w 166"/>
              <a:gd name="T15" fmla="*/ 115 h 250"/>
              <a:gd name="T16" fmla="*/ 166 w 166"/>
              <a:gd name="T17" fmla="*/ 115 h 250"/>
              <a:gd name="T18" fmla="*/ 166 w 166"/>
              <a:gd name="T19" fmla="*/ 135 h 250"/>
              <a:gd name="T20" fmla="*/ 157 w 166"/>
              <a:gd name="T21" fmla="*/ 174 h 250"/>
              <a:gd name="T22" fmla="*/ 130 w 166"/>
              <a:gd name="T23" fmla="*/ 204 h 250"/>
              <a:gd name="T24" fmla="*/ 94 w 166"/>
              <a:gd name="T25" fmla="*/ 218 h 250"/>
              <a:gd name="T26" fmla="*/ 94 w 166"/>
              <a:gd name="T27" fmla="*/ 229 h 250"/>
              <a:gd name="T28" fmla="*/ 116 w 166"/>
              <a:gd name="T29" fmla="*/ 233 h 250"/>
              <a:gd name="T30" fmla="*/ 125 w 166"/>
              <a:gd name="T31" fmla="*/ 239 h 250"/>
              <a:gd name="T32" fmla="*/ 125 w 166"/>
              <a:gd name="T33" fmla="*/ 250 h 250"/>
              <a:gd name="T34" fmla="*/ 41 w 166"/>
              <a:gd name="T35" fmla="*/ 250 h 250"/>
              <a:gd name="T36" fmla="*/ 41 w 166"/>
              <a:gd name="T37" fmla="*/ 239 h 250"/>
              <a:gd name="T38" fmla="*/ 50 w 166"/>
              <a:gd name="T39" fmla="*/ 233 h 250"/>
              <a:gd name="T40" fmla="*/ 73 w 166"/>
              <a:gd name="T41" fmla="*/ 229 h 250"/>
              <a:gd name="T42" fmla="*/ 73 w 166"/>
              <a:gd name="T43" fmla="*/ 218 h 250"/>
              <a:gd name="T44" fmla="*/ 36 w 166"/>
              <a:gd name="T45" fmla="*/ 204 h 250"/>
              <a:gd name="T46" fmla="*/ 9 w 166"/>
              <a:gd name="T47" fmla="*/ 174 h 250"/>
              <a:gd name="T48" fmla="*/ 0 w 166"/>
              <a:gd name="T49" fmla="*/ 135 h 250"/>
              <a:gd name="T50" fmla="*/ 0 w 166"/>
              <a:gd name="T51" fmla="*/ 115 h 250"/>
              <a:gd name="T52" fmla="*/ 41 w 166"/>
              <a:gd name="T53" fmla="*/ 42 h 250"/>
              <a:gd name="T54" fmla="*/ 54 w 166"/>
              <a:gd name="T55" fmla="*/ 13 h 250"/>
              <a:gd name="T56" fmla="*/ 83 w 166"/>
              <a:gd name="T57" fmla="*/ 0 h 250"/>
              <a:gd name="T58" fmla="*/ 112 w 166"/>
              <a:gd name="T59" fmla="*/ 13 h 250"/>
              <a:gd name="T60" fmla="*/ 125 w 166"/>
              <a:gd name="T61" fmla="*/ 42 h 250"/>
              <a:gd name="T62" fmla="*/ 125 w 166"/>
              <a:gd name="T63" fmla="*/ 135 h 250"/>
              <a:gd name="T64" fmla="*/ 112 w 166"/>
              <a:gd name="T65" fmla="*/ 165 h 250"/>
              <a:gd name="T66" fmla="*/ 83 w 166"/>
              <a:gd name="T67" fmla="*/ 177 h 250"/>
              <a:gd name="T68" fmla="*/ 54 w 166"/>
              <a:gd name="T69" fmla="*/ 165 h 250"/>
              <a:gd name="T70" fmla="*/ 41 w 166"/>
              <a:gd name="T71" fmla="*/ 135 h 250"/>
              <a:gd name="T72" fmla="*/ 41 w 166"/>
              <a:gd name="T73" fmla="*/ 42 h 2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66" h="250">
                <a:moveTo>
                  <a:pt x="0" y="115"/>
                </a:moveTo>
                <a:cubicBezTo>
                  <a:pt x="21" y="115"/>
                  <a:pt x="21" y="115"/>
                  <a:pt x="21" y="115"/>
                </a:cubicBezTo>
                <a:cubicBezTo>
                  <a:pt x="21" y="135"/>
                  <a:pt x="21" y="135"/>
                  <a:pt x="21" y="135"/>
                </a:cubicBezTo>
                <a:cubicBezTo>
                  <a:pt x="21" y="153"/>
                  <a:pt x="27" y="167"/>
                  <a:pt x="39" y="180"/>
                </a:cubicBezTo>
                <a:cubicBezTo>
                  <a:pt x="51" y="192"/>
                  <a:pt x="66" y="198"/>
                  <a:pt x="83" y="198"/>
                </a:cubicBezTo>
                <a:cubicBezTo>
                  <a:pt x="100" y="198"/>
                  <a:pt x="115" y="192"/>
                  <a:pt x="127" y="180"/>
                </a:cubicBezTo>
                <a:cubicBezTo>
                  <a:pt x="139" y="167"/>
                  <a:pt x="145" y="153"/>
                  <a:pt x="145" y="135"/>
                </a:cubicBezTo>
                <a:cubicBezTo>
                  <a:pt x="145" y="115"/>
                  <a:pt x="145" y="115"/>
                  <a:pt x="145" y="115"/>
                </a:cubicBezTo>
                <a:cubicBezTo>
                  <a:pt x="166" y="115"/>
                  <a:pt x="166" y="115"/>
                  <a:pt x="166" y="115"/>
                </a:cubicBezTo>
                <a:cubicBezTo>
                  <a:pt x="166" y="135"/>
                  <a:pt x="166" y="135"/>
                  <a:pt x="166" y="135"/>
                </a:cubicBezTo>
                <a:cubicBezTo>
                  <a:pt x="166" y="149"/>
                  <a:pt x="163" y="162"/>
                  <a:pt x="157" y="174"/>
                </a:cubicBezTo>
                <a:cubicBezTo>
                  <a:pt x="150" y="186"/>
                  <a:pt x="142" y="196"/>
                  <a:pt x="130" y="204"/>
                </a:cubicBezTo>
                <a:cubicBezTo>
                  <a:pt x="119" y="212"/>
                  <a:pt x="107" y="216"/>
                  <a:pt x="94" y="218"/>
                </a:cubicBezTo>
                <a:cubicBezTo>
                  <a:pt x="94" y="229"/>
                  <a:pt x="94" y="229"/>
                  <a:pt x="94" y="229"/>
                </a:cubicBezTo>
                <a:cubicBezTo>
                  <a:pt x="103" y="230"/>
                  <a:pt x="110" y="231"/>
                  <a:pt x="116" y="233"/>
                </a:cubicBezTo>
                <a:cubicBezTo>
                  <a:pt x="122" y="235"/>
                  <a:pt x="125" y="237"/>
                  <a:pt x="125" y="239"/>
                </a:cubicBezTo>
                <a:cubicBezTo>
                  <a:pt x="125" y="250"/>
                  <a:pt x="125" y="250"/>
                  <a:pt x="125" y="250"/>
                </a:cubicBezTo>
                <a:cubicBezTo>
                  <a:pt x="41" y="250"/>
                  <a:pt x="41" y="250"/>
                  <a:pt x="41" y="250"/>
                </a:cubicBezTo>
                <a:cubicBezTo>
                  <a:pt x="41" y="239"/>
                  <a:pt x="41" y="239"/>
                  <a:pt x="41" y="239"/>
                </a:cubicBezTo>
                <a:cubicBezTo>
                  <a:pt x="41" y="237"/>
                  <a:pt x="44" y="235"/>
                  <a:pt x="50" y="233"/>
                </a:cubicBezTo>
                <a:cubicBezTo>
                  <a:pt x="56" y="231"/>
                  <a:pt x="63" y="230"/>
                  <a:pt x="73" y="229"/>
                </a:cubicBezTo>
                <a:cubicBezTo>
                  <a:pt x="73" y="218"/>
                  <a:pt x="73" y="218"/>
                  <a:pt x="73" y="218"/>
                </a:cubicBezTo>
                <a:cubicBezTo>
                  <a:pt x="59" y="216"/>
                  <a:pt x="47" y="212"/>
                  <a:pt x="36" y="204"/>
                </a:cubicBezTo>
                <a:cubicBezTo>
                  <a:pt x="25" y="196"/>
                  <a:pt x="16" y="186"/>
                  <a:pt x="9" y="174"/>
                </a:cubicBezTo>
                <a:cubicBezTo>
                  <a:pt x="3" y="162"/>
                  <a:pt x="0" y="149"/>
                  <a:pt x="0" y="135"/>
                </a:cubicBezTo>
                <a:lnTo>
                  <a:pt x="0" y="115"/>
                </a:lnTo>
                <a:close/>
                <a:moveTo>
                  <a:pt x="41" y="42"/>
                </a:moveTo>
                <a:cubicBezTo>
                  <a:pt x="41" y="30"/>
                  <a:pt x="45" y="21"/>
                  <a:pt x="54" y="13"/>
                </a:cubicBezTo>
                <a:cubicBezTo>
                  <a:pt x="62" y="4"/>
                  <a:pt x="72" y="0"/>
                  <a:pt x="83" y="0"/>
                </a:cubicBezTo>
                <a:cubicBezTo>
                  <a:pt x="94" y="0"/>
                  <a:pt x="104" y="4"/>
                  <a:pt x="112" y="13"/>
                </a:cubicBezTo>
                <a:cubicBezTo>
                  <a:pt x="121" y="21"/>
                  <a:pt x="125" y="31"/>
                  <a:pt x="125" y="42"/>
                </a:cubicBezTo>
                <a:cubicBezTo>
                  <a:pt x="125" y="135"/>
                  <a:pt x="125" y="135"/>
                  <a:pt x="125" y="135"/>
                </a:cubicBezTo>
                <a:cubicBezTo>
                  <a:pt x="125" y="147"/>
                  <a:pt x="121" y="157"/>
                  <a:pt x="112" y="165"/>
                </a:cubicBezTo>
                <a:cubicBezTo>
                  <a:pt x="104" y="173"/>
                  <a:pt x="94" y="177"/>
                  <a:pt x="83" y="177"/>
                </a:cubicBezTo>
                <a:cubicBezTo>
                  <a:pt x="72" y="177"/>
                  <a:pt x="62" y="173"/>
                  <a:pt x="54" y="165"/>
                </a:cubicBezTo>
                <a:cubicBezTo>
                  <a:pt x="45" y="157"/>
                  <a:pt x="41" y="147"/>
                  <a:pt x="41" y="135"/>
                </a:cubicBezTo>
                <a:lnTo>
                  <a:pt x="41" y="42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7" name="Freeform 29"/>
          <p:cNvSpPr>
            <a:spLocks noEditPoints="1"/>
          </p:cNvSpPr>
          <p:nvPr/>
        </p:nvSpPr>
        <p:spPr bwMode="auto">
          <a:xfrm>
            <a:off x="1236835" y="2272441"/>
            <a:ext cx="297527" cy="254092"/>
          </a:xfrm>
          <a:custGeom>
            <a:avLst/>
            <a:gdLst>
              <a:gd name="T0" fmla="*/ 0 w 208"/>
              <a:gd name="T1" fmla="*/ 156 h 177"/>
              <a:gd name="T2" fmla="*/ 0 w 208"/>
              <a:gd name="T3" fmla="*/ 104 h 177"/>
              <a:gd name="T4" fmla="*/ 6 w 208"/>
              <a:gd name="T5" fmla="*/ 72 h 177"/>
              <a:gd name="T6" fmla="*/ 20 w 208"/>
              <a:gd name="T7" fmla="*/ 43 h 177"/>
              <a:gd name="T8" fmla="*/ 37 w 208"/>
              <a:gd name="T9" fmla="*/ 26 h 177"/>
              <a:gd name="T10" fmla="*/ 57 w 208"/>
              <a:gd name="T11" fmla="*/ 12 h 177"/>
              <a:gd name="T12" fmla="*/ 79 w 208"/>
              <a:gd name="T13" fmla="*/ 3 h 177"/>
              <a:gd name="T14" fmla="*/ 104 w 208"/>
              <a:gd name="T15" fmla="*/ 0 h 177"/>
              <a:gd name="T16" fmla="*/ 137 w 208"/>
              <a:gd name="T17" fmla="*/ 6 h 177"/>
              <a:gd name="T18" fmla="*/ 166 w 208"/>
              <a:gd name="T19" fmla="*/ 21 h 177"/>
              <a:gd name="T20" fmla="*/ 183 w 208"/>
              <a:gd name="T21" fmla="*/ 37 h 177"/>
              <a:gd name="T22" fmla="*/ 197 w 208"/>
              <a:gd name="T23" fmla="*/ 57 h 177"/>
              <a:gd name="T24" fmla="*/ 205 w 208"/>
              <a:gd name="T25" fmla="*/ 80 h 177"/>
              <a:gd name="T26" fmla="*/ 208 w 208"/>
              <a:gd name="T27" fmla="*/ 104 h 177"/>
              <a:gd name="T28" fmla="*/ 208 w 208"/>
              <a:gd name="T29" fmla="*/ 156 h 177"/>
              <a:gd name="T30" fmla="*/ 198 w 208"/>
              <a:gd name="T31" fmla="*/ 156 h 177"/>
              <a:gd name="T32" fmla="*/ 198 w 208"/>
              <a:gd name="T33" fmla="*/ 104 h 177"/>
              <a:gd name="T34" fmla="*/ 185 w 208"/>
              <a:gd name="T35" fmla="*/ 58 h 177"/>
              <a:gd name="T36" fmla="*/ 151 w 208"/>
              <a:gd name="T37" fmla="*/ 23 h 177"/>
              <a:gd name="T38" fmla="*/ 104 w 208"/>
              <a:gd name="T39" fmla="*/ 11 h 177"/>
              <a:gd name="T40" fmla="*/ 57 w 208"/>
              <a:gd name="T41" fmla="*/ 23 h 177"/>
              <a:gd name="T42" fmla="*/ 23 w 208"/>
              <a:gd name="T43" fmla="*/ 58 h 177"/>
              <a:gd name="T44" fmla="*/ 11 w 208"/>
              <a:gd name="T45" fmla="*/ 104 h 177"/>
              <a:gd name="T46" fmla="*/ 11 w 208"/>
              <a:gd name="T47" fmla="*/ 156 h 177"/>
              <a:gd name="T48" fmla="*/ 0 w 208"/>
              <a:gd name="T49" fmla="*/ 156 h 177"/>
              <a:gd name="T50" fmla="*/ 21 w 208"/>
              <a:gd name="T51" fmla="*/ 177 h 177"/>
              <a:gd name="T52" fmla="*/ 21 w 208"/>
              <a:gd name="T53" fmla="*/ 94 h 177"/>
              <a:gd name="T54" fmla="*/ 37 w 208"/>
              <a:gd name="T55" fmla="*/ 94 h 177"/>
              <a:gd name="T56" fmla="*/ 48 w 208"/>
              <a:gd name="T57" fmla="*/ 99 h 177"/>
              <a:gd name="T58" fmla="*/ 52 w 208"/>
              <a:gd name="T59" fmla="*/ 110 h 177"/>
              <a:gd name="T60" fmla="*/ 52 w 208"/>
              <a:gd name="T61" fmla="*/ 162 h 177"/>
              <a:gd name="T62" fmla="*/ 48 w 208"/>
              <a:gd name="T63" fmla="*/ 173 h 177"/>
              <a:gd name="T64" fmla="*/ 37 w 208"/>
              <a:gd name="T65" fmla="*/ 177 h 177"/>
              <a:gd name="T66" fmla="*/ 21 w 208"/>
              <a:gd name="T67" fmla="*/ 177 h 177"/>
              <a:gd name="T68" fmla="*/ 156 w 208"/>
              <a:gd name="T69" fmla="*/ 110 h 177"/>
              <a:gd name="T70" fmla="*/ 161 w 208"/>
              <a:gd name="T71" fmla="*/ 99 h 177"/>
              <a:gd name="T72" fmla="*/ 172 w 208"/>
              <a:gd name="T73" fmla="*/ 94 h 177"/>
              <a:gd name="T74" fmla="*/ 188 w 208"/>
              <a:gd name="T75" fmla="*/ 94 h 177"/>
              <a:gd name="T76" fmla="*/ 188 w 208"/>
              <a:gd name="T77" fmla="*/ 177 h 177"/>
              <a:gd name="T78" fmla="*/ 172 w 208"/>
              <a:gd name="T79" fmla="*/ 177 h 177"/>
              <a:gd name="T80" fmla="*/ 161 w 208"/>
              <a:gd name="T81" fmla="*/ 173 h 177"/>
              <a:gd name="T82" fmla="*/ 156 w 208"/>
              <a:gd name="T83" fmla="*/ 162 h 177"/>
              <a:gd name="T84" fmla="*/ 156 w 208"/>
              <a:gd name="T85" fmla="*/ 110 h 1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208" h="177">
                <a:moveTo>
                  <a:pt x="0" y="156"/>
                </a:moveTo>
                <a:cubicBezTo>
                  <a:pt x="0" y="104"/>
                  <a:pt x="0" y="104"/>
                  <a:pt x="0" y="104"/>
                </a:cubicBezTo>
                <a:cubicBezTo>
                  <a:pt x="0" y="93"/>
                  <a:pt x="2" y="82"/>
                  <a:pt x="6" y="72"/>
                </a:cubicBezTo>
                <a:cubicBezTo>
                  <a:pt x="9" y="61"/>
                  <a:pt x="14" y="52"/>
                  <a:pt x="20" y="43"/>
                </a:cubicBezTo>
                <a:cubicBezTo>
                  <a:pt x="25" y="37"/>
                  <a:pt x="30" y="31"/>
                  <a:pt x="37" y="26"/>
                </a:cubicBezTo>
                <a:cubicBezTo>
                  <a:pt x="43" y="20"/>
                  <a:pt x="49" y="16"/>
                  <a:pt x="57" y="12"/>
                </a:cubicBezTo>
                <a:cubicBezTo>
                  <a:pt x="64" y="8"/>
                  <a:pt x="71" y="5"/>
                  <a:pt x="79" y="3"/>
                </a:cubicBezTo>
                <a:cubicBezTo>
                  <a:pt x="88" y="1"/>
                  <a:pt x="96" y="0"/>
                  <a:pt x="104" y="0"/>
                </a:cubicBezTo>
                <a:cubicBezTo>
                  <a:pt x="116" y="0"/>
                  <a:pt x="127" y="2"/>
                  <a:pt x="137" y="6"/>
                </a:cubicBezTo>
                <a:cubicBezTo>
                  <a:pt x="148" y="9"/>
                  <a:pt x="157" y="14"/>
                  <a:pt x="166" y="21"/>
                </a:cubicBezTo>
                <a:cubicBezTo>
                  <a:pt x="172" y="25"/>
                  <a:pt x="178" y="31"/>
                  <a:pt x="183" y="37"/>
                </a:cubicBezTo>
                <a:cubicBezTo>
                  <a:pt x="189" y="43"/>
                  <a:pt x="193" y="49"/>
                  <a:pt x="197" y="57"/>
                </a:cubicBezTo>
                <a:cubicBezTo>
                  <a:pt x="200" y="64"/>
                  <a:pt x="203" y="71"/>
                  <a:pt x="205" y="80"/>
                </a:cubicBezTo>
                <a:cubicBezTo>
                  <a:pt x="207" y="88"/>
                  <a:pt x="208" y="96"/>
                  <a:pt x="208" y="104"/>
                </a:cubicBezTo>
                <a:cubicBezTo>
                  <a:pt x="208" y="156"/>
                  <a:pt x="208" y="156"/>
                  <a:pt x="208" y="156"/>
                </a:cubicBezTo>
                <a:cubicBezTo>
                  <a:pt x="198" y="156"/>
                  <a:pt x="198" y="156"/>
                  <a:pt x="198" y="156"/>
                </a:cubicBezTo>
                <a:cubicBezTo>
                  <a:pt x="198" y="104"/>
                  <a:pt x="198" y="104"/>
                  <a:pt x="198" y="104"/>
                </a:cubicBezTo>
                <a:cubicBezTo>
                  <a:pt x="198" y="87"/>
                  <a:pt x="194" y="72"/>
                  <a:pt x="185" y="58"/>
                </a:cubicBezTo>
                <a:cubicBezTo>
                  <a:pt x="177" y="43"/>
                  <a:pt x="166" y="32"/>
                  <a:pt x="151" y="23"/>
                </a:cubicBezTo>
                <a:cubicBezTo>
                  <a:pt x="137" y="15"/>
                  <a:pt x="121" y="11"/>
                  <a:pt x="104" y="11"/>
                </a:cubicBezTo>
                <a:cubicBezTo>
                  <a:pt x="87" y="11"/>
                  <a:pt x="72" y="15"/>
                  <a:pt x="57" y="23"/>
                </a:cubicBezTo>
                <a:cubicBezTo>
                  <a:pt x="43" y="32"/>
                  <a:pt x="32" y="43"/>
                  <a:pt x="23" y="58"/>
                </a:cubicBezTo>
                <a:cubicBezTo>
                  <a:pt x="15" y="72"/>
                  <a:pt x="11" y="87"/>
                  <a:pt x="11" y="104"/>
                </a:cubicBezTo>
                <a:cubicBezTo>
                  <a:pt x="11" y="156"/>
                  <a:pt x="11" y="156"/>
                  <a:pt x="11" y="156"/>
                </a:cubicBezTo>
                <a:lnTo>
                  <a:pt x="0" y="156"/>
                </a:lnTo>
                <a:close/>
                <a:moveTo>
                  <a:pt x="21" y="177"/>
                </a:moveTo>
                <a:cubicBezTo>
                  <a:pt x="21" y="94"/>
                  <a:pt x="21" y="94"/>
                  <a:pt x="21" y="94"/>
                </a:cubicBezTo>
                <a:cubicBezTo>
                  <a:pt x="37" y="94"/>
                  <a:pt x="37" y="94"/>
                  <a:pt x="37" y="94"/>
                </a:cubicBezTo>
                <a:cubicBezTo>
                  <a:pt x="41" y="94"/>
                  <a:pt x="45" y="96"/>
                  <a:pt x="48" y="99"/>
                </a:cubicBezTo>
                <a:cubicBezTo>
                  <a:pt x="51" y="102"/>
                  <a:pt x="52" y="105"/>
                  <a:pt x="52" y="110"/>
                </a:cubicBezTo>
                <a:cubicBezTo>
                  <a:pt x="52" y="162"/>
                  <a:pt x="52" y="162"/>
                  <a:pt x="52" y="162"/>
                </a:cubicBezTo>
                <a:cubicBezTo>
                  <a:pt x="52" y="166"/>
                  <a:pt x="51" y="170"/>
                  <a:pt x="48" y="173"/>
                </a:cubicBezTo>
                <a:cubicBezTo>
                  <a:pt x="45" y="176"/>
                  <a:pt x="41" y="177"/>
                  <a:pt x="37" y="177"/>
                </a:cubicBezTo>
                <a:lnTo>
                  <a:pt x="21" y="177"/>
                </a:lnTo>
                <a:close/>
                <a:moveTo>
                  <a:pt x="156" y="110"/>
                </a:moveTo>
                <a:cubicBezTo>
                  <a:pt x="156" y="105"/>
                  <a:pt x="158" y="102"/>
                  <a:pt x="161" y="99"/>
                </a:cubicBezTo>
                <a:cubicBezTo>
                  <a:pt x="164" y="96"/>
                  <a:pt x="168" y="94"/>
                  <a:pt x="172" y="94"/>
                </a:cubicBezTo>
                <a:cubicBezTo>
                  <a:pt x="188" y="94"/>
                  <a:pt x="188" y="94"/>
                  <a:pt x="188" y="94"/>
                </a:cubicBezTo>
                <a:cubicBezTo>
                  <a:pt x="188" y="177"/>
                  <a:pt x="188" y="177"/>
                  <a:pt x="188" y="177"/>
                </a:cubicBezTo>
                <a:cubicBezTo>
                  <a:pt x="172" y="177"/>
                  <a:pt x="172" y="177"/>
                  <a:pt x="172" y="177"/>
                </a:cubicBezTo>
                <a:cubicBezTo>
                  <a:pt x="168" y="177"/>
                  <a:pt x="164" y="176"/>
                  <a:pt x="161" y="173"/>
                </a:cubicBezTo>
                <a:cubicBezTo>
                  <a:pt x="158" y="170"/>
                  <a:pt x="156" y="166"/>
                  <a:pt x="156" y="162"/>
                </a:cubicBezTo>
                <a:lnTo>
                  <a:pt x="156" y="11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8" name="Freeform 30"/>
          <p:cNvSpPr>
            <a:spLocks noEditPoints="1"/>
          </p:cNvSpPr>
          <p:nvPr/>
        </p:nvSpPr>
        <p:spPr bwMode="auto">
          <a:xfrm>
            <a:off x="1673351" y="2276783"/>
            <a:ext cx="301869" cy="241061"/>
          </a:xfrm>
          <a:custGeom>
            <a:avLst/>
            <a:gdLst>
              <a:gd name="T0" fmla="*/ 3 w 209"/>
              <a:gd name="T1" fmla="*/ 164 h 167"/>
              <a:gd name="T2" fmla="*/ 19 w 209"/>
              <a:gd name="T3" fmla="*/ 138 h 167"/>
              <a:gd name="T4" fmla="*/ 29 w 209"/>
              <a:gd name="T5" fmla="*/ 130 h 167"/>
              <a:gd name="T6" fmla="*/ 181 w 209"/>
              <a:gd name="T7" fmla="*/ 138 h 167"/>
              <a:gd name="T8" fmla="*/ 67 w 209"/>
              <a:gd name="T9" fmla="*/ 34 h 167"/>
              <a:gd name="T10" fmla="*/ 181 w 209"/>
              <a:gd name="T11" fmla="*/ 24 h 167"/>
              <a:gd name="T12" fmla="*/ 187 w 209"/>
              <a:gd name="T13" fmla="*/ 27 h 167"/>
              <a:gd name="T14" fmla="*/ 190 w 209"/>
              <a:gd name="T15" fmla="*/ 34 h 167"/>
              <a:gd name="T16" fmla="*/ 209 w 209"/>
              <a:gd name="T17" fmla="*/ 157 h 167"/>
              <a:gd name="T18" fmla="*/ 200 w 209"/>
              <a:gd name="T19" fmla="*/ 167 h 167"/>
              <a:gd name="T20" fmla="*/ 64 w 209"/>
              <a:gd name="T21" fmla="*/ 126 h 167"/>
              <a:gd name="T22" fmla="*/ 56 w 209"/>
              <a:gd name="T23" fmla="*/ 130 h 167"/>
              <a:gd name="T24" fmla="*/ 11 w 209"/>
              <a:gd name="T25" fmla="*/ 130 h 167"/>
              <a:gd name="T26" fmla="*/ 1 w 209"/>
              <a:gd name="T27" fmla="*/ 119 h 167"/>
              <a:gd name="T28" fmla="*/ 1 w 209"/>
              <a:gd name="T29" fmla="*/ 11 h 167"/>
              <a:gd name="T30" fmla="*/ 4 w 209"/>
              <a:gd name="T31" fmla="*/ 4 h 167"/>
              <a:gd name="T32" fmla="*/ 12 w 209"/>
              <a:gd name="T33" fmla="*/ 0 h 167"/>
              <a:gd name="T34" fmla="*/ 12 w 209"/>
              <a:gd name="T35" fmla="*/ 0 h 167"/>
              <a:gd name="T36" fmla="*/ 56 w 209"/>
              <a:gd name="T37" fmla="*/ 0 h 167"/>
              <a:gd name="T38" fmla="*/ 64 w 209"/>
              <a:gd name="T39" fmla="*/ 4 h 167"/>
              <a:gd name="T40" fmla="*/ 67 w 209"/>
              <a:gd name="T41" fmla="*/ 12 h 167"/>
              <a:gd name="T42" fmla="*/ 64 w 209"/>
              <a:gd name="T43" fmla="*/ 126 h 167"/>
              <a:gd name="T44" fmla="*/ 6 w 209"/>
              <a:gd name="T45" fmla="*/ 108 h 167"/>
              <a:gd name="T46" fmla="*/ 62 w 209"/>
              <a:gd name="T47" fmla="*/ 23 h 167"/>
              <a:gd name="T48" fmla="*/ 39 w 209"/>
              <a:gd name="T49" fmla="*/ 123 h 167"/>
              <a:gd name="T50" fmla="*/ 39 w 209"/>
              <a:gd name="T51" fmla="*/ 114 h 167"/>
              <a:gd name="T52" fmla="*/ 29 w 209"/>
              <a:gd name="T53" fmla="*/ 114 h 167"/>
              <a:gd name="T54" fmla="*/ 29 w 209"/>
              <a:gd name="T55" fmla="*/ 123 h 167"/>
              <a:gd name="T56" fmla="*/ 39 w 209"/>
              <a:gd name="T57" fmla="*/ 123 h 167"/>
              <a:gd name="T58" fmla="*/ 28 w 209"/>
              <a:gd name="T59" fmla="*/ 11 h 167"/>
              <a:gd name="T60" fmla="*/ 39 w 209"/>
              <a:gd name="T61" fmla="*/ 12 h 167"/>
              <a:gd name="T62" fmla="*/ 39 w 209"/>
              <a:gd name="T63" fmla="*/ 10 h 167"/>
              <a:gd name="T64" fmla="*/ 125 w 209"/>
              <a:gd name="T65" fmla="*/ 150 h 167"/>
              <a:gd name="T66" fmla="*/ 88 w 209"/>
              <a:gd name="T67" fmla="*/ 149 h 167"/>
              <a:gd name="T68" fmla="*/ 78 w 209"/>
              <a:gd name="T69" fmla="*/ 156 h 167"/>
              <a:gd name="T70" fmla="*/ 81 w 209"/>
              <a:gd name="T71" fmla="*/ 157 h 167"/>
              <a:gd name="T72" fmla="*/ 131 w 209"/>
              <a:gd name="T73" fmla="*/ 157 h 167"/>
              <a:gd name="T74" fmla="*/ 125 w 209"/>
              <a:gd name="T75" fmla="*/ 150 h 1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209" h="167">
                <a:moveTo>
                  <a:pt x="10" y="167"/>
                </a:moveTo>
                <a:cubicBezTo>
                  <a:pt x="7" y="167"/>
                  <a:pt x="5" y="166"/>
                  <a:pt x="3" y="164"/>
                </a:cubicBezTo>
                <a:cubicBezTo>
                  <a:pt x="1" y="162"/>
                  <a:pt x="0" y="160"/>
                  <a:pt x="0" y="157"/>
                </a:cubicBezTo>
                <a:cubicBezTo>
                  <a:pt x="19" y="138"/>
                  <a:pt x="19" y="138"/>
                  <a:pt x="19" y="138"/>
                </a:cubicBezTo>
                <a:cubicBezTo>
                  <a:pt x="19" y="130"/>
                  <a:pt x="19" y="130"/>
                  <a:pt x="19" y="130"/>
                </a:cubicBezTo>
                <a:cubicBezTo>
                  <a:pt x="29" y="130"/>
                  <a:pt x="29" y="130"/>
                  <a:pt x="29" y="130"/>
                </a:cubicBezTo>
                <a:cubicBezTo>
                  <a:pt x="29" y="138"/>
                  <a:pt x="29" y="138"/>
                  <a:pt x="29" y="138"/>
                </a:cubicBezTo>
                <a:cubicBezTo>
                  <a:pt x="181" y="138"/>
                  <a:pt x="181" y="138"/>
                  <a:pt x="181" y="138"/>
                </a:cubicBezTo>
                <a:cubicBezTo>
                  <a:pt x="181" y="34"/>
                  <a:pt x="181" y="34"/>
                  <a:pt x="181" y="34"/>
                </a:cubicBezTo>
                <a:cubicBezTo>
                  <a:pt x="67" y="34"/>
                  <a:pt x="67" y="34"/>
                  <a:pt x="67" y="34"/>
                </a:cubicBezTo>
                <a:cubicBezTo>
                  <a:pt x="67" y="24"/>
                  <a:pt x="67" y="24"/>
                  <a:pt x="67" y="24"/>
                </a:cubicBezTo>
                <a:cubicBezTo>
                  <a:pt x="181" y="24"/>
                  <a:pt x="181" y="24"/>
                  <a:pt x="181" y="24"/>
                </a:cubicBezTo>
                <a:cubicBezTo>
                  <a:pt x="182" y="24"/>
                  <a:pt x="183" y="25"/>
                  <a:pt x="184" y="25"/>
                </a:cubicBezTo>
                <a:cubicBezTo>
                  <a:pt x="185" y="26"/>
                  <a:pt x="186" y="26"/>
                  <a:pt x="187" y="27"/>
                </a:cubicBezTo>
                <a:cubicBezTo>
                  <a:pt x="188" y="28"/>
                  <a:pt x="189" y="29"/>
                  <a:pt x="189" y="30"/>
                </a:cubicBezTo>
                <a:cubicBezTo>
                  <a:pt x="190" y="31"/>
                  <a:pt x="190" y="33"/>
                  <a:pt x="190" y="34"/>
                </a:cubicBezTo>
                <a:cubicBezTo>
                  <a:pt x="190" y="138"/>
                  <a:pt x="190" y="138"/>
                  <a:pt x="190" y="138"/>
                </a:cubicBezTo>
                <a:cubicBezTo>
                  <a:pt x="209" y="157"/>
                  <a:pt x="209" y="157"/>
                  <a:pt x="209" y="157"/>
                </a:cubicBezTo>
                <a:cubicBezTo>
                  <a:pt x="209" y="160"/>
                  <a:pt x="208" y="162"/>
                  <a:pt x="207" y="164"/>
                </a:cubicBezTo>
                <a:cubicBezTo>
                  <a:pt x="205" y="166"/>
                  <a:pt x="203" y="167"/>
                  <a:pt x="200" y="167"/>
                </a:cubicBezTo>
                <a:lnTo>
                  <a:pt x="10" y="167"/>
                </a:lnTo>
                <a:close/>
                <a:moveTo>
                  <a:pt x="64" y="126"/>
                </a:moveTo>
                <a:cubicBezTo>
                  <a:pt x="62" y="129"/>
                  <a:pt x="60" y="130"/>
                  <a:pt x="57" y="130"/>
                </a:cubicBezTo>
                <a:cubicBezTo>
                  <a:pt x="56" y="130"/>
                  <a:pt x="56" y="130"/>
                  <a:pt x="56" y="130"/>
                </a:cubicBezTo>
                <a:cubicBezTo>
                  <a:pt x="12" y="130"/>
                  <a:pt x="12" y="130"/>
                  <a:pt x="12" y="130"/>
                </a:cubicBezTo>
                <a:cubicBezTo>
                  <a:pt x="11" y="130"/>
                  <a:pt x="11" y="130"/>
                  <a:pt x="11" y="130"/>
                </a:cubicBezTo>
                <a:cubicBezTo>
                  <a:pt x="8" y="130"/>
                  <a:pt x="6" y="129"/>
                  <a:pt x="4" y="126"/>
                </a:cubicBezTo>
                <a:cubicBezTo>
                  <a:pt x="2" y="124"/>
                  <a:pt x="1" y="122"/>
                  <a:pt x="1" y="119"/>
                </a:cubicBezTo>
                <a:cubicBezTo>
                  <a:pt x="1" y="12"/>
                  <a:pt x="1" y="12"/>
                  <a:pt x="1" y="12"/>
                </a:cubicBezTo>
                <a:cubicBezTo>
                  <a:pt x="1" y="11"/>
                  <a:pt x="1" y="11"/>
                  <a:pt x="1" y="11"/>
                </a:cubicBezTo>
                <a:cubicBezTo>
                  <a:pt x="1" y="10"/>
                  <a:pt x="1" y="8"/>
                  <a:pt x="2" y="7"/>
                </a:cubicBezTo>
                <a:cubicBezTo>
                  <a:pt x="2" y="6"/>
                  <a:pt x="3" y="5"/>
                  <a:pt x="4" y="4"/>
                </a:cubicBezTo>
                <a:cubicBezTo>
                  <a:pt x="5" y="3"/>
                  <a:pt x="6" y="2"/>
                  <a:pt x="8" y="1"/>
                </a:cubicBezTo>
                <a:cubicBezTo>
                  <a:pt x="9" y="1"/>
                  <a:pt x="10" y="0"/>
                  <a:pt x="12" y="0"/>
                </a:cubicBezTo>
                <a:cubicBezTo>
                  <a:pt x="12" y="0"/>
                  <a:pt x="12" y="0"/>
                  <a:pt x="12" y="0"/>
                </a:cubicBezTo>
                <a:cubicBezTo>
                  <a:pt x="12" y="0"/>
                  <a:pt x="12" y="0"/>
                  <a:pt x="12" y="0"/>
                </a:cubicBezTo>
                <a:cubicBezTo>
                  <a:pt x="56" y="0"/>
                  <a:pt x="56" y="0"/>
                  <a:pt x="56" y="0"/>
                </a:cubicBezTo>
                <a:cubicBezTo>
                  <a:pt x="56" y="0"/>
                  <a:pt x="56" y="0"/>
                  <a:pt x="56" y="0"/>
                </a:cubicBezTo>
                <a:cubicBezTo>
                  <a:pt x="56" y="0"/>
                  <a:pt x="56" y="0"/>
                  <a:pt x="56" y="0"/>
                </a:cubicBezTo>
                <a:cubicBezTo>
                  <a:pt x="59" y="0"/>
                  <a:pt x="62" y="1"/>
                  <a:pt x="64" y="4"/>
                </a:cubicBezTo>
                <a:cubicBezTo>
                  <a:pt x="66" y="6"/>
                  <a:pt x="67" y="8"/>
                  <a:pt x="67" y="11"/>
                </a:cubicBezTo>
                <a:cubicBezTo>
                  <a:pt x="67" y="12"/>
                  <a:pt x="67" y="12"/>
                  <a:pt x="67" y="12"/>
                </a:cubicBezTo>
                <a:cubicBezTo>
                  <a:pt x="67" y="119"/>
                  <a:pt x="67" y="119"/>
                  <a:pt x="67" y="119"/>
                </a:cubicBezTo>
                <a:cubicBezTo>
                  <a:pt x="67" y="122"/>
                  <a:pt x="66" y="124"/>
                  <a:pt x="64" y="126"/>
                </a:cubicBezTo>
                <a:close/>
                <a:moveTo>
                  <a:pt x="6" y="23"/>
                </a:moveTo>
                <a:cubicBezTo>
                  <a:pt x="6" y="108"/>
                  <a:pt x="6" y="108"/>
                  <a:pt x="6" y="108"/>
                </a:cubicBezTo>
                <a:cubicBezTo>
                  <a:pt x="62" y="108"/>
                  <a:pt x="62" y="108"/>
                  <a:pt x="62" y="108"/>
                </a:cubicBezTo>
                <a:cubicBezTo>
                  <a:pt x="62" y="23"/>
                  <a:pt x="62" y="23"/>
                  <a:pt x="62" y="23"/>
                </a:cubicBezTo>
                <a:lnTo>
                  <a:pt x="6" y="23"/>
                </a:lnTo>
                <a:close/>
                <a:moveTo>
                  <a:pt x="39" y="123"/>
                </a:moveTo>
                <a:cubicBezTo>
                  <a:pt x="40" y="122"/>
                  <a:pt x="40" y="121"/>
                  <a:pt x="40" y="119"/>
                </a:cubicBezTo>
                <a:cubicBezTo>
                  <a:pt x="40" y="117"/>
                  <a:pt x="40" y="115"/>
                  <a:pt x="39" y="114"/>
                </a:cubicBezTo>
                <a:cubicBezTo>
                  <a:pt x="37" y="113"/>
                  <a:pt x="36" y="112"/>
                  <a:pt x="34" y="112"/>
                </a:cubicBezTo>
                <a:cubicBezTo>
                  <a:pt x="32" y="112"/>
                  <a:pt x="31" y="113"/>
                  <a:pt x="29" y="114"/>
                </a:cubicBezTo>
                <a:cubicBezTo>
                  <a:pt x="28" y="115"/>
                  <a:pt x="27" y="117"/>
                  <a:pt x="27" y="119"/>
                </a:cubicBezTo>
                <a:cubicBezTo>
                  <a:pt x="27" y="121"/>
                  <a:pt x="28" y="122"/>
                  <a:pt x="29" y="123"/>
                </a:cubicBezTo>
                <a:cubicBezTo>
                  <a:pt x="31" y="125"/>
                  <a:pt x="32" y="125"/>
                  <a:pt x="34" y="125"/>
                </a:cubicBezTo>
                <a:cubicBezTo>
                  <a:pt x="36" y="125"/>
                  <a:pt x="37" y="125"/>
                  <a:pt x="39" y="123"/>
                </a:cubicBezTo>
                <a:close/>
                <a:moveTo>
                  <a:pt x="29" y="10"/>
                </a:moveTo>
                <a:cubicBezTo>
                  <a:pt x="28" y="10"/>
                  <a:pt x="28" y="11"/>
                  <a:pt x="28" y="11"/>
                </a:cubicBezTo>
                <a:cubicBezTo>
                  <a:pt x="28" y="12"/>
                  <a:pt x="28" y="12"/>
                  <a:pt x="29" y="12"/>
                </a:cubicBezTo>
                <a:cubicBezTo>
                  <a:pt x="39" y="12"/>
                  <a:pt x="39" y="12"/>
                  <a:pt x="39" y="12"/>
                </a:cubicBezTo>
                <a:cubicBezTo>
                  <a:pt x="40" y="12"/>
                  <a:pt x="40" y="12"/>
                  <a:pt x="40" y="11"/>
                </a:cubicBezTo>
                <a:cubicBezTo>
                  <a:pt x="40" y="11"/>
                  <a:pt x="40" y="10"/>
                  <a:pt x="39" y="10"/>
                </a:cubicBezTo>
                <a:lnTo>
                  <a:pt x="29" y="10"/>
                </a:lnTo>
                <a:close/>
                <a:moveTo>
                  <a:pt x="125" y="150"/>
                </a:moveTo>
                <a:cubicBezTo>
                  <a:pt x="125" y="149"/>
                  <a:pt x="123" y="149"/>
                  <a:pt x="122" y="149"/>
                </a:cubicBezTo>
                <a:cubicBezTo>
                  <a:pt x="88" y="149"/>
                  <a:pt x="88" y="149"/>
                  <a:pt x="88" y="149"/>
                </a:cubicBezTo>
                <a:cubicBezTo>
                  <a:pt x="86" y="149"/>
                  <a:pt x="85" y="149"/>
                  <a:pt x="84" y="150"/>
                </a:cubicBezTo>
                <a:cubicBezTo>
                  <a:pt x="78" y="156"/>
                  <a:pt x="78" y="156"/>
                  <a:pt x="78" y="156"/>
                </a:cubicBezTo>
                <a:cubicBezTo>
                  <a:pt x="78" y="156"/>
                  <a:pt x="78" y="157"/>
                  <a:pt x="79" y="157"/>
                </a:cubicBezTo>
                <a:cubicBezTo>
                  <a:pt x="79" y="157"/>
                  <a:pt x="80" y="157"/>
                  <a:pt x="81" y="157"/>
                </a:cubicBezTo>
                <a:cubicBezTo>
                  <a:pt x="128" y="157"/>
                  <a:pt x="128" y="157"/>
                  <a:pt x="128" y="157"/>
                </a:cubicBezTo>
                <a:cubicBezTo>
                  <a:pt x="130" y="157"/>
                  <a:pt x="130" y="157"/>
                  <a:pt x="131" y="157"/>
                </a:cubicBezTo>
                <a:cubicBezTo>
                  <a:pt x="131" y="157"/>
                  <a:pt x="132" y="156"/>
                  <a:pt x="131" y="156"/>
                </a:cubicBezTo>
                <a:lnTo>
                  <a:pt x="125" y="15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9" name="Freeform 31"/>
          <p:cNvSpPr>
            <a:spLocks noEditPoints="1"/>
          </p:cNvSpPr>
          <p:nvPr/>
        </p:nvSpPr>
        <p:spPr bwMode="auto">
          <a:xfrm>
            <a:off x="2114210" y="2237692"/>
            <a:ext cx="297527" cy="304040"/>
          </a:xfrm>
          <a:custGeom>
            <a:avLst/>
            <a:gdLst>
              <a:gd name="T0" fmla="*/ 0 w 208"/>
              <a:gd name="T1" fmla="*/ 66 h 212"/>
              <a:gd name="T2" fmla="*/ 6 w 208"/>
              <a:gd name="T3" fmla="*/ 51 h 212"/>
              <a:gd name="T4" fmla="*/ 21 w 208"/>
              <a:gd name="T5" fmla="*/ 45 h 212"/>
              <a:gd name="T6" fmla="*/ 97 w 208"/>
              <a:gd name="T7" fmla="*/ 45 h 212"/>
              <a:gd name="T8" fmla="*/ 55 w 208"/>
              <a:gd name="T9" fmla="*/ 4 h 212"/>
              <a:gd name="T10" fmla="*/ 59 w 208"/>
              <a:gd name="T11" fmla="*/ 0 h 212"/>
              <a:gd name="T12" fmla="*/ 104 w 208"/>
              <a:gd name="T13" fmla="*/ 45 h 212"/>
              <a:gd name="T14" fmla="*/ 104 w 208"/>
              <a:gd name="T15" fmla="*/ 45 h 212"/>
              <a:gd name="T16" fmla="*/ 149 w 208"/>
              <a:gd name="T17" fmla="*/ 0 h 212"/>
              <a:gd name="T18" fmla="*/ 153 w 208"/>
              <a:gd name="T19" fmla="*/ 4 h 212"/>
              <a:gd name="T20" fmla="*/ 111 w 208"/>
              <a:gd name="T21" fmla="*/ 45 h 212"/>
              <a:gd name="T22" fmla="*/ 187 w 208"/>
              <a:gd name="T23" fmla="*/ 45 h 212"/>
              <a:gd name="T24" fmla="*/ 202 w 208"/>
              <a:gd name="T25" fmla="*/ 51 h 212"/>
              <a:gd name="T26" fmla="*/ 208 w 208"/>
              <a:gd name="T27" fmla="*/ 66 h 212"/>
              <a:gd name="T28" fmla="*/ 208 w 208"/>
              <a:gd name="T29" fmla="*/ 170 h 212"/>
              <a:gd name="T30" fmla="*/ 202 w 208"/>
              <a:gd name="T31" fmla="*/ 185 h 212"/>
              <a:gd name="T32" fmla="*/ 187 w 208"/>
              <a:gd name="T33" fmla="*/ 191 h 212"/>
              <a:gd name="T34" fmla="*/ 21 w 208"/>
              <a:gd name="T35" fmla="*/ 191 h 212"/>
              <a:gd name="T36" fmla="*/ 6 w 208"/>
              <a:gd name="T37" fmla="*/ 185 h 212"/>
              <a:gd name="T38" fmla="*/ 0 w 208"/>
              <a:gd name="T39" fmla="*/ 170 h 212"/>
              <a:gd name="T40" fmla="*/ 0 w 208"/>
              <a:gd name="T41" fmla="*/ 66 h 212"/>
              <a:gd name="T42" fmla="*/ 21 w 208"/>
              <a:gd name="T43" fmla="*/ 165 h 212"/>
              <a:gd name="T44" fmla="*/ 22 w 208"/>
              <a:gd name="T45" fmla="*/ 168 h 212"/>
              <a:gd name="T46" fmla="*/ 26 w 208"/>
              <a:gd name="T47" fmla="*/ 170 h 212"/>
              <a:gd name="T48" fmla="*/ 140 w 208"/>
              <a:gd name="T49" fmla="*/ 170 h 212"/>
              <a:gd name="T50" fmla="*/ 144 w 208"/>
              <a:gd name="T51" fmla="*/ 168 h 212"/>
              <a:gd name="T52" fmla="*/ 146 w 208"/>
              <a:gd name="T53" fmla="*/ 165 h 212"/>
              <a:gd name="T54" fmla="*/ 146 w 208"/>
              <a:gd name="T55" fmla="*/ 71 h 212"/>
              <a:gd name="T56" fmla="*/ 144 w 208"/>
              <a:gd name="T57" fmla="*/ 68 h 212"/>
              <a:gd name="T58" fmla="*/ 140 w 208"/>
              <a:gd name="T59" fmla="*/ 66 h 212"/>
              <a:gd name="T60" fmla="*/ 26 w 208"/>
              <a:gd name="T61" fmla="*/ 66 h 212"/>
              <a:gd name="T62" fmla="*/ 22 w 208"/>
              <a:gd name="T63" fmla="*/ 68 h 212"/>
              <a:gd name="T64" fmla="*/ 21 w 208"/>
              <a:gd name="T65" fmla="*/ 71 h 212"/>
              <a:gd name="T66" fmla="*/ 21 w 208"/>
              <a:gd name="T67" fmla="*/ 165 h 212"/>
              <a:gd name="T68" fmla="*/ 21 w 208"/>
              <a:gd name="T69" fmla="*/ 201 h 212"/>
              <a:gd name="T70" fmla="*/ 187 w 208"/>
              <a:gd name="T71" fmla="*/ 201 h 212"/>
              <a:gd name="T72" fmla="*/ 187 w 208"/>
              <a:gd name="T73" fmla="*/ 212 h 212"/>
              <a:gd name="T74" fmla="*/ 21 w 208"/>
              <a:gd name="T75" fmla="*/ 212 h 212"/>
              <a:gd name="T76" fmla="*/ 21 w 208"/>
              <a:gd name="T77" fmla="*/ 201 h 212"/>
              <a:gd name="T78" fmla="*/ 161 w 208"/>
              <a:gd name="T79" fmla="*/ 76 h 212"/>
              <a:gd name="T80" fmla="*/ 166 w 208"/>
              <a:gd name="T81" fmla="*/ 88 h 212"/>
              <a:gd name="T82" fmla="*/ 177 w 208"/>
              <a:gd name="T83" fmla="*/ 92 h 212"/>
              <a:gd name="T84" fmla="*/ 188 w 208"/>
              <a:gd name="T85" fmla="*/ 88 h 212"/>
              <a:gd name="T86" fmla="*/ 192 w 208"/>
              <a:gd name="T87" fmla="*/ 76 h 212"/>
              <a:gd name="T88" fmla="*/ 188 w 208"/>
              <a:gd name="T89" fmla="*/ 65 h 212"/>
              <a:gd name="T90" fmla="*/ 177 w 208"/>
              <a:gd name="T91" fmla="*/ 61 h 212"/>
              <a:gd name="T92" fmla="*/ 166 w 208"/>
              <a:gd name="T93" fmla="*/ 65 h 212"/>
              <a:gd name="T94" fmla="*/ 161 w 208"/>
              <a:gd name="T95" fmla="*/ 76 h 212"/>
              <a:gd name="T96" fmla="*/ 177 w 208"/>
              <a:gd name="T97" fmla="*/ 134 h 212"/>
              <a:gd name="T98" fmla="*/ 188 w 208"/>
              <a:gd name="T99" fmla="*/ 129 h 212"/>
              <a:gd name="T100" fmla="*/ 192 w 208"/>
              <a:gd name="T101" fmla="*/ 118 h 212"/>
              <a:gd name="T102" fmla="*/ 188 w 208"/>
              <a:gd name="T103" fmla="*/ 107 h 212"/>
              <a:gd name="T104" fmla="*/ 177 w 208"/>
              <a:gd name="T105" fmla="*/ 103 h 212"/>
              <a:gd name="T106" fmla="*/ 166 w 208"/>
              <a:gd name="T107" fmla="*/ 107 h 212"/>
              <a:gd name="T108" fmla="*/ 161 w 208"/>
              <a:gd name="T109" fmla="*/ 118 h 212"/>
              <a:gd name="T110" fmla="*/ 166 w 208"/>
              <a:gd name="T111" fmla="*/ 129 h 212"/>
              <a:gd name="T112" fmla="*/ 177 w 208"/>
              <a:gd name="T113" fmla="*/ 134 h 2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208" h="212">
                <a:moveTo>
                  <a:pt x="0" y="66"/>
                </a:moveTo>
                <a:cubicBezTo>
                  <a:pt x="0" y="60"/>
                  <a:pt x="2" y="55"/>
                  <a:pt x="6" y="51"/>
                </a:cubicBezTo>
                <a:cubicBezTo>
                  <a:pt x="10" y="47"/>
                  <a:pt x="15" y="45"/>
                  <a:pt x="21" y="45"/>
                </a:cubicBezTo>
                <a:cubicBezTo>
                  <a:pt x="97" y="45"/>
                  <a:pt x="97" y="45"/>
                  <a:pt x="97" y="45"/>
                </a:cubicBezTo>
                <a:cubicBezTo>
                  <a:pt x="55" y="4"/>
                  <a:pt x="55" y="4"/>
                  <a:pt x="55" y="4"/>
                </a:cubicBezTo>
                <a:cubicBezTo>
                  <a:pt x="59" y="0"/>
                  <a:pt x="59" y="0"/>
                  <a:pt x="59" y="0"/>
                </a:cubicBezTo>
                <a:cubicBezTo>
                  <a:pt x="104" y="45"/>
                  <a:pt x="104" y="45"/>
                  <a:pt x="104" y="45"/>
                </a:cubicBezTo>
                <a:cubicBezTo>
                  <a:pt x="104" y="45"/>
                  <a:pt x="104" y="45"/>
                  <a:pt x="104" y="45"/>
                </a:cubicBezTo>
                <a:cubicBezTo>
                  <a:pt x="149" y="0"/>
                  <a:pt x="149" y="0"/>
                  <a:pt x="149" y="0"/>
                </a:cubicBezTo>
                <a:cubicBezTo>
                  <a:pt x="153" y="4"/>
                  <a:pt x="153" y="4"/>
                  <a:pt x="153" y="4"/>
                </a:cubicBezTo>
                <a:cubicBezTo>
                  <a:pt x="111" y="45"/>
                  <a:pt x="111" y="45"/>
                  <a:pt x="111" y="45"/>
                </a:cubicBezTo>
                <a:cubicBezTo>
                  <a:pt x="187" y="45"/>
                  <a:pt x="187" y="45"/>
                  <a:pt x="187" y="45"/>
                </a:cubicBezTo>
                <a:cubicBezTo>
                  <a:pt x="193" y="45"/>
                  <a:pt x="198" y="47"/>
                  <a:pt x="202" y="51"/>
                </a:cubicBezTo>
                <a:cubicBezTo>
                  <a:pt x="206" y="55"/>
                  <a:pt x="208" y="60"/>
                  <a:pt x="208" y="66"/>
                </a:cubicBezTo>
                <a:cubicBezTo>
                  <a:pt x="208" y="170"/>
                  <a:pt x="208" y="170"/>
                  <a:pt x="208" y="170"/>
                </a:cubicBezTo>
                <a:cubicBezTo>
                  <a:pt x="208" y="176"/>
                  <a:pt x="206" y="181"/>
                  <a:pt x="202" y="185"/>
                </a:cubicBezTo>
                <a:cubicBezTo>
                  <a:pt x="198" y="189"/>
                  <a:pt x="193" y="191"/>
                  <a:pt x="187" y="191"/>
                </a:cubicBezTo>
                <a:cubicBezTo>
                  <a:pt x="21" y="191"/>
                  <a:pt x="21" y="191"/>
                  <a:pt x="21" y="191"/>
                </a:cubicBezTo>
                <a:cubicBezTo>
                  <a:pt x="15" y="191"/>
                  <a:pt x="10" y="189"/>
                  <a:pt x="6" y="185"/>
                </a:cubicBezTo>
                <a:cubicBezTo>
                  <a:pt x="2" y="181"/>
                  <a:pt x="0" y="176"/>
                  <a:pt x="0" y="170"/>
                </a:cubicBezTo>
                <a:lnTo>
                  <a:pt x="0" y="66"/>
                </a:lnTo>
                <a:close/>
                <a:moveTo>
                  <a:pt x="21" y="165"/>
                </a:moveTo>
                <a:cubicBezTo>
                  <a:pt x="21" y="166"/>
                  <a:pt x="21" y="167"/>
                  <a:pt x="22" y="168"/>
                </a:cubicBezTo>
                <a:cubicBezTo>
                  <a:pt x="23" y="169"/>
                  <a:pt x="25" y="170"/>
                  <a:pt x="26" y="170"/>
                </a:cubicBezTo>
                <a:cubicBezTo>
                  <a:pt x="140" y="170"/>
                  <a:pt x="140" y="170"/>
                  <a:pt x="140" y="170"/>
                </a:cubicBezTo>
                <a:cubicBezTo>
                  <a:pt x="142" y="170"/>
                  <a:pt x="143" y="169"/>
                  <a:pt x="144" y="168"/>
                </a:cubicBezTo>
                <a:cubicBezTo>
                  <a:pt x="145" y="167"/>
                  <a:pt x="146" y="166"/>
                  <a:pt x="146" y="165"/>
                </a:cubicBezTo>
                <a:cubicBezTo>
                  <a:pt x="146" y="71"/>
                  <a:pt x="146" y="71"/>
                  <a:pt x="146" y="71"/>
                </a:cubicBezTo>
                <a:cubicBezTo>
                  <a:pt x="146" y="70"/>
                  <a:pt x="145" y="69"/>
                  <a:pt x="144" y="68"/>
                </a:cubicBezTo>
                <a:cubicBezTo>
                  <a:pt x="143" y="67"/>
                  <a:pt x="142" y="66"/>
                  <a:pt x="140" y="66"/>
                </a:cubicBezTo>
                <a:cubicBezTo>
                  <a:pt x="26" y="66"/>
                  <a:pt x="26" y="66"/>
                  <a:pt x="26" y="66"/>
                </a:cubicBezTo>
                <a:cubicBezTo>
                  <a:pt x="25" y="66"/>
                  <a:pt x="23" y="67"/>
                  <a:pt x="22" y="68"/>
                </a:cubicBezTo>
                <a:cubicBezTo>
                  <a:pt x="21" y="69"/>
                  <a:pt x="21" y="70"/>
                  <a:pt x="21" y="71"/>
                </a:cubicBezTo>
                <a:lnTo>
                  <a:pt x="21" y="165"/>
                </a:lnTo>
                <a:close/>
                <a:moveTo>
                  <a:pt x="21" y="201"/>
                </a:moveTo>
                <a:cubicBezTo>
                  <a:pt x="187" y="201"/>
                  <a:pt x="187" y="201"/>
                  <a:pt x="187" y="201"/>
                </a:cubicBezTo>
                <a:cubicBezTo>
                  <a:pt x="187" y="212"/>
                  <a:pt x="187" y="212"/>
                  <a:pt x="187" y="212"/>
                </a:cubicBezTo>
                <a:cubicBezTo>
                  <a:pt x="21" y="212"/>
                  <a:pt x="21" y="212"/>
                  <a:pt x="21" y="212"/>
                </a:cubicBezTo>
                <a:lnTo>
                  <a:pt x="21" y="201"/>
                </a:lnTo>
                <a:close/>
                <a:moveTo>
                  <a:pt x="161" y="76"/>
                </a:moveTo>
                <a:cubicBezTo>
                  <a:pt x="161" y="81"/>
                  <a:pt x="163" y="85"/>
                  <a:pt x="166" y="88"/>
                </a:cubicBezTo>
                <a:cubicBezTo>
                  <a:pt x="169" y="91"/>
                  <a:pt x="172" y="92"/>
                  <a:pt x="177" y="92"/>
                </a:cubicBezTo>
                <a:cubicBezTo>
                  <a:pt x="181" y="92"/>
                  <a:pt x="185" y="91"/>
                  <a:pt x="188" y="88"/>
                </a:cubicBezTo>
                <a:cubicBezTo>
                  <a:pt x="191" y="85"/>
                  <a:pt x="192" y="81"/>
                  <a:pt x="192" y="76"/>
                </a:cubicBezTo>
                <a:cubicBezTo>
                  <a:pt x="192" y="72"/>
                  <a:pt x="191" y="68"/>
                  <a:pt x="188" y="65"/>
                </a:cubicBezTo>
                <a:cubicBezTo>
                  <a:pt x="185" y="62"/>
                  <a:pt x="181" y="61"/>
                  <a:pt x="177" y="61"/>
                </a:cubicBezTo>
                <a:cubicBezTo>
                  <a:pt x="172" y="61"/>
                  <a:pt x="169" y="62"/>
                  <a:pt x="166" y="65"/>
                </a:cubicBezTo>
                <a:cubicBezTo>
                  <a:pt x="163" y="68"/>
                  <a:pt x="161" y="72"/>
                  <a:pt x="161" y="76"/>
                </a:cubicBezTo>
                <a:close/>
                <a:moveTo>
                  <a:pt x="177" y="134"/>
                </a:moveTo>
                <a:cubicBezTo>
                  <a:pt x="181" y="134"/>
                  <a:pt x="185" y="132"/>
                  <a:pt x="188" y="129"/>
                </a:cubicBezTo>
                <a:cubicBezTo>
                  <a:pt x="191" y="126"/>
                  <a:pt x="192" y="122"/>
                  <a:pt x="192" y="118"/>
                </a:cubicBezTo>
                <a:cubicBezTo>
                  <a:pt x="192" y="114"/>
                  <a:pt x="191" y="110"/>
                  <a:pt x="188" y="107"/>
                </a:cubicBezTo>
                <a:cubicBezTo>
                  <a:pt x="185" y="104"/>
                  <a:pt x="181" y="103"/>
                  <a:pt x="177" y="103"/>
                </a:cubicBezTo>
                <a:cubicBezTo>
                  <a:pt x="172" y="103"/>
                  <a:pt x="169" y="104"/>
                  <a:pt x="166" y="107"/>
                </a:cubicBezTo>
                <a:cubicBezTo>
                  <a:pt x="163" y="110"/>
                  <a:pt x="161" y="114"/>
                  <a:pt x="161" y="118"/>
                </a:cubicBezTo>
                <a:cubicBezTo>
                  <a:pt x="161" y="122"/>
                  <a:pt x="163" y="126"/>
                  <a:pt x="166" y="129"/>
                </a:cubicBezTo>
                <a:cubicBezTo>
                  <a:pt x="169" y="132"/>
                  <a:pt x="172" y="134"/>
                  <a:pt x="177" y="13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0" name="Freeform 32"/>
          <p:cNvSpPr>
            <a:spLocks noEditPoints="1"/>
          </p:cNvSpPr>
          <p:nvPr/>
        </p:nvSpPr>
        <p:spPr bwMode="auto">
          <a:xfrm>
            <a:off x="2550726" y="2252895"/>
            <a:ext cx="297527" cy="243232"/>
          </a:xfrm>
          <a:custGeom>
            <a:avLst/>
            <a:gdLst>
              <a:gd name="T0" fmla="*/ 108 w 208"/>
              <a:gd name="T1" fmla="*/ 3 h 169"/>
              <a:gd name="T2" fmla="*/ 21 w 208"/>
              <a:gd name="T3" fmla="*/ 107 h 169"/>
              <a:gd name="T4" fmla="*/ 56 w 208"/>
              <a:gd name="T5" fmla="*/ 106 h 169"/>
              <a:gd name="T6" fmla="*/ 57 w 208"/>
              <a:gd name="T7" fmla="*/ 102 h 169"/>
              <a:gd name="T8" fmla="*/ 56 w 208"/>
              <a:gd name="T9" fmla="*/ 103 h 169"/>
              <a:gd name="T10" fmla="*/ 57 w 208"/>
              <a:gd name="T11" fmla="*/ 112 h 169"/>
              <a:gd name="T12" fmla="*/ 56 w 208"/>
              <a:gd name="T13" fmla="*/ 98 h 169"/>
              <a:gd name="T14" fmla="*/ 23 w 208"/>
              <a:gd name="T15" fmla="*/ 98 h 169"/>
              <a:gd name="T16" fmla="*/ 56 w 208"/>
              <a:gd name="T17" fmla="*/ 119 h 169"/>
              <a:gd name="T18" fmla="*/ 56 w 208"/>
              <a:gd name="T19" fmla="*/ 92 h 169"/>
              <a:gd name="T20" fmla="*/ 26 w 208"/>
              <a:gd name="T21" fmla="*/ 92 h 169"/>
              <a:gd name="T22" fmla="*/ 26 w 208"/>
              <a:gd name="T23" fmla="*/ 121 h 169"/>
              <a:gd name="T24" fmla="*/ 28 w 208"/>
              <a:gd name="T25" fmla="*/ 87 h 169"/>
              <a:gd name="T26" fmla="*/ 28 w 208"/>
              <a:gd name="T27" fmla="*/ 85 h 169"/>
              <a:gd name="T28" fmla="*/ 28 w 208"/>
              <a:gd name="T29" fmla="*/ 126 h 169"/>
              <a:gd name="T30" fmla="*/ 31 w 208"/>
              <a:gd name="T31" fmla="*/ 82 h 169"/>
              <a:gd name="T32" fmla="*/ 32 w 208"/>
              <a:gd name="T33" fmla="*/ 80 h 169"/>
              <a:gd name="T34" fmla="*/ 56 w 208"/>
              <a:gd name="T35" fmla="*/ 132 h 169"/>
              <a:gd name="T36" fmla="*/ 37 w 208"/>
              <a:gd name="T37" fmla="*/ 76 h 169"/>
              <a:gd name="T38" fmla="*/ 56 w 208"/>
              <a:gd name="T39" fmla="*/ 75 h 169"/>
              <a:gd name="T40" fmla="*/ 56 w 208"/>
              <a:gd name="T41" fmla="*/ 139 h 169"/>
              <a:gd name="T42" fmla="*/ 37 w 208"/>
              <a:gd name="T43" fmla="*/ 138 h 169"/>
              <a:gd name="T44" fmla="*/ 48 w 208"/>
              <a:gd name="T45" fmla="*/ 71 h 169"/>
              <a:gd name="T46" fmla="*/ 56 w 208"/>
              <a:gd name="T47" fmla="*/ 145 h 169"/>
              <a:gd name="T48" fmla="*/ 71 w 208"/>
              <a:gd name="T49" fmla="*/ 72 h 169"/>
              <a:gd name="T50" fmla="*/ 64 w 208"/>
              <a:gd name="T51" fmla="*/ 72 h 169"/>
              <a:gd name="T52" fmla="*/ 83 w 208"/>
              <a:gd name="T53" fmla="*/ 76 h 169"/>
              <a:gd name="T54" fmla="*/ 63 w 208"/>
              <a:gd name="T55" fmla="*/ 76 h 169"/>
              <a:gd name="T56" fmla="*/ 89 w 208"/>
              <a:gd name="T57" fmla="*/ 81 h 169"/>
              <a:gd name="T58" fmla="*/ 63 w 208"/>
              <a:gd name="T59" fmla="*/ 86 h 169"/>
              <a:gd name="T60" fmla="*/ 93 w 208"/>
              <a:gd name="T61" fmla="*/ 86 h 169"/>
              <a:gd name="T62" fmla="*/ 96 w 208"/>
              <a:gd name="T63" fmla="*/ 91 h 169"/>
              <a:gd name="T64" fmla="*/ 95 w 208"/>
              <a:gd name="T65" fmla="*/ 92 h 169"/>
              <a:gd name="T66" fmla="*/ 63 w 208"/>
              <a:gd name="T67" fmla="*/ 97 h 169"/>
              <a:gd name="T68" fmla="*/ 98 w 208"/>
              <a:gd name="T69" fmla="*/ 101 h 169"/>
              <a:gd name="T70" fmla="*/ 63 w 208"/>
              <a:gd name="T71" fmla="*/ 107 h 169"/>
              <a:gd name="T72" fmla="*/ 98 w 208"/>
              <a:gd name="T73" fmla="*/ 106 h 169"/>
              <a:gd name="T74" fmla="*/ 63 w 208"/>
              <a:gd name="T75" fmla="*/ 112 h 169"/>
              <a:gd name="T76" fmla="*/ 98 w 208"/>
              <a:gd name="T77" fmla="*/ 111 h 169"/>
              <a:gd name="T78" fmla="*/ 63 w 208"/>
              <a:gd name="T79" fmla="*/ 118 h 169"/>
              <a:gd name="T80" fmla="*/ 98 w 208"/>
              <a:gd name="T81" fmla="*/ 117 h 169"/>
              <a:gd name="T82" fmla="*/ 96 w 208"/>
              <a:gd name="T83" fmla="*/ 122 h 169"/>
              <a:gd name="T84" fmla="*/ 95 w 208"/>
              <a:gd name="T85" fmla="*/ 124 h 169"/>
              <a:gd name="T86" fmla="*/ 63 w 208"/>
              <a:gd name="T87" fmla="*/ 128 h 169"/>
              <a:gd name="T88" fmla="*/ 88 w 208"/>
              <a:gd name="T89" fmla="*/ 132 h 169"/>
              <a:gd name="T90" fmla="*/ 63 w 208"/>
              <a:gd name="T91" fmla="*/ 138 h 169"/>
              <a:gd name="T92" fmla="*/ 82 w 208"/>
              <a:gd name="T93" fmla="*/ 137 h 169"/>
              <a:gd name="T94" fmla="*/ 63 w 208"/>
              <a:gd name="T95" fmla="*/ 144 h 169"/>
              <a:gd name="T96" fmla="*/ 64 w 208"/>
              <a:gd name="T97" fmla="*/ 142 h 169"/>
              <a:gd name="T98" fmla="*/ 120 w 208"/>
              <a:gd name="T99" fmla="*/ 76 h 169"/>
              <a:gd name="T100" fmla="*/ 116 w 208"/>
              <a:gd name="T101" fmla="*/ 67 h 169"/>
              <a:gd name="T102" fmla="*/ 124 w 208"/>
              <a:gd name="T103" fmla="*/ 90 h 169"/>
              <a:gd name="T104" fmla="*/ 115 w 208"/>
              <a:gd name="T105" fmla="*/ 86 h 169"/>
              <a:gd name="T106" fmla="*/ 125 w 208"/>
              <a:gd name="T107" fmla="*/ 102 h 169"/>
              <a:gd name="T108" fmla="*/ 132 w 208"/>
              <a:gd name="T109" fmla="*/ 134 h 169"/>
              <a:gd name="T110" fmla="*/ 141 w 208"/>
              <a:gd name="T111" fmla="*/ 138 h 169"/>
              <a:gd name="T112" fmla="*/ 155 w 208"/>
              <a:gd name="T113" fmla="*/ 142 h 169"/>
              <a:gd name="T114" fmla="*/ 146 w 208"/>
              <a:gd name="T115" fmla="*/ 138 h 169"/>
              <a:gd name="T116" fmla="*/ 170 w 208"/>
              <a:gd name="T117" fmla="*/ 146 h 169"/>
              <a:gd name="T118" fmla="*/ 187 w 208"/>
              <a:gd name="T119" fmla="*/ 142 h 169"/>
              <a:gd name="T120" fmla="*/ 170 w 208"/>
              <a:gd name="T121" fmla="*/ 131 h 169"/>
              <a:gd name="T122" fmla="*/ 167 w 208"/>
              <a:gd name="T123" fmla="*/ 117 h 1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08" h="169">
                <a:moveTo>
                  <a:pt x="0" y="169"/>
                </a:moveTo>
                <a:cubicBezTo>
                  <a:pt x="0" y="45"/>
                  <a:pt x="0" y="45"/>
                  <a:pt x="0" y="45"/>
                </a:cubicBezTo>
                <a:cubicBezTo>
                  <a:pt x="59" y="45"/>
                  <a:pt x="59" y="45"/>
                  <a:pt x="59" y="45"/>
                </a:cubicBezTo>
                <a:cubicBezTo>
                  <a:pt x="104" y="0"/>
                  <a:pt x="104" y="0"/>
                  <a:pt x="104" y="0"/>
                </a:cubicBezTo>
                <a:cubicBezTo>
                  <a:pt x="108" y="3"/>
                  <a:pt x="108" y="3"/>
                  <a:pt x="108" y="3"/>
                </a:cubicBezTo>
                <a:cubicBezTo>
                  <a:pt x="66" y="45"/>
                  <a:pt x="66" y="45"/>
                  <a:pt x="66" y="45"/>
                </a:cubicBezTo>
                <a:cubicBezTo>
                  <a:pt x="208" y="45"/>
                  <a:pt x="208" y="45"/>
                  <a:pt x="208" y="45"/>
                </a:cubicBezTo>
                <a:cubicBezTo>
                  <a:pt x="208" y="169"/>
                  <a:pt x="208" y="169"/>
                  <a:pt x="208" y="169"/>
                </a:cubicBezTo>
                <a:lnTo>
                  <a:pt x="0" y="169"/>
                </a:lnTo>
                <a:close/>
                <a:moveTo>
                  <a:pt x="21" y="107"/>
                </a:moveTo>
                <a:cubicBezTo>
                  <a:pt x="21" y="108"/>
                  <a:pt x="21" y="108"/>
                  <a:pt x="22" y="108"/>
                </a:cubicBezTo>
                <a:cubicBezTo>
                  <a:pt x="56" y="108"/>
                  <a:pt x="56" y="108"/>
                  <a:pt x="56" y="108"/>
                </a:cubicBezTo>
                <a:cubicBezTo>
                  <a:pt x="57" y="108"/>
                  <a:pt x="57" y="108"/>
                  <a:pt x="57" y="107"/>
                </a:cubicBezTo>
                <a:cubicBezTo>
                  <a:pt x="57" y="106"/>
                  <a:pt x="57" y="106"/>
                  <a:pt x="56" y="106"/>
                </a:cubicBezTo>
                <a:cubicBezTo>
                  <a:pt x="56" y="106"/>
                  <a:pt x="56" y="106"/>
                  <a:pt x="56" y="106"/>
                </a:cubicBezTo>
                <a:cubicBezTo>
                  <a:pt x="22" y="106"/>
                  <a:pt x="22" y="106"/>
                  <a:pt x="22" y="106"/>
                </a:cubicBezTo>
                <a:cubicBezTo>
                  <a:pt x="22" y="106"/>
                  <a:pt x="22" y="106"/>
                  <a:pt x="22" y="106"/>
                </a:cubicBezTo>
                <a:cubicBezTo>
                  <a:pt x="21" y="106"/>
                  <a:pt x="21" y="106"/>
                  <a:pt x="21" y="107"/>
                </a:cubicBezTo>
                <a:close/>
                <a:moveTo>
                  <a:pt x="56" y="103"/>
                </a:moveTo>
                <a:cubicBezTo>
                  <a:pt x="57" y="103"/>
                  <a:pt x="57" y="103"/>
                  <a:pt x="57" y="102"/>
                </a:cubicBezTo>
                <a:cubicBezTo>
                  <a:pt x="57" y="101"/>
                  <a:pt x="57" y="101"/>
                  <a:pt x="56" y="101"/>
                </a:cubicBezTo>
                <a:cubicBezTo>
                  <a:pt x="22" y="101"/>
                  <a:pt x="22" y="101"/>
                  <a:pt x="22" y="101"/>
                </a:cubicBezTo>
                <a:cubicBezTo>
                  <a:pt x="21" y="101"/>
                  <a:pt x="21" y="101"/>
                  <a:pt x="21" y="102"/>
                </a:cubicBezTo>
                <a:cubicBezTo>
                  <a:pt x="21" y="103"/>
                  <a:pt x="21" y="103"/>
                  <a:pt x="22" y="103"/>
                </a:cubicBezTo>
                <a:lnTo>
                  <a:pt x="56" y="103"/>
                </a:lnTo>
                <a:close/>
                <a:moveTo>
                  <a:pt x="21" y="112"/>
                </a:moveTo>
                <a:cubicBezTo>
                  <a:pt x="21" y="112"/>
                  <a:pt x="21" y="113"/>
                  <a:pt x="21" y="113"/>
                </a:cubicBezTo>
                <a:cubicBezTo>
                  <a:pt x="22" y="113"/>
                  <a:pt x="22" y="113"/>
                  <a:pt x="22" y="113"/>
                </a:cubicBezTo>
                <a:cubicBezTo>
                  <a:pt x="56" y="113"/>
                  <a:pt x="56" y="113"/>
                  <a:pt x="56" y="113"/>
                </a:cubicBezTo>
                <a:cubicBezTo>
                  <a:pt x="57" y="113"/>
                  <a:pt x="57" y="113"/>
                  <a:pt x="57" y="112"/>
                </a:cubicBezTo>
                <a:cubicBezTo>
                  <a:pt x="57" y="111"/>
                  <a:pt x="57" y="111"/>
                  <a:pt x="56" y="111"/>
                </a:cubicBezTo>
                <a:cubicBezTo>
                  <a:pt x="22" y="111"/>
                  <a:pt x="22" y="111"/>
                  <a:pt x="22" y="111"/>
                </a:cubicBezTo>
                <a:cubicBezTo>
                  <a:pt x="22" y="111"/>
                  <a:pt x="22" y="111"/>
                  <a:pt x="21" y="111"/>
                </a:cubicBezTo>
                <a:cubicBezTo>
                  <a:pt x="21" y="112"/>
                  <a:pt x="21" y="112"/>
                  <a:pt x="21" y="112"/>
                </a:cubicBezTo>
                <a:close/>
                <a:moveTo>
                  <a:pt x="56" y="98"/>
                </a:moveTo>
                <a:cubicBezTo>
                  <a:pt x="57" y="98"/>
                  <a:pt x="57" y="97"/>
                  <a:pt x="57" y="97"/>
                </a:cubicBezTo>
                <a:cubicBezTo>
                  <a:pt x="57" y="96"/>
                  <a:pt x="57" y="95"/>
                  <a:pt x="56" y="95"/>
                </a:cubicBezTo>
                <a:cubicBezTo>
                  <a:pt x="23" y="95"/>
                  <a:pt x="23" y="95"/>
                  <a:pt x="23" y="95"/>
                </a:cubicBezTo>
                <a:cubicBezTo>
                  <a:pt x="23" y="95"/>
                  <a:pt x="22" y="96"/>
                  <a:pt x="22" y="97"/>
                </a:cubicBezTo>
                <a:cubicBezTo>
                  <a:pt x="22" y="97"/>
                  <a:pt x="23" y="98"/>
                  <a:pt x="23" y="98"/>
                </a:cubicBezTo>
                <a:lnTo>
                  <a:pt x="56" y="98"/>
                </a:lnTo>
                <a:close/>
                <a:moveTo>
                  <a:pt x="22" y="117"/>
                </a:moveTo>
                <a:cubicBezTo>
                  <a:pt x="22" y="118"/>
                  <a:pt x="23" y="119"/>
                  <a:pt x="23" y="119"/>
                </a:cubicBezTo>
                <a:cubicBezTo>
                  <a:pt x="23" y="118"/>
                  <a:pt x="23" y="118"/>
                  <a:pt x="23" y="118"/>
                </a:cubicBezTo>
                <a:cubicBezTo>
                  <a:pt x="56" y="119"/>
                  <a:pt x="56" y="119"/>
                  <a:pt x="56" y="119"/>
                </a:cubicBezTo>
                <a:cubicBezTo>
                  <a:pt x="57" y="119"/>
                  <a:pt x="57" y="118"/>
                  <a:pt x="57" y="117"/>
                </a:cubicBezTo>
                <a:cubicBezTo>
                  <a:pt x="57" y="116"/>
                  <a:pt x="57" y="116"/>
                  <a:pt x="56" y="116"/>
                </a:cubicBezTo>
                <a:cubicBezTo>
                  <a:pt x="23" y="116"/>
                  <a:pt x="23" y="116"/>
                  <a:pt x="23" y="116"/>
                </a:cubicBezTo>
                <a:cubicBezTo>
                  <a:pt x="23" y="116"/>
                  <a:pt x="22" y="116"/>
                  <a:pt x="22" y="117"/>
                </a:cubicBezTo>
                <a:close/>
                <a:moveTo>
                  <a:pt x="56" y="92"/>
                </a:moveTo>
                <a:cubicBezTo>
                  <a:pt x="57" y="92"/>
                  <a:pt x="57" y="92"/>
                  <a:pt x="57" y="91"/>
                </a:cubicBezTo>
                <a:cubicBezTo>
                  <a:pt x="57" y="90"/>
                  <a:pt x="57" y="90"/>
                  <a:pt x="56" y="90"/>
                </a:cubicBezTo>
                <a:cubicBezTo>
                  <a:pt x="26" y="90"/>
                  <a:pt x="26" y="90"/>
                  <a:pt x="26" y="90"/>
                </a:cubicBezTo>
                <a:cubicBezTo>
                  <a:pt x="25" y="90"/>
                  <a:pt x="24" y="90"/>
                  <a:pt x="24" y="91"/>
                </a:cubicBezTo>
                <a:cubicBezTo>
                  <a:pt x="24" y="92"/>
                  <a:pt x="25" y="92"/>
                  <a:pt x="26" y="92"/>
                </a:cubicBezTo>
                <a:lnTo>
                  <a:pt x="56" y="92"/>
                </a:lnTo>
                <a:close/>
                <a:moveTo>
                  <a:pt x="56" y="124"/>
                </a:moveTo>
                <a:cubicBezTo>
                  <a:pt x="57" y="124"/>
                  <a:pt x="57" y="123"/>
                  <a:pt x="57" y="122"/>
                </a:cubicBezTo>
                <a:cubicBezTo>
                  <a:pt x="57" y="122"/>
                  <a:pt x="57" y="121"/>
                  <a:pt x="56" y="121"/>
                </a:cubicBezTo>
                <a:cubicBezTo>
                  <a:pt x="26" y="121"/>
                  <a:pt x="26" y="121"/>
                  <a:pt x="26" y="121"/>
                </a:cubicBezTo>
                <a:cubicBezTo>
                  <a:pt x="25" y="121"/>
                  <a:pt x="24" y="122"/>
                  <a:pt x="24" y="122"/>
                </a:cubicBezTo>
                <a:cubicBezTo>
                  <a:pt x="24" y="123"/>
                  <a:pt x="25" y="124"/>
                  <a:pt x="26" y="124"/>
                </a:cubicBezTo>
                <a:lnTo>
                  <a:pt x="56" y="124"/>
                </a:lnTo>
                <a:close/>
                <a:moveTo>
                  <a:pt x="27" y="86"/>
                </a:moveTo>
                <a:cubicBezTo>
                  <a:pt x="27" y="87"/>
                  <a:pt x="27" y="87"/>
                  <a:pt x="28" y="87"/>
                </a:cubicBezTo>
                <a:cubicBezTo>
                  <a:pt x="28" y="87"/>
                  <a:pt x="28" y="87"/>
                  <a:pt x="28" y="87"/>
                </a:cubicBezTo>
                <a:cubicBezTo>
                  <a:pt x="56" y="87"/>
                  <a:pt x="56" y="87"/>
                  <a:pt x="56" y="87"/>
                </a:cubicBezTo>
                <a:cubicBezTo>
                  <a:pt x="57" y="87"/>
                  <a:pt x="57" y="87"/>
                  <a:pt x="57" y="86"/>
                </a:cubicBezTo>
                <a:cubicBezTo>
                  <a:pt x="57" y="85"/>
                  <a:pt x="57" y="85"/>
                  <a:pt x="56" y="85"/>
                </a:cubicBezTo>
                <a:cubicBezTo>
                  <a:pt x="28" y="85"/>
                  <a:pt x="28" y="85"/>
                  <a:pt x="28" y="85"/>
                </a:cubicBezTo>
                <a:cubicBezTo>
                  <a:pt x="27" y="85"/>
                  <a:pt x="27" y="85"/>
                  <a:pt x="27" y="86"/>
                </a:cubicBezTo>
                <a:close/>
                <a:moveTo>
                  <a:pt x="56" y="129"/>
                </a:moveTo>
                <a:cubicBezTo>
                  <a:pt x="57" y="129"/>
                  <a:pt x="57" y="129"/>
                  <a:pt x="57" y="128"/>
                </a:cubicBezTo>
                <a:cubicBezTo>
                  <a:pt x="57" y="127"/>
                  <a:pt x="57" y="126"/>
                  <a:pt x="56" y="126"/>
                </a:cubicBezTo>
                <a:cubicBezTo>
                  <a:pt x="28" y="126"/>
                  <a:pt x="28" y="126"/>
                  <a:pt x="28" y="126"/>
                </a:cubicBezTo>
                <a:cubicBezTo>
                  <a:pt x="27" y="126"/>
                  <a:pt x="27" y="127"/>
                  <a:pt x="27" y="128"/>
                </a:cubicBezTo>
                <a:cubicBezTo>
                  <a:pt x="27" y="129"/>
                  <a:pt x="27" y="129"/>
                  <a:pt x="28" y="129"/>
                </a:cubicBezTo>
                <a:lnTo>
                  <a:pt x="56" y="129"/>
                </a:lnTo>
                <a:close/>
                <a:moveTo>
                  <a:pt x="31" y="81"/>
                </a:moveTo>
                <a:cubicBezTo>
                  <a:pt x="31" y="81"/>
                  <a:pt x="31" y="82"/>
                  <a:pt x="31" y="82"/>
                </a:cubicBezTo>
                <a:cubicBezTo>
                  <a:pt x="32" y="82"/>
                  <a:pt x="32" y="82"/>
                  <a:pt x="32" y="82"/>
                </a:cubicBezTo>
                <a:cubicBezTo>
                  <a:pt x="56" y="82"/>
                  <a:pt x="56" y="82"/>
                  <a:pt x="56" y="82"/>
                </a:cubicBezTo>
                <a:cubicBezTo>
                  <a:pt x="57" y="82"/>
                  <a:pt x="57" y="82"/>
                  <a:pt x="57" y="81"/>
                </a:cubicBezTo>
                <a:cubicBezTo>
                  <a:pt x="57" y="80"/>
                  <a:pt x="57" y="80"/>
                  <a:pt x="56" y="80"/>
                </a:cubicBezTo>
                <a:cubicBezTo>
                  <a:pt x="32" y="80"/>
                  <a:pt x="32" y="80"/>
                  <a:pt x="32" y="80"/>
                </a:cubicBezTo>
                <a:cubicBezTo>
                  <a:pt x="32" y="80"/>
                  <a:pt x="32" y="80"/>
                  <a:pt x="31" y="80"/>
                </a:cubicBezTo>
                <a:cubicBezTo>
                  <a:pt x="31" y="80"/>
                  <a:pt x="31" y="81"/>
                  <a:pt x="31" y="81"/>
                </a:cubicBezTo>
                <a:close/>
                <a:moveTo>
                  <a:pt x="56" y="134"/>
                </a:moveTo>
                <a:cubicBezTo>
                  <a:pt x="57" y="134"/>
                  <a:pt x="57" y="134"/>
                  <a:pt x="57" y="133"/>
                </a:cubicBezTo>
                <a:cubicBezTo>
                  <a:pt x="57" y="132"/>
                  <a:pt x="57" y="132"/>
                  <a:pt x="56" y="132"/>
                </a:cubicBezTo>
                <a:cubicBezTo>
                  <a:pt x="32" y="132"/>
                  <a:pt x="32" y="132"/>
                  <a:pt x="32" y="132"/>
                </a:cubicBezTo>
                <a:cubicBezTo>
                  <a:pt x="31" y="132"/>
                  <a:pt x="31" y="132"/>
                  <a:pt x="31" y="133"/>
                </a:cubicBezTo>
                <a:cubicBezTo>
                  <a:pt x="31" y="134"/>
                  <a:pt x="31" y="134"/>
                  <a:pt x="32" y="134"/>
                </a:cubicBezTo>
                <a:lnTo>
                  <a:pt x="56" y="134"/>
                </a:lnTo>
                <a:close/>
                <a:moveTo>
                  <a:pt x="37" y="76"/>
                </a:moveTo>
                <a:cubicBezTo>
                  <a:pt x="37" y="77"/>
                  <a:pt x="37" y="77"/>
                  <a:pt x="38" y="77"/>
                </a:cubicBezTo>
                <a:cubicBezTo>
                  <a:pt x="56" y="77"/>
                  <a:pt x="56" y="77"/>
                  <a:pt x="56" y="77"/>
                </a:cubicBezTo>
                <a:cubicBezTo>
                  <a:pt x="57" y="77"/>
                  <a:pt x="57" y="77"/>
                  <a:pt x="57" y="76"/>
                </a:cubicBezTo>
                <a:cubicBezTo>
                  <a:pt x="57" y="75"/>
                  <a:pt x="57" y="74"/>
                  <a:pt x="56" y="74"/>
                </a:cubicBezTo>
                <a:cubicBezTo>
                  <a:pt x="56" y="75"/>
                  <a:pt x="56" y="75"/>
                  <a:pt x="56" y="75"/>
                </a:cubicBezTo>
                <a:cubicBezTo>
                  <a:pt x="38" y="74"/>
                  <a:pt x="38" y="74"/>
                  <a:pt x="38" y="74"/>
                </a:cubicBezTo>
                <a:cubicBezTo>
                  <a:pt x="37" y="74"/>
                  <a:pt x="37" y="75"/>
                  <a:pt x="37" y="76"/>
                </a:cubicBezTo>
                <a:close/>
                <a:moveTo>
                  <a:pt x="37" y="138"/>
                </a:moveTo>
                <a:cubicBezTo>
                  <a:pt x="37" y="139"/>
                  <a:pt x="37" y="139"/>
                  <a:pt x="38" y="139"/>
                </a:cubicBezTo>
                <a:cubicBezTo>
                  <a:pt x="56" y="139"/>
                  <a:pt x="56" y="139"/>
                  <a:pt x="56" y="139"/>
                </a:cubicBezTo>
                <a:cubicBezTo>
                  <a:pt x="57" y="139"/>
                  <a:pt x="57" y="139"/>
                  <a:pt x="57" y="138"/>
                </a:cubicBezTo>
                <a:cubicBezTo>
                  <a:pt x="57" y="137"/>
                  <a:pt x="57" y="137"/>
                  <a:pt x="56" y="137"/>
                </a:cubicBezTo>
                <a:cubicBezTo>
                  <a:pt x="56" y="137"/>
                  <a:pt x="56" y="137"/>
                  <a:pt x="56" y="137"/>
                </a:cubicBezTo>
                <a:cubicBezTo>
                  <a:pt x="38" y="137"/>
                  <a:pt x="38" y="137"/>
                  <a:pt x="38" y="137"/>
                </a:cubicBezTo>
                <a:cubicBezTo>
                  <a:pt x="37" y="137"/>
                  <a:pt x="37" y="137"/>
                  <a:pt x="37" y="138"/>
                </a:cubicBezTo>
                <a:close/>
                <a:moveTo>
                  <a:pt x="56" y="72"/>
                </a:moveTo>
                <a:cubicBezTo>
                  <a:pt x="57" y="72"/>
                  <a:pt x="57" y="71"/>
                  <a:pt x="57" y="71"/>
                </a:cubicBezTo>
                <a:cubicBezTo>
                  <a:pt x="57" y="70"/>
                  <a:pt x="57" y="69"/>
                  <a:pt x="56" y="69"/>
                </a:cubicBezTo>
                <a:cubicBezTo>
                  <a:pt x="49" y="69"/>
                  <a:pt x="49" y="69"/>
                  <a:pt x="49" y="69"/>
                </a:cubicBezTo>
                <a:cubicBezTo>
                  <a:pt x="48" y="69"/>
                  <a:pt x="48" y="70"/>
                  <a:pt x="48" y="71"/>
                </a:cubicBezTo>
                <a:cubicBezTo>
                  <a:pt x="48" y="71"/>
                  <a:pt x="48" y="72"/>
                  <a:pt x="49" y="72"/>
                </a:cubicBezTo>
                <a:lnTo>
                  <a:pt x="56" y="72"/>
                </a:lnTo>
                <a:close/>
                <a:moveTo>
                  <a:pt x="48" y="143"/>
                </a:moveTo>
                <a:cubicBezTo>
                  <a:pt x="48" y="144"/>
                  <a:pt x="48" y="145"/>
                  <a:pt x="49" y="145"/>
                </a:cubicBezTo>
                <a:cubicBezTo>
                  <a:pt x="56" y="145"/>
                  <a:pt x="56" y="145"/>
                  <a:pt x="56" y="145"/>
                </a:cubicBezTo>
                <a:cubicBezTo>
                  <a:pt x="57" y="145"/>
                  <a:pt x="57" y="144"/>
                  <a:pt x="57" y="143"/>
                </a:cubicBezTo>
                <a:cubicBezTo>
                  <a:pt x="57" y="142"/>
                  <a:pt x="57" y="142"/>
                  <a:pt x="56" y="142"/>
                </a:cubicBezTo>
                <a:cubicBezTo>
                  <a:pt x="49" y="142"/>
                  <a:pt x="49" y="142"/>
                  <a:pt x="49" y="142"/>
                </a:cubicBezTo>
                <a:cubicBezTo>
                  <a:pt x="48" y="142"/>
                  <a:pt x="48" y="142"/>
                  <a:pt x="48" y="143"/>
                </a:cubicBezTo>
                <a:close/>
                <a:moveTo>
                  <a:pt x="71" y="72"/>
                </a:moveTo>
                <a:cubicBezTo>
                  <a:pt x="72" y="72"/>
                  <a:pt x="73" y="71"/>
                  <a:pt x="73" y="71"/>
                </a:cubicBezTo>
                <a:cubicBezTo>
                  <a:pt x="73" y="70"/>
                  <a:pt x="72" y="69"/>
                  <a:pt x="71" y="69"/>
                </a:cubicBezTo>
                <a:cubicBezTo>
                  <a:pt x="64" y="69"/>
                  <a:pt x="64" y="69"/>
                  <a:pt x="64" y="69"/>
                </a:cubicBezTo>
                <a:cubicBezTo>
                  <a:pt x="63" y="69"/>
                  <a:pt x="63" y="70"/>
                  <a:pt x="63" y="71"/>
                </a:cubicBezTo>
                <a:cubicBezTo>
                  <a:pt x="63" y="71"/>
                  <a:pt x="63" y="72"/>
                  <a:pt x="64" y="72"/>
                </a:cubicBezTo>
                <a:lnTo>
                  <a:pt x="71" y="72"/>
                </a:lnTo>
                <a:close/>
                <a:moveTo>
                  <a:pt x="63" y="76"/>
                </a:moveTo>
                <a:cubicBezTo>
                  <a:pt x="63" y="77"/>
                  <a:pt x="63" y="77"/>
                  <a:pt x="64" y="77"/>
                </a:cubicBezTo>
                <a:cubicBezTo>
                  <a:pt x="82" y="77"/>
                  <a:pt x="82" y="77"/>
                  <a:pt x="82" y="77"/>
                </a:cubicBezTo>
                <a:cubicBezTo>
                  <a:pt x="83" y="77"/>
                  <a:pt x="83" y="77"/>
                  <a:pt x="83" y="76"/>
                </a:cubicBezTo>
                <a:cubicBezTo>
                  <a:pt x="83" y="75"/>
                  <a:pt x="83" y="74"/>
                  <a:pt x="82" y="74"/>
                </a:cubicBezTo>
                <a:cubicBezTo>
                  <a:pt x="82" y="75"/>
                  <a:pt x="82" y="75"/>
                  <a:pt x="82" y="75"/>
                </a:cubicBezTo>
                <a:cubicBezTo>
                  <a:pt x="64" y="74"/>
                  <a:pt x="64" y="74"/>
                  <a:pt x="64" y="74"/>
                </a:cubicBezTo>
                <a:cubicBezTo>
                  <a:pt x="64" y="74"/>
                  <a:pt x="63" y="74"/>
                  <a:pt x="63" y="75"/>
                </a:cubicBezTo>
                <a:cubicBezTo>
                  <a:pt x="63" y="75"/>
                  <a:pt x="63" y="75"/>
                  <a:pt x="63" y="76"/>
                </a:cubicBezTo>
                <a:close/>
                <a:moveTo>
                  <a:pt x="63" y="81"/>
                </a:moveTo>
                <a:cubicBezTo>
                  <a:pt x="63" y="81"/>
                  <a:pt x="63" y="82"/>
                  <a:pt x="63" y="82"/>
                </a:cubicBezTo>
                <a:cubicBezTo>
                  <a:pt x="63" y="82"/>
                  <a:pt x="64" y="82"/>
                  <a:pt x="64" y="82"/>
                </a:cubicBezTo>
                <a:cubicBezTo>
                  <a:pt x="88" y="82"/>
                  <a:pt x="88" y="82"/>
                  <a:pt x="88" y="82"/>
                </a:cubicBezTo>
                <a:cubicBezTo>
                  <a:pt x="89" y="82"/>
                  <a:pt x="89" y="82"/>
                  <a:pt x="89" y="81"/>
                </a:cubicBezTo>
                <a:cubicBezTo>
                  <a:pt x="89" y="80"/>
                  <a:pt x="89" y="80"/>
                  <a:pt x="88" y="80"/>
                </a:cubicBezTo>
                <a:cubicBezTo>
                  <a:pt x="64" y="80"/>
                  <a:pt x="64" y="80"/>
                  <a:pt x="64" y="80"/>
                </a:cubicBezTo>
                <a:cubicBezTo>
                  <a:pt x="64" y="80"/>
                  <a:pt x="63" y="80"/>
                  <a:pt x="63" y="80"/>
                </a:cubicBezTo>
                <a:cubicBezTo>
                  <a:pt x="63" y="80"/>
                  <a:pt x="63" y="81"/>
                  <a:pt x="63" y="81"/>
                </a:cubicBezTo>
                <a:close/>
                <a:moveTo>
                  <a:pt x="63" y="86"/>
                </a:moveTo>
                <a:cubicBezTo>
                  <a:pt x="63" y="86"/>
                  <a:pt x="63" y="87"/>
                  <a:pt x="63" y="87"/>
                </a:cubicBezTo>
                <a:cubicBezTo>
                  <a:pt x="63" y="87"/>
                  <a:pt x="64" y="87"/>
                  <a:pt x="64" y="87"/>
                </a:cubicBezTo>
                <a:cubicBezTo>
                  <a:pt x="64" y="87"/>
                  <a:pt x="64" y="87"/>
                  <a:pt x="64" y="87"/>
                </a:cubicBezTo>
                <a:cubicBezTo>
                  <a:pt x="92" y="87"/>
                  <a:pt x="92" y="87"/>
                  <a:pt x="92" y="87"/>
                </a:cubicBezTo>
                <a:cubicBezTo>
                  <a:pt x="93" y="87"/>
                  <a:pt x="93" y="87"/>
                  <a:pt x="93" y="86"/>
                </a:cubicBezTo>
                <a:cubicBezTo>
                  <a:pt x="93" y="85"/>
                  <a:pt x="93" y="85"/>
                  <a:pt x="92" y="85"/>
                </a:cubicBezTo>
                <a:cubicBezTo>
                  <a:pt x="64" y="85"/>
                  <a:pt x="64" y="85"/>
                  <a:pt x="64" y="85"/>
                </a:cubicBezTo>
                <a:cubicBezTo>
                  <a:pt x="63" y="85"/>
                  <a:pt x="63" y="85"/>
                  <a:pt x="63" y="86"/>
                </a:cubicBezTo>
                <a:close/>
                <a:moveTo>
                  <a:pt x="95" y="92"/>
                </a:moveTo>
                <a:cubicBezTo>
                  <a:pt x="96" y="92"/>
                  <a:pt x="96" y="92"/>
                  <a:pt x="96" y="91"/>
                </a:cubicBezTo>
                <a:cubicBezTo>
                  <a:pt x="96" y="90"/>
                  <a:pt x="96" y="90"/>
                  <a:pt x="95" y="90"/>
                </a:cubicBezTo>
                <a:cubicBezTo>
                  <a:pt x="64" y="90"/>
                  <a:pt x="64" y="90"/>
                  <a:pt x="64" y="90"/>
                </a:cubicBezTo>
                <a:cubicBezTo>
                  <a:pt x="63" y="90"/>
                  <a:pt x="63" y="90"/>
                  <a:pt x="63" y="91"/>
                </a:cubicBezTo>
                <a:cubicBezTo>
                  <a:pt x="63" y="92"/>
                  <a:pt x="63" y="92"/>
                  <a:pt x="64" y="92"/>
                </a:cubicBezTo>
                <a:lnTo>
                  <a:pt x="95" y="92"/>
                </a:lnTo>
                <a:close/>
                <a:moveTo>
                  <a:pt x="97" y="98"/>
                </a:moveTo>
                <a:cubicBezTo>
                  <a:pt x="98" y="98"/>
                  <a:pt x="98" y="97"/>
                  <a:pt x="98" y="97"/>
                </a:cubicBezTo>
                <a:cubicBezTo>
                  <a:pt x="98" y="96"/>
                  <a:pt x="98" y="95"/>
                  <a:pt x="97" y="95"/>
                </a:cubicBezTo>
                <a:cubicBezTo>
                  <a:pt x="64" y="95"/>
                  <a:pt x="64" y="95"/>
                  <a:pt x="64" y="95"/>
                </a:cubicBezTo>
                <a:cubicBezTo>
                  <a:pt x="63" y="95"/>
                  <a:pt x="63" y="96"/>
                  <a:pt x="63" y="97"/>
                </a:cubicBezTo>
                <a:cubicBezTo>
                  <a:pt x="63" y="97"/>
                  <a:pt x="63" y="98"/>
                  <a:pt x="64" y="98"/>
                </a:cubicBezTo>
                <a:lnTo>
                  <a:pt x="97" y="98"/>
                </a:lnTo>
                <a:close/>
                <a:moveTo>
                  <a:pt x="98" y="103"/>
                </a:moveTo>
                <a:cubicBezTo>
                  <a:pt x="99" y="103"/>
                  <a:pt x="99" y="103"/>
                  <a:pt x="99" y="102"/>
                </a:cubicBezTo>
                <a:cubicBezTo>
                  <a:pt x="99" y="101"/>
                  <a:pt x="99" y="101"/>
                  <a:pt x="98" y="101"/>
                </a:cubicBezTo>
                <a:cubicBezTo>
                  <a:pt x="64" y="101"/>
                  <a:pt x="64" y="101"/>
                  <a:pt x="64" y="101"/>
                </a:cubicBezTo>
                <a:cubicBezTo>
                  <a:pt x="63" y="101"/>
                  <a:pt x="63" y="101"/>
                  <a:pt x="63" y="102"/>
                </a:cubicBezTo>
                <a:cubicBezTo>
                  <a:pt x="63" y="103"/>
                  <a:pt x="63" y="103"/>
                  <a:pt x="64" y="103"/>
                </a:cubicBezTo>
                <a:lnTo>
                  <a:pt x="98" y="103"/>
                </a:lnTo>
                <a:close/>
                <a:moveTo>
                  <a:pt x="63" y="107"/>
                </a:moveTo>
                <a:cubicBezTo>
                  <a:pt x="63" y="108"/>
                  <a:pt x="63" y="108"/>
                  <a:pt x="64" y="108"/>
                </a:cubicBezTo>
                <a:cubicBezTo>
                  <a:pt x="98" y="108"/>
                  <a:pt x="98" y="108"/>
                  <a:pt x="98" y="108"/>
                </a:cubicBezTo>
                <a:cubicBezTo>
                  <a:pt x="99" y="108"/>
                  <a:pt x="100" y="108"/>
                  <a:pt x="100" y="107"/>
                </a:cubicBezTo>
                <a:cubicBezTo>
                  <a:pt x="100" y="107"/>
                  <a:pt x="99" y="106"/>
                  <a:pt x="99" y="106"/>
                </a:cubicBezTo>
                <a:cubicBezTo>
                  <a:pt x="99" y="106"/>
                  <a:pt x="99" y="106"/>
                  <a:pt x="98" y="106"/>
                </a:cubicBezTo>
                <a:cubicBezTo>
                  <a:pt x="98" y="106"/>
                  <a:pt x="98" y="106"/>
                  <a:pt x="98" y="106"/>
                </a:cubicBezTo>
                <a:cubicBezTo>
                  <a:pt x="64" y="106"/>
                  <a:pt x="64" y="106"/>
                  <a:pt x="64" y="106"/>
                </a:cubicBezTo>
                <a:cubicBezTo>
                  <a:pt x="64" y="106"/>
                  <a:pt x="63" y="106"/>
                  <a:pt x="63" y="106"/>
                </a:cubicBezTo>
                <a:cubicBezTo>
                  <a:pt x="63" y="106"/>
                  <a:pt x="63" y="107"/>
                  <a:pt x="63" y="107"/>
                </a:cubicBezTo>
                <a:close/>
                <a:moveTo>
                  <a:pt x="63" y="112"/>
                </a:moveTo>
                <a:cubicBezTo>
                  <a:pt x="63" y="112"/>
                  <a:pt x="63" y="113"/>
                  <a:pt x="63" y="113"/>
                </a:cubicBezTo>
                <a:cubicBezTo>
                  <a:pt x="63" y="113"/>
                  <a:pt x="64" y="113"/>
                  <a:pt x="64" y="113"/>
                </a:cubicBezTo>
                <a:cubicBezTo>
                  <a:pt x="98" y="113"/>
                  <a:pt x="98" y="113"/>
                  <a:pt x="98" y="113"/>
                </a:cubicBezTo>
                <a:cubicBezTo>
                  <a:pt x="99" y="113"/>
                  <a:pt x="99" y="113"/>
                  <a:pt x="99" y="112"/>
                </a:cubicBezTo>
                <a:cubicBezTo>
                  <a:pt x="99" y="111"/>
                  <a:pt x="99" y="111"/>
                  <a:pt x="98" y="111"/>
                </a:cubicBezTo>
                <a:cubicBezTo>
                  <a:pt x="64" y="111"/>
                  <a:pt x="64" y="111"/>
                  <a:pt x="64" y="111"/>
                </a:cubicBezTo>
                <a:cubicBezTo>
                  <a:pt x="64" y="111"/>
                  <a:pt x="63" y="111"/>
                  <a:pt x="63" y="111"/>
                </a:cubicBezTo>
                <a:cubicBezTo>
                  <a:pt x="63" y="112"/>
                  <a:pt x="63" y="112"/>
                  <a:pt x="63" y="112"/>
                </a:cubicBezTo>
                <a:close/>
                <a:moveTo>
                  <a:pt x="63" y="117"/>
                </a:moveTo>
                <a:cubicBezTo>
                  <a:pt x="63" y="118"/>
                  <a:pt x="63" y="118"/>
                  <a:pt x="63" y="118"/>
                </a:cubicBezTo>
                <a:cubicBezTo>
                  <a:pt x="63" y="119"/>
                  <a:pt x="64" y="119"/>
                  <a:pt x="64" y="119"/>
                </a:cubicBezTo>
                <a:cubicBezTo>
                  <a:pt x="64" y="118"/>
                  <a:pt x="64" y="118"/>
                  <a:pt x="64" y="118"/>
                </a:cubicBezTo>
                <a:cubicBezTo>
                  <a:pt x="97" y="119"/>
                  <a:pt x="97" y="119"/>
                  <a:pt x="97" y="119"/>
                </a:cubicBezTo>
                <a:cubicBezTo>
                  <a:pt x="97" y="119"/>
                  <a:pt x="97" y="119"/>
                  <a:pt x="97" y="119"/>
                </a:cubicBezTo>
                <a:cubicBezTo>
                  <a:pt x="98" y="119"/>
                  <a:pt x="98" y="118"/>
                  <a:pt x="98" y="117"/>
                </a:cubicBezTo>
                <a:cubicBezTo>
                  <a:pt x="98" y="116"/>
                  <a:pt x="98" y="116"/>
                  <a:pt x="97" y="116"/>
                </a:cubicBezTo>
                <a:cubicBezTo>
                  <a:pt x="64" y="116"/>
                  <a:pt x="64" y="116"/>
                  <a:pt x="64" y="116"/>
                </a:cubicBezTo>
                <a:cubicBezTo>
                  <a:pt x="63" y="116"/>
                  <a:pt x="63" y="116"/>
                  <a:pt x="63" y="117"/>
                </a:cubicBezTo>
                <a:close/>
                <a:moveTo>
                  <a:pt x="95" y="124"/>
                </a:moveTo>
                <a:cubicBezTo>
                  <a:pt x="96" y="124"/>
                  <a:pt x="96" y="123"/>
                  <a:pt x="96" y="122"/>
                </a:cubicBezTo>
                <a:cubicBezTo>
                  <a:pt x="96" y="122"/>
                  <a:pt x="96" y="121"/>
                  <a:pt x="95" y="121"/>
                </a:cubicBezTo>
                <a:cubicBezTo>
                  <a:pt x="64" y="121"/>
                  <a:pt x="64" y="121"/>
                  <a:pt x="64" y="121"/>
                </a:cubicBezTo>
                <a:cubicBezTo>
                  <a:pt x="63" y="121"/>
                  <a:pt x="63" y="122"/>
                  <a:pt x="63" y="122"/>
                </a:cubicBezTo>
                <a:cubicBezTo>
                  <a:pt x="63" y="123"/>
                  <a:pt x="63" y="124"/>
                  <a:pt x="64" y="124"/>
                </a:cubicBezTo>
                <a:lnTo>
                  <a:pt x="95" y="124"/>
                </a:lnTo>
                <a:close/>
                <a:moveTo>
                  <a:pt x="92" y="129"/>
                </a:moveTo>
                <a:cubicBezTo>
                  <a:pt x="93" y="129"/>
                  <a:pt x="93" y="129"/>
                  <a:pt x="93" y="128"/>
                </a:cubicBezTo>
                <a:cubicBezTo>
                  <a:pt x="93" y="127"/>
                  <a:pt x="93" y="126"/>
                  <a:pt x="92" y="126"/>
                </a:cubicBezTo>
                <a:cubicBezTo>
                  <a:pt x="64" y="126"/>
                  <a:pt x="64" y="126"/>
                  <a:pt x="64" y="126"/>
                </a:cubicBezTo>
                <a:cubicBezTo>
                  <a:pt x="63" y="126"/>
                  <a:pt x="63" y="127"/>
                  <a:pt x="63" y="128"/>
                </a:cubicBezTo>
                <a:cubicBezTo>
                  <a:pt x="63" y="129"/>
                  <a:pt x="63" y="129"/>
                  <a:pt x="64" y="129"/>
                </a:cubicBezTo>
                <a:lnTo>
                  <a:pt x="92" y="129"/>
                </a:lnTo>
                <a:close/>
                <a:moveTo>
                  <a:pt x="88" y="134"/>
                </a:moveTo>
                <a:cubicBezTo>
                  <a:pt x="89" y="134"/>
                  <a:pt x="89" y="134"/>
                  <a:pt x="89" y="133"/>
                </a:cubicBezTo>
                <a:cubicBezTo>
                  <a:pt x="89" y="132"/>
                  <a:pt x="89" y="132"/>
                  <a:pt x="88" y="132"/>
                </a:cubicBezTo>
                <a:cubicBezTo>
                  <a:pt x="64" y="132"/>
                  <a:pt x="64" y="132"/>
                  <a:pt x="64" y="132"/>
                </a:cubicBezTo>
                <a:cubicBezTo>
                  <a:pt x="63" y="132"/>
                  <a:pt x="63" y="132"/>
                  <a:pt x="63" y="133"/>
                </a:cubicBezTo>
                <a:cubicBezTo>
                  <a:pt x="63" y="134"/>
                  <a:pt x="63" y="134"/>
                  <a:pt x="64" y="134"/>
                </a:cubicBezTo>
                <a:lnTo>
                  <a:pt x="88" y="134"/>
                </a:lnTo>
                <a:close/>
                <a:moveTo>
                  <a:pt x="63" y="138"/>
                </a:moveTo>
                <a:cubicBezTo>
                  <a:pt x="63" y="139"/>
                  <a:pt x="63" y="139"/>
                  <a:pt x="64" y="139"/>
                </a:cubicBezTo>
                <a:cubicBezTo>
                  <a:pt x="82" y="139"/>
                  <a:pt x="82" y="139"/>
                  <a:pt x="82" y="139"/>
                </a:cubicBezTo>
                <a:cubicBezTo>
                  <a:pt x="83" y="139"/>
                  <a:pt x="83" y="139"/>
                  <a:pt x="83" y="138"/>
                </a:cubicBezTo>
                <a:cubicBezTo>
                  <a:pt x="83" y="137"/>
                  <a:pt x="83" y="137"/>
                  <a:pt x="82" y="137"/>
                </a:cubicBezTo>
                <a:cubicBezTo>
                  <a:pt x="82" y="137"/>
                  <a:pt x="82" y="137"/>
                  <a:pt x="82" y="137"/>
                </a:cubicBezTo>
                <a:cubicBezTo>
                  <a:pt x="64" y="137"/>
                  <a:pt x="64" y="137"/>
                  <a:pt x="64" y="137"/>
                </a:cubicBezTo>
                <a:cubicBezTo>
                  <a:pt x="64" y="137"/>
                  <a:pt x="63" y="137"/>
                  <a:pt x="63" y="137"/>
                </a:cubicBezTo>
                <a:cubicBezTo>
                  <a:pt x="63" y="137"/>
                  <a:pt x="63" y="138"/>
                  <a:pt x="63" y="138"/>
                </a:cubicBezTo>
                <a:close/>
                <a:moveTo>
                  <a:pt x="63" y="143"/>
                </a:moveTo>
                <a:cubicBezTo>
                  <a:pt x="63" y="144"/>
                  <a:pt x="63" y="144"/>
                  <a:pt x="63" y="144"/>
                </a:cubicBezTo>
                <a:cubicBezTo>
                  <a:pt x="63" y="145"/>
                  <a:pt x="64" y="145"/>
                  <a:pt x="64" y="145"/>
                </a:cubicBezTo>
                <a:cubicBezTo>
                  <a:pt x="71" y="145"/>
                  <a:pt x="71" y="145"/>
                  <a:pt x="71" y="145"/>
                </a:cubicBezTo>
                <a:cubicBezTo>
                  <a:pt x="72" y="145"/>
                  <a:pt x="73" y="144"/>
                  <a:pt x="73" y="143"/>
                </a:cubicBezTo>
                <a:cubicBezTo>
                  <a:pt x="73" y="142"/>
                  <a:pt x="72" y="142"/>
                  <a:pt x="71" y="142"/>
                </a:cubicBezTo>
                <a:cubicBezTo>
                  <a:pt x="64" y="142"/>
                  <a:pt x="64" y="142"/>
                  <a:pt x="64" y="142"/>
                </a:cubicBezTo>
                <a:cubicBezTo>
                  <a:pt x="64" y="142"/>
                  <a:pt x="63" y="142"/>
                  <a:pt x="63" y="142"/>
                </a:cubicBezTo>
                <a:cubicBezTo>
                  <a:pt x="63" y="143"/>
                  <a:pt x="63" y="143"/>
                  <a:pt x="63" y="143"/>
                </a:cubicBezTo>
                <a:close/>
                <a:moveTo>
                  <a:pt x="115" y="71"/>
                </a:moveTo>
                <a:cubicBezTo>
                  <a:pt x="115" y="72"/>
                  <a:pt x="115" y="73"/>
                  <a:pt x="116" y="74"/>
                </a:cubicBezTo>
                <a:cubicBezTo>
                  <a:pt x="117" y="75"/>
                  <a:pt x="118" y="76"/>
                  <a:pt x="120" y="76"/>
                </a:cubicBezTo>
                <a:cubicBezTo>
                  <a:pt x="121" y="76"/>
                  <a:pt x="123" y="75"/>
                  <a:pt x="124" y="74"/>
                </a:cubicBezTo>
                <a:cubicBezTo>
                  <a:pt x="125" y="73"/>
                  <a:pt x="125" y="72"/>
                  <a:pt x="125" y="71"/>
                </a:cubicBezTo>
                <a:cubicBezTo>
                  <a:pt x="125" y="69"/>
                  <a:pt x="125" y="68"/>
                  <a:pt x="124" y="67"/>
                </a:cubicBezTo>
                <a:cubicBezTo>
                  <a:pt x="123" y="66"/>
                  <a:pt x="121" y="65"/>
                  <a:pt x="120" y="65"/>
                </a:cubicBezTo>
                <a:cubicBezTo>
                  <a:pt x="118" y="65"/>
                  <a:pt x="117" y="66"/>
                  <a:pt x="116" y="67"/>
                </a:cubicBezTo>
                <a:cubicBezTo>
                  <a:pt x="115" y="68"/>
                  <a:pt x="115" y="69"/>
                  <a:pt x="115" y="71"/>
                </a:cubicBezTo>
                <a:close/>
                <a:moveTo>
                  <a:pt x="115" y="86"/>
                </a:moveTo>
                <a:cubicBezTo>
                  <a:pt x="115" y="88"/>
                  <a:pt x="115" y="89"/>
                  <a:pt x="116" y="90"/>
                </a:cubicBezTo>
                <a:cubicBezTo>
                  <a:pt x="117" y="91"/>
                  <a:pt x="118" y="92"/>
                  <a:pt x="120" y="92"/>
                </a:cubicBezTo>
                <a:cubicBezTo>
                  <a:pt x="121" y="92"/>
                  <a:pt x="123" y="91"/>
                  <a:pt x="124" y="90"/>
                </a:cubicBezTo>
                <a:cubicBezTo>
                  <a:pt x="125" y="89"/>
                  <a:pt x="125" y="88"/>
                  <a:pt x="125" y="86"/>
                </a:cubicBezTo>
                <a:cubicBezTo>
                  <a:pt x="125" y="85"/>
                  <a:pt x="125" y="83"/>
                  <a:pt x="124" y="82"/>
                </a:cubicBezTo>
                <a:cubicBezTo>
                  <a:pt x="123" y="82"/>
                  <a:pt x="121" y="81"/>
                  <a:pt x="120" y="81"/>
                </a:cubicBezTo>
                <a:cubicBezTo>
                  <a:pt x="118" y="81"/>
                  <a:pt x="117" y="82"/>
                  <a:pt x="116" y="82"/>
                </a:cubicBezTo>
                <a:cubicBezTo>
                  <a:pt x="115" y="83"/>
                  <a:pt x="115" y="85"/>
                  <a:pt x="115" y="86"/>
                </a:cubicBezTo>
                <a:close/>
                <a:moveTo>
                  <a:pt x="115" y="102"/>
                </a:moveTo>
                <a:cubicBezTo>
                  <a:pt x="115" y="103"/>
                  <a:pt x="115" y="105"/>
                  <a:pt x="116" y="106"/>
                </a:cubicBezTo>
                <a:cubicBezTo>
                  <a:pt x="117" y="107"/>
                  <a:pt x="118" y="107"/>
                  <a:pt x="120" y="107"/>
                </a:cubicBezTo>
                <a:cubicBezTo>
                  <a:pt x="121" y="107"/>
                  <a:pt x="123" y="107"/>
                  <a:pt x="124" y="106"/>
                </a:cubicBezTo>
                <a:cubicBezTo>
                  <a:pt x="125" y="105"/>
                  <a:pt x="125" y="103"/>
                  <a:pt x="125" y="102"/>
                </a:cubicBezTo>
                <a:cubicBezTo>
                  <a:pt x="125" y="100"/>
                  <a:pt x="125" y="99"/>
                  <a:pt x="124" y="98"/>
                </a:cubicBezTo>
                <a:cubicBezTo>
                  <a:pt x="123" y="97"/>
                  <a:pt x="121" y="97"/>
                  <a:pt x="120" y="97"/>
                </a:cubicBezTo>
                <a:cubicBezTo>
                  <a:pt x="118" y="97"/>
                  <a:pt x="117" y="97"/>
                  <a:pt x="116" y="98"/>
                </a:cubicBezTo>
                <a:cubicBezTo>
                  <a:pt x="115" y="99"/>
                  <a:pt x="115" y="100"/>
                  <a:pt x="115" y="102"/>
                </a:cubicBezTo>
                <a:close/>
                <a:moveTo>
                  <a:pt x="132" y="134"/>
                </a:moveTo>
                <a:cubicBezTo>
                  <a:pt x="131" y="135"/>
                  <a:pt x="130" y="137"/>
                  <a:pt x="130" y="138"/>
                </a:cubicBezTo>
                <a:cubicBezTo>
                  <a:pt x="130" y="140"/>
                  <a:pt x="131" y="141"/>
                  <a:pt x="132" y="142"/>
                </a:cubicBezTo>
                <a:cubicBezTo>
                  <a:pt x="133" y="143"/>
                  <a:pt x="134" y="143"/>
                  <a:pt x="136" y="143"/>
                </a:cubicBezTo>
                <a:cubicBezTo>
                  <a:pt x="137" y="143"/>
                  <a:pt x="138" y="143"/>
                  <a:pt x="139" y="142"/>
                </a:cubicBezTo>
                <a:cubicBezTo>
                  <a:pt x="140" y="141"/>
                  <a:pt x="141" y="140"/>
                  <a:pt x="141" y="138"/>
                </a:cubicBezTo>
                <a:cubicBezTo>
                  <a:pt x="141" y="137"/>
                  <a:pt x="140" y="135"/>
                  <a:pt x="139" y="134"/>
                </a:cubicBezTo>
                <a:cubicBezTo>
                  <a:pt x="138" y="133"/>
                  <a:pt x="137" y="133"/>
                  <a:pt x="136" y="133"/>
                </a:cubicBezTo>
                <a:cubicBezTo>
                  <a:pt x="134" y="133"/>
                  <a:pt x="133" y="133"/>
                  <a:pt x="132" y="134"/>
                </a:cubicBezTo>
                <a:close/>
                <a:moveTo>
                  <a:pt x="151" y="143"/>
                </a:moveTo>
                <a:cubicBezTo>
                  <a:pt x="153" y="144"/>
                  <a:pt x="154" y="143"/>
                  <a:pt x="155" y="142"/>
                </a:cubicBezTo>
                <a:cubicBezTo>
                  <a:pt x="156" y="141"/>
                  <a:pt x="156" y="140"/>
                  <a:pt x="156" y="138"/>
                </a:cubicBezTo>
                <a:cubicBezTo>
                  <a:pt x="156" y="137"/>
                  <a:pt x="156" y="136"/>
                  <a:pt x="155" y="134"/>
                </a:cubicBezTo>
                <a:cubicBezTo>
                  <a:pt x="154" y="133"/>
                  <a:pt x="153" y="133"/>
                  <a:pt x="151" y="133"/>
                </a:cubicBezTo>
                <a:cubicBezTo>
                  <a:pt x="150" y="133"/>
                  <a:pt x="148" y="133"/>
                  <a:pt x="148" y="134"/>
                </a:cubicBezTo>
                <a:cubicBezTo>
                  <a:pt x="147" y="135"/>
                  <a:pt x="146" y="137"/>
                  <a:pt x="146" y="138"/>
                </a:cubicBezTo>
                <a:cubicBezTo>
                  <a:pt x="146" y="140"/>
                  <a:pt x="147" y="141"/>
                  <a:pt x="148" y="142"/>
                </a:cubicBezTo>
                <a:cubicBezTo>
                  <a:pt x="148" y="143"/>
                  <a:pt x="150" y="143"/>
                  <a:pt x="151" y="143"/>
                </a:cubicBezTo>
                <a:close/>
                <a:moveTo>
                  <a:pt x="170" y="131"/>
                </a:moveTo>
                <a:cubicBezTo>
                  <a:pt x="168" y="133"/>
                  <a:pt x="167" y="135"/>
                  <a:pt x="167" y="138"/>
                </a:cubicBezTo>
                <a:cubicBezTo>
                  <a:pt x="167" y="141"/>
                  <a:pt x="168" y="144"/>
                  <a:pt x="170" y="146"/>
                </a:cubicBezTo>
                <a:cubicBezTo>
                  <a:pt x="171" y="147"/>
                  <a:pt x="172" y="147"/>
                  <a:pt x="173" y="148"/>
                </a:cubicBezTo>
                <a:cubicBezTo>
                  <a:pt x="175" y="148"/>
                  <a:pt x="176" y="149"/>
                  <a:pt x="177" y="149"/>
                </a:cubicBezTo>
                <a:cubicBezTo>
                  <a:pt x="179" y="149"/>
                  <a:pt x="180" y="148"/>
                  <a:pt x="181" y="148"/>
                </a:cubicBezTo>
                <a:cubicBezTo>
                  <a:pt x="182" y="147"/>
                  <a:pt x="183" y="147"/>
                  <a:pt x="184" y="146"/>
                </a:cubicBezTo>
                <a:cubicBezTo>
                  <a:pt x="185" y="145"/>
                  <a:pt x="186" y="143"/>
                  <a:pt x="187" y="142"/>
                </a:cubicBezTo>
                <a:cubicBezTo>
                  <a:pt x="187" y="141"/>
                  <a:pt x="187" y="139"/>
                  <a:pt x="187" y="138"/>
                </a:cubicBezTo>
                <a:cubicBezTo>
                  <a:pt x="187" y="137"/>
                  <a:pt x="187" y="136"/>
                  <a:pt x="187" y="134"/>
                </a:cubicBezTo>
                <a:cubicBezTo>
                  <a:pt x="186" y="133"/>
                  <a:pt x="185" y="132"/>
                  <a:pt x="184" y="131"/>
                </a:cubicBezTo>
                <a:cubicBezTo>
                  <a:pt x="182" y="129"/>
                  <a:pt x="180" y="128"/>
                  <a:pt x="177" y="128"/>
                </a:cubicBezTo>
                <a:cubicBezTo>
                  <a:pt x="174" y="128"/>
                  <a:pt x="172" y="129"/>
                  <a:pt x="170" y="131"/>
                </a:cubicBezTo>
                <a:close/>
                <a:moveTo>
                  <a:pt x="167" y="117"/>
                </a:moveTo>
                <a:cubicBezTo>
                  <a:pt x="187" y="117"/>
                  <a:pt x="187" y="117"/>
                  <a:pt x="187" y="117"/>
                </a:cubicBezTo>
                <a:cubicBezTo>
                  <a:pt x="187" y="65"/>
                  <a:pt x="187" y="65"/>
                  <a:pt x="187" y="65"/>
                </a:cubicBezTo>
                <a:cubicBezTo>
                  <a:pt x="167" y="65"/>
                  <a:pt x="167" y="65"/>
                  <a:pt x="167" y="65"/>
                </a:cubicBezTo>
                <a:lnTo>
                  <a:pt x="167" y="117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1" name="Freeform 33"/>
          <p:cNvSpPr>
            <a:spLocks noEditPoints="1"/>
          </p:cNvSpPr>
          <p:nvPr/>
        </p:nvSpPr>
        <p:spPr bwMode="auto">
          <a:xfrm>
            <a:off x="2963352" y="2294158"/>
            <a:ext cx="349648" cy="236717"/>
          </a:xfrm>
          <a:custGeom>
            <a:avLst/>
            <a:gdLst>
              <a:gd name="T0" fmla="*/ 0 w 245"/>
              <a:gd name="T1" fmla="*/ 135 h 164"/>
              <a:gd name="T2" fmla="*/ 8 w 245"/>
              <a:gd name="T3" fmla="*/ 71 h 164"/>
              <a:gd name="T4" fmla="*/ 52 w 245"/>
              <a:gd name="T5" fmla="*/ 99 h 164"/>
              <a:gd name="T6" fmla="*/ 100 w 245"/>
              <a:gd name="T7" fmla="*/ 62 h 164"/>
              <a:gd name="T8" fmla="*/ 55 w 245"/>
              <a:gd name="T9" fmla="*/ 94 h 164"/>
              <a:gd name="T10" fmla="*/ 8 w 245"/>
              <a:gd name="T11" fmla="*/ 47 h 164"/>
              <a:gd name="T12" fmla="*/ 55 w 245"/>
              <a:gd name="T13" fmla="*/ 0 h 164"/>
              <a:gd name="T14" fmla="*/ 155 w 245"/>
              <a:gd name="T15" fmla="*/ 16 h 164"/>
              <a:gd name="T16" fmla="*/ 223 w 245"/>
              <a:gd name="T17" fmla="*/ 14 h 164"/>
              <a:gd name="T18" fmla="*/ 223 w 245"/>
              <a:gd name="T19" fmla="*/ 80 h 164"/>
              <a:gd name="T20" fmla="*/ 163 w 245"/>
              <a:gd name="T21" fmla="*/ 85 h 164"/>
              <a:gd name="T22" fmla="*/ 164 w 245"/>
              <a:gd name="T23" fmla="*/ 88 h 164"/>
              <a:gd name="T24" fmla="*/ 219 w 245"/>
              <a:gd name="T25" fmla="*/ 90 h 164"/>
              <a:gd name="T26" fmla="*/ 245 w 245"/>
              <a:gd name="T27" fmla="*/ 133 h 164"/>
              <a:gd name="T28" fmla="*/ 245 w 245"/>
              <a:gd name="T29" fmla="*/ 136 h 164"/>
              <a:gd name="T30" fmla="*/ 216 w 245"/>
              <a:gd name="T31" fmla="*/ 164 h 164"/>
              <a:gd name="T32" fmla="*/ 197 w 245"/>
              <a:gd name="T33" fmla="*/ 158 h 164"/>
              <a:gd name="T34" fmla="*/ 184 w 245"/>
              <a:gd name="T35" fmla="*/ 141 h 164"/>
              <a:gd name="T36" fmla="*/ 94 w 245"/>
              <a:gd name="T37" fmla="*/ 78 h 164"/>
              <a:gd name="T38" fmla="*/ 56 w 245"/>
              <a:gd name="T39" fmla="*/ 150 h 164"/>
              <a:gd name="T40" fmla="*/ 29 w 245"/>
              <a:gd name="T41" fmla="*/ 164 h 164"/>
              <a:gd name="T42" fmla="*/ 9 w 245"/>
              <a:gd name="T43" fmla="*/ 156 h 164"/>
              <a:gd name="T44" fmla="*/ 26 w 245"/>
              <a:gd name="T45" fmla="*/ 55 h 164"/>
              <a:gd name="T46" fmla="*/ 50 w 245"/>
              <a:gd name="T47" fmla="*/ 47 h 164"/>
              <a:gd name="T48" fmla="*/ 26 w 245"/>
              <a:gd name="T49" fmla="*/ 39 h 164"/>
              <a:gd name="T50" fmla="*/ 47 w 245"/>
              <a:gd name="T51" fmla="*/ 34 h 164"/>
              <a:gd name="T52" fmla="*/ 63 w 245"/>
              <a:gd name="T53" fmla="*/ 34 h 164"/>
              <a:gd name="T54" fmla="*/ 47 w 245"/>
              <a:gd name="T55" fmla="*/ 18 h 164"/>
              <a:gd name="T56" fmla="*/ 47 w 245"/>
              <a:gd name="T57" fmla="*/ 76 h 164"/>
              <a:gd name="T58" fmla="*/ 63 w 245"/>
              <a:gd name="T59" fmla="*/ 60 h 164"/>
              <a:gd name="T60" fmla="*/ 47 w 245"/>
              <a:gd name="T61" fmla="*/ 60 h 164"/>
              <a:gd name="T62" fmla="*/ 60 w 245"/>
              <a:gd name="T63" fmla="*/ 47 h 164"/>
              <a:gd name="T64" fmla="*/ 84 w 245"/>
              <a:gd name="T65" fmla="*/ 55 h 164"/>
              <a:gd name="T66" fmla="*/ 68 w 245"/>
              <a:gd name="T67" fmla="*/ 39 h 164"/>
              <a:gd name="T68" fmla="*/ 102 w 245"/>
              <a:gd name="T69" fmla="*/ 47 h 164"/>
              <a:gd name="T70" fmla="*/ 117 w 245"/>
              <a:gd name="T71" fmla="*/ 49 h 164"/>
              <a:gd name="T72" fmla="*/ 120 w 245"/>
              <a:gd name="T73" fmla="*/ 47 h 164"/>
              <a:gd name="T74" fmla="*/ 117 w 245"/>
              <a:gd name="T75" fmla="*/ 44 h 164"/>
              <a:gd name="T76" fmla="*/ 102 w 245"/>
              <a:gd name="T77" fmla="*/ 47 h 164"/>
              <a:gd name="T78" fmla="*/ 143 w 245"/>
              <a:gd name="T79" fmla="*/ 47 h 164"/>
              <a:gd name="T80" fmla="*/ 128 w 245"/>
              <a:gd name="T81" fmla="*/ 44 h 164"/>
              <a:gd name="T82" fmla="*/ 125 w 245"/>
              <a:gd name="T83" fmla="*/ 47 h 164"/>
              <a:gd name="T84" fmla="*/ 128 w 245"/>
              <a:gd name="T85" fmla="*/ 49 h 164"/>
              <a:gd name="T86" fmla="*/ 173 w 245"/>
              <a:gd name="T87" fmla="*/ 56 h 164"/>
              <a:gd name="T88" fmla="*/ 182 w 245"/>
              <a:gd name="T89" fmla="*/ 47 h 164"/>
              <a:gd name="T90" fmla="*/ 173 w 245"/>
              <a:gd name="T91" fmla="*/ 38 h 164"/>
              <a:gd name="T92" fmla="*/ 164 w 245"/>
              <a:gd name="T93" fmla="*/ 47 h 164"/>
              <a:gd name="T94" fmla="*/ 173 w 245"/>
              <a:gd name="T95" fmla="*/ 56 h 164"/>
              <a:gd name="T96" fmla="*/ 184 w 245"/>
              <a:gd name="T97" fmla="*/ 36 h 164"/>
              <a:gd name="T98" fmla="*/ 197 w 245"/>
              <a:gd name="T99" fmla="*/ 36 h 164"/>
              <a:gd name="T100" fmla="*/ 197 w 245"/>
              <a:gd name="T101" fmla="*/ 23 h 164"/>
              <a:gd name="T102" fmla="*/ 184 w 245"/>
              <a:gd name="T103" fmla="*/ 23 h 164"/>
              <a:gd name="T104" fmla="*/ 182 w 245"/>
              <a:gd name="T105" fmla="*/ 64 h 164"/>
              <a:gd name="T106" fmla="*/ 190 w 245"/>
              <a:gd name="T107" fmla="*/ 73 h 164"/>
              <a:gd name="T108" fmla="*/ 199 w 245"/>
              <a:gd name="T109" fmla="*/ 64 h 164"/>
              <a:gd name="T110" fmla="*/ 190 w 245"/>
              <a:gd name="T111" fmla="*/ 56 h 164"/>
              <a:gd name="T112" fmla="*/ 182 w 245"/>
              <a:gd name="T113" fmla="*/ 64 h 164"/>
              <a:gd name="T114" fmla="*/ 199 w 245"/>
              <a:gd name="T115" fmla="*/ 47 h 164"/>
              <a:gd name="T116" fmla="*/ 208 w 245"/>
              <a:gd name="T117" fmla="*/ 56 h 164"/>
              <a:gd name="T118" fmla="*/ 216 w 245"/>
              <a:gd name="T119" fmla="*/ 47 h 164"/>
              <a:gd name="T120" fmla="*/ 207 w 245"/>
              <a:gd name="T121" fmla="*/ 38 h 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245" h="164">
                <a:moveTo>
                  <a:pt x="0" y="136"/>
                </a:moveTo>
                <a:cubicBezTo>
                  <a:pt x="0" y="136"/>
                  <a:pt x="0" y="135"/>
                  <a:pt x="0" y="135"/>
                </a:cubicBezTo>
                <a:cubicBezTo>
                  <a:pt x="1" y="134"/>
                  <a:pt x="1" y="134"/>
                  <a:pt x="1" y="133"/>
                </a:cubicBezTo>
                <a:cubicBezTo>
                  <a:pt x="8" y="71"/>
                  <a:pt x="8" y="71"/>
                  <a:pt x="8" y="71"/>
                </a:cubicBezTo>
                <a:cubicBezTo>
                  <a:pt x="13" y="79"/>
                  <a:pt x="19" y="85"/>
                  <a:pt x="26" y="91"/>
                </a:cubicBezTo>
                <a:cubicBezTo>
                  <a:pt x="34" y="96"/>
                  <a:pt x="43" y="99"/>
                  <a:pt x="52" y="99"/>
                </a:cubicBezTo>
                <a:cubicBezTo>
                  <a:pt x="63" y="99"/>
                  <a:pt x="73" y="95"/>
                  <a:pt x="82" y="88"/>
                </a:cubicBezTo>
                <a:cubicBezTo>
                  <a:pt x="91" y="81"/>
                  <a:pt x="97" y="73"/>
                  <a:pt x="100" y="62"/>
                </a:cubicBezTo>
                <a:cubicBezTo>
                  <a:pt x="96" y="71"/>
                  <a:pt x="91" y="79"/>
                  <a:pt x="82" y="85"/>
                </a:cubicBezTo>
                <a:cubicBezTo>
                  <a:pt x="75" y="91"/>
                  <a:pt x="65" y="94"/>
                  <a:pt x="55" y="94"/>
                </a:cubicBezTo>
                <a:cubicBezTo>
                  <a:pt x="42" y="94"/>
                  <a:pt x="31" y="89"/>
                  <a:pt x="22" y="80"/>
                </a:cubicBezTo>
                <a:cubicBezTo>
                  <a:pt x="13" y="71"/>
                  <a:pt x="8" y="60"/>
                  <a:pt x="8" y="47"/>
                </a:cubicBezTo>
                <a:cubicBezTo>
                  <a:pt x="8" y="34"/>
                  <a:pt x="13" y="23"/>
                  <a:pt x="22" y="14"/>
                </a:cubicBezTo>
                <a:cubicBezTo>
                  <a:pt x="31" y="5"/>
                  <a:pt x="42" y="0"/>
                  <a:pt x="55" y="0"/>
                </a:cubicBezTo>
                <a:cubicBezTo>
                  <a:pt x="69" y="0"/>
                  <a:pt x="81" y="5"/>
                  <a:pt x="90" y="16"/>
                </a:cubicBezTo>
                <a:cubicBezTo>
                  <a:pt x="155" y="16"/>
                  <a:pt x="155" y="16"/>
                  <a:pt x="155" y="16"/>
                </a:cubicBezTo>
                <a:cubicBezTo>
                  <a:pt x="165" y="5"/>
                  <a:pt x="177" y="0"/>
                  <a:pt x="190" y="0"/>
                </a:cubicBezTo>
                <a:cubicBezTo>
                  <a:pt x="203" y="0"/>
                  <a:pt x="214" y="5"/>
                  <a:pt x="223" y="14"/>
                </a:cubicBezTo>
                <a:cubicBezTo>
                  <a:pt x="232" y="23"/>
                  <a:pt x="237" y="34"/>
                  <a:pt x="237" y="47"/>
                </a:cubicBezTo>
                <a:cubicBezTo>
                  <a:pt x="237" y="60"/>
                  <a:pt x="232" y="71"/>
                  <a:pt x="223" y="80"/>
                </a:cubicBezTo>
                <a:cubicBezTo>
                  <a:pt x="214" y="89"/>
                  <a:pt x="203" y="94"/>
                  <a:pt x="190" y="94"/>
                </a:cubicBezTo>
                <a:cubicBezTo>
                  <a:pt x="180" y="94"/>
                  <a:pt x="171" y="91"/>
                  <a:pt x="163" y="85"/>
                </a:cubicBezTo>
                <a:cubicBezTo>
                  <a:pt x="155" y="79"/>
                  <a:pt x="150" y="72"/>
                  <a:pt x="146" y="63"/>
                </a:cubicBezTo>
                <a:cubicBezTo>
                  <a:pt x="149" y="73"/>
                  <a:pt x="155" y="81"/>
                  <a:pt x="164" y="88"/>
                </a:cubicBezTo>
                <a:cubicBezTo>
                  <a:pt x="173" y="94"/>
                  <a:pt x="183" y="98"/>
                  <a:pt x="194" y="98"/>
                </a:cubicBezTo>
                <a:cubicBezTo>
                  <a:pt x="203" y="98"/>
                  <a:pt x="211" y="95"/>
                  <a:pt x="219" y="90"/>
                </a:cubicBezTo>
                <a:cubicBezTo>
                  <a:pt x="227" y="84"/>
                  <a:pt x="233" y="77"/>
                  <a:pt x="237" y="69"/>
                </a:cubicBezTo>
                <a:cubicBezTo>
                  <a:pt x="245" y="133"/>
                  <a:pt x="245" y="133"/>
                  <a:pt x="245" y="133"/>
                </a:cubicBezTo>
                <a:cubicBezTo>
                  <a:pt x="245" y="134"/>
                  <a:pt x="245" y="134"/>
                  <a:pt x="245" y="135"/>
                </a:cubicBezTo>
                <a:cubicBezTo>
                  <a:pt x="245" y="135"/>
                  <a:pt x="245" y="136"/>
                  <a:pt x="245" y="136"/>
                </a:cubicBezTo>
                <a:cubicBezTo>
                  <a:pt x="245" y="144"/>
                  <a:pt x="242" y="151"/>
                  <a:pt x="237" y="156"/>
                </a:cubicBezTo>
                <a:cubicBezTo>
                  <a:pt x="231" y="161"/>
                  <a:pt x="224" y="164"/>
                  <a:pt x="216" y="164"/>
                </a:cubicBezTo>
                <a:cubicBezTo>
                  <a:pt x="213" y="164"/>
                  <a:pt x="209" y="164"/>
                  <a:pt x="206" y="162"/>
                </a:cubicBezTo>
                <a:cubicBezTo>
                  <a:pt x="203" y="161"/>
                  <a:pt x="200" y="160"/>
                  <a:pt x="197" y="158"/>
                </a:cubicBezTo>
                <a:cubicBezTo>
                  <a:pt x="195" y="156"/>
                  <a:pt x="192" y="153"/>
                  <a:pt x="190" y="151"/>
                </a:cubicBezTo>
                <a:cubicBezTo>
                  <a:pt x="187" y="148"/>
                  <a:pt x="185" y="145"/>
                  <a:pt x="184" y="141"/>
                </a:cubicBezTo>
                <a:cubicBezTo>
                  <a:pt x="152" y="78"/>
                  <a:pt x="152" y="78"/>
                  <a:pt x="152" y="78"/>
                </a:cubicBezTo>
                <a:cubicBezTo>
                  <a:pt x="94" y="78"/>
                  <a:pt x="94" y="78"/>
                  <a:pt x="94" y="78"/>
                </a:cubicBezTo>
                <a:cubicBezTo>
                  <a:pt x="62" y="141"/>
                  <a:pt x="62" y="141"/>
                  <a:pt x="62" y="141"/>
                </a:cubicBezTo>
                <a:cubicBezTo>
                  <a:pt x="60" y="144"/>
                  <a:pt x="58" y="147"/>
                  <a:pt x="56" y="150"/>
                </a:cubicBezTo>
                <a:cubicBezTo>
                  <a:pt x="54" y="152"/>
                  <a:pt x="51" y="155"/>
                  <a:pt x="48" y="157"/>
                </a:cubicBezTo>
                <a:cubicBezTo>
                  <a:pt x="41" y="162"/>
                  <a:pt x="35" y="164"/>
                  <a:pt x="29" y="164"/>
                </a:cubicBezTo>
                <a:cubicBezTo>
                  <a:pt x="29" y="164"/>
                  <a:pt x="29" y="164"/>
                  <a:pt x="29" y="164"/>
                </a:cubicBezTo>
                <a:cubicBezTo>
                  <a:pt x="21" y="164"/>
                  <a:pt x="14" y="161"/>
                  <a:pt x="9" y="156"/>
                </a:cubicBezTo>
                <a:cubicBezTo>
                  <a:pt x="3" y="151"/>
                  <a:pt x="0" y="144"/>
                  <a:pt x="0" y="136"/>
                </a:cubicBezTo>
                <a:close/>
                <a:moveTo>
                  <a:pt x="26" y="55"/>
                </a:moveTo>
                <a:cubicBezTo>
                  <a:pt x="42" y="55"/>
                  <a:pt x="42" y="55"/>
                  <a:pt x="42" y="55"/>
                </a:cubicBezTo>
                <a:cubicBezTo>
                  <a:pt x="50" y="47"/>
                  <a:pt x="50" y="47"/>
                  <a:pt x="50" y="47"/>
                </a:cubicBezTo>
                <a:cubicBezTo>
                  <a:pt x="42" y="39"/>
                  <a:pt x="42" y="39"/>
                  <a:pt x="42" y="39"/>
                </a:cubicBezTo>
                <a:cubicBezTo>
                  <a:pt x="26" y="39"/>
                  <a:pt x="26" y="39"/>
                  <a:pt x="26" y="39"/>
                </a:cubicBezTo>
                <a:lnTo>
                  <a:pt x="26" y="55"/>
                </a:lnTo>
                <a:close/>
                <a:moveTo>
                  <a:pt x="47" y="34"/>
                </a:moveTo>
                <a:cubicBezTo>
                  <a:pt x="55" y="42"/>
                  <a:pt x="55" y="42"/>
                  <a:pt x="55" y="42"/>
                </a:cubicBezTo>
                <a:cubicBezTo>
                  <a:pt x="63" y="34"/>
                  <a:pt x="63" y="34"/>
                  <a:pt x="63" y="34"/>
                </a:cubicBezTo>
                <a:cubicBezTo>
                  <a:pt x="63" y="18"/>
                  <a:pt x="63" y="18"/>
                  <a:pt x="63" y="18"/>
                </a:cubicBezTo>
                <a:cubicBezTo>
                  <a:pt x="47" y="18"/>
                  <a:pt x="47" y="18"/>
                  <a:pt x="47" y="18"/>
                </a:cubicBezTo>
                <a:lnTo>
                  <a:pt x="47" y="34"/>
                </a:lnTo>
                <a:close/>
                <a:moveTo>
                  <a:pt x="47" y="76"/>
                </a:moveTo>
                <a:cubicBezTo>
                  <a:pt x="63" y="76"/>
                  <a:pt x="63" y="76"/>
                  <a:pt x="63" y="76"/>
                </a:cubicBezTo>
                <a:cubicBezTo>
                  <a:pt x="63" y="60"/>
                  <a:pt x="63" y="60"/>
                  <a:pt x="63" y="60"/>
                </a:cubicBezTo>
                <a:cubicBezTo>
                  <a:pt x="55" y="52"/>
                  <a:pt x="55" y="52"/>
                  <a:pt x="55" y="52"/>
                </a:cubicBezTo>
                <a:cubicBezTo>
                  <a:pt x="47" y="60"/>
                  <a:pt x="47" y="60"/>
                  <a:pt x="47" y="60"/>
                </a:cubicBezTo>
                <a:lnTo>
                  <a:pt x="47" y="76"/>
                </a:lnTo>
                <a:close/>
                <a:moveTo>
                  <a:pt x="60" y="47"/>
                </a:moveTo>
                <a:cubicBezTo>
                  <a:pt x="68" y="55"/>
                  <a:pt x="68" y="55"/>
                  <a:pt x="68" y="55"/>
                </a:cubicBezTo>
                <a:cubicBezTo>
                  <a:pt x="84" y="55"/>
                  <a:pt x="84" y="55"/>
                  <a:pt x="84" y="55"/>
                </a:cubicBezTo>
                <a:cubicBezTo>
                  <a:pt x="84" y="39"/>
                  <a:pt x="84" y="39"/>
                  <a:pt x="84" y="39"/>
                </a:cubicBezTo>
                <a:cubicBezTo>
                  <a:pt x="68" y="39"/>
                  <a:pt x="68" y="39"/>
                  <a:pt x="68" y="39"/>
                </a:cubicBezTo>
                <a:lnTo>
                  <a:pt x="60" y="47"/>
                </a:lnTo>
                <a:close/>
                <a:moveTo>
                  <a:pt x="102" y="47"/>
                </a:moveTo>
                <a:cubicBezTo>
                  <a:pt x="102" y="49"/>
                  <a:pt x="103" y="49"/>
                  <a:pt x="104" y="49"/>
                </a:cubicBezTo>
                <a:cubicBezTo>
                  <a:pt x="117" y="49"/>
                  <a:pt x="117" y="49"/>
                  <a:pt x="117" y="49"/>
                </a:cubicBezTo>
                <a:cubicBezTo>
                  <a:pt x="118" y="49"/>
                  <a:pt x="119" y="49"/>
                  <a:pt x="119" y="49"/>
                </a:cubicBezTo>
                <a:cubicBezTo>
                  <a:pt x="120" y="48"/>
                  <a:pt x="120" y="47"/>
                  <a:pt x="120" y="47"/>
                </a:cubicBezTo>
                <a:cubicBezTo>
                  <a:pt x="120" y="46"/>
                  <a:pt x="120" y="46"/>
                  <a:pt x="119" y="45"/>
                </a:cubicBezTo>
                <a:cubicBezTo>
                  <a:pt x="119" y="45"/>
                  <a:pt x="118" y="44"/>
                  <a:pt x="117" y="44"/>
                </a:cubicBezTo>
                <a:cubicBezTo>
                  <a:pt x="104" y="44"/>
                  <a:pt x="104" y="44"/>
                  <a:pt x="104" y="44"/>
                </a:cubicBezTo>
                <a:cubicBezTo>
                  <a:pt x="103" y="44"/>
                  <a:pt x="102" y="45"/>
                  <a:pt x="102" y="47"/>
                </a:cubicBezTo>
                <a:close/>
                <a:moveTo>
                  <a:pt x="141" y="49"/>
                </a:moveTo>
                <a:cubicBezTo>
                  <a:pt x="143" y="49"/>
                  <a:pt x="143" y="49"/>
                  <a:pt x="143" y="47"/>
                </a:cubicBezTo>
                <a:cubicBezTo>
                  <a:pt x="143" y="45"/>
                  <a:pt x="143" y="44"/>
                  <a:pt x="141" y="44"/>
                </a:cubicBezTo>
                <a:cubicBezTo>
                  <a:pt x="128" y="44"/>
                  <a:pt x="128" y="44"/>
                  <a:pt x="128" y="44"/>
                </a:cubicBezTo>
                <a:cubicBezTo>
                  <a:pt x="127" y="44"/>
                  <a:pt x="126" y="45"/>
                  <a:pt x="126" y="45"/>
                </a:cubicBezTo>
                <a:cubicBezTo>
                  <a:pt x="125" y="46"/>
                  <a:pt x="125" y="46"/>
                  <a:pt x="125" y="47"/>
                </a:cubicBezTo>
                <a:cubicBezTo>
                  <a:pt x="125" y="47"/>
                  <a:pt x="125" y="48"/>
                  <a:pt x="126" y="49"/>
                </a:cubicBezTo>
                <a:cubicBezTo>
                  <a:pt x="126" y="49"/>
                  <a:pt x="127" y="49"/>
                  <a:pt x="128" y="49"/>
                </a:cubicBezTo>
                <a:lnTo>
                  <a:pt x="141" y="49"/>
                </a:lnTo>
                <a:close/>
                <a:moveTo>
                  <a:pt x="173" y="56"/>
                </a:moveTo>
                <a:cubicBezTo>
                  <a:pt x="175" y="56"/>
                  <a:pt x="177" y="55"/>
                  <a:pt x="179" y="53"/>
                </a:cubicBezTo>
                <a:cubicBezTo>
                  <a:pt x="181" y="51"/>
                  <a:pt x="182" y="49"/>
                  <a:pt x="182" y="47"/>
                </a:cubicBezTo>
                <a:cubicBezTo>
                  <a:pt x="182" y="44"/>
                  <a:pt x="181" y="42"/>
                  <a:pt x="179" y="41"/>
                </a:cubicBezTo>
                <a:cubicBezTo>
                  <a:pt x="177" y="39"/>
                  <a:pt x="175" y="38"/>
                  <a:pt x="173" y="38"/>
                </a:cubicBezTo>
                <a:cubicBezTo>
                  <a:pt x="171" y="38"/>
                  <a:pt x="169" y="39"/>
                  <a:pt x="167" y="41"/>
                </a:cubicBezTo>
                <a:cubicBezTo>
                  <a:pt x="165" y="42"/>
                  <a:pt x="164" y="44"/>
                  <a:pt x="164" y="47"/>
                </a:cubicBezTo>
                <a:cubicBezTo>
                  <a:pt x="164" y="49"/>
                  <a:pt x="165" y="51"/>
                  <a:pt x="167" y="53"/>
                </a:cubicBezTo>
                <a:cubicBezTo>
                  <a:pt x="169" y="55"/>
                  <a:pt x="171" y="56"/>
                  <a:pt x="173" y="56"/>
                </a:cubicBezTo>
                <a:close/>
                <a:moveTo>
                  <a:pt x="182" y="30"/>
                </a:moveTo>
                <a:cubicBezTo>
                  <a:pt x="182" y="32"/>
                  <a:pt x="182" y="34"/>
                  <a:pt x="184" y="36"/>
                </a:cubicBezTo>
                <a:cubicBezTo>
                  <a:pt x="186" y="37"/>
                  <a:pt x="188" y="38"/>
                  <a:pt x="190" y="38"/>
                </a:cubicBezTo>
                <a:cubicBezTo>
                  <a:pt x="193" y="38"/>
                  <a:pt x="195" y="37"/>
                  <a:pt x="197" y="36"/>
                </a:cubicBezTo>
                <a:cubicBezTo>
                  <a:pt x="198" y="34"/>
                  <a:pt x="199" y="32"/>
                  <a:pt x="199" y="30"/>
                </a:cubicBezTo>
                <a:cubicBezTo>
                  <a:pt x="199" y="27"/>
                  <a:pt x="198" y="25"/>
                  <a:pt x="197" y="23"/>
                </a:cubicBezTo>
                <a:cubicBezTo>
                  <a:pt x="195" y="22"/>
                  <a:pt x="193" y="21"/>
                  <a:pt x="190" y="21"/>
                </a:cubicBezTo>
                <a:cubicBezTo>
                  <a:pt x="188" y="21"/>
                  <a:pt x="186" y="22"/>
                  <a:pt x="184" y="23"/>
                </a:cubicBezTo>
                <a:cubicBezTo>
                  <a:pt x="182" y="25"/>
                  <a:pt x="182" y="27"/>
                  <a:pt x="182" y="30"/>
                </a:cubicBezTo>
                <a:close/>
                <a:moveTo>
                  <a:pt x="182" y="64"/>
                </a:moveTo>
                <a:cubicBezTo>
                  <a:pt x="182" y="66"/>
                  <a:pt x="182" y="68"/>
                  <a:pt x="184" y="70"/>
                </a:cubicBezTo>
                <a:cubicBezTo>
                  <a:pt x="186" y="72"/>
                  <a:pt x="188" y="73"/>
                  <a:pt x="190" y="73"/>
                </a:cubicBezTo>
                <a:cubicBezTo>
                  <a:pt x="193" y="73"/>
                  <a:pt x="195" y="72"/>
                  <a:pt x="197" y="70"/>
                </a:cubicBezTo>
                <a:cubicBezTo>
                  <a:pt x="198" y="68"/>
                  <a:pt x="199" y="66"/>
                  <a:pt x="199" y="64"/>
                </a:cubicBezTo>
                <a:cubicBezTo>
                  <a:pt x="199" y="62"/>
                  <a:pt x="198" y="60"/>
                  <a:pt x="197" y="58"/>
                </a:cubicBezTo>
                <a:cubicBezTo>
                  <a:pt x="195" y="56"/>
                  <a:pt x="193" y="56"/>
                  <a:pt x="190" y="56"/>
                </a:cubicBezTo>
                <a:cubicBezTo>
                  <a:pt x="188" y="56"/>
                  <a:pt x="186" y="56"/>
                  <a:pt x="184" y="58"/>
                </a:cubicBezTo>
                <a:cubicBezTo>
                  <a:pt x="182" y="60"/>
                  <a:pt x="182" y="62"/>
                  <a:pt x="182" y="64"/>
                </a:cubicBezTo>
                <a:close/>
                <a:moveTo>
                  <a:pt x="202" y="41"/>
                </a:moveTo>
                <a:cubicBezTo>
                  <a:pt x="200" y="42"/>
                  <a:pt x="199" y="44"/>
                  <a:pt x="199" y="47"/>
                </a:cubicBezTo>
                <a:cubicBezTo>
                  <a:pt x="199" y="49"/>
                  <a:pt x="200" y="51"/>
                  <a:pt x="202" y="53"/>
                </a:cubicBezTo>
                <a:cubicBezTo>
                  <a:pt x="203" y="55"/>
                  <a:pt x="205" y="56"/>
                  <a:pt x="208" y="56"/>
                </a:cubicBezTo>
                <a:cubicBezTo>
                  <a:pt x="210" y="56"/>
                  <a:pt x="212" y="55"/>
                  <a:pt x="214" y="53"/>
                </a:cubicBezTo>
                <a:cubicBezTo>
                  <a:pt x="215" y="51"/>
                  <a:pt x="216" y="49"/>
                  <a:pt x="216" y="47"/>
                </a:cubicBezTo>
                <a:cubicBezTo>
                  <a:pt x="216" y="45"/>
                  <a:pt x="215" y="42"/>
                  <a:pt x="214" y="41"/>
                </a:cubicBezTo>
                <a:cubicBezTo>
                  <a:pt x="212" y="39"/>
                  <a:pt x="210" y="38"/>
                  <a:pt x="207" y="38"/>
                </a:cubicBezTo>
                <a:cubicBezTo>
                  <a:pt x="205" y="38"/>
                  <a:pt x="203" y="39"/>
                  <a:pt x="202" y="4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2" name="Freeform 34"/>
          <p:cNvSpPr>
            <a:spLocks noEditPoints="1"/>
          </p:cNvSpPr>
          <p:nvPr/>
        </p:nvSpPr>
        <p:spPr bwMode="auto">
          <a:xfrm>
            <a:off x="3417240" y="2294157"/>
            <a:ext cx="319243" cy="223688"/>
          </a:xfrm>
          <a:custGeom>
            <a:avLst/>
            <a:gdLst>
              <a:gd name="T0" fmla="*/ 0 w 222"/>
              <a:gd name="T1" fmla="*/ 89 h 156"/>
              <a:gd name="T2" fmla="*/ 7 w 222"/>
              <a:gd name="T3" fmla="*/ 53 h 156"/>
              <a:gd name="T4" fmla="*/ 28 w 222"/>
              <a:gd name="T5" fmla="*/ 24 h 156"/>
              <a:gd name="T6" fmla="*/ 59 w 222"/>
              <a:gd name="T7" fmla="*/ 7 h 156"/>
              <a:gd name="T8" fmla="*/ 98 w 222"/>
              <a:gd name="T9" fmla="*/ 0 h 156"/>
              <a:gd name="T10" fmla="*/ 98 w 222"/>
              <a:gd name="T11" fmla="*/ 9 h 156"/>
              <a:gd name="T12" fmla="*/ 55 w 222"/>
              <a:gd name="T13" fmla="*/ 27 h 156"/>
              <a:gd name="T14" fmla="*/ 40 w 222"/>
              <a:gd name="T15" fmla="*/ 67 h 156"/>
              <a:gd name="T16" fmla="*/ 45 w 222"/>
              <a:gd name="T17" fmla="*/ 90 h 156"/>
              <a:gd name="T18" fmla="*/ 57 w 222"/>
              <a:gd name="T19" fmla="*/ 83 h 156"/>
              <a:gd name="T20" fmla="*/ 73 w 222"/>
              <a:gd name="T21" fmla="*/ 81 h 156"/>
              <a:gd name="T22" fmla="*/ 97 w 222"/>
              <a:gd name="T23" fmla="*/ 92 h 156"/>
              <a:gd name="T24" fmla="*/ 106 w 222"/>
              <a:gd name="T25" fmla="*/ 114 h 156"/>
              <a:gd name="T26" fmla="*/ 92 w 222"/>
              <a:gd name="T27" fmla="*/ 145 h 156"/>
              <a:gd name="T28" fmla="*/ 59 w 222"/>
              <a:gd name="T29" fmla="*/ 156 h 156"/>
              <a:gd name="T30" fmla="*/ 15 w 222"/>
              <a:gd name="T31" fmla="*/ 136 h 156"/>
              <a:gd name="T32" fmla="*/ 0 w 222"/>
              <a:gd name="T33" fmla="*/ 89 h 156"/>
              <a:gd name="T34" fmla="*/ 114 w 222"/>
              <a:gd name="T35" fmla="*/ 89 h 156"/>
              <a:gd name="T36" fmla="*/ 122 w 222"/>
              <a:gd name="T37" fmla="*/ 53 h 156"/>
              <a:gd name="T38" fmla="*/ 144 w 222"/>
              <a:gd name="T39" fmla="*/ 24 h 156"/>
              <a:gd name="T40" fmla="*/ 176 w 222"/>
              <a:gd name="T41" fmla="*/ 6 h 156"/>
              <a:gd name="T42" fmla="*/ 195 w 222"/>
              <a:gd name="T43" fmla="*/ 2 h 156"/>
              <a:gd name="T44" fmla="*/ 214 w 222"/>
              <a:gd name="T45" fmla="*/ 0 h 156"/>
              <a:gd name="T46" fmla="*/ 214 w 222"/>
              <a:gd name="T47" fmla="*/ 9 h 156"/>
              <a:gd name="T48" fmla="*/ 171 w 222"/>
              <a:gd name="T49" fmla="*/ 27 h 156"/>
              <a:gd name="T50" fmla="*/ 160 w 222"/>
              <a:gd name="T51" fmla="*/ 43 h 156"/>
              <a:gd name="T52" fmla="*/ 156 w 222"/>
              <a:gd name="T53" fmla="*/ 67 h 156"/>
              <a:gd name="T54" fmla="*/ 161 w 222"/>
              <a:gd name="T55" fmla="*/ 90 h 156"/>
              <a:gd name="T56" fmla="*/ 189 w 222"/>
              <a:gd name="T57" fmla="*/ 81 h 156"/>
              <a:gd name="T58" fmla="*/ 214 w 222"/>
              <a:gd name="T59" fmla="*/ 92 h 156"/>
              <a:gd name="T60" fmla="*/ 222 w 222"/>
              <a:gd name="T61" fmla="*/ 114 h 156"/>
              <a:gd name="T62" fmla="*/ 208 w 222"/>
              <a:gd name="T63" fmla="*/ 145 h 156"/>
              <a:gd name="T64" fmla="*/ 175 w 222"/>
              <a:gd name="T65" fmla="*/ 156 h 156"/>
              <a:gd name="T66" fmla="*/ 131 w 222"/>
              <a:gd name="T67" fmla="*/ 136 h 156"/>
              <a:gd name="T68" fmla="*/ 114 w 222"/>
              <a:gd name="T69" fmla="*/ 89 h 1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222" h="156">
                <a:moveTo>
                  <a:pt x="0" y="89"/>
                </a:moveTo>
                <a:cubicBezTo>
                  <a:pt x="0" y="76"/>
                  <a:pt x="2" y="64"/>
                  <a:pt x="7" y="53"/>
                </a:cubicBezTo>
                <a:cubicBezTo>
                  <a:pt x="11" y="42"/>
                  <a:pt x="18" y="33"/>
                  <a:pt x="28" y="24"/>
                </a:cubicBezTo>
                <a:cubicBezTo>
                  <a:pt x="37" y="17"/>
                  <a:pt x="47" y="11"/>
                  <a:pt x="59" y="7"/>
                </a:cubicBezTo>
                <a:cubicBezTo>
                  <a:pt x="71" y="2"/>
                  <a:pt x="84" y="0"/>
                  <a:pt x="98" y="0"/>
                </a:cubicBezTo>
                <a:cubicBezTo>
                  <a:pt x="98" y="9"/>
                  <a:pt x="98" y="9"/>
                  <a:pt x="98" y="9"/>
                </a:cubicBezTo>
                <a:cubicBezTo>
                  <a:pt x="79" y="12"/>
                  <a:pt x="64" y="19"/>
                  <a:pt x="55" y="27"/>
                </a:cubicBezTo>
                <a:cubicBezTo>
                  <a:pt x="45" y="36"/>
                  <a:pt x="40" y="49"/>
                  <a:pt x="40" y="67"/>
                </a:cubicBezTo>
                <a:cubicBezTo>
                  <a:pt x="40" y="77"/>
                  <a:pt x="41" y="84"/>
                  <a:pt x="45" y="90"/>
                </a:cubicBezTo>
                <a:cubicBezTo>
                  <a:pt x="49" y="87"/>
                  <a:pt x="53" y="85"/>
                  <a:pt x="57" y="83"/>
                </a:cubicBezTo>
                <a:cubicBezTo>
                  <a:pt x="61" y="81"/>
                  <a:pt x="67" y="81"/>
                  <a:pt x="73" y="81"/>
                </a:cubicBezTo>
                <a:cubicBezTo>
                  <a:pt x="83" y="81"/>
                  <a:pt x="92" y="84"/>
                  <a:pt x="97" y="92"/>
                </a:cubicBezTo>
                <a:cubicBezTo>
                  <a:pt x="103" y="99"/>
                  <a:pt x="106" y="106"/>
                  <a:pt x="106" y="114"/>
                </a:cubicBezTo>
                <a:cubicBezTo>
                  <a:pt x="106" y="128"/>
                  <a:pt x="101" y="138"/>
                  <a:pt x="92" y="145"/>
                </a:cubicBezTo>
                <a:cubicBezTo>
                  <a:pt x="82" y="152"/>
                  <a:pt x="71" y="156"/>
                  <a:pt x="59" y="156"/>
                </a:cubicBezTo>
                <a:cubicBezTo>
                  <a:pt x="40" y="156"/>
                  <a:pt x="26" y="149"/>
                  <a:pt x="15" y="136"/>
                </a:cubicBezTo>
                <a:cubicBezTo>
                  <a:pt x="5" y="123"/>
                  <a:pt x="0" y="108"/>
                  <a:pt x="0" y="89"/>
                </a:cubicBezTo>
                <a:close/>
                <a:moveTo>
                  <a:pt x="114" y="89"/>
                </a:moveTo>
                <a:cubicBezTo>
                  <a:pt x="114" y="76"/>
                  <a:pt x="117" y="63"/>
                  <a:pt x="122" y="53"/>
                </a:cubicBezTo>
                <a:cubicBezTo>
                  <a:pt x="128" y="41"/>
                  <a:pt x="135" y="32"/>
                  <a:pt x="144" y="24"/>
                </a:cubicBezTo>
                <a:cubicBezTo>
                  <a:pt x="153" y="17"/>
                  <a:pt x="164" y="11"/>
                  <a:pt x="176" y="6"/>
                </a:cubicBezTo>
                <a:cubicBezTo>
                  <a:pt x="182" y="4"/>
                  <a:pt x="188" y="3"/>
                  <a:pt x="195" y="2"/>
                </a:cubicBezTo>
                <a:cubicBezTo>
                  <a:pt x="201" y="1"/>
                  <a:pt x="207" y="0"/>
                  <a:pt x="214" y="0"/>
                </a:cubicBezTo>
                <a:cubicBezTo>
                  <a:pt x="214" y="9"/>
                  <a:pt x="214" y="9"/>
                  <a:pt x="214" y="9"/>
                </a:cubicBezTo>
                <a:cubicBezTo>
                  <a:pt x="195" y="12"/>
                  <a:pt x="180" y="19"/>
                  <a:pt x="171" y="27"/>
                </a:cubicBezTo>
                <a:cubicBezTo>
                  <a:pt x="166" y="31"/>
                  <a:pt x="162" y="37"/>
                  <a:pt x="160" y="43"/>
                </a:cubicBezTo>
                <a:cubicBezTo>
                  <a:pt x="157" y="50"/>
                  <a:pt x="156" y="58"/>
                  <a:pt x="156" y="67"/>
                </a:cubicBezTo>
                <a:cubicBezTo>
                  <a:pt x="156" y="78"/>
                  <a:pt x="158" y="85"/>
                  <a:pt x="161" y="90"/>
                </a:cubicBezTo>
                <a:cubicBezTo>
                  <a:pt x="169" y="84"/>
                  <a:pt x="178" y="81"/>
                  <a:pt x="189" y="81"/>
                </a:cubicBezTo>
                <a:cubicBezTo>
                  <a:pt x="199" y="81"/>
                  <a:pt x="208" y="84"/>
                  <a:pt x="214" y="92"/>
                </a:cubicBezTo>
                <a:cubicBezTo>
                  <a:pt x="219" y="99"/>
                  <a:pt x="222" y="106"/>
                  <a:pt x="222" y="114"/>
                </a:cubicBezTo>
                <a:cubicBezTo>
                  <a:pt x="222" y="128"/>
                  <a:pt x="217" y="138"/>
                  <a:pt x="208" y="145"/>
                </a:cubicBezTo>
                <a:cubicBezTo>
                  <a:pt x="198" y="152"/>
                  <a:pt x="187" y="156"/>
                  <a:pt x="175" y="156"/>
                </a:cubicBezTo>
                <a:cubicBezTo>
                  <a:pt x="156" y="156"/>
                  <a:pt x="141" y="149"/>
                  <a:pt x="131" y="136"/>
                </a:cubicBezTo>
                <a:cubicBezTo>
                  <a:pt x="120" y="123"/>
                  <a:pt x="114" y="108"/>
                  <a:pt x="114" y="8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3" name="Freeform 35"/>
          <p:cNvSpPr>
            <a:spLocks noEditPoints="1"/>
          </p:cNvSpPr>
          <p:nvPr/>
        </p:nvSpPr>
        <p:spPr bwMode="auto">
          <a:xfrm>
            <a:off x="4014464" y="2294157"/>
            <a:ext cx="319243" cy="223688"/>
          </a:xfrm>
          <a:custGeom>
            <a:avLst/>
            <a:gdLst>
              <a:gd name="T0" fmla="*/ 0 w 222"/>
              <a:gd name="T1" fmla="*/ 42 h 156"/>
              <a:gd name="T2" fmla="*/ 14 w 222"/>
              <a:gd name="T3" fmla="*/ 11 h 156"/>
              <a:gd name="T4" fmla="*/ 47 w 222"/>
              <a:gd name="T5" fmla="*/ 0 h 156"/>
              <a:gd name="T6" fmla="*/ 72 w 222"/>
              <a:gd name="T7" fmla="*/ 5 h 156"/>
              <a:gd name="T8" fmla="*/ 91 w 222"/>
              <a:gd name="T9" fmla="*/ 20 h 156"/>
              <a:gd name="T10" fmla="*/ 103 w 222"/>
              <a:gd name="T11" fmla="*/ 41 h 156"/>
              <a:gd name="T12" fmla="*/ 108 w 222"/>
              <a:gd name="T13" fmla="*/ 67 h 156"/>
              <a:gd name="T14" fmla="*/ 78 w 222"/>
              <a:gd name="T15" fmla="*/ 132 h 156"/>
              <a:gd name="T16" fmla="*/ 47 w 222"/>
              <a:gd name="T17" fmla="*/ 149 h 156"/>
              <a:gd name="T18" fmla="*/ 8 w 222"/>
              <a:gd name="T19" fmla="*/ 156 h 156"/>
              <a:gd name="T20" fmla="*/ 8 w 222"/>
              <a:gd name="T21" fmla="*/ 147 h 156"/>
              <a:gd name="T22" fmla="*/ 51 w 222"/>
              <a:gd name="T23" fmla="*/ 129 h 156"/>
              <a:gd name="T24" fmla="*/ 66 w 222"/>
              <a:gd name="T25" fmla="*/ 90 h 156"/>
              <a:gd name="T26" fmla="*/ 61 w 222"/>
              <a:gd name="T27" fmla="*/ 66 h 156"/>
              <a:gd name="T28" fmla="*/ 48 w 222"/>
              <a:gd name="T29" fmla="*/ 73 h 156"/>
              <a:gd name="T30" fmla="*/ 33 w 222"/>
              <a:gd name="T31" fmla="*/ 76 h 156"/>
              <a:gd name="T32" fmla="*/ 8 w 222"/>
              <a:gd name="T33" fmla="*/ 64 h 156"/>
              <a:gd name="T34" fmla="*/ 0 w 222"/>
              <a:gd name="T35" fmla="*/ 42 h 156"/>
              <a:gd name="T36" fmla="*/ 116 w 222"/>
              <a:gd name="T37" fmla="*/ 42 h 156"/>
              <a:gd name="T38" fmla="*/ 130 w 222"/>
              <a:gd name="T39" fmla="*/ 11 h 156"/>
              <a:gd name="T40" fmla="*/ 163 w 222"/>
              <a:gd name="T41" fmla="*/ 0 h 156"/>
              <a:gd name="T42" fmla="*/ 206 w 222"/>
              <a:gd name="T43" fmla="*/ 20 h 156"/>
              <a:gd name="T44" fmla="*/ 222 w 222"/>
              <a:gd name="T45" fmla="*/ 67 h 156"/>
              <a:gd name="T46" fmla="*/ 194 w 222"/>
              <a:gd name="T47" fmla="*/ 132 h 156"/>
              <a:gd name="T48" fmla="*/ 180 w 222"/>
              <a:gd name="T49" fmla="*/ 142 h 156"/>
              <a:gd name="T50" fmla="*/ 163 w 222"/>
              <a:gd name="T51" fmla="*/ 149 h 156"/>
              <a:gd name="T52" fmla="*/ 144 w 222"/>
              <a:gd name="T53" fmla="*/ 154 h 156"/>
              <a:gd name="T54" fmla="*/ 124 w 222"/>
              <a:gd name="T55" fmla="*/ 156 h 156"/>
              <a:gd name="T56" fmla="*/ 124 w 222"/>
              <a:gd name="T57" fmla="*/ 147 h 156"/>
              <a:gd name="T58" fmla="*/ 167 w 222"/>
              <a:gd name="T59" fmla="*/ 129 h 156"/>
              <a:gd name="T60" fmla="*/ 182 w 222"/>
              <a:gd name="T61" fmla="*/ 90 h 156"/>
              <a:gd name="T62" fmla="*/ 177 w 222"/>
              <a:gd name="T63" fmla="*/ 66 h 156"/>
              <a:gd name="T64" fmla="*/ 149 w 222"/>
              <a:gd name="T65" fmla="*/ 76 h 156"/>
              <a:gd name="T66" fmla="*/ 124 w 222"/>
              <a:gd name="T67" fmla="*/ 64 h 156"/>
              <a:gd name="T68" fmla="*/ 116 w 222"/>
              <a:gd name="T69" fmla="*/ 42 h 1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222" h="156">
                <a:moveTo>
                  <a:pt x="0" y="42"/>
                </a:moveTo>
                <a:cubicBezTo>
                  <a:pt x="0" y="28"/>
                  <a:pt x="4" y="18"/>
                  <a:pt x="14" y="11"/>
                </a:cubicBezTo>
                <a:cubicBezTo>
                  <a:pt x="23" y="4"/>
                  <a:pt x="34" y="0"/>
                  <a:pt x="47" y="0"/>
                </a:cubicBezTo>
                <a:cubicBezTo>
                  <a:pt x="56" y="0"/>
                  <a:pt x="64" y="2"/>
                  <a:pt x="72" y="5"/>
                </a:cubicBezTo>
                <a:cubicBezTo>
                  <a:pt x="79" y="8"/>
                  <a:pt x="86" y="13"/>
                  <a:pt x="91" y="20"/>
                </a:cubicBezTo>
                <a:cubicBezTo>
                  <a:pt x="97" y="26"/>
                  <a:pt x="101" y="34"/>
                  <a:pt x="103" y="41"/>
                </a:cubicBezTo>
                <a:cubicBezTo>
                  <a:pt x="106" y="49"/>
                  <a:pt x="108" y="58"/>
                  <a:pt x="108" y="67"/>
                </a:cubicBezTo>
                <a:cubicBezTo>
                  <a:pt x="108" y="92"/>
                  <a:pt x="98" y="114"/>
                  <a:pt x="78" y="132"/>
                </a:cubicBezTo>
                <a:cubicBezTo>
                  <a:pt x="69" y="139"/>
                  <a:pt x="59" y="145"/>
                  <a:pt x="47" y="149"/>
                </a:cubicBezTo>
                <a:cubicBezTo>
                  <a:pt x="35" y="154"/>
                  <a:pt x="22" y="156"/>
                  <a:pt x="8" y="156"/>
                </a:cubicBezTo>
                <a:cubicBezTo>
                  <a:pt x="8" y="147"/>
                  <a:pt x="8" y="147"/>
                  <a:pt x="8" y="147"/>
                </a:cubicBezTo>
                <a:cubicBezTo>
                  <a:pt x="27" y="144"/>
                  <a:pt x="41" y="137"/>
                  <a:pt x="51" y="129"/>
                </a:cubicBezTo>
                <a:cubicBezTo>
                  <a:pt x="61" y="121"/>
                  <a:pt x="66" y="107"/>
                  <a:pt x="66" y="90"/>
                </a:cubicBezTo>
                <a:cubicBezTo>
                  <a:pt x="66" y="79"/>
                  <a:pt x="64" y="71"/>
                  <a:pt x="61" y="66"/>
                </a:cubicBezTo>
                <a:cubicBezTo>
                  <a:pt x="56" y="69"/>
                  <a:pt x="52" y="72"/>
                  <a:pt x="48" y="73"/>
                </a:cubicBezTo>
                <a:cubicBezTo>
                  <a:pt x="44" y="75"/>
                  <a:pt x="39" y="76"/>
                  <a:pt x="33" y="76"/>
                </a:cubicBezTo>
                <a:cubicBezTo>
                  <a:pt x="22" y="76"/>
                  <a:pt x="14" y="72"/>
                  <a:pt x="8" y="64"/>
                </a:cubicBezTo>
                <a:cubicBezTo>
                  <a:pt x="2" y="57"/>
                  <a:pt x="0" y="50"/>
                  <a:pt x="0" y="42"/>
                </a:cubicBezTo>
                <a:close/>
                <a:moveTo>
                  <a:pt x="116" y="42"/>
                </a:moveTo>
                <a:cubicBezTo>
                  <a:pt x="116" y="28"/>
                  <a:pt x="121" y="18"/>
                  <a:pt x="130" y="11"/>
                </a:cubicBezTo>
                <a:cubicBezTo>
                  <a:pt x="140" y="4"/>
                  <a:pt x="151" y="0"/>
                  <a:pt x="163" y="0"/>
                </a:cubicBezTo>
                <a:cubicBezTo>
                  <a:pt x="182" y="0"/>
                  <a:pt x="196" y="7"/>
                  <a:pt x="206" y="20"/>
                </a:cubicBezTo>
                <a:cubicBezTo>
                  <a:pt x="217" y="33"/>
                  <a:pt x="222" y="49"/>
                  <a:pt x="222" y="67"/>
                </a:cubicBezTo>
                <a:cubicBezTo>
                  <a:pt x="222" y="93"/>
                  <a:pt x="213" y="115"/>
                  <a:pt x="194" y="132"/>
                </a:cubicBezTo>
                <a:cubicBezTo>
                  <a:pt x="190" y="135"/>
                  <a:pt x="185" y="139"/>
                  <a:pt x="180" y="142"/>
                </a:cubicBezTo>
                <a:cubicBezTo>
                  <a:pt x="175" y="145"/>
                  <a:pt x="169" y="147"/>
                  <a:pt x="163" y="149"/>
                </a:cubicBezTo>
                <a:cubicBezTo>
                  <a:pt x="157" y="151"/>
                  <a:pt x="151" y="153"/>
                  <a:pt x="144" y="154"/>
                </a:cubicBezTo>
                <a:cubicBezTo>
                  <a:pt x="138" y="155"/>
                  <a:pt x="131" y="156"/>
                  <a:pt x="124" y="156"/>
                </a:cubicBezTo>
                <a:cubicBezTo>
                  <a:pt x="124" y="147"/>
                  <a:pt x="124" y="147"/>
                  <a:pt x="124" y="147"/>
                </a:cubicBezTo>
                <a:cubicBezTo>
                  <a:pt x="143" y="144"/>
                  <a:pt x="157" y="137"/>
                  <a:pt x="167" y="129"/>
                </a:cubicBezTo>
                <a:cubicBezTo>
                  <a:pt x="177" y="120"/>
                  <a:pt x="182" y="107"/>
                  <a:pt x="182" y="90"/>
                </a:cubicBezTo>
                <a:cubicBezTo>
                  <a:pt x="182" y="79"/>
                  <a:pt x="180" y="71"/>
                  <a:pt x="177" y="66"/>
                </a:cubicBezTo>
                <a:cubicBezTo>
                  <a:pt x="169" y="72"/>
                  <a:pt x="160" y="76"/>
                  <a:pt x="149" y="76"/>
                </a:cubicBezTo>
                <a:cubicBezTo>
                  <a:pt x="138" y="76"/>
                  <a:pt x="130" y="72"/>
                  <a:pt x="124" y="64"/>
                </a:cubicBezTo>
                <a:cubicBezTo>
                  <a:pt x="119" y="57"/>
                  <a:pt x="116" y="50"/>
                  <a:pt x="116" y="42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4" name="Freeform 36"/>
          <p:cNvSpPr>
            <a:spLocks noEditPoints="1"/>
          </p:cNvSpPr>
          <p:nvPr/>
        </p:nvSpPr>
        <p:spPr bwMode="auto">
          <a:xfrm>
            <a:off x="4529160" y="2302844"/>
            <a:ext cx="323587" cy="208485"/>
          </a:xfrm>
          <a:custGeom>
            <a:avLst/>
            <a:gdLst>
              <a:gd name="T0" fmla="*/ 0 w 149"/>
              <a:gd name="T1" fmla="*/ 49 h 96"/>
              <a:gd name="T2" fmla="*/ 0 w 149"/>
              <a:gd name="T3" fmla="*/ 46 h 96"/>
              <a:gd name="T4" fmla="*/ 51 w 149"/>
              <a:gd name="T5" fmla="*/ 19 h 96"/>
              <a:gd name="T6" fmla="*/ 51 w 149"/>
              <a:gd name="T7" fmla="*/ 31 h 96"/>
              <a:gd name="T8" fmla="*/ 20 w 149"/>
              <a:gd name="T9" fmla="*/ 48 h 96"/>
              <a:gd name="T10" fmla="*/ 51 w 149"/>
              <a:gd name="T11" fmla="*/ 64 h 96"/>
              <a:gd name="T12" fmla="*/ 51 w 149"/>
              <a:gd name="T13" fmla="*/ 77 h 96"/>
              <a:gd name="T14" fmla="*/ 0 w 149"/>
              <a:gd name="T15" fmla="*/ 49 h 96"/>
              <a:gd name="T16" fmla="*/ 47 w 149"/>
              <a:gd name="T17" fmla="*/ 96 h 96"/>
              <a:gd name="T18" fmla="*/ 90 w 149"/>
              <a:gd name="T19" fmla="*/ 0 h 96"/>
              <a:gd name="T20" fmla="*/ 103 w 149"/>
              <a:gd name="T21" fmla="*/ 0 h 96"/>
              <a:gd name="T22" fmla="*/ 61 w 149"/>
              <a:gd name="T23" fmla="*/ 96 h 96"/>
              <a:gd name="T24" fmla="*/ 47 w 149"/>
              <a:gd name="T25" fmla="*/ 96 h 96"/>
              <a:gd name="T26" fmla="*/ 99 w 149"/>
              <a:gd name="T27" fmla="*/ 77 h 96"/>
              <a:gd name="T28" fmla="*/ 99 w 149"/>
              <a:gd name="T29" fmla="*/ 64 h 96"/>
              <a:gd name="T30" fmla="*/ 129 w 149"/>
              <a:gd name="T31" fmla="*/ 48 h 96"/>
              <a:gd name="T32" fmla="*/ 99 w 149"/>
              <a:gd name="T33" fmla="*/ 31 h 96"/>
              <a:gd name="T34" fmla="*/ 99 w 149"/>
              <a:gd name="T35" fmla="*/ 19 h 96"/>
              <a:gd name="T36" fmla="*/ 149 w 149"/>
              <a:gd name="T37" fmla="*/ 46 h 96"/>
              <a:gd name="T38" fmla="*/ 149 w 149"/>
              <a:gd name="T39" fmla="*/ 49 h 96"/>
              <a:gd name="T40" fmla="*/ 99 w 149"/>
              <a:gd name="T41" fmla="*/ 77 h 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149" h="96">
                <a:moveTo>
                  <a:pt x="0" y="49"/>
                </a:moveTo>
                <a:lnTo>
                  <a:pt x="0" y="46"/>
                </a:lnTo>
                <a:lnTo>
                  <a:pt x="51" y="19"/>
                </a:lnTo>
                <a:lnTo>
                  <a:pt x="51" y="31"/>
                </a:lnTo>
                <a:lnTo>
                  <a:pt x="20" y="48"/>
                </a:lnTo>
                <a:lnTo>
                  <a:pt x="51" y="64"/>
                </a:lnTo>
                <a:lnTo>
                  <a:pt x="51" y="77"/>
                </a:lnTo>
                <a:lnTo>
                  <a:pt x="0" y="49"/>
                </a:lnTo>
                <a:close/>
                <a:moveTo>
                  <a:pt x="47" y="96"/>
                </a:moveTo>
                <a:lnTo>
                  <a:pt x="90" y="0"/>
                </a:lnTo>
                <a:lnTo>
                  <a:pt x="103" y="0"/>
                </a:lnTo>
                <a:lnTo>
                  <a:pt x="61" y="96"/>
                </a:lnTo>
                <a:lnTo>
                  <a:pt x="47" y="96"/>
                </a:lnTo>
                <a:close/>
                <a:moveTo>
                  <a:pt x="99" y="77"/>
                </a:moveTo>
                <a:lnTo>
                  <a:pt x="99" y="64"/>
                </a:lnTo>
                <a:lnTo>
                  <a:pt x="129" y="48"/>
                </a:lnTo>
                <a:lnTo>
                  <a:pt x="99" y="31"/>
                </a:lnTo>
                <a:lnTo>
                  <a:pt x="99" y="19"/>
                </a:lnTo>
                <a:lnTo>
                  <a:pt x="149" y="46"/>
                </a:lnTo>
                <a:lnTo>
                  <a:pt x="149" y="49"/>
                </a:lnTo>
                <a:lnTo>
                  <a:pt x="99" y="77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5" name="Freeform 37"/>
          <p:cNvSpPr>
            <a:spLocks noEditPoints="1"/>
          </p:cNvSpPr>
          <p:nvPr/>
        </p:nvSpPr>
        <p:spPr bwMode="auto">
          <a:xfrm>
            <a:off x="5091636" y="2287644"/>
            <a:ext cx="236717" cy="238889"/>
          </a:xfrm>
          <a:custGeom>
            <a:avLst/>
            <a:gdLst>
              <a:gd name="T0" fmla="*/ 0 w 109"/>
              <a:gd name="T1" fmla="*/ 110 h 110"/>
              <a:gd name="T2" fmla="*/ 0 w 109"/>
              <a:gd name="T3" fmla="*/ 0 h 110"/>
              <a:gd name="T4" fmla="*/ 41 w 109"/>
              <a:gd name="T5" fmla="*/ 0 h 110"/>
              <a:gd name="T6" fmla="*/ 41 w 109"/>
              <a:gd name="T7" fmla="*/ 110 h 110"/>
              <a:gd name="T8" fmla="*/ 0 w 109"/>
              <a:gd name="T9" fmla="*/ 110 h 110"/>
              <a:gd name="T10" fmla="*/ 68 w 109"/>
              <a:gd name="T11" fmla="*/ 110 h 110"/>
              <a:gd name="T12" fmla="*/ 68 w 109"/>
              <a:gd name="T13" fmla="*/ 0 h 110"/>
              <a:gd name="T14" fmla="*/ 109 w 109"/>
              <a:gd name="T15" fmla="*/ 0 h 110"/>
              <a:gd name="T16" fmla="*/ 109 w 109"/>
              <a:gd name="T17" fmla="*/ 110 h 110"/>
              <a:gd name="T18" fmla="*/ 68 w 109"/>
              <a:gd name="T19" fmla="*/ 110 h 1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09" h="110">
                <a:moveTo>
                  <a:pt x="0" y="110"/>
                </a:moveTo>
                <a:lnTo>
                  <a:pt x="0" y="0"/>
                </a:lnTo>
                <a:lnTo>
                  <a:pt x="41" y="0"/>
                </a:lnTo>
                <a:lnTo>
                  <a:pt x="41" y="110"/>
                </a:lnTo>
                <a:lnTo>
                  <a:pt x="0" y="110"/>
                </a:lnTo>
                <a:close/>
                <a:moveTo>
                  <a:pt x="68" y="110"/>
                </a:moveTo>
                <a:lnTo>
                  <a:pt x="68" y="0"/>
                </a:lnTo>
                <a:lnTo>
                  <a:pt x="109" y="0"/>
                </a:lnTo>
                <a:lnTo>
                  <a:pt x="109" y="110"/>
                </a:lnTo>
                <a:lnTo>
                  <a:pt x="68" y="11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6" name="Rectangle 38"/>
          <p:cNvSpPr>
            <a:spLocks noChangeArrowheads="1"/>
          </p:cNvSpPr>
          <p:nvPr/>
        </p:nvSpPr>
        <p:spPr bwMode="auto">
          <a:xfrm>
            <a:off x="5608505" y="2287644"/>
            <a:ext cx="238889" cy="238889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7" name="Freeform 39"/>
          <p:cNvSpPr>
            <a:spLocks noEditPoints="1"/>
          </p:cNvSpPr>
          <p:nvPr/>
        </p:nvSpPr>
        <p:spPr bwMode="auto">
          <a:xfrm>
            <a:off x="6097141" y="2287644"/>
            <a:ext cx="297527" cy="238889"/>
          </a:xfrm>
          <a:custGeom>
            <a:avLst/>
            <a:gdLst>
              <a:gd name="T0" fmla="*/ 0 w 137"/>
              <a:gd name="T1" fmla="*/ 110 h 110"/>
              <a:gd name="T2" fmla="*/ 0 w 137"/>
              <a:gd name="T3" fmla="*/ 0 h 110"/>
              <a:gd name="T4" fmla="*/ 95 w 137"/>
              <a:gd name="T5" fmla="*/ 55 h 110"/>
              <a:gd name="T6" fmla="*/ 0 w 137"/>
              <a:gd name="T7" fmla="*/ 110 h 110"/>
              <a:gd name="T8" fmla="*/ 109 w 137"/>
              <a:gd name="T9" fmla="*/ 110 h 110"/>
              <a:gd name="T10" fmla="*/ 109 w 137"/>
              <a:gd name="T11" fmla="*/ 0 h 110"/>
              <a:gd name="T12" fmla="*/ 137 w 137"/>
              <a:gd name="T13" fmla="*/ 0 h 110"/>
              <a:gd name="T14" fmla="*/ 137 w 137"/>
              <a:gd name="T15" fmla="*/ 110 h 110"/>
              <a:gd name="T16" fmla="*/ 109 w 137"/>
              <a:gd name="T17" fmla="*/ 110 h 1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37" h="110">
                <a:moveTo>
                  <a:pt x="0" y="110"/>
                </a:moveTo>
                <a:lnTo>
                  <a:pt x="0" y="0"/>
                </a:lnTo>
                <a:lnTo>
                  <a:pt x="95" y="55"/>
                </a:lnTo>
                <a:lnTo>
                  <a:pt x="0" y="110"/>
                </a:lnTo>
                <a:close/>
                <a:moveTo>
                  <a:pt x="109" y="110"/>
                </a:moveTo>
                <a:lnTo>
                  <a:pt x="109" y="0"/>
                </a:lnTo>
                <a:lnTo>
                  <a:pt x="137" y="0"/>
                </a:lnTo>
                <a:lnTo>
                  <a:pt x="137" y="110"/>
                </a:lnTo>
                <a:lnTo>
                  <a:pt x="109" y="11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8" name="Freeform 40"/>
          <p:cNvSpPr>
            <a:spLocks noEditPoints="1"/>
          </p:cNvSpPr>
          <p:nvPr/>
        </p:nvSpPr>
        <p:spPr bwMode="auto">
          <a:xfrm>
            <a:off x="6533657" y="2287644"/>
            <a:ext cx="297527" cy="238889"/>
          </a:xfrm>
          <a:custGeom>
            <a:avLst/>
            <a:gdLst>
              <a:gd name="T0" fmla="*/ 0 w 137"/>
              <a:gd name="T1" fmla="*/ 110 h 110"/>
              <a:gd name="T2" fmla="*/ 0 w 137"/>
              <a:gd name="T3" fmla="*/ 0 h 110"/>
              <a:gd name="T4" fmla="*/ 28 w 137"/>
              <a:gd name="T5" fmla="*/ 0 h 110"/>
              <a:gd name="T6" fmla="*/ 28 w 137"/>
              <a:gd name="T7" fmla="*/ 110 h 110"/>
              <a:gd name="T8" fmla="*/ 0 w 137"/>
              <a:gd name="T9" fmla="*/ 110 h 110"/>
              <a:gd name="T10" fmla="*/ 43 w 137"/>
              <a:gd name="T11" fmla="*/ 55 h 110"/>
              <a:gd name="T12" fmla="*/ 137 w 137"/>
              <a:gd name="T13" fmla="*/ 0 h 110"/>
              <a:gd name="T14" fmla="*/ 137 w 137"/>
              <a:gd name="T15" fmla="*/ 110 h 110"/>
              <a:gd name="T16" fmla="*/ 43 w 137"/>
              <a:gd name="T17" fmla="*/ 55 h 1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37" h="110">
                <a:moveTo>
                  <a:pt x="0" y="110"/>
                </a:moveTo>
                <a:lnTo>
                  <a:pt x="0" y="0"/>
                </a:lnTo>
                <a:lnTo>
                  <a:pt x="28" y="0"/>
                </a:lnTo>
                <a:lnTo>
                  <a:pt x="28" y="110"/>
                </a:lnTo>
                <a:lnTo>
                  <a:pt x="0" y="110"/>
                </a:lnTo>
                <a:close/>
                <a:moveTo>
                  <a:pt x="43" y="55"/>
                </a:moveTo>
                <a:lnTo>
                  <a:pt x="137" y="0"/>
                </a:lnTo>
                <a:lnTo>
                  <a:pt x="137" y="110"/>
                </a:lnTo>
                <a:lnTo>
                  <a:pt x="43" y="55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9" name="Freeform 41"/>
          <p:cNvSpPr>
            <a:spLocks noEditPoints="1"/>
          </p:cNvSpPr>
          <p:nvPr/>
        </p:nvSpPr>
        <p:spPr bwMode="auto">
          <a:xfrm>
            <a:off x="6972345" y="2315874"/>
            <a:ext cx="310556" cy="180253"/>
          </a:xfrm>
          <a:custGeom>
            <a:avLst/>
            <a:gdLst>
              <a:gd name="T0" fmla="*/ 0 w 143"/>
              <a:gd name="T1" fmla="*/ 83 h 83"/>
              <a:gd name="T2" fmla="*/ 0 w 143"/>
              <a:gd name="T3" fmla="*/ 0 h 83"/>
              <a:gd name="T4" fmla="*/ 71 w 143"/>
              <a:gd name="T5" fmla="*/ 42 h 83"/>
              <a:gd name="T6" fmla="*/ 0 w 143"/>
              <a:gd name="T7" fmla="*/ 83 h 83"/>
              <a:gd name="T8" fmla="*/ 71 w 143"/>
              <a:gd name="T9" fmla="*/ 83 h 83"/>
              <a:gd name="T10" fmla="*/ 71 w 143"/>
              <a:gd name="T11" fmla="*/ 0 h 83"/>
              <a:gd name="T12" fmla="*/ 143 w 143"/>
              <a:gd name="T13" fmla="*/ 42 h 83"/>
              <a:gd name="T14" fmla="*/ 71 w 143"/>
              <a:gd name="T15" fmla="*/ 83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43" h="83">
                <a:moveTo>
                  <a:pt x="0" y="83"/>
                </a:moveTo>
                <a:lnTo>
                  <a:pt x="0" y="0"/>
                </a:lnTo>
                <a:lnTo>
                  <a:pt x="71" y="42"/>
                </a:lnTo>
                <a:lnTo>
                  <a:pt x="0" y="83"/>
                </a:lnTo>
                <a:close/>
                <a:moveTo>
                  <a:pt x="71" y="83"/>
                </a:moveTo>
                <a:lnTo>
                  <a:pt x="71" y="0"/>
                </a:lnTo>
                <a:lnTo>
                  <a:pt x="143" y="42"/>
                </a:lnTo>
                <a:lnTo>
                  <a:pt x="71" y="83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40" name="Freeform 42"/>
          <p:cNvSpPr>
            <a:spLocks noEditPoints="1"/>
          </p:cNvSpPr>
          <p:nvPr/>
        </p:nvSpPr>
        <p:spPr bwMode="auto">
          <a:xfrm>
            <a:off x="7398001" y="2315874"/>
            <a:ext cx="310556" cy="180253"/>
          </a:xfrm>
          <a:custGeom>
            <a:avLst/>
            <a:gdLst>
              <a:gd name="T0" fmla="*/ 0 w 143"/>
              <a:gd name="T1" fmla="*/ 42 h 83"/>
              <a:gd name="T2" fmla="*/ 72 w 143"/>
              <a:gd name="T3" fmla="*/ 0 h 83"/>
              <a:gd name="T4" fmla="*/ 72 w 143"/>
              <a:gd name="T5" fmla="*/ 83 h 83"/>
              <a:gd name="T6" fmla="*/ 0 w 143"/>
              <a:gd name="T7" fmla="*/ 42 h 83"/>
              <a:gd name="T8" fmla="*/ 72 w 143"/>
              <a:gd name="T9" fmla="*/ 42 h 83"/>
              <a:gd name="T10" fmla="*/ 143 w 143"/>
              <a:gd name="T11" fmla="*/ 0 h 83"/>
              <a:gd name="T12" fmla="*/ 143 w 143"/>
              <a:gd name="T13" fmla="*/ 83 h 83"/>
              <a:gd name="T14" fmla="*/ 72 w 143"/>
              <a:gd name="T15" fmla="*/ 42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43" h="83">
                <a:moveTo>
                  <a:pt x="0" y="42"/>
                </a:moveTo>
                <a:lnTo>
                  <a:pt x="72" y="0"/>
                </a:lnTo>
                <a:lnTo>
                  <a:pt x="72" y="83"/>
                </a:lnTo>
                <a:lnTo>
                  <a:pt x="0" y="42"/>
                </a:lnTo>
                <a:close/>
                <a:moveTo>
                  <a:pt x="72" y="42"/>
                </a:moveTo>
                <a:lnTo>
                  <a:pt x="143" y="0"/>
                </a:lnTo>
                <a:lnTo>
                  <a:pt x="143" y="83"/>
                </a:lnTo>
                <a:lnTo>
                  <a:pt x="72" y="42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41" name="Freeform 43"/>
          <p:cNvSpPr>
            <a:spLocks noEditPoints="1"/>
          </p:cNvSpPr>
          <p:nvPr/>
        </p:nvSpPr>
        <p:spPr bwMode="auto">
          <a:xfrm>
            <a:off x="7847546" y="2278957"/>
            <a:ext cx="297527" cy="256263"/>
          </a:xfrm>
          <a:custGeom>
            <a:avLst/>
            <a:gdLst>
              <a:gd name="T0" fmla="*/ 0 w 208"/>
              <a:gd name="T1" fmla="*/ 110 h 178"/>
              <a:gd name="T2" fmla="*/ 0 w 208"/>
              <a:gd name="T3" fmla="*/ 74 h 178"/>
              <a:gd name="T4" fmla="*/ 14 w 208"/>
              <a:gd name="T5" fmla="*/ 40 h 178"/>
              <a:gd name="T6" fmla="*/ 47 w 208"/>
              <a:gd name="T7" fmla="*/ 27 h 178"/>
              <a:gd name="T8" fmla="*/ 115 w 208"/>
              <a:gd name="T9" fmla="*/ 27 h 178"/>
              <a:gd name="T10" fmla="*/ 115 w 208"/>
              <a:gd name="T11" fmla="*/ 0 h 178"/>
              <a:gd name="T12" fmla="*/ 186 w 208"/>
              <a:gd name="T13" fmla="*/ 42 h 178"/>
              <a:gd name="T14" fmla="*/ 115 w 208"/>
              <a:gd name="T15" fmla="*/ 84 h 178"/>
              <a:gd name="T16" fmla="*/ 115 w 208"/>
              <a:gd name="T17" fmla="*/ 58 h 178"/>
              <a:gd name="T18" fmla="*/ 47 w 208"/>
              <a:gd name="T19" fmla="*/ 58 h 178"/>
              <a:gd name="T20" fmla="*/ 36 w 208"/>
              <a:gd name="T21" fmla="*/ 62 h 178"/>
              <a:gd name="T22" fmla="*/ 31 w 208"/>
              <a:gd name="T23" fmla="*/ 74 h 178"/>
              <a:gd name="T24" fmla="*/ 31 w 208"/>
              <a:gd name="T25" fmla="*/ 92 h 178"/>
              <a:gd name="T26" fmla="*/ 0 w 208"/>
              <a:gd name="T27" fmla="*/ 110 h 178"/>
              <a:gd name="T28" fmla="*/ 22 w 208"/>
              <a:gd name="T29" fmla="*/ 136 h 178"/>
              <a:gd name="T30" fmla="*/ 94 w 208"/>
              <a:gd name="T31" fmla="*/ 94 h 178"/>
              <a:gd name="T32" fmla="*/ 94 w 208"/>
              <a:gd name="T33" fmla="*/ 120 h 178"/>
              <a:gd name="T34" fmla="*/ 161 w 208"/>
              <a:gd name="T35" fmla="*/ 120 h 178"/>
              <a:gd name="T36" fmla="*/ 173 w 208"/>
              <a:gd name="T37" fmla="*/ 116 h 178"/>
              <a:gd name="T38" fmla="*/ 177 w 208"/>
              <a:gd name="T39" fmla="*/ 105 h 178"/>
              <a:gd name="T40" fmla="*/ 177 w 208"/>
              <a:gd name="T41" fmla="*/ 87 h 178"/>
              <a:gd name="T42" fmla="*/ 208 w 208"/>
              <a:gd name="T43" fmla="*/ 68 h 178"/>
              <a:gd name="T44" fmla="*/ 208 w 208"/>
              <a:gd name="T45" fmla="*/ 105 h 178"/>
              <a:gd name="T46" fmla="*/ 195 w 208"/>
              <a:gd name="T47" fmla="*/ 138 h 178"/>
              <a:gd name="T48" fmla="*/ 161 w 208"/>
              <a:gd name="T49" fmla="*/ 151 h 178"/>
              <a:gd name="T50" fmla="*/ 94 w 208"/>
              <a:gd name="T51" fmla="*/ 151 h 178"/>
              <a:gd name="T52" fmla="*/ 94 w 208"/>
              <a:gd name="T53" fmla="*/ 178 h 178"/>
              <a:gd name="T54" fmla="*/ 22 w 208"/>
              <a:gd name="T55" fmla="*/ 136 h 1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208" h="178">
                <a:moveTo>
                  <a:pt x="0" y="110"/>
                </a:moveTo>
                <a:cubicBezTo>
                  <a:pt x="0" y="74"/>
                  <a:pt x="0" y="74"/>
                  <a:pt x="0" y="74"/>
                </a:cubicBezTo>
                <a:cubicBezTo>
                  <a:pt x="0" y="61"/>
                  <a:pt x="5" y="49"/>
                  <a:pt x="14" y="40"/>
                </a:cubicBezTo>
                <a:cubicBezTo>
                  <a:pt x="23" y="31"/>
                  <a:pt x="34" y="27"/>
                  <a:pt x="47" y="27"/>
                </a:cubicBezTo>
                <a:cubicBezTo>
                  <a:pt x="115" y="27"/>
                  <a:pt x="115" y="27"/>
                  <a:pt x="115" y="27"/>
                </a:cubicBezTo>
                <a:cubicBezTo>
                  <a:pt x="115" y="0"/>
                  <a:pt x="115" y="0"/>
                  <a:pt x="115" y="0"/>
                </a:cubicBezTo>
                <a:cubicBezTo>
                  <a:pt x="186" y="42"/>
                  <a:pt x="186" y="42"/>
                  <a:pt x="186" y="42"/>
                </a:cubicBezTo>
                <a:cubicBezTo>
                  <a:pt x="115" y="84"/>
                  <a:pt x="115" y="84"/>
                  <a:pt x="115" y="84"/>
                </a:cubicBezTo>
                <a:cubicBezTo>
                  <a:pt x="115" y="58"/>
                  <a:pt x="115" y="58"/>
                  <a:pt x="115" y="58"/>
                </a:cubicBezTo>
                <a:cubicBezTo>
                  <a:pt x="47" y="58"/>
                  <a:pt x="47" y="58"/>
                  <a:pt x="47" y="58"/>
                </a:cubicBezTo>
                <a:cubicBezTo>
                  <a:pt x="43" y="58"/>
                  <a:pt x="39" y="59"/>
                  <a:pt x="36" y="62"/>
                </a:cubicBezTo>
                <a:cubicBezTo>
                  <a:pt x="33" y="65"/>
                  <a:pt x="31" y="69"/>
                  <a:pt x="31" y="74"/>
                </a:cubicBezTo>
                <a:cubicBezTo>
                  <a:pt x="31" y="92"/>
                  <a:pt x="31" y="92"/>
                  <a:pt x="31" y="92"/>
                </a:cubicBezTo>
                <a:lnTo>
                  <a:pt x="0" y="110"/>
                </a:lnTo>
                <a:close/>
                <a:moveTo>
                  <a:pt x="22" y="136"/>
                </a:moveTo>
                <a:cubicBezTo>
                  <a:pt x="94" y="94"/>
                  <a:pt x="94" y="94"/>
                  <a:pt x="94" y="94"/>
                </a:cubicBezTo>
                <a:cubicBezTo>
                  <a:pt x="94" y="120"/>
                  <a:pt x="94" y="120"/>
                  <a:pt x="94" y="120"/>
                </a:cubicBezTo>
                <a:cubicBezTo>
                  <a:pt x="161" y="120"/>
                  <a:pt x="161" y="120"/>
                  <a:pt x="161" y="120"/>
                </a:cubicBezTo>
                <a:cubicBezTo>
                  <a:pt x="166" y="120"/>
                  <a:pt x="170" y="119"/>
                  <a:pt x="173" y="116"/>
                </a:cubicBezTo>
                <a:cubicBezTo>
                  <a:pt x="176" y="113"/>
                  <a:pt x="177" y="109"/>
                  <a:pt x="177" y="105"/>
                </a:cubicBezTo>
                <a:cubicBezTo>
                  <a:pt x="177" y="87"/>
                  <a:pt x="177" y="87"/>
                  <a:pt x="177" y="87"/>
                </a:cubicBezTo>
                <a:cubicBezTo>
                  <a:pt x="208" y="68"/>
                  <a:pt x="208" y="68"/>
                  <a:pt x="208" y="68"/>
                </a:cubicBezTo>
                <a:cubicBezTo>
                  <a:pt x="208" y="105"/>
                  <a:pt x="208" y="105"/>
                  <a:pt x="208" y="105"/>
                </a:cubicBezTo>
                <a:cubicBezTo>
                  <a:pt x="208" y="118"/>
                  <a:pt x="204" y="129"/>
                  <a:pt x="195" y="138"/>
                </a:cubicBezTo>
                <a:cubicBezTo>
                  <a:pt x="186" y="147"/>
                  <a:pt x="174" y="151"/>
                  <a:pt x="161" y="151"/>
                </a:cubicBezTo>
                <a:cubicBezTo>
                  <a:pt x="94" y="151"/>
                  <a:pt x="94" y="151"/>
                  <a:pt x="94" y="151"/>
                </a:cubicBezTo>
                <a:cubicBezTo>
                  <a:pt x="94" y="178"/>
                  <a:pt x="94" y="178"/>
                  <a:pt x="94" y="178"/>
                </a:cubicBezTo>
                <a:lnTo>
                  <a:pt x="22" y="136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42" name="Freeform 44"/>
          <p:cNvSpPr>
            <a:spLocks/>
          </p:cNvSpPr>
          <p:nvPr/>
        </p:nvSpPr>
        <p:spPr bwMode="auto">
          <a:xfrm>
            <a:off x="8286233" y="2257240"/>
            <a:ext cx="297527" cy="299697"/>
          </a:xfrm>
          <a:custGeom>
            <a:avLst/>
            <a:gdLst>
              <a:gd name="T0" fmla="*/ 0 w 207"/>
              <a:gd name="T1" fmla="*/ 192 h 208"/>
              <a:gd name="T2" fmla="*/ 4 w 207"/>
              <a:gd name="T3" fmla="*/ 181 h 208"/>
              <a:gd name="T4" fmla="*/ 119 w 207"/>
              <a:gd name="T5" fmla="*/ 67 h 208"/>
              <a:gd name="T6" fmla="*/ 114 w 207"/>
              <a:gd name="T7" fmla="*/ 47 h 208"/>
              <a:gd name="T8" fmla="*/ 118 w 207"/>
              <a:gd name="T9" fmla="*/ 28 h 208"/>
              <a:gd name="T10" fmla="*/ 129 w 207"/>
              <a:gd name="T11" fmla="*/ 13 h 208"/>
              <a:gd name="T12" fmla="*/ 143 w 207"/>
              <a:gd name="T13" fmla="*/ 3 h 208"/>
              <a:gd name="T14" fmla="*/ 161 w 207"/>
              <a:gd name="T15" fmla="*/ 0 h 208"/>
              <a:gd name="T16" fmla="*/ 181 w 207"/>
              <a:gd name="T17" fmla="*/ 5 h 208"/>
              <a:gd name="T18" fmla="*/ 196 w 207"/>
              <a:gd name="T19" fmla="*/ 16 h 208"/>
              <a:gd name="T20" fmla="*/ 144 w 207"/>
              <a:gd name="T21" fmla="*/ 30 h 208"/>
              <a:gd name="T22" fmla="*/ 138 w 207"/>
              <a:gd name="T23" fmla="*/ 53 h 208"/>
              <a:gd name="T24" fmla="*/ 155 w 207"/>
              <a:gd name="T25" fmla="*/ 70 h 208"/>
              <a:gd name="T26" fmla="*/ 207 w 207"/>
              <a:gd name="T27" fmla="*/ 56 h 208"/>
              <a:gd name="T28" fmla="*/ 206 w 207"/>
              <a:gd name="T29" fmla="*/ 59 h 208"/>
              <a:gd name="T30" fmla="*/ 200 w 207"/>
              <a:gd name="T31" fmla="*/ 73 h 208"/>
              <a:gd name="T32" fmla="*/ 189 w 207"/>
              <a:gd name="T33" fmla="*/ 84 h 208"/>
              <a:gd name="T34" fmla="*/ 176 w 207"/>
              <a:gd name="T35" fmla="*/ 91 h 208"/>
              <a:gd name="T36" fmla="*/ 161 w 207"/>
              <a:gd name="T37" fmla="*/ 94 h 208"/>
              <a:gd name="T38" fmla="*/ 141 w 207"/>
              <a:gd name="T39" fmla="*/ 89 h 208"/>
              <a:gd name="T40" fmla="*/ 27 w 207"/>
              <a:gd name="T41" fmla="*/ 203 h 208"/>
              <a:gd name="T42" fmla="*/ 15 w 207"/>
              <a:gd name="T43" fmla="*/ 208 h 208"/>
              <a:gd name="T44" fmla="*/ 4 w 207"/>
              <a:gd name="T45" fmla="*/ 203 h 208"/>
              <a:gd name="T46" fmla="*/ 0 w 207"/>
              <a:gd name="T47" fmla="*/ 192 h 2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207" h="208">
                <a:moveTo>
                  <a:pt x="0" y="192"/>
                </a:moveTo>
                <a:cubicBezTo>
                  <a:pt x="0" y="188"/>
                  <a:pt x="1" y="184"/>
                  <a:pt x="4" y="181"/>
                </a:cubicBezTo>
                <a:cubicBezTo>
                  <a:pt x="119" y="67"/>
                  <a:pt x="119" y="67"/>
                  <a:pt x="119" y="67"/>
                </a:cubicBezTo>
                <a:cubicBezTo>
                  <a:pt x="116" y="61"/>
                  <a:pt x="114" y="54"/>
                  <a:pt x="114" y="47"/>
                </a:cubicBezTo>
                <a:cubicBezTo>
                  <a:pt x="114" y="40"/>
                  <a:pt x="115" y="33"/>
                  <a:pt x="118" y="28"/>
                </a:cubicBezTo>
                <a:cubicBezTo>
                  <a:pt x="121" y="22"/>
                  <a:pt x="124" y="17"/>
                  <a:pt x="129" y="13"/>
                </a:cubicBezTo>
                <a:cubicBezTo>
                  <a:pt x="133" y="9"/>
                  <a:pt x="138" y="6"/>
                  <a:pt x="143" y="3"/>
                </a:cubicBezTo>
                <a:cubicBezTo>
                  <a:pt x="149" y="1"/>
                  <a:pt x="155" y="0"/>
                  <a:pt x="161" y="0"/>
                </a:cubicBezTo>
                <a:cubicBezTo>
                  <a:pt x="169" y="0"/>
                  <a:pt x="175" y="1"/>
                  <a:pt x="181" y="5"/>
                </a:cubicBezTo>
                <a:cubicBezTo>
                  <a:pt x="187" y="8"/>
                  <a:pt x="192" y="11"/>
                  <a:pt x="196" y="16"/>
                </a:cubicBezTo>
                <a:cubicBezTo>
                  <a:pt x="144" y="30"/>
                  <a:pt x="144" y="30"/>
                  <a:pt x="144" y="30"/>
                </a:cubicBezTo>
                <a:cubicBezTo>
                  <a:pt x="138" y="53"/>
                  <a:pt x="138" y="53"/>
                  <a:pt x="138" y="53"/>
                </a:cubicBezTo>
                <a:cubicBezTo>
                  <a:pt x="155" y="70"/>
                  <a:pt x="155" y="70"/>
                  <a:pt x="155" y="70"/>
                </a:cubicBezTo>
                <a:cubicBezTo>
                  <a:pt x="207" y="56"/>
                  <a:pt x="207" y="56"/>
                  <a:pt x="207" y="56"/>
                </a:cubicBezTo>
                <a:cubicBezTo>
                  <a:pt x="206" y="59"/>
                  <a:pt x="206" y="59"/>
                  <a:pt x="206" y="59"/>
                </a:cubicBezTo>
                <a:cubicBezTo>
                  <a:pt x="205" y="64"/>
                  <a:pt x="203" y="69"/>
                  <a:pt x="200" y="73"/>
                </a:cubicBezTo>
                <a:cubicBezTo>
                  <a:pt x="197" y="77"/>
                  <a:pt x="193" y="81"/>
                  <a:pt x="189" y="84"/>
                </a:cubicBezTo>
                <a:cubicBezTo>
                  <a:pt x="185" y="87"/>
                  <a:pt x="181" y="89"/>
                  <a:pt x="176" y="91"/>
                </a:cubicBezTo>
                <a:cubicBezTo>
                  <a:pt x="171" y="93"/>
                  <a:pt x="166" y="94"/>
                  <a:pt x="161" y="94"/>
                </a:cubicBezTo>
                <a:cubicBezTo>
                  <a:pt x="153" y="94"/>
                  <a:pt x="147" y="92"/>
                  <a:pt x="141" y="89"/>
                </a:cubicBezTo>
                <a:cubicBezTo>
                  <a:pt x="27" y="203"/>
                  <a:pt x="27" y="203"/>
                  <a:pt x="27" y="203"/>
                </a:cubicBezTo>
                <a:cubicBezTo>
                  <a:pt x="23" y="206"/>
                  <a:pt x="20" y="208"/>
                  <a:pt x="15" y="208"/>
                </a:cubicBezTo>
                <a:cubicBezTo>
                  <a:pt x="11" y="208"/>
                  <a:pt x="7" y="206"/>
                  <a:pt x="4" y="203"/>
                </a:cubicBezTo>
                <a:cubicBezTo>
                  <a:pt x="1" y="200"/>
                  <a:pt x="0" y="196"/>
                  <a:pt x="0" y="192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43" name="Freeform 45"/>
          <p:cNvSpPr>
            <a:spLocks noEditPoints="1"/>
          </p:cNvSpPr>
          <p:nvPr/>
        </p:nvSpPr>
        <p:spPr bwMode="auto">
          <a:xfrm>
            <a:off x="8720576" y="2244208"/>
            <a:ext cx="306213" cy="325757"/>
          </a:xfrm>
          <a:custGeom>
            <a:avLst/>
            <a:gdLst>
              <a:gd name="T0" fmla="*/ 26 w 214"/>
              <a:gd name="T1" fmla="*/ 133 h 228"/>
              <a:gd name="T2" fmla="*/ 26 w 214"/>
              <a:gd name="T3" fmla="*/ 95 h 228"/>
              <a:gd name="T4" fmla="*/ 0 w 214"/>
              <a:gd name="T5" fmla="*/ 74 h 228"/>
              <a:gd name="T6" fmla="*/ 19 w 214"/>
              <a:gd name="T7" fmla="*/ 41 h 228"/>
              <a:gd name="T8" fmla="*/ 50 w 214"/>
              <a:gd name="T9" fmla="*/ 53 h 228"/>
              <a:gd name="T10" fmla="*/ 83 w 214"/>
              <a:gd name="T11" fmla="*/ 34 h 228"/>
              <a:gd name="T12" fmla="*/ 88 w 214"/>
              <a:gd name="T13" fmla="*/ 1 h 228"/>
              <a:gd name="T14" fmla="*/ 107 w 214"/>
              <a:gd name="T15" fmla="*/ 0 h 228"/>
              <a:gd name="T16" fmla="*/ 126 w 214"/>
              <a:gd name="T17" fmla="*/ 1 h 228"/>
              <a:gd name="T18" fmla="*/ 131 w 214"/>
              <a:gd name="T19" fmla="*/ 34 h 228"/>
              <a:gd name="T20" fmla="*/ 164 w 214"/>
              <a:gd name="T21" fmla="*/ 53 h 228"/>
              <a:gd name="T22" fmla="*/ 195 w 214"/>
              <a:gd name="T23" fmla="*/ 41 h 228"/>
              <a:gd name="T24" fmla="*/ 214 w 214"/>
              <a:gd name="T25" fmla="*/ 74 h 228"/>
              <a:gd name="T26" fmla="*/ 188 w 214"/>
              <a:gd name="T27" fmla="*/ 95 h 228"/>
              <a:gd name="T28" fmla="*/ 188 w 214"/>
              <a:gd name="T29" fmla="*/ 133 h 228"/>
              <a:gd name="T30" fmla="*/ 214 w 214"/>
              <a:gd name="T31" fmla="*/ 154 h 228"/>
              <a:gd name="T32" fmla="*/ 195 w 214"/>
              <a:gd name="T33" fmla="*/ 187 h 228"/>
              <a:gd name="T34" fmla="*/ 164 w 214"/>
              <a:gd name="T35" fmla="*/ 175 h 228"/>
              <a:gd name="T36" fmla="*/ 131 w 214"/>
              <a:gd name="T37" fmla="*/ 194 h 228"/>
              <a:gd name="T38" fmla="*/ 126 w 214"/>
              <a:gd name="T39" fmla="*/ 227 h 228"/>
              <a:gd name="T40" fmla="*/ 107 w 214"/>
              <a:gd name="T41" fmla="*/ 228 h 228"/>
              <a:gd name="T42" fmla="*/ 88 w 214"/>
              <a:gd name="T43" fmla="*/ 227 h 228"/>
              <a:gd name="T44" fmla="*/ 83 w 214"/>
              <a:gd name="T45" fmla="*/ 194 h 228"/>
              <a:gd name="T46" fmla="*/ 50 w 214"/>
              <a:gd name="T47" fmla="*/ 175 h 228"/>
              <a:gd name="T48" fmla="*/ 19 w 214"/>
              <a:gd name="T49" fmla="*/ 187 h 228"/>
              <a:gd name="T50" fmla="*/ 0 w 214"/>
              <a:gd name="T51" fmla="*/ 154 h 228"/>
              <a:gd name="T52" fmla="*/ 26 w 214"/>
              <a:gd name="T53" fmla="*/ 133 h 228"/>
              <a:gd name="T54" fmla="*/ 77 w 214"/>
              <a:gd name="T55" fmla="*/ 85 h 228"/>
              <a:gd name="T56" fmla="*/ 65 w 214"/>
              <a:gd name="T57" fmla="*/ 114 h 228"/>
              <a:gd name="T58" fmla="*/ 77 w 214"/>
              <a:gd name="T59" fmla="*/ 143 h 228"/>
              <a:gd name="T60" fmla="*/ 107 w 214"/>
              <a:gd name="T61" fmla="*/ 156 h 228"/>
              <a:gd name="T62" fmla="*/ 136 w 214"/>
              <a:gd name="T63" fmla="*/ 143 h 228"/>
              <a:gd name="T64" fmla="*/ 149 w 214"/>
              <a:gd name="T65" fmla="*/ 114 h 228"/>
              <a:gd name="T66" fmla="*/ 136 w 214"/>
              <a:gd name="T67" fmla="*/ 85 h 228"/>
              <a:gd name="T68" fmla="*/ 107 w 214"/>
              <a:gd name="T69" fmla="*/ 72 h 228"/>
              <a:gd name="T70" fmla="*/ 77 w 214"/>
              <a:gd name="T71" fmla="*/ 85 h 2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214" h="228">
                <a:moveTo>
                  <a:pt x="26" y="133"/>
                </a:moveTo>
                <a:cubicBezTo>
                  <a:pt x="23" y="120"/>
                  <a:pt x="23" y="108"/>
                  <a:pt x="26" y="95"/>
                </a:cubicBezTo>
                <a:cubicBezTo>
                  <a:pt x="0" y="74"/>
                  <a:pt x="0" y="74"/>
                  <a:pt x="0" y="74"/>
                </a:cubicBezTo>
                <a:cubicBezTo>
                  <a:pt x="4" y="62"/>
                  <a:pt x="11" y="51"/>
                  <a:pt x="19" y="41"/>
                </a:cubicBezTo>
                <a:cubicBezTo>
                  <a:pt x="50" y="53"/>
                  <a:pt x="50" y="53"/>
                  <a:pt x="50" y="53"/>
                </a:cubicBezTo>
                <a:cubicBezTo>
                  <a:pt x="59" y="45"/>
                  <a:pt x="70" y="38"/>
                  <a:pt x="83" y="34"/>
                </a:cubicBezTo>
                <a:cubicBezTo>
                  <a:pt x="88" y="1"/>
                  <a:pt x="88" y="1"/>
                  <a:pt x="88" y="1"/>
                </a:cubicBezTo>
                <a:cubicBezTo>
                  <a:pt x="94" y="0"/>
                  <a:pt x="101" y="0"/>
                  <a:pt x="107" y="0"/>
                </a:cubicBezTo>
                <a:cubicBezTo>
                  <a:pt x="113" y="0"/>
                  <a:pt x="119" y="0"/>
                  <a:pt x="126" y="1"/>
                </a:cubicBezTo>
                <a:cubicBezTo>
                  <a:pt x="131" y="34"/>
                  <a:pt x="131" y="34"/>
                  <a:pt x="131" y="34"/>
                </a:cubicBezTo>
                <a:cubicBezTo>
                  <a:pt x="144" y="38"/>
                  <a:pt x="155" y="45"/>
                  <a:pt x="164" y="53"/>
                </a:cubicBezTo>
                <a:cubicBezTo>
                  <a:pt x="195" y="41"/>
                  <a:pt x="195" y="41"/>
                  <a:pt x="195" y="41"/>
                </a:cubicBezTo>
                <a:cubicBezTo>
                  <a:pt x="203" y="51"/>
                  <a:pt x="210" y="62"/>
                  <a:pt x="214" y="74"/>
                </a:cubicBezTo>
                <a:cubicBezTo>
                  <a:pt x="188" y="95"/>
                  <a:pt x="188" y="95"/>
                  <a:pt x="188" y="95"/>
                </a:cubicBezTo>
                <a:cubicBezTo>
                  <a:pt x="191" y="108"/>
                  <a:pt x="191" y="120"/>
                  <a:pt x="188" y="133"/>
                </a:cubicBezTo>
                <a:cubicBezTo>
                  <a:pt x="214" y="154"/>
                  <a:pt x="214" y="154"/>
                  <a:pt x="214" y="154"/>
                </a:cubicBezTo>
                <a:cubicBezTo>
                  <a:pt x="210" y="166"/>
                  <a:pt x="203" y="177"/>
                  <a:pt x="195" y="187"/>
                </a:cubicBezTo>
                <a:cubicBezTo>
                  <a:pt x="164" y="175"/>
                  <a:pt x="164" y="175"/>
                  <a:pt x="164" y="175"/>
                </a:cubicBezTo>
                <a:cubicBezTo>
                  <a:pt x="155" y="183"/>
                  <a:pt x="144" y="190"/>
                  <a:pt x="131" y="194"/>
                </a:cubicBezTo>
                <a:cubicBezTo>
                  <a:pt x="126" y="227"/>
                  <a:pt x="126" y="227"/>
                  <a:pt x="126" y="227"/>
                </a:cubicBezTo>
                <a:cubicBezTo>
                  <a:pt x="119" y="228"/>
                  <a:pt x="113" y="228"/>
                  <a:pt x="107" y="228"/>
                </a:cubicBezTo>
                <a:cubicBezTo>
                  <a:pt x="101" y="228"/>
                  <a:pt x="94" y="228"/>
                  <a:pt x="88" y="227"/>
                </a:cubicBezTo>
                <a:cubicBezTo>
                  <a:pt x="83" y="194"/>
                  <a:pt x="83" y="194"/>
                  <a:pt x="83" y="194"/>
                </a:cubicBezTo>
                <a:cubicBezTo>
                  <a:pt x="70" y="190"/>
                  <a:pt x="59" y="183"/>
                  <a:pt x="50" y="175"/>
                </a:cubicBezTo>
                <a:cubicBezTo>
                  <a:pt x="19" y="187"/>
                  <a:pt x="19" y="187"/>
                  <a:pt x="19" y="187"/>
                </a:cubicBezTo>
                <a:cubicBezTo>
                  <a:pt x="11" y="177"/>
                  <a:pt x="4" y="166"/>
                  <a:pt x="0" y="154"/>
                </a:cubicBezTo>
                <a:lnTo>
                  <a:pt x="26" y="133"/>
                </a:lnTo>
                <a:close/>
                <a:moveTo>
                  <a:pt x="77" y="85"/>
                </a:moveTo>
                <a:cubicBezTo>
                  <a:pt x="69" y="93"/>
                  <a:pt x="65" y="103"/>
                  <a:pt x="65" y="114"/>
                </a:cubicBezTo>
                <a:cubicBezTo>
                  <a:pt x="65" y="126"/>
                  <a:pt x="69" y="135"/>
                  <a:pt x="77" y="143"/>
                </a:cubicBezTo>
                <a:cubicBezTo>
                  <a:pt x="86" y="152"/>
                  <a:pt x="95" y="156"/>
                  <a:pt x="107" y="156"/>
                </a:cubicBezTo>
                <a:cubicBezTo>
                  <a:pt x="118" y="156"/>
                  <a:pt x="128" y="152"/>
                  <a:pt x="136" y="143"/>
                </a:cubicBezTo>
                <a:cubicBezTo>
                  <a:pt x="145" y="135"/>
                  <a:pt x="149" y="125"/>
                  <a:pt x="149" y="114"/>
                </a:cubicBezTo>
                <a:cubicBezTo>
                  <a:pt x="149" y="103"/>
                  <a:pt x="145" y="93"/>
                  <a:pt x="136" y="85"/>
                </a:cubicBezTo>
                <a:cubicBezTo>
                  <a:pt x="128" y="76"/>
                  <a:pt x="118" y="72"/>
                  <a:pt x="107" y="72"/>
                </a:cubicBezTo>
                <a:cubicBezTo>
                  <a:pt x="96" y="72"/>
                  <a:pt x="86" y="76"/>
                  <a:pt x="77" y="85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44" name="Freeform 46"/>
          <p:cNvSpPr>
            <a:spLocks noEditPoints="1"/>
          </p:cNvSpPr>
          <p:nvPr/>
        </p:nvSpPr>
        <p:spPr bwMode="auto">
          <a:xfrm>
            <a:off x="9152750" y="2246379"/>
            <a:ext cx="317071" cy="319243"/>
          </a:xfrm>
          <a:custGeom>
            <a:avLst/>
            <a:gdLst>
              <a:gd name="T0" fmla="*/ 0 w 221"/>
              <a:gd name="T1" fmla="*/ 83 h 222"/>
              <a:gd name="T2" fmla="*/ 11 w 221"/>
              <a:gd name="T3" fmla="*/ 54 h 222"/>
              <a:gd name="T4" fmla="*/ 43 w 221"/>
              <a:gd name="T5" fmla="*/ 62 h 222"/>
              <a:gd name="T6" fmla="*/ 51 w 221"/>
              <a:gd name="T7" fmla="*/ 52 h 222"/>
              <a:gd name="T8" fmla="*/ 60 w 221"/>
              <a:gd name="T9" fmla="*/ 44 h 222"/>
              <a:gd name="T10" fmla="*/ 52 w 221"/>
              <a:gd name="T11" fmla="*/ 13 h 222"/>
              <a:gd name="T12" fmla="*/ 80 w 221"/>
              <a:gd name="T13" fmla="*/ 1 h 222"/>
              <a:gd name="T14" fmla="*/ 97 w 221"/>
              <a:gd name="T15" fmla="*/ 29 h 222"/>
              <a:gd name="T16" fmla="*/ 103 w 221"/>
              <a:gd name="T17" fmla="*/ 28 h 222"/>
              <a:gd name="T18" fmla="*/ 110 w 221"/>
              <a:gd name="T19" fmla="*/ 28 h 222"/>
              <a:gd name="T20" fmla="*/ 122 w 221"/>
              <a:gd name="T21" fmla="*/ 29 h 222"/>
              <a:gd name="T22" fmla="*/ 138 w 221"/>
              <a:gd name="T23" fmla="*/ 0 h 222"/>
              <a:gd name="T24" fmla="*/ 167 w 221"/>
              <a:gd name="T25" fmla="*/ 12 h 222"/>
              <a:gd name="T26" fmla="*/ 159 w 221"/>
              <a:gd name="T27" fmla="*/ 44 h 222"/>
              <a:gd name="T28" fmla="*/ 169 w 221"/>
              <a:gd name="T29" fmla="*/ 52 h 222"/>
              <a:gd name="T30" fmla="*/ 177 w 221"/>
              <a:gd name="T31" fmla="*/ 61 h 222"/>
              <a:gd name="T32" fmla="*/ 209 w 221"/>
              <a:gd name="T33" fmla="*/ 53 h 222"/>
              <a:gd name="T34" fmla="*/ 221 w 221"/>
              <a:gd name="T35" fmla="*/ 81 h 222"/>
              <a:gd name="T36" fmla="*/ 192 w 221"/>
              <a:gd name="T37" fmla="*/ 98 h 222"/>
              <a:gd name="T38" fmla="*/ 193 w 221"/>
              <a:gd name="T39" fmla="*/ 104 h 222"/>
              <a:gd name="T40" fmla="*/ 193 w 221"/>
              <a:gd name="T41" fmla="*/ 111 h 222"/>
              <a:gd name="T42" fmla="*/ 193 w 221"/>
              <a:gd name="T43" fmla="*/ 123 h 222"/>
              <a:gd name="T44" fmla="*/ 221 w 221"/>
              <a:gd name="T45" fmla="*/ 139 h 222"/>
              <a:gd name="T46" fmla="*/ 210 w 221"/>
              <a:gd name="T47" fmla="*/ 168 h 222"/>
              <a:gd name="T48" fmla="*/ 178 w 221"/>
              <a:gd name="T49" fmla="*/ 160 h 222"/>
              <a:gd name="T50" fmla="*/ 169 w 221"/>
              <a:gd name="T51" fmla="*/ 170 h 222"/>
              <a:gd name="T52" fmla="*/ 160 w 221"/>
              <a:gd name="T53" fmla="*/ 178 h 222"/>
              <a:gd name="T54" fmla="*/ 169 w 221"/>
              <a:gd name="T55" fmla="*/ 209 h 222"/>
              <a:gd name="T56" fmla="*/ 141 w 221"/>
              <a:gd name="T57" fmla="*/ 221 h 222"/>
              <a:gd name="T58" fmla="*/ 124 w 221"/>
              <a:gd name="T59" fmla="*/ 193 h 222"/>
              <a:gd name="T60" fmla="*/ 117 w 221"/>
              <a:gd name="T61" fmla="*/ 194 h 222"/>
              <a:gd name="T62" fmla="*/ 110 w 221"/>
              <a:gd name="T63" fmla="*/ 194 h 222"/>
              <a:gd name="T64" fmla="*/ 99 w 221"/>
              <a:gd name="T65" fmla="*/ 193 h 222"/>
              <a:gd name="T66" fmla="*/ 82 w 221"/>
              <a:gd name="T67" fmla="*/ 222 h 222"/>
              <a:gd name="T68" fmla="*/ 54 w 221"/>
              <a:gd name="T69" fmla="*/ 210 h 222"/>
              <a:gd name="T70" fmla="*/ 62 w 221"/>
              <a:gd name="T71" fmla="*/ 178 h 222"/>
              <a:gd name="T72" fmla="*/ 52 w 221"/>
              <a:gd name="T73" fmla="*/ 170 h 222"/>
              <a:gd name="T74" fmla="*/ 44 w 221"/>
              <a:gd name="T75" fmla="*/ 161 h 222"/>
              <a:gd name="T76" fmla="*/ 12 w 221"/>
              <a:gd name="T77" fmla="*/ 169 h 222"/>
              <a:gd name="T78" fmla="*/ 0 w 221"/>
              <a:gd name="T79" fmla="*/ 141 h 222"/>
              <a:gd name="T80" fmla="*/ 28 w 221"/>
              <a:gd name="T81" fmla="*/ 124 h 222"/>
              <a:gd name="T82" fmla="*/ 27 w 221"/>
              <a:gd name="T83" fmla="*/ 118 h 222"/>
              <a:gd name="T84" fmla="*/ 27 w 221"/>
              <a:gd name="T85" fmla="*/ 111 h 222"/>
              <a:gd name="T86" fmla="*/ 28 w 221"/>
              <a:gd name="T87" fmla="*/ 99 h 222"/>
              <a:gd name="T88" fmla="*/ 0 w 221"/>
              <a:gd name="T89" fmla="*/ 83 h 222"/>
              <a:gd name="T90" fmla="*/ 69 w 221"/>
              <a:gd name="T91" fmla="*/ 111 h 222"/>
              <a:gd name="T92" fmla="*/ 72 w 221"/>
              <a:gd name="T93" fmla="*/ 126 h 222"/>
              <a:gd name="T94" fmla="*/ 80 w 221"/>
              <a:gd name="T95" fmla="*/ 140 h 222"/>
              <a:gd name="T96" fmla="*/ 93 w 221"/>
              <a:gd name="T97" fmla="*/ 149 h 222"/>
              <a:gd name="T98" fmla="*/ 110 w 221"/>
              <a:gd name="T99" fmla="*/ 153 h 222"/>
              <a:gd name="T100" fmla="*/ 125 w 221"/>
              <a:gd name="T101" fmla="*/ 150 h 222"/>
              <a:gd name="T102" fmla="*/ 139 w 221"/>
              <a:gd name="T103" fmla="*/ 141 h 222"/>
              <a:gd name="T104" fmla="*/ 148 w 221"/>
              <a:gd name="T105" fmla="*/ 128 h 222"/>
              <a:gd name="T106" fmla="*/ 152 w 221"/>
              <a:gd name="T107" fmla="*/ 111 h 222"/>
              <a:gd name="T108" fmla="*/ 149 w 221"/>
              <a:gd name="T109" fmla="*/ 96 h 222"/>
              <a:gd name="T110" fmla="*/ 141 w 221"/>
              <a:gd name="T111" fmla="*/ 82 h 222"/>
              <a:gd name="T112" fmla="*/ 127 w 221"/>
              <a:gd name="T113" fmla="*/ 73 h 222"/>
              <a:gd name="T114" fmla="*/ 110 w 221"/>
              <a:gd name="T115" fmla="*/ 69 h 222"/>
              <a:gd name="T116" fmla="*/ 95 w 221"/>
              <a:gd name="T117" fmla="*/ 72 h 222"/>
              <a:gd name="T118" fmla="*/ 82 w 221"/>
              <a:gd name="T119" fmla="*/ 81 h 222"/>
              <a:gd name="T120" fmla="*/ 72 w 221"/>
              <a:gd name="T121" fmla="*/ 94 h 222"/>
              <a:gd name="T122" fmla="*/ 69 w 221"/>
              <a:gd name="T123" fmla="*/ 111 h 2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21" h="222">
                <a:moveTo>
                  <a:pt x="0" y="83"/>
                </a:moveTo>
                <a:cubicBezTo>
                  <a:pt x="2" y="74"/>
                  <a:pt x="6" y="64"/>
                  <a:pt x="11" y="54"/>
                </a:cubicBezTo>
                <a:cubicBezTo>
                  <a:pt x="43" y="62"/>
                  <a:pt x="43" y="62"/>
                  <a:pt x="43" y="62"/>
                </a:cubicBezTo>
                <a:cubicBezTo>
                  <a:pt x="45" y="59"/>
                  <a:pt x="48" y="55"/>
                  <a:pt x="51" y="52"/>
                </a:cubicBezTo>
                <a:cubicBezTo>
                  <a:pt x="54" y="49"/>
                  <a:pt x="57" y="47"/>
                  <a:pt x="60" y="44"/>
                </a:cubicBezTo>
                <a:cubicBezTo>
                  <a:pt x="52" y="13"/>
                  <a:pt x="52" y="13"/>
                  <a:pt x="52" y="13"/>
                </a:cubicBezTo>
                <a:cubicBezTo>
                  <a:pt x="61" y="7"/>
                  <a:pt x="70" y="3"/>
                  <a:pt x="80" y="1"/>
                </a:cubicBezTo>
                <a:cubicBezTo>
                  <a:pt x="97" y="29"/>
                  <a:pt x="97" y="29"/>
                  <a:pt x="97" y="29"/>
                </a:cubicBezTo>
                <a:cubicBezTo>
                  <a:pt x="99" y="29"/>
                  <a:pt x="101" y="28"/>
                  <a:pt x="103" y="28"/>
                </a:cubicBezTo>
                <a:cubicBezTo>
                  <a:pt x="105" y="28"/>
                  <a:pt x="108" y="28"/>
                  <a:pt x="110" y="28"/>
                </a:cubicBezTo>
                <a:cubicBezTo>
                  <a:pt x="114" y="28"/>
                  <a:pt x="118" y="28"/>
                  <a:pt x="122" y="29"/>
                </a:cubicBezTo>
                <a:cubicBezTo>
                  <a:pt x="138" y="0"/>
                  <a:pt x="138" y="0"/>
                  <a:pt x="138" y="0"/>
                </a:cubicBezTo>
                <a:cubicBezTo>
                  <a:pt x="147" y="2"/>
                  <a:pt x="157" y="6"/>
                  <a:pt x="167" y="12"/>
                </a:cubicBezTo>
                <a:cubicBezTo>
                  <a:pt x="159" y="44"/>
                  <a:pt x="159" y="44"/>
                  <a:pt x="159" y="44"/>
                </a:cubicBezTo>
                <a:cubicBezTo>
                  <a:pt x="163" y="46"/>
                  <a:pt x="166" y="49"/>
                  <a:pt x="169" y="52"/>
                </a:cubicBezTo>
                <a:cubicBezTo>
                  <a:pt x="172" y="55"/>
                  <a:pt x="175" y="58"/>
                  <a:pt x="177" y="61"/>
                </a:cubicBezTo>
                <a:cubicBezTo>
                  <a:pt x="209" y="53"/>
                  <a:pt x="209" y="53"/>
                  <a:pt x="209" y="53"/>
                </a:cubicBezTo>
                <a:cubicBezTo>
                  <a:pt x="214" y="61"/>
                  <a:pt x="218" y="71"/>
                  <a:pt x="221" y="81"/>
                </a:cubicBezTo>
                <a:cubicBezTo>
                  <a:pt x="192" y="98"/>
                  <a:pt x="192" y="98"/>
                  <a:pt x="192" y="98"/>
                </a:cubicBezTo>
                <a:cubicBezTo>
                  <a:pt x="193" y="100"/>
                  <a:pt x="193" y="102"/>
                  <a:pt x="193" y="104"/>
                </a:cubicBezTo>
                <a:cubicBezTo>
                  <a:pt x="193" y="106"/>
                  <a:pt x="193" y="108"/>
                  <a:pt x="193" y="111"/>
                </a:cubicBezTo>
                <a:cubicBezTo>
                  <a:pt x="193" y="115"/>
                  <a:pt x="193" y="119"/>
                  <a:pt x="193" y="123"/>
                </a:cubicBezTo>
                <a:cubicBezTo>
                  <a:pt x="221" y="139"/>
                  <a:pt x="221" y="139"/>
                  <a:pt x="221" y="139"/>
                </a:cubicBezTo>
                <a:cubicBezTo>
                  <a:pt x="219" y="148"/>
                  <a:pt x="215" y="158"/>
                  <a:pt x="210" y="168"/>
                </a:cubicBezTo>
                <a:cubicBezTo>
                  <a:pt x="178" y="160"/>
                  <a:pt x="178" y="160"/>
                  <a:pt x="178" y="160"/>
                </a:cubicBezTo>
                <a:cubicBezTo>
                  <a:pt x="175" y="163"/>
                  <a:pt x="172" y="167"/>
                  <a:pt x="169" y="170"/>
                </a:cubicBezTo>
                <a:cubicBezTo>
                  <a:pt x="167" y="173"/>
                  <a:pt x="164" y="175"/>
                  <a:pt x="160" y="178"/>
                </a:cubicBezTo>
                <a:cubicBezTo>
                  <a:pt x="169" y="209"/>
                  <a:pt x="169" y="209"/>
                  <a:pt x="169" y="209"/>
                </a:cubicBezTo>
                <a:cubicBezTo>
                  <a:pt x="160" y="215"/>
                  <a:pt x="151" y="219"/>
                  <a:pt x="141" y="221"/>
                </a:cubicBezTo>
                <a:cubicBezTo>
                  <a:pt x="124" y="193"/>
                  <a:pt x="124" y="193"/>
                  <a:pt x="124" y="193"/>
                </a:cubicBezTo>
                <a:cubicBezTo>
                  <a:pt x="122" y="193"/>
                  <a:pt x="120" y="194"/>
                  <a:pt x="117" y="194"/>
                </a:cubicBezTo>
                <a:cubicBezTo>
                  <a:pt x="115" y="194"/>
                  <a:pt x="113" y="194"/>
                  <a:pt x="110" y="194"/>
                </a:cubicBezTo>
                <a:cubicBezTo>
                  <a:pt x="106" y="194"/>
                  <a:pt x="103" y="194"/>
                  <a:pt x="99" y="193"/>
                </a:cubicBezTo>
                <a:cubicBezTo>
                  <a:pt x="82" y="222"/>
                  <a:pt x="82" y="222"/>
                  <a:pt x="82" y="222"/>
                </a:cubicBezTo>
                <a:cubicBezTo>
                  <a:pt x="73" y="220"/>
                  <a:pt x="64" y="216"/>
                  <a:pt x="54" y="210"/>
                </a:cubicBezTo>
                <a:cubicBezTo>
                  <a:pt x="62" y="178"/>
                  <a:pt x="62" y="178"/>
                  <a:pt x="62" y="178"/>
                </a:cubicBezTo>
                <a:cubicBezTo>
                  <a:pt x="58" y="176"/>
                  <a:pt x="55" y="173"/>
                  <a:pt x="52" y="170"/>
                </a:cubicBezTo>
                <a:cubicBezTo>
                  <a:pt x="49" y="167"/>
                  <a:pt x="46" y="164"/>
                  <a:pt x="44" y="161"/>
                </a:cubicBezTo>
                <a:cubicBezTo>
                  <a:pt x="12" y="169"/>
                  <a:pt x="12" y="169"/>
                  <a:pt x="12" y="169"/>
                </a:cubicBezTo>
                <a:cubicBezTo>
                  <a:pt x="7" y="161"/>
                  <a:pt x="3" y="151"/>
                  <a:pt x="0" y="141"/>
                </a:cubicBezTo>
                <a:cubicBezTo>
                  <a:pt x="28" y="124"/>
                  <a:pt x="28" y="124"/>
                  <a:pt x="28" y="124"/>
                </a:cubicBezTo>
                <a:cubicBezTo>
                  <a:pt x="28" y="122"/>
                  <a:pt x="28" y="120"/>
                  <a:pt x="27" y="118"/>
                </a:cubicBezTo>
                <a:cubicBezTo>
                  <a:pt x="27" y="116"/>
                  <a:pt x="27" y="114"/>
                  <a:pt x="27" y="111"/>
                </a:cubicBezTo>
                <a:cubicBezTo>
                  <a:pt x="27" y="107"/>
                  <a:pt x="27" y="103"/>
                  <a:pt x="28" y="99"/>
                </a:cubicBezTo>
                <a:lnTo>
                  <a:pt x="0" y="83"/>
                </a:lnTo>
                <a:close/>
                <a:moveTo>
                  <a:pt x="69" y="111"/>
                </a:moveTo>
                <a:cubicBezTo>
                  <a:pt x="69" y="116"/>
                  <a:pt x="70" y="121"/>
                  <a:pt x="72" y="126"/>
                </a:cubicBezTo>
                <a:cubicBezTo>
                  <a:pt x="74" y="131"/>
                  <a:pt x="76" y="136"/>
                  <a:pt x="80" y="140"/>
                </a:cubicBezTo>
                <a:cubicBezTo>
                  <a:pt x="84" y="144"/>
                  <a:pt x="88" y="147"/>
                  <a:pt x="93" y="149"/>
                </a:cubicBezTo>
                <a:cubicBezTo>
                  <a:pt x="98" y="151"/>
                  <a:pt x="104" y="153"/>
                  <a:pt x="110" y="153"/>
                </a:cubicBezTo>
                <a:cubicBezTo>
                  <a:pt x="115" y="153"/>
                  <a:pt x="120" y="152"/>
                  <a:pt x="125" y="150"/>
                </a:cubicBezTo>
                <a:cubicBezTo>
                  <a:pt x="130" y="148"/>
                  <a:pt x="135" y="145"/>
                  <a:pt x="139" y="141"/>
                </a:cubicBezTo>
                <a:cubicBezTo>
                  <a:pt x="143" y="138"/>
                  <a:pt x="146" y="133"/>
                  <a:pt x="148" y="128"/>
                </a:cubicBezTo>
                <a:cubicBezTo>
                  <a:pt x="151" y="123"/>
                  <a:pt x="152" y="117"/>
                  <a:pt x="152" y="111"/>
                </a:cubicBezTo>
                <a:cubicBezTo>
                  <a:pt x="152" y="106"/>
                  <a:pt x="151" y="101"/>
                  <a:pt x="149" y="96"/>
                </a:cubicBezTo>
                <a:cubicBezTo>
                  <a:pt x="147" y="91"/>
                  <a:pt x="144" y="86"/>
                  <a:pt x="141" y="82"/>
                </a:cubicBezTo>
                <a:cubicBezTo>
                  <a:pt x="137" y="78"/>
                  <a:pt x="132" y="75"/>
                  <a:pt x="127" y="73"/>
                </a:cubicBezTo>
                <a:cubicBezTo>
                  <a:pt x="122" y="71"/>
                  <a:pt x="117" y="69"/>
                  <a:pt x="110" y="69"/>
                </a:cubicBezTo>
                <a:cubicBezTo>
                  <a:pt x="105" y="69"/>
                  <a:pt x="100" y="70"/>
                  <a:pt x="95" y="72"/>
                </a:cubicBezTo>
                <a:cubicBezTo>
                  <a:pt x="90" y="74"/>
                  <a:pt x="86" y="77"/>
                  <a:pt x="82" y="81"/>
                </a:cubicBezTo>
                <a:cubicBezTo>
                  <a:pt x="78" y="84"/>
                  <a:pt x="75" y="89"/>
                  <a:pt x="72" y="94"/>
                </a:cubicBezTo>
                <a:cubicBezTo>
                  <a:pt x="70" y="99"/>
                  <a:pt x="69" y="105"/>
                  <a:pt x="69" y="11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45" name="Freeform 47"/>
          <p:cNvSpPr>
            <a:spLocks noEditPoints="1"/>
          </p:cNvSpPr>
          <p:nvPr/>
        </p:nvSpPr>
        <p:spPr bwMode="auto">
          <a:xfrm>
            <a:off x="9595780" y="2255065"/>
            <a:ext cx="304040" cy="304040"/>
          </a:xfrm>
          <a:custGeom>
            <a:avLst/>
            <a:gdLst>
              <a:gd name="T0" fmla="*/ 19 w 212"/>
              <a:gd name="T1" fmla="*/ 72 h 212"/>
              <a:gd name="T2" fmla="*/ 4 w 212"/>
              <a:gd name="T3" fmla="*/ 45 h 212"/>
              <a:gd name="T4" fmla="*/ 33 w 212"/>
              <a:gd name="T5" fmla="*/ 36 h 212"/>
              <a:gd name="T6" fmla="*/ 43 w 212"/>
              <a:gd name="T7" fmla="*/ 5 h 212"/>
              <a:gd name="T8" fmla="*/ 62 w 212"/>
              <a:gd name="T9" fmla="*/ 0 h 212"/>
              <a:gd name="T10" fmla="*/ 72 w 212"/>
              <a:gd name="T11" fmla="*/ 19 h 212"/>
              <a:gd name="T12" fmla="*/ 99 w 212"/>
              <a:gd name="T13" fmla="*/ 4 h 212"/>
              <a:gd name="T14" fmla="*/ 108 w 212"/>
              <a:gd name="T15" fmla="*/ 33 h 212"/>
              <a:gd name="T16" fmla="*/ 139 w 212"/>
              <a:gd name="T17" fmla="*/ 43 h 212"/>
              <a:gd name="T18" fmla="*/ 145 w 212"/>
              <a:gd name="T19" fmla="*/ 62 h 212"/>
              <a:gd name="T20" fmla="*/ 125 w 212"/>
              <a:gd name="T21" fmla="*/ 72 h 212"/>
              <a:gd name="T22" fmla="*/ 140 w 212"/>
              <a:gd name="T23" fmla="*/ 99 h 212"/>
              <a:gd name="T24" fmla="*/ 111 w 212"/>
              <a:gd name="T25" fmla="*/ 108 h 212"/>
              <a:gd name="T26" fmla="*/ 101 w 212"/>
              <a:gd name="T27" fmla="*/ 139 h 212"/>
              <a:gd name="T28" fmla="*/ 83 w 212"/>
              <a:gd name="T29" fmla="*/ 144 h 212"/>
              <a:gd name="T30" fmla="*/ 72 w 212"/>
              <a:gd name="T31" fmla="*/ 125 h 212"/>
              <a:gd name="T32" fmla="*/ 45 w 212"/>
              <a:gd name="T33" fmla="*/ 140 h 212"/>
              <a:gd name="T34" fmla="*/ 36 w 212"/>
              <a:gd name="T35" fmla="*/ 111 h 212"/>
              <a:gd name="T36" fmla="*/ 5 w 212"/>
              <a:gd name="T37" fmla="*/ 101 h 212"/>
              <a:gd name="T38" fmla="*/ 0 w 212"/>
              <a:gd name="T39" fmla="*/ 83 h 212"/>
              <a:gd name="T40" fmla="*/ 45 w 212"/>
              <a:gd name="T41" fmla="*/ 72 h 212"/>
              <a:gd name="T42" fmla="*/ 72 w 212"/>
              <a:gd name="T43" fmla="*/ 99 h 212"/>
              <a:gd name="T44" fmla="*/ 99 w 212"/>
              <a:gd name="T45" fmla="*/ 72 h 212"/>
              <a:gd name="T46" fmla="*/ 88 w 212"/>
              <a:gd name="T47" fmla="*/ 51 h 212"/>
              <a:gd name="T48" fmla="*/ 65 w 212"/>
              <a:gd name="T49" fmla="*/ 47 h 212"/>
              <a:gd name="T50" fmla="*/ 45 w 212"/>
              <a:gd name="T51" fmla="*/ 72 h 212"/>
              <a:gd name="T52" fmla="*/ 117 w 212"/>
              <a:gd name="T53" fmla="*/ 158 h 212"/>
              <a:gd name="T54" fmla="*/ 117 w 212"/>
              <a:gd name="T55" fmla="*/ 150 h 212"/>
              <a:gd name="T56" fmla="*/ 105 w 212"/>
              <a:gd name="T57" fmla="*/ 134 h 212"/>
              <a:gd name="T58" fmla="*/ 130 w 212"/>
              <a:gd name="T59" fmla="*/ 124 h 212"/>
              <a:gd name="T60" fmla="*/ 149 w 212"/>
              <a:gd name="T61" fmla="*/ 98 h 212"/>
              <a:gd name="T62" fmla="*/ 168 w 212"/>
              <a:gd name="T63" fmla="*/ 98 h 212"/>
              <a:gd name="T64" fmla="*/ 187 w 212"/>
              <a:gd name="T65" fmla="*/ 124 h 212"/>
              <a:gd name="T66" fmla="*/ 212 w 212"/>
              <a:gd name="T67" fmla="*/ 134 h 212"/>
              <a:gd name="T68" fmla="*/ 200 w 212"/>
              <a:gd name="T69" fmla="*/ 154 h 212"/>
              <a:gd name="T70" fmla="*/ 212 w 212"/>
              <a:gd name="T71" fmla="*/ 175 h 212"/>
              <a:gd name="T72" fmla="*/ 187 w 212"/>
              <a:gd name="T73" fmla="*/ 185 h 212"/>
              <a:gd name="T74" fmla="*/ 168 w 212"/>
              <a:gd name="T75" fmla="*/ 211 h 212"/>
              <a:gd name="T76" fmla="*/ 149 w 212"/>
              <a:gd name="T77" fmla="*/ 211 h 212"/>
              <a:gd name="T78" fmla="*/ 130 w 212"/>
              <a:gd name="T79" fmla="*/ 185 h 212"/>
              <a:gd name="T80" fmla="*/ 105 w 212"/>
              <a:gd name="T81" fmla="*/ 175 h 212"/>
              <a:gd name="T82" fmla="*/ 159 w 212"/>
              <a:gd name="T83" fmla="*/ 175 h 212"/>
              <a:gd name="T84" fmla="*/ 179 w 212"/>
              <a:gd name="T85" fmla="*/ 154 h 212"/>
              <a:gd name="T86" fmla="*/ 159 w 212"/>
              <a:gd name="T87" fmla="*/ 133 h 212"/>
              <a:gd name="T88" fmla="*/ 138 w 212"/>
              <a:gd name="T89" fmla="*/ 154 h 212"/>
              <a:gd name="T90" fmla="*/ 159 w 212"/>
              <a:gd name="T91" fmla="*/ 175 h 2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212" h="212">
                <a:moveTo>
                  <a:pt x="19" y="74"/>
                </a:moveTo>
                <a:cubicBezTo>
                  <a:pt x="19" y="72"/>
                  <a:pt x="19" y="72"/>
                  <a:pt x="19" y="72"/>
                </a:cubicBezTo>
                <a:cubicBezTo>
                  <a:pt x="19" y="67"/>
                  <a:pt x="20" y="62"/>
                  <a:pt x="21" y="58"/>
                </a:cubicBezTo>
                <a:cubicBezTo>
                  <a:pt x="4" y="45"/>
                  <a:pt x="4" y="45"/>
                  <a:pt x="4" y="45"/>
                </a:cubicBezTo>
                <a:cubicBezTo>
                  <a:pt x="6" y="39"/>
                  <a:pt x="9" y="34"/>
                  <a:pt x="14" y="28"/>
                </a:cubicBezTo>
                <a:cubicBezTo>
                  <a:pt x="33" y="36"/>
                  <a:pt x="33" y="36"/>
                  <a:pt x="33" y="36"/>
                </a:cubicBezTo>
                <a:cubicBezTo>
                  <a:pt x="36" y="32"/>
                  <a:pt x="41" y="29"/>
                  <a:pt x="46" y="26"/>
                </a:cubicBezTo>
                <a:cubicBezTo>
                  <a:pt x="43" y="5"/>
                  <a:pt x="43" y="5"/>
                  <a:pt x="43" y="5"/>
                </a:cubicBezTo>
                <a:cubicBezTo>
                  <a:pt x="46" y="4"/>
                  <a:pt x="50" y="3"/>
                  <a:pt x="53" y="2"/>
                </a:cubicBezTo>
                <a:cubicBezTo>
                  <a:pt x="56" y="1"/>
                  <a:pt x="59" y="0"/>
                  <a:pt x="62" y="0"/>
                </a:cubicBezTo>
                <a:cubicBezTo>
                  <a:pt x="70" y="19"/>
                  <a:pt x="70" y="19"/>
                  <a:pt x="70" y="19"/>
                </a:cubicBezTo>
                <a:cubicBezTo>
                  <a:pt x="72" y="19"/>
                  <a:pt x="72" y="19"/>
                  <a:pt x="72" y="19"/>
                </a:cubicBezTo>
                <a:cubicBezTo>
                  <a:pt x="77" y="19"/>
                  <a:pt x="82" y="19"/>
                  <a:pt x="86" y="21"/>
                </a:cubicBezTo>
                <a:cubicBezTo>
                  <a:pt x="99" y="4"/>
                  <a:pt x="99" y="4"/>
                  <a:pt x="99" y="4"/>
                </a:cubicBezTo>
                <a:cubicBezTo>
                  <a:pt x="105" y="6"/>
                  <a:pt x="111" y="9"/>
                  <a:pt x="116" y="13"/>
                </a:cubicBezTo>
                <a:cubicBezTo>
                  <a:pt x="108" y="33"/>
                  <a:pt x="108" y="33"/>
                  <a:pt x="108" y="33"/>
                </a:cubicBezTo>
                <a:cubicBezTo>
                  <a:pt x="112" y="37"/>
                  <a:pt x="116" y="41"/>
                  <a:pt x="118" y="46"/>
                </a:cubicBezTo>
                <a:cubicBezTo>
                  <a:pt x="139" y="43"/>
                  <a:pt x="139" y="43"/>
                  <a:pt x="139" y="43"/>
                </a:cubicBezTo>
                <a:cubicBezTo>
                  <a:pt x="141" y="46"/>
                  <a:pt x="142" y="49"/>
                  <a:pt x="143" y="52"/>
                </a:cubicBezTo>
                <a:cubicBezTo>
                  <a:pt x="143" y="55"/>
                  <a:pt x="144" y="59"/>
                  <a:pt x="145" y="62"/>
                </a:cubicBezTo>
                <a:cubicBezTo>
                  <a:pt x="125" y="70"/>
                  <a:pt x="125" y="70"/>
                  <a:pt x="125" y="70"/>
                </a:cubicBezTo>
                <a:cubicBezTo>
                  <a:pt x="125" y="72"/>
                  <a:pt x="125" y="72"/>
                  <a:pt x="125" y="72"/>
                </a:cubicBezTo>
                <a:cubicBezTo>
                  <a:pt x="125" y="77"/>
                  <a:pt x="125" y="82"/>
                  <a:pt x="124" y="86"/>
                </a:cubicBezTo>
                <a:cubicBezTo>
                  <a:pt x="140" y="99"/>
                  <a:pt x="140" y="99"/>
                  <a:pt x="140" y="99"/>
                </a:cubicBezTo>
                <a:cubicBezTo>
                  <a:pt x="138" y="105"/>
                  <a:pt x="135" y="111"/>
                  <a:pt x="131" y="116"/>
                </a:cubicBezTo>
                <a:cubicBezTo>
                  <a:pt x="111" y="108"/>
                  <a:pt x="111" y="108"/>
                  <a:pt x="111" y="108"/>
                </a:cubicBezTo>
                <a:cubicBezTo>
                  <a:pt x="107" y="112"/>
                  <a:pt x="103" y="115"/>
                  <a:pt x="99" y="118"/>
                </a:cubicBezTo>
                <a:cubicBezTo>
                  <a:pt x="101" y="139"/>
                  <a:pt x="101" y="139"/>
                  <a:pt x="101" y="139"/>
                </a:cubicBezTo>
                <a:cubicBezTo>
                  <a:pt x="98" y="140"/>
                  <a:pt x="95" y="142"/>
                  <a:pt x="92" y="142"/>
                </a:cubicBezTo>
                <a:cubicBezTo>
                  <a:pt x="89" y="143"/>
                  <a:pt x="86" y="144"/>
                  <a:pt x="83" y="144"/>
                </a:cubicBezTo>
                <a:cubicBezTo>
                  <a:pt x="74" y="125"/>
                  <a:pt x="74" y="125"/>
                  <a:pt x="74" y="125"/>
                </a:cubicBezTo>
                <a:cubicBezTo>
                  <a:pt x="72" y="125"/>
                  <a:pt x="72" y="125"/>
                  <a:pt x="72" y="125"/>
                </a:cubicBezTo>
                <a:cubicBezTo>
                  <a:pt x="67" y="125"/>
                  <a:pt x="63" y="125"/>
                  <a:pt x="58" y="123"/>
                </a:cubicBezTo>
                <a:cubicBezTo>
                  <a:pt x="45" y="140"/>
                  <a:pt x="45" y="140"/>
                  <a:pt x="45" y="140"/>
                </a:cubicBezTo>
                <a:cubicBezTo>
                  <a:pt x="40" y="138"/>
                  <a:pt x="34" y="135"/>
                  <a:pt x="28" y="131"/>
                </a:cubicBezTo>
                <a:cubicBezTo>
                  <a:pt x="36" y="111"/>
                  <a:pt x="36" y="111"/>
                  <a:pt x="36" y="111"/>
                </a:cubicBezTo>
                <a:cubicBezTo>
                  <a:pt x="32" y="108"/>
                  <a:pt x="29" y="104"/>
                  <a:pt x="26" y="99"/>
                </a:cubicBezTo>
                <a:cubicBezTo>
                  <a:pt x="5" y="101"/>
                  <a:pt x="5" y="101"/>
                  <a:pt x="5" y="101"/>
                </a:cubicBezTo>
                <a:cubicBezTo>
                  <a:pt x="4" y="98"/>
                  <a:pt x="3" y="95"/>
                  <a:pt x="2" y="92"/>
                </a:cubicBezTo>
                <a:cubicBezTo>
                  <a:pt x="1" y="89"/>
                  <a:pt x="0" y="86"/>
                  <a:pt x="0" y="83"/>
                </a:cubicBezTo>
                <a:lnTo>
                  <a:pt x="19" y="74"/>
                </a:lnTo>
                <a:close/>
                <a:moveTo>
                  <a:pt x="45" y="72"/>
                </a:moveTo>
                <a:cubicBezTo>
                  <a:pt x="45" y="80"/>
                  <a:pt x="48" y="86"/>
                  <a:pt x="53" y="91"/>
                </a:cubicBezTo>
                <a:cubicBezTo>
                  <a:pt x="59" y="96"/>
                  <a:pt x="65" y="99"/>
                  <a:pt x="72" y="99"/>
                </a:cubicBezTo>
                <a:cubicBezTo>
                  <a:pt x="80" y="99"/>
                  <a:pt x="86" y="96"/>
                  <a:pt x="91" y="91"/>
                </a:cubicBezTo>
                <a:cubicBezTo>
                  <a:pt x="96" y="85"/>
                  <a:pt x="99" y="79"/>
                  <a:pt x="99" y="72"/>
                </a:cubicBezTo>
                <a:cubicBezTo>
                  <a:pt x="99" y="70"/>
                  <a:pt x="98" y="68"/>
                  <a:pt x="98" y="65"/>
                </a:cubicBezTo>
                <a:cubicBezTo>
                  <a:pt x="96" y="59"/>
                  <a:pt x="93" y="54"/>
                  <a:pt x="88" y="51"/>
                </a:cubicBezTo>
                <a:cubicBezTo>
                  <a:pt x="83" y="47"/>
                  <a:pt x="78" y="45"/>
                  <a:pt x="72" y="45"/>
                </a:cubicBezTo>
                <a:cubicBezTo>
                  <a:pt x="71" y="45"/>
                  <a:pt x="68" y="46"/>
                  <a:pt x="65" y="47"/>
                </a:cubicBezTo>
                <a:cubicBezTo>
                  <a:pt x="59" y="48"/>
                  <a:pt x="55" y="51"/>
                  <a:pt x="51" y="56"/>
                </a:cubicBezTo>
                <a:cubicBezTo>
                  <a:pt x="47" y="61"/>
                  <a:pt x="45" y="66"/>
                  <a:pt x="45" y="72"/>
                </a:cubicBezTo>
                <a:close/>
                <a:moveTo>
                  <a:pt x="118" y="164"/>
                </a:moveTo>
                <a:cubicBezTo>
                  <a:pt x="118" y="162"/>
                  <a:pt x="117" y="160"/>
                  <a:pt x="117" y="158"/>
                </a:cubicBezTo>
                <a:cubicBezTo>
                  <a:pt x="117" y="157"/>
                  <a:pt x="117" y="155"/>
                  <a:pt x="117" y="154"/>
                </a:cubicBezTo>
                <a:cubicBezTo>
                  <a:pt x="117" y="153"/>
                  <a:pt x="117" y="152"/>
                  <a:pt x="117" y="150"/>
                </a:cubicBezTo>
                <a:cubicBezTo>
                  <a:pt x="117" y="149"/>
                  <a:pt x="118" y="147"/>
                  <a:pt x="118" y="145"/>
                </a:cubicBezTo>
                <a:cubicBezTo>
                  <a:pt x="105" y="134"/>
                  <a:pt x="105" y="134"/>
                  <a:pt x="105" y="134"/>
                </a:cubicBezTo>
                <a:cubicBezTo>
                  <a:pt x="107" y="128"/>
                  <a:pt x="110" y="123"/>
                  <a:pt x="114" y="118"/>
                </a:cubicBezTo>
                <a:cubicBezTo>
                  <a:pt x="130" y="124"/>
                  <a:pt x="130" y="124"/>
                  <a:pt x="130" y="124"/>
                </a:cubicBezTo>
                <a:cubicBezTo>
                  <a:pt x="135" y="119"/>
                  <a:pt x="141" y="116"/>
                  <a:pt x="147" y="115"/>
                </a:cubicBezTo>
                <a:cubicBezTo>
                  <a:pt x="149" y="98"/>
                  <a:pt x="149" y="98"/>
                  <a:pt x="149" y="98"/>
                </a:cubicBezTo>
                <a:cubicBezTo>
                  <a:pt x="152" y="97"/>
                  <a:pt x="155" y="97"/>
                  <a:pt x="159" y="97"/>
                </a:cubicBezTo>
                <a:cubicBezTo>
                  <a:pt x="162" y="97"/>
                  <a:pt x="165" y="97"/>
                  <a:pt x="168" y="98"/>
                </a:cubicBezTo>
                <a:cubicBezTo>
                  <a:pt x="171" y="115"/>
                  <a:pt x="171" y="115"/>
                  <a:pt x="171" y="115"/>
                </a:cubicBezTo>
                <a:cubicBezTo>
                  <a:pt x="177" y="116"/>
                  <a:pt x="182" y="119"/>
                  <a:pt x="187" y="124"/>
                </a:cubicBezTo>
                <a:cubicBezTo>
                  <a:pt x="203" y="118"/>
                  <a:pt x="203" y="118"/>
                  <a:pt x="203" y="118"/>
                </a:cubicBezTo>
                <a:cubicBezTo>
                  <a:pt x="207" y="123"/>
                  <a:pt x="210" y="128"/>
                  <a:pt x="212" y="134"/>
                </a:cubicBezTo>
                <a:cubicBezTo>
                  <a:pt x="199" y="145"/>
                  <a:pt x="199" y="145"/>
                  <a:pt x="199" y="145"/>
                </a:cubicBezTo>
                <a:cubicBezTo>
                  <a:pt x="200" y="148"/>
                  <a:pt x="200" y="151"/>
                  <a:pt x="200" y="154"/>
                </a:cubicBezTo>
                <a:cubicBezTo>
                  <a:pt x="200" y="157"/>
                  <a:pt x="200" y="160"/>
                  <a:pt x="199" y="164"/>
                </a:cubicBezTo>
                <a:cubicBezTo>
                  <a:pt x="212" y="175"/>
                  <a:pt x="212" y="175"/>
                  <a:pt x="212" y="175"/>
                </a:cubicBezTo>
                <a:cubicBezTo>
                  <a:pt x="210" y="180"/>
                  <a:pt x="207" y="186"/>
                  <a:pt x="203" y="191"/>
                </a:cubicBezTo>
                <a:cubicBezTo>
                  <a:pt x="187" y="185"/>
                  <a:pt x="187" y="185"/>
                  <a:pt x="187" y="185"/>
                </a:cubicBezTo>
                <a:cubicBezTo>
                  <a:pt x="182" y="189"/>
                  <a:pt x="177" y="192"/>
                  <a:pt x="171" y="194"/>
                </a:cubicBezTo>
                <a:cubicBezTo>
                  <a:pt x="168" y="211"/>
                  <a:pt x="168" y="211"/>
                  <a:pt x="168" y="211"/>
                </a:cubicBezTo>
                <a:cubicBezTo>
                  <a:pt x="165" y="212"/>
                  <a:pt x="162" y="212"/>
                  <a:pt x="159" y="212"/>
                </a:cubicBezTo>
                <a:cubicBezTo>
                  <a:pt x="155" y="212"/>
                  <a:pt x="152" y="212"/>
                  <a:pt x="149" y="211"/>
                </a:cubicBezTo>
                <a:cubicBezTo>
                  <a:pt x="147" y="194"/>
                  <a:pt x="147" y="194"/>
                  <a:pt x="147" y="194"/>
                </a:cubicBezTo>
                <a:cubicBezTo>
                  <a:pt x="141" y="193"/>
                  <a:pt x="135" y="189"/>
                  <a:pt x="130" y="185"/>
                </a:cubicBezTo>
                <a:cubicBezTo>
                  <a:pt x="114" y="191"/>
                  <a:pt x="114" y="191"/>
                  <a:pt x="114" y="191"/>
                </a:cubicBezTo>
                <a:cubicBezTo>
                  <a:pt x="110" y="186"/>
                  <a:pt x="107" y="180"/>
                  <a:pt x="105" y="175"/>
                </a:cubicBezTo>
                <a:lnTo>
                  <a:pt x="118" y="164"/>
                </a:lnTo>
                <a:close/>
                <a:moveTo>
                  <a:pt x="159" y="175"/>
                </a:moveTo>
                <a:cubicBezTo>
                  <a:pt x="164" y="175"/>
                  <a:pt x="169" y="173"/>
                  <a:pt x="173" y="169"/>
                </a:cubicBezTo>
                <a:cubicBezTo>
                  <a:pt x="177" y="165"/>
                  <a:pt x="179" y="160"/>
                  <a:pt x="179" y="154"/>
                </a:cubicBezTo>
                <a:cubicBezTo>
                  <a:pt x="179" y="149"/>
                  <a:pt x="177" y="144"/>
                  <a:pt x="173" y="140"/>
                </a:cubicBezTo>
                <a:cubicBezTo>
                  <a:pt x="169" y="135"/>
                  <a:pt x="164" y="133"/>
                  <a:pt x="159" y="133"/>
                </a:cubicBezTo>
                <a:cubicBezTo>
                  <a:pt x="153" y="133"/>
                  <a:pt x="148" y="135"/>
                  <a:pt x="144" y="140"/>
                </a:cubicBezTo>
                <a:cubicBezTo>
                  <a:pt x="140" y="144"/>
                  <a:pt x="138" y="149"/>
                  <a:pt x="138" y="154"/>
                </a:cubicBezTo>
                <a:cubicBezTo>
                  <a:pt x="138" y="160"/>
                  <a:pt x="140" y="165"/>
                  <a:pt x="144" y="169"/>
                </a:cubicBezTo>
                <a:cubicBezTo>
                  <a:pt x="148" y="173"/>
                  <a:pt x="153" y="175"/>
                  <a:pt x="159" y="175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46" name="Freeform 48"/>
          <p:cNvSpPr>
            <a:spLocks/>
          </p:cNvSpPr>
          <p:nvPr/>
        </p:nvSpPr>
        <p:spPr bwMode="auto">
          <a:xfrm>
            <a:off x="10058355" y="2235522"/>
            <a:ext cx="225859" cy="349647"/>
          </a:xfrm>
          <a:custGeom>
            <a:avLst/>
            <a:gdLst>
              <a:gd name="T0" fmla="*/ 1 w 157"/>
              <a:gd name="T1" fmla="*/ 99 h 245"/>
              <a:gd name="T2" fmla="*/ 30 w 157"/>
              <a:gd name="T3" fmla="*/ 53 h 245"/>
              <a:gd name="T4" fmla="*/ 31 w 157"/>
              <a:gd name="T5" fmla="*/ 48 h 245"/>
              <a:gd name="T6" fmla="*/ 45 w 157"/>
              <a:gd name="T7" fmla="*/ 33 h 245"/>
              <a:gd name="T8" fmla="*/ 52 w 157"/>
              <a:gd name="T9" fmla="*/ 0 h 245"/>
              <a:gd name="T10" fmla="*/ 65 w 157"/>
              <a:gd name="T11" fmla="*/ 12 h 245"/>
              <a:gd name="T12" fmla="*/ 68 w 157"/>
              <a:gd name="T13" fmla="*/ 20 h 245"/>
              <a:gd name="T14" fmla="*/ 91 w 157"/>
              <a:gd name="T15" fmla="*/ 25 h 245"/>
              <a:gd name="T16" fmla="*/ 124 w 157"/>
              <a:gd name="T17" fmla="*/ 50 h 245"/>
              <a:gd name="T18" fmla="*/ 141 w 157"/>
              <a:gd name="T19" fmla="*/ 87 h 245"/>
              <a:gd name="T20" fmla="*/ 146 w 157"/>
              <a:gd name="T21" fmla="*/ 120 h 245"/>
              <a:gd name="T22" fmla="*/ 120 w 157"/>
              <a:gd name="T23" fmla="*/ 177 h 245"/>
              <a:gd name="T24" fmla="*/ 112 w 157"/>
              <a:gd name="T25" fmla="*/ 179 h 245"/>
              <a:gd name="T26" fmla="*/ 110 w 157"/>
              <a:gd name="T27" fmla="*/ 182 h 245"/>
              <a:gd name="T28" fmla="*/ 111 w 157"/>
              <a:gd name="T29" fmla="*/ 185 h 245"/>
              <a:gd name="T30" fmla="*/ 120 w 157"/>
              <a:gd name="T31" fmla="*/ 188 h 245"/>
              <a:gd name="T32" fmla="*/ 124 w 157"/>
              <a:gd name="T33" fmla="*/ 193 h 245"/>
              <a:gd name="T34" fmla="*/ 120 w 157"/>
              <a:gd name="T35" fmla="*/ 198 h 245"/>
              <a:gd name="T36" fmla="*/ 112 w 157"/>
              <a:gd name="T37" fmla="*/ 200 h 245"/>
              <a:gd name="T38" fmla="*/ 110 w 157"/>
              <a:gd name="T39" fmla="*/ 203 h 245"/>
              <a:gd name="T40" fmla="*/ 111 w 157"/>
              <a:gd name="T41" fmla="*/ 206 h 245"/>
              <a:gd name="T42" fmla="*/ 120 w 157"/>
              <a:gd name="T43" fmla="*/ 208 h 245"/>
              <a:gd name="T44" fmla="*/ 143 w 157"/>
              <a:gd name="T45" fmla="*/ 208 h 245"/>
              <a:gd name="T46" fmla="*/ 150 w 157"/>
              <a:gd name="T47" fmla="*/ 211 h 245"/>
              <a:gd name="T48" fmla="*/ 156 w 157"/>
              <a:gd name="T49" fmla="*/ 218 h 245"/>
              <a:gd name="T50" fmla="*/ 157 w 157"/>
              <a:gd name="T51" fmla="*/ 245 h 245"/>
              <a:gd name="T52" fmla="*/ 21 w 157"/>
              <a:gd name="T53" fmla="*/ 224 h 245"/>
              <a:gd name="T54" fmla="*/ 27 w 157"/>
              <a:gd name="T55" fmla="*/ 212 h 245"/>
              <a:gd name="T56" fmla="*/ 35 w 157"/>
              <a:gd name="T57" fmla="*/ 208 h 245"/>
              <a:gd name="T58" fmla="*/ 58 w 157"/>
              <a:gd name="T59" fmla="*/ 208 h 245"/>
              <a:gd name="T60" fmla="*/ 66 w 157"/>
              <a:gd name="T61" fmla="*/ 207 h 245"/>
              <a:gd name="T62" fmla="*/ 68 w 157"/>
              <a:gd name="T63" fmla="*/ 204 h 245"/>
              <a:gd name="T64" fmla="*/ 67 w 157"/>
              <a:gd name="T65" fmla="*/ 201 h 245"/>
              <a:gd name="T66" fmla="*/ 58 w 157"/>
              <a:gd name="T67" fmla="*/ 198 h 245"/>
              <a:gd name="T68" fmla="*/ 54 w 157"/>
              <a:gd name="T69" fmla="*/ 193 h 245"/>
              <a:gd name="T70" fmla="*/ 58 w 157"/>
              <a:gd name="T71" fmla="*/ 188 h 245"/>
              <a:gd name="T72" fmla="*/ 66 w 157"/>
              <a:gd name="T73" fmla="*/ 186 h 245"/>
              <a:gd name="T74" fmla="*/ 68 w 157"/>
              <a:gd name="T75" fmla="*/ 183 h 245"/>
              <a:gd name="T76" fmla="*/ 67 w 157"/>
              <a:gd name="T77" fmla="*/ 180 h 245"/>
              <a:gd name="T78" fmla="*/ 58 w 157"/>
              <a:gd name="T79" fmla="*/ 177 h 245"/>
              <a:gd name="T80" fmla="*/ 30 w 157"/>
              <a:gd name="T81" fmla="*/ 173 h 245"/>
              <a:gd name="T82" fmla="*/ 27 w 157"/>
              <a:gd name="T83" fmla="*/ 165 h 245"/>
              <a:gd name="T84" fmla="*/ 27 w 157"/>
              <a:gd name="T85" fmla="*/ 161 h 245"/>
              <a:gd name="T86" fmla="*/ 28 w 157"/>
              <a:gd name="T87" fmla="*/ 158 h 245"/>
              <a:gd name="T88" fmla="*/ 33 w 157"/>
              <a:gd name="T89" fmla="*/ 151 h 245"/>
              <a:gd name="T90" fmla="*/ 73 w 157"/>
              <a:gd name="T91" fmla="*/ 110 h 245"/>
              <a:gd name="T92" fmla="*/ 76 w 157"/>
              <a:gd name="T93" fmla="*/ 98 h 245"/>
              <a:gd name="T94" fmla="*/ 73 w 157"/>
              <a:gd name="T95" fmla="*/ 94 h 245"/>
              <a:gd name="T96" fmla="*/ 63 w 157"/>
              <a:gd name="T97" fmla="*/ 94 h 245"/>
              <a:gd name="T98" fmla="*/ 30 w 157"/>
              <a:gd name="T99" fmla="*/ 121 h 245"/>
              <a:gd name="T100" fmla="*/ 28 w 157"/>
              <a:gd name="T101" fmla="*/ 122 h 245"/>
              <a:gd name="T102" fmla="*/ 23 w 157"/>
              <a:gd name="T103" fmla="*/ 120 h 245"/>
              <a:gd name="T104" fmla="*/ 16 w 157"/>
              <a:gd name="T105" fmla="*/ 120 h 245"/>
              <a:gd name="T106" fmla="*/ 7 w 157"/>
              <a:gd name="T107" fmla="*/ 116 h 245"/>
              <a:gd name="T108" fmla="*/ 0 w 157"/>
              <a:gd name="T109" fmla="*/ 103 h 2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57" h="245">
                <a:moveTo>
                  <a:pt x="0" y="103"/>
                </a:moveTo>
                <a:cubicBezTo>
                  <a:pt x="0" y="101"/>
                  <a:pt x="0" y="100"/>
                  <a:pt x="1" y="99"/>
                </a:cubicBezTo>
                <a:cubicBezTo>
                  <a:pt x="32" y="58"/>
                  <a:pt x="32" y="58"/>
                  <a:pt x="32" y="58"/>
                </a:cubicBezTo>
                <a:cubicBezTo>
                  <a:pt x="30" y="56"/>
                  <a:pt x="30" y="54"/>
                  <a:pt x="30" y="53"/>
                </a:cubicBezTo>
                <a:cubicBezTo>
                  <a:pt x="30" y="52"/>
                  <a:pt x="30" y="51"/>
                  <a:pt x="30" y="50"/>
                </a:cubicBezTo>
                <a:cubicBezTo>
                  <a:pt x="30" y="49"/>
                  <a:pt x="31" y="48"/>
                  <a:pt x="31" y="48"/>
                </a:cubicBezTo>
                <a:cubicBezTo>
                  <a:pt x="32" y="47"/>
                  <a:pt x="32" y="47"/>
                  <a:pt x="32" y="47"/>
                </a:cubicBezTo>
                <a:cubicBezTo>
                  <a:pt x="37" y="42"/>
                  <a:pt x="42" y="37"/>
                  <a:pt x="45" y="33"/>
                </a:cubicBezTo>
                <a:cubicBezTo>
                  <a:pt x="48" y="29"/>
                  <a:pt x="51" y="26"/>
                  <a:pt x="52" y="24"/>
                </a:cubicBezTo>
                <a:cubicBezTo>
                  <a:pt x="52" y="0"/>
                  <a:pt x="52" y="0"/>
                  <a:pt x="52" y="0"/>
                </a:cubicBezTo>
                <a:cubicBezTo>
                  <a:pt x="56" y="3"/>
                  <a:pt x="58" y="5"/>
                  <a:pt x="60" y="7"/>
                </a:cubicBezTo>
                <a:cubicBezTo>
                  <a:pt x="62" y="9"/>
                  <a:pt x="64" y="10"/>
                  <a:pt x="65" y="12"/>
                </a:cubicBezTo>
                <a:cubicBezTo>
                  <a:pt x="66" y="14"/>
                  <a:pt x="67" y="16"/>
                  <a:pt x="67" y="17"/>
                </a:cubicBezTo>
                <a:cubicBezTo>
                  <a:pt x="68" y="18"/>
                  <a:pt x="68" y="19"/>
                  <a:pt x="68" y="20"/>
                </a:cubicBezTo>
                <a:cubicBezTo>
                  <a:pt x="68" y="21"/>
                  <a:pt x="68" y="21"/>
                  <a:pt x="68" y="21"/>
                </a:cubicBezTo>
                <a:cubicBezTo>
                  <a:pt x="76" y="21"/>
                  <a:pt x="84" y="22"/>
                  <a:pt x="91" y="25"/>
                </a:cubicBezTo>
                <a:cubicBezTo>
                  <a:pt x="98" y="28"/>
                  <a:pt x="104" y="31"/>
                  <a:pt x="109" y="35"/>
                </a:cubicBezTo>
                <a:cubicBezTo>
                  <a:pt x="115" y="39"/>
                  <a:pt x="119" y="44"/>
                  <a:pt x="124" y="50"/>
                </a:cubicBezTo>
                <a:cubicBezTo>
                  <a:pt x="128" y="56"/>
                  <a:pt x="131" y="62"/>
                  <a:pt x="134" y="68"/>
                </a:cubicBezTo>
                <a:cubicBezTo>
                  <a:pt x="137" y="74"/>
                  <a:pt x="139" y="80"/>
                  <a:pt x="141" y="87"/>
                </a:cubicBezTo>
                <a:cubicBezTo>
                  <a:pt x="143" y="93"/>
                  <a:pt x="144" y="99"/>
                  <a:pt x="145" y="104"/>
                </a:cubicBezTo>
                <a:cubicBezTo>
                  <a:pt x="146" y="110"/>
                  <a:pt x="146" y="115"/>
                  <a:pt x="146" y="120"/>
                </a:cubicBezTo>
                <a:cubicBezTo>
                  <a:pt x="146" y="177"/>
                  <a:pt x="146" y="177"/>
                  <a:pt x="146" y="177"/>
                </a:cubicBezTo>
                <a:cubicBezTo>
                  <a:pt x="120" y="177"/>
                  <a:pt x="120" y="177"/>
                  <a:pt x="120" y="177"/>
                </a:cubicBezTo>
                <a:cubicBezTo>
                  <a:pt x="118" y="177"/>
                  <a:pt x="116" y="177"/>
                  <a:pt x="115" y="178"/>
                </a:cubicBezTo>
                <a:cubicBezTo>
                  <a:pt x="114" y="178"/>
                  <a:pt x="113" y="178"/>
                  <a:pt x="112" y="179"/>
                </a:cubicBezTo>
                <a:cubicBezTo>
                  <a:pt x="111" y="179"/>
                  <a:pt x="111" y="180"/>
                  <a:pt x="110" y="181"/>
                </a:cubicBezTo>
                <a:cubicBezTo>
                  <a:pt x="110" y="181"/>
                  <a:pt x="110" y="181"/>
                  <a:pt x="110" y="182"/>
                </a:cubicBezTo>
                <a:cubicBezTo>
                  <a:pt x="110" y="182"/>
                  <a:pt x="110" y="182"/>
                  <a:pt x="110" y="182"/>
                </a:cubicBezTo>
                <a:cubicBezTo>
                  <a:pt x="110" y="183"/>
                  <a:pt x="110" y="184"/>
                  <a:pt x="111" y="185"/>
                </a:cubicBezTo>
                <a:cubicBezTo>
                  <a:pt x="112" y="186"/>
                  <a:pt x="113" y="186"/>
                  <a:pt x="114" y="187"/>
                </a:cubicBezTo>
                <a:cubicBezTo>
                  <a:pt x="115" y="187"/>
                  <a:pt x="117" y="188"/>
                  <a:pt x="120" y="188"/>
                </a:cubicBezTo>
                <a:cubicBezTo>
                  <a:pt x="121" y="188"/>
                  <a:pt x="122" y="188"/>
                  <a:pt x="123" y="189"/>
                </a:cubicBezTo>
                <a:cubicBezTo>
                  <a:pt x="124" y="190"/>
                  <a:pt x="124" y="191"/>
                  <a:pt x="124" y="193"/>
                </a:cubicBezTo>
                <a:cubicBezTo>
                  <a:pt x="124" y="194"/>
                  <a:pt x="124" y="195"/>
                  <a:pt x="123" y="196"/>
                </a:cubicBezTo>
                <a:cubicBezTo>
                  <a:pt x="122" y="198"/>
                  <a:pt x="121" y="198"/>
                  <a:pt x="120" y="198"/>
                </a:cubicBezTo>
                <a:cubicBezTo>
                  <a:pt x="118" y="198"/>
                  <a:pt x="116" y="198"/>
                  <a:pt x="115" y="199"/>
                </a:cubicBezTo>
                <a:cubicBezTo>
                  <a:pt x="114" y="199"/>
                  <a:pt x="113" y="199"/>
                  <a:pt x="112" y="200"/>
                </a:cubicBezTo>
                <a:cubicBezTo>
                  <a:pt x="111" y="200"/>
                  <a:pt x="111" y="201"/>
                  <a:pt x="110" y="201"/>
                </a:cubicBezTo>
                <a:cubicBezTo>
                  <a:pt x="110" y="202"/>
                  <a:pt x="110" y="202"/>
                  <a:pt x="110" y="203"/>
                </a:cubicBezTo>
                <a:cubicBezTo>
                  <a:pt x="110" y="203"/>
                  <a:pt x="110" y="203"/>
                  <a:pt x="110" y="203"/>
                </a:cubicBezTo>
                <a:cubicBezTo>
                  <a:pt x="110" y="204"/>
                  <a:pt x="110" y="205"/>
                  <a:pt x="111" y="206"/>
                </a:cubicBezTo>
                <a:cubicBezTo>
                  <a:pt x="112" y="206"/>
                  <a:pt x="113" y="207"/>
                  <a:pt x="114" y="208"/>
                </a:cubicBezTo>
                <a:cubicBezTo>
                  <a:pt x="115" y="208"/>
                  <a:pt x="117" y="208"/>
                  <a:pt x="120" y="208"/>
                </a:cubicBezTo>
                <a:cubicBezTo>
                  <a:pt x="141" y="208"/>
                  <a:pt x="141" y="208"/>
                  <a:pt x="141" y="208"/>
                </a:cubicBezTo>
                <a:cubicBezTo>
                  <a:pt x="141" y="208"/>
                  <a:pt x="142" y="208"/>
                  <a:pt x="143" y="208"/>
                </a:cubicBezTo>
                <a:cubicBezTo>
                  <a:pt x="143" y="208"/>
                  <a:pt x="145" y="209"/>
                  <a:pt x="146" y="209"/>
                </a:cubicBezTo>
                <a:cubicBezTo>
                  <a:pt x="147" y="210"/>
                  <a:pt x="149" y="210"/>
                  <a:pt x="150" y="211"/>
                </a:cubicBezTo>
                <a:cubicBezTo>
                  <a:pt x="151" y="212"/>
                  <a:pt x="152" y="213"/>
                  <a:pt x="153" y="214"/>
                </a:cubicBezTo>
                <a:cubicBezTo>
                  <a:pt x="154" y="215"/>
                  <a:pt x="155" y="216"/>
                  <a:pt x="156" y="218"/>
                </a:cubicBezTo>
                <a:cubicBezTo>
                  <a:pt x="156" y="220"/>
                  <a:pt x="157" y="222"/>
                  <a:pt x="157" y="224"/>
                </a:cubicBezTo>
                <a:cubicBezTo>
                  <a:pt x="157" y="245"/>
                  <a:pt x="157" y="245"/>
                  <a:pt x="157" y="245"/>
                </a:cubicBezTo>
                <a:cubicBezTo>
                  <a:pt x="21" y="245"/>
                  <a:pt x="21" y="245"/>
                  <a:pt x="21" y="245"/>
                </a:cubicBezTo>
                <a:cubicBezTo>
                  <a:pt x="21" y="224"/>
                  <a:pt x="21" y="224"/>
                  <a:pt x="21" y="224"/>
                </a:cubicBezTo>
                <a:cubicBezTo>
                  <a:pt x="21" y="221"/>
                  <a:pt x="22" y="218"/>
                  <a:pt x="23" y="216"/>
                </a:cubicBezTo>
                <a:cubicBezTo>
                  <a:pt x="24" y="214"/>
                  <a:pt x="25" y="213"/>
                  <a:pt x="27" y="212"/>
                </a:cubicBezTo>
                <a:cubicBezTo>
                  <a:pt x="28" y="211"/>
                  <a:pt x="30" y="210"/>
                  <a:pt x="31" y="209"/>
                </a:cubicBezTo>
                <a:cubicBezTo>
                  <a:pt x="33" y="209"/>
                  <a:pt x="34" y="209"/>
                  <a:pt x="35" y="208"/>
                </a:cubicBezTo>
                <a:cubicBezTo>
                  <a:pt x="37" y="208"/>
                  <a:pt x="37" y="208"/>
                  <a:pt x="37" y="208"/>
                </a:cubicBezTo>
                <a:cubicBezTo>
                  <a:pt x="58" y="208"/>
                  <a:pt x="58" y="208"/>
                  <a:pt x="58" y="208"/>
                </a:cubicBezTo>
                <a:cubicBezTo>
                  <a:pt x="60" y="208"/>
                  <a:pt x="62" y="208"/>
                  <a:pt x="63" y="208"/>
                </a:cubicBezTo>
                <a:cubicBezTo>
                  <a:pt x="64" y="207"/>
                  <a:pt x="65" y="207"/>
                  <a:pt x="66" y="207"/>
                </a:cubicBezTo>
                <a:cubicBezTo>
                  <a:pt x="67" y="206"/>
                  <a:pt x="67" y="206"/>
                  <a:pt x="68" y="205"/>
                </a:cubicBezTo>
                <a:cubicBezTo>
                  <a:pt x="68" y="204"/>
                  <a:pt x="68" y="204"/>
                  <a:pt x="68" y="204"/>
                </a:cubicBezTo>
                <a:cubicBezTo>
                  <a:pt x="68" y="203"/>
                  <a:pt x="68" y="203"/>
                  <a:pt x="68" y="203"/>
                </a:cubicBezTo>
                <a:cubicBezTo>
                  <a:pt x="68" y="202"/>
                  <a:pt x="68" y="201"/>
                  <a:pt x="67" y="201"/>
                </a:cubicBezTo>
                <a:cubicBezTo>
                  <a:pt x="66" y="200"/>
                  <a:pt x="65" y="199"/>
                  <a:pt x="64" y="199"/>
                </a:cubicBezTo>
                <a:cubicBezTo>
                  <a:pt x="62" y="198"/>
                  <a:pt x="60" y="198"/>
                  <a:pt x="58" y="198"/>
                </a:cubicBezTo>
                <a:cubicBezTo>
                  <a:pt x="57" y="198"/>
                  <a:pt x="56" y="198"/>
                  <a:pt x="55" y="196"/>
                </a:cubicBezTo>
                <a:cubicBezTo>
                  <a:pt x="54" y="195"/>
                  <a:pt x="54" y="194"/>
                  <a:pt x="54" y="193"/>
                </a:cubicBezTo>
                <a:cubicBezTo>
                  <a:pt x="54" y="191"/>
                  <a:pt x="54" y="190"/>
                  <a:pt x="55" y="189"/>
                </a:cubicBezTo>
                <a:cubicBezTo>
                  <a:pt x="56" y="188"/>
                  <a:pt x="57" y="188"/>
                  <a:pt x="58" y="188"/>
                </a:cubicBezTo>
                <a:cubicBezTo>
                  <a:pt x="60" y="188"/>
                  <a:pt x="61" y="187"/>
                  <a:pt x="63" y="187"/>
                </a:cubicBezTo>
                <a:cubicBezTo>
                  <a:pt x="64" y="187"/>
                  <a:pt x="65" y="186"/>
                  <a:pt x="66" y="186"/>
                </a:cubicBezTo>
                <a:cubicBezTo>
                  <a:pt x="67" y="185"/>
                  <a:pt x="67" y="185"/>
                  <a:pt x="68" y="184"/>
                </a:cubicBezTo>
                <a:cubicBezTo>
                  <a:pt x="68" y="184"/>
                  <a:pt x="68" y="183"/>
                  <a:pt x="68" y="183"/>
                </a:cubicBezTo>
                <a:cubicBezTo>
                  <a:pt x="68" y="182"/>
                  <a:pt x="68" y="182"/>
                  <a:pt x="68" y="182"/>
                </a:cubicBezTo>
                <a:cubicBezTo>
                  <a:pt x="68" y="181"/>
                  <a:pt x="68" y="181"/>
                  <a:pt x="67" y="180"/>
                </a:cubicBezTo>
                <a:cubicBezTo>
                  <a:pt x="66" y="179"/>
                  <a:pt x="65" y="179"/>
                  <a:pt x="64" y="178"/>
                </a:cubicBezTo>
                <a:cubicBezTo>
                  <a:pt x="62" y="177"/>
                  <a:pt x="60" y="177"/>
                  <a:pt x="58" y="177"/>
                </a:cubicBezTo>
                <a:cubicBezTo>
                  <a:pt x="37" y="177"/>
                  <a:pt x="37" y="177"/>
                  <a:pt x="37" y="177"/>
                </a:cubicBezTo>
                <a:cubicBezTo>
                  <a:pt x="34" y="177"/>
                  <a:pt x="32" y="176"/>
                  <a:pt x="30" y="173"/>
                </a:cubicBezTo>
                <a:cubicBezTo>
                  <a:pt x="29" y="172"/>
                  <a:pt x="28" y="171"/>
                  <a:pt x="28" y="169"/>
                </a:cubicBezTo>
                <a:cubicBezTo>
                  <a:pt x="27" y="168"/>
                  <a:pt x="27" y="167"/>
                  <a:pt x="27" y="165"/>
                </a:cubicBezTo>
                <a:cubicBezTo>
                  <a:pt x="27" y="162"/>
                  <a:pt x="27" y="162"/>
                  <a:pt x="27" y="162"/>
                </a:cubicBezTo>
                <a:cubicBezTo>
                  <a:pt x="27" y="162"/>
                  <a:pt x="27" y="161"/>
                  <a:pt x="27" y="161"/>
                </a:cubicBezTo>
                <a:cubicBezTo>
                  <a:pt x="27" y="161"/>
                  <a:pt x="27" y="160"/>
                  <a:pt x="27" y="160"/>
                </a:cubicBezTo>
                <a:cubicBezTo>
                  <a:pt x="27" y="160"/>
                  <a:pt x="27" y="159"/>
                  <a:pt x="28" y="158"/>
                </a:cubicBezTo>
                <a:cubicBezTo>
                  <a:pt x="28" y="157"/>
                  <a:pt x="29" y="156"/>
                  <a:pt x="30" y="155"/>
                </a:cubicBezTo>
                <a:cubicBezTo>
                  <a:pt x="31" y="153"/>
                  <a:pt x="32" y="152"/>
                  <a:pt x="33" y="151"/>
                </a:cubicBezTo>
                <a:cubicBezTo>
                  <a:pt x="34" y="149"/>
                  <a:pt x="35" y="147"/>
                  <a:pt x="37" y="146"/>
                </a:cubicBezTo>
                <a:cubicBezTo>
                  <a:pt x="73" y="110"/>
                  <a:pt x="73" y="110"/>
                  <a:pt x="73" y="110"/>
                </a:cubicBezTo>
                <a:cubicBezTo>
                  <a:pt x="76" y="107"/>
                  <a:pt x="77" y="105"/>
                  <a:pt x="77" y="102"/>
                </a:cubicBezTo>
                <a:cubicBezTo>
                  <a:pt x="77" y="101"/>
                  <a:pt x="76" y="100"/>
                  <a:pt x="76" y="98"/>
                </a:cubicBezTo>
                <a:cubicBezTo>
                  <a:pt x="75" y="97"/>
                  <a:pt x="75" y="96"/>
                  <a:pt x="74" y="95"/>
                </a:cubicBezTo>
                <a:cubicBezTo>
                  <a:pt x="73" y="94"/>
                  <a:pt x="73" y="94"/>
                  <a:pt x="73" y="94"/>
                </a:cubicBezTo>
                <a:cubicBezTo>
                  <a:pt x="72" y="93"/>
                  <a:pt x="70" y="92"/>
                  <a:pt x="68" y="92"/>
                </a:cubicBezTo>
                <a:cubicBezTo>
                  <a:pt x="66" y="92"/>
                  <a:pt x="64" y="93"/>
                  <a:pt x="63" y="94"/>
                </a:cubicBezTo>
                <a:cubicBezTo>
                  <a:pt x="32" y="120"/>
                  <a:pt x="32" y="120"/>
                  <a:pt x="32" y="120"/>
                </a:cubicBezTo>
                <a:cubicBezTo>
                  <a:pt x="31" y="121"/>
                  <a:pt x="31" y="121"/>
                  <a:pt x="30" y="121"/>
                </a:cubicBezTo>
                <a:cubicBezTo>
                  <a:pt x="29" y="122"/>
                  <a:pt x="29" y="122"/>
                  <a:pt x="28" y="122"/>
                </a:cubicBezTo>
                <a:cubicBezTo>
                  <a:pt x="28" y="122"/>
                  <a:pt x="28" y="122"/>
                  <a:pt x="28" y="122"/>
                </a:cubicBezTo>
                <a:cubicBezTo>
                  <a:pt x="27" y="122"/>
                  <a:pt x="26" y="122"/>
                  <a:pt x="25" y="121"/>
                </a:cubicBezTo>
                <a:cubicBezTo>
                  <a:pt x="24" y="121"/>
                  <a:pt x="23" y="121"/>
                  <a:pt x="23" y="120"/>
                </a:cubicBezTo>
                <a:cubicBezTo>
                  <a:pt x="22" y="120"/>
                  <a:pt x="21" y="119"/>
                  <a:pt x="21" y="118"/>
                </a:cubicBezTo>
                <a:cubicBezTo>
                  <a:pt x="20" y="119"/>
                  <a:pt x="18" y="120"/>
                  <a:pt x="16" y="120"/>
                </a:cubicBezTo>
                <a:cubicBezTo>
                  <a:pt x="15" y="120"/>
                  <a:pt x="13" y="120"/>
                  <a:pt x="11" y="119"/>
                </a:cubicBezTo>
                <a:cubicBezTo>
                  <a:pt x="10" y="118"/>
                  <a:pt x="8" y="117"/>
                  <a:pt x="7" y="116"/>
                </a:cubicBezTo>
                <a:cubicBezTo>
                  <a:pt x="6" y="115"/>
                  <a:pt x="6" y="115"/>
                  <a:pt x="6" y="115"/>
                </a:cubicBezTo>
                <a:cubicBezTo>
                  <a:pt x="2" y="111"/>
                  <a:pt x="0" y="107"/>
                  <a:pt x="0" y="1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47" name="Rectangle 49"/>
          <p:cNvSpPr>
            <a:spLocks noChangeArrowheads="1"/>
          </p:cNvSpPr>
          <p:nvPr/>
        </p:nvSpPr>
        <p:spPr bwMode="auto">
          <a:xfrm>
            <a:off x="10475326" y="2361481"/>
            <a:ext cx="297527" cy="89041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48" name="Freeform 50"/>
          <p:cNvSpPr>
            <a:spLocks noEditPoints="1"/>
          </p:cNvSpPr>
          <p:nvPr/>
        </p:nvSpPr>
        <p:spPr bwMode="auto">
          <a:xfrm>
            <a:off x="11072549" y="2244208"/>
            <a:ext cx="299697" cy="325757"/>
          </a:xfrm>
          <a:custGeom>
            <a:avLst/>
            <a:gdLst>
              <a:gd name="T0" fmla="*/ 0 w 208"/>
              <a:gd name="T1" fmla="*/ 145 h 228"/>
              <a:gd name="T2" fmla="*/ 0 w 208"/>
              <a:gd name="T3" fmla="*/ 83 h 228"/>
              <a:gd name="T4" fmla="*/ 208 w 208"/>
              <a:gd name="T5" fmla="*/ 83 h 228"/>
              <a:gd name="T6" fmla="*/ 208 w 208"/>
              <a:gd name="T7" fmla="*/ 145 h 228"/>
              <a:gd name="T8" fmla="*/ 0 w 208"/>
              <a:gd name="T9" fmla="*/ 145 h 228"/>
              <a:gd name="T10" fmla="*/ 68 w 208"/>
              <a:gd name="T11" fmla="*/ 36 h 228"/>
              <a:gd name="T12" fmla="*/ 78 w 208"/>
              <a:gd name="T13" fmla="*/ 10 h 228"/>
              <a:gd name="T14" fmla="*/ 104 w 208"/>
              <a:gd name="T15" fmla="*/ 0 h 228"/>
              <a:gd name="T16" fmla="*/ 130 w 208"/>
              <a:gd name="T17" fmla="*/ 10 h 228"/>
              <a:gd name="T18" fmla="*/ 140 w 208"/>
              <a:gd name="T19" fmla="*/ 36 h 228"/>
              <a:gd name="T20" fmla="*/ 130 w 208"/>
              <a:gd name="T21" fmla="*/ 62 h 228"/>
              <a:gd name="T22" fmla="*/ 104 w 208"/>
              <a:gd name="T23" fmla="*/ 72 h 228"/>
              <a:gd name="T24" fmla="*/ 78 w 208"/>
              <a:gd name="T25" fmla="*/ 62 h 228"/>
              <a:gd name="T26" fmla="*/ 68 w 208"/>
              <a:gd name="T27" fmla="*/ 36 h 228"/>
              <a:gd name="T28" fmla="*/ 68 w 208"/>
              <a:gd name="T29" fmla="*/ 192 h 228"/>
              <a:gd name="T30" fmla="*/ 78 w 208"/>
              <a:gd name="T31" fmla="*/ 166 h 228"/>
              <a:gd name="T32" fmla="*/ 104 w 208"/>
              <a:gd name="T33" fmla="*/ 156 h 228"/>
              <a:gd name="T34" fmla="*/ 130 w 208"/>
              <a:gd name="T35" fmla="*/ 166 h 228"/>
              <a:gd name="T36" fmla="*/ 140 w 208"/>
              <a:gd name="T37" fmla="*/ 192 h 228"/>
              <a:gd name="T38" fmla="*/ 130 w 208"/>
              <a:gd name="T39" fmla="*/ 218 h 228"/>
              <a:gd name="T40" fmla="*/ 104 w 208"/>
              <a:gd name="T41" fmla="*/ 228 h 228"/>
              <a:gd name="T42" fmla="*/ 78 w 208"/>
              <a:gd name="T43" fmla="*/ 218 h 228"/>
              <a:gd name="T44" fmla="*/ 68 w 208"/>
              <a:gd name="T45" fmla="*/ 192 h 2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208" h="228">
                <a:moveTo>
                  <a:pt x="0" y="145"/>
                </a:moveTo>
                <a:cubicBezTo>
                  <a:pt x="0" y="83"/>
                  <a:pt x="0" y="83"/>
                  <a:pt x="0" y="83"/>
                </a:cubicBezTo>
                <a:cubicBezTo>
                  <a:pt x="208" y="83"/>
                  <a:pt x="208" y="83"/>
                  <a:pt x="208" y="83"/>
                </a:cubicBezTo>
                <a:cubicBezTo>
                  <a:pt x="208" y="145"/>
                  <a:pt x="208" y="145"/>
                  <a:pt x="208" y="145"/>
                </a:cubicBezTo>
                <a:lnTo>
                  <a:pt x="0" y="145"/>
                </a:lnTo>
                <a:close/>
                <a:moveTo>
                  <a:pt x="68" y="36"/>
                </a:moveTo>
                <a:cubicBezTo>
                  <a:pt x="68" y="26"/>
                  <a:pt x="71" y="17"/>
                  <a:pt x="78" y="10"/>
                </a:cubicBezTo>
                <a:cubicBezTo>
                  <a:pt x="85" y="3"/>
                  <a:pt x="94" y="0"/>
                  <a:pt x="104" y="0"/>
                </a:cubicBezTo>
                <a:cubicBezTo>
                  <a:pt x="114" y="0"/>
                  <a:pt x="123" y="3"/>
                  <a:pt x="130" y="10"/>
                </a:cubicBezTo>
                <a:cubicBezTo>
                  <a:pt x="137" y="18"/>
                  <a:pt x="140" y="26"/>
                  <a:pt x="140" y="36"/>
                </a:cubicBezTo>
                <a:cubicBezTo>
                  <a:pt x="140" y="46"/>
                  <a:pt x="137" y="55"/>
                  <a:pt x="130" y="62"/>
                </a:cubicBezTo>
                <a:cubicBezTo>
                  <a:pt x="123" y="69"/>
                  <a:pt x="114" y="72"/>
                  <a:pt x="104" y="72"/>
                </a:cubicBezTo>
                <a:cubicBezTo>
                  <a:pt x="94" y="72"/>
                  <a:pt x="85" y="69"/>
                  <a:pt x="78" y="62"/>
                </a:cubicBezTo>
                <a:cubicBezTo>
                  <a:pt x="71" y="55"/>
                  <a:pt x="68" y="46"/>
                  <a:pt x="68" y="36"/>
                </a:cubicBezTo>
                <a:close/>
                <a:moveTo>
                  <a:pt x="68" y="192"/>
                </a:moveTo>
                <a:cubicBezTo>
                  <a:pt x="68" y="182"/>
                  <a:pt x="71" y="173"/>
                  <a:pt x="78" y="166"/>
                </a:cubicBezTo>
                <a:cubicBezTo>
                  <a:pt x="85" y="159"/>
                  <a:pt x="94" y="156"/>
                  <a:pt x="104" y="156"/>
                </a:cubicBezTo>
                <a:cubicBezTo>
                  <a:pt x="114" y="156"/>
                  <a:pt x="123" y="159"/>
                  <a:pt x="130" y="166"/>
                </a:cubicBezTo>
                <a:cubicBezTo>
                  <a:pt x="137" y="174"/>
                  <a:pt x="140" y="182"/>
                  <a:pt x="140" y="192"/>
                </a:cubicBezTo>
                <a:cubicBezTo>
                  <a:pt x="140" y="202"/>
                  <a:pt x="137" y="211"/>
                  <a:pt x="130" y="218"/>
                </a:cubicBezTo>
                <a:cubicBezTo>
                  <a:pt x="123" y="225"/>
                  <a:pt x="114" y="228"/>
                  <a:pt x="104" y="228"/>
                </a:cubicBezTo>
                <a:cubicBezTo>
                  <a:pt x="94" y="228"/>
                  <a:pt x="85" y="225"/>
                  <a:pt x="78" y="218"/>
                </a:cubicBezTo>
                <a:cubicBezTo>
                  <a:pt x="71" y="211"/>
                  <a:pt x="68" y="202"/>
                  <a:pt x="68" y="192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49" name="Freeform 51"/>
          <p:cNvSpPr>
            <a:spLocks/>
          </p:cNvSpPr>
          <p:nvPr/>
        </p:nvSpPr>
        <p:spPr bwMode="auto">
          <a:xfrm>
            <a:off x="813351" y="2815370"/>
            <a:ext cx="273636" cy="273636"/>
          </a:xfrm>
          <a:custGeom>
            <a:avLst/>
            <a:gdLst>
              <a:gd name="T0" fmla="*/ 0 w 126"/>
              <a:gd name="T1" fmla="*/ 97 h 126"/>
              <a:gd name="T2" fmla="*/ 33 w 126"/>
              <a:gd name="T3" fmla="*/ 62 h 126"/>
              <a:gd name="T4" fmla="*/ 0 w 126"/>
              <a:gd name="T5" fmla="*/ 29 h 126"/>
              <a:gd name="T6" fmla="*/ 29 w 126"/>
              <a:gd name="T7" fmla="*/ 0 h 126"/>
              <a:gd name="T8" fmla="*/ 62 w 126"/>
              <a:gd name="T9" fmla="*/ 33 h 126"/>
              <a:gd name="T10" fmla="*/ 97 w 126"/>
              <a:gd name="T11" fmla="*/ 0 h 126"/>
              <a:gd name="T12" fmla="*/ 126 w 126"/>
              <a:gd name="T13" fmla="*/ 29 h 126"/>
              <a:gd name="T14" fmla="*/ 91 w 126"/>
              <a:gd name="T15" fmla="*/ 62 h 126"/>
              <a:gd name="T16" fmla="*/ 126 w 126"/>
              <a:gd name="T17" fmla="*/ 97 h 126"/>
              <a:gd name="T18" fmla="*/ 97 w 126"/>
              <a:gd name="T19" fmla="*/ 126 h 126"/>
              <a:gd name="T20" fmla="*/ 62 w 126"/>
              <a:gd name="T21" fmla="*/ 92 h 126"/>
              <a:gd name="T22" fmla="*/ 29 w 126"/>
              <a:gd name="T23" fmla="*/ 126 h 126"/>
              <a:gd name="T24" fmla="*/ 0 w 126"/>
              <a:gd name="T25" fmla="*/ 97 h 1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26" h="126">
                <a:moveTo>
                  <a:pt x="0" y="97"/>
                </a:moveTo>
                <a:lnTo>
                  <a:pt x="33" y="62"/>
                </a:lnTo>
                <a:lnTo>
                  <a:pt x="0" y="29"/>
                </a:lnTo>
                <a:lnTo>
                  <a:pt x="29" y="0"/>
                </a:lnTo>
                <a:lnTo>
                  <a:pt x="62" y="33"/>
                </a:lnTo>
                <a:lnTo>
                  <a:pt x="97" y="0"/>
                </a:lnTo>
                <a:lnTo>
                  <a:pt x="126" y="29"/>
                </a:lnTo>
                <a:lnTo>
                  <a:pt x="91" y="62"/>
                </a:lnTo>
                <a:lnTo>
                  <a:pt x="126" y="97"/>
                </a:lnTo>
                <a:lnTo>
                  <a:pt x="97" y="126"/>
                </a:lnTo>
                <a:lnTo>
                  <a:pt x="62" y="92"/>
                </a:lnTo>
                <a:lnTo>
                  <a:pt x="29" y="126"/>
                </a:lnTo>
                <a:lnTo>
                  <a:pt x="0" y="97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50" name="Freeform 52"/>
          <p:cNvSpPr>
            <a:spLocks/>
          </p:cNvSpPr>
          <p:nvPr/>
        </p:nvSpPr>
        <p:spPr bwMode="auto">
          <a:xfrm>
            <a:off x="1323704" y="2802339"/>
            <a:ext cx="267123" cy="297527"/>
          </a:xfrm>
          <a:custGeom>
            <a:avLst/>
            <a:gdLst>
              <a:gd name="T0" fmla="*/ 0 w 187"/>
              <a:gd name="T1" fmla="*/ 136 h 208"/>
              <a:gd name="T2" fmla="*/ 0 w 187"/>
              <a:gd name="T3" fmla="*/ 115 h 208"/>
              <a:gd name="T4" fmla="*/ 10 w 187"/>
              <a:gd name="T5" fmla="*/ 115 h 208"/>
              <a:gd name="T6" fmla="*/ 10 w 187"/>
              <a:gd name="T7" fmla="*/ 111 h 208"/>
              <a:gd name="T8" fmla="*/ 10 w 187"/>
              <a:gd name="T9" fmla="*/ 104 h 208"/>
              <a:gd name="T10" fmla="*/ 10 w 187"/>
              <a:gd name="T11" fmla="*/ 98 h 208"/>
              <a:gd name="T12" fmla="*/ 10 w 187"/>
              <a:gd name="T13" fmla="*/ 94 h 208"/>
              <a:gd name="T14" fmla="*/ 0 w 187"/>
              <a:gd name="T15" fmla="*/ 94 h 208"/>
              <a:gd name="T16" fmla="*/ 0 w 187"/>
              <a:gd name="T17" fmla="*/ 73 h 208"/>
              <a:gd name="T18" fmla="*/ 15 w 187"/>
              <a:gd name="T19" fmla="*/ 73 h 208"/>
              <a:gd name="T20" fmla="*/ 52 w 187"/>
              <a:gd name="T21" fmla="*/ 21 h 208"/>
              <a:gd name="T22" fmla="*/ 114 w 187"/>
              <a:gd name="T23" fmla="*/ 0 h 208"/>
              <a:gd name="T24" fmla="*/ 135 w 187"/>
              <a:gd name="T25" fmla="*/ 2 h 208"/>
              <a:gd name="T26" fmla="*/ 154 w 187"/>
              <a:gd name="T27" fmla="*/ 8 h 208"/>
              <a:gd name="T28" fmla="*/ 172 w 187"/>
              <a:gd name="T29" fmla="*/ 18 h 208"/>
              <a:gd name="T30" fmla="*/ 187 w 187"/>
              <a:gd name="T31" fmla="*/ 31 h 208"/>
              <a:gd name="T32" fmla="*/ 158 w 187"/>
              <a:gd name="T33" fmla="*/ 60 h 208"/>
              <a:gd name="T34" fmla="*/ 138 w 187"/>
              <a:gd name="T35" fmla="*/ 47 h 208"/>
              <a:gd name="T36" fmla="*/ 114 w 187"/>
              <a:gd name="T37" fmla="*/ 42 h 208"/>
              <a:gd name="T38" fmla="*/ 83 w 187"/>
              <a:gd name="T39" fmla="*/ 51 h 208"/>
              <a:gd name="T40" fmla="*/ 60 w 187"/>
              <a:gd name="T41" fmla="*/ 73 h 208"/>
              <a:gd name="T42" fmla="*/ 114 w 187"/>
              <a:gd name="T43" fmla="*/ 73 h 208"/>
              <a:gd name="T44" fmla="*/ 114 w 187"/>
              <a:gd name="T45" fmla="*/ 94 h 208"/>
              <a:gd name="T46" fmla="*/ 52 w 187"/>
              <a:gd name="T47" fmla="*/ 94 h 208"/>
              <a:gd name="T48" fmla="*/ 52 w 187"/>
              <a:gd name="T49" fmla="*/ 100 h 208"/>
              <a:gd name="T50" fmla="*/ 51 w 187"/>
              <a:gd name="T51" fmla="*/ 104 h 208"/>
              <a:gd name="T52" fmla="*/ 52 w 187"/>
              <a:gd name="T53" fmla="*/ 109 h 208"/>
              <a:gd name="T54" fmla="*/ 52 w 187"/>
              <a:gd name="T55" fmla="*/ 115 h 208"/>
              <a:gd name="T56" fmla="*/ 114 w 187"/>
              <a:gd name="T57" fmla="*/ 115 h 208"/>
              <a:gd name="T58" fmla="*/ 114 w 187"/>
              <a:gd name="T59" fmla="*/ 136 h 208"/>
              <a:gd name="T60" fmla="*/ 60 w 187"/>
              <a:gd name="T61" fmla="*/ 136 h 208"/>
              <a:gd name="T62" fmla="*/ 83 w 187"/>
              <a:gd name="T63" fmla="*/ 158 h 208"/>
              <a:gd name="T64" fmla="*/ 114 w 187"/>
              <a:gd name="T65" fmla="*/ 167 h 208"/>
              <a:gd name="T66" fmla="*/ 138 w 187"/>
              <a:gd name="T67" fmla="*/ 162 h 208"/>
              <a:gd name="T68" fmla="*/ 158 w 187"/>
              <a:gd name="T69" fmla="*/ 149 h 208"/>
              <a:gd name="T70" fmla="*/ 187 w 187"/>
              <a:gd name="T71" fmla="*/ 178 h 208"/>
              <a:gd name="T72" fmla="*/ 172 w 187"/>
              <a:gd name="T73" fmla="*/ 191 h 208"/>
              <a:gd name="T74" fmla="*/ 154 w 187"/>
              <a:gd name="T75" fmla="*/ 200 h 208"/>
              <a:gd name="T76" fmla="*/ 135 w 187"/>
              <a:gd name="T77" fmla="*/ 206 h 208"/>
              <a:gd name="T78" fmla="*/ 114 w 187"/>
              <a:gd name="T79" fmla="*/ 208 h 208"/>
              <a:gd name="T80" fmla="*/ 52 w 187"/>
              <a:gd name="T81" fmla="*/ 188 h 208"/>
              <a:gd name="T82" fmla="*/ 15 w 187"/>
              <a:gd name="T83" fmla="*/ 136 h 208"/>
              <a:gd name="T84" fmla="*/ 0 w 187"/>
              <a:gd name="T85" fmla="*/ 136 h 2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87" h="208">
                <a:moveTo>
                  <a:pt x="0" y="136"/>
                </a:moveTo>
                <a:cubicBezTo>
                  <a:pt x="0" y="115"/>
                  <a:pt x="0" y="115"/>
                  <a:pt x="0" y="115"/>
                </a:cubicBezTo>
                <a:cubicBezTo>
                  <a:pt x="10" y="115"/>
                  <a:pt x="10" y="115"/>
                  <a:pt x="10" y="115"/>
                </a:cubicBezTo>
                <a:cubicBezTo>
                  <a:pt x="10" y="114"/>
                  <a:pt x="10" y="112"/>
                  <a:pt x="10" y="111"/>
                </a:cubicBezTo>
                <a:cubicBezTo>
                  <a:pt x="10" y="109"/>
                  <a:pt x="10" y="107"/>
                  <a:pt x="10" y="104"/>
                </a:cubicBezTo>
                <a:cubicBezTo>
                  <a:pt x="10" y="102"/>
                  <a:pt x="10" y="100"/>
                  <a:pt x="10" y="98"/>
                </a:cubicBezTo>
                <a:cubicBezTo>
                  <a:pt x="10" y="96"/>
                  <a:pt x="10" y="95"/>
                  <a:pt x="10" y="94"/>
                </a:cubicBezTo>
                <a:cubicBezTo>
                  <a:pt x="0" y="94"/>
                  <a:pt x="0" y="94"/>
                  <a:pt x="0" y="94"/>
                </a:cubicBezTo>
                <a:cubicBezTo>
                  <a:pt x="0" y="73"/>
                  <a:pt x="0" y="73"/>
                  <a:pt x="0" y="73"/>
                </a:cubicBezTo>
                <a:cubicBezTo>
                  <a:pt x="15" y="73"/>
                  <a:pt x="15" y="73"/>
                  <a:pt x="15" y="73"/>
                </a:cubicBezTo>
                <a:cubicBezTo>
                  <a:pt x="22" y="52"/>
                  <a:pt x="34" y="34"/>
                  <a:pt x="52" y="21"/>
                </a:cubicBezTo>
                <a:cubicBezTo>
                  <a:pt x="70" y="7"/>
                  <a:pt x="91" y="0"/>
                  <a:pt x="114" y="0"/>
                </a:cubicBezTo>
                <a:cubicBezTo>
                  <a:pt x="121" y="0"/>
                  <a:pt x="128" y="1"/>
                  <a:pt x="135" y="2"/>
                </a:cubicBezTo>
                <a:cubicBezTo>
                  <a:pt x="141" y="4"/>
                  <a:pt x="148" y="6"/>
                  <a:pt x="154" y="8"/>
                </a:cubicBezTo>
                <a:cubicBezTo>
                  <a:pt x="160" y="11"/>
                  <a:pt x="166" y="14"/>
                  <a:pt x="172" y="18"/>
                </a:cubicBezTo>
                <a:cubicBezTo>
                  <a:pt x="177" y="22"/>
                  <a:pt x="183" y="26"/>
                  <a:pt x="187" y="31"/>
                </a:cubicBezTo>
                <a:cubicBezTo>
                  <a:pt x="158" y="60"/>
                  <a:pt x="158" y="60"/>
                  <a:pt x="158" y="60"/>
                </a:cubicBezTo>
                <a:cubicBezTo>
                  <a:pt x="152" y="55"/>
                  <a:pt x="146" y="50"/>
                  <a:pt x="138" y="47"/>
                </a:cubicBezTo>
                <a:cubicBezTo>
                  <a:pt x="130" y="44"/>
                  <a:pt x="122" y="42"/>
                  <a:pt x="114" y="42"/>
                </a:cubicBezTo>
                <a:cubicBezTo>
                  <a:pt x="103" y="42"/>
                  <a:pt x="92" y="45"/>
                  <a:pt x="83" y="51"/>
                </a:cubicBezTo>
                <a:cubicBezTo>
                  <a:pt x="73" y="56"/>
                  <a:pt x="66" y="64"/>
                  <a:pt x="60" y="73"/>
                </a:cubicBezTo>
                <a:cubicBezTo>
                  <a:pt x="114" y="73"/>
                  <a:pt x="114" y="73"/>
                  <a:pt x="114" y="73"/>
                </a:cubicBezTo>
                <a:cubicBezTo>
                  <a:pt x="114" y="94"/>
                  <a:pt x="114" y="94"/>
                  <a:pt x="114" y="94"/>
                </a:cubicBezTo>
                <a:cubicBezTo>
                  <a:pt x="52" y="94"/>
                  <a:pt x="52" y="94"/>
                  <a:pt x="52" y="94"/>
                </a:cubicBezTo>
                <a:cubicBezTo>
                  <a:pt x="52" y="96"/>
                  <a:pt x="52" y="98"/>
                  <a:pt x="52" y="100"/>
                </a:cubicBezTo>
                <a:cubicBezTo>
                  <a:pt x="52" y="102"/>
                  <a:pt x="51" y="103"/>
                  <a:pt x="51" y="104"/>
                </a:cubicBezTo>
                <a:cubicBezTo>
                  <a:pt x="51" y="106"/>
                  <a:pt x="52" y="107"/>
                  <a:pt x="52" y="109"/>
                </a:cubicBezTo>
                <a:cubicBezTo>
                  <a:pt x="52" y="110"/>
                  <a:pt x="52" y="112"/>
                  <a:pt x="52" y="115"/>
                </a:cubicBezTo>
                <a:cubicBezTo>
                  <a:pt x="114" y="115"/>
                  <a:pt x="114" y="115"/>
                  <a:pt x="114" y="115"/>
                </a:cubicBezTo>
                <a:cubicBezTo>
                  <a:pt x="114" y="136"/>
                  <a:pt x="114" y="136"/>
                  <a:pt x="114" y="136"/>
                </a:cubicBezTo>
                <a:cubicBezTo>
                  <a:pt x="60" y="136"/>
                  <a:pt x="60" y="136"/>
                  <a:pt x="60" y="136"/>
                </a:cubicBezTo>
                <a:cubicBezTo>
                  <a:pt x="66" y="145"/>
                  <a:pt x="73" y="153"/>
                  <a:pt x="83" y="158"/>
                </a:cubicBezTo>
                <a:cubicBezTo>
                  <a:pt x="92" y="164"/>
                  <a:pt x="103" y="167"/>
                  <a:pt x="114" y="167"/>
                </a:cubicBezTo>
                <a:cubicBezTo>
                  <a:pt x="122" y="167"/>
                  <a:pt x="130" y="165"/>
                  <a:pt x="138" y="162"/>
                </a:cubicBezTo>
                <a:cubicBezTo>
                  <a:pt x="146" y="159"/>
                  <a:pt x="152" y="154"/>
                  <a:pt x="158" y="149"/>
                </a:cubicBezTo>
                <a:cubicBezTo>
                  <a:pt x="187" y="178"/>
                  <a:pt x="187" y="178"/>
                  <a:pt x="187" y="178"/>
                </a:cubicBezTo>
                <a:cubicBezTo>
                  <a:pt x="183" y="183"/>
                  <a:pt x="177" y="187"/>
                  <a:pt x="172" y="191"/>
                </a:cubicBezTo>
                <a:cubicBezTo>
                  <a:pt x="166" y="195"/>
                  <a:pt x="160" y="198"/>
                  <a:pt x="154" y="200"/>
                </a:cubicBezTo>
                <a:cubicBezTo>
                  <a:pt x="148" y="203"/>
                  <a:pt x="141" y="205"/>
                  <a:pt x="135" y="206"/>
                </a:cubicBezTo>
                <a:cubicBezTo>
                  <a:pt x="128" y="208"/>
                  <a:pt x="121" y="208"/>
                  <a:pt x="114" y="208"/>
                </a:cubicBezTo>
                <a:cubicBezTo>
                  <a:pt x="91" y="208"/>
                  <a:pt x="70" y="202"/>
                  <a:pt x="52" y="188"/>
                </a:cubicBezTo>
                <a:cubicBezTo>
                  <a:pt x="34" y="174"/>
                  <a:pt x="22" y="157"/>
                  <a:pt x="15" y="136"/>
                </a:cubicBezTo>
                <a:lnTo>
                  <a:pt x="0" y="136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51" name="Freeform 53"/>
          <p:cNvSpPr>
            <a:spLocks noEditPoints="1"/>
          </p:cNvSpPr>
          <p:nvPr/>
        </p:nvSpPr>
        <p:spPr bwMode="auto">
          <a:xfrm>
            <a:off x="1734159" y="2830572"/>
            <a:ext cx="310556" cy="223688"/>
          </a:xfrm>
          <a:custGeom>
            <a:avLst/>
            <a:gdLst>
              <a:gd name="T0" fmla="*/ 5 w 217"/>
              <a:gd name="T1" fmla="*/ 147 h 156"/>
              <a:gd name="T2" fmla="*/ 0 w 217"/>
              <a:gd name="T3" fmla="*/ 131 h 156"/>
              <a:gd name="T4" fmla="*/ 34 w 217"/>
              <a:gd name="T5" fmla="*/ 31 h 156"/>
              <a:gd name="T6" fmla="*/ 33 w 217"/>
              <a:gd name="T7" fmla="*/ 116 h 156"/>
              <a:gd name="T8" fmla="*/ 29 w 217"/>
              <a:gd name="T9" fmla="*/ 140 h 156"/>
              <a:gd name="T10" fmla="*/ 11 w 217"/>
              <a:gd name="T11" fmla="*/ 152 h 156"/>
              <a:gd name="T12" fmla="*/ 37 w 217"/>
              <a:gd name="T13" fmla="*/ 140 h 156"/>
              <a:gd name="T14" fmla="*/ 42 w 217"/>
              <a:gd name="T15" fmla="*/ 116 h 156"/>
              <a:gd name="T16" fmla="*/ 42 w 217"/>
              <a:gd name="T17" fmla="*/ 0 h 156"/>
              <a:gd name="T18" fmla="*/ 217 w 217"/>
              <a:gd name="T19" fmla="*/ 114 h 156"/>
              <a:gd name="T20" fmla="*/ 207 w 217"/>
              <a:gd name="T21" fmla="*/ 144 h 156"/>
              <a:gd name="T22" fmla="*/ 184 w 217"/>
              <a:gd name="T23" fmla="*/ 156 h 156"/>
              <a:gd name="T24" fmla="*/ 58 w 217"/>
              <a:gd name="T25" fmla="*/ 16 h 156"/>
              <a:gd name="T26" fmla="*/ 202 w 217"/>
              <a:gd name="T27" fmla="*/ 47 h 156"/>
              <a:gd name="T28" fmla="*/ 58 w 217"/>
              <a:gd name="T29" fmla="*/ 16 h 156"/>
              <a:gd name="T30" fmla="*/ 109 w 217"/>
              <a:gd name="T31" fmla="*/ 63 h 156"/>
              <a:gd name="T32" fmla="*/ 58 w 217"/>
              <a:gd name="T33" fmla="*/ 125 h 156"/>
              <a:gd name="T34" fmla="*/ 156 w 217"/>
              <a:gd name="T35" fmla="*/ 75 h 156"/>
              <a:gd name="T36" fmla="*/ 124 w 217"/>
              <a:gd name="T37" fmla="*/ 63 h 156"/>
              <a:gd name="T38" fmla="*/ 156 w 217"/>
              <a:gd name="T39" fmla="*/ 75 h 156"/>
              <a:gd name="T40" fmla="*/ 156 w 217"/>
              <a:gd name="T41" fmla="*/ 88 h 156"/>
              <a:gd name="T42" fmla="*/ 124 w 217"/>
              <a:gd name="T43" fmla="*/ 100 h 156"/>
              <a:gd name="T44" fmla="*/ 156 w 217"/>
              <a:gd name="T45" fmla="*/ 125 h 156"/>
              <a:gd name="T46" fmla="*/ 124 w 217"/>
              <a:gd name="T47" fmla="*/ 112 h 156"/>
              <a:gd name="T48" fmla="*/ 156 w 217"/>
              <a:gd name="T49" fmla="*/ 125 h 156"/>
              <a:gd name="T50" fmla="*/ 171 w 217"/>
              <a:gd name="T51" fmla="*/ 75 h 156"/>
              <a:gd name="T52" fmla="*/ 203 w 217"/>
              <a:gd name="T53" fmla="*/ 63 h 156"/>
              <a:gd name="T54" fmla="*/ 203 w 217"/>
              <a:gd name="T55" fmla="*/ 100 h 156"/>
              <a:gd name="T56" fmla="*/ 171 w 217"/>
              <a:gd name="T57" fmla="*/ 88 h 156"/>
              <a:gd name="T58" fmla="*/ 203 w 217"/>
              <a:gd name="T59" fmla="*/ 100 h 156"/>
              <a:gd name="T60" fmla="*/ 203 w 217"/>
              <a:gd name="T61" fmla="*/ 112 h 156"/>
              <a:gd name="T62" fmla="*/ 171 w 217"/>
              <a:gd name="T63" fmla="*/ 125 h 1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217" h="156">
                <a:moveTo>
                  <a:pt x="11" y="152"/>
                </a:moveTo>
                <a:cubicBezTo>
                  <a:pt x="9" y="151"/>
                  <a:pt x="7" y="149"/>
                  <a:pt x="5" y="147"/>
                </a:cubicBezTo>
                <a:cubicBezTo>
                  <a:pt x="4" y="145"/>
                  <a:pt x="2" y="142"/>
                  <a:pt x="1" y="139"/>
                </a:cubicBezTo>
                <a:cubicBezTo>
                  <a:pt x="0" y="137"/>
                  <a:pt x="0" y="134"/>
                  <a:pt x="0" y="131"/>
                </a:cubicBezTo>
                <a:cubicBezTo>
                  <a:pt x="0" y="31"/>
                  <a:pt x="0" y="31"/>
                  <a:pt x="0" y="31"/>
                </a:cubicBezTo>
                <a:cubicBezTo>
                  <a:pt x="34" y="31"/>
                  <a:pt x="34" y="31"/>
                  <a:pt x="34" y="31"/>
                </a:cubicBezTo>
                <a:cubicBezTo>
                  <a:pt x="34" y="114"/>
                  <a:pt x="34" y="114"/>
                  <a:pt x="34" y="114"/>
                </a:cubicBezTo>
                <a:cubicBezTo>
                  <a:pt x="34" y="115"/>
                  <a:pt x="33" y="116"/>
                  <a:pt x="33" y="116"/>
                </a:cubicBezTo>
                <a:cubicBezTo>
                  <a:pt x="33" y="117"/>
                  <a:pt x="33" y="118"/>
                  <a:pt x="33" y="119"/>
                </a:cubicBezTo>
                <a:cubicBezTo>
                  <a:pt x="33" y="126"/>
                  <a:pt x="31" y="133"/>
                  <a:pt x="29" y="140"/>
                </a:cubicBezTo>
                <a:cubicBezTo>
                  <a:pt x="26" y="146"/>
                  <a:pt x="23" y="151"/>
                  <a:pt x="19" y="156"/>
                </a:cubicBezTo>
                <a:cubicBezTo>
                  <a:pt x="16" y="155"/>
                  <a:pt x="14" y="154"/>
                  <a:pt x="11" y="152"/>
                </a:cubicBezTo>
                <a:close/>
                <a:moveTo>
                  <a:pt x="27" y="156"/>
                </a:moveTo>
                <a:cubicBezTo>
                  <a:pt x="31" y="152"/>
                  <a:pt x="34" y="147"/>
                  <a:pt x="37" y="140"/>
                </a:cubicBezTo>
                <a:cubicBezTo>
                  <a:pt x="40" y="134"/>
                  <a:pt x="41" y="127"/>
                  <a:pt x="42" y="119"/>
                </a:cubicBezTo>
                <a:cubicBezTo>
                  <a:pt x="42" y="118"/>
                  <a:pt x="42" y="117"/>
                  <a:pt x="42" y="116"/>
                </a:cubicBezTo>
                <a:cubicBezTo>
                  <a:pt x="42" y="116"/>
                  <a:pt x="42" y="115"/>
                  <a:pt x="42" y="114"/>
                </a:cubicBezTo>
                <a:cubicBezTo>
                  <a:pt x="42" y="0"/>
                  <a:pt x="42" y="0"/>
                  <a:pt x="42" y="0"/>
                </a:cubicBezTo>
                <a:cubicBezTo>
                  <a:pt x="217" y="0"/>
                  <a:pt x="217" y="0"/>
                  <a:pt x="217" y="0"/>
                </a:cubicBezTo>
                <a:cubicBezTo>
                  <a:pt x="217" y="114"/>
                  <a:pt x="217" y="114"/>
                  <a:pt x="217" y="114"/>
                </a:cubicBezTo>
                <a:cubicBezTo>
                  <a:pt x="217" y="120"/>
                  <a:pt x="216" y="126"/>
                  <a:pt x="215" y="131"/>
                </a:cubicBezTo>
                <a:cubicBezTo>
                  <a:pt x="213" y="136"/>
                  <a:pt x="210" y="140"/>
                  <a:pt x="207" y="144"/>
                </a:cubicBezTo>
                <a:cubicBezTo>
                  <a:pt x="204" y="148"/>
                  <a:pt x="201" y="151"/>
                  <a:pt x="197" y="153"/>
                </a:cubicBezTo>
                <a:cubicBezTo>
                  <a:pt x="193" y="155"/>
                  <a:pt x="188" y="156"/>
                  <a:pt x="184" y="156"/>
                </a:cubicBezTo>
                <a:lnTo>
                  <a:pt x="27" y="156"/>
                </a:lnTo>
                <a:close/>
                <a:moveTo>
                  <a:pt x="58" y="16"/>
                </a:moveTo>
                <a:cubicBezTo>
                  <a:pt x="58" y="47"/>
                  <a:pt x="58" y="47"/>
                  <a:pt x="58" y="47"/>
                </a:cubicBezTo>
                <a:cubicBezTo>
                  <a:pt x="202" y="47"/>
                  <a:pt x="202" y="47"/>
                  <a:pt x="202" y="47"/>
                </a:cubicBezTo>
                <a:cubicBezTo>
                  <a:pt x="202" y="16"/>
                  <a:pt x="202" y="16"/>
                  <a:pt x="202" y="16"/>
                </a:cubicBezTo>
                <a:lnTo>
                  <a:pt x="58" y="16"/>
                </a:lnTo>
                <a:close/>
                <a:moveTo>
                  <a:pt x="109" y="125"/>
                </a:moveTo>
                <a:cubicBezTo>
                  <a:pt x="109" y="63"/>
                  <a:pt x="109" y="63"/>
                  <a:pt x="109" y="63"/>
                </a:cubicBezTo>
                <a:cubicBezTo>
                  <a:pt x="58" y="63"/>
                  <a:pt x="58" y="63"/>
                  <a:pt x="58" y="63"/>
                </a:cubicBezTo>
                <a:cubicBezTo>
                  <a:pt x="58" y="125"/>
                  <a:pt x="58" y="125"/>
                  <a:pt x="58" y="125"/>
                </a:cubicBezTo>
                <a:lnTo>
                  <a:pt x="109" y="125"/>
                </a:lnTo>
                <a:close/>
                <a:moveTo>
                  <a:pt x="156" y="75"/>
                </a:moveTo>
                <a:cubicBezTo>
                  <a:pt x="156" y="63"/>
                  <a:pt x="156" y="63"/>
                  <a:pt x="156" y="63"/>
                </a:cubicBezTo>
                <a:cubicBezTo>
                  <a:pt x="124" y="63"/>
                  <a:pt x="124" y="63"/>
                  <a:pt x="124" y="63"/>
                </a:cubicBezTo>
                <a:cubicBezTo>
                  <a:pt x="124" y="75"/>
                  <a:pt x="124" y="75"/>
                  <a:pt x="124" y="75"/>
                </a:cubicBezTo>
                <a:lnTo>
                  <a:pt x="156" y="75"/>
                </a:lnTo>
                <a:close/>
                <a:moveTo>
                  <a:pt x="156" y="100"/>
                </a:moveTo>
                <a:cubicBezTo>
                  <a:pt x="156" y="88"/>
                  <a:pt x="156" y="88"/>
                  <a:pt x="156" y="88"/>
                </a:cubicBezTo>
                <a:cubicBezTo>
                  <a:pt x="124" y="88"/>
                  <a:pt x="124" y="88"/>
                  <a:pt x="124" y="88"/>
                </a:cubicBezTo>
                <a:cubicBezTo>
                  <a:pt x="124" y="100"/>
                  <a:pt x="124" y="100"/>
                  <a:pt x="124" y="100"/>
                </a:cubicBezTo>
                <a:lnTo>
                  <a:pt x="156" y="100"/>
                </a:lnTo>
                <a:close/>
                <a:moveTo>
                  <a:pt x="156" y="125"/>
                </a:moveTo>
                <a:cubicBezTo>
                  <a:pt x="156" y="112"/>
                  <a:pt x="156" y="112"/>
                  <a:pt x="156" y="112"/>
                </a:cubicBezTo>
                <a:cubicBezTo>
                  <a:pt x="124" y="112"/>
                  <a:pt x="124" y="112"/>
                  <a:pt x="124" y="112"/>
                </a:cubicBezTo>
                <a:cubicBezTo>
                  <a:pt x="124" y="125"/>
                  <a:pt x="124" y="125"/>
                  <a:pt x="124" y="125"/>
                </a:cubicBezTo>
                <a:lnTo>
                  <a:pt x="156" y="125"/>
                </a:lnTo>
                <a:close/>
                <a:moveTo>
                  <a:pt x="171" y="63"/>
                </a:moveTo>
                <a:cubicBezTo>
                  <a:pt x="171" y="75"/>
                  <a:pt x="171" y="75"/>
                  <a:pt x="171" y="75"/>
                </a:cubicBezTo>
                <a:cubicBezTo>
                  <a:pt x="203" y="75"/>
                  <a:pt x="203" y="75"/>
                  <a:pt x="203" y="75"/>
                </a:cubicBezTo>
                <a:cubicBezTo>
                  <a:pt x="203" y="63"/>
                  <a:pt x="203" y="63"/>
                  <a:pt x="203" y="63"/>
                </a:cubicBezTo>
                <a:lnTo>
                  <a:pt x="171" y="63"/>
                </a:lnTo>
                <a:close/>
                <a:moveTo>
                  <a:pt x="203" y="100"/>
                </a:moveTo>
                <a:cubicBezTo>
                  <a:pt x="203" y="88"/>
                  <a:pt x="203" y="88"/>
                  <a:pt x="203" y="88"/>
                </a:cubicBezTo>
                <a:cubicBezTo>
                  <a:pt x="171" y="88"/>
                  <a:pt x="171" y="88"/>
                  <a:pt x="171" y="88"/>
                </a:cubicBezTo>
                <a:cubicBezTo>
                  <a:pt x="171" y="100"/>
                  <a:pt x="171" y="100"/>
                  <a:pt x="171" y="100"/>
                </a:cubicBezTo>
                <a:lnTo>
                  <a:pt x="203" y="100"/>
                </a:lnTo>
                <a:close/>
                <a:moveTo>
                  <a:pt x="203" y="125"/>
                </a:moveTo>
                <a:cubicBezTo>
                  <a:pt x="203" y="112"/>
                  <a:pt x="203" y="112"/>
                  <a:pt x="203" y="112"/>
                </a:cubicBezTo>
                <a:cubicBezTo>
                  <a:pt x="171" y="112"/>
                  <a:pt x="171" y="112"/>
                  <a:pt x="171" y="112"/>
                </a:cubicBezTo>
                <a:cubicBezTo>
                  <a:pt x="171" y="125"/>
                  <a:pt x="171" y="125"/>
                  <a:pt x="171" y="125"/>
                </a:cubicBezTo>
                <a:lnTo>
                  <a:pt x="203" y="125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52" name="Freeform 54"/>
          <p:cNvSpPr>
            <a:spLocks noEditPoints="1"/>
          </p:cNvSpPr>
          <p:nvPr/>
        </p:nvSpPr>
        <p:spPr bwMode="auto">
          <a:xfrm>
            <a:off x="2218453" y="2843603"/>
            <a:ext cx="358335" cy="199799"/>
          </a:xfrm>
          <a:custGeom>
            <a:avLst/>
            <a:gdLst>
              <a:gd name="T0" fmla="*/ 83 w 250"/>
              <a:gd name="T1" fmla="*/ 130 h 139"/>
              <a:gd name="T2" fmla="*/ 64 w 250"/>
              <a:gd name="T3" fmla="*/ 122 h 139"/>
              <a:gd name="T4" fmla="*/ 43 w 250"/>
              <a:gd name="T5" fmla="*/ 109 h 139"/>
              <a:gd name="T6" fmla="*/ 21 w 250"/>
              <a:gd name="T7" fmla="*/ 92 h 139"/>
              <a:gd name="T8" fmla="*/ 0 w 250"/>
              <a:gd name="T9" fmla="*/ 69 h 139"/>
              <a:gd name="T10" fmla="*/ 21 w 250"/>
              <a:gd name="T11" fmla="*/ 47 h 139"/>
              <a:gd name="T12" fmla="*/ 43 w 250"/>
              <a:gd name="T13" fmla="*/ 29 h 139"/>
              <a:gd name="T14" fmla="*/ 64 w 250"/>
              <a:gd name="T15" fmla="*/ 17 h 139"/>
              <a:gd name="T16" fmla="*/ 83 w 250"/>
              <a:gd name="T17" fmla="*/ 9 h 139"/>
              <a:gd name="T18" fmla="*/ 125 w 250"/>
              <a:gd name="T19" fmla="*/ 0 h 139"/>
              <a:gd name="T20" fmla="*/ 167 w 250"/>
              <a:gd name="T21" fmla="*/ 9 h 139"/>
              <a:gd name="T22" fmla="*/ 186 w 250"/>
              <a:gd name="T23" fmla="*/ 17 h 139"/>
              <a:gd name="T24" fmla="*/ 207 w 250"/>
              <a:gd name="T25" fmla="*/ 29 h 139"/>
              <a:gd name="T26" fmla="*/ 229 w 250"/>
              <a:gd name="T27" fmla="*/ 47 h 139"/>
              <a:gd name="T28" fmla="*/ 250 w 250"/>
              <a:gd name="T29" fmla="*/ 69 h 139"/>
              <a:gd name="T30" fmla="*/ 229 w 250"/>
              <a:gd name="T31" fmla="*/ 92 h 139"/>
              <a:gd name="T32" fmla="*/ 207 w 250"/>
              <a:gd name="T33" fmla="*/ 109 h 139"/>
              <a:gd name="T34" fmla="*/ 186 w 250"/>
              <a:gd name="T35" fmla="*/ 122 h 139"/>
              <a:gd name="T36" fmla="*/ 167 w 250"/>
              <a:gd name="T37" fmla="*/ 130 h 139"/>
              <a:gd name="T38" fmla="*/ 125 w 250"/>
              <a:gd name="T39" fmla="*/ 139 h 139"/>
              <a:gd name="T40" fmla="*/ 83 w 250"/>
              <a:gd name="T41" fmla="*/ 130 h 139"/>
              <a:gd name="T42" fmla="*/ 107 w 250"/>
              <a:gd name="T43" fmla="*/ 26 h 139"/>
              <a:gd name="T44" fmla="*/ 92 w 250"/>
              <a:gd name="T45" fmla="*/ 36 h 139"/>
              <a:gd name="T46" fmla="*/ 82 w 250"/>
              <a:gd name="T47" fmla="*/ 51 h 139"/>
              <a:gd name="T48" fmla="*/ 79 w 250"/>
              <a:gd name="T49" fmla="*/ 69 h 139"/>
              <a:gd name="T50" fmla="*/ 82 w 250"/>
              <a:gd name="T51" fmla="*/ 87 h 139"/>
              <a:gd name="T52" fmla="*/ 92 w 250"/>
              <a:gd name="T53" fmla="*/ 102 h 139"/>
              <a:gd name="T54" fmla="*/ 107 w 250"/>
              <a:gd name="T55" fmla="*/ 112 h 139"/>
              <a:gd name="T56" fmla="*/ 125 w 250"/>
              <a:gd name="T57" fmla="*/ 116 h 139"/>
              <a:gd name="T58" fmla="*/ 143 w 250"/>
              <a:gd name="T59" fmla="*/ 112 h 139"/>
              <a:gd name="T60" fmla="*/ 158 w 250"/>
              <a:gd name="T61" fmla="*/ 102 h 139"/>
              <a:gd name="T62" fmla="*/ 168 w 250"/>
              <a:gd name="T63" fmla="*/ 87 h 139"/>
              <a:gd name="T64" fmla="*/ 172 w 250"/>
              <a:gd name="T65" fmla="*/ 69 h 139"/>
              <a:gd name="T66" fmla="*/ 168 w 250"/>
              <a:gd name="T67" fmla="*/ 51 h 139"/>
              <a:gd name="T68" fmla="*/ 158 w 250"/>
              <a:gd name="T69" fmla="*/ 36 h 139"/>
              <a:gd name="T70" fmla="*/ 143 w 250"/>
              <a:gd name="T71" fmla="*/ 26 h 139"/>
              <a:gd name="T72" fmla="*/ 125 w 250"/>
              <a:gd name="T73" fmla="*/ 23 h 139"/>
              <a:gd name="T74" fmla="*/ 107 w 250"/>
              <a:gd name="T75" fmla="*/ 26 h 139"/>
              <a:gd name="T76" fmla="*/ 134 w 250"/>
              <a:gd name="T77" fmla="*/ 48 h 139"/>
              <a:gd name="T78" fmla="*/ 142 w 250"/>
              <a:gd name="T79" fmla="*/ 53 h 139"/>
              <a:gd name="T80" fmla="*/ 147 w 250"/>
              <a:gd name="T81" fmla="*/ 60 h 139"/>
              <a:gd name="T82" fmla="*/ 149 w 250"/>
              <a:gd name="T83" fmla="*/ 69 h 139"/>
              <a:gd name="T84" fmla="*/ 147 w 250"/>
              <a:gd name="T85" fmla="*/ 79 h 139"/>
              <a:gd name="T86" fmla="*/ 142 w 250"/>
              <a:gd name="T87" fmla="*/ 86 h 139"/>
              <a:gd name="T88" fmla="*/ 134 w 250"/>
              <a:gd name="T89" fmla="*/ 91 h 139"/>
              <a:gd name="T90" fmla="*/ 125 w 250"/>
              <a:gd name="T91" fmla="*/ 93 h 139"/>
              <a:gd name="T92" fmla="*/ 116 w 250"/>
              <a:gd name="T93" fmla="*/ 91 h 139"/>
              <a:gd name="T94" fmla="*/ 109 w 250"/>
              <a:gd name="T95" fmla="*/ 86 h 139"/>
              <a:gd name="T96" fmla="*/ 104 w 250"/>
              <a:gd name="T97" fmla="*/ 79 h 139"/>
              <a:gd name="T98" fmla="*/ 102 w 250"/>
              <a:gd name="T99" fmla="*/ 69 h 139"/>
              <a:gd name="T100" fmla="*/ 104 w 250"/>
              <a:gd name="T101" fmla="*/ 60 h 139"/>
              <a:gd name="T102" fmla="*/ 109 w 250"/>
              <a:gd name="T103" fmla="*/ 53 h 139"/>
              <a:gd name="T104" fmla="*/ 116 w 250"/>
              <a:gd name="T105" fmla="*/ 48 h 139"/>
              <a:gd name="T106" fmla="*/ 125 w 250"/>
              <a:gd name="T107" fmla="*/ 46 h 139"/>
              <a:gd name="T108" fmla="*/ 134 w 250"/>
              <a:gd name="T109" fmla="*/ 48 h 1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250" h="139">
                <a:moveTo>
                  <a:pt x="83" y="130"/>
                </a:moveTo>
                <a:cubicBezTo>
                  <a:pt x="77" y="128"/>
                  <a:pt x="71" y="125"/>
                  <a:pt x="64" y="122"/>
                </a:cubicBezTo>
                <a:cubicBezTo>
                  <a:pt x="57" y="118"/>
                  <a:pt x="50" y="114"/>
                  <a:pt x="43" y="109"/>
                </a:cubicBezTo>
                <a:cubicBezTo>
                  <a:pt x="36" y="105"/>
                  <a:pt x="29" y="99"/>
                  <a:pt x="21" y="92"/>
                </a:cubicBezTo>
                <a:cubicBezTo>
                  <a:pt x="14" y="86"/>
                  <a:pt x="7" y="78"/>
                  <a:pt x="0" y="69"/>
                </a:cubicBezTo>
                <a:cubicBezTo>
                  <a:pt x="7" y="61"/>
                  <a:pt x="14" y="53"/>
                  <a:pt x="21" y="47"/>
                </a:cubicBezTo>
                <a:cubicBezTo>
                  <a:pt x="29" y="40"/>
                  <a:pt x="36" y="34"/>
                  <a:pt x="43" y="29"/>
                </a:cubicBezTo>
                <a:cubicBezTo>
                  <a:pt x="50" y="24"/>
                  <a:pt x="57" y="20"/>
                  <a:pt x="64" y="17"/>
                </a:cubicBezTo>
                <a:cubicBezTo>
                  <a:pt x="71" y="14"/>
                  <a:pt x="77" y="11"/>
                  <a:pt x="83" y="9"/>
                </a:cubicBezTo>
                <a:cubicBezTo>
                  <a:pt x="98" y="4"/>
                  <a:pt x="112" y="1"/>
                  <a:pt x="125" y="0"/>
                </a:cubicBezTo>
                <a:cubicBezTo>
                  <a:pt x="139" y="1"/>
                  <a:pt x="153" y="4"/>
                  <a:pt x="167" y="9"/>
                </a:cubicBezTo>
                <a:cubicBezTo>
                  <a:pt x="173" y="11"/>
                  <a:pt x="180" y="14"/>
                  <a:pt x="186" y="17"/>
                </a:cubicBezTo>
                <a:cubicBezTo>
                  <a:pt x="193" y="20"/>
                  <a:pt x="200" y="24"/>
                  <a:pt x="207" y="29"/>
                </a:cubicBezTo>
                <a:cubicBezTo>
                  <a:pt x="214" y="34"/>
                  <a:pt x="221" y="40"/>
                  <a:pt x="229" y="47"/>
                </a:cubicBezTo>
                <a:cubicBezTo>
                  <a:pt x="236" y="53"/>
                  <a:pt x="243" y="61"/>
                  <a:pt x="250" y="69"/>
                </a:cubicBezTo>
                <a:cubicBezTo>
                  <a:pt x="243" y="78"/>
                  <a:pt x="236" y="86"/>
                  <a:pt x="229" y="92"/>
                </a:cubicBezTo>
                <a:cubicBezTo>
                  <a:pt x="221" y="99"/>
                  <a:pt x="214" y="105"/>
                  <a:pt x="207" y="109"/>
                </a:cubicBezTo>
                <a:cubicBezTo>
                  <a:pt x="200" y="114"/>
                  <a:pt x="193" y="118"/>
                  <a:pt x="186" y="122"/>
                </a:cubicBezTo>
                <a:cubicBezTo>
                  <a:pt x="180" y="125"/>
                  <a:pt x="173" y="128"/>
                  <a:pt x="167" y="130"/>
                </a:cubicBezTo>
                <a:cubicBezTo>
                  <a:pt x="153" y="135"/>
                  <a:pt x="139" y="138"/>
                  <a:pt x="125" y="139"/>
                </a:cubicBezTo>
                <a:cubicBezTo>
                  <a:pt x="112" y="138"/>
                  <a:pt x="98" y="135"/>
                  <a:pt x="83" y="130"/>
                </a:cubicBezTo>
                <a:close/>
                <a:moveTo>
                  <a:pt x="107" y="26"/>
                </a:moveTo>
                <a:cubicBezTo>
                  <a:pt x="101" y="29"/>
                  <a:pt x="97" y="32"/>
                  <a:pt x="92" y="36"/>
                </a:cubicBezTo>
                <a:cubicBezTo>
                  <a:pt x="88" y="41"/>
                  <a:pt x="85" y="46"/>
                  <a:pt x="82" y="51"/>
                </a:cubicBezTo>
                <a:cubicBezTo>
                  <a:pt x="80" y="57"/>
                  <a:pt x="79" y="63"/>
                  <a:pt x="79" y="69"/>
                </a:cubicBezTo>
                <a:cubicBezTo>
                  <a:pt x="79" y="76"/>
                  <a:pt x="80" y="82"/>
                  <a:pt x="82" y="87"/>
                </a:cubicBezTo>
                <a:cubicBezTo>
                  <a:pt x="85" y="93"/>
                  <a:pt x="88" y="98"/>
                  <a:pt x="92" y="102"/>
                </a:cubicBezTo>
                <a:cubicBezTo>
                  <a:pt x="97" y="107"/>
                  <a:pt x="101" y="110"/>
                  <a:pt x="107" y="112"/>
                </a:cubicBezTo>
                <a:cubicBezTo>
                  <a:pt x="113" y="115"/>
                  <a:pt x="119" y="116"/>
                  <a:pt x="125" y="116"/>
                </a:cubicBezTo>
                <a:cubicBezTo>
                  <a:pt x="132" y="116"/>
                  <a:pt x="138" y="115"/>
                  <a:pt x="143" y="112"/>
                </a:cubicBezTo>
                <a:cubicBezTo>
                  <a:pt x="149" y="110"/>
                  <a:pt x="154" y="107"/>
                  <a:pt x="158" y="102"/>
                </a:cubicBezTo>
                <a:cubicBezTo>
                  <a:pt x="162" y="98"/>
                  <a:pt x="166" y="93"/>
                  <a:pt x="168" y="87"/>
                </a:cubicBezTo>
                <a:cubicBezTo>
                  <a:pt x="171" y="82"/>
                  <a:pt x="172" y="76"/>
                  <a:pt x="172" y="69"/>
                </a:cubicBezTo>
                <a:cubicBezTo>
                  <a:pt x="172" y="63"/>
                  <a:pt x="171" y="57"/>
                  <a:pt x="168" y="51"/>
                </a:cubicBezTo>
                <a:cubicBezTo>
                  <a:pt x="166" y="46"/>
                  <a:pt x="162" y="41"/>
                  <a:pt x="158" y="36"/>
                </a:cubicBezTo>
                <a:cubicBezTo>
                  <a:pt x="154" y="32"/>
                  <a:pt x="149" y="29"/>
                  <a:pt x="143" y="26"/>
                </a:cubicBezTo>
                <a:cubicBezTo>
                  <a:pt x="138" y="24"/>
                  <a:pt x="132" y="23"/>
                  <a:pt x="125" y="23"/>
                </a:cubicBezTo>
                <a:cubicBezTo>
                  <a:pt x="119" y="23"/>
                  <a:pt x="113" y="24"/>
                  <a:pt x="107" y="26"/>
                </a:cubicBezTo>
                <a:close/>
                <a:moveTo>
                  <a:pt x="134" y="48"/>
                </a:moveTo>
                <a:cubicBezTo>
                  <a:pt x="137" y="49"/>
                  <a:pt x="140" y="51"/>
                  <a:pt x="142" y="53"/>
                </a:cubicBezTo>
                <a:cubicBezTo>
                  <a:pt x="144" y="55"/>
                  <a:pt x="146" y="57"/>
                  <a:pt x="147" y="60"/>
                </a:cubicBezTo>
                <a:cubicBezTo>
                  <a:pt x="148" y="63"/>
                  <a:pt x="149" y="66"/>
                  <a:pt x="149" y="69"/>
                </a:cubicBezTo>
                <a:cubicBezTo>
                  <a:pt x="149" y="73"/>
                  <a:pt x="148" y="76"/>
                  <a:pt x="147" y="79"/>
                </a:cubicBezTo>
                <a:cubicBezTo>
                  <a:pt x="146" y="81"/>
                  <a:pt x="144" y="84"/>
                  <a:pt x="142" y="86"/>
                </a:cubicBezTo>
                <a:cubicBezTo>
                  <a:pt x="140" y="88"/>
                  <a:pt x="137" y="90"/>
                  <a:pt x="134" y="91"/>
                </a:cubicBezTo>
                <a:cubicBezTo>
                  <a:pt x="132" y="92"/>
                  <a:pt x="128" y="93"/>
                  <a:pt x="125" y="93"/>
                </a:cubicBezTo>
                <a:cubicBezTo>
                  <a:pt x="122" y="93"/>
                  <a:pt x="119" y="92"/>
                  <a:pt x="116" y="91"/>
                </a:cubicBezTo>
                <a:cubicBezTo>
                  <a:pt x="113" y="90"/>
                  <a:pt x="111" y="88"/>
                  <a:pt x="109" y="86"/>
                </a:cubicBezTo>
                <a:cubicBezTo>
                  <a:pt x="106" y="84"/>
                  <a:pt x="105" y="81"/>
                  <a:pt x="104" y="79"/>
                </a:cubicBezTo>
                <a:cubicBezTo>
                  <a:pt x="102" y="76"/>
                  <a:pt x="102" y="73"/>
                  <a:pt x="102" y="69"/>
                </a:cubicBezTo>
                <a:cubicBezTo>
                  <a:pt x="102" y="66"/>
                  <a:pt x="102" y="63"/>
                  <a:pt x="104" y="60"/>
                </a:cubicBezTo>
                <a:cubicBezTo>
                  <a:pt x="105" y="57"/>
                  <a:pt x="106" y="55"/>
                  <a:pt x="109" y="53"/>
                </a:cubicBezTo>
                <a:cubicBezTo>
                  <a:pt x="111" y="51"/>
                  <a:pt x="113" y="49"/>
                  <a:pt x="116" y="48"/>
                </a:cubicBezTo>
                <a:cubicBezTo>
                  <a:pt x="119" y="46"/>
                  <a:pt x="122" y="46"/>
                  <a:pt x="125" y="46"/>
                </a:cubicBezTo>
                <a:cubicBezTo>
                  <a:pt x="128" y="46"/>
                  <a:pt x="132" y="46"/>
                  <a:pt x="134" y="48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53" name="Freeform 55"/>
          <p:cNvSpPr>
            <a:spLocks/>
          </p:cNvSpPr>
          <p:nvPr/>
        </p:nvSpPr>
        <p:spPr bwMode="auto">
          <a:xfrm>
            <a:off x="2800472" y="2802339"/>
            <a:ext cx="208485" cy="297527"/>
          </a:xfrm>
          <a:custGeom>
            <a:avLst/>
            <a:gdLst>
              <a:gd name="T0" fmla="*/ 128 w 146"/>
              <a:gd name="T1" fmla="*/ 3 h 208"/>
              <a:gd name="T2" fmla="*/ 128 w 146"/>
              <a:gd name="T3" fmla="*/ 4 h 208"/>
              <a:gd name="T4" fmla="*/ 136 w 146"/>
              <a:gd name="T5" fmla="*/ 0 h 208"/>
              <a:gd name="T6" fmla="*/ 143 w 146"/>
              <a:gd name="T7" fmla="*/ 3 h 208"/>
              <a:gd name="T8" fmla="*/ 146 w 146"/>
              <a:gd name="T9" fmla="*/ 11 h 208"/>
              <a:gd name="T10" fmla="*/ 143 w 146"/>
              <a:gd name="T11" fmla="*/ 18 h 208"/>
              <a:gd name="T12" fmla="*/ 143 w 146"/>
              <a:gd name="T13" fmla="*/ 18 h 208"/>
              <a:gd name="T14" fmla="*/ 92 w 146"/>
              <a:gd name="T15" fmla="*/ 93 h 208"/>
              <a:gd name="T16" fmla="*/ 89 w 146"/>
              <a:gd name="T17" fmla="*/ 98 h 208"/>
              <a:gd name="T18" fmla="*/ 88 w 146"/>
              <a:gd name="T19" fmla="*/ 104 h 208"/>
              <a:gd name="T20" fmla="*/ 91 w 146"/>
              <a:gd name="T21" fmla="*/ 115 h 208"/>
              <a:gd name="T22" fmla="*/ 91 w 146"/>
              <a:gd name="T23" fmla="*/ 116 h 208"/>
              <a:gd name="T24" fmla="*/ 143 w 146"/>
              <a:gd name="T25" fmla="*/ 191 h 208"/>
              <a:gd name="T26" fmla="*/ 143 w 146"/>
              <a:gd name="T27" fmla="*/ 191 h 208"/>
              <a:gd name="T28" fmla="*/ 146 w 146"/>
              <a:gd name="T29" fmla="*/ 198 h 208"/>
              <a:gd name="T30" fmla="*/ 143 w 146"/>
              <a:gd name="T31" fmla="*/ 205 h 208"/>
              <a:gd name="T32" fmla="*/ 136 w 146"/>
              <a:gd name="T33" fmla="*/ 208 h 208"/>
              <a:gd name="T34" fmla="*/ 128 w 146"/>
              <a:gd name="T35" fmla="*/ 205 h 208"/>
              <a:gd name="T36" fmla="*/ 128 w 146"/>
              <a:gd name="T37" fmla="*/ 205 h 208"/>
              <a:gd name="T38" fmla="*/ 6 w 146"/>
              <a:gd name="T39" fmla="*/ 113 h 208"/>
              <a:gd name="T40" fmla="*/ 0 w 146"/>
              <a:gd name="T41" fmla="*/ 104 h 208"/>
              <a:gd name="T42" fmla="*/ 6 w 146"/>
              <a:gd name="T43" fmla="*/ 95 h 208"/>
              <a:gd name="T44" fmla="*/ 128 w 146"/>
              <a:gd name="T45" fmla="*/ 3 h 2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146" h="208">
                <a:moveTo>
                  <a:pt x="128" y="3"/>
                </a:moveTo>
                <a:cubicBezTo>
                  <a:pt x="128" y="4"/>
                  <a:pt x="128" y="4"/>
                  <a:pt x="128" y="4"/>
                </a:cubicBezTo>
                <a:cubicBezTo>
                  <a:pt x="130" y="1"/>
                  <a:pt x="133" y="0"/>
                  <a:pt x="136" y="0"/>
                </a:cubicBezTo>
                <a:cubicBezTo>
                  <a:pt x="138" y="0"/>
                  <a:pt x="141" y="1"/>
                  <a:pt x="143" y="3"/>
                </a:cubicBezTo>
                <a:cubicBezTo>
                  <a:pt x="145" y="6"/>
                  <a:pt x="146" y="8"/>
                  <a:pt x="146" y="11"/>
                </a:cubicBezTo>
                <a:cubicBezTo>
                  <a:pt x="146" y="14"/>
                  <a:pt x="145" y="16"/>
                  <a:pt x="143" y="18"/>
                </a:cubicBezTo>
                <a:cubicBezTo>
                  <a:pt x="143" y="18"/>
                  <a:pt x="143" y="18"/>
                  <a:pt x="143" y="18"/>
                </a:cubicBezTo>
                <a:cubicBezTo>
                  <a:pt x="92" y="93"/>
                  <a:pt x="92" y="93"/>
                  <a:pt x="92" y="93"/>
                </a:cubicBezTo>
                <a:cubicBezTo>
                  <a:pt x="91" y="95"/>
                  <a:pt x="90" y="96"/>
                  <a:pt x="89" y="98"/>
                </a:cubicBezTo>
                <a:cubicBezTo>
                  <a:pt x="89" y="100"/>
                  <a:pt x="88" y="102"/>
                  <a:pt x="88" y="104"/>
                </a:cubicBezTo>
                <a:cubicBezTo>
                  <a:pt x="88" y="109"/>
                  <a:pt x="89" y="112"/>
                  <a:pt x="91" y="115"/>
                </a:cubicBezTo>
                <a:cubicBezTo>
                  <a:pt x="91" y="116"/>
                  <a:pt x="91" y="116"/>
                  <a:pt x="91" y="116"/>
                </a:cubicBezTo>
                <a:cubicBezTo>
                  <a:pt x="143" y="191"/>
                  <a:pt x="143" y="191"/>
                  <a:pt x="143" y="191"/>
                </a:cubicBezTo>
                <a:cubicBezTo>
                  <a:pt x="143" y="191"/>
                  <a:pt x="143" y="191"/>
                  <a:pt x="143" y="191"/>
                </a:cubicBezTo>
                <a:cubicBezTo>
                  <a:pt x="145" y="193"/>
                  <a:pt x="146" y="195"/>
                  <a:pt x="146" y="198"/>
                </a:cubicBezTo>
                <a:cubicBezTo>
                  <a:pt x="146" y="201"/>
                  <a:pt x="145" y="203"/>
                  <a:pt x="143" y="205"/>
                </a:cubicBezTo>
                <a:cubicBezTo>
                  <a:pt x="141" y="207"/>
                  <a:pt x="138" y="208"/>
                  <a:pt x="136" y="208"/>
                </a:cubicBezTo>
                <a:cubicBezTo>
                  <a:pt x="133" y="208"/>
                  <a:pt x="130" y="207"/>
                  <a:pt x="128" y="205"/>
                </a:cubicBezTo>
                <a:cubicBezTo>
                  <a:pt x="128" y="205"/>
                  <a:pt x="128" y="205"/>
                  <a:pt x="128" y="205"/>
                </a:cubicBezTo>
                <a:cubicBezTo>
                  <a:pt x="6" y="113"/>
                  <a:pt x="6" y="113"/>
                  <a:pt x="6" y="113"/>
                </a:cubicBezTo>
                <a:cubicBezTo>
                  <a:pt x="2" y="111"/>
                  <a:pt x="0" y="108"/>
                  <a:pt x="0" y="104"/>
                </a:cubicBezTo>
                <a:cubicBezTo>
                  <a:pt x="0" y="100"/>
                  <a:pt x="2" y="97"/>
                  <a:pt x="6" y="95"/>
                </a:cubicBezTo>
                <a:lnTo>
                  <a:pt x="128" y="3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54" name="Freeform 56"/>
          <p:cNvSpPr>
            <a:spLocks/>
          </p:cNvSpPr>
          <p:nvPr/>
        </p:nvSpPr>
        <p:spPr bwMode="auto">
          <a:xfrm>
            <a:off x="3174008" y="2802340"/>
            <a:ext cx="208485" cy="299697"/>
          </a:xfrm>
          <a:custGeom>
            <a:avLst/>
            <a:gdLst>
              <a:gd name="T0" fmla="*/ 0 w 146"/>
              <a:gd name="T1" fmla="*/ 198 h 209"/>
              <a:gd name="T2" fmla="*/ 1 w 146"/>
              <a:gd name="T3" fmla="*/ 194 h 209"/>
              <a:gd name="T4" fmla="*/ 4 w 146"/>
              <a:gd name="T5" fmla="*/ 191 h 209"/>
              <a:gd name="T6" fmla="*/ 4 w 146"/>
              <a:gd name="T7" fmla="*/ 191 h 209"/>
              <a:gd name="T8" fmla="*/ 55 w 146"/>
              <a:gd name="T9" fmla="*/ 116 h 209"/>
              <a:gd name="T10" fmla="*/ 55 w 146"/>
              <a:gd name="T11" fmla="*/ 115 h 209"/>
              <a:gd name="T12" fmla="*/ 59 w 146"/>
              <a:gd name="T13" fmla="*/ 104 h 209"/>
              <a:gd name="T14" fmla="*/ 55 w 146"/>
              <a:gd name="T15" fmla="*/ 93 h 209"/>
              <a:gd name="T16" fmla="*/ 4 w 146"/>
              <a:gd name="T17" fmla="*/ 18 h 209"/>
              <a:gd name="T18" fmla="*/ 4 w 146"/>
              <a:gd name="T19" fmla="*/ 18 h 209"/>
              <a:gd name="T20" fmla="*/ 1 w 146"/>
              <a:gd name="T21" fmla="*/ 15 h 209"/>
              <a:gd name="T22" fmla="*/ 0 w 146"/>
              <a:gd name="T23" fmla="*/ 11 h 209"/>
              <a:gd name="T24" fmla="*/ 2 w 146"/>
              <a:gd name="T25" fmla="*/ 5 h 209"/>
              <a:gd name="T26" fmla="*/ 7 w 146"/>
              <a:gd name="T27" fmla="*/ 1 h 209"/>
              <a:gd name="T28" fmla="*/ 13 w 146"/>
              <a:gd name="T29" fmla="*/ 0 h 209"/>
              <a:gd name="T30" fmla="*/ 18 w 146"/>
              <a:gd name="T31" fmla="*/ 4 h 209"/>
              <a:gd name="T32" fmla="*/ 18 w 146"/>
              <a:gd name="T33" fmla="*/ 3 h 209"/>
              <a:gd name="T34" fmla="*/ 141 w 146"/>
              <a:gd name="T35" fmla="*/ 95 h 209"/>
              <a:gd name="T36" fmla="*/ 146 w 146"/>
              <a:gd name="T37" fmla="*/ 104 h 209"/>
              <a:gd name="T38" fmla="*/ 141 w 146"/>
              <a:gd name="T39" fmla="*/ 113 h 209"/>
              <a:gd name="T40" fmla="*/ 18 w 146"/>
              <a:gd name="T41" fmla="*/ 205 h 209"/>
              <a:gd name="T42" fmla="*/ 18 w 146"/>
              <a:gd name="T43" fmla="*/ 205 h 209"/>
              <a:gd name="T44" fmla="*/ 13 w 146"/>
              <a:gd name="T45" fmla="*/ 208 h 209"/>
              <a:gd name="T46" fmla="*/ 7 w 146"/>
              <a:gd name="T47" fmla="*/ 208 h 209"/>
              <a:gd name="T48" fmla="*/ 2 w 146"/>
              <a:gd name="T49" fmla="*/ 204 h 209"/>
              <a:gd name="T50" fmla="*/ 0 w 146"/>
              <a:gd name="T51" fmla="*/ 198 h 2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146" h="209">
                <a:moveTo>
                  <a:pt x="0" y="198"/>
                </a:moveTo>
                <a:cubicBezTo>
                  <a:pt x="1" y="197"/>
                  <a:pt x="1" y="195"/>
                  <a:pt x="1" y="194"/>
                </a:cubicBezTo>
                <a:cubicBezTo>
                  <a:pt x="2" y="193"/>
                  <a:pt x="2" y="192"/>
                  <a:pt x="4" y="191"/>
                </a:cubicBezTo>
                <a:cubicBezTo>
                  <a:pt x="4" y="191"/>
                  <a:pt x="4" y="191"/>
                  <a:pt x="4" y="191"/>
                </a:cubicBezTo>
                <a:cubicBezTo>
                  <a:pt x="55" y="116"/>
                  <a:pt x="55" y="116"/>
                  <a:pt x="55" y="116"/>
                </a:cubicBezTo>
                <a:cubicBezTo>
                  <a:pt x="55" y="115"/>
                  <a:pt x="55" y="115"/>
                  <a:pt x="55" y="115"/>
                </a:cubicBezTo>
                <a:cubicBezTo>
                  <a:pt x="57" y="112"/>
                  <a:pt x="58" y="108"/>
                  <a:pt x="59" y="104"/>
                </a:cubicBezTo>
                <a:cubicBezTo>
                  <a:pt x="59" y="100"/>
                  <a:pt x="57" y="96"/>
                  <a:pt x="55" y="93"/>
                </a:cubicBezTo>
                <a:cubicBezTo>
                  <a:pt x="4" y="18"/>
                  <a:pt x="4" y="18"/>
                  <a:pt x="4" y="18"/>
                </a:cubicBezTo>
                <a:cubicBezTo>
                  <a:pt x="4" y="18"/>
                  <a:pt x="4" y="18"/>
                  <a:pt x="4" y="18"/>
                </a:cubicBezTo>
                <a:cubicBezTo>
                  <a:pt x="2" y="17"/>
                  <a:pt x="2" y="16"/>
                  <a:pt x="1" y="15"/>
                </a:cubicBezTo>
                <a:cubicBezTo>
                  <a:pt x="1" y="13"/>
                  <a:pt x="1" y="12"/>
                  <a:pt x="0" y="11"/>
                </a:cubicBezTo>
                <a:cubicBezTo>
                  <a:pt x="0" y="9"/>
                  <a:pt x="1" y="7"/>
                  <a:pt x="2" y="5"/>
                </a:cubicBezTo>
                <a:cubicBezTo>
                  <a:pt x="4" y="3"/>
                  <a:pt x="5" y="2"/>
                  <a:pt x="7" y="1"/>
                </a:cubicBezTo>
                <a:cubicBezTo>
                  <a:pt x="9" y="0"/>
                  <a:pt x="11" y="0"/>
                  <a:pt x="13" y="0"/>
                </a:cubicBezTo>
                <a:cubicBezTo>
                  <a:pt x="15" y="1"/>
                  <a:pt x="17" y="2"/>
                  <a:pt x="18" y="4"/>
                </a:cubicBezTo>
                <a:cubicBezTo>
                  <a:pt x="18" y="3"/>
                  <a:pt x="18" y="3"/>
                  <a:pt x="18" y="3"/>
                </a:cubicBezTo>
                <a:cubicBezTo>
                  <a:pt x="141" y="95"/>
                  <a:pt x="141" y="95"/>
                  <a:pt x="141" y="95"/>
                </a:cubicBezTo>
                <a:cubicBezTo>
                  <a:pt x="144" y="97"/>
                  <a:pt x="146" y="100"/>
                  <a:pt x="146" y="104"/>
                </a:cubicBezTo>
                <a:cubicBezTo>
                  <a:pt x="146" y="109"/>
                  <a:pt x="144" y="112"/>
                  <a:pt x="141" y="113"/>
                </a:cubicBezTo>
                <a:cubicBezTo>
                  <a:pt x="18" y="205"/>
                  <a:pt x="18" y="205"/>
                  <a:pt x="18" y="205"/>
                </a:cubicBezTo>
                <a:cubicBezTo>
                  <a:pt x="18" y="205"/>
                  <a:pt x="18" y="205"/>
                  <a:pt x="18" y="205"/>
                </a:cubicBezTo>
                <a:cubicBezTo>
                  <a:pt x="17" y="207"/>
                  <a:pt x="15" y="208"/>
                  <a:pt x="13" y="208"/>
                </a:cubicBezTo>
                <a:cubicBezTo>
                  <a:pt x="11" y="209"/>
                  <a:pt x="9" y="208"/>
                  <a:pt x="7" y="208"/>
                </a:cubicBezTo>
                <a:cubicBezTo>
                  <a:pt x="5" y="207"/>
                  <a:pt x="4" y="206"/>
                  <a:pt x="2" y="204"/>
                </a:cubicBezTo>
                <a:cubicBezTo>
                  <a:pt x="1" y="202"/>
                  <a:pt x="0" y="200"/>
                  <a:pt x="0" y="198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55" name="Freeform 57"/>
          <p:cNvSpPr>
            <a:spLocks noEditPoints="1"/>
          </p:cNvSpPr>
          <p:nvPr/>
        </p:nvSpPr>
        <p:spPr bwMode="auto">
          <a:xfrm>
            <a:off x="3608352" y="2802339"/>
            <a:ext cx="325757" cy="297527"/>
          </a:xfrm>
          <a:custGeom>
            <a:avLst/>
            <a:gdLst>
              <a:gd name="T0" fmla="*/ 0 w 150"/>
              <a:gd name="T1" fmla="*/ 76 h 137"/>
              <a:gd name="T2" fmla="*/ 75 w 150"/>
              <a:gd name="T3" fmla="*/ 0 h 137"/>
              <a:gd name="T4" fmla="*/ 150 w 150"/>
              <a:gd name="T5" fmla="*/ 76 h 137"/>
              <a:gd name="T6" fmla="*/ 137 w 150"/>
              <a:gd name="T7" fmla="*/ 76 h 137"/>
              <a:gd name="T8" fmla="*/ 75 w 150"/>
              <a:gd name="T9" fmla="*/ 14 h 137"/>
              <a:gd name="T10" fmla="*/ 13 w 150"/>
              <a:gd name="T11" fmla="*/ 76 h 137"/>
              <a:gd name="T12" fmla="*/ 0 w 150"/>
              <a:gd name="T13" fmla="*/ 76 h 137"/>
              <a:gd name="T14" fmla="*/ 27 w 150"/>
              <a:gd name="T15" fmla="*/ 76 h 137"/>
              <a:gd name="T16" fmla="*/ 75 w 150"/>
              <a:gd name="T17" fmla="*/ 27 h 137"/>
              <a:gd name="T18" fmla="*/ 123 w 150"/>
              <a:gd name="T19" fmla="*/ 76 h 137"/>
              <a:gd name="T20" fmla="*/ 123 w 150"/>
              <a:gd name="T21" fmla="*/ 137 h 137"/>
              <a:gd name="T22" fmla="*/ 92 w 150"/>
              <a:gd name="T23" fmla="*/ 137 h 137"/>
              <a:gd name="T24" fmla="*/ 92 w 150"/>
              <a:gd name="T25" fmla="*/ 76 h 137"/>
              <a:gd name="T26" fmla="*/ 58 w 150"/>
              <a:gd name="T27" fmla="*/ 76 h 137"/>
              <a:gd name="T28" fmla="*/ 58 w 150"/>
              <a:gd name="T29" fmla="*/ 137 h 137"/>
              <a:gd name="T30" fmla="*/ 27 w 150"/>
              <a:gd name="T31" fmla="*/ 137 h 137"/>
              <a:gd name="T32" fmla="*/ 27 w 150"/>
              <a:gd name="T33" fmla="*/ 76 h 137"/>
              <a:gd name="T34" fmla="*/ 103 w 150"/>
              <a:gd name="T35" fmla="*/ 14 h 137"/>
              <a:gd name="T36" fmla="*/ 103 w 150"/>
              <a:gd name="T37" fmla="*/ 0 h 137"/>
              <a:gd name="T38" fmla="*/ 123 w 150"/>
              <a:gd name="T39" fmla="*/ 0 h 137"/>
              <a:gd name="T40" fmla="*/ 123 w 150"/>
              <a:gd name="T41" fmla="*/ 34 h 137"/>
              <a:gd name="T42" fmla="*/ 103 w 150"/>
              <a:gd name="T43" fmla="*/ 14 h 1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150" h="137">
                <a:moveTo>
                  <a:pt x="0" y="76"/>
                </a:moveTo>
                <a:lnTo>
                  <a:pt x="75" y="0"/>
                </a:lnTo>
                <a:lnTo>
                  <a:pt x="150" y="76"/>
                </a:lnTo>
                <a:lnTo>
                  <a:pt x="137" y="76"/>
                </a:lnTo>
                <a:lnTo>
                  <a:pt x="75" y="14"/>
                </a:lnTo>
                <a:lnTo>
                  <a:pt x="13" y="76"/>
                </a:lnTo>
                <a:lnTo>
                  <a:pt x="0" y="76"/>
                </a:lnTo>
                <a:close/>
                <a:moveTo>
                  <a:pt x="27" y="76"/>
                </a:moveTo>
                <a:lnTo>
                  <a:pt x="75" y="27"/>
                </a:lnTo>
                <a:lnTo>
                  <a:pt x="123" y="76"/>
                </a:lnTo>
                <a:lnTo>
                  <a:pt x="123" y="137"/>
                </a:lnTo>
                <a:lnTo>
                  <a:pt x="92" y="137"/>
                </a:lnTo>
                <a:lnTo>
                  <a:pt x="92" y="76"/>
                </a:lnTo>
                <a:lnTo>
                  <a:pt x="58" y="76"/>
                </a:lnTo>
                <a:lnTo>
                  <a:pt x="58" y="137"/>
                </a:lnTo>
                <a:lnTo>
                  <a:pt x="27" y="137"/>
                </a:lnTo>
                <a:lnTo>
                  <a:pt x="27" y="76"/>
                </a:lnTo>
                <a:close/>
                <a:moveTo>
                  <a:pt x="103" y="14"/>
                </a:moveTo>
                <a:lnTo>
                  <a:pt x="103" y="0"/>
                </a:lnTo>
                <a:lnTo>
                  <a:pt x="123" y="0"/>
                </a:lnTo>
                <a:lnTo>
                  <a:pt x="123" y="34"/>
                </a:lnTo>
                <a:lnTo>
                  <a:pt x="103" y="14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56" name="Freeform 58"/>
          <p:cNvSpPr>
            <a:spLocks noEditPoints="1"/>
          </p:cNvSpPr>
          <p:nvPr/>
        </p:nvSpPr>
        <p:spPr bwMode="auto">
          <a:xfrm>
            <a:off x="4129565" y="2860977"/>
            <a:ext cx="299697" cy="195455"/>
          </a:xfrm>
          <a:custGeom>
            <a:avLst/>
            <a:gdLst>
              <a:gd name="T0" fmla="*/ 0 w 208"/>
              <a:gd name="T1" fmla="*/ 10 h 135"/>
              <a:gd name="T2" fmla="*/ 1 w 208"/>
              <a:gd name="T3" fmla="*/ 6 h 135"/>
              <a:gd name="T4" fmla="*/ 3 w 208"/>
              <a:gd name="T5" fmla="*/ 3 h 135"/>
              <a:gd name="T6" fmla="*/ 6 w 208"/>
              <a:gd name="T7" fmla="*/ 1 h 135"/>
              <a:gd name="T8" fmla="*/ 10 w 208"/>
              <a:gd name="T9" fmla="*/ 0 h 135"/>
              <a:gd name="T10" fmla="*/ 198 w 208"/>
              <a:gd name="T11" fmla="*/ 0 h 135"/>
              <a:gd name="T12" fmla="*/ 202 w 208"/>
              <a:gd name="T13" fmla="*/ 1 h 135"/>
              <a:gd name="T14" fmla="*/ 205 w 208"/>
              <a:gd name="T15" fmla="*/ 3 h 135"/>
              <a:gd name="T16" fmla="*/ 207 w 208"/>
              <a:gd name="T17" fmla="*/ 6 h 135"/>
              <a:gd name="T18" fmla="*/ 208 w 208"/>
              <a:gd name="T19" fmla="*/ 10 h 135"/>
              <a:gd name="T20" fmla="*/ 167 w 208"/>
              <a:gd name="T21" fmla="*/ 41 h 135"/>
              <a:gd name="T22" fmla="*/ 115 w 208"/>
              <a:gd name="T23" fmla="*/ 80 h 135"/>
              <a:gd name="T24" fmla="*/ 104 w 208"/>
              <a:gd name="T25" fmla="*/ 83 h 135"/>
              <a:gd name="T26" fmla="*/ 93 w 208"/>
              <a:gd name="T27" fmla="*/ 80 h 135"/>
              <a:gd name="T28" fmla="*/ 41 w 208"/>
              <a:gd name="T29" fmla="*/ 41 h 135"/>
              <a:gd name="T30" fmla="*/ 0 w 208"/>
              <a:gd name="T31" fmla="*/ 10 h 135"/>
              <a:gd name="T32" fmla="*/ 0 w 208"/>
              <a:gd name="T33" fmla="*/ 125 h 135"/>
              <a:gd name="T34" fmla="*/ 0 w 208"/>
              <a:gd name="T35" fmla="*/ 21 h 135"/>
              <a:gd name="T36" fmla="*/ 41 w 208"/>
              <a:gd name="T37" fmla="*/ 51 h 135"/>
              <a:gd name="T38" fmla="*/ 93 w 208"/>
              <a:gd name="T39" fmla="*/ 90 h 135"/>
              <a:gd name="T40" fmla="*/ 104 w 208"/>
              <a:gd name="T41" fmla="*/ 94 h 135"/>
              <a:gd name="T42" fmla="*/ 115 w 208"/>
              <a:gd name="T43" fmla="*/ 90 h 135"/>
              <a:gd name="T44" fmla="*/ 167 w 208"/>
              <a:gd name="T45" fmla="*/ 52 h 135"/>
              <a:gd name="T46" fmla="*/ 208 w 208"/>
              <a:gd name="T47" fmla="*/ 21 h 135"/>
              <a:gd name="T48" fmla="*/ 208 w 208"/>
              <a:gd name="T49" fmla="*/ 125 h 135"/>
              <a:gd name="T50" fmla="*/ 156 w 208"/>
              <a:gd name="T51" fmla="*/ 83 h 135"/>
              <a:gd name="T52" fmla="*/ 205 w 208"/>
              <a:gd name="T53" fmla="*/ 132 h 135"/>
              <a:gd name="T54" fmla="*/ 198 w 208"/>
              <a:gd name="T55" fmla="*/ 135 h 135"/>
              <a:gd name="T56" fmla="*/ 10 w 208"/>
              <a:gd name="T57" fmla="*/ 135 h 135"/>
              <a:gd name="T58" fmla="*/ 3 w 208"/>
              <a:gd name="T59" fmla="*/ 132 h 135"/>
              <a:gd name="T60" fmla="*/ 52 w 208"/>
              <a:gd name="T61" fmla="*/ 83 h 135"/>
              <a:gd name="T62" fmla="*/ 0 w 208"/>
              <a:gd name="T63" fmla="*/ 125 h 1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208" h="135">
                <a:moveTo>
                  <a:pt x="0" y="10"/>
                </a:moveTo>
                <a:cubicBezTo>
                  <a:pt x="0" y="9"/>
                  <a:pt x="0" y="8"/>
                  <a:pt x="1" y="6"/>
                </a:cubicBezTo>
                <a:cubicBezTo>
                  <a:pt x="1" y="5"/>
                  <a:pt x="2" y="4"/>
                  <a:pt x="3" y="3"/>
                </a:cubicBezTo>
                <a:cubicBezTo>
                  <a:pt x="4" y="2"/>
                  <a:pt x="5" y="1"/>
                  <a:pt x="6" y="1"/>
                </a:cubicBezTo>
                <a:cubicBezTo>
                  <a:pt x="8" y="0"/>
                  <a:pt x="9" y="0"/>
                  <a:pt x="10" y="0"/>
                </a:cubicBezTo>
                <a:cubicBezTo>
                  <a:pt x="198" y="0"/>
                  <a:pt x="198" y="0"/>
                  <a:pt x="198" y="0"/>
                </a:cubicBezTo>
                <a:cubicBezTo>
                  <a:pt x="199" y="0"/>
                  <a:pt x="200" y="0"/>
                  <a:pt x="202" y="1"/>
                </a:cubicBezTo>
                <a:cubicBezTo>
                  <a:pt x="203" y="1"/>
                  <a:pt x="204" y="2"/>
                  <a:pt x="205" y="3"/>
                </a:cubicBezTo>
                <a:cubicBezTo>
                  <a:pt x="206" y="4"/>
                  <a:pt x="207" y="5"/>
                  <a:pt x="207" y="6"/>
                </a:cubicBezTo>
                <a:cubicBezTo>
                  <a:pt x="208" y="8"/>
                  <a:pt x="208" y="9"/>
                  <a:pt x="208" y="10"/>
                </a:cubicBezTo>
                <a:cubicBezTo>
                  <a:pt x="167" y="41"/>
                  <a:pt x="167" y="41"/>
                  <a:pt x="167" y="41"/>
                </a:cubicBezTo>
                <a:cubicBezTo>
                  <a:pt x="115" y="80"/>
                  <a:pt x="115" y="80"/>
                  <a:pt x="115" y="80"/>
                </a:cubicBezTo>
                <a:cubicBezTo>
                  <a:pt x="113" y="82"/>
                  <a:pt x="109" y="83"/>
                  <a:pt x="104" y="83"/>
                </a:cubicBezTo>
                <a:cubicBezTo>
                  <a:pt x="99" y="83"/>
                  <a:pt x="95" y="82"/>
                  <a:pt x="93" y="80"/>
                </a:cubicBezTo>
                <a:cubicBezTo>
                  <a:pt x="41" y="41"/>
                  <a:pt x="41" y="41"/>
                  <a:pt x="41" y="41"/>
                </a:cubicBezTo>
                <a:lnTo>
                  <a:pt x="0" y="10"/>
                </a:lnTo>
                <a:close/>
                <a:moveTo>
                  <a:pt x="0" y="125"/>
                </a:moveTo>
                <a:cubicBezTo>
                  <a:pt x="0" y="21"/>
                  <a:pt x="0" y="21"/>
                  <a:pt x="0" y="21"/>
                </a:cubicBezTo>
                <a:cubicBezTo>
                  <a:pt x="41" y="51"/>
                  <a:pt x="41" y="51"/>
                  <a:pt x="41" y="51"/>
                </a:cubicBezTo>
                <a:cubicBezTo>
                  <a:pt x="93" y="90"/>
                  <a:pt x="93" y="90"/>
                  <a:pt x="93" y="90"/>
                </a:cubicBezTo>
                <a:cubicBezTo>
                  <a:pt x="96" y="92"/>
                  <a:pt x="99" y="94"/>
                  <a:pt x="104" y="94"/>
                </a:cubicBezTo>
                <a:cubicBezTo>
                  <a:pt x="109" y="94"/>
                  <a:pt x="112" y="92"/>
                  <a:pt x="115" y="90"/>
                </a:cubicBezTo>
                <a:cubicBezTo>
                  <a:pt x="167" y="52"/>
                  <a:pt x="167" y="52"/>
                  <a:pt x="167" y="52"/>
                </a:cubicBezTo>
                <a:cubicBezTo>
                  <a:pt x="208" y="21"/>
                  <a:pt x="208" y="21"/>
                  <a:pt x="208" y="21"/>
                </a:cubicBezTo>
                <a:cubicBezTo>
                  <a:pt x="208" y="125"/>
                  <a:pt x="208" y="125"/>
                  <a:pt x="208" y="125"/>
                </a:cubicBezTo>
                <a:cubicBezTo>
                  <a:pt x="156" y="83"/>
                  <a:pt x="156" y="83"/>
                  <a:pt x="156" y="83"/>
                </a:cubicBezTo>
                <a:cubicBezTo>
                  <a:pt x="205" y="132"/>
                  <a:pt x="205" y="132"/>
                  <a:pt x="205" y="132"/>
                </a:cubicBezTo>
                <a:cubicBezTo>
                  <a:pt x="203" y="134"/>
                  <a:pt x="200" y="135"/>
                  <a:pt x="198" y="135"/>
                </a:cubicBezTo>
                <a:cubicBezTo>
                  <a:pt x="10" y="135"/>
                  <a:pt x="10" y="135"/>
                  <a:pt x="10" y="135"/>
                </a:cubicBezTo>
                <a:cubicBezTo>
                  <a:pt x="8" y="135"/>
                  <a:pt x="5" y="134"/>
                  <a:pt x="3" y="132"/>
                </a:cubicBezTo>
                <a:cubicBezTo>
                  <a:pt x="52" y="83"/>
                  <a:pt x="52" y="83"/>
                  <a:pt x="52" y="83"/>
                </a:cubicBezTo>
                <a:lnTo>
                  <a:pt x="0" y="125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57" name="Freeform 59"/>
          <p:cNvSpPr>
            <a:spLocks noEditPoints="1"/>
          </p:cNvSpPr>
          <p:nvPr/>
        </p:nvSpPr>
        <p:spPr bwMode="auto">
          <a:xfrm>
            <a:off x="4637746" y="2802339"/>
            <a:ext cx="297527" cy="284496"/>
          </a:xfrm>
          <a:custGeom>
            <a:avLst/>
            <a:gdLst>
              <a:gd name="T0" fmla="*/ 0 w 208"/>
              <a:gd name="T1" fmla="*/ 73 h 198"/>
              <a:gd name="T2" fmla="*/ 41 w 208"/>
              <a:gd name="T3" fmla="*/ 43 h 198"/>
              <a:gd name="T4" fmla="*/ 93 w 208"/>
              <a:gd name="T5" fmla="*/ 4 h 198"/>
              <a:gd name="T6" fmla="*/ 104 w 208"/>
              <a:gd name="T7" fmla="*/ 0 h 198"/>
              <a:gd name="T8" fmla="*/ 115 w 208"/>
              <a:gd name="T9" fmla="*/ 4 h 198"/>
              <a:gd name="T10" fmla="*/ 145 w 208"/>
              <a:gd name="T11" fmla="*/ 26 h 198"/>
              <a:gd name="T12" fmla="*/ 179 w 208"/>
              <a:gd name="T13" fmla="*/ 51 h 198"/>
              <a:gd name="T14" fmla="*/ 195 w 208"/>
              <a:gd name="T15" fmla="*/ 63 h 198"/>
              <a:gd name="T16" fmla="*/ 208 w 208"/>
              <a:gd name="T17" fmla="*/ 73 h 198"/>
              <a:gd name="T18" fmla="*/ 181 w 208"/>
              <a:gd name="T19" fmla="*/ 93 h 198"/>
              <a:gd name="T20" fmla="*/ 125 w 208"/>
              <a:gd name="T21" fmla="*/ 136 h 198"/>
              <a:gd name="T22" fmla="*/ 115 w 208"/>
              <a:gd name="T23" fmla="*/ 143 h 198"/>
              <a:gd name="T24" fmla="*/ 104 w 208"/>
              <a:gd name="T25" fmla="*/ 146 h 198"/>
              <a:gd name="T26" fmla="*/ 93 w 208"/>
              <a:gd name="T27" fmla="*/ 143 h 198"/>
              <a:gd name="T28" fmla="*/ 55 w 208"/>
              <a:gd name="T29" fmla="*/ 115 h 198"/>
              <a:gd name="T30" fmla="*/ 26 w 208"/>
              <a:gd name="T31" fmla="*/ 93 h 198"/>
              <a:gd name="T32" fmla="*/ 0 w 208"/>
              <a:gd name="T33" fmla="*/ 73 h 198"/>
              <a:gd name="T34" fmla="*/ 0 w 208"/>
              <a:gd name="T35" fmla="*/ 187 h 198"/>
              <a:gd name="T36" fmla="*/ 0 w 208"/>
              <a:gd name="T37" fmla="*/ 84 h 198"/>
              <a:gd name="T38" fmla="*/ 41 w 208"/>
              <a:gd name="T39" fmla="*/ 114 h 198"/>
              <a:gd name="T40" fmla="*/ 93 w 208"/>
              <a:gd name="T41" fmla="*/ 153 h 198"/>
              <a:gd name="T42" fmla="*/ 104 w 208"/>
              <a:gd name="T43" fmla="*/ 156 h 198"/>
              <a:gd name="T44" fmla="*/ 115 w 208"/>
              <a:gd name="T45" fmla="*/ 153 h 198"/>
              <a:gd name="T46" fmla="*/ 167 w 208"/>
              <a:gd name="T47" fmla="*/ 114 h 198"/>
              <a:gd name="T48" fmla="*/ 208 w 208"/>
              <a:gd name="T49" fmla="*/ 84 h 198"/>
              <a:gd name="T50" fmla="*/ 208 w 208"/>
              <a:gd name="T51" fmla="*/ 187 h 198"/>
              <a:gd name="T52" fmla="*/ 156 w 208"/>
              <a:gd name="T53" fmla="*/ 146 h 198"/>
              <a:gd name="T54" fmla="*/ 205 w 208"/>
              <a:gd name="T55" fmla="*/ 195 h 198"/>
              <a:gd name="T56" fmla="*/ 198 w 208"/>
              <a:gd name="T57" fmla="*/ 198 h 198"/>
              <a:gd name="T58" fmla="*/ 10 w 208"/>
              <a:gd name="T59" fmla="*/ 198 h 198"/>
              <a:gd name="T60" fmla="*/ 3 w 208"/>
              <a:gd name="T61" fmla="*/ 195 h 198"/>
              <a:gd name="T62" fmla="*/ 52 w 208"/>
              <a:gd name="T63" fmla="*/ 146 h 198"/>
              <a:gd name="T64" fmla="*/ 0 w 208"/>
              <a:gd name="T65" fmla="*/ 187 h 1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208" h="198">
                <a:moveTo>
                  <a:pt x="0" y="73"/>
                </a:moveTo>
                <a:cubicBezTo>
                  <a:pt x="41" y="43"/>
                  <a:pt x="41" y="43"/>
                  <a:pt x="41" y="43"/>
                </a:cubicBezTo>
                <a:cubicBezTo>
                  <a:pt x="93" y="4"/>
                  <a:pt x="93" y="4"/>
                  <a:pt x="93" y="4"/>
                </a:cubicBezTo>
                <a:cubicBezTo>
                  <a:pt x="96" y="1"/>
                  <a:pt x="100" y="0"/>
                  <a:pt x="104" y="0"/>
                </a:cubicBezTo>
                <a:cubicBezTo>
                  <a:pt x="108" y="0"/>
                  <a:pt x="112" y="1"/>
                  <a:pt x="115" y="4"/>
                </a:cubicBezTo>
                <a:cubicBezTo>
                  <a:pt x="145" y="26"/>
                  <a:pt x="145" y="26"/>
                  <a:pt x="145" y="26"/>
                </a:cubicBezTo>
                <a:cubicBezTo>
                  <a:pt x="179" y="51"/>
                  <a:pt x="179" y="51"/>
                  <a:pt x="179" y="51"/>
                </a:cubicBezTo>
                <a:cubicBezTo>
                  <a:pt x="185" y="56"/>
                  <a:pt x="190" y="60"/>
                  <a:pt x="195" y="63"/>
                </a:cubicBezTo>
                <a:cubicBezTo>
                  <a:pt x="200" y="67"/>
                  <a:pt x="204" y="70"/>
                  <a:pt x="208" y="73"/>
                </a:cubicBezTo>
                <a:cubicBezTo>
                  <a:pt x="204" y="76"/>
                  <a:pt x="195" y="83"/>
                  <a:pt x="181" y="93"/>
                </a:cubicBezTo>
                <a:cubicBezTo>
                  <a:pt x="167" y="104"/>
                  <a:pt x="149" y="118"/>
                  <a:pt x="125" y="136"/>
                </a:cubicBezTo>
                <a:cubicBezTo>
                  <a:pt x="115" y="143"/>
                  <a:pt x="115" y="143"/>
                  <a:pt x="115" y="143"/>
                </a:cubicBezTo>
                <a:cubicBezTo>
                  <a:pt x="112" y="145"/>
                  <a:pt x="108" y="146"/>
                  <a:pt x="104" y="146"/>
                </a:cubicBezTo>
                <a:cubicBezTo>
                  <a:pt x="100" y="146"/>
                  <a:pt x="96" y="145"/>
                  <a:pt x="93" y="143"/>
                </a:cubicBezTo>
                <a:cubicBezTo>
                  <a:pt x="55" y="115"/>
                  <a:pt x="55" y="115"/>
                  <a:pt x="55" y="115"/>
                </a:cubicBezTo>
                <a:cubicBezTo>
                  <a:pt x="26" y="93"/>
                  <a:pt x="26" y="93"/>
                  <a:pt x="26" y="93"/>
                </a:cubicBezTo>
                <a:lnTo>
                  <a:pt x="0" y="73"/>
                </a:lnTo>
                <a:close/>
                <a:moveTo>
                  <a:pt x="0" y="187"/>
                </a:moveTo>
                <a:cubicBezTo>
                  <a:pt x="0" y="84"/>
                  <a:pt x="0" y="84"/>
                  <a:pt x="0" y="84"/>
                </a:cubicBezTo>
                <a:cubicBezTo>
                  <a:pt x="41" y="114"/>
                  <a:pt x="41" y="114"/>
                  <a:pt x="41" y="114"/>
                </a:cubicBezTo>
                <a:cubicBezTo>
                  <a:pt x="93" y="153"/>
                  <a:pt x="93" y="153"/>
                  <a:pt x="93" y="153"/>
                </a:cubicBezTo>
                <a:cubicBezTo>
                  <a:pt x="95" y="155"/>
                  <a:pt x="99" y="156"/>
                  <a:pt x="104" y="156"/>
                </a:cubicBezTo>
                <a:cubicBezTo>
                  <a:pt x="109" y="156"/>
                  <a:pt x="113" y="155"/>
                  <a:pt x="115" y="153"/>
                </a:cubicBezTo>
                <a:cubicBezTo>
                  <a:pt x="167" y="114"/>
                  <a:pt x="167" y="114"/>
                  <a:pt x="167" y="114"/>
                </a:cubicBezTo>
                <a:cubicBezTo>
                  <a:pt x="208" y="84"/>
                  <a:pt x="208" y="84"/>
                  <a:pt x="208" y="84"/>
                </a:cubicBezTo>
                <a:cubicBezTo>
                  <a:pt x="208" y="187"/>
                  <a:pt x="208" y="187"/>
                  <a:pt x="208" y="187"/>
                </a:cubicBezTo>
                <a:cubicBezTo>
                  <a:pt x="156" y="146"/>
                  <a:pt x="156" y="146"/>
                  <a:pt x="156" y="146"/>
                </a:cubicBezTo>
                <a:cubicBezTo>
                  <a:pt x="205" y="195"/>
                  <a:pt x="205" y="195"/>
                  <a:pt x="205" y="195"/>
                </a:cubicBezTo>
                <a:cubicBezTo>
                  <a:pt x="203" y="197"/>
                  <a:pt x="200" y="198"/>
                  <a:pt x="198" y="198"/>
                </a:cubicBezTo>
                <a:cubicBezTo>
                  <a:pt x="10" y="198"/>
                  <a:pt x="10" y="198"/>
                  <a:pt x="10" y="198"/>
                </a:cubicBezTo>
                <a:cubicBezTo>
                  <a:pt x="8" y="198"/>
                  <a:pt x="5" y="197"/>
                  <a:pt x="3" y="195"/>
                </a:cubicBezTo>
                <a:cubicBezTo>
                  <a:pt x="52" y="146"/>
                  <a:pt x="52" y="146"/>
                  <a:pt x="52" y="146"/>
                </a:cubicBezTo>
                <a:lnTo>
                  <a:pt x="0" y="187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58" name="Freeform 60"/>
          <p:cNvSpPr>
            <a:spLocks noEditPoints="1"/>
          </p:cNvSpPr>
          <p:nvPr/>
        </p:nvSpPr>
        <p:spPr bwMode="auto">
          <a:xfrm>
            <a:off x="5145929" y="2802339"/>
            <a:ext cx="297527" cy="297527"/>
          </a:xfrm>
          <a:custGeom>
            <a:avLst/>
            <a:gdLst>
              <a:gd name="T0" fmla="*/ 0 w 137"/>
              <a:gd name="T1" fmla="*/ 110 h 137"/>
              <a:gd name="T2" fmla="*/ 14 w 137"/>
              <a:gd name="T3" fmla="*/ 110 h 137"/>
              <a:gd name="T4" fmla="*/ 14 w 137"/>
              <a:gd name="T5" fmla="*/ 123 h 137"/>
              <a:gd name="T6" fmla="*/ 123 w 137"/>
              <a:gd name="T7" fmla="*/ 123 h 137"/>
              <a:gd name="T8" fmla="*/ 123 w 137"/>
              <a:gd name="T9" fmla="*/ 110 h 137"/>
              <a:gd name="T10" fmla="*/ 137 w 137"/>
              <a:gd name="T11" fmla="*/ 110 h 137"/>
              <a:gd name="T12" fmla="*/ 137 w 137"/>
              <a:gd name="T13" fmla="*/ 137 h 137"/>
              <a:gd name="T14" fmla="*/ 0 w 137"/>
              <a:gd name="T15" fmla="*/ 137 h 137"/>
              <a:gd name="T16" fmla="*/ 0 w 137"/>
              <a:gd name="T17" fmla="*/ 110 h 137"/>
              <a:gd name="T18" fmla="*/ 20 w 137"/>
              <a:gd name="T19" fmla="*/ 55 h 137"/>
              <a:gd name="T20" fmla="*/ 51 w 137"/>
              <a:gd name="T21" fmla="*/ 55 h 137"/>
              <a:gd name="T22" fmla="*/ 51 w 137"/>
              <a:gd name="T23" fmla="*/ 0 h 137"/>
              <a:gd name="T24" fmla="*/ 86 w 137"/>
              <a:gd name="T25" fmla="*/ 0 h 137"/>
              <a:gd name="T26" fmla="*/ 86 w 137"/>
              <a:gd name="T27" fmla="*/ 55 h 137"/>
              <a:gd name="T28" fmla="*/ 117 w 137"/>
              <a:gd name="T29" fmla="*/ 55 h 137"/>
              <a:gd name="T30" fmla="*/ 68 w 137"/>
              <a:gd name="T31" fmla="*/ 103 h 137"/>
              <a:gd name="T32" fmla="*/ 20 w 137"/>
              <a:gd name="T33" fmla="*/ 55 h 1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37" h="137">
                <a:moveTo>
                  <a:pt x="0" y="110"/>
                </a:moveTo>
                <a:lnTo>
                  <a:pt x="14" y="110"/>
                </a:lnTo>
                <a:lnTo>
                  <a:pt x="14" y="123"/>
                </a:lnTo>
                <a:lnTo>
                  <a:pt x="123" y="123"/>
                </a:lnTo>
                <a:lnTo>
                  <a:pt x="123" y="110"/>
                </a:lnTo>
                <a:lnTo>
                  <a:pt x="137" y="110"/>
                </a:lnTo>
                <a:lnTo>
                  <a:pt x="137" y="137"/>
                </a:lnTo>
                <a:lnTo>
                  <a:pt x="0" y="137"/>
                </a:lnTo>
                <a:lnTo>
                  <a:pt x="0" y="110"/>
                </a:lnTo>
                <a:close/>
                <a:moveTo>
                  <a:pt x="20" y="55"/>
                </a:moveTo>
                <a:lnTo>
                  <a:pt x="51" y="55"/>
                </a:lnTo>
                <a:lnTo>
                  <a:pt x="51" y="0"/>
                </a:lnTo>
                <a:lnTo>
                  <a:pt x="86" y="0"/>
                </a:lnTo>
                <a:lnTo>
                  <a:pt x="86" y="55"/>
                </a:lnTo>
                <a:lnTo>
                  <a:pt x="117" y="55"/>
                </a:lnTo>
                <a:lnTo>
                  <a:pt x="68" y="103"/>
                </a:lnTo>
                <a:lnTo>
                  <a:pt x="20" y="55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59" name="Freeform 61"/>
          <p:cNvSpPr>
            <a:spLocks noEditPoints="1"/>
          </p:cNvSpPr>
          <p:nvPr/>
        </p:nvSpPr>
        <p:spPr bwMode="auto">
          <a:xfrm>
            <a:off x="5727949" y="2802339"/>
            <a:ext cx="297527" cy="297527"/>
          </a:xfrm>
          <a:custGeom>
            <a:avLst/>
            <a:gdLst>
              <a:gd name="T0" fmla="*/ 0 w 137"/>
              <a:gd name="T1" fmla="*/ 110 h 137"/>
              <a:gd name="T2" fmla="*/ 14 w 137"/>
              <a:gd name="T3" fmla="*/ 110 h 137"/>
              <a:gd name="T4" fmla="*/ 14 w 137"/>
              <a:gd name="T5" fmla="*/ 123 h 137"/>
              <a:gd name="T6" fmla="*/ 123 w 137"/>
              <a:gd name="T7" fmla="*/ 123 h 137"/>
              <a:gd name="T8" fmla="*/ 123 w 137"/>
              <a:gd name="T9" fmla="*/ 110 h 137"/>
              <a:gd name="T10" fmla="*/ 137 w 137"/>
              <a:gd name="T11" fmla="*/ 110 h 137"/>
              <a:gd name="T12" fmla="*/ 137 w 137"/>
              <a:gd name="T13" fmla="*/ 137 h 137"/>
              <a:gd name="T14" fmla="*/ 0 w 137"/>
              <a:gd name="T15" fmla="*/ 137 h 137"/>
              <a:gd name="T16" fmla="*/ 0 w 137"/>
              <a:gd name="T17" fmla="*/ 110 h 137"/>
              <a:gd name="T18" fmla="*/ 20 w 137"/>
              <a:gd name="T19" fmla="*/ 48 h 137"/>
              <a:gd name="T20" fmla="*/ 69 w 137"/>
              <a:gd name="T21" fmla="*/ 0 h 137"/>
              <a:gd name="T22" fmla="*/ 117 w 137"/>
              <a:gd name="T23" fmla="*/ 48 h 137"/>
              <a:gd name="T24" fmla="*/ 86 w 137"/>
              <a:gd name="T25" fmla="*/ 48 h 137"/>
              <a:gd name="T26" fmla="*/ 86 w 137"/>
              <a:gd name="T27" fmla="*/ 103 h 137"/>
              <a:gd name="T28" fmla="*/ 51 w 137"/>
              <a:gd name="T29" fmla="*/ 103 h 137"/>
              <a:gd name="T30" fmla="*/ 51 w 137"/>
              <a:gd name="T31" fmla="*/ 48 h 137"/>
              <a:gd name="T32" fmla="*/ 20 w 137"/>
              <a:gd name="T33" fmla="*/ 48 h 1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37" h="137">
                <a:moveTo>
                  <a:pt x="0" y="110"/>
                </a:moveTo>
                <a:lnTo>
                  <a:pt x="14" y="110"/>
                </a:lnTo>
                <a:lnTo>
                  <a:pt x="14" y="123"/>
                </a:lnTo>
                <a:lnTo>
                  <a:pt x="123" y="123"/>
                </a:lnTo>
                <a:lnTo>
                  <a:pt x="123" y="110"/>
                </a:lnTo>
                <a:lnTo>
                  <a:pt x="137" y="110"/>
                </a:lnTo>
                <a:lnTo>
                  <a:pt x="137" y="137"/>
                </a:lnTo>
                <a:lnTo>
                  <a:pt x="0" y="137"/>
                </a:lnTo>
                <a:lnTo>
                  <a:pt x="0" y="110"/>
                </a:lnTo>
                <a:close/>
                <a:moveTo>
                  <a:pt x="20" y="48"/>
                </a:moveTo>
                <a:lnTo>
                  <a:pt x="69" y="0"/>
                </a:lnTo>
                <a:lnTo>
                  <a:pt x="117" y="48"/>
                </a:lnTo>
                <a:lnTo>
                  <a:pt x="86" y="48"/>
                </a:lnTo>
                <a:lnTo>
                  <a:pt x="86" y="103"/>
                </a:lnTo>
                <a:lnTo>
                  <a:pt x="51" y="103"/>
                </a:lnTo>
                <a:lnTo>
                  <a:pt x="51" y="48"/>
                </a:lnTo>
                <a:lnTo>
                  <a:pt x="20" y="48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60" name="Freeform 62"/>
          <p:cNvSpPr>
            <a:spLocks/>
          </p:cNvSpPr>
          <p:nvPr/>
        </p:nvSpPr>
        <p:spPr bwMode="auto">
          <a:xfrm>
            <a:off x="6177495" y="2817542"/>
            <a:ext cx="267123" cy="269293"/>
          </a:xfrm>
          <a:custGeom>
            <a:avLst/>
            <a:gdLst>
              <a:gd name="T0" fmla="*/ 0 w 123"/>
              <a:gd name="T1" fmla="*/ 103 h 124"/>
              <a:gd name="T2" fmla="*/ 41 w 123"/>
              <a:gd name="T3" fmla="*/ 61 h 124"/>
              <a:gd name="T4" fmla="*/ 0 w 123"/>
              <a:gd name="T5" fmla="*/ 20 h 124"/>
              <a:gd name="T6" fmla="*/ 20 w 123"/>
              <a:gd name="T7" fmla="*/ 0 h 124"/>
              <a:gd name="T8" fmla="*/ 61 w 123"/>
              <a:gd name="T9" fmla="*/ 41 h 124"/>
              <a:gd name="T10" fmla="*/ 103 w 123"/>
              <a:gd name="T11" fmla="*/ 0 h 124"/>
              <a:gd name="T12" fmla="*/ 123 w 123"/>
              <a:gd name="T13" fmla="*/ 20 h 124"/>
              <a:gd name="T14" fmla="*/ 82 w 123"/>
              <a:gd name="T15" fmla="*/ 61 h 124"/>
              <a:gd name="T16" fmla="*/ 123 w 123"/>
              <a:gd name="T17" fmla="*/ 103 h 124"/>
              <a:gd name="T18" fmla="*/ 103 w 123"/>
              <a:gd name="T19" fmla="*/ 124 h 124"/>
              <a:gd name="T20" fmla="*/ 61 w 123"/>
              <a:gd name="T21" fmla="*/ 83 h 124"/>
              <a:gd name="T22" fmla="*/ 20 w 123"/>
              <a:gd name="T23" fmla="*/ 124 h 124"/>
              <a:gd name="T24" fmla="*/ 0 w 123"/>
              <a:gd name="T25" fmla="*/ 103 h 1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23" h="124">
                <a:moveTo>
                  <a:pt x="0" y="103"/>
                </a:moveTo>
                <a:lnTo>
                  <a:pt x="41" y="61"/>
                </a:lnTo>
                <a:lnTo>
                  <a:pt x="0" y="20"/>
                </a:lnTo>
                <a:lnTo>
                  <a:pt x="20" y="0"/>
                </a:lnTo>
                <a:lnTo>
                  <a:pt x="61" y="41"/>
                </a:lnTo>
                <a:lnTo>
                  <a:pt x="103" y="0"/>
                </a:lnTo>
                <a:lnTo>
                  <a:pt x="123" y="20"/>
                </a:lnTo>
                <a:lnTo>
                  <a:pt x="82" y="61"/>
                </a:lnTo>
                <a:lnTo>
                  <a:pt x="123" y="103"/>
                </a:lnTo>
                <a:lnTo>
                  <a:pt x="103" y="124"/>
                </a:lnTo>
                <a:lnTo>
                  <a:pt x="61" y="83"/>
                </a:lnTo>
                <a:lnTo>
                  <a:pt x="20" y="124"/>
                </a:lnTo>
                <a:lnTo>
                  <a:pt x="0" y="103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61" name="Freeform 63"/>
          <p:cNvSpPr>
            <a:spLocks noEditPoints="1"/>
          </p:cNvSpPr>
          <p:nvPr/>
        </p:nvSpPr>
        <p:spPr bwMode="auto">
          <a:xfrm>
            <a:off x="6742142" y="2802339"/>
            <a:ext cx="301869" cy="297527"/>
          </a:xfrm>
          <a:custGeom>
            <a:avLst/>
            <a:gdLst>
              <a:gd name="T0" fmla="*/ 0 w 209"/>
              <a:gd name="T1" fmla="*/ 51 h 208"/>
              <a:gd name="T2" fmla="*/ 4 w 209"/>
              <a:gd name="T3" fmla="*/ 32 h 208"/>
              <a:gd name="T4" fmla="*/ 15 w 209"/>
              <a:gd name="T5" fmla="*/ 15 h 208"/>
              <a:gd name="T6" fmla="*/ 32 w 209"/>
              <a:gd name="T7" fmla="*/ 4 h 208"/>
              <a:gd name="T8" fmla="*/ 51 w 209"/>
              <a:gd name="T9" fmla="*/ 0 h 208"/>
              <a:gd name="T10" fmla="*/ 70 w 209"/>
              <a:gd name="T11" fmla="*/ 4 h 208"/>
              <a:gd name="T12" fmla="*/ 87 w 209"/>
              <a:gd name="T13" fmla="*/ 15 h 208"/>
              <a:gd name="T14" fmla="*/ 104 w 209"/>
              <a:gd name="T15" fmla="*/ 33 h 208"/>
              <a:gd name="T16" fmla="*/ 115 w 209"/>
              <a:gd name="T17" fmla="*/ 50 h 208"/>
              <a:gd name="T18" fmla="*/ 119 w 209"/>
              <a:gd name="T19" fmla="*/ 69 h 208"/>
              <a:gd name="T20" fmla="*/ 117 w 209"/>
              <a:gd name="T21" fmla="*/ 82 h 208"/>
              <a:gd name="T22" fmla="*/ 69 w 209"/>
              <a:gd name="T23" fmla="*/ 33 h 208"/>
              <a:gd name="T24" fmla="*/ 51 w 209"/>
              <a:gd name="T25" fmla="*/ 26 h 208"/>
              <a:gd name="T26" fmla="*/ 33 w 209"/>
              <a:gd name="T27" fmla="*/ 33 h 208"/>
              <a:gd name="T28" fmla="*/ 26 w 209"/>
              <a:gd name="T29" fmla="*/ 51 h 208"/>
              <a:gd name="T30" fmla="*/ 33 w 209"/>
              <a:gd name="T31" fmla="*/ 69 h 208"/>
              <a:gd name="T32" fmla="*/ 82 w 209"/>
              <a:gd name="T33" fmla="*/ 117 h 208"/>
              <a:gd name="T34" fmla="*/ 69 w 209"/>
              <a:gd name="T35" fmla="*/ 119 h 208"/>
              <a:gd name="T36" fmla="*/ 50 w 209"/>
              <a:gd name="T37" fmla="*/ 115 h 208"/>
              <a:gd name="T38" fmla="*/ 33 w 209"/>
              <a:gd name="T39" fmla="*/ 104 h 208"/>
              <a:gd name="T40" fmla="*/ 15 w 209"/>
              <a:gd name="T41" fmla="*/ 87 h 208"/>
              <a:gd name="T42" fmla="*/ 4 w 209"/>
              <a:gd name="T43" fmla="*/ 70 h 208"/>
              <a:gd name="T44" fmla="*/ 0 w 209"/>
              <a:gd name="T45" fmla="*/ 51 h 208"/>
              <a:gd name="T46" fmla="*/ 56 w 209"/>
              <a:gd name="T47" fmla="*/ 69 h 208"/>
              <a:gd name="T48" fmla="*/ 57 w 209"/>
              <a:gd name="T49" fmla="*/ 64 h 208"/>
              <a:gd name="T50" fmla="*/ 60 w 209"/>
              <a:gd name="T51" fmla="*/ 60 h 208"/>
              <a:gd name="T52" fmla="*/ 64 w 209"/>
              <a:gd name="T53" fmla="*/ 57 h 208"/>
              <a:gd name="T54" fmla="*/ 69 w 209"/>
              <a:gd name="T55" fmla="*/ 56 h 208"/>
              <a:gd name="T56" fmla="*/ 78 w 209"/>
              <a:gd name="T57" fmla="*/ 60 h 208"/>
              <a:gd name="T58" fmla="*/ 149 w 209"/>
              <a:gd name="T59" fmla="*/ 131 h 208"/>
              <a:gd name="T60" fmla="*/ 153 w 209"/>
              <a:gd name="T61" fmla="*/ 140 h 208"/>
              <a:gd name="T62" fmla="*/ 152 w 209"/>
              <a:gd name="T63" fmla="*/ 145 h 208"/>
              <a:gd name="T64" fmla="*/ 149 w 209"/>
              <a:gd name="T65" fmla="*/ 149 h 208"/>
              <a:gd name="T66" fmla="*/ 145 w 209"/>
              <a:gd name="T67" fmla="*/ 152 h 208"/>
              <a:gd name="T68" fmla="*/ 140 w 209"/>
              <a:gd name="T69" fmla="*/ 153 h 208"/>
              <a:gd name="T70" fmla="*/ 131 w 209"/>
              <a:gd name="T71" fmla="*/ 149 h 208"/>
              <a:gd name="T72" fmla="*/ 60 w 209"/>
              <a:gd name="T73" fmla="*/ 78 h 208"/>
              <a:gd name="T74" fmla="*/ 56 w 209"/>
              <a:gd name="T75" fmla="*/ 69 h 208"/>
              <a:gd name="T76" fmla="*/ 90 w 209"/>
              <a:gd name="T77" fmla="*/ 140 h 208"/>
              <a:gd name="T78" fmla="*/ 92 w 209"/>
              <a:gd name="T79" fmla="*/ 127 h 208"/>
              <a:gd name="T80" fmla="*/ 122 w 209"/>
              <a:gd name="T81" fmla="*/ 158 h 208"/>
              <a:gd name="T82" fmla="*/ 140 w 209"/>
              <a:gd name="T83" fmla="*/ 176 h 208"/>
              <a:gd name="T84" fmla="*/ 158 w 209"/>
              <a:gd name="T85" fmla="*/ 183 h 208"/>
              <a:gd name="T86" fmla="*/ 176 w 209"/>
              <a:gd name="T87" fmla="*/ 176 h 208"/>
              <a:gd name="T88" fmla="*/ 183 w 209"/>
              <a:gd name="T89" fmla="*/ 158 h 208"/>
              <a:gd name="T90" fmla="*/ 176 w 209"/>
              <a:gd name="T91" fmla="*/ 140 h 208"/>
              <a:gd name="T92" fmla="*/ 127 w 209"/>
              <a:gd name="T93" fmla="*/ 91 h 208"/>
              <a:gd name="T94" fmla="*/ 140 w 209"/>
              <a:gd name="T95" fmla="*/ 90 h 208"/>
              <a:gd name="T96" fmla="*/ 176 w 209"/>
              <a:gd name="T97" fmla="*/ 104 h 208"/>
              <a:gd name="T98" fmla="*/ 194 w 209"/>
              <a:gd name="T99" fmla="*/ 122 h 208"/>
              <a:gd name="T100" fmla="*/ 209 w 209"/>
              <a:gd name="T101" fmla="*/ 158 h 208"/>
              <a:gd name="T102" fmla="*/ 194 w 209"/>
              <a:gd name="T103" fmla="*/ 193 h 208"/>
              <a:gd name="T104" fmla="*/ 177 w 209"/>
              <a:gd name="T105" fmla="*/ 205 h 208"/>
              <a:gd name="T106" fmla="*/ 158 w 209"/>
              <a:gd name="T107" fmla="*/ 208 h 208"/>
              <a:gd name="T108" fmla="*/ 139 w 209"/>
              <a:gd name="T109" fmla="*/ 205 h 208"/>
              <a:gd name="T110" fmla="*/ 122 w 209"/>
              <a:gd name="T111" fmla="*/ 193 h 208"/>
              <a:gd name="T112" fmla="*/ 104 w 209"/>
              <a:gd name="T113" fmla="*/ 176 h 208"/>
              <a:gd name="T114" fmla="*/ 93 w 209"/>
              <a:gd name="T115" fmla="*/ 159 h 208"/>
              <a:gd name="T116" fmla="*/ 90 w 209"/>
              <a:gd name="T117" fmla="*/ 140 h 2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209" h="208">
                <a:moveTo>
                  <a:pt x="0" y="51"/>
                </a:moveTo>
                <a:cubicBezTo>
                  <a:pt x="0" y="44"/>
                  <a:pt x="2" y="38"/>
                  <a:pt x="4" y="32"/>
                </a:cubicBezTo>
                <a:cubicBezTo>
                  <a:pt x="7" y="26"/>
                  <a:pt x="10" y="20"/>
                  <a:pt x="15" y="15"/>
                </a:cubicBezTo>
                <a:cubicBezTo>
                  <a:pt x="20" y="10"/>
                  <a:pt x="26" y="7"/>
                  <a:pt x="32" y="4"/>
                </a:cubicBezTo>
                <a:cubicBezTo>
                  <a:pt x="38" y="2"/>
                  <a:pt x="45" y="0"/>
                  <a:pt x="51" y="0"/>
                </a:cubicBezTo>
                <a:cubicBezTo>
                  <a:pt x="57" y="0"/>
                  <a:pt x="64" y="2"/>
                  <a:pt x="70" y="4"/>
                </a:cubicBezTo>
                <a:cubicBezTo>
                  <a:pt x="76" y="7"/>
                  <a:pt x="82" y="10"/>
                  <a:pt x="87" y="15"/>
                </a:cubicBezTo>
                <a:cubicBezTo>
                  <a:pt x="104" y="33"/>
                  <a:pt x="104" y="33"/>
                  <a:pt x="104" y="33"/>
                </a:cubicBezTo>
                <a:cubicBezTo>
                  <a:pt x="109" y="38"/>
                  <a:pt x="113" y="43"/>
                  <a:pt x="115" y="50"/>
                </a:cubicBezTo>
                <a:cubicBezTo>
                  <a:pt x="118" y="56"/>
                  <a:pt x="119" y="62"/>
                  <a:pt x="119" y="69"/>
                </a:cubicBezTo>
                <a:cubicBezTo>
                  <a:pt x="119" y="73"/>
                  <a:pt x="119" y="77"/>
                  <a:pt x="117" y="82"/>
                </a:cubicBezTo>
                <a:cubicBezTo>
                  <a:pt x="69" y="33"/>
                  <a:pt x="69" y="33"/>
                  <a:pt x="69" y="33"/>
                </a:cubicBezTo>
                <a:cubicBezTo>
                  <a:pt x="64" y="28"/>
                  <a:pt x="58" y="26"/>
                  <a:pt x="51" y="26"/>
                </a:cubicBezTo>
                <a:cubicBezTo>
                  <a:pt x="44" y="26"/>
                  <a:pt x="38" y="28"/>
                  <a:pt x="33" y="33"/>
                </a:cubicBezTo>
                <a:cubicBezTo>
                  <a:pt x="28" y="38"/>
                  <a:pt x="26" y="44"/>
                  <a:pt x="26" y="51"/>
                </a:cubicBezTo>
                <a:cubicBezTo>
                  <a:pt x="26" y="58"/>
                  <a:pt x="28" y="64"/>
                  <a:pt x="33" y="69"/>
                </a:cubicBezTo>
                <a:cubicBezTo>
                  <a:pt x="82" y="117"/>
                  <a:pt x="82" y="117"/>
                  <a:pt x="82" y="117"/>
                </a:cubicBezTo>
                <a:cubicBezTo>
                  <a:pt x="78" y="119"/>
                  <a:pt x="73" y="119"/>
                  <a:pt x="69" y="119"/>
                </a:cubicBezTo>
                <a:cubicBezTo>
                  <a:pt x="62" y="119"/>
                  <a:pt x="56" y="118"/>
                  <a:pt x="50" y="115"/>
                </a:cubicBezTo>
                <a:cubicBezTo>
                  <a:pt x="43" y="113"/>
                  <a:pt x="38" y="109"/>
                  <a:pt x="33" y="104"/>
                </a:cubicBezTo>
                <a:cubicBezTo>
                  <a:pt x="15" y="87"/>
                  <a:pt x="15" y="87"/>
                  <a:pt x="15" y="87"/>
                </a:cubicBezTo>
                <a:cubicBezTo>
                  <a:pt x="10" y="82"/>
                  <a:pt x="7" y="76"/>
                  <a:pt x="4" y="70"/>
                </a:cubicBezTo>
                <a:cubicBezTo>
                  <a:pt x="2" y="64"/>
                  <a:pt x="0" y="58"/>
                  <a:pt x="0" y="51"/>
                </a:cubicBezTo>
                <a:close/>
                <a:moveTo>
                  <a:pt x="56" y="69"/>
                </a:moveTo>
                <a:cubicBezTo>
                  <a:pt x="56" y="67"/>
                  <a:pt x="56" y="65"/>
                  <a:pt x="57" y="64"/>
                </a:cubicBezTo>
                <a:cubicBezTo>
                  <a:pt x="58" y="62"/>
                  <a:pt x="59" y="61"/>
                  <a:pt x="60" y="60"/>
                </a:cubicBezTo>
                <a:cubicBezTo>
                  <a:pt x="61" y="59"/>
                  <a:pt x="62" y="58"/>
                  <a:pt x="64" y="57"/>
                </a:cubicBezTo>
                <a:cubicBezTo>
                  <a:pt x="65" y="56"/>
                  <a:pt x="67" y="56"/>
                  <a:pt x="69" y="56"/>
                </a:cubicBezTo>
                <a:cubicBezTo>
                  <a:pt x="72" y="56"/>
                  <a:pt x="75" y="57"/>
                  <a:pt x="78" y="60"/>
                </a:cubicBezTo>
                <a:cubicBezTo>
                  <a:pt x="149" y="131"/>
                  <a:pt x="149" y="131"/>
                  <a:pt x="149" y="131"/>
                </a:cubicBezTo>
                <a:cubicBezTo>
                  <a:pt x="152" y="133"/>
                  <a:pt x="153" y="137"/>
                  <a:pt x="153" y="140"/>
                </a:cubicBezTo>
                <a:cubicBezTo>
                  <a:pt x="153" y="142"/>
                  <a:pt x="153" y="143"/>
                  <a:pt x="152" y="145"/>
                </a:cubicBezTo>
                <a:cubicBezTo>
                  <a:pt x="151" y="146"/>
                  <a:pt x="150" y="148"/>
                  <a:pt x="149" y="149"/>
                </a:cubicBezTo>
                <a:cubicBezTo>
                  <a:pt x="148" y="150"/>
                  <a:pt x="147" y="151"/>
                  <a:pt x="145" y="152"/>
                </a:cubicBezTo>
                <a:cubicBezTo>
                  <a:pt x="143" y="152"/>
                  <a:pt x="142" y="153"/>
                  <a:pt x="140" y="153"/>
                </a:cubicBezTo>
                <a:cubicBezTo>
                  <a:pt x="137" y="153"/>
                  <a:pt x="134" y="152"/>
                  <a:pt x="131" y="149"/>
                </a:cubicBezTo>
                <a:cubicBezTo>
                  <a:pt x="60" y="78"/>
                  <a:pt x="60" y="78"/>
                  <a:pt x="60" y="78"/>
                </a:cubicBezTo>
                <a:cubicBezTo>
                  <a:pt x="57" y="75"/>
                  <a:pt x="56" y="72"/>
                  <a:pt x="56" y="69"/>
                </a:cubicBezTo>
                <a:close/>
                <a:moveTo>
                  <a:pt x="90" y="140"/>
                </a:moveTo>
                <a:cubicBezTo>
                  <a:pt x="90" y="136"/>
                  <a:pt x="90" y="131"/>
                  <a:pt x="92" y="127"/>
                </a:cubicBezTo>
                <a:cubicBezTo>
                  <a:pt x="104" y="139"/>
                  <a:pt x="114" y="150"/>
                  <a:pt x="122" y="158"/>
                </a:cubicBezTo>
                <a:cubicBezTo>
                  <a:pt x="130" y="166"/>
                  <a:pt x="136" y="172"/>
                  <a:pt x="140" y="176"/>
                </a:cubicBezTo>
                <a:cubicBezTo>
                  <a:pt x="145" y="181"/>
                  <a:pt x="151" y="183"/>
                  <a:pt x="158" y="183"/>
                </a:cubicBezTo>
                <a:cubicBezTo>
                  <a:pt x="165" y="183"/>
                  <a:pt x="171" y="181"/>
                  <a:pt x="176" y="176"/>
                </a:cubicBezTo>
                <a:cubicBezTo>
                  <a:pt x="181" y="171"/>
                  <a:pt x="183" y="165"/>
                  <a:pt x="183" y="158"/>
                </a:cubicBezTo>
                <a:cubicBezTo>
                  <a:pt x="183" y="151"/>
                  <a:pt x="181" y="145"/>
                  <a:pt x="176" y="140"/>
                </a:cubicBezTo>
                <a:cubicBezTo>
                  <a:pt x="127" y="91"/>
                  <a:pt x="127" y="91"/>
                  <a:pt x="127" y="91"/>
                </a:cubicBezTo>
                <a:cubicBezTo>
                  <a:pt x="131" y="90"/>
                  <a:pt x="136" y="90"/>
                  <a:pt x="140" y="90"/>
                </a:cubicBezTo>
                <a:cubicBezTo>
                  <a:pt x="154" y="90"/>
                  <a:pt x="166" y="95"/>
                  <a:pt x="176" y="104"/>
                </a:cubicBezTo>
                <a:cubicBezTo>
                  <a:pt x="194" y="122"/>
                  <a:pt x="194" y="122"/>
                  <a:pt x="194" y="122"/>
                </a:cubicBezTo>
                <a:cubicBezTo>
                  <a:pt x="204" y="132"/>
                  <a:pt x="209" y="144"/>
                  <a:pt x="209" y="158"/>
                </a:cubicBezTo>
                <a:cubicBezTo>
                  <a:pt x="209" y="172"/>
                  <a:pt x="204" y="183"/>
                  <a:pt x="194" y="193"/>
                </a:cubicBezTo>
                <a:cubicBezTo>
                  <a:pt x="189" y="198"/>
                  <a:pt x="183" y="202"/>
                  <a:pt x="177" y="205"/>
                </a:cubicBezTo>
                <a:cubicBezTo>
                  <a:pt x="171" y="207"/>
                  <a:pt x="164" y="208"/>
                  <a:pt x="158" y="208"/>
                </a:cubicBezTo>
                <a:cubicBezTo>
                  <a:pt x="152" y="208"/>
                  <a:pt x="145" y="207"/>
                  <a:pt x="139" y="205"/>
                </a:cubicBezTo>
                <a:cubicBezTo>
                  <a:pt x="133" y="202"/>
                  <a:pt x="127" y="198"/>
                  <a:pt x="122" y="193"/>
                </a:cubicBezTo>
                <a:cubicBezTo>
                  <a:pt x="104" y="176"/>
                  <a:pt x="104" y="176"/>
                  <a:pt x="104" y="176"/>
                </a:cubicBezTo>
                <a:cubicBezTo>
                  <a:pt x="100" y="171"/>
                  <a:pt x="96" y="165"/>
                  <a:pt x="93" y="159"/>
                </a:cubicBezTo>
                <a:cubicBezTo>
                  <a:pt x="91" y="153"/>
                  <a:pt x="90" y="147"/>
                  <a:pt x="90" y="14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62" name="Freeform 64"/>
          <p:cNvSpPr>
            <a:spLocks/>
          </p:cNvSpPr>
          <p:nvPr/>
        </p:nvSpPr>
        <p:spPr bwMode="auto">
          <a:xfrm>
            <a:off x="7237293" y="2817542"/>
            <a:ext cx="327931" cy="269293"/>
          </a:xfrm>
          <a:custGeom>
            <a:avLst/>
            <a:gdLst>
              <a:gd name="T0" fmla="*/ 31 w 229"/>
              <a:gd name="T1" fmla="*/ 83 h 187"/>
              <a:gd name="T2" fmla="*/ 73 w 229"/>
              <a:gd name="T3" fmla="*/ 125 h 187"/>
              <a:gd name="T4" fmla="*/ 198 w 229"/>
              <a:gd name="T5" fmla="*/ 0 h 187"/>
              <a:gd name="T6" fmla="*/ 229 w 229"/>
              <a:gd name="T7" fmla="*/ 31 h 187"/>
              <a:gd name="T8" fmla="*/ 73 w 229"/>
              <a:gd name="T9" fmla="*/ 187 h 187"/>
              <a:gd name="T10" fmla="*/ 41 w 229"/>
              <a:gd name="T11" fmla="*/ 155 h 187"/>
              <a:gd name="T12" fmla="*/ 0 w 229"/>
              <a:gd name="T13" fmla="*/ 114 h 187"/>
              <a:gd name="T14" fmla="*/ 31 w 229"/>
              <a:gd name="T15" fmla="*/ 83 h 1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229" h="187">
                <a:moveTo>
                  <a:pt x="31" y="83"/>
                </a:moveTo>
                <a:cubicBezTo>
                  <a:pt x="73" y="125"/>
                  <a:pt x="73" y="125"/>
                  <a:pt x="73" y="125"/>
                </a:cubicBezTo>
                <a:cubicBezTo>
                  <a:pt x="198" y="0"/>
                  <a:pt x="198" y="0"/>
                  <a:pt x="198" y="0"/>
                </a:cubicBezTo>
                <a:cubicBezTo>
                  <a:pt x="229" y="31"/>
                  <a:pt x="229" y="31"/>
                  <a:pt x="229" y="31"/>
                </a:cubicBezTo>
                <a:cubicBezTo>
                  <a:pt x="73" y="187"/>
                  <a:pt x="73" y="187"/>
                  <a:pt x="73" y="187"/>
                </a:cubicBezTo>
                <a:cubicBezTo>
                  <a:pt x="64" y="178"/>
                  <a:pt x="53" y="168"/>
                  <a:pt x="41" y="155"/>
                </a:cubicBezTo>
                <a:cubicBezTo>
                  <a:pt x="29" y="143"/>
                  <a:pt x="16" y="130"/>
                  <a:pt x="0" y="114"/>
                </a:cubicBezTo>
                <a:lnTo>
                  <a:pt x="31" y="83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63" name="Freeform 65"/>
          <p:cNvSpPr>
            <a:spLocks noEditPoints="1"/>
          </p:cNvSpPr>
          <p:nvPr/>
        </p:nvSpPr>
        <p:spPr bwMode="auto">
          <a:xfrm>
            <a:off x="7699870" y="2787137"/>
            <a:ext cx="269293" cy="327931"/>
          </a:xfrm>
          <a:custGeom>
            <a:avLst/>
            <a:gdLst>
              <a:gd name="T0" fmla="*/ 68 w 187"/>
              <a:gd name="T1" fmla="*/ 6 h 229"/>
              <a:gd name="T2" fmla="*/ 104 w 187"/>
              <a:gd name="T3" fmla="*/ 0 h 229"/>
              <a:gd name="T4" fmla="*/ 125 w 187"/>
              <a:gd name="T5" fmla="*/ 21 h 229"/>
              <a:gd name="T6" fmla="*/ 181 w 187"/>
              <a:gd name="T7" fmla="*/ 22 h 229"/>
              <a:gd name="T8" fmla="*/ 186 w 187"/>
              <a:gd name="T9" fmla="*/ 27 h 229"/>
              <a:gd name="T10" fmla="*/ 184 w 187"/>
              <a:gd name="T11" fmla="*/ 39 h 229"/>
              <a:gd name="T12" fmla="*/ 10 w 187"/>
              <a:gd name="T13" fmla="*/ 41 h 229"/>
              <a:gd name="T14" fmla="*/ 0 w 187"/>
              <a:gd name="T15" fmla="*/ 31 h 229"/>
              <a:gd name="T16" fmla="*/ 3 w 187"/>
              <a:gd name="T17" fmla="*/ 24 h 229"/>
              <a:gd name="T18" fmla="*/ 10 w 187"/>
              <a:gd name="T19" fmla="*/ 21 h 229"/>
              <a:gd name="T20" fmla="*/ 20 w 187"/>
              <a:gd name="T21" fmla="*/ 52 h 229"/>
              <a:gd name="T22" fmla="*/ 166 w 187"/>
              <a:gd name="T23" fmla="*/ 208 h 229"/>
              <a:gd name="T24" fmla="*/ 145 w 187"/>
              <a:gd name="T25" fmla="*/ 229 h 229"/>
              <a:gd name="T26" fmla="*/ 27 w 187"/>
              <a:gd name="T27" fmla="*/ 223 h 229"/>
              <a:gd name="T28" fmla="*/ 20 w 187"/>
              <a:gd name="T29" fmla="*/ 52 h 229"/>
              <a:gd name="T30" fmla="*/ 43 w 187"/>
              <a:gd name="T31" fmla="*/ 207 h 229"/>
              <a:gd name="T32" fmla="*/ 50 w 187"/>
              <a:gd name="T33" fmla="*/ 207 h 229"/>
              <a:gd name="T34" fmla="*/ 52 w 187"/>
              <a:gd name="T35" fmla="*/ 78 h 229"/>
              <a:gd name="T36" fmla="*/ 46 w 187"/>
              <a:gd name="T37" fmla="*/ 73 h 229"/>
              <a:gd name="T38" fmla="*/ 41 w 187"/>
              <a:gd name="T39" fmla="*/ 78 h 229"/>
              <a:gd name="T40" fmla="*/ 114 w 187"/>
              <a:gd name="T41" fmla="*/ 21 h 229"/>
              <a:gd name="T42" fmla="*/ 104 w 187"/>
              <a:gd name="T43" fmla="*/ 10 h 229"/>
              <a:gd name="T44" fmla="*/ 76 w 187"/>
              <a:gd name="T45" fmla="*/ 13 h 229"/>
              <a:gd name="T46" fmla="*/ 114 w 187"/>
              <a:gd name="T47" fmla="*/ 21 h 229"/>
              <a:gd name="T48" fmla="*/ 74 w 187"/>
              <a:gd name="T49" fmla="*/ 207 h 229"/>
              <a:gd name="T50" fmla="*/ 81 w 187"/>
              <a:gd name="T51" fmla="*/ 207 h 229"/>
              <a:gd name="T52" fmla="*/ 83 w 187"/>
              <a:gd name="T53" fmla="*/ 78 h 229"/>
              <a:gd name="T54" fmla="*/ 78 w 187"/>
              <a:gd name="T55" fmla="*/ 73 h 229"/>
              <a:gd name="T56" fmla="*/ 73 w 187"/>
              <a:gd name="T57" fmla="*/ 78 h 229"/>
              <a:gd name="T58" fmla="*/ 104 w 187"/>
              <a:gd name="T59" fmla="*/ 203 h 229"/>
              <a:gd name="T60" fmla="*/ 109 w 187"/>
              <a:gd name="T61" fmla="*/ 208 h 229"/>
              <a:gd name="T62" fmla="*/ 114 w 187"/>
              <a:gd name="T63" fmla="*/ 203 h 229"/>
              <a:gd name="T64" fmla="*/ 113 w 187"/>
              <a:gd name="T65" fmla="*/ 74 h 229"/>
              <a:gd name="T66" fmla="*/ 105 w 187"/>
              <a:gd name="T67" fmla="*/ 74 h 229"/>
              <a:gd name="T68" fmla="*/ 104 w 187"/>
              <a:gd name="T69" fmla="*/ 203 h 229"/>
              <a:gd name="T70" fmla="*/ 136 w 187"/>
              <a:gd name="T71" fmla="*/ 207 h 229"/>
              <a:gd name="T72" fmla="*/ 144 w 187"/>
              <a:gd name="T73" fmla="*/ 207 h 229"/>
              <a:gd name="T74" fmla="*/ 145 w 187"/>
              <a:gd name="T75" fmla="*/ 78 h 229"/>
              <a:gd name="T76" fmla="*/ 140 w 187"/>
              <a:gd name="T77" fmla="*/ 73 h 229"/>
              <a:gd name="T78" fmla="*/ 135 w 187"/>
              <a:gd name="T79" fmla="*/ 78 h 2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87" h="229">
                <a:moveTo>
                  <a:pt x="62" y="21"/>
                </a:moveTo>
                <a:cubicBezTo>
                  <a:pt x="62" y="15"/>
                  <a:pt x="64" y="10"/>
                  <a:pt x="68" y="6"/>
                </a:cubicBezTo>
                <a:cubicBezTo>
                  <a:pt x="72" y="2"/>
                  <a:pt x="77" y="0"/>
                  <a:pt x="83" y="0"/>
                </a:cubicBezTo>
                <a:cubicBezTo>
                  <a:pt x="104" y="0"/>
                  <a:pt x="104" y="0"/>
                  <a:pt x="104" y="0"/>
                </a:cubicBezTo>
                <a:cubicBezTo>
                  <a:pt x="109" y="0"/>
                  <a:pt x="114" y="2"/>
                  <a:pt x="118" y="6"/>
                </a:cubicBezTo>
                <a:cubicBezTo>
                  <a:pt x="123" y="10"/>
                  <a:pt x="125" y="15"/>
                  <a:pt x="125" y="21"/>
                </a:cubicBezTo>
                <a:cubicBezTo>
                  <a:pt x="176" y="21"/>
                  <a:pt x="176" y="21"/>
                  <a:pt x="176" y="21"/>
                </a:cubicBezTo>
                <a:cubicBezTo>
                  <a:pt x="178" y="21"/>
                  <a:pt x="179" y="21"/>
                  <a:pt x="181" y="22"/>
                </a:cubicBezTo>
                <a:cubicBezTo>
                  <a:pt x="182" y="22"/>
                  <a:pt x="183" y="23"/>
                  <a:pt x="184" y="24"/>
                </a:cubicBezTo>
                <a:cubicBezTo>
                  <a:pt x="185" y="25"/>
                  <a:pt x="186" y="26"/>
                  <a:pt x="186" y="27"/>
                </a:cubicBezTo>
                <a:cubicBezTo>
                  <a:pt x="187" y="28"/>
                  <a:pt x="187" y="30"/>
                  <a:pt x="187" y="31"/>
                </a:cubicBezTo>
                <a:cubicBezTo>
                  <a:pt x="187" y="34"/>
                  <a:pt x="186" y="37"/>
                  <a:pt x="184" y="39"/>
                </a:cubicBezTo>
                <a:cubicBezTo>
                  <a:pt x="182" y="40"/>
                  <a:pt x="179" y="41"/>
                  <a:pt x="176" y="41"/>
                </a:cubicBezTo>
                <a:cubicBezTo>
                  <a:pt x="10" y="41"/>
                  <a:pt x="10" y="41"/>
                  <a:pt x="10" y="41"/>
                </a:cubicBezTo>
                <a:cubicBezTo>
                  <a:pt x="7" y="41"/>
                  <a:pt x="5" y="40"/>
                  <a:pt x="3" y="39"/>
                </a:cubicBezTo>
                <a:cubicBezTo>
                  <a:pt x="1" y="37"/>
                  <a:pt x="0" y="34"/>
                  <a:pt x="0" y="31"/>
                </a:cubicBezTo>
                <a:cubicBezTo>
                  <a:pt x="0" y="30"/>
                  <a:pt x="0" y="28"/>
                  <a:pt x="1" y="27"/>
                </a:cubicBezTo>
                <a:cubicBezTo>
                  <a:pt x="1" y="26"/>
                  <a:pt x="2" y="25"/>
                  <a:pt x="3" y="24"/>
                </a:cubicBezTo>
                <a:cubicBezTo>
                  <a:pt x="4" y="23"/>
                  <a:pt x="5" y="22"/>
                  <a:pt x="6" y="22"/>
                </a:cubicBezTo>
                <a:cubicBezTo>
                  <a:pt x="7" y="21"/>
                  <a:pt x="9" y="21"/>
                  <a:pt x="10" y="21"/>
                </a:cubicBezTo>
                <a:lnTo>
                  <a:pt x="62" y="21"/>
                </a:lnTo>
                <a:close/>
                <a:moveTo>
                  <a:pt x="20" y="52"/>
                </a:moveTo>
                <a:cubicBezTo>
                  <a:pt x="166" y="52"/>
                  <a:pt x="166" y="52"/>
                  <a:pt x="166" y="52"/>
                </a:cubicBezTo>
                <a:cubicBezTo>
                  <a:pt x="166" y="208"/>
                  <a:pt x="166" y="208"/>
                  <a:pt x="166" y="208"/>
                </a:cubicBezTo>
                <a:cubicBezTo>
                  <a:pt x="166" y="214"/>
                  <a:pt x="164" y="219"/>
                  <a:pt x="160" y="223"/>
                </a:cubicBezTo>
                <a:cubicBezTo>
                  <a:pt x="156" y="227"/>
                  <a:pt x="151" y="229"/>
                  <a:pt x="145" y="229"/>
                </a:cubicBezTo>
                <a:cubicBezTo>
                  <a:pt x="41" y="229"/>
                  <a:pt x="41" y="229"/>
                  <a:pt x="41" y="229"/>
                </a:cubicBezTo>
                <a:cubicBezTo>
                  <a:pt x="36" y="229"/>
                  <a:pt x="31" y="227"/>
                  <a:pt x="27" y="223"/>
                </a:cubicBezTo>
                <a:cubicBezTo>
                  <a:pt x="22" y="219"/>
                  <a:pt x="20" y="214"/>
                  <a:pt x="20" y="208"/>
                </a:cubicBezTo>
                <a:lnTo>
                  <a:pt x="20" y="52"/>
                </a:lnTo>
                <a:close/>
                <a:moveTo>
                  <a:pt x="41" y="203"/>
                </a:moveTo>
                <a:cubicBezTo>
                  <a:pt x="41" y="204"/>
                  <a:pt x="42" y="206"/>
                  <a:pt x="43" y="207"/>
                </a:cubicBezTo>
                <a:cubicBezTo>
                  <a:pt x="44" y="207"/>
                  <a:pt x="45" y="208"/>
                  <a:pt x="46" y="208"/>
                </a:cubicBezTo>
                <a:cubicBezTo>
                  <a:pt x="48" y="208"/>
                  <a:pt x="49" y="207"/>
                  <a:pt x="50" y="207"/>
                </a:cubicBezTo>
                <a:cubicBezTo>
                  <a:pt x="51" y="206"/>
                  <a:pt x="52" y="204"/>
                  <a:pt x="52" y="203"/>
                </a:cubicBezTo>
                <a:cubicBezTo>
                  <a:pt x="52" y="78"/>
                  <a:pt x="52" y="78"/>
                  <a:pt x="52" y="78"/>
                </a:cubicBezTo>
                <a:cubicBezTo>
                  <a:pt x="52" y="76"/>
                  <a:pt x="51" y="75"/>
                  <a:pt x="50" y="74"/>
                </a:cubicBezTo>
                <a:cubicBezTo>
                  <a:pt x="49" y="73"/>
                  <a:pt x="48" y="73"/>
                  <a:pt x="46" y="73"/>
                </a:cubicBezTo>
                <a:cubicBezTo>
                  <a:pt x="45" y="73"/>
                  <a:pt x="44" y="73"/>
                  <a:pt x="43" y="74"/>
                </a:cubicBezTo>
                <a:cubicBezTo>
                  <a:pt x="42" y="75"/>
                  <a:pt x="41" y="77"/>
                  <a:pt x="41" y="78"/>
                </a:cubicBezTo>
                <a:lnTo>
                  <a:pt x="41" y="203"/>
                </a:lnTo>
                <a:close/>
                <a:moveTo>
                  <a:pt x="114" y="21"/>
                </a:moveTo>
                <a:cubicBezTo>
                  <a:pt x="114" y="18"/>
                  <a:pt x="113" y="15"/>
                  <a:pt x="111" y="13"/>
                </a:cubicBezTo>
                <a:cubicBezTo>
                  <a:pt x="109" y="11"/>
                  <a:pt x="107" y="10"/>
                  <a:pt x="104" y="10"/>
                </a:cubicBezTo>
                <a:cubicBezTo>
                  <a:pt x="83" y="10"/>
                  <a:pt x="83" y="10"/>
                  <a:pt x="83" y="10"/>
                </a:cubicBezTo>
                <a:cubicBezTo>
                  <a:pt x="80" y="10"/>
                  <a:pt x="78" y="11"/>
                  <a:pt x="76" y="13"/>
                </a:cubicBezTo>
                <a:cubicBezTo>
                  <a:pt x="74" y="15"/>
                  <a:pt x="73" y="18"/>
                  <a:pt x="73" y="21"/>
                </a:cubicBezTo>
                <a:lnTo>
                  <a:pt x="114" y="21"/>
                </a:lnTo>
                <a:close/>
                <a:moveTo>
                  <a:pt x="73" y="203"/>
                </a:moveTo>
                <a:cubicBezTo>
                  <a:pt x="73" y="204"/>
                  <a:pt x="73" y="206"/>
                  <a:pt x="74" y="207"/>
                </a:cubicBezTo>
                <a:cubicBezTo>
                  <a:pt x="75" y="207"/>
                  <a:pt x="76" y="208"/>
                  <a:pt x="78" y="208"/>
                </a:cubicBezTo>
                <a:cubicBezTo>
                  <a:pt x="79" y="208"/>
                  <a:pt x="80" y="207"/>
                  <a:pt x="81" y="207"/>
                </a:cubicBezTo>
                <a:cubicBezTo>
                  <a:pt x="82" y="206"/>
                  <a:pt x="83" y="204"/>
                  <a:pt x="83" y="203"/>
                </a:cubicBezTo>
                <a:cubicBezTo>
                  <a:pt x="83" y="78"/>
                  <a:pt x="83" y="78"/>
                  <a:pt x="83" y="78"/>
                </a:cubicBezTo>
                <a:cubicBezTo>
                  <a:pt x="83" y="76"/>
                  <a:pt x="82" y="75"/>
                  <a:pt x="81" y="74"/>
                </a:cubicBezTo>
                <a:cubicBezTo>
                  <a:pt x="80" y="73"/>
                  <a:pt x="79" y="73"/>
                  <a:pt x="78" y="73"/>
                </a:cubicBezTo>
                <a:cubicBezTo>
                  <a:pt x="76" y="73"/>
                  <a:pt x="75" y="73"/>
                  <a:pt x="74" y="74"/>
                </a:cubicBezTo>
                <a:cubicBezTo>
                  <a:pt x="73" y="75"/>
                  <a:pt x="73" y="77"/>
                  <a:pt x="73" y="78"/>
                </a:cubicBezTo>
                <a:lnTo>
                  <a:pt x="73" y="203"/>
                </a:lnTo>
                <a:close/>
                <a:moveTo>
                  <a:pt x="104" y="203"/>
                </a:moveTo>
                <a:cubicBezTo>
                  <a:pt x="104" y="204"/>
                  <a:pt x="104" y="206"/>
                  <a:pt x="105" y="207"/>
                </a:cubicBezTo>
                <a:cubicBezTo>
                  <a:pt x="106" y="207"/>
                  <a:pt x="107" y="208"/>
                  <a:pt x="109" y="208"/>
                </a:cubicBezTo>
                <a:cubicBezTo>
                  <a:pt x="110" y="208"/>
                  <a:pt x="112" y="207"/>
                  <a:pt x="113" y="207"/>
                </a:cubicBezTo>
                <a:cubicBezTo>
                  <a:pt x="114" y="206"/>
                  <a:pt x="114" y="204"/>
                  <a:pt x="114" y="203"/>
                </a:cubicBezTo>
                <a:cubicBezTo>
                  <a:pt x="114" y="78"/>
                  <a:pt x="114" y="78"/>
                  <a:pt x="114" y="78"/>
                </a:cubicBezTo>
                <a:cubicBezTo>
                  <a:pt x="114" y="76"/>
                  <a:pt x="114" y="75"/>
                  <a:pt x="113" y="74"/>
                </a:cubicBezTo>
                <a:cubicBezTo>
                  <a:pt x="112" y="73"/>
                  <a:pt x="110" y="73"/>
                  <a:pt x="109" y="73"/>
                </a:cubicBezTo>
                <a:cubicBezTo>
                  <a:pt x="107" y="73"/>
                  <a:pt x="106" y="73"/>
                  <a:pt x="105" y="74"/>
                </a:cubicBezTo>
                <a:cubicBezTo>
                  <a:pt x="104" y="75"/>
                  <a:pt x="104" y="77"/>
                  <a:pt x="104" y="78"/>
                </a:cubicBezTo>
                <a:lnTo>
                  <a:pt x="104" y="203"/>
                </a:lnTo>
                <a:close/>
                <a:moveTo>
                  <a:pt x="135" y="203"/>
                </a:moveTo>
                <a:cubicBezTo>
                  <a:pt x="135" y="204"/>
                  <a:pt x="136" y="206"/>
                  <a:pt x="136" y="207"/>
                </a:cubicBezTo>
                <a:cubicBezTo>
                  <a:pt x="137" y="207"/>
                  <a:pt x="139" y="208"/>
                  <a:pt x="140" y="208"/>
                </a:cubicBezTo>
                <a:cubicBezTo>
                  <a:pt x="142" y="208"/>
                  <a:pt x="143" y="207"/>
                  <a:pt x="144" y="207"/>
                </a:cubicBezTo>
                <a:cubicBezTo>
                  <a:pt x="145" y="206"/>
                  <a:pt x="145" y="204"/>
                  <a:pt x="145" y="203"/>
                </a:cubicBezTo>
                <a:cubicBezTo>
                  <a:pt x="145" y="78"/>
                  <a:pt x="145" y="78"/>
                  <a:pt x="145" y="78"/>
                </a:cubicBezTo>
                <a:cubicBezTo>
                  <a:pt x="145" y="76"/>
                  <a:pt x="145" y="75"/>
                  <a:pt x="144" y="74"/>
                </a:cubicBezTo>
                <a:cubicBezTo>
                  <a:pt x="143" y="73"/>
                  <a:pt x="141" y="73"/>
                  <a:pt x="140" y="73"/>
                </a:cubicBezTo>
                <a:cubicBezTo>
                  <a:pt x="139" y="73"/>
                  <a:pt x="137" y="73"/>
                  <a:pt x="136" y="74"/>
                </a:cubicBezTo>
                <a:cubicBezTo>
                  <a:pt x="136" y="75"/>
                  <a:pt x="135" y="77"/>
                  <a:pt x="135" y="78"/>
                </a:cubicBezTo>
                <a:lnTo>
                  <a:pt x="135" y="203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64" name="Freeform 66"/>
          <p:cNvSpPr>
            <a:spLocks noEditPoints="1"/>
          </p:cNvSpPr>
          <p:nvPr/>
        </p:nvSpPr>
        <p:spPr bwMode="auto">
          <a:xfrm>
            <a:off x="8192850" y="2802340"/>
            <a:ext cx="299697" cy="299697"/>
          </a:xfrm>
          <a:custGeom>
            <a:avLst/>
            <a:gdLst>
              <a:gd name="T0" fmla="*/ 0 w 209"/>
              <a:gd name="T1" fmla="*/ 104 h 209"/>
              <a:gd name="T2" fmla="*/ 16 w 209"/>
              <a:gd name="T3" fmla="*/ 49 h 209"/>
              <a:gd name="T4" fmla="*/ 49 w 209"/>
              <a:gd name="T5" fmla="*/ 16 h 209"/>
              <a:gd name="T6" fmla="*/ 104 w 209"/>
              <a:gd name="T7" fmla="*/ 0 h 209"/>
              <a:gd name="T8" fmla="*/ 159 w 209"/>
              <a:gd name="T9" fmla="*/ 16 h 209"/>
              <a:gd name="T10" fmla="*/ 193 w 209"/>
              <a:gd name="T11" fmla="*/ 50 h 209"/>
              <a:gd name="T12" fmla="*/ 209 w 209"/>
              <a:gd name="T13" fmla="*/ 104 h 209"/>
              <a:gd name="T14" fmla="*/ 193 w 209"/>
              <a:gd name="T15" fmla="*/ 159 h 209"/>
              <a:gd name="T16" fmla="*/ 159 w 209"/>
              <a:gd name="T17" fmla="*/ 193 h 209"/>
              <a:gd name="T18" fmla="*/ 104 w 209"/>
              <a:gd name="T19" fmla="*/ 209 h 209"/>
              <a:gd name="T20" fmla="*/ 49 w 209"/>
              <a:gd name="T21" fmla="*/ 193 h 209"/>
              <a:gd name="T22" fmla="*/ 16 w 209"/>
              <a:gd name="T23" fmla="*/ 159 h 209"/>
              <a:gd name="T24" fmla="*/ 28 w 209"/>
              <a:gd name="T25" fmla="*/ 72 h 209"/>
              <a:gd name="T26" fmla="*/ 28 w 209"/>
              <a:gd name="T27" fmla="*/ 137 h 209"/>
              <a:gd name="T28" fmla="*/ 104 w 209"/>
              <a:gd name="T29" fmla="*/ 187 h 209"/>
              <a:gd name="T30" fmla="*/ 181 w 209"/>
              <a:gd name="T31" fmla="*/ 137 h 209"/>
              <a:gd name="T32" fmla="*/ 181 w 209"/>
              <a:gd name="T33" fmla="*/ 72 h 209"/>
              <a:gd name="T34" fmla="*/ 104 w 209"/>
              <a:gd name="T35" fmla="*/ 21 h 209"/>
              <a:gd name="T36" fmla="*/ 28 w 209"/>
              <a:gd name="T37" fmla="*/ 72 h 209"/>
              <a:gd name="T38" fmla="*/ 32 w 209"/>
              <a:gd name="T39" fmla="*/ 102 h 209"/>
              <a:gd name="T40" fmla="*/ 52 w 209"/>
              <a:gd name="T41" fmla="*/ 107 h 209"/>
              <a:gd name="T42" fmla="*/ 90 w 209"/>
              <a:gd name="T43" fmla="*/ 108 h 209"/>
              <a:gd name="T44" fmla="*/ 145 w 209"/>
              <a:gd name="T45" fmla="*/ 55 h 209"/>
              <a:gd name="T46" fmla="*/ 146 w 209"/>
              <a:gd name="T47" fmla="*/ 116 h 209"/>
              <a:gd name="T48" fmla="*/ 90 w 209"/>
              <a:gd name="T49" fmla="*/ 108 h 209"/>
              <a:gd name="T50" fmla="*/ 102 w 209"/>
              <a:gd name="T51" fmla="*/ 31 h 209"/>
              <a:gd name="T52" fmla="*/ 107 w 209"/>
              <a:gd name="T53" fmla="*/ 52 h 209"/>
              <a:gd name="T54" fmla="*/ 102 w 209"/>
              <a:gd name="T55" fmla="*/ 156 h 209"/>
              <a:gd name="T56" fmla="*/ 107 w 209"/>
              <a:gd name="T57" fmla="*/ 177 h 209"/>
              <a:gd name="T58" fmla="*/ 102 w 209"/>
              <a:gd name="T59" fmla="*/ 156 h 209"/>
              <a:gd name="T60" fmla="*/ 162 w 209"/>
              <a:gd name="T61" fmla="*/ 102 h 209"/>
              <a:gd name="T62" fmla="*/ 182 w 209"/>
              <a:gd name="T63" fmla="*/ 107 h 2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209" h="209">
                <a:moveTo>
                  <a:pt x="6" y="137"/>
                </a:moveTo>
                <a:cubicBezTo>
                  <a:pt x="2" y="127"/>
                  <a:pt x="0" y="116"/>
                  <a:pt x="0" y="104"/>
                </a:cubicBezTo>
                <a:cubicBezTo>
                  <a:pt x="0" y="93"/>
                  <a:pt x="2" y="82"/>
                  <a:pt x="6" y="72"/>
                </a:cubicBezTo>
                <a:cubicBezTo>
                  <a:pt x="8" y="64"/>
                  <a:pt x="12" y="56"/>
                  <a:pt x="16" y="49"/>
                </a:cubicBezTo>
                <a:cubicBezTo>
                  <a:pt x="20" y="43"/>
                  <a:pt x="25" y="36"/>
                  <a:pt x="31" y="31"/>
                </a:cubicBezTo>
                <a:cubicBezTo>
                  <a:pt x="36" y="25"/>
                  <a:pt x="42" y="20"/>
                  <a:pt x="49" y="16"/>
                </a:cubicBezTo>
                <a:cubicBezTo>
                  <a:pt x="56" y="12"/>
                  <a:pt x="64" y="8"/>
                  <a:pt x="71" y="6"/>
                </a:cubicBezTo>
                <a:cubicBezTo>
                  <a:pt x="82" y="2"/>
                  <a:pt x="93" y="0"/>
                  <a:pt x="104" y="0"/>
                </a:cubicBezTo>
                <a:cubicBezTo>
                  <a:pt x="116" y="0"/>
                  <a:pt x="127" y="2"/>
                  <a:pt x="137" y="6"/>
                </a:cubicBezTo>
                <a:cubicBezTo>
                  <a:pt x="145" y="8"/>
                  <a:pt x="152" y="12"/>
                  <a:pt x="159" y="16"/>
                </a:cubicBezTo>
                <a:cubicBezTo>
                  <a:pt x="166" y="20"/>
                  <a:pt x="172" y="25"/>
                  <a:pt x="178" y="31"/>
                </a:cubicBezTo>
                <a:cubicBezTo>
                  <a:pt x="184" y="36"/>
                  <a:pt x="189" y="43"/>
                  <a:pt x="193" y="50"/>
                </a:cubicBezTo>
                <a:cubicBezTo>
                  <a:pt x="197" y="56"/>
                  <a:pt x="201" y="64"/>
                  <a:pt x="203" y="72"/>
                </a:cubicBezTo>
                <a:cubicBezTo>
                  <a:pt x="207" y="82"/>
                  <a:pt x="208" y="93"/>
                  <a:pt x="209" y="104"/>
                </a:cubicBezTo>
                <a:cubicBezTo>
                  <a:pt x="209" y="116"/>
                  <a:pt x="207" y="127"/>
                  <a:pt x="203" y="137"/>
                </a:cubicBezTo>
                <a:cubicBezTo>
                  <a:pt x="201" y="145"/>
                  <a:pt x="197" y="153"/>
                  <a:pt x="193" y="159"/>
                </a:cubicBezTo>
                <a:cubicBezTo>
                  <a:pt x="189" y="166"/>
                  <a:pt x="184" y="172"/>
                  <a:pt x="178" y="178"/>
                </a:cubicBezTo>
                <a:cubicBezTo>
                  <a:pt x="173" y="184"/>
                  <a:pt x="166" y="189"/>
                  <a:pt x="159" y="193"/>
                </a:cubicBezTo>
                <a:cubicBezTo>
                  <a:pt x="152" y="197"/>
                  <a:pt x="145" y="201"/>
                  <a:pt x="137" y="203"/>
                </a:cubicBezTo>
                <a:cubicBezTo>
                  <a:pt x="127" y="207"/>
                  <a:pt x="116" y="209"/>
                  <a:pt x="104" y="209"/>
                </a:cubicBezTo>
                <a:cubicBezTo>
                  <a:pt x="93" y="209"/>
                  <a:pt x="82" y="207"/>
                  <a:pt x="71" y="203"/>
                </a:cubicBezTo>
                <a:cubicBezTo>
                  <a:pt x="64" y="201"/>
                  <a:pt x="56" y="197"/>
                  <a:pt x="49" y="193"/>
                </a:cubicBezTo>
                <a:cubicBezTo>
                  <a:pt x="43" y="189"/>
                  <a:pt x="36" y="184"/>
                  <a:pt x="31" y="178"/>
                </a:cubicBezTo>
                <a:cubicBezTo>
                  <a:pt x="25" y="172"/>
                  <a:pt x="20" y="166"/>
                  <a:pt x="16" y="159"/>
                </a:cubicBezTo>
                <a:cubicBezTo>
                  <a:pt x="12" y="152"/>
                  <a:pt x="8" y="145"/>
                  <a:pt x="6" y="137"/>
                </a:cubicBezTo>
                <a:close/>
                <a:moveTo>
                  <a:pt x="28" y="72"/>
                </a:moveTo>
                <a:cubicBezTo>
                  <a:pt x="23" y="82"/>
                  <a:pt x="21" y="93"/>
                  <a:pt x="21" y="104"/>
                </a:cubicBezTo>
                <a:cubicBezTo>
                  <a:pt x="21" y="116"/>
                  <a:pt x="23" y="126"/>
                  <a:pt x="28" y="137"/>
                </a:cubicBezTo>
                <a:cubicBezTo>
                  <a:pt x="37" y="157"/>
                  <a:pt x="51" y="172"/>
                  <a:pt x="72" y="181"/>
                </a:cubicBezTo>
                <a:cubicBezTo>
                  <a:pt x="82" y="185"/>
                  <a:pt x="93" y="187"/>
                  <a:pt x="104" y="187"/>
                </a:cubicBezTo>
                <a:cubicBezTo>
                  <a:pt x="116" y="187"/>
                  <a:pt x="126" y="185"/>
                  <a:pt x="137" y="181"/>
                </a:cubicBezTo>
                <a:cubicBezTo>
                  <a:pt x="157" y="172"/>
                  <a:pt x="172" y="157"/>
                  <a:pt x="181" y="137"/>
                </a:cubicBezTo>
                <a:cubicBezTo>
                  <a:pt x="185" y="126"/>
                  <a:pt x="187" y="116"/>
                  <a:pt x="187" y="104"/>
                </a:cubicBezTo>
                <a:cubicBezTo>
                  <a:pt x="187" y="93"/>
                  <a:pt x="185" y="82"/>
                  <a:pt x="181" y="72"/>
                </a:cubicBezTo>
                <a:cubicBezTo>
                  <a:pt x="172" y="51"/>
                  <a:pt x="157" y="37"/>
                  <a:pt x="137" y="28"/>
                </a:cubicBezTo>
                <a:cubicBezTo>
                  <a:pt x="126" y="23"/>
                  <a:pt x="116" y="21"/>
                  <a:pt x="104" y="21"/>
                </a:cubicBezTo>
                <a:cubicBezTo>
                  <a:pt x="93" y="21"/>
                  <a:pt x="82" y="23"/>
                  <a:pt x="72" y="28"/>
                </a:cubicBezTo>
                <a:cubicBezTo>
                  <a:pt x="51" y="37"/>
                  <a:pt x="37" y="51"/>
                  <a:pt x="28" y="72"/>
                </a:cubicBezTo>
                <a:close/>
                <a:moveTo>
                  <a:pt x="32" y="107"/>
                </a:moveTo>
                <a:cubicBezTo>
                  <a:pt x="32" y="102"/>
                  <a:pt x="32" y="102"/>
                  <a:pt x="32" y="102"/>
                </a:cubicBezTo>
                <a:cubicBezTo>
                  <a:pt x="52" y="102"/>
                  <a:pt x="52" y="102"/>
                  <a:pt x="52" y="102"/>
                </a:cubicBezTo>
                <a:cubicBezTo>
                  <a:pt x="52" y="107"/>
                  <a:pt x="52" y="107"/>
                  <a:pt x="52" y="107"/>
                </a:cubicBezTo>
                <a:lnTo>
                  <a:pt x="32" y="107"/>
                </a:lnTo>
                <a:close/>
                <a:moveTo>
                  <a:pt x="90" y="108"/>
                </a:moveTo>
                <a:cubicBezTo>
                  <a:pt x="127" y="45"/>
                  <a:pt x="127" y="45"/>
                  <a:pt x="127" y="45"/>
                </a:cubicBezTo>
                <a:cubicBezTo>
                  <a:pt x="145" y="55"/>
                  <a:pt x="145" y="55"/>
                  <a:pt x="145" y="55"/>
                </a:cubicBezTo>
                <a:cubicBezTo>
                  <a:pt x="119" y="101"/>
                  <a:pt x="119" y="101"/>
                  <a:pt x="119" y="101"/>
                </a:cubicBezTo>
                <a:cubicBezTo>
                  <a:pt x="146" y="116"/>
                  <a:pt x="146" y="116"/>
                  <a:pt x="146" y="116"/>
                </a:cubicBezTo>
                <a:cubicBezTo>
                  <a:pt x="135" y="134"/>
                  <a:pt x="135" y="134"/>
                  <a:pt x="135" y="134"/>
                </a:cubicBezTo>
                <a:lnTo>
                  <a:pt x="90" y="108"/>
                </a:lnTo>
                <a:close/>
                <a:moveTo>
                  <a:pt x="102" y="52"/>
                </a:moveTo>
                <a:cubicBezTo>
                  <a:pt x="102" y="31"/>
                  <a:pt x="102" y="31"/>
                  <a:pt x="102" y="31"/>
                </a:cubicBezTo>
                <a:cubicBezTo>
                  <a:pt x="107" y="31"/>
                  <a:pt x="107" y="31"/>
                  <a:pt x="107" y="31"/>
                </a:cubicBezTo>
                <a:cubicBezTo>
                  <a:pt x="107" y="52"/>
                  <a:pt x="107" y="52"/>
                  <a:pt x="107" y="52"/>
                </a:cubicBezTo>
                <a:lnTo>
                  <a:pt x="102" y="52"/>
                </a:lnTo>
                <a:close/>
                <a:moveTo>
                  <a:pt x="102" y="156"/>
                </a:moveTo>
                <a:cubicBezTo>
                  <a:pt x="107" y="156"/>
                  <a:pt x="107" y="156"/>
                  <a:pt x="107" y="156"/>
                </a:cubicBezTo>
                <a:cubicBezTo>
                  <a:pt x="107" y="177"/>
                  <a:pt x="107" y="177"/>
                  <a:pt x="107" y="177"/>
                </a:cubicBezTo>
                <a:cubicBezTo>
                  <a:pt x="102" y="177"/>
                  <a:pt x="102" y="177"/>
                  <a:pt x="102" y="177"/>
                </a:cubicBezTo>
                <a:lnTo>
                  <a:pt x="102" y="156"/>
                </a:lnTo>
                <a:close/>
                <a:moveTo>
                  <a:pt x="162" y="107"/>
                </a:moveTo>
                <a:cubicBezTo>
                  <a:pt x="162" y="102"/>
                  <a:pt x="162" y="102"/>
                  <a:pt x="162" y="102"/>
                </a:cubicBezTo>
                <a:cubicBezTo>
                  <a:pt x="182" y="102"/>
                  <a:pt x="182" y="102"/>
                  <a:pt x="182" y="102"/>
                </a:cubicBezTo>
                <a:cubicBezTo>
                  <a:pt x="182" y="107"/>
                  <a:pt x="182" y="107"/>
                  <a:pt x="182" y="107"/>
                </a:cubicBezTo>
                <a:lnTo>
                  <a:pt x="162" y="107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65" name="Freeform 67"/>
          <p:cNvSpPr>
            <a:spLocks noEditPoints="1"/>
          </p:cNvSpPr>
          <p:nvPr/>
        </p:nvSpPr>
        <p:spPr bwMode="auto">
          <a:xfrm>
            <a:off x="8774870" y="2802339"/>
            <a:ext cx="299697" cy="297527"/>
          </a:xfrm>
          <a:custGeom>
            <a:avLst/>
            <a:gdLst>
              <a:gd name="T0" fmla="*/ 0 w 208"/>
              <a:gd name="T1" fmla="*/ 78 h 208"/>
              <a:gd name="T2" fmla="*/ 10 w 208"/>
              <a:gd name="T3" fmla="*/ 39 h 208"/>
              <a:gd name="T4" fmla="*/ 38 w 208"/>
              <a:gd name="T5" fmla="*/ 11 h 208"/>
              <a:gd name="T6" fmla="*/ 78 w 208"/>
              <a:gd name="T7" fmla="*/ 0 h 208"/>
              <a:gd name="T8" fmla="*/ 117 w 208"/>
              <a:gd name="T9" fmla="*/ 11 h 208"/>
              <a:gd name="T10" fmla="*/ 145 w 208"/>
              <a:gd name="T11" fmla="*/ 39 h 208"/>
              <a:gd name="T12" fmla="*/ 156 w 208"/>
              <a:gd name="T13" fmla="*/ 78 h 208"/>
              <a:gd name="T14" fmla="*/ 146 w 208"/>
              <a:gd name="T15" fmla="*/ 117 h 208"/>
              <a:gd name="T16" fmla="*/ 202 w 208"/>
              <a:gd name="T17" fmla="*/ 173 h 208"/>
              <a:gd name="T18" fmla="*/ 208 w 208"/>
              <a:gd name="T19" fmla="*/ 187 h 208"/>
              <a:gd name="T20" fmla="*/ 206 w 208"/>
              <a:gd name="T21" fmla="*/ 195 h 208"/>
              <a:gd name="T22" fmla="*/ 202 w 208"/>
              <a:gd name="T23" fmla="*/ 202 h 208"/>
              <a:gd name="T24" fmla="*/ 195 w 208"/>
              <a:gd name="T25" fmla="*/ 207 h 208"/>
              <a:gd name="T26" fmla="*/ 187 w 208"/>
              <a:gd name="T27" fmla="*/ 208 h 208"/>
              <a:gd name="T28" fmla="*/ 172 w 208"/>
              <a:gd name="T29" fmla="*/ 202 h 208"/>
              <a:gd name="T30" fmla="*/ 116 w 208"/>
              <a:gd name="T31" fmla="*/ 146 h 208"/>
              <a:gd name="T32" fmla="*/ 78 w 208"/>
              <a:gd name="T33" fmla="*/ 156 h 208"/>
              <a:gd name="T34" fmla="*/ 38 w 208"/>
              <a:gd name="T35" fmla="*/ 146 h 208"/>
              <a:gd name="T36" fmla="*/ 10 w 208"/>
              <a:gd name="T37" fmla="*/ 118 h 208"/>
              <a:gd name="T38" fmla="*/ 0 w 208"/>
              <a:gd name="T39" fmla="*/ 78 h 208"/>
              <a:gd name="T40" fmla="*/ 21 w 208"/>
              <a:gd name="T41" fmla="*/ 78 h 208"/>
              <a:gd name="T42" fmla="*/ 25 w 208"/>
              <a:gd name="T43" fmla="*/ 100 h 208"/>
              <a:gd name="T44" fmla="*/ 37 w 208"/>
              <a:gd name="T45" fmla="*/ 119 h 208"/>
              <a:gd name="T46" fmla="*/ 56 w 208"/>
              <a:gd name="T47" fmla="*/ 131 h 208"/>
              <a:gd name="T48" fmla="*/ 78 w 208"/>
              <a:gd name="T49" fmla="*/ 136 h 208"/>
              <a:gd name="T50" fmla="*/ 93 w 208"/>
              <a:gd name="T51" fmla="*/ 133 h 208"/>
              <a:gd name="T52" fmla="*/ 106 w 208"/>
              <a:gd name="T53" fmla="*/ 128 h 208"/>
              <a:gd name="T54" fmla="*/ 118 w 208"/>
              <a:gd name="T55" fmla="*/ 119 h 208"/>
              <a:gd name="T56" fmla="*/ 127 w 208"/>
              <a:gd name="T57" fmla="*/ 107 h 208"/>
              <a:gd name="T58" fmla="*/ 133 w 208"/>
              <a:gd name="T59" fmla="*/ 93 h 208"/>
              <a:gd name="T60" fmla="*/ 135 w 208"/>
              <a:gd name="T61" fmla="*/ 78 h 208"/>
              <a:gd name="T62" fmla="*/ 130 w 208"/>
              <a:gd name="T63" fmla="*/ 56 h 208"/>
              <a:gd name="T64" fmla="*/ 118 w 208"/>
              <a:gd name="T65" fmla="*/ 38 h 208"/>
              <a:gd name="T66" fmla="*/ 100 w 208"/>
              <a:gd name="T67" fmla="*/ 26 h 208"/>
              <a:gd name="T68" fmla="*/ 78 w 208"/>
              <a:gd name="T69" fmla="*/ 21 h 208"/>
              <a:gd name="T70" fmla="*/ 56 w 208"/>
              <a:gd name="T71" fmla="*/ 26 h 208"/>
              <a:gd name="T72" fmla="*/ 37 w 208"/>
              <a:gd name="T73" fmla="*/ 38 h 208"/>
              <a:gd name="T74" fmla="*/ 25 w 208"/>
              <a:gd name="T75" fmla="*/ 56 h 208"/>
              <a:gd name="T76" fmla="*/ 21 w 208"/>
              <a:gd name="T77" fmla="*/ 78 h 2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208" h="208">
                <a:moveTo>
                  <a:pt x="0" y="78"/>
                </a:moveTo>
                <a:cubicBezTo>
                  <a:pt x="0" y="64"/>
                  <a:pt x="3" y="51"/>
                  <a:pt x="10" y="39"/>
                </a:cubicBezTo>
                <a:cubicBezTo>
                  <a:pt x="17" y="27"/>
                  <a:pt x="26" y="18"/>
                  <a:pt x="38" y="11"/>
                </a:cubicBezTo>
                <a:cubicBezTo>
                  <a:pt x="51" y="4"/>
                  <a:pt x="64" y="0"/>
                  <a:pt x="78" y="0"/>
                </a:cubicBezTo>
                <a:cubicBezTo>
                  <a:pt x="92" y="0"/>
                  <a:pt x="105" y="4"/>
                  <a:pt x="117" y="11"/>
                </a:cubicBezTo>
                <a:cubicBezTo>
                  <a:pt x="129" y="18"/>
                  <a:pt x="138" y="27"/>
                  <a:pt x="145" y="39"/>
                </a:cubicBezTo>
                <a:cubicBezTo>
                  <a:pt x="152" y="51"/>
                  <a:pt x="156" y="64"/>
                  <a:pt x="156" y="78"/>
                </a:cubicBezTo>
                <a:cubicBezTo>
                  <a:pt x="156" y="92"/>
                  <a:pt x="152" y="105"/>
                  <a:pt x="146" y="117"/>
                </a:cubicBezTo>
                <a:cubicBezTo>
                  <a:pt x="202" y="173"/>
                  <a:pt x="202" y="173"/>
                  <a:pt x="202" y="173"/>
                </a:cubicBezTo>
                <a:cubicBezTo>
                  <a:pt x="206" y="177"/>
                  <a:pt x="208" y="182"/>
                  <a:pt x="208" y="187"/>
                </a:cubicBezTo>
                <a:cubicBezTo>
                  <a:pt x="208" y="190"/>
                  <a:pt x="207" y="193"/>
                  <a:pt x="206" y="195"/>
                </a:cubicBezTo>
                <a:cubicBezTo>
                  <a:pt x="205" y="198"/>
                  <a:pt x="204" y="200"/>
                  <a:pt x="202" y="202"/>
                </a:cubicBezTo>
                <a:cubicBezTo>
                  <a:pt x="200" y="204"/>
                  <a:pt x="197" y="206"/>
                  <a:pt x="195" y="207"/>
                </a:cubicBezTo>
                <a:cubicBezTo>
                  <a:pt x="193" y="208"/>
                  <a:pt x="190" y="208"/>
                  <a:pt x="187" y="208"/>
                </a:cubicBezTo>
                <a:cubicBezTo>
                  <a:pt x="181" y="208"/>
                  <a:pt x="176" y="206"/>
                  <a:pt x="172" y="202"/>
                </a:cubicBezTo>
                <a:cubicBezTo>
                  <a:pt x="116" y="146"/>
                  <a:pt x="116" y="146"/>
                  <a:pt x="116" y="146"/>
                </a:cubicBezTo>
                <a:cubicBezTo>
                  <a:pt x="104" y="153"/>
                  <a:pt x="91" y="156"/>
                  <a:pt x="78" y="156"/>
                </a:cubicBezTo>
                <a:cubicBezTo>
                  <a:pt x="64" y="156"/>
                  <a:pt x="50" y="153"/>
                  <a:pt x="38" y="146"/>
                </a:cubicBezTo>
                <a:cubicBezTo>
                  <a:pt x="27" y="139"/>
                  <a:pt x="17" y="129"/>
                  <a:pt x="10" y="118"/>
                </a:cubicBezTo>
                <a:cubicBezTo>
                  <a:pt x="3" y="105"/>
                  <a:pt x="0" y="92"/>
                  <a:pt x="0" y="78"/>
                </a:cubicBezTo>
                <a:close/>
                <a:moveTo>
                  <a:pt x="21" y="78"/>
                </a:moveTo>
                <a:cubicBezTo>
                  <a:pt x="20" y="86"/>
                  <a:pt x="22" y="93"/>
                  <a:pt x="25" y="100"/>
                </a:cubicBezTo>
                <a:cubicBezTo>
                  <a:pt x="28" y="107"/>
                  <a:pt x="32" y="113"/>
                  <a:pt x="37" y="119"/>
                </a:cubicBezTo>
                <a:cubicBezTo>
                  <a:pt x="43" y="124"/>
                  <a:pt x="49" y="128"/>
                  <a:pt x="56" y="131"/>
                </a:cubicBezTo>
                <a:cubicBezTo>
                  <a:pt x="63" y="134"/>
                  <a:pt x="70" y="136"/>
                  <a:pt x="78" y="136"/>
                </a:cubicBezTo>
                <a:cubicBezTo>
                  <a:pt x="83" y="136"/>
                  <a:pt x="88" y="135"/>
                  <a:pt x="93" y="133"/>
                </a:cubicBezTo>
                <a:cubicBezTo>
                  <a:pt x="97" y="132"/>
                  <a:pt x="102" y="130"/>
                  <a:pt x="106" y="128"/>
                </a:cubicBezTo>
                <a:cubicBezTo>
                  <a:pt x="110" y="125"/>
                  <a:pt x="114" y="122"/>
                  <a:pt x="118" y="119"/>
                </a:cubicBezTo>
                <a:cubicBezTo>
                  <a:pt x="121" y="115"/>
                  <a:pt x="124" y="111"/>
                  <a:pt x="127" y="107"/>
                </a:cubicBezTo>
                <a:cubicBezTo>
                  <a:pt x="129" y="103"/>
                  <a:pt x="131" y="98"/>
                  <a:pt x="133" y="93"/>
                </a:cubicBezTo>
                <a:cubicBezTo>
                  <a:pt x="134" y="88"/>
                  <a:pt x="135" y="84"/>
                  <a:pt x="135" y="78"/>
                </a:cubicBezTo>
                <a:cubicBezTo>
                  <a:pt x="135" y="71"/>
                  <a:pt x="133" y="63"/>
                  <a:pt x="130" y="56"/>
                </a:cubicBezTo>
                <a:cubicBezTo>
                  <a:pt x="127" y="49"/>
                  <a:pt x="123" y="43"/>
                  <a:pt x="118" y="38"/>
                </a:cubicBezTo>
                <a:cubicBezTo>
                  <a:pt x="113" y="33"/>
                  <a:pt x="107" y="29"/>
                  <a:pt x="100" y="26"/>
                </a:cubicBezTo>
                <a:cubicBezTo>
                  <a:pt x="93" y="23"/>
                  <a:pt x="85" y="21"/>
                  <a:pt x="78" y="21"/>
                </a:cubicBezTo>
                <a:cubicBezTo>
                  <a:pt x="70" y="21"/>
                  <a:pt x="62" y="23"/>
                  <a:pt x="56" y="26"/>
                </a:cubicBezTo>
                <a:cubicBezTo>
                  <a:pt x="49" y="28"/>
                  <a:pt x="43" y="32"/>
                  <a:pt x="37" y="38"/>
                </a:cubicBezTo>
                <a:cubicBezTo>
                  <a:pt x="32" y="44"/>
                  <a:pt x="27" y="50"/>
                  <a:pt x="25" y="56"/>
                </a:cubicBezTo>
                <a:cubicBezTo>
                  <a:pt x="22" y="63"/>
                  <a:pt x="21" y="70"/>
                  <a:pt x="21" y="78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66" name="Freeform 68"/>
          <p:cNvSpPr>
            <a:spLocks noEditPoints="1"/>
          </p:cNvSpPr>
          <p:nvPr/>
        </p:nvSpPr>
        <p:spPr bwMode="auto">
          <a:xfrm>
            <a:off x="9207042" y="2802339"/>
            <a:ext cx="299697" cy="297527"/>
          </a:xfrm>
          <a:custGeom>
            <a:avLst/>
            <a:gdLst>
              <a:gd name="T0" fmla="*/ 0 w 209"/>
              <a:gd name="T1" fmla="*/ 78 h 208"/>
              <a:gd name="T2" fmla="*/ 11 w 209"/>
              <a:gd name="T3" fmla="*/ 39 h 208"/>
              <a:gd name="T4" fmla="*/ 39 w 209"/>
              <a:gd name="T5" fmla="*/ 11 h 208"/>
              <a:gd name="T6" fmla="*/ 79 w 209"/>
              <a:gd name="T7" fmla="*/ 0 h 208"/>
              <a:gd name="T8" fmla="*/ 118 w 209"/>
              <a:gd name="T9" fmla="*/ 11 h 208"/>
              <a:gd name="T10" fmla="*/ 146 w 209"/>
              <a:gd name="T11" fmla="*/ 39 h 208"/>
              <a:gd name="T12" fmla="*/ 156 w 209"/>
              <a:gd name="T13" fmla="*/ 78 h 208"/>
              <a:gd name="T14" fmla="*/ 146 w 209"/>
              <a:gd name="T15" fmla="*/ 117 h 208"/>
              <a:gd name="T16" fmla="*/ 203 w 209"/>
              <a:gd name="T17" fmla="*/ 173 h 208"/>
              <a:gd name="T18" fmla="*/ 209 w 209"/>
              <a:gd name="T19" fmla="*/ 187 h 208"/>
              <a:gd name="T20" fmla="*/ 207 w 209"/>
              <a:gd name="T21" fmla="*/ 195 h 208"/>
              <a:gd name="T22" fmla="*/ 203 w 209"/>
              <a:gd name="T23" fmla="*/ 202 h 208"/>
              <a:gd name="T24" fmla="*/ 196 w 209"/>
              <a:gd name="T25" fmla="*/ 207 h 208"/>
              <a:gd name="T26" fmla="*/ 188 w 209"/>
              <a:gd name="T27" fmla="*/ 208 h 208"/>
              <a:gd name="T28" fmla="*/ 173 w 209"/>
              <a:gd name="T29" fmla="*/ 202 h 208"/>
              <a:gd name="T30" fmla="*/ 117 w 209"/>
              <a:gd name="T31" fmla="*/ 146 h 208"/>
              <a:gd name="T32" fmla="*/ 79 w 209"/>
              <a:gd name="T33" fmla="*/ 156 h 208"/>
              <a:gd name="T34" fmla="*/ 39 w 209"/>
              <a:gd name="T35" fmla="*/ 146 h 208"/>
              <a:gd name="T36" fmla="*/ 11 w 209"/>
              <a:gd name="T37" fmla="*/ 118 h 208"/>
              <a:gd name="T38" fmla="*/ 0 w 209"/>
              <a:gd name="T39" fmla="*/ 78 h 208"/>
              <a:gd name="T40" fmla="*/ 21 w 209"/>
              <a:gd name="T41" fmla="*/ 78 h 208"/>
              <a:gd name="T42" fmla="*/ 26 w 209"/>
              <a:gd name="T43" fmla="*/ 100 h 208"/>
              <a:gd name="T44" fmla="*/ 38 w 209"/>
              <a:gd name="T45" fmla="*/ 119 h 208"/>
              <a:gd name="T46" fmla="*/ 56 w 209"/>
              <a:gd name="T47" fmla="*/ 131 h 208"/>
              <a:gd name="T48" fmla="*/ 79 w 209"/>
              <a:gd name="T49" fmla="*/ 136 h 208"/>
              <a:gd name="T50" fmla="*/ 93 w 209"/>
              <a:gd name="T51" fmla="*/ 133 h 208"/>
              <a:gd name="T52" fmla="*/ 107 w 209"/>
              <a:gd name="T53" fmla="*/ 128 h 208"/>
              <a:gd name="T54" fmla="*/ 119 w 209"/>
              <a:gd name="T55" fmla="*/ 119 h 208"/>
              <a:gd name="T56" fmla="*/ 128 w 209"/>
              <a:gd name="T57" fmla="*/ 107 h 208"/>
              <a:gd name="T58" fmla="*/ 134 w 209"/>
              <a:gd name="T59" fmla="*/ 93 h 208"/>
              <a:gd name="T60" fmla="*/ 136 w 209"/>
              <a:gd name="T61" fmla="*/ 78 h 208"/>
              <a:gd name="T62" fmla="*/ 131 w 209"/>
              <a:gd name="T63" fmla="*/ 56 h 208"/>
              <a:gd name="T64" fmla="*/ 119 w 209"/>
              <a:gd name="T65" fmla="*/ 38 h 208"/>
              <a:gd name="T66" fmla="*/ 100 w 209"/>
              <a:gd name="T67" fmla="*/ 26 h 208"/>
              <a:gd name="T68" fmla="*/ 79 w 209"/>
              <a:gd name="T69" fmla="*/ 21 h 208"/>
              <a:gd name="T70" fmla="*/ 57 w 209"/>
              <a:gd name="T71" fmla="*/ 26 h 208"/>
              <a:gd name="T72" fmla="*/ 38 w 209"/>
              <a:gd name="T73" fmla="*/ 38 h 208"/>
              <a:gd name="T74" fmla="*/ 26 w 209"/>
              <a:gd name="T75" fmla="*/ 56 h 208"/>
              <a:gd name="T76" fmla="*/ 21 w 209"/>
              <a:gd name="T77" fmla="*/ 78 h 208"/>
              <a:gd name="T78" fmla="*/ 42 w 209"/>
              <a:gd name="T79" fmla="*/ 89 h 208"/>
              <a:gd name="T80" fmla="*/ 42 w 209"/>
              <a:gd name="T81" fmla="*/ 68 h 208"/>
              <a:gd name="T82" fmla="*/ 115 w 209"/>
              <a:gd name="T83" fmla="*/ 68 h 208"/>
              <a:gd name="T84" fmla="*/ 115 w 209"/>
              <a:gd name="T85" fmla="*/ 89 h 208"/>
              <a:gd name="T86" fmla="*/ 42 w 209"/>
              <a:gd name="T87" fmla="*/ 89 h 2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209" h="208">
                <a:moveTo>
                  <a:pt x="0" y="78"/>
                </a:moveTo>
                <a:cubicBezTo>
                  <a:pt x="0" y="64"/>
                  <a:pt x="4" y="51"/>
                  <a:pt x="11" y="39"/>
                </a:cubicBezTo>
                <a:cubicBezTo>
                  <a:pt x="18" y="27"/>
                  <a:pt x="27" y="18"/>
                  <a:pt x="39" y="11"/>
                </a:cubicBezTo>
                <a:cubicBezTo>
                  <a:pt x="51" y="4"/>
                  <a:pt x="64" y="0"/>
                  <a:pt x="79" y="0"/>
                </a:cubicBezTo>
                <a:cubicBezTo>
                  <a:pt x="92" y="0"/>
                  <a:pt x="105" y="4"/>
                  <a:pt x="118" y="11"/>
                </a:cubicBezTo>
                <a:cubicBezTo>
                  <a:pt x="129" y="18"/>
                  <a:pt x="139" y="27"/>
                  <a:pt x="146" y="39"/>
                </a:cubicBezTo>
                <a:cubicBezTo>
                  <a:pt x="153" y="51"/>
                  <a:pt x="156" y="64"/>
                  <a:pt x="156" y="78"/>
                </a:cubicBezTo>
                <a:cubicBezTo>
                  <a:pt x="156" y="92"/>
                  <a:pt x="153" y="105"/>
                  <a:pt x="146" y="117"/>
                </a:cubicBezTo>
                <a:cubicBezTo>
                  <a:pt x="203" y="173"/>
                  <a:pt x="203" y="173"/>
                  <a:pt x="203" y="173"/>
                </a:cubicBezTo>
                <a:cubicBezTo>
                  <a:pt x="207" y="177"/>
                  <a:pt x="209" y="182"/>
                  <a:pt x="209" y="187"/>
                </a:cubicBezTo>
                <a:cubicBezTo>
                  <a:pt x="209" y="190"/>
                  <a:pt x="208" y="193"/>
                  <a:pt x="207" y="195"/>
                </a:cubicBezTo>
                <a:cubicBezTo>
                  <a:pt x="206" y="198"/>
                  <a:pt x="205" y="200"/>
                  <a:pt x="203" y="202"/>
                </a:cubicBezTo>
                <a:cubicBezTo>
                  <a:pt x="200" y="204"/>
                  <a:pt x="198" y="206"/>
                  <a:pt x="196" y="207"/>
                </a:cubicBezTo>
                <a:cubicBezTo>
                  <a:pt x="193" y="208"/>
                  <a:pt x="191" y="208"/>
                  <a:pt x="188" y="208"/>
                </a:cubicBezTo>
                <a:cubicBezTo>
                  <a:pt x="182" y="208"/>
                  <a:pt x="177" y="206"/>
                  <a:pt x="173" y="202"/>
                </a:cubicBezTo>
                <a:cubicBezTo>
                  <a:pt x="117" y="146"/>
                  <a:pt x="117" y="146"/>
                  <a:pt x="117" y="146"/>
                </a:cubicBezTo>
                <a:cubicBezTo>
                  <a:pt x="105" y="153"/>
                  <a:pt x="92" y="156"/>
                  <a:pt x="79" y="156"/>
                </a:cubicBezTo>
                <a:cubicBezTo>
                  <a:pt x="64" y="156"/>
                  <a:pt x="51" y="153"/>
                  <a:pt x="39" y="146"/>
                </a:cubicBezTo>
                <a:cubicBezTo>
                  <a:pt x="27" y="139"/>
                  <a:pt x="18" y="129"/>
                  <a:pt x="11" y="118"/>
                </a:cubicBezTo>
                <a:cubicBezTo>
                  <a:pt x="4" y="105"/>
                  <a:pt x="0" y="92"/>
                  <a:pt x="0" y="78"/>
                </a:cubicBezTo>
                <a:close/>
                <a:moveTo>
                  <a:pt x="21" y="78"/>
                </a:moveTo>
                <a:cubicBezTo>
                  <a:pt x="21" y="86"/>
                  <a:pt x="23" y="93"/>
                  <a:pt x="26" y="100"/>
                </a:cubicBezTo>
                <a:cubicBezTo>
                  <a:pt x="29" y="107"/>
                  <a:pt x="33" y="113"/>
                  <a:pt x="38" y="119"/>
                </a:cubicBezTo>
                <a:cubicBezTo>
                  <a:pt x="43" y="124"/>
                  <a:pt x="49" y="128"/>
                  <a:pt x="56" y="131"/>
                </a:cubicBezTo>
                <a:cubicBezTo>
                  <a:pt x="63" y="134"/>
                  <a:pt x="71" y="136"/>
                  <a:pt x="79" y="136"/>
                </a:cubicBezTo>
                <a:cubicBezTo>
                  <a:pt x="84" y="136"/>
                  <a:pt x="89" y="135"/>
                  <a:pt x="93" y="133"/>
                </a:cubicBezTo>
                <a:cubicBezTo>
                  <a:pt x="98" y="132"/>
                  <a:pt x="103" y="130"/>
                  <a:pt x="107" y="128"/>
                </a:cubicBezTo>
                <a:cubicBezTo>
                  <a:pt x="111" y="125"/>
                  <a:pt x="115" y="122"/>
                  <a:pt x="119" y="119"/>
                </a:cubicBezTo>
                <a:cubicBezTo>
                  <a:pt x="122" y="115"/>
                  <a:pt x="125" y="111"/>
                  <a:pt x="128" y="107"/>
                </a:cubicBezTo>
                <a:cubicBezTo>
                  <a:pt x="130" y="103"/>
                  <a:pt x="132" y="98"/>
                  <a:pt x="134" y="93"/>
                </a:cubicBezTo>
                <a:cubicBezTo>
                  <a:pt x="135" y="88"/>
                  <a:pt x="136" y="84"/>
                  <a:pt x="136" y="78"/>
                </a:cubicBezTo>
                <a:cubicBezTo>
                  <a:pt x="136" y="71"/>
                  <a:pt x="134" y="63"/>
                  <a:pt x="131" y="56"/>
                </a:cubicBezTo>
                <a:cubicBezTo>
                  <a:pt x="128" y="49"/>
                  <a:pt x="124" y="43"/>
                  <a:pt x="119" y="38"/>
                </a:cubicBezTo>
                <a:cubicBezTo>
                  <a:pt x="113" y="33"/>
                  <a:pt x="107" y="29"/>
                  <a:pt x="100" y="26"/>
                </a:cubicBezTo>
                <a:cubicBezTo>
                  <a:pt x="93" y="23"/>
                  <a:pt x="86" y="21"/>
                  <a:pt x="79" y="21"/>
                </a:cubicBezTo>
                <a:cubicBezTo>
                  <a:pt x="71" y="21"/>
                  <a:pt x="63" y="23"/>
                  <a:pt x="57" y="26"/>
                </a:cubicBezTo>
                <a:cubicBezTo>
                  <a:pt x="50" y="28"/>
                  <a:pt x="44" y="32"/>
                  <a:pt x="38" y="38"/>
                </a:cubicBezTo>
                <a:cubicBezTo>
                  <a:pt x="32" y="44"/>
                  <a:pt x="28" y="50"/>
                  <a:pt x="26" y="56"/>
                </a:cubicBezTo>
                <a:cubicBezTo>
                  <a:pt x="23" y="63"/>
                  <a:pt x="22" y="70"/>
                  <a:pt x="21" y="78"/>
                </a:cubicBezTo>
                <a:close/>
                <a:moveTo>
                  <a:pt x="42" y="89"/>
                </a:moveTo>
                <a:cubicBezTo>
                  <a:pt x="42" y="68"/>
                  <a:pt x="42" y="68"/>
                  <a:pt x="42" y="68"/>
                </a:cubicBezTo>
                <a:cubicBezTo>
                  <a:pt x="115" y="68"/>
                  <a:pt x="115" y="68"/>
                  <a:pt x="115" y="68"/>
                </a:cubicBezTo>
                <a:cubicBezTo>
                  <a:pt x="115" y="89"/>
                  <a:pt x="115" y="89"/>
                  <a:pt x="115" y="89"/>
                </a:cubicBezTo>
                <a:lnTo>
                  <a:pt x="42" y="89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67" name="Freeform 69"/>
          <p:cNvSpPr>
            <a:spLocks noEditPoints="1"/>
          </p:cNvSpPr>
          <p:nvPr/>
        </p:nvSpPr>
        <p:spPr bwMode="auto">
          <a:xfrm>
            <a:off x="9776033" y="2802339"/>
            <a:ext cx="297527" cy="297527"/>
          </a:xfrm>
          <a:custGeom>
            <a:avLst/>
            <a:gdLst>
              <a:gd name="T0" fmla="*/ 0 w 208"/>
              <a:gd name="T1" fmla="*/ 208 h 208"/>
              <a:gd name="T2" fmla="*/ 29 w 208"/>
              <a:gd name="T3" fmla="*/ 120 h 208"/>
              <a:gd name="T4" fmla="*/ 111 w 208"/>
              <a:gd name="T5" fmla="*/ 38 h 208"/>
              <a:gd name="T6" fmla="*/ 118 w 208"/>
              <a:gd name="T7" fmla="*/ 46 h 208"/>
              <a:gd name="T8" fmla="*/ 38 w 208"/>
              <a:gd name="T9" fmla="*/ 126 h 208"/>
              <a:gd name="T10" fmla="*/ 34 w 208"/>
              <a:gd name="T11" fmla="*/ 121 h 208"/>
              <a:gd name="T12" fmla="*/ 34 w 208"/>
              <a:gd name="T13" fmla="*/ 121 h 208"/>
              <a:gd name="T14" fmla="*/ 30 w 208"/>
              <a:gd name="T15" fmla="*/ 133 h 208"/>
              <a:gd name="T16" fmla="*/ 25 w 208"/>
              <a:gd name="T17" fmla="*/ 146 h 208"/>
              <a:gd name="T18" fmla="*/ 21 w 208"/>
              <a:gd name="T19" fmla="*/ 158 h 208"/>
              <a:gd name="T20" fmla="*/ 19 w 208"/>
              <a:gd name="T21" fmla="*/ 166 h 208"/>
              <a:gd name="T22" fmla="*/ 16 w 208"/>
              <a:gd name="T23" fmla="*/ 173 h 208"/>
              <a:gd name="T24" fmla="*/ 28 w 208"/>
              <a:gd name="T25" fmla="*/ 180 h 208"/>
              <a:gd name="T26" fmla="*/ 35 w 208"/>
              <a:gd name="T27" fmla="*/ 192 h 208"/>
              <a:gd name="T28" fmla="*/ 87 w 208"/>
              <a:gd name="T29" fmla="*/ 174 h 208"/>
              <a:gd name="T30" fmla="*/ 87 w 208"/>
              <a:gd name="T31" fmla="*/ 174 h 208"/>
              <a:gd name="T32" fmla="*/ 82 w 208"/>
              <a:gd name="T33" fmla="*/ 170 h 208"/>
              <a:gd name="T34" fmla="*/ 162 w 208"/>
              <a:gd name="T35" fmla="*/ 90 h 208"/>
              <a:gd name="T36" fmla="*/ 170 w 208"/>
              <a:gd name="T37" fmla="*/ 97 h 208"/>
              <a:gd name="T38" fmla="*/ 88 w 208"/>
              <a:gd name="T39" fmla="*/ 179 h 208"/>
              <a:gd name="T40" fmla="*/ 0 w 208"/>
              <a:gd name="T41" fmla="*/ 208 h 208"/>
              <a:gd name="T42" fmla="*/ 48 w 208"/>
              <a:gd name="T43" fmla="*/ 135 h 208"/>
              <a:gd name="T44" fmla="*/ 128 w 208"/>
              <a:gd name="T45" fmla="*/ 55 h 208"/>
              <a:gd name="T46" fmla="*/ 136 w 208"/>
              <a:gd name="T47" fmla="*/ 63 h 208"/>
              <a:gd name="T48" fmla="*/ 55 w 208"/>
              <a:gd name="T49" fmla="*/ 143 h 208"/>
              <a:gd name="T50" fmla="*/ 48 w 208"/>
              <a:gd name="T51" fmla="*/ 135 h 208"/>
              <a:gd name="T52" fmla="*/ 65 w 208"/>
              <a:gd name="T53" fmla="*/ 153 h 208"/>
              <a:gd name="T54" fmla="*/ 145 w 208"/>
              <a:gd name="T55" fmla="*/ 72 h 208"/>
              <a:gd name="T56" fmla="*/ 153 w 208"/>
              <a:gd name="T57" fmla="*/ 80 h 208"/>
              <a:gd name="T58" fmla="*/ 73 w 208"/>
              <a:gd name="T59" fmla="*/ 160 h 208"/>
              <a:gd name="T60" fmla="*/ 65 w 208"/>
              <a:gd name="T61" fmla="*/ 153 h 208"/>
              <a:gd name="T62" fmla="*/ 118 w 208"/>
              <a:gd name="T63" fmla="*/ 31 h 208"/>
              <a:gd name="T64" fmla="*/ 126 w 208"/>
              <a:gd name="T65" fmla="*/ 24 h 208"/>
              <a:gd name="T66" fmla="*/ 185 w 208"/>
              <a:gd name="T67" fmla="*/ 82 h 208"/>
              <a:gd name="T68" fmla="*/ 177 w 208"/>
              <a:gd name="T69" fmla="*/ 90 h 208"/>
              <a:gd name="T70" fmla="*/ 118 w 208"/>
              <a:gd name="T71" fmla="*/ 31 h 208"/>
              <a:gd name="T72" fmla="*/ 133 w 208"/>
              <a:gd name="T73" fmla="*/ 16 h 208"/>
              <a:gd name="T74" fmla="*/ 140 w 208"/>
              <a:gd name="T75" fmla="*/ 9 h 208"/>
              <a:gd name="T76" fmla="*/ 151 w 208"/>
              <a:gd name="T77" fmla="*/ 2 h 208"/>
              <a:gd name="T78" fmla="*/ 162 w 208"/>
              <a:gd name="T79" fmla="*/ 0 h 208"/>
              <a:gd name="T80" fmla="*/ 185 w 208"/>
              <a:gd name="T81" fmla="*/ 9 h 208"/>
              <a:gd name="T82" fmla="*/ 199 w 208"/>
              <a:gd name="T83" fmla="*/ 24 h 208"/>
              <a:gd name="T84" fmla="*/ 208 w 208"/>
              <a:gd name="T85" fmla="*/ 46 h 208"/>
              <a:gd name="T86" fmla="*/ 206 w 208"/>
              <a:gd name="T87" fmla="*/ 57 h 208"/>
              <a:gd name="T88" fmla="*/ 199 w 208"/>
              <a:gd name="T89" fmla="*/ 68 h 208"/>
              <a:gd name="T90" fmla="*/ 192 w 208"/>
              <a:gd name="T91" fmla="*/ 75 h 208"/>
              <a:gd name="T92" fmla="*/ 133 w 208"/>
              <a:gd name="T93" fmla="*/ 16 h 2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208" h="208">
                <a:moveTo>
                  <a:pt x="0" y="208"/>
                </a:moveTo>
                <a:cubicBezTo>
                  <a:pt x="29" y="120"/>
                  <a:pt x="29" y="120"/>
                  <a:pt x="29" y="120"/>
                </a:cubicBezTo>
                <a:cubicBezTo>
                  <a:pt x="111" y="38"/>
                  <a:pt x="111" y="38"/>
                  <a:pt x="111" y="38"/>
                </a:cubicBezTo>
                <a:cubicBezTo>
                  <a:pt x="118" y="46"/>
                  <a:pt x="118" y="46"/>
                  <a:pt x="118" y="46"/>
                </a:cubicBezTo>
                <a:cubicBezTo>
                  <a:pt x="38" y="126"/>
                  <a:pt x="38" y="126"/>
                  <a:pt x="38" y="126"/>
                </a:cubicBezTo>
                <a:cubicBezTo>
                  <a:pt x="34" y="121"/>
                  <a:pt x="34" y="121"/>
                  <a:pt x="34" y="121"/>
                </a:cubicBezTo>
                <a:cubicBezTo>
                  <a:pt x="34" y="121"/>
                  <a:pt x="34" y="121"/>
                  <a:pt x="34" y="121"/>
                </a:cubicBezTo>
                <a:cubicBezTo>
                  <a:pt x="32" y="125"/>
                  <a:pt x="31" y="129"/>
                  <a:pt x="30" y="133"/>
                </a:cubicBezTo>
                <a:cubicBezTo>
                  <a:pt x="28" y="137"/>
                  <a:pt x="27" y="142"/>
                  <a:pt x="25" y="146"/>
                </a:cubicBezTo>
                <a:cubicBezTo>
                  <a:pt x="24" y="150"/>
                  <a:pt x="22" y="154"/>
                  <a:pt x="21" y="158"/>
                </a:cubicBezTo>
                <a:cubicBezTo>
                  <a:pt x="20" y="161"/>
                  <a:pt x="19" y="164"/>
                  <a:pt x="19" y="166"/>
                </a:cubicBezTo>
                <a:cubicBezTo>
                  <a:pt x="16" y="173"/>
                  <a:pt x="16" y="173"/>
                  <a:pt x="16" y="173"/>
                </a:cubicBezTo>
                <a:cubicBezTo>
                  <a:pt x="19" y="173"/>
                  <a:pt x="23" y="175"/>
                  <a:pt x="28" y="180"/>
                </a:cubicBezTo>
                <a:cubicBezTo>
                  <a:pt x="32" y="185"/>
                  <a:pt x="35" y="188"/>
                  <a:pt x="35" y="192"/>
                </a:cubicBezTo>
                <a:cubicBezTo>
                  <a:pt x="87" y="174"/>
                  <a:pt x="87" y="174"/>
                  <a:pt x="87" y="174"/>
                </a:cubicBezTo>
                <a:cubicBezTo>
                  <a:pt x="87" y="174"/>
                  <a:pt x="87" y="174"/>
                  <a:pt x="87" y="174"/>
                </a:cubicBezTo>
                <a:cubicBezTo>
                  <a:pt x="82" y="170"/>
                  <a:pt x="82" y="170"/>
                  <a:pt x="82" y="170"/>
                </a:cubicBezTo>
                <a:cubicBezTo>
                  <a:pt x="162" y="90"/>
                  <a:pt x="162" y="90"/>
                  <a:pt x="162" y="90"/>
                </a:cubicBezTo>
                <a:cubicBezTo>
                  <a:pt x="170" y="97"/>
                  <a:pt x="170" y="97"/>
                  <a:pt x="170" y="97"/>
                </a:cubicBezTo>
                <a:cubicBezTo>
                  <a:pt x="88" y="179"/>
                  <a:pt x="88" y="179"/>
                  <a:pt x="88" y="179"/>
                </a:cubicBezTo>
                <a:lnTo>
                  <a:pt x="0" y="208"/>
                </a:lnTo>
                <a:close/>
                <a:moveTo>
                  <a:pt x="48" y="135"/>
                </a:moveTo>
                <a:cubicBezTo>
                  <a:pt x="128" y="55"/>
                  <a:pt x="128" y="55"/>
                  <a:pt x="128" y="55"/>
                </a:cubicBezTo>
                <a:cubicBezTo>
                  <a:pt x="136" y="63"/>
                  <a:pt x="136" y="63"/>
                  <a:pt x="136" y="63"/>
                </a:cubicBezTo>
                <a:cubicBezTo>
                  <a:pt x="55" y="143"/>
                  <a:pt x="55" y="143"/>
                  <a:pt x="55" y="143"/>
                </a:cubicBezTo>
                <a:lnTo>
                  <a:pt x="48" y="135"/>
                </a:lnTo>
                <a:close/>
                <a:moveTo>
                  <a:pt x="65" y="153"/>
                </a:moveTo>
                <a:cubicBezTo>
                  <a:pt x="145" y="72"/>
                  <a:pt x="145" y="72"/>
                  <a:pt x="145" y="72"/>
                </a:cubicBezTo>
                <a:cubicBezTo>
                  <a:pt x="153" y="80"/>
                  <a:pt x="153" y="80"/>
                  <a:pt x="153" y="80"/>
                </a:cubicBezTo>
                <a:cubicBezTo>
                  <a:pt x="73" y="160"/>
                  <a:pt x="73" y="160"/>
                  <a:pt x="73" y="160"/>
                </a:cubicBezTo>
                <a:lnTo>
                  <a:pt x="65" y="153"/>
                </a:lnTo>
                <a:close/>
                <a:moveTo>
                  <a:pt x="118" y="31"/>
                </a:moveTo>
                <a:cubicBezTo>
                  <a:pt x="126" y="24"/>
                  <a:pt x="126" y="24"/>
                  <a:pt x="126" y="24"/>
                </a:cubicBezTo>
                <a:cubicBezTo>
                  <a:pt x="185" y="82"/>
                  <a:pt x="185" y="82"/>
                  <a:pt x="185" y="82"/>
                </a:cubicBezTo>
                <a:cubicBezTo>
                  <a:pt x="177" y="90"/>
                  <a:pt x="177" y="90"/>
                  <a:pt x="177" y="90"/>
                </a:cubicBezTo>
                <a:lnTo>
                  <a:pt x="118" y="31"/>
                </a:lnTo>
                <a:close/>
                <a:moveTo>
                  <a:pt x="133" y="16"/>
                </a:moveTo>
                <a:cubicBezTo>
                  <a:pt x="140" y="9"/>
                  <a:pt x="140" y="9"/>
                  <a:pt x="140" y="9"/>
                </a:cubicBezTo>
                <a:cubicBezTo>
                  <a:pt x="143" y="6"/>
                  <a:pt x="147" y="3"/>
                  <a:pt x="151" y="2"/>
                </a:cubicBezTo>
                <a:cubicBezTo>
                  <a:pt x="154" y="0"/>
                  <a:pt x="158" y="0"/>
                  <a:pt x="162" y="0"/>
                </a:cubicBezTo>
                <a:cubicBezTo>
                  <a:pt x="171" y="0"/>
                  <a:pt x="178" y="3"/>
                  <a:pt x="185" y="9"/>
                </a:cubicBezTo>
                <a:cubicBezTo>
                  <a:pt x="199" y="24"/>
                  <a:pt x="199" y="24"/>
                  <a:pt x="199" y="24"/>
                </a:cubicBezTo>
                <a:cubicBezTo>
                  <a:pt x="205" y="30"/>
                  <a:pt x="208" y="37"/>
                  <a:pt x="208" y="46"/>
                </a:cubicBezTo>
                <a:cubicBezTo>
                  <a:pt x="208" y="50"/>
                  <a:pt x="208" y="54"/>
                  <a:pt x="206" y="57"/>
                </a:cubicBezTo>
                <a:cubicBezTo>
                  <a:pt x="205" y="61"/>
                  <a:pt x="202" y="65"/>
                  <a:pt x="199" y="68"/>
                </a:cubicBezTo>
                <a:cubicBezTo>
                  <a:pt x="192" y="75"/>
                  <a:pt x="192" y="75"/>
                  <a:pt x="192" y="75"/>
                </a:cubicBezTo>
                <a:lnTo>
                  <a:pt x="133" y="16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68" name="Freeform 70"/>
          <p:cNvSpPr>
            <a:spLocks/>
          </p:cNvSpPr>
          <p:nvPr/>
        </p:nvSpPr>
        <p:spPr bwMode="auto">
          <a:xfrm>
            <a:off x="10206033" y="2804511"/>
            <a:ext cx="299697" cy="277980"/>
          </a:xfrm>
          <a:custGeom>
            <a:avLst/>
            <a:gdLst>
              <a:gd name="T0" fmla="*/ 0 w 208"/>
              <a:gd name="T1" fmla="*/ 147 h 194"/>
              <a:gd name="T2" fmla="*/ 3 w 208"/>
              <a:gd name="T3" fmla="*/ 129 h 194"/>
              <a:gd name="T4" fmla="*/ 14 w 208"/>
              <a:gd name="T5" fmla="*/ 114 h 194"/>
              <a:gd name="T6" fmla="*/ 102 w 208"/>
              <a:gd name="T7" fmla="*/ 26 h 194"/>
              <a:gd name="T8" fmla="*/ 109 w 208"/>
              <a:gd name="T9" fmla="*/ 33 h 194"/>
              <a:gd name="T10" fmla="*/ 21 w 208"/>
              <a:gd name="T11" fmla="*/ 121 h 194"/>
              <a:gd name="T12" fmla="*/ 13 w 208"/>
              <a:gd name="T13" fmla="*/ 133 h 194"/>
              <a:gd name="T14" fmla="*/ 10 w 208"/>
              <a:gd name="T15" fmla="*/ 147 h 194"/>
              <a:gd name="T16" fmla="*/ 21 w 208"/>
              <a:gd name="T17" fmla="*/ 173 h 194"/>
              <a:gd name="T18" fmla="*/ 47 w 208"/>
              <a:gd name="T19" fmla="*/ 184 h 194"/>
              <a:gd name="T20" fmla="*/ 72 w 208"/>
              <a:gd name="T21" fmla="*/ 173 h 194"/>
              <a:gd name="T22" fmla="*/ 190 w 208"/>
              <a:gd name="T23" fmla="*/ 55 h 194"/>
              <a:gd name="T24" fmla="*/ 198 w 208"/>
              <a:gd name="T25" fmla="*/ 37 h 194"/>
              <a:gd name="T26" fmla="*/ 190 w 208"/>
              <a:gd name="T27" fmla="*/ 19 h 194"/>
              <a:gd name="T28" fmla="*/ 172 w 208"/>
              <a:gd name="T29" fmla="*/ 11 h 194"/>
              <a:gd name="T30" fmla="*/ 153 w 208"/>
              <a:gd name="T31" fmla="*/ 19 h 194"/>
              <a:gd name="T32" fmla="*/ 72 w 208"/>
              <a:gd name="T33" fmla="*/ 99 h 194"/>
              <a:gd name="T34" fmla="*/ 68 w 208"/>
              <a:gd name="T35" fmla="*/ 110 h 194"/>
              <a:gd name="T36" fmla="*/ 72 w 208"/>
              <a:gd name="T37" fmla="*/ 121 h 194"/>
              <a:gd name="T38" fmla="*/ 83 w 208"/>
              <a:gd name="T39" fmla="*/ 126 h 194"/>
              <a:gd name="T40" fmla="*/ 94 w 208"/>
              <a:gd name="T41" fmla="*/ 121 h 194"/>
              <a:gd name="T42" fmla="*/ 164 w 208"/>
              <a:gd name="T43" fmla="*/ 51 h 194"/>
              <a:gd name="T44" fmla="*/ 172 w 208"/>
              <a:gd name="T45" fmla="*/ 59 h 194"/>
              <a:gd name="T46" fmla="*/ 102 w 208"/>
              <a:gd name="T47" fmla="*/ 129 h 194"/>
              <a:gd name="T48" fmla="*/ 93 w 208"/>
              <a:gd name="T49" fmla="*/ 135 h 194"/>
              <a:gd name="T50" fmla="*/ 83 w 208"/>
              <a:gd name="T51" fmla="*/ 136 h 194"/>
              <a:gd name="T52" fmla="*/ 73 w 208"/>
              <a:gd name="T53" fmla="*/ 135 h 194"/>
              <a:gd name="T54" fmla="*/ 65 w 208"/>
              <a:gd name="T55" fmla="*/ 129 h 194"/>
              <a:gd name="T56" fmla="*/ 59 w 208"/>
              <a:gd name="T57" fmla="*/ 120 h 194"/>
              <a:gd name="T58" fmla="*/ 58 w 208"/>
              <a:gd name="T59" fmla="*/ 110 h 194"/>
              <a:gd name="T60" fmla="*/ 65 w 208"/>
              <a:gd name="T61" fmla="*/ 92 h 194"/>
              <a:gd name="T62" fmla="*/ 146 w 208"/>
              <a:gd name="T63" fmla="*/ 11 h 194"/>
              <a:gd name="T64" fmla="*/ 158 w 208"/>
              <a:gd name="T65" fmla="*/ 3 h 194"/>
              <a:gd name="T66" fmla="*/ 172 w 208"/>
              <a:gd name="T67" fmla="*/ 0 h 194"/>
              <a:gd name="T68" fmla="*/ 198 w 208"/>
              <a:gd name="T69" fmla="*/ 11 h 194"/>
              <a:gd name="T70" fmla="*/ 205 w 208"/>
              <a:gd name="T71" fmla="*/ 23 h 194"/>
              <a:gd name="T72" fmla="*/ 208 w 208"/>
              <a:gd name="T73" fmla="*/ 37 h 194"/>
              <a:gd name="T74" fmla="*/ 198 w 208"/>
              <a:gd name="T75" fmla="*/ 62 h 194"/>
              <a:gd name="T76" fmla="*/ 80 w 208"/>
              <a:gd name="T77" fmla="*/ 180 h 194"/>
              <a:gd name="T78" fmla="*/ 47 w 208"/>
              <a:gd name="T79" fmla="*/ 194 h 194"/>
              <a:gd name="T80" fmla="*/ 14 w 208"/>
              <a:gd name="T81" fmla="*/ 180 h 194"/>
              <a:gd name="T82" fmla="*/ 0 w 208"/>
              <a:gd name="T83" fmla="*/ 147 h 1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208" h="194">
                <a:moveTo>
                  <a:pt x="0" y="147"/>
                </a:moveTo>
                <a:cubicBezTo>
                  <a:pt x="0" y="141"/>
                  <a:pt x="1" y="135"/>
                  <a:pt x="3" y="129"/>
                </a:cubicBezTo>
                <a:cubicBezTo>
                  <a:pt x="6" y="124"/>
                  <a:pt x="9" y="119"/>
                  <a:pt x="14" y="114"/>
                </a:cubicBezTo>
                <a:cubicBezTo>
                  <a:pt x="102" y="26"/>
                  <a:pt x="102" y="26"/>
                  <a:pt x="102" y="26"/>
                </a:cubicBezTo>
                <a:cubicBezTo>
                  <a:pt x="109" y="33"/>
                  <a:pt x="109" y="33"/>
                  <a:pt x="109" y="33"/>
                </a:cubicBezTo>
                <a:cubicBezTo>
                  <a:pt x="21" y="121"/>
                  <a:pt x="21" y="121"/>
                  <a:pt x="21" y="121"/>
                </a:cubicBezTo>
                <a:cubicBezTo>
                  <a:pt x="17" y="125"/>
                  <a:pt x="15" y="129"/>
                  <a:pt x="13" y="133"/>
                </a:cubicBezTo>
                <a:cubicBezTo>
                  <a:pt x="11" y="138"/>
                  <a:pt x="10" y="142"/>
                  <a:pt x="10" y="147"/>
                </a:cubicBezTo>
                <a:cubicBezTo>
                  <a:pt x="10" y="157"/>
                  <a:pt x="14" y="166"/>
                  <a:pt x="21" y="173"/>
                </a:cubicBezTo>
                <a:cubicBezTo>
                  <a:pt x="28" y="180"/>
                  <a:pt x="37" y="184"/>
                  <a:pt x="47" y="184"/>
                </a:cubicBezTo>
                <a:cubicBezTo>
                  <a:pt x="57" y="184"/>
                  <a:pt x="65" y="180"/>
                  <a:pt x="72" y="173"/>
                </a:cubicBezTo>
                <a:cubicBezTo>
                  <a:pt x="190" y="55"/>
                  <a:pt x="190" y="55"/>
                  <a:pt x="190" y="55"/>
                </a:cubicBezTo>
                <a:cubicBezTo>
                  <a:pt x="195" y="50"/>
                  <a:pt x="198" y="44"/>
                  <a:pt x="198" y="37"/>
                </a:cubicBezTo>
                <a:cubicBezTo>
                  <a:pt x="198" y="30"/>
                  <a:pt x="195" y="24"/>
                  <a:pt x="190" y="19"/>
                </a:cubicBezTo>
                <a:cubicBezTo>
                  <a:pt x="185" y="13"/>
                  <a:pt x="178" y="11"/>
                  <a:pt x="172" y="11"/>
                </a:cubicBezTo>
                <a:cubicBezTo>
                  <a:pt x="165" y="11"/>
                  <a:pt x="158" y="13"/>
                  <a:pt x="153" y="19"/>
                </a:cubicBezTo>
                <a:cubicBezTo>
                  <a:pt x="72" y="99"/>
                  <a:pt x="72" y="99"/>
                  <a:pt x="72" y="99"/>
                </a:cubicBezTo>
                <a:cubicBezTo>
                  <a:pt x="69" y="102"/>
                  <a:pt x="68" y="106"/>
                  <a:pt x="68" y="110"/>
                </a:cubicBezTo>
                <a:cubicBezTo>
                  <a:pt x="68" y="115"/>
                  <a:pt x="69" y="118"/>
                  <a:pt x="72" y="121"/>
                </a:cubicBezTo>
                <a:cubicBezTo>
                  <a:pt x="76" y="124"/>
                  <a:pt x="79" y="126"/>
                  <a:pt x="83" y="126"/>
                </a:cubicBezTo>
                <a:cubicBezTo>
                  <a:pt x="88" y="126"/>
                  <a:pt x="91" y="124"/>
                  <a:pt x="94" y="121"/>
                </a:cubicBezTo>
                <a:cubicBezTo>
                  <a:pt x="164" y="51"/>
                  <a:pt x="164" y="51"/>
                  <a:pt x="164" y="51"/>
                </a:cubicBezTo>
                <a:cubicBezTo>
                  <a:pt x="172" y="59"/>
                  <a:pt x="172" y="59"/>
                  <a:pt x="172" y="59"/>
                </a:cubicBezTo>
                <a:cubicBezTo>
                  <a:pt x="102" y="129"/>
                  <a:pt x="102" y="129"/>
                  <a:pt x="102" y="129"/>
                </a:cubicBezTo>
                <a:cubicBezTo>
                  <a:pt x="99" y="131"/>
                  <a:pt x="97" y="133"/>
                  <a:pt x="93" y="135"/>
                </a:cubicBezTo>
                <a:cubicBezTo>
                  <a:pt x="90" y="136"/>
                  <a:pt x="87" y="136"/>
                  <a:pt x="83" y="136"/>
                </a:cubicBezTo>
                <a:cubicBezTo>
                  <a:pt x="80" y="136"/>
                  <a:pt x="77" y="136"/>
                  <a:pt x="73" y="135"/>
                </a:cubicBezTo>
                <a:cubicBezTo>
                  <a:pt x="70" y="133"/>
                  <a:pt x="68" y="131"/>
                  <a:pt x="65" y="129"/>
                </a:cubicBezTo>
                <a:cubicBezTo>
                  <a:pt x="62" y="126"/>
                  <a:pt x="60" y="123"/>
                  <a:pt x="59" y="120"/>
                </a:cubicBezTo>
                <a:cubicBezTo>
                  <a:pt x="58" y="117"/>
                  <a:pt x="58" y="114"/>
                  <a:pt x="58" y="110"/>
                </a:cubicBezTo>
                <a:cubicBezTo>
                  <a:pt x="58" y="103"/>
                  <a:pt x="60" y="97"/>
                  <a:pt x="65" y="92"/>
                </a:cubicBezTo>
                <a:cubicBezTo>
                  <a:pt x="146" y="11"/>
                  <a:pt x="146" y="11"/>
                  <a:pt x="146" y="11"/>
                </a:cubicBezTo>
                <a:cubicBezTo>
                  <a:pt x="149" y="7"/>
                  <a:pt x="153" y="5"/>
                  <a:pt x="158" y="3"/>
                </a:cubicBezTo>
                <a:cubicBezTo>
                  <a:pt x="162" y="1"/>
                  <a:pt x="167" y="0"/>
                  <a:pt x="172" y="0"/>
                </a:cubicBezTo>
                <a:cubicBezTo>
                  <a:pt x="182" y="0"/>
                  <a:pt x="191" y="4"/>
                  <a:pt x="198" y="11"/>
                </a:cubicBezTo>
                <a:cubicBezTo>
                  <a:pt x="201" y="15"/>
                  <a:pt x="204" y="18"/>
                  <a:pt x="205" y="23"/>
                </a:cubicBezTo>
                <a:cubicBezTo>
                  <a:pt x="207" y="27"/>
                  <a:pt x="208" y="32"/>
                  <a:pt x="208" y="37"/>
                </a:cubicBezTo>
                <a:cubicBezTo>
                  <a:pt x="208" y="47"/>
                  <a:pt x="205" y="55"/>
                  <a:pt x="198" y="62"/>
                </a:cubicBezTo>
                <a:cubicBezTo>
                  <a:pt x="80" y="180"/>
                  <a:pt x="80" y="180"/>
                  <a:pt x="80" y="180"/>
                </a:cubicBezTo>
                <a:cubicBezTo>
                  <a:pt x="71" y="189"/>
                  <a:pt x="60" y="194"/>
                  <a:pt x="47" y="194"/>
                </a:cubicBezTo>
                <a:cubicBezTo>
                  <a:pt x="34" y="194"/>
                  <a:pt x="23" y="189"/>
                  <a:pt x="14" y="180"/>
                </a:cubicBezTo>
                <a:cubicBezTo>
                  <a:pt x="4" y="171"/>
                  <a:pt x="0" y="160"/>
                  <a:pt x="0" y="14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69" name="Freeform 71"/>
          <p:cNvSpPr>
            <a:spLocks/>
          </p:cNvSpPr>
          <p:nvPr/>
        </p:nvSpPr>
        <p:spPr bwMode="auto">
          <a:xfrm>
            <a:off x="10616487" y="2802340"/>
            <a:ext cx="347475" cy="299697"/>
          </a:xfrm>
          <a:custGeom>
            <a:avLst/>
            <a:gdLst>
              <a:gd name="T0" fmla="*/ 18 w 242"/>
              <a:gd name="T1" fmla="*/ 18 h 209"/>
              <a:gd name="T2" fmla="*/ 39 w 242"/>
              <a:gd name="T3" fmla="*/ 5 h 209"/>
              <a:gd name="T4" fmla="*/ 62 w 242"/>
              <a:gd name="T5" fmla="*/ 0 h 209"/>
              <a:gd name="T6" fmla="*/ 86 w 242"/>
              <a:gd name="T7" fmla="*/ 5 h 209"/>
              <a:gd name="T8" fmla="*/ 107 w 242"/>
              <a:gd name="T9" fmla="*/ 18 h 209"/>
              <a:gd name="T10" fmla="*/ 121 w 242"/>
              <a:gd name="T11" fmla="*/ 42 h 209"/>
              <a:gd name="T12" fmla="*/ 136 w 242"/>
              <a:gd name="T13" fmla="*/ 18 h 209"/>
              <a:gd name="T14" fmla="*/ 156 w 242"/>
              <a:gd name="T15" fmla="*/ 5 h 209"/>
              <a:gd name="T16" fmla="*/ 180 w 242"/>
              <a:gd name="T17" fmla="*/ 0 h 209"/>
              <a:gd name="T18" fmla="*/ 204 w 242"/>
              <a:gd name="T19" fmla="*/ 5 h 209"/>
              <a:gd name="T20" fmla="*/ 224 w 242"/>
              <a:gd name="T21" fmla="*/ 18 h 209"/>
              <a:gd name="T22" fmla="*/ 234 w 242"/>
              <a:gd name="T23" fmla="*/ 31 h 209"/>
              <a:gd name="T24" fmla="*/ 240 w 242"/>
              <a:gd name="T25" fmla="*/ 46 h 209"/>
              <a:gd name="T26" fmla="*/ 242 w 242"/>
              <a:gd name="T27" fmla="*/ 62 h 209"/>
              <a:gd name="T28" fmla="*/ 240 w 242"/>
              <a:gd name="T29" fmla="*/ 78 h 209"/>
              <a:gd name="T30" fmla="*/ 234 w 242"/>
              <a:gd name="T31" fmla="*/ 93 h 209"/>
              <a:gd name="T32" fmla="*/ 224 w 242"/>
              <a:gd name="T33" fmla="*/ 107 h 209"/>
              <a:gd name="T34" fmla="*/ 195 w 242"/>
              <a:gd name="T35" fmla="*/ 136 h 209"/>
              <a:gd name="T36" fmla="*/ 151 w 242"/>
              <a:gd name="T37" fmla="*/ 180 h 209"/>
              <a:gd name="T38" fmla="*/ 121 w 242"/>
              <a:gd name="T39" fmla="*/ 209 h 209"/>
              <a:gd name="T40" fmla="*/ 18 w 242"/>
              <a:gd name="T41" fmla="*/ 107 h 209"/>
              <a:gd name="T42" fmla="*/ 5 w 242"/>
              <a:gd name="T43" fmla="*/ 86 h 209"/>
              <a:gd name="T44" fmla="*/ 0 w 242"/>
              <a:gd name="T45" fmla="*/ 62 h 209"/>
              <a:gd name="T46" fmla="*/ 5 w 242"/>
              <a:gd name="T47" fmla="*/ 39 h 209"/>
              <a:gd name="T48" fmla="*/ 18 w 242"/>
              <a:gd name="T49" fmla="*/ 18 h 2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242" h="209">
                <a:moveTo>
                  <a:pt x="18" y="18"/>
                </a:moveTo>
                <a:cubicBezTo>
                  <a:pt x="24" y="12"/>
                  <a:pt x="31" y="8"/>
                  <a:pt x="39" y="5"/>
                </a:cubicBezTo>
                <a:cubicBezTo>
                  <a:pt x="46" y="2"/>
                  <a:pt x="54" y="0"/>
                  <a:pt x="62" y="0"/>
                </a:cubicBezTo>
                <a:cubicBezTo>
                  <a:pt x="71" y="0"/>
                  <a:pt x="78" y="2"/>
                  <a:pt x="86" y="5"/>
                </a:cubicBezTo>
                <a:cubicBezTo>
                  <a:pt x="94" y="8"/>
                  <a:pt x="101" y="12"/>
                  <a:pt x="107" y="18"/>
                </a:cubicBezTo>
                <a:cubicBezTo>
                  <a:pt x="113" y="25"/>
                  <a:pt x="118" y="33"/>
                  <a:pt x="121" y="42"/>
                </a:cubicBezTo>
                <a:cubicBezTo>
                  <a:pt x="124" y="33"/>
                  <a:pt x="129" y="25"/>
                  <a:pt x="136" y="18"/>
                </a:cubicBezTo>
                <a:cubicBezTo>
                  <a:pt x="142" y="12"/>
                  <a:pt x="149" y="8"/>
                  <a:pt x="156" y="5"/>
                </a:cubicBezTo>
                <a:cubicBezTo>
                  <a:pt x="164" y="2"/>
                  <a:pt x="172" y="0"/>
                  <a:pt x="180" y="0"/>
                </a:cubicBezTo>
                <a:cubicBezTo>
                  <a:pt x="188" y="0"/>
                  <a:pt x="196" y="2"/>
                  <a:pt x="204" y="5"/>
                </a:cubicBezTo>
                <a:cubicBezTo>
                  <a:pt x="211" y="8"/>
                  <a:pt x="218" y="12"/>
                  <a:pt x="224" y="18"/>
                </a:cubicBezTo>
                <a:cubicBezTo>
                  <a:pt x="228" y="22"/>
                  <a:pt x="232" y="27"/>
                  <a:pt x="234" y="31"/>
                </a:cubicBezTo>
                <a:cubicBezTo>
                  <a:pt x="237" y="36"/>
                  <a:pt x="239" y="41"/>
                  <a:pt x="240" y="46"/>
                </a:cubicBezTo>
                <a:cubicBezTo>
                  <a:pt x="242" y="52"/>
                  <a:pt x="242" y="57"/>
                  <a:pt x="242" y="62"/>
                </a:cubicBezTo>
                <a:cubicBezTo>
                  <a:pt x="242" y="68"/>
                  <a:pt x="242" y="73"/>
                  <a:pt x="240" y="78"/>
                </a:cubicBezTo>
                <a:cubicBezTo>
                  <a:pt x="239" y="84"/>
                  <a:pt x="237" y="89"/>
                  <a:pt x="234" y="93"/>
                </a:cubicBezTo>
                <a:cubicBezTo>
                  <a:pt x="232" y="98"/>
                  <a:pt x="228" y="103"/>
                  <a:pt x="224" y="107"/>
                </a:cubicBezTo>
                <a:cubicBezTo>
                  <a:pt x="217" y="114"/>
                  <a:pt x="207" y="124"/>
                  <a:pt x="195" y="136"/>
                </a:cubicBezTo>
                <a:cubicBezTo>
                  <a:pt x="183" y="148"/>
                  <a:pt x="168" y="163"/>
                  <a:pt x="151" y="180"/>
                </a:cubicBezTo>
                <a:cubicBezTo>
                  <a:pt x="121" y="209"/>
                  <a:pt x="121" y="209"/>
                  <a:pt x="121" y="209"/>
                </a:cubicBezTo>
                <a:cubicBezTo>
                  <a:pt x="18" y="107"/>
                  <a:pt x="18" y="107"/>
                  <a:pt x="18" y="107"/>
                </a:cubicBezTo>
                <a:cubicBezTo>
                  <a:pt x="12" y="101"/>
                  <a:pt x="8" y="94"/>
                  <a:pt x="5" y="86"/>
                </a:cubicBezTo>
                <a:cubicBezTo>
                  <a:pt x="2" y="78"/>
                  <a:pt x="0" y="70"/>
                  <a:pt x="0" y="62"/>
                </a:cubicBezTo>
                <a:cubicBezTo>
                  <a:pt x="0" y="54"/>
                  <a:pt x="2" y="46"/>
                  <a:pt x="5" y="39"/>
                </a:cubicBezTo>
                <a:cubicBezTo>
                  <a:pt x="8" y="31"/>
                  <a:pt x="12" y="24"/>
                  <a:pt x="18" y="18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70" name="Freeform 72"/>
          <p:cNvSpPr>
            <a:spLocks noEditPoints="1"/>
          </p:cNvSpPr>
          <p:nvPr/>
        </p:nvSpPr>
        <p:spPr bwMode="auto">
          <a:xfrm>
            <a:off x="11048659" y="2802340"/>
            <a:ext cx="347475" cy="299697"/>
          </a:xfrm>
          <a:custGeom>
            <a:avLst/>
            <a:gdLst>
              <a:gd name="T0" fmla="*/ 18 w 242"/>
              <a:gd name="T1" fmla="*/ 18 h 209"/>
              <a:gd name="T2" fmla="*/ 39 w 242"/>
              <a:gd name="T3" fmla="*/ 4 h 209"/>
              <a:gd name="T4" fmla="*/ 62 w 242"/>
              <a:gd name="T5" fmla="*/ 0 h 209"/>
              <a:gd name="T6" fmla="*/ 86 w 242"/>
              <a:gd name="T7" fmla="*/ 4 h 209"/>
              <a:gd name="T8" fmla="*/ 106 w 242"/>
              <a:gd name="T9" fmla="*/ 18 h 209"/>
              <a:gd name="T10" fmla="*/ 115 w 242"/>
              <a:gd name="T11" fmla="*/ 29 h 209"/>
              <a:gd name="T12" fmla="*/ 121 w 242"/>
              <a:gd name="T13" fmla="*/ 41 h 209"/>
              <a:gd name="T14" fmla="*/ 127 w 242"/>
              <a:gd name="T15" fmla="*/ 29 h 209"/>
              <a:gd name="T16" fmla="*/ 136 w 242"/>
              <a:gd name="T17" fmla="*/ 18 h 209"/>
              <a:gd name="T18" fmla="*/ 149 w 242"/>
              <a:gd name="T19" fmla="*/ 8 h 209"/>
              <a:gd name="T20" fmla="*/ 164 w 242"/>
              <a:gd name="T21" fmla="*/ 2 h 209"/>
              <a:gd name="T22" fmla="*/ 180 w 242"/>
              <a:gd name="T23" fmla="*/ 0 h 209"/>
              <a:gd name="T24" fmla="*/ 196 w 242"/>
              <a:gd name="T25" fmla="*/ 2 h 209"/>
              <a:gd name="T26" fmla="*/ 211 w 242"/>
              <a:gd name="T27" fmla="*/ 8 h 209"/>
              <a:gd name="T28" fmla="*/ 224 w 242"/>
              <a:gd name="T29" fmla="*/ 18 h 209"/>
              <a:gd name="T30" fmla="*/ 238 w 242"/>
              <a:gd name="T31" fmla="*/ 38 h 209"/>
              <a:gd name="T32" fmla="*/ 242 w 242"/>
              <a:gd name="T33" fmla="*/ 62 h 209"/>
              <a:gd name="T34" fmla="*/ 238 w 242"/>
              <a:gd name="T35" fmla="*/ 86 h 209"/>
              <a:gd name="T36" fmla="*/ 224 w 242"/>
              <a:gd name="T37" fmla="*/ 106 h 209"/>
              <a:gd name="T38" fmla="*/ 151 w 242"/>
              <a:gd name="T39" fmla="*/ 180 h 209"/>
              <a:gd name="T40" fmla="*/ 121 w 242"/>
              <a:gd name="T41" fmla="*/ 209 h 209"/>
              <a:gd name="T42" fmla="*/ 18 w 242"/>
              <a:gd name="T43" fmla="*/ 106 h 209"/>
              <a:gd name="T44" fmla="*/ 5 w 242"/>
              <a:gd name="T45" fmla="*/ 86 h 209"/>
              <a:gd name="T46" fmla="*/ 0 w 242"/>
              <a:gd name="T47" fmla="*/ 62 h 209"/>
              <a:gd name="T48" fmla="*/ 5 w 242"/>
              <a:gd name="T49" fmla="*/ 38 h 209"/>
              <a:gd name="T50" fmla="*/ 18 w 242"/>
              <a:gd name="T51" fmla="*/ 18 h 209"/>
              <a:gd name="T52" fmla="*/ 10 w 242"/>
              <a:gd name="T53" fmla="*/ 62 h 209"/>
              <a:gd name="T54" fmla="*/ 26 w 242"/>
              <a:gd name="T55" fmla="*/ 99 h 209"/>
              <a:gd name="T56" fmla="*/ 121 w 242"/>
              <a:gd name="T57" fmla="*/ 194 h 209"/>
              <a:gd name="T58" fmla="*/ 138 w 242"/>
              <a:gd name="T59" fmla="*/ 178 h 209"/>
              <a:gd name="T60" fmla="*/ 160 w 242"/>
              <a:gd name="T61" fmla="*/ 155 h 209"/>
              <a:gd name="T62" fmla="*/ 191 w 242"/>
              <a:gd name="T63" fmla="*/ 124 h 209"/>
              <a:gd name="T64" fmla="*/ 217 w 242"/>
              <a:gd name="T65" fmla="*/ 99 h 209"/>
              <a:gd name="T66" fmla="*/ 232 w 242"/>
              <a:gd name="T67" fmla="*/ 62 h 209"/>
              <a:gd name="T68" fmla="*/ 217 w 242"/>
              <a:gd name="T69" fmla="*/ 25 h 209"/>
              <a:gd name="T70" fmla="*/ 180 w 242"/>
              <a:gd name="T71" fmla="*/ 10 h 209"/>
              <a:gd name="T72" fmla="*/ 143 w 242"/>
              <a:gd name="T73" fmla="*/ 25 h 209"/>
              <a:gd name="T74" fmla="*/ 137 w 242"/>
              <a:gd name="T75" fmla="*/ 34 h 209"/>
              <a:gd name="T76" fmla="*/ 131 w 242"/>
              <a:gd name="T77" fmla="*/ 44 h 209"/>
              <a:gd name="T78" fmla="*/ 121 w 242"/>
              <a:gd name="T79" fmla="*/ 68 h 209"/>
              <a:gd name="T80" fmla="*/ 111 w 242"/>
              <a:gd name="T81" fmla="*/ 45 h 209"/>
              <a:gd name="T82" fmla="*/ 106 w 242"/>
              <a:gd name="T83" fmla="*/ 34 h 209"/>
              <a:gd name="T84" fmla="*/ 99 w 242"/>
              <a:gd name="T85" fmla="*/ 25 h 209"/>
              <a:gd name="T86" fmla="*/ 62 w 242"/>
              <a:gd name="T87" fmla="*/ 10 h 209"/>
              <a:gd name="T88" fmla="*/ 26 w 242"/>
              <a:gd name="T89" fmla="*/ 25 h 209"/>
              <a:gd name="T90" fmla="*/ 10 w 242"/>
              <a:gd name="T91" fmla="*/ 62 h 2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242" h="209">
                <a:moveTo>
                  <a:pt x="18" y="18"/>
                </a:moveTo>
                <a:cubicBezTo>
                  <a:pt x="24" y="12"/>
                  <a:pt x="31" y="7"/>
                  <a:pt x="39" y="4"/>
                </a:cubicBezTo>
                <a:cubicBezTo>
                  <a:pt x="46" y="1"/>
                  <a:pt x="54" y="0"/>
                  <a:pt x="62" y="0"/>
                </a:cubicBezTo>
                <a:cubicBezTo>
                  <a:pt x="70" y="0"/>
                  <a:pt x="78" y="1"/>
                  <a:pt x="86" y="4"/>
                </a:cubicBezTo>
                <a:cubicBezTo>
                  <a:pt x="93" y="7"/>
                  <a:pt x="100" y="12"/>
                  <a:pt x="106" y="18"/>
                </a:cubicBezTo>
                <a:cubicBezTo>
                  <a:pt x="109" y="21"/>
                  <a:pt x="112" y="25"/>
                  <a:pt x="115" y="29"/>
                </a:cubicBezTo>
                <a:cubicBezTo>
                  <a:pt x="117" y="33"/>
                  <a:pt x="119" y="37"/>
                  <a:pt x="121" y="41"/>
                </a:cubicBezTo>
                <a:cubicBezTo>
                  <a:pt x="123" y="37"/>
                  <a:pt x="125" y="33"/>
                  <a:pt x="127" y="29"/>
                </a:cubicBezTo>
                <a:cubicBezTo>
                  <a:pt x="130" y="25"/>
                  <a:pt x="132" y="21"/>
                  <a:pt x="136" y="18"/>
                </a:cubicBezTo>
                <a:cubicBezTo>
                  <a:pt x="140" y="14"/>
                  <a:pt x="144" y="11"/>
                  <a:pt x="149" y="8"/>
                </a:cubicBezTo>
                <a:cubicBezTo>
                  <a:pt x="154" y="5"/>
                  <a:pt x="159" y="3"/>
                  <a:pt x="164" y="2"/>
                </a:cubicBezTo>
                <a:cubicBezTo>
                  <a:pt x="169" y="0"/>
                  <a:pt x="174" y="0"/>
                  <a:pt x="180" y="0"/>
                </a:cubicBezTo>
                <a:cubicBezTo>
                  <a:pt x="185" y="0"/>
                  <a:pt x="191" y="0"/>
                  <a:pt x="196" y="2"/>
                </a:cubicBezTo>
                <a:cubicBezTo>
                  <a:pt x="201" y="3"/>
                  <a:pt x="206" y="5"/>
                  <a:pt x="211" y="8"/>
                </a:cubicBezTo>
                <a:cubicBezTo>
                  <a:pt x="216" y="11"/>
                  <a:pt x="220" y="14"/>
                  <a:pt x="224" y="18"/>
                </a:cubicBezTo>
                <a:cubicBezTo>
                  <a:pt x="230" y="24"/>
                  <a:pt x="234" y="31"/>
                  <a:pt x="238" y="38"/>
                </a:cubicBezTo>
                <a:cubicBezTo>
                  <a:pt x="241" y="46"/>
                  <a:pt x="242" y="54"/>
                  <a:pt x="242" y="62"/>
                </a:cubicBezTo>
                <a:cubicBezTo>
                  <a:pt x="242" y="70"/>
                  <a:pt x="241" y="78"/>
                  <a:pt x="238" y="86"/>
                </a:cubicBezTo>
                <a:cubicBezTo>
                  <a:pt x="235" y="93"/>
                  <a:pt x="230" y="100"/>
                  <a:pt x="224" y="106"/>
                </a:cubicBezTo>
                <a:cubicBezTo>
                  <a:pt x="151" y="180"/>
                  <a:pt x="151" y="180"/>
                  <a:pt x="151" y="180"/>
                </a:cubicBezTo>
                <a:cubicBezTo>
                  <a:pt x="121" y="209"/>
                  <a:pt x="121" y="209"/>
                  <a:pt x="121" y="209"/>
                </a:cubicBezTo>
                <a:cubicBezTo>
                  <a:pt x="18" y="106"/>
                  <a:pt x="18" y="106"/>
                  <a:pt x="18" y="106"/>
                </a:cubicBezTo>
                <a:cubicBezTo>
                  <a:pt x="12" y="100"/>
                  <a:pt x="8" y="93"/>
                  <a:pt x="5" y="86"/>
                </a:cubicBezTo>
                <a:cubicBezTo>
                  <a:pt x="2" y="78"/>
                  <a:pt x="0" y="70"/>
                  <a:pt x="0" y="62"/>
                </a:cubicBezTo>
                <a:cubicBezTo>
                  <a:pt x="0" y="54"/>
                  <a:pt x="2" y="46"/>
                  <a:pt x="5" y="38"/>
                </a:cubicBezTo>
                <a:cubicBezTo>
                  <a:pt x="8" y="31"/>
                  <a:pt x="12" y="24"/>
                  <a:pt x="18" y="18"/>
                </a:cubicBezTo>
                <a:close/>
                <a:moveTo>
                  <a:pt x="10" y="62"/>
                </a:moveTo>
                <a:cubicBezTo>
                  <a:pt x="10" y="76"/>
                  <a:pt x="15" y="89"/>
                  <a:pt x="26" y="99"/>
                </a:cubicBezTo>
                <a:cubicBezTo>
                  <a:pt x="121" y="194"/>
                  <a:pt x="121" y="194"/>
                  <a:pt x="121" y="194"/>
                </a:cubicBezTo>
                <a:cubicBezTo>
                  <a:pt x="126" y="190"/>
                  <a:pt x="131" y="184"/>
                  <a:pt x="138" y="178"/>
                </a:cubicBezTo>
                <a:cubicBezTo>
                  <a:pt x="144" y="171"/>
                  <a:pt x="151" y="164"/>
                  <a:pt x="160" y="155"/>
                </a:cubicBezTo>
                <a:cubicBezTo>
                  <a:pt x="191" y="124"/>
                  <a:pt x="191" y="124"/>
                  <a:pt x="191" y="124"/>
                </a:cubicBezTo>
                <a:cubicBezTo>
                  <a:pt x="217" y="99"/>
                  <a:pt x="217" y="99"/>
                  <a:pt x="217" y="99"/>
                </a:cubicBezTo>
                <a:cubicBezTo>
                  <a:pt x="227" y="89"/>
                  <a:pt x="232" y="76"/>
                  <a:pt x="232" y="62"/>
                </a:cubicBezTo>
                <a:cubicBezTo>
                  <a:pt x="232" y="48"/>
                  <a:pt x="227" y="35"/>
                  <a:pt x="217" y="25"/>
                </a:cubicBezTo>
                <a:cubicBezTo>
                  <a:pt x="206" y="15"/>
                  <a:pt x="194" y="10"/>
                  <a:pt x="180" y="10"/>
                </a:cubicBezTo>
                <a:cubicBezTo>
                  <a:pt x="165" y="10"/>
                  <a:pt x="153" y="15"/>
                  <a:pt x="143" y="25"/>
                </a:cubicBezTo>
                <a:cubicBezTo>
                  <a:pt x="141" y="28"/>
                  <a:pt x="139" y="30"/>
                  <a:pt x="137" y="34"/>
                </a:cubicBezTo>
                <a:cubicBezTo>
                  <a:pt x="135" y="37"/>
                  <a:pt x="133" y="40"/>
                  <a:pt x="131" y="44"/>
                </a:cubicBezTo>
                <a:cubicBezTo>
                  <a:pt x="121" y="68"/>
                  <a:pt x="121" y="68"/>
                  <a:pt x="121" y="68"/>
                </a:cubicBezTo>
                <a:cubicBezTo>
                  <a:pt x="111" y="45"/>
                  <a:pt x="111" y="45"/>
                  <a:pt x="111" y="45"/>
                </a:cubicBezTo>
                <a:cubicBezTo>
                  <a:pt x="109" y="41"/>
                  <a:pt x="108" y="37"/>
                  <a:pt x="106" y="34"/>
                </a:cubicBezTo>
                <a:cubicBezTo>
                  <a:pt x="104" y="31"/>
                  <a:pt x="102" y="28"/>
                  <a:pt x="99" y="25"/>
                </a:cubicBezTo>
                <a:cubicBezTo>
                  <a:pt x="89" y="15"/>
                  <a:pt x="77" y="10"/>
                  <a:pt x="62" y="10"/>
                </a:cubicBezTo>
                <a:cubicBezTo>
                  <a:pt x="48" y="10"/>
                  <a:pt x="36" y="15"/>
                  <a:pt x="26" y="25"/>
                </a:cubicBezTo>
                <a:cubicBezTo>
                  <a:pt x="15" y="35"/>
                  <a:pt x="10" y="48"/>
                  <a:pt x="10" y="62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71" name="Freeform 73"/>
          <p:cNvSpPr>
            <a:spLocks/>
          </p:cNvSpPr>
          <p:nvPr/>
        </p:nvSpPr>
        <p:spPr bwMode="auto">
          <a:xfrm>
            <a:off x="791634" y="3345269"/>
            <a:ext cx="317071" cy="299697"/>
          </a:xfrm>
          <a:custGeom>
            <a:avLst/>
            <a:gdLst>
              <a:gd name="T0" fmla="*/ 0 w 146"/>
              <a:gd name="T1" fmla="*/ 52 h 138"/>
              <a:gd name="T2" fmla="*/ 52 w 146"/>
              <a:gd name="T3" fmla="*/ 48 h 138"/>
              <a:gd name="T4" fmla="*/ 72 w 146"/>
              <a:gd name="T5" fmla="*/ 0 h 138"/>
              <a:gd name="T6" fmla="*/ 93 w 146"/>
              <a:gd name="T7" fmla="*/ 48 h 138"/>
              <a:gd name="T8" fmla="*/ 146 w 146"/>
              <a:gd name="T9" fmla="*/ 52 h 138"/>
              <a:gd name="T10" fmla="*/ 105 w 146"/>
              <a:gd name="T11" fmla="*/ 87 h 138"/>
              <a:gd name="T12" fmla="*/ 117 w 146"/>
              <a:gd name="T13" fmla="*/ 138 h 138"/>
              <a:gd name="T14" fmla="*/ 72 w 146"/>
              <a:gd name="T15" fmla="*/ 111 h 138"/>
              <a:gd name="T16" fmla="*/ 27 w 146"/>
              <a:gd name="T17" fmla="*/ 138 h 138"/>
              <a:gd name="T18" fmla="*/ 40 w 146"/>
              <a:gd name="T19" fmla="*/ 87 h 138"/>
              <a:gd name="T20" fmla="*/ 0 w 146"/>
              <a:gd name="T21" fmla="*/ 52 h 1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46" h="138">
                <a:moveTo>
                  <a:pt x="0" y="52"/>
                </a:moveTo>
                <a:lnTo>
                  <a:pt x="52" y="48"/>
                </a:lnTo>
                <a:lnTo>
                  <a:pt x="72" y="0"/>
                </a:lnTo>
                <a:lnTo>
                  <a:pt x="93" y="48"/>
                </a:lnTo>
                <a:lnTo>
                  <a:pt x="146" y="52"/>
                </a:lnTo>
                <a:lnTo>
                  <a:pt x="105" y="87"/>
                </a:lnTo>
                <a:lnTo>
                  <a:pt x="117" y="138"/>
                </a:lnTo>
                <a:lnTo>
                  <a:pt x="72" y="111"/>
                </a:lnTo>
                <a:lnTo>
                  <a:pt x="27" y="138"/>
                </a:lnTo>
                <a:lnTo>
                  <a:pt x="40" y="87"/>
                </a:lnTo>
                <a:lnTo>
                  <a:pt x="0" y="52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72" name="Freeform 74"/>
          <p:cNvSpPr>
            <a:spLocks noEditPoints="1"/>
          </p:cNvSpPr>
          <p:nvPr/>
        </p:nvSpPr>
        <p:spPr bwMode="auto">
          <a:xfrm>
            <a:off x="1230321" y="3345269"/>
            <a:ext cx="317071" cy="299697"/>
          </a:xfrm>
          <a:custGeom>
            <a:avLst/>
            <a:gdLst>
              <a:gd name="T0" fmla="*/ 0 w 146"/>
              <a:gd name="T1" fmla="*/ 52 h 138"/>
              <a:gd name="T2" fmla="*/ 53 w 146"/>
              <a:gd name="T3" fmla="*/ 48 h 138"/>
              <a:gd name="T4" fmla="*/ 73 w 146"/>
              <a:gd name="T5" fmla="*/ 0 h 138"/>
              <a:gd name="T6" fmla="*/ 94 w 146"/>
              <a:gd name="T7" fmla="*/ 48 h 138"/>
              <a:gd name="T8" fmla="*/ 146 w 146"/>
              <a:gd name="T9" fmla="*/ 52 h 138"/>
              <a:gd name="T10" fmla="*/ 105 w 146"/>
              <a:gd name="T11" fmla="*/ 87 h 138"/>
              <a:gd name="T12" fmla="*/ 118 w 146"/>
              <a:gd name="T13" fmla="*/ 138 h 138"/>
              <a:gd name="T14" fmla="*/ 73 w 146"/>
              <a:gd name="T15" fmla="*/ 111 h 138"/>
              <a:gd name="T16" fmla="*/ 28 w 146"/>
              <a:gd name="T17" fmla="*/ 138 h 138"/>
              <a:gd name="T18" fmla="*/ 41 w 146"/>
              <a:gd name="T19" fmla="*/ 87 h 138"/>
              <a:gd name="T20" fmla="*/ 0 w 146"/>
              <a:gd name="T21" fmla="*/ 52 h 138"/>
              <a:gd name="T22" fmla="*/ 16 w 146"/>
              <a:gd name="T23" fmla="*/ 58 h 138"/>
              <a:gd name="T24" fmla="*/ 48 w 146"/>
              <a:gd name="T25" fmla="*/ 85 h 138"/>
              <a:gd name="T26" fmla="*/ 38 w 146"/>
              <a:gd name="T27" fmla="*/ 124 h 138"/>
              <a:gd name="T28" fmla="*/ 73 w 146"/>
              <a:gd name="T29" fmla="*/ 103 h 138"/>
              <a:gd name="T30" fmla="*/ 108 w 146"/>
              <a:gd name="T31" fmla="*/ 124 h 138"/>
              <a:gd name="T32" fmla="*/ 99 w 146"/>
              <a:gd name="T33" fmla="*/ 85 h 138"/>
              <a:gd name="T34" fmla="*/ 130 w 146"/>
              <a:gd name="T35" fmla="*/ 58 h 138"/>
              <a:gd name="T36" fmla="*/ 89 w 146"/>
              <a:gd name="T37" fmla="*/ 55 h 138"/>
              <a:gd name="T38" fmla="*/ 73 w 146"/>
              <a:gd name="T39" fmla="*/ 17 h 138"/>
              <a:gd name="T40" fmla="*/ 58 w 146"/>
              <a:gd name="T41" fmla="*/ 55 h 138"/>
              <a:gd name="T42" fmla="*/ 16 w 146"/>
              <a:gd name="T43" fmla="*/ 58 h 1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146" h="138">
                <a:moveTo>
                  <a:pt x="0" y="52"/>
                </a:moveTo>
                <a:lnTo>
                  <a:pt x="53" y="48"/>
                </a:lnTo>
                <a:lnTo>
                  <a:pt x="73" y="0"/>
                </a:lnTo>
                <a:lnTo>
                  <a:pt x="94" y="48"/>
                </a:lnTo>
                <a:lnTo>
                  <a:pt x="146" y="52"/>
                </a:lnTo>
                <a:lnTo>
                  <a:pt x="105" y="87"/>
                </a:lnTo>
                <a:lnTo>
                  <a:pt x="118" y="138"/>
                </a:lnTo>
                <a:lnTo>
                  <a:pt x="73" y="111"/>
                </a:lnTo>
                <a:lnTo>
                  <a:pt x="28" y="138"/>
                </a:lnTo>
                <a:lnTo>
                  <a:pt x="41" y="87"/>
                </a:lnTo>
                <a:lnTo>
                  <a:pt x="0" y="52"/>
                </a:lnTo>
                <a:close/>
                <a:moveTo>
                  <a:pt x="16" y="58"/>
                </a:moveTo>
                <a:lnTo>
                  <a:pt x="48" y="85"/>
                </a:lnTo>
                <a:lnTo>
                  <a:pt x="38" y="124"/>
                </a:lnTo>
                <a:lnTo>
                  <a:pt x="73" y="103"/>
                </a:lnTo>
                <a:lnTo>
                  <a:pt x="108" y="124"/>
                </a:lnTo>
                <a:lnTo>
                  <a:pt x="99" y="85"/>
                </a:lnTo>
                <a:lnTo>
                  <a:pt x="130" y="58"/>
                </a:lnTo>
                <a:lnTo>
                  <a:pt x="89" y="55"/>
                </a:lnTo>
                <a:lnTo>
                  <a:pt x="73" y="17"/>
                </a:lnTo>
                <a:lnTo>
                  <a:pt x="58" y="55"/>
                </a:lnTo>
                <a:lnTo>
                  <a:pt x="16" y="58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73" name="Freeform 75"/>
          <p:cNvSpPr>
            <a:spLocks/>
          </p:cNvSpPr>
          <p:nvPr/>
        </p:nvSpPr>
        <p:spPr bwMode="auto">
          <a:xfrm>
            <a:off x="1679866" y="3377846"/>
            <a:ext cx="299697" cy="264949"/>
          </a:xfrm>
          <a:custGeom>
            <a:avLst/>
            <a:gdLst>
              <a:gd name="T0" fmla="*/ 0 w 209"/>
              <a:gd name="T1" fmla="*/ 6 h 185"/>
              <a:gd name="T2" fmla="*/ 2 w 209"/>
              <a:gd name="T3" fmla="*/ 1 h 185"/>
              <a:gd name="T4" fmla="*/ 7 w 209"/>
              <a:gd name="T5" fmla="*/ 0 h 185"/>
              <a:gd name="T6" fmla="*/ 202 w 209"/>
              <a:gd name="T7" fmla="*/ 0 h 185"/>
              <a:gd name="T8" fmla="*/ 207 w 209"/>
              <a:gd name="T9" fmla="*/ 1 h 185"/>
              <a:gd name="T10" fmla="*/ 209 w 209"/>
              <a:gd name="T11" fmla="*/ 6 h 185"/>
              <a:gd name="T12" fmla="*/ 209 w 209"/>
              <a:gd name="T13" fmla="*/ 139 h 185"/>
              <a:gd name="T14" fmla="*/ 207 w 209"/>
              <a:gd name="T15" fmla="*/ 144 h 185"/>
              <a:gd name="T16" fmla="*/ 202 w 209"/>
              <a:gd name="T17" fmla="*/ 145 h 185"/>
              <a:gd name="T18" fmla="*/ 169 w 209"/>
              <a:gd name="T19" fmla="*/ 145 h 185"/>
              <a:gd name="T20" fmla="*/ 169 w 209"/>
              <a:gd name="T21" fmla="*/ 185 h 185"/>
              <a:gd name="T22" fmla="*/ 131 w 209"/>
              <a:gd name="T23" fmla="*/ 145 h 185"/>
              <a:gd name="T24" fmla="*/ 7 w 209"/>
              <a:gd name="T25" fmla="*/ 145 h 185"/>
              <a:gd name="T26" fmla="*/ 2 w 209"/>
              <a:gd name="T27" fmla="*/ 144 h 185"/>
              <a:gd name="T28" fmla="*/ 0 w 209"/>
              <a:gd name="T29" fmla="*/ 139 h 185"/>
              <a:gd name="T30" fmla="*/ 0 w 209"/>
              <a:gd name="T31" fmla="*/ 6 h 1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209" h="185">
                <a:moveTo>
                  <a:pt x="0" y="6"/>
                </a:moveTo>
                <a:cubicBezTo>
                  <a:pt x="0" y="4"/>
                  <a:pt x="1" y="3"/>
                  <a:pt x="2" y="1"/>
                </a:cubicBezTo>
                <a:cubicBezTo>
                  <a:pt x="3" y="0"/>
                  <a:pt x="5" y="0"/>
                  <a:pt x="7" y="0"/>
                </a:cubicBezTo>
                <a:cubicBezTo>
                  <a:pt x="202" y="0"/>
                  <a:pt x="202" y="0"/>
                  <a:pt x="202" y="0"/>
                </a:cubicBezTo>
                <a:cubicBezTo>
                  <a:pt x="204" y="0"/>
                  <a:pt x="205" y="0"/>
                  <a:pt x="207" y="1"/>
                </a:cubicBezTo>
                <a:cubicBezTo>
                  <a:pt x="208" y="3"/>
                  <a:pt x="209" y="4"/>
                  <a:pt x="209" y="6"/>
                </a:cubicBezTo>
                <a:cubicBezTo>
                  <a:pt x="209" y="139"/>
                  <a:pt x="209" y="139"/>
                  <a:pt x="209" y="139"/>
                </a:cubicBezTo>
                <a:cubicBezTo>
                  <a:pt x="209" y="141"/>
                  <a:pt x="208" y="142"/>
                  <a:pt x="207" y="144"/>
                </a:cubicBezTo>
                <a:cubicBezTo>
                  <a:pt x="205" y="145"/>
                  <a:pt x="204" y="145"/>
                  <a:pt x="202" y="145"/>
                </a:cubicBezTo>
                <a:cubicBezTo>
                  <a:pt x="169" y="145"/>
                  <a:pt x="169" y="145"/>
                  <a:pt x="169" y="145"/>
                </a:cubicBezTo>
                <a:cubicBezTo>
                  <a:pt x="169" y="185"/>
                  <a:pt x="169" y="185"/>
                  <a:pt x="169" y="185"/>
                </a:cubicBezTo>
                <a:cubicBezTo>
                  <a:pt x="131" y="145"/>
                  <a:pt x="131" y="145"/>
                  <a:pt x="131" y="145"/>
                </a:cubicBezTo>
                <a:cubicBezTo>
                  <a:pt x="7" y="145"/>
                  <a:pt x="7" y="145"/>
                  <a:pt x="7" y="145"/>
                </a:cubicBezTo>
                <a:cubicBezTo>
                  <a:pt x="5" y="145"/>
                  <a:pt x="3" y="145"/>
                  <a:pt x="2" y="144"/>
                </a:cubicBezTo>
                <a:cubicBezTo>
                  <a:pt x="1" y="142"/>
                  <a:pt x="0" y="141"/>
                  <a:pt x="0" y="139"/>
                </a:cubicBezTo>
                <a:lnTo>
                  <a:pt x="0" y="6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74" name="Freeform 76"/>
          <p:cNvSpPr>
            <a:spLocks noEditPoints="1"/>
          </p:cNvSpPr>
          <p:nvPr/>
        </p:nvSpPr>
        <p:spPr bwMode="auto">
          <a:xfrm>
            <a:off x="2122897" y="3377845"/>
            <a:ext cx="297527" cy="267123"/>
          </a:xfrm>
          <a:custGeom>
            <a:avLst/>
            <a:gdLst>
              <a:gd name="T0" fmla="*/ 0 w 208"/>
              <a:gd name="T1" fmla="*/ 86 h 187"/>
              <a:gd name="T2" fmla="*/ 1 w 208"/>
              <a:gd name="T3" fmla="*/ 84 h 187"/>
              <a:gd name="T4" fmla="*/ 3 w 208"/>
              <a:gd name="T5" fmla="*/ 83 h 187"/>
              <a:gd name="T6" fmla="*/ 31 w 208"/>
              <a:gd name="T7" fmla="*/ 83 h 187"/>
              <a:gd name="T8" fmla="*/ 31 w 208"/>
              <a:gd name="T9" fmla="*/ 119 h 187"/>
              <a:gd name="T10" fmla="*/ 35 w 208"/>
              <a:gd name="T11" fmla="*/ 131 h 187"/>
              <a:gd name="T12" fmla="*/ 45 w 208"/>
              <a:gd name="T13" fmla="*/ 135 h 187"/>
              <a:gd name="T14" fmla="*/ 46 w 208"/>
              <a:gd name="T15" fmla="*/ 135 h 187"/>
              <a:gd name="T16" fmla="*/ 67 w 208"/>
              <a:gd name="T17" fmla="*/ 135 h 187"/>
              <a:gd name="T18" fmla="*/ 111 w 208"/>
              <a:gd name="T19" fmla="*/ 134 h 187"/>
              <a:gd name="T20" fmla="*/ 111 w 208"/>
              <a:gd name="T21" fmla="*/ 162 h 187"/>
              <a:gd name="T22" fmla="*/ 110 w 208"/>
              <a:gd name="T23" fmla="*/ 165 h 187"/>
              <a:gd name="T24" fmla="*/ 107 w 208"/>
              <a:gd name="T25" fmla="*/ 166 h 187"/>
              <a:gd name="T26" fmla="*/ 41 w 208"/>
              <a:gd name="T27" fmla="*/ 166 h 187"/>
              <a:gd name="T28" fmla="*/ 21 w 208"/>
              <a:gd name="T29" fmla="*/ 187 h 187"/>
              <a:gd name="T30" fmla="*/ 21 w 208"/>
              <a:gd name="T31" fmla="*/ 166 h 187"/>
              <a:gd name="T32" fmla="*/ 3 w 208"/>
              <a:gd name="T33" fmla="*/ 166 h 187"/>
              <a:gd name="T34" fmla="*/ 1 w 208"/>
              <a:gd name="T35" fmla="*/ 165 h 187"/>
              <a:gd name="T36" fmla="*/ 0 w 208"/>
              <a:gd name="T37" fmla="*/ 162 h 187"/>
              <a:gd name="T38" fmla="*/ 0 w 208"/>
              <a:gd name="T39" fmla="*/ 86 h 187"/>
              <a:gd name="T40" fmla="*/ 41 w 208"/>
              <a:gd name="T41" fmla="*/ 5 h 187"/>
              <a:gd name="T42" fmla="*/ 43 w 208"/>
              <a:gd name="T43" fmla="*/ 1 h 187"/>
              <a:gd name="T44" fmla="*/ 47 w 208"/>
              <a:gd name="T45" fmla="*/ 0 h 187"/>
              <a:gd name="T46" fmla="*/ 203 w 208"/>
              <a:gd name="T47" fmla="*/ 0 h 187"/>
              <a:gd name="T48" fmla="*/ 206 w 208"/>
              <a:gd name="T49" fmla="*/ 1 h 187"/>
              <a:gd name="T50" fmla="*/ 208 w 208"/>
              <a:gd name="T51" fmla="*/ 5 h 187"/>
              <a:gd name="T52" fmla="*/ 208 w 208"/>
              <a:gd name="T53" fmla="*/ 119 h 187"/>
              <a:gd name="T54" fmla="*/ 206 w 208"/>
              <a:gd name="T55" fmla="*/ 123 h 187"/>
              <a:gd name="T56" fmla="*/ 203 w 208"/>
              <a:gd name="T57" fmla="*/ 124 h 187"/>
              <a:gd name="T58" fmla="*/ 177 w 208"/>
              <a:gd name="T59" fmla="*/ 124 h 187"/>
              <a:gd name="T60" fmla="*/ 177 w 208"/>
              <a:gd name="T61" fmla="*/ 156 h 187"/>
              <a:gd name="T62" fmla="*/ 145 w 208"/>
              <a:gd name="T63" fmla="*/ 124 h 187"/>
              <a:gd name="T64" fmla="*/ 47 w 208"/>
              <a:gd name="T65" fmla="*/ 124 h 187"/>
              <a:gd name="T66" fmla="*/ 43 w 208"/>
              <a:gd name="T67" fmla="*/ 123 h 187"/>
              <a:gd name="T68" fmla="*/ 41 w 208"/>
              <a:gd name="T69" fmla="*/ 119 h 187"/>
              <a:gd name="T70" fmla="*/ 41 w 208"/>
              <a:gd name="T71" fmla="*/ 5 h 1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208" h="187">
                <a:moveTo>
                  <a:pt x="0" y="86"/>
                </a:moveTo>
                <a:cubicBezTo>
                  <a:pt x="0" y="85"/>
                  <a:pt x="0" y="84"/>
                  <a:pt x="1" y="84"/>
                </a:cubicBezTo>
                <a:cubicBezTo>
                  <a:pt x="2" y="83"/>
                  <a:pt x="2" y="83"/>
                  <a:pt x="3" y="83"/>
                </a:cubicBezTo>
                <a:cubicBezTo>
                  <a:pt x="31" y="83"/>
                  <a:pt x="31" y="83"/>
                  <a:pt x="31" y="83"/>
                </a:cubicBezTo>
                <a:cubicBezTo>
                  <a:pt x="31" y="119"/>
                  <a:pt x="31" y="119"/>
                  <a:pt x="31" y="119"/>
                </a:cubicBezTo>
                <a:cubicBezTo>
                  <a:pt x="31" y="124"/>
                  <a:pt x="32" y="128"/>
                  <a:pt x="35" y="131"/>
                </a:cubicBezTo>
                <a:cubicBezTo>
                  <a:pt x="37" y="133"/>
                  <a:pt x="41" y="135"/>
                  <a:pt x="45" y="135"/>
                </a:cubicBezTo>
                <a:cubicBezTo>
                  <a:pt x="46" y="135"/>
                  <a:pt x="46" y="135"/>
                  <a:pt x="46" y="135"/>
                </a:cubicBezTo>
                <a:cubicBezTo>
                  <a:pt x="49" y="135"/>
                  <a:pt x="56" y="135"/>
                  <a:pt x="67" y="135"/>
                </a:cubicBezTo>
                <a:cubicBezTo>
                  <a:pt x="78" y="135"/>
                  <a:pt x="92" y="134"/>
                  <a:pt x="111" y="134"/>
                </a:cubicBezTo>
                <a:cubicBezTo>
                  <a:pt x="111" y="162"/>
                  <a:pt x="111" y="162"/>
                  <a:pt x="111" y="162"/>
                </a:cubicBezTo>
                <a:cubicBezTo>
                  <a:pt x="111" y="163"/>
                  <a:pt x="110" y="164"/>
                  <a:pt x="110" y="165"/>
                </a:cubicBezTo>
                <a:cubicBezTo>
                  <a:pt x="109" y="166"/>
                  <a:pt x="108" y="166"/>
                  <a:pt x="107" y="166"/>
                </a:cubicBezTo>
                <a:cubicBezTo>
                  <a:pt x="41" y="166"/>
                  <a:pt x="41" y="166"/>
                  <a:pt x="41" y="166"/>
                </a:cubicBezTo>
                <a:cubicBezTo>
                  <a:pt x="21" y="187"/>
                  <a:pt x="21" y="187"/>
                  <a:pt x="21" y="187"/>
                </a:cubicBezTo>
                <a:cubicBezTo>
                  <a:pt x="21" y="166"/>
                  <a:pt x="21" y="166"/>
                  <a:pt x="21" y="166"/>
                </a:cubicBezTo>
                <a:cubicBezTo>
                  <a:pt x="3" y="166"/>
                  <a:pt x="3" y="166"/>
                  <a:pt x="3" y="166"/>
                </a:cubicBezTo>
                <a:cubicBezTo>
                  <a:pt x="2" y="166"/>
                  <a:pt x="2" y="166"/>
                  <a:pt x="1" y="165"/>
                </a:cubicBezTo>
                <a:cubicBezTo>
                  <a:pt x="0" y="164"/>
                  <a:pt x="0" y="163"/>
                  <a:pt x="0" y="162"/>
                </a:cubicBezTo>
                <a:lnTo>
                  <a:pt x="0" y="86"/>
                </a:lnTo>
                <a:close/>
                <a:moveTo>
                  <a:pt x="41" y="5"/>
                </a:moveTo>
                <a:cubicBezTo>
                  <a:pt x="41" y="3"/>
                  <a:pt x="42" y="2"/>
                  <a:pt x="43" y="1"/>
                </a:cubicBezTo>
                <a:cubicBezTo>
                  <a:pt x="44" y="0"/>
                  <a:pt x="45" y="0"/>
                  <a:pt x="47" y="0"/>
                </a:cubicBezTo>
                <a:cubicBezTo>
                  <a:pt x="203" y="0"/>
                  <a:pt x="203" y="0"/>
                  <a:pt x="203" y="0"/>
                </a:cubicBezTo>
                <a:cubicBezTo>
                  <a:pt x="204" y="0"/>
                  <a:pt x="205" y="0"/>
                  <a:pt x="206" y="1"/>
                </a:cubicBezTo>
                <a:cubicBezTo>
                  <a:pt x="207" y="2"/>
                  <a:pt x="208" y="3"/>
                  <a:pt x="208" y="5"/>
                </a:cubicBezTo>
                <a:cubicBezTo>
                  <a:pt x="208" y="119"/>
                  <a:pt x="208" y="119"/>
                  <a:pt x="208" y="119"/>
                </a:cubicBezTo>
                <a:cubicBezTo>
                  <a:pt x="208" y="121"/>
                  <a:pt x="207" y="122"/>
                  <a:pt x="206" y="123"/>
                </a:cubicBezTo>
                <a:cubicBezTo>
                  <a:pt x="205" y="124"/>
                  <a:pt x="204" y="124"/>
                  <a:pt x="203" y="124"/>
                </a:cubicBezTo>
                <a:cubicBezTo>
                  <a:pt x="177" y="124"/>
                  <a:pt x="177" y="124"/>
                  <a:pt x="177" y="124"/>
                </a:cubicBezTo>
                <a:cubicBezTo>
                  <a:pt x="177" y="156"/>
                  <a:pt x="177" y="156"/>
                  <a:pt x="177" y="156"/>
                </a:cubicBezTo>
                <a:cubicBezTo>
                  <a:pt x="145" y="124"/>
                  <a:pt x="145" y="124"/>
                  <a:pt x="145" y="124"/>
                </a:cubicBezTo>
                <a:cubicBezTo>
                  <a:pt x="47" y="124"/>
                  <a:pt x="47" y="124"/>
                  <a:pt x="47" y="124"/>
                </a:cubicBezTo>
                <a:cubicBezTo>
                  <a:pt x="45" y="124"/>
                  <a:pt x="44" y="124"/>
                  <a:pt x="43" y="123"/>
                </a:cubicBezTo>
                <a:cubicBezTo>
                  <a:pt x="42" y="122"/>
                  <a:pt x="41" y="121"/>
                  <a:pt x="41" y="119"/>
                </a:cubicBezTo>
                <a:lnTo>
                  <a:pt x="41" y="5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75" name="Freeform 77"/>
          <p:cNvSpPr>
            <a:spLocks noEditPoints="1"/>
          </p:cNvSpPr>
          <p:nvPr/>
        </p:nvSpPr>
        <p:spPr bwMode="auto">
          <a:xfrm>
            <a:off x="2650624" y="3347441"/>
            <a:ext cx="121616" cy="267123"/>
          </a:xfrm>
          <a:custGeom>
            <a:avLst/>
            <a:gdLst>
              <a:gd name="T0" fmla="*/ 0 w 84"/>
              <a:gd name="T1" fmla="*/ 166 h 187"/>
              <a:gd name="T2" fmla="*/ 21 w 84"/>
              <a:gd name="T3" fmla="*/ 166 h 187"/>
              <a:gd name="T4" fmla="*/ 21 w 84"/>
              <a:gd name="T5" fmla="*/ 104 h 187"/>
              <a:gd name="T6" fmla="*/ 0 w 84"/>
              <a:gd name="T7" fmla="*/ 104 h 187"/>
              <a:gd name="T8" fmla="*/ 0 w 84"/>
              <a:gd name="T9" fmla="*/ 83 h 187"/>
              <a:gd name="T10" fmla="*/ 63 w 84"/>
              <a:gd name="T11" fmla="*/ 83 h 187"/>
              <a:gd name="T12" fmla="*/ 63 w 84"/>
              <a:gd name="T13" fmla="*/ 166 h 187"/>
              <a:gd name="T14" fmla="*/ 84 w 84"/>
              <a:gd name="T15" fmla="*/ 166 h 187"/>
              <a:gd name="T16" fmla="*/ 84 w 84"/>
              <a:gd name="T17" fmla="*/ 187 h 187"/>
              <a:gd name="T18" fmla="*/ 0 w 84"/>
              <a:gd name="T19" fmla="*/ 187 h 187"/>
              <a:gd name="T20" fmla="*/ 0 w 84"/>
              <a:gd name="T21" fmla="*/ 166 h 187"/>
              <a:gd name="T22" fmla="*/ 20 w 84"/>
              <a:gd name="T23" fmla="*/ 53 h 187"/>
              <a:gd name="T24" fmla="*/ 11 w 84"/>
              <a:gd name="T25" fmla="*/ 31 h 187"/>
              <a:gd name="T26" fmla="*/ 20 w 84"/>
              <a:gd name="T27" fmla="*/ 9 h 187"/>
              <a:gd name="T28" fmla="*/ 42 w 84"/>
              <a:gd name="T29" fmla="*/ 0 h 187"/>
              <a:gd name="T30" fmla="*/ 64 w 84"/>
              <a:gd name="T31" fmla="*/ 9 h 187"/>
              <a:gd name="T32" fmla="*/ 73 w 84"/>
              <a:gd name="T33" fmla="*/ 31 h 187"/>
              <a:gd name="T34" fmla="*/ 64 w 84"/>
              <a:gd name="T35" fmla="*/ 53 h 187"/>
              <a:gd name="T36" fmla="*/ 42 w 84"/>
              <a:gd name="T37" fmla="*/ 62 h 187"/>
              <a:gd name="T38" fmla="*/ 20 w 84"/>
              <a:gd name="T39" fmla="*/ 53 h 1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84" h="187">
                <a:moveTo>
                  <a:pt x="0" y="166"/>
                </a:moveTo>
                <a:cubicBezTo>
                  <a:pt x="21" y="166"/>
                  <a:pt x="21" y="166"/>
                  <a:pt x="21" y="166"/>
                </a:cubicBezTo>
                <a:cubicBezTo>
                  <a:pt x="21" y="104"/>
                  <a:pt x="21" y="104"/>
                  <a:pt x="21" y="104"/>
                </a:cubicBezTo>
                <a:cubicBezTo>
                  <a:pt x="0" y="104"/>
                  <a:pt x="0" y="104"/>
                  <a:pt x="0" y="104"/>
                </a:cubicBezTo>
                <a:cubicBezTo>
                  <a:pt x="0" y="83"/>
                  <a:pt x="0" y="83"/>
                  <a:pt x="0" y="83"/>
                </a:cubicBezTo>
                <a:cubicBezTo>
                  <a:pt x="63" y="83"/>
                  <a:pt x="63" y="83"/>
                  <a:pt x="63" y="83"/>
                </a:cubicBezTo>
                <a:cubicBezTo>
                  <a:pt x="63" y="166"/>
                  <a:pt x="63" y="166"/>
                  <a:pt x="63" y="166"/>
                </a:cubicBezTo>
                <a:cubicBezTo>
                  <a:pt x="84" y="166"/>
                  <a:pt x="84" y="166"/>
                  <a:pt x="84" y="166"/>
                </a:cubicBezTo>
                <a:cubicBezTo>
                  <a:pt x="84" y="187"/>
                  <a:pt x="84" y="187"/>
                  <a:pt x="84" y="187"/>
                </a:cubicBezTo>
                <a:cubicBezTo>
                  <a:pt x="0" y="187"/>
                  <a:pt x="0" y="187"/>
                  <a:pt x="0" y="187"/>
                </a:cubicBezTo>
                <a:lnTo>
                  <a:pt x="0" y="166"/>
                </a:lnTo>
                <a:close/>
                <a:moveTo>
                  <a:pt x="20" y="53"/>
                </a:moveTo>
                <a:cubicBezTo>
                  <a:pt x="14" y="47"/>
                  <a:pt x="11" y="39"/>
                  <a:pt x="11" y="31"/>
                </a:cubicBezTo>
                <a:cubicBezTo>
                  <a:pt x="11" y="22"/>
                  <a:pt x="14" y="15"/>
                  <a:pt x="20" y="9"/>
                </a:cubicBezTo>
                <a:cubicBezTo>
                  <a:pt x="26" y="3"/>
                  <a:pt x="33" y="0"/>
                  <a:pt x="42" y="0"/>
                </a:cubicBezTo>
                <a:cubicBezTo>
                  <a:pt x="51" y="0"/>
                  <a:pt x="58" y="3"/>
                  <a:pt x="64" y="9"/>
                </a:cubicBezTo>
                <a:cubicBezTo>
                  <a:pt x="70" y="15"/>
                  <a:pt x="73" y="22"/>
                  <a:pt x="73" y="31"/>
                </a:cubicBezTo>
                <a:cubicBezTo>
                  <a:pt x="73" y="39"/>
                  <a:pt x="70" y="47"/>
                  <a:pt x="64" y="53"/>
                </a:cubicBezTo>
                <a:cubicBezTo>
                  <a:pt x="58" y="59"/>
                  <a:pt x="51" y="62"/>
                  <a:pt x="42" y="62"/>
                </a:cubicBezTo>
                <a:cubicBezTo>
                  <a:pt x="33" y="62"/>
                  <a:pt x="26" y="59"/>
                  <a:pt x="20" y="5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76" name="Freeform 78"/>
          <p:cNvSpPr>
            <a:spLocks noEditPoints="1"/>
          </p:cNvSpPr>
          <p:nvPr/>
        </p:nvSpPr>
        <p:spPr bwMode="auto">
          <a:xfrm>
            <a:off x="3026331" y="3334411"/>
            <a:ext cx="264949" cy="321415"/>
          </a:xfrm>
          <a:custGeom>
            <a:avLst/>
            <a:gdLst>
              <a:gd name="T0" fmla="*/ 0 w 185"/>
              <a:gd name="T1" fmla="*/ 32 h 224"/>
              <a:gd name="T2" fmla="*/ 1 w 185"/>
              <a:gd name="T3" fmla="*/ 29 h 224"/>
              <a:gd name="T4" fmla="*/ 3 w 185"/>
              <a:gd name="T5" fmla="*/ 25 h 224"/>
              <a:gd name="T6" fmla="*/ 6 w 185"/>
              <a:gd name="T7" fmla="*/ 23 h 224"/>
              <a:gd name="T8" fmla="*/ 10 w 185"/>
              <a:gd name="T9" fmla="*/ 22 h 224"/>
              <a:gd name="T10" fmla="*/ 17 w 185"/>
              <a:gd name="T11" fmla="*/ 24 h 224"/>
              <a:gd name="T12" fmla="*/ 20 w 185"/>
              <a:gd name="T13" fmla="*/ 30 h 224"/>
              <a:gd name="T14" fmla="*/ 69 w 185"/>
              <a:gd name="T15" fmla="*/ 211 h 224"/>
              <a:gd name="T16" fmla="*/ 69 w 185"/>
              <a:gd name="T17" fmla="*/ 213 h 224"/>
              <a:gd name="T18" fmla="*/ 66 w 185"/>
              <a:gd name="T19" fmla="*/ 220 h 224"/>
              <a:gd name="T20" fmla="*/ 59 w 185"/>
              <a:gd name="T21" fmla="*/ 224 h 224"/>
              <a:gd name="T22" fmla="*/ 52 w 185"/>
              <a:gd name="T23" fmla="*/ 221 h 224"/>
              <a:gd name="T24" fmla="*/ 49 w 185"/>
              <a:gd name="T25" fmla="*/ 216 h 224"/>
              <a:gd name="T26" fmla="*/ 0 w 185"/>
              <a:gd name="T27" fmla="*/ 35 h 224"/>
              <a:gd name="T28" fmla="*/ 0 w 185"/>
              <a:gd name="T29" fmla="*/ 32 h 224"/>
              <a:gd name="T30" fmla="*/ 43 w 185"/>
              <a:gd name="T31" fmla="*/ 34 h 224"/>
              <a:gd name="T32" fmla="*/ 53 w 185"/>
              <a:gd name="T33" fmla="*/ 37 h 224"/>
              <a:gd name="T34" fmla="*/ 76 w 185"/>
              <a:gd name="T35" fmla="*/ 31 h 224"/>
              <a:gd name="T36" fmla="*/ 103 w 185"/>
              <a:gd name="T37" fmla="*/ 18 h 224"/>
              <a:gd name="T38" fmla="*/ 117 w 185"/>
              <a:gd name="T39" fmla="*/ 11 h 224"/>
              <a:gd name="T40" fmla="*/ 131 w 185"/>
              <a:gd name="T41" fmla="*/ 5 h 224"/>
              <a:gd name="T42" fmla="*/ 154 w 185"/>
              <a:gd name="T43" fmla="*/ 0 h 224"/>
              <a:gd name="T44" fmla="*/ 164 w 185"/>
              <a:gd name="T45" fmla="*/ 2 h 224"/>
              <a:gd name="T46" fmla="*/ 159 w 185"/>
              <a:gd name="T47" fmla="*/ 23 h 224"/>
              <a:gd name="T48" fmla="*/ 153 w 185"/>
              <a:gd name="T49" fmla="*/ 42 h 224"/>
              <a:gd name="T50" fmla="*/ 161 w 185"/>
              <a:gd name="T51" fmla="*/ 52 h 224"/>
              <a:gd name="T52" fmla="*/ 168 w 185"/>
              <a:gd name="T53" fmla="*/ 62 h 224"/>
              <a:gd name="T54" fmla="*/ 176 w 185"/>
              <a:gd name="T55" fmla="*/ 71 h 224"/>
              <a:gd name="T56" fmla="*/ 181 w 185"/>
              <a:gd name="T57" fmla="*/ 77 h 224"/>
              <a:gd name="T58" fmla="*/ 185 w 185"/>
              <a:gd name="T59" fmla="*/ 82 h 224"/>
              <a:gd name="T60" fmla="*/ 175 w 185"/>
              <a:gd name="T61" fmla="*/ 80 h 224"/>
              <a:gd name="T62" fmla="*/ 152 w 185"/>
              <a:gd name="T63" fmla="*/ 86 h 224"/>
              <a:gd name="T64" fmla="*/ 138 w 185"/>
              <a:gd name="T65" fmla="*/ 92 h 224"/>
              <a:gd name="T66" fmla="*/ 125 w 185"/>
              <a:gd name="T67" fmla="*/ 99 h 224"/>
              <a:gd name="T68" fmla="*/ 98 w 185"/>
              <a:gd name="T69" fmla="*/ 111 h 224"/>
              <a:gd name="T70" fmla="*/ 74 w 185"/>
              <a:gd name="T71" fmla="*/ 117 h 224"/>
              <a:gd name="T72" fmla="*/ 65 w 185"/>
              <a:gd name="T73" fmla="*/ 115 h 224"/>
              <a:gd name="T74" fmla="*/ 43 w 185"/>
              <a:gd name="T75" fmla="*/ 34 h 2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85" h="224">
                <a:moveTo>
                  <a:pt x="0" y="32"/>
                </a:moveTo>
                <a:cubicBezTo>
                  <a:pt x="0" y="31"/>
                  <a:pt x="0" y="30"/>
                  <a:pt x="1" y="29"/>
                </a:cubicBezTo>
                <a:cubicBezTo>
                  <a:pt x="1" y="27"/>
                  <a:pt x="2" y="26"/>
                  <a:pt x="3" y="25"/>
                </a:cubicBezTo>
                <a:cubicBezTo>
                  <a:pt x="4" y="24"/>
                  <a:pt x="5" y="23"/>
                  <a:pt x="6" y="23"/>
                </a:cubicBezTo>
                <a:cubicBezTo>
                  <a:pt x="7" y="22"/>
                  <a:pt x="9" y="22"/>
                  <a:pt x="10" y="22"/>
                </a:cubicBezTo>
                <a:cubicBezTo>
                  <a:pt x="13" y="22"/>
                  <a:pt x="15" y="23"/>
                  <a:pt x="17" y="24"/>
                </a:cubicBezTo>
                <a:cubicBezTo>
                  <a:pt x="18" y="25"/>
                  <a:pt x="20" y="27"/>
                  <a:pt x="20" y="30"/>
                </a:cubicBezTo>
                <a:cubicBezTo>
                  <a:pt x="69" y="211"/>
                  <a:pt x="69" y="211"/>
                  <a:pt x="69" y="211"/>
                </a:cubicBezTo>
                <a:cubicBezTo>
                  <a:pt x="69" y="211"/>
                  <a:pt x="69" y="212"/>
                  <a:pt x="69" y="213"/>
                </a:cubicBezTo>
                <a:cubicBezTo>
                  <a:pt x="69" y="216"/>
                  <a:pt x="68" y="218"/>
                  <a:pt x="66" y="220"/>
                </a:cubicBezTo>
                <a:cubicBezTo>
                  <a:pt x="64" y="223"/>
                  <a:pt x="62" y="224"/>
                  <a:pt x="59" y="224"/>
                </a:cubicBezTo>
                <a:cubicBezTo>
                  <a:pt x="56" y="224"/>
                  <a:pt x="54" y="223"/>
                  <a:pt x="52" y="221"/>
                </a:cubicBezTo>
                <a:cubicBezTo>
                  <a:pt x="51" y="220"/>
                  <a:pt x="49" y="218"/>
                  <a:pt x="49" y="216"/>
                </a:cubicBezTo>
                <a:cubicBezTo>
                  <a:pt x="0" y="35"/>
                  <a:pt x="0" y="35"/>
                  <a:pt x="0" y="35"/>
                </a:cubicBezTo>
                <a:cubicBezTo>
                  <a:pt x="0" y="34"/>
                  <a:pt x="0" y="33"/>
                  <a:pt x="0" y="32"/>
                </a:cubicBezTo>
                <a:close/>
                <a:moveTo>
                  <a:pt x="43" y="34"/>
                </a:moveTo>
                <a:cubicBezTo>
                  <a:pt x="46" y="36"/>
                  <a:pt x="49" y="37"/>
                  <a:pt x="53" y="37"/>
                </a:cubicBezTo>
                <a:cubicBezTo>
                  <a:pt x="58" y="37"/>
                  <a:pt x="66" y="35"/>
                  <a:pt x="76" y="31"/>
                </a:cubicBezTo>
                <a:cubicBezTo>
                  <a:pt x="85" y="27"/>
                  <a:pt x="95" y="23"/>
                  <a:pt x="103" y="18"/>
                </a:cubicBezTo>
                <a:cubicBezTo>
                  <a:pt x="108" y="16"/>
                  <a:pt x="112" y="14"/>
                  <a:pt x="117" y="11"/>
                </a:cubicBezTo>
                <a:cubicBezTo>
                  <a:pt x="121" y="9"/>
                  <a:pt x="126" y="7"/>
                  <a:pt x="131" y="5"/>
                </a:cubicBezTo>
                <a:cubicBezTo>
                  <a:pt x="140" y="2"/>
                  <a:pt x="148" y="0"/>
                  <a:pt x="154" y="0"/>
                </a:cubicBezTo>
                <a:cubicBezTo>
                  <a:pt x="158" y="0"/>
                  <a:pt x="161" y="0"/>
                  <a:pt x="164" y="2"/>
                </a:cubicBezTo>
                <a:cubicBezTo>
                  <a:pt x="162" y="10"/>
                  <a:pt x="160" y="17"/>
                  <a:pt x="159" y="23"/>
                </a:cubicBezTo>
                <a:cubicBezTo>
                  <a:pt x="157" y="30"/>
                  <a:pt x="155" y="36"/>
                  <a:pt x="153" y="42"/>
                </a:cubicBezTo>
                <a:cubicBezTo>
                  <a:pt x="156" y="45"/>
                  <a:pt x="158" y="49"/>
                  <a:pt x="161" y="52"/>
                </a:cubicBezTo>
                <a:cubicBezTo>
                  <a:pt x="163" y="56"/>
                  <a:pt x="166" y="59"/>
                  <a:pt x="168" y="62"/>
                </a:cubicBezTo>
                <a:cubicBezTo>
                  <a:pt x="171" y="66"/>
                  <a:pt x="174" y="69"/>
                  <a:pt x="176" y="71"/>
                </a:cubicBezTo>
                <a:cubicBezTo>
                  <a:pt x="178" y="74"/>
                  <a:pt x="180" y="76"/>
                  <a:pt x="181" y="77"/>
                </a:cubicBezTo>
                <a:cubicBezTo>
                  <a:pt x="185" y="82"/>
                  <a:pt x="185" y="82"/>
                  <a:pt x="185" y="82"/>
                </a:cubicBezTo>
                <a:cubicBezTo>
                  <a:pt x="182" y="81"/>
                  <a:pt x="179" y="80"/>
                  <a:pt x="175" y="80"/>
                </a:cubicBezTo>
                <a:cubicBezTo>
                  <a:pt x="170" y="80"/>
                  <a:pt x="162" y="82"/>
                  <a:pt x="152" y="86"/>
                </a:cubicBezTo>
                <a:cubicBezTo>
                  <a:pt x="147" y="88"/>
                  <a:pt x="143" y="90"/>
                  <a:pt x="138" y="92"/>
                </a:cubicBezTo>
                <a:cubicBezTo>
                  <a:pt x="134" y="94"/>
                  <a:pt x="129" y="96"/>
                  <a:pt x="125" y="99"/>
                </a:cubicBezTo>
                <a:cubicBezTo>
                  <a:pt x="116" y="103"/>
                  <a:pt x="107" y="107"/>
                  <a:pt x="98" y="111"/>
                </a:cubicBezTo>
                <a:cubicBezTo>
                  <a:pt x="88" y="115"/>
                  <a:pt x="80" y="117"/>
                  <a:pt x="74" y="117"/>
                </a:cubicBezTo>
                <a:cubicBezTo>
                  <a:pt x="71" y="117"/>
                  <a:pt x="67" y="116"/>
                  <a:pt x="65" y="115"/>
                </a:cubicBezTo>
                <a:lnTo>
                  <a:pt x="43" y="34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77" name="Freeform 79"/>
          <p:cNvSpPr>
            <a:spLocks noEditPoints="1"/>
          </p:cNvSpPr>
          <p:nvPr/>
        </p:nvSpPr>
        <p:spPr bwMode="auto">
          <a:xfrm>
            <a:off x="3443302" y="3347441"/>
            <a:ext cx="282324" cy="280152"/>
          </a:xfrm>
          <a:custGeom>
            <a:avLst/>
            <a:gdLst>
              <a:gd name="T0" fmla="*/ 0 w 197"/>
              <a:gd name="T1" fmla="*/ 71 h 196"/>
              <a:gd name="T2" fmla="*/ 0 w 197"/>
              <a:gd name="T3" fmla="*/ 10 h 196"/>
              <a:gd name="T4" fmla="*/ 1 w 197"/>
              <a:gd name="T5" fmla="*/ 6 h 196"/>
              <a:gd name="T6" fmla="*/ 4 w 197"/>
              <a:gd name="T7" fmla="*/ 3 h 196"/>
              <a:gd name="T8" fmla="*/ 7 w 197"/>
              <a:gd name="T9" fmla="*/ 1 h 196"/>
              <a:gd name="T10" fmla="*/ 11 w 197"/>
              <a:gd name="T11" fmla="*/ 0 h 196"/>
              <a:gd name="T12" fmla="*/ 72 w 197"/>
              <a:gd name="T13" fmla="*/ 0 h 196"/>
              <a:gd name="T14" fmla="*/ 75 w 197"/>
              <a:gd name="T15" fmla="*/ 1 h 196"/>
              <a:gd name="T16" fmla="*/ 195 w 197"/>
              <a:gd name="T17" fmla="*/ 121 h 196"/>
              <a:gd name="T18" fmla="*/ 195 w 197"/>
              <a:gd name="T19" fmla="*/ 121 h 196"/>
              <a:gd name="T20" fmla="*/ 197 w 197"/>
              <a:gd name="T21" fmla="*/ 125 h 196"/>
              <a:gd name="T22" fmla="*/ 195 w 197"/>
              <a:gd name="T23" fmla="*/ 128 h 196"/>
              <a:gd name="T24" fmla="*/ 195 w 197"/>
              <a:gd name="T25" fmla="*/ 128 h 196"/>
              <a:gd name="T26" fmla="*/ 129 w 197"/>
              <a:gd name="T27" fmla="*/ 195 h 196"/>
              <a:gd name="T28" fmla="*/ 126 w 197"/>
              <a:gd name="T29" fmla="*/ 196 h 196"/>
              <a:gd name="T30" fmla="*/ 122 w 197"/>
              <a:gd name="T31" fmla="*/ 195 h 196"/>
              <a:gd name="T32" fmla="*/ 121 w 197"/>
              <a:gd name="T33" fmla="*/ 194 h 196"/>
              <a:gd name="T34" fmla="*/ 2 w 197"/>
              <a:gd name="T35" fmla="*/ 74 h 196"/>
              <a:gd name="T36" fmla="*/ 0 w 197"/>
              <a:gd name="T37" fmla="*/ 71 h 196"/>
              <a:gd name="T38" fmla="*/ 24 w 197"/>
              <a:gd name="T39" fmla="*/ 24 h 196"/>
              <a:gd name="T40" fmla="*/ 22 w 197"/>
              <a:gd name="T41" fmla="*/ 27 h 196"/>
              <a:gd name="T42" fmla="*/ 21 w 197"/>
              <a:gd name="T43" fmla="*/ 31 h 196"/>
              <a:gd name="T44" fmla="*/ 22 w 197"/>
              <a:gd name="T45" fmla="*/ 35 h 196"/>
              <a:gd name="T46" fmla="*/ 24 w 197"/>
              <a:gd name="T47" fmla="*/ 38 h 196"/>
              <a:gd name="T48" fmla="*/ 28 w 197"/>
              <a:gd name="T49" fmla="*/ 41 h 196"/>
              <a:gd name="T50" fmla="*/ 32 w 197"/>
              <a:gd name="T51" fmla="*/ 41 h 196"/>
              <a:gd name="T52" fmla="*/ 36 w 197"/>
              <a:gd name="T53" fmla="*/ 41 h 196"/>
              <a:gd name="T54" fmla="*/ 39 w 197"/>
              <a:gd name="T55" fmla="*/ 38 h 196"/>
              <a:gd name="T56" fmla="*/ 42 w 197"/>
              <a:gd name="T57" fmla="*/ 31 h 196"/>
              <a:gd name="T58" fmla="*/ 39 w 197"/>
              <a:gd name="T59" fmla="*/ 24 h 196"/>
              <a:gd name="T60" fmla="*/ 32 w 197"/>
              <a:gd name="T61" fmla="*/ 21 h 196"/>
              <a:gd name="T62" fmla="*/ 24 w 197"/>
              <a:gd name="T63" fmla="*/ 24 h 1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97" h="196">
                <a:moveTo>
                  <a:pt x="0" y="71"/>
                </a:moveTo>
                <a:cubicBezTo>
                  <a:pt x="0" y="10"/>
                  <a:pt x="0" y="10"/>
                  <a:pt x="0" y="10"/>
                </a:cubicBezTo>
                <a:cubicBezTo>
                  <a:pt x="0" y="9"/>
                  <a:pt x="1" y="7"/>
                  <a:pt x="1" y="6"/>
                </a:cubicBezTo>
                <a:cubicBezTo>
                  <a:pt x="2" y="5"/>
                  <a:pt x="3" y="4"/>
                  <a:pt x="4" y="3"/>
                </a:cubicBezTo>
                <a:cubicBezTo>
                  <a:pt x="5" y="2"/>
                  <a:pt x="6" y="1"/>
                  <a:pt x="7" y="1"/>
                </a:cubicBezTo>
                <a:cubicBezTo>
                  <a:pt x="8" y="0"/>
                  <a:pt x="9" y="0"/>
                  <a:pt x="11" y="0"/>
                </a:cubicBezTo>
                <a:cubicBezTo>
                  <a:pt x="72" y="0"/>
                  <a:pt x="72" y="0"/>
                  <a:pt x="72" y="0"/>
                </a:cubicBezTo>
                <a:cubicBezTo>
                  <a:pt x="73" y="0"/>
                  <a:pt x="74" y="0"/>
                  <a:pt x="75" y="1"/>
                </a:cubicBezTo>
                <a:cubicBezTo>
                  <a:pt x="195" y="121"/>
                  <a:pt x="195" y="121"/>
                  <a:pt x="195" y="121"/>
                </a:cubicBezTo>
                <a:cubicBezTo>
                  <a:pt x="195" y="121"/>
                  <a:pt x="195" y="121"/>
                  <a:pt x="195" y="121"/>
                </a:cubicBezTo>
                <a:cubicBezTo>
                  <a:pt x="196" y="122"/>
                  <a:pt x="197" y="123"/>
                  <a:pt x="197" y="125"/>
                </a:cubicBezTo>
                <a:cubicBezTo>
                  <a:pt x="197" y="126"/>
                  <a:pt x="196" y="127"/>
                  <a:pt x="195" y="128"/>
                </a:cubicBezTo>
                <a:cubicBezTo>
                  <a:pt x="195" y="128"/>
                  <a:pt x="195" y="128"/>
                  <a:pt x="195" y="128"/>
                </a:cubicBezTo>
                <a:cubicBezTo>
                  <a:pt x="129" y="195"/>
                  <a:pt x="129" y="195"/>
                  <a:pt x="129" y="195"/>
                </a:cubicBezTo>
                <a:cubicBezTo>
                  <a:pt x="128" y="196"/>
                  <a:pt x="127" y="196"/>
                  <a:pt x="126" y="196"/>
                </a:cubicBezTo>
                <a:cubicBezTo>
                  <a:pt x="124" y="196"/>
                  <a:pt x="123" y="196"/>
                  <a:pt x="122" y="195"/>
                </a:cubicBezTo>
                <a:cubicBezTo>
                  <a:pt x="122" y="194"/>
                  <a:pt x="122" y="194"/>
                  <a:pt x="121" y="194"/>
                </a:cubicBezTo>
                <a:cubicBezTo>
                  <a:pt x="2" y="74"/>
                  <a:pt x="2" y="74"/>
                  <a:pt x="2" y="74"/>
                </a:cubicBezTo>
                <a:cubicBezTo>
                  <a:pt x="1" y="73"/>
                  <a:pt x="0" y="72"/>
                  <a:pt x="0" y="71"/>
                </a:cubicBezTo>
                <a:close/>
                <a:moveTo>
                  <a:pt x="24" y="24"/>
                </a:moveTo>
                <a:cubicBezTo>
                  <a:pt x="23" y="25"/>
                  <a:pt x="23" y="26"/>
                  <a:pt x="22" y="27"/>
                </a:cubicBezTo>
                <a:cubicBezTo>
                  <a:pt x="22" y="28"/>
                  <a:pt x="21" y="30"/>
                  <a:pt x="21" y="31"/>
                </a:cubicBezTo>
                <a:cubicBezTo>
                  <a:pt x="21" y="32"/>
                  <a:pt x="22" y="34"/>
                  <a:pt x="22" y="35"/>
                </a:cubicBezTo>
                <a:cubicBezTo>
                  <a:pt x="23" y="36"/>
                  <a:pt x="23" y="37"/>
                  <a:pt x="24" y="38"/>
                </a:cubicBezTo>
                <a:cubicBezTo>
                  <a:pt x="25" y="39"/>
                  <a:pt x="26" y="40"/>
                  <a:pt x="28" y="41"/>
                </a:cubicBezTo>
                <a:cubicBezTo>
                  <a:pt x="29" y="41"/>
                  <a:pt x="30" y="41"/>
                  <a:pt x="32" y="41"/>
                </a:cubicBezTo>
                <a:cubicBezTo>
                  <a:pt x="33" y="41"/>
                  <a:pt x="34" y="41"/>
                  <a:pt x="36" y="41"/>
                </a:cubicBezTo>
                <a:cubicBezTo>
                  <a:pt x="37" y="40"/>
                  <a:pt x="38" y="39"/>
                  <a:pt x="39" y="38"/>
                </a:cubicBezTo>
                <a:cubicBezTo>
                  <a:pt x="41" y="36"/>
                  <a:pt x="42" y="34"/>
                  <a:pt x="42" y="31"/>
                </a:cubicBezTo>
                <a:cubicBezTo>
                  <a:pt x="42" y="28"/>
                  <a:pt x="41" y="26"/>
                  <a:pt x="39" y="24"/>
                </a:cubicBezTo>
                <a:cubicBezTo>
                  <a:pt x="37" y="22"/>
                  <a:pt x="34" y="21"/>
                  <a:pt x="32" y="21"/>
                </a:cubicBezTo>
                <a:cubicBezTo>
                  <a:pt x="29" y="21"/>
                  <a:pt x="26" y="22"/>
                  <a:pt x="24" y="2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78" name="Freeform 80"/>
          <p:cNvSpPr>
            <a:spLocks noEditPoints="1"/>
          </p:cNvSpPr>
          <p:nvPr/>
        </p:nvSpPr>
        <p:spPr bwMode="auto">
          <a:xfrm>
            <a:off x="3892847" y="3347441"/>
            <a:ext cx="282324" cy="308384"/>
          </a:xfrm>
          <a:custGeom>
            <a:avLst/>
            <a:gdLst>
              <a:gd name="T0" fmla="*/ 0 w 196"/>
              <a:gd name="T1" fmla="*/ 71 h 215"/>
              <a:gd name="T2" fmla="*/ 0 w 196"/>
              <a:gd name="T3" fmla="*/ 10 h 215"/>
              <a:gd name="T4" fmla="*/ 3 w 196"/>
              <a:gd name="T5" fmla="*/ 3 h 215"/>
              <a:gd name="T6" fmla="*/ 10 w 196"/>
              <a:gd name="T7" fmla="*/ 0 h 215"/>
              <a:gd name="T8" fmla="*/ 71 w 196"/>
              <a:gd name="T9" fmla="*/ 0 h 215"/>
              <a:gd name="T10" fmla="*/ 71 w 196"/>
              <a:gd name="T11" fmla="*/ 0 h 215"/>
              <a:gd name="T12" fmla="*/ 75 w 196"/>
              <a:gd name="T13" fmla="*/ 1 h 215"/>
              <a:gd name="T14" fmla="*/ 194 w 196"/>
              <a:gd name="T15" fmla="*/ 121 h 215"/>
              <a:gd name="T16" fmla="*/ 196 w 196"/>
              <a:gd name="T17" fmla="*/ 125 h 215"/>
              <a:gd name="T18" fmla="*/ 194 w 196"/>
              <a:gd name="T19" fmla="*/ 128 h 215"/>
              <a:gd name="T20" fmla="*/ 128 w 196"/>
              <a:gd name="T21" fmla="*/ 195 h 215"/>
              <a:gd name="T22" fmla="*/ 124 w 196"/>
              <a:gd name="T23" fmla="*/ 196 h 215"/>
              <a:gd name="T24" fmla="*/ 121 w 196"/>
              <a:gd name="T25" fmla="*/ 194 h 215"/>
              <a:gd name="T26" fmla="*/ 120 w 196"/>
              <a:gd name="T27" fmla="*/ 194 h 215"/>
              <a:gd name="T28" fmla="*/ 1 w 196"/>
              <a:gd name="T29" fmla="*/ 74 h 215"/>
              <a:gd name="T30" fmla="*/ 0 w 196"/>
              <a:gd name="T31" fmla="*/ 71 h 215"/>
              <a:gd name="T32" fmla="*/ 6 w 196"/>
              <a:gd name="T33" fmla="*/ 91 h 215"/>
              <a:gd name="T34" fmla="*/ 101 w 196"/>
              <a:gd name="T35" fmla="*/ 202 h 215"/>
              <a:gd name="T36" fmla="*/ 71 w 196"/>
              <a:gd name="T37" fmla="*/ 215 h 215"/>
              <a:gd name="T38" fmla="*/ 69 w 196"/>
              <a:gd name="T39" fmla="*/ 215 h 215"/>
              <a:gd name="T40" fmla="*/ 64 w 196"/>
              <a:gd name="T41" fmla="*/ 212 h 215"/>
              <a:gd name="T42" fmla="*/ 64 w 196"/>
              <a:gd name="T43" fmla="*/ 211 h 215"/>
              <a:gd name="T44" fmla="*/ 6 w 196"/>
              <a:gd name="T45" fmla="*/ 91 h 215"/>
              <a:gd name="T46" fmla="*/ 6 w 196"/>
              <a:gd name="T47" fmla="*/ 107 h 215"/>
              <a:gd name="T48" fmla="*/ 43 w 196"/>
              <a:gd name="T49" fmla="*/ 208 h 215"/>
              <a:gd name="T50" fmla="*/ 11 w 196"/>
              <a:gd name="T51" fmla="*/ 208 h 215"/>
              <a:gd name="T52" fmla="*/ 8 w 196"/>
              <a:gd name="T53" fmla="*/ 206 h 215"/>
              <a:gd name="T54" fmla="*/ 6 w 196"/>
              <a:gd name="T55" fmla="*/ 202 h 215"/>
              <a:gd name="T56" fmla="*/ 6 w 196"/>
              <a:gd name="T57" fmla="*/ 107 h 215"/>
              <a:gd name="T58" fmla="*/ 23 w 196"/>
              <a:gd name="T59" fmla="*/ 24 h 215"/>
              <a:gd name="T60" fmla="*/ 21 w 196"/>
              <a:gd name="T61" fmla="*/ 27 h 215"/>
              <a:gd name="T62" fmla="*/ 20 w 196"/>
              <a:gd name="T63" fmla="*/ 31 h 215"/>
              <a:gd name="T64" fmla="*/ 21 w 196"/>
              <a:gd name="T65" fmla="*/ 35 h 215"/>
              <a:gd name="T66" fmla="*/ 23 w 196"/>
              <a:gd name="T67" fmla="*/ 38 h 215"/>
              <a:gd name="T68" fmla="*/ 27 w 196"/>
              <a:gd name="T69" fmla="*/ 41 h 215"/>
              <a:gd name="T70" fmla="*/ 31 w 196"/>
              <a:gd name="T71" fmla="*/ 41 h 215"/>
              <a:gd name="T72" fmla="*/ 35 w 196"/>
              <a:gd name="T73" fmla="*/ 41 h 215"/>
              <a:gd name="T74" fmla="*/ 38 w 196"/>
              <a:gd name="T75" fmla="*/ 38 h 215"/>
              <a:gd name="T76" fmla="*/ 41 w 196"/>
              <a:gd name="T77" fmla="*/ 31 h 215"/>
              <a:gd name="T78" fmla="*/ 38 w 196"/>
              <a:gd name="T79" fmla="*/ 24 h 215"/>
              <a:gd name="T80" fmla="*/ 31 w 196"/>
              <a:gd name="T81" fmla="*/ 21 h 215"/>
              <a:gd name="T82" fmla="*/ 23 w 196"/>
              <a:gd name="T83" fmla="*/ 24 h 2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96" h="215">
                <a:moveTo>
                  <a:pt x="0" y="71"/>
                </a:moveTo>
                <a:cubicBezTo>
                  <a:pt x="0" y="10"/>
                  <a:pt x="0" y="10"/>
                  <a:pt x="0" y="10"/>
                </a:cubicBezTo>
                <a:cubicBezTo>
                  <a:pt x="0" y="7"/>
                  <a:pt x="1" y="5"/>
                  <a:pt x="3" y="3"/>
                </a:cubicBezTo>
                <a:cubicBezTo>
                  <a:pt x="5" y="1"/>
                  <a:pt x="7" y="0"/>
                  <a:pt x="10" y="0"/>
                </a:cubicBezTo>
                <a:cubicBezTo>
                  <a:pt x="71" y="0"/>
                  <a:pt x="71" y="0"/>
                  <a:pt x="71" y="0"/>
                </a:cubicBezTo>
                <a:cubicBezTo>
                  <a:pt x="71" y="0"/>
                  <a:pt x="71" y="0"/>
                  <a:pt x="71" y="0"/>
                </a:cubicBezTo>
                <a:cubicBezTo>
                  <a:pt x="72" y="0"/>
                  <a:pt x="74" y="0"/>
                  <a:pt x="75" y="1"/>
                </a:cubicBezTo>
                <a:cubicBezTo>
                  <a:pt x="194" y="121"/>
                  <a:pt x="194" y="121"/>
                  <a:pt x="194" y="121"/>
                </a:cubicBezTo>
                <a:cubicBezTo>
                  <a:pt x="195" y="122"/>
                  <a:pt x="196" y="123"/>
                  <a:pt x="196" y="125"/>
                </a:cubicBezTo>
                <a:cubicBezTo>
                  <a:pt x="196" y="126"/>
                  <a:pt x="195" y="128"/>
                  <a:pt x="194" y="128"/>
                </a:cubicBezTo>
                <a:cubicBezTo>
                  <a:pt x="128" y="195"/>
                  <a:pt x="128" y="195"/>
                  <a:pt x="128" y="195"/>
                </a:cubicBezTo>
                <a:cubicBezTo>
                  <a:pt x="127" y="196"/>
                  <a:pt x="126" y="196"/>
                  <a:pt x="124" y="196"/>
                </a:cubicBezTo>
                <a:cubicBezTo>
                  <a:pt x="123" y="196"/>
                  <a:pt x="122" y="196"/>
                  <a:pt x="121" y="194"/>
                </a:cubicBezTo>
                <a:cubicBezTo>
                  <a:pt x="120" y="194"/>
                  <a:pt x="120" y="194"/>
                  <a:pt x="120" y="194"/>
                </a:cubicBezTo>
                <a:cubicBezTo>
                  <a:pt x="1" y="74"/>
                  <a:pt x="1" y="74"/>
                  <a:pt x="1" y="74"/>
                </a:cubicBezTo>
                <a:cubicBezTo>
                  <a:pt x="0" y="74"/>
                  <a:pt x="0" y="73"/>
                  <a:pt x="0" y="71"/>
                </a:cubicBezTo>
                <a:close/>
                <a:moveTo>
                  <a:pt x="6" y="91"/>
                </a:moveTo>
                <a:cubicBezTo>
                  <a:pt x="101" y="202"/>
                  <a:pt x="101" y="202"/>
                  <a:pt x="101" y="202"/>
                </a:cubicBezTo>
                <a:cubicBezTo>
                  <a:pt x="71" y="215"/>
                  <a:pt x="71" y="215"/>
                  <a:pt x="71" y="215"/>
                </a:cubicBezTo>
                <a:cubicBezTo>
                  <a:pt x="70" y="215"/>
                  <a:pt x="69" y="215"/>
                  <a:pt x="69" y="215"/>
                </a:cubicBezTo>
                <a:cubicBezTo>
                  <a:pt x="67" y="215"/>
                  <a:pt x="65" y="214"/>
                  <a:pt x="64" y="212"/>
                </a:cubicBezTo>
                <a:cubicBezTo>
                  <a:pt x="64" y="211"/>
                  <a:pt x="64" y="211"/>
                  <a:pt x="64" y="211"/>
                </a:cubicBezTo>
                <a:lnTo>
                  <a:pt x="6" y="91"/>
                </a:lnTo>
                <a:close/>
                <a:moveTo>
                  <a:pt x="6" y="107"/>
                </a:moveTo>
                <a:cubicBezTo>
                  <a:pt x="43" y="208"/>
                  <a:pt x="43" y="208"/>
                  <a:pt x="43" y="208"/>
                </a:cubicBezTo>
                <a:cubicBezTo>
                  <a:pt x="11" y="208"/>
                  <a:pt x="11" y="208"/>
                  <a:pt x="11" y="208"/>
                </a:cubicBezTo>
                <a:cubicBezTo>
                  <a:pt x="10" y="208"/>
                  <a:pt x="9" y="207"/>
                  <a:pt x="8" y="206"/>
                </a:cubicBezTo>
                <a:cubicBezTo>
                  <a:pt x="7" y="205"/>
                  <a:pt x="6" y="204"/>
                  <a:pt x="6" y="202"/>
                </a:cubicBezTo>
                <a:lnTo>
                  <a:pt x="6" y="107"/>
                </a:lnTo>
                <a:close/>
                <a:moveTo>
                  <a:pt x="23" y="24"/>
                </a:moveTo>
                <a:cubicBezTo>
                  <a:pt x="22" y="25"/>
                  <a:pt x="22" y="26"/>
                  <a:pt x="21" y="27"/>
                </a:cubicBezTo>
                <a:cubicBezTo>
                  <a:pt x="21" y="28"/>
                  <a:pt x="20" y="30"/>
                  <a:pt x="20" y="31"/>
                </a:cubicBezTo>
                <a:cubicBezTo>
                  <a:pt x="20" y="32"/>
                  <a:pt x="21" y="34"/>
                  <a:pt x="21" y="35"/>
                </a:cubicBezTo>
                <a:cubicBezTo>
                  <a:pt x="22" y="36"/>
                  <a:pt x="22" y="37"/>
                  <a:pt x="23" y="38"/>
                </a:cubicBezTo>
                <a:cubicBezTo>
                  <a:pt x="25" y="39"/>
                  <a:pt x="26" y="40"/>
                  <a:pt x="27" y="41"/>
                </a:cubicBezTo>
                <a:cubicBezTo>
                  <a:pt x="28" y="41"/>
                  <a:pt x="29" y="41"/>
                  <a:pt x="31" y="41"/>
                </a:cubicBezTo>
                <a:cubicBezTo>
                  <a:pt x="32" y="41"/>
                  <a:pt x="33" y="41"/>
                  <a:pt x="35" y="41"/>
                </a:cubicBezTo>
                <a:cubicBezTo>
                  <a:pt x="36" y="40"/>
                  <a:pt x="37" y="39"/>
                  <a:pt x="38" y="38"/>
                </a:cubicBezTo>
                <a:cubicBezTo>
                  <a:pt x="40" y="36"/>
                  <a:pt x="41" y="34"/>
                  <a:pt x="41" y="31"/>
                </a:cubicBezTo>
                <a:cubicBezTo>
                  <a:pt x="41" y="28"/>
                  <a:pt x="40" y="26"/>
                  <a:pt x="38" y="24"/>
                </a:cubicBezTo>
                <a:cubicBezTo>
                  <a:pt x="36" y="22"/>
                  <a:pt x="34" y="21"/>
                  <a:pt x="31" y="21"/>
                </a:cubicBezTo>
                <a:cubicBezTo>
                  <a:pt x="28" y="21"/>
                  <a:pt x="26" y="22"/>
                  <a:pt x="23" y="2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79" name="Freeform 81"/>
          <p:cNvSpPr>
            <a:spLocks noEditPoints="1"/>
          </p:cNvSpPr>
          <p:nvPr/>
        </p:nvSpPr>
        <p:spPr bwMode="auto">
          <a:xfrm>
            <a:off x="4355423" y="3332237"/>
            <a:ext cx="208485" cy="327931"/>
          </a:xfrm>
          <a:custGeom>
            <a:avLst/>
            <a:gdLst>
              <a:gd name="T0" fmla="*/ 0 w 145"/>
              <a:gd name="T1" fmla="*/ 167 h 229"/>
              <a:gd name="T2" fmla="*/ 22 w 145"/>
              <a:gd name="T3" fmla="*/ 158 h 229"/>
              <a:gd name="T4" fmla="*/ 31 w 145"/>
              <a:gd name="T5" fmla="*/ 135 h 229"/>
              <a:gd name="T6" fmla="*/ 31 w 145"/>
              <a:gd name="T7" fmla="*/ 32 h 229"/>
              <a:gd name="T8" fmla="*/ 38 w 145"/>
              <a:gd name="T9" fmla="*/ 12 h 229"/>
              <a:gd name="T10" fmla="*/ 55 w 145"/>
              <a:gd name="T11" fmla="*/ 1 h 229"/>
              <a:gd name="T12" fmla="*/ 62 w 145"/>
              <a:gd name="T13" fmla="*/ 10 h 229"/>
              <a:gd name="T14" fmla="*/ 67 w 145"/>
              <a:gd name="T15" fmla="*/ 21 h 229"/>
              <a:gd name="T16" fmla="*/ 71 w 145"/>
              <a:gd name="T17" fmla="*/ 33 h 229"/>
              <a:gd name="T18" fmla="*/ 73 w 145"/>
              <a:gd name="T19" fmla="*/ 47 h 229"/>
              <a:gd name="T20" fmla="*/ 73 w 145"/>
              <a:gd name="T21" fmla="*/ 165 h 229"/>
              <a:gd name="T22" fmla="*/ 62 w 145"/>
              <a:gd name="T23" fmla="*/ 167 h 229"/>
              <a:gd name="T24" fmla="*/ 0 w 145"/>
              <a:gd name="T25" fmla="*/ 167 h 229"/>
              <a:gd name="T26" fmla="*/ 104 w 145"/>
              <a:gd name="T27" fmla="*/ 0 h 229"/>
              <a:gd name="T28" fmla="*/ 133 w 145"/>
              <a:gd name="T29" fmla="*/ 16 h 229"/>
              <a:gd name="T30" fmla="*/ 145 w 145"/>
              <a:gd name="T31" fmla="*/ 52 h 229"/>
              <a:gd name="T32" fmla="*/ 145 w 145"/>
              <a:gd name="T33" fmla="*/ 229 h 229"/>
              <a:gd name="T34" fmla="*/ 114 w 145"/>
              <a:gd name="T35" fmla="*/ 198 h 229"/>
              <a:gd name="T36" fmla="*/ 83 w 145"/>
              <a:gd name="T37" fmla="*/ 229 h 229"/>
              <a:gd name="T38" fmla="*/ 83 w 145"/>
              <a:gd name="T39" fmla="*/ 52 h 229"/>
              <a:gd name="T40" fmla="*/ 78 w 145"/>
              <a:gd name="T41" fmla="*/ 23 h 229"/>
              <a:gd name="T42" fmla="*/ 64 w 145"/>
              <a:gd name="T43" fmla="*/ 0 h 229"/>
              <a:gd name="T44" fmla="*/ 104 w 145"/>
              <a:gd name="T45" fmla="*/ 0 h 2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145" h="229">
                <a:moveTo>
                  <a:pt x="0" y="167"/>
                </a:moveTo>
                <a:cubicBezTo>
                  <a:pt x="9" y="167"/>
                  <a:pt x="16" y="164"/>
                  <a:pt x="22" y="158"/>
                </a:cubicBezTo>
                <a:cubicBezTo>
                  <a:pt x="28" y="151"/>
                  <a:pt x="31" y="144"/>
                  <a:pt x="31" y="135"/>
                </a:cubicBezTo>
                <a:cubicBezTo>
                  <a:pt x="31" y="32"/>
                  <a:pt x="31" y="32"/>
                  <a:pt x="31" y="32"/>
                </a:cubicBezTo>
                <a:cubicBezTo>
                  <a:pt x="31" y="24"/>
                  <a:pt x="33" y="18"/>
                  <a:pt x="38" y="12"/>
                </a:cubicBezTo>
                <a:cubicBezTo>
                  <a:pt x="42" y="7"/>
                  <a:pt x="48" y="3"/>
                  <a:pt x="55" y="1"/>
                </a:cubicBezTo>
                <a:cubicBezTo>
                  <a:pt x="57" y="4"/>
                  <a:pt x="60" y="7"/>
                  <a:pt x="62" y="10"/>
                </a:cubicBezTo>
                <a:cubicBezTo>
                  <a:pt x="64" y="14"/>
                  <a:pt x="66" y="17"/>
                  <a:pt x="67" y="21"/>
                </a:cubicBezTo>
                <a:cubicBezTo>
                  <a:pt x="69" y="25"/>
                  <a:pt x="70" y="29"/>
                  <a:pt x="71" y="33"/>
                </a:cubicBezTo>
                <a:cubicBezTo>
                  <a:pt x="72" y="38"/>
                  <a:pt x="73" y="42"/>
                  <a:pt x="73" y="47"/>
                </a:cubicBezTo>
                <a:cubicBezTo>
                  <a:pt x="73" y="165"/>
                  <a:pt x="73" y="165"/>
                  <a:pt x="73" y="165"/>
                </a:cubicBezTo>
                <a:cubicBezTo>
                  <a:pt x="69" y="166"/>
                  <a:pt x="66" y="167"/>
                  <a:pt x="62" y="167"/>
                </a:cubicBezTo>
                <a:lnTo>
                  <a:pt x="0" y="167"/>
                </a:lnTo>
                <a:close/>
                <a:moveTo>
                  <a:pt x="104" y="0"/>
                </a:moveTo>
                <a:cubicBezTo>
                  <a:pt x="115" y="0"/>
                  <a:pt x="125" y="6"/>
                  <a:pt x="133" y="16"/>
                </a:cubicBezTo>
                <a:cubicBezTo>
                  <a:pt x="141" y="26"/>
                  <a:pt x="145" y="38"/>
                  <a:pt x="145" y="52"/>
                </a:cubicBezTo>
                <a:cubicBezTo>
                  <a:pt x="145" y="229"/>
                  <a:pt x="145" y="229"/>
                  <a:pt x="145" y="229"/>
                </a:cubicBezTo>
                <a:cubicBezTo>
                  <a:pt x="114" y="198"/>
                  <a:pt x="114" y="198"/>
                  <a:pt x="114" y="198"/>
                </a:cubicBezTo>
                <a:cubicBezTo>
                  <a:pt x="83" y="229"/>
                  <a:pt x="83" y="229"/>
                  <a:pt x="83" y="229"/>
                </a:cubicBezTo>
                <a:cubicBezTo>
                  <a:pt x="83" y="52"/>
                  <a:pt x="83" y="52"/>
                  <a:pt x="83" y="52"/>
                </a:cubicBezTo>
                <a:cubicBezTo>
                  <a:pt x="83" y="41"/>
                  <a:pt x="81" y="32"/>
                  <a:pt x="78" y="23"/>
                </a:cubicBezTo>
                <a:cubicBezTo>
                  <a:pt x="75" y="14"/>
                  <a:pt x="70" y="6"/>
                  <a:pt x="64" y="0"/>
                </a:cubicBezTo>
                <a:lnTo>
                  <a:pt x="104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80" name="Freeform 82"/>
          <p:cNvSpPr>
            <a:spLocks noEditPoints="1"/>
          </p:cNvSpPr>
          <p:nvPr/>
        </p:nvSpPr>
        <p:spPr bwMode="auto">
          <a:xfrm>
            <a:off x="4735474" y="3351785"/>
            <a:ext cx="358335" cy="293183"/>
          </a:xfrm>
          <a:custGeom>
            <a:avLst/>
            <a:gdLst>
              <a:gd name="T0" fmla="*/ 30 w 250"/>
              <a:gd name="T1" fmla="*/ 135 h 204"/>
              <a:gd name="T2" fmla="*/ 125 w 250"/>
              <a:gd name="T3" fmla="*/ 135 h 204"/>
              <a:gd name="T4" fmla="*/ 103 w 250"/>
              <a:gd name="T5" fmla="*/ 66 h 204"/>
              <a:gd name="T6" fmla="*/ 99 w 250"/>
              <a:gd name="T7" fmla="*/ 47 h 204"/>
              <a:gd name="T8" fmla="*/ 146 w 250"/>
              <a:gd name="T9" fmla="*/ 0 h 204"/>
              <a:gd name="T10" fmla="*/ 193 w 250"/>
              <a:gd name="T11" fmla="*/ 47 h 204"/>
              <a:gd name="T12" fmla="*/ 189 w 250"/>
              <a:gd name="T13" fmla="*/ 65 h 204"/>
              <a:gd name="T14" fmla="*/ 172 w 250"/>
              <a:gd name="T15" fmla="*/ 126 h 204"/>
              <a:gd name="T16" fmla="*/ 250 w 250"/>
              <a:gd name="T17" fmla="*/ 204 h 204"/>
              <a:gd name="T18" fmla="*/ 125 w 250"/>
              <a:gd name="T19" fmla="*/ 204 h 204"/>
              <a:gd name="T20" fmla="*/ 0 w 250"/>
              <a:gd name="T21" fmla="*/ 204 h 204"/>
              <a:gd name="T22" fmla="*/ 66 w 250"/>
              <a:gd name="T23" fmla="*/ 185 h 204"/>
              <a:gd name="T24" fmla="*/ 77 w 250"/>
              <a:gd name="T25" fmla="*/ 187 h 204"/>
              <a:gd name="T26" fmla="*/ 69 w 250"/>
              <a:gd name="T27" fmla="*/ 169 h 204"/>
              <a:gd name="T28" fmla="*/ 103 w 250"/>
              <a:gd name="T29" fmla="*/ 192 h 204"/>
              <a:gd name="T30" fmla="*/ 73 w 250"/>
              <a:gd name="T31" fmla="*/ 151 h 204"/>
              <a:gd name="T32" fmla="*/ 125 w 250"/>
              <a:gd name="T33" fmla="*/ 193 h 204"/>
              <a:gd name="T34" fmla="*/ 185 w 250"/>
              <a:gd name="T35" fmla="*/ 185 h 204"/>
              <a:gd name="T36" fmla="*/ 183 w 250"/>
              <a:gd name="T37" fmla="*/ 179 h 204"/>
              <a:gd name="T38" fmla="*/ 204 w 250"/>
              <a:gd name="T39" fmla="*/ 189 h 204"/>
              <a:gd name="T40" fmla="*/ 178 w 250"/>
              <a:gd name="T41" fmla="*/ 152 h 204"/>
              <a:gd name="T42" fmla="*/ 230 w 250"/>
              <a:gd name="T43" fmla="*/ 194 h 204"/>
              <a:gd name="T44" fmla="*/ 230 w 250"/>
              <a:gd name="T45" fmla="*/ 183 h 204"/>
              <a:gd name="T46" fmla="*/ 173 w 250"/>
              <a:gd name="T47" fmla="*/ 130 h 204"/>
              <a:gd name="T48" fmla="*/ 146 w 250"/>
              <a:gd name="T49" fmla="*/ 166 h 204"/>
              <a:gd name="T50" fmla="*/ 125 w 250"/>
              <a:gd name="T51" fmla="*/ 139 h 204"/>
              <a:gd name="T52" fmla="*/ 123 w 250"/>
              <a:gd name="T53" fmla="*/ 139 h 204"/>
              <a:gd name="T54" fmla="*/ 125 w 250"/>
              <a:gd name="T55" fmla="*/ 152 h 204"/>
              <a:gd name="T56" fmla="*/ 97 w 250"/>
              <a:gd name="T57" fmla="*/ 134 h 204"/>
              <a:gd name="T58" fmla="*/ 125 w 250"/>
              <a:gd name="T59" fmla="*/ 173 h 204"/>
              <a:gd name="T60" fmla="*/ 77 w 250"/>
              <a:gd name="T61" fmla="*/ 134 h 204"/>
              <a:gd name="T62" fmla="*/ 38 w 250"/>
              <a:gd name="T63" fmla="*/ 139 h 204"/>
              <a:gd name="T64" fmla="*/ 123 w 250"/>
              <a:gd name="T65" fmla="*/ 47 h 204"/>
              <a:gd name="T66" fmla="*/ 146 w 250"/>
              <a:gd name="T67" fmla="*/ 70 h 204"/>
              <a:gd name="T68" fmla="*/ 169 w 250"/>
              <a:gd name="T69" fmla="*/ 47 h 204"/>
              <a:gd name="T70" fmla="*/ 146 w 250"/>
              <a:gd name="T71" fmla="*/ 23 h 204"/>
              <a:gd name="T72" fmla="*/ 123 w 250"/>
              <a:gd name="T73" fmla="*/ 47 h 204"/>
              <a:gd name="T74" fmla="*/ 223 w 250"/>
              <a:gd name="T75" fmla="*/ 166 h 204"/>
              <a:gd name="T76" fmla="*/ 204 w 250"/>
              <a:gd name="T77" fmla="*/ 137 h 2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250" h="204">
                <a:moveTo>
                  <a:pt x="0" y="204"/>
                </a:moveTo>
                <a:cubicBezTo>
                  <a:pt x="30" y="135"/>
                  <a:pt x="30" y="135"/>
                  <a:pt x="30" y="135"/>
                </a:cubicBezTo>
                <a:cubicBezTo>
                  <a:pt x="78" y="126"/>
                  <a:pt x="78" y="126"/>
                  <a:pt x="78" y="126"/>
                </a:cubicBezTo>
                <a:cubicBezTo>
                  <a:pt x="125" y="135"/>
                  <a:pt x="125" y="135"/>
                  <a:pt x="125" y="135"/>
                </a:cubicBezTo>
                <a:cubicBezTo>
                  <a:pt x="132" y="134"/>
                  <a:pt x="132" y="134"/>
                  <a:pt x="132" y="134"/>
                </a:cubicBezTo>
                <a:cubicBezTo>
                  <a:pt x="103" y="66"/>
                  <a:pt x="103" y="66"/>
                  <a:pt x="103" y="66"/>
                </a:cubicBezTo>
                <a:cubicBezTo>
                  <a:pt x="102" y="63"/>
                  <a:pt x="101" y="59"/>
                  <a:pt x="100" y="56"/>
                </a:cubicBezTo>
                <a:cubicBezTo>
                  <a:pt x="100" y="53"/>
                  <a:pt x="99" y="50"/>
                  <a:pt x="99" y="47"/>
                </a:cubicBezTo>
                <a:cubicBezTo>
                  <a:pt x="99" y="34"/>
                  <a:pt x="104" y="23"/>
                  <a:pt x="113" y="14"/>
                </a:cubicBezTo>
                <a:cubicBezTo>
                  <a:pt x="122" y="5"/>
                  <a:pt x="133" y="0"/>
                  <a:pt x="146" y="0"/>
                </a:cubicBezTo>
                <a:cubicBezTo>
                  <a:pt x="159" y="0"/>
                  <a:pt x="170" y="5"/>
                  <a:pt x="179" y="14"/>
                </a:cubicBezTo>
                <a:cubicBezTo>
                  <a:pt x="188" y="23"/>
                  <a:pt x="193" y="34"/>
                  <a:pt x="193" y="47"/>
                </a:cubicBezTo>
                <a:cubicBezTo>
                  <a:pt x="193" y="50"/>
                  <a:pt x="193" y="53"/>
                  <a:pt x="192" y="56"/>
                </a:cubicBezTo>
                <a:cubicBezTo>
                  <a:pt x="191" y="59"/>
                  <a:pt x="191" y="62"/>
                  <a:pt x="189" y="65"/>
                </a:cubicBezTo>
                <a:cubicBezTo>
                  <a:pt x="162" y="128"/>
                  <a:pt x="162" y="128"/>
                  <a:pt x="162" y="128"/>
                </a:cubicBezTo>
                <a:cubicBezTo>
                  <a:pt x="172" y="126"/>
                  <a:pt x="172" y="126"/>
                  <a:pt x="172" y="126"/>
                </a:cubicBezTo>
                <a:cubicBezTo>
                  <a:pt x="221" y="135"/>
                  <a:pt x="221" y="135"/>
                  <a:pt x="221" y="135"/>
                </a:cubicBezTo>
                <a:cubicBezTo>
                  <a:pt x="250" y="204"/>
                  <a:pt x="250" y="204"/>
                  <a:pt x="250" y="204"/>
                </a:cubicBezTo>
                <a:cubicBezTo>
                  <a:pt x="186" y="191"/>
                  <a:pt x="186" y="191"/>
                  <a:pt x="186" y="191"/>
                </a:cubicBezTo>
                <a:cubicBezTo>
                  <a:pt x="125" y="204"/>
                  <a:pt x="125" y="204"/>
                  <a:pt x="125" y="204"/>
                </a:cubicBezTo>
                <a:cubicBezTo>
                  <a:pt x="64" y="191"/>
                  <a:pt x="64" y="191"/>
                  <a:pt x="64" y="191"/>
                </a:cubicBezTo>
                <a:lnTo>
                  <a:pt x="0" y="204"/>
                </a:lnTo>
                <a:close/>
                <a:moveTo>
                  <a:pt x="16" y="195"/>
                </a:moveTo>
                <a:cubicBezTo>
                  <a:pt x="66" y="185"/>
                  <a:pt x="66" y="185"/>
                  <a:pt x="66" y="185"/>
                </a:cubicBezTo>
                <a:cubicBezTo>
                  <a:pt x="67" y="177"/>
                  <a:pt x="67" y="177"/>
                  <a:pt x="67" y="177"/>
                </a:cubicBezTo>
                <a:cubicBezTo>
                  <a:pt x="77" y="187"/>
                  <a:pt x="77" y="187"/>
                  <a:pt x="77" y="187"/>
                </a:cubicBezTo>
                <a:cubicBezTo>
                  <a:pt x="90" y="190"/>
                  <a:pt x="90" y="190"/>
                  <a:pt x="90" y="190"/>
                </a:cubicBezTo>
                <a:cubicBezTo>
                  <a:pt x="69" y="169"/>
                  <a:pt x="69" y="169"/>
                  <a:pt x="69" y="169"/>
                </a:cubicBezTo>
                <a:cubicBezTo>
                  <a:pt x="71" y="160"/>
                  <a:pt x="71" y="160"/>
                  <a:pt x="71" y="160"/>
                </a:cubicBezTo>
                <a:cubicBezTo>
                  <a:pt x="103" y="192"/>
                  <a:pt x="103" y="192"/>
                  <a:pt x="103" y="192"/>
                </a:cubicBezTo>
                <a:cubicBezTo>
                  <a:pt x="116" y="195"/>
                  <a:pt x="116" y="195"/>
                  <a:pt x="116" y="195"/>
                </a:cubicBezTo>
                <a:cubicBezTo>
                  <a:pt x="73" y="151"/>
                  <a:pt x="73" y="151"/>
                  <a:pt x="73" y="151"/>
                </a:cubicBezTo>
                <a:cubicBezTo>
                  <a:pt x="75" y="143"/>
                  <a:pt x="75" y="143"/>
                  <a:pt x="75" y="143"/>
                </a:cubicBezTo>
                <a:cubicBezTo>
                  <a:pt x="125" y="193"/>
                  <a:pt x="125" y="193"/>
                  <a:pt x="125" y="193"/>
                </a:cubicBezTo>
                <a:cubicBezTo>
                  <a:pt x="125" y="197"/>
                  <a:pt x="125" y="197"/>
                  <a:pt x="125" y="197"/>
                </a:cubicBezTo>
                <a:cubicBezTo>
                  <a:pt x="185" y="185"/>
                  <a:pt x="185" y="185"/>
                  <a:pt x="185" y="185"/>
                </a:cubicBezTo>
                <a:cubicBezTo>
                  <a:pt x="191" y="186"/>
                  <a:pt x="191" y="186"/>
                  <a:pt x="191" y="186"/>
                </a:cubicBezTo>
                <a:cubicBezTo>
                  <a:pt x="183" y="179"/>
                  <a:pt x="183" y="179"/>
                  <a:pt x="183" y="179"/>
                </a:cubicBezTo>
                <a:cubicBezTo>
                  <a:pt x="181" y="165"/>
                  <a:pt x="181" y="165"/>
                  <a:pt x="181" y="165"/>
                </a:cubicBezTo>
                <a:cubicBezTo>
                  <a:pt x="204" y="189"/>
                  <a:pt x="204" y="189"/>
                  <a:pt x="204" y="189"/>
                </a:cubicBezTo>
                <a:cubicBezTo>
                  <a:pt x="217" y="192"/>
                  <a:pt x="217" y="192"/>
                  <a:pt x="217" y="192"/>
                </a:cubicBezTo>
                <a:cubicBezTo>
                  <a:pt x="178" y="152"/>
                  <a:pt x="178" y="152"/>
                  <a:pt x="178" y="152"/>
                </a:cubicBezTo>
                <a:cubicBezTo>
                  <a:pt x="175" y="139"/>
                  <a:pt x="175" y="139"/>
                  <a:pt x="175" y="139"/>
                </a:cubicBezTo>
                <a:cubicBezTo>
                  <a:pt x="230" y="194"/>
                  <a:pt x="230" y="194"/>
                  <a:pt x="230" y="194"/>
                </a:cubicBezTo>
                <a:cubicBezTo>
                  <a:pt x="234" y="195"/>
                  <a:pt x="234" y="195"/>
                  <a:pt x="234" y="195"/>
                </a:cubicBezTo>
                <a:cubicBezTo>
                  <a:pt x="230" y="183"/>
                  <a:pt x="230" y="183"/>
                  <a:pt x="230" y="183"/>
                </a:cubicBezTo>
                <a:cubicBezTo>
                  <a:pt x="177" y="131"/>
                  <a:pt x="177" y="131"/>
                  <a:pt x="177" y="131"/>
                </a:cubicBezTo>
                <a:cubicBezTo>
                  <a:pt x="173" y="130"/>
                  <a:pt x="173" y="130"/>
                  <a:pt x="173" y="130"/>
                </a:cubicBezTo>
                <a:cubicBezTo>
                  <a:pt x="160" y="132"/>
                  <a:pt x="160" y="132"/>
                  <a:pt x="160" y="132"/>
                </a:cubicBezTo>
                <a:cubicBezTo>
                  <a:pt x="146" y="166"/>
                  <a:pt x="146" y="166"/>
                  <a:pt x="146" y="166"/>
                </a:cubicBezTo>
                <a:cubicBezTo>
                  <a:pt x="134" y="138"/>
                  <a:pt x="134" y="138"/>
                  <a:pt x="134" y="138"/>
                </a:cubicBezTo>
                <a:cubicBezTo>
                  <a:pt x="125" y="139"/>
                  <a:pt x="125" y="139"/>
                  <a:pt x="125" y="139"/>
                </a:cubicBezTo>
                <a:cubicBezTo>
                  <a:pt x="125" y="141"/>
                  <a:pt x="125" y="141"/>
                  <a:pt x="125" y="141"/>
                </a:cubicBezTo>
                <a:cubicBezTo>
                  <a:pt x="123" y="139"/>
                  <a:pt x="123" y="139"/>
                  <a:pt x="123" y="139"/>
                </a:cubicBezTo>
                <a:cubicBezTo>
                  <a:pt x="110" y="136"/>
                  <a:pt x="110" y="136"/>
                  <a:pt x="110" y="136"/>
                </a:cubicBezTo>
                <a:cubicBezTo>
                  <a:pt x="125" y="152"/>
                  <a:pt x="125" y="152"/>
                  <a:pt x="125" y="152"/>
                </a:cubicBezTo>
                <a:cubicBezTo>
                  <a:pt x="125" y="162"/>
                  <a:pt x="125" y="162"/>
                  <a:pt x="125" y="162"/>
                </a:cubicBezTo>
                <a:cubicBezTo>
                  <a:pt x="97" y="134"/>
                  <a:pt x="97" y="134"/>
                  <a:pt x="97" y="134"/>
                </a:cubicBezTo>
                <a:cubicBezTo>
                  <a:pt x="84" y="131"/>
                  <a:pt x="84" y="131"/>
                  <a:pt x="84" y="131"/>
                </a:cubicBezTo>
                <a:cubicBezTo>
                  <a:pt x="125" y="173"/>
                  <a:pt x="125" y="173"/>
                  <a:pt x="125" y="173"/>
                </a:cubicBezTo>
                <a:cubicBezTo>
                  <a:pt x="125" y="183"/>
                  <a:pt x="125" y="183"/>
                  <a:pt x="125" y="183"/>
                </a:cubicBezTo>
                <a:cubicBezTo>
                  <a:pt x="77" y="134"/>
                  <a:pt x="77" y="134"/>
                  <a:pt x="77" y="134"/>
                </a:cubicBezTo>
                <a:cubicBezTo>
                  <a:pt x="78" y="130"/>
                  <a:pt x="78" y="130"/>
                  <a:pt x="78" y="130"/>
                </a:cubicBezTo>
                <a:cubicBezTo>
                  <a:pt x="38" y="139"/>
                  <a:pt x="38" y="139"/>
                  <a:pt x="38" y="139"/>
                </a:cubicBezTo>
                <a:lnTo>
                  <a:pt x="16" y="195"/>
                </a:lnTo>
                <a:close/>
                <a:moveTo>
                  <a:pt x="123" y="47"/>
                </a:moveTo>
                <a:cubicBezTo>
                  <a:pt x="123" y="53"/>
                  <a:pt x="125" y="59"/>
                  <a:pt x="130" y="63"/>
                </a:cubicBezTo>
                <a:cubicBezTo>
                  <a:pt x="134" y="68"/>
                  <a:pt x="140" y="70"/>
                  <a:pt x="146" y="70"/>
                </a:cubicBezTo>
                <a:cubicBezTo>
                  <a:pt x="152" y="70"/>
                  <a:pt x="158" y="68"/>
                  <a:pt x="162" y="63"/>
                </a:cubicBezTo>
                <a:cubicBezTo>
                  <a:pt x="167" y="59"/>
                  <a:pt x="169" y="53"/>
                  <a:pt x="169" y="47"/>
                </a:cubicBezTo>
                <a:cubicBezTo>
                  <a:pt x="169" y="40"/>
                  <a:pt x="167" y="35"/>
                  <a:pt x="162" y="30"/>
                </a:cubicBezTo>
                <a:cubicBezTo>
                  <a:pt x="158" y="26"/>
                  <a:pt x="152" y="23"/>
                  <a:pt x="146" y="23"/>
                </a:cubicBezTo>
                <a:cubicBezTo>
                  <a:pt x="140" y="23"/>
                  <a:pt x="134" y="26"/>
                  <a:pt x="130" y="30"/>
                </a:cubicBezTo>
                <a:cubicBezTo>
                  <a:pt x="125" y="35"/>
                  <a:pt x="123" y="41"/>
                  <a:pt x="123" y="47"/>
                </a:cubicBezTo>
                <a:close/>
                <a:moveTo>
                  <a:pt x="190" y="134"/>
                </a:moveTo>
                <a:cubicBezTo>
                  <a:pt x="223" y="166"/>
                  <a:pt x="223" y="166"/>
                  <a:pt x="223" y="166"/>
                </a:cubicBezTo>
                <a:cubicBezTo>
                  <a:pt x="217" y="150"/>
                  <a:pt x="217" y="150"/>
                  <a:pt x="217" y="150"/>
                </a:cubicBezTo>
                <a:cubicBezTo>
                  <a:pt x="204" y="137"/>
                  <a:pt x="204" y="137"/>
                  <a:pt x="204" y="137"/>
                </a:cubicBezTo>
                <a:lnTo>
                  <a:pt x="190" y="134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81" name="Freeform 83"/>
          <p:cNvSpPr>
            <a:spLocks noEditPoints="1"/>
          </p:cNvSpPr>
          <p:nvPr/>
        </p:nvSpPr>
        <p:spPr bwMode="auto">
          <a:xfrm>
            <a:off x="5265374" y="3347442"/>
            <a:ext cx="180253" cy="317071"/>
          </a:xfrm>
          <a:custGeom>
            <a:avLst/>
            <a:gdLst>
              <a:gd name="T0" fmla="*/ 0 w 125"/>
              <a:gd name="T1" fmla="*/ 62 h 221"/>
              <a:gd name="T2" fmla="*/ 18 w 125"/>
              <a:gd name="T3" fmla="*/ 18 h 221"/>
              <a:gd name="T4" fmla="*/ 63 w 125"/>
              <a:gd name="T5" fmla="*/ 0 h 221"/>
              <a:gd name="T6" fmla="*/ 107 w 125"/>
              <a:gd name="T7" fmla="*/ 18 h 221"/>
              <a:gd name="T8" fmla="*/ 125 w 125"/>
              <a:gd name="T9" fmla="*/ 62 h 221"/>
              <a:gd name="T10" fmla="*/ 120 w 125"/>
              <a:gd name="T11" fmla="*/ 87 h 221"/>
              <a:gd name="T12" fmla="*/ 63 w 125"/>
              <a:gd name="T13" fmla="*/ 221 h 221"/>
              <a:gd name="T14" fmla="*/ 6 w 125"/>
              <a:gd name="T15" fmla="*/ 88 h 221"/>
              <a:gd name="T16" fmla="*/ 2 w 125"/>
              <a:gd name="T17" fmla="*/ 75 h 221"/>
              <a:gd name="T18" fmla="*/ 0 w 125"/>
              <a:gd name="T19" fmla="*/ 62 h 221"/>
              <a:gd name="T20" fmla="*/ 40 w 125"/>
              <a:gd name="T21" fmla="*/ 40 h 221"/>
              <a:gd name="T22" fmla="*/ 31 w 125"/>
              <a:gd name="T23" fmla="*/ 62 h 221"/>
              <a:gd name="T24" fmla="*/ 40 w 125"/>
              <a:gd name="T25" fmla="*/ 84 h 221"/>
              <a:gd name="T26" fmla="*/ 63 w 125"/>
              <a:gd name="T27" fmla="*/ 93 h 221"/>
              <a:gd name="T28" fmla="*/ 85 w 125"/>
              <a:gd name="T29" fmla="*/ 84 h 221"/>
              <a:gd name="T30" fmla="*/ 94 w 125"/>
              <a:gd name="T31" fmla="*/ 62 h 221"/>
              <a:gd name="T32" fmla="*/ 85 w 125"/>
              <a:gd name="T33" fmla="*/ 40 h 221"/>
              <a:gd name="T34" fmla="*/ 63 w 125"/>
              <a:gd name="T35" fmla="*/ 31 h 221"/>
              <a:gd name="T36" fmla="*/ 40 w 125"/>
              <a:gd name="T37" fmla="*/ 40 h 2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25" h="221">
                <a:moveTo>
                  <a:pt x="0" y="62"/>
                </a:moveTo>
                <a:cubicBezTo>
                  <a:pt x="0" y="45"/>
                  <a:pt x="6" y="30"/>
                  <a:pt x="18" y="18"/>
                </a:cubicBezTo>
                <a:cubicBezTo>
                  <a:pt x="31" y="6"/>
                  <a:pt x="45" y="0"/>
                  <a:pt x="63" y="0"/>
                </a:cubicBezTo>
                <a:cubicBezTo>
                  <a:pt x="80" y="0"/>
                  <a:pt x="94" y="6"/>
                  <a:pt x="107" y="18"/>
                </a:cubicBezTo>
                <a:cubicBezTo>
                  <a:pt x="119" y="30"/>
                  <a:pt x="125" y="45"/>
                  <a:pt x="125" y="62"/>
                </a:cubicBezTo>
                <a:cubicBezTo>
                  <a:pt x="125" y="71"/>
                  <a:pt x="123" y="79"/>
                  <a:pt x="120" y="87"/>
                </a:cubicBezTo>
                <a:cubicBezTo>
                  <a:pt x="63" y="221"/>
                  <a:pt x="63" y="221"/>
                  <a:pt x="63" y="221"/>
                </a:cubicBezTo>
                <a:cubicBezTo>
                  <a:pt x="6" y="88"/>
                  <a:pt x="6" y="88"/>
                  <a:pt x="6" y="88"/>
                </a:cubicBezTo>
                <a:cubicBezTo>
                  <a:pt x="4" y="83"/>
                  <a:pt x="3" y="79"/>
                  <a:pt x="2" y="75"/>
                </a:cubicBezTo>
                <a:cubicBezTo>
                  <a:pt x="1" y="71"/>
                  <a:pt x="0" y="67"/>
                  <a:pt x="0" y="62"/>
                </a:cubicBezTo>
                <a:close/>
                <a:moveTo>
                  <a:pt x="40" y="40"/>
                </a:moveTo>
                <a:cubicBezTo>
                  <a:pt x="34" y="46"/>
                  <a:pt x="31" y="53"/>
                  <a:pt x="31" y="62"/>
                </a:cubicBezTo>
                <a:cubicBezTo>
                  <a:pt x="31" y="71"/>
                  <a:pt x="34" y="78"/>
                  <a:pt x="40" y="84"/>
                </a:cubicBezTo>
                <a:cubicBezTo>
                  <a:pt x="47" y="90"/>
                  <a:pt x="54" y="93"/>
                  <a:pt x="63" y="93"/>
                </a:cubicBezTo>
                <a:cubicBezTo>
                  <a:pt x="71" y="93"/>
                  <a:pt x="78" y="90"/>
                  <a:pt x="85" y="84"/>
                </a:cubicBezTo>
                <a:cubicBezTo>
                  <a:pt x="91" y="78"/>
                  <a:pt x="94" y="71"/>
                  <a:pt x="94" y="62"/>
                </a:cubicBezTo>
                <a:cubicBezTo>
                  <a:pt x="94" y="53"/>
                  <a:pt x="91" y="46"/>
                  <a:pt x="85" y="40"/>
                </a:cubicBezTo>
                <a:cubicBezTo>
                  <a:pt x="78" y="34"/>
                  <a:pt x="71" y="31"/>
                  <a:pt x="63" y="31"/>
                </a:cubicBezTo>
                <a:cubicBezTo>
                  <a:pt x="54" y="31"/>
                  <a:pt x="47" y="34"/>
                  <a:pt x="40" y="4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82" name="Freeform 84"/>
          <p:cNvSpPr>
            <a:spLocks noEditPoints="1"/>
          </p:cNvSpPr>
          <p:nvPr/>
        </p:nvSpPr>
        <p:spPr bwMode="auto">
          <a:xfrm>
            <a:off x="5647596" y="3360471"/>
            <a:ext cx="306213" cy="284496"/>
          </a:xfrm>
          <a:custGeom>
            <a:avLst/>
            <a:gdLst>
              <a:gd name="T0" fmla="*/ 0 w 214"/>
              <a:gd name="T1" fmla="*/ 94 h 198"/>
              <a:gd name="T2" fmla="*/ 6 w 214"/>
              <a:gd name="T3" fmla="*/ 79 h 198"/>
              <a:gd name="T4" fmla="*/ 21 w 214"/>
              <a:gd name="T5" fmla="*/ 73 h 198"/>
              <a:gd name="T6" fmla="*/ 40 w 214"/>
              <a:gd name="T7" fmla="*/ 73 h 198"/>
              <a:gd name="T8" fmla="*/ 32 w 214"/>
              <a:gd name="T9" fmla="*/ 83 h 198"/>
              <a:gd name="T10" fmla="*/ 21 w 214"/>
              <a:gd name="T11" fmla="*/ 83 h 198"/>
              <a:gd name="T12" fmla="*/ 17 w 214"/>
              <a:gd name="T13" fmla="*/ 84 h 198"/>
              <a:gd name="T14" fmla="*/ 13 w 214"/>
              <a:gd name="T15" fmla="*/ 86 h 198"/>
              <a:gd name="T16" fmla="*/ 11 w 214"/>
              <a:gd name="T17" fmla="*/ 90 h 198"/>
              <a:gd name="T18" fmla="*/ 10 w 214"/>
              <a:gd name="T19" fmla="*/ 94 h 198"/>
              <a:gd name="T20" fmla="*/ 10 w 214"/>
              <a:gd name="T21" fmla="*/ 177 h 198"/>
              <a:gd name="T22" fmla="*/ 11 w 214"/>
              <a:gd name="T23" fmla="*/ 181 h 198"/>
              <a:gd name="T24" fmla="*/ 13 w 214"/>
              <a:gd name="T25" fmla="*/ 184 h 198"/>
              <a:gd name="T26" fmla="*/ 17 w 214"/>
              <a:gd name="T27" fmla="*/ 186 h 198"/>
              <a:gd name="T28" fmla="*/ 21 w 214"/>
              <a:gd name="T29" fmla="*/ 187 h 198"/>
              <a:gd name="T30" fmla="*/ 145 w 214"/>
              <a:gd name="T31" fmla="*/ 187 h 198"/>
              <a:gd name="T32" fmla="*/ 153 w 214"/>
              <a:gd name="T33" fmla="*/ 184 h 198"/>
              <a:gd name="T34" fmla="*/ 156 w 214"/>
              <a:gd name="T35" fmla="*/ 177 h 198"/>
              <a:gd name="T36" fmla="*/ 156 w 214"/>
              <a:gd name="T37" fmla="*/ 163 h 198"/>
              <a:gd name="T38" fmla="*/ 166 w 214"/>
              <a:gd name="T39" fmla="*/ 152 h 198"/>
              <a:gd name="T40" fmla="*/ 166 w 214"/>
              <a:gd name="T41" fmla="*/ 177 h 198"/>
              <a:gd name="T42" fmla="*/ 160 w 214"/>
              <a:gd name="T43" fmla="*/ 192 h 198"/>
              <a:gd name="T44" fmla="*/ 145 w 214"/>
              <a:gd name="T45" fmla="*/ 198 h 198"/>
              <a:gd name="T46" fmla="*/ 21 w 214"/>
              <a:gd name="T47" fmla="*/ 198 h 198"/>
              <a:gd name="T48" fmla="*/ 6 w 214"/>
              <a:gd name="T49" fmla="*/ 192 h 198"/>
              <a:gd name="T50" fmla="*/ 0 w 214"/>
              <a:gd name="T51" fmla="*/ 177 h 198"/>
              <a:gd name="T52" fmla="*/ 0 w 214"/>
              <a:gd name="T53" fmla="*/ 94 h 198"/>
              <a:gd name="T54" fmla="*/ 37 w 214"/>
              <a:gd name="T55" fmla="*/ 146 h 198"/>
              <a:gd name="T56" fmla="*/ 45 w 214"/>
              <a:gd name="T57" fmla="*/ 105 h 198"/>
              <a:gd name="T58" fmla="*/ 67 w 214"/>
              <a:gd name="T59" fmla="*/ 72 h 198"/>
              <a:gd name="T60" fmla="*/ 100 w 214"/>
              <a:gd name="T61" fmla="*/ 50 h 198"/>
              <a:gd name="T62" fmla="*/ 141 w 214"/>
              <a:gd name="T63" fmla="*/ 42 h 198"/>
              <a:gd name="T64" fmla="*/ 141 w 214"/>
              <a:gd name="T65" fmla="*/ 0 h 198"/>
              <a:gd name="T66" fmla="*/ 214 w 214"/>
              <a:gd name="T67" fmla="*/ 73 h 198"/>
              <a:gd name="T68" fmla="*/ 141 w 214"/>
              <a:gd name="T69" fmla="*/ 146 h 198"/>
              <a:gd name="T70" fmla="*/ 141 w 214"/>
              <a:gd name="T71" fmla="*/ 104 h 198"/>
              <a:gd name="T72" fmla="*/ 89 w 214"/>
              <a:gd name="T73" fmla="*/ 110 h 198"/>
              <a:gd name="T74" fmla="*/ 51 w 214"/>
              <a:gd name="T75" fmla="*/ 125 h 198"/>
              <a:gd name="T76" fmla="*/ 37 w 214"/>
              <a:gd name="T77" fmla="*/ 146 h 1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214" h="198">
                <a:moveTo>
                  <a:pt x="0" y="94"/>
                </a:moveTo>
                <a:cubicBezTo>
                  <a:pt x="0" y="88"/>
                  <a:pt x="2" y="83"/>
                  <a:pt x="6" y="79"/>
                </a:cubicBezTo>
                <a:cubicBezTo>
                  <a:pt x="10" y="75"/>
                  <a:pt x="15" y="73"/>
                  <a:pt x="21" y="73"/>
                </a:cubicBezTo>
                <a:cubicBezTo>
                  <a:pt x="40" y="73"/>
                  <a:pt x="40" y="73"/>
                  <a:pt x="40" y="73"/>
                </a:cubicBezTo>
                <a:cubicBezTo>
                  <a:pt x="38" y="75"/>
                  <a:pt x="36" y="78"/>
                  <a:pt x="32" y="83"/>
                </a:cubicBezTo>
                <a:cubicBezTo>
                  <a:pt x="21" y="83"/>
                  <a:pt x="21" y="83"/>
                  <a:pt x="21" y="83"/>
                </a:cubicBezTo>
                <a:cubicBezTo>
                  <a:pt x="19" y="83"/>
                  <a:pt x="18" y="84"/>
                  <a:pt x="17" y="84"/>
                </a:cubicBezTo>
                <a:cubicBezTo>
                  <a:pt x="15" y="85"/>
                  <a:pt x="14" y="85"/>
                  <a:pt x="13" y="86"/>
                </a:cubicBezTo>
                <a:cubicBezTo>
                  <a:pt x="12" y="87"/>
                  <a:pt x="12" y="88"/>
                  <a:pt x="11" y="90"/>
                </a:cubicBezTo>
                <a:cubicBezTo>
                  <a:pt x="10" y="91"/>
                  <a:pt x="10" y="92"/>
                  <a:pt x="10" y="94"/>
                </a:cubicBezTo>
                <a:cubicBezTo>
                  <a:pt x="10" y="177"/>
                  <a:pt x="10" y="177"/>
                  <a:pt x="10" y="177"/>
                </a:cubicBezTo>
                <a:cubicBezTo>
                  <a:pt x="10" y="178"/>
                  <a:pt x="10" y="180"/>
                  <a:pt x="11" y="181"/>
                </a:cubicBezTo>
                <a:cubicBezTo>
                  <a:pt x="12" y="182"/>
                  <a:pt x="12" y="183"/>
                  <a:pt x="13" y="184"/>
                </a:cubicBezTo>
                <a:cubicBezTo>
                  <a:pt x="14" y="185"/>
                  <a:pt x="15" y="186"/>
                  <a:pt x="17" y="186"/>
                </a:cubicBezTo>
                <a:cubicBezTo>
                  <a:pt x="18" y="187"/>
                  <a:pt x="19" y="187"/>
                  <a:pt x="21" y="187"/>
                </a:cubicBezTo>
                <a:cubicBezTo>
                  <a:pt x="145" y="187"/>
                  <a:pt x="145" y="187"/>
                  <a:pt x="145" y="187"/>
                </a:cubicBezTo>
                <a:cubicBezTo>
                  <a:pt x="148" y="187"/>
                  <a:pt x="151" y="186"/>
                  <a:pt x="153" y="184"/>
                </a:cubicBezTo>
                <a:cubicBezTo>
                  <a:pt x="155" y="182"/>
                  <a:pt x="156" y="180"/>
                  <a:pt x="156" y="177"/>
                </a:cubicBezTo>
                <a:cubicBezTo>
                  <a:pt x="156" y="163"/>
                  <a:pt x="156" y="163"/>
                  <a:pt x="156" y="163"/>
                </a:cubicBezTo>
                <a:cubicBezTo>
                  <a:pt x="166" y="152"/>
                  <a:pt x="166" y="152"/>
                  <a:pt x="166" y="152"/>
                </a:cubicBezTo>
                <a:cubicBezTo>
                  <a:pt x="166" y="177"/>
                  <a:pt x="166" y="177"/>
                  <a:pt x="166" y="177"/>
                </a:cubicBezTo>
                <a:cubicBezTo>
                  <a:pt x="166" y="183"/>
                  <a:pt x="164" y="188"/>
                  <a:pt x="160" y="192"/>
                </a:cubicBezTo>
                <a:cubicBezTo>
                  <a:pt x="156" y="196"/>
                  <a:pt x="151" y="198"/>
                  <a:pt x="145" y="198"/>
                </a:cubicBezTo>
                <a:cubicBezTo>
                  <a:pt x="21" y="198"/>
                  <a:pt x="21" y="198"/>
                  <a:pt x="21" y="198"/>
                </a:cubicBezTo>
                <a:cubicBezTo>
                  <a:pt x="15" y="198"/>
                  <a:pt x="10" y="196"/>
                  <a:pt x="6" y="192"/>
                </a:cubicBezTo>
                <a:cubicBezTo>
                  <a:pt x="2" y="188"/>
                  <a:pt x="0" y="183"/>
                  <a:pt x="0" y="177"/>
                </a:cubicBezTo>
                <a:lnTo>
                  <a:pt x="0" y="94"/>
                </a:lnTo>
                <a:close/>
                <a:moveTo>
                  <a:pt x="37" y="146"/>
                </a:moveTo>
                <a:cubicBezTo>
                  <a:pt x="37" y="131"/>
                  <a:pt x="40" y="118"/>
                  <a:pt x="45" y="105"/>
                </a:cubicBezTo>
                <a:cubicBezTo>
                  <a:pt x="51" y="93"/>
                  <a:pt x="58" y="82"/>
                  <a:pt x="67" y="72"/>
                </a:cubicBezTo>
                <a:cubicBezTo>
                  <a:pt x="77" y="63"/>
                  <a:pt x="88" y="56"/>
                  <a:pt x="100" y="50"/>
                </a:cubicBezTo>
                <a:cubicBezTo>
                  <a:pt x="113" y="45"/>
                  <a:pt x="127" y="42"/>
                  <a:pt x="141" y="42"/>
                </a:cubicBezTo>
                <a:cubicBezTo>
                  <a:pt x="141" y="0"/>
                  <a:pt x="141" y="0"/>
                  <a:pt x="141" y="0"/>
                </a:cubicBezTo>
                <a:cubicBezTo>
                  <a:pt x="214" y="73"/>
                  <a:pt x="214" y="73"/>
                  <a:pt x="214" y="73"/>
                </a:cubicBezTo>
                <a:cubicBezTo>
                  <a:pt x="141" y="146"/>
                  <a:pt x="141" y="146"/>
                  <a:pt x="141" y="146"/>
                </a:cubicBezTo>
                <a:cubicBezTo>
                  <a:pt x="141" y="104"/>
                  <a:pt x="141" y="104"/>
                  <a:pt x="141" y="104"/>
                </a:cubicBezTo>
                <a:cubicBezTo>
                  <a:pt x="122" y="104"/>
                  <a:pt x="105" y="106"/>
                  <a:pt x="89" y="110"/>
                </a:cubicBezTo>
                <a:cubicBezTo>
                  <a:pt x="73" y="113"/>
                  <a:pt x="60" y="119"/>
                  <a:pt x="51" y="125"/>
                </a:cubicBezTo>
                <a:cubicBezTo>
                  <a:pt x="42" y="131"/>
                  <a:pt x="37" y="138"/>
                  <a:pt x="37" y="146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83" name="Freeform 85"/>
          <p:cNvSpPr>
            <a:spLocks noEditPoints="1"/>
          </p:cNvSpPr>
          <p:nvPr/>
        </p:nvSpPr>
        <p:spPr bwMode="auto">
          <a:xfrm>
            <a:off x="6118858" y="3338754"/>
            <a:ext cx="236717" cy="314900"/>
          </a:xfrm>
          <a:custGeom>
            <a:avLst/>
            <a:gdLst>
              <a:gd name="T0" fmla="*/ 0 w 166"/>
              <a:gd name="T1" fmla="*/ 110 h 219"/>
              <a:gd name="T2" fmla="*/ 2 w 166"/>
              <a:gd name="T3" fmla="*/ 93 h 219"/>
              <a:gd name="T4" fmla="*/ 6 w 166"/>
              <a:gd name="T5" fmla="*/ 77 h 219"/>
              <a:gd name="T6" fmla="*/ 14 w 166"/>
              <a:gd name="T7" fmla="*/ 63 h 219"/>
              <a:gd name="T8" fmla="*/ 24 w 166"/>
              <a:gd name="T9" fmla="*/ 51 h 219"/>
              <a:gd name="T10" fmla="*/ 50 w 166"/>
              <a:gd name="T11" fmla="*/ 33 h 219"/>
              <a:gd name="T12" fmla="*/ 83 w 166"/>
              <a:gd name="T13" fmla="*/ 27 h 219"/>
              <a:gd name="T14" fmla="*/ 83 w 166"/>
              <a:gd name="T15" fmla="*/ 0 h 219"/>
              <a:gd name="T16" fmla="*/ 154 w 166"/>
              <a:gd name="T17" fmla="*/ 42 h 219"/>
              <a:gd name="T18" fmla="*/ 83 w 166"/>
              <a:gd name="T19" fmla="*/ 84 h 219"/>
              <a:gd name="T20" fmla="*/ 83 w 166"/>
              <a:gd name="T21" fmla="*/ 58 h 219"/>
              <a:gd name="T22" fmla="*/ 46 w 166"/>
              <a:gd name="T23" fmla="*/ 73 h 219"/>
              <a:gd name="T24" fmla="*/ 31 w 166"/>
              <a:gd name="T25" fmla="*/ 110 h 219"/>
              <a:gd name="T26" fmla="*/ 34 w 166"/>
              <a:gd name="T27" fmla="*/ 128 h 219"/>
              <a:gd name="T28" fmla="*/ 7 w 166"/>
              <a:gd name="T29" fmla="*/ 144 h 219"/>
              <a:gd name="T30" fmla="*/ 0 w 166"/>
              <a:gd name="T31" fmla="*/ 110 h 219"/>
              <a:gd name="T32" fmla="*/ 12 w 166"/>
              <a:gd name="T33" fmla="*/ 177 h 219"/>
              <a:gd name="T34" fmla="*/ 83 w 166"/>
              <a:gd name="T35" fmla="*/ 136 h 219"/>
              <a:gd name="T36" fmla="*/ 83 w 166"/>
              <a:gd name="T37" fmla="*/ 162 h 219"/>
              <a:gd name="T38" fmla="*/ 120 w 166"/>
              <a:gd name="T39" fmla="*/ 147 h 219"/>
              <a:gd name="T40" fmla="*/ 135 w 166"/>
              <a:gd name="T41" fmla="*/ 110 h 219"/>
              <a:gd name="T42" fmla="*/ 132 w 166"/>
              <a:gd name="T43" fmla="*/ 92 h 219"/>
              <a:gd name="T44" fmla="*/ 159 w 166"/>
              <a:gd name="T45" fmla="*/ 76 h 219"/>
              <a:gd name="T46" fmla="*/ 166 w 166"/>
              <a:gd name="T47" fmla="*/ 110 h 219"/>
              <a:gd name="T48" fmla="*/ 164 w 166"/>
              <a:gd name="T49" fmla="*/ 126 h 219"/>
              <a:gd name="T50" fmla="*/ 160 w 166"/>
              <a:gd name="T51" fmla="*/ 142 h 219"/>
              <a:gd name="T52" fmla="*/ 152 w 166"/>
              <a:gd name="T53" fmla="*/ 156 h 219"/>
              <a:gd name="T54" fmla="*/ 142 w 166"/>
              <a:gd name="T55" fmla="*/ 168 h 219"/>
              <a:gd name="T56" fmla="*/ 116 w 166"/>
              <a:gd name="T57" fmla="*/ 186 h 219"/>
              <a:gd name="T58" fmla="*/ 83 w 166"/>
              <a:gd name="T59" fmla="*/ 193 h 219"/>
              <a:gd name="T60" fmla="*/ 83 w 166"/>
              <a:gd name="T61" fmla="*/ 219 h 219"/>
              <a:gd name="T62" fmla="*/ 12 w 166"/>
              <a:gd name="T63" fmla="*/ 177 h 2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66" h="219">
                <a:moveTo>
                  <a:pt x="0" y="110"/>
                </a:moveTo>
                <a:cubicBezTo>
                  <a:pt x="0" y="104"/>
                  <a:pt x="0" y="99"/>
                  <a:pt x="2" y="93"/>
                </a:cubicBezTo>
                <a:cubicBezTo>
                  <a:pt x="3" y="88"/>
                  <a:pt x="4" y="82"/>
                  <a:pt x="6" y="77"/>
                </a:cubicBezTo>
                <a:cubicBezTo>
                  <a:pt x="8" y="72"/>
                  <a:pt x="11" y="68"/>
                  <a:pt x="14" y="63"/>
                </a:cubicBezTo>
                <a:cubicBezTo>
                  <a:pt x="17" y="59"/>
                  <a:pt x="20" y="55"/>
                  <a:pt x="24" y="51"/>
                </a:cubicBezTo>
                <a:cubicBezTo>
                  <a:pt x="32" y="43"/>
                  <a:pt x="40" y="38"/>
                  <a:pt x="50" y="33"/>
                </a:cubicBezTo>
                <a:cubicBezTo>
                  <a:pt x="61" y="29"/>
                  <a:pt x="71" y="27"/>
                  <a:pt x="83" y="27"/>
                </a:cubicBezTo>
                <a:cubicBezTo>
                  <a:pt x="83" y="0"/>
                  <a:pt x="83" y="0"/>
                  <a:pt x="83" y="0"/>
                </a:cubicBezTo>
                <a:cubicBezTo>
                  <a:pt x="154" y="42"/>
                  <a:pt x="154" y="42"/>
                  <a:pt x="154" y="42"/>
                </a:cubicBezTo>
                <a:cubicBezTo>
                  <a:pt x="83" y="84"/>
                  <a:pt x="83" y="84"/>
                  <a:pt x="83" y="84"/>
                </a:cubicBezTo>
                <a:cubicBezTo>
                  <a:pt x="83" y="58"/>
                  <a:pt x="83" y="58"/>
                  <a:pt x="83" y="58"/>
                </a:cubicBezTo>
                <a:cubicBezTo>
                  <a:pt x="69" y="58"/>
                  <a:pt x="56" y="63"/>
                  <a:pt x="46" y="73"/>
                </a:cubicBezTo>
                <a:cubicBezTo>
                  <a:pt x="36" y="83"/>
                  <a:pt x="31" y="95"/>
                  <a:pt x="31" y="110"/>
                </a:cubicBezTo>
                <a:cubicBezTo>
                  <a:pt x="31" y="116"/>
                  <a:pt x="32" y="122"/>
                  <a:pt x="34" y="128"/>
                </a:cubicBezTo>
                <a:cubicBezTo>
                  <a:pt x="7" y="144"/>
                  <a:pt x="7" y="144"/>
                  <a:pt x="7" y="144"/>
                </a:cubicBezTo>
                <a:cubicBezTo>
                  <a:pt x="2" y="133"/>
                  <a:pt x="0" y="122"/>
                  <a:pt x="0" y="110"/>
                </a:cubicBezTo>
                <a:close/>
                <a:moveTo>
                  <a:pt x="12" y="177"/>
                </a:moveTo>
                <a:cubicBezTo>
                  <a:pt x="83" y="136"/>
                  <a:pt x="83" y="136"/>
                  <a:pt x="83" y="136"/>
                </a:cubicBezTo>
                <a:cubicBezTo>
                  <a:pt x="83" y="162"/>
                  <a:pt x="83" y="162"/>
                  <a:pt x="83" y="162"/>
                </a:cubicBezTo>
                <a:cubicBezTo>
                  <a:pt x="97" y="162"/>
                  <a:pt x="110" y="157"/>
                  <a:pt x="120" y="147"/>
                </a:cubicBezTo>
                <a:cubicBezTo>
                  <a:pt x="130" y="136"/>
                  <a:pt x="135" y="124"/>
                  <a:pt x="135" y="110"/>
                </a:cubicBezTo>
                <a:cubicBezTo>
                  <a:pt x="135" y="104"/>
                  <a:pt x="134" y="98"/>
                  <a:pt x="132" y="92"/>
                </a:cubicBezTo>
                <a:cubicBezTo>
                  <a:pt x="159" y="76"/>
                  <a:pt x="159" y="76"/>
                  <a:pt x="159" y="76"/>
                </a:cubicBezTo>
                <a:cubicBezTo>
                  <a:pt x="164" y="86"/>
                  <a:pt x="166" y="98"/>
                  <a:pt x="166" y="110"/>
                </a:cubicBezTo>
                <a:cubicBezTo>
                  <a:pt x="166" y="115"/>
                  <a:pt x="166" y="121"/>
                  <a:pt x="164" y="126"/>
                </a:cubicBezTo>
                <a:cubicBezTo>
                  <a:pt x="163" y="132"/>
                  <a:pt x="162" y="137"/>
                  <a:pt x="160" y="142"/>
                </a:cubicBezTo>
                <a:cubicBezTo>
                  <a:pt x="158" y="147"/>
                  <a:pt x="155" y="152"/>
                  <a:pt x="152" y="156"/>
                </a:cubicBezTo>
                <a:cubicBezTo>
                  <a:pt x="149" y="161"/>
                  <a:pt x="146" y="165"/>
                  <a:pt x="142" y="168"/>
                </a:cubicBezTo>
                <a:cubicBezTo>
                  <a:pt x="134" y="176"/>
                  <a:pt x="126" y="182"/>
                  <a:pt x="116" y="186"/>
                </a:cubicBezTo>
                <a:cubicBezTo>
                  <a:pt x="105" y="191"/>
                  <a:pt x="95" y="193"/>
                  <a:pt x="83" y="193"/>
                </a:cubicBezTo>
                <a:cubicBezTo>
                  <a:pt x="83" y="219"/>
                  <a:pt x="83" y="219"/>
                  <a:pt x="83" y="219"/>
                </a:cubicBezTo>
                <a:lnTo>
                  <a:pt x="12" y="177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84" name="Freeform 86"/>
          <p:cNvSpPr>
            <a:spLocks/>
          </p:cNvSpPr>
          <p:nvPr/>
        </p:nvSpPr>
        <p:spPr bwMode="auto">
          <a:xfrm>
            <a:off x="6557546" y="3338754"/>
            <a:ext cx="238889" cy="275809"/>
          </a:xfrm>
          <a:custGeom>
            <a:avLst/>
            <a:gdLst>
              <a:gd name="T0" fmla="*/ 0 w 166"/>
              <a:gd name="T1" fmla="*/ 110 h 193"/>
              <a:gd name="T2" fmla="*/ 0 w 166"/>
              <a:gd name="T3" fmla="*/ 110 h 193"/>
              <a:gd name="T4" fmla="*/ 0 w 166"/>
              <a:gd name="T5" fmla="*/ 107 h 193"/>
              <a:gd name="T6" fmla="*/ 6 w 166"/>
              <a:gd name="T7" fmla="*/ 77 h 193"/>
              <a:gd name="T8" fmla="*/ 24 w 166"/>
              <a:gd name="T9" fmla="*/ 51 h 193"/>
              <a:gd name="T10" fmla="*/ 50 w 166"/>
              <a:gd name="T11" fmla="*/ 33 h 193"/>
              <a:gd name="T12" fmla="*/ 83 w 166"/>
              <a:gd name="T13" fmla="*/ 27 h 193"/>
              <a:gd name="T14" fmla="*/ 83 w 166"/>
              <a:gd name="T15" fmla="*/ 0 h 193"/>
              <a:gd name="T16" fmla="*/ 155 w 166"/>
              <a:gd name="T17" fmla="*/ 42 h 193"/>
              <a:gd name="T18" fmla="*/ 83 w 166"/>
              <a:gd name="T19" fmla="*/ 84 h 193"/>
              <a:gd name="T20" fmla="*/ 83 w 166"/>
              <a:gd name="T21" fmla="*/ 58 h 193"/>
              <a:gd name="T22" fmla="*/ 46 w 166"/>
              <a:gd name="T23" fmla="*/ 73 h 193"/>
              <a:gd name="T24" fmla="*/ 31 w 166"/>
              <a:gd name="T25" fmla="*/ 110 h 193"/>
              <a:gd name="T26" fmla="*/ 35 w 166"/>
              <a:gd name="T27" fmla="*/ 128 h 193"/>
              <a:gd name="T28" fmla="*/ 34 w 166"/>
              <a:gd name="T29" fmla="*/ 128 h 193"/>
              <a:gd name="T30" fmla="*/ 54 w 166"/>
              <a:gd name="T31" fmla="*/ 153 h 193"/>
              <a:gd name="T32" fmla="*/ 80 w 166"/>
              <a:gd name="T33" fmla="*/ 162 h 193"/>
              <a:gd name="T34" fmla="*/ 82 w 166"/>
              <a:gd name="T35" fmla="*/ 162 h 193"/>
              <a:gd name="T36" fmla="*/ 83 w 166"/>
              <a:gd name="T37" fmla="*/ 162 h 193"/>
              <a:gd name="T38" fmla="*/ 84 w 166"/>
              <a:gd name="T39" fmla="*/ 162 h 193"/>
              <a:gd name="T40" fmla="*/ 86 w 166"/>
              <a:gd name="T41" fmla="*/ 161 h 193"/>
              <a:gd name="T42" fmla="*/ 89 w 166"/>
              <a:gd name="T43" fmla="*/ 161 h 193"/>
              <a:gd name="T44" fmla="*/ 91 w 166"/>
              <a:gd name="T45" fmla="*/ 161 h 193"/>
              <a:gd name="T46" fmla="*/ 93 w 166"/>
              <a:gd name="T47" fmla="*/ 161 h 193"/>
              <a:gd name="T48" fmla="*/ 101 w 166"/>
              <a:gd name="T49" fmla="*/ 158 h 193"/>
              <a:gd name="T50" fmla="*/ 126 w 166"/>
              <a:gd name="T51" fmla="*/ 139 h 193"/>
              <a:gd name="T52" fmla="*/ 135 w 166"/>
              <a:gd name="T53" fmla="*/ 110 h 193"/>
              <a:gd name="T54" fmla="*/ 132 w 166"/>
              <a:gd name="T55" fmla="*/ 91 h 193"/>
              <a:gd name="T56" fmla="*/ 159 w 166"/>
              <a:gd name="T57" fmla="*/ 76 h 193"/>
              <a:gd name="T58" fmla="*/ 166 w 166"/>
              <a:gd name="T59" fmla="*/ 110 h 193"/>
              <a:gd name="T60" fmla="*/ 157 w 166"/>
              <a:gd name="T61" fmla="*/ 148 h 193"/>
              <a:gd name="T62" fmla="*/ 131 w 166"/>
              <a:gd name="T63" fmla="*/ 178 h 193"/>
              <a:gd name="T64" fmla="*/ 94 w 166"/>
              <a:gd name="T65" fmla="*/ 192 h 193"/>
              <a:gd name="T66" fmla="*/ 83 w 166"/>
              <a:gd name="T67" fmla="*/ 193 h 193"/>
              <a:gd name="T68" fmla="*/ 51 w 166"/>
              <a:gd name="T69" fmla="*/ 186 h 193"/>
              <a:gd name="T70" fmla="*/ 24 w 166"/>
              <a:gd name="T71" fmla="*/ 169 h 193"/>
              <a:gd name="T72" fmla="*/ 6 w 166"/>
              <a:gd name="T73" fmla="*/ 142 h 193"/>
              <a:gd name="T74" fmla="*/ 0 w 166"/>
              <a:gd name="T75" fmla="*/ 110 h 1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66" h="193">
                <a:moveTo>
                  <a:pt x="0" y="110"/>
                </a:moveTo>
                <a:cubicBezTo>
                  <a:pt x="0" y="110"/>
                  <a:pt x="0" y="110"/>
                  <a:pt x="0" y="110"/>
                </a:cubicBezTo>
                <a:cubicBezTo>
                  <a:pt x="0" y="107"/>
                  <a:pt x="0" y="107"/>
                  <a:pt x="0" y="107"/>
                </a:cubicBezTo>
                <a:cubicBezTo>
                  <a:pt x="0" y="97"/>
                  <a:pt x="2" y="87"/>
                  <a:pt x="6" y="77"/>
                </a:cubicBezTo>
                <a:cubicBezTo>
                  <a:pt x="11" y="67"/>
                  <a:pt x="17" y="58"/>
                  <a:pt x="24" y="51"/>
                </a:cubicBezTo>
                <a:cubicBezTo>
                  <a:pt x="31" y="43"/>
                  <a:pt x="40" y="38"/>
                  <a:pt x="50" y="33"/>
                </a:cubicBezTo>
                <a:cubicBezTo>
                  <a:pt x="61" y="29"/>
                  <a:pt x="72" y="27"/>
                  <a:pt x="83" y="27"/>
                </a:cubicBezTo>
                <a:cubicBezTo>
                  <a:pt x="83" y="0"/>
                  <a:pt x="83" y="0"/>
                  <a:pt x="83" y="0"/>
                </a:cubicBezTo>
                <a:cubicBezTo>
                  <a:pt x="155" y="42"/>
                  <a:pt x="155" y="42"/>
                  <a:pt x="155" y="42"/>
                </a:cubicBezTo>
                <a:cubicBezTo>
                  <a:pt x="83" y="84"/>
                  <a:pt x="83" y="84"/>
                  <a:pt x="83" y="84"/>
                </a:cubicBezTo>
                <a:cubicBezTo>
                  <a:pt x="83" y="58"/>
                  <a:pt x="83" y="58"/>
                  <a:pt x="83" y="58"/>
                </a:cubicBezTo>
                <a:cubicBezTo>
                  <a:pt x="69" y="58"/>
                  <a:pt x="57" y="63"/>
                  <a:pt x="46" y="73"/>
                </a:cubicBezTo>
                <a:cubicBezTo>
                  <a:pt x="36" y="83"/>
                  <a:pt x="31" y="95"/>
                  <a:pt x="31" y="110"/>
                </a:cubicBezTo>
                <a:cubicBezTo>
                  <a:pt x="31" y="115"/>
                  <a:pt x="32" y="122"/>
                  <a:pt x="35" y="128"/>
                </a:cubicBezTo>
                <a:cubicBezTo>
                  <a:pt x="34" y="128"/>
                  <a:pt x="34" y="128"/>
                  <a:pt x="34" y="128"/>
                </a:cubicBezTo>
                <a:cubicBezTo>
                  <a:pt x="38" y="138"/>
                  <a:pt x="45" y="146"/>
                  <a:pt x="54" y="153"/>
                </a:cubicBezTo>
                <a:cubicBezTo>
                  <a:pt x="62" y="159"/>
                  <a:pt x="71" y="162"/>
                  <a:pt x="80" y="162"/>
                </a:cubicBezTo>
                <a:cubicBezTo>
                  <a:pt x="81" y="162"/>
                  <a:pt x="81" y="162"/>
                  <a:pt x="82" y="162"/>
                </a:cubicBezTo>
                <a:cubicBezTo>
                  <a:pt x="82" y="162"/>
                  <a:pt x="83" y="162"/>
                  <a:pt x="83" y="162"/>
                </a:cubicBezTo>
                <a:cubicBezTo>
                  <a:pt x="84" y="162"/>
                  <a:pt x="84" y="162"/>
                  <a:pt x="84" y="162"/>
                </a:cubicBezTo>
                <a:cubicBezTo>
                  <a:pt x="85" y="162"/>
                  <a:pt x="86" y="162"/>
                  <a:pt x="86" y="161"/>
                </a:cubicBezTo>
                <a:cubicBezTo>
                  <a:pt x="87" y="161"/>
                  <a:pt x="88" y="161"/>
                  <a:pt x="89" y="161"/>
                </a:cubicBezTo>
                <a:cubicBezTo>
                  <a:pt x="89" y="161"/>
                  <a:pt x="90" y="161"/>
                  <a:pt x="91" y="161"/>
                </a:cubicBezTo>
                <a:cubicBezTo>
                  <a:pt x="91" y="161"/>
                  <a:pt x="92" y="161"/>
                  <a:pt x="93" y="161"/>
                </a:cubicBezTo>
                <a:cubicBezTo>
                  <a:pt x="96" y="160"/>
                  <a:pt x="98" y="159"/>
                  <a:pt x="101" y="158"/>
                </a:cubicBezTo>
                <a:cubicBezTo>
                  <a:pt x="111" y="155"/>
                  <a:pt x="119" y="148"/>
                  <a:pt x="126" y="139"/>
                </a:cubicBezTo>
                <a:cubicBezTo>
                  <a:pt x="132" y="131"/>
                  <a:pt x="135" y="121"/>
                  <a:pt x="135" y="110"/>
                </a:cubicBezTo>
                <a:cubicBezTo>
                  <a:pt x="135" y="104"/>
                  <a:pt x="134" y="98"/>
                  <a:pt x="132" y="91"/>
                </a:cubicBezTo>
                <a:cubicBezTo>
                  <a:pt x="159" y="76"/>
                  <a:pt x="159" y="76"/>
                  <a:pt x="159" y="76"/>
                </a:cubicBezTo>
                <a:cubicBezTo>
                  <a:pt x="164" y="86"/>
                  <a:pt x="166" y="98"/>
                  <a:pt x="166" y="110"/>
                </a:cubicBezTo>
                <a:cubicBezTo>
                  <a:pt x="166" y="124"/>
                  <a:pt x="163" y="136"/>
                  <a:pt x="157" y="148"/>
                </a:cubicBezTo>
                <a:cubicBezTo>
                  <a:pt x="151" y="160"/>
                  <a:pt x="142" y="170"/>
                  <a:pt x="131" y="178"/>
                </a:cubicBezTo>
                <a:cubicBezTo>
                  <a:pt x="120" y="186"/>
                  <a:pt x="107" y="190"/>
                  <a:pt x="94" y="192"/>
                </a:cubicBezTo>
                <a:cubicBezTo>
                  <a:pt x="90" y="193"/>
                  <a:pt x="87" y="193"/>
                  <a:pt x="83" y="193"/>
                </a:cubicBezTo>
                <a:cubicBezTo>
                  <a:pt x="72" y="193"/>
                  <a:pt x="61" y="191"/>
                  <a:pt x="51" y="186"/>
                </a:cubicBezTo>
                <a:cubicBezTo>
                  <a:pt x="40" y="182"/>
                  <a:pt x="32" y="176"/>
                  <a:pt x="24" y="169"/>
                </a:cubicBezTo>
                <a:cubicBezTo>
                  <a:pt x="17" y="161"/>
                  <a:pt x="11" y="153"/>
                  <a:pt x="6" y="142"/>
                </a:cubicBezTo>
                <a:cubicBezTo>
                  <a:pt x="2" y="132"/>
                  <a:pt x="0" y="121"/>
                  <a:pt x="0" y="11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85" name="Freeform 87"/>
          <p:cNvSpPr>
            <a:spLocks/>
          </p:cNvSpPr>
          <p:nvPr/>
        </p:nvSpPr>
        <p:spPr bwMode="auto">
          <a:xfrm>
            <a:off x="6968001" y="3347442"/>
            <a:ext cx="299697" cy="297527"/>
          </a:xfrm>
          <a:custGeom>
            <a:avLst/>
            <a:gdLst>
              <a:gd name="T0" fmla="*/ 0 w 138"/>
              <a:gd name="T1" fmla="*/ 89 h 137"/>
              <a:gd name="T2" fmla="*/ 0 w 138"/>
              <a:gd name="T3" fmla="*/ 48 h 137"/>
              <a:gd name="T4" fmla="*/ 48 w 138"/>
              <a:gd name="T5" fmla="*/ 48 h 137"/>
              <a:gd name="T6" fmla="*/ 48 w 138"/>
              <a:gd name="T7" fmla="*/ 0 h 137"/>
              <a:gd name="T8" fmla="*/ 90 w 138"/>
              <a:gd name="T9" fmla="*/ 0 h 137"/>
              <a:gd name="T10" fmla="*/ 90 w 138"/>
              <a:gd name="T11" fmla="*/ 48 h 137"/>
              <a:gd name="T12" fmla="*/ 138 w 138"/>
              <a:gd name="T13" fmla="*/ 48 h 137"/>
              <a:gd name="T14" fmla="*/ 138 w 138"/>
              <a:gd name="T15" fmla="*/ 89 h 137"/>
              <a:gd name="T16" fmla="*/ 90 w 138"/>
              <a:gd name="T17" fmla="*/ 89 h 137"/>
              <a:gd name="T18" fmla="*/ 90 w 138"/>
              <a:gd name="T19" fmla="*/ 137 h 137"/>
              <a:gd name="T20" fmla="*/ 48 w 138"/>
              <a:gd name="T21" fmla="*/ 137 h 137"/>
              <a:gd name="T22" fmla="*/ 48 w 138"/>
              <a:gd name="T23" fmla="*/ 89 h 137"/>
              <a:gd name="T24" fmla="*/ 0 w 138"/>
              <a:gd name="T25" fmla="*/ 89 h 1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38" h="137">
                <a:moveTo>
                  <a:pt x="0" y="89"/>
                </a:moveTo>
                <a:lnTo>
                  <a:pt x="0" y="48"/>
                </a:lnTo>
                <a:lnTo>
                  <a:pt x="48" y="48"/>
                </a:lnTo>
                <a:lnTo>
                  <a:pt x="48" y="0"/>
                </a:lnTo>
                <a:lnTo>
                  <a:pt x="90" y="0"/>
                </a:lnTo>
                <a:lnTo>
                  <a:pt x="90" y="48"/>
                </a:lnTo>
                <a:lnTo>
                  <a:pt x="138" y="48"/>
                </a:lnTo>
                <a:lnTo>
                  <a:pt x="138" y="89"/>
                </a:lnTo>
                <a:lnTo>
                  <a:pt x="90" y="89"/>
                </a:lnTo>
                <a:lnTo>
                  <a:pt x="90" y="137"/>
                </a:lnTo>
                <a:lnTo>
                  <a:pt x="48" y="137"/>
                </a:lnTo>
                <a:lnTo>
                  <a:pt x="48" y="89"/>
                </a:lnTo>
                <a:lnTo>
                  <a:pt x="0" y="89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86" name="Freeform 88"/>
          <p:cNvSpPr>
            <a:spLocks noEditPoints="1"/>
          </p:cNvSpPr>
          <p:nvPr/>
        </p:nvSpPr>
        <p:spPr bwMode="auto">
          <a:xfrm>
            <a:off x="7460981" y="3384359"/>
            <a:ext cx="195455" cy="260607"/>
          </a:xfrm>
          <a:custGeom>
            <a:avLst/>
            <a:gdLst>
              <a:gd name="T0" fmla="*/ 0 w 135"/>
              <a:gd name="T1" fmla="*/ 182 h 182"/>
              <a:gd name="T2" fmla="*/ 0 w 135"/>
              <a:gd name="T3" fmla="*/ 78 h 182"/>
              <a:gd name="T4" fmla="*/ 21 w 135"/>
              <a:gd name="T5" fmla="*/ 78 h 182"/>
              <a:gd name="T6" fmla="*/ 21 w 135"/>
              <a:gd name="T7" fmla="*/ 47 h 182"/>
              <a:gd name="T8" fmla="*/ 34 w 135"/>
              <a:gd name="T9" fmla="*/ 14 h 182"/>
              <a:gd name="T10" fmla="*/ 68 w 135"/>
              <a:gd name="T11" fmla="*/ 0 h 182"/>
              <a:gd name="T12" fmla="*/ 101 w 135"/>
              <a:gd name="T13" fmla="*/ 14 h 182"/>
              <a:gd name="T14" fmla="*/ 114 w 135"/>
              <a:gd name="T15" fmla="*/ 47 h 182"/>
              <a:gd name="T16" fmla="*/ 114 w 135"/>
              <a:gd name="T17" fmla="*/ 78 h 182"/>
              <a:gd name="T18" fmla="*/ 135 w 135"/>
              <a:gd name="T19" fmla="*/ 78 h 182"/>
              <a:gd name="T20" fmla="*/ 135 w 135"/>
              <a:gd name="T21" fmla="*/ 182 h 182"/>
              <a:gd name="T22" fmla="*/ 0 w 135"/>
              <a:gd name="T23" fmla="*/ 182 h 182"/>
              <a:gd name="T24" fmla="*/ 42 w 135"/>
              <a:gd name="T25" fmla="*/ 78 h 182"/>
              <a:gd name="T26" fmla="*/ 94 w 135"/>
              <a:gd name="T27" fmla="*/ 78 h 182"/>
              <a:gd name="T28" fmla="*/ 94 w 135"/>
              <a:gd name="T29" fmla="*/ 47 h 182"/>
              <a:gd name="T30" fmla="*/ 86 w 135"/>
              <a:gd name="T31" fmla="*/ 28 h 182"/>
              <a:gd name="T32" fmla="*/ 68 w 135"/>
              <a:gd name="T33" fmla="*/ 21 h 182"/>
              <a:gd name="T34" fmla="*/ 49 w 135"/>
              <a:gd name="T35" fmla="*/ 28 h 182"/>
              <a:gd name="T36" fmla="*/ 42 w 135"/>
              <a:gd name="T37" fmla="*/ 47 h 182"/>
              <a:gd name="T38" fmla="*/ 42 w 135"/>
              <a:gd name="T39" fmla="*/ 78 h 182"/>
              <a:gd name="T40" fmla="*/ 57 w 135"/>
              <a:gd name="T41" fmla="*/ 119 h 182"/>
              <a:gd name="T42" fmla="*/ 63 w 135"/>
              <a:gd name="T43" fmla="*/ 128 h 182"/>
              <a:gd name="T44" fmla="*/ 63 w 135"/>
              <a:gd name="T45" fmla="*/ 151 h 182"/>
              <a:gd name="T46" fmla="*/ 73 w 135"/>
              <a:gd name="T47" fmla="*/ 151 h 182"/>
              <a:gd name="T48" fmla="*/ 73 w 135"/>
              <a:gd name="T49" fmla="*/ 128 h 182"/>
              <a:gd name="T50" fmla="*/ 78 w 135"/>
              <a:gd name="T51" fmla="*/ 119 h 182"/>
              <a:gd name="T52" fmla="*/ 77 w 135"/>
              <a:gd name="T53" fmla="*/ 115 h 182"/>
              <a:gd name="T54" fmla="*/ 75 w 135"/>
              <a:gd name="T55" fmla="*/ 112 h 182"/>
              <a:gd name="T56" fmla="*/ 72 w 135"/>
              <a:gd name="T57" fmla="*/ 110 h 182"/>
              <a:gd name="T58" fmla="*/ 68 w 135"/>
              <a:gd name="T59" fmla="*/ 109 h 182"/>
              <a:gd name="T60" fmla="*/ 64 w 135"/>
              <a:gd name="T61" fmla="*/ 110 h 182"/>
              <a:gd name="T62" fmla="*/ 60 w 135"/>
              <a:gd name="T63" fmla="*/ 112 h 182"/>
              <a:gd name="T64" fmla="*/ 58 w 135"/>
              <a:gd name="T65" fmla="*/ 115 h 182"/>
              <a:gd name="T66" fmla="*/ 57 w 135"/>
              <a:gd name="T67" fmla="*/ 119 h 1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35" h="182">
                <a:moveTo>
                  <a:pt x="0" y="182"/>
                </a:moveTo>
                <a:cubicBezTo>
                  <a:pt x="0" y="78"/>
                  <a:pt x="0" y="78"/>
                  <a:pt x="0" y="78"/>
                </a:cubicBezTo>
                <a:cubicBezTo>
                  <a:pt x="21" y="78"/>
                  <a:pt x="21" y="78"/>
                  <a:pt x="21" y="78"/>
                </a:cubicBezTo>
                <a:cubicBezTo>
                  <a:pt x="21" y="47"/>
                  <a:pt x="21" y="47"/>
                  <a:pt x="21" y="47"/>
                </a:cubicBezTo>
                <a:cubicBezTo>
                  <a:pt x="21" y="34"/>
                  <a:pt x="25" y="23"/>
                  <a:pt x="34" y="14"/>
                </a:cubicBezTo>
                <a:cubicBezTo>
                  <a:pt x="44" y="4"/>
                  <a:pt x="55" y="0"/>
                  <a:pt x="68" y="0"/>
                </a:cubicBezTo>
                <a:cubicBezTo>
                  <a:pt x="81" y="0"/>
                  <a:pt x="92" y="4"/>
                  <a:pt x="101" y="14"/>
                </a:cubicBezTo>
                <a:cubicBezTo>
                  <a:pt x="110" y="23"/>
                  <a:pt x="114" y="34"/>
                  <a:pt x="114" y="47"/>
                </a:cubicBezTo>
                <a:cubicBezTo>
                  <a:pt x="114" y="78"/>
                  <a:pt x="114" y="78"/>
                  <a:pt x="114" y="78"/>
                </a:cubicBezTo>
                <a:cubicBezTo>
                  <a:pt x="135" y="78"/>
                  <a:pt x="135" y="78"/>
                  <a:pt x="135" y="78"/>
                </a:cubicBezTo>
                <a:cubicBezTo>
                  <a:pt x="135" y="182"/>
                  <a:pt x="135" y="182"/>
                  <a:pt x="135" y="182"/>
                </a:cubicBezTo>
                <a:lnTo>
                  <a:pt x="0" y="182"/>
                </a:lnTo>
                <a:close/>
                <a:moveTo>
                  <a:pt x="42" y="78"/>
                </a:moveTo>
                <a:cubicBezTo>
                  <a:pt x="94" y="78"/>
                  <a:pt x="94" y="78"/>
                  <a:pt x="94" y="78"/>
                </a:cubicBezTo>
                <a:cubicBezTo>
                  <a:pt x="94" y="47"/>
                  <a:pt x="94" y="47"/>
                  <a:pt x="94" y="47"/>
                </a:cubicBezTo>
                <a:cubicBezTo>
                  <a:pt x="94" y="39"/>
                  <a:pt x="91" y="33"/>
                  <a:pt x="86" y="28"/>
                </a:cubicBezTo>
                <a:cubicBezTo>
                  <a:pt x="81" y="23"/>
                  <a:pt x="75" y="21"/>
                  <a:pt x="68" y="21"/>
                </a:cubicBezTo>
                <a:cubicBezTo>
                  <a:pt x="61" y="21"/>
                  <a:pt x="54" y="23"/>
                  <a:pt x="49" y="28"/>
                </a:cubicBezTo>
                <a:cubicBezTo>
                  <a:pt x="44" y="33"/>
                  <a:pt x="42" y="39"/>
                  <a:pt x="42" y="47"/>
                </a:cubicBezTo>
                <a:lnTo>
                  <a:pt x="42" y="78"/>
                </a:lnTo>
                <a:close/>
                <a:moveTo>
                  <a:pt x="57" y="119"/>
                </a:moveTo>
                <a:cubicBezTo>
                  <a:pt x="57" y="123"/>
                  <a:pt x="59" y="126"/>
                  <a:pt x="63" y="128"/>
                </a:cubicBezTo>
                <a:cubicBezTo>
                  <a:pt x="63" y="151"/>
                  <a:pt x="63" y="151"/>
                  <a:pt x="63" y="151"/>
                </a:cubicBezTo>
                <a:cubicBezTo>
                  <a:pt x="73" y="151"/>
                  <a:pt x="73" y="151"/>
                  <a:pt x="73" y="151"/>
                </a:cubicBezTo>
                <a:cubicBezTo>
                  <a:pt x="73" y="128"/>
                  <a:pt x="73" y="128"/>
                  <a:pt x="73" y="128"/>
                </a:cubicBezTo>
                <a:cubicBezTo>
                  <a:pt x="76" y="126"/>
                  <a:pt x="78" y="123"/>
                  <a:pt x="78" y="119"/>
                </a:cubicBezTo>
                <a:cubicBezTo>
                  <a:pt x="78" y="118"/>
                  <a:pt x="78" y="117"/>
                  <a:pt x="77" y="115"/>
                </a:cubicBezTo>
                <a:cubicBezTo>
                  <a:pt x="77" y="114"/>
                  <a:pt x="76" y="113"/>
                  <a:pt x="75" y="112"/>
                </a:cubicBezTo>
                <a:cubicBezTo>
                  <a:pt x="74" y="111"/>
                  <a:pt x="73" y="110"/>
                  <a:pt x="72" y="110"/>
                </a:cubicBezTo>
                <a:cubicBezTo>
                  <a:pt x="71" y="109"/>
                  <a:pt x="69" y="109"/>
                  <a:pt x="68" y="109"/>
                </a:cubicBezTo>
                <a:cubicBezTo>
                  <a:pt x="66" y="109"/>
                  <a:pt x="65" y="109"/>
                  <a:pt x="64" y="110"/>
                </a:cubicBezTo>
                <a:cubicBezTo>
                  <a:pt x="62" y="110"/>
                  <a:pt x="61" y="111"/>
                  <a:pt x="60" y="112"/>
                </a:cubicBezTo>
                <a:cubicBezTo>
                  <a:pt x="59" y="113"/>
                  <a:pt x="59" y="114"/>
                  <a:pt x="58" y="115"/>
                </a:cubicBezTo>
                <a:cubicBezTo>
                  <a:pt x="58" y="117"/>
                  <a:pt x="57" y="118"/>
                  <a:pt x="57" y="11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87" name="Freeform 89"/>
          <p:cNvSpPr>
            <a:spLocks noEditPoints="1"/>
          </p:cNvSpPr>
          <p:nvPr/>
        </p:nvSpPr>
        <p:spPr bwMode="auto">
          <a:xfrm>
            <a:off x="8060374" y="3338754"/>
            <a:ext cx="208485" cy="297527"/>
          </a:xfrm>
          <a:custGeom>
            <a:avLst/>
            <a:gdLst>
              <a:gd name="T0" fmla="*/ 7 w 146"/>
              <a:gd name="T1" fmla="*/ 6 h 208"/>
              <a:gd name="T2" fmla="*/ 84 w 146"/>
              <a:gd name="T3" fmla="*/ 0 h 208"/>
              <a:gd name="T4" fmla="*/ 93 w 146"/>
              <a:gd name="T5" fmla="*/ 53 h 208"/>
              <a:gd name="T6" fmla="*/ 146 w 146"/>
              <a:gd name="T7" fmla="*/ 63 h 208"/>
              <a:gd name="T8" fmla="*/ 140 w 146"/>
              <a:gd name="T9" fmla="*/ 202 h 208"/>
              <a:gd name="T10" fmla="*/ 21 w 146"/>
              <a:gd name="T11" fmla="*/ 208 h 208"/>
              <a:gd name="T12" fmla="*/ 0 w 146"/>
              <a:gd name="T13" fmla="*/ 187 h 208"/>
              <a:gd name="T14" fmla="*/ 26 w 146"/>
              <a:gd name="T15" fmla="*/ 58 h 208"/>
              <a:gd name="T16" fmla="*/ 32 w 146"/>
              <a:gd name="T17" fmla="*/ 63 h 208"/>
              <a:gd name="T18" fmla="*/ 72 w 146"/>
              <a:gd name="T19" fmla="*/ 61 h 208"/>
              <a:gd name="T20" fmla="*/ 72 w 146"/>
              <a:gd name="T21" fmla="*/ 54 h 208"/>
              <a:gd name="T22" fmla="*/ 32 w 146"/>
              <a:gd name="T23" fmla="*/ 52 h 208"/>
              <a:gd name="T24" fmla="*/ 26 w 146"/>
              <a:gd name="T25" fmla="*/ 58 h 208"/>
              <a:gd name="T26" fmla="*/ 28 w 146"/>
              <a:gd name="T27" fmla="*/ 92 h 208"/>
              <a:gd name="T28" fmla="*/ 115 w 146"/>
              <a:gd name="T29" fmla="*/ 94 h 208"/>
              <a:gd name="T30" fmla="*/ 120 w 146"/>
              <a:gd name="T31" fmla="*/ 89 h 208"/>
              <a:gd name="T32" fmla="*/ 115 w 146"/>
              <a:gd name="T33" fmla="*/ 84 h 208"/>
              <a:gd name="T34" fmla="*/ 28 w 146"/>
              <a:gd name="T35" fmla="*/ 85 h 208"/>
              <a:gd name="T36" fmla="*/ 26 w 146"/>
              <a:gd name="T37" fmla="*/ 120 h 208"/>
              <a:gd name="T38" fmla="*/ 32 w 146"/>
              <a:gd name="T39" fmla="*/ 125 h 208"/>
              <a:gd name="T40" fmla="*/ 119 w 146"/>
              <a:gd name="T41" fmla="*/ 124 h 208"/>
              <a:gd name="T42" fmla="*/ 119 w 146"/>
              <a:gd name="T43" fmla="*/ 116 h 208"/>
              <a:gd name="T44" fmla="*/ 32 w 146"/>
              <a:gd name="T45" fmla="*/ 115 h 208"/>
              <a:gd name="T46" fmla="*/ 26 w 146"/>
              <a:gd name="T47" fmla="*/ 120 h 208"/>
              <a:gd name="T48" fmla="*/ 28 w 146"/>
              <a:gd name="T49" fmla="*/ 154 h 208"/>
              <a:gd name="T50" fmla="*/ 115 w 146"/>
              <a:gd name="T51" fmla="*/ 156 h 208"/>
              <a:gd name="T52" fmla="*/ 120 w 146"/>
              <a:gd name="T53" fmla="*/ 151 h 208"/>
              <a:gd name="T54" fmla="*/ 115 w 146"/>
              <a:gd name="T55" fmla="*/ 145 h 208"/>
              <a:gd name="T56" fmla="*/ 28 w 146"/>
              <a:gd name="T57" fmla="*/ 147 h 208"/>
              <a:gd name="T58" fmla="*/ 94 w 146"/>
              <a:gd name="T59" fmla="*/ 0 h 208"/>
              <a:gd name="T60" fmla="*/ 115 w 146"/>
              <a:gd name="T61" fmla="*/ 52 h 208"/>
              <a:gd name="T62" fmla="*/ 94 w 146"/>
              <a:gd name="T63" fmla="*/ 31 h 2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46" h="208">
                <a:moveTo>
                  <a:pt x="0" y="21"/>
                </a:moveTo>
                <a:cubicBezTo>
                  <a:pt x="0" y="15"/>
                  <a:pt x="3" y="11"/>
                  <a:pt x="7" y="6"/>
                </a:cubicBezTo>
                <a:cubicBezTo>
                  <a:pt x="11" y="2"/>
                  <a:pt x="16" y="0"/>
                  <a:pt x="21" y="0"/>
                </a:cubicBezTo>
                <a:cubicBezTo>
                  <a:pt x="84" y="0"/>
                  <a:pt x="84" y="0"/>
                  <a:pt x="84" y="0"/>
                </a:cubicBezTo>
                <a:cubicBezTo>
                  <a:pt x="84" y="31"/>
                  <a:pt x="84" y="31"/>
                  <a:pt x="84" y="31"/>
                </a:cubicBezTo>
                <a:cubicBezTo>
                  <a:pt x="84" y="40"/>
                  <a:pt x="87" y="47"/>
                  <a:pt x="93" y="53"/>
                </a:cubicBezTo>
                <a:cubicBezTo>
                  <a:pt x="99" y="60"/>
                  <a:pt x="106" y="63"/>
                  <a:pt x="115" y="63"/>
                </a:cubicBezTo>
                <a:cubicBezTo>
                  <a:pt x="146" y="63"/>
                  <a:pt x="146" y="63"/>
                  <a:pt x="146" y="63"/>
                </a:cubicBezTo>
                <a:cubicBezTo>
                  <a:pt x="146" y="187"/>
                  <a:pt x="146" y="187"/>
                  <a:pt x="146" y="187"/>
                </a:cubicBezTo>
                <a:cubicBezTo>
                  <a:pt x="146" y="193"/>
                  <a:pt x="144" y="198"/>
                  <a:pt x="140" y="202"/>
                </a:cubicBezTo>
                <a:cubicBezTo>
                  <a:pt x="136" y="206"/>
                  <a:pt x="131" y="208"/>
                  <a:pt x="125" y="208"/>
                </a:cubicBezTo>
                <a:cubicBezTo>
                  <a:pt x="21" y="208"/>
                  <a:pt x="21" y="208"/>
                  <a:pt x="21" y="208"/>
                </a:cubicBezTo>
                <a:cubicBezTo>
                  <a:pt x="16" y="208"/>
                  <a:pt x="11" y="206"/>
                  <a:pt x="7" y="202"/>
                </a:cubicBezTo>
                <a:cubicBezTo>
                  <a:pt x="3" y="198"/>
                  <a:pt x="0" y="193"/>
                  <a:pt x="0" y="187"/>
                </a:cubicBezTo>
                <a:lnTo>
                  <a:pt x="0" y="21"/>
                </a:lnTo>
                <a:close/>
                <a:moveTo>
                  <a:pt x="26" y="58"/>
                </a:moveTo>
                <a:cubicBezTo>
                  <a:pt x="26" y="59"/>
                  <a:pt x="27" y="60"/>
                  <a:pt x="28" y="61"/>
                </a:cubicBezTo>
                <a:cubicBezTo>
                  <a:pt x="29" y="62"/>
                  <a:pt x="30" y="63"/>
                  <a:pt x="32" y="63"/>
                </a:cubicBezTo>
                <a:cubicBezTo>
                  <a:pt x="68" y="63"/>
                  <a:pt x="68" y="63"/>
                  <a:pt x="68" y="63"/>
                </a:cubicBezTo>
                <a:cubicBezTo>
                  <a:pt x="70" y="63"/>
                  <a:pt x="71" y="62"/>
                  <a:pt x="72" y="61"/>
                </a:cubicBezTo>
                <a:cubicBezTo>
                  <a:pt x="73" y="60"/>
                  <a:pt x="73" y="59"/>
                  <a:pt x="73" y="58"/>
                </a:cubicBezTo>
                <a:cubicBezTo>
                  <a:pt x="73" y="56"/>
                  <a:pt x="73" y="55"/>
                  <a:pt x="72" y="54"/>
                </a:cubicBezTo>
                <a:cubicBezTo>
                  <a:pt x="71" y="53"/>
                  <a:pt x="70" y="52"/>
                  <a:pt x="68" y="52"/>
                </a:cubicBezTo>
                <a:cubicBezTo>
                  <a:pt x="32" y="52"/>
                  <a:pt x="32" y="52"/>
                  <a:pt x="32" y="52"/>
                </a:cubicBezTo>
                <a:cubicBezTo>
                  <a:pt x="30" y="52"/>
                  <a:pt x="29" y="53"/>
                  <a:pt x="28" y="54"/>
                </a:cubicBezTo>
                <a:cubicBezTo>
                  <a:pt x="27" y="55"/>
                  <a:pt x="26" y="56"/>
                  <a:pt x="26" y="58"/>
                </a:cubicBezTo>
                <a:close/>
                <a:moveTo>
                  <a:pt x="26" y="89"/>
                </a:moveTo>
                <a:cubicBezTo>
                  <a:pt x="26" y="90"/>
                  <a:pt x="27" y="91"/>
                  <a:pt x="28" y="92"/>
                </a:cubicBezTo>
                <a:cubicBezTo>
                  <a:pt x="29" y="93"/>
                  <a:pt x="30" y="94"/>
                  <a:pt x="32" y="94"/>
                </a:cubicBezTo>
                <a:cubicBezTo>
                  <a:pt x="115" y="94"/>
                  <a:pt x="115" y="94"/>
                  <a:pt x="115" y="94"/>
                </a:cubicBezTo>
                <a:cubicBezTo>
                  <a:pt x="116" y="94"/>
                  <a:pt x="118" y="93"/>
                  <a:pt x="119" y="92"/>
                </a:cubicBezTo>
                <a:cubicBezTo>
                  <a:pt x="120" y="91"/>
                  <a:pt x="120" y="90"/>
                  <a:pt x="120" y="89"/>
                </a:cubicBezTo>
                <a:cubicBezTo>
                  <a:pt x="120" y="87"/>
                  <a:pt x="120" y="86"/>
                  <a:pt x="119" y="85"/>
                </a:cubicBezTo>
                <a:cubicBezTo>
                  <a:pt x="118" y="84"/>
                  <a:pt x="116" y="84"/>
                  <a:pt x="115" y="84"/>
                </a:cubicBezTo>
                <a:cubicBezTo>
                  <a:pt x="32" y="84"/>
                  <a:pt x="32" y="84"/>
                  <a:pt x="32" y="84"/>
                </a:cubicBezTo>
                <a:cubicBezTo>
                  <a:pt x="30" y="84"/>
                  <a:pt x="29" y="84"/>
                  <a:pt x="28" y="85"/>
                </a:cubicBezTo>
                <a:cubicBezTo>
                  <a:pt x="27" y="86"/>
                  <a:pt x="26" y="87"/>
                  <a:pt x="26" y="89"/>
                </a:cubicBezTo>
                <a:close/>
                <a:moveTo>
                  <a:pt x="26" y="120"/>
                </a:moveTo>
                <a:cubicBezTo>
                  <a:pt x="26" y="121"/>
                  <a:pt x="27" y="123"/>
                  <a:pt x="28" y="124"/>
                </a:cubicBezTo>
                <a:cubicBezTo>
                  <a:pt x="29" y="124"/>
                  <a:pt x="30" y="125"/>
                  <a:pt x="32" y="125"/>
                </a:cubicBezTo>
                <a:cubicBezTo>
                  <a:pt x="115" y="125"/>
                  <a:pt x="115" y="125"/>
                  <a:pt x="115" y="125"/>
                </a:cubicBezTo>
                <a:cubicBezTo>
                  <a:pt x="116" y="125"/>
                  <a:pt x="118" y="124"/>
                  <a:pt x="119" y="124"/>
                </a:cubicBezTo>
                <a:cubicBezTo>
                  <a:pt x="120" y="123"/>
                  <a:pt x="120" y="121"/>
                  <a:pt x="120" y="120"/>
                </a:cubicBezTo>
                <a:cubicBezTo>
                  <a:pt x="120" y="118"/>
                  <a:pt x="120" y="117"/>
                  <a:pt x="119" y="116"/>
                </a:cubicBezTo>
                <a:cubicBezTo>
                  <a:pt x="118" y="115"/>
                  <a:pt x="116" y="115"/>
                  <a:pt x="115" y="115"/>
                </a:cubicBezTo>
                <a:cubicBezTo>
                  <a:pt x="32" y="115"/>
                  <a:pt x="32" y="115"/>
                  <a:pt x="32" y="115"/>
                </a:cubicBezTo>
                <a:cubicBezTo>
                  <a:pt x="30" y="115"/>
                  <a:pt x="29" y="115"/>
                  <a:pt x="28" y="116"/>
                </a:cubicBezTo>
                <a:cubicBezTo>
                  <a:pt x="27" y="117"/>
                  <a:pt x="26" y="119"/>
                  <a:pt x="26" y="120"/>
                </a:cubicBezTo>
                <a:close/>
                <a:moveTo>
                  <a:pt x="26" y="151"/>
                </a:moveTo>
                <a:cubicBezTo>
                  <a:pt x="26" y="152"/>
                  <a:pt x="27" y="153"/>
                  <a:pt x="28" y="154"/>
                </a:cubicBezTo>
                <a:cubicBezTo>
                  <a:pt x="29" y="155"/>
                  <a:pt x="30" y="156"/>
                  <a:pt x="32" y="156"/>
                </a:cubicBezTo>
                <a:cubicBezTo>
                  <a:pt x="115" y="156"/>
                  <a:pt x="115" y="156"/>
                  <a:pt x="115" y="156"/>
                </a:cubicBezTo>
                <a:cubicBezTo>
                  <a:pt x="116" y="156"/>
                  <a:pt x="118" y="155"/>
                  <a:pt x="119" y="154"/>
                </a:cubicBezTo>
                <a:cubicBezTo>
                  <a:pt x="120" y="153"/>
                  <a:pt x="120" y="152"/>
                  <a:pt x="120" y="151"/>
                </a:cubicBezTo>
                <a:cubicBezTo>
                  <a:pt x="120" y="149"/>
                  <a:pt x="120" y="148"/>
                  <a:pt x="119" y="147"/>
                </a:cubicBezTo>
                <a:cubicBezTo>
                  <a:pt x="118" y="146"/>
                  <a:pt x="116" y="145"/>
                  <a:pt x="115" y="145"/>
                </a:cubicBezTo>
                <a:cubicBezTo>
                  <a:pt x="32" y="145"/>
                  <a:pt x="32" y="145"/>
                  <a:pt x="32" y="145"/>
                </a:cubicBezTo>
                <a:cubicBezTo>
                  <a:pt x="30" y="145"/>
                  <a:pt x="29" y="146"/>
                  <a:pt x="28" y="147"/>
                </a:cubicBezTo>
                <a:cubicBezTo>
                  <a:pt x="27" y="148"/>
                  <a:pt x="26" y="149"/>
                  <a:pt x="26" y="151"/>
                </a:cubicBezTo>
                <a:close/>
                <a:moveTo>
                  <a:pt x="94" y="0"/>
                </a:moveTo>
                <a:cubicBezTo>
                  <a:pt x="146" y="52"/>
                  <a:pt x="146" y="52"/>
                  <a:pt x="146" y="52"/>
                </a:cubicBezTo>
                <a:cubicBezTo>
                  <a:pt x="115" y="52"/>
                  <a:pt x="115" y="52"/>
                  <a:pt x="115" y="52"/>
                </a:cubicBezTo>
                <a:cubicBezTo>
                  <a:pt x="109" y="52"/>
                  <a:pt x="104" y="50"/>
                  <a:pt x="100" y="46"/>
                </a:cubicBezTo>
                <a:cubicBezTo>
                  <a:pt x="96" y="42"/>
                  <a:pt x="94" y="37"/>
                  <a:pt x="94" y="31"/>
                </a:cubicBezTo>
                <a:lnTo>
                  <a:pt x="94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88" name="Freeform 90"/>
          <p:cNvSpPr>
            <a:spLocks noEditPoints="1"/>
          </p:cNvSpPr>
          <p:nvPr/>
        </p:nvSpPr>
        <p:spPr bwMode="auto">
          <a:xfrm>
            <a:off x="8568556" y="3369158"/>
            <a:ext cx="269293" cy="275809"/>
          </a:xfrm>
          <a:custGeom>
            <a:avLst/>
            <a:gdLst>
              <a:gd name="T0" fmla="*/ 0 w 187"/>
              <a:gd name="T1" fmla="*/ 193 h 193"/>
              <a:gd name="T2" fmla="*/ 0 w 187"/>
              <a:gd name="T3" fmla="*/ 89 h 193"/>
              <a:gd name="T4" fmla="*/ 94 w 187"/>
              <a:gd name="T5" fmla="*/ 89 h 193"/>
              <a:gd name="T6" fmla="*/ 94 w 187"/>
              <a:gd name="T7" fmla="*/ 47 h 193"/>
              <a:gd name="T8" fmla="*/ 107 w 187"/>
              <a:gd name="T9" fmla="*/ 14 h 193"/>
              <a:gd name="T10" fmla="*/ 140 w 187"/>
              <a:gd name="T11" fmla="*/ 0 h 193"/>
              <a:gd name="T12" fmla="*/ 174 w 187"/>
              <a:gd name="T13" fmla="*/ 14 h 193"/>
              <a:gd name="T14" fmla="*/ 187 w 187"/>
              <a:gd name="T15" fmla="*/ 47 h 193"/>
              <a:gd name="T16" fmla="*/ 187 w 187"/>
              <a:gd name="T17" fmla="*/ 78 h 193"/>
              <a:gd name="T18" fmla="*/ 166 w 187"/>
              <a:gd name="T19" fmla="*/ 89 h 193"/>
              <a:gd name="T20" fmla="*/ 166 w 187"/>
              <a:gd name="T21" fmla="*/ 47 h 193"/>
              <a:gd name="T22" fmla="*/ 159 w 187"/>
              <a:gd name="T23" fmla="*/ 29 h 193"/>
              <a:gd name="T24" fmla="*/ 140 w 187"/>
              <a:gd name="T25" fmla="*/ 21 h 193"/>
              <a:gd name="T26" fmla="*/ 122 w 187"/>
              <a:gd name="T27" fmla="*/ 29 h 193"/>
              <a:gd name="T28" fmla="*/ 114 w 187"/>
              <a:gd name="T29" fmla="*/ 47 h 193"/>
              <a:gd name="T30" fmla="*/ 114 w 187"/>
              <a:gd name="T31" fmla="*/ 89 h 193"/>
              <a:gd name="T32" fmla="*/ 135 w 187"/>
              <a:gd name="T33" fmla="*/ 89 h 193"/>
              <a:gd name="T34" fmla="*/ 135 w 187"/>
              <a:gd name="T35" fmla="*/ 193 h 193"/>
              <a:gd name="T36" fmla="*/ 0 w 187"/>
              <a:gd name="T37" fmla="*/ 193 h 193"/>
              <a:gd name="T38" fmla="*/ 57 w 187"/>
              <a:gd name="T39" fmla="*/ 130 h 193"/>
              <a:gd name="T40" fmla="*/ 62 w 187"/>
              <a:gd name="T41" fmla="*/ 139 h 193"/>
              <a:gd name="T42" fmla="*/ 62 w 187"/>
              <a:gd name="T43" fmla="*/ 162 h 193"/>
              <a:gd name="T44" fmla="*/ 73 w 187"/>
              <a:gd name="T45" fmla="*/ 162 h 193"/>
              <a:gd name="T46" fmla="*/ 73 w 187"/>
              <a:gd name="T47" fmla="*/ 139 h 193"/>
              <a:gd name="T48" fmla="*/ 78 w 187"/>
              <a:gd name="T49" fmla="*/ 130 h 193"/>
              <a:gd name="T50" fmla="*/ 75 w 187"/>
              <a:gd name="T51" fmla="*/ 123 h 193"/>
              <a:gd name="T52" fmla="*/ 67 w 187"/>
              <a:gd name="T53" fmla="*/ 120 h 193"/>
              <a:gd name="T54" fmla="*/ 60 w 187"/>
              <a:gd name="T55" fmla="*/ 123 h 193"/>
              <a:gd name="T56" fmla="*/ 57 w 187"/>
              <a:gd name="T57" fmla="*/ 130 h 1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187" h="193">
                <a:moveTo>
                  <a:pt x="0" y="193"/>
                </a:moveTo>
                <a:cubicBezTo>
                  <a:pt x="0" y="89"/>
                  <a:pt x="0" y="89"/>
                  <a:pt x="0" y="89"/>
                </a:cubicBezTo>
                <a:cubicBezTo>
                  <a:pt x="94" y="89"/>
                  <a:pt x="94" y="89"/>
                  <a:pt x="94" y="89"/>
                </a:cubicBezTo>
                <a:cubicBezTo>
                  <a:pt x="94" y="47"/>
                  <a:pt x="94" y="47"/>
                  <a:pt x="94" y="47"/>
                </a:cubicBezTo>
                <a:cubicBezTo>
                  <a:pt x="94" y="34"/>
                  <a:pt x="98" y="23"/>
                  <a:pt x="107" y="14"/>
                </a:cubicBezTo>
                <a:cubicBezTo>
                  <a:pt x="117" y="5"/>
                  <a:pt x="128" y="0"/>
                  <a:pt x="140" y="0"/>
                </a:cubicBezTo>
                <a:cubicBezTo>
                  <a:pt x="153" y="0"/>
                  <a:pt x="164" y="5"/>
                  <a:pt x="174" y="14"/>
                </a:cubicBezTo>
                <a:cubicBezTo>
                  <a:pt x="183" y="23"/>
                  <a:pt x="187" y="34"/>
                  <a:pt x="187" y="47"/>
                </a:cubicBezTo>
                <a:cubicBezTo>
                  <a:pt x="187" y="78"/>
                  <a:pt x="187" y="78"/>
                  <a:pt x="187" y="78"/>
                </a:cubicBezTo>
                <a:cubicBezTo>
                  <a:pt x="166" y="89"/>
                  <a:pt x="166" y="89"/>
                  <a:pt x="166" y="89"/>
                </a:cubicBezTo>
                <a:cubicBezTo>
                  <a:pt x="166" y="47"/>
                  <a:pt x="166" y="47"/>
                  <a:pt x="166" y="47"/>
                </a:cubicBezTo>
                <a:cubicBezTo>
                  <a:pt x="166" y="40"/>
                  <a:pt x="164" y="34"/>
                  <a:pt x="159" y="29"/>
                </a:cubicBezTo>
                <a:cubicBezTo>
                  <a:pt x="154" y="24"/>
                  <a:pt x="148" y="21"/>
                  <a:pt x="140" y="21"/>
                </a:cubicBezTo>
                <a:cubicBezTo>
                  <a:pt x="133" y="21"/>
                  <a:pt x="127" y="24"/>
                  <a:pt x="122" y="29"/>
                </a:cubicBezTo>
                <a:cubicBezTo>
                  <a:pt x="117" y="34"/>
                  <a:pt x="114" y="40"/>
                  <a:pt x="114" y="47"/>
                </a:cubicBezTo>
                <a:cubicBezTo>
                  <a:pt x="114" y="89"/>
                  <a:pt x="114" y="89"/>
                  <a:pt x="114" y="89"/>
                </a:cubicBezTo>
                <a:cubicBezTo>
                  <a:pt x="135" y="89"/>
                  <a:pt x="135" y="89"/>
                  <a:pt x="135" y="89"/>
                </a:cubicBezTo>
                <a:cubicBezTo>
                  <a:pt x="135" y="193"/>
                  <a:pt x="135" y="193"/>
                  <a:pt x="135" y="193"/>
                </a:cubicBezTo>
                <a:lnTo>
                  <a:pt x="0" y="193"/>
                </a:lnTo>
                <a:close/>
                <a:moveTo>
                  <a:pt x="57" y="130"/>
                </a:moveTo>
                <a:cubicBezTo>
                  <a:pt x="57" y="134"/>
                  <a:pt x="59" y="137"/>
                  <a:pt x="62" y="139"/>
                </a:cubicBezTo>
                <a:cubicBezTo>
                  <a:pt x="62" y="162"/>
                  <a:pt x="62" y="162"/>
                  <a:pt x="62" y="162"/>
                </a:cubicBezTo>
                <a:cubicBezTo>
                  <a:pt x="73" y="162"/>
                  <a:pt x="73" y="162"/>
                  <a:pt x="73" y="162"/>
                </a:cubicBezTo>
                <a:cubicBezTo>
                  <a:pt x="73" y="139"/>
                  <a:pt x="73" y="139"/>
                  <a:pt x="73" y="139"/>
                </a:cubicBezTo>
                <a:cubicBezTo>
                  <a:pt x="76" y="137"/>
                  <a:pt x="78" y="134"/>
                  <a:pt x="78" y="130"/>
                </a:cubicBezTo>
                <a:cubicBezTo>
                  <a:pt x="78" y="127"/>
                  <a:pt x="77" y="125"/>
                  <a:pt x="75" y="123"/>
                </a:cubicBezTo>
                <a:cubicBezTo>
                  <a:pt x="73" y="121"/>
                  <a:pt x="70" y="120"/>
                  <a:pt x="67" y="120"/>
                </a:cubicBezTo>
                <a:cubicBezTo>
                  <a:pt x="65" y="120"/>
                  <a:pt x="62" y="121"/>
                  <a:pt x="60" y="123"/>
                </a:cubicBezTo>
                <a:cubicBezTo>
                  <a:pt x="58" y="125"/>
                  <a:pt x="57" y="128"/>
                  <a:pt x="57" y="13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89" name="Freeform 91"/>
          <p:cNvSpPr>
            <a:spLocks noEditPoints="1"/>
          </p:cNvSpPr>
          <p:nvPr/>
        </p:nvSpPr>
        <p:spPr bwMode="auto">
          <a:xfrm>
            <a:off x="9061538" y="3406076"/>
            <a:ext cx="299697" cy="223688"/>
          </a:xfrm>
          <a:custGeom>
            <a:avLst/>
            <a:gdLst>
              <a:gd name="T0" fmla="*/ 0 w 208"/>
              <a:gd name="T1" fmla="*/ 42 h 156"/>
              <a:gd name="T2" fmla="*/ 0 w 208"/>
              <a:gd name="T3" fmla="*/ 21 h 156"/>
              <a:gd name="T4" fmla="*/ 1 w 208"/>
              <a:gd name="T5" fmla="*/ 20 h 156"/>
              <a:gd name="T6" fmla="*/ 2 w 208"/>
              <a:gd name="T7" fmla="*/ 18 h 156"/>
              <a:gd name="T8" fmla="*/ 19 w 208"/>
              <a:gd name="T9" fmla="*/ 3 h 156"/>
              <a:gd name="T10" fmla="*/ 26 w 208"/>
              <a:gd name="T11" fmla="*/ 0 h 156"/>
              <a:gd name="T12" fmla="*/ 62 w 208"/>
              <a:gd name="T13" fmla="*/ 0 h 156"/>
              <a:gd name="T14" fmla="*/ 70 w 208"/>
              <a:gd name="T15" fmla="*/ 3 h 156"/>
              <a:gd name="T16" fmla="*/ 86 w 208"/>
              <a:gd name="T17" fmla="*/ 18 h 156"/>
              <a:gd name="T18" fmla="*/ 94 w 208"/>
              <a:gd name="T19" fmla="*/ 21 h 156"/>
              <a:gd name="T20" fmla="*/ 198 w 208"/>
              <a:gd name="T21" fmla="*/ 21 h 156"/>
              <a:gd name="T22" fmla="*/ 205 w 208"/>
              <a:gd name="T23" fmla="*/ 24 h 156"/>
              <a:gd name="T24" fmla="*/ 208 w 208"/>
              <a:gd name="T25" fmla="*/ 31 h 156"/>
              <a:gd name="T26" fmla="*/ 208 w 208"/>
              <a:gd name="T27" fmla="*/ 42 h 156"/>
              <a:gd name="T28" fmla="*/ 0 w 208"/>
              <a:gd name="T29" fmla="*/ 42 h 156"/>
              <a:gd name="T30" fmla="*/ 0 w 208"/>
              <a:gd name="T31" fmla="*/ 52 h 156"/>
              <a:gd name="T32" fmla="*/ 208 w 208"/>
              <a:gd name="T33" fmla="*/ 52 h 156"/>
              <a:gd name="T34" fmla="*/ 208 w 208"/>
              <a:gd name="T35" fmla="*/ 146 h 156"/>
              <a:gd name="T36" fmla="*/ 207 w 208"/>
              <a:gd name="T37" fmla="*/ 150 h 156"/>
              <a:gd name="T38" fmla="*/ 205 w 208"/>
              <a:gd name="T39" fmla="*/ 153 h 156"/>
              <a:gd name="T40" fmla="*/ 202 w 208"/>
              <a:gd name="T41" fmla="*/ 155 h 156"/>
              <a:gd name="T42" fmla="*/ 198 w 208"/>
              <a:gd name="T43" fmla="*/ 156 h 156"/>
              <a:gd name="T44" fmla="*/ 11 w 208"/>
              <a:gd name="T45" fmla="*/ 156 h 156"/>
              <a:gd name="T46" fmla="*/ 6 w 208"/>
              <a:gd name="T47" fmla="*/ 155 h 156"/>
              <a:gd name="T48" fmla="*/ 3 w 208"/>
              <a:gd name="T49" fmla="*/ 153 h 156"/>
              <a:gd name="T50" fmla="*/ 1 w 208"/>
              <a:gd name="T51" fmla="*/ 150 h 156"/>
              <a:gd name="T52" fmla="*/ 0 w 208"/>
              <a:gd name="T53" fmla="*/ 146 h 156"/>
              <a:gd name="T54" fmla="*/ 0 w 208"/>
              <a:gd name="T55" fmla="*/ 52 h 1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208" h="156">
                <a:moveTo>
                  <a:pt x="0" y="42"/>
                </a:moveTo>
                <a:cubicBezTo>
                  <a:pt x="0" y="21"/>
                  <a:pt x="0" y="21"/>
                  <a:pt x="0" y="21"/>
                </a:cubicBezTo>
                <a:cubicBezTo>
                  <a:pt x="0" y="21"/>
                  <a:pt x="0" y="20"/>
                  <a:pt x="1" y="20"/>
                </a:cubicBezTo>
                <a:cubicBezTo>
                  <a:pt x="1" y="19"/>
                  <a:pt x="1" y="19"/>
                  <a:pt x="2" y="18"/>
                </a:cubicBezTo>
                <a:cubicBezTo>
                  <a:pt x="19" y="3"/>
                  <a:pt x="19" y="3"/>
                  <a:pt x="19" y="3"/>
                </a:cubicBezTo>
                <a:cubicBezTo>
                  <a:pt x="21" y="1"/>
                  <a:pt x="23" y="0"/>
                  <a:pt x="26" y="0"/>
                </a:cubicBezTo>
                <a:cubicBezTo>
                  <a:pt x="62" y="0"/>
                  <a:pt x="62" y="0"/>
                  <a:pt x="62" y="0"/>
                </a:cubicBezTo>
                <a:cubicBezTo>
                  <a:pt x="65" y="0"/>
                  <a:pt x="68" y="1"/>
                  <a:pt x="70" y="3"/>
                </a:cubicBezTo>
                <a:cubicBezTo>
                  <a:pt x="86" y="18"/>
                  <a:pt x="86" y="18"/>
                  <a:pt x="86" y="18"/>
                </a:cubicBezTo>
                <a:cubicBezTo>
                  <a:pt x="88" y="20"/>
                  <a:pt x="91" y="21"/>
                  <a:pt x="94" y="21"/>
                </a:cubicBezTo>
                <a:cubicBezTo>
                  <a:pt x="198" y="21"/>
                  <a:pt x="198" y="21"/>
                  <a:pt x="198" y="21"/>
                </a:cubicBezTo>
                <a:cubicBezTo>
                  <a:pt x="201" y="21"/>
                  <a:pt x="203" y="22"/>
                  <a:pt x="205" y="24"/>
                </a:cubicBezTo>
                <a:cubicBezTo>
                  <a:pt x="207" y="26"/>
                  <a:pt x="208" y="28"/>
                  <a:pt x="208" y="31"/>
                </a:cubicBezTo>
                <a:cubicBezTo>
                  <a:pt x="208" y="42"/>
                  <a:pt x="208" y="42"/>
                  <a:pt x="208" y="42"/>
                </a:cubicBezTo>
                <a:lnTo>
                  <a:pt x="0" y="42"/>
                </a:lnTo>
                <a:close/>
                <a:moveTo>
                  <a:pt x="0" y="52"/>
                </a:moveTo>
                <a:cubicBezTo>
                  <a:pt x="208" y="52"/>
                  <a:pt x="208" y="52"/>
                  <a:pt x="208" y="52"/>
                </a:cubicBezTo>
                <a:cubicBezTo>
                  <a:pt x="208" y="146"/>
                  <a:pt x="208" y="146"/>
                  <a:pt x="208" y="146"/>
                </a:cubicBezTo>
                <a:cubicBezTo>
                  <a:pt x="208" y="147"/>
                  <a:pt x="208" y="149"/>
                  <a:pt x="207" y="150"/>
                </a:cubicBezTo>
                <a:cubicBezTo>
                  <a:pt x="207" y="151"/>
                  <a:pt x="206" y="152"/>
                  <a:pt x="205" y="153"/>
                </a:cubicBezTo>
                <a:cubicBezTo>
                  <a:pt x="204" y="154"/>
                  <a:pt x="203" y="155"/>
                  <a:pt x="202" y="155"/>
                </a:cubicBezTo>
                <a:cubicBezTo>
                  <a:pt x="201" y="156"/>
                  <a:pt x="199" y="156"/>
                  <a:pt x="198" y="156"/>
                </a:cubicBezTo>
                <a:cubicBezTo>
                  <a:pt x="11" y="156"/>
                  <a:pt x="11" y="156"/>
                  <a:pt x="11" y="156"/>
                </a:cubicBezTo>
                <a:cubicBezTo>
                  <a:pt x="9" y="156"/>
                  <a:pt x="8" y="156"/>
                  <a:pt x="6" y="155"/>
                </a:cubicBezTo>
                <a:cubicBezTo>
                  <a:pt x="5" y="155"/>
                  <a:pt x="4" y="154"/>
                  <a:pt x="3" y="153"/>
                </a:cubicBezTo>
                <a:cubicBezTo>
                  <a:pt x="2" y="152"/>
                  <a:pt x="1" y="151"/>
                  <a:pt x="1" y="150"/>
                </a:cubicBezTo>
                <a:cubicBezTo>
                  <a:pt x="0" y="149"/>
                  <a:pt x="0" y="147"/>
                  <a:pt x="0" y="146"/>
                </a:cubicBezTo>
                <a:lnTo>
                  <a:pt x="0" y="52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90" name="Freeform 92"/>
          <p:cNvSpPr>
            <a:spLocks/>
          </p:cNvSpPr>
          <p:nvPr/>
        </p:nvSpPr>
        <p:spPr bwMode="auto">
          <a:xfrm>
            <a:off x="9669618" y="3390876"/>
            <a:ext cx="297527" cy="210657"/>
          </a:xfrm>
          <a:custGeom>
            <a:avLst/>
            <a:gdLst>
              <a:gd name="T0" fmla="*/ 18 w 208"/>
              <a:gd name="T1" fmla="*/ 3 h 146"/>
              <a:gd name="T2" fmla="*/ 92 w 208"/>
              <a:gd name="T3" fmla="*/ 55 h 146"/>
              <a:gd name="T4" fmla="*/ 93 w 208"/>
              <a:gd name="T5" fmla="*/ 55 h 146"/>
              <a:gd name="T6" fmla="*/ 104 w 208"/>
              <a:gd name="T7" fmla="*/ 58 h 146"/>
              <a:gd name="T8" fmla="*/ 110 w 208"/>
              <a:gd name="T9" fmla="*/ 57 h 146"/>
              <a:gd name="T10" fmla="*/ 115 w 208"/>
              <a:gd name="T11" fmla="*/ 54 h 146"/>
              <a:gd name="T12" fmla="*/ 190 w 208"/>
              <a:gd name="T13" fmla="*/ 3 h 146"/>
              <a:gd name="T14" fmla="*/ 190 w 208"/>
              <a:gd name="T15" fmla="*/ 3 h 146"/>
              <a:gd name="T16" fmla="*/ 197 w 208"/>
              <a:gd name="T17" fmla="*/ 0 h 146"/>
              <a:gd name="T18" fmla="*/ 205 w 208"/>
              <a:gd name="T19" fmla="*/ 3 h 146"/>
              <a:gd name="T20" fmla="*/ 208 w 208"/>
              <a:gd name="T21" fmla="*/ 10 h 146"/>
              <a:gd name="T22" fmla="*/ 204 w 208"/>
              <a:gd name="T23" fmla="*/ 18 h 146"/>
              <a:gd name="T24" fmla="*/ 205 w 208"/>
              <a:gd name="T25" fmla="*/ 18 h 146"/>
              <a:gd name="T26" fmla="*/ 113 w 208"/>
              <a:gd name="T27" fmla="*/ 140 h 146"/>
              <a:gd name="T28" fmla="*/ 104 w 208"/>
              <a:gd name="T29" fmla="*/ 146 h 146"/>
              <a:gd name="T30" fmla="*/ 95 w 208"/>
              <a:gd name="T31" fmla="*/ 140 h 146"/>
              <a:gd name="T32" fmla="*/ 3 w 208"/>
              <a:gd name="T33" fmla="*/ 18 h 146"/>
              <a:gd name="T34" fmla="*/ 3 w 208"/>
              <a:gd name="T35" fmla="*/ 18 h 146"/>
              <a:gd name="T36" fmla="*/ 0 w 208"/>
              <a:gd name="T37" fmla="*/ 14 h 146"/>
              <a:gd name="T38" fmla="*/ 0 w 208"/>
              <a:gd name="T39" fmla="*/ 10 h 146"/>
              <a:gd name="T40" fmla="*/ 0 w 208"/>
              <a:gd name="T41" fmla="*/ 6 h 146"/>
              <a:gd name="T42" fmla="*/ 3 w 208"/>
              <a:gd name="T43" fmla="*/ 3 h 146"/>
              <a:gd name="T44" fmla="*/ 6 w 208"/>
              <a:gd name="T45" fmla="*/ 1 h 146"/>
              <a:gd name="T46" fmla="*/ 10 w 208"/>
              <a:gd name="T47" fmla="*/ 0 h 146"/>
              <a:gd name="T48" fmla="*/ 14 w 208"/>
              <a:gd name="T49" fmla="*/ 1 h 146"/>
              <a:gd name="T50" fmla="*/ 17 w 208"/>
              <a:gd name="T51" fmla="*/ 3 h 146"/>
              <a:gd name="T52" fmla="*/ 18 w 208"/>
              <a:gd name="T53" fmla="*/ 3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208" h="146">
                <a:moveTo>
                  <a:pt x="18" y="3"/>
                </a:moveTo>
                <a:cubicBezTo>
                  <a:pt x="92" y="55"/>
                  <a:pt x="92" y="55"/>
                  <a:pt x="92" y="55"/>
                </a:cubicBezTo>
                <a:cubicBezTo>
                  <a:pt x="93" y="55"/>
                  <a:pt x="93" y="55"/>
                  <a:pt x="93" y="55"/>
                </a:cubicBezTo>
                <a:cubicBezTo>
                  <a:pt x="96" y="57"/>
                  <a:pt x="99" y="58"/>
                  <a:pt x="104" y="58"/>
                </a:cubicBezTo>
                <a:cubicBezTo>
                  <a:pt x="106" y="58"/>
                  <a:pt x="108" y="57"/>
                  <a:pt x="110" y="57"/>
                </a:cubicBezTo>
                <a:cubicBezTo>
                  <a:pt x="112" y="56"/>
                  <a:pt x="114" y="56"/>
                  <a:pt x="115" y="54"/>
                </a:cubicBezTo>
                <a:cubicBezTo>
                  <a:pt x="190" y="3"/>
                  <a:pt x="190" y="3"/>
                  <a:pt x="190" y="3"/>
                </a:cubicBezTo>
                <a:cubicBezTo>
                  <a:pt x="190" y="3"/>
                  <a:pt x="190" y="3"/>
                  <a:pt x="190" y="3"/>
                </a:cubicBezTo>
                <a:cubicBezTo>
                  <a:pt x="192" y="1"/>
                  <a:pt x="194" y="0"/>
                  <a:pt x="197" y="0"/>
                </a:cubicBezTo>
                <a:cubicBezTo>
                  <a:pt x="200" y="0"/>
                  <a:pt x="202" y="1"/>
                  <a:pt x="205" y="3"/>
                </a:cubicBezTo>
                <a:cubicBezTo>
                  <a:pt x="207" y="5"/>
                  <a:pt x="208" y="8"/>
                  <a:pt x="208" y="10"/>
                </a:cubicBezTo>
                <a:cubicBezTo>
                  <a:pt x="208" y="13"/>
                  <a:pt x="207" y="16"/>
                  <a:pt x="204" y="18"/>
                </a:cubicBezTo>
                <a:cubicBezTo>
                  <a:pt x="205" y="18"/>
                  <a:pt x="205" y="18"/>
                  <a:pt x="205" y="18"/>
                </a:cubicBezTo>
                <a:cubicBezTo>
                  <a:pt x="113" y="140"/>
                  <a:pt x="113" y="140"/>
                  <a:pt x="113" y="140"/>
                </a:cubicBezTo>
                <a:cubicBezTo>
                  <a:pt x="111" y="144"/>
                  <a:pt x="108" y="146"/>
                  <a:pt x="104" y="146"/>
                </a:cubicBezTo>
                <a:cubicBezTo>
                  <a:pt x="100" y="146"/>
                  <a:pt x="97" y="144"/>
                  <a:pt x="95" y="140"/>
                </a:cubicBezTo>
                <a:cubicBezTo>
                  <a:pt x="3" y="18"/>
                  <a:pt x="3" y="18"/>
                  <a:pt x="3" y="18"/>
                </a:cubicBezTo>
                <a:cubicBezTo>
                  <a:pt x="3" y="18"/>
                  <a:pt x="3" y="18"/>
                  <a:pt x="3" y="18"/>
                </a:cubicBezTo>
                <a:cubicBezTo>
                  <a:pt x="2" y="17"/>
                  <a:pt x="1" y="15"/>
                  <a:pt x="0" y="14"/>
                </a:cubicBezTo>
                <a:cubicBezTo>
                  <a:pt x="0" y="13"/>
                  <a:pt x="0" y="12"/>
                  <a:pt x="0" y="10"/>
                </a:cubicBezTo>
                <a:cubicBezTo>
                  <a:pt x="0" y="9"/>
                  <a:pt x="0" y="8"/>
                  <a:pt x="0" y="6"/>
                </a:cubicBezTo>
                <a:cubicBezTo>
                  <a:pt x="1" y="5"/>
                  <a:pt x="2" y="4"/>
                  <a:pt x="3" y="3"/>
                </a:cubicBezTo>
                <a:cubicBezTo>
                  <a:pt x="4" y="2"/>
                  <a:pt x="5" y="1"/>
                  <a:pt x="6" y="1"/>
                </a:cubicBezTo>
                <a:cubicBezTo>
                  <a:pt x="7" y="0"/>
                  <a:pt x="9" y="0"/>
                  <a:pt x="10" y="0"/>
                </a:cubicBezTo>
                <a:cubicBezTo>
                  <a:pt x="11" y="0"/>
                  <a:pt x="13" y="0"/>
                  <a:pt x="14" y="1"/>
                </a:cubicBezTo>
                <a:cubicBezTo>
                  <a:pt x="15" y="1"/>
                  <a:pt x="16" y="2"/>
                  <a:pt x="17" y="3"/>
                </a:cubicBezTo>
                <a:lnTo>
                  <a:pt x="18" y="3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91" name="Freeform 93"/>
          <p:cNvSpPr>
            <a:spLocks/>
          </p:cNvSpPr>
          <p:nvPr/>
        </p:nvSpPr>
        <p:spPr bwMode="auto">
          <a:xfrm>
            <a:off x="10110477" y="3390876"/>
            <a:ext cx="297527" cy="210657"/>
          </a:xfrm>
          <a:custGeom>
            <a:avLst/>
            <a:gdLst>
              <a:gd name="T0" fmla="*/ 3 w 208"/>
              <a:gd name="T1" fmla="*/ 128 h 146"/>
              <a:gd name="T2" fmla="*/ 95 w 208"/>
              <a:gd name="T3" fmla="*/ 5 h 146"/>
              <a:gd name="T4" fmla="*/ 104 w 208"/>
              <a:gd name="T5" fmla="*/ 0 h 146"/>
              <a:gd name="T6" fmla="*/ 113 w 208"/>
              <a:gd name="T7" fmla="*/ 5 h 146"/>
              <a:gd name="T8" fmla="*/ 205 w 208"/>
              <a:gd name="T9" fmla="*/ 128 h 146"/>
              <a:gd name="T10" fmla="*/ 205 w 208"/>
              <a:gd name="T11" fmla="*/ 128 h 146"/>
              <a:gd name="T12" fmla="*/ 208 w 208"/>
              <a:gd name="T13" fmla="*/ 135 h 146"/>
              <a:gd name="T14" fmla="*/ 205 w 208"/>
              <a:gd name="T15" fmla="*/ 142 h 146"/>
              <a:gd name="T16" fmla="*/ 197 w 208"/>
              <a:gd name="T17" fmla="*/ 146 h 146"/>
              <a:gd name="T18" fmla="*/ 190 w 208"/>
              <a:gd name="T19" fmla="*/ 142 h 146"/>
              <a:gd name="T20" fmla="*/ 190 w 208"/>
              <a:gd name="T21" fmla="*/ 143 h 146"/>
              <a:gd name="T22" fmla="*/ 116 w 208"/>
              <a:gd name="T23" fmla="*/ 91 h 146"/>
              <a:gd name="T24" fmla="*/ 110 w 208"/>
              <a:gd name="T25" fmla="*/ 89 h 146"/>
              <a:gd name="T26" fmla="*/ 104 w 208"/>
              <a:gd name="T27" fmla="*/ 88 h 146"/>
              <a:gd name="T28" fmla="*/ 93 w 208"/>
              <a:gd name="T29" fmla="*/ 91 h 146"/>
              <a:gd name="T30" fmla="*/ 93 w 208"/>
              <a:gd name="T31" fmla="*/ 91 h 146"/>
              <a:gd name="T32" fmla="*/ 18 w 208"/>
              <a:gd name="T33" fmla="*/ 143 h 146"/>
              <a:gd name="T34" fmla="*/ 18 w 208"/>
              <a:gd name="T35" fmla="*/ 142 h 146"/>
              <a:gd name="T36" fmla="*/ 14 w 208"/>
              <a:gd name="T37" fmla="*/ 145 h 146"/>
              <a:gd name="T38" fmla="*/ 10 w 208"/>
              <a:gd name="T39" fmla="*/ 146 h 146"/>
              <a:gd name="T40" fmla="*/ 6 w 208"/>
              <a:gd name="T41" fmla="*/ 145 h 146"/>
              <a:gd name="T42" fmla="*/ 3 w 208"/>
              <a:gd name="T43" fmla="*/ 142 h 146"/>
              <a:gd name="T44" fmla="*/ 1 w 208"/>
              <a:gd name="T45" fmla="*/ 139 h 146"/>
              <a:gd name="T46" fmla="*/ 0 w 208"/>
              <a:gd name="T47" fmla="*/ 135 h 146"/>
              <a:gd name="T48" fmla="*/ 1 w 208"/>
              <a:gd name="T49" fmla="*/ 131 h 146"/>
              <a:gd name="T50" fmla="*/ 3 w 208"/>
              <a:gd name="T51" fmla="*/ 128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208" h="146">
                <a:moveTo>
                  <a:pt x="3" y="128"/>
                </a:moveTo>
                <a:cubicBezTo>
                  <a:pt x="95" y="5"/>
                  <a:pt x="95" y="5"/>
                  <a:pt x="95" y="5"/>
                </a:cubicBezTo>
                <a:cubicBezTo>
                  <a:pt x="97" y="2"/>
                  <a:pt x="100" y="0"/>
                  <a:pt x="104" y="0"/>
                </a:cubicBezTo>
                <a:cubicBezTo>
                  <a:pt x="108" y="0"/>
                  <a:pt x="111" y="2"/>
                  <a:pt x="113" y="5"/>
                </a:cubicBezTo>
                <a:cubicBezTo>
                  <a:pt x="205" y="128"/>
                  <a:pt x="205" y="128"/>
                  <a:pt x="205" y="128"/>
                </a:cubicBezTo>
                <a:cubicBezTo>
                  <a:pt x="205" y="128"/>
                  <a:pt x="205" y="128"/>
                  <a:pt x="205" y="128"/>
                </a:cubicBezTo>
                <a:cubicBezTo>
                  <a:pt x="207" y="130"/>
                  <a:pt x="208" y="132"/>
                  <a:pt x="208" y="135"/>
                </a:cubicBezTo>
                <a:cubicBezTo>
                  <a:pt x="208" y="138"/>
                  <a:pt x="207" y="140"/>
                  <a:pt x="205" y="142"/>
                </a:cubicBezTo>
                <a:cubicBezTo>
                  <a:pt x="203" y="145"/>
                  <a:pt x="200" y="146"/>
                  <a:pt x="197" y="146"/>
                </a:cubicBezTo>
                <a:cubicBezTo>
                  <a:pt x="195" y="146"/>
                  <a:pt x="192" y="145"/>
                  <a:pt x="190" y="142"/>
                </a:cubicBezTo>
                <a:cubicBezTo>
                  <a:pt x="190" y="143"/>
                  <a:pt x="190" y="143"/>
                  <a:pt x="190" y="143"/>
                </a:cubicBezTo>
                <a:cubicBezTo>
                  <a:pt x="116" y="91"/>
                  <a:pt x="116" y="91"/>
                  <a:pt x="116" y="91"/>
                </a:cubicBezTo>
                <a:cubicBezTo>
                  <a:pt x="114" y="90"/>
                  <a:pt x="112" y="89"/>
                  <a:pt x="110" y="89"/>
                </a:cubicBezTo>
                <a:cubicBezTo>
                  <a:pt x="108" y="88"/>
                  <a:pt x="106" y="88"/>
                  <a:pt x="104" y="88"/>
                </a:cubicBezTo>
                <a:cubicBezTo>
                  <a:pt x="100" y="88"/>
                  <a:pt x="96" y="89"/>
                  <a:pt x="93" y="91"/>
                </a:cubicBezTo>
                <a:cubicBezTo>
                  <a:pt x="93" y="91"/>
                  <a:pt x="93" y="91"/>
                  <a:pt x="93" y="91"/>
                </a:cubicBezTo>
                <a:cubicBezTo>
                  <a:pt x="18" y="143"/>
                  <a:pt x="18" y="143"/>
                  <a:pt x="18" y="143"/>
                </a:cubicBezTo>
                <a:cubicBezTo>
                  <a:pt x="18" y="142"/>
                  <a:pt x="18" y="142"/>
                  <a:pt x="18" y="142"/>
                </a:cubicBezTo>
                <a:cubicBezTo>
                  <a:pt x="17" y="143"/>
                  <a:pt x="15" y="144"/>
                  <a:pt x="14" y="145"/>
                </a:cubicBezTo>
                <a:cubicBezTo>
                  <a:pt x="13" y="145"/>
                  <a:pt x="12" y="146"/>
                  <a:pt x="10" y="146"/>
                </a:cubicBezTo>
                <a:cubicBezTo>
                  <a:pt x="9" y="146"/>
                  <a:pt x="8" y="145"/>
                  <a:pt x="6" y="145"/>
                </a:cubicBezTo>
                <a:cubicBezTo>
                  <a:pt x="5" y="144"/>
                  <a:pt x="4" y="144"/>
                  <a:pt x="3" y="142"/>
                </a:cubicBezTo>
                <a:cubicBezTo>
                  <a:pt x="2" y="141"/>
                  <a:pt x="1" y="140"/>
                  <a:pt x="1" y="139"/>
                </a:cubicBezTo>
                <a:cubicBezTo>
                  <a:pt x="0" y="138"/>
                  <a:pt x="0" y="136"/>
                  <a:pt x="0" y="135"/>
                </a:cubicBezTo>
                <a:cubicBezTo>
                  <a:pt x="0" y="134"/>
                  <a:pt x="0" y="133"/>
                  <a:pt x="1" y="131"/>
                </a:cubicBezTo>
                <a:cubicBezTo>
                  <a:pt x="1" y="130"/>
                  <a:pt x="2" y="129"/>
                  <a:pt x="3" y="128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92" name="Freeform 94"/>
          <p:cNvSpPr>
            <a:spLocks/>
          </p:cNvSpPr>
          <p:nvPr/>
        </p:nvSpPr>
        <p:spPr bwMode="auto">
          <a:xfrm>
            <a:off x="10594770" y="3347442"/>
            <a:ext cx="208485" cy="297527"/>
          </a:xfrm>
          <a:custGeom>
            <a:avLst/>
            <a:gdLst>
              <a:gd name="T0" fmla="*/ 0 w 96"/>
              <a:gd name="T1" fmla="*/ 48 h 137"/>
              <a:gd name="T2" fmla="*/ 48 w 96"/>
              <a:gd name="T3" fmla="*/ 0 h 137"/>
              <a:gd name="T4" fmla="*/ 96 w 96"/>
              <a:gd name="T5" fmla="*/ 48 h 137"/>
              <a:gd name="T6" fmla="*/ 65 w 96"/>
              <a:gd name="T7" fmla="*/ 48 h 137"/>
              <a:gd name="T8" fmla="*/ 65 w 96"/>
              <a:gd name="T9" fmla="*/ 137 h 137"/>
              <a:gd name="T10" fmla="*/ 31 w 96"/>
              <a:gd name="T11" fmla="*/ 137 h 137"/>
              <a:gd name="T12" fmla="*/ 31 w 96"/>
              <a:gd name="T13" fmla="*/ 48 h 137"/>
              <a:gd name="T14" fmla="*/ 0 w 96"/>
              <a:gd name="T15" fmla="*/ 48 h 1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96" h="137">
                <a:moveTo>
                  <a:pt x="0" y="48"/>
                </a:moveTo>
                <a:lnTo>
                  <a:pt x="48" y="0"/>
                </a:lnTo>
                <a:lnTo>
                  <a:pt x="96" y="48"/>
                </a:lnTo>
                <a:lnTo>
                  <a:pt x="65" y="48"/>
                </a:lnTo>
                <a:lnTo>
                  <a:pt x="65" y="137"/>
                </a:lnTo>
                <a:lnTo>
                  <a:pt x="31" y="137"/>
                </a:lnTo>
                <a:lnTo>
                  <a:pt x="31" y="48"/>
                </a:lnTo>
                <a:lnTo>
                  <a:pt x="0" y="48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93" name="Freeform 95"/>
          <p:cNvSpPr>
            <a:spLocks/>
          </p:cNvSpPr>
          <p:nvPr/>
        </p:nvSpPr>
        <p:spPr bwMode="auto">
          <a:xfrm>
            <a:off x="11118154" y="3347442"/>
            <a:ext cx="208485" cy="297527"/>
          </a:xfrm>
          <a:custGeom>
            <a:avLst/>
            <a:gdLst>
              <a:gd name="T0" fmla="*/ 0 w 96"/>
              <a:gd name="T1" fmla="*/ 89 h 137"/>
              <a:gd name="T2" fmla="*/ 31 w 96"/>
              <a:gd name="T3" fmla="*/ 89 h 137"/>
              <a:gd name="T4" fmla="*/ 31 w 96"/>
              <a:gd name="T5" fmla="*/ 0 h 137"/>
              <a:gd name="T6" fmla="*/ 65 w 96"/>
              <a:gd name="T7" fmla="*/ 0 h 137"/>
              <a:gd name="T8" fmla="*/ 65 w 96"/>
              <a:gd name="T9" fmla="*/ 89 h 137"/>
              <a:gd name="T10" fmla="*/ 96 w 96"/>
              <a:gd name="T11" fmla="*/ 89 h 137"/>
              <a:gd name="T12" fmla="*/ 48 w 96"/>
              <a:gd name="T13" fmla="*/ 137 h 137"/>
              <a:gd name="T14" fmla="*/ 0 w 96"/>
              <a:gd name="T15" fmla="*/ 89 h 1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96" h="137">
                <a:moveTo>
                  <a:pt x="0" y="89"/>
                </a:moveTo>
                <a:lnTo>
                  <a:pt x="31" y="89"/>
                </a:lnTo>
                <a:lnTo>
                  <a:pt x="31" y="0"/>
                </a:lnTo>
                <a:lnTo>
                  <a:pt x="65" y="0"/>
                </a:lnTo>
                <a:lnTo>
                  <a:pt x="65" y="89"/>
                </a:lnTo>
                <a:lnTo>
                  <a:pt x="96" y="89"/>
                </a:lnTo>
                <a:lnTo>
                  <a:pt x="48" y="137"/>
                </a:lnTo>
                <a:lnTo>
                  <a:pt x="0" y="89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94" name="Freeform 96"/>
          <p:cNvSpPr>
            <a:spLocks/>
          </p:cNvSpPr>
          <p:nvPr/>
        </p:nvSpPr>
        <p:spPr bwMode="auto">
          <a:xfrm>
            <a:off x="800321" y="3935976"/>
            <a:ext cx="297527" cy="208485"/>
          </a:xfrm>
          <a:custGeom>
            <a:avLst/>
            <a:gdLst>
              <a:gd name="T0" fmla="*/ 0 w 137"/>
              <a:gd name="T1" fmla="*/ 65 h 96"/>
              <a:gd name="T2" fmla="*/ 0 w 137"/>
              <a:gd name="T3" fmla="*/ 31 h 96"/>
              <a:gd name="T4" fmla="*/ 89 w 137"/>
              <a:gd name="T5" fmla="*/ 31 h 96"/>
              <a:gd name="T6" fmla="*/ 89 w 137"/>
              <a:gd name="T7" fmla="*/ 0 h 96"/>
              <a:gd name="T8" fmla="*/ 137 w 137"/>
              <a:gd name="T9" fmla="*/ 48 h 96"/>
              <a:gd name="T10" fmla="*/ 89 w 137"/>
              <a:gd name="T11" fmla="*/ 96 h 96"/>
              <a:gd name="T12" fmla="*/ 89 w 137"/>
              <a:gd name="T13" fmla="*/ 65 h 96"/>
              <a:gd name="T14" fmla="*/ 0 w 137"/>
              <a:gd name="T15" fmla="*/ 65 h 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37" h="96">
                <a:moveTo>
                  <a:pt x="0" y="65"/>
                </a:moveTo>
                <a:lnTo>
                  <a:pt x="0" y="31"/>
                </a:lnTo>
                <a:lnTo>
                  <a:pt x="89" y="31"/>
                </a:lnTo>
                <a:lnTo>
                  <a:pt x="89" y="0"/>
                </a:lnTo>
                <a:lnTo>
                  <a:pt x="137" y="48"/>
                </a:lnTo>
                <a:lnTo>
                  <a:pt x="89" y="96"/>
                </a:lnTo>
                <a:lnTo>
                  <a:pt x="89" y="65"/>
                </a:lnTo>
                <a:lnTo>
                  <a:pt x="0" y="65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95" name="Freeform 97"/>
          <p:cNvSpPr>
            <a:spLocks/>
          </p:cNvSpPr>
          <p:nvPr/>
        </p:nvSpPr>
        <p:spPr bwMode="auto">
          <a:xfrm>
            <a:off x="1232493" y="3935976"/>
            <a:ext cx="297527" cy="208485"/>
          </a:xfrm>
          <a:custGeom>
            <a:avLst/>
            <a:gdLst>
              <a:gd name="T0" fmla="*/ 0 w 137"/>
              <a:gd name="T1" fmla="*/ 48 h 96"/>
              <a:gd name="T2" fmla="*/ 48 w 137"/>
              <a:gd name="T3" fmla="*/ 0 h 96"/>
              <a:gd name="T4" fmla="*/ 48 w 137"/>
              <a:gd name="T5" fmla="*/ 31 h 96"/>
              <a:gd name="T6" fmla="*/ 137 w 137"/>
              <a:gd name="T7" fmla="*/ 31 h 96"/>
              <a:gd name="T8" fmla="*/ 137 w 137"/>
              <a:gd name="T9" fmla="*/ 65 h 96"/>
              <a:gd name="T10" fmla="*/ 48 w 137"/>
              <a:gd name="T11" fmla="*/ 65 h 96"/>
              <a:gd name="T12" fmla="*/ 48 w 137"/>
              <a:gd name="T13" fmla="*/ 96 h 96"/>
              <a:gd name="T14" fmla="*/ 0 w 137"/>
              <a:gd name="T15" fmla="*/ 48 h 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37" h="96">
                <a:moveTo>
                  <a:pt x="0" y="48"/>
                </a:moveTo>
                <a:lnTo>
                  <a:pt x="48" y="0"/>
                </a:lnTo>
                <a:lnTo>
                  <a:pt x="48" y="31"/>
                </a:lnTo>
                <a:lnTo>
                  <a:pt x="137" y="31"/>
                </a:lnTo>
                <a:lnTo>
                  <a:pt x="137" y="65"/>
                </a:lnTo>
                <a:lnTo>
                  <a:pt x="48" y="65"/>
                </a:lnTo>
                <a:lnTo>
                  <a:pt x="48" y="96"/>
                </a:lnTo>
                <a:lnTo>
                  <a:pt x="0" y="48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96" name="Freeform 98"/>
          <p:cNvSpPr>
            <a:spLocks noEditPoints="1"/>
          </p:cNvSpPr>
          <p:nvPr/>
        </p:nvSpPr>
        <p:spPr bwMode="auto">
          <a:xfrm>
            <a:off x="1742846" y="3918602"/>
            <a:ext cx="297527" cy="256263"/>
          </a:xfrm>
          <a:custGeom>
            <a:avLst/>
            <a:gdLst>
              <a:gd name="T0" fmla="*/ 37 w 208"/>
              <a:gd name="T1" fmla="*/ 79 h 179"/>
              <a:gd name="T2" fmla="*/ 63 w 208"/>
              <a:gd name="T3" fmla="*/ 82 h 179"/>
              <a:gd name="T4" fmla="*/ 76 w 208"/>
              <a:gd name="T5" fmla="*/ 64 h 179"/>
              <a:gd name="T6" fmla="*/ 138 w 208"/>
              <a:gd name="T7" fmla="*/ 75 h 179"/>
              <a:gd name="T8" fmla="*/ 156 w 208"/>
              <a:gd name="T9" fmla="*/ 85 h 179"/>
              <a:gd name="T10" fmla="*/ 177 w 208"/>
              <a:gd name="T11" fmla="*/ 64 h 179"/>
              <a:gd name="T12" fmla="*/ 205 w 208"/>
              <a:gd name="T13" fmla="*/ 67 h 179"/>
              <a:gd name="T14" fmla="*/ 207 w 208"/>
              <a:gd name="T15" fmla="*/ 79 h 179"/>
              <a:gd name="T16" fmla="*/ 202 w 208"/>
              <a:gd name="T17" fmla="*/ 84 h 179"/>
              <a:gd name="T18" fmla="*/ 177 w 208"/>
              <a:gd name="T19" fmla="*/ 168 h 179"/>
              <a:gd name="T20" fmla="*/ 171 w 208"/>
              <a:gd name="T21" fmla="*/ 177 h 179"/>
              <a:gd name="T22" fmla="*/ 42 w 208"/>
              <a:gd name="T23" fmla="*/ 179 h 179"/>
              <a:gd name="T24" fmla="*/ 34 w 208"/>
              <a:gd name="T25" fmla="*/ 174 h 179"/>
              <a:gd name="T26" fmla="*/ 11 w 208"/>
              <a:gd name="T27" fmla="*/ 85 h 179"/>
              <a:gd name="T28" fmla="*/ 3 w 208"/>
              <a:gd name="T29" fmla="*/ 82 h 179"/>
              <a:gd name="T30" fmla="*/ 0 w 208"/>
              <a:gd name="T31" fmla="*/ 75 h 179"/>
              <a:gd name="T32" fmla="*/ 11 w 208"/>
              <a:gd name="T33" fmla="*/ 64 h 179"/>
              <a:gd name="T34" fmla="*/ 42 w 208"/>
              <a:gd name="T35" fmla="*/ 64 h 179"/>
              <a:gd name="T36" fmla="*/ 43 w 208"/>
              <a:gd name="T37" fmla="*/ 59 h 179"/>
              <a:gd name="T38" fmla="*/ 78 w 208"/>
              <a:gd name="T39" fmla="*/ 1 h 179"/>
              <a:gd name="T40" fmla="*/ 87 w 208"/>
              <a:gd name="T41" fmla="*/ 1 h 179"/>
              <a:gd name="T42" fmla="*/ 93 w 208"/>
              <a:gd name="T43" fmla="*/ 6 h 179"/>
              <a:gd name="T44" fmla="*/ 92 w 208"/>
              <a:gd name="T45" fmla="*/ 16 h 179"/>
              <a:gd name="T46" fmla="*/ 52 w 208"/>
              <a:gd name="T47" fmla="*/ 75 h 179"/>
              <a:gd name="T48" fmla="*/ 42 w 208"/>
              <a:gd name="T49" fmla="*/ 64 h 179"/>
              <a:gd name="T50" fmla="*/ 54 w 208"/>
              <a:gd name="T51" fmla="*/ 156 h 179"/>
              <a:gd name="T52" fmla="*/ 61 w 208"/>
              <a:gd name="T53" fmla="*/ 156 h 179"/>
              <a:gd name="T54" fmla="*/ 62 w 208"/>
              <a:gd name="T55" fmla="*/ 111 h 179"/>
              <a:gd name="T56" fmla="*/ 57 w 208"/>
              <a:gd name="T57" fmla="*/ 106 h 179"/>
              <a:gd name="T58" fmla="*/ 52 w 208"/>
              <a:gd name="T59" fmla="*/ 111 h 179"/>
              <a:gd name="T60" fmla="*/ 83 w 208"/>
              <a:gd name="T61" fmla="*/ 153 h 179"/>
              <a:gd name="T62" fmla="*/ 88 w 208"/>
              <a:gd name="T63" fmla="*/ 158 h 179"/>
              <a:gd name="T64" fmla="*/ 94 w 208"/>
              <a:gd name="T65" fmla="*/ 153 h 179"/>
              <a:gd name="T66" fmla="*/ 92 w 208"/>
              <a:gd name="T67" fmla="*/ 107 h 179"/>
              <a:gd name="T68" fmla="*/ 85 w 208"/>
              <a:gd name="T69" fmla="*/ 107 h 179"/>
              <a:gd name="T70" fmla="*/ 83 w 208"/>
              <a:gd name="T71" fmla="*/ 153 h 179"/>
              <a:gd name="T72" fmla="*/ 115 w 208"/>
              <a:gd name="T73" fmla="*/ 6 h 179"/>
              <a:gd name="T74" fmla="*/ 121 w 208"/>
              <a:gd name="T75" fmla="*/ 1 h 179"/>
              <a:gd name="T76" fmla="*/ 130 w 208"/>
              <a:gd name="T77" fmla="*/ 1 h 179"/>
              <a:gd name="T78" fmla="*/ 165 w 208"/>
              <a:gd name="T79" fmla="*/ 59 h 179"/>
              <a:gd name="T80" fmla="*/ 167 w 208"/>
              <a:gd name="T81" fmla="*/ 64 h 179"/>
              <a:gd name="T82" fmla="*/ 156 w 208"/>
              <a:gd name="T83" fmla="*/ 75 h 179"/>
              <a:gd name="T84" fmla="*/ 116 w 208"/>
              <a:gd name="T85" fmla="*/ 16 h 179"/>
              <a:gd name="T86" fmla="*/ 115 w 208"/>
              <a:gd name="T87" fmla="*/ 153 h 179"/>
              <a:gd name="T88" fmla="*/ 120 w 208"/>
              <a:gd name="T89" fmla="*/ 158 h 179"/>
              <a:gd name="T90" fmla="*/ 125 w 208"/>
              <a:gd name="T91" fmla="*/ 153 h 179"/>
              <a:gd name="T92" fmla="*/ 123 w 208"/>
              <a:gd name="T93" fmla="*/ 107 h 179"/>
              <a:gd name="T94" fmla="*/ 116 w 208"/>
              <a:gd name="T95" fmla="*/ 107 h 179"/>
              <a:gd name="T96" fmla="*/ 115 w 208"/>
              <a:gd name="T97" fmla="*/ 153 h 179"/>
              <a:gd name="T98" fmla="*/ 147 w 208"/>
              <a:gd name="T99" fmla="*/ 156 h 179"/>
              <a:gd name="T100" fmla="*/ 155 w 208"/>
              <a:gd name="T101" fmla="*/ 156 h 179"/>
              <a:gd name="T102" fmla="*/ 156 w 208"/>
              <a:gd name="T103" fmla="*/ 111 h 179"/>
              <a:gd name="T104" fmla="*/ 151 w 208"/>
              <a:gd name="T105" fmla="*/ 106 h 179"/>
              <a:gd name="T106" fmla="*/ 146 w 208"/>
              <a:gd name="T107" fmla="*/ 111 h 1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08" h="179">
                <a:moveTo>
                  <a:pt x="31" y="64"/>
                </a:moveTo>
                <a:cubicBezTo>
                  <a:pt x="31" y="70"/>
                  <a:pt x="33" y="75"/>
                  <a:pt x="37" y="79"/>
                </a:cubicBezTo>
                <a:cubicBezTo>
                  <a:pt x="41" y="83"/>
                  <a:pt x="46" y="85"/>
                  <a:pt x="52" y="85"/>
                </a:cubicBezTo>
                <a:cubicBezTo>
                  <a:pt x="56" y="85"/>
                  <a:pt x="59" y="84"/>
                  <a:pt x="63" y="82"/>
                </a:cubicBezTo>
                <a:cubicBezTo>
                  <a:pt x="66" y="81"/>
                  <a:pt x="68" y="78"/>
                  <a:pt x="70" y="75"/>
                </a:cubicBezTo>
                <a:cubicBezTo>
                  <a:pt x="76" y="64"/>
                  <a:pt x="76" y="64"/>
                  <a:pt x="76" y="64"/>
                </a:cubicBezTo>
                <a:cubicBezTo>
                  <a:pt x="132" y="64"/>
                  <a:pt x="132" y="64"/>
                  <a:pt x="132" y="64"/>
                </a:cubicBezTo>
                <a:cubicBezTo>
                  <a:pt x="138" y="75"/>
                  <a:pt x="138" y="75"/>
                  <a:pt x="138" y="75"/>
                </a:cubicBezTo>
                <a:cubicBezTo>
                  <a:pt x="140" y="78"/>
                  <a:pt x="143" y="81"/>
                  <a:pt x="146" y="82"/>
                </a:cubicBezTo>
                <a:cubicBezTo>
                  <a:pt x="149" y="84"/>
                  <a:pt x="152" y="85"/>
                  <a:pt x="156" y="85"/>
                </a:cubicBezTo>
                <a:cubicBezTo>
                  <a:pt x="162" y="85"/>
                  <a:pt x="167" y="83"/>
                  <a:pt x="171" y="79"/>
                </a:cubicBezTo>
                <a:cubicBezTo>
                  <a:pt x="175" y="75"/>
                  <a:pt x="177" y="70"/>
                  <a:pt x="177" y="64"/>
                </a:cubicBezTo>
                <a:cubicBezTo>
                  <a:pt x="198" y="64"/>
                  <a:pt x="198" y="64"/>
                  <a:pt x="198" y="64"/>
                </a:cubicBezTo>
                <a:cubicBezTo>
                  <a:pt x="201" y="64"/>
                  <a:pt x="203" y="65"/>
                  <a:pt x="205" y="67"/>
                </a:cubicBezTo>
                <a:cubicBezTo>
                  <a:pt x="207" y="69"/>
                  <a:pt x="208" y="72"/>
                  <a:pt x="208" y="75"/>
                </a:cubicBezTo>
                <a:cubicBezTo>
                  <a:pt x="208" y="76"/>
                  <a:pt x="208" y="77"/>
                  <a:pt x="207" y="79"/>
                </a:cubicBezTo>
                <a:cubicBezTo>
                  <a:pt x="207" y="80"/>
                  <a:pt x="206" y="81"/>
                  <a:pt x="205" y="82"/>
                </a:cubicBezTo>
                <a:cubicBezTo>
                  <a:pt x="204" y="83"/>
                  <a:pt x="203" y="84"/>
                  <a:pt x="202" y="84"/>
                </a:cubicBezTo>
                <a:cubicBezTo>
                  <a:pt x="201" y="85"/>
                  <a:pt x="199" y="85"/>
                  <a:pt x="198" y="85"/>
                </a:cubicBezTo>
                <a:cubicBezTo>
                  <a:pt x="177" y="168"/>
                  <a:pt x="177" y="168"/>
                  <a:pt x="177" y="168"/>
                </a:cubicBezTo>
                <a:cubicBezTo>
                  <a:pt x="176" y="171"/>
                  <a:pt x="175" y="173"/>
                  <a:pt x="174" y="174"/>
                </a:cubicBezTo>
                <a:cubicBezTo>
                  <a:pt x="173" y="176"/>
                  <a:pt x="172" y="177"/>
                  <a:pt x="171" y="177"/>
                </a:cubicBezTo>
                <a:cubicBezTo>
                  <a:pt x="169" y="178"/>
                  <a:pt x="168" y="179"/>
                  <a:pt x="167" y="179"/>
                </a:cubicBezTo>
                <a:cubicBezTo>
                  <a:pt x="42" y="179"/>
                  <a:pt x="42" y="179"/>
                  <a:pt x="42" y="179"/>
                </a:cubicBezTo>
                <a:cubicBezTo>
                  <a:pt x="40" y="179"/>
                  <a:pt x="39" y="178"/>
                  <a:pt x="37" y="177"/>
                </a:cubicBezTo>
                <a:cubicBezTo>
                  <a:pt x="36" y="177"/>
                  <a:pt x="35" y="176"/>
                  <a:pt x="34" y="174"/>
                </a:cubicBezTo>
                <a:cubicBezTo>
                  <a:pt x="33" y="173"/>
                  <a:pt x="32" y="171"/>
                  <a:pt x="31" y="168"/>
                </a:cubicBezTo>
                <a:cubicBezTo>
                  <a:pt x="11" y="85"/>
                  <a:pt x="11" y="85"/>
                  <a:pt x="11" y="85"/>
                </a:cubicBezTo>
                <a:cubicBezTo>
                  <a:pt x="9" y="85"/>
                  <a:pt x="8" y="85"/>
                  <a:pt x="6" y="84"/>
                </a:cubicBezTo>
                <a:cubicBezTo>
                  <a:pt x="5" y="84"/>
                  <a:pt x="4" y="83"/>
                  <a:pt x="3" y="82"/>
                </a:cubicBezTo>
                <a:cubicBezTo>
                  <a:pt x="2" y="81"/>
                  <a:pt x="1" y="80"/>
                  <a:pt x="1" y="79"/>
                </a:cubicBezTo>
                <a:cubicBezTo>
                  <a:pt x="0" y="77"/>
                  <a:pt x="0" y="76"/>
                  <a:pt x="0" y="75"/>
                </a:cubicBezTo>
                <a:cubicBezTo>
                  <a:pt x="0" y="72"/>
                  <a:pt x="1" y="69"/>
                  <a:pt x="3" y="67"/>
                </a:cubicBezTo>
                <a:cubicBezTo>
                  <a:pt x="5" y="65"/>
                  <a:pt x="8" y="64"/>
                  <a:pt x="11" y="64"/>
                </a:cubicBezTo>
                <a:lnTo>
                  <a:pt x="31" y="64"/>
                </a:lnTo>
                <a:close/>
                <a:moveTo>
                  <a:pt x="42" y="64"/>
                </a:moveTo>
                <a:cubicBezTo>
                  <a:pt x="42" y="63"/>
                  <a:pt x="42" y="62"/>
                  <a:pt x="42" y="62"/>
                </a:cubicBezTo>
                <a:cubicBezTo>
                  <a:pt x="42" y="61"/>
                  <a:pt x="43" y="60"/>
                  <a:pt x="43" y="59"/>
                </a:cubicBezTo>
                <a:cubicBezTo>
                  <a:pt x="74" y="5"/>
                  <a:pt x="74" y="5"/>
                  <a:pt x="74" y="5"/>
                </a:cubicBezTo>
                <a:cubicBezTo>
                  <a:pt x="75" y="3"/>
                  <a:pt x="77" y="2"/>
                  <a:pt x="78" y="1"/>
                </a:cubicBezTo>
                <a:cubicBezTo>
                  <a:pt x="80" y="0"/>
                  <a:pt x="81" y="0"/>
                  <a:pt x="83" y="0"/>
                </a:cubicBezTo>
                <a:cubicBezTo>
                  <a:pt x="85" y="0"/>
                  <a:pt x="86" y="0"/>
                  <a:pt x="87" y="1"/>
                </a:cubicBezTo>
                <a:cubicBezTo>
                  <a:pt x="89" y="1"/>
                  <a:pt x="90" y="2"/>
                  <a:pt x="91" y="3"/>
                </a:cubicBezTo>
                <a:cubicBezTo>
                  <a:pt x="92" y="4"/>
                  <a:pt x="92" y="5"/>
                  <a:pt x="93" y="6"/>
                </a:cubicBezTo>
                <a:cubicBezTo>
                  <a:pt x="93" y="8"/>
                  <a:pt x="94" y="9"/>
                  <a:pt x="94" y="10"/>
                </a:cubicBezTo>
                <a:cubicBezTo>
                  <a:pt x="94" y="12"/>
                  <a:pt x="93" y="14"/>
                  <a:pt x="92" y="16"/>
                </a:cubicBezTo>
                <a:cubicBezTo>
                  <a:pt x="61" y="70"/>
                  <a:pt x="61" y="70"/>
                  <a:pt x="61" y="70"/>
                </a:cubicBezTo>
                <a:cubicBezTo>
                  <a:pt x="59" y="73"/>
                  <a:pt x="56" y="75"/>
                  <a:pt x="52" y="75"/>
                </a:cubicBezTo>
                <a:cubicBezTo>
                  <a:pt x="49" y="75"/>
                  <a:pt x="47" y="74"/>
                  <a:pt x="45" y="72"/>
                </a:cubicBezTo>
                <a:cubicBezTo>
                  <a:pt x="43" y="70"/>
                  <a:pt x="42" y="67"/>
                  <a:pt x="42" y="64"/>
                </a:cubicBezTo>
                <a:close/>
                <a:moveTo>
                  <a:pt x="52" y="153"/>
                </a:moveTo>
                <a:cubicBezTo>
                  <a:pt x="52" y="154"/>
                  <a:pt x="53" y="155"/>
                  <a:pt x="54" y="156"/>
                </a:cubicBezTo>
                <a:cubicBezTo>
                  <a:pt x="55" y="157"/>
                  <a:pt x="56" y="158"/>
                  <a:pt x="57" y="158"/>
                </a:cubicBezTo>
                <a:cubicBezTo>
                  <a:pt x="59" y="158"/>
                  <a:pt x="60" y="157"/>
                  <a:pt x="61" y="156"/>
                </a:cubicBezTo>
                <a:cubicBezTo>
                  <a:pt x="62" y="155"/>
                  <a:pt x="62" y="154"/>
                  <a:pt x="62" y="153"/>
                </a:cubicBezTo>
                <a:cubicBezTo>
                  <a:pt x="62" y="111"/>
                  <a:pt x="62" y="111"/>
                  <a:pt x="62" y="111"/>
                </a:cubicBezTo>
                <a:cubicBezTo>
                  <a:pt x="62" y="110"/>
                  <a:pt x="62" y="108"/>
                  <a:pt x="61" y="107"/>
                </a:cubicBezTo>
                <a:cubicBezTo>
                  <a:pt x="60" y="106"/>
                  <a:pt x="59" y="106"/>
                  <a:pt x="57" y="106"/>
                </a:cubicBezTo>
                <a:cubicBezTo>
                  <a:pt x="56" y="106"/>
                  <a:pt x="55" y="106"/>
                  <a:pt x="54" y="107"/>
                </a:cubicBezTo>
                <a:cubicBezTo>
                  <a:pt x="53" y="108"/>
                  <a:pt x="52" y="110"/>
                  <a:pt x="52" y="111"/>
                </a:cubicBezTo>
                <a:lnTo>
                  <a:pt x="52" y="153"/>
                </a:lnTo>
                <a:close/>
                <a:moveTo>
                  <a:pt x="83" y="153"/>
                </a:moveTo>
                <a:cubicBezTo>
                  <a:pt x="83" y="154"/>
                  <a:pt x="84" y="155"/>
                  <a:pt x="85" y="156"/>
                </a:cubicBezTo>
                <a:cubicBezTo>
                  <a:pt x="86" y="157"/>
                  <a:pt x="87" y="158"/>
                  <a:pt x="88" y="158"/>
                </a:cubicBezTo>
                <a:cubicBezTo>
                  <a:pt x="90" y="158"/>
                  <a:pt x="91" y="157"/>
                  <a:pt x="92" y="156"/>
                </a:cubicBezTo>
                <a:cubicBezTo>
                  <a:pt x="93" y="155"/>
                  <a:pt x="94" y="154"/>
                  <a:pt x="94" y="153"/>
                </a:cubicBezTo>
                <a:cubicBezTo>
                  <a:pt x="94" y="111"/>
                  <a:pt x="94" y="111"/>
                  <a:pt x="94" y="111"/>
                </a:cubicBezTo>
                <a:cubicBezTo>
                  <a:pt x="94" y="110"/>
                  <a:pt x="93" y="108"/>
                  <a:pt x="92" y="107"/>
                </a:cubicBezTo>
                <a:cubicBezTo>
                  <a:pt x="91" y="106"/>
                  <a:pt x="90" y="106"/>
                  <a:pt x="88" y="106"/>
                </a:cubicBezTo>
                <a:cubicBezTo>
                  <a:pt x="87" y="106"/>
                  <a:pt x="86" y="106"/>
                  <a:pt x="85" y="107"/>
                </a:cubicBezTo>
                <a:cubicBezTo>
                  <a:pt x="84" y="108"/>
                  <a:pt x="83" y="110"/>
                  <a:pt x="83" y="111"/>
                </a:cubicBezTo>
                <a:lnTo>
                  <a:pt x="83" y="153"/>
                </a:lnTo>
                <a:close/>
                <a:moveTo>
                  <a:pt x="115" y="10"/>
                </a:moveTo>
                <a:cubicBezTo>
                  <a:pt x="115" y="9"/>
                  <a:pt x="115" y="8"/>
                  <a:pt x="115" y="6"/>
                </a:cubicBezTo>
                <a:cubicBezTo>
                  <a:pt x="116" y="5"/>
                  <a:pt x="117" y="4"/>
                  <a:pt x="118" y="3"/>
                </a:cubicBezTo>
                <a:cubicBezTo>
                  <a:pt x="118" y="2"/>
                  <a:pt x="120" y="1"/>
                  <a:pt x="121" y="1"/>
                </a:cubicBezTo>
                <a:cubicBezTo>
                  <a:pt x="122" y="0"/>
                  <a:pt x="123" y="0"/>
                  <a:pt x="125" y="0"/>
                </a:cubicBezTo>
                <a:cubicBezTo>
                  <a:pt x="127" y="0"/>
                  <a:pt x="129" y="0"/>
                  <a:pt x="130" y="1"/>
                </a:cubicBezTo>
                <a:cubicBezTo>
                  <a:pt x="132" y="2"/>
                  <a:pt x="133" y="3"/>
                  <a:pt x="134" y="5"/>
                </a:cubicBezTo>
                <a:cubicBezTo>
                  <a:pt x="165" y="59"/>
                  <a:pt x="165" y="59"/>
                  <a:pt x="165" y="59"/>
                </a:cubicBezTo>
                <a:cubicBezTo>
                  <a:pt x="165" y="60"/>
                  <a:pt x="166" y="61"/>
                  <a:pt x="166" y="62"/>
                </a:cubicBezTo>
                <a:cubicBezTo>
                  <a:pt x="166" y="62"/>
                  <a:pt x="167" y="63"/>
                  <a:pt x="167" y="64"/>
                </a:cubicBezTo>
                <a:cubicBezTo>
                  <a:pt x="167" y="67"/>
                  <a:pt x="166" y="70"/>
                  <a:pt x="164" y="72"/>
                </a:cubicBezTo>
                <a:cubicBezTo>
                  <a:pt x="162" y="74"/>
                  <a:pt x="159" y="75"/>
                  <a:pt x="156" y="75"/>
                </a:cubicBezTo>
                <a:cubicBezTo>
                  <a:pt x="152" y="75"/>
                  <a:pt x="149" y="73"/>
                  <a:pt x="147" y="70"/>
                </a:cubicBezTo>
                <a:cubicBezTo>
                  <a:pt x="116" y="16"/>
                  <a:pt x="116" y="16"/>
                  <a:pt x="116" y="16"/>
                </a:cubicBezTo>
                <a:cubicBezTo>
                  <a:pt x="115" y="14"/>
                  <a:pt x="115" y="12"/>
                  <a:pt x="115" y="10"/>
                </a:cubicBezTo>
                <a:close/>
                <a:moveTo>
                  <a:pt x="115" y="153"/>
                </a:moveTo>
                <a:cubicBezTo>
                  <a:pt x="115" y="154"/>
                  <a:pt x="115" y="155"/>
                  <a:pt x="116" y="156"/>
                </a:cubicBezTo>
                <a:cubicBezTo>
                  <a:pt x="117" y="157"/>
                  <a:pt x="118" y="158"/>
                  <a:pt x="120" y="158"/>
                </a:cubicBezTo>
                <a:cubicBezTo>
                  <a:pt x="121" y="158"/>
                  <a:pt x="122" y="157"/>
                  <a:pt x="123" y="156"/>
                </a:cubicBezTo>
                <a:cubicBezTo>
                  <a:pt x="124" y="155"/>
                  <a:pt x="125" y="154"/>
                  <a:pt x="125" y="153"/>
                </a:cubicBezTo>
                <a:cubicBezTo>
                  <a:pt x="125" y="111"/>
                  <a:pt x="125" y="111"/>
                  <a:pt x="125" y="111"/>
                </a:cubicBezTo>
                <a:cubicBezTo>
                  <a:pt x="125" y="110"/>
                  <a:pt x="124" y="108"/>
                  <a:pt x="123" y="107"/>
                </a:cubicBezTo>
                <a:cubicBezTo>
                  <a:pt x="122" y="106"/>
                  <a:pt x="121" y="106"/>
                  <a:pt x="120" y="106"/>
                </a:cubicBezTo>
                <a:cubicBezTo>
                  <a:pt x="118" y="106"/>
                  <a:pt x="117" y="106"/>
                  <a:pt x="116" y="107"/>
                </a:cubicBezTo>
                <a:cubicBezTo>
                  <a:pt x="115" y="108"/>
                  <a:pt x="115" y="110"/>
                  <a:pt x="115" y="111"/>
                </a:cubicBezTo>
                <a:lnTo>
                  <a:pt x="115" y="153"/>
                </a:lnTo>
                <a:close/>
                <a:moveTo>
                  <a:pt x="146" y="153"/>
                </a:moveTo>
                <a:cubicBezTo>
                  <a:pt x="146" y="154"/>
                  <a:pt x="146" y="155"/>
                  <a:pt x="147" y="156"/>
                </a:cubicBezTo>
                <a:cubicBezTo>
                  <a:pt x="148" y="157"/>
                  <a:pt x="149" y="158"/>
                  <a:pt x="151" y="158"/>
                </a:cubicBezTo>
                <a:cubicBezTo>
                  <a:pt x="152" y="158"/>
                  <a:pt x="154" y="157"/>
                  <a:pt x="155" y="156"/>
                </a:cubicBezTo>
                <a:cubicBezTo>
                  <a:pt x="156" y="155"/>
                  <a:pt x="156" y="154"/>
                  <a:pt x="156" y="153"/>
                </a:cubicBezTo>
                <a:cubicBezTo>
                  <a:pt x="156" y="111"/>
                  <a:pt x="156" y="111"/>
                  <a:pt x="156" y="111"/>
                </a:cubicBezTo>
                <a:cubicBezTo>
                  <a:pt x="156" y="110"/>
                  <a:pt x="156" y="108"/>
                  <a:pt x="155" y="107"/>
                </a:cubicBezTo>
                <a:cubicBezTo>
                  <a:pt x="154" y="106"/>
                  <a:pt x="152" y="106"/>
                  <a:pt x="151" y="106"/>
                </a:cubicBezTo>
                <a:cubicBezTo>
                  <a:pt x="149" y="106"/>
                  <a:pt x="148" y="106"/>
                  <a:pt x="147" y="107"/>
                </a:cubicBezTo>
                <a:cubicBezTo>
                  <a:pt x="146" y="108"/>
                  <a:pt x="146" y="110"/>
                  <a:pt x="146" y="111"/>
                </a:cubicBezTo>
                <a:lnTo>
                  <a:pt x="146" y="153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97" name="Freeform 99"/>
          <p:cNvSpPr>
            <a:spLocks noEditPoints="1"/>
          </p:cNvSpPr>
          <p:nvPr/>
        </p:nvSpPr>
        <p:spPr bwMode="auto">
          <a:xfrm>
            <a:off x="2251029" y="3890371"/>
            <a:ext cx="297527" cy="312728"/>
          </a:xfrm>
          <a:custGeom>
            <a:avLst/>
            <a:gdLst>
              <a:gd name="T0" fmla="*/ 29 w 208"/>
              <a:gd name="T1" fmla="*/ 0 h 218"/>
              <a:gd name="T2" fmla="*/ 39 w 208"/>
              <a:gd name="T3" fmla="*/ 11 h 218"/>
              <a:gd name="T4" fmla="*/ 63 w 208"/>
              <a:gd name="T5" fmla="*/ 156 h 218"/>
              <a:gd name="T6" fmla="*/ 187 w 208"/>
              <a:gd name="T7" fmla="*/ 156 h 218"/>
              <a:gd name="T8" fmla="*/ 191 w 208"/>
              <a:gd name="T9" fmla="*/ 157 h 218"/>
              <a:gd name="T10" fmla="*/ 194 w 208"/>
              <a:gd name="T11" fmla="*/ 159 h 218"/>
              <a:gd name="T12" fmla="*/ 197 w 208"/>
              <a:gd name="T13" fmla="*/ 162 h 218"/>
              <a:gd name="T14" fmla="*/ 198 w 208"/>
              <a:gd name="T15" fmla="*/ 167 h 218"/>
              <a:gd name="T16" fmla="*/ 197 w 208"/>
              <a:gd name="T17" fmla="*/ 171 h 218"/>
              <a:gd name="T18" fmla="*/ 194 w 208"/>
              <a:gd name="T19" fmla="*/ 174 h 218"/>
              <a:gd name="T20" fmla="*/ 191 w 208"/>
              <a:gd name="T21" fmla="*/ 176 h 218"/>
              <a:gd name="T22" fmla="*/ 187 w 208"/>
              <a:gd name="T23" fmla="*/ 177 h 218"/>
              <a:gd name="T24" fmla="*/ 54 w 208"/>
              <a:gd name="T25" fmla="*/ 177 h 218"/>
              <a:gd name="T26" fmla="*/ 53 w 208"/>
              <a:gd name="T27" fmla="*/ 177 h 218"/>
              <a:gd name="T28" fmla="*/ 50 w 208"/>
              <a:gd name="T29" fmla="*/ 176 h 218"/>
              <a:gd name="T30" fmla="*/ 46 w 208"/>
              <a:gd name="T31" fmla="*/ 173 h 218"/>
              <a:gd name="T32" fmla="*/ 44 w 208"/>
              <a:gd name="T33" fmla="*/ 167 h 218"/>
              <a:gd name="T34" fmla="*/ 21 w 208"/>
              <a:gd name="T35" fmla="*/ 21 h 218"/>
              <a:gd name="T36" fmla="*/ 10 w 208"/>
              <a:gd name="T37" fmla="*/ 21 h 218"/>
              <a:gd name="T38" fmla="*/ 6 w 208"/>
              <a:gd name="T39" fmla="*/ 20 h 218"/>
              <a:gd name="T40" fmla="*/ 3 w 208"/>
              <a:gd name="T41" fmla="*/ 18 h 218"/>
              <a:gd name="T42" fmla="*/ 1 w 208"/>
              <a:gd name="T43" fmla="*/ 15 h 218"/>
              <a:gd name="T44" fmla="*/ 0 w 208"/>
              <a:gd name="T45" fmla="*/ 11 h 218"/>
              <a:gd name="T46" fmla="*/ 1 w 208"/>
              <a:gd name="T47" fmla="*/ 6 h 218"/>
              <a:gd name="T48" fmla="*/ 3 w 208"/>
              <a:gd name="T49" fmla="*/ 3 h 218"/>
              <a:gd name="T50" fmla="*/ 6 w 208"/>
              <a:gd name="T51" fmla="*/ 1 h 218"/>
              <a:gd name="T52" fmla="*/ 10 w 208"/>
              <a:gd name="T53" fmla="*/ 0 h 218"/>
              <a:gd name="T54" fmla="*/ 29 w 208"/>
              <a:gd name="T55" fmla="*/ 0 h 218"/>
              <a:gd name="T56" fmla="*/ 52 w 208"/>
              <a:gd name="T57" fmla="*/ 31 h 218"/>
              <a:gd name="T58" fmla="*/ 208 w 208"/>
              <a:gd name="T59" fmla="*/ 42 h 218"/>
              <a:gd name="T60" fmla="*/ 208 w 208"/>
              <a:gd name="T61" fmla="*/ 104 h 218"/>
              <a:gd name="T62" fmla="*/ 67 w 208"/>
              <a:gd name="T63" fmla="*/ 125 h 218"/>
              <a:gd name="T64" fmla="*/ 52 w 208"/>
              <a:gd name="T65" fmla="*/ 31 h 218"/>
              <a:gd name="T66" fmla="*/ 60 w 208"/>
              <a:gd name="T67" fmla="*/ 203 h 218"/>
              <a:gd name="T68" fmla="*/ 64 w 208"/>
              <a:gd name="T69" fmla="*/ 192 h 218"/>
              <a:gd name="T70" fmla="*/ 75 w 208"/>
              <a:gd name="T71" fmla="*/ 187 h 218"/>
              <a:gd name="T72" fmla="*/ 86 w 208"/>
              <a:gd name="T73" fmla="*/ 192 h 218"/>
              <a:gd name="T74" fmla="*/ 91 w 208"/>
              <a:gd name="T75" fmla="*/ 203 h 218"/>
              <a:gd name="T76" fmla="*/ 86 w 208"/>
              <a:gd name="T77" fmla="*/ 214 h 218"/>
              <a:gd name="T78" fmla="*/ 75 w 208"/>
              <a:gd name="T79" fmla="*/ 218 h 218"/>
              <a:gd name="T80" fmla="*/ 64 w 208"/>
              <a:gd name="T81" fmla="*/ 214 h 218"/>
              <a:gd name="T82" fmla="*/ 60 w 208"/>
              <a:gd name="T83" fmla="*/ 203 h 218"/>
              <a:gd name="T84" fmla="*/ 156 w 208"/>
              <a:gd name="T85" fmla="*/ 203 h 218"/>
              <a:gd name="T86" fmla="*/ 160 w 208"/>
              <a:gd name="T87" fmla="*/ 192 h 218"/>
              <a:gd name="T88" fmla="*/ 172 w 208"/>
              <a:gd name="T89" fmla="*/ 187 h 218"/>
              <a:gd name="T90" fmla="*/ 183 w 208"/>
              <a:gd name="T91" fmla="*/ 192 h 218"/>
              <a:gd name="T92" fmla="*/ 187 w 208"/>
              <a:gd name="T93" fmla="*/ 203 h 218"/>
              <a:gd name="T94" fmla="*/ 183 w 208"/>
              <a:gd name="T95" fmla="*/ 214 h 218"/>
              <a:gd name="T96" fmla="*/ 172 w 208"/>
              <a:gd name="T97" fmla="*/ 218 h 218"/>
              <a:gd name="T98" fmla="*/ 160 w 208"/>
              <a:gd name="T99" fmla="*/ 214 h 218"/>
              <a:gd name="T100" fmla="*/ 156 w 208"/>
              <a:gd name="T101" fmla="*/ 203 h 2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208" h="218">
                <a:moveTo>
                  <a:pt x="29" y="0"/>
                </a:moveTo>
                <a:cubicBezTo>
                  <a:pt x="34" y="0"/>
                  <a:pt x="37" y="4"/>
                  <a:pt x="39" y="11"/>
                </a:cubicBezTo>
                <a:cubicBezTo>
                  <a:pt x="63" y="156"/>
                  <a:pt x="63" y="156"/>
                  <a:pt x="63" y="156"/>
                </a:cubicBezTo>
                <a:cubicBezTo>
                  <a:pt x="187" y="156"/>
                  <a:pt x="187" y="156"/>
                  <a:pt x="187" y="156"/>
                </a:cubicBezTo>
                <a:cubicBezTo>
                  <a:pt x="189" y="156"/>
                  <a:pt x="190" y="156"/>
                  <a:pt x="191" y="157"/>
                </a:cubicBezTo>
                <a:cubicBezTo>
                  <a:pt x="192" y="157"/>
                  <a:pt x="194" y="158"/>
                  <a:pt x="194" y="159"/>
                </a:cubicBezTo>
                <a:cubicBezTo>
                  <a:pt x="195" y="160"/>
                  <a:pt x="196" y="161"/>
                  <a:pt x="197" y="162"/>
                </a:cubicBezTo>
                <a:cubicBezTo>
                  <a:pt x="197" y="164"/>
                  <a:pt x="198" y="165"/>
                  <a:pt x="198" y="167"/>
                </a:cubicBezTo>
                <a:cubicBezTo>
                  <a:pt x="198" y="168"/>
                  <a:pt x="197" y="169"/>
                  <a:pt x="197" y="171"/>
                </a:cubicBezTo>
                <a:cubicBezTo>
                  <a:pt x="196" y="172"/>
                  <a:pt x="195" y="173"/>
                  <a:pt x="194" y="174"/>
                </a:cubicBezTo>
                <a:cubicBezTo>
                  <a:pt x="194" y="175"/>
                  <a:pt x="192" y="176"/>
                  <a:pt x="191" y="176"/>
                </a:cubicBezTo>
                <a:cubicBezTo>
                  <a:pt x="190" y="177"/>
                  <a:pt x="189" y="177"/>
                  <a:pt x="187" y="177"/>
                </a:cubicBezTo>
                <a:cubicBezTo>
                  <a:pt x="54" y="177"/>
                  <a:pt x="54" y="177"/>
                  <a:pt x="54" y="177"/>
                </a:cubicBezTo>
                <a:cubicBezTo>
                  <a:pt x="54" y="177"/>
                  <a:pt x="54" y="177"/>
                  <a:pt x="53" y="177"/>
                </a:cubicBezTo>
                <a:cubicBezTo>
                  <a:pt x="52" y="177"/>
                  <a:pt x="51" y="176"/>
                  <a:pt x="50" y="176"/>
                </a:cubicBezTo>
                <a:cubicBezTo>
                  <a:pt x="49" y="175"/>
                  <a:pt x="47" y="174"/>
                  <a:pt x="46" y="173"/>
                </a:cubicBezTo>
                <a:cubicBezTo>
                  <a:pt x="45" y="171"/>
                  <a:pt x="44" y="169"/>
                  <a:pt x="44" y="167"/>
                </a:cubicBezTo>
                <a:cubicBezTo>
                  <a:pt x="21" y="21"/>
                  <a:pt x="21" y="21"/>
                  <a:pt x="21" y="21"/>
                </a:cubicBezTo>
                <a:cubicBezTo>
                  <a:pt x="10" y="21"/>
                  <a:pt x="10" y="21"/>
                  <a:pt x="10" y="21"/>
                </a:cubicBezTo>
                <a:cubicBezTo>
                  <a:pt x="9" y="21"/>
                  <a:pt x="8" y="21"/>
                  <a:pt x="6" y="20"/>
                </a:cubicBezTo>
                <a:cubicBezTo>
                  <a:pt x="5" y="20"/>
                  <a:pt x="4" y="19"/>
                  <a:pt x="3" y="18"/>
                </a:cubicBezTo>
                <a:cubicBezTo>
                  <a:pt x="2" y="17"/>
                  <a:pt x="1" y="16"/>
                  <a:pt x="1" y="15"/>
                </a:cubicBezTo>
                <a:cubicBezTo>
                  <a:pt x="0" y="13"/>
                  <a:pt x="0" y="12"/>
                  <a:pt x="0" y="11"/>
                </a:cubicBezTo>
                <a:cubicBezTo>
                  <a:pt x="0" y="9"/>
                  <a:pt x="0" y="8"/>
                  <a:pt x="1" y="6"/>
                </a:cubicBezTo>
                <a:cubicBezTo>
                  <a:pt x="1" y="5"/>
                  <a:pt x="2" y="4"/>
                  <a:pt x="3" y="3"/>
                </a:cubicBezTo>
                <a:cubicBezTo>
                  <a:pt x="4" y="2"/>
                  <a:pt x="5" y="1"/>
                  <a:pt x="6" y="1"/>
                </a:cubicBezTo>
                <a:cubicBezTo>
                  <a:pt x="8" y="0"/>
                  <a:pt x="9" y="0"/>
                  <a:pt x="10" y="0"/>
                </a:cubicBezTo>
                <a:lnTo>
                  <a:pt x="29" y="0"/>
                </a:lnTo>
                <a:close/>
                <a:moveTo>
                  <a:pt x="52" y="31"/>
                </a:moveTo>
                <a:cubicBezTo>
                  <a:pt x="208" y="42"/>
                  <a:pt x="208" y="42"/>
                  <a:pt x="208" y="42"/>
                </a:cubicBezTo>
                <a:cubicBezTo>
                  <a:pt x="208" y="104"/>
                  <a:pt x="208" y="104"/>
                  <a:pt x="208" y="104"/>
                </a:cubicBezTo>
                <a:cubicBezTo>
                  <a:pt x="67" y="125"/>
                  <a:pt x="67" y="125"/>
                  <a:pt x="67" y="125"/>
                </a:cubicBezTo>
                <a:lnTo>
                  <a:pt x="52" y="31"/>
                </a:lnTo>
                <a:close/>
                <a:moveTo>
                  <a:pt x="60" y="203"/>
                </a:moveTo>
                <a:cubicBezTo>
                  <a:pt x="60" y="199"/>
                  <a:pt x="61" y="195"/>
                  <a:pt x="64" y="192"/>
                </a:cubicBezTo>
                <a:cubicBezTo>
                  <a:pt x="67" y="189"/>
                  <a:pt x="71" y="187"/>
                  <a:pt x="75" y="187"/>
                </a:cubicBezTo>
                <a:cubicBezTo>
                  <a:pt x="80" y="187"/>
                  <a:pt x="83" y="189"/>
                  <a:pt x="86" y="192"/>
                </a:cubicBezTo>
                <a:cubicBezTo>
                  <a:pt x="90" y="195"/>
                  <a:pt x="91" y="199"/>
                  <a:pt x="91" y="203"/>
                </a:cubicBezTo>
                <a:cubicBezTo>
                  <a:pt x="91" y="207"/>
                  <a:pt x="90" y="211"/>
                  <a:pt x="86" y="214"/>
                </a:cubicBezTo>
                <a:cubicBezTo>
                  <a:pt x="83" y="217"/>
                  <a:pt x="80" y="218"/>
                  <a:pt x="75" y="218"/>
                </a:cubicBezTo>
                <a:cubicBezTo>
                  <a:pt x="71" y="218"/>
                  <a:pt x="67" y="217"/>
                  <a:pt x="64" y="214"/>
                </a:cubicBezTo>
                <a:cubicBezTo>
                  <a:pt x="61" y="211"/>
                  <a:pt x="60" y="207"/>
                  <a:pt x="60" y="203"/>
                </a:cubicBezTo>
                <a:close/>
                <a:moveTo>
                  <a:pt x="156" y="203"/>
                </a:moveTo>
                <a:cubicBezTo>
                  <a:pt x="156" y="198"/>
                  <a:pt x="157" y="195"/>
                  <a:pt x="160" y="192"/>
                </a:cubicBezTo>
                <a:cubicBezTo>
                  <a:pt x="163" y="189"/>
                  <a:pt x="167" y="187"/>
                  <a:pt x="172" y="187"/>
                </a:cubicBezTo>
                <a:cubicBezTo>
                  <a:pt x="176" y="187"/>
                  <a:pt x="180" y="189"/>
                  <a:pt x="183" y="192"/>
                </a:cubicBezTo>
                <a:cubicBezTo>
                  <a:pt x="186" y="195"/>
                  <a:pt x="187" y="198"/>
                  <a:pt x="187" y="203"/>
                </a:cubicBezTo>
                <a:cubicBezTo>
                  <a:pt x="187" y="207"/>
                  <a:pt x="186" y="211"/>
                  <a:pt x="183" y="214"/>
                </a:cubicBezTo>
                <a:cubicBezTo>
                  <a:pt x="179" y="217"/>
                  <a:pt x="176" y="218"/>
                  <a:pt x="172" y="218"/>
                </a:cubicBezTo>
                <a:cubicBezTo>
                  <a:pt x="167" y="218"/>
                  <a:pt x="163" y="217"/>
                  <a:pt x="160" y="214"/>
                </a:cubicBezTo>
                <a:cubicBezTo>
                  <a:pt x="157" y="211"/>
                  <a:pt x="156" y="207"/>
                  <a:pt x="156" y="2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98" name="Freeform 100"/>
          <p:cNvSpPr>
            <a:spLocks noEditPoints="1"/>
          </p:cNvSpPr>
          <p:nvPr/>
        </p:nvSpPr>
        <p:spPr bwMode="auto">
          <a:xfrm>
            <a:off x="2804816" y="3935976"/>
            <a:ext cx="208485" cy="208485"/>
          </a:xfrm>
          <a:custGeom>
            <a:avLst/>
            <a:gdLst>
              <a:gd name="T0" fmla="*/ 0 w 146"/>
              <a:gd name="T1" fmla="*/ 73 h 146"/>
              <a:gd name="T2" fmla="*/ 21 w 146"/>
              <a:gd name="T3" fmla="*/ 67 h 146"/>
              <a:gd name="T4" fmla="*/ 21 w 146"/>
              <a:gd name="T5" fmla="*/ 79 h 146"/>
              <a:gd name="T6" fmla="*/ 0 w 146"/>
              <a:gd name="T7" fmla="*/ 73 h 146"/>
              <a:gd name="T8" fmla="*/ 21 w 146"/>
              <a:gd name="T9" fmla="*/ 22 h 146"/>
              <a:gd name="T10" fmla="*/ 41 w 146"/>
              <a:gd name="T11" fmla="*/ 31 h 146"/>
              <a:gd name="T12" fmla="*/ 36 w 146"/>
              <a:gd name="T13" fmla="*/ 36 h 146"/>
              <a:gd name="T14" fmla="*/ 31 w 146"/>
              <a:gd name="T15" fmla="*/ 42 h 146"/>
              <a:gd name="T16" fmla="*/ 21 w 146"/>
              <a:gd name="T17" fmla="*/ 22 h 146"/>
              <a:gd name="T18" fmla="*/ 21 w 146"/>
              <a:gd name="T19" fmla="*/ 125 h 146"/>
              <a:gd name="T20" fmla="*/ 31 w 146"/>
              <a:gd name="T21" fmla="*/ 105 h 146"/>
              <a:gd name="T22" fmla="*/ 33 w 146"/>
              <a:gd name="T23" fmla="*/ 107 h 146"/>
              <a:gd name="T24" fmla="*/ 36 w 146"/>
              <a:gd name="T25" fmla="*/ 110 h 146"/>
              <a:gd name="T26" fmla="*/ 39 w 146"/>
              <a:gd name="T27" fmla="*/ 113 h 146"/>
              <a:gd name="T28" fmla="*/ 41 w 146"/>
              <a:gd name="T29" fmla="*/ 115 h 146"/>
              <a:gd name="T30" fmla="*/ 21 w 146"/>
              <a:gd name="T31" fmla="*/ 125 h 146"/>
              <a:gd name="T32" fmla="*/ 43 w 146"/>
              <a:gd name="T33" fmla="*/ 103 h 146"/>
              <a:gd name="T34" fmla="*/ 31 w 146"/>
              <a:gd name="T35" fmla="*/ 73 h 146"/>
              <a:gd name="T36" fmla="*/ 43 w 146"/>
              <a:gd name="T37" fmla="*/ 44 h 146"/>
              <a:gd name="T38" fmla="*/ 73 w 146"/>
              <a:gd name="T39" fmla="*/ 31 h 146"/>
              <a:gd name="T40" fmla="*/ 102 w 146"/>
              <a:gd name="T41" fmla="*/ 44 h 146"/>
              <a:gd name="T42" fmla="*/ 114 w 146"/>
              <a:gd name="T43" fmla="*/ 73 h 146"/>
              <a:gd name="T44" fmla="*/ 102 w 146"/>
              <a:gd name="T45" fmla="*/ 103 h 146"/>
              <a:gd name="T46" fmla="*/ 73 w 146"/>
              <a:gd name="T47" fmla="*/ 115 h 146"/>
              <a:gd name="T48" fmla="*/ 43 w 146"/>
              <a:gd name="T49" fmla="*/ 103 h 146"/>
              <a:gd name="T50" fmla="*/ 67 w 146"/>
              <a:gd name="T51" fmla="*/ 21 h 146"/>
              <a:gd name="T52" fmla="*/ 73 w 146"/>
              <a:gd name="T53" fmla="*/ 0 h 146"/>
              <a:gd name="T54" fmla="*/ 79 w 146"/>
              <a:gd name="T55" fmla="*/ 21 h 146"/>
              <a:gd name="T56" fmla="*/ 67 w 146"/>
              <a:gd name="T57" fmla="*/ 21 h 146"/>
              <a:gd name="T58" fmla="*/ 67 w 146"/>
              <a:gd name="T59" fmla="*/ 125 h 146"/>
              <a:gd name="T60" fmla="*/ 79 w 146"/>
              <a:gd name="T61" fmla="*/ 125 h 146"/>
              <a:gd name="T62" fmla="*/ 73 w 146"/>
              <a:gd name="T63" fmla="*/ 146 h 146"/>
              <a:gd name="T64" fmla="*/ 67 w 146"/>
              <a:gd name="T65" fmla="*/ 125 h 146"/>
              <a:gd name="T66" fmla="*/ 124 w 146"/>
              <a:gd name="T67" fmla="*/ 22 h 146"/>
              <a:gd name="T68" fmla="*/ 114 w 146"/>
              <a:gd name="T69" fmla="*/ 42 h 146"/>
              <a:gd name="T70" fmla="*/ 113 w 146"/>
              <a:gd name="T71" fmla="*/ 40 h 146"/>
              <a:gd name="T72" fmla="*/ 109 w 146"/>
              <a:gd name="T73" fmla="*/ 36 h 146"/>
              <a:gd name="T74" fmla="*/ 106 w 146"/>
              <a:gd name="T75" fmla="*/ 33 h 146"/>
              <a:gd name="T76" fmla="*/ 104 w 146"/>
              <a:gd name="T77" fmla="*/ 31 h 146"/>
              <a:gd name="T78" fmla="*/ 124 w 146"/>
              <a:gd name="T79" fmla="*/ 22 h 146"/>
              <a:gd name="T80" fmla="*/ 104 w 146"/>
              <a:gd name="T81" fmla="*/ 115 h 146"/>
              <a:gd name="T82" fmla="*/ 109 w 146"/>
              <a:gd name="T83" fmla="*/ 110 h 146"/>
              <a:gd name="T84" fmla="*/ 114 w 146"/>
              <a:gd name="T85" fmla="*/ 105 h 146"/>
              <a:gd name="T86" fmla="*/ 124 w 146"/>
              <a:gd name="T87" fmla="*/ 125 h 146"/>
              <a:gd name="T88" fmla="*/ 104 w 146"/>
              <a:gd name="T89" fmla="*/ 115 h 146"/>
              <a:gd name="T90" fmla="*/ 125 w 146"/>
              <a:gd name="T91" fmla="*/ 79 h 146"/>
              <a:gd name="T92" fmla="*/ 125 w 146"/>
              <a:gd name="T93" fmla="*/ 67 h 146"/>
              <a:gd name="T94" fmla="*/ 146 w 146"/>
              <a:gd name="T95" fmla="*/ 73 h 146"/>
              <a:gd name="T96" fmla="*/ 125 w 146"/>
              <a:gd name="T97" fmla="*/ 79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46" h="146">
                <a:moveTo>
                  <a:pt x="0" y="73"/>
                </a:moveTo>
                <a:cubicBezTo>
                  <a:pt x="21" y="67"/>
                  <a:pt x="21" y="67"/>
                  <a:pt x="21" y="67"/>
                </a:cubicBezTo>
                <a:cubicBezTo>
                  <a:pt x="21" y="79"/>
                  <a:pt x="21" y="79"/>
                  <a:pt x="21" y="79"/>
                </a:cubicBezTo>
                <a:lnTo>
                  <a:pt x="0" y="73"/>
                </a:lnTo>
                <a:close/>
                <a:moveTo>
                  <a:pt x="21" y="22"/>
                </a:moveTo>
                <a:cubicBezTo>
                  <a:pt x="41" y="31"/>
                  <a:pt x="41" y="31"/>
                  <a:pt x="41" y="31"/>
                </a:cubicBezTo>
                <a:cubicBezTo>
                  <a:pt x="40" y="32"/>
                  <a:pt x="39" y="34"/>
                  <a:pt x="36" y="36"/>
                </a:cubicBezTo>
                <a:cubicBezTo>
                  <a:pt x="33" y="39"/>
                  <a:pt x="32" y="41"/>
                  <a:pt x="31" y="42"/>
                </a:cubicBezTo>
                <a:lnTo>
                  <a:pt x="21" y="22"/>
                </a:lnTo>
                <a:close/>
                <a:moveTo>
                  <a:pt x="21" y="125"/>
                </a:moveTo>
                <a:cubicBezTo>
                  <a:pt x="31" y="105"/>
                  <a:pt x="31" y="105"/>
                  <a:pt x="31" y="105"/>
                </a:cubicBezTo>
                <a:cubicBezTo>
                  <a:pt x="32" y="105"/>
                  <a:pt x="32" y="106"/>
                  <a:pt x="33" y="107"/>
                </a:cubicBezTo>
                <a:cubicBezTo>
                  <a:pt x="34" y="108"/>
                  <a:pt x="35" y="109"/>
                  <a:pt x="36" y="110"/>
                </a:cubicBezTo>
                <a:cubicBezTo>
                  <a:pt x="37" y="111"/>
                  <a:pt x="38" y="112"/>
                  <a:pt x="39" y="113"/>
                </a:cubicBezTo>
                <a:cubicBezTo>
                  <a:pt x="40" y="114"/>
                  <a:pt x="41" y="114"/>
                  <a:pt x="41" y="115"/>
                </a:cubicBezTo>
                <a:lnTo>
                  <a:pt x="21" y="125"/>
                </a:lnTo>
                <a:close/>
                <a:moveTo>
                  <a:pt x="43" y="103"/>
                </a:moveTo>
                <a:cubicBezTo>
                  <a:pt x="35" y="94"/>
                  <a:pt x="31" y="85"/>
                  <a:pt x="31" y="73"/>
                </a:cubicBezTo>
                <a:cubicBezTo>
                  <a:pt x="31" y="62"/>
                  <a:pt x="35" y="52"/>
                  <a:pt x="43" y="44"/>
                </a:cubicBezTo>
                <a:cubicBezTo>
                  <a:pt x="52" y="36"/>
                  <a:pt x="61" y="31"/>
                  <a:pt x="73" y="31"/>
                </a:cubicBezTo>
                <a:cubicBezTo>
                  <a:pt x="84" y="31"/>
                  <a:pt x="94" y="36"/>
                  <a:pt x="102" y="44"/>
                </a:cubicBezTo>
                <a:cubicBezTo>
                  <a:pt x="110" y="52"/>
                  <a:pt x="114" y="62"/>
                  <a:pt x="114" y="73"/>
                </a:cubicBezTo>
                <a:cubicBezTo>
                  <a:pt x="114" y="85"/>
                  <a:pt x="110" y="94"/>
                  <a:pt x="102" y="103"/>
                </a:cubicBezTo>
                <a:cubicBezTo>
                  <a:pt x="94" y="111"/>
                  <a:pt x="84" y="115"/>
                  <a:pt x="73" y="115"/>
                </a:cubicBezTo>
                <a:cubicBezTo>
                  <a:pt x="61" y="115"/>
                  <a:pt x="51" y="111"/>
                  <a:pt x="43" y="103"/>
                </a:cubicBezTo>
                <a:close/>
                <a:moveTo>
                  <a:pt x="67" y="21"/>
                </a:moveTo>
                <a:cubicBezTo>
                  <a:pt x="73" y="0"/>
                  <a:pt x="73" y="0"/>
                  <a:pt x="73" y="0"/>
                </a:cubicBezTo>
                <a:cubicBezTo>
                  <a:pt x="79" y="21"/>
                  <a:pt x="79" y="21"/>
                  <a:pt x="79" y="21"/>
                </a:cubicBezTo>
                <a:lnTo>
                  <a:pt x="67" y="21"/>
                </a:lnTo>
                <a:close/>
                <a:moveTo>
                  <a:pt x="67" y="125"/>
                </a:moveTo>
                <a:cubicBezTo>
                  <a:pt x="79" y="125"/>
                  <a:pt x="79" y="125"/>
                  <a:pt x="79" y="125"/>
                </a:cubicBezTo>
                <a:cubicBezTo>
                  <a:pt x="73" y="146"/>
                  <a:pt x="73" y="146"/>
                  <a:pt x="73" y="146"/>
                </a:cubicBezTo>
                <a:lnTo>
                  <a:pt x="67" y="125"/>
                </a:lnTo>
                <a:close/>
                <a:moveTo>
                  <a:pt x="124" y="22"/>
                </a:moveTo>
                <a:cubicBezTo>
                  <a:pt x="114" y="42"/>
                  <a:pt x="114" y="42"/>
                  <a:pt x="114" y="42"/>
                </a:cubicBezTo>
                <a:cubicBezTo>
                  <a:pt x="114" y="41"/>
                  <a:pt x="113" y="41"/>
                  <a:pt x="113" y="40"/>
                </a:cubicBezTo>
                <a:cubicBezTo>
                  <a:pt x="112" y="39"/>
                  <a:pt x="111" y="38"/>
                  <a:pt x="109" y="36"/>
                </a:cubicBezTo>
                <a:cubicBezTo>
                  <a:pt x="108" y="35"/>
                  <a:pt x="107" y="34"/>
                  <a:pt x="106" y="33"/>
                </a:cubicBezTo>
                <a:cubicBezTo>
                  <a:pt x="105" y="32"/>
                  <a:pt x="105" y="32"/>
                  <a:pt x="104" y="31"/>
                </a:cubicBezTo>
                <a:lnTo>
                  <a:pt x="124" y="22"/>
                </a:lnTo>
                <a:close/>
                <a:moveTo>
                  <a:pt x="104" y="115"/>
                </a:moveTo>
                <a:cubicBezTo>
                  <a:pt x="105" y="114"/>
                  <a:pt x="107" y="112"/>
                  <a:pt x="109" y="110"/>
                </a:cubicBezTo>
                <a:cubicBezTo>
                  <a:pt x="112" y="107"/>
                  <a:pt x="114" y="106"/>
                  <a:pt x="114" y="105"/>
                </a:cubicBezTo>
                <a:cubicBezTo>
                  <a:pt x="124" y="125"/>
                  <a:pt x="124" y="125"/>
                  <a:pt x="124" y="125"/>
                </a:cubicBezTo>
                <a:lnTo>
                  <a:pt x="104" y="115"/>
                </a:lnTo>
                <a:close/>
                <a:moveTo>
                  <a:pt x="125" y="79"/>
                </a:moveTo>
                <a:cubicBezTo>
                  <a:pt x="125" y="67"/>
                  <a:pt x="125" y="67"/>
                  <a:pt x="125" y="67"/>
                </a:cubicBezTo>
                <a:cubicBezTo>
                  <a:pt x="146" y="73"/>
                  <a:pt x="146" y="73"/>
                  <a:pt x="146" y="73"/>
                </a:cubicBezTo>
                <a:lnTo>
                  <a:pt x="125" y="79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99" name="Freeform 101"/>
          <p:cNvSpPr>
            <a:spLocks noEditPoints="1"/>
          </p:cNvSpPr>
          <p:nvPr/>
        </p:nvSpPr>
        <p:spPr bwMode="auto">
          <a:xfrm>
            <a:off x="3267392" y="3942492"/>
            <a:ext cx="286667" cy="180253"/>
          </a:xfrm>
          <a:custGeom>
            <a:avLst/>
            <a:gdLst>
              <a:gd name="T0" fmla="*/ 1 w 199"/>
              <a:gd name="T1" fmla="*/ 78 h 125"/>
              <a:gd name="T2" fmla="*/ 3 w 199"/>
              <a:gd name="T3" fmla="*/ 64 h 125"/>
              <a:gd name="T4" fmla="*/ 9 w 199"/>
              <a:gd name="T5" fmla="*/ 51 h 125"/>
              <a:gd name="T6" fmla="*/ 33 w 199"/>
              <a:gd name="T7" fmla="*/ 34 h 125"/>
              <a:gd name="T8" fmla="*/ 47 w 199"/>
              <a:gd name="T9" fmla="*/ 10 h 125"/>
              <a:gd name="T10" fmla="*/ 74 w 199"/>
              <a:gd name="T11" fmla="*/ 0 h 125"/>
              <a:gd name="T12" fmla="*/ 93 w 199"/>
              <a:gd name="T13" fmla="*/ 5 h 125"/>
              <a:gd name="T14" fmla="*/ 108 w 199"/>
              <a:gd name="T15" fmla="*/ 18 h 125"/>
              <a:gd name="T16" fmla="*/ 131 w 199"/>
              <a:gd name="T17" fmla="*/ 10 h 125"/>
              <a:gd name="T18" fmla="*/ 157 w 199"/>
              <a:gd name="T19" fmla="*/ 21 h 125"/>
              <a:gd name="T20" fmla="*/ 167 w 199"/>
              <a:gd name="T21" fmla="*/ 47 h 125"/>
              <a:gd name="T22" fmla="*/ 167 w 199"/>
              <a:gd name="T23" fmla="*/ 49 h 125"/>
              <a:gd name="T24" fmla="*/ 167 w 199"/>
              <a:gd name="T25" fmla="*/ 52 h 125"/>
              <a:gd name="T26" fmla="*/ 179 w 199"/>
              <a:gd name="T27" fmla="*/ 56 h 125"/>
              <a:gd name="T28" fmla="*/ 189 w 199"/>
              <a:gd name="T29" fmla="*/ 64 h 125"/>
              <a:gd name="T30" fmla="*/ 196 w 199"/>
              <a:gd name="T31" fmla="*/ 75 h 125"/>
              <a:gd name="T32" fmla="*/ 198 w 199"/>
              <a:gd name="T33" fmla="*/ 88 h 125"/>
              <a:gd name="T34" fmla="*/ 196 w 199"/>
              <a:gd name="T35" fmla="*/ 102 h 125"/>
              <a:gd name="T36" fmla="*/ 188 w 199"/>
              <a:gd name="T37" fmla="*/ 114 h 125"/>
              <a:gd name="T38" fmla="*/ 162 w 199"/>
              <a:gd name="T39" fmla="*/ 125 h 125"/>
              <a:gd name="T40" fmla="*/ 47 w 199"/>
              <a:gd name="T41" fmla="*/ 125 h 125"/>
              <a:gd name="T42" fmla="*/ 29 w 199"/>
              <a:gd name="T43" fmla="*/ 121 h 125"/>
              <a:gd name="T44" fmla="*/ 14 w 199"/>
              <a:gd name="T45" fmla="*/ 111 h 125"/>
              <a:gd name="T46" fmla="*/ 4 w 199"/>
              <a:gd name="T47" fmla="*/ 96 h 125"/>
              <a:gd name="T48" fmla="*/ 1 w 199"/>
              <a:gd name="T49" fmla="*/ 78 h 125"/>
              <a:gd name="T50" fmla="*/ 62 w 199"/>
              <a:gd name="T51" fmla="*/ 105 h 125"/>
              <a:gd name="T52" fmla="*/ 65 w 199"/>
              <a:gd name="T53" fmla="*/ 111 h 125"/>
              <a:gd name="T54" fmla="*/ 74 w 199"/>
              <a:gd name="T55" fmla="*/ 113 h 125"/>
              <a:gd name="T56" fmla="*/ 83 w 199"/>
              <a:gd name="T57" fmla="*/ 109 h 125"/>
              <a:gd name="T58" fmla="*/ 87 w 199"/>
              <a:gd name="T59" fmla="*/ 104 h 125"/>
              <a:gd name="T60" fmla="*/ 87 w 199"/>
              <a:gd name="T61" fmla="*/ 61 h 125"/>
              <a:gd name="T62" fmla="*/ 124 w 199"/>
              <a:gd name="T63" fmla="*/ 55 h 125"/>
              <a:gd name="T64" fmla="*/ 124 w 199"/>
              <a:gd name="T65" fmla="*/ 89 h 125"/>
              <a:gd name="T66" fmla="*/ 117 w 199"/>
              <a:gd name="T67" fmla="*/ 87 h 125"/>
              <a:gd name="T68" fmla="*/ 110 w 199"/>
              <a:gd name="T69" fmla="*/ 88 h 125"/>
              <a:gd name="T70" fmla="*/ 104 w 199"/>
              <a:gd name="T71" fmla="*/ 92 h 125"/>
              <a:gd name="T72" fmla="*/ 102 w 199"/>
              <a:gd name="T73" fmla="*/ 98 h 125"/>
              <a:gd name="T74" fmla="*/ 103 w 199"/>
              <a:gd name="T75" fmla="*/ 101 h 125"/>
              <a:gd name="T76" fmla="*/ 105 w 199"/>
              <a:gd name="T77" fmla="*/ 104 h 125"/>
              <a:gd name="T78" fmla="*/ 109 w 199"/>
              <a:gd name="T79" fmla="*/ 105 h 125"/>
              <a:gd name="T80" fmla="*/ 114 w 199"/>
              <a:gd name="T81" fmla="*/ 105 h 125"/>
              <a:gd name="T82" fmla="*/ 119 w 199"/>
              <a:gd name="T83" fmla="*/ 104 h 125"/>
              <a:gd name="T84" fmla="*/ 123 w 199"/>
              <a:gd name="T85" fmla="*/ 102 h 125"/>
              <a:gd name="T86" fmla="*/ 126 w 199"/>
              <a:gd name="T87" fmla="*/ 99 h 125"/>
              <a:gd name="T88" fmla="*/ 127 w 199"/>
              <a:gd name="T89" fmla="*/ 96 h 125"/>
              <a:gd name="T90" fmla="*/ 127 w 199"/>
              <a:gd name="T91" fmla="*/ 96 h 125"/>
              <a:gd name="T92" fmla="*/ 127 w 199"/>
              <a:gd name="T93" fmla="*/ 43 h 125"/>
              <a:gd name="T94" fmla="*/ 83 w 199"/>
              <a:gd name="T95" fmla="*/ 51 h 125"/>
              <a:gd name="T96" fmla="*/ 83 w 199"/>
              <a:gd name="T97" fmla="*/ 96 h 125"/>
              <a:gd name="T98" fmla="*/ 76 w 199"/>
              <a:gd name="T99" fmla="*/ 94 h 125"/>
              <a:gd name="T100" fmla="*/ 69 w 199"/>
              <a:gd name="T101" fmla="*/ 96 h 125"/>
              <a:gd name="T102" fmla="*/ 64 w 199"/>
              <a:gd name="T103" fmla="*/ 100 h 125"/>
              <a:gd name="T104" fmla="*/ 62 w 199"/>
              <a:gd name="T105" fmla="*/ 105 h 1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99" h="125">
                <a:moveTo>
                  <a:pt x="1" y="78"/>
                </a:moveTo>
                <a:cubicBezTo>
                  <a:pt x="1" y="73"/>
                  <a:pt x="1" y="68"/>
                  <a:pt x="3" y="64"/>
                </a:cubicBezTo>
                <a:cubicBezTo>
                  <a:pt x="4" y="59"/>
                  <a:pt x="6" y="55"/>
                  <a:pt x="9" y="51"/>
                </a:cubicBezTo>
                <a:cubicBezTo>
                  <a:pt x="15" y="42"/>
                  <a:pt x="23" y="37"/>
                  <a:pt x="33" y="34"/>
                </a:cubicBezTo>
                <a:cubicBezTo>
                  <a:pt x="35" y="24"/>
                  <a:pt x="39" y="16"/>
                  <a:pt x="47" y="10"/>
                </a:cubicBezTo>
                <a:cubicBezTo>
                  <a:pt x="55" y="3"/>
                  <a:pt x="64" y="0"/>
                  <a:pt x="74" y="0"/>
                </a:cubicBezTo>
                <a:cubicBezTo>
                  <a:pt x="81" y="0"/>
                  <a:pt x="87" y="2"/>
                  <a:pt x="93" y="5"/>
                </a:cubicBezTo>
                <a:cubicBezTo>
                  <a:pt x="100" y="8"/>
                  <a:pt x="104" y="13"/>
                  <a:pt x="108" y="18"/>
                </a:cubicBezTo>
                <a:cubicBezTo>
                  <a:pt x="115" y="13"/>
                  <a:pt x="122" y="10"/>
                  <a:pt x="131" y="10"/>
                </a:cubicBezTo>
                <a:cubicBezTo>
                  <a:pt x="141" y="10"/>
                  <a:pt x="149" y="14"/>
                  <a:pt x="157" y="21"/>
                </a:cubicBezTo>
                <a:cubicBezTo>
                  <a:pt x="164" y="28"/>
                  <a:pt x="167" y="37"/>
                  <a:pt x="167" y="47"/>
                </a:cubicBezTo>
                <a:cubicBezTo>
                  <a:pt x="167" y="47"/>
                  <a:pt x="167" y="48"/>
                  <a:pt x="167" y="49"/>
                </a:cubicBezTo>
                <a:cubicBezTo>
                  <a:pt x="167" y="50"/>
                  <a:pt x="167" y="51"/>
                  <a:pt x="167" y="52"/>
                </a:cubicBezTo>
                <a:cubicBezTo>
                  <a:pt x="171" y="53"/>
                  <a:pt x="175" y="54"/>
                  <a:pt x="179" y="56"/>
                </a:cubicBezTo>
                <a:cubicBezTo>
                  <a:pt x="183" y="58"/>
                  <a:pt x="187" y="61"/>
                  <a:pt x="189" y="64"/>
                </a:cubicBezTo>
                <a:cubicBezTo>
                  <a:pt x="192" y="67"/>
                  <a:pt x="194" y="71"/>
                  <a:pt x="196" y="75"/>
                </a:cubicBezTo>
                <a:cubicBezTo>
                  <a:pt x="198" y="79"/>
                  <a:pt x="199" y="84"/>
                  <a:pt x="198" y="88"/>
                </a:cubicBezTo>
                <a:cubicBezTo>
                  <a:pt x="198" y="93"/>
                  <a:pt x="198" y="98"/>
                  <a:pt x="196" y="102"/>
                </a:cubicBezTo>
                <a:cubicBezTo>
                  <a:pt x="194" y="107"/>
                  <a:pt x="191" y="111"/>
                  <a:pt x="188" y="114"/>
                </a:cubicBezTo>
                <a:cubicBezTo>
                  <a:pt x="181" y="121"/>
                  <a:pt x="172" y="125"/>
                  <a:pt x="162" y="125"/>
                </a:cubicBezTo>
                <a:cubicBezTo>
                  <a:pt x="47" y="125"/>
                  <a:pt x="47" y="125"/>
                  <a:pt x="47" y="125"/>
                </a:cubicBezTo>
                <a:cubicBezTo>
                  <a:pt x="41" y="125"/>
                  <a:pt x="35" y="124"/>
                  <a:pt x="29" y="121"/>
                </a:cubicBezTo>
                <a:cubicBezTo>
                  <a:pt x="24" y="119"/>
                  <a:pt x="19" y="115"/>
                  <a:pt x="14" y="111"/>
                </a:cubicBezTo>
                <a:cubicBezTo>
                  <a:pt x="10" y="107"/>
                  <a:pt x="7" y="102"/>
                  <a:pt x="4" y="96"/>
                </a:cubicBezTo>
                <a:cubicBezTo>
                  <a:pt x="2" y="90"/>
                  <a:pt x="0" y="84"/>
                  <a:pt x="1" y="78"/>
                </a:cubicBezTo>
                <a:close/>
                <a:moveTo>
                  <a:pt x="62" y="105"/>
                </a:moveTo>
                <a:cubicBezTo>
                  <a:pt x="62" y="108"/>
                  <a:pt x="63" y="110"/>
                  <a:pt x="65" y="111"/>
                </a:cubicBezTo>
                <a:cubicBezTo>
                  <a:pt x="68" y="112"/>
                  <a:pt x="71" y="113"/>
                  <a:pt x="74" y="113"/>
                </a:cubicBezTo>
                <a:cubicBezTo>
                  <a:pt x="78" y="112"/>
                  <a:pt x="81" y="111"/>
                  <a:pt x="83" y="109"/>
                </a:cubicBezTo>
                <a:cubicBezTo>
                  <a:pt x="86" y="107"/>
                  <a:pt x="87" y="106"/>
                  <a:pt x="87" y="104"/>
                </a:cubicBezTo>
                <a:cubicBezTo>
                  <a:pt x="87" y="61"/>
                  <a:pt x="87" y="61"/>
                  <a:pt x="87" y="61"/>
                </a:cubicBezTo>
                <a:cubicBezTo>
                  <a:pt x="124" y="55"/>
                  <a:pt x="124" y="55"/>
                  <a:pt x="124" y="55"/>
                </a:cubicBezTo>
                <a:cubicBezTo>
                  <a:pt x="124" y="89"/>
                  <a:pt x="124" y="89"/>
                  <a:pt x="124" y="89"/>
                </a:cubicBezTo>
                <a:cubicBezTo>
                  <a:pt x="122" y="88"/>
                  <a:pt x="119" y="87"/>
                  <a:pt x="117" y="87"/>
                </a:cubicBezTo>
                <a:cubicBezTo>
                  <a:pt x="114" y="87"/>
                  <a:pt x="112" y="87"/>
                  <a:pt x="110" y="88"/>
                </a:cubicBezTo>
                <a:cubicBezTo>
                  <a:pt x="107" y="89"/>
                  <a:pt x="106" y="91"/>
                  <a:pt x="104" y="92"/>
                </a:cubicBezTo>
                <a:cubicBezTo>
                  <a:pt x="102" y="94"/>
                  <a:pt x="102" y="96"/>
                  <a:pt x="102" y="98"/>
                </a:cubicBezTo>
                <a:cubicBezTo>
                  <a:pt x="102" y="99"/>
                  <a:pt x="102" y="100"/>
                  <a:pt x="103" y="101"/>
                </a:cubicBezTo>
                <a:cubicBezTo>
                  <a:pt x="103" y="102"/>
                  <a:pt x="104" y="103"/>
                  <a:pt x="105" y="104"/>
                </a:cubicBezTo>
                <a:cubicBezTo>
                  <a:pt x="107" y="104"/>
                  <a:pt x="108" y="105"/>
                  <a:pt x="109" y="105"/>
                </a:cubicBezTo>
                <a:cubicBezTo>
                  <a:pt x="111" y="105"/>
                  <a:pt x="113" y="106"/>
                  <a:pt x="114" y="105"/>
                </a:cubicBezTo>
                <a:cubicBezTo>
                  <a:pt x="116" y="105"/>
                  <a:pt x="118" y="105"/>
                  <a:pt x="119" y="104"/>
                </a:cubicBezTo>
                <a:cubicBezTo>
                  <a:pt x="121" y="103"/>
                  <a:pt x="122" y="103"/>
                  <a:pt x="123" y="102"/>
                </a:cubicBezTo>
                <a:cubicBezTo>
                  <a:pt x="125" y="101"/>
                  <a:pt x="125" y="100"/>
                  <a:pt x="126" y="99"/>
                </a:cubicBezTo>
                <a:cubicBezTo>
                  <a:pt x="127" y="98"/>
                  <a:pt x="127" y="97"/>
                  <a:pt x="127" y="96"/>
                </a:cubicBezTo>
                <a:cubicBezTo>
                  <a:pt x="127" y="96"/>
                  <a:pt x="127" y="96"/>
                  <a:pt x="127" y="96"/>
                </a:cubicBezTo>
                <a:cubicBezTo>
                  <a:pt x="127" y="43"/>
                  <a:pt x="127" y="43"/>
                  <a:pt x="127" y="43"/>
                </a:cubicBezTo>
                <a:cubicBezTo>
                  <a:pt x="83" y="51"/>
                  <a:pt x="83" y="51"/>
                  <a:pt x="83" y="51"/>
                </a:cubicBezTo>
                <a:cubicBezTo>
                  <a:pt x="83" y="96"/>
                  <a:pt x="83" y="96"/>
                  <a:pt x="83" y="96"/>
                </a:cubicBezTo>
                <a:cubicBezTo>
                  <a:pt x="81" y="95"/>
                  <a:pt x="79" y="94"/>
                  <a:pt x="76" y="94"/>
                </a:cubicBezTo>
                <a:cubicBezTo>
                  <a:pt x="74" y="94"/>
                  <a:pt x="72" y="95"/>
                  <a:pt x="69" y="96"/>
                </a:cubicBezTo>
                <a:cubicBezTo>
                  <a:pt x="67" y="97"/>
                  <a:pt x="65" y="98"/>
                  <a:pt x="64" y="100"/>
                </a:cubicBezTo>
                <a:cubicBezTo>
                  <a:pt x="62" y="101"/>
                  <a:pt x="62" y="103"/>
                  <a:pt x="62" y="105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00" name="Freeform 102"/>
          <p:cNvSpPr>
            <a:spLocks/>
          </p:cNvSpPr>
          <p:nvPr/>
        </p:nvSpPr>
        <p:spPr bwMode="auto">
          <a:xfrm>
            <a:off x="3777746" y="3951179"/>
            <a:ext cx="282324" cy="180253"/>
          </a:xfrm>
          <a:custGeom>
            <a:avLst/>
            <a:gdLst>
              <a:gd name="T0" fmla="*/ 0 w 198"/>
              <a:gd name="T1" fmla="*/ 78 h 125"/>
              <a:gd name="T2" fmla="*/ 9 w 198"/>
              <a:gd name="T3" fmla="*/ 50 h 125"/>
              <a:gd name="T4" fmla="*/ 32 w 198"/>
              <a:gd name="T5" fmla="*/ 33 h 125"/>
              <a:gd name="T6" fmla="*/ 47 w 198"/>
              <a:gd name="T7" fmla="*/ 9 h 125"/>
              <a:gd name="T8" fmla="*/ 73 w 198"/>
              <a:gd name="T9" fmla="*/ 0 h 125"/>
              <a:gd name="T10" fmla="*/ 93 w 198"/>
              <a:gd name="T11" fmla="*/ 5 h 125"/>
              <a:gd name="T12" fmla="*/ 108 w 198"/>
              <a:gd name="T13" fmla="*/ 18 h 125"/>
              <a:gd name="T14" fmla="*/ 130 w 198"/>
              <a:gd name="T15" fmla="*/ 10 h 125"/>
              <a:gd name="T16" fmla="*/ 156 w 198"/>
              <a:gd name="T17" fmla="*/ 21 h 125"/>
              <a:gd name="T18" fmla="*/ 167 w 198"/>
              <a:gd name="T19" fmla="*/ 47 h 125"/>
              <a:gd name="T20" fmla="*/ 167 w 198"/>
              <a:gd name="T21" fmla="*/ 49 h 125"/>
              <a:gd name="T22" fmla="*/ 166 w 198"/>
              <a:gd name="T23" fmla="*/ 52 h 125"/>
              <a:gd name="T24" fmla="*/ 189 w 198"/>
              <a:gd name="T25" fmla="*/ 64 h 125"/>
              <a:gd name="T26" fmla="*/ 198 w 198"/>
              <a:gd name="T27" fmla="*/ 88 h 125"/>
              <a:gd name="T28" fmla="*/ 187 w 198"/>
              <a:gd name="T29" fmla="*/ 114 h 125"/>
              <a:gd name="T30" fmla="*/ 162 w 198"/>
              <a:gd name="T31" fmla="*/ 125 h 125"/>
              <a:gd name="T32" fmla="*/ 47 w 198"/>
              <a:gd name="T33" fmla="*/ 125 h 125"/>
              <a:gd name="T34" fmla="*/ 14 w 198"/>
              <a:gd name="T35" fmla="*/ 111 h 125"/>
              <a:gd name="T36" fmla="*/ 0 w 198"/>
              <a:gd name="T37" fmla="*/ 78 h 1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98" h="125">
                <a:moveTo>
                  <a:pt x="0" y="78"/>
                </a:moveTo>
                <a:cubicBezTo>
                  <a:pt x="0" y="68"/>
                  <a:pt x="3" y="58"/>
                  <a:pt x="9" y="50"/>
                </a:cubicBezTo>
                <a:cubicBezTo>
                  <a:pt x="15" y="42"/>
                  <a:pt x="23" y="37"/>
                  <a:pt x="32" y="33"/>
                </a:cubicBezTo>
                <a:cubicBezTo>
                  <a:pt x="34" y="24"/>
                  <a:pt x="39" y="16"/>
                  <a:pt x="47" y="9"/>
                </a:cubicBezTo>
                <a:cubicBezTo>
                  <a:pt x="54" y="3"/>
                  <a:pt x="63" y="0"/>
                  <a:pt x="73" y="0"/>
                </a:cubicBezTo>
                <a:cubicBezTo>
                  <a:pt x="80" y="0"/>
                  <a:pt x="87" y="1"/>
                  <a:pt x="93" y="5"/>
                </a:cubicBezTo>
                <a:cubicBezTo>
                  <a:pt x="99" y="8"/>
                  <a:pt x="104" y="13"/>
                  <a:pt x="108" y="18"/>
                </a:cubicBezTo>
                <a:cubicBezTo>
                  <a:pt x="114" y="13"/>
                  <a:pt x="122" y="10"/>
                  <a:pt x="130" y="10"/>
                </a:cubicBezTo>
                <a:cubicBezTo>
                  <a:pt x="141" y="10"/>
                  <a:pt x="149" y="14"/>
                  <a:pt x="156" y="21"/>
                </a:cubicBezTo>
                <a:cubicBezTo>
                  <a:pt x="163" y="28"/>
                  <a:pt x="167" y="37"/>
                  <a:pt x="167" y="47"/>
                </a:cubicBezTo>
                <a:cubicBezTo>
                  <a:pt x="167" y="47"/>
                  <a:pt x="167" y="48"/>
                  <a:pt x="167" y="49"/>
                </a:cubicBezTo>
                <a:cubicBezTo>
                  <a:pt x="167" y="50"/>
                  <a:pt x="167" y="51"/>
                  <a:pt x="166" y="52"/>
                </a:cubicBezTo>
                <a:cubicBezTo>
                  <a:pt x="175" y="53"/>
                  <a:pt x="183" y="57"/>
                  <a:pt x="189" y="64"/>
                </a:cubicBezTo>
                <a:cubicBezTo>
                  <a:pt x="195" y="71"/>
                  <a:pt x="198" y="79"/>
                  <a:pt x="198" y="88"/>
                </a:cubicBezTo>
                <a:cubicBezTo>
                  <a:pt x="198" y="98"/>
                  <a:pt x="195" y="107"/>
                  <a:pt x="187" y="114"/>
                </a:cubicBezTo>
                <a:cubicBezTo>
                  <a:pt x="180" y="121"/>
                  <a:pt x="172" y="125"/>
                  <a:pt x="162" y="125"/>
                </a:cubicBezTo>
                <a:cubicBezTo>
                  <a:pt x="47" y="125"/>
                  <a:pt x="47" y="125"/>
                  <a:pt x="47" y="125"/>
                </a:cubicBezTo>
                <a:cubicBezTo>
                  <a:pt x="34" y="125"/>
                  <a:pt x="23" y="120"/>
                  <a:pt x="14" y="111"/>
                </a:cubicBezTo>
                <a:cubicBezTo>
                  <a:pt x="5" y="102"/>
                  <a:pt x="0" y="91"/>
                  <a:pt x="0" y="78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01" name="Freeform 103"/>
          <p:cNvSpPr>
            <a:spLocks noEditPoints="1"/>
          </p:cNvSpPr>
          <p:nvPr/>
        </p:nvSpPr>
        <p:spPr bwMode="auto">
          <a:xfrm>
            <a:off x="4212090" y="3890371"/>
            <a:ext cx="282324" cy="284496"/>
          </a:xfrm>
          <a:custGeom>
            <a:avLst/>
            <a:gdLst>
              <a:gd name="T0" fmla="*/ 9 w 197"/>
              <a:gd name="T1" fmla="*/ 51 h 197"/>
              <a:gd name="T2" fmla="*/ 46 w 197"/>
              <a:gd name="T3" fmla="*/ 10 h 197"/>
              <a:gd name="T4" fmla="*/ 92 w 197"/>
              <a:gd name="T5" fmla="*/ 5 h 197"/>
              <a:gd name="T6" fmla="*/ 130 w 197"/>
              <a:gd name="T7" fmla="*/ 11 h 197"/>
              <a:gd name="T8" fmla="*/ 166 w 197"/>
              <a:gd name="T9" fmla="*/ 47 h 197"/>
              <a:gd name="T10" fmla="*/ 166 w 197"/>
              <a:gd name="T11" fmla="*/ 52 h 197"/>
              <a:gd name="T12" fmla="*/ 197 w 197"/>
              <a:gd name="T13" fmla="*/ 89 h 197"/>
              <a:gd name="T14" fmla="*/ 161 w 197"/>
              <a:gd name="T15" fmla="*/ 125 h 197"/>
              <a:gd name="T16" fmla="*/ 13 w 197"/>
              <a:gd name="T17" fmla="*/ 111 h 197"/>
              <a:gd name="T18" fmla="*/ 43 w 197"/>
              <a:gd name="T19" fmla="*/ 172 h 197"/>
              <a:gd name="T20" fmla="*/ 51 w 197"/>
              <a:gd name="T21" fmla="*/ 142 h 197"/>
              <a:gd name="T22" fmla="*/ 51 w 197"/>
              <a:gd name="T23" fmla="*/ 142 h 197"/>
              <a:gd name="T24" fmla="*/ 71 w 197"/>
              <a:gd name="T25" fmla="*/ 162 h 197"/>
              <a:gd name="T26" fmla="*/ 72 w 197"/>
              <a:gd name="T27" fmla="*/ 180 h 197"/>
              <a:gd name="T28" fmla="*/ 63 w 197"/>
              <a:gd name="T29" fmla="*/ 187 h 197"/>
              <a:gd name="T30" fmla="*/ 61 w 197"/>
              <a:gd name="T31" fmla="*/ 187 h 197"/>
              <a:gd name="T32" fmla="*/ 48 w 197"/>
              <a:gd name="T33" fmla="*/ 183 h 197"/>
              <a:gd name="T34" fmla="*/ 90 w 197"/>
              <a:gd name="T35" fmla="*/ 179 h 197"/>
              <a:gd name="T36" fmla="*/ 97 w 197"/>
              <a:gd name="T37" fmla="*/ 152 h 197"/>
              <a:gd name="T38" fmla="*/ 101 w 197"/>
              <a:gd name="T39" fmla="*/ 155 h 197"/>
              <a:gd name="T40" fmla="*/ 118 w 197"/>
              <a:gd name="T41" fmla="*/ 172 h 197"/>
              <a:gd name="T42" fmla="*/ 118 w 197"/>
              <a:gd name="T43" fmla="*/ 191 h 197"/>
              <a:gd name="T44" fmla="*/ 110 w 197"/>
              <a:gd name="T45" fmla="*/ 197 h 197"/>
              <a:gd name="T46" fmla="*/ 108 w 197"/>
              <a:gd name="T47" fmla="*/ 197 h 197"/>
              <a:gd name="T48" fmla="*/ 106 w 197"/>
              <a:gd name="T49" fmla="*/ 197 h 197"/>
              <a:gd name="T50" fmla="*/ 90 w 197"/>
              <a:gd name="T51" fmla="*/ 182 h 197"/>
              <a:gd name="T52" fmla="*/ 137 w 197"/>
              <a:gd name="T53" fmla="*/ 161 h 197"/>
              <a:gd name="T54" fmla="*/ 137 w 197"/>
              <a:gd name="T55" fmla="*/ 159 h 197"/>
              <a:gd name="T56" fmla="*/ 144 w 197"/>
              <a:gd name="T57" fmla="*/ 131 h 197"/>
              <a:gd name="T58" fmla="*/ 144 w 197"/>
              <a:gd name="T59" fmla="*/ 131 h 197"/>
              <a:gd name="T60" fmla="*/ 165 w 197"/>
              <a:gd name="T61" fmla="*/ 151 h 197"/>
              <a:gd name="T62" fmla="*/ 168 w 197"/>
              <a:gd name="T63" fmla="*/ 161 h 197"/>
              <a:gd name="T64" fmla="*/ 158 w 197"/>
              <a:gd name="T65" fmla="*/ 176 h 197"/>
              <a:gd name="T66" fmla="*/ 156 w 197"/>
              <a:gd name="T67" fmla="*/ 176 h 197"/>
              <a:gd name="T68" fmla="*/ 152 w 197"/>
              <a:gd name="T69" fmla="*/ 177 h 197"/>
              <a:gd name="T70" fmla="*/ 137 w 197"/>
              <a:gd name="T71" fmla="*/ 161 h 1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97" h="197">
                <a:moveTo>
                  <a:pt x="0" y="78"/>
                </a:moveTo>
                <a:cubicBezTo>
                  <a:pt x="0" y="68"/>
                  <a:pt x="3" y="59"/>
                  <a:pt x="9" y="51"/>
                </a:cubicBezTo>
                <a:cubicBezTo>
                  <a:pt x="14" y="43"/>
                  <a:pt x="22" y="37"/>
                  <a:pt x="32" y="34"/>
                </a:cubicBezTo>
                <a:cubicBezTo>
                  <a:pt x="33" y="24"/>
                  <a:pt x="38" y="16"/>
                  <a:pt x="46" y="10"/>
                </a:cubicBezTo>
                <a:cubicBezTo>
                  <a:pt x="53" y="3"/>
                  <a:pt x="62" y="0"/>
                  <a:pt x="73" y="0"/>
                </a:cubicBezTo>
                <a:cubicBezTo>
                  <a:pt x="80" y="0"/>
                  <a:pt x="86" y="2"/>
                  <a:pt x="92" y="5"/>
                </a:cubicBezTo>
                <a:cubicBezTo>
                  <a:pt x="98" y="8"/>
                  <a:pt x="103" y="13"/>
                  <a:pt x="107" y="19"/>
                </a:cubicBezTo>
                <a:cubicBezTo>
                  <a:pt x="114" y="13"/>
                  <a:pt x="121" y="11"/>
                  <a:pt x="130" y="11"/>
                </a:cubicBezTo>
                <a:cubicBezTo>
                  <a:pt x="140" y="11"/>
                  <a:pt x="148" y="14"/>
                  <a:pt x="155" y="21"/>
                </a:cubicBezTo>
                <a:cubicBezTo>
                  <a:pt x="163" y="28"/>
                  <a:pt x="166" y="37"/>
                  <a:pt x="166" y="47"/>
                </a:cubicBezTo>
                <a:cubicBezTo>
                  <a:pt x="166" y="48"/>
                  <a:pt x="166" y="48"/>
                  <a:pt x="166" y="49"/>
                </a:cubicBezTo>
                <a:cubicBezTo>
                  <a:pt x="166" y="50"/>
                  <a:pt x="166" y="51"/>
                  <a:pt x="166" y="52"/>
                </a:cubicBezTo>
                <a:cubicBezTo>
                  <a:pt x="175" y="54"/>
                  <a:pt x="182" y="58"/>
                  <a:pt x="188" y="64"/>
                </a:cubicBezTo>
                <a:cubicBezTo>
                  <a:pt x="194" y="71"/>
                  <a:pt x="197" y="79"/>
                  <a:pt x="197" y="89"/>
                </a:cubicBezTo>
                <a:cubicBezTo>
                  <a:pt x="197" y="99"/>
                  <a:pt x="194" y="107"/>
                  <a:pt x="187" y="114"/>
                </a:cubicBezTo>
                <a:cubicBezTo>
                  <a:pt x="180" y="121"/>
                  <a:pt x="171" y="125"/>
                  <a:pt x="161" y="125"/>
                </a:cubicBezTo>
                <a:cubicBezTo>
                  <a:pt x="47" y="125"/>
                  <a:pt x="47" y="125"/>
                  <a:pt x="47" y="125"/>
                </a:cubicBezTo>
                <a:cubicBezTo>
                  <a:pt x="33" y="125"/>
                  <a:pt x="22" y="120"/>
                  <a:pt x="13" y="111"/>
                </a:cubicBezTo>
                <a:cubicBezTo>
                  <a:pt x="4" y="102"/>
                  <a:pt x="0" y="91"/>
                  <a:pt x="0" y="78"/>
                </a:cubicBezTo>
                <a:close/>
                <a:moveTo>
                  <a:pt x="43" y="172"/>
                </a:moveTo>
                <a:cubicBezTo>
                  <a:pt x="43" y="171"/>
                  <a:pt x="43" y="170"/>
                  <a:pt x="44" y="169"/>
                </a:cubicBezTo>
                <a:cubicBezTo>
                  <a:pt x="51" y="142"/>
                  <a:pt x="51" y="142"/>
                  <a:pt x="51" y="142"/>
                </a:cubicBezTo>
                <a:cubicBezTo>
                  <a:pt x="51" y="141"/>
                  <a:pt x="51" y="141"/>
                  <a:pt x="51" y="141"/>
                </a:cubicBezTo>
                <a:cubicBezTo>
                  <a:pt x="51" y="142"/>
                  <a:pt x="51" y="142"/>
                  <a:pt x="51" y="142"/>
                </a:cubicBezTo>
                <a:cubicBezTo>
                  <a:pt x="71" y="162"/>
                  <a:pt x="71" y="162"/>
                  <a:pt x="71" y="162"/>
                </a:cubicBezTo>
                <a:cubicBezTo>
                  <a:pt x="71" y="162"/>
                  <a:pt x="71" y="162"/>
                  <a:pt x="71" y="162"/>
                </a:cubicBezTo>
                <a:cubicBezTo>
                  <a:pt x="73" y="165"/>
                  <a:pt x="74" y="168"/>
                  <a:pt x="74" y="172"/>
                </a:cubicBezTo>
                <a:cubicBezTo>
                  <a:pt x="74" y="175"/>
                  <a:pt x="74" y="178"/>
                  <a:pt x="72" y="180"/>
                </a:cubicBezTo>
                <a:cubicBezTo>
                  <a:pt x="70" y="183"/>
                  <a:pt x="67" y="185"/>
                  <a:pt x="64" y="186"/>
                </a:cubicBezTo>
                <a:cubicBezTo>
                  <a:pt x="64" y="186"/>
                  <a:pt x="63" y="187"/>
                  <a:pt x="63" y="187"/>
                </a:cubicBezTo>
                <a:cubicBezTo>
                  <a:pt x="63" y="187"/>
                  <a:pt x="63" y="187"/>
                  <a:pt x="63" y="187"/>
                </a:cubicBezTo>
                <a:cubicBezTo>
                  <a:pt x="62" y="187"/>
                  <a:pt x="62" y="187"/>
                  <a:pt x="61" y="187"/>
                </a:cubicBezTo>
                <a:cubicBezTo>
                  <a:pt x="61" y="187"/>
                  <a:pt x="60" y="187"/>
                  <a:pt x="59" y="187"/>
                </a:cubicBezTo>
                <a:cubicBezTo>
                  <a:pt x="55" y="187"/>
                  <a:pt x="51" y="186"/>
                  <a:pt x="48" y="183"/>
                </a:cubicBezTo>
                <a:cubicBezTo>
                  <a:pt x="45" y="180"/>
                  <a:pt x="43" y="176"/>
                  <a:pt x="43" y="172"/>
                </a:cubicBezTo>
                <a:close/>
                <a:moveTo>
                  <a:pt x="90" y="179"/>
                </a:moveTo>
                <a:cubicBezTo>
                  <a:pt x="98" y="152"/>
                  <a:pt x="98" y="152"/>
                  <a:pt x="98" y="152"/>
                </a:cubicBezTo>
                <a:cubicBezTo>
                  <a:pt x="97" y="152"/>
                  <a:pt x="97" y="152"/>
                  <a:pt x="97" y="152"/>
                </a:cubicBezTo>
                <a:cubicBezTo>
                  <a:pt x="98" y="152"/>
                  <a:pt x="98" y="152"/>
                  <a:pt x="98" y="152"/>
                </a:cubicBezTo>
                <a:cubicBezTo>
                  <a:pt x="98" y="152"/>
                  <a:pt x="99" y="154"/>
                  <a:pt x="101" y="155"/>
                </a:cubicBezTo>
                <a:cubicBezTo>
                  <a:pt x="102" y="157"/>
                  <a:pt x="104" y="159"/>
                  <a:pt x="107" y="161"/>
                </a:cubicBezTo>
                <a:cubicBezTo>
                  <a:pt x="118" y="172"/>
                  <a:pt x="118" y="172"/>
                  <a:pt x="118" y="172"/>
                </a:cubicBezTo>
                <a:cubicBezTo>
                  <a:pt x="120" y="175"/>
                  <a:pt x="121" y="178"/>
                  <a:pt x="121" y="182"/>
                </a:cubicBezTo>
                <a:cubicBezTo>
                  <a:pt x="121" y="185"/>
                  <a:pt x="120" y="188"/>
                  <a:pt x="118" y="191"/>
                </a:cubicBezTo>
                <a:cubicBezTo>
                  <a:pt x="117" y="193"/>
                  <a:pt x="114" y="195"/>
                  <a:pt x="111" y="196"/>
                </a:cubicBezTo>
                <a:cubicBezTo>
                  <a:pt x="111" y="196"/>
                  <a:pt x="110" y="197"/>
                  <a:pt x="110" y="197"/>
                </a:cubicBezTo>
                <a:cubicBezTo>
                  <a:pt x="110" y="197"/>
                  <a:pt x="109" y="197"/>
                  <a:pt x="109" y="197"/>
                </a:cubicBezTo>
                <a:cubicBezTo>
                  <a:pt x="109" y="197"/>
                  <a:pt x="108" y="197"/>
                  <a:pt x="108" y="197"/>
                </a:cubicBezTo>
                <a:cubicBezTo>
                  <a:pt x="108" y="197"/>
                  <a:pt x="108" y="197"/>
                  <a:pt x="107" y="197"/>
                </a:cubicBezTo>
                <a:cubicBezTo>
                  <a:pt x="106" y="197"/>
                  <a:pt x="106" y="197"/>
                  <a:pt x="106" y="197"/>
                </a:cubicBezTo>
                <a:cubicBezTo>
                  <a:pt x="101" y="197"/>
                  <a:pt x="98" y="196"/>
                  <a:pt x="95" y="193"/>
                </a:cubicBezTo>
                <a:cubicBezTo>
                  <a:pt x="92" y="190"/>
                  <a:pt x="90" y="186"/>
                  <a:pt x="90" y="182"/>
                </a:cubicBezTo>
                <a:lnTo>
                  <a:pt x="90" y="179"/>
                </a:lnTo>
                <a:close/>
                <a:moveTo>
                  <a:pt x="137" y="161"/>
                </a:moveTo>
                <a:cubicBezTo>
                  <a:pt x="137" y="160"/>
                  <a:pt x="137" y="159"/>
                  <a:pt x="137" y="159"/>
                </a:cubicBezTo>
                <a:cubicBezTo>
                  <a:pt x="137" y="159"/>
                  <a:pt x="137" y="159"/>
                  <a:pt x="137" y="159"/>
                </a:cubicBezTo>
                <a:cubicBezTo>
                  <a:pt x="144" y="131"/>
                  <a:pt x="144" y="131"/>
                  <a:pt x="144" y="131"/>
                </a:cubicBezTo>
                <a:cubicBezTo>
                  <a:pt x="144" y="131"/>
                  <a:pt x="144" y="131"/>
                  <a:pt x="144" y="131"/>
                </a:cubicBezTo>
                <a:cubicBezTo>
                  <a:pt x="144" y="131"/>
                  <a:pt x="144" y="131"/>
                  <a:pt x="144" y="131"/>
                </a:cubicBezTo>
                <a:cubicBezTo>
                  <a:pt x="144" y="131"/>
                  <a:pt x="144" y="131"/>
                  <a:pt x="144" y="131"/>
                </a:cubicBezTo>
                <a:cubicBezTo>
                  <a:pt x="144" y="131"/>
                  <a:pt x="144" y="131"/>
                  <a:pt x="144" y="131"/>
                </a:cubicBezTo>
                <a:cubicBezTo>
                  <a:pt x="165" y="151"/>
                  <a:pt x="165" y="151"/>
                  <a:pt x="165" y="151"/>
                </a:cubicBezTo>
                <a:cubicBezTo>
                  <a:pt x="165" y="151"/>
                  <a:pt x="165" y="151"/>
                  <a:pt x="165" y="151"/>
                </a:cubicBezTo>
                <a:cubicBezTo>
                  <a:pt x="167" y="154"/>
                  <a:pt x="168" y="158"/>
                  <a:pt x="168" y="161"/>
                </a:cubicBezTo>
                <a:cubicBezTo>
                  <a:pt x="168" y="164"/>
                  <a:pt x="167" y="167"/>
                  <a:pt x="165" y="170"/>
                </a:cubicBezTo>
                <a:cubicBezTo>
                  <a:pt x="163" y="173"/>
                  <a:pt x="161" y="174"/>
                  <a:pt x="158" y="176"/>
                </a:cubicBezTo>
                <a:cubicBezTo>
                  <a:pt x="157" y="176"/>
                  <a:pt x="157" y="176"/>
                  <a:pt x="157" y="176"/>
                </a:cubicBezTo>
                <a:cubicBezTo>
                  <a:pt x="156" y="176"/>
                  <a:pt x="156" y="176"/>
                  <a:pt x="156" y="176"/>
                </a:cubicBezTo>
                <a:cubicBezTo>
                  <a:pt x="155" y="176"/>
                  <a:pt x="155" y="176"/>
                  <a:pt x="155" y="176"/>
                </a:cubicBezTo>
                <a:cubicBezTo>
                  <a:pt x="154" y="176"/>
                  <a:pt x="153" y="177"/>
                  <a:pt x="152" y="177"/>
                </a:cubicBezTo>
                <a:cubicBezTo>
                  <a:pt x="148" y="177"/>
                  <a:pt x="145" y="175"/>
                  <a:pt x="141" y="172"/>
                </a:cubicBezTo>
                <a:cubicBezTo>
                  <a:pt x="138" y="169"/>
                  <a:pt x="137" y="166"/>
                  <a:pt x="137" y="16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02" name="Freeform 104"/>
          <p:cNvSpPr>
            <a:spLocks noEditPoints="1"/>
          </p:cNvSpPr>
          <p:nvPr/>
        </p:nvSpPr>
        <p:spPr bwMode="auto">
          <a:xfrm>
            <a:off x="4796282" y="3877340"/>
            <a:ext cx="330101" cy="267123"/>
          </a:xfrm>
          <a:custGeom>
            <a:avLst/>
            <a:gdLst>
              <a:gd name="T0" fmla="*/ 9 w 230"/>
              <a:gd name="T1" fmla="*/ 113 h 187"/>
              <a:gd name="T2" fmla="*/ 46 w 230"/>
              <a:gd name="T3" fmla="*/ 72 h 187"/>
              <a:gd name="T4" fmla="*/ 93 w 230"/>
              <a:gd name="T5" fmla="*/ 67 h 187"/>
              <a:gd name="T6" fmla="*/ 130 w 230"/>
              <a:gd name="T7" fmla="*/ 72 h 187"/>
              <a:gd name="T8" fmla="*/ 167 w 230"/>
              <a:gd name="T9" fmla="*/ 109 h 187"/>
              <a:gd name="T10" fmla="*/ 166 w 230"/>
              <a:gd name="T11" fmla="*/ 114 h 187"/>
              <a:gd name="T12" fmla="*/ 198 w 230"/>
              <a:gd name="T13" fmla="*/ 151 h 187"/>
              <a:gd name="T14" fmla="*/ 161 w 230"/>
              <a:gd name="T15" fmla="*/ 187 h 187"/>
              <a:gd name="T16" fmla="*/ 14 w 230"/>
              <a:gd name="T17" fmla="*/ 173 h 187"/>
              <a:gd name="T18" fmla="*/ 106 w 230"/>
              <a:gd name="T19" fmla="*/ 21 h 187"/>
              <a:gd name="T20" fmla="*/ 115 w 230"/>
              <a:gd name="T21" fmla="*/ 41 h 187"/>
              <a:gd name="T22" fmla="*/ 115 w 230"/>
              <a:gd name="T23" fmla="*/ 65 h 187"/>
              <a:gd name="T24" fmla="*/ 156 w 230"/>
              <a:gd name="T25" fmla="*/ 31 h 187"/>
              <a:gd name="T26" fmla="*/ 198 w 230"/>
              <a:gd name="T27" fmla="*/ 72 h 187"/>
              <a:gd name="T28" fmla="*/ 177 w 230"/>
              <a:gd name="T29" fmla="*/ 109 h 187"/>
              <a:gd name="T30" fmla="*/ 130 w 230"/>
              <a:gd name="T31" fmla="*/ 62 h 187"/>
              <a:gd name="T32" fmla="*/ 157 w 230"/>
              <a:gd name="T33" fmla="*/ 0 h 187"/>
              <a:gd name="T34" fmla="*/ 162 w 230"/>
              <a:gd name="T35" fmla="*/ 21 h 187"/>
              <a:gd name="T36" fmla="*/ 158 w 230"/>
              <a:gd name="T37" fmla="*/ 20 h 187"/>
              <a:gd name="T38" fmla="*/ 156 w 230"/>
              <a:gd name="T39" fmla="*/ 20 h 187"/>
              <a:gd name="T40" fmla="*/ 152 w 230"/>
              <a:gd name="T41" fmla="*/ 21 h 187"/>
              <a:gd name="T42" fmla="*/ 157 w 230"/>
              <a:gd name="T43" fmla="*/ 0 h 187"/>
              <a:gd name="T44" fmla="*/ 199 w 230"/>
              <a:gd name="T45" fmla="*/ 41 h 187"/>
              <a:gd name="T46" fmla="*/ 194 w 230"/>
              <a:gd name="T47" fmla="*/ 36 h 187"/>
              <a:gd name="T48" fmla="*/ 189 w 230"/>
              <a:gd name="T49" fmla="*/ 31 h 187"/>
              <a:gd name="T50" fmla="*/ 189 w 230"/>
              <a:gd name="T51" fmla="*/ 114 h 187"/>
              <a:gd name="T52" fmla="*/ 194 w 230"/>
              <a:gd name="T53" fmla="*/ 109 h 187"/>
              <a:gd name="T54" fmla="*/ 199 w 230"/>
              <a:gd name="T55" fmla="*/ 104 h 187"/>
              <a:gd name="T56" fmla="*/ 189 w 230"/>
              <a:gd name="T57" fmla="*/ 114 h 187"/>
              <a:gd name="T58" fmla="*/ 209 w 230"/>
              <a:gd name="T59" fmla="*/ 76 h 187"/>
              <a:gd name="T60" fmla="*/ 209 w 230"/>
              <a:gd name="T61" fmla="*/ 68 h 187"/>
              <a:gd name="T62" fmla="*/ 230 w 230"/>
              <a:gd name="T63" fmla="*/ 72 h 1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230" h="187">
                <a:moveTo>
                  <a:pt x="0" y="140"/>
                </a:moveTo>
                <a:cubicBezTo>
                  <a:pt x="0" y="130"/>
                  <a:pt x="3" y="121"/>
                  <a:pt x="9" y="113"/>
                </a:cubicBezTo>
                <a:cubicBezTo>
                  <a:pt x="15" y="105"/>
                  <a:pt x="23" y="99"/>
                  <a:pt x="32" y="96"/>
                </a:cubicBezTo>
                <a:cubicBezTo>
                  <a:pt x="34" y="86"/>
                  <a:pt x="39" y="78"/>
                  <a:pt x="46" y="72"/>
                </a:cubicBezTo>
                <a:cubicBezTo>
                  <a:pt x="54" y="65"/>
                  <a:pt x="63" y="62"/>
                  <a:pt x="73" y="62"/>
                </a:cubicBezTo>
                <a:cubicBezTo>
                  <a:pt x="80" y="62"/>
                  <a:pt x="87" y="64"/>
                  <a:pt x="93" y="67"/>
                </a:cubicBezTo>
                <a:cubicBezTo>
                  <a:pt x="99" y="70"/>
                  <a:pt x="104" y="75"/>
                  <a:pt x="107" y="80"/>
                </a:cubicBezTo>
                <a:cubicBezTo>
                  <a:pt x="114" y="75"/>
                  <a:pt x="122" y="72"/>
                  <a:pt x="130" y="72"/>
                </a:cubicBezTo>
                <a:cubicBezTo>
                  <a:pt x="140" y="72"/>
                  <a:pt x="149" y="76"/>
                  <a:pt x="156" y="83"/>
                </a:cubicBezTo>
                <a:cubicBezTo>
                  <a:pt x="163" y="90"/>
                  <a:pt x="167" y="99"/>
                  <a:pt x="167" y="109"/>
                </a:cubicBezTo>
                <a:cubicBezTo>
                  <a:pt x="167" y="110"/>
                  <a:pt x="167" y="110"/>
                  <a:pt x="166" y="111"/>
                </a:cubicBezTo>
                <a:cubicBezTo>
                  <a:pt x="166" y="112"/>
                  <a:pt x="166" y="113"/>
                  <a:pt x="166" y="114"/>
                </a:cubicBezTo>
                <a:cubicBezTo>
                  <a:pt x="175" y="116"/>
                  <a:pt x="183" y="120"/>
                  <a:pt x="189" y="127"/>
                </a:cubicBezTo>
                <a:cubicBezTo>
                  <a:pt x="195" y="134"/>
                  <a:pt x="198" y="142"/>
                  <a:pt x="198" y="151"/>
                </a:cubicBezTo>
                <a:cubicBezTo>
                  <a:pt x="198" y="161"/>
                  <a:pt x="194" y="169"/>
                  <a:pt x="187" y="176"/>
                </a:cubicBezTo>
                <a:cubicBezTo>
                  <a:pt x="180" y="183"/>
                  <a:pt x="171" y="187"/>
                  <a:pt x="161" y="187"/>
                </a:cubicBezTo>
                <a:cubicBezTo>
                  <a:pt x="47" y="187"/>
                  <a:pt x="47" y="187"/>
                  <a:pt x="47" y="187"/>
                </a:cubicBezTo>
                <a:cubicBezTo>
                  <a:pt x="34" y="187"/>
                  <a:pt x="23" y="182"/>
                  <a:pt x="14" y="173"/>
                </a:cubicBezTo>
                <a:cubicBezTo>
                  <a:pt x="5" y="164"/>
                  <a:pt x="0" y="153"/>
                  <a:pt x="0" y="140"/>
                </a:cubicBezTo>
                <a:close/>
                <a:moveTo>
                  <a:pt x="106" y="21"/>
                </a:moveTo>
                <a:cubicBezTo>
                  <a:pt x="126" y="31"/>
                  <a:pt x="126" y="31"/>
                  <a:pt x="126" y="31"/>
                </a:cubicBezTo>
                <a:cubicBezTo>
                  <a:pt x="115" y="41"/>
                  <a:pt x="115" y="41"/>
                  <a:pt x="115" y="41"/>
                </a:cubicBezTo>
                <a:lnTo>
                  <a:pt x="106" y="21"/>
                </a:lnTo>
                <a:close/>
                <a:moveTo>
                  <a:pt x="115" y="65"/>
                </a:moveTo>
                <a:cubicBezTo>
                  <a:pt x="117" y="55"/>
                  <a:pt x="122" y="47"/>
                  <a:pt x="130" y="41"/>
                </a:cubicBezTo>
                <a:cubicBezTo>
                  <a:pt x="137" y="34"/>
                  <a:pt x="146" y="31"/>
                  <a:pt x="156" y="31"/>
                </a:cubicBezTo>
                <a:cubicBezTo>
                  <a:pt x="168" y="31"/>
                  <a:pt x="177" y="35"/>
                  <a:pt x="185" y="43"/>
                </a:cubicBezTo>
                <a:cubicBezTo>
                  <a:pt x="194" y="51"/>
                  <a:pt x="198" y="61"/>
                  <a:pt x="198" y="72"/>
                </a:cubicBezTo>
                <a:cubicBezTo>
                  <a:pt x="198" y="80"/>
                  <a:pt x="196" y="87"/>
                  <a:pt x="192" y="94"/>
                </a:cubicBezTo>
                <a:cubicBezTo>
                  <a:pt x="188" y="100"/>
                  <a:pt x="183" y="105"/>
                  <a:pt x="177" y="109"/>
                </a:cubicBezTo>
                <a:cubicBezTo>
                  <a:pt x="177" y="96"/>
                  <a:pt x="172" y="85"/>
                  <a:pt x="163" y="76"/>
                </a:cubicBezTo>
                <a:cubicBezTo>
                  <a:pt x="154" y="67"/>
                  <a:pt x="143" y="62"/>
                  <a:pt x="130" y="62"/>
                </a:cubicBezTo>
                <a:cubicBezTo>
                  <a:pt x="125" y="62"/>
                  <a:pt x="120" y="63"/>
                  <a:pt x="115" y="65"/>
                </a:cubicBezTo>
                <a:close/>
                <a:moveTo>
                  <a:pt x="157" y="0"/>
                </a:moveTo>
                <a:cubicBezTo>
                  <a:pt x="164" y="21"/>
                  <a:pt x="164" y="21"/>
                  <a:pt x="164" y="21"/>
                </a:cubicBezTo>
                <a:cubicBezTo>
                  <a:pt x="163" y="21"/>
                  <a:pt x="163" y="21"/>
                  <a:pt x="162" y="21"/>
                </a:cubicBezTo>
                <a:cubicBezTo>
                  <a:pt x="162" y="21"/>
                  <a:pt x="161" y="20"/>
                  <a:pt x="160" y="20"/>
                </a:cubicBezTo>
                <a:cubicBezTo>
                  <a:pt x="160" y="20"/>
                  <a:pt x="159" y="20"/>
                  <a:pt x="158" y="20"/>
                </a:cubicBezTo>
                <a:cubicBezTo>
                  <a:pt x="158" y="20"/>
                  <a:pt x="157" y="20"/>
                  <a:pt x="157" y="20"/>
                </a:cubicBezTo>
                <a:cubicBezTo>
                  <a:pt x="157" y="20"/>
                  <a:pt x="157" y="20"/>
                  <a:pt x="156" y="20"/>
                </a:cubicBezTo>
                <a:cubicBezTo>
                  <a:pt x="156" y="20"/>
                  <a:pt x="155" y="20"/>
                  <a:pt x="154" y="20"/>
                </a:cubicBezTo>
                <a:cubicBezTo>
                  <a:pt x="153" y="20"/>
                  <a:pt x="153" y="21"/>
                  <a:pt x="152" y="21"/>
                </a:cubicBezTo>
                <a:cubicBezTo>
                  <a:pt x="152" y="21"/>
                  <a:pt x="151" y="21"/>
                  <a:pt x="151" y="21"/>
                </a:cubicBezTo>
                <a:lnTo>
                  <a:pt x="157" y="0"/>
                </a:lnTo>
                <a:close/>
                <a:moveTo>
                  <a:pt x="209" y="21"/>
                </a:moveTo>
                <a:cubicBezTo>
                  <a:pt x="199" y="41"/>
                  <a:pt x="199" y="41"/>
                  <a:pt x="199" y="41"/>
                </a:cubicBezTo>
                <a:cubicBezTo>
                  <a:pt x="199" y="40"/>
                  <a:pt x="198" y="40"/>
                  <a:pt x="197" y="39"/>
                </a:cubicBezTo>
                <a:cubicBezTo>
                  <a:pt x="196" y="38"/>
                  <a:pt x="195" y="37"/>
                  <a:pt x="194" y="36"/>
                </a:cubicBezTo>
                <a:cubicBezTo>
                  <a:pt x="193" y="34"/>
                  <a:pt x="192" y="33"/>
                  <a:pt x="191" y="32"/>
                </a:cubicBezTo>
                <a:cubicBezTo>
                  <a:pt x="190" y="32"/>
                  <a:pt x="189" y="31"/>
                  <a:pt x="189" y="31"/>
                </a:cubicBezTo>
                <a:lnTo>
                  <a:pt x="209" y="21"/>
                </a:lnTo>
                <a:close/>
                <a:moveTo>
                  <a:pt x="189" y="114"/>
                </a:moveTo>
                <a:cubicBezTo>
                  <a:pt x="189" y="114"/>
                  <a:pt x="190" y="113"/>
                  <a:pt x="191" y="112"/>
                </a:cubicBezTo>
                <a:cubicBezTo>
                  <a:pt x="192" y="111"/>
                  <a:pt x="193" y="110"/>
                  <a:pt x="194" y="109"/>
                </a:cubicBezTo>
                <a:cubicBezTo>
                  <a:pt x="195" y="108"/>
                  <a:pt x="196" y="107"/>
                  <a:pt x="197" y="106"/>
                </a:cubicBezTo>
                <a:cubicBezTo>
                  <a:pt x="198" y="105"/>
                  <a:pt x="199" y="104"/>
                  <a:pt x="199" y="104"/>
                </a:cubicBezTo>
                <a:cubicBezTo>
                  <a:pt x="209" y="124"/>
                  <a:pt x="209" y="124"/>
                  <a:pt x="209" y="124"/>
                </a:cubicBezTo>
                <a:lnTo>
                  <a:pt x="189" y="114"/>
                </a:lnTo>
                <a:close/>
                <a:moveTo>
                  <a:pt x="209" y="78"/>
                </a:moveTo>
                <a:cubicBezTo>
                  <a:pt x="209" y="78"/>
                  <a:pt x="209" y="77"/>
                  <a:pt x="209" y="76"/>
                </a:cubicBezTo>
                <a:cubicBezTo>
                  <a:pt x="209" y="75"/>
                  <a:pt x="209" y="74"/>
                  <a:pt x="209" y="72"/>
                </a:cubicBezTo>
                <a:cubicBezTo>
                  <a:pt x="209" y="71"/>
                  <a:pt x="209" y="69"/>
                  <a:pt x="209" y="68"/>
                </a:cubicBezTo>
                <a:cubicBezTo>
                  <a:pt x="209" y="67"/>
                  <a:pt x="209" y="67"/>
                  <a:pt x="209" y="66"/>
                </a:cubicBezTo>
                <a:cubicBezTo>
                  <a:pt x="230" y="72"/>
                  <a:pt x="230" y="72"/>
                  <a:pt x="230" y="72"/>
                </a:cubicBezTo>
                <a:lnTo>
                  <a:pt x="209" y="78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03" name="Freeform 105"/>
          <p:cNvSpPr>
            <a:spLocks noEditPoints="1"/>
          </p:cNvSpPr>
          <p:nvPr/>
        </p:nvSpPr>
        <p:spPr bwMode="auto">
          <a:xfrm>
            <a:off x="5228453" y="3890371"/>
            <a:ext cx="284496" cy="312728"/>
          </a:xfrm>
          <a:custGeom>
            <a:avLst/>
            <a:gdLst>
              <a:gd name="T0" fmla="*/ 0 w 198"/>
              <a:gd name="T1" fmla="*/ 78 h 218"/>
              <a:gd name="T2" fmla="*/ 9 w 198"/>
              <a:gd name="T3" fmla="*/ 51 h 218"/>
              <a:gd name="T4" fmla="*/ 32 w 198"/>
              <a:gd name="T5" fmla="*/ 34 h 218"/>
              <a:gd name="T6" fmla="*/ 46 w 198"/>
              <a:gd name="T7" fmla="*/ 10 h 218"/>
              <a:gd name="T8" fmla="*/ 73 w 198"/>
              <a:gd name="T9" fmla="*/ 0 h 218"/>
              <a:gd name="T10" fmla="*/ 93 w 198"/>
              <a:gd name="T11" fmla="*/ 5 h 218"/>
              <a:gd name="T12" fmla="*/ 108 w 198"/>
              <a:gd name="T13" fmla="*/ 19 h 218"/>
              <a:gd name="T14" fmla="*/ 130 w 198"/>
              <a:gd name="T15" fmla="*/ 11 h 218"/>
              <a:gd name="T16" fmla="*/ 156 w 198"/>
              <a:gd name="T17" fmla="*/ 21 h 218"/>
              <a:gd name="T18" fmla="*/ 167 w 198"/>
              <a:gd name="T19" fmla="*/ 47 h 218"/>
              <a:gd name="T20" fmla="*/ 167 w 198"/>
              <a:gd name="T21" fmla="*/ 49 h 218"/>
              <a:gd name="T22" fmla="*/ 166 w 198"/>
              <a:gd name="T23" fmla="*/ 52 h 218"/>
              <a:gd name="T24" fmla="*/ 189 w 198"/>
              <a:gd name="T25" fmla="*/ 64 h 218"/>
              <a:gd name="T26" fmla="*/ 198 w 198"/>
              <a:gd name="T27" fmla="*/ 89 h 218"/>
              <a:gd name="T28" fmla="*/ 187 w 198"/>
              <a:gd name="T29" fmla="*/ 114 h 218"/>
              <a:gd name="T30" fmla="*/ 162 w 198"/>
              <a:gd name="T31" fmla="*/ 125 h 218"/>
              <a:gd name="T32" fmla="*/ 47 w 198"/>
              <a:gd name="T33" fmla="*/ 125 h 218"/>
              <a:gd name="T34" fmla="*/ 14 w 198"/>
              <a:gd name="T35" fmla="*/ 111 h 218"/>
              <a:gd name="T36" fmla="*/ 0 w 198"/>
              <a:gd name="T37" fmla="*/ 78 h 218"/>
              <a:gd name="T38" fmla="*/ 84 w 198"/>
              <a:gd name="T39" fmla="*/ 135 h 218"/>
              <a:gd name="T40" fmla="*/ 104 w 198"/>
              <a:gd name="T41" fmla="*/ 135 h 218"/>
              <a:gd name="T42" fmla="*/ 115 w 198"/>
              <a:gd name="T43" fmla="*/ 167 h 218"/>
              <a:gd name="T44" fmla="*/ 136 w 198"/>
              <a:gd name="T45" fmla="*/ 158 h 218"/>
              <a:gd name="T46" fmla="*/ 146 w 198"/>
              <a:gd name="T47" fmla="*/ 218 h 218"/>
              <a:gd name="T48" fmla="*/ 125 w 198"/>
              <a:gd name="T49" fmla="*/ 177 h 218"/>
              <a:gd name="T50" fmla="*/ 104 w 198"/>
              <a:gd name="T51" fmla="*/ 187 h 218"/>
              <a:gd name="T52" fmla="*/ 84 w 198"/>
              <a:gd name="T53" fmla="*/ 135 h 2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198" h="218">
                <a:moveTo>
                  <a:pt x="0" y="78"/>
                </a:moveTo>
                <a:cubicBezTo>
                  <a:pt x="0" y="68"/>
                  <a:pt x="3" y="59"/>
                  <a:pt x="9" y="51"/>
                </a:cubicBezTo>
                <a:cubicBezTo>
                  <a:pt x="15" y="43"/>
                  <a:pt x="23" y="37"/>
                  <a:pt x="32" y="34"/>
                </a:cubicBezTo>
                <a:cubicBezTo>
                  <a:pt x="34" y="24"/>
                  <a:pt x="39" y="16"/>
                  <a:pt x="46" y="10"/>
                </a:cubicBezTo>
                <a:cubicBezTo>
                  <a:pt x="54" y="3"/>
                  <a:pt x="63" y="0"/>
                  <a:pt x="73" y="0"/>
                </a:cubicBezTo>
                <a:cubicBezTo>
                  <a:pt x="80" y="0"/>
                  <a:pt x="87" y="2"/>
                  <a:pt x="93" y="5"/>
                </a:cubicBezTo>
                <a:cubicBezTo>
                  <a:pt x="99" y="8"/>
                  <a:pt x="104" y="13"/>
                  <a:pt x="108" y="19"/>
                </a:cubicBezTo>
                <a:cubicBezTo>
                  <a:pt x="114" y="13"/>
                  <a:pt x="122" y="11"/>
                  <a:pt x="130" y="11"/>
                </a:cubicBezTo>
                <a:cubicBezTo>
                  <a:pt x="141" y="11"/>
                  <a:pt x="149" y="14"/>
                  <a:pt x="156" y="21"/>
                </a:cubicBezTo>
                <a:cubicBezTo>
                  <a:pt x="163" y="28"/>
                  <a:pt x="167" y="37"/>
                  <a:pt x="167" y="47"/>
                </a:cubicBezTo>
                <a:cubicBezTo>
                  <a:pt x="167" y="48"/>
                  <a:pt x="167" y="48"/>
                  <a:pt x="167" y="49"/>
                </a:cubicBezTo>
                <a:cubicBezTo>
                  <a:pt x="167" y="50"/>
                  <a:pt x="166" y="51"/>
                  <a:pt x="166" y="52"/>
                </a:cubicBezTo>
                <a:cubicBezTo>
                  <a:pt x="175" y="54"/>
                  <a:pt x="183" y="58"/>
                  <a:pt x="189" y="64"/>
                </a:cubicBezTo>
                <a:cubicBezTo>
                  <a:pt x="195" y="71"/>
                  <a:pt x="198" y="79"/>
                  <a:pt x="198" y="89"/>
                </a:cubicBezTo>
                <a:cubicBezTo>
                  <a:pt x="198" y="99"/>
                  <a:pt x="194" y="107"/>
                  <a:pt x="187" y="114"/>
                </a:cubicBezTo>
                <a:cubicBezTo>
                  <a:pt x="180" y="121"/>
                  <a:pt x="172" y="125"/>
                  <a:pt x="162" y="125"/>
                </a:cubicBezTo>
                <a:cubicBezTo>
                  <a:pt x="47" y="125"/>
                  <a:pt x="47" y="125"/>
                  <a:pt x="47" y="125"/>
                </a:cubicBezTo>
                <a:cubicBezTo>
                  <a:pt x="34" y="125"/>
                  <a:pt x="23" y="120"/>
                  <a:pt x="14" y="111"/>
                </a:cubicBezTo>
                <a:cubicBezTo>
                  <a:pt x="5" y="102"/>
                  <a:pt x="0" y="91"/>
                  <a:pt x="0" y="78"/>
                </a:cubicBezTo>
                <a:close/>
                <a:moveTo>
                  <a:pt x="84" y="135"/>
                </a:moveTo>
                <a:cubicBezTo>
                  <a:pt x="104" y="135"/>
                  <a:pt x="104" y="135"/>
                  <a:pt x="104" y="135"/>
                </a:cubicBezTo>
                <a:cubicBezTo>
                  <a:pt x="115" y="167"/>
                  <a:pt x="115" y="167"/>
                  <a:pt x="115" y="167"/>
                </a:cubicBezTo>
                <a:cubicBezTo>
                  <a:pt x="136" y="158"/>
                  <a:pt x="136" y="158"/>
                  <a:pt x="136" y="158"/>
                </a:cubicBezTo>
                <a:cubicBezTo>
                  <a:pt x="146" y="218"/>
                  <a:pt x="146" y="218"/>
                  <a:pt x="146" y="218"/>
                </a:cubicBezTo>
                <a:cubicBezTo>
                  <a:pt x="125" y="177"/>
                  <a:pt x="125" y="177"/>
                  <a:pt x="125" y="177"/>
                </a:cubicBezTo>
                <a:cubicBezTo>
                  <a:pt x="104" y="187"/>
                  <a:pt x="104" y="187"/>
                  <a:pt x="104" y="187"/>
                </a:cubicBezTo>
                <a:lnTo>
                  <a:pt x="84" y="135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04" name="Freeform 106"/>
          <p:cNvSpPr>
            <a:spLocks noEditPoints="1"/>
          </p:cNvSpPr>
          <p:nvPr/>
        </p:nvSpPr>
        <p:spPr bwMode="auto">
          <a:xfrm>
            <a:off x="5814818" y="3890372"/>
            <a:ext cx="282324" cy="299697"/>
          </a:xfrm>
          <a:custGeom>
            <a:avLst/>
            <a:gdLst>
              <a:gd name="T0" fmla="*/ 32 w 197"/>
              <a:gd name="T1" fmla="*/ 34 h 208"/>
              <a:gd name="T2" fmla="*/ 92 w 197"/>
              <a:gd name="T3" fmla="*/ 5 h 208"/>
              <a:gd name="T4" fmla="*/ 156 w 197"/>
              <a:gd name="T5" fmla="*/ 21 h 208"/>
              <a:gd name="T6" fmla="*/ 166 w 197"/>
              <a:gd name="T7" fmla="*/ 52 h 208"/>
              <a:gd name="T8" fmla="*/ 187 w 197"/>
              <a:gd name="T9" fmla="*/ 114 h 208"/>
              <a:gd name="T10" fmla="*/ 13 w 197"/>
              <a:gd name="T11" fmla="*/ 111 h 208"/>
              <a:gd name="T12" fmla="*/ 53 w 197"/>
              <a:gd name="T13" fmla="*/ 168 h 208"/>
              <a:gd name="T14" fmla="*/ 63 w 197"/>
              <a:gd name="T15" fmla="*/ 164 h 208"/>
              <a:gd name="T16" fmla="*/ 74 w 197"/>
              <a:gd name="T17" fmla="*/ 168 h 208"/>
              <a:gd name="T18" fmla="*/ 74 w 197"/>
              <a:gd name="T19" fmla="*/ 165 h 208"/>
              <a:gd name="T20" fmla="*/ 76 w 197"/>
              <a:gd name="T21" fmla="*/ 165 h 208"/>
              <a:gd name="T22" fmla="*/ 77 w 197"/>
              <a:gd name="T23" fmla="*/ 168 h 208"/>
              <a:gd name="T24" fmla="*/ 88 w 197"/>
              <a:gd name="T25" fmla="*/ 164 h 208"/>
              <a:gd name="T26" fmla="*/ 97 w 197"/>
              <a:gd name="T27" fmla="*/ 168 h 208"/>
              <a:gd name="T28" fmla="*/ 98 w 197"/>
              <a:gd name="T29" fmla="*/ 178 h 208"/>
              <a:gd name="T30" fmla="*/ 77 w 197"/>
              <a:gd name="T31" fmla="*/ 182 h 208"/>
              <a:gd name="T32" fmla="*/ 98 w 197"/>
              <a:gd name="T33" fmla="*/ 186 h 208"/>
              <a:gd name="T34" fmla="*/ 97 w 197"/>
              <a:gd name="T35" fmla="*/ 196 h 208"/>
              <a:gd name="T36" fmla="*/ 88 w 197"/>
              <a:gd name="T37" fmla="*/ 200 h 208"/>
              <a:gd name="T38" fmla="*/ 77 w 197"/>
              <a:gd name="T39" fmla="*/ 196 h 208"/>
              <a:gd name="T40" fmla="*/ 77 w 197"/>
              <a:gd name="T41" fmla="*/ 199 h 208"/>
              <a:gd name="T42" fmla="*/ 74 w 197"/>
              <a:gd name="T43" fmla="*/ 199 h 208"/>
              <a:gd name="T44" fmla="*/ 74 w 197"/>
              <a:gd name="T45" fmla="*/ 196 h 208"/>
              <a:gd name="T46" fmla="*/ 63 w 197"/>
              <a:gd name="T47" fmla="*/ 200 h 208"/>
              <a:gd name="T48" fmla="*/ 53 w 197"/>
              <a:gd name="T49" fmla="*/ 196 h 208"/>
              <a:gd name="T50" fmla="*/ 53 w 197"/>
              <a:gd name="T51" fmla="*/ 186 h 208"/>
              <a:gd name="T52" fmla="*/ 73 w 197"/>
              <a:gd name="T53" fmla="*/ 182 h 208"/>
              <a:gd name="T54" fmla="*/ 53 w 197"/>
              <a:gd name="T55" fmla="*/ 178 h 208"/>
              <a:gd name="T56" fmla="*/ 109 w 197"/>
              <a:gd name="T57" fmla="*/ 149 h 208"/>
              <a:gd name="T58" fmla="*/ 118 w 197"/>
              <a:gd name="T59" fmla="*/ 144 h 208"/>
              <a:gd name="T60" fmla="*/ 131 w 197"/>
              <a:gd name="T61" fmla="*/ 159 h 208"/>
              <a:gd name="T62" fmla="*/ 125 w 197"/>
              <a:gd name="T63" fmla="*/ 140 h 208"/>
              <a:gd name="T64" fmla="*/ 134 w 197"/>
              <a:gd name="T65" fmla="*/ 135 h 208"/>
              <a:gd name="T66" fmla="*/ 142 w 197"/>
              <a:gd name="T67" fmla="*/ 141 h 208"/>
              <a:gd name="T68" fmla="*/ 144 w 197"/>
              <a:gd name="T69" fmla="*/ 153 h 208"/>
              <a:gd name="T70" fmla="*/ 147 w 197"/>
              <a:gd name="T71" fmla="*/ 152 h 208"/>
              <a:gd name="T72" fmla="*/ 148 w 197"/>
              <a:gd name="T73" fmla="*/ 154 h 208"/>
              <a:gd name="T74" fmla="*/ 145 w 197"/>
              <a:gd name="T75" fmla="*/ 155 h 208"/>
              <a:gd name="T76" fmla="*/ 154 w 197"/>
              <a:gd name="T77" fmla="*/ 163 h 208"/>
              <a:gd name="T78" fmla="*/ 156 w 197"/>
              <a:gd name="T79" fmla="*/ 173 h 208"/>
              <a:gd name="T80" fmla="*/ 147 w 197"/>
              <a:gd name="T81" fmla="*/ 179 h 208"/>
              <a:gd name="T82" fmla="*/ 134 w 197"/>
              <a:gd name="T83" fmla="*/ 163 h 208"/>
              <a:gd name="T84" fmla="*/ 140 w 197"/>
              <a:gd name="T85" fmla="*/ 183 h 208"/>
              <a:gd name="T86" fmla="*/ 131 w 197"/>
              <a:gd name="T87" fmla="*/ 187 h 208"/>
              <a:gd name="T88" fmla="*/ 123 w 197"/>
              <a:gd name="T89" fmla="*/ 181 h 208"/>
              <a:gd name="T90" fmla="*/ 121 w 197"/>
              <a:gd name="T91" fmla="*/ 169 h 208"/>
              <a:gd name="T92" fmla="*/ 118 w 197"/>
              <a:gd name="T93" fmla="*/ 171 h 208"/>
              <a:gd name="T94" fmla="*/ 117 w 197"/>
              <a:gd name="T95" fmla="*/ 169 h 208"/>
              <a:gd name="T96" fmla="*/ 120 w 197"/>
              <a:gd name="T97" fmla="*/ 167 h 208"/>
              <a:gd name="T98" fmla="*/ 111 w 197"/>
              <a:gd name="T99" fmla="*/ 159 h 208"/>
              <a:gd name="T100" fmla="*/ 109 w 197"/>
              <a:gd name="T101" fmla="*/ 149 h 2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97" h="208">
                <a:moveTo>
                  <a:pt x="0" y="78"/>
                </a:moveTo>
                <a:cubicBezTo>
                  <a:pt x="0" y="68"/>
                  <a:pt x="3" y="59"/>
                  <a:pt x="9" y="51"/>
                </a:cubicBezTo>
                <a:cubicBezTo>
                  <a:pt x="15" y="43"/>
                  <a:pt x="22" y="37"/>
                  <a:pt x="32" y="34"/>
                </a:cubicBezTo>
                <a:cubicBezTo>
                  <a:pt x="33" y="24"/>
                  <a:pt x="38" y="16"/>
                  <a:pt x="46" y="10"/>
                </a:cubicBezTo>
                <a:cubicBezTo>
                  <a:pt x="54" y="3"/>
                  <a:pt x="62" y="0"/>
                  <a:pt x="73" y="0"/>
                </a:cubicBezTo>
                <a:cubicBezTo>
                  <a:pt x="80" y="0"/>
                  <a:pt x="86" y="2"/>
                  <a:pt x="92" y="5"/>
                </a:cubicBezTo>
                <a:cubicBezTo>
                  <a:pt x="98" y="8"/>
                  <a:pt x="103" y="13"/>
                  <a:pt x="107" y="19"/>
                </a:cubicBezTo>
                <a:cubicBezTo>
                  <a:pt x="114" y="13"/>
                  <a:pt x="121" y="11"/>
                  <a:pt x="130" y="11"/>
                </a:cubicBezTo>
                <a:cubicBezTo>
                  <a:pt x="140" y="11"/>
                  <a:pt x="149" y="14"/>
                  <a:pt x="156" y="21"/>
                </a:cubicBezTo>
                <a:cubicBezTo>
                  <a:pt x="163" y="28"/>
                  <a:pt x="166" y="37"/>
                  <a:pt x="166" y="47"/>
                </a:cubicBezTo>
                <a:cubicBezTo>
                  <a:pt x="166" y="48"/>
                  <a:pt x="166" y="48"/>
                  <a:pt x="166" y="49"/>
                </a:cubicBezTo>
                <a:cubicBezTo>
                  <a:pt x="166" y="50"/>
                  <a:pt x="166" y="51"/>
                  <a:pt x="166" y="52"/>
                </a:cubicBezTo>
                <a:cubicBezTo>
                  <a:pt x="175" y="54"/>
                  <a:pt x="182" y="58"/>
                  <a:pt x="188" y="64"/>
                </a:cubicBezTo>
                <a:cubicBezTo>
                  <a:pt x="194" y="71"/>
                  <a:pt x="197" y="79"/>
                  <a:pt x="197" y="89"/>
                </a:cubicBezTo>
                <a:cubicBezTo>
                  <a:pt x="197" y="99"/>
                  <a:pt x="194" y="107"/>
                  <a:pt x="187" y="114"/>
                </a:cubicBezTo>
                <a:cubicBezTo>
                  <a:pt x="180" y="121"/>
                  <a:pt x="171" y="125"/>
                  <a:pt x="161" y="125"/>
                </a:cubicBezTo>
                <a:cubicBezTo>
                  <a:pt x="47" y="125"/>
                  <a:pt x="47" y="125"/>
                  <a:pt x="47" y="125"/>
                </a:cubicBezTo>
                <a:cubicBezTo>
                  <a:pt x="34" y="125"/>
                  <a:pt x="23" y="120"/>
                  <a:pt x="13" y="111"/>
                </a:cubicBezTo>
                <a:cubicBezTo>
                  <a:pt x="4" y="102"/>
                  <a:pt x="0" y="91"/>
                  <a:pt x="0" y="78"/>
                </a:cubicBezTo>
                <a:close/>
                <a:moveTo>
                  <a:pt x="52" y="170"/>
                </a:moveTo>
                <a:cubicBezTo>
                  <a:pt x="53" y="168"/>
                  <a:pt x="53" y="168"/>
                  <a:pt x="53" y="168"/>
                </a:cubicBezTo>
                <a:cubicBezTo>
                  <a:pt x="61" y="173"/>
                  <a:pt x="61" y="173"/>
                  <a:pt x="61" y="173"/>
                </a:cubicBezTo>
                <a:cubicBezTo>
                  <a:pt x="60" y="165"/>
                  <a:pt x="60" y="165"/>
                  <a:pt x="60" y="165"/>
                </a:cubicBezTo>
                <a:cubicBezTo>
                  <a:pt x="63" y="164"/>
                  <a:pt x="63" y="164"/>
                  <a:pt x="63" y="164"/>
                </a:cubicBezTo>
                <a:cubicBezTo>
                  <a:pt x="63" y="174"/>
                  <a:pt x="63" y="174"/>
                  <a:pt x="63" y="174"/>
                </a:cubicBezTo>
                <a:cubicBezTo>
                  <a:pt x="74" y="180"/>
                  <a:pt x="74" y="180"/>
                  <a:pt x="74" y="180"/>
                </a:cubicBezTo>
                <a:cubicBezTo>
                  <a:pt x="74" y="168"/>
                  <a:pt x="74" y="168"/>
                  <a:pt x="74" y="168"/>
                </a:cubicBezTo>
                <a:cubicBezTo>
                  <a:pt x="66" y="162"/>
                  <a:pt x="66" y="162"/>
                  <a:pt x="66" y="162"/>
                </a:cubicBezTo>
                <a:cubicBezTo>
                  <a:pt x="67" y="161"/>
                  <a:pt x="67" y="161"/>
                  <a:pt x="67" y="161"/>
                </a:cubicBezTo>
                <a:cubicBezTo>
                  <a:pt x="74" y="165"/>
                  <a:pt x="74" y="165"/>
                  <a:pt x="74" y="165"/>
                </a:cubicBezTo>
                <a:cubicBezTo>
                  <a:pt x="74" y="156"/>
                  <a:pt x="74" y="156"/>
                  <a:pt x="74" y="156"/>
                </a:cubicBezTo>
                <a:cubicBezTo>
                  <a:pt x="77" y="156"/>
                  <a:pt x="77" y="156"/>
                  <a:pt x="77" y="156"/>
                </a:cubicBezTo>
                <a:cubicBezTo>
                  <a:pt x="76" y="165"/>
                  <a:pt x="76" y="165"/>
                  <a:pt x="76" y="165"/>
                </a:cubicBezTo>
                <a:cubicBezTo>
                  <a:pt x="83" y="161"/>
                  <a:pt x="83" y="161"/>
                  <a:pt x="83" y="161"/>
                </a:cubicBezTo>
                <a:cubicBezTo>
                  <a:pt x="84" y="162"/>
                  <a:pt x="84" y="162"/>
                  <a:pt x="84" y="162"/>
                </a:cubicBezTo>
                <a:cubicBezTo>
                  <a:pt x="77" y="168"/>
                  <a:pt x="77" y="168"/>
                  <a:pt x="77" y="168"/>
                </a:cubicBezTo>
                <a:cubicBezTo>
                  <a:pt x="77" y="180"/>
                  <a:pt x="77" y="180"/>
                  <a:pt x="77" y="180"/>
                </a:cubicBezTo>
                <a:cubicBezTo>
                  <a:pt x="87" y="174"/>
                  <a:pt x="87" y="174"/>
                  <a:pt x="87" y="174"/>
                </a:cubicBezTo>
                <a:cubicBezTo>
                  <a:pt x="88" y="164"/>
                  <a:pt x="88" y="164"/>
                  <a:pt x="88" y="164"/>
                </a:cubicBezTo>
                <a:cubicBezTo>
                  <a:pt x="90" y="165"/>
                  <a:pt x="90" y="165"/>
                  <a:pt x="90" y="165"/>
                </a:cubicBezTo>
                <a:cubicBezTo>
                  <a:pt x="89" y="173"/>
                  <a:pt x="89" y="173"/>
                  <a:pt x="89" y="173"/>
                </a:cubicBezTo>
                <a:cubicBezTo>
                  <a:pt x="97" y="168"/>
                  <a:pt x="97" y="168"/>
                  <a:pt x="97" y="168"/>
                </a:cubicBezTo>
                <a:cubicBezTo>
                  <a:pt x="98" y="170"/>
                  <a:pt x="98" y="170"/>
                  <a:pt x="98" y="170"/>
                </a:cubicBezTo>
                <a:cubicBezTo>
                  <a:pt x="90" y="175"/>
                  <a:pt x="90" y="175"/>
                  <a:pt x="90" y="175"/>
                </a:cubicBezTo>
                <a:cubicBezTo>
                  <a:pt x="98" y="178"/>
                  <a:pt x="98" y="178"/>
                  <a:pt x="98" y="178"/>
                </a:cubicBezTo>
                <a:cubicBezTo>
                  <a:pt x="97" y="180"/>
                  <a:pt x="97" y="180"/>
                  <a:pt x="97" y="180"/>
                </a:cubicBezTo>
                <a:cubicBezTo>
                  <a:pt x="88" y="176"/>
                  <a:pt x="88" y="176"/>
                  <a:pt x="88" y="176"/>
                </a:cubicBezTo>
                <a:cubicBezTo>
                  <a:pt x="77" y="182"/>
                  <a:pt x="77" y="182"/>
                  <a:pt x="77" y="182"/>
                </a:cubicBezTo>
                <a:cubicBezTo>
                  <a:pt x="88" y="188"/>
                  <a:pt x="88" y="188"/>
                  <a:pt x="88" y="188"/>
                </a:cubicBezTo>
                <a:cubicBezTo>
                  <a:pt x="97" y="184"/>
                  <a:pt x="97" y="184"/>
                  <a:pt x="97" y="184"/>
                </a:cubicBezTo>
                <a:cubicBezTo>
                  <a:pt x="98" y="186"/>
                  <a:pt x="98" y="186"/>
                  <a:pt x="98" y="186"/>
                </a:cubicBezTo>
                <a:cubicBezTo>
                  <a:pt x="90" y="190"/>
                  <a:pt x="90" y="190"/>
                  <a:pt x="90" y="190"/>
                </a:cubicBezTo>
                <a:cubicBezTo>
                  <a:pt x="98" y="194"/>
                  <a:pt x="98" y="194"/>
                  <a:pt x="98" y="194"/>
                </a:cubicBezTo>
                <a:cubicBezTo>
                  <a:pt x="97" y="196"/>
                  <a:pt x="97" y="196"/>
                  <a:pt x="97" y="196"/>
                </a:cubicBezTo>
                <a:cubicBezTo>
                  <a:pt x="89" y="192"/>
                  <a:pt x="89" y="192"/>
                  <a:pt x="89" y="192"/>
                </a:cubicBezTo>
                <a:cubicBezTo>
                  <a:pt x="90" y="200"/>
                  <a:pt x="90" y="200"/>
                  <a:pt x="90" y="200"/>
                </a:cubicBezTo>
                <a:cubicBezTo>
                  <a:pt x="88" y="200"/>
                  <a:pt x="88" y="200"/>
                  <a:pt x="88" y="200"/>
                </a:cubicBezTo>
                <a:cubicBezTo>
                  <a:pt x="87" y="190"/>
                  <a:pt x="87" y="190"/>
                  <a:pt x="87" y="190"/>
                </a:cubicBezTo>
                <a:cubicBezTo>
                  <a:pt x="77" y="184"/>
                  <a:pt x="77" y="184"/>
                  <a:pt x="77" y="184"/>
                </a:cubicBezTo>
                <a:cubicBezTo>
                  <a:pt x="77" y="196"/>
                  <a:pt x="77" y="196"/>
                  <a:pt x="77" y="196"/>
                </a:cubicBezTo>
                <a:cubicBezTo>
                  <a:pt x="84" y="202"/>
                  <a:pt x="84" y="202"/>
                  <a:pt x="84" y="202"/>
                </a:cubicBezTo>
                <a:cubicBezTo>
                  <a:pt x="83" y="204"/>
                  <a:pt x="83" y="204"/>
                  <a:pt x="83" y="204"/>
                </a:cubicBezTo>
                <a:cubicBezTo>
                  <a:pt x="77" y="199"/>
                  <a:pt x="77" y="199"/>
                  <a:pt x="77" y="199"/>
                </a:cubicBezTo>
                <a:cubicBezTo>
                  <a:pt x="77" y="208"/>
                  <a:pt x="77" y="208"/>
                  <a:pt x="77" y="208"/>
                </a:cubicBezTo>
                <a:cubicBezTo>
                  <a:pt x="74" y="208"/>
                  <a:pt x="74" y="208"/>
                  <a:pt x="74" y="208"/>
                </a:cubicBezTo>
                <a:cubicBezTo>
                  <a:pt x="74" y="199"/>
                  <a:pt x="74" y="199"/>
                  <a:pt x="74" y="199"/>
                </a:cubicBezTo>
                <a:cubicBezTo>
                  <a:pt x="67" y="204"/>
                  <a:pt x="67" y="204"/>
                  <a:pt x="67" y="204"/>
                </a:cubicBezTo>
                <a:cubicBezTo>
                  <a:pt x="66" y="202"/>
                  <a:pt x="66" y="202"/>
                  <a:pt x="66" y="202"/>
                </a:cubicBezTo>
                <a:cubicBezTo>
                  <a:pt x="74" y="196"/>
                  <a:pt x="74" y="196"/>
                  <a:pt x="74" y="196"/>
                </a:cubicBezTo>
                <a:cubicBezTo>
                  <a:pt x="74" y="184"/>
                  <a:pt x="74" y="184"/>
                  <a:pt x="74" y="184"/>
                </a:cubicBezTo>
                <a:cubicBezTo>
                  <a:pt x="63" y="190"/>
                  <a:pt x="63" y="190"/>
                  <a:pt x="63" y="190"/>
                </a:cubicBezTo>
                <a:cubicBezTo>
                  <a:pt x="63" y="200"/>
                  <a:pt x="63" y="200"/>
                  <a:pt x="63" y="200"/>
                </a:cubicBezTo>
                <a:cubicBezTo>
                  <a:pt x="60" y="200"/>
                  <a:pt x="60" y="200"/>
                  <a:pt x="60" y="200"/>
                </a:cubicBezTo>
                <a:cubicBezTo>
                  <a:pt x="61" y="192"/>
                  <a:pt x="61" y="192"/>
                  <a:pt x="61" y="192"/>
                </a:cubicBezTo>
                <a:cubicBezTo>
                  <a:pt x="53" y="196"/>
                  <a:pt x="53" y="196"/>
                  <a:pt x="53" y="196"/>
                </a:cubicBezTo>
                <a:cubicBezTo>
                  <a:pt x="52" y="194"/>
                  <a:pt x="52" y="194"/>
                  <a:pt x="52" y="194"/>
                </a:cubicBezTo>
                <a:cubicBezTo>
                  <a:pt x="60" y="190"/>
                  <a:pt x="60" y="190"/>
                  <a:pt x="60" y="190"/>
                </a:cubicBezTo>
                <a:cubicBezTo>
                  <a:pt x="53" y="186"/>
                  <a:pt x="53" y="186"/>
                  <a:pt x="53" y="186"/>
                </a:cubicBezTo>
                <a:cubicBezTo>
                  <a:pt x="53" y="184"/>
                  <a:pt x="53" y="184"/>
                  <a:pt x="53" y="184"/>
                </a:cubicBezTo>
                <a:cubicBezTo>
                  <a:pt x="62" y="188"/>
                  <a:pt x="62" y="188"/>
                  <a:pt x="62" y="188"/>
                </a:cubicBezTo>
                <a:cubicBezTo>
                  <a:pt x="73" y="182"/>
                  <a:pt x="73" y="182"/>
                  <a:pt x="73" y="182"/>
                </a:cubicBezTo>
                <a:cubicBezTo>
                  <a:pt x="62" y="176"/>
                  <a:pt x="62" y="176"/>
                  <a:pt x="62" y="176"/>
                </a:cubicBezTo>
                <a:cubicBezTo>
                  <a:pt x="53" y="180"/>
                  <a:pt x="53" y="180"/>
                  <a:pt x="53" y="180"/>
                </a:cubicBezTo>
                <a:cubicBezTo>
                  <a:pt x="53" y="178"/>
                  <a:pt x="53" y="178"/>
                  <a:pt x="53" y="178"/>
                </a:cubicBezTo>
                <a:cubicBezTo>
                  <a:pt x="60" y="175"/>
                  <a:pt x="60" y="175"/>
                  <a:pt x="60" y="175"/>
                </a:cubicBezTo>
                <a:lnTo>
                  <a:pt x="52" y="170"/>
                </a:lnTo>
                <a:close/>
                <a:moveTo>
                  <a:pt x="109" y="149"/>
                </a:moveTo>
                <a:cubicBezTo>
                  <a:pt x="111" y="147"/>
                  <a:pt x="111" y="147"/>
                  <a:pt x="111" y="147"/>
                </a:cubicBezTo>
                <a:cubicBezTo>
                  <a:pt x="118" y="152"/>
                  <a:pt x="118" y="152"/>
                  <a:pt x="118" y="152"/>
                </a:cubicBezTo>
                <a:cubicBezTo>
                  <a:pt x="118" y="144"/>
                  <a:pt x="118" y="144"/>
                  <a:pt x="118" y="144"/>
                </a:cubicBezTo>
                <a:cubicBezTo>
                  <a:pt x="120" y="144"/>
                  <a:pt x="120" y="144"/>
                  <a:pt x="120" y="144"/>
                </a:cubicBezTo>
                <a:cubicBezTo>
                  <a:pt x="121" y="153"/>
                  <a:pt x="121" y="153"/>
                  <a:pt x="121" y="153"/>
                </a:cubicBezTo>
                <a:cubicBezTo>
                  <a:pt x="131" y="159"/>
                  <a:pt x="131" y="159"/>
                  <a:pt x="131" y="159"/>
                </a:cubicBezTo>
                <a:cubicBezTo>
                  <a:pt x="131" y="147"/>
                  <a:pt x="131" y="147"/>
                  <a:pt x="131" y="147"/>
                </a:cubicBezTo>
                <a:cubicBezTo>
                  <a:pt x="123" y="141"/>
                  <a:pt x="123" y="141"/>
                  <a:pt x="123" y="141"/>
                </a:cubicBezTo>
                <a:cubicBezTo>
                  <a:pt x="125" y="140"/>
                  <a:pt x="125" y="140"/>
                  <a:pt x="125" y="140"/>
                </a:cubicBezTo>
                <a:cubicBezTo>
                  <a:pt x="131" y="144"/>
                  <a:pt x="131" y="144"/>
                  <a:pt x="131" y="144"/>
                </a:cubicBezTo>
                <a:cubicBezTo>
                  <a:pt x="131" y="135"/>
                  <a:pt x="131" y="135"/>
                  <a:pt x="131" y="135"/>
                </a:cubicBezTo>
                <a:cubicBezTo>
                  <a:pt x="134" y="135"/>
                  <a:pt x="134" y="135"/>
                  <a:pt x="134" y="135"/>
                </a:cubicBezTo>
                <a:cubicBezTo>
                  <a:pt x="134" y="144"/>
                  <a:pt x="134" y="144"/>
                  <a:pt x="134" y="144"/>
                </a:cubicBezTo>
                <a:cubicBezTo>
                  <a:pt x="140" y="140"/>
                  <a:pt x="140" y="140"/>
                  <a:pt x="140" y="140"/>
                </a:cubicBezTo>
                <a:cubicBezTo>
                  <a:pt x="142" y="141"/>
                  <a:pt x="142" y="141"/>
                  <a:pt x="142" y="141"/>
                </a:cubicBezTo>
                <a:cubicBezTo>
                  <a:pt x="134" y="147"/>
                  <a:pt x="134" y="147"/>
                  <a:pt x="134" y="147"/>
                </a:cubicBezTo>
                <a:cubicBezTo>
                  <a:pt x="134" y="159"/>
                  <a:pt x="134" y="159"/>
                  <a:pt x="134" y="159"/>
                </a:cubicBezTo>
                <a:cubicBezTo>
                  <a:pt x="144" y="153"/>
                  <a:pt x="144" y="153"/>
                  <a:pt x="144" y="153"/>
                </a:cubicBezTo>
                <a:cubicBezTo>
                  <a:pt x="145" y="144"/>
                  <a:pt x="145" y="144"/>
                  <a:pt x="145" y="144"/>
                </a:cubicBezTo>
                <a:cubicBezTo>
                  <a:pt x="147" y="144"/>
                  <a:pt x="147" y="144"/>
                  <a:pt x="147" y="144"/>
                </a:cubicBezTo>
                <a:cubicBezTo>
                  <a:pt x="147" y="152"/>
                  <a:pt x="147" y="152"/>
                  <a:pt x="147" y="152"/>
                </a:cubicBezTo>
                <a:cubicBezTo>
                  <a:pt x="154" y="147"/>
                  <a:pt x="154" y="147"/>
                  <a:pt x="154" y="147"/>
                </a:cubicBezTo>
                <a:cubicBezTo>
                  <a:pt x="156" y="149"/>
                  <a:pt x="156" y="149"/>
                  <a:pt x="156" y="149"/>
                </a:cubicBezTo>
                <a:cubicBezTo>
                  <a:pt x="148" y="154"/>
                  <a:pt x="148" y="154"/>
                  <a:pt x="148" y="154"/>
                </a:cubicBezTo>
                <a:cubicBezTo>
                  <a:pt x="155" y="157"/>
                  <a:pt x="155" y="157"/>
                  <a:pt x="155" y="157"/>
                </a:cubicBezTo>
                <a:cubicBezTo>
                  <a:pt x="154" y="159"/>
                  <a:pt x="154" y="159"/>
                  <a:pt x="154" y="159"/>
                </a:cubicBezTo>
                <a:cubicBezTo>
                  <a:pt x="145" y="155"/>
                  <a:pt x="145" y="155"/>
                  <a:pt x="145" y="155"/>
                </a:cubicBezTo>
                <a:cubicBezTo>
                  <a:pt x="135" y="161"/>
                  <a:pt x="135" y="161"/>
                  <a:pt x="135" y="161"/>
                </a:cubicBezTo>
                <a:cubicBezTo>
                  <a:pt x="145" y="167"/>
                  <a:pt x="145" y="167"/>
                  <a:pt x="145" y="167"/>
                </a:cubicBezTo>
                <a:cubicBezTo>
                  <a:pt x="154" y="163"/>
                  <a:pt x="154" y="163"/>
                  <a:pt x="154" y="163"/>
                </a:cubicBezTo>
                <a:cubicBezTo>
                  <a:pt x="155" y="165"/>
                  <a:pt x="155" y="165"/>
                  <a:pt x="155" y="165"/>
                </a:cubicBezTo>
                <a:cubicBezTo>
                  <a:pt x="148" y="169"/>
                  <a:pt x="148" y="169"/>
                  <a:pt x="148" y="169"/>
                </a:cubicBezTo>
                <a:cubicBezTo>
                  <a:pt x="156" y="173"/>
                  <a:pt x="156" y="173"/>
                  <a:pt x="156" y="173"/>
                </a:cubicBezTo>
                <a:cubicBezTo>
                  <a:pt x="154" y="175"/>
                  <a:pt x="154" y="175"/>
                  <a:pt x="154" y="175"/>
                </a:cubicBezTo>
                <a:cubicBezTo>
                  <a:pt x="147" y="171"/>
                  <a:pt x="147" y="171"/>
                  <a:pt x="147" y="171"/>
                </a:cubicBezTo>
                <a:cubicBezTo>
                  <a:pt x="147" y="179"/>
                  <a:pt x="147" y="179"/>
                  <a:pt x="147" y="179"/>
                </a:cubicBezTo>
                <a:cubicBezTo>
                  <a:pt x="145" y="179"/>
                  <a:pt x="145" y="179"/>
                  <a:pt x="145" y="179"/>
                </a:cubicBezTo>
                <a:cubicBezTo>
                  <a:pt x="144" y="169"/>
                  <a:pt x="144" y="169"/>
                  <a:pt x="144" y="169"/>
                </a:cubicBezTo>
                <a:cubicBezTo>
                  <a:pt x="134" y="163"/>
                  <a:pt x="134" y="163"/>
                  <a:pt x="134" y="163"/>
                </a:cubicBezTo>
                <a:cubicBezTo>
                  <a:pt x="134" y="176"/>
                  <a:pt x="134" y="176"/>
                  <a:pt x="134" y="176"/>
                </a:cubicBezTo>
                <a:cubicBezTo>
                  <a:pt x="142" y="181"/>
                  <a:pt x="142" y="181"/>
                  <a:pt x="142" y="181"/>
                </a:cubicBezTo>
                <a:cubicBezTo>
                  <a:pt x="140" y="183"/>
                  <a:pt x="140" y="183"/>
                  <a:pt x="140" y="183"/>
                </a:cubicBezTo>
                <a:cubicBezTo>
                  <a:pt x="134" y="178"/>
                  <a:pt x="134" y="178"/>
                  <a:pt x="134" y="178"/>
                </a:cubicBezTo>
                <a:cubicBezTo>
                  <a:pt x="134" y="187"/>
                  <a:pt x="134" y="187"/>
                  <a:pt x="134" y="187"/>
                </a:cubicBezTo>
                <a:cubicBezTo>
                  <a:pt x="131" y="187"/>
                  <a:pt x="131" y="187"/>
                  <a:pt x="131" y="187"/>
                </a:cubicBezTo>
                <a:cubicBezTo>
                  <a:pt x="131" y="178"/>
                  <a:pt x="131" y="178"/>
                  <a:pt x="131" y="178"/>
                </a:cubicBezTo>
                <a:cubicBezTo>
                  <a:pt x="125" y="183"/>
                  <a:pt x="125" y="183"/>
                  <a:pt x="125" y="183"/>
                </a:cubicBezTo>
                <a:cubicBezTo>
                  <a:pt x="123" y="181"/>
                  <a:pt x="123" y="181"/>
                  <a:pt x="123" y="181"/>
                </a:cubicBezTo>
                <a:cubicBezTo>
                  <a:pt x="131" y="176"/>
                  <a:pt x="131" y="176"/>
                  <a:pt x="131" y="176"/>
                </a:cubicBezTo>
                <a:cubicBezTo>
                  <a:pt x="131" y="163"/>
                  <a:pt x="131" y="163"/>
                  <a:pt x="131" y="163"/>
                </a:cubicBezTo>
                <a:cubicBezTo>
                  <a:pt x="121" y="169"/>
                  <a:pt x="121" y="169"/>
                  <a:pt x="121" y="169"/>
                </a:cubicBezTo>
                <a:cubicBezTo>
                  <a:pt x="120" y="179"/>
                  <a:pt x="120" y="179"/>
                  <a:pt x="120" y="179"/>
                </a:cubicBezTo>
                <a:cubicBezTo>
                  <a:pt x="118" y="179"/>
                  <a:pt x="118" y="179"/>
                  <a:pt x="118" y="179"/>
                </a:cubicBezTo>
                <a:cubicBezTo>
                  <a:pt x="118" y="171"/>
                  <a:pt x="118" y="171"/>
                  <a:pt x="118" y="171"/>
                </a:cubicBezTo>
                <a:cubicBezTo>
                  <a:pt x="111" y="175"/>
                  <a:pt x="111" y="175"/>
                  <a:pt x="111" y="175"/>
                </a:cubicBezTo>
                <a:cubicBezTo>
                  <a:pt x="109" y="173"/>
                  <a:pt x="109" y="173"/>
                  <a:pt x="109" y="173"/>
                </a:cubicBezTo>
                <a:cubicBezTo>
                  <a:pt x="117" y="169"/>
                  <a:pt x="117" y="169"/>
                  <a:pt x="117" y="169"/>
                </a:cubicBezTo>
                <a:cubicBezTo>
                  <a:pt x="110" y="165"/>
                  <a:pt x="110" y="165"/>
                  <a:pt x="110" y="165"/>
                </a:cubicBezTo>
                <a:cubicBezTo>
                  <a:pt x="111" y="163"/>
                  <a:pt x="111" y="163"/>
                  <a:pt x="111" y="163"/>
                </a:cubicBezTo>
                <a:cubicBezTo>
                  <a:pt x="120" y="167"/>
                  <a:pt x="120" y="167"/>
                  <a:pt x="120" y="167"/>
                </a:cubicBezTo>
                <a:cubicBezTo>
                  <a:pt x="130" y="161"/>
                  <a:pt x="130" y="161"/>
                  <a:pt x="130" y="161"/>
                </a:cubicBezTo>
                <a:cubicBezTo>
                  <a:pt x="120" y="155"/>
                  <a:pt x="120" y="155"/>
                  <a:pt x="120" y="155"/>
                </a:cubicBezTo>
                <a:cubicBezTo>
                  <a:pt x="111" y="159"/>
                  <a:pt x="111" y="159"/>
                  <a:pt x="111" y="159"/>
                </a:cubicBezTo>
                <a:cubicBezTo>
                  <a:pt x="110" y="157"/>
                  <a:pt x="110" y="157"/>
                  <a:pt x="110" y="157"/>
                </a:cubicBezTo>
                <a:cubicBezTo>
                  <a:pt x="117" y="154"/>
                  <a:pt x="117" y="154"/>
                  <a:pt x="117" y="154"/>
                </a:cubicBezTo>
                <a:lnTo>
                  <a:pt x="109" y="149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05" name="Freeform 107"/>
          <p:cNvSpPr>
            <a:spLocks noEditPoints="1"/>
          </p:cNvSpPr>
          <p:nvPr/>
        </p:nvSpPr>
        <p:spPr bwMode="auto">
          <a:xfrm>
            <a:off x="6396837" y="3942492"/>
            <a:ext cx="284496" cy="180253"/>
          </a:xfrm>
          <a:custGeom>
            <a:avLst/>
            <a:gdLst>
              <a:gd name="T0" fmla="*/ 0 w 198"/>
              <a:gd name="T1" fmla="*/ 78 h 125"/>
              <a:gd name="T2" fmla="*/ 9 w 198"/>
              <a:gd name="T3" fmla="*/ 51 h 125"/>
              <a:gd name="T4" fmla="*/ 32 w 198"/>
              <a:gd name="T5" fmla="*/ 34 h 125"/>
              <a:gd name="T6" fmla="*/ 46 w 198"/>
              <a:gd name="T7" fmla="*/ 10 h 125"/>
              <a:gd name="T8" fmla="*/ 73 w 198"/>
              <a:gd name="T9" fmla="*/ 0 h 125"/>
              <a:gd name="T10" fmla="*/ 93 w 198"/>
              <a:gd name="T11" fmla="*/ 5 h 125"/>
              <a:gd name="T12" fmla="*/ 108 w 198"/>
              <a:gd name="T13" fmla="*/ 19 h 125"/>
              <a:gd name="T14" fmla="*/ 130 w 198"/>
              <a:gd name="T15" fmla="*/ 11 h 125"/>
              <a:gd name="T16" fmla="*/ 156 w 198"/>
              <a:gd name="T17" fmla="*/ 21 h 125"/>
              <a:gd name="T18" fmla="*/ 167 w 198"/>
              <a:gd name="T19" fmla="*/ 47 h 125"/>
              <a:gd name="T20" fmla="*/ 167 w 198"/>
              <a:gd name="T21" fmla="*/ 49 h 125"/>
              <a:gd name="T22" fmla="*/ 166 w 198"/>
              <a:gd name="T23" fmla="*/ 53 h 125"/>
              <a:gd name="T24" fmla="*/ 189 w 198"/>
              <a:gd name="T25" fmla="*/ 65 h 125"/>
              <a:gd name="T26" fmla="*/ 198 w 198"/>
              <a:gd name="T27" fmla="*/ 89 h 125"/>
              <a:gd name="T28" fmla="*/ 187 w 198"/>
              <a:gd name="T29" fmla="*/ 114 h 125"/>
              <a:gd name="T30" fmla="*/ 161 w 198"/>
              <a:gd name="T31" fmla="*/ 125 h 125"/>
              <a:gd name="T32" fmla="*/ 47 w 198"/>
              <a:gd name="T33" fmla="*/ 125 h 125"/>
              <a:gd name="T34" fmla="*/ 14 w 198"/>
              <a:gd name="T35" fmla="*/ 111 h 125"/>
              <a:gd name="T36" fmla="*/ 0 w 198"/>
              <a:gd name="T37" fmla="*/ 78 h 125"/>
              <a:gd name="T38" fmla="*/ 63 w 198"/>
              <a:gd name="T39" fmla="*/ 89 h 125"/>
              <a:gd name="T40" fmla="*/ 99 w 198"/>
              <a:gd name="T41" fmla="*/ 125 h 125"/>
              <a:gd name="T42" fmla="*/ 136 w 198"/>
              <a:gd name="T43" fmla="*/ 89 h 125"/>
              <a:gd name="T44" fmla="*/ 112 w 198"/>
              <a:gd name="T45" fmla="*/ 89 h 125"/>
              <a:gd name="T46" fmla="*/ 112 w 198"/>
              <a:gd name="T47" fmla="*/ 47 h 125"/>
              <a:gd name="T48" fmla="*/ 86 w 198"/>
              <a:gd name="T49" fmla="*/ 47 h 125"/>
              <a:gd name="T50" fmla="*/ 86 w 198"/>
              <a:gd name="T51" fmla="*/ 89 h 125"/>
              <a:gd name="T52" fmla="*/ 63 w 198"/>
              <a:gd name="T53" fmla="*/ 89 h 1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198" h="125">
                <a:moveTo>
                  <a:pt x="0" y="78"/>
                </a:moveTo>
                <a:cubicBezTo>
                  <a:pt x="0" y="68"/>
                  <a:pt x="3" y="59"/>
                  <a:pt x="9" y="51"/>
                </a:cubicBezTo>
                <a:cubicBezTo>
                  <a:pt x="15" y="43"/>
                  <a:pt x="23" y="37"/>
                  <a:pt x="32" y="34"/>
                </a:cubicBezTo>
                <a:cubicBezTo>
                  <a:pt x="34" y="24"/>
                  <a:pt x="39" y="16"/>
                  <a:pt x="46" y="10"/>
                </a:cubicBezTo>
                <a:cubicBezTo>
                  <a:pt x="54" y="3"/>
                  <a:pt x="63" y="0"/>
                  <a:pt x="73" y="0"/>
                </a:cubicBezTo>
                <a:cubicBezTo>
                  <a:pt x="80" y="0"/>
                  <a:pt x="87" y="2"/>
                  <a:pt x="93" y="5"/>
                </a:cubicBezTo>
                <a:cubicBezTo>
                  <a:pt x="99" y="9"/>
                  <a:pt x="104" y="13"/>
                  <a:pt x="108" y="19"/>
                </a:cubicBezTo>
                <a:cubicBezTo>
                  <a:pt x="114" y="13"/>
                  <a:pt x="122" y="11"/>
                  <a:pt x="130" y="11"/>
                </a:cubicBezTo>
                <a:cubicBezTo>
                  <a:pt x="140" y="11"/>
                  <a:pt x="149" y="14"/>
                  <a:pt x="156" y="21"/>
                </a:cubicBezTo>
                <a:cubicBezTo>
                  <a:pt x="163" y="28"/>
                  <a:pt x="167" y="37"/>
                  <a:pt x="167" y="47"/>
                </a:cubicBezTo>
                <a:cubicBezTo>
                  <a:pt x="167" y="48"/>
                  <a:pt x="167" y="48"/>
                  <a:pt x="167" y="49"/>
                </a:cubicBezTo>
                <a:cubicBezTo>
                  <a:pt x="167" y="50"/>
                  <a:pt x="166" y="51"/>
                  <a:pt x="166" y="53"/>
                </a:cubicBezTo>
                <a:cubicBezTo>
                  <a:pt x="175" y="54"/>
                  <a:pt x="183" y="58"/>
                  <a:pt x="189" y="65"/>
                </a:cubicBezTo>
                <a:cubicBezTo>
                  <a:pt x="195" y="71"/>
                  <a:pt x="198" y="79"/>
                  <a:pt x="198" y="89"/>
                </a:cubicBezTo>
                <a:cubicBezTo>
                  <a:pt x="198" y="99"/>
                  <a:pt x="194" y="107"/>
                  <a:pt x="187" y="114"/>
                </a:cubicBezTo>
                <a:cubicBezTo>
                  <a:pt x="180" y="121"/>
                  <a:pt x="172" y="125"/>
                  <a:pt x="161" y="125"/>
                </a:cubicBezTo>
                <a:cubicBezTo>
                  <a:pt x="47" y="125"/>
                  <a:pt x="47" y="125"/>
                  <a:pt x="47" y="125"/>
                </a:cubicBezTo>
                <a:cubicBezTo>
                  <a:pt x="34" y="125"/>
                  <a:pt x="23" y="120"/>
                  <a:pt x="14" y="111"/>
                </a:cubicBezTo>
                <a:cubicBezTo>
                  <a:pt x="5" y="102"/>
                  <a:pt x="0" y="91"/>
                  <a:pt x="0" y="78"/>
                </a:cubicBezTo>
                <a:close/>
                <a:moveTo>
                  <a:pt x="63" y="89"/>
                </a:moveTo>
                <a:cubicBezTo>
                  <a:pt x="99" y="125"/>
                  <a:pt x="99" y="125"/>
                  <a:pt x="99" y="125"/>
                </a:cubicBezTo>
                <a:cubicBezTo>
                  <a:pt x="136" y="89"/>
                  <a:pt x="136" y="89"/>
                  <a:pt x="136" y="89"/>
                </a:cubicBezTo>
                <a:cubicBezTo>
                  <a:pt x="112" y="89"/>
                  <a:pt x="112" y="89"/>
                  <a:pt x="112" y="89"/>
                </a:cubicBezTo>
                <a:cubicBezTo>
                  <a:pt x="112" y="47"/>
                  <a:pt x="112" y="47"/>
                  <a:pt x="112" y="47"/>
                </a:cubicBezTo>
                <a:cubicBezTo>
                  <a:pt x="86" y="47"/>
                  <a:pt x="86" y="47"/>
                  <a:pt x="86" y="47"/>
                </a:cubicBezTo>
                <a:cubicBezTo>
                  <a:pt x="86" y="89"/>
                  <a:pt x="86" y="89"/>
                  <a:pt x="86" y="89"/>
                </a:cubicBezTo>
                <a:lnTo>
                  <a:pt x="63" y="89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06" name="Freeform 108"/>
          <p:cNvSpPr>
            <a:spLocks/>
          </p:cNvSpPr>
          <p:nvPr/>
        </p:nvSpPr>
        <p:spPr bwMode="auto">
          <a:xfrm>
            <a:off x="6972345" y="3836077"/>
            <a:ext cx="317071" cy="358335"/>
          </a:xfrm>
          <a:custGeom>
            <a:avLst/>
            <a:gdLst>
              <a:gd name="T0" fmla="*/ 25 w 146"/>
              <a:gd name="T1" fmla="*/ 106 h 165"/>
              <a:gd name="T2" fmla="*/ 4 w 146"/>
              <a:gd name="T3" fmla="*/ 89 h 165"/>
              <a:gd name="T4" fmla="*/ 66 w 146"/>
              <a:gd name="T5" fmla="*/ 82 h 165"/>
              <a:gd name="T6" fmla="*/ 4 w 146"/>
              <a:gd name="T7" fmla="*/ 75 h 165"/>
              <a:gd name="T8" fmla="*/ 25 w 146"/>
              <a:gd name="T9" fmla="*/ 58 h 165"/>
              <a:gd name="T10" fmla="*/ 3 w 146"/>
              <a:gd name="T11" fmla="*/ 38 h 165"/>
              <a:gd name="T12" fmla="*/ 26 w 146"/>
              <a:gd name="T13" fmla="*/ 26 h 165"/>
              <a:gd name="T14" fmla="*/ 36 w 146"/>
              <a:gd name="T15" fmla="*/ 56 h 165"/>
              <a:gd name="T16" fmla="*/ 70 w 146"/>
              <a:gd name="T17" fmla="*/ 37 h 165"/>
              <a:gd name="T18" fmla="*/ 48 w 146"/>
              <a:gd name="T19" fmla="*/ 13 h 165"/>
              <a:gd name="T20" fmla="*/ 70 w 146"/>
              <a:gd name="T21" fmla="*/ 0 h 165"/>
              <a:gd name="T22" fmla="*/ 77 w 146"/>
              <a:gd name="T23" fmla="*/ 28 h 165"/>
              <a:gd name="T24" fmla="*/ 102 w 146"/>
              <a:gd name="T25" fmla="*/ 19 h 165"/>
              <a:gd name="T26" fmla="*/ 77 w 146"/>
              <a:gd name="T27" fmla="*/ 76 h 165"/>
              <a:gd name="T28" fmla="*/ 114 w 146"/>
              <a:gd name="T29" fmla="*/ 25 h 165"/>
              <a:gd name="T30" fmla="*/ 118 w 146"/>
              <a:gd name="T31" fmla="*/ 52 h 165"/>
              <a:gd name="T32" fmla="*/ 146 w 146"/>
              <a:gd name="T33" fmla="*/ 44 h 165"/>
              <a:gd name="T34" fmla="*/ 145 w 146"/>
              <a:gd name="T35" fmla="*/ 69 h 165"/>
              <a:gd name="T36" fmla="*/ 114 w 146"/>
              <a:gd name="T37" fmla="*/ 62 h 165"/>
              <a:gd name="T38" fmla="*/ 114 w 146"/>
              <a:gd name="T39" fmla="*/ 102 h 165"/>
              <a:gd name="T40" fmla="*/ 145 w 146"/>
              <a:gd name="T41" fmla="*/ 95 h 165"/>
              <a:gd name="T42" fmla="*/ 146 w 146"/>
              <a:gd name="T43" fmla="*/ 121 h 165"/>
              <a:gd name="T44" fmla="*/ 118 w 146"/>
              <a:gd name="T45" fmla="*/ 112 h 165"/>
              <a:gd name="T46" fmla="*/ 114 w 146"/>
              <a:gd name="T47" fmla="*/ 138 h 165"/>
              <a:gd name="T48" fmla="*/ 77 w 146"/>
              <a:gd name="T49" fmla="*/ 88 h 165"/>
              <a:gd name="T50" fmla="*/ 102 w 146"/>
              <a:gd name="T51" fmla="*/ 145 h 165"/>
              <a:gd name="T52" fmla="*/ 77 w 146"/>
              <a:gd name="T53" fmla="*/ 136 h 165"/>
              <a:gd name="T54" fmla="*/ 70 w 146"/>
              <a:gd name="T55" fmla="*/ 165 h 165"/>
              <a:gd name="T56" fmla="*/ 48 w 146"/>
              <a:gd name="T57" fmla="*/ 151 h 165"/>
              <a:gd name="T58" fmla="*/ 70 w 146"/>
              <a:gd name="T59" fmla="*/ 127 h 165"/>
              <a:gd name="T60" fmla="*/ 36 w 146"/>
              <a:gd name="T61" fmla="*/ 108 h 165"/>
              <a:gd name="T62" fmla="*/ 26 w 146"/>
              <a:gd name="T63" fmla="*/ 138 h 165"/>
              <a:gd name="T64" fmla="*/ 3 w 146"/>
              <a:gd name="T65" fmla="*/ 127 h 1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46" h="165">
                <a:moveTo>
                  <a:pt x="0" y="121"/>
                </a:moveTo>
                <a:lnTo>
                  <a:pt x="25" y="106"/>
                </a:lnTo>
                <a:lnTo>
                  <a:pt x="1" y="95"/>
                </a:lnTo>
                <a:lnTo>
                  <a:pt x="4" y="89"/>
                </a:lnTo>
                <a:lnTo>
                  <a:pt x="33" y="102"/>
                </a:lnTo>
                <a:lnTo>
                  <a:pt x="66" y="82"/>
                </a:lnTo>
                <a:lnTo>
                  <a:pt x="33" y="62"/>
                </a:lnTo>
                <a:lnTo>
                  <a:pt x="4" y="75"/>
                </a:lnTo>
                <a:lnTo>
                  <a:pt x="1" y="69"/>
                </a:lnTo>
                <a:lnTo>
                  <a:pt x="25" y="58"/>
                </a:lnTo>
                <a:lnTo>
                  <a:pt x="0" y="44"/>
                </a:lnTo>
                <a:lnTo>
                  <a:pt x="3" y="38"/>
                </a:lnTo>
                <a:lnTo>
                  <a:pt x="29" y="52"/>
                </a:lnTo>
                <a:lnTo>
                  <a:pt x="26" y="26"/>
                </a:lnTo>
                <a:lnTo>
                  <a:pt x="33" y="25"/>
                </a:lnTo>
                <a:lnTo>
                  <a:pt x="36" y="56"/>
                </a:lnTo>
                <a:lnTo>
                  <a:pt x="70" y="76"/>
                </a:lnTo>
                <a:lnTo>
                  <a:pt x="70" y="37"/>
                </a:lnTo>
                <a:lnTo>
                  <a:pt x="44" y="19"/>
                </a:lnTo>
                <a:lnTo>
                  <a:pt x="48" y="13"/>
                </a:lnTo>
                <a:lnTo>
                  <a:pt x="70" y="28"/>
                </a:lnTo>
                <a:lnTo>
                  <a:pt x="70" y="0"/>
                </a:lnTo>
                <a:lnTo>
                  <a:pt x="77" y="0"/>
                </a:lnTo>
                <a:lnTo>
                  <a:pt x="77" y="28"/>
                </a:lnTo>
                <a:lnTo>
                  <a:pt x="98" y="13"/>
                </a:lnTo>
                <a:lnTo>
                  <a:pt x="102" y="19"/>
                </a:lnTo>
                <a:lnTo>
                  <a:pt x="77" y="37"/>
                </a:lnTo>
                <a:lnTo>
                  <a:pt x="77" y="76"/>
                </a:lnTo>
                <a:lnTo>
                  <a:pt x="111" y="56"/>
                </a:lnTo>
                <a:lnTo>
                  <a:pt x="114" y="25"/>
                </a:lnTo>
                <a:lnTo>
                  <a:pt x="120" y="26"/>
                </a:lnTo>
                <a:lnTo>
                  <a:pt x="118" y="52"/>
                </a:lnTo>
                <a:lnTo>
                  <a:pt x="143" y="38"/>
                </a:lnTo>
                <a:lnTo>
                  <a:pt x="146" y="44"/>
                </a:lnTo>
                <a:lnTo>
                  <a:pt x="122" y="58"/>
                </a:lnTo>
                <a:lnTo>
                  <a:pt x="145" y="69"/>
                </a:lnTo>
                <a:lnTo>
                  <a:pt x="142" y="75"/>
                </a:lnTo>
                <a:lnTo>
                  <a:pt x="114" y="62"/>
                </a:lnTo>
                <a:lnTo>
                  <a:pt x="80" y="82"/>
                </a:lnTo>
                <a:lnTo>
                  <a:pt x="114" y="102"/>
                </a:lnTo>
                <a:lnTo>
                  <a:pt x="142" y="89"/>
                </a:lnTo>
                <a:lnTo>
                  <a:pt x="145" y="95"/>
                </a:lnTo>
                <a:lnTo>
                  <a:pt x="122" y="106"/>
                </a:lnTo>
                <a:lnTo>
                  <a:pt x="146" y="121"/>
                </a:lnTo>
                <a:lnTo>
                  <a:pt x="143" y="127"/>
                </a:lnTo>
                <a:lnTo>
                  <a:pt x="118" y="112"/>
                </a:lnTo>
                <a:lnTo>
                  <a:pt x="120" y="138"/>
                </a:lnTo>
                <a:lnTo>
                  <a:pt x="114" y="138"/>
                </a:lnTo>
                <a:lnTo>
                  <a:pt x="111" y="108"/>
                </a:lnTo>
                <a:lnTo>
                  <a:pt x="77" y="88"/>
                </a:lnTo>
                <a:lnTo>
                  <a:pt x="77" y="127"/>
                </a:lnTo>
                <a:lnTo>
                  <a:pt x="102" y="145"/>
                </a:lnTo>
                <a:lnTo>
                  <a:pt x="98" y="151"/>
                </a:lnTo>
                <a:lnTo>
                  <a:pt x="77" y="136"/>
                </a:lnTo>
                <a:lnTo>
                  <a:pt x="77" y="165"/>
                </a:lnTo>
                <a:lnTo>
                  <a:pt x="70" y="165"/>
                </a:lnTo>
                <a:lnTo>
                  <a:pt x="70" y="136"/>
                </a:lnTo>
                <a:lnTo>
                  <a:pt x="48" y="151"/>
                </a:lnTo>
                <a:lnTo>
                  <a:pt x="44" y="145"/>
                </a:lnTo>
                <a:lnTo>
                  <a:pt x="70" y="127"/>
                </a:lnTo>
                <a:lnTo>
                  <a:pt x="70" y="88"/>
                </a:lnTo>
                <a:lnTo>
                  <a:pt x="36" y="108"/>
                </a:lnTo>
                <a:lnTo>
                  <a:pt x="33" y="138"/>
                </a:lnTo>
                <a:lnTo>
                  <a:pt x="26" y="138"/>
                </a:lnTo>
                <a:lnTo>
                  <a:pt x="29" y="112"/>
                </a:lnTo>
                <a:lnTo>
                  <a:pt x="3" y="127"/>
                </a:lnTo>
                <a:lnTo>
                  <a:pt x="0" y="12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07" name="Freeform 109"/>
          <p:cNvSpPr>
            <a:spLocks noEditPoints="1"/>
          </p:cNvSpPr>
          <p:nvPr/>
        </p:nvSpPr>
        <p:spPr bwMode="auto">
          <a:xfrm>
            <a:off x="7567395" y="3935977"/>
            <a:ext cx="297527" cy="193284"/>
          </a:xfrm>
          <a:custGeom>
            <a:avLst/>
            <a:gdLst>
              <a:gd name="T0" fmla="*/ 26 w 208"/>
              <a:gd name="T1" fmla="*/ 135 h 135"/>
              <a:gd name="T2" fmla="*/ 16 w 208"/>
              <a:gd name="T3" fmla="*/ 133 h 135"/>
              <a:gd name="T4" fmla="*/ 8 w 208"/>
              <a:gd name="T5" fmla="*/ 127 h 135"/>
              <a:gd name="T6" fmla="*/ 2 w 208"/>
              <a:gd name="T7" fmla="*/ 119 h 135"/>
              <a:gd name="T8" fmla="*/ 0 w 208"/>
              <a:gd name="T9" fmla="*/ 109 h 135"/>
              <a:gd name="T10" fmla="*/ 0 w 208"/>
              <a:gd name="T11" fmla="*/ 26 h 135"/>
              <a:gd name="T12" fmla="*/ 2 w 208"/>
              <a:gd name="T13" fmla="*/ 16 h 135"/>
              <a:gd name="T14" fmla="*/ 8 w 208"/>
              <a:gd name="T15" fmla="*/ 7 h 135"/>
              <a:gd name="T16" fmla="*/ 16 w 208"/>
              <a:gd name="T17" fmla="*/ 2 h 135"/>
              <a:gd name="T18" fmla="*/ 26 w 208"/>
              <a:gd name="T19" fmla="*/ 0 h 135"/>
              <a:gd name="T20" fmla="*/ 182 w 208"/>
              <a:gd name="T21" fmla="*/ 0 h 135"/>
              <a:gd name="T22" fmla="*/ 192 w 208"/>
              <a:gd name="T23" fmla="*/ 2 h 135"/>
              <a:gd name="T24" fmla="*/ 201 w 208"/>
              <a:gd name="T25" fmla="*/ 7 h 135"/>
              <a:gd name="T26" fmla="*/ 206 w 208"/>
              <a:gd name="T27" fmla="*/ 16 h 135"/>
              <a:gd name="T28" fmla="*/ 208 w 208"/>
              <a:gd name="T29" fmla="*/ 26 h 135"/>
              <a:gd name="T30" fmla="*/ 208 w 208"/>
              <a:gd name="T31" fmla="*/ 109 h 135"/>
              <a:gd name="T32" fmla="*/ 206 w 208"/>
              <a:gd name="T33" fmla="*/ 119 h 135"/>
              <a:gd name="T34" fmla="*/ 201 w 208"/>
              <a:gd name="T35" fmla="*/ 127 h 135"/>
              <a:gd name="T36" fmla="*/ 192 w 208"/>
              <a:gd name="T37" fmla="*/ 133 h 135"/>
              <a:gd name="T38" fmla="*/ 182 w 208"/>
              <a:gd name="T39" fmla="*/ 135 h 135"/>
              <a:gd name="T40" fmla="*/ 26 w 208"/>
              <a:gd name="T41" fmla="*/ 135 h 135"/>
              <a:gd name="T42" fmla="*/ 197 w 208"/>
              <a:gd name="T43" fmla="*/ 20 h 135"/>
              <a:gd name="T44" fmla="*/ 193 w 208"/>
              <a:gd name="T45" fmla="*/ 15 h 135"/>
              <a:gd name="T46" fmla="*/ 188 w 208"/>
              <a:gd name="T47" fmla="*/ 12 h 135"/>
              <a:gd name="T48" fmla="*/ 182 w 208"/>
              <a:gd name="T49" fmla="*/ 10 h 135"/>
              <a:gd name="T50" fmla="*/ 26 w 208"/>
              <a:gd name="T51" fmla="*/ 10 h 135"/>
              <a:gd name="T52" fmla="*/ 20 w 208"/>
              <a:gd name="T53" fmla="*/ 12 h 135"/>
              <a:gd name="T54" fmla="*/ 15 w 208"/>
              <a:gd name="T55" fmla="*/ 15 h 135"/>
              <a:gd name="T56" fmla="*/ 12 w 208"/>
              <a:gd name="T57" fmla="*/ 20 h 135"/>
              <a:gd name="T58" fmla="*/ 11 w 208"/>
              <a:gd name="T59" fmla="*/ 26 h 135"/>
              <a:gd name="T60" fmla="*/ 11 w 208"/>
              <a:gd name="T61" fmla="*/ 36 h 135"/>
              <a:gd name="T62" fmla="*/ 198 w 208"/>
              <a:gd name="T63" fmla="*/ 36 h 135"/>
              <a:gd name="T64" fmla="*/ 198 w 208"/>
              <a:gd name="T65" fmla="*/ 26 h 135"/>
              <a:gd name="T66" fmla="*/ 197 w 208"/>
              <a:gd name="T67" fmla="*/ 20 h 135"/>
              <a:gd name="T68" fmla="*/ 11 w 208"/>
              <a:gd name="T69" fmla="*/ 67 h 135"/>
              <a:gd name="T70" fmla="*/ 11 w 208"/>
              <a:gd name="T71" fmla="*/ 108 h 135"/>
              <a:gd name="T72" fmla="*/ 12 w 208"/>
              <a:gd name="T73" fmla="*/ 114 h 135"/>
              <a:gd name="T74" fmla="*/ 15 w 208"/>
              <a:gd name="T75" fmla="*/ 119 h 135"/>
              <a:gd name="T76" fmla="*/ 20 w 208"/>
              <a:gd name="T77" fmla="*/ 123 h 135"/>
              <a:gd name="T78" fmla="*/ 26 w 208"/>
              <a:gd name="T79" fmla="*/ 124 h 135"/>
              <a:gd name="T80" fmla="*/ 182 w 208"/>
              <a:gd name="T81" fmla="*/ 124 h 135"/>
              <a:gd name="T82" fmla="*/ 188 w 208"/>
              <a:gd name="T83" fmla="*/ 123 h 135"/>
              <a:gd name="T84" fmla="*/ 193 w 208"/>
              <a:gd name="T85" fmla="*/ 119 h 135"/>
              <a:gd name="T86" fmla="*/ 197 w 208"/>
              <a:gd name="T87" fmla="*/ 114 h 135"/>
              <a:gd name="T88" fmla="*/ 198 w 208"/>
              <a:gd name="T89" fmla="*/ 108 h 135"/>
              <a:gd name="T90" fmla="*/ 198 w 208"/>
              <a:gd name="T91" fmla="*/ 67 h 135"/>
              <a:gd name="T92" fmla="*/ 11 w 208"/>
              <a:gd name="T93" fmla="*/ 67 h 135"/>
              <a:gd name="T94" fmla="*/ 42 w 208"/>
              <a:gd name="T95" fmla="*/ 98 h 135"/>
              <a:gd name="T96" fmla="*/ 42 w 208"/>
              <a:gd name="T97" fmla="*/ 109 h 135"/>
              <a:gd name="T98" fmla="*/ 21 w 208"/>
              <a:gd name="T99" fmla="*/ 109 h 135"/>
              <a:gd name="T100" fmla="*/ 21 w 208"/>
              <a:gd name="T101" fmla="*/ 98 h 135"/>
              <a:gd name="T102" fmla="*/ 42 w 208"/>
              <a:gd name="T103" fmla="*/ 98 h 135"/>
              <a:gd name="T104" fmla="*/ 104 w 208"/>
              <a:gd name="T105" fmla="*/ 98 h 135"/>
              <a:gd name="T106" fmla="*/ 104 w 208"/>
              <a:gd name="T107" fmla="*/ 109 h 135"/>
              <a:gd name="T108" fmla="*/ 52 w 208"/>
              <a:gd name="T109" fmla="*/ 109 h 135"/>
              <a:gd name="T110" fmla="*/ 52 w 208"/>
              <a:gd name="T111" fmla="*/ 98 h 135"/>
              <a:gd name="T112" fmla="*/ 104 w 208"/>
              <a:gd name="T113" fmla="*/ 98 h 1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208" h="135">
                <a:moveTo>
                  <a:pt x="26" y="135"/>
                </a:moveTo>
                <a:cubicBezTo>
                  <a:pt x="23" y="135"/>
                  <a:pt x="19" y="134"/>
                  <a:pt x="16" y="133"/>
                </a:cubicBezTo>
                <a:cubicBezTo>
                  <a:pt x="13" y="131"/>
                  <a:pt x="10" y="129"/>
                  <a:pt x="8" y="127"/>
                </a:cubicBezTo>
                <a:cubicBezTo>
                  <a:pt x="5" y="125"/>
                  <a:pt x="4" y="122"/>
                  <a:pt x="2" y="119"/>
                </a:cubicBezTo>
                <a:cubicBezTo>
                  <a:pt x="1" y="116"/>
                  <a:pt x="0" y="112"/>
                  <a:pt x="0" y="109"/>
                </a:cubicBezTo>
                <a:cubicBezTo>
                  <a:pt x="0" y="26"/>
                  <a:pt x="0" y="26"/>
                  <a:pt x="0" y="26"/>
                </a:cubicBezTo>
                <a:cubicBezTo>
                  <a:pt x="0" y="22"/>
                  <a:pt x="1" y="19"/>
                  <a:pt x="2" y="16"/>
                </a:cubicBezTo>
                <a:cubicBezTo>
                  <a:pt x="4" y="13"/>
                  <a:pt x="5" y="10"/>
                  <a:pt x="8" y="7"/>
                </a:cubicBezTo>
                <a:cubicBezTo>
                  <a:pt x="10" y="5"/>
                  <a:pt x="13" y="3"/>
                  <a:pt x="16" y="2"/>
                </a:cubicBezTo>
                <a:cubicBezTo>
                  <a:pt x="19" y="0"/>
                  <a:pt x="23" y="0"/>
                  <a:pt x="26" y="0"/>
                </a:cubicBezTo>
                <a:cubicBezTo>
                  <a:pt x="182" y="0"/>
                  <a:pt x="182" y="0"/>
                  <a:pt x="182" y="0"/>
                </a:cubicBezTo>
                <a:cubicBezTo>
                  <a:pt x="186" y="0"/>
                  <a:pt x="189" y="0"/>
                  <a:pt x="192" y="2"/>
                </a:cubicBezTo>
                <a:cubicBezTo>
                  <a:pt x="196" y="3"/>
                  <a:pt x="198" y="5"/>
                  <a:pt x="201" y="7"/>
                </a:cubicBezTo>
                <a:cubicBezTo>
                  <a:pt x="203" y="10"/>
                  <a:pt x="205" y="13"/>
                  <a:pt x="206" y="16"/>
                </a:cubicBezTo>
                <a:cubicBezTo>
                  <a:pt x="208" y="19"/>
                  <a:pt x="208" y="22"/>
                  <a:pt x="208" y="26"/>
                </a:cubicBezTo>
                <a:cubicBezTo>
                  <a:pt x="208" y="109"/>
                  <a:pt x="208" y="109"/>
                  <a:pt x="208" y="109"/>
                </a:cubicBezTo>
                <a:cubicBezTo>
                  <a:pt x="208" y="112"/>
                  <a:pt x="208" y="116"/>
                  <a:pt x="206" y="119"/>
                </a:cubicBezTo>
                <a:cubicBezTo>
                  <a:pt x="205" y="122"/>
                  <a:pt x="203" y="125"/>
                  <a:pt x="201" y="127"/>
                </a:cubicBezTo>
                <a:cubicBezTo>
                  <a:pt x="198" y="129"/>
                  <a:pt x="196" y="131"/>
                  <a:pt x="192" y="133"/>
                </a:cubicBezTo>
                <a:cubicBezTo>
                  <a:pt x="189" y="134"/>
                  <a:pt x="186" y="135"/>
                  <a:pt x="182" y="135"/>
                </a:cubicBezTo>
                <a:lnTo>
                  <a:pt x="26" y="135"/>
                </a:lnTo>
                <a:close/>
                <a:moveTo>
                  <a:pt x="197" y="20"/>
                </a:moveTo>
                <a:cubicBezTo>
                  <a:pt x="196" y="18"/>
                  <a:pt x="195" y="16"/>
                  <a:pt x="193" y="15"/>
                </a:cubicBezTo>
                <a:cubicBezTo>
                  <a:pt x="192" y="14"/>
                  <a:pt x="190" y="12"/>
                  <a:pt x="188" y="12"/>
                </a:cubicBezTo>
                <a:cubicBezTo>
                  <a:pt x="186" y="11"/>
                  <a:pt x="184" y="10"/>
                  <a:pt x="182" y="10"/>
                </a:cubicBezTo>
                <a:cubicBezTo>
                  <a:pt x="26" y="10"/>
                  <a:pt x="26" y="10"/>
                  <a:pt x="26" y="10"/>
                </a:cubicBezTo>
                <a:cubicBezTo>
                  <a:pt x="24" y="10"/>
                  <a:pt x="22" y="11"/>
                  <a:pt x="20" y="12"/>
                </a:cubicBezTo>
                <a:cubicBezTo>
                  <a:pt x="18" y="12"/>
                  <a:pt x="17" y="14"/>
                  <a:pt x="15" y="15"/>
                </a:cubicBezTo>
                <a:cubicBezTo>
                  <a:pt x="14" y="16"/>
                  <a:pt x="13" y="18"/>
                  <a:pt x="12" y="20"/>
                </a:cubicBezTo>
                <a:cubicBezTo>
                  <a:pt x="11" y="22"/>
                  <a:pt x="11" y="24"/>
                  <a:pt x="11" y="26"/>
                </a:cubicBezTo>
                <a:cubicBezTo>
                  <a:pt x="11" y="36"/>
                  <a:pt x="11" y="36"/>
                  <a:pt x="11" y="36"/>
                </a:cubicBezTo>
                <a:cubicBezTo>
                  <a:pt x="198" y="36"/>
                  <a:pt x="198" y="36"/>
                  <a:pt x="198" y="36"/>
                </a:cubicBezTo>
                <a:cubicBezTo>
                  <a:pt x="198" y="26"/>
                  <a:pt x="198" y="26"/>
                  <a:pt x="198" y="26"/>
                </a:cubicBezTo>
                <a:cubicBezTo>
                  <a:pt x="198" y="24"/>
                  <a:pt x="197" y="22"/>
                  <a:pt x="197" y="20"/>
                </a:cubicBezTo>
                <a:close/>
                <a:moveTo>
                  <a:pt x="11" y="67"/>
                </a:moveTo>
                <a:cubicBezTo>
                  <a:pt x="11" y="108"/>
                  <a:pt x="11" y="108"/>
                  <a:pt x="11" y="108"/>
                </a:cubicBezTo>
                <a:cubicBezTo>
                  <a:pt x="11" y="111"/>
                  <a:pt x="11" y="113"/>
                  <a:pt x="12" y="114"/>
                </a:cubicBezTo>
                <a:cubicBezTo>
                  <a:pt x="13" y="116"/>
                  <a:pt x="14" y="118"/>
                  <a:pt x="15" y="119"/>
                </a:cubicBezTo>
                <a:cubicBezTo>
                  <a:pt x="17" y="121"/>
                  <a:pt x="18" y="122"/>
                  <a:pt x="20" y="123"/>
                </a:cubicBezTo>
                <a:cubicBezTo>
                  <a:pt x="22" y="124"/>
                  <a:pt x="24" y="124"/>
                  <a:pt x="26" y="124"/>
                </a:cubicBezTo>
                <a:cubicBezTo>
                  <a:pt x="182" y="124"/>
                  <a:pt x="182" y="124"/>
                  <a:pt x="182" y="124"/>
                </a:cubicBezTo>
                <a:cubicBezTo>
                  <a:pt x="184" y="124"/>
                  <a:pt x="186" y="124"/>
                  <a:pt x="188" y="123"/>
                </a:cubicBezTo>
                <a:cubicBezTo>
                  <a:pt x="190" y="122"/>
                  <a:pt x="192" y="121"/>
                  <a:pt x="193" y="119"/>
                </a:cubicBezTo>
                <a:cubicBezTo>
                  <a:pt x="195" y="118"/>
                  <a:pt x="196" y="116"/>
                  <a:pt x="197" y="114"/>
                </a:cubicBezTo>
                <a:cubicBezTo>
                  <a:pt x="197" y="113"/>
                  <a:pt x="198" y="111"/>
                  <a:pt x="198" y="108"/>
                </a:cubicBezTo>
                <a:cubicBezTo>
                  <a:pt x="198" y="67"/>
                  <a:pt x="198" y="67"/>
                  <a:pt x="198" y="67"/>
                </a:cubicBezTo>
                <a:lnTo>
                  <a:pt x="11" y="67"/>
                </a:lnTo>
                <a:close/>
                <a:moveTo>
                  <a:pt x="42" y="98"/>
                </a:moveTo>
                <a:cubicBezTo>
                  <a:pt x="42" y="109"/>
                  <a:pt x="42" y="109"/>
                  <a:pt x="42" y="109"/>
                </a:cubicBezTo>
                <a:cubicBezTo>
                  <a:pt x="21" y="109"/>
                  <a:pt x="21" y="109"/>
                  <a:pt x="21" y="109"/>
                </a:cubicBezTo>
                <a:cubicBezTo>
                  <a:pt x="21" y="98"/>
                  <a:pt x="21" y="98"/>
                  <a:pt x="21" y="98"/>
                </a:cubicBezTo>
                <a:lnTo>
                  <a:pt x="42" y="98"/>
                </a:lnTo>
                <a:close/>
                <a:moveTo>
                  <a:pt x="104" y="98"/>
                </a:moveTo>
                <a:cubicBezTo>
                  <a:pt x="104" y="109"/>
                  <a:pt x="104" y="109"/>
                  <a:pt x="104" y="109"/>
                </a:cubicBezTo>
                <a:cubicBezTo>
                  <a:pt x="52" y="109"/>
                  <a:pt x="52" y="109"/>
                  <a:pt x="52" y="109"/>
                </a:cubicBezTo>
                <a:cubicBezTo>
                  <a:pt x="52" y="98"/>
                  <a:pt x="52" y="98"/>
                  <a:pt x="52" y="98"/>
                </a:cubicBezTo>
                <a:lnTo>
                  <a:pt x="104" y="98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08" name="Freeform 110"/>
          <p:cNvSpPr>
            <a:spLocks noEditPoints="1"/>
          </p:cNvSpPr>
          <p:nvPr/>
        </p:nvSpPr>
        <p:spPr bwMode="auto">
          <a:xfrm>
            <a:off x="8166789" y="3881685"/>
            <a:ext cx="267123" cy="299697"/>
          </a:xfrm>
          <a:custGeom>
            <a:avLst/>
            <a:gdLst>
              <a:gd name="T0" fmla="*/ 2 w 187"/>
              <a:gd name="T1" fmla="*/ 16 h 208"/>
              <a:gd name="T2" fmla="*/ 16 w 187"/>
              <a:gd name="T3" fmla="*/ 2 h 208"/>
              <a:gd name="T4" fmla="*/ 31 w 187"/>
              <a:gd name="T5" fmla="*/ 0 h 208"/>
              <a:gd name="T6" fmla="*/ 26 w 187"/>
              <a:gd name="T7" fmla="*/ 208 h 208"/>
              <a:gd name="T8" fmla="*/ 8 w 187"/>
              <a:gd name="T9" fmla="*/ 201 h 208"/>
              <a:gd name="T10" fmla="*/ 0 w 187"/>
              <a:gd name="T11" fmla="*/ 182 h 208"/>
              <a:gd name="T12" fmla="*/ 156 w 187"/>
              <a:gd name="T13" fmla="*/ 0 h 208"/>
              <a:gd name="T14" fmla="*/ 42 w 187"/>
              <a:gd name="T15" fmla="*/ 208 h 208"/>
              <a:gd name="T16" fmla="*/ 156 w 187"/>
              <a:gd name="T17" fmla="*/ 0 h 208"/>
              <a:gd name="T18" fmla="*/ 141 w 187"/>
              <a:gd name="T19" fmla="*/ 151 h 208"/>
              <a:gd name="T20" fmla="*/ 134 w 187"/>
              <a:gd name="T21" fmla="*/ 121 h 208"/>
              <a:gd name="T22" fmla="*/ 70 w 187"/>
              <a:gd name="T23" fmla="*/ 118 h 208"/>
              <a:gd name="T24" fmla="*/ 60 w 187"/>
              <a:gd name="T25" fmla="*/ 127 h 208"/>
              <a:gd name="T26" fmla="*/ 66 w 187"/>
              <a:gd name="T27" fmla="*/ 151 h 208"/>
              <a:gd name="T28" fmla="*/ 91 w 187"/>
              <a:gd name="T29" fmla="*/ 59 h 208"/>
              <a:gd name="T30" fmla="*/ 82 w 187"/>
              <a:gd name="T31" fmla="*/ 69 h 208"/>
              <a:gd name="T32" fmla="*/ 81 w 187"/>
              <a:gd name="T33" fmla="*/ 81 h 208"/>
              <a:gd name="T34" fmla="*/ 90 w 187"/>
              <a:gd name="T35" fmla="*/ 106 h 208"/>
              <a:gd name="T36" fmla="*/ 107 w 187"/>
              <a:gd name="T37" fmla="*/ 106 h 208"/>
              <a:gd name="T38" fmla="*/ 117 w 187"/>
              <a:gd name="T39" fmla="*/ 81 h 208"/>
              <a:gd name="T40" fmla="*/ 117 w 187"/>
              <a:gd name="T41" fmla="*/ 76 h 208"/>
              <a:gd name="T42" fmla="*/ 112 w 187"/>
              <a:gd name="T43" fmla="*/ 63 h 208"/>
              <a:gd name="T44" fmla="*/ 99 w 187"/>
              <a:gd name="T45" fmla="*/ 57 h 208"/>
              <a:gd name="T46" fmla="*/ 166 w 187"/>
              <a:gd name="T47" fmla="*/ 73 h 208"/>
              <a:gd name="T48" fmla="*/ 177 w 187"/>
              <a:gd name="T49" fmla="*/ 31 h 208"/>
              <a:gd name="T50" fmla="*/ 187 w 187"/>
              <a:gd name="T51" fmla="*/ 42 h 208"/>
              <a:gd name="T52" fmla="*/ 184 w 187"/>
              <a:gd name="T53" fmla="*/ 70 h 208"/>
              <a:gd name="T54" fmla="*/ 166 w 187"/>
              <a:gd name="T55" fmla="*/ 73 h 208"/>
              <a:gd name="T56" fmla="*/ 166 w 187"/>
              <a:gd name="T57" fmla="*/ 83 h 208"/>
              <a:gd name="T58" fmla="*/ 181 w 187"/>
              <a:gd name="T59" fmla="*/ 84 h 208"/>
              <a:gd name="T60" fmla="*/ 187 w 187"/>
              <a:gd name="T61" fmla="*/ 90 h 208"/>
              <a:gd name="T62" fmla="*/ 187 w 187"/>
              <a:gd name="T63" fmla="*/ 115 h 208"/>
              <a:gd name="T64" fmla="*/ 184 w 187"/>
              <a:gd name="T65" fmla="*/ 122 h 208"/>
              <a:gd name="T66" fmla="*/ 177 w 187"/>
              <a:gd name="T67" fmla="*/ 125 h 208"/>
              <a:gd name="T68" fmla="*/ 166 w 187"/>
              <a:gd name="T69" fmla="*/ 177 h 208"/>
              <a:gd name="T70" fmla="*/ 177 w 187"/>
              <a:gd name="T71" fmla="*/ 135 h 208"/>
              <a:gd name="T72" fmla="*/ 187 w 187"/>
              <a:gd name="T73" fmla="*/ 146 h 208"/>
              <a:gd name="T74" fmla="*/ 184 w 187"/>
              <a:gd name="T75" fmla="*/ 174 h 208"/>
              <a:gd name="T76" fmla="*/ 166 w 187"/>
              <a:gd name="T77" fmla="*/ 177 h 2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87" h="208">
                <a:moveTo>
                  <a:pt x="0" y="26"/>
                </a:moveTo>
                <a:cubicBezTo>
                  <a:pt x="0" y="23"/>
                  <a:pt x="1" y="19"/>
                  <a:pt x="2" y="16"/>
                </a:cubicBezTo>
                <a:cubicBezTo>
                  <a:pt x="4" y="13"/>
                  <a:pt x="5" y="10"/>
                  <a:pt x="8" y="8"/>
                </a:cubicBezTo>
                <a:cubicBezTo>
                  <a:pt x="10" y="5"/>
                  <a:pt x="13" y="4"/>
                  <a:pt x="16" y="2"/>
                </a:cubicBezTo>
                <a:cubicBezTo>
                  <a:pt x="19" y="1"/>
                  <a:pt x="23" y="0"/>
                  <a:pt x="26" y="0"/>
                </a:cubicBezTo>
                <a:cubicBezTo>
                  <a:pt x="31" y="0"/>
                  <a:pt x="31" y="0"/>
                  <a:pt x="31" y="0"/>
                </a:cubicBezTo>
                <a:cubicBezTo>
                  <a:pt x="31" y="208"/>
                  <a:pt x="31" y="208"/>
                  <a:pt x="31" y="208"/>
                </a:cubicBezTo>
                <a:cubicBezTo>
                  <a:pt x="26" y="208"/>
                  <a:pt x="26" y="208"/>
                  <a:pt x="26" y="208"/>
                </a:cubicBezTo>
                <a:cubicBezTo>
                  <a:pt x="23" y="208"/>
                  <a:pt x="19" y="207"/>
                  <a:pt x="16" y="206"/>
                </a:cubicBezTo>
                <a:cubicBezTo>
                  <a:pt x="13" y="205"/>
                  <a:pt x="10" y="203"/>
                  <a:pt x="8" y="201"/>
                </a:cubicBezTo>
                <a:cubicBezTo>
                  <a:pt x="5" y="198"/>
                  <a:pt x="4" y="195"/>
                  <a:pt x="2" y="192"/>
                </a:cubicBezTo>
                <a:cubicBezTo>
                  <a:pt x="1" y="189"/>
                  <a:pt x="0" y="186"/>
                  <a:pt x="0" y="182"/>
                </a:cubicBezTo>
                <a:lnTo>
                  <a:pt x="0" y="26"/>
                </a:lnTo>
                <a:close/>
                <a:moveTo>
                  <a:pt x="156" y="0"/>
                </a:moveTo>
                <a:cubicBezTo>
                  <a:pt x="156" y="208"/>
                  <a:pt x="156" y="208"/>
                  <a:pt x="156" y="208"/>
                </a:cubicBezTo>
                <a:cubicBezTo>
                  <a:pt x="42" y="208"/>
                  <a:pt x="42" y="208"/>
                  <a:pt x="42" y="208"/>
                </a:cubicBezTo>
                <a:cubicBezTo>
                  <a:pt x="42" y="0"/>
                  <a:pt x="42" y="0"/>
                  <a:pt x="42" y="0"/>
                </a:cubicBezTo>
                <a:lnTo>
                  <a:pt x="156" y="0"/>
                </a:lnTo>
                <a:close/>
                <a:moveTo>
                  <a:pt x="131" y="151"/>
                </a:moveTo>
                <a:cubicBezTo>
                  <a:pt x="141" y="151"/>
                  <a:pt x="141" y="151"/>
                  <a:pt x="141" y="151"/>
                </a:cubicBezTo>
                <a:cubicBezTo>
                  <a:pt x="137" y="127"/>
                  <a:pt x="137" y="127"/>
                  <a:pt x="137" y="127"/>
                </a:cubicBezTo>
                <a:cubicBezTo>
                  <a:pt x="137" y="124"/>
                  <a:pt x="136" y="122"/>
                  <a:pt x="134" y="121"/>
                </a:cubicBezTo>
                <a:cubicBezTo>
                  <a:pt x="132" y="119"/>
                  <a:pt x="130" y="118"/>
                  <a:pt x="128" y="118"/>
                </a:cubicBezTo>
                <a:cubicBezTo>
                  <a:pt x="70" y="118"/>
                  <a:pt x="70" y="118"/>
                  <a:pt x="70" y="118"/>
                </a:cubicBezTo>
                <a:cubicBezTo>
                  <a:pt x="67" y="118"/>
                  <a:pt x="65" y="119"/>
                  <a:pt x="63" y="121"/>
                </a:cubicBezTo>
                <a:cubicBezTo>
                  <a:pt x="62" y="122"/>
                  <a:pt x="61" y="124"/>
                  <a:pt x="60" y="127"/>
                </a:cubicBezTo>
                <a:cubicBezTo>
                  <a:pt x="57" y="151"/>
                  <a:pt x="57" y="151"/>
                  <a:pt x="57" y="151"/>
                </a:cubicBezTo>
                <a:cubicBezTo>
                  <a:pt x="66" y="151"/>
                  <a:pt x="66" y="151"/>
                  <a:pt x="66" y="151"/>
                </a:cubicBezTo>
                <a:lnTo>
                  <a:pt x="131" y="151"/>
                </a:lnTo>
                <a:close/>
                <a:moveTo>
                  <a:pt x="91" y="59"/>
                </a:moveTo>
                <a:cubicBezTo>
                  <a:pt x="89" y="60"/>
                  <a:pt x="87" y="61"/>
                  <a:pt x="86" y="63"/>
                </a:cubicBezTo>
                <a:cubicBezTo>
                  <a:pt x="84" y="65"/>
                  <a:pt x="83" y="67"/>
                  <a:pt x="82" y="69"/>
                </a:cubicBezTo>
                <a:cubicBezTo>
                  <a:pt x="81" y="71"/>
                  <a:pt x="80" y="74"/>
                  <a:pt x="80" y="76"/>
                </a:cubicBezTo>
                <a:cubicBezTo>
                  <a:pt x="80" y="78"/>
                  <a:pt x="80" y="79"/>
                  <a:pt x="81" y="81"/>
                </a:cubicBezTo>
                <a:cubicBezTo>
                  <a:pt x="85" y="98"/>
                  <a:pt x="85" y="98"/>
                  <a:pt x="85" y="98"/>
                </a:cubicBezTo>
                <a:cubicBezTo>
                  <a:pt x="86" y="101"/>
                  <a:pt x="88" y="104"/>
                  <a:pt x="90" y="106"/>
                </a:cubicBezTo>
                <a:cubicBezTo>
                  <a:pt x="92" y="108"/>
                  <a:pt x="95" y="109"/>
                  <a:pt x="99" y="109"/>
                </a:cubicBezTo>
                <a:cubicBezTo>
                  <a:pt x="102" y="109"/>
                  <a:pt x="105" y="108"/>
                  <a:pt x="107" y="106"/>
                </a:cubicBezTo>
                <a:cubicBezTo>
                  <a:pt x="110" y="104"/>
                  <a:pt x="112" y="101"/>
                  <a:pt x="112" y="98"/>
                </a:cubicBezTo>
                <a:cubicBezTo>
                  <a:pt x="117" y="81"/>
                  <a:pt x="117" y="81"/>
                  <a:pt x="117" y="81"/>
                </a:cubicBezTo>
                <a:cubicBezTo>
                  <a:pt x="117" y="80"/>
                  <a:pt x="117" y="79"/>
                  <a:pt x="117" y="79"/>
                </a:cubicBezTo>
                <a:cubicBezTo>
                  <a:pt x="117" y="78"/>
                  <a:pt x="117" y="77"/>
                  <a:pt x="117" y="76"/>
                </a:cubicBezTo>
                <a:cubicBezTo>
                  <a:pt x="117" y="74"/>
                  <a:pt x="117" y="71"/>
                  <a:pt x="116" y="69"/>
                </a:cubicBezTo>
                <a:cubicBezTo>
                  <a:pt x="115" y="67"/>
                  <a:pt x="114" y="65"/>
                  <a:pt x="112" y="63"/>
                </a:cubicBezTo>
                <a:cubicBezTo>
                  <a:pt x="110" y="61"/>
                  <a:pt x="108" y="60"/>
                  <a:pt x="106" y="59"/>
                </a:cubicBezTo>
                <a:cubicBezTo>
                  <a:pt x="104" y="58"/>
                  <a:pt x="101" y="57"/>
                  <a:pt x="99" y="57"/>
                </a:cubicBezTo>
                <a:cubicBezTo>
                  <a:pt x="96" y="57"/>
                  <a:pt x="94" y="58"/>
                  <a:pt x="91" y="59"/>
                </a:cubicBezTo>
                <a:close/>
                <a:moveTo>
                  <a:pt x="166" y="73"/>
                </a:moveTo>
                <a:cubicBezTo>
                  <a:pt x="166" y="31"/>
                  <a:pt x="166" y="31"/>
                  <a:pt x="166" y="31"/>
                </a:cubicBezTo>
                <a:cubicBezTo>
                  <a:pt x="177" y="31"/>
                  <a:pt x="177" y="31"/>
                  <a:pt x="177" y="31"/>
                </a:cubicBezTo>
                <a:cubicBezTo>
                  <a:pt x="180" y="31"/>
                  <a:pt x="182" y="32"/>
                  <a:pt x="184" y="34"/>
                </a:cubicBezTo>
                <a:cubicBezTo>
                  <a:pt x="186" y="36"/>
                  <a:pt x="187" y="39"/>
                  <a:pt x="187" y="42"/>
                </a:cubicBezTo>
                <a:cubicBezTo>
                  <a:pt x="187" y="63"/>
                  <a:pt x="187" y="63"/>
                  <a:pt x="187" y="63"/>
                </a:cubicBezTo>
                <a:cubicBezTo>
                  <a:pt x="187" y="65"/>
                  <a:pt x="186" y="68"/>
                  <a:pt x="184" y="70"/>
                </a:cubicBezTo>
                <a:cubicBezTo>
                  <a:pt x="182" y="72"/>
                  <a:pt x="180" y="73"/>
                  <a:pt x="177" y="73"/>
                </a:cubicBezTo>
                <a:lnTo>
                  <a:pt x="166" y="73"/>
                </a:lnTo>
                <a:close/>
                <a:moveTo>
                  <a:pt x="166" y="125"/>
                </a:moveTo>
                <a:cubicBezTo>
                  <a:pt x="166" y="83"/>
                  <a:pt x="166" y="83"/>
                  <a:pt x="166" y="83"/>
                </a:cubicBezTo>
                <a:cubicBezTo>
                  <a:pt x="177" y="83"/>
                  <a:pt x="177" y="83"/>
                  <a:pt x="177" y="83"/>
                </a:cubicBezTo>
                <a:cubicBezTo>
                  <a:pt x="178" y="83"/>
                  <a:pt x="180" y="84"/>
                  <a:pt x="181" y="84"/>
                </a:cubicBezTo>
                <a:cubicBezTo>
                  <a:pt x="182" y="85"/>
                  <a:pt x="183" y="85"/>
                  <a:pt x="184" y="86"/>
                </a:cubicBezTo>
                <a:cubicBezTo>
                  <a:pt x="185" y="87"/>
                  <a:pt x="186" y="88"/>
                  <a:pt x="187" y="90"/>
                </a:cubicBezTo>
                <a:cubicBezTo>
                  <a:pt x="187" y="91"/>
                  <a:pt x="187" y="92"/>
                  <a:pt x="187" y="94"/>
                </a:cubicBezTo>
                <a:cubicBezTo>
                  <a:pt x="187" y="115"/>
                  <a:pt x="187" y="115"/>
                  <a:pt x="187" y="115"/>
                </a:cubicBezTo>
                <a:cubicBezTo>
                  <a:pt x="187" y="116"/>
                  <a:pt x="187" y="117"/>
                  <a:pt x="187" y="119"/>
                </a:cubicBezTo>
                <a:cubicBezTo>
                  <a:pt x="186" y="120"/>
                  <a:pt x="185" y="121"/>
                  <a:pt x="184" y="122"/>
                </a:cubicBezTo>
                <a:cubicBezTo>
                  <a:pt x="183" y="123"/>
                  <a:pt x="182" y="124"/>
                  <a:pt x="181" y="124"/>
                </a:cubicBezTo>
                <a:cubicBezTo>
                  <a:pt x="180" y="125"/>
                  <a:pt x="178" y="125"/>
                  <a:pt x="177" y="125"/>
                </a:cubicBezTo>
                <a:lnTo>
                  <a:pt x="166" y="125"/>
                </a:lnTo>
                <a:close/>
                <a:moveTo>
                  <a:pt x="166" y="177"/>
                </a:moveTo>
                <a:cubicBezTo>
                  <a:pt x="166" y="135"/>
                  <a:pt x="166" y="135"/>
                  <a:pt x="166" y="135"/>
                </a:cubicBezTo>
                <a:cubicBezTo>
                  <a:pt x="177" y="135"/>
                  <a:pt x="177" y="135"/>
                  <a:pt x="177" y="135"/>
                </a:cubicBezTo>
                <a:cubicBezTo>
                  <a:pt x="180" y="135"/>
                  <a:pt x="182" y="136"/>
                  <a:pt x="184" y="138"/>
                </a:cubicBezTo>
                <a:cubicBezTo>
                  <a:pt x="186" y="140"/>
                  <a:pt x="187" y="143"/>
                  <a:pt x="187" y="146"/>
                </a:cubicBezTo>
                <a:cubicBezTo>
                  <a:pt x="187" y="167"/>
                  <a:pt x="187" y="167"/>
                  <a:pt x="187" y="167"/>
                </a:cubicBezTo>
                <a:cubicBezTo>
                  <a:pt x="187" y="169"/>
                  <a:pt x="186" y="172"/>
                  <a:pt x="184" y="174"/>
                </a:cubicBezTo>
                <a:cubicBezTo>
                  <a:pt x="182" y="176"/>
                  <a:pt x="180" y="177"/>
                  <a:pt x="177" y="177"/>
                </a:cubicBezTo>
                <a:lnTo>
                  <a:pt x="166" y="177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09" name="Freeform 111"/>
          <p:cNvSpPr>
            <a:spLocks noEditPoints="1"/>
          </p:cNvSpPr>
          <p:nvPr/>
        </p:nvSpPr>
        <p:spPr bwMode="auto">
          <a:xfrm>
            <a:off x="8720576" y="3868653"/>
            <a:ext cx="327931" cy="327931"/>
          </a:xfrm>
          <a:custGeom>
            <a:avLst/>
            <a:gdLst>
              <a:gd name="T0" fmla="*/ 56 w 229"/>
              <a:gd name="T1" fmla="*/ 213 h 229"/>
              <a:gd name="T2" fmla="*/ 15 w 229"/>
              <a:gd name="T3" fmla="*/ 172 h 229"/>
              <a:gd name="T4" fmla="*/ 0 w 229"/>
              <a:gd name="T5" fmla="*/ 114 h 229"/>
              <a:gd name="T6" fmla="*/ 15 w 229"/>
              <a:gd name="T7" fmla="*/ 56 h 229"/>
              <a:gd name="T8" fmla="*/ 56 w 229"/>
              <a:gd name="T9" fmla="*/ 15 h 229"/>
              <a:gd name="T10" fmla="*/ 114 w 229"/>
              <a:gd name="T11" fmla="*/ 0 h 229"/>
              <a:gd name="T12" fmla="*/ 172 w 229"/>
              <a:gd name="T13" fmla="*/ 15 h 229"/>
              <a:gd name="T14" fmla="*/ 213 w 229"/>
              <a:gd name="T15" fmla="*/ 56 h 229"/>
              <a:gd name="T16" fmla="*/ 229 w 229"/>
              <a:gd name="T17" fmla="*/ 114 h 229"/>
              <a:gd name="T18" fmla="*/ 213 w 229"/>
              <a:gd name="T19" fmla="*/ 172 h 229"/>
              <a:gd name="T20" fmla="*/ 172 w 229"/>
              <a:gd name="T21" fmla="*/ 213 h 229"/>
              <a:gd name="T22" fmla="*/ 114 w 229"/>
              <a:gd name="T23" fmla="*/ 229 h 229"/>
              <a:gd name="T24" fmla="*/ 92 w 229"/>
              <a:gd name="T25" fmla="*/ 34 h 229"/>
              <a:gd name="T26" fmla="*/ 56 w 229"/>
              <a:gd name="T27" fmla="*/ 56 h 229"/>
              <a:gd name="T28" fmla="*/ 34 w 229"/>
              <a:gd name="T29" fmla="*/ 92 h 229"/>
              <a:gd name="T30" fmla="*/ 34 w 229"/>
              <a:gd name="T31" fmla="*/ 136 h 229"/>
              <a:gd name="T32" fmla="*/ 56 w 229"/>
              <a:gd name="T33" fmla="*/ 173 h 229"/>
              <a:gd name="T34" fmla="*/ 92 w 229"/>
              <a:gd name="T35" fmla="*/ 194 h 229"/>
              <a:gd name="T36" fmla="*/ 136 w 229"/>
              <a:gd name="T37" fmla="*/ 194 h 229"/>
              <a:gd name="T38" fmla="*/ 173 w 229"/>
              <a:gd name="T39" fmla="*/ 173 h 229"/>
              <a:gd name="T40" fmla="*/ 194 w 229"/>
              <a:gd name="T41" fmla="*/ 136 h 229"/>
              <a:gd name="T42" fmla="*/ 194 w 229"/>
              <a:gd name="T43" fmla="*/ 92 h 229"/>
              <a:gd name="T44" fmla="*/ 173 w 229"/>
              <a:gd name="T45" fmla="*/ 56 h 229"/>
              <a:gd name="T46" fmla="*/ 136 w 229"/>
              <a:gd name="T47" fmla="*/ 34 h 229"/>
              <a:gd name="T48" fmla="*/ 92 w 229"/>
              <a:gd name="T49" fmla="*/ 34 h 229"/>
              <a:gd name="T50" fmla="*/ 77 w 229"/>
              <a:gd name="T51" fmla="*/ 151 h 229"/>
              <a:gd name="T52" fmla="*/ 62 w 229"/>
              <a:gd name="T53" fmla="*/ 114 h 229"/>
              <a:gd name="T54" fmla="*/ 77 w 229"/>
              <a:gd name="T55" fmla="*/ 77 h 229"/>
              <a:gd name="T56" fmla="*/ 114 w 229"/>
              <a:gd name="T57" fmla="*/ 62 h 229"/>
              <a:gd name="T58" fmla="*/ 151 w 229"/>
              <a:gd name="T59" fmla="*/ 77 h 229"/>
              <a:gd name="T60" fmla="*/ 166 w 229"/>
              <a:gd name="T61" fmla="*/ 114 h 229"/>
              <a:gd name="T62" fmla="*/ 151 w 229"/>
              <a:gd name="T63" fmla="*/ 151 h 229"/>
              <a:gd name="T64" fmla="*/ 114 w 229"/>
              <a:gd name="T65" fmla="*/ 166 h 229"/>
              <a:gd name="T66" fmla="*/ 106 w 229"/>
              <a:gd name="T67" fmla="*/ 95 h 229"/>
              <a:gd name="T68" fmla="*/ 95 w 229"/>
              <a:gd name="T69" fmla="*/ 106 h 229"/>
              <a:gd name="T70" fmla="*/ 95 w 229"/>
              <a:gd name="T71" fmla="*/ 122 h 229"/>
              <a:gd name="T72" fmla="*/ 106 w 229"/>
              <a:gd name="T73" fmla="*/ 133 h 229"/>
              <a:gd name="T74" fmla="*/ 122 w 229"/>
              <a:gd name="T75" fmla="*/ 133 h 229"/>
              <a:gd name="T76" fmla="*/ 133 w 229"/>
              <a:gd name="T77" fmla="*/ 122 h 229"/>
              <a:gd name="T78" fmla="*/ 133 w 229"/>
              <a:gd name="T79" fmla="*/ 106 h 229"/>
              <a:gd name="T80" fmla="*/ 122 w 229"/>
              <a:gd name="T81" fmla="*/ 95 h 229"/>
              <a:gd name="T82" fmla="*/ 106 w 229"/>
              <a:gd name="T83" fmla="*/ 95 h 2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229" h="229">
                <a:moveTo>
                  <a:pt x="84" y="225"/>
                </a:moveTo>
                <a:cubicBezTo>
                  <a:pt x="74" y="222"/>
                  <a:pt x="65" y="218"/>
                  <a:pt x="56" y="213"/>
                </a:cubicBezTo>
                <a:cubicBezTo>
                  <a:pt x="48" y="208"/>
                  <a:pt x="40" y="202"/>
                  <a:pt x="33" y="195"/>
                </a:cubicBezTo>
                <a:cubicBezTo>
                  <a:pt x="26" y="188"/>
                  <a:pt x="20" y="180"/>
                  <a:pt x="15" y="172"/>
                </a:cubicBezTo>
                <a:cubicBezTo>
                  <a:pt x="10" y="163"/>
                  <a:pt x="7" y="154"/>
                  <a:pt x="4" y="144"/>
                </a:cubicBezTo>
                <a:cubicBezTo>
                  <a:pt x="1" y="135"/>
                  <a:pt x="0" y="125"/>
                  <a:pt x="0" y="114"/>
                </a:cubicBezTo>
                <a:cubicBezTo>
                  <a:pt x="0" y="104"/>
                  <a:pt x="1" y="94"/>
                  <a:pt x="4" y="84"/>
                </a:cubicBezTo>
                <a:cubicBezTo>
                  <a:pt x="7" y="74"/>
                  <a:pt x="10" y="65"/>
                  <a:pt x="15" y="56"/>
                </a:cubicBezTo>
                <a:cubicBezTo>
                  <a:pt x="20" y="48"/>
                  <a:pt x="26" y="40"/>
                  <a:pt x="33" y="33"/>
                </a:cubicBezTo>
                <a:cubicBezTo>
                  <a:pt x="40" y="26"/>
                  <a:pt x="48" y="20"/>
                  <a:pt x="56" y="15"/>
                </a:cubicBezTo>
                <a:cubicBezTo>
                  <a:pt x="65" y="10"/>
                  <a:pt x="74" y="7"/>
                  <a:pt x="84" y="4"/>
                </a:cubicBezTo>
                <a:cubicBezTo>
                  <a:pt x="94" y="1"/>
                  <a:pt x="104" y="0"/>
                  <a:pt x="114" y="0"/>
                </a:cubicBezTo>
                <a:cubicBezTo>
                  <a:pt x="125" y="0"/>
                  <a:pt x="135" y="1"/>
                  <a:pt x="145" y="4"/>
                </a:cubicBezTo>
                <a:cubicBezTo>
                  <a:pt x="154" y="7"/>
                  <a:pt x="163" y="10"/>
                  <a:pt x="172" y="15"/>
                </a:cubicBezTo>
                <a:cubicBezTo>
                  <a:pt x="180" y="20"/>
                  <a:pt x="188" y="26"/>
                  <a:pt x="195" y="33"/>
                </a:cubicBezTo>
                <a:cubicBezTo>
                  <a:pt x="202" y="40"/>
                  <a:pt x="208" y="48"/>
                  <a:pt x="213" y="56"/>
                </a:cubicBezTo>
                <a:cubicBezTo>
                  <a:pt x="218" y="65"/>
                  <a:pt x="222" y="74"/>
                  <a:pt x="225" y="84"/>
                </a:cubicBezTo>
                <a:cubicBezTo>
                  <a:pt x="227" y="94"/>
                  <a:pt x="229" y="104"/>
                  <a:pt x="229" y="114"/>
                </a:cubicBezTo>
                <a:cubicBezTo>
                  <a:pt x="229" y="125"/>
                  <a:pt x="227" y="135"/>
                  <a:pt x="225" y="145"/>
                </a:cubicBezTo>
                <a:cubicBezTo>
                  <a:pt x="222" y="154"/>
                  <a:pt x="218" y="163"/>
                  <a:pt x="213" y="172"/>
                </a:cubicBezTo>
                <a:cubicBezTo>
                  <a:pt x="208" y="180"/>
                  <a:pt x="202" y="188"/>
                  <a:pt x="195" y="195"/>
                </a:cubicBezTo>
                <a:cubicBezTo>
                  <a:pt x="188" y="202"/>
                  <a:pt x="180" y="208"/>
                  <a:pt x="172" y="213"/>
                </a:cubicBezTo>
                <a:cubicBezTo>
                  <a:pt x="163" y="218"/>
                  <a:pt x="154" y="222"/>
                  <a:pt x="145" y="225"/>
                </a:cubicBezTo>
                <a:cubicBezTo>
                  <a:pt x="135" y="227"/>
                  <a:pt x="125" y="229"/>
                  <a:pt x="114" y="229"/>
                </a:cubicBezTo>
                <a:cubicBezTo>
                  <a:pt x="104" y="229"/>
                  <a:pt x="93" y="227"/>
                  <a:pt x="84" y="225"/>
                </a:cubicBezTo>
                <a:close/>
                <a:moveTo>
                  <a:pt x="92" y="34"/>
                </a:moveTo>
                <a:cubicBezTo>
                  <a:pt x="85" y="36"/>
                  <a:pt x="79" y="39"/>
                  <a:pt x="72" y="43"/>
                </a:cubicBezTo>
                <a:cubicBezTo>
                  <a:pt x="66" y="46"/>
                  <a:pt x="61" y="51"/>
                  <a:pt x="56" y="56"/>
                </a:cubicBezTo>
                <a:cubicBezTo>
                  <a:pt x="51" y="61"/>
                  <a:pt x="46" y="66"/>
                  <a:pt x="43" y="72"/>
                </a:cubicBezTo>
                <a:cubicBezTo>
                  <a:pt x="39" y="79"/>
                  <a:pt x="36" y="85"/>
                  <a:pt x="34" y="92"/>
                </a:cubicBezTo>
                <a:cubicBezTo>
                  <a:pt x="32" y="99"/>
                  <a:pt x="31" y="107"/>
                  <a:pt x="31" y="114"/>
                </a:cubicBezTo>
                <a:cubicBezTo>
                  <a:pt x="31" y="122"/>
                  <a:pt x="32" y="129"/>
                  <a:pt x="34" y="136"/>
                </a:cubicBezTo>
                <a:cubicBezTo>
                  <a:pt x="36" y="143"/>
                  <a:pt x="39" y="150"/>
                  <a:pt x="43" y="156"/>
                </a:cubicBezTo>
                <a:cubicBezTo>
                  <a:pt x="46" y="162"/>
                  <a:pt x="51" y="168"/>
                  <a:pt x="56" y="173"/>
                </a:cubicBezTo>
                <a:cubicBezTo>
                  <a:pt x="61" y="178"/>
                  <a:pt x="66" y="182"/>
                  <a:pt x="72" y="186"/>
                </a:cubicBezTo>
                <a:cubicBezTo>
                  <a:pt x="79" y="189"/>
                  <a:pt x="85" y="192"/>
                  <a:pt x="92" y="194"/>
                </a:cubicBezTo>
                <a:cubicBezTo>
                  <a:pt x="99" y="196"/>
                  <a:pt x="107" y="197"/>
                  <a:pt x="114" y="197"/>
                </a:cubicBezTo>
                <a:cubicBezTo>
                  <a:pt x="122" y="197"/>
                  <a:pt x="129" y="196"/>
                  <a:pt x="136" y="194"/>
                </a:cubicBezTo>
                <a:cubicBezTo>
                  <a:pt x="143" y="192"/>
                  <a:pt x="150" y="189"/>
                  <a:pt x="156" y="186"/>
                </a:cubicBezTo>
                <a:cubicBezTo>
                  <a:pt x="162" y="182"/>
                  <a:pt x="168" y="178"/>
                  <a:pt x="173" y="173"/>
                </a:cubicBezTo>
                <a:cubicBezTo>
                  <a:pt x="178" y="168"/>
                  <a:pt x="182" y="162"/>
                  <a:pt x="186" y="156"/>
                </a:cubicBezTo>
                <a:cubicBezTo>
                  <a:pt x="189" y="150"/>
                  <a:pt x="192" y="143"/>
                  <a:pt x="194" y="136"/>
                </a:cubicBezTo>
                <a:cubicBezTo>
                  <a:pt x="196" y="129"/>
                  <a:pt x="197" y="122"/>
                  <a:pt x="197" y="114"/>
                </a:cubicBezTo>
                <a:cubicBezTo>
                  <a:pt x="197" y="107"/>
                  <a:pt x="196" y="99"/>
                  <a:pt x="194" y="92"/>
                </a:cubicBezTo>
                <a:cubicBezTo>
                  <a:pt x="192" y="85"/>
                  <a:pt x="189" y="79"/>
                  <a:pt x="186" y="72"/>
                </a:cubicBezTo>
                <a:cubicBezTo>
                  <a:pt x="182" y="66"/>
                  <a:pt x="178" y="61"/>
                  <a:pt x="173" y="56"/>
                </a:cubicBezTo>
                <a:cubicBezTo>
                  <a:pt x="168" y="51"/>
                  <a:pt x="162" y="46"/>
                  <a:pt x="156" y="43"/>
                </a:cubicBezTo>
                <a:cubicBezTo>
                  <a:pt x="150" y="39"/>
                  <a:pt x="143" y="36"/>
                  <a:pt x="136" y="34"/>
                </a:cubicBezTo>
                <a:cubicBezTo>
                  <a:pt x="129" y="32"/>
                  <a:pt x="122" y="31"/>
                  <a:pt x="114" y="31"/>
                </a:cubicBezTo>
                <a:cubicBezTo>
                  <a:pt x="107" y="31"/>
                  <a:pt x="99" y="32"/>
                  <a:pt x="92" y="34"/>
                </a:cubicBezTo>
                <a:close/>
                <a:moveTo>
                  <a:pt x="94" y="162"/>
                </a:moveTo>
                <a:cubicBezTo>
                  <a:pt x="88" y="159"/>
                  <a:pt x="82" y="156"/>
                  <a:pt x="77" y="151"/>
                </a:cubicBezTo>
                <a:cubicBezTo>
                  <a:pt x="73" y="146"/>
                  <a:pt x="69" y="141"/>
                  <a:pt x="66" y="134"/>
                </a:cubicBezTo>
                <a:cubicBezTo>
                  <a:pt x="64" y="128"/>
                  <a:pt x="62" y="121"/>
                  <a:pt x="62" y="114"/>
                </a:cubicBezTo>
                <a:cubicBezTo>
                  <a:pt x="62" y="107"/>
                  <a:pt x="64" y="100"/>
                  <a:pt x="66" y="94"/>
                </a:cubicBezTo>
                <a:cubicBezTo>
                  <a:pt x="69" y="88"/>
                  <a:pt x="73" y="82"/>
                  <a:pt x="77" y="77"/>
                </a:cubicBezTo>
                <a:cubicBezTo>
                  <a:pt x="82" y="73"/>
                  <a:pt x="88" y="69"/>
                  <a:pt x="94" y="66"/>
                </a:cubicBezTo>
                <a:cubicBezTo>
                  <a:pt x="100" y="63"/>
                  <a:pt x="107" y="62"/>
                  <a:pt x="114" y="62"/>
                </a:cubicBezTo>
                <a:cubicBezTo>
                  <a:pt x="121" y="62"/>
                  <a:pt x="128" y="63"/>
                  <a:pt x="134" y="66"/>
                </a:cubicBezTo>
                <a:cubicBezTo>
                  <a:pt x="141" y="69"/>
                  <a:pt x="146" y="73"/>
                  <a:pt x="151" y="77"/>
                </a:cubicBezTo>
                <a:cubicBezTo>
                  <a:pt x="156" y="82"/>
                  <a:pt x="159" y="88"/>
                  <a:pt x="162" y="94"/>
                </a:cubicBezTo>
                <a:cubicBezTo>
                  <a:pt x="165" y="100"/>
                  <a:pt x="166" y="107"/>
                  <a:pt x="166" y="114"/>
                </a:cubicBezTo>
                <a:cubicBezTo>
                  <a:pt x="166" y="121"/>
                  <a:pt x="165" y="128"/>
                  <a:pt x="162" y="134"/>
                </a:cubicBezTo>
                <a:cubicBezTo>
                  <a:pt x="159" y="141"/>
                  <a:pt x="156" y="146"/>
                  <a:pt x="151" y="151"/>
                </a:cubicBezTo>
                <a:cubicBezTo>
                  <a:pt x="146" y="156"/>
                  <a:pt x="141" y="159"/>
                  <a:pt x="134" y="162"/>
                </a:cubicBezTo>
                <a:cubicBezTo>
                  <a:pt x="128" y="165"/>
                  <a:pt x="121" y="166"/>
                  <a:pt x="114" y="166"/>
                </a:cubicBezTo>
                <a:cubicBezTo>
                  <a:pt x="107" y="166"/>
                  <a:pt x="100" y="165"/>
                  <a:pt x="94" y="162"/>
                </a:cubicBezTo>
                <a:close/>
                <a:moveTo>
                  <a:pt x="106" y="95"/>
                </a:moveTo>
                <a:cubicBezTo>
                  <a:pt x="104" y="96"/>
                  <a:pt x="101" y="98"/>
                  <a:pt x="99" y="99"/>
                </a:cubicBezTo>
                <a:cubicBezTo>
                  <a:pt x="98" y="101"/>
                  <a:pt x="96" y="104"/>
                  <a:pt x="95" y="106"/>
                </a:cubicBezTo>
                <a:cubicBezTo>
                  <a:pt x="94" y="109"/>
                  <a:pt x="93" y="111"/>
                  <a:pt x="93" y="114"/>
                </a:cubicBezTo>
                <a:cubicBezTo>
                  <a:pt x="93" y="117"/>
                  <a:pt x="94" y="120"/>
                  <a:pt x="95" y="122"/>
                </a:cubicBezTo>
                <a:cubicBezTo>
                  <a:pt x="96" y="125"/>
                  <a:pt x="98" y="127"/>
                  <a:pt x="99" y="129"/>
                </a:cubicBezTo>
                <a:cubicBezTo>
                  <a:pt x="101" y="131"/>
                  <a:pt x="104" y="132"/>
                  <a:pt x="106" y="133"/>
                </a:cubicBezTo>
                <a:cubicBezTo>
                  <a:pt x="109" y="134"/>
                  <a:pt x="111" y="135"/>
                  <a:pt x="114" y="135"/>
                </a:cubicBezTo>
                <a:cubicBezTo>
                  <a:pt x="117" y="135"/>
                  <a:pt x="120" y="134"/>
                  <a:pt x="122" y="133"/>
                </a:cubicBezTo>
                <a:cubicBezTo>
                  <a:pt x="125" y="132"/>
                  <a:pt x="127" y="131"/>
                  <a:pt x="129" y="129"/>
                </a:cubicBezTo>
                <a:cubicBezTo>
                  <a:pt x="131" y="127"/>
                  <a:pt x="132" y="125"/>
                  <a:pt x="133" y="122"/>
                </a:cubicBezTo>
                <a:cubicBezTo>
                  <a:pt x="134" y="120"/>
                  <a:pt x="135" y="117"/>
                  <a:pt x="135" y="114"/>
                </a:cubicBezTo>
                <a:cubicBezTo>
                  <a:pt x="135" y="111"/>
                  <a:pt x="134" y="109"/>
                  <a:pt x="133" y="106"/>
                </a:cubicBezTo>
                <a:cubicBezTo>
                  <a:pt x="132" y="104"/>
                  <a:pt x="131" y="101"/>
                  <a:pt x="129" y="99"/>
                </a:cubicBezTo>
                <a:cubicBezTo>
                  <a:pt x="127" y="98"/>
                  <a:pt x="125" y="96"/>
                  <a:pt x="122" y="95"/>
                </a:cubicBezTo>
                <a:cubicBezTo>
                  <a:pt x="120" y="94"/>
                  <a:pt x="117" y="93"/>
                  <a:pt x="114" y="93"/>
                </a:cubicBezTo>
                <a:cubicBezTo>
                  <a:pt x="111" y="93"/>
                  <a:pt x="109" y="94"/>
                  <a:pt x="106" y="95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10" name="Freeform 112"/>
          <p:cNvSpPr>
            <a:spLocks noEditPoints="1"/>
          </p:cNvSpPr>
          <p:nvPr/>
        </p:nvSpPr>
        <p:spPr bwMode="auto">
          <a:xfrm>
            <a:off x="9319972" y="3881685"/>
            <a:ext cx="299697" cy="299697"/>
          </a:xfrm>
          <a:custGeom>
            <a:avLst/>
            <a:gdLst>
              <a:gd name="T0" fmla="*/ 7 w 208"/>
              <a:gd name="T1" fmla="*/ 29 h 208"/>
              <a:gd name="T2" fmla="*/ 26 w 208"/>
              <a:gd name="T3" fmla="*/ 21 h 208"/>
              <a:gd name="T4" fmla="*/ 52 w 208"/>
              <a:gd name="T5" fmla="*/ 5 h 208"/>
              <a:gd name="T6" fmla="*/ 57 w 208"/>
              <a:gd name="T7" fmla="*/ 0 h 208"/>
              <a:gd name="T8" fmla="*/ 62 w 208"/>
              <a:gd name="T9" fmla="*/ 5 h 208"/>
              <a:gd name="T10" fmla="*/ 145 w 208"/>
              <a:gd name="T11" fmla="*/ 21 h 208"/>
              <a:gd name="T12" fmla="*/ 147 w 208"/>
              <a:gd name="T13" fmla="*/ 2 h 208"/>
              <a:gd name="T14" fmla="*/ 154 w 208"/>
              <a:gd name="T15" fmla="*/ 2 h 208"/>
              <a:gd name="T16" fmla="*/ 156 w 208"/>
              <a:gd name="T17" fmla="*/ 21 h 208"/>
              <a:gd name="T18" fmla="*/ 192 w 208"/>
              <a:gd name="T19" fmla="*/ 23 h 208"/>
              <a:gd name="T20" fmla="*/ 206 w 208"/>
              <a:gd name="T21" fmla="*/ 37 h 208"/>
              <a:gd name="T22" fmla="*/ 208 w 208"/>
              <a:gd name="T23" fmla="*/ 73 h 208"/>
              <a:gd name="T24" fmla="*/ 0 w 208"/>
              <a:gd name="T25" fmla="*/ 47 h 208"/>
              <a:gd name="T26" fmla="*/ 26 w 208"/>
              <a:gd name="T27" fmla="*/ 208 h 208"/>
              <a:gd name="T28" fmla="*/ 7 w 208"/>
              <a:gd name="T29" fmla="*/ 201 h 208"/>
              <a:gd name="T30" fmla="*/ 0 w 208"/>
              <a:gd name="T31" fmla="*/ 182 h 208"/>
              <a:gd name="T32" fmla="*/ 208 w 208"/>
              <a:gd name="T33" fmla="*/ 83 h 208"/>
              <a:gd name="T34" fmla="*/ 206 w 208"/>
              <a:gd name="T35" fmla="*/ 192 h 208"/>
              <a:gd name="T36" fmla="*/ 192 w 208"/>
              <a:gd name="T37" fmla="*/ 206 h 208"/>
              <a:gd name="T38" fmla="*/ 26 w 208"/>
              <a:gd name="T39" fmla="*/ 208 h 208"/>
              <a:gd name="T40" fmla="*/ 31 w 208"/>
              <a:gd name="T41" fmla="*/ 135 h 208"/>
              <a:gd name="T42" fmla="*/ 72 w 208"/>
              <a:gd name="T43" fmla="*/ 104 h 208"/>
              <a:gd name="T44" fmla="*/ 31 w 208"/>
              <a:gd name="T45" fmla="*/ 146 h 208"/>
              <a:gd name="T46" fmla="*/ 72 w 208"/>
              <a:gd name="T47" fmla="*/ 177 h 208"/>
              <a:gd name="T48" fmla="*/ 31 w 208"/>
              <a:gd name="T49" fmla="*/ 146 h 208"/>
              <a:gd name="T50" fmla="*/ 68 w 208"/>
              <a:gd name="T51" fmla="*/ 58 h 208"/>
              <a:gd name="T52" fmla="*/ 72 w 208"/>
              <a:gd name="T53" fmla="*/ 47 h 208"/>
              <a:gd name="T54" fmla="*/ 62 w 208"/>
              <a:gd name="T55" fmla="*/ 32 h 208"/>
              <a:gd name="T56" fmla="*/ 61 w 208"/>
              <a:gd name="T57" fmla="*/ 51 h 208"/>
              <a:gd name="T58" fmla="*/ 53 w 208"/>
              <a:gd name="T59" fmla="*/ 51 h 208"/>
              <a:gd name="T60" fmla="*/ 52 w 208"/>
              <a:gd name="T61" fmla="*/ 32 h 208"/>
              <a:gd name="T62" fmla="*/ 41 w 208"/>
              <a:gd name="T63" fmla="*/ 47 h 208"/>
              <a:gd name="T64" fmla="*/ 46 w 208"/>
              <a:gd name="T65" fmla="*/ 58 h 208"/>
              <a:gd name="T66" fmla="*/ 57 w 208"/>
              <a:gd name="T67" fmla="*/ 63 h 208"/>
              <a:gd name="T68" fmla="*/ 83 w 208"/>
              <a:gd name="T69" fmla="*/ 104 h 208"/>
              <a:gd name="T70" fmla="*/ 124 w 208"/>
              <a:gd name="T71" fmla="*/ 135 h 208"/>
              <a:gd name="T72" fmla="*/ 83 w 208"/>
              <a:gd name="T73" fmla="*/ 104 h 208"/>
              <a:gd name="T74" fmla="*/ 83 w 208"/>
              <a:gd name="T75" fmla="*/ 177 h 208"/>
              <a:gd name="T76" fmla="*/ 124 w 208"/>
              <a:gd name="T77" fmla="*/ 146 h 208"/>
              <a:gd name="T78" fmla="*/ 157 w 208"/>
              <a:gd name="T79" fmla="*/ 61 h 208"/>
              <a:gd name="T80" fmla="*/ 165 w 208"/>
              <a:gd name="T81" fmla="*/ 53 h 208"/>
              <a:gd name="T82" fmla="*/ 163 w 208"/>
              <a:gd name="T83" fmla="*/ 38 h 208"/>
              <a:gd name="T84" fmla="*/ 156 w 208"/>
              <a:gd name="T85" fmla="*/ 47 h 208"/>
              <a:gd name="T86" fmla="*/ 150 w 208"/>
              <a:gd name="T87" fmla="*/ 52 h 208"/>
              <a:gd name="T88" fmla="*/ 145 w 208"/>
              <a:gd name="T89" fmla="*/ 47 h 208"/>
              <a:gd name="T90" fmla="*/ 138 w 208"/>
              <a:gd name="T91" fmla="*/ 38 h 208"/>
              <a:gd name="T92" fmla="*/ 136 w 208"/>
              <a:gd name="T93" fmla="*/ 53 h 208"/>
              <a:gd name="T94" fmla="*/ 144 w 208"/>
              <a:gd name="T95" fmla="*/ 61 h 208"/>
              <a:gd name="T96" fmla="*/ 157 w 208"/>
              <a:gd name="T97" fmla="*/ 61 h 208"/>
              <a:gd name="T98" fmla="*/ 135 w 208"/>
              <a:gd name="T99" fmla="*/ 135 h 208"/>
              <a:gd name="T100" fmla="*/ 176 w 208"/>
              <a:gd name="T101" fmla="*/ 104 h 208"/>
              <a:gd name="T102" fmla="*/ 135 w 208"/>
              <a:gd name="T103" fmla="*/ 146 h 208"/>
              <a:gd name="T104" fmla="*/ 176 w 208"/>
              <a:gd name="T105" fmla="*/ 177 h 208"/>
              <a:gd name="T106" fmla="*/ 135 w 208"/>
              <a:gd name="T107" fmla="*/ 146 h 2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08" h="208">
                <a:moveTo>
                  <a:pt x="2" y="37"/>
                </a:moveTo>
                <a:cubicBezTo>
                  <a:pt x="3" y="34"/>
                  <a:pt x="5" y="31"/>
                  <a:pt x="7" y="29"/>
                </a:cubicBezTo>
                <a:cubicBezTo>
                  <a:pt x="10" y="26"/>
                  <a:pt x="12" y="24"/>
                  <a:pt x="16" y="23"/>
                </a:cubicBezTo>
                <a:cubicBezTo>
                  <a:pt x="19" y="22"/>
                  <a:pt x="22" y="21"/>
                  <a:pt x="26" y="21"/>
                </a:cubicBezTo>
                <a:cubicBezTo>
                  <a:pt x="52" y="21"/>
                  <a:pt x="52" y="21"/>
                  <a:pt x="52" y="21"/>
                </a:cubicBezTo>
                <a:cubicBezTo>
                  <a:pt x="52" y="5"/>
                  <a:pt x="52" y="5"/>
                  <a:pt x="52" y="5"/>
                </a:cubicBezTo>
                <a:cubicBezTo>
                  <a:pt x="52" y="4"/>
                  <a:pt x="52" y="3"/>
                  <a:pt x="53" y="2"/>
                </a:cubicBezTo>
                <a:cubicBezTo>
                  <a:pt x="54" y="1"/>
                  <a:pt x="55" y="0"/>
                  <a:pt x="57" y="0"/>
                </a:cubicBezTo>
                <a:cubicBezTo>
                  <a:pt x="58" y="0"/>
                  <a:pt x="60" y="1"/>
                  <a:pt x="61" y="2"/>
                </a:cubicBezTo>
                <a:cubicBezTo>
                  <a:pt x="62" y="3"/>
                  <a:pt x="62" y="4"/>
                  <a:pt x="62" y="5"/>
                </a:cubicBezTo>
                <a:cubicBezTo>
                  <a:pt x="62" y="21"/>
                  <a:pt x="62" y="21"/>
                  <a:pt x="62" y="21"/>
                </a:cubicBezTo>
                <a:cubicBezTo>
                  <a:pt x="145" y="21"/>
                  <a:pt x="145" y="21"/>
                  <a:pt x="145" y="21"/>
                </a:cubicBezTo>
                <a:cubicBezTo>
                  <a:pt x="145" y="5"/>
                  <a:pt x="145" y="5"/>
                  <a:pt x="145" y="5"/>
                </a:cubicBezTo>
                <a:cubicBezTo>
                  <a:pt x="145" y="4"/>
                  <a:pt x="146" y="3"/>
                  <a:pt x="147" y="2"/>
                </a:cubicBezTo>
                <a:cubicBezTo>
                  <a:pt x="148" y="1"/>
                  <a:pt x="149" y="0"/>
                  <a:pt x="150" y="0"/>
                </a:cubicBezTo>
                <a:cubicBezTo>
                  <a:pt x="152" y="0"/>
                  <a:pt x="153" y="1"/>
                  <a:pt x="154" y="2"/>
                </a:cubicBezTo>
                <a:cubicBezTo>
                  <a:pt x="155" y="3"/>
                  <a:pt x="156" y="4"/>
                  <a:pt x="156" y="5"/>
                </a:cubicBezTo>
                <a:cubicBezTo>
                  <a:pt x="156" y="21"/>
                  <a:pt x="156" y="21"/>
                  <a:pt x="156" y="21"/>
                </a:cubicBezTo>
                <a:cubicBezTo>
                  <a:pt x="182" y="21"/>
                  <a:pt x="182" y="21"/>
                  <a:pt x="182" y="21"/>
                </a:cubicBezTo>
                <a:cubicBezTo>
                  <a:pt x="185" y="21"/>
                  <a:pt x="189" y="22"/>
                  <a:pt x="192" y="23"/>
                </a:cubicBezTo>
                <a:cubicBezTo>
                  <a:pt x="195" y="24"/>
                  <a:pt x="198" y="26"/>
                  <a:pt x="200" y="29"/>
                </a:cubicBezTo>
                <a:cubicBezTo>
                  <a:pt x="202" y="31"/>
                  <a:pt x="204" y="34"/>
                  <a:pt x="206" y="37"/>
                </a:cubicBezTo>
                <a:cubicBezTo>
                  <a:pt x="207" y="40"/>
                  <a:pt x="208" y="43"/>
                  <a:pt x="208" y="47"/>
                </a:cubicBezTo>
                <a:cubicBezTo>
                  <a:pt x="208" y="73"/>
                  <a:pt x="208" y="73"/>
                  <a:pt x="208" y="73"/>
                </a:cubicBezTo>
                <a:cubicBezTo>
                  <a:pt x="0" y="73"/>
                  <a:pt x="0" y="73"/>
                  <a:pt x="0" y="73"/>
                </a:cubicBezTo>
                <a:cubicBezTo>
                  <a:pt x="0" y="47"/>
                  <a:pt x="0" y="47"/>
                  <a:pt x="0" y="47"/>
                </a:cubicBezTo>
                <a:cubicBezTo>
                  <a:pt x="0" y="43"/>
                  <a:pt x="0" y="40"/>
                  <a:pt x="2" y="37"/>
                </a:cubicBezTo>
                <a:close/>
                <a:moveTo>
                  <a:pt x="26" y="208"/>
                </a:moveTo>
                <a:cubicBezTo>
                  <a:pt x="22" y="208"/>
                  <a:pt x="19" y="207"/>
                  <a:pt x="16" y="206"/>
                </a:cubicBezTo>
                <a:cubicBezTo>
                  <a:pt x="12" y="205"/>
                  <a:pt x="10" y="203"/>
                  <a:pt x="7" y="201"/>
                </a:cubicBezTo>
                <a:cubicBezTo>
                  <a:pt x="5" y="198"/>
                  <a:pt x="3" y="195"/>
                  <a:pt x="2" y="192"/>
                </a:cubicBezTo>
                <a:cubicBezTo>
                  <a:pt x="0" y="189"/>
                  <a:pt x="0" y="186"/>
                  <a:pt x="0" y="182"/>
                </a:cubicBezTo>
                <a:cubicBezTo>
                  <a:pt x="0" y="83"/>
                  <a:pt x="0" y="83"/>
                  <a:pt x="0" y="83"/>
                </a:cubicBezTo>
                <a:cubicBezTo>
                  <a:pt x="208" y="83"/>
                  <a:pt x="208" y="83"/>
                  <a:pt x="208" y="83"/>
                </a:cubicBezTo>
                <a:cubicBezTo>
                  <a:pt x="208" y="182"/>
                  <a:pt x="208" y="182"/>
                  <a:pt x="208" y="182"/>
                </a:cubicBezTo>
                <a:cubicBezTo>
                  <a:pt x="208" y="186"/>
                  <a:pt x="207" y="189"/>
                  <a:pt x="206" y="192"/>
                </a:cubicBezTo>
                <a:cubicBezTo>
                  <a:pt x="204" y="195"/>
                  <a:pt x="202" y="198"/>
                  <a:pt x="200" y="201"/>
                </a:cubicBezTo>
                <a:cubicBezTo>
                  <a:pt x="198" y="203"/>
                  <a:pt x="195" y="205"/>
                  <a:pt x="192" y="206"/>
                </a:cubicBezTo>
                <a:cubicBezTo>
                  <a:pt x="189" y="207"/>
                  <a:pt x="185" y="208"/>
                  <a:pt x="182" y="208"/>
                </a:cubicBezTo>
                <a:lnTo>
                  <a:pt x="26" y="208"/>
                </a:lnTo>
                <a:close/>
                <a:moveTo>
                  <a:pt x="31" y="104"/>
                </a:moveTo>
                <a:cubicBezTo>
                  <a:pt x="31" y="135"/>
                  <a:pt x="31" y="135"/>
                  <a:pt x="31" y="135"/>
                </a:cubicBezTo>
                <a:cubicBezTo>
                  <a:pt x="72" y="135"/>
                  <a:pt x="72" y="135"/>
                  <a:pt x="72" y="135"/>
                </a:cubicBezTo>
                <a:cubicBezTo>
                  <a:pt x="72" y="104"/>
                  <a:pt x="72" y="104"/>
                  <a:pt x="72" y="104"/>
                </a:cubicBezTo>
                <a:lnTo>
                  <a:pt x="31" y="104"/>
                </a:lnTo>
                <a:close/>
                <a:moveTo>
                  <a:pt x="31" y="146"/>
                </a:moveTo>
                <a:cubicBezTo>
                  <a:pt x="31" y="177"/>
                  <a:pt x="31" y="177"/>
                  <a:pt x="31" y="177"/>
                </a:cubicBezTo>
                <a:cubicBezTo>
                  <a:pt x="72" y="177"/>
                  <a:pt x="72" y="177"/>
                  <a:pt x="72" y="177"/>
                </a:cubicBezTo>
                <a:cubicBezTo>
                  <a:pt x="72" y="146"/>
                  <a:pt x="72" y="146"/>
                  <a:pt x="72" y="146"/>
                </a:cubicBezTo>
                <a:lnTo>
                  <a:pt x="31" y="146"/>
                </a:lnTo>
                <a:close/>
                <a:moveTo>
                  <a:pt x="63" y="61"/>
                </a:moveTo>
                <a:cubicBezTo>
                  <a:pt x="65" y="61"/>
                  <a:pt x="66" y="59"/>
                  <a:pt x="68" y="58"/>
                </a:cubicBezTo>
                <a:cubicBezTo>
                  <a:pt x="69" y="57"/>
                  <a:pt x="70" y="55"/>
                  <a:pt x="71" y="53"/>
                </a:cubicBezTo>
                <a:cubicBezTo>
                  <a:pt x="72" y="51"/>
                  <a:pt x="72" y="49"/>
                  <a:pt x="72" y="47"/>
                </a:cubicBezTo>
                <a:cubicBezTo>
                  <a:pt x="72" y="44"/>
                  <a:pt x="71" y="41"/>
                  <a:pt x="70" y="38"/>
                </a:cubicBezTo>
                <a:cubicBezTo>
                  <a:pt x="68" y="35"/>
                  <a:pt x="65" y="33"/>
                  <a:pt x="62" y="32"/>
                </a:cubicBezTo>
                <a:cubicBezTo>
                  <a:pt x="62" y="47"/>
                  <a:pt x="62" y="47"/>
                  <a:pt x="62" y="47"/>
                </a:cubicBezTo>
                <a:cubicBezTo>
                  <a:pt x="62" y="48"/>
                  <a:pt x="62" y="50"/>
                  <a:pt x="61" y="51"/>
                </a:cubicBezTo>
                <a:cubicBezTo>
                  <a:pt x="60" y="52"/>
                  <a:pt x="58" y="52"/>
                  <a:pt x="57" y="52"/>
                </a:cubicBezTo>
                <a:cubicBezTo>
                  <a:pt x="55" y="52"/>
                  <a:pt x="54" y="52"/>
                  <a:pt x="53" y="51"/>
                </a:cubicBezTo>
                <a:cubicBezTo>
                  <a:pt x="52" y="50"/>
                  <a:pt x="52" y="48"/>
                  <a:pt x="52" y="47"/>
                </a:cubicBezTo>
                <a:cubicBezTo>
                  <a:pt x="52" y="32"/>
                  <a:pt x="52" y="32"/>
                  <a:pt x="52" y="32"/>
                </a:cubicBezTo>
                <a:cubicBezTo>
                  <a:pt x="49" y="33"/>
                  <a:pt x="46" y="35"/>
                  <a:pt x="44" y="38"/>
                </a:cubicBezTo>
                <a:cubicBezTo>
                  <a:pt x="42" y="41"/>
                  <a:pt x="41" y="44"/>
                  <a:pt x="41" y="47"/>
                </a:cubicBezTo>
                <a:cubicBezTo>
                  <a:pt x="41" y="49"/>
                  <a:pt x="42" y="51"/>
                  <a:pt x="42" y="53"/>
                </a:cubicBezTo>
                <a:cubicBezTo>
                  <a:pt x="43" y="55"/>
                  <a:pt x="44" y="57"/>
                  <a:pt x="46" y="58"/>
                </a:cubicBezTo>
                <a:cubicBezTo>
                  <a:pt x="47" y="59"/>
                  <a:pt x="49" y="61"/>
                  <a:pt x="51" y="61"/>
                </a:cubicBezTo>
                <a:cubicBezTo>
                  <a:pt x="53" y="62"/>
                  <a:pt x="55" y="63"/>
                  <a:pt x="57" y="63"/>
                </a:cubicBezTo>
                <a:cubicBezTo>
                  <a:pt x="59" y="63"/>
                  <a:pt x="61" y="62"/>
                  <a:pt x="63" y="61"/>
                </a:cubicBezTo>
                <a:close/>
                <a:moveTo>
                  <a:pt x="83" y="104"/>
                </a:moveTo>
                <a:cubicBezTo>
                  <a:pt x="83" y="135"/>
                  <a:pt x="83" y="135"/>
                  <a:pt x="83" y="135"/>
                </a:cubicBezTo>
                <a:cubicBezTo>
                  <a:pt x="124" y="135"/>
                  <a:pt x="124" y="135"/>
                  <a:pt x="124" y="135"/>
                </a:cubicBezTo>
                <a:cubicBezTo>
                  <a:pt x="124" y="104"/>
                  <a:pt x="124" y="104"/>
                  <a:pt x="124" y="104"/>
                </a:cubicBezTo>
                <a:lnTo>
                  <a:pt x="83" y="104"/>
                </a:lnTo>
                <a:close/>
                <a:moveTo>
                  <a:pt x="83" y="146"/>
                </a:moveTo>
                <a:cubicBezTo>
                  <a:pt x="83" y="177"/>
                  <a:pt x="83" y="177"/>
                  <a:pt x="83" y="177"/>
                </a:cubicBezTo>
                <a:cubicBezTo>
                  <a:pt x="124" y="177"/>
                  <a:pt x="124" y="177"/>
                  <a:pt x="124" y="177"/>
                </a:cubicBezTo>
                <a:cubicBezTo>
                  <a:pt x="124" y="146"/>
                  <a:pt x="124" y="146"/>
                  <a:pt x="124" y="146"/>
                </a:cubicBezTo>
                <a:lnTo>
                  <a:pt x="83" y="146"/>
                </a:lnTo>
                <a:close/>
                <a:moveTo>
                  <a:pt x="157" y="61"/>
                </a:moveTo>
                <a:cubicBezTo>
                  <a:pt x="158" y="61"/>
                  <a:pt x="160" y="59"/>
                  <a:pt x="161" y="58"/>
                </a:cubicBezTo>
                <a:cubicBezTo>
                  <a:pt x="163" y="57"/>
                  <a:pt x="164" y="55"/>
                  <a:pt x="165" y="53"/>
                </a:cubicBezTo>
                <a:cubicBezTo>
                  <a:pt x="166" y="51"/>
                  <a:pt x="166" y="49"/>
                  <a:pt x="166" y="47"/>
                </a:cubicBezTo>
                <a:cubicBezTo>
                  <a:pt x="166" y="44"/>
                  <a:pt x="165" y="41"/>
                  <a:pt x="163" y="38"/>
                </a:cubicBezTo>
                <a:cubicBezTo>
                  <a:pt x="161" y="35"/>
                  <a:pt x="159" y="33"/>
                  <a:pt x="156" y="32"/>
                </a:cubicBezTo>
                <a:cubicBezTo>
                  <a:pt x="156" y="47"/>
                  <a:pt x="156" y="47"/>
                  <a:pt x="156" y="47"/>
                </a:cubicBezTo>
                <a:cubicBezTo>
                  <a:pt x="156" y="48"/>
                  <a:pt x="155" y="50"/>
                  <a:pt x="154" y="51"/>
                </a:cubicBezTo>
                <a:cubicBezTo>
                  <a:pt x="153" y="52"/>
                  <a:pt x="152" y="52"/>
                  <a:pt x="150" y="52"/>
                </a:cubicBezTo>
                <a:cubicBezTo>
                  <a:pt x="149" y="52"/>
                  <a:pt x="148" y="52"/>
                  <a:pt x="147" y="51"/>
                </a:cubicBezTo>
                <a:cubicBezTo>
                  <a:pt x="146" y="50"/>
                  <a:pt x="145" y="48"/>
                  <a:pt x="145" y="47"/>
                </a:cubicBezTo>
                <a:cubicBezTo>
                  <a:pt x="145" y="32"/>
                  <a:pt x="145" y="32"/>
                  <a:pt x="145" y="32"/>
                </a:cubicBezTo>
                <a:cubicBezTo>
                  <a:pt x="142" y="33"/>
                  <a:pt x="140" y="35"/>
                  <a:pt x="138" y="38"/>
                </a:cubicBezTo>
                <a:cubicBezTo>
                  <a:pt x="136" y="41"/>
                  <a:pt x="135" y="44"/>
                  <a:pt x="135" y="47"/>
                </a:cubicBezTo>
                <a:cubicBezTo>
                  <a:pt x="135" y="49"/>
                  <a:pt x="135" y="51"/>
                  <a:pt x="136" y="53"/>
                </a:cubicBezTo>
                <a:cubicBezTo>
                  <a:pt x="137" y="55"/>
                  <a:pt x="138" y="57"/>
                  <a:pt x="139" y="58"/>
                </a:cubicBezTo>
                <a:cubicBezTo>
                  <a:pt x="141" y="59"/>
                  <a:pt x="142" y="61"/>
                  <a:pt x="144" y="61"/>
                </a:cubicBezTo>
                <a:cubicBezTo>
                  <a:pt x="146" y="62"/>
                  <a:pt x="148" y="63"/>
                  <a:pt x="150" y="63"/>
                </a:cubicBezTo>
                <a:cubicBezTo>
                  <a:pt x="153" y="63"/>
                  <a:pt x="155" y="62"/>
                  <a:pt x="157" y="61"/>
                </a:cubicBezTo>
                <a:close/>
                <a:moveTo>
                  <a:pt x="135" y="104"/>
                </a:moveTo>
                <a:cubicBezTo>
                  <a:pt x="135" y="135"/>
                  <a:pt x="135" y="135"/>
                  <a:pt x="135" y="135"/>
                </a:cubicBezTo>
                <a:cubicBezTo>
                  <a:pt x="176" y="135"/>
                  <a:pt x="176" y="135"/>
                  <a:pt x="176" y="135"/>
                </a:cubicBezTo>
                <a:cubicBezTo>
                  <a:pt x="176" y="104"/>
                  <a:pt x="176" y="104"/>
                  <a:pt x="176" y="104"/>
                </a:cubicBezTo>
                <a:lnTo>
                  <a:pt x="135" y="104"/>
                </a:lnTo>
                <a:close/>
                <a:moveTo>
                  <a:pt x="135" y="146"/>
                </a:moveTo>
                <a:cubicBezTo>
                  <a:pt x="135" y="177"/>
                  <a:pt x="135" y="177"/>
                  <a:pt x="135" y="177"/>
                </a:cubicBezTo>
                <a:cubicBezTo>
                  <a:pt x="176" y="177"/>
                  <a:pt x="176" y="177"/>
                  <a:pt x="176" y="177"/>
                </a:cubicBezTo>
                <a:cubicBezTo>
                  <a:pt x="176" y="146"/>
                  <a:pt x="176" y="146"/>
                  <a:pt x="176" y="146"/>
                </a:cubicBezTo>
                <a:lnTo>
                  <a:pt x="135" y="146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11" name="Freeform 113"/>
          <p:cNvSpPr>
            <a:spLocks noEditPoints="1"/>
          </p:cNvSpPr>
          <p:nvPr/>
        </p:nvSpPr>
        <p:spPr bwMode="auto">
          <a:xfrm>
            <a:off x="9910677" y="3881685"/>
            <a:ext cx="286667" cy="299697"/>
          </a:xfrm>
          <a:custGeom>
            <a:avLst/>
            <a:gdLst>
              <a:gd name="T0" fmla="*/ 182 w 199"/>
              <a:gd name="T1" fmla="*/ 85 h 208"/>
              <a:gd name="T2" fmla="*/ 47 w 199"/>
              <a:gd name="T3" fmla="*/ 208 h 208"/>
              <a:gd name="T4" fmla="*/ 16 w 199"/>
              <a:gd name="T5" fmla="*/ 85 h 208"/>
              <a:gd name="T6" fmla="*/ 6 w 199"/>
              <a:gd name="T7" fmla="*/ 208 h 208"/>
              <a:gd name="T8" fmla="*/ 0 w 199"/>
              <a:gd name="T9" fmla="*/ 100 h 208"/>
              <a:gd name="T10" fmla="*/ 1 w 199"/>
              <a:gd name="T11" fmla="*/ 43 h 208"/>
              <a:gd name="T12" fmla="*/ 16 w 199"/>
              <a:gd name="T13" fmla="*/ 12 h 208"/>
              <a:gd name="T14" fmla="*/ 39 w 199"/>
              <a:gd name="T15" fmla="*/ 6 h 208"/>
              <a:gd name="T16" fmla="*/ 37 w 199"/>
              <a:gd name="T17" fmla="*/ 21 h 208"/>
              <a:gd name="T18" fmla="*/ 26 w 199"/>
              <a:gd name="T19" fmla="*/ 42 h 208"/>
              <a:gd name="T20" fmla="*/ 99 w 199"/>
              <a:gd name="T21" fmla="*/ 167 h 208"/>
              <a:gd name="T22" fmla="*/ 58 w 199"/>
              <a:gd name="T23" fmla="*/ 31 h 208"/>
              <a:gd name="T24" fmla="*/ 57 w 199"/>
              <a:gd name="T25" fmla="*/ 2 h 208"/>
              <a:gd name="T26" fmla="*/ 64 w 199"/>
              <a:gd name="T27" fmla="*/ 1 h 208"/>
              <a:gd name="T28" fmla="*/ 70 w 199"/>
              <a:gd name="T29" fmla="*/ 0 h 208"/>
              <a:gd name="T30" fmla="*/ 67 w 199"/>
              <a:gd name="T31" fmla="*/ 7 h 208"/>
              <a:gd name="T32" fmla="*/ 67 w 199"/>
              <a:gd name="T33" fmla="*/ 34 h 208"/>
              <a:gd name="T34" fmla="*/ 77 w 199"/>
              <a:gd name="T35" fmla="*/ 85 h 208"/>
              <a:gd name="T36" fmla="*/ 97 w 199"/>
              <a:gd name="T37" fmla="*/ 55 h 208"/>
              <a:gd name="T38" fmla="*/ 94 w 199"/>
              <a:gd name="T39" fmla="*/ 26 h 208"/>
              <a:gd name="T40" fmla="*/ 109 w 199"/>
              <a:gd name="T41" fmla="*/ 31 h 208"/>
              <a:gd name="T42" fmla="*/ 114 w 199"/>
              <a:gd name="T43" fmla="*/ 112 h 208"/>
              <a:gd name="T44" fmla="*/ 127 w 199"/>
              <a:gd name="T45" fmla="*/ 58 h 208"/>
              <a:gd name="T46" fmla="*/ 133 w 199"/>
              <a:gd name="T47" fmla="*/ 16 h 208"/>
              <a:gd name="T48" fmla="*/ 126 w 199"/>
              <a:gd name="T49" fmla="*/ 0 h 208"/>
              <a:gd name="T50" fmla="*/ 130 w 199"/>
              <a:gd name="T51" fmla="*/ 0 h 208"/>
              <a:gd name="T52" fmla="*/ 138 w 199"/>
              <a:gd name="T53" fmla="*/ 1 h 208"/>
              <a:gd name="T54" fmla="*/ 151 w 199"/>
              <a:gd name="T55" fmla="*/ 21 h 208"/>
              <a:gd name="T56" fmla="*/ 162 w 199"/>
              <a:gd name="T57" fmla="*/ 42 h 208"/>
              <a:gd name="T58" fmla="*/ 172 w 199"/>
              <a:gd name="T59" fmla="*/ 42 h 208"/>
              <a:gd name="T60" fmla="*/ 162 w 199"/>
              <a:gd name="T61" fmla="*/ 21 h 208"/>
              <a:gd name="T62" fmla="*/ 159 w 199"/>
              <a:gd name="T63" fmla="*/ 6 h 208"/>
              <a:gd name="T64" fmla="*/ 183 w 199"/>
              <a:gd name="T65" fmla="*/ 12 h 208"/>
              <a:gd name="T66" fmla="*/ 198 w 199"/>
              <a:gd name="T67" fmla="*/ 43 h 208"/>
              <a:gd name="T68" fmla="*/ 198 w 199"/>
              <a:gd name="T69" fmla="*/ 100 h 208"/>
              <a:gd name="T70" fmla="*/ 193 w 199"/>
              <a:gd name="T71" fmla="*/ 208 h 208"/>
              <a:gd name="T72" fmla="*/ 95 w 199"/>
              <a:gd name="T73" fmla="*/ 194 h 208"/>
              <a:gd name="T74" fmla="*/ 95 w 199"/>
              <a:gd name="T75" fmla="*/ 201 h 208"/>
              <a:gd name="T76" fmla="*/ 103 w 199"/>
              <a:gd name="T77" fmla="*/ 201 h 208"/>
              <a:gd name="T78" fmla="*/ 103 w 199"/>
              <a:gd name="T79" fmla="*/ 194 h 208"/>
              <a:gd name="T80" fmla="*/ 95 w 199"/>
              <a:gd name="T81" fmla="*/ 194 h 2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99" h="208">
                <a:moveTo>
                  <a:pt x="162" y="208"/>
                </a:moveTo>
                <a:cubicBezTo>
                  <a:pt x="182" y="85"/>
                  <a:pt x="182" y="85"/>
                  <a:pt x="182" y="85"/>
                </a:cubicBezTo>
                <a:cubicBezTo>
                  <a:pt x="152" y="208"/>
                  <a:pt x="152" y="208"/>
                  <a:pt x="152" y="208"/>
                </a:cubicBezTo>
                <a:cubicBezTo>
                  <a:pt x="47" y="208"/>
                  <a:pt x="47" y="208"/>
                  <a:pt x="47" y="208"/>
                </a:cubicBezTo>
                <a:cubicBezTo>
                  <a:pt x="47" y="208"/>
                  <a:pt x="47" y="208"/>
                  <a:pt x="47" y="208"/>
                </a:cubicBezTo>
                <a:cubicBezTo>
                  <a:pt x="16" y="85"/>
                  <a:pt x="16" y="85"/>
                  <a:pt x="16" y="85"/>
                </a:cubicBezTo>
                <a:cubicBezTo>
                  <a:pt x="36" y="208"/>
                  <a:pt x="36" y="208"/>
                  <a:pt x="36" y="208"/>
                </a:cubicBezTo>
                <a:cubicBezTo>
                  <a:pt x="6" y="208"/>
                  <a:pt x="6" y="208"/>
                  <a:pt x="6" y="208"/>
                </a:cubicBezTo>
                <a:cubicBezTo>
                  <a:pt x="4" y="185"/>
                  <a:pt x="3" y="165"/>
                  <a:pt x="2" y="147"/>
                </a:cubicBezTo>
                <a:cubicBezTo>
                  <a:pt x="1" y="129"/>
                  <a:pt x="0" y="114"/>
                  <a:pt x="0" y="100"/>
                </a:cubicBezTo>
                <a:cubicBezTo>
                  <a:pt x="0" y="87"/>
                  <a:pt x="0" y="76"/>
                  <a:pt x="0" y="66"/>
                </a:cubicBezTo>
                <a:cubicBezTo>
                  <a:pt x="0" y="57"/>
                  <a:pt x="0" y="49"/>
                  <a:pt x="1" y="43"/>
                </a:cubicBezTo>
                <a:cubicBezTo>
                  <a:pt x="1" y="29"/>
                  <a:pt x="3" y="20"/>
                  <a:pt x="6" y="17"/>
                </a:cubicBezTo>
                <a:cubicBezTo>
                  <a:pt x="9" y="15"/>
                  <a:pt x="12" y="14"/>
                  <a:pt x="16" y="12"/>
                </a:cubicBezTo>
                <a:cubicBezTo>
                  <a:pt x="19" y="11"/>
                  <a:pt x="23" y="10"/>
                  <a:pt x="27" y="9"/>
                </a:cubicBezTo>
                <a:cubicBezTo>
                  <a:pt x="31" y="8"/>
                  <a:pt x="35" y="7"/>
                  <a:pt x="39" y="6"/>
                </a:cubicBezTo>
                <a:cubicBezTo>
                  <a:pt x="43" y="5"/>
                  <a:pt x="46" y="4"/>
                  <a:pt x="50" y="3"/>
                </a:cubicBezTo>
                <a:cubicBezTo>
                  <a:pt x="37" y="21"/>
                  <a:pt x="37" y="21"/>
                  <a:pt x="37" y="21"/>
                </a:cubicBezTo>
                <a:cubicBezTo>
                  <a:pt x="47" y="31"/>
                  <a:pt x="47" y="31"/>
                  <a:pt x="47" y="31"/>
                </a:cubicBezTo>
                <a:cubicBezTo>
                  <a:pt x="26" y="42"/>
                  <a:pt x="26" y="42"/>
                  <a:pt x="26" y="42"/>
                </a:cubicBezTo>
                <a:cubicBezTo>
                  <a:pt x="109" y="187"/>
                  <a:pt x="109" y="187"/>
                  <a:pt x="109" y="187"/>
                </a:cubicBezTo>
                <a:cubicBezTo>
                  <a:pt x="99" y="167"/>
                  <a:pt x="99" y="167"/>
                  <a:pt x="99" y="167"/>
                </a:cubicBezTo>
                <a:cubicBezTo>
                  <a:pt x="37" y="42"/>
                  <a:pt x="37" y="42"/>
                  <a:pt x="37" y="42"/>
                </a:cubicBezTo>
                <a:cubicBezTo>
                  <a:pt x="58" y="31"/>
                  <a:pt x="58" y="31"/>
                  <a:pt x="58" y="31"/>
                </a:cubicBezTo>
                <a:cubicBezTo>
                  <a:pt x="47" y="21"/>
                  <a:pt x="47" y="21"/>
                  <a:pt x="47" y="21"/>
                </a:cubicBezTo>
                <a:cubicBezTo>
                  <a:pt x="57" y="2"/>
                  <a:pt x="57" y="2"/>
                  <a:pt x="57" y="2"/>
                </a:cubicBezTo>
                <a:cubicBezTo>
                  <a:pt x="58" y="2"/>
                  <a:pt x="59" y="2"/>
                  <a:pt x="61" y="1"/>
                </a:cubicBezTo>
                <a:cubicBezTo>
                  <a:pt x="62" y="1"/>
                  <a:pt x="63" y="1"/>
                  <a:pt x="64" y="1"/>
                </a:cubicBezTo>
                <a:cubicBezTo>
                  <a:pt x="66" y="1"/>
                  <a:pt x="67" y="0"/>
                  <a:pt x="68" y="0"/>
                </a:cubicBezTo>
                <a:cubicBezTo>
                  <a:pt x="69" y="0"/>
                  <a:pt x="69" y="0"/>
                  <a:pt x="70" y="0"/>
                </a:cubicBezTo>
                <a:cubicBezTo>
                  <a:pt x="71" y="0"/>
                  <a:pt x="72" y="0"/>
                  <a:pt x="72" y="0"/>
                </a:cubicBezTo>
                <a:cubicBezTo>
                  <a:pt x="70" y="2"/>
                  <a:pt x="69" y="4"/>
                  <a:pt x="67" y="7"/>
                </a:cubicBezTo>
                <a:cubicBezTo>
                  <a:pt x="66" y="10"/>
                  <a:pt x="66" y="13"/>
                  <a:pt x="66" y="16"/>
                </a:cubicBezTo>
                <a:cubicBezTo>
                  <a:pt x="66" y="21"/>
                  <a:pt x="66" y="27"/>
                  <a:pt x="67" y="34"/>
                </a:cubicBezTo>
                <a:cubicBezTo>
                  <a:pt x="68" y="42"/>
                  <a:pt x="70" y="49"/>
                  <a:pt x="72" y="58"/>
                </a:cubicBezTo>
                <a:cubicBezTo>
                  <a:pt x="73" y="67"/>
                  <a:pt x="75" y="76"/>
                  <a:pt x="77" y="85"/>
                </a:cubicBezTo>
                <a:cubicBezTo>
                  <a:pt x="80" y="94"/>
                  <a:pt x="82" y="103"/>
                  <a:pt x="84" y="112"/>
                </a:cubicBezTo>
                <a:cubicBezTo>
                  <a:pt x="97" y="55"/>
                  <a:pt x="97" y="55"/>
                  <a:pt x="97" y="55"/>
                </a:cubicBezTo>
                <a:cubicBezTo>
                  <a:pt x="89" y="31"/>
                  <a:pt x="89" y="31"/>
                  <a:pt x="89" y="31"/>
                </a:cubicBezTo>
                <a:cubicBezTo>
                  <a:pt x="94" y="26"/>
                  <a:pt x="94" y="26"/>
                  <a:pt x="94" y="26"/>
                </a:cubicBezTo>
                <a:cubicBezTo>
                  <a:pt x="104" y="26"/>
                  <a:pt x="104" y="26"/>
                  <a:pt x="104" y="26"/>
                </a:cubicBezTo>
                <a:cubicBezTo>
                  <a:pt x="109" y="31"/>
                  <a:pt x="109" y="31"/>
                  <a:pt x="109" y="31"/>
                </a:cubicBezTo>
                <a:cubicBezTo>
                  <a:pt x="102" y="55"/>
                  <a:pt x="102" y="55"/>
                  <a:pt x="102" y="55"/>
                </a:cubicBezTo>
                <a:cubicBezTo>
                  <a:pt x="114" y="112"/>
                  <a:pt x="114" y="112"/>
                  <a:pt x="114" y="112"/>
                </a:cubicBezTo>
                <a:cubicBezTo>
                  <a:pt x="116" y="103"/>
                  <a:pt x="119" y="94"/>
                  <a:pt x="121" y="85"/>
                </a:cubicBezTo>
                <a:cubicBezTo>
                  <a:pt x="123" y="76"/>
                  <a:pt x="125" y="67"/>
                  <a:pt x="127" y="58"/>
                </a:cubicBezTo>
                <a:cubicBezTo>
                  <a:pt x="129" y="50"/>
                  <a:pt x="130" y="42"/>
                  <a:pt x="131" y="34"/>
                </a:cubicBezTo>
                <a:cubicBezTo>
                  <a:pt x="132" y="27"/>
                  <a:pt x="133" y="21"/>
                  <a:pt x="133" y="16"/>
                </a:cubicBezTo>
                <a:cubicBezTo>
                  <a:pt x="133" y="13"/>
                  <a:pt x="132" y="10"/>
                  <a:pt x="131" y="7"/>
                </a:cubicBezTo>
                <a:cubicBezTo>
                  <a:pt x="130" y="4"/>
                  <a:pt x="128" y="2"/>
                  <a:pt x="126" y="0"/>
                </a:cubicBezTo>
                <a:cubicBezTo>
                  <a:pt x="127" y="0"/>
                  <a:pt x="128" y="0"/>
                  <a:pt x="128" y="0"/>
                </a:cubicBezTo>
                <a:cubicBezTo>
                  <a:pt x="129" y="0"/>
                  <a:pt x="130" y="0"/>
                  <a:pt x="130" y="0"/>
                </a:cubicBezTo>
                <a:cubicBezTo>
                  <a:pt x="131" y="0"/>
                  <a:pt x="133" y="1"/>
                  <a:pt x="134" y="1"/>
                </a:cubicBezTo>
                <a:cubicBezTo>
                  <a:pt x="135" y="1"/>
                  <a:pt x="136" y="1"/>
                  <a:pt x="138" y="1"/>
                </a:cubicBezTo>
                <a:cubicBezTo>
                  <a:pt x="139" y="2"/>
                  <a:pt x="140" y="2"/>
                  <a:pt x="142" y="2"/>
                </a:cubicBezTo>
                <a:cubicBezTo>
                  <a:pt x="151" y="21"/>
                  <a:pt x="151" y="21"/>
                  <a:pt x="151" y="21"/>
                </a:cubicBezTo>
                <a:cubicBezTo>
                  <a:pt x="141" y="31"/>
                  <a:pt x="141" y="31"/>
                  <a:pt x="141" y="31"/>
                </a:cubicBezTo>
                <a:cubicBezTo>
                  <a:pt x="162" y="42"/>
                  <a:pt x="162" y="42"/>
                  <a:pt x="162" y="42"/>
                </a:cubicBezTo>
                <a:cubicBezTo>
                  <a:pt x="99" y="163"/>
                  <a:pt x="99" y="163"/>
                  <a:pt x="99" y="163"/>
                </a:cubicBezTo>
                <a:cubicBezTo>
                  <a:pt x="172" y="42"/>
                  <a:pt x="172" y="42"/>
                  <a:pt x="172" y="42"/>
                </a:cubicBezTo>
                <a:cubicBezTo>
                  <a:pt x="151" y="31"/>
                  <a:pt x="151" y="31"/>
                  <a:pt x="151" y="31"/>
                </a:cubicBezTo>
                <a:cubicBezTo>
                  <a:pt x="162" y="21"/>
                  <a:pt x="162" y="21"/>
                  <a:pt x="162" y="21"/>
                </a:cubicBezTo>
                <a:cubicBezTo>
                  <a:pt x="148" y="3"/>
                  <a:pt x="148" y="3"/>
                  <a:pt x="148" y="3"/>
                </a:cubicBezTo>
                <a:cubicBezTo>
                  <a:pt x="152" y="4"/>
                  <a:pt x="155" y="5"/>
                  <a:pt x="159" y="6"/>
                </a:cubicBezTo>
                <a:cubicBezTo>
                  <a:pt x="163" y="7"/>
                  <a:pt x="167" y="8"/>
                  <a:pt x="171" y="9"/>
                </a:cubicBezTo>
                <a:cubicBezTo>
                  <a:pt x="175" y="10"/>
                  <a:pt x="179" y="11"/>
                  <a:pt x="183" y="12"/>
                </a:cubicBezTo>
                <a:cubicBezTo>
                  <a:pt x="186" y="14"/>
                  <a:pt x="190" y="15"/>
                  <a:pt x="193" y="17"/>
                </a:cubicBezTo>
                <a:cubicBezTo>
                  <a:pt x="195" y="20"/>
                  <a:pt x="197" y="29"/>
                  <a:pt x="198" y="43"/>
                </a:cubicBezTo>
                <a:cubicBezTo>
                  <a:pt x="198" y="49"/>
                  <a:pt x="198" y="57"/>
                  <a:pt x="198" y="66"/>
                </a:cubicBezTo>
                <a:cubicBezTo>
                  <a:pt x="199" y="76"/>
                  <a:pt x="199" y="87"/>
                  <a:pt x="198" y="100"/>
                </a:cubicBezTo>
                <a:cubicBezTo>
                  <a:pt x="198" y="114"/>
                  <a:pt x="197" y="129"/>
                  <a:pt x="196" y="147"/>
                </a:cubicBezTo>
                <a:cubicBezTo>
                  <a:pt x="196" y="165"/>
                  <a:pt x="194" y="185"/>
                  <a:pt x="193" y="208"/>
                </a:cubicBezTo>
                <a:lnTo>
                  <a:pt x="162" y="208"/>
                </a:lnTo>
                <a:close/>
                <a:moveTo>
                  <a:pt x="95" y="194"/>
                </a:moveTo>
                <a:cubicBezTo>
                  <a:pt x="94" y="195"/>
                  <a:pt x="94" y="196"/>
                  <a:pt x="94" y="198"/>
                </a:cubicBezTo>
                <a:cubicBezTo>
                  <a:pt x="94" y="199"/>
                  <a:pt x="94" y="200"/>
                  <a:pt x="95" y="201"/>
                </a:cubicBezTo>
                <a:cubicBezTo>
                  <a:pt x="96" y="202"/>
                  <a:pt x="98" y="203"/>
                  <a:pt x="99" y="203"/>
                </a:cubicBezTo>
                <a:cubicBezTo>
                  <a:pt x="101" y="203"/>
                  <a:pt x="102" y="202"/>
                  <a:pt x="103" y="201"/>
                </a:cubicBezTo>
                <a:cubicBezTo>
                  <a:pt x="104" y="200"/>
                  <a:pt x="104" y="199"/>
                  <a:pt x="104" y="198"/>
                </a:cubicBezTo>
                <a:cubicBezTo>
                  <a:pt x="104" y="196"/>
                  <a:pt x="104" y="195"/>
                  <a:pt x="103" y="194"/>
                </a:cubicBezTo>
                <a:cubicBezTo>
                  <a:pt x="102" y="193"/>
                  <a:pt x="101" y="193"/>
                  <a:pt x="99" y="193"/>
                </a:cubicBezTo>
                <a:cubicBezTo>
                  <a:pt x="98" y="193"/>
                  <a:pt x="96" y="193"/>
                  <a:pt x="95" y="19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12" name="Freeform 114"/>
          <p:cNvSpPr>
            <a:spLocks noEditPoints="1"/>
          </p:cNvSpPr>
          <p:nvPr/>
        </p:nvSpPr>
        <p:spPr bwMode="auto">
          <a:xfrm>
            <a:off x="10473154" y="3966381"/>
            <a:ext cx="330101" cy="130303"/>
          </a:xfrm>
          <a:custGeom>
            <a:avLst/>
            <a:gdLst>
              <a:gd name="T0" fmla="*/ 62 w 229"/>
              <a:gd name="T1" fmla="*/ 75 h 91"/>
              <a:gd name="T2" fmla="*/ 53 w 229"/>
              <a:gd name="T3" fmla="*/ 70 h 91"/>
              <a:gd name="T4" fmla="*/ 47 w 229"/>
              <a:gd name="T5" fmla="*/ 62 h 91"/>
              <a:gd name="T6" fmla="*/ 43 w 229"/>
              <a:gd name="T7" fmla="*/ 53 h 91"/>
              <a:gd name="T8" fmla="*/ 0 w 229"/>
              <a:gd name="T9" fmla="*/ 53 h 91"/>
              <a:gd name="T10" fmla="*/ 0 w 229"/>
              <a:gd name="T11" fmla="*/ 39 h 91"/>
              <a:gd name="T12" fmla="*/ 42 w 229"/>
              <a:gd name="T13" fmla="*/ 39 h 91"/>
              <a:gd name="T14" fmla="*/ 46 w 229"/>
              <a:gd name="T15" fmla="*/ 30 h 91"/>
              <a:gd name="T16" fmla="*/ 53 w 229"/>
              <a:gd name="T17" fmla="*/ 22 h 91"/>
              <a:gd name="T18" fmla="*/ 62 w 229"/>
              <a:gd name="T19" fmla="*/ 17 h 91"/>
              <a:gd name="T20" fmla="*/ 72 w 229"/>
              <a:gd name="T21" fmla="*/ 15 h 91"/>
              <a:gd name="T22" fmla="*/ 84 w 229"/>
              <a:gd name="T23" fmla="*/ 18 h 91"/>
              <a:gd name="T24" fmla="*/ 94 w 229"/>
              <a:gd name="T25" fmla="*/ 24 h 91"/>
              <a:gd name="T26" fmla="*/ 101 w 229"/>
              <a:gd name="T27" fmla="*/ 34 h 91"/>
              <a:gd name="T28" fmla="*/ 103 w 229"/>
              <a:gd name="T29" fmla="*/ 46 h 91"/>
              <a:gd name="T30" fmla="*/ 101 w 229"/>
              <a:gd name="T31" fmla="*/ 58 h 91"/>
              <a:gd name="T32" fmla="*/ 94 w 229"/>
              <a:gd name="T33" fmla="*/ 67 h 91"/>
              <a:gd name="T34" fmla="*/ 84 w 229"/>
              <a:gd name="T35" fmla="*/ 74 h 91"/>
              <a:gd name="T36" fmla="*/ 72 w 229"/>
              <a:gd name="T37" fmla="*/ 76 h 91"/>
              <a:gd name="T38" fmla="*/ 62 w 229"/>
              <a:gd name="T39" fmla="*/ 75 h 91"/>
              <a:gd name="T40" fmla="*/ 185 w 229"/>
              <a:gd name="T41" fmla="*/ 68 h 91"/>
              <a:gd name="T42" fmla="*/ 175 w 229"/>
              <a:gd name="T43" fmla="*/ 80 h 91"/>
              <a:gd name="T44" fmla="*/ 161 w 229"/>
              <a:gd name="T45" fmla="*/ 88 h 91"/>
              <a:gd name="T46" fmla="*/ 145 w 229"/>
              <a:gd name="T47" fmla="*/ 91 h 91"/>
              <a:gd name="T48" fmla="*/ 128 w 229"/>
              <a:gd name="T49" fmla="*/ 88 h 91"/>
              <a:gd name="T50" fmla="*/ 113 w 229"/>
              <a:gd name="T51" fmla="*/ 78 h 91"/>
              <a:gd name="T52" fmla="*/ 124 w 229"/>
              <a:gd name="T53" fmla="*/ 68 h 91"/>
              <a:gd name="T54" fmla="*/ 134 w 229"/>
              <a:gd name="T55" fmla="*/ 74 h 91"/>
              <a:gd name="T56" fmla="*/ 145 w 229"/>
              <a:gd name="T57" fmla="*/ 76 h 91"/>
              <a:gd name="T58" fmla="*/ 157 w 229"/>
              <a:gd name="T59" fmla="*/ 74 h 91"/>
              <a:gd name="T60" fmla="*/ 167 w 229"/>
              <a:gd name="T61" fmla="*/ 67 h 91"/>
              <a:gd name="T62" fmla="*/ 174 w 229"/>
              <a:gd name="T63" fmla="*/ 58 h 91"/>
              <a:gd name="T64" fmla="*/ 176 w 229"/>
              <a:gd name="T65" fmla="*/ 46 h 91"/>
              <a:gd name="T66" fmla="*/ 174 w 229"/>
              <a:gd name="T67" fmla="*/ 34 h 91"/>
              <a:gd name="T68" fmla="*/ 167 w 229"/>
              <a:gd name="T69" fmla="*/ 24 h 91"/>
              <a:gd name="T70" fmla="*/ 157 w 229"/>
              <a:gd name="T71" fmla="*/ 18 h 91"/>
              <a:gd name="T72" fmla="*/ 145 w 229"/>
              <a:gd name="T73" fmla="*/ 15 h 91"/>
              <a:gd name="T74" fmla="*/ 133 w 229"/>
              <a:gd name="T75" fmla="*/ 18 h 91"/>
              <a:gd name="T76" fmla="*/ 124 w 229"/>
              <a:gd name="T77" fmla="*/ 24 h 91"/>
              <a:gd name="T78" fmla="*/ 113 w 229"/>
              <a:gd name="T79" fmla="*/ 14 h 91"/>
              <a:gd name="T80" fmla="*/ 128 w 229"/>
              <a:gd name="T81" fmla="*/ 4 h 91"/>
              <a:gd name="T82" fmla="*/ 145 w 229"/>
              <a:gd name="T83" fmla="*/ 0 h 91"/>
              <a:gd name="T84" fmla="*/ 162 w 229"/>
              <a:gd name="T85" fmla="*/ 3 h 91"/>
              <a:gd name="T86" fmla="*/ 175 w 229"/>
              <a:gd name="T87" fmla="*/ 11 h 91"/>
              <a:gd name="T88" fmla="*/ 185 w 229"/>
              <a:gd name="T89" fmla="*/ 24 h 91"/>
              <a:gd name="T90" fmla="*/ 191 w 229"/>
              <a:gd name="T91" fmla="*/ 39 h 91"/>
              <a:gd name="T92" fmla="*/ 229 w 229"/>
              <a:gd name="T93" fmla="*/ 39 h 91"/>
              <a:gd name="T94" fmla="*/ 229 w 229"/>
              <a:gd name="T95" fmla="*/ 53 h 91"/>
              <a:gd name="T96" fmla="*/ 190 w 229"/>
              <a:gd name="T97" fmla="*/ 53 h 91"/>
              <a:gd name="T98" fmla="*/ 185 w 229"/>
              <a:gd name="T99" fmla="*/ 68 h 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229" h="91">
                <a:moveTo>
                  <a:pt x="62" y="75"/>
                </a:moveTo>
                <a:cubicBezTo>
                  <a:pt x="59" y="73"/>
                  <a:pt x="56" y="72"/>
                  <a:pt x="53" y="70"/>
                </a:cubicBezTo>
                <a:cubicBezTo>
                  <a:pt x="51" y="68"/>
                  <a:pt x="49" y="65"/>
                  <a:pt x="47" y="62"/>
                </a:cubicBezTo>
                <a:cubicBezTo>
                  <a:pt x="45" y="60"/>
                  <a:pt x="44" y="56"/>
                  <a:pt x="43" y="53"/>
                </a:cubicBezTo>
                <a:cubicBezTo>
                  <a:pt x="0" y="53"/>
                  <a:pt x="0" y="53"/>
                  <a:pt x="0" y="53"/>
                </a:cubicBezTo>
                <a:cubicBezTo>
                  <a:pt x="0" y="39"/>
                  <a:pt x="0" y="39"/>
                  <a:pt x="0" y="39"/>
                </a:cubicBezTo>
                <a:cubicBezTo>
                  <a:pt x="42" y="39"/>
                  <a:pt x="42" y="39"/>
                  <a:pt x="42" y="39"/>
                </a:cubicBezTo>
                <a:cubicBezTo>
                  <a:pt x="43" y="36"/>
                  <a:pt x="44" y="33"/>
                  <a:pt x="46" y="30"/>
                </a:cubicBezTo>
                <a:cubicBezTo>
                  <a:pt x="48" y="27"/>
                  <a:pt x="50" y="24"/>
                  <a:pt x="53" y="22"/>
                </a:cubicBezTo>
                <a:cubicBezTo>
                  <a:pt x="56" y="20"/>
                  <a:pt x="59" y="18"/>
                  <a:pt x="62" y="17"/>
                </a:cubicBezTo>
                <a:cubicBezTo>
                  <a:pt x="65" y="16"/>
                  <a:pt x="69" y="15"/>
                  <a:pt x="72" y="15"/>
                </a:cubicBezTo>
                <a:cubicBezTo>
                  <a:pt x="77" y="15"/>
                  <a:pt x="81" y="16"/>
                  <a:pt x="84" y="18"/>
                </a:cubicBezTo>
                <a:cubicBezTo>
                  <a:pt x="88" y="19"/>
                  <a:pt x="91" y="21"/>
                  <a:pt x="94" y="24"/>
                </a:cubicBezTo>
                <a:cubicBezTo>
                  <a:pt x="97" y="27"/>
                  <a:pt x="99" y="30"/>
                  <a:pt x="101" y="34"/>
                </a:cubicBezTo>
                <a:cubicBezTo>
                  <a:pt x="102" y="38"/>
                  <a:pt x="103" y="42"/>
                  <a:pt x="103" y="46"/>
                </a:cubicBezTo>
                <a:cubicBezTo>
                  <a:pt x="103" y="50"/>
                  <a:pt x="102" y="54"/>
                  <a:pt x="101" y="58"/>
                </a:cubicBezTo>
                <a:cubicBezTo>
                  <a:pt x="99" y="61"/>
                  <a:pt x="97" y="65"/>
                  <a:pt x="94" y="67"/>
                </a:cubicBezTo>
                <a:cubicBezTo>
                  <a:pt x="91" y="70"/>
                  <a:pt x="88" y="72"/>
                  <a:pt x="84" y="74"/>
                </a:cubicBezTo>
                <a:cubicBezTo>
                  <a:pt x="81" y="76"/>
                  <a:pt x="77" y="76"/>
                  <a:pt x="72" y="76"/>
                </a:cubicBezTo>
                <a:cubicBezTo>
                  <a:pt x="69" y="76"/>
                  <a:pt x="65" y="76"/>
                  <a:pt x="62" y="75"/>
                </a:cubicBezTo>
                <a:close/>
                <a:moveTo>
                  <a:pt x="185" y="68"/>
                </a:moveTo>
                <a:cubicBezTo>
                  <a:pt x="182" y="73"/>
                  <a:pt x="179" y="77"/>
                  <a:pt x="175" y="80"/>
                </a:cubicBezTo>
                <a:cubicBezTo>
                  <a:pt x="171" y="84"/>
                  <a:pt x="167" y="86"/>
                  <a:pt x="161" y="88"/>
                </a:cubicBezTo>
                <a:cubicBezTo>
                  <a:pt x="156" y="90"/>
                  <a:pt x="151" y="91"/>
                  <a:pt x="145" y="91"/>
                </a:cubicBezTo>
                <a:cubicBezTo>
                  <a:pt x="139" y="91"/>
                  <a:pt x="133" y="90"/>
                  <a:pt x="128" y="88"/>
                </a:cubicBezTo>
                <a:cubicBezTo>
                  <a:pt x="122" y="86"/>
                  <a:pt x="118" y="82"/>
                  <a:pt x="113" y="78"/>
                </a:cubicBezTo>
                <a:cubicBezTo>
                  <a:pt x="124" y="68"/>
                  <a:pt x="124" y="68"/>
                  <a:pt x="124" y="68"/>
                </a:cubicBezTo>
                <a:cubicBezTo>
                  <a:pt x="127" y="70"/>
                  <a:pt x="130" y="73"/>
                  <a:pt x="134" y="74"/>
                </a:cubicBezTo>
                <a:cubicBezTo>
                  <a:pt x="137" y="76"/>
                  <a:pt x="141" y="76"/>
                  <a:pt x="145" y="76"/>
                </a:cubicBezTo>
                <a:cubicBezTo>
                  <a:pt x="150" y="76"/>
                  <a:pt x="154" y="76"/>
                  <a:pt x="157" y="74"/>
                </a:cubicBezTo>
                <a:cubicBezTo>
                  <a:pt x="161" y="72"/>
                  <a:pt x="164" y="70"/>
                  <a:pt x="167" y="67"/>
                </a:cubicBezTo>
                <a:cubicBezTo>
                  <a:pt x="170" y="65"/>
                  <a:pt x="172" y="61"/>
                  <a:pt x="174" y="58"/>
                </a:cubicBezTo>
                <a:cubicBezTo>
                  <a:pt x="175" y="54"/>
                  <a:pt x="176" y="50"/>
                  <a:pt x="176" y="46"/>
                </a:cubicBezTo>
                <a:cubicBezTo>
                  <a:pt x="176" y="42"/>
                  <a:pt x="175" y="38"/>
                  <a:pt x="174" y="34"/>
                </a:cubicBezTo>
                <a:cubicBezTo>
                  <a:pt x="172" y="30"/>
                  <a:pt x="170" y="27"/>
                  <a:pt x="167" y="24"/>
                </a:cubicBezTo>
                <a:cubicBezTo>
                  <a:pt x="164" y="21"/>
                  <a:pt x="161" y="19"/>
                  <a:pt x="157" y="18"/>
                </a:cubicBezTo>
                <a:cubicBezTo>
                  <a:pt x="154" y="16"/>
                  <a:pt x="150" y="15"/>
                  <a:pt x="145" y="15"/>
                </a:cubicBezTo>
                <a:cubicBezTo>
                  <a:pt x="141" y="15"/>
                  <a:pt x="137" y="16"/>
                  <a:pt x="133" y="18"/>
                </a:cubicBezTo>
                <a:cubicBezTo>
                  <a:pt x="130" y="19"/>
                  <a:pt x="126" y="21"/>
                  <a:pt x="124" y="24"/>
                </a:cubicBezTo>
                <a:cubicBezTo>
                  <a:pt x="113" y="14"/>
                  <a:pt x="113" y="14"/>
                  <a:pt x="113" y="14"/>
                </a:cubicBezTo>
                <a:cubicBezTo>
                  <a:pt x="117" y="10"/>
                  <a:pt x="122" y="6"/>
                  <a:pt x="128" y="4"/>
                </a:cubicBezTo>
                <a:cubicBezTo>
                  <a:pt x="133" y="1"/>
                  <a:pt x="139" y="0"/>
                  <a:pt x="145" y="0"/>
                </a:cubicBezTo>
                <a:cubicBezTo>
                  <a:pt x="151" y="0"/>
                  <a:pt x="157" y="1"/>
                  <a:pt x="162" y="3"/>
                </a:cubicBezTo>
                <a:cubicBezTo>
                  <a:pt x="167" y="5"/>
                  <a:pt x="171" y="8"/>
                  <a:pt x="175" y="11"/>
                </a:cubicBezTo>
                <a:cubicBezTo>
                  <a:pt x="179" y="15"/>
                  <a:pt x="183" y="19"/>
                  <a:pt x="185" y="24"/>
                </a:cubicBezTo>
                <a:cubicBezTo>
                  <a:pt x="188" y="29"/>
                  <a:pt x="190" y="34"/>
                  <a:pt x="191" y="39"/>
                </a:cubicBezTo>
                <a:cubicBezTo>
                  <a:pt x="229" y="39"/>
                  <a:pt x="229" y="39"/>
                  <a:pt x="229" y="39"/>
                </a:cubicBezTo>
                <a:cubicBezTo>
                  <a:pt x="229" y="53"/>
                  <a:pt x="229" y="53"/>
                  <a:pt x="229" y="53"/>
                </a:cubicBezTo>
                <a:cubicBezTo>
                  <a:pt x="190" y="53"/>
                  <a:pt x="190" y="53"/>
                  <a:pt x="190" y="53"/>
                </a:cubicBezTo>
                <a:cubicBezTo>
                  <a:pt x="189" y="59"/>
                  <a:pt x="188" y="64"/>
                  <a:pt x="185" y="68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13" name="Freeform 115"/>
          <p:cNvSpPr>
            <a:spLocks noEditPoints="1"/>
          </p:cNvSpPr>
          <p:nvPr/>
        </p:nvSpPr>
        <p:spPr bwMode="auto">
          <a:xfrm>
            <a:off x="11055175" y="3931633"/>
            <a:ext cx="334444" cy="199799"/>
          </a:xfrm>
          <a:custGeom>
            <a:avLst/>
            <a:gdLst>
              <a:gd name="T0" fmla="*/ 188 w 233"/>
              <a:gd name="T1" fmla="*/ 74 h 139"/>
              <a:gd name="T2" fmla="*/ 125 w 233"/>
              <a:gd name="T3" fmla="*/ 91 h 139"/>
              <a:gd name="T4" fmla="*/ 97 w 233"/>
              <a:gd name="T5" fmla="*/ 81 h 139"/>
              <a:gd name="T6" fmla="*/ 81 w 233"/>
              <a:gd name="T7" fmla="*/ 97 h 139"/>
              <a:gd name="T8" fmla="*/ 91 w 233"/>
              <a:gd name="T9" fmla="*/ 126 h 139"/>
              <a:gd name="T10" fmla="*/ 61 w 233"/>
              <a:gd name="T11" fmla="*/ 138 h 139"/>
              <a:gd name="T12" fmla="*/ 48 w 233"/>
              <a:gd name="T13" fmla="*/ 108 h 139"/>
              <a:gd name="T14" fmla="*/ 67 w 233"/>
              <a:gd name="T15" fmla="*/ 74 h 139"/>
              <a:gd name="T16" fmla="*/ 31 w 233"/>
              <a:gd name="T17" fmla="*/ 91 h 139"/>
              <a:gd name="T18" fmla="*/ 2 w 233"/>
              <a:gd name="T19" fmla="*/ 79 h 139"/>
              <a:gd name="T20" fmla="*/ 14 w 233"/>
              <a:gd name="T21" fmla="*/ 49 h 139"/>
              <a:gd name="T22" fmla="*/ 43 w 233"/>
              <a:gd name="T23" fmla="*/ 59 h 139"/>
              <a:gd name="T24" fmla="*/ 102 w 233"/>
              <a:gd name="T25" fmla="*/ 53 h 139"/>
              <a:gd name="T26" fmla="*/ 132 w 233"/>
              <a:gd name="T27" fmla="*/ 53 h 139"/>
              <a:gd name="T28" fmla="*/ 160 w 233"/>
              <a:gd name="T29" fmla="*/ 46 h 139"/>
              <a:gd name="T30" fmla="*/ 141 w 233"/>
              <a:gd name="T31" fmla="*/ 23 h 139"/>
              <a:gd name="T32" fmla="*/ 164 w 233"/>
              <a:gd name="T33" fmla="*/ 0 h 139"/>
              <a:gd name="T34" fmla="*/ 187 w 233"/>
              <a:gd name="T35" fmla="*/ 23 h 139"/>
              <a:gd name="T36" fmla="*/ 167 w 233"/>
              <a:gd name="T37" fmla="*/ 46 h 139"/>
              <a:gd name="T38" fmla="*/ 196 w 233"/>
              <a:gd name="T39" fmla="*/ 53 h 139"/>
              <a:gd name="T40" fmla="*/ 227 w 233"/>
              <a:gd name="T41" fmla="*/ 54 h 139"/>
              <a:gd name="T42" fmla="*/ 227 w 233"/>
              <a:gd name="T43" fmla="*/ 86 h 139"/>
              <a:gd name="T44" fmla="*/ 17 w 233"/>
              <a:gd name="T45" fmla="*/ 56 h 139"/>
              <a:gd name="T46" fmla="*/ 9 w 233"/>
              <a:gd name="T47" fmla="*/ 76 h 139"/>
              <a:gd name="T48" fmla="*/ 29 w 233"/>
              <a:gd name="T49" fmla="*/ 84 h 139"/>
              <a:gd name="T50" fmla="*/ 37 w 233"/>
              <a:gd name="T51" fmla="*/ 64 h 139"/>
              <a:gd name="T52" fmla="*/ 17 w 233"/>
              <a:gd name="T53" fmla="*/ 56 h 139"/>
              <a:gd name="T54" fmla="*/ 70 w 233"/>
              <a:gd name="T55" fmla="*/ 132 h 139"/>
              <a:gd name="T56" fmla="*/ 85 w 233"/>
              <a:gd name="T57" fmla="*/ 117 h 139"/>
              <a:gd name="T58" fmla="*/ 70 w 233"/>
              <a:gd name="T59" fmla="*/ 101 h 139"/>
              <a:gd name="T60" fmla="*/ 54 w 233"/>
              <a:gd name="T61" fmla="*/ 117 h 139"/>
              <a:gd name="T62" fmla="*/ 56 w 233"/>
              <a:gd name="T63" fmla="*/ 29 h 139"/>
              <a:gd name="T64" fmla="*/ 64 w 233"/>
              <a:gd name="T65" fmla="*/ 9 h 139"/>
              <a:gd name="T66" fmla="*/ 84 w 233"/>
              <a:gd name="T67" fmla="*/ 17 h 139"/>
              <a:gd name="T68" fmla="*/ 76 w 233"/>
              <a:gd name="T69" fmla="*/ 37 h 139"/>
              <a:gd name="T70" fmla="*/ 106 w 233"/>
              <a:gd name="T71" fmla="*/ 59 h 139"/>
              <a:gd name="T72" fmla="*/ 106 w 233"/>
              <a:gd name="T73" fmla="*/ 81 h 139"/>
              <a:gd name="T74" fmla="*/ 128 w 233"/>
              <a:gd name="T75" fmla="*/ 81 h 139"/>
              <a:gd name="T76" fmla="*/ 128 w 233"/>
              <a:gd name="T77" fmla="*/ 59 h 139"/>
              <a:gd name="T78" fmla="*/ 178 w 233"/>
              <a:gd name="T79" fmla="*/ 17 h 139"/>
              <a:gd name="T80" fmla="*/ 158 w 233"/>
              <a:gd name="T81" fmla="*/ 9 h 139"/>
              <a:gd name="T82" fmla="*/ 150 w 233"/>
              <a:gd name="T83" fmla="*/ 29 h 139"/>
              <a:gd name="T84" fmla="*/ 170 w 233"/>
              <a:gd name="T85" fmla="*/ 37 h 139"/>
              <a:gd name="T86" fmla="*/ 178 w 233"/>
              <a:gd name="T87" fmla="*/ 17 h 139"/>
              <a:gd name="T88" fmla="*/ 179 w 233"/>
              <a:gd name="T89" fmla="*/ 117 h 139"/>
              <a:gd name="T90" fmla="*/ 164 w 233"/>
              <a:gd name="T91" fmla="*/ 132 h 139"/>
              <a:gd name="T92" fmla="*/ 148 w 233"/>
              <a:gd name="T93" fmla="*/ 117 h 139"/>
              <a:gd name="T94" fmla="*/ 164 w 233"/>
              <a:gd name="T95" fmla="*/ 101 h 139"/>
              <a:gd name="T96" fmla="*/ 197 w 233"/>
              <a:gd name="T97" fmla="*/ 64 h 139"/>
              <a:gd name="T98" fmla="*/ 205 w 233"/>
              <a:gd name="T99" fmla="*/ 84 h 139"/>
              <a:gd name="T100" fmla="*/ 225 w 233"/>
              <a:gd name="T101" fmla="*/ 76 h 139"/>
              <a:gd name="T102" fmla="*/ 217 w 233"/>
              <a:gd name="T103" fmla="*/ 56 h 1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233" h="139">
                <a:moveTo>
                  <a:pt x="203" y="91"/>
                </a:moveTo>
                <a:cubicBezTo>
                  <a:pt x="200" y="90"/>
                  <a:pt x="198" y="89"/>
                  <a:pt x="196" y="87"/>
                </a:cubicBezTo>
                <a:cubicBezTo>
                  <a:pt x="194" y="86"/>
                  <a:pt x="192" y="83"/>
                  <a:pt x="191" y="81"/>
                </a:cubicBezTo>
                <a:cubicBezTo>
                  <a:pt x="189" y="79"/>
                  <a:pt x="189" y="76"/>
                  <a:pt x="188" y="74"/>
                </a:cubicBezTo>
                <a:cubicBezTo>
                  <a:pt x="139" y="74"/>
                  <a:pt x="139" y="74"/>
                  <a:pt x="139" y="74"/>
                </a:cubicBezTo>
                <a:cubicBezTo>
                  <a:pt x="139" y="76"/>
                  <a:pt x="138" y="79"/>
                  <a:pt x="137" y="81"/>
                </a:cubicBezTo>
                <a:cubicBezTo>
                  <a:pt x="135" y="83"/>
                  <a:pt x="134" y="86"/>
                  <a:pt x="132" y="87"/>
                </a:cubicBezTo>
                <a:cubicBezTo>
                  <a:pt x="130" y="89"/>
                  <a:pt x="127" y="90"/>
                  <a:pt x="125" y="91"/>
                </a:cubicBezTo>
                <a:cubicBezTo>
                  <a:pt x="122" y="92"/>
                  <a:pt x="120" y="93"/>
                  <a:pt x="117" y="93"/>
                </a:cubicBezTo>
                <a:cubicBezTo>
                  <a:pt x="114" y="93"/>
                  <a:pt x="112" y="92"/>
                  <a:pt x="109" y="91"/>
                </a:cubicBezTo>
                <a:cubicBezTo>
                  <a:pt x="106" y="90"/>
                  <a:pt x="104" y="89"/>
                  <a:pt x="102" y="87"/>
                </a:cubicBezTo>
                <a:cubicBezTo>
                  <a:pt x="100" y="86"/>
                  <a:pt x="99" y="83"/>
                  <a:pt x="97" y="81"/>
                </a:cubicBezTo>
                <a:cubicBezTo>
                  <a:pt x="96" y="79"/>
                  <a:pt x="95" y="76"/>
                  <a:pt x="95" y="74"/>
                </a:cubicBezTo>
                <a:cubicBezTo>
                  <a:pt x="74" y="74"/>
                  <a:pt x="74" y="74"/>
                  <a:pt x="74" y="74"/>
                </a:cubicBezTo>
                <a:cubicBezTo>
                  <a:pt x="74" y="94"/>
                  <a:pt x="74" y="94"/>
                  <a:pt x="74" y="94"/>
                </a:cubicBezTo>
                <a:cubicBezTo>
                  <a:pt x="76" y="95"/>
                  <a:pt x="79" y="96"/>
                  <a:pt x="81" y="97"/>
                </a:cubicBezTo>
                <a:cubicBezTo>
                  <a:pt x="83" y="98"/>
                  <a:pt x="85" y="100"/>
                  <a:pt x="87" y="102"/>
                </a:cubicBezTo>
                <a:cubicBezTo>
                  <a:pt x="89" y="104"/>
                  <a:pt x="90" y="106"/>
                  <a:pt x="91" y="109"/>
                </a:cubicBezTo>
                <a:cubicBezTo>
                  <a:pt x="92" y="111"/>
                  <a:pt x="92" y="114"/>
                  <a:pt x="92" y="117"/>
                </a:cubicBezTo>
                <a:cubicBezTo>
                  <a:pt x="92" y="120"/>
                  <a:pt x="92" y="123"/>
                  <a:pt x="91" y="126"/>
                </a:cubicBezTo>
                <a:cubicBezTo>
                  <a:pt x="89" y="128"/>
                  <a:pt x="88" y="131"/>
                  <a:pt x="86" y="133"/>
                </a:cubicBezTo>
                <a:cubicBezTo>
                  <a:pt x="84" y="135"/>
                  <a:pt x="81" y="137"/>
                  <a:pt x="78" y="138"/>
                </a:cubicBezTo>
                <a:cubicBezTo>
                  <a:pt x="76" y="139"/>
                  <a:pt x="73" y="139"/>
                  <a:pt x="70" y="139"/>
                </a:cubicBezTo>
                <a:cubicBezTo>
                  <a:pt x="66" y="139"/>
                  <a:pt x="63" y="139"/>
                  <a:pt x="61" y="138"/>
                </a:cubicBezTo>
                <a:cubicBezTo>
                  <a:pt x="58" y="137"/>
                  <a:pt x="56" y="135"/>
                  <a:pt x="53" y="133"/>
                </a:cubicBezTo>
                <a:cubicBezTo>
                  <a:pt x="51" y="131"/>
                  <a:pt x="50" y="128"/>
                  <a:pt x="49" y="126"/>
                </a:cubicBezTo>
                <a:cubicBezTo>
                  <a:pt x="47" y="123"/>
                  <a:pt x="47" y="120"/>
                  <a:pt x="47" y="117"/>
                </a:cubicBezTo>
                <a:cubicBezTo>
                  <a:pt x="47" y="114"/>
                  <a:pt x="47" y="111"/>
                  <a:pt x="48" y="108"/>
                </a:cubicBezTo>
                <a:cubicBezTo>
                  <a:pt x="49" y="106"/>
                  <a:pt x="51" y="104"/>
                  <a:pt x="53" y="102"/>
                </a:cubicBezTo>
                <a:cubicBezTo>
                  <a:pt x="54" y="100"/>
                  <a:pt x="57" y="98"/>
                  <a:pt x="59" y="97"/>
                </a:cubicBezTo>
                <a:cubicBezTo>
                  <a:pt x="61" y="95"/>
                  <a:pt x="64" y="94"/>
                  <a:pt x="67" y="94"/>
                </a:cubicBezTo>
                <a:cubicBezTo>
                  <a:pt x="67" y="74"/>
                  <a:pt x="67" y="74"/>
                  <a:pt x="67" y="74"/>
                </a:cubicBezTo>
                <a:cubicBezTo>
                  <a:pt x="45" y="74"/>
                  <a:pt x="45" y="74"/>
                  <a:pt x="45" y="74"/>
                </a:cubicBezTo>
                <a:cubicBezTo>
                  <a:pt x="45" y="76"/>
                  <a:pt x="44" y="79"/>
                  <a:pt x="43" y="81"/>
                </a:cubicBezTo>
                <a:cubicBezTo>
                  <a:pt x="41" y="83"/>
                  <a:pt x="40" y="86"/>
                  <a:pt x="38" y="87"/>
                </a:cubicBezTo>
                <a:cubicBezTo>
                  <a:pt x="36" y="89"/>
                  <a:pt x="33" y="90"/>
                  <a:pt x="31" y="91"/>
                </a:cubicBezTo>
                <a:cubicBezTo>
                  <a:pt x="28" y="92"/>
                  <a:pt x="26" y="93"/>
                  <a:pt x="23" y="93"/>
                </a:cubicBezTo>
                <a:cubicBezTo>
                  <a:pt x="20" y="93"/>
                  <a:pt x="17" y="92"/>
                  <a:pt x="14" y="91"/>
                </a:cubicBezTo>
                <a:cubicBezTo>
                  <a:pt x="11" y="90"/>
                  <a:pt x="9" y="88"/>
                  <a:pt x="7" y="86"/>
                </a:cubicBezTo>
                <a:cubicBezTo>
                  <a:pt x="5" y="84"/>
                  <a:pt x="3" y="82"/>
                  <a:pt x="2" y="79"/>
                </a:cubicBezTo>
                <a:cubicBezTo>
                  <a:pt x="1" y="76"/>
                  <a:pt x="0" y="73"/>
                  <a:pt x="0" y="70"/>
                </a:cubicBezTo>
                <a:cubicBezTo>
                  <a:pt x="0" y="67"/>
                  <a:pt x="1" y="64"/>
                  <a:pt x="2" y="61"/>
                </a:cubicBezTo>
                <a:cubicBezTo>
                  <a:pt x="3" y="58"/>
                  <a:pt x="5" y="56"/>
                  <a:pt x="7" y="54"/>
                </a:cubicBezTo>
                <a:cubicBezTo>
                  <a:pt x="9" y="52"/>
                  <a:pt x="11" y="50"/>
                  <a:pt x="14" y="49"/>
                </a:cubicBezTo>
                <a:cubicBezTo>
                  <a:pt x="17" y="48"/>
                  <a:pt x="20" y="47"/>
                  <a:pt x="23" y="47"/>
                </a:cubicBezTo>
                <a:cubicBezTo>
                  <a:pt x="26" y="47"/>
                  <a:pt x="28" y="48"/>
                  <a:pt x="31" y="49"/>
                </a:cubicBezTo>
                <a:cubicBezTo>
                  <a:pt x="33" y="50"/>
                  <a:pt x="36" y="51"/>
                  <a:pt x="38" y="53"/>
                </a:cubicBezTo>
                <a:cubicBezTo>
                  <a:pt x="40" y="55"/>
                  <a:pt x="41" y="57"/>
                  <a:pt x="43" y="59"/>
                </a:cubicBezTo>
                <a:cubicBezTo>
                  <a:pt x="44" y="61"/>
                  <a:pt x="45" y="64"/>
                  <a:pt x="45" y="67"/>
                </a:cubicBezTo>
                <a:cubicBezTo>
                  <a:pt x="95" y="67"/>
                  <a:pt x="95" y="67"/>
                  <a:pt x="95" y="67"/>
                </a:cubicBezTo>
                <a:cubicBezTo>
                  <a:pt x="95" y="64"/>
                  <a:pt x="96" y="61"/>
                  <a:pt x="97" y="59"/>
                </a:cubicBezTo>
                <a:cubicBezTo>
                  <a:pt x="98" y="57"/>
                  <a:pt x="100" y="55"/>
                  <a:pt x="102" y="53"/>
                </a:cubicBezTo>
                <a:cubicBezTo>
                  <a:pt x="104" y="51"/>
                  <a:pt x="106" y="50"/>
                  <a:pt x="109" y="49"/>
                </a:cubicBezTo>
                <a:cubicBezTo>
                  <a:pt x="111" y="48"/>
                  <a:pt x="114" y="47"/>
                  <a:pt x="117" y="47"/>
                </a:cubicBezTo>
                <a:cubicBezTo>
                  <a:pt x="120" y="47"/>
                  <a:pt x="123" y="48"/>
                  <a:pt x="125" y="49"/>
                </a:cubicBezTo>
                <a:cubicBezTo>
                  <a:pt x="128" y="50"/>
                  <a:pt x="130" y="51"/>
                  <a:pt x="132" y="53"/>
                </a:cubicBezTo>
                <a:cubicBezTo>
                  <a:pt x="134" y="55"/>
                  <a:pt x="136" y="57"/>
                  <a:pt x="137" y="59"/>
                </a:cubicBezTo>
                <a:cubicBezTo>
                  <a:pt x="138" y="61"/>
                  <a:pt x="139" y="64"/>
                  <a:pt x="139" y="67"/>
                </a:cubicBezTo>
                <a:cubicBezTo>
                  <a:pt x="160" y="67"/>
                  <a:pt x="160" y="67"/>
                  <a:pt x="160" y="67"/>
                </a:cubicBezTo>
                <a:cubicBezTo>
                  <a:pt x="160" y="46"/>
                  <a:pt x="160" y="46"/>
                  <a:pt x="160" y="46"/>
                </a:cubicBezTo>
                <a:cubicBezTo>
                  <a:pt x="158" y="45"/>
                  <a:pt x="155" y="44"/>
                  <a:pt x="153" y="43"/>
                </a:cubicBezTo>
                <a:cubicBezTo>
                  <a:pt x="150" y="42"/>
                  <a:pt x="148" y="40"/>
                  <a:pt x="147" y="38"/>
                </a:cubicBezTo>
                <a:cubicBezTo>
                  <a:pt x="145" y="36"/>
                  <a:pt x="143" y="34"/>
                  <a:pt x="143" y="31"/>
                </a:cubicBezTo>
                <a:cubicBezTo>
                  <a:pt x="142" y="29"/>
                  <a:pt x="141" y="26"/>
                  <a:pt x="141" y="23"/>
                </a:cubicBezTo>
                <a:cubicBezTo>
                  <a:pt x="141" y="20"/>
                  <a:pt x="142" y="17"/>
                  <a:pt x="143" y="14"/>
                </a:cubicBezTo>
                <a:cubicBezTo>
                  <a:pt x="144" y="12"/>
                  <a:pt x="146" y="9"/>
                  <a:pt x="148" y="7"/>
                </a:cubicBezTo>
                <a:cubicBezTo>
                  <a:pt x="150" y="5"/>
                  <a:pt x="152" y="3"/>
                  <a:pt x="155" y="2"/>
                </a:cubicBezTo>
                <a:cubicBezTo>
                  <a:pt x="158" y="1"/>
                  <a:pt x="161" y="0"/>
                  <a:pt x="164" y="0"/>
                </a:cubicBezTo>
                <a:cubicBezTo>
                  <a:pt x="167" y="0"/>
                  <a:pt x="170" y="1"/>
                  <a:pt x="173" y="2"/>
                </a:cubicBezTo>
                <a:cubicBezTo>
                  <a:pt x="175" y="3"/>
                  <a:pt x="178" y="5"/>
                  <a:pt x="180" y="7"/>
                </a:cubicBezTo>
                <a:cubicBezTo>
                  <a:pt x="182" y="9"/>
                  <a:pt x="184" y="12"/>
                  <a:pt x="185" y="14"/>
                </a:cubicBezTo>
                <a:cubicBezTo>
                  <a:pt x="186" y="17"/>
                  <a:pt x="187" y="20"/>
                  <a:pt x="187" y="23"/>
                </a:cubicBezTo>
                <a:cubicBezTo>
                  <a:pt x="187" y="26"/>
                  <a:pt x="186" y="29"/>
                  <a:pt x="185" y="31"/>
                </a:cubicBezTo>
                <a:cubicBezTo>
                  <a:pt x="184" y="34"/>
                  <a:pt x="183" y="36"/>
                  <a:pt x="181" y="38"/>
                </a:cubicBezTo>
                <a:cubicBezTo>
                  <a:pt x="179" y="40"/>
                  <a:pt x="177" y="42"/>
                  <a:pt x="175" y="43"/>
                </a:cubicBezTo>
                <a:cubicBezTo>
                  <a:pt x="173" y="44"/>
                  <a:pt x="170" y="45"/>
                  <a:pt x="167" y="46"/>
                </a:cubicBezTo>
                <a:cubicBezTo>
                  <a:pt x="167" y="67"/>
                  <a:pt x="167" y="67"/>
                  <a:pt x="167" y="67"/>
                </a:cubicBezTo>
                <a:cubicBezTo>
                  <a:pt x="188" y="67"/>
                  <a:pt x="188" y="67"/>
                  <a:pt x="188" y="67"/>
                </a:cubicBezTo>
                <a:cubicBezTo>
                  <a:pt x="188" y="64"/>
                  <a:pt x="189" y="61"/>
                  <a:pt x="191" y="59"/>
                </a:cubicBezTo>
                <a:cubicBezTo>
                  <a:pt x="192" y="57"/>
                  <a:pt x="194" y="55"/>
                  <a:pt x="196" y="53"/>
                </a:cubicBezTo>
                <a:cubicBezTo>
                  <a:pt x="198" y="51"/>
                  <a:pt x="200" y="50"/>
                  <a:pt x="202" y="49"/>
                </a:cubicBezTo>
                <a:cubicBezTo>
                  <a:pt x="205" y="48"/>
                  <a:pt x="208" y="47"/>
                  <a:pt x="211" y="47"/>
                </a:cubicBezTo>
                <a:cubicBezTo>
                  <a:pt x="214" y="47"/>
                  <a:pt x="217" y="48"/>
                  <a:pt x="219" y="49"/>
                </a:cubicBezTo>
                <a:cubicBezTo>
                  <a:pt x="222" y="50"/>
                  <a:pt x="225" y="52"/>
                  <a:pt x="227" y="54"/>
                </a:cubicBezTo>
                <a:cubicBezTo>
                  <a:pt x="229" y="56"/>
                  <a:pt x="230" y="58"/>
                  <a:pt x="232" y="61"/>
                </a:cubicBezTo>
                <a:cubicBezTo>
                  <a:pt x="233" y="64"/>
                  <a:pt x="233" y="67"/>
                  <a:pt x="233" y="70"/>
                </a:cubicBezTo>
                <a:cubicBezTo>
                  <a:pt x="233" y="73"/>
                  <a:pt x="233" y="76"/>
                  <a:pt x="232" y="79"/>
                </a:cubicBezTo>
                <a:cubicBezTo>
                  <a:pt x="230" y="82"/>
                  <a:pt x="229" y="84"/>
                  <a:pt x="227" y="86"/>
                </a:cubicBezTo>
                <a:cubicBezTo>
                  <a:pt x="225" y="88"/>
                  <a:pt x="222" y="90"/>
                  <a:pt x="219" y="91"/>
                </a:cubicBezTo>
                <a:cubicBezTo>
                  <a:pt x="217" y="92"/>
                  <a:pt x="214" y="93"/>
                  <a:pt x="211" y="93"/>
                </a:cubicBezTo>
                <a:cubicBezTo>
                  <a:pt x="208" y="93"/>
                  <a:pt x="205" y="92"/>
                  <a:pt x="203" y="91"/>
                </a:cubicBezTo>
                <a:close/>
                <a:moveTo>
                  <a:pt x="17" y="56"/>
                </a:moveTo>
                <a:cubicBezTo>
                  <a:pt x="15" y="57"/>
                  <a:pt x="13" y="58"/>
                  <a:pt x="12" y="59"/>
                </a:cubicBezTo>
                <a:cubicBezTo>
                  <a:pt x="11" y="61"/>
                  <a:pt x="10" y="62"/>
                  <a:pt x="9" y="64"/>
                </a:cubicBezTo>
                <a:cubicBezTo>
                  <a:pt x="8" y="66"/>
                  <a:pt x="7" y="68"/>
                  <a:pt x="7" y="70"/>
                </a:cubicBezTo>
                <a:cubicBezTo>
                  <a:pt x="7" y="72"/>
                  <a:pt x="8" y="74"/>
                  <a:pt x="9" y="76"/>
                </a:cubicBezTo>
                <a:cubicBezTo>
                  <a:pt x="10" y="78"/>
                  <a:pt x="11" y="79"/>
                  <a:pt x="12" y="81"/>
                </a:cubicBezTo>
                <a:cubicBezTo>
                  <a:pt x="13" y="82"/>
                  <a:pt x="15" y="83"/>
                  <a:pt x="17" y="84"/>
                </a:cubicBezTo>
                <a:cubicBezTo>
                  <a:pt x="19" y="85"/>
                  <a:pt x="21" y="85"/>
                  <a:pt x="23" y="85"/>
                </a:cubicBezTo>
                <a:cubicBezTo>
                  <a:pt x="25" y="85"/>
                  <a:pt x="27" y="85"/>
                  <a:pt x="29" y="84"/>
                </a:cubicBezTo>
                <a:cubicBezTo>
                  <a:pt x="31" y="83"/>
                  <a:pt x="32" y="82"/>
                  <a:pt x="34" y="81"/>
                </a:cubicBezTo>
                <a:cubicBezTo>
                  <a:pt x="35" y="79"/>
                  <a:pt x="36" y="78"/>
                  <a:pt x="37" y="76"/>
                </a:cubicBezTo>
                <a:cubicBezTo>
                  <a:pt x="38" y="74"/>
                  <a:pt x="38" y="72"/>
                  <a:pt x="38" y="70"/>
                </a:cubicBezTo>
                <a:cubicBezTo>
                  <a:pt x="38" y="68"/>
                  <a:pt x="38" y="66"/>
                  <a:pt x="37" y="64"/>
                </a:cubicBezTo>
                <a:cubicBezTo>
                  <a:pt x="36" y="62"/>
                  <a:pt x="35" y="61"/>
                  <a:pt x="34" y="59"/>
                </a:cubicBezTo>
                <a:cubicBezTo>
                  <a:pt x="32" y="58"/>
                  <a:pt x="31" y="57"/>
                  <a:pt x="29" y="56"/>
                </a:cubicBezTo>
                <a:cubicBezTo>
                  <a:pt x="27" y="55"/>
                  <a:pt x="25" y="55"/>
                  <a:pt x="23" y="55"/>
                </a:cubicBezTo>
                <a:cubicBezTo>
                  <a:pt x="21" y="55"/>
                  <a:pt x="19" y="55"/>
                  <a:pt x="17" y="56"/>
                </a:cubicBezTo>
                <a:close/>
                <a:moveTo>
                  <a:pt x="56" y="123"/>
                </a:moveTo>
                <a:cubicBezTo>
                  <a:pt x="56" y="124"/>
                  <a:pt x="57" y="126"/>
                  <a:pt x="59" y="127"/>
                </a:cubicBezTo>
                <a:cubicBezTo>
                  <a:pt x="60" y="129"/>
                  <a:pt x="62" y="130"/>
                  <a:pt x="64" y="131"/>
                </a:cubicBezTo>
                <a:cubicBezTo>
                  <a:pt x="65" y="132"/>
                  <a:pt x="67" y="132"/>
                  <a:pt x="70" y="132"/>
                </a:cubicBezTo>
                <a:cubicBezTo>
                  <a:pt x="72" y="132"/>
                  <a:pt x="74" y="132"/>
                  <a:pt x="75" y="131"/>
                </a:cubicBezTo>
                <a:cubicBezTo>
                  <a:pt x="77" y="130"/>
                  <a:pt x="79" y="129"/>
                  <a:pt x="80" y="127"/>
                </a:cubicBezTo>
                <a:cubicBezTo>
                  <a:pt x="82" y="126"/>
                  <a:pt x="83" y="124"/>
                  <a:pt x="84" y="123"/>
                </a:cubicBezTo>
                <a:cubicBezTo>
                  <a:pt x="84" y="121"/>
                  <a:pt x="85" y="119"/>
                  <a:pt x="85" y="117"/>
                </a:cubicBezTo>
                <a:cubicBezTo>
                  <a:pt x="85" y="115"/>
                  <a:pt x="84" y="113"/>
                  <a:pt x="84" y="111"/>
                </a:cubicBezTo>
                <a:cubicBezTo>
                  <a:pt x="83" y="109"/>
                  <a:pt x="82" y="107"/>
                  <a:pt x="80" y="106"/>
                </a:cubicBezTo>
                <a:cubicBezTo>
                  <a:pt x="79" y="105"/>
                  <a:pt x="77" y="104"/>
                  <a:pt x="75" y="103"/>
                </a:cubicBezTo>
                <a:cubicBezTo>
                  <a:pt x="74" y="102"/>
                  <a:pt x="72" y="101"/>
                  <a:pt x="70" y="101"/>
                </a:cubicBezTo>
                <a:cubicBezTo>
                  <a:pt x="67" y="101"/>
                  <a:pt x="65" y="102"/>
                  <a:pt x="64" y="103"/>
                </a:cubicBezTo>
                <a:cubicBezTo>
                  <a:pt x="62" y="104"/>
                  <a:pt x="60" y="105"/>
                  <a:pt x="59" y="106"/>
                </a:cubicBezTo>
                <a:cubicBezTo>
                  <a:pt x="57" y="107"/>
                  <a:pt x="56" y="109"/>
                  <a:pt x="56" y="111"/>
                </a:cubicBezTo>
                <a:cubicBezTo>
                  <a:pt x="55" y="113"/>
                  <a:pt x="54" y="115"/>
                  <a:pt x="54" y="117"/>
                </a:cubicBezTo>
                <a:cubicBezTo>
                  <a:pt x="54" y="119"/>
                  <a:pt x="55" y="121"/>
                  <a:pt x="56" y="123"/>
                </a:cubicBezTo>
                <a:close/>
                <a:moveTo>
                  <a:pt x="64" y="37"/>
                </a:moveTo>
                <a:cubicBezTo>
                  <a:pt x="62" y="36"/>
                  <a:pt x="61" y="35"/>
                  <a:pt x="59" y="34"/>
                </a:cubicBezTo>
                <a:cubicBezTo>
                  <a:pt x="58" y="32"/>
                  <a:pt x="57" y="31"/>
                  <a:pt x="56" y="29"/>
                </a:cubicBezTo>
                <a:cubicBezTo>
                  <a:pt x="55" y="27"/>
                  <a:pt x="55" y="25"/>
                  <a:pt x="55" y="23"/>
                </a:cubicBezTo>
                <a:cubicBezTo>
                  <a:pt x="55" y="21"/>
                  <a:pt x="55" y="19"/>
                  <a:pt x="56" y="17"/>
                </a:cubicBezTo>
                <a:cubicBezTo>
                  <a:pt x="57" y="15"/>
                  <a:pt x="58" y="14"/>
                  <a:pt x="59" y="12"/>
                </a:cubicBezTo>
                <a:cubicBezTo>
                  <a:pt x="61" y="11"/>
                  <a:pt x="62" y="10"/>
                  <a:pt x="64" y="9"/>
                </a:cubicBezTo>
                <a:cubicBezTo>
                  <a:pt x="66" y="8"/>
                  <a:pt x="68" y="8"/>
                  <a:pt x="70" y="8"/>
                </a:cubicBezTo>
                <a:cubicBezTo>
                  <a:pt x="72" y="8"/>
                  <a:pt x="74" y="8"/>
                  <a:pt x="76" y="9"/>
                </a:cubicBezTo>
                <a:cubicBezTo>
                  <a:pt x="78" y="10"/>
                  <a:pt x="80" y="11"/>
                  <a:pt x="81" y="12"/>
                </a:cubicBezTo>
                <a:cubicBezTo>
                  <a:pt x="82" y="14"/>
                  <a:pt x="83" y="15"/>
                  <a:pt x="84" y="17"/>
                </a:cubicBezTo>
                <a:cubicBezTo>
                  <a:pt x="85" y="19"/>
                  <a:pt x="85" y="21"/>
                  <a:pt x="85" y="23"/>
                </a:cubicBezTo>
                <a:cubicBezTo>
                  <a:pt x="85" y="25"/>
                  <a:pt x="85" y="27"/>
                  <a:pt x="84" y="29"/>
                </a:cubicBezTo>
                <a:cubicBezTo>
                  <a:pt x="83" y="31"/>
                  <a:pt x="82" y="32"/>
                  <a:pt x="81" y="34"/>
                </a:cubicBezTo>
                <a:cubicBezTo>
                  <a:pt x="80" y="35"/>
                  <a:pt x="78" y="36"/>
                  <a:pt x="76" y="37"/>
                </a:cubicBezTo>
                <a:cubicBezTo>
                  <a:pt x="74" y="38"/>
                  <a:pt x="72" y="38"/>
                  <a:pt x="70" y="38"/>
                </a:cubicBezTo>
                <a:cubicBezTo>
                  <a:pt x="68" y="38"/>
                  <a:pt x="66" y="38"/>
                  <a:pt x="64" y="37"/>
                </a:cubicBezTo>
                <a:close/>
                <a:moveTo>
                  <a:pt x="111" y="56"/>
                </a:moveTo>
                <a:cubicBezTo>
                  <a:pt x="109" y="57"/>
                  <a:pt x="108" y="58"/>
                  <a:pt x="106" y="59"/>
                </a:cubicBezTo>
                <a:cubicBezTo>
                  <a:pt x="105" y="61"/>
                  <a:pt x="104" y="62"/>
                  <a:pt x="103" y="64"/>
                </a:cubicBezTo>
                <a:cubicBezTo>
                  <a:pt x="102" y="66"/>
                  <a:pt x="102" y="68"/>
                  <a:pt x="102" y="70"/>
                </a:cubicBezTo>
                <a:cubicBezTo>
                  <a:pt x="102" y="72"/>
                  <a:pt x="102" y="74"/>
                  <a:pt x="103" y="76"/>
                </a:cubicBezTo>
                <a:cubicBezTo>
                  <a:pt x="104" y="78"/>
                  <a:pt x="105" y="79"/>
                  <a:pt x="106" y="81"/>
                </a:cubicBezTo>
                <a:cubicBezTo>
                  <a:pt x="108" y="82"/>
                  <a:pt x="109" y="83"/>
                  <a:pt x="111" y="84"/>
                </a:cubicBezTo>
                <a:cubicBezTo>
                  <a:pt x="113" y="85"/>
                  <a:pt x="115" y="85"/>
                  <a:pt x="117" y="85"/>
                </a:cubicBezTo>
                <a:cubicBezTo>
                  <a:pt x="119" y="85"/>
                  <a:pt x="121" y="85"/>
                  <a:pt x="123" y="84"/>
                </a:cubicBezTo>
                <a:cubicBezTo>
                  <a:pt x="125" y="83"/>
                  <a:pt x="126" y="82"/>
                  <a:pt x="128" y="81"/>
                </a:cubicBezTo>
                <a:cubicBezTo>
                  <a:pt x="129" y="79"/>
                  <a:pt x="130" y="78"/>
                  <a:pt x="131" y="76"/>
                </a:cubicBezTo>
                <a:cubicBezTo>
                  <a:pt x="132" y="74"/>
                  <a:pt x="132" y="72"/>
                  <a:pt x="132" y="70"/>
                </a:cubicBezTo>
                <a:cubicBezTo>
                  <a:pt x="132" y="68"/>
                  <a:pt x="132" y="66"/>
                  <a:pt x="131" y="64"/>
                </a:cubicBezTo>
                <a:cubicBezTo>
                  <a:pt x="130" y="62"/>
                  <a:pt x="129" y="61"/>
                  <a:pt x="128" y="59"/>
                </a:cubicBezTo>
                <a:cubicBezTo>
                  <a:pt x="126" y="58"/>
                  <a:pt x="125" y="57"/>
                  <a:pt x="123" y="56"/>
                </a:cubicBezTo>
                <a:cubicBezTo>
                  <a:pt x="121" y="55"/>
                  <a:pt x="119" y="55"/>
                  <a:pt x="117" y="55"/>
                </a:cubicBezTo>
                <a:cubicBezTo>
                  <a:pt x="115" y="55"/>
                  <a:pt x="113" y="55"/>
                  <a:pt x="111" y="56"/>
                </a:cubicBezTo>
                <a:close/>
                <a:moveTo>
                  <a:pt x="178" y="17"/>
                </a:moveTo>
                <a:cubicBezTo>
                  <a:pt x="177" y="15"/>
                  <a:pt x="176" y="14"/>
                  <a:pt x="175" y="12"/>
                </a:cubicBezTo>
                <a:cubicBezTo>
                  <a:pt x="173" y="11"/>
                  <a:pt x="172" y="10"/>
                  <a:pt x="170" y="9"/>
                </a:cubicBezTo>
                <a:cubicBezTo>
                  <a:pt x="168" y="8"/>
                  <a:pt x="166" y="8"/>
                  <a:pt x="164" y="8"/>
                </a:cubicBezTo>
                <a:cubicBezTo>
                  <a:pt x="162" y="8"/>
                  <a:pt x="160" y="8"/>
                  <a:pt x="158" y="9"/>
                </a:cubicBezTo>
                <a:cubicBezTo>
                  <a:pt x="156" y="10"/>
                  <a:pt x="154" y="11"/>
                  <a:pt x="153" y="12"/>
                </a:cubicBezTo>
                <a:cubicBezTo>
                  <a:pt x="152" y="14"/>
                  <a:pt x="151" y="15"/>
                  <a:pt x="150" y="17"/>
                </a:cubicBezTo>
                <a:cubicBezTo>
                  <a:pt x="149" y="19"/>
                  <a:pt x="148" y="21"/>
                  <a:pt x="148" y="23"/>
                </a:cubicBezTo>
                <a:cubicBezTo>
                  <a:pt x="148" y="25"/>
                  <a:pt x="149" y="27"/>
                  <a:pt x="150" y="29"/>
                </a:cubicBezTo>
                <a:cubicBezTo>
                  <a:pt x="151" y="31"/>
                  <a:pt x="152" y="32"/>
                  <a:pt x="153" y="34"/>
                </a:cubicBezTo>
                <a:cubicBezTo>
                  <a:pt x="154" y="35"/>
                  <a:pt x="156" y="36"/>
                  <a:pt x="158" y="37"/>
                </a:cubicBezTo>
                <a:cubicBezTo>
                  <a:pt x="160" y="38"/>
                  <a:pt x="162" y="38"/>
                  <a:pt x="164" y="38"/>
                </a:cubicBezTo>
                <a:cubicBezTo>
                  <a:pt x="166" y="38"/>
                  <a:pt x="168" y="38"/>
                  <a:pt x="170" y="37"/>
                </a:cubicBezTo>
                <a:cubicBezTo>
                  <a:pt x="172" y="36"/>
                  <a:pt x="173" y="35"/>
                  <a:pt x="175" y="34"/>
                </a:cubicBezTo>
                <a:cubicBezTo>
                  <a:pt x="176" y="32"/>
                  <a:pt x="177" y="31"/>
                  <a:pt x="178" y="29"/>
                </a:cubicBezTo>
                <a:cubicBezTo>
                  <a:pt x="179" y="27"/>
                  <a:pt x="179" y="25"/>
                  <a:pt x="179" y="23"/>
                </a:cubicBezTo>
                <a:cubicBezTo>
                  <a:pt x="179" y="21"/>
                  <a:pt x="179" y="19"/>
                  <a:pt x="178" y="17"/>
                </a:cubicBezTo>
                <a:close/>
                <a:moveTo>
                  <a:pt x="170" y="103"/>
                </a:moveTo>
                <a:cubicBezTo>
                  <a:pt x="172" y="104"/>
                  <a:pt x="173" y="105"/>
                  <a:pt x="175" y="106"/>
                </a:cubicBezTo>
                <a:cubicBezTo>
                  <a:pt x="176" y="107"/>
                  <a:pt x="177" y="109"/>
                  <a:pt x="178" y="111"/>
                </a:cubicBezTo>
                <a:cubicBezTo>
                  <a:pt x="179" y="113"/>
                  <a:pt x="179" y="115"/>
                  <a:pt x="179" y="117"/>
                </a:cubicBezTo>
                <a:cubicBezTo>
                  <a:pt x="179" y="119"/>
                  <a:pt x="179" y="121"/>
                  <a:pt x="178" y="123"/>
                </a:cubicBezTo>
                <a:cubicBezTo>
                  <a:pt x="177" y="124"/>
                  <a:pt x="176" y="126"/>
                  <a:pt x="175" y="127"/>
                </a:cubicBezTo>
                <a:cubicBezTo>
                  <a:pt x="173" y="129"/>
                  <a:pt x="172" y="130"/>
                  <a:pt x="170" y="131"/>
                </a:cubicBezTo>
                <a:cubicBezTo>
                  <a:pt x="168" y="132"/>
                  <a:pt x="166" y="132"/>
                  <a:pt x="164" y="132"/>
                </a:cubicBezTo>
                <a:cubicBezTo>
                  <a:pt x="162" y="132"/>
                  <a:pt x="160" y="132"/>
                  <a:pt x="158" y="131"/>
                </a:cubicBezTo>
                <a:cubicBezTo>
                  <a:pt x="156" y="130"/>
                  <a:pt x="154" y="129"/>
                  <a:pt x="153" y="127"/>
                </a:cubicBezTo>
                <a:cubicBezTo>
                  <a:pt x="152" y="126"/>
                  <a:pt x="151" y="124"/>
                  <a:pt x="150" y="123"/>
                </a:cubicBezTo>
                <a:cubicBezTo>
                  <a:pt x="149" y="121"/>
                  <a:pt x="148" y="119"/>
                  <a:pt x="148" y="117"/>
                </a:cubicBezTo>
                <a:cubicBezTo>
                  <a:pt x="148" y="115"/>
                  <a:pt x="149" y="113"/>
                  <a:pt x="150" y="111"/>
                </a:cubicBezTo>
                <a:cubicBezTo>
                  <a:pt x="151" y="109"/>
                  <a:pt x="152" y="107"/>
                  <a:pt x="153" y="106"/>
                </a:cubicBezTo>
                <a:cubicBezTo>
                  <a:pt x="154" y="105"/>
                  <a:pt x="156" y="104"/>
                  <a:pt x="158" y="103"/>
                </a:cubicBezTo>
                <a:cubicBezTo>
                  <a:pt x="160" y="102"/>
                  <a:pt x="162" y="101"/>
                  <a:pt x="164" y="101"/>
                </a:cubicBezTo>
                <a:cubicBezTo>
                  <a:pt x="166" y="101"/>
                  <a:pt x="168" y="102"/>
                  <a:pt x="170" y="103"/>
                </a:cubicBezTo>
                <a:close/>
                <a:moveTo>
                  <a:pt x="205" y="56"/>
                </a:moveTo>
                <a:cubicBezTo>
                  <a:pt x="203" y="57"/>
                  <a:pt x="201" y="58"/>
                  <a:pt x="200" y="59"/>
                </a:cubicBezTo>
                <a:cubicBezTo>
                  <a:pt x="198" y="61"/>
                  <a:pt x="197" y="62"/>
                  <a:pt x="197" y="64"/>
                </a:cubicBezTo>
                <a:cubicBezTo>
                  <a:pt x="196" y="66"/>
                  <a:pt x="195" y="68"/>
                  <a:pt x="195" y="70"/>
                </a:cubicBezTo>
                <a:cubicBezTo>
                  <a:pt x="195" y="72"/>
                  <a:pt x="196" y="74"/>
                  <a:pt x="197" y="76"/>
                </a:cubicBezTo>
                <a:cubicBezTo>
                  <a:pt x="197" y="78"/>
                  <a:pt x="198" y="79"/>
                  <a:pt x="200" y="81"/>
                </a:cubicBezTo>
                <a:cubicBezTo>
                  <a:pt x="201" y="82"/>
                  <a:pt x="203" y="83"/>
                  <a:pt x="205" y="84"/>
                </a:cubicBezTo>
                <a:cubicBezTo>
                  <a:pt x="207" y="85"/>
                  <a:pt x="209" y="85"/>
                  <a:pt x="211" y="85"/>
                </a:cubicBezTo>
                <a:cubicBezTo>
                  <a:pt x="213" y="85"/>
                  <a:pt x="215" y="85"/>
                  <a:pt x="217" y="84"/>
                </a:cubicBezTo>
                <a:cubicBezTo>
                  <a:pt x="218" y="83"/>
                  <a:pt x="220" y="82"/>
                  <a:pt x="221" y="81"/>
                </a:cubicBezTo>
                <a:cubicBezTo>
                  <a:pt x="223" y="79"/>
                  <a:pt x="224" y="78"/>
                  <a:pt x="225" y="76"/>
                </a:cubicBezTo>
                <a:cubicBezTo>
                  <a:pt x="225" y="74"/>
                  <a:pt x="226" y="72"/>
                  <a:pt x="226" y="70"/>
                </a:cubicBezTo>
                <a:cubicBezTo>
                  <a:pt x="226" y="68"/>
                  <a:pt x="225" y="66"/>
                  <a:pt x="225" y="64"/>
                </a:cubicBezTo>
                <a:cubicBezTo>
                  <a:pt x="224" y="62"/>
                  <a:pt x="223" y="61"/>
                  <a:pt x="221" y="59"/>
                </a:cubicBezTo>
                <a:cubicBezTo>
                  <a:pt x="220" y="58"/>
                  <a:pt x="218" y="57"/>
                  <a:pt x="217" y="56"/>
                </a:cubicBezTo>
                <a:cubicBezTo>
                  <a:pt x="215" y="55"/>
                  <a:pt x="213" y="55"/>
                  <a:pt x="211" y="55"/>
                </a:cubicBezTo>
                <a:cubicBezTo>
                  <a:pt x="209" y="55"/>
                  <a:pt x="207" y="55"/>
                  <a:pt x="205" y="56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14" name="Freeform 116"/>
          <p:cNvSpPr>
            <a:spLocks noEditPoints="1"/>
          </p:cNvSpPr>
          <p:nvPr/>
        </p:nvSpPr>
        <p:spPr bwMode="auto">
          <a:xfrm>
            <a:off x="1176028" y="4409411"/>
            <a:ext cx="336617" cy="334444"/>
          </a:xfrm>
          <a:custGeom>
            <a:avLst/>
            <a:gdLst>
              <a:gd name="T0" fmla="*/ 140 w 234"/>
              <a:gd name="T1" fmla="*/ 120 h 233"/>
              <a:gd name="T2" fmla="*/ 135 w 234"/>
              <a:gd name="T3" fmla="*/ 196 h 233"/>
              <a:gd name="T4" fmla="*/ 126 w 234"/>
              <a:gd name="T5" fmla="*/ 232 h 233"/>
              <a:gd name="T6" fmla="*/ 95 w 234"/>
              <a:gd name="T7" fmla="*/ 211 h 233"/>
              <a:gd name="T8" fmla="*/ 114 w 234"/>
              <a:gd name="T9" fmla="*/ 139 h 233"/>
              <a:gd name="T10" fmla="*/ 38 w 234"/>
              <a:gd name="T11" fmla="*/ 134 h 233"/>
              <a:gd name="T12" fmla="*/ 2 w 234"/>
              <a:gd name="T13" fmla="*/ 125 h 233"/>
              <a:gd name="T14" fmla="*/ 23 w 234"/>
              <a:gd name="T15" fmla="*/ 94 h 233"/>
              <a:gd name="T16" fmla="*/ 95 w 234"/>
              <a:gd name="T17" fmla="*/ 113 h 233"/>
              <a:gd name="T18" fmla="*/ 100 w 234"/>
              <a:gd name="T19" fmla="*/ 37 h 233"/>
              <a:gd name="T20" fmla="*/ 108 w 234"/>
              <a:gd name="T21" fmla="*/ 1 h 233"/>
              <a:gd name="T22" fmla="*/ 140 w 234"/>
              <a:gd name="T23" fmla="*/ 22 h 233"/>
              <a:gd name="T24" fmla="*/ 121 w 234"/>
              <a:gd name="T25" fmla="*/ 94 h 233"/>
              <a:gd name="T26" fmla="*/ 189 w 234"/>
              <a:gd name="T27" fmla="*/ 113 h 233"/>
              <a:gd name="T28" fmla="*/ 221 w 234"/>
              <a:gd name="T29" fmla="*/ 96 h 233"/>
              <a:gd name="T30" fmla="*/ 228 w 234"/>
              <a:gd name="T31" fmla="*/ 133 h 233"/>
              <a:gd name="T32" fmla="*/ 12 w 234"/>
              <a:gd name="T33" fmla="*/ 106 h 233"/>
              <a:gd name="T34" fmla="*/ 17 w 234"/>
              <a:gd name="T35" fmla="*/ 130 h 233"/>
              <a:gd name="T36" fmla="*/ 38 w 234"/>
              <a:gd name="T37" fmla="*/ 116 h 233"/>
              <a:gd name="T38" fmla="*/ 17 w 234"/>
              <a:gd name="T39" fmla="*/ 102 h 233"/>
              <a:gd name="T40" fmla="*/ 91 w 234"/>
              <a:gd name="T41" fmla="*/ 173 h 233"/>
              <a:gd name="T42" fmla="*/ 54 w 234"/>
              <a:gd name="T43" fmla="*/ 180 h 233"/>
              <a:gd name="T44" fmla="*/ 61 w 234"/>
              <a:gd name="T45" fmla="*/ 143 h 233"/>
              <a:gd name="T46" fmla="*/ 49 w 234"/>
              <a:gd name="T47" fmla="*/ 78 h 233"/>
              <a:gd name="T48" fmla="*/ 70 w 234"/>
              <a:gd name="T49" fmla="*/ 46 h 233"/>
              <a:gd name="T50" fmla="*/ 91 w 234"/>
              <a:gd name="T51" fmla="*/ 78 h 233"/>
              <a:gd name="T52" fmla="*/ 76 w 234"/>
              <a:gd name="T53" fmla="*/ 178 h 233"/>
              <a:gd name="T54" fmla="*/ 81 w 234"/>
              <a:gd name="T55" fmla="*/ 153 h 233"/>
              <a:gd name="T56" fmla="*/ 56 w 234"/>
              <a:gd name="T57" fmla="*/ 158 h 233"/>
              <a:gd name="T58" fmla="*/ 70 w 234"/>
              <a:gd name="T59" fmla="*/ 179 h 233"/>
              <a:gd name="T60" fmla="*/ 55 w 234"/>
              <a:gd name="T61" fmla="*/ 69 h 233"/>
              <a:gd name="T62" fmla="*/ 76 w 234"/>
              <a:gd name="T63" fmla="*/ 83 h 233"/>
              <a:gd name="T64" fmla="*/ 81 w 234"/>
              <a:gd name="T65" fmla="*/ 58 h 233"/>
              <a:gd name="T66" fmla="*/ 128 w 234"/>
              <a:gd name="T67" fmla="*/ 12 h 233"/>
              <a:gd name="T68" fmla="*/ 103 w 234"/>
              <a:gd name="T69" fmla="*/ 16 h 233"/>
              <a:gd name="T70" fmla="*/ 117 w 234"/>
              <a:gd name="T71" fmla="*/ 38 h 233"/>
              <a:gd name="T72" fmla="*/ 131 w 234"/>
              <a:gd name="T73" fmla="*/ 16 h 233"/>
              <a:gd name="T74" fmla="*/ 103 w 234"/>
              <a:gd name="T75" fmla="*/ 123 h 233"/>
              <a:gd name="T76" fmla="*/ 128 w 234"/>
              <a:gd name="T77" fmla="*/ 127 h 233"/>
              <a:gd name="T78" fmla="*/ 123 w 234"/>
              <a:gd name="T79" fmla="*/ 103 h 233"/>
              <a:gd name="T80" fmla="*/ 111 w 234"/>
              <a:gd name="T81" fmla="*/ 225 h 233"/>
              <a:gd name="T82" fmla="*/ 133 w 234"/>
              <a:gd name="T83" fmla="*/ 211 h 233"/>
              <a:gd name="T84" fmla="*/ 111 w 234"/>
              <a:gd name="T85" fmla="*/ 197 h 233"/>
              <a:gd name="T86" fmla="*/ 173 w 234"/>
              <a:gd name="T87" fmla="*/ 143 h 233"/>
              <a:gd name="T88" fmla="*/ 180 w 234"/>
              <a:gd name="T89" fmla="*/ 180 h 233"/>
              <a:gd name="T90" fmla="*/ 143 w 234"/>
              <a:gd name="T91" fmla="*/ 173 h 233"/>
              <a:gd name="T92" fmla="*/ 164 w 234"/>
              <a:gd name="T93" fmla="*/ 141 h 233"/>
              <a:gd name="T94" fmla="*/ 142 w 234"/>
              <a:gd name="T95" fmla="*/ 69 h 233"/>
              <a:gd name="T96" fmla="*/ 173 w 234"/>
              <a:gd name="T97" fmla="*/ 48 h 233"/>
              <a:gd name="T98" fmla="*/ 181 w 234"/>
              <a:gd name="T99" fmla="*/ 85 h 233"/>
              <a:gd name="T100" fmla="*/ 175 w 234"/>
              <a:gd name="T101" fmla="*/ 175 h 233"/>
              <a:gd name="T102" fmla="*/ 170 w 234"/>
              <a:gd name="T103" fmla="*/ 150 h 233"/>
              <a:gd name="T104" fmla="*/ 149 w 234"/>
              <a:gd name="T105" fmla="*/ 164 h 233"/>
              <a:gd name="T106" fmla="*/ 170 w 234"/>
              <a:gd name="T107" fmla="*/ 178 h 233"/>
              <a:gd name="T108" fmla="*/ 150 w 234"/>
              <a:gd name="T109" fmla="*/ 75 h 233"/>
              <a:gd name="T110" fmla="*/ 175 w 234"/>
              <a:gd name="T111" fmla="*/ 80 h 233"/>
              <a:gd name="T112" fmla="*/ 170 w 234"/>
              <a:gd name="T113" fmla="*/ 55 h 233"/>
              <a:gd name="T114" fmla="*/ 198 w 234"/>
              <a:gd name="T115" fmla="*/ 111 h 233"/>
              <a:gd name="T116" fmla="*/ 212 w 234"/>
              <a:gd name="T117" fmla="*/ 132 h 233"/>
              <a:gd name="T118" fmla="*/ 226 w 234"/>
              <a:gd name="T119" fmla="*/ 111 h 2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234" h="233">
                <a:moveTo>
                  <a:pt x="203" y="138"/>
                </a:moveTo>
                <a:cubicBezTo>
                  <a:pt x="201" y="137"/>
                  <a:pt x="199" y="136"/>
                  <a:pt x="197" y="134"/>
                </a:cubicBezTo>
                <a:cubicBezTo>
                  <a:pt x="195" y="132"/>
                  <a:pt x="193" y="130"/>
                  <a:pt x="192" y="128"/>
                </a:cubicBezTo>
                <a:cubicBezTo>
                  <a:pt x="190" y="126"/>
                  <a:pt x="189" y="123"/>
                  <a:pt x="189" y="120"/>
                </a:cubicBezTo>
                <a:cubicBezTo>
                  <a:pt x="140" y="120"/>
                  <a:pt x="140" y="120"/>
                  <a:pt x="140" y="120"/>
                </a:cubicBezTo>
                <a:cubicBezTo>
                  <a:pt x="139" y="125"/>
                  <a:pt x="137" y="129"/>
                  <a:pt x="133" y="133"/>
                </a:cubicBezTo>
                <a:cubicBezTo>
                  <a:pt x="130" y="136"/>
                  <a:pt x="126" y="138"/>
                  <a:pt x="121" y="139"/>
                </a:cubicBezTo>
                <a:cubicBezTo>
                  <a:pt x="121" y="188"/>
                  <a:pt x="121" y="188"/>
                  <a:pt x="121" y="188"/>
                </a:cubicBezTo>
                <a:cubicBezTo>
                  <a:pt x="124" y="189"/>
                  <a:pt x="126" y="189"/>
                  <a:pt x="128" y="191"/>
                </a:cubicBezTo>
                <a:cubicBezTo>
                  <a:pt x="131" y="192"/>
                  <a:pt x="133" y="194"/>
                  <a:pt x="135" y="196"/>
                </a:cubicBezTo>
                <a:cubicBezTo>
                  <a:pt x="136" y="198"/>
                  <a:pt x="138" y="200"/>
                  <a:pt x="139" y="203"/>
                </a:cubicBezTo>
                <a:cubicBezTo>
                  <a:pt x="140" y="205"/>
                  <a:pt x="140" y="208"/>
                  <a:pt x="140" y="211"/>
                </a:cubicBezTo>
                <a:cubicBezTo>
                  <a:pt x="140" y="214"/>
                  <a:pt x="140" y="217"/>
                  <a:pt x="138" y="220"/>
                </a:cubicBezTo>
                <a:cubicBezTo>
                  <a:pt x="137" y="222"/>
                  <a:pt x="136" y="225"/>
                  <a:pt x="133" y="227"/>
                </a:cubicBezTo>
                <a:cubicBezTo>
                  <a:pt x="131" y="229"/>
                  <a:pt x="129" y="230"/>
                  <a:pt x="126" y="232"/>
                </a:cubicBezTo>
                <a:cubicBezTo>
                  <a:pt x="123" y="233"/>
                  <a:pt x="121" y="233"/>
                  <a:pt x="117" y="233"/>
                </a:cubicBezTo>
                <a:cubicBezTo>
                  <a:pt x="114" y="233"/>
                  <a:pt x="111" y="233"/>
                  <a:pt x="108" y="232"/>
                </a:cubicBezTo>
                <a:cubicBezTo>
                  <a:pt x="106" y="230"/>
                  <a:pt x="103" y="229"/>
                  <a:pt x="101" y="227"/>
                </a:cubicBezTo>
                <a:cubicBezTo>
                  <a:pt x="99" y="225"/>
                  <a:pt x="97" y="222"/>
                  <a:pt x="96" y="220"/>
                </a:cubicBezTo>
                <a:cubicBezTo>
                  <a:pt x="95" y="217"/>
                  <a:pt x="95" y="214"/>
                  <a:pt x="95" y="211"/>
                </a:cubicBezTo>
                <a:cubicBezTo>
                  <a:pt x="95" y="208"/>
                  <a:pt x="95" y="205"/>
                  <a:pt x="96" y="203"/>
                </a:cubicBezTo>
                <a:cubicBezTo>
                  <a:pt x="97" y="200"/>
                  <a:pt x="98" y="198"/>
                  <a:pt x="100" y="196"/>
                </a:cubicBezTo>
                <a:cubicBezTo>
                  <a:pt x="102" y="194"/>
                  <a:pt x="104" y="192"/>
                  <a:pt x="106" y="191"/>
                </a:cubicBezTo>
                <a:cubicBezTo>
                  <a:pt x="109" y="189"/>
                  <a:pt x="111" y="189"/>
                  <a:pt x="114" y="188"/>
                </a:cubicBezTo>
                <a:cubicBezTo>
                  <a:pt x="114" y="139"/>
                  <a:pt x="114" y="139"/>
                  <a:pt x="114" y="139"/>
                </a:cubicBezTo>
                <a:cubicBezTo>
                  <a:pt x="109" y="138"/>
                  <a:pt x="105" y="136"/>
                  <a:pt x="101" y="133"/>
                </a:cubicBezTo>
                <a:cubicBezTo>
                  <a:pt x="98" y="129"/>
                  <a:pt x="96" y="125"/>
                  <a:pt x="95" y="120"/>
                </a:cubicBezTo>
                <a:cubicBezTo>
                  <a:pt x="45" y="120"/>
                  <a:pt x="45" y="120"/>
                  <a:pt x="45" y="120"/>
                </a:cubicBezTo>
                <a:cubicBezTo>
                  <a:pt x="45" y="123"/>
                  <a:pt x="44" y="125"/>
                  <a:pt x="43" y="128"/>
                </a:cubicBezTo>
                <a:cubicBezTo>
                  <a:pt x="41" y="130"/>
                  <a:pt x="40" y="132"/>
                  <a:pt x="38" y="134"/>
                </a:cubicBezTo>
                <a:cubicBezTo>
                  <a:pt x="36" y="135"/>
                  <a:pt x="33" y="137"/>
                  <a:pt x="31" y="138"/>
                </a:cubicBezTo>
                <a:cubicBezTo>
                  <a:pt x="28" y="139"/>
                  <a:pt x="26" y="139"/>
                  <a:pt x="23" y="139"/>
                </a:cubicBezTo>
                <a:cubicBezTo>
                  <a:pt x="20" y="139"/>
                  <a:pt x="17" y="138"/>
                  <a:pt x="14" y="137"/>
                </a:cubicBezTo>
                <a:cubicBezTo>
                  <a:pt x="11" y="136"/>
                  <a:pt x="9" y="135"/>
                  <a:pt x="7" y="132"/>
                </a:cubicBezTo>
                <a:cubicBezTo>
                  <a:pt x="5" y="130"/>
                  <a:pt x="3" y="128"/>
                  <a:pt x="2" y="125"/>
                </a:cubicBezTo>
                <a:cubicBezTo>
                  <a:pt x="1" y="122"/>
                  <a:pt x="0" y="119"/>
                  <a:pt x="0" y="116"/>
                </a:cubicBezTo>
                <a:cubicBezTo>
                  <a:pt x="0" y="113"/>
                  <a:pt x="1" y="110"/>
                  <a:pt x="2" y="107"/>
                </a:cubicBezTo>
                <a:cubicBezTo>
                  <a:pt x="3" y="105"/>
                  <a:pt x="5" y="102"/>
                  <a:pt x="7" y="100"/>
                </a:cubicBezTo>
                <a:cubicBezTo>
                  <a:pt x="9" y="98"/>
                  <a:pt x="11" y="97"/>
                  <a:pt x="14" y="95"/>
                </a:cubicBezTo>
                <a:cubicBezTo>
                  <a:pt x="17" y="94"/>
                  <a:pt x="20" y="94"/>
                  <a:pt x="23" y="94"/>
                </a:cubicBezTo>
                <a:cubicBezTo>
                  <a:pt x="26" y="94"/>
                  <a:pt x="29" y="94"/>
                  <a:pt x="31" y="95"/>
                </a:cubicBezTo>
                <a:cubicBezTo>
                  <a:pt x="34" y="96"/>
                  <a:pt x="36" y="98"/>
                  <a:pt x="38" y="99"/>
                </a:cubicBezTo>
                <a:cubicBezTo>
                  <a:pt x="40" y="101"/>
                  <a:pt x="42" y="103"/>
                  <a:pt x="43" y="105"/>
                </a:cubicBezTo>
                <a:cubicBezTo>
                  <a:pt x="44" y="108"/>
                  <a:pt x="45" y="110"/>
                  <a:pt x="46" y="113"/>
                </a:cubicBezTo>
                <a:cubicBezTo>
                  <a:pt x="95" y="113"/>
                  <a:pt x="95" y="113"/>
                  <a:pt x="95" y="113"/>
                </a:cubicBezTo>
                <a:cubicBezTo>
                  <a:pt x="96" y="108"/>
                  <a:pt x="98" y="104"/>
                  <a:pt x="101" y="101"/>
                </a:cubicBezTo>
                <a:cubicBezTo>
                  <a:pt x="105" y="97"/>
                  <a:pt x="109" y="95"/>
                  <a:pt x="114" y="94"/>
                </a:cubicBezTo>
                <a:cubicBezTo>
                  <a:pt x="114" y="45"/>
                  <a:pt x="114" y="45"/>
                  <a:pt x="114" y="45"/>
                </a:cubicBezTo>
                <a:cubicBezTo>
                  <a:pt x="111" y="44"/>
                  <a:pt x="109" y="44"/>
                  <a:pt x="106" y="42"/>
                </a:cubicBezTo>
                <a:cubicBezTo>
                  <a:pt x="104" y="41"/>
                  <a:pt x="102" y="39"/>
                  <a:pt x="100" y="37"/>
                </a:cubicBezTo>
                <a:cubicBezTo>
                  <a:pt x="98" y="35"/>
                  <a:pt x="97" y="33"/>
                  <a:pt x="96" y="30"/>
                </a:cubicBezTo>
                <a:cubicBezTo>
                  <a:pt x="95" y="28"/>
                  <a:pt x="95" y="25"/>
                  <a:pt x="95" y="22"/>
                </a:cubicBezTo>
                <a:cubicBezTo>
                  <a:pt x="95" y="19"/>
                  <a:pt x="95" y="16"/>
                  <a:pt x="96" y="14"/>
                </a:cubicBezTo>
                <a:cubicBezTo>
                  <a:pt x="97" y="11"/>
                  <a:pt x="99" y="8"/>
                  <a:pt x="101" y="6"/>
                </a:cubicBezTo>
                <a:cubicBezTo>
                  <a:pt x="103" y="4"/>
                  <a:pt x="106" y="3"/>
                  <a:pt x="108" y="1"/>
                </a:cubicBezTo>
                <a:cubicBezTo>
                  <a:pt x="111" y="0"/>
                  <a:pt x="114" y="0"/>
                  <a:pt x="117" y="0"/>
                </a:cubicBezTo>
                <a:cubicBezTo>
                  <a:pt x="121" y="0"/>
                  <a:pt x="123" y="0"/>
                  <a:pt x="126" y="1"/>
                </a:cubicBezTo>
                <a:cubicBezTo>
                  <a:pt x="129" y="3"/>
                  <a:pt x="131" y="4"/>
                  <a:pt x="133" y="6"/>
                </a:cubicBezTo>
                <a:cubicBezTo>
                  <a:pt x="136" y="8"/>
                  <a:pt x="137" y="11"/>
                  <a:pt x="138" y="14"/>
                </a:cubicBezTo>
                <a:cubicBezTo>
                  <a:pt x="140" y="16"/>
                  <a:pt x="140" y="19"/>
                  <a:pt x="140" y="22"/>
                </a:cubicBezTo>
                <a:cubicBezTo>
                  <a:pt x="140" y="25"/>
                  <a:pt x="140" y="28"/>
                  <a:pt x="139" y="30"/>
                </a:cubicBezTo>
                <a:cubicBezTo>
                  <a:pt x="138" y="33"/>
                  <a:pt x="136" y="35"/>
                  <a:pt x="135" y="37"/>
                </a:cubicBezTo>
                <a:cubicBezTo>
                  <a:pt x="133" y="39"/>
                  <a:pt x="131" y="41"/>
                  <a:pt x="128" y="42"/>
                </a:cubicBezTo>
                <a:cubicBezTo>
                  <a:pt x="126" y="44"/>
                  <a:pt x="124" y="44"/>
                  <a:pt x="121" y="45"/>
                </a:cubicBezTo>
                <a:cubicBezTo>
                  <a:pt x="121" y="94"/>
                  <a:pt x="121" y="94"/>
                  <a:pt x="121" y="94"/>
                </a:cubicBezTo>
                <a:cubicBezTo>
                  <a:pt x="123" y="95"/>
                  <a:pt x="125" y="95"/>
                  <a:pt x="128" y="96"/>
                </a:cubicBezTo>
                <a:cubicBezTo>
                  <a:pt x="130" y="98"/>
                  <a:pt x="132" y="99"/>
                  <a:pt x="133" y="101"/>
                </a:cubicBezTo>
                <a:cubicBezTo>
                  <a:pt x="135" y="102"/>
                  <a:pt x="136" y="104"/>
                  <a:pt x="138" y="106"/>
                </a:cubicBezTo>
                <a:cubicBezTo>
                  <a:pt x="139" y="108"/>
                  <a:pt x="139" y="111"/>
                  <a:pt x="140" y="113"/>
                </a:cubicBezTo>
                <a:cubicBezTo>
                  <a:pt x="189" y="113"/>
                  <a:pt x="189" y="113"/>
                  <a:pt x="189" y="113"/>
                </a:cubicBezTo>
                <a:cubicBezTo>
                  <a:pt x="190" y="110"/>
                  <a:pt x="191" y="108"/>
                  <a:pt x="192" y="106"/>
                </a:cubicBezTo>
                <a:cubicBezTo>
                  <a:pt x="193" y="103"/>
                  <a:pt x="195" y="101"/>
                  <a:pt x="197" y="100"/>
                </a:cubicBezTo>
                <a:cubicBezTo>
                  <a:pt x="199" y="98"/>
                  <a:pt x="201" y="97"/>
                  <a:pt x="204" y="96"/>
                </a:cubicBezTo>
                <a:cubicBezTo>
                  <a:pt x="206" y="95"/>
                  <a:pt x="209" y="94"/>
                  <a:pt x="212" y="94"/>
                </a:cubicBezTo>
                <a:cubicBezTo>
                  <a:pt x="215" y="94"/>
                  <a:pt x="218" y="95"/>
                  <a:pt x="221" y="96"/>
                </a:cubicBezTo>
                <a:cubicBezTo>
                  <a:pt x="223" y="97"/>
                  <a:pt x="226" y="99"/>
                  <a:pt x="228" y="101"/>
                </a:cubicBezTo>
                <a:cubicBezTo>
                  <a:pt x="230" y="103"/>
                  <a:pt x="232" y="105"/>
                  <a:pt x="233" y="108"/>
                </a:cubicBezTo>
                <a:cubicBezTo>
                  <a:pt x="234" y="111"/>
                  <a:pt x="234" y="114"/>
                  <a:pt x="234" y="117"/>
                </a:cubicBezTo>
                <a:cubicBezTo>
                  <a:pt x="234" y="120"/>
                  <a:pt x="234" y="123"/>
                  <a:pt x="233" y="126"/>
                </a:cubicBezTo>
                <a:cubicBezTo>
                  <a:pt x="232" y="129"/>
                  <a:pt x="230" y="131"/>
                  <a:pt x="228" y="133"/>
                </a:cubicBezTo>
                <a:cubicBezTo>
                  <a:pt x="226" y="135"/>
                  <a:pt x="223" y="137"/>
                  <a:pt x="221" y="138"/>
                </a:cubicBezTo>
                <a:cubicBezTo>
                  <a:pt x="218" y="139"/>
                  <a:pt x="215" y="140"/>
                  <a:pt x="212" y="140"/>
                </a:cubicBezTo>
                <a:cubicBezTo>
                  <a:pt x="209" y="140"/>
                  <a:pt x="206" y="139"/>
                  <a:pt x="203" y="138"/>
                </a:cubicBezTo>
                <a:close/>
                <a:moveTo>
                  <a:pt x="17" y="102"/>
                </a:moveTo>
                <a:cubicBezTo>
                  <a:pt x="15" y="103"/>
                  <a:pt x="14" y="104"/>
                  <a:pt x="12" y="106"/>
                </a:cubicBezTo>
                <a:cubicBezTo>
                  <a:pt x="11" y="107"/>
                  <a:pt x="10" y="109"/>
                  <a:pt x="9" y="110"/>
                </a:cubicBezTo>
                <a:cubicBezTo>
                  <a:pt x="8" y="112"/>
                  <a:pt x="8" y="114"/>
                  <a:pt x="8" y="116"/>
                </a:cubicBezTo>
                <a:cubicBezTo>
                  <a:pt x="8" y="118"/>
                  <a:pt x="8" y="120"/>
                  <a:pt x="9" y="122"/>
                </a:cubicBezTo>
                <a:cubicBezTo>
                  <a:pt x="10" y="124"/>
                  <a:pt x="11" y="126"/>
                  <a:pt x="12" y="127"/>
                </a:cubicBezTo>
                <a:cubicBezTo>
                  <a:pt x="14" y="129"/>
                  <a:pt x="15" y="130"/>
                  <a:pt x="17" y="130"/>
                </a:cubicBezTo>
                <a:cubicBezTo>
                  <a:pt x="19" y="131"/>
                  <a:pt x="21" y="132"/>
                  <a:pt x="23" y="132"/>
                </a:cubicBezTo>
                <a:cubicBezTo>
                  <a:pt x="25" y="132"/>
                  <a:pt x="27" y="131"/>
                  <a:pt x="29" y="130"/>
                </a:cubicBezTo>
                <a:cubicBezTo>
                  <a:pt x="31" y="130"/>
                  <a:pt x="32" y="129"/>
                  <a:pt x="34" y="127"/>
                </a:cubicBezTo>
                <a:cubicBezTo>
                  <a:pt x="35" y="126"/>
                  <a:pt x="36" y="124"/>
                  <a:pt x="37" y="122"/>
                </a:cubicBezTo>
                <a:cubicBezTo>
                  <a:pt x="38" y="120"/>
                  <a:pt x="38" y="118"/>
                  <a:pt x="38" y="116"/>
                </a:cubicBezTo>
                <a:cubicBezTo>
                  <a:pt x="38" y="114"/>
                  <a:pt x="38" y="112"/>
                  <a:pt x="37" y="110"/>
                </a:cubicBezTo>
                <a:cubicBezTo>
                  <a:pt x="36" y="109"/>
                  <a:pt x="35" y="107"/>
                  <a:pt x="34" y="106"/>
                </a:cubicBezTo>
                <a:cubicBezTo>
                  <a:pt x="32" y="104"/>
                  <a:pt x="31" y="103"/>
                  <a:pt x="29" y="102"/>
                </a:cubicBezTo>
                <a:cubicBezTo>
                  <a:pt x="27" y="101"/>
                  <a:pt x="25" y="101"/>
                  <a:pt x="23" y="101"/>
                </a:cubicBezTo>
                <a:cubicBezTo>
                  <a:pt x="21" y="101"/>
                  <a:pt x="19" y="101"/>
                  <a:pt x="17" y="102"/>
                </a:cubicBezTo>
                <a:close/>
                <a:moveTo>
                  <a:pt x="79" y="143"/>
                </a:moveTo>
                <a:cubicBezTo>
                  <a:pt x="81" y="144"/>
                  <a:pt x="84" y="146"/>
                  <a:pt x="86" y="148"/>
                </a:cubicBezTo>
                <a:cubicBezTo>
                  <a:pt x="88" y="150"/>
                  <a:pt x="90" y="152"/>
                  <a:pt x="91" y="155"/>
                </a:cubicBezTo>
                <a:cubicBezTo>
                  <a:pt x="92" y="158"/>
                  <a:pt x="92" y="161"/>
                  <a:pt x="92" y="164"/>
                </a:cubicBezTo>
                <a:cubicBezTo>
                  <a:pt x="92" y="167"/>
                  <a:pt x="92" y="170"/>
                  <a:pt x="91" y="173"/>
                </a:cubicBezTo>
                <a:cubicBezTo>
                  <a:pt x="90" y="175"/>
                  <a:pt x="88" y="178"/>
                  <a:pt x="86" y="180"/>
                </a:cubicBezTo>
                <a:cubicBezTo>
                  <a:pt x="84" y="182"/>
                  <a:pt x="81" y="184"/>
                  <a:pt x="79" y="185"/>
                </a:cubicBezTo>
                <a:cubicBezTo>
                  <a:pt x="76" y="186"/>
                  <a:pt x="73" y="187"/>
                  <a:pt x="70" y="187"/>
                </a:cubicBezTo>
                <a:cubicBezTo>
                  <a:pt x="67" y="187"/>
                  <a:pt x="64" y="186"/>
                  <a:pt x="61" y="185"/>
                </a:cubicBezTo>
                <a:cubicBezTo>
                  <a:pt x="58" y="184"/>
                  <a:pt x="56" y="182"/>
                  <a:pt x="54" y="180"/>
                </a:cubicBezTo>
                <a:cubicBezTo>
                  <a:pt x="52" y="178"/>
                  <a:pt x="50" y="175"/>
                  <a:pt x="49" y="173"/>
                </a:cubicBezTo>
                <a:cubicBezTo>
                  <a:pt x="48" y="170"/>
                  <a:pt x="47" y="167"/>
                  <a:pt x="47" y="164"/>
                </a:cubicBezTo>
                <a:cubicBezTo>
                  <a:pt x="47" y="161"/>
                  <a:pt x="48" y="158"/>
                  <a:pt x="49" y="155"/>
                </a:cubicBezTo>
                <a:cubicBezTo>
                  <a:pt x="50" y="152"/>
                  <a:pt x="52" y="150"/>
                  <a:pt x="54" y="148"/>
                </a:cubicBezTo>
                <a:cubicBezTo>
                  <a:pt x="56" y="146"/>
                  <a:pt x="58" y="144"/>
                  <a:pt x="61" y="143"/>
                </a:cubicBezTo>
                <a:cubicBezTo>
                  <a:pt x="64" y="142"/>
                  <a:pt x="67" y="141"/>
                  <a:pt x="70" y="141"/>
                </a:cubicBezTo>
                <a:cubicBezTo>
                  <a:pt x="73" y="141"/>
                  <a:pt x="76" y="142"/>
                  <a:pt x="79" y="143"/>
                </a:cubicBezTo>
                <a:close/>
                <a:moveTo>
                  <a:pt x="61" y="90"/>
                </a:moveTo>
                <a:cubicBezTo>
                  <a:pt x="59" y="89"/>
                  <a:pt x="56" y="87"/>
                  <a:pt x="54" y="85"/>
                </a:cubicBezTo>
                <a:cubicBezTo>
                  <a:pt x="52" y="83"/>
                  <a:pt x="50" y="81"/>
                  <a:pt x="49" y="78"/>
                </a:cubicBezTo>
                <a:cubicBezTo>
                  <a:pt x="48" y="75"/>
                  <a:pt x="47" y="72"/>
                  <a:pt x="47" y="69"/>
                </a:cubicBezTo>
                <a:cubicBezTo>
                  <a:pt x="47" y="66"/>
                  <a:pt x="48" y="63"/>
                  <a:pt x="49" y="60"/>
                </a:cubicBezTo>
                <a:cubicBezTo>
                  <a:pt x="50" y="58"/>
                  <a:pt x="52" y="55"/>
                  <a:pt x="54" y="53"/>
                </a:cubicBezTo>
                <a:cubicBezTo>
                  <a:pt x="56" y="51"/>
                  <a:pt x="59" y="49"/>
                  <a:pt x="61" y="48"/>
                </a:cubicBezTo>
                <a:cubicBezTo>
                  <a:pt x="64" y="47"/>
                  <a:pt x="67" y="46"/>
                  <a:pt x="70" y="46"/>
                </a:cubicBezTo>
                <a:cubicBezTo>
                  <a:pt x="73" y="46"/>
                  <a:pt x="76" y="47"/>
                  <a:pt x="79" y="48"/>
                </a:cubicBezTo>
                <a:cubicBezTo>
                  <a:pt x="82" y="49"/>
                  <a:pt x="84" y="51"/>
                  <a:pt x="86" y="53"/>
                </a:cubicBezTo>
                <a:cubicBezTo>
                  <a:pt x="88" y="55"/>
                  <a:pt x="90" y="58"/>
                  <a:pt x="91" y="60"/>
                </a:cubicBezTo>
                <a:cubicBezTo>
                  <a:pt x="92" y="63"/>
                  <a:pt x="93" y="66"/>
                  <a:pt x="93" y="69"/>
                </a:cubicBezTo>
                <a:cubicBezTo>
                  <a:pt x="93" y="72"/>
                  <a:pt x="92" y="75"/>
                  <a:pt x="91" y="78"/>
                </a:cubicBezTo>
                <a:cubicBezTo>
                  <a:pt x="90" y="81"/>
                  <a:pt x="88" y="83"/>
                  <a:pt x="86" y="85"/>
                </a:cubicBezTo>
                <a:cubicBezTo>
                  <a:pt x="84" y="87"/>
                  <a:pt x="82" y="89"/>
                  <a:pt x="79" y="90"/>
                </a:cubicBezTo>
                <a:cubicBezTo>
                  <a:pt x="76" y="91"/>
                  <a:pt x="73" y="92"/>
                  <a:pt x="70" y="92"/>
                </a:cubicBezTo>
                <a:cubicBezTo>
                  <a:pt x="67" y="92"/>
                  <a:pt x="64" y="91"/>
                  <a:pt x="61" y="90"/>
                </a:cubicBezTo>
                <a:close/>
                <a:moveTo>
                  <a:pt x="76" y="178"/>
                </a:moveTo>
                <a:cubicBezTo>
                  <a:pt x="78" y="177"/>
                  <a:pt x="79" y="176"/>
                  <a:pt x="81" y="175"/>
                </a:cubicBezTo>
                <a:cubicBezTo>
                  <a:pt x="82" y="173"/>
                  <a:pt x="83" y="172"/>
                  <a:pt x="84" y="170"/>
                </a:cubicBezTo>
                <a:cubicBezTo>
                  <a:pt x="85" y="168"/>
                  <a:pt x="85" y="166"/>
                  <a:pt x="85" y="164"/>
                </a:cubicBezTo>
                <a:cubicBezTo>
                  <a:pt x="85" y="162"/>
                  <a:pt x="85" y="160"/>
                  <a:pt x="84" y="158"/>
                </a:cubicBezTo>
                <a:cubicBezTo>
                  <a:pt x="83" y="156"/>
                  <a:pt x="82" y="154"/>
                  <a:pt x="81" y="153"/>
                </a:cubicBezTo>
                <a:cubicBezTo>
                  <a:pt x="79" y="152"/>
                  <a:pt x="78" y="151"/>
                  <a:pt x="76" y="150"/>
                </a:cubicBezTo>
                <a:cubicBezTo>
                  <a:pt x="74" y="149"/>
                  <a:pt x="72" y="149"/>
                  <a:pt x="70" y="149"/>
                </a:cubicBezTo>
                <a:cubicBezTo>
                  <a:pt x="68" y="149"/>
                  <a:pt x="66" y="149"/>
                  <a:pt x="64" y="150"/>
                </a:cubicBezTo>
                <a:cubicBezTo>
                  <a:pt x="62" y="151"/>
                  <a:pt x="60" y="152"/>
                  <a:pt x="59" y="153"/>
                </a:cubicBezTo>
                <a:cubicBezTo>
                  <a:pt x="58" y="154"/>
                  <a:pt x="56" y="156"/>
                  <a:pt x="56" y="158"/>
                </a:cubicBezTo>
                <a:cubicBezTo>
                  <a:pt x="55" y="160"/>
                  <a:pt x="54" y="162"/>
                  <a:pt x="54" y="164"/>
                </a:cubicBezTo>
                <a:cubicBezTo>
                  <a:pt x="54" y="166"/>
                  <a:pt x="55" y="168"/>
                  <a:pt x="56" y="170"/>
                </a:cubicBezTo>
                <a:cubicBezTo>
                  <a:pt x="56" y="172"/>
                  <a:pt x="58" y="173"/>
                  <a:pt x="59" y="175"/>
                </a:cubicBezTo>
                <a:cubicBezTo>
                  <a:pt x="60" y="176"/>
                  <a:pt x="62" y="177"/>
                  <a:pt x="64" y="178"/>
                </a:cubicBezTo>
                <a:cubicBezTo>
                  <a:pt x="66" y="179"/>
                  <a:pt x="68" y="179"/>
                  <a:pt x="70" y="179"/>
                </a:cubicBezTo>
                <a:cubicBezTo>
                  <a:pt x="72" y="179"/>
                  <a:pt x="74" y="179"/>
                  <a:pt x="76" y="178"/>
                </a:cubicBezTo>
                <a:close/>
                <a:moveTo>
                  <a:pt x="64" y="55"/>
                </a:moveTo>
                <a:cubicBezTo>
                  <a:pt x="62" y="56"/>
                  <a:pt x="61" y="57"/>
                  <a:pt x="59" y="58"/>
                </a:cubicBezTo>
                <a:cubicBezTo>
                  <a:pt x="58" y="60"/>
                  <a:pt x="57" y="61"/>
                  <a:pt x="56" y="63"/>
                </a:cubicBezTo>
                <a:cubicBezTo>
                  <a:pt x="55" y="65"/>
                  <a:pt x="55" y="67"/>
                  <a:pt x="55" y="69"/>
                </a:cubicBezTo>
                <a:cubicBezTo>
                  <a:pt x="55" y="71"/>
                  <a:pt x="55" y="73"/>
                  <a:pt x="56" y="75"/>
                </a:cubicBezTo>
                <a:cubicBezTo>
                  <a:pt x="57" y="77"/>
                  <a:pt x="58" y="79"/>
                  <a:pt x="59" y="80"/>
                </a:cubicBezTo>
                <a:cubicBezTo>
                  <a:pt x="61" y="81"/>
                  <a:pt x="62" y="82"/>
                  <a:pt x="64" y="83"/>
                </a:cubicBezTo>
                <a:cubicBezTo>
                  <a:pt x="66" y="84"/>
                  <a:pt x="68" y="84"/>
                  <a:pt x="70" y="84"/>
                </a:cubicBezTo>
                <a:cubicBezTo>
                  <a:pt x="72" y="84"/>
                  <a:pt x="74" y="84"/>
                  <a:pt x="76" y="83"/>
                </a:cubicBezTo>
                <a:cubicBezTo>
                  <a:pt x="78" y="82"/>
                  <a:pt x="80" y="81"/>
                  <a:pt x="81" y="80"/>
                </a:cubicBezTo>
                <a:cubicBezTo>
                  <a:pt x="82" y="79"/>
                  <a:pt x="83" y="77"/>
                  <a:pt x="84" y="75"/>
                </a:cubicBezTo>
                <a:cubicBezTo>
                  <a:pt x="85" y="73"/>
                  <a:pt x="85" y="71"/>
                  <a:pt x="85" y="69"/>
                </a:cubicBezTo>
                <a:cubicBezTo>
                  <a:pt x="85" y="67"/>
                  <a:pt x="85" y="65"/>
                  <a:pt x="84" y="63"/>
                </a:cubicBezTo>
                <a:cubicBezTo>
                  <a:pt x="83" y="61"/>
                  <a:pt x="82" y="60"/>
                  <a:pt x="81" y="58"/>
                </a:cubicBezTo>
                <a:cubicBezTo>
                  <a:pt x="80" y="57"/>
                  <a:pt x="78" y="56"/>
                  <a:pt x="76" y="55"/>
                </a:cubicBezTo>
                <a:cubicBezTo>
                  <a:pt x="74" y="54"/>
                  <a:pt x="72" y="54"/>
                  <a:pt x="70" y="54"/>
                </a:cubicBezTo>
                <a:cubicBezTo>
                  <a:pt x="68" y="54"/>
                  <a:pt x="66" y="54"/>
                  <a:pt x="64" y="55"/>
                </a:cubicBezTo>
                <a:close/>
                <a:moveTo>
                  <a:pt x="131" y="16"/>
                </a:moveTo>
                <a:cubicBezTo>
                  <a:pt x="131" y="15"/>
                  <a:pt x="129" y="13"/>
                  <a:pt x="128" y="12"/>
                </a:cubicBezTo>
                <a:cubicBezTo>
                  <a:pt x="127" y="10"/>
                  <a:pt x="125" y="9"/>
                  <a:pt x="123" y="8"/>
                </a:cubicBezTo>
                <a:cubicBezTo>
                  <a:pt x="121" y="7"/>
                  <a:pt x="119" y="7"/>
                  <a:pt x="117" y="7"/>
                </a:cubicBezTo>
                <a:cubicBezTo>
                  <a:pt x="115" y="7"/>
                  <a:pt x="113" y="7"/>
                  <a:pt x="111" y="8"/>
                </a:cubicBezTo>
                <a:cubicBezTo>
                  <a:pt x="110" y="9"/>
                  <a:pt x="108" y="10"/>
                  <a:pt x="107" y="12"/>
                </a:cubicBezTo>
                <a:cubicBezTo>
                  <a:pt x="105" y="13"/>
                  <a:pt x="104" y="15"/>
                  <a:pt x="103" y="16"/>
                </a:cubicBezTo>
                <a:cubicBezTo>
                  <a:pt x="103" y="18"/>
                  <a:pt x="102" y="20"/>
                  <a:pt x="102" y="22"/>
                </a:cubicBezTo>
                <a:cubicBezTo>
                  <a:pt x="102" y="25"/>
                  <a:pt x="103" y="27"/>
                  <a:pt x="103" y="28"/>
                </a:cubicBezTo>
                <a:cubicBezTo>
                  <a:pt x="104" y="30"/>
                  <a:pt x="105" y="32"/>
                  <a:pt x="107" y="33"/>
                </a:cubicBezTo>
                <a:cubicBezTo>
                  <a:pt x="108" y="35"/>
                  <a:pt x="110" y="36"/>
                  <a:pt x="111" y="36"/>
                </a:cubicBezTo>
                <a:cubicBezTo>
                  <a:pt x="113" y="37"/>
                  <a:pt x="115" y="38"/>
                  <a:pt x="117" y="38"/>
                </a:cubicBezTo>
                <a:cubicBezTo>
                  <a:pt x="119" y="38"/>
                  <a:pt x="121" y="37"/>
                  <a:pt x="123" y="36"/>
                </a:cubicBezTo>
                <a:cubicBezTo>
                  <a:pt x="125" y="36"/>
                  <a:pt x="127" y="35"/>
                  <a:pt x="128" y="33"/>
                </a:cubicBezTo>
                <a:cubicBezTo>
                  <a:pt x="129" y="32"/>
                  <a:pt x="131" y="30"/>
                  <a:pt x="131" y="28"/>
                </a:cubicBezTo>
                <a:cubicBezTo>
                  <a:pt x="132" y="27"/>
                  <a:pt x="133" y="25"/>
                  <a:pt x="133" y="22"/>
                </a:cubicBezTo>
                <a:cubicBezTo>
                  <a:pt x="133" y="20"/>
                  <a:pt x="132" y="18"/>
                  <a:pt x="131" y="16"/>
                </a:cubicBezTo>
                <a:close/>
                <a:moveTo>
                  <a:pt x="111" y="103"/>
                </a:moveTo>
                <a:cubicBezTo>
                  <a:pt x="110" y="103"/>
                  <a:pt x="108" y="105"/>
                  <a:pt x="107" y="106"/>
                </a:cubicBezTo>
                <a:cubicBezTo>
                  <a:pt x="105" y="107"/>
                  <a:pt x="104" y="109"/>
                  <a:pt x="103" y="111"/>
                </a:cubicBezTo>
                <a:cubicBezTo>
                  <a:pt x="103" y="113"/>
                  <a:pt x="102" y="115"/>
                  <a:pt x="102" y="117"/>
                </a:cubicBezTo>
                <a:cubicBezTo>
                  <a:pt x="102" y="119"/>
                  <a:pt x="103" y="121"/>
                  <a:pt x="103" y="123"/>
                </a:cubicBezTo>
                <a:cubicBezTo>
                  <a:pt x="104" y="125"/>
                  <a:pt x="105" y="126"/>
                  <a:pt x="107" y="127"/>
                </a:cubicBezTo>
                <a:cubicBezTo>
                  <a:pt x="108" y="129"/>
                  <a:pt x="110" y="130"/>
                  <a:pt x="111" y="131"/>
                </a:cubicBezTo>
                <a:cubicBezTo>
                  <a:pt x="113" y="132"/>
                  <a:pt x="115" y="132"/>
                  <a:pt x="117" y="132"/>
                </a:cubicBezTo>
                <a:cubicBezTo>
                  <a:pt x="119" y="132"/>
                  <a:pt x="121" y="132"/>
                  <a:pt x="123" y="131"/>
                </a:cubicBezTo>
                <a:cubicBezTo>
                  <a:pt x="125" y="130"/>
                  <a:pt x="127" y="129"/>
                  <a:pt x="128" y="127"/>
                </a:cubicBezTo>
                <a:cubicBezTo>
                  <a:pt x="129" y="126"/>
                  <a:pt x="131" y="125"/>
                  <a:pt x="131" y="123"/>
                </a:cubicBezTo>
                <a:cubicBezTo>
                  <a:pt x="132" y="121"/>
                  <a:pt x="133" y="119"/>
                  <a:pt x="133" y="117"/>
                </a:cubicBezTo>
                <a:cubicBezTo>
                  <a:pt x="133" y="115"/>
                  <a:pt x="132" y="113"/>
                  <a:pt x="131" y="111"/>
                </a:cubicBezTo>
                <a:cubicBezTo>
                  <a:pt x="131" y="109"/>
                  <a:pt x="129" y="107"/>
                  <a:pt x="128" y="106"/>
                </a:cubicBezTo>
                <a:cubicBezTo>
                  <a:pt x="127" y="105"/>
                  <a:pt x="125" y="103"/>
                  <a:pt x="123" y="103"/>
                </a:cubicBezTo>
                <a:cubicBezTo>
                  <a:pt x="121" y="102"/>
                  <a:pt x="119" y="101"/>
                  <a:pt x="117" y="101"/>
                </a:cubicBezTo>
                <a:cubicBezTo>
                  <a:pt x="115" y="101"/>
                  <a:pt x="113" y="102"/>
                  <a:pt x="111" y="103"/>
                </a:cubicBezTo>
                <a:close/>
                <a:moveTo>
                  <a:pt x="103" y="217"/>
                </a:moveTo>
                <a:cubicBezTo>
                  <a:pt x="104" y="218"/>
                  <a:pt x="105" y="220"/>
                  <a:pt x="107" y="221"/>
                </a:cubicBezTo>
                <a:cubicBezTo>
                  <a:pt x="108" y="223"/>
                  <a:pt x="110" y="224"/>
                  <a:pt x="111" y="225"/>
                </a:cubicBezTo>
                <a:cubicBezTo>
                  <a:pt x="113" y="226"/>
                  <a:pt x="115" y="226"/>
                  <a:pt x="117" y="226"/>
                </a:cubicBezTo>
                <a:cubicBezTo>
                  <a:pt x="119" y="226"/>
                  <a:pt x="121" y="226"/>
                  <a:pt x="123" y="225"/>
                </a:cubicBezTo>
                <a:cubicBezTo>
                  <a:pt x="125" y="224"/>
                  <a:pt x="127" y="223"/>
                  <a:pt x="128" y="221"/>
                </a:cubicBezTo>
                <a:cubicBezTo>
                  <a:pt x="129" y="220"/>
                  <a:pt x="131" y="218"/>
                  <a:pt x="131" y="217"/>
                </a:cubicBezTo>
                <a:cubicBezTo>
                  <a:pt x="132" y="215"/>
                  <a:pt x="133" y="213"/>
                  <a:pt x="133" y="211"/>
                </a:cubicBezTo>
                <a:cubicBezTo>
                  <a:pt x="133" y="208"/>
                  <a:pt x="132" y="207"/>
                  <a:pt x="131" y="205"/>
                </a:cubicBezTo>
                <a:cubicBezTo>
                  <a:pt x="131" y="203"/>
                  <a:pt x="129" y="201"/>
                  <a:pt x="128" y="200"/>
                </a:cubicBezTo>
                <a:cubicBezTo>
                  <a:pt x="127" y="198"/>
                  <a:pt x="125" y="197"/>
                  <a:pt x="123" y="197"/>
                </a:cubicBezTo>
                <a:cubicBezTo>
                  <a:pt x="121" y="196"/>
                  <a:pt x="119" y="195"/>
                  <a:pt x="117" y="195"/>
                </a:cubicBezTo>
                <a:cubicBezTo>
                  <a:pt x="115" y="195"/>
                  <a:pt x="113" y="196"/>
                  <a:pt x="111" y="197"/>
                </a:cubicBezTo>
                <a:cubicBezTo>
                  <a:pt x="110" y="197"/>
                  <a:pt x="108" y="198"/>
                  <a:pt x="107" y="200"/>
                </a:cubicBezTo>
                <a:cubicBezTo>
                  <a:pt x="105" y="201"/>
                  <a:pt x="104" y="203"/>
                  <a:pt x="103" y="205"/>
                </a:cubicBezTo>
                <a:cubicBezTo>
                  <a:pt x="103" y="207"/>
                  <a:pt x="102" y="208"/>
                  <a:pt x="102" y="211"/>
                </a:cubicBezTo>
                <a:cubicBezTo>
                  <a:pt x="102" y="213"/>
                  <a:pt x="103" y="215"/>
                  <a:pt x="103" y="217"/>
                </a:cubicBezTo>
                <a:close/>
                <a:moveTo>
                  <a:pt x="173" y="143"/>
                </a:moveTo>
                <a:cubicBezTo>
                  <a:pt x="176" y="144"/>
                  <a:pt x="178" y="146"/>
                  <a:pt x="180" y="148"/>
                </a:cubicBezTo>
                <a:cubicBezTo>
                  <a:pt x="182" y="150"/>
                  <a:pt x="184" y="152"/>
                  <a:pt x="185" y="155"/>
                </a:cubicBezTo>
                <a:cubicBezTo>
                  <a:pt x="186" y="158"/>
                  <a:pt x="187" y="161"/>
                  <a:pt x="187" y="164"/>
                </a:cubicBezTo>
                <a:cubicBezTo>
                  <a:pt x="187" y="167"/>
                  <a:pt x="186" y="170"/>
                  <a:pt x="185" y="173"/>
                </a:cubicBezTo>
                <a:cubicBezTo>
                  <a:pt x="184" y="175"/>
                  <a:pt x="182" y="178"/>
                  <a:pt x="180" y="180"/>
                </a:cubicBezTo>
                <a:cubicBezTo>
                  <a:pt x="178" y="182"/>
                  <a:pt x="176" y="184"/>
                  <a:pt x="173" y="185"/>
                </a:cubicBezTo>
                <a:cubicBezTo>
                  <a:pt x="170" y="186"/>
                  <a:pt x="167" y="187"/>
                  <a:pt x="164" y="187"/>
                </a:cubicBezTo>
                <a:cubicBezTo>
                  <a:pt x="161" y="187"/>
                  <a:pt x="158" y="186"/>
                  <a:pt x="155" y="185"/>
                </a:cubicBezTo>
                <a:cubicBezTo>
                  <a:pt x="152" y="184"/>
                  <a:pt x="150" y="182"/>
                  <a:pt x="148" y="180"/>
                </a:cubicBezTo>
                <a:cubicBezTo>
                  <a:pt x="146" y="178"/>
                  <a:pt x="144" y="175"/>
                  <a:pt x="143" y="173"/>
                </a:cubicBezTo>
                <a:cubicBezTo>
                  <a:pt x="142" y="170"/>
                  <a:pt x="141" y="167"/>
                  <a:pt x="141" y="164"/>
                </a:cubicBezTo>
                <a:cubicBezTo>
                  <a:pt x="141" y="161"/>
                  <a:pt x="142" y="158"/>
                  <a:pt x="143" y="155"/>
                </a:cubicBezTo>
                <a:cubicBezTo>
                  <a:pt x="144" y="152"/>
                  <a:pt x="146" y="150"/>
                  <a:pt x="148" y="148"/>
                </a:cubicBezTo>
                <a:cubicBezTo>
                  <a:pt x="150" y="146"/>
                  <a:pt x="152" y="144"/>
                  <a:pt x="155" y="143"/>
                </a:cubicBezTo>
                <a:cubicBezTo>
                  <a:pt x="158" y="142"/>
                  <a:pt x="161" y="141"/>
                  <a:pt x="164" y="141"/>
                </a:cubicBezTo>
                <a:cubicBezTo>
                  <a:pt x="167" y="141"/>
                  <a:pt x="170" y="142"/>
                  <a:pt x="173" y="143"/>
                </a:cubicBezTo>
                <a:close/>
                <a:moveTo>
                  <a:pt x="156" y="90"/>
                </a:moveTo>
                <a:cubicBezTo>
                  <a:pt x="153" y="89"/>
                  <a:pt x="150" y="87"/>
                  <a:pt x="148" y="85"/>
                </a:cubicBezTo>
                <a:cubicBezTo>
                  <a:pt x="146" y="83"/>
                  <a:pt x="145" y="81"/>
                  <a:pt x="143" y="78"/>
                </a:cubicBezTo>
                <a:cubicBezTo>
                  <a:pt x="142" y="75"/>
                  <a:pt x="142" y="72"/>
                  <a:pt x="142" y="69"/>
                </a:cubicBezTo>
                <a:cubicBezTo>
                  <a:pt x="142" y="66"/>
                  <a:pt x="142" y="63"/>
                  <a:pt x="143" y="60"/>
                </a:cubicBezTo>
                <a:cubicBezTo>
                  <a:pt x="145" y="58"/>
                  <a:pt x="146" y="55"/>
                  <a:pt x="148" y="53"/>
                </a:cubicBezTo>
                <a:cubicBezTo>
                  <a:pt x="150" y="51"/>
                  <a:pt x="153" y="49"/>
                  <a:pt x="156" y="48"/>
                </a:cubicBezTo>
                <a:cubicBezTo>
                  <a:pt x="158" y="47"/>
                  <a:pt x="161" y="46"/>
                  <a:pt x="165" y="46"/>
                </a:cubicBezTo>
                <a:cubicBezTo>
                  <a:pt x="168" y="46"/>
                  <a:pt x="171" y="47"/>
                  <a:pt x="173" y="48"/>
                </a:cubicBezTo>
                <a:cubicBezTo>
                  <a:pt x="176" y="49"/>
                  <a:pt x="179" y="51"/>
                  <a:pt x="181" y="53"/>
                </a:cubicBezTo>
                <a:cubicBezTo>
                  <a:pt x="183" y="55"/>
                  <a:pt x="184" y="58"/>
                  <a:pt x="186" y="60"/>
                </a:cubicBezTo>
                <a:cubicBezTo>
                  <a:pt x="187" y="63"/>
                  <a:pt x="187" y="66"/>
                  <a:pt x="187" y="69"/>
                </a:cubicBezTo>
                <a:cubicBezTo>
                  <a:pt x="187" y="72"/>
                  <a:pt x="187" y="75"/>
                  <a:pt x="186" y="78"/>
                </a:cubicBezTo>
                <a:cubicBezTo>
                  <a:pt x="184" y="81"/>
                  <a:pt x="183" y="83"/>
                  <a:pt x="181" y="85"/>
                </a:cubicBezTo>
                <a:cubicBezTo>
                  <a:pt x="179" y="87"/>
                  <a:pt x="176" y="89"/>
                  <a:pt x="173" y="90"/>
                </a:cubicBezTo>
                <a:cubicBezTo>
                  <a:pt x="171" y="91"/>
                  <a:pt x="168" y="92"/>
                  <a:pt x="165" y="92"/>
                </a:cubicBezTo>
                <a:cubicBezTo>
                  <a:pt x="161" y="92"/>
                  <a:pt x="158" y="91"/>
                  <a:pt x="156" y="90"/>
                </a:cubicBezTo>
                <a:close/>
                <a:moveTo>
                  <a:pt x="170" y="178"/>
                </a:moveTo>
                <a:cubicBezTo>
                  <a:pt x="172" y="177"/>
                  <a:pt x="173" y="176"/>
                  <a:pt x="175" y="175"/>
                </a:cubicBezTo>
                <a:cubicBezTo>
                  <a:pt x="176" y="173"/>
                  <a:pt x="177" y="172"/>
                  <a:pt x="178" y="170"/>
                </a:cubicBezTo>
                <a:cubicBezTo>
                  <a:pt x="179" y="168"/>
                  <a:pt x="179" y="166"/>
                  <a:pt x="179" y="164"/>
                </a:cubicBezTo>
                <a:cubicBezTo>
                  <a:pt x="179" y="162"/>
                  <a:pt x="179" y="160"/>
                  <a:pt x="178" y="158"/>
                </a:cubicBezTo>
                <a:cubicBezTo>
                  <a:pt x="177" y="156"/>
                  <a:pt x="176" y="154"/>
                  <a:pt x="175" y="153"/>
                </a:cubicBezTo>
                <a:cubicBezTo>
                  <a:pt x="173" y="152"/>
                  <a:pt x="172" y="151"/>
                  <a:pt x="170" y="150"/>
                </a:cubicBezTo>
                <a:cubicBezTo>
                  <a:pt x="168" y="149"/>
                  <a:pt x="166" y="149"/>
                  <a:pt x="164" y="149"/>
                </a:cubicBezTo>
                <a:cubicBezTo>
                  <a:pt x="162" y="149"/>
                  <a:pt x="160" y="149"/>
                  <a:pt x="158" y="150"/>
                </a:cubicBezTo>
                <a:cubicBezTo>
                  <a:pt x="156" y="151"/>
                  <a:pt x="155" y="152"/>
                  <a:pt x="153" y="153"/>
                </a:cubicBezTo>
                <a:cubicBezTo>
                  <a:pt x="152" y="154"/>
                  <a:pt x="151" y="156"/>
                  <a:pt x="150" y="158"/>
                </a:cubicBezTo>
                <a:cubicBezTo>
                  <a:pt x="149" y="160"/>
                  <a:pt x="149" y="162"/>
                  <a:pt x="149" y="164"/>
                </a:cubicBezTo>
                <a:cubicBezTo>
                  <a:pt x="149" y="166"/>
                  <a:pt x="149" y="168"/>
                  <a:pt x="150" y="170"/>
                </a:cubicBezTo>
                <a:cubicBezTo>
                  <a:pt x="151" y="172"/>
                  <a:pt x="152" y="173"/>
                  <a:pt x="153" y="175"/>
                </a:cubicBezTo>
                <a:cubicBezTo>
                  <a:pt x="155" y="176"/>
                  <a:pt x="156" y="177"/>
                  <a:pt x="158" y="178"/>
                </a:cubicBezTo>
                <a:cubicBezTo>
                  <a:pt x="160" y="179"/>
                  <a:pt x="162" y="179"/>
                  <a:pt x="164" y="179"/>
                </a:cubicBezTo>
                <a:cubicBezTo>
                  <a:pt x="166" y="179"/>
                  <a:pt x="168" y="179"/>
                  <a:pt x="170" y="178"/>
                </a:cubicBezTo>
                <a:close/>
                <a:moveTo>
                  <a:pt x="159" y="55"/>
                </a:moveTo>
                <a:cubicBezTo>
                  <a:pt x="157" y="56"/>
                  <a:pt x="155" y="57"/>
                  <a:pt x="154" y="58"/>
                </a:cubicBezTo>
                <a:cubicBezTo>
                  <a:pt x="152" y="60"/>
                  <a:pt x="151" y="61"/>
                  <a:pt x="150" y="63"/>
                </a:cubicBezTo>
                <a:cubicBezTo>
                  <a:pt x="150" y="65"/>
                  <a:pt x="149" y="67"/>
                  <a:pt x="149" y="69"/>
                </a:cubicBezTo>
                <a:cubicBezTo>
                  <a:pt x="149" y="71"/>
                  <a:pt x="150" y="73"/>
                  <a:pt x="150" y="75"/>
                </a:cubicBezTo>
                <a:cubicBezTo>
                  <a:pt x="151" y="77"/>
                  <a:pt x="152" y="79"/>
                  <a:pt x="154" y="80"/>
                </a:cubicBezTo>
                <a:cubicBezTo>
                  <a:pt x="155" y="81"/>
                  <a:pt x="157" y="82"/>
                  <a:pt x="159" y="83"/>
                </a:cubicBezTo>
                <a:cubicBezTo>
                  <a:pt x="160" y="84"/>
                  <a:pt x="162" y="84"/>
                  <a:pt x="165" y="84"/>
                </a:cubicBezTo>
                <a:cubicBezTo>
                  <a:pt x="167" y="84"/>
                  <a:pt x="169" y="84"/>
                  <a:pt x="170" y="83"/>
                </a:cubicBezTo>
                <a:cubicBezTo>
                  <a:pt x="172" y="82"/>
                  <a:pt x="174" y="81"/>
                  <a:pt x="175" y="80"/>
                </a:cubicBezTo>
                <a:cubicBezTo>
                  <a:pt x="177" y="79"/>
                  <a:pt x="178" y="77"/>
                  <a:pt x="179" y="75"/>
                </a:cubicBezTo>
                <a:cubicBezTo>
                  <a:pt x="179" y="73"/>
                  <a:pt x="180" y="71"/>
                  <a:pt x="180" y="69"/>
                </a:cubicBezTo>
                <a:cubicBezTo>
                  <a:pt x="180" y="67"/>
                  <a:pt x="179" y="65"/>
                  <a:pt x="179" y="63"/>
                </a:cubicBezTo>
                <a:cubicBezTo>
                  <a:pt x="178" y="61"/>
                  <a:pt x="177" y="60"/>
                  <a:pt x="175" y="58"/>
                </a:cubicBezTo>
                <a:cubicBezTo>
                  <a:pt x="174" y="57"/>
                  <a:pt x="172" y="56"/>
                  <a:pt x="170" y="55"/>
                </a:cubicBezTo>
                <a:cubicBezTo>
                  <a:pt x="169" y="54"/>
                  <a:pt x="167" y="54"/>
                  <a:pt x="165" y="54"/>
                </a:cubicBezTo>
                <a:cubicBezTo>
                  <a:pt x="162" y="54"/>
                  <a:pt x="160" y="54"/>
                  <a:pt x="159" y="55"/>
                </a:cubicBezTo>
                <a:close/>
                <a:moveTo>
                  <a:pt x="206" y="103"/>
                </a:moveTo>
                <a:cubicBezTo>
                  <a:pt x="204" y="104"/>
                  <a:pt x="202" y="105"/>
                  <a:pt x="201" y="106"/>
                </a:cubicBezTo>
                <a:cubicBezTo>
                  <a:pt x="200" y="108"/>
                  <a:pt x="198" y="109"/>
                  <a:pt x="198" y="111"/>
                </a:cubicBezTo>
                <a:cubicBezTo>
                  <a:pt x="197" y="113"/>
                  <a:pt x="196" y="115"/>
                  <a:pt x="196" y="117"/>
                </a:cubicBezTo>
                <a:cubicBezTo>
                  <a:pt x="196" y="119"/>
                  <a:pt x="197" y="121"/>
                  <a:pt x="198" y="123"/>
                </a:cubicBezTo>
                <a:cubicBezTo>
                  <a:pt x="198" y="125"/>
                  <a:pt x="200" y="126"/>
                  <a:pt x="201" y="128"/>
                </a:cubicBezTo>
                <a:cubicBezTo>
                  <a:pt x="202" y="129"/>
                  <a:pt x="204" y="130"/>
                  <a:pt x="206" y="131"/>
                </a:cubicBezTo>
                <a:cubicBezTo>
                  <a:pt x="208" y="132"/>
                  <a:pt x="210" y="132"/>
                  <a:pt x="212" y="132"/>
                </a:cubicBezTo>
                <a:cubicBezTo>
                  <a:pt x="214" y="132"/>
                  <a:pt x="216" y="132"/>
                  <a:pt x="218" y="131"/>
                </a:cubicBezTo>
                <a:cubicBezTo>
                  <a:pt x="219" y="130"/>
                  <a:pt x="221" y="129"/>
                  <a:pt x="222" y="128"/>
                </a:cubicBezTo>
                <a:cubicBezTo>
                  <a:pt x="224" y="126"/>
                  <a:pt x="225" y="125"/>
                  <a:pt x="226" y="123"/>
                </a:cubicBezTo>
                <a:cubicBezTo>
                  <a:pt x="226" y="121"/>
                  <a:pt x="227" y="119"/>
                  <a:pt x="227" y="117"/>
                </a:cubicBezTo>
                <a:cubicBezTo>
                  <a:pt x="227" y="115"/>
                  <a:pt x="226" y="113"/>
                  <a:pt x="226" y="111"/>
                </a:cubicBezTo>
                <a:cubicBezTo>
                  <a:pt x="225" y="109"/>
                  <a:pt x="224" y="108"/>
                  <a:pt x="222" y="106"/>
                </a:cubicBezTo>
                <a:cubicBezTo>
                  <a:pt x="221" y="105"/>
                  <a:pt x="219" y="104"/>
                  <a:pt x="218" y="103"/>
                </a:cubicBezTo>
                <a:cubicBezTo>
                  <a:pt x="216" y="102"/>
                  <a:pt x="214" y="102"/>
                  <a:pt x="212" y="102"/>
                </a:cubicBezTo>
                <a:cubicBezTo>
                  <a:pt x="210" y="102"/>
                  <a:pt x="208" y="102"/>
                  <a:pt x="206" y="1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15" name="Freeform 117"/>
          <p:cNvSpPr>
            <a:spLocks noEditPoints="1"/>
          </p:cNvSpPr>
          <p:nvPr/>
        </p:nvSpPr>
        <p:spPr bwMode="auto">
          <a:xfrm>
            <a:off x="1721130" y="4418097"/>
            <a:ext cx="269293" cy="323587"/>
          </a:xfrm>
          <a:custGeom>
            <a:avLst/>
            <a:gdLst>
              <a:gd name="T0" fmla="*/ 126 w 187"/>
              <a:gd name="T1" fmla="*/ 172 h 225"/>
              <a:gd name="T2" fmla="*/ 62 w 187"/>
              <a:gd name="T3" fmla="*/ 180 h 225"/>
              <a:gd name="T4" fmla="*/ 11 w 187"/>
              <a:gd name="T5" fmla="*/ 141 h 225"/>
              <a:gd name="T6" fmla="*/ 3 w 187"/>
              <a:gd name="T7" fmla="*/ 77 h 225"/>
              <a:gd name="T8" fmla="*/ 42 w 187"/>
              <a:gd name="T9" fmla="*/ 26 h 225"/>
              <a:gd name="T10" fmla="*/ 106 w 187"/>
              <a:gd name="T11" fmla="*/ 18 h 225"/>
              <a:gd name="T12" fmla="*/ 157 w 187"/>
              <a:gd name="T13" fmla="*/ 57 h 225"/>
              <a:gd name="T14" fmla="*/ 165 w 187"/>
              <a:gd name="T15" fmla="*/ 121 h 225"/>
              <a:gd name="T16" fmla="*/ 35 w 187"/>
              <a:gd name="T17" fmla="*/ 107 h 225"/>
              <a:gd name="T18" fmla="*/ 9 w 187"/>
              <a:gd name="T19" fmla="*/ 100 h 225"/>
              <a:gd name="T20" fmla="*/ 40 w 187"/>
              <a:gd name="T21" fmla="*/ 83 h 225"/>
              <a:gd name="T22" fmla="*/ 29 w 187"/>
              <a:gd name="T23" fmla="*/ 49 h 225"/>
              <a:gd name="T24" fmla="*/ 40 w 187"/>
              <a:gd name="T25" fmla="*/ 83 h 225"/>
              <a:gd name="T26" fmla="*/ 25 w 187"/>
              <a:gd name="T27" fmla="*/ 145 h 225"/>
              <a:gd name="T28" fmla="*/ 57 w 187"/>
              <a:gd name="T29" fmla="*/ 47 h 225"/>
              <a:gd name="T30" fmla="*/ 56 w 187"/>
              <a:gd name="T31" fmla="*/ 30 h 225"/>
              <a:gd name="T32" fmla="*/ 78 w 187"/>
              <a:gd name="T33" fmla="*/ 103 h 225"/>
              <a:gd name="T34" fmla="*/ 44 w 187"/>
              <a:gd name="T35" fmla="*/ 124 h 225"/>
              <a:gd name="T36" fmla="*/ 68 w 187"/>
              <a:gd name="T37" fmla="*/ 141 h 225"/>
              <a:gd name="T38" fmla="*/ 50 w 187"/>
              <a:gd name="T39" fmla="*/ 156 h 225"/>
              <a:gd name="T40" fmla="*/ 68 w 187"/>
              <a:gd name="T41" fmla="*/ 141 h 225"/>
              <a:gd name="T42" fmla="*/ 49 w 187"/>
              <a:gd name="T43" fmla="*/ 85 h 225"/>
              <a:gd name="T44" fmla="*/ 62 w 187"/>
              <a:gd name="T45" fmla="*/ 58 h 225"/>
              <a:gd name="T46" fmla="*/ 127 w 187"/>
              <a:gd name="T47" fmla="*/ 193 h 225"/>
              <a:gd name="T48" fmla="*/ 125 w 187"/>
              <a:gd name="T49" fmla="*/ 214 h 225"/>
              <a:gd name="T50" fmla="*/ 62 w 187"/>
              <a:gd name="T51" fmla="*/ 214 h 225"/>
              <a:gd name="T52" fmla="*/ 73 w 187"/>
              <a:gd name="T53" fmla="*/ 201 h 225"/>
              <a:gd name="T54" fmla="*/ 85 w 187"/>
              <a:gd name="T55" fmla="*/ 193 h 225"/>
              <a:gd name="T56" fmla="*/ 150 w 187"/>
              <a:gd name="T57" fmla="*/ 166 h 225"/>
              <a:gd name="T58" fmla="*/ 178 w 187"/>
              <a:gd name="T59" fmla="*/ 99 h 225"/>
              <a:gd name="T60" fmla="*/ 151 w 187"/>
              <a:gd name="T61" fmla="*/ 34 h 225"/>
              <a:gd name="T62" fmla="*/ 111 w 187"/>
              <a:gd name="T63" fmla="*/ 0 h 225"/>
              <a:gd name="T64" fmla="*/ 173 w 187"/>
              <a:gd name="T65" fmla="*/ 48 h 225"/>
              <a:gd name="T66" fmla="*/ 183 w 187"/>
              <a:gd name="T67" fmla="*/ 126 h 225"/>
              <a:gd name="T68" fmla="*/ 99 w 187"/>
              <a:gd name="T69" fmla="*/ 27 h 225"/>
              <a:gd name="T70" fmla="*/ 75 w 187"/>
              <a:gd name="T71" fmla="*/ 40 h 225"/>
              <a:gd name="T72" fmla="*/ 77 w 187"/>
              <a:gd name="T73" fmla="*/ 143 h 225"/>
              <a:gd name="T74" fmla="*/ 101 w 187"/>
              <a:gd name="T75" fmla="*/ 149 h 225"/>
              <a:gd name="T76" fmla="*/ 106 w 187"/>
              <a:gd name="T77" fmla="*/ 141 h 225"/>
              <a:gd name="T78" fmla="*/ 87 w 187"/>
              <a:gd name="T79" fmla="*/ 105 h 225"/>
              <a:gd name="T80" fmla="*/ 121 w 187"/>
              <a:gd name="T81" fmla="*/ 104 h 225"/>
              <a:gd name="T82" fmla="*/ 90 w 187"/>
              <a:gd name="T83" fmla="*/ 96 h 225"/>
              <a:gd name="T84" fmla="*/ 91 w 187"/>
              <a:gd name="T85" fmla="*/ 174 h 225"/>
              <a:gd name="T86" fmla="*/ 111 w 187"/>
              <a:gd name="T87" fmla="*/ 152 h 225"/>
              <a:gd name="T88" fmla="*/ 121 w 187"/>
              <a:gd name="T89" fmla="*/ 53 h 225"/>
              <a:gd name="T90" fmla="*/ 108 w 187"/>
              <a:gd name="T91" fmla="*/ 29 h 225"/>
              <a:gd name="T92" fmla="*/ 123 w 187"/>
              <a:gd name="T93" fmla="*/ 131 h 225"/>
              <a:gd name="T94" fmla="*/ 148 w 187"/>
              <a:gd name="T95" fmla="*/ 137 h 225"/>
              <a:gd name="T96" fmla="*/ 134 w 187"/>
              <a:gd name="T97" fmla="*/ 67 h 225"/>
              <a:gd name="T98" fmla="*/ 127 w 187"/>
              <a:gd name="T99" fmla="*/ 38 h 225"/>
              <a:gd name="T100" fmla="*/ 133 w 187"/>
              <a:gd name="T101" fmla="*/ 92 h 225"/>
              <a:gd name="T102" fmla="*/ 159 w 187"/>
              <a:gd name="T103" fmla="*/ 98 h 2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87" h="225">
                <a:moveTo>
                  <a:pt x="157" y="142"/>
                </a:moveTo>
                <a:cubicBezTo>
                  <a:pt x="153" y="148"/>
                  <a:pt x="148" y="154"/>
                  <a:pt x="143" y="159"/>
                </a:cubicBezTo>
                <a:cubicBezTo>
                  <a:pt x="138" y="164"/>
                  <a:pt x="132" y="168"/>
                  <a:pt x="126" y="172"/>
                </a:cubicBezTo>
                <a:cubicBezTo>
                  <a:pt x="120" y="176"/>
                  <a:pt x="113" y="178"/>
                  <a:pt x="106" y="180"/>
                </a:cubicBezTo>
                <a:cubicBezTo>
                  <a:pt x="99" y="182"/>
                  <a:pt x="92" y="183"/>
                  <a:pt x="85" y="183"/>
                </a:cubicBezTo>
                <a:cubicBezTo>
                  <a:pt x="77" y="183"/>
                  <a:pt x="70" y="182"/>
                  <a:pt x="62" y="180"/>
                </a:cubicBezTo>
                <a:cubicBezTo>
                  <a:pt x="55" y="178"/>
                  <a:pt x="48" y="176"/>
                  <a:pt x="42" y="172"/>
                </a:cubicBezTo>
                <a:cubicBezTo>
                  <a:pt x="35" y="168"/>
                  <a:pt x="29" y="164"/>
                  <a:pt x="24" y="158"/>
                </a:cubicBezTo>
                <a:cubicBezTo>
                  <a:pt x="19" y="153"/>
                  <a:pt x="15" y="147"/>
                  <a:pt x="11" y="141"/>
                </a:cubicBezTo>
                <a:cubicBezTo>
                  <a:pt x="8" y="135"/>
                  <a:pt x="5" y="128"/>
                  <a:pt x="3" y="121"/>
                </a:cubicBezTo>
                <a:cubicBezTo>
                  <a:pt x="1" y="114"/>
                  <a:pt x="0" y="107"/>
                  <a:pt x="0" y="100"/>
                </a:cubicBezTo>
                <a:cubicBezTo>
                  <a:pt x="0" y="92"/>
                  <a:pt x="1" y="85"/>
                  <a:pt x="3" y="77"/>
                </a:cubicBezTo>
                <a:cubicBezTo>
                  <a:pt x="5" y="70"/>
                  <a:pt x="8" y="63"/>
                  <a:pt x="12" y="57"/>
                </a:cubicBezTo>
                <a:cubicBezTo>
                  <a:pt x="15" y="50"/>
                  <a:pt x="20" y="45"/>
                  <a:pt x="25" y="40"/>
                </a:cubicBezTo>
                <a:cubicBezTo>
                  <a:pt x="30" y="34"/>
                  <a:pt x="36" y="30"/>
                  <a:pt x="42" y="26"/>
                </a:cubicBezTo>
                <a:cubicBezTo>
                  <a:pt x="48" y="23"/>
                  <a:pt x="55" y="20"/>
                  <a:pt x="62" y="18"/>
                </a:cubicBezTo>
                <a:cubicBezTo>
                  <a:pt x="69" y="16"/>
                  <a:pt x="76" y="15"/>
                  <a:pt x="84" y="15"/>
                </a:cubicBezTo>
                <a:cubicBezTo>
                  <a:pt x="91" y="15"/>
                  <a:pt x="98" y="16"/>
                  <a:pt x="106" y="18"/>
                </a:cubicBezTo>
                <a:cubicBezTo>
                  <a:pt x="113" y="20"/>
                  <a:pt x="120" y="23"/>
                  <a:pt x="127" y="27"/>
                </a:cubicBezTo>
                <a:cubicBezTo>
                  <a:pt x="133" y="31"/>
                  <a:pt x="139" y="35"/>
                  <a:pt x="144" y="40"/>
                </a:cubicBezTo>
                <a:cubicBezTo>
                  <a:pt x="149" y="45"/>
                  <a:pt x="153" y="51"/>
                  <a:pt x="157" y="57"/>
                </a:cubicBezTo>
                <a:cubicBezTo>
                  <a:pt x="160" y="64"/>
                  <a:pt x="163" y="70"/>
                  <a:pt x="165" y="77"/>
                </a:cubicBezTo>
                <a:cubicBezTo>
                  <a:pt x="167" y="84"/>
                  <a:pt x="168" y="91"/>
                  <a:pt x="168" y="99"/>
                </a:cubicBezTo>
                <a:cubicBezTo>
                  <a:pt x="168" y="106"/>
                  <a:pt x="167" y="114"/>
                  <a:pt x="165" y="121"/>
                </a:cubicBezTo>
                <a:cubicBezTo>
                  <a:pt x="163" y="128"/>
                  <a:pt x="160" y="135"/>
                  <a:pt x="157" y="142"/>
                </a:cubicBezTo>
                <a:close/>
                <a:moveTo>
                  <a:pt x="34" y="122"/>
                </a:moveTo>
                <a:cubicBezTo>
                  <a:pt x="34" y="117"/>
                  <a:pt x="35" y="112"/>
                  <a:pt x="35" y="107"/>
                </a:cubicBezTo>
                <a:cubicBezTo>
                  <a:pt x="36" y="102"/>
                  <a:pt x="37" y="97"/>
                  <a:pt x="38" y="92"/>
                </a:cubicBezTo>
                <a:cubicBezTo>
                  <a:pt x="11" y="84"/>
                  <a:pt x="11" y="84"/>
                  <a:pt x="11" y="84"/>
                </a:cubicBezTo>
                <a:cubicBezTo>
                  <a:pt x="10" y="90"/>
                  <a:pt x="9" y="95"/>
                  <a:pt x="9" y="100"/>
                </a:cubicBezTo>
                <a:cubicBezTo>
                  <a:pt x="10" y="105"/>
                  <a:pt x="10" y="111"/>
                  <a:pt x="11" y="116"/>
                </a:cubicBezTo>
                <a:lnTo>
                  <a:pt x="34" y="122"/>
                </a:lnTo>
                <a:close/>
                <a:moveTo>
                  <a:pt x="40" y="83"/>
                </a:moveTo>
                <a:cubicBezTo>
                  <a:pt x="42" y="78"/>
                  <a:pt x="44" y="73"/>
                  <a:pt x="46" y="68"/>
                </a:cubicBezTo>
                <a:cubicBezTo>
                  <a:pt x="47" y="63"/>
                  <a:pt x="50" y="59"/>
                  <a:pt x="52" y="55"/>
                </a:cubicBezTo>
                <a:cubicBezTo>
                  <a:pt x="29" y="49"/>
                  <a:pt x="29" y="49"/>
                  <a:pt x="29" y="49"/>
                </a:cubicBezTo>
                <a:cubicBezTo>
                  <a:pt x="26" y="52"/>
                  <a:pt x="23" y="57"/>
                  <a:pt x="20" y="61"/>
                </a:cubicBezTo>
                <a:cubicBezTo>
                  <a:pt x="17" y="66"/>
                  <a:pt x="15" y="70"/>
                  <a:pt x="13" y="75"/>
                </a:cubicBezTo>
                <a:lnTo>
                  <a:pt x="40" y="83"/>
                </a:lnTo>
                <a:close/>
                <a:moveTo>
                  <a:pt x="34" y="131"/>
                </a:moveTo>
                <a:cubicBezTo>
                  <a:pt x="14" y="126"/>
                  <a:pt x="14" y="126"/>
                  <a:pt x="14" y="126"/>
                </a:cubicBezTo>
                <a:cubicBezTo>
                  <a:pt x="17" y="133"/>
                  <a:pt x="21" y="139"/>
                  <a:pt x="25" y="145"/>
                </a:cubicBezTo>
                <a:cubicBezTo>
                  <a:pt x="30" y="151"/>
                  <a:pt x="35" y="156"/>
                  <a:pt x="41" y="160"/>
                </a:cubicBezTo>
                <a:cubicBezTo>
                  <a:pt x="37" y="152"/>
                  <a:pt x="35" y="143"/>
                  <a:pt x="34" y="131"/>
                </a:cubicBezTo>
                <a:close/>
                <a:moveTo>
                  <a:pt x="57" y="47"/>
                </a:moveTo>
                <a:cubicBezTo>
                  <a:pt x="60" y="42"/>
                  <a:pt x="63" y="38"/>
                  <a:pt x="67" y="34"/>
                </a:cubicBezTo>
                <a:cubicBezTo>
                  <a:pt x="70" y="30"/>
                  <a:pt x="74" y="27"/>
                  <a:pt x="77" y="25"/>
                </a:cubicBezTo>
                <a:cubicBezTo>
                  <a:pt x="70" y="26"/>
                  <a:pt x="63" y="27"/>
                  <a:pt x="56" y="30"/>
                </a:cubicBezTo>
                <a:cubicBezTo>
                  <a:pt x="49" y="33"/>
                  <a:pt x="43" y="37"/>
                  <a:pt x="37" y="41"/>
                </a:cubicBezTo>
                <a:lnTo>
                  <a:pt x="57" y="47"/>
                </a:lnTo>
                <a:close/>
                <a:moveTo>
                  <a:pt x="78" y="103"/>
                </a:moveTo>
                <a:cubicBezTo>
                  <a:pt x="47" y="94"/>
                  <a:pt x="47" y="94"/>
                  <a:pt x="47" y="94"/>
                </a:cubicBezTo>
                <a:cubicBezTo>
                  <a:pt x="46" y="99"/>
                  <a:pt x="45" y="104"/>
                  <a:pt x="45" y="109"/>
                </a:cubicBezTo>
                <a:cubicBezTo>
                  <a:pt x="44" y="115"/>
                  <a:pt x="44" y="120"/>
                  <a:pt x="44" y="124"/>
                </a:cubicBezTo>
                <a:cubicBezTo>
                  <a:pt x="71" y="131"/>
                  <a:pt x="71" y="131"/>
                  <a:pt x="71" y="131"/>
                </a:cubicBezTo>
                <a:lnTo>
                  <a:pt x="78" y="103"/>
                </a:lnTo>
                <a:close/>
                <a:moveTo>
                  <a:pt x="68" y="141"/>
                </a:moveTo>
                <a:cubicBezTo>
                  <a:pt x="45" y="134"/>
                  <a:pt x="45" y="134"/>
                  <a:pt x="45" y="134"/>
                </a:cubicBezTo>
                <a:cubicBezTo>
                  <a:pt x="45" y="138"/>
                  <a:pt x="46" y="142"/>
                  <a:pt x="47" y="146"/>
                </a:cubicBezTo>
                <a:cubicBezTo>
                  <a:pt x="48" y="150"/>
                  <a:pt x="49" y="153"/>
                  <a:pt x="50" y="156"/>
                </a:cubicBezTo>
                <a:cubicBezTo>
                  <a:pt x="52" y="159"/>
                  <a:pt x="53" y="162"/>
                  <a:pt x="55" y="164"/>
                </a:cubicBezTo>
                <a:cubicBezTo>
                  <a:pt x="57" y="166"/>
                  <a:pt x="59" y="168"/>
                  <a:pt x="61" y="170"/>
                </a:cubicBezTo>
                <a:lnTo>
                  <a:pt x="68" y="141"/>
                </a:lnTo>
                <a:close/>
                <a:moveTo>
                  <a:pt x="62" y="58"/>
                </a:moveTo>
                <a:cubicBezTo>
                  <a:pt x="59" y="62"/>
                  <a:pt x="57" y="66"/>
                  <a:pt x="55" y="71"/>
                </a:cubicBezTo>
                <a:cubicBezTo>
                  <a:pt x="53" y="75"/>
                  <a:pt x="51" y="80"/>
                  <a:pt x="49" y="85"/>
                </a:cubicBezTo>
                <a:cubicBezTo>
                  <a:pt x="81" y="94"/>
                  <a:pt x="81" y="94"/>
                  <a:pt x="81" y="94"/>
                </a:cubicBezTo>
                <a:cubicBezTo>
                  <a:pt x="89" y="65"/>
                  <a:pt x="89" y="65"/>
                  <a:pt x="89" y="65"/>
                </a:cubicBezTo>
                <a:lnTo>
                  <a:pt x="62" y="58"/>
                </a:lnTo>
                <a:close/>
                <a:moveTo>
                  <a:pt x="171" y="154"/>
                </a:moveTo>
                <a:cubicBezTo>
                  <a:pt x="166" y="163"/>
                  <a:pt x="159" y="170"/>
                  <a:pt x="152" y="177"/>
                </a:cubicBezTo>
                <a:cubicBezTo>
                  <a:pt x="144" y="183"/>
                  <a:pt x="136" y="188"/>
                  <a:pt x="127" y="193"/>
                </a:cubicBezTo>
                <a:cubicBezTo>
                  <a:pt x="118" y="197"/>
                  <a:pt x="109" y="199"/>
                  <a:pt x="99" y="201"/>
                </a:cubicBezTo>
                <a:cubicBezTo>
                  <a:pt x="99" y="214"/>
                  <a:pt x="99" y="214"/>
                  <a:pt x="99" y="214"/>
                </a:cubicBezTo>
                <a:cubicBezTo>
                  <a:pt x="125" y="214"/>
                  <a:pt x="125" y="214"/>
                  <a:pt x="125" y="214"/>
                </a:cubicBezTo>
                <a:cubicBezTo>
                  <a:pt x="125" y="225"/>
                  <a:pt x="125" y="225"/>
                  <a:pt x="125" y="225"/>
                </a:cubicBezTo>
                <a:cubicBezTo>
                  <a:pt x="62" y="225"/>
                  <a:pt x="62" y="225"/>
                  <a:pt x="62" y="225"/>
                </a:cubicBezTo>
                <a:cubicBezTo>
                  <a:pt x="62" y="214"/>
                  <a:pt x="62" y="214"/>
                  <a:pt x="62" y="214"/>
                </a:cubicBezTo>
                <a:cubicBezTo>
                  <a:pt x="88" y="214"/>
                  <a:pt x="88" y="214"/>
                  <a:pt x="88" y="214"/>
                </a:cubicBezTo>
                <a:cubicBezTo>
                  <a:pt x="88" y="202"/>
                  <a:pt x="88" y="202"/>
                  <a:pt x="88" y="202"/>
                </a:cubicBezTo>
                <a:cubicBezTo>
                  <a:pt x="83" y="202"/>
                  <a:pt x="78" y="202"/>
                  <a:pt x="73" y="201"/>
                </a:cubicBezTo>
                <a:cubicBezTo>
                  <a:pt x="68" y="201"/>
                  <a:pt x="63" y="200"/>
                  <a:pt x="57" y="199"/>
                </a:cubicBezTo>
                <a:cubicBezTo>
                  <a:pt x="60" y="189"/>
                  <a:pt x="60" y="189"/>
                  <a:pt x="60" y="189"/>
                </a:cubicBezTo>
                <a:cubicBezTo>
                  <a:pt x="68" y="192"/>
                  <a:pt x="76" y="193"/>
                  <a:pt x="85" y="193"/>
                </a:cubicBezTo>
                <a:cubicBezTo>
                  <a:pt x="93" y="193"/>
                  <a:pt x="101" y="191"/>
                  <a:pt x="109" y="189"/>
                </a:cubicBezTo>
                <a:cubicBezTo>
                  <a:pt x="117" y="187"/>
                  <a:pt x="124" y="184"/>
                  <a:pt x="131" y="180"/>
                </a:cubicBezTo>
                <a:cubicBezTo>
                  <a:pt x="138" y="176"/>
                  <a:pt x="144" y="171"/>
                  <a:pt x="150" y="166"/>
                </a:cubicBezTo>
                <a:cubicBezTo>
                  <a:pt x="156" y="160"/>
                  <a:pt x="160" y="154"/>
                  <a:pt x="165" y="147"/>
                </a:cubicBezTo>
                <a:cubicBezTo>
                  <a:pt x="169" y="139"/>
                  <a:pt x="172" y="132"/>
                  <a:pt x="174" y="123"/>
                </a:cubicBezTo>
                <a:cubicBezTo>
                  <a:pt x="177" y="115"/>
                  <a:pt x="178" y="107"/>
                  <a:pt x="178" y="99"/>
                </a:cubicBezTo>
                <a:cubicBezTo>
                  <a:pt x="177" y="90"/>
                  <a:pt x="176" y="82"/>
                  <a:pt x="174" y="75"/>
                </a:cubicBezTo>
                <a:cubicBezTo>
                  <a:pt x="172" y="67"/>
                  <a:pt x="169" y="60"/>
                  <a:pt x="165" y="53"/>
                </a:cubicBezTo>
                <a:cubicBezTo>
                  <a:pt x="161" y="46"/>
                  <a:pt x="156" y="39"/>
                  <a:pt x="151" y="34"/>
                </a:cubicBezTo>
                <a:cubicBezTo>
                  <a:pt x="145" y="28"/>
                  <a:pt x="139" y="23"/>
                  <a:pt x="131" y="19"/>
                </a:cubicBezTo>
                <a:cubicBezTo>
                  <a:pt x="124" y="15"/>
                  <a:pt x="117" y="11"/>
                  <a:pt x="108" y="9"/>
                </a:cubicBezTo>
                <a:cubicBezTo>
                  <a:pt x="111" y="0"/>
                  <a:pt x="111" y="0"/>
                  <a:pt x="111" y="0"/>
                </a:cubicBezTo>
                <a:cubicBezTo>
                  <a:pt x="120" y="3"/>
                  <a:pt x="128" y="6"/>
                  <a:pt x="136" y="11"/>
                </a:cubicBezTo>
                <a:cubicBezTo>
                  <a:pt x="144" y="15"/>
                  <a:pt x="151" y="21"/>
                  <a:pt x="157" y="27"/>
                </a:cubicBezTo>
                <a:cubicBezTo>
                  <a:pt x="163" y="33"/>
                  <a:pt x="169" y="40"/>
                  <a:pt x="173" y="48"/>
                </a:cubicBezTo>
                <a:cubicBezTo>
                  <a:pt x="178" y="56"/>
                  <a:pt x="181" y="64"/>
                  <a:pt x="183" y="72"/>
                </a:cubicBezTo>
                <a:cubicBezTo>
                  <a:pt x="186" y="81"/>
                  <a:pt x="187" y="89"/>
                  <a:pt x="187" y="99"/>
                </a:cubicBezTo>
                <a:cubicBezTo>
                  <a:pt x="187" y="108"/>
                  <a:pt x="186" y="117"/>
                  <a:pt x="183" y="126"/>
                </a:cubicBezTo>
                <a:cubicBezTo>
                  <a:pt x="181" y="136"/>
                  <a:pt x="177" y="146"/>
                  <a:pt x="171" y="154"/>
                </a:cubicBezTo>
                <a:close/>
                <a:moveTo>
                  <a:pt x="91" y="56"/>
                </a:moveTo>
                <a:cubicBezTo>
                  <a:pt x="99" y="27"/>
                  <a:pt x="99" y="27"/>
                  <a:pt x="99" y="27"/>
                </a:cubicBezTo>
                <a:cubicBezTo>
                  <a:pt x="96" y="27"/>
                  <a:pt x="94" y="27"/>
                  <a:pt x="91" y="29"/>
                </a:cubicBezTo>
                <a:cubicBezTo>
                  <a:pt x="89" y="30"/>
                  <a:pt x="86" y="31"/>
                  <a:pt x="83" y="33"/>
                </a:cubicBezTo>
                <a:cubicBezTo>
                  <a:pt x="81" y="35"/>
                  <a:pt x="78" y="38"/>
                  <a:pt x="75" y="40"/>
                </a:cubicBezTo>
                <a:cubicBezTo>
                  <a:pt x="73" y="43"/>
                  <a:pt x="70" y="46"/>
                  <a:pt x="68" y="49"/>
                </a:cubicBezTo>
                <a:lnTo>
                  <a:pt x="91" y="56"/>
                </a:lnTo>
                <a:close/>
                <a:moveTo>
                  <a:pt x="77" y="143"/>
                </a:moveTo>
                <a:cubicBezTo>
                  <a:pt x="70" y="172"/>
                  <a:pt x="70" y="172"/>
                  <a:pt x="70" y="172"/>
                </a:cubicBezTo>
                <a:cubicBezTo>
                  <a:pt x="74" y="172"/>
                  <a:pt x="80" y="169"/>
                  <a:pt x="85" y="165"/>
                </a:cubicBezTo>
                <a:cubicBezTo>
                  <a:pt x="90" y="161"/>
                  <a:pt x="96" y="156"/>
                  <a:pt x="101" y="149"/>
                </a:cubicBezTo>
                <a:lnTo>
                  <a:pt x="77" y="143"/>
                </a:lnTo>
                <a:close/>
                <a:moveTo>
                  <a:pt x="80" y="134"/>
                </a:moveTo>
                <a:cubicBezTo>
                  <a:pt x="106" y="141"/>
                  <a:pt x="106" y="141"/>
                  <a:pt x="106" y="141"/>
                </a:cubicBezTo>
                <a:cubicBezTo>
                  <a:pt x="109" y="137"/>
                  <a:pt x="111" y="132"/>
                  <a:pt x="113" y="128"/>
                </a:cubicBezTo>
                <a:cubicBezTo>
                  <a:pt x="115" y="123"/>
                  <a:pt x="117" y="118"/>
                  <a:pt x="119" y="113"/>
                </a:cubicBezTo>
                <a:cubicBezTo>
                  <a:pt x="87" y="105"/>
                  <a:pt x="87" y="105"/>
                  <a:pt x="87" y="105"/>
                </a:cubicBezTo>
                <a:lnTo>
                  <a:pt x="80" y="134"/>
                </a:lnTo>
                <a:close/>
                <a:moveTo>
                  <a:pt x="90" y="96"/>
                </a:moveTo>
                <a:cubicBezTo>
                  <a:pt x="121" y="104"/>
                  <a:pt x="121" y="104"/>
                  <a:pt x="121" y="104"/>
                </a:cubicBezTo>
                <a:cubicBezTo>
                  <a:pt x="124" y="94"/>
                  <a:pt x="125" y="84"/>
                  <a:pt x="124" y="74"/>
                </a:cubicBezTo>
                <a:cubicBezTo>
                  <a:pt x="98" y="67"/>
                  <a:pt x="98" y="67"/>
                  <a:pt x="98" y="67"/>
                </a:cubicBezTo>
                <a:lnTo>
                  <a:pt x="90" y="96"/>
                </a:lnTo>
                <a:close/>
                <a:moveTo>
                  <a:pt x="111" y="152"/>
                </a:moveTo>
                <a:cubicBezTo>
                  <a:pt x="108" y="157"/>
                  <a:pt x="105" y="161"/>
                  <a:pt x="101" y="164"/>
                </a:cubicBezTo>
                <a:cubicBezTo>
                  <a:pt x="98" y="168"/>
                  <a:pt x="94" y="171"/>
                  <a:pt x="91" y="174"/>
                </a:cubicBezTo>
                <a:cubicBezTo>
                  <a:pt x="98" y="173"/>
                  <a:pt x="105" y="171"/>
                  <a:pt x="112" y="168"/>
                </a:cubicBezTo>
                <a:cubicBezTo>
                  <a:pt x="119" y="166"/>
                  <a:pt x="125" y="162"/>
                  <a:pt x="131" y="157"/>
                </a:cubicBezTo>
                <a:lnTo>
                  <a:pt x="111" y="152"/>
                </a:lnTo>
                <a:close/>
                <a:moveTo>
                  <a:pt x="100" y="58"/>
                </a:moveTo>
                <a:cubicBezTo>
                  <a:pt x="123" y="64"/>
                  <a:pt x="123" y="64"/>
                  <a:pt x="123" y="64"/>
                </a:cubicBezTo>
                <a:cubicBezTo>
                  <a:pt x="123" y="60"/>
                  <a:pt x="122" y="56"/>
                  <a:pt x="121" y="53"/>
                </a:cubicBezTo>
                <a:cubicBezTo>
                  <a:pt x="120" y="49"/>
                  <a:pt x="119" y="46"/>
                  <a:pt x="118" y="42"/>
                </a:cubicBezTo>
                <a:cubicBezTo>
                  <a:pt x="117" y="39"/>
                  <a:pt x="115" y="37"/>
                  <a:pt x="113" y="34"/>
                </a:cubicBezTo>
                <a:cubicBezTo>
                  <a:pt x="112" y="32"/>
                  <a:pt x="110" y="30"/>
                  <a:pt x="108" y="29"/>
                </a:cubicBezTo>
                <a:lnTo>
                  <a:pt x="100" y="58"/>
                </a:lnTo>
                <a:close/>
                <a:moveTo>
                  <a:pt x="128" y="116"/>
                </a:moveTo>
                <a:cubicBezTo>
                  <a:pt x="126" y="121"/>
                  <a:pt x="125" y="126"/>
                  <a:pt x="123" y="131"/>
                </a:cubicBezTo>
                <a:cubicBezTo>
                  <a:pt x="121" y="135"/>
                  <a:pt x="119" y="140"/>
                  <a:pt x="116" y="144"/>
                </a:cubicBezTo>
                <a:cubicBezTo>
                  <a:pt x="139" y="150"/>
                  <a:pt x="139" y="150"/>
                  <a:pt x="139" y="150"/>
                </a:cubicBezTo>
                <a:cubicBezTo>
                  <a:pt x="143" y="146"/>
                  <a:pt x="146" y="142"/>
                  <a:pt x="148" y="137"/>
                </a:cubicBezTo>
                <a:cubicBezTo>
                  <a:pt x="151" y="133"/>
                  <a:pt x="153" y="128"/>
                  <a:pt x="155" y="123"/>
                </a:cubicBezTo>
                <a:lnTo>
                  <a:pt x="128" y="116"/>
                </a:lnTo>
                <a:close/>
                <a:moveTo>
                  <a:pt x="134" y="67"/>
                </a:moveTo>
                <a:cubicBezTo>
                  <a:pt x="154" y="72"/>
                  <a:pt x="154" y="72"/>
                  <a:pt x="154" y="72"/>
                </a:cubicBezTo>
                <a:cubicBezTo>
                  <a:pt x="151" y="65"/>
                  <a:pt x="148" y="59"/>
                  <a:pt x="143" y="53"/>
                </a:cubicBezTo>
                <a:cubicBezTo>
                  <a:pt x="138" y="47"/>
                  <a:pt x="133" y="42"/>
                  <a:pt x="127" y="38"/>
                </a:cubicBezTo>
                <a:cubicBezTo>
                  <a:pt x="131" y="46"/>
                  <a:pt x="133" y="56"/>
                  <a:pt x="134" y="67"/>
                </a:cubicBezTo>
                <a:close/>
                <a:moveTo>
                  <a:pt x="134" y="77"/>
                </a:moveTo>
                <a:cubicBezTo>
                  <a:pt x="134" y="82"/>
                  <a:pt x="134" y="86"/>
                  <a:pt x="133" y="92"/>
                </a:cubicBezTo>
                <a:cubicBezTo>
                  <a:pt x="133" y="97"/>
                  <a:pt x="132" y="102"/>
                  <a:pt x="130" y="107"/>
                </a:cubicBezTo>
                <a:cubicBezTo>
                  <a:pt x="157" y="114"/>
                  <a:pt x="157" y="114"/>
                  <a:pt x="157" y="114"/>
                </a:cubicBezTo>
                <a:cubicBezTo>
                  <a:pt x="158" y="109"/>
                  <a:pt x="159" y="103"/>
                  <a:pt x="159" y="98"/>
                </a:cubicBezTo>
                <a:cubicBezTo>
                  <a:pt x="159" y="93"/>
                  <a:pt x="158" y="88"/>
                  <a:pt x="157" y="83"/>
                </a:cubicBezTo>
                <a:lnTo>
                  <a:pt x="134" y="77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16" name="Freeform 118"/>
          <p:cNvSpPr>
            <a:spLocks noEditPoints="1"/>
          </p:cNvSpPr>
          <p:nvPr/>
        </p:nvSpPr>
        <p:spPr bwMode="auto">
          <a:xfrm>
            <a:off x="2218453" y="4426785"/>
            <a:ext cx="297527" cy="299697"/>
          </a:xfrm>
          <a:custGeom>
            <a:avLst/>
            <a:gdLst>
              <a:gd name="T0" fmla="*/ 52 w 208"/>
              <a:gd name="T1" fmla="*/ 194 h 209"/>
              <a:gd name="T2" fmla="*/ 14 w 208"/>
              <a:gd name="T3" fmla="*/ 157 h 209"/>
              <a:gd name="T4" fmla="*/ 0 w 208"/>
              <a:gd name="T5" fmla="*/ 105 h 209"/>
              <a:gd name="T6" fmla="*/ 14 w 208"/>
              <a:gd name="T7" fmla="*/ 52 h 209"/>
              <a:gd name="T8" fmla="*/ 52 w 208"/>
              <a:gd name="T9" fmla="*/ 15 h 209"/>
              <a:gd name="T10" fmla="*/ 104 w 208"/>
              <a:gd name="T11" fmla="*/ 0 h 209"/>
              <a:gd name="T12" fmla="*/ 157 w 208"/>
              <a:gd name="T13" fmla="*/ 15 h 209"/>
              <a:gd name="T14" fmla="*/ 194 w 208"/>
              <a:gd name="T15" fmla="*/ 52 h 209"/>
              <a:gd name="T16" fmla="*/ 208 w 208"/>
              <a:gd name="T17" fmla="*/ 105 h 209"/>
              <a:gd name="T18" fmla="*/ 194 w 208"/>
              <a:gd name="T19" fmla="*/ 157 h 209"/>
              <a:gd name="T20" fmla="*/ 157 w 208"/>
              <a:gd name="T21" fmla="*/ 194 h 209"/>
              <a:gd name="T22" fmla="*/ 104 w 208"/>
              <a:gd name="T23" fmla="*/ 209 h 209"/>
              <a:gd name="T24" fmla="*/ 47 w 208"/>
              <a:gd name="T25" fmla="*/ 100 h 209"/>
              <a:gd name="T26" fmla="*/ 53 w 208"/>
              <a:gd name="T27" fmla="*/ 59 h 209"/>
              <a:gd name="T28" fmla="*/ 13 w 208"/>
              <a:gd name="T29" fmla="*/ 78 h 209"/>
              <a:gd name="T30" fmla="*/ 47 w 208"/>
              <a:gd name="T31" fmla="*/ 100 h 209"/>
              <a:gd name="T32" fmla="*/ 49 w 208"/>
              <a:gd name="T33" fmla="*/ 130 h 209"/>
              <a:gd name="T34" fmla="*/ 10 w 208"/>
              <a:gd name="T35" fmla="*/ 109 h 209"/>
              <a:gd name="T36" fmla="*/ 21 w 208"/>
              <a:gd name="T37" fmla="*/ 150 h 209"/>
              <a:gd name="T38" fmla="*/ 56 w 208"/>
              <a:gd name="T39" fmla="*/ 50 h 209"/>
              <a:gd name="T40" fmla="*/ 72 w 208"/>
              <a:gd name="T41" fmla="*/ 15 h 209"/>
              <a:gd name="T42" fmla="*/ 27 w 208"/>
              <a:gd name="T43" fmla="*/ 50 h 209"/>
              <a:gd name="T44" fmla="*/ 63 w 208"/>
              <a:gd name="T45" fmla="*/ 177 h 209"/>
              <a:gd name="T46" fmla="*/ 27 w 208"/>
              <a:gd name="T47" fmla="*/ 159 h 209"/>
              <a:gd name="T48" fmla="*/ 72 w 208"/>
              <a:gd name="T49" fmla="*/ 194 h 209"/>
              <a:gd name="T50" fmla="*/ 62 w 208"/>
              <a:gd name="T51" fmla="*/ 59 h 209"/>
              <a:gd name="T52" fmla="*/ 99 w 208"/>
              <a:gd name="T53" fmla="*/ 100 h 209"/>
              <a:gd name="T54" fmla="*/ 62 w 208"/>
              <a:gd name="T55" fmla="*/ 59 h 209"/>
              <a:gd name="T56" fmla="*/ 99 w 208"/>
              <a:gd name="T57" fmla="*/ 150 h 209"/>
              <a:gd name="T58" fmla="*/ 56 w 208"/>
              <a:gd name="T59" fmla="*/ 109 h 209"/>
              <a:gd name="T60" fmla="*/ 93 w 208"/>
              <a:gd name="T61" fmla="*/ 11 h 209"/>
              <a:gd name="T62" fmla="*/ 75 w 208"/>
              <a:gd name="T63" fmla="*/ 30 h 209"/>
              <a:gd name="T64" fmla="*/ 99 w 208"/>
              <a:gd name="T65" fmla="*/ 50 h 209"/>
              <a:gd name="T66" fmla="*/ 93 w 208"/>
              <a:gd name="T67" fmla="*/ 11 h 209"/>
              <a:gd name="T68" fmla="*/ 66 w 208"/>
              <a:gd name="T69" fmla="*/ 159 h 209"/>
              <a:gd name="T70" fmla="*/ 86 w 208"/>
              <a:gd name="T71" fmla="*/ 197 h 209"/>
              <a:gd name="T72" fmla="*/ 99 w 208"/>
              <a:gd name="T73" fmla="*/ 199 h 209"/>
              <a:gd name="T74" fmla="*/ 109 w 208"/>
              <a:gd name="T75" fmla="*/ 50 h 209"/>
              <a:gd name="T76" fmla="*/ 131 w 208"/>
              <a:gd name="T77" fmla="*/ 29 h 209"/>
              <a:gd name="T78" fmla="*/ 109 w 208"/>
              <a:gd name="T79" fmla="*/ 10 h 209"/>
              <a:gd name="T80" fmla="*/ 150 w 208"/>
              <a:gd name="T81" fmla="*/ 100 h 209"/>
              <a:gd name="T82" fmla="*/ 109 w 208"/>
              <a:gd name="T83" fmla="*/ 59 h 209"/>
              <a:gd name="T84" fmla="*/ 150 w 208"/>
              <a:gd name="T85" fmla="*/ 100 h 209"/>
              <a:gd name="T86" fmla="*/ 109 w 208"/>
              <a:gd name="T87" fmla="*/ 150 h 209"/>
              <a:gd name="T88" fmla="*/ 150 w 208"/>
              <a:gd name="T89" fmla="*/ 109 h 209"/>
              <a:gd name="T90" fmla="*/ 131 w 208"/>
              <a:gd name="T91" fmla="*/ 180 h 209"/>
              <a:gd name="T92" fmla="*/ 109 w 208"/>
              <a:gd name="T93" fmla="*/ 159 h 209"/>
              <a:gd name="T94" fmla="*/ 119 w 208"/>
              <a:gd name="T95" fmla="*/ 198 h 209"/>
              <a:gd name="T96" fmla="*/ 143 w 208"/>
              <a:gd name="T97" fmla="*/ 31 h 209"/>
              <a:gd name="T98" fmla="*/ 181 w 208"/>
              <a:gd name="T99" fmla="*/ 50 h 209"/>
              <a:gd name="T100" fmla="*/ 133 w 208"/>
              <a:gd name="T101" fmla="*/ 14 h 209"/>
              <a:gd name="T102" fmla="*/ 150 w 208"/>
              <a:gd name="T103" fmla="*/ 159 h 209"/>
              <a:gd name="T104" fmla="*/ 160 w 208"/>
              <a:gd name="T105" fmla="*/ 181 h 209"/>
              <a:gd name="T106" fmla="*/ 150 w 208"/>
              <a:gd name="T107" fmla="*/ 159 h 209"/>
              <a:gd name="T108" fmla="*/ 159 w 208"/>
              <a:gd name="T109" fmla="*/ 100 h 209"/>
              <a:gd name="T110" fmla="*/ 195 w 208"/>
              <a:gd name="T111" fmla="*/ 78 h 209"/>
              <a:gd name="T112" fmla="*/ 153 w 208"/>
              <a:gd name="T113" fmla="*/ 59 h 209"/>
              <a:gd name="T114" fmla="*/ 153 w 208"/>
              <a:gd name="T115" fmla="*/ 150 h 209"/>
              <a:gd name="T116" fmla="*/ 195 w 208"/>
              <a:gd name="T117" fmla="*/ 131 h 209"/>
              <a:gd name="T118" fmla="*/ 159 w 208"/>
              <a:gd name="T119" fmla="*/ 109 h 2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208" h="209">
                <a:moveTo>
                  <a:pt x="76" y="205"/>
                </a:moveTo>
                <a:cubicBezTo>
                  <a:pt x="68" y="202"/>
                  <a:pt x="59" y="199"/>
                  <a:pt x="52" y="194"/>
                </a:cubicBezTo>
                <a:cubicBezTo>
                  <a:pt x="44" y="190"/>
                  <a:pt x="37" y="184"/>
                  <a:pt x="30" y="178"/>
                </a:cubicBezTo>
                <a:cubicBezTo>
                  <a:pt x="24" y="172"/>
                  <a:pt x="19" y="165"/>
                  <a:pt x="14" y="157"/>
                </a:cubicBezTo>
                <a:cubicBezTo>
                  <a:pt x="10" y="149"/>
                  <a:pt x="6" y="141"/>
                  <a:pt x="4" y="132"/>
                </a:cubicBezTo>
                <a:cubicBezTo>
                  <a:pt x="1" y="123"/>
                  <a:pt x="0" y="114"/>
                  <a:pt x="0" y="105"/>
                </a:cubicBezTo>
                <a:cubicBezTo>
                  <a:pt x="0" y="95"/>
                  <a:pt x="1" y="86"/>
                  <a:pt x="4" y="77"/>
                </a:cubicBezTo>
                <a:cubicBezTo>
                  <a:pt x="6" y="68"/>
                  <a:pt x="10" y="60"/>
                  <a:pt x="14" y="52"/>
                </a:cubicBezTo>
                <a:cubicBezTo>
                  <a:pt x="19" y="44"/>
                  <a:pt x="24" y="37"/>
                  <a:pt x="30" y="31"/>
                </a:cubicBezTo>
                <a:cubicBezTo>
                  <a:pt x="37" y="25"/>
                  <a:pt x="44" y="19"/>
                  <a:pt x="52" y="15"/>
                </a:cubicBezTo>
                <a:cubicBezTo>
                  <a:pt x="59" y="10"/>
                  <a:pt x="68" y="7"/>
                  <a:pt x="76" y="4"/>
                </a:cubicBezTo>
                <a:cubicBezTo>
                  <a:pt x="85" y="2"/>
                  <a:pt x="94" y="0"/>
                  <a:pt x="104" y="0"/>
                </a:cubicBezTo>
                <a:cubicBezTo>
                  <a:pt x="114" y="0"/>
                  <a:pt x="123" y="2"/>
                  <a:pt x="132" y="4"/>
                </a:cubicBezTo>
                <a:cubicBezTo>
                  <a:pt x="141" y="7"/>
                  <a:pt x="149" y="10"/>
                  <a:pt x="157" y="15"/>
                </a:cubicBezTo>
                <a:cubicBezTo>
                  <a:pt x="164" y="19"/>
                  <a:pt x="171" y="25"/>
                  <a:pt x="178" y="31"/>
                </a:cubicBezTo>
                <a:cubicBezTo>
                  <a:pt x="184" y="37"/>
                  <a:pt x="189" y="44"/>
                  <a:pt x="194" y="52"/>
                </a:cubicBezTo>
                <a:cubicBezTo>
                  <a:pt x="198" y="60"/>
                  <a:pt x="202" y="68"/>
                  <a:pt x="204" y="77"/>
                </a:cubicBezTo>
                <a:cubicBezTo>
                  <a:pt x="207" y="86"/>
                  <a:pt x="208" y="95"/>
                  <a:pt x="208" y="105"/>
                </a:cubicBezTo>
                <a:cubicBezTo>
                  <a:pt x="208" y="114"/>
                  <a:pt x="207" y="123"/>
                  <a:pt x="204" y="132"/>
                </a:cubicBezTo>
                <a:cubicBezTo>
                  <a:pt x="202" y="141"/>
                  <a:pt x="198" y="149"/>
                  <a:pt x="194" y="157"/>
                </a:cubicBezTo>
                <a:cubicBezTo>
                  <a:pt x="189" y="165"/>
                  <a:pt x="184" y="172"/>
                  <a:pt x="178" y="178"/>
                </a:cubicBezTo>
                <a:cubicBezTo>
                  <a:pt x="171" y="184"/>
                  <a:pt x="164" y="190"/>
                  <a:pt x="157" y="194"/>
                </a:cubicBezTo>
                <a:cubicBezTo>
                  <a:pt x="149" y="199"/>
                  <a:pt x="141" y="202"/>
                  <a:pt x="132" y="205"/>
                </a:cubicBezTo>
                <a:cubicBezTo>
                  <a:pt x="123" y="207"/>
                  <a:pt x="114" y="209"/>
                  <a:pt x="104" y="209"/>
                </a:cubicBezTo>
                <a:cubicBezTo>
                  <a:pt x="94" y="209"/>
                  <a:pt x="85" y="207"/>
                  <a:pt x="76" y="205"/>
                </a:cubicBezTo>
                <a:close/>
                <a:moveTo>
                  <a:pt x="47" y="100"/>
                </a:moveTo>
                <a:cubicBezTo>
                  <a:pt x="47" y="93"/>
                  <a:pt x="48" y="86"/>
                  <a:pt x="49" y="79"/>
                </a:cubicBezTo>
                <a:cubicBezTo>
                  <a:pt x="50" y="72"/>
                  <a:pt x="51" y="65"/>
                  <a:pt x="53" y="59"/>
                </a:cubicBezTo>
                <a:cubicBezTo>
                  <a:pt x="21" y="59"/>
                  <a:pt x="21" y="59"/>
                  <a:pt x="21" y="59"/>
                </a:cubicBezTo>
                <a:cubicBezTo>
                  <a:pt x="18" y="65"/>
                  <a:pt x="15" y="71"/>
                  <a:pt x="13" y="78"/>
                </a:cubicBezTo>
                <a:cubicBezTo>
                  <a:pt x="11" y="85"/>
                  <a:pt x="10" y="92"/>
                  <a:pt x="10" y="100"/>
                </a:cubicBezTo>
                <a:lnTo>
                  <a:pt x="47" y="100"/>
                </a:lnTo>
                <a:close/>
                <a:moveTo>
                  <a:pt x="53" y="150"/>
                </a:moveTo>
                <a:cubicBezTo>
                  <a:pt x="51" y="144"/>
                  <a:pt x="50" y="137"/>
                  <a:pt x="49" y="130"/>
                </a:cubicBezTo>
                <a:cubicBezTo>
                  <a:pt x="48" y="123"/>
                  <a:pt x="47" y="116"/>
                  <a:pt x="47" y="109"/>
                </a:cubicBezTo>
                <a:cubicBezTo>
                  <a:pt x="10" y="109"/>
                  <a:pt x="10" y="109"/>
                  <a:pt x="10" y="109"/>
                </a:cubicBezTo>
                <a:cubicBezTo>
                  <a:pt x="10" y="117"/>
                  <a:pt x="11" y="124"/>
                  <a:pt x="13" y="131"/>
                </a:cubicBezTo>
                <a:cubicBezTo>
                  <a:pt x="15" y="138"/>
                  <a:pt x="18" y="144"/>
                  <a:pt x="21" y="150"/>
                </a:cubicBezTo>
                <a:lnTo>
                  <a:pt x="53" y="150"/>
                </a:lnTo>
                <a:close/>
                <a:moveTo>
                  <a:pt x="56" y="50"/>
                </a:moveTo>
                <a:cubicBezTo>
                  <a:pt x="58" y="43"/>
                  <a:pt x="60" y="38"/>
                  <a:pt x="63" y="32"/>
                </a:cubicBezTo>
                <a:cubicBezTo>
                  <a:pt x="66" y="26"/>
                  <a:pt x="69" y="21"/>
                  <a:pt x="72" y="15"/>
                </a:cubicBezTo>
                <a:cubicBezTo>
                  <a:pt x="63" y="19"/>
                  <a:pt x="55" y="23"/>
                  <a:pt x="47" y="29"/>
                </a:cubicBezTo>
                <a:cubicBezTo>
                  <a:pt x="39" y="35"/>
                  <a:pt x="33" y="42"/>
                  <a:pt x="27" y="50"/>
                </a:cubicBezTo>
                <a:lnTo>
                  <a:pt x="56" y="50"/>
                </a:lnTo>
                <a:close/>
                <a:moveTo>
                  <a:pt x="63" y="177"/>
                </a:moveTo>
                <a:cubicBezTo>
                  <a:pt x="60" y="171"/>
                  <a:pt x="58" y="165"/>
                  <a:pt x="56" y="159"/>
                </a:cubicBezTo>
                <a:cubicBezTo>
                  <a:pt x="27" y="159"/>
                  <a:pt x="27" y="159"/>
                  <a:pt x="27" y="159"/>
                </a:cubicBezTo>
                <a:cubicBezTo>
                  <a:pt x="33" y="167"/>
                  <a:pt x="39" y="174"/>
                  <a:pt x="47" y="180"/>
                </a:cubicBezTo>
                <a:cubicBezTo>
                  <a:pt x="55" y="186"/>
                  <a:pt x="63" y="190"/>
                  <a:pt x="72" y="194"/>
                </a:cubicBezTo>
                <a:cubicBezTo>
                  <a:pt x="69" y="188"/>
                  <a:pt x="66" y="183"/>
                  <a:pt x="63" y="177"/>
                </a:cubicBezTo>
                <a:close/>
                <a:moveTo>
                  <a:pt x="62" y="59"/>
                </a:moveTo>
                <a:cubicBezTo>
                  <a:pt x="59" y="72"/>
                  <a:pt x="57" y="86"/>
                  <a:pt x="56" y="100"/>
                </a:cubicBezTo>
                <a:cubicBezTo>
                  <a:pt x="99" y="100"/>
                  <a:pt x="99" y="100"/>
                  <a:pt x="99" y="100"/>
                </a:cubicBezTo>
                <a:cubicBezTo>
                  <a:pt x="99" y="59"/>
                  <a:pt x="99" y="59"/>
                  <a:pt x="99" y="59"/>
                </a:cubicBezTo>
                <a:lnTo>
                  <a:pt x="62" y="59"/>
                </a:lnTo>
                <a:close/>
                <a:moveTo>
                  <a:pt x="62" y="150"/>
                </a:moveTo>
                <a:cubicBezTo>
                  <a:pt x="99" y="150"/>
                  <a:pt x="99" y="150"/>
                  <a:pt x="99" y="150"/>
                </a:cubicBezTo>
                <a:cubicBezTo>
                  <a:pt x="99" y="109"/>
                  <a:pt x="99" y="109"/>
                  <a:pt x="99" y="109"/>
                </a:cubicBezTo>
                <a:cubicBezTo>
                  <a:pt x="56" y="109"/>
                  <a:pt x="56" y="109"/>
                  <a:pt x="56" y="109"/>
                </a:cubicBezTo>
                <a:cubicBezTo>
                  <a:pt x="57" y="123"/>
                  <a:pt x="59" y="137"/>
                  <a:pt x="62" y="150"/>
                </a:cubicBezTo>
                <a:close/>
                <a:moveTo>
                  <a:pt x="93" y="11"/>
                </a:moveTo>
                <a:cubicBezTo>
                  <a:pt x="91" y="11"/>
                  <a:pt x="89" y="11"/>
                  <a:pt x="86" y="12"/>
                </a:cubicBezTo>
                <a:cubicBezTo>
                  <a:pt x="82" y="17"/>
                  <a:pt x="78" y="23"/>
                  <a:pt x="75" y="30"/>
                </a:cubicBezTo>
                <a:cubicBezTo>
                  <a:pt x="71" y="36"/>
                  <a:pt x="68" y="43"/>
                  <a:pt x="66" y="50"/>
                </a:cubicBezTo>
                <a:cubicBezTo>
                  <a:pt x="99" y="50"/>
                  <a:pt x="99" y="50"/>
                  <a:pt x="99" y="50"/>
                </a:cubicBezTo>
                <a:cubicBezTo>
                  <a:pt x="99" y="10"/>
                  <a:pt x="99" y="10"/>
                  <a:pt x="99" y="10"/>
                </a:cubicBezTo>
                <a:cubicBezTo>
                  <a:pt x="97" y="10"/>
                  <a:pt x="95" y="10"/>
                  <a:pt x="93" y="11"/>
                </a:cubicBezTo>
                <a:close/>
                <a:moveTo>
                  <a:pt x="99" y="159"/>
                </a:moveTo>
                <a:cubicBezTo>
                  <a:pt x="66" y="159"/>
                  <a:pt x="66" y="159"/>
                  <a:pt x="66" y="159"/>
                </a:cubicBezTo>
                <a:cubicBezTo>
                  <a:pt x="68" y="166"/>
                  <a:pt x="71" y="173"/>
                  <a:pt x="75" y="179"/>
                </a:cubicBezTo>
                <a:cubicBezTo>
                  <a:pt x="78" y="186"/>
                  <a:pt x="82" y="192"/>
                  <a:pt x="86" y="197"/>
                </a:cubicBezTo>
                <a:cubicBezTo>
                  <a:pt x="89" y="198"/>
                  <a:pt x="91" y="198"/>
                  <a:pt x="93" y="198"/>
                </a:cubicBezTo>
                <a:cubicBezTo>
                  <a:pt x="95" y="199"/>
                  <a:pt x="97" y="199"/>
                  <a:pt x="99" y="199"/>
                </a:cubicBezTo>
                <a:lnTo>
                  <a:pt x="99" y="159"/>
                </a:lnTo>
                <a:close/>
                <a:moveTo>
                  <a:pt x="109" y="50"/>
                </a:moveTo>
                <a:cubicBezTo>
                  <a:pt x="140" y="50"/>
                  <a:pt x="140" y="50"/>
                  <a:pt x="140" y="50"/>
                </a:cubicBezTo>
                <a:cubicBezTo>
                  <a:pt x="138" y="42"/>
                  <a:pt x="135" y="36"/>
                  <a:pt x="131" y="29"/>
                </a:cubicBezTo>
                <a:cubicBezTo>
                  <a:pt x="127" y="23"/>
                  <a:pt x="123" y="17"/>
                  <a:pt x="119" y="11"/>
                </a:cubicBezTo>
                <a:cubicBezTo>
                  <a:pt x="116" y="11"/>
                  <a:pt x="112" y="10"/>
                  <a:pt x="109" y="10"/>
                </a:cubicBezTo>
                <a:lnTo>
                  <a:pt x="109" y="50"/>
                </a:lnTo>
                <a:close/>
                <a:moveTo>
                  <a:pt x="150" y="100"/>
                </a:moveTo>
                <a:cubicBezTo>
                  <a:pt x="149" y="86"/>
                  <a:pt x="147" y="72"/>
                  <a:pt x="143" y="59"/>
                </a:cubicBezTo>
                <a:cubicBezTo>
                  <a:pt x="109" y="59"/>
                  <a:pt x="109" y="59"/>
                  <a:pt x="109" y="59"/>
                </a:cubicBezTo>
                <a:cubicBezTo>
                  <a:pt x="109" y="100"/>
                  <a:pt x="109" y="100"/>
                  <a:pt x="109" y="100"/>
                </a:cubicBezTo>
                <a:lnTo>
                  <a:pt x="150" y="100"/>
                </a:lnTo>
                <a:close/>
                <a:moveTo>
                  <a:pt x="109" y="109"/>
                </a:moveTo>
                <a:cubicBezTo>
                  <a:pt x="109" y="150"/>
                  <a:pt x="109" y="150"/>
                  <a:pt x="109" y="150"/>
                </a:cubicBezTo>
                <a:cubicBezTo>
                  <a:pt x="143" y="150"/>
                  <a:pt x="143" y="150"/>
                  <a:pt x="143" y="150"/>
                </a:cubicBezTo>
                <a:cubicBezTo>
                  <a:pt x="147" y="137"/>
                  <a:pt x="149" y="123"/>
                  <a:pt x="150" y="109"/>
                </a:cubicBezTo>
                <a:lnTo>
                  <a:pt x="109" y="109"/>
                </a:lnTo>
                <a:close/>
                <a:moveTo>
                  <a:pt x="131" y="180"/>
                </a:moveTo>
                <a:cubicBezTo>
                  <a:pt x="135" y="173"/>
                  <a:pt x="138" y="167"/>
                  <a:pt x="140" y="159"/>
                </a:cubicBezTo>
                <a:cubicBezTo>
                  <a:pt x="109" y="159"/>
                  <a:pt x="109" y="159"/>
                  <a:pt x="109" y="159"/>
                </a:cubicBezTo>
                <a:cubicBezTo>
                  <a:pt x="109" y="199"/>
                  <a:pt x="109" y="199"/>
                  <a:pt x="109" y="199"/>
                </a:cubicBezTo>
                <a:cubicBezTo>
                  <a:pt x="112" y="199"/>
                  <a:pt x="116" y="198"/>
                  <a:pt x="119" y="198"/>
                </a:cubicBezTo>
                <a:cubicBezTo>
                  <a:pt x="123" y="192"/>
                  <a:pt x="128" y="186"/>
                  <a:pt x="131" y="180"/>
                </a:cubicBezTo>
                <a:close/>
                <a:moveTo>
                  <a:pt x="143" y="31"/>
                </a:moveTo>
                <a:cubicBezTo>
                  <a:pt x="145" y="37"/>
                  <a:pt x="148" y="43"/>
                  <a:pt x="150" y="50"/>
                </a:cubicBezTo>
                <a:cubicBezTo>
                  <a:pt x="181" y="50"/>
                  <a:pt x="181" y="50"/>
                  <a:pt x="181" y="50"/>
                </a:cubicBezTo>
                <a:cubicBezTo>
                  <a:pt x="175" y="41"/>
                  <a:pt x="168" y="34"/>
                  <a:pt x="160" y="28"/>
                </a:cubicBezTo>
                <a:cubicBezTo>
                  <a:pt x="152" y="22"/>
                  <a:pt x="143" y="18"/>
                  <a:pt x="133" y="14"/>
                </a:cubicBezTo>
                <a:cubicBezTo>
                  <a:pt x="136" y="20"/>
                  <a:pt x="140" y="25"/>
                  <a:pt x="143" y="31"/>
                </a:cubicBezTo>
                <a:close/>
                <a:moveTo>
                  <a:pt x="150" y="159"/>
                </a:moveTo>
                <a:cubicBezTo>
                  <a:pt x="146" y="172"/>
                  <a:pt x="140" y="184"/>
                  <a:pt x="133" y="195"/>
                </a:cubicBezTo>
                <a:cubicBezTo>
                  <a:pt x="143" y="191"/>
                  <a:pt x="152" y="187"/>
                  <a:pt x="160" y="181"/>
                </a:cubicBezTo>
                <a:cubicBezTo>
                  <a:pt x="168" y="175"/>
                  <a:pt x="175" y="168"/>
                  <a:pt x="181" y="159"/>
                </a:cubicBezTo>
                <a:lnTo>
                  <a:pt x="150" y="159"/>
                </a:lnTo>
                <a:close/>
                <a:moveTo>
                  <a:pt x="153" y="59"/>
                </a:moveTo>
                <a:cubicBezTo>
                  <a:pt x="157" y="72"/>
                  <a:pt x="159" y="86"/>
                  <a:pt x="159" y="100"/>
                </a:cubicBezTo>
                <a:cubicBezTo>
                  <a:pt x="198" y="100"/>
                  <a:pt x="198" y="100"/>
                  <a:pt x="198" y="100"/>
                </a:cubicBezTo>
                <a:cubicBezTo>
                  <a:pt x="198" y="92"/>
                  <a:pt x="197" y="85"/>
                  <a:pt x="195" y="78"/>
                </a:cubicBezTo>
                <a:cubicBezTo>
                  <a:pt x="193" y="71"/>
                  <a:pt x="190" y="65"/>
                  <a:pt x="187" y="59"/>
                </a:cubicBezTo>
                <a:lnTo>
                  <a:pt x="153" y="59"/>
                </a:lnTo>
                <a:close/>
                <a:moveTo>
                  <a:pt x="159" y="109"/>
                </a:moveTo>
                <a:cubicBezTo>
                  <a:pt x="159" y="123"/>
                  <a:pt x="157" y="137"/>
                  <a:pt x="153" y="150"/>
                </a:cubicBezTo>
                <a:cubicBezTo>
                  <a:pt x="187" y="150"/>
                  <a:pt x="187" y="150"/>
                  <a:pt x="187" y="150"/>
                </a:cubicBezTo>
                <a:cubicBezTo>
                  <a:pt x="190" y="144"/>
                  <a:pt x="193" y="138"/>
                  <a:pt x="195" y="131"/>
                </a:cubicBezTo>
                <a:cubicBezTo>
                  <a:pt x="197" y="124"/>
                  <a:pt x="198" y="117"/>
                  <a:pt x="198" y="109"/>
                </a:cubicBezTo>
                <a:lnTo>
                  <a:pt x="159" y="109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17" name="Freeform 119"/>
          <p:cNvSpPr>
            <a:spLocks/>
          </p:cNvSpPr>
          <p:nvPr/>
        </p:nvSpPr>
        <p:spPr bwMode="auto">
          <a:xfrm>
            <a:off x="2806989" y="4450674"/>
            <a:ext cx="297527" cy="269293"/>
          </a:xfrm>
          <a:custGeom>
            <a:avLst/>
            <a:gdLst>
              <a:gd name="T0" fmla="*/ 31 w 208"/>
              <a:gd name="T1" fmla="*/ 62 h 187"/>
              <a:gd name="T2" fmla="*/ 45 w 208"/>
              <a:gd name="T3" fmla="*/ 66 h 187"/>
              <a:gd name="T4" fmla="*/ 56 w 208"/>
              <a:gd name="T5" fmla="*/ 75 h 187"/>
              <a:gd name="T6" fmla="*/ 146 w 208"/>
              <a:gd name="T7" fmla="*/ 36 h 187"/>
              <a:gd name="T8" fmla="*/ 145 w 208"/>
              <a:gd name="T9" fmla="*/ 34 h 187"/>
              <a:gd name="T10" fmla="*/ 145 w 208"/>
              <a:gd name="T11" fmla="*/ 31 h 187"/>
              <a:gd name="T12" fmla="*/ 155 w 208"/>
              <a:gd name="T13" fmla="*/ 9 h 187"/>
              <a:gd name="T14" fmla="*/ 177 w 208"/>
              <a:gd name="T15" fmla="*/ 0 h 187"/>
              <a:gd name="T16" fmla="*/ 199 w 208"/>
              <a:gd name="T17" fmla="*/ 9 h 187"/>
              <a:gd name="T18" fmla="*/ 208 w 208"/>
              <a:gd name="T19" fmla="*/ 31 h 187"/>
              <a:gd name="T20" fmla="*/ 199 w 208"/>
              <a:gd name="T21" fmla="*/ 53 h 187"/>
              <a:gd name="T22" fmla="*/ 177 w 208"/>
              <a:gd name="T23" fmla="*/ 62 h 187"/>
              <a:gd name="T24" fmla="*/ 163 w 208"/>
              <a:gd name="T25" fmla="*/ 59 h 187"/>
              <a:gd name="T26" fmla="*/ 152 w 208"/>
              <a:gd name="T27" fmla="*/ 50 h 187"/>
              <a:gd name="T28" fmla="*/ 62 w 208"/>
              <a:gd name="T29" fmla="*/ 89 h 187"/>
              <a:gd name="T30" fmla="*/ 62 w 208"/>
              <a:gd name="T31" fmla="*/ 91 h 187"/>
              <a:gd name="T32" fmla="*/ 62 w 208"/>
              <a:gd name="T33" fmla="*/ 93 h 187"/>
              <a:gd name="T34" fmla="*/ 62 w 208"/>
              <a:gd name="T35" fmla="*/ 96 h 187"/>
              <a:gd name="T36" fmla="*/ 62 w 208"/>
              <a:gd name="T37" fmla="*/ 98 h 187"/>
              <a:gd name="T38" fmla="*/ 152 w 208"/>
              <a:gd name="T39" fmla="*/ 137 h 187"/>
              <a:gd name="T40" fmla="*/ 163 w 208"/>
              <a:gd name="T41" fmla="*/ 128 h 187"/>
              <a:gd name="T42" fmla="*/ 177 w 208"/>
              <a:gd name="T43" fmla="*/ 125 h 187"/>
              <a:gd name="T44" fmla="*/ 199 w 208"/>
              <a:gd name="T45" fmla="*/ 134 h 187"/>
              <a:gd name="T46" fmla="*/ 208 w 208"/>
              <a:gd name="T47" fmla="*/ 156 h 187"/>
              <a:gd name="T48" fmla="*/ 199 w 208"/>
              <a:gd name="T49" fmla="*/ 178 h 187"/>
              <a:gd name="T50" fmla="*/ 177 w 208"/>
              <a:gd name="T51" fmla="*/ 187 h 187"/>
              <a:gd name="T52" fmla="*/ 155 w 208"/>
              <a:gd name="T53" fmla="*/ 178 h 187"/>
              <a:gd name="T54" fmla="*/ 145 w 208"/>
              <a:gd name="T55" fmla="*/ 156 h 187"/>
              <a:gd name="T56" fmla="*/ 145 w 208"/>
              <a:gd name="T57" fmla="*/ 153 h 187"/>
              <a:gd name="T58" fmla="*/ 146 w 208"/>
              <a:gd name="T59" fmla="*/ 151 h 187"/>
              <a:gd name="T60" fmla="*/ 56 w 208"/>
              <a:gd name="T61" fmla="*/ 113 h 187"/>
              <a:gd name="T62" fmla="*/ 45 w 208"/>
              <a:gd name="T63" fmla="*/ 121 h 187"/>
              <a:gd name="T64" fmla="*/ 31 w 208"/>
              <a:gd name="T65" fmla="*/ 125 h 187"/>
              <a:gd name="T66" fmla="*/ 9 w 208"/>
              <a:gd name="T67" fmla="*/ 116 h 187"/>
              <a:gd name="T68" fmla="*/ 0 w 208"/>
              <a:gd name="T69" fmla="*/ 93 h 187"/>
              <a:gd name="T70" fmla="*/ 9 w 208"/>
              <a:gd name="T71" fmla="*/ 71 h 187"/>
              <a:gd name="T72" fmla="*/ 31 w 208"/>
              <a:gd name="T73" fmla="*/ 62 h 1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208" h="187">
                <a:moveTo>
                  <a:pt x="31" y="62"/>
                </a:moveTo>
                <a:cubicBezTo>
                  <a:pt x="36" y="62"/>
                  <a:pt x="41" y="63"/>
                  <a:pt x="45" y="66"/>
                </a:cubicBezTo>
                <a:cubicBezTo>
                  <a:pt x="49" y="68"/>
                  <a:pt x="53" y="71"/>
                  <a:pt x="56" y="75"/>
                </a:cubicBezTo>
                <a:cubicBezTo>
                  <a:pt x="146" y="36"/>
                  <a:pt x="146" y="36"/>
                  <a:pt x="146" y="36"/>
                </a:cubicBezTo>
                <a:cubicBezTo>
                  <a:pt x="146" y="36"/>
                  <a:pt x="146" y="35"/>
                  <a:pt x="145" y="34"/>
                </a:cubicBezTo>
                <a:cubicBezTo>
                  <a:pt x="145" y="33"/>
                  <a:pt x="145" y="32"/>
                  <a:pt x="145" y="31"/>
                </a:cubicBezTo>
                <a:cubicBezTo>
                  <a:pt x="145" y="22"/>
                  <a:pt x="148" y="15"/>
                  <a:pt x="155" y="9"/>
                </a:cubicBezTo>
                <a:cubicBezTo>
                  <a:pt x="161" y="3"/>
                  <a:pt x="168" y="0"/>
                  <a:pt x="177" y="0"/>
                </a:cubicBezTo>
                <a:cubicBezTo>
                  <a:pt x="185" y="0"/>
                  <a:pt x="193" y="3"/>
                  <a:pt x="199" y="9"/>
                </a:cubicBezTo>
                <a:cubicBezTo>
                  <a:pt x="205" y="15"/>
                  <a:pt x="208" y="22"/>
                  <a:pt x="208" y="31"/>
                </a:cubicBezTo>
                <a:cubicBezTo>
                  <a:pt x="208" y="40"/>
                  <a:pt x="205" y="47"/>
                  <a:pt x="199" y="53"/>
                </a:cubicBezTo>
                <a:cubicBezTo>
                  <a:pt x="193" y="59"/>
                  <a:pt x="185" y="62"/>
                  <a:pt x="177" y="62"/>
                </a:cubicBezTo>
                <a:cubicBezTo>
                  <a:pt x="172" y="62"/>
                  <a:pt x="167" y="61"/>
                  <a:pt x="163" y="59"/>
                </a:cubicBezTo>
                <a:cubicBezTo>
                  <a:pt x="158" y="57"/>
                  <a:pt x="155" y="54"/>
                  <a:pt x="152" y="50"/>
                </a:cubicBezTo>
                <a:cubicBezTo>
                  <a:pt x="62" y="89"/>
                  <a:pt x="62" y="89"/>
                  <a:pt x="62" y="89"/>
                </a:cubicBezTo>
                <a:cubicBezTo>
                  <a:pt x="62" y="89"/>
                  <a:pt x="62" y="90"/>
                  <a:pt x="62" y="91"/>
                </a:cubicBezTo>
                <a:cubicBezTo>
                  <a:pt x="62" y="92"/>
                  <a:pt x="62" y="92"/>
                  <a:pt x="62" y="93"/>
                </a:cubicBezTo>
                <a:cubicBezTo>
                  <a:pt x="62" y="95"/>
                  <a:pt x="62" y="96"/>
                  <a:pt x="62" y="96"/>
                </a:cubicBezTo>
                <a:cubicBezTo>
                  <a:pt x="62" y="97"/>
                  <a:pt x="62" y="98"/>
                  <a:pt x="62" y="98"/>
                </a:cubicBezTo>
                <a:cubicBezTo>
                  <a:pt x="152" y="137"/>
                  <a:pt x="152" y="137"/>
                  <a:pt x="152" y="137"/>
                </a:cubicBezTo>
                <a:cubicBezTo>
                  <a:pt x="155" y="133"/>
                  <a:pt x="158" y="130"/>
                  <a:pt x="163" y="128"/>
                </a:cubicBezTo>
                <a:cubicBezTo>
                  <a:pt x="167" y="126"/>
                  <a:pt x="172" y="125"/>
                  <a:pt x="177" y="125"/>
                </a:cubicBezTo>
                <a:cubicBezTo>
                  <a:pt x="185" y="125"/>
                  <a:pt x="193" y="128"/>
                  <a:pt x="199" y="134"/>
                </a:cubicBezTo>
                <a:cubicBezTo>
                  <a:pt x="205" y="140"/>
                  <a:pt x="208" y="147"/>
                  <a:pt x="208" y="156"/>
                </a:cubicBezTo>
                <a:cubicBezTo>
                  <a:pt x="208" y="165"/>
                  <a:pt x="205" y="172"/>
                  <a:pt x="199" y="178"/>
                </a:cubicBezTo>
                <a:cubicBezTo>
                  <a:pt x="193" y="184"/>
                  <a:pt x="185" y="187"/>
                  <a:pt x="177" y="187"/>
                </a:cubicBezTo>
                <a:cubicBezTo>
                  <a:pt x="168" y="187"/>
                  <a:pt x="161" y="184"/>
                  <a:pt x="155" y="178"/>
                </a:cubicBezTo>
                <a:cubicBezTo>
                  <a:pt x="148" y="172"/>
                  <a:pt x="145" y="165"/>
                  <a:pt x="145" y="156"/>
                </a:cubicBezTo>
                <a:cubicBezTo>
                  <a:pt x="145" y="155"/>
                  <a:pt x="145" y="154"/>
                  <a:pt x="145" y="153"/>
                </a:cubicBezTo>
                <a:cubicBezTo>
                  <a:pt x="146" y="152"/>
                  <a:pt x="146" y="152"/>
                  <a:pt x="146" y="151"/>
                </a:cubicBezTo>
                <a:cubicBezTo>
                  <a:pt x="56" y="113"/>
                  <a:pt x="56" y="113"/>
                  <a:pt x="56" y="113"/>
                </a:cubicBezTo>
                <a:cubicBezTo>
                  <a:pt x="53" y="116"/>
                  <a:pt x="49" y="119"/>
                  <a:pt x="45" y="121"/>
                </a:cubicBezTo>
                <a:cubicBezTo>
                  <a:pt x="40" y="124"/>
                  <a:pt x="36" y="125"/>
                  <a:pt x="31" y="125"/>
                </a:cubicBezTo>
                <a:cubicBezTo>
                  <a:pt x="22" y="125"/>
                  <a:pt x="15" y="122"/>
                  <a:pt x="9" y="116"/>
                </a:cubicBezTo>
                <a:cubicBezTo>
                  <a:pt x="3" y="109"/>
                  <a:pt x="0" y="102"/>
                  <a:pt x="0" y="93"/>
                </a:cubicBezTo>
                <a:cubicBezTo>
                  <a:pt x="0" y="85"/>
                  <a:pt x="3" y="78"/>
                  <a:pt x="9" y="71"/>
                </a:cubicBezTo>
                <a:cubicBezTo>
                  <a:pt x="15" y="65"/>
                  <a:pt x="22" y="62"/>
                  <a:pt x="31" y="62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18" name="Freeform 120"/>
          <p:cNvSpPr>
            <a:spLocks noEditPoints="1"/>
          </p:cNvSpPr>
          <p:nvPr/>
        </p:nvSpPr>
        <p:spPr bwMode="auto">
          <a:xfrm>
            <a:off x="3223958" y="4420270"/>
            <a:ext cx="330101" cy="330101"/>
          </a:xfrm>
          <a:custGeom>
            <a:avLst/>
            <a:gdLst>
              <a:gd name="T0" fmla="*/ 10 w 229"/>
              <a:gd name="T1" fmla="*/ 220 h 229"/>
              <a:gd name="T2" fmla="*/ 0 w 229"/>
              <a:gd name="T3" fmla="*/ 198 h 229"/>
              <a:gd name="T4" fmla="*/ 10 w 229"/>
              <a:gd name="T5" fmla="*/ 176 h 229"/>
              <a:gd name="T6" fmla="*/ 32 w 229"/>
              <a:gd name="T7" fmla="*/ 166 h 229"/>
              <a:gd name="T8" fmla="*/ 54 w 229"/>
              <a:gd name="T9" fmla="*/ 176 h 229"/>
              <a:gd name="T10" fmla="*/ 63 w 229"/>
              <a:gd name="T11" fmla="*/ 198 h 229"/>
              <a:gd name="T12" fmla="*/ 54 w 229"/>
              <a:gd name="T13" fmla="*/ 220 h 229"/>
              <a:gd name="T14" fmla="*/ 32 w 229"/>
              <a:gd name="T15" fmla="*/ 229 h 229"/>
              <a:gd name="T16" fmla="*/ 10 w 229"/>
              <a:gd name="T17" fmla="*/ 220 h 229"/>
              <a:gd name="T18" fmla="*/ 21 w 229"/>
              <a:gd name="T19" fmla="*/ 0 h 229"/>
              <a:gd name="T20" fmla="*/ 63 w 229"/>
              <a:gd name="T21" fmla="*/ 4 h 229"/>
              <a:gd name="T22" fmla="*/ 102 w 229"/>
              <a:gd name="T23" fmla="*/ 17 h 229"/>
              <a:gd name="T24" fmla="*/ 137 w 229"/>
              <a:gd name="T25" fmla="*/ 36 h 229"/>
              <a:gd name="T26" fmla="*/ 168 w 229"/>
              <a:gd name="T27" fmla="*/ 61 h 229"/>
              <a:gd name="T28" fmla="*/ 194 w 229"/>
              <a:gd name="T29" fmla="*/ 92 h 229"/>
              <a:gd name="T30" fmla="*/ 213 w 229"/>
              <a:gd name="T31" fmla="*/ 127 h 229"/>
              <a:gd name="T32" fmla="*/ 225 w 229"/>
              <a:gd name="T33" fmla="*/ 166 h 229"/>
              <a:gd name="T34" fmla="*/ 229 w 229"/>
              <a:gd name="T35" fmla="*/ 208 h 229"/>
              <a:gd name="T36" fmla="*/ 188 w 229"/>
              <a:gd name="T37" fmla="*/ 208 h 229"/>
              <a:gd name="T38" fmla="*/ 182 w 229"/>
              <a:gd name="T39" fmla="*/ 164 h 229"/>
              <a:gd name="T40" fmla="*/ 165 w 229"/>
              <a:gd name="T41" fmla="*/ 124 h 229"/>
              <a:gd name="T42" fmla="*/ 139 w 229"/>
              <a:gd name="T43" fmla="*/ 90 h 229"/>
              <a:gd name="T44" fmla="*/ 105 w 229"/>
              <a:gd name="T45" fmla="*/ 64 h 229"/>
              <a:gd name="T46" fmla="*/ 65 w 229"/>
              <a:gd name="T47" fmla="*/ 48 h 229"/>
              <a:gd name="T48" fmla="*/ 21 w 229"/>
              <a:gd name="T49" fmla="*/ 42 h 229"/>
              <a:gd name="T50" fmla="*/ 21 w 229"/>
              <a:gd name="T51" fmla="*/ 0 h 229"/>
              <a:gd name="T52" fmla="*/ 21 w 229"/>
              <a:gd name="T53" fmla="*/ 83 h 229"/>
              <a:gd name="T54" fmla="*/ 70 w 229"/>
              <a:gd name="T55" fmla="*/ 93 h 229"/>
              <a:gd name="T56" fmla="*/ 109 w 229"/>
              <a:gd name="T57" fmla="*/ 120 h 229"/>
              <a:gd name="T58" fmla="*/ 136 w 229"/>
              <a:gd name="T59" fmla="*/ 160 h 229"/>
              <a:gd name="T60" fmla="*/ 146 w 229"/>
              <a:gd name="T61" fmla="*/ 208 h 229"/>
              <a:gd name="T62" fmla="*/ 104 w 229"/>
              <a:gd name="T63" fmla="*/ 208 h 229"/>
              <a:gd name="T64" fmla="*/ 98 w 229"/>
              <a:gd name="T65" fmla="*/ 176 h 229"/>
              <a:gd name="T66" fmla="*/ 80 w 229"/>
              <a:gd name="T67" fmla="*/ 149 h 229"/>
              <a:gd name="T68" fmla="*/ 53 w 229"/>
              <a:gd name="T69" fmla="*/ 132 h 229"/>
              <a:gd name="T70" fmla="*/ 21 w 229"/>
              <a:gd name="T71" fmla="*/ 125 h 229"/>
              <a:gd name="T72" fmla="*/ 21 w 229"/>
              <a:gd name="T73" fmla="*/ 83 h 2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229" h="229">
                <a:moveTo>
                  <a:pt x="10" y="220"/>
                </a:moveTo>
                <a:cubicBezTo>
                  <a:pt x="3" y="214"/>
                  <a:pt x="0" y="206"/>
                  <a:pt x="0" y="198"/>
                </a:cubicBezTo>
                <a:cubicBezTo>
                  <a:pt x="0" y="189"/>
                  <a:pt x="3" y="182"/>
                  <a:pt x="10" y="176"/>
                </a:cubicBezTo>
                <a:cubicBezTo>
                  <a:pt x="16" y="169"/>
                  <a:pt x="23" y="166"/>
                  <a:pt x="32" y="166"/>
                </a:cubicBezTo>
                <a:cubicBezTo>
                  <a:pt x="40" y="166"/>
                  <a:pt x="48" y="169"/>
                  <a:pt x="54" y="176"/>
                </a:cubicBezTo>
                <a:cubicBezTo>
                  <a:pt x="60" y="182"/>
                  <a:pt x="63" y="189"/>
                  <a:pt x="63" y="198"/>
                </a:cubicBezTo>
                <a:cubicBezTo>
                  <a:pt x="63" y="206"/>
                  <a:pt x="60" y="214"/>
                  <a:pt x="54" y="220"/>
                </a:cubicBezTo>
                <a:cubicBezTo>
                  <a:pt x="48" y="226"/>
                  <a:pt x="40" y="229"/>
                  <a:pt x="32" y="229"/>
                </a:cubicBezTo>
                <a:cubicBezTo>
                  <a:pt x="23" y="229"/>
                  <a:pt x="16" y="226"/>
                  <a:pt x="10" y="220"/>
                </a:cubicBezTo>
                <a:close/>
                <a:moveTo>
                  <a:pt x="21" y="0"/>
                </a:moveTo>
                <a:cubicBezTo>
                  <a:pt x="35" y="0"/>
                  <a:pt x="49" y="2"/>
                  <a:pt x="63" y="4"/>
                </a:cubicBezTo>
                <a:cubicBezTo>
                  <a:pt x="77" y="7"/>
                  <a:pt x="90" y="11"/>
                  <a:pt x="102" y="17"/>
                </a:cubicBezTo>
                <a:cubicBezTo>
                  <a:pt x="114" y="22"/>
                  <a:pt x="126" y="28"/>
                  <a:pt x="137" y="36"/>
                </a:cubicBezTo>
                <a:cubicBezTo>
                  <a:pt x="149" y="43"/>
                  <a:pt x="159" y="52"/>
                  <a:pt x="168" y="61"/>
                </a:cubicBezTo>
                <a:cubicBezTo>
                  <a:pt x="177" y="70"/>
                  <a:pt x="186" y="81"/>
                  <a:pt x="194" y="92"/>
                </a:cubicBezTo>
                <a:cubicBezTo>
                  <a:pt x="201" y="103"/>
                  <a:pt x="208" y="115"/>
                  <a:pt x="213" y="127"/>
                </a:cubicBezTo>
                <a:cubicBezTo>
                  <a:pt x="218" y="140"/>
                  <a:pt x="222" y="153"/>
                  <a:pt x="225" y="166"/>
                </a:cubicBezTo>
                <a:cubicBezTo>
                  <a:pt x="228" y="180"/>
                  <a:pt x="229" y="194"/>
                  <a:pt x="229" y="208"/>
                </a:cubicBezTo>
                <a:cubicBezTo>
                  <a:pt x="188" y="208"/>
                  <a:pt x="188" y="208"/>
                  <a:pt x="188" y="208"/>
                </a:cubicBezTo>
                <a:cubicBezTo>
                  <a:pt x="188" y="193"/>
                  <a:pt x="186" y="178"/>
                  <a:pt x="182" y="164"/>
                </a:cubicBezTo>
                <a:cubicBezTo>
                  <a:pt x="178" y="149"/>
                  <a:pt x="172" y="136"/>
                  <a:pt x="165" y="124"/>
                </a:cubicBezTo>
                <a:cubicBezTo>
                  <a:pt x="158" y="112"/>
                  <a:pt x="149" y="101"/>
                  <a:pt x="139" y="90"/>
                </a:cubicBezTo>
                <a:cubicBezTo>
                  <a:pt x="128" y="80"/>
                  <a:pt x="117" y="71"/>
                  <a:pt x="105" y="64"/>
                </a:cubicBezTo>
                <a:cubicBezTo>
                  <a:pt x="93" y="57"/>
                  <a:pt x="80" y="52"/>
                  <a:pt x="65" y="48"/>
                </a:cubicBezTo>
                <a:cubicBezTo>
                  <a:pt x="51" y="44"/>
                  <a:pt x="36" y="42"/>
                  <a:pt x="21" y="42"/>
                </a:cubicBezTo>
                <a:lnTo>
                  <a:pt x="21" y="0"/>
                </a:lnTo>
                <a:close/>
                <a:moveTo>
                  <a:pt x="21" y="83"/>
                </a:moveTo>
                <a:cubicBezTo>
                  <a:pt x="38" y="83"/>
                  <a:pt x="54" y="87"/>
                  <a:pt x="70" y="93"/>
                </a:cubicBezTo>
                <a:cubicBezTo>
                  <a:pt x="85" y="100"/>
                  <a:pt x="98" y="109"/>
                  <a:pt x="109" y="120"/>
                </a:cubicBezTo>
                <a:cubicBezTo>
                  <a:pt x="121" y="131"/>
                  <a:pt x="129" y="144"/>
                  <a:pt x="136" y="160"/>
                </a:cubicBezTo>
                <a:cubicBezTo>
                  <a:pt x="143" y="175"/>
                  <a:pt x="146" y="191"/>
                  <a:pt x="146" y="208"/>
                </a:cubicBezTo>
                <a:cubicBezTo>
                  <a:pt x="104" y="208"/>
                  <a:pt x="104" y="208"/>
                  <a:pt x="104" y="208"/>
                </a:cubicBezTo>
                <a:cubicBezTo>
                  <a:pt x="104" y="197"/>
                  <a:pt x="102" y="186"/>
                  <a:pt x="98" y="176"/>
                </a:cubicBezTo>
                <a:cubicBezTo>
                  <a:pt x="93" y="165"/>
                  <a:pt x="87" y="157"/>
                  <a:pt x="80" y="149"/>
                </a:cubicBezTo>
                <a:cubicBezTo>
                  <a:pt x="73" y="142"/>
                  <a:pt x="64" y="136"/>
                  <a:pt x="53" y="132"/>
                </a:cubicBezTo>
                <a:cubicBezTo>
                  <a:pt x="43" y="127"/>
                  <a:pt x="32" y="125"/>
                  <a:pt x="21" y="125"/>
                </a:cubicBezTo>
                <a:lnTo>
                  <a:pt x="21" y="83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19" name="Freeform 121"/>
          <p:cNvSpPr>
            <a:spLocks noEditPoints="1"/>
          </p:cNvSpPr>
          <p:nvPr/>
        </p:nvSpPr>
        <p:spPr bwMode="auto">
          <a:xfrm>
            <a:off x="3675675" y="4407239"/>
            <a:ext cx="297527" cy="343132"/>
          </a:xfrm>
          <a:custGeom>
            <a:avLst/>
            <a:gdLst>
              <a:gd name="T0" fmla="*/ 5 w 208"/>
              <a:gd name="T1" fmla="*/ 71 h 239"/>
              <a:gd name="T2" fmla="*/ 36 w 208"/>
              <a:gd name="T3" fmla="*/ 25 h 239"/>
              <a:gd name="T4" fmla="*/ 79 w 208"/>
              <a:gd name="T5" fmla="*/ 3 h 239"/>
              <a:gd name="T6" fmla="*/ 137 w 208"/>
              <a:gd name="T7" fmla="*/ 5 h 239"/>
              <a:gd name="T8" fmla="*/ 183 w 208"/>
              <a:gd name="T9" fmla="*/ 36 h 239"/>
              <a:gd name="T10" fmla="*/ 205 w 208"/>
              <a:gd name="T11" fmla="*/ 79 h 239"/>
              <a:gd name="T12" fmla="*/ 204 w 208"/>
              <a:gd name="T13" fmla="*/ 133 h 239"/>
              <a:gd name="T14" fmla="*/ 149 w 208"/>
              <a:gd name="T15" fmla="*/ 197 h 239"/>
              <a:gd name="T16" fmla="*/ 151 w 208"/>
              <a:gd name="T17" fmla="*/ 172 h 239"/>
              <a:gd name="T18" fmla="*/ 187 w 208"/>
              <a:gd name="T19" fmla="*/ 104 h 239"/>
              <a:gd name="T20" fmla="*/ 163 w 208"/>
              <a:gd name="T21" fmla="*/ 45 h 239"/>
              <a:gd name="T22" fmla="*/ 104 w 208"/>
              <a:gd name="T23" fmla="*/ 20 h 239"/>
              <a:gd name="T24" fmla="*/ 45 w 208"/>
              <a:gd name="T25" fmla="*/ 45 h 239"/>
              <a:gd name="T26" fmla="*/ 21 w 208"/>
              <a:gd name="T27" fmla="*/ 104 h 239"/>
              <a:gd name="T28" fmla="*/ 57 w 208"/>
              <a:gd name="T29" fmla="*/ 172 h 239"/>
              <a:gd name="T30" fmla="*/ 58 w 208"/>
              <a:gd name="T31" fmla="*/ 197 h 239"/>
              <a:gd name="T32" fmla="*/ 0 w 208"/>
              <a:gd name="T33" fmla="*/ 104 h 239"/>
              <a:gd name="T34" fmla="*/ 60 w 208"/>
              <a:gd name="T35" fmla="*/ 60 h 239"/>
              <a:gd name="T36" fmla="*/ 148 w 208"/>
              <a:gd name="T37" fmla="*/ 60 h 239"/>
              <a:gd name="T38" fmla="*/ 161 w 208"/>
              <a:gd name="T39" fmla="*/ 128 h 239"/>
              <a:gd name="T40" fmla="*/ 137 w 208"/>
              <a:gd name="T41" fmla="*/ 129 h 239"/>
              <a:gd name="T42" fmla="*/ 133 w 208"/>
              <a:gd name="T43" fmla="*/ 74 h 239"/>
              <a:gd name="T44" fmla="*/ 74 w 208"/>
              <a:gd name="T45" fmla="*/ 74 h 239"/>
              <a:gd name="T46" fmla="*/ 71 w 208"/>
              <a:gd name="T47" fmla="*/ 129 h 239"/>
              <a:gd name="T48" fmla="*/ 46 w 208"/>
              <a:gd name="T49" fmla="*/ 128 h 239"/>
              <a:gd name="T50" fmla="*/ 75 w 208"/>
              <a:gd name="T51" fmla="*/ 163 h 239"/>
              <a:gd name="T52" fmla="*/ 83 w 208"/>
              <a:gd name="T53" fmla="*/ 143 h 239"/>
              <a:gd name="T54" fmla="*/ 124 w 208"/>
              <a:gd name="T55" fmla="*/ 143 h 239"/>
              <a:gd name="T56" fmla="*/ 132 w 208"/>
              <a:gd name="T57" fmla="*/ 163 h 239"/>
              <a:gd name="T58" fmla="*/ 83 w 208"/>
              <a:gd name="T59" fmla="*/ 239 h 239"/>
              <a:gd name="T60" fmla="*/ 89 w 208"/>
              <a:gd name="T61" fmla="*/ 119 h 239"/>
              <a:gd name="T62" fmla="*/ 89 w 208"/>
              <a:gd name="T63" fmla="*/ 89 h 239"/>
              <a:gd name="T64" fmla="*/ 118 w 208"/>
              <a:gd name="T65" fmla="*/ 89 h 239"/>
              <a:gd name="T66" fmla="*/ 118 w 208"/>
              <a:gd name="T67" fmla="*/ 119 h 239"/>
              <a:gd name="T68" fmla="*/ 89 w 208"/>
              <a:gd name="T69" fmla="*/ 119 h 2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208" h="239">
                <a:moveTo>
                  <a:pt x="0" y="104"/>
                </a:moveTo>
                <a:cubicBezTo>
                  <a:pt x="0" y="92"/>
                  <a:pt x="1" y="81"/>
                  <a:pt x="5" y="71"/>
                </a:cubicBezTo>
                <a:cubicBezTo>
                  <a:pt x="8" y="60"/>
                  <a:pt x="13" y="51"/>
                  <a:pt x="20" y="42"/>
                </a:cubicBezTo>
                <a:cubicBezTo>
                  <a:pt x="24" y="36"/>
                  <a:pt x="30" y="30"/>
                  <a:pt x="36" y="25"/>
                </a:cubicBezTo>
                <a:cubicBezTo>
                  <a:pt x="42" y="20"/>
                  <a:pt x="49" y="15"/>
                  <a:pt x="56" y="11"/>
                </a:cubicBezTo>
                <a:cubicBezTo>
                  <a:pt x="63" y="8"/>
                  <a:pt x="71" y="5"/>
                  <a:pt x="79" y="3"/>
                </a:cubicBezTo>
                <a:cubicBezTo>
                  <a:pt x="87" y="1"/>
                  <a:pt x="95" y="0"/>
                  <a:pt x="104" y="0"/>
                </a:cubicBezTo>
                <a:cubicBezTo>
                  <a:pt x="115" y="0"/>
                  <a:pt x="126" y="2"/>
                  <a:pt x="137" y="5"/>
                </a:cubicBezTo>
                <a:cubicBezTo>
                  <a:pt x="147" y="9"/>
                  <a:pt x="157" y="13"/>
                  <a:pt x="165" y="20"/>
                </a:cubicBezTo>
                <a:cubicBezTo>
                  <a:pt x="172" y="24"/>
                  <a:pt x="177" y="30"/>
                  <a:pt x="183" y="36"/>
                </a:cubicBezTo>
                <a:cubicBezTo>
                  <a:pt x="188" y="42"/>
                  <a:pt x="192" y="49"/>
                  <a:pt x="196" y="56"/>
                </a:cubicBezTo>
                <a:cubicBezTo>
                  <a:pt x="200" y="63"/>
                  <a:pt x="203" y="71"/>
                  <a:pt x="205" y="79"/>
                </a:cubicBezTo>
                <a:cubicBezTo>
                  <a:pt x="207" y="87"/>
                  <a:pt x="208" y="95"/>
                  <a:pt x="208" y="104"/>
                </a:cubicBezTo>
                <a:cubicBezTo>
                  <a:pt x="208" y="114"/>
                  <a:pt x="206" y="124"/>
                  <a:pt x="204" y="133"/>
                </a:cubicBezTo>
                <a:cubicBezTo>
                  <a:pt x="201" y="142"/>
                  <a:pt x="197" y="151"/>
                  <a:pt x="192" y="159"/>
                </a:cubicBezTo>
                <a:cubicBezTo>
                  <a:pt x="181" y="176"/>
                  <a:pt x="166" y="189"/>
                  <a:pt x="149" y="197"/>
                </a:cubicBezTo>
                <a:cubicBezTo>
                  <a:pt x="151" y="173"/>
                  <a:pt x="151" y="173"/>
                  <a:pt x="151" y="173"/>
                </a:cubicBezTo>
                <a:cubicBezTo>
                  <a:pt x="151" y="172"/>
                  <a:pt x="151" y="172"/>
                  <a:pt x="151" y="172"/>
                </a:cubicBezTo>
                <a:cubicBezTo>
                  <a:pt x="162" y="165"/>
                  <a:pt x="171" y="155"/>
                  <a:pt x="177" y="143"/>
                </a:cubicBezTo>
                <a:cubicBezTo>
                  <a:pt x="184" y="131"/>
                  <a:pt x="187" y="118"/>
                  <a:pt x="187" y="104"/>
                </a:cubicBezTo>
                <a:cubicBezTo>
                  <a:pt x="187" y="92"/>
                  <a:pt x="185" y="82"/>
                  <a:pt x="180" y="71"/>
                </a:cubicBezTo>
                <a:cubicBezTo>
                  <a:pt x="176" y="61"/>
                  <a:pt x="170" y="52"/>
                  <a:pt x="163" y="45"/>
                </a:cubicBezTo>
                <a:cubicBezTo>
                  <a:pt x="155" y="38"/>
                  <a:pt x="146" y="32"/>
                  <a:pt x="136" y="27"/>
                </a:cubicBezTo>
                <a:cubicBezTo>
                  <a:pt x="126" y="23"/>
                  <a:pt x="115" y="20"/>
                  <a:pt x="104" y="20"/>
                </a:cubicBezTo>
                <a:cubicBezTo>
                  <a:pt x="92" y="20"/>
                  <a:pt x="82" y="23"/>
                  <a:pt x="71" y="27"/>
                </a:cubicBezTo>
                <a:cubicBezTo>
                  <a:pt x="61" y="31"/>
                  <a:pt x="52" y="37"/>
                  <a:pt x="45" y="45"/>
                </a:cubicBezTo>
                <a:cubicBezTo>
                  <a:pt x="37" y="52"/>
                  <a:pt x="32" y="61"/>
                  <a:pt x="27" y="71"/>
                </a:cubicBezTo>
                <a:cubicBezTo>
                  <a:pt x="23" y="82"/>
                  <a:pt x="21" y="92"/>
                  <a:pt x="21" y="104"/>
                </a:cubicBezTo>
                <a:cubicBezTo>
                  <a:pt x="21" y="118"/>
                  <a:pt x="24" y="131"/>
                  <a:pt x="30" y="143"/>
                </a:cubicBezTo>
                <a:cubicBezTo>
                  <a:pt x="37" y="155"/>
                  <a:pt x="45" y="164"/>
                  <a:pt x="57" y="172"/>
                </a:cubicBezTo>
                <a:cubicBezTo>
                  <a:pt x="57" y="173"/>
                  <a:pt x="57" y="173"/>
                  <a:pt x="57" y="173"/>
                </a:cubicBezTo>
                <a:cubicBezTo>
                  <a:pt x="58" y="197"/>
                  <a:pt x="58" y="197"/>
                  <a:pt x="58" y="197"/>
                </a:cubicBezTo>
                <a:cubicBezTo>
                  <a:pt x="41" y="189"/>
                  <a:pt x="27" y="176"/>
                  <a:pt x="16" y="159"/>
                </a:cubicBezTo>
                <a:cubicBezTo>
                  <a:pt x="5" y="143"/>
                  <a:pt x="0" y="124"/>
                  <a:pt x="0" y="104"/>
                </a:cubicBezTo>
                <a:close/>
                <a:moveTo>
                  <a:pt x="41" y="104"/>
                </a:moveTo>
                <a:cubicBezTo>
                  <a:pt x="41" y="87"/>
                  <a:pt x="47" y="72"/>
                  <a:pt x="60" y="60"/>
                </a:cubicBezTo>
                <a:cubicBezTo>
                  <a:pt x="72" y="47"/>
                  <a:pt x="86" y="41"/>
                  <a:pt x="104" y="41"/>
                </a:cubicBezTo>
                <a:cubicBezTo>
                  <a:pt x="121" y="41"/>
                  <a:pt x="136" y="47"/>
                  <a:pt x="148" y="60"/>
                </a:cubicBezTo>
                <a:cubicBezTo>
                  <a:pt x="160" y="72"/>
                  <a:pt x="166" y="87"/>
                  <a:pt x="166" y="104"/>
                </a:cubicBezTo>
                <a:cubicBezTo>
                  <a:pt x="166" y="112"/>
                  <a:pt x="164" y="120"/>
                  <a:pt x="161" y="128"/>
                </a:cubicBezTo>
                <a:cubicBezTo>
                  <a:pt x="158" y="136"/>
                  <a:pt x="153" y="142"/>
                  <a:pt x="148" y="148"/>
                </a:cubicBezTo>
                <a:cubicBezTo>
                  <a:pt x="145" y="141"/>
                  <a:pt x="141" y="135"/>
                  <a:pt x="137" y="129"/>
                </a:cubicBezTo>
                <a:cubicBezTo>
                  <a:pt x="142" y="122"/>
                  <a:pt x="145" y="113"/>
                  <a:pt x="145" y="104"/>
                </a:cubicBezTo>
                <a:cubicBezTo>
                  <a:pt x="145" y="92"/>
                  <a:pt x="141" y="83"/>
                  <a:pt x="133" y="74"/>
                </a:cubicBezTo>
                <a:cubicBezTo>
                  <a:pt x="125" y="66"/>
                  <a:pt x="115" y="62"/>
                  <a:pt x="104" y="62"/>
                </a:cubicBezTo>
                <a:cubicBezTo>
                  <a:pt x="92" y="62"/>
                  <a:pt x="82" y="66"/>
                  <a:pt x="74" y="74"/>
                </a:cubicBezTo>
                <a:cubicBezTo>
                  <a:pt x="66" y="83"/>
                  <a:pt x="62" y="92"/>
                  <a:pt x="62" y="104"/>
                </a:cubicBezTo>
                <a:cubicBezTo>
                  <a:pt x="62" y="113"/>
                  <a:pt x="65" y="122"/>
                  <a:pt x="71" y="129"/>
                </a:cubicBezTo>
                <a:cubicBezTo>
                  <a:pt x="66" y="135"/>
                  <a:pt x="62" y="141"/>
                  <a:pt x="60" y="148"/>
                </a:cubicBezTo>
                <a:cubicBezTo>
                  <a:pt x="54" y="142"/>
                  <a:pt x="49" y="136"/>
                  <a:pt x="46" y="128"/>
                </a:cubicBezTo>
                <a:cubicBezTo>
                  <a:pt x="43" y="120"/>
                  <a:pt x="41" y="112"/>
                  <a:pt x="41" y="104"/>
                </a:cubicBezTo>
                <a:close/>
                <a:moveTo>
                  <a:pt x="75" y="163"/>
                </a:moveTo>
                <a:cubicBezTo>
                  <a:pt x="75" y="161"/>
                  <a:pt x="75" y="161"/>
                  <a:pt x="75" y="161"/>
                </a:cubicBezTo>
                <a:cubicBezTo>
                  <a:pt x="75" y="154"/>
                  <a:pt x="78" y="148"/>
                  <a:pt x="83" y="143"/>
                </a:cubicBezTo>
                <a:cubicBezTo>
                  <a:pt x="89" y="138"/>
                  <a:pt x="96" y="135"/>
                  <a:pt x="104" y="135"/>
                </a:cubicBezTo>
                <a:cubicBezTo>
                  <a:pt x="112" y="135"/>
                  <a:pt x="118" y="138"/>
                  <a:pt x="124" y="143"/>
                </a:cubicBezTo>
                <a:cubicBezTo>
                  <a:pt x="129" y="148"/>
                  <a:pt x="132" y="154"/>
                  <a:pt x="132" y="161"/>
                </a:cubicBezTo>
                <a:cubicBezTo>
                  <a:pt x="132" y="163"/>
                  <a:pt x="132" y="163"/>
                  <a:pt x="132" y="163"/>
                </a:cubicBezTo>
                <a:cubicBezTo>
                  <a:pt x="124" y="239"/>
                  <a:pt x="124" y="239"/>
                  <a:pt x="124" y="239"/>
                </a:cubicBezTo>
                <a:cubicBezTo>
                  <a:pt x="83" y="239"/>
                  <a:pt x="83" y="239"/>
                  <a:pt x="83" y="239"/>
                </a:cubicBezTo>
                <a:lnTo>
                  <a:pt x="75" y="163"/>
                </a:lnTo>
                <a:close/>
                <a:moveTo>
                  <a:pt x="89" y="119"/>
                </a:moveTo>
                <a:cubicBezTo>
                  <a:pt x="85" y="114"/>
                  <a:pt x="83" y="110"/>
                  <a:pt x="83" y="104"/>
                </a:cubicBezTo>
                <a:cubicBezTo>
                  <a:pt x="83" y="98"/>
                  <a:pt x="85" y="93"/>
                  <a:pt x="89" y="89"/>
                </a:cubicBezTo>
                <a:cubicBezTo>
                  <a:pt x="93" y="85"/>
                  <a:pt x="98" y="83"/>
                  <a:pt x="104" y="83"/>
                </a:cubicBezTo>
                <a:cubicBezTo>
                  <a:pt x="109" y="83"/>
                  <a:pt x="114" y="85"/>
                  <a:pt x="118" y="89"/>
                </a:cubicBezTo>
                <a:cubicBezTo>
                  <a:pt x="122" y="93"/>
                  <a:pt x="124" y="98"/>
                  <a:pt x="124" y="104"/>
                </a:cubicBezTo>
                <a:cubicBezTo>
                  <a:pt x="124" y="110"/>
                  <a:pt x="122" y="114"/>
                  <a:pt x="118" y="119"/>
                </a:cubicBezTo>
                <a:cubicBezTo>
                  <a:pt x="114" y="123"/>
                  <a:pt x="109" y="124"/>
                  <a:pt x="104" y="124"/>
                </a:cubicBezTo>
                <a:cubicBezTo>
                  <a:pt x="98" y="124"/>
                  <a:pt x="93" y="123"/>
                  <a:pt x="89" y="11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20" name="Freeform 122"/>
          <p:cNvSpPr>
            <a:spLocks/>
          </p:cNvSpPr>
          <p:nvPr/>
        </p:nvSpPr>
        <p:spPr bwMode="auto">
          <a:xfrm>
            <a:off x="4081786" y="4441987"/>
            <a:ext cx="353991" cy="293183"/>
          </a:xfrm>
          <a:custGeom>
            <a:avLst/>
            <a:gdLst>
              <a:gd name="T0" fmla="*/ 0 w 248"/>
              <a:gd name="T1" fmla="*/ 181 h 205"/>
              <a:gd name="T2" fmla="*/ 73 w 248"/>
              <a:gd name="T3" fmla="*/ 159 h 205"/>
              <a:gd name="T4" fmla="*/ 43 w 248"/>
              <a:gd name="T5" fmla="*/ 148 h 205"/>
              <a:gd name="T6" fmla="*/ 28 w 248"/>
              <a:gd name="T7" fmla="*/ 122 h 205"/>
              <a:gd name="T8" fmla="*/ 41 w 248"/>
              <a:gd name="T9" fmla="*/ 124 h 205"/>
              <a:gd name="T10" fmla="*/ 49 w 248"/>
              <a:gd name="T11" fmla="*/ 123 h 205"/>
              <a:gd name="T12" fmla="*/ 21 w 248"/>
              <a:gd name="T13" fmla="*/ 108 h 205"/>
              <a:gd name="T14" fmla="*/ 10 w 248"/>
              <a:gd name="T15" fmla="*/ 80 h 205"/>
              <a:gd name="T16" fmla="*/ 10 w 248"/>
              <a:gd name="T17" fmla="*/ 76 h 205"/>
              <a:gd name="T18" fmla="*/ 11 w 248"/>
              <a:gd name="T19" fmla="*/ 71 h 205"/>
              <a:gd name="T20" fmla="*/ 15 w 248"/>
              <a:gd name="T21" fmla="*/ 73 h 205"/>
              <a:gd name="T22" fmla="*/ 20 w 248"/>
              <a:gd name="T23" fmla="*/ 75 h 205"/>
              <a:gd name="T24" fmla="*/ 25 w 248"/>
              <a:gd name="T25" fmla="*/ 77 h 205"/>
              <a:gd name="T26" fmla="*/ 30 w 248"/>
              <a:gd name="T27" fmla="*/ 78 h 205"/>
              <a:gd name="T28" fmla="*/ 10 w 248"/>
              <a:gd name="T29" fmla="*/ 39 h 205"/>
              <a:gd name="T30" fmla="*/ 10 w 248"/>
              <a:gd name="T31" fmla="*/ 38 h 205"/>
              <a:gd name="T32" fmla="*/ 11 w 248"/>
              <a:gd name="T33" fmla="*/ 22 h 205"/>
              <a:gd name="T34" fmla="*/ 16 w 248"/>
              <a:gd name="T35" fmla="*/ 10 h 205"/>
              <a:gd name="T36" fmla="*/ 67 w 248"/>
              <a:gd name="T37" fmla="*/ 51 h 205"/>
              <a:gd name="T38" fmla="*/ 71 w 248"/>
              <a:gd name="T39" fmla="*/ 53 h 205"/>
              <a:gd name="T40" fmla="*/ 75 w 248"/>
              <a:gd name="T41" fmla="*/ 54 h 205"/>
              <a:gd name="T42" fmla="*/ 81 w 248"/>
              <a:gd name="T43" fmla="*/ 56 h 205"/>
              <a:gd name="T44" fmla="*/ 88 w 248"/>
              <a:gd name="T45" fmla="*/ 58 h 205"/>
              <a:gd name="T46" fmla="*/ 90 w 248"/>
              <a:gd name="T47" fmla="*/ 59 h 205"/>
              <a:gd name="T48" fmla="*/ 91 w 248"/>
              <a:gd name="T49" fmla="*/ 59 h 205"/>
              <a:gd name="T50" fmla="*/ 91 w 248"/>
              <a:gd name="T51" fmla="*/ 59 h 205"/>
              <a:gd name="T52" fmla="*/ 99 w 248"/>
              <a:gd name="T53" fmla="*/ 60 h 205"/>
              <a:gd name="T54" fmla="*/ 103 w 248"/>
              <a:gd name="T55" fmla="*/ 61 h 205"/>
              <a:gd name="T56" fmla="*/ 109 w 248"/>
              <a:gd name="T57" fmla="*/ 62 h 205"/>
              <a:gd name="T58" fmla="*/ 116 w 248"/>
              <a:gd name="T59" fmla="*/ 64 h 205"/>
              <a:gd name="T60" fmla="*/ 120 w 248"/>
              <a:gd name="T61" fmla="*/ 64 h 205"/>
              <a:gd name="T62" fmla="*/ 122 w 248"/>
              <a:gd name="T63" fmla="*/ 64 h 205"/>
              <a:gd name="T64" fmla="*/ 121 w 248"/>
              <a:gd name="T65" fmla="*/ 54 h 205"/>
              <a:gd name="T66" fmla="*/ 127 w 248"/>
              <a:gd name="T67" fmla="*/ 27 h 205"/>
              <a:gd name="T68" fmla="*/ 145 w 248"/>
              <a:gd name="T69" fmla="*/ 8 h 205"/>
              <a:gd name="T70" fmla="*/ 171 w 248"/>
              <a:gd name="T71" fmla="*/ 0 h 205"/>
              <a:gd name="T72" fmla="*/ 207 w 248"/>
              <a:gd name="T73" fmla="*/ 16 h 205"/>
              <a:gd name="T74" fmla="*/ 242 w 248"/>
              <a:gd name="T75" fmla="*/ 2 h 205"/>
              <a:gd name="T76" fmla="*/ 220 w 248"/>
              <a:gd name="T77" fmla="*/ 33 h 205"/>
              <a:gd name="T78" fmla="*/ 234 w 248"/>
              <a:gd name="T79" fmla="*/ 30 h 205"/>
              <a:gd name="T80" fmla="*/ 248 w 248"/>
              <a:gd name="T81" fmla="*/ 25 h 205"/>
              <a:gd name="T82" fmla="*/ 238 w 248"/>
              <a:gd name="T83" fmla="*/ 39 h 205"/>
              <a:gd name="T84" fmla="*/ 223 w 248"/>
              <a:gd name="T85" fmla="*/ 51 h 205"/>
              <a:gd name="T86" fmla="*/ 223 w 248"/>
              <a:gd name="T87" fmla="*/ 54 h 205"/>
              <a:gd name="T88" fmla="*/ 223 w 248"/>
              <a:gd name="T89" fmla="*/ 56 h 205"/>
              <a:gd name="T90" fmla="*/ 223 w 248"/>
              <a:gd name="T91" fmla="*/ 59 h 205"/>
              <a:gd name="T92" fmla="*/ 223 w 248"/>
              <a:gd name="T93" fmla="*/ 59 h 205"/>
              <a:gd name="T94" fmla="*/ 220 w 248"/>
              <a:gd name="T95" fmla="*/ 88 h 205"/>
              <a:gd name="T96" fmla="*/ 211 w 248"/>
              <a:gd name="T97" fmla="*/ 116 h 205"/>
              <a:gd name="T98" fmla="*/ 198 w 248"/>
              <a:gd name="T99" fmla="*/ 140 h 205"/>
              <a:gd name="T100" fmla="*/ 180 w 248"/>
              <a:gd name="T101" fmla="*/ 162 h 205"/>
              <a:gd name="T102" fmla="*/ 159 w 248"/>
              <a:gd name="T103" fmla="*/ 180 h 205"/>
              <a:gd name="T104" fmla="*/ 134 w 248"/>
              <a:gd name="T105" fmla="*/ 193 h 205"/>
              <a:gd name="T106" fmla="*/ 106 w 248"/>
              <a:gd name="T107" fmla="*/ 202 h 205"/>
              <a:gd name="T108" fmla="*/ 77 w 248"/>
              <a:gd name="T109" fmla="*/ 205 h 205"/>
              <a:gd name="T110" fmla="*/ 37 w 248"/>
              <a:gd name="T111" fmla="*/ 198 h 205"/>
              <a:gd name="T112" fmla="*/ 0 w 248"/>
              <a:gd name="T113" fmla="*/ 181 h 2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248" h="205">
                <a:moveTo>
                  <a:pt x="0" y="181"/>
                </a:moveTo>
                <a:cubicBezTo>
                  <a:pt x="36" y="180"/>
                  <a:pt x="61" y="172"/>
                  <a:pt x="73" y="159"/>
                </a:cubicBezTo>
                <a:cubicBezTo>
                  <a:pt x="61" y="158"/>
                  <a:pt x="51" y="155"/>
                  <a:pt x="43" y="148"/>
                </a:cubicBezTo>
                <a:cubicBezTo>
                  <a:pt x="36" y="141"/>
                  <a:pt x="31" y="133"/>
                  <a:pt x="28" y="122"/>
                </a:cubicBezTo>
                <a:cubicBezTo>
                  <a:pt x="33" y="123"/>
                  <a:pt x="37" y="124"/>
                  <a:pt x="41" y="124"/>
                </a:cubicBezTo>
                <a:cubicBezTo>
                  <a:pt x="43" y="124"/>
                  <a:pt x="46" y="124"/>
                  <a:pt x="49" y="123"/>
                </a:cubicBezTo>
                <a:cubicBezTo>
                  <a:pt x="38" y="121"/>
                  <a:pt x="29" y="116"/>
                  <a:pt x="21" y="108"/>
                </a:cubicBezTo>
                <a:cubicBezTo>
                  <a:pt x="13" y="99"/>
                  <a:pt x="10" y="90"/>
                  <a:pt x="10" y="80"/>
                </a:cubicBezTo>
                <a:cubicBezTo>
                  <a:pt x="10" y="79"/>
                  <a:pt x="10" y="78"/>
                  <a:pt x="10" y="76"/>
                </a:cubicBezTo>
                <a:cubicBezTo>
                  <a:pt x="10" y="75"/>
                  <a:pt x="10" y="73"/>
                  <a:pt x="11" y="71"/>
                </a:cubicBezTo>
                <a:cubicBezTo>
                  <a:pt x="15" y="73"/>
                  <a:pt x="15" y="73"/>
                  <a:pt x="15" y="73"/>
                </a:cubicBezTo>
                <a:cubicBezTo>
                  <a:pt x="20" y="75"/>
                  <a:pt x="20" y="75"/>
                  <a:pt x="20" y="75"/>
                </a:cubicBezTo>
                <a:cubicBezTo>
                  <a:pt x="21" y="76"/>
                  <a:pt x="23" y="76"/>
                  <a:pt x="25" y="77"/>
                </a:cubicBezTo>
                <a:cubicBezTo>
                  <a:pt x="27" y="77"/>
                  <a:pt x="29" y="78"/>
                  <a:pt x="30" y="78"/>
                </a:cubicBezTo>
                <a:cubicBezTo>
                  <a:pt x="16" y="66"/>
                  <a:pt x="10" y="53"/>
                  <a:pt x="10" y="39"/>
                </a:cubicBezTo>
                <a:cubicBezTo>
                  <a:pt x="10" y="38"/>
                  <a:pt x="10" y="38"/>
                  <a:pt x="10" y="38"/>
                </a:cubicBezTo>
                <a:cubicBezTo>
                  <a:pt x="10" y="32"/>
                  <a:pt x="10" y="27"/>
                  <a:pt x="11" y="22"/>
                </a:cubicBezTo>
                <a:cubicBezTo>
                  <a:pt x="13" y="17"/>
                  <a:pt x="14" y="13"/>
                  <a:pt x="16" y="10"/>
                </a:cubicBezTo>
                <a:cubicBezTo>
                  <a:pt x="30" y="28"/>
                  <a:pt x="47" y="42"/>
                  <a:pt x="67" y="51"/>
                </a:cubicBezTo>
                <a:cubicBezTo>
                  <a:pt x="68" y="51"/>
                  <a:pt x="70" y="52"/>
                  <a:pt x="71" y="53"/>
                </a:cubicBezTo>
                <a:cubicBezTo>
                  <a:pt x="73" y="53"/>
                  <a:pt x="74" y="54"/>
                  <a:pt x="75" y="54"/>
                </a:cubicBezTo>
                <a:cubicBezTo>
                  <a:pt x="77" y="55"/>
                  <a:pt x="78" y="55"/>
                  <a:pt x="81" y="56"/>
                </a:cubicBezTo>
                <a:cubicBezTo>
                  <a:pt x="83" y="56"/>
                  <a:pt x="86" y="57"/>
                  <a:pt x="88" y="58"/>
                </a:cubicBezTo>
                <a:cubicBezTo>
                  <a:pt x="90" y="59"/>
                  <a:pt x="90" y="59"/>
                  <a:pt x="90" y="59"/>
                </a:cubicBezTo>
                <a:cubicBezTo>
                  <a:pt x="90" y="59"/>
                  <a:pt x="90" y="59"/>
                  <a:pt x="91" y="59"/>
                </a:cubicBezTo>
                <a:cubicBezTo>
                  <a:pt x="91" y="59"/>
                  <a:pt x="91" y="59"/>
                  <a:pt x="91" y="59"/>
                </a:cubicBezTo>
                <a:cubicBezTo>
                  <a:pt x="99" y="60"/>
                  <a:pt x="99" y="60"/>
                  <a:pt x="99" y="60"/>
                </a:cubicBezTo>
                <a:cubicBezTo>
                  <a:pt x="100" y="60"/>
                  <a:pt x="101" y="61"/>
                  <a:pt x="103" y="61"/>
                </a:cubicBezTo>
                <a:cubicBezTo>
                  <a:pt x="104" y="61"/>
                  <a:pt x="106" y="62"/>
                  <a:pt x="109" y="62"/>
                </a:cubicBezTo>
                <a:cubicBezTo>
                  <a:pt x="112" y="63"/>
                  <a:pt x="114" y="64"/>
                  <a:pt x="116" y="64"/>
                </a:cubicBezTo>
                <a:cubicBezTo>
                  <a:pt x="117" y="64"/>
                  <a:pt x="119" y="64"/>
                  <a:pt x="120" y="64"/>
                </a:cubicBezTo>
                <a:cubicBezTo>
                  <a:pt x="121" y="64"/>
                  <a:pt x="121" y="64"/>
                  <a:pt x="122" y="64"/>
                </a:cubicBezTo>
                <a:cubicBezTo>
                  <a:pt x="121" y="61"/>
                  <a:pt x="121" y="57"/>
                  <a:pt x="121" y="54"/>
                </a:cubicBezTo>
                <a:cubicBezTo>
                  <a:pt x="121" y="44"/>
                  <a:pt x="123" y="35"/>
                  <a:pt x="127" y="27"/>
                </a:cubicBezTo>
                <a:cubicBezTo>
                  <a:pt x="131" y="19"/>
                  <a:pt x="137" y="13"/>
                  <a:pt x="145" y="8"/>
                </a:cubicBezTo>
                <a:cubicBezTo>
                  <a:pt x="153" y="3"/>
                  <a:pt x="161" y="0"/>
                  <a:pt x="171" y="0"/>
                </a:cubicBezTo>
                <a:cubicBezTo>
                  <a:pt x="184" y="0"/>
                  <a:pt x="196" y="6"/>
                  <a:pt x="207" y="16"/>
                </a:cubicBezTo>
                <a:cubicBezTo>
                  <a:pt x="220" y="15"/>
                  <a:pt x="231" y="10"/>
                  <a:pt x="242" y="2"/>
                </a:cubicBezTo>
                <a:cubicBezTo>
                  <a:pt x="238" y="14"/>
                  <a:pt x="231" y="25"/>
                  <a:pt x="220" y="33"/>
                </a:cubicBezTo>
                <a:cubicBezTo>
                  <a:pt x="225" y="32"/>
                  <a:pt x="230" y="31"/>
                  <a:pt x="234" y="30"/>
                </a:cubicBezTo>
                <a:cubicBezTo>
                  <a:pt x="239" y="28"/>
                  <a:pt x="243" y="27"/>
                  <a:pt x="248" y="25"/>
                </a:cubicBezTo>
                <a:cubicBezTo>
                  <a:pt x="245" y="31"/>
                  <a:pt x="242" y="35"/>
                  <a:pt x="238" y="39"/>
                </a:cubicBezTo>
                <a:cubicBezTo>
                  <a:pt x="234" y="43"/>
                  <a:pt x="229" y="47"/>
                  <a:pt x="223" y="51"/>
                </a:cubicBezTo>
                <a:cubicBezTo>
                  <a:pt x="223" y="54"/>
                  <a:pt x="223" y="54"/>
                  <a:pt x="223" y="54"/>
                </a:cubicBezTo>
                <a:cubicBezTo>
                  <a:pt x="223" y="54"/>
                  <a:pt x="223" y="55"/>
                  <a:pt x="223" y="56"/>
                </a:cubicBezTo>
                <a:cubicBezTo>
                  <a:pt x="223" y="57"/>
                  <a:pt x="223" y="58"/>
                  <a:pt x="223" y="59"/>
                </a:cubicBezTo>
                <a:cubicBezTo>
                  <a:pt x="223" y="59"/>
                  <a:pt x="223" y="59"/>
                  <a:pt x="223" y="59"/>
                </a:cubicBezTo>
                <a:cubicBezTo>
                  <a:pt x="223" y="69"/>
                  <a:pt x="222" y="79"/>
                  <a:pt x="220" y="88"/>
                </a:cubicBezTo>
                <a:cubicBezTo>
                  <a:pt x="218" y="98"/>
                  <a:pt x="215" y="107"/>
                  <a:pt x="211" y="116"/>
                </a:cubicBezTo>
                <a:cubicBezTo>
                  <a:pt x="208" y="124"/>
                  <a:pt x="203" y="133"/>
                  <a:pt x="198" y="140"/>
                </a:cubicBezTo>
                <a:cubicBezTo>
                  <a:pt x="193" y="148"/>
                  <a:pt x="187" y="155"/>
                  <a:pt x="180" y="162"/>
                </a:cubicBezTo>
                <a:cubicBezTo>
                  <a:pt x="174" y="168"/>
                  <a:pt x="166" y="174"/>
                  <a:pt x="159" y="180"/>
                </a:cubicBezTo>
                <a:cubicBezTo>
                  <a:pt x="151" y="185"/>
                  <a:pt x="143" y="189"/>
                  <a:pt x="134" y="193"/>
                </a:cubicBezTo>
                <a:cubicBezTo>
                  <a:pt x="125" y="197"/>
                  <a:pt x="116" y="200"/>
                  <a:pt x="106" y="202"/>
                </a:cubicBezTo>
                <a:cubicBezTo>
                  <a:pt x="97" y="204"/>
                  <a:pt x="87" y="205"/>
                  <a:pt x="77" y="205"/>
                </a:cubicBezTo>
                <a:cubicBezTo>
                  <a:pt x="64" y="205"/>
                  <a:pt x="51" y="202"/>
                  <a:pt x="37" y="198"/>
                </a:cubicBezTo>
                <a:cubicBezTo>
                  <a:pt x="24" y="194"/>
                  <a:pt x="12" y="188"/>
                  <a:pt x="0" y="18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21" name="Freeform 123"/>
          <p:cNvSpPr>
            <a:spLocks/>
          </p:cNvSpPr>
          <p:nvPr/>
        </p:nvSpPr>
        <p:spPr bwMode="auto">
          <a:xfrm>
            <a:off x="4589968" y="4420270"/>
            <a:ext cx="223688" cy="314900"/>
          </a:xfrm>
          <a:custGeom>
            <a:avLst/>
            <a:gdLst>
              <a:gd name="T0" fmla="*/ 0 w 156"/>
              <a:gd name="T1" fmla="*/ 26 h 219"/>
              <a:gd name="T2" fmla="*/ 7 w 156"/>
              <a:gd name="T3" fmla="*/ 8 h 219"/>
              <a:gd name="T4" fmla="*/ 26 w 156"/>
              <a:gd name="T5" fmla="*/ 0 h 219"/>
              <a:gd name="T6" fmla="*/ 44 w 156"/>
              <a:gd name="T7" fmla="*/ 8 h 219"/>
              <a:gd name="T8" fmla="*/ 52 w 156"/>
              <a:gd name="T9" fmla="*/ 26 h 219"/>
              <a:gd name="T10" fmla="*/ 52 w 156"/>
              <a:gd name="T11" fmla="*/ 63 h 219"/>
              <a:gd name="T12" fmla="*/ 130 w 156"/>
              <a:gd name="T13" fmla="*/ 63 h 219"/>
              <a:gd name="T14" fmla="*/ 148 w 156"/>
              <a:gd name="T15" fmla="*/ 70 h 219"/>
              <a:gd name="T16" fmla="*/ 156 w 156"/>
              <a:gd name="T17" fmla="*/ 89 h 219"/>
              <a:gd name="T18" fmla="*/ 148 w 156"/>
              <a:gd name="T19" fmla="*/ 107 h 219"/>
              <a:gd name="T20" fmla="*/ 130 w 156"/>
              <a:gd name="T21" fmla="*/ 114 h 219"/>
              <a:gd name="T22" fmla="*/ 52 w 156"/>
              <a:gd name="T23" fmla="*/ 114 h 219"/>
              <a:gd name="T24" fmla="*/ 52 w 156"/>
              <a:gd name="T25" fmla="*/ 140 h 219"/>
              <a:gd name="T26" fmla="*/ 59 w 156"/>
              <a:gd name="T27" fmla="*/ 159 h 219"/>
              <a:gd name="T28" fmla="*/ 77 w 156"/>
              <a:gd name="T29" fmla="*/ 166 h 219"/>
              <a:gd name="T30" fmla="*/ 130 w 156"/>
              <a:gd name="T31" fmla="*/ 166 h 219"/>
              <a:gd name="T32" fmla="*/ 148 w 156"/>
              <a:gd name="T33" fmla="*/ 174 h 219"/>
              <a:gd name="T34" fmla="*/ 156 w 156"/>
              <a:gd name="T35" fmla="*/ 193 h 219"/>
              <a:gd name="T36" fmla="*/ 148 w 156"/>
              <a:gd name="T37" fmla="*/ 211 h 219"/>
              <a:gd name="T38" fmla="*/ 130 w 156"/>
              <a:gd name="T39" fmla="*/ 219 h 219"/>
              <a:gd name="T40" fmla="*/ 78 w 156"/>
              <a:gd name="T41" fmla="*/ 219 h 219"/>
              <a:gd name="T42" fmla="*/ 47 w 156"/>
              <a:gd name="T43" fmla="*/ 212 h 219"/>
              <a:gd name="T44" fmla="*/ 23 w 156"/>
              <a:gd name="T45" fmla="*/ 196 h 219"/>
              <a:gd name="T46" fmla="*/ 6 w 156"/>
              <a:gd name="T47" fmla="*/ 171 h 219"/>
              <a:gd name="T48" fmla="*/ 0 w 156"/>
              <a:gd name="T49" fmla="*/ 140 h 219"/>
              <a:gd name="T50" fmla="*/ 0 w 156"/>
              <a:gd name="T51" fmla="*/ 26 h 2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156" h="219">
                <a:moveTo>
                  <a:pt x="0" y="26"/>
                </a:moveTo>
                <a:cubicBezTo>
                  <a:pt x="0" y="19"/>
                  <a:pt x="2" y="13"/>
                  <a:pt x="7" y="8"/>
                </a:cubicBezTo>
                <a:cubicBezTo>
                  <a:pt x="13" y="3"/>
                  <a:pt x="19" y="0"/>
                  <a:pt x="26" y="0"/>
                </a:cubicBezTo>
                <a:cubicBezTo>
                  <a:pt x="33" y="0"/>
                  <a:pt x="39" y="3"/>
                  <a:pt x="44" y="8"/>
                </a:cubicBezTo>
                <a:cubicBezTo>
                  <a:pt x="49" y="13"/>
                  <a:pt x="52" y="19"/>
                  <a:pt x="52" y="26"/>
                </a:cubicBezTo>
                <a:cubicBezTo>
                  <a:pt x="52" y="63"/>
                  <a:pt x="52" y="63"/>
                  <a:pt x="52" y="63"/>
                </a:cubicBezTo>
                <a:cubicBezTo>
                  <a:pt x="130" y="63"/>
                  <a:pt x="130" y="63"/>
                  <a:pt x="130" y="63"/>
                </a:cubicBezTo>
                <a:cubicBezTo>
                  <a:pt x="137" y="63"/>
                  <a:pt x="143" y="65"/>
                  <a:pt x="148" y="70"/>
                </a:cubicBezTo>
                <a:cubicBezTo>
                  <a:pt x="153" y="75"/>
                  <a:pt x="156" y="81"/>
                  <a:pt x="156" y="89"/>
                </a:cubicBezTo>
                <a:cubicBezTo>
                  <a:pt x="156" y="96"/>
                  <a:pt x="153" y="102"/>
                  <a:pt x="148" y="107"/>
                </a:cubicBezTo>
                <a:cubicBezTo>
                  <a:pt x="143" y="112"/>
                  <a:pt x="137" y="114"/>
                  <a:pt x="130" y="114"/>
                </a:cubicBezTo>
                <a:cubicBezTo>
                  <a:pt x="52" y="114"/>
                  <a:pt x="52" y="114"/>
                  <a:pt x="52" y="114"/>
                </a:cubicBezTo>
                <a:cubicBezTo>
                  <a:pt x="52" y="140"/>
                  <a:pt x="52" y="140"/>
                  <a:pt x="52" y="140"/>
                </a:cubicBezTo>
                <a:cubicBezTo>
                  <a:pt x="52" y="148"/>
                  <a:pt x="54" y="154"/>
                  <a:pt x="59" y="159"/>
                </a:cubicBezTo>
                <a:cubicBezTo>
                  <a:pt x="64" y="164"/>
                  <a:pt x="70" y="166"/>
                  <a:pt x="77" y="166"/>
                </a:cubicBezTo>
                <a:cubicBezTo>
                  <a:pt x="130" y="166"/>
                  <a:pt x="130" y="166"/>
                  <a:pt x="130" y="166"/>
                </a:cubicBezTo>
                <a:cubicBezTo>
                  <a:pt x="137" y="166"/>
                  <a:pt x="143" y="169"/>
                  <a:pt x="148" y="174"/>
                </a:cubicBezTo>
                <a:cubicBezTo>
                  <a:pt x="153" y="179"/>
                  <a:pt x="156" y="185"/>
                  <a:pt x="156" y="193"/>
                </a:cubicBezTo>
                <a:cubicBezTo>
                  <a:pt x="156" y="200"/>
                  <a:pt x="153" y="206"/>
                  <a:pt x="148" y="211"/>
                </a:cubicBezTo>
                <a:cubicBezTo>
                  <a:pt x="143" y="216"/>
                  <a:pt x="137" y="219"/>
                  <a:pt x="130" y="219"/>
                </a:cubicBezTo>
                <a:cubicBezTo>
                  <a:pt x="78" y="219"/>
                  <a:pt x="78" y="219"/>
                  <a:pt x="78" y="219"/>
                </a:cubicBezTo>
                <a:cubicBezTo>
                  <a:pt x="67" y="219"/>
                  <a:pt x="57" y="216"/>
                  <a:pt x="47" y="212"/>
                </a:cubicBezTo>
                <a:cubicBezTo>
                  <a:pt x="38" y="208"/>
                  <a:pt x="30" y="203"/>
                  <a:pt x="23" y="196"/>
                </a:cubicBezTo>
                <a:cubicBezTo>
                  <a:pt x="16" y="189"/>
                  <a:pt x="10" y="180"/>
                  <a:pt x="6" y="171"/>
                </a:cubicBezTo>
                <a:cubicBezTo>
                  <a:pt x="2" y="161"/>
                  <a:pt x="0" y="151"/>
                  <a:pt x="0" y="140"/>
                </a:cubicBezTo>
                <a:lnTo>
                  <a:pt x="0" y="26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22" name="Freeform 124"/>
          <p:cNvSpPr>
            <a:spLocks/>
          </p:cNvSpPr>
          <p:nvPr/>
        </p:nvSpPr>
        <p:spPr bwMode="auto">
          <a:xfrm>
            <a:off x="5052546" y="4420270"/>
            <a:ext cx="149849" cy="314900"/>
          </a:xfrm>
          <a:custGeom>
            <a:avLst/>
            <a:gdLst>
              <a:gd name="T0" fmla="*/ 0 w 104"/>
              <a:gd name="T1" fmla="*/ 104 h 219"/>
              <a:gd name="T2" fmla="*/ 0 w 104"/>
              <a:gd name="T3" fmla="*/ 73 h 219"/>
              <a:gd name="T4" fmla="*/ 20 w 104"/>
              <a:gd name="T5" fmla="*/ 73 h 219"/>
              <a:gd name="T6" fmla="*/ 20 w 104"/>
              <a:gd name="T7" fmla="*/ 41 h 219"/>
              <a:gd name="T8" fmla="*/ 25 w 104"/>
              <a:gd name="T9" fmla="*/ 20 h 219"/>
              <a:gd name="T10" fmla="*/ 37 w 104"/>
              <a:gd name="T11" fmla="*/ 8 h 219"/>
              <a:gd name="T12" fmla="*/ 46 w 104"/>
              <a:gd name="T13" fmla="*/ 4 h 219"/>
              <a:gd name="T14" fmla="*/ 56 w 104"/>
              <a:gd name="T15" fmla="*/ 1 h 219"/>
              <a:gd name="T16" fmla="*/ 61 w 104"/>
              <a:gd name="T17" fmla="*/ 1 h 219"/>
              <a:gd name="T18" fmla="*/ 65 w 104"/>
              <a:gd name="T19" fmla="*/ 0 h 219"/>
              <a:gd name="T20" fmla="*/ 68 w 104"/>
              <a:gd name="T21" fmla="*/ 0 h 219"/>
              <a:gd name="T22" fmla="*/ 72 w 104"/>
              <a:gd name="T23" fmla="*/ 0 h 219"/>
              <a:gd name="T24" fmla="*/ 104 w 104"/>
              <a:gd name="T25" fmla="*/ 4 h 219"/>
              <a:gd name="T26" fmla="*/ 98 w 104"/>
              <a:gd name="T27" fmla="*/ 37 h 219"/>
              <a:gd name="T28" fmla="*/ 96 w 104"/>
              <a:gd name="T29" fmla="*/ 37 h 219"/>
              <a:gd name="T30" fmla="*/ 93 w 104"/>
              <a:gd name="T31" fmla="*/ 36 h 219"/>
              <a:gd name="T32" fmla="*/ 87 w 104"/>
              <a:gd name="T33" fmla="*/ 36 h 219"/>
              <a:gd name="T34" fmla="*/ 82 w 104"/>
              <a:gd name="T35" fmla="*/ 35 h 219"/>
              <a:gd name="T36" fmla="*/ 62 w 104"/>
              <a:gd name="T37" fmla="*/ 52 h 219"/>
              <a:gd name="T38" fmla="*/ 62 w 104"/>
              <a:gd name="T39" fmla="*/ 73 h 219"/>
              <a:gd name="T40" fmla="*/ 98 w 104"/>
              <a:gd name="T41" fmla="*/ 73 h 219"/>
              <a:gd name="T42" fmla="*/ 95 w 104"/>
              <a:gd name="T43" fmla="*/ 104 h 219"/>
              <a:gd name="T44" fmla="*/ 62 w 104"/>
              <a:gd name="T45" fmla="*/ 104 h 219"/>
              <a:gd name="T46" fmla="*/ 62 w 104"/>
              <a:gd name="T47" fmla="*/ 219 h 219"/>
              <a:gd name="T48" fmla="*/ 20 w 104"/>
              <a:gd name="T49" fmla="*/ 219 h 219"/>
              <a:gd name="T50" fmla="*/ 20 w 104"/>
              <a:gd name="T51" fmla="*/ 104 h 219"/>
              <a:gd name="T52" fmla="*/ 0 w 104"/>
              <a:gd name="T53" fmla="*/ 104 h 2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104" h="219">
                <a:moveTo>
                  <a:pt x="0" y="104"/>
                </a:moveTo>
                <a:cubicBezTo>
                  <a:pt x="0" y="73"/>
                  <a:pt x="0" y="73"/>
                  <a:pt x="0" y="73"/>
                </a:cubicBezTo>
                <a:cubicBezTo>
                  <a:pt x="20" y="73"/>
                  <a:pt x="20" y="73"/>
                  <a:pt x="20" y="73"/>
                </a:cubicBezTo>
                <a:cubicBezTo>
                  <a:pt x="20" y="41"/>
                  <a:pt x="20" y="41"/>
                  <a:pt x="20" y="41"/>
                </a:cubicBezTo>
                <a:cubicBezTo>
                  <a:pt x="20" y="33"/>
                  <a:pt x="22" y="26"/>
                  <a:pt x="25" y="20"/>
                </a:cubicBezTo>
                <a:cubicBezTo>
                  <a:pt x="28" y="15"/>
                  <a:pt x="32" y="11"/>
                  <a:pt x="37" y="8"/>
                </a:cubicBezTo>
                <a:cubicBezTo>
                  <a:pt x="40" y="6"/>
                  <a:pt x="43" y="4"/>
                  <a:pt x="46" y="4"/>
                </a:cubicBezTo>
                <a:cubicBezTo>
                  <a:pt x="49" y="3"/>
                  <a:pt x="52" y="2"/>
                  <a:pt x="56" y="1"/>
                </a:cubicBezTo>
                <a:cubicBezTo>
                  <a:pt x="58" y="1"/>
                  <a:pt x="60" y="1"/>
                  <a:pt x="61" y="1"/>
                </a:cubicBezTo>
                <a:cubicBezTo>
                  <a:pt x="63" y="1"/>
                  <a:pt x="64" y="0"/>
                  <a:pt x="65" y="0"/>
                </a:cubicBezTo>
                <a:cubicBezTo>
                  <a:pt x="66" y="0"/>
                  <a:pt x="67" y="0"/>
                  <a:pt x="68" y="0"/>
                </a:cubicBezTo>
                <a:cubicBezTo>
                  <a:pt x="70" y="0"/>
                  <a:pt x="71" y="0"/>
                  <a:pt x="72" y="0"/>
                </a:cubicBezTo>
                <a:cubicBezTo>
                  <a:pt x="81" y="0"/>
                  <a:pt x="91" y="1"/>
                  <a:pt x="104" y="4"/>
                </a:cubicBezTo>
                <a:cubicBezTo>
                  <a:pt x="98" y="37"/>
                  <a:pt x="98" y="37"/>
                  <a:pt x="98" y="37"/>
                </a:cubicBezTo>
                <a:cubicBezTo>
                  <a:pt x="97" y="37"/>
                  <a:pt x="97" y="37"/>
                  <a:pt x="96" y="37"/>
                </a:cubicBezTo>
                <a:cubicBezTo>
                  <a:pt x="95" y="37"/>
                  <a:pt x="94" y="37"/>
                  <a:pt x="93" y="36"/>
                </a:cubicBezTo>
                <a:cubicBezTo>
                  <a:pt x="91" y="36"/>
                  <a:pt x="89" y="36"/>
                  <a:pt x="87" y="36"/>
                </a:cubicBezTo>
                <a:cubicBezTo>
                  <a:pt x="85" y="36"/>
                  <a:pt x="84" y="35"/>
                  <a:pt x="82" y="35"/>
                </a:cubicBezTo>
                <a:cubicBezTo>
                  <a:pt x="69" y="35"/>
                  <a:pt x="62" y="41"/>
                  <a:pt x="62" y="52"/>
                </a:cubicBezTo>
                <a:cubicBezTo>
                  <a:pt x="62" y="73"/>
                  <a:pt x="62" y="73"/>
                  <a:pt x="62" y="73"/>
                </a:cubicBezTo>
                <a:cubicBezTo>
                  <a:pt x="98" y="73"/>
                  <a:pt x="98" y="73"/>
                  <a:pt x="98" y="73"/>
                </a:cubicBezTo>
                <a:cubicBezTo>
                  <a:pt x="95" y="104"/>
                  <a:pt x="95" y="104"/>
                  <a:pt x="95" y="104"/>
                </a:cubicBezTo>
                <a:cubicBezTo>
                  <a:pt x="62" y="104"/>
                  <a:pt x="62" y="104"/>
                  <a:pt x="62" y="104"/>
                </a:cubicBezTo>
                <a:cubicBezTo>
                  <a:pt x="62" y="219"/>
                  <a:pt x="62" y="219"/>
                  <a:pt x="62" y="219"/>
                </a:cubicBezTo>
                <a:cubicBezTo>
                  <a:pt x="20" y="219"/>
                  <a:pt x="20" y="219"/>
                  <a:pt x="20" y="219"/>
                </a:cubicBezTo>
                <a:cubicBezTo>
                  <a:pt x="20" y="104"/>
                  <a:pt x="20" y="104"/>
                  <a:pt x="20" y="104"/>
                </a:cubicBezTo>
                <a:lnTo>
                  <a:pt x="0" y="104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23" name="Freeform 125"/>
          <p:cNvSpPr>
            <a:spLocks noEditPoints="1"/>
          </p:cNvSpPr>
          <p:nvPr/>
        </p:nvSpPr>
        <p:spPr bwMode="auto">
          <a:xfrm>
            <a:off x="5404363" y="4511482"/>
            <a:ext cx="314900" cy="147677"/>
          </a:xfrm>
          <a:custGeom>
            <a:avLst/>
            <a:gdLst>
              <a:gd name="T0" fmla="*/ 15 w 219"/>
              <a:gd name="T1" fmla="*/ 88 h 103"/>
              <a:gd name="T2" fmla="*/ 0 w 219"/>
              <a:gd name="T3" fmla="*/ 51 h 103"/>
              <a:gd name="T4" fmla="*/ 15 w 219"/>
              <a:gd name="T5" fmla="*/ 15 h 103"/>
              <a:gd name="T6" fmla="*/ 52 w 219"/>
              <a:gd name="T7" fmla="*/ 0 h 103"/>
              <a:gd name="T8" fmla="*/ 89 w 219"/>
              <a:gd name="T9" fmla="*/ 15 h 103"/>
              <a:gd name="T10" fmla="*/ 104 w 219"/>
              <a:gd name="T11" fmla="*/ 51 h 103"/>
              <a:gd name="T12" fmla="*/ 89 w 219"/>
              <a:gd name="T13" fmla="*/ 88 h 103"/>
              <a:gd name="T14" fmla="*/ 52 w 219"/>
              <a:gd name="T15" fmla="*/ 103 h 103"/>
              <a:gd name="T16" fmla="*/ 15 w 219"/>
              <a:gd name="T17" fmla="*/ 88 h 103"/>
              <a:gd name="T18" fmla="*/ 130 w 219"/>
              <a:gd name="T19" fmla="*/ 88 h 103"/>
              <a:gd name="T20" fmla="*/ 115 w 219"/>
              <a:gd name="T21" fmla="*/ 51 h 103"/>
              <a:gd name="T22" fmla="*/ 130 w 219"/>
              <a:gd name="T23" fmla="*/ 15 h 103"/>
              <a:gd name="T24" fmla="*/ 167 w 219"/>
              <a:gd name="T25" fmla="*/ 0 h 103"/>
              <a:gd name="T26" fmla="*/ 203 w 219"/>
              <a:gd name="T27" fmla="*/ 15 h 103"/>
              <a:gd name="T28" fmla="*/ 219 w 219"/>
              <a:gd name="T29" fmla="*/ 51 h 103"/>
              <a:gd name="T30" fmla="*/ 203 w 219"/>
              <a:gd name="T31" fmla="*/ 88 h 103"/>
              <a:gd name="T32" fmla="*/ 167 w 219"/>
              <a:gd name="T33" fmla="*/ 103 h 103"/>
              <a:gd name="T34" fmla="*/ 130 w 219"/>
              <a:gd name="T35" fmla="*/ 88 h 1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19" h="103">
                <a:moveTo>
                  <a:pt x="15" y="88"/>
                </a:moveTo>
                <a:cubicBezTo>
                  <a:pt x="5" y="78"/>
                  <a:pt x="0" y="66"/>
                  <a:pt x="0" y="51"/>
                </a:cubicBezTo>
                <a:cubicBezTo>
                  <a:pt x="0" y="37"/>
                  <a:pt x="5" y="25"/>
                  <a:pt x="15" y="15"/>
                </a:cubicBezTo>
                <a:cubicBezTo>
                  <a:pt x="26" y="5"/>
                  <a:pt x="38" y="0"/>
                  <a:pt x="52" y="0"/>
                </a:cubicBezTo>
                <a:cubicBezTo>
                  <a:pt x="67" y="0"/>
                  <a:pt x="79" y="5"/>
                  <a:pt x="89" y="15"/>
                </a:cubicBezTo>
                <a:cubicBezTo>
                  <a:pt x="99" y="25"/>
                  <a:pt x="104" y="37"/>
                  <a:pt x="104" y="51"/>
                </a:cubicBezTo>
                <a:cubicBezTo>
                  <a:pt x="104" y="66"/>
                  <a:pt x="99" y="78"/>
                  <a:pt x="89" y="88"/>
                </a:cubicBezTo>
                <a:cubicBezTo>
                  <a:pt x="79" y="98"/>
                  <a:pt x="67" y="103"/>
                  <a:pt x="52" y="103"/>
                </a:cubicBezTo>
                <a:cubicBezTo>
                  <a:pt x="38" y="103"/>
                  <a:pt x="26" y="98"/>
                  <a:pt x="15" y="88"/>
                </a:cubicBezTo>
                <a:close/>
                <a:moveTo>
                  <a:pt x="130" y="88"/>
                </a:moveTo>
                <a:cubicBezTo>
                  <a:pt x="120" y="78"/>
                  <a:pt x="115" y="66"/>
                  <a:pt x="115" y="51"/>
                </a:cubicBezTo>
                <a:cubicBezTo>
                  <a:pt x="115" y="37"/>
                  <a:pt x="120" y="25"/>
                  <a:pt x="130" y="15"/>
                </a:cubicBezTo>
                <a:cubicBezTo>
                  <a:pt x="140" y="5"/>
                  <a:pt x="152" y="0"/>
                  <a:pt x="167" y="0"/>
                </a:cubicBezTo>
                <a:cubicBezTo>
                  <a:pt x="181" y="0"/>
                  <a:pt x="193" y="5"/>
                  <a:pt x="203" y="15"/>
                </a:cubicBezTo>
                <a:cubicBezTo>
                  <a:pt x="214" y="25"/>
                  <a:pt x="219" y="37"/>
                  <a:pt x="219" y="51"/>
                </a:cubicBezTo>
                <a:cubicBezTo>
                  <a:pt x="219" y="66"/>
                  <a:pt x="214" y="78"/>
                  <a:pt x="203" y="88"/>
                </a:cubicBezTo>
                <a:cubicBezTo>
                  <a:pt x="193" y="98"/>
                  <a:pt x="181" y="103"/>
                  <a:pt x="167" y="103"/>
                </a:cubicBezTo>
                <a:cubicBezTo>
                  <a:pt x="152" y="103"/>
                  <a:pt x="140" y="98"/>
                  <a:pt x="130" y="88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24" name="Freeform 126"/>
          <p:cNvSpPr>
            <a:spLocks/>
          </p:cNvSpPr>
          <p:nvPr/>
        </p:nvSpPr>
        <p:spPr bwMode="auto">
          <a:xfrm>
            <a:off x="5827849" y="4444157"/>
            <a:ext cx="332273" cy="284496"/>
          </a:xfrm>
          <a:custGeom>
            <a:avLst/>
            <a:gdLst>
              <a:gd name="T0" fmla="*/ 1 w 231"/>
              <a:gd name="T1" fmla="*/ 51 h 199"/>
              <a:gd name="T2" fmla="*/ 2 w 231"/>
              <a:gd name="T3" fmla="*/ 49 h 199"/>
              <a:gd name="T4" fmla="*/ 49 w 231"/>
              <a:gd name="T5" fmla="*/ 11 h 199"/>
              <a:gd name="T6" fmla="*/ 89 w 231"/>
              <a:gd name="T7" fmla="*/ 10 h 199"/>
              <a:gd name="T8" fmla="*/ 106 w 231"/>
              <a:gd name="T9" fmla="*/ 73 h 199"/>
              <a:gd name="T10" fmla="*/ 118 w 231"/>
              <a:gd name="T11" fmla="*/ 117 h 199"/>
              <a:gd name="T12" fmla="*/ 128 w 231"/>
              <a:gd name="T13" fmla="*/ 124 h 199"/>
              <a:gd name="T14" fmla="*/ 132 w 231"/>
              <a:gd name="T15" fmla="*/ 122 h 199"/>
              <a:gd name="T16" fmla="*/ 135 w 231"/>
              <a:gd name="T17" fmla="*/ 119 h 199"/>
              <a:gd name="T18" fmla="*/ 141 w 231"/>
              <a:gd name="T19" fmla="*/ 111 h 199"/>
              <a:gd name="T20" fmla="*/ 151 w 231"/>
              <a:gd name="T21" fmla="*/ 96 h 199"/>
              <a:gd name="T22" fmla="*/ 161 w 231"/>
              <a:gd name="T23" fmla="*/ 66 h 199"/>
              <a:gd name="T24" fmla="*/ 144 w 231"/>
              <a:gd name="T25" fmla="*/ 49 h 199"/>
              <a:gd name="T26" fmla="*/ 142 w 231"/>
              <a:gd name="T27" fmla="*/ 26 h 199"/>
              <a:gd name="T28" fmla="*/ 165 w 231"/>
              <a:gd name="T29" fmla="*/ 5 h 199"/>
              <a:gd name="T30" fmla="*/ 183 w 231"/>
              <a:gd name="T31" fmla="*/ 0 h 199"/>
              <a:gd name="T32" fmla="*/ 193 w 231"/>
              <a:gd name="T33" fmla="*/ 0 h 199"/>
              <a:gd name="T34" fmla="*/ 221 w 231"/>
              <a:gd name="T35" fmla="*/ 10 h 199"/>
              <a:gd name="T36" fmla="*/ 231 w 231"/>
              <a:gd name="T37" fmla="*/ 37 h 199"/>
              <a:gd name="T38" fmla="*/ 223 w 231"/>
              <a:gd name="T39" fmla="*/ 74 h 199"/>
              <a:gd name="T40" fmla="*/ 203 w 231"/>
              <a:gd name="T41" fmla="*/ 110 h 199"/>
              <a:gd name="T42" fmla="*/ 181 w 231"/>
              <a:gd name="T43" fmla="*/ 140 h 199"/>
              <a:gd name="T44" fmla="*/ 167 w 231"/>
              <a:gd name="T45" fmla="*/ 156 h 199"/>
              <a:gd name="T46" fmla="*/ 156 w 231"/>
              <a:gd name="T47" fmla="*/ 167 h 199"/>
              <a:gd name="T48" fmla="*/ 149 w 231"/>
              <a:gd name="T49" fmla="*/ 174 h 199"/>
              <a:gd name="T50" fmla="*/ 69 w 231"/>
              <a:gd name="T51" fmla="*/ 162 h 199"/>
              <a:gd name="T52" fmla="*/ 58 w 231"/>
              <a:gd name="T53" fmla="*/ 127 h 199"/>
              <a:gd name="T54" fmla="*/ 52 w 231"/>
              <a:gd name="T55" fmla="*/ 103 h 199"/>
              <a:gd name="T56" fmla="*/ 49 w 231"/>
              <a:gd name="T57" fmla="*/ 90 h 199"/>
              <a:gd name="T58" fmla="*/ 39 w 231"/>
              <a:gd name="T59" fmla="*/ 64 h 199"/>
              <a:gd name="T60" fmla="*/ 29 w 231"/>
              <a:gd name="T61" fmla="*/ 55 h 199"/>
              <a:gd name="T62" fmla="*/ 27 w 231"/>
              <a:gd name="T63" fmla="*/ 56 h 199"/>
              <a:gd name="T64" fmla="*/ 13 w 231"/>
              <a:gd name="T65" fmla="*/ 66 h 199"/>
              <a:gd name="T66" fmla="*/ 7 w 231"/>
              <a:gd name="T67" fmla="*/ 65 h 199"/>
              <a:gd name="T68" fmla="*/ 4 w 231"/>
              <a:gd name="T69" fmla="*/ 61 h 199"/>
              <a:gd name="T70" fmla="*/ 0 w 231"/>
              <a:gd name="T71" fmla="*/ 53 h 1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231" h="199">
                <a:moveTo>
                  <a:pt x="0" y="53"/>
                </a:moveTo>
                <a:cubicBezTo>
                  <a:pt x="0" y="52"/>
                  <a:pt x="1" y="52"/>
                  <a:pt x="1" y="51"/>
                </a:cubicBezTo>
                <a:cubicBezTo>
                  <a:pt x="1" y="50"/>
                  <a:pt x="1" y="50"/>
                  <a:pt x="2" y="50"/>
                </a:cubicBezTo>
                <a:cubicBezTo>
                  <a:pt x="2" y="49"/>
                  <a:pt x="2" y="49"/>
                  <a:pt x="2" y="49"/>
                </a:cubicBezTo>
                <a:cubicBezTo>
                  <a:pt x="4" y="47"/>
                  <a:pt x="9" y="43"/>
                  <a:pt x="17" y="37"/>
                </a:cubicBezTo>
                <a:cubicBezTo>
                  <a:pt x="25" y="30"/>
                  <a:pt x="35" y="22"/>
                  <a:pt x="49" y="11"/>
                </a:cubicBezTo>
                <a:cubicBezTo>
                  <a:pt x="55" y="5"/>
                  <a:pt x="62" y="3"/>
                  <a:pt x="70" y="3"/>
                </a:cubicBezTo>
                <a:cubicBezTo>
                  <a:pt x="77" y="3"/>
                  <a:pt x="83" y="5"/>
                  <a:pt x="89" y="10"/>
                </a:cubicBezTo>
                <a:cubicBezTo>
                  <a:pt x="94" y="15"/>
                  <a:pt x="98" y="22"/>
                  <a:pt x="99" y="31"/>
                </a:cubicBezTo>
                <a:cubicBezTo>
                  <a:pt x="102" y="48"/>
                  <a:pt x="104" y="62"/>
                  <a:pt x="106" y="73"/>
                </a:cubicBezTo>
                <a:cubicBezTo>
                  <a:pt x="108" y="84"/>
                  <a:pt x="110" y="93"/>
                  <a:pt x="111" y="98"/>
                </a:cubicBezTo>
                <a:cubicBezTo>
                  <a:pt x="114" y="108"/>
                  <a:pt x="116" y="114"/>
                  <a:pt x="118" y="117"/>
                </a:cubicBezTo>
                <a:cubicBezTo>
                  <a:pt x="121" y="122"/>
                  <a:pt x="124" y="125"/>
                  <a:pt x="127" y="125"/>
                </a:cubicBezTo>
                <a:cubicBezTo>
                  <a:pt x="127" y="125"/>
                  <a:pt x="128" y="125"/>
                  <a:pt x="128" y="124"/>
                </a:cubicBezTo>
                <a:cubicBezTo>
                  <a:pt x="129" y="124"/>
                  <a:pt x="130" y="124"/>
                  <a:pt x="130" y="123"/>
                </a:cubicBezTo>
                <a:cubicBezTo>
                  <a:pt x="131" y="123"/>
                  <a:pt x="131" y="123"/>
                  <a:pt x="132" y="122"/>
                </a:cubicBezTo>
                <a:cubicBezTo>
                  <a:pt x="132" y="121"/>
                  <a:pt x="133" y="121"/>
                  <a:pt x="133" y="121"/>
                </a:cubicBezTo>
                <a:cubicBezTo>
                  <a:pt x="133" y="120"/>
                  <a:pt x="134" y="120"/>
                  <a:pt x="135" y="119"/>
                </a:cubicBezTo>
                <a:cubicBezTo>
                  <a:pt x="135" y="118"/>
                  <a:pt x="136" y="118"/>
                  <a:pt x="136" y="117"/>
                </a:cubicBezTo>
                <a:cubicBezTo>
                  <a:pt x="138" y="115"/>
                  <a:pt x="140" y="113"/>
                  <a:pt x="141" y="111"/>
                </a:cubicBezTo>
                <a:cubicBezTo>
                  <a:pt x="143" y="109"/>
                  <a:pt x="144" y="107"/>
                  <a:pt x="146" y="104"/>
                </a:cubicBezTo>
                <a:cubicBezTo>
                  <a:pt x="147" y="102"/>
                  <a:pt x="149" y="99"/>
                  <a:pt x="151" y="96"/>
                </a:cubicBezTo>
                <a:cubicBezTo>
                  <a:pt x="152" y="92"/>
                  <a:pt x="154" y="89"/>
                  <a:pt x="156" y="84"/>
                </a:cubicBezTo>
                <a:cubicBezTo>
                  <a:pt x="160" y="78"/>
                  <a:pt x="161" y="72"/>
                  <a:pt x="161" y="66"/>
                </a:cubicBezTo>
                <a:cubicBezTo>
                  <a:pt x="161" y="61"/>
                  <a:pt x="160" y="57"/>
                  <a:pt x="157" y="54"/>
                </a:cubicBezTo>
                <a:cubicBezTo>
                  <a:pt x="154" y="50"/>
                  <a:pt x="150" y="49"/>
                  <a:pt x="144" y="49"/>
                </a:cubicBezTo>
                <a:cubicBezTo>
                  <a:pt x="140" y="49"/>
                  <a:pt x="136" y="49"/>
                  <a:pt x="132" y="51"/>
                </a:cubicBezTo>
                <a:cubicBezTo>
                  <a:pt x="134" y="41"/>
                  <a:pt x="138" y="32"/>
                  <a:pt x="142" y="26"/>
                </a:cubicBezTo>
                <a:cubicBezTo>
                  <a:pt x="146" y="19"/>
                  <a:pt x="151" y="14"/>
                  <a:pt x="156" y="11"/>
                </a:cubicBezTo>
                <a:cubicBezTo>
                  <a:pt x="159" y="8"/>
                  <a:pt x="162" y="6"/>
                  <a:pt x="165" y="5"/>
                </a:cubicBezTo>
                <a:cubicBezTo>
                  <a:pt x="168" y="3"/>
                  <a:pt x="171" y="2"/>
                  <a:pt x="175" y="1"/>
                </a:cubicBezTo>
                <a:cubicBezTo>
                  <a:pt x="178" y="1"/>
                  <a:pt x="181" y="0"/>
                  <a:pt x="183" y="0"/>
                </a:cubicBezTo>
                <a:cubicBezTo>
                  <a:pt x="185" y="0"/>
                  <a:pt x="187" y="0"/>
                  <a:pt x="189" y="0"/>
                </a:cubicBezTo>
                <a:cubicBezTo>
                  <a:pt x="193" y="0"/>
                  <a:pt x="193" y="0"/>
                  <a:pt x="193" y="0"/>
                </a:cubicBezTo>
                <a:cubicBezTo>
                  <a:pt x="199" y="0"/>
                  <a:pt x="204" y="1"/>
                  <a:pt x="209" y="2"/>
                </a:cubicBezTo>
                <a:cubicBezTo>
                  <a:pt x="214" y="4"/>
                  <a:pt x="218" y="6"/>
                  <a:pt x="221" y="10"/>
                </a:cubicBezTo>
                <a:cubicBezTo>
                  <a:pt x="224" y="13"/>
                  <a:pt x="227" y="17"/>
                  <a:pt x="228" y="21"/>
                </a:cubicBezTo>
                <a:cubicBezTo>
                  <a:pt x="230" y="26"/>
                  <a:pt x="231" y="31"/>
                  <a:pt x="231" y="37"/>
                </a:cubicBezTo>
                <a:cubicBezTo>
                  <a:pt x="231" y="42"/>
                  <a:pt x="230" y="48"/>
                  <a:pt x="229" y="54"/>
                </a:cubicBezTo>
                <a:cubicBezTo>
                  <a:pt x="227" y="60"/>
                  <a:pt x="225" y="67"/>
                  <a:pt x="223" y="74"/>
                </a:cubicBezTo>
                <a:cubicBezTo>
                  <a:pt x="220" y="80"/>
                  <a:pt x="217" y="86"/>
                  <a:pt x="214" y="92"/>
                </a:cubicBezTo>
                <a:cubicBezTo>
                  <a:pt x="210" y="99"/>
                  <a:pt x="207" y="105"/>
                  <a:pt x="203" y="110"/>
                </a:cubicBezTo>
                <a:cubicBezTo>
                  <a:pt x="199" y="116"/>
                  <a:pt x="196" y="122"/>
                  <a:pt x="192" y="127"/>
                </a:cubicBezTo>
                <a:cubicBezTo>
                  <a:pt x="188" y="132"/>
                  <a:pt x="185" y="136"/>
                  <a:pt x="181" y="140"/>
                </a:cubicBezTo>
                <a:cubicBezTo>
                  <a:pt x="179" y="143"/>
                  <a:pt x="177" y="146"/>
                  <a:pt x="175" y="148"/>
                </a:cubicBezTo>
                <a:cubicBezTo>
                  <a:pt x="172" y="151"/>
                  <a:pt x="170" y="154"/>
                  <a:pt x="167" y="156"/>
                </a:cubicBezTo>
                <a:cubicBezTo>
                  <a:pt x="165" y="159"/>
                  <a:pt x="162" y="161"/>
                  <a:pt x="161" y="163"/>
                </a:cubicBezTo>
                <a:cubicBezTo>
                  <a:pt x="159" y="165"/>
                  <a:pt x="157" y="166"/>
                  <a:pt x="156" y="167"/>
                </a:cubicBezTo>
                <a:cubicBezTo>
                  <a:pt x="155" y="168"/>
                  <a:pt x="154" y="169"/>
                  <a:pt x="153" y="170"/>
                </a:cubicBezTo>
                <a:cubicBezTo>
                  <a:pt x="152" y="171"/>
                  <a:pt x="151" y="173"/>
                  <a:pt x="149" y="174"/>
                </a:cubicBezTo>
                <a:cubicBezTo>
                  <a:pt x="131" y="191"/>
                  <a:pt x="116" y="199"/>
                  <a:pt x="103" y="199"/>
                </a:cubicBezTo>
                <a:cubicBezTo>
                  <a:pt x="88" y="199"/>
                  <a:pt x="76" y="187"/>
                  <a:pt x="69" y="162"/>
                </a:cubicBezTo>
                <a:cubicBezTo>
                  <a:pt x="66" y="155"/>
                  <a:pt x="64" y="149"/>
                  <a:pt x="63" y="143"/>
                </a:cubicBezTo>
                <a:cubicBezTo>
                  <a:pt x="61" y="137"/>
                  <a:pt x="59" y="132"/>
                  <a:pt x="58" y="127"/>
                </a:cubicBezTo>
                <a:cubicBezTo>
                  <a:pt x="57" y="122"/>
                  <a:pt x="55" y="118"/>
                  <a:pt x="54" y="113"/>
                </a:cubicBezTo>
                <a:cubicBezTo>
                  <a:pt x="53" y="109"/>
                  <a:pt x="53" y="106"/>
                  <a:pt x="52" y="103"/>
                </a:cubicBezTo>
                <a:cubicBezTo>
                  <a:pt x="51" y="99"/>
                  <a:pt x="51" y="97"/>
                  <a:pt x="50" y="95"/>
                </a:cubicBezTo>
                <a:cubicBezTo>
                  <a:pt x="50" y="92"/>
                  <a:pt x="49" y="91"/>
                  <a:pt x="49" y="90"/>
                </a:cubicBezTo>
                <a:cubicBezTo>
                  <a:pt x="47" y="84"/>
                  <a:pt x="45" y="78"/>
                  <a:pt x="44" y="74"/>
                </a:cubicBezTo>
                <a:cubicBezTo>
                  <a:pt x="42" y="69"/>
                  <a:pt x="40" y="66"/>
                  <a:pt x="39" y="64"/>
                </a:cubicBezTo>
                <a:cubicBezTo>
                  <a:pt x="36" y="60"/>
                  <a:pt x="34" y="58"/>
                  <a:pt x="32" y="57"/>
                </a:cubicBezTo>
                <a:cubicBezTo>
                  <a:pt x="31" y="56"/>
                  <a:pt x="30" y="55"/>
                  <a:pt x="29" y="55"/>
                </a:cubicBezTo>
                <a:cubicBezTo>
                  <a:pt x="29" y="55"/>
                  <a:pt x="29" y="55"/>
                  <a:pt x="29" y="55"/>
                </a:cubicBezTo>
                <a:cubicBezTo>
                  <a:pt x="28" y="55"/>
                  <a:pt x="28" y="55"/>
                  <a:pt x="27" y="56"/>
                </a:cubicBezTo>
                <a:cubicBezTo>
                  <a:pt x="26" y="56"/>
                  <a:pt x="25" y="57"/>
                  <a:pt x="22" y="59"/>
                </a:cubicBezTo>
                <a:cubicBezTo>
                  <a:pt x="19" y="60"/>
                  <a:pt x="16" y="63"/>
                  <a:pt x="13" y="66"/>
                </a:cubicBezTo>
                <a:cubicBezTo>
                  <a:pt x="12" y="66"/>
                  <a:pt x="10" y="67"/>
                  <a:pt x="9" y="66"/>
                </a:cubicBezTo>
                <a:cubicBezTo>
                  <a:pt x="8" y="66"/>
                  <a:pt x="8" y="66"/>
                  <a:pt x="7" y="65"/>
                </a:cubicBezTo>
                <a:cubicBezTo>
                  <a:pt x="7" y="65"/>
                  <a:pt x="7" y="65"/>
                  <a:pt x="7" y="65"/>
                </a:cubicBezTo>
                <a:cubicBezTo>
                  <a:pt x="6" y="64"/>
                  <a:pt x="5" y="62"/>
                  <a:pt x="4" y="61"/>
                </a:cubicBezTo>
                <a:cubicBezTo>
                  <a:pt x="3" y="59"/>
                  <a:pt x="2" y="57"/>
                  <a:pt x="1" y="55"/>
                </a:cubicBezTo>
                <a:cubicBezTo>
                  <a:pt x="1" y="55"/>
                  <a:pt x="0" y="54"/>
                  <a:pt x="0" y="5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25" name="Freeform 127"/>
          <p:cNvSpPr>
            <a:spLocks noEditPoints="1"/>
          </p:cNvSpPr>
          <p:nvPr/>
        </p:nvSpPr>
        <p:spPr bwMode="auto">
          <a:xfrm>
            <a:off x="6275221" y="4437643"/>
            <a:ext cx="312728" cy="277980"/>
          </a:xfrm>
          <a:custGeom>
            <a:avLst/>
            <a:gdLst>
              <a:gd name="T0" fmla="*/ 66 w 217"/>
              <a:gd name="T1" fmla="*/ 86 h 195"/>
              <a:gd name="T2" fmla="*/ 102 w 217"/>
              <a:gd name="T3" fmla="*/ 100 h 195"/>
              <a:gd name="T4" fmla="*/ 97 w 217"/>
              <a:gd name="T5" fmla="*/ 119 h 195"/>
              <a:gd name="T6" fmla="*/ 89 w 217"/>
              <a:gd name="T7" fmla="*/ 148 h 195"/>
              <a:gd name="T8" fmla="*/ 81 w 217"/>
              <a:gd name="T9" fmla="*/ 173 h 195"/>
              <a:gd name="T10" fmla="*/ 45 w 217"/>
              <a:gd name="T11" fmla="*/ 159 h 195"/>
              <a:gd name="T12" fmla="*/ 0 w 217"/>
              <a:gd name="T13" fmla="*/ 168 h 195"/>
              <a:gd name="T14" fmla="*/ 6 w 217"/>
              <a:gd name="T15" fmla="*/ 148 h 195"/>
              <a:gd name="T16" fmla="*/ 15 w 217"/>
              <a:gd name="T17" fmla="*/ 117 h 195"/>
              <a:gd name="T18" fmla="*/ 21 w 217"/>
              <a:gd name="T19" fmla="*/ 95 h 195"/>
              <a:gd name="T20" fmla="*/ 70 w 217"/>
              <a:gd name="T21" fmla="*/ 2 h 195"/>
              <a:gd name="T22" fmla="*/ 108 w 217"/>
              <a:gd name="T23" fmla="*/ 5 h 195"/>
              <a:gd name="T24" fmla="*/ 125 w 217"/>
              <a:gd name="T25" fmla="*/ 22 h 195"/>
              <a:gd name="T26" fmla="*/ 117 w 217"/>
              <a:gd name="T27" fmla="*/ 47 h 195"/>
              <a:gd name="T28" fmla="*/ 109 w 217"/>
              <a:gd name="T29" fmla="*/ 77 h 195"/>
              <a:gd name="T30" fmla="*/ 87 w 217"/>
              <a:gd name="T31" fmla="*/ 77 h 195"/>
              <a:gd name="T32" fmla="*/ 48 w 217"/>
              <a:gd name="T33" fmla="*/ 75 h 195"/>
              <a:gd name="T34" fmla="*/ 26 w 217"/>
              <a:gd name="T35" fmla="*/ 75 h 195"/>
              <a:gd name="T36" fmla="*/ 34 w 217"/>
              <a:gd name="T37" fmla="*/ 47 h 195"/>
              <a:gd name="T38" fmla="*/ 43 w 217"/>
              <a:gd name="T39" fmla="*/ 18 h 195"/>
              <a:gd name="T40" fmla="*/ 70 w 217"/>
              <a:gd name="T41" fmla="*/ 2 h 195"/>
              <a:gd name="T42" fmla="*/ 127 w 217"/>
              <a:gd name="T43" fmla="*/ 194 h 195"/>
              <a:gd name="T44" fmla="*/ 90 w 217"/>
              <a:gd name="T45" fmla="*/ 180 h 195"/>
              <a:gd name="T46" fmla="*/ 96 w 217"/>
              <a:gd name="T47" fmla="*/ 162 h 195"/>
              <a:gd name="T48" fmla="*/ 104 w 217"/>
              <a:gd name="T49" fmla="*/ 133 h 195"/>
              <a:gd name="T50" fmla="*/ 111 w 217"/>
              <a:gd name="T51" fmla="*/ 108 h 195"/>
              <a:gd name="T52" fmla="*/ 148 w 217"/>
              <a:gd name="T53" fmla="*/ 122 h 195"/>
              <a:gd name="T54" fmla="*/ 193 w 217"/>
              <a:gd name="T55" fmla="*/ 113 h 195"/>
              <a:gd name="T56" fmla="*/ 187 w 217"/>
              <a:gd name="T57" fmla="*/ 132 h 195"/>
              <a:gd name="T58" fmla="*/ 178 w 217"/>
              <a:gd name="T59" fmla="*/ 163 h 195"/>
              <a:gd name="T60" fmla="*/ 172 w 217"/>
              <a:gd name="T61" fmla="*/ 185 h 195"/>
              <a:gd name="T62" fmla="*/ 171 w 217"/>
              <a:gd name="T63" fmla="*/ 107 h 195"/>
              <a:gd name="T64" fmla="*/ 133 w 217"/>
              <a:gd name="T65" fmla="*/ 105 h 195"/>
              <a:gd name="T66" fmla="*/ 116 w 217"/>
              <a:gd name="T67" fmla="*/ 88 h 195"/>
              <a:gd name="T68" fmla="*/ 124 w 217"/>
              <a:gd name="T69" fmla="*/ 62 h 195"/>
              <a:gd name="T70" fmla="*/ 132 w 217"/>
              <a:gd name="T71" fmla="*/ 33 h 195"/>
              <a:gd name="T72" fmla="*/ 154 w 217"/>
              <a:gd name="T73" fmla="*/ 32 h 195"/>
              <a:gd name="T74" fmla="*/ 193 w 217"/>
              <a:gd name="T75" fmla="*/ 35 h 195"/>
              <a:gd name="T76" fmla="*/ 215 w 217"/>
              <a:gd name="T77" fmla="*/ 34 h 195"/>
              <a:gd name="T78" fmla="*/ 207 w 217"/>
              <a:gd name="T79" fmla="*/ 62 h 195"/>
              <a:gd name="T80" fmla="*/ 198 w 217"/>
              <a:gd name="T81" fmla="*/ 91 h 195"/>
              <a:gd name="T82" fmla="*/ 171 w 217"/>
              <a:gd name="T83" fmla="*/ 107 h 1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217" h="195">
                <a:moveTo>
                  <a:pt x="46" y="88"/>
                </a:moveTo>
                <a:cubicBezTo>
                  <a:pt x="53" y="86"/>
                  <a:pt x="60" y="86"/>
                  <a:pt x="66" y="86"/>
                </a:cubicBezTo>
                <a:cubicBezTo>
                  <a:pt x="72" y="87"/>
                  <a:pt x="78" y="88"/>
                  <a:pt x="84" y="91"/>
                </a:cubicBezTo>
                <a:cubicBezTo>
                  <a:pt x="90" y="93"/>
                  <a:pt x="96" y="96"/>
                  <a:pt x="102" y="100"/>
                </a:cubicBezTo>
                <a:cubicBezTo>
                  <a:pt x="102" y="102"/>
                  <a:pt x="101" y="104"/>
                  <a:pt x="101" y="107"/>
                </a:cubicBezTo>
                <a:cubicBezTo>
                  <a:pt x="100" y="110"/>
                  <a:pt x="98" y="114"/>
                  <a:pt x="97" y="119"/>
                </a:cubicBezTo>
                <a:cubicBezTo>
                  <a:pt x="96" y="123"/>
                  <a:pt x="95" y="128"/>
                  <a:pt x="93" y="133"/>
                </a:cubicBezTo>
                <a:cubicBezTo>
                  <a:pt x="92" y="138"/>
                  <a:pt x="90" y="143"/>
                  <a:pt x="89" y="148"/>
                </a:cubicBezTo>
                <a:cubicBezTo>
                  <a:pt x="87" y="153"/>
                  <a:pt x="86" y="158"/>
                  <a:pt x="85" y="162"/>
                </a:cubicBezTo>
                <a:cubicBezTo>
                  <a:pt x="83" y="166"/>
                  <a:pt x="82" y="170"/>
                  <a:pt x="81" y="173"/>
                </a:cubicBezTo>
                <a:cubicBezTo>
                  <a:pt x="75" y="169"/>
                  <a:pt x="69" y="165"/>
                  <a:pt x="63" y="163"/>
                </a:cubicBezTo>
                <a:cubicBezTo>
                  <a:pt x="57" y="160"/>
                  <a:pt x="51" y="159"/>
                  <a:pt x="45" y="159"/>
                </a:cubicBezTo>
                <a:cubicBezTo>
                  <a:pt x="38" y="158"/>
                  <a:pt x="31" y="159"/>
                  <a:pt x="24" y="160"/>
                </a:cubicBezTo>
                <a:cubicBezTo>
                  <a:pt x="17" y="162"/>
                  <a:pt x="9" y="164"/>
                  <a:pt x="0" y="168"/>
                </a:cubicBezTo>
                <a:cubicBezTo>
                  <a:pt x="0" y="167"/>
                  <a:pt x="1" y="164"/>
                  <a:pt x="2" y="161"/>
                </a:cubicBezTo>
                <a:cubicBezTo>
                  <a:pt x="3" y="157"/>
                  <a:pt x="4" y="153"/>
                  <a:pt x="6" y="148"/>
                </a:cubicBezTo>
                <a:cubicBezTo>
                  <a:pt x="7" y="143"/>
                  <a:pt x="9" y="138"/>
                  <a:pt x="10" y="133"/>
                </a:cubicBezTo>
                <a:cubicBezTo>
                  <a:pt x="12" y="127"/>
                  <a:pt x="13" y="122"/>
                  <a:pt x="15" y="117"/>
                </a:cubicBezTo>
                <a:cubicBezTo>
                  <a:pt x="16" y="112"/>
                  <a:pt x="17" y="108"/>
                  <a:pt x="18" y="104"/>
                </a:cubicBezTo>
                <a:cubicBezTo>
                  <a:pt x="20" y="100"/>
                  <a:pt x="20" y="97"/>
                  <a:pt x="21" y="95"/>
                </a:cubicBezTo>
                <a:cubicBezTo>
                  <a:pt x="30" y="92"/>
                  <a:pt x="38" y="89"/>
                  <a:pt x="46" y="88"/>
                </a:cubicBezTo>
                <a:close/>
                <a:moveTo>
                  <a:pt x="70" y="2"/>
                </a:moveTo>
                <a:cubicBezTo>
                  <a:pt x="77" y="1"/>
                  <a:pt x="84" y="0"/>
                  <a:pt x="90" y="1"/>
                </a:cubicBezTo>
                <a:cubicBezTo>
                  <a:pt x="96" y="1"/>
                  <a:pt x="102" y="3"/>
                  <a:pt x="108" y="5"/>
                </a:cubicBezTo>
                <a:cubicBezTo>
                  <a:pt x="114" y="7"/>
                  <a:pt x="120" y="11"/>
                  <a:pt x="127" y="15"/>
                </a:cubicBezTo>
                <a:cubicBezTo>
                  <a:pt x="126" y="16"/>
                  <a:pt x="126" y="18"/>
                  <a:pt x="125" y="22"/>
                </a:cubicBezTo>
                <a:cubicBezTo>
                  <a:pt x="124" y="25"/>
                  <a:pt x="123" y="29"/>
                  <a:pt x="121" y="33"/>
                </a:cubicBezTo>
                <a:cubicBezTo>
                  <a:pt x="120" y="38"/>
                  <a:pt x="119" y="42"/>
                  <a:pt x="117" y="47"/>
                </a:cubicBezTo>
                <a:cubicBezTo>
                  <a:pt x="116" y="53"/>
                  <a:pt x="114" y="58"/>
                  <a:pt x="113" y="63"/>
                </a:cubicBezTo>
                <a:cubicBezTo>
                  <a:pt x="111" y="68"/>
                  <a:pt x="110" y="72"/>
                  <a:pt x="109" y="77"/>
                </a:cubicBezTo>
                <a:cubicBezTo>
                  <a:pt x="107" y="81"/>
                  <a:pt x="106" y="84"/>
                  <a:pt x="106" y="87"/>
                </a:cubicBezTo>
                <a:cubicBezTo>
                  <a:pt x="99" y="83"/>
                  <a:pt x="93" y="80"/>
                  <a:pt x="87" y="77"/>
                </a:cubicBezTo>
                <a:cubicBezTo>
                  <a:pt x="81" y="75"/>
                  <a:pt x="75" y="74"/>
                  <a:pt x="69" y="73"/>
                </a:cubicBezTo>
                <a:cubicBezTo>
                  <a:pt x="62" y="73"/>
                  <a:pt x="56" y="73"/>
                  <a:pt x="48" y="75"/>
                </a:cubicBezTo>
                <a:cubicBezTo>
                  <a:pt x="41" y="76"/>
                  <a:pt x="33" y="79"/>
                  <a:pt x="24" y="82"/>
                </a:cubicBezTo>
                <a:cubicBezTo>
                  <a:pt x="24" y="81"/>
                  <a:pt x="25" y="79"/>
                  <a:pt x="26" y="75"/>
                </a:cubicBezTo>
                <a:cubicBezTo>
                  <a:pt x="27" y="72"/>
                  <a:pt x="28" y="67"/>
                  <a:pt x="30" y="63"/>
                </a:cubicBezTo>
                <a:cubicBezTo>
                  <a:pt x="31" y="58"/>
                  <a:pt x="33" y="53"/>
                  <a:pt x="34" y="47"/>
                </a:cubicBezTo>
                <a:cubicBezTo>
                  <a:pt x="36" y="42"/>
                  <a:pt x="37" y="37"/>
                  <a:pt x="39" y="32"/>
                </a:cubicBezTo>
                <a:cubicBezTo>
                  <a:pt x="40" y="27"/>
                  <a:pt x="41" y="22"/>
                  <a:pt x="43" y="18"/>
                </a:cubicBezTo>
                <a:cubicBezTo>
                  <a:pt x="44" y="14"/>
                  <a:pt x="45" y="11"/>
                  <a:pt x="45" y="10"/>
                </a:cubicBezTo>
                <a:cubicBezTo>
                  <a:pt x="54" y="6"/>
                  <a:pt x="63" y="4"/>
                  <a:pt x="70" y="2"/>
                </a:cubicBezTo>
                <a:close/>
                <a:moveTo>
                  <a:pt x="147" y="193"/>
                </a:moveTo>
                <a:cubicBezTo>
                  <a:pt x="140" y="194"/>
                  <a:pt x="133" y="195"/>
                  <a:pt x="127" y="194"/>
                </a:cubicBezTo>
                <a:cubicBezTo>
                  <a:pt x="121" y="194"/>
                  <a:pt x="115" y="192"/>
                  <a:pt x="109" y="190"/>
                </a:cubicBezTo>
                <a:cubicBezTo>
                  <a:pt x="103" y="188"/>
                  <a:pt x="97" y="184"/>
                  <a:pt x="90" y="180"/>
                </a:cubicBezTo>
                <a:cubicBezTo>
                  <a:pt x="91" y="179"/>
                  <a:pt x="91" y="177"/>
                  <a:pt x="92" y="173"/>
                </a:cubicBezTo>
                <a:cubicBezTo>
                  <a:pt x="93" y="170"/>
                  <a:pt x="94" y="166"/>
                  <a:pt x="96" y="162"/>
                </a:cubicBezTo>
                <a:cubicBezTo>
                  <a:pt x="97" y="158"/>
                  <a:pt x="98" y="153"/>
                  <a:pt x="100" y="148"/>
                </a:cubicBezTo>
                <a:cubicBezTo>
                  <a:pt x="101" y="142"/>
                  <a:pt x="103" y="137"/>
                  <a:pt x="104" y="133"/>
                </a:cubicBezTo>
                <a:cubicBezTo>
                  <a:pt x="106" y="128"/>
                  <a:pt x="107" y="123"/>
                  <a:pt x="108" y="119"/>
                </a:cubicBezTo>
                <a:cubicBezTo>
                  <a:pt x="109" y="114"/>
                  <a:pt x="111" y="111"/>
                  <a:pt x="111" y="108"/>
                </a:cubicBezTo>
                <a:cubicBezTo>
                  <a:pt x="118" y="112"/>
                  <a:pt x="124" y="115"/>
                  <a:pt x="130" y="118"/>
                </a:cubicBezTo>
                <a:cubicBezTo>
                  <a:pt x="136" y="120"/>
                  <a:pt x="142" y="122"/>
                  <a:pt x="148" y="122"/>
                </a:cubicBezTo>
                <a:cubicBezTo>
                  <a:pt x="155" y="122"/>
                  <a:pt x="161" y="122"/>
                  <a:pt x="169" y="120"/>
                </a:cubicBezTo>
                <a:cubicBezTo>
                  <a:pt x="176" y="119"/>
                  <a:pt x="184" y="116"/>
                  <a:pt x="193" y="113"/>
                </a:cubicBezTo>
                <a:cubicBezTo>
                  <a:pt x="193" y="114"/>
                  <a:pt x="192" y="116"/>
                  <a:pt x="191" y="120"/>
                </a:cubicBezTo>
                <a:cubicBezTo>
                  <a:pt x="190" y="123"/>
                  <a:pt x="189" y="128"/>
                  <a:pt x="187" y="132"/>
                </a:cubicBezTo>
                <a:cubicBezTo>
                  <a:pt x="186" y="137"/>
                  <a:pt x="184" y="142"/>
                  <a:pt x="183" y="148"/>
                </a:cubicBezTo>
                <a:cubicBezTo>
                  <a:pt x="181" y="153"/>
                  <a:pt x="180" y="159"/>
                  <a:pt x="178" y="163"/>
                </a:cubicBezTo>
                <a:cubicBezTo>
                  <a:pt x="177" y="168"/>
                  <a:pt x="176" y="173"/>
                  <a:pt x="174" y="177"/>
                </a:cubicBezTo>
                <a:cubicBezTo>
                  <a:pt x="173" y="181"/>
                  <a:pt x="172" y="184"/>
                  <a:pt x="172" y="185"/>
                </a:cubicBezTo>
                <a:cubicBezTo>
                  <a:pt x="163" y="189"/>
                  <a:pt x="154" y="191"/>
                  <a:pt x="147" y="193"/>
                </a:cubicBezTo>
                <a:close/>
                <a:moveTo>
                  <a:pt x="171" y="107"/>
                </a:moveTo>
                <a:cubicBezTo>
                  <a:pt x="164" y="109"/>
                  <a:pt x="157" y="109"/>
                  <a:pt x="151" y="109"/>
                </a:cubicBezTo>
                <a:cubicBezTo>
                  <a:pt x="145" y="108"/>
                  <a:pt x="139" y="107"/>
                  <a:pt x="133" y="105"/>
                </a:cubicBezTo>
                <a:cubicBezTo>
                  <a:pt x="127" y="102"/>
                  <a:pt x="121" y="99"/>
                  <a:pt x="115" y="95"/>
                </a:cubicBezTo>
                <a:cubicBezTo>
                  <a:pt x="115" y="93"/>
                  <a:pt x="116" y="91"/>
                  <a:pt x="116" y="88"/>
                </a:cubicBezTo>
                <a:cubicBezTo>
                  <a:pt x="117" y="85"/>
                  <a:pt x="119" y="81"/>
                  <a:pt x="120" y="76"/>
                </a:cubicBezTo>
                <a:cubicBezTo>
                  <a:pt x="121" y="72"/>
                  <a:pt x="122" y="67"/>
                  <a:pt x="124" y="62"/>
                </a:cubicBezTo>
                <a:cubicBezTo>
                  <a:pt x="125" y="57"/>
                  <a:pt x="127" y="52"/>
                  <a:pt x="128" y="47"/>
                </a:cubicBezTo>
                <a:cubicBezTo>
                  <a:pt x="130" y="42"/>
                  <a:pt x="131" y="37"/>
                  <a:pt x="132" y="33"/>
                </a:cubicBezTo>
                <a:cubicBezTo>
                  <a:pt x="134" y="29"/>
                  <a:pt x="135" y="25"/>
                  <a:pt x="136" y="22"/>
                </a:cubicBezTo>
                <a:cubicBezTo>
                  <a:pt x="142" y="27"/>
                  <a:pt x="148" y="30"/>
                  <a:pt x="154" y="32"/>
                </a:cubicBezTo>
                <a:cubicBezTo>
                  <a:pt x="160" y="35"/>
                  <a:pt x="166" y="36"/>
                  <a:pt x="172" y="36"/>
                </a:cubicBezTo>
                <a:cubicBezTo>
                  <a:pt x="179" y="37"/>
                  <a:pt x="186" y="36"/>
                  <a:pt x="193" y="35"/>
                </a:cubicBezTo>
                <a:cubicBezTo>
                  <a:pt x="200" y="33"/>
                  <a:pt x="208" y="31"/>
                  <a:pt x="217" y="27"/>
                </a:cubicBezTo>
                <a:cubicBezTo>
                  <a:pt x="217" y="28"/>
                  <a:pt x="216" y="31"/>
                  <a:pt x="215" y="34"/>
                </a:cubicBezTo>
                <a:cubicBezTo>
                  <a:pt x="214" y="38"/>
                  <a:pt x="213" y="42"/>
                  <a:pt x="211" y="47"/>
                </a:cubicBezTo>
                <a:cubicBezTo>
                  <a:pt x="210" y="52"/>
                  <a:pt x="208" y="57"/>
                  <a:pt x="207" y="62"/>
                </a:cubicBezTo>
                <a:cubicBezTo>
                  <a:pt x="205" y="68"/>
                  <a:pt x="204" y="73"/>
                  <a:pt x="202" y="78"/>
                </a:cubicBezTo>
                <a:cubicBezTo>
                  <a:pt x="201" y="83"/>
                  <a:pt x="200" y="87"/>
                  <a:pt x="198" y="91"/>
                </a:cubicBezTo>
                <a:cubicBezTo>
                  <a:pt x="197" y="95"/>
                  <a:pt x="196" y="98"/>
                  <a:pt x="196" y="100"/>
                </a:cubicBezTo>
                <a:cubicBezTo>
                  <a:pt x="187" y="103"/>
                  <a:pt x="179" y="106"/>
                  <a:pt x="171" y="10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26" name="Freeform 128"/>
          <p:cNvSpPr>
            <a:spLocks noEditPoints="1"/>
          </p:cNvSpPr>
          <p:nvPr/>
        </p:nvSpPr>
        <p:spPr bwMode="auto">
          <a:xfrm>
            <a:off x="6885475" y="4428957"/>
            <a:ext cx="267123" cy="295353"/>
          </a:xfrm>
          <a:custGeom>
            <a:avLst/>
            <a:gdLst>
              <a:gd name="T0" fmla="*/ 67 w 187"/>
              <a:gd name="T1" fmla="*/ 24 h 205"/>
              <a:gd name="T2" fmla="*/ 68 w 187"/>
              <a:gd name="T3" fmla="*/ 24 h 205"/>
              <a:gd name="T4" fmla="*/ 68 w 187"/>
              <a:gd name="T5" fmla="*/ 61 h 205"/>
              <a:gd name="T6" fmla="*/ 68 w 187"/>
              <a:gd name="T7" fmla="*/ 98 h 205"/>
              <a:gd name="T8" fmla="*/ 42 w 187"/>
              <a:gd name="T9" fmla="*/ 98 h 205"/>
              <a:gd name="T10" fmla="*/ 16 w 187"/>
              <a:gd name="T11" fmla="*/ 99 h 205"/>
              <a:gd name="T12" fmla="*/ 13 w 187"/>
              <a:gd name="T13" fmla="*/ 99 h 205"/>
              <a:gd name="T14" fmla="*/ 7 w 187"/>
              <a:gd name="T15" fmla="*/ 99 h 205"/>
              <a:gd name="T16" fmla="*/ 2 w 187"/>
              <a:gd name="T17" fmla="*/ 99 h 205"/>
              <a:gd name="T18" fmla="*/ 0 w 187"/>
              <a:gd name="T19" fmla="*/ 98 h 205"/>
              <a:gd name="T20" fmla="*/ 0 w 187"/>
              <a:gd name="T21" fmla="*/ 37 h 205"/>
              <a:gd name="T22" fmla="*/ 33 w 187"/>
              <a:gd name="T23" fmla="*/ 30 h 205"/>
              <a:gd name="T24" fmla="*/ 66 w 187"/>
              <a:gd name="T25" fmla="*/ 24 h 205"/>
              <a:gd name="T26" fmla="*/ 67 w 187"/>
              <a:gd name="T27" fmla="*/ 24 h 205"/>
              <a:gd name="T28" fmla="*/ 34 w 187"/>
              <a:gd name="T29" fmla="*/ 107 h 205"/>
              <a:gd name="T30" fmla="*/ 68 w 187"/>
              <a:gd name="T31" fmla="*/ 107 h 205"/>
              <a:gd name="T32" fmla="*/ 68 w 187"/>
              <a:gd name="T33" fmla="*/ 144 h 205"/>
              <a:gd name="T34" fmla="*/ 68 w 187"/>
              <a:gd name="T35" fmla="*/ 181 h 205"/>
              <a:gd name="T36" fmla="*/ 67 w 187"/>
              <a:gd name="T37" fmla="*/ 181 h 205"/>
              <a:gd name="T38" fmla="*/ 67 w 187"/>
              <a:gd name="T39" fmla="*/ 181 h 205"/>
              <a:gd name="T40" fmla="*/ 33 w 187"/>
              <a:gd name="T41" fmla="*/ 175 h 205"/>
              <a:gd name="T42" fmla="*/ 0 w 187"/>
              <a:gd name="T43" fmla="*/ 168 h 205"/>
              <a:gd name="T44" fmla="*/ 0 w 187"/>
              <a:gd name="T45" fmla="*/ 137 h 205"/>
              <a:gd name="T46" fmla="*/ 0 w 187"/>
              <a:gd name="T47" fmla="*/ 106 h 205"/>
              <a:gd name="T48" fmla="*/ 34 w 187"/>
              <a:gd name="T49" fmla="*/ 107 h 205"/>
              <a:gd name="T50" fmla="*/ 77 w 187"/>
              <a:gd name="T51" fmla="*/ 22 h 205"/>
              <a:gd name="T52" fmla="*/ 131 w 187"/>
              <a:gd name="T53" fmla="*/ 11 h 205"/>
              <a:gd name="T54" fmla="*/ 186 w 187"/>
              <a:gd name="T55" fmla="*/ 0 h 205"/>
              <a:gd name="T56" fmla="*/ 186 w 187"/>
              <a:gd name="T57" fmla="*/ 1 h 205"/>
              <a:gd name="T58" fmla="*/ 186 w 187"/>
              <a:gd name="T59" fmla="*/ 12 h 205"/>
              <a:gd name="T60" fmla="*/ 186 w 187"/>
              <a:gd name="T61" fmla="*/ 24 h 205"/>
              <a:gd name="T62" fmla="*/ 186 w 187"/>
              <a:gd name="T63" fmla="*/ 75 h 205"/>
              <a:gd name="T64" fmla="*/ 186 w 187"/>
              <a:gd name="T65" fmla="*/ 80 h 205"/>
              <a:gd name="T66" fmla="*/ 187 w 187"/>
              <a:gd name="T67" fmla="*/ 87 h 205"/>
              <a:gd name="T68" fmla="*/ 187 w 187"/>
              <a:gd name="T69" fmla="*/ 93 h 205"/>
              <a:gd name="T70" fmla="*/ 186 w 187"/>
              <a:gd name="T71" fmla="*/ 97 h 205"/>
              <a:gd name="T72" fmla="*/ 131 w 187"/>
              <a:gd name="T73" fmla="*/ 97 h 205"/>
              <a:gd name="T74" fmla="*/ 77 w 187"/>
              <a:gd name="T75" fmla="*/ 98 h 205"/>
              <a:gd name="T76" fmla="*/ 77 w 187"/>
              <a:gd name="T77" fmla="*/ 22 h 205"/>
              <a:gd name="T78" fmla="*/ 131 w 187"/>
              <a:gd name="T79" fmla="*/ 194 h 205"/>
              <a:gd name="T80" fmla="*/ 77 w 187"/>
              <a:gd name="T81" fmla="*/ 183 h 205"/>
              <a:gd name="T82" fmla="*/ 77 w 187"/>
              <a:gd name="T83" fmla="*/ 107 h 205"/>
              <a:gd name="T84" fmla="*/ 77 w 187"/>
              <a:gd name="T85" fmla="*/ 107 h 205"/>
              <a:gd name="T86" fmla="*/ 186 w 187"/>
              <a:gd name="T87" fmla="*/ 108 h 205"/>
              <a:gd name="T88" fmla="*/ 186 w 187"/>
              <a:gd name="T89" fmla="*/ 205 h 205"/>
              <a:gd name="T90" fmla="*/ 131 w 187"/>
              <a:gd name="T91" fmla="*/ 194 h 2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87" h="205">
                <a:moveTo>
                  <a:pt x="67" y="24"/>
                </a:moveTo>
                <a:cubicBezTo>
                  <a:pt x="67" y="24"/>
                  <a:pt x="68" y="24"/>
                  <a:pt x="68" y="24"/>
                </a:cubicBezTo>
                <a:cubicBezTo>
                  <a:pt x="68" y="36"/>
                  <a:pt x="68" y="49"/>
                  <a:pt x="68" y="61"/>
                </a:cubicBezTo>
                <a:cubicBezTo>
                  <a:pt x="68" y="73"/>
                  <a:pt x="68" y="86"/>
                  <a:pt x="68" y="98"/>
                </a:cubicBezTo>
                <a:cubicBezTo>
                  <a:pt x="59" y="98"/>
                  <a:pt x="50" y="98"/>
                  <a:pt x="42" y="98"/>
                </a:cubicBezTo>
                <a:cubicBezTo>
                  <a:pt x="33" y="98"/>
                  <a:pt x="25" y="99"/>
                  <a:pt x="16" y="99"/>
                </a:cubicBezTo>
                <a:cubicBezTo>
                  <a:pt x="16" y="99"/>
                  <a:pt x="14" y="99"/>
                  <a:pt x="13" y="99"/>
                </a:cubicBezTo>
                <a:cubicBezTo>
                  <a:pt x="11" y="99"/>
                  <a:pt x="9" y="99"/>
                  <a:pt x="7" y="99"/>
                </a:cubicBezTo>
                <a:cubicBezTo>
                  <a:pt x="5" y="99"/>
                  <a:pt x="4" y="99"/>
                  <a:pt x="2" y="99"/>
                </a:cubicBezTo>
                <a:cubicBezTo>
                  <a:pt x="1" y="99"/>
                  <a:pt x="0" y="99"/>
                  <a:pt x="0" y="98"/>
                </a:cubicBezTo>
                <a:cubicBezTo>
                  <a:pt x="0" y="37"/>
                  <a:pt x="0" y="37"/>
                  <a:pt x="0" y="37"/>
                </a:cubicBezTo>
                <a:cubicBezTo>
                  <a:pt x="11" y="35"/>
                  <a:pt x="22" y="33"/>
                  <a:pt x="33" y="30"/>
                </a:cubicBezTo>
                <a:cubicBezTo>
                  <a:pt x="44" y="28"/>
                  <a:pt x="55" y="26"/>
                  <a:pt x="66" y="24"/>
                </a:cubicBezTo>
                <a:cubicBezTo>
                  <a:pt x="67" y="24"/>
                  <a:pt x="67" y="24"/>
                  <a:pt x="67" y="24"/>
                </a:cubicBezTo>
                <a:close/>
                <a:moveTo>
                  <a:pt x="34" y="107"/>
                </a:moveTo>
                <a:cubicBezTo>
                  <a:pt x="45" y="107"/>
                  <a:pt x="56" y="107"/>
                  <a:pt x="68" y="107"/>
                </a:cubicBezTo>
                <a:cubicBezTo>
                  <a:pt x="68" y="119"/>
                  <a:pt x="68" y="132"/>
                  <a:pt x="68" y="144"/>
                </a:cubicBezTo>
                <a:cubicBezTo>
                  <a:pt x="68" y="156"/>
                  <a:pt x="68" y="169"/>
                  <a:pt x="68" y="181"/>
                </a:cubicBezTo>
                <a:cubicBezTo>
                  <a:pt x="68" y="181"/>
                  <a:pt x="67" y="181"/>
                  <a:pt x="67" y="181"/>
                </a:cubicBezTo>
                <a:cubicBezTo>
                  <a:pt x="67" y="181"/>
                  <a:pt x="67" y="181"/>
                  <a:pt x="67" y="181"/>
                </a:cubicBezTo>
                <a:cubicBezTo>
                  <a:pt x="56" y="179"/>
                  <a:pt x="45" y="177"/>
                  <a:pt x="33" y="175"/>
                </a:cubicBezTo>
                <a:cubicBezTo>
                  <a:pt x="22" y="172"/>
                  <a:pt x="11" y="170"/>
                  <a:pt x="0" y="168"/>
                </a:cubicBezTo>
                <a:cubicBezTo>
                  <a:pt x="0" y="157"/>
                  <a:pt x="0" y="147"/>
                  <a:pt x="0" y="137"/>
                </a:cubicBezTo>
                <a:cubicBezTo>
                  <a:pt x="0" y="127"/>
                  <a:pt x="0" y="116"/>
                  <a:pt x="0" y="106"/>
                </a:cubicBezTo>
                <a:cubicBezTo>
                  <a:pt x="11" y="106"/>
                  <a:pt x="22" y="106"/>
                  <a:pt x="34" y="107"/>
                </a:cubicBezTo>
                <a:close/>
                <a:moveTo>
                  <a:pt x="77" y="22"/>
                </a:moveTo>
                <a:cubicBezTo>
                  <a:pt x="95" y="18"/>
                  <a:pt x="113" y="14"/>
                  <a:pt x="131" y="11"/>
                </a:cubicBezTo>
                <a:cubicBezTo>
                  <a:pt x="149" y="7"/>
                  <a:pt x="168" y="4"/>
                  <a:pt x="186" y="0"/>
                </a:cubicBezTo>
                <a:cubicBezTo>
                  <a:pt x="186" y="1"/>
                  <a:pt x="186" y="1"/>
                  <a:pt x="186" y="1"/>
                </a:cubicBezTo>
                <a:cubicBezTo>
                  <a:pt x="186" y="4"/>
                  <a:pt x="186" y="8"/>
                  <a:pt x="186" y="12"/>
                </a:cubicBezTo>
                <a:cubicBezTo>
                  <a:pt x="186" y="16"/>
                  <a:pt x="186" y="20"/>
                  <a:pt x="186" y="24"/>
                </a:cubicBezTo>
                <a:cubicBezTo>
                  <a:pt x="186" y="75"/>
                  <a:pt x="186" y="75"/>
                  <a:pt x="186" y="75"/>
                </a:cubicBezTo>
                <a:cubicBezTo>
                  <a:pt x="186" y="77"/>
                  <a:pt x="186" y="78"/>
                  <a:pt x="186" y="80"/>
                </a:cubicBezTo>
                <a:cubicBezTo>
                  <a:pt x="187" y="82"/>
                  <a:pt x="187" y="85"/>
                  <a:pt x="187" y="87"/>
                </a:cubicBezTo>
                <a:cubicBezTo>
                  <a:pt x="187" y="89"/>
                  <a:pt x="187" y="91"/>
                  <a:pt x="187" y="93"/>
                </a:cubicBezTo>
                <a:cubicBezTo>
                  <a:pt x="186" y="94"/>
                  <a:pt x="186" y="96"/>
                  <a:pt x="186" y="97"/>
                </a:cubicBezTo>
                <a:cubicBezTo>
                  <a:pt x="167" y="97"/>
                  <a:pt x="149" y="97"/>
                  <a:pt x="131" y="97"/>
                </a:cubicBezTo>
                <a:cubicBezTo>
                  <a:pt x="113" y="98"/>
                  <a:pt x="95" y="98"/>
                  <a:pt x="77" y="98"/>
                </a:cubicBezTo>
                <a:lnTo>
                  <a:pt x="77" y="22"/>
                </a:lnTo>
                <a:close/>
                <a:moveTo>
                  <a:pt x="131" y="194"/>
                </a:moveTo>
                <a:cubicBezTo>
                  <a:pt x="113" y="190"/>
                  <a:pt x="95" y="187"/>
                  <a:pt x="77" y="183"/>
                </a:cubicBezTo>
                <a:cubicBezTo>
                  <a:pt x="77" y="107"/>
                  <a:pt x="77" y="107"/>
                  <a:pt x="77" y="107"/>
                </a:cubicBezTo>
                <a:cubicBezTo>
                  <a:pt x="77" y="107"/>
                  <a:pt x="77" y="107"/>
                  <a:pt x="77" y="107"/>
                </a:cubicBezTo>
                <a:cubicBezTo>
                  <a:pt x="186" y="108"/>
                  <a:pt x="186" y="108"/>
                  <a:pt x="186" y="108"/>
                </a:cubicBezTo>
                <a:cubicBezTo>
                  <a:pt x="186" y="205"/>
                  <a:pt x="186" y="205"/>
                  <a:pt x="186" y="205"/>
                </a:cubicBezTo>
                <a:cubicBezTo>
                  <a:pt x="168" y="201"/>
                  <a:pt x="150" y="198"/>
                  <a:pt x="131" y="19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27" name="Freeform 129"/>
          <p:cNvSpPr>
            <a:spLocks noEditPoints="1"/>
          </p:cNvSpPr>
          <p:nvPr/>
        </p:nvSpPr>
        <p:spPr bwMode="auto">
          <a:xfrm>
            <a:off x="7411031" y="4431129"/>
            <a:ext cx="236717" cy="288839"/>
          </a:xfrm>
          <a:custGeom>
            <a:avLst/>
            <a:gdLst>
              <a:gd name="T0" fmla="*/ 153 w 165"/>
              <a:gd name="T1" fmla="*/ 60 h 202"/>
              <a:gd name="T2" fmla="*/ 158 w 165"/>
              <a:gd name="T3" fmla="*/ 66 h 202"/>
              <a:gd name="T4" fmla="*/ 160 w 165"/>
              <a:gd name="T5" fmla="*/ 69 h 202"/>
              <a:gd name="T6" fmla="*/ 156 w 165"/>
              <a:gd name="T7" fmla="*/ 71 h 202"/>
              <a:gd name="T8" fmla="*/ 151 w 165"/>
              <a:gd name="T9" fmla="*/ 75 h 202"/>
              <a:gd name="T10" fmla="*/ 149 w 165"/>
              <a:gd name="T11" fmla="*/ 78 h 202"/>
              <a:gd name="T12" fmla="*/ 146 w 165"/>
              <a:gd name="T13" fmla="*/ 82 h 202"/>
              <a:gd name="T14" fmla="*/ 139 w 165"/>
              <a:gd name="T15" fmla="*/ 98 h 202"/>
              <a:gd name="T16" fmla="*/ 138 w 165"/>
              <a:gd name="T17" fmla="*/ 104 h 202"/>
              <a:gd name="T18" fmla="*/ 138 w 165"/>
              <a:gd name="T19" fmla="*/ 111 h 202"/>
              <a:gd name="T20" fmla="*/ 140 w 165"/>
              <a:gd name="T21" fmla="*/ 120 h 202"/>
              <a:gd name="T22" fmla="*/ 146 w 165"/>
              <a:gd name="T23" fmla="*/ 133 h 202"/>
              <a:gd name="T24" fmla="*/ 159 w 165"/>
              <a:gd name="T25" fmla="*/ 145 h 202"/>
              <a:gd name="T26" fmla="*/ 162 w 165"/>
              <a:gd name="T27" fmla="*/ 147 h 202"/>
              <a:gd name="T28" fmla="*/ 165 w 165"/>
              <a:gd name="T29" fmla="*/ 149 h 202"/>
              <a:gd name="T30" fmla="*/ 163 w 165"/>
              <a:gd name="T31" fmla="*/ 154 h 202"/>
              <a:gd name="T32" fmla="*/ 159 w 165"/>
              <a:gd name="T33" fmla="*/ 164 h 202"/>
              <a:gd name="T34" fmla="*/ 146 w 165"/>
              <a:gd name="T35" fmla="*/ 185 h 202"/>
              <a:gd name="T36" fmla="*/ 128 w 165"/>
              <a:gd name="T37" fmla="*/ 201 h 202"/>
              <a:gd name="T38" fmla="*/ 112 w 165"/>
              <a:gd name="T39" fmla="*/ 201 h 202"/>
              <a:gd name="T40" fmla="*/ 99 w 165"/>
              <a:gd name="T41" fmla="*/ 196 h 202"/>
              <a:gd name="T42" fmla="*/ 88 w 165"/>
              <a:gd name="T43" fmla="*/ 194 h 202"/>
              <a:gd name="T44" fmla="*/ 80 w 165"/>
              <a:gd name="T45" fmla="*/ 195 h 202"/>
              <a:gd name="T46" fmla="*/ 71 w 165"/>
              <a:gd name="T47" fmla="*/ 197 h 202"/>
              <a:gd name="T48" fmla="*/ 61 w 165"/>
              <a:gd name="T49" fmla="*/ 201 h 202"/>
              <a:gd name="T50" fmla="*/ 48 w 165"/>
              <a:gd name="T51" fmla="*/ 202 h 202"/>
              <a:gd name="T52" fmla="*/ 27 w 165"/>
              <a:gd name="T53" fmla="*/ 185 h 202"/>
              <a:gd name="T54" fmla="*/ 16 w 165"/>
              <a:gd name="T55" fmla="*/ 168 h 202"/>
              <a:gd name="T56" fmla="*/ 7 w 165"/>
              <a:gd name="T57" fmla="*/ 148 h 202"/>
              <a:gd name="T58" fmla="*/ 3 w 165"/>
              <a:gd name="T59" fmla="*/ 132 h 202"/>
              <a:gd name="T60" fmla="*/ 2 w 165"/>
              <a:gd name="T61" fmla="*/ 126 h 202"/>
              <a:gd name="T62" fmla="*/ 0 w 165"/>
              <a:gd name="T63" fmla="*/ 109 h 202"/>
              <a:gd name="T64" fmla="*/ 2 w 165"/>
              <a:gd name="T65" fmla="*/ 92 h 202"/>
              <a:gd name="T66" fmla="*/ 33 w 165"/>
              <a:gd name="T67" fmla="*/ 52 h 202"/>
              <a:gd name="T68" fmla="*/ 48 w 165"/>
              <a:gd name="T69" fmla="*/ 49 h 202"/>
              <a:gd name="T70" fmla="*/ 54 w 165"/>
              <a:gd name="T71" fmla="*/ 49 h 202"/>
              <a:gd name="T72" fmla="*/ 59 w 165"/>
              <a:gd name="T73" fmla="*/ 50 h 202"/>
              <a:gd name="T74" fmla="*/ 67 w 165"/>
              <a:gd name="T75" fmla="*/ 52 h 202"/>
              <a:gd name="T76" fmla="*/ 81 w 165"/>
              <a:gd name="T77" fmla="*/ 58 h 202"/>
              <a:gd name="T78" fmla="*/ 92 w 165"/>
              <a:gd name="T79" fmla="*/ 55 h 202"/>
              <a:gd name="T80" fmla="*/ 108 w 165"/>
              <a:gd name="T81" fmla="*/ 50 h 202"/>
              <a:gd name="T82" fmla="*/ 117 w 165"/>
              <a:gd name="T83" fmla="*/ 48 h 202"/>
              <a:gd name="T84" fmla="*/ 138 w 165"/>
              <a:gd name="T85" fmla="*/ 51 h 202"/>
              <a:gd name="T86" fmla="*/ 115 w 165"/>
              <a:gd name="T87" fmla="*/ 29 h 202"/>
              <a:gd name="T88" fmla="*/ 110 w 165"/>
              <a:gd name="T89" fmla="*/ 34 h 202"/>
              <a:gd name="T90" fmla="*/ 90 w 165"/>
              <a:gd name="T91" fmla="*/ 46 h 202"/>
              <a:gd name="T92" fmla="*/ 82 w 165"/>
              <a:gd name="T93" fmla="*/ 46 h 202"/>
              <a:gd name="T94" fmla="*/ 83 w 165"/>
              <a:gd name="T95" fmla="*/ 37 h 202"/>
              <a:gd name="T96" fmla="*/ 91 w 165"/>
              <a:gd name="T97" fmla="*/ 18 h 202"/>
              <a:gd name="T98" fmla="*/ 105 w 165"/>
              <a:gd name="T99" fmla="*/ 5 h 202"/>
              <a:gd name="T100" fmla="*/ 123 w 165"/>
              <a:gd name="T101" fmla="*/ 0 h 2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65" h="202">
                <a:moveTo>
                  <a:pt x="138" y="51"/>
                </a:moveTo>
                <a:cubicBezTo>
                  <a:pt x="144" y="54"/>
                  <a:pt x="149" y="57"/>
                  <a:pt x="153" y="60"/>
                </a:cubicBezTo>
                <a:cubicBezTo>
                  <a:pt x="154" y="61"/>
                  <a:pt x="155" y="62"/>
                  <a:pt x="156" y="63"/>
                </a:cubicBezTo>
                <a:cubicBezTo>
                  <a:pt x="157" y="64"/>
                  <a:pt x="157" y="65"/>
                  <a:pt x="158" y="66"/>
                </a:cubicBezTo>
                <a:cubicBezTo>
                  <a:pt x="159" y="67"/>
                  <a:pt x="159" y="67"/>
                  <a:pt x="159" y="68"/>
                </a:cubicBezTo>
                <a:cubicBezTo>
                  <a:pt x="160" y="68"/>
                  <a:pt x="160" y="68"/>
                  <a:pt x="160" y="69"/>
                </a:cubicBezTo>
                <a:cubicBezTo>
                  <a:pt x="159" y="69"/>
                  <a:pt x="159" y="70"/>
                  <a:pt x="158" y="70"/>
                </a:cubicBezTo>
                <a:cubicBezTo>
                  <a:pt x="157" y="70"/>
                  <a:pt x="157" y="71"/>
                  <a:pt x="156" y="71"/>
                </a:cubicBezTo>
                <a:cubicBezTo>
                  <a:pt x="155" y="72"/>
                  <a:pt x="154" y="72"/>
                  <a:pt x="154" y="73"/>
                </a:cubicBezTo>
                <a:cubicBezTo>
                  <a:pt x="153" y="74"/>
                  <a:pt x="152" y="74"/>
                  <a:pt x="151" y="75"/>
                </a:cubicBezTo>
                <a:cubicBezTo>
                  <a:pt x="151" y="75"/>
                  <a:pt x="151" y="76"/>
                  <a:pt x="150" y="76"/>
                </a:cubicBezTo>
                <a:cubicBezTo>
                  <a:pt x="150" y="77"/>
                  <a:pt x="150" y="77"/>
                  <a:pt x="149" y="78"/>
                </a:cubicBezTo>
                <a:cubicBezTo>
                  <a:pt x="149" y="78"/>
                  <a:pt x="148" y="79"/>
                  <a:pt x="147" y="80"/>
                </a:cubicBezTo>
                <a:cubicBezTo>
                  <a:pt x="147" y="80"/>
                  <a:pt x="146" y="81"/>
                  <a:pt x="146" y="82"/>
                </a:cubicBezTo>
                <a:cubicBezTo>
                  <a:pt x="144" y="84"/>
                  <a:pt x="143" y="86"/>
                  <a:pt x="142" y="89"/>
                </a:cubicBezTo>
                <a:cubicBezTo>
                  <a:pt x="141" y="92"/>
                  <a:pt x="140" y="95"/>
                  <a:pt x="139" y="98"/>
                </a:cubicBezTo>
                <a:cubicBezTo>
                  <a:pt x="139" y="99"/>
                  <a:pt x="139" y="99"/>
                  <a:pt x="139" y="100"/>
                </a:cubicBezTo>
                <a:cubicBezTo>
                  <a:pt x="138" y="102"/>
                  <a:pt x="138" y="103"/>
                  <a:pt x="138" y="104"/>
                </a:cubicBezTo>
                <a:cubicBezTo>
                  <a:pt x="138" y="105"/>
                  <a:pt x="138" y="107"/>
                  <a:pt x="138" y="108"/>
                </a:cubicBezTo>
                <a:cubicBezTo>
                  <a:pt x="138" y="109"/>
                  <a:pt x="138" y="110"/>
                  <a:pt x="138" y="111"/>
                </a:cubicBezTo>
                <a:cubicBezTo>
                  <a:pt x="139" y="112"/>
                  <a:pt x="139" y="114"/>
                  <a:pt x="139" y="116"/>
                </a:cubicBezTo>
                <a:cubicBezTo>
                  <a:pt x="139" y="117"/>
                  <a:pt x="139" y="119"/>
                  <a:pt x="140" y="120"/>
                </a:cubicBezTo>
                <a:cubicBezTo>
                  <a:pt x="141" y="122"/>
                  <a:pt x="141" y="125"/>
                  <a:pt x="143" y="127"/>
                </a:cubicBezTo>
                <a:cubicBezTo>
                  <a:pt x="144" y="129"/>
                  <a:pt x="145" y="131"/>
                  <a:pt x="146" y="133"/>
                </a:cubicBezTo>
                <a:cubicBezTo>
                  <a:pt x="148" y="135"/>
                  <a:pt x="150" y="137"/>
                  <a:pt x="152" y="139"/>
                </a:cubicBezTo>
                <a:cubicBezTo>
                  <a:pt x="154" y="142"/>
                  <a:pt x="156" y="143"/>
                  <a:pt x="159" y="145"/>
                </a:cubicBezTo>
                <a:cubicBezTo>
                  <a:pt x="159" y="145"/>
                  <a:pt x="160" y="145"/>
                  <a:pt x="160" y="146"/>
                </a:cubicBezTo>
                <a:cubicBezTo>
                  <a:pt x="161" y="146"/>
                  <a:pt x="162" y="146"/>
                  <a:pt x="162" y="147"/>
                </a:cubicBezTo>
                <a:cubicBezTo>
                  <a:pt x="163" y="147"/>
                  <a:pt x="164" y="148"/>
                  <a:pt x="164" y="148"/>
                </a:cubicBezTo>
                <a:cubicBezTo>
                  <a:pt x="165" y="148"/>
                  <a:pt x="165" y="149"/>
                  <a:pt x="165" y="149"/>
                </a:cubicBezTo>
                <a:cubicBezTo>
                  <a:pt x="165" y="150"/>
                  <a:pt x="164" y="150"/>
                  <a:pt x="164" y="151"/>
                </a:cubicBezTo>
                <a:cubicBezTo>
                  <a:pt x="164" y="153"/>
                  <a:pt x="164" y="154"/>
                  <a:pt x="163" y="154"/>
                </a:cubicBezTo>
                <a:cubicBezTo>
                  <a:pt x="163" y="156"/>
                  <a:pt x="162" y="158"/>
                  <a:pt x="161" y="159"/>
                </a:cubicBezTo>
                <a:cubicBezTo>
                  <a:pt x="161" y="161"/>
                  <a:pt x="160" y="162"/>
                  <a:pt x="159" y="164"/>
                </a:cubicBezTo>
                <a:cubicBezTo>
                  <a:pt x="158" y="167"/>
                  <a:pt x="156" y="171"/>
                  <a:pt x="153" y="174"/>
                </a:cubicBezTo>
                <a:cubicBezTo>
                  <a:pt x="151" y="178"/>
                  <a:pt x="149" y="182"/>
                  <a:pt x="146" y="185"/>
                </a:cubicBezTo>
                <a:cubicBezTo>
                  <a:pt x="143" y="189"/>
                  <a:pt x="140" y="192"/>
                  <a:pt x="137" y="194"/>
                </a:cubicBezTo>
                <a:cubicBezTo>
                  <a:pt x="134" y="197"/>
                  <a:pt x="131" y="199"/>
                  <a:pt x="128" y="201"/>
                </a:cubicBezTo>
                <a:cubicBezTo>
                  <a:pt x="125" y="202"/>
                  <a:pt x="122" y="202"/>
                  <a:pt x="120" y="202"/>
                </a:cubicBezTo>
                <a:cubicBezTo>
                  <a:pt x="117" y="202"/>
                  <a:pt x="115" y="201"/>
                  <a:pt x="112" y="201"/>
                </a:cubicBezTo>
                <a:cubicBezTo>
                  <a:pt x="110" y="200"/>
                  <a:pt x="107" y="199"/>
                  <a:pt x="105" y="198"/>
                </a:cubicBezTo>
                <a:cubicBezTo>
                  <a:pt x="103" y="197"/>
                  <a:pt x="100" y="196"/>
                  <a:pt x="99" y="196"/>
                </a:cubicBezTo>
                <a:cubicBezTo>
                  <a:pt x="97" y="195"/>
                  <a:pt x="95" y="195"/>
                  <a:pt x="94" y="195"/>
                </a:cubicBezTo>
                <a:cubicBezTo>
                  <a:pt x="92" y="195"/>
                  <a:pt x="90" y="194"/>
                  <a:pt x="88" y="194"/>
                </a:cubicBezTo>
                <a:cubicBezTo>
                  <a:pt x="87" y="194"/>
                  <a:pt x="86" y="194"/>
                  <a:pt x="84" y="194"/>
                </a:cubicBezTo>
                <a:cubicBezTo>
                  <a:pt x="82" y="194"/>
                  <a:pt x="81" y="195"/>
                  <a:pt x="80" y="195"/>
                </a:cubicBezTo>
                <a:cubicBezTo>
                  <a:pt x="78" y="195"/>
                  <a:pt x="77" y="195"/>
                  <a:pt x="76" y="196"/>
                </a:cubicBezTo>
                <a:cubicBezTo>
                  <a:pt x="74" y="196"/>
                  <a:pt x="73" y="196"/>
                  <a:pt x="71" y="197"/>
                </a:cubicBezTo>
                <a:cubicBezTo>
                  <a:pt x="70" y="197"/>
                  <a:pt x="68" y="198"/>
                  <a:pt x="67" y="199"/>
                </a:cubicBezTo>
                <a:cubicBezTo>
                  <a:pt x="65" y="200"/>
                  <a:pt x="63" y="200"/>
                  <a:pt x="61" y="201"/>
                </a:cubicBezTo>
                <a:cubicBezTo>
                  <a:pt x="59" y="202"/>
                  <a:pt x="56" y="202"/>
                  <a:pt x="54" y="202"/>
                </a:cubicBezTo>
                <a:cubicBezTo>
                  <a:pt x="52" y="202"/>
                  <a:pt x="50" y="202"/>
                  <a:pt x="48" y="202"/>
                </a:cubicBezTo>
                <a:cubicBezTo>
                  <a:pt x="43" y="200"/>
                  <a:pt x="39" y="198"/>
                  <a:pt x="36" y="195"/>
                </a:cubicBezTo>
                <a:cubicBezTo>
                  <a:pt x="33" y="192"/>
                  <a:pt x="30" y="188"/>
                  <a:pt x="27" y="185"/>
                </a:cubicBezTo>
                <a:cubicBezTo>
                  <a:pt x="26" y="182"/>
                  <a:pt x="24" y="179"/>
                  <a:pt x="22" y="177"/>
                </a:cubicBezTo>
                <a:cubicBezTo>
                  <a:pt x="20" y="174"/>
                  <a:pt x="18" y="171"/>
                  <a:pt x="16" y="168"/>
                </a:cubicBezTo>
                <a:cubicBezTo>
                  <a:pt x="14" y="165"/>
                  <a:pt x="13" y="162"/>
                  <a:pt x="11" y="159"/>
                </a:cubicBezTo>
                <a:cubicBezTo>
                  <a:pt x="10" y="155"/>
                  <a:pt x="9" y="152"/>
                  <a:pt x="7" y="148"/>
                </a:cubicBezTo>
                <a:cubicBezTo>
                  <a:pt x="6" y="146"/>
                  <a:pt x="5" y="143"/>
                  <a:pt x="5" y="140"/>
                </a:cubicBezTo>
                <a:cubicBezTo>
                  <a:pt x="4" y="138"/>
                  <a:pt x="3" y="135"/>
                  <a:pt x="3" y="132"/>
                </a:cubicBezTo>
                <a:cubicBezTo>
                  <a:pt x="2" y="131"/>
                  <a:pt x="2" y="130"/>
                  <a:pt x="2" y="129"/>
                </a:cubicBezTo>
                <a:cubicBezTo>
                  <a:pt x="2" y="128"/>
                  <a:pt x="2" y="127"/>
                  <a:pt x="2" y="126"/>
                </a:cubicBezTo>
                <a:cubicBezTo>
                  <a:pt x="1" y="124"/>
                  <a:pt x="1" y="121"/>
                  <a:pt x="0" y="118"/>
                </a:cubicBezTo>
                <a:cubicBezTo>
                  <a:pt x="0" y="115"/>
                  <a:pt x="0" y="112"/>
                  <a:pt x="0" y="109"/>
                </a:cubicBezTo>
                <a:cubicBezTo>
                  <a:pt x="0" y="106"/>
                  <a:pt x="0" y="103"/>
                  <a:pt x="0" y="100"/>
                </a:cubicBezTo>
                <a:cubicBezTo>
                  <a:pt x="1" y="97"/>
                  <a:pt x="1" y="94"/>
                  <a:pt x="2" y="92"/>
                </a:cubicBezTo>
                <a:cubicBezTo>
                  <a:pt x="4" y="83"/>
                  <a:pt x="8" y="75"/>
                  <a:pt x="13" y="68"/>
                </a:cubicBezTo>
                <a:cubicBezTo>
                  <a:pt x="18" y="61"/>
                  <a:pt x="25" y="56"/>
                  <a:pt x="33" y="52"/>
                </a:cubicBezTo>
                <a:cubicBezTo>
                  <a:pt x="35" y="51"/>
                  <a:pt x="38" y="51"/>
                  <a:pt x="40" y="50"/>
                </a:cubicBezTo>
                <a:cubicBezTo>
                  <a:pt x="43" y="50"/>
                  <a:pt x="45" y="50"/>
                  <a:pt x="48" y="49"/>
                </a:cubicBezTo>
                <a:cubicBezTo>
                  <a:pt x="49" y="49"/>
                  <a:pt x="50" y="49"/>
                  <a:pt x="51" y="49"/>
                </a:cubicBezTo>
                <a:cubicBezTo>
                  <a:pt x="52" y="49"/>
                  <a:pt x="53" y="49"/>
                  <a:pt x="54" y="49"/>
                </a:cubicBezTo>
                <a:cubicBezTo>
                  <a:pt x="55" y="49"/>
                  <a:pt x="56" y="49"/>
                  <a:pt x="57" y="49"/>
                </a:cubicBezTo>
                <a:cubicBezTo>
                  <a:pt x="58" y="50"/>
                  <a:pt x="58" y="50"/>
                  <a:pt x="59" y="50"/>
                </a:cubicBezTo>
                <a:cubicBezTo>
                  <a:pt x="60" y="51"/>
                  <a:pt x="62" y="51"/>
                  <a:pt x="63" y="51"/>
                </a:cubicBezTo>
                <a:cubicBezTo>
                  <a:pt x="64" y="51"/>
                  <a:pt x="65" y="52"/>
                  <a:pt x="67" y="52"/>
                </a:cubicBezTo>
                <a:cubicBezTo>
                  <a:pt x="69" y="53"/>
                  <a:pt x="71" y="54"/>
                  <a:pt x="74" y="55"/>
                </a:cubicBezTo>
                <a:cubicBezTo>
                  <a:pt x="76" y="56"/>
                  <a:pt x="79" y="57"/>
                  <a:pt x="81" y="58"/>
                </a:cubicBezTo>
                <a:cubicBezTo>
                  <a:pt x="83" y="58"/>
                  <a:pt x="85" y="58"/>
                  <a:pt x="87" y="57"/>
                </a:cubicBezTo>
                <a:cubicBezTo>
                  <a:pt x="89" y="57"/>
                  <a:pt x="91" y="56"/>
                  <a:pt x="92" y="55"/>
                </a:cubicBezTo>
                <a:cubicBezTo>
                  <a:pt x="95" y="54"/>
                  <a:pt x="97" y="53"/>
                  <a:pt x="100" y="53"/>
                </a:cubicBezTo>
                <a:cubicBezTo>
                  <a:pt x="103" y="52"/>
                  <a:pt x="106" y="51"/>
                  <a:pt x="108" y="50"/>
                </a:cubicBezTo>
                <a:cubicBezTo>
                  <a:pt x="116" y="49"/>
                  <a:pt x="116" y="49"/>
                  <a:pt x="116" y="49"/>
                </a:cubicBezTo>
                <a:cubicBezTo>
                  <a:pt x="116" y="48"/>
                  <a:pt x="117" y="48"/>
                  <a:pt x="117" y="48"/>
                </a:cubicBezTo>
                <a:cubicBezTo>
                  <a:pt x="117" y="48"/>
                  <a:pt x="118" y="48"/>
                  <a:pt x="118" y="48"/>
                </a:cubicBezTo>
                <a:cubicBezTo>
                  <a:pt x="126" y="48"/>
                  <a:pt x="133" y="49"/>
                  <a:pt x="138" y="51"/>
                </a:cubicBezTo>
                <a:close/>
                <a:moveTo>
                  <a:pt x="121" y="16"/>
                </a:moveTo>
                <a:cubicBezTo>
                  <a:pt x="120" y="21"/>
                  <a:pt x="118" y="25"/>
                  <a:pt x="115" y="29"/>
                </a:cubicBezTo>
                <a:cubicBezTo>
                  <a:pt x="114" y="30"/>
                  <a:pt x="114" y="31"/>
                  <a:pt x="113" y="32"/>
                </a:cubicBezTo>
                <a:cubicBezTo>
                  <a:pt x="112" y="33"/>
                  <a:pt x="111" y="34"/>
                  <a:pt x="110" y="34"/>
                </a:cubicBezTo>
                <a:cubicBezTo>
                  <a:pt x="108" y="37"/>
                  <a:pt x="105" y="40"/>
                  <a:pt x="102" y="42"/>
                </a:cubicBezTo>
                <a:cubicBezTo>
                  <a:pt x="98" y="44"/>
                  <a:pt x="95" y="45"/>
                  <a:pt x="90" y="46"/>
                </a:cubicBezTo>
                <a:cubicBezTo>
                  <a:pt x="89" y="46"/>
                  <a:pt x="88" y="46"/>
                  <a:pt x="86" y="46"/>
                </a:cubicBezTo>
                <a:cubicBezTo>
                  <a:pt x="85" y="46"/>
                  <a:pt x="84" y="46"/>
                  <a:pt x="82" y="46"/>
                </a:cubicBezTo>
                <a:cubicBezTo>
                  <a:pt x="82" y="45"/>
                  <a:pt x="82" y="43"/>
                  <a:pt x="82" y="41"/>
                </a:cubicBezTo>
                <a:cubicBezTo>
                  <a:pt x="82" y="40"/>
                  <a:pt x="82" y="38"/>
                  <a:pt x="83" y="37"/>
                </a:cubicBezTo>
                <a:cubicBezTo>
                  <a:pt x="84" y="33"/>
                  <a:pt x="85" y="29"/>
                  <a:pt x="86" y="26"/>
                </a:cubicBezTo>
                <a:cubicBezTo>
                  <a:pt x="87" y="23"/>
                  <a:pt x="89" y="20"/>
                  <a:pt x="91" y="18"/>
                </a:cubicBezTo>
                <a:cubicBezTo>
                  <a:pt x="93" y="15"/>
                  <a:pt x="95" y="13"/>
                  <a:pt x="97" y="11"/>
                </a:cubicBezTo>
                <a:cubicBezTo>
                  <a:pt x="100" y="9"/>
                  <a:pt x="102" y="7"/>
                  <a:pt x="105" y="5"/>
                </a:cubicBezTo>
                <a:cubicBezTo>
                  <a:pt x="108" y="4"/>
                  <a:pt x="110" y="3"/>
                  <a:pt x="113" y="1"/>
                </a:cubicBezTo>
                <a:cubicBezTo>
                  <a:pt x="116" y="0"/>
                  <a:pt x="120" y="0"/>
                  <a:pt x="123" y="0"/>
                </a:cubicBezTo>
                <a:cubicBezTo>
                  <a:pt x="123" y="6"/>
                  <a:pt x="123" y="12"/>
                  <a:pt x="121" y="16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28" name="Freeform 130"/>
          <p:cNvSpPr>
            <a:spLocks noEditPoints="1"/>
          </p:cNvSpPr>
          <p:nvPr/>
        </p:nvSpPr>
        <p:spPr bwMode="auto">
          <a:xfrm>
            <a:off x="7836689" y="4426785"/>
            <a:ext cx="254092" cy="299697"/>
          </a:xfrm>
          <a:custGeom>
            <a:avLst/>
            <a:gdLst>
              <a:gd name="T0" fmla="*/ 0 w 177"/>
              <a:gd name="T1" fmla="*/ 127 h 209"/>
              <a:gd name="T2" fmla="*/ 2 w 177"/>
              <a:gd name="T3" fmla="*/ 75 h 209"/>
              <a:gd name="T4" fmla="*/ 7 w 177"/>
              <a:gd name="T5" fmla="*/ 70 h 209"/>
              <a:gd name="T6" fmla="*/ 19 w 177"/>
              <a:gd name="T7" fmla="*/ 69 h 209"/>
              <a:gd name="T8" fmla="*/ 22 w 177"/>
              <a:gd name="T9" fmla="*/ 71 h 209"/>
              <a:gd name="T10" fmla="*/ 26 w 177"/>
              <a:gd name="T11" fmla="*/ 137 h 209"/>
              <a:gd name="T12" fmla="*/ 23 w 177"/>
              <a:gd name="T13" fmla="*/ 142 h 209"/>
              <a:gd name="T14" fmla="*/ 8 w 177"/>
              <a:gd name="T15" fmla="*/ 146 h 209"/>
              <a:gd name="T16" fmla="*/ 72 w 177"/>
              <a:gd name="T17" fmla="*/ 15 h 209"/>
              <a:gd name="T18" fmla="*/ 84 w 177"/>
              <a:gd name="T19" fmla="*/ 13 h 209"/>
              <a:gd name="T20" fmla="*/ 101 w 177"/>
              <a:gd name="T21" fmla="*/ 13 h 209"/>
              <a:gd name="T22" fmla="*/ 116 w 177"/>
              <a:gd name="T23" fmla="*/ 15 h 209"/>
              <a:gd name="T24" fmla="*/ 118 w 177"/>
              <a:gd name="T25" fmla="*/ 10 h 209"/>
              <a:gd name="T26" fmla="*/ 121 w 177"/>
              <a:gd name="T27" fmla="*/ 5 h 209"/>
              <a:gd name="T28" fmla="*/ 125 w 177"/>
              <a:gd name="T29" fmla="*/ 5 h 209"/>
              <a:gd name="T30" fmla="*/ 121 w 177"/>
              <a:gd name="T31" fmla="*/ 11 h 209"/>
              <a:gd name="T32" fmla="*/ 120 w 177"/>
              <a:gd name="T33" fmla="*/ 21 h 209"/>
              <a:gd name="T34" fmla="*/ 126 w 177"/>
              <a:gd name="T35" fmla="*/ 24 h 209"/>
              <a:gd name="T36" fmla="*/ 132 w 177"/>
              <a:gd name="T37" fmla="*/ 31 h 209"/>
              <a:gd name="T38" fmla="*/ 138 w 177"/>
              <a:gd name="T39" fmla="*/ 38 h 209"/>
              <a:gd name="T40" fmla="*/ 142 w 177"/>
              <a:gd name="T41" fmla="*/ 45 h 209"/>
              <a:gd name="T42" fmla="*/ 144 w 177"/>
              <a:gd name="T43" fmla="*/ 51 h 209"/>
              <a:gd name="T44" fmla="*/ 147 w 177"/>
              <a:gd name="T45" fmla="*/ 63 h 209"/>
              <a:gd name="T46" fmla="*/ 31 w 177"/>
              <a:gd name="T47" fmla="*/ 59 h 209"/>
              <a:gd name="T48" fmla="*/ 33 w 177"/>
              <a:gd name="T49" fmla="*/ 52 h 209"/>
              <a:gd name="T50" fmla="*/ 35 w 177"/>
              <a:gd name="T51" fmla="*/ 46 h 209"/>
              <a:gd name="T52" fmla="*/ 38 w 177"/>
              <a:gd name="T53" fmla="*/ 41 h 209"/>
              <a:gd name="T54" fmla="*/ 41 w 177"/>
              <a:gd name="T55" fmla="*/ 36 h 209"/>
              <a:gd name="T56" fmla="*/ 51 w 177"/>
              <a:gd name="T57" fmla="*/ 25 h 209"/>
              <a:gd name="T58" fmla="*/ 57 w 177"/>
              <a:gd name="T59" fmla="*/ 21 h 209"/>
              <a:gd name="T60" fmla="*/ 57 w 177"/>
              <a:gd name="T61" fmla="*/ 13 h 209"/>
              <a:gd name="T62" fmla="*/ 55 w 177"/>
              <a:gd name="T63" fmla="*/ 9 h 209"/>
              <a:gd name="T64" fmla="*/ 53 w 177"/>
              <a:gd name="T65" fmla="*/ 0 h 209"/>
              <a:gd name="T66" fmla="*/ 57 w 177"/>
              <a:gd name="T67" fmla="*/ 6 h 209"/>
              <a:gd name="T68" fmla="*/ 61 w 177"/>
              <a:gd name="T69" fmla="*/ 13 h 209"/>
              <a:gd name="T70" fmla="*/ 147 w 177"/>
              <a:gd name="T71" fmla="*/ 70 h 209"/>
              <a:gd name="T72" fmla="*/ 144 w 177"/>
              <a:gd name="T73" fmla="*/ 162 h 209"/>
              <a:gd name="T74" fmla="*/ 138 w 177"/>
              <a:gd name="T75" fmla="*/ 166 h 209"/>
              <a:gd name="T76" fmla="*/ 123 w 177"/>
              <a:gd name="T77" fmla="*/ 194 h 209"/>
              <a:gd name="T78" fmla="*/ 106 w 177"/>
              <a:gd name="T79" fmla="*/ 208 h 209"/>
              <a:gd name="T80" fmla="*/ 100 w 177"/>
              <a:gd name="T81" fmla="*/ 204 h 209"/>
              <a:gd name="T82" fmla="*/ 97 w 177"/>
              <a:gd name="T83" fmla="*/ 167 h 209"/>
              <a:gd name="T84" fmla="*/ 78 w 177"/>
              <a:gd name="T85" fmla="*/ 203 h 209"/>
              <a:gd name="T86" fmla="*/ 70 w 177"/>
              <a:gd name="T87" fmla="*/ 208 h 209"/>
              <a:gd name="T88" fmla="*/ 62 w 177"/>
              <a:gd name="T89" fmla="*/ 208 h 209"/>
              <a:gd name="T90" fmla="*/ 57 w 177"/>
              <a:gd name="T91" fmla="*/ 203 h 209"/>
              <a:gd name="T92" fmla="*/ 54 w 177"/>
              <a:gd name="T93" fmla="*/ 194 h 209"/>
              <a:gd name="T94" fmla="*/ 39 w 177"/>
              <a:gd name="T95" fmla="*/ 166 h 209"/>
              <a:gd name="T96" fmla="*/ 31 w 177"/>
              <a:gd name="T97" fmla="*/ 142 h 209"/>
              <a:gd name="T98" fmla="*/ 59 w 177"/>
              <a:gd name="T99" fmla="*/ 43 h 209"/>
              <a:gd name="T100" fmla="*/ 67 w 177"/>
              <a:gd name="T101" fmla="*/ 37 h 209"/>
              <a:gd name="T102" fmla="*/ 119 w 177"/>
              <a:gd name="T103" fmla="*/ 37 h 209"/>
              <a:gd name="T104" fmla="*/ 111 w 177"/>
              <a:gd name="T105" fmla="*/ 42 h 209"/>
              <a:gd name="T106" fmla="*/ 174 w 177"/>
              <a:gd name="T107" fmla="*/ 73 h 209"/>
              <a:gd name="T108" fmla="*/ 177 w 177"/>
              <a:gd name="T109" fmla="*/ 137 h 209"/>
              <a:gd name="T110" fmla="*/ 174 w 177"/>
              <a:gd name="T111" fmla="*/ 142 h 209"/>
              <a:gd name="T112" fmla="*/ 158 w 177"/>
              <a:gd name="T113" fmla="*/ 146 h 209"/>
              <a:gd name="T114" fmla="*/ 152 w 177"/>
              <a:gd name="T115" fmla="*/ 140 h 209"/>
              <a:gd name="T116" fmla="*/ 151 w 177"/>
              <a:gd name="T117" fmla="*/ 82 h 209"/>
              <a:gd name="T118" fmla="*/ 154 w 177"/>
              <a:gd name="T119" fmla="*/ 72 h 209"/>
              <a:gd name="T120" fmla="*/ 164 w 177"/>
              <a:gd name="T121" fmla="*/ 68 h 209"/>
              <a:gd name="T122" fmla="*/ 172 w 177"/>
              <a:gd name="T123" fmla="*/ 71 h 2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77" h="209">
                <a:moveTo>
                  <a:pt x="5" y="144"/>
                </a:moveTo>
                <a:cubicBezTo>
                  <a:pt x="4" y="144"/>
                  <a:pt x="4" y="143"/>
                  <a:pt x="3" y="143"/>
                </a:cubicBezTo>
                <a:cubicBezTo>
                  <a:pt x="3" y="142"/>
                  <a:pt x="3" y="142"/>
                  <a:pt x="3" y="141"/>
                </a:cubicBezTo>
                <a:cubicBezTo>
                  <a:pt x="2" y="141"/>
                  <a:pt x="2" y="141"/>
                  <a:pt x="2" y="141"/>
                </a:cubicBezTo>
                <a:cubicBezTo>
                  <a:pt x="2" y="140"/>
                  <a:pt x="2" y="140"/>
                  <a:pt x="2" y="140"/>
                </a:cubicBezTo>
                <a:cubicBezTo>
                  <a:pt x="2" y="140"/>
                  <a:pt x="2" y="140"/>
                  <a:pt x="2" y="140"/>
                </a:cubicBezTo>
                <a:cubicBezTo>
                  <a:pt x="2" y="140"/>
                  <a:pt x="2" y="140"/>
                  <a:pt x="2" y="140"/>
                </a:cubicBezTo>
                <a:cubicBezTo>
                  <a:pt x="1" y="139"/>
                  <a:pt x="1" y="138"/>
                  <a:pt x="1" y="137"/>
                </a:cubicBezTo>
                <a:cubicBezTo>
                  <a:pt x="0" y="135"/>
                  <a:pt x="0" y="134"/>
                  <a:pt x="0" y="132"/>
                </a:cubicBezTo>
                <a:cubicBezTo>
                  <a:pt x="0" y="130"/>
                  <a:pt x="0" y="129"/>
                  <a:pt x="0" y="127"/>
                </a:cubicBezTo>
                <a:cubicBezTo>
                  <a:pt x="0" y="125"/>
                  <a:pt x="0" y="124"/>
                  <a:pt x="0" y="122"/>
                </a:cubicBezTo>
                <a:cubicBezTo>
                  <a:pt x="0" y="90"/>
                  <a:pt x="0" y="90"/>
                  <a:pt x="0" y="90"/>
                </a:cubicBezTo>
                <a:cubicBezTo>
                  <a:pt x="0" y="89"/>
                  <a:pt x="0" y="88"/>
                  <a:pt x="0" y="87"/>
                </a:cubicBezTo>
                <a:cubicBezTo>
                  <a:pt x="0" y="86"/>
                  <a:pt x="0" y="84"/>
                  <a:pt x="0" y="83"/>
                </a:cubicBezTo>
                <a:cubicBezTo>
                  <a:pt x="0" y="82"/>
                  <a:pt x="0" y="81"/>
                  <a:pt x="0" y="79"/>
                </a:cubicBezTo>
                <a:cubicBezTo>
                  <a:pt x="0" y="78"/>
                  <a:pt x="1" y="78"/>
                  <a:pt x="1" y="77"/>
                </a:cubicBezTo>
                <a:cubicBezTo>
                  <a:pt x="1" y="77"/>
                  <a:pt x="1" y="77"/>
                  <a:pt x="1" y="77"/>
                </a:cubicBezTo>
                <a:cubicBezTo>
                  <a:pt x="1" y="77"/>
                  <a:pt x="1" y="76"/>
                  <a:pt x="2" y="75"/>
                </a:cubicBezTo>
                <a:cubicBezTo>
                  <a:pt x="2" y="75"/>
                  <a:pt x="2" y="75"/>
                  <a:pt x="2" y="75"/>
                </a:cubicBezTo>
                <a:cubicBezTo>
                  <a:pt x="2" y="75"/>
                  <a:pt x="2" y="75"/>
                  <a:pt x="2" y="75"/>
                </a:cubicBezTo>
                <a:cubicBezTo>
                  <a:pt x="2" y="74"/>
                  <a:pt x="2" y="74"/>
                  <a:pt x="2" y="74"/>
                </a:cubicBezTo>
                <a:cubicBezTo>
                  <a:pt x="3" y="74"/>
                  <a:pt x="3" y="74"/>
                  <a:pt x="3" y="74"/>
                </a:cubicBezTo>
                <a:cubicBezTo>
                  <a:pt x="3" y="73"/>
                  <a:pt x="3" y="73"/>
                  <a:pt x="3" y="73"/>
                </a:cubicBezTo>
                <a:cubicBezTo>
                  <a:pt x="3" y="73"/>
                  <a:pt x="3" y="72"/>
                  <a:pt x="4" y="72"/>
                </a:cubicBezTo>
                <a:cubicBezTo>
                  <a:pt x="4" y="72"/>
                  <a:pt x="4" y="72"/>
                  <a:pt x="4" y="72"/>
                </a:cubicBezTo>
                <a:cubicBezTo>
                  <a:pt x="4" y="71"/>
                  <a:pt x="5" y="71"/>
                  <a:pt x="5" y="71"/>
                </a:cubicBezTo>
                <a:cubicBezTo>
                  <a:pt x="5" y="71"/>
                  <a:pt x="5" y="70"/>
                  <a:pt x="6" y="70"/>
                </a:cubicBezTo>
                <a:cubicBezTo>
                  <a:pt x="6" y="70"/>
                  <a:pt x="6" y="70"/>
                  <a:pt x="6" y="70"/>
                </a:cubicBezTo>
                <a:cubicBezTo>
                  <a:pt x="6" y="70"/>
                  <a:pt x="6" y="70"/>
                  <a:pt x="6" y="70"/>
                </a:cubicBezTo>
                <a:cubicBezTo>
                  <a:pt x="7" y="70"/>
                  <a:pt x="7" y="70"/>
                  <a:pt x="7" y="70"/>
                </a:cubicBezTo>
                <a:cubicBezTo>
                  <a:pt x="7" y="69"/>
                  <a:pt x="7" y="69"/>
                  <a:pt x="7" y="69"/>
                </a:cubicBezTo>
                <a:cubicBezTo>
                  <a:pt x="8" y="69"/>
                  <a:pt x="8" y="69"/>
                  <a:pt x="9" y="69"/>
                </a:cubicBezTo>
                <a:cubicBezTo>
                  <a:pt x="9" y="68"/>
                  <a:pt x="9" y="68"/>
                  <a:pt x="9" y="68"/>
                </a:cubicBezTo>
                <a:cubicBezTo>
                  <a:pt x="9" y="68"/>
                  <a:pt x="10" y="68"/>
                  <a:pt x="10" y="68"/>
                </a:cubicBezTo>
                <a:cubicBezTo>
                  <a:pt x="11" y="68"/>
                  <a:pt x="11" y="68"/>
                  <a:pt x="12" y="68"/>
                </a:cubicBezTo>
                <a:cubicBezTo>
                  <a:pt x="12" y="68"/>
                  <a:pt x="12" y="68"/>
                  <a:pt x="13" y="68"/>
                </a:cubicBezTo>
                <a:cubicBezTo>
                  <a:pt x="14" y="67"/>
                  <a:pt x="14" y="67"/>
                  <a:pt x="15" y="68"/>
                </a:cubicBezTo>
                <a:cubicBezTo>
                  <a:pt x="15" y="68"/>
                  <a:pt x="15" y="68"/>
                  <a:pt x="15" y="68"/>
                </a:cubicBezTo>
                <a:cubicBezTo>
                  <a:pt x="16" y="68"/>
                  <a:pt x="16" y="68"/>
                  <a:pt x="17" y="68"/>
                </a:cubicBezTo>
                <a:cubicBezTo>
                  <a:pt x="18" y="68"/>
                  <a:pt x="18" y="68"/>
                  <a:pt x="19" y="69"/>
                </a:cubicBezTo>
                <a:cubicBezTo>
                  <a:pt x="19" y="69"/>
                  <a:pt x="19" y="69"/>
                  <a:pt x="19" y="69"/>
                </a:cubicBezTo>
                <a:cubicBezTo>
                  <a:pt x="19" y="69"/>
                  <a:pt x="19" y="69"/>
                  <a:pt x="19" y="69"/>
                </a:cubicBezTo>
                <a:cubicBezTo>
                  <a:pt x="20" y="69"/>
                  <a:pt x="20" y="69"/>
                  <a:pt x="20" y="69"/>
                </a:cubicBezTo>
                <a:cubicBezTo>
                  <a:pt x="20" y="70"/>
                  <a:pt x="20" y="70"/>
                  <a:pt x="20" y="70"/>
                </a:cubicBezTo>
                <a:cubicBezTo>
                  <a:pt x="20" y="70"/>
                  <a:pt x="20" y="70"/>
                  <a:pt x="20" y="70"/>
                </a:cubicBezTo>
                <a:cubicBezTo>
                  <a:pt x="20" y="70"/>
                  <a:pt x="20" y="70"/>
                  <a:pt x="20" y="70"/>
                </a:cubicBezTo>
                <a:cubicBezTo>
                  <a:pt x="21" y="70"/>
                  <a:pt x="21" y="70"/>
                  <a:pt x="21" y="70"/>
                </a:cubicBezTo>
                <a:cubicBezTo>
                  <a:pt x="21" y="70"/>
                  <a:pt x="21" y="70"/>
                  <a:pt x="21" y="70"/>
                </a:cubicBezTo>
                <a:cubicBezTo>
                  <a:pt x="21" y="71"/>
                  <a:pt x="22" y="71"/>
                  <a:pt x="22" y="71"/>
                </a:cubicBezTo>
                <a:cubicBezTo>
                  <a:pt x="22" y="71"/>
                  <a:pt x="22" y="71"/>
                  <a:pt x="22" y="71"/>
                </a:cubicBezTo>
                <a:cubicBezTo>
                  <a:pt x="22" y="71"/>
                  <a:pt x="22" y="71"/>
                  <a:pt x="23" y="71"/>
                </a:cubicBezTo>
                <a:cubicBezTo>
                  <a:pt x="23" y="72"/>
                  <a:pt x="23" y="72"/>
                  <a:pt x="23" y="72"/>
                </a:cubicBezTo>
                <a:cubicBezTo>
                  <a:pt x="23" y="72"/>
                  <a:pt x="24" y="73"/>
                  <a:pt x="24" y="73"/>
                </a:cubicBezTo>
                <a:cubicBezTo>
                  <a:pt x="24" y="73"/>
                  <a:pt x="24" y="73"/>
                  <a:pt x="24" y="73"/>
                </a:cubicBezTo>
                <a:cubicBezTo>
                  <a:pt x="24" y="74"/>
                  <a:pt x="24" y="74"/>
                  <a:pt x="24" y="74"/>
                </a:cubicBezTo>
                <a:cubicBezTo>
                  <a:pt x="26" y="76"/>
                  <a:pt x="26" y="79"/>
                  <a:pt x="26" y="82"/>
                </a:cubicBezTo>
                <a:cubicBezTo>
                  <a:pt x="26" y="85"/>
                  <a:pt x="26" y="88"/>
                  <a:pt x="26" y="91"/>
                </a:cubicBezTo>
                <a:cubicBezTo>
                  <a:pt x="26" y="125"/>
                  <a:pt x="26" y="125"/>
                  <a:pt x="26" y="125"/>
                </a:cubicBezTo>
                <a:cubicBezTo>
                  <a:pt x="26" y="137"/>
                  <a:pt x="26" y="137"/>
                  <a:pt x="26" y="137"/>
                </a:cubicBezTo>
                <a:cubicBezTo>
                  <a:pt x="26" y="137"/>
                  <a:pt x="26" y="137"/>
                  <a:pt x="26" y="137"/>
                </a:cubicBezTo>
                <a:cubicBezTo>
                  <a:pt x="26" y="138"/>
                  <a:pt x="26" y="138"/>
                  <a:pt x="26" y="138"/>
                </a:cubicBezTo>
                <a:cubicBezTo>
                  <a:pt x="26" y="138"/>
                  <a:pt x="26" y="138"/>
                  <a:pt x="26" y="138"/>
                </a:cubicBezTo>
                <a:cubicBezTo>
                  <a:pt x="26" y="139"/>
                  <a:pt x="26" y="139"/>
                  <a:pt x="26" y="139"/>
                </a:cubicBezTo>
                <a:cubicBezTo>
                  <a:pt x="25" y="139"/>
                  <a:pt x="25" y="139"/>
                  <a:pt x="25" y="139"/>
                </a:cubicBezTo>
                <a:cubicBezTo>
                  <a:pt x="25" y="139"/>
                  <a:pt x="25" y="140"/>
                  <a:pt x="25" y="140"/>
                </a:cubicBezTo>
                <a:cubicBezTo>
                  <a:pt x="25" y="140"/>
                  <a:pt x="25" y="141"/>
                  <a:pt x="24" y="141"/>
                </a:cubicBezTo>
                <a:cubicBezTo>
                  <a:pt x="24" y="141"/>
                  <a:pt x="24" y="141"/>
                  <a:pt x="24" y="141"/>
                </a:cubicBezTo>
                <a:cubicBezTo>
                  <a:pt x="24" y="142"/>
                  <a:pt x="24" y="142"/>
                  <a:pt x="24" y="142"/>
                </a:cubicBezTo>
                <a:cubicBezTo>
                  <a:pt x="24" y="142"/>
                  <a:pt x="24" y="142"/>
                  <a:pt x="24" y="142"/>
                </a:cubicBezTo>
                <a:cubicBezTo>
                  <a:pt x="24" y="142"/>
                  <a:pt x="24" y="142"/>
                  <a:pt x="23" y="142"/>
                </a:cubicBezTo>
                <a:cubicBezTo>
                  <a:pt x="23" y="143"/>
                  <a:pt x="23" y="143"/>
                  <a:pt x="23" y="143"/>
                </a:cubicBezTo>
                <a:cubicBezTo>
                  <a:pt x="22" y="144"/>
                  <a:pt x="22" y="144"/>
                  <a:pt x="22" y="144"/>
                </a:cubicBezTo>
                <a:cubicBezTo>
                  <a:pt x="22" y="144"/>
                  <a:pt x="22" y="144"/>
                  <a:pt x="22" y="144"/>
                </a:cubicBezTo>
                <a:cubicBezTo>
                  <a:pt x="21" y="144"/>
                  <a:pt x="21" y="144"/>
                  <a:pt x="21" y="144"/>
                </a:cubicBezTo>
                <a:cubicBezTo>
                  <a:pt x="20" y="145"/>
                  <a:pt x="20" y="145"/>
                  <a:pt x="20" y="145"/>
                </a:cubicBezTo>
                <a:cubicBezTo>
                  <a:pt x="19" y="146"/>
                  <a:pt x="18" y="147"/>
                  <a:pt x="16" y="147"/>
                </a:cubicBezTo>
                <a:cubicBezTo>
                  <a:pt x="14" y="147"/>
                  <a:pt x="12" y="147"/>
                  <a:pt x="11" y="147"/>
                </a:cubicBezTo>
                <a:cubicBezTo>
                  <a:pt x="9" y="147"/>
                  <a:pt x="9" y="147"/>
                  <a:pt x="9" y="147"/>
                </a:cubicBezTo>
                <a:cubicBezTo>
                  <a:pt x="9" y="146"/>
                  <a:pt x="9" y="146"/>
                  <a:pt x="9" y="146"/>
                </a:cubicBezTo>
                <a:cubicBezTo>
                  <a:pt x="8" y="146"/>
                  <a:pt x="8" y="146"/>
                  <a:pt x="8" y="146"/>
                </a:cubicBezTo>
                <a:cubicBezTo>
                  <a:pt x="8" y="146"/>
                  <a:pt x="8" y="146"/>
                  <a:pt x="8" y="146"/>
                </a:cubicBezTo>
                <a:cubicBezTo>
                  <a:pt x="7" y="146"/>
                  <a:pt x="7" y="146"/>
                  <a:pt x="6" y="145"/>
                </a:cubicBezTo>
                <a:cubicBezTo>
                  <a:pt x="6" y="145"/>
                  <a:pt x="6" y="145"/>
                  <a:pt x="6" y="145"/>
                </a:cubicBezTo>
                <a:cubicBezTo>
                  <a:pt x="6" y="145"/>
                  <a:pt x="6" y="145"/>
                  <a:pt x="6" y="145"/>
                </a:cubicBezTo>
                <a:cubicBezTo>
                  <a:pt x="6" y="145"/>
                  <a:pt x="5" y="145"/>
                  <a:pt x="5" y="144"/>
                </a:cubicBezTo>
                <a:close/>
                <a:moveTo>
                  <a:pt x="66" y="17"/>
                </a:moveTo>
                <a:cubicBezTo>
                  <a:pt x="67" y="16"/>
                  <a:pt x="68" y="16"/>
                  <a:pt x="69" y="15"/>
                </a:cubicBezTo>
                <a:cubicBezTo>
                  <a:pt x="71" y="15"/>
                  <a:pt x="71" y="15"/>
                  <a:pt x="71" y="15"/>
                </a:cubicBezTo>
                <a:cubicBezTo>
                  <a:pt x="71" y="15"/>
                  <a:pt x="71" y="15"/>
                  <a:pt x="71" y="15"/>
                </a:cubicBezTo>
                <a:cubicBezTo>
                  <a:pt x="72" y="15"/>
                  <a:pt x="72" y="15"/>
                  <a:pt x="72" y="15"/>
                </a:cubicBezTo>
                <a:cubicBezTo>
                  <a:pt x="72" y="14"/>
                  <a:pt x="72" y="14"/>
                  <a:pt x="72" y="14"/>
                </a:cubicBezTo>
                <a:cubicBezTo>
                  <a:pt x="73" y="14"/>
                  <a:pt x="73" y="14"/>
                  <a:pt x="73" y="14"/>
                </a:cubicBezTo>
                <a:cubicBezTo>
                  <a:pt x="73" y="14"/>
                  <a:pt x="73" y="14"/>
                  <a:pt x="73" y="14"/>
                </a:cubicBezTo>
                <a:cubicBezTo>
                  <a:pt x="75" y="14"/>
                  <a:pt x="75" y="14"/>
                  <a:pt x="75" y="14"/>
                </a:cubicBezTo>
                <a:cubicBezTo>
                  <a:pt x="75" y="14"/>
                  <a:pt x="75" y="14"/>
                  <a:pt x="75" y="14"/>
                </a:cubicBezTo>
                <a:cubicBezTo>
                  <a:pt x="77" y="14"/>
                  <a:pt x="77" y="14"/>
                  <a:pt x="77" y="14"/>
                </a:cubicBezTo>
                <a:cubicBezTo>
                  <a:pt x="77" y="13"/>
                  <a:pt x="77" y="13"/>
                  <a:pt x="77" y="13"/>
                </a:cubicBezTo>
                <a:cubicBezTo>
                  <a:pt x="78" y="13"/>
                  <a:pt x="78" y="13"/>
                  <a:pt x="78" y="13"/>
                </a:cubicBezTo>
                <a:cubicBezTo>
                  <a:pt x="78" y="13"/>
                  <a:pt x="78" y="13"/>
                  <a:pt x="78" y="13"/>
                </a:cubicBezTo>
                <a:cubicBezTo>
                  <a:pt x="84" y="13"/>
                  <a:pt x="84" y="13"/>
                  <a:pt x="84" y="13"/>
                </a:cubicBezTo>
                <a:cubicBezTo>
                  <a:pt x="84" y="12"/>
                  <a:pt x="84" y="12"/>
                  <a:pt x="84" y="12"/>
                </a:cubicBezTo>
                <a:cubicBezTo>
                  <a:pt x="84" y="12"/>
                  <a:pt x="85" y="12"/>
                  <a:pt x="86" y="12"/>
                </a:cubicBezTo>
                <a:cubicBezTo>
                  <a:pt x="87" y="12"/>
                  <a:pt x="88" y="12"/>
                  <a:pt x="89" y="12"/>
                </a:cubicBezTo>
                <a:cubicBezTo>
                  <a:pt x="90" y="12"/>
                  <a:pt x="91" y="12"/>
                  <a:pt x="92" y="13"/>
                </a:cubicBezTo>
                <a:cubicBezTo>
                  <a:pt x="93" y="13"/>
                  <a:pt x="93" y="13"/>
                  <a:pt x="94" y="13"/>
                </a:cubicBezTo>
                <a:cubicBezTo>
                  <a:pt x="97" y="13"/>
                  <a:pt x="97" y="13"/>
                  <a:pt x="97" y="13"/>
                </a:cubicBezTo>
                <a:cubicBezTo>
                  <a:pt x="97" y="13"/>
                  <a:pt x="97" y="13"/>
                  <a:pt x="97" y="13"/>
                </a:cubicBezTo>
                <a:cubicBezTo>
                  <a:pt x="99" y="13"/>
                  <a:pt x="99" y="13"/>
                  <a:pt x="99" y="13"/>
                </a:cubicBezTo>
                <a:cubicBezTo>
                  <a:pt x="99" y="13"/>
                  <a:pt x="99" y="13"/>
                  <a:pt x="99" y="13"/>
                </a:cubicBezTo>
                <a:cubicBezTo>
                  <a:pt x="101" y="13"/>
                  <a:pt x="101" y="13"/>
                  <a:pt x="101" y="13"/>
                </a:cubicBezTo>
                <a:cubicBezTo>
                  <a:pt x="101" y="14"/>
                  <a:pt x="101" y="14"/>
                  <a:pt x="101" y="14"/>
                </a:cubicBezTo>
                <a:cubicBezTo>
                  <a:pt x="103" y="14"/>
                  <a:pt x="103" y="14"/>
                  <a:pt x="103" y="14"/>
                </a:cubicBezTo>
                <a:cubicBezTo>
                  <a:pt x="105" y="15"/>
                  <a:pt x="106" y="15"/>
                  <a:pt x="108" y="16"/>
                </a:cubicBezTo>
                <a:cubicBezTo>
                  <a:pt x="110" y="16"/>
                  <a:pt x="112" y="17"/>
                  <a:pt x="114" y="18"/>
                </a:cubicBezTo>
                <a:cubicBezTo>
                  <a:pt x="114" y="17"/>
                  <a:pt x="114" y="17"/>
                  <a:pt x="114" y="17"/>
                </a:cubicBezTo>
                <a:cubicBezTo>
                  <a:pt x="114" y="17"/>
                  <a:pt x="115" y="17"/>
                  <a:pt x="115" y="17"/>
                </a:cubicBezTo>
                <a:cubicBezTo>
                  <a:pt x="115" y="16"/>
                  <a:pt x="115" y="16"/>
                  <a:pt x="115" y="16"/>
                </a:cubicBezTo>
                <a:cubicBezTo>
                  <a:pt x="115" y="16"/>
                  <a:pt x="115" y="16"/>
                  <a:pt x="115" y="16"/>
                </a:cubicBezTo>
                <a:cubicBezTo>
                  <a:pt x="115" y="16"/>
                  <a:pt x="115" y="16"/>
                  <a:pt x="115" y="16"/>
                </a:cubicBezTo>
                <a:cubicBezTo>
                  <a:pt x="115" y="15"/>
                  <a:pt x="116" y="15"/>
                  <a:pt x="116" y="15"/>
                </a:cubicBezTo>
                <a:cubicBezTo>
                  <a:pt x="116" y="14"/>
                  <a:pt x="116" y="14"/>
                  <a:pt x="116" y="14"/>
                </a:cubicBezTo>
                <a:cubicBezTo>
                  <a:pt x="116" y="14"/>
                  <a:pt x="116" y="14"/>
                  <a:pt x="116" y="14"/>
                </a:cubicBezTo>
                <a:cubicBezTo>
                  <a:pt x="116" y="13"/>
                  <a:pt x="116" y="13"/>
                  <a:pt x="116" y="13"/>
                </a:cubicBezTo>
                <a:cubicBezTo>
                  <a:pt x="117" y="13"/>
                  <a:pt x="117" y="13"/>
                  <a:pt x="117" y="13"/>
                </a:cubicBezTo>
                <a:cubicBezTo>
                  <a:pt x="117" y="12"/>
                  <a:pt x="117" y="12"/>
                  <a:pt x="117" y="12"/>
                </a:cubicBezTo>
                <a:cubicBezTo>
                  <a:pt x="117" y="12"/>
                  <a:pt x="117" y="12"/>
                  <a:pt x="117" y="12"/>
                </a:cubicBezTo>
                <a:cubicBezTo>
                  <a:pt x="117" y="12"/>
                  <a:pt x="117" y="11"/>
                  <a:pt x="117" y="11"/>
                </a:cubicBezTo>
                <a:cubicBezTo>
                  <a:pt x="118" y="11"/>
                  <a:pt x="118" y="11"/>
                  <a:pt x="118" y="11"/>
                </a:cubicBezTo>
                <a:cubicBezTo>
                  <a:pt x="118" y="10"/>
                  <a:pt x="118" y="10"/>
                  <a:pt x="118" y="10"/>
                </a:cubicBezTo>
                <a:cubicBezTo>
                  <a:pt x="118" y="10"/>
                  <a:pt x="118" y="10"/>
                  <a:pt x="118" y="10"/>
                </a:cubicBezTo>
                <a:cubicBezTo>
                  <a:pt x="118" y="9"/>
                  <a:pt x="118" y="9"/>
                  <a:pt x="118" y="9"/>
                </a:cubicBezTo>
                <a:cubicBezTo>
                  <a:pt x="119" y="9"/>
                  <a:pt x="119" y="9"/>
                  <a:pt x="119" y="9"/>
                </a:cubicBezTo>
                <a:cubicBezTo>
                  <a:pt x="119" y="8"/>
                  <a:pt x="119" y="8"/>
                  <a:pt x="119" y="8"/>
                </a:cubicBezTo>
                <a:cubicBezTo>
                  <a:pt x="119" y="8"/>
                  <a:pt x="119" y="8"/>
                  <a:pt x="119" y="8"/>
                </a:cubicBezTo>
                <a:cubicBezTo>
                  <a:pt x="119" y="8"/>
                  <a:pt x="120" y="8"/>
                  <a:pt x="120" y="8"/>
                </a:cubicBezTo>
                <a:cubicBezTo>
                  <a:pt x="120" y="7"/>
                  <a:pt x="120" y="7"/>
                  <a:pt x="120" y="7"/>
                </a:cubicBezTo>
                <a:cubicBezTo>
                  <a:pt x="120" y="6"/>
                  <a:pt x="120" y="6"/>
                  <a:pt x="120" y="6"/>
                </a:cubicBezTo>
                <a:cubicBezTo>
                  <a:pt x="120" y="6"/>
                  <a:pt x="120" y="6"/>
                  <a:pt x="120" y="6"/>
                </a:cubicBezTo>
                <a:cubicBezTo>
                  <a:pt x="121" y="6"/>
                  <a:pt x="121" y="6"/>
                  <a:pt x="121" y="6"/>
                </a:cubicBezTo>
                <a:cubicBezTo>
                  <a:pt x="121" y="5"/>
                  <a:pt x="121" y="5"/>
                  <a:pt x="121" y="5"/>
                </a:cubicBezTo>
                <a:cubicBezTo>
                  <a:pt x="121" y="5"/>
                  <a:pt x="121" y="5"/>
                  <a:pt x="121" y="5"/>
                </a:cubicBezTo>
                <a:cubicBezTo>
                  <a:pt x="121" y="4"/>
                  <a:pt x="121" y="4"/>
                  <a:pt x="121" y="4"/>
                </a:cubicBezTo>
                <a:cubicBezTo>
                  <a:pt x="122" y="3"/>
                  <a:pt x="122" y="3"/>
                  <a:pt x="122" y="2"/>
                </a:cubicBezTo>
                <a:cubicBezTo>
                  <a:pt x="123" y="2"/>
                  <a:pt x="123" y="1"/>
                  <a:pt x="124" y="0"/>
                </a:cubicBezTo>
                <a:cubicBezTo>
                  <a:pt x="124" y="0"/>
                  <a:pt x="124" y="0"/>
                  <a:pt x="124" y="0"/>
                </a:cubicBezTo>
                <a:cubicBezTo>
                  <a:pt x="124" y="0"/>
                  <a:pt x="124" y="0"/>
                  <a:pt x="124" y="0"/>
                </a:cubicBezTo>
                <a:cubicBezTo>
                  <a:pt x="125" y="0"/>
                  <a:pt x="125" y="0"/>
                  <a:pt x="125" y="0"/>
                </a:cubicBezTo>
                <a:cubicBezTo>
                  <a:pt x="126" y="1"/>
                  <a:pt x="126" y="1"/>
                  <a:pt x="126" y="1"/>
                </a:cubicBezTo>
                <a:cubicBezTo>
                  <a:pt x="126" y="1"/>
                  <a:pt x="126" y="2"/>
                  <a:pt x="126" y="3"/>
                </a:cubicBezTo>
                <a:cubicBezTo>
                  <a:pt x="126" y="3"/>
                  <a:pt x="125" y="4"/>
                  <a:pt x="125" y="5"/>
                </a:cubicBezTo>
                <a:cubicBezTo>
                  <a:pt x="125" y="6"/>
                  <a:pt x="124" y="7"/>
                  <a:pt x="124" y="7"/>
                </a:cubicBezTo>
                <a:cubicBezTo>
                  <a:pt x="123" y="8"/>
                  <a:pt x="123" y="8"/>
                  <a:pt x="123" y="8"/>
                </a:cubicBezTo>
                <a:cubicBezTo>
                  <a:pt x="123" y="8"/>
                  <a:pt x="123" y="8"/>
                  <a:pt x="123" y="8"/>
                </a:cubicBezTo>
                <a:cubicBezTo>
                  <a:pt x="123" y="8"/>
                  <a:pt x="123" y="8"/>
                  <a:pt x="123" y="8"/>
                </a:cubicBezTo>
                <a:cubicBezTo>
                  <a:pt x="123" y="9"/>
                  <a:pt x="123" y="9"/>
                  <a:pt x="123" y="9"/>
                </a:cubicBezTo>
                <a:cubicBezTo>
                  <a:pt x="123" y="9"/>
                  <a:pt x="123" y="9"/>
                  <a:pt x="123" y="9"/>
                </a:cubicBezTo>
                <a:cubicBezTo>
                  <a:pt x="123" y="10"/>
                  <a:pt x="123" y="10"/>
                  <a:pt x="123" y="10"/>
                </a:cubicBezTo>
                <a:cubicBezTo>
                  <a:pt x="122" y="10"/>
                  <a:pt x="122" y="10"/>
                  <a:pt x="122" y="10"/>
                </a:cubicBezTo>
                <a:cubicBezTo>
                  <a:pt x="122" y="11"/>
                  <a:pt x="122" y="11"/>
                  <a:pt x="122" y="11"/>
                </a:cubicBezTo>
                <a:cubicBezTo>
                  <a:pt x="121" y="11"/>
                  <a:pt x="121" y="11"/>
                  <a:pt x="121" y="11"/>
                </a:cubicBezTo>
                <a:cubicBezTo>
                  <a:pt x="121" y="12"/>
                  <a:pt x="121" y="12"/>
                  <a:pt x="121" y="12"/>
                </a:cubicBezTo>
                <a:cubicBezTo>
                  <a:pt x="121" y="12"/>
                  <a:pt x="121" y="13"/>
                  <a:pt x="121" y="13"/>
                </a:cubicBezTo>
                <a:cubicBezTo>
                  <a:pt x="120" y="13"/>
                  <a:pt x="120" y="13"/>
                  <a:pt x="120" y="13"/>
                </a:cubicBezTo>
                <a:cubicBezTo>
                  <a:pt x="120" y="14"/>
                  <a:pt x="120" y="14"/>
                  <a:pt x="120" y="14"/>
                </a:cubicBezTo>
                <a:cubicBezTo>
                  <a:pt x="119" y="14"/>
                  <a:pt x="119" y="14"/>
                  <a:pt x="119" y="14"/>
                </a:cubicBezTo>
                <a:cubicBezTo>
                  <a:pt x="119" y="15"/>
                  <a:pt x="119" y="16"/>
                  <a:pt x="119" y="16"/>
                </a:cubicBezTo>
                <a:cubicBezTo>
                  <a:pt x="119" y="17"/>
                  <a:pt x="118" y="17"/>
                  <a:pt x="118" y="17"/>
                </a:cubicBezTo>
                <a:cubicBezTo>
                  <a:pt x="118" y="18"/>
                  <a:pt x="117" y="19"/>
                  <a:pt x="117" y="20"/>
                </a:cubicBezTo>
                <a:cubicBezTo>
                  <a:pt x="118" y="20"/>
                  <a:pt x="119" y="20"/>
                  <a:pt x="119" y="20"/>
                </a:cubicBezTo>
                <a:cubicBezTo>
                  <a:pt x="119" y="20"/>
                  <a:pt x="120" y="21"/>
                  <a:pt x="120" y="21"/>
                </a:cubicBezTo>
                <a:cubicBezTo>
                  <a:pt x="121" y="21"/>
                  <a:pt x="121" y="21"/>
                  <a:pt x="121" y="21"/>
                </a:cubicBezTo>
                <a:cubicBezTo>
                  <a:pt x="121" y="21"/>
                  <a:pt x="121" y="21"/>
                  <a:pt x="121" y="22"/>
                </a:cubicBezTo>
                <a:cubicBezTo>
                  <a:pt x="122" y="22"/>
                  <a:pt x="122" y="22"/>
                  <a:pt x="122" y="22"/>
                </a:cubicBezTo>
                <a:cubicBezTo>
                  <a:pt x="122" y="22"/>
                  <a:pt x="122" y="22"/>
                  <a:pt x="122" y="22"/>
                </a:cubicBezTo>
                <a:cubicBezTo>
                  <a:pt x="123" y="22"/>
                  <a:pt x="123" y="22"/>
                  <a:pt x="123" y="22"/>
                </a:cubicBezTo>
                <a:cubicBezTo>
                  <a:pt x="123" y="23"/>
                  <a:pt x="123" y="23"/>
                  <a:pt x="124" y="23"/>
                </a:cubicBezTo>
                <a:cubicBezTo>
                  <a:pt x="124" y="23"/>
                  <a:pt x="124" y="23"/>
                  <a:pt x="124" y="23"/>
                </a:cubicBezTo>
                <a:cubicBezTo>
                  <a:pt x="124" y="24"/>
                  <a:pt x="125" y="24"/>
                  <a:pt x="125" y="24"/>
                </a:cubicBezTo>
                <a:cubicBezTo>
                  <a:pt x="125" y="24"/>
                  <a:pt x="125" y="24"/>
                  <a:pt x="125" y="24"/>
                </a:cubicBezTo>
                <a:cubicBezTo>
                  <a:pt x="126" y="24"/>
                  <a:pt x="126" y="24"/>
                  <a:pt x="126" y="24"/>
                </a:cubicBezTo>
                <a:cubicBezTo>
                  <a:pt x="126" y="25"/>
                  <a:pt x="126" y="25"/>
                  <a:pt x="126" y="25"/>
                </a:cubicBezTo>
                <a:cubicBezTo>
                  <a:pt x="126" y="25"/>
                  <a:pt x="126" y="25"/>
                  <a:pt x="126" y="25"/>
                </a:cubicBezTo>
                <a:cubicBezTo>
                  <a:pt x="127" y="25"/>
                  <a:pt x="127" y="25"/>
                  <a:pt x="127" y="25"/>
                </a:cubicBezTo>
                <a:cubicBezTo>
                  <a:pt x="127" y="26"/>
                  <a:pt x="127" y="26"/>
                  <a:pt x="128" y="26"/>
                </a:cubicBezTo>
                <a:cubicBezTo>
                  <a:pt x="128" y="27"/>
                  <a:pt x="128" y="27"/>
                  <a:pt x="128" y="27"/>
                </a:cubicBezTo>
                <a:cubicBezTo>
                  <a:pt x="129" y="27"/>
                  <a:pt x="129" y="27"/>
                  <a:pt x="129" y="27"/>
                </a:cubicBezTo>
                <a:cubicBezTo>
                  <a:pt x="129" y="28"/>
                  <a:pt x="129" y="28"/>
                  <a:pt x="129" y="28"/>
                </a:cubicBezTo>
                <a:cubicBezTo>
                  <a:pt x="130" y="28"/>
                  <a:pt x="130" y="29"/>
                  <a:pt x="131" y="29"/>
                </a:cubicBezTo>
                <a:cubicBezTo>
                  <a:pt x="131" y="30"/>
                  <a:pt x="132" y="30"/>
                  <a:pt x="132" y="30"/>
                </a:cubicBezTo>
                <a:cubicBezTo>
                  <a:pt x="132" y="31"/>
                  <a:pt x="132" y="31"/>
                  <a:pt x="132" y="31"/>
                </a:cubicBezTo>
                <a:cubicBezTo>
                  <a:pt x="134" y="32"/>
                  <a:pt x="134" y="32"/>
                  <a:pt x="134" y="32"/>
                </a:cubicBezTo>
                <a:cubicBezTo>
                  <a:pt x="134" y="33"/>
                  <a:pt x="134" y="33"/>
                  <a:pt x="134" y="33"/>
                </a:cubicBezTo>
                <a:cubicBezTo>
                  <a:pt x="134" y="33"/>
                  <a:pt x="135" y="33"/>
                  <a:pt x="135" y="34"/>
                </a:cubicBezTo>
                <a:cubicBezTo>
                  <a:pt x="135" y="34"/>
                  <a:pt x="136" y="34"/>
                  <a:pt x="136" y="34"/>
                </a:cubicBezTo>
                <a:cubicBezTo>
                  <a:pt x="136" y="35"/>
                  <a:pt x="136" y="35"/>
                  <a:pt x="136" y="35"/>
                </a:cubicBezTo>
                <a:cubicBezTo>
                  <a:pt x="137" y="36"/>
                  <a:pt x="137" y="36"/>
                  <a:pt x="137" y="36"/>
                </a:cubicBezTo>
                <a:cubicBezTo>
                  <a:pt x="137" y="36"/>
                  <a:pt x="137" y="36"/>
                  <a:pt x="137" y="36"/>
                </a:cubicBezTo>
                <a:cubicBezTo>
                  <a:pt x="137" y="37"/>
                  <a:pt x="137" y="37"/>
                  <a:pt x="138" y="37"/>
                </a:cubicBezTo>
                <a:cubicBezTo>
                  <a:pt x="138" y="37"/>
                  <a:pt x="138" y="37"/>
                  <a:pt x="138" y="37"/>
                </a:cubicBezTo>
                <a:cubicBezTo>
                  <a:pt x="138" y="38"/>
                  <a:pt x="138" y="38"/>
                  <a:pt x="138" y="38"/>
                </a:cubicBezTo>
                <a:cubicBezTo>
                  <a:pt x="138" y="38"/>
                  <a:pt x="138" y="38"/>
                  <a:pt x="139" y="38"/>
                </a:cubicBezTo>
                <a:cubicBezTo>
                  <a:pt x="139" y="40"/>
                  <a:pt x="139" y="40"/>
                  <a:pt x="139" y="40"/>
                </a:cubicBezTo>
                <a:cubicBezTo>
                  <a:pt x="139" y="40"/>
                  <a:pt x="139" y="40"/>
                  <a:pt x="139" y="40"/>
                </a:cubicBezTo>
                <a:cubicBezTo>
                  <a:pt x="139" y="40"/>
                  <a:pt x="139" y="40"/>
                  <a:pt x="140" y="40"/>
                </a:cubicBezTo>
                <a:cubicBezTo>
                  <a:pt x="140" y="41"/>
                  <a:pt x="140" y="41"/>
                  <a:pt x="140" y="41"/>
                </a:cubicBezTo>
                <a:cubicBezTo>
                  <a:pt x="140" y="41"/>
                  <a:pt x="141" y="42"/>
                  <a:pt x="141" y="42"/>
                </a:cubicBezTo>
                <a:cubicBezTo>
                  <a:pt x="141" y="43"/>
                  <a:pt x="141" y="43"/>
                  <a:pt x="141" y="43"/>
                </a:cubicBezTo>
                <a:cubicBezTo>
                  <a:pt x="141" y="43"/>
                  <a:pt x="141" y="43"/>
                  <a:pt x="142" y="44"/>
                </a:cubicBezTo>
                <a:cubicBezTo>
                  <a:pt x="142" y="45"/>
                  <a:pt x="142" y="45"/>
                  <a:pt x="142" y="45"/>
                </a:cubicBezTo>
                <a:cubicBezTo>
                  <a:pt x="142" y="45"/>
                  <a:pt x="142" y="45"/>
                  <a:pt x="142" y="45"/>
                </a:cubicBezTo>
                <a:cubicBezTo>
                  <a:pt x="142" y="45"/>
                  <a:pt x="142" y="45"/>
                  <a:pt x="142" y="45"/>
                </a:cubicBezTo>
                <a:cubicBezTo>
                  <a:pt x="142" y="46"/>
                  <a:pt x="142" y="46"/>
                  <a:pt x="142" y="46"/>
                </a:cubicBezTo>
                <a:cubicBezTo>
                  <a:pt x="143" y="46"/>
                  <a:pt x="143" y="46"/>
                  <a:pt x="143" y="46"/>
                </a:cubicBezTo>
                <a:cubicBezTo>
                  <a:pt x="143" y="47"/>
                  <a:pt x="143" y="47"/>
                  <a:pt x="143" y="47"/>
                </a:cubicBezTo>
                <a:cubicBezTo>
                  <a:pt x="143" y="47"/>
                  <a:pt x="143" y="47"/>
                  <a:pt x="143" y="47"/>
                </a:cubicBezTo>
                <a:cubicBezTo>
                  <a:pt x="143" y="47"/>
                  <a:pt x="143" y="47"/>
                  <a:pt x="143" y="47"/>
                </a:cubicBezTo>
                <a:cubicBezTo>
                  <a:pt x="143" y="48"/>
                  <a:pt x="144" y="48"/>
                  <a:pt x="144" y="48"/>
                </a:cubicBezTo>
                <a:cubicBezTo>
                  <a:pt x="144" y="49"/>
                  <a:pt x="144" y="49"/>
                  <a:pt x="144" y="49"/>
                </a:cubicBezTo>
                <a:cubicBezTo>
                  <a:pt x="144" y="49"/>
                  <a:pt x="144" y="49"/>
                  <a:pt x="144" y="49"/>
                </a:cubicBezTo>
                <a:cubicBezTo>
                  <a:pt x="144" y="51"/>
                  <a:pt x="144" y="51"/>
                  <a:pt x="144" y="51"/>
                </a:cubicBezTo>
                <a:cubicBezTo>
                  <a:pt x="144" y="51"/>
                  <a:pt x="144" y="51"/>
                  <a:pt x="144" y="51"/>
                </a:cubicBezTo>
                <a:cubicBezTo>
                  <a:pt x="144" y="52"/>
                  <a:pt x="144" y="52"/>
                  <a:pt x="144" y="52"/>
                </a:cubicBezTo>
                <a:cubicBezTo>
                  <a:pt x="145" y="52"/>
                  <a:pt x="145" y="52"/>
                  <a:pt x="145" y="52"/>
                </a:cubicBezTo>
                <a:cubicBezTo>
                  <a:pt x="145" y="52"/>
                  <a:pt x="145" y="52"/>
                  <a:pt x="145" y="53"/>
                </a:cubicBezTo>
                <a:cubicBezTo>
                  <a:pt x="145" y="53"/>
                  <a:pt x="145" y="54"/>
                  <a:pt x="145" y="54"/>
                </a:cubicBezTo>
                <a:cubicBezTo>
                  <a:pt x="145" y="54"/>
                  <a:pt x="145" y="54"/>
                  <a:pt x="145" y="54"/>
                </a:cubicBezTo>
                <a:cubicBezTo>
                  <a:pt x="145" y="56"/>
                  <a:pt x="145" y="56"/>
                  <a:pt x="145" y="56"/>
                </a:cubicBezTo>
                <a:cubicBezTo>
                  <a:pt x="146" y="56"/>
                  <a:pt x="146" y="57"/>
                  <a:pt x="146" y="58"/>
                </a:cubicBezTo>
                <a:cubicBezTo>
                  <a:pt x="146" y="59"/>
                  <a:pt x="146" y="59"/>
                  <a:pt x="146" y="60"/>
                </a:cubicBezTo>
                <a:cubicBezTo>
                  <a:pt x="146" y="61"/>
                  <a:pt x="147" y="62"/>
                  <a:pt x="147" y="63"/>
                </a:cubicBezTo>
                <a:cubicBezTo>
                  <a:pt x="147" y="64"/>
                  <a:pt x="147" y="64"/>
                  <a:pt x="147" y="65"/>
                </a:cubicBezTo>
                <a:cubicBezTo>
                  <a:pt x="146" y="65"/>
                  <a:pt x="146" y="65"/>
                  <a:pt x="145" y="65"/>
                </a:cubicBezTo>
                <a:cubicBezTo>
                  <a:pt x="144" y="65"/>
                  <a:pt x="144" y="65"/>
                  <a:pt x="143" y="65"/>
                </a:cubicBezTo>
                <a:cubicBezTo>
                  <a:pt x="142" y="65"/>
                  <a:pt x="141" y="65"/>
                  <a:pt x="140" y="65"/>
                </a:cubicBezTo>
                <a:cubicBezTo>
                  <a:pt x="140" y="65"/>
                  <a:pt x="139" y="65"/>
                  <a:pt x="139" y="65"/>
                </a:cubicBezTo>
                <a:cubicBezTo>
                  <a:pt x="117" y="65"/>
                  <a:pt x="117" y="65"/>
                  <a:pt x="117" y="65"/>
                </a:cubicBezTo>
                <a:cubicBezTo>
                  <a:pt x="31" y="65"/>
                  <a:pt x="31" y="65"/>
                  <a:pt x="31" y="65"/>
                </a:cubicBezTo>
                <a:cubicBezTo>
                  <a:pt x="31" y="64"/>
                  <a:pt x="31" y="64"/>
                  <a:pt x="31" y="64"/>
                </a:cubicBezTo>
                <a:cubicBezTo>
                  <a:pt x="31" y="63"/>
                  <a:pt x="31" y="63"/>
                  <a:pt x="31" y="62"/>
                </a:cubicBezTo>
                <a:cubicBezTo>
                  <a:pt x="31" y="61"/>
                  <a:pt x="31" y="60"/>
                  <a:pt x="31" y="59"/>
                </a:cubicBezTo>
                <a:cubicBezTo>
                  <a:pt x="31" y="59"/>
                  <a:pt x="31" y="59"/>
                  <a:pt x="31" y="59"/>
                </a:cubicBezTo>
                <a:cubicBezTo>
                  <a:pt x="31" y="57"/>
                  <a:pt x="31" y="57"/>
                  <a:pt x="31" y="57"/>
                </a:cubicBezTo>
                <a:cubicBezTo>
                  <a:pt x="32" y="57"/>
                  <a:pt x="32" y="57"/>
                  <a:pt x="32" y="57"/>
                </a:cubicBezTo>
                <a:cubicBezTo>
                  <a:pt x="32" y="57"/>
                  <a:pt x="32" y="56"/>
                  <a:pt x="32" y="55"/>
                </a:cubicBezTo>
                <a:cubicBezTo>
                  <a:pt x="32" y="55"/>
                  <a:pt x="32" y="54"/>
                  <a:pt x="32" y="54"/>
                </a:cubicBezTo>
                <a:cubicBezTo>
                  <a:pt x="32" y="54"/>
                  <a:pt x="32" y="54"/>
                  <a:pt x="32" y="54"/>
                </a:cubicBezTo>
                <a:cubicBezTo>
                  <a:pt x="32" y="52"/>
                  <a:pt x="32" y="52"/>
                  <a:pt x="32" y="52"/>
                </a:cubicBezTo>
                <a:cubicBezTo>
                  <a:pt x="33" y="52"/>
                  <a:pt x="33" y="52"/>
                  <a:pt x="33" y="52"/>
                </a:cubicBezTo>
                <a:cubicBezTo>
                  <a:pt x="33" y="52"/>
                  <a:pt x="33" y="52"/>
                  <a:pt x="33" y="52"/>
                </a:cubicBezTo>
                <a:cubicBezTo>
                  <a:pt x="33" y="52"/>
                  <a:pt x="33" y="52"/>
                  <a:pt x="33" y="52"/>
                </a:cubicBezTo>
                <a:cubicBezTo>
                  <a:pt x="33" y="51"/>
                  <a:pt x="33" y="51"/>
                  <a:pt x="33" y="51"/>
                </a:cubicBezTo>
                <a:cubicBezTo>
                  <a:pt x="33" y="51"/>
                  <a:pt x="33" y="51"/>
                  <a:pt x="33" y="51"/>
                </a:cubicBezTo>
                <a:cubicBezTo>
                  <a:pt x="33" y="49"/>
                  <a:pt x="33" y="49"/>
                  <a:pt x="33" y="49"/>
                </a:cubicBezTo>
                <a:cubicBezTo>
                  <a:pt x="34" y="49"/>
                  <a:pt x="34" y="49"/>
                  <a:pt x="34" y="49"/>
                </a:cubicBezTo>
                <a:cubicBezTo>
                  <a:pt x="34" y="49"/>
                  <a:pt x="34" y="48"/>
                  <a:pt x="34" y="48"/>
                </a:cubicBezTo>
                <a:cubicBezTo>
                  <a:pt x="34" y="48"/>
                  <a:pt x="34" y="48"/>
                  <a:pt x="34" y="48"/>
                </a:cubicBezTo>
                <a:cubicBezTo>
                  <a:pt x="34" y="47"/>
                  <a:pt x="34" y="47"/>
                  <a:pt x="34" y="47"/>
                </a:cubicBezTo>
                <a:cubicBezTo>
                  <a:pt x="35" y="47"/>
                  <a:pt x="35" y="47"/>
                  <a:pt x="35" y="47"/>
                </a:cubicBezTo>
                <a:cubicBezTo>
                  <a:pt x="35" y="46"/>
                  <a:pt x="35" y="46"/>
                  <a:pt x="35" y="46"/>
                </a:cubicBezTo>
                <a:cubicBezTo>
                  <a:pt x="35" y="46"/>
                  <a:pt x="35" y="46"/>
                  <a:pt x="35" y="46"/>
                </a:cubicBezTo>
                <a:cubicBezTo>
                  <a:pt x="35" y="45"/>
                  <a:pt x="35" y="45"/>
                  <a:pt x="35" y="45"/>
                </a:cubicBezTo>
                <a:cubicBezTo>
                  <a:pt x="35" y="45"/>
                  <a:pt x="35" y="45"/>
                  <a:pt x="35" y="45"/>
                </a:cubicBezTo>
                <a:cubicBezTo>
                  <a:pt x="36" y="45"/>
                  <a:pt x="36" y="44"/>
                  <a:pt x="36" y="44"/>
                </a:cubicBezTo>
                <a:cubicBezTo>
                  <a:pt x="36" y="44"/>
                  <a:pt x="36" y="43"/>
                  <a:pt x="36" y="43"/>
                </a:cubicBezTo>
                <a:cubicBezTo>
                  <a:pt x="36" y="43"/>
                  <a:pt x="36" y="43"/>
                  <a:pt x="36" y="43"/>
                </a:cubicBezTo>
                <a:cubicBezTo>
                  <a:pt x="36" y="42"/>
                  <a:pt x="36" y="42"/>
                  <a:pt x="36" y="42"/>
                </a:cubicBezTo>
                <a:cubicBezTo>
                  <a:pt x="37" y="42"/>
                  <a:pt x="37" y="42"/>
                  <a:pt x="37" y="42"/>
                </a:cubicBezTo>
                <a:cubicBezTo>
                  <a:pt x="37" y="42"/>
                  <a:pt x="37" y="42"/>
                  <a:pt x="37" y="42"/>
                </a:cubicBezTo>
                <a:cubicBezTo>
                  <a:pt x="37" y="41"/>
                  <a:pt x="37" y="41"/>
                  <a:pt x="37" y="41"/>
                </a:cubicBezTo>
                <a:cubicBezTo>
                  <a:pt x="38" y="41"/>
                  <a:pt x="38" y="41"/>
                  <a:pt x="38" y="41"/>
                </a:cubicBezTo>
                <a:cubicBezTo>
                  <a:pt x="38" y="40"/>
                  <a:pt x="38" y="40"/>
                  <a:pt x="38" y="40"/>
                </a:cubicBezTo>
                <a:cubicBezTo>
                  <a:pt x="38" y="40"/>
                  <a:pt x="38" y="39"/>
                  <a:pt x="38" y="39"/>
                </a:cubicBezTo>
                <a:cubicBezTo>
                  <a:pt x="38" y="39"/>
                  <a:pt x="38" y="39"/>
                  <a:pt x="39" y="39"/>
                </a:cubicBezTo>
                <a:cubicBezTo>
                  <a:pt x="39" y="39"/>
                  <a:pt x="39" y="39"/>
                  <a:pt x="39" y="39"/>
                </a:cubicBezTo>
                <a:cubicBezTo>
                  <a:pt x="39" y="38"/>
                  <a:pt x="39" y="38"/>
                  <a:pt x="39" y="38"/>
                </a:cubicBezTo>
                <a:cubicBezTo>
                  <a:pt x="39" y="38"/>
                  <a:pt x="39" y="38"/>
                  <a:pt x="39" y="38"/>
                </a:cubicBezTo>
                <a:cubicBezTo>
                  <a:pt x="40" y="38"/>
                  <a:pt x="40" y="38"/>
                  <a:pt x="40" y="37"/>
                </a:cubicBezTo>
                <a:cubicBezTo>
                  <a:pt x="40" y="37"/>
                  <a:pt x="40" y="37"/>
                  <a:pt x="40" y="37"/>
                </a:cubicBezTo>
                <a:cubicBezTo>
                  <a:pt x="40" y="37"/>
                  <a:pt x="40" y="36"/>
                  <a:pt x="41" y="36"/>
                </a:cubicBezTo>
                <a:cubicBezTo>
                  <a:pt x="41" y="36"/>
                  <a:pt x="41" y="36"/>
                  <a:pt x="41" y="36"/>
                </a:cubicBezTo>
                <a:cubicBezTo>
                  <a:pt x="42" y="35"/>
                  <a:pt x="42" y="35"/>
                  <a:pt x="42" y="35"/>
                </a:cubicBezTo>
                <a:cubicBezTo>
                  <a:pt x="42" y="34"/>
                  <a:pt x="42" y="34"/>
                  <a:pt x="42" y="34"/>
                </a:cubicBezTo>
                <a:cubicBezTo>
                  <a:pt x="42" y="34"/>
                  <a:pt x="42" y="34"/>
                  <a:pt x="42" y="34"/>
                </a:cubicBezTo>
                <a:cubicBezTo>
                  <a:pt x="42" y="34"/>
                  <a:pt x="43" y="34"/>
                  <a:pt x="43" y="33"/>
                </a:cubicBezTo>
                <a:cubicBezTo>
                  <a:pt x="43" y="33"/>
                  <a:pt x="43" y="33"/>
                  <a:pt x="43" y="33"/>
                </a:cubicBezTo>
                <a:cubicBezTo>
                  <a:pt x="43" y="32"/>
                  <a:pt x="44" y="32"/>
                  <a:pt x="44" y="31"/>
                </a:cubicBezTo>
                <a:cubicBezTo>
                  <a:pt x="45" y="31"/>
                  <a:pt x="45" y="31"/>
                  <a:pt x="46" y="30"/>
                </a:cubicBezTo>
                <a:cubicBezTo>
                  <a:pt x="47" y="29"/>
                  <a:pt x="48" y="28"/>
                  <a:pt x="49" y="27"/>
                </a:cubicBezTo>
                <a:cubicBezTo>
                  <a:pt x="50" y="27"/>
                  <a:pt x="50" y="27"/>
                  <a:pt x="50" y="27"/>
                </a:cubicBezTo>
                <a:cubicBezTo>
                  <a:pt x="50" y="27"/>
                  <a:pt x="50" y="26"/>
                  <a:pt x="51" y="25"/>
                </a:cubicBezTo>
                <a:cubicBezTo>
                  <a:pt x="51" y="25"/>
                  <a:pt x="51" y="25"/>
                  <a:pt x="51" y="25"/>
                </a:cubicBezTo>
                <a:cubicBezTo>
                  <a:pt x="51" y="25"/>
                  <a:pt x="52" y="25"/>
                  <a:pt x="52" y="24"/>
                </a:cubicBezTo>
                <a:cubicBezTo>
                  <a:pt x="53" y="24"/>
                  <a:pt x="53" y="24"/>
                  <a:pt x="53" y="24"/>
                </a:cubicBezTo>
                <a:cubicBezTo>
                  <a:pt x="53" y="24"/>
                  <a:pt x="53" y="24"/>
                  <a:pt x="53" y="23"/>
                </a:cubicBezTo>
                <a:cubicBezTo>
                  <a:pt x="54" y="23"/>
                  <a:pt x="54" y="23"/>
                  <a:pt x="54" y="23"/>
                </a:cubicBezTo>
                <a:cubicBezTo>
                  <a:pt x="54" y="23"/>
                  <a:pt x="54" y="23"/>
                  <a:pt x="54" y="23"/>
                </a:cubicBezTo>
                <a:cubicBezTo>
                  <a:pt x="54" y="23"/>
                  <a:pt x="54" y="23"/>
                  <a:pt x="54" y="23"/>
                </a:cubicBezTo>
                <a:cubicBezTo>
                  <a:pt x="55" y="23"/>
                  <a:pt x="55" y="23"/>
                  <a:pt x="55" y="23"/>
                </a:cubicBezTo>
                <a:cubicBezTo>
                  <a:pt x="55" y="23"/>
                  <a:pt x="55" y="22"/>
                  <a:pt x="56" y="22"/>
                </a:cubicBezTo>
                <a:cubicBezTo>
                  <a:pt x="56" y="21"/>
                  <a:pt x="57" y="21"/>
                  <a:pt x="57" y="21"/>
                </a:cubicBezTo>
                <a:cubicBezTo>
                  <a:pt x="57" y="21"/>
                  <a:pt x="57" y="21"/>
                  <a:pt x="57" y="21"/>
                </a:cubicBezTo>
                <a:cubicBezTo>
                  <a:pt x="58" y="21"/>
                  <a:pt x="58" y="20"/>
                  <a:pt x="59" y="20"/>
                </a:cubicBezTo>
                <a:cubicBezTo>
                  <a:pt x="59" y="20"/>
                  <a:pt x="59" y="20"/>
                  <a:pt x="60" y="20"/>
                </a:cubicBezTo>
                <a:cubicBezTo>
                  <a:pt x="60" y="19"/>
                  <a:pt x="60" y="18"/>
                  <a:pt x="60" y="18"/>
                </a:cubicBezTo>
                <a:cubicBezTo>
                  <a:pt x="59" y="18"/>
                  <a:pt x="59" y="17"/>
                  <a:pt x="59" y="17"/>
                </a:cubicBezTo>
                <a:cubicBezTo>
                  <a:pt x="59" y="16"/>
                  <a:pt x="59" y="16"/>
                  <a:pt x="59" y="16"/>
                </a:cubicBezTo>
                <a:cubicBezTo>
                  <a:pt x="58" y="16"/>
                  <a:pt x="58" y="16"/>
                  <a:pt x="58" y="16"/>
                </a:cubicBezTo>
                <a:cubicBezTo>
                  <a:pt x="58" y="16"/>
                  <a:pt x="58" y="15"/>
                  <a:pt x="58" y="14"/>
                </a:cubicBezTo>
                <a:cubicBezTo>
                  <a:pt x="57" y="14"/>
                  <a:pt x="57" y="14"/>
                  <a:pt x="57" y="14"/>
                </a:cubicBezTo>
                <a:cubicBezTo>
                  <a:pt x="57" y="13"/>
                  <a:pt x="57" y="13"/>
                  <a:pt x="57" y="13"/>
                </a:cubicBezTo>
                <a:cubicBezTo>
                  <a:pt x="57" y="13"/>
                  <a:pt x="57" y="13"/>
                  <a:pt x="57" y="13"/>
                </a:cubicBezTo>
                <a:cubicBezTo>
                  <a:pt x="57" y="13"/>
                  <a:pt x="57" y="13"/>
                  <a:pt x="57" y="13"/>
                </a:cubicBezTo>
                <a:cubicBezTo>
                  <a:pt x="57" y="12"/>
                  <a:pt x="57" y="12"/>
                  <a:pt x="57" y="12"/>
                </a:cubicBezTo>
                <a:cubicBezTo>
                  <a:pt x="56" y="12"/>
                  <a:pt x="56" y="12"/>
                  <a:pt x="56" y="12"/>
                </a:cubicBezTo>
                <a:cubicBezTo>
                  <a:pt x="56" y="11"/>
                  <a:pt x="56" y="11"/>
                  <a:pt x="56" y="11"/>
                </a:cubicBezTo>
                <a:cubicBezTo>
                  <a:pt x="55" y="10"/>
                  <a:pt x="55" y="10"/>
                  <a:pt x="55" y="10"/>
                </a:cubicBezTo>
                <a:cubicBezTo>
                  <a:pt x="55" y="10"/>
                  <a:pt x="55" y="10"/>
                  <a:pt x="55" y="10"/>
                </a:cubicBezTo>
                <a:cubicBezTo>
                  <a:pt x="55" y="10"/>
                  <a:pt x="55" y="10"/>
                  <a:pt x="55" y="10"/>
                </a:cubicBezTo>
                <a:cubicBezTo>
                  <a:pt x="55" y="9"/>
                  <a:pt x="55" y="9"/>
                  <a:pt x="55" y="9"/>
                </a:cubicBezTo>
                <a:cubicBezTo>
                  <a:pt x="55" y="9"/>
                  <a:pt x="55" y="9"/>
                  <a:pt x="55" y="9"/>
                </a:cubicBezTo>
                <a:cubicBezTo>
                  <a:pt x="55" y="8"/>
                  <a:pt x="55" y="8"/>
                  <a:pt x="55" y="8"/>
                </a:cubicBezTo>
                <a:cubicBezTo>
                  <a:pt x="54" y="8"/>
                  <a:pt x="54" y="8"/>
                  <a:pt x="54" y="8"/>
                </a:cubicBezTo>
                <a:cubicBezTo>
                  <a:pt x="54" y="7"/>
                  <a:pt x="54" y="7"/>
                  <a:pt x="54" y="7"/>
                </a:cubicBezTo>
                <a:cubicBezTo>
                  <a:pt x="54" y="7"/>
                  <a:pt x="53" y="7"/>
                  <a:pt x="53" y="7"/>
                </a:cubicBezTo>
                <a:cubicBezTo>
                  <a:pt x="53" y="6"/>
                  <a:pt x="53" y="6"/>
                  <a:pt x="53" y="5"/>
                </a:cubicBezTo>
                <a:cubicBezTo>
                  <a:pt x="53" y="5"/>
                  <a:pt x="52" y="4"/>
                  <a:pt x="52" y="4"/>
                </a:cubicBezTo>
                <a:cubicBezTo>
                  <a:pt x="52" y="3"/>
                  <a:pt x="51" y="3"/>
                  <a:pt x="51" y="1"/>
                </a:cubicBezTo>
                <a:cubicBezTo>
                  <a:pt x="51" y="1"/>
                  <a:pt x="51" y="1"/>
                  <a:pt x="51" y="1"/>
                </a:cubicBezTo>
                <a:cubicBezTo>
                  <a:pt x="51" y="1"/>
                  <a:pt x="51" y="1"/>
                  <a:pt x="51" y="1"/>
                </a:cubicBezTo>
                <a:cubicBezTo>
                  <a:pt x="52" y="1"/>
                  <a:pt x="52" y="0"/>
                  <a:pt x="53" y="0"/>
                </a:cubicBezTo>
                <a:cubicBezTo>
                  <a:pt x="53" y="0"/>
                  <a:pt x="53" y="0"/>
                  <a:pt x="53" y="0"/>
                </a:cubicBezTo>
                <a:cubicBezTo>
                  <a:pt x="53" y="0"/>
                  <a:pt x="53" y="0"/>
                  <a:pt x="53" y="0"/>
                </a:cubicBezTo>
                <a:cubicBezTo>
                  <a:pt x="54" y="1"/>
                  <a:pt x="54" y="1"/>
                  <a:pt x="54" y="1"/>
                </a:cubicBezTo>
                <a:cubicBezTo>
                  <a:pt x="54" y="2"/>
                  <a:pt x="55" y="2"/>
                  <a:pt x="55" y="3"/>
                </a:cubicBezTo>
                <a:cubicBezTo>
                  <a:pt x="55" y="3"/>
                  <a:pt x="55" y="3"/>
                  <a:pt x="56" y="3"/>
                </a:cubicBezTo>
                <a:cubicBezTo>
                  <a:pt x="56" y="4"/>
                  <a:pt x="56" y="4"/>
                  <a:pt x="56" y="4"/>
                </a:cubicBezTo>
                <a:cubicBezTo>
                  <a:pt x="56" y="4"/>
                  <a:pt x="56" y="4"/>
                  <a:pt x="56" y="4"/>
                </a:cubicBezTo>
                <a:cubicBezTo>
                  <a:pt x="56" y="5"/>
                  <a:pt x="56" y="5"/>
                  <a:pt x="56" y="5"/>
                </a:cubicBezTo>
                <a:cubicBezTo>
                  <a:pt x="57" y="5"/>
                  <a:pt x="57" y="5"/>
                  <a:pt x="57" y="5"/>
                </a:cubicBezTo>
                <a:cubicBezTo>
                  <a:pt x="57" y="6"/>
                  <a:pt x="57" y="6"/>
                  <a:pt x="57" y="6"/>
                </a:cubicBezTo>
                <a:cubicBezTo>
                  <a:pt x="57" y="6"/>
                  <a:pt x="57" y="6"/>
                  <a:pt x="57" y="6"/>
                </a:cubicBezTo>
                <a:cubicBezTo>
                  <a:pt x="57" y="7"/>
                  <a:pt x="57" y="7"/>
                  <a:pt x="57" y="7"/>
                </a:cubicBezTo>
                <a:cubicBezTo>
                  <a:pt x="58" y="7"/>
                  <a:pt x="58" y="7"/>
                  <a:pt x="58" y="7"/>
                </a:cubicBezTo>
                <a:cubicBezTo>
                  <a:pt x="58" y="8"/>
                  <a:pt x="58" y="9"/>
                  <a:pt x="58" y="9"/>
                </a:cubicBezTo>
                <a:cubicBezTo>
                  <a:pt x="59" y="9"/>
                  <a:pt x="59" y="9"/>
                  <a:pt x="59" y="9"/>
                </a:cubicBezTo>
                <a:cubicBezTo>
                  <a:pt x="59" y="9"/>
                  <a:pt x="59" y="9"/>
                  <a:pt x="59" y="9"/>
                </a:cubicBezTo>
                <a:cubicBezTo>
                  <a:pt x="59" y="10"/>
                  <a:pt x="59" y="10"/>
                  <a:pt x="59" y="11"/>
                </a:cubicBezTo>
                <a:cubicBezTo>
                  <a:pt x="60" y="11"/>
                  <a:pt x="60" y="11"/>
                  <a:pt x="60" y="11"/>
                </a:cubicBezTo>
                <a:cubicBezTo>
                  <a:pt x="60" y="11"/>
                  <a:pt x="60" y="12"/>
                  <a:pt x="60" y="12"/>
                </a:cubicBezTo>
                <a:cubicBezTo>
                  <a:pt x="60" y="12"/>
                  <a:pt x="61" y="13"/>
                  <a:pt x="61" y="13"/>
                </a:cubicBezTo>
                <a:cubicBezTo>
                  <a:pt x="61" y="13"/>
                  <a:pt x="61" y="13"/>
                  <a:pt x="61" y="13"/>
                </a:cubicBezTo>
                <a:cubicBezTo>
                  <a:pt x="61" y="14"/>
                  <a:pt x="61" y="14"/>
                  <a:pt x="61" y="14"/>
                </a:cubicBezTo>
                <a:cubicBezTo>
                  <a:pt x="62" y="14"/>
                  <a:pt x="62" y="14"/>
                  <a:pt x="62" y="14"/>
                </a:cubicBezTo>
                <a:cubicBezTo>
                  <a:pt x="62" y="15"/>
                  <a:pt x="62" y="16"/>
                  <a:pt x="63" y="16"/>
                </a:cubicBezTo>
                <a:cubicBezTo>
                  <a:pt x="63" y="16"/>
                  <a:pt x="63" y="17"/>
                  <a:pt x="63" y="18"/>
                </a:cubicBezTo>
                <a:cubicBezTo>
                  <a:pt x="64" y="17"/>
                  <a:pt x="66" y="17"/>
                  <a:pt x="66" y="17"/>
                </a:cubicBezTo>
                <a:close/>
                <a:moveTo>
                  <a:pt x="112" y="70"/>
                </a:moveTo>
                <a:cubicBezTo>
                  <a:pt x="136" y="70"/>
                  <a:pt x="136" y="70"/>
                  <a:pt x="136" y="70"/>
                </a:cubicBezTo>
                <a:cubicBezTo>
                  <a:pt x="137" y="70"/>
                  <a:pt x="139" y="70"/>
                  <a:pt x="141" y="70"/>
                </a:cubicBezTo>
                <a:cubicBezTo>
                  <a:pt x="143" y="70"/>
                  <a:pt x="145" y="70"/>
                  <a:pt x="147" y="70"/>
                </a:cubicBezTo>
                <a:cubicBezTo>
                  <a:pt x="146" y="72"/>
                  <a:pt x="146" y="73"/>
                  <a:pt x="146" y="75"/>
                </a:cubicBezTo>
                <a:cubicBezTo>
                  <a:pt x="146" y="77"/>
                  <a:pt x="146" y="78"/>
                  <a:pt x="146" y="80"/>
                </a:cubicBezTo>
                <a:cubicBezTo>
                  <a:pt x="146" y="96"/>
                  <a:pt x="146" y="96"/>
                  <a:pt x="146" y="96"/>
                </a:cubicBezTo>
                <a:cubicBezTo>
                  <a:pt x="146" y="142"/>
                  <a:pt x="146" y="142"/>
                  <a:pt x="146" y="142"/>
                </a:cubicBezTo>
                <a:cubicBezTo>
                  <a:pt x="146" y="153"/>
                  <a:pt x="146" y="153"/>
                  <a:pt x="146" y="153"/>
                </a:cubicBezTo>
                <a:cubicBezTo>
                  <a:pt x="147" y="154"/>
                  <a:pt x="147" y="154"/>
                  <a:pt x="147" y="154"/>
                </a:cubicBezTo>
                <a:cubicBezTo>
                  <a:pt x="146" y="155"/>
                  <a:pt x="146" y="156"/>
                  <a:pt x="146" y="157"/>
                </a:cubicBezTo>
                <a:cubicBezTo>
                  <a:pt x="145" y="158"/>
                  <a:pt x="145" y="159"/>
                  <a:pt x="145" y="160"/>
                </a:cubicBezTo>
                <a:cubicBezTo>
                  <a:pt x="144" y="161"/>
                  <a:pt x="144" y="161"/>
                  <a:pt x="144" y="161"/>
                </a:cubicBezTo>
                <a:cubicBezTo>
                  <a:pt x="144" y="161"/>
                  <a:pt x="144" y="161"/>
                  <a:pt x="144" y="162"/>
                </a:cubicBezTo>
                <a:cubicBezTo>
                  <a:pt x="143" y="162"/>
                  <a:pt x="143" y="162"/>
                  <a:pt x="143" y="162"/>
                </a:cubicBezTo>
                <a:cubicBezTo>
                  <a:pt x="143" y="162"/>
                  <a:pt x="143" y="163"/>
                  <a:pt x="143" y="163"/>
                </a:cubicBezTo>
                <a:cubicBezTo>
                  <a:pt x="143" y="163"/>
                  <a:pt x="143" y="163"/>
                  <a:pt x="142" y="164"/>
                </a:cubicBezTo>
                <a:cubicBezTo>
                  <a:pt x="142" y="164"/>
                  <a:pt x="142" y="164"/>
                  <a:pt x="141" y="164"/>
                </a:cubicBezTo>
                <a:cubicBezTo>
                  <a:pt x="141" y="164"/>
                  <a:pt x="141" y="164"/>
                  <a:pt x="141" y="165"/>
                </a:cubicBezTo>
                <a:cubicBezTo>
                  <a:pt x="141" y="165"/>
                  <a:pt x="141" y="165"/>
                  <a:pt x="141" y="165"/>
                </a:cubicBezTo>
                <a:cubicBezTo>
                  <a:pt x="140" y="165"/>
                  <a:pt x="140" y="165"/>
                  <a:pt x="140" y="165"/>
                </a:cubicBezTo>
                <a:cubicBezTo>
                  <a:pt x="140" y="165"/>
                  <a:pt x="140" y="165"/>
                  <a:pt x="140" y="165"/>
                </a:cubicBezTo>
                <a:cubicBezTo>
                  <a:pt x="140" y="166"/>
                  <a:pt x="139" y="166"/>
                  <a:pt x="139" y="166"/>
                </a:cubicBezTo>
                <a:cubicBezTo>
                  <a:pt x="139" y="166"/>
                  <a:pt x="138" y="166"/>
                  <a:pt x="138" y="166"/>
                </a:cubicBezTo>
                <a:cubicBezTo>
                  <a:pt x="138" y="166"/>
                  <a:pt x="138" y="166"/>
                  <a:pt x="138" y="166"/>
                </a:cubicBezTo>
                <a:cubicBezTo>
                  <a:pt x="138" y="166"/>
                  <a:pt x="137" y="166"/>
                  <a:pt x="137" y="166"/>
                </a:cubicBezTo>
                <a:cubicBezTo>
                  <a:pt x="137" y="167"/>
                  <a:pt x="136" y="167"/>
                  <a:pt x="136" y="167"/>
                </a:cubicBezTo>
                <a:cubicBezTo>
                  <a:pt x="136" y="167"/>
                  <a:pt x="136" y="167"/>
                  <a:pt x="136" y="167"/>
                </a:cubicBezTo>
                <a:cubicBezTo>
                  <a:pt x="135" y="167"/>
                  <a:pt x="134" y="167"/>
                  <a:pt x="133" y="168"/>
                </a:cubicBezTo>
                <a:cubicBezTo>
                  <a:pt x="132" y="168"/>
                  <a:pt x="131" y="168"/>
                  <a:pt x="130" y="168"/>
                </a:cubicBezTo>
                <a:cubicBezTo>
                  <a:pt x="129" y="168"/>
                  <a:pt x="127" y="168"/>
                  <a:pt x="126" y="167"/>
                </a:cubicBezTo>
                <a:cubicBezTo>
                  <a:pt x="125" y="167"/>
                  <a:pt x="124" y="167"/>
                  <a:pt x="123" y="167"/>
                </a:cubicBezTo>
                <a:cubicBezTo>
                  <a:pt x="123" y="189"/>
                  <a:pt x="123" y="189"/>
                  <a:pt x="123" y="189"/>
                </a:cubicBezTo>
                <a:cubicBezTo>
                  <a:pt x="123" y="191"/>
                  <a:pt x="123" y="192"/>
                  <a:pt x="123" y="194"/>
                </a:cubicBezTo>
                <a:cubicBezTo>
                  <a:pt x="123" y="196"/>
                  <a:pt x="123" y="198"/>
                  <a:pt x="123" y="199"/>
                </a:cubicBezTo>
                <a:cubicBezTo>
                  <a:pt x="122" y="202"/>
                  <a:pt x="121" y="204"/>
                  <a:pt x="119" y="205"/>
                </a:cubicBezTo>
                <a:cubicBezTo>
                  <a:pt x="117" y="207"/>
                  <a:pt x="114" y="208"/>
                  <a:pt x="112" y="209"/>
                </a:cubicBezTo>
                <a:cubicBezTo>
                  <a:pt x="111" y="209"/>
                  <a:pt x="111" y="209"/>
                  <a:pt x="111" y="209"/>
                </a:cubicBezTo>
                <a:cubicBezTo>
                  <a:pt x="111" y="209"/>
                  <a:pt x="111" y="209"/>
                  <a:pt x="111" y="208"/>
                </a:cubicBezTo>
                <a:cubicBezTo>
                  <a:pt x="110" y="209"/>
                  <a:pt x="110" y="209"/>
                  <a:pt x="110" y="209"/>
                </a:cubicBezTo>
                <a:cubicBezTo>
                  <a:pt x="110" y="208"/>
                  <a:pt x="110" y="208"/>
                  <a:pt x="110" y="208"/>
                </a:cubicBezTo>
                <a:cubicBezTo>
                  <a:pt x="107" y="208"/>
                  <a:pt x="107" y="208"/>
                  <a:pt x="107" y="208"/>
                </a:cubicBezTo>
                <a:cubicBezTo>
                  <a:pt x="107" y="208"/>
                  <a:pt x="107" y="208"/>
                  <a:pt x="107" y="208"/>
                </a:cubicBezTo>
                <a:cubicBezTo>
                  <a:pt x="106" y="208"/>
                  <a:pt x="106" y="208"/>
                  <a:pt x="106" y="208"/>
                </a:cubicBezTo>
                <a:cubicBezTo>
                  <a:pt x="106" y="208"/>
                  <a:pt x="106" y="208"/>
                  <a:pt x="106" y="208"/>
                </a:cubicBezTo>
                <a:cubicBezTo>
                  <a:pt x="105" y="208"/>
                  <a:pt x="105" y="208"/>
                  <a:pt x="105" y="208"/>
                </a:cubicBezTo>
                <a:cubicBezTo>
                  <a:pt x="105" y="207"/>
                  <a:pt x="105" y="207"/>
                  <a:pt x="105" y="207"/>
                </a:cubicBezTo>
                <a:cubicBezTo>
                  <a:pt x="104" y="207"/>
                  <a:pt x="104" y="207"/>
                  <a:pt x="103" y="207"/>
                </a:cubicBezTo>
                <a:cubicBezTo>
                  <a:pt x="103" y="207"/>
                  <a:pt x="103" y="207"/>
                  <a:pt x="103" y="206"/>
                </a:cubicBezTo>
                <a:cubicBezTo>
                  <a:pt x="103" y="206"/>
                  <a:pt x="103" y="206"/>
                  <a:pt x="103" y="206"/>
                </a:cubicBezTo>
                <a:cubicBezTo>
                  <a:pt x="102" y="206"/>
                  <a:pt x="102" y="206"/>
                  <a:pt x="102" y="206"/>
                </a:cubicBezTo>
                <a:cubicBezTo>
                  <a:pt x="102" y="205"/>
                  <a:pt x="102" y="205"/>
                  <a:pt x="102" y="205"/>
                </a:cubicBezTo>
                <a:cubicBezTo>
                  <a:pt x="102" y="205"/>
                  <a:pt x="101" y="205"/>
                  <a:pt x="101" y="205"/>
                </a:cubicBezTo>
                <a:cubicBezTo>
                  <a:pt x="101" y="205"/>
                  <a:pt x="101" y="204"/>
                  <a:pt x="100" y="204"/>
                </a:cubicBezTo>
                <a:cubicBezTo>
                  <a:pt x="100" y="203"/>
                  <a:pt x="100" y="203"/>
                  <a:pt x="100" y="203"/>
                </a:cubicBezTo>
                <a:cubicBezTo>
                  <a:pt x="100" y="203"/>
                  <a:pt x="100" y="203"/>
                  <a:pt x="100" y="203"/>
                </a:cubicBezTo>
                <a:cubicBezTo>
                  <a:pt x="100" y="202"/>
                  <a:pt x="100" y="202"/>
                  <a:pt x="100" y="202"/>
                </a:cubicBezTo>
                <a:cubicBezTo>
                  <a:pt x="99" y="202"/>
                  <a:pt x="99" y="202"/>
                  <a:pt x="99" y="202"/>
                </a:cubicBezTo>
                <a:cubicBezTo>
                  <a:pt x="99" y="201"/>
                  <a:pt x="99" y="201"/>
                  <a:pt x="99" y="201"/>
                </a:cubicBezTo>
                <a:cubicBezTo>
                  <a:pt x="99" y="201"/>
                  <a:pt x="99" y="201"/>
                  <a:pt x="99" y="201"/>
                </a:cubicBezTo>
                <a:cubicBezTo>
                  <a:pt x="98" y="201"/>
                  <a:pt x="98" y="200"/>
                  <a:pt x="98" y="200"/>
                </a:cubicBezTo>
                <a:cubicBezTo>
                  <a:pt x="98" y="199"/>
                  <a:pt x="98" y="199"/>
                  <a:pt x="98" y="198"/>
                </a:cubicBezTo>
                <a:cubicBezTo>
                  <a:pt x="97" y="198"/>
                  <a:pt x="97" y="198"/>
                  <a:pt x="97" y="198"/>
                </a:cubicBezTo>
                <a:cubicBezTo>
                  <a:pt x="97" y="167"/>
                  <a:pt x="97" y="167"/>
                  <a:pt x="97" y="167"/>
                </a:cubicBezTo>
                <a:cubicBezTo>
                  <a:pt x="80" y="167"/>
                  <a:pt x="80" y="167"/>
                  <a:pt x="80" y="167"/>
                </a:cubicBezTo>
                <a:cubicBezTo>
                  <a:pt x="80" y="189"/>
                  <a:pt x="80" y="189"/>
                  <a:pt x="80" y="189"/>
                </a:cubicBezTo>
                <a:cubicBezTo>
                  <a:pt x="80" y="191"/>
                  <a:pt x="80" y="193"/>
                  <a:pt x="80" y="195"/>
                </a:cubicBezTo>
                <a:cubicBezTo>
                  <a:pt x="80" y="198"/>
                  <a:pt x="80" y="199"/>
                  <a:pt x="79" y="201"/>
                </a:cubicBezTo>
                <a:cubicBezTo>
                  <a:pt x="79" y="201"/>
                  <a:pt x="79" y="201"/>
                  <a:pt x="79" y="201"/>
                </a:cubicBezTo>
                <a:cubicBezTo>
                  <a:pt x="79" y="201"/>
                  <a:pt x="79" y="201"/>
                  <a:pt x="79" y="201"/>
                </a:cubicBezTo>
                <a:cubicBezTo>
                  <a:pt x="79" y="201"/>
                  <a:pt x="79" y="201"/>
                  <a:pt x="79" y="201"/>
                </a:cubicBezTo>
                <a:cubicBezTo>
                  <a:pt x="79" y="202"/>
                  <a:pt x="79" y="202"/>
                  <a:pt x="79" y="202"/>
                </a:cubicBezTo>
                <a:cubicBezTo>
                  <a:pt x="78" y="202"/>
                  <a:pt x="78" y="202"/>
                  <a:pt x="78" y="202"/>
                </a:cubicBezTo>
                <a:cubicBezTo>
                  <a:pt x="78" y="203"/>
                  <a:pt x="78" y="203"/>
                  <a:pt x="78" y="203"/>
                </a:cubicBezTo>
                <a:cubicBezTo>
                  <a:pt x="77" y="204"/>
                  <a:pt x="77" y="204"/>
                  <a:pt x="77" y="204"/>
                </a:cubicBezTo>
                <a:cubicBezTo>
                  <a:pt x="76" y="205"/>
                  <a:pt x="75" y="206"/>
                  <a:pt x="75" y="207"/>
                </a:cubicBezTo>
                <a:cubicBezTo>
                  <a:pt x="75" y="207"/>
                  <a:pt x="74" y="207"/>
                  <a:pt x="73" y="207"/>
                </a:cubicBezTo>
                <a:cubicBezTo>
                  <a:pt x="73" y="207"/>
                  <a:pt x="73" y="207"/>
                  <a:pt x="73" y="207"/>
                </a:cubicBezTo>
                <a:cubicBezTo>
                  <a:pt x="73" y="207"/>
                  <a:pt x="73" y="207"/>
                  <a:pt x="73" y="208"/>
                </a:cubicBezTo>
                <a:cubicBezTo>
                  <a:pt x="73" y="208"/>
                  <a:pt x="72" y="208"/>
                  <a:pt x="72" y="208"/>
                </a:cubicBezTo>
                <a:cubicBezTo>
                  <a:pt x="72" y="208"/>
                  <a:pt x="71" y="208"/>
                  <a:pt x="71" y="208"/>
                </a:cubicBezTo>
                <a:cubicBezTo>
                  <a:pt x="71" y="208"/>
                  <a:pt x="71" y="208"/>
                  <a:pt x="71" y="208"/>
                </a:cubicBezTo>
                <a:cubicBezTo>
                  <a:pt x="70" y="208"/>
                  <a:pt x="70" y="208"/>
                  <a:pt x="70" y="208"/>
                </a:cubicBezTo>
                <a:cubicBezTo>
                  <a:pt x="70" y="208"/>
                  <a:pt x="70" y="208"/>
                  <a:pt x="70" y="208"/>
                </a:cubicBezTo>
                <a:cubicBezTo>
                  <a:pt x="68" y="208"/>
                  <a:pt x="68" y="208"/>
                  <a:pt x="68" y="208"/>
                </a:cubicBezTo>
                <a:cubicBezTo>
                  <a:pt x="68" y="209"/>
                  <a:pt x="68" y="209"/>
                  <a:pt x="68" y="209"/>
                </a:cubicBezTo>
                <a:cubicBezTo>
                  <a:pt x="67" y="209"/>
                  <a:pt x="67" y="209"/>
                  <a:pt x="67" y="209"/>
                </a:cubicBezTo>
                <a:cubicBezTo>
                  <a:pt x="67" y="208"/>
                  <a:pt x="67" y="208"/>
                  <a:pt x="67" y="208"/>
                </a:cubicBezTo>
                <a:cubicBezTo>
                  <a:pt x="64" y="208"/>
                  <a:pt x="64" y="208"/>
                  <a:pt x="64" y="208"/>
                </a:cubicBezTo>
                <a:cubicBezTo>
                  <a:pt x="64" y="208"/>
                  <a:pt x="64" y="208"/>
                  <a:pt x="64" y="208"/>
                </a:cubicBezTo>
                <a:cubicBezTo>
                  <a:pt x="63" y="208"/>
                  <a:pt x="63" y="208"/>
                  <a:pt x="63" y="208"/>
                </a:cubicBezTo>
                <a:cubicBezTo>
                  <a:pt x="63" y="208"/>
                  <a:pt x="63" y="208"/>
                  <a:pt x="63" y="208"/>
                </a:cubicBezTo>
                <a:cubicBezTo>
                  <a:pt x="62" y="208"/>
                  <a:pt x="62" y="208"/>
                  <a:pt x="62" y="208"/>
                </a:cubicBezTo>
                <a:cubicBezTo>
                  <a:pt x="62" y="208"/>
                  <a:pt x="62" y="208"/>
                  <a:pt x="62" y="208"/>
                </a:cubicBezTo>
                <a:cubicBezTo>
                  <a:pt x="61" y="208"/>
                  <a:pt x="61" y="208"/>
                  <a:pt x="61" y="208"/>
                </a:cubicBezTo>
                <a:cubicBezTo>
                  <a:pt x="61" y="207"/>
                  <a:pt x="61" y="207"/>
                  <a:pt x="61" y="207"/>
                </a:cubicBezTo>
                <a:cubicBezTo>
                  <a:pt x="60" y="207"/>
                  <a:pt x="60" y="207"/>
                  <a:pt x="60" y="207"/>
                </a:cubicBezTo>
                <a:cubicBezTo>
                  <a:pt x="60" y="207"/>
                  <a:pt x="60" y="207"/>
                  <a:pt x="60" y="206"/>
                </a:cubicBezTo>
                <a:cubicBezTo>
                  <a:pt x="60" y="206"/>
                  <a:pt x="60" y="206"/>
                  <a:pt x="60" y="206"/>
                </a:cubicBezTo>
                <a:cubicBezTo>
                  <a:pt x="59" y="206"/>
                  <a:pt x="59" y="206"/>
                  <a:pt x="59" y="206"/>
                </a:cubicBezTo>
                <a:cubicBezTo>
                  <a:pt x="59" y="205"/>
                  <a:pt x="59" y="205"/>
                  <a:pt x="59" y="205"/>
                </a:cubicBezTo>
                <a:cubicBezTo>
                  <a:pt x="58" y="205"/>
                  <a:pt x="58" y="205"/>
                  <a:pt x="58" y="205"/>
                </a:cubicBezTo>
                <a:cubicBezTo>
                  <a:pt x="58" y="205"/>
                  <a:pt x="57" y="204"/>
                  <a:pt x="57" y="204"/>
                </a:cubicBezTo>
                <a:cubicBezTo>
                  <a:pt x="57" y="203"/>
                  <a:pt x="57" y="203"/>
                  <a:pt x="57" y="203"/>
                </a:cubicBezTo>
                <a:cubicBezTo>
                  <a:pt x="57" y="203"/>
                  <a:pt x="57" y="203"/>
                  <a:pt x="56" y="203"/>
                </a:cubicBezTo>
                <a:cubicBezTo>
                  <a:pt x="56" y="202"/>
                  <a:pt x="56" y="202"/>
                  <a:pt x="56" y="202"/>
                </a:cubicBezTo>
                <a:cubicBezTo>
                  <a:pt x="56" y="202"/>
                  <a:pt x="56" y="202"/>
                  <a:pt x="56" y="202"/>
                </a:cubicBezTo>
                <a:cubicBezTo>
                  <a:pt x="56" y="201"/>
                  <a:pt x="56" y="201"/>
                  <a:pt x="56" y="201"/>
                </a:cubicBezTo>
                <a:cubicBezTo>
                  <a:pt x="55" y="201"/>
                  <a:pt x="55" y="201"/>
                  <a:pt x="55" y="201"/>
                </a:cubicBezTo>
                <a:cubicBezTo>
                  <a:pt x="55" y="200"/>
                  <a:pt x="55" y="200"/>
                  <a:pt x="55" y="200"/>
                </a:cubicBezTo>
                <a:cubicBezTo>
                  <a:pt x="55" y="200"/>
                  <a:pt x="55" y="200"/>
                  <a:pt x="55" y="200"/>
                </a:cubicBezTo>
                <a:cubicBezTo>
                  <a:pt x="55" y="199"/>
                  <a:pt x="55" y="199"/>
                  <a:pt x="55" y="199"/>
                </a:cubicBezTo>
                <a:cubicBezTo>
                  <a:pt x="55" y="199"/>
                  <a:pt x="55" y="199"/>
                  <a:pt x="55" y="199"/>
                </a:cubicBezTo>
                <a:cubicBezTo>
                  <a:pt x="54" y="198"/>
                  <a:pt x="54" y="196"/>
                  <a:pt x="54" y="194"/>
                </a:cubicBezTo>
                <a:cubicBezTo>
                  <a:pt x="54" y="192"/>
                  <a:pt x="54" y="191"/>
                  <a:pt x="54" y="189"/>
                </a:cubicBezTo>
                <a:cubicBezTo>
                  <a:pt x="54" y="167"/>
                  <a:pt x="54" y="167"/>
                  <a:pt x="54" y="167"/>
                </a:cubicBezTo>
                <a:cubicBezTo>
                  <a:pt x="53" y="167"/>
                  <a:pt x="51" y="167"/>
                  <a:pt x="49" y="168"/>
                </a:cubicBezTo>
                <a:cubicBezTo>
                  <a:pt x="46" y="168"/>
                  <a:pt x="45" y="167"/>
                  <a:pt x="43" y="167"/>
                </a:cubicBezTo>
                <a:cubicBezTo>
                  <a:pt x="41" y="167"/>
                  <a:pt x="41" y="167"/>
                  <a:pt x="41" y="167"/>
                </a:cubicBezTo>
                <a:cubicBezTo>
                  <a:pt x="41" y="167"/>
                  <a:pt x="41" y="167"/>
                  <a:pt x="41" y="167"/>
                </a:cubicBezTo>
                <a:cubicBezTo>
                  <a:pt x="41" y="167"/>
                  <a:pt x="41" y="167"/>
                  <a:pt x="41" y="167"/>
                </a:cubicBezTo>
                <a:cubicBezTo>
                  <a:pt x="41" y="166"/>
                  <a:pt x="41" y="166"/>
                  <a:pt x="41" y="166"/>
                </a:cubicBezTo>
                <a:cubicBezTo>
                  <a:pt x="39" y="166"/>
                  <a:pt x="39" y="166"/>
                  <a:pt x="39" y="166"/>
                </a:cubicBezTo>
                <a:cubicBezTo>
                  <a:pt x="39" y="166"/>
                  <a:pt x="39" y="166"/>
                  <a:pt x="39" y="166"/>
                </a:cubicBezTo>
                <a:cubicBezTo>
                  <a:pt x="39" y="166"/>
                  <a:pt x="39" y="166"/>
                  <a:pt x="39" y="166"/>
                </a:cubicBezTo>
                <a:cubicBezTo>
                  <a:pt x="39" y="166"/>
                  <a:pt x="38" y="166"/>
                  <a:pt x="37" y="165"/>
                </a:cubicBezTo>
                <a:cubicBezTo>
                  <a:pt x="37" y="165"/>
                  <a:pt x="37" y="165"/>
                  <a:pt x="37" y="165"/>
                </a:cubicBezTo>
                <a:cubicBezTo>
                  <a:pt x="36" y="165"/>
                  <a:pt x="36" y="165"/>
                  <a:pt x="36" y="165"/>
                </a:cubicBezTo>
                <a:cubicBezTo>
                  <a:pt x="36" y="164"/>
                  <a:pt x="36" y="164"/>
                  <a:pt x="35" y="163"/>
                </a:cubicBezTo>
                <a:cubicBezTo>
                  <a:pt x="35" y="163"/>
                  <a:pt x="35" y="163"/>
                  <a:pt x="35" y="163"/>
                </a:cubicBezTo>
                <a:cubicBezTo>
                  <a:pt x="34" y="162"/>
                  <a:pt x="34" y="162"/>
                  <a:pt x="34" y="162"/>
                </a:cubicBezTo>
                <a:cubicBezTo>
                  <a:pt x="33" y="161"/>
                  <a:pt x="32" y="159"/>
                  <a:pt x="32" y="157"/>
                </a:cubicBezTo>
                <a:cubicBezTo>
                  <a:pt x="31" y="154"/>
                  <a:pt x="31" y="152"/>
                  <a:pt x="31" y="150"/>
                </a:cubicBezTo>
                <a:cubicBezTo>
                  <a:pt x="31" y="147"/>
                  <a:pt x="31" y="145"/>
                  <a:pt x="31" y="142"/>
                </a:cubicBezTo>
                <a:cubicBezTo>
                  <a:pt x="31" y="140"/>
                  <a:pt x="31" y="137"/>
                  <a:pt x="31" y="135"/>
                </a:cubicBezTo>
                <a:cubicBezTo>
                  <a:pt x="31" y="70"/>
                  <a:pt x="31" y="70"/>
                  <a:pt x="31" y="70"/>
                </a:cubicBezTo>
                <a:lnTo>
                  <a:pt x="112" y="70"/>
                </a:lnTo>
                <a:close/>
                <a:moveTo>
                  <a:pt x="60" y="35"/>
                </a:moveTo>
                <a:cubicBezTo>
                  <a:pt x="60" y="35"/>
                  <a:pt x="60" y="36"/>
                  <a:pt x="59" y="36"/>
                </a:cubicBezTo>
                <a:cubicBezTo>
                  <a:pt x="59" y="36"/>
                  <a:pt x="58" y="37"/>
                  <a:pt x="58" y="38"/>
                </a:cubicBezTo>
                <a:cubicBezTo>
                  <a:pt x="58" y="39"/>
                  <a:pt x="58" y="40"/>
                  <a:pt x="58" y="41"/>
                </a:cubicBezTo>
                <a:cubicBezTo>
                  <a:pt x="58" y="42"/>
                  <a:pt x="58" y="42"/>
                  <a:pt x="58" y="42"/>
                </a:cubicBezTo>
                <a:cubicBezTo>
                  <a:pt x="58" y="42"/>
                  <a:pt x="58" y="42"/>
                  <a:pt x="58" y="43"/>
                </a:cubicBezTo>
                <a:cubicBezTo>
                  <a:pt x="59" y="43"/>
                  <a:pt x="59" y="43"/>
                  <a:pt x="59" y="43"/>
                </a:cubicBezTo>
                <a:cubicBezTo>
                  <a:pt x="60" y="44"/>
                  <a:pt x="60" y="44"/>
                  <a:pt x="61" y="44"/>
                </a:cubicBezTo>
                <a:cubicBezTo>
                  <a:pt x="61" y="44"/>
                  <a:pt x="61" y="44"/>
                  <a:pt x="62" y="45"/>
                </a:cubicBezTo>
                <a:cubicBezTo>
                  <a:pt x="62" y="45"/>
                  <a:pt x="62" y="45"/>
                  <a:pt x="63" y="45"/>
                </a:cubicBezTo>
                <a:cubicBezTo>
                  <a:pt x="63" y="44"/>
                  <a:pt x="63" y="44"/>
                  <a:pt x="63" y="44"/>
                </a:cubicBezTo>
                <a:cubicBezTo>
                  <a:pt x="64" y="44"/>
                  <a:pt x="64" y="44"/>
                  <a:pt x="64" y="44"/>
                </a:cubicBezTo>
                <a:cubicBezTo>
                  <a:pt x="65" y="44"/>
                  <a:pt x="66" y="43"/>
                  <a:pt x="66" y="42"/>
                </a:cubicBezTo>
                <a:cubicBezTo>
                  <a:pt x="66" y="42"/>
                  <a:pt x="67" y="41"/>
                  <a:pt x="67" y="40"/>
                </a:cubicBezTo>
                <a:cubicBezTo>
                  <a:pt x="67" y="40"/>
                  <a:pt x="67" y="39"/>
                  <a:pt x="67" y="38"/>
                </a:cubicBezTo>
                <a:cubicBezTo>
                  <a:pt x="67" y="38"/>
                  <a:pt x="67" y="38"/>
                  <a:pt x="67" y="38"/>
                </a:cubicBezTo>
                <a:cubicBezTo>
                  <a:pt x="67" y="37"/>
                  <a:pt x="67" y="37"/>
                  <a:pt x="67" y="37"/>
                </a:cubicBezTo>
                <a:cubicBezTo>
                  <a:pt x="66" y="37"/>
                  <a:pt x="66" y="37"/>
                  <a:pt x="66" y="37"/>
                </a:cubicBezTo>
                <a:cubicBezTo>
                  <a:pt x="65" y="36"/>
                  <a:pt x="65" y="36"/>
                  <a:pt x="64" y="35"/>
                </a:cubicBezTo>
                <a:cubicBezTo>
                  <a:pt x="63" y="35"/>
                  <a:pt x="62" y="35"/>
                  <a:pt x="61" y="35"/>
                </a:cubicBezTo>
                <a:cubicBezTo>
                  <a:pt x="60" y="35"/>
                  <a:pt x="60" y="36"/>
                  <a:pt x="60" y="35"/>
                </a:cubicBezTo>
                <a:close/>
                <a:moveTo>
                  <a:pt x="119" y="42"/>
                </a:moveTo>
                <a:cubicBezTo>
                  <a:pt x="119" y="42"/>
                  <a:pt x="119" y="42"/>
                  <a:pt x="119" y="42"/>
                </a:cubicBezTo>
                <a:cubicBezTo>
                  <a:pt x="119" y="42"/>
                  <a:pt x="119" y="42"/>
                  <a:pt x="119" y="42"/>
                </a:cubicBezTo>
                <a:cubicBezTo>
                  <a:pt x="120" y="42"/>
                  <a:pt x="120" y="42"/>
                  <a:pt x="120" y="42"/>
                </a:cubicBezTo>
                <a:cubicBezTo>
                  <a:pt x="120" y="41"/>
                  <a:pt x="120" y="40"/>
                  <a:pt x="120" y="39"/>
                </a:cubicBezTo>
                <a:cubicBezTo>
                  <a:pt x="120" y="38"/>
                  <a:pt x="120" y="38"/>
                  <a:pt x="119" y="37"/>
                </a:cubicBezTo>
                <a:cubicBezTo>
                  <a:pt x="119" y="37"/>
                  <a:pt x="119" y="37"/>
                  <a:pt x="118" y="36"/>
                </a:cubicBezTo>
                <a:cubicBezTo>
                  <a:pt x="118" y="36"/>
                  <a:pt x="118" y="36"/>
                  <a:pt x="118" y="36"/>
                </a:cubicBezTo>
                <a:cubicBezTo>
                  <a:pt x="117" y="36"/>
                  <a:pt x="117" y="36"/>
                  <a:pt x="117" y="36"/>
                </a:cubicBezTo>
                <a:cubicBezTo>
                  <a:pt x="117" y="36"/>
                  <a:pt x="117" y="35"/>
                  <a:pt x="117" y="35"/>
                </a:cubicBezTo>
                <a:cubicBezTo>
                  <a:pt x="113" y="35"/>
                  <a:pt x="113" y="35"/>
                  <a:pt x="113" y="35"/>
                </a:cubicBezTo>
                <a:cubicBezTo>
                  <a:pt x="113" y="35"/>
                  <a:pt x="113" y="36"/>
                  <a:pt x="113" y="36"/>
                </a:cubicBezTo>
                <a:cubicBezTo>
                  <a:pt x="112" y="36"/>
                  <a:pt x="112" y="36"/>
                  <a:pt x="112" y="36"/>
                </a:cubicBezTo>
                <a:cubicBezTo>
                  <a:pt x="111" y="37"/>
                  <a:pt x="111" y="37"/>
                  <a:pt x="111" y="38"/>
                </a:cubicBezTo>
                <a:cubicBezTo>
                  <a:pt x="111" y="39"/>
                  <a:pt x="110" y="40"/>
                  <a:pt x="110" y="42"/>
                </a:cubicBezTo>
                <a:cubicBezTo>
                  <a:pt x="111" y="42"/>
                  <a:pt x="111" y="42"/>
                  <a:pt x="111" y="42"/>
                </a:cubicBezTo>
                <a:cubicBezTo>
                  <a:pt x="111" y="42"/>
                  <a:pt x="111" y="42"/>
                  <a:pt x="111" y="42"/>
                </a:cubicBezTo>
                <a:cubicBezTo>
                  <a:pt x="111" y="43"/>
                  <a:pt x="112" y="43"/>
                  <a:pt x="112" y="43"/>
                </a:cubicBezTo>
                <a:cubicBezTo>
                  <a:pt x="112" y="44"/>
                  <a:pt x="113" y="44"/>
                  <a:pt x="113" y="44"/>
                </a:cubicBezTo>
                <a:cubicBezTo>
                  <a:pt x="114" y="44"/>
                  <a:pt x="114" y="44"/>
                  <a:pt x="115" y="45"/>
                </a:cubicBezTo>
                <a:cubicBezTo>
                  <a:pt x="115" y="45"/>
                  <a:pt x="116" y="45"/>
                  <a:pt x="116" y="45"/>
                </a:cubicBezTo>
                <a:cubicBezTo>
                  <a:pt x="116" y="45"/>
                  <a:pt x="117" y="44"/>
                  <a:pt x="117" y="44"/>
                </a:cubicBezTo>
                <a:cubicBezTo>
                  <a:pt x="118" y="44"/>
                  <a:pt x="118" y="44"/>
                  <a:pt x="119" y="43"/>
                </a:cubicBezTo>
                <a:lnTo>
                  <a:pt x="119" y="42"/>
                </a:lnTo>
                <a:close/>
                <a:moveTo>
                  <a:pt x="174" y="72"/>
                </a:moveTo>
                <a:cubicBezTo>
                  <a:pt x="174" y="72"/>
                  <a:pt x="174" y="72"/>
                  <a:pt x="174" y="73"/>
                </a:cubicBezTo>
                <a:cubicBezTo>
                  <a:pt x="175" y="73"/>
                  <a:pt x="175" y="73"/>
                  <a:pt x="175" y="73"/>
                </a:cubicBezTo>
                <a:cubicBezTo>
                  <a:pt x="175" y="73"/>
                  <a:pt x="175" y="73"/>
                  <a:pt x="175" y="73"/>
                </a:cubicBezTo>
                <a:cubicBezTo>
                  <a:pt x="175" y="74"/>
                  <a:pt x="175" y="74"/>
                  <a:pt x="175" y="74"/>
                </a:cubicBezTo>
                <a:cubicBezTo>
                  <a:pt x="175" y="75"/>
                  <a:pt x="175" y="75"/>
                  <a:pt x="175" y="75"/>
                </a:cubicBezTo>
                <a:cubicBezTo>
                  <a:pt x="176" y="75"/>
                  <a:pt x="176" y="75"/>
                  <a:pt x="176" y="75"/>
                </a:cubicBezTo>
                <a:cubicBezTo>
                  <a:pt x="176" y="76"/>
                  <a:pt x="176" y="76"/>
                  <a:pt x="176" y="77"/>
                </a:cubicBezTo>
                <a:cubicBezTo>
                  <a:pt x="177" y="77"/>
                  <a:pt x="177" y="78"/>
                  <a:pt x="177" y="79"/>
                </a:cubicBezTo>
                <a:cubicBezTo>
                  <a:pt x="177" y="121"/>
                  <a:pt x="177" y="121"/>
                  <a:pt x="177" y="121"/>
                </a:cubicBezTo>
                <a:cubicBezTo>
                  <a:pt x="177" y="137"/>
                  <a:pt x="177" y="137"/>
                  <a:pt x="177" y="137"/>
                </a:cubicBezTo>
                <a:cubicBezTo>
                  <a:pt x="177" y="137"/>
                  <a:pt x="177" y="137"/>
                  <a:pt x="177" y="137"/>
                </a:cubicBezTo>
                <a:cubicBezTo>
                  <a:pt x="177" y="138"/>
                  <a:pt x="177" y="138"/>
                  <a:pt x="177" y="138"/>
                </a:cubicBezTo>
                <a:cubicBezTo>
                  <a:pt x="176" y="138"/>
                  <a:pt x="176" y="138"/>
                  <a:pt x="176" y="138"/>
                </a:cubicBezTo>
                <a:cubicBezTo>
                  <a:pt x="176" y="139"/>
                  <a:pt x="176" y="139"/>
                  <a:pt x="176" y="139"/>
                </a:cubicBezTo>
                <a:cubicBezTo>
                  <a:pt x="176" y="139"/>
                  <a:pt x="176" y="139"/>
                  <a:pt x="176" y="139"/>
                </a:cubicBezTo>
                <a:cubicBezTo>
                  <a:pt x="176" y="140"/>
                  <a:pt x="176" y="140"/>
                  <a:pt x="176" y="140"/>
                </a:cubicBezTo>
                <a:cubicBezTo>
                  <a:pt x="176" y="140"/>
                  <a:pt x="176" y="140"/>
                  <a:pt x="176" y="140"/>
                </a:cubicBezTo>
                <a:cubicBezTo>
                  <a:pt x="176" y="141"/>
                  <a:pt x="176" y="141"/>
                  <a:pt x="176" y="141"/>
                </a:cubicBezTo>
                <a:cubicBezTo>
                  <a:pt x="175" y="141"/>
                  <a:pt x="175" y="141"/>
                  <a:pt x="175" y="141"/>
                </a:cubicBezTo>
                <a:cubicBezTo>
                  <a:pt x="175" y="142"/>
                  <a:pt x="175" y="142"/>
                  <a:pt x="175" y="142"/>
                </a:cubicBezTo>
                <a:cubicBezTo>
                  <a:pt x="174" y="142"/>
                  <a:pt x="174" y="142"/>
                  <a:pt x="174" y="142"/>
                </a:cubicBezTo>
                <a:cubicBezTo>
                  <a:pt x="174" y="143"/>
                  <a:pt x="173" y="144"/>
                  <a:pt x="173" y="144"/>
                </a:cubicBezTo>
                <a:cubicBezTo>
                  <a:pt x="172" y="144"/>
                  <a:pt x="172" y="144"/>
                  <a:pt x="172" y="144"/>
                </a:cubicBezTo>
                <a:cubicBezTo>
                  <a:pt x="171" y="145"/>
                  <a:pt x="171" y="145"/>
                  <a:pt x="171" y="145"/>
                </a:cubicBezTo>
                <a:cubicBezTo>
                  <a:pt x="170" y="146"/>
                  <a:pt x="169" y="147"/>
                  <a:pt x="167" y="147"/>
                </a:cubicBezTo>
                <a:cubicBezTo>
                  <a:pt x="165" y="147"/>
                  <a:pt x="163" y="147"/>
                  <a:pt x="162" y="147"/>
                </a:cubicBezTo>
                <a:cubicBezTo>
                  <a:pt x="160" y="147"/>
                  <a:pt x="160" y="147"/>
                  <a:pt x="160" y="147"/>
                </a:cubicBezTo>
                <a:cubicBezTo>
                  <a:pt x="159" y="146"/>
                  <a:pt x="159" y="146"/>
                  <a:pt x="159" y="146"/>
                </a:cubicBezTo>
                <a:cubicBezTo>
                  <a:pt x="158" y="146"/>
                  <a:pt x="158" y="146"/>
                  <a:pt x="158" y="146"/>
                </a:cubicBezTo>
                <a:cubicBezTo>
                  <a:pt x="158" y="146"/>
                  <a:pt x="158" y="146"/>
                  <a:pt x="158" y="146"/>
                </a:cubicBezTo>
                <a:cubicBezTo>
                  <a:pt x="158" y="146"/>
                  <a:pt x="158" y="146"/>
                  <a:pt x="158" y="146"/>
                </a:cubicBezTo>
                <a:cubicBezTo>
                  <a:pt x="158" y="146"/>
                  <a:pt x="157" y="146"/>
                  <a:pt x="157" y="145"/>
                </a:cubicBezTo>
                <a:cubicBezTo>
                  <a:pt x="157" y="145"/>
                  <a:pt x="157" y="145"/>
                  <a:pt x="157" y="145"/>
                </a:cubicBezTo>
                <a:cubicBezTo>
                  <a:pt x="157" y="145"/>
                  <a:pt x="157" y="145"/>
                  <a:pt x="157" y="145"/>
                </a:cubicBezTo>
                <a:cubicBezTo>
                  <a:pt x="156" y="145"/>
                  <a:pt x="156" y="145"/>
                  <a:pt x="156" y="144"/>
                </a:cubicBezTo>
                <a:cubicBezTo>
                  <a:pt x="156" y="144"/>
                  <a:pt x="156" y="144"/>
                  <a:pt x="156" y="144"/>
                </a:cubicBezTo>
                <a:cubicBezTo>
                  <a:pt x="155" y="144"/>
                  <a:pt x="154" y="143"/>
                  <a:pt x="154" y="143"/>
                </a:cubicBezTo>
                <a:cubicBezTo>
                  <a:pt x="154" y="142"/>
                  <a:pt x="154" y="142"/>
                  <a:pt x="153" y="141"/>
                </a:cubicBezTo>
                <a:cubicBezTo>
                  <a:pt x="153" y="141"/>
                  <a:pt x="153" y="141"/>
                  <a:pt x="153" y="141"/>
                </a:cubicBezTo>
                <a:cubicBezTo>
                  <a:pt x="153" y="140"/>
                  <a:pt x="153" y="140"/>
                  <a:pt x="153" y="140"/>
                </a:cubicBezTo>
                <a:cubicBezTo>
                  <a:pt x="152" y="140"/>
                  <a:pt x="152" y="140"/>
                  <a:pt x="152" y="140"/>
                </a:cubicBezTo>
                <a:cubicBezTo>
                  <a:pt x="152" y="139"/>
                  <a:pt x="152" y="139"/>
                  <a:pt x="152" y="139"/>
                </a:cubicBezTo>
                <a:cubicBezTo>
                  <a:pt x="152" y="139"/>
                  <a:pt x="152" y="139"/>
                  <a:pt x="152" y="139"/>
                </a:cubicBezTo>
                <a:cubicBezTo>
                  <a:pt x="152" y="138"/>
                  <a:pt x="152" y="138"/>
                  <a:pt x="152" y="138"/>
                </a:cubicBezTo>
                <a:cubicBezTo>
                  <a:pt x="152" y="138"/>
                  <a:pt x="152" y="138"/>
                  <a:pt x="152" y="138"/>
                </a:cubicBezTo>
                <a:cubicBezTo>
                  <a:pt x="152" y="137"/>
                  <a:pt x="152" y="137"/>
                  <a:pt x="152" y="137"/>
                </a:cubicBezTo>
                <a:cubicBezTo>
                  <a:pt x="151" y="137"/>
                  <a:pt x="151" y="137"/>
                  <a:pt x="151" y="137"/>
                </a:cubicBezTo>
                <a:cubicBezTo>
                  <a:pt x="151" y="128"/>
                  <a:pt x="151" y="128"/>
                  <a:pt x="151" y="128"/>
                </a:cubicBezTo>
                <a:cubicBezTo>
                  <a:pt x="151" y="109"/>
                  <a:pt x="151" y="109"/>
                  <a:pt x="151" y="109"/>
                </a:cubicBezTo>
                <a:cubicBezTo>
                  <a:pt x="151" y="87"/>
                  <a:pt x="151" y="87"/>
                  <a:pt x="151" y="87"/>
                </a:cubicBezTo>
                <a:cubicBezTo>
                  <a:pt x="151" y="86"/>
                  <a:pt x="151" y="84"/>
                  <a:pt x="151" y="82"/>
                </a:cubicBezTo>
                <a:cubicBezTo>
                  <a:pt x="151" y="80"/>
                  <a:pt x="151" y="78"/>
                  <a:pt x="152" y="77"/>
                </a:cubicBezTo>
                <a:cubicBezTo>
                  <a:pt x="152" y="77"/>
                  <a:pt x="152" y="77"/>
                  <a:pt x="152" y="77"/>
                </a:cubicBezTo>
                <a:cubicBezTo>
                  <a:pt x="152" y="76"/>
                  <a:pt x="152" y="76"/>
                  <a:pt x="152" y="76"/>
                </a:cubicBezTo>
                <a:cubicBezTo>
                  <a:pt x="152" y="76"/>
                  <a:pt x="152" y="76"/>
                  <a:pt x="152" y="76"/>
                </a:cubicBezTo>
                <a:cubicBezTo>
                  <a:pt x="152" y="75"/>
                  <a:pt x="152" y="75"/>
                  <a:pt x="152" y="75"/>
                </a:cubicBezTo>
                <a:cubicBezTo>
                  <a:pt x="153" y="75"/>
                  <a:pt x="153" y="75"/>
                  <a:pt x="153" y="75"/>
                </a:cubicBezTo>
                <a:cubicBezTo>
                  <a:pt x="153" y="74"/>
                  <a:pt x="153" y="74"/>
                  <a:pt x="153" y="74"/>
                </a:cubicBezTo>
                <a:cubicBezTo>
                  <a:pt x="154" y="73"/>
                  <a:pt x="154" y="73"/>
                  <a:pt x="154" y="73"/>
                </a:cubicBezTo>
                <a:cubicBezTo>
                  <a:pt x="154" y="73"/>
                  <a:pt x="154" y="73"/>
                  <a:pt x="154" y="73"/>
                </a:cubicBezTo>
                <a:cubicBezTo>
                  <a:pt x="154" y="73"/>
                  <a:pt x="154" y="73"/>
                  <a:pt x="154" y="72"/>
                </a:cubicBezTo>
                <a:cubicBezTo>
                  <a:pt x="155" y="72"/>
                  <a:pt x="155" y="72"/>
                  <a:pt x="155" y="71"/>
                </a:cubicBezTo>
                <a:cubicBezTo>
                  <a:pt x="156" y="71"/>
                  <a:pt x="156" y="71"/>
                  <a:pt x="156" y="70"/>
                </a:cubicBezTo>
                <a:cubicBezTo>
                  <a:pt x="157" y="70"/>
                  <a:pt x="157" y="70"/>
                  <a:pt x="157" y="70"/>
                </a:cubicBezTo>
                <a:cubicBezTo>
                  <a:pt x="157" y="70"/>
                  <a:pt x="157" y="70"/>
                  <a:pt x="157" y="70"/>
                </a:cubicBezTo>
                <a:cubicBezTo>
                  <a:pt x="157" y="70"/>
                  <a:pt x="157" y="70"/>
                  <a:pt x="158" y="69"/>
                </a:cubicBezTo>
                <a:cubicBezTo>
                  <a:pt x="158" y="69"/>
                  <a:pt x="158" y="69"/>
                  <a:pt x="158" y="69"/>
                </a:cubicBezTo>
                <a:cubicBezTo>
                  <a:pt x="158" y="69"/>
                  <a:pt x="158" y="69"/>
                  <a:pt x="158" y="69"/>
                </a:cubicBezTo>
                <a:cubicBezTo>
                  <a:pt x="158" y="69"/>
                  <a:pt x="159" y="69"/>
                  <a:pt x="159" y="69"/>
                </a:cubicBezTo>
                <a:cubicBezTo>
                  <a:pt x="160" y="68"/>
                  <a:pt x="161" y="68"/>
                  <a:pt x="162" y="68"/>
                </a:cubicBezTo>
                <a:cubicBezTo>
                  <a:pt x="162" y="68"/>
                  <a:pt x="163" y="68"/>
                  <a:pt x="164" y="68"/>
                </a:cubicBezTo>
                <a:cubicBezTo>
                  <a:pt x="165" y="67"/>
                  <a:pt x="165" y="68"/>
                  <a:pt x="166" y="68"/>
                </a:cubicBezTo>
                <a:cubicBezTo>
                  <a:pt x="166" y="68"/>
                  <a:pt x="166" y="68"/>
                  <a:pt x="166" y="68"/>
                </a:cubicBezTo>
                <a:cubicBezTo>
                  <a:pt x="166" y="68"/>
                  <a:pt x="167" y="68"/>
                  <a:pt x="168" y="68"/>
                </a:cubicBezTo>
                <a:cubicBezTo>
                  <a:pt x="168" y="68"/>
                  <a:pt x="169" y="68"/>
                  <a:pt x="169" y="69"/>
                </a:cubicBezTo>
                <a:cubicBezTo>
                  <a:pt x="170" y="69"/>
                  <a:pt x="170" y="69"/>
                  <a:pt x="170" y="69"/>
                </a:cubicBezTo>
                <a:cubicBezTo>
                  <a:pt x="170" y="69"/>
                  <a:pt x="170" y="69"/>
                  <a:pt x="170" y="69"/>
                </a:cubicBezTo>
                <a:cubicBezTo>
                  <a:pt x="171" y="69"/>
                  <a:pt x="171" y="69"/>
                  <a:pt x="171" y="69"/>
                </a:cubicBezTo>
                <a:cubicBezTo>
                  <a:pt x="171" y="70"/>
                  <a:pt x="171" y="70"/>
                  <a:pt x="171" y="70"/>
                </a:cubicBezTo>
                <a:cubicBezTo>
                  <a:pt x="172" y="70"/>
                  <a:pt x="172" y="70"/>
                  <a:pt x="172" y="70"/>
                </a:cubicBezTo>
                <a:cubicBezTo>
                  <a:pt x="172" y="71"/>
                  <a:pt x="172" y="71"/>
                  <a:pt x="172" y="71"/>
                </a:cubicBezTo>
                <a:cubicBezTo>
                  <a:pt x="173" y="71"/>
                  <a:pt x="173" y="71"/>
                  <a:pt x="173" y="71"/>
                </a:cubicBezTo>
                <a:cubicBezTo>
                  <a:pt x="173" y="71"/>
                  <a:pt x="173" y="71"/>
                  <a:pt x="174" y="71"/>
                </a:cubicBezTo>
                <a:cubicBezTo>
                  <a:pt x="174" y="72"/>
                  <a:pt x="174" y="72"/>
                  <a:pt x="174" y="72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29" name="Freeform 131"/>
          <p:cNvSpPr>
            <a:spLocks noEditPoints="1"/>
          </p:cNvSpPr>
          <p:nvPr/>
        </p:nvSpPr>
        <p:spPr bwMode="auto">
          <a:xfrm>
            <a:off x="8390475" y="4431128"/>
            <a:ext cx="323587" cy="291011"/>
          </a:xfrm>
          <a:custGeom>
            <a:avLst/>
            <a:gdLst>
              <a:gd name="T0" fmla="*/ 43 w 226"/>
              <a:gd name="T1" fmla="*/ 103 h 203"/>
              <a:gd name="T2" fmla="*/ 35 w 226"/>
              <a:gd name="T3" fmla="*/ 115 h 203"/>
              <a:gd name="T4" fmla="*/ 27 w 226"/>
              <a:gd name="T5" fmla="*/ 129 h 203"/>
              <a:gd name="T6" fmla="*/ 14 w 226"/>
              <a:gd name="T7" fmla="*/ 164 h 203"/>
              <a:gd name="T8" fmla="*/ 27 w 226"/>
              <a:gd name="T9" fmla="*/ 173 h 203"/>
              <a:gd name="T10" fmla="*/ 23 w 226"/>
              <a:gd name="T11" fmla="*/ 185 h 203"/>
              <a:gd name="T12" fmla="*/ 10 w 226"/>
              <a:gd name="T13" fmla="*/ 195 h 203"/>
              <a:gd name="T14" fmla="*/ 65 w 226"/>
              <a:gd name="T15" fmla="*/ 79 h 203"/>
              <a:gd name="T16" fmla="*/ 79 w 226"/>
              <a:gd name="T17" fmla="*/ 88 h 203"/>
              <a:gd name="T18" fmla="*/ 81 w 226"/>
              <a:gd name="T19" fmla="*/ 98 h 203"/>
              <a:gd name="T20" fmla="*/ 73 w 226"/>
              <a:gd name="T21" fmla="*/ 113 h 203"/>
              <a:gd name="T22" fmla="*/ 64 w 226"/>
              <a:gd name="T23" fmla="*/ 126 h 203"/>
              <a:gd name="T24" fmla="*/ 54 w 226"/>
              <a:gd name="T25" fmla="*/ 144 h 203"/>
              <a:gd name="T26" fmla="*/ 45 w 226"/>
              <a:gd name="T27" fmla="*/ 158 h 203"/>
              <a:gd name="T28" fmla="*/ 36 w 226"/>
              <a:gd name="T29" fmla="*/ 176 h 203"/>
              <a:gd name="T30" fmla="*/ 23 w 226"/>
              <a:gd name="T31" fmla="*/ 167 h 203"/>
              <a:gd name="T32" fmla="*/ 14 w 226"/>
              <a:gd name="T33" fmla="*/ 156 h 203"/>
              <a:gd name="T34" fmla="*/ 22 w 226"/>
              <a:gd name="T35" fmla="*/ 143 h 203"/>
              <a:gd name="T36" fmla="*/ 31 w 226"/>
              <a:gd name="T37" fmla="*/ 128 h 203"/>
              <a:gd name="T38" fmla="*/ 39 w 226"/>
              <a:gd name="T39" fmla="*/ 114 h 203"/>
              <a:gd name="T40" fmla="*/ 47 w 226"/>
              <a:gd name="T41" fmla="*/ 100 h 203"/>
              <a:gd name="T42" fmla="*/ 56 w 226"/>
              <a:gd name="T43" fmla="*/ 85 h 203"/>
              <a:gd name="T44" fmla="*/ 66 w 226"/>
              <a:gd name="T45" fmla="*/ 129 h 203"/>
              <a:gd name="T46" fmla="*/ 73 w 226"/>
              <a:gd name="T47" fmla="*/ 117 h 203"/>
              <a:gd name="T48" fmla="*/ 82 w 226"/>
              <a:gd name="T49" fmla="*/ 103 h 203"/>
              <a:gd name="T50" fmla="*/ 89 w 226"/>
              <a:gd name="T51" fmla="*/ 91 h 203"/>
              <a:gd name="T52" fmla="*/ 148 w 226"/>
              <a:gd name="T53" fmla="*/ 112 h 203"/>
              <a:gd name="T54" fmla="*/ 158 w 226"/>
              <a:gd name="T55" fmla="*/ 131 h 203"/>
              <a:gd name="T56" fmla="*/ 84 w 226"/>
              <a:gd name="T57" fmla="*/ 60 h 203"/>
              <a:gd name="T58" fmla="*/ 97 w 226"/>
              <a:gd name="T59" fmla="*/ 68 h 203"/>
              <a:gd name="T60" fmla="*/ 74 w 226"/>
              <a:gd name="T61" fmla="*/ 81 h 203"/>
              <a:gd name="T62" fmla="*/ 65 w 226"/>
              <a:gd name="T63" fmla="*/ 69 h 203"/>
              <a:gd name="T64" fmla="*/ 103 w 226"/>
              <a:gd name="T65" fmla="*/ 55 h 203"/>
              <a:gd name="T66" fmla="*/ 90 w 226"/>
              <a:gd name="T67" fmla="*/ 60 h 203"/>
              <a:gd name="T68" fmla="*/ 77 w 226"/>
              <a:gd name="T69" fmla="*/ 52 h 203"/>
              <a:gd name="T70" fmla="*/ 175 w 226"/>
              <a:gd name="T71" fmla="*/ 118 h 203"/>
              <a:gd name="T72" fmla="*/ 113 w 226"/>
              <a:gd name="T73" fmla="*/ 33 h 203"/>
              <a:gd name="T74" fmla="*/ 107 w 226"/>
              <a:gd name="T75" fmla="*/ 21 h 203"/>
              <a:gd name="T76" fmla="*/ 102 w 226"/>
              <a:gd name="T77" fmla="*/ 3 h 203"/>
              <a:gd name="T78" fmla="*/ 119 w 226"/>
              <a:gd name="T79" fmla="*/ 11 h 203"/>
              <a:gd name="T80" fmla="*/ 127 w 226"/>
              <a:gd name="T81" fmla="*/ 26 h 203"/>
              <a:gd name="T82" fmla="*/ 136 w 226"/>
              <a:gd name="T83" fmla="*/ 39 h 203"/>
              <a:gd name="T84" fmla="*/ 143 w 226"/>
              <a:gd name="T85" fmla="*/ 53 h 203"/>
              <a:gd name="T86" fmla="*/ 151 w 226"/>
              <a:gd name="T87" fmla="*/ 65 h 203"/>
              <a:gd name="T88" fmla="*/ 159 w 226"/>
              <a:gd name="T89" fmla="*/ 79 h 203"/>
              <a:gd name="T90" fmla="*/ 167 w 226"/>
              <a:gd name="T91" fmla="*/ 92 h 203"/>
              <a:gd name="T92" fmla="*/ 175 w 226"/>
              <a:gd name="T93" fmla="*/ 105 h 203"/>
              <a:gd name="T94" fmla="*/ 186 w 226"/>
              <a:gd name="T95" fmla="*/ 125 h 203"/>
              <a:gd name="T96" fmla="*/ 190 w 226"/>
              <a:gd name="T97" fmla="*/ 150 h 203"/>
              <a:gd name="T98" fmla="*/ 173 w 226"/>
              <a:gd name="T99" fmla="*/ 148 h 203"/>
              <a:gd name="T100" fmla="*/ 166 w 226"/>
              <a:gd name="T101" fmla="*/ 138 h 203"/>
              <a:gd name="T102" fmla="*/ 177 w 226"/>
              <a:gd name="T103" fmla="*/ 121 h 203"/>
              <a:gd name="T104" fmla="*/ 180 w 226"/>
              <a:gd name="T105" fmla="*/ 108 h 203"/>
              <a:gd name="T106" fmla="*/ 172 w 226"/>
              <a:gd name="T107" fmla="*/ 95 h 203"/>
              <a:gd name="T108" fmla="*/ 194 w 226"/>
              <a:gd name="T109" fmla="*/ 151 h 203"/>
              <a:gd name="T110" fmla="*/ 205 w 226"/>
              <a:gd name="T111" fmla="*/ 164 h 203"/>
              <a:gd name="T112" fmla="*/ 213 w 226"/>
              <a:gd name="T113" fmla="*/ 174 h 203"/>
              <a:gd name="T114" fmla="*/ 221 w 226"/>
              <a:gd name="T115" fmla="*/ 191 h 203"/>
              <a:gd name="T116" fmla="*/ 199 w 226"/>
              <a:gd name="T117" fmla="*/ 200 h 203"/>
              <a:gd name="T118" fmla="*/ 191 w 226"/>
              <a:gd name="T119" fmla="*/ 184 h 203"/>
              <a:gd name="T120" fmla="*/ 185 w 226"/>
              <a:gd name="T121" fmla="*/ 169 h 2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226" h="203">
                <a:moveTo>
                  <a:pt x="50" y="90"/>
                </a:moveTo>
                <a:cubicBezTo>
                  <a:pt x="50" y="91"/>
                  <a:pt x="50" y="91"/>
                  <a:pt x="50" y="91"/>
                </a:cubicBezTo>
                <a:cubicBezTo>
                  <a:pt x="50" y="91"/>
                  <a:pt x="50" y="92"/>
                  <a:pt x="50" y="92"/>
                </a:cubicBezTo>
                <a:cubicBezTo>
                  <a:pt x="49" y="92"/>
                  <a:pt x="49" y="92"/>
                  <a:pt x="49" y="92"/>
                </a:cubicBezTo>
                <a:cubicBezTo>
                  <a:pt x="49" y="93"/>
                  <a:pt x="49" y="93"/>
                  <a:pt x="49" y="93"/>
                </a:cubicBezTo>
                <a:cubicBezTo>
                  <a:pt x="49" y="93"/>
                  <a:pt x="49" y="93"/>
                  <a:pt x="49" y="93"/>
                </a:cubicBezTo>
                <a:cubicBezTo>
                  <a:pt x="49" y="94"/>
                  <a:pt x="49" y="94"/>
                  <a:pt x="49" y="94"/>
                </a:cubicBezTo>
                <a:cubicBezTo>
                  <a:pt x="48" y="94"/>
                  <a:pt x="48" y="94"/>
                  <a:pt x="48" y="94"/>
                </a:cubicBezTo>
                <a:cubicBezTo>
                  <a:pt x="48" y="94"/>
                  <a:pt x="48" y="94"/>
                  <a:pt x="47" y="95"/>
                </a:cubicBezTo>
                <a:cubicBezTo>
                  <a:pt x="47" y="95"/>
                  <a:pt x="47" y="95"/>
                  <a:pt x="47" y="96"/>
                </a:cubicBezTo>
                <a:cubicBezTo>
                  <a:pt x="47" y="96"/>
                  <a:pt x="47" y="96"/>
                  <a:pt x="47" y="97"/>
                </a:cubicBezTo>
                <a:cubicBezTo>
                  <a:pt x="47" y="97"/>
                  <a:pt x="47" y="97"/>
                  <a:pt x="46" y="97"/>
                </a:cubicBezTo>
                <a:cubicBezTo>
                  <a:pt x="46" y="97"/>
                  <a:pt x="46" y="97"/>
                  <a:pt x="46" y="97"/>
                </a:cubicBezTo>
                <a:cubicBezTo>
                  <a:pt x="46" y="98"/>
                  <a:pt x="46" y="98"/>
                  <a:pt x="46" y="98"/>
                </a:cubicBezTo>
                <a:cubicBezTo>
                  <a:pt x="46" y="99"/>
                  <a:pt x="45" y="99"/>
                  <a:pt x="45" y="100"/>
                </a:cubicBezTo>
                <a:cubicBezTo>
                  <a:pt x="45" y="100"/>
                  <a:pt x="45" y="100"/>
                  <a:pt x="45" y="100"/>
                </a:cubicBezTo>
                <a:cubicBezTo>
                  <a:pt x="45" y="100"/>
                  <a:pt x="44" y="100"/>
                  <a:pt x="44" y="100"/>
                </a:cubicBezTo>
                <a:cubicBezTo>
                  <a:pt x="44" y="100"/>
                  <a:pt x="44" y="101"/>
                  <a:pt x="44" y="101"/>
                </a:cubicBezTo>
                <a:cubicBezTo>
                  <a:pt x="44" y="101"/>
                  <a:pt x="44" y="102"/>
                  <a:pt x="44" y="102"/>
                </a:cubicBezTo>
                <a:cubicBezTo>
                  <a:pt x="44" y="102"/>
                  <a:pt x="43" y="103"/>
                  <a:pt x="43" y="103"/>
                </a:cubicBezTo>
                <a:cubicBezTo>
                  <a:pt x="43" y="103"/>
                  <a:pt x="43" y="103"/>
                  <a:pt x="43" y="103"/>
                </a:cubicBezTo>
                <a:cubicBezTo>
                  <a:pt x="42" y="103"/>
                  <a:pt x="42" y="104"/>
                  <a:pt x="42" y="104"/>
                </a:cubicBezTo>
                <a:cubicBezTo>
                  <a:pt x="42" y="104"/>
                  <a:pt x="42" y="105"/>
                  <a:pt x="42" y="105"/>
                </a:cubicBezTo>
                <a:cubicBezTo>
                  <a:pt x="42" y="105"/>
                  <a:pt x="42" y="105"/>
                  <a:pt x="41" y="105"/>
                </a:cubicBezTo>
                <a:cubicBezTo>
                  <a:pt x="41" y="105"/>
                  <a:pt x="41" y="105"/>
                  <a:pt x="41" y="106"/>
                </a:cubicBezTo>
                <a:cubicBezTo>
                  <a:pt x="41" y="106"/>
                  <a:pt x="41" y="106"/>
                  <a:pt x="41" y="107"/>
                </a:cubicBezTo>
                <a:cubicBezTo>
                  <a:pt x="41" y="107"/>
                  <a:pt x="41" y="107"/>
                  <a:pt x="40" y="108"/>
                </a:cubicBezTo>
                <a:cubicBezTo>
                  <a:pt x="40" y="108"/>
                  <a:pt x="40" y="108"/>
                  <a:pt x="40" y="108"/>
                </a:cubicBezTo>
                <a:cubicBezTo>
                  <a:pt x="40" y="108"/>
                  <a:pt x="40" y="108"/>
                  <a:pt x="40" y="109"/>
                </a:cubicBezTo>
                <a:cubicBezTo>
                  <a:pt x="40" y="109"/>
                  <a:pt x="39" y="109"/>
                  <a:pt x="39" y="109"/>
                </a:cubicBezTo>
                <a:cubicBezTo>
                  <a:pt x="39" y="110"/>
                  <a:pt x="39" y="110"/>
                  <a:pt x="39" y="110"/>
                </a:cubicBezTo>
                <a:cubicBezTo>
                  <a:pt x="39" y="110"/>
                  <a:pt x="38" y="110"/>
                  <a:pt x="38" y="110"/>
                </a:cubicBezTo>
                <a:cubicBezTo>
                  <a:pt x="38" y="110"/>
                  <a:pt x="38" y="111"/>
                  <a:pt x="38" y="111"/>
                </a:cubicBezTo>
                <a:cubicBezTo>
                  <a:pt x="38" y="111"/>
                  <a:pt x="38" y="112"/>
                  <a:pt x="38" y="112"/>
                </a:cubicBezTo>
                <a:cubicBezTo>
                  <a:pt x="38" y="112"/>
                  <a:pt x="37" y="112"/>
                  <a:pt x="37" y="112"/>
                </a:cubicBezTo>
                <a:cubicBezTo>
                  <a:pt x="37" y="112"/>
                  <a:pt x="37" y="113"/>
                  <a:pt x="37" y="113"/>
                </a:cubicBezTo>
                <a:cubicBezTo>
                  <a:pt x="36" y="113"/>
                  <a:pt x="36" y="113"/>
                  <a:pt x="36" y="114"/>
                </a:cubicBezTo>
                <a:cubicBezTo>
                  <a:pt x="36" y="114"/>
                  <a:pt x="36" y="114"/>
                  <a:pt x="36" y="115"/>
                </a:cubicBezTo>
                <a:cubicBezTo>
                  <a:pt x="36" y="115"/>
                  <a:pt x="36" y="115"/>
                  <a:pt x="35" y="115"/>
                </a:cubicBezTo>
                <a:cubicBezTo>
                  <a:pt x="35" y="115"/>
                  <a:pt x="35" y="115"/>
                  <a:pt x="35" y="115"/>
                </a:cubicBezTo>
                <a:cubicBezTo>
                  <a:pt x="35" y="116"/>
                  <a:pt x="35" y="116"/>
                  <a:pt x="35" y="117"/>
                </a:cubicBezTo>
                <a:cubicBezTo>
                  <a:pt x="35" y="117"/>
                  <a:pt x="34" y="117"/>
                  <a:pt x="34" y="118"/>
                </a:cubicBezTo>
                <a:cubicBezTo>
                  <a:pt x="34" y="118"/>
                  <a:pt x="34" y="118"/>
                  <a:pt x="34" y="118"/>
                </a:cubicBezTo>
                <a:cubicBezTo>
                  <a:pt x="34" y="118"/>
                  <a:pt x="33" y="118"/>
                  <a:pt x="33" y="118"/>
                </a:cubicBezTo>
                <a:cubicBezTo>
                  <a:pt x="33" y="119"/>
                  <a:pt x="33" y="119"/>
                  <a:pt x="33" y="119"/>
                </a:cubicBezTo>
                <a:cubicBezTo>
                  <a:pt x="33" y="120"/>
                  <a:pt x="33" y="120"/>
                  <a:pt x="33" y="120"/>
                </a:cubicBezTo>
                <a:cubicBezTo>
                  <a:pt x="33" y="120"/>
                  <a:pt x="32" y="121"/>
                  <a:pt x="32" y="121"/>
                </a:cubicBezTo>
                <a:cubicBezTo>
                  <a:pt x="32" y="121"/>
                  <a:pt x="32" y="121"/>
                  <a:pt x="32" y="121"/>
                </a:cubicBezTo>
                <a:cubicBezTo>
                  <a:pt x="32" y="121"/>
                  <a:pt x="31" y="122"/>
                  <a:pt x="31" y="122"/>
                </a:cubicBezTo>
                <a:cubicBezTo>
                  <a:pt x="31" y="122"/>
                  <a:pt x="31" y="123"/>
                  <a:pt x="31" y="123"/>
                </a:cubicBezTo>
                <a:cubicBezTo>
                  <a:pt x="31" y="123"/>
                  <a:pt x="31" y="123"/>
                  <a:pt x="31" y="123"/>
                </a:cubicBezTo>
                <a:cubicBezTo>
                  <a:pt x="30" y="123"/>
                  <a:pt x="30" y="124"/>
                  <a:pt x="30" y="124"/>
                </a:cubicBezTo>
                <a:cubicBezTo>
                  <a:pt x="30" y="124"/>
                  <a:pt x="30" y="124"/>
                  <a:pt x="30" y="125"/>
                </a:cubicBezTo>
                <a:cubicBezTo>
                  <a:pt x="30" y="125"/>
                  <a:pt x="30" y="125"/>
                  <a:pt x="29" y="126"/>
                </a:cubicBezTo>
                <a:cubicBezTo>
                  <a:pt x="29" y="126"/>
                  <a:pt x="29" y="126"/>
                  <a:pt x="29" y="126"/>
                </a:cubicBezTo>
                <a:cubicBezTo>
                  <a:pt x="29" y="126"/>
                  <a:pt x="28" y="126"/>
                  <a:pt x="28" y="126"/>
                </a:cubicBezTo>
                <a:cubicBezTo>
                  <a:pt x="28" y="127"/>
                  <a:pt x="28" y="127"/>
                  <a:pt x="28" y="127"/>
                </a:cubicBezTo>
                <a:cubicBezTo>
                  <a:pt x="28" y="128"/>
                  <a:pt x="28" y="128"/>
                  <a:pt x="28" y="129"/>
                </a:cubicBezTo>
                <a:cubicBezTo>
                  <a:pt x="28" y="129"/>
                  <a:pt x="27" y="129"/>
                  <a:pt x="27" y="129"/>
                </a:cubicBezTo>
                <a:cubicBezTo>
                  <a:pt x="27" y="129"/>
                  <a:pt x="27" y="129"/>
                  <a:pt x="27" y="129"/>
                </a:cubicBezTo>
                <a:cubicBezTo>
                  <a:pt x="27" y="129"/>
                  <a:pt x="26" y="130"/>
                  <a:pt x="26" y="130"/>
                </a:cubicBezTo>
                <a:cubicBezTo>
                  <a:pt x="26" y="130"/>
                  <a:pt x="26" y="131"/>
                  <a:pt x="26" y="131"/>
                </a:cubicBezTo>
                <a:cubicBezTo>
                  <a:pt x="26" y="131"/>
                  <a:pt x="26" y="132"/>
                  <a:pt x="26" y="132"/>
                </a:cubicBezTo>
                <a:cubicBezTo>
                  <a:pt x="25" y="132"/>
                  <a:pt x="25" y="132"/>
                  <a:pt x="25" y="132"/>
                </a:cubicBezTo>
                <a:cubicBezTo>
                  <a:pt x="25" y="133"/>
                  <a:pt x="25" y="133"/>
                  <a:pt x="25" y="133"/>
                </a:cubicBezTo>
                <a:cubicBezTo>
                  <a:pt x="25" y="133"/>
                  <a:pt x="25" y="133"/>
                  <a:pt x="25" y="133"/>
                </a:cubicBezTo>
                <a:cubicBezTo>
                  <a:pt x="25" y="134"/>
                  <a:pt x="25" y="134"/>
                  <a:pt x="25" y="134"/>
                </a:cubicBezTo>
                <a:cubicBezTo>
                  <a:pt x="24" y="134"/>
                  <a:pt x="24" y="134"/>
                  <a:pt x="24" y="135"/>
                </a:cubicBezTo>
                <a:cubicBezTo>
                  <a:pt x="23" y="135"/>
                  <a:pt x="23" y="135"/>
                  <a:pt x="23" y="135"/>
                </a:cubicBezTo>
                <a:cubicBezTo>
                  <a:pt x="23" y="136"/>
                  <a:pt x="23" y="136"/>
                  <a:pt x="23" y="136"/>
                </a:cubicBezTo>
                <a:cubicBezTo>
                  <a:pt x="1" y="136"/>
                  <a:pt x="1" y="136"/>
                  <a:pt x="1" y="136"/>
                </a:cubicBezTo>
                <a:cubicBezTo>
                  <a:pt x="1" y="135"/>
                  <a:pt x="0" y="134"/>
                  <a:pt x="0" y="132"/>
                </a:cubicBezTo>
                <a:cubicBezTo>
                  <a:pt x="0" y="131"/>
                  <a:pt x="0" y="130"/>
                  <a:pt x="0" y="129"/>
                </a:cubicBezTo>
                <a:cubicBezTo>
                  <a:pt x="0" y="127"/>
                  <a:pt x="0" y="126"/>
                  <a:pt x="0" y="125"/>
                </a:cubicBezTo>
                <a:cubicBezTo>
                  <a:pt x="0" y="123"/>
                  <a:pt x="0" y="122"/>
                  <a:pt x="0" y="121"/>
                </a:cubicBezTo>
                <a:cubicBezTo>
                  <a:pt x="0" y="90"/>
                  <a:pt x="0" y="90"/>
                  <a:pt x="0" y="90"/>
                </a:cubicBezTo>
                <a:lnTo>
                  <a:pt x="50" y="90"/>
                </a:lnTo>
                <a:close/>
                <a:moveTo>
                  <a:pt x="12" y="163"/>
                </a:moveTo>
                <a:cubicBezTo>
                  <a:pt x="13" y="163"/>
                  <a:pt x="13" y="163"/>
                  <a:pt x="14" y="164"/>
                </a:cubicBezTo>
                <a:cubicBezTo>
                  <a:pt x="14" y="164"/>
                  <a:pt x="14" y="164"/>
                  <a:pt x="14" y="164"/>
                </a:cubicBezTo>
                <a:cubicBezTo>
                  <a:pt x="15" y="164"/>
                  <a:pt x="15" y="164"/>
                  <a:pt x="15" y="164"/>
                </a:cubicBezTo>
                <a:cubicBezTo>
                  <a:pt x="15" y="164"/>
                  <a:pt x="15" y="165"/>
                  <a:pt x="15" y="165"/>
                </a:cubicBezTo>
                <a:cubicBezTo>
                  <a:pt x="15" y="165"/>
                  <a:pt x="15" y="165"/>
                  <a:pt x="15" y="165"/>
                </a:cubicBezTo>
                <a:cubicBezTo>
                  <a:pt x="16" y="165"/>
                  <a:pt x="16" y="165"/>
                  <a:pt x="16" y="165"/>
                </a:cubicBezTo>
                <a:cubicBezTo>
                  <a:pt x="16" y="166"/>
                  <a:pt x="17" y="166"/>
                  <a:pt x="17" y="166"/>
                </a:cubicBezTo>
                <a:cubicBezTo>
                  <a:pt x="17" y="166"/>
                  <a:pt x="17" y="167"/>
                  <a:pt x="17" y="167"/>
                </a:cubicBezTo>
                <a:cubicBezTo>
                  <a:pt x="18" y="167"/>
                  <a:pt x="18" y="167"/>
                  <a:pt x="18" y="167"/>
                </a:cubicBezTo>
                <a:cubicBezTo>
                  <a:pt x="19" y="167"/>
                  <a:pt x="19" y="167"/>
                  <a:pt x="19" y="168"/>
                </a:cubicBezTo>
                <a:cubicBezTo>
                  <a:pt x="19" y="168"/>
                  <a:pt x="19" y="168"/>
                  <a:pt x="20" y="169"/>
                </a:cubicBezTo>
                <a:cubicBezTo>
                  <a:pt x="21" y="169"/>
                  <a:pt x="21" y="169"/>
                  <a:pt x="21" y="169"/>
                </a:cubicBezTo>
                <a:cubicBezTo>
                  <a:pt x="21" y="169"/>
                  <a:pt x="21" y="169"/>
                  <a:pt x="21" y="169"/>
                </a:cubicBezTo>
                <a:cubicBezTo>
                  <a:pt x="21" y="169"/>
                  <a:pt x="21" y="169"/>
                  <a:pt x="21" y="170"/>
                </a:cubicBezTo>
                <a:cubicBezTo>
                  <a:pt x="22" y="170"/>
                  <a:pt x="22" y="170"/>
                  <a:pt x="22" y="170"/>
                </a:cubicBezTo>
                <a:cubicBezTo>
                  <a:pt x="23" y="170"/>
                  <a:pt x="23" y="170"/>
                  <a:pt x="23" y="170"/>
                </a:cubicBezTo>
                <a:cubicBezTo>
                  <a:pt x="23" y="171"/>
                  <a:pt x="23" y="171"/>
                  <a:pt x="23" y="171"/>
                </a:cubicBezTo>
                <a:cubicBezTo>
                  <a:pt x="25" y="171"/>
                  <a:pt x="25" y="171"/>
                  <a:pt x="25" y="171"/>
                </a:cubicBezTo>
                <a:cubicBezTo>
                  <a:pt x="25" y="172"/>
                  <a:pt x="25" y="172"/>
                  <a:pt x="25" y="172"/>
                </a:cubicBezTo>
                <a:cubicBezTo>
                  <a:pt x="25" y="172"/>
                  <a:pt x="25" y="173"/>
                  <a:pt x="26" y="173"/>
                </a:cubicBezTo>
                <a:cubicBezTo>
                  <a:pt x="27" y="173"/>
                  <a:pt x="27" y="173"/>
                  <a:pt x="27" y="173"/>
                </a:cubicBezTo>
                <a:cubicBezTo>
                  <a:pt x="27" y="173"/>
                  <a:pt x="27" y="173"/>
                  <a:pt x="27" y="173"/>
                </a:cubicBezTo>
                <a:cubicBezTo>
                  <a:pt x="27" y="174"/>
                  <a:pt x="27" y="174"/>
                  <a:pt x="27" y="174"/>
                </a:cubicBezTo>
                <a:cubicBezTo>
                  <a:pt x="28" y="174"/>
                  <a:pt x="28" y="174"/>
                  <a:pt x="28" y="174"/>
                </a:cubicBezTo>
                <a:cubicBezTo>
                  <a:pt x="28" y="174"/>
                  <a:pt x="29" y="175"/>
                  <a:pt x="29" y="175"/>
                </a:cubicBezTo>
                <a:cubicBezTo>
                  <a:pt x="29" y="175"/>
                  <a:pt x="29" y="175"/>
                  <a:pt x="29" y="176"/>
                </a:cubicBezTo>
                <a:cubicBezTo>
                  <a:pt x="31" y="176"/>
                  <a:pt x="31" y="176"/>
                  <a:pt x="31" y="176"/>
                </a:cubicBezTo>
                <a:cubicBezTo>
                  <a:pt x="31" y="176"/>
                  <a:pt x="31" y="176"/>
                  <a:pt x="31" y="176"/>
                </a:cubicBezTo>
                <a:cubicBezTo>
                  <a:pt x="31" y="176"/>
                  <a:pt x="31" y="177"/>
                  <a:pt x="31" y="177"/>
                </a:cubicBezTo>
                <a:cubicBezTo>
                  <a:pt x="33" y="178"/>
                  <a:pt x="33" y="178"/>
                  <a:pt x="33" y="178"/>
                </a:cubicBezTo>
                <a:cubicBezTo>
                  <a:pt x="33" y="179"/>
                  <a:pt x="32" y="179"/>
                  <a:pt x="32" y="179"/>
                </a:cubicBezTo>
                <a:cubicBezTo>
                  <a:pt x="31" y="180"/>
                  <a:pt x="30" y="180"/>
                  <a:pt x="29" y="181"/>
                </a:cubicBezTo>
                <a:cubicBezTo>
                  <a:pt x="29" y="181"/>
                  <a:pt x="29" y="181"/>
                  <a:pt x="29" y="181"/>
                </a:cubicBezTo>
                <a:cubicBezTo>
                  <a:pt x="29" y="182"/>
                  <a:pt x="28" y="182"/>
                  <a:pt x="28" y="182"/>
                </a:cubicBezTo>
                <a:cubicBezTo>
                  <a:pt x="27" y="182"/>
                  <a:pt x="27" y="182"/>
                  <a:pt x="27" y="182"/>
                </a:cubicBezTo>
                <a:cubicBezTo>
                  <a:pt x="27" y="182"/>
                  <a:pt x="27" y="183"/>
                  <a:pt x="27" y="183"/>
                </a:cubicBezTo>
                <a:cubicBezTo>
                  <a:pt x="26" y="183"/>
                  <a:pt x="26" y="184"/>
                  <a:pt x="26" y="184"/>
                </a:cubicBezTo>
                <a:cubicBezTo>
                  <a:pt x="25" y="184"/>
                  <a:pt x="25" y="184"/>
                  <a:pt x="25" y="184"/>
                </a:cubicBezTo>
                <a:cubicBezTo>
                  <a:pt x="25" y="184"/>
                  <a:pt x="25" y="184"/>
                  <a:pt x="25" y="184"/>
                </a:cubicBezTo>
                <a:cubicBezTo>
                  <a:pt x="25" y="185"/>
                  <a:pt x="25" y="185"/>
                  <a:pt x="25" y="185"/>
                </a:cubicBezTo>
                <a:cubicBezTo>
                  <a:pt x="23" y="185"/>
                  <a:pt x="23" y="185"/>
                  <a:pt x="23" y="185"/>
                </a:cubicBezTo>
                <a:cubicBezTo>
                  <a:pt x="23" y="185"/>
                  <a:pt x="23" y="185"/>
                  <a:pt x="23" y="185"/>
                </a:cubicBezTo>
                <a:cubicBezTo>
                  <a:pt x="23" y="186"/>
                  <a:pt x="23" y="186"/>
                  <a:pt x="23" y="186"/>
                </a:cubicBezTo>
                <a:cubicBezTo>
                  <a:pt x="23" y="186"/>
                  <a:pt x="22" y="186"/>
                  <a:pt x="22" y="186"/>
                </a:cubicBezTo>
                <a:cubicBezTo>
                  <a:pt x="22" y="186"/>
                  <a:pt x="22" y="186"/>
                  <a:pt x="21" y="187"/>
                </a:cubicBezTo>
                <a:cubicBezTo>
                  <a:pt x="21" y="187"/>
                  <a:pt x="21" y="187"/>
                  <a:pt x="21" y="187"/>
                </a:cubicBezTo>
                <a:cubicBezTo>
                  <a:pt x="20" y="188"/>
                  <a:pt x="20" y="188"/>
                  <a:pt x="20" y="188"/>
                </a:cubicBezTo>
                <a:cubicBezTo>
                  <a:pt x="19" y="188"/>
                  <a:pt x="19" y="188"/>
                  <a:pt x="19" y="188"/>
                </a:cubicBezTo>
                <a:cubicBezTo>
                  <a:pt x="19" y="188"/>
                  <a:pt x="19" y="189"/>
                  <a:pt x="19" y="189"/>
                </a:cubicBezTo>
                <a:cubicBezTo>
                  <a:pt x="19" y="189"/>
                  <a:pt x="19" y="189"/>
                  <a:pt x="18" y="189"/>
                </a:cubicBezTo>
                <a:cubicBezTo>
                  <a:pt x="17" y="189"/>
                  <a:pt x="17" y="189"/>
                  <a:pt x="17" y="189"/>
                </a:cubicBezTo>
                <a:cubicBezTo>
                  <a:pt x="17" y="190"/>
                  <a:pt x="17" y="190"/>
                  <a:pt x="17" y="190"/>
                </a:cubicBezTo>
                <a:cubicBezTo>
                  <a:pt x="17" y="190"/>
                  <a:pt x="16" y="191"/>
                  <a:pt x="16" y="191"/>
                </a:cubicBezTo>
                <a:cubicBezTo>
                  <a:pt x="15" y="191"/>
                  <a:pt x="15" y="191"/>
                  <a:pt x="15" y="191"/>
                </a:cubicBezTo>
                <a:cubicBezTo>
                  <a:pt x="15" y="191"/>
                  <a:pt x="15" y="191"/>
                  <a:pt x="15" y="192"/>
                </a:cubicBezTo>
                <a:cubicBezTo>
                  <a:pt x="14" y="192"/>
                  <a:pt x="14" y="192"/>
                  <a:pt x="14" y="193"/>
                </a:cubicBezTo>
                <a:cubicBezTo>
                  <a:pt x="13" y="193"/>
                  <a:pt x="13" y="193"/>
                  <a:pt x="13" y="193"/>
                </a:cubicBezTo>
                <a:cubicBezTo>
                  <a:pt x="13" y="193"/>
                  <a:pt x="13" y="193"/>
                  <a:pt x="13" y="193"/>
                </a:cubicBezTo>
                <a:cubicBezTo>
                  <a:pt x="13" y="193"/>
                  <a:pt x="13" y="193"/>
                  <a:pt x="12" y="194"/>
                </a:cubicBezTo>
                <a:cubicBezTo>
                  <a:pt x="11" y="194"/>
                  <a:pt x="11" y="194"/>
                  <a:pt x="11" y="194"/>
                </a:cubicBezTo>
                <a:cubicBezTo>
                  <a:pt x="11" y="194"/>
                  <a:pt x="11" y="194"/>
                  <a:pt x="11" y="195"/>
                </a:cubicBezTo>
                <a:cubicBezTo>
                  <a:pt x="11" y="195"/>
                  <a:pt x="10" y="195"/>
                  <a:pt x="10" y="195"/>
                </a:cubicBezTo>
                <a:cubicBezTo>
                  <a:pt x="9" y="195"/>
                  <a:pt x="9" y="195"/>
                  <a:pt x="9" y="195"/>
                </a:cubicBezTo>
                <a:cubicBezTo>
                  <a:pt x="9" y="196"/>
                  <a:pt x="9" y="196"/>
                  <a:pt x="9" y="196"/>
                </a:cubicBezTo>
                <a:cubicBezTo>
                  <a:pt x="8" y="196"/>
                  <a:pt x="8" y="197"/>
                  <a:pt x="8" y="197"/>
                </a:cubicBezTo>
                <a:cubicBezTo>
                  <a:pt x="7" y="197"/>
                  <a:pt x="7" y="197"/>
                  <a:pt x="7" y="197"/>
                </a:cubicBezTo>
                <a:cubicBezTo>
                  <a:pt x="7" y="197"/>
                  <a:pt x="7" y="197"/>
                  <a:pt x="7" y="197"/>
                </a:cubicBezTo>
                <a:cubicBezTo>
                  <a:pt x="7" y="198"/>
                  <a:pt x="7" y="198"/>
                  <a:pt x="7" y="198"/>
                </a:cubicBezTo>
                <a:cubicBezTo>
                  <a:pt x="5" y="198"/>
                  <a:pt x="5" y="198"/>
                  <a:pt x="5" y="198"/>
                </a:cubicBezTo>
                <a:cubicBezTo>
                  <a:pt x="5" y="199"/>
                  <a:pt x="5" y="199"/>
                  <a:pt x="5" y="199"/>
                </a:cubicBezTo>
                <a:cubicBezTo>
                  <a:pt x="5" y="199"/>
                  <a:pt x="5" y="199"/>
                  <a:pt x="5" y="199"/>
                </a:cubicBezTo>
                <a:cubicBezTo>
                  <a:pt x="4" y="199"/>
                  <a:pt x="4" y="200"/>
                  <a:pt x="3" y="200"/>
                </a:cubicBezTo>
                <a:cubicBezTo>
                  <a:pt x="4" y="193"/>
                  <a:pt x="6" y="187"/>
                  <a:pt x="7" y="181"/>
                </a:cubicBezTo>
                <a:cubicBezTo>
                  <a:pt x="8" y="175"/>
                  <a:pt x="9" y="168"/>
                  <a:pt x="10" y="162"/>
                </a:cubicBezTo>
                <a:cubicBezTo>
                  <a:pt x="11" y="162"/>
                  <a:pt x="12" y="162"/>
                  <a:pt x="12" y="163"/>
                </a:cubicBezTo>
                <a:close/>
                <a:moveTo>
                  <a:pt x="62" y="77"/>
                </a:moveTo>
                <a:cubicBezTo>
                  <a:pt x="62" y="77"/>
                  <a:pt x="62" y="77"/>
                  <a:pt x="63" y="78"/>
                </a:cubicBezTo>
                <a:cubicBezTo>
                  <a:pt x="63" y="78"/>
                  <a:pt x="63" y="78"/>
                  <a:pt x="63" y="78"/>
                </a:cubicBezTo>
                <a:cubicBezTo>
                  <a:pt x="64" y="78"/>
                  <a:pt x="64" y="78"/>
                  <a:pt x="64" y="78"/>
                </a:cubicBezTo>
                <a:cubicBezTo>
                  <a:pt x="64" y="79"/>
                  <a:pt x="64" y="79"/>
                  <a:pt x="64" y="79"/>
                </a:cubicBezTo>
                <a:cubicBezTo>
                  <a:pt x="65" y="79"/>
                  <a:pt x="65" y="79"/>
                  <a:pt x="65" y="79"/>
                </a:cubicBezTo>
                <a:cubicBezTo>
                  <a:pt x="65" y="79"/>
                  <a:pt x="65" y="79"/>
                  <a:pt x="65" y="79"/>
                </a:cubicBezTo>
                <a:cubicBezTo>
                  <a:pt x="65" y="79"/>
                  <a:pt x="65" y="80"/>
                  <a:pt x="66" y="80"/>
                </a:cubicBezTo>
                <a:cubicBezTo>
                  <a:pt x="66" y="80"/>
                  <a:pt x="66" y="80"/>
                  <a:pt x="67" y="80"/>
                </a:cubicBezTo>
                <a:cubicBezTo>
                  <a:pt x="67" y="80"/>
                  <a:pt x="67" y="80"/>
                  <a:pt x="68" y="80"/>
                </a:cubicBezTo>
                <a:cubicBezTo>
                  <a:pt x="68" y="81"/>
                  <a:pt x="68" y="81"/>
                  <a:pt x="68" y="81"/>
                </a:cubicBezTo>
                <a:cubicBezTo>
                  <a:pt x="68" y="81"/>
                  <a:pt x="68" y="81"/>
                  <a:pt x="68" y="81"/>
                </a:cubicBezTo>
                <a:cubicBezTo>
                  <a:pt x="69" y="81"/>
                  <a:pt x="69" y="81"/>
                  <a:pt x="69" y="81"/>
                </a:cubicBezTo>
                <a:cubicBezTo>
                  <a:pt x="70" y="82"/>
                  <a:pt x="70" y="82"/>
                  <a:pt x="70" y="82"/>
                </a:cubicBezTo>
                <a:cubicBezTo>
                  <a:pt x="70" y="82"/>
                  <a:pt x="70" y="82"/>
                  <a:pt x="70" y="83"/>
                </a:cubicBezTo>
                <a:cubicBezTo>
                  <a:pt x="70" y="83"/>
                  <a:pt x="71" y="83"/>
                  <a:pt x="71" y="83"/>
                </a:cubicBezTo>
                <a:cubicBezTo>
                  <a:pt x="71" y="83"/>
                  <a:pt x="72" y="83"/>
                  <a:pt x="72" y="83"/>
                </a:cubicBezTo>
                <a:cubicBezTo>
                  <a:pt x="72" y="83"/>
                  <a:pt x="72" y="83"/>
                  <a:pt x="72" y="84"/>
                </a:cubicBezTo>
                <a:cubicBezTo>
                  <a:pt x="73" y="84"/>
                  <a:pt x="73" y="84"/>
                  <a:pt x="73" y="84"/>
                </a:cubicBezTo>
                <a:cubicBezTo>
                  <a:pt x="74" y="84"/>
                  <a:pt x="74" y="84"/>
                  <a:pt x="74" y="84"/>
                </a:cubicBezTo>
                <a:cubicBezTo>
                  <a:pt x="74" y="84"/>
                  <a:pt x="74" y="85"/>
                  <a:pt x="74" y="85"/>
                </a:cubicBezTo>
                <a:cubicBezTo>
                  <a:pt x="75" y="85"/>
                  <a:pt x="75" y="85"/>
                  <a:pt x="75" y="86"/>
                </a:cubicBezTo>
                <a:cubicBezTo>
                  <a:pt x="76" y="86"/>
                  <a:pt x="76" y="86"/>
                  <a:pt x="76" y="86"/>
                </a:cubicBezTo>
                <a:cubicBezTo>
                  <a:pt x="77" y="86"/>
                  <a:pt x="77" y="86"/>
                  <a:pt x="77" y="86"/>
                </a:cubicBezTo>
                <a:cubicBezTo>
                  <a:pt x="77" y="87"/>
                  <a:pt x="77" y="87"/>
                  <a:pt x="77" y="87"/>
                </a:cubicBezTo>
                <a:cubicBezTo>
                  <a:pt x="77" y="87"/>
                  <a:pt x="78" y="87"/>
                  <a:pt x="78" y="87"/>
                </a:cubicBezTo>
                <a:cubicBezTo>
                  <a:pt x="78" y="87"/>
                  <a:pt x="79" y="87"/>
                  <a:pt x="79" y="88"/>
                </a:cubicBezTo>
                <a:cubicBezTo>
                  <a:pt x="79" y="88"/>
                  <a:pt x="79" y="88"/>
                  <a:pt x="80" y="88"/>
                </a:cubicBezTo>
                <a:cubicBezTo>
                  <a:pt x="80" y="88"/>
                  <a:pt x="80" y="88"/>
                  <a:pt x="80" y="89"/>
                </a:cubicBezTo>
                <a:cubicBezTo>
                  <a:pt x="81" y="89"/>
                  <a:pt x="81" y="89"/>
                  <a:pt x="81" y="89"/>
                </a:cubicBezTo>
                <a:cubicBezTo>
                  <a:pt x="81" y="89"/>
                  <a:pt x="81" y="89"/>
                  <a:pt x="81" y="89"/>
                </a:cubicBezTo>
                <a:cubicBezTo>
                  <a:pt x="81" y="89"/>
                  <a:pt x="81" y="90"/>
                  <a:pt x="81" y="90"/>
                </a:cubicBezTo>
                <a:cubicBezTo>
                  <a:pt x="83" y="90"/>
                  <a:pt x="83" y="90"/>
                  <a:pt x="83" y="90"/>
                </a:cubicBezTo>
                <a:cubicBezTo>
                  <a:pt x="83" y="90"/>
                  <a:pt x="83" y="90"/>
                  <a:pt x="83" y="90"/>
                </a:cubicBezTo>
                <a:cubicBezTo>
                  <a:pt x="84" y="90"/>
                  <a:pt x="84" y="90"/>
                  <a:pt x="84" y="90"/>
                </a:cubicBezTo>
                <a:cubicBezTo>
                  <a:pt x="84" y="90"/>
                  <a:pt x="84" y="91"/>
                  <a:pt x="84" y="91"/>
                </a:cubicBezTo>
                <a:cubicBezTo>
                  <a:pt x="84" y="91"/>
                  <a:pt x="84" y="91"/>
                  <a:pt x="85" y="91"/>
                </a:cubicBezTo>
                <a:cubicBezTo>
                  <a:pt x="85" y="92"/>
                  <a:pt x="85" y="92"/>
                  <a:pt x="85" y="92"/>
                </a:cubicBezTo>
                <a:cubicBezTo>
                  <a:pt x="84" y="93"/>
                  <a:pt x="84" y="93"/>
                  <a:pt x="84" y="93"/>
                </a:cubicBezTo>
                <a:cubicBezTo>
                  <a:pt x="84" y="93"/>
                  <a:pt x="84" y="94"/>
                  <a:pt x="84" y="94"/>
                </a:cubicBezTo>
                <a:cubicBezTo>
                  <a:pt x="83" y="94"/>
                  <a:pt x="83" y="94"/>
                  <a:pt x="83" y="94"/>
                </a:cubicBezTo>
                <a:cubicBezTo>
                  <a:pt x="83" y="95"/>
                  <a:pt x="83" y="95"/>
                  <a:pt x="83" y="95"/>
                </a:cubicBezTo>
                <a:cubicBezTo>
                  <a:pt x="83" y="95"/>
                  <a:pt x="83" y="95"/>
                  <a:pt x="82" y="95"/>
                </a:cubicBezTo>
                <a:cubicBezTo>
                  <a:pt x="82" y="96"/>
                  <a:pt x="82" y="96"/>
                  <a:pt x="82" y="96"/>
                </a:cubicBezTo>
                <a:cubicBezTo>
                  <a:pt x="82" y="97"/>
                  <a:pt x="82" y="97"/>
                  <a:pt x="82" y="97"/>
                </a:cubicBezTo>
                <a:cubicBezTo>
                  <a:pt x="81" y="97"/>
                  <a:pt x="81" y="97"/>
                  <a:pt x="81" y="97"/>
                </a:cubicBezTo>
                <a:cubicBezTo>
                  <a:pt x="81" y="98"/>
                  <a:pt x="81" y="98"/>
                  <a:pt x="81" y="98"/>
                </a:cubicBezTo>
                <a:cubicBezTo>
                  <a:pt x="81" y="98"/>
                  <a:pt x="81" y="98"/>
                  <a:pt x="81" y="98"/>
                </a:cubicBezTo>
                <a:cubicBezTo>
                  <a:pt x="81" y="98"/>
                  <a:pt x="81" y="98"/>
                  <a:pt x="80" y="98"/>
                </a:cubicBezTo>
                <a:cubicBezTo>
                  <a:pt x="80" y="100"/>
                  <a:pt x="80" y="100"/>
                  <a:pt x="80" y="100"/>
                </a:cubicBezTo>
                <a:cubicBezTo>
                  <a:pt x="80" y="100"/>
                  <a:pt x="80" y="100"/>
                  <a:pt x="80" y="100"/>
                </a:cubicBezTo>
                <a:cubicBezTo>
                  <a:pt x="80" y="101"/>
                  <a:pt x="80" y="101"/>
                  <a:pt x="80" y="101"/>
                </a:cubicBezTo>
                <a:cubicBezTo>
                  <a:pt x="80" y="101"/>
                  <a:pt x="79" y="101"/>
                  <a:pt x="79" y="101"/>
                </a:cubicBezTo>
                <a:cubicBezTo>
                  <a:pt x="79" y="101"/>
                  <a:pt x="79" y="101"/>
                  <a:pt x="79" y="101"/>
                </a:cubicBezTo>
                <a:cubicBezTo>
                  <a:pt x="78" y="104"/>
                  <a:pt x="78" y="104"/>
                  <a:pt x="78" y="104"/>
                </a:cubicBezTo>
                <a:cubicBezTo>
                  <a:pt x="77" y="105"/>
                  <a:pt x="77" y="105"/>
                  <a:pt x="77" y="105"/>
                </a:cubicBezTo>
                <a:cubicBezTo>
                  <a:pt x="77" y="105"/>
                  <a:pt x="77" y="105"/>
                  <a:pt x="76" y="105"/>
                </a:cubicBezTo>
                <a:cubicBezTo>
                  <a:pt x="76" y="105"/>
                  <a:pt x="76" y="106"/>
                  <a:pt x="76" y="106"/>
                </a:cubicBezTo>
                <a:cubicBezTo>
                  <a:pt x="76" y="106"/>
                  <a:pt x="76" y="107"/>
                  <a:pt x="76" y="107"/>
                </a:cubicBezTo>
                <a:cubicBezTo>
                  <a:pt x="76" y="107"/>
                  <a:pt x="76" y="107"/>
                  <a:pt x="75" y="107"/>
                </a:cubicBezTo>
                <a:cubicBezTo>
                  <a:pt x="75" y="108"/>
                  <a:pt x="75" y="108"/>
                  <a:pt x="75" y="108"/>
                </a:cubicBezTo>
                <a:cubicBezTo>
                  <a:pt x="75" y="108"/>
                  <a:pt x="75" y="109"/>
                  <a:pt x="75" y="109"/>
                </a:cubicBezTo>
                <a:cubicBezTo>
                  <a:pt x="75" y="109"/>
                  <a:pt x="74" y="110"/>
                  <a:pt x="74" y="110"/>
                </a:cubicBezTo>
                <a:cubicBezTo>
                  <a:pt x="74" y="110"/>
                  <a:pt x="74" y="110"/>
                  <a:pt x="74" y="110"/>
                </a:cubicBezTo>
                <a:cubicBezTo>
                  <a:pt x="74" y="110"/>
                  <a:pt x="73" y="110"/>
                  <a:pt x="73" y="111"/>
                </a:cubicBezTo>
                <a:cubicBezTo>
                  <a:pt x="73" y="111"/>
                  <a:pt x="73" y="111"/>
                  <a:pt x="73" y="112"/>
                </a:cubicBezTo>
                <a:cubicBezTo>
                  <a:pt x="73" y="112"/>
                  <a:pt x="73" y="112"/>
                  <a:pt x="73" y="113"/>
                </a:cubicBezTo>
                <a:cubicBezTo>
                  <a:pt x="73" y="113"/>
                  <a:pt x="72" y="113"/>
                  <a:pt x="72" y="113"/>
                </a:cubicBezTo>
                <a:cubicBezTo>
                  <a:pt x="72" y="113"/>
                  <a:pt x="72" y="113"/>
                  <a:pt x="72" y="113"/>
                </a:cubicBezTo>
                <a:cubicBezTo>
                  <a:pt x="70" y="117"/>
                  <a:pt x="70" y="117"/>
                  <a:pt x="70" y="117"/>
                </a:cubicBezTo>
                <a:cubicBezTo>
                  <a:pt x="70" y="117"/>
                  <a:pt x="70" y="117"/>
                  <a:pt x="70" y="117"/>
                </a:cubicBezTo>
                <a:cubicBezTo>
                  <a:pt x="70" y="117"/>
                  <a:pt x="70" y="117"/>
                  <a:pt x="69" y="117"/>
                </a:cubicBezTo>
                <a:cubicBezTo>
                  <a:pt x="69" y="118"/>
                  <a:pt x="69" y="118"/>
                  <a:pt x="69" y="118"/>
                </a:cubicBezTo>
                <a:cubicBezTo>
                  <a:pt x="69" y="118"/>
                  <a:pt x="69" y="118"/>
                  <a:pt x="69" y="118"/>
                </a:cubicBezTo>
                <a:cubicBezTo>
                  <a:pt x="69" y="119"/>
                  <a:pt x="69" y="119"/>
                  <a:pt x="69" y="119"/>
                </a:cubicBezTo>
                <a:cubicBezTo>
                  <a:pt x="69" y="119"/>
                  <a:pt x="69" y="119"/>
                  <a:pt x="68" y="120"/>
                </a:cubicBezTo>
                <a:cubicBezTo>
                  <a:pt x="68" y="120"/>
                  <a:pt x="68" y="120"/>
                  <a:pt x="68" y="120"/>
                </a:cubicBezTo>
                <a:cubicBezTo>
                  <a:pt x="68" y="120"/>
                  <a:pt x="68" y="121"/>
                  <a:pt x="68" y="121"/>
                </a:cubicBezTo>
                <a:cubicBezTo>
                  <a:pt x="67" y="121"/>
                  <a:pt x="67" y="122"/>
                  <a:pt x="67" y="122"/>
                </a:cubicBezTo>
                <a:cubicBezTo>
                  <a:pt x="67" y="122"/>
                  <a:pt x="67" y="122"/>
                  <a:pt x="67" y="122"/>
                </a:cubicBezTo>
                <a:cubicBezTo>
                  <a:pt x="66" y="122"/>
                  <a:pt x="66" y="122"/>
                  <a:pt x="66" y="122"/>
                </a:cubicBezTo>
                <a:cubicBezTo>
                  <a:pt x="66" y="123"/>
                  <a:pt x="66" y="123"/>
                  <a:pt x="66" y="124"/>
                </a:cubicBezTo>
                <a:cubicBezTo>
                  <a:pt x="66" y="124"/>
                  <a:pt x="66" y="124"/>
                  <a:pt x="66" y="125"/>
                </a:cubicBezTo>
                <a:cubicBezTo>
                  <a:pt x="65" y="125"/>
                  <a:pt x="65" y="125"/>
                  <a:pt x="65" y="125"/>
                </a:cubicBezTo>
                <a:cubicBezTo>
                  <a:pt x="65" y="125"/>
                  <a:pt x="65" y="125"/>
                  <a:pt x="65" y="125"/>
                </a:cubicBezTo>
                <a:cubicBezTo>
                  <a:pt x="65" y="126"/>
                  <a:pt x="65" y="126"/>
                  <a:pt x="65" y="126"/>
                </a:cubicBezTo>
                <a:cubicBezTo>
                  <a:pt x="64" y="126"/>
                  <a:pt x="64" y="126"/>
                  <a:pt x="64" y="126"/>
                </a:cubicBezTo>
                <a:cubicBezTo>
                  <a:pt x="64" y="127"/>
                  <a:pt x="64" y="127"/>
                  <a:pt x="64" y="127"/>
                </a:cubicBezTo>
                <a:cubicBezTo>
                  <a:pt x="64" y="128"/>
                  <a:pt x="64" y="128"/>
                  <a:pt x="63" y="128"/>
                </a:cubicBezTo>
                <a:cubicBezTo>
                  <a:pt x="63" y="128"/>
                  <a:pt x="63" y="128"/>
                  <a:pt x="63" y="128"/>
                </a:cubicBezTo>
                <a:cubicBezTo>
                  <a:pt x="62" y="131"/>
                  <a:pt x="62" y="131"/>
                  <a:pt x="62" y="131"/>
                </a:cubicBezTo>
                <a:cubicBezTo>
                  <a:pt x="62" y="131"/>
                  <a:pt x="61" y="132"/>
                  <a:pt x="61" y="132"/>
                </a:cubicBezTo>
                <a:cubicBezTo>
                  <a:pt x="61" y="132"/>
                  <a:pt x="61" y="132"/>
                  <a:pt x="61" y="132"/>
                </a:cubicBezTo>
                <a:cubicBezTo>
                  <a:pt x="61" y="132"/>
                  <a:pt x="60" y="133"/>
                  <a:pt x="60" y="133"/>
                </a:cubicBezTo>
                <a:cubicBezTo>
                  <a:pt x="60" y="133"/>
                  <a:pt x="60" y="134"/>
                  <a:pt x="60" y="134"/>
                </a:cubicBezTo>
                <a:cubicBezTo>
                  <a:pt x="60" y="134"/>
                  <a:pt x="60" y="134"/>
                  <a:pt x="60" y="134"/>
                </a:cubicBezTo>
                <a:cubicBezTo>
                  <a:pt x="59" y="134"/>
                  <a:pt x="59" y="134"/>
                  <a:pt x="59" y="135"/>
                </a:cubicBezTo>
                <a:cubicBezTo>
                  <a:pt x="59" y="135"/>
                  <a:pt x="59" y="135"/>
                  <a:pt x="59" y="136"/>
                </a:cubicBezTo>
                <a:cubicBezTo>
                  <a:pt x="59" y="136"/>
                  <a:pt x="59" y="136"/>
                  <a:pt x="58" y="137"/>
                </a:cubicBezTo>
                <a:cubicBezTo>
                  <a:pt x="58" y="137"/>
                  <a:pt x="58" y="137"/>
                  <a:pt x="58" y="137"/>
                </a:cubicBezTo>
                <a:cubicBezTo>
                  <a:pt x="58" y="137"/>
                  <a:pt x="57" y="137"/>
                  <a:pt x="57" y="137"/>
                </a:cubicBezTo>
                <a:cubicBezTo>
                  <a:pt x="57" y="138"/>
                  <a:pt x="57" y="138"/>
                  <a:pt x="57" y="138"/>
                </a:cubicBezTo>
                <a:cubicBezTo>
                  <a:pt x="57" y="139"/>
                  <a:pt x="57" y="139"/>
                  <a:pt x="57" y="140"/>
                </a:cubicBezTo>
                <a:cubicBezTo>
                  <a:pt x="57" y="140"/>
                  <a:pt x="56" y="140"/>
                  <a:pt x="56" y="140"/>
                </a:cubicBezTo>
                <a:cubicBezTo>
                  <a:pt x="56" y="140"/>
                  <a:pt x="56" y="140"/>
                  <a:pt x="56" y="140"/>
                </a:cubicBezTo>
                <a:cubicBezTo>
                  <a:pt x="55" y="143"/>
                  <a:pt x="55" y="143"/>
                  <a:pt x="55" y="143"/>
                </a:cubicBezTo>
                <a:cubicBezTo>
                  <a:pt x="54" y="143"/>
                  <a:pt x="54" y="144"/>
                  <a:pt x="54" y="144"/>
                </a:cubicBezTo>
                <a:cubicBezTo>
                  <a:pt x="54" y="144"/>
                  <a:pt x="54" y="144"/>
                  <a:pt x="54" y="144"/>
                </a:cubicBezTo>
                <a:cubicBezTo>
                  <a:pt x="53" y="144"/>
                  <a:pt x="53" y="145"/>
                  <a:pt x="53" y="145"/>
                </a:cubicBezTo>
                <a:cubicBezTo>
                  <a:pt x="53" y="145"/>
                  <a:pt x="53" y="146"/>
                  <a:pt x="53" y="146"/>
                </a:cubicBezTo>
                <a:cubicBezTo>
                  <a:pt x="53" y="146"/>
                  <a:pt x="53" y="146"/>
                  <a:pt x="52" y="146"/>
                </a:cubicBezTo>
                <a:cubicBezTo>
                  <a:pt x="52" y="146"/>
                  <a:pt x="52" y="147"/>
                  <a:pt x="52" y="147"/>
                </a:cubicBezTo>
                <a:cubicBezTo>
                  <a:pt x="52" y="147"/>
                  <a:pt x="52" y="147"/>
                  <a:pt x="52" y="148"/>
                </a:cubicBezTo>
                <a:cubicBezTo>
                  <a:pt x="52" y="148"/>
                  <a:pt x="51" y="148"/>
                  <a:pt x="51" y="149"/>
                </a:cubicBezTo>
                <a:cubicBezTo>
                  <a:pt x="51" y="149"/>
                  <a:pt x="51" y="149"/>
                  <a:pt x="51" y="149"/>
                </a:cubicBezTo>
                <a:cubicBezTo>
                  <a:pt x="51" y="149"/>
                  <a:pt x="50" y="149"/>
                  <a:pt x="50" y="149"/>
                </a:cubicBezTo>
                <a:cubicBezTo>
                  <a:pt x="49" y="153"/>
                  <a:pt x="49" y="153"/>
                  <a:pt x="49" y="153"/>
                </a:cubicBezTo>
                <a:cubicBezTo>
                  <a:pt x="49" y="153"/>
                  <a:pt x="49" y="153"/>
                  <a:pt x="49" y="153"/>
                </a:cubicBezTo>
                <a:cubicBezTo>
                  <a:pt x="48" y="153"/>
                  <a:pt x="48" y="153"/>
                  <a:pt x="48" y="153"/>
                </a:cubicBezTo>
                <a:cubicBezTo>
                  <a:pt x="48" y="154"/>
                  <a:pt x="48" y="154"/>
                  <a:pt x="48" y="154"/>
                </a:cubicBezTo>
                <a:cubicBezTo>
                  <a:pt x="47" y="154"/>
                  <a:pt x="47" y="154"/>
                  <a:pt x="47" y="154"/>
                </a:cubicBezTo>
                <a:cubicBezTo>
                  <a:pt x="47" y="155"/>
                  <a:pt x="47" y="155"/>
                  <a:pt x="47" y="155"/>
                </a:cubicBezTo>
                <a:cubicBezTo>
                  <a:pt x="47" y="155"/>
                  <a:pt x="47" y="156"/>
                  <a:pt x="47" y="156"/>
                </a:cubicBezTo>
                <a:cubicBezTo>
                  <a:pt x="47" y="156"/>
                  <a:pt x="47" y="156"/>
                  <a:pt x="46" y="156"/>
                </a:cubicBezTo>
                <a:cubicBezTo>
                  <a:pt x="46" y="156"/>
                  <a:pt x="46" y="157"/>
                  <a:pt x="46" y="157"/>
                </a:cubicBezTo>
                <a:cubicBezTo>
                  <a:pt x="46" y="157"/>
                  <a:pt x="46" y="158"/>
                  <a:pt x="46" y="158"/>
                </a:cubicBezTo>
                <a:cubicBezTo>
                  <a:pt x="46" y="158"/>
                  <a:pt x="46" y="158"/>
                  <a:pt x="45" y="158"/>
                </a:cubicBezTo>
                <a:cubicBezTo>
                  <a:pt x="45" y="158"/>
                  <a:pt x="45" y="159"/>
                  <a:pt x="45" y="159"/>
                </a:cubicBezTo>
                <a:cubicBezTo>
                  <a:pt x="45" y="159"/>
                  <a:pt x="45" y="159"/>
                  <a:pt x="44" y="160"/>
                </a:cubicBezTo>
                <a:cubicBezTo>
                  <a:pt x="44" y="160"/>
                  <a:pt x="44" y="160"/>
                  <a:pt x="44" y="161"/>
                </a:cubicBezTo>
                <a:cubicBezTo>
                  <a:pt x="44" y="161"/>
                  <a:pt x="44" y="161"/>
                  <a:pt x="44" y="161"/>
                </a:cubicBezTo>
                <a:cubicBezTo>
                  <a:pt x="43" y="161"/>
                  <a:pt x="43" y="161"/>
                  <a:pt x="43" y="161"/>
                </a:cubicBezTo>
                <a:cubicBezTo>
                  <a:pt x="42" y="165"/>
                  <a:pt x="42" y="165"/>
                  <a:pt x="42" y="165"/>
                </a:cubicBezTo>
                <a:cubicBezTo>
                  <a:pt x="42" y="165"/>
                  <a:pt x="42" y="165"/>
                  <a:pt x="41" y="165"/>
                </a:cubicBezTo>
                <a:cubicBezTo>
                  <a:pt x="41" y="165"/>
                  <a:pt x="41" y="165"/>
                  <a:pt x="41" y="165"/>
                </a:cubicBezTo>
                <a:cubicBezTo>
                  <a:pt x="41" y="166"/>
                  <a:pt x="41" y="166"/>
                  <a:pt x="41" y="166"/>
                </a:cubicBezTo>
                <a:cubicBezTo>
                  <a:pt x="40" y="166"/>
                  <a:pt x="40" y="166"/>
                  <a:pt x="40" y="166"/>
                </a:cubicBezTo>
                <a:cubicBezTo>
                  <a:pt x="40" y="167"/>
                  <a:pt x="40" y="167"/>
                  <a:pt x="40" y="167"/>
                </a:cubicBezTo>
                <a:cubicBezTo>
                  <a:pt x="40" y="168"/>
                  <a:pt x="40" y="168"/>
                  <a:pt x="40" y="168"/>
                </a:cubicBezTo>
                <a:cubicBezTo>
                  <a:pt x="40" y="168"/>
                  <a:pt x="39" y="168"/>
                  <a:pt x="39" y="168"/>
                </a:cubicBezTo>
                <a:cubicBezTo>
                  <a:pt x="39" y="168"/>
                  <a:pt x="39" y="169"/>
                  <a:pt x="39" y="169"/>
                </a:cubicBezTo>
                <a:cubicBezTo>
                  <a:pt x="39" y="169"/>
                  <a:pt x="39" y="170"/>
                  <a:pt x="39" y="170"/>
                </a:cubicBezTo>
                <a:cubicBezTo>
                  <a:pt x="39" y="170"/>
                  <a:pt x="38" y="170"/>
                  <a:pt x="38" y="170"/>
                </a:cubicBezTo>
                <a:cubicBezTo>
                  <a:pt x="38" y="170"/>
                  <a:pt x="38" y="171"/>
                  <a:pt x="38" y="171"/>
                </a:cubicBezTo>
                <a:cubicBezTo>
                  <a:pt x="38" y="172"/>
                  <a:pt x="38" y="172"/>
                  <a:pt x="38" y="172"/>
                </a:cubicBezTo>
                <a:cubicBezTo>
                  <a:pt x="37" y="172"/>
                  <a:pt x="37" y="173"/>
                  <a:pt x="36" y="174"/>
                </a:cubicBezTo>
                <a:cubicBezTo>
                  <a:pt x="36" y="174"/>
                  <a:pt x="36" y="175"/>
                  <a:pt x="36" y="176"/>
                </a:cubicBezTo>
                <a:cubicBezTo>
                  <a:pt x="35" y="176"/>
                  <a:pt x="35" y="175"/>
                  <a:pt x="35" y="175"/>
                </a:cubicBezTo>
                <a:cubicBezTo>
                  <a:pt x="34" y="175"/>
                  <a:pt x="34" y="175"/>
                  <a:pt x="34" y="175"/>
                </a:cubicBezTo>
                <a:cubicBezTo>
                  <a:pt x="34" y="175"/>
                  <a:pt x="34" y="175"/>
                  <a:pt x="34" y="175"/>
                </a:cubicBezTo>
                <a:cubicBezTo>
                  <a:pt x="34" y="174"/>
                  <a:pt x="33" y="174"/>
                  <a:pt x="33" y="174"/>
                </a:cubicBezTo>
                <a:cubicBezTo>
                  <a:pt x="33" y="174"/>
                  <a:pt x="32" y="174"/>
                  <a:pt x="32" y="174"/>
                </a:cubicBezTo>
                <a:cubicBezTo>
                  <a:pt x="32" y="174"/>
                  <a:pt x="32" y="174"/>
                  <a:pt x="32" y="173"/>
                </a:cubicBezTo>
                <a:cubicBezTo>
                  <a:pt x="32" y="173"/>
                  <a:pt x="32" y="173"/>
                  <a:pt x="32" y="173"/>
                </a:cubicBezTo>
                <a:cubicBezTo>
                  <a:pt x="31" y="173"/>
                  <a:pt x="31" y="173"/>
                  <a:pt x="31" y="173"/>
                </a:cubicBezTo>
                <a:cubicBezTo>
                  <a:pt x="30" y="173"/>
                  <a:pt x="30" y="173"/>
                  <a:pt x="30" y="172"/>
                </a:cubicBezTo>
                <a:cubicBezTo>
                  <a:pt x="30" y="172"/>
                  <a:pt x="30" y="172"/>
                  <a:pt x="30" y="172"/>
                </a:cubicBezTo>
                <a:cubicBezTo>
                  <a:pt x="29" y="172"/>
                  <a:pt x="29" y="172"/>
                  <a:pt x="29" y="172"/>
                </a:cubicBezTo>
                <a:cubicBezTo>
                  <a:pt x="29" y="172"/>
                  <a:pt x="29" y="171"/>
                  <a:pt x="28" y="171"/>
                </a:cubicBezTo>
                <a:cubicBezTo>
                  <a:pt x="28" y="171"/>
                  <a:pt x="28" y="170"/>
                  <a:pt x="28" y="170"/>
                </a:cubicBezTo>
                <a:cubicBezTo>
                  <a:pt x="27" y="170"/>
                  <a:pt x="27" y="170"/>
                  <a:pt x="27" y="170"/>
                </a:cubicBezTo>
                <a:cubicBezTo>
                  <a:pt x="27" y="170"/>
                  <a:pt x="26" y="170"/>
                  <a:pt x="26" y="169"/>
                </a:cubicBezTo>
                <a:cubicBezTo>
                  <a:pt x="26" y="169"/>
                  <a:pt x="26" y="169"/>
                  <a:pt x="26" y="169"/>
                </a:cubicBezTo>
                <a:cubicBezTo>
                  <a:pt x="25" y="169"/>
                  <a:pt x="25" y="169"/>
                  <a:pt x="25" y="169"/>
                </a:cubicBezTo>
                <a:cubicBezTo>
                  <a:pt x="24" y="168"/>
                  <a:pt x="24" y="168"/>
                  <a:pt x="24" y="168"/>
                </a:cubicBezTo>
                <a:cubicBezTo>
                  <a:pt x="24" y="168"/>
                  <a:pt x="24" y="168"/>
                  <a:pt x="24" y="167"/>
                </a:cubicBezTo>
                <a:cubicBezTo>
                  <a:pt x="23" y="167"/>
                  <a:pt x="23" y="167"/>
                  <a:pt x="23" y="167"/>
                </a:cubicBezTo>
                <a:cubicBezTo>
                  <a:pt x="23" y="167"/>
                  <a:pt x="22" y="167"/>
                  <a:pt x="22" y="167"/>
                </a:cubicBezTo>
                <a:cubicBezTo>
                  <a:pt x="22" y="166"/>
                  <a:pt x="22" y="166"/>
                  <a:pt x="22" y="166"/>
                </a:cubicBezTo>
                <a:cubicBezTo>
                  <a:pt x="21" y="166"/>
                  <a:pt x="21" y="166"/>
                  <a:pt x="21" y="166"/>
                </a:cubicBezTo>
                <a:cubicBezTo>
                  <a:pt x="20" y="166"/>
                  <a:pt x="20" y="165"/>
                  <a:pt x="20" y="165"/>
                </a:cubicBezTo>
                <a:cubicBezTo>
                  <a:pt x="20" y="165"/>
                  <a:pt x="20" y="164"/>
                  <a:pt x="20" y="164"/>
                </a:cubicBezTo>
                <a:cubicBezTo>
                  <a:pt x="18" y="164"/>
                  <a:pt x="18" y="164"/>
                  <a:pt x="18" y="164"/>
                </a:cubicBezTo>
                <a:cubicBezTo>
                  <a:pt x="18" y="164"/>
                  <a:pt x="18" y="164"/>
                  <a:pt x="18" y="164"/>
                </a:cubicBezTo>
                <a:cubicBezTo>
                  <a:pt x="18" y="163"/>
                  <a:pt x="18" y="163"/>
                  <a:pt x="18" y="163"/>
                </a:cubicBezTo>
                <a:cubicBezTo>
                  <a:pt x="17" y="163"/>
                  <a:pt x="17" y="163"/>
                  <a:pt x="17" y="163"/>
                </a:cubicBezTo>
                <a:cubicBezTo>
                  <a:pt x="17" y="163"/>
                  <a:pt x="17" y="163"/>
                  <a:pt x="17" y="163"/>
                </a:cubicBezTo>
                <a:cubicBezTo>
                  <a:pt x="17" y="162"/>
                  <a:pt x="16" y="162"/>
                  <a:pt x="16" y="162"/>
                </a:cubicBezTo>
                <a:cubicBezTo>
                  <a:pt x="16" y="162"/>
                  <a:pt x="16" y="162"/>
                  <a:pt x="15" y="162"/>
                </a:cubicBezTo>
                <a:cubicBezTo>
                  <a:pt x="15" y="162"/>
                  <a:pt x="15" y="162"/>
                  <a:pt x="15" y="161"/>
                </a:cubicBezTo>
                <a:cubicBezTo>
                  <a:pt x="15" y="161"/>
                  <a:pt x="15" y="161"/>
                  <a:pt x="15" y="161"/>
                </a:cubicBezTo>
                <a:cubicBezTo>
                  <a:pt x="14" y="161"/>
                  <a:pt x="14" y="160"/>
                  <a:pt x="14" y="160"/>
                </a:cubicBezTo>
                <a:cubicBezTo>
                  <a:pt x="14" y="160"/>
                  <a:pt x="13" y="160"/>
                  <a:pt x="12" y="160"/>
                </a:cubicBezTo>
                <a:cubicBezTo>
                  <a:pt x="13" y="159"/>
                  <a:pt x="13" y="159"/>
                  <a:pt x="13" y="158"/>
                </a:cubicBezTo>
                <a:cubicBezTo>
                  <a:pt x="13" y="158"/>
                  <a:pt x="13" y="157"/>
                  <a:pt x="13" y="157"/>
                </a:cubicBezTo>
                <a:cubicBezTo>
                  <a:pt x="13" y="157"/>
                  <a:pt x="13" y="157"/>
                  <a:pt x="14" y="157"/>
                </a:cubicBezTo>
                <a:cubicBezTo>
                  <a:pt x="14" y="157"/>
                  <a:pt x="14" y="157"/>
                  <a:pt x="14" y="156"/>
                </a:cubicBezTo>
                <a:cubicBezTo>
                  <a:pt x="14" y="156"/>
                  <a:pt x="14" y="156"/>
                  <a:pt x="14" y="155"/>
                </a:cubicBezTo>
                <a:cubicBezTo>
                  <a:pt x="14" y="155"/>
                  <a:pt x="15" y="155"/>
                  <a:pt x="15" y="154"/>
                </a:cubicBezTo>
                <a:cubicBezTo>
                  <a:pt x="15" y="154"/>
                  <a:pt x="15" y="154"/>
                  <a:pt x="15" y="154"/>
                </a:cubicBezTo>
                <a:cubicBezTo>
                  <a:pt x="15" y="154"/>
                  <a:pt x="16" y="154"/>
                  <a:pt x="16" y="154"/>
                </a:cubicBezTo>
                <a:cubicBezTo>
                  <a:pt x="16" y="153"/>
                  <a:pt x="16" y="153"/>
                  <a:pt x="16" y="153"/>
                </a:cubicBezTo>
                <a:cubicBezTo>
                  <a:pt x="16" y="152"/>
                  <a:pt x="16" y="152"/>
                  <a:pt x="16" y="151"/>
                </a:cubicBezTo>
                <a:cubicBezTo>
                  <a:pt x="16" y="151"/>
                  <a:pt x="17" y="151"/>
                  <a:pt x="17" y="151"/>
                </a:cubicBezTo>
                <a:cubicBezTo>
                  <a:pt x="17" y="151"/>
                  <a:pt x="17" y="151"/>
                  <a:pt x="17" y="151"/>
                </a:cubicBezTo>
                <a:cubicBezTo>
                  <a:pt x="18" y="151"/>
                  <a:pt x="18" y="150"/>
                  <a:pt x="18" y="150"/>
                </a:cubicBezTo>
                <a:cubicBezTo>
                  <a:pt x="18" y="150"/>
                  <a:pt x="18" y="149"/>
                  <a:pt x="18" y="149"/>
                </a:cubicBezTo>
                <a:cubicBezTo>
                  <a:pt x="18" y="149"/>
                  <a:pt x="18" y="149"/>
                  <a:pt x="19" y="149"/>
                </a:cubicBezTo>
                <a:cubicBezTo>
                  <a:pt x="19" y="148"/>
                  <a:pt x="19" y="148"/>
                  <a:pt x="19" y="148"/>
                </a:cubicBezTo>
                <a:cubicBezTo>
                  <a:pt x="19" y="148"/>
                  <a:pt x="19" y="147"/>
                  <a:pt x="19" y="147"/>
                </a:cubicBezTo>
                <a:cubicBezTo>
                  <a:pt x="19" y="147"/>
                  <a:pt x="19" y="147"/>
                  <a:pt x="20" y="146"/>
                </a:cubicBezTo>
                <a:cubicBezTo>
                  <a:pt x="20" y="146"/>
                  <a:pt x="20" y="146"/>
                  <a:pt x="20" y="146"/>
                </a:cubicBezTo>
                <a:cubicBezTo>
                  <a:pt x="20" y="146"/>
                  <a:pt x="20" y="146"/>
                  <a:pt x="21" y="146"/>
                </a:cubicBezTo>
                <a:cubicBezTo>
                  <a:pt x="21" y="145"/>
                  <a:pt x="21" y="145"/>
                  <a:pt x="21" y="144"/>
                </a:cubicBezTo>
                <a:cubicBezTo>
                  <a:pt x="21" y="144"/>
                  <a:pt x="21" y="144"/>
                  <a:pt x="21" y="143"/>
                </a:cubicBezTo>
                <a:cubicBezTo>
                  <a:pt x="21" y="143"/>
                  <a:pt x="22" y="143"/>
                  <a:pt x="22" y="143"/>
                </a:cubicBezTo>
                <a:cubicBezTo>
                  <a:pt x="22" y="143"/>
                  <a:pt x="22" y="143"/>
                  <a:pt x="22" y="143"/>
                </a:cubicBezTo>
                <a:cubicBezTo>
                  <a:pt x="22" y="142"/>
                  <a:pt x="23" y="142"/>
                  <a:pt x="23" y="142"/>
                </a:cubicBezTo>
                <a:cubicBezTo>
                  <a:pt x="23" y="141"/>
                  <a:pt x="23" y="141"/>
                  <a:pt x="23" y="141"/>
                </a:cubicBezTo>
                <a:cubicBezTo>
                  <a:pt x="23" y="140"/>
                  <a:pt x="23" y="140"/>
                  <a:pt x="23" y="140"/>
                </a:cubicBezTo>
                <a:cubicBezTo>
                  <a:pt x="24" y="140"/>
                  <a:pt x="24" y="140"/>
                  <a:pt x="24" y="140"/>
                </a:cubicBezTo>
                <a:cubicBezTo>
                  <a:pt x="25" y="137"/>
                  <a:pt x="25" y="137"/>
                  <a:pt x="25" y="137"/>
                </a:cubicBezTo>
                <a:cubicBezTo>
                  <a:pt x="25" y="137"/>
                  <a:pt x="25" y="137"/>
                  <a:pt x="26" y="137"/>
                </a:cubicBezTo>
                <a:cubicBezTo>
                  <a:pt x="26" y="136"/>
                  <a:pt x="26" y="136"/>
                  <a:pt x="26" y="136"/>
                </a:cubicBezTo>
                <a:cubicBezTo>
                  <a:pt x="26" y="135"/>
                  <a:pt x="26" y="135"/>
                  <a:pt x="26" y="135"/>
                </a:cubicBezTo>
                <a:cubicBezTo>
                  <a:pt x="27" y="135"/>
                  <a:pt x="27" y="135"/>
                  <a:pt x="27" y="135"/>
                </a:cubicBezTo>
                <a:cubicBezTo>
                  <a:pt x="27" y="134"/>
                  <a:pt x="27" y="134"/>
                  <a:pt x="27" y="134"/>
                </a:cubicBezTo>
                <a:cubicBezTo>
                  <a:pt x="27" y="134"/>
                  <a:pt x="27" y="134"/>
                  <a:pt x="27" y="134"/>
                </a:cubicBezTo>
                <a:cubicBezTo>
                  <a:pt x="27" y="134"/>
                  <a:pt x="28" y="134"/>
                  <a:pt x="28" y="133"/>
                </a:cubicBezTo>
                <a:cubicBezTo>
                  <a:pt x="28" y="132"/>
                  <a:pt x="28" y="132"/>
                  <a:pt x="28" y="132"/>
                </a:cubicBezTo>
                <a:cubicBezTo>
                  <a:pt x="28" y="132"/>
                  <a:pt x="28" y="132"/>
                  <a:pt x="28" y="132"/>
                </a:cubicBezTo>
                <a:cubicBezTo>
                  <a:pt x="28" y="131"/>
                  <a:pt x="28" y="131"/>
                  <a:pt x="28" y="131"/>
                </a:cubicBezTo>
                <a:cubicBezTo>
                  <a:pt x="28" y="131"/>
                  <a:pt x="29" y="131"/>
                  <a:pt x="29" y="131"/>
                </a:cubicBezTo>
                <a:cubicBezTo>
                  <a:pt x="29" y="131"/>
                  <a:pt x="29" y="131"/>
                  <a:pt x="29" y="131"/>
                </a:cubicBezTo>
                <a:cubicBezTo>
                  <a:pt x="30" y="130"/>
                  <a:pt x="30" y="130"/>
                  <a:pt x="30" y="130"/>
                </a:cubicBezTo>
                <a:cubicBezTo>
                  <a:pt x="30" y="129"/>
                  <a:pt x="30" y="129"/>
                  <a:pt x="30" y="129"/>
                </a:cubicBezTo>
                <a:cubicBezTo>
                  <a:pt x="30" y="128"/>
                  <a:pt x="30" y="128"/>
                  <a:pt x="31" y="128"/>
                </a:cubicBezTo>
                <a:cubicBezTo>
                  <a:pt x="31" y="128"/>
                  <a:pt x="31" y="128"/>
                  <a:pt x="31" y="128"/>
                </a:cubicBezTo>
                <a:cubicBezTo>
                  <a:pt x="31" y="127"/>
                  <a:pt x="31" y="127"/>
                  <a:pt x="31" y="127"/>
                </a:cubicBezTo>
                <a:cubicBezTo>
                  <a:pt x="32" y="127"/>
                  <a:pt x="32" y="127"/>
                  <a:pt x="32" y="127"/>
                </a:cubicBezTo>
                <a:cubicBezTo>
                  <a:pt x="32" y="126"/>
                  <a:pt x="32" y="126"/>
                  <a:pt x="32" y="126"/>
                </a:cubicBezTo>
                <a:cubicBezTo>
                  <a:pt x="32" y="126"/>
                  <a:pt x="32" y="126"/>
                  <a:pt x="32" y="126"/>
                </a:cubicBezTo>
                <a:cubicBezTo>
                  <a:pt x="32" y="125"/>
                  <a:pt x="33" y="125"/>
                  <a:pt x="33" y="125"/>
                </a:cubicBezTo>
                <a:cubicBezTo>
                  <a:pt x="33" y="125"/>
                  <a:pt x="33" y="125"/>
                  <a:pt x="33" y="124"/>
                </a:cubicBezTo>
                <a:cubicBezTo>
                  <a:pt x="33" y="124"/>
                  <a:pt x="33" y="124"/>
                  <a:pt x="33" y="123"/>
                </a:cubicBezTo>
                <a:cubicBezTo>
                  <a:pt x="33" y="123"/>
                  <a:pt x="34" y="123"/>
                  <a:pt x="34" y="123"/>
                </a:cubicBezTo>
                <a:cubicBezTo>
                  <a:pt x="34" y="123"/>
                  <a:pt x="34" y="123"/>
                  <a:pt x="34" y="122"/>
                </a:cubicBezTo>
                <a:cubicBezTo>
                  <a:pt x="34" y="122"/>
                  <a:pt x="35" y="122"/>
                  <a:pt x="35" y="121"/>
                </a:cubicBezTo>
                <a:cubicBezTo>
                  <a:pt x="35" y="121"/>
                  <a:pt x="35" y="121"/>
                  <a:pt x="35" y="120"/>
                </a:cubicBezTo>
                <a:cubicBezTo>
                  <a:pt x="35" y="120"/>
                  <a:pt x="35" y="120"/>
                  <a:pt x="35" y="120"/>
                </a:cubicBezTo>
                <a:cubicBezTo>
                  <a:pt x="36" y="120"/>
                  <a:pt x="36" y="120"/>
                  <a:pt x="36" y="120"/>
                </a:cubicBezTo>
                <a:cubicBezTo>
                  <a:pt x="36" y="119"/>
                  <a:pt x="36" y="119"/>
                  <a:pt x="36" y="119"/>
                </a:cubicBezTo>
                <a:cubicBezTo>
                  <a:pt x="36" y="118"/>
                  <a:pt x="36" y="118"/>
                  <a:pt x="37" y="118"/>
                </a:cubicBezTo>
                <a:cubicBezTo>
                  <a:pt x="37" y="117"/>
                  <a:pt x="37" y="117"/>
                  <a:pt x="37" y="117"/>
                </a:cubicBezTo>
                <a:cubicBezTo>
                  <a:pt x="37" y="117"/>
                  <a:pt x="38" y="117"/>
                  <a:pt x="38" y="117"/>
                </a:cubicBezTo>
                <a:cubicBezTo>
                  <a:pt x="38" y="116"/>
                  <a:pt x="38" y="116"/>
                  <a:pt x="38" y="115"/>
                </a:cubicBezTo>
                <a:cubicBezTo>
                  <a:pt x="38" y="115"/>
                  <a:pt x="39" y="114"/>
                  <a:pt x="39" y="114"/>
                </a:cubicBezTo>
                <a:cubicBezTo>
                  <a:pt x="39" y="114"/>
                  <a:pt x="39" y="114"/>
                  <a:pt x="39" y="114"/>
                </a:cubicBezTo>
                <a:cubicBezTo>
                  <a:pt x="40" y="113"/>
                  <a:pt x="40" y="113"/>
                  <a:pt x="40" y="113"/>
                </a:cubicBezTo>
                <a:cubicBezTo>
                  <a:pt x="40" y="113"/>
                  <a:pt x="40" y="112"/>
                  <a:pt x="40" y="112"/>
                </a:cubicBezTo>
                <a:cubicBezTo>
                  <a:pt x="40" y="112"/>
                  <a:pt x="40" y="111"/>
                  <a:pt x="40" y="111"/>
                </a:cubicBezTo>
                <a:cubicBezTo>
                  <a:pt x="41" y="111"/>
                  <a:pt x="41" y="111"/>
                  <a:pt x="41" y="111"/>
                </a:cubicBezTo>
                <a:cubicBezTo>
                  <a:pt x="41" y="111"/>
                  <a:pt x="41" y="111"/>
                  <a:pt x="41" y="111"/>
                </a:cubicBezTo>
                <a:cubicBezTo>
                  <a:pt x="42" y="110"/>
                  <a:pt x="42" y="110"/>
                  <a:pt x="42" y="109"/>
                </a:cubicBezTo>
                <a:cubicBezTo>
                  <a:pt x="42" y="109"/>
                  <a:pt x="42" y="109"/>
                  <a:pt x="42" y="108"/>
                </a:cubicBezTo>
                <a:cubicBezTo>
                  <a:pt x="42" y="108"/>
                  <a:pt x="42" y="108"/>
                  <a:pt x="43" y="108"/>
                </a:cubicBezTo>
                <a:cubicBezTo>
                  <a:pt x="43" y="108"/>
                  <a:pt x="43" y="108"/>
                  <a:pt x="43" y="108"/>
                </a:cubicBezTo>
                <a:cubicBezTo>
                  <a:pt x="43" y="107"/>
                  <a:pt x="43" y="107"/>
                  <a:pt x="43" y="107"/>
                </a:cubicBezTo>
                <a:cubicBezTo>
                  <a:pt x="43" y="106"/>
                  <a:pt x="44" y="106"/>
                  <a:pt x="44" y="106"/>
                </a:cubicBezTo>
                <a:cubicBezTo>
                  <a:pt x="44" y="105"/>
                  <a:pt x="44" y="105"/>
                  <a:pt x="44" y="105"/>
                </a:cubicBezTo>
                <a:cubicBezTo>
                  <a:pt x="44" y="105"/>
                  <a:pt x="45" y="105"/>
                  <a:pt x="45" y="105"/>
                </a:cubicBezTo>
                <a:cubicBezTo>
                  <a:pt x="45" y="105"/>
                  <a:pt x="45" y="104"/>
                  <a:pt x="45" y="104"/>
                </a:cubicBezTo>
                <a:cubicBezTo>
                  <a:pt x="45" y="104"/>
                  <a:pt x="45" y="103"/>
                  <a:pt x="45" y="103"/>
                </a:cubicBezTo>
                <a:cubicBezTo>
                  <a:pt x="45" y="103"/>
                  <a:pt x="46" y="103"/>
                  <a:pt x="46" y="103"/>
                </a:cubicBezTo>
                <a:cubicBezTo>
                  <a:pt x="46" y="103"/>
                  <a:pt x="46" y="102"/>
                  <a:pt x="46" y="102"/>
                </a:cubicBezTo>
                <a:cubicBezTo>
                  <a:pt x="47" y="102"/>
                  <a:pt x="47" y="101"/>
                  <a:pt x="47" y="101"/>
                </a:cubicBezTo>
                <a:cubicBezTo>
                  <a:pt x="47" y="101"/>
                  <a:pt x="47" y="100"/>
                  <a:pt x="47" y="100"/>
                </a:cubicBezTo>
                <a:cubicBezTo>
                  <a:pt x="47" y="100"/>
                  <a:pt x="47" y="100"/>
                  <a:pt x="48" y="100"/>
                </a:cubicBezTo>
                <a:cubicBezTo>
                  <a:pt x="48" y="100"/>
                  <a:pt x="48" y="100"/>
                  <a:pt x="48" y="100"/>
                </a:cubicBezTo>
                <a:cubicBezTo>
                  <a:pt x="48" y="99"/>
                  <a:pt x="48" y="99"/>
                  <a:pt x="48" y="98"/>
                </a:cubicBezTo>
                <a:cubicBezTo>
                  <a:pt x="48" y="98"/>
                  <a:pt x="48" y="98"/>
                  <a:pt x="49" y="97"/>
                </a:cubicBezTo>
                <a:cubicBezTo>
                  <a:pt x="49" y="97"/>
                  <a:pt x="49" y="97"/>
                  <a:pt x="49" y="97"/>
                </a:cubicBezTo>
                <a:cubicBezTo>
                  <a:pt x="49" y="97"/>
                  <a:pt x="49" y="97"/>
                  <a:pt x="50" y="97"/>
                </a:cubicBezTo>
                <a:cubicBezTo>
                  <a:pt x="50" y="96"/>
                  <a:pt x="50" y="96"/>
                  <a:pt x="50" y="96"/>
                </a:cubicBezTo>
                <a:cubicBezTo>
                  <a:pt x="50" y="95"/>
                  <a:pt x="50" y="95"/>
                  <a:pt x="50" y="95"/>
                </a:cubicBezTo>
                <a:cubicBezTo>
                  <a:pt x="50" y="94"/>
                  <a:pt x="51" y="94"/>
                  <a:pt x="51" y="94"/>
                </a:cubicBezTo>
                <a:cubicBezTo>
                  <a:pt x="51" y="94"/>
                  <a:pt x="51" y="94"/>
                  <a:pt x="51" y="94"/>
                </a:cubicBezTo>
                <a:cubicBezTo>
                  <a:pt x="51" y="94"/>
                  <a:pt x="52" y="93"/>
                  <a:pt x="52" y="93"/>
                </a:cubicBezTo>
                <a:cubicBezTo>
                  <a:pt x="52" y="93"/>
                  <a:pt x="52" y="92"/>
                  <a:pt x="52" y="92"/>
                </a:cubicBezTo>
                <a:cubicBezTo>
                  <a:pt x="52" y="92"/>
                  <a:pt x="52" y="92"/>
                  <a:pt x="52" y="92"/>
                </a:cubicBezTo>
                <a:cubicBezTo>
                  <a:pt x="53" y="92"/>
                  <a:pt x="53" y="91"/>
                  <a:pt x="53" y="91"/>
                </a:cubicBezTo>
                <a:cubicBezTo>
                  <a:pt x="54" y="88"/>
                  <a:pt x="54" y="88"/>
                  <a:pt x="54" y="88"/>
                </a:cubicBezTo>
                <a:cubicBezTo>
                  <a:pt x="54" y="88"/>
                  <a:pt x="54" y="88"/>
                  <a:pt x="55" y="88"/>
                </a:cubicBezTo>
                <a:cubicBezTo>
                  <a:pt x="55" y="88"/>
                  <a:pt x="55" y="88"/>
                  <a:pt x="55" y="88"/>
                </a:cubicBezTo>
                <a:cubicBezTo>
                  <a:pt x="55" y="86"/>
                  <a:pt x="55" y="86"/>
                  <a:pt x="55" y="86"/>
                </a:cubicBezTo>
                <a:cubicBezTo>
                  <a:pt x="56" y="86"/>
                  <a:pt x="56" y="86"/>
                  <a:pt x="56" y="86"/>
                </a:cubicBezTo>
                <a:cubicBezTo>
                  <a:pt x="56" y="85"/>
                  <a:pt x="56" y="85"/>
                  <a:pt x="56" y="85"/>
                </a:cubicBezTo>
                <a:cubicBezTo>
                  <a:pt x="56" y="85"/>
                  <a:pt x="56" y="85"/>
                  <a:pt x="56" y="85"/>
                </a:cubicBezTo>
                <a:cubicBezTo>
                  <a:pt x="56" y="85"/>
                  <a:pt x="57" y="85"/>
                  <a:pt x="57" y="85"/>
                </a:cubicBezTo>
                <a:cubicBezTo>
                  <a:pt x="57" y="84"/>
                  <a:pt x="57" y="84"/>
                  <a:pt x="57" y="84"/>
                </a:cubicBezTo>
                <a:cubicBezTo>
                  <a:pt x="57" y="83"/>
                  <a:pt x="57" y="83"/>
                  <a:pt x="57" y="83"/>
                </a:cubicBezTo>
                <a:cubicBezTo>
                  <a:pt x="57" y="82"/>
                  <a:pt x="58" y="82"/>
                  <a:pt x="58" y="82"/>
                </a:cubicBezTo>
                <a:cubicBezTo>
                  <a:pt x="58" y="82"/>
                  <a:pt x="58" y="82"/>
                  <a:pt x="58" y="82"/>
                </a:cubicBezTo>
                <a:cubicBezTo>
                  <a:pt x="58" y="81"/>
                  <a:pt x="58" y="81"/>
                  <a:pt x="58" y="81"/>
                </a:cubicBezTo>
                <a:cubicBezTo>
                  <a:pt x="59" y="80"/>
                  <a:pt x="59" y="80"/>
                  <a:pt x="60" y="79"/>
                </a:cubicBezTo>
                <a:cubicBezTo>
                  <a:pt x="60" y="79"/>
                  <a:pt x="60" y="78"/>
                  <a:pt x="61" y="77"/>
                </a:cubicBezTo>
                <a:cubicBezTo>
                  <a:pt x="61" y="77"/>
                  <a:pt x="62" y="77"/>
                  <a:pt x="62" y="77"/>
                </a:cubicBezTo>
                <a:close/>
                <a:moveTo>
                  <a:pt x="62" y="136"/>
                </a:moveTo>
                <a:cubicBezTo>
                  <a:pt x="62" y="135"/>
                  <a:pt x="62" y="135"/>
                  <a:pt x="63" y="135"/>
                </a:cubicBezTo>
                <a:cubicBezTo>
                  <a:pt x="63" y="134"/>
                  <a:pt x="63" y="134"/>
                  <a:pt x="63" y="133"/>
                </a:cubicBezTo>
                <a:cubicBezTo>
                  <a:pt x="63" y="133"/>
                  <a:pt x="63" y="133"/>
                  <a:pt x="63" y="133"/>
                </a:cubicBezTo>
                <a:cubicBezTo>
                  <a:pt x="64" y="133"/>
                  <a:pt x="64" y="133"/>
                  <a:pt x="64" y="133"/>
                </a:cubicBezTo>
                <a:cubicBezTo>
                  <a:pt x="64" y="133"/>
                  <a:pt x="64" y="132"/>
                  <a:pt x="64" y="132"/>
                </a:cubicBezTo>
                <a:cubicBezTo>
                  <a:pt x="64" y="132"/>
                  <a:pt x="64" y="131"/>
                  <a:pt x="65" y="131"/>
                </a:cubicBezTo>
                <a:cubicBezTo>
                  <a:pt x="65" y="131"/>
                  <a:pt x="65" y="131"/>
                  <a:pt x="65" y="130"/>
                </a:cubicBezTo>
                <a:cubicBezTo>
                  <a:pt x="65" y="130"/>
                  <a:pt x="65" y="130"/>
                  <a:pt x="66" y="130"/>
                </a:cubicBezTo>
                <a:cubicBezTo>
                  <a:pt x="66" y="130"/>
                  <a:pt x="66" y="129"/>
                  <a:pt x="66" y="129"/>
                </a:cubicBezTo>
                <a:cubicBezTo>
                  <a:pt x="66" y="129"/>
                  <a:pt x="66" y="128"/>
                  <a:pt x="66" y="128"/>
                </a:cubicBezTo>
                <a:cubicBezTo>
                  <a:pt x="66" y="128"/>
                  <a:pt x="66" y="128"/>
                  <a:pt x="67" y="128"/>
                </a:cubicBezTo>
                <a:cubicBezTo>
                  <a:pt x="67" y="128"/>
                  <a:pt x="67" y="128"/>
                  <a:pt x="67" y="127"/>
                </a:cubicBezTo>
                <a:cubicBezTo>
                  <a:pt x="67" y="127"/>
                  <a:pt x="67" y="127"/>
                  <a:pt x="68" y="126"/>
                </a:cubicBezTo>
                <a:cubicBezTo>
                  <a:pt x="68" y="126"/>
                  <a:pt x="68" y="126"/>
                  <a:pt x="68" y="125"/>
                </a:cubicBezTo>
                <a:cubicBezTo>
                  <a:pt x="68" y="125"/>
                  <a:pt x="68" y="125"/>
                  <a:pt x="68" y="125"/>
                </a:cubicBezTo>
                <a:cubicBezTo>
                  <a:pt x="69" y="125"/>
                  <a:pt x="69" y="125"/>
                  <a:pt x="69" y="125"/>
                </a:cubicBezTo>
                <a:cubicBezTo>
                  <a:pt x="69" y="124"/>
                  <a:pt x="69" y="124"/>
                  <a:pt x="69" y="124"/>
                </a:cubicBezTo>
                <a:cubicBezTo>
                  <a:pt x="69" y="124"/>
                  <a:pt x="69" y="124"/>
                  <a:pt x="69" y="124"/>
                </a:cubicBezTo>
                <a:cubicBezTo>
                  <a:pt x="69" y="122"/>
                  <a:pt x="69" y="122"/>
                  <a:pt x="69" y="122"/>
                </a:cubicBezTo>
                <a:cubicBezTo>
                  <a:pt x="70" y="122"/>
                  <a:pt x="70" y="122"/>
                  <a:pt x="70" y="122"/>
                </a:cubicBezTo>
                <a:cubicBezTo>
                  <a:pt x="70" y="122"/>
                  <a:pt x="70" y="122"/>
                  <a:pt x="70" y="122"/>
                </a:cubicBezTo>
                <a:cubicBezTo>
                  <a:pt x="71" y="122"/>
                  <a:pt x="71" y="121"/>
                  <a:pt x="71" y="121"/>
                </a:cubicBezTo>
                <a:cubicBezTo>
                  <a:pt x="71" y="121"/>
                  <a:pt x="71" y="120"/>
                  <a:pt x="71" y="120"/>
                </a:cubicBezTo>
                <a:cubicBezTo>
                  <a:pt x="71" y="120"/>
                  <a:pt x="71" y="120"/>
                  <a:pt x="72" y="120"/>
                </a:cubicBezTo>
                <a:cubicBezTo>
                  <a:pt x="72" y="119"/>
                  <a:pt x="72" y="119"/>
                  <a:pt x="72" y="119"/>
                </a:cubicBezTo>
                <a:cubicBezTo>
                  <a:pt x="72" y="118"/>
                  <a:pt x="72" y="118"/>
                  <a:pt x="72" y="118"/>
                </a:cubicBezTo>
                <a:cubicBezTo>
                  <a:pt x="73" y="118"/>
                  <a:pt x="73" y="118"/>
                  <a:pt x="73" y="118"/>
                </a:cubicBezTo>
                <a:cubicBezTo>
                  <a:pt x="73" y="117"/>
                  <a:pt x="73" y="117"/>
                  <a:pt x="73" y="117"/>
                </a:cubicBezTo>
                <a:cubicBezTo>
                  <a:pt x="73" y="117"/>
                  <a:pt x="73" y="117"/>
                  <a:pt x="73" y="117"/>
                </a:cubicBezTo>
                <a:cubicBezTo>
                  <a:pt x="73" y="117"/>
                  <a:pt x="74" y="117"/>
                  <a:pt x="74" y="117"/>
                </a:cubicBezTo>
                <a:cubicBezTo>
                  <a:pt x="74" y="116"/>
                  <a:pt x="74" y="116"/>
                  <a:pt x="74" y="115"/>
                </a:cubicBezTo>
                <a:cubicBezTo>
                  <a:pt x="74" y="115"/>
                  <a:pt x="74" y="115"/>
                  <a:pt x="74" y="114"/>
                </a:cubicBezTo>
                <a:cubicBezTo>
                  <a:pt x="75" y="114"/>
                  <a:pt x="75" y="114"/>
                  <a:pt x="75" y="114"/>
                </a:cubicBezTo>
                <a:cubicBezTo>
                  <a:pt x="76" y="113"/>
                  <a:pt x="76" y="113"/>
                  <a:pt x="76" y="113"/>
                </a:cubicBezTo>
                <a:cubicBezTo>
                  <a:pt x="76" y="112"/>
                  <a:pt x="76" y="112"/>
                  <a:pt x="76" y="112"/>
                </a:cubicBezTo>
                <a:cubicBezTo>
                  <a:pt x="76" y="111"/>
                  <a:pt x="76" y="111"/>
                  <a:pt x="77" y="111"/>
                </a:cubicBezTo>
                <a:cubicBezTo>
                  <a:pt x="77" y="111"/>
                  <a:pt x="77" y="111"/>
                  <a:pt x="77" y="111"/>
                </a:cubicBezTo>
                <a:cubicBezTo>
                  <a:pt x="77" y="111"/>
                  <a:pt x="77" y="110"/>
                  <a:pt x="77" y="110"/>
                </a:cubicBezTo>
                <a:cubicBezTo>
                  <a:pt x="77" y="110"/>
                  <a:pt x="77" y="109"/>
                  <a:pt x="78" y="109"/>
                </a:cubicBezTo>
                <a:cubicBezTo>
                  <a:pt x="78" y="109"/>
                  <a:pt x="78" y="109"/>
                  <a:pt x="78" y="109"/>
                </a:cubicBezTo>
                <a:cubicBezTo>
                  <a:pt x="78" y="109"/>
                  <a:pt x="78" y="108"/>
                  <a:pt x="79" y="108"/>
                </a:cubicBezTo>
                <a:cubicBezTo>
                  <a:pt x="79" y="108"/>
                  <a:pt x="79" y="108"/>
                  <a:pt x="79" y="107"/>
                </a:cubicBezTo>
                <a:cubicBezTo>
                  <a:pt x="79" y="107"/>
                  <a:pt x="79" y="107"/>
                  <a:pt x="79" y="106"/>
                </a:cubicBezTo>
                <a:cubicBezTo>
                  <a:pt x="79" y="106"/>
                  <a:pt x="80" y="106"/>
                  <a:pt x="80" y="106"/>
                </a:cubicBezTo>
                <a:cubicBezTo>
                  <a:pt x="80" y="106"/>
                  <a:pt x="80" y="106"/>
                  <a:pt x="80" y="106"/>
                </a:cubicBezTo>
                <a:cubicBezTo>
                  <a:pt x="80" y="105"/>
                  <a:pt x="81" y="105"/>
                  <a:pt x="81" y="104"/>
                </a:cubicBezTo>
                <a:cubicBezTo>
                  <a:pt x="81" y="104"/>
                  <a:pt x="81" y="104"/>
                  <a:pt x="81" y="103"/>
                </a:cubicBezTo>
                <a:cubicBezTo>
                  <a:pt x="81" y="103"/>
                  <a:pt x="81" y="103"/>
                  <a:pt x="81" y="103"/>
                </a:cubicBezTo>
                <a:cubicBezTo>
                  <a:pt x="82" y="103"/>
                  <a:pt x="82" y="103"/>
                  <a:pt x="82" y="103"/>
                </a:cubicBezTo>
                <a:cubicBezTo>
                  <a:pt x="82" y="102"/>
                  <a:pt x="82" y="102"/>
                  <a:pt x="82" y="102"/>
                </a:cubicBezTo>
                <a:cubicBezTo>
                  <a:pt x="82" y="101"/>
                  <a:pt x="82" y="101"/>
                  <a:pt x="83" y="101"/>
                </a:cubicBezTo>
                <a:cubicBezTo>
                  <a:pt x="83" y="101"/>
                  <a:pt x="83" y="100"/>
                  <a:pt x="83" y="100"/>
                </a:cubicBezTo>
                <a:cubicBezTo>
                  <a:pt x="83" y="100"/>
                  <a:pt x="83" y="100"/>
                  <a:pt x="84" y="100"/>
                </a:cubicBezTo>
                <a:cubicBezTo>
                  <a:pt x="84" y="99"/>
                  <a:pt x="84" y="99"/>
                  <a:pt x="84" y="99"/>
                </a:cubicBezTo>
                <a:cubicBezTo>
                  <a:pt x="84" y="99"/>
                  <a:pt x="84" y="99"/>
                  <a:pt x="84" y="99"/>
                </a:cubicBezTo>
                <a:cubicBezTo>
                  <a:pt x="84" y="99"/>
                  <a:pt x="85" y="99"/>
                  <a:pt x="85" y="98"/>
                </a:cubicBezTo>
                <a:cubicBezTo>
                  <a:pt x="85" y="98"/>
                  <a:pt x="85" y="98"/>
                  <a:pt x="85" y="97"/>
                </a:cubicBezTo>
                <a:cubicBezTo>
                  <a:pt x="85" y="97"/>
                  <a:pt x="85" y="97"/>
                  <a:pt x="85" y="96"/>
                </a:cubicBezTo>
                <a:cubicBezTo>
                  <a:pt x="85" y="96"/>
                  <a:pt x="86" y="96"/>
                  <a:pt x="86" y="96"/>
                </a:cubicBezTo>
                <a:cubicBezTo>
                  <a:pt x="86" y="96"/>
                  <a:pt x="86" y="96"/>
                  <a:pt x="86" y="96"/>
                </a:cubicBezTo>
                <a:cubicBezTo>
                  <a:pt x="86" y="95"/>
                  <a:pt x="86" y="95"/>
                  <a:pt x="86" y="95"/>
                </a:cubicBezTo>
                <a:cubicBezTo>
                  <a:pt x="87" y="95"/>
                  <a:pt x="87" y="95"/>
                  <a:pt x="87" y="95"/>
                </a:cubicBezTo>
                <a:cubicBezTo>
                  <a:pt x="87" y="93"/>
                  <a:pt x="87" y="93"/>
                  <a:pt x="87" y="93"/>
                </a:cubicBezTo>
                <a:cubicBezTo>
                  <a:pt x="87" y="93"/>
                  <a:pt x="87" y="93"/>
                  <a:pt x="87" y="93"/>
                </a:cubicBezTo>
                <a:cubicBezTo>
                  <a:pt x="88" y="93"/>
                  <a:pt x="88" y="93"/>
                  <a:pt x="88" y="93"/>
                </a:cubicBezTo>
                <a:cubicBezTo>
                  <a:pt x="88" y="92"/>
                  <a:pt x="88" y="92"/>
                  <a:pt x="88" y="92"/>
                </a:cubicBezTo>
                <a:cubicBezTo>
                  <a:pt x="89" y="92"/>
                  <a:pt x="89" y="92"/>
                  <a:pt x="89" y="92"/>
                </a:cubicBezTo>
                <a:cubicBezTo>
                  <a:pt x="89" y="92"/>
                  <a:pt x="89" y="92"/>
                  <a:pt x="89" y="91"/>
                </a:cubicBezTo>
                <a:cubicBezTo>
                  <a:pt x="89" y="91"/>
                  <a:pt x="89" y="91"/>
                  <a:pt x="89" y="91"/>
                </a:cubicBezTo>
                <a:cubicBezTo>
                  <a:pt x="137" y="91"/>
                  <a:pt x="137" y="91"/>
                  <a:pt x="137" y="91"/>
                </a:cubicBezTo>
                <a:cubicBezTo>
                  <a:pt x="141" y="96"/>
                  <a:pt x="141" y="96"/>
                  <a:pt x="141" y="96"/>
                </a:cubicBezTo>
                <a:cubicBezTo>
                  <a:pt x="142" y="100"/>
                  <a:pt x="142" y="100"/>
                  <a:pt x="142" y="100"/>
                </a:cubicBezTo>
                <a:cubicBezTo>
                  <a:pt x="142" y="100"/>
                  <a:pt x="142" y="100"/>
                  <a:pt x="142" y="100"/>
                </a:cubicBezTo>
                <a:cubicBezTo>
                  <a:pt x="142" y="101"/>
                  <a:pt x="142" y="101"/>
                  <a:pt x="142" y="101"/>
                </a:cubicBezTo>
                <a:cubicBezTo>
                  <a:pt x="143" y="101"/>
                  <a:pt x="143" y="101"/>
                  <a:pt x="143" y="101"/>
                </a:cubicBezTo>
                <a:cubicBezTo>
                  <a:pt x="143" y="102"/>
                  <a:pt x="143" y="102"/>
                  <a:pt x="143" y="102"/>
                </a:cubicBezTo>
                <a:cubicBezTo>
                  <a:pt x="143" y="102"/>
                  <a:pt x="143" y="102"/>
                  <a:pt x="143" y="102"/>
                </a:cubicBezTo>
                <a:cubicBezTo>
                  <a:pt x="143" y="103"/>
                  <a:pt x="143" y="103"/>
                  <a:pt x="143" y="103"/>
                </a:cubicBezTo>
                <a:cubicBezTo>
                  <a:pt x="144" y="103"/>
                  <a:pt x="144" y="103"/>
                  <a:pt x="144" y="103"/>
                </a:cubicBezTo>
                <a:cubicBezTo>
                  <a:pt x="144" y="104"/>
                  <a:pt x="144" y="104"/>
                  <a:pt x="144" y="104"/>
                </a:cubicBezTo>
                <a:cubicBezTo>
                  <a:pt x="144" y="104"/>
                  <a:pt x="144" y="104"/>
                  <a:pt x="144" y="104"/>
                </a:cubicBezTo>
                <a:cubicBezTo>
                  <a:pt x="145" y="104"/>
                  <a:pt x="145" y="105"/>
                  <a:pt x="145" y="105"/>
                </a:cubicBezTo>
                <a:cubicBezTo>
                  <a:pt x="145" y="105"/>
                  <a:pt x="145" y="106"/>
                  <a:pt x="145" y="106"/>
                </a:cubicBezTo>
                <a:cubicBezTo>
                  <a:pt x="145" y="106"/>
                  <a:pt x="145" y="106"/>
                  <a:pt x="145" y="106"/>
                </a:cubicBezTo>
                <a:cubicBezTo>
                  <a:pt x="145" y="108"/>
                  <a:pt x="145" y="108"/>
                  <a:pt x="145" y="108"/>
                </a:cubicBezTo>
                <a:cubicBezTo>
                  <a:pt x="146" y="108"/>
                  <a:pt x="146" y="108"/>
                  <a:pt x="146" y="108"/>
                </a:cubicBezTo>
                <a:cubicBezTo>
                  <a:pt x="147" y="111"/>
                  <a:pt x="147" y="111"/>
                  <a:pt x="147" y="111"/>
                </a:cubicBezTo>
                <a:cubicBezTo>
                  <a:pt x="148" y="111"/>
                  <a:pt x="148" y="111"/>
                  <a:pt x="148" y="111"/>
                </a:cubicBezTo>
                <a:cubicBezTo>
                  <a:pt x="148" y="112"/>
                  <a:pt x="148" y="112"/>
                  <a:pt x="148" y="112"/>
                </a:cubicBezTo>
                <a:cubicBezTo>
                  <a:pt x="148" y="112"/>
                  <a:pt x="148" y="112"/>
                  <a:pt x="148" y="112"/>
                </a:cubicBezTo>
                <a:cubicBezTo>
                  <a:pt x="148" y="113"/>
                  <a:pt x="148" y="113"/>
                  <a:pt x="148" y="113"/>
                </a:cubicBezTo>
                <a:cubicBezTo>
                  <a:pt x="149" y="113"/>
                  <a:pt x="149" y="113"/>
                  <a:pt x="149" y="113"/>
                </a:cubicBezTo>
                <a:cubicBezTo>
                  <a:pt x="149" y="114"/>
                  <a:pt x="149" y="114"/>
                  <a:pt x="149" y="114"/>
                </a:cubicBezTo>
                <a:cubicBezTo>
                  <a:pt x="149" y="114"/>
                  <a:pt x="149" y="114"/>
                  <a:pt x="149" y="114"/>
                </a:cubicBezTo>
                <a:cubicBezTo>
                  <a:pt x="149" y="115"/>
                  <a:pt x="149" y="115"/>
                  <a:pt x="149" y="115"/>
                </a:cubicBezTo>
                <a:cubicBezTo>
                  <a:pt x="150" y="115"/>
                  <a:pt x="150" y="115"/>
                  <a:pt x="150" y="115"/>
                </a:cubicBezTo>
                <a:cubicBezTo>
                  <a:pt x="150" y="117"/>
                  <a:pt x="151" y="118"/>
                  <a:pt x="152" y="120"/>
                </a:cubicBezTo>
                <a:cubicBezTo>
                  <a:pt x="152" y="121"/>
                  <a:pt x="153" y="123"/>
                  <a:pt x="154" y="124"/>
                </a:cubicBezTo>
                <a:cubicBezTo>
                  <a:pt x="154" y="124"/>
                  <a:pt x="154" y="124"/>
                  <a:pt x="154" y="124"/>
                </a:cubicBezTo>
                <a:cubicBezTo>
                  <a:pt x="154" y="125"/>
                  <a:pt x="154" y="125"/>
                  <a:pt x="154" y="125"/>
                </a:cubicBezTo>
                <a:cubicBezTo>
                  <a:pt x="155" y="126"/>
                  <a:pt x="155" y="126"/>
                  <a:pt x="155" y="126"/>
                </a:cubicBezTo>
                <a:cubicBezTo>
                  <a:pt x="155" y="127"/>
                  <a:pt x="155" y="127"/>
                  <a:pt x="155" y="127"/>
                </a:cubicBezTo>
                <a:cubicBezTo>
                  <a:pt x="155" y="128"/>
                  <a:pt x="156" y="128"/>
                  <a:pt x="156" y="128"/>
                </a:cubicBezTo>
                <a:cubicBezTo>
                  <a:pt x="156" y="128"/>
                  <a:pt x="156" y="128"/>
                  <a:pt x="156" y="128"/>
                </a:cubicBezTo>
                <a:cubicBezTo>
                  <a:pt x="156" y="129"/>
                  <a:pt x="156" y="129"/>
                  <a:pt x="156" y="129"/>
                </a:cubicBezTo>
                <a:cubicBezTo>
                  <a:pt x="157" y="129"/>
                  <a:pt x="157" y="129"/>
                  <a:pt x="157" y="129"/>
                </a:cubicBezTo>
                <a:cubicBezTo>
                  <a:pt x="157" y="129"/>
                  <a:pt x="157" y="130"/>
                  <a:pt x="158" y="130"/>
                </a:cubicBezTo>
                <a:cubicBezTo>
                  <a:pt x="158" y="131"/>
                  <a:pt x="158" y="131"/>
                  <a:pt x="158" y="131"/>
                </a:cubicBezTo>
                <a:cubicBezTo>
                  <a:pt x="158" y="131"/>
                  <a:pt x="158" y="131"/>
                  <a:pt x="158" y="131"/>
                </a:cubicBezTo>
                <a:cubicBezTo>
                  <a:pt x="158" y="131"/>
                  <a:pt x="158" y="131"/>
                  <a:pt x="159" y="131"/>
                </a:cubicBezTo>
                <a:cubicBezTo>
                  <a:pt x="159" y="132"/>
                  <a:pt x="159" y="132"/>
                  <a:pt x="159" y="132"/>
                </a:cubicBezTo>
                <a:cubicBezTo>
                  <a:pt x="159" y="133"/>
                  <a:pt x="159" y="133"/>
                  <a:pt x="159" y="133"/>
                </a:cubicBezTo>
                <a:cubicBezTo>
                  <a:pt x="159" y="133"/>
                  <a:pt x="160" y="133"/>
                  <a:pt x="160" y="133"/>
                </a:cubicBezTo>
                <a:cubicBezTo>
                  <a:pt x="160" y="134"/>
                  <a:pt x="160" y="134"/>
                  <a:pt x="160" y="134"/>
                </a:cubicBezTo>
                <a:cubicBezTo>
                  <a:pt x="160" y="134"/>
                  <a:pt x="160" y="134"/>
                  <a:pt x="160" y="134"/>
                </a:cubicBezTo>
                <a:cubicBezTo>
                  <a:pt x="160" y="134"/>
                  <a:pt x="160" y="135"/>
                  <a:pt x="161" y="135"/>
                </a:cubicBezTo>
                <a:cubicBezTo>
                  <a:pt x="161" y="135"/>
                  <a:pt x="161" y="135"/>
                  <a:pt x="161" y="136"/>
                </a:cubicBezTo>
                <a:lnTo>
                  <a:pt x="62" y="136"/>
                </a:lnTo>
                <a:close/>
                <a:moveTo>
                  <a:pt x="76" y="55"/>
                </a:moveTo>
                <a:cubicBezTo>
                  <a:pt x="77" y="55"/>
                  <a:pt x="78" y="56"/>
                  <a:pt x="79" y="56"/>
                </a:cubicBezTo>
                <a:cubicBezTo>
                  <a:pt x="79" y="56"/>
                  <a:pt x="79" y="57"/>
                  <a:pt x="79" y="57"/>
                </a:cubicBezTo>
                <a:cubicBezTo>
                  <a:pt x="79" y="57"/>
                  <a:pt x="79" y="57"/>
                  <a:pt x="79" y="57"/>
                </a:cubicBezTo>
                <a:cubicBezTo>
                  <a:pt x="80" y="57"/>
                  <a:pt x="80" y="58"/>
                  <a:pt x="80" y="58"/>
                </a:cubicBezTo>
                <a:cubicBezTo>
                  <a:pt x="81" y="58"/>
                  <a:pt x="81" y="58"/>
                  <a:pt x="81" y="58"/>
                </a:cubicBezTo>
                <a:cubicBezTo>
                  <a:pt x="82" y="58"/>
                  <a:pt x="82" y="58"/>
                  <a:pt x="82" y="58"/>
                </a:cubicBezTo>
                <a:cubicBezTo>
                  <a:pt x="82" y="59"/>
                  <a:pt x="82" y="59"/>
                  <a:pt x="82" y="59"/>
                </a:cubicBezTo>
                <a:cubicBezTo>
                  <a:pt x="82" y="59"/>
                  <a:pt x="83" y="59"/>
                  <a:pt x="83" y="59"/>
                </a:cubicBezTo>
                <a:cubicBezTo>
                  <a:pt x="83" y="59"/>
                  <a:pt x="84" y="59"/>
                  <a:pt x="84" y="60"/>
                </a:cubicBezTo>
                <a:cubicBezTo>
                  <a:pt x="84" y="60"/>
                  <a:pt x="84" y="60"/>
                  <a:pt x="84" y="60"/>
                </a:cubicBezTo>
                <a:cubicBezTo>
                  <a:pt x="84" y="60"/>
                  <a:pt x="85" y="60"/>
                  <a:pt x="85" y="60"/>
                </a:cubicBezTo>
                <a:cubicBezTo>
                  <a:pt x="85" y="60"/>
                  <a:pt x="86" y="61"/>
                  <a:pt x="86" y="61"/>
                </a:cubicBezTo>
                <a:cubicBezTo>
                  <a:pt x="86" y="61"/>
                  <a:pt x="86" y="61"/>
                  <a:pt x="86" y="61"/>
                </a:cubicBezTo>
                <a:cubicBezTo>
                  <a:pt x="86" y="61"/>
                  <a:pt x="86" y="62"/>
                  <a:pt x="86" y="62"/>
                </a:cubicBezTo>
                <a:cubicBezTo>
                  <a:pt x="87" y="62"/>
                  <a:pt x="87" y="62"/>
                  <a:pt x="87" y="62"/>
                </a:cubicBezTo>
                <a:cubicBezTo>
                  <a:pt x="88" y="62"/>
                  <a:pt x="88" y="62"/>
                  <a:pt x="89" y="62"/>
                </a:cubicBezTo>
                <a:cubicBezTo>
                  <a:pt x="89" y="62"/>
                  <a:pt x="89" y="63"/>
                  <a:pt x="89" y="63"/>
                </a:cubicBezTo>
                <a:cubicBezTo>
                  <a:pt x="89" y="63"/>
                  <a:pt x="89" y="63"/>
                  <a:pt x="89" y="63"/>
                </a:cubicBezTo>
                <a:cubicBezTo>
                  <a:pt x="90" y="63"/>
                  <a:pt x="90" y="63"/>
                  <a:pt x="90" y="63"/>
                </a:cubicBezTo>
                <a:cubicBezTo>
                  <a:pt x="90" y="64"/>
                  <a:pt x="90" y="64"/>
                  <a:pt x="90" y="64"/>
                </a:cubicBezTo>
                <a:cubicBezTo>
                  <a:pt x="91" y="64"/>
                  <a:pt x="91" y="64"/>
                  <a:pt x="91" y="64"/>
                </a:cubicBezTo>
                <a:cubicBezTo>
                  <a:pt x="91" y="65"/>
                  <a:pt x="91" y="65"/>
                  <a:pt x="92" y="65"/>
                </a:cubicBezTo>
                <a:cubicBezTo>
                  <a:pt x="92" y="65"/>
                  <a:pt x="93" y="65"/>
                  <a:pt x="93" y="65"/>
                </a:cubicBezTo>
                <a:cubicBezTo>
                  <a:pt x="93" y="65"/>
                  <a:pt x="93" y="65"/>
                  <a:pt x="93" y="66"/>
                </a:cubicBezTo>
                <a:cubicBezTo>
                  <a:pt x="93" y="66"/>
                  <a:pt x="93" y="66"/>
                  <a:pt x="94" y="66"/>
                </a:cubicBezTo>
                <a:cubicBezTo>
                  <a:pt x="94" y="66"/>
                  <a:pt x="94" y="66"/>
                  <a:pt x="95" y="66"/>
                </a:cubicBezTo>
                <a:cubicBezTo>
                  <a:pt x="95" y="67"/>
                  <a:pt x="95" y="67"/>
                  <a:pt x="96" y="67"/>
                </a:cubicBezTo>
                <a:cubicBezTo>
                  <a:pt x="96" y="67"/>
                  <a:pt x="96" y="67"/>
                  <a:pt x="96" y="67"/>
                </a:cubicBezTo>
                <a:cubicBezTo>
                  <a:pt x="96" y="67"/>
                  <a:pt x="96" y="68"/>
                  <a:pt x="96" y="68"/>
                </a:cubicBezTo>
                <a:cubicBezTo>
                  <a:pt x="97" y="68"/>
                  <a:pt x="97" y="68"/>
                  <a:pt x="97" y="68"/>
                </a:cubicBezTo>
                <a:cubicBezTo>
                  <a:pt x="97" y="68"/>
                  <a:pt x="98" y="68"/>
                  <a:pt x="98" y="68"/>
                </a:cubicBezTo>
                <a:cubicBezTo>
                  <a:pt x="98" y="69"/>
                  <a:pt x="98" y="69"/>
                  <a:pt x="98" y="69"/>
                </a:cubicBezTo>
                <a:cubicBezTo>
                  <a:pt x="97" y="72"/>
                  <a:pt x="95" y="75"/>
                  <a:pt x="93" y="79"/>
                </a:cubicBezTo>
                <a:cubicBezTo>
                  <a:pt x="91" y="82"/>
                  <a:pt x="89" y="85"/>
                  <a:pt x="87" y="89"/>
                </a:cubicBezTo>
                <a:cubicBezTo>
                  <a:pt x="86" y="88"/>
                  <a:pt x="86" y="88"/>
                  <a:pt x="86" y="88"/>
                </a:cubicBezTo>
                <a:cubicBezTo>
                  <a:pt x="86" y="88"/>
                  <a:pt x="86" y="88"/>
                  <a:pt x="86" y="88"/>
                </a:cubicBezTo>
                <a:cubicBezTo>
                  <a:pt x="85" y="88"/>
                  <a:pt x="84" y="88"/>
                  <a:pt x="84" y="87"/>
                </a:cubicBezTo>
                <a:cubicBezTo>
                  <a:pt x="83" y="87"/>
                  <a:pt x="83" y="86"/>
                  <a:pt x="82" y="86"/>
                </a:cubicBezTo>
                <a:cubicBezTo>
                  <a:pt x="81" y="86"/>
                  <a:pt x="81" y="86"/>
                  <a:pt x="81" y="86"/>
                </a:cubicBezTo>
                <a:cubicBezTo>
                  <a:pt x="81" y="86"/>
                  <a:pt x="81" y="85"/>
                  <a:pt x="81" y="85"/>
                </a:cubicBezTo>
                <a:cubicBezTo>
                  <a:pt x="81" y="85"/>
                  <a:pt x="80" y="85"/>
                  <a:pt x="80" y="85"/>
                </a:cubicBezTo>
                <a:cubicBezTo>
                  <a:pt x="79" y="85"/>
                  <a:pt x="79" y="85"/>
                  <a:pt x="79" y="85"/>
                </a:cubicBezTo>
                <a:cubicBezTo>
                  <a:pt x="79" y="85"/>
                  <a:pt x="79" y="84"/>
                  <a:pt x="79" y="84"/>
                </a:cubicBezTo>
                <a:cubicBezTo>
                  <a:pt x="79" y="84"/>
                  <a:pt x="79" y="84"/>
                  <a:pt x="79" y="84"/>
                </a:cubicBezTo>
                <a:cubicBezTo>
                  <a:pt x="78" y="84"/>
                  <a:pt x="78" y="83"/>
                  <a:pt x="78" y="83"/>
                </a:cubicBezTo>
                <a:cubicBezTo>
                  <a:pt x="77" y="83"/>
                  <a:pt x="77" y="83"/>
                  <a:pt x="76" y="83"/>
                </a:cubicBezTo>
                <a:cubicBezTo>
                  <a:pt x="76" y="83"/>
                  <a:pt x="76" y="83"/>
                  <a:pt x="76" y="83"/>
                </a:cubicBezTo>
                <a:cubicBezTo>
                  <a:pt x="76" y="82"/>
                  <a:pt x="76" y="82"/>
                  <a:pt x="76" y="82"/>
                </a:cubicBezTo>
                <a:cubicBezTo>
                  <a:pt x="76" y="82"/>
                  <a:pt x="75" y="82"/>
                  <a:pt x="75" y="82"/>
                </a:cubicBezTo>
                <a:cubicBezTo>
                  <a:pt x="75" y="82"/>
                  <a:pt x="74" y="82"/>
                  <a:pt x="74" y="81"/>
                </a:cubicBezTo>
                <a:cubicBezTo>
                  <a:pt x="74" y="81"/>
                  <a:pt x="74" y="81"/>
                  <a:pt x="74" y="81"/>
                </a:cubicBezTo>
                <a:cubicBezTo>
                  <a:pt x="73" y="81"/>
                  <a:pt x="73" y="81"/>
                  <a:pt x="73" y="80"/>
                </a:cubicBezTo>
                <a:cubicBezTo>
                  <a:pt x="73" y="80"/>
                  <a:pt x="73" y="80"/>
                  <a:pt x="72" y="80"/>
                </a:cubicBezTo>
                <a:cubicBezTo>
                  <a:pt x="72" y="80"/>
                  <a:pt x="72" y="80"/>
                  <a:pt x="71" y="80"/>
                </a:cubicBezTo>
                <a:cubicBezTo>
                  <a:pt x="71" y="80"/>
                  <a:pt x="71" y="79"/>
                  <a:pt x="71" y="79"/>
                </a:cubicBezTo>
                <a:cubicBezTo>
                  <a:pt x="71" y="79"/>
                  <a:pt x="71" y="79"/>
                  <a:pt x="70" y="79"/>
                </a:cubicBezTo>
                <a:cubicBezTo>
                  <a:pt x="70" y="79"/>
                  <a:pt x="70" y="79"/>
                  <a:pt x="69" y="78"/>
                </a:cubicBezTo>
                <a:cubicBezTo>
                  <a:pt x="69" y="78"/>
                  <a:pt x="69" y="78"/>
                  <a:pt x="68" y="78"/>
                </a:cubicBezTo>
                <a:cubicBezTo>
                  <a:pt x="68" y="78"/>
                  <a:pt x="68" y="78"/>
                  <a:pt x="68" y="78"/>
                </a:cubicBezTo>
                <a:cubicBezTo>
                  <a:pt x="68" y="77"/>
                  <a:pt x="68" y="77"/>
                  <a:pt x="68" y="77"/>
                </a:cubicBezTo>
                <a:cubicBezTo>
                  <a:pt x="67" y="77"/>
                  <a:pt x="67" y="77"/>
                  <a:pt x="67" y="77"/>
                </a:cubicBezTo>
                <a:cubicBezTo>
                  <a:pt x="66" y="77"/>
                  <a:pt x="65" y="76"/>
                  <a:pt x="65" y="76"/>
                </a:cubicBezTo>
                <a:cubicBezTo>
                  <a:pt x="64" y="75"/>
                  <a:pt x="64" y="75"/>
                  <a:pt x="63" y="75"/>
                </a:cubicBezTo>
                <a:cubicBezTo>
                  <a:pt x="63" y="74"/>
                  <a:pt x="63" y="74"/>
                  <a:pt x="63" y="74"/>
                </a:cubicBezTo>
                <a:cubicBezTo>
                  <a:pt x="63" y="73"/>
                  <a:pt x="63" y="73"/>
                  <a:pt x="63" y="72"/>
                </a:cubicBezTo>
                <a:cubicBezTo>
                  <a:pt x="64" y="72"/>
                  <a:pt x="64" y="72"/>
                  <a:pt x="64" y="72"/>
                </a:cubicBezTo>
                <a:cubicBezTo>
                  <a:pt x="64" y="71"/>
                  <a:pt x="64" y="71"/>
                  <a:pt x="64" y="71"/>
                </a:cubicBezTo>
                <a:cubicBezTo>
                  <a:pt x="64" y="71"/>
                  <a:pt x="64" y="71"/>
                  <a:pt x="64" y="71"/>
                </a:cubicBezTo>
                <a:cubicBezTo>
                  <a:pt x="65" y="71"/>
                  <a:pt x="65" y="71"/>
                  <a:pt x="65" y="71"/>
                </a:cubicBezTo>
                <a:cubicBezTo>
                  <a:pt x="65" y="70"/>
                  <a:pt x="65" y="70"/>
                  <a:pt x="65" y="69"/>
                </a:cubicBezTo>
                <a:cubicBezTo>
                  <a:pt x="65" y="69"/>
                  <a:pt x="65" y="69"/>
                  <a:pt x="66" y="68"/>
                </a:cubicBezTo>
                <a:cubicBezTo>
                  <a:pt x="66" y="68"/>
                  <a:pt x="66" y="68"/>
                  <a:pt x="66" y="68"/>
                </a:cubicBezTo>
                <a:cubicBezTo>
                  <a:pt x="66" y="67"/>
                  <a:pt x="66" y="67"/>
                  <a:pt x="66" y="67"/>
                </a:cubicBezTo>
                <a:cubicBezTo>
                  <a:pt x="66" y="67"/>
                  <a:pt x="66" y="67"/>
                  <a:pt x="67" y="67"/>
                </a:cubicBezTo>
                <a:cubicBezTo>
                  <a:pt x="67" y="67"/>
                  <a:pt x="67" y="67"/>
                  <a:pt x="67" y="67"/>
                </a:cubicBezTo>
                <a:cubicBezTo>
                  <a:pt x="67" y="66"/>
                  <a:pt x="67" y="66"/>
                  <a:pt x="68" y="66"/>
                </a:cubicBezTo>
                <a:cubicBezTo>
                  <a:pt x="68" y="65"/>
                  <a:pt x="68" y="65"/>
                  <a:pt x="68" y="64"/>
                </a:cubicBezTo>
                <a:cubicBezTo>
                  <a:pt x="68" y="64"/>
                  <a:pt x="68" y="64"/>
                  <a:pt x="68" y="64"/>
                </a:cubicBezTo>
                <a:cubicBezTo>
                  <a:pt x="69" y="64"/>
                  <a:pt x="69" y="64"/>
                  <a:pt x="69" y="64"/>
                </a:cubicBezTo>
                <a:cubicBezTo>
                  <a:pt x="70" y="61"/>
                  <a:pt x="70" y="61"/>
                  <a:pt x="70" y="61"/>
                </a:cubicBezTo>
                <a:cubicBezTo>
                  <a:pt x="70" y="61"/>
                  <a:pt x="70" y="60"/>
                  <a:pt x="71" y="60"/>
                </a:cubicBezTo>
                <a:cubicBezTo>
                  <a:pt x="71" y="60"/>
                  <a:pt x="71" y="60"/>
                  <a:pt x="71" y="60"/>
                </a:cubicBezTo>
                <a:cubicBezTo>
                  <a:pt x="71" y="60"/>
                  <a:pt x="71" y="59"/>
                  <a:pt x="71" y="59"/>
                </a:cubicBezTo>
                <a:cubicBezTo>
                  <a:pt x="71" y="59"/>
                  <a:pt x="72" y="58"/>
                  <a:pt x="72" y="58"/>
                </a:cubicBezTo>
                <a:cubicBezTo>
                  <a:pt x="72" y="58"/>
                  <a:pt x="72" y="58"/>
                  <a:pt x="72" y="58"/>
                </a:cubicBezTo>
                <a:cubicBezTo>
                  <a:pt x="72" y="58"/>
                  <a:pt x="73" y="57"/>
                  <a:pt x="73" y="57"/>
                </a:cubicBezTo>
                <a:cubicBezTo>
                  <a:pt x="74" y="54"/>
                  <a:pt x="74" y="54"/>
                  <a:pt x="74" y="54"/>
                </a:cubicBezTo>
                <a:cubicBezTo>
                  <a:pt x="75" y="54"/>
                  <a:pt x="76" y="55"/>
                  <a:pt x="76" y="55"/>
                </a:cubicBezTo>
                <a:close/>
                <a:moveTo>
                  <a:pt x="97" y="47"/>
                </a:moveTo>
                <a:cubicBezTo>
                  <a:pt x="100" y="49"/>
                  <a:pt x="102" y="51"/>
                  <a:pt x="103" y="55"/>
                </a:cubicBezTo>
                <a:cubicBezTo>
                  <a:pt x="103" y="56"/>
                  <a:pt x="103" y="57"/>
                  <a:pt x="103" y="58"/>
                </a:cubicBezTo>
                <a:cubicBezTo>
                  <a:pt x="103" y="59"/>
                  <a:pt x="103" y="60"/>
                  <a:pt x="102" y="61"/>
                </a:cubicBezTo>
                <a:cubicBezTo>
                  <a:pt x="102" y="62"/>
                  <a:pt x="102" y="63"/>
                  <a:pt x="102" y="64"/>
                </a:cubicBezTo>
                <a:cubicBezTo>
                  <a:pt x="101" y="65"/>
                  <a:pt x="101" y="66"/>
                  <a:pt x="101" y="66"/>
                </a:cubicBezTo>
                <a:cubicBezTo>
                  <a:pt x="100" y="66"/>
                  <a:pt x="100" y="66"/>
                  <a:pt x="100" y="66"/>
                </a:cubicBezTo>
                <a:cubicBezTo>
                  <a:pt x="100" y="66"/>
                  <a:pt x="99" y="66"/>
                  <a:pt x="99" y="66"/>
                </a:cubicBezTo>
                <a:cubicBezTo>
                  <a:pt x="99" y="65"/>
                  <a:pt x="99" y="65"/>
                  <a:pt x="99" y="65"/>
                </a:cubicBezTo>
                <a:cubicBezTo>
                  <a:pt x="99" y="65"/>
                  <a:pt x="99" y="65"/>
                  <a:pt x="98" y="64"/>
                </a:cubicBezTo>
                <a:cubicBezTo>
                  <a:pt x="98" y="64"/>
                  <a:pt x="98" y="64"/>
                  <a:pt x="97" y="64"/>
                </a:cubicBezTo>
                <a:cubicBezTo>
                  <a:pt x="97" y="64"/>
                  <a:pt x="97" y="64"/>
                  <a:pt x="96" y="64"/>
                </a:cubicBezTo>
                <a:cubicBezTo>
                  <a:pt x="96" y="64"/>
                  <a:pt x="96" y="64"/>
                  <a:pt x="96" y="63"/>
                </a:cubicBezTo>
                <a:cubicBezTo>
                  <a:pt x="96" y="63"/>
                  <a:pt x="96" y="63"/>
                  <a:pt x="96" y="63"/>
                </a:cubicBezTo>
                <a:cubicBezTo>
                  <a:pt x="95" y="63"/>
                  <a:pt x="95" y="63"/>
                  <a:pt x="95" y="63"/>
                </a:cubicBezTo>
                <a:cubicBezTo>
                  <a:pt x="94" y="63"/>
                  <a:pt x="94" y="62"/>
                  <a:pt x="94" y="62"/>
                </a:cubicBezTo>
                <a:cubicBezTo>
                  <a:pt x="93" y="62"/>
                  <a:pt x="93" y="62"/>
                  <a:pt x="93" y="62"/>
                </a:cubicBezTo>
                <a:cubicBezTo>
                  <a:pt x="93" y="62"/>
                  <a:pt x="93" y="61"/>
                  <a:pt x="93" y="61"/>
                </a:cubicBezTo>
                <a:cubicBezTo>
                  <a:pt x="93" y="61"/>
                  <a:pt x="92" y="61"/>
                  <a:pt x="92" y="61"/>
                </a:cubicBezTo>
                <a:cubicBezTo>
                  <a:pt x="91" y="61"/>
                  <a:pt x="91" y="61"/>
                  <a:pt x="91" y="61"/>
                </a:cubicBezTo>
                <a:cubicBezTo>
                  <a:pt x="91" y="61"/>
                  <a:pt x="91" y="60"/>
                  <a:pt x="90" y="60"/>
                </a:cubicBezTo>
                <a:cubicBezTo>
                  <a:pt x="90" y="60"/>
                  <a:pt x="90" y="60"/>
                  <a:pt x="90" y="60"/>
                </a:cubicBezTo>
                <a:cubicBezTo>
                  <a:pt x="90" y="59"/>
                  <a:pt x="89" y="59"/>
                  <a:pt x="89" y="59"/>
                </a:cubicBezTo>
                <a:cubicBezTo>
                  <a:pt x="89" y="59"/>
                  <a:pt x="88" y="59"/>
                  <a:pt x="88" y="59"/>
                </a:cubicBezTo>
                <a:cubicBezTo>
                  <a:pt x="88" y="59"/>
                  <a:pt x="88" y="59"/>
                  <a:pt x="88" y="58"/>
                </a:cubicBezTo>
                <a:cubicBezTo>
                  <a:pt x="88" y="58"/>
                  <a:pt x="88" y="58"/>
                  <a:pt x="87" y="58"/>
                </a:cubicBezTo>
                <a:cubicBezTo>
                  <a:pt x="87" y="58"/>
                  <a:pt x="87" y="58"/>
                  <a:pt x="86" y="58"/>
                </a:cubicBezTo>
                <a:cubicBezTo>
                  <a:pt x="86" y="58"/>
                  <a:pt x="86" y="57"/>
                  <a:pt x="85" y="57"/>
                </a:cubicBezTo>
                <a:cubicBezTo>
                  <a:pt x="85" y="57"/>
                  <a:pt x="85" y="57"/>
                  <a:pt x="85" y="57"/>
                </a:cubicBezTo>
                <a:cubicBezTo>
                  <a:pt x="85" y="57"/>
                  <a:pt x="85" y="56"/>
                  <a:pt x="85" y="56"/>
                </a:cubicBezTo>
                <a:cubicBezTo>
                  <a:pt x="84" y="56"/>
                  <a:pt x="84" y="56"/>
                  <a:pt x="84" y="56"/>
                </a:cubicBezTo>
                <a:cubicBezTo>
                  <a:pt x="83" y="56"/>
                  <a:pt x="83" y="56"/>
                  <a:pt x="83" y="56"/>
                </a:cubicBezTo>
                <a:cubicBezTo>
                  <a:pt x="82" y="56"/>
                  <a:pt x="82" y="55"/>
                  <a:pt x="82" y="55"/>
                </a:cubicBezTo>
                <a:cubicBezTo>
                  <a:pt x="82" y="55"/>
                  <a:pt x="82" y="55"/>
                  <a:pt x="82" y="55"/>
                </a:cubicBezTo>
                <a:cubicBezTo>
                  <a:pt x="81" y="55"/>
                  <a:pt x="81" y="55"/>
                  <a:pt x="81" y="55"/>
                </a:cubicBezTo>
                <a:cubicBezTo>
                  <a:pt x="81" y="54"/>
                  <a:pt x="81" y="54"/>
                  <a:pt x="81" y="54"/>
                </a:cubicBezTo>
                <a:cubicBezTo>
                  <a:pt x="80" y="54"/>
                  <a:pt x="80" y="54"/>
                  <a:pt x="80" y="54"/>
                </a:cubicBezTo>
                <a:cubicBezTo>
                  <a:pt x="80" y="54"/>
                  <a:pt x="80" y="54"/>
                  <a:pt x="80" y="54"/>
                </a:cubicBezTo>
                <a:cubicBezTo>
                  <a:pt x="79" y="53"/>
                  <a:pt x="79" y="53"/>
                  <a:pt x="79" y="53"/>
                </a:cubicBezTo>
                <a:cubicBezTo>
                  <a:pt x="79" y="53"/>
                  <a:pt x="79" y="53"/>
                  <a:pt x="78" y="52"/>
                </a:cubicBezTo>
                <a:cubicBezTo>
                  <a:pt x="78" y="52"/>
                  <a:pt x="78" y="52"/>
                  <a:pt x="77" y="52"/>
                </a:cubicBezTo>
                <a:cubicBezTo>
                  <a:pt x="77" y="52"/>
                  <a:pt x="77" y="52"/>
                  <a:pt x="77" y="52"/>
                </a:cubicBezTo>
                <a:cubicBezTo>
                  <a:pt x="76" y="52"/>
                  <a:pt x="76" y="51"/>
                  <a:pt x="76" y="51"/>
                </a:cubicBezTo>
                <a:cubicBezTo>
                  <a:pt x="76" y="51"/>
                  <a:pt x="77" y="50"/>
                  <a:pt x="77" y="50"/>
                </a:cubicBezTo>
                <a:cubicBezTo>
                  <a:pt x="77" y="50"/>
                  <a:pt x="77" y="50"/>
                  <a:pt x="77" y="50"/>
                </a:cubicBezTo>
                <a:cubicBezTo>
                  <a:pt x="77" y="50"/>
                  <a:pt x="77" y="50"/>
                  <a:pt x="77" y="50"/>
                </a:cubicBezTo>
                <a:cubicBezTo>
                  <a:pt x="77" y="50"/>
                  <a:pt x="77" y="49"/>
                  <a:pt x="77" y="49"/>
                </a:cubicBezTo>
                <a:cubicBezTo>
                  <a:pt x="78" y="49"/>
                  <a:pt x="78" y="48"/>
                  <a:pt x="79" y="48"/>
                </a:cubicBezTo>
                <a:cubicBezTo>
                  <a:pt x="79" y="47"/>
                  <a:pt x="80" y="47"/>
                  <a:pt x="80" y="46"/>
                </a:cubicBezTo>
                <a:cubicBezTo>
                  <a:pt x="80" y="46"/>
                  <a:pt x="81" y="46"/>
                  <a:pt x="81" y="46"/>
                </a:cubicBezTo>
                <a:cubicBezTo>
                  <a:pt x="81" y="46"/>
                  <a:pt x="81" y="46"/>
                  <a:pt x="81" y="45"/>
                </a:cubicBezTo>
                <a:cubicBezTo>
                  <a:pt x="82" y="45"/>
                  <a:pt x="82" y="45"/>
                  <a:pt x="82" y="45"/>
                </a:cubicBezTo>
                <a:cubicBezTo>
                  <a:pt x="82" y="45"/>
                  <a:pt x="82" y="45"/>
                  <a:pt x="82" y="45"/>
                </a:cubicBezTo>
                <a:cubicBezTo>
                  <a:pt x="82" y="45"/>
                  <a:pt x="83" y="45"/>
                  <a:pt x="83" y="45"/>
                </a:cubicBezTo>
                <a:cubicBezTo>
                  <a:pt x="83" y="45"/>
                  <a:pt x="84" y="44"/>
                  <a:pt x="84" y="44"/>
                </a:cubicBezTo>
                <a:cubicBezTo>
                  <a:pt x="84" y="44"/>
                  <a:pt x="84" y="44"/>
                  <a:pt x="84" y="44"/>
                </a:cubicBezTo>
                <a:cubicBezTo>
                  <a:pt x="87" y="44"/>
                  <a:pt x="87" y="44"/>
                  <a:pt x="87" y="44"/>
                </a:cubicBezTo>
                <a:cubicBezTo>
                  <a:pt x="87" y="43"/>
                  <a:pt x="87" y="43"/>
                  <a:pt x="87" y="43"/>
                </a:cubicBezTo>
                <a:cubicBezTo>
                  <a:pt x="91" y="43"/>
                  <a:pt x="95" y="44"/>
                  <a:pt x="97" y="47"/>
                </a:cubicBezTo>
                <a:close/>
                <a:moveTo>
                  <a:pt x="178" y="116"/>
                </a:moveTo>
                <a:cubicBezTo>
                  <a:pt x="178" y="116"/>
                  <a:pt x="177" y="117"/>
                  <a:pt x="177" y="117"/>
                </a:cubicBezTo>
                <a:cubicBezTo>
                  <a:pt x="176" y="117"/>
                  <a:pt x="176" y="117"/>
                  <a:pt x="175" y="118"/>
                </a:cubicBezTo>
                <a:cubicBezTo>
                  <a:pt x="174" y="118"/>
                  <a:pt x="174" y="118"/>
                  <a:pt x="173" y="118"/>
                </a:cubicBezTo>
                <a:cubicBezTo>
                  <a:pt x="173" y="118"/>
                  <a:pt x="173" y="118"/>
                  <a:pt x="173" y="119"/>
                </a:cubicBezTo>
                <a:cubicBezTo>
                  <a:pt x="173" y="119"/>
                  <a:pt x="173" y="119"/>
                  <a:pt x="173" y="119"/>
                </a:cubicBezTo>
                <a:cubicBezTo>
                  <a:pt x="172" y="119"/>
                  <a:pt x="172" y="119"/>
                  <a:pt x="172" y="119"/>
                </a:cubicBezTo>
                <a:cubicBezTo>
                  <a:pt x="171" y="120"/>
                  <a:pt x="171" y="120"/>
                  <a:pt x="171" y="120"/>
                </a:cubicBezTo>
                <a:cubicBezTo>
                  <a:pt x="170" y="120"/>
                  <a:pt x="170" y="120"/>
                  <a:pt x="170" y="120"/>
                </a:cubicBezTo>
                <a:cubicBezTo>
                  <a:pt x="170" y="121"/>
                  <a:pt x="170" y="121"/>
                  <a:pt x="170" y="121"/>
                </a:cubicBezTo>
                <a:cubicBezTo>
                  <a:pt x="169" y="121"/>
                  <a:pt x="169" y="121"/>
                  <a:pt x="168" y="121"/>
                </a:cubicBezTo>
                <a:cubicBezTo>
                  <a:pt x="168" y="121"/>
                  <a:pt x="168" y="121"/>
                  <a:pt x="167" y="121"/>
                </a:cubicBezTo>
                <a:cubicBezTo>
                  <a:pt x="167" y="122"/>
                  <a:pt x="167" y="122"/>
                  <a:pt x="167" y="122"/>
                </a:cubicBezTo>
                <a:cubicBezTo>
                  <a:pt x="167" y="122"/>
                  <a:pt x="167" y="122"/>
                  <a:pt x="167" y="122"/>
                </a:cubicBezTo>
                <a:cubicBezTo>
                  <a:pt x="164" y="124"/>
                  <a:pt x="164" y="124"/>
                  <a:pt x="164" y="124"/>
                </a:cubicBezTo>
                <a:cubicBezTo>
                  <a:pt x="164" y="124"/>
                  <a:pt x="164" y="124"/>
                  <a:pt x="164" y="124"/>
                </a:cubicBezTo>
                <a:cubicBezTo>
                  <a:pt x="163" y="125"/>
                  <a:pt x="162" y="125"/>
                  <a:pt x="161" y="125"/>
                </a:cubicBezTo>
                <a:cubicBezTo>
                  <a:pt x="160" y="126"/>
                  <a:pt x="160" y="126"/>
                  <a:pt x="159" y="126"/>
                </a:cubicBezTo>
                <a:cubicBezTo>
                  <a:pt x="151" y="112"/>
                  <a:pt x="144" y="97"/>
                  <a:pt x="137" y="82"/>
                </a:cubicBezTo>
                <a:cubicBezTo>
                  <a:pt x="130" y="68"/>
                  <a:pt x="123" y="53"/>
                  <a:pt x="115" y="38"/>
                </a:cubicBezTo>
                <a:cubicBezTo>
                  <a:pt x="115" y="38"/>
                  <a:pt x="115" y="38"/>
                  <a:pt x="115" y="38"/>
                </a:cubicBezTo>
                <a:cubicBezTo>
                  <a:pt x="115" y="37"/>
                  <a:pt x="114" y="37"/>
                  <a:pt x="114" y="36"/>
                </a:cubicBezTo>
                <a:cubicBezTo>
                  <a:pt x="114" y="35"/>
                  <a:pt x="113" y="34"/>
                  <a:pt x="113" y="33"/>
                </a:cubicBezTo>
                <a:cubicBezTo>
                  <a:pt x="113" y="33"/>
                  <a:pt x="113" y="33"/>
                  <a:pt x="113" y="33"/>
                </a:cubicBezTo>
                <a:cubicBezTo>
                  <a:pt x="113" y="32"/>
                  <a:pt x="113" y="32"/>
                  <a:pt x="113" y="32"/>
                </a:cubicBezTo>
                <a:cubicBezTo>
                  <a:pt x="112" y="32"/>
                  <a:pt x="112" y="32"/>
                  <a:pt x="112" y="32"/>
                </a:cubicBezTo>
                <a:cubicBezTo>
                  <a:pt x="112" y="32"/>
                  <a:pt x="112" y="31"/>
                  <a:pt x="112" y="31"/>
                </a:cubicBezTo>
                <a:cubicBezTo>
                  <a:pt x="112" y="31"/>
                  <a:pt x="112" y="30"/>
                  <a:pt x="112" y="30"/>
                </a:cubicBezTo>
                <a:cubicBezTo>
                  <a:pt x="111" y="30"/>
                  <a:pt x="111" y="30"/>
                  <a:pt x="111" y="30"/>
                </a:cubicBezTo>
                <a:cubicBezTo>
                  <a:pt x="111" y="29"/>
                  <a:pt x="111" y="29"/>
                  <a:pt x="111" y="29"/>
                </a:cubicBezTo>
                <a:cubicBezTo>
                  <a:pt x="110" y="29"/>
                  <a:pt x="110" y="29"/>
                  <a:pt x="110" y="29"/>
                </a:cubicBezTo>
                <a:cubicBezTo>
                  <a:pt x="110" y="28"/>
                  <a:pt x="110" y="28"/>
                  <a:pt x="110" y="28"/>
                </a:cubicBezTo>
                <a:cubicBezTo>
                  <a:pt x="110" y="28"/>
                  <a:pt x="110" y="28"/>
                  <a:pt x="110" y="28"/>
                </a:cubicBezTo>
                <a:cubicBezTo>
                  <a:pt x="110" y="27"/>
                  <a:pt x="110" y="27"/>
                  <a:pt x="110" y="27"/>
                </a:cubicBezTo>
                <a:cubicBezTo>
                  <a:pt x="109" y="27"/>
                  <a:pt x="109" y="27"/>
                  <a:pt x="109" y="27"/>
                </a:cubicBezTo>
                <a:cubicBezTo>
                  <a:pt x="109" y="26"/>
                  <a:pt x="109" y="26"/>
                  <a:pt x="109" y="26"/>
                </a:cubicBezTo>
                <a:cubicBezTo>
                  <a:pt x="109" y="26"/>
                  <a:pt x="109" y="26"/>
                  <a:pt x="109" y="26"/>
                </a:cubicBezTo>
                <a:cubicBezTo>
                  <a:pt x="109" y="25"/>
                  <a:pt x="109" y="25"/>
                  <a:pt x="109" y="25"/>
                </a:cubicBezTo>
                <a:cubicBezTo>
                  <a:pt x="108" y="25"/>
                  <a:pt x="108" y="25"/>
                  <a:pt x="108" y="25"/>
                </a:cubicBezTo>
                <a:cubicBezTo>
                  <a:pt x="108" y="24"/>
                  <a:pt x="108" y="24"/>
                  <a:pt x="108" y="23"/>
                </a:cubicBezTo>
                <a:cubicBezTo>
                  <a:pt x="108" y="23"/>
                  <a:pt x="108" y="23"/>
                  <a:pt x="108" y="22"/>
                </a:cubicBezTo>
                <a:cubicBezTo>
                  <a:pt x="107" y="22"/>
                  <a:pt x="107" y="22"/>
                  <a:pt x="107" y="22"/>
                </a:cubicBezTo>
                <a:cubicBezTo>
                  <a:pt x="107" y="21"/>
                  <a:pt x="107" y="21"/>
                  <a:pt x="107" y="21"/>
                </a:cubicBezTo>
                <a:cubicBezTo>
                  <a:pt x="107" y="21"/>
                  <a:pt x="107" y="21"/>
                  <a:pt x="107" y="21"/>
                </a:cubicBezTo>
                <a:cubicBezTo>
                  <a:pt x="107" y="20"/>
                  <a:pt x="107" y="20"/>
                  <a:pt x="107" y="20"/>
                </a:cubicBezTo>
                <a:cubicBezTo>
                  <a:pt x="106" y="20"/>
                  <a:pt x="106" y="20"/>
                  <a:pt x="106" y="20"/>
                </a:cubicBezTo>
                <a:cubicBezTo>
                  <a:pt x="106" y="19"/>
                  <a:pt x="106" y="19"/>
                  <a:pt x="106" y="19"/>
                </a:cubicBezTo>
                <a:cubicBezTo>
                  <a:pt x="106" y="19"/>
                  <a:pt x="106" y="19"/>
                  <a:pt x="106" y="19"/>
                </a:cubicBezTo>
                <a:cubicBezTo>
                  <a:pt x="105" y="19"/>
                  <a:pt x="105" y="18"/>
                  <a:pt x="105" y="18"/>
                </a:cubicBezTo>
                <a:cubicBezTo>
                  <a:pt x="105" y="18"/>
                  <a:pt x="105" y="17"/>
                  <a:pt x="105" y="17"/>
                </a:cubicBezTo>
                <a:cubicBezTo>
                  <a:pt x="105" y="17"/>
                  <a:pt x="105" y="17"/>
                  <a:pt x="104" y="17"/>
                </a:cubicBezTo>
                <a:cubicBezTo>
                  <a:pt x="104" y="17"/>
                  <a:pt x="104" y="16"/>
                  <a:pt x="104" y="16"/>
                </a:cubicBezTo>
                <a:cubicBezTo>
                  <a:pt x="104" y="15"/>
                  <a:pt x="104" y="15"/>
                  <a:pt x="104" y="15"/>
                </a:cubicBezTo>
                <a:cubicBezTo>
                  <a:pt x="103" y="15"/>
                  <a:pt x="103" y="15"/>
                  <a:pt x="103" y="15"/>
                </a:cubicBezTo>
                <a:cubicBezTo>
                  <a:pt x="103" y="15"/>
                  <a:pt x="103" y="14"/>
                  <a:pt x="103" y="14"/>
                </a:cubicBezTo>
                <a:cubicBezTo>
                  <a:pt x="103" y="14"/>
                  <a:pt x="103" y="13"/>
                  <a:pt x="103" y="13"/>
                </a:cubicBezTo>
                <a:cubicBezTo>
                  <a:pt x="102" y="13"/>
                  <a:pt x="102" y="13"/>
                  <a:pt x="102" y="13"/>
                </a:cubicBezTo>
                <a:cubicBezTo>
                  <a:pt x="102" y="12"/>
                  <a:pt x="102" y="12"/>
                  <a:pt x="102" y="11"/>
                </a:cubicBezTo>
                <a:cubicBezTo>
                  <a:pt x="102" y="10"/>
                  <a:pt x="102" y="9"/>
                  <a:pt x="102" y="9"/>
                </a:cubicBezTo>
                <a:cubicBezTo>
                  <a:pt x="101" y="9"/>
                  <a:pt x="101" y="9"/>
                  <a:pt x="101" y="9"/>
                </a:cubicBezTo>
                <a:cubicBezTo>
                  <a:pt x="101" y="4"/>
                  <a:pt x="101" y="4"/>
                  <a:pt x="101" y="4"/>
                </a:cubicBezTo>
                <a:cubicBezTo>
                  <a:pt x="102" y="4"/>
                  <a:pt x="102" y="4"/>
                  <a:pt x="102" y="4"/>
                </a:cubicBezTo>
                <a:cubicBezTo>
                  <a:pt x="102" y="4"/>
                  <a:pt x="102" y="3"/>
                  <a:pt x="102" y="3"/>
                </a:cubicBezTo>
                <a:cubicBezTo>
                  <a:pt x="102" y="2"/>
                  <a:pt x="102" y="2"/>
                  <a:pt x="102" y="2"/>
                </a:cubicBezTo>
                <a:cubicBezTo>
                  <a:pt x="103" y="1"/>
                  <a:pt x="103" y="1"/>
                  <a:pt x="103" y="1"/>
                </a:cubicBezTo>
                <a:cubicBezTo>
                  <a:pt x="103" y="1"/>
                  <a:pt x="103" y="1"/>
                  <a:pt x="103" y="0"/>
                </a:cubicBezTo>
                <a:cubicBezTo>
                  <a:pt x="104" y="0"/>
                  <a:pt x="104" y="0"/>
                  <a:pt x="104" y="0"/>
                </a:cubicBezTo>
                <a:cubicBezTo>
                  <a:pt x="104" y="0"/>
                  <a:pt x="104" y="0"/>
                  <a:pt x="104" y="0"/>
                </a:cubicBezTo>
                <a:cubicBezTo>
                  <a:pt x="109" y="0"/>
                  <a:pt x="109" y="0"/>
                  <a:pt x="109" y="0"/>
                </a:cubicBezTo>
                <a:cubicBezTo>
                  <a:pt x="109" y="1"/>
                  <a:pt x="110" y="1"/>
                  <a:pt x="111" y="1"/>
                </a:cubicBezTo>
                <a:cubicBezTo>
                  <a:pt x="111" y="1"/>
                  <a:pt x="112" y="2"/>
                  <a:pt x="113" y="2"/>
                </a:cubicBezTo>
                <a:cubicBezTo>
                  <a:pt x="113" y="2"/>
                  <a:pt x="113" y="3"/>
                  <a:pt x="113" y="3"/>
                </a:cubicBezTo>
                <a:cubicBezTo>
                  <a:pt x="113" y="3"/>
                  <a:pt x="113" y="3"/>
                  <a:pt x="113" y="4"/>
                </a:cubicBezTo>
                <a:cubicBezTo>
                  <a:pt x="114" y="4"/>
                  <a:pt x="114" y="4"/>
                  <a:pt x="114" y="5"/>
                </a:cubicBezTo>
                <a:cubicBezTo>
                  <a:pt x="115" y="5"/>
                  <a:pt x="115" y="5"/>
                  <a:pt x="115" y="5"/>
                </a:cubicBezTo>
                <a:cubicBezTo>
                  <a:pt x="115" y="6"/>
                  <a:pt x="116" y="6"/>
                  <a:pt x="116" y="6"/>
                </a:cubicBezTo>
                <a:cubicBezTo>
                  <a:pt x="116" y="7"/>
                  <a:pt x="116" y="7"/>
                  <a:pt x="116" y="8"/>
                </a:cubicBezTo>
                <a:cubicBezTo>
                  <a:pt x="116" y="8"/>
                  <a:pt x="116" y="8"/>
                  <a:pt x="116" y="8"/>
                </a:cubicBezTo>
                <a:cubicBezTo>
                  <a:pt x="117" y="8"/>
                  <a:pt x="117" y="8"/>
                  <a:pt x="117" y="8"/>
                </a:cubicBezTo>
                <a:cubicBezTo>
                  <a:pt x="117" y="9"/>
                  <a:pt x="117" y="9"/>
                  <a:pt x="117" y="9"/>
                </a:cubicBezTo>
                <a:cubicBezTo>
                  <a:pt x="117" y="10"/>
                  <a:pt x="117" y="10"/>
                  <a:pt x="118" y="10"/>
                </a:cubicBezTo>
                <a:cubicBezTo>
                  <a:pt x="118" y="10"/>
                  <a:pt x="118" y="11"/>
                  <a:pt x="118" y="11"/>
                </a:cubicBezTo>
                <a:cubicBezTo>
                  <a:pt x="118" y="11"/>
                  <a:pt x="118" y="11"/>
                  <a:pt x="119" y="11"/>
                </a:cubicBezTo>
                <a:cubicBezTo>
                  <a:pt x="119" y="11"/>
                  <a:pt x="119" y="11"/>
                  <a:pt x="119" y="12"/>
                </a:cubicBezTo>
                <a:cubicBezTo>
                  <a:pt x="119" y="12"/>
                  <a:pt x="119" y="12"/>
                  <a:pt x="119" y="13"/>
                </a:cubicBezTo>
                <a:cubicBezTo>
                  <a:pt x="120" y="13"/>
                  <a:pt x="120" y="13"/>
                  <a:pt x="120" y="13"/>
                </a:cubicBezTo>
                <a:cubicBezTo>
                  <a:pt x="120" y="13"/>
                  <a:pt x="120" y="13"/>
                  <a:pt x="120" y="14"/>
                </a:cubicBezTo>
                <a:cubicBezTo>
                  <a:pt x="120" y="14"/>
                  <a:pt x="120" y="14"/>
                  <a:pt x="120" y="15"/>
                </a:cubicBezTo>
                <a:cubicBezTo>
                  <a:pt x="121" y="15"/>
                  <a:pt x="121" y="15"/>
                  <a:pt x="121" y="15"/>
                </a:cubicBezTo>
                <a:cubicBezTo>
                  <a:pt x="121" y="16"/>
                  <a:pt x="121" y="16"/>
                  <a:pt x="121" y="16"/>
                </a:cubicBezTo>
                <a:cubicBezTo>
                  <a:pt x="121" y="16"/>
                  <a:pt x="121" y="16"/>
                  <a:pt x="121" y="16"/>
                </a:cubicBezTo>
                <a:cubicBezTo>
                  <a:pt x="122" y="16"/>
                  <a:pt x="122" y="16"/>
                  <a:pt x="122" y="16"/>
                </a:cubicBezTo>
                <a:cubicBezTo>
                  <a:pt x="123" y="20"/>
                  <a:pt x="123" y="20"/>
                  <a:pt x="123" y="20"/>
                </a:cubicBezTo>
                <a:cubicBezTo>
                  <a:pt x="123" y="20"/>
                  <a:pt x="123" y="20"/>
                  <a:pt x="124" y="20"/>
                </a:cubicBezTo>
                <a:cubicBezTo>
                  <a:pt x="124" y="20"/>
                  <a:pt x="124" y="20"/>
                  <a:pt x="124" y="20"/>
                </a:cubicBezTo>
                <a:cubicBezTo>
                  <a:pt x="124" y="21"/>
                  <a:pt x="124" y="21"/>
                  <a:pt x="124" y="21"/>
                </a:cubicBezTo>
                <a:cubicBezTo>
                  <a:pt x="124" y="22"/>
                  <a:pt x="125" y="22"/>
                  <a:pt x="125" y="22"/>
                </a:cubicBezTo>
                <a:cubicBezTo>
                  <a:pt x="125" y="22"/>
                  <a:pt x="125" y="23"/>
                  <a:pt x="125" y="23"/>
                </a:cubicBezTo>
                <a:cubicBezTo>
                  <a:pt x="125" y="23"/>
                  <a:pt x="126" y="23"/>
                  <a:pt x="126" y="23"/>
                </a:cubicBezTo>
                <a:cubicBezTo>
                  <a:pt x="126" y="23"/>
                  <a:pt x="126" y="24"/>
                  <a:pt x="126" y="24"/>
                </a:cubicBezTo>
                <a:cubicBezTo>
                  <a:pt x="126" y="24"/>
                  <a:pt x="126" y="25"/>
                  <a:pt x="126" y="25"/>
                </a:cubicBezTo>
                <a:cubicBezTo>
                  <a:pt x="126" y="25"/>
                  <a:pt x="127" y="25"/>
                  <a:pt x="127" y="25"/>
                </a:cubicBezTo>
                <a:cubicBezTo>
                  <a:pt x="127" y="25"/>
                  <a:pt x="127" y="26"/>
                  <a:pt x="127" y="26"/>
                </a:cubicBezTo>
                <a:cubicBezTo>
                  <a:pt x="128" y="26"/>
                  <a:pt x="128" y="26"/>
                  <a:pt x="128" y="27"/>
                </a:cubicBezTo>
                <a:cubicBezTo>
                  <a:pt x="128" y="27"/>
                  <a:pt x="128" y="27"/>
                  <a:pt x="128" y="28"/>
                </a:cubicBezTo>
                <a:cubicBezTo>
                  <a:pt x="128" y="28"/>
                  <a:pt x="128" y="28"/>
                  <a:pt x="129" y="28"/>
                </a:cubicBezTo>
                <a:cubicBezTo>
                  <a:pt x="129" y="28"/>
                  <a:pt x="129" y="28"/>
                  <a:pt x="129" y="28"/>
                </a:cubicBezTo>
                <a:cubicBezTo>
                  <a:pt x="129" y="29"/>
                  <a:pt x="129" y="29"/>
                  <a:pt x="129" y="29"/>
                </a:cubicBezTo>
                <a:cubicBezTo>
                  <a:pt x="129" y="30"/>
                  <a:pt x="130" y="30"/>
                  <a:pt x="130" y="31"/>
                </a:cubicBezTo>
                <a:cubicBezTo>
                  <a:pt x="130" y="31"/>
                  <a:pt x="130" y="31"/>
                  <a:pt x="130" y="31"/>
                </a:cubicBezTo>
                <a:cubicBezTo>
                  <a:pt x="130" y="31"/>
                  <a:pt x="131" y="31"/>
                  <a:pt x="131" y="31"/>
                </a:cubicBezTo>
                <a:cubicBezTo>
                  <a:pt x="131" y="31"/>
                  <a:pt x="131" y="32"/>
                  <a:pt x="131" y="32"/>
                </a:cubicBezTo>
                <a:cubicBezTo>
                  <a:pt x="131" y="33"/>
                  <a:pt x="131" y="33"/>
                  <a:pt x="131" y="33"/>
                </a:cubicBezTo>
                <a:cubicBezTo>
                  <a:pt x="131" y="33"/>
                  <a:pt x="132" y="34"/>
                  <a:pt x="132" y="34"/>
                </a:cubicBezTo>
                <a:cubicBezTo>
                  <a:pt x="132" y="34"/>
                  <a:pt x="132" y="34"/>
                  <a:pt x="132" y="34"/>
                </a:cubicBezTo>
                <a:cubicBezTo>
                  <a:pt x="132" y="34"/>
                  <a:pt x="133" y="35"/>
                  <a:pt x="133" y="35"/>
                </a:cubicBezTo>
                <a:cubicBezTo>
                  <a:pt x="133" y="35"/>
                  <a:pt x="133" y="36"/>
                  <a:pt x="133" y="36"/>
                </a:cubicBezTo>
                <a:cubicBezTo>
                  <a:pt x="133" y="36"/>
                  <a:pt x="133" y="36"/>
                  <a:pt x="133" y="36"/>
                </a:cubicBezTo>
                <a:cubicBezTo>
                  <a:pt x="134" y="36"/>
                  <a:pt x="134" y="36"/>
                  <a:pt x="134" y="37"/>
                </a:cubicBezTo>
                <a:cubicBezTo>
                  <a:pt x="134" y="37"/>
                  <a:pt x="134" y="37"/>
                  <a:pt x="134" y="38"/>
                </a:cubicBezTo>
                <a:cubicBezTo>
                  <a:pt x="134" y="38"/>
                  <a:pt x="134" y="38"/>
                  <a:pt x="135" y="39"/>
                </a:cubicBezTo>
                <a:cubicBezTo>
                  <a:pt x="135" y="39"/>
                  <a:pt x="135" y="39"/>
                  <a:pt x="135" y="39"/>
                </a:cubicBezTo>
                <a:cubicBezTo>
                  <a:pt x="135" y="39"/>
                  <a:pt x="136" y="39"/>
                  <a:pt x="136" y="39"/>
                </a:cubicBezTo>
                <a:cubicBezTo>
                  <a:pt x="136" y="40"/>
                  <a:pt x="136" y="40"/>
                  <a:pt x="136" y="40"/>
                </a:cubicBezTo>
                <a:cubicBezTo>
                  <a:pt x="136" y="41"/>
                  <a:pt x="136" y="41"/>
                  <a:pt x="136" y="42"/>
                </a:cubicBezTo>
                <a:cubicBezTo>
                  <a:pt x="136" y="42"/>
                  <a:pt x="137" y="42"/>
                  <a:pt x="137" y="42"/>
                </a:cubicBezTo>
                <a:cubicBezTo>
                  <a:pt x="137" y="42"/>
                  <a:pt x="137" y="42"/>
                  <a:pt x="137" y="42"/>
                </a:cubicBezTo>
                <a:cubicBezTo>
                  <a:pt x="137" y="42"/>
                  <a:pt x="138" y="43"/>
                  <a:pt x="138" y="43"/>
                </a:cubicBezTo>
                <a:cubicBezTo>
                  <a:pt x="138" y="43"/>
                  <a:pt x="138" y="44"/>
                  <a:pt x="138" y="44"/>
                </a:cubicBezTo>
                <a:cubicBezTo>
                  <a:pt x="138" y="44"/>
                  <a:pt x="138" y="45"/>
                  <a:pt x="138" y="45"/>
                </a:cubicBezTo>
                <a:cubicBezTo>
                  <a:pt x="139" y="45"/>
                  <a:pt x="139" y="45"/>
                  <a:pt x="139" y="45"/>
                </a:cubicBezTo>
                <a:cubicBezTo>
                  <a:pt x="139" y="45"/>
                  <a:pt x="139" y="46"/>
                  <a:pt x="139" y="46"/>
                </a:cubicBezTo>
                <a:cubicBezTo>
                  <a:pt x="139" y="46"/>
                  <a:pt x="139" y="47"/>
                  <a:pt x="139" y="47"/>
                </a:cubicBezTo>
                <a:cubicBezTo>
                  <a:pt x="140" y="47"/>
                  <a:pt x="140" y="47"/>
                  <a:pt x="140" y="47"/>
                </a:cubicBezTo>
                <a:cubicBezTo>
                  <a:pt x="140" y="47"/>
                  <a:pt x="140" y="47"/>
                  <a:pt x="141" y="48"/>
                </a:cubicBezTo>
                <a:cubicBezTo>
                  <a:pt x="141" y="48"/>
                  <a:pt x="141" y="48"/>
                  <a:pt x="141" y="49"/>
                </a:cubicBezTo>
                <a:cubicBezTo>
                  <a:pt x="141" y="49"/>
                  <a:pt x="141" y="49"/>
                  <a:pt x="141" y="50"/>
                </a:cubicBezTo>
                <a:cubicBezTo>
                  <a:pt x="141" y="50"/>
                  <a:pt x="141" y="50"/>
                  <a:pt x="142" y="50"/>
                </a:cubicBezTo>
                <a:cubicBezTo>
                  <a:pt x="142" y="50"/>
                  <a:pt x="142" y="50"/>
                  <a:pt x="142" y="50"/>
                </a:cubicBezTo>
                <a:cubicBezTo>
                  <a:pt x="142" y="51"/>
                  <a:pt x="142" y="51"/>
                  <a:pt x="142" y="51"/>
                </a:cubicBezTo>
                <a:cubicBezTo>
                  <a:pt x="143" y="51"/>
                  <a:pt x="143" y="51"/>
                  <a:pt x="143" y="51"/>
                </a:cubicBezTo>
                <a:cubicBezTo>
                  <a:pt x="143" y="52"/>
                  <a:pt x="143" y="52"/>
                  <a:pt x="143" y="52"/>
                </a:cubicBezTo>
                <a:cubicBezTo>
                  <a:pt x="143" y="53"/>
                  <a:pt x="143" y="53"/>
                  <a:pt x="143" y="53"/>
                </a:cubicBezTo>
                <a:cubicBezTo>
                  <a:pt x="144" y="53"/>
                  <a:pt x="144" y="53"/>
                  <a:pt x="144" y="53"/>
                </a:cubicBezTo>
                <a:cubicBezTo>
                  <a:pt x="144" y="53"/>
                  <a:pt x="144" y="54"/>
                  <a:pt x="144" y="54"/>
                </a:cubicBezTo>
                <a:cubicBezTo>
                  <a:pt x="144" y="54"/>
                  <a:pt x="144" y="55"/>
                  <a:pt x="144" y="55"/>
                </a:cubicBezTo>
                <a:cubicBezTo>
                  <a:pt x="145" y="55"/>
                  <a:pt x="145" y="55"/>
                  <a:pt x="145" y="55"/>
                </a:cubicBezTo>
                <a:cubicBezTo>
                  <a:pt x="145" y="56"/>
                  <a:pt x="145" y="56"/>
                  <a:pt x="145" y="56"/>
                </a:cubicBezTo>
                <a:cubicBezTo>
                  <a:pt x="146" y="56"/>
                  <a:pt x="146" y="56"/>
                  <a:pt x="146" y="57"/>
                </a:cubicBezTo>
                <a:cubicBezTo>
                  <a:pt x="146" y="57"/>
                  <a:pt x="146" y="57"/>
                  <a:pt x="146" y="58"/>
                </a:cubicBezTo>
                <a:cubicBezTo>
                  <a:pt x="146" y="58"/>
                  <a:pt x="146" y="58"/>
                  <a:pt x="147" y="58"/>
                </a:cubicBezTo>
                <a:cubicBezTo>
                  <a:pt x="147" y="58"/>
                  <a:pt x="147" y="58"/>
                  <a:pt x="147" y="59"/>
                </a:cubicBezTo>
                <a:cubicBezTo>
                  <a:pt x="147" y="60"/>
                  <a:pt x="147" y="60"/>
                  <a:pt x="147" y="60"/>
                </a:cubicBezTo>
                <a:cubicBezTo>
                  <a:pt x="148" y="60"/>
                  <a:pt x="148" y="60"/>
                  <a:pt x="148" y="60"/>
                </a:cubicBezTo>
                <a:cubicBezTo>
                  <a:pt x="148" y="61"/>
                  <a:pt x="148" y="61"/>
                  <a:pt x="148" y="61"/>
                </a:cubicBezTo>
                <a:cubicBezTo>
                  <a:pt x="148" y="61"/>
                  <a:pt x="148" y="61"/>
                  <a:pt x="148" y="61"/>
                </a:cubicBezTo>
                <a:cubicBezTo>
                  <a:pt x="148" y="61"/>
                  <a:pt x="148" y="61"/>
                  <a:pt x="148" y="61"/>
                </a:cubicBezTo>
                <a:cubicBezTo>
                  <a:pt x="149" y="62"/>
                  <a:pt x="149" y="62"/>
                  <a:pt x="149" y="62"/>
                </a:cubicBezTo>
                <a:cubicBezTo>
                  <a:pt x="149" y="62"/>
                  <a:pt x="149" y="63"/>
                  <a:pt x="149" y="63"/>
                </a:cubicBezTo>
                <a:cubicBezTo>
                  <a:pt x="149" y="63"/>
                  <a:pt x="150" y="63"/>
                  <a:pt x="150" y="63"/>
                </a:cubicBezTo>
                <a:cubicBezTo>
                  <a:pt x="150" y="63"/>
                  <a:pt x="150" y="64"/>
                  <a:pt x="150" y="64"/>
                </a:cubicBezTo>
                <a:cubicBezTo>
                  <a:pt x="150" y="64"/>
                  <a:pt x="150" y="65"/>
                  <a:pt x="150" y="65"/>
                </a:cubicBezTo>
                <a:cubicBezTo>
                  <a:pt x="151" y="65"/>
                  <a:pt x="151" y="65"/>
                  <a:pt x="151" y="65"/>
                </a:cubicBezTo>
                <a:cubicBezTo>
                  <a:pt x="151" y="65"/>
                  <a:pt x="151" y="65"/>
                  <a:pt x="152" y="66"/>
                </a:cubicBezTo>
                <a:cubicBezTo>
                  <a:pt x="152" y="66"/>
                  <a:pt x="152" y="66"/>
                  <a:pt x="152" y="67"/>
                </a:cubicBezTo>
                <a:cubicBezTo>
                  <a:pt x="152" y="67"/>
                  <a:pt x="152" y="67"/>
                  <a:pt x="152" y="68"/>
                </a:cubicBezTo>
                <a:cubicBezTo>
                  <a:pt x="152" y="68"/>
                  <a:pt x="152" y="68"/>
                  <a:pt x="153" y="68"/>
                </a:cubicBezTo>
                <a:cubicBezTo>
                  <a:pt x="153" y="68"/>
                  <a:pt x="153" y="68"/>
                  <a:pt x="153" y="68"/>
                </a:cubicBezTo>
                <a:cubicBezTo>
                  <a:pt x="153" y="69"/>
                  <a:pt x="153" y="69"/>
                  <a:pt x="153" y="69"/>
                </a:cubicBezTo>
                <a:cubicBezTo>
                  <a:pt x="153" y="70"/>
                  <a:pt x="154" y="70"/>
                  <a:pt x="154" y="71"/>
                </a:cubicBezTo>
                <a:cubicBezTo>
                  <a:pt x="154" y="71"/>
                  <a:pt x="154" y="71"/>
                  <a:pt x="154" y="71"/>
                </a:cubicBezTo>
                <a:cubicBezTo>
                  <a:pt x="154" y="71"/>
                  <a:pt x="155" y="71"/>
                  <a:pt x="155" y="71"/>
                </a:cubicBezTo>
                <a:cubicBezTo>
                  <a:pt x="155" y="71"/>
                  <a:pt x="155" y="72"/>
                  <a:pt x="155" y="72"/>
                </a:cubicBezTo>
                <a:cubicBezTo>
                  <a:pt x="155" y="72"/>
                  <a:pt x="155" y="73"/>
                  <a:pt x="155" y="73"/>
                </a:cubicBezTo>
                <a:cubicBezTo>
                  <a:pt x="155" y="73"/>
                  <a:pt x="156" y="74"/>
                  <a:pt x="156" y="74"/>
                </a:cubicBezTo>
                <a:cubicBezTo>
                  <a:pt x="156" y="74"/>
                  <a:pt x="156" y="74"/>
                  <a:pt x="156" y="74"/>
                </a:cubicBezTo>
                <a:cubicBezTo>
                  <a:pt x="157" y="74"/>
                  <a:pt x="157" y="75"/>
                  <a:pt x="157" y="75"/>
                </a:cubicBezTo>
                <a:cubicBezTo>
                  <a:pt x="157" y="75"/>
                  <a:pt x="157" y="76"/>
                  <a:pt x="157" y="76"/>
                </a:cubicBezTo>
                <a:cubicBezTo>
                  <a:pt x="157" y="76"/>
                  <a:pt x="157" y="76"/>
                  <a:pt x="158" y="76"/>
                </a:cubicBezTo>
                <a:cubicBezTo>
                  <a:pt x="158" y="76"/>
                  <a:pt x="158" y="76"/>
                  <a:pt x="158" y="77"/>
                </a:cubicBezTo>
                <a:cubicBezTo>
                  <a:pt x="158" y="77"/>
                  <a:pt x="158" y="77"/>
                  <a:pt x="158" y="78"/>
                </a:cubicBezTo>
                <a:cubicBezTo>
                  <a:pt x="158" y="78"/>
                  <a:pt x="159" y="78"/>
                  <a:pt x="159" y="79"/>
                </a:cubicBezTo>
                <a:cubicBezTo>
                  <a:pt x="159" y="79"/>
                  <a:pt x="159" y="79"/>
                  <a:pt x="159" y="79"/>
                </a:cubicBezTo>
                <a:cubicBezTo>
                  <a:pt x="159" y="79"/>
                  <a:pt x="160" y="79"/>
                  <a:pt x="160" y="79"/>
                </a:cubicBezTo>
                <a:cubicBezTo>
                  <a:pt x="160" y="80"/>
                  <a:pt x="160" y="80"/>
                  <a:pt x="160" y="80"/>
                </a:cubicBezTo>
                <a:cubicBezTo>
                  <a:pt x="160" y="81"/>
                  <a:pt x="160" y="81"/>
                  <a:pt x="160" y="81"/>
                </a:cubicBezTo>
                <a:cubicBezTo>
                  <a:pt x="160" y="82"/>
                  <a:pt x="161" y="82"/>
                  <a:pt x="161" y="82"/>
                </a:cubicBezTo>
                <a:cubicBezTo>
                  <a:pt x="161" y="82"/>
                  <a:pt x="161" y="82"/>
                  <a:pt x="161" y="82"/>
                </a:cubicBezTo>
                <a:cubicBezTo>
                  <a:pt x="161" y="83"/>
                  <a:pt x="161" y="83"/>
                  <a:pt x="161" y="83"/>
                </a:cubicBezTo>
                <a:cubicBezTo>
                  <a:pt x="162" y="83"/>
                  <a:pt x="162" y="83"/>
                  <a:pt x="162" y="83"/>
                </a:cubicBezTo>
                <a:cubicBezTo>
                  <a:pt x="162" y="84"/>
                  <a:pt x="162" y="84"/>
                  <a:pt x="162" y="84"/>
                </a:cubicBezTo>
                <a:cubicBezTo>
                  <a:pt x="163" y="84"/>
                  <a:pt x="163" y="84"/>
                  <a:pt x="163" y="84"/>
                </a:cubicBezTo>
                <a:cubicBezTo>
                  <a:pt x="163" y="84"/>
                  <a:pt x="163" y="85"/>
                  <a:pt x="163" y="85"/>
                </a:cubicBezTo>
                <a:cubicBezTo>
                  <a:pt x="163" y="85"/>
                  <a:pt x="163" y="86"/>
                  <a:pt x="163" y="86"/>
                </a:cubicBezTo>
                <a:cubicBezTo>
                  <a:pt x="163" y="86"/>
                  <a:pt x="163" y="86"/>
                  <a:pt x="164" y="86"/>
                </a:cubicBezTo>
                <a:cubicBezTo>
                  <a:pt x="164" y="86"/>
                  <a:pt x="164" y="86"/>
                  <a:pt x="164" y="86"/>
                </a:cubicBezTo>
                <a:cubicBezTo>
                  <a:pt x="164" y="87"/>
                  <a:pt x="164" y="87"/>
                  <a:pt x="164" y="88"/>
                </a:cubicBezTo>
                <a:cubicBezTo>
                  <a:pt x="164" y="88"/>
                  <a:pt x="165" y="88"/>
                  <a:pt x="165" y="89"/>
                </a:cubicBezTo>
                <a:cubicBezTo>
                  <a:pt x="165" y="89"/>
                  <a:pt x="165" y="89"/>
                  <a:pt x="165" y="89"/>
                </a:cubicBezTo>
                <a:cubicBezTo>
                  <a:pt x="165" y="89"/>
                  <a:pt x="166" y="89"/>
                  <a:pt x="166" y="89"/>
                </a:cubicBezTo>
                <a:cubicBezTo>
                  <a:pt x="166" y="90"/>
                  <a:pt x="166" y="90"/>
                  <a:pt x="166" y="90"/>
                </a:cubicBezTo>
                <a:cubicBezTo>
                  <a:pt x="166" y="91"/>
                  <a:pt x="166" y="91"/>
                  <a:pt x="166" y="91"/>
                </a:cubicBezTo>
                <a:cubicBezTo>
                  <a:pt x="166" y="91"/>
                  <a:pt x="167" y="92"/>
                  <a:pt x="167" y="92"/>
                </a:cubicBezTo>
                <a:cubicBezTo>
                  <a:pt x="167" y="92"/>
                  <a:pt x="167" y="92"/>
                  <a:pt x="167" y="92"/>
                </a:cubicBezTo>
                <a:cubicBezTo>
                  <a:pt x="168" y="92"/>
                  <a:pt x="168" y="93"/>
                  <a:pt x="168" y="93"/>
                </a:cubicBezTo>
                <a:cubicBezTo>
                  <a:pt x="168" y="93"/>
                  <a:pt x="168" y="94"/>
                  <a:pt x="168" y="94"/>
                </a:cubicBezTo>
                <a:cubicBezTo>
                  <a:pt x="168" y="94"/>
                  <a:pt x="168" y="94"/>
                  <a:pt x="169" y="94"/>
                </a:cubicBezTo>
                <a:cubicBezTo>
                  <a:pt x="169" y="94"/>
                  <a:pt x="169" y="94"/>
                  <a:pt x="169" y="95"/>
                </a:cubicBezTo>
                <a:cubicBezTo>
                  <a:pt x="169" y="95"/>
                  <a:pt x="169" y="95"/>
                  <a:pt x="169" y="96"/>
                </a:cubicBezTo>
                <a:cubicBezTo>
                  <a:pt x="169" y="96"/>
                  <a:pt x="169" y="96"/>
                  <a:pt x="170" y="97"/>
                </a:cubicBezTo>
                <a:cubicBezTo>
                  <a:pt x="170" y="97"/>
                  <a:pt x="170" y="97"/>
                  <a:pt x="170" y="97"/>
                </a:cubicBezTo>
                <a:cubicBezTo>
                  <a:pt x="170" y="97"/>
                  <a:pt x="171" y="97"/>
                  <a:pt x="171" y="97"/>
                </a:cubicBezTo>
                <a:cubicBezTo>
                  <a:pt x="171" y="98"/>
                  <a:pt x="171" y="98"/>
                  <a:pt x="171" y="98"/>
                </a:cubicBezTo>
                <a:cubicBezTo>
                  <a:pt x="171" y="99"/>
                  <a:pt x="171" y="99"/>
                  <a:pt x="171" y="100"/>
                </a:cubicBezTo>
                <a:cubicBezTo>
                  <a:pt x="171" y="100"/>
                  <a:pt x="172" y="100"/>
                  <a:pt x="172" y="100"/>
                </a:cubicBezTo>
                <a:cubicBezTo>
                  <a:pt x="172" y="100"/>
                  <a:pt x="172" y="100"/>
                  <a:pt x="172" y="100"/>
                </a:cubicBezTo>
                <a:cubicBezTo>
                  <a:pt x="172" y="100"/>
                  <a:pt x="173" y="101"/>
                  <a:pt x="173" y="101"/>
                </a:cubicBezTo>
                <a:cubicBezTo>
                  <a:pt x="173" y="101"/>
                  <a:pt x="173" y="102"/>
                  <a:pt x="173" y="102"/>
                </a:cubicBezTo>
                <a:cubicBezTo>
                  <a:pt x="173" y="102"/>
                  <a:pt x="173" y="103"/>
                  <a:pt x="173" y="103"/>
                </a:cubicBezTo>
                <a:cubicBezTo>
                  <a:pt x="174" y="103"/>
                  <a:pt x="174" y="103"/>
                  <a:pt x="174" y="103"/>
                </a:cubicBezTo>
                <a:cubicBezTo>
                  <a:pt x="174" y="103"/>
                  <a:pt x="174" y="104"/>
                  <a:pt x="174" y="104"/>
                </a:cubicBezTo>
                <a:cubicBezTo>
                  <a:pt x="174" y="104"/>
                  <a:pt x="174" y="105"/>
                  <a:pt x="174" y="105"/>
                </a:cubicBezTo>
                <a:cubicBezTo>
                  <a:pt x="175" y="105"/>
                  <a:pt x="175" y="105"/>
                  <a:pt x="175" y="105"/>
                </a:cubicBezTo>
                <a:cubicBezTo>
                  <a:pt x="175" y="105"/>
                  <a:pt x="175" y="105"/>
                  <a:pt x="176" y="106"/>
                </a:cubicBezTo>
                <a:cubicBezTo>
                  <a:pt x="176" y="107"/>
                  <a:pt x="176" y="107"/>
                  <a:pt x="176" y="107"/>
                </a:cubicBezTo>
                <a:cubicBezTo>
                  <a:pt x="176" y="107"/>
                  <a:pt x="176" y="107"/>
                  <a:pt x="176" y="107"/>
                </a:cubicBezTo>
                <a:cubicBezTo>
                  <a:pt x="176" y="108"/>
                  <a:pt x="176" y="108"/>
                  <a:pt x="176" y="108"/>
                </a:cubicBezTo>
                <a:cubicBezTo>
                  <a:pt x="176" y="108"/>
                  <a:pt x="176" y="108"/>
                  <a:pt x="177" y="108"/>
                </a:cubicBezTo>
                <a:cubicBezTo>
                  <a:pt x="177" y="108"/>
                  <a:pt x="177" y="108"/>
                  <a:pt x="177" y="108"/>
                </a:cubicBezTo>
                <a:cubicBezTo>
                  <a:pt x="177" y="109"/>
                  <a:pt x="177" y="109"/>
                  <a:pt x="177" y="109"/>
                </a:cubicBezTo>
                <a:cubicBezTo>
                  <a:pt x="177" y="110"/>
                  <a:pt x="178" y="110"/>
                  <a:pt x="178" y="110"/>
                </a:cubicBezTo>
                <a:cubicBezTo>
                  <a:pt x="178" y="110"/>
                  <a:pt x="178" y="110"/>
                  <a:pt x="178" y="110"/>
                </a:cubicBezTo>
                <a:cubicBezTo>
                  <a:pt x="178" y="111"/>
                  <a:pt x="178" y="111"/>
                  <a:pt x="178" y="111"/>
                </a:cubicBezTo>
                <a:cubicBezTo>
                  <a:pt x="179" y="112"/>
                  <a:pt x="179" y="112"/>
                  <a:pt x="180" y="113"/>
                </a:cubicBezTo>
                <a:cubicBezTo>
                  <a:pt x="180" y="113"/>
                  <a:pt x="180" y="114"/>
                  <a:pt x="181" y="115"/>
                </a:cubicBezTo>
                <a:cubicBezTo>
                  <a:pt x="180" y="115"/>
                  <a:pt x="179" y="115"/>
                  <a:pt x="178" y="116"/>
                </a:cubicBezTo>
                <a:close/>
                <a:moveTo>
                  <a:pt x="184" y="120"/>
                </a:moveTo>
                <a:cubicBezTo>
                  <a:pt x="184" y="121"/>
                  <a:pt x="184" y="122"/>
                  <a:pt x="184" y="122"/>
                </a:cubicBezTo>
                <a:cubicBezTo>
                  <a:pt x="185" y="122"/>
                  <a:pt x="185" y="122"/>
                  <a:pt x="185" y="122"/>
                </a:cubicBezTo>
                <a:cubicBezTo>
                  <a:pt x="185" y="124"/>
                  <a:pt x="185" y="124"/>
                  <a:pt x="185" y="124"/>
                </a:cubicBezTo>
                <a:cubicBezTo>
                  <a:pt x="185" y="124"/>
                  <a:pt x="185" y="124"/>
                  <a:pt x="185" y="124"/>
                </a:cubicBezTo>
                <a:cubicBezTo>
                  <a:pt x="185" y="125"/>
                  <a:pt x="185" y="125"/>
                  <a:pt x="185" y="125"/>
                </a:cubicBezTo>
                <a:cubicBezTo>
                  <a:pt x="186" y="125"/>
                  <a:pt x="186" y="125"/>
                  <a:pt x="186" y="125"/>
                </a:cubicBezTo>
                <a:cubicBezTo>
                  <a:pt x="186" y="126"/>
                  <a:pt x="186" y="126"/>
                  <a:pt x="186" y="126"/>
                </a:cubicBezTo>
                <a:cubicBezTo>
                  <a:pt x="186" y="127"/>
                  <a:pt x="186" y="127"/>
                  <a:pt x="187" y="127"/>
                </a:cubicBezTo>
                <a:cubicBezTo>
                  <a:pt x="187" y="127"/>
                  <a:pt x="187" y="127"/>
                  <a:pt x="187" y="127"/>
                </a:cubicBezTo>
                <a:cubicBezTo>
                  <a:pt x="189" y="134"/>
                  <a:pt x="189" y="134"/>
                  <a:pt x="189" y="134"/>
                </a:cubicBezTo>
                <a:cubicBezTo>
                  <a:pt x="190" y="134"/>
                  <a:pt x="190" y="134"/>
                  <a:pt x="190" y="134"/>
                </a:cubicBezTo>
                <a:cubicBezTo>
                  <a:pt x="190" y="134"/>
                  <a:pt x="190" y="135"/>
                  <a:pt x="190" y="135"/>
                </a:cubicBezTo>
                <a:cubicBezTo>
                  <a:pt x="190" y="135"/>
                  <a:pt x="190" y="136"/>
                  <a:pt x="190" y="136"/>
                </a:cubicBezTo>
                <a:cubicBezTo>
                  <a:pt x="191" y="136"/>
                  <a:pt x="191" y="136"/>
                  <a:pt x="191" y="136"/>
                </a:cubicBezTo>
                <a:cubicBezTo>
                  <a:pt x="191" y="138"/>
                  <a:pt x="191" y="138"/>
                  <a:pt x="191" y="138"/>
                </a:cubicBezTo>
                <a:cubicBezTo>
                  <a:pt x="192" y="138"/>
                  <a:pt x="192" y="138"/>
                  <a:pt x="192" y="138"/>
                </a:cubicBezTo>
                <a:cubicBezTo>
                  <a:pt x="192" y="139"/>
                  <a:pt x="192" y="140"/>
                  <a:pt x="192" y="140"/>
                </a:cubicBezTo>
                <a:cubicBezTo>
                  <a:pt x="193" y="141"/>
                  <a:pt x="193" y="142"/>
                  <a:pt x="193" y="143"/>
                </a:cubicBezTo>
                <a:cubicBezTo>
                  <a:pt x="194" y="143"/>
                  <a:pt x="194" y="143"/>
                  <a:pt x="194" y="143"/>
                </a:cubicBezTo>
                <a:cubicBezTo>
                  <a:pt x="194" y="144"/>
                  <a:pt x="194" y="144"/>
                  <a:pt x="194" y="145"/>
                </a:cubicBezTo>
                <a:cubicBezTo>
                  <a:pt x="195" y="145"/>
                  <a:pt x="195" y="146"/>
                  <a:pt x="195" y="147"/>
                </a:cubicBezTo>
                <a:cubicBezTo>
                  <a:pt x="194" y="147"/>
                  <a:pt x="194" y="148"/>
                  <a:pt x="193" y="148"/>
                </a:cubicBezTo>
                <a:cubicBezTo>
                  <a:pt x="193" y="148"/>
                  <a:pt x="192" y="148"/>
                  <a:pt x="192" y="148"/>
                </a:cubicBezTo>
                <a:cubicBezTo>
                  <a:pt x="191" y="148"/>
                  <a:pt x="191" y="149"/>
                  <a:pt x="191" y="149"/>
                </a:cubicBezTo>
                <a:cubicBezTo>
                  <a:pt x="191" y="149"/>
                  <a:pt x="191" y="149"/>
                  <a:pt x="191" y="149"/>
                </a:cubicBezTo>
                <a:cubicBezTo>
                  <a:pt x="190" y="149"/>
                  <a:pt x="190" y="150"/>
                  <a:pt x="190" y="150"/>
                </a:cubicBezTo>
                <a:cubicBezTo>
                  <a:pt x="189" y="150"/>
                  <a:pt x="189" y="150"/>
                  <a:pt x="189" y="150"/>
                </a:cubicBezTo>
                <a:cubicBezTo>
                  <a:pt x="189" y="150"/>
                  <a:pt x="189" y="150"/>
                  <a:pt x="188" y="150"/>
                </a:cubicBezTo>
                <a:cubicBezTo>
                  <a:pt x="188" y="151"/>
                  <a:pt x="188" y="151"/>
                  <a:pt x="188" y="151"/>
                </a:cubicBezTo>
                <a:cubicBezTo>
                  <a:pt x="188" y="151"/>
                  <a:pt x="187" y="151"/>
                  <a:pt x="187" y="151"/>
                </a:cubicBezTo>
                <a:cubicBezTo>
                  <a:pt x="187" y="151"/>
                  <a:pt x="186" y="151"/>
                  <a:pt x="186" y="151"/>
                </a:cubicBezTo>
                <a:cubicBezTo>
                  <a:pt x="186" y="152"/>
                  <a:pt x="186" y="152"/>
                  <a:pt x="186" y="152"/>
                </a:cubicBezTo>
                <a:cubicBezTo>
                  <a:pt x="186" y="152"/>
                  <a:pt x="186" y="152"/>
                  <a:pt x="185" y="153"/>
                </a:cubicBezTo>
                <a:cubicBezTo>
                  <a:pt x="182" y="154"/>
                  <a:pt x="182" y="154"/>
                  <a:pt x="182" y="154"/>
                </a:cubicBezTo>
                <a:cubicBezTo>
                  <a:pt x="182" y="154"/>
                  <a:pt x="182" y="154"/>
                  <a:pt x="182" y="154"/>
                </a:cubicBezTo>
                <a:cubicBezTo>
                  <a:pt x="182" y="154"/>
                  <a:pt x="182" y="155"/>
                  <a:pt x="182" y="155"/>
                </a:cubicBezTo>
                <a:cubicBezTo>
                  <a:pt x="181" y="155"/>
                  <a:pt x="181" y="155"/>
                  <a:pt x="181" y="155"/>
                </a:cubicBezTo>
                <a:cubicBezTo>
                  <a:pt x="180" y="155"/>
                  <a:pt x="180" y="155"/>
                  <a:pt x="179" y="155"/>
                </a:cubicBezTo>
                <a:cubicBezTo>
                  <a:pt x="179" y="156"/>
                  <a:pt x="179" y="156"/>
                  <a:pt x="179" y="156"/>
                </a:cubicBezTo>
                <a:cubicBezTo>
                  <a:pt x="179" y="156"/>
                  <a:pt x="179" y="156"/>
                  <a:pt x="179" y="156"/>
                </a:cubicBezTo>
                <a:cubicBezTo>
                  <a:pt x="178" y="156"/>
                  <a:pt x="178" y="156"/>
                  <a:pt x="178" y="156"/>
                </a:cubicBezTo>
                <a:cubicBezTo>
                  <a:pt x="177" y="155"/>
                  <a:pt x="177" y="154"/>
                  <a:pt x="176" y="153"/>
                </a:cubicBezTo>
                <a:cubicBezTo>
                  <a:pt x="176" y="152"/>
                  <a:pt x="175" y="151"/>
                  <a:pt x="174" y="150"/>
                </a:cubicBezTo>
                <a:cubicBezTo>
                  <a:pt x="174" y="150"/>
                  <a:pt x="174" y="150"/>
                  <a:pt x="174" y="150"/>
                </a:cubicBezTo>
                <a:cubicBezTo>
                  <a:pt x="174" y="150"/>
                  <a:pt x="174" y="149"/>
                  <a:pt x="173" y="149"/>
                </a:cubicBezTo>
                <a:cubicBezTo>
                  <a:pt x="173" y="148"/>
                  <a:pt x="173" y="148"/>
                  <a:pt x="173" y="148"/>
                </a:cubicBezTo>
                <a:cubicBezTo>
                  <a:pt x="173" y="148"/>
                  <a:pt x="173" y="148"/>
                  <a:pt x="173" y="148"/>
                </a:cubicBezTo>
                <a:cubicBezTo>
                  <a:pt x="173" y="148"/>
                  <a:pt x="173" y="148"/>
                  <a:pt x="172" y="148"/>
                </a:cubicBezTo>
                <a:cubicBezTo>
                  <a:pt x="172" y="147"/>
                  <a:pt x="172" y="147"/>
                  <a:pt x="172" y="147"/>
                </a:cubicBezTo>
                <a:cubicBezTo>
                  <a:pt x="172" y="147"/>
                  <a:pt x="172" y="146"/>
                  <a:pt x="172" y="146"/>
                </a:cubicBezTo>
                <a:cubicBezTo>
                  <a:pt x="172" y="146"/>
                  <a:pt x="171" y="146"/>
                  <a:pt x="171" y="146"/>
                </a:cubicBezTo>
                <a:cubicBezTo>
                  <a:pt x="171" y="145"/>
                  <a:pt x="171" y="145"/>
                  <a:pt x="171" y="145"/>
                </a:cubicBezTo>
                <a:cubicBezTo>
                  <a:pt x="171" y="145"/>
                  <a:pt x="171" y="145"/>
                  <a:pt x="171" y="145"/>
                </a:cubicBezTo>
                <a:cubicBezTo>
                  <a:pt x="171" y="145"/>
                  <a:pt x="170" y="145"/>
                  <a:pt x="170" y="144"/>
                </a:cubicBezTo>
                <a:cubicBezTo>
                  <a:pt x="170" y="143"/>
                  <a:pt x="170" y="143"/>
                  <a:pt x="170" y="143"/>
                </a:cubicBezTo>
                <a:cubicBezTo>
                  <a:pt x="170" y="143"/>
                  <a:pt x="170" y="143"/>
                  <a:pt x="170" y="143"/>
                </a:cubicBezTo>
                <a:cubicBezTo>
                  <a:pt x="169" y="143"/>
                  <a:pt x="169" y="143"/>
                  <a:pt x="169" y="143"/>
                </a:cubicBezTo>
                <a:cubicBezTo>
                  <a:pt x="169" y="142"/>
                  <a:pt x="169" y="142"/>
                  <a:pt x="169" y="142"/>
                </a:cubicBezTo>
                <a:cubicBezTo>
                  <a:pt x="169" y="142"/>
                  <a:pt x="169" y="141"/>
                  <a:pt x="169" y="141"/>
                </a:cubicBezTo>
                <a:cubicBezTo>
                  <a:pt x="168" y="141"/>
                  <a:pt x="168" y="141"/>
                  <a:pt x="168" y="141"/>
                </a:cubicBezTo>
                <a:cubicBezTo>
                  <a:pt x="168" y="140"/>
                  <a:pt x="168" y="140"/>
                  <a:pt x="168" y="140"/>
                </a:cubicBezTo>
                <a:cubicBezTo>
                  <a:pt x="168" y="140"/>
                  <a:pt x="168" y="140"/>
                  <a:pt x="167" y="140"/>
                </a:cubicBezTo>
                <a:cubicBezTo>
                  <a:pt x="167" y="140"/>
                  <a:pt x="167" y="140"/>
                  <a:pt x="167" y="140"/>
                </a:cubicBezTo>
                <a:cubicBezTo>
                  <a:pt x="167" y="138"/>
                  <a:pt x="167" y="138"/>
                  <a:pt x="167" y="138"/>
                </a:cubicBezTo>
                <a:cubicBezTo>
                  <a:pt x="166" y="138"/>
                  <a:pt x="166" y="138"/>
                  <a:pt x="166" y="138"/>
                </a:cubicBezTo>
                <a:cubicBezTo>
                  <a:pt x="166" y="138"/>
                  <a:pt x="166" y="138"/>
                  <a:pt x="166" y="138"/>
                </a:cubicBezTo>
                <a:cubicBezTo>
                  <a:pt x="166" y="137"/>
                  <a:pt x="166" y="137"/>
                  <a:pt x="166" y="137"/>
                </a:cubicBezTo>
                <a:cubicBezTo>
                  <a:pt x="166" y="137"/>
                  <a:pt x="165" y="137"/>
                  <a:pt x="165" y="137"/>
                </a:cubicBezTo>
                <a:cubicBezTo>
                  <a:pt x="165" y="136"/>
                  <a:pt x="165" y="136"/>
                  <a:pt x="165" y="136"/>
                </a:cubicBezTo>
                <a:cubicBezTo>
                  <a:pt x="164" y="135"/>
                  <a:pt x="163" y="134"/>
                  <a:pt x="163" y="133"/>
                </a:cubicBezTo>
                <a:cubicBezTo>
                  <a:pt x="162" y="132"/>
                  <a:pt x="162" y="131"/>
                  <a:pt x="161" y="130"/>
                </a:cubicBezTo>
                <a:cubicBezTo>
                  <a:pt x="161" y="130"/>
                  <a:pt x="161" y="130"/>
                  <a:pt x="161" y="130"/>
                </a:cubicBezTo>
                <a:cubicBezTo>
                  <a:pt x="162" y="130"/>
                  <a:pt x="162" y="129"/>
                  <a:pt x="163" y="129"/>
                </a:cubicBezTo>
                <a:cubicBezTo>
                  <a:pt x="163" y="128"/>
                  <a:pt x="164" y="128"/>
                  <a:pt x="165" y="127"/>
                </a:cubicBezTo>
                <a:cubicBezTo>
                  <a:pt x="166" y="127"/>
                  <a:pt x="166" y="127"/>
                  <a:pt x="166" y="127"/>
                </a:cubicBezTo>
                <a:cubicBezTo>
                  <a:pt x="166" y="127"/>
                  <a:pt x="166" y="127"/>
                  <a:pt x="166" y="127"/>
                </a:cubicBezTo>
                <a:cubicBezTo>
                  <a:pt x="166" y="127"/>
                  <a:pt x="166" y="127"/>
                  <a:pt x="166" y="126"/>
                </a:cubicBezTo>
                <a:cubicBezTo>
                  <a:pt x="167" y="126"/>
                  <a:pt x="167" y="126"/>
                  <a:pt x="167" y="126"/>
                </a:cubicBezTo>
                <a:cubicBezTo>
                  <a:pt x="168" y="125"/>
                  <a:pt x="168" y="125"/>
                  <a:pt x="168" y="125"/>
                </a:cubicBezTo>
                <a:cubicBezTo>
                  <a:pt x="170" y="125"/>
                  <a:pt x="170" y="125"/>
                  <a:pt x="170" y="125"/>
                </a:cubicBezTo>
                <a:cubicBezTo>
                  <a:pt x="170" y="125"/>
                  <a:pt x="170" y="125"/>
                  <a:pt x="170" y="125"/>
                </a:cubicBezTo>
                <a:cubicBezTo>
                  <a:pt x="170" y="125"/>
                  <a:pt x="170" y="124"/>
                  <a:pt x="170" y="124"/>
                </a:cubicBezTo>
                <a:cubicBezTo>
                  <a:pt x="173" y="123"/>
                  <a:pt x="173" y="123"/>
                  <a:pt x="173" y="123"/>
                </a:cubicBezTo>
                <a:cubicBezTo>
                  <a:pt x="174" y="123"/>
                  <a:pt x="174" y="123"/>
                  <a:pt x="174" y="123"/>
                </a:cubicBezTo>
                <a:cubicBezTo>
                  <a:pt x="174" y="122"/>
                  <a:pt x="174" y="122"/>
                  <a:pt x="174" y="122"/>
                </a:cubicBezTo>
                <a:cubicBezTo>
                  <a:pt x="177" y="121"/>
                  <a:pt x="177" y="121"/>
                  <a:pt x="177" y="121"/>
                </a:cubicBezTo>
                <a:cubicBezTo>
                  <a:pt x="177" y="121"/>
                  <a:pt x="177" y="121"/>
                  <a:pt x="177" y="120"/>
                </a:cubicBezTo>
                <a:cubicBezTo>
                  <a:pt x="178" y="120"/>
                  <a:pt x="178" y="120"/>
                  <a:pt x="178" y="120"/>
                </a:cubicBezTo>
                <a:cubicBezTo>
                  <a:pt x="179" y="120"/>
                  <a:pt x="179" y="120"/>
                  <a:pt x="179" y="120"/>
                </a:cubicBezTo>
                <a:cubicBezTo>
                  <a:pt x="179" y="119"/>
                  <a:pt x="180" y="119"/>
                  <a:pt x="181" y="119"/>
                </a:cubicBezTo>
                <a:cubicBezTo>
                  <a:pt x="181" y="118"/>
                  <a:pt x="182" y="118"/>
                  <a:pt x="183" y="118"/>
                </a:cubicBezTo>
                <a:cubicBezTo>
                  <a:pt x="183" y="118"/>
                  <a:pt x="183" y="119"/>
                  <a:pt x="184" y="120"/>
                </a:cubicBezTo>
                <a:close/>
                <a:moveTo>
                  <a:pt x="226" y="136"/>
                </a:moveTo>
                <a:cubicBezTo>
                  <a:pt x="194" y="136"/>
                  <a:pt x="194" y="136"/>
                  <a:pt x="194" y="136"/>
                </a:cubicBezTo>
                <a:cubicBezTo>
                  <a:pt x="192" y="132"/>
                  <a:pt x="190" y="128"/>
                  <a:pt x="189" y="124"/>
                </a:cubicBezTo>
                <a:cubicBezTo>
                  <a:pt x="187" y="120"/>
                  <a:pt x="185" y="117"/>
                  <a:pt x="184" y="113"/>
                </a:cubicBezTo>
                <a:cubicBezTo>
                  <a:pt x="183" y="113"/>
                  <a:pt x="183" y="113"/>
                  <a:pt x="183" y="113"/>
                </a:cubicBezTo>
                <a:cubicBezTo>
                  <a:pt x="183" y="112"/>
                  <a:pt x="183" y="112"/>
                  <a:pt x="183" y="112"/>
                </a:cubicBezTo>
                <a:cubicBezTo>
                  <a:pt x="183" y="112"/>
                  <a:pt x="183" y="111"/>
                  <a:pt x="183" y="111"/>
                </a:cubicBezTo>
                <a:cubicBezTo>
                  <a:pt x="183" y="111"/>
                  <a:pt x="182" y="111"/>
                  <a:pt x="182" y="111"/>
                </a:cubicBezTo>
                <a:cubicBezTo>
                  <a:pt x="182" y="111"/>
                  <a:pt x="182" y="111"/>
                  <a:pt x="182" y="111"/>
                </a:cubicBezTo>
                <a:cubicBezTo>
                  <a:pt x="182" y="109"/>
                  <a:pt x="182" y="109"/>
                  <a:pt x="182" y="109"/>
                </a:cubicBezTo>
                <a:cubicBezTo>
                  <a:pt x="181" y="109"/>
                  <a:pt x="181" y="109"/>
                  <a:pt x="181" y="109"/>
                </a:cubicBezTo>
                <a:cubicBezTo>
                  <a:pt x="181" y="108"/>
                  <a:pt x="181" y="108"/>
                  <a:pt x="181" y="108"/>
                </a:cubicBezTo>
                <a:cubicBezTo>
                  <a:pt x="181" y="108"/>
                  <a:pt x="181" y="108"/>
                  <a:pt x="180" y="108"/>
                </a:cubicBezTo>
                <a:cubicBezTo>
                  <a:pt x="180" y="108"/>
                  <a:pt x="180" y="108"/>
                  <a:pt x="180" y="108"/>
                </a:cubicBezTo>
                <a:cubicBezTo>
                  <a:pt x="180" y="107"/>
                  <a:pt x="180" y="107"/>
                  <a:pt x="180" y="107"/>
                </a:cubicBezTo>
                <a:cubicBezTo>
                  <a:pt x="180" y="107"/>
                  <a:pt x="180" y="106"/>
                  <a:pt x="179" y="106"/>
                </a:cubicBezTo>
                <a:cubicBezTo>
                  <a:pt x="179" y="106"/>
                  <a:pt x="179" y="106"/>
                  <a:pt x="179" y="106"/>
                </a:cubicBezTo>
                <a:cubicBezTo>
                  <a:pt x="179" y="106"/>
                  <a:pt x="179" y="105"/>
                  <a:pt x="179" y="105"/>
                </a:cubicBezTo>
                <a:cubicBezTo>
                  <a:pt x="179" y="105"/>
                  <a:pt x="178" y="104"/>
                  <a:pt x="178" y="104"/>
                </a:cubicBezTo>
                <a:cubicBezTo>
                  <a:pt x="178" y="104"/>
                  <a:pt x="178" y="104"/>
                  <a:pt x="178" y="104"/>
                </a:cubicBezTo>
                <a:cubicBezTo>
                  <a:pt x="178" y="104"/>
                  <a:pt x="177" y="104"/>
                  <a:pt x="177" y="103"/>
                </a:cubicBezTo>
                <a:cubicBezTo>
                  <a:pt x="177" y="102"/>
                  <a:pt x="177" y="102"/>
                  <a:pt x="177" y="102"/>
                </a:cubicBezTo>
                <a:cubicBezTo>
                  <a:pt x="177" y="102"/>
                  <a:pt x="177" y="102"/>
                  <a:pt x="177" y="102"/>
                </a:cubicBezTo>
                <a:cubicBezTo>
                  <a:pt x="176" y="102"/>
                  <a:pt x="176" y="102"/>
                  <a:pt x="176" y="102"/>
                </a:cubicBezTo>
                <a:cubicBezTo>
                  <a:pt x="176" y="101"/>
                  <a:pt x="176" y="101"/>
                  <a:pt x="176" y="101"/>
                </a:cubicBezTo>
                <a:cubicBezTo>
                  <a:pt x="176" y="100"/>
                  <a:pt x="176" y="100"/>
                  <a:pt x="176" y="100"/>
                </a:cubicBezTo>
                <a:cubicBezTo>
                  <a:pt x="175" y="99"/>
                  <a:pt x="175" y="99"/>
                  <a:pt x="175" y="99"/>
                </a:cubicBezTo>
                <a:cubicBezTo>
                  <a:pt x="175" y="99"/>
                  <a:pt x="175" y="99"/>
                  <a:pt x="174" y="99"/>
                </a:cubicBezTo>
                <a:cubicBezTo>
                  <a:pt x="174" y="98"/>
                  <a:pt x="174" y="98"/>
                  <a:pt x="174" y="98"/>
                </a:cubicBezTo>
                <a:cubicBezTo>
                  <a:pt x="174" y="98"/>
                  <a:pt x="174" y="98"/>
                  <a:pt x="174" y="98"/>
                </a:cubicBezTo>
                <a:cubicBezTo>
                  <a:pt x="174" y="98"/>
                  <a:pt x="174" y="97"/>
                  <a:pt x="173" y="97"/>
                </a:cubicBezTo>
                <a:cubicBezTo>
                  <a:pt x="173" y="97"/>
                  <a:pt x="173" y="97"/>
                  <a:pt x="173" y="96"/>
                </a:cubicBezTo>
                <a:cubicBezTo>
                  <a:pt x="173" y="96"/>
                  <a:pt x="173" y="96"/>
                  <a:pt x="173" y="95"/>
                </a:cubicBezTo>
                <a:cubicBezTo>
                  <a:pt x="173" y="95"/>
                  <a:pt x="173" y="95"/>
                  <a:pt x="172" y="95"/>
                </a:cubicBezTo>
                <a:cubicBezTo>
                  <a:pt x="172" y="95"/>
                  <a:pt x="172" y="95"/>
                  <a:pt x="172" y="95"/>
                </a:cubicBezTo>
                <a:cubicBezTo>
                  <a:pt x="170" y="90"/>
                  <a:pt x="170" y="90"/>
                  <a:pt x="170" y="90"/>
                </a:cubicBezTo>
                <a:cubicBezTo>
                  <a:pt x="226" y="90"/>
                  <a:pt x="226" y="90"/>
                  <a:pt x="226" y="90"/>
                </a:cubicBezTo>
                <a:lnTo>
                  <a:pt x="226" y="136"/>
                </a:lnTo>
                <a:close/>
                <a:moveTo>
                  <a:pt x="183" y="158"/>
                </a:moveTo>
                <a:cubicBezTo>
                  <a:pt x="183" y="157"/>
                  <a:pt x="184" y="157"/>
                  <a:pt x="184" y="156"/>
                </a:cubicBezTo>
                <a:cubicBezTo>
                  <a:pt x="185" y="156"/>
                  <a:pt x="185" y="156"/>
                  <a:pt x="185" y="156"/>
                </a:cubicBezTo>
                <a:cubicBezTo>
                  <a:pt x="186" y="156"/>
                  <a:pt x="186" y="156"/>
                  <a:pt x="186" y="156"/>
                </a:cubicBezTo>
                <a:cubicBezTo>
                  <a:pt x="186" y="156"/>
                  <a:pt x="186" y="156"/>
                  <a:pt x="186" y="155"/>
                </a:cubicBezTo>
                <a:cubicBezTo>
                  <a:pt x="186" y="155"/>
                  <a:pt x="187" y="155"/>
                  <a:pt x="187" y="155"/>
                </a:cubicBezTo>
                <a:cubicBezTo>
                  <a:pt x="187" y="155"/>
                  <a:pt x="188" y="155"/>
                  <a:pt x="188" y="155"/>
                </a:cubicBezTo>
                <a:cubicBezTo>
                  <a:pt x="188" y="155"/>
                  <a:pt x="188" y="154"/>
                  <a:pt x="188" y="154"/>
                </a:cubicBezTo>
                <a:cubicBezTo>
                  <a:pt x="189" y="154"/>
                  <a:pt x="189" y="154"/>
                  <a:pt x="189" y="154"/>
                </a:cubicBezTo>
                <a:cubicBezTo>
                  <a:pt x="189" y="154"/>
                  <a:pt x="189" y="154"/>
                  <a:pt x="190" y="153"/>
                </a:cubicBezTo>
                <a:cubicBezTo>
                  <a:pt x="190" y="153"/>
                  <a:pt x="190" y="153"/>
                  <a:pt x="191" y="153"/>
                </a:cubicBezTo>
                <a:cubicBezTo>
                  <a:pt x="191" y="153"/>
                  <a:pt x="191" y="153"/>
                  <a:pt x="191" y="153"/>
                </a:cubicBezTo>
                <a:cubicBezTo>
                  <a:pt x="191" y="152"/>
                  <a:pt x="191" y="152"/>
                  <a:pt x="192" y="152"/>
                </a:cubicBezTo>
                <a:cubicBezTo>
                  <a:pt x="193" y="152"/>
                  <a:pt x="193" y="152"/>
                  <a:pt x="193" y="152"/>
                </a:cubicBezTo>
                <a:cubicBezTo>
                  <a:pt x="193" y="151"/>
                  <a:pt x="193" y="151"/>
                  <a:pt x="193" y="151"/>
                </a:cubicBezTo>
                <a:cubicBezTo>
                  <a:pt x="194" y="151"/>
                  <a:pt x="194" y="151"/>
                  <a:pt x="194" y="151"/>
                </a:cubicBezTo>
                <a:cubicBezTo>
                  <a:pt x="194" y="151"/>
                  <a:pt x="194" y="151"/>
                  <a:pt x="194" y="151"/>
                </a:cubicBezTo>
                <a:cubicBezTo>
                  <a:pt x="194" y="151"/>
                  <a:pt x="194" y="151"/>
                  <a:pt x="194" y="150"/>
                </a:cubicBezTo>
                <a:cubicBezTo>
                  <a:pt x="195" y="150"/>
                  <a:pt x="195" y="150"/>
                  <a:pt x="195" y="150"/>
                </a:cubicBezTo>
                <a:cubicBezTo>
                  <a:pt x="195" y="150"/>
                  <a:pt x="195" y="150"/>
                  <a:pt x="195" y="150"/>
                </a:cubicBezTo>
                <a:cubicBezTo>
                  <a:pt x="196" y="150"/>
                  <a:pt x="196" y="150"/>
                  <a:pt x="196" y="150"/>
                </a:cubicBezTo>
                <a:cubicBezTo>
                  <a:pt x="196" y="150"/>
                  <a:pt x="196" y="150"/>
                  <a:pt x="196" y="150"/>
                </a:cubicBezTo>
                <a:cubicBezTo>
                  <a:pt x="198" y="151"/>
                  <a:pt x="198" y="152"/>
                  <a:pt x="199" y="153"/>
                </a:cubicBezTo>
                <a:cubicBezTo>
                  <a:pt x="199" y="155"/>
                  <a:pt x="200" y="156"/>
                  <a:pt x="201" y="157"/>
                </a:cubicBezTo>
                <a:cubicBezTo>
                  <a:pt x="201" y="157"/>
                  <a:pt x="201" y="157"/>
                  <a:pt x="201" y="157"/>
                </a:cubicBezTo>
                <a:cubicBezTo>
                  <a:pt x="202" y="157"/>
                  <a:pt x="202" y="157"/>
                  <a:pt x="202" y="158"/>
                </a:cubicBezTo>
                <a:cubicBezTo>
                  <a:pt x="202" y="159"/>
                  <a:pt x="202" y="159"/>
                  <a:pt x="202" y="159"/>
                </a:cubicBezTo>
                <a:cubicBezTo>
                  <a:pt x="202" y="159"/>
                  <a:pt x="202" y="159"/>
                  <a:pt x="202" y="159"/>
                </a:cubicBezTo>
                <a:cubicBezTo>
                  <a:pt x="203" y="159"/>
                  <a:pt x="203" y="159"/>
                  <a:pt x="203" y="159"/>
                </a:cubicBezTo>
                <a:cubicBezTo>
                  <a:pt x="203" y="160"/>
                  <a:pt x="203" y="160"/>
                  <a:pt x="203" y="160"/>
                </a:cubicBezTo>
                <a:cubicBezTo>
                  <a:pt x="203" y="160"/>
                  <a:pt x="203" y="161"/>
                  <a:pt x="204" y="161"/>
                </a:cubicBezTo>
                <a:cubicBezTo>
                  <a:pt x="204" y="161"/>
                  <a:pt x="204" y="161"/>
                  <a:pt x="204" y="161"/>
                </a:cubicBezTo>
                <a:cubicBezTo>
                  <a:pt x="204" y="162"/>
                  <a:pt x="204" y="162"/>
                  <a:pt x="204" y="162"/>
                </a:cubicBezTo>
                <a:cubicBezTo>
                  <a:pt x="205" y="162"/>
                  <a:pt x="205" y="162"/>
                  <a:pt x="205" y="162"/>
                </a:cubicBezTo>
                <a:cubicBezTo>
                  <a:pt x="205" y="162"/>
                  <a:pt x="205" y="162"/>
                  <a:pt x="205" y="163"/>
                </a:cubicBezTo>
                <a:cubicBezTo>
                  <a:pt x="205" y="163"/>
                  <a:pt x="205" y="163"/>
                  <a:pt x="205" y="164"/>
                </a:cubicBezTo>
                <a:cubicBezTo>
                  <a:pt x="205" y="164"/>
                  <a:pt x="205" y="164"/>
                  <a:pt x="206" y="164"/>
                </a:cubicBezTo>
                <a:cubicBezTo>
                  <a:pt x="206" y="164"/>
                  <a:pt x="206" y="164"/>
                  <a:pt x="206" y="164"/>
                </a:cubicBezTo>
                <a:cubicBezTo>
                  <a:pt x="206" y="165"/>
                  <a:pt x="206" y="165"/>
                  <a:pt x="206" y="165"/>
                </a:cubicBezTo>
                <a:cubicBezTo>
                  <a:pt x="207" y="165"/>
                  <a:pt x="207" y="165"/>
                  <a:pt x="207" y="165"/>
                </a:cubicBezTo>
                <a:cubicBezTo>
                  <a:pt x="207" y="166"/>
                  <a:pt x="207" y="166"/>
                  <a:pt x="207" y="166"/>
                </a:cubicBezTo>
                <a:cubicBezTo>
                  <a:pt x="207" y="166"/>
                  <a:pt x="207" y="167"/>
                  <a:pt x="207" y="167"/>
                </a:cubicBezTo>
                <a:cubicBezTo>
                  <a:pt x="208" y="167"/>
                  <a:pt x="208" y="167"/>
                  <a:pt x="208" y="167"/>
                </a:cubicBezTo>
                <a:cubicBezTo>
                  <a:pt x="208" y="167"/>
                  <a:pt x="208" y="167"/>
                  <a:pt x="208" y="167"/>
                </a:cubicBezTo>
                <a:cubicBezTo>
                  <a:pt x="208" y="169"/>
                  <a:pt x="208" y="169"/>
                  <a:pt x="208" y="169"/>
                </a:cubicBezTo>
                <a:cubicBezTo>
                  <a:pt x="209" y="169"/>
                  <a:pt x="209" y="169"/>
                  <a:pt x="209" y="169"/>
                </a:cubicBezTo>
                <a:cubicBezTo>
                  <a:pt x="209" y="169"/>
                  <a:pt x="209" y="169"/>
                  <a:pt x="209" y="169"/>
                </a:cubicBezTo>
                <a:cubicBezTo>
                  <a:pt x="209" y="170"/>
                  <a:pt x="209" y="170"/>
                  <a:pt x="210" y="170"/>
                </a:cubicBezTo>
                <a:cubicBezTo>
                  <a:pt x="210" y="170"/>
                  <a:pt x="210" y="170"/>
                  <a:pt x="210" y="170"/>
                </a:cubicBezTo>
                <a:cubicBezTo>
                  <a:pt x="210" y="170"/>
                  <a:pt x="210" y="171"/>
                  <a:pt x="211" y="171"/>
                </a:cubicBezTo>
                <a:cubicBezTo>
                  <a:pt x="211" y="172"/>
                  <a:pt x="211" y="172"/>
                  <a:pt x="211" y="172"/>
                </a:cubicBezTo>
                <a:cubicBezTo>
                  <a:pt x="211" y="172"/>
                  <a:pt x="211" y="172"/>
                  <a:pt x="211" y="172"/>
                </a:cubicBezTo>
                <a:cubicBezTo>
                  <a:pt x="211" y="172"/>
                  <a:pt x="212" y="172"/>
                  <a:pt x="212" y="172"/>
                </a:cubicBezTo>
                <a:cubicBezTo>
                  <a:pt x="212" y="173"/>
                  <a:pt x="212" y="173"/>
                  <a:pt x="212" y="173"/>
                </a:cubicBezTo>
                <a:cubicBezTo>
                  <a:pt x="212" y="174"/>
                  <a:pt x="212" y="174"/>
                  <a:pt x="212" y="174"/>
                </a:cubicBezTo>
                <a:cubicBezTo>
                  <a:pt x="212" y="174"/>
                  <a:pt x="213" y="174"/>
                  <a:pt x="213" y="174"/>
                </a:cubicBezTo>
                <a:cubicBezTo>
                  <a:pt x="213" y="175"/>
                  <a:pt x="213" y="175"/>
                  <a:pt x="213" y="175"/>
                </a:cubicBezTo>
                <a:cubicBezTo>
                  <a:pt x="213" y="175"/>
                  <a:pt x="213" y="175"/>
                  <a:pt x="213" y="175"/>
                </a:cubicBezTo>
                <a:cubicBezTo>
                  <a:pt x="214" y="175"/>
                  <a:pt x="214" y="176"/>
                  <a:pt x="214" y="176"/>
                </a:cubicBezTo>
                <a:cubicBezTo>
                  <a:pt x="214" y="177"/>
                  <a:pt x="214" y="177"/>
                  <a:pt x="214" y="177"/>
                </a:cubicBezTo>
                <a:cubicBezTo>
                  <a:pt x="214" y="177"/>
                  <a:pt x="214" y="177"/>
                  <a:pt x="214" y="177"/>
                </a:cubicBezTo>
                <a:cubicBezTo>
                  <a:pt x="215" y="177"/>
                  <a:pt x="215" y="177"/>
                  <a:pt x="215" y="177"/>
                </a:cubicBezTo>
                <a:cubicBezTo>
                  <a:pt x="215" y="178"/>
                  <a:pt x="215" y="178"/>
                  <a:pt x="215" y="178"/>
                </a:cubicBezTo>
                <a:cubicBezTo>
                  <a:pt x="215" y="179"/>
                  <a:pt x="215" y="179"/>
                  <a:pt x="216" y="179"/>
                </a:cubicBezTo>
                <a:cubicBezTo>
                  <a:pt x="216" y="179"/>
                  <a:pt x="216" y="179"/>
                  <a:pt x="216" y="179"/>
                </a:cubicBezTo>
                <a:cubicBezTo>
                  <a:pt x="216" y="180"/>
                  <a:pt x="216" y="180"/>
                  <a:pt x="216" y="180"/>
                </a:cubicBezTo>
                <a:cubicBezTo>
                  <a:pt x="216" y="180"/>
                  <a:pt x="216" y="180"/>
                  <a:pt x="217" y="180"/>
                </a:cubicBezTo>
                <a:cubicBezTo>
                  <a:pt x="217" y="180"/>
                  <a:pt x="217" y="180"/>
                  <a:pt x="217" y="181"/>
                </a:cubicBezTo>
                <a:cubicBezTo>
                  <a:pt x="217" y="182"/>
                  <a:pt x="217" y="182"/>
                  <a:pt x="217" y="182"/>
                </a:cubicBezTo>
                <a:cubicBezTo>
                  <a:pt x="217" y="182"/>
                  <a:pt x="218" y="182"/>
                  <a:pt x="218" y="182"/>
                </a:cubicBezTo>
                <a:cubicBezTo>
                  <a:pt x="218" y="182"/>
                  <a:pt x="218" y="182"/>
                  <a:pt x="218" y="182"/>
                </a:cubicBezTo>
                <a:cubicBezTo>
                  <a:pt x="218" y="183"/>
                  <a:pt x="218" y="183"/>
                  <a:pt x="218" y="183"/>
                </a:cubicBezTo>
                <a:cubicBezTo>
                  <a:pt x="218" y="183"/>
                  <a:pt x="219" y="183"/>
                  <a:pt x="219" y="184"/>
                </a:cubicBezTo>
                <a:cubicBezTo>
                  <a:pt x="219" y="184"/>
                  <a:pt x="219" y="184"/>
                  <a:pt x="219" y="184"/>
                </a:cubicBezTo>
                <a:cubicBezTo>
                  <a:pt x="220" y="185"/>
                  <a:pt x="220" y="186"/>
                  <a:pt x="221" y="187"/>
                </a:cubicBezTo>
                <a:cubicBezTo>
                  <a:pt x="221" y="188"/>
                  <a:pt x="221" y="190"/>
                  <a:pt x="221" y="191"/>
                </a:cubicBezTo>
                <a:cubicBezTo>
                  <a:pt x="221" y="191"/>
                  <a:pt x="221" y="191"/>
                  <a:pt x="221" y="191"/>
                </a:cubicBezTo>
                <a:cubicBezTo>
                  <a:pt x="220" y="192"/>
                  <a:pt x="220" y="192"/>
                  <a:pt x="220" y="193"/>
                </a:cubicBezTo>
                <a:cubicBezTo>
                  <a:pt x="220" y="193"/>
                  <a:pt x="220" y="194"/>
                  <a:pt x="220" y="194"/>
                </a:cubicBezTo>
                <a:cubicBezTo>
                  <a:pt x="219" y="194"/>
                  <a:pt x="219" y="194"/>
                  <a:pt x="219" y="194"/>
                </a:cubicBezTo>
                <a:cubicBezTo>
                  <a:pt x="219" y="195"/>
                  <a:pt x="219" y="195"/>
                  <a:pt x="219" y="195"/>
                </a:cubicBezTo>
                <a:cubicBezTo>
                  <a:pt x="219" y="196"/>
                  <a:pt x="219" y="196"/>
                  <a:pt x="219" y="196"/>
                </a:cubicBezTo>
                <a:cubicBezTo>
                  <a:pt x="218" y="196"/>
                  <a:pt x="218" y="196"/>
                  <a:pt x="218" y="196"/>
                </a:cubicBezTo>
                <a:cubicBezTo>
                  <a:pt x="218" y="198"/>
                  <a:pt x="218" y="198"/>
                  <a:pt x="218" y="198"/>
                </a:cubicBezTo>
                <a:cubicBezTo>
                  <a:pt x="217" y="198"/>
                  <a:pt x="217" y="198"/>
                  <a:pt x="217" y="198"/>
                </a:cubicBezTo>
                <a:cubicBezTo>
                  <a:pt x="217" y="198"/>
                  <a:pt x="216" y="198"/>
                  <a:pt x="216" y="198"/>
                </a:cubicBezTo>
                <a:cubicBezTo>
                  <a:pt x="216" y="198"/>
                  <a:pt x="216" y="199"/>
                  <a:pt x="215" y="199"/>
                </a:cubicBezTo>
                <a:cubicBezTo>
                  <a:pt x="215" y="199"/>
                  <a:pt x="215" y="200"/>
                  <a:pt x="214" y="200"/>
                </a:cubicBezTo>
                <a:cubicBezTo>
                  <a:pt x="214" y="200"/>
                  <a:pt x="213" y="201"/>
                  <a:pt x="212" y="201"/>
                </a:cubicBezTo>
                <a:cubicBezTo>
                  <a:pt x="212" y="202"/>
                  <a:pt x="211" y="202"/>
                  <a:pt x="209" y="202"/>
                </a:cubicBezTo>
                <a:cubicBezTo>
                  <a:pt x="208" y="203"/>
                  <a:pt x="207" y="203"/>
                  <a:pt x="206" y="203"/>
                </a:cubicBezTo>
                <a:cubicBezTo>
                  <a:pt x="205" y="203"/>
                  <a:pt x="204" y="203"/>
                  <a:pt x="203" y="202"/>
                </a:cubicBezTo>
                <a:cubicBezTo>
                  <a:pt x="203" y="202"/>
                  <a:pt x="203" y="202"/>
                  <a:pt x="203" y="202"/>
                </a:cubicBezTo>
                <a:cubicBezTo>
                  <a:pt x="203" y="202"/>
                  <a:pt x="202" y="202"/>
                  <a:pt x="202" y="202"/>
                </a:cubicBezTo>
                <a:cubicBezTo>
                  <a:pt x="201" y="202"/>
                  <a:pt x="201" y="201"/>
                  <a:pt x="200" y="201"/>
                </a:cubicBezTo>
                <a:cubicBezTo>
                  <a:pt x="200" y="201"/>
                  <a:pt x="199" y="200"/>
                  <a:pt x="199" y="200"/>
                </a:cubicBezTo>
                <a:cubicBezTo>
                  <a:pt x="198" y="199"/>
                  <a:pt x="198" y="199"/>
                  <a:pt x="197" y="198"/>
                </a:cubicBezTo>
                <a:cubicBezTo>
                  <a:pt x="197" y="198"/>
                  <a:pt x="197" y="198"/>
                  <a:pt x="197" y="198"/>
                </a:cubicBezTo>
                <a:cubicBezTo>
                  <a:pt x="197" y="198"/>
                  <a:pt x="197" y="198"/>
                  <a:pt x="196" y="198"/>
                </a:cubicBezTo>
                <a:cubicBezTo>
                  <a:pt x="196" y="196"/>
                  <a:pt x="196" y="196"/>
                  <a:pt x="196" y="196"/>
                </a:cubicBezTo>
                <a:cubicBezTo>
                  <a:pt x="196" y="196"/>
                  <a:pt x="196" y="196"/>
                  <a:pt x="196" y="196"/>
                </a:cubicBezTo>
                <a:cubicBezTo>
                  <a:pt x="196" y="195"/>
                  <a:pt x="196" y="195"/>
                  <a:pt x="196" y="195"/>
                </a:cubicBezTo>
                <a:cubicBezTo>
                  <a:pt x="196" y="194"/>
                  <a:pt x="195" y="194"/>
                  <a:pt x="195" y="194"/>
                </a:cubicBezTo>
                <a:cubicBezTo>
                  <a:pt x="195" y="194"/>
                  <a:pt x="195" y="194"/>
                  <a:pt x="195" y="194"/>
                </a:cubicBezTo>
                <a:cubicBezTo>
                  <a:pt x="195" y="192"/>
                  <a:pt x="195" y="192"/>
                  <a:pt x="195" y="192"/>
                </a:cubicBezTo>
                <a:cubicBezTo>
                  <a:pt x="194" y="192"/>
                  <a:pt x="194" y="192"/>
                  <a:pt x="194" y="192"/>
                </a:cubicBezTo>
                <a:cubicBezTo>
                  <a:pt x="194" y="192"/>
                  <a:pt x="194" y="191"/>
                  <a:pt x="194" y="191"/>
                </a:cubicBezTo>
                <a:cubicBezTo>
                  <a:pt x="194" y="191"/>
                  <a:pt x="194" y="190"/>
                  <a:pt x="194" y="190"/>
                </a:cubicBezTo>
                <a:cubicBezTo>
                  <a:pt x="193" y="190"/>
                  <a:pt x="193" y="190"/>
                  <a:pt x="193" y="190"/>
                </a:cubicBezTo>
                <a:cubicBezTo>
                  <a:pt x="193" y="188"/>
                  <a:pt x="193" y="188"/>
                  <a:pt x="193" y="188"/>
                </a:cubicBezTo>
                <a:cubicBezTo>
                  <a:pt x="193" y="188"/>
                  <a:pt x="193" y="188"/>
                  <a:pt x="193" y="188"/>
                </a:cubicBezTo>
                <a:cubicBezTo>
                  <a:pt x="192" y="188"/>
                  <a:pt x="192" y="187"/>
                  <a:pt x="192" y="187"/>
                </a:cubicBezTo>
                <a:cubicBezTo>
                  <a:pt x="192" y="187"/>
                  <a:pt x="192" y="186"/>
                  <a:pt x="192" y="186"/>
                </a:cubicBezTo>
                <a:cubicBezTo>
                  <a:pt x="192" y="186"/>
                  <a:pt x="192" y="186"/>
                  <a:pt x="192" y="186"/>
                </a:cubicBezTo>
                <a:cubicBezTo>
                  <a:pt x="192" y="184"/>
                  <a:pt x="192" y="184"/>
                  <a:pt x="192" y="184"/>
                </a:cubicBezTo>
                <a:cubicBezTo>
                  <a:pt x="191" y="184"/>
                  <a:pt x="191" y="184"/>
                  <a:pt x="191" y="184"/>
                </a:cubicBezTo>
                <a:cubicBezTo>
                  <a:pt x="191" y="183"/>
                  <a:pt x="191" y="183"/>
                  <a:pt x="191" y="183"/>
                </a:cubicBezTo>
                <a:cubicBezTo>
                  <a:pt x="190" y="183"/>
                  <a:pt x="190" y="183"/>
                  <a:pt x="190" y="183"/>
                </a:cubicBezTo>
                <a:cubicBezTo>
                  <a:pt x="190" y="183"/>
                  <a:pt x="190" y="183"/>
                  <a:pt x="190" y="182"/>
                </a:cubicBezTo>
                <a:cubicBezTo>
                  <a:pt x="190" y="182"/>
                  <a:pt x="190" y="182"/>
                  <a:pt x="190" y="181"/>
                </a:cubicBezTo>
                <a:cubicBezTo>
                  <a:pt x="189" y="181"/>
                  <a:pt x="189" y="181"/>
                  <a:pt x="189" y="181"/>
                </a:cubicBezTo>
                <a:cubicBezTo>
                  <a:pt x="189" y="180"/>
                  <a:pt x="189" y="180"/>
                  <a:pt x="189" y="180"/>
                </a:cubicBezTo>
                <a:cubicBezTo>
                  <a:pt x="189" y="180"/>
                  <a:pt x="189" y="180"/>
                  <a:pt x="189" y="180"/>
                </a:cubicBezTo>
                <a:cubicBezTo>
                  <a:pt x="189" y="179"/>
                  <a:pt x="189" y="179"/>
                  <a:pt x="188" y="178"/>
                </a:cubicBezTo>
                <a:cubicBezTo>
                  <a:pt x="188" y="178"/>
                  <a:pt x="188" y="178"/>
                  <a:pt x="188" y="177"/>
                </a:cubicBezTo>
                <a:cubicBezTo>
                  <a:pt x="188" y="177"/>
                  <a:pt x="188" y="177"/>
                  <a:pt x="188" y="177"/>
                </a:cubicBezTo>
                <a:cubicBezTo>
                  <a:pt x="188" y="176"/>
                  <a:pt x="188" y="176"/>
                  <a:pt x="188" y="176"/>
                </a:cubicBezTo>
                <a:cubicBezTo>
                  <a:pt x="187" y="176"/>
                  <a:pt x="187" y="176"/>
                  <a:pt x="187" y="176"/>
                </a:cubicBezTo>
                <a:cubicBezTo>
                  <a:pt x="187" y="175"/>
                  <a:pt x="187" y="175"/>
                  <a:pt x="187" y="175"/>
                </a:cubicBezTo>
                <a:cubicBezTo>
                  <a:pt x="187" y="174"/>
                  <a:pt x="187" y="174"/>
                  <a:pt x="187" y="173"/>
                </a:cubicBezTo>
                <a:cubicBezTo>
                  <a:pt x="186" y="173"/>
                  <a:pt x="186" y="173"/>
                  <a:pt x="186" y="173"/>
                </a:cubicBezTo>
                <a:cubicBezTo>
                  <a:pt x="186" y="172"/>
                  <a:pt x="186" y="172"/>
                  <a:pt x="186" y="172"/>
                </a:cubicBezTo>
                <a:cubicBezTo>
                  <a:pt x="185" y="172"/>
                  <a:pt x="185" y="172"/>
                  <a:pt x="185" y="172"/>
                </a:cubicBezTo>
                <a:cubicBezTo>
                  <a:pt x="185" y="171"/>
                  <a:pt x="185" y="171"/>
                  <a:pt x="185" y="171"/>
                </a:cubicBezTo>
                <a:cubicBezTo>
                  <a:pt x="185" y="171"/>
                  <a:pt x="185" y="171"/>
                  <a:pt x="185" y="171"/>
                </a:cubicBezTo>
                <a:cubicBezTo>
                  <a:pt x="185" y="170"/>
                  <a:pt x="185" y="170"/>
                  <a:pt x="185" y="169"/>
                </a:cubicBezTo>
                <a:cubicBezTo>
                  <a:pt x="185" y="169"/>
                  <a:pt x="184" y="168"/>
                  <a:pt x="184" y="168"/>
                </a:cubicBezTo>
                <a:cubicBezTo>
                  <a:pt x="184" y="168"/>
                  <a:pt x="184" y="168"/>
                  <a:pt x="184" y="168"/>
                </a:cubicBezTo>
                <a:cubicBezTo>
                  <a:pt x="184" y="167"/>
                  <a:pt x="184" y="167"/>
                  <a:pt x="184" y="167"/>
                </a:cubicBezTo>
                <a:cubicBezTo>
                  <a:pt x="183" y="167"/>
                  <a:pt x="183" y="167"/>
                  <a:pt x="183" y="167"/>
                </a:cubicBezTo>
                <a:cubicBezTo>
                  <a:pt x="183" y="166"/>
                  <a:pt x="183" y="166"/>
                  <a:pt x="183" y="166"/>
                </a:cubicBezTo>
                <a:cubicBezTo>
                  <a:pt x="183" y="165"/>
                  <a:pt x="183" y="165"/>
                  <a:pt x="183" y="164"/>
                </a:cubicBezTo>
                <a:cubicBezTo>
                  <a:pt x="182" y="164"/>
                  <a:pt x="182" y="164"/>
                  <a:pt x="182" y="164"/>
                </a:cubicBezTo>
                <a:cubicBezTo>
                  <a:pt x="182" y="163"/>
                  <a:pt x="181" y="162"/>
                  <a:pt x="181" y="162"/>
                </a:cubicBezTo>
                <a:cubicBezTo>
                  <a:pt x="181" y="161"/>
                  <a:pt x="181" y="160"/>
                  <a:pt x="181" y="159"/>
                </a:cubicBezTo>
                <a:cubicBezTo>
                  <a:pt x="181" y="159"/>
                  <a:pt x="182" y="158"/>
                  <a:pt x="183" y="158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30" name="Freeform 132"/>
          <p:cNvSpPr>
            <a:spLocks noEditPoints="1"/>
          </p:cNvSpPr>
          <p:nvPr/>
        </p:nvSpPr>
        <p:spPr bwMode="auto">
          <a:xfrm>
            <a:off x="8998556" y="4441987"/>
            <a:ext cx="284496" cy="269293"/>
          </a:xfrm>
          <a:custGeom>
            <a:avLst/>
            <a:gdLst>
              <a:gd name="T0" fmla="*/ 37 w 199"/>
              <a:gd name="T1" fmla="*/ 3 h 187"/>
              <a:gd name="T2" fmla="*/ 47 w 199"/>
              <a:gd name="T3" fmla="*/ 12 h 187"/>
              <a:gd name="T4" fmla="*/ 48 w 199"/>
              <a:gd name="T5" fmla="*/ 15 h 187"/>
              <a:gd name="T6" fmla="*/ 49 w 199"/>
              <a:gd name="T7" fmla="*/ 18 h 187"/>
              <a:gd name="T8" fmla="*/ 48 w 199"/>
              <a:gd name="T9" fmla="*/ 28 h 187"/>
              <a:gd name="T10" fmla="*/ 45 w 199"/>
              <a:gd name="T11" fmla="*/ 35 h 187"/>
              <a:gd name="T12" fmla="*/ 41 w 199"/>
              <a:gd name="T13" fmla="*/ 38 h 187"/>
              <a:gd name="T14" fmla="*/ 39 w 199"/>
              <a:gd name="T15" fmla="*/ 40 h 187"/>
              <a:gd name="T16" fmla="*/ 38 w 199"/>
              <a:gd name="T17" fmla="*/ 42 h 187"/>
              <a:gd name="T18" fmla="*/ 23 w 199"/>
              <a:gd name="T19" fmla="*/ 44 h 187"/>
              <a:gd name="T20" fmla="*/ 5 w 199"/>
              <a:gd name="T21" fmla="*/ 36 h 187"/>
              <a:gd name="T22" fmla="*/ 0 w 199"/>
              <a:gd name="T23" fmla="*/ 22 h 187"/>
              <a:gd name="T24" fmla="*/ 2 w 199"/>
              <a:gd name="T25" fmla="*/ 13 h 187"/>
              <a:gd name="T26" fmla="*/ 6 w 199"/>
              <a:gd name="T27" fmla="*/ 8 h 187"/>
              <a:gd name="T28" fmla="*/ 8 w 199"/>
              <a:gd name="T29" fmla="*/ 5 h 187"/>
              <a:gd name="T30" fmla="*/ 10 w 199"/>
              <a:gd name="T31" fmla="*/ 4 h 187"/>
              <a:gd name="T32" fmla="*/ 13 w 199"/>
              <a:gd name="T33" fmla="*/ 3 h 187"/>
              <a:gd name="T34" fmla="*/ 15 w 199"/>
              <a:gd name="T35" fmla="*/ 2 h 187"/>
              <a:gd name="T36" fmla="*/ 19 w 199"/>
              <a:gd name="T37" fmla="*/ 1 h 187"/>
              <a:gd name="T38" fmla="*/ 30 w 199"/>
              <a:gd name="T39" fmla="*/ 1 h 187"/>
              <a:gd name="T40" fmla="*/ 46 w 199"/>
              <a:gd name="T41" fmla="*/ 187 h 187"/>
              <a:gd name="T42" fmla="*/ 2 w 199"/>
              <a:gd name="T43" fmla="*/ 179 h 187"/>
              <a:gd name="T44" fmla="*/ 2 w 199"/>
              <a:gd name="T45" fmla="*/ 157 h 187"/>
              <a:gd name="T46" fmla="*/ 2 w 199"/>
              <a:gd name="T47" fmla="*/ 61 h 187"/>
              <a:gd name="T48" fmla="*/ 155 w 199"/>
              <a:gd name="T49" fmla="*/ 187 h 187"/>
              <a:gd name="T50" fmla="*/ 155 w 199"/>
              <a:gd name="T51" fmla="*/ 124 h 187"/>
              <a:gd name="T52" fmla="*/ 154 w 199"/>
              <a:gd name="T53" fmla="*/ 107 h 187"/>
              <a:gd name="T54" fmla="*/ 151 w 199"/>
              <a:gd name="T55" fmla="*/ 100 h 187"/>
              <a:gd name="T56" fmla="*/ 150 w 199"/>
              <a:gd name="T57" fmla="*/ 98 h 187"/>
              <a:gd name="T58" fmla="*/ 146 w 199"/>
              <a:gd name="T59" fmla="*/ 96 h 187"/>
              <a:gd name="T60" fmla="*/ 145 w 199"/>
              <a:gd name="T61" fmla="*/ 94 h 187"/>
              <a:gd name="T62" fmla="*/ 134 w 199"/>
              <a:gd name="T63" fmla="*/ 91 h 187"/>
              <a:gd name="T64" fmla="*/ 124 w 199"/>
              <a:gd name="T65" fmla="*/ 94 h 187"/>
              <a:gd name="T66" fmla="*/ 117 w 199"/>
              <a:gd name="T67" fmla="*/ 99 h 187"/>
              <a:gd name="T68" fmla="*/ 113 w 199"/>
              <a:gd name="T69" fmla="*/ 101 h 187"/>
              <a:gd name="T70" fmla="*/ 110 w 199"/>
              <a:gd name="T71" fmla="*/ 115 h 187"/>
              <a:gd name="T72" fmla="*/ 109 w 199"/>
              <a:gd name="T73" fmla="*/ 132 h 187"/>
              <a:gd name="T74" fmla="*/ 67 w 199"/>
              <a:gd name="T75" fmla="*/ 187 h 187"/>
              <a:gd name="T76" fmla="*/ 109 w 199"/>
              <a:gd name="T77" fmla="*/ 61 h 187"/>
              <a:gd name="T78" fmla="*/ 110 w 199"/>
              <a:gd name="T79" fmla="*/ 78 h 187"/>
              <a:gd name="T80" fmla="*/ 135 w 199"/>
              <a:gd name="T81" fmla="*/ 59 h 187"/>
              <a:gd name="T82" fmla="*/ 151 w 199"/>
              <a:gd name="T83" fmla="*/ 58 h 187"/>
              <a:gd name="T84" fmla="*/ 172 w 199"/>
              <a:gd name="T85" fmla="*/ 63 h 187"/>
              <a:gd name="T86" fmla="*/ 184 w 199"/>
              <a:gd name="T87" fmla="*/ 73 h 187"/>
              <a:gd name="T88" fmla="*/ 188 w 199"/>
              <a:gd name="T89" fmla="*/ 76 h 187"/>
              <a:gd name="T90" fmla="*/ 189 w 199"/>
              <a:gd name="T91" fmla="*/ 78 h 187"/>
              <a:gd name="T92" fmla="*/ 190 w 199"/>
              <a:gd name="T93" fmla="*/ 81 h 187"/>
              <a:gd name="T94" fmla="*/ 192 w 199"/>
              <a:gd name="T95" fmla="*/ 84 h 187"/>
              <a:gd name="T96" fmla="*/ 194 w 199"/>
              <a:gd name="T97" fmla="*/ 87 h 187"/>
              <a:gd name="T98" fmla="*/ 196 w 199"/>
              <a:gd name="T99" fmla="*/ 94 h 187"/>
              <a:gd name="T100" fmla="*/ 198 w 199"/>
              <a:gd name="T101" fmla="*/ 112 h 187"/>
              <a:gd name="T102" fmla="*/ 199 w 199"/>
              <a:gd name="T103" fmla="*/ 187 h 1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99" h="187">
                <a:moveTo>
                  <a:pt x="30" y="1"/>
                </a:moveTo>
                <a:cubicBezTo>
                  <a:pt x="32" y="1"/>
                  <a:pt x="35" y="2"/>
                  <a:pt x="37" y="3"/>
                </a:cubicBezTo>
                <a:cubicBezTo>
                  <a:pt x="39" y="4"/>
                  <a:pt x="41" y="5"/>
                  <a:pt x="43" y="7"/>
                </a:cubicBezTo>
                <a:cubicBezTo>
                  <a:pt x="45" y="8"/>
                  <a:pt x="46" y="10"/>
                  <a:pt x="47" y="12"/>
                </a:cubicBezTo>
                <a:cubicBezTo>
                  <a:pt x="47" y="15"/>
                  <a:pt x="47" y="15"/>
                  <a:pt x="47" y="15"/>
                </a:cubicBezTo>
                <a:cubicBezTo>
                  <a:pt x="48" y="15"/>
                  <a:pt x="48" y="15"/>
                  <a:pt x="48" y="15"/>
                </a:cubicBezTo>
                <a:cubicBezTo>
                  <a:pt x="48" y="18"/>
                  <a:pt x="48" y="18"/>
                  <a:pt x="48" y="18"/>
                </a:cubicBezTo>
                <a:cubicBezTo>
                  <a:pt x="49" y="18"/>
                  <a:pt x="49" y="18"/>
                  <a:pt x="49" y="18"/>
                </a:cubicBezTo>
                <a:cubicBezTo>
                  <a:pt x="50" y="19"/>
                  <a:pt x="50" y="21"/>
                  <a:pt x="49" y="22"/>
                </a:cubicBezTo>
                <a:cubicBezTo>
                  <a:pt x="49" y="24"/>
                  <a:pt x="49" y="26"/>
                  <a:pt x="48" y="28"/>
                </a:cubicBezTo>
                <a:cubicBezTo>
                  <a:pt x="48" y="29"/>
                  <a:pt x="47" y="31"/>
                  <a:pt x="47" y="32"/>
                </a:cubicBezTo>
                <a:cubicBezTo>
                  <a:pt x="46" y="34"/>
                  <a:pt x="45" y="35"/>
                  <a:pt x="45" y="35"/>
                </a:cubicBezTo>
                <a:cubicBezTo>
                  <a:pt x="44" y="36"/>
                  <a:pt x="44" y="36"/>
                  <a:pt x="43" y="37"/>
                </a:cubicBezTo>
                <a:cubicBezTo>
                  <a:pt x="42" y="37"/>
                  <a:pt x="42" y="38"/>
                  <a:pt x="41" y="38"/>
                </a:cubicBezTo>
                <a:cubicBezTo>
                  <a:pt x="41" y="40"/>
                  <a:pt x="41" y="40"/>
                  <a:pt x="41" y="40"/>
                </a:cubicBezTo>
                <a:cubicBezTo>
                  <a:pt x="39" y="40"/>
                  <a:pt x="39" y="40"/>
                  <a:pt x="39" y="40"/>
                </a:cubicBezTo>
                <a:cubicBezTo>
                  <a:pt x="39" y="40"/>
                  <a:pt x="38" y="40"/>
                  <a:pt x="38" y="41"/>
                </a:cubicBezTo>
                <a:cubicBezTo>
                  <a:pt x="38" y="41"/>
                  <a:pt x="38" y="41"/>
                  <a:pt x="38" y="42"/>
                </a:cubicBezTo>
                <a:cubicBezTo>
                  <a:pt x="35" y="42"/>
                  <a:pt x="35" y="42"/>
                  <a:pt x="35" y="42"/>
                </a:cubicBezTo>
                <a:cubicBezTo>
                  <a:pt x="31" y="43"/>
                  <a:pt x="27" y="44"/>
                  <a:pt x="23" y="44"/>
                </a:cubicBezTo>
                <a:cubicBezTo>
                  <a:pt x="19" y="44"/>
                  <a:pt x="16" y="43"/>
                  <a:pt x="13" y="42"/>
                </a:cubicBezTo>
                <a:cubicBezTo>
                  <a:pt x="10" y="40"/>
                  <a:pt x="7" y="38"/>
                  <a:pt x="5" y="36"/>
                </a:cubicBezTo>
                <a:cubicBezTo>
                  <a:pt x="3" y="33"/>
                  <a:pt x="1" y="30"/>
                  <a:pt x="0" y="27"/>
                </a:cubicBezTo>
                <a:cubicBezTo>
                  <a:pt x="0" y="25"/>
                  <a:pt x="0" y="24"/>
                  <a:pt x="0" y="22"/>
                </a:cubicBezTo>
                <a:cubicBezTo>
                  <a:pt x="0" y="20"/>
                  <a:pt x="0" y="19"/>
                  <a:pt x="1" y="17"/>
                </a:cubicBezTo>
                <a:cubicBezTo>
                  <a:pt x="1" y="16"/>
                  <a:pt x="2" y="14"/>
                  <a:pt x="2" y="13"/>
                </a:cubicBezTo>
                <a:cubicBezTo>
                  <a:pt x="3" y="12"/>
                  <a:pt x="3" y="11"/>
                  <a:pt x="3" y="9"/>
                </a:cubicBezTo>
                <a:cubicBezTo>
                  <a:pt x="4" y="9"/>
                  <a:pt x="5" y="8"/>
                  <a:pt x="6" y="8"/>
                </a:cubicBezTo>
                <a:cubicBezTo>
                  <a:pt x="6" y="7"/>
                  <a:pt x="7" y="7"/>
                  <a:pt x="8" y="6"/>
                </a:cubicBezTo>
                <a:cubicBezTo>
                  <a:pt x="8" y="5"/>
                  <a:pt x="8" y="5"/>
                  <a:pt x="8" y="5"/>
                </a:cubicBezTo>
                <a:cubicBezTo>
                  <a:pt x="10" y="5"/>
                  <a:pt x="10" y="5"/>
                  <a:pt x="10" y="5"/>
                </a:cubicBezTo>
                <a:cubicBezTo>
                  <a:pt x="10" y="5"/>
                  <a:pt x="10" y="5"/>
                  <a:pt x="10" y="4"/>
                </a:cubicBezTo>
                <a:cubicBezTo>
                  <a:pt x="10" y="4"/>
                  <a:pt x="11" y="4"/>
                  <a:pt x="11" y="3"/>
                </a:cubicBezTo>
                <a:cubicBezTo>
                  <a:pt x="13" y="3"/>
                  <a:pt x="13" y="3"/>
                  <a:pt x="13" y="3"/>
                </a:cubicBezTo>
                <a:cubicBezTo>
                  <a:pt x="13" y="2"/>
                  <a:pt x="13" y="2"/>
                  <a:pt x="13" y="2"/>
                </a:cubicBezTo>
                <a:cubicBezTo>
                  <a:pt x="13" y="2"/>
                  <a:pt x="14" y="2"/>
                  <a:pt x="15" y="2"/>
                </a:cubicBezTo>
                <a:cubicBezTo>
                  <a:pt x="16" y="1"/>
                  <a:pt x="16" y="1"/>
                  <a:pt x="17" y="1"/>
                </a:cubicBezTo>
                <a:cubicBezTo>
                  <a:pt x="18" y="1"/>
                  <a:pt x="19" y="1"/>
                  <a:pt x="19" y="1"/>
                </a:cubicBezTo>
                <a:cubicBezTo>
                  <a:pt x="20" y="1"/>
                  <a:pt x="21" y="1"/>
                  <a:pt x="21" y="0"/>
                </a:cubicBezTo>
                <a:cubicBezTo>
                  <a:pt x="24" y="0"/>
                  <a:pt x="27" y="0"/>
                  <a:pt x="30" y="1"/>
                </a:cubicBezTo>
                <a:close/>
                <a:moveTo>
                  <a:pt x="46" y="61"/>
                </a:moveTo>
                <a:cubicBezTo>
                  <a:pt x="46" y="187"/>
                  <a:pt x="46" y="187"/>
                  <a:pt x="46" y="187"/>
                </a:cubicBezTo>
                <a:cubicBezTo>
                  <a:pt x="3" y="187"/>
                  <a:pt x="3" y="187"/>
                  <a:pt x="3" y="187"/>
                </a:cubicBezTo>
                <a:cubicBezTo>
                  <a:pt x="3" y="185"/>
                  <a:pt x="2" y="182"/>
                  <a:pt x="2" y="179"/>
                </a:cubicBezTo>
                <a:cubicBezTo>
                  <a:pt x="2" y="175"/>
                  <a:pt x="2" y="172"/>
                  <a:pt x="2" y="168"/>
                </a:cubicBezTo>
                <a:cubicBezTo>
                  <a:pt x="2" y="164"/>
                  <a:pt x="2" y="161"/>
                  <a:pt x="2" y="157"/>
                </a:cubicBezTo>
                <a:cubicBezTo>
                  <a:pt x="2" y="153"/>
                  <a:pt x="2" y="150"/>
                  <a:pt x="2" y="148"/>
                </a:cubicBezTo>
                <a:cubicBezTo>
                  <a:pt x="2" y="61"/>
                  <a:pt x="2" y="61"/>
                  <a:pt x="2" y="61"/>
                </a:cubicBezTo>
                <a:lnTo>
                  <a:pt x="46" y="61"/>
                </a:lnTo>
                <a:close/>
                <a:moveTo>
                  <a:pt x="155" y="187"/>
                </a:moveTo>
                <a:cubicBezTo>
                  <a:pt x="155" y="133"/>
                  <a:pt x="155" y="133"/>
                  <a:pt x="155" y="133"/>
                </a:cubicBezTo>
                <a:cubicBezTo>
                  <a:pt x="155" y="130"/>
                  <a:pt x="155" y="127"/>
                  <a:pt x="155" y="124"/>
                </a:cubicBezTo>
                <a:cubicBezTo>
                  <a:pt x="155" y="121"/>
                  <a:pt x="155" y="118"/>
                  <a:pt x="155" y="115"/>
                </a:cubicBezTo>
                <a:cubicBezTo>
                  <a:pt x="155" y="112"/>
                  <a:pt x="155" y="110"/>
                  <a:pt x="154" y="107"/>
                </a:cubicBezTo>
                <a:cubicBezTo>
                  <a:pt x="154" y="105"/>
                  <a:pt x="153" y="102"/>
                  <a:pt x="152" y="101"/>
                </a:cubicBezTo>
                <a:cubicBezTo>
                  <a:pt x="151" y="101"/>
                  <a:pt x="151" y="100"/>
                  <a:pt x="151" y="100"/>
                </a:cubicBezTo>
                <a:cubicBezTo>
                  <a:pt x="151" y="100"/>
                  <a:pt x="150" y="100"/>
                  <a:pt x="150" y="100"/>
                </a:cubicBezTo>
                <a:cubicBezTo>
                  <a:pt x="150" y="98"/>
                  <a:pt x="150" y="98"/>
                  <a:pt x="150" y="98"/>
                </a:cubicBezTo>
                <a:cubicBezTo>
                  <a:pt x="148" y="96"/>
                  <a:pt x="148" y="96"/>
                  <a:pt x="148" y="96"/>
                </a:cubicBezTo>
                <a:cubicBezTo>
                  <a:pt x="146" y="96"/>
                  <a:pt x="146" y="96"/>
                  <a:pt x="146" y="96"/>
                </a:cubicBezTo>
                <a:cubicBezTo>
                  <a:pt x="146" y="95"/>
                  <a:pt x="145" y="95"/>
                  <a:pt x="145" y="94"/>
                </a:cubicBezTo>
                <a:cubicBezTo>
                  <a:pt x="145" y="94"/>
                  <a:pt x="145" y="94"/>
                  <a:pt x="145" y="94"/>
                </a:cubicBezTo>
                <a:cubicBezTo>
                  <a:pt x="144" y="93"/>
                  <a:pt x="142" y="92"/>
                  <a:pt x="140" y="92"/>
                </a:cubicBezTo>
                <a:cubicBezTo>
                  <a:pt x="138" y="92"/>
                  <a:pt x="136" y="91"/>
                  <a:pt x="134" y="91"/>
                </a:cubicBezTo>
                <a:cubicBezTo>
                  <a:pt x="132" y="91"/>
                  <a:pt x="130" y="91"/>
                  <a:pt x="128" y="92"/>
                </a:cubicBezTo>
                <a:cubicBezTo>
                  <a:pt x="126" y="92"/>
                  <a:pt x="125" y="93"/>
                  <a:pt x="124" y="94"/>
                </a:cubicBezTo>
                <a:cubicBezTo>
                  <a:pt x="122" y="94"/>
                  <a:pt x="121" y="95"/>
                  <a:pt x="120" y="96"/>
                </a:cubicBezTo>
                <a:cubicBezTo>
                  <a:pt x="119" y="96"/>
                  <a:pt x="118" y="98"/>
                  <a:pt x="117" y="99"/>
                </a:cubicBezTo>
                <a:cubicBezTo>
                  <a:pt x="116" y="99"/>
                  <a:pt x="116" y="99"/>
                  <a:pt x="115" y="100"/>
                </a:cubicBezTo>
                <a:cubicBezTo>
                  <a:pt x="114" y="100"/>
                  <a:pt x="114" y="100"/>
                  <a:pt x="113" y="101"/>
                </a:cubicBezTo>
                <a:cubicBezTo>
                  <a:pt x="112" y="103"/>
                  <a:pt x="111" y="105"/>
                  <a:pt x="111" y="107"/>
                </a:cubicBezTo>
                <a:cubicBezTo>
                  <a:pt x="110" y="109"/>
                  <a:pt x="110" y="112"/>
                  <a:pt x="110" y="115"/>
                </a:cubicBezTo>
                <a:cubicBezTo>
                  <a:pt x="109" y="117"/>
                  <a:pt x="109" y="120"/>
                  <a:pt x="109" y="123"/>
                </a:cubicBezTo>
                <a:cubicBezTo>
                  <a:pt x="109" y="126"/>
                  <a:pt x="109" y="129"/>
                  <a:pt x="109" y="132"/>
                </a:cubicBezTo>
                <a:cubicBezTo>
                  <a:pt x="109" y="187"/>
                  <a:pt x="109" y="187"/>
                  <a:pt x="109" y="187"/>
                </a:cubicBezTo>
                <a:cubicBezTo>
                  <a:pt x="67" y="187"/>
                  <a:pt x="67" y="187"/>
                  <a:pt x="67" y="187"/>
                </a:cubicBezTo>
                <a:cubicBezTo>
                  <a:pt x="67" y="61"/>
                  <a:pt x="67" y="61"/>
                  <a:pt x="67" y="61"/>
                </a:cubicBezTo>
                <a:cubicBezTo>
                  <a:pt x="109" y="61"/>
                  <a:pt x="109" y="61"/>
                  <a:pt x="109" y="61"/>
                </a:cubicBezTo>
                <a:cubicBezTo>
                  <a:pt x="109" y="78"/>
                  <a:pt x="109" y="78"/>
                  <a:pt x="109" y="78"/>
                </a:cubicBezTo>
                <a:cubicBezTo>
                  <a:pt x="110" y="78"/>
                  <a:pt x="110" y="78"/>
                  <a:pt x="110" y="78"/>
                </a:cubicBezTo>
                <a:cubicBezTo>
                  <a:pt x="113" y="73"/>
                  <a:pt x="116" y="70"/>
                  <a:pt x="121" y="67"/>
                </a:cubicBezTo>
                <a:cubicBezTo>
                  <a:pt x="125" y="63"/>
                  <a:pt x="130" y="61"/>
                  <a:pt x="135" y="59"/>
                </a:cubicBezTo>
                <a:cubicBezTo>
                  <a:pt x="140" y="59"/>
                  <a:pt x="140" y="59"/>
                  <a:pt x="140" y="59"/>
                </a:cubicBezTo>
                <a:cubicBezTo>
                  <a:pt x="144" y="58"/>
                  <a:pt x="147" y="58"/>
                  <a:pt x="151" y="58"/>
                </a:cubicBezTo>
                <a:cubicBezTo>
                  <a:pt x="155" y="58"/>
                  <a:pt x="158" y="59"/>
                  <a:pt x="162" y="59"/>
                </a:cubicBezTo>
                <a:cubicBezTo>
                  <a:pt x="165" y="60"/>
                  <a:pt x="169" y="61"/>
                  <a:pt x="172" y="63"/>
                </a:cubicBezTo>
                <a:cubicBezTo>
                  <a:pt x="175" y="64"/>
                  <a:pt x="177" y="65"/>
                  <a:pt x="179" y="66"/>
                </a:cubicBezTo>
                <a:cubicBezTo>
                  <a:pt x="184" y="73"/>
                  <a:pt x="184" y="73"/>
                  <a:pt x="184" y="73"/>
                </a:cubicBezTo>
                <a:cubicBezTo>
                  <a:pt x="185" y="73"/>
                  <a:pt x="185" y="74"/>
                  <a:pt x="186" y="74"/>
                </a:cubicBezTo>
                <a:cubicBezTo>
                  <a:pt x="187" y="75"/>
                  <a:pt x="188" y="75"/>
                  <a:pt x="188" y="76"/>
                </a:cubicBezTo>
                <a:cubicBezTo>
                  <a:pt x="188" y="78"/>
                  <a:pt x="188" y="78"/>
                  <a:pt x="188" y="78"/>
                </a:cubicBezTo>
                <a:cubicBezTo>
                  <a:pt x="189" y="78"/>
                  <a:pt x="189" y="78"/>
                  <a:pt x="189" y="78"/>
                </a:cubicBezTo>
                <a:cubicBezTo>
                  <a:pt x="190" y="79"/>
                  <a:pt x="190" y="79"/>
                  <a:pt x="190" y="79"/>
                </a:cubicBezTo>
                <a:cubicBezTo>
                  <a:pt x="190" y="81"/>
                  <a:pt x="190" y="81"/>
                  <a:pt x="190" y="81"/>
                </a:cubicBezTo>
                <a:cubicBezTo>
                  <a:pt x="191" y="81"/>
                  <a:pt x="191" y="81"/>
                  <a:pt x="191" y="81"/>
                </a:cubicBezTo>
                <a:cubicBezTo>
                  <a:pt x="192" y="82"/>
                  <a:pt x="192" y="83"/>
                  <a:pt x="192" y="84"/>
                </a:cubicBezTo>
                <a:cubicBezTo>
                  <a:pt x="193" y="85"/>
                  <a:pt x="193" y="86"/>
                  <a:pt x="193" y="87"/>
                </a:cubicBezTo>
                <a:cubicBezTo>
                  <a:pt x="194" y="87"/>
                  <a:pt x="194" y="87"/>
                  <a:pt x="194" y="87"/>
                </a:cubicBezTo>
                <a:cubicBezTo>
                  <a:pt x="196" y="94"/>
                  <a:pt x="196" y="94"/>
                  <a:pt x="196" y="94"/>
                </a:cubicBezTo>
                <a:cubicBezTo>
                  <a:pt x="196" y="94"/>
                  <a:pt x="196" y="94"/>
                  <a:pt x="196" y="94"/>
                </a:cubicBezTo>
                <a:cubicBezTo>
                  <a:pt x="196" y="99"/>
                  <a:pt x="196" y="99"/>
                  <a:pt x="196" y="99"/>
                </a:cubicBezTo>
                <a:cubicBezTo>
                  <a:pt x="198" y="103"/>
                  <a:pt x="198" y="107"/>
                  <a:pt x="198" y="112"/>
                </a:cubicBezTo>
                <a:cubicBezTo>
                  <a:pt x="198" y="117"/>
                  <a:pt x="199" y="122"/>
                  <a:pt x="199" y="128"/>
                </a:cubicBezTo>
                <a:cubicBezTo>
                  <a:pt x="199" y="187"/>
                  <a:pt x="199" y="187"/>
                  <a:pt x="199" y="187"/>
                </a:cubicBezTo>
                <a:lnTo>
                  <a:pt x="155" y="187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31" name="Freeform 133"/>
          <p:cNvSpPr>
            <a:spLocks noEditPoints="1"/>
          </p:cNvSpPr>
          <p:nvPr/>
        </p:nvSpPr>
        <p:spPr bwMode="auto">
          <a:xfrm>
            <a:off x="9565376" y="4433300"/>
            <a:ext cx="325757" cy="286667"/>
          </a:xfrm>
          <a:custGeom>
            <a:avLst/>
            <a:gdLst>
              <a:gd name="T0" fmla="*/ 116 w 228"/>
              <a:gd name="T1" fmla="*/ 6 h 199"/>
              <a:gd name="T2" fmla="*/ 101 w 228"/>
              <a:gd name="T3" fmla="*/ 8 h 199"/>
              <a:gd name="T4" fmla="*/ 109 w 228"/>
              <a:gd name="T5" fmla="*/ 18 h 199"/>
              <a:gd name="T6" fmla="*/ 112 w 228"/>
              <a:gd name="T7" fmla="*/ 27 h 199"/>
              <a:gd name="T8" fmla="*/ 112 w 228"/>
              <a:gd name="T9" fmla="*/ 57 h 199"/>
              <a:gd name="T10" fmla="*/ 109 w 228"/>
              <a:gd name="T11" fmla="*/ 65 h 199"/>
              <a:gd name="T12" fmla="*/ 101 w 228"/>
              <a:gd name="T13" fmla="*/ 76 h 199"/>
              <a:gd name="T14" fmla="*/ 86 w 228"/>
              <a:gd name="T15" fmla="*/ 89 h 199"/>
              <a:gd name="T16" fmla="*/ 91 w 228"/>
              <a:gd name="T17" fmla="*/ 102 h 199"/>
              <a:gd name="T18" fmla="*/ 101 w 228"/>
              <a:gd name="T19" fmla="*/ 111 h 199"/>
              <a:gd name="T20" fmla="*/ 111 w 228"/>
              <a:gd name="T21" fmla="*/ 120 h 199"/>
              <a:gd name="T22" fmla="*/ 117 w 228"/>
              <a:gd name="T23" fmla="*/ 127 h 199"/>
              <a:gd name="T24" fmla="*/ 122 w 228"/>
              <a:gd name="T25" fmla="*/ 137 h 199"/>
              <a:gd name="T26" fmla="*/ 122 w 228"/>
              <a:gd name="T27" fmla="*/ 157 h 199"/>
              <a:gd name="T28" fmla="*/ 120 w 228"/>
              <a:gd name="T29" fmla="*/ 168 h 199"/>
              <a:gd name="T30" fmla="*/ 111 w 228"/>
              <a:gd name="T31" fmla="*/ 181 h 199"/>
              <a:gd name="T32" fmla="*/ 101 w 228"/>
              <a:gd name="T33" fmla="*/ 189 h 199"/>
              <a:gd name="T34" fmla="*/ 93 w 228"/>
              <a:gd name="T35" fmla="*/ 192 h 199"/>
              <a:gd name="T36" fmla="*/ 59 w 228"/>
              <a:gd name="T37" fmla="*/ 199 h 199"/>
              <a:gd name="T38" fmla="*/ 25 w 228"/>
              <a:gd name="T39" fmla="*/ 193 h 199"/>
              <a:gd name="T40" fmla="*/ 15 w 228"/>
              <a:gd name="T41" fmla="*/ 188 h 199"/>
              <a:gd name="T42" fmla="*/ 0 w 228"/>
              <a:gd name="T43" fmla="*/ 154 h 199"/>
              <a:gd name="T44" fmla="*/ 3 w 228"/>
              <a:gd name="T45" fmla="*/ 143 h 199"/>
              <a:gd name="T46" fmla="*/ 11 w 228"/>
              <a:gd name="T47" fmla="*/ 132 h 199"/>
              <a:gd name="T48" fmla="*/ 68 w 228"/>
              <a:gd name="T49" fmla="*/ 113 h 199"/>
              <a:gd name="T50" fmla="*/ 61 w 228"/>
              <a:gd name="T51" fmla="*/ 104 h 199"/>
              <a:gd name="T52" fmla="*/ 35 w 228"/>
              <a:gd name="T53" fmla="*/ 87 h 199"/>
              <a:gd name="T54" fmla="*/ 23 w 228"/>
              <a:gd name="T55" fmla="*/ 80 h 199"/>
              <a:gd name="T56" fmla="*/ 15 w 228"/>
              <a:gd name="T57" fmla="*/ 69 h 199"/>
              <a:gd name="T58" fmla="*/ 14 w 228"/>
              <a:gd name="T59" fmla="*/ 34 h 199"/>
              <a:gd name="T60" fmla="*/ 18 w 228"/>
              <a:gd name="T61" fmla="*/ 25 h 199"/>
              <a:gd name="T62" fmla="*/ 29 w 228"/>
              <a:gd name="T63" fmla="*/ 13 h 199"/>
              <a:gd name="T64" fmla="*/ 36 w 228"/>
              <a:gd name="T65" fmla="*/ 9 h 199"/>
              <a:gd name="T66" fmla="*/ 43 w 228"/>
              <a:gd name="T67" fmla="*/ 6 h 199"/>
              <a:gd name="T68" fmla="*/ 58 w 228"/>
              <a:gd name="T69" fmla="*/ 1 h 199"/>
              <a:gd name="T70" fmla="*/ 41 w 228"/>
              <a:gd name="T71" fmla="*/ 130 h 199"/>
              <a:gd name="T72" fmla="*/ 30 w 228"/>
              <a:gd name="T73" fmla="*/ 139 h 199"/>
              <a:gd name="T74" fmla="*/ 24 w 228"/>
              <a:gd name="T75" fmla="*/ 147 h 199"/>
              <a:gd name="T76" fmla="*/ 24 w 228"/>
              <a:gd name="T77" fmla="*/ 164 h 199"/>
              <a:gd name="T78" fmla="*/ 31 w 228"/>
              <a:gd name="T79" fmla="*/ 175 h 199"/>
              <a:gd name="T80" fmla="*/ 41 w 228"/>
              <a:gd name="T81" fmla="*/ 181 h 199"/>
              <a:gd name="T82" fmla="*/ 49 w 228"/>
              <a:gd name="T83" fmla="*/ 184 h 199"/>
              <a:gd name="T84" fmla="*/ 72 w 228"/>
              <a:gd name="T85" fmla="*/ 184 h 199"/>
              <a:gd name="T86" fmla="*/ 82 w 228"/>
              <a:gd name="T87" fmla="*/ 181 h 199"/>
              <a:gd name="T88" fmla="*/ 89 w 228"/>
              <a:gd name="T89" fmla="*/ 178 h 199"/>
              <a:gd name="T90" fmla="*/ 98 w 228"/>
              <a:gd name="T91" fmla="*/ 171 h 199"/>
              <a:gd name="T92" fmla="*/ 103 w 228"/>
              <a:gd name="T93" fmla="*/ 164 h 199"/>
              <a:gd name="T94" fmla="*/ 103 w 228"/>
              <a:gd name="T95" fmla="*/ 144 h 199"/>
              <a:gd name="T96" fmla="*/ 97 w 228"/>
              <a:gd name="T97" fmla="*/ 135 h 199"/>
              <a:gd name="T98" fmla="*/ 89 w 228"/>
              <a:gd name="T99" fmla="*/ 130 h 199"/>
              <a:gd name="T100" fmla="*/ 81 w 228"/>
              <a:gd name="T101" fmla="*/ 126 h 199"/>
              <a:gd name="T102" fmla="*/ 53 w 228"/>
              <a:gd name="T103" fmla="*/ 126 h 199"/>
              <a:gd name="T104" fmla="*/ 42 w 228"/>
              <a:gd name="T105" fmla="*/ 18 h 199"/>
              <a:gd name="T106" fmla="*/ 38 w 228"/>
              <a:gd name="T107" fmla="*/ 54 h 199"/>
              <a:gd name="T108" fmla="*/ 42 w 228"/>
              <a:gd name="T109" fmla="*/ 63 h 199"/>
              <a:gd name="T110" fmla="*/ 50 w 228"/>
              <a:gd name="T111" fmla="*/ 73 h 199"/>
              <a:gd name="T112" fmla="*/ 60 w 228"/>
              <a:gd name="T113" fmla="*/ 79 h 199"/>
              <a:gd name="T114" fmla="*/ 87 w 228"/>
              <a:gd name="T115" fmla="*/ 63 h 199"/>
              <a:gd name="T116" fmla="*/ 87 w 228"/>
              <a:gd name="T117" fmla="*/ 40 h 199"/>
              <a:gd name="T118" fmla="*/ 84 w 228"/>
              <a:gd name="T119" fmla="*/ 31 h 199"/>
              <a:gd name="T120" fmla="*/ 79 w 228"/>
              <a:gd name="T121" fmla="*/ 23 h 199"/>
              <a:gd name="T122" fmla="*/ 49 w 228"/>
              <a:gd name="T123" fmla="*/ 12 h 199"/>
              <a:gd name="T124" fmla="*/ 214 w 228"/>
              <a:gd name="T125" fmla="*/ 39 h 1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28" h="199">
                <a:moveTo>
                  <a:pt x="123" y="1"/>
                </a:moveTo>
                <a:cubicBezTo>
                  <a:pt x="123" y="2"/>
                  <a:pt x="123" y="2"/>
                  <a:pt x="123" y="3"/>
                </a:cubicBezTo>
                <a:cubicBezTo>
                  <a:pt x="123" y="3"/>
                  <a:pt x="122" y="3"/>
                  <a:pt x="122" y="3"/>
                </a:cubicBezTo>
                <a:cubicBezTo>
                  <a:pt x="122" y="3"/>
                  <a:pt x="122" y="3"/>
                  <a:pt x="122" y="3"/>
                </a:cubicBezTo>
                <a:cubicBezTo>
                  <a:pt x="122" y="3"/>
                  <a:pt x="122" y="3"/>
                  <a:pt x="122" y="3"/>
                </a:cubicBezTo>
                <a:cubicBezTo>
                  <a:pt x="121" y="3"/>
                  <a:pt x="121" y="3"/>
                  <a:pt x="121" y="3"/>
                </a:cubicBezTo>
                <a:cubicBezTo>
                  <a:pt x="121" y="4"/>
                  <a:pt x="121" y="4"/>
                  <a:pt x="121" y="4"/>
                </a:cubicBezTo>
                <a:cubicBezTo>
                  <a:pt x="120" y="4"/>
                  <a:pt x="120" y="4"/>
                  <a:pt x="119" y="5"/>
                </a:cubicBezTo>
                <a:cubicBezTo>
                  <a:pt x="119" y="5"/>
                  <a:pt x="119" y="5"/>
                  <a:pt x="119" y="5"/>
                </a:cubicBezTo>
                <a:cubicBezTo>
                  <a:pt x="118" y="5"/>
                  <a:pt x="118" y="5"/>
                  <a:pt x="118" y="5"/>
                </a:cubicBezTo>
                <a:cubicBezTo>
                  <a:pt x="118" y="5"/>
                  <a:pt x="118" y="5"/>
                  <a:pt x="118" y="5"/>
                </a:cubicBezTo>
                <a:cubicBezTo>
                  <a:pt x="117" y="5"/>
                  <a:pt x="117" y="5"/>
                  <a:pt x="117" y="5"/>
                </a:cubicBezTo>
                <a:cubicBezTo>
                  <a:pt x="117" y="6"/>
                  <a:pt x="117" y="6"/>
                  <a:pt x="117" y="6"/>
                </a:cubicBezTo>
                <a:cubicBezTo>
                  <a:pt x="116" y="6"/>
                  <a:pt x="116" y="6"/>
                  <a:pt x="116" y="6"/>
                </a:cubicBezTo>
                <a:cubicBezTo>
                  <a:pt x="116" y="6"/>
                  <a:pt x="116" y="6"/>
                  <a:pt x="116" y="6"/>
                </a:cubicBezTo>
                <a:cubicBezTo>
                  <a:pt x="115" y="6"/>
                  <a:pt x="115" y="6"/>
                  <a:pt x="115" y="6"/>
                </a:cubicBezTo>
                <a:cubicBezTo>
                  <a:pt x="115" y="6"/>
                  <a:pt x="115" y="6"/>
                  <a:pt x="115" y="6"/>
                </a:cubicBezTo>
                <a:cubicBezTo>
                  <a:pt x="112" y="6"/>
                  <a:pt x="112" y="6"/>
                  <a:pt x="112" y="6"/>
                </a:cubicBezTo>
                <a:cubicBezTo>
                  <a:pt x="112" y="7"/>
                  <a:pt x="112" y="7"/>
                  <a:pt x="112" y="7"/>
                </a:cubicBezTo>
                <a:cubicBezTo>
                  <a:pt x="110" y="7"/>
                  <a:pt x="110" y="7"/>
                  <a:pt x="110" y="7"/>
                </a:cubicBezTo>
                <a:cubicBezTo>
                  <a:pt x="110" y="7"/>
                  <a:pt x="110" y="7"/>
                  <a:pt x="110" y="7"/>
                </a:cubicBezTo>
                <a:cubicBezTo>
                  <a:pt x="110" y="7"/>
                  <a:pt x="110" y="7"/>
                  <a:pt x="109" y="7"/>
                </a:cubicBezTo>
                <a:cubicBezTo>
                  <a:pt x="109" y="7"/>
                  <a:pt x="109" y="7"/>
                  <a:pt x="109" y="7"/>
                </a:cubicBezTo>
                <a:cubicBezTo>
                  <a:pt x="108" y="7"/>
                  <a:pt x="108" y="7"/>
                  <a:pt x="108" y="7"/>
                </a:cubicBezTo>
                <a:cubicBezTo>
                  <a:pt x="108" y="7"/>
                  <a:pt x="108" y="7"/>
                  <a:pt x="108" y="7"/>
                </a:cubicBezTo>
                <a:cubicBezTo>
                  <a:pt x="105" y="7"/>
                  <a:pt x="105" y="7"/>
                  <a:pt x="105" y="7"/>
                </a:cubicBezTo>
                <a:cubicBezTo>
                  <a:pt x="105" y="8"/>
                  <a:pt x="105" y="8"/>
                  <a:pt x="105" y="8"/>
                </a:cubicBezTo>
                <a:cubicBezTo>
                  <a:pt x="103" y="8"/>
                  <a:pt x="103" y="8"/>
                  <a:pt x="103" y="8"/>
                </a:cubicBezTo>
                <a:cubicBezTo>
                  <a:pt x="103" y="8"/>
                  <a:pt x="103" y="8"/>
                  <a:pt x="103" y="8"/>
                </a:cubicBezTo>
                <a:cubicBezTo>
                  <a:pt x="101" y="8"/>
                  <a:pt x="101" y="8"/>
                  <a:pt x="101" y="8"/>
                </a:cubicBezTo>
                <a:cubicBezTo>
                  <a:pt x="101" y="8"/>
                  <a:pt x="100" y="8"/>
                  <a:pt x="100" y="8"/>
                </a:cubicBezTo>
                <a:cubicBezTo>
                  <a:pt x="99" y="9"/>
                  <a:pt x="99" y="9"/>
                  <a:pt x="98" y="9"/>
                </a:cubicBezTo>
                <a:cubicBezTo>
                  <a:pt x="98" y="9"/>
                  <a:pt x="98" y="9"/>
                  <a:pt x="98" y="10"/>
                </a:cubicBezTo>
                <a:cubicBezTo>
                  <a:pt x="98" y="10"/>
                  <a:pt x="98" y="10"/>
                  <a:pt x="98" y="10"/>
                </a:cubicBezTo>
                <a:cubicBezTo>
                  <a:pt x="99" y="11"/>
                  <a:pt x="100" y="11"/>
                  <a:pt x="100" y="11"/>
                </a:cubicBezTo>
                <a:cubicBezTo>
                  <a:pt x="101" y="12"/>
                  <a:pt x="102" y="12"/>
                  <a:pt x="102" y="12"/>
                </a:cubicBezTo>
                <a:cubicBezTo>
                  <a:pt x="102" y="13"/>
                  <a:pt x="102" y="13"/>
                  <a:pt x="102" y="13"/>
                </a:cubicBezTo>
                <a:cubicBezTo>
                  <a:pt x="103" y="13"/>
                  <a:pt x="104" y="14"/>
                  <a:pt x="105" y="14"/>
                </a:cubicBezTo>
                <a:cubicBezTo>
                  <a:pt x="105" y="15"/>
                  <a:pt x="106" y="15"/>
                  <a:pt x="106" y="15"/>
                </a:cubicBezTo>
                <a:cubicBezTo>
                  <a:pt x="107" y="16"/>
                  <a:pt x="107" y="16"/>
                  <a:pt x="107" y="16"/>
                </a:cubicBezTo>
                <a:cubicBezTo>
                  <a:pt x="107" y="16"/>
                  <a:pt x="107" y="16"/>
                  <a:pt x="107" y="17"/>
                </a:cubicBezTo>
                <a:cubicBezTo>
                  <a:pt x="108" y="17"/>
                  <a:pt x="108" y="17"/>
                  <a:pt x="108" y="17"/>
                </a:cubicBezTo>
                <a:cubicBezTo>
                  <a:pt x="108" y="17"/>
                  <a:pt x="108" y="18"/>
                  <a:pt x="108" y="18"/>
                </a:cubicBezTo>
                <a:cubicBezTo>
                  <a:pt x="108" y="18"/>
                  <a:pt x="108" y="18"/>
                  <a:pt x="108" y="18"/>
                </a:cubicBezTo>
                <a:cubicBezTo>
                  <a:pt x="109" y="18"/>
                  <a:pt x="109" y="18"/>
                  <a:pt x="109" y="18"/>
                </a:cubicBezTo>
                <a:cubicBezTo>
                  <a:pt x="109" y="19"/>
                  <a:pt x="109" y="19"/>
                  <a:pt x="109" y="19"/>
                </a:cubicBezTo>
                <a:cubicBezTo>
                  <a:pt x="109" y="19"/>
                  <a:pt x="109" y="19"/>
                  <a:pt x="109" y="19"/>
                </a:cubicBezTo>
                <a:cubicBezTo>
                  <a:pt x="110" y="19"/>
                  <a:pt x="110" y="20"/>
                  <a:pt x="110" y="20"/>
                </a:cubicBezTo>
                <a:cubicBezTo>
                  <a:pt x="110" y="20"/>
                  <a:pt x="110" y="20"/>
                  <a:pt x="110" y="21"/>
                </a:cubicBezTo>
                <a:cubicBezTo>
                  <a:pt x="110" y="21"/>
                  <a:pt x="110" y="21"/>
                  <a:pt x="110" y="21"/>
                </a:cubicBezTo>
                <a:cubicBezTo>
                  <a:pt x="110" y="21"/>
                  <a:pt x="110" y="21"/>
                  <a:pt x="110" y="22"/>
                </a:cubicBezTo>
                <a:cubicBezTo>
                  <a:pt x="111" y="22"/>
                  <a:pt x="111" y="22"/>
                  <a:pt x="111" y="23"/>
                </a:cubicBezTo>
                <a:cubicBezTo>
                  <a:pt x="111" y="23"/>
                  <a:pt x="111" y="23"/>
                  <a:pt x="111" y="23"/>
                </a:cubicBezTo>
                <a:cubicBezTo>
                  <a:pt x="111" y="24"/>
                  <a:pt x="111" y="24"/>
                  <a:pt x="111" y="24"/>
                </a:cubicBezTo>
                <a:cubicBezTo>
                  <a:pt x="112" y="24"/>
                  <a:pt x="112" y="24"/>
                  <a:pt x="112" y="24"/>
                </a:cubicBezTo>
                <a:cubicBezTo>
                  <a:pt x="112" y="24"/>
                  <a:pt x="112" y="24"/>
                  <a:pt x="112" y="24"/>
                </a:cubicBezTo>
                <a:cubicBezTo>
                  <a:pt x="112" y="24"/>
                  <a:pt x="112" y="24"/>
                  <a:pt x="112" y="24"/>
                </a:cubicBezTo>
                <a:cubicBezTo>
                  <a:pt x="112" y="25"/>
                  <a:pt x="112" y="25"/>
                  <a:pt x="112" y="25"/>
                </a:cubicBezTo>
                <a:cubicBezTo>
                  <a:pt x="112" y="25"/>
                  <a:pt x="112" y="25"/>
                  <a:pt x="112" y="25"/>
                </a:cubicBezTo>
                <a:cubicBezTo>
                  <a:pt x="112" y="27"/>
                  <a:pt x="112" y="27"/>
                  <a:pt x="112" y="27"/>
                </a:cubicBezTo>
                <a:cubicBezTo>
                  <a:pt x="112" y="27"/>
                  <a:pt x="112" y="27"/>
                  <a:pt x="112" y="27"/>
                </a:cubicBezTo>
                <a:cubicBezTo>
                  <a:pt x="112" y="28"/>
                  <a:pt x="112" y="28"/>
                  <a:pt x="112" y="28"/>
                </a:cubicBezTo>
                <a:cubicBezTo>
                  <a:pt x="113" y="28"/>
                  <a:pt x="113" y="28"/>
                  <a:pt x="113" y="28"/>
                </a:cubicBezTo>
                <a:cubicBezTo>
                  <a:pt x="113" y="30"/>
                  <a:pt x="113" y="30"/>
                  <a:pt x="113" y="30"/>
                </a:cubicBezTo>
                <a:cubicBezTo>
                  <a:pt x="114" y="32"/>
                  <a:pt x="114" y="35"/>
                  <a:pt x="114" y="37"/>
                </a:cubicBezTo>
                <a:cubicBezTo>
                  <a:pt x="114" y="40"/>
                  <a:pt x="114" y="43"/>
                  <a:pt x="114" y="46"/>
                </a:cubicBezTo>
                <a:cubicBezTo>
                  <a:pt x="114" y="47"/>
                  <a:pt x="114" y="48"/>
                  <a:pt x="114" y="49"/>
                </a:cubicBezTo>
                <a:cubicBezTo>
                  <a:pt x="114" y="51"/>
                  <a:pt x="114" y="52"/>
                  <a:pt x="114" y="53"/>
                </a:cubicBezTo>
                <a:cubicBezTo>
                  <a:pt x="113" y="53"/>
                  <a:pt x="113" y="53"/>
                  <a:pt x="113" y="53"/>
                </a:cubicBezTo>
                <a:cubicBezTo>
                  <a:pt x="113" y="55"/>
                  <a:pt x="113" y="55"/>
                  <a:pt x="113" y="55"/>
                </a:cubicBezTo>
                <a:cubicBezTo>
                  <a:pt x="113" y="55"/>
                  <a:pt x="113" y="55"/>
                  <a:pt x="113" y="55"/>
                </a:cubicBezTo>
                <a:cubicBezTo>
                  <a:pt x="113" y="56"/>
                  <a:pt x="113" y="56"/>
                  <a:pt x="113" y="56"/>
                </a:cubicBezTo>
                <a:cubicBezTo>
                  <a:pt x="112" y="56"/>
                  <a:pt x="112" y="56"/>
                  <a:pt x="112" y="56"/>
                </a:cubicBezTo>
                <a:cubicBezTo>
                  <a:pt x="112" y="57"/>
                  <a:pt x="112" y="57"/>
                  <a:pt x="112" y="57"/>
                </a:cubicBezTo>
                <a:cubicBezTo>
                  <a:pt x="112" y="57"/>
                  <a:pt x="112" y="57"/>
                  <a:pt x="112" y="57"/>
                </a:cubicBezTo>
                <a:cubicBezTo>
                  <a:pt x="112" y="59"/>
                  <a:pt x="112" y="59"/>
                  <a:pt x="112" y="59"/>
                </a:cubicBezTo>
                <a:cubicBezTo>
                  <a:pt x="112" y="59"/>
                  <a:pt x="112" y="59"/>
                  <a:pt x="112" y="59"/>
                </a:cubicBezTo>
                <a:cubicBezTo>
                  <a:pt x="112" y="59"/>
                  <a:pt x="112" y="59"/>
                  <a:pt x="112" y="60"/>
                </a:cubicBezTo>
                <a:cubicBezTo>
                  <a:pt x="112" y="60"/>
                  <a:pt x="112" y="60"/>
                  <a:pt x="112" y="61"/>
                </a:cubicBezTo>
                <a:cubicBezTo>
                  <a:pt x="111" y="61"/>
                  <a:pt x="111" y="61"/>
                  <a:pt x="111" y="61"/>
                </a:cubicBezTo>
                <a:cubicBezTo>
                  <a:pt x="111" y="61"/>
                  <a:pt x="111" y="61"/>
                  <a:pt x="111" y="61"/>
                </a:cubicBezTo>
                <a:cubicBezTo>
                  <a:pt x="111" y="61"/>
                  <a:pt x="111" y="61"/>
                  <a:pt x="111" y="61"/>
                </a:cubicBezTo>
                <a:cubicBezTo>
                  <a:pt x="111" y="62"/>
                  <a:pt x="111" y="62"/>
                  <a:pt x="111" y="62"/>
                </a:cubicBezTo>
                <a:cubicBezTo>
                  <a:pt x="110" y="62"/>
                  <a:pt x="110" y="62"/>
                  <a:pt x="110" y="62"/>
                </a:cubicBezTo>
                <a:cubicBezTo>
                  <a:pt x="110" y="63"/>
                  <a:pt x="110" y="63"/>
                  <a:pt x="110" y="63"/>
                </a:cubicBezTo>
                <a:cubicBezTo>
                  <a:pt x="110" y="63"/>
                  <a:pt x="110" y="63"/>
                  <a:pt x="110" y="63"/>
                </a:cubicBezTo>
                <a:cubicBezTo>
                  <a:pt x="110" y="64"/>
                  <a:pt x="110" y="64"/>
                  <a:pt x="110" y="64"/>
                </a:cubicBezTo>
                <a:cubicBezTo>
                  <a:pt x="109" y="64"/>
                  <a:pt x="109" y="64"/>
                  <a:pt x="109" y="64"/>
                </a:cubicBezTo>
                <a:cubicBezTo>
                  <a:pt x="109" y="65"/>
                  <a:pt x="109" y="65"/>
                  <a:pt x="109" y="65"/>
                </a:cubicBezTo>
                <a:cubicBezTo>
                  <a:pt x="109" y="65"/>
                  <a:pt x="109" y="65"/>
                  <a:pt x="109" y="65"/>
                </a:cubicBezTo>
                <a:cubicBezTo>
                  <a:pt x="109" y="65"/>
                  <a:pt x="109" y="65"/>
                  <a:pt x="109" y="65"/>
                </a:cubicBezTo>
                <a:cubicBezTo>
                  <a:pt x="109" y="65"/>
                  <a:pt x="109" y="65"/>
                  <a:pt x="109" y="66"/>
                </a:cubicBezTo>
                <a:cubicBezTo>
                  <a:pt x="109" y="66"/>
                  <a:pt x="109" y="66"/>
                  <a:pt x="109" y="66"/>
                </a:cubicBezTo>
                <a:cubicBezTo>
                  <a:pt x="109" y="66"/>
                  <a:pt x="109" y="66"/>
                  <a:pt x="108" y="66"/>
                </a:cubicBezTo>
                <a:cubicBezTo>
                  <a:pt x="108" y="67"/>
                  <a:pt x="108" y="68"/>
                  <a:pt x="107" y="68"/>
                </a:cubicBezTo>
                <a:cubicBezTo>
                  <a:pt x="107" y="68"/>
                  <a:pt x="107" y="69"/>
                  <a:pt x="106" y="69"/>
                </a:cubicBezTo>
                <a:cubicBezTo>
                  <a:pt x="106" y="69"/>
                  <a:pt x="106" y="69"/>
                  <a:pt x="106" y="69"/>
                </a:cubicBezTo>
                <a:cubicBezTo>
                  <a:pt x="106" y="69"/>
                  <a:pt x="106" y="69"/>
                  <a:pt x="106" y="69"/>
                </a:cubicBezTo>
                <a:cubicBezTo>
                  <a:pt x="106" y="70"/>
                  <a:pt x="106" y="70"/>
                  <a:pt x="105" y="70"/>
                </a:cubicBezTo>
                <a:cubicBezTo>
                  <a:pt x="105" y="70"/>
                  <a:pt x="105" y="71"/>
                  <a:pt x="105" y="71"/>
                </a:cubicBezTo>
                <a:cubicBezTo>
                  <a:pt x="104" y="71"/>
                  <a:pt x="104" y="71"/>
                  <a:pt x="104" y="71"/>
                </a:cubicBezTo>
                <a:cubicBezTo>
                  <a:pt x="104" y="72"/>
                  <a:pt x="104" y="72"/>
                  <a:pt x="104" y="72"/>
                </a:cubicBezTo>
                <a:cubicBezTo>
                  <a:pt x="104" y="72"/>
                  <a:pt x="103" y="73"/>
                  <a:pt x="103" y="73"/>
                </a:cubicBezTo>
                <a:cubicBezTo>
                  <a:pt x="102" y="74"/>
                  <a:pt x="101" y="74"/>
                  <a:pt x="101" y="75"/>
                </a:cubicBezTo>
                <a:cubicBezTo>
                  <a:pt x="101" y="76"/>
                  <a:pt x="101" y="76"/>
                  <a:pt x="101" y="76"/>
                </a:cubicBezTo>
                <a:cubicBezTo>
                  <a:pt x="100" y="76"/>
                  <a:pt x="100" y="76"/>
                  <a:pt x="100" y="76"/>
                </a:cubicBezTo>
                <a:cubicBezTo>
                  <a:pt x="100" y="76"/>
                  <a:pt x="99" y="76"/>
                  <a:pt x="99" y="77"/>
                </a:cubicBezTo>
                <a:cubicBezTo>
                  <a:pt x="99" y="77"/>
                  <a:pt x="98" y="78"/>
                  <a:pt x="98" y="78"/>
                </a:cubicBezTo>
                <a:cubicBezTo>
                  <a:pt x="97" y="78"/>
                  <a:pt x="97" y="78"/>
                  <a:pt x="97" y="78"/>
                </a:cubicBezTo>
                <a:cubicBezTo>
                  <a:pt x="97" y="78"/>
                  <a:pt x="97" y="78"/>
                  <a:pt x="97" y="79"/>
                </a:cubicBezTo>
                <a:cubicBezTo>
                  <a:pt x="96" y="79"/>
                  <a:pt x="96" y="79"/>
                  <a:pt x="96" y="79"/>
                </a:cubicBezTo>
                <a:cubicBezTo>
                  <a:pt x="95" y="79"/>
                  <a:pt x="95" y="79"/>
                  <a:pt x="95" y="79"/>
                </a:cubicBezTo>
                <a:cubicBezTo>
                  <a:pt x="95" y="80"/>
                  <a:pt x="95" y="80"/>
                  <a:pt x="94" y="81"/>
                </a:cubicBezTo>
                <a:cubicBezTo>
                  <a:pt x="94" y="81"/>
                  <a:pt x="94" y="81"/>
                  <a:pt x="93" y="82"/>
                </a:cubicBezTo>
                <a:cubicBezTo>
                  <a:pt x="93" y="82"/>
                  <a:pt x="93" y="82"/>
                  <a:pt x="93" y="82"/>
                </a:cubicBezTo>
                <a:cubicBezTo>
                  <a:pt x="92" y="83"/>
                  <a:pt x="91" y="84"/>
                  <a:pt x="90" y="85"/>
                </a:cubicBezTo>
                <a:cubicBezTo>
                  <a:pt x="89" y="86"/>
                  <a:pt x="88" y="86"/>
                  <a:pt x="88" y="86"/>
                </a:cubicBezTo>
                <a:cubicBezTo>
                  <a:pt x="88" y="87"/>
                  <a:pt x="88" y="87"/>
                  <a:pt x="88" y="87"/>
                </a:cubicBezTo>
                <a:cubicBezTo>
                  <a:pt x="87" y="88"/>
                  <a:pt x="87" y="88"/>
                  <a:pt x="87" y="88"/>
                </a:cubicBezTo>
                <a:cubicBezTo>
                  <a:pt x="87" y="88"/>
                  <a:pt x="87" y="88"/>
                  <a:pt x="86" y="89"/>
                </a:cubicBezTo>
                <a:cubicBezTo>
                  <a:pt x="86" y="90"/>
                  <a:pt x="86" y="90"/>
                  <a:pt x="86" y="91"/>
                </a:cubicBezTo>
                <a:cubicBezTo>
                  <a:pt x="86" y="91"/>
                  <a:pt x="86" y="92"/>
                  <a:pt x="85" y="93"/>
                </a:cubicBezTo>
                <a:cubicBezTo>
                  <a:pt x="85" y="93"/>
                  <a:pt x="85" y="94"/>
                  <a:pt x="86" y="94"/>
                </a:cubicBezTo>
                <a:cubicBezTo>
                  <a:pt x="86" y="94"/>
                  <a:pt x="86" y="94"/>
                  <a:pt x="86" y="94"/>
                </a:cubicBezTo>
                <a:cubicBezTo>
                  <a:pt x="86" y="96"/>
                  <a:pt x="86" y="96"/>
                  <a:pt x="86" y="96"/>
                </a:cubicBezTo>
                <a:cubicBezTo>
                  <a:pt x="86" y="96"/>
                  <a:pt x="86" y="96"/>
                  <a:pt x="86" y="96"/>
                </a:cubicBezTo>
                <a:cubicBezTo>
                  <a:pt x="86" y="96"/>
                  <a:pt x="86" y="96"/>
                  <a:pt x="87" y="97"/>
                </a:cubicBezTo>
                <a:cubicBezTo>
                  <a:pt x="87" y="97"/>
                  <a:pt x="87" y="97"/>
                  <a:pt x="87" y="97"/>
                </a:cubicBezTo>
                <a:cubicBezTo>
                  <a:pt x="87" y="98"/>
                  <a:pt x="87" y="98"/>
                  <a:pt x="87" y="98"/>
                </a:cubicBezTo>
                <a:cubicBezTo>
                  <a:pt x="88" y="98"/>
                  <a:pt x="88" y="98"/>
                  <a:pt x="88" y="98"/>
                </a:cubicBezTo>
                <a:cubicBezTo>
                  <a:pt x="88" y="99"/>
                  <a:pt x="88" y="99"/>
                  <a:pt x="88" y="99"/>
                </a:cubicBezTo>
                <a:cubicBezTo>
                  <a:pt x="88" y="99"/>
                  <a:pt x="88" y="99"/>
                  <a:pt x="88" y="99"/>
                </a:cubicBezTo>
                <a:cubicBezTo>
                  <a:pt x="89" y="99"/>
                  <a:pt x="89" y="100"/>
                  <a:pt x="89" y="100"/>
                </a:cubicBezTo>
                <a:cubicBezTo>
                  <a:pt x="90" y="101"/>
                  <a:pt x="90" y="101"/>
                  <a:pt x="90" y="102"/>
                </a:cubicBezTo>
                <a:cubicBezTo>
                  <a:pt x="91" y="102"/>
                  <a:pt x="91" y="102"/>
                  <a:pt x="91" y="102"/>
                </a:cubicBezTo>
                <a:cubicBezTo>
                  <a:pt x="91" y="102"/>
                  <a:pt x="91" y="102"/>
                  <a:pt x="91" y="102"/>
                </a:cubicBezTo>
                <a:cubicBezTo>
                  <a:pt x="92" y="103"/>
                  <a:pt x="92" y="103"/>
                  <a:pt x="93" y="103"/>
                </a:cubicBezTo>
                <a:cubicBezTo>
                  <a:pt x="93" y="104"/>
                  <a:pt x="93" y="104"/>
                  <a:pt x="94" y="105"/>
                </a:cubicBezTo>
                <a:cubicBezTo>
                  <a:pt x="94" y="105"/>
                  <a:pt x="94" y="105"/>
                  <a:pt x="94" y="105"/>
                </a:cubicBezTo>
                <a:cubicBezTo>
                  <a:pt x="94" y="105"/>
                  <a:pt x="94" y="105"/>
                  <a:pt x="94" y="105"/>
                </a:cubicBezTo>
                <a:cubicBezTo>
                  <a:pt x="95" y="106"/>
                  <a:pt x="95" y="106"/>
                  <a:pt x="95" y="106"/>
                </a:cubicBezTo>
                <a:cubicBezTo>
                  <a:pt x="95" y="106"/>
                  <a:pt x="95" y="106"/>
                  <a:pt x="95" y="106"/>
                </a:cubicBezTo>
                <a:cubicBezTo>
                  <a:pt x="95" y="106"/>
                  <a:pt x="95" y="106"/>
                  <a:pt x="96" y="107"/>
                </a:cubicBezTo>
                <a:cubicBezTo>
                  <a:pt x="97" y="107"/>
                  <a:pt x="97" y="107"/>
                  <a:pt x="97" y="107"/>
                </a:cubicBezTo>
                <a:cubicBezTo>
                  <a:pt x="97" y="107"/>
                  <a:pt x="97" y="107"/>
                  <a:pt x="97" y="107"/>
                </a:cubicBezTo>
                <a:cubicBezTo>
                  <a:pt x="97" y="107"/>
                  <a:pt x="97" y="108"/>
                  <a:pt x="98" y="108"/>
                </a:cubicBezTo>
                <a:cubicBezTo>
                  <a:pt x="98" y="108"/>
                  <a:pt x="98" y="108"/>
                  <a:pt x="98" y="108"/>
                </a:cubicBezTo>
                <a:cubicBezTo>
                  <a:pt x="99" y="109"/>
                  <a:pt x="99" y="109"/>
                  <a:pt x="100" y="110"/>
                </a:cubicBezTo>
                <a:cubicBezTo>
                  <a:pt x="100" y="110"/>
                  <a:pt x="100" y="110"/>
                  <a:pt x="100" y="110"/>
                </a:cubicBezTo>
                <a:cubicBezTo>
                  <a:pt x="101" y="110"/>
                  <a:pt x="101" y="111"/>
                  <a:pt x="101" y="111"/>
                </a:cubicBezTo>
                <a:cubicBezTo>
                  <a:pt x="102" y="111"/>
                  <a:pt x="102" y="111"/>
                  <a:pt x="102" y="111"/>
                </a:cubicBezTo>
                <a:cubicBezTo>
                  <a:pt x="102" y="111"/>
                  <a:pt x="103" y="112"/>
                  <a:pt x="103" y="112"/>
                </a:cubicBezTo>
                <a:cubicBezTo>
                  <a:pt x="103" y="112"/>
                  <a:pt x="103" y="113"/>
                  <a:pt x="104" y="113"/>
                </a:cubicBezTo>
                <a:cubicBezTo>
                  <a:pt x="104" y="113"/>
                  <a:pt x="104" y="113"/>
                  <a:pt x="104" y="113"/>
                </a:cubicBezTo>
                <a:cubicBezTo>
                  <a:pt x="105" y="114"/>
                  <a:pt x="105" y="114"/>
                  <a:pt x="105" y="114"/>
                </a:cubicBezTo>
                <a:cubicBezTo>
                  <a:pt x="105" y="114"/>
                  <a:pt x="105" y="114"/>
                  <a:pt x="105" y="114"/>
                </a:cubicBezTo>
                <a:cubicBezTo>
                  <a:pt x="105" y="114"/>
                  <a:pt x="105" y="114"/>
                  <a:pt x="105" y="114"/>
                </a:cubicBezTo>
                <a:cubicBezTo>
                  <a:pt x="105" y="114"/>
                  <a:pt x="106" y="115"/>
                  <a:pt x="106" y="115"/>
                </a:cubicBezTo>
                <a:cubicBezTo>
                  <a:pt x="106" y="115"/>
                  <a:pt x="106" y="115"/>
                  <a:pt x="106" y="115"/>
                </a:cubicBezTo>
                <a:cubicBezTo>
                  <a:pt x="107" y="115"/>
                  <a:pt x="107" y="116"/>
                  <a:pt x="108" y="116"/>
                </a:cubicBezTo>
                <a:cubicBezTo>
                  <a:pt x="108" y="117"/>
                  <a:pt x="109" y="117"/>
                  <a:pt x="109" y="118"/>
                </a:cubicBezTo>
                <a:cubicBezTo>
                  <a:pt x="110" y="119"/>
                  <a:pt x="110" y="119"/>
                  <a:pt x="110" y="119"/>
                </a:cubicBezTo>
                <a:cubicBezTo>
                  <a:pt x="110" y="120"/>
                  <a:pt x="110" y="120"/>
                  <a:pt x="110" y="120"/>
                </a:cubicBezTo>
                <a:cubicBezTo>
                  <a:pt x="110" y="120"/>
                  <a:pt x="110" y="120"/>
                  <a:pt x="110" y="120"/>
                </a:cubicBezTo>
                <a:cubicBezTo>
                  <a:pt x="111" y="120"/>
                  <a:pt x="111" y="120"/>
                  <a:pt x="111" y="120"/>
                </a:cubicBezTo>
                <a:cubicBezTo>
                  <a:pt x="111" y="119"/>
                  <a:pt x="111" y="119"/>
                  <a:pt x="111" y="120"/>
                </a:cubicBezTo>
                <a:cubicBezTo>
                  <a:pt x="111" y="120"/>
                  <a:pt x="111" y="120"/>
                  <a:pt x="111" y="120"/>
                </a:cubicBezTo>
                <a:cubicBezTo>
                  <a:pt x="111" y="120"/>
                  <a:pt x="112" y="120"/>
                  <a:pt x="112" y="121"/>
                </a:cubicBezTo>
                <a:cubicBezTo>
                  <a:pt x="112" y="121"/>
                  <a:pt x="112" y="121"/>
                  <a:pt x="112" y="122"/>
                </a:cubicBezTo>
                <a:cubicBezTo>
                  <a:pt x="114" y="122"/>
                  <a:pt x="114" y="122"/>
                  <a:pt x="114" y="122"/>
                </a:cubicBezTo>
                <a:cubicBezTo>
                  <a:pt x="114" y="123"/>
                  <a:pt x="114" y="123"/>
                  <a:pt x="114" y="123"/>
                </a:cubicBezTo>
                <a:cubicBezTo>
                  <a:pt x="114" y="123"/>
                  <a:pt x="114" y="124"/>
                  <a:pt x="115" y="124"/>
                </a:cubicBezTo>
                <a:cubicBezTo>
                  <a:pt x="115" y="125"/>
                  <a:pt x="115" y="125"/>
                  <a:pt x="115" y="125"/>
                </a:cubicBezTo>
                <a:cubicBezTo>
                  <a:pt x="115" y="125"/>
                  <a:pt x="115" y="125"/>
                  <a:pt x="115" y="125"/>
                </a:cubicBezTo>
                <a:cubicBezTo>
                  <a:pt x="116" y="125"/>
                  <a:pt x="116" y="125"/>
                  <a:pt x="116" y="125"/>
                </a:cubicBezTo>
                <a:cubicBezTo>
                  <a:pt x="116" y="126"/>
                  <a:pt x="116" y="126"/>
                  <a:pt x="116" y="126"/>
                </a:cubicBezTo>
                <a:cubicBezTo>
                  <a:pt x="116" y="126"/>
                  <a:pt x="116" y="126"/>
                  <a:pt x="116" y="126"/>
                </a:cubicBezTo>
                <a:cubicBezTo>
                  <a:pt x="116" y="126"/>
                  <a:pt x="116" y="126"/>
                  <a:pt x="117" y="126"/>
                </a:cubicBezTo>
                <a:cubicBezTo>
                  <a:pt x="117" y="127"/>
                  <a:pt x="117" y="127"/>
                  <a:pt x="117" y="127"/>
                </a:cubicBezTo>
                <a:cubicBezTo>
                  <a:pt x="117" y="127"/>
                  <a:pt x="117" y="127"/>
                  <a:pt x="117" y="127"/>
                </a:cubicBezTo>
                <a:cubicBezTo>
                  <a:pt x="117" y="128"/>
                  <a:pt x="117" y="128"/>
                  <a:pt x="117" y="128"/>
                </a:cubicBezTo>
                <a:cubicBezTo>
                  <a:pt x="118" y="128"/>
                  <a:pt x="118" y="128"/>
                  <a:pt x="118" y="128"/>
                </a:cubicBezTo>
                <a:cubicBezTo>
                  <a:pt x="118" y="129"/>
                  <a:pt x="118" y="129"/>
                  <a:pt x="118" y="129"/>
                </a:cubicBezTo>
                <a:cubicBezTo>
                  <a:pt x="118" y="129"/>
                  <a:pt x="118" y="129"/>
                  <a:pt x="118" y="129"/>
                </a:cubicBezTo>
                <a:cubicBezTo>
                  <a:pt x="119" y="130"/>
                  <a:pt x="119" y="130"/>
                  <a:pt x="118" y="130"/>
                </a:cubicBezTo>
                <a:cubicBezTo>
                  <a:pt x="119" y="130"/>
                  <a:pt x="119" y="130"/>
                  <a:pt x="119" y="130"/>
                </a:cubicBezTo>
                <a:cubicBezTo>
                  <a:pt x="119" y="131"/>
                  <a:pt x="119" y="132"/>
                  <a:pt x="120" y="132"/>
                </a:cubicBezTo>
                <a:cubicBezTo>
                  <a:pt x="120" y="132"/>
                  <a:pt x="120" y="133"/>
                  <a:pt x="120" y="133"/>
                </a:cubicBezTo>
                <a:cubicBezTo>
                  <a:pt x="120" y="134"/>
                  <a:pt x="120" y="134"/>
                  <a:pt x="120" y="134"/>
                </a:cubicBezTo>
                <a:cubicBezTo>
                  <a:pt x="121" y="134"/>
                  <a:pt x="121" y="134"/>
                  <a:pt x="121" y="134"/>
                </a:cubicBezTo>
                <a:cubicBezTo>
                  <a:pt x="121" y="134"/>
                  <a:pt x="121" y="135"/>
                  <a:pt x="121" y="135"/>
                </a:cubicBezTo>
                <a:cubicBezTo>
                  <a:pt x="121" y="135"/>
                  <a:pt x="121" y="136"/>
                  <a:pt x="121" y="136"/>
                </a:cubicBezTo>
                <a:cubicBezTo>
                  <a:pt x="121" y="136"/>
                  <a:pt x="121" y="136"/>
                  <a:pt x="121" y="136"/>
                </a:cubicBezTo>
                <a:cubicBezTo>
                  <a:pt x="121" y="137"/>
                  <a:pt x="121" y="137"/>
                  <a:pt x="121" y="137"/>
                </a:cubicBezTo>
                <a:cubicBezTo>
                  <a:pt x="122" y="137"/>
                  <a:pt x="122" y="137"/>
                  <a:pt x="122" y="137"/>
                </a:cubicBezTo>
                <a:cubicBezTo>
                  <a:pt x="122" y="138"/>
                  <a:pt x="122" y="138"/>
                  <a:pt x="122" y="138"/>
                </a:cubicBezTo>
                <a:cubicBezTo>
                  <a:pt x="122" y="138"/>
                  <a:pt x="122" y="138"/>
                  <a:pt x="122" y="138"/>
                </a:cubicBezTo>
                <a:cubicBezTo>
                  <a:pt x="122" y="139"/>
                  <a:pt x="122" y="139"/>
                  <a:pt x="122" y="139"/>
                </a:cubicBezTo>
                <a:cubicBezTo>
                  <a:pt x="122" y="139"/>
                  <a:pt x="122" y="139"/>
                  <a:pt x="122" y="139"/>
                </a:cubicBezTo>
                <a:cubicBezTo>
                  <a:pt x="122" y="141"/>
                  <a:pt x="122" y="141"/>
                  <a:pt x="122" y="141"/>
                </a:cubicBezTo>
                <a:cubicBezTo>
                  <a:pt x="123" y="141"/>
                  <a:pt x="123" y="141"/>
                  <a:pt x="123" y="141"/>
                </a:cubicBezTo>
                <a:cubicBezTo>
                  <a:pt x="123" y="143"/>
                  <a:pt x="123" y="143"/>
                  <a:pt x="123" y="143"/>
                </a:cubicBezTo>
                <a:cubicBezTo>
                  <a:pt x="123" y="143"/>
                  <a:pt x="123" y="143"/>
                  <a:pt x="123" y="143"/>
                </a:cubicBezTo>
                <a:cubicBezTo>
                  <a:pt x="123" y="144"/>
                  <a:pt x="123" y="145"/>
                  <a:pt x="123" y="147"/>
                </a:cubicBezTo>
                <a:cubicBezTo>
                  <a:pt x="123" y="148"/>
                  <a:pt x="123" y="149"/>
                  <a:pt x="123" y="150"/>
                </a:cubicBezTo>
                <a:cubicBezTo>
                  <a:pt x="123" y="150"/>
                  <a:pt x="123" y="150"/>
                  <a:pt x="123" y="150"/>
                </a:cubicBezTo>
                <a:cubicBezTo>
                  <a:pt x="123" y="155"/>
                  <a:pt x="123" y="155"/>
                  <a:pt x="123" y="155"/>
                </a:cubicBezTo>
                <a:cubicBezTo>
                  <a:pt x="123" y="155"/>
                  <a:pt x="123" y="155"/>
                  <a:pt x="123" y="155"/>
                </a:cubicBezTo>
                <a:cubicBezTo>
                  <a:pt x="123" y="157"/>
                  <a:pt x="123" y="157"/>
                  <a:pt x="123" y="157"/>
                </a:cubicBezTo>
                <a:cubicBezTo>
                  <a:pt x="122" y="157"/>
                  <a:pt x="122" y="157"/>
                  <a:pt x="122" y="157"/>
                </a:cubicBezTo>
                <a:cubicBezTo>
                  <a:pt x="122" y="159"/>
                  <a:pt x="122" y="159"/>
                  <a:pt x="122" y="159"/>
                </a:cubicBezTo>
                <a:cubicBezTo>
                  <a:pt x="122" y="159"/>
                  <a:pt x="122" y="159"/>
                  <a:pt x="122" y="159"/>
                </a:cubicBezTo>
                <a:cubicBezTo>
                  <a:pt x="122" y="161"/>
                  <a:pt x="122" y="161"/>
                  <a:pt x="122" y="161"/>
                </a:cubicBezTo>
                <a:cubicBezTo>
                  <a:pt x="122" y="161"/>
                  <a:pt x="122" y="161"/>
                  <a:pt x="122" y="161"/>
                </a:cubicBezTo>
                <a:cubicBezTo>
                  <a:pt x="122" y="162"/>
                  <a:pt x="122" y="162"/>
                  <a:pt x="122" y="162"/>
                </a:cubicBezTo>
                <a:cubicBezTo>
                  <a:pt x="121" y="162"/>
                  <a:pt x="121" y="162"/>
                  <a:pt x="121" y="162"/>
                </a:cubicBezTo>
                <a:cubicBezTo>
                  <a:pt x="121" y="163"/>
                  <a:pt x="121" y="163"/>
                  <a:pt x="121" y="163"/>
                </a:cubicBezTo>
                <a:cubicBezTo>
                  <a:pt x="121" y="164"/>
                  <a:pt x="121" y="164"/>
                  <a:pt x="121" y="165"/>
                </a:cubicBezTo>
                <a:cubicBezTo>
                  <a:pt x="121" y="165"/>
                  <a:pt x="121" y="165"/>
                  <a:pt x="121" y="165"/>
                </a:cubicBezTo>
                <a:cubicBezTo>
                  <a:pt x="121" y="166"/>
                  <a:pt x="121" y="166"/>
                  <a:pt x="121" y="166"/>
                </a:cubicBezTo>
                <a:cubicBezTo>
                  <a:pt x="120" y="166"/>
                  <a:pt x="120" y="166"/>
                  <a:pt x="120" y="166"/>
                </a:cubicBezTo>
                <a:cubicBezTo>
                  <a:pt x="120" y="167"/>
                  <a:pt x="120" y="167"/>
                  <a:pt x="120" y="167"/>
                </a:cubicBezTo>
                <a:cubicBezTo>
                  <a:pt x="120" y="167"/>
                  <a:pt x="120" y="167"/>
                  <a:pt x="120" y="167"/>
                </a:cubicBezTo>
                <a:cubicBezTo>
                  <a:pt x="120" y="167"/>
                  <a:pt x="120" y="167"/>
                  <a:pt x="120" y="167"/>
                </a:cubicBezTo>
                <a:cubicBezTo>
                  <a:pt x="120" y="168"/>
                  <a:pt x="120" y="168"/>
                  <a:pt x="120" y="168"/>
                </a:cubicBezTo>
                <a:cubicBezTo>
                  <a:pt x="119" y="168"/>
                  <a:pt x="119" y="168"/>
                  <a:pt x="119" y="168"/>
                </a:cubicBezTo>
                <a:cubicBezTo>
                  <a:pt x="119" y="169"/>
                  <a:pt x="119" y="169"/>
                  <a:pt x="119" y="169"/>
                </a:cubicBezTo>
                <a:cubicBezTo>
                  <a:pt x="119" y="169"/>
                  <a:pt x="119" y="169"/>
                  <a:pt x="119" y="169"/>
                </a:cubicBezTo>
                <a:cubicBezTo>
                  <a:pt x="119" y="170"/>
                  <a:pt x="118" y="171"/>
                  <a:pt x="118" y="172"/>
                </a:cubicBezTo>
                <a:cubicBezTo>
                  <a:pt x="117" y="172"/>
                  <a:pt x="117" y="172"/>
                  <a:pt x="117" y="172"/>
                </a:cubicBezTo>
                <a:cubicBezTo>
                  <a:pt x="117" y="172"/>
                  <a:pt x="117" y="173"/>
                  <a:pt x="117" y="173"/>
                </a:cubicBezTo>
                <a:cubicBezTo>
                  <a:pt x="117" y="173"/>
                  <a:pt x="117" y="173"/>
                  <a:pt x="117" y="173"/>
                </a:cubicBezTo>
                <a:cubicBezTo>
                  <a:pt x="116" y="174"/>
                  <a:pt x="116" y="174"/>
                  <a:pt x="116" y="174"/>
                </a:cubicBezTo>
                <a:cubicBezTo>
                  <a:pt x="116" y="174"/>
                  <a:pt x="116" y="175"/>
                  <a:pt x="116" y="175"/>
                </a:cubicBezTo>
                <a:cubicBezTo>
                  <a:pt x="116" y="175"/>
                  <a:pt x="116" y="175"/>
                  <a:pt x="115" y="176"/>
                </a:cubicBezTo>
                <a:cubicBezTo>
                  <a:pt x="115" y="176"/>
                  <a:pt x="115" y="176"/>
                  <a:pt x="115" y="176"/>
                </a:cubicBezTo>
                <a:cubicBezTo>
                  <a:pt x="115" y="177"/>
                  <a:pt x="115" y="177"/>
                  <a:pt x="115" y="177"/>
                </a:cubicBezTo>
                <a:cubicBezTo>
                  <a:pt x="114" y="177"/>
                  <a:pt x="114" y="177"/>
                  <a:pt x="114" y="177"/>
                </a:cubicBezTo>
                <a:cubicBezTo>
                  <a:pt x="114" y="178"/>
                  <a:pt x="113" y="178"/>
                  <a:pt x="113" y="179"/>
                </a:cubicBezTo>
                <a:cubicBezTo>
                  <a:pt x="112" y="180"/>
                  <a:pt x="112" y="180"/>
                  <a:pt x="111" y="181"/>
                </a:cubicBezTo>
                <a:cubicBezTo>
                  <a:pt x="110" y="182"/>
                  <a:pt x="110" y="182"/>
                  <a:pt x="109" y="183"/>
                </a:cubicBezTo>
                <a:cubicBezTo>
                  <a:pt x="109" y="183"/>
                  <a:pt x="108" y="184"/>
                  <a:pt x="107" y="184"/>
                </a:cubicBezTo>
                <a:cubicBezTo>
                  <a:pt x="107" y="184"/>
                  <a:pt x="107" y="184"/>
                  <a:pt x="107" y="184"/>
                </a:cubicBezTo>
                <a:cubicBezTo>
                  <a:pt x="107" y="184"/>
                  <a:pt x="107" y="184"/>
                  <a:pt x="107" y="184"/>
                </a:cubicBezTo>
                <a:cubicBezTo>
                  <a:pt x="107" y="185"/>
                  <a:pt x="107" y="185"/>
                  <a:pt x="107" y="185"/>
                </a:cubicBezTo>
                <a:cubicBezTo>
                  <a:pt x="106" y="185"/>
                  <a:pt x="106" y="185"/>
                  <a:pt x="106" y="185"/>
                </a:cubicBezTo>
                <a:cubicBezTo>
                  <a:pt x="106" y="185"/>
                  <a:pt x="105" y="186"/>
                  <a:pt x="105" y="186"/>
                </a:cubicBezTo>
                <a:cubicBezTo>
                  <a:pt x="105" y="186"/>
                  <a:pt x="105" y="186"/>
                  <a:pt x="105" y="186"/>
                </a:cubicBezTo>
                <a:cubicBezTo>
                  <a:pt x="104" y="186"/>
                  <a:pt x="104" y="186"/>
                  <a:pt x="104" y="186"/>
                </a:cubicBezTo>
                <a:cubicBezTo>
                  <a:pt x="104" y="187"/>
                  <a:pt x="104" y="187"/>
                  <a:pt x="104" y="187"/>
                </a:cubicBezTo>
                <a:cubicBezTo>
                  <a:pt x="103" y="187"/>
                  <a:pt x="103" y="187"/>
                  <a:pt x="103" y="187"/>
                </a:cubicBezTo>
                <a:cubicBezTo>
                  <a:pt x="103" y="188"/>
                  <a:pt x="103" y="188"/>
                  <a:pt x="103" y="188"/>
                </a:cubicBezTo>
                <a:cubicBezTo>
                  <a:pt x="102" y="188"/>
                  <a:pt x="102" y="188"/>
                  <a:pt x="102" y="188"/>
                </a:cubicBezTo>
                <a:cubicBezTo>
                  <a:pt x="102" y="188"/>
                  <a:pt x="102" y="188"/>
                  <a:pt x="101" y="188"/>
                </a:cubicBezTo>
                <a:cubicBezTo>
                  <a:pt x="101" y="189"/>
                  <a:pt x="101" y="189"/>
                  <a:pt x="101" y="189"/>
                </a:cubicBezTo>
                <a:cubicBezTo>
                  <a:pt x="100" y="189"/>
                  <a:pt x="100" y="189"/>
                  <a:pt x="100" y="189"/>
                </a:cubicBezTo>
                <a:cubicBezTo>
                  <a:pt x="100" y="189"/>
                  <a:pt x="100" y="189"/>
                  <a:pt x="100" y="189"/>
                </a:cubicBezTo>
                <a:cubicBezTo>
                  <a:pt x="100" y="189"/>
                  <a:pt x="100" y="189"/>
                  <a:pt x="100" y="189"/>
                </a:cubicBezTo>
                <a:cubicBezTo>
                  <a:pt x="100" y="190"/>
                  <a:pt x="100" y="190"/>
                  <a:pt x="100" y="190"/>
                </a:cubicBezTo>
                <a:cubicBezTo>
                  <a:pt x="99" y="189"/>
                  <a:pt x="99" y="189"/>
                  <a:pt x="99" y="189"/>
                </a:cubicBezTo>
                <a:cubicBezTo>
                  <a:pt x="99" y="189"/>
                  <a:pt x="99" y="190"/>
                  <a:pt x="99" y="190"/>
                </a:cubicBezTo>
                <a:cubicBezTo>
                  <a:pt x="99" y="190"/>
                  <a:pt x="99" y="190"/>
                  <a:pt x="98" y="190"/>
                </a:cubicBezTo>
                <a:cubicBezTo>
                  <a:pt x="98" y="190"/>
                  <a:pt x="98" y="190"/>
                  <a:pt x="98" y="190"/>
                </a:cubicBezTo>
                <a:cubicBezTo>
                  <a:pt x="97" y="191"/>
                  <a:pt x="97" y="191"/>
                  <a:pt x="97" y="191"/>
                </a:cubicBezTo>
                <a:cubicBezTo>
                  <a:pt x="97" y="191"/>
                  <a:pt x="97" y="191"/>
                  <a:pt x="96" y="191"/>
                </a:cubicBezTo>
                <a:cubicBezTo>
                  <a:pt x="96" y="191"/>
                  <a:pt x="96" y="191"/>
                  <a:pt x="95" y="191"/>
                </a:cubicBezTo>
                <a:cubicBezTo>
                  <a:pt x="95" y="192"/>
                  <a:pt x="95" y="192"/>
                  <a:pt x="95" y="192"/>
                </a:cubicBezTo>
                <a:cubicBezTo>
                  <a:pt x="95" y="192"/>
                  <a:pt x="95" y="192"/>
                  <a:pt x="95" y="192"/>
                </a:cubicBezTo>
                <a:cubicBezTo>
                  <a:pt x="95" y="192"/>
                  <a:pt x="95" y="192"/>
                  <a:pt x="95" y="192"/>
                </a:cubicBezTo>
                <a:cubicBezTo>
                  <a:pt x="93" y="192"/>
                  <a:pt x="93" y="192"/>
                  <a:pt x="93" y="192"/>
                </a:cubicBezTo>
                <a:cubicBezTo>
                  <a:pt x="93" y="193"/>
                  <a:pt x="93" y="193"/>
                  <a:pt x="93" y="193"/>
                </a:cubicBezTo>
                <a:cubicBezTo>
                  <a:pt x="93" y="193"/>
                  <a:pt x="93" y="193"/>
                  <a:pt x="92" y="193"/>
                </a:cubicBezTo>
                <a:cubicBezTo>
                  <a:pt x="92" y="193"/>
                  <a:pt x="92" y="193"/>
                  <a:pt x="91" y="193"/>
                </a:cubicBezTo>
                <a:cubicBezTo>
                  <a:pt x="91" y="193"/>
                  <a:pt x="91" y="193"/>
                  <a:pt x="91" y="193"/>
                </a:cubicBezTo>
                <a:cubicBezTo>
                  <a:pt x="90" y="194"/>
                  <a:pt x="90" y="194"/>
                  <a:pt x="90" y="194"/>
                </a:cubicBezTo>
                <a:cubicBezTo>
                  <a:pt x="90" y="194"/>
                  <a:pt x="90" y="194"/>
                  <a:pt x="90" y="194"/>
                </a:cubicBezTo>
                <a:cubicBezTo>
                  <a:pt x="89" y="194"/>
                  <a:pt x="89" y="194"/>
                  <a:pt x="89" y="194"/>
                </a:cubicBezTo>
                <a:cubicBezTo>
                  <a:pt x="89" y="194"/>
                  <a:pt x="89" y="194"/>
                  <a:pt x="89" y="194"/>
                </a:cubicBezTo>
                <a:cubicBezTo>
                  <a:pt x="88" y="194"/>
                  <a:pt x="88" y="194"/>
                  <a:pt x="88" y="194"/>
                </a:cubicBezTo>
                <a:cubicBezTo>
                  <a:pt x="88" y="195"/>
                  <a:pt x="88" y="195"/>
                  <a:pt x="88" y="195"/>
                </a:cubicBezTo>
                <a:cubicBezTo>
                  <a:pt x="87" y="195"/>
                  <a:pt x="87" y="195"/>
                  <a:pt x="87" y="195"/>
                </a:cubicBezTo>
                <a:cubicBezTo>
                  <a:pt x="87" y="195"/>
                  <a:pt x="87" y="195"/>
                  <a:pt x="87" y="195"/>
                </a:cubicBezTo>
                <a:cubicBezTo>
                  <a:pt x="85" y="195"/>
                  <a:pt x="85" y="195"/>
                  <a:pt x="85" y="195"/>
                </a:cubicBezTo>
                <a:cubicBezTo>
                  <a:pt x="82" y="196"/>
                  <a:pt x="78" y="197"/>
                  <a:pt x="74" y="198"/>
                </a:cubicBezTo>
                <a:cubicBezTo>
                  <a:pt x="69" y="198"/>
                  <a:pt x="64" y="199"/>
                  <a:pt x="59" y="199"/>
                </a:cubicBezTo>
                <a:cubicBezTo>
                  <a:pt x="55" y="199"/>
                  <a:pt x="50" y="199"/>
                  <a:pt x="45" y="198"/>
                </a:cubicBezTo>
                <a:cubicBezTo>
                  <a:pt x="41" y="198"/>
                  <a:pt x="37" y="197"/>
                  <a:pt x="33" y="196"/>
                </a:cubicBezTo>
                <a:cubicBezTo>
                  <a:pt x="33" y="196"/>
                  <a:pt x="32" y="196"/>
                  <a:pt x="32" y="195"/>
                </a:cubicBezTo>
                <a:cubicBezTo>
                  <a:pt x="31" y="195"/>
                  <a:pt x="31" y="195"/>
                  <a:pt x="31" y="195"/>
                </a:cubicBezTo>
                <a:cubicBezTo>
                  <a:pt x="31" y="195"/>
                  <a:pt x="31" y="195"/>
                  <a:pt x="31" y="195"/>
                </a:cubicBezTo>
                <a:cubicBezTo>
                  <a:pt x="30" y="195"/>
                  <a:pt x="30" y="195"/>
                  <a:pt x="30" y="195"/>
                </a:cubicBezTo>
                <a:cubicBezTo>
                  <a:pt x="30" y="195"/>
                  <a:pt x="30" y="195"/>
                  <a:pt x="30" y="195"/>
                </a:cubicBezTo>
                <a:cubicBezTo>
                  <a:pt x="29" y="195"/>
                  <a:pt x="29" y="195"/>
                  <a:pt x="29" y="195"/>
                </a:cubicBezTo>
                <a:cubicBezTo>
                  <a:pt x="29" y="194"/>
                  <a:pt x="29" y="194"/>
                  <a:pt x="29" y="194"/>
                </a:cubicBezTo>
                <a:cubicBezTo>
                  <a:pt x="28" y="194"/>
                  <a:pt x="28" y="194"/>
                  <a:pt x="28" y="194"/>
                </a:cubicBezTo>
                <a:cubicBezTo>
                  <a:pt x="28" y="194"/>
                  <a:pt x="28" y="194"/>
                  <a:pt x="28" y="194"/>
                </a:cubicBezTo>
                <a:cubicBezTo>
                  <a:pt x="26" y="194"/>
                  <a:pt x="26" y="194"/>
                  <a:pt x="26" y="194"/>
                </a:cubicBezTo>
                <a:cubicBezTo>
                  <a:pt x="26" y="194"/>
                  <a:pt x="26" y="194"/>
                  <a:pt x="26" y="194"/>
                </a:cubicBezTo>
                <a:cubicBezTo>
                  <a:pt x="26" y="194"/>
                  <a:pt x="26" y="193"/>
                  <a:pt x="25" y="193"/>
                </a:cubicBezTo>
                <a:cubicBezTo>
                  <a:pt x="25" y="193"/>
                  <a:pt x="25" y="193"/>
                  <a:pt x="25" y="193"/>
                </a:cubicBezTo>
                <a:cubicBezTo>
                  <a:pt x="25" y="193"/>
                  <a:pt x="24" y="193"/>
                  <a:pt x="23" y="192"/>
                </a:cubicBezTo>
                <a:cubicBezTo>
                  <a:pt x="23" y="192"/>
                  <a:pt x="22" y="192"/>
                  <a:pt x="22" y="192"/>
                </a:cubicBezTo>
                <a:cubicBezTo>
                  <a:pt x="22" y="192"/>
                  <a:pt x="21" y="191"/>
                  <a:pt x="21" y="191"/>
                </a:cubicBezTo>
                <a:cubicBezTo>
                  <a:pt x="21" y="191"/>
                  <a:pt x="20" y="191"/>
                  <a:pt x="20" y="191"/>
                </a:cubicBezTo>
                <a:cubicBezTo>
                  <a:pt x="20" y="191"/>
                  <a:pt x="20" y="191"/>
                  <a:pt x="20" y="191"/>
                </a:cubicBezTo>
                <a:cubicBezTo>
                  <a:pt x="20" y="190"/>
                  <a:pt x="19" y="190"/>
                  <a:pt x="19" y="190"/>
                </a:cubicBezTo>
                <a:cubicBezTo>
                  <a:pt x="18" y="190"/>
                  <a:pt x="18" y="190"/>
                  <a:pt x="18" y="190"/>
                </a:cubicBezTo>
                <a:cubicBezTo>
                  <a:pt x="18" y="190"/>
                  <a:pt x="18" y="190"/>
                  <a:pt x="18" y="190"/>
                </a:cubicBezTo>
                <a:cubicBezTo>
                  <a:pt x="18" y="190"/>
                  <a:pt x="18" y="189"/>
                  <a:pt x="18" y="189"/>
                </a:cubicBezTo>
                <a:cubicBezTo>
                  <a:pt x="17" y="189"/>
                  <a:pt x="17" y="189"/>
                  <a:pt x="17" y="189"/>
                </a:cubicBezTo>
                <a:cubicBezTo>
                  <a:pt x="17" y="189"/>
                  <a:pt x="17" y="189"/>
                  <a:pt x="17" y="189"/>
                </a:cubicBezTo>
                <a:cubicBezTo>
                  <a:pt x="16" y="189"/>
                  <a:pt x="16" y="189"/>
                  <a:pt x="16" y="189"/>
                </a:cubicBezTo>
                <a:cubicBezTo>
                  <a:pt x="16" y="189"/>
                  <a:pt x="16" y="188"/>
                  <a:pt x="16" y="188"/>
                </a:cubicBezTo>
                <a:cubicBezTo>
                  <a:pt x="15" y="188"/>
                  <a:pt x="15" y="188"/>
                  <a:pt x="15" y="188"/>
                </a:cubicBezTo>
                <a:cubicBezTo>
                  <a:pt x="15" y="188"/>
                  <a:pt x="15" y="188"/>
                  <a:pt x="15" y="188"/>
                </a:cubicBezTo>
                <a:cubicBezTo>
                  <a:pt x="14" y="188"/>
                  <a:pt x="14" y="188"/>
                  <a:pt x="14" y="188"/>
                </a:cubicBezTo>
                <a:cubicBezTo>
                  <a:pt x="14" y="187"/>
                  <a:pt x="13" y="186"/>
                  <a:pt x="13" y="186"/>
                </a:cubicBezTo>
                <a:cubicBezTo>
                  <a:pt x="13" y="186"/>
                  <a:pt x="13" y="186"/>
                  <a:pt x="13" y="186"/>
                </a:cubicBezTo>
                <a:cubicBezTo>
                  <a:pt x="12" y="186"/>
                  <a:pt x="12" y="185"/>
                  <a:pt x="12" y="185"/>
                </a:cubicBezTo>
                <a:cubicBezTo>
                  <a:pt x="11" y="185"/>
                  <a:pt x="11" y="184"/>
                  <a:pt x="10" y="184"/>
                </a:cubicBezTo>
                <a:cubicBezTo>
                  <a:pt x="10" y="183"/>
                  <a:pt x="9" y="183"/>
                  <a:pt x="9" y="182"/>
                </a:cubicBezTo>
                <a:cubicBezTo>
                  <a:pt x="8" y="182"/>
                  <a:pt x="8" y="181"/>
                  <a:pt x="7" y="180"/>
                </a:cubicBezTo>
                <a:cubicBezTo>
                  <a:pt x="7" y="180"/>
                  <a:pt x="7" y="180"/>
                  <a:pt x="7" y="180"/>
                </a:cubicBezTo>
                <a:cubicBezTo>
                  <a:pt x="6" y="179"/>
                  <a:pt x="5" y="178"/>
                  <a:pt x="5" y="177"/>
                </a:cubicBezTo>
                <a:cubicBezTo>
                  <a:pt x="4" y="175"/>
                  <a:pt x="3" y="174"/>
                  <a:pt x="3" y="173"/>
                </a:cubicBezTo>
                <a:cubicBezTo>
                  <a:pt x="3" y="172"/>
                  <a:pt x="3" y="172"/>
                  <a:pt x="3" y="172"/>
                </a:cubicBezTo>
                <a:cubicBezTo>
                  <a:pt x="2" y="170"/>
                  <a:pt x="1" y="168"/>
                  <a:pt x="1" y="166"/>
                </a:cubicBezTo>
                <a:cubicBezTo>
                  <a:pt x="0" y="164"/>
                  <a:pt x="0" y="162"/>
                  <a:pt x="0" y="159"/>
                </a:cubicBezTo>
                <a:cubicBezTo>
                  <a:pt x="0" y="154"/>
                  <a:pt x="0" y="154"/>
                  <a:pt x="0" y="154"/>
                </a:cubicBezTo>
                <a:cubicBezTo>
                  <a:pt x="0" y="154"/>
                  <a:pt x="0" y="154"/>
                  <a:pt x="0" y="154"/>
                </a:cubicBezTo>
                <a:cubicBezTo>
                  <a:pt x="0" y="151"/>
                  <a:pt x="0" y="151"/>
                  <a:pt x="0" y="151"/>
                </a:cubicBezTo>
                <a:cubicBezTo>
                  <a:pt x="1" y="151"/>
                  <a:pt x="1" y="151"/>
                  <a:pt x="1" y="151"/>
                </a:cubicBezTo>
                <a:cubicBezTo>
                  <a:pt x="1" y="150"/>
                  <a:pt x="1" y="150"/>
                  <a:pt x="1" y="150"/>
                </a:cubicBezTo>
                <a:cubicBezTo>
                  <a:pt x="1" y="150"/>
                  <a:pt x="1" y="150"/>
                  <a:pt x="1" y="150"/>
                </a:cubicBezTo>
                <a:cubicBezTo>
                  <a:pt x="1" y="148"/>
                  <a:pt x="1" y="148"/>
                  <a:pt x="1" y="148"/>
                </a:cubicBezTo>
                <a:cubicBezTo>
                  <a:pt x="1" y="148"/>
                  <a:pt x="1" y="148"/>
                  <a:pt x="1" y="148"/>
                </a:cubicBezTo>
                <a:cubicBezTo>
                  <a:pt x="1" y="147"/>
                  <a:pt x="1" y="147"/>
                  <a:pt x="1" y="147"/>
                </a:cubicBezTo>
                <a:cubicBezTo>
                  <a:pt x="2" y="147"/>
                  <a:pt x="2" y="147"/>
                  <a:pt x="2" y="147"/>
                </a:cubicBezTo>
                <a:cubicBezTo>
                  <a:pt x="2" y="146"/>
                  <a:pt x="2" y="146"/>
                  <a:pt x="2" y="146"/>
                </a:cubicBezTo>
                <a:cubicBezTo>
                  <a:pt x="2" y="146"/>
                  <a:pt x="2" y="145"/>
                  <a:pt x="2" y="145"/>
                </a:cubicBezTo>
                <a:cubicBezTo>
                  <a:pt x="2" y="145"/>
                  <a:pt x="2" y="145"/>
                  <a:pt x="2" y="145"/>
                </a:cubicBezTo>
                <a:cubicBezTo>
                  <a:pt x="2" y="145"/>
                  <a:pt x="2" y="144"/>
                  <a:pt x="3" y="143"/>
                </a:cubicBezTo>
                <a:cubicBezTo>
                  <a:pt x="3" y="143"/>
                  <a:pt x="3" y="143"/>
                  <a:pt x="3" y="143"/>
                </a:cubicBezTo>
                <a:cubicBezTo>
                  <a:pt x="3" y="143"/>
                  <a:pt x="3" y="143"/>
                  <a:pt x="3" y="143"/>
                </a:cubicBezTo>
                <a:cubicBezTo>
                  <a:pt x="3" y="143"/>
                  <a:pt x="3" y="143"/>
                  <a:pt x="3" y="143"/>
                </a:cubicBezTo>
                <a:cubicBezTo>
                  <a:pt x="3" y="142"/>
                  <a:pt x="3" y="142"/>
                  <a:pt x="3" y="142"/>
                </a:cubicBezTo>
                <a:cubicBezTo>
                  <a:pt x="3" y="142"/>
                  <a:pt x="4" y="142"/>
                  <a:pt x="4" y="141"/>
                </a:cubicBezTo>
                <a:cubicBezTo>
                  <a:pt x="4" y="141"/>
                  <a:pt x="4" y="140"/>
                  <a:pt x="5" y="139"/>
                </a:cubicBezTo>
                <a:cubicBezTo>
                  <a:pt x="5" y="139"/>
                  <a:pt x="5" y="139"/>
                  <a:pt x="5" y="139"/>
                </a:cubicBezTo>
                <a:cubicBezTo>
                  <a:pt x="5" y="138"/>
                  <a:pt x="5" y="138"/>
                  <a:pt x="5" y="138"/>
                </a:cubicBezTo>
                <a:cubicBezTo>
                  <a:pt x="6" y="138"/>
                  <a:pt x="6" y="138"/>
                  <a:pt x="6" y="138"/>
                </a:cubicBezTo>
                <a:cubicBezTo>
                  <a:pt x="6" y="138"/>
                  <a:pt x="6" y="138"/>
                  <a:pt x="6" y="138"/>
                </a:cubicBezTo>
                <a:cubicBezTo>
                  <a:pt x="6" y="137"/>
                  <a:pt x="6" y="137"/>
                  <a:pt x="6" y="137"/>
                </a:cubicBezTo>
                <a:cubicBezTo>
                  <a:pt x="7" y="137"/>
                  <a:pt x="7" y="137"/>
                  <a:pt x="7" y="136"/>
                </a:cubicBezTo>
                <a:cubicBezTo>
                  <a:pt x="7" y="136"/>
                  <a:pt x="8" y="136"/>
                  <a:pt x="8" y="136"/>
                </a:cubicBezTo>
                <a:cubicBezTo>
                  <a:pt x="8" y="135"/>
                  <a:pt x="8" y="135"/>
                  <a:pt x="8" y="135"/>
                </a:cubicBezTo>
                <a:cubicBezTo>
                  <a:pt x="8" y="135"/>
                  <a:pt x="8" y="135"/>
                  <a:pt x="8" y="135"/>
                </a:cubicBezTo>
                <a:cubicBezTo>
                  <a:pt x="8" y="135"/>
                  <a:pt x="9" y="135"/>
                  <a:pt x="9" y="135"/>
                </a:cubicBezTo>
                <a:cubicBezTo>
                  <a:pt x="9" y="134"/>
                  <a:pt x="9" y="134"/>
                  <a:pt x="10" y="133"/>
                </a:cubicBezTo>
                <a:cubicBezTo>
                  <a:pt x="10" y="133"/>
                  <a:pt x="10" y="133"/>
                  <a:pt x="11" y="132"/>
                </a:cubicBezTo>
                <a:cubicBezTo>
                  <a:pt x="11" y="132"/>
                  <a:pt x="11" y="132"/>
                  <a:pt x="11" y="132"/>
                </a:cubicBezTo>
                <a:cubicBezTo>
                  <a:pt x="12" y="132"/>
                  <a:pt x="12" y="131"/>
                  <a:pt x="12" y="131"/>
                </a:cubicBezTo>
                <a:cubicBezTo>
                  <a:pt x="13" y="131"/>
                  <a:pt x="13" y="131"/>
                  <a:pt x="13" y="130"/>
                </a:cubicBezTo>
                <a:cubicBezTo>
                  <a:pt x="14" y="130"/>
                  <a:pt x="14" y="130"/>
                  <a:pt x="14" y="130"/>
                </a:cubicBezTo>
                <a:cubicBezTo>
                  <a:pt x="14" y="130"/>
                  <a:pt x="14" y="130"/>
                  <a:pt x="14" y="130"/>
                </a:cubicBezTo>
                <a:cubicBezTo>
                  <a:pt x="14" y="129"/>
                  <a:pt x="14" y="129"/>
                  <a:pt x="15" y="129"/>
                </a:cubicBezTo>
                <a:cubicBezTo>
                  <a:pt x="16" y="129"/>
                  <a:pt x="16" y="129"/>
                  <a:pt x="16" y="129"/>
                </a:cubicBezTo>
                <a:cubicBezTo>
                  <a:pt x="16" y="128"/>
                  <a:pt x="16" y="128"/>
                  <a:pt x="16" y="128"/>
                </a:cubicBezTo>
                <a:cubicBezTo>
                  <a:pt x="16" y="128"/>
                  <a:pt x="16" y="128"/>
                  <a:pt x="17" y="128"/>
                </a:cubicBezTo>
                <a:cubicBezTo>
                  <a:pt x="17" y="128"/>
                  <a:pt x="17" y="128"/>
                  <a:pt x="17" y="127"/>
                </a:cubicBezTo>
                <a:cubicBezTo>
                  <a:pt x="18" y="127"/>
                  <a:pt x="18" y="127"/>
                  <a:pt x="18" y="127"/>
                </a:cubicBezTo>
                <a:cubicBezTo>
                  <a:pt x="18" y="127"/>
                  <a:pt x="18" y="127"/>
                  <a:pt x="19" y="127"/>
                </a:cubicBezTo>
                <a:cubicBezTo>
                  <a:pt x="25" y="123"/>
                  <a:pt x="32" y="120"/>
                  <a:pt x="40" y="119"/>
                </a:cubicBezTo>
                <a:cubicBezTo>
                  <a:pt x="49" y="117"/>
                  <a:pt x="58" y="117"/>
                  <a:pt x="68" y="116"/>
                </a:cubicBezTo>
                <a:cubicBezTo>
                  <a:pt x="68" y="115"/>
                  <a:pt x="68" y="114"/>
                  <a:pt x="68" y="113"/>
                </a:cubicBezTo>
                <a:cubicBezTo>
                  <a:pt x="67" y="111"/>
                  <a:pt x="67" y="110"/>
                  <a:pt x="66" y="110"/>
                </a:cubicBezTo>
                <a:cubicBezTo>
                  <a:pt x="66" y="109"/>
                  <a:pt x="66" y="109"/>
                  <a:pt x="65" y="109"/>
                </a:cubicBezTo>
                <a:cubicBezTo>
                  <a:pt x="65" y="109"/>
                  <a:pt x="65" y="109"/>
                  <a:pt x="65" y="109"/>
                </a:cubicBezTo>
                <a:cubicBezTo>
                  <a:pt x="64" y="108"/>
                  <a:pt x="64" y="108"/>
                  <a:pt x="64" y="108"/>
                </a:cubicBezTo>
                <a:cubicBezTo>
                  <a:pt x="63" y="108"/>
                  <a:pt x="63" y="108"/>
                  <a:pt x="63" y="108"/>
                </a:cubicBezTo>
                <a:cubicBezTo>
                  <a:pt x="63" y="107"/>
                  <a:pt x="63" y="107"/>
                  <a:pt x="63" y="107"/>
                </a:cubicBezTo>
                <a:cubicBezTo>
                  <a:pt x="63" y="107"/>
                  <a:pt x="63" y="107"/>
                  <a:pt x="63" y="107"/>
                </a:cubicBezTo>
                <a:cubicBezTo>
                  <a:pt x="63" y="107"/>
                  <a:pt x="62" y="107"/>
                  <a:pt x="62" y="107"/>
                </a:cubicBezTo>
                <a:cubicBezTo>
                  <a:pt x="62" y="106"/>
                  <a:pt x="62" y="106"/>
                  <a:pt x="62" y="106"/>
                </a:cubicBezTo>
                <a:cubicBezTo>
                  <a:pt x="62" y="106"/>
                  <a:pt x="62" y="106"/>
                  <a:pt x="62" y="106"/>
                </a:cubicBezTo>
                <a:cubicBezTo>
                  <a:pt x="62" y="106"/>
                  <a:pt x="61" y="105"/>
                  <a:pt x="61" y="105"/>
                </a:cubicBezTo>
                <a:cubicBezTo>
                  <a:pt x="61" y="105"/>
                  <a:pt x="61" y="105"/>
                  <a:pt x="61" y="105"/>
                </a:cubicBezTo>
                <a:cubicBezTo>
                  <a:pt x="61" y="105"/>
                  <a:pt x="61" y="105"/>
                  <a:pt x="61" y="105"/>
                </a:cubicBezTo>
                <a:cubicBezTo>
                  <a:pt x="61" y="104"/>
                  <a:pt x="61" y="104"/>
                  <a:pt x="61" y="104"/>
                </a:cubicBezTo>
                <a:cubicBezTo>
                  <a:pt x="61" y="104"/>
                  <a:pt x="61" y="104"/>
                  <a:pt x="61" y="104"/>
                </a:cubicBezTo>
                <a:cubicBezTo>
                  <a:pt x="61" y="91"/>
                  <a:pt x="61" y="91"/>
                  <a:pt x="61" y="91"/>
                </a:cubicBezTo>
                <a:cubicBezTo>
                  <a:pt x="58" y="91"/>
                  <a:pt x="56" y="91"/>
                  <a:pt x="53" y="91"/>
                </a:cubicBezTo>
                <a:cubicBezTo>
                  <a:pt x="51" y="91"/>
                  <a:pt x="49" y="91"/>
                  <a:pt x="47" y="91"/>
                </a:cubicBezTo>
                <a:cubicBezTo>
                  <a:pt x="46" y="90"/>
                  <a:pt x="45" y="90"/>
                  <a:pt x="45" y="90"/>
                </a:cubicBezTo>
                <a:cubicBezTo>
                  <a:pt x="44" y="90"/>
                  <a:pt x="44" y="90"/>
                  <a:pt x="43" y="90"/>
                </a:cubicBezTo>
                <a:cubicBezTo>
                  <a:pt x="43" y="90"/>
                  <a:pt x="43" y="90"/>
                  <a:pt x="43" y="90"/>
                </a:cubicBezTo>
                <a:cubicBezTo>
                  <a:pt x="42" y="90"/>
                  <a:pt x="42" y="90"/>
                  <a:pt x="42" y="90"/>
                </a:cubicBezTo>
                <a:cubicBezTo>
                  <a:pt x="42" y="90"/>
                  <a:pt x="42" y="90"/>
                  <a:pt x="42" y="90"/>
                </a:cubicBezTo>
                <a:cubicBezTo>
                  <a:pt x="38" y="89"/>
                  <a:pt x="38" y="89"/>
                  <a:pt x="38" y="89"/>
                </a:cubicBezTo>
                <a:cubicBezTo>
                  <a:pt x="38" y="89"/>
                  <a:pt x="38" y="89"/>
                  <a:pt x="38" y="89"/>
                </a:cubicBezTo>
                <a:cubicBezTo>
                  <a:pt x="37" y="89"/>
                  <a:pt x="37" y="89"/>
                  <a:pt x="37" y="89"/>
                </a:cubicBezTo>
                <a:cubicBezTo>
                  <a:pt x="37" y="88"/>
                  <a:pt x="37" y="88"/>
                  <a:pt x="37" y="88"/>
                </a:cubicBezTo>
                <a:cubicBezTo>
                  <a:pt x="37" y="88"/>
                  <a:pt x="36" y="88"/>
                  <a:pt x="36" y="88"/>
                </a:cubicBezTo>
                <a:cubicBezTo>
                  <a:pt x="36" y="88"/>
                  <a:pt x="35" y="88"/>
                  <a:pt x="35" y="88"/>
                </a:cubicBezTo>
                <a:cubicBezTo>
                  <a:pt x="35" y="87"/>
                  <a:pt x="35" y="87"/>
                  <a:pt x="35" y="87"/>
                </a:cubicBezTo>
                <a:cubicBezTo>
                  <a:pt x="35" y="87"/>
                  <a:pt x="34" y="87"/>
                  <a:pt x="34" y="87"/>
                </a:cubicBezTo>
                <a:cubicBezTo>
                  <a:pt x="34" y="87"/>
                  <a:pt x="34" y="87"/>
                  <a:pt x="34" y="87"/>
                </a:cubicBezTo>
                <a:cubicBezTo>
                  <a:pt x="33" y="87"/>
                  <a:pt x="33" y="87"/>
                  <a:pt x="33" y="87"/>
                </a:cubicBezTo>
                <a:cubicBezTo>
                  <a:pt x="33" y="86"/>
                  <a:pt x="33" y="86"/>
                  <a:pt x="33" y="86"/>
                </a:cubicBezTo>
                <a:cubicBezTo>
                  <a:pt x="32" y="86"/>
                  <a:pt x="32" y="86"/>
                  <a:pt x="31" y="86"/>
                </a:cubicBezTo>
                <a:cubicBezTo>
                  <a:pt x="31" y="86"/>
                  <a:pt x="31" y="86"/>
                  <a:pt x="31" y="86"/>
                </a:cubicBezTo>
                <a:cubicBezTo>
                  <a:pt x="30" y="85"/>
                  <a:pt x="30" y="85"/>
                  <a:pt x="30" y="85"/>
                </a:cubicBezTo>
                <a:cubicBezTo>
                  <a:pt x="30" y="85"/>
                  <a:pt x="30" y="85"/>
                  <a:pt x="30" y="85"/>
                </a:cubicBezTo>
                <a:cubicBezTo>
                  <a:pt x="30" y="85"/>
                  <a:pt x="29" y="85"/>
                  <a:pt x="29" y="85"/>
                </a:cubicBezTo>
                <a:cubicBezTo>
                  <a:pt x="29" y="84"/>
                  <a:pt x="29" y="84"/>
                  <a:pt x="29" y="84"/>
                </a:cubicBezTo>
                <a:cubicBezTo>
                  <a:pt x="28" y="84"/>
                  <a:pt x="28" y="84"/>
                  <a:pt x="28" y="84"/>
                </a:cubicBezTo>
                <a:cubicBezTo>
                  <a:pt x="28" y="84"/>
                  <a:pt x="27" y="84"/>
                  <a:pt x="27" y="84"/>
                </a:cubicBezTo>
                <a:cubicBezTo>
                  <a:pt x="27" y="84"/>
                  <a:pt x="27" y="83"/>
                  <a:pt x="26" y="83"/>
                </a:cubicBezTo>
                <a:cubicBezTo>
                  <a:pt x="26" y="82"/>
                  <a:pt x="25" y="82"/>
                  <a:pt x="25" y="81"/>
                </a:cubicBezTo>
                <a:cubicBezTo>
                  <a:pt x="24" y="81"/>
                  <a:pt x="23" y="80"/>
                  <a:pt x="23" y="80"/>
                </a:cubicBezTo>
                <a:cubicBezTo>
                  <a:pt x="22" y="79"/>
                  <a:pt x="21" y="78"/>
                  <a:pt x="21" y="78"/>
                </a:cubicBezTo>
                <a:cubicBezTo>
                  <a:pt x="20" y="77"/>
                  <a:pt x="20" y="77"/>
                  <a:pt x="20" y="76"/>
                </a:cubicBezTo>
                <a:cubicBezTo>
                  <a:pt x="19" y="76"/>
                  <a:pt x="19" y="76"/>
                  <a:pt x="19" y="76"/>
                </a:cubicBezTo>
                <a:cubicBezTo>
                  <a:pt x="19" y="75"/>
                  <a:pt x="19" y="75"/>
                  <a:pt x="19" y="75"/>
                </a:cubicBezTo>
                <a:cubicBezTo>
                  <a:pt x="18" y="75"/>
                  <a:pt x="18" y="75"/>
                  <a:pt x="18" y="75"/>
                </a:cubicBezTo>
                <a:cubicBezTo>
                  <a:pt x="18" y="74"/>
                  <a:pt x="18" y="74"/>
                  <a:pt x="18" y="74"/>
                </a:cubicBezTo>
                <a:cubicBezTo>
                  <a:pt x="18" y="74"/>
                  <a:pt x="18" y="74"/>
                  <a:pt x="18" y="74"/>
                </a:cubicBezTo>
                <a:cubicBezTo>
                  <a:pt x="18" y="74"/>
                  <a:pt x="18" y="73"/>
                  <a:pt x="17" y="73"/>
                </a:cubicBezTo>
                <a:cubicBezTo>
                  <a:pt x="17" y="73"/>
                  <a:pt x="17" y="73"/>
                  <a:pt x="17" y="72"/>
                </a:cubicBezTo>
                <a:cubicBezTo>
                  <a:pt x="17" y="72"/>
                  <a:pt x="17" y="72"/>
                  <a:pt x="17" y="72"/>
                </a:cubicBezTo>
                <a:cubicBezTo>
                  <a:pt x="17" y="72"/>
                  <a:pt x="16" y="72"/>
                  <a:pt x="16" y="71"/>
                </a:cubicBezTo>
                <a:cubicBezTo>
                  <a:pt x="16" y="71"/>
                  <a:pt x="16" y="71"/>
                  <a:pt x="16" y="71"/>
                </a:cubicBezTo>
                <a:cubicBezTo>
                  <a:pt x="16" y="71"/>
                  <a:pt x="16" y="71"/>
                  <a:pt x="16" y="71"/>
                </a:cubicBezTo>
                <a:cubicBezTo>
                  <a:pt x="16" y="70"/>
                  <a:pt x="16" y="70"/>
                  <a:pt x="16" y="69"/>
                </a:cubicBezTo>
                <a:cubicBezTo>
                  <a:pt x="15" y="69"/>
                  <a:pt x="15" y="69"/>
                  <a:pt x="15" y="69"/>
                </a:cubicBezTo>
                <a:cubicBezTo>
                  <a:pt x="15" y="68"/>
                  <a:pt x="15" y="68"/>
                  <a:pt x="15" y="68"/>
                </a:cubicBezTo>
                <a:cubicBezTo>
                  <a:pt x="15" y="68"/>
                  <a:pt x="15" y="68"/>
                  <a:pt x="15" y="68"/>
                </a:cubicBezTo>
                <a:cubicBezTo>
                  <a:pt x="15" y="68"/>
                  <a:pt x="15" y="68"/>
                  <a:pt x="15" y="68"/>
                </a:cubicBezTo>
                <a:cubicBezTo>
                  <a:pt x="15" y="68"/>
                  <a:pt x="15" y="68"/>
                  <a:pt x="15" y="68"/>
                </a:cubicBezTo>
                <a:cubicBezTo>
                  <a:pt x="15" y="67"/>
                  <a:pt x="15" y="67"/>
                  <a:pt x="15" y="67"/>
                </a:cubicBezTo>
                <a:cubicBezTo>
                  <a:pt x="14" y="67"/>
                  <a:pt x="14" y="67"/>
                  <a:pt x="14" y="67"/>
                </a:cubicBezTo>
                <a:cubicBezTo>
                  <a:pt x="14" y="66"/>
                  <a:pt x="14" y="66"/>
                  <a:pt x="14" y="66"/>
                </a:cubicBezTo>
                <a:cubicBezTo>
                  <a:pt x="14" y="66"/>
                  <a:pt x="14" y="66"/>
                  <a:pt x="14" y="66"/>
                </a:cubicBezTo>
                <a:cubicBezTo>
                  <a:pt x="14" y="65"/>
                  <a:pt x="14" y="65"/>
                  <a:pt x="14" y="65"/>
                </a:cubicBezTo>
                <a:cubicBezTo>
                  <a:pt x="13" y="63"/>
                  <a:pt x="13" y="60"/>
                  <a:pt x="12" y="58"/>
                </a:cubicBezTo>
                <a:cubicBezTo>
                  <a:pt x="12" y="55"/>
                  <a:pt x="12" y="53"/>
                  <a:pt x="12" y="50"/>
                </a:cubicBezTo>
                <a:cubicBezTo>
                  <a:pt x="12" y="48"/>
                  <a:pt x="12" y="45"/>
                  <a:pt x="12" y="42"/>
                </a:cubicBezTo>
                <a:cubicBezTo>
                  <a:pt x="12" y="40"/>
                  <a:pt x="13" y="38"/>
                  <a:pt x="14" y="36"/>
                </a:cubicBezTo>
                <a:cubicBezTo>
                  <a:pt x="14" y="34"/>
                  <a:pt x="14" y="34"/>
                  <a:pt x="14" y="34"/>
                </a:cubicBezTo>
                <a:cubicBezTo>
                  <a:pt x="14" y="34"/>
                  <a:pt x="14" y="34"/>
                  <a:pt x="14" y="34"/>
                </a:cubicBezTo>
                <a:cubicBezTo>
                  <a:pt x="14" y="34"/>
                  <a:pt x="14" y="34"/>
                  <a:pt x="14" y="33"/>
                </a:cubicBezTo>
                <a:cubicBezTo>
                  <a:pt x="14" y="33"/>
                  <a:pt x="14" y="33"/>
                  <a:pt x="14" y="32"/>
                </a:cubicBezTo>
                <a:cubicBezTo>
                  <a:pt x="15" y="32"/>
                  <a:pt x="15" y="32"/>
                  <a:pt x="15" y="32"/>
                </a:cubicBezTo>
                <a:cubicBezTo>
                  <a:pt x="15" y="32"/>
                  <a:pt x="15" y="31"/>
                  <a:pt x="15" y="30"/>
                </a:cubicBezTo>
                <a:cubicBezTo>
                  <a:pt x="15" y="30"/>
                  <a:pt x="15" y="30"/>
                  <a:pt x="15" y="30"/>
                </a:cubicBezTo>
                <a:cubicBezTo>
                  <a:pt x="15" y="30"/>
                  <a:pt x="15" y="30"/>
                  <a:pt x="16" y="29"/>
                </a:cubicBezTo>
                <a:cubicBezTo>
                  <a:pt x="16" y="29"/>
                  <a:pt x="16" y="29"/>
                  <a:pt x="16" y="29"/>
                </a:cubicBezTo>
                <a:cubicBezTo>
                  <a:pt x="16" y="29"/>
                  <a:pt x="16" y="28"/>
                  <a:pt x="16" y="27"/>
                </a:cubicBezTo>
                <a:cubicBezTo>
                  <a:pt x="16" y="27"/>
                  <a:pt x="17" y="27"/>
                  <a:pt x="17" y="27"/>
                </a:cubicBezTo>
                <a:cubicBezTo>
                  <a:pt x="17" y="27"/>
                  <a:pt x="18" y="27"/>
                  <a:pt x="18" y="27"/>
                </a:cubicBezTo>
                <a:cubicBezTo>
                  <a:pt x="18" y="26"/>
                  <a:pt x="18" y="26"/>
                  <a:pt x="18" y="26"/>
                </a:cubicBezTo>
                <a:cubicBezTo>
                  <a:pt x="17" y="26"/>
                  <a:pt x="17" y="26"/>
                  <a:pt x="17" y="26"/>
                </a:cubicBezTo>
                <a:cubicBezTo>
                  <a:pt x="18" y="25"/>
                  <a:pt x="18" y="25"/>
                  <a:pt x="18" y="25"/>
                </a:cubicBezTo>
                <a:cubicBezTo>
                  <a:pt x="18" y="25"/>
                  <a:pt x="18" y="25"/>
                  <a:pt x="18" y="25"/>
                </a:cubicBezTo>
                <a:cubicBezTo>
                  <a:pt x="18" y="25"/>
                  <a:pt x="18" y="25"/>
                  <a:pt x="18" y="25"/>
                </a:cubicBezTo>
                <a:cubicBezTo>
                  <a:pt x="18" y="25"/>
                  <a:pt x="18" y="25"/>
                  <a:pt x="18" y="25"/>
                </a:cubicBezTo>
                <a:cubicBezTo>
                  <a:pt x="18" y="24"/>
                  <a:pt x="18" y="24"/>
                  <a:pt x="18" y="24"/>
                </a:cubicBezTo>
                <a:cubicBezTo>
                  <a:pt x="19" y="24"/>
                  <a:pt x="19" y="24"/>
                  <a:pt x="19" y="24"/>
                </a:cubicBezTo>
                <a:cubicBezTo>
                  <a:pt x="19" y="23"/>
                  <a:pt x="19" y="23"/>
                  <a:pt x="19" y="23"/>
                </a:cubicBezTo>
                <a:cubicBezTo>
                  <a:pt x="19" y="23"/>
                  <a:pt x="20" y="23"/>
                  <a:pt x="20" y="23"/>
                </a:cubicBezTo>
                <a:cubicBezTo>
                  <a:pt x="20" y="22"/>
                  <a:pt x="20" y="22"/>
                  <a:pt x="20" y="22"/>
                </a:cubicBezTo>
                <a:cubicBezTo>
                  <a:pt x="20" y="22"/>
                  <a:pt x="20" y="21"/>
                  <a:pt x="21" y="21"/>
                </a:cubicBezTo>
                <a:cubicBezTo>
                  <a:pt x="21" y="21"/>
                  <a:pt x="21" y="21"/>
                  <a:pt x="21" y="20"/>
                </a:cubicBezTo>
                <a:cubicBezTo>
                  <a:pt x="21" y="20"/>
                  <a:pt x="21" y="20"/>
                  <a:pt x="21" y="20"/>
                </a:cubicBezTo>
                <a:cubicBezTo>
                  <a:pt x="22" y="20"/>
                  <a:pt x="22" y="19"/>
                  <a:pt x="23" y="19"/>
                </a:cubicBezTo>
                <a:cubicBezTo>
                  <a:pt x="23" y="18"/>
                  <a:pt x="24" y="18"/>
                  <a:pt x="24" y="18"/>
                </a:cubicBezTo>
                <a:cubicBezTo>
                  <a:pt x="24" y="17"/>
                  <a:pt x="24" y="17"/>
                  <a:pt x="24" y="17"/>
                </a:cubicBezTo>
                <a:cubicBezTo>
                  <a:pt x="25" y="17"/>
                  <a:pt x="25" y="17"/>
                  <a:pt x="25" y="17"/>
                </a:cubicBezTo>
                <a:cubicBezTo>
                  <a:pt x="25" y="16"/>
                  <a:pt x="26" y="15"/>
                  <a:pt x="27" y="15"/>
                </a:cubicBezTo>
                <a:cubicBezTo>
                  <a:pt x="27" y="14"/>
                  <a:pt x="28" y="14"/>
                  <a:pt x="29" y="13"/>
                </a:cubicBezTo>
                <a:cubicBezTo>
                  <a:pt x="29" y="13"/>
                  <a:pt x="29" y="13"/>
                  <a:pt x="30" y="12"/>
                </a:cubicBezTo>
                <a:cubicBezTo>
                  <a:pt x="30" y="12"/>
                  <a:pt x="30" y="12"/>
                  <a:pt x="30" y="12"/>
                </a:cubicBezTo>
                <a:cubicBezTo>
                  <a:pt x="31" y="12"/>
                  <a:pt x="31" y="12"/>
                  <a:pt x="31" y="12"/>
                </a:cubicBezTo>
                <a:cubicBezTo>
                  <a:pt x="31" y="11"/>
                  <a:pt x="31" y="11"/>
                  <a:pt x="32" y="11"/>
                </a:cubicBezTo>
                <a:cubicBezTo>
                  <a:pt x="32" y="11"/>
                  <a:pt x="32" y="11"/>
                  <a:pt x="32" y="11"/>
                </a:cubicBezTo>
                <a:cubicBezTo>
                  <a:pt x="32" y="11"/>
                  <a:pt x="32" y="11"/>
                  <a:pt x="32" y="11"/>
                </a:cubicBezTo>
                <a:cubicBezTo>
                  <a:pt x="33" y="10"/>
                  <a:pt x="33" y="10"/>
                  <a:pt x="33" y="10"/>
                </a:cubicBezTo>
                <a:cubicBezTo>
                  <a:pt x="33" y="10"/>
                  <a:pt x="33" y="10"/>
                  <a:pt x="33" y="10"/>
                </a:cubicBezTo>
                <a:cubicBezTo>
                  <a:pt x="33" y="10"/>
                  <a:pt x="33" y="10"/>
                  <a:pt x="34" y="10"/>
                </a:cubicBezTo>
                <a:cubicBezTo>
                  <a:pt x="34" y="10"/>
                  <a:pt x="34" y="10"/>
                  <a:pt x="34" y="10"/>
                </a:cubicBezTo>
                <a:cubicBezTo>
                  <a:pt x="34" y="10"/>
                  <a:pt x="34" y="10"/>
                  <a:pt x="34" y="10"/>
                </a:cubicBezTo>
                <a:cubicBezTo>
                  <a:pt x="35" y="9"/>
                  <a:pt x="35" y="9"/>
                  <a:pt x="35" y="9"/>
                </a:cubicBezTo>
                <a:cubicBezTo>
                  <a:pt x="36" y="9"/>
                  <a:pt x="36" y="9"/>
                  <a:pt x="36" y="9"/>
                </a:cubicBezTo>
                <a:cubicBezTo>
                  <a:pt x="36" y="9"/>
                  <a:pt x="36" y="9"/>
                  <a:pt x="36" y="9"/>
                </a:cubicBezTo>
                <a:cubicBezTo>
                  <a:pt x="36" y="9"/>
                  <a:pt x="36" y="9"/>
                  <a:pt x="36" y="9"/>
                </a:cubicBezTo>
                <a:cubicBezTo>
                  <a:pt x="36" y="8"/>
                  <a:pt x="36" y="8"/>
                  <a:pt x="36" y="8"/>
                </a:cubicBezTo>
                <a:cubicBezTo>
                  <a:pt x="37" y="8"/>
                  <a:pt x="37" y="8"/>
                  <a:pt x="37" y="8"/>
                </a:cubicBezTo>
                <a:cubicBezTo>
                  <a:pt x="37" y="8"/>
                  <a:pt x="37" y="8"/>
                  <a:pt x="37" y="8"/>
                </a:cubicBezTo>
                <a:cubicBezTo>
                  <a:pt x="38" y="8"/>
                  <a:pt x="38" y="8"/>
                  <a:pt x="38" y="8"/>
                </a:cubicBezTo>
                <a:cubicBezTo>
                  <a:pt x="38" y="8"/>
                  <a:pt x="38" y="8"/>
                  <a:pt x="38" y="8"/>
                </a:cubicBezTo>
                <a:cubicBezTo>
                  <a:pt x="38" y="8"/>
                  <a:pt x="38" y="8"/>
                  <a:pt x="38" y="8"/>
                </a:cubicBezTo>
                <a:cubicBezTo>
                  <a:pt x="38" y="7"/>
                  <a:pt x="38" y="7"/>
                  <a:pt x="38" y="7"/>
                </a:cubicBezTo>
                <a:cubicBezTo>
                  <a:pt x="39" y="7"/>
                  <a:pt x="39" y="7"/>
                  <a:pt x="40" y="7"/>
                </a:cubicBezTo>
                <a:cubicBezTo>
                  <a:pt x="40" y="7"/>
                  <a:pt x="40" y="7"/>
                  <a:pt x="40" y="7"/>
                </a:cubicBezTo>
                <a:cubicBezTo>
                  <a:pt x="40" y="6"/>
                  <a:pt x="40" y="6"/>
                  <a:pt x="40" y="6"/>
                </a:cubicBezTo>
                <a:cubicBezTo>
                  <a:pt x="42" y="6"/>
                  <a:pt x="42" y="6"/>
                  <a:pt x="42" y="6"/>
                </a:cubicBezTo>
                <a:cubicBezTo>
                  <a:pt x="42" y="6"/>
                  <a:pt x="42" y="6"/>
                  <a:pt x="42" y="6"/>
                </a:cubicBezTo>
                <a:cubicBezTo>
                  <a:pt x="42" y="6"/>
                  <a:pt x="42" y="6"/>
                  <a:pt x="42" y="6"/>
                </a:cubicBezTo>
                <a:cubicBezTo>
                  <a:pt x="42" y="6"/>
                  <a:pt x="42" y="6"/>
                  <a:pt x="42" y="6"/>
                </a:cubicBezTo>
                <a:cubicBezTo>
                  <a:pt x="43" y="6"/>
                  <a:pt x="43" y="6"/>
                  <a:pt x="43" y="6"/>
                </a:cubicBezTo>
                <a:cubicBezTo>
                  <a:pt x="43" y="5"/>
                  <a:pt x="43" y="5"/>
                  <a:pt x="43" y="5"/>
                </a:cubicBezTo>
                <a:cubicBezTo>
                  <a:pt x="44" y="5"/>
                  <a:pt x="44" y="5"/>
                  <a:pt x="44" y="5"/>
                </a:cubicBezTo>
                <a:cubicBezTo>
                  <a:pt x="44" y="5"/>
                  <a:pt x="44" y="5"/>
                  <a:pt x="44" y="5"/>
                </a:cubicBezTo>
                <a:cubicBezTo>
                  <a:pt x="45" y="5"/>
                  <a:pt x="45" y="5"/>
                  <a:pt x="45" y="5"/>
                </a:cubicBezTo>
                <a:cubicBezTo>
                  <a:pt x="45" y="5"/>
                  <a:pt x="45" y="5"/>
                  <a:pt x="45" y="5"/>
                </a:cubicBezTo>
                <a:cubicBezTo>
                  <a:pt x="46" y="5"/>
                  <a:pt x="46" y="5"/>
                  <a:pt x="46" y="5"/>
                </a:cubicBezTo>
                <a:cubicBezTo>
                  <a:pt x="46" y="4"/>
                  <a:pt x="46" y="4"/>
                  <a:pt x="46" y="4"/>
                </a:cubicBezTo>
                <a:cubicBezTo>
                  <a:pt x="46" y="4"/>
                  <a:pt x="47" y="4"/>
                  <a:pt x="47" y="4"/>
                </a:cubicBezTo>
                <a:cubicBezTo>
                  <a:pt x="47" y="4"/>
                  <a:pt x="48" y="4"/>
                  <a:pt x="48" y="4"/>
                </a:cubicBezTo>
                <a:cubicBezTo>
                  <a:pt x="48" y="3"/>
                  <a:pt x="48" y="3"/>
                  <a:pt x="48" y="3"/>
                </a:cubicBezTo>
                <a:cubicBezTo>
                  <a:pt x="49" y="3"/>
                  <a:pt x="50" y="3"/>
                  <a:pt x="51" y="3"/>
                </a:cubicBezTo>
                <a:cubicBezTo>
                  <a:pt x="52" y="2"/>
                  <a:pt x="54" y="2"/>
                  <a:pt x="54" y="2"/>
                </a:cubicBezTo>
                <a:cubicBezTo>
                  <a:pt x="56" y="2"/>
                  <a:pt x="56" y="2"/>
                  <a:pt x="56" y="2"/>
                </a:cubicBezTo>
                <a:cubicBezTo>
                  <a:pt x="56" y="1"/>
                  <a:pt x="56" y="1"/>
                  <a:pt x="56" y="1"/>
                </a:cubicBezTo>
                <a:cubicBezTo>
                  <a:pt x="58" y="1"/>
                  <a:pt x="58" y="1"/>
                  <a:pt x="58" y="1"/>
                </a:cubicBezTo>
                <a:cubicBezTo>
                  <a:pt x="58" y="1"/>
                  <a:pt x="58" y="1"/>
                  <a:pt x="58" y="1"/>
                </a:cubicBezTo>
                <a:cubicBezTo>
                  <a:pt x="60" y="1"/>
                  <a:pt x="60" y="1"/>
                  <a:pt x="60" y="1"/>
                </a:cubicBezTo>
                <a:cubicBezTo>
                  <a:pt x="60" y="1"/>
                  <a:pt x="60" y="1"/>
                  <a:pt x="60" y="1"/>
                </a:cubicBezTo>
                <a:cubicBezTo>
                  <a:pt x="63" y="1"/>
                  <a:pt x="63" y="1"/>
                  <a:pt x="63" y="1"/>
                </a:cubicBezTo>
                <a:cubicBezTo>
                  <a:pt x="63" y="0"/>
                  <a:pt x="63" y="0"/>
                  <a:pt x="63" y="0"/>
                </a:cubicBezTo>
                <a:cubicBezTo>
                  <a:pt x="66" y="0"/>
                  <a:pt x="66" y="0"/>
                  <a:pt x="66" y="0"/>
                </a:cubicBezTo>
                <a:cubicBezTo>
                  <a:pt x="66" y="0"/>
                  <a:pt x="66" y="0"/>
                  <a:pt x="66" y="0"/>
                </a:cubicBezTo>
                <a:cubicBezTo>
                  <a:pt x="123" y="0"/>
                  <a:pt x="123" y="0"/>
                  <a:pt x="123" y="0"/>
                </a:cubicBezTo>
                <a:cubicBezTo>
                  <a:pt x="123" y="1"/>
                  <a:pt x="123" y="1"/>
                  <a:pt x="123" y="1"/>
                </a:cubicBezTo>
                <a:close/>
                <a:moveTo>
                  <a:pt x="45" y="128"/>
                </a:moveTo>
                <a:cubicBezTo>
                  <a:pt x="45" y="128"/>
                  <a:pt x="45" y="128"/>
                  <a:pt x="45" y="128"/>
                </a:cubicBezTo>
                <a:cubicBezTo>
                  <a:pt x="45" y="129"/>
                  <a:pt x="44" y="129"/>
                  <a:pt x="44" y="129"/>
                </a:cubicBezTo>
                <a:cubicBezTo>
                  <a:pt x="43" y="129"/>
                  <a:pt x="43" y="129"/>
                  <a:pt x="42" y="129"/>
                </a:cubicBezTo>
                <a:cubicBezTo>
                  <a:pt x="42" y="130"/>
                  <a:pt x="42" y="130"/>
                  <a:pt x="42" y="130"/>
                </a:cubicBezTo>
                <a:cubicBezTo>
                  <a:pt x="42" y="130"/>
                  <a:pt x="41" y="130"/>
                  <a:pt x="41" y="130"/>
                </a:cubicBezTo>
                <a:cubicBezTo>
                  <a:pt x="40" y="131"/>
                  <a:pt x="40" y="131"/>
                  <a:pt x="40" y="131"/>
                </a:cubicBezTo>
                <a:cubicBezTo>
                  <a:pt x="39" y="131"/>
                  <a:pt x="39" y="131"/>
                  <a:pt x="39" y="131"/>
                </a:cubicBezTo>
                <a:cubicBezTo>
                  <a:pt x="39" y="131"/>
                  <a:pt x="39" y="131"/>
                  <a:pt x="39" y="131"/>
                </a:cubicBezTo>
                <a:cubicBezTo>
                  <a:pt x="38" y="131"/>
                  <a:pt x="38" y="131"/>
                  <a:pt x="38" y="131"/>
                </a:cubicBezTo>
                <a:cubicBezTo>
                  <a:pt x="38" y="132"/>
                  <a:pt x="38" y="132"/>
                  <a:pt x="38" y="132"/>
                </a:cubicBezTo>
                <a:cubicBezTo>
                  <a:pt x="38" y="132"/>
                  <a:pt x="38" y="132"/>
                  <a:pt x="37" y="132"/>
                </a:cubicBezTo>
                <a:cubicBezTo>
                  <a:pt x="37" y="132"/>
                  <a:pt x="37" y="132"/>
                  <a:pt x="36" y="132"/>
                </a:cubicBezTo>
                <a:cubicBezTo>
                  <a:pt x="36" y="133"/>
                  <a:pt x="36" y="133"/>
                  <a:pt x="36" y="133"/>
                </a:cubicBezTo>
                <a:cubicBezTo>
                  <a:pt x="36" y="133"/>
                  <a:pt x="36" y="133"/>
                  <a:pt x="36" y="133"/>
                </a:cubicBezTo>
                <a:cubicBezTo>
                  <a:pt x="35" y="134"/>
                  <a:pt x="35" y="134"/>
                  <a:pt x="35" y="134"/>
                </a:cubicBezTo>
                <a:cubicBezTo>
                  <a:pt x="35" y="134"/>
                  <a:pt x="35" y="134"/>
                  <a:pt x="35" y="134"/>
                </a:cubicBezTo>
                <a:cubicBezTo>
                  <a:pt x="34" y="135"/>
                  <a:pt x="34" y="135"/>
                  <a:pt x="34" y="135"/>
                </a:cubicBezTo>
                <a:cubicBezTo>
                  <a:pt x="33" y="135"/>
                  <a:pt x="33" y="135"/>
                  <a:pt x="33" y="135"/>
                </a:cubicBezTo>
                <a:cubicBezTo>
                  <a:pt x="32" y="136"/>
                  <a:pt x="32" y="137"/>
                  <a:pt x="31" y="137"/>
                </a:cubicBezTo>
                <a:cubicBezTo>
                  <a:pt x="31" y="138"/>
                  <a:pt x="30" y="138"/>
                  <a:pt x="30" y="139"/>
                </a:cubicBezTo>
                <a:cubicBezTo>
                  <a:pt x="29" y="140"/>
                  <a:pt x="29" y="140"/>
                  <a:pt x="29" y="140"/>
                </a:cubicBezTo>
                <a:cubicBezTo>
                  <a:pt x="29" y="140"/>
                  <a:pt x="29" y="140"/>
                  <a:pt x="29" y="140"/>
                </a:cubicBezTo>
                <a:cubicBezTo>
                  <a:pt x="28" y="140"/>
                  <a:pt x="28" y="140"/>
                  <a:pt x="28" y="140"/>
                </a:cubicBezTo>
                <a:cubicBezTo>
                  <a:pt x="28" y="141"/>
                  <a:pt x="28" y="141"/>
                  <a:pt x="28" y="141"/>
                </a:cubicBezTo>
                <a:cubicBezTo>
                  <a:pt x="27" y="141"/>
                  <a:pt x="27" y="141"/>
                  <a:pt x="27" y="141"/>
                </a:cubicBezTo>
                <a:cubicBezTo>
                  <a:pt x="27" y="142"/>
                  <a:pt x="27" y="142"/>
                  <a:pt x="27" y="142"/>
                </a:cubicBezTo>
                <a:cubicBezTo>
                  <a:pt x="26" y="142"/>
                  <a:pt x="26" y="142"/>
                  <a:pt x="26" y="142"/>
                </a:cubicBezTo>
                <a:cubicBezTo>
                  <a:pt x="26" y="143"/>
                  <a:pt x="26" y="143"/>
                  <a:pt x="26" y="143"/>
                </a:cubicBezTo>
                <a:cubicBezTo>
                  <a:pt x="26" y="143"/>
                  <a:pt x="26" y="144"/>
                  <a:pt x="26" y="144"/>
                </a:cubicBezTo>
                <a:cubicBezTo>
                  <a:pt x="25" y="144"/>
                  <a:pt x="25" y="144"/>
                  <a:pt x="25" y="144"/>
                </a:cubicBezTo>
                <a:cubicBezTo>
                  <a:pt x="25" y="145"/>
                  <a:pt x="25" y="145"/>
                  <a:pt x="25" y="145"/>
                </a:cubicBezTo>
                <a:cubicBezTo>
                  <a:pt x="25" y="145"/>
                  <a:pt x="25" y="145"/>
                  <a:pt x="25" y="145"/>
                </a:cubicBezTo>
                <a:cubicBezTo>
                  <a:pt x="25" y="146"/>
                  <a:pt x="25" y="146"/>
                  <a:pt x="25" y="146"/>
                </a:cubicBezTo>
                <a:cubicBezTo>
                  <a:pt x="25" y="146"/>
                  <a:pt x="25" y="147"/>
                  <a:pt x="25" y="147"/>
                </a:cubicBezTo>
                <a:cubicBezTo>
                  <a:pt x="24" y="147"/>
                  <a:pt x="24" y="147"/>
                  <a:pt x="24" y="147"/>
                </a:cubicBezTo>
                <a:cubicBezTo>
                  <a:pt x="24" y="148"/>
                  <a:pt x="24" y="148"/>
                  <a:pt x="24" y="148"/>
                </a:cubicBezTo>
                <a:cubicBezTo>
                  <a:pt x="24" y="148"/>
                  <a:pt x="24" y="148"/>
                  <a:pt x="24" y="148"/>
                </a:cubicBezTo>
                <a:cubicBezTo>
                  <a:pt x="24" y="149"/>
                  <a:pt x="24" y="149"/>
                  <a:pt x="24" y="149"/>
                </a:cubicBezTo>
                <a:cubicBezTo>
                  <a:pt x="23" y="149"/>
                  <a:pt x="23" y="149"/>
                  <a:pt x="23" y="149"/>
                </a:cubicBezTo>
                <a:cubicBezTo>
                  <a:pt x="23" y="150"/>
                  <a:pt x="23" y="150"/>
                  <a:pt x="23" y="150"/>
                </a:cubicBezTo>
                <a:cubicBezTo>
                  <a:pt x="23" y="150"/>
                  <a:pt x="23" y="150"/>
                  <a:pt x="23" y="150"/>
                </a:cubicBezTo>
                <a:cubicBezTo>
                  <a:pt x="23" y="152"/>
                  <a:pt x="23" y="152"/>
                  <a:pt x="23" y="152"/>
                </a:cubicBezTo>
                <a:cubicBezTo>
                  <a:pt x="23" y="152"/>
                  <a:pt x="23" y="152"/>
                  <a:pt x="23" y="152"/>
                </a:cubicBezTo>
                <a:cubicBezTo>
                  <a:pt x="23" y="154"/>
                  <a:pt x="23" y="154"/>
                  <a:pt x="23" y="154"/>
                </a:cubicBezTo>
                <a:cubicBezTo>
                  <a:pt x="22" y="154"/>
                  <a:pt x="22" y="154"/>
                  <a:pt x="22" y="154"/>
                </a:cubicBezTo>
                <a:cubicBezTo>
                  <a:pt x="22" y="154"/>
                  <a:pt x="22" y="155"/>
                  <a:pt x="22" y="156"/>
                </a:cubicBezTo>
                <a:cubicBezTo>
                  <a:pt x="22" y="157"/>
                  <a:pt x="22" y="158"/>
                  <a:pt x="23" y="159"/>
                </a:cubicBezTo>
                <a:cubicBezTo>
                  <a:pt x="23" y="160"/>
                  <a:pt x="23" y="161"/>
                  <a:pt x="23" y="161"/>
                </a:cubicBezTo>
                <a:cubicBezTo>
                  <a:pt x="23" y="162"/>
                  <a:pt x="24" y="163"/>
                  <a:pt x="24" y="163"/>
                </a:cubicBezTo>
                <a:cubicBezTo>
                  <a:pt x="24" y="164"/>
                  <a:pt x="24" y="164"/>
                  <a:pt x="24" y="164"/>
                </a:cubicBezTo>
                <a:cubicBezTo>
                  <a:pt x="24" y="164"/>
                  <a:pt x="24" y="164"/>
                  <a:pt x="24" y="164"/>
                </a:cubicBezTo>
                <a:cubicBezTo>
                  <a:pt x="24" y="165"/>
                  <a:pt x="24" y="166"/>
                  <a:pt x="25" y="166"/>
                </a:cubicBezTo>
                <a:cubicBezTo>
                  <a:pt x="25" y="166"/>
                  <a:pt x="25" y="166"/>
                  <a:pt x="25" y="166"/>
                </a:cubicBezTo>
                <a:cubicBezTo>
                  <a:pt x="25" y="166"/>
                  <a:pt x="25" y="167"/>
                  <a:pt x="25" y="167"/>
                </a:cubicBezTo>
                <a:cubicBezTo>
                  <a:pt x="25" y="167"/>
                  <a:pt x="25" y="168"/>
                  <a:pt x="25" y="169"/>
                </a:cubicBezTo>
                <a:cubicBezTo>
                  <a:pt x="26" y="169"/>
                  <a:pt x="26" y="169"/>
                  <a:pt x="27" y="169"/>
                </a:cubicBezTo>
                <a:cubicBezTo>
                  <a:pt x="27" y="170"/>
                  <a:pt x="27" y="170"/>
                  <a:pt x="27" y="170"/>
                </a:cubicBezTo>
                <a:cubicBezTo>
                  <a:pt x="28" y="170"/>
                  <a:pt x="28" y="170"/>
                  <a:pt x="28" y="170"/>
                </a:cubicBezTo>
                <a:cubicBezTo>
                  <a:pt x="28" y="171"/>
                  <a:pt x="28" y="171"/>
                  <a:pt x="28" y="171"/>
                </a:cubicBezTo>
                <a:cubicBezTo>
                  <a:pt x="28" y="171"/>
                  <a:pt x="28" y="171"/>
                  <a:pt x="28" y="171"/>
                </a:cubicBezTo>
                <a:cubicBezTo>
                  <a:pt x="29" y="171"/>
                  <a:pt x="29" y="171"/>
                  <a:pt x="29" y="171"/>
                </a:cubicBezTo>
                <a:cubicBezTo>
                  <a:pt x="29" y="172"/>
                  <a:pt x="29" y="172"/>
                  <a:pt x="29" y="172"/>
                </a:cubicBezTo>
                <a:cubicBezTo>
                  <a:pt x="29" y="172"/>
                  <a:pt x="30" y="173"/>
                  <a:pt x="30" y="173"/>
                </a:cubicBezTo>
                <a:cubicBezTo>
                  <a:pt x="30" y="174"/>
                  <a:pt x="31" y="174"/>
                  <a:pt x="31" y="174"/>
                </a:cubicBezTo>
                <a:cubicBezTo>
                  <a:pt x="31" y="175"/>
                  <a:pt x="31" y="175"/>
                  <a:pt x="31" y="175"/>
                </a:cubicBezTo>
                <a:cubicBezTo>
                  <a:pt x="32" y="175"/>
                  <a:pt x="32" y="175"/>
                  <a:pt x="32" y="175"/>
                </a:cubicBezTo>
                <a:cubicBezTo>
                  <a:pt x="32" y="176"/>
                  <a:pt x="32" y="176"/>
                  <a:pt x="32" y="176"/>
                </a:cubicBezTo>
                <a:cubicBezTo>
                  <a:pt x="32" y="176"/>
                  <a:pt x="33" y="176"/>
                  <a:pt x="33" y="176"/>
                </a:cubicBezTo>
                <a:cubicBezTo>
                  <a:pt x="33" y="176"/>
                  <a:pt x="33" y="176"/>
                  <a:pt x="34" y="176"/>
                </a:cubicBezTo>
                <a:cubicBezTo>
                  <a:pt x="34" y="177"/>
                  <a:pt x="34" y="177"/>
                  <a:pt x="34" y="177"/>
                </a:cubicBezTo>
                <a:cubicBezTo>
                  <a:pt x="35" y="177"/>
                  <a:pt x="36" y="177"/>
                  <a:pt x="36" y="178"/>
                </a:cubicBezTo>
                <a:cubicBezTo>
                  <a:pt x="36" y="179"/>
                  <a:pt x="36" y="179"/>
                  <a:pt x="36" y="179"/>
                </a:cubicBezTo>
                <a:cubicBezTo>
                  <a:pt x="37" y="179"/>
                  <a:pt x="37" y="179"/>
                  <a:pt x="37" y="179"/>
                </a:cubicBezTo>
                <a:cubicBezTo>
                  <a:pt x="38" y="179"/>
                  <a:pt x="38" y="179"/>
                  <a:pt x="38" y="179"/>
                </a:cubicBezTo>
                <a:cubicBezTo>
                  <a:pt x="38" y="179"/>
                  <a:pt x="39" y="180"/>
                  <a:pt x="39" y="180"/>
                </a:cubicBezTo>
                <a:cubicBezTo>
                  <a:pt x="40" y="180"/>
                  <a:pt x="40" y="180"/>
                  <a:pt x="40" y="180"/>
                </a:cubicBezTo>
                <a:cubicBezTo>
                  <a:pt x="40" y="180"/>
                  <a:pt x="40" y="180"/>
                  <a:pt x="40" y="180"/>
                </a:cubicBezTo>
                <a:cubicBezTo>
                  <a:pt x="40" y="180"/>
                  <a:pt x="40" y="180"/>
                  <a:pt x="40" y="180"/>
                </a:cubicBezTo>
                <a:cubicBezTo>
                  <a:pt x="40" y="181"/>
                  <a:pt x="40" y="181"/>
                  <a:pt x="40" y="181"/>
                </a:cubicBezTo>
                <a:cubicBezTo>
                  <a:pt x="41" y="181"/>
                  <a:pt x="41" y="181"/>
                  <a:pt x="41" y="181"/>
                </a:cubicBezTo>
                <a:cubicBezTo>
                  <a:pt x="41" y="181"/>
                  <a:pt x="41" y="181"/>
                  <a:pt x="41" y="181"/>
                </a:cubicBezTo>
                <a:cubicBezTo>
                  <a:pt x="41" y="181"/>
                  <a:pt x="42" y="181"/>
                  <a:pt x="42" y="181"/>
                </a:cubicBezTo>
                <a:cubicBezTo>
                  <a:pt x="42" y="181"/>
                  <a:pt x="42" y="181"/>
                  <a:pt x="43" y="181"/>
                </a:cubicBezTo>
                <a:cubicBezTo>
                  <a:pt x="43" y="182"/>
                  <a:pt x="43" y="182"/>
                  <a:pt x="43" y="182"/>
                </a:cubicBezTo>
                <a:cubicBezTo>
                  <a:pt x="43" y="182"/>
                  <a:pt x="43" y="182"/>
                  <a:pt x="43" y="182"/>
                </a:cubicBezTo>
                <a:cubicBezTo>
                  <a:pt x="44" y="182"/>
                  <a:pt x="44" y="182"/>
                  <a:pt x="44" y="182"/>
                </a:cubicBezTo>
                <a:cubicBezTo>
                  <a:pt x="44" y="182"/>
                  <a:pt x="44" y="182"/>
                  <a:pt x="44" y="182"/>
                </a:cubicBezTo>
                <a:cubicBezTo>
                  <a:pt x="45" y="182"/>
                  <a:pt x="45" y="182"/>
                  <a:pt x="45" y="182"/>
                </a:cubicBezTo>
                <a:cubicBezTo>
                  <a:pt x="45" y="183"/>
                  <a:pt x="45" y="183"/>
                  <a:pt x="45" y="183"/>
                </a:cubicBezTo>
                <a:cubicBezTo>
                  <a:pt x="46" y="183"/>
                  <a:pt x="46" y="183"/>
                  <a:pt x="46" y="183"/>
                </a:cubicBezTo>
                <a:cubicBezTo>
                  <a:pt x="46" y="183"/>
                  <a:pt x="46" y="183"/>
                  <a:pt x="46" y="183"/>
                </a:cubicBezTo>
                <a:cubicBezTo>
                  <a:pt x="48" y="183"/>
                  <a:pt x="48" y="183"/>
                  <a:pt x="48" y="183"/>
                </a:cubicBezTo>
                <a:cubicBezTo>
                  <a:pt x="48" y="183"/>
                  <a:pt x="48" y="183"/>
                  <a:pt x="48" y="183"/>
                </a:cubicBezTo>
                <a:cubicBezTo>
                  <a:pt x="49" y="183"/>
                  <a:pt x="49" y="183"/>
                  <a:pt x="49" y="183"/>
                </a:cubicBezTo>
                <a:cubicBezTo>
                  <a:pt x="49" y="184"/>
                  <a:pt x="49" y="184"/>
                  <a:pt x="49" y="184"/>
                </a:cubicBezTo>
                <a:cubicBezTo>
                  <a:pt x="50" y="184"/>
                  <a:pt x="50" y="184"/>
                  <a:pt x="50" y="184"/>
                </a:cubicBezTo>
                <a:cubicBezTo>
                  <a:pt x="50" y="184"/>
                  <a:pt x="50" y="184"/>
                  <a:pt x="50" y="184"/>
                </a:cubicBezTo>
                <a:cubicBezTo>
                  <a:pt x="52" y="184"/>
                  <a:pt x="52" y="184"/>
                  <a:pt x="52" y="184"/>
                </a:cubicBezTo>
                <a:cubicBezTo>
                  <a:pt x="52" y="184"/>
                  <a:pt x="52" y="184"/>
                  <a:pt x="52" y="184"/>
                </a:cubicBezTo>
                <a:cubicBezTo>
                  <a:pt x="53" y="184"/>
                  <a:pt x="54" y="184"/>
                  <a:pt x="55" y="185"/>
                </a:cubicBezTo>
                <a:cubicBezTo>
                  <a:pt x="55" y="185"/>
                  <a:pt x="56" y="185"/>
                  <a:pt x="57" y="185"/>
                </a:cubicBezTo>
                <a:cubicBezTo>
                  <a:pt x="57" y="185"/>
                  <a:pt x="58" y="185"/>
                  <a:pt x="59" y="185"/>
                </a:cubicBezTo>
                <a:cubicBezTo>
                  <a:pt x="60" y="185"/>
                  <a:pt x="61" y="185"/>
                  <a:pt x="62" y="185"/>
                </a:cubicBezTo>
                <a:cubicBezTo>
                  <a:pt x="63" y="185"/>
                  <a:pt x="64" y="185"/>
                  <a:pt x="65" y="185"/>
                </a:cubicBezTo>
                <a:cubicBezTo>
                  <a:pt x="66" y="185"/>
                  <a:pt x="67" y="185"/>
                  <a:pt x="67" y="185"/>
                </a:cubicBezTo>
                <a:cubicBezTo>
                  <a:pt x="67" y="185"/>
                  <a:pt x="67" y="185"/>
                  <a:pt x="67" y="185"/>
                </a:cubicBezTo>
                <a:cubicBezTo>
                  <a:pt x="70" y="185"/>
                  <a:pt x="70" y="185"/>
                  <a:pt x="70" y="185"/>
                </a:cubicBezTo>
                <a:cubicBezTo>
                  <a:pt x="70" y="184"/>
                  <a:pt x="70" y="184"/>
                  <a:pt x="70" y="184"/>
                </a:cubicBezTo>
                <a:cubicBezTo>
                  <a:pt x="72" y="184"/>
                  <a:pt x="72" y="184"/>
                  <a:pt x="72" y="184"/>
                </a:cubicBezTo>
                <a:cubicBezTo>
                  <a:pt x="72" y="184"/>
                  <a:pt x="72" y="184"/>
                  <a:pt x="72" y="184"/>
                </a:cubicBezTo>
                <a:cubicBezTo>
                  <a:pt x="74" y="184"/>
                  <a:pt x="74" y="184"/>
                  <a:pt x="74" y="184"/>
                </a:cubicBezTo>
                <a:cubicBezTo>
                  <a:pt x="74" y="184"/>
                  <a:pt x="74" y="184"/>
                  <a:pt x="74" y="184"/>
                </a:cubicBezTo>
                <a:cubicBezTo>
                  <a:pt x="75" y="184"/>
                  <a:pt x="75" y="184"/>
                  <a:pt x="76" y="184"/>
                </a:cubicBezTo>
                <a:cubicBezTo>
                  <a:pt x="76" y="184"/>
                  <a:pt x="77" y="183"/>
                  <a:pt x="77" y="183"/>
                </a:cubicBezTo>
                <a:cubicBezTo>
                  <a:pt x="77" y="183"/>
                  <a:pt x="77" y="183"/>
                  <a:pt x="77" y="183"/>
                </a:cubicBezTo>
                <a:cubicBezTo>
                  <a:pt x="78" y="183"/>
                  <a:pt x="78" y="183"/>
                  <a:pt x="78" y="183"/>
                </a:cubicBezTo>
                <a:cubicBezTo>
                  <a:pt x="78" y="183"/>
                  <a:pt x="78" y="183"/>
                  <a:pt x="78" y="183"/>
                </a:cubicBezTo>
                <a:cubicBezTo>
                  <a:pt x="79" y="183"/>
                  <a:pt x="79" y="183"/>
                  <a:pt x="79" y="183"/>
                </a:cubicBezTo>
                <a:cubicBezTo>
                  <a:pt x="79" y="182"/>
                  <a:pt x="79" y="182"/>
                  <a:pt x="79" y="182"/>
                </a:cubicBezTo>
                <a:cubicBezTo>
                  <a:pt x="80" y="182"/>
                  <a:pt x="80" y="182"/>
                  <a:pt x="80" y="182"/>
                </a:cubicBezTo>
                <a:cubicBezTo>
                  <a:pt x="80" y="182"/>
                  <a:pt x="80" y="182"/>
                  <a:pt x="80" y="182"/>
                </a:cubicBezTo>
                <a:cubicBezTo>
                  <a:pt x="81" y="182"/>
                  <a:pt x="81" y="182"/>
                  <a:pt x="81" y="182"/>
                </a:cubicBezTo>
                <a:cubicBezTo>
                  <a:pt x="81" y="182"/>
                  <a:pt x="81" y="182"/>
                  <a:pt x="81" y="182"/>
                </a:cubicBezTo>
                <a:cubicBezTo>
                  <a:pt x="82" y="182"/>
                  <a:pt x="82" y="182"/>
                  <a:pt x="82" y="182"/>
                </a:cubicBezTo>
                <a:cubicBezTo>
                  <a:pt x="82" y="181"/>
                  <a:pt x="82" y="181"/>
                  <a:pt x="82" y="181"/>
                </a:cubicBezTo>
                <a:cubicBezTo>
                  <a:pt x="83" y="181"/>
                  <a:pt x="83" y="181"/>
                  <a:pt x="83" y="181"/>
                </a:cubicBezTo>
                <a:cubicBezTo>
                  <a:pt x="83" y="181"/>
                  <a:pt x="83" y="181"/>
                  <a:pt x="83" y="181"/>
                </a:cubicBezTo>
                <a:cubicBezTo>
                  <a:pt x="84" y="181"/>
                  <a:pt x="84" y="181"/>
                  <a:pt x="84" y="181"/>
                </a:cubicBezTo>
                <a:cubicBezTo>
                  <a:pt x="84" y="181"/>
                  <a:pt x="84" y="181"/>
                  <a:pt x="84" y="181"/>
                </a:cubicBezTo>
                <a:cubicBezTo>
                  <a:pt x="84" y="181"/>
                  <a:pt x="85" y="180"/>
                  <a:pt x="85" y="180"/>
                </a:cubicBezTo>
                <a:cubicBezTo>
                  <a:pt x="85" y="180"/>
                  <a:pt x="86" y="180"/>
                  <a:pt x="86" y="180"/>
                </a:cubicBezTo>
                <a:cubicBezTo>
                  <a:pt x="86" y="180"/>
                  <a:pt x="86" y="180"/>
                  <a:pt x="86" y="180"/>
                </a:cubicBezTo>
                <a:cubicBezTo>
                  <a:pt x="87" y="180"/>
                  <a:pt x="87" y="180"/>
                  <a:pt x="87" y="180"/>
                </a:cubicBezTo>
                <a:cubicBezTo>
                  <a:pt x="87" y="179"/>
                  <a:pt x="87" y="179"/>
                  <a:pt x="87" y="179"/>
                </a:cubicBezTo>
                <a:cubicBezTo>
                  <a:pt x="87" y="179"/>
                  <a:pt x="87" y="179"/>
                  <a:pt x="87" y="179"/>
                </a:cubicBezTo>
                <a:cubicBezTo>
                  <a:pt x="87" y="179"/>
                  <a:pt x="87" y="179"/>
                  <a:pt x="87" y="179"/>
                </a:cubicBezTo>
                <a:cubicBezTo>
                  <a:pt x="88" y="179"/>
                  <a:pt x="88" y="179"/>
                  <a:pt x="88" y="179"/>
                </a:cubicBezTo>
                <a:cubicBezTo>
                  <a:pt x="88" y="179"/>
                  <a:pt x="88" y="179"/>
                  <a:pt x="88" y="179"/>
                </a:cubicBezTo>
                <a:cubicBezTo>
                  <a:pt x="89" y="179"/>
                  <a:pt x="89" y="179"/>
                  <a:pt x="89" y="179"/>
                </a:cubicBezTo>
                <a:cubicBezTo>
                  <a:pt x="89" y="178"/>
                  <a:pt x="89" y="178"/>
                  <a:pt x="89" y="178"/>
                </a:cubicBezTo>
                <a:cubicBezTo>
                  <a:pt x="89" y="178"/>
                  <a:pt x="89" y="178"/>
                  <a:pt x="89" y="178"/>
                </a:cubicBezTo>
                <a:cubicBezTo>
                  <a:pt x="90" y="178"/>
                  <a:pt x="90" y="178"/>
                  <a:pt x="90" y="178"/>
                </a:cubicBezTo>
                <a:cubicBezTo>
                  <a:pt x="90" y="178"/>
                  <a:pt x="90" y="178"/>
                  <a:pt x="90" y="178"/>
                </a:cubicBezTo>
                <a:cubicBezTo>
                  <a:pt x="90" y="177"/>
                  <a:pt x="90" y="177"/>
                  <a:pt x="90" y="177"/>
                </a:cubicBezTo>
                <a:cubicBezTo>
                  <a:pt x="91" y="177"/>
                  <a:pt x="91" y="177"/>
                  <a:pt x="92" y="177"/>
                </a:cubicBezTo>
                <a:cubicBezTo>
                  <a:pt x="92" y="176"/>
                  <a:pt x="92" y="176"/>
                  <a:pt x="92" y="176"/>
                </a:cubicBezTo>
                <a:cubicBezTo>
                  <a:pt x="92" y="176"/>
                  <a:pt x="92" y="176"/>
                  <a:pt x="92" y="176"/>
                </a:cubicBezTo>
                <a:cubicBezTo>
                  <a:pt x="92" y="176"/>
                  <a:pt x="93" y="176"/>
                  <a:pt x="93" y="176"/>
                </a:cubicBezTo>
                <a:cubicBezTo>
                  <a:pt x="93" y="176"/>
                  <a:pt x="93" y="176"/>
                  <a:pt x="93" y="176"/>
                </a:cubicBezTo>
                <a:cubicBezTo>
                  <a:pt x="93" y="176"/>
                  <a:pt x="93" y="176"/>
                  <a:pt x="93" y="176"/>
                </a:cubicBezTo>
                <a:cubicBezTo>
                  <a:pt x="94" y="175"/>
                  <a:pt x="94" y="174"/>
                  <a:pt x="94" y="174"/>
                </a:cubicBezTo>
                <a:cubicBezTo>
                  <a:pt x="95" y="174"/>
                  <a:pt x="95" y="174"/>
                  <a:pt x="95" y="174"/>
                </a:cubicBezTo>
                <a:cubicBezTo>
                  <a:pt x="95" y="173"/>
                  <a:pt x="95" y="173"/>
                  <a:pt x="95" y="173"/>
                </a:cubicBezTo>
                <a:cubicBezTo>
                  <a:pt x="96" y="173"/>
                  <a:pt x="97" y="173"/>
                  <a:pt x="97" y="173"/>
                </a:cubicBezTo>
                <a:cubicBezTo>
                  <a:pt x="97" y="172"/>
                  <a:pt x="97" y="172"/>
                  <a:pt x="98" y="171"/>
                </a:cubicBezTo>
                <a:cubicBezTo>
                  <a:pt x="98" y="171"/>
                  <a:pt x="98" y="171"/>
                  <a:pt x="98" y="170"/>
                </a:cubicBezTo>
                <a:cubicBezTo>
                  <a:pt x="99" y="170"/>
                  <a:pt x="99" y="170"/>
                  <a:pt x="99" y="170"/>
                </a:cubicBezTo>
                <a:cubicBezTo>
                  <a:pt x="99" y="169"/>
                  <a:pt x="99" y="169"/>
                  <a:pt x="99" y="169"/>
                </a:cubicBezTo>
                <a:cubicBezTo>
                  <a:pt x="99" y="169"/>
                  <a:pt x="100" y="169"/>
                  <a:pt x="100" y="169"/>
                </a:cubicBezTo>
                <a:cubicBezTo>
                  <a:pt x="100" y="169"/>
                  <a:pt x="100" y="169"/>
                  <a:pt x="101" y="168"/>
                </a:cubicBezTo>
                <a:cubicBezTo>
                  <a:pt x="101" y="168"/>
                  <a:pt x="101" y="168"/>
                  <a:pt x="101" y="168"/>
                </a:cubicBezTo>
                <a:cubicBezTo>
                  <a:pt x="101" y="167"/>
                  <a:pt x="101" y="167"/>
                  <a:pt x="101" y="167"/>
                </a:cubicBezTo>
                <a:cubicBezTo>
                  <a:pt x="101" y="167"/>
                  <a:pt x="101" y="167"/>
                  <a:pt x="101" y="167"/>
                </a:cubicBezTo>
                <a:cubicBezTo>
                  <a:pt x="102" y="167"/>
                  <a:pt x="102" y="166"/>
                  <a:pt x="102" y="166"/>
                </a:cubicBezTo>
                <a:cubicBezTo>
                  <a:pt x="102" y="166"/>
                  <a:pt x="102" y="166"/>
                  <a:pt x="102" y="166"/>
                </a:cubicBezTo>
                <a:cubicBezTo>
                  <a:pt x="103" y="165"/>
                  <a:pt x="103" y="165"/>
                  <a:pt x="103" y="165"/>
                </a:cubicBezTo>
                <a:cubicBezTo>
                  <a:pt x="103" y="164"/>
                  <a:pt x="103" y="164"/>
                  <a:pt x="103" y="164"/>
                </a:cubicBezTo>
                <a:cubicBezTo>
                  <a:pt x="103" y="164"/>
                  <a:pt x="103" y="164"/>
                  <a:pt x="103" y="164"/>
                </a:cubicBezTo>
                <a:cubicBezTo>
                  <a:pt x="103" y="164"/>
                  <a:pt x="103" y="164"/>
                  <a:pt x="103" y="164"/>
                </a:cubicBezTo>
                <a:cubicBezTo>
                  <a:pt x="103" y="164"/>
                  <a:pt x="103" y="164"/>
                  <a:pt x="103" y="164"/>
                </a:cubicBezTo>
                <a:cubicBezTo>
                  <a:pt x="103" y="163"/>
                  <a:pt x="103" y="163"/>
                  <a:pt x="103" y="163"/>
                </a:cubicBezTo>
                <a:cubicBezTo>
                  <a:pt x="104" y="163"/>
                  <a:pt x="104" y="163"/>
                  <a:pt x="104" y="163"/>
                </a:cubicBezTo>
                <a:cubicBezTo>
                  <a:pt x="104" y="162"/>
                  <a:pt x="104" y="162"/>
                  <a:pt x="104" y="162"/>
                </a:cubicBezTo>
                <a:cubicBezTo>
                  <a:pt x="104" y="162"/>
                  <a:pt x="104" y="162"/>
                  <a:pt x="104" y="162"/>
                </a:cubicBezTo>
                <a:cubicBezTo>
                  <a:pt x="104" y="161"/>
                  <a:pt x="104" y="161"/>
                  <a:pt x="104" y="161"/>
                </a:cubicBezTo>
                <a:cubicBezTo>
                  <a:pt x="104" y="161"/>
                  <a:pt x="104" y="161"/>
                  <a:pt x="104" y="161"/>
                </a:cubicBezTo>
                <a:cubicBezTo>
                  <a:pt x="104" y="160"/>
                  <a:pt x="104" y="160"/>
                  <a:pt x="104" y="160"/>
                </a:cubicBezTo>
                <a:cubicBezTo>
                  <a:pt x="105" y="160"/>
                  <a:pt x="105" y="160"/>
                  <a:pt x="105" y="160"/>
                </a:cubicBezTo>
                <a:cubicBezTo>
                  <a:pt x="105" y="159"/>
                  <a:pt x="105" y="159"/>
                  <a:pt x="105" y="159"/>
                </a:cubicBezTo>
                <a:cubicBezTo>
                  <a:pt x="105" y="159"/>
                  <a:pt x="105" y="159"/>
                  <a:pt x="105" y="159"/>
                </a:cubicBezTo>
                <a:cubicBezTo>
                  <a:pt x="105" y="157"/>
                  <a:pt x="105" y="157"/>
                  <a:pt x="105" y="157"/>
                </a:cubicBezTo>
                <a:cubicBezTo>
                  <a:pt x="105" y="156"/>
                  <a:pt x="106" y="155"/>
                  <a:pt x="106" y="154"/>
                </a:cubicBezTo>
                <a:cubicBezTo>
                  <a:pt x="106" y="152"/>
                  <a:pt x="105" y="151"/>
                  <a:pt x="105" y="150"/>
                </a:cubicBezTo>
                <a:cubicBezTo>
                  <a:pt x="105" y="149"/>
                  <a:pt x="105" y="148"/>
                  <a:pt x="104" y="147"/>
                </a:cubicBezTo>
                <a:cubicBezTo>
                  <a:pt x="104" y="146"/>
                  <a:pt x="104" y="145"/>
                  <a:pt x="103" y="144"/>
                </a:cubicBezTo>
                <a:cubicBezTo>
                  <a:pt x="103" y="143"/>
                  <a:pt x="103" y="143"/>
                  <a:pt x="103" y="143"/>
                </a:cubicBezTo>
                <a:cubicBezTo>
                  <a:pt x="103" y="143"/>
                  <a:pt x="103" y="143"/>
                  <a:pt x="103" y="143"/>
                </a:cubicBezTo>
                <a:cubicBezTo>
                  <a:pt x="103" y="143"/>
                  <a:pt x="103" y="143"/>
                  <a:pt x="103" y="143"/>
                </a:cubicBezTo>
                <a:cubicBezTo>
                  <a:pt x="102" y="142"/>
                  <a:pt x="102" y="142"/>
                  <a:pt x="102" y="142"/>
                </a:cubicBezTo>
                <a:cubicBezTo>
                  <a:pt x="102" y="141"/>
                  <a:pt x="102" y="141"/>
                  <a:pt x="102" y="141"/>
                </a:cubicBezTo>
                <a:cubicBezTo>
                  <a:pt x="102" y="141"/>
                  <a:pt x="102" y="141"/>
                  <a:pt x="102" y="141"/>
                </a:cubicBezTo>
                <a:cubicBezTo>
                  <a:pt x="102" y="141"/>
                  <a:pt x="102" y="141"/>
                  <a:pt x="102" y="141"/>
                </a:cubicBezTo>
                <a:cubicBezTo>
                  <a:pt x="102" y="141"/>
                  <a:pt x="102" y="141"/>
                  <a:pt x="102" y="140"/>
                </a:cubicBezTo>
                <a:cubicBezTo>
                  <a:pt x="101" y="140"/>
                  <a:pt x="101" y="140"/>
                  <a:pt x="101" y="140"/>
                </a:cubicBezTo>
                <a:cubicBezTo>
                  <a:pt x="101" y="139"/>
                  <a:pt x="101" y="139"/>
                  <a:pt x="101" y="139"/>
                </a:cubicBezTo>
                <a:cubicBezTo>
                  <a:pt x="100" y="139"/>
                  <a:pt x="100" y="139"/>
                  <a:pt x="100" y="138"/>
                </a:cubicBezTo>
                <a:cubicBezTo>
                  <a:pt x="100" y="138"/>
                  <a:pt x="100" y="138"/>
                  <a:pt x="100" y="138"/>
                </a:cubicBezTo>
                <a:cubicBezTo>
                  <a:pt x="99" y="137"/>
                  <a:pt x="99" y="137"/>
                  <a:pt x="98" y="137"/>
                </a:cubicBezTo>
                <a:cubicBezTo>
                  <a:pt x="98" y="136"/>
                  <a:pt x="98" y="136"/>
                  <a:pt x="97" y="136"/>
                </a:cubicBezTo>
                <a:cubicBezTo>
                  <a:pt x="97" y="135"/>
                  <a:pt x="97" y="135"/>
                  <a:pt x="97" y="135"/>
                </a:cubicBezTo>
                <a:cubicBezTo>
                  <a:pt x="97" y="135"/>
                  <a:pt x="97" y="135"/>
                  <a:pt x="97" y="135"/>
                </a:cubicBezTo>
                <a:cubicBezTo>
                  <a:pt x="97" y="135"/>
                  <a:pt x="97" y="135"/>
                  <a:pt x="97" y="135"/>
                </a:cubicBezTo>
                <a:cubicBezTo>
                  <a:pt x="97" y="135"/>
                  <a:pt x="96" y="135"/>
                  <a:pt x="96" y="135"/>
                </a:cubicBezTo>
                <a:cubicBezTo>
                  <a:pt x="95" y="134"/>
                  <a:pt x="95" y="133"/>
                  <a:pt x="95" y="133"/>
                </a:cubicBezTo>
                <a:cubicBezTo>
                  <a:pt x="94" y="133"/>
                  <a:pt x="94" y="133"/>
                  <a:pt x="94" y="133"/>
                </a:cubicBezTo>
                <a:cubicBezTo>
                  <a:pt x="94" y="133"/>
                  <a:pt x="94" y="133"/>
                  <a:pt x="93" y="132"/>
                </a:cubicBezTo>
                <a:cubicBezTo>
                  <a:pt x="93" y="132"/>
                  <a:pt x="93" y="132"/>
                  <a:pt x="93" y="132"/>
                </a:cubicBezTo>
                <a:cubicBezTo>
                  <a:pt x="92" y="131"/>
                  <a:pt x="92" y="131"/>
                  <a:pt x="92" y="131"/>
                </a:cubicBezTo>
                <a:cubicBezTo>
                  <a:pt x="92" y="131"/>
                  <a:pt x="92" y="131"/>
                  <a:pt x="92" y="131"/>
                </a:cubicBezTo>
                <a:cubicBezTo>
                  <a:pt x="91" y="131"/>
                  <a:pt x="91" y="131"/>
                  <a:pt x="91" y="131"/>
                </a:cubicBezTo>
                <a:cubicBezTo>
                  <a:pt x="91" y="131"/>
                  <a:pt x="91" y="131"/>
                  <a:pt x="90" y="130"/>
                </a:cubicBezTo>
                <a:cubicBezTo>
                  <a:pt x="90" y="130"/>
                  <a:pt x="90" y="130"/>
                  <a:pt x="89" y="130"/>
                </a:cubicBezTo>
                <a:cubicBezTo>
                  <a:pt x="89" y="130"/>
                  <a:pt x="89" y="130"/>
                  <a:pt x="89" y="130"/>
                </a:cubicBezTo>
                <a:cubicBezTo>
                  <a:pt x="89" y="130"/>
                  <a:pt x="89" y="130"/>
                  <a:pt x="89" y="130"/>
                </a:cubicBezTo>
                <a:cubicBezTo>
                  <a:pt x="89" y="130"/>
                  <a:pt x="89" y="130"/>
                  <a:pt x="89" y="130"/>
                </a:cubicBezTo>
                <a:cubicBezTo>
                  <a:pt x="88" y="130"/>
                  <a:pt x="88" y="130"/>
                  <a:pt x="88" y="130"/>
                </a:cubicBezTo>
                <a:cubicBezTo>
                  <a:pt x="88" y="129"/>
                  <a:pt x="88" y="129"/>
                  <a:pt x="88" y="129"/>
                </a:cubicBezTo>
                <a:cubicBezTo>
                  <a:pt x="87" y="129"/>
                  <a:pt x="87" y="129"/>
                  <a:pt x="87" y="129"/>
                </a:cubicBezTo>
                <a:cubicBezTo>
                  <a:pt x="87" y="129"/>
                  <a:pt x="87" y="129"/>
                  <a:pt x="87" y="129"/>
                </a:cubicBezTo>
                <a:cubicBezTo>
                  <a:pt x="87" y="129"/>
                  <a:pt x="87" y="128"/>
                  <a:pt x="86" y="128"/>
                </a:cubicBezTo>
                <a:cubicBezTo>
                  <a:pt x="86" y="128"/>
                  <a:pt x="86" y="128"/>
                  <a:pt x="85" y="128"/>
                </a:cubicBezTo>
                <a:cubicBezTo>
                  <a:pt x="85" y="128"/>
                  <a:pt x="85" y="128"/>
                  <a:pt x="85" y="128"/>
                </a:cubicBezTo>
                <a:cubicBezTo>
                  <a:pt x="84" y="128"/>
                  <a:pt x="84" y="128"/>
                  <a:pt x="84" y="128"/>
                </a:cubicBezTo>
                <a:cubicBezTo>
                  <a:pt x="84" y="127"/>
                  <a:pt x="84" y="127"/>
                  <a:pt x="84" y="127"/>
                </a:cubicBezTo>
                <a:cubicBezTo>
                  <a:pt x="83" y="127"/>
                  <a:pt x="83" y="127"/>
                  <a:pt x="83" y="127"/>
                </a:cubicBezTo>
                <a:cubicBezTo>
                  <a:pt x="83" y="127"/>
                  <a:pt x="83" y="127"/>
                  <a:pt x="83" y="127"/>
                </a:cubicBezTo>
                <a:cubicBezTo>
                  <a:pt x="82" y="127"/>
                  <a:pt x="82" y="127"/>
                  <a:pt x="82" y="127"/>
                </a:cubicBezTo>
                <a:cubicBezTo>
                  <a:pt x="82" y="127"/>
                  <a:pt x="82" y="127"/>
                  <a:pt x="82" y="127"/>
                </a:cubicBezTo>
                <a:cubicBezTo>
                  <a:pt x="81" y="127"/>
                  <a:pt x="81" y="127"/>
                  <a:pt x="81" y="127"/>
                </a:cubicBezTo>
                <a:cubicBezTo>
                  <a:pt x="81" y="126"/>
                  <a:pt x="81" y="126"/>
                  <a:pt x="81" y="126"/>
                </a:cubicBezTo>
                <a:cubicBezTo>
                  <a:pt x="80" y="126"/>
                  <a:pt x="80" y="126"/>
                  <a:pt x="80" y="126"/>
                </a:cubicBezTo>
                <a:cubicBezTo>
                  <a:pt x="80" y="126"/>
                  <a:pt x="80" y="126"/>
                  <a:pt x="80" y="126"/>
                </a:cubicBezTo>
                <a:cubicBezTo>
                  <a:pt x="76" y="125"/>
                  <a:pt x="76" y="125"/>
                  <a:pt x="76" y="125"/>
                </a:cubicBezTo>
                <a:cubicBezTo>
                  <a:pt x="76" y="125"/>
                  <a:pt x="76" y="125"/>
                  <a:pt x="76" y="125"/>
                </a:cubicBezTo>
                <a:cubicBezTo>
                  <a:pt x="73" y="125"/>
                  <a:pt x="73" y="125"/>
                  <a:pt x="73" y="125"/>
                </a:cubicBezTo>
                <a:cubicBezTo>
                  <a:pt x="73" y="125"/>
                  <a:pt x="73" y="125"/>
                  <a:pt x="73" y="125"/>
                </a:cubicBezTo>
                <a:cubicBezTo>
                  <a:pt x="69" y="125"/>
                  <a:pt x="69" y="125"/>
                  <a:pt x="69" y="125"/>
                </a:cubicBezTo>
                <a:cubicBezTo>
                  <a:pt x="69" y="124"/>
                  <a:pt x="69" y="124"/>
                  <a:pt x="69" y="124"/>
                </a:cubicBezTo>
                <a:cubicBezTo>
                  <a:pt x="69" y="124"/>
                  <a:pt x="68" y="124"/>
                  <a:pt x="68" y="124"/>
                </a:cubicBezTo>
                <a:cubicBezTo>
                  <a:pt x="67" y="124"/>
                  <a:pt x="66" y="124"/>
                  <a:pt x="66" y="124"/>
                </a:cubicBezTo>
                <a:cubicBezTo>
                  <a:pt x="65" y="124"/>
                  <a:pt x="64" y="124"/>
                  <a:pt x="63" y="124"/>
                </a:cubicBezTo>
                <a:cubicBezTo>
                  <a:pt x="63" y="124"/>
                  <a:pt x="62" y="125"/>
                  <a:pt x="62" y="125"/>
                </a:cubicBezTo>
                <a:cubicBezTo>
                  <a:pt x="59" y="125"/>
                  <a:pt x="59" y="125"/>
                  <a:pt x="59" y="125"/>
                </a:cubicBezTo>
                <a:cubicBezTo>
                  <a:pt x="58" y="125"/>
                  <a:pt x="57" y="125"/>
                  <a:pt x="56" y="125"/>
                </a:cubicBezTo>
                <a:cubicBezTo>
                  <a:pt x="55" y="126"/>
                  <a:pt x="54" y="126"/>
                  <a:pt x="53" y="126"/>
                </a:cubicBezTo>
                <a:cubicBezTo>
                  <a:pt x="51" y="126"/>
                  <a:pt x="51" y="126"/>
                  <a:pt x="51" y="126"/>
                </a:cubicBezTo>
                <a:cubicBezTo>
                  <a:pt x="51" y="126"/>
                  <a:pt x="51" y="126"/>
                  <a:pt x="51" y="126"/>
                </a:cubicBezTo>
                <a:cubicBezTo>
                  <a:pt x="51" y="126"/>
                  <a:pt x="51" y="126"/>
                  <a:pt x="50" y="127"/>
                </a:cubicBezTo>
                <a:cubicBezTo>
                  <a:pt x="50" y="127"/>
                  <a:pt x="49" y="127"/>
                  <a:pt x="49" y="127"/>
                </a:cubicBezTo>
                <a:cubicBezTo>
                  <a:pt x="49" y="127"/>
                  <a:pt x="49" y="127"/>
                  <a:pt x="49" y="127"/>
                </a:cubicBezTo>
                <a:cubicBezTo>
                  <a:pt x="49" y="127"/>
                  <a:pt x="48" y="127"/>
                  <a:pt x="48" y="127"/>
                </a:cubicBezTo>
                <a:cubicBezTo>
                  <a:pt x="48" y="127"/>
                  <a:pt x="47" y="127"/>
                  <a:pt x="47" y="127"/>
                </a:cubicBezTo>
                <a:cubicBezTo>
                  <a:pt x="47" y="128"/>
                  <a:pt x="47" y="128"/>
                  <a:pt x="47" y="128"/>
                </a:cubicBezTo>
                <a:cubicBezTo>
                  <a:pt x="47" y="128"/>
                  <a:pt x="46" y="128"/>
                  <a:pt x="47" y="128"/>
                </a:cubicBezTo>
                <a:cubicBezTo>
                  <a:pt x="47" y="128"/>
                  <a:pt x="46" y="128"/>
                  <a:pt x="46" y="127"/>
                </a:cubicBezTo>
                <a:cubicBezTo>
                  <a:pt x="46" y="127"/>
                  <a:pt x="46" y="127"/>
                  <a:pt x="46" y="127"/>
                </a:cubicBezTo>
                <a:cubicBezTo>
                  <a:pt x="46" y="128"/>
                  <a:pt x="45" y="128"/>
                  <a:pt x="45" y="128"/>
                </a:cubicBezTo>
                <a:close/>
                <a:moveTo>
                  <a:pt x="42" y="18"/>
                </a:moveTo>
                <a:cubicBezTo>
                  <a:pt x="42" y="18"/>
                  <a:pt x="42" y="18"/>
                  <a:pt x="42" y="18"/>
                </a:cubicBezTo>
                <a:cubicBezTo>
                  <a:pt x="42" y="18"/>
                  <a:pt x="42" y="18"/>
                  <a:pt x="42" y="18"/>
                </a:cubicBezTo>
                <a:cubicBezTo>
                  <a:pt x="42" y="19"/>
                  <a:pt x="42" y="19"/>
                  <a:pt x="42" y="19"/>
                </a:cubicBezTo>
                <a:cubicBezTo>
                  <a:pt x="41" y="20"/>
                  <a:pt x="41" y="20"/>
                  <a:pt x="41" y="20"/>
                </a:cubicBezTo>
                <a:cubicBezTo>
                  <a:pt x="41" y="20"/>
                  <a:pt x="41" y="20"/>
                  <a:pt x="40" y="21"/>
                </a:cubicBezTo>
                <a:cubicBezTo>
                  <a:pt x="40" y="21"/>
                  <a:pt x="40" y="21"/>
                  <a:pt x="40" y="21"/>
                </a:cubicBezTo>
                <a:cubicBezTo>
                  <a:pt x="40" y="22"/>
                  <a:pt x="40" y="22"/>
                  <a:pt x="40" y="22"/>
                </a:cubicBezTo>
                <a:cubicBezTo>
                  <a:pt x="39" y="23"/>
                  <a:pt x="39" y="23"/>
                  <a:pt x="39" y="23"/>
                </a:cubicBezTo>
                <a:cubicBezTo>
                  <a:pt x="39" y="23"/>
                  <a:pt x="39" y="23"/>
                  <a:pt x="39" y="24"/>
                </a:cubicBezTo>
                <a:cubicBezTo>
                  <a:pt x="39" y="24"/>
                  <a:pt x="39" y="24"/>
                  <a:pt x="39" y="24"/>
                </a:cubicBezTo>
                <a:cubicBezTo>
                  <a:pt x="39" y="24"/>
                  <a:pt x="38" y="25"/>
                  <a:pt x="38" y="25"/>
                </a:cubicBezTo>
                <a:cubicBezTo>
                  <a:pt x="38" y="25"/>
                  <a:pt x="38" y="25"/>
                  <a:pt x="38" y="25"/>
                </a:cubicBezTo>
                <a:cubicBezTo>
                  <a:pt x="38" y="26"/>
                  <a:pt x="38" y="26"/>
                  <a:pt x="38" y="26"/>
                </a:cubicBezTo>
                <a:cubicBezTo>
                  <a:pt x="38" y="26"/>
                  <a:pt x="38" y="26"/>
                  <a:pt x="38" y="26"/>
                </a:cubicBezTo>
                <a:cubicBezTo>
                  <a:pt x="38" y="27"/>
                  <a:pt x="38" y="27"/>
                  <a:pt x="38" y="27"/>
                </a:cubicBezTo>
                <a:cubicBezTo>
                  <a:pt x="36" y="32"/>
                  <a:pt x="36" y="36"/>
                  <a:pt x="36" y="41"/>
                </a:cubicBezTo>
                <a:cubicBezTo>
                  <a:pt x="36" y="46"/>
                  <a:pt x="37" y="50"/>
                  <a:pt x="38" y="54"/>
                </a:cubicBezTo>
                <a:cubicBezTo>
                  <a:pt x="38" y="55"/>
                  <a:pt x="38" y="55"/>
                  <a:pt x="38" y="55"/>
                </a:cubicBezTo>
                <a:cubicBezTo>
                  <a:pt x="39" y="55"/>
                  <a:pt x="39" y="55"/>
                  <a:pt x="39" y="55"/>
                </a:cubicBezTo>
                <a:cubicBezTo>
                  <a:pt x="39" y="56"/>
                  <a:pt x="39" y="56"/>
                  <a:pt x="39" y="56"/>
                </a:cubicBezTo>
                <a:cubicBezTo>
                  <a:pt x="39" y="56"/>
                  <a:pt x="39" y="56"/>
                  <a:pt x="39" y="56"/>
                </a:cubicBezTo>
                <a:cubicBezTo>
                  <a:pt x="39" y="56"/>
                  <a:pt x="39" y="57"/>
                  <a:pt x="39" y="57"/>
                </a:cubicBezTo>
                <a:cubicBezTo>
                  <a:pt x="39" y="57"/>
                  <a:pt x="39" y="58"/>
                  <a:pt x="40" y="58"/>
                </a:cubicBezTo>
                <a:cubicBezTo>
                  <a:pt x="40" y="58"/>
                  <a:pt x="40" y="58"/>
                  <a:pt x="40" y="58"/>
                </a:cubicBezTo>
                <a:cubicBezTo>
                  <a:pt x="40" y="58"/>
                  <a:pt x="40" y="59"/>
                  <a:pt x="40" y="59"/>
                </a:cubicBezTo>
                <a:cubicBezTo>
                  <a:pt x="40" y="59"/>
                  <a:pt x="40" y="60"/>
                  <a:pt x="40" y="60"/>
                </a:cubicBezTo>
                <a:cubicBezTo>
                  <a:pt x="41" y="60"/>
                  <a:pt x="41" y="60"/>
                  <a:pt x="41" y="60"/>
                </a:cubicBezTo>
                <a:cubicBezTo>
                  <a:pt x="41" y="61"/>
                  <a:pt x="41" y="61"/>
                  <a:pt x="41" y="61"/>
                </a:cubicBezTo>
                <a:cubicBezTo>
                  <a:pt x="41" y="61"/>
                  <a:pt x="41" y="61"/>
                  <a:pt x="41" y="61"/>
                </a:cubicBezTo>
                <a:cubicBezTo>
                  <a:pt x="41" y="62"/>
                  <a:pt x="41" y="62"/>
                  <a:pt x="41" y="62"/>
                </a:cubicBezTo>
                <a:cubicBezTo>
                  <a:pt x="42" y="62"/>
                  <a:pt x="42" y="62"/>
                  <a:pt x="42" y="62"/>
                </a:cubicBezTo>
                <a:cubicBezTo>
                  <a:pt x="42" y="62"/>
                  <a:pt x="42" y="62"/>
                  <a:pt x="42" y="63"/>
                </a:cubicBezTo>
                <a:cubicBezTo>
                  <a:pt x="42" y="63"/>
                  <a:pt x="42" y="63"/>
                  <a:pt x="42" y="64"/>
                </a:cubicBezTo>
                <a:cubicBezTo>
                  <a:pt x="43" y="64"/>
                  <a:pt x="43" y="64"/>
                  <a:pt x="43" y="64"/>
                </a:cubicBezTo>
                <a:cubicBezTo>
                  <a:pt x="43" y="65"/>
                  <a:pt x="43" y="65"/>
                  <a:pt x="43" y="65"/>
                </a:cubicBezTo>
                <a:cubicBezTo>
                  <a:pt x="43" y="65"/>
                  <a:pt x="43" y="65"/>
                  <a:pt x="43" y="65"/>
                </a:cubicBezTo>
                <a:cubicBezTo>
                  <a:pt x="44" y="65"/>
                  <a:pt x="44" y="65"/>
                  <a:pt x="44" y="66"/>
                </a:cubicBezTo>
                <a:cubicBezTo>
                  <a:pt x="44" y="66"/>
                  <a:pt x="44" y="66"/>
                  <a:pt x="44" y="67"/>
                </a:cubicBezTo>
                <a:cubicBezTo>
                  <a:pt x="44" y="67"/>
                  <a:pt x="44" y="67"/>
                  <a:pt x="45" y="68"/>
                </a:cubicBezTo>
                <a:cubicBezTo>
                  <a:pt x="45" y="68"/>
                  <a:pt x="45" y="68"/>
                  <a:pt x="45" y="68"/>
                </a:cubicBezTo>
                <a:cubicBezTo>
                  <a:pt x="45" y="68"/>
                  <a:pt x="45" y="68"/>
                  <a:pt x="46" y="69"/>
                </a:cubicBezTo>
                <a:cubicBezTo>
                  <a:pt x="46" y="69"/>
                  <a:pt x="46" y="69"/>
                  <a:pt x="47" y="69"/>
                </a:cubicBezTo>
                <a:cubicBezTo>
                  <a:pt x="47" y="70"/>
                  <a:pt x="47" y="70"/>
                  <a:pt x="47" y="70"/>
                </a:cubicBezTo>
                <a:cubicBezTo>
                  <a:pt x="47" y="71"/>
                  <a:pt x="47" y="71"/>
                  <a:pt x="47" y="71"/>
                </a:cubicBezTo>
                <a:cubicBezTo>
                  <a:pt x="48" y="71"/>
                  <a:pt x="48" y="71"/>
                  <a:pt x="48" y="71"/>
                </a:cubicBezTo>
                <a:cubicBezTo>
                  <a:pt x="48" y="72"/>
                  <a:pt x="49" y="72"/>
                  <a:pt x="49" y="72"/>
                </a:cubicBezTo>
                <a:cubicBezTo>
                  <a:pt x="49" y="73"/>
                  <a:pt x="50" y="73"/>
                  <a:pt x="50" y="73"/>
                </a:cubicBezTo>
                <a:cubicBezTo>
                  <a:pt x="51" y="74"/>
                  <a:pt x="51" y="74"/>
                  <a:pt x="51" y="74"/>
                </a:cubicBezTo>
                <a:cubicBezTo>
                  <a:pt x="52" y="74"/>
                  <a:pt x="52" y="75"/>
                  <a:pt x="52" y="76"/>
                </a:cubicBezTo>
                <a:cubicBezTo>
                  <a:pt x="52" y="76"/>
                  <a:pt x="53" y="76"/>
                  <a:pt x="53" y="76"/>
                </a:cubicBezTo>
                <a:cubicBezTo>
                  <a:pt x="53" y="76"/>
                  <a:pt x="53" y="76"/>
                  <a:pt x="54" y="76"/>
                </a:cubicBezTo>
                <a:cubicBezTo>
                  <a:pt x="54" y="76"/>
                  <a:pt x="54" y="76"/>
                  <a:pt x="54" y="76"/>
                </a:cubicBezTo>
                <a:cubicBezTo>
                  <a:pt x="54" y="76"/>
                  <a:pt x="54" y="76"/>
                  <a:pt x="54" y="76"/>
                </a:cubicBezTo>
                <a:cubicBezTo>
                  <a:pt x="54" y="77"/>
                  <a:pt x="54" y="77"/>
                  <a:pt x="54" y="77"/>
                </a:cubicBezTo>
                <a:cubicBezTo>
                  <a:pt x="55" y="77"/>
                  <a:pt x="55" y="77"/>
                  <a:pt x="55" y="77"/>
                </a:cubicBezTo>
                <a:cubicBezTo>
                  <a:pt x="55" y="77"/>
                  <a:pt x="55" y="77"/>
                  <a:pt x="55" y="77"/>
                </a:cubicBezTo>
                <a:cubicBezTo>
                  <a:pt x="55" y="77"/>
                  <a:pt x="56" y="77"/>
                  <a:pt x="57" y="78"/>
                </a:cubicBezTo>
                <a:cubicBezTo>
                  <a:pt x="57" y="78"/>
                  <a:pt x="57" y="78"/>
                  <a:pt x="57" y="78"/>
                </a:cubicBezTo>
                <a:cubicBezTo>
                  <a:pt x="57" y="78"/>
                  <a:pt x="57" y="78"/>
                  <a:pt x="58" y="78"/>
                </a:cubicBezTo>
                <a:cubicBezTo>
                  <a:pt x="58" y="78"/>
                  <a:pt x="58" y="78"/>
                  <a:pt x="59" y="79"/>
                </a:cubicBezTo>
                <a:cubicBezTo>
                  <a:pt x="59" y="79"/>
                  <a:pt x="59" y="79"/>
                  <a:pt x="59" y="79"/>
                </a:cubicBezTo>
                <a:cubicBezTo>
                  <a:pt x="60" y="79"/>
                  <a:pt x="60" y="79"/>
                  <a:pt x="60" y="79"/>
                </a:cubicBezTo>
                <a:cubicBezTo>
                  <a:pt x="60" y="79"/>
                  <a:pt x="60" y="79"/>
                  <a:pt x="60" y="79"/>
                </a:cubicBezTo>
                <a:cubicBezTo>
                  <a:pt x="61" y="79"/>
                  <a:pt x="61" y="79"/>
                  <a:pt x="61" y="79"/>
                </a:cubicBezTo>
                <a:cubicBezTo>
                  <a:pt x="61" y="80"/>
                  <a:pt x="61" y="80"/>
                  <a:pt x="61" y="80"/>
                </a:cubicBezTo>
                <a:cubicBezTo>
                  <a:pt x="62" y="80"/>
                  <a:pt x="62" y="80"/>
                  <a:pt x="62" y="80"/>
                </a:cubicBezTo>
                <a:cubicBezTo>
                  <a:pt x="62" y="80"/>
                  <a:pt x="62" y="80"/>
                  <a:pt x="62" y="80"/>
                </a:cubicBezTo>
                <a:cubicBezTo>
                  <a:pt x="62" y="80"/>
                  <a:pt x="62" y="80"/>
                  <a:pt x="63" y="80"/>
                </a:cubicBezTo>
                <a:cubicBezTo>
                  <a:pt x="64" y="80"/>
                  <a:pt x="65" y="80"/>
                  <a:pt x="66" y="80"/>
                </a:cubicBezTo>
                <a:cubicBezTo>
                  <a:pt x="67" y="80"/>
                  <a:pt x="68" y="81"/>
                  <a:pt x="69" y="81"/>
                </a:cubicBezTo>
                <a:cubicBezTo>
                  <a:pt x="70" y="81"/>
                  <a:pt x="70" y="80"/>
                  <a:pt x="71" y="80"/>
                </a:cubicBezTo>
                <a:cubicBezTo>
                  <a:pt x="71" y="80"/>
                  <a:pt x="71" y="80"/>
                  <a:pt x="71" y="80"/>
                </a:cubicBezTo>
                <a:cubicBezTo>
                  <a:pt x="72" y="80"/>
                  <a:pt x="72" y="80"/>
                  <a:pt x="72" y="80"/>
                </a:cubicBezTo>
                <a:cubicBezTo>
                  <a:pt x="72" y="80"/>
                  <a:pt x="72" y="80"/>
                  <a:pt x="72" y="80"/>
                </a:cubicBezTo>
                <a:cubicBezTo>
                  <a:pt x="73" y="80"/>
                  <a:pt x="73" y="80"/>
                  <a:pt x="73" y="80"/>
                </a:cubicBezTo>
                <a:cubicBezTo>
                  <a:pt x="77" y="78"/>
                  <a:pt x="80" y="76"/>
                  <a:pt x="82" y="73"/>
                </a:cubicBezTo>
                <a:cubicBezTo>
                  <a:pt x="84" y="70"/>
                  <a:pt x="86" y="67"/>
                  <a:pt x="87" y="63"/>
                </a:cubicBezTo>
                <a:cubicBezTo>
                  <a:pt x="87" y="62"/>
                  <a:pt x="87" y="62"/>
                  <a:pt x="87" y="62"/>
                </a:cubicBezTo>
                <a:cubicBezTo>
                  <a:pt x="88" y="62"/>
                  <a:pt x="88" y="62"/>
                  <a:pt x="88" y="62"/>
                </a:cubicBezTo>
                <a:cubicBezTo>
                  <a:pt x="88" y="60"/>
                  <a:pt x="88" y="60"/>
                  <a:pt x="88" y="60"/>
                </a:cubicBezTo>
                <a:cubicBezTo>
                  <a:pt x="88" y="60"/>
                  <a:pt x="88" y="60"/>
                  <a:pt x="88" y="60"/>
                </a:cubicBezTo>
                <a:cubicBezTo>
                  <a:pt x="88" y="58"/>
                  <a:pt x="88" y="58"/>
                  <a:pt x="88" y="58"/>
                </a:cubicBezTo>
                <a:cubicBezTo>
                  <a:pt x="88" y="58"/>
                  <a:pt x="88" y="58"/>
                  <a:pt x="88" y="58"/>
                </a:cubicBezTo>
                <a:cubicBezTo>
                  <a:pt x="88" y="56"/>
                  <a:pt x="88" y="56"/>
                  <a:pt x="88" y="56"/>
                </a:cubicBezTo>
                <a:cubicBezTo>
                  <a:pt x="89" y="56"/>
                  <a:pt x="89" y="56"/>
                  <a:pt x="89" y="56"/>
                </a:cubicBezTo>
                <a:cubicBezTo>
                  <a:pt x="89" y="54"/>
                  <a:pt x="88" y="52"/>
                  <a:pt x="88" y="50"/>
                </a:cubicBezTo>
                <a:cubicBezTo>
                  <a:pt x="88" y="48"/>
                  <a:pt x="88" y="46"/>
                  <a:pt x="88" y="44"/>
                </a:cubicBezTo>
                <a:cubicBezTo>
                  <a:pt x="88" y="44"/>
                  <a:pt x="88" y="44"/>
                  <a:pt x="88" y="44"/>
                </a:cubicBezTo>
                <a:cubicBezTo>
                  <a:pt x="88" y="42"/>
                  <a:pt x="88" y="42"/>
                  <a:pt x="88" y="42"/>
                </a:cubicBezTo>
                <a:cubicBezTo>
                  <a:pt x="88" y="42"/>
                  <a:pt x="88" y="42"/>
                  <a:pt x="88" y="42"/>
                </a:cubicBezTo>
                <a:cubicBezTo>
                  <a:pt x="88" y="40"/>
                  <a:pt x="88" y="40"/>
                  <a:pt x="88" y="40"/>
                </a:cubicBezTo>
                <a:cubicBezTo>
                  <a:pt x="87" y="40"/>
                  <a:pt x="87" y="40"/>
                  <a:pt x="87" y="40"/>
                </a:cubicBezTo>
                <a:cubicBezTo>
                  <a:pt x="87" y="39"/>
                  <a:pt x="87" y="39"/>
                  <a:pt x="87" y="39"/>
                </a:cubicBezTo>
                <a:cubicBezTo>
                  <a:pt x="87" y="39"/>
                  <a:pt x="87" y="39"/>
                  <a:pt x="87" y="39"/>
                </a:cubicBezTo>
                <a:cubicBezTo>
                  <a:pt x="87" y="38"/>
                  <a:pt x="87" y="38"/>
                  <a:pt x="87" y="38"/>
                </a:cubicBezTo>
                <a:cubicBezTo>
                  <a:pt x="87" y="38"/>
                  <a:pt x="87" y="38"/>
                  <a:pt x="87" y="38"/>
                </a:cubicBezTo>
                <a:cubicBezTo>
                  <a:pt x="87" y="36"/>
                  <a:pt x="87" y="36"/>
                  <a:pt x="87" y="36"/>
                </a:cubicBezTo>
                <a:cubicBezTo>
                  <a:pt x="86" y="36"/>
                  <a:pt x="86" y="36"/>
                  <a:pt x="86" y="36"/>
                </a:cubicBezTo>
                <a:cubicBezTo>
                  <a:pt x="86" y="36"/>
                  <a:pt x="86" y="36"/>
                  <a:pt x="86" y="36"/>
                </a:cubicBezTo>
                <a:cubicBezTo>
                  <a:pt x="86" y="36"/>
                  <a:pt x="86" y="36"/>
                  <a:pt x="86" y="36"/>
                </a:cubicBezTo>
                <a:cubicBezTo>
                  <a:pt x="86" y="35"/>
                  <a:pt x="86" y="35"/>
                  <a:pt x="86" y="35"/>
                </a:cubicBezTo>
                <a:cubicBezTo>
                  <a:pt x="86" y="34"/>
                  <a:pt x="86" y="34"/>
                  <a:pt x="86" y="34"/>
                </a:cubicBezTo>
                <a:cubicBezTo>
                  <a:pt x="85" y="34"/>
                  <a:pt x="85" y="34"/>
                  <a:pt x="85" y="34"/>
                </a:cubicBezTo>
                <a:cubicBezTo>
                  <a:pt x="85" y="33"/>
                  <a:pt x="85" y="32"/>
                  <a:pt x="85" y="32"/>
                </a:cubicBezTo>
                <a:cubicBezTo>
                  <a:pt x="85" y="32"/>
                  <a:pt x="85" y="32"/>
                  <a:pt x="85" y="32"/>
                </a:cubicBezTo>
                <a:cubicBezTo>
                  <a:pt x="85" y="31"/>
                  <a:pt x="85" y="31"/>
                  <a:pt x="85" y="31"/>
                </a:cubicBezTo>
                <a:cubicBezTo>
                  <a:pt x="84" y="31"/>
                  <a:pt x="84" y="31"/>
                  <a:pt x="84" y="31"/>
                </a:cubicBezTo>
                <a:cubicBezTo>
                  <a:pt x="84" y="30"/>
                  <a:pt x="84" y="30"/>
                  <a:pt x="84" y="30"/>
                </a:cubicBezTo>
                <a:cubicBezTo>
                  <a:pt x="84" y="30"/>
                  <a:pt x="84" y="30"/>
                  <a:pt x="84" y="30"/>
                </a:cubicBezTo>
                <a:cubicBezTo>
                  <a:pt x="84" y="29"/>
                  <a:pt x="84" y="29"/>
                  <a:pt x="84" y="29"/>
                </a:cubicBezTo>
                <a:cubicBezTo>
                  <a:pt x="83" y="29"/>
                  <a:pt x="83" y="29"/>
                  <a:pt x="83" y="29"/>
                </a:cubicBezTo>
                <a:cubicBezTo>
                  <a:pt x="83" y="28"/>
                  <a:pt x="83" y="28"/>
                  <a:pt x="83" y="28"/>
                </a:cubicBezTo>
                <a:cubicBezTo>
                  <a:pt x="83" y="28"/>
                  <a:pt x="83" y="28"/>
                  <a:pt x="83" y="28"/>
                </a:cubicBezTo>
                <a:cubicBezTo>
                  <a:pt x="83" y="28"/>
                  <a:pt x="83" y="28"/>
                  <a:pt x="83" y="28"/>
                </a:cubicBezTo>
                <a:cubicBezTo>
                  <a:pt x="82" y="27"/>
                  <a:pt x="82" y="27"/>
                  <a:pt x="82" y="27"/>
                </a:cubicBezTo>
                <a:cubicBezTo>
                  <a:pt x="82" y="26"/>
                  <a:pt x="82" y="26"/>
                  <a:pt x="82" y="26"/>
                </a:cubicBezTo>
                <a:cubicBezTo>
                  <a:pt x="81" y="26"/>
                  <a:pt x="81" y="26"/>
                  <a:pt x="81" y="26"/>
                </a:cubicBezTo>
                <a:cubicBezTo>
                  <a:pt x="81" y="26"/>
                  <a:pt x="81" y="26"/>
                  <a:pt x="81" y="25"/>
                </a:cubicBezTo>
                <a:cubicBezTo>
                  <a:pt x="81" y="25"/>
                  <a:pt x="81" y="25"/>
                  <a:pt x="81" y="25"/>
                </a:cubicBezTo>
                <a:cubicBezTo>
                  <a:pt x="80" y="24"/>
                  <a:pt x="80" y="24"/>
                  <a:pt x="80" y="24"/>
                </a:cubicBezTo>
                <a:cubicBezTo>
                  <a:pt x="80" y="23"/>
                  <a:pt x="80" y="23"/>
                  <a:pt x="80" y="23"/>
                </a:cubicBezTo>
                <a:cubicBezTo>
                  <a:pt x="80" y="23"/>
                  <a:pt x="80" y="23"/>
                  <a:pt x="79" y="23"/>
                </a:cubicBezTo>
                <a:cubicBezTo>
                  <a:pt x="79" y="22"/>
                  <a:pt x="79" y="22"/>
                  <a:pt x="79" y="22"/>
                </a:cubicBezTo>
                <a:cubicBezTo>
                  <a:pt x="79" y="22"/>
                  <a:pt x="79" y="22"/>
                  <a:pt x="79" y="22"/>
                </a:cubicBezTo>
                <a:cubicBezTo>
                  <a:pt x="78" y="21"/>
                  <a:pt x="78" y="21"/>
                  <a:pt x="78" y="21"/>
                </a:cubicBezTo>
                <a:cubicBezTo>
                  <a:pt x="74" y="16"/>
                  <a:pt x="69" y="12"/>
                  <a:pt x="62" y="10"/>
                </a:cubicBezTo>
                <a:cubicBezTo>
                  <a:pt x="60" y="10"/>
                  <a:pt x="60" y="10"/>
                  <a:pt x="60" y="10"/>
                </a:cubicBezTo>
                <a:cubicBezTo>
                  <a:pt x="60" y="10"/>
                  <a:pt x="60" y="10"/>
                  <a:pt x="60" y="10"/>
                </a:cubicBezTo>
                <a:cubicBezTo>
                  <a:pt x="59" y="10"/>
                  <a:pt x="58" y="10"/>
                  <a:pt x="56" y="10"/>
                </a:cubicBezTo>
                <a:cubicBezTo>
                  <a:pt x="54" y="10"/>
                  <a:pt x="53" y="11"/>
                  <a:pt x="52" y="11"/>
                </a:cubicBezTo>
                <a:cubicBezTo>
                  <a:pt x="51" y="11"/>
                  <a:pt x="51" y="11"/>
                  <a:pt x="51" y="11"/>
                </a:cubicBezTo>
                <a:cubicBezTo>
                  <a:pt x="51" y="11"/>
                  <a:pt x="51" y="11"/>
                  <a:pt x="51" y="11"/>
                </a:cubicBezTo>
                <a:cubicBezTo>
                  <a:pt x="51" y="11"/>
                  <a:pt x="51" y="11"/>
                  <a:pt x="50" y="11"/>
                </a:cubicBezTo>
                <a:cubicBezTo>
                  <a:pt x="50" y="12"/>
                  <a:pt x="50" y="12"/>
                  <a:pt x="50" y="12"/>
                </a:cubicBezTo>
                <a:cubicBezTo>
                  <a:pt x="50" y="12"/>
                  <a:pt x="50" y="12"/>
                  <a:pt x="50" y="12"/>
                </a:cubicBezTo>
                <a:cubicBezTo>
                  <a:pt x="49" y="12"/>
                  <a:pt x="49" y="12"/>
                  <a:pt x="49" y="12"/>
                </a:cubicBezTo>
                <a:cubicBezTo>
                  <a:pt x="49" y="12"/>
                  <a:pt x="49" y="12"/>
                  <a:pt x="49" y="12"/>
                </a:cubicBezTo>
                <a:cubicBezTo>
                  <a:pt x="48" y="12"/>
                  <a:pt x="48" y="13"/>
                  <a:pt x="48" y="13"/>
                </a:cubicBezTo>
                <a:cubicBezTo>
                  <a:pt x="48" y="13"/>
                  <a:pt x="48" y="13"/>
                  <a:pt x="47" y="13"/>
                </a:cubicBezTo>
                <a:cubicBezTo>
                  <a:pt x="47" y="13"/>
                  <a:pt x="47" y="13"/>
                  <a:pt x="47" y="13"/>
                </a:cubicBezTo>
                <a:cubicBezTo>
                  <a:pt x="47" y="13"/>
                  <a:pt x="47" y="13"/>
                  <a:pt x="47" y="13"/>
                </a:cubicBezTo>
                <a:cubicBezTo>
                  <a:pt x="46" y="15"/>
                  <a:pt x="46" y="15"/>
                  <a:pt x="46" y="15"/>
                </a:cubicBezTo>
                <a:cubicBezTo>
                  <a:pt x="45" y="15"/>
                  <a:pt x="44" y="16"/>
                  <a:pt x="44" y="16"/>
                </a:cubicBezTo>
                <a:cubicBezTo>
                  <a:pt x="43" y="16"/>
                  <a:pt x="43" y="17"/>
                  <a:pt x="43" y="18"/>
                </a:cubicBezTo>
                <a:lnTo>
                  <a:pt x="42" y="18"/>
                </a:lnTo>
                <a:close/>
                <a:moveTo>
                  <a:pt x="189" y="0"/>
                </a:moveTo>
                <a:cubicBezTo>
                  <a:pt x="189" y="1"/>
                  <a:pt x="189" y="2"/>
                  <a:pt x="189" y="3"/>
                </a:cubicBezTo>
                <a:cubicBezTo>
                  <a:pt x="189" y="4"/>
                  <a:pt x="189" y="5"/>
                  <a:pt x="189" y="6"/>
                </a:cubicBezTo>
                <a:cubicBezTo>
                  <a:pt x="189" y="7"/>
                  <a:pt x="189" y="8"/>
                  <a:pt x="189" y="9"/>
                </a:cubicBezTo>
                <a:cubicBezTo>
                  <a:pt x="189" y="10"/>
                  <a:pt x="189" y="11"/>
                  <a:pt x="189" y="12"/>
                </a:cubicBezTo>
                <a:cubicBezTo>
                  <a:pt x="189" y="39"/>
                  <a:pt x="189" y="39"/>
                  <a:pt x="189" y="39"/>
                </a:cubicBezTo>
                <a:cubicBezTo>
                  <a:pt x="214" y="39"/>
                  <a:pt x="214" y="39"/>
                  <a:pt x="214" y="39"/>
                </a:cubicBezTo>
                <a:cubicBezTo>
                  <a:pt x="216" y="39"/>
                  <a:pt x="218" y="39"/>
                  <a:pt x="221" y="39"/>
                </a:cubicBezTo>
                <a:cubicBezTo>
                  <a:pt x="223" y="39"/>
                  <a:pt x="226" y="39"/>
                  <a:pt x="228" y="39"/>
                </a:cubicBezTo>
                <a:cubicBezTo>
                  <a:pt x="228" y="50"/>
                  <a:pt x="228" y="50"/>
                  <a:pt x="228" y="50"/>
                </a:cubicBezTo>
                <a:cubicBezTo>
                  <a:pt x="221" y="50"/>
                  <a:pt x="215" y="50"/>
                  <a:pt x="208" y="50"/>
                </a:cubicBezTo>
                <a:cubicBezTo>
                  <a:pt x="201" y="50"/>
                  <a:pt x="195" y="50"/>
                  <a:pt x="189" y="50"/>
                </a:cubicBezTo>
                <a:cubicBezTo>
                  <a:pt x="189" y="89"/>
                  <a:pt x="189" y="89"/>
                  <a:pt x="189" y="89"/>
                </a:cubicBezTo>
                <a:cubicBezTo>
                  <a:pt x="177" y="89"/>
                  <a:pt x="177" y="89"/>
                  <a:pt x="177" y="89"/>
                </a:cubicBezTo>
                <a:cubicBezTo>
                  <a:pt x="177" y="50"/>
                  <a:pt x="177" y="50"/>
                  <a:pt x="177" y="50"/>
                </a:cubicBezTo>
                <a:cubicBezTo>
                  <a:pt x="139" y="50"/>
                  <a:pt x="139" y="50"/>
                  <a:pt x="139" y="50"/>
                </a:cubicBezTo>
                <a:cubicBezTo>
                  <a:pt x="139" y="39"/>
                  <a:pt x="139" y="39"/>
                  <a:pt x="139" y="39"/>
                </a:cubicBezTo>
                <a:cubicBezTo>
                  <a:pt x="177" y="39"/>
                  <a:pt x="177" y="39"/>
                  <a:pt x="177" y="39"/>
                </a:cubicBezTo>
                <a:cubicBezTo>
                  <a:pt x="177" y="0"/>
                  <a:pt x="177" y="0"/>
                  <a:pt x="177" y="0"/>
                </a:cubicBezTo>
                <a:lnTo>
                  <a:pt x="189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32" name="Freeform 134"/>
          <p:cNvSpPr>
            <a:spLocks noEditPoints="1"/>
          </p:cNvSpPr>
          <p:nvPr/>
        </p:nvSpPr>
        <p:spPr bwMode="auto">
          <a:xfrm>
            <a:off x="10164770" y="4428957"/>
            <a:ext cx="299697" cy="295353"/>
          </a:xfrm>
          <a:custGeom>
            <a:avLst/>
            <a:gdLst>
              <a:gd name="T0" fmla="*/ 74 w 208"/>
              <a:gd name="T1" fmla="*/ 68 h 207"/>
              <a:gd name="T2" fmla="*/ 0 w 208"/>
              <a:gd name="T3" fmla="*/ 20 h 207"/>
              <a:gd name="T4" fmla="*/ 7 w 208"/>
              <a:gd name="T5" fmla="*/ 6 h 207"/>
              <a:gd name="T6" fmla="*/ 21 w 208"/>
              <a:gd name="T7" fmla="*/ 0 h 207"/>
              <a:gd name="T8" fmla="*/ 196 w 208"/>
              <a:gd name="T9" fmla="*/ 1 h 207"/>
              <a:gd name="T10" fmla="*/ 207 w 208"/>
              <a:gd name="T11" fmla="*/ 12 h 207"/>
              <a:gd name="T12" fmla="*/ 208 w 208"/>
              <a:gd name="T13" fmla="*/ 68 h 207"/>
              <a:gd name="T14" fmla="*/ 121 w 208"/>
              <a:gd name="T15" fmla="*/ 60 h 207"/>
              <a:gd name="T16" fmla="*/ 88 w 208"/>
              <a:gd name="T17" fmla="*/ 60 h 207"/>
              <a:gd name="T18" fmla="*/ 13 w 208"/>
              <a:gd name="T19" fmla="*/ 206 h 207"/>
              <a:gd name="T20" fmla="*/ 2 w 208"/>
              <a:gd name="T21" fmla="*/ 195 h 207"/>
              <a:gd name="T22" fmla="*/ 0 w 208"/>
              <a:gd name="T23" fmla="*/ 85 h 207"/>
              <a:gd name="T24" fmla="*/ 58 w 208"/>
              <a:gd name="T25" fmla="*/ 104 h 207"/>
              <a:gd name="T26" fmla="*/ 71 w 208"/>
              <a:gd name="T27" fmla="*/ 137 h 207"/>
              <a:gd name="T28" fmla="*/ 104 w 208"/>
              <a:gd name="T29" fmla="*/ 150 h 207"/>
              <a:gd name="T30" fmla="*/ 138 w 208"/>
              <a:gd name="T31" fmla="*/ 137 h 207"/>
              <a:gd name="T32" fmla="*/ 151 w 208"/>
              <a:gd name="T33" fmla="*/ 104 h 207"/>
              <a:gd name="T34" fmla="*/ 208 w 208"/>
              <a:gd name="T35" fmla="*/ 85 h 207"/>
              <a:gd name="T36" fmla="*/ 207 w 208"/>
              <a:gd name="T37" fmla="*/ 195 h 207"/>
              <a:gd name="T38" fmla="*/ 196 w 208"/>
              <a:gd name="T39" fmla="*/ 206 h 207"/>
              <a:gd name="T40" fmla="*/ 21 w 208"/>
              <a:gd name="T41" fmla="*/ 207 h 207"/>
              <a:gd name="T42" fmla="*/ 123 w 208"/>
              <a:gd name="T43" fmla="*/ 122 h 207"/>
              <a:gd name="T44" fmla="*/ 104 w 208"/>
              <a:gd name="T45" fmla="*/ 129 h 207"/>
              <a:gd name="T46" fmla="*/ 86 w 208"/>
              <a:gd name="T47" fmla="*/ 122 h 207"/>
              <a:gd name="T48" fmla="*/ 78 w 208"/>
              <a:gd name="T49" fmla="*/ 104 h 207"/>
              <a:gd name="T50" fmla="*/ 86 w 208"/>
              <a:gd name="T51" fmla="*/ 85 h 207"/>
              <a:gd name="T52" fmla="*/ 104 w 208"/>
              <a:gd name="T53" fmla="*/ 78 h 207"/>
              <a:gd name="T54" fmla="*/ 123 w 208"/>
              <a:gd name="T55" fmla="*/ 85 h 207"/>
              <a:gd name="T56" fmla="*/ 130 w 208"/>
              <a:gd name="T57" fmla="*/ 104 h 207"/>
              <a:gd name="T58" fmla="*/ 158 w 208"/>
              <a:gd name="T59" fmla="*/ 50 h 207"/>
              <a:gd name="T60" fmla="*/ 188 w 208"/>
              <a:gd name="T61" fmla="*/ 51 h 207"/>
              <a:gd name="T62" fmla="*/ 191 w 208"/>
              <a:gd name="T63" fmla="*/ 48 h 207"/>
              <a:gd name="T64" fmla="*/ 190 w 208"/>
              <a:gd name="T65" fmla="*/ 18 h 207"/>
              <a:gd name="T66" fmla="*/ 160 w 208"/>
              <a:gd name="T67" fmla="*/ 17 h 207"/>
              <a:gd name="T68" fmla="*/ 157 w 208"/>
              <a:gd name="T69" fmla="*/ 20 h 207"/>
              <a:gd name="T70" fmla="*/ 158 w 208"/>
              <a:gd name="T71" fmla="*/ 50 h 2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208" h="207">
                <a:moveTo>
                  <a:pt x="88" y="60"/>
                </a:moveTo>
                <a:cubicBezTo>
                  <a:pt x="83" y="62"/>
                  <a:pt x="79" y="64"/>
                  <a:pt x="74" y="68"/>
                </a:cubicBezTo>
                <a:cubicBezTo>
                  <a:pt x="0" y="68"/>
                  <a:pt x="0" y="68"/>
                  <a:pt x="0" y="68"/>
                </a:cubicBezTo>
                <a:cubicBezTo>
                  <a:pt x="0" y="20"/>
                  <a:pt x="0" y="20"/>
                  <a:pt x="0" y="20"/>
                </a:cubicBezTo>
                <a:cubicBezTo>
                  <a:pt x="0" y="17"/>
                  <a:pt x="1" y="15"/>
                  <a:pt x="2" y="12"/>
                </a:cubicBezTo>
                <a:cubicBezTo>
                  <a:pt x="3" y="10"/>
                  <a:pt x="5" y="8"/>
                  <a:pt x="7" y="6"/>
                </a:cubicBezTo>
                <a:cubicBezTo>
                  <a:pt x="8" y="4"/>
                  <a:pt x="11" y="2"/>
                  <a:pt x="13" y="1"/>
                </a:cubicBezTo>
                <a:cubicBezTo>
                  <a:pt x="16" y="0"/>
                  <a:pt x="18" y="0"/>
                  <a:pt x="21" y="0"/>
                </a:cubicBezTo>
                <a:cubicBezTo>
                  <a:pt x="188" y="0"/>
                  <a:pt x="188" y="0"/>
                  <a:pt x="188" y="0"/>
                </a:cubicBezTo>
                <a:cubicBezTo>
                  <a:pt x="191" y="0"/>
                  <a:pt x="193" y="0"/>
                  <a:pt x="196" y="1"/>
                </a:cubicBezTo>
                <a:cubicBezTo>
                  <a:pt x="198" y="2"/>
                  <a:pt x="200" y="4"/>
                  <a:pt x="202" y="6"/>
                </a:cubicBezTo>
                <a:cubicBezTo>
                  <a:pt x="204" y="8"/>
                  <a:pt x="206" y="10"/>
                  <a:pt x="207" y="12"/>
                </a:cubicBezTo>
                <a:cubicBezTo>
                  <a:pt x="208" y="15"/>
                  <a:pt x="208" y="17"/>
                  <a:pt x="208" y="20"/>
                </a:cubicBezTo>
                <a:cubicBezTo>
                  <a:pt x="208" y="68"/>
                  <a:pt x="208" y="68"/>
                  <a:pt x="208" y="68"/>
                </a:cubicBezTo>
                <a:cubicBezTo>
                  <a:pt x="134" y="68"/>
                  <a:pt x="134" y="68"/>
                  <a:pt x="134" y="68"/>
                </a:cubicBezTo>
                <a:cubicBezTo>
                  <a:pt x="130" y="64"/>
                  <a:pt x="126" y="62"/>
                  <a:pt x="121" y="60"/>
                </a:cubicBezTo>
                <a:cubicBezTo>
                  <a:pt x="116" y="58"/>
                  <a:pt x="110" y="57"/>
                  <a:pt x="104" y="57"/>
                </a:cubicBezTo>
                <a:cubicBezTo>
                  <a:pt x="99" y="57"/>
                  <a:pt x="93" y="58"/>
                  <a:pt x="88" y="60"/>
                </a:cubicBezTo>
                <a:close/>
                <a:moveTo>
                  <a:pt x="21" y="207"/>
                </a:moveTo>
                <a:cubicBezTo>
                  <a:pt x="18" y="207"/>
                  <a:pt x="16" y="207"/>
                  <a:pt x="13" y="206"/>
                </a:cubicBezTo>
                <a:cubicBezTo>
                  <a:pt x="11" y="205"/>
                  <a:pt x="8" y="203"/>
                  <a:pt x="7" y="201"/>
                </a:cubicBezTo>
                <a:cubicBezTo>
                  <a:pt x="5" y="200"/>
                  <a:pt x="3" y="197"/>
                  <a:pt x="2" y="195"/>
                </a:cubicBezTo>
                <a:cubicBezTo>
                  <a:pt x="1" y="192"/>
                  <a:pt x="0" y="190"/>
                  <a:pt x="0" y="187"/>
                </a:cubicBezTo>
                <a:cubicBezTo>
                  <a:pt x="0" y="85"/>
                  <a:pt x="0" y="85"/>
                  <a:pt x="0" y="85"/>
                </a:cubicBezTo>
                <a:cubicBezTo>
                  <a:pt x="62" y="85"/>
                  <a:pt x="62" y="85"/>
                  <a:pt x="62" y="85"/>
                </a:cubicBezTo>
                <a:cubicBezTo>
                  <a:pt x="59" y="91"/>
                  <a:pt x="58" y="97"/>
                  <a:pt x="58" y="104"/>
                </a:cubicBezTo>
                <a:cubicBezTo>
                  <a:pt x="58" y="110"/>
                  <a:pt x="59" y="116"/>
                  <a:pt x="61" y="122"/>
                </a:cubicBezTo>
                <a:cubicBezTo>
                  <a:pt x="64" y="127"/>
                  <a:pt x="67" y="132"/>
                  <a:pt x="71" y="137"/>
                </a:cubicBezTo>
                <a:cubicBezTo>
                  <a:pt x="76" y="141"/>
                  <a:pt x="81" y="144"/>
                  <a:pt x="86" y="147"/>
                </a:cubicBezTo>
                <a:cubicBezTo>
                  <a:pt x="92" y="149"/>
                  <a:pt x="98" y="150"/>
                  <a:pt x="104" y="150"/>
                </a:cubicBezTo>
                <a:cubicBezTo>
                  <a:pt x="111" y="150"/>
                  <a:pt x="117" y="149"/>
                  <a:pt x="123" y="147"/>
                </a:cubicBezTo>
                <a:cubicBezTo>
                  <a:pt x="128" y="144"/>
                  <a:pt x="133" y="141"/>
                  <a:pt x="138" y="137"/>
                </a:cubicBezTo>
                <a:cubicBezTo>
                  <a:pt x="142" y="132"/>
                  <a:pt x="145" y="127"/>
                  <a:pt x="148" y="122"/>
                </a:cubicBezTo>
                <a:cubicBezTo>
                  <a:pt x="150" y="116"/>
                  <a:pt x="151" y="110"/>
                  <a:pt x="151" y="104"/>
                </a:cubicBezTo>
                <a:cubicBezTo>
                  <a:pt x="151" y="97"/>
                  <a:pt x="150" y="91"/>
                  <a:pt x="147" y="85"/>
                </a:cubicBezTo>
                <a:cubicBezTo>
                  <a:pt x="208" y="85"/>
                  <a:pt x="208" y="85"/>
                  <a:pt x="208" y="85"/>
                </a:cubicBezTo>
                <a:cubicBezTo>
                  <a:pt x="208" y="187"/>
                  <a:pt x="208" y="187"/>
                  <a:pt x="208" y="187"/>
                </a:cubicBezTo>
                <a:cubicBezTo>
                  <a:pt x="208" y="190"/>
                  <a:pt x="208" y="192"/>
                  <a:pt x="207" y="195"/>
                </a:cubicBezTo>
                <a:cubicBezTo>
                  <a:pt x="206" y="197"/>
                  <a:pt x="204" y="200"/>
                  <a:pt x="202" y="201"/>
                </a:cubicBezTo>
                <a:cubicBezTo>
                  <a:pt x="200" y="203"/>
                  <a:pt x="198" y="205"/>
                  <a:pt x="196" y="206"/>
                </a:cubicBezTo>
                <a:cubicBezTo>
                  <a:pt x="193" y="207"/>
                  <a:pt x="191" y="207"/>
                  <a:pt x="188" y="207"/>
                </a:cubicBezTo>
                <a:lnTo>
                  <a:pt x="21" y="207"/>
                </a:lnTo>
                <a:close/>
                <a:moveTo>
                  <a:pt x="128" y="114"/>
                </a:moveTo>
                <a:cubicBezTo>
                  <a:pt x="127" y="117"/>
                  <a:pt x="125" y="120"/>
                  <a:pt x="123" y="122"/>
                </a:cubicBezTo>
                <a:cubicBezTo>
                  <a:pt x="120" y="124"/>
                  <a:pt x="118" y="126"/>
                  <a:pt x="115" y="127"/>
                </a:cubicBezTo>
                <a:cubicBezTo>
                  <a:pt x="111" y="129"/>
                  <a:pt x="108" y="129"/>
                  <a:pt x="104" y="129"/>
                </a:cubicBezTo>
                <a:cubicBezTo>
                  <a:pt x="101" y="129"/>
                  <a:pt x="98" y="129"/>
                  <a:pt x="94" y="127"/>
                </a:cubicBezTo>
                <a:cubicBezTo>
                  <a:pt x="91" y="126"/>
                  <a:pt x="88" y="124"/>
                  <a:pt x="86" y="122"/>
                </a:cubicBezTo>
                <a:cubicBezTo>
                  <a:pt x="84" y="120"/>
                  <a:pt x="82" y="117"/>
                  <a:pt x="80" y="114"/>
                </a:cubicBezTo>
                <a:cubicBezTo>
                  <a:pt x="79" y="110"/>
                  <a:pt x="78" y="107"/>
                  <a:pt x="78" y="104"/>
                </a:cubicBezTo>
                <a:cubicBezTo>
                  <a:pt x="78" y="100"/>
                  <a:pt x="79" y="97"/>
                  <a:pt x="80" y="93"/>
                </a:cubicBezTo>
                <a:cubicBezTo>
                  <a:pt x="82" y="90"/>
                  <a:pt x="84" y="87"/>
                  <a:pt x="86" y="85"/>
                </a:cubicBezTo>
                <a:cubicBezTo>
                  <a:pt x="88" y="83"/>
                  <a:pt x="91" y="81"/>
                  <a:pt x="94" y="80"/>
                </a:cubicBezTo>
                <a:cubicBezTo>
                  <a:pt x="98" y="78"/>
                  <a:pt x="101" y="78"/>
                  <a:pt x="104" y="78"/>
                </a:cubicBezTo>
                <a:cubicBezTo>
                  <a:pt x="108" y="78"/>
                  <a:pt x="111" y="78"/>
                  <a:pt x="115" y="80"/>
                </a:cubicBezTo>
                <a:cubicBezTo>
                  <a:pt x="118" y="81"/>
                  <a:pt x="120" y="83"/>
                  <a:pt x="123" y="85"/>
                </a:cubicBezTo>
                <a:cubicBezTo>
                  <a:pt x="125" y="87"/>
                  <a:pt x="127" y="90"/>
                  <a:pt x="128" y="93"/>
                </a:cubicBezTo>
                <a:cubicBezTo>
                  <a:pt x="130" y="97"/>
                  <a:pt x="130" y="100"/>
                  <a:pt x="130" y="104"/>
                </a:cubicBezTo>
                <a:cubicBezTo>
                  <a:pt x="130" y="107"/>
                  <a:pt x="130" y="110"/>
                  <a:pt x="128" y="114"/>
                </a:cubicBezTo>
                <a:close/>
                <a:moveTo>
                  <a:pt x="158" y="50"/>
                </a:moveTo>
                <a:cubicBezTo>
                  <a:pt x="158" y="51"/>
                  <a:pt x="159" y="51"/>
                  <a:pt x="160" y="51"/>
                </a:cubicBezTo>
                <a:cubicBezTo>
                  <a:pt x="188" y="51"/>
                  <a:pt x="188" y="51"/>
                  <a:pt x="188" y="51"/>
                </a:cubicBezTo>
                <a:cubicBezTo>
                  <a:pt x="189" y="51"/>
                  <a:pt x="189" y="51"/>
                  <a:pt x="190" y="50"/>
                </a:cubicBezTo>
                <a:cubicBezTo>
                  <a:pt x="191" y="50"/>
                  <a:pt x="191" y="49"/>
                  <a:pt x="191" y="48"/>
                </a:cubicBezTo>
                <a:cubicBezTo>
                  <a:pt x="191" y="20"/>
                  <a:pt x="191" y="20"/>
                  <a:pt x="191" y="20"/>
                </a:cubicBezTo>
                <a:cubicBezTo>
                  <a:pt x="191" y="19"/>
                  <a:pt x="191" y="19"/>
                  <a:pt x="190" y="18"/>
                </a:cubicBezTo>
                <a:cubicBezTo>
                  <a:pt x="189" y="17"/>
                  <a:pt x="189" y="17"/>
                  <a:pt x="188" y="17"/>
                </a:cubicBezTo>
                <a:cubicBezTo>
                  <a:pt x="160" y="17"/>
                  <a:pt x="160" y="17"/>
                  <a:pt x="160" y="17"/>
                </a:cubicBezTo>
                <a:cubicBezTo>
                  <a:pt x="159" y="17"/>
                  <a:pt x="158" y="17"/>
                  <a:pt x="158" y="18"/>
                </a:cubicBezTo>
                <a:cubicBezTo>
                  <a:pt x="157" y="19"/>
                  <a:pt x="157" y="19"/>
                  <a:pt x="157" y="20"/>
                </a:cubicBezTo>
                <a:cubicBezTo>
                  <a:pt x="157" y="48"/>
                  <a:pt x="157" y="48"/>
                  <a:pt x="157" y="48"/>
                </a:cubicBezTo>
                <a:cubicBezTo>
                  <a:pt x="157" y="49"/>
                  <a:pt x="157" y="50"/>
                  <a:pt x="158" y="5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33" name="Freeform 135"/>
          <p:cNvSpPr>
            <a:spLocks noEditPoints="1"/>
          </p:cNvSpPr>
          <p:nvPr/>
        </p:nvSpPr>
        <p:spPr bwMode="auto">
          <a:xfrm>
            <a:off x="10677295" y="4528857"/>
            <a:ext cx="297527" cy="95556"/>
          </a:xfrm>
          <a:custGeom>
            <a:avLst/>
            <a:gdLst>
              <a:gd name="T0" fmla="*/ 27 w 208"/>
              <a:gd name="T1" fmla="*/ 1 h 67"/>
              <a:gd name="T2" fmla="*/ 34 w 208"/>
              <a:gd name="T3" fmla="*/ 4 h 67"/>
              <a:gd name="T4" fmla="*/ 36 w 208"/>
              <a:gd name="T5" fmla="*/ 10 h 67"/>
              <a:gd name="T6" fmla="*/ 39 w 208"/>
              <a:gd name="T7" fmla="*/ 29 h 67"/>
              <a:gd name="T8" fmla="*/ 42 w 208"/>
              <a:gd name="T9" fmla="*/ 45 h 67"/>
              <a:gd name="T10" fmla="*/ 59 w 208"/>
              <a:gd name="T11" fmla="*/ 1 h 67"/>
              <a:gd name="T12" fmla="*/ 77 w 208"/>
              <a:gd name="T13" fmla="*/ 1 h 67"/>
              <a:gd name="T14" fmla="*/ 50 w 208"/>
              <a:gd name="T15" fmla="*/ 66 h 67"/>
              <a:gd name="T16" fmla="*/ 32 w 208"/>
              <a:gd name="T17" fmla="*/ 66 h 67"/>
              <a:gd name="T18" fmla="*/ 17 w 208"/>
              <a:gd name="T19" fmla="*/ 9 h 67"/>
              <a:gd name="T20" fmla="*/ 13 w 208"/>
              <a:gd name="T21" fmla="*/ 7 h 67"/>
              <a:gd name="T22" fmla="*/ 5 w 208"/>
              <a:gd name="T23" fmla="*/ 4 h 67"/>
              <a:gd name="T24" fmla="*/ 2 w 208"/>
              <a:gd name="T25" fmla="*/ 3 h 67"/>
              <a:gd name="T26" fmla="*/ 0 w 208"/>
              <a:gd name="T27" fmla="*/ 2 h 67"/>
              <a:gd name="T28" fmla="*/ 21 w 208"/>
              <a:gd name="T29" fmla="*/ 1 h 67"/>
              <a:gd name="T30" fmla="*/ 90 w 208"/>
              <a:gd name="T31" fmla="*/ 66 h 67"/>
              <a:gd name="T32" fmla="*/ 78 w 208"/>
              <a:gd name="T33" fmla="*/ 33 h 67"/>
              <a:gd name="T34" fmla="*/ 100 w 208"/>
              <a:gd name="T35" fmla="*/ 1 h 67"/>
              <a:gd name="T36" fmla="*/ 143 w 208"/>
              <a:gd name="T37" fmla="*/ 0 h 67"/>
              <a:gd name="T38" fmla="*/ 150 w 208"/>
              <a:gd name="T39" fmla="*/ 10 h 67"/>
              <a:gd name="T40" fmla="*/ 147 w 208"/>
              <a:gd name="T41" fmla="*/ 16 h 67"/>
              <a:gd name="T42" fmla="*/ 140 w 208"/>
              <a:gd name="T43" fmla="*/ 14 h 67"/>
              <a:gd name="T44" fmla="*/ 130 w 208"/>
              <a:gd name="T45" fmla="*/ 14 h 67"/>
              <a:gd name="T46" fmla="*/ 125 w 208"/>
              <a:gd name="T47" fmla="*/ 18 h 67"/>
              <a:gd name="T48" fmla="*/ 127 w 208"/>
              <a:gd name="T49" fmla="*/ 22 h 67"/>
              <a:gd name="T50" fmla="*/ 132 w 208"/>
              <a:gd name="T51" fmla="*/ 26 h 67"/>
              <a:gd name="T52" fmla="*/ 140 w 208"/>
              <a:gd name="T53" fmla="*/ 31 h 67"/>
              <a:gd name="T54" fmla="*/ 148 w 208"/>
              <a:gd name="T55" fmla="*/ 42 h 67"/>
              <a:gd name="T56" fmla="*/ 145 w 208"/>
              <a:gd name="T57" fmla="*/ 56 h 67"/>
              <a:gd name="T58" fmla="*/ 131 w 208"/>
              <a:gd name="T59" fmla="*/ 66 h 67"/>
              <a:gd name="T60" fmla="*/ 111 w 208"/>
              <a:gd name="T61" fmla="*/ 66 h 67"/>
              <a:gd name="T62" fmla="*/ 105 w 208"/>
              <a:gd name="T63" fmla="*/ 65 h 67"/>
              <a:gd name="T64" fmla="*/ 100 w 208"/>
              <a:gd name="T65" fmla="*/ 63 h 67"/>
              <a:gd name="T66" fmla="*/ 103 w 208"/>
              <a:gd name="T67" fmla="*/ 49 h 67"/>
              <a:gd name="T68" fmla="*/ 107 w 208"/>
              <a:gd name="T69" fmla="*/ 51 h 67"/>
              <a:gd name="T70" fmla="*/ 118 w 208"/>
              <a:gd name="T71" fmla="*/ 53 h 67"/>
              <a:gd name="T72" fmla="*/ 128 w 208"/>
              <a:gd name="T73" fmla="*/ 52 h 67"/>
              <a:gd name="T74" fmla="*/ 131 w 208"/>
              <a:gd name="T75" fmla="*/ 47 h 67"/>
              <a:gd name="T76" fmla="*/ 124 w 208"/>
              <a:gd name="T77" fmla="*/ 40 h 67"/>
              <a:gd name="T78" fmla="*/ 111 w 208"/>
              <a:gd name="T79" fmla="*/ 31 h 67"/>
              <a:gd name="T80" fmla="*/ 108 w 208"/>
              <a:gd name="T81" fmla="*/ 26 h 67"/>
              <a:gd name="T82" fmla="*/ 110 w 208"/>
              <a:gd name="T83" fmla="*/ 11 h 67"/>
              <a:gd name="T84" fmla="*/ 121 w 208"/>
              <a:gd name="T85" fmla="*/ 2 h 67"/>
              <a:gd name="T86" fmla="*/ 130 w 208"/>
              <a:gd name="T87" fmla="*/ 0 h 67"/>
              <a:gd name="T88" fmla="*/ 133 w 208"/>
              <a:gd name="T89" fmla="*/ 0 h 67"/>
              <a:gd name="T90" fmla="*/ 203 w 208"/>
              <a:gd name="T91" fmla="*/ 66 h 67"/>
              <a:gd name="T92" fmla="*/ 195 w 208"/>
              <a:gd name="T93" fmla="*/ 66 h 67"/>
              <a:gd name="T94" fmla="*/ 191 w 208"/>
              <a:gd name="T95" fmla="*/ 61 h 67"/>
              <a:gd name="T96" fmla="*/ 169 w 208"/>
              <a:gd name="T97" fmla="*/ 56 h 67"/>
              <a:gd name="T98" fmla="*/ 165 w 208"/>
              <a:gd name="T99" fmla="*/ 66 h 67"/>
              <a:gd name="T100" fmla="*/ 157 w 208"/>
              <a:gd name="T101" fmla="*/ 43 h 67"/>
              <a:gd name="T102" fmla="*/ 169 w 208"/>
              <a:gd name="T103" fmla="*/ 15 h 67"/>
              <a:gd name="T104" fmla="*/ 173 w 208"/>
              <a:gd name="T105" fmla="*/ 5 h 67"/>
              <a:gd name="T106" fmla="*/ 179 w 208"/>
              <a:gd name="T107" fmla="*/ 1 h 67"/>
              <a:gd name="T108" fmla="*/ 189 w 208"/>
              <a:gd name="T109" fmla="*/ 1 h 67"/>
              <a:gd name="T110" fmla="*/ 208 w 208"/>
              <a:gd name="T111" fmla="*/ 66 h 67"/>
              <a:gd name="T112" fmla="*/ 185 w 208"/>
              <a:gd name="T113" fmla="*/ 31 h 67"/>
              <a:gd name="T114" fmla="*/ 173 w 208"/>
              <a:gd name="T115" fmla="*/ 43 h 67"/>
              <a:gd name="T116" fmla="*/ 185 w 208"/>
              <a:gd name="T117" fmla="*/ 31 h 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208" h="67">
                <a:moveTo>
                  <a:pt x="21" y="1"/>
                </a:moveTo>
                <a:cubicBezTo>
                  <a:pt x="23" y="1"/>
                  <a:pt x="25" y="1"/>
                  <a:pt x="27" y="1"/>
                </a:cubicBezTo>
                <a:cubicBezTo>
                  <a:pt x="29" y="1"/>
                  <a:pt x="31" y="1"/>
                  <a:pt x="32" y="2"/>
                </a:cubicBezTo>
                <a:cubicBezTo>
                  <a:pt x="33" y="3"/>
                  <a:pt x="33" y="3"/>
                  <a:pt x="34" y="4"/>
                </a:cubicBezTo>
                <a:cubicBezTo>
                  <a:pt x="34" y="5"/>
                  <a:pt x="35" y="6"/>
                  <a:pt x="35" y="7"/>
                </a:cubicBezTo>
                <a:cubicBezTo>
                  <a:pt x="35" y="8"/>
                  <a:pt x="35" y="9"/>
                  <a:pt x="36" y="10"/>
                </a:cubicBezTo>
                <a:cubicBezTo>
                  <a:pt x="36" y="11"/>
                  <a:pt x="36" y="12"/>
                  <a:pt x="36" y="13"/>
                </a:cubicBezTo>
                <a:cubicBezTo>
                  <a:pt x="37" y="19"/>
                  <a:pt x="38" y="24"/>
                  <a:pt x="39" y="29"/>
                </a:cubicBezTo>
                <a:cubicBezTo>
                  <a:pt x="40" y="34"/>
                  <a:pt x="41" y="40"/>
                  <a:pt x="42" y="45"/>
                </a:cubicBezTo>
                <a:cubicBezTo>
                  <a:pt x="42" y="45"/>
                  <a:pt x="42" y="45"/>
                  <a:pt x="42" y="45"/>
                </a:cubicBezTo>
                <a:cubicBezTo>
                  <a:pt x="45" y="38"/>
                  <a:pt x="48" y="30"/>
                  <a:pt x="51" y="23"/>
                </a:cubicBezTo>
                <a:cubicBezTo>
                  <a:pt x="53" y="16"/>
                  <a:pt x="56" y="8"/>
                  <a:pt x="59" y="1"/>
                </a:cubicBezTo>
                <a:cubicBezTo>
                  <a:pt x="77" y="1"/>
                  <a:pt x="77" y="1"/>
                  <a:pt x="77" y="1"/>
                </a:cubicBezTo>
                <a:cubicBezTo>
                  <a:pt x="77" y="1"/>
                  <a:pt x="77" y="1"/>
                  <a:pt x="77" y="1"/>
                </a:cubicBezTo>
                <a:cubicBezTo>
                  <a:pt x="72" y="12"/>
                  <a:pt x="68" y="23"/>
                  <a:pt x="64" y="34"/>
                </a:cubicBezTo>
                <a:cubicBezTo>
                  <a:pt x="59" y="44"/>
                  <a:pt x="55" y="55"/>
                  <a:pt x="50" y="66"/>
                </a:cubicBezTo>
                <a:cubicBezTo>
                  <a:pt x="47" y="66"/>
                  <a:pt x="44" y="66"/>
                  <a:pt x="41" y="66"/>
                </a:cubicBezTo>
                <a:cubicBezTo>
                  <a:pt x="38" y="66"/>
                  <a:pt x="35" y="66"/>
                  <a:pt x="32" y="66"/>
                </a:cubicBezTo>
                <a:cubicBezTo>
                  <a:pt x="30" y="57"/>
                  <a:pt x="27" y="47"/>
                  <a:pt x="25" y="38"/>
                </a:cubicBezTo>
                <a:cubicBezTo>
                  <a:pt x="22" y="28"/>
                  <a:pt x="20" y="19"/>
                  <a:pt x="17" y="9"/>
                </a:cubicBezTo>
                <a:cubicBezTo>
                  <a:pt x="17" y="9"/>
                  <a:pt x="16" y="9"/>
                  <a:pt x="15" y="8"/>
                </a:cubicBezTo>
                <a:cubicBezTo>
                  <a:pt x="15" y="8"/>
                  <a:pt x="14" y="8"/>
                  <a:pt x="13" y="7"/>
                </a:cubicBezTo>
                <a:cubicBezTo>
                  <a:pt x="12" y="7"/>
                  <a:pt x="10" y="6"/>
                  <a:pt x="9" y="5"/>
                </a:cubicBezTo>
                <a:cubicBezTo>
                  <a:pt x="7" y="5"/>
                  <a:pt x="6" y="4"/>
                  <a:pt x="5" y="4"/>
                </a:cubicBezTo>
                <a:cubicBezTo>
                  <a:pt x="4" y="4"/>
                  <a:pt x="4" y="3"/>
                  <a:pt x="3" y="3"/>
                </a:cubicBezTo>
                <a:cubicBezTo>
                  <a:pt x="3" y="3"/>
                  <a:pt x="2" y="3"/>
                  <a:pt x="2" y="3"/>
                </a:cubicBezTo>
                <a:cubicBezTo>
                  <a:pt x="1" y="3"/>
                  <a:pt x="1" y="3"/>
                  <a:pt x="0" y="3"/>
                </a:cubicBezTo>
                <a:cubicBezTo>
                  <a:pt x="0" y="2"/>
                  <a:pt x="0" y="2"/>
                  <a:pt x="0" y="2"/>
                </a:cubicBezTo>
                <a:cubicBezTo>
                  <a:pt x="0" y="1"/>
                  <a:pt x="0" y="1"/>
                  <a:pt x="0" y="1"/>
                </a:cubicBezTo>
                <a:lnTo>
                  <a:pt x="21" y="1"/>
                </a:lnTo>
                <a:close/>
                <a:moveTo>
                  <a:pt x="95" y="33"/>
                </a:moveTo>
                <a:cubicBezTo>
                  <a:pt x="93" y="44"/>
                  <a:pt x="92" y="55"/>
                  <a:pt x="90" y="66"/>
                </a:cubicBezTo>
                <a:cubicBezTo>
                  <a:pt x="73" y="66"/>
                  <a:pt x="73" y="66"/>
                  <a:pt x="73" y="66"/>
                </a:cubicBezTo>
                <a:cubicBezTo>
                  <a:pt x="75" y="55"/>
                  <a:pt x="77" y="44"/>
                  <a:pt x="78" y="33"/>
                </a:cubicBezTo>
                <a:cubicBezTo>
                  <a:pt x="80" y="23"/>
                  <a:pt x="82" y="12"/>
                  <a:pt x="84" y="1"/>
                </a:cubicBezTo>
                <a:cubicBezTo>
                  <a:pt x="100" y="1"/>
                  <a:pt x="100" y="1"/>
                  <a:pt x="100" y="1"/>
                </a:cubicBezTo>
                <a:cubicBezTo>
                  <a:pt x="99" y="12"/>
                  <a:pt x="97" y="23"/>
                  <a:pt x="95" y="33"/>
                </a:cubicBezTo>
                <a:close/>
                <a:moveTo>
                  <a:pt x="143" y="0"/>
                </a:moveTo>
                <a:cubicBezTo>
                  <a:pt x="146" y="1"/>
                  <a:pt x="149" y="1"/>
                  <a:pt x="151" y="3"/>
                </a:cubicBezTo>
                <a:cubicBezTo>
                  <a:pt x="151" y="5"/>
                  <a:pt x="150" y="7"/>
                  <a:pt x="150" y="10"/>
                </a:cubicBezTo>
                <a:cubicBezTo>
                  <a:pt x="150" y="12"/>
                  <a:pt x="149" y="14"/>
                  <a:pt x="149" y="17"/>
                </a:cubicBezTo>
                <a:cubicBezTo>
                  <a:pt x="148" y="16"/>
                  <a:pt x="147" y="16"/>
                  <a:pt x="147" y="16"/>
                </a:cubicBezTo>
                <a:cubicBezTo>
                  <a:pt x="146" y="16"/>
                  <a:pt x="145" y="15"/>
                  <a:pt x="144" y="15"/>
                </a:cubicBezTo>
                <a:cubicBezTo>
                  <a:pt x="143" y="15"/>
                  <a:pt x="142" y="14"/>
                  <a:pt x="140" y="14"/>
                </a:cubicBezTo>
                <a:cubicBezTo>
                  <a:pt x="138" y="14"/>
                  <a:pt x="136" y="13"/>
                  <a:pt x="134" y="13"/>
                </a:cubicBezTo>
                <a:cubicBezTo>
                  <a:pt x="133" y="14"/>
                  <a:pt x="131" y="14"/>
                  <a:pt x="130" y="14"/>
                </a:cubicBezTo>
                <a:cubicBezTo>
                  <a:pt x="128" y="15"/>
                  <a:pt x="127" y="15"/>
                  <a:pt x="126" y="16"/>
                </a:cubicBezTo>
                <a:cubicBezTo>
                  <a:pt x="126" y="17"/>
                  <a:pt x="125" y="17"/>
                  <a:pt x="125" y="18"/>
                </a:cubicBezTo>
                <a:cubicBezTo>
                  <a:pt x="125" y="18"/>
                  <a:pt x="125" y="19"/>
                  <a:pt x="125" y="20"/>
                </a:cubicBezTo>
                <a:cubicBezTo>
                  <a:pt x="125" y="21"/>
                  <a:pt x="126" y="22"/>
                  <a:pt x="127" y="22"/>
                </a:cubicBezTo>
                <a:cubicBezTo>
                  <a:pt x="127" y="23"/>
                  <a:pt x="128" y="24"/>
                  <a:pt x="129" y="24"/>
                </a:cubicBezTo>
                <a:cubicBezTo>
                  <a:pt x="130" y="25"/>
                  <a:pt x="131" y="25"/>
                  <a:pt x="132" y="26"/>
                </a:cubicBezTo>
                <a:cubicBezTo>
                  <a:pt x="133" y="26"/>
                  <a:pt x="134" y="27"/>
                  <a:pt x="135" y="27"/>
                </a:cubicBezTo>
                <a:cubicBezTo>
                  <a:pt x="137" y="28"/>
                  <a:pt x="138" y="29"/>
                  <a:pt x="140" y="31"/>
                </a:cubicBezTo>
                <a:cubicBezTo>
                  <a:pt x="142" y="32"/>
                  <a:pt x="144" y="33"/>
                  <a:pt x="145" y="35"/>
                </a:cubicBezTo>
                <a:cubicBezTo>
                  <a:pt x="147" y="37"/>
                  <a:pt x="148" y="39"/>
                  <a:pt x="148" y="42"/>
                </a:cubicBezTo>
                <a:cubicBezTo>
                  <a:pt x="149" y="44"/>
                  <a:pt x="149" y="47"/>
                  <a:pt x="148" y="50"/>
                </a:cubicBezTo>
                <a:cubicBezTo>
                  <a:pt x="147" y="52"/>
                  <a:pt x="146" y="54"/>
                  <a:pt x="145" y="56"/>
                </a:cubicBezTo>
                <a:cubicBezTo>
                  <a:pt x="144" y="58"/>
                  <a:pt x="142" y="60"/>
                  <a:pt x="139" y="62"/>
                </a:cubicBezTo>
                <a:cubicBezTo>
                  <a:pt x="137" y="63"/>
                  <a:pt x="134" y="65"/>
                  <a:pt x="131" y="66"/>
                </a:cubicBezTo>
                <a:cubicBezTo>
                  <a:pt x="128" y="66"/>
                  <a:pt x="125" y="67"/>
                  <a:pt x="121" y="67"/>
                </a:cubicBezTo>
                <a:cubicBezTo>
                  <a:pt x="118" y="67"/>
                  <a:pt x="114" y="67"/>
                  <a:pt x="111" y="66"/>
                </a:cubicBezTo>
                <a:cubicBezTo>
                  <a:pt x="110" y="66"/>
                  <a:pt x="109" y="66"/>
                  <a:pt x="108" y="66"/>
                </a:cubicBezTo>
                <a:cubicBezTo>
                  <a:pt x="107" y="66"/>
                  <a:pt x="106" y="66"/>
                  <a:pt x="105" y="65"/>
                </a:cubicBezTo>
                <a:cubicBezTo>
                  <a:pt x="104" y="65"/>
                  <a:pt x="103" y="65"/>
                  <a:pt x="102" y="64"/>
                </a:cubicBezTo>
                <a:cubicBezTo>
                  <a:pt x="101" y="64"/>
                  <a:pt x="100" y="64"/>
                  <a:pt x="100" y="63"/>
                </a:cubicBezTo>
                <a:cubicBezTo>
                  <a:pt x="101" y="61"/>
                  <a:pt x="101" y="59"/>
                  <a:pt x="102" y="56"/>
                </a:cubicBezTo>
                <a:cubicBezTo>
                  <a:pt x="102" y="54"/>
                  <a:pt x="102" y="51"/>
                  <a:pt x="103" y="49"/>
                </a:cubicBezTo>
                <a:cubicBezTo>
                  <a:pt x="104" y="49"/>
                  <a:pt x="104" y="50"/>
                  <a:pt x="105" y="50"/>
                </a:cubicBezTo>
                <a:cubicBezTo>
                  <a:pt x="106" y="50"/>
                  <a:pt x="107" y="51"/>
                  <a:pt x="107" y="51"/>
                </a:cubicBezTo>
                <a:cubicBezTo>
                  <a:pt x="109" y="52"/>
                  <a:pt x="110" y="52"/>
                  <a:pt x="112" y="52"/>
                </a:cubicBezTo>
                <a:cubicBezTo>
                  <a:pt x="114" y="53"/>
                  <a:pt x="116" y="53"/>
                  <a:pt x="118" y="53"/>
                </a:cubicBezTo>
                <a:cubicBezTo>
                  <a:pt x="120" y="53"/>
                  <a:pt x="121" y="53"/>
                  <a:pt x="123" y="53"/>
                </a:cubicBezTo>
                <a:cubicBezTo>
                  <a:pt x="125" y="53"/>
                  <a:pt x="127" y="52"/>
                  <a:pt x="128" y="52"/>
                </a:cubicBezTo>
                <a:cubicBezTo>
                  <a:pt x="129" y="51"/>
                  <a:pt x="129" y="51"/>
                  <a:pt x="130" y="50"/>
                </a:cubicBezTo>
                <a:cubicBezTo>
                  <a:pt x="131" y="49"/>
                  <a:pt x="131" y="48"/>
                  <a:pt x="131" y="47"/>
                </a:cubicBezTo>
                <a:cubicBezTo>
                  <a:pt x="131" y="45"/>
                  <a:pt x="130" y="43"/>
                  <a:pt x="128" y="43"/>
                </a:cubicBezTo>
                <a:cubicBezTo>
                  <a:pt x="127" y="42"/>
                  <a:pt x="126" y="41"/>
                  <a:pt x="124" y="40"/>
                </a:cubicBezTo>
                <a:cubicBezTo>
                  <a:pt x="122" y="39"/>
                  <a:pt x="120" y="38"/>
                  <a:pt x="117" y="36"/>
                </a:cubicBezTo>
                <a:cubicBezTo>
                  <a:pt x="115" y="35"/>
                  <a:pt x="113" y="33"/>
                  <a:pt x="111" y="31"/>
                </a:cubicBezTo>
                <a:cubicBezTo>
                  <a:pt x="110" y="31"/>
                  <a:pt x="110" y="30"/>
                  <a:pt x="109" y="29"/>
                </a:cubicBezTo>
                <a:cubicBezTo>
                  <a:pt x="109" y="28"/>
                  <a:pt x="108" y="27"/>
                  <a:pt x="108" y="26"/>
                </a:cubicBezTo>
                <a:cubicBezTo>
                  <a:pt x="107" y="23"/>
                  <a:pt x="107" y="20"/>
                  <a:pt x="107" y="18"/>
                </a:cubicBezTo>
                <a:cubicBezTo>
                  <a:pt x="108" y="15"/>
                  <a:pt x="109" y="13"/>
                  <a:pt x="110" y="11"/>
                </a:cubicBezTo>
                <a:cubicBezTo>
                  <a:pt x="112" y="9"/>
                  <a:pt x="114" y="7"/>
                  <a:pt x="116" y="6"/>
                </a:cubicBezTo>
                <a:cubicBezTo>
                  <a:pt x="118" y="4"/>
                  <a:pt x="119" y="3"/>
                  <a:pt x="121" y="2"/>
                </a:cubicBezTo>
                <a:cubicBezTo>
                  <a:pt x="123" y="2"/>
                  <a:pt x="124" y="1"/>
                  <a:pt x="125" y="1"/>
                </a:cubicBezTo>
                <a:cubicBezTo>
                  <a:pt x="127" y="1"/>
                  <a:pt x="128" y="0"/>
                  <a:pt x="130" y="0"/>
                </a:cubicBezTo>
                <a:cubicBezTo>
                  <a:pt x="130" y="0"/>
                  <a:pt x="131" y="0"/>
                  <a:pt x="132" y="0"/>
                </a:cubicBezTo>
                <a:cubicBezTo>
                  <a:pt x="132" y="0"/>
                  <a:pt x="133" y="0"/>
                  <a:pt x="133" y="0"/>
                </a:cubicBezTo>
                <a:cubicBezTo>
                  <a:pt x="137" y="0"/>
                  <a:pt x="140" y="0"/>
                  <a:pt x="143" y="0"/>
                </a:cubicBezTo>
                <a:close/>
                <a:moveTo>
                  <a:pt x="203" y="66"/>
                </a:moveTo>
                <a:cubicBezTo>
                  <a:pt x="201" y="66"/>
                  <a:pt x="200" y="66"/>
                  <a:pt x="198" y="66"/>
                </a:cubicBezTo>
                <a:cubicBezTo>
                  <a:pt x="197" y="66"/>
                  <a:pt x="196" y="66"/>
                  <a:pt x="195" y="66"/>
                </a:cubicBezTo>
                <a:cubicBezTo>
                  <a:pt x="194" y="66"/>
                  <a:pt x="193" y="66"/>
                  <a:pt x="192" y="66"/>
                </a:cubicBezTo>
                <a:cubicBezTo>
                  <a:pt x="192" y="64"/>
                  <a:pt x="191" y="63"/>
                  <a:pt x="191" y="61"/>
                </a:cubicBezTo>
                <a:cubicBezTo>
                  <a:pt x="191" y="60"/>
                  <a:pt x="190" y="58"/>
                  <a:pt x="190" y="56"/>
                </a:cubicBezTo>
                <a:cubicBezTo>
                  <a:pt x="169" y="56"/>
                  <a:pt x="169" y="56"/>
                  <a:pt x="169" y="56"/>
                </a:cubicBezTo>
                <a:cubicBezTo>
                  <a:pt x="168" y="58"/>
                  <a:pt x="167" y="60"/>
                  <a:pt x="167" y="61"/>
                </a:cubicBezTo>
                <a:cubicBezTo>
                  <a:pt x="166" y="63"/>
                  <a:pt x="166" y="65"/>
                  <a:pt x="165" y="66"/>
                </a:cubicBezTo>
                <a:cubicBezTo>
                  <a:pt x="147" y="66"/>
                  <a:pt x="147" y="66"/>
                  <a:pt x="147" y="66"/>
                </a:cubicBezTo>
                <a:cubicBezTo>
                  <a:pt x="151" y="58"/>
                  <a:pt x="154" y="50"/>
                  <a:pt x="157" y="43"/>
                </a:cubicBezTo>
                <a:cubicBezTo>
                  <a:pt x="160" y="35"/>
                  <a:pt x="164" y="27"/>
                  <a:pt x="167" y="19"/>
                </a:cubicBezTo>
                <a:cubicBezTo>
                  <a:pt x="168" y="18"/>
                  <a:pt x="168" y="16"/>
                  <a:pt x="169" y="15"/>
                </a:cubicBezTo>
                <a:cubicBezTo>
                  <a:pt x="169" y="13"/>
                  <a:pt x="170" y="11"/>
                  <a:pt x="171" y="10"/>
                </a:cubicBezTo>
                <a:cubicBezTo>
                  <a:pt x="171" y="8"/>
                  <a:pt x="172" y="6"/>
                  <a:pt x="173" y="5"/>
                </a:cubicBezTo>
                <a:cubicBezTo>
                  <a:pt x="174" y="4"/>
                  <a:pt x="175" y="3"/>
                  <a:pt x="176" y="2"/>
                </a:cubicBezTo>
                <a:cubicBezTo>
                  <a:pt x="176" y="2"/>
                  <a:pt x="178" y="1"/>
                  <a:pt x="179" y="1"/>
                </a:cubicBezTo>
                <a:cubicBezTo>
                  <a:pt x="181" y="1"/>
                  <a:pt x="182" y="1"/>
                  <a:pt x="184" y="1"/>
                </a:cubicBezTo>
                <a:cubicBezTo>
                  <a:pt x="186" y="1"/>
                  <a:pt x="188" y="1"/>
                  <a:pt x="189" y="1"/>
                </a:cubicBezTo>
                <a:cubicBezTo>
                  <a:pt x="191" y="1"/>
                  <a:pt x="193" y="1"/>
                  <a:pt x="194" y="1"/>
                </a:cubicBezTo>
                <a:cubicBezTo>
                  <a:pt x="208" y="66"/>
                  <a:pt x="208" y="66"/>
                  <a:pt x="208" y="66"/>
                </a:cubicBezTo>
                <a:cubicBezTo>
                  <a:pt x="206" y="66"/>
                  <a:pt x="205" y="66"/>
                  <a:pt x="203" y="66"/>
                </a:cubicBezTo>
                <a:close/>
                <a:moveTo>
                  <a:pt x="185" y="31"/>
                </a:moveTo>
                <a:cubicBezTo>
                  <a:pt x="184" y="27"/>
                  <a:pt x="183" y="23"/>
                  <a:pt x="182" y="19"/>
                </a:cubicBezTo>
                <a:cubicBezTo>
                  <a:pt x="173" y="43"/>
                  <a:pt x="173" y="43"/>
                  <a:pt x="173" y="43"/>
                </a:cubicBezTo>
                <a:cubicBezTo>
                  <a:pt x="187" y="43"/>
                  <a:pt x="187" y="43"/>
                  <a:pt x="187" y="43"/>
                </a:cubicBezTo>
                <a:cubicBezTo>
                  <a:pt x="186" y="39"/>
                  <a:pt x="186" y="35"/>
                  <a:pt x="185" y="3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</p:spTree>
    <p:extLst>
      <p:ext uri="{BB962C8B-B14F-4D97-AF65-F5344CB8AC3E}">
        <p14:creationId xmlns:p14="http://schemas.microsoft.com/office/powerpoint/2010/main" val="1956558999"/>
      </p:ext>
    </p:extLst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/>
          <p:cNvGrpSpPr/>
          <p:nvPr/>
        </p:nvGrpSpPr>
        <p:grpSpPr>
          <a:xfrm>
            <a:off x="9070639" y="4450508"/>
            <a:ext cx="465099" cy="465099"/>
            <a:chOff x="4775200" y="3587750"/>
            <a:chExt cx="406400" cy="406400"/>
          </a:xfrm>
          <a:solidFill>
            <a:schemeClr val="accent1"/>
          </a:solidFill>
        </p:grpSpPr>
        <p:sp>
          <p:nvSpPr>
            <p:cNvPr id="197" name="Freeform 30"/>
            <p:cNvSpPr>
              <a:spLocks noEditPoints="1"/>
            </p:cNvSpPr>
            <p:nvPr/>
          </p:nvSpPr>
          <p:spPr bwMode="auto">
            <a:xfrm>
              <a:off x="4775200" y="3587750"/>
              <a:ext cx="406400" cy="406400"/>
            </a:xfrm>
            <a:custGeom>
              <a:avLst/>
              <a:gdLst/>
              <a:ahLst/>
              <a:cxnLst>
                <a:cxn ang="0">
                  <a:pos x="176" y="10"/>
                </a:cxn>
                <a:cxn ang="0">
                  <a:pos x="150" y="2"/>
                </a:cxn>
                <a:cxn ang="0">
                  <a:pos x="126" y="0"/>
                </a:cxn>
                <a:cxn ang="0">
                  <a:pos x="102" y="2"/>
                </a:cxn>
                <a:cxn ang="0">
                  <a:pos x="56" y="22"/>
                </a:cxn>
                <a:cxn ang="0">
                  <a:pos x="38" y="38"/>
                </a:cxn>
                <a:cxn ang="0">
                  <a:pos x="22" y="58"/>
                </a:cxn>
                <a:cxn ang="0">
                  <a:pos x="10" y="80"/>
                </a:cxn>
                <a:cxn ang="0">
                  <a:pos x="4" y="92"/>
                </a:cxn>
                <a:cxn ang="0">
                  <a:pos x="0" y="118"/>
                </a:cxn>
                <a:cxn ang="0">
                  <a:pos x="0" y="142"/>
                </a:cxn>
                <a:cxn ang="0">
                  <a:pos x="10" y="178"/>
                </a:cxn>
                <a:cxn ang="0">
                  <a:pos x="30" y="210"/>
                </a:cxn>
                <a:cxn ang="0">
                  <a:pos x="48" y="228"/>
                </a:cxn>
                <a:cxn ang="0">
                  <a:pos x="68" y="242"/>
                </a:cxn>
                <a:cxn ang="0">
                  <a:pos x="80" y="246"/>
                </a:cxn>
                <a:cxn ang="0">
                  <a:pos x="106" y="254"/>
                </a:cxn>
                <a:cxn ang="0">
                  <a:pos x="130" y="256"/>
                </a:cxn>
                <a:cxn ang="0">
                  <a:pos x="156" y="254"/>
                </a:cxn>
                <a:cxn ang="0">
                  <a:pos x="200" y="234"/>
                </a:cxn>
                <a:cxn ang="0">
                  <a:pos x="220" y="218"/>
                </a:cxn>
                <a:cxn ang="0">
                  <a:pos x="234" y="198"/>
                </a:cxn>
                <a:cxn ang="0">
                  <a:pos x="246" y="176"/>
                </a:cxn>
                <a:cxn ang="0">
                  <a:pos x="252" y="164"/>
                </a:cxn>
                <a:cxn ang="0">
                  <a:pos x="256" y="138"/>
                </a:cxn>
                <a:cxn ang="0">
                  <a:pos x="256" y="114"/>
                </a:cxn>
                <a:cxn ang="0">
                  <a:pos x="246" y="78"/>
                </a:cxn>
                <a:cxn ang="0">
                  <a:pos x="226" y="46"/>
                </a:cxn>
                <a:cxn ang="0">
                  <a:pos x="208" y="28"/>
                </a:cxn>
                <a:cxn ang="0">
                  <a:pos x="188" y="14"/>
                </a:cxn>
                <a:cxn ang="0">
                  <a:pos x="86" y="232"/>
                </a:cxn>
                <a:cxn ang="0">
                  <a:pos x="66" y="222"/>
                </a:cxn>
                <a:cxn ang="0">
                  <a:pos x="36" y="190"/>
                </a:cxn>
                <a:cxn ang="0">
                  <a:pos x="18" y="152"/>
                </a:cxn>
                <a:cxn ang="0">
                  <a:pos x="18" y="108"/>
                </a:cxn>
                <a:cxn ang="0">
                  <a:pos x="24" y="86"/>
                </a:cxn>
                <a:cxn ang="0">
                  <a:pos x="48" y="50"/>
                </a:cxn>
                <a:cxn ang="0">
                  <a:pos x="84" y="26"/>
                </a:cxn>
                <a:cxn ang="0">
                  <a:pos x="126" y="16"/>
                </a:cxn>
                <a:cxn ang="0">
                  <a:pos x="170" y="24"/>
                </a:cxn>
                <a:cxn ang="0">
                  <a:pos x="190" y="34"/>
                </a:cxn>
                <a:cxn ang="0">
                  <a:pos x="220" y="66"/>
                </a:cxn>
                <a:cxn ang="0">
                  <a:pos x="238" y="104"/>
                </a:cxn>
                <a:cxn ang="0">
                  <a:pos x="238" y="148"/>
                </a:cxn>
                <a:cxn ang="0">
                  <a:pos x="232" y="170"/>
                </a:cxn>
                <a:cxn ang="0">
                  <a:pos x="208" y="206"/>
                </a:cxn>
                <a:cxn ang="0">
                  <a:pos x="172" y="230"/>
                </a:cxn>
                <a:cxn ang="0">
                  <a:pos x="130" y="240"/>
                </a:cxn>
                <a:cxn ang="0">
                  <a:pos x="86" y="232"/>
                </a:cxn>
              </a:cxnLst>
              <a:rect l="0" t="0" r="r" b="b"/>
              <a:pathLst>
                <a:path w="256" h="256">
                  <a:moveTo>
                    <a:pt x="176" y="10"/>
                  </a:moveTo>
                  <a:lnTo>
                    <a:pt x="176" y="10"/>
                  </a:lnTo>
                  <a:lnTo>
                    <a:pt x="164" y="4"/>
                  </a:lnTo>
                  <a:lnTo>
                    <a:pt x="150" y="2"/>
                  </a:lnTo>
                  <a:lnTo>
                    <a:pt x="138" y="0"/>
                  </a:lnTo>
                  <a:lnTo>
                    <a:pt x="126" y="0"/>
                  </a:lnTo>
                  <a:lnTo>
                    <a:pt x="114" y="0"/>
                  </a:lnTo>
                  <a:lnTo>
                    <a:pt x="102" y="2"/>
                  </a:lnTo>
                  <a:lnTo>
                    <a:pt x="78" y="10"/>
                  </a:lnTo>
                  <a:lnTo>
                    <a:pt x="56" y="22"/>
                  </a:lnTo>
                  <a:lnTo>
                    <a:pt x="46" y="30"/>
                  </a:lnTo>
                  <a:lnTo>
                    <a:pt x="38" y="38"/>
                  </a:lnTo>
                  <a:lnTo>
                    <a:pt x="28" y="48"/>
                  </a:lnTo>
                  <a:lnTo>
                    <a:pt x="22" y="58"/>
                  </a:lnTo>
                  <a:lnTo>
                    <a:pt x="14" y="68"/>
                  </a:lnTo>
                  <a:lnTo>
                    <a:pt x="10" y="80"/>
                  </a:lnTo>
                  <a:lnTo>
                    <a:pt x="10" y="80"/>
                  </a:lnTo>
                  <a:lnTo>
                    <a:pt x="4" y="92"/>
                  </a:lnTo>
                  <a:lnTo>
                    <a:pt x="2" y="106"/>
                  </a:lnTo>
                  <a:lnTo>
                    <a:pt x="0" y="118"/>
                  </a:lnTo>
                  <a:lnTo>
                    <a:pt x="0" y="130"/>
                  </a:lnTo>
                  <a:lnTo>
                    <a:pt x="0" y="142"/>
                  </a:lnTo>
                  <a:lnTo>
                    <a:pt x="2" y="156"/>
                  </a:lnTo>
                  <a:lnTo>
                    <a:pt x="10" y="178"/>
                  </a:lnTo>
                  <a:lnTo>
                    <a:pt x="22" y="200"/>
                  </a:lnTo>
                  <a:lnTo>
                    <a:pt x="30" y="210"/>
                  </a:lnTo>
                  <a:lnTo>
                    <a:pt x="38" y="220"/>
                  </a:lnTo>
                  <a:lnTo>
                    <a:pt x="48" y="228"/>
                  </a:lnTo>
                  <a:lnTo>
                    <a:pt x="58" y="234"/>
                  </a:lnTo>
                  <a:lnTo>
                    <a:pt x="68" y="242"/>
                  </a:lnTo>
                  <a:lnTo>
                    <a:pt x="80" y="246"/>
                  </a:lnTo>
                  <a:lnTo>
                    <a:pt x="80" y="246"/>
                  </a:lnTo>
                  <a:lnTo>
                    <a:pt x="92" y="252"/>
                  </a:lnTo>
                  <a:lnTo>
                    <a:pt x="106" y="254"/>
                  </a:lnTo>
                  <a:lnTo>
                    <a:pt x="118" y="256"/>
                  </a:lnTo>
                  <a:lnTo>
                    <a:pt x="130" y="256"/>
                  </a:lnTo>
                  <a:lnTo>
                    <a:pt x="142" y="256"/>
                  </a:lnTo>
                  <a:lnTo>
                    <a:pt x="156" y="254"/>
                  </a:lnTo>
                  <a:lnTo>
                    <a:pt x="178" y="246"/>
                  </a:lnTo>
                  <a:lnTo>
                    <a:pt x="200" y="234"/>
                  </a:lnTo>
                  <a:lnTo>
                    <a:pt x="210" y="226"/>
                  </a:lnTo>
                  <a:lnTo>
                    <a:pt x="220" y="218"/>
                  </a:lnTo>
                  <a:lnTo>
                    <a:pt x="228" y="208"/>
                  </a:lnTo>
                  <a:lnTo>
                    <a:pt x="234" y="198"/>
                  </a:lnTo>
                  <a:lnTo>
                    <a:pt x="242" y="188"/>
                  </a:lnTo>
                  <a:lnTo>
                    <a:pt x="246" y="176"/>
                  </a:lnTo>
                  <a:lnTo>
                    <a:pt x="246" y="176"/>
                  </a:lnTo>
                  <a:lnTo>
                    <a:pt x="252" y="164"/>
                  </a:lnTo>
                  <a:lnTo>
                    <a:pt x="254" y="150"/>
                  </a:lnTo>
                  <a:lnTo>
                    <a:pt x="256" y="138"/>
                  </a:lnTo>
                  <a:lnTo>
                    <a:pt x="256" y="126"/>
                  </a:lnTo>
                  <a:lnTo>
                    <a:pt x="256" y="114"/>
                  </a:lnTo>
                  <a:lnTo>
                    <a:pt x="254" y="102"/>
                  </a:lnTo>
                  <a:lnTo>
                    <a:pt x="246" y="78"/>
                  </a:lnTo>
                  <a:lnTo>
                    <a:pt x="234" y="56"/>
                  </a:lnTo>
                  <a:lnTo>
                    <a:pt x="226" y="46"/>
                  </a:lnTo>
                  <a:lnTo>
                    <a:pt x="218" y="38"/>
                  </a:lnTo>
                  <a:lnTo>
                    <a:pt x="208" y="28"/>
                  </a:lnTo>
                  <a:lnTo>
                    <a:pt x="198" y="22"/>
                  </a:lnTo>
                  <a:lnTo>
                    <a:pt x="188" y="14"/>
                  </a:lnTo>
                  <a:lnTo>
                    <a:pt x="176" y="10"/>
                  </a:lnTo>
                  <a:close/>
                  <a:moveTo>
                    <a:pt x="86" y="232"/>
                  </a:moveTo>
                  <a:lnTo>
                    <a:pt x="86" y="232"/>
                  </a:lnTo>
                  <a:lnTo>
                    <a:pt x="66" y="222"/>
                  </a:lnTo>
                  <a:lnTo>
                    <a:pt x="50" y="208"/>
                  </a:lnTo>
                  <a:lnTo>
                    <a:pt x="36" y="190"/>
                  </a:lnTo>
                  <a:lnTo>
                    <a:pt x="26" y="172"/>
                  </a:lnTo>
                  <a:lnTo>
                    <a:pt x="18" y="152"/>
                  </a:lnTo>
                  <a:lnTo>
                    <a:pt x="16" y="130"/>
                  </a:lnTo>
                  <a:lnTo>
                    <a:pt x="18" y="108"/>
                  </a:lnTo>
                  <a:lnTo>
                    <a:pt x="24" y="86"/>
                  </a:lnTo>
                  <a:lnTo>
                    <a:pt x="24" y="86"/>
                  </a:lnTo>
                  <a:lnTo>
                    <a:pt x="34" y="66"/>
                  </a:lnTo>
                  <a:lnTo>
                    <a:pt x="48" y="50"/>
                  </a:lnTo>
                  <a:lnTo>
                    <a:pt x="66" y="36"/>
                  </a:lnTo>
                  <a:lnTo>
                    <a:pt x="84" y="26"/>
                  </a:lnTo>
                  <a:lnTo>
                    <a:pt x="104" y="18"/>
                  </a:lnTo>
                  <a:lnTo>
                    <a:pt x="126" y="16"/>
                  </a:lnTo>
                  <a:lnTo>
                    <a:pt x="148" y="18"/>
                  </a:lnTo>
                  <a:lnTo>
                    <a:pt x="170" y="24"/>
                  </a:lnTo>
                  <a:lnTo>
                    <a:pt x="170" y="24"/>
                  </a:lnTo>
                  <a:lnTo>
                    <a:pt x="190" y="34"/>
                  </a:lnTo>
                  <a:lnTo>
                    <a:pt x="206" y="48"/>
                  </a:lnTo>
                  <a:lnTo>
                    <a:pt x="220" y="66"/>
                  </a:lnTo>
                  <a:lnTo>
                    <a:pt x="230" y="84"/>
                  </a:lnTo>
                  <a:lnTo>
                    <a:pt x="238" y="104"/>
                  </a:lnTo>
                  <a:lnTo>
                    <a:pt x="240" y="126"/>
                  </a:lnTo>
                  <a:lnTo>
                    <a:pt x="238" y="148"/>
                  </a:lnTo>
                  <a:lnTo>
                    <a:pt x="232" y="170"/>
                  </a:lnTo>
                  <a:lnTo>
                    <a:pt x="232" y="170"/>
                  </a:lnTo>
                  <a:lnTo>
                    <a:pt x="222" y="190"/>
                  </a:lnTo>
                  <a:lnTo>
                    <a:pt x="208" y="206"/>
                  </a:lnTo>
                  <a:lnTo>
                    <a:pt x="190" y="220"/>
                  </a:lnTo>
                  <a:lnTo>
                    <a:pt x="172" y="230"/>
                  </a:lnTo>
                  <a:lnTo>
                    <a:pt x="152" y="238"/>
                  </a:lnTo>
                  <a:lnTo>
                    <a:pt x="130" y="240"/>
                  </a:lnTo>
                  <a:lnTo>
                    <a:pt x="108" y="238"/>
                  </a:lnTo>
                  <a:lnTo>
                    <a:pt x="86" y="23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98" name="Freeform 33"/>
            <p:cNvSpPr>
              <a:spLocks noEditPoints="1"/>
            </p:cNvSpPr>
            <p:nvPr/>
          </p:nvSpPr>
          <p:spPr bwMode="auto">
            <a:xfrm>
              <a:off x="4953000" y="3765550"/>
              <a:ext cx="50800" cy="50800"/>
            </a:xfrm>
            <a:custGeom>
              <a:avLst/>
              <a:gdLst/>
              <a:ahLst/>
              <a:cxnLst>
                <a:cxn ang="0">
                  <a:pos x="22" y="2"/>
                </a:cxn>
                <a:cxn ang="0">
                  <a:pos x="22" y="2"/>
                </a:cxn>
                <a:cxn ang="0">
                  <a:pos x="16" y="0"/>
                </a:cxn>
                <a:cxn ang="0">
                  <a:pos x="10" y="2"/>
                </a:cxn>
                <a:cxn ang="0">
                  <a:pos x="4" y="4"/>
                </a:cxn>
                <a:cxn ang="0">
                  <a:pos x="2" y="10"/>
                </a:cxn>
                <a:cxn ang="0">
                  <a:pos x="2" y="10"/>
                </a:cxn>
                <a:cxn ang="0">
                  <a:pos x="0" y="16"/>
                </a:cxn>
                <a:cxn ang="0">
                  <a:pos x="2" y="22"/>
                </a:cxn>
                <a:cxn ang="0">
                  <a:pos x="4" y="28"/>
                </a:cxn>
                <a:cxn ang="0">
                  <a:pos x="10" y="30"/>
                </a:cxn>
                <a:cxn ang="0">
                  <a:pos x="10" y="30"/>
                </a:cxn>
                <a:cxn ang="0">
                  <a:pos x="16" y="32"/>
                </a:cxn>
                <a:cxn ang="0">
                  <a:pos x="22" y="30"/>
                </a:cxn>
                <a:cxn ang="0">
                  <a:pos x="28" y="28"/>
                </a:cxn>
                <a:cxn ang="0">
                  <a:pos x="30" y="22"/>
                </a:cxn>
                <a:cxn ang="0">
                  <a:pos x="30" y="22"/>
                </a:cxn>
                <a:cxn ang="0">
                  <a:pos x="32" y="16"/>
                </a:cxn>
                <a:cxn ang="0">
                  <a:pos x="30" y="10"/>
                </a:cxn>
                <a:cxn ang="0">
                  <a:pos x="28" y="4"/>
                </a:cxn>
                <a:cxn ang="0">
                  <a:pos x="22" y="2"/>
                </a:cxn>
                <a:cxn ang="0">
                  <a:pos x="14" y="24"/>
                </a:cxn>
                <a:cxn ang="0">
                  <a:pos x="14" y="24"/>
                </a:cxn>
                <a:cxn ang="0">
                  <a:pos x="10" y="22"/>
                </a:cxn>
                <a:cxn ang="0">
                  <a:pos x="8" y="20"/>
                </a:cxn>
                <a:cxn ang="0">
                  <a:pos x="8" y="16"/>
                </a:cxn>
                <a:cxn ang="0">
                  <a:pos x="8" y="14"/>
                </a:cxn>
                <a:cxn ang="0">
                  <a:pos x="8" y="14"/>
                </a:cxn>
                <a:cxn ang="0">
                  <a:pos x="10" y="10"/>
                </a:cxn>
                <a:cxn ang="0">
                  <a:pos x="12" y="8"/>
                </a:cxn>
                <a:cxn ang="0">
                  <a:pos x="16" y="8"/>
                </a:cxn>
                <a:cxn ang="0">
                  <a:pos x="20" y="8"/>
                </a:cxn>
                <a:cxn ang="0">
                  <a:pos x="20" y="8"/>
                </a:cxn>
                <a:cxn ang="0">
                  <a:pos x="22" y="10"/>
                </a:cxn>
                <a:cxn ang="0">
                  <a:pos x="24" y="12"/>
                </a:cxn>
                <a:cxn ang="0">
                  <a:pos x="24" y="16"/>
                </a:cxn>
                <a:cxn ang="0">
                  <a:pos x="24" y="20"/>
                </a:cxn>
                <a:cxn ang="0">
                  <a:pos x="24" y="20"/>
                </a:cxn>
                <a:cxn ang="0">
                  <a:pos x="22" y="22"/>
                </a:cxn>
                <a:cxn ang="0">
                  <a:pos x="20" y="24"/>
                </a:cxn>
                <a:cxn ang="0">
                  <a:pos x="16" y="24"/>
                </a:cxn>
                <a:cxn ang="0">
                  <a:pos x="14" y="24"/>
                </a:cxn>
              </a:cxnLst>
              <a:rect l="0" t="0" r="r" b="b"/>
              <a:pathLst>
                <a:path w="32" h="32">
                  <a:moveTo>
                    <a:pt x="22" y="2"/>
                  </a:moveTo>
                  <a:lnTo>
                    <a:pt x="22" y="2"/>
                  </a:lnTo>
                  <a:lnTo>
                    <a:pt x="16" y="0"/>
                  </a:lnTo>
                  <a:lnTo>
                    <a:pt x="10" y="2"/>
                  </a:lnTo>
                  <a:lnTo>
                    <a:pt x="4" y="4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0" y="16"/>
                  </a:lnTo>
                  <a:lnTo>
                    <a:pt x="2" y="22"/>
                  </a:lnTo>
                  <a:lnTo>
                    <a:pt x="4" y="28"/>
                  </a:lnTo>
                  <a:lnTo>
                    <a:pt x="10" y="30"/>
                  </a:lnTo>
                  <a:lnTo>
                    <a:pt x="10" y="30"/>
                  </a:lnTo>
                  <a:lnTo>
                    <a:pt x="16" y="32"/>
                  </a:lnTo>
                  <a:lnTo>
                    <a:pt x="22" y="30"/>
                  </a:lnTo>
                  <a:lnTo>
                    <a:pt x="28" y="28"/>
                  </a:lnTo>
                  <a:lnTo>
                    <a:pt x="30" y="22"/>
                  </a:lnTo>
                  <a:lnTo>
                    <a:pt x="30" y="22"/>
                  </a:lnTo>
                  <a:lnTo>
                    <a:pt x="32" y="16"/>
                  </a:lnTo>
                  <a:lnTo>
                    <a:pt x="30" y="10"/>
                  </a:lnTo>
                  <a:lnTo>
                    <a:pt x="28" y="4"/>
                  </a:lnTo>
                  <a:lnTo>
                    <a:pt x="22" y="2"/>
                  </a:lnTo>
                  <a:close/>
                  <a:moveTo>
                    <a:pt x="14" y="24"/>
                  </a:moveTo>
                  <a:lnTo>
                    <a:pt x="14" y="24"/>
                  </a:lnTo>
                  <a:lnTo>
                    <a:pt x="10" y="22"/>
                  </a:lnTo>
                  <a:lnTo>
                    <a:pt x="8" y="20"/>
                  </a:lnTo>
                  <a:lnTo>
                    <a:pt x="8" y="16"/>
                  </a:lnTo>
                  <a:lnTo>
                    <a:pt x="8" y="14"/>
                  </a:lnTo>
                  <a:lnTo>
                    <a:pt x="8" y="14"/>
                  </a:lnTo>
                  <a:lnTo>
                    <a:pt x="10" y="10"/>
                  </a:lnTo>
                  <a:lnTo>
                    <a:pt x="12" y="8"/>
                  </a:lnTo>
                  <a:lnTo>
                    <a:pt x="16" y="8"/>
                  </a:lnTo>
                  <a:lnTo>
                    <a:pt x="20" y="8"/>
                  </a:lnTo>
                  <a:lnTo>
                    <a:pt x="20" y="8"/>
                  </a:lnTo>
                  <a:lnTo>
                    <a:pt x="22" y="10"/>
                  </a:lnTo>
                  <a:lnTo>
                    <a:pt x="24" y="12"/>
                  </a:lnTo>
                  <a:lnTo>
                    <a:pt x="24" y="16"/>
                  </a:lnTo>
                  <a:lnTo>
                    <a:pt x="24" y="20"/>
                  </a:lnTo>
                  <a:lnTo>
                    <a:pt x="24" y="20"/>
                  </a:lnTo>
                  <a:lnTo>
                    <a:pt x="22" y="22"/>
                  </a:lnTo>
                  <a:lnTo>
                    <a:pt x="20" y="24"/>
                  </a:lnTo>
                  <a:lnTo>
                    <a:pt x="16" y="24"/>
                  </a:lnTo>
                  <a:lnTo>
                    <a:pt x="14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99" name="Freeform 34"/>
            <p:cNvSpPr>
              <a:spLocks/>
            </p:cNvSpPr>
            <p:nvPr/>
          </p:nvSpPr>
          <p:spPr bwMode="auto">
            <a:xfrm>
              <a:off x="4953000" y="3765550"/>
              <a:ext cx="50800" cy="50800"/>
            </a:xfrm>
            <a:custGeom>
              <a:avLst/>
              <a:gdLst/>
              <a:ahLst/>
              <a:cxnLst>
                <a:cxn ang="0">
                  <a:pos x="22" y="2"/>
                </a:cxn>
                <a:cxn ang="0">
                  <a:pos x="22" y="2"/>
                </a:cxn>
                <a:cxn ang="0">
                  <a:pos x="16" y="0"/>
                </a:cxn>
                <a:cxn ang="0">
                  <a:pos x="10" y="2"/>
                </a:cxn>
                <a:cxn ang="0">
                  <a:pos x="4" y="4"/>
                </a:cxn>
                <a:cxn ang="0">
                  <a:pos x="2" y="10"/>
                </a:cxn>
                <a:cxn ang="0">
                  <a:pos x="2" y="10"/>
                </a:cxn>
                <a:cxn ang="0">
                  <a:pos x="0" y="16"/>
                </a:cxn>
                <a:cxn ang="0">
                  <a:pos x="2" y="22"/>
                </a:cxn>
                <a:cxn ang="0">
                  <a:pos x="4" y="28"/>
                </a:cxn>
                <a:cxn ang="0">
                  <a:pos x="10" y="30"/>
                </a:cxn>
                <a:cxn ang="0">
                  <a:pos x="10" y="30"/>
                </a:cxn>
                <a:cxn ang="0">
                  <a:pos x="16" y="32"/>
                </a:cxn>
                <a:cxn ang="0">
                  <a:pos x="22" y="30"/>
                </a:cxn>
                <a:cxn ang="0">
                  <a:pos x="28" y="28"/>
                </a:cxn>
                <a:cxn ang="0">
                  <a:pos x="30" y="22"/>
                </a:cxn>
                <a:cxn ang="0">
                  <a:pos x="30" y="22"/>
                </a:cxn>
                <a:cxn ang="0">
                  <a:pos x="32" y="16"/>
                </a:cxn>
                <a:cxn ang="0">
                  <a:pos x="30" y="10"/>
                </a:cxn>
                <a:cxn ang="0">
                  <a:pos x="28" y="4"/>
                </a:cxn>
                <a:cxn ang="0">
                  <a:pos x="22" y="2"/>
                </a:cxn>
              </a:cxnLst>
              <a:rect l="0" t="0" r="r" b="b"/>
              <a:pathLst>
                <a:path w="32" h="32">
                  <a:moveTo>
                    <a:pt x="22" y="2"/>
                  </a:moveTo>
                  <a:lnTo>
                    <a:pt x="22" y="2"/>
                  </a:lnTo>
                  <a:lnTo>
                    <a:pt x="16" y="0"/>
                  </a:lnTo>
                  <a:lnTo>
                    <a:pt x="10" y="2"/>
                  </a:lnTo>
                  <a:lnTo>
                    <a:pt x="4" y="4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0" y="16"/>
                  </a:lnTo>
                  <a:lnTo>
                    <a:pt x="2" y="22"/>
                  </a:lnTo>
                  <a:lnTo>
                    <a:pt x="4" y="28"/>
                  </a:lnTo>
                  <a:lnTo>
                    <a:pt x="10" y="30"/>
                  </a:lnTo>
                  <a:lnTo>
                    <a:pt x="10" y="30"/>
                  </a:lnTo>
                  <a:lnTo>
                    <a:pt x="16" y="32"/>
                  </a:lnTo>
                  <a:lnTo>
                    <a:pt x="22" y="30"/>
                  </a:lnTo>
                  <a:lnTo>
                    <a:pt x="28" y="28"/>
                  </a:lnTo>
                  <a:lnTo>
                    <a:pt x="30" y="22"/>
                  </a:lnTo>
                  <a:lnTo>
                    <a:pt x="30" y="22"/>
                  </a:lnTo>
                  <a:lnTo>
                    <a:pt x="32" y="16"/>
                  </a:lnTo>
                  <a:lnTo>
                    <a:pt x="30" y="10"/>
                  </a:lnTo>
                  <a:lnTo>
                    <a:pt x="28" y="4"/>
                  </a:lnTo>
                  <a:lnTo>
                    <a:pt x="22" y="2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200" name="Freeform 36"/>
            <p:cNvSpPr>
              <a:spLocks noEditPoints="1"/>
            </p:cNvSpPr>
            <p:nvPr/>
          </p:nvSpPr>
          <p:spPr bwMode="auto">
            <a:xfrm>
              <a:off x="4902200" y="3714750"/>
              <a:ext cx="152400" cy="152400"/>
            </a:xfrm>
            <a:custGeom>
              <a:avLst/>
              <a:gdLst/>
              <a:ahLst/>
              <a:cxnLst>
                <a:cxn ang="0">
                  <a:pos x="66" y="4"/>
                </a:cxn>
                <a:cxn ang="0">
                  <a:pos x="48" y="0"/>
                </a:cxn>
                <a:cxn ang="0">
                  <a:pos x="30" y="4"/>
                </a:cxn>
                <a:cxn ang="0">
                  <a:pos x="14" y="14"/>
                </a:cxn>
                <a:cxn ang="0">
                  <a:pos x="4" y="30"/>
                </a:cxn>
                <a:cxn ang="0">
                  <a:pos x="0" y="40"/>
                </a:cxn>
                <a:cxn ang="0">
                  <a:pos x="2" y="58"/>
                </a:cxn>
                <a:cxn ang="0">
                  <a:pos x="8" y="76"/>
                </a:cxn>
                <a:cxn ang="0">
                  <a:pos x="22" y="88"/>
                </a:cxn>
                <a:cxn ang="0">
                  <a:pos x="30" y="92"/>
                </a:cxn>
                <a:cxn ang="0">
                  <a:pos x="48" y="96"/>
                </a:cxn>
                <a:cxn ang="0">
                  <a:pos x="66" y="92"/>
                </a:cxn>
                <a:cxn ang="0">
                  <a:pos x="82" y="82"/>
                </a:cxn>
                <a:cxn ang="0">
                  <a:pos x="92" y="66"/>
                </a:cxn>
                <a:cxn ang="0">
                  <a:pos x="96" y="56"/>
                </a:cxn>
                <a:cxn ang="0">
                  <a:pos x="94" y="38"/>
                </a:cxn>
                <a:cxn ang="0">
                  <a:pos x="88" y="22"/>
                </a:cxn>
                <a:cxn ang="0">
                  <a:pos x="74" y="8"/>
                </a:cxn>
                <a:cxn ang="0">
                  <a:pos x="36" y="78"/>
                </a:cxn>
                <a:cxn ang="0">
                  <a:pos x="30" y="74"/>
                </a:cxn>
                <a:cxn ang="0">
                  <a:pos x="18" y="60"/>
                </a:cxn>
                <a:cxn ang="0">
                  <a:pos x="16" y="42"/>
                </a:cxn>
                <a:cxn ang="0">
                  <a:pos x="18" y="36"/>
                </a:cxn>
                <a:cxn ang="0">
                  <a:pos x="26" y="26"/>
                </a:cxn>
                <a:cxn ang="0">
                  <a:pos x="48" y="16"/>
                </a:cxn>
                <a:cxn ang="0">
                  <a:pos x="60" y="18"/>
                </a:cxn>
                <a:cxn ang="0">
                  <a:pos x="66" y="22"/>
                </a:cxn>
                <a:cxn ang="0">
                  <a:pos x="78" y="36"/>
                </a:cxn>
                <a:cxn ang="0">
                  <a:pos x="80" y="54"/>
                </a:cxn>
                <a:cxn ang="0">
                  <a:pos x="78" y="60"/>
                </a:cxn>
                <a:cxn ang="0">
                  <a:pos x="70" y="70"/>
                </a:cxn>
                <a:cxn ang="0">
                  <a:pos x="48" y="80"/>
                </a:cxn>
                <a:cxn ang="0">
                  <a:pos x="36" y="78"/>
                </a:cxn>
              </a:cxnLst>
              <a:rect l="0" t="0" r="r" b="b"/>
              <a:pathLst>
                <a:path w="96" h="96">
                  <a:moveTo>
                    <a:pt x="66" y="4"/>
                  </a:moveTo>
                  <a:lnTo>
                    <a:pt x="66" y="4"/>
                  </a:lnTo>
                  <a:lnTo>
                    <a:pt x="56" y="0"/>
                  </a:lnTo>
                  <a:lnTo>
                    <a:pt x="48" y="0"/>
                  </a:lnTo>
                  <a:lnTo>
                    <a:pt x="38" y="2"/>
                  </a:lnTo>
                  <a:lnTo>
                    <a:pt x="30" y="4"/>
                  </a:lnTo>
                  <a:lnTo>
                    <a:pt x="22" y="8"/>
                  </a:lnTo>
                  <a:lnTo>
                    <a:pt x="14" y="14"/>
                  </a:lnTo>
                  <a:lnTo>
                    <a:pt x="8" y="22"/>
                  </a:lnTo>
                  <a:lnTo>
                    <a:pt x="4" y="30"/>
                  </a:lnTo>
                  <a:lnTo>
                    <a:pt x="4" y="30"/>
                  </a:lnTo>
                  <a:lnTo>
                    <a:pt x="0" y="40"/>
                  </a:lnTo>
                  <a:lnTo>
                    <a:pt x="0" y="48"/>
                  </a:lnTo>
                  <a:lnTo>
                    <a:pt x="2" y="58"/>
                  </a:lnTo>
                  <a:lnTo>
                    <a:pt x="4" y="66"/>
                  </a:lnTo>
                  <a:lnTo>
                    <a:pt x="8" y="76"/>
                  </a:lnTo>
                  <a:lnTo>
                    <a:pt x="14" y="82"/>
                  </a:lnTo>
                  <a:lnTo>
                    <a:pt x="22" y="88"/>
                  </a:lnTo>
                  <a:lnTo>
                    <a:pt x="30" y="92"/>
                  </a:lnTo>
                  <a:lnTo>
                    <a:pt x="30" y="92"/>
                  </a:lnTo>
                  <a:lnTo>
                    <a:pt x="40" y="96"/>
                  </a:lnTo>
                  <a:lnTo>
                    <a:pt x="48" y="96"/>
                  </a:lnTo>
                  <a:lnTo>
                    <a:pt x="58" y="94"/>
                  </a:lnTo>
                  <a:lnTo>
                    <a:pt x="66" y="92"/>
                  </a:lnTo>
                  <a:lnTo>
                    <a:pt x="76" y="88"/>
                  </a:lnTo>
                  <a:lnTo>
                    <a:pt x="82" y="82"/>
                  </a:lnTo>
                  <a:lnTo>
                    <a:pt x="88" y="74"/>
                  </a:lnTo>
                  <a:lnTo>
                    <a:pt x="92" y="66"/>
                  </a:lnTo>
                  <a:lnTo>
                    <a:pt x="92" y="66"/>
                  </a:lnTo>
                  <a:lnTo>
                    <a:pt x="96" y="56"/>
                  </a:lnTo>
                  <a:lnTo>
                    <a:pt x="96" y="48"/>
                  </a:lnTo>
                  <a:lnTo>
                    <a:pt x="94" y="38"/>
                  </a:lnTo>
                  <a:lnTo>
                    <a:pt x="92" y="30"/>
                  </a:lnTo>
                  <a:lnTo>
                    <a:pt x="88" y="22"/>
                  </a:lnTo>
                  <a:lnTo>
                    <a:pt x="82" y="14"/>
                  </a:lnTo>
                  <a:lnTo>
                    <a:pt x="74" y="8"/>
                  </a:lnTo>
                  <a:lnTo>
                    <a:pt x="66" y="4"/>
                  </a:lnTo>
                  <a:close/>
                  <a:moveTo>
                    <a:pt x="36" y="78"/>
                  </a:moveTo>
                  <a:lnTo>
                    <a:pt x="36" y="78"/>
                  </a:lnTo>
                  <a:lnTo>
                    <a:pt x="30" y="74"/>
                  </a:lnTo>
                  <a:lnTo>
                    <a:pt x="26" y="70"/>
                  </a:lnTo>
                  <a:lnTo>
                    <a:pt x="18" y="60"/>
                  </a:lnTo>
                  <a:lnTo>
                    <a:pt x="16" y="48"/>
                  </a:lnTo>
                  <a:lnTo>
                    <a:pt x="16" y="42"/>
                  </a:lnTo>
                  <a:lnTo>
                    <a:pt x="18" y="36"/>
                  </a:lnTo>
                  <a:lnTo>
                    <a:pt x="18" y="36"/>
                  </a:lnTo>
                  <a:lnTo>
                    <a:pt x="22" y="30"/>
                  </a:lnTo>
                  <a:lnTo>
                    <a:pt x="26" y="26"/>
                  </a:lnTo>
                  <a:lnTo>
                    <a:pt x="36" y="18"/>
                  </a:lnTo>
                  <a:lnTo>
                    <a:pt x="48" y="16"/>
                  </a:lnTo>
                  <a:lnTo>
                    <a:pt x="54" y="16"/>
                  </a:lnTo>
                  <a:lnTo>
                    <a:pt x="60" y="18"/>
                  </a:lnTo>
                  <a:lnTo>
                    <a:pt x="60" y="18"/>
                  </a:lnTo>
                  <a:lnTo>
                    <a:pt x="66" y="22"/>
                  </a:lnTo>
                  <a:lnTo>
                    <a:pt x="70" y="26"/>
                  </a:lnTo>
                  <a:lnTo>
                    <a:pt x="78" y="36"/>
                  </a:lnTo>
                  <a:lnTo>
                    <a:pt x="80" y="48"/>
                  </a:lnTo>
                  <a:lnTo>
                    <a:pt x="80" y="54"/>
                  </a:lnTo>
                  <a:lnTo>
                    <a:pt x="78" y="60"/>
                  </a:lnTo>
                  <a:lnTo>
                    <a:pt x="78" y="60"/>
                  </a:lnTo>
                  <a:lnTo>
                    <a:pt x="74" y="66"/>
                  </a:lnTo>
                  <a:lnTo>
                    <a:pt x="70" y="70"/>
                  </a:lnTo>
                  <a:lnTo>
                    <a:pt x="60" y="78"/>
                  </a:lnTo>
                  <a:lnTo>
                    <a:pt x="48" y="80"/>
                  </a:lnTo>
                  <a:lnTo>
                    <a:pt x="42" y="80"/>
                  </a:lnTo>
                  <a:lnTo>
                    <a:pt x="36" y="7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201" name="Freeform 39"/>
            <p:cNvSpPr>
              <a:spLocks/>
            </p:cNvSpPr>
            <p:nvPr/>
          </p:nvSpPr>
          <p:spPr bwMode="auto">
            <a:xfrm>
              <a:off x="5010150" y="3819525"/>
              <a:ext cx="63500" cy="63500"/>
            </a:xfrm>
            <a:custGeom>
              <a:avLst/>
              <a:gdLst/>
              <a:ahLst/>
              <a:cxnLst>
                <a:cxn ang="0">
                  <a:pos x="40" y="6"/>
                </a:cxn>
                <a:cxn ang="0">
                  <a:pos x="40" y="6"/>
                </a:cxn>
                <a:cxn ang="0">
                  <a:pos x="40" y="2"/>
                </a:cxn>
                <a:cxn ang="0">
                  <a:pos x="38" y="0"/>
                </a:cxn>
                <a:cxn ang="0">
                  <a:pos x="38" y="0"/>
                </a:cxn>
                <a:cxn ang="0">
                  <a:pos x="34" y="0"/>
                </a:cxn>
                <a:cxn ang="0">
                  <a:pos x="32" y="2"/>
                </a:cxn>
                <a:cxn ang="0">
                  <a:pos x="32" y="2"/>
                </a:cxn>
                <a:cxn ang="0">
                  <a:pos x="32" y="2"/>
                </a:cxn>
                <a:cxn ang="0">
                  <a:pos x="26" y="12"/>
                </a:cxn>
                <a:cxn ang="0">
                  <a:pos x="20" y="22"/>
                </a:cxn>
                <a:cxn ang="0">
                  <a:pos x="12" y="28"/>
                </a:cxn>
                <a:cxn ang="0">
                  <a:pos x="2" y="34"/>
                </a:cxn>
                <a:cxn ang="0">
                  <a:pos x="2" y="34"/>
                </a:cxn>
                <a:cxn ang="0">
                  <a:pos x="0" y="36"/>
                </a:cxn>
                <a:cxn ang="0">
                  <a:pos x="0" y="38"/>
                </a:cxn>
                <a:cxn ang="0">
                  <a:pos x="0" y="38"/>
                </a:cxn>
                <a:cxn ang="0">
                  <a:pos x="2" y="40"/>
                </a:cxn>
                <a:cxn ang="0">
                  <a:pos x="6" y="40"/>
                </a:cxn>
                <a:cxn ang="0">
                  <a:pos x="6" y="40"/>
                </a:cxn>
                <a:cxn ang="0">
                  <a:pos x="6" y="40"/>
                </a:cxn>
                <a:cxn ang="0">
                  <a:pos x="6" y="40"/>
                </a:cxn>
                <a:cxn ang="0">
                  <a:pos x="16" y="34"/>
                </a:cxn>
                <a:cxn ang="0">
                  <a:pos x="26" y="26"/>
                </a:cxn>
                <a:cxn ang="0">
                  <a:pos x="34" y="18"/>
                </a:cxn>
                <a:cxn ang="0">
                  <a:pos x="40" y="6"/>
                </a:cxn>
                <a:cxn ang="0">
                  <a:pos x="40" y="6"/>
                </a:cxn>
              </a:cxnLst>
              <a:rect l="0" t="0" r="r" b="b"/>
              <a:pathLst>
                <a:path w="40" h="40">
                  <a:moveTo>
                    <a:pt x="40" y="6"/>
                  </a:moveTo>
                  <a:lnTo>
                    <a:pt x="40" y="6"/>
                  </a:lnTo>
                  <a:lnTo>
                    <a:pt x="40" y="2"/>
                  </a:lnTo>
                  <a:lnTo>
                    <a:pt x="38" y="0"/>
                  </a:lnTo>
                  <a:lnTo>
                    <a:pt x="38" y="0"/>
                  </a:lnTo>
                  <a:lnTo>
                    <a:pt x="34" y="0"/>
                  </a:lnTo>
                  <a:lnTo>
                    <a:pt x="32" y="2"/>
                  </a:lnTo>
                  <a:lnTo>
                    <a:pt x="32" y="2"/>
                  </a:lnTo>
                  <a:lnTo>
                    <a:pt x="32" y="2"/>
                  </a:lnTo>
                  <a:lnTo>
                    <a:pt x="26" y="12"/>
                  </a:lnTo>
                  <a:lnTo>
                    <a:pt x="20" y="22"/>
                  </a:lnTo>
                  <a:lnTo>
                    <a:pt x="12" y="28"/>
                  </a:lnTo>
                  <a:lnTo>
                    <a:pt x="2" y="34"/>
                  </a:lnTo>
                  <a:lnTo>
                    <a:pt x="2" y="34"/>
                  </a:lnTo>
                  <a:lnTo>
                    <a:pt x="0" y="36"/>
                  </a:lnTo>
                  <a:lnTo>
                    <a:pt x="0" y="38"/>
                  </a:lnTo>
                  <a:lnTo>
                    <a:pt x="0" y="38"/>
                  </a:lnTo>
                  <a:lnTo>
                    <a:pt x="2" y="40"/>
                  </a:lnTo>
                  <a:lnTo>
                    <a:pt x="6" y="40"/>
                  </a:lnTo>
                  <a:lnTo>
                    <a:pt x="6" y="40"/>
                  </a:lnTo>
                  <a:lnTo>
                    <a:pt x="6" y="40"/>
                  </a:lnTo>
                  <a:lnTo>
                    <a:pt x="6" y="40"/>
                  </a:lnTo>
                  <a:lnTo>
                    <a:pt x="16" y="34"/>
                  </a:lnTo>
                  <a:lnTo>
                    <a:pt x="26" y="26"/>
                  </a:lnTo>
                  <a:lnTo>
                    <a:pt x="34" y="18"/>
                  </a:lnTo>
                  <a:lnTo>
                    <a:pt x="40" y="6"/>
                  </a:lnTo>
                  <a:lnTo>
                    <a:pt x="40" y="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202" name="Freeform 40"/>
            <p:cNvSpPr>
              <a:spLocks/>
            </p:cNvSpPr>
            <p:nvPr/>
          </p:nvSpPr>
          <p:spPr bwMode="auto">
            <a:xfrm>
              <a:off x="5029200" y="3838575"/>
              <a:ext cx="92075" cy="92075"/>
            </a:xfrm>
            <a:custGeom>
              <a:avLst/>
              <a:gdLst/>
              <a:ahLst/>
              <a:cxnLst>
                <a:cxn ang="0">
                  <a:pos x="54" y="0"/>
                </a:cxn>
                <a:cxn ang="0">
                  <a:pos x="54" y="0"/>
                </a:cxn>
                <a:cxn ang="0">
                  <a:pos x="52" y="0"/>
                </a:cxn>
                <a:cxn ang="0">
                  <a:pos x="50" y="2"/>
                </a:cxn>
                <a:cxn ang="0">
                  <a:pos x="50" y="2"/>
                </a:cxn>
                <a:cxn ang="0">
                  <a:pos x="42" y="18"/>
                </a:cxn>
                <a:cxn ang="0">
                  <a:pos x="30" y="32"/>
                </a:cxn>
                <a:cxn ang="0">
                  <a:pos x="18" y="42"/>
                </a:cxn>
                <a:cxn ang="0">
                  <a:pos x="2" y="50"/>
                </a:cxn>
                <a:cxn ang="0">
                  <a:pos x="2" y="50"/>
                </a:cxn>
                <a:cxn ang="0">
                  <a:pos x="0" y="54"/>
                </a:cxn>
                <a:cxn ang="0">
                  <a:pos x="0" y="56"/>
                </a:cxn>
                <a:cxn ang="0">
                  <a:pos x="0" y="56"/>
                </a:cxn>
                <a:cxn ang="0">
                  <a:pos x="2" y="58"/>
                </a:cxn>
                <a:cxn ang="0">
                  <a:pos x="6" y="58"/>
                </a:cxn>
                <a:cxn ang="0">
                  <a:pos x="6" y="58"/>
                </a:cxn>
                <a:cxn ang="0">
                  <a:pos x="6" y="58"/>
                </a:cxn>
                <a:cxn ang="0">
                  <a:pos x="6" y="58"/>
                </a:cxn>
                <a:cxn ang="0">
                  <a:pos x="22" y="50"/>
                </a:cxn>
                <a:cxn ang="0">
                  <a:pos x="36" y="38"/>
                </a:cxn>
                <a:cxn ang="0">
                  <a:pos x="48" y="22"/>
                </a:cxn>
                <a:cxn ang="0">
                  <a:pos x="58" y="6"/>
                </a:cxn>
                <a:cxn ang="0">
                  <a:pos x="58" y="6"/>
                </a:cxn>
                <a:cxn ang="0">
                  <a:pos x="58" y="2"/>
                </a:cxn>
                <a:cxn ang="0">
                  <a:pos x="54" y="0"/>
                </a:cxn>
              </a:cxnLst>
              <a:rect l="0" t="0" r="r" b="b"/>
              <a:pathLst>
                <a:path w="58" h="58">
                  <a:moveTo>
                    <a:pt x="54" y="0"/>
                  </a:moveTo>
                  <a:lnTo>
                    <a:pt x="54" y="0"/>
                  </a:lnTo>
                  <a:lnTo>
                    <a:pt x="52" y="0"/>
                  </a:lnTo>
                  <a:lnTo>
                    <a:pt x="50" y="2"/>
                  </a:lnTo>
                  <a:lnTo>
                    <a:pt x="50" y="2"/>
                  </a:lnTo>
                  <a:lnTo>
                    <a:pt x="42" y="18"/>
                  </a:lnTo>
                  <a:lnTo>
                    <a:pt x="30" y="32"/>
                  </a:lnTo>
                  <a:lnTo>
                    <a:pt x="18" y="42"/>
                  </a:lnTo>
                  <a:lnTo>
                    <a:pt x="2" y="50"/>
                  </a:lnTo>
                  <a:lnTo>
                    <a:pt x="2" y="50"/>
                  </a:lnTo>
                  <a:lnTo>
                    <a:pt x="0" y="54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2" y="58"/>
                  </a:lnTo>
                  <a:lnTo>
                    <a:pt x="6" y="58"/>
                  </a:lnTo>
                  <a:lnTo>
                    <a:pt x="6" y="58"/>
                  </a:lnTo>
                  <a:lnTo>
                    <a:pt x="6" y="58"/>
                  </a:lnTo>
                  <a:lnTo>
                    <a:pt x="6" y="58"/>
                  </a:lnTo>
                  <a:lnTo>
                    <a:pt x="22" y="50"/>
                  </a:lnTo>
                  <a:lnTo>
                    <a:pt x="36" y="38"/>
                  </a:lnTo>
                  <a:lnTo>
                    <a:pt x="48" y="22"/>
                  </a:lnTo>
                  <a:lnTo>
                    <a:pt x="58" y="6"/>
                  </a:lnTo>
                  <a:lnTo>
                    <a:pt x="58" y="6"/>
                  </a:lnTo>
                  <a:lnTo>
                    <a:pt x="58" y="2"/>
                  </a:lnTo>
                  <a:lnTo>
                    <a:pt x="54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203" name="Freeform 41"/>
            <p:cNvSpPr>
              <a:spLocks/>
            </p:cNvSpPr>
            <p:nvPr/>
          </p:nvSpPr>
          <p:spPr bwMode="auto">
            <a:xfrm>
              <a:off x="5029200" y="3838575"/>
              <a:ext cx="92075" cy="92075"/>
            </a:xfrm>
            <a:custGeom>
              <a:avLst/>
              <a:gdLst/>
              <a:ahLst/>
              <a:cxnLst>
                <a:cxn ang="0">
                  <a:pos x="54" y="0"/>
                </a:cxn>
                <a:cxn ang="0">
                  <a:pos x="54" y="0"/>
                </a:cxn>
                <a:cxn ang="0">
                  <a:pos x="52" y="0"/>
                </a:cxn>
                <a:cxn ang="0">
                  <a:pos x="50" y="2"/>
                </a:cxn>
                <a:cxn ang="0">
                  <a:pos x="50" y="2"/>
                </a:cxn>
                <a:cxn ang="0">
                  <a:pos x="42" y="18"/>
                </a:cxn>
                <a:cxn ang="0">
                  <a:pos x="30" y="32"/>
                </a:cxn>
                <a:cxn ang="0">
                  <a:pos x="18" y="42"/>
                </a:cxn>
                <a:cxn ang="0">
                  <a:pos x="2" y="50"/>
                </a:cxn>
                <a:cxn ang="0">
                  <a:pos x="2" y="50"/>
                </a:cxn>
                <a:cxn ang="0">
                  <a:pos x="0" y="54"/>
                </a:cxn>
                <a:cxn ang="0">
                  <a:pos x="0" y="56"/>
                </a:cxn>
                <a:cxn ang="0">
                  <a:pos x="0" y="56"/>
                </a:cxn>
                <a:cxn ang="0">
                  <a:pos x="2" y="58"/>
                </a:cxn>
                <a:cxn ang="0">
                  <a:pos x="6" y="58"/>
                </a:cxn>
                <a:cxn ang="0">
                  <a:pos x="6" y="58"/>
                </a:cxn>
                <a:cxn ang="0">
                  <a:pos x="6" y="58"/>
                </a:cxn>
                <a:cxn ang="0">
                  <a:pos x="6" y="58"/>
                </a:cxn>
                <a:cxn ang="0">
                  <a:pos x="22" y="50"/>
                </a:cxn>
                <a:cxn ang="0">
                  <a:pos x="36" y="38"/>
                </a:cxn>
                <a:cxn ang="0">
                  <a:pos x="48" y="22"/>
                </a:cxn>
                <a:cxn ang="0">
                  <a:pos x="58" y="6"/>
                </a:cxn>
                <a:cxn ang="0">
                  <a:pos x="58" y="6"/>
                </a:cxn>
                <a:cxn ang="0">
                  <a:pos x="58" y="2"/>
                </a:cxn>
                <a:cxn ang="0">
                  <a:pos x="54" y="0"/>
                </a:cxn>
              </a:cxnLst>
              <a:rect l="0" t="0" r="r" b="b"/>
              <a:pathLst>
                <a:path w="58" h="58">
                  <a:moveTo>
                    <a:pt x="54" y="0"/>
                  </a:moveTo>
                  <a:lnTo>
                    <a:pt x="54" y="0"/>
                  </a:lnTo>
                  <a:lnTo>
                    <a:pt x="52" y="0"/>
                  </a:lnTo>
                  <a:lnTo>
                    <a:pt x="50" y="2"/>
                  </a:lnTo>
                  <a:lnTo>
                    <a:pt x="50" y="2"/>
                  </a:lnTo>
                  <a:lnTo>
                    <a:pt x="42" y="18"/>
                  </a:lnTo>
                  <a:lnTo>
                    <a:pt x="30" y="32"/>
                  </a:lnTo>
                  <a:lnTo>
                    <a:pt x="18" y="42"/>
                  </a:lnTo>
                  <a:lnTo>
                    <a:pt x="2" y="50"/>
                  </a:lnTo>
                  <a:lnTo>
                    <a:pt x="2" y="50"/>
                  </a:lnTo>
                  <a:lnTo>
                    <a:pt x="0" y="54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2" y="58"/>
                  </a:lnTo>
                  <a:lnTo>
                    <a:pt x="6" y="58"/>
                  </a:lnTo>
                  <a:lnTo>
                    <a:pt x="6" y="58"/>
                  </a:lnTo>
                  <a:lnTo>
                    <a:pt x="6" y="58"/>
                  </a:lnTo>
                  <a:lnTo>
                    <a:pt x="6" y="58"/>
                  </a:lnTo>
                  <a:lnTo>
                    <a:pt x="22" y="50"/>
                  </a:lnTo>
                  <a:lnTo>
                    <a:pt x="36" y="38"/>
                  </a:lnTo>
                  <a:lnTo>
                    <a:pt x="48" y="22"/>
                  </a:lnTo>
                  <a:lnTo>
                    <a:pt x="58" y="6"/>
                  </a:lnTo>
                  <a:lnTo>
                    <a:pt x="58" y="6"/>
                  </a:lnTo>
                  <a:lnTo>
                    <a:pt x="58" y="2"/>
                  </a:lnTo>
                  <a:lnTo>
                    <a:pt x="54" y="0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204" name="Freeform 42"/>
            <p:cNvSpPr>
              <a:spLocks/>
            </p:cNvSpPr>
            <p:nvPr/>
          </p:nvSpPr>
          <p:spPr bwMode="auto">
            <a:xfrm>
              <a:off x="5019675" y="3829050"/>
              <a:ext cx="76200" cy="79375"/>
            </a:xfrm>
            <a:custGeom>
              <a:avLst/>
              <a:gdLst/>
              <a:ahLst/>
              <a:cxnLst>
                <a:cxn ang="0">
                  <a:pos x="46" y="0"/>
                </a:cxn>
                <a:cxn ang="0">
                  <a:pos x="46" y="0"/>
                </a:cxn>
                <a:cxn ang="0">
                  <a:pos x="44" y="0"/>
                </a:cxn>
                <a:cxn ang="0">
                  <a:pos x="40" y="2"/>
                </a:cxn>
                <a:cxn ang="0">
                  <a:pos x="40" y="2"/>
                </a:cxn>
                <a:cxn ang="0">
                  <a:pos x="34" y="16"/>
                </a:cxn>
                <a:cxn ang="0">
                  <a:pos x="26" y="26"/>
                </a:cxn>
                <a:cxn ang="0">
                  <a:pos x="14" y="36"/>
                </a:cxn>
                <a:cxn ang="0">
                  <a:pos x="2" y="42"/>
                </a:cxn>
                <a:cxn ang="0">
                  <a:pos x="2" y="42"/>
                </a:cxn>
                <a:cxn ang="0">
                  <a:pos x="2" y="42"/>
                </a:cxn>
                <a:cxn ang="0">
                  <a:pos x="0" y="44"/>
                </a:cxn>
                <a:cxn ang="0">
                  <a:pos x="0" y="48"/>
                </a:cxn>
                <a:cxn ang="0">
                  <a:pos x="0" y="48"/>
                </a:cxn>
                <a:cxn ang="0">
                  <a:pos x="2" y="50"/>
                </a:cxn>
                <a:cxn ang="0">
                  <a:pos x="6" y="50"/>
                </a:cxn>
                <a:cxn ang="0">
                  <a:pos x="6" y="50"/>
                </a:cxn>
                <a:cxn ang="0">
                  <a:pos x="6" y="50"/>
                </a:cxn>
                <a:cxn ang="0">
                  <a:pos x="6" y="50"/>
                </a:cxn>
                <a:cxn ang="0">
                  <a:pos x="20" y="42"/>
                </a:cxn>
                <a:cxn ang="0">
                  <a:pos x="30" y="32"/>
                </a:cxn>
                <a:cxn ang="0">
                  <a:pos x="40" y="20"/>
                </a:cxn>
                <a:cxn ang="0">
                  <a:pos x="48" y="6"/>
                </a:cxn>
                <a:cxn ang="0">
                  <a:pos x="48" y="6"/>
                </a:cxn>
                <a:cxn ang="0">
                  <a:pos x="48" y="2"/>
                </a:cxn>
                <a:cxn ang="0">
                  <a:pos x="46" y="0"/>
                </a:cxn>
              </a:cxnLst>
              <a:rect l="0" t="0" r="r" b="b"/>
              <a:pathLst>
                <a:path w="48" h="50">
                  <a:moveTo>
                    <a:pt x="46" y="0"/>
                  </a:moveTo>
                  <a:lnTo>
                    <a:pt x="46" y="0"/>
                  </a:lnTo>
                  <a:lnTo>
                    <a:pt x="44" y="0"/>
                  </a:lnTo>
                  <a:lnTo>
                    <a:pt x="40" y="2"/>
                  </a:lnTo>
                  <a:lnTo>
                    <a:pt x="40" y="2"/>
                  </a:lnTo>
                  <a:lnTo>
                    <a:pt x="34" y="16"/>
                  </a:lnTo>
                  <a:lnTo>
                    <a:pt x="26" y="26"/>
                  </a:lnTo>
                  <a:lnTo>
                    <a:pt x="14" y="36"/>
                  </a:lnTo>
                  <a:lnTo>
                    <a:pt x="2" y="42"/>
                  </a:lnTo>
                  <a:lnTo>
                    <a:pt x="2" y="42"/>
                  </a:lnTo>
                  <a:lnTo>
                    <a:pt x="2" y="42"/>
                  </a:lnTo>
                  <a:lnTo>
                    <a:pt x="0" y="44"/>
                  </a:lnTo>
                  <a:lnTo>
                    <a:pt x="0" y="48"/>
                  </a:lnTo>
                  <a:lnTo>
                    <a:pt x="0" y="48"/>
                  </a:lnTo>
                  <a:lnTo>
                    <a:pt x="2" y="50"/>
                  </a:lnTo>
                  <a:lnTo>
                    <a:pt x="6" y="50"/>
                  </a:lnTo>
                  <a:lnTo>
                    <a:pt x="6" y="50"/>
                  </a:lnTo>
                  <a:lnTo>
                    <a:pt x="6" y="50"/>
                  </a:lnTo>
                  <a:lnTo>
                    <a:pt x="6" y="50"/>
                  </a:lnTo>
                  <a:lnTo>
                    <a:pt x="20" y="42"/>
                  </a:lnTo>
                  <a:lnTo>
                    <a:pt x="30" y="32"/>
                  </a:lnTo>
                  <a:lnTo>
                    <a:pt x="40" y="20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8" y="2"/>
                  </a:lnTo>
                  <a:lnTo>
                    <a:pt x="46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205" name="Freeform 43"/>
            <p:cNvSpPr>
              <a:spLocks/>
            </p:cNvSpPr>
            <p:nvPr/>
          </p:nvSpPr>
          <p:spPr bwMode="auto">
            <a:xfrm>
              <a:off x="5019675" y="3829050"/>
              <a:ext cx="76200" cy="79375"/>
            </a:xfrm>
            <a:custGeom>
              <a:avLst/>
              <a:gdLst/>
              <a:ahLst/>
              <a:cxnLst>
                <a:cxn ang="0">
                  <a:pos x="46" y="0"/>
                </a:cxn>
                <a:cxn ang="0">
                  <a:pos x="46" y="0"/>
                </a:cxn>
                <a:cxn ang="0">
                  <a:pos x="44" y="0"/>
                </a:cxn>
                <a:cxn ang="0">
                  <a:pos x="40" y="2"/>
                </a:cxn>
                <a:cxn ang="0">
                  <a:pos x="40" y="2"/>
                </a:cxn>
                <a:cxn ang="0">
                  <a:pos x="34" y="16"/>
                </a:cxn>
                <a:cxn ang="0">
                  <a:pos x="26" y="26"/>
                </a:cxn>
                <a:cxn ang="0">
                  <a:pos x="14" y="36"/>
                </a:cxn>
                <a:cxn ang="0">
                  <a:pos x="2" y="42"/>
                </a:cxn>
                <a:cxn ang="0">
                  <a:pos x="2" y="42"/>
                </a:cxn>
                <a:cxn ang="0">
                  <a:pos x="2" y="42"/>
                </a:cxn>
                <a:cxn ang="0">
                  <a:pos x="0" y="44"/>
                </a:cxn>
                <a:cxn ang="0">
                  <a:pos x="0" y="48"/>
                </a:cxn>
                <a:cxn ang="0">
                  <a:pos x="0" y="48"/>
                </a:cxn>
                <a:cxn ang="0">
                  <a:pos x="2" y="50"/>
                </a:cxn>
                <a:cxn ang="0">
                  <a:pos x="6" y="50"/>
                </a:cxn>
                <a:cxn ang="0">
                  <a:pos x="6" y="50"/>
                </a:cxn>
                <a:cxn ang="0">
                  <a:pos x="6" y="50"/>
                </a:cxn>
                <a:cxn ang="0">
                  <a:pos x="6" y="50"/>
                </a:cxn>
                <a:cxn ang="0">
                  <a:pos x="20" y="42"/>
                </a:cxn>
                <a:cxn ang="0">
                  <a:pos x="30" y="32"/>
                </a:cxn>
                <a:cxn ang="0">
                  <a:pos x="40" y="20"/>
                </a:cxn>
                <a:cxn ang="0">
                  <a:pos x="48" y="6"/>
                </a:cxn>
                <a:cxn ang="0">
                  <a:pos x="48" y="6"/>
                </a:cxn>
                <a:cxn ang="0">
                  <a:pos x="48" y="2"/>
                </a:cxn>
                <a:cxn ang="0">
                  <a:pos x="46" y="0"/>
                </a:cxn>
              </a:cxnLst>
              <a:rect l="0" t="0" r="r" b="b"/>
              <a:pathLst>
                <a:path w="48" h="50">
                  <a:moveTo>
                    <a:pt x="46" y="0"/>
                  </a:moveTo>
                  <a:lnTo>
                    <a:pt x="46" y="0"/>
                  </a:lnTo>
                  <a:lnTo>
                    <a:pt x="44" y="0"/>
                  </a:lnTo>
                  <a:lnTo>
                    <a:pt x="40" y="2"/>
                  </a:lnTo>
                  <a:lnTo>
                    <a:pt x="40" y="2"/>
                  </a:lnTo>
                  <a:lnTo>
                    <a:pt x="34" y="16"/>
                  </a:lnTo>
                  <a:lnTo>
                    <a:pt x="26" y="26"/>
                  </a:lnTo>
                  <a:lnTo>
                    <a:pt x="14" y="36"/>
                  </a:lnTo>
                  <a:lnTo>
                    <a:pt x="2" y="42"/>
                  </a:lnTo>
                  <a:lnTo>
                    <a:pt x="2" y="42"/>
                  </a:lnTo>
                  <a:lnTo>
                    <a:pt x="2" y="42"/>
                  </a:lnTo>
                  <a:lnTo>
                    <a:pt x="0" y="44"/>
                  </a:lnTo>
                  <a:lnTo>
                    <a:pt x="0" y="48"/>
                  </a:lnTo>
                  <a:lnTo>
                    <a:pt x="0" y="48"/>
                  </a:lnTo>
                  <a:lnTo>
                    <a:pt x="2" y="50"/>
                  </a:lnTo>
                  <a:lnTo>
                    <a:pt x="6" y="50"/>
                  </a:lnTo>
                  <a:lnTo>
                    <a:pt x="6" y="50"/>
                  </a:lnTo>
                  <a:lnTo>
                    <a:pt x="6" y="50"/>
                  </a:lnTo>
                  <a:lnTo>
                    <a:pt x="6" y="50"/>
                  </a:lnTo>
                  <a:lnTo>
                    <a:pt x="20" y="42"/>
                  </a:lnTo>
                  <a:lnTo>
                    <a:pt x="30" y="32"/>
                  </a:lnTo>
                  <a:lnTo>
                    <a:pt x="40" y="20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8" y="2"/>
                  </a:lnTo>
                  <a:lnTo>
                    <a:pt x="46" y="0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206" name="Freeform 44"/>
            <p:cNvSpPr>
              <a:spLocks/>
            </p:cNvSpPr>
            <p:nvPr/>
          </p:nvSpPr>
          <p:spPr bwMode="auto">
            <a:xfrm>
              <a:off x="4883150" y="3698875"/>
              <a:ext cx="63500" cy="63500"/>
            </a:xfrm>
            <a:custGeom>
              <a:avLst/>
              <a:gdLst/>
              <a:ahLst/>
              <a:cxnLst>
                <a:cxn ang="0">
                  <a:pos x="40" y="2"/>
                </a:cxn>
                <a:cxn ang="0">
                  <a:pos x="40" y="2"/>
                </a:cxn>
                <a:cxn ang="0">
                  <a:pos x="38" y="0"/>
                </a:cxn>
                <a:cxn ang="0">
                  <a:pos x="34" y="0"/>
                </a:cxn>
                <a:cxn ang="0">
                  <a:pos x="34" y="0"/>
                </a:cxn>
                <a:cxn ang="0">
                  <a:pos x="34" y="0"/>
                </a:cxn>
                <a:cxn ang="0">
                  <a:pos x="34" y="0"/>
                </a:cxn>
                <a:cxn ang="0">
                  <a:pos x="24" y="6"/>
                </a:cxn>
                <a:cxn ang="0">
                  <a:pos x="14" y="14"/>
                </a:cxn>
                <a:cxn ang="0">
                  <a:pos x="6" y="22"/>
                </a:cxn>
                <a:cxn ang="0">
                  <a:pos x="0" y="34"/>
                </a:cxn>
                <a:cxn ang="0">
                  <a:pos x="0" y="34"/>
                </a:cxn>
                <a:cxn ang="0">
                  <a:pos x="0" y="34"/>
                </a:cxn>
                <a:cxn ang="0">
                  <a:pos x="0" y="38"/>
                </a:cxn>
                <a:cxn ang="0">
                  <a:pos x="2" y="40"/>
                </a:cxn>
                <a:cxn ang="0">
                  <a:pos x="2" y="40"/>
                </a:cxn>
                <a:cxn ang="0">
                  <a:pos x="6" y="40"/>
                </a:cxn>
                <a:cxn ang="0">
                  <a:pos x="8" y="38"/>
                </a:cxn>
                <a:cxn ang="0">
                  <a:pos x="8" y="38"/>
                </a:cxn>
                <a:cxn ang="0">
                  <a:pos x="8" y="38"/>
                </a:cxn>
                <a:cxn ang="0">
                  <a:pos x="14" y="28"/>
                </a:cxn>
                <a:cxn ang="0">
                  <a:pos x="20" y="18"/>
                </a:cxn>
                <a:cxn ang="0">
                  <a:pos x="28" y="12"/>
                </a:cxn>
                <a:cxn ang="0">
                  <a:pos x="38" y="6"/>
                </a:cxn>
                <a:cxn ang="0">
                  <a:pos x="38" y="6"/>
                </a:cxn>
                <a:cxn ang="0">
                  <a:pos x="40" y="4"/>
                </a:cxn>
                <a:cxn ang="0">
                  <a:pos x="40" y="2"/>
                </a:cxn>
              </a:cxnLst>
              <a:rect l="0" t="0" r="r" b="b"/>
              <a:pathLst>
                <a:path w="40" h="40">
                  <a:moveTo>
                    <a:pt x="40" y="2"/>
                  </a:moveTo>
                  <a:lnTo>
                    <a:pt x="40" y="2"/>
                  </a:lnTo>
                  <a:lnTo>
                    <a:pt x="38" y="0"/>
                  </a:lnTo>
                  <a:lnTo>
                    <a:pt x="34" y="0"/>
                  </a:lnTo>
                  <a:lnTo>
                    <a:pt x="34" y="0"/>
                  </a:lnTo>
                  <a:lnTo>
                    <a:pt x="34" y="0"/>
                  </a:lnTo>
                  <a:lnTo>
                    <a:pt x="34" y="0"/>
                  </a:lnTo>
                  <a:lnTo>
                    <a:pt x="24" y="6"/>
                  </a:lnTo>
                  <a:lnTo>
                    <a:pt x="14" y="14"/>
                  </a:lnTo>
                  <a:lnTo>
                    <a:pt x="6" y="22"/>
                  </a:lnTo>
                  <a:lnTo>
                    <a:pt x="0" y="34"/>
                  </a:lnTo>
                  <a:lnTo>
                    <a:pt x="0" y="34"/>
                  </a:lnTo>
                  <a:lnTo>
                    <a:pt x="0" y="34"/>
                  </a:lnTo>
                  <a:lnTo>
                    <a:pt x="0" y="38"/>
                  </a:lnTo>
                  <a:lnTo>
                    <a:pt x="2" y="40"/>
                  </a:lnTo>
                  <a:lnTo>
                    <a:pt x="2" y="40"/>
                  </a:lnTo>
                  <a:lnTo>
                    <a:pt x="6" y="40"/>
                  </a:lnTo>
                  <a:lnTo>
                    <a:pt x="8" y="38"/>
                  </a:lnTo>
                  <a:lnTo>
                    <a:pt x="8" y="38"/>
                  </a:lnTo>
                  <a:lnTo>
                    <a:pt x="8" y="38"/>
                  </a:lnTo>
                  <a:lnTo>
                    <a:pt x="14" y="28"/>
                  </a:lnTo>
                  <a:lnTo>
                    <a:pt x="20" y="18"/>
                  </a:lnTo>
                  <a:lnTo>
                    <a:pt x="28" y="12"/>
                  </a:lnTo>
                  <a:lnTo>
                    <a:pt x="38" y="6"/>
                  </a:lnTo>
                  <a:lnTo>
                    <a:pt x="38" y="6"/>
                  </a:lnTo>
                  <a:lnTo>
                    <a:pt x="40" y="4"/>
                  </a:lnTo>
                  <a:lnTo>
                    <a:pt x="40" y="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207" name="Freeform 45"/>
            <p:cNvSpPr>
              <a:spLocks/>
            </p:cNvSpPr>
            <p:nvPr/>
          </p:nvSpPr>
          <p:spPr bwMode="auto">
            <a:xfrm>
              <a:off x="4883150" y="3698875"/>
              <a:ext cx="63500" cy="63500"/>
            </a:xfrm>
            <a:custGeom>
              <a:avLst/>
              <a:gdLst/>
              <a:ahLst/>
              <a:cxnLst>
                <a:cxn ang="0">
                  <a:pos x="40" y="2"/>
                </a:cxn>
                <a:cxn ang="0">
                  <a:pos x="40" y="2"/>
                </a:cxn>
                <a:cxn ang="0">
                  <a:pos x="38" y="0"/>
                </a:cxn>
                <a:cxn ang="0">
                  <a:pos x="34" y="0"/>
                </a:cxn>
                <a:cxn ang="0">
                  <a:pos x="34" y="0"/>
                </a:cxn>
                <a:cxn ang="0">
                  <a:pos x="34" y="0"/>
                </a:cxn>
                <a:cxn ang="0">
                  <a:pos x="34" y="0"/>
                </a:cxn>
                <a:cxn ang="0">
                  <a:pos x="24" y="6"/>
                </a:cxn>
                <a:cxn ang="0">
                  <a:pos x="14" y="14"/>
                </a:cxn>
                <a:cxn ang="0">
                  <a:pos x="6" y="22"/>
                </a:cxn>
                <a:cxn ang="0">
                  <a:pos x="0" y="34"/>
                </a:cxn>
                <a:cxn ang="0">
                  <a:pos x="0" y="34"/>
                </a:cxn>
                <a:cxn ang="0">
                  <a:pos x="0" y="34"/>
                </a:cxn>
                <a:cxn ang="0">
                  <a:pos x="0" y="38"/>
                </a:cxn>
                <a:cxn ang="0">
                  <a:pos x="2" y="40"/>
                </a:cxn>
                <a:cxn ang="0">
                  <a:pos x="2" y="40"/>
                </a:cxn>
                <a:cxn ang="0">
                  <a:pos x="6" y="40"/>
                </a:cxn>
                <a:cxn ang="0">
                  <a:pos x="8" y="38"/>
                </a:cxn>
                <a:cxn ang="0">
                  <a:pos x="8" y="38"/>
                </a:cxn>
                <a:cxn ang="0">
                  <a:pos x="8" y="38"/>
                </a:cxn>
                <a:cxn ang="0">
                  <a:pos x="14" y="28"/>
                </a:cxn>
                <a:cxn ang="0">
                  <a:pos x="20" y="18"/>
                </a:cxn>
                <a:cxn ang="0">
                  <a:pos x="28" y="12"/>
                </a:cxn>
                <a:cxn ang="0">
                  <a:pos x="38" y="6"/>
                </a:cxn>
                <a:cxn ang="0">
                  <a:pos x="38" y="6"/>
                </a:cxn>
                <a:cxn ang="0">
                  <a:pos x="40" y="4"/>
                </a:cxn>
                <a:cxn ang="0">
                  <a:pos x="40" y="2"/>
                </a:cxn>
              </a:cxnLst>
              <a:rect l="0" t="0" r="r" b="b"/>
              <a:pathLst>
                <a:path w="40" h="40">
                  <a:moveTo>
                    <a:pt x="40" y="2"/>
                  </a:moveTo>
                  <a:lnTo>
                    <a:pt x="40" y="2"/>
                  </a:lnTo>
                  <a:lnTo>
                    <a:pt x="38" y="0"/>
                  </a:lnTo>
                  <a:lnTo>
                    <a:pt x="34" y="0"/>
                  </a:lnTo>
                  <a:lnTo>
                    <a:pt x="34" y="0"/>
                  </a:lnTo>
                  <a:lnTo>
                    <a:pt x="34" y="0"/>
                  </a:lnTo>
                  <a:lnTo>
                    <a:pt x="34" y="0"/>
                  </a:lnTo>
                  <a:lnTo>
                    <a:pt x="24" y="6"/>
                  </a:lnTo>
                  <a:lnTo>
                    <a:pt x="14" y="14"/>
                  </a:lnTo>
                  <a:lnTo>
                    <a:pt x="6" y="22"/>
                  </a:lnTo>
                  <a:lnTo>
                    <a:pt x="0" y="34"/>
                  </a:lnTo>
                  <a:lnTo>
                    <a:pt x="0" y="34"/>
                  </a:lnTo>
                  <a:lnTo>
                    <a:pt x="0" y="34"/>
                  </a:lnTo>
                  <a:lnTo>
                    <a:pt x="0" y="38"/>
                  </a:lnTo>
                  <a:lnTo>
                    <a:pt x="2" y="40"/>
                  </a:lnTo>
                  <a:lnTo>
                    <a:pt x="2" y="40"/>
                  </a:lnTo>
                  <a:lnTo>
                    <a:pt x="6" y="40"/>
                  </a:lnTo>
                  <a:lnTo>
                    <a:pt x="8" y="38"/>
                  </a:lnTo>
                  <a:lnTo>
                    <a:pt x="8" y="38"/>
                  </a:lnTo>
                  <a:lnTo>
                    <a:pt x="8" y="38"/>
                  </a:lnTo>
                  <a:lnTo>
                    <a:pt x="14" y="28"/>
                  </a:lnTo>
                  <a:lnTo>
                    <a:pt x="20" y="18"/>
                  </a:lnTo>
                  <a:lnTo>
                    <a:pt x="28" y="12"/>
                  </a:lnTo>
                  <a:lnTo>
                    <a:pt x="38" y="6"/>
                  </a:lnTo>
                  <a:lnTo>
                    <a:pt x="38" y="6"/>
                  </a:lnTo>
                  <a:lnTo>
                    <a:pt x="40" y="4"/>
                  </a:lnTo>
                  <a:lnTo>
                    <a:pt x="40" y="2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208" name="Freeform 46"/>
            <p:cNvSpPr>
              <a:spLocks/>
            </p:cNvSpPr>
            <p:nvPr/>
          </p:nvSpPr>
          <p:spPr bwMode="auto">
            <a:xfrm>
              <a:off x="4835525" y="3651250"/>
              <a:ext cx="92075" cy="92075"/>
            </a:xfrm>
            <a:custGeom>
              <a:avLst/>
              <a:gdLst/>
              <a:ahLst/>
              <a:cxnLst>
                <a:cxn ang="0">
                  <a:pos x="58" y="2"/>
                </a:cxn>
                <a:cxn ang="0">
                  <a:pos x="58" y="2"/>
                </a:cxn>
                <a:cxn ang="0">
                  <a:pos x="56" y="0"/>
                </a:cxn>
                <a:cxn ang="0">
                  <a:pos x="52" y="0"/>
                </a:cxn>
                <a:cxn ang="0">
                  <a:pos x="52" y="0"/>
                </a:cxn>
                <a:cxn ang="0">
                  <a:pos x="52" y="0"/>
                </a:cxn>
                <a:cxn ang="0">
                  <a:pos x="52" y="0"/>
                </a:cxn>
                <a:cxn ang="0">
                  <a:pos x="36" y="8"/>
                </a:cxn>
                <a:cxn ang="0">
                  <a:pos x="22" y="20"/>
                </a:cxn>
                <a:cxn ang="0">
                  <a:pos x="10" y="36"/>
                </a:cxn>
                <a:cxn ang="0">
                  <a:pos x="0" y="52"/>
                </a:cxn>
                <a:cxn ang="0">
                  <a:pos x="0" y="52"/>
                </a:cxn>
                <a:cxn ang="0">
                  <a:pos x="0" y="56"/>
                </a:cxn>
                <a:cxn ang="0">
                  <a:pos x="4" y="58"/>
                </a:cxn>
                <a:cxn ang="0">
                  <a:pos x="4" y="58"/>
                </a:cxn>
                <a:cxn ang="0">
                  <a:pos x="6" y="58"/>
                </a:cxn>
                <a:cxn ang="0">
                  <a:pos x="8" y="56"/>
                </a:cxn>
                <a:cxn ang="0">
                  <a:pos x="8" y="56"/>
                </a:cxn>
                <a:cxn ang="0">
                  <a:pos x="16" y="40"/>
                </a:cxn>
                <a:cxn ang="0">
                  <a:pos x="28" y="26"/>
                </a:cxn>
                <a:cxn ang="0">
                  <a:pos x="40" y="16"/>
                </a:cxn>
                <a:cxn ang="0">
                  <a:pos x="56" y="8"/>
                </a:cxn>
                <a:cxn ang="0">
                  <a:pos x="56" y="8"/>
                </a:cxn>
                <a:cxn ang="0">
                  <a:pos x="58" y="4"/>
                </a:cxn>
                <a:cxn ang="0">
                  <a:pos x="58" y="2"/>
                </a:cxn>
              </a:cxnLst>
              <a:rect l="0" t="0" r="r" b="b"/>
              <a:pathLst>
                <a:path w="58" h="58">
                  <a:moveTo>
                    <a:pt x="58" y="2"/>
                  </a:moveTo>
                  <a:lnTo>
                    <a:pt x="58" y="2"/>
                  </a:lnTo>
                  <a:lnTo>
                    <a:pt x="56" y="0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36" y="8"/>
                  </a:lnTo>
                  <a:lnTo>
                    <a:pt x="22" y="20"/>
                  </a:lnTo>
                  <a:lnTo>
                    <a:pt x="10" y="36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0" y="56"/>
                  </a:lnTo>
                  <a:lnTo>
                    <a:pt x="4" y="58"/>
                  </a:lnTo>
                  <a:lnTo>
                    <a:pt x="4" y="58"/>
                  </a:lnTo>
                  <a:lnTo>
                    <a:pt x="6" y="58"/>
                  </a:lnTo>
                  <a:lnTo>
                    <a:pt x="8" y="56"/>
                  </a:lnTo>
                  <a:lnTo>
                    <a:pt x="8" y="56"/>
                  </a:lnTo>
                  <a:lnTo>
                    <a:pt x="16" y="40"/>
                  </a:lnTo>
                  <a:lnTo>
                    <a:pt x="28" y="26"/>
                  </a:lnTo>
                  <a:lnTo>
                    <a:pt x="40" y="16"/>
                  </a:lnTo>
                  <a:lnTo>
                    <a:pt x="56" y="8"/>
                  </a:lnTo>
                  <a:lnTo>
                    <a:pt x="56" y="8"/>
                  </a:lnTo>
                  <a:lnTo>
                    <a:pt x="58" y="4"/>
                  </a:lnTo>
                  <a:lnTo>
                    <a:pt x="58" y="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209" name="Freeform 47"/>
            <p:cNvSpPr>
              <a:spLocks/>
            </p:cNvSpPr>
            <p:nvPr/>
          </p:nvSpPr>
          <p:spPr bwMode="auto">
            <a:xfrm>
              <a:off x="4835525" y="3651250"/>
              <a:ext cx="92075" cy="92075"/>
            </a:xfrm>
            <a:custGeom>
              <a:avLst/>
              <a:gdLst/>
              <a:ahLst/>
              <a:cxnLst>
                <a:cxn ang="0">
                  <a:pos x="58" y="2"/>
                </a:cxn>
                <a:cxn ang="0">
                  <a:pos x="58" y="2"/>
                </a:cxn>
                <a:cxn ang="0">
                  <a:pos x="56" y="0"/>
                </a:cxn>
                <a:cxn ang="0">
                  <a:pos x="52" y="0"/>
                </a:cxn>
                <a:cxn ang="0">
                  <a:pos x="52" y="0"/>
                </a:cxn>
                <a:cxn ang="0">
                  <a:pos x="52" y="0"/>
                </a:cxn>
                <a:cxn ang="0">
                  <a:pos x="52" y="0"/>
                </a:cxn>
                <a:cxn ang="0">
                  <a:pos x="36" y="8"/>
                </a:cxn>
                <a:cxn ang="0">
                  <a:pos x="22" y="20"/>
                </a:cxn>
                <a:cxn ang="0">
                  <a:pos x="10" y="36"/>
                </a:cxn>
                <a:cxn ang="0">
                  <a:pos x="0" y="52"/>
                </a:cxn>
                <a:cxn ang="0">
                  <a:pos x="0" y="52"/>
                </a:cxn>
                <a:cxn ang="0">
                  <a:pos x="0" y="56"/>
                </a:cxn>
                <a:cxn ang="0">
                  <a:pos x="4" y="58"/>
                </a:cxn>
                <a:cxn ang="0">
                  <a:pos x="4" y="58"/>
                </a:cxn>
                <a:cxn ang="0">
                  <a:pos x="6" y="58"/>
                </a:cxn>
                <a:cxn ang="0">
                  <a:pos x="8" y="56"/>
                </a:cxn>
                <a:cxn ang="0">
                  <a:pos x="8" y="56"/>
                </a:cxn>
                <a:cxn ang="0">
                  <a:pos x="16" y="40"/>
                </a:cxn>
                <a:cxn ang="0">
                  <a:pos x="28" y="26"/>
                </a:cxn>
                <a:cxn ang="0">
                  <a:pos x="40" y="16"/>
                </a:cxn>
                <a:cxn ang="0">
                  <a:pos x="56" y="8"/>
                </a:cxn>
                <a:cxn ang="0">
                  <a:pos x="56" y="8"/>
                </a:cxn>
                <a:cxn ang="0">
                  <a:pos x="58" y="4"/>
                </a:cxn>
                <a:cxn ang="0">
                  <a:pos x="58" y="2"/>
                </a:cxn>
              </a:cxnLst>
              <a:rect l="0" t="0" r="r" b="b"/>
              <a:pathLst>
                <a:path w="58" h="58">
                  <a:moveTo>
                    <a:pt x="58" y="2"/>
                  </a:moveTo>
                  <a:lnTo>
                    <a:pt x="58" y="2"/>
                  </a:lnTo>
                  <a:lnTo>
                    <a:pt x="56" y="0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36" y="8"/>
                  </a:lnTo>
                  <a:lnTo>
                    <a:pt x="22" y="20"/>
                  </a:lnTo>
                  <a:lnTo>
                    <a:pt x="10" y="36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0" y="56"/>
                  </a:lnTo>
                  <a:lnTo>
                    <a:pt x="4" y="58"/>
                  </a:lnTo>
                  <a:lnTo>
                    <a:pt x="4" y="58"/>
                  </a:lnTo>
                  <a:lnTo>
                    <a:pt x="6" y="58"/>
                  </a:lnTo>
                  <a:lnTo>
                    <a:pt x="8" y="56"/>
                  </a:lnTo>
                  <a:lnTo>
                    <a:pt x="8" y="56"/>
                  </a:lnTo>
                  <a:lnTo>
                    <a:pt x="16" y="40"/>
                  </a:lnTo>
                  <a:lnTo>
                    <a:pt x="28" y="26"/>
                  </a:lnTo>
                  <a:lnTo>
                    <a:pt x="40" y="16"/>
                  </a:lnTo>
                  <a:lnTo>
                    <a:pt x="56" y="8"/>
                  </a:lnTo>
                  <a:lnTo>
                    <a:pt x="56" y="8"/>
                  </a:lnTo>
                  <a:lnTo>
                    <a:pt x="58" y="4"/>
                  </a:lnTo>
                  <a:lnTo>
                    <a:pt x="58" y="2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210" name="Freeform 48"/>
            <p:cNvSpPr>
              <a:spLocks/>
            </p:cNvSpPr>
            <p:nvPr/>
          </p:nvSpPr>
          <p:spPr bwMode="auto">
            <a:xfrm>
              <a:off x="4860925" y="3673475"/>
              <a:ext cx="76200" cy="79375"/>
            </a:xfrm>
            <a:custGeom>
              <a:avLst/>
              <a:gdLst/>
              <a:ahLst/>
              <a:cxnLst>
                <a:cxn ang="0">
                  <a:pos x="46" y="8"/>
                </a:cxn>
                <a:cxn ang="0">
                  <a:pos x="46" y="8"/>
                </a:cxn>
                <a:cxn ang="0">
                  <a:pos x="48" y="6"/>
                </a:cxn>
                <a:cxn ang="0">
                  <a:pos x="48" y="2"/>
                </a:cxn>
                <a:cxn ang="0">
                  <a:pos x="48" y="2"/>
                </a:cxn>
                <a:cxn ang="0">
                  <a:pos x="46" y="0"/>
                </a:cxn>
                <a:cxn ang="0">
                  <a:pos x="42" y="0"/>
                </a:cxn>
                <a:cxn ang="0">
                  <a:pos x="42" y="0"/>
                </a:cxn>
                <a:cxn ang="0">
                  <a:pos x="42" y="0"/>
                </a:cxn>
                <a:cxn ang="0">
                  <a:pos x="42" y="0"/>
                </a:cxn>
                <a:cxn ang="0">
                  <a:pos x="28" y="8"/>
                </a:cxn>
                <a:cxn ang="0">
                  <a:pos x="18" y="18"/>
                </a:cxn>
                <a:cxn ang="0">
                  <a:pos x="8" y="30"/>
                </a:cxn>
                <a:cxn ang="0">
                  <a:pos x="0" y="44"/>
                </a:cxn>
                <a:cxn ang="0">
                  <a:pos x="0" y="44"/>
                </a:cxn>
                <a:cxn ang="0">
                  <a:pos x="0" y="48"/>
                </a:cxn>
                <a:cxn ang="0">
                  <a:pos x="2" y="50"/>
                </a:cxn>
                <a:cxn ang="0">
                  <a:pos x="2" y="50"/>
                </a:cxn>
                <a:cxn ang="0">
                  <a:pos x="6" y="50"/>
                </a:cxn>
                <a:cxn ang="0">
                  <a:pos x="8" y="48"/>
                </a:cxn>
                <a:cxn ang="0">
                  <a:pos x="8" y="48"/>
                </a:cxn>
                <a:cxn ang="0">
                  <a:pos x="14" y="34"/>
                </a:cxn>
                <a:cxn ang="0">
                  <a:pos x="22" y="24"/>
                </a:cxn>
                <a:cxn ang="0">
                  <a:pos x="34" y="14"/>
                </a:cxn>
                <a:cxn ang="0">
                  <a:pos x="46" y="8"/>
                </a:cxn>
                <a:cxn ang="0">
                  <a:pos x="46" y="8"/>
                </a:cxn>
              </a:cxnLst>
              <a:rect l="0" t="0" r="r" b="b"/>
              <a:pathLst>
                <a:path w="48" h="50">
                  <a:moveTo>
                    <a:pt x="46" y="8"/>
                  </a:moveTo>
                  <a:lnTo>
                    <a:pt x="46" y="8"/>
                  </a:lnTo>
                  <a:lnTo>
                    <a:pt x="48" y="6"/>
                  </a:lnTo>
                  <a:lnTo>
                    <a:pt x="48" y="2"/>
                  </a:lnTo>
                  <a:lnTo>
                    <a:pt x="48" y="2"/>
                  </a:lnTo>
                  <a:lnTo>
                    <a:pt x="46" y="0"/>
                  </a:lnTo>
                  <a:lnTo>
                    <a:pt x="42" y="0"/>
                  </a:lnTo>
                  <a:lnTo>
                    <a:pt x="42" y="0"/>
                  </a:lnTo>
                  <a:lnTo>
                    <a:pt x="42" y="0"/>
                  </a:lnTo>
                  <a:lnTo>
                    <a:pt x="42" y="0"/>
                  </a:lnTo>
                  <a:lnTo>
                    <a:pt x="28" y="8"/>
                  </a:lnTo>
                  <a:lnTo>
                    <a:pt x="18" y="18"/>
                  </a:lnTo>
                  <a:lnTo>
                    <a:pt x="8" y="30"/>
                  </a:lnTo>
                  <a:lnTo>
                    <a:pt x="0" y="44"/>
                  </a:lnTo>
                  <a:lnTo>
                    <a:pt x="0" y="44"/>
                  </a:lnTo>
                  <a:lnTo>
                    <a:pt x="0" y="48"/>
                  </a:lnTo>
                  <a:lnTo>
                    <a:pt x="2" y="50"/>
                  </a:lnTo>
                  <a:lnTo>
                    <a:pt x="2" y="50"/>
                  </a:lnTo>
                  <a:lnTo>
                    <a:pt x="6" y="50"/>
                  </a:lnTo>
                  <a:lnTo>
                    <a:pt x="8" y="48"/>
                  </a:lnTo>
                  <a:lnTo>
                    <a:pt x="8" y="48"/>
                  </a:lnTo>
                  <a:lnTo>
                    <a:pt x="14" y="34"/>
                  </a:lnTo>
                  <a:lnTo>
                    <a:pt x="22" y="24"/>
                  </a:lnTo>
                  <a:lnTo>
                    <a:pt x="34" y="14"/>
                  </a:lnTo>
                  <a:lnTo>
                    <a:pt x="46" y="8"/>
                  </a:lnTo>
                  <a:lnTo>
                    <a:pt x="46" y="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7210243" y="4450508"/>
            <a:ext cx="465099" cy="465099"/>
            <a:chOff x="3149600" y="3587750"/>
            <a:chExt cx="406400" cy="406400"/>
          </a:xfrm>
          <a:solidFill>
            <a:schemeClr val="accent1"/>
          </a:solidFill>
        </p:grpSpPr>
        <p:sp>
          <p:nvSpPr>
            <p:cNvPr id="187" name="Freeform 59"/>
            <p:cNvSpPr>
              <a:spLocks noEditPoints="1"/>
            </p:cNvSpPr>
            <p:nvPr/>
          </p:nvSpPr>
          <p:spPr bwMode="auto">
            <a:xfrm>
              <a:off x="3149600" y="3587750"/>
              <a:ext cx="406400" cy="406400"/>
            </a:xfrm>
            <a:custGeom>
              <a:avLst/>
              <a:gdLst/>
              <a:ahLst/>
              <a:cxnLst>
                <a:cxn ang="0">
                  <a:pos x="200" y="24"/>
                </a:cxn>
                <a:cxn ang="0">
                  <a:pos x="200" y="8"/>
                </a:cxn>
                <a:cxn ang="0">
                  <a:pos x="198" y="2"/>
                </a:cxn>
                <a:cxn ang="0">
                  <a:pos x="192" y="0"/>
                </a:cxn>
                <a:cxn ang="0">
                  <a:pos x="188" y="0"/>
                </a:cxn>
                <a:cxn ang="0">
                  <a:pos x="184" y="4"/>
                </a:cxn>
                <a:cxn ang="0">
                  <a:pos x="184" y="24"/>
                </a:cxn>
                <a:cxn ang="0">
                  <a:pos x="136" y="8"/>
                </a:cxn>
                <a:cxn ang="0">
                  <a:pos x="136" y="4"/>
                </a:cxn>
                <a:cxn ang="0">
                  <a:pos x="132" y="0"/>
                </a:cxn>
                <a:cxn ang="0">
                  <a:pos x="128" y="0"/>
                </a:cxn>
                <a:cxn ang="0">
                  <a:pos x="122" y="2"/>
                </a:cxn>
                <a:cxn ang="0">
                  <a:pos x="120" y="8"/>
                </a:cxn>
                <a:cxn ang="0">
                  <a:pos x="72" y="24"/>
                </a:cxn>
                <a:cxn ang="0">
                  <a:pos x="72" y="8"/>
                </a:cxn>
                <a:cxn ang="0">
                  <a:pos x="70" y="2"/>
                </a:cxn>
                <a:cxn ang="0">
                  <a:pos x="64" y="0"/>
                </a:cxn>
                <a:cxn ang="0">
                  <a:pos x="60" y="0"/>
                </a:cxn>
                <a:cxn ang="0">
                  <a:pos x="56" y="4"/>
                </a:cxn>
                <a:cxn ang="0">
                  <a:pos x="56" y="24"/>
                </a:cxn>
                <a:cxn ang="0">
                  <a:pos x="22" y="24"/>
                </a:cxn>
                <a:cxn ang="0">
                  <a:pos x="6" y="30"/>
                </a:cxn>
                <a:cxn ang="0">
                  <a:pos x="0" y="46"/>
                </a:cxn>
                <a:cxn ang="0">
                  <a:pos x="0" y="234"/>
                </a:cxn>
                <a:cxn ang="0">
                  <a:pos x="6" y="250"/>
                </a:cxn>
                <a:cxn ang="0">
                  <a:pos x="22" y="256"/>
                </a:cxn>
                <a:cxn ang="0">
                  <a:pos x="234" y="256"/>
                </a:cxn>
                <a:cxn ang="0">
                  <a:pos x="250" y="250"/>
                </a:cxn>
                <a:cxn ang="0">
                  <a:pos x="256" y="234"/>
                </a:cxn>
                <a:cxn ang="0">
                  <a:pos x="256" y="46"/>
                </a:cxn>
                <a:cxn ang="0">
                  <a:pos x="250" y="30"/>
                </a:cxn>
                <a:cxn ang="0">
                  <a:pos x="234" y="24"/>
                </a:cxn>
                <a:cxn ang="0">
                  <a:pos x="240" y="234"/>
                </a:cxn>
                <a:cxn ang="0">
                  <a:pos x="234" y="240"/>
                </a:cxn>
                <a:cxn ang="0">
                  <a:pos x="22" y="240"/>
                </a:cxn>
                <a:cxn ang="0">
                  <a:pos x="16" y="234"/>
                </a:cxn>
                <a:cxn ang="0">
                  <a:pos x="16" y="46"/>
                </a:cxn>
                <a:cxn ang="0">
                  <a:pos x="22" y="40"/>
                </a:cxn>
                <a:cxn ang="0">
                  <a:pos x="56" y="56"/>
                </a:cxn>
                <a:cxn ang="0">
                  <a:pos x="56" y="60"/>
                </a:cxn>
                <a:cxn ang="0">
                  <a:pos x="60" y="64"/>
                </a:cxn>
                <a:cxn ang="0">
                  <a:pos x="64" y="64"/>
                </a:cxn>
                <a:cxn ang="0">
                  <a:pos x="70" y="62"/>
                </a:cxn>
                <a:cxn ang="0">
                  <a:pos x="72" y="56"/>
                </a:cxn>
                <a:cxn ang="0">
                  <a:pos x="120" y="40"/>
                </a:cxn>
                <a:cxn ang="0">
                  <a:pos x="120" y="56"/>
                </a:cxn>
                <a:cxn ang="0">
                  <a:pos x="122" y="62"/>
                </a:cxn>
                <a:cxn ang="0">
                  <a:pos x="128" y="64"/>
                </a:cxn>
                <a:cxn ang="0">
                  <a:pos x="132" y="64"/>
                </a:cxn>
                <a:cxn ang="0">
                  <a:pos x="136" y="60"/>
                </a:cxn>
                <a:cxn ang="0">
                  <a:pos x="136" y="40"/>
                </a:cxn>
                <a:cxn ang="0">
                  <a:pos x="184" y="56"/>
                </a:cxn>
                <a:cxn ang="0">
                  <a:pos x="184" y="60"/>
                </a:cxn>
                <a:cxn ang="0">
                  <a:pos x="188" y="64"/>
                </a:cxn>
                <a:cxn ang="0">
                  <a:pos x="192" y="64"/>
                </a:cxn>
                <a:cxn ang="0">
                  <a:pos x="198" y="62"/>
                </a:cxn>
                <a:cxn ang="0">
                  <a:pos x="200" y="56"/>
                </a:cxn>
                <a:cxn ang="0">
                  <a:pos x="234" y="40"/>
                </a:cxn>
                <a:cxn ang="0">
                  <a:pos x="238" y="42"/>
                </a:cxn>
                <a:cxn ang="0">
                  <a:pos x="240" y="234"/>
                </a:cxn>
              </a:cxnLst>
              <a:rect l="0" t="0" r="r" b="b"/>
              <a:pathLst>
                <a:path w="256" h="256">
                  <a:moveTo>
                    <a:pt x="234" y="24"/>
                  </a:moveTo>
                  <a:lnTo>
                    <a:pt x="200" y="24"/>
                  </a:lnTo>
                  <a:lnTo>
                    <a:pt x="200" y="8"/>
                  </a:lnTo>
                  <a:lnTo>
                    <a:pt x="200" y="8"/>
                  </a:lnTo>
                  <a:lnTo>
                    <a:pt x="200" y="4"/>
                  </a:lnTo>
                  <a:lnTo>
                    <a:pt x="198" y="2"/>
                  </a:lnTo>
                  <a:lnTo>
                    <a:pt x="196" y="0"/>
                  </a:lnTo>
                  <a:lnTo>
                    <a:pt x="192" y="0"/>
                  </a:lnTo>
                  <a:lnTo>
                    <a:pt x="192" y="0"/>
                  </a:lnTo>
                  <a:lnTo>
                    <a:pt x="188" y="0"/>
                  </a:lnTo>
                  <a:lnTo>
                    <a:pt x="186" y="2"/>
                  </a:lnTo>
                  <a:lnTo>
                    <a:pt x="184" y="4"/>
                  </a:lnTo>
                  <a:lnTo>
                    <a:pt x="184" y="8"/>
                  </a:lnTo>
                  <a:lnTo>
                    <a:pt x="184" y="24"/>
                  </a:lnTo>
                  <a:lnTo>
                    <a:pt x="136" y="24"/>
                  </a:lnTo>
                  <a:lnTo>
                    <a:pt x="136" y="8"/>
                  </a:lnTo>
                  <a:lnTo>
                    <a:pt x="136" y="8"/>
                  </a:lnTo>
                  <a:lnTo>
                    <a:pt x="136" y="4"/>
                  </a:lnTo>
                  <a:lnTo>
                    <a:pt x="134" y="2"/>
                  </a:lnTo>
                  <a:lnTo>
                    <a:pt x="132" y="0"/>
                  </a:lnTo>
                  <a:lnTo>
                    <a:pt x="128" y="0"/>
                  </a:lnTo>
                  <a:lnTo>
                    <a:pt x="128" y="0"/>
                  </a:lnTo>
                  <a:lnTo>
                    <a:pt x="124" y="0"/>
                  </a:lnTo>
                  <a:lnTo>
                    <a:pt x="122" y="2"/>
                  </a:lnTo>
                  <a:lnTo>
                    <a:pt x="120" y="4"/>
                  </a:lnTo>
                  <a:lnTo>
                    <a:pt x="120" y="8"/>
                  </a:lnTo>
                  <a:lnTo>
                    <a:pt x="120" y="24"/>
                  </a:lnTo>
                  <a:lnTo>
                    <a:pt x="72" y="24"/>
                  </a:lnTo>
                  <a:lnTo>
                    <a:pt x="72" y="8"/>
                  </a:lnTo>
                  <a:lnTo>
                    <a:pt x="72" y="8"/>
                  </a:lnTo>
                  <a:lnTo>
                    <a:pt x="72" y="4"/>
                  </a:lnTo>
                  <a:lnTo>
                    <a:pt x="70" y="2"/>
                  </a:lnTo>
                  <a:lnTo>
                    <a:pt x="68" y="0"/>
                  </a:lnTo>
                  <a:lnTo>
                    <a:pt x="64" y="0"/>
                  </a:lnTo>
                  <a:lnTo>
                    <a:pt x="64" y="0"/>
                  </a:lnTo>
                  <a:lnTo>
                    <a:pt x="60" y="0"/>
                  </a:lnTo>
                  <a:lnTo>
                    <a:pt x="58" y="2"/>
                  </a:lnTo>
                  <a:lnTo>
                    <a:pt x="56" y="4"/>
                  </a:lnTo>
                  <a:lnTo>
                    <a:pt x="56" y="8"/>
                  </a:lnTo>
                  <a:lnTo>
                    <a:pt x="56" y="24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14" y="26"/>
                  </a:lnTo>
                  <a:lnTo>
                    <a:pt x="6" y="30"/>
                  </a:lnTo>
                  <a:lnTo>
                    <a:pt x="2" y="38"/>
                  </a:lnTo>
                  <a:lnTo>
                    <a:pt x="0" y="46"/>
                  </a:lnTo>
                  <a:lnTo>
                    <a:pt x="0" y="234"/>
                  </a:lnTo>
                  <a:lnTo>
                    <a:pt x="0" y="234"/>
                  </a:lnTo>
                  <a:lnTo>
                    <a:pt x="2" y="242"/>
                  </a:lnTo>
                  <a:lnTo>
                    <a:pt x="6" y="250"/>
                  </a:lnTo>
                  <a:lnTo>
                    <a:pt x="14" y="254"/>
                  </a:lnTo>
                  <a:lnTo>
                    <a:pt x="22" y="256"/>
                  </a:lnTo>
                  <a:lnTo>
                    <a:pt x="234" y="256"/>
                  </a:lnTo>
                  <a:lnTo>
                    <a:pt x="234" y="256"/>
                  </a:lnTo>
                  <a:lnTo>
                    <a:pt x="242" y="254"/>
                  </a:lnTo>
                  <a:lnTo>
                    <a:pt x="250" y="250"/>
                  </a:lnTo>
                  <a:lnTo>
                    <a:pt x="254" y="242"/>
                  </a:lnTo>
                  <a:lnTo>
                    <a:pt x="256" y="234"/>
                  </a:lnTo>
                  <a:lnTo>
                    <a:pt x="256" y="46"/>
                  </a:lnTo>
                  <a:lnTo>
                    <a:pt x="256" y="46"/>
                  </a:lnTo>
                  <a:lnTo>
                    <a:pt x="254" y="38"/>
                  </a:lnTo>
                  <a:lnTo>
                    <a:pt x="250" y="30"/>
                  </a:lnTo>
                  <a:lnTo>
                    <a:pt x="242" y="26"/>
                  </a:lnTo>
                  <a:lnTo>
                    <a:pt x="234" y="24"/>
                  </a:lnTo>
                  <a:close/>
                  <a:moveTo>
                    <a:pt x="240" y="234"/>
                  </a:moveTo>
                  <a:lnTo>
                    <a:pt x="240" y="234"/>
                  </a:lnTo>
                  <a:lnTo>
                    <a:pt x="238" y="238"/>
                  </a:lnTo>
                  <a:lnTo>
                    <a:pt x="234" y="240"/>
                  </a:lnTo>
                  <a:lnTo>
                    <a:pt x="22" y="240"/>
                  </a:lnTo>
                  <a:lnTo>
                    <a:pt x="22" y="240"/>
                  </a:lnTo>
                  <a:lnTo>
                    <a:pt x="18" y="238"/>
                  </a:lnTo>
                  <a:lnTo>
                    <a:pt x="16" y="234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8" y="42"/>
                  </a:lnTo>
                  <a:lnTo>
                    <a:pt x="22" y="40"/>
                  </a:lnTo>
                  <a:lnTo>
                    <a:pt x="56" y="40"/>
                  </a:lnTo>
                  <a:lnTo>
                    <a:pt x="56" y="56"/>
                  </a:lnTo>
                  <a:lnTo>
                    <a:pt x="56" y="56"/>
                  </a:lnTo>
                  <a:lnTo>
                    <a:pt x="56" y="60"/>
                  </a:lnTo>
                  <a:lnTo>
                    <a:pt x="58" y="62"/>
                  </a:lnTo>
                  <a:lnTo>
                    <a:pt x="60" y="64"/>
                  </a:lnTo>
                  <a:lnTo>
                    <a:pt x="64" y="64"/>
                  </a:lnTo>
                  <a:lnTo>
                    <a:pt x="64" y="64"/>
                  </a:lnTo>
                  <a:lnTo>
                    <a:pt x="68" y="64"/>
                  </a:lnTo>
                  <a:lnTo>
                    <a:pt x="70" y="62"/>
                  </a:lnTo>
                  <a:lnTo>
                    <a:pt x="72" y="60"/>
                  </a:lnTo>
                  <a:lnTo>
                    <a:pt x="72" y="56"/>
                  </a:lnTo>
                  <a:lnTo>
                    <a:pt x="72" y="40"/>
                  </a:lnTo>
                  <a:lnTo>
                    <a:pt x="120" y="40"/>
                  </a:lnTo>
                  <a:lnTo>
                    <a:pt x="120" y="56"/>
                  </a:lnTo>
                  <a:lnTo>
                    <a:pt x="120" y="56"/>
                  </a:lnTo>
                  <a:lnTo>
                    <a:pt x="120" y="60"/>
                  </a:lnTo>
                  <a:lnTo>
                    <a:pt x="122" y="62"/>
                  </a:lnTo>
                  <a:lnTo>
                    <a:pt x="124" y="64"/>
                  </a:lnTo>
                  <a:lnTo>
                    <a:pt x="128" y="64"/>
                  </a:lnTo>
                  <a:lnTo>
                    <a:pt x="128" y="64"/>
                  </a:lnTo>
                  <a:lnTo>
                    <a:pt x="132" y="64"/>
                  </a:lnTo>
                  <a:lnTo>
                    <a:pt x="134" y="62"/>
                  </a:lnTo>
                  <a:lnTo>
                    <a:pt x="136" y="60"/>
                  </a:lnTo>
                  <a:lnTo>
                    <a:pt x="136" y="56"/>
                  </a:lnTo>
                  <a:lnTo>
                    <a:pt x="136" y="40"/>
                  </a:lnTo>
                  <a:lnTo>
                    <a:pt x="184" y="40"/>
                  </a:lnTo>
                  <a:lnTo>
                    <a:pt x="184" y="56"/>
                  </a:lnTo>
                  <a:lnTo>
                    <a:pt x="184" y="56"/>
                  </a:lnTo>
                  <a:lnTo>
                    <a:pt x="184" y="60"/>
                  </a:lnTo>
                  <a:lnTo>
                    <a:pt x="186" y="62"/>
                  </a:lnTo>
                  <a:lnTo>
                    <a:pt x="188" y="64"/>
                  </a:lnTo>
                  <a:lnTo>
                    <a:pt x="192" y="64"/>
                  </a:lnTo>
                  <a:lnTo>
                    <a:pt x="192" y="64"/>
                  </a:lnTo>
                  <a:lnTo>
                    <a:pt x="196" y="64"/>
                  </a:lnTo>
                  <a:lnTo>
                    <a:pt x="198" y="62"/>
                  </a:lnTo>
                  <a:lnTo>
                    <a:pt x="200" y="60"/>
                  </a:lnTo>
                  <a:lnTo>
                    <a:pt x="200" y="56"/>
                  </a:lnTo>
                  <a:lnTo>
                    <a:pt x="200" y="40"/>
                  </a:lnTo>
                  <a:lnTo>
                    <a:pt x="234" y="40"/>
                  </a:lnTo>
                  <a:lnTo>
                    <a:pt x="234" y="40"/>
                  </a:lnTo>
                  <a:lnTo>
                    <a:pt x="238" y="42"/>
                  </a:lnTo>
                  <a:lnTo>
                    <a:pt x="240" y="46"/>
                  </a:lnTo>
                  <a:lnTo>
                    <a:pt x="240" y="23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88" name="Rectangle 62"/>
            <p:cNvSpPr>
              <a:spLocks noChangeArrowheads="1"/>
            </p:cNvSpPr>
            <p:nvPr/>
          </p:nvSpPr>
          <p:spPr bwMode="auto">
            <a:xfrm>
              <a:off x="3238500" y="3740150"/>
              <a:ext cx="50800" cy="381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89" name="Rectangle 63"/>
            <p:cNvSpPr>
              <a:spLocks noChangeArrowheads="1"/>
            </p:cNvSpPr>
            <p:nvPr/>
          </p:nvSpPr>
          <p:spPr bwMode="auto">
            <a:xfrm>
              <a:off x="3238500" y="3803650"/>
              <a:ext cx="50800" cy="381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90" name="Rectangle 64"/>
            <p:cNvSpPr>
              <a:spLocks noChangeArrowheads="1"/>
            </p:cNvSpPr>
            <p:nvPr/>
          </p:nvSpPr>
          <p:spPr bwMode="auto">
            <a:xfrm>
              <a:off x="3238500" y="3867150"/>
              <a:ext cx="50800" cy="381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91" name="Rectangle 65"/>
            <p:cNvSpPr>
              <a:spLocks noChangeArrowheads="1"/>
            </p:cNvSpPr>
            <p:nvPr/>
          </p:nvSpPr>
          <p:spPr bwMode="auto">
            <a:xfrm>
              <a:off x="3327400" y="3867150"/>
              <a:ext cx="50800" cy="381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92" name="Rectangle 66"/>
            <p:cNvSpPr>
              <a:spLocks noChangeArrowheads="1"/>
            </p:cNvSpPr>
            <p:nvPr/>
          </p:nvSpPr>
          <p:spPr bwMode="auto">
            <a:xfrm>
              <a:off x="3327400" y="3803650"/>
              <a:ext cx="50800" cy="381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93" name="Rectangle 67"/>
            <p:cNvSpPr>
              <a:spLocks noChangeArrowheads="1"/>
            </p:cNvSpPr>
            <p:nvPr/>
          </p:nvSpPr>
          <p:spPr bwMode="auto">
            <a:xfrm>
              <a:off x="3327400" y="3740150"/>
              <a:ext cx="50800" cy="381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94" name="Rectangle 68"/>
            <p:cNvSpPr>
              <a:spLocks noChangeArrowheads="1"/>
            </p:cNvSpPr>
            <p:nvPr/>
          </p:nvSpPr>
          <p:spPr bwMode="auto">
            <a:xfrm>
              <a:off x="3416300" y="3867150"/>
              <a:ext cx="50800" cy="381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95" name="Rectangle 69"/>
            <p:cNvSpPr>
              <a:spLocks noChangeArrowheads="1"/>
            </p:cNvSpPr>
            <p:nvPr/>
          </p:nvSpPr>
          <p:spPr bwMode="auto">
            <a:xfrm>
              <a:off x="3416300" y="3803650"/>
              <a:ext cx="50800" cy="381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96" name="Rectangle 70"/>
            <p:cNvSpPr>
              <a:spLocks noChangeArrowheads="1"/>
            </p:cNvSpPr>
            <p:nvPr/>
          </p:nvSpPr>
          <p:spPr bwMode="auto">
            <a:xfrm>
              <a:off x="3416300" y="3740150"/>
              <a:ext cx="50800" cy="381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</p:grpSp>
      <p:sp>
        <p:nvSpPr>
          <p:cNvPr id="5" name="Freeform 71"/>
          <p:cNvSpPr>
            <a:spLocks noEditPoints="1"/>
          </p:cNvSpPr>
          <p:nvPr/>
        </p:nvSpPr>
        <p:spPr bwMode="auto">
          <a:xfrm>
            <a:off x="6280045" y="4450508"/>
            <a:ext cx="465099" cy="465099"/>
          </a:xfrm>
          <a:custGeom>
            <a:avLst/>
            <a:gdLst/>
            <a:ahLst/>
            <a:cxnLst>
              <a:cxn ang="0">
                <a:pos x="228" y="58"/>
              </a:cxn>
              <a:cxn ang="0">
                <a:pos x="224" y="16"/>
              </a:cxn>
              <a:cxn ang="0">
                <a:pos x="214" y="2"/>
              </a:cxn>
              <a:cxn ang="0">
                <a:pos x="48" y="0"/>
              </a:cxn>
              <a:cxn ang="0">
                <a:pos x="34" y="10"/>
              </a:cxn>
              <a:cxn ang="0">
                <a:pos x="32" y="54"/>
              </a:cxn>
              <a:cxn ang="0">
                <a:pos x="4" y="90"/>
              </a:cxn>
              <a:cxn ang="0">
                <a:pos x="0" y="112"/>
              </a:cxn>
              <a:cxn ang="0">
                <a:pos x="8" y="128"/>
              </a:cxn>
              <a:cxn ang="0">
                <a:pos x="24" y="240"/>
              </a:cxn>
              <a:cxn ang="0">
                <a:pos x="28" y="252"/>
              </a:cxn>
              <a:cxn ang="0">
                <a:pos x="216" y="256"/>
              </a:cxn>
              <a:cxn ang="0">
                <a:pos x="228" y="252"/>
              </a:cxn>
              <a:cxn ang="0">
                <a:pos x="232" y="136"/>
              </a:cxn>
              <a:cxn ang="0">
                <a:pos x="248" y="128"/>
              </a:cxn>
              <a:cxn ang="0">
                <a:pos x="256" y="104"/>
              </a:cxn>
              <a:cxn ang="0">
                <a:pos x="252" y="90"/>
              </a:cxn>
              <a:cxn ang="0">
                <a:pos x="48" y="48"/>
              </a:cxn>
              <a:cxn ang="0">
                <a:pos x="82" y="120"/>
              </a:cxn>
              <a:cxn ang="0">
                <a:pos x="98" y="64"/>
              </a:cxn>
              <a:cxn ang="0">
                <a:pos x="124" y="64"/>
              </a:cxn>
              <a:cxn ang="0">
                <a:pos x="106" y="64"/>
              </a:cxn>
              <a:cxn ang="0">
                <a:pos x="166" y="120"/>
              </a:cxn>
              <a:cxn ang="0">
                <a:pos x="158" y="64"/>
              </a:cxn>
              <a:cxn ang="0">
                <a:pos x="174" y="120"/>
              </a:cxn>
              <a:cxn ang="0">
                <a:pos x="16" y="104"/>
              </a:cxn>
              <a:cxn ang="0">
                <a:pos x="42" y="68"/>
              </a:cxn>
              <a:cxn ang="0">
                <a:pos x="48" y="64"/>
              </a:cxn>
              <a:cxn ang="0">
                <a:pos x="24" y="120"/>
              </a:cxn>
              <a:cxn ang="0">
                <a:pos x="18" y="118"/>
              </a:cxn>
              <a:cxn ang="0">
                <a:pos x="160" y="240"/>
              </a:cxn>
              <a:cxn ang="0">
                <a:pos x="160" y="160"/>
              </a:cxn>
              <a:cxn ang="0">
                <a:pos x="168" y="240"/>
              </a:cxn>
              <a:cxn ang="0">
                <a:pos x="168" y="156"/>
              </a:cxn>
              <a:cxn ang="0">
                <a:pos x="160" y="152"/>
              </a:cxn>
              <a:cxn ang="0">
                <a:pos x="96" y="152"/>
              </a:cxn>
              <a:cxn ang="0">
                <a:pos x="92" y="160"/>
              </a:cxn>
              <a:cxn ang="0">
                <a:pos x="40" y="136"/>
              </a:cxn>
              <a:cxn ang="0">
                <a:pos x="240" y="112"/>
              </a:cxn>
              <a:cxn ang="0">
                <a:pos x="238" y="118"/>
              </a:cxn>
              <a:cxn ang="0">
                <a:pos x="218" y="120"/>
              </a:cxn>
              <a:cxn ang="0">
                <a:pos x="208" y="64"/>
              </a:cxn>
              <a:cxn ang="0">
                <a:pos x="238" y="100"/>
              </a:cxn>
              <a:cxn ang="0">
                <a:pos x="240" y="112"/>
              </a:cxn>
            </a:cxnLst>
            <a:rect l="0" t="0" r="r" b="b"/>
            <a:pathLst>
              <a:path w="256" h="256">
                <a:moveTo>
                  <a:pt x="252" y="90"/>
                </a:moveTo>
                <a:lnTo>
                  <a:pt x="228" y="58"/>
                </a:lnTo>
                <a:lnTo>
                  <a:pt x="228" y="58"/>
                </a:lnTo>
                <a:lnTo>
                  <a:pt x="224" y="54"/>
                </a:lnTo>
                <a:lnTo>
                  <a:pt x="224" y="16"/>
                </a:lnTo>
                <a:lnTo>
                  <a:pt x="224" y="16"/>
                </a:lnTo>
                <a:lnTo>
                  <a:pt x="222" y="10"/>
                </a:lnTo>
                <a:lnTo>
                  <a:pt x="220" y="4"/>
                </a:lnTo>
                <a:lnTo>
                  <a:pt x="214" y="2"/>
                </a:lnTo>
                <a:lnTo>
                  <a:pt x="208" y="0"/>
                </a:lnTo>
                <a:lnTo>
                  <a:pt x="48" y="0"/>
                </a:lnTo>
                <a:lnTo>
                  <a:pt x="48" y="0"/>
                </a:lnTo>
                <a:lnTo>
                  <a:pt x="42" y="2"/>
                </a:lnTo>
                <a:lnTo>
                  <a:pt x="36" y="4"/>
                </a:lnTo>
                <a:lnTo>
                  <a:pt x="34" y="10"/>
                </a:lnTo>
                <a:lnTo>
                  <a:pt x="32" y="16"/>
                </a:lnTo>
                <a:lnTo>
                  <a:pt x="32" y="54"/>
                </a:lnTo>
                <a:lnTo>
                  <a:pt x="32" y="54"/>
                </a:lnTo>
                <a:lnTo>
                  <a:pt x="28" y="58"/>
                </a:lnTo>
                <a:lnTo>
                  <a:pt x="4" y="90"/>
                </a:lnTo>
                <a:lnTo>
                  <a:pt x="4" y="90"/>
                </a:lnTo>
                <a:lnTo>
                  <a:pt x="2" y="96"/>
                </a:lnTo>
                <a:lnTo>
                  <a:pt x="0" y="104"/>
                </a:lnTo>
                <a:lnTo>
                  <a:pt x="0" y="112"/>
                </a:lnTo>
                <a:lnTo>
                  <a:pt x="0" y="112"/>
                </a:lnTo>
                <a:lnTo>
                  <a:pt x="2" y="122"/>
                </a:lnTo>
                <a:lnTo>
                  <a:pt x="8" y="128"/>
                </a:lnTo>
                <a:lnTo>
                  <a:pt x="14" y="134"/>
                </a:lnTo>
                <a:lnTo>
                  <a:pt x="24" y="136"/>
                </a:lnTo>
                <a:lnTo>
                  <a:pt x="24" y="240"/>
                </a:lnTo>
                <a:lnTo>
                  <a:pt x="24" y="240"/>
                </a:lnTo>
                <a:lnTo>
                  <a:pt x="26" y="246"/>
                </a:lnTo>
                <a:lnTo>
                  <a:pt x="28" y="252"/>
                </a:lnTo>
                <a:lnTo>
                  <a:pt x="34" y="254"/>
                </a:lnTo>
                <a:lnTo>
                  <a:pt x="40" y="256"/>
                </a:lnTo>
                <a:lnTo>
                  <a:pt x="216" y="256"/>
                </a:lnTo>
                <a:lnTo>
                  <a:pt x="216" y="256"/>
                </a:lnTo>
                <a:lnTo>
                  <a:pt x="222" y="254"/>
                </a:lnTo>
                <a:lnTo>
                  <a:pt x="228" y="252"/>
                </a:lnTo>
                <a:lnTo>
                  <a:pt x="230" y="246"/>
                </a:lnTo>
                <a:lnTo>
                  <a:pt x="232" y="240"/>
                </a:lnTo>
                <a:lnTo>
                  <a:pt x="232" y="136"/>
                </a:lnTo>
                <a:lnTo>
                  <a:pt x="232" y="136"/>
                </a:lnTo>
                <a:lnTo>
                  <a:pt x="242" y="134"/>
                </a:lnTo>
                <a:lnTo>
                  <a:pt x="248" y="128"/>
                </a:lnTo>
                <a:lnTo>
                  <a:pt x="254" y="122"/>
                </a:lnTo>
                <a:lnTo>
                  <a:pt x="256" y="112"/>
                </a:lnTo>
                <a:lnTo>
                  <a:pt x="256" y="104"/>
                </a:lnTo>
                <a:lnTo>
                  <a:pt x="256" y="104"/>
                </a:lnTo>
                <a:lnTo>
                  <a:pt x="254" y="96"/>
                </a:lnTo>
                <a:lnTo>
                  <a:pt x="252" y="90"/>
                </a:lnTo>
                <a:close/>
                <a:moveTo>
                  <a:pt x="208" y="16"/>
                </a:moveTo>
                <a:lnTo>
                  <a:pt x="208" y="48"/>
                </a:lnTo>
                <a:lnTo>
                  <a:pt x="48" y="48"/>
                </a:lnTo>
                <a:lnTo>
                  <a:pt x="48" y="16"/>
                </a:lnTo>
                <a:lnTo>
                  <a:pt x="208" y="16"/>
                </a:lnTo>
                <a:close/>
                <a:moveTo>
                  <a:pt x="82" y="120"/>
                </a:moveTo>
                <a:lnTo>
                  <a:pt x="48" y="120"/>
                </a:lnTo>
                <a:lnTo>
                  <a:pt x="80" y="64"/>
                </a:lnTo>
                <a:lnTo>
                  <a:pt x="98" y="64"/>
                </a:lnTo>
                <a:lnTo>
                  <a:pt x="82" y="120"/>
                </a:lnTo>
                <a:close/>
                <a:moveTo>
                  <a:pt x="106" y="64"/>
                </a:moveTo>
                <a:lnTo>
                  <a:pt x="124" y="64"/>
                </a:lnTo>
                <a:lnTo>
                  <a:pt x="124" y="120"/>
                </a:lnTo>
                <a:lnTo>
                  <a:pt x="90" y="120"/>
                </a:lnTo>
                <a:lnTo>
                  <a:pt x="106" y="64"/>
                </a:lnTo>
                <a:close/>
                <a:moveTo>
                  <a:pt x="132" y="64"/>
                </a:moveTo>
                <a:lnTo>
                  <a:pt x="150" y="64"/>
                </a:lnTo>
                <a:lnTo>
                  <a:pt x="166" y="120"/>
                </a:lnTo>
                <a:lnTo>
                  <a:pt x="132" y="120"/>
                </a:lnTo>
                <a:lnTo>
                  <a:pt x="132" y="64"/>
                </a:lnTo>
                <a:close/>
                <a:moveTo>
                  <a:pt x="158" y="64"/>
                </a:moveTo>
                <a:lnTo>
                  <a:pt x="176" y="64"/>
                </a:lnTo>
                <a:lnTo>
                  <a:pt x="208" y="120"/>
                </a:lnTo>
                <a:lnTo>
                  <a:pt x="174" y="120"/>
                </a:lnTo>
                <a:lnTo>
                  <a:pt x="158" y="64"/>
                </a:lnTo>
                <a:close/>
                <a:moveTo>
                  <a:pt x="16" y="112"/>
                </a:moveTo>
                <a:lnTo>
                  <a:pt x="16" y="104"/>
                </a:lnTo>
                <a:lnTo>
                  <a:pt x="16" y="104"/>
                </a:lnTo>
                <a:lnTo>
                  <a:pt x="18" y="100"/>
                </a:lnTo>
                <a:lnTo>
                  <a:pt x="42" y="68"/>
                </a:lnTo>
                <a:lnTo>
                  <a:pt x="42" y="68"/>
                </a:lnTo>
                <a:lnTo>
                  <a:pt x="44" y="64"/>
                </a:lnTo>
                <a:lnTo>
                  <a:pt x="48" y="64"/>
                </a:lnTo>
                <a:lnTo>
                  <a:pt x="70" y="64"/>
                </a:lnTo>
                <a:lnTo>
                  <a:pt x="38" y="120"/>
                </a:lnTo>
                <a:lnTo>
                  <a:pt x="24" y="120"/>
                </a:lnTo>
                <a:lnTo>
                  <a:pt x="24" y="120"/>
                </a:lnTo>
                <a:lnTo>
                  <a:pt x="20" y="120"/>
                </a:lnTo>
                <a:lnTo>
                  <a:pt x="18" y="118"/>
                </a:lnTo>
                <a:lnTo>
                  <a:pt x="16" y="116"/>
                </a:lnTo>
                <a:lnTo>
                  <a:pt x="16" y="112"/>
                </a:lnTo>
                <a:close/>
                <a:moveTo>
                  <a:pt x="160" y="240"/>
                </a:moveTo>
                <a:lnTo>
                  <a:pt x="100" y="240"/>
                </a:lnTo>
                <a:lnTo>
                  <a:pt x="100" y="160"/>
                </a:lnTo>
                <a:lnTo>
                  <a:pt x="160" y="160"/>
                </a:lnTo>
                <a:lnTo>
                  <a:pt x="160" y="240"/>
                </a:lnTo>
                <a:close/>
                <a:moveTo>
                  <a:pt x="216" y="240"/>
                </a:moveTo>
                <a:lnTo>
                  <a:pt x="168" y="240"/>
                </a:lnTo>
                <a:lnTo>
                  <a:pt x="168" y="160"/>
                </a:lnTo>
                <a:lnTo>
                  <a:pt x="168" y="160"/>
                </a:lnTo>
                <a:lnTo>
                  <a:pt x="168" y="156"/>
                </a:lnTo>
                <a:lnTo>
                  <a:pt x="166" y="154"/>
                </a:lnTo>
                <a:lnTo>
                  <a:pt x="164" y="152"/>
                </a:lnTo>
                <a:lnTo>
                  <a:pt x="160" y="152"/>
                </a:lnTo>
                <a:lnTo>
                  <a:pt x="100" y="152"/>
                </a:lnTo>
                <a:lnTo>
                  <a:pt x="100" y="152"/>
                </a:lnTo>
                <a:lnTo>
                  <a:pt x="96" y="152"/>
                </a:lnTo>
                <a:lnTo>
                  <a:pt x="94" y="154"/>
                </a:lnTo>
                <a:lnTo>
                  <a:pt x="92" y="156"/>
                </a:lnTo>
                <a:lnTo>
                  <a:pt x="92" y="160"/>
                </a:lnTo>
                <a:lnTo>
                  <a:pt x="92" y="240"/>
                </a:lnTo>
                <a:lnTo>
                  <a:pt x="40" y="240"/>
                </a:lnTo>
                <a:lnTo>
                  <a:pt x="40" y="136"/>
                </a:lnTo>
                <a:lnTo>
                  <a:pt x="216" y="136"/>
                </a:lnTo>
                <a:lnTo>
                  <a:pt x="216" y="240"/>
                </a:lnTo>
                <a:close/>
                <a:moveTo>
                  <a:pt x="240" y="112"/>
                </a:moveTo>
                <a:lnTo>
                  <a:pt x="240" y="112"/>
                </a:lnTo>
                <a:lnTo>
                  <a:pt x="240" y="116"/>
                </a:lnTo>
                <a:lnTo>
                  <a:pt x="238" y="118"/>
                </a:lnTo>
                <a:lnTo>
                  <a:pt x="236" y="120"/>
                </a:lnTo>
                <a:lnTo>
                  <a:pt x="232" y="120"/>
                </a:lnTo>
                <a:lnTo>
                  <a:pt x="218" y="120"/>
                </a:lnTo>
                <a:lnTo>
                  <a:pt x="186" y="64"/>
                </a:lnTo>
                <a:lnTo>
                  <a:pt x="208" y="64"/>
                </a:lnTo>
                <a:lnTo>
                  <a:pt x="208" y="64"/>
                </a:lnTo>
                <a:lnTo>
                  <a:pt x="212" y="64"/>
                </a:lnTo>
                <a:lnTo>
                  <a:pt x="214" y="68"/>
                </a:lnTo>
                <a:lnTo>
                  <a:pt x="238" y="100"/>
                </a:lnTo>
                <a:lnTo>
                  <a:pt x="238" y="100"/>
                </a:lnTo>
                <a:lnTo>
                  <a:pt x="240" y="104"/>
                </a:lnTo>
                <a:lnTo>
                  <a:pt x="240" y="112"/>
                </a:lnTo>
                <a:close/>
              </a:path>
            </a:pathLst>
          </a:custGeom>
          <a:solidFill>
            <a:schemeClr val="accent1"/>
          </a:solidFill>
          <a:ln w="9525">
            <a:noFill/>
            <a:round/>
            <a:headEnd/>
            <a:tailEnd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ar-SA" sz="2288"/>
          </a:p>
        </p:txBody>
      </p:sp>
      <p:sp>
        <p:nvSpPr>
          <p:cNvPr id="6" name="Freeform 82"/>
          <p:cNvSpPr>
            <a:spLocks/>
          </p:cNvSpPr>
          <p:nvPr/>
        </p:nvSpPr>
        <p:spPr bwMode="auto">
          <a:xfrm>
            <a:off x="10931035" y="3534845"/>
            <a:ext cx="465099" cy="421496"/>
          </a:xfrm>
          <a:custGeom>
            <a:avLst/>
            <a:gdLst/>
            <a:ahLst/>
            <a:cxnLst>
              <a:cxn ang="0">
                <a:pos x="224" y="12"/>
              </a:cxn>
              <a:cxn ang="0">
                <a:pos x="184" y="0"/>
              </a:cxn>
              <a:cxn ang="0">
                <a:pos x="144" y="12"/>
              </a:cxn>
              <a:cxn ang="0">
                <a:pos x="16" y="136"/>
              </a:cxn>
              <a:cxn ang="0">
                <a:pos x="2" y="166"/>
              </a:cxn>
              <a:cxn ang="0">
                <a:pos x="4" y="198"/>
              </a:cxn>
              <a:cxn ang="0">
                <a:pos x="16" y="216"/>
              </a:cxn>
              <a:cxn ang="0">
                <a:pos x="46" y="230"/>
              </a:cxn>
              <a:cxn ang="0">
                <a:pos x="78" y="228"/>
              </a:cxn>
              <a:cxn ang="0">
                <a:pos x="212" y="100"/>
              </a:cxn>
              <a:cxn ang="0">
                <a:pos x="222" y="88"/>
              </a:cxn>
              <a:cxn ang="0">
                <a:pos x="224" y="64"/>
              </a:cxn>
              <a:cxn ang="0">
                <a:pos x="212" y="44"/>
              </a:cxn>
              <a:cxn ang="0">
                <a:pos x="200" y="34"/>
              </a:cxn>
              <a:cxn ang="0">
                <a:pos x="176" y="32"/>
              </a:cxn>
              <a:cxn ang="0">
                <a:pos x="156" y="44"/>
              </a:cxn>
              <a:cxn ang="0">
                <a:pos x="66" y="134"/>
              </a:cxn>
              <a:cxn ang="0">
                <a:pos x="68" y="142"/>
              </a:cxn>
              <a:cxn ang="0">
                <a:pos x="74" y="146"/>
              </a:cxn>
              <a:cxn ang="0">
                <a:pos x="168" y="56"/>
              </a:cxn>
              <a:cxn ang="0">
                <a:pos x="184" y="48"/>
              </a:cxn>
              <a:cxn ang="0">
                <a:pos x="200" y="56"/>
              </a:cxn>
              <a:cxn ang="0">
                <a:pos x="206" y="82"/>
              </a:cxn>
              <a:cxn ang="0">
                <a:pos x="84" y="204"/>
              </a:cxn>
              <a:cxn ang="0">
                <a:pos x="64" y="216"/>
              </a:cxn>
              <a:cxn ang="0">
                <a:pos x="40" y="214"/>
              </a:cxn>
              <a:cxn ang="0">
                <a:pos x="28" y="204"/>
              </a:cxn>
              <a:cxn ang="0">
                <a:pos x="16" y="184"/>
              </a:cxn>
              <a:cxn ang="0">
                <a:pos x="18" y="160"/>
              </a:cxn>
              <a:cxn ang="0">
                <a:pos x="144" y="34"/>
              </a:cxn>
              <a:cxn ang="0">
                <a:pos x="162" y="22"/>
              </a:cxn>
              <a:cxn ang="0">
                <a:pos x="194" y="18"/>
              </a:cxn>
              <a:cxn ang="0">
                <a:pos x="222" y="34"/>
              </a:cxn>
              <a:cxn ang="0">
                <a:pos x="234" y="52"/>
              </a:cxn>
              <a:cxn ang="0">
                <a:pos x="238" y="84"/>
              </a:cxn>
              <a:cxn ang="0">
                <a:pos x="222" y="112"/>
              </a:cxn>
              <a:cxn ang="0">
                <a:pos x="134" y="202"/>
              </a:cxn>
              <a:cxn ang="0">
                <a:pos x="136" y="210"/>
              </a:cxn>
              <a:cxn ang="0">
                <a:pos x="142" y="214"/>
              </a:cxn>
              <a:cxn ang="0">
                <a:pos x="234" y="122"/>
              </a:cxn>
              <a:cxn ang="0">
                <a:pos x="250" y="100"/>
              </a:cxn>
              <a:cxn ang="0">
                <a:pos x="254" y="58"/>
              </a:cxn>
              <a:cxn ang="0">
                <a:pos x="234" y="22"/>
              </a:cxn>
            </a:cxnLst>
            <a:rect l="0" t="0" r="r" b="b"/>
            <a:pathLst>
              <a:path w="256" h="232">
                <a:moveTo>
                  <a:pt x="234" y="22"/>
                </a:moveTo>
                <a:lnTo>
                  <a:pt x="234" y="22"/>
                </a:lnTo>
                <a:lnTo>
                  <a:pt x="224" y="12"/>
                </a:lnTo>
                <a:lnTo>
                  <a:pt x="212" y="6"/>
                </a:lnTo>
                <a:lnTo>
                  <a:pt x="198" y="2"/>
                </a:lnTo>
                <a:lnTo>
                  <a:pt x="184" y="0"/>
                </a:lnTo>
                <a:lnTo>
                  <a:pt x="170" y="2"/>
                </a:lnTo>
                <a:lnTo>
                  <a:pt x="156" y="6"/>
                </a:lnTo>
                <a:lnTo>
                  <a:pt x="144" y="12"/>
                </a:lnTo>
                <a:lnTo>
                  <a:pt x="134" y="22"/>
                </a:lnTo>
                <a:lnTo>
                  <a:pt x="16" y="136"/>
                </a:lnTo>
                <a:lnTo>
                  <a:pt x="16" y="136"/>
                </a:lnTo>
                <a:lnTo>
                  <a:pt x="10" y="146"/>
                </a:lnTo>
                <a:lnTo>
                  <a:pt x="4" y="154"/>
                </a:lnTo>
                <a:lnTo>
                  <a:pt x="2" y="166"/>
                </a:lnTo>
                <a:lnTo>
                  <a:pt x="0" y="176"/>
                </a:lnTo>
                <a:lnTo>
                  <a:pt x="2" y="186"/>
                </a:lnTo>
                <a:lnTo>
                  <a:pt x="4" y="198"/>
                </a:lnTo>
                <a:lnTo>
                  <a:pt x="10" y="206"/>
                </a:lnTo>
                <a:lnTo>
                  <a:pt x="16" y="216"/>
                </a:lnTo>
                <a:lnTo>
                  <a:pt x="16" y="216"/>
                </a:lnTo>
                <a:lnTo>
                  <a:pt x="26" y="222"/>
                </a:lnTo>
                <a:lnTo>
                  <a:pt x="34" y="228"/>
                </a:lnTo>
                <a:lnTo>
                  <a:pt x="46" y="230"/>
                </a:lnTo>
                <a:lnTo>
                  <a:pt x="56" y="232"/>
                </a:lnTo>
                <a:lnTo>
                  <a:pt x="66" y="230"/>
                </a:lnTo>
                <a:lnTo>
                  <a:pt x="78" y="228"/>
                </a:lnTo>
                <a:lnTo>
                  <a:pt x="86" y="222"/>
                </a:lnTo>
                <a:lnTo>
                  <a:pt x="96" y="216"/>
                </a:lnTo>
                <a:lnTo>
                  <a:pt x="212" y="100"/>
                </a:lnTo>
                <a:lnTo>
                  <a:pt x="212" y="100"/>
                </a:lnTo>
                <a:lnTo>
                  <a:pt x="218" y="94"/>
                </a:lnTo>
                <a:lnTo>
                  <a:pt x="222" y="88"/>
                </a:lnTo>
                <a:lnTo>
                  <a:pt x="224" y="80"/>
                </a:lnTo>
                <a:lnTo>
                  <a:pt x="224" y="72"/>
                </a:lnTo>
                <a:lnTo>
                  <a:pt x="224" y="64"/>
                </a:lnTo>
                <a:lnTo>
                  <a:pt x="222" y="56"/>
                </a:lnTo>
                <a:lnTo>
                  <a:pt x="218" y="50"/>
                </a:lnTo>
                <a:lnTo>
                  <a:pt x="212" y="44"/>
                </a:lnTo>
                <a:lnTo>
                  <a:pt x="212" y="44"/>
                </a:lnTo>
                <a:lnTo>
                  <a:pt x="206" y="38"/>
                </a:lnTo>
                <a:lnTo>
                  <a:pt x="200" y="34"/>
                </a:lnTo>
                <a:lnTo>
                  <a:pt x="192" y="32"/>
                </a:lnTo>
                <a:lnTo>
                  <a:pt x="184" y="32"/>
                </a:lnTo>
                <a:lnTo>
                  <a:pt x="176" y="32"/>
                </a:lnTo>
                <a:lnTo>
                  <a:pt x="168" y="34"/>
                </a:lnTo>
                <a:lnTo>
                  <a:pt x="162" y="38"/>
                </a:lnTo>
                <a:lnTo>
                  <a:pt x="156" y="44"/>
                </a:lnTo>
                <a:lnTo>
                  <a:pt x="68" y="132"/>
                </a:lnTo>
                <a:lnTo>
                  <a:pt x="68" y="132"/>
                </a:lnTo>
                <a:lnTo>
                  <a:pt x="66" y="134"/>
                </a:lnTo>
                <a:lnTo>
                  <a:pt x="66" y="138"/>
                </a:lnTo>
                <a:lnTo>
                  <a:pt x="66" y="140"/>
                </a:lnTo>
                <a:lnTo>
                  <a:pt x="68" y="142"/>
                </a:lnTo>
                <a:lnTo>
                  <a:pt x="68" y="142"/>
                </a:lnTo>
                <a:lnTo>
                  <a:pt x="70" y="144"/>
                </a:lnTo>
                <a:lnTo>
                  <a:pt x="74" y="146"/>
                </a:lnTo>
                <a:lnTo>
                  <a:pt x="76" y="144"/>
                </a:lnTo>
                <a:lnTo>
                  <a:pt x="80" y="142"/>
                </a:lnTo>
                <a:lnTo>
                  <a:pt x="168" y="56"/>
                </a:lnTo>
                <a:lnTo>
                  <a:pt x="168" y="56"/>
                </a:lnTo>
                <a:lnTo>
                  <a:pt x="174" y="50"/>
                </a:lnTo>
                <a:lnTo>
                  <a:pt x="184" y="48"/>
                </a:lnTo>
                <a:lnTo>
                  <a:pt x="194" y="50"/>
                </a:lnTo>
                <a:lnTo>
                  <a:pt x="200" y="56"/>
                </a:lnTo>
                <a:lnTo>
                  <a:pt x="200" y="56"/>
                </a:lnTo>
                <a:lnTo>
                  <a:pt x="206" y="62"/>
                </a:lnTo>
                <a:lnTo>
                  <a:pt x="208" y="72"/>
                </a:lnTo>
                <a:lnTo>
                  <a:pt x="206" y="82"/>
                </a:lnTo>
                <a:lnTo>
                  <a:pt x="200" y="88"/>
                </a:lnTo>
                <a:lnTo>
                  <a:pt x="84" y="204"/>
                </a:lnTo>
                <a:lnTo>
                  <a:pt x="84" y="204"/>
                </a:lnTo>
                <a:lnTo>
                  <a:pt x="78" y="210"/>
                </a:lnTo>
                <a:lnTo>
                  <a:pt x="72" y="214"/>
                </a:lnTo>
                <a:lnTo>
                  <a:pt x="64" y="216"/>
                </a:lnTo>
                <a:lnTo>
                  <a:pt x="56" y="216"/>
                </a:lnTo>
                <a:lnTo>
                  <a:pt x="48" y="216"/>
                </a:lnTo>
                <a:lnTo>
                  <a:pt x="40" y="214"/>
                </a:lnTo>
                <a:lnTo>
                  <a:pt x="34" y="210"/>
                </a:lnTo>
                <a:lnTo>
                  <a:pt x="28" y="204"/>
                </a:lnTo>
                <a:lnTo>
                  <a:pt x="28" y="204"/>
                </a:lnTo>
                <a:lnTo>
                  <a:pt x="22" y="198"/>
                </a:lnTo>
                <a:lnTo>
                  <a:pt x="18" y="192"/>
                </a:lnTo>
                <a:lnTo>
                  <a:pt x="16" y="184"/>
                </a:lnTo>
                <a:lnTo>
                  <a:pt x="16" y="176"/>
                </a:lnTo>
                <a:lnTo>
                  <a:pt x="16" y="168"/>
                </a:lnTo>
                <a:lnTo>
                  <a:pt x="18" y="160"/>
                </a:lnTo>
                <a:lnTo>
                  <a:pt x="22" y="154"/>
                </a:lnTo>
                <a:lnTo>
                  <a:pt x="28" y="148"/>
                </a:lnTo>
                <a:lnTo>
                  <a:pt x="144" y="34"/>
                </a:lnTo>
                <a:lnTo>
                  <a:pt x="144" y="34"/>
                </a:lnTo>
                <a:lnTo>
                  <a:pt x="152" y="26"/>
                </a:lnTo>
                <a:lnTo>
                  <a:pt x="162" y="22"/>
                </a:lnTo>
                <a:lnTo>
                  <a:pt x="172" y="18"/>
                </a:lnTo>
                <a:lnTo>
                  <a:pt x="182" y="18"/>
                </a:lnTo>
                <a:lnTo>
                  <a:pt x="194" y="18"/>
                </a:lnTo>
                <a:lnTo>
                  <a:pt x="204" y="22"/>
                </a:lnTo>
                <a:lnTo>
                  <a:pt x="214" y="26"/>
                </a:lnTo>
                <a:lnTo>
                  <a:pt x="222" y="34"/>
                </a:lnTo>
                <a:lnTo>
                  <a:pt x="222" y="34"/>
                </a:lnTo>
                <a:lnTo>
                  <a:pt x="230" y="42"/>
                </a:lnTo>
                <a:lnTo>
                  <a:pt x="234" y="52"/>
                </a:lnTo>
                <a:lnTo>
                  <a:pt x="238" y="62"/>
                </a:lnTo>
                <a:lnTo>
                  <a:pt x="238" y="74"/>
                </a:lnTo>
                <a:lnTo>
                  <a:pt x="238" y="84"/>
                </a:lnTo>
                <a:lnTo>
                  <a:pt x="234" y="94"/>
                </a:lnTo>
                <a:lnTo>
                  <a:pt x="230" y="104"/>
                </a:lnTo>
                <a:lnTo>
                  <a:pt x="222" y="112"/>
                </a:lnTo>
                <a:lnTo>
                  <a:pt x="136" y="200"/>
                </a:lnTo>
                <a:lnTo>
                  <a:pt x="136" y="200"/>
                </a:lnTo>
                <a:lnTo>
                  <a:pt x="134" y="202"/>
                </a:lnTo>
                <a:lnTo>
                  <a:pt x="134" y="206"/>
                </a:lnTo>
                <a:lnTo>
                  <a:pt x="134" y="208"/>
                </a:lnTo>
                <a:lnTo>
                  <a:pt x="136" y="210"/>
                </a:lnTo>
                <a:lnTo>
                  <a:pt x="136" y="210"/>
                </a:lnTo>
                <a:lnTo>
                  <a:pt x="138" y="212"/>
                </a:lnTo>
                <a:lnTo>
                  <a:pt x="142" y="214"/>
                </a:lnTo>
                <a:lnTo>
                  <a:pt x="144" y="212"/>
                </a:lnTo>
                <a:lnTo>
                  <a:pt x="148" y="210"/>
                </a:lnTo>
                <a:lnTo>
                  <a:pt x="234" y="122"/>
                </a:lnTo>
                <a:lnTo>
                  <a:pt x="234" y="122"/>
                </a:lnTo>
                <a:lnTo>
                  <a:pt x="244" y="112"/>
                </a:lnTo>
                <a:lnTo>
                  <a:pt x="250" y="100"/>
                </a:lnTo>
                <a:lnTo>
                  <a:pt x="254" y="86"/>
                </a:lnTo>
                <a:lnTo>
                  <a:pt x="256" y="72"/>
                </a:lnTo>
                <a:lnTo>
                  <a:pt x="254" y="58"/>
                </a:lnTo>
                <a:lnTo>
                  <a:pt x="250" y="44"/>
                </a:lnTo>
                <a:lnTo>
                  <a:pt x="244" y="32"/>
                </a:lnTo>
                <a:lnTo>
                  <a:pt x="234" y="22"/>
                </a:lnTo>
                <a:close/>
              </a:path>
            </a:pathLst>
          </a:custGeom>
          <a:solidFill>
            <a:schemeClr val="accent1"/>
          </a:solidFill>
          <a:ln w="9525">
            <a:noFill/>
            <a:round/>
            <a:headEnd/>
            <a:tailEnd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ar-SA" sz="2288"/>
          </a:p>
        </p:txBody>
      </p:sp>
      <p:sp>
        <p:nvSpPr>
          <p:cNvPr id="7" name="Freeform 83"/>
          <p:cNvSpPr>
            <a:spLocks/>
          </p:cNvSpPr>
          <p:nvPr/>
        </p:nvSpPr>
        <p:spPr bwMode="auto">
          <a:xfrm>
            <a:off x="10931035" y="3534845"/>
            <a:ext cx="465099" cy="421496"/>
          </a:xfrm>
          <a:custGeom>
            <a:avLst/>
            <a:gdLst/>
            <a:ahLst/>
            <a:cxnLst>
              <a:cxn ang="0">
                <a:pos x="224" y="12"/>
              </a:cxn>
              <a:cxn ang="0">
                <a:pos x="184" y="0"/>
              </a:cxn>
              <a:cxn ang="0">
                <a:pos x="144" y="12"/>
              </a:cxn>
              <a:cxn ang="0">
                <a:pos x="16" y="136"/>
              </a:cxn>
              <a:cxn ang="0">
                <a:pos x="2" y="166"/>
              </a:cxn>
              <a:cxn ang="0">
                <a:pos x="4" y="198"/>
              </a:cxn>
              <a:cxn ang="0">
                <a:pos x="16" y="216"/>
              </a:cxn>
              <a:cxn ang="0">
                <a:pos x="46" y="230"/>
              </a:cxn>
              <a:cxn ang="0">
                <a:pos x="78" y="228"/>
              </a:cxn>
              <a:cxn ang="0">
                <a:pos x="212" y="100"/>
              </a:cxn>
              <a:cxn ang="0">
                <a:pos x="222" y="88"/>
              </a:cxn>
              <a:cxn ang="0">
                <a:pos x="224" y="64"/>
              </a:cxn>
              <a:cxn ang="0">
                <a:pos x="212" y="44"/>
              </a:cxn>
              <a:cxn ang="0">
                <a:pos x="200" y="34"/>
              </a:cxn>
              <a:cxn ang="0">
                <a:pos x="176" y="32"/>
              </a:cxn>
              <a:cxn ang="0">
                <a:pos x="156" y="44"/>
              </a:cxn>
              <a:cxn ang="0">
                <a:pos x="66" y="134"/>
              </a:cxn>
              <a:cxn ang="0">
                <a:pos x="68" y="142"/>
              </a:cxn>
              <a:cxn ang="0">
                <a:pos x="74" y="146"/>
              </a:cxn>
              <a:cxn ang="0">
                <a:pos x="168" y="56"/>
              </a:cxn>
              <a:cxn ang="0">
                <a:pos x="184" y="48"/>
              </a:cxn>
              <a:cxn ang="0">
                <a:pos x="200" y="56"/>
              </a:cxn>
              <a:cxn ang="0">
                <a:pos x="206" y="82"/>
              </a:cxn>
              <a:cxn ang="0">
                <a:pos x="84" y="204"/>
              </a:cxn>
              <a:cxn ang="0">
                <a:pos x="64" y="216"/>
              </a:cxn>
              <a:cxn ang="0">
                <a:pos x="40" y="214"/>
              </a:cxn>
              <a:cxn ang="0">
                <a:pos x="28" y="204"/>
              </a:cxn>
              <a:cxn ang="0">
                <a:pos x="16" y="184"/>
              </a:cxn>
              <a:cxn ang="0">
                <a:pos x="18" y="160"/>
              </a:cxn>
              <a:cxn ang="0">
                <a:pos x="144" y="34"/>
              </a:cxn>
              <a:cxn ang="0">
                <a:pos x="162" y="22"/>
              </a:cxn>
              <a:cxn ang="0">
                <a:pos x="194" y="18"/>
              </a:cxn>
              <a:cxn ang="0">
                <a:pos x="222" y="34"/>
              </a:cxn>
              <a:cxn ang="0">
                <a:pos x="234" y="52"/>
              </a:cxn>
              <a:cxn ang="0">
                <a:pos x="238" y="84"/>
              </a:cxn>
              <a:cxn ang="0">
                <a:pos x="222" y="112"/>
              </a:cxn>
              <a:cxn ang="0">
                <a:pos x="134" y="202"/>
              </a:cxn>
              <a:cxn ang="0">
                <a:pos x="136" y="210"/>
              </a:cxn>
              <a:cxn ang="0">
                <a:pos x="142" y="214"/>
              </a:cxn>
              <a:cxn ang="0">
                <a:pos x="234" y="122"/>
              </a:cxn>
              <a:cxn ang="0">
                <a:pos x="250" y="100"/>
              </a:cxn>
              <a:cxn ang="0">
                <a:pos x="254" y="58"/>
              </a:cxn>
              <a:cxn ang="0">
                <a:pos x="234" y="22"/>
              </a:cxn>
            </a:cxnLst>
            <a:rect l="0" t="0" r="r" b="b"/>
            <a:pathLst>
              <a:path w="256" h="232">
                <a:moveTo>
                  <a:pt x="234" y="22"/>
                </a:moveTo>
                <a:lnTo>
                  <a:pt x="234" y="22"/>
                </a:lnTo>
                <a:lnTo>
                  <a:pt x="224" y="12"/>
                </a:lnTo>
                <a:lnTo>
                  <a:pt x="212" y="6"/>
                </a:lnTo>
                <a:lnTo>
                  <a:pt x="198" y="2"/>
                </a:lnTo>
                <a:lnTo>
                  <a:pt x="184" y="0"/>
                </a:lnTo>
                <a:lnTo>
                  <a:pt x="170" y="2"/>
                </a:lnTo>
                <a:lnTo>
                  <a:pt x="156" y="6"/>
                </a:lnTo>
                <a:lnTo>
                  <a:pt x="144" y="12"/>
                </a:lnTo>
                <a:lnTo>
                  <a:pt x="134" y="22"/>
                </a:lnTo>
                <a:lnTo>
                  <a:pt x="16" y="136"/>
                </a:lnTo>
                <a:lnTo>
                  <a:pt x="16" y="136"/>
                </a:lnTo>
                <a:lnTo>
                  <a:pt x="10" y="146"/>
                </a:lnTo>
                <a:lnTo>
                  <a:pt x="4" y="154"/>
                </a:lnTo>
                <a:lnTo>
                  <a:pt x="2" y="166"/>
                </a:lnTo>
                <a:lnTo>
                  <a:pt x="0" y="176"/>
                </a:lnTo>
                <a:lnTo>
                  <a:pt x="2" y="186"/>
                </a:lnTo>
                <a:lnTo>
                  <a:pt x="4" y="198"/>
                </a:lnTo>
                <a:lnTo>
                  <a:pt x="10" y="206"/>
                </a:lnTo>
                <a:lnTo>
                  <a:pt x="16" y="216"/>
                </a:lnTo>
                <a:lnTo>
                  <a:pt x="16" y="216"/>
                </a:lnTo>
                <a:lnTo>
                  <a:pt x="26" y="222"/>
                </a:lnTo>
                <a:lnTo>
                  <a:pt x="34" y="228"/>
                </a:lnTo>
                <a:lnTo>
                  <a:pt x="46" y="230"/>
                </a:lnTo>
                <a:lnTo>
                  <a:pt x="56" y="232"/>
                </a:lnTo>
                <a:lnTo>
                  <a:pt x="66" y="230"/>
                </a:lnTo>
                <a:lnTo>
                  <a:pt x="78" y="228"/>
                </a:lnTo>
                <a:lnTo>
                  <a:pt x="86" y="222"/>
                </a:lnTo>
                <a:lnTo>
                  <a:pt x="96" y="216"/>
                </a:lnTo>
                <a:lnTo>
                  <a:pt x="212" y="100"/>
                </a:lnTo>
                <a:lnTo>
                  <a:pt x="212" y="100"/>
                </a:lnTo>
                <a:lnTo>
                  <a:pt x="218" y="94"/>
                </a:lnTo>
                <a:lnTo>
                  <a:pt x="222" y="88"/>
                </a:lnTo>
                <a:lnTo>
                  <a:pt x="224" y="80"/>
                </a:lnTo>
                <a:lnTo>
                  <a:pt x="224" y="72"/>
                </a:lnTo>
                <a:lnTo>
                  <a:pt x="224" y="64"/>
                </a:lnTo>
                <a:lnTo>
                  <a:pt x="222" y="56"/>
                </a:lnTo>
                <a:lnTo>
                  <a:pt x="218" y="50"/>
                </a:lnTo>
                <a:lnTo>
                  <a:pt x="212" y="44"/>
                </a:lnTo>
                <a:lnTo>
                  <a:pt x="212" y="44"/>
                </a:lnTo>
                <a:lnTo>
                  <a:pt x="206" y="38"/>
                </a:lnTo>
                <a:lnTo>
                  <a:pt x="200" y="34"/>
                </a:lnTo>
                <a:lnTo>
                  <a:pt x="192" y="32"/>
                </a:lnTo>
                <a:lnTo>
                  <a:pt x="184" y="32"/>
                </a:lnTo>
                <a:lnTo>
                  <a:pt x="176" y="32"/>
                </a:lnTo>
                <a:lnTo>
                  <a:pt x="168" y="34"/>
                </a:lnTo>
                <a:lnTo>
                  <a:pt x="162" y="38"/>
                </a:lnTo>
                <a:lnTo>
                  <a:pt x="156" y="44"/>
                </a:lnTo>
                <a:lnTo>
                  <a:pt x="68" y="132"/>
                </a:lnTo>
                <a:lnTo>
                  <a:pt x="68" y="132"/>
                </a:lnTo>
                <a:lnTo>
                  <a:pt x="66" y="134"/>
                </a:lnTo>
                <a:lnTo>
                  <a:pt x="66" y="138"/>
                </a:lnTo>
                <a:lnTo>
                  <a:pt x="66" y="140"/>
                </a:lnTo>
                <a:lnTo>
                  <a:pt x="68" y="142"/>
                </a:lnTo>
                <a:lnTo>
                  <a:pt x="68" y="142"/>
                </a:lnTo>
                <a:lnTo>
                  <a:pt x="70" y="144"/>
                </a:lnTo>
                <a:lnTo>
                  <a:pt x="74" y="146"/>
                </a:lnTo>
                <a:lnTo>
                  <a:pt x="76" y="144"/>
                </a:lnTo>
                <a:lnTo>
                  <a:pt x="80" y="142"/>
                </a:lnTo>
                <a:lnTo>
                  <a:pt x="168" y="56"/>
                </a:lnTo>
                <a:lnTo>
                  <a:pt x="168" y="56"/>
                </a:lnTo>
                <a:lnTo>
                  <a:pt x="174" y="50"/>
                </a:lnTo>
                <a:lnTo>
                  <a:pt x="184" y="48"/>
                </a:lnTo>
                <a:lnTo>
                  <a:pt x="194" y="50"/>
                </a:lnTo>
                <a:lnTo>
                  <a:pt x="200" y="56"/>
                </a:lnTo>
                <a:lnTo>
                  <a:pt x="200" y="56"/>
                </a:lnTo>
                <a:lnTo>
                  <a:pt x="206" y="62"/>
                </a:lnTo>
                <a:lnTo>
                  <a:pt x="208" y="72"/>
                </a:lnTo>
                <a:lnTo>
                  <a:pt x="206" y="82"/>
                </a:lnTo>
                <a:lnTo>
                  <a:pt x="200" y="88"/>
                </a:lnTo>
                <a:lnTo>
                  <a:pt x="84" y="204"/>
                </a:lnTo>
                <a:lnTo>
                  <a:pt x="84" y="204"/>
                </a:lnTo>
                <a:lnTo>
                  <a:pt x="78" y="210"/>
                </a:lnTo>
                <a:lnTo>
                  <a:pt x="72" y="214"/>
                </a:lnTo>
                <a:lnTo>
                  <a:pt x="64" y="216"/>
                </a:lnTo>
                <a:lnTo>
                  <a:pt x="56" y="216"/>
                </a:lnTo>
                <a:lnTo>
                  <a:pt x="48" y="216"/>
                </a:lnTo>
                <a:lnTo>
                  <a:pt x="40" y="214"/>
                </a:lnTo>
                <a:lnTo>
                  <a:pt x="34" y="210"/>
                </a:lnTo>
                <a:lnTo>
                  <a:pt x="28" y="204"/>
                </a:lnTo>
                <a:lnTo>
                  <a:pt x="28" y="204"/>
                </a:lnTo>
                <a:lnTo>
                  <a:pt x="22" y="198"/>
                </a:lnTo>
                <a:lnTo>
                  <a:pt x="18" y="192"/>
                </a:lnTo>
                <a:lnTo>
                  <a:pt x="16" y="184"/>
                </a:lnTo>
                <a:lnTo>
                  <a:pt x="16" y="176"/>
                </a:lnTo>
                <a:lnTo>
                  <a:pt x="16" y="168"/>
                </a:lnTo>
                <a:lnTo>
                  <a:pt x="18" y="160"/>
                </a:lnTo>
                <a:lnTo>
                  <a:pt x="22" y="154"/>
                </a:lnTo>
                <a:lnTo>
                  <a:pt x="28" y="148"/>
                </a:lnTo>
                <a:lnTo>
                  <a:pt x="144" y="34"/>
                </a:lnTo>
                <a:lnTo>
                  <a:pt x="144" y="34"/>
                </a:lnTo>
                <a:lnTo>
                  <a:pt x="152" y="26"/>
                </a:lnTo>
                <a:lnTo>
                  <a:pt x="162" y="22"/>
                </a:lnTo>
                <a:lnTo>
                  <a:pt x="172" y="18"/>
                </a:lnTo>
                <a:lnTo>
                  <a:pt x="182" y="18"/>
                </a:lnTo>
                <a:lnTo>
                  <a:pt x="194" y="18"/>
                </a:lnTo>
                <a:lnTo>
                  <a:pt x="204" y="22"/>
                </a:lnTo>
                <a:lnTo>
                  <a:pt x="214" y="26"/>
                </a:lnTo>
                <a:lnTo>
                  <a:pt x="222" y="34"/>
                </a:lnTo>
                <a:lnTo>
                  <a:pt x="222" y="34"/>
                </a:lnTo>
                <a:lnTo>
                  <a:pt x="230" y="42"/>
                </a:lnTo>
                <a:lnTo>
                  <a:pt x="234" y="52"/>
                </a:lnTo>
                <a:lnTo>
                  <a:pt x="238" y="62"/>
                </a:lnTo>
                <a:lnTo>
                  <a:pt x="238" y="74"/>
                </a:lnTo>
                <a:lnTo>
                  <a:pt x="238" y="84"/>
                </a:lnTo>
                <a:lnTo>
                  <a:pt x="234" y="94"/>
                </a:lnTo>
                <a:lnTo>
                  <a:pt x="230" y="104"/>
                </a:lnTo>
                <a:lnTo>
                  <a:pt x="222" y="112"/>
                </a:lnTo>
                <a:lnTo>
                  <a:pt x="136" y="200"/>
                </a:lnTo>
                <a:lnTo>
                  <a:pt x="136" y="200"/>
                </a:lnTo>
                <a:lnTo>
                  <a:pt x="134" y="202"/>
                </a:lnTo>
                <a:lnTo>
                  <a:pt x="134" y="206"/>
                </a:lnTo>
                <a:lnTo>
                  <a:pt x="134" y="208"/>
                </a:lnTo>
                <a:lnTo>
                  <a:pt x="136" y="210"/>
                </a:lnTo>
                <a:lnTo>
                  <a:pt x="136" y="210"/>
                </a:lnTo>
                <a:lnTo>
                  <a:pt x="138" y="212"/>
                </a:lnTo>
                <a:lnTo>
                  <a:pt x="142" y="214"/>
                </a:lnTo>
                <a:lnTo>
                  <a:pt x="144" y="212"/>
                </a:lnTo>
                <a:lnTo>
                  <a:pt x="148" y="210"/>
                </a:lnTo>
                <a:lnTo>
                  <a:pt x="234" y="122"/>
                </a:lnTo>
                <a:lnTo>
                  <a:pt x="234" y="122"/>
                </a:lnTo>
                <a:lnTo>
                  <a:pt x="244" y="112"/>
                </a:lnTo>
                <a:lnTo>
                  <a:pt x="250" y="100"/>
                </a:lnTo>
                <a:lnTo>
                  <a:pt x="254" y="86"/>
                </a:lnTo>
                <a:lnTo>
                  <a:pt x="256" y="72"/>
                </a:lnTo>
                <a:lnTo>
                  <a:pt x="254" y="58"/>
                </a:lnTo>
                <a:lnTo>
                  <a:pt x="250" y="44"/>
                </a:lnTo>
                <a:lnTo>
                  <a:pt x="244" y="32"/>
                </a:lnTo>
                <a:lnTo>
                  <a:pt x="234" y="22"/>
                </a:lnTo>
              </a:path>
            </a:pathLst>
          </a:custGeom>
          <a:solidFill>
            <a:schemeClr val="accent1"/>
          </a:solidFill>
          <a:ln w="9525">
            <a:noFill/>
            <a:round/>
            <a:headEnd/>
            <a:tailEnd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ar-SA" sz="2288"/>
          </a:p>
        </p:txBody>
      </p:sp>
      <p:grpSp>
        <p:nvGrpSpPr>
          <p:cNvPr id="8" name="Group 7"/>
          <p:cNvGrpSpPr/>
          <p:nvPr/>
        </p:nvGrpSpPr>
        <p:grpSpPr>
          <a:xfrm>
            <a:off x="10073509" y="3520311"/>
            <a:ext cx="319756" cy="465099"/>
            <a:chOff x="5651500" y="2774950"/>
            <a:chExt cx="279400" cy="406400"/>
          </a:xfrm>
          <a:solidFill>
            <a:schemeClr val="accent1"/>
          </a:solidFill>
        </p:grpSpPr>
        <p:sp>
          <p:nvSpPr>
            <p:cNvPr id="185" name="Freeform 84"/>
            <p:cNvSpPr>
              <a:spLocks noEditPoints="1"/>
            </p:cNvSpPr>
            <p:nvPr/>
          </p:nvSpPr>
          <p:spPr bwMode="auto">
            <a:xfrm>
              <a:off x="5651500" y="2774950"/>
              <a:ext cx="279400" cy="406400"/>
            </a:xfrm>
            <a:custGeom>
              <a:avLst/>
              <a:gdLst/>
              <a:ahLst/>
              <a:cxnLst>
                <a:cxn ang="0">
                  <a:pos x="136" y="72"/>
                </a:cxn>
                <a:cxn ang="0">
                  <a:pos x="134" y="88"/>
                </a:cxn>
                <a:cxn ang="0">
                  <a:pos x="120" y="112"/>
                </a:cxn>
                <a:cxn ang="0">
                  <a:pos x="118" y="96"/>
                </a:cxn>
                <a:cxn ang="0">
                  <a:pos x="110" y="72"/>
                </a:cxn>
                <a:cxn ang="0">
                  <a:pos x="92" y="46"/>
                </a:cxn>
                <a:cxn ang="0">
                  <a:pos x="88" y="40"/>
                </a:cxn>
                <a:cxn ang="0">
                  <a:pos x="80" y="70"/>
                </a:cxn>
                <a:cxn ang="0">
                  <a:pos x="72" y="88"/>
                </a:cxn>
                <a:cxn ang="0">
                  <a:pos x="54" y="50"/>
                </a:cxn>
                <a:cxn ang="0">
                  <a:pos x="34" y="22"/>
                </a:cxn>
                <a:cxn ang="0">
                  <a:pos x="8" y="0"/>
                </a:cxn>
                <a:cxn ang="0">
                  <a:pos x="14" y="30"/>
                </a:cxn>
                <a:cxn ang="0">
                  <a:pos x="16" y="80"/>
                </a:cxn>
                <a:cxn ang="0">
                  <a:pos x="4" y="140"/>
                </a:cxn>
                <a:cxn ang="0">
                  <a:pos x="0" y="184"/>
                </a:cxn>
                <a:cxn ang="0">
                  <a:pos x="2" y="196"/>
                </a:cxn>
                <a:cxn ang="0">
                  <a:pos x="12" y="222"/>
                </a:cxn>
                <a:cxn ang="0">
                  <a:pos x="34" y="242"/>
                </a:cxn>
                <a:cxn ang="0">
                  <a:pos x="62" y="254"/>
                </a:cxn>
                <a:cxn ang="0">
                  <a:pos x="80" y="256"/>
                </a:cxn>
                <a:cxn ang="0">
                  <a:pos x="124" y="252"/>
                </a:cxn>
                <a:cxn ang="0">
                  <a:pos x="150" y="240"/>
                </a:cxn>
                <a:cxn ang="0">
                  <a:pos x="166" y="222"/>
                </a:cxn>
                <a:cxn ang="0">
                  <a:pos x="172" y="200"/>
                </a:cxn>
                <a:cxn ang="0">
                  <a:pos x="176" y="184"/>
                </a:cxn>
                <a:cxn ang="0">
                  <a:pos x="174" y="152"/>
                </a:cxn>
                <a:cxn ang="0">
                  <a:pos x="164" y="120"/>
                </a:cxn>
                <a:cxn ang="0">
                  <a:pos x="148" y="88"/>
                </a:cxn>
                <a:cxn ang="0">
                  <a:pos x="158" y="196"/>
                </a:cxn>
                <a:cxn ang="0">
                  <a:pos x="152" y="212"/>
                </a:cxn>
                <a:cxn ang="0">
                  <a:pos x="142" y="226"/>
                </a:cxn>
                <a:cxn ang="0">
                  <a:pos x="120" y="236"/>
                </a:cxn>
                <a:cxn ang="0">
                  <a:pos x="80" y="240"/>
                </a:cxn>
                <a:cxn ang="0">
                  <a:pos x="66" y="238"/>
                </a:cxn>
                <a:cxn ang="0">
                  <a:pos x="42" y="230"/>
                </a:cxn>
                <a:cxn ang="0">
                  <a:pos x="26" y="214"/>
                </a:cxn>
                <a:cxn ang="0">
                  <a:pos x="18" y="194"/>
                </a:cxn>
                <a:cxn ang="0">
                  <a:pos x="16" y="184"/>
                </a:cxn>
                <a:cxn ang="0">
                  <a:pos x="18" y="154"/>
                </a:cxn>
                <a:cxn ang="0">
                  <a:pos x="24" y="126"/>
                </a:cxn>
                <a:cxn ang="0">
                  <a:pos x="32" y="68"/>
                </a:cxn>
                <a:cxn ang="0">
                  <a:pos x="32" y="46"/>
                </a:cxn>
                <a:cxn ang="0">
                  <a:pos x="48" y="72"/>
                </a:cxn>
                <a:cxn ang="0">
                  <a:pos x="64" y="118"/>
                </a:cxn>
                <a:cxn ang="0">
                  <a:pos x="66" y="126"/>
                </a:cxn>
                <a:cxn ang="0">
                  <a:pos x="88" y="92"/>
                </a:cxn>
                <a:cxn ang="0">
                  <a:pos x="94" y="78"/>
                </a:cxn>
                <a:cxn ang="0">
                  <a:pos x="102" y="106"/>
                </a:cxn>
                <a:cxn ang="0">
                  <a:pos x="104" y="152"/>
                </a:cxn>
                <a:cxn ang="0">
                  <a:pos x="116" y="140"/>
                </a:cxn>
                <a:cxn ang="0">
                  <a:pos x="142" y="108"/>
                </a:cxn>
                <a:cxn ang="0">
                  <a:pos x="152" y="130"/>
                </a:cxn>
                <a:cxn ang="0">
                  <a:pos x="160" y="176"/>
                </a:cxn>
                <a:cxn ang="0">
                  <a:pos x="158" y="196"/>
                </a:cxn>
              </a:cxnLst>
              <a:rect l="0" t="0" r="r" b="b"/>
              <a:pathLst>
                <a:path w="176" h="256">
                  <a:moveTo>
                    <a:pt x="136" y="72"/>
                  </a:moveTo>
                  <a:lnTo>
                    <a:pt x="136" y="72"/>
                  </a:lnTo>
                  <a:lnTo>
                    <a:pt x="136" y="80"/>
                  </a:lnTo>
                  <a:lnTo>
                    <a:pt x="134" y="88"/>
                  </a:lnTo>
                  <a:lnTo>
                    <a:pt x="128" y="100"/>
                  </a:lnTo>
                  <a:lnTo>
                    <a:pt x="120" y="112"/>
                  </a:lnTo>
                  <a:lnTo>
                    <a:pt x="120" y="112"/>
                  </a:lnTo>
                  <a:lnTo>
                    <a:pt x="118" y="96"/>
                  </a:lnTo>
                  <a:lnTo>
                    <a:pt x="114" y="84"/>
                  </a:lnTo>
                  <a:lnTo>
                    <a:pt x="110" y="72"/>
                  </a:lnTo>
                  <a:lnTo>
                    <a:pt x="104" y="60"/>
                  </a:lnTo>
                  <a:lnTo>
                    <a:pt x="92" y="46"/>
                  </a:lnTo>
                  <a:lnTo>
                    <a:pt x="88" y="40"/>
                  </a:lnTo>
                  <a:lnTo>
                    <a:pt x="88" y="40"/>
                  </a:lnTo>
                  <a:lnTo>
                    <a:pt x="86" y="54"/>
                  </a:lnTo>
                  <a:lnTo>
                    <a:pt x="80" y="70"/>
                  </a:lnTo>
                  <a:lnTo>
                    <a:pt x="72" y="88"/>
                  </a:lnTo>
                  <a:lnTo>
                    <a:pt x="72" y="88"/>
                  </a:lnTo>
                  <a:lnTo>
                    <a:pt x="64" y="68"/>
                  </a:lnTo>
                  <a:lnTo>
                    <a:pt x="54" y="50"/>
                  </a:lnTo>
                  <a:lnTo>
                    <a:pt x="44" y="36"/>
                  </a:lnTo>
                  <a:lnTo>
                    <a:pt x="34" y="22"/>
                  </a:lnTo>
                  <a:lnTo>
                    <a:pt x="16" y="6"/>
                  </a:lnTo>
                  <a:lnTo>
                    <a:pt x="8" y="0"/>
                  </a:lnTo>
                  <a:lnTo>
                    <a:pt x="8" y="0"/>
                  </a:lnTo>
                  <a:lnTo>
                    <a:pt x="14" y="30"/>
                  </a:lnTo>
                  <a:lnTo>
                    <a:pt x="16" y="56"/>
                  </a:lnTo>
                  <a:lnTo>
                    <a:pt x="16" y="80"/>
                  </a:lnTo>
                  <a:lnTo>
                    <a:pt x="12" y="100"/>
                  </a:lnTo>
                  <a:lnTo>
                    <a:pt x="4" y="140"/>
                  </a:lnTo>
                  <a:lnTo>
                    <a:pt x="2" y="160"/>
                  </a:lnTo>
                  <a:lnTo>
                    <a:pt x="0" y="184"/>
                  </a:lnTo>
                  <a:lnTo>
                    <a:pt x="0" y="184"/>
                  </a:lnTo>
                  <a:lnTo>
                    <a:pt x="2" y="196"/>
                  </a:lnTo>
                  <a:lnTo>
                    <a:pt x="6" y="210"/>
                  </a:lnTo>
                  <a:lnTo>
                    <a:pt x="12" y="222"/>
                  </a:lnTo>
                  <a:lnTo>
                    <a:pt x="22" y="234"/>
                  </a:lnTo>
                  <a:lnTo>
                    <a:pt x="34" y="242"/>
                  </a:lnTo>
                  <a:lnTo>
                    <a:pt x="48" y="250"/>
                  </a:lnTo>
                  <a:lnTo>
                    <a:pt x="62" y="254"/>
                  </a:lnTo>
                  <a:lnTo>
                    <a:pt x="80" y="256"/>
                  </a:lnTo>
                  <a:lnTo>
                    <a:pt x="80" y="256"/>
                  </a:lnTo>
                  <a:lnTo>
                    <a:pt x="104" y="254"/>
                  </a:lnTo>
                  <a:lnTo>
                    <a:pt x="124" y="252"/>
                  </a:lnTo>
                  <a:lnTo>
                    <a:pt x="138" y="246"/>
                  </a:lnTo>
                  <a:lnTo>
                    <a:pt x="150" y="240"/>
                  </a:lnTo>
                  <a:lnTo>
                    <a:pt x="160" y="230"/>
                  </a:lnTo>
                  <a:lnTo>
                    <a:pt x="166" y="222"/>
                  </a:lnTo>
                  <a:lnTo>
                    <a:pt x="170" y="210"/>
                  </a:lnTo>
                  <a:lnTo>
                    <a:pt x="172" y="200"/>
                  </a:lnTo>
                  <a:lnTo>
                    <a:pt x="172" y="200"/>
                  </a:lnTo>
                  <a:lnTo>
                    <a:pt x="176" y="184"/>
                  </a:lnTo>
                  <a:lnTo>
                    <a:pt x="176" y="168"/>
                  </a:lnTo>
                  <a:lnTo>
                    <a:pt x="174" y="152"/>
                  </a:lnTo>
                  <a:lnTo>
                    <a:pt x="170" y="136"/>
                  </a:lnTo>
                  <a:lnTo>
                    <a:pt x="164" y="120"/>
                  </a:lnTo>
                  <a:lnTo>
                    <a:pt x="156" y="104"/>
                  </a:lnTo>
                  <a:lnTo>
                    <a:pt x="148" y="88"/>
                  </a:lnTo>
                  <a:lnTo>
                    <a:pt x="136" y="72"/>
                  </a:lnTo>
                  <a:close/>
                  <a:moveTo>
                    <a:pt x="158" y="196"/>
                  </a:moveTo>
                  <a:lnTo>
                    <a:pt x="158" y="196"/>
                  </a:lnTo>
                  <a:lnTo>
                    <a:pt x="152" y="212"/>
                  </a:lnTo>
                  <a:lnTo>
                    <a:pt x="148" y="220"/>
                  </a:lnTo>
                  <a:lnTo>
                    <a:pt x="142" y="226"/>
                  </a:lnTo>
                  <a:lnTo>
                    <a:pt x="132" y="232"/>
                  </a:lnTo>
                  <a:lnTo>
                    <a:pt x="120" y="236"/>
                  </a:lnTo>
                  <a:lnTo>
                    <a:pt x="102" y="238"/>
                  </a:lnTo>
                  <a:lnTo>
                    <a:pt x="80" y="240"/>
                  </a:lnTo>
                  <a:lnTo>
                    <a:pt x="80" y="240"/>
                  </a:lnTo>
                  <a:lnTo>
                    <a:pt x="66" y="238"/>
                  </a:lnTo>
                  <a:lnTo>
                    <a:pt x="54" y="236"/>
                  </a:lnTo>
                  <a:lnTo>
                    <a:pt x="42" y="230"/>
                  </a:lnTo>
                  <a:lnTo>
                    <a:pt x="32" y="222"/>
                  </a:lnTo>
                  <a:lnTo>
                    <a:pt x="26" y="214"/>
                  </a:lnTo>
                  <a:lnTo>
                    <a:pt x="20" y="204"/>
                  </a:lnTo>
                  <a:lnTo>
                    <a:pt x="18" y="194"/>
                  </a:lnTo>
                  <a:lnTo>
                    <a:pt x="16" y="184"/>
                  </a:lnTo>
                  <a:lnTo>
                    <a:pt x="16" y="184"/>
                  </a:lnTo>
                  <a:lnTo>
                    <a:pt x="16" y="168"/>
                  </a:lnTo>
                  <a:lnTo>
                    <a:pt x="18" y="154"/>
                  </a:lnTo>
                  <a:lnTo>
                    <a:pt x="24" y="126"/>
                  </a:lnTo>
                  <a:lnTo>
                    <a:pt x="24" y="126"/>
                  </a:lnTo>
                  <a:lnTo>
                    <a:pt x="32" y="88"/>
                  </a:lnTo>
                  <a:lnTo>
                    <a:pt x="32" y="68"/>
                  </a:lnTo>
                  <a:lnTo>
                    <a:pt x="32" y="46"/>
                  </a:lnTo>
                  <a:lnTo>
                    <a:pt x="32" y="46"/>
                  </a:lnTo>
                  <a:lnTo>
                    <a:pt x="40" y="60"/>
                  </a:lnTo>
                  <a:lnTo>
                    <a:pt x="48" y="72"/>
                  </a:lnTo>
                  <a:lnTo>
                    <a:pt x="58" y="98"/>
                  </a:lnTo>
                  <a:lnTo>
                    <a:pt x="64" y="118"/>
                  </a:lnTo>
                  <a:lnTo>
                    <a:pt x="66" y="126"/>
                  </a:lnTo>
                  <a:lnTo>
                    <a:pt x="66" y="126"/>
                  </a:lnTo>
                  <a:lnTo>
                    <a:pt x="78" y="108"/>
                  </a:lnTo>
                  <a:lnTo>
                    <a:pt x="88" y="92"/>
                  </a:lnTo>
                  <a:lnTo>
                    <a:pt x="94" y="78"/>
                  </a:lnTo>
                  <a:lnTo>
                    <a:pt x="94" y="78"/>
                  </a:lnTo>
                  <a:lnTo>
                    <a:pt x="98" y="90"/>
                  </a:lnTo>
                  <a:lnTo>
                    <a:pt x="102" y="106"/>
                  </a:lnTo>
                  <a:lnTo>
                    <a:pt x="104" y="128"/>
                  </a:lnTo>
                  <a:lnTo>
                    <a:pt x="104" y="152"/>
                  </a:lnTo>
                  <a:lnTo>
                    <a:pt x="104" y="152"/>
                  </a:lnTo>
                  <a:lnTo>
                    <a:pt x="116" y="140"/>
                  </a:lnTo>
                  <a:lnTo>
                    <a:pt x="128" y="126"/>
                  </a:lnTo>
                  <a:lnTo>
                    <a:pt x="142" y="108"/>
                  </a:lnTo>
                  <a:lnTo>
                    <a:pt x="142" y="108"/>
                  </a:lnTo>
                  <a:lnTo>
                    <a:pt x="152" y="130"/>
                  </a:lnTo>
                  <a:lnTo>
                    <a:pt x="158" y="154"/>
                  </a:lnTo>
                  <a:lnTo>
                    <a:pt x="160" y="176"/>
                  </a:lnTo>
                  <a:lnTo>
                    <a:pt x="160" y="186"/>
                  </a:lnTo>
                  <a:lnTo>
                    <a:pt x="158" y="19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86" name="Freeform 87"/>
            <p:cNvSpPr>
              <a:spLocks/>
            </p:cNvSpPr>
            <p:nvPr/>
          </p:nvSpPr>
          <p:spPr bwMode="auto">
            <a:xfrm>
              <a:off x="5699125" y="2949575"/>
              <a:ext cx="177800" cy="142875"/>
            </a:xfrm>
            <a:custGeom>
              <a:avLst/>
              <a:gdLst/>
              <a:ahLst/>
              <a:cxnLst>
                <a:cxn ang="0">
                  <a:pos x="102" y="32"/>
                </a:cxn>
                <a:cxn ang="0">
                  <a:pos x="88" y="46"/>
                </a:cxn>
                <a:cxn ang="0">
                  <a:pos x="64" y="62"/>
                </a:cxn>
                <a:cxn ang="0">
                  <a:pos x="60" y="48"/>
                </a:cxn>
                <a:cxn ang="0">
                  <a:pos x="60" y="14"/>
                </a:cxn>
                <a:cxn ang="0">
                  <a:pos x="48" y="32"/>
                </a:cxn>
                <a:cxn ang="0">
                  <a:pos x="34" y="52"/>
                </a:cxn>
                <a:cxn ang="0">
                  <a:pos x="14" y="0"/>
                </a:cxn>
                <a:cxn ang="0">
                  <a:pos x="10" y="12"/>
                </a:cxn>
                <a:cxn ang="0">
                  <a:pos x="2" y="36"/>
                </a:cxn>
                <a:cxn ang="0">
                  <a:pos x="0" y="78"/>
                </a:cxn>
                <a:cxn ang="0">
                  <a:pos x="0" y="82"/>
                </a:cxn>
                <a:cxn ang="0">
                  <a:pos x="4" y="82"/>
                </a:cxn>
                <a:cxn ang="0">
                  <a:pos x="8" y="78"/>
                </a:cxn>
                <a:cxn ang="0">
                  <a:pos x="8" y="60"/>
                </a:cxn>
                <a:cxn ang="0">
                  <a:pos x="14" y="24"/>
                </a:cxn>
                <a:cxn ang="0">
                  <a:pos x="30" y="62"/>
                </a:cxn>
                <a:cxn ang="0">
                  <a:pos x="36" y="62"/>
                </a:cxn>
                <a:cxn ang="0">
                  <a:pos x="52" y="40"/>
                </a:cxn>
                <a:cxn ang="0">
                  <a:pos x="54" y="56"/>
                </a:cxn>
                <a:cxn ang="0">
                  <a:pos x="60" y="74"/>
                </a:cxn>
                <a:cxn ang="0">
                  <a:pos x="64" y="72"/>
                </a:cxn>
                <a:cxn ang="0">
                  <a:pos x="90" y="56"/>
                </a:cxn>
                <a:cxn ang="0">
                  <a:pos x="104" y="42"/>
                </a:cxn>
                <a:cxn ang="0">
                  <a:pos x="102" y="76"/>
                </a:cxn>
                <a:cxn ang="0">
                  <a:pos x="98" y="86"/>
                </a:cxn>
                <a:cxn ang="0">
                  <a:pos x="102" y="90"/>
                </a:cxn>
                <a:cxn ang="0">
                  <a:pos x="102" y="90"/>
                </a:cxn>
                <a:cxn ang="0">
                  <a:pos x="104" y="90"/>
                </a:cxn>
                <a:cxn ang="0">
                  <a:pos x="106" y="88"/>
                </a:cxn>
                <a:cxn ang="0">
                  <a:pos x="112" y="62"/>
                </a:cxn>
                <a:cxn ang="0">
                  <a:pos x="110" y="32"/>
                </a:cxn>
              </a:cxnLst>
              <a:rect l="0" t="0" r="r" b="b"/>
              <a:pathLst>
                <a:path w="112" h="90">
                  <a:moveTo>
                    <a:pt x="110" y="24"/>
                  </a:moveTo>
                  <a:lnTo>
                    <a:pt x="102" y="32"/>
                  </a:lnTo>
                  <a:lnTo>
                    <a:pt x="102" y="32"/>
                  </a:lnTo>
                  <a:lnTo>
                    <a:pt x="88" y="46"/>
                  </a:lnTo>
                  <a:lnTo>
                    <a:pt x="78" y="54"/>
                  </a:lnTo>
                  <a:lnTo>
                    <a:pt x="64" y="62"/>
                  </a:lnTo>
                  <a:lnTo>
                    <a:pt x="64" y="62"/>
                  </a:lnTo>
                  <a:lnTo>
                    <a:pt x="60" y="48"/>
                  </a:lnTo>
                  <a:lnTo>
                    <a:pt x="60" y="28"/>
                  </a:lnTo>
                  <a:lnTo>
                    <a:pt x="60" y="14"/>
                  </a:lnTo>
                  <a:lnTo>
                    <a:pt x="48" y="32"/>
                  </a:lnTo>
                  <a:lnTo>
                    <a:pt x="48" y="32"/>
                  </a:lnTo>
                  <a:lnTo>
                    <a:pt x="34" y="52"/>
                  </a:lnTo>
                  <a:lnTo>
                    <a:pt x="34" y="52"/>
                  </a:lnTo>
                  <a:lnTo>
                    <a:pt x="18" y="10"/>
                  </a:lnTo>
                  <a:lnTo>
                    <a:pt x="14" y="0"/>
                  </a:lnTo>
                  <a:lnTo>
                    <a:pt x="10" y="12"/>
                  </a:lnTo>
                  <a:lnTo>
                    <a:pt x="10" y="12"/>
                  </a:lnTo>
                  <a:lnTo>
                    <a:pt x="6" y="24"/>
                  </a:lnTo>
                  <a:lnTo>
                    <a:pt x="2" y="36"/>
                  </a:lnTo>
                  <a:lnTo>
                    <a:pt x="0" y="5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4" y="82"/>
                  </a:lnTo>
                  <a:lnTo>
                    <a:pt x="4" y="82"/>
                  </a:lnTo>
                  <a:lnTo>
                    <a:pt x="6" y="82"/>
                  </a:lnTo>
                  <a:lnTo>
                    <a:pt x="8" y="78"/>
                  </a:lnTo>
                  <a:lnTo>
                    <a:pt x="8" y="78"/>
                  </a:lnTo>
                  <a:lnTo>
                    <a:pt x="8" y="60"/>
                  </a:lnTo>
                  <a:lnTo>
                    <a:pt x="8" y="46"/>
                  </a:lnTo>
                  <a:lnTo>
                    <a:pt x="14" y="24"/>
                  </a:lnTo>
                  <a:lnTo>
                    <a:pt x="14" y="24"/>
                  </a:lnTo>
                  <a:lnTo>
                    <a:pt x="30" y="62"/>
                  </a:lnTo>
                  <a:lnTo>
                    <a:pt x="32" y="68"/>
                  </a:lnTo>
                  <a:lnTo>
                    <a:pt x="36" y="62"/>
                  </a:lnTo>
                  <a:lnTo>
                    <a:pt x="36" y="62"/>
                  </a:lnTo>
                  <a:lnTo>
                    <a:pt x="52" y="40"/>
                  </a:lnTo>
                  <a:lnTo>
                    <a:pt x="52" y="40"/>
                  </a:lnTo>
                  <a:lnTo>
                    <a:pt x="54" y="56"/>
                  </a:lnTo>
                  <a:lnTo>
                    <a:pt x="58" y="68"/>
                  </a:lnTo>
                  <a:lnTo>
                    <a:pt x="60" y="74"/>
                  </a:lnTo>
                  <a:lnTo>
                    <a:pt x="64" y="72"/>
                  </a:lnTo>
                  <a:lnTo>
                    <a:pt x="64" y="72"/>
                  </a:lnTo>
                  <a:lnTo>
                    <a:pt x="78" y="64"/>
                  </a:lnTo>
                  <a:lnTo>
                    <a:pt x="90" y="56"/>
                  </a:lnTo>
                  <a:lnTo>
                    <a:pt x="104" y="42"/>
                  </a:lnTo>
                  <a:lnTo>
                    <a:pt x="104" y="42"/>
                  </a:lnTo>
                  <a:lnTo>
                    <a:pt x="104" y="66"/>
                  </a:lnTo>
                  <a:lnTo>
                    <a:pt x="102" y="76"/>
                  </a:lnTo>
                  <a:lnTo>
                    <a:pt x="98" y="86"/>
                  </a:lnTo>
                  <a:lnTo>
                    <a:pt x="98" y="86"/>
                  </a:lnTo>
                  <a:lnTo>
                    <a:pt x="98" y="88"/>
                  </a:lnTo>
                  <a:lnTo>
                    <a:pt x="102" y="90"/>
                  </a:lnTo>
                  <a:lnTo>
                    <a:pt x="102" y="90"/>
                  </a:lnTo>
                  <a:lnTo>
                    <a:pt x="102" y="90"/>
                  </a:lnTo>
                  <a:lnTo>
                    <a:pt x="102" y="90"/>
                  </a:lnTo>
                  <a:lnTo>
                    <a:pt x="104" y="90"/>
                  </a:lnTo>
                  <a:lnTo>
                    <a:pt x="106" y="88"/>
                  </a:lnTo>
                  <a:lnTo>
                    <a:pt x="106" y="88"/>
                  </a:lnTo>
                  <a:lnTo>
                    <a:pt x="110" y="76"/>
                  </a:lnTo>
                  <a:lnTo>
                    <a:pt x="112" y="62"/>
                  </a:lnTo>
                  <a:lnTo>
                    <a:pt x="112" y="48"/>
                  </a:lnTo>
                  <a:lnTo>
                    <a:pt x="110" y="32"/>
                  </a:lnTo>
                  <a:lnTo>
                    <a:pt x="110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</p:grpSp>
      <p:sp>
        <p:nvSpPr>
          <p:cNvPr id="9" name="Freeform 131"/>
          <p:cNvSpPr>
            <a:spLocks noEditPoints="1"/>
          </p:cNvSpPr>
          <p:nvPr/>
        </p:nvSpPr>
        <p:spPr bwMode="auto">
          <a:xfrm>
            <a:off x="10931035" y="2590112"/>
            <a:ext cx="465099" cy="465099"/>
          </a:xfrm>
          <a:custGeom>
            <a:avLst/>
            <a:gdLst/>
            <a:ahLst/>
            <a:cxnLst>
              <a:cxn ang="0">
                <a:pos x="178" y="8"/>
              </a:cxn>
              <a:cxn ang="0">
                <a:pos x="162" y="28"/>
              </a:cxn>
              <a:cxn ang="0">
                <a:pos x="122" y="68"/>
              </a:cxn>
              <a:cxn ang="0">
                <a:pos x="66" y="72"/>
              </a:cxn>
              <a:cxn ang="0">
                <a:pos x="20" y="76"/>
              </a:cxn>
              <a:cxn ang="0">
                <a:pos x="2" y="96"/>
              </a:cxn>
              <a:cxn ang="0">
                <a:pos x="0" y="120"/>
              </a:cxn>
              <a:cxn ang="0">
                <a:pos x="14" y="146"/>
              </a:cxn>
              <a:cxn ang="0">
                <a:pos x="32" y="152"/>
              </a:cxn>
              <a:cxn ang="0">
                <a:pos x="48" y="168"/>
              </a:cxn>
              <a:cxn ang="0">
                <a:pos x="52" y="252"/>
              </a:cxn>
              <a:cxn ang="0">
                <a:pos x="96" y="256"/>
              </a:cxn>
              <a:cxn ang="0">
                <a:pos x="112" y="240"/>
              </a:cxn>
              <a:cxn ang="0">
                <a:pos x="108" y="222"/>
              </a:cxn>
              <a:cxn ang="0">
                <a:pos x="104" y="160"/>
              </a:cxn>
              <a:cxn ang="0">
                <a:pos x="106" y="156"/>
              </a:cxn>
              <a:cxn ang="0">
                <a:pos x="108" y="154"/>
              </a:cxn>
              <a:cxn ang="0">
                <a:pos x="108" y="154"/>
              </a:cxn>
              <a:cxn ang="0">
                <a:pos x="124" y="156"/>
              </a:cxn>
              <a:cxn ang="0">
                <a:pos x="162" y="196"/>
              </a:cxn>
              <a:cxn ang="0">
                <a:pos x="188" y="222"/>
              </a:cxn>
              <a:cxn ang="0">
                <a:pos x="212" y="222"/>
              </a:cxn>
              <a:cxn ang="0">
                <a:pos x="248" y="172"/>
              </a:cxn>
              <a:cxn ang="0">
                <a:pos x="256" y="112"/>
              </a:cxn>
              <a:cxn ang="0">
                <a:pos x="242" y="36"/>
              </a:cxn>
              <a:cxn ang="0">
                <a:pos x="206" y="0"/>
              </a:cxn>
              <a:cxn ang="0">
                <a:pos x="162" y="88"/>
              </a:cxn>
              <a:cxn ang="0">
                <a:pos x="196" y="96"/>
              </a:cxn>
              <a:cxn ang="0">
                <a:pos x="198" y="122"/>
              </a:cxn>
              <a:cxn ang="0">
                <a:pos x="162" y="136"/>
              </a:cxn>
              <a:cxn ang="0">
                <a:pos x="16" y="112"/>
              </a:cxn>
              <a:cxn ang="0">
                <a:pos x="32" y="88"/>
              </a:cxn>
              <a:cxn ang="0">
                <a:pos x="80" y="112"/>
              </a:cxn>
              <a:cxn ang="0">
                <a:pos x="32" y="136"/>
              </a:cxn>
              <a:cxn ang="0">
                <a:pos x="18" y="122"/>
              </a:cxn>
              <a:cxn ang="0">
                <a:pos x="64" y="168"/>
              </a:cxn>
              <a:cxn ang="0">
                <a:pos x="66" y="152"/>
              </a:cxn>
              <a:cxn ang="0">
                <a:pos x="88" y="160"/>
              </a:cxn>
              <a:cxn ang="0">
                <a:pos x="90" y="226"/>
              </a:cxn>
              <a:cxn ang="0">
                <a:pos x="96" y="240"/>
              </a:cxn>
              <a:cxn ang="0">
                <a:pos x="104" y="136"/>
              </a:cxn>
              <a:cxn ang="0">
                <a:pos x="88" y="112"/>
              </a:cxn>
              <a:cxn ang="0">
                <a:pos x="98" y="90"/>
              </a:cxn>
              <a:cxn ang="0">
                <a:pos x="116" y="86"/>
              </a:cxn>
              <a:cxn ang="0">
                <a:pos x="148" y="72"/>
              </a:cxn>
              <a:cxn ang="0">
                <a:pos x="144" y="132"/>
              </a:cxn>
              <a:cxn ang="0">
                <a:pos x="128" y="140"/>
              </a:cxn>
              <a:cxn ang="0">
                <a:pos x="200" y="208"/>
              </a:cxn>
              <a:cxn ang="0">
                <a:pos x="178" y="192"/>
              </a:cxn>
              <a:cxn ang="0">
                <a:pos x="184" y="152"/>
              </a:cxn>
              <a:cxn ang="0">
                <a:pos x="206" y="140"/>
              </a:cxn>
              <a:cxn ang="0">
                <a:pos x="216" y="112"/>
              </a:cxn>
              <a:cxn ang="0">
                <a:pos x="210" y="90"/>
              </a:cxn>
              <a:cxn ang="0">
                <a:pos x="190" y="72"/>
              </a:cxn>
              <a:cxn ang="0">
                <a:pos x="170" y="50"/>
              </a:cxn>
              <a:cxn ang="0">
                <a:pos x="194" y="18"/>
              </a:cxn>
              <a:cxn ang="0">
                <a:pos x="216" y="24"/>
              </a:cxn>
              <a:cxn ang="0">
                <a:pos x="236" y="74"/>
              </a:cxn>
              <a:cxn ang="0">
                <a:pos x="240" y="132"/>
              </a:cxn>
              <a:cxn ang="0">
                <a:pos x="222" y="192"/>
              </a:cxn>
            </a:cxnLst>
            <a:rect l="0" t="0" r="r" b="b"/>
            <a:pathLst>
              <a:path w="256" h="256">
                <a:moveTo>
                  <a:pt x="200" y="0"/>
                </a:moveTo>
                <a:lnTo>
                  <a:pt x="200" y="0"/>
                </a:lnTo>
                <a:lnTo>
                  <a:pt x="188" y="2"/>
                </a:lnTo>
                <a:lnTo>
                  <a:pt x="178" y="8"/>
                </a:lnTo>
                <a:lnTo>
                  <a:pt x="170" y="16"/>
                </a:lnTo>
                <a:lnTo>
                  <a:pt x="162" y="28"/>
                </a:lnTo>
                <a:lnTo>
                  <a:pt x="162" y="28"/>
                </a:lnTo>
                <a:lnTo>
                  <a:pt x="162" y="28"/>
                </a:lnTo>
                <a:lnTo>
                  <a:pt x="150" y="46"/>
                </a:lnTo>
                <a:lnTo>
                  <a:pt x="136" y="60"/>
                </a:lnTo>
                <a:lnTo>
                  <a:pt x="130" y="66"/>
                </a:lnTo>
                <a:lnTo>
                  <a:pt x="122" y="68"/>
                </a:lnTo>
                <a:lnTo>
                  <a:pt x="114" y="72"/>
                </a:lnTo>
                <a:lnTo>
                  <a:pt x="106" y="72"/>
                </a:lnTo>
                <a:lnTo>
                  <a:pt x="100" y="72"/>
                </a:lnTo>
                <a:lnTo>
                  <a:pt x="66" y="72"/>
                </a:lnTo>
                <a:lnTo>
                  <a:pt x="32" y="72"/>
                </a:lnTo>
                <a:lnTo>
                  <a:pt x="32" y="72"/>
                </a:lnTo>
                <a:lnTo>
                  <a:pt x="26" y="72"/>
                </a:lnTo>
                <a:lnTo>
                  <a:pt x="20" y="76"/>
                </a:lnTo>
                <a:lnTo>
                  <a:pt x="14" y="78"/>
                </a:lnTo>
                <a:lnTo>
                  <a:pt x="10" y="84"/>
                </a:lnTo>
                <a:lnTo>
                  <a:pt x="6" y="90"/>
                </a:lnTo>
                <a:lnTo>
                  <a:pt x="2" y="96"/>
                </a:lnTo>
                <a:lnTo>
                  <a:pt x="0" y="104"/>
                </a:lnTo>
                <a:lnTo>
                  <a:pt x="0" y="112"/>
                </a:lnTo>
                <a:lnTo>
                  <a:pt x="0" y="112"/>
                </a:lnTo>
                <a:lnTo>
                  <a:pt x="0" y="120"/>
                </a:lnTo>
                <a:lnTo>
                  <a:pt x="2" y="128"/>
                </a:lnTo>
                <a:lnTo>
                  <a:pt x="6" y="134"/>
                </a:lnTo>
                <a:lnTo>
                  <a:pt x="10" y="140"/>
                </a:lnTo>
                <a:lnTo>
                  <a:pt x="14" y="146"/>
                </a:lnTo>
                <a:lnTo>
                  <a:pt x="20" y="148"/>
                </a:lnTo>
                <a:lnTo>
                  <a:pt x="26" y="152"/>
                </a:lnTo>
                <a:lnTo>
                  <a:pt x="32" y="152"/>
                </a:lnTo>
                <a:lnTo>
                  <a:pt x="32" y="152"/>
                </a:lnTo>
                <a:lnTo>
                  <a:pt x="38" y="154"/>
                </a:lnTo>
                <a:lnTo>
                  <a:pt x="44" y="156"/>
                </a:lnTo>
                <a:lnTo>
                  <a:pt x="46" y="162"/>
                </a:lnTo>
                <a:lnTo>
                  <a:pt x="48" y="168"/>
                </a:lnTo>
                <a:lnTo>
                  <a:pt x="48" y="240"/>
                </a:lnTo>
                <a:lnTo>
                  <a:pt x="48" y="240"/>
                </a:lnTo>
                <a:lnTo>
                  <a:pt x="50" y="246"/>
                </a:lnTo>
                <a:lnTo>
                  <a:pt x="52" y="252"/>
                </a:lnTo>
                <a:lnTo>
                  <a:pt x="58" y="254"/>
                </a:lnTo>
                <a:lnTo>
                  <a:pt x="64" y="256"/>
                </a:lnTo>
                <a:lnTo>
                  <a:pt x="96" y="256"/>
                </a:lnTo>
                <a:lnTo>
                  <a:pt x="96" y="256"/>
                </a:lnTo>
                <a:lnTo>
                  <a:pt x="102" y="254"/>
                </a:lnTo>
                <a:lnTo>
                  <a:pt x="108" y="252"/>
                </a:lnTo>
                <a:lnTo>
                  <a:pt x="110" y="246"/>
                </a:lnTo>
                <a:lnTo>
                  <a:pt x="112" y="240"/>
                </a:lnTo>
                <a:lnTo>
                  <a:pt x="112" y="232"/>
                </a:lnTo>
                <a:lnTo>
                  <a:pt x="112" y="232"/>
                </a:lnTo>
                <a:lnTo>
                  <a:pt x="110" y="226"/>
                </a:lnTo>
                <a:lnTo>
                  <a:pt x="108" y="222"/>
                </a:lnTo>
                <a:lnTo>
                  <a:pt x="106" y="220"/>
                </a:lnTo>
                <a:lnTo>
                  <a:pt x="104" y="216"/>
                </a:lnTo>
                <a:lnTo>
                  <a:pt x="104" y="160"/>
                </a:lnTo>
                <a:lnTo>
                  <a:pt x="104" y="160"/>
                </a:lnTo>
                <a:lnTo>
                  <a:pt x="104" y="160"/>
                </a:lnTo>
                <a:lnTo>
                  <a:pt x="104" y="160"/>
                </a:lnTo>
                <a:lnTo>
                  <a:pt x="106" y="156"/>
                </a:lnTo>
                <a:lnTo>
                  <a:pt x="106" y="156"/>
                </a:lnTo>
                <a:lnTo>
                  <a:pt x="106" y="156"/>
                </a:lnTo>
                <a:lnTo>
                  <a:pt x="106" y="156"/>
                </a:lnTo>
                <a:lnTo>
                  <a:pt x="108" y="154"/>
                </a:lnTo>
                <a:lnTo>
                  <a:pt x="108" y="154"/>
                </a:lnTo>
                <a:lnTo>
                  <a:pt x="108" y="154"/>
                </a:lnTo>
                <a:lnTo>
                  <a:pt x="108" y="154"/>
                </a:lnTo>
                <a:lnTo>
                  <a:pt x="108" y="154"/>
                </a:lnTo>
                <a:lnTo>
                  <a:pt x="108" y="154"/>
                </a:lnTo>
                <a:lnTo>
                  <a:pt x="110" y="152"/>
                </a:lnTo>
                <a:lnTo>
                  <a:pt x="110" y="152"/>
                </a:lnTo>
                <a:lnTo>
                  <a:pt x="118" y="154"/>
                </a:lnTo>
                <a:lnTo>
                  <a:pt x="124" y="156"/>
                </a:lnTo>
                <a:lnTo>
                  <a:pt x="138" y="166"/>
                </a:lnTo>
                <a:lnTo>
                  <a:pt x="150" y="178"/>
                </a:lnTo>
                <a:lnTo>
                  <a:pt x="162" y="196"/>
                </a:lnTo>
                <a:lnTo>
                  <a:pt x="162" y="196"/>
                </a:lnTo>
                <a:lnTo>
                  <a:pt x="162" y="196"/>
                </a:lnTo>
                <a:lnTo>
                  <a:pt x="170" y="208"/>
                </a:lnTo>
                <a:lnTo>
                  <a:pt x="178" y="216"/>
                </a:lnTo>
                <a:lnTo>
                  <a:pt x="188" y="222"/>
                </a:lnTo>
                <a:lnTo>
                  <a:pt x="200" y="224"/>
                </a:lnTo>
                <a:lnTo>
                  <a:pt x="200" y="224"/>
                </a:lnTo>
                <a:lnTo>
                  <a:pt x="206" y="224"/>
                </a:lnTo>
                <a:lnTo>
                  <a:pt x="212" y="222"/>
                </a:lnTo>
                <a:lnTo>
                  <a:pt x="224" y="214"/>
                </a:lnTo>
                <a:lnTo>
                  <a:pt x="234" y="204"/>
                </a:lnTo>
                <a:lnTo>
                  <a:pt x="242" y="188"/>
                </a:lnTo>
                <a:lnTo>
                  <a:pt x="248" y="172"/>
                </a:lnTo>
                <a:lnTo>
                  <a:pt x="252" y="152"/>
                </a:lnTo>
                <a:lnTo>
                  <a:pt x="256" y="132"/>
                </a:lnTo>
                <a:lnTo>
                  <a:pt x="256" y="112"/>
                </a:lnTo>
                <a:lnTo>
                  <a:pt x="256" y="112"/>
                </a:lnTo>
                <a:lnTo>
                  <a:pt x="256" y="92"/>
                </a:lnTo>
                <a:lnTo>
                  <a:pt x="252" y="72"/>
                </a:lnTo>
                <a:lnTo>
                  <a:pt x="248" y="52"/>
                </a:lnTo>
                <a:lnTo>
                  <a:pt x="242" y="36"/>
                </a:lnTo>
                <a:lnTo>
                  <a:pt x="234" y="20"/>
                </a:lnTo>
                <a:lnTo>
                  <a:pt x="224" y="10"/>
                </a:lnTo>
                <a:lnTo>
                  <a:pt x="212" y="2"/>
                </a:lnTo>
                <a:lnTo>
                  <a:pt x="206" y="0"/>
                </a:lnTo>
                <a:lnTo>
                  <a:pt x="200" y="0"/>
                </a:lnTo>
                <a:close/>
                <a:moveTo>
                  <a:pt x="160" y="112"/>
                </a:moveTo>
                <a:lnTo>
                  <a:pt x="160" y="112"/>
                </a:lnTo>
                <a:lnTo>
                  <a:pt x="162" y="88"/>
                </a:lnTo>
                <a:lnTo>
                  <a:pt x="184" y="88"/>
                </a:lnTo>
                <a:lnTo>
                  <a:pt x="184" y="88"/>
                </a:lnTo>
                <a:lnTo>
                  <a:pt x="190" y="90"/>
                </a:lnTo>
                <a:lnTo>
                  <a:pt x="196" y="96"/>
                </a:lnTo>
                <a:lnTo>
                  <a:pt x="198" y="102"/>
                </a:lnTo>
                <a:lnTo>
                  <a:pt x="200" y="112"/>
                </a:lnTo>
                <a:lnTo>
                  <a:pt x="200" y="112"/>
                </a:lnTo>
                <a:lnTo>
                  <a:pt x="198" y="122"/>
                </a:lnTo>
                <a:lnTo>
                  <a:pt x="196" y="128"/>
                </a:lnTo>
                <a:lnTo>
                  <a:pt x="190" y="134"/>
                </a:lnTo>
                <a:lnTo>
                  <a:pt x="184" y="136"/>
                </a:lnTo>
                <a:lnTo>
                  <a:pt x="162" y="136"/>
                </a:lnTo>
                <a:lnTo>
                  <a:pt x="162" y="136"/>
                </a:lnTo>
                <a:lnTo>
                  <a:pt x="160" y="112"/>
                </a:lnTo>
                <a:close/>
                <a:moveTo>
                  <a:pt x="16" y="112"/>
                </a:moveTo>
                <a:lnTo>
                  <a:pt x="16" y="112"/>
                </a:lnTo>
                <a:lnTo>
                  <a:pt x="18" y="102"/>
                </a:lnTo>
                <a:lnTo>
                  <a:pt x="20" y="96"/>
                </a:lnTo>
                <a:lnTo>
                  <a:pt x="26" y="90"/>
                </a:lnTo>
                <a:lnTo>
                  <a:pt x="32" y="88"/>
                </a:lnTo>
                <a:lnTo>
                  <a:pt x="88" y="88"/>
                </a:lnTo>
                <a:lnTo>
                  <a:pt x="88" y="88"/>
                </a:lnTo>
                <a:lnTo>
                  <a:pt x="82" y="98"/>
                </a:lnTo>
                <a:lnTo>
                  <a:pt x="80" y="112"/>
                </a:lnTo>
                <a:lnTo>
                  <a:pt x="80" y="112"/>
                </a:lnTo>
                <a:lnTo>
                  <a:pt x="82" y="126"/>
                </a:lnTo>
                <a:lnTo>
                  <a:pt x="88" y="136"/>
                </a:lnTo>
                <a:lnTo>
                  <a:pt x="32" y="136"/>
                </a:lnTo>
                <a:lnTo>
                  <a:pt x="32" y="136"/>
                </a:lnTo>
                <a:lnTo>
                  <a:pt x="26" y="134"/>
                </a:lnTo>
                <a:lnTo>
                  <a:pt x="20" y="128"/>
                </a:lnTo>
                <a:lnTo>
                  <a:pt x="18" y="122"/>
                </a:lnTo>
                <a:lnTo>
                  <a:pt x="16" y="112"/>
                </a:lnTo>
                <a:close/>
                <a:moveTo>
                  <a:pt x="96" y="240"/>
                </a:moveTo>
                <a:lnTo>
                  <a:pt x="64" y="240"/>
                </a:lnTo>
                <a:lnTo>
                  <a:pt x="64" y="168"/>
                </a:lnTo>
                <a:lnTo>
                  <a:pt x="64" y="168"/>
                </a:lnTo>
                <a:lnTo>
                  <a:pt x="62" y="160"/>
                </a:lnTo>
                <a:lnTo>
                  <a:pt x="60" y="152"/>
                </a:lnTo>
                <a:lnTo>
                  <a:pt x="66" y="152"/>
                </a:lnTo>
                <a:lnTo>
                  <a:pt x="66" y="152"/>
                </a:lnTo>
                <a:lnTo>
                  <a:pt x="90" y="152"/>
                </a:lnTo>
                <a:lnTo>
                  <a:pt x="90" y="152"/>
                </a:lnTo>
                <a:lnTo>
                  <a:pt x="88" y="160"/>
                </a:lnTo>
                <a:lnTo>
                  <a:pt x="88" y="216"/>
                </a:lnTo>
                <a:lnTo>
                  <a:pt x="88" y="216"/>
                </a:lnTo>
                <a:lnTo>
                  <a:pt x="88" y="222"/>
                </a:lnTo>
                <a:lnTo>
                  <a:pt x="90" y="226"/>
                </a:lnTo>
                <a:lnTo>
                  <a:pt x="94" y="232"/>
                </a:lnTo>
                <a:lnTo>
                  <a:pt x="94" y="232"/>
                </a:lnTo>
                <a:lnTo>
                  <a:pt x="96" y="234"/>
                </a:lnTo>
                <a:lnTo>
                  <a:pt x="96" y="240"/>
                </a:lnTo>
                <a:close/>
                <a:moveTo>
                  <a:pt x="106" y="136"/>
                </a:moveTo>
                <a:lnTo>
                  <a:pt x="104" y="136"/>
                </a:lnTo>
                <a:lnTo>
                  <a:pt x="104" y="136"/>
                </a:lnTo>
                <a:lnTo>
                  <a:pt x="104" y="136"/>
                </a:lnTo>
                <a:lnTo>
                  <a:pt x="98" y="134"/>
                </a:lnTo>
                <a:lnTo>
                  <a:pt x="92" y="128"/>
                </a:lnTo>
                <a:lnTo>
                  <a:pt x="90" y="122"/>
                </a:lnTo>
                <a:lnTo>
                  <a:pt x="88" y="112"/>
                </a:lnTo>
                <a:lnTo>
                  <a:pt x="88" y="112"/>
                </a:lnTo>
                <a:lnTo>
                  <a:pt x="90" y="102"/>
                </a:lnTo>
                <a:lnTo>
                  <a:pt x="92" y="96"/>
                </a:lnTo>
                <a:lnTo>
                  <a:pt x="98" y="90"/>
                </a:lnTo>
                <a:lnTo>
                  <a:pt x="104" y="88"/>
                </a:lnTo>
                <a:lnTo>
                  <a:pt x="106" y="88"/>
                </a:lnTo>
                <a:lnTo>
                  <a:pt x="106" y="88"/>
                </a:lnTo>
                <a:lnTo>
                  <a:pt x="116" y="86"/>
                </a:lnTo>
                <a:lnTo>
                  <a:pt x="128" y="84"/>
                </a:lnTo>
                <a:lnTo>
                  <a:pt x="138" y="78"/>
                </a:lnTo>
                <a:lnTo>
                  <a:pt x="148" y="72"/>
                </a:lnTo>
                <a:lnTo>
                  <a:pt x="148" y="72"/>
                </a:lnTo>
                <a:lnTo>
                  <a:pt x="144" y="92"/>
                </a:lnTo>
                <a:lnTo>
                  <a:pt x="144" y="112"/>
                </a:lnTo>
                <a:lnTo>
                  <a:pt x="144" y="112"/>
                </a:lnTo>
                <a:lnTo>
                  <a:pt x="144" y="132"/>
                </a:lnTo>
                <a:lnTo>
                  <a:pt x="148" y="152"/>
                </a:lnTo>
                <a:lnTo>
                  <a:pt x="148" y="152"/>
                </a:lnTo>
                <a:lnTo>
                  <a:pt x="138" y="146"/>
                </a:lnTo>
                <a:lnTo>
                  <a:pt x="128" y="140"/>
                </a:lnTo>
                <a:lnTo>
                  <a:pt x="116" y="138"/>
                </a:lnTo>
                <a:lnTo>
                  <a:pt x="106" y="136"/>
                </a:lnTo>
                <a:close/>
                <a:moveTo>
                  <a:pt x="200" y="208"/>
                </a:moveTo>
                <a:lnTo>
                  <a:pt x="200" y="208"/>
                </a:lnTo>
                <a:lnTo>
                  <a:pt x="194" y="206"/>
                </a:lnTo>
                <a:lnTo>
                  <a:pt x="188" y="204"/>
                </a:lnTo>
                <a:lnTo>
                  <a:pt x="184" y="198"/>
                </a:lnTo>
                <a:lnTo>
                  <a:pt x="178" y="192"/>
                </a:lnTo>
                <a:lnTo>
                  <a:pt x="170" y="174"/>
                </a:lnTo>
                <a:lnTo>
                  <a:pt x="164" y="152"/>
                </a:lnTo>
                <a:lnTo>
                  <a:pt x="184" y="152"/>
                </a:lnTo>
                <a:lnTo>
                  <a:pt x="184" y="152"/>
                </a:lnTo>
                <a:lnTo>
                  <a:pt x="190" y="152"/>
                </a:lnTo>
                <a:lnTo>
                  <a:pt x="196" y="148"/>
                </a:lnTo>
                <a:lnTo>
                  <a:pt x="202" y="146"/>
                </a:lnTo>
                <a:lnTo>
                  <a:pt x="206" y="140"/>
                </a:lnTo>
                <a:lnTo>
                  <a:pt x="210" y="134"/>
                </a:lnTo>
                <a:lnTo>
                  <a:pt x="214" y="128"/>
                </a:lnTo>
                <a:lnTo>
                  <a:pt x="216" y="120"/>
                </a:lnTo>
                <a:lnTo>
                  <a:pt x="216" y="112"/>
                </a:lnTo>
                <a:lnTo>
                  <a:pt x="216" y="112"/>
                </a:lnTo>
                <a:lnTo>
                  <a:pt x="216" y="104"/>
                </a:lnTo>
                <a:lnTo>
                  <a:pt x="214" y="96"/>
                </a:lnTo>
                <a:lnTo>
                  <a:pt x="210" y="90"/>
                </a:lnTo>
                <a:lnTo>
                  <a:pt x="206" y="84"/>
                </a:lnTo>
                <a:lnTo>
                  <a:pt x="202" y="78"/>
                </a:lnTo>
                <a:lnTo>
                  <a:pt x="196" y="76"/>
                </a:lnTo>
                <a:lnTo>
                  <a:pt x="190" y="72"/>
                </a:lnTo>
                <a:lnTo>
                  <a:pt x="184" y="72"/>
                </a:lnTo>
                <a:lnTo>
                  <a:pt x="164" y="72"/>
                </a:lnTo>
                <a:lnTo>
                  <a:pt x="164" y="72"/>
                </a:lnTo>
                <a:lnTo>
                  <a:pt x="170" y="50"/>
                </a:lnTo>
                <a:lnTo>
                  <a:pt x="178" y="32"/>
                </a:lnTo>
                <a:lnTo>
                  <a:pt x="184" y="26"/>
                </a:lnTo>
                <a:lnTo>
                  <a:pt x="188" y="20"/>
                </a:lnTo>
                <a:lnTo>
                  <a:pt x="194" y="18"/>
                </a:lnTo>
                <a:lnTo>
                  <a:pt x="200" y="16"/>
                </a:lnTo>
                <a:lnTo>
                  <a:pt x="200" y="16"/>
                </a:lnTo>
                <a:lnTo>
                  <a:pt x="208" y="18"/>
                </a:lnTo>
                <a:lnTo>
                  <a:pt x="216" y="24"/>
                </a:lnTo>
                <a:lnTo>
                  <a:pt x="222" y="32"/>
                </a:lnTo>
                <a:lnTo>
                  <a:pt x="228" y="44"/>
                </a:lnTo>
                <a:lnTo>
                  <a:pt x="234" y="58"/>
                </a:lnTo>
                <a:lnTo>
                  <a:pt x="236" y="74"/>
                </a:lnTo>
                <a:lnTo>
                  <a:pt x="240" y="92"/>
                </a:lnTo>
                <a:lnTo>
                  <a:pt x="240" y="112"/>
                </a:lnTo>
                <a:lnTo>
                  <a:pt x="240" y="112"/>
                </a:lnTo>
                <a:lnTo>
                  <a:pt x="240" y="132"/>
                </a:lnTo>
                <a:lnTo>
                  <a:pt x="236" y="150"/>
                </a:lnTo>
                <a:lnTo>
                  <a:pt x="234" y="166"/>
                </a:lnTo>
                <a:lnTo>
                  <a:pt x="228" y="180"/>
                </a:lnTo>
                <a:lnTo>
                  <a:pt x="222" y="192"/>
                </a:lnTo>
                <a:lnTo>
                  <a:pt x="216" y="200"/>
                </a:lnTo>
                <a:lnTo>
                  <a:pt x="208" y="206"/>
                </a:lnTo>
                <a:lnTo>
                  <a:pt x="200" y="208"/>
                </a:lnTo>
                <a:close/>
              </a:path>
            </a:pathLst>
          </a:custGeom>
          <a:solidFill>
            <a:schemeClr val="accent1"/>
          </a:solidFill>
          <a:ln w="9525">
            <a:noFill/>
            <a:round/>
            <a:headEnd/>
            <a:tailEnd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ar-SA" sz="2288"/>
          </a:p>
        </p:txBody>
      </p:sp>
      <p:grpSp>
        <p:nvGrpSpPr>
          <p:cNvPr id="10" name="Group 9"/>
          <p:cNvGrpSpPr/>
          <p:nvPr/>
        </p:nvGrpSpPr>
        <p:grpSpPr>
          <a:xfrm>
            <a:off x="8140441" y="2590112"/>
            <a:ext cx="465099" cy="465099"/>
            <a:chOff x="3962400" y="1962150"/>
            <a:chExt cx="406400" cy="406400"/>
          </a:xfrm>
          <a:solidFill>
            <a:schemeClr val="accent1"/>
          </a:solidFill>
        </p:grpSpPr>
        <p:sp>
          <p:nvSpPr>
            <p:cNvPr id="176" name="Freeform 155"/>
            <p:cNvSpPr>
              <a:spLocks noEditPoints="1"/>
            </p:cNvSpPr>
            <p:nvPr/>
          </p:nvSpPr>
          <p:spPr bwMode="auto">
            <a:xfrm>
              <a:off x="3962400" y="1962150"/>
              <a:ext cx="406400" cy="406400"/>
            </a:xfrm>
            <a:custGeom>
              <a:avLst/>
              <a:gdLst/>
              <a:ahLst/>
              <a:cxnLst>
                <a:cxn ang="0">
                  <a:pos x="172" y="4"/>
                </a:cxn>
                <a:cxn ang="0">
                  <a:pos x="164" y="0"/>
                </a:cxn>
                <a:cxn ang="0">
                  <a:pos x="156" y="0"/>
                </a:cxn>
                <a:cxn ang="0">
                  <a:pos x="148" y="4"/>
                </a:cxn>
                <a:cxn ang="0">
                  <a:pos x="144" y="12"/>
                </a:cxn>
                <a:cxn ang="0">
                  <a:pos x="138" y="28"/>
                </a:cxn>
                <a:cxn ang="0">
                  <a:pos x="126" y="42"/>
                </a:cxn>
                <a:cxn ang="0">
                  <a:pos x="104" y="60"/>
                </a:cxn>
                <a:cxn ang="0">
                  <a:pos x="80" y="74"/>
                </a:cxn>
                <a:cxn ang="0">
                  <a:pos x="40" y="100"/>
                </a:cxn>
                <a:cxn ang="0">
                  <a:pos x="28" y="110"/>
                </a:cxn>
                <a:cxn ang="0">
                  <a:pos x="12" y="132"/>
                </a:cxn>
                <a:cxn ang="0">
                  <a:pos x="0" y="156"/>
                </a:cxn>
                <a:cxn ang="0">
                  <a:pos x="0" y="164"/>
                </a:cxn>
                <a:cxn ang="0">
                  <a:pos x="84" y="252"/>
                </a:cxn>
                <a:cxn ang="0">
                  <a:pos x="92" y="256"/>
                </a:cxn>
                <a:cxn ang="0">
                  <a:pos x="100" y="256"/>
                </a:cxn>
                <a:cxn ang="0">
                  <a:pos x="108" y="252"/>
                </a:cxn>
                <a:cxn ang="0">
                  <a:pos x="112" y="244"/>
                </a:cxn>
                <a:cxn ang="0">
                  <a:pos x="130" y="214"/>
                </a:cxn>
                <a:cxn ang="0">
                  <a:pos x="140" y="204"/>
                </a:cxn>
                <a:cxn ang="0">
                  <a:pos x="176" y="182"/>
                </a:cxn>
                <a:cxn ang="0">
                  <a:pos x="204" y="166"/>
                </a:cxn>
                <a:cxn ang="0">
                  <a:pos x="228" y="146"/>
                </a:cxn>
                <a:cxn ang="0">
                  <a:pos x="238" y="136"/>
                </a:cxn>
                <a:cxn ang="0">
                  <a:pos x="250" y="112"/>
                </a:cxn>
                <a:cxn ang="0">
                  <a:pos x="256" y="100"/>
                </a:cxn>
                <a:cxn ang="0">
                  <a:pos x="252" y="84"/>
                </a:cxn>
                <a:cxn ang="0">
                  <a:pos x="96" y="240"/>
                </a:cxn>
                <a:cxn ang="0">
                  <a:pos x="16" y="160"/>
                </a:cxn>
                <a:cxn ang="0">
                  <a:pos x="28" y="136"/>
                </a:cxn>
                <a:cxn ang="0">
                  <a:pos x="44" y="116"/>
                </a:cxn>
                <a:cxn ang="0">
                  <a:pos x="88" y="88"/>
                </a:cxn>
                <a:cxn ang="0">
                  <a:pos x="132" y="60"/>
                </a:cxn>
                <a:cxn ang="0">
                  <a:pos x="148" y="40"/>
                </a:cxn>
                <a:cxn ang="0">
                  <a:pos x="160" y="16"/>
                </a:cxn>
                <a:cxn ang="0">
                  <a:pos x="240" y="96"/>
                </a:cxn>
                <a:cxn ang="0">
                  <a:pos x="234" y="108"/>
                </a:cxn>
                <a:cxn ang="0">
                  <a:pos x="220" y="130"/>
                </a:cxn>
                <a:cxn ang="0">
                  <a:pos x="190" y="154"/>
                </a:cxn>
                <a:cxn ang="0">
                  <a:pos x="146" y="182"/>
                </a:cxn>
                <a:cxn ang="0">
                  <a:pos x="116" y="206"/>
                </a:cxn>
                <a:cxn ang="0">
                  <a:pos x="102" y="228"/>
                </a:cxn>
              </a:cxnLst>
              <a:rect l="0" t="0" r="r" b="b"/>
              <a:pathLst>
                <a:path w="256" h="256">
                  <a:moveTo>
                    <a:pt x="252" y="84"/>
                  </a:moveTo>
                  <a:lnTo>
                    <a:pt x="172" y="4"/>
                  </a:lnTo>
                  <a:lnTo>
                    <a:pt x="172" y="4"/>
                  </a:lnTo>
                  <a:lnTo>
                    <a:pt x="164" y="0"/>
                  </a:lnTo>
                  <a:lnTo>
                    <a:pt x="156" y="0"/>
                  </a:lnTo>
                  <a:lnTo>
                    <a:pt x="156" y="0"/>
                  </a:lnTo>
                  <a:lnTo>
                    <a:pt x="152" y="2"/>
                  </a:lnTo>
                  <a:lnTo>
                    <a:pt x="148" y="4"/>
                  </a:lnTo>
                  <a:lnTo>
                    <a:pt x="148" y="4"/>
                  </a:lnTo>
                  <a:lnTo>
                    <a:pt x="144" y="12"/>
                  </a:lnTo>
                  <a:lnTo>
                    <a:pt x="144" y="12"/>
                  </a:lnTo>
                  <a:lnTo>
                    <a:pt x="138" y="28"/>
                  </a:lnTo>
                  <a:lnTo>
                    <a:pt x="126" y="42"/>
                  </a:lnTo>
                  <a:lnTo>
                    <a:pt x="126" y="42"/>
                  </a:lnTo>
                  <a:lnTo>
                    <a:pt x="116" y="52"/>
                  </a:lnTo>
                  <a:lnTo>
                    <a:pt x="104" y="60"/>
                  </a:lnTo>
                  <a:lnTo>
                    <a:pt x="80" y="74"/>
                  </a:lnTo>
                  <a:lnTo>
                    <a:pt x="80" y="74"/>
                  </a:lnTo>
                  <a:lnTo>
                    <a:pt x="52" y="90"/>
                  </a:lnTo>
                  <a:lnTo>
                    <a:pt x="40" y="100"/>
                  </a:lnTo>
                  <a:lnTo>
                    <a:pt x="28" y="110"/>
                  </a:lnTo>
                  <a:lnTo>
                    <a:pt x="28" y="110"/>
                  </a:lnTo>
                  <a:lnTo>
                    <a:pt x="18" y="120"/>
                  </a:lnTo>
                  <a:lnTo>
                    <a:pt x="12" y="132"/>
                  </a:lnTo>
                  <a:lnTo>
                    <a:pt x="6" y="144"/>
                  </a:lnTo>
                  <a:lnTo>
                    <a:pt x="0" y="156"/>
                  </a:lnTo>
                  <a:lnTo>
                    <a:pt x="0" y="156"/>
                  </a:lnTo>
                  <a:lnTo>
                    <a:pt x="0" y="164"/>
                  </a:lnTo>
                  <a:lnTo>
                    <a:pt x="4" y="172"/>
                  </a:lnTo>
                  <a:lnTo>
                    <a:pt x="84" y="252"/>
                  </a:lnTo>
                  <a:lnTo>
                    <a:pt x="84" y="252"/>
                  </a:lnTo>
                  <a:lnTo>
                    <a:pt x="92" y="256"/>
                  </a:lnTo>
                  <a:lnTo>
                    <a:pt x="100" y="256"/>
                  </a:lnTo>
                  <a:lnTo>
                    <a:pt x="100" y="256"/>
                  </a:lnTo>
                  <a:lnTo>
                    <a:pt x="108" y="252"/>
                  </a:lnTo>
                  <a:lnTo>
                    <a:pt x="108" y="252"/>
                  </a:lnTo>
                  <a:lnTo>
                    <a:pt x="112" y="244"/>
                  </a:lnTo>
                  <a:lnTo>
                    <a:pt x="112" y="244"/>
                  </a:lnTo>
                  <a:lnTo>
                    <a:pt x="118" y="228"/>
                  </a:lnTo>
                  <a:lnTo>
                    <a:pt x="130" y="214"/>
                  </a:lnTo>
                  <a:lnTo>
                    <a:pt x="130" y="214"/>
                  </a:lnTo>
                  <a:lnTo>
                    <a:pt x="140" y="204"/>
                  </a:lnTo>
                  <a:lnTo>
                    <a:pt x="152" y="196"/>
                  </a:lnTo>
                  <a:lnTo>
                    <a:pt x="176" y="182"/>
                  </a:lnTo>
                  <a:lnTo>
                    <a:pt x="176" y="182"/>
                  </a:lnTo>
                  <a:lnTo>
                    <a:pt x="204" y="166"/>
                  </a:lnTo>
                  <a:lnTo>
                    <a:pt x="216" y="156"/>
                  </a:lnTo>
                  <a:lnTo>
                    <a:pt x="228" y="146"/>
                  </a:lnTo>
                  <a:lnTo>
                    <a:pt x="228" y="146"/>
                  </a:lnTo>
                  <a:lnTo>
                    <a:pt x="238" y="136"/>
                  </a:lnTo>
                  <a:lnTo>
                    <a:pt x="244" y="124"/>
                  </a:lnTo>
                  <a:lnTo>
                    <a:pt x="250" y="112"/>
                  </a:lnTo>
                  <a:lnTo>
                    <a:pt x="256" y="100"/>
                  </a:lnTo>
                  <a:lnTo>
                    <a:pt x="256" y="100"/>
                  </a:lnTo>
                  <a:lnTo>
                    <a:pt x="256" y="92"/>
                  </a:lnTo>
                  <a:lnTo>
                    <a:pt x="252" y="84"/>
                  </a:lnTo>
                  <a:close/>
                  <a:moveTo>
                    <a:pt x="96" y="240"/>
                  </a:moveTo>
                  <a:lnTo>
                    <a:pt x="96" y="240"/>
                  </a:lnTo>
                  <a:lnTo>
                    <a:pt x="16" y="160"/>
                  </a:lnTo>
                  <a:lnTo>
                    <a:pt x="16" y="160"/>
                  </a:lnTo>
                  <a:lnTo>
                    <a:pt x="22" y="148"/>
                  </a:lnTo>
                  <a:lnTo>
                    <a:pt x="28" y="136"/>
                  </a:lnTo>
                  <a:lnTo>
                    <a:pt x="36" y="126"/>
                  </a:lnTo>
                  <a:lnTo>
                    <a:pt x="44" y="116"/>
                  </a:lnTo>
                  <a:lnTo>
                    <a:pt x="66" y="102"/>
                  </a:lnTo>
                  <a:lnTo>
                    <a:pt x="88" y="88"/>
                  </a:lnTo>
                  <a:lnTo>
                    <a:pt x="110" y="74"/>
                  </a:lnTo>
                  <a:lnTo>
                    <a:pt x="132" y="60"/>
                  </a:lnTo>
                  <a:lnTo>
                    <a:pt x="140" y="50"/>
                  </a:lnTo>
                  <a:lnTo>
                    <a:pt x="148" y="40"/>
                  </a:lnTo>
                  <a:lnTo>
                    <a:pt x="154" y="28"/>
                  </a:lnTo>
                  <a:lnTo>
                    <a:pt x="160" y="16"/>
                  </a:lnTo>
                  <a:lnTo>
                    <a:pt x="160" y="16"/>
                  </a:lnTo>
                  <a:lnTo>
                    <a:pt x="240" y="96"/>
                  </a:lnTo>
                  <a:lnTo>
                    <a:pt x="240" y="96"/>
                  </a:lnTo>
                  <a:lnTo>
                    <a:pt x="234" y="108"/>
                  </a:lnTo>
                  <a:lnTo>
                    <a:pt x="228" y="120"/>
                  </a:lnTo>
                  <a:lnTo>
                    <a:pt x="220" y="130"/>
                  </a:lnTo>
                  <a:lnTo>
                    <a:pt x="212" y="140"/>
                  </a:lnTo>
                  <a:lnTo>
                    <a:pt x="190" y="154"/>
                  </a:lnTo>
                  <a:lnTo>
                    <a:pt x="168" y="168"/>
                  </a:lnTo>
                  <a:lnTo>
                    <a:pt x="146" y="182"/>
                  </a:lnTo>
                  <a:lnTo>
                    <a:pt x="124" y="196"/>
                  </a:lnTo>
                  <a:lnTo>
                    <a:pt x="116" y="206"/>
                  </a:lnTo>
                  <a:lnTo>
                    <a:pt x="108" y="216"/>
                  </a:lnTo>
                  <a:lnTo>
                    <a:pt x="102" y="228"/>
                  </a:lnTo>
                  <a:lnTo>
                    <a:pt x="96" y="24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77" name="Freeform 158"/>
            <p:cNvSpPr>
              <a:spLocks noEditPoints="1"/>
            </p:cNvSpPr>
            <p:nvPr/>
          </p:nvSpPr>
          <p:spPr bwMode="auto">
            <a:xfrm>
              <a:off x="4111625" y="2105025"/>
              <a:ext cx="107950" cy="114300"/>
            </a:xfrm>
            <a:custGeom>
              <a:avLst/>
              <a:gdLst/>
              <a:ahLst/>
              <a:cxnLst>
                <a:cxn ang="0">
                  <a:pos x="54" y="24"/>
                </a:cxn>
                <a:cxn ang="0">
                  <a:pos x="46" y="24"/>
                </a:cxn>
                <a:cxn ang="0">
                  <a:pos x="30" y="30"/>
                </a:cxn>
                <a:cxn ang="0">
                  <a:pos x="18" y="14"/>
                </a:cxn>
                <a:cxn ang="0">
                  <a:pos x="28" y="12"/>
                </a:cxn>
                <a:cxn ang="0">
                  <a:pos x="34" y="14"/>
                </a:cxn>
                <a:cxn ang="0">
                  <a:pos x="38" y="10"/>
                </a:cxn>
                <a:cxn ang="0">
                  <a:pos x="38" y="4"/>
                </a:cxn>
                <a:cxn ang="0">
                  <a:pos x="30" y="0"/>
                </a:cxn>
                <a:cxn ang="0">
                  <a:pos x="16" y="4"/>
                </a:cxn>
                <a:cxn ang="0">
                  <a:pos x="10" y="8"/>
                </a:cxn>
                <a:cxn ang="0">
                  <a:pos x="8" y="6"/>
                </a:cxn>
                <a:cxn ang="0">
                  <a:pos x="4" y="6"/>
                </a:cxn>
                <a:cxn ang="0">
                  <a:pos x="6" y="12"/>
                </a:cxn>
                <a:cxn ang="0">
                  <a:pos x="6" y="12"/>
                </a:cxn>
                <a:cxn ang="0">
                  <a:pos x="0" y="28"/>
                </a:cxn>
                <a:cxn ang="0">
                  <a:pos x="0" y="36"/>
                </a:cxn>
                <a:cxn ang="0">
                  <a:pos x="10" y="46"/>
                </a:cxn>
                <a:cxn ang="0">
                  <a:pos x="26" y="46"/>
                </a:cxn>
                <a:cxn ang="0">
                  <a:pos x="48" y="58"/>
                </a:cxn>
                <a:cxn ang="0">
                  <a:pos x="44" y="62"/>
                </a:cxn>
                <a:cxn ang="0">
                  <a:pos x="36" y="60"/>
                </a:cxn>
                <a:cxn ang="0">
                  <a:pos x="32" y="58"/>
                </a:cxn>
                <a:cxn ang="0">
                  <a:pos x="26" y="58"/>
                </a:cxn>
                <a:cxn ang="0">
                  <a:pos x="24" y="62"/>
                </a:cxn>
                <a:cxn ang="0">
                  <a:pos x="32" y="70"/>
                </a:cxn>
                <a:cxn ang="0">
                  <a:pos x="38" y="72"/>
                </a:cxn>
                <a:cxn ang="0">
                  <a:pos x="56" y="66"/>
                </a:cxn>
                <a:cxn ang="0">
                  <a:pos x="60" y="70"/>
                </a:cxn>
                <a:cxn ang="0">
                  <a:pos x="64" y="68"/>
                </a:cxn>
                <a:cxn ang="0">
                  <a:pos x="66" y="66"/>
                </a:cxn>
                <a:cxn ang="0">
                  <a:pos x="60" y="60"/>
                </a:cxn>
                <a:cxn ang="0">
                  <a:pos x="66" y="52"/>
                </a:cxn>
                <a:cxn ang="0">
                  <a:pos x="68" y="36"/>
                </a:cxn>
                <a:cxn ang="0">
                  <a:pos x="18" y="34"/>
                </a:cxn>
                <a:cxn ang="0">
                  <a:pos x="12" y="32"/>
                </a:cxn>
                <a:cxn ang="0">
                  <a:pos x="10" y="30"/>
                </a:cxn>
                <a:cxn ang="0">
                  <a:pos x="12" y="22"/>
                </a:cxn>
                <a:cxn ang="0">
                  <a:pos x="14" y="18"/>
                </a:cxn>
                <a:cxn ang="0">
                  <a:pos x="18" y="34"/>
                </a:cxn>
                <a:cxn ang="0">
                  <a:pos x="52" y="54"/>
                </a:cxn>
                <a:cxn ang="0">
                  <a:pos x="40" y="40"/>
                </a:cxn>
                <a:cxn ang="0">
                  <a:pos x="48" y="36"/>
                </a:cxn>
                <a:cxn ang="0">
                  <a:pos x="52" y="38"/>
                </a:cxn>
                <a:cxn ang="0">
                  <a:pos x="56" y="42"/>
                </a:cxn>
                <a:cxn ang="0">
                  <a:pos x="56" y="46"/>
                </a:cxn>
              </a:cxnLst>
              <a:rect l="0" t="0" r="r" b="b"/>
              <a:pathLst>
                <a:path w="68" h="72">
                  <a:moveTo>
                    <a:pt x="62" y="30"/>
                  </a:moveTo>
                  <a:lnTo>
                    <a:pt x="62" y="30"/>
                  </a:lnTo>
                  <a:lnTo>
                    <a:pt x="54" y="24"/>
                  </a:lnTo>
                  <a:lnTo>
                    <a:pt x="54" y="24"/>
                  </a:lnTo>
                  <a:lnTo>
                    <a:pt x="46" y="24"/>
                  </a:lnTo>
                  <a:lnTo>
                    <a:pt x="46" y="24"/>
                  </a:lnTo>
                  <a:lnTo>
                    <a:pt x="38" y="26"/>
                  </a:lnTo>
                  <a:lnTo>
                    <a:pt x="38" y="26"/>
                  </a:lnTo>
                  <a:lnTo>
                    <a:pt x="30" y="30"/>
                  </a:lnTo>
                  <a:lnTo>
                    <a:pt x="30" y="30"/>
                  </a:lnTo>
                  <a:lnTo>
                    <a:pt x="18" y="14"/>
                  </a:lnTo>
                  <a:lnTo>
                    <a:pt x="18" y="14"/>
                  </a:lnTo>
                  <a:lnTo>
                    <a:pt x="24" y="12"/>
                  </a:lnTo>
                  <a:lnTo>
                    <a:pt x="24" y="12"/>
                  </a:lnTo>
                  <a:lnTo>
                    <a:pt x="28" y="12"/>
                  </a:lnTo>
                  <a:lnTo>
                    <a:pt x="28" y="12"/>
                  </a:lnTo>
                  <a:lnTo>
                    <a:pt x="34" y="14"/>
                  </a:lnTo>
                  <a:lnTo>
                    <a:pt x="34" y="14"/>
                  </a:lnTo>
                  <a:lnTo>
                    <a:pt x="36" y="12"/>
                  </a:lnTo>
                  <a:lnTo>
                    <a:pt x="36" y="12"/>
                  </a:lnTo>
                  <a:lnTo>
                    <a:pt x="38" y="10"/>
                  </a:lnTo>
                  <a:lnTo>
                    <a:pt x="38" y="10"/>
                  </a:lnTo>
                  <a:lnTo>
                    <a:pt x="38" y="4"/>
                  </a:lnTo>
                  <a:lnTo>
                    <a:pt x="38" y="4"/>
                  </a:lnTo>
                  <a:lnTo>
                    <a:pt x="34" y="2"/>
                  </a:lnTo>
                  <a:lnTo>
                    <a:pt x="30" y="0"/>
                  </a:lnTo>
                  <a:lnTo>
                    <a:pt x="30" y="0"/>
                  </a:lnTo>
                  <a:lnTo>
                    <a:pt x="24" y="2"/>
                  </a:lnTo>
                  <a:lnTo>
                    <a:pt x="24" y="2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0" y="8"/>
                  </a:lnTo>
                  <a:lnTo>
                    <a:pt x="10" y="8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8" y="6"/>
                  </a:lnTo>
                  <a:lnTo>
                    <a:pt x="8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6" y="12"/>
                  </a:lnTo>
                  <a:lnTo>
                    <a:pt x="6" y="12"/>
                  </a:lnTo>
                  <a:lnTo>
                    <a:pt x="6" y="12"/>
                  </a:lnTo>
                  <a:lnTo>
                    <a:pt x="6" y="12"/>
                  </a:lnTo>
                  <a:lnTo>
                    <a:pt x="2" y="20"/>
                  </a:lnTo>
                  <a:lnTo>
                    <a:pt x="2" y="20"/>
                  </a:lnTo>
                  <a:lnTo>
                    <a:pt x="0" y="28"/>
                  </a:lnTo>
                  <a:lnTo>
                    <a:pt x="0" y="28"/>
                  </a:lnTo>
                  <a:lnTo>
                    <a:pt x="0" y="36"/>
                  </a:lnTo>
                  <a:lnTo>
                    <a:pt x="0" y="36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10" y="46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26" y="46"/>
                  </a:lnTo>
                  <a:lnTo>
                    <a:pt x="34" y="42"/>
                  </a:lnTo>
                  <a:lnTo>
                    <a:pt x="34" y="42"/>
                  </a:lnTo>
                  <a:lnTo>
                    <a:pt x="48" y="58"/>
                  </a:lnTo>
                  <a:lnTo>
                    <a:pt x="48" y="58"/>
                  </a:lnTo>
                  <a:lnTo>
                    <a:pt x="44" y="62"/>
                  </a:lnTo>
                  <a:lnTo>
                    <a:pt x="44" y="62"/>
                  </a:lnTo>
                  <a:lnTo>
                    <a:pt x="40" y="60"/>
                  </a:lnTo>
                  <a:lnTo>
                    <a:pt x="40" y="60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2" y="58"/>
                  </a:lnTo>
                  <a:lnTo>
                    <a:pt x="32" y="58"/>
                  </a:lnTo>
                  <a:lnTo>
                    <a:pt x="30" y="56"/>
                  </a:lnTo>
                  <a:lnTo>
                    <a:pt x="30" y="56"/>
                  </a:lnTo>
                  <a:lnTo>
                    <a:pt x="26" y="58"/>
                  </a:lnTo>
                  <a:lnTo>
                    <a:pt x="26" y="58"/>
                  </a:lnTo>
                  <a:lnTo>
                    <a:pt x="24" y="62"/>
                  </a:lnTo>
                  <a:lnTo>
                    <a:pt x="24" y="62"/>
                  </a:lnTo>
                  <a:lnTo>
                    <a:pt x="26" y="66"/>
                  </a:lnTo>
                  <a:lnTo>
                    <a:pt x="26" y="66"/>
                  </a:lnTo>
                  <a:lnTo>
                    <a:pt x="32" y="70"/>
                  </a:lnTo>
                  <a:lnTo>
                    <a:pt x="32" y="70"/>
                  </a:lnTo>
                  <a:lnTo>
                    <a:pt x="38" y="72"/>
                  </a:lnTo>
                  <a:lnTo>
                    <a:pt x="38" y="72"/>
                  </a:lnTo>
                  <a:lnTo>
                    <a:pt x="48" y="72"/>
                  </a:lnTo>
                  <a:lnTo>
                    <a:pt x="48" y="72"/>
                  </a:lnTo>
                  <a:lnTo>
                    <a:pt x="56" y="66"/>
                  </a:lnTo>
                  <a:lnTo>
                    <a:pt x="56" y="66"/>
                  </a:lnTo>
                  <a:lnTo>
                    <a:pt x="60" y="70"/>
                  </a:lnTo>
                  <a:lnTo>
                    <a:pt x="60" y="70"/>
                  </a:lnTo>
                  <a:lnTo>
                    <a:pt x="62" y="70"/>
                  </a:lnTo>
                  <a:lnTo>
                    <a:pt x="62" y="70"/>
                  </a:lnTo>
                  <a:lnTo>
                    <a:pt x="64" y="68"/>
                  </a:lnTo>
                  <a:lnTo>
                    <a:pt x="64" y="68"/>
                  </a:lnTo>
                  <a:lnTo>
                    <a:pt x="66" y="66"/>
                  </a:lnTo>
                  <a:lnTo>
                    <a:pt x="66" y="66"/>
                  </a:lnTo>
                  <a:lnTo>
                    <a:pt x="64" y="64"/>
                  </a:lnTo>
                  <a:lnTo>
                    <a:pt x="64" y="64"/>
                  </a:lnTo>
                  <a:lnTo>
                    <a:pt x="60" y="60"/>
                  </a:lnTo>
                  <a:lnTo>
                    <a:pt x="60" y="60"/>
                  </a:lnTo>
                  <a:lnTo>
                    <a:pt x="66" y="52"/>
                  </a:lnTo>
                  <a:lnTo>
                    <a:pt x="66" y="52"/>
                  </a:lnTo>
                  <a:lnTo>
                    <a:pt x="68" y="42"/>
                  </a:lnTo>
                  <a:lnTo>
                    <a:pt x="68" y="42"/>
                  </a:lnTo>
                  <a:lnTo>
                    <a:pt x="68" y="36"/>
                  </a:lnTo>
                  <a:lnTo>
                    <a:pt x="68" y="36"/>
                  </a:lnTo>
                  <a:lnTo>
                    <a:pt x="62" y="30"/>
                  </a:lnTo>
                  <a:close/>
                  <a:moveTo>
                    <a:pt x="18" y="34"/>
                  </a:moveTo>
                  <a:lnTo>
                    <a:pt x="18" y="34"/>
                  </a:lnTo>
                  <a:lnTo>
                    <a:pt x="14" y="34"/>
                  </a:lnTo>
                  <a:lnTo>
                    <a:pt x="12" y="32"/>
                  </a:lnTo>
                  <a:lnTo>
                    <a:pt x="12" y="32"/>
                  </a:lnTo>
                  <a:lnTo>
                    <a:pt x="10" y="30"/>
                  </a:lnTo>
                  <a:lnTo>
                    <a:pt x="10" y="30"/>
                  </a:lnTo>
                  <a:lnTo>
                    <a:pt x="10" y="26"/>
                  </a:lnTo>
                  <a:lnTo>
                    <a:pt x="10" y="26"/>
                  </a:lnTo>
                  <a:lnTo>
                    <a:pt x="12" y="22"/>
                  </a:lnTo>
                  <a:lnTo>
                    <a:pt x="12" y="22"/>
                  </a:lnTo>
                  <a:lnTo>
                    <a:pt x="14" y="18"/>
                  </a:lnTo>
                  <a:lnTo>
                    <a:pt x="14" y="18"/>
                  </a:lnTo>
                  <a:lnTo>
                    <a:pt x="26" y="32"/>
                  </a:lnTo>
                  <a:lnTo>
                    <a:pt x="26" y="32"/>
                  </a:lnTo>
                  <a:lnTo>
                    <a:pt x="18" y="34"/>
                  </a:lnTo>
                  <a:close/>
                  <a:moveTo>
                    <a:pt x="56" y="50"/>
                  </a:moveTo>
                  <a:lnTo>
                    <a:pt x="56" y="50"/>
                  </a:lnTo>
                  <a:lnTo>
                    <a:pt x="52" y="54"/>
                  </a:lnTo>
                  <a:lnTo>
                    <a:pt x="52" y="54"/>
                  </a:lnTo>
                  <a:lnTo>
                    <a:pt x="40" y="40"/>
                  </a:lnTo>
                  <a:lnTo>
                    <a:pt x="40" y="40"/>
                  </a:lnTo>
                  <a:lnTo>
                    <a:pt x="44" y="38"/>
                  </a:lnTo>
                  <a:lnTo>
                    <a:pt x="44" y="38"/>
                  </a:lnTo>
                  <a:lnTo>
                    <a:pt x="48" y="36"/>
                  </a:lnTo>
                  <a:lnTo>
                    <a:pt x="48" y="36"/>
                  </a:lnTo>
                  <a:lnTo>
                    <a:pt x="52" y="38"/>
                  </a:lnTo>
                  <a:lnTo>
                    <a:pt x="52" y="38"/>
                  </a:lnTo>
                  <a:lnTo>
                    <a:pt x="54" y="40"/>
                  </a:lnTo>
                  <a:lnTo>
                    <a:pt x="54" y="40"/>
                  </a:lnTo>
                  <a:lnTo>
                    <a:pt x="56" y="42"/>
                  </a:lnTo>
                  <a:lnTo>
                    <a:pt x="56" y="42"/>
                  </a:lnTo>
                  <a:lnTo>
                    <a:pt x="56" y="46"/>
                  </a:lnTo>
                  <a:lnTo>
                    <a:pt x="56" y="46"/>
                  </a:lnTo>
                  <a:lnTo>
                    <a:pt x="56" y="5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78" name="Freeform 159"/>
            <p:cNvSpPr>
              <a:spLocks/>
            </p:cNvSpPr>
            <p:nvPr/>
          </p:nvSpPr>
          <p:spPr bwMode="auto">
            <a:xfrm>
              <a:off x="4111625" y="2105025"/>
              <a:ext cx="107950" cy="114300"/>
            </a:xfrm>
            <a:custGeom>
              <a:avLst/>
              <a:gdLst/>
              <a:ahLst/>
              <a:cxnLst>
                <a:cxn ang="0">
                  <a:pos x="62" y="30"/>
                </a:cxn>
                <a:cxn ang="0">
                  <a:pos x="54" y="24"/>
                </a:cxn>
                <a:cxn ang="0">
                  <a:pos x="46" y="24"/>
                </a:cxn>
                <a:cxn ang="0">
                  <a:pos x="38" y="26"/>
                </a:cxn>
                <a:cxn ang="0">
                  <a:pos x="30" y="30"/>
                </a:cxn>
                <a:cxn ang="0">
                  <a:pos x="18" y="14"/>
                </a:cxn>
                <a:cxn ang="0">
                  <a:pos x="24" y="12"/>
                </a:cxn>
                <a:cxn ang="0">
                  <a:pos x="28" y="12"/>
                </a:cxn>
                <a:cxn ang="0">
                  <a:pos x="34" y="14"/>
                </a:cxn>
                <a:cxn ang="0">
                  <a:pos x="36" y="12"/>
                </a:cxn>
                <a:cxn ang="0">
                  <a:pos x="38" y="10"/>
                </a:cxn>
                <a:cxn ang="0">
                  <a:pos x="38" y="4"/>
                </a:cxn>
                <a:cxn ang="0">
                  <a:pos x="30" y="0"/>
                </a:cxn>
                <a:cxn ang="0">
                  <a:pos x="24" y="2"/>
                </a:cxn>
                <a:cxn ang="0">
                  <a:pos x="16" y="4"/>
                </a:cxn>
                <a:cxn ang="0">
                  <a:pos x="10" y="8"/>
                </a:cxn>
                <a:cxn ang="0">
                  <a:pos x="10" y="6"/>
                </a:cxn>
                <a:cxn ang="0">
                  <a:pos x="8" y="6"/>
                </a:cxn>
                <a:cxn ang="0">
                  <a:pos x="4" y="6"/>
                </a:cxn>
                <a:cxn ang="0">
                  <a:pos x="4" y="10"/>
                </a:cxn>
                <a:cxn ang="0">
                  <a:pos x="6" y="12"/>
                </a:cxn>
                <a:cxn ang="0">
                  <a:pos x="6" y="12"/>
                </a:cxn>
                <a:cxn ang="0">
                  <a:pos x="2" y="20"/>
                </a:cxn>
                <a:cxn ang="0">
                  <a:pos x="0" y="28"/>
                </a:cxn>
                <a:cxn ang="0">
                  <a:pos x="0" y="36"/>
                </a:cxn>
                <a:cxn ang="0">
                  <a:pos x="4" y="44"/>
                </a:cxn>
                <a:cxn ang="0">
                  <a:pos x="10" y="46"/>
                </a:cxn>
                <a:cxn ang="0">
                  <a:pos x="18" y="48"/>
                </a:cxn>
                <a:cxn ang="0">
                  <a:pos x="34" y="42"/>
                </a:cxn>
                <a:cxn ang="0">
                  <a:pos x="48" y="58"/>
                </a:cxn>
                <a:cxn ang="0">
                  <a:pos x="44" y="62"/>
                </a:cxn>
                <a:cxn ang="0">
                  <a:pos x="40" y="60"/>
                </a:cxn>
                <a:cxn ang="0">
                  <a:pos x="36" y="60"/>
                </a:cxn>
                <a:cxn ang="0">
                  <a:pos x="32" y="58"/>
                </a:cxn>
                <a:cxn ang="0">
                  <a:pos x="30" y="56"/>
                </a:cxn>
                <a:cxn ang="0">
                  <a:pos x="26" y="58"/>
                </a:cxn>
                <a:cxn ang="0">
                  <a:pos x="24" y="62"/>
                </a:cxn>
                <a:cxn ang="0">
                  <a:pos x="26" y="66"/>
                </a:cxn>
                <a:cxn ang="0">
                  <a:pos x="32" y="70"/>
                </a:cxn>
                <a:cxn ang="0">
                  <a:pos x="38" y="72"/>
                </a:cxn>
                <a:cxn ang="0">
                  <a:pos x="48" y="72"/>
                </a:cxn>
                <a:cxn ang="0">
                  <a:pos x="56" y="66"/>
                </a:cxn>
                <a:cxn ang="0">
                  <a:pos x="60" y="70"/>
                </a:cxn>
                <a:cxn ang="0">
                  <a:pos x="62" y="70"/>
                </a:cxn>
                <a:cxn ang="0">
                  <a:pos x="64" y="68"/>
                </a:cxn>
                <a:cxn ang="0">
                  <a:pos x="66" y="66"/>
                </a:cxn>
                <a:cxn ang="0">
                  <a:pos x="64" y="64"/>
                </a:cxn>
                <a:cxn ang="0">
                  <a:pos x="60" y="60"/>
                </a:cxn>
                <a:cxn ang="0">
                  <a:pos x="66" y="52"/>
                </a:cxn>
                <a:cxn ang="0">
                  <a:pos x="68" y="42"/>
                </a:cxn>
                <a:cxn ang="0">
                  <a:pos x="68" y="36"/>
                </a:cxn>
                <a:cxn ang="0">
                  <a:pos x="62" y="30"/>
                </a:cxn>
              </a:cxnLst>
              <a:rect l="0" t="0" r="r" b="b"/>
              <a:pathLst>
                <a:path w="68" h="72">
                  <a:moveTo>
                    <a:pt x="62" y="30"/>
                  </a:moveTo>
                  <a:lnTo>
                    <a:pt x="62" y="30"/>
                  </a:lnTo>
                  <a:lnTo>
                    <a:pt x="54" y="24"/>
                  </a:lnTo>
                  <a:lnTo>
                    <a:pt x="54" y="24"/>
                  </a:lnTo>
                  <a:lnTo>
                    <a:pt x="46" y="24"/>
                  </a:lnTo>
                  <a:lnTo>
                    <a:pt x="46" y="24"/>
                  </a:lnTo>
                  <a:lnTo>
                    <a:pt x="38" y="26"/>
                  </a:lnTo>
                  <a:lnTo>
                    <a:pt x="38" y="26"/>
                  </a:lnTo>
                  <a:lnTo>
                    <a:pt x="30" y="30"/>
                  </a:lnTo>
                  <a:lnTo>
                    <a:pt x="30" y="30"/>
                  </a:lnTo>
                  <a:lnTo>
                    <a:pt x="18" y="14"/>
                  </a:lnTo>
                  <a:lnTo>
                    <a:pt x="18" y="14"/>
                  </a:lnTo>
                  <a:lnTo>
                    <a:pt x="24" y="12"/>
                  </a:lnTo>
                  <a:lnTo>
                    <a:pt x="24" y="12"/>
                  </a:lnTo>
                  <a:lnTo>
                    <a:pt x="28" y="12"/>
                  </a:lnTo>
                  <a:lnTo>
                    <a:pt x="28" y="12"/>
                  </a:lnTo>
                  <a:lnTo>
                    <a:pt x="34" y="14"/>
                  </a:lnTo>
                  <a:lnTo>
                    <a:pt x="34" y="14"/>
                  </a:lnTo>
                  <a:lnTo>
                    <a:pt x="36" y="12"/>
                  </a:lnTo>
                  <a:lnTo>
                    <a:pt x="36" y="12"/>
                  </a:lnTo>
                  <a:lnTo>
                    <a:pt x="38" y="10"/>
                  </a:lnTo>
                  <a:lnTo>
                    <a:pt x="38" y="10"/>
                  </a:lnTo>
                  <a:lnTo>
                    <a:pt x="38" y="4"/>
                  </a:lnTo>
                  <a:lnTo>
                    <a:pt x="38" y="4"/>
                  </a:lnTo>
                  <a:lnTo>
                    <a:pt x="34" y="2"/>
                  </a:lnTo>
                  <a:lnTo>
                    <a:pt x="30" y="0"/>
                  </a:lnTo>
                  <a:lnTo>
                    <a:pt x="30" y="0"/>
                  </a:lnTo>
                  <a:lnTo>
                    <a:pt x="24" y="2"/>
                  </a:lnTo>
                  <a:lnTo>
                    <a:pt x="24" y="2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0" y="8"/>
                  </a:lnTo>
                  <a:lnTo>
                    <a:pt x="10" y="8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8" y="6"/>
                  </a:lnTo>
                  <a:lnTo>
                    <a:pt x="8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6" y="12"/>
                  </a:lnTo>
                  <a:lnTo>
                    <a:pt x="6" y="12"/>
                  </a:lnTo>
                  <a:lnTo>
                    <a:pt x="6" y="12"/>
                  </a:lnTo>
                  <a:lnTo>
                    <a:pt x="6" y="12"/>
                  </a:lnTo>
                  <a:lnTo>
                    <a:pt x="2" y="20"/>
                  </a:lnTo>
                  <a:lnTo>
                    <a:pt x="2" y="20"/>
                  </a:lnTo>
                  <a:lnTo>
                    <a:pt x="0" y="28"/>
                  </a:lnTo>
                  <a:lnTo>
                    <a:pt x="0" y="28"/>
                  </a:lnTo>
                  <a:lnTo>
                    <a:pt x="0" y="36"/>
                  </a:lnTo>
                  <a:lnTo>
                    <a:pt x="0" y="36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10" y="46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26" y="46"/>
                  </a:lnTo>
                  <a:lnTo>
                    <a:pt x="34" y="42"/>
                  </a:lnTo>
                  <a:lnTo>
                    <a:pt x="34" y="42"/>
                  </a:lnTo>
                  <a:lnTo>
                    <a:pt x="48" y="58"/>
                  </a:lnTo>
                  <a:lnTo>
                    <a:pt x="48" y="58"/>
                  </a:lnTo>
                  <a:lnTo>
                    <a:pt x="44" y="62"/>
                  </a:lnTo>
                  <a:lnTo>
                    <a:pt x="44" y="62"/>
                  </a:lnTo>
                  <a:lnTo>
                    <a:pt x="40" y="60"/>
                  </a:lnTo>
                  <a:lnTo>
                    <a:pt x="40" y="60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2" y="58"/>
                  </a:lnTo>
                  <a:lnTo>
                    <a:pt x="32" y="58"/>
                  </a:lnTo>
                  <a:lnTo>
                    <a:pt x="30" y="56"/>
                  </a:lnTo>
                  <a:lnTo>
                    <a:pt x="30" y="56"/>
                  </a:lnTo>
                  <a:lnTo>
                    <a:pt x="26" y="58"/>
                  </a:lnTo>
                  <a:lnTo>
                    <a:pt x="26" y="58"/>
                  </a:lnTo>
                  <a:lnTo>
                    <a:pt x="24" y="62"/>
                  </a:lnTo>
                  <a:lnTo>
                    <a:pt x="24" y="62"/>
                  </a:lnTo>
                  <a:lnTo>
                    <a:pt x="26" y="66"/>
                  </a:lnTo>
                  <a:lnTo>
                    <a:pt x="26" y="66"/>
                  </a:lnTo>
                  <a:lnTo>
                    <a:pt x="32" y="70"/>
                  </a:lnTo>
                  <a:lnTo>
                    <a:pt x="32" y="70"/>
                  </a:lnTo>
                  <a:lnTo>
                    <a:pt x="38" y="72"/>
                  </a:lnTo>
                  <a:lnTo>
                    <a:pt x="38" y="72"/>
                  </a:lnTo>
                  <a:lnTo>
                    <a:pt x="48" y="72"/>
                  </a:lnTo>
                  <a:lnTo>
                    <a:pt x="48" y="72"/>
                  </a:lnTo>
                  <a:lnTo>
                    <a:pt x="56" y="66"/>
                  </a:lnTo>
                  <a:lnTo>
                    <a:pt x="56" y="66"/>
                  </a:lnTo>
                  <a:lnTo>
                    <a:pt x="60" y="70"/>
                  </a:lnTo>
                  <a:lnTo>
                    <a:pt x="60" y="70"/>
                  </a:lnTo>
                  <a:lnTo>
                    <a:pt x="62" y="70"/>
                  </a:lnTo>
                  <a:lnTo>
                    <a:pt x="62" y="70"/>
                  </a:lnTo>
                  <a:lnTo>
                    <a:pt x="64" y="68"/>
                  </a:lnTo>
                  <a:lnTo>
                    <a:pt x="64" y="68"/>
                  </a:lnTo>
                  <a:lnTo>
                    <a:pt x="66" y="66"/>
                  </a:lnTo>
                  <a:lnTo>
                    <a:pt x="66" y="66"/>
                  </a:lnTo>
                  <a:lnTo>
                    <a:pt x="64" y="64"/>
                  </a:lnTo>
                  <a:lnTo>
                    <a:pt x="64" y="64"/>
                  </a:lnTo>
                  <a:lnTo>
                    <a:pt x="60" y="60"/>
                  </a:lnTo>
                  <a:lnTo>
                    <a:pt x="60" y="60"/>
                  </a:lnTo>
                  <a:lnTo>
                    <a:pt x="66" y="52"/>
                  </a:lnTo>
                  <a:lnTo>
                    <a:pt x="66" y="52"/>
                  </a:lnTo>
                  <a:lnTo>
                    <a:pt x="68" y="42"/>
                  </a:lnTo>
                  <a:lnTo>
                    <a:pt x="68" y="42"/>
                  </a:lnTo>
                  <a:lnTo>
                    <a:pt x="68" y="36"/>
                  </a:lnTo>
                  <a:lnTo>
                    <a:pt x="68" y="36"/>
                  </a:lnTo>
                  <a:lnTo>
                    <a:pt x="62" y="30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79" name="Freeform 160"/>
            <p:cNvSpPr>
              <a:spLocks/>
            </p:cNvSpPr>
            <p:nvPr/>
          </p:nvSpPr>
          <p:spPr bwMode="auto">
            <a:xfrm>
              <a:off x="4127500" y="2133600"/>
              <a:ext cx="25400" cy="25400"/>
            </a:xfrm>
            <a:custGeom>
              <a:avLst/>
              <a:gdLst/>
              <a:ahLst/>
              <a:cxnLst>
                <a:cxn ang="0">
                  <a:pos x="8" y="16"/>
                </a:cxn>
                <a:cxn ang="0">
                  <a:pos x="8" y="16"/>
                </a:cxn>
                <a:cxn ang="0">
                  <a:pos x="4" y="16"/>
                </a:cxn>
                <a:cxn ang="0">
                  <a:pos x="2" y="14"/>
                </a:cxn>
                <a:cxn ang="0">
                  <a:pos x="2" y="14"/>
                </a:cxn>
                <a:cxn ang="0">
                  <a:pos x="0" y="12"/>
                </a:cxn>
                <a:cxn ang="0">
                  <a:pos x="0" y="12"/>
                </a:cxn>
                <a:cxn ang="0">
                  <a:pos x="0" y="8"/>
                </a:cxn>
                <a:cxn ang="0">
                  <a:pos x="0" y="8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16" y="14"/>
                </a:cxn>
                <a:cxn ang="0">
                  <a:pos x="16" y="14"/>
                </a:cxn>
                <a:cxn ang="0">
                  <a:pos x="8" y="16"/>
                </a:cxn>
              </a:cxnLst>
              <a:rect l="0" t="0" r="r" b="b"/>
              <a:pathLst>
                <a:path w="16" h="16">
                  <a:moveTo>
                    <a:pt x="8" y="16"/>
                  </a:moveTo>
                  <a:lnTo>
                    <a:pt x="8" y="16"/>
                  </a:lnTo>
                  <a:lnTo>
                    <a:pt x="4" y="16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8"/>
                  </a:lnTo>
                  <a:lnTo>
                    <a:pt x="0" y="8"/>
                  </a:lnTo>
                  <a:lnTo>
                    <a:pt x="2" y="4"/>
                  </a:lnTo>
                  <a:lnTo>
                    <a:pt x="2" y="4"/>
                  </a:lnTo>
                  <a:lnTo>
                    <a:pt x="4" y="0"/>
                  </a:lnTo>
                  <a:lnTo>
                    <a:pt x="4" y="0"/>
                  </a:lnTo>
                  <a:lnTo>
                    <a:pt x="16" y="14"/>
                  </a:lnTo>
                  <a:lnTo>
                    <a:pt x="16" y="14"/>
                  </a:lnTo>
                  <a:lnTo>
                    <a:pt x="8" y="16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80" name="Freeform 161"/>
            <p:cNvSpPr>
              <a:spLocks/>
            </p:cNvSpPr>
            <p:nvPr/>
          </p:nvSpPr>
          <p:spPr bwMode="auto">
            <a:xfrm>
              <a:off x="4175125" y="2162175"/>
              <a:ext cx="25400" cy="28575"/>
            </a:xfrm>
            <a:custGeom>
              <a:avLst/>
              <a:gdLst/>
              <a:ahLst/>
              <a:cxnLst>
                <a:cxn ang="0">
                  <a:pos x="16" y="14"/>
                </a:cxn>
                <a:cxn ang="0">
                  <a:pos x="16" y="14"/>
                </a:cxn>
                <a:cxn ang="0">
                  <a:pos x="12" y="18"/>
                </a:cxn>
                <a:cxn ang="0">
                  <a:pos x="12" y="18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8" y="0"/>
                </a:cxn>
                <a:cxn ang="0">
                  <a:pos x="8" y="0"/>
                </a:cxn>
                <a:cxn ang="0">
                  <a:pos x="12" y="2"/>
                </a:cxn>
                <a:cxn ang="0">
                  <a:pos x="12" y="2"/>
                </a:cxn>
                <a:cxn ang="0">
                  <a:pos x="14" y="4"/>
                </a:cxn>
                <a:cxn ang="0">
                  <a:pos x="14" y="4"/>
                </a:cxn>
                <a:cxn ang="0">
                  <a:pos x="16" y="6"/>
                </a:cxn>
                <a:cxn ang="0">
                  <a:pos x="16" y="6"/>
                </a:cxn>
                <a:cxn ang="0">
                  <a:pos x="16" y="10"/>
                </a:cxn>
                <a:cxn ang="0">
                  <a:pos x="16" y="10"/>
                </a:cxn>
                <a:cxn ang="0">
                  <a:pos x="16" y="14"/>
                </a:cxn>
              </a:cxnLst>
              <a:rect l="0" t="0" r="r" b="b"/>
              <a:pathLst>
                <a:path w="16" h="18">
                  <a:moveTo>
                    <a:pt x="16" y="14"/>
                  </a:moveTo>
                  <a:lnTo>
                    <a:pt x="16" y="14"/>
                  </a:lnTo>
                  <a:lnTo>
                    <a:pt x="12" y="18"/>
                  </a:lnTo>
                  <a:lnTo>
                    <a:pt x="12" y="18"/>
                  </a:lnTo>
                  <a:lnTo>
                    <a:pt x="0" y="4"/>
                  </a:lnTo>
                  <a:lnTo>
                    <a:pt x="0" y="4"/>
                  </a:lnTo>
                  <a:lnTo>
                    <a:pt x="4" y="2"/>
                  </a:lnTo>
                  <a:lnTo>
                    <a:pt x="4" y="2"/>
                  </a:lnTo>
                  <a:lnTo>
                    <a:pt x="8" y="0"/>
                  </a:lnTo>
                  <a:lnTo>
                    <a:pt x="8" y="0"/>
                  </a:lnTo>
                  <a:lnTo>
                    <a:pt x="12" y="2"/>
                  </a:lnTo>
                  <a:lnTo>
                    <a:pt x="12" y="2"/>
                  </a:lnTo>
                  <a:lnTo>
                    <a:pt x="14" y="4"/>
                  </a:lnTo>
                  <a:lnTo>
                    <a:pt x="14" y="4"/>
                  </a:lnTo>
                  <a:lnTo>
                    <a:pt x="16" y="6"/>
                  </a:lnTo>
                  <a:lnTo>
                    <a:pt x="16" y="6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4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81" name="Freeform 162"/>
            <p:cNvSpPr>
              <a:spLocks/>
            </p:cNvSpPr>
            <p:nvPr/>
          </p:nvSpPr>
          <p:spPr bwMode="auto">
            <a:xfrm>
              <a:off x="4098925" y="2241550"/>
              <a:ext cx="60325" cy="66675"/>
            </a:xfrm>
            <a:custGeom>
              <a:avLst/>
              <a:gdLst/>
              <a:ahLst/>
              <a:cxnLst>
                <a:cxn ang="0">
                  <a:pos x="32" y="2"/>
                </a:cxn>
                <a:cxn ang="0">
                  <a:pos x="32" y="2"/>
                </a:cxn>
                <a:cxn ang="0">
                  <a:pos x="32" y="2"/>
                </a:cxn>
                <a:cxn ang="0">
                  <a:pos x="18" y="14"/>
                </a:cxn>
                <a:cxn ang="0">
                  <a:pos x="18" y="14"/>
                </a:cxn>
                <a:cxn ang="0">
                  <a:pos x="6" y="28"/>
                </a:cxn>
                <a:cxn ang="0">
                  <a:pos x="0" y="34"/>
                </a:cxn>
                <a:cxn ang="0">
                  <a:pos x="0" y="34"/>
                </a:cxn>
                <a:cxn ang="0">
                  <a:pos x="0" y="34"/>
                </a:cxn>
                <a:cxn ang="0">
                  <a:pos x="0" y="38"/>
                </a:cxn>
                <a:cxn ang="0">
                  <a:pos x="0" y="40"/>
                </a:cxn>
                <a:cxn ang="0">
                  <a:pos x="0" y="40"/>
                </a:cxn>
                <a:cxn ang="0">
                  <a:pos x="4" y="42"/>
                </a:cxn>
                <a:cxn ang="0">
                  <a:pos x="6" y="40"/>
                </a:cxn>
                <a:cxn ang="0">
                  <a:pos x="6" y="40"/>
                </a:cxn>
                <a:cxn ang="0">
                  <a:pos x="6" y="40"/>
                </a:cxn>
                <a:cxn ang="0">
                  <a:pos x="12" y="32"/>
                </a:cxn>
                <a:cxn ang="0">
                  <a:pos x="12" y="32"/>
                </a:cxn>
                <a:cxn ang="0">
                  <a:pos x="22" y="20"/>
                </a:cxn>
                <a:cxn ang="0">
                  <a:pos x="22" y="20"/>
                </a:cxn>
                <a:cxn ang="0">
                  <a:pos x="36" y="8"/>
                </a:cxn>
                <a:cxn ang="0">
                  <a:pos x="36" y="8"/>
                </a:cxn>
                <a:cxn ang="0">
                  <a:pos x="36" y="8"/>
                </a:cxn>
                <a:cxn ang="0">
                  <a:pos x="38" y="8"/>
                </a:cxn>
                <a:cxn ang="0">
                  <a:pos x="38" y="8"/>
                </a:cxn>
                <a:cxn ang="0">
                  <a:pos x="38" y="4"/>
                </a:cxn>
                <a:cxn ang="0">
                  <a:pos x="38" y="2"/>
                </a:cxn>
                <a:cxn ang="0">
                  <a:pos x="38" y="2"/>
                </a:cxn>
                <a:cxn ang="0">
                  <a:pos x="34" y="0"/>
                </a:cxn>
                <a:cxn ang="0">
                  <a:pos x="32" y="2"/>
                </a:cxn>
              </a:cxnLst>
              <a:rect l="0" t="0" r="r" b="b"/>
              <a:pathLst>
                <a:path w="38" h="42">
                  <a:moveTo>
                    <a:pt x="32" y="2"/>
                  </a:moveTo>
                  <a:lnTo>
                    <a:pt x="32" y="2"/>
                  </a:lnTo>
                  <a:lnTo>
                    <a:pt x="32" y="2"/>
                  </a:lnTo>
                  <a:lnTo>
                    <a:pt x="18" y="14"/>
                  </a:lnTo>
                  <a:lnTo>
                    <a:pt x="18" y="14"/>
                  </a:lnTo>
                  <a:lnTo>
                    <a:pt x="6" y="28"/>
                  </a:lnTo>
                  <a:lnTo>
                    <a:pt x="0" y="34"/>
                  </a:lnTo>
                  <a:lnTo>
                    <a:pt x="0" y="34"/>
                  </a:lnTo>
                  <a:lnTo>
                    <a:pt x="0" y="34"/>
                  </a:lnTo>
                  <a:lnTo>
                    <a:pt x="0" y="38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4" y="42"/>
                  </a:lnTo>
                  <a:lnTo>
                    <a:pt x="6" y="40"/>
                  </a:lnTo>
                  <a:lnTo>
                    <a:pt x="6" y="40"/>
                  </a:lnTo>
                  <a:lnTo>
                    <a:pt x="6" y="40"/>
                  </a:lnTo>
                  <a:lnTo>
                    <a:pt x="12" y="32"/>
                  </a:lnTo>
                  <a:lnTo>
                    <a:pt x="12" y="32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36" y="8"/>
                  </a:lnTo>
                  <a:lnTo>
                    <a:pt x="36" y="8"/>
                  </a:lnTo>
                  <a:lnTo>
                    <a:pt x="36" y="8"/>
                  </a:lnTo>
                  <a:lnTo>
                    <a:pt x="38" y="8"/>
                  </a:lnTo>
                  <a:lnTo>
                    <a:pt x="38" y="8"/>
                  </a:lnTo>
                  <a:lnTo>
                    <a:pt x="38" y="4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4" y="0"/>
                  </a:lnTo>
                  <a:lnTo>
                    <a:pt x="32" y="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82" name="Freeform 163"/>
            <p:cNvSpPr>
              <a:spLocks/>
            </p:cNvSpPr>
            <p:nvPr/>
          </p:nvSpPr>
          <p:spPr bwMode="auto">
            <a:xfrm>
              <a:off x="4098925" y="2241550"/>
              <a:ext cx="60325" cy="66675"/>
            </a:xfrm>
            <a:custGeom>
              <a:avLst/>
              <a:gdLst/>
              <a:ahLst/>
              <a:cxnLst>
                <a:cxn ang="0">
                  <a:pos x="32" y="2"/>
                </a:cxn>
                <a:cxn ang="0">
                  <a:pos x="32" y="2"/>
                </a:cxn>
                <a:cxn ang="0">
                  <a:pos x="32" y="2"/>
                </a:cxn>
                <a:cxn ang="0">
                  <a:pos x="18" y="14"/>
                </a:cxn>
                <a:cxn ang="0">
                  <a:pos x="18" y="14"/>
                </a:cxn>
                <a:cxn ang="0">
                  <a:pos x="6" y="28"/>
                </a:cxn>
                <a:cxn ang="0">
                  <a:pos x="0" y="34"/>
                </a:cxn>
                <a:cxn ang="0">
                  <a:pos x="0" y="34"/>
                </a:cxn>
                <a:cxn ang="0">
                  <a:pos x="0" y="34"/>
                </a:cxn>
                <a:cxn ang="0">
                  <a:pos x="0" y="38"/>
                </a:cxn>
                <a:cxn ang="0">
                  <a:pos x="0" y="40"/>
                </a:cxn>
                <a:cxn ang="0">
                  <a:pos x="0" y="40"/>
                </a:cxn>
                <a:cxn ang="0">
                  <a:pos x="4" y="42"/>
                </a:cxn>
                <a:cxn ang="0">
                  <a:pos x="6" y="40"/>
                </a:cxn>
                <a:cxn ang="0">
                  <a:pos x="6" y="40"/>
                </a:cxn>
                <a:cxn ang="0">
                  <a:pos x="6" y="40"/>
                </a:cxn>
                <a:cxn ang="0">
                  <a:pos x="12" y="32"/>
                </a:cxn>
                <a:cxn ang="0">
                  <a:pos x="12" y="32"/>
                </a:cxn>
                <a:cxn ang="0">
                  <a:pos x="22" y="20"/>
                </a:cxn>
                <a:cxn ang="0">
                  <a:pos x="22" y="20"/>
                </a:cxn>
                <a:cxn ang="0">
                  <a:pos x="36" y="8"/>
                </a:cxn>
                <a:cxn ang="0">
                  <a:pos x="36" y="8"/>
                </a:cxn>
                <a:cxn ang="0">
                  <a:pos x="36" y="8"/>
                </a:cxn>
                <a:cxn ang="0">
                  <a:pos x="38" y="8"/>
                </a:cxn>
                <a:cxn ang="0">
                  <a:pos x="38" y="8"/>
                </a:cxn>
                <a:cxn ang="0">
                  <a:pos x="38" y="4"/>
                </a:cxn>
                <a:cxn ang="0">
                  <a:pos x="38" y="2"/>
                </a:cxn>
                <a:cxn ang="0">
                  <a:pos x="38" y="2"/>
                </a:cxn>
                <a:cxn ang="0">
                  <a:pos x="34" y="0"/>
                </a:cxn>
                <a:cxn ang="0">
                  <a:pos x="32" y="2"/>
                </a:cxn>
              </a:cxnLst>
              <a:rect l="0" t="0" r="r" b="b"/>
              <a:pathLst>
                <a:path w="38" h="42">
                  <a:moveTo>
                    <a:pt x="32" y="2"/>
                  </a:moveTo>
                  <a:lnTo>
                    <a:pt x="32" y="2"/>
                  </a:lnTo>
                  <a:lnTo>
                    <a:pt x="32" y="2"/>
                  </a:lnTo>
                  <a:lnTo>
                    <a:pt x="18" y="14"/>
                  </a:lnTo>
                  <a:lnTo>
                    <a:pt x="18" y="14"/>
                  </a:lnTo>
                  <a:lnTo>
                    <a:pt x="6" y="28"/>
                  </a:lnTo>
                  <a:lnTo>
                    <a:pt x="0" y="34"/>
                  </a:lnTo>
                  <a:lnTo>
                    <a:pt x="0" y="34"/>
                  </a:lnTo>
                  <a:lnTo>
                    <a:pt x="0" y="34"/>
                  </a:lnTo>
                  <a:lnTo>
                    <a:pt x="0" y="38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4" y="42"/>
                  </a:lnTo>
                  <a:lnTo>
                    <a:pt x="6" y="40"/>
                  </a:lnTo>
                  <a:lnTo>
                    <a:pt x="6" y="40"/>
                  </a:lnTo>
                  <a:lnTo>
                    <a:pt x="6" y="40"/>
                  </a:lnTo>
                  <a:lnTo>
                    <a:pt x="12" y="32"/>
                  </a:lnTo>
                  <a:lnTo>
                    <a:pt x="12" y="32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36" y="8"/>
                  </a:lnTo>
                  <a:lnTo>
                    <a:pt x="36" y="8"/>
                  </a:lnTo>
                  <a:lnTo>
                    <a:pt x="36" y="8"/>
                  </a:lnTo>
                  <a:lnTo>
                    <a:pt x="38" y="8"/>
                  </a:lnTo>
                  <a:lnTo>
                    <a:pt x="38" y="8"/>
                  </a:lnTo>
                  <a:lnTo>
                    <a:pt x="38" y="4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4" y="0"/>
                  </a:lnTo>
                  <a:lnTo>
                    <a:pt x="32" y="2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83" name="Freeform 164"/>
            <p:cNvSpPr>
              <a:spLocks/>
            </p:cNvSpPr>
            <p:nvPr/>
          </p:nvSpPr>
          <p:spPr bwMode="auto">
            <a:xfrm>
              <a:off x="4171950" y="2025650"/>
              <a:ext cx="60325" cy="63500"/>
            </a:xfrm>
            <a:custGeom>
              <a:avLst/>
              <a:gdLst/>
              <a:ahLst/>
              <a:cxnLst>
                <a:cxn ang="0">
                  <a:pos x="16" y="22"/>
                </a:cxn>
                <a:cxn ang="0">
                  <a:pos x="16" y="22"/>
                </a:cxn>
                <a:cxn ang="0">
                  <a:pos x="2" y="34"/>
                </a:cxn>
                <a:cxn ang="0">
                  <a:pos x="2" y="34"/>
                </a:cxn>
                <a:cxn ang="0">
                  <a:pos x="0" y="34"/>
                </a:cxn>
                <a:cxn ang="0">
                  <a:pos x="0" y="34"/>
                </a:cxn>
                <a:cxn ang="0">
                  <a:pos x="0" y="36"/>
                </a:cxn>
                <a:cxn ang="0">
                  <a:pos x="0" y="40"/>
                </a:cxn>
                <a:cxn ang="0">
                  <a:pos x="0" y="40"/>
                </a:cxn>
                <a:cxn ang="0">
                  <a:pos x="4" y="40"/>
                </a:cxn>
                <a:cxn ang="0">
                  <a:pos x="6" y="40"/>
                </a:cxn>
                <a:cxn ang="0">
                  <a:pos x="6" y="40"/>
                </a:cxn>
                <a:cxn ang="0">
                  <a:pos x="6" y="40"/>
                </a:cxn>
                <a:cxn ang="0">
                  <a:pos x="20" y="28"/>
                </a:cxn>
                <a:cxn ang="0">
                  <a:pos x="20" y="28"/>
                </a:cxn>
                <a:cxn ang="0">
                  <a:pos x="32" y="14"/>
                </a:cxn>
                <a:cxn ang="0">
                  <a:pos x="38" y="6"/>
                </a:cxn>
                <a:cxn ang="0">
                  <a:pos x="38" y="6"/>
                </a:cxn>
                <a:cxn ang="0">
                  <a:pos x="38" y="6"/>
                </a:cxn>
                <a:cxn ang="0">
                  <a:pos x="38" y="4"/>
                </a:cxn>
                <a:cxn ang="0">
                  <a:pos x="38" y="0"/>
                </a:cxn>
                <a:cxn ang="0">
                  <a:pos x="38" y="0"/>
                </a:cxn>
                <a:cxn ang="0">
                  <a:pos x="34" y="0"/>
                </a:cxn>
                <a:cxn ang="0">
                  <a:pos x="32" y="0"/>
                </a:cxn>
                <a:cxn ang="0">
                  <a:pos x="32" y="0"/>
                </a:cxn>
                <a:cxn ang="0">
                  <a:pos x="32" y="2"/>
                </a:cxn>
                <a:cxn ang="0">
                  <a:pos x="26" y="10"/>
                </a:cxn>
                <a:cxn ang="0">
                  <a:pos x="26" y="10"/>
                </a:cxn>
                <a:cxn ang="0">
                  <a:pos x="16" y="22"/>
                </a:cxn>
              </a:cxnLst>
              <a:rect l="0" t="0" r="r" b="b"/>
              <a:pathLst>
                <a:path w="38" h="40">
                  <a:moveTo>
                    <a:pt x="16" y="22"/>
                  </a:moveTo>
                  <a:lnTo>
                    <a:pt x="16" y="22"/>
                  </a:lnTo>
                  <a:lnTo>
                    <a:pt x="2" y="34"/>
                  </a:lnTo>
                  <a:lnTo>
                    <a:pt x="2" y="34"/>
                  </a:lnTo>
                  <a:lnTo>
                    <a:pt x="0" y="34"/>
                  </a:lnTo>
                  <a:lnTo>
                    <a:pt x="0" y="34"/>
                  </a:lnTo>
                  <a:lnTo>
                    <a:pt x="0" y="36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4" y="40"/>
                  </a:lnTo>
                  <a:lnTo>
                    <a:pt x="6" y="40"/>
                  </a:lnTo>
                  <a:lnTo>
                    <a:pt x="6" y="40"/>
                  </a:lnTo>
                  <a:lnTo>
                    <a:pt x="6" y="40"/>
                  </a:lnTo>
                  <a:lnTo>
                    <a:pt x="20" y="28"/>
                  </a:lnTo>
                  <a:lnTo>
                    <a:pt x="20" y="28"/>
                  </a:lnTo>
                  <a:lnTo>
                    <a:pt x="32" y="14"/>
                  </a:lnTo>
                  <a:lnTo>
                    <a:pt x="38" y="6"/>
                  </a:lnTo>
                  <a:lnTo>
                    <a:pt x="38" y="6"/>
                  </a:lnTo>
                  <a:lnTo>
                    <a:pt x="38" y="6"/>
                  </a:lnTo>
                  <a:lnTo>
                    <a:pt x="38" y="4"/>
                  </a:lnTo>
                  <a:lnTo>
                    <a:pt x="38" y="0"/>
                  </a:lnTo>
                  <a:lnTo>
                    <a:pt x="38" y="0"/>
                  </a:lnTo>
                  <a:lnTo>
                    <a:pt x="34" y="0"/>
                  </a:lnTo>
                  <a:lnTo>
                    <a:pt x="32" y="0"/>
                  </a:lnTo>
                  <a:lnTo>
                    <a:pt x="32" y="0"/>
                  </a:lnTo>
                  <a:lnTo>
                    <a:pt x="32" y="2"/>
                  </a:lnTo>
                  <a:lnTo>
                    <a:pt x="26" y="10"/>
                  </a:lnTo>
                  <a:lnTo>
                    <a:pt x="26" y="10"/>
                  </a:lnTo>
                  <a:lnTo>
                    <a:pt x="16" y="2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84" name="Freeform 165"/>
            <p:cNvSpPr>
              <a:spLocks/>
            </p:cNvSpPr>
            <p:nvPr/>
          </p:nvSpPr>
          <p:spPr bwMode="auto">
            <a:xfrm>
              <a:off x="4171950" y="2025650"/>
              <a:ext cx="60325" cy="63500"/>
            </a:xfrm>
            <a:custGeom>
              <a:avLst/>
              <a:gdLst/>
              <a:ahLst/>
              <a:cxnLst>
                <a:cxn ang="0">
                  <a:pos x="16" y="22"/>
                </a:cxn>
                <a:cxn ang="0">
                  <a:pos x="16" y="22"/>
                </a:cxn>
                <a:cxn ang="0">
                  <a:pos x="2" y="34"/>
                </a:cxn>
                <a:cxn ang="0">
                  <a:pos x="2" y="34"/>
                </a:cxn>
                <a:cxn ang="0">
                  <a:pos x="0" y="34"/>
                </a:cxn>
                <a:cxn ang="0">
                  <a:pos x="0" y="34"/>
                </a:cxn>
                <a:cxn ang="0">
                  <a:pos x="0" y="36"/>
                </a:cxn>
                <a:cxn ang="0">
                  <a:pos x="0" y="40"/>
                </a:cxn>
                <a:cxn ang="0">
                  <a:pos x="0" y="40"/>
                </a:cxn>
                <a:cxn ang="0">
                  <a:pos x="4" y="40"/>
                </a:cxn>
                <a:cxn ang="0">
                  <a:pos x="6" y="40"/>
                </a:cxn>
                <a:cxn ang="0">
                  <a:pos x="6" y="40"/>
                </a:cxn>
                <a:cxn ang="0">
                  <a:pos x="6" y="40"/>
                </a:cxn>
                <a:cxn ang="0">
                  <a:pos x="20" y="28"/>
                </a:cxn>
                <a:cxn ang="0">
                  <a:pos x="20" y="28"/>
                </a:cxn>
                <a:cxn ang="0">
                  <a:pos x="32" y="14"/>
                </a:cxn>
                <a:cxn ang="0">
                  <a:pos x="38" y="6"/>
                </a:cxn>
                <a:cxn ang="0">
                  <a:pos x="38" y="6"/>
                </a:cxn>
                <a:cxn ang="0">
                  <a:pos x="38" y="6"/>
                </a:cxn>
                <a:cxn ang="0">
                  <a:pos x="38" y="4"/>
                </a:cxn>
                <a:cxn ang="0">
                  <a:pos x="38" y="0"/>
                </a:cxn>
                <a:cxn ang="0">
                  <a:pos x="38" y="0"/>
                </a:cxn>
                <a:cxn ang="0">
                  <a:pos x="34" y="0"/>
                </a:cxn>
                <a:cxn ang="0">
                  <a:pos x="32" y="0"/>
                </a:cxn>
                <a:cxn ang="0">
                  <a:pos x="32" y="0"/>
                </a:cxn>
                <a:cxn ang="0">
                  <a:pos x="32" y="2"/>
                </a:cxn>
                <a:cxn ang="0">
                  <a:pos x="26" y="10"/>
                </a:cxn>
                <a:cxn ang="0">
                  <a:pos x="26" y="10"/>
                </a:cxn>
                <a:cxn ang="0">
                  <a:pos x="16" y="22"/>
                </a:cxn>
              </a:cxnLst>
              <a:rect l="0" t="0" r="r" b="b"/>
              <a:pathLst>
                <a:path w="38" h="40">
                  <a:moveTo>
                    <a:pt x="16" y="22"/>
                  </a:moveTo>
                  <a:lnTo>
                    <a:pt x="16" y="22"/>
                  </a:lnTo>
                  <a:lnTo>
                    <a:pt x="2" y="34"/>
                  </a:lnTo>
                  <a:lnTo>
                    <a:pt x="2" y="34"/>
                  </a:lnTo>
                  <a:lnTo>
                    <a:pt x="0" y="34"/>
                  </a:lnTo>
                  <a:lnTo>
                    <a:pt x="0" y="34"/>
                  </a:lnTo>
                  <a:lnTo>
                    <a:pt x="0" y="36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4" y="40"/>
                  </a:lnTo>
                  <a:lnTo>
                    <a:pt x="6" y="40"/>
                  </a:lnTo>
                  <a:lnTo>
                    <a:pt x="6" y="40"/>
                  </a:lnTo>
                  <a:lnTo>
                    <a:pt x="6" y="40"/>
                  </a:lnTo>
                  <a:lnTo>
                    <a:pt x="20" y="28"/>
                  </a:lnTo>
                  <a:lnTo>
                    <a:pt x="20" y="28"/>
                  </a:lnTo>
                  <a:lnTo>
                    <a:pt x="32" y="14"/>
                  </a:lnTo>
                  <a:lnTo>
                    <a:pt x="38" y="6"/>
                  </a:lnTo>
                  <a:lnTo>
                    <a:pt x="38" y="6"/>
                  </a:lnTo>
                  <a:lnTo>
                    <a:pt x="38" y="6"/>
                  </a:lnTo>
                  <a:lnTo>
                    <a:pt x="38" y="4"/>
                  </a:lnTo>
                  <a:lnTo>
                    <a:pt x="38" y="0"/>
                  </a:lnTo>
                  <a:lnTo>
                    <a:pt x="38" y="0"/>
                  </a:lnTo>
                  <a:lnTo>
                    <a:pt x="34" y="0"/>
                  </a:lnTo>
                  <a:lnTo>
                    <a:pt x="32" y="0"/>
                  </a:lnTo>
                  <a:lnTo>
                    <a:pt x="32" y="0"/>
                  </a:lnTo>
                  <a:lnTo>
                    <a:pt x="32" y="2"/>
                  </a:lnTo>
                  <a:lnTo>
                    <a:pt x="26" y="10"/>
                  </a:lnTo>
                  <a:lnTo>
                    <a:pt x="26" y="10"/>
                  </a:lnTo>
                  <a:lnTo>
                    <a:pt x="16" y="22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</p:grpSp>
      <p:sp>
        <p:nvSpPr>
          <p:cNvPr id="11" name="Freeform 181"/>
          <p:cNvSpPr>
            <a:spLocks noEditPoints="1"/>
          </p:cNvSpPr>
          <p:nvPr/>
        </p:nvSpPr>
        <p:spPr bwMode="auto">
          <a:xfrm>
            <a:off x="6280045" y="2590112"/>
            <a:ext cx="465099" cy="465099"/>
          </a:xfrm>
          <a:custGeom>
            <a:avLst/>
            <a:gdLst/>
            <a:ahLst/>
            <a:cxnLst>
              <a:cxn ang="0">
                <a:pos x="252" y="2"/>
              </a:cxn>
              <a:cxn ang="0">
                <a:pos x="252" y="2"/>
              </a:cxn>
              <a:cxn ang="0">
                <a:pos x="248" y="0"/>
              </a:cxn>
              <a:cxn ang="0">
                <a:pos x="248" y="0"/>
              </a:cxn>
              <a:cxn ang="0">
                <a:pos x="244" y="2"/>
              </a:cxn>
              <a:cxn ang="0">
                <a:pos x="4" y="162"/>
              </a:cxn>
              <a:cxn ang="0">
                <a:pos x="4" y="162"/>
              </a:cxn>
              <a:cxn ang="0">
                <a:pos x="0" y="164"/>
              </a:cxn>
              <a:cxn ang="0">
                <a:pos x="0" y="168"/>
              </a:cxn>
              <a:cxn ang="0">
                <a:pos x="0" y="168"/>
              </a:cxn>
              <a:cxn ang="0">
                <a:pos x="2" y="172"/>
              </a:cxn>
              <a:cxn ang="0">
                <a:pos x="6" y="176"/>
              </a:cxn>
              <a:cxn ang="0">
                <a:pos x="68" y="200"/>
              </a:cxn>
              <a:cxn ang="0">
                <a:pos x="98" y="252"/>
              </a:cxn>
              <a:cxn ang="0">
                <a:pos x="98" y="252"/>
              </a:cxn>
              <a:cxn ang="0">
                <a:pos x="100" y="254"/>
              </a:cxn>
              <a:cxn ang="0">
                <a:pos x="104" y="256"/>
              </a:cxn>
              <a:cxn ang="0">
                <a:pos x="104" y="256"/>
              </a:cxn>
              <a:cxn ang="0">
                <a:pos x="104" y="256"/>
              </a:cxn>
              <a:cxn ang="0">
                <a:pos x="108" y="254"/>
              </a:cxn>
              <a:cxn ang="0">
                <a:pos x="110" y="252"/>
              </a:cxn>
              <a:cxn ang="0">
                <a:pos x="128" y="224"/>
              </a:cxn>
              <a:cxn ang="0">
                <a:pos x="206" y="256"/>
              </a:cxn>
              <a:cxn ang="0">
                <a:pos x="206" y="256"/>
              </a:cxn>
              <a:cxn ang="0">
                <a:pos x="208" y="256"/>
              </a:cxn>
              <a:cxn ang="0">
                <a:pos x="208" y="256"/>
              </a:cxn>
              <a:cxn ang="0">
                <a:pos x="212" y="254"/>
              </a:cxn>
              <a:cxn ang="0">
                <a:pos x="212" y="254"/>
              </a:cxn>
              <a:cxn ang="0">
                <a:pos x="214" y="252"/>
              </a:cxn>
              <a:cxn ang="0">
                <a:pos x="216" y="250"/>
              </a:cxn>
              <a:cxn ang="0">
                <a:pos x="256" y="10"/>
              </a:cxn>
              <a:cxn ang="0">
                <a:pos x="256" y="10"/>
              </a:cxn>
              <a:cxn ang="0">
                <a:pos x="256" y="4"/>
              </a:cxn>
              <a:cxn ang="0">
                <a:pos x="252" y="2"/>
              </a:cxn>
              <a:cxn ang="0">
                <a:pos x="26" y="166"/>
              </a:cxn>
              <a:cxn ang="0">
                <a:pos x="210" y="42"/>
              </a:cxn>
              <a:cxn ang="0">
                <a:pos x="76" y="186"/>
              </a:cxn>
              <a:cxn ang="0">
                <a:pos x="76" y="186"/>
              </a:cxn>
              <a:cxn ang="0">
                <a:pos x="74" y="186"/>
              </a:cxn>
              <a:cxn ang="0">
                <a:pos x="26" y="166"/>
              </a:cxn>
              <a:cxn ang="0">
                <a:pos x="82" y="192"/>
              </a:cxn>
              <a:cxn ang="0">
                <a:pos x="82" y="192"/>
              </a:cxn>
              <a:cxn ang="0">
                <a:pos x="82" y="192"/>
              </a:cxn>
              <a:cxn ang="0">
                <a:pos x="234" y="30"/>
              </a:cxn>
              <a:cxn ang="0">
                <a:pos x="104" y="232"/>
              </a:cxn>
              <a:cxn ang="0">
                <a:pos x="82" y="192"/>
              </a:cxn>
              <a:cxn ang="0">
                <a:pos x="202" y="236"/>
              </a:cxn>
              <a:cxn ang="0">
                <a:pos x="134" y="210"/>
              </a:cxn>
              <a:cxn ang="0">
                <a:pos x="134" y="210"/>
              </a:cxn>
              <a:cxn ang="0">
                <a:pos x="128" y="208"/>
              </a:cxn>
              <a:cxn ang="0">
                <a:pos x="234" y="46"/>
              </a:cxn>
              <a:cxn ang="0">
                <a:pos x="202" y="236"/>
              </a:cxn>
            </a:cxnLst>
            <a:rect l="0" t="0" r="r" b="b"/>
            <a:pathLst>
              <a:path w="256" h="256">
                <a:moveTo>
                  <a:pt x="252" y="2"/>
                </a:moveTo>
                <a:lnTo>
                  <a:pt x="252" y="2"/>
                </a:lnTo>
                <a:lnTo>
                  <a:pt x="248" y="0"/>
                </a:lnTo>
                <a:lnTo>
                  <a:pt x="248" y="0"/>
                </a:lnTo>
                <a:lnTo>
                  <a:pt x="244" y="2"/>
                </a:lnTo>
                <a:lnTo>
                  <a:pt x="4" y="162"/>
                </a:lnTo>
                <a:lnTo>
                  <a:pt x="4" y="162"/>
                </a:lnTo>
                <a:lnTo>
                  <a:pt x="0" y="164"/>
                </a:lnTo>
                <a:lnTo>
                  <a:pt x="0" y="168"/>
                </a:lnTo>
                <a:lnTo>
                  <a:pt x="0" y="168"/>
                </a:lnTo>
                <a:lnTo>
                  <a:pt x="2" y="172"/>
                </a:lnTo>
                <a:lnTo>
                  <a:pt x="6" y="176"/>
                </a:lnTo>
                <a:lnTo>
                  <a:pt x="68" y="200"/>
                </a:lnTo>
                <a:lnTo>
                  <a:pt x="98" y="252"/>
                </a:lnTo>
                <a:lnTo>
                  <a:pt x="98" y="252"/>
                </a:lnTo>
                <a:lnTo>
                  <a:pt x="100" y="254"/>
                </a:lnTo>
                <a:lnTo>
                  <a:pt x="104" y="256"/>
                </a:lnTo>
                <a:lnTo>
                  <a:pt x="104" y="256"/>
                </a:lnTo>
                <a:lnTo>
                  <a:pt x="104" y="256"/>
                </a:lnTo>
                <a:lnTo>
                  <a:pt x="108" y="254"/>
                </a:lnTo>
                <a:lnTo>
                  <a:pt x="110" y="252"/>
                </a:lnTo>
                <a:lnTo>
                  <a:pt x="128" y="224"/>
                </a:lnTo>
                <a:lnTo>
                  <a:pt x="206" y="256"/>
                </a:lnTo>
                <a:lnTo>
                  <a:pt x="206" y="256"/>
                </a:lnTo>
                <a:lnTo>
                  <a:pt x="208" y="256"/>
                </a:lnTo>
                <a:lnTo>
                  <a:pt x="208" y="256"/>
                </a:lnTo>
                <a:lnTo>
                  <a:pt x="212" y="254"/>
                </a:lnTo>
                <a:lnTo>
                  <a:pt x="212" y="254"/>
                </a:lnTo>
                <a:lnTo>
                  <a:pt x="214" y="252"/>
                </a:lnTo>
                <a:lnTo>
                  <a:pt x="216" y="250"/>
                </a:lnTo>
                <a:lnTo>
                  <a:pt x="256" y="10"/>
                </a:lnTo>
                <a:lnTo>
                  <a:pt x="256" y="10"/>
                </a:lnTo>
                <a:lnTo>
                  <a:pt x="256" y="4"/>
                </a:lnTo>
                <a:lnTo>
                  <a:pt x="252" y="2"/>
                </a:lnTo>
                <a:close/>
                <a:moveTo>
                  <a:pt x="26" y="166"/>
                </a:moveTo>
                <a:lnTo>
                  <a:pt x="210" y="42"/>
                </a:lnTo>
                <a:lnTo>
                  <a:pt x="76" y="186"/>
                </a:lnTo>
                <a:lnTo>
                  <a:pt x="76" y="186"/>
                </a:lnTo>
                <a:lnTo>
                  <a:pt x="74" y="186"/>
                </a:lnTo>
                <a:lnTo>
                  <a:pt x="26" y="166"/>
                </a:lnTo>
                <a:close/>
                <a:moveTo>
                  <a:pt x="82" y="192"/>
                </a:moveTo>
                <a:lnTo>
                  <a:pt x="82" y="192"/>
                </a:lnTo>
                <a:lnTo>
                  <a:pt x="82" y="192"/>
                </a:lnTo>
                <a:lnTo>
                  <a:pt x="234" y="30"/>
                </a:lnTo>
                <a:lnTo>
                  <a:pt x="104" y="232"/>
                </a:lnTo>
                <a:lnTo>
                  <a:pt x="82" y="192"/>
                </a:lnTo>
                <a:close/>
                <a:moveTo>
                  <a:pt x="202" y="236"/>
                </a:moveTo>
                <a:lnTo>
                  <a:pt x="134" y="210"/>
                </a:lnTo>
                <a:lnTo>
                  <a:pt x="134" y="210"/>
                </a:lnTo>
                <a:lnTo>
                  <a:pt x="128" y="208"/>
                </a:lnTo>
                <a:lnTo>
                  <a:pt x="234" y="46"/>
                </a:lnTo>
                <a:lnTo>
                  <a:pt x="202" y="236"/>
                </a:lnTo>
                <a:close/>
              </a:path>
            </a:pathLst>
          </a:custGeom>
          <a:solidFill>
            <a:schemeClr val="accent1"/>
          </a:solidFill>
          <a:ln w="9525">
            <a:noFill/>
            <a:round/>
            <a:headEnd/>
            <a:tailEnd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ar-SA" sz="2288"/>
          </a:p>
        </p:txBody>
      </p:sp>
      <p:grpSp>
        <p:nvGrpSpPr>
          <p:cNvPr id="12" name="Group 11"/>
          <p:cNvGrpSpPr/>
          <p:nvPr/>
        </p:nvGrpSpPr>
        <p:grpSpPr>
          <a:xfrm>
            <a:off x="10000837" y="1659915"/>
            <a:ext cx="465099" cy="436029"/>
            <a:chOff x="5588000" y="1149350"/>
            <a:chExt cx="406400" cy="381000"/>
          </a:xfrm>
          <a:solidFill>
            <a:schemeClr val="accent1"/>
          </a:solidFill>
        </p:grpSpPr>
        <p:sp>
          <p:nvSpPr>
            <p:cNvPr id="160" name="Freeform 208"/>
            <p:cNvSpPr>
              <a:spLocks noEditPoints="1"/>
            </p:cNvSpPr>
            <p:nvPr/>
          </p:nvSpPr>
          <p:spPr bwMode="auto">
            <a:xfrm>
              <a:off x="5588000" y="1149350"/>
              <a:ext cx="406400" cy="381000"/>
            </a:xfrm>
            <a:custGeom>
              <a:avLst/>
              <a:gdLst/>
              <a:ahLst/>
              <a:cxnLst>
                <a:cxn ang="0">
                  <a:pos x="204" y="4"/>
                </a:cxn>
                <a:cxn ang="0">
                  <a:pos x="198" y="2"/>
                </a:cxn>
                <a:cxn ang="0">
                  <a:pos x="24" y="0"/>
                </a:cxn>
                <a:cxn ang="0">
                  <a:pos x="14" y="2"/>
                </a:cxn>
                <a:cxn ang="0">
                  <a:pos x="2" y="14"/>
                </a:cxn>
                <a:cxn ang="0">
                  <a:pos x="0" y="216"/>
                </a:cxn>
                <a:cxn ang="0">
                  <a:pos x="2" y="226"/>
                </a:cxn>
                <a:cxn ang="0">
                  <a:pos x="14" y="238"/>
                </a:cxn>
                <a:cxn ang="0">
                  <a:pos x="232" y="240"/>
                </a:cxn>
                <a:cxn ang="0">
                  <a:pos x="242" y="238"/>
                </a:cxn>
                <a:cxn ang="0">
                  <a:pos x="254" y="226"/>
                </a:cxn>
                <a:cxn ang="0">
                  <a:pos x="256" y="64"/>
                </a:cxn>
                <a:cxn ang="0">
                  <a:pos x="254" y="58"/>
                </a:cxn>
                <a:cxn ang="0">
                  <a:pos x="240" y="216"/>
                </a:cxn>
                <a:cxn ang="0">
                  <a:pos x="240" y="220"/>
                </a:cxn>
                <a:cxn ang="0">
                  <a:pos x="236" y="224"/>
                </a:cxn>
                <a:cxn ang="0">
                  <a:pos x="24" y="224"/>
                </a:cxn>
                <a:cxn ang="0">
                  <a:pos x="20" y="224"/>
                </a:cxn>
                <a:cxn ang="0">
                  <a:pos x="16" y="220"/>
                </a:cxn>
                <a:cxn ang="0">
                  <a:pos x="16" y="24"/>
                </a:cxn>
                <a:cxn ang="0">
                  <a:pos x="16" y="20"/>
                </a:cxn>
                <a:cxn ang="0">
                  <a:pos x="20" y="16"/>
                </a:cxn>
                <a:cxn ang="0">
                  <a:pos x="184" y="16"/>
                </a:cxn>
                <a:cxn ang="0">
                  <a:pos x="184" y="48"/>
                </a:cxn>
                <a:cxn ang="0">
                  <a:pos x="186" y="58"/>
                </a:cxn>
                <a:cxn ang="0">
                  <a:pos x="198" y="70"/>
                </a:cxn>
                <a:cxn ang="0">
                  <a:pos x="216" y="72"/>
                </a:cxn>
                <a:cxn ang="0">
                  <a:pos x="240" y="216"/>
                </a:cxn>
                <a:cxn ang="0">
                  <a:pos x="208" y="64"/>
                </a:cxn>
                <a:cxn ang="0">
                  <a:pos x="202" y="62"/>
                </a:cxn>
                <a:cxn ang="0">
                  <a:pos x="194" y="54"/>
                </a:cxn>
                <a:cxn ang="0">
                  <a:pos x="192" y="48"/>
                </a:cxn>
                <a:cxn ang="0">
                  <a:pos x="240" y="64"/>
                </a:cxn>
              </a:cxnLst>
              <a:rect l="0" t="0" r="r" b="b"/>
              <a:pathLst>
                <a:path w="256" h="240">
                  <a:moveTo>
                    <a:pt x="252" y="52"/>
                  </a:moveTo>
                  <a:lnTo>
                    <a:pt x="204" y="4"/>
                  </a:lnTo>
                  <a:lnTo>
                    <a:pt x="204" y="4"/>
                  </a:lnTo>
                  <a:lnTo>
                    <a:pt x="198" y="2"/>
                  </a:lnTo>
                  <a:lnTo>
                    <a:pt x="192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14" y="2"/>
                  </a:lnTo>
                  <a:lnTo>
                    <a:pt x="8" y="8"/>
                  </a:lnTo>
                  <a:lnTo>
                    <a:pt x="2" y="14"/>
                  </a:lnTo>
                  <a:lnTo>
                    <a:pt x="0" y="24"/>
                  </a:lnTo>
                  <a:lnTo>
                    <a:pt x="0" y="216"/>
                  </a:lnTo>
                  <a:lnTo>
                    <a:pt x="0" y="216"/>
                  </a:lnTo>
                  <a:lnTo>
                    <a:pt x="2" y="226"/>
                  </a:lnTo>
                  <a:lnTo>
                    <a:pt x="8" y="232"/>
                  </a:lnTo>
                  <a:lnTo>
                    <a:pt x="14" y="238"/>
                  </a:lnTo>
                  <a:lnTo>
                    <a:pt x="24" y="240"/>
                  </a:lnTo>
                  <a:lnTo>
                    <a:pt x="232" y="240"/>
                  </a:lnTo>
                  <a:lnTo>
                    <a:pt x="232" y="240"/>
                  </a:lnTo>
                  <a:lnTo>
                    <a:pt x="242" y="238"/>
                  </a:lnTo>
                  <a:lnTo>
                    <a:pt x="248" y="232"/>
                  </a:lnTo>
                  <a:lnTo>
                    <a:pt x="254" y="226"/>
                  </a:lnTo>
                  <a:lnTo>
                    <a:pt x="256" y="216"/>
                  </a:lnTo>
                  <a:lnTo>
                    <a:pt x="256" y="64"/>
                  </a:lnTo>
                  <a:lnTo>
                    <a:pt x="256" y="64"/>
                  </a:lnTo>
                  <a:lnTo>
                    <a:pt x="254" y="58"/>
                  </a:lnTo>
                  <a:lnTo>
                    <a:pt x="252" y="52"/>
                  </a:lnTo>
                  <a:close/>
                  <a:moveTo>
                    <a:pt x="240" y="216"/>
                  </a:moveTo>
                  <a:lnTo>
                    <a:pt x="240" y="216"/>
                  </a:lnTo>
                  <a:lnTo>
                    <a:pt x="240" y="220"/>
                  </a:lnTo>
                  <a:lnTo>
                    <a:pt x="238" y="222"/>
                  </a:lnTo>
                  <a:lnTo>
                    <a:pt x="236" y="224"/>
                  </a:lnTo>
                  <a:lnTo>
                    <a:pt x="232" y="224"/>
                  </a:lnTo>
                  <a:lnTo>
                    <a:pt x="24" y="224"/>
                  </a:lnTo>
                  <a:lnTo>
                    <a:pt x="24" y="224"/>
                  </a:lnTo>
                  <a:lnTo>
                    <a:pt x="20" y="224"/>
                  </a:lnTo>
                  <a:lnTo>
                    <a:pt x="18" y="222"/>
                  </a:lnTo>
                  <a:lnTo>
                    <a:pt x="16" y="220"/>
                  </a:lnTo>
                  <a:lnTo>
                    <a:pt x="16" y="216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6" y="20"/>
                  </a:lnTo>
                  <a:lnTo>
                    <a:pt x="18" y="18"/>
                  </a:lnTo>
                  <a:lnTo>
                    <a:pt x="20" y="16"/>
                  </a:lnTo>
                  <a:lnTo>
                    <a:pt x="24" y="16"/>
                  </a:lnTo>
                  <a:lnTo>
                    <a:pt x="184" y="16"/>
                  </a:lnTo>
                  <a:lnTo>
                    <a:pt x="184" y="48"/>
                  </a:lnTo>
                  <a:lnTo>
                    <a:pt x="184" y="48"/>
                  </a:lnTo>
                  <a:lnTo>
                    <a:pt x="184" y="48"/>
                  </a:lnTo>
                  <a:lnTo>
                    <a:pt x="186" y="58"/>
                  </a:lnTo>
                  <a:lnTo>
                    <a:pt x="192" y="64"/>
                  </a:lnTo>
                  <a:lnTo>
                    <a:pt x="198" y="70"/>
                  </a:lnTo>
                  <a:lnTo>
                    <a:pt x="208" y="72"/>
                  </a:lnTo>
                  <a:lnTo>
                    <a:pt x="216" y="72"/>
                  </a:lnTo>
                  <a:lnTo>
                    <a:pt x="240" y="72"/>
                  </a:lnTo>
                  <a:lnTo>
                    <a:pt x="240" y="216"/>
                  </a:lnTo>
                  <a:close/>
                  <a:moveTo>
                    <a:pt x="216" y="64"/>
                  </a:moveTo>
                  <a:lnTo>
                    <a:pt x="208" y="64"/>
                  </a:lnTo>
                  <a:lnTo>
                    <a:pt x="208" y="64"/>
                  </a:lnTo>
                  <a:lnTo>
                    <a:pt x="202" y="62"/>
                  </a:lnTo>
                  <a:lnTo>
                    <a:pt x="196" y="60"/>
                  </a:lnTo>
                  <a:lnTo>
                    <a:pt x="194" y="54"/>
                  </a:lnTo>
                  <a:lnTo>
                    <a:pt x="192" y="48"/>
                  </a:lnTo>
                  <a:lnTo>
                    <a:pt x="192" y="48"/>
                  </a:lnTo>
                  <a:lnTo>
                    <a:pt x="192" y="16"/>
                  </a:lnTo>
                  <a:lnTo>
                    <a:pt x="240" y="64"/>
                  </a:lnTo>
                  <a:lnTo>
                    <a:pt x="216" y="6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61" name="Freeform 212"/>
            <p:cNvSpPr>
              <a:spLocks/>
            </p:cNvSpPr>
            <p:nvPr/>
          </p:nvSpPr>
          <p:spPr bwMode="auto">
            <a:xfrm>
              <a:off x="5778500" y="1225550"/>
              <a:ext cx="76200" cy="12700"/>
            </a:xfrm>
            <a:custGeom>
              <a:avLst/>
              <a:gdLst/>
              <a:ahLst/>
              <a:cxnLst>
                <a:cxn ang="0">
                  <a:pos x="4" y="8"/>
                </a:cxn>
                <a:cxn ang="0">
                  <a:pos x="44" y="8"/>
                </a:cxn>
                <a:cxn ang="0">
                  <a:pos x="44" y="8"/>
                </a:cxn>
                <a:cxn ang="0">
                  <a:pos x="46" y="6"/>
                </a:cxn>
                <a:cxn ang="0">
                  <a:pos x="48" y="4"/>
                </a:cxn>
                <a:cxn ang="0">
                  <a:pos x="48" y="4"/>
                </a:cxn>
                <a:cxn ang="0">
                  <a:pos x="46" y="2"/>
                </a:cxn>
                <a:cxn ang="0">
                  <a:pos x="4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2" y="6"/>
                </a:cxn>
                <a:cxn ang="0">
                  <a:pos x="4" y="8"/>
                </a:cxn>
              </a:cxnLst>
              <a:rect l="0" t="0" r="r" b="b"/>
              <a:pathLst>
                <a:path w="48" h="8">
                  <a:moveTo>
                    <a:pt x="4" y="8"/>
                  </a:moveTo>
                  <a:lnTo>
                    <a:pt x="44" y="8"/>
                  </a:lnTo>
                  <a:lnTo>
                    <a:pt x="44" y="8"/>
                  </a:lnTo>
                  <a:lnTo>
                    <a:pt x="46" y="6"/>
                  </a:lnTo>
                  <a:lnTo>
                    <a:pt x="48" y="4"/>
                  </a:lnTo>
                  <a:lnTo>
                    <a:pt x="48" y="4"/>
                  </a:lnTo>
                  <a:lnTo>
                    <a:pt x="46" y="2"/>
                  </a:lnTo>
                  <a:lnTo>
                    <a:pt x="4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6"/>
                  </a:lnTo>
                  <a:lnTo>
                    <a:pt x="4" y="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62" name="Freeform 213"/>
            <p:cNvSpPr>
              <a:spLocks/>
            </p:cNvSpPr>
            <p:nvPr/>
          </p:nvSpPr>
          <p:spPr bwMode="auto">
            <a:xfrm>
              <a:off x="5778500" y="1225550"/>
              <a:ext cx="76200" cy="12700"/>
            </a:xfrm>
            <a:custGeom>
              <a:avLst/>
              <a:gdLst/>
              <a:ahLst/>
              <a:cxnLst>
                <a:cxn ang="0">
                  <a:pos x="4" y="8"/>
                </a:cxn>
                <a:cxn ang="0">
                  <a:pos x="44" y="8"/>
                </a:cxn>
                <a:cxn ang="0">
                  <a:pos x="44" y="8"/>
                </a:cxn>
                <a:cxn ang="0">
                  <a:pos x="46" y="6"/>
                </a:cxn>
                <a:cxn ang="0">
                  <a:pos x="48" y="4"/>
                </a:cxn>
                <a:cxn ang="0">
                  <a:pos x="48" y="4"/>
                </a:cxn>
                <a:cxn ang="0">
                  <a:pos x="46" y="2"/>
                </a:cxn>
                <a:cxn ang="0">
                  <a:pos x="4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2" y="6"/>
                </a:cxn>
                <a:cxn ang="0">
                  <a:pos x="4" y="8"/>
                </a:cxn>
              </a:cxnLst>
              <a:rect l="0" t="0" r="r" b="b"/>
              <a:pathLst>
                <a:path w="48" h="8">
                  <a:moveTo>
                    <a:pt x="4" y="8"/>
                  </a:moveTo>
                  <a:lnTo>
                    <a:pt x="44" y="8"/>
                  </a:lnTo>
                  <a:lnTo>
                    <a:pt x="44" y="8"/>
                  </a:lnTo>
                  <a:lnTo>
                    <a:pt x="46" y="6"/>
                  </a:lnTo>
                  <a:lnTo>
                    <a:pt x="48" y="4"/>
                  </a:lnTo>
                  <a:lnTo>
                    <a:pt x="48" y="4"/>
                  </a:lnTo>
                  <a:lnTo>
                    <a:pt x="46" y="2"/>
                  </a:lnTo>
                  <a:lnTo>
                    <a:pt x="4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6"/>
                  </a:lnTo>
                  <a:lnTo>
                    <a:pt x="4" y="8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63" name="Freeform 214"/>
            <p:cNvSpPr>
              <a:spLocks/>
            </p:cNvSpPr>
            <p:nvPr/>
          </p:nvSpPr>
          <p:spPr bwMode="auto">
            <a:xfrm>
              <a:off x="5778500" y="1263650"/>
              <a:ext cx="76200" cy="12700"/>
            </a:xfrm>
            <a:custGeom>
              <a:avLst/>
              <a:gdLst/>
              <a:ahLst/>
              <a:cxnLst>
                <a:cxn ang="0">
                  <a:pos x="4" y="8"/>
                </a:cxn>
                <a:cxn ang="0">
                  <a:pos x="44" y="8"/>
                </a:cxn>
                <a:cxn ang="0">
                  <a:pos x="44" y="8"/>
                </a:cxn>
                <a:cxn ang="0">
                  <a:pos x="46" y="6"/>
                </a:cxn>
                <a:cxn ang="0">
                  <a:pos x="48" y="4"/>
                </a:cxn>
                <a:cxn ang="0">
                  <a:pos x="48" y="4"/>
                </a:cxn>
                <a:cxn ang="0">
                  <a:pos x="46" y="2"/>
                </a:cxn>
                <a:cxn ang="0">
                  <a:pos x="4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2" y="6"/>
                </a:cxn>
                <a:cxn ang="0">
                  <a:pos x="4" y="8"/>
                </a:cxn>
              </a:cxnLst>
              <a:rect l="0" t="0" r="r" b="b"/>
              <a:pathLst>
                <a:path w="48" h="8">
                  <a:moveTo>
                    <a:pt x="4" y="8"/>
                  </a:moveTo>
                  <a:lnTo>
                    <a:pt x="44" y="8"/>
                  </a:lnTo>
                  <a:lnTo>
                    <a:pt x="44" y="8"/>
                  </a:lnTo>
                  <a:lnTo>
                    <a:pt x="46" y="6"/>
                  </a:lnTo>
                  <a:lnTo>
                    <a:pt x="48" y="4"/>
                  </a:lnTo>
                  <a:lnTo>
                    <a:pt x="48" y="4"/>
                  </a:lnTo>
                  <a:lnTo>
                    <a:pt x="46" y="2"/>
                  </a:lnTo>
                  <a:lnTo>
                    <a:pt x="4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6"/>
                  </a:lnTo>
                  <a:lnTo>
                    <a:pt x="4" y="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64" name="Freeform 215"/>
            <p:cNvSpPr>
              <a:spLocks/>
            </p:cNvSpPr>
            <p:nvPr/>
          </p:nvSpPr>
          <p:spPr bwMode="auto">
            <a:xfrm>
              <a:off x="5778500" y="1263650"/>
              <a:ext cx="76200" cy="12700"/>
            </a:xfrm>
            <a:custGeom>
              <a:avLst/>
              <a:gdLst/>
              <a:ahLst/>
              <a:cxnLst>
                <a:cxn ang="0">
                  <a:pos x="4" y="8"/>
                </a:cxn>
                <a:cxn ang="0">
                  <a:pos x="44" y="8"/>
                </a:cxn>
                <a:cxn ang="0">
                  <a:pos x="44" y="8"/>
                </a:cxn>
                <a:cxn ang="0">
                  <a:pos x="46" y="6"/>
                </a:cxn>
                <a:cxn ang="0">
                  <a:pos x="48" y="4"/>
                </a:cxn>
                <a:cxn ang="0">
                  <a:pos x="48" y="4"/>
                </a:cxn>
                <a:cxn ang="0">
                  <a:pos x="46" y="2"/>
                </a:cxn>
                <a:cxn ang="0">
                  <a:pos x="4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2" y="6"/>
                </a:cxn>
                <a:cxn ang="0">
                  <a:pos x="4" y="8"/>
                </a:cxn>
              </a:cxnLst>
              <a:rect l="0" t="0" r="r" b="b"/>
              <a:pathLst>
                <a:path w="48" h="8">
                  <a:moveTo>
                    <a:pt x="4" y="8"/>
                  </a:moveTo>
                  <a:lnTo>
                    <a:pt x="44" y="8"/>
                  </a:lnTo>
                  <a:lnTo>
                    <a:pt x="44" y="8"/>
                  </a:lnTo>
                  <a:lnTo>
                    <a:pt x="46" y="6"/>
                  </a:lnTo>
                  <a:lnTo>
                    <a:pt x="48" y="4"/>
                  </a:lnTo>
                  <a:lnTo>
                    <a:pt x="48" y="4"/>
                  </a:lnTo>
                  <a:lnTo>
                    <a:pt x="46" y="2"/>
                  </a:lnTo>
                  <a:lnTo>
                    <a:pt x="4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6"/>
                  </a:lnTo>
                  <a:lnTo>
                    <a:pt x="4" y="8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65" name="Freeform 216"/>
            <p:cNvSpPr>
              <a:spLocks/>
            </p:cNvSpPr>
            <p:nvPr/>
          </p:nvSpPr>
          <p:spPr bwMode="auto">
            <a:xfrm>
              <a:off x="5778500" y="1301750"/>
              <a:ext cx="165100" cy="12700"/>
            </a:xfrm>
            <a:custGeom>
              <a:avLst/>
              <a:gdLst/>
              <a:ahLst/>
              <a:cxnLst>
                <a:cxn ang="0">
                  <a:pos x="0" y="4"/>
                </a:cxn>
                <a:cxn ang="0">
                  <a:pos x="0" y="4"/>
                </a:cxn>
                <a:cxn ang="0">
                  <a:pos x="2" y="6"/>
                </a:cxn>
                <a:cxn ang="0">
                  <a:pos x="4" y="8"/>
                </a:cxn>
                <a:cxn ang="0">
                  <a:pos x="100" y="8"/>
                </a:cxn>
                <a:cxn ang="0">
                  <a:pos x="100" y="8"/>
                </a:cxn>
                <a:cxn ang="0">
                  <a:pos x="102" y="6"/>
                </a:cxn>
                <a:cxn ang="0">
                  <a:pos x="104" y="4"/>
                </a:cxn>
                <a:cxn ang="0">
                  <a:pos x="104" y="4"/>
                </a:cxn>
                <a:cxn ang="0">
                  <a:pos x="102" y="2"/>
                </a:cxn>
                <a:cxn ang="0">
                  <a:pos x="100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2" y="2"/>
                </a:cxn>
                <a:cxn ang="0">
                  <a:pos x="0" y="4"/>
                </a:cxn>
              </a:cxnLst>
              <a:rect l="0" t="0" r="r" b="b"/>
              <a:pathLst>
                <a:path w="104" h="8">
                  <a:moveTo>
                    <a:pt x="0" y="4"/>
                  </a:moveTo>
                  <a:lnTo>
                    <a:pt x="0" y="4"/>
                  </a:lnTo>
                  <a:lnTo>
                    <a:pt x="2" y="6"/>
                  </a:lnTo>
                  <a:lnTo>
                    <a:pt x="4" y="8"/>
                  </a:lnTo>
                  <a:lnTo>
                    <a:pt x="100" y="8"/>
                  </a:lnTo>
                  <a:lnTo>
                    <a:pt x="100" y="8"/>
                  </a:lnTo>
                  <a:lnTo>
                    <a:pt x="102" y="6"/>
                  </a:lnTo>
                  <a:lnTo>
                    <a:pt x="104" y="4"/>
                  </a:lnTo>
                  <a:lnTo>
                    <a:pt x="104" y="4"/>
                  </a:lnTo>
                  <a:lnTo>
                    <a:pt x="102" y="2"/>
                  </a:lnTo>
                  <a:lnTo>
                    <a:pt x="100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66" name="Freeform 217"/>
            <p:cNvSpPr>
              <a:spLocks/>
            </p:cNvSpPr>
            <p:nvPr/>
          </p:nvSpPr>
          <p:spPr bwMode="auto">
            <a:xfrm>
              <a:off x="5778500" y="1301750"/>
              <a:ext cx="165100" cy="12700"/>
            </a:xfrm>
            <a:custGeom>
              <a:avLst/>
              <a:gdLst/>
              <a:ahLst/>
              <a:cxnLst>
                <a:cxn ang="0">
                  <a:pos x="0" y="4"/>
                </a:cxn>
                <a:cxn ang="0">
                  <a:pos x="0" y="4"/>
                </a:cxn>
                <a:cxn ang="0">
                  <a:pos x="2" y="6"/>
                </a:cxn>
                <a:cxn ang="0">
                  <a:pos x="4" y="8"/>
                </a:cxn>
                <a:cxn ang="0">
                  <a:pos x="100" y="8"/>
                </a:cxn>
                <a:cxn ang="0">
                  <a:pos x="100" y="8"/>
                </a:cxn>
                <a:cxn ang="0">
                  <a:pos x="102" y="6"/>
                </a:cxn>
                <a:cxn ang="0">
                  <a:pos x="104" y="4"/>
                </a:cxn>
                <a:cxn ang="0">
                  <a:pos x="104" y="4"/>
                </a:cxn>
                <a:cxn ang="0">
                  <a:pos x="102" y="2"/>
                </a:cxn>
                <a:cxn ang="0">
                  <a:pos x="100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2" y="2"/>
                </a:cxn>
                <a:cxn ang="0">
                  <a:pos x="0" y="4"/>
                </a:cxn>
              </a:cxnLst>
              <a:rect l="0" t="0" r="r" b="b"/>
              <a:pathLst>
                <a:path w="104" h="8">
                  <a:moveTo>
                    <a:pt x="0" y="4"/>
                  </a:moveTo>
                  <a:lnTo>
                    <a:pt x="0" y="4"/>
                  </a:lnTo>
                  <a:lnTo>
                    <a:pt x="2" y="6"/>
                  </a:lnTo>
                  <a:lnTo>
                    <a:pt x="4" y="8"/>
                  </a:lnTo>
                  <a:lnTo>
                    <a:pt x="100" y="8"/>
                  </a:lnTo>
                  <a:lnTo>
                    <a:pt x="100" y="8"/>
                  </a:lnTo>
                  <a:lnTo>
                    <a:pt x="102" y="6"/>
                  </a:lnTo>
                  <a:lnTo>
                    <a:pt x="104" y="4"/>
                  </a:lnTo>
                  <a:lnTo>
                    <a:pt x="104" y="4"/>
                  </a:lnTo>
                  <a:lnTo>
                    <a:pt x="102" y="2"/>
                  </a:lnTo>
                  <a:lnTo>
                    <a:pt x="100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67" name="Freeform 218"/>
            <p:cNvSpPr>
              <a:spLocks/>
            </p:cNvSpPr>
            <p:nvPr/>
          </p:nvSpPr>
          <p:spPr bwMode="auto">
            <a:xfrm>
              <a:off x="5638800" y="1377950"/>
              <a:ext cx="304800" cy="12700"/>
            </a:xfrm>
            <a:custGeom>
              <a:avLst/>
              <a:gdLst/>
              <a:ahLst/>
              <a:cxnLst>
                <a:cxn ang="0">
                  <a:pos x="188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2" y="6"/>
                </a:cxn>
                <a:cxn ang="0">
                  <a:pos x="4" y="8"/>
                </a:cxn>
                <a:cxn ang="0">
                  <a:pos x="188" y="8"/>
                </a:cxn>
                <a:cxn ang="0">
                  <a:pos x="188" y="8"/>
                </a:cxn>
                <a:cxn ang="0">
                  <a:pos x="190" y="6"/>
                </a:cxn>
                <a:cxn ang="0">
                  <a:pos x="192" y="4"/>
                </a:cxn>
                <a:cxn ang="0">
                  <a:pos x="192" y="4"/>
                </a:cxn>
                <a:cxn ang="0">
                  <a:pos x="190" y="2"/>
                </a:cxn>
                <a:cxn ang="0">
                  <a:pos x="188" y="0"/>
                </a:cxn>
              </a:cxnLst>
              <a:rect l="0" t="0" r="r" b="b"/>
              <a:pathLst>
                <a:path w="192" h="8">
                  <a:moveTo>
                    <a:pt x="188" y="0"/>
                  </a:moveTo>
                  <a:lnTo>
                    <a:pt x="4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6"/>
                  </a:lnTo>
                  <a:lnTo>
                    <a:pt x="4" y="8"/>
                  </a:lnTo>
                  <a:lnTo>
                    <a:pt x="188" y="8"/>
                  </a:lnTo>
                  <a:lnTo>
                    <a:pt x="188" y="8"/>
                  </a:lnTo>
                  <a:lnTo>
                    <a:pt x="190" y="6"/>
                  </a:lnTo>
                  <a:lnTo>
                    <a:pt x="192" y="4"/>
                  </a:lnTo>
                  <a:lnTo>
                    <a:pt x="192" y="4"/>
                  </a:lnTo>
                  <a:lnTo>
                    <a:pt x="190" y="2"/>
                  </a:lnTo>
                  <a:lnTo>
                    <a:pt x="188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68" name="Freeform 219"/>
            <p:cNvSpPr>
              <a:spLocks/>
            </p:cNvSpPr>
            <p:nvPr/>
          </p:nvSpPr>
          <p:spPr bwMode="auto">
            <a:xfrm>
              <a:off x="5638800" y="1377950"/>
              <a:ext cx="304800" cy="12700"/>
            </a:xfrm>
            <a:custGeom>
              <a:avLst/>
              <a:gdLst/>
              <a:ahLst/>
              <a:cxnLst>
                <a:cxn ang="0">
                  <a:pos x="188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2" y="6"/>
                </a:cxn>
                <a:cxn ang="0">
                  <a:pos x="4" y="8"/>
                </a:cxn>
                <a:cxn ang="0">
                  <a:pos x="188" y="8"/>
                </a:cxn>
                <a:cxn ang="0">
                  <a:pos x="188" y="8"/>
                </a:cxn>
                <a:cxn ang="0">
                  <a:pos x="190" y="6"/>
                </a:cxn>
                <a:cxn ang="0">
                  <a:pos x="192" y="4"/>
                </a:cxn>
                <a:cxn ang="0">
                  <a:pos x="192" y="4"/>
                </a:cxn>
                <a:cxn ang="0">
                  <a:pos x="190" y="2"/>
                </a:cxn>
                <a:cxn ang="0">
                  <a:pos x="188" y="0"/>
                </a:cxn>
              </a:cxnLst>
              <a:rect l="0" t="0" r="r" b="b"/>
              <a:pathLst>
                <a:path w="192" h="8">
                  <a:moveTo>
                    <a:pt x="188" y="0"/>
                  </a:moveTo>
                  <a:lnTo>
                    <a:pt x="4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6"/>
                  </a:lnTo>
                  <a:lnTo>
                    <a:pt x="4" y="8"/>
                  </a:lnTo>
                  <a:lnTo>
                    <a:pt x="188" y="8"/>
                  </a:lnTo>
                  <a:lnTo>
                    <a:pt x="188" y="8"/>
                  </a:lnTo>
                  <a:lnTo>
                    <a:pt x="190" y="6"/>
                  </a:lnTo>
                  <a:lnTo>
                    <a:pt x="192" y="4"/>
                  </a:lnTo>
                  <a:lnTo>
                    <a:pt x="192" y="4"/>
                  </a:lnTo>
                  <a:lnTo>
                    <a:pt x="190" y="2"/>
                  </a:lnTo>
                  <a:lnTo>
                    <a:pt x="188" y="0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69" name="Freeform 220"/>
            <p:cNvSpPr>
              <a:spLocks/>
            </p:cNvSpPr>
            <p:nvPr/>
          </p:nvSpPr>
          <p:spPr bwMode="auto">
            <a:xfrm>
              <a:off x="5638800" y="1416050"/>
              <a:ext cx="304800" cy="12700"/>
            </a:xfrm>
            <a:custGeom>
              <a:avLst/>
              <a:gdLst/>
              <a:ahLst/>
              <a:cxnLst>
                <a:cxn ang="0">
                  <a:pos x="188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2" y="6"/>
                </a:cxn>
                <a:cxn ang="0">
                  <a:pos x="4" y="8"/>
                </a:cxn>
                <a:cxn ang="0">
                  <a:pos x="188" y="8"/>
                </a:cxn>
                <a:cxn ang="0">
                  <a:pos x="188" y="8"/>
                </a:cxn>
                <a:cxn ang="0">
                  <a:pos x="190" y="6"/>
                </a:cxn>
                <a:cxn ang="0">
                  <a:pos x="192" y="4"/>
                </a:cxn>
                <a:cxn ang="0">
                  <a:pos x="192" y="4"/>
                </a:cxn>
                <a:cxn ang="0">
                  <a:pos x="190" y="2"/>
                </a:cxn>
                <a:cxn ang="0">
                  <a:pos x="188" y="0"/>
                </a:cxn>
              </a:cxnLst>
              <a:rect l="0" t="0" r="r" b="b"/>
              <a:pathLst>
                <a:path w="192" h="8">
                  <a:moveTo>
                    <a:pt x="188" y="0"/>
                  </a:moveTo>
                  <a:lnTo>
                    <a:pt x="4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6"/>
                  </a:lnTo>
                  <a:lnTo>
                    <a:pt x="4" y="8"/>
                  </a:lnTo>
                  <a:lnTo>
                    <a:pt x="188" y="8"/>
                  </a:lnTo>
                  <a:lnTo>
                    <a:pt x="188" y="8"/>
                  </a:lnTo>
                  <a:lnTo>
                    <a:pt x="190" y="6"/>
                  </a:lnTo>
                  <a:lnTo>
                    <a:pt x="192" y="4"/>
                  </a:lnTo>
                  <a:lnTo>
                    <a:pt x="192" y="4"/>
                  </a:lnTo>
                  <a:lnTo>
                    <a:pt x="190" y="2"/>
                  </a:lnTo>
                  <a:lnTo>
                    <a:pt x="188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70" name="Freeform 221"/>
            <p:cNvSpPr>
              <a:spLocks/>
            </p:cNvSpPr>
            <p:nvPr/>
          </p:nvSpPr>
          <p:spPr bwMode="auto">
            <a:xfrm>
              <a:off x="5638800" y="1416050"/>
              <a:ext cx="304800" cy="12700"/>
            </a:xfrm>
            <a:custGeom>
              <a:avLst/>
              <a:gdLst/>
              <a:ahLst/>
              <a:cxnLst>
                <a:cxn ang="0">
                  <a:pos x="188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2" y="6"/>
                </a:cxn>
                <a:cxn ang="0">
                  <a:pos x="4" y="8"/>
                </a:cxn>
                <a:cxn ang="0">
                  <a:pos x="188" y="8"/>
                </a:cxn>
                <a:cxn ang="0">
                  <a:pos x="188" y="8"/>
                </a:cxn>
                <a:cxn ang="0">
                  <a:pos x="190" y="6"/>
                </a:cxn>
                <a:cxn ang="0">
                  <a:pos x="192" y="4"/>
                </a:cxn>
                <a:cxn ang="0">
                  <a:pos x="192" y="4"/>
                </a:cxn>
                <a:cxn ang="0">
                  <a:pos x="190" y="2"/>
                </a:cxn>
                <a:cxn ang="0">
                  <a:pos x="188" y="0"/>
                </a:cxn>
              </a:cxnLst>
              <a:rect l="0" t="0" r="r" b="b"/>
              <a:pathLst>
                <a:path w="192" h="8">
                  <a:moveTo>
                    <a:pt x="188" y="0"/>
                  </a:moveTo>
                  <a:lnTo>
                    <a:pt x="4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6"/>
                  </a:lnTo>
                  <a:lnTo>
                    <a:pt x="4" y="8"/>
                  </a:lnTo>
                  <a:lnTo>
                    <a:pt x="188" y="8"/>
                  </a:lnTo>
                  <a:lnTo>
                    <a:pt x="188" y="8"/>
                  </a:lnTo>
                  <a:lnTo>
                    <a:pt x="190" y="6"/>
                  </a:lnTo>
                  <a:lnTo>
                    <a:pt x="192" y="4"/>
                  </a:lnTo>
                  <a:lnTo>
                    <a:pt x="192" y="4"/>
                  </a:lnTo>
                  <a:lnTo>
                    <a:pt x="190" y="2"/>
                  </a:lnTo>
                  <a:lnTo>
                    <a:pt x="188" y="0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71" name="Freeform 222"/>
            <p:cNvSpPr>
              <a:spLocks/>
            </p:cNvSpPr>
            <p:nvPr/>
          </p:nvSpPr>
          <p:spPr bwMode="auto">
            <a:xfrm>
              <a:off x="5638800" y="1454150"/>
              <a:ext cx="304800" cy="12700"/>
            </a:xfrm>
            <a:custGeom>
              <a:avLst/>
              <a:gdLst/>
              <a:ahLst/>
              <a:cxnLst>
                <a:cxn ang="0">
                  <a:pos x="188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2" y="6"/>
                </a:cxn>
                <a:cxn ang="0">
                  <a:pos x="4" y="8"/>
                </a:cxn>
                <a:cxn ang="0">
                  <a:pos x="188" y="8"/>
                </a:cxn>
                <a:cxn ang="0">
                  <a:pos x="188" y="8"/>
                </a:cxn>
                <a:cxn ang="0">
                  <a:pos x="190" y="6"/>
                </a:cxn>
                <a:cxn ang="0">
                  <a:pos x="192" y="4"/>
                </a:cxn>
                <a:cxn ang="0">
                  <a:pos x="192" y="4"/>
                </a:cxn>
                <a:cxn ang="0">
                  <a:pos x="190" y="2"/>
                </a:cxn>
                <a:cxn ang="0">
                  <a:pos x="188" y="0"/>
                </a:cxn>
              </a:cxnLst>
              <a:rect l="0" t="0" r="r" b="b"/>
              <a:pathLst>
                <a:path w="192" h="8">
                  <a:moveTo>
                    <a:pt x="188" y="0"/>
                  </a:moveTo>
                  <a:lnTo>
                    <a:pt x="4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6"/>
                  </a:lnTo>
                  <a:lnTo>
                    <a:pt x="4" y="8"/>
                  </a:lnTo>
                  <a:lnTo>
                    <a:pt x="188" y="8"/>
                  </a:lnTo>
                  <a:lnTo>
                    <a:pt x="188" y="8"/>
                  </a:lnTo>
                  <a:lnTo>
                    <a:pt x="190" y="6"/>
                  </a:lnTo>
                  <a:lnTo>
                    <a:pt x="192" y="4"/>
                  </a:lnTo>
                  <a:lnTo>
                    <a:pt x="192" y="4"/>
                  </a:lnTo>
                  <a:lnTo>
                    <a:pt x="190" y="2"/>
                  </a:lnTo>
                  <a:lnTo>
                    <a:pt x="188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72" name="Freeform 223"/>
            <p:cNvSpPr>
              <a:spLocks/>
            </p:cNvSpPr>
            <p:nvPr/>
          </p:nvSpPr>
          <p:spPr bwMode="auto">
            <a:xfrm>
              <a:off x="5638800" y="1454150"/>
              <a:ext cx="304800" cy="12700"/>
            </a:xfrm>
            <a:custGeom>
              <a:avLst/>
              <a:gdLst/>
              <a:ahLst/>
              <a:cxnLst>
                <a:cxn ang="0">
                  <a:pos x="188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2" y="6"/>
                </a:cxn>
                <a:cxn ang="0">
                  <a:pos x="4" y="8"/>
                </a:cxn>
                <a:cxn ang="0">
                  <a:pos x="188" y="8"/>
                </a:cxn>
                <a:cxn ang="0">
                  <a:pos x="188" y="8"/>
                </a:cxn>
                <a:cxn ang="0">
                  <a:pos x="190" y="6"/>
                </a:cxn>
                <a:cxn ang="0">
                  <a:pos x="192" y="4"/>
                </a:cxn>
                <a:cxn ang="0">
                  <a:pos x="192" y="4"/>
                </a:cxn>
                <a:cxn ang="0">
                  <a:pos x="190" y="2"/>
                </a:cxn>
                <a:cxn ang="0">
                  <a:pos x="188" y="0"/>
                </a:cxn>
              </a:cxnLst>
              <a:rect l="0" t="0" r="r" b="b"/>
              <a:pathLst>
                <a:path w="192" h="8">
                  <a:moveTo>
                    <a:pt x="188" y="0"/>
                  </a:moveTo>
                  <a:lnTo>
                    <a:pt x="4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6"/>
                  </a:lnTo>
                  <a:lnTo>
                    <a:pt x="4" y="8"/>
                  </a:lnTo>
                  <a:lnTo>
                    <a:pt x="188" y="8"/>
                  </a:lnTo>
                  <a:lnTo>
                    <a:pt x="188" y="8"/>
                  </a:lnTo>
                  <a:lnTo>
                    <a:pt x="190" y="6"/>
                  </a:lnTo>
                  <a:lnTo>
                    <a:pt x="192" y="4"/>
                  </a:lnTo>
                  <a:lnTo>
                    <a:pt x="192" y="4"/>
                  </a:lnTo>
                  <a:lnTo>
                    <a:pt x="190" y="2"/>
                  </a:lnTo>
                  <a:lnTo>
                    <a:pt x="188" y="0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73" name="Freeform 224"/>
            <p:cNvSpPr>
              <a:spLocks/>
            </p:cNvSpPr>
            <p:nvPr/>
          </p:nvSpPr>
          <p:spPr bwMode="auto">
            <a:xfrm>
              <a:off x="5638800" y="1339850"/>
              <a:ext cx="304800" cy="12700"/>
            </a:xfrm>
            <a:custGeom>
              <a:avLst/>
              <a:gdLst/>
              <a:ahLst/>
              <a:cxnLst>
                <a:cxn ang="0">
                  <a:pos x="188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2" y="6"/>
                </a:cxn>
                <a:cxn ang="0">
                  <a:pos x="4" y="8"/>
                </a:cxn>
                <a:cxn ang="0">
                  <a:pos x="188" y="8"/>
                </a:cxn>
                <a:cxn ang="0">
                  <a:pos x="188" y="8"/>
                </a:cxn>
                <a:cxn ang="0">
                  <a:pos x="190" y="6"/>
                </a:cxn>
                <a:cxn ang="0">
                  <a:pos x="192" y="4"/>
                </a:cxn>
                <a:cxn ang="0">
                  <a:pos x="192" y="4"/>
                </a:cxn>
                <a:cxn ang="0">
                  <a:pos x="190" y="2"/>
                </a:cxn>
                <a:cxn ang="0">
                  <a:pos x="188" y="0"/>
                </a:cxn>
              </a:cxnLst>
              <a:rect l="0" t="0" r="r" b="b"/>
              <a:pathLst>
                <a:path w="192" h="8">
                  <a:moveTo>
                    <a:pt x="188" y="0"/>
                  </a:moveTo>
                  <a:lnTo>
                    <a:pt x="4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6"/>
                  </a:lnTo>
                  <a:lnTo>
                    <a:pt x="4" y="8"/>
                  </a:lnTo>
                  <a:lnTo>
                    <a:pt x="188" y="8"/>
                  </a:lnTo>
                  <a:lnTo>
                    <a:pt x="188" y="8"/>
                  </a:lnTo>
                  <a:lnTo>
                    <a:pt x="190" y="6"/>
                  </a:lnTo>
                  <a:lnTo>
                    <a:pt x="192" y="4"/>
                  </a:lnTo>
                  <a:lnTo>
                    <a:pt x="192" y="4"/>
                  </a:lnTo>
                  <a:lnTo>
                    <a:pt x="190" y="2"/>
                  </a:lnTo>
                  <a:lnTo>
                    <a:pt x="188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74" name="Freeform 225"/>
            <p:cNvSpPr>
              <a:spLocks/>
            </p:cNvSpPr>
            <p:nvPr/>
          </p:nvSpPr>
          <p:spPr bwMode="auto">
            <a:xfrm>
              <a:off x="5638800" y="1339850"/>
              <a:ext cx="304800" cy="12700"/>
            </a:xfrm>
            <a:custGeom>
              <a:avLst/>
              <a:gdLst/>
              <a:ahLst/>
              <a:cxnLst>
                <a:cxn ang="0">
                  <a:pos x="188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2" y="6"/>
                </a:cxn>
                <a:cxn ang="0">
                  <a:pos x="4" y="8"/>
                </a:cxn>
                <a:cxn ang="0">
                  <a:pos x="188" y="8"/>
                </a:cxn>
                <a:cxn ang="0">
                  <a:pos x="188" y="8"/>
                </a:cxn>
                <a:cxn ang="0">
                  <a:pos x="190" y="6"/>
                </a:cxn>
                <a:cxn ang="0">
                  <a:pos x="192" y="4"/>
                </a:cxn>
                <a:cxn ang="0">
                  <a:pos x="192" y="4"/>
                </a:cxn>
                <a:cxn ang="0">
                  <a:pos x="190" y="2"/>
                </a:cxn>
                <a:cxn ang="0">
                  <a:pos x="188" y="0"/>
                </a:cxn>
              </a:cxnLst>
              <a:rect l="0" t="0" r="r" b="b"/>
              <a:pathLst>
                <a:path w="192" h="8">
                  <a:moveTo>
                    <a:pt x="188" y="0"/>
                  </a:moveTo>
                  <a:lnTo>
                    <a:pt x="4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6"/>
                  </a:lnTo>
                  <a:lnTo>
                    <a:pt x="4" y="8"/>
                  </a:lnTo>
                  <a:lnTo>
                    <a:pt x="188" y="8"/>
                  </a:lnTo>
                  <a:lnTo>
                    <a:pt x="188" y="8"/>
                  </a:lnTo>
                  <a:lnTo>
                    <a:pt x="190" y="6"/>
                  </a:lnTo>
                  <a:lnTo>
                    <a:pt x="192" y="4"/>
                  </a:lnTo>
                  <a:lnTo>
                    <a:pt x="192" y="4"/>
                  </a:lnTo>
                  <a:lnTo>
                    <a:pt x="190" y="2"/>
                  </a:lnTo>
                  <a:lnTo>
                    <a:pt x="188" y="0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75" name="Freeform 226"/>
            <p:cNvSpPr>
              <a:spLocks noEditPoints="1"/>
            </p:cNvSpPr>
            <p:nvPr/>
          </p:nvSpPr>
          <p:spPr bwMode="auto">
            <a:xfrm>
              <a:off x="5638800" y="1212850"/>
              <a:ext cx="114300" cy="101600"/>
            </a:xfrm>
            <a:custGeom>
              <a:avLst/>
              <a:gdLst/>
              <a:ahLst/>
              <a:cxnLst>
                <a:cxn ang="0">
                  <a:pos x="8" y="64"/>
                </a:cxn>
                <a:cxn ang="0">
                  <a:pos x="64" y="64"/>
                </a:cxn>
                <a:cxn ang="0">
                  <a:pos x="64" y="64"/>
                </a:cxn>
                <a:cxn ang="0">
                  <a:pos x="68" y="64"/>
                </a:cxn>
                <a:cxn ang="0">
                  <a:pos x="70" y="62"/>
                </a:cxn>
                <a:cxn ang="0">
                  <a:pos x="72" y="60"/>
                </a:cxn>
                <a:cxn ang="0">
                  <a:pos x="72" y="56"/>
                </a:cxn>
                <a:cxn ang="0">
                  <a:pos x="72" y="8"/>
                </a:cxn>
                <a:cxn ang="0">
                  <a:pos x="72" y="8"/>
                </a:cxn>
                <a:cxn ang="0">
                  <a:pos x="72" y="4"/>
                </a:cxn>
                <a:cxn ang="0">
                  <a:pos x="70" y="2"/>
                </a:cxn>
                <a:cxn ang="0">
                  <a:pos x="68" y="0"/>
                </a:cxn>
                <a:cxn ang="0">
                  <a:pos x="64" y="0"/>
                </a:cxn>
                <a:cxn ang="0">
                  <a:pos x="8" y="0"/>
                </a:cxn>
                <a:cxn ang="0">
                  <a:pos x="8" y="0"/>
                </a:cxn>
                <a:cxn ang="0">
                  <a:pos x="4" y="0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8"/>
                </a:cxn>
                <a:cxn ang="0">
                  <a:pos x="0" y="56"/>
                </a:cxn>
                <a:cxn ang="0">
                  <a:pos x="0" y="56"/>
                </a:cxn>
                <a:cxn ang="0">
                  <a:pos x="0" y="60"/>
                </a:cxn>
                <a:cxn ang="0">
                  <a:pos x="2" y="62"/>
                </a:cxn>
                <a:cxn ang="0">
                  <a:pos x="4" y="64"/>
                </a:cxn>
                <a:cxn ang="0">
                  <a:pos x="8" y="64"/>
                </a:cxn>
                <a:cxn ang="0">
                  <a:pos x="16" y="16"/>
                </a:cxn>
                <a:cxn ang="0">
                  <a:pos x="56" y="16"/>
                </a:cxn>
                <a:cxn ang="0">
                  <a:pos x="56" y="48"/>
                </a:cxn>
                <a:cxn ang="0">
                  <a:pos x="16" y="48"/>
                </a:cxn>
                <a:cxn ang="0">
                  <a:pos x="16" y="16"/>
                </a:cxn>
              </a:cxnLst>
              <a:rect l="0" t="0" r="r" b="b"/>
              <a:pathLst>
                <a:path w="72" h="64">
                  <a:moveTo>
                    <a:pt x="8" y="64"/>
                  </a:moveTo>
                  <a:lnTo>
                    <a:pt x="64" y="64"/>
                  </a:lnTo>
                  <a:lnTo>
                    <a:pt x="64" y="64"/>
                  </a:lnTo>
                  <a:lnTo>
                    <a:pt x="68" y="64"/>
                  </a:lnTo>
                  <a:lnTo>
                    <a:pt x="70" y="62"/>
                  </a:lnTo>
                  <a:lnTo>
                    <a:pt x="72" y="60"/>
                  </a:lnTo>
                  <a:lnTo>
                    <a:pt x="72" y="56"/>
                  </a:lnTo>
                  <a:lnTo>
                    <a:pt x="72" y="8"/>
                  </a:lnTo>
                  <a:lnTo>
                    <a:pt x="72" y="8"/>
                  </a:lnTo>
                  <a:lnTo>
                    <a:pt x="72" y="4"/>
                  </a:lnTo>
                  <a:lnTo>
                    <a:pt x="70" y="2"/>
                  </a:lnTo>
                  <a:lnTo>
                    <a:pt x="68" y="0"/>
                  </a:lnTo>
                  <a:lnTo>
                    <a:pt x="64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8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0" y="60"/>
                  </a:lnTo>
                  <a:lnTo>
                    <a:pt x="2" y="62"/>
                  </a:lnTo>
                  <a:lnTo>
                    <a:pt x="4" y="64"/>
                  </a:lnTo>
                  <a:lnTo>
                    <a:pt x="8" y="64"/>
                  </a:lnTo>
                  <a:close/>
                  <a:moveTo>
                    <a:pt x="16" y="16"/>
                  </a:moveTo>
                  <a:lnTo>
                    <a:pt x="56" y="16"/>
                  </a:lnTo>
                  <a:lnTo>
                    <a:pt x="56" y="48"/>
                  </a:lnTo>
                  <a:lnTo>
                    <a:pt x="16" y="48"/>
                  </a:lnTo>
                  <a:lnTo>
                    <a:pt x="16" y="1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</p:grpSp>
      <p:grpSp>
        <p:nvGrpSpPr>
          <p:cNvPr id="13" name="Group 12"/>
          <p:cNvGrpSpPr/>
          <p:nvPr/>
        </p:nvGrpSpPr>
        <p:grpSpPr>
          <a:xfrm>
            <a:off x="9085174" y="1659915"/>
            <a:ext cx="436029" cy="465099"/>
            <a:chOff x="4787900" y="1149350"/>
            <a:chExt cx="381000" cy="406400"/>
          </a:xfrm>
          <a:solidFill>
            <a:schemeClr val="accent1"/>
          </a:solidFill>
        </p:grpSpPr>
        <p:sp>
          <p:nvSpPr>
            <p:cNvPr id="157" name="Freeform 229"/>
            <p:cNvSpPr>
              <a:spLocks noEditPoints="1"/>
            </p:cNvSpPr>
            <p:nvPr/>
          </p:nvSpPr>
          <p:spPr bwMode="auto">
            <a:xfrm>
              <a:off x="4787900" y="1149350"/>
              <a:ext cx="381000" cy="406400"/>
            </a:xfrm>
            <a:custGeom>
              <a:avLst/>
              <a:gdLst/>
              <a:ahLst/>
              <a:cxnLst>
                <a:cxn ang="0">
                  <a:pos x="208" y="0"/>
                </a:cxn>
                <a:cxn ang="0">
                  <a:pos x="32" y="0"/>
                </a:cxn>
                <a:cxn ang="0">
                  <a:pos x="32" y="0"/>
                </a:cxn>
                <a:cxn ang="0">
                  <a:pos x="26" y="0"/>
                </a:cxn>
                <a:cxn ang="0">
                  <a:pos x="20" y="2"/>
                </a:cxn>
                <a:cxn ang="0">
                  <a:pos x="10" y="10"/>
                </a:cxn>
                <a:cxn ang="0">
                  <a:pos x="2" y="20"/>
                </a:cxn>
                <a:cxn ang="0">
                  <a:pos x="0" y="26"/>
                </a:cxn>
                <a:cxn ang="0">
                  <a:pos x="0" y="32"/>
                </a:cxn>
                <a:cxn ang="0">
                  <a:pos x="0" y="224"/>
                </a:cxn>
                <a:cxn ang="0">
                  <a:pos x="0" y="224"/>
                </a:cxn>
                <a:cxn ang="0">
                  <a:pos x="0" y="230"/>
                </a:cxn>
                <a:cxn ang="0">
                  <a:pos x="2" y="236"/>
                </a:cxn>
                <a:cxn ang="0">
                  <a:pos x="10" y="246"/>
                </a:cxn>
                <a:cxn ang="0">
                  <a:pos x="20" y="254"/>
                </a:cxn>
                <a:cxn ang="0">
                  <a:pos x="26" y="256"/>
                </a:cxn>
                <a:cxn ang="0">
                  <a:pos x="32" y="256"/>
                </a:cxn>
                <a:cxn ang="0">
                  <a:pos x="208" y="256"/>
                </a:cxn>
                <a:cxn ang="0">
                  <a:pos x="208" y="256"/>
                </a:cxn>
                <a:cxn ang="0">
                  <a:pos x="214" y="256"/>
                </a:cxn>
                <a:cxn ang="0">
                  <a:pos x="220" y="254"/>
                </a:cxn>
                <a:cxn ang="0">
                  <a:pos x="230" y="246"/>
                </a:cxn>
                <a:cxn ang="0">
                  <a:pos x="238" y="236"/>
                </a:cxn>
                <a:cxn ang="0">
                  <a:pos x="240" y="230"/>
                </a:cxn>
                <a:cxn ang="0">
                  <a:pos x="240" y="224"/>
                </a:cxn>
                <a:cxn ang="0">
                  <a:pos x="240" y="32"/>
                </a:cxn>
                <a:cxn ang="0">
                  <a:pos x="240" y="32"/>
                </a:cxn>
                <a:cxn ang="0">
                  <a:pos x="240" y="26"/>
                </a:cxn>
                <a:cxn ang="0">
                  <a:pos x="238" y="20"/>
                </a:cxn>
                <a:cxn ang="0">
                  <a:pos x="230" y="10"/>
                </a:cxn>
                <a:cxn ang="0">
                  <a:pos x="220" y="2"/>
                </a:cxn>
                <a:cxn ang="0">
                  <a:pos x="214" y="0"/>
                </a:cxn>
                <a:cxn ang="0">
                  <a:pos x="208" y="0"/>
                </a:cxn>
                <a:cxn ang="0">
                  <a:pos x="224" y="224"/>
                </a:cxn>
                <a:cxn ang="0">
                  <a:pos x="224" y="224"/>
                </a:cxn>
                <a:cxn ang="0">
                  <a:pos x="222" y="230"/>
                </a:cxn>
                <a:cxn ang="0">
                  <a:pos x="220" y="236"/>
                </a:cxn>
                <a:cxn ang="0">
                  <a:pos x="214" y="238"/>
                </a:cxn>
                <a:cxn ang="0">
                  <a:pos x="208" y="240"/>
                </a:cxn>
                <a:cxn ang="0">
                  <a:pos x="32" y="240"/>
                </a:cxn>
                <a:cxn ang="0">
                  <a:pos x="32" y="240"/>
                </a:cxn>
                <a:cxn ang="0">
                  <a:pos x="26" y="238"/>
                </a:cxn>
                <a:cxn ang="0">
                  <a:pos x="20" y="236"/>
                </a:cxn>
                <a:cxn ang="0">
                  <a:pos x="18" y="230"/>
                </a:cxn>
                <a:cxn ang="0">
                  <a:pos x="16" y="224"/>
                </a:cxn>
                <a:cxn ang="0">
                  <a:pos x="16" y="32"/>
                </a:cxn>
                <a:cxn ang="0">
                  <a:pos x="16" y="32"/>
                </a:cxn>
                <a:cxn ang="0">
                  <a:pos x="18" y="26"/>
                </a:cxn>
                <a:cxn ang="0">
                  <a:pos x="20" y="20"/>
                </a:cxn>
                <a:cxn ang="0">
                  <a:pos x="26" y="18"/>
                </a:cxn>
                <a:cxn ang="0">
                  <a:pos x="32" y="16"/>
                </a:cxn>
                <a:cxn ang="0">
                  <a:pos x="208" y="16"/>
                </a:cxn>
                <a:cxn ang="0">
                  <a:pos x="208" y="16"/>
                </a:cxn>
                <a:cxn ang="0">
                  <a:pos x="214" y="18"/>
                </a:cxn>
                <a:cxn ang="0">
                  <a:pos x="220" y="20"/>
                </a:cxn>
                <a:cxn ang="0">
                  <a:pos x="222" y="26"/>
                </a:cxn>
                <a:cxn ang="0">
                  <a:pos x="224" y="32"/>
                </a:cxn>
                <a:cxn ang="0">
                  <a:pos x="224" y="224"/>
                </a:cxn>
              </a:cxnLst>
              <a:rect l="0" t="0" r="r" b="b"/>
              <a:pathLst>
                <a:path w="240" h="256">
                  <a:moveTo>
                    <a:pt x="208" y="0"/>
                  </a:moveTo>
                  <a:lnTo>
                    <a:pt x="32" y="0"/>
                  </a:lnTo>
                  <a:lnTo>
                    <a:pt x="32" y="0"/>
                  </a:lnTo>
                  <a:lnTo>
                    <a:pt x="26" y="0"/>
                  </a:lnTo>
                  <a:lnTo>
                    <a:pt x="20" y="2"/>
                  </a:lnTo>
                  <a:lnTo>
                    <a:pt x="10" y="10"/>
                  </a:lnTo>
                  <a:lnTo>
                    <a:pt x="2" y="20"/>
                  </a:lnTo>
                  <a:lnTo>
                    <a:pt x="0" y="26"/>
                  </a:lnTo>
                  <a:lnTo>
                    <a:pt x="0" y="32"/>
                  </a:lnTo>
                  <a:lnTo>
                    <a:pt x="0" y="224"/>
                  </a:lnTo>
                  <a:lnTo>
                    <a:pt x="0" y="224"/>
                  </a:lnTo>
                  <a:lnTo>
                    <a:pt x="0" y="230"/>
                  </a:lnTo>
                  <a:lnTo>
                    <a:pt x="2" y="236"/>
                  </a:lnTo>
                  <a:lnTo>
                    <a:pt x="10" y="246"/>
                  </a:lnTo>
                  <a:lnTo>
                    <a:pt x="20" y="254"/>
                  </a:lnTo>
                  <a:lnTo>
                    <a:pt x="26" y="256"/>
                  </a:lnTo>
                  <a:lnTo>
                    <a:pt x="32" y="256"/>
                  </a:lnTo>
                  <a:lnTo>
                    <a:pt x="208" y="256"/>
                  </a:lnTo>
                  <a:lnTo>
                    <a:pt x="208" y="256"/>
                  </a:lnTo>
                  <a:lnTo>
                    <a:pt x="214" y="256"/>
                  </a:lnTo>
                  <a:lnTo>
                    <a:pt x="220" y="254"/>
                  </a:lnTo>
                  <a:lnTo>
                    <a:pt x="230" y="246"/>
                  </a:lnTo>
                  <a:lnTo>
                    <a:pt x="238" y="236"/>
                  </a:lnTo>
                  <a:lnTo>
                    <a:pt x="240" y="230"/>
                  </a:lnTo>
                  <a:lnTo>
                    <a:pt x="240" y="224"/>
                  </a:lnTo>
                  <a:lnTo>
                    <a:pt x="240" y="32"/>
                  </a:lnTo>
                  <a:lnTo>
                    <a:pt x="240" y="32"/>
                  </a:lnTo>
                  <a:lnTo>
                    <a:pt x="240" y="26"/>
                  </a:lnTo>
                  <a:lnTo>
                    <a:pt x="238" y="20"/>
                  </a:lnTo>
                  <a:lnTo>
                    <a:pt x="230" y="10"/>
                  </a:lnTo>
                  <a:lnTo>
                    <a:pt x="220" y="2"/>
                  </a:lnTo>
                  <a:lnTo>
                    <a:pt x="214" y="0"/>
                  </a:lnTo>
                  <a:lnTo>
                    <a:pt x="208" y="0"/>
                  </a:lnTo>
                  <a:close/>
                  <a:moveTo>
                    <a:pt x="224" y="224"/>
                  </a:moveTo>
                  <a:lnTo>
                    <a:pt x="224" y="224"/>
                  </a:lnTo>
                  <a:lnTo>
                    <a:pt x="222" y="230"/>
                  </a:lnTo>
                  <a:lnTo>
                    <a:pt x="220" y="236"/>
                  </a:lnTo>
                  <a:lnTo>
                    <a:pt x="214" y="238"/>
                  </a:lnTo>
                  <a:lnTo>
                    <a:pt x="208" y="240"/>
                  </a:lnTo>
                  <a:lnTo>
                    <a:pt x="32" y="240"/>
                  </a:lnTo>
                  <a:lnTo>
                    <a:pt x="32" y="240"/>
                  </a:lnTo>
                  <a:lnTo>
                    <a:pt x="26" y="238"/>
                  </a:lnTo>
                  <a:lnTo>
                    <a:pt x="20" y="236"/>
                  </a:lnTo>
                  <a:lnTo>
                    <a:pt x="18" y="230"/>
                  </a:lnTo>
                  <a:lnTo>
                    <a:pt x="16" y="224"/>
                  </a:lnTo>
                  <a:lnTo>
                    <a:pt x="16" y="32"/>
                  </a:lnTo>
                  <a:lnTo>
                    <a:pt x="16" y="32"/>
                  </a:lnTo>
                  <a:lnTo>
                    <a:pt x="18" y="26"/>
                  </a:lnTo>
                  <a:lnTo>
                    <a:pt x="20" y="20"/>
                  </a:lnTo>
                  <a:lnTo>
                    <a:pt x="26" y="18"/>
                  </a:lnTo>
                  <a:lnTo>
                    <a:pt x="32" y="16"/>
                  </a:lnTo>
                  <a:lnTo>
                    <a:pt x="208" y="16"/>
                  </a:lnTo>
                  <a:lnTo>
                    <a:pt x="208" y="16"/>
                  </a:lnTo>
                  <a:lnTo>
                    <a:pt x="214" y="18"/>
                  </a:lnTo>
                  <a:lnTo>
                    <a:pt x="220" y="20"/>
                  </a:lnTo>
                  <a:lnTo>
                    <a:pt x="222" y="26"/>
                  </a:lnTo>
                  <a:lnTo>
                    <a:pt x="224" y="32"/>
                  </a:lnTo>
                  <a:lnTo>
                    <a:pt x="224" y="2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58" name="Freeform 232"/>
            <p:cNvSpPr>
              <a:spLocks noEditPoints="1"/>
            </p:cNvSpPr>
            <p:nvPr/>
          </p:nvSpPr>
          <p:spPr bwMode="auto">
            <a:xfrm>
              <a:off x="4838700" y="1200150"/>
              <a:ext cx="279400" cy="254000"/>
            </a:xfrm>
            <a:custGeom>
              <a:avLst/>
              <a:gdLst/>
              <a:ahLst/>
              <a:cxnLst>
                <a:cxn ang="0">
                  <a:pos x="168" y="0"/>
                </a:cxn>
                <a:cxn ang="0">
                  <a:pos x="8" y="0"/>
                </a:cxn>
                <a:cxn ang="0">
                  <a:pos x="8" y="0"/>
                </a:cxn>
                <a:cxn ang="0">
                  <a:pos x="4" y="0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8"/>
                </a:cxn>
                <a:cxn ang="0">
                  <a:pos x="0" y="152"/>
                </a:cxn>
                <a:cxn ang="0">
                  <a:pos x="0" y="152"/>
                </a:cxn>
                <a:cxn ang="0">
                  <a:pos x="0" y="156"/>
                </a:cxn>
                <a:cxn ang="0">
                  <a:pos x="2" y="158"/>
                </a:cxn>
                <a:cxn ang="0">
                  <a:pos x="4" y="160"/>
                </a:cxn>
                <a:cxn ang="0">
                  <a:pos x="8" y="160"/>
                </a:cxn>
                <a:cxn ang="0">
                  <a:pos x="168" y="160"/>
                </a:cxn>
                <a:cxn ang="0">
                  <a:pos x="168" y="160"/>
                </a:cxn>
                <a:cxn ang="0">
                  <a:pos x="172" y="160"/>
                </a:cxn>
                <a:cxn ang="0">
                  <a:pos x="174" y="158"/>
                </a:cxn>
                <a:cxn ang="0">
                  <a:pos x="176" y="156"/>
                </a:cxn>
                <a:cxn ang="0">
                  <a:pos x="176" y="152"/>
                </a:cxn>
                <a:cxn ang="0">
                  <a:pos x="176" y="8"/>
                </a:cxn>
                <a:cxn ang="0">
                  <a:pos x="176" y="8"/>
                </a:cxn>
                <a:cxn ang="0">
                  <a:pos x="176" y="4"/>
                </a:cxn>
                <a:cxn ang="0">
                  <a:pos x="174" y="2"/>
                </a:cxn>
                <a:cxn ang="0">
                  <a:pos x="172" y="0"/>
                </a:cxn>
                <a:cxn ang="0">
                  <a:pos x="168" y="0"/>
                </a:cxn>
                <a:cxn ang="0">
                  <a:pos x="168" y="8"/>
                </a:cxn>
                <a:cxn ang="0">
                  <a:pos x="168" y="118"/>
                </a:cxn>
                <a:cxn ang="0">
                  <a:pos x="142" y="90"/>
                </a:cxn>
                <a:cxn ang="0">
                  <a:pos x="142" y="90"/>
                </a:cxn>
                <a:cxn ang="0">
                  <a:pos x="140" y="88"/>
                </a:cxn>
                <a:cxn ang="0">
                  <a:pos x="136" y="88"/>
                </a:cxn>
                <a:cxn ang="0">
                  <a:pos x="136" y="88"/>
                </a:cxn>
                <a:cxn ang="0">
                  <a:pos x="132" y="88"/>
                </a:cxn>
                <a:cxn ang="0">
                  <a:pos x="130" y="90"/>
                </a:cxn>
                <a:cxn ang="0">
                  <a:pos x="110" y="114"/>
                </a:cxn>
                <a:cxn ang="0">
                  <a:pos x="46" y="42"/>
                </a:cxn>
                <a:cxn ang="0">
                  <a:pos x="46" y="42"/>
                </a:cxn>
                <a:cxn ang="0">
                  <a:pos x="44" y="40"/>
                </a:cxn>
                <a:cxn ang="0">
                  <a:pos x="40" y="40"/>
                </a:cxn>
                <a:cxn ang="0">
                  <a:pos x="40" y="40"/>
                </a:cxn>
                <a:cxn ang="0">
                  <a:pos x="36" y="40"/>
                </a:cxn>
                <a:cxn ang="0">
                  <a:pos x="34" y="42"/>
                </a:cxn>
                <a:cxn ang="0">
                  <a:pos x="8" y="72"/>
                </a:cxn>
                <a:cxn ang="0">
                  <a:pos x="8" y="8"/>
                </a:cxn>
                <a:cxn ang="0">
                  <a:pos x="168" y="8"/>
                </a:cxn>
                <a:cxn ang="0">
                  <a:pos x="8" y="84"/>
                </a:cxn>
                <a:cxn ang="0">
                  <a:pos x="40" y="48"/>
                </a:cxn>
                <a:cxn ang="0">
                  <a:pos x="104" y="122"/>
                </a:cxn>
                <a:cxn ang="0">
                  <a:pos x="110" y="126"/>
                </a:cxn>
                <a:cxn ang="0">
                  <a:pos x="132" y="152"/>
                </a:cxn>
                <a:cxn ang="0">
                  <a:pos x="8" y="152"/>
                </a:cxn>
                <a:cxn ang="0">
                  <a:pos x="8" y="84"/>
                </a:cxn>
                <a:cxn ang="0">
                  <a:pos x="142" y="152"/>
                </a:cxn>
                <a:cxn ang="0">
                  <a:pos x="114" y="120"/>
                </a:cxn>
                <a:cxn ang="0">
                  <a:pos x="136" y="96"/>
                </a:cxn>
                <a:cxn ang="0">
                  <a:pos x="168" y="132"/>
                </a:cxn>
                <a:cxn ang="0">
                  <a:pos x="168" y="152"/>
                </a:cxn>
                <a:cxn ang="0">
                  <a:pos x="142" y="152"/>
                </a:cxn>
              </a:cxnLst>
              <a:rect l="0" t="0" r="r" b="b"/>
              <a:pathLst>
                <a:path w="176" h="160">
                  <a:moveTo>
                    <a:pt x="168" y="0"/>
                  </a:moveTo>
                  <a:lnTo>
                    <a:pt x="8" y="0"/>
                  </a:lnTo>
                  <a:lnTo>
                    <a:pt x="8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8"/>
                  </a:lnTo>
                  <a:lnTo>
                    <a:pt x="0" y="152"/>
                  </a:lnTo>
                  <a:lnTo>
                    <a:pt x="0" y="152"/>
                  </a:lnTo>
                  <a:lnTo>
                    <a:pt x="0" y="156"/>
                  </a:lnTo>
                  <a:lnTo>
                    <a:pt x="2" y="158"/>
                  </a:lnTo>
                  <a:lnTo>
                    <a:pt x="4" y="160"/>
                  </a:lnTo>
                  <a:lnTo>
                    <a:pt x="8" y="160"/>
                  </a:lnTo>
                  <a:lnTo>
                    <a:pt x="168" y="160"/>
                  </a:lnTo>
                  <a:lnTo>
                    <a:pt x="168" y="160"/>
                  </a:lnTo>
                  <a:lnTo>
                    <a:pt x="172" y="160"/>
                  </a:lnTo>
                  <a:lnTo>
                    <a:pt x="174" y="158"/>
                  </a:lnTo>
                  <a:lnTo>
                    <a:pt x="176" y="156"/>
                  </a:lnTo>
                  <a:lnTo>
                    <a:pt x="176" y="152"/>
                  </a:lnTo>
                  <a:lnTo>
                    <a:pt x="176" y="8"/>
                  </a:lnTo>
                  <a:lnTo>
                    <a:pt x="176" y="8"/>
                  </a:lnTo>
                  <a:lnTo>
                    <a:pt x="176" y="4"/>
                  </a:lnTo>
                  <a:lnTo>
                    <a:pt x="174" y="2"/>
                  </a:lnTo>
                  <a:lnTo>
                    <a:pt x="172" y="0"/>
                  </a:lnTo>
                  <a:lnTo>
                    <a:pt x="168" y="0"/>
                  </a:lnTo>
                  <a:close/>
                  <a:moveTo>
                    <a:pt x="168" y="8"/>
                  </a:moveTo>
                  <a:lnTo>
                    <a:pt x="168" y="118"/>
                  </a:lnTo>
                  <a:lnTo>
                    <a:pt x="142" y="90"/>
                  </a:lnTo>
                  <a:lnTo>
                    <a:pt x="142" y="90"/>
                  </a:lnTo>
                  <a:lnTo>
                    <a:pt x="140" y="88"/>
                  </a:lnTo>
                  <a:lnTo>
                    <a:pt x="136" y="88"/>
                  </a:lnTo>
                  <a:lnTo>
                    <a:pt x="136" y="88"/>
                  </a:lnTo>
                  <a:lnTo>
                    <a:pt x="132" y="88"/>
                  </a:lnTo>
                  <a:lnTo>
                    <a:pt x="130" y="90"/>
                  </a:lnTo>
                  <a:lnTo>
                    <a:pt x="110" y="114"/>
                  </a:lnTo>
                  <a:lnTo>
                    <a:pt x="46" y="42"/>
                  </a:lnTo>
                  <a:lnTo>
                    <a:pt x="46" y="42"/>
                  </a:lnTo>
                  <a:lnTo>
                    <a:pt x="44" y="40"/>
                  </a:lnTo>
                  <a:lnTo>
                    <a:pt x="40" y="40"/>
                  </a:lnTo>
                  <a:lnTo>
                    <a:pt x="40" y="40"/>
                  </a:lnTo>
                  <a:lnTo>
                    <a:pt x="36" y="40"/>
                  </a:lnTo>
                  <a:lnTo>
                    <a:pt x="34" y="42"/>
                  </a:lnTo>
                  <a:lnTo>
                    <a:pt x="8" y="72"/>
                  </a:lnTo>
                  <a:lnTo>
                    <a:pt x="8" y="8"/>
                  </a:lnTo>
                  <a:lnTo>
                    <a:pt x="168" y="8"/>
                  </a:lnTo>
                  <a:close/>
                  <a:moveTo>
                    <a:pt x="8" y="84"/>
                  </a:moveTo>
                  <a:lnTo>
                    <a:pt x="40" y="48"/>
                  </a:lnTo>
                  <a:lnTo>
                    <a:pt x="104" y="122"/>
                  </a:lnTo>
                  <a:lnTo>
                    <a:pt x="110" y="126"/>
                  </a:lnTo>
                  <a:lnTo>
                    <a:pt x="132" y="152"/>
                  </a:lnTo>
                  <a:lnTo>
                    <a:pt x="8" y="152"/>
                  </a:lnTo>
                  <a:lnTo>
                    <a:pt x="8" y="84"/>
                  </a:lnTo>
                  <a:close/>
                  <a:moveTo>
                    <a:pt x="142" y="152"/>
                  </a:moveTo>
                  <a:lnTo>
                    <a:pt x="114" y="120"/>
                  </a:lnTo>
                  <a:lnTo>
                    <a:pt x="136" y="96"/>
                  </a:lnTo>
                  <a:lnTo>
                    <a:pt x="168" y="132"/>
                  </a:lnTo>
                  <a:lnTo>
                    <a:pt x="168" y="152"/>
                  </a:lnTo>
                  <a:lnTo>
                    <a:pt x="142" y="15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59" name="Freeform 237"/>
            <p:cNvSpPr>
              <a:spLocks noEditPoints="1"/>
            </p:cNvSpPr>
            <p:nvPr/>
          </p:nvSpPr>
          <p:spPr bwMode="auto">
            <a:xfrm>
              <a:off x="4991100" y="1238250"/>
              <a:ext cx="76200" cy="76200"/>
            </a:xfrm>
            <a:custGeom>
              <a:avLst/>
              <a:gdLst/>
              <a:ahLst/>
              <a:cxnLst>
                <a:cxn ang="0">
                  <a:pos x="24" y="48"/>
                </a:cxn>
                <a:cxn ang="0">
                  <a:pos x="24" y="48"/>
                </a:cxn>
                <a:cxn ang="0">
                  <a:pos x="34" y="46"/>
                </a:cxn>
                <a:cxn ang="0">
                  <a:pos x="40" y="40"/>
                </a:cxn>
                <a:cxn ang="0">
                  <a:pos x="46" y="34"/>
                </a:cxn>
                <a:cxn ang="0">
                  <a:pos x="48" y="24"/>
                </a:cxn>
                <a:cxn ang="0">
                  <a:pos x="48" y="24"/>
                </a:cxn>
                <a:cxn ang="0">
                  <a:pos x="46" y="14"/>
                </a:cxn>
                <a:cxn ang="0">
                  <a:pos x="40" y="8"/>
                </a:cxn>
                <a:cxn ang="0">
                  <a:pos x="34" y="2"/>
                </a:cxn>
                <a:cxn ang="0">
                  <a:pos x="24" y="0"/>
                </a:cxn>
                <a:cxn ang="0">
                  <a:pos x="24" y="0"/>
                </a:cxn>
                <a:cxn ang="0">
                  <a:pos x="14" y="2"/>
                </a:cxn>
                <a:cxn ang="0">
                  <a:pos x="8" y="8"/>
                </a:cxn>
                <a:cxn ang="0">
                  <a:pos x="2" y="14"/>
                </a:cxn>
                <a:cxn ang="0">
                  <a:pos x="0" y="24"/>
                </a:cxn>
                <a:cxn ang="0">
                  <a:pos x="0" y="24"/>
                </a:cxn>
                <a:cxn ang="0">
                  <a:pos x="2" y="34"/>
                </a:cxn>
                <a:cxn ang="0">
                  <a:pos x="8" y="40"/>
                </a:cxn>
                <a:cxn ang="0">
                  <a:pos x="14" y="46"/>
                </a:cxn>
                <a:cxn ang="0">
                  <a:pos x="24" y="48"/>
                </a:cxn>
                <a:cxn ang="0">
                  <a:pos x="24" y="8"/>
                </a:cxn>
                <a:cxn ang="0">
                  <a:pos x="24" y="8"/>
                </a:cxn>
                <a:cxn ang="0">
                  <a:pos x="30" y="10"/>
                </a:cxn>
                <a:cxn ang="0">
                  <a:pos x="36" y="12"/>
                </a:cxn>
                <a:cxn ang="0">
                  <a:pos x="38" y="18"/>
                </a:cxn>
                <a:cxn ang="0">
                  <a:pos x="40" y="24"/>
                </a:cxn>
                <a:cxn ang="0">
                  <a:pos x="40" y="24"/>
                </a:cxn>
                <a:cxn ang="0">
                  <a:pos x="38" y="30"/>
                </a:cxn>
                <a:cxn ang="0">
                  <a:pos x="36" y="36"/>
                </a:cxn>
                <a:cxn ang="0">
                  <a:pos x="30" y="38"/>
                </a:cxn>
                <a:cxn ang="0">
                  <a:pos x="24" y="40"/>
                </a:cxn>
                <a:cxn ang="0">
                  <a:pos x="24" y="40"/>
                </a:cxn>
                <a:cxn ang="0">
                  <a:pos x="18" y="38"/>
                </a:cxn>
                <a:cxn ang="0">
                  <a:pos x="12" y="36"/>
                </a:cxn>
                <a:cxn ang="0">
                  <a:pos x="10" y="30"/>
                </a:cxn>
                <a:cxn ang="0">
                  <a:pos x="8" y="24"/>
                </a:cxn>
                <a:cxn ang="0">
                  <a:pos x="8" y="24"/>
                </a:cxn>
                <a:cxn ang="0">
                  <a:pos x="10" y="18"/>
                </a:cxn>
                <a:cxn ang="0">
                  <a:pos x="12" y="12"/>
                </a:cxn>
                <a:cxn ang="0">
                  <a:pos x="18" y="10"/>
                </a:cxn>
                <a:cxn ang="0">
                  <a:pos x="24" y="8"/>
                </a:cxn>
              </a:cxnLst>
              <a:rect l="0" t="0" r="r" b="b"/>
              <a:pathLst>
                <a:path w="48" h="48">
                  <a:moveTo>
                    <a:pt x="24" y="48"/>
                  </a:moveTo>
                  <a:lnTo>
                    <a:pt x="24" y="48"/>
                  </a:lnTo>
                  <a:lnTo>
                    <a:pt x="34" y="46"/>
                  </a:lnTo>
                  <a:lnTo>
                    <a:pt x="40" y="40"/>
                  </a:lnTo>
                  <a:lnTo>
                    <a:pt x="46" y="34"/>
                  </a:lnTo>
                  <a:lnTo>
                    <a:pt x="48" y="24"/>
                  </a:lnTo>
                  <a:lnTo>
                    <a:pt x="48" y="24"/>
                  </a:lnTo>
                  <a:lnTo>
                    <a:pt x="46" y="14"/>
                  </a:lnTo>
                  <a:lnTo>
                    <a:pt x="40" y="8"/>
                  </a:lnTo>
                  <a:lnTo>
                    <a:pt x="34" y="2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14" y="2"/>
                  </a:lnTo>
                  <a:lnTo>
                    <a:pt x="8" y="8"/>
                  </a:lnTo>
                  <a:lnTo>
                    <a:pt x="2" y="14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2" y="34"/>
                  </a:lnTo>
                  <a:lnTo>
                    <a:pt x="8" y="40"/>
                  </a:lnTo>
                  <a:lnTo>
                    <a:pt x="14" y="46"/>
                  </a:lnTo>
                  <a:lnTo>
                    <a:pt x="24" y="48"/>
                  </a:lnTo>
                  <a:close/>
                  <a:moveTo>
                    <a:pt x="24" y="8"/>
                  </a:moveTo>
                  <a:lnTo>
                    <a:pt x="24" y="8"/>
                  </a:lnTo>
                  <a:lnTo>
                    <a:pt x="30" y="10"/>
                  </a:lnTo>
                  <a:lnTo>
                    <a:pt x="36" y="12"/>
                  </a:lnTo>
                  <a:lnTo>
                    <a:pt x="38" y="18"/>
                  </a:lnTo>
                  <a:lnTo>
                    <a:pt x="40" y="24"/>
                  </a:lnTo>
                  <a:lnTo>
                    <a:pt x="40" y="24"/>
                  </a:lnTo>
                  <a:lnTo>
                    <a:pt x="38" y="30"/>
                  </a:lnTo>
                  <a:lnTo>
                    <a:pt x="36" y="36"/>
                  </a:lnTo>
                  <a:lnTo>
                    <a:pt x="30" y="38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18" y="38"/>
                  </a:lnTo>
                  <a:lnTo>
                    <a:pt x="12" y="36"/>
                  </a:lnTo>
                  <a:lnTo>
                    <a:pt x="10" y="30"/>
                  </a:lnTo>
                  <a:lnTo>
                    <a:pt x="8" y="24"/>
                  </a:lnTo>
                  <a:lnTo>
                    <a:pt x="8" y="24"/>
                  </a:lnTo>
                  <a:lnTo>
                    <a:pt x="10" y="18"/>
                  </a:lnTo>
                  <a:lnTo>
                    <a:pt x="12" y="12"/>
                  </a:lnTo>
                  <a:lnTo>
                    <a:pt x="18" y="10"/>
                  </a:lnTo>
                  <a:lnTo>
                    <a:pt x="24" y="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</p:grpSp>
      <p:grpSp>
        <p:nvGrpSpPr>
          <p:cNvPr id="14" name="Group 13"/>
          <p:cNvGrpSpPr/>
          <p:nvPr/>
        </p:nvGrpSpPr>
        <p:grpSpPr>
          <a:xfrm>
            <a:off x="8140441" y="1659915"/>
            <a:ext cx="465099" cy="465099"/>
            <a:chOff x="3962400" y="1149350"/>
            <a:chExt cx="406400" cy="406400"/>
          </a:xfrm>
          <a:solidFill>
            <a:schemeClr val="accent1"/>
          </a:solidFill>
        </p:grpSpPr>
        <p:sp>
          <p:nvSpPr>
            <p:cNvPr id="153" name="Freeform 240"/>
            <p:cNvSpPr>
              <a:spLocks noEditPoints="1"/>
            </p:cNvSpPr>
            <p:nvPr/>
          </p:nvSpPr>
          <p:spPr bwMode="auto">
            <a:xfrm>
              <a:off x="3962400" y="1149350"/>
              <a:ext cx="406400" cy="406400"/>
            </a:xfrm>
            <a:custGeom>
              <a:avLst/>
              <a:gdLst/>
              <a:ahLst/>
              <a:cxnLst>
                <a:cxn ang="0">
                  <a:pos x="208" y="82"/>
                </a:cxn>
                <a:cxn ang="0">
                  <a:pos x="168" y="54"/>
                </a:cxn>
                <a:cxn ang="0">
                  <a:pos x="160" y="24"/>
                </a:cxn>
                <a:cxn ang="0">
                  <a:pos x="136" y="2"/>
                </a:cxn>
                <a:cxn ang="0">
                  <a:pos x="112" y="6"/>
                </a:cxn>
                <a:cxn ang="0">
                  <a:pos x="102" y="38"/>
                </a:cxn>
                <a:cxn ang="0">
                  <a:pos x="82" y="76"/>
                </a:cxn>
                <a:cxn ang="0">
                  <a:pos x="64" y="86"/>
                </a:cxn>
                <a:cxn ang="0">
                  <a:pos x="24" y="80"/>
                </a:cxn>
                <a:cxn ang="0">
                  <a:pos x="2" y="94"/>
                </a:cxn>
                <a:cxn ang="0">
                  <a:pos x="2" y="242"/>
                </a:cxn>
                <a:cxn ang="0">
                  <a:pos x="48" y="256"/>
                </a:cxn>
                <a:cxn ang="0">
                  <a:pos x="66" y="248"/>
                </a:cxn>
                <a:cxn ang="0">
                  <a:pos x="70" y="242"/>
                </a:cxn>
                <a:cxn ang="0">
                  <a:pos x="72" y="242"/>
                </a:cxn>
                <a:cxn ang="0">
                  <a:pos x="136" y="256"/>
                </a:cxn>
                <a:cxn ang="0">
                  <a:pos x="206" y="256"/>
                </a:cxn>
                <a:cxn ang="0">
                  <a:pos x="224" y="240"/>
                </a:cxn>
                <a:cxn ang="0">
                  <a:pos x="228" y="218"/>
                </a:cxn>
                <a:cxn ang="0">
                  <a:pos x="242" y="198"/>
                </a:cxn>
                <a:cxn ang="0">
                  <a:pos x="242" y="176"/>
                </a:cxn>
                <a:cxn ang="0">
                  <a:pos x="252" y="144"/>
                </a:cxn>
                <a:cxn ang="0">
                  <a:pos x="256" y="116"/>
                </a:cxn>
                <a:cxn ang="0">
                  <a:pos x="256" y="112"/>
                </a:cxn>
                <a:cxn ang="0">
                  <a:pos x="234" y="84"/>
                </a:cxn>
                <a:cxn ang="0">
                  <a:pos x="54" y="238"/>
                </a:cxn>
                <a:cxn ang="0">
                  <a:pos x="24" y="240"/>
                </a:cxn>
                <a:cxn ang="0">
                  <a:pos x="16" y="232"/>
                </a:cxn>
                <a:cxn ang="0">
                  <a:pos x="18" y="98"/>
                </a:cxn>
                <a:cxn ang="0">
                  <a:pos x="48" y="96"/>
                </a:cxn>
                <a:cxn ang="0">
                  <a:pos x="56" y="104"/>
                </a:cxn>
                <a:cxn ang="0">
                  <a:pos x="240" y="120"/>
                </a:cxn>
                <a:cxn ang="0">
                  <a:pos x="208" y="128"/>
                </a:cxn>
                <a:cxn ang="0">
                  <a:pos x="204" y="132"/>
                </a:cxn>
                <a:cxn ang="0">
                  <a:pos x="224" y="136"/>
                </a:cxn>
                <a:cxn ang="0">
                  <a:pos x="236" y="150"/>
                </a:cxn>
                <a:cxn ang="0">
                  <a:pos x="228" y="166"/>
                </a:cxn>
                <a:cxn ang="0">
                  <a:pos x="198" y="170"/>
                </a:cxn>
                <a:cxn ang="0">
                  <a:pos x="200" y="176"/>
                </a:cxn>
                <a:cxn ang="0">
                  <a:pos x="226" y="182"/>
                </a:cxn>
                <a:cxn ang="0">
                  <a:pos x="224" y="198"/>
                </a:cxn>
                <a:cxn ang="0">
                  <a:pos x="192" y="208"/>
                </a:cxn>
                <a:cxn ang="0">
                  <a:pos x="188" y="212"/>
                </a:cxn>
                <a:cxn ang="0">
                  <a:pos x="204" y="216"/>
                </a:cxn>
                <a:cxn ang="0">
                  <a:pos x="212" y="228"/>
                </a:cxn>
                <a:cxn ang="0">
                  <a:pos x="206" y="238"/>
                </a:cxn>
                <a:cxn ang="0">
                  <a:pos x="136" y="240"/>
                </a:cxn>
                <a:cxn ang="0">
                  <a:pos x="70" y="226"/>
                </a:cxn>
                <a:cxn ang="0">
                  <a:pos x="64" y="218"/>
                </a:cxn>
                <a:cxn ang="0">
                  <a:pos x="70" y="100"/>
                </a:cxn>
                <a:cxn ang="0">
                  <a:pos x="84" y="94"/>
                </a:cxn>
                <a:cxn ang="0">
                  <a:pos x="114" y="56"/>
                </a:cxn>
                <a:cxn ang="0">
                  <a:pos x="120" y="24"/>
                </a:cxn>
                <a:cxn ang="0">
                  <a:pos x="128" y="16"/>
                </a:cxn>
                <a:cxn ang="0">
                  <a:pos x="148" y="40"/>
                </a:cxn>
                <a:cxn ang="0">
                  <a:pos x="150" y="74"/>
                </a:cxn>
                <a:cxn ang="0">
                  <a:pos x="226" y="98"/>
                </a:cxn>
                <a:cxn ang="0">
                  <a:pos x="238" y="106"/>
                </a:cxn>
              </a:cxnLst>
              <a:rect l="0" t="0" r="r" b="b"/>
              <a:pathLst>
                <a:path w="256" h="256">
                  <a:moveTo>
                    <a:pt x="234" y="84"/>
                  </a:moveTo>
                  <a:lnTo>
                    <a:pt x="234" y="84"/>
                  </a:lnTo>
                  <a:lnTo>
                    <a:pt x="224" y="82"/>
                  </a:lnTo>
                  <a:lnTo>
                    <a:pt x="208" y="82"/>
                  </a:lnTo>
                  <a:lnTo>
                    <a:pt x="166" y="80"/>
                  </a:lnTo>
                  <a:lnTo>
                    <a:pt x="166" y="80"/>
                  </a:lnTo>
                  <a:lnTo>
                    <a:pt x="168" y="68"/>
                  </a:lnTo>
                  <a:lnTo>
                    <a:pt x="168" y="54"/>
                  </a:lnTo>
                  <a:lnTo>
                    <a:pt x="168" y="54"/>
                  </a:lnTo>
                  <a:lnTo>
                    <a:pt x="166" y="44"/>
                  </a:lnTo>
                  <a:lnTo>
                    <a:pt x="164" y="34"/>
                  </a:lnTo>
                  <a:lnTo>
                    <a:pt x="160" y="24"/>
                  </a:lnTo>
                  <a:lnTo>
                    <a:pt x="154" y="16"/>
                  </a:lnTo>
                  <a:lnTo>
                    <a:pt x="148" y="10"/>
                  </a:lnTo>
                  <a:lnTo>
                    <a:pt x="142" y="4"/>
                  </a:lnTo>
                  <a:lnTo>
                    <a:pt x="136" y="2"/>
                  </a:lnTo>
                  <a:lnTo>
                    <a:pt x="128" y="0"/>
                  </a:lnTo>
                  <a:lnTo>
                    <a:pt x="128" y="0"/>
                  </a:lnTo>
                  <a:lnTo>
                    <a:pt x="118" y="2"/>
                  </a:lnTo>
                  <a:lnTo>
                    <a:pt x="112" y="6"/>
                  </a:lnTo>
                  <a:lnTo>
                    <a:pt x="106" y="14"/>
                  </a:lnTo>
                  <a:lnTo>
                    <a:pt x="104" y="24"/>
                  </a:lnTo>
                  <a:lnTo>
                    <a:pt x="104" y="24"/>
                  </a:lnTo>
                  <a:lnTo>
                    <a:pt x="102" y="38"/>
                  </a:lnTo>
                  <a:lnTo>
                    <a:pt x="98" y="54"/>
                  </a:lnTo>
                  <a:lnTo>
                    <a:pt x="94" y="62"/>
                  </a:lnTo>
                  <a:lnTo>
                    <a:pt x="88" y="70"/>
                  </a:lnTo>
                  <a:lnTo>
                    <a:pt x="82" y="76"/>
                  </a:lnTo>
                  <a:lnTo>
                    <a:pt x="72" y="82"/>
                  </a:lnTo>
                  <a:lnTo>
                    <a:pt x="72" y="82"/>
                  </a:lnTo>
                  <a:lnTo>
                    <a:pt x="64" y="86"/>
                  </a:lnTo>
                  <a:lnTo>
                    <a:pt x="64" y="86"/>
                  </a:lnTo>
                  <a:lnTo>
                    <a:pt x="64" y="86"/>
                  </a:lnTo>
                  <a:lnTo>
                    <a:pt x="56" y="82"/>
                  </a:lnTo>
                  <a:lnTo>
                    <a:pt x="48" y="80"/>
                  </a:lnTo>
                  <a:lnTo>
                    <a:pt x="24" y="80"/>
                  </a:lnTo>
                  <a:lnTo>
                    <a:pt x="24" y="80"/>
                  </a:lnTo>
                  <a:lnTo>
                    <a:pt x="14" y="82"/>
                  </a:lnTo>
                  <a:lnTo>
                    <a:pt x="8" y="88"/>
                  </a:lnTo>
                  <a:lnTo>
                    <a:pt x="2" y="94"/>
                  </a:lnTo>
                  <a:lnTo>
                    <a:pt x="0" y="104"/>
                  </a:lnTo>
                  <a:lnTo>
                    <a:pt x="0" y="232"/>
                  </a:lnTo>
                  <a:lnTo>
                    <a:pt x="0" y="232"/>
                  </a:lnTo>
                  <a:lnTo>
                    <a:pt x="2" y="242"/>
                  </a:lnTo>
                  <a:lnTo>
                    <a:pt x="8" y="248"/>
                  </a:lnTo>
                  <a:lnTo>
                    <a:pt x="14" y="254"/>
                  </a:lnTo>
                  <a:lnTo>
                    <a:pt x="24" y="256"/>
                  </a:lnTo>
                  <a:lnTo>
                    <a:pt x="48" y="256"/>
                  </a:lnTo>
                  <a:lnTo>
                    <a:pt x="48" y="256"/>
                  </a:lnTo>
                  <a:lnTo>
                    <a:pt x="54" y="254"/>
                  </a:lnTo>
                  <a:lnTo>
                    <a:pt x="60" y="252"/>
                  </a:lnTo>
                  <a:lnTo>
                    <a:pt x="66" y="248"/>
                  </a:lnTo>
                  <a:lnTo>
                    <a:pt x="70" y="242"/>
                  </a:lnTo>
                  <a:lnTo>
                    <a:pt x="70" y="242"/>
                  </a:lnTo>
                  <a:lnTo>
                    <a:pt x="70" y="242"/>
                  </a:lnTo>
                  <a:lnTo>
                    <a:pt x="70" y="242"/>
                  </a:lnTo>
                  <a:lnTo>
                    <a:pt x="72" y="242"/>
                  </a:lnTo>
                  <a:lnTo>
                    <a:pt x="72" y="242"/>
                  </a:lnTo>
                  <a:lnTo>
                    <a:pt x="72" y="242"/>
                  </a:lnTo>
                  <a:lnTo>
                    <a:pt x="72" y="242"/>
                  </a:lnTo>
                  <a:lnTo>
                    <a:pt x="104" y="250"/>
                  </a:lnTo>
                  <a:lnTo>
                    <a:pt x="104" y="250"/>
                  </a:lnTo>
                  <a:lnTo>
                    <a:pt x="122" y="254"/>
                  </a:lnTo>
                  <a:lnTo>
                    <a:pt x="136" y="256"/>
                  </a:lnTo>
                  <a:lnTo>
                    <a:pt x="152" y="256"/>
                  </a:lnTo>
                  <a:lnTo>
                    <a:pt x="196" y="256"/>
                  </a:lnTo>
                  <a:lnTo>
                    <a:pt x="196" y="256"/>
                  </a:lnTo>
                  <a:lnTo>
                    <a:pt x="206" y="256"/>
                  </a:lnTo>
                  <a:lnTo>
                    <a:pt x="214" y="252"/>
                  </a:lnTo>
                  <a:lnTo>
                    <a:pt x="220" y="248"/>
                  </a:lnTo>
                  <a:lnTo>
                    <a:pt x="224" y="240"/>
                  </a:lnTo>
                  <a:lnTo>
                    <a:pt x="224" y="240"/>
                  </a:lnTo>
                  <a:lnTo>
                    <a:pt x="228" y="232"/>
                  </a:lnTo>
                  <a:lnTo>
                    <a:pt x="228" y="232"/>
                  </a:lnTo>
                  <a:lnTo>
                    <a:pt x="230" y="226"/>
                  </a:lnTo>
                  <a:lnTo>
                    <a:pt x="228" y="218"/>
                  </a:lnTo>
                  <a:lnTo>
                    <a:pt x="228" y="218"/>
                  </a:lnTo>
                  <a:lnTo>
                    <a:pt x="234" y="212"/>
                  </a:lnTo>
                  <a:lnTo>
                    <a:pt x="238" y="208"/>
                  </a:lnTo>
                  <a:lnTo>
                    <a:pt x="242" y="198"/>
                  </a:lnTo>
                  <a:lnTo>
                    <a:pt x="242" y="198"/>
                  </a:lnTo>
                  <a:lnTo>
                    <a:pt x="244" y="184"/>
                  </a:lnTo>
                  <a:lnTo>
                    <a:pt x="242" y="176"/>
                  </a:lnTo>
                  <a:lnTo>
                    <a:pt x="242" y="176"/>
                  </a:lnTo>
                  <a:lnTo>
                    <a:pt x="248" y="166"/>
                  </a:lnTo>
                  <a:lnTo>
                    <a:pt x="252" y="154"/>
                  </a:lnTo>
                  <a:lnTo>
                    <a:pt x="252" y="154"/>
                  </a:lnTo>
                  <a:lnTo>
                    <a:pt x="252" y="144"/>
                  </a:lnTo>
                  <a:lnTo>
                    <a:pt x="248" y="134"/>
                  </a:lnTo>
                  <a:lnTo>
                    <a:pt x="248" y="134"/>
                  </a:lnTo>
                  <a:lnTo>
                    <a:pt x="254" y="126"/>
                  </a:lnTo>
                  <a:lnTo>
                    <a:pt x="256" y="116"/>
                  </a:lnTo>
                  <a:lnTo>
                    <a:pt x="256" y="116"/>
                  </a:lnTo>
                  <a:lnTo>
                    <a:pt x="256" y="116"/>
                  </a:lnTo>
                  <a:lnTo>
                    <a:pt x="256" y="112"/>
                  </a:lnTo>
                  <a:lnTo>
                    <a:pt x="256" y="112"/>
                  </a:lnTo>
                  <a:lnTo>
                    <a:pt x="254" y="104"/>
                  </a:lnTo>
                  <a:lnTo>
                    <a:pt x="250" y="96"/>
                  </a:lnTo>
                  <a:lnTo>
                    <a:pt x="244" y="88"/>
                  </a:lnTo>
                  <a:lnTo>
                    <a:pt x="234" y="84"/>
                  </a:lnTo>
                  <a:close/>
                  <a:moveTo>
                    <a:pt x="56" y="232"/>
                  </a:moveTo>
                  <a:lnTo>
                    <a:pt x="56" y="232"/>
                  </a:lnTo>
                  <a:lnTo>
                    <a:pt x="56" y="236"/>
                  </a:lnTo>
                  <a:lnTo>
                    <a:pt x="54" y="238"/>
                  </a:lnTo>
                  <a:lnTo>
                    <a:pt x="52" y="240"/>
                  </a:lnTo>
                  <a:lnTo>
                    <a:pt x="48" y="240"/>
                  </a:lnTo>
                  <a:lnTo>
                    <a:pt x="24" y="240"/>
                  </a:lnTo>
                  <a:lnTo>
                    <a:pt x="24" y="240"/>
                  </a:lnTo>
                  <a:lnTo>
                    <a:pt x="20" y="240"/>
                  </a:lnTo>
                  <a:lnTo>
                    <a:pt x="18" y="238"/>
                  </a:lnTo>
                  <a:lnTo>
                    <a:pt x="16" y="236"/>
                  </a:lnTo>
                  <a:lnTo>
                    <a:pt x="16" y="232"/>
                  </a:lnTo>
                  <a:lnTo>
                    <a:pt x="16" y="104"/>
                  </a:lnTo>
                  <a:lnTo>
                    <a:pt x="16" y="104"/>
                  </a:lnTo>
                  <a:lnTo>
                    <a:pt x="16" y="100"/>
                  </a:lnTo>
                  <a:lnTo>
                    <a:pt x="18" y="98"/>
                  </a:lnTo>
                  <a:lnTo>
                    <a:pt x="20" y="96"/>
                  </a:lnTo>
                  <a:lnTo>
                    <a:pt x="24" y="96"/>
                  </a:lnTo>
                  <a:lnTo>
                    <a:pt x="48" y="96"/>
                  </a:lnTo>
                  <a:lnTo>
                    <a:pt x="48" y="96"/>
                  </a:lnTo>
                  <a:lnTo>
                    <a:pt x="52" y="96"/>
                  </a:lnTo>
                  <a:lnTo>
                    <a:pt x="54" y="98"/>
                  </a:lnTo>
                  <a:lnTo>
                    <a:pt x="56" y="100"/>
                  </a:lnTo>
                  <a:lnTo>
                    <a:pt x="56" y="104"/>
                  </a:lnTo>
                  <a:lnTo>
                    <a:pt x="56" y="232"/>
                  </a:lnTo>
                  <a:close/>
                  <a:moveTo>
                    <a:pt x="240" y="116"/>
                  </a:moveTo>
                  <a:lnTo>
                    <a:pt x="240" y="116"/>
                  </a:lnTo>
                  <a:lnTo>
                    <a:pt x="240" y="120"/>
                  </a:lnTo>
                  <a:lnTo>
                    <a:pt x="238" y="124"/>
                  </a:lnTo>
                  <a:lnTo>
                    <a:pt x="232" y="126"/>
                  </a:lnTo>
                  <a:lnTo>
                    <a:pt x="224" y="128"/>
                  </a:lnTo>
                  <a:lnTo>
                    <a:pt x="208" y="128"/>
                  </a:lnTo>
                  <a:lnTo>
                    <a:pt x="208" y="128"/>
                  </a:lnTo>
                  <a:lnTo>
                    <a:pt x="206" y="130"/>
                  </a:lnTo>
                  <a:lnTo>
                    <a:pt x="204" y="132"/>
                  </a:lnTo>
                  <a:lnTo>
                    <a:pt x="204" y="132"/>
                  </a:lnTo>
                  <a:lnTo>
                    <a:pt x="206" y="134"/>
                  </a:lnTo>
                  <a:lnTo>
                    <a:pt x="208" y="136"/>
                  </a:lnTo>
                  <a:lnTo>
                    <a:pt x="224" y="136"/>
                  </a:lnTo>
                  <a:lnTo>
                    <a:pt x="224" y="136"/>
                  </a:lnTo>
                  <a:lnTo>
                    <a:pt x="230" y="138"/>
                  </a:lnTo>
                  <a:lnTo>
                    <a:pt x="234" y="142"/>
                  </a:lnTo>
                  <a:lnTo>
                    <a:pt x="236" y="146"/>
                  </a:lnTo>
                  <a:lnTo>
                    <a:pt x="236" y="150"/>
                  </a:lnTo>
                  <a:lnTo>
                    <a:pt x="236" y="150"/>
                  </a:lnTo>
                  <a:lnTo>
                    <a:pt x="236" y="156"/>
                  </a:lnTo>
                  <a:lnTo>
                    <a:pt x="232" y="162"/>
                  </a:lnTo>
                  <a:lnTo>
                    <a:pt x="228" y="166"/>
                  </a:lnTo>
                  <a:lnTo>
                    <a:pt x="220" y="168"/>
                  </a:lnTo>
                  <a:lnTo>
                    <a:pt x="200" y="168"/>
                  </a:lnTo>
                  <a:lnTo>
                    <a:pt x="200" y="168"/>
                  </a:lnTo>
                  <a:lnTo>
                    <a:pt x="198" y="170"/>
                  </a:lnTo>
                  <a:lnTo>
                    <a:pt x="196" y="172"/>
                  </a:lnTo>
                  <a:lnTo>
                    <a:pt x="196" y="172"/>
                  </a:lnTo>
                  <a:lnTo>
                    <a:pt x="198" y="174"/>
                  </a:lnTo>
                  <a:lnTo>
                    <a:pt x="200" y="176"/>
                  </a:lnTo>
                  <a:lnTo>
                    <a:pt x="216" y="176"/>
                  </a:lnTo>
                  <a:lnTo>
                    <a:pt x="216" y="176"/>
                  </a:lnTo>
                  <a:lnTo>
                    <a:pt x="224" y="178"/>
                  </a:lnTo>
                  <a:lnTo>
                    <a:pt x="226" y="182"/>
                  </a:lnTo>
                  <a:lnTo>
                    <a:pt x="228" y="188"/>
                  </a:lnTo>
                  <a:lnTo>
                    <a:pt x="226" y="192"/>
                  </a:lnTo>
                  <a:lnTo>
                    <a:pt x="226" y="192"/>
                  </a:lnTo>
                  <a:lnTo>
                    <a:pt x="224" y="198"/>
                  </a:lnTo>
                  <a:lnTo>
                    <a:pt x="220" y="204"/>
                  </a:lnTo>
                  <a:lnTo>
                    <a:pt x="216" y="206"/>
                  </a:lnTo>
                  <a:lnTo>
                    <a:pt x="206" y="208"/>
                  </a:lnTo>
                  <a:lnTo>
                    <a:pt x="192" y="208"/>
                  </a:lnTo>
                  <a:lnTo>
                    <a:pt x="192" y="208"/>
                  </a:lnTo>
                  <a:lnTo>
                    <a:pt x="190" y="210"/>
                  </a:lnTo>
                  <a:lnTo>
                    <a:pt x="188" y="212"/>
                  </a:lnTo>
                  <a:lnTo>
                    <a:pt x="188" y="212"/>
                  </a:lnTo>
                  <a:lnTo>
                    <a:pt x="190" y="214"/>
                  </a:lnTo>
                  <a:lnTo>
                    <a:pt x="192" y="216"/>
                  </a:lnTo>
                  <a:lnTo>
                    <a:pt x="204" y="216"/>
                  </a:lnTo>
                  <a:lnTo>
                    <a:pt x="204" y="216"/>
                  </a:lnTo>
                  <a:lnTo>
                    <a:pt x="210" y="218"/>
                  </a:lnTo>
                  <a:lnTo>
                    <a:pt x="212" y="220"/>
                  </a:lnTo>
                  <a:lnTo>
                    <a:pt x="214" y="224"/>
                  </a:lnTo>
                  <a:lnTo>
                    <a:pt x="212" y="228"/>
                  </a:lnTo>
                  <a:lnTo>
                    <a:pt x="212" y="228"/>
                  </a:lnTo>
                  <a:lnTo>
                    <a:pt x="210" y="234"/>
                  </a:lnTo>
                  <a:lnTo>
                    <a:pt x="210" y="234"/>
                  </a:lnTo>
                  <a:lnTo>
                    <a:pt x="206" y="238"/>
                  </a:lnTo>
                  <a:lnTo>
                    <a:pt x="196" y="240"/>
                  </a:lnTo>
                  <a:lnTo>
                    <a:pt x="152" y="240"/>
                  </a:lnTo>
                  <a:lnTo>
                    <a:pt x="152" y="240"/>
                  </a:lnTo>
                  <a:lnTo>
                    <a:pt x="136" y="240"/>
                  </a:lnTo>
                  <a:lnTo>
                    <a:pt x="122" y="238"/>
                  </a:lnTo>
                  <a:lnTo>
                    <a:pt x="108" y="234"/>
                  </a:lnTo>
                  <a:lnTo>
                    <a:pt x="108" y="234"/>
                  </a:lnTo>
                  <a:lnTo>
                    <a:pt x="70" y="226"/>
                  </a:lnTo>
                  <a:lnTo>
                    <a:pt x="70" y="226"/>
                  </a:lnTo>
                  <a:lnTo>
                    <a:pt x="68" y="224"/>
                  </a:lnTo>
                  <a:lnTo>
                    <a:pt x="66" y="222"/>
                  </a:lnTo>
                  <a:lnTo>
                    <a:pt x="64" y="218"/>
                  </a:lnTo>
                  <a:lnTo>
                    <a:pt x="64" y="108"/>
                  </a:lnTo>
                  <a:lnTo>
                    <a:pt x="64" y="108"/>
                  </a:lnTo>
                  <a:lnTo>
                    <a:pt x="66" y="104"/>
                  </a:lnTo>
                  <a:lnTo>
                    <a:pt x="70" y="100"/>
                  </a:lnTo>
                  <a:lnTo>
                    <a:pt x="70" y="100"/>
                  </a:lnTo>
                  <a:lnTo>
                    <a:pt x="72" y="100"/>
                  </a:lnTo>
                  <a:lnTo>
                    <a:pt x="72" y="100"/>
                  </a:lnTo>
                  <a:lnTo>
                    <a:pt x="84" y="94"/>
                  </a:lnTo>
                  <a:lnTo>
                    <a:pt x="94" y="86"/>
                  </a:lnTo>
                  <a:lnTo>
                    <a:pt x="104" y="76"/>
                  </a:lnTo>
                  <a:lnTo>
                    <a:pt x="110" y="66"/>
                  </a:lnTo>
                  <a:lnTo>
                    <a:pt x="114" y="56"/>
                  </a:lnTo>
                  <a:lnTo>
                    <a:pt x="118" y="46"/>
                  </a:lnTo>
                  <a:lnTo>
                    <a:pt x="120" y="34"/>
                  </a:lnTo>
                  <a:lnTo>
                    <a:pt x="120" y="24"/>
                  </a:lnTo>
                  <a:lnTo>
                    <a:pt x="120" y="24"/>
                  </a:lnTo>
                  <a:lnTo>
                    <a:pt x="122" y="18"/>
                  </a:lnTo>
                  <a:lnTo>
                    <a:pt x="124" y="16"/>
                  </a:lnTo>
                  <a:lnTo>
                    <a:pt x="128" y="16"/>
                  </a:lnTo>
                  <a:lnTo>
                    <a:pt x="128" y="16"/>
                  </a:lnTo>
                  <a:lnTo>
                    <a:pt x="132" y="16"/>
                  </a:lnTo>
                  <a:lnTo>
                    <a:pt x="136" y="18"/>
                  </a:lnTo>
                  <a:lnTo>
                    <a:pt x="142" y="28"/>
                  </a:lnTo>
                  <a:lnTo>
                    <a:pt x="148" y="40"/>
                  </a:lnTo>
                  <a:lnTo>
                    <a:pt x="150" y="46"/>
                  </a:lnTo>
                  <a:lnTo>
                    <a:pt x="152" y="54"/>
                  </a:lnTo>
                  <a:lnTo>
                    <a:pt x="152" y="54"/>
                  </a:lnTo>
                  <a:lnTo>
                    <a:pt x="150" y="74"/>
                  </a:lnTo>
                  <a:lnTo>
                    <a:pt x="144" y="96"/>
                  </a:lnTo>
                  <a:lnTo>
                    <a:pt x="144" y="96"/>
                  </a:lnTo>
                  <a:lnTo>
                    <a:pt x="214" y="96"/>
                  </a:lnTo>
                  <a:lnTo>
                    <a:pt x="226" y="98"/>
                  </a:lnTo>
                  <a:lnTo>
                    <a:pt x="230" y="98"/>
                  </a:lnTo>
                  <a:lnTo>
                    <a:pt x="230" y="98"/>
                  </a:lnTo>
                  <a:lnTo>
                    <a:pt x="236" y="102"/>
                  </a:lnTo>
                  <a:lnTo>
                    <a:pt x="238" y="106"/>
                  </a:lnTo>
                  <a:lnTo>
                    <a:pt x="240" y="112"/>
                  </a:lnTo>
                  <a:lnTo>
                    <a:pt x="240" y="112"/>
                  </a:lnTo>
                  <a:lnTo>
                    <a:pt x="240" y="11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54" name="Freeform 244"/>
            <p:cNvSpPr>
              <a:spLocks noEditPoints="1"/>
            </p:cNvSpPr>
            <p:nvPr/>
          </p:nvSpPr>
          <p:spPr bwMode="auto">
            <a:xfrm>
              <a:off x="4000500" y="1479550"/>
              <a:ext cx="38100" cy="38100"/>
            </a:xfrm>
            <a:custGeom>
              <a:avLst/>
              <a:gdLst/>
              <a:ahLst/>
              <a:cxnLst>
                <a:cxn ang="0">
                  <a:pos x="12" y="0"/>
                </a:cxn>
                <a:cxn ang="0">
                  <a:pos x="12" y="0"/>
                </a:cxn>
                <a:cxn ang="0">
                  <a:pos x="8" y="0"/>
                </a:cxn>
                <a:cxn ang="0">
                  <a:pos x="4" y="4"/>
                </a:cxn>
                <a:cxn ang="0">
                  <a:pos x="0" y="8"/>
                </a:cxn>
                <a:cxn ang="0">
                  <a:pos x="0" y="12"/>
                </a:cxn>
                <a:cxn ang="0">
                  <a:pos x="0" y="12"/>
                </a:cxn>
                <a:cxn ang="0">
                  <a:pos x="0" y="16"/>
                </a:cxn>
                <a:cxn ang="0">
                  <a:pos x="4" y="20"/>
                </a:cxn>
                <a:cxn ang="0">
                  <a:pos x="8" y="24"/>
                </a:cxn>
                <a:cxn ang="0">
                  <a:pos x="12" y="24"/>
                </a:cxn>
                <a:cxn ang="0">
                  <a:pos x="12" y="24"/>
                </a:cxn>
                <a:cxn ang="0">
                  <a:pos x="16" y="24"/>
                </a:cxn>
                <a:cxn ang="0">
                  <a:pos x="20" y="20"/>
                </a:cxn>
                <a:cxn ang="0">
                  <a:pos x="24" y="16"/>
                </a:cxn>
                <a:cxn ang="0">
                  <a:pos x="24" y="12"/>
                </a:cxn>
                <a:cxn ang="0">
                  <a:pos x="24" y="12"/>
                </a:cxn>
                <a:cxn ang="0">
                  <a:pos x="24" y="8"/>
                </a:cxn>
                <a:cxn ang="0">
                  <a:pos x="20" y="4"/>
                </a:cxn>
                <a:cxn ang="0">
                  <a:pos x="16" y="0"/>
                </a:cxn>
                <a:cxn ang="0">
                  <a:pos x="12" y="0"/>
                </a:cxn>
                <a:cxn ang="0">
                  <a:pos x="12" y="16"/>
                </a:cxn>
                <a:cxn ang="0">
                  <a:pos x="12" y="16"/>
                </a:cxn>
                <a:cxn ang="0">
                  <a:pos x="10" y="14"/>
                </a:cxn>
                <a:cxn ang="0">
                  <a:pos x="8" y="12"/>
                </a:cxn>
                <a:cxn ang="0">
                  <a:pos x="8" y="12"/>
                </a:cxn>
                <a:cxn ang="0">
                  <a:pos x="10" y="10"/>
                </a:cxn>
                <a:cxn ang="0">
                  <a:pos x="12" y="8"/>
                </a:cxn>
                <a:cxn ang="0">
                  <a:pos x="12" y="8"/>
                </a:cxn>
                <a:cxn ang="0">
                  <a:pos x="14" y="10"/>
                </a:cxn>
                <a:cxn ang="0">
                  <a:pos x="16" y="12"/>
                </a:cxn>
                <a:cxn ang="0">
                  <a:pos x="16" y="12"/>
                </a:cxn>
                <a:cxn ang="0">
                  <a:pos x="14" y="14"/>
                </a:cxn>
                <a:cxn ang="0">
                  <a:pos x="12" y="16"/>
                </a:cxn>
              </a:cxnLst>
              <a:rect l="0" t="0" r="r" b="b"/>
              <a:pathLst>
                <a:path w="24" h="24">
                  <a:moveTo>
                    <a:pt x="12" y="0"/>
                  </a:moveTo>
                  <a:lnTo>
                    <a:pt x="12" y="0"/>
                  </a:lnTo>
                  <a:lnTo>
                    <a:pt x="8" y="0"/>
                  </a:lnTo>
                  <a:lnTo>
                    <a:pt x="4" y="4"/>
                  </a:lnTo>
                  <a:lnTo>
                    <a:pt x="0" y="8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6"/>
                  </a:lnTo>
                  <a:lnTo>
                    <a:pt x="4" y="20"/>
                  </a:lnTo>
                  <a:lnTo>
                    <a:pt x="8" y="24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6" y="24"/>
                  </a:lnTo>
                  <a:lnTo>
                    <a:pt x="20" y="20"/>
                  </a:lnTo>
                  <a:lnTo>
                    <a:pt x="24" y="16"/>
                  </a:lnTo>
                  <a:lnTo>
                    <a:pt x="24" y="12"/>
                  </a:lnTo>
                  <a:lnTo>
                    <a:pt x="24" y="12"/>
                  </a:lnTo>
                  <a:lnTo>
                    <a:pt x="24" y="8"/>
                  </a:lnTo>
                  <a:lnTo>
                    <a:pt x="20" y="4"/>
                  </a:lnTo>
                  <a:lnTo>
                    <a:pt x="16" y="0"/>
                  </a:lnTo>
                  <a:lnTo>
                    <a:pt x="12" y="0"/>
                  </a:lnTo>
                  <a:close/>
                  <a:moveTo>
                    <a:pt x="12" y="16"/>
                  </a:moveTo>
                  <a:lnTo>
                    <a:pt x="12" y="16"/>
                  </a:lnTo>
                  <a:lnTo>
                    <a:pt x="10" y="14"/>
                  </a:lnTo>
                  <a:lnTo>
                    <a:pt x="8" y="12"/>
                  </a:lnTo>
                  <a:lnTo>
                    <a:pt x="8" y="12"/>
                  </a:lnTo>
                  <a:lnTo>
                    <a:pt x="10" y="10"/>
                  </a:lnTo>
                  <a:lnTo>
                    <a:pt x="12" y="8"/>
                  </a:lnTo>
                  <a:lnTo>
                    <a:pt x="12" y="8"/>
                  </a:lnTo>
                  <a:lnTo>
                    <a:pt x="14" y="10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4" y="14"/>
                  </a:lnTo>
                  <a:lnTo>
                    <a:pt x="12" y="1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55" name="Freeform 245"/>
            <p:cNvSpPr>
              <a:spLocks/>
            </p:cNvSpPr>
            <p:nvPr/>
          </p:nvSpPr>
          <p:spPr bwMode="auto">
            <a:xfrm>
              <a:off x="4000500" y="1479550"/>
              <a:ext cx="38100" cy="38100"/>
            </a:xfrm>
            <a:custGeom>
              <a:avLst/>
              <a:gdLst/>
              <a:ahLst/>
              <a:cxnLst>
                <a:cxn ang="0">
                  <a:pos x="12" y="0"/>
                </a:cxn>
                <a:cxn ang="0">
                  <a:pos x="12" y="0"/>
                </a:cxn>
                <a:cxn ang="0">
                  <a:pos x="8" y="0"/>
                </a:cxn>
                <a:cxn ang="0">
                  <a:pos x="4" y="4"/>
                </a:cxn>
                <a:cxn ang="0">
                  <a:pos x="0" y="8"/>
                </a:cxn>
                <a:cxn ang="0">
                  <a:pos x="0" y="12"/>
                </a:cxn>
                <a:cxn ang="0">
                  <a:pos x="0" y="12"/>
                </a:cxn>
                <a:cxn ang="0">
                  <a:pos x="0" y="16"/>
                </a:cxn>
                <a:cxn ang="0">
                  <a:pos x="4" y="20"/>
                </a:cxn>
                <a:cxn ang="0">
                  <a:pos x="8" y="24"/>
                </a:cxn>
                <a:cxn ang="0">
                  <a:pos x="12" y="24"/>
                </a:cxn>
                <a:cxn ang="0">
                  <a:pos x="12" y="24"/>
                </a:cxn>
                <a:cxn ang="0">
                  <a:pos x="16" y="24"/>
                </a:cxn>
                <a:cxn ang="0">
                  <a:pos x="20" y="20"/>
                </a:cxn>
                <a:cxn ang="0">
                  <a:pos x="24" y="16"/>
                </a:cxn>
                <a:cxn ang="0">
                  <a:pos x="24" y="12"/>
                </a:cxn>
                <a:cxn ang="0">
                  <a:pos x="24" y="12"/>
                </a:cxn>
                <a:cxn ang="0">
                  <a:pos x="24" y="8"/>
                </a:cxn>
                <a:cxn ang="0">
                  <a:pos x="20" y="4"/>
                </a:cxn>
                <a:cxn ang="0">
                  <a:pos x="16" y="0"/>
                </a:cxn>
                <a:cxn ang="0">
                  <a:pos x="12" y="0"/>
                </a:cxn>
              </a:cxnLst>
              <a:rect l="0" t="0" r="r" b="b"/>
              <a:pathLst>
                <a:path w="24" h="24">
                  <a:moveTo>
                    <a:pt x="12" y="0"/>
                  </a:moveTo>
                  <a:lnTo>
                    <a:pt x="12" y="0"/>
                  </a:lnTo>
                  <a:lnTo>
                    <a:pt x="8" y="0"/>
                  </a:lnTo>
                  <a:lnTo>
                    <a:pt x="4" y="4"/>
                  </a:lnTo>
                  <a:lnTo>
                    <a:pt x="0" y="8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6"/>
                  </a:lnTo>
                  <a:lnTo>
                    <a:pt x="4" y="20"/>
                  </a:lnTo>
                  <a:lnTo>
                    <a:pt x="8" y="24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6" y="24"/>
                  </a:lnTo>
                  <a:lnTo>
                    <a:pt x="20" y="20"/>
                  </a:lnTo>
                  <a:lnTo>
                    <a:pt x="24" y="16"/>
                  </a:lnTo>
                  <a:lnTo>
                    <a:pt x="24" y="12"/>
                  </a:lnTo>
                  <a:lnTo>
                    <a:pt x="24" y="12"/>
                  </a:lnTo>
                  <a:lnTo>
                    <a:pt x="24" y="8"/>
                  </a:lnTo>
                  <a:lnTo>
                    <a:pt x="20" y="4"/>
                  </a:lnTo>
                  <a:lnTo>
                    <a:pt x="16" y="0"/>
                  </a:lnTo>
                  <a:lnTo>
                    <a:pt x="12" y="0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56" name="Freeform 246"/>
            <p:cNvSpPr>
              <a:spLocks/>
            </p:cNvSpPr>
            <p:nvPr/>
          </p:nvSpPr>
          <p:spPr bwMode="auto">
            <a:xfrm>
              <a:off x="4013200" y="1492250"/>
              <a:ext cx="12700" cy="12700"/>
            </a:xfrm>
            <a:custGeom>
              <a:avLst/>
              <a:gdLst/>
              <a:ahLst/>
              <a:cxnLst>
                <a:cxn ang="0">
                  <a:pos x="4" y="8"/>
                </a:cxn>
                <a:cxn ang="0">
                  <a:pos x="4" y="8"/>
                </a:cxn>
                <a:cxn ang="0">
                  <a:pos x="2" y="6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2" y="2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6" y="2"/>
                </a:cxn>
                <a:cxn ang="0">
                  <a:pos x="8" y="4"/>
                </a:cxn>
                <a:cxn ang="0">
                  <a:pos x="8" y="4"/>
                </a:cxn>
                <a:cxn ang="0">
                  <a:pos x="6" y="6"/>
                </a:cxn>
                <a:cxn ang="0">
                  <a:pos x="4" y="8"/>
                </a:cxn>
              </a:cxnLst>
              <a:rect l="0" t="0" r="r" b="b"/>
              <a:pathLst>
                <a:path w="8" h="8">
                  <a:moveTo>
                    <a:pt x="4" y="8"/>
                  </a:moveTo>
                  <a:lnTo>
                    <a:pt x="4" y="8"/>
                  </a:lnTo>
                  <a:lnTo>
                    <a:pt x="2" y="6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6" y="2"/>
                  </a:lnTo>
                  <a:lnTo>
                    <a:pt x="8" y="4"/>
                  </a:lnTo>
                  <a:lnTo>
                    <a:pt x="8" y="4"/>
                  </a:lnTo>
                  <a:lnTo>
                    <a:pt x="6" y="6"/>
                  </a:lnTo>
                  <a:lnTo>
                    <a:pt x="4" y="8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</p:grpSp>
      <p:grpSp>
        <p:nvGrpSpPr>
          <p:cNvPr id="15" name="Group 14"/>
          <p:cNvGrpSpPr/>
          <p:nvPr/>
        </p:nvGrpSpPr>
        <p:grpSpPr>
          <a:xfrm>
            <a:off x="9099709" y="2590112"/>
            <a:ext cx="406961" cy="465099"/>
            <a:chOff x="4800600" y="1962150"/>
            <a:chExt cx="355600" cy="406400"/>
          </a:xfrm>
          <a:solidFill>
            <a:schemeClr val="accent1"/>
          </a:solidFill>
        </p:grpSpPr>
        <p:sp>
          <p:nvSpPr>
            <p:cNvPr id="146" name="Freeform 145"/>
            <p:cNvSpPr>
              <a:spLocks/>
            </p:cNvSpPr>
            <p:nvPr/>
          </p:nvSpPr>
          <p:spPr bwMode="auto">
            <a:xfrm>
              <a:off x="5080000" y="2279650"/>
              <a:ext cx="25400" cy="25400"/>
            </a:xfrm>
            <a:custGeom>
              <a:avLst/>
              <a:gdLst/>
              <a:ahLst/>
              <a:cxnLst>
                <a:cxn ang="0">
                  <a:pos x="8" y="16"/>
                </a:cxn>
                <a:cxn ang="0">
                  <a:pos x="8" y="16"/>
                </a:cxn>
                <a:cxn ang="0">
                  <a:pos x="12" y="16"/>
                </a:cxn>
                <a:cxn ang="0">
                  <a:pos x="14" y="14"/>
                </a:cxn>
                <a:cxn ang="0">
                  <a:pos x="16" y="12"/>
                </a:cxn>
                <a:cxn ang="0">
                  <a:pos x="16" y="8"/>
                </a:cxn>
                <a:cxn ang="0">
                  <a:pos x="16" y="8"/>
                </a:cxn>
                <a:cxn ang="0">
                  <a:pos x="16" y="4"/>
                </a:cxn>
                <a:cxn ang="0">
                  <a:pos x="14" y="2"/>
                </a:cxn>
                <a:cxn ang="0">
                  <a:pos x="12" y="0"/>
                </a:cxn>
                <a:cxn ang="0">
                  <a:pos x="8" y="0"/>
                </a:cxn>
                <a:cxn ang="0">
                  <a:pos x="8" y="0"/>
                </a:cxn>
                <a:cxn ang="0">
                  <a:pos x="4" y="0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8"/>
                </a:cxn>
                <a:cxn ang="0">
                  <a:pos x="0" y="8"/>
                </a:cxn>
                <a:cxn ang="0">
                  <a:pos x="0" y="12"/>
                </a:cxn>
                <a:cxn ang="0">
                  <a:pos x="2" y="14"/>
                </a:cxn>
                <a:cxn ang="0">
                  <a:pos x="4" y="16"/>
                </a:cxn>
                <a:cxn ang="0">
                  <a:pos x="8" y="16"/>
                </a:cxn>
              </a:cxnLst>
              <a:rect l="0" t="0" r="r" b="b"/>
              <a:pathLst>
                <a:path w="16" h="16">
                  <a:moveTo>
                    <a:pt x="8" y="16"/>
                  </a:moveTo>
                  <a:lnTo>
                    <a:pt x="8" y="16"/>
                  </a:lnTo>
                  <a:lnTo>
                    <a:pt x="12" y="16"/>
                  </a:lnTo>
                  <a:lnTo>
                    <a:pt x="14" y="14"/>
                  </a:lnTo>
                  <a:lnTo>
                    <a:pt x="16" y="12"/>
                  </a:lnTo>
                  <a:lnTo>
                    <a:pt x="16" y="8"/>
                  </a:lnTo>
                  <a:lnTo>
                    <a:pt x="16" y="8"/>
                  </a:lnTo>
                  <a:lnTo>
                    <a:pt x="16" y="4"/>
                  </a:lnTo>
                  <a:lnTo>
                    <a:pt x="14" y="2"/>
                  </a:lnTo>
                  <a:lnTo>
                    <a:pt x="12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12"/>
                  </a:lnTo>
                  <a:lnTo>
                    <a:pt x="2" y="14"/>
                  </a:lnTo>
                  <a:lnTo>
                    <a:pt x="4" y="16"/>
                  </a:lnTo>
                  <a:lnTo>
                    <a:pt x="8" y="1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47" name="Freeform 146"/>
            <p:cNvSpPr>
              <a:spLocks/>
            </p:cNvSpPr>
            <p:nvPr/>
          </p:nvSpPr>
          <p:spPr bwMode="auto">
            <a:xfrm>
              <a:off x="5080000" y="2279650"/>
              <a:ext cx="25400" cy="25400"/>
            </a:xfrm>
            <a:custGeom>
              <a:avLst/>
              <a:gdLst/>
              <a:ahLst/>
              <a:cxnLst>
                <a:cxn ang="0">
                  <a:pos x="8" y="16"/>
                </a:cxn>
                <a:cxn ang="0">
                  <a:pos x="8" y="16"/>
                </a:cxn>
                <a:cxn ang="0">
                  <a:pos x="12" y="16"/>
                </a:cxn>
                <a:cxn ang="0">
                  <a:pos x="14" y="14"/>
                </a:cxn>
                <a:cxn ang="0">
                  <a:pos x="16" y="12"/>
                </a:cxn>
                <a:cxn ang="0">
                  <a:pos x="16" y="8"/>
                </a:cxn>
                <a:cxn ang="0">
                  <a:pos x="16" y="8"/>
                </a:cxn>
                <a:cxn ang="0">
                  <a:pos x="16" y="4"/>
                </a:cxn>
                <a:cxn ang="0">
                  <a:pos x="14" y="2"/>
                </a:cxn>
                <a:cxn ang="0">
                  <a:pos x="12" y="0"/>
                </a:cxn>
                <a:cxn ang="0">
                  <a:pos x="8" y="0"/>
                </a:cxn>
                <a:cxn ang="0">
                  <a:pos x="8" y="0"/>
                </a:cxn>
                <a:cxn ang="0">
                  <a:pos x="4" y="0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8"/>
                </a:cxn>
                <a:cxn ang="0">
                  <a:pos x="0" y="8"/>
                </a:cxn>
                <a:cxn ang="0">
                  <a:pos x="0" y="12"/>
                </a:cxn>
                <a:cxn ang="0">
                  <a:pos x="2" y="14"/>
                </a:cxn>
                <a:cxn ang="0">
                  <a:pos x="4" y="16"/>
                </a:cxn>
                <a:cxn ang="0">
                  <a:pos x="8" y="16"/>
                </a:cxn>
              </a:cxnLst>
              <a:rect l="0" t="0" r="r" b="b"/>
              <a:pathLst>
                <a:path w="16" h="16">
                  <a:moveTo>
                    <a:pt x="8" y="16"/>
                  </a:moveTo>
                  <a:lnTo>
                    <a:pt x="8" y="16"/>
                  </a:lnTo>
                  <a:lnTo>
                    <a:pt x="12" y="16"/>
                  </a:lnTo>
                  <a:lnTo>
                    <a:pt x="14" y="14"/>
                  </a:lnTo>
                  <a:lnTo>
                    <a:pt x="16" y="12"/>
                  </a:lnTo>
                  <a:lnTo>
                    <a:pt x="16" y="8"/>
                  </a:lnTo>
                  <a:lnTo>
                    <a:pt x="16" y="8"/>
                  </a:lnTo>
                  <a:lnTo>
                    <a:pt x="16" y="4"/>
                  </a:lnTo>
                  <a:lnTo>
                    <a:pt x="14" y="2"/>
                  </a:lnTo>
                  <a:lnTo>
                    <a:pt x="12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12"/>
                  </a:lnTo>
                  <a:lnTo>
                    <a:pt x="2" y="14"/>
                  </a:lnTo>
                  <a:lnTo>
                    <a:pt x="4" y="16"/>
                  </a:lnTo>
                  <a:lnTo>
                    <a:pt x="8" y="16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48" name="Freeform 147"/>
            <p:cNvSpPr>
              <a:spLocks/>
            </p:cNvSpPr>
            <p:nvPr/>
          </p:nvSpPr>
          <p:spPr bwMode="auto">
            <a:xfrm>
              <a:off x="5080000" y="2203450"/>
              <a:ext cx="25400" cy="25400"/>
            </a:xfrm>
            <a:custGeom>
              <a:avLst/>
              <a:gdLst/>
              <a:ahLst/>
              <a:cxnLst>
                <a:cxn ang="0">
                  <a:pos x="8" y="16"/>
                </a:cxn>
                <a:cxn ang="0">
                  <a:pos x="8" y="16"/>
                </a:cxn>
                <a:cxn ang="0">
                  <a:pos x="12" y="16"/>
                </a:cxn>
                <a:cxn ang="0">
                  <a:pos x="14" y="14"/>
                </a:cxn>
                <a:cxn ang="0">
                  <a:pos x="16" y="12"/>
                </a:cxn>
                <a:cxn ang="0">
                  <a:pos x="16" y="8"/>
                </a:cxn>
                <a:cxn ang="0">
                  <a:pos x="16" y="8"/>
                </a:cxn>
                <a:cxn ang="0">
                  <a:pos x="16" y="4"/>
                </a:cxn>
                <a:cxn ang="0">
                  <a:pos x="14" y="2"/>
                </a:cxn>
                <a:cxn ang="0">
                  <a:pos x="12" y="0"/>
                </a:cxn>
                <a:cxn ang="0">
                  <a:pos x="8" y="0"/>
                </a:cxn>
                <a:cxn ang="0">
                  <a:pos x="8" y="0"/>
                </a:cxn>
                <a:cxn ang="0">
                  <a:pos x="4" y="0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8"/>
                </a:cxn>
                <a:cxn ang="0">
                  <a:pos x="0" y="8"/>
                </a:cxn>
                <a:cxn ang="0">
                  <a:pos x="0" y="12"/>
                </a:cxn>
                <a:cxn ang="0">
                  <a:pos x="2" y="14"/>
                </a:cxn>
                <a:cxn ang="0">
                  <a:pos x="4" y="16"/>
                </a:cxn>
                <a:cxn ang="0">
                  <a:pos x="8" y="16"/>
                </a:cxn>
              </a:cxnLst>
              <a:rect l="0" t="0" r="r" b="b"/>
              <a:pathLst>
                <a:path w="16" h="16">
                  <a:moveTo>
                    <a:pt x="8" y="16"/>
                  </a:moveTo>
                  <a:lnTo>
                    <a:pt x="8" y="16"/>
                  </a:lnTo>
                  <a:lnTo>
                    <a:pt x="12" y="16"/>
                  </a:lnTo>
                  <a:lnTo>
                    <a:pt x="14" y="14"/>
                  </a:lnTo>
                  <a:lnTo>
                    <a:pt x="16" y="12"/>
                  </a:lnTo>
                  <a:lnTo>
                    <a:pt x="16" y="8"/>
                  </a:lnTo>
                  <a:lnTo>
                    <a:pt x="16" y="8"/>
                  </a:lnTo>
                  <a:lnTo>
                    <a:pt x="16" y="4"/>
                  </a:lnTo>
                  <a:lnTo>
                    <a:pt x="14" y="2"/>
                  </a:lnTo>
                  <a:lnTo>
                    <a:pt x="12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12"/>
                  </a:lnTo>
                  <a:lnTo>
                    <a:pt x="2" y="14"/>
                  </a:lnTo>
                  <a:lnTo>
                    <a:pt x="4" y="16"/>
                  </a:lnTo>
                  <a:lnTo>
                    <a:pt x="8" y="1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49" name="Freeform 148"/>
            <p:cNvSpPr>
              <a:spLocks/>
            </p:cNvSpPr>
            <p:nvPr/>
          </p:nvSpPr>
          <p:spPr bwMode="auto">
            <a:xfrm>
              <a:off x="5080000" y="2203450"/>
              <a:ext cx="25400" cy="25400"/>
            </a:xfrm>
            <a:custGeom>
              <a:avLst/>
              <a:gdLst/>
              <a:ahLst/>
              <a:cxnLst>
                <a:cxn ang="0">
                  <a:pos x="8" y="16"/>
                </a:cxn>
                <a:cxn ang="0">
                  <a:pos x="8" y="16"/>
                </a:cxn>
                <a:cxn ang="0">
                  <a:pos x="12" y="16"/>
                </a:cxn>
                <a:cxn ang="0">
                  <a:pos x="14" y="14"/>
                </a:cxn>
                <a:cxn ang="0">
                  <a:pos x="16" y="12"/>
                </a:cxn>
                <a:cxn ang="0">
                  <a:pos x="16" y="8"/>
                </a:cxn>
                <a:cxn ang="0">
                  <a:pos x="16" y="8"/>
                </a:cxn>
                <a:cxn ang="0">
                  <a:pos x="16" y="4"/>
                </a:cxn>
                <a:cxn ang="0">
                  <a:pos x="14" y="2"/>
                </a:cxn>
                <a:cxn ang="0">
                  <a:pos x="12" y="0"/>
                </a:cxn>
                <a:cxn ang="0">
                  <a:pos x="8" y="0"/>
                </a:cxn>
                <a:cxn ang="0">
                  <a:pos x="8" y="0"/>
                </a:cxn>
                <a:cxn ang="0">
                  <a:pos x="4" y="0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8"/>
                </a:cxn>
                <a:cxn ang="0">
                  <a:pos x="0" y="8"/>
                </a:cxn>
                <a:cxn ang="0">
                  <a:pos x="0" y="12"/>
                </a:cxn>
                <a:cxn ang="0">
                  <a:pos x="2" y="14"/>
                </a:cxn>
                <a:cxn ang="0">
                  <a:pos x="4" y="16"/>
                </a:cxn>
                <a:cxn ang="0">
                  <a:pos x="8" y="16"/>
                </a:cxn>
              </a:cxnLst>
              <a:rect l="0" t="0" r="r" b="b"/>
              <a:pathLst>
                <a:path w="16" h="16">
                  <a:moveTo>
                    <a:pt x="8" y="16"/>
                  </a:moveTo>
                  <a:lnTo>
                    <a:pt x="8" y="16"/>
                  </a:lnTo>
                  <a:lnTo>
                    <a:pt x="12" y="16"/>
                  </a:lnTo>
                  <a:lnTo>
                    <a:pt x="14" y="14"/>
                  </a:lnTo>
                  <a:lnTo>
                    <a:pt x="16" y="12"/>
                  </a:lnTo>
                  <a:lnTo>
                    <a:pt x="16" y="8"/>
                  </a:lnTo>
                  <a:lnTo>
                    <a:pt x="16" y="8"/>
                  </a:lnTo>
                  <a:lnTo>
                    <a:pt x="16" y="4"/>
                  </a:lnTo>
                  <a:lnTo>
                    <a:pt x="14" y="2"/>
                  </a:lnTo>
                  <a:lnTo>
                    <a:pt x="12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12"/>
                  </a:lnTo>
                  <a:lnTo>
                    <a:pt x="2" y="14"/>
                  </a:lnTo>
                  <a:lnTo>
                    <a:pt x="4" y="16"/>
                  </a:lnTo>
                  <a:lnTo>
                    <a:pt x="8" y="16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50" name="Freeform 149"/>
            <p:cNvSpPr>
              <a:spLocks/>
            </p:cNvSpPr>
            <p:nvPr/>
          </p:nvSpPr>
          <p:spPr bwMode="auto">
            <a:xfrm>
              <a:off x="5080000" y="2127250"/>
              <a:ext cx="25400" cy="25400"/>
            </a:xfrm>
            <a:custGeom>
              <a:avLst/>
              <a:gdLst/>
              <a:ahLst/>
              <a:cxnLst>
                <a:cxn ang="0">
                  <a:pos x="8" y="16"/>
                </a:cxn>
                <a:cxn ang="0">
                  <a:pos x="8" y="16"/>
                </a:cxn>
                <a:cxn ang="0">
                  <a:pos x="12" y="16"/>
                </a:cxn>
                <a:cxn ang="0">
                  <a:pos x="14" y="14"/>
                </a:cxn>
                <a:cxn ang="0">
                  <a:pos x="16" y="12"/>
                </a:cxn>
                <a:cxn ang="0">
                  <a:pos x="16" y="8"/>
                </a:cxn>
                <a:cxn ang="0">
                  <a:pos x="16" y="8"/>
                </a:cxn>
                <a:cxn ang="0">
                  <a:pos x="16" y="4"/>
                </a:cxn>
                <a:cxn ang="0">
                  <a:pos x="14" y="2"/>
                </a:cxn>
                <a:cxn ang="0">
                  <a:pos x="12" y="0"/>
                </a:cxn>
                <a:cxn ang="0">
                  <a:pos x="8" y="0"/>
                </a:cxn>
                <a:cxn ang="0">
                  <a:pos x="8" y="0"/>
                </a:cxn>
                <a:cxn ang="0">
                  <a:pos x="4" y="0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8"/>
                </a:cxn>
                <a:cxn ang="0">
                  <a:pos x="0" y="8"/>
                </a:cxn>
                <a:cxn ang="0">
                  <a:pos x="0" y="12"/>
                </a:cxn>
                <a:cxn ang="0">
                  <a:pos x="2" y="14"/>
                </a:cxn>
                <a:cxn ang="0">
                  <a:pos x="4" y="16"/>
                </a:cxn>
                <a:cxn ang="0">
                  <a:pos x="8" y="16"/>
                </a:cxn>
              </a:cxnLst>
              <a:rect l="0" t="0" r="r" b="b"/>
              <a:pathLst>
                <a:path w="16" h="16">
                  <a:moveTo>
                    <a:pt x="8" y="16"/>
                  </a:moveTo>
                  <a:lnTo>
                    <a:pt x="8" y="16"/>
                  </a:lnTo>
                  <a:lnTo>
                    <a:pt x="12" y="16"/>
                  </a:lnTo>
                  <a:lnTo>
                    <a:pt x="14" y="14"/>
                  </a:lnTo>
                  <a:lnTo>
                    <a:pt x="16" y="12"/>
                  </a:lnTo>
                  <a:lnTo>
                    <a:pt x="16" y="8"/>
                  </a:lnTo>
                  <a:lnTo>
                    <a:pt x="16" y="8"/>
                  </a:lnTo>
                  <a:lnTo>
                    <a:pt x="16" y="4"/>
                  </a:lnTo>
                  <a:lnTo>
                    <a:pt x="14" y="2"/>
                  </a:lnTo>
                  <a:lnTo>
                    <a:pt x="12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12"/>
                  </a:lnTo>
                  <a:lnTo>
                    <a:pt x="2" y="14"/>
                  </a:lnTo>
                  <a:lnTo>
                    <a:pt x="4" y="16"/>
                  </a:lnTo>
                  <a:lnTo>
                    <a:pt x="8" y="1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51" name="Freeform 150"/>
            <p:cNvSpPr>
              <a:spLocks/>
            </p:cNvSpPr>
            <p:nvPr/>
          </p:nvSpPr>
          <p:spPr bwMode="auto">
            <a:xfrm>
              <a:off x="5080000" y="2127250"/>
              <a:ext cx="25400" cy="25400"/>
            </a:xfrm>
            <a:custGeom>
              <a:avLst/>
              <a:gdLst/>
              <a:ahLst/>
              <a:cxnLst>
                <a:cxn ang="0">
                  <a:pos x="8" y="16"/>
                </a:cxn>
                <a:cxn ang="0">
                  <a:pos x="8" y="16"/>
                </a:cxn>
                <a:cxn ang="0">
                  <a:pos x="12" y="16"/>
                </a:cxn>
                <a:cxn ang="0">
                  <a:pos x="14" y="14"/>
                </a:cxn>
                <a:cxn ang="0">
                  <a:pos x="16" y="12"/>
                </a:cxn>
                <a:cxn ang="0">
                  <a:pos x="16" y="8"/>
                </a:cxn>
                <a:cxn ang="0">
                  <a:pos x="16" y="8"/>
                </a:cxn>
                <a:cxn ang="0">
                  <a:pos x="16" y="4"/>
                </a:cxn>
                <a:cxn ang="0">
                  <a:pos x="14" y="2"/>
                </a:cxn>
                <a:cxn ang="0">
                  <a:pos x="12" y="0"/>
                </a:cxn>
                <a:cxn ang="0">
                  <a:pos x="8" y="0"/>
                </a:cxn>
                <a:cxn ang="0">
                  <a:pos x="8" y="0"/>
                </a:cxn>
                <a:cxn ang="0">
                  <a:pos x="4" y="0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8"/>
                </a:cxn>
                <a:cxn ang="0">
                  <a:pos x="0" y="8"/>
                </a:cxn>
                <a:cxn ang="0">
                  <a:pos x="0" y="12"/>
                </a:cxn>
                <a:cxn ang="0">
                  <a:pos x="2" y="14"/>
                </a:cxn>
                <a:cxn ang="0">
                  <a:pos x="4" y="16"/>
                </a:cxn>
                <a:cxn ang="0">
                  <a:pos x="8" y="16"/>
                </a:cxn>
              </a:cxnLst>
              <a:rect l="0" t="0" r="r" b="b"/>
              <a:pathLst>
                <a:path w="16" h="16">
                  <a:moveTo>
                    <a:pt x="8" y="16"/>
                  </a:moveTo>
                  <a:lnTo>
                    <a:pt x="8" y="16"/>
                  </a:lnTo>
                  <a:lnTo>
                    <a:pt x="12" y="16"/>
                  </a:lnTo>
                  <a:lnTo>
                    <a:pt x="14" y="14"/>
                  </a:lnTo>
                  <a:lnTo>
                    <a:pt x="16" y="12"/>
                  </a:lnTo>
                  <a:lnTo>
                    <a:pt x="16" y="8"/>
                  </a:lnTo>
                  <a:lnTo>
                    <a:pt x="16" y="8"/>
                  </a:lnTo>
                  <a:lnTo>
                    <a:pt x="16" y="4"/>
                  </a:lnTo>
                  <a:lnTo>
                    <a:pt x="14" y="2"/>
                  </a:lnTo>
                  <a:lnTo>
                    <a:pt x="12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12"/>
                  </a:lnTo>
                  <a:lnTo>
                    <a:pt x="2" y="14"/>
                  </a:lnTo>
                  <a:lnTo>
                    <a:pt x="4" y="16"/>
                  </a:lnTo>
                  <a:lnTo>
                    <a:pt x="8" y="16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52" name="Freeform 143"/>
            <p:cNvSpPr>
              <a:spLocks noEditPoints="1"/>
            </p:cNvSpPr>
            <p:nvPr/>
          </p:nvSpPr>
          <p:spPr bwMode="auto">
            <a:xfrm>
              <a:off x="4800600" y="1962150"/>
              <a:ext cx="355600" cy="406400"/>
            </a:xfrm>
            <a:custGeom>
              <a:avLst/>
              <a:gdLst/>
              <a:ahLst/>
              <a:cxnLst>
                <a:cxn ang="0">
                  <a:pos x="72" y="4"/>
                </a:cxn>
                <a:cxn ang="0">
                  <a:pos x="10" y="28"/>
                </a:cxn>
                <a:cxn ang="0">
                  <a:pos x="0" y="204"/>
                </a:cxn>
                <a:cxn ang="0">
                  <a:pos x="10" y="228"/>
                </a:cxn>
                <a:cxn ang="0">
                  <a:pos x="72" y="252"/>
                </a:cxn>
                <a:cxn ang="0">
                  <a:pos x="132" y="256"/>
                </a:cxn>
                <a:cxn ang="0">
                  <a:pos x="202" y="236"/>
                </a:cxn>
                <a:cxn ang="0">
                  <a:pos x="224" y="204"/>
                </a:cxn>
                <a:cxn ang="0">
                  <a:pos x="222" y="40"/>
                </a:cxn>
                <a:cxn ang="0">
                  <a:pos x="172" y="8"/>
                </a:cxn>
                <a:cxn ang="0">
                  <a:pos x="208" y="204"/>
                </a:cxn>
                <a:cxn ang="0">
                  <a:pos x="192" y="224"/>
                </a:cxn>
                <a:cxn ang="0">
                  <a:pos x="132" y="240"/>
                </a:cxn>
                <a:cxn ang="0">
                  <a:pos x="74" y="238"/>
                </a:cxn>
                <a:cxn ang="0">
                  <a:pos x="24" y="218"/>
                </a:cxn>
                <a:cxn ang="0">
                  <a:pos x="16" y="174"/>
                </a:cxn>
                <a:cxn ang="0">
                  <a:pos x="56" y="194"/>
                </a:cxn>
                <a:cxn ang="0">
                  <a:pos x="142" y="198"/>
                </a:cxn>
                <a:cxn ang="0">
                  <a:pos x="200" y="180"/>
                </a:cxn>
                <a:cxn ang="0">
                  <a:pos x="208" y="156"/>
                </a:cxn>
                <a:cxn ang="0">
                  <a:pos x="206" y="164"/>
                </a:cxn>
                <a:cxn ang="0">
                  <a:pos x="166" y="186"/>
                </a:cxn>
                <a:cxn ang="0">
                  <a:pos x="112" y="192"/>
                </a:cxn>
                <a:cxn ang="0">
                  <a:pos x="44" y="182"/>
                </a:cxn>
                <a:cxn ang="0">
                  <a:pos x="16" y="156"/>
                </a:cxn>
                <a:cxn ang="0">
                  <a:pos x="16" y="126"/>
                </a:cxn>
                <a:cxn ang="0">
                  <a:pos x="44" y="142"/>
                </a:cxn>
                <a:cxn ang="0">
                  <a:pos x="112" y="152"/>
                </a:cxn>
                <a:cxn ang="0">
                  <a:pos x="192" y="138"/>
                </a:cxn>
                <a:cxn ang="0">
                  <a:pos x="208" y="108"/>
                </a:cxn>
                <a:cxn ang="0">
                  <a:pos x="208" y="108"/>
                </a:cxn>
                <a:cxn ang="0">
                  <a:pos x="180" y="134"/>
                </a:cxn>
                <a:cxn ang="0">
                  <a:pos x="112" y="144"/>
                </a:cxn>
                <a:cxn ang="0">
                  <a:pos x="58" y="138"/>
                </a:cxn>
                <a:cxn ang="0">
                  <a:pos x="18" y="116"/>
                </a:cxn>
                <a:cxn ang="0">
                  <a:pos x="16" y="108"/>
                </a:cxn>
                <a:cxn ang="0">
                  <a:pos x="34" y="90"/>
                </a:cxn>
                <a:cxn ang="0">
                  <a:pos x="112" y="104"/>
                </a:cxn>
                <a:cxn ang="0">
                  <a:pos x="200" y="86"/>
                </a:cxn>
                <a:cxn ang="0">
                  <a:pos x="112" y="88"/>
                </a:cxn>
                <a:cxn ang="0">
                  <a:pos x="44" y="78"/>
                </a:cxn>
                <a:cxn ang="0">
                  <a:pos x="16" y="52"/>
                </a:cxn>
                <a:cxn ang="0">
                  <a:pos x="32" y="32"/>
                </a:cxn>
                <a:cxn ang="0">
                  <a:pos x="92" y="16"/>
                </a:cxn>
                <a:cxn ang="0">
                  <a:pos x="150" y="18"/>
                </a:cxn>
                <a:cxn ang="0">
                  <a:pos x="200" y="38"/>
                </a:cxn>
                <a:cxn ang="0">
                  <a:pos x="206" y="60"/>
                </a:cxn>
                <a:cxn ang="0">
                  <a:pos x="166" y="82"/>
                </a:cxn>
              </a:cxnLst>
              <a:rect l="0" t="0" r="r" b="b"/>
              <a:pathLst>
                <a:path w="224" h="256">
                  <a:moveTo>
                    <a:pt x="112" y="0"/>
                  </a:moveTo>
                  <a:lnTo>
                    <a:pt x="112" y="0"/>
                  </a:lnTo>
                  <a:lnTo>
                    <a:pt x="92" y="0"/>
                  </a:lnTo>
                  <a:lnTo>
                    <a:pt x="72" y="4"/>
                  </a:lnTo>
                  <a:lnTo>
                    <a:pt x="52" y="8"/>
                  </a:lnTo>
                  <a:lnTo>
                    <a:pt x="36" y="12"/>
                  </a:lnTo>
                  <a:lnTo>
                    <a:pt x="22" y="20"/>
                  </a:lnTo>
                  <a:lnTo>
                    <a:pt x="10" y="28"/>
                  </a:lnTo>
                  <a:lnTo>
                    <a:pt x="2" y="40"/>
                  </a:lnTo>
                  <a:lnTo>
                    <a:pt x="0" y="46"/>
                  </a:lnTo>
                  <a:lnTo>
                    <a:pt x="0" y="52"/>
                  </a:lnTo>
                  <a:lnTo>
                    <a:pt x="0" y="204"/>
                  </a:lnTo>
                  <a:lnTo>
                    <a:pt x="0" y="204"/>
                  </a:lnTo>
                  <a:lnTo>
                    <a:pt x="0" y="210"/>
                  </a:lnTo>
                  <a:lnTo>
                    <a:pt x="2" y="216"/>
                  </a:lnTo>
                  <a:lnTo>
                    <a:pt x="10" y="228"/>
                  </a:lnTo>
                  <a:lnTo>
                    <a:pt x="22" y="236"/>
                  </a:lnTo>
                  <a:lnTo>
                    <a:pt x="36" y="244"/>
                  </a:lnTo>
                  <a:lnTo>
                    <a:pt x="52" y="248"/>
                  </a:lnTo>
                  <a:lnTo>
                    <a:pt x="72" y="252"/>
                  </a:lnTo>
                  <a:lnTo>
                    <a:pt x="92" y="256"/>
                  </a:lnTo>
                  <a:lnTo>
                    <a:pt x="112" y="256"/>
                  </a:lnTo>
                  <a:lnTo>
                    <a:pt x="112" y="256"/>
                  </a:lnTo>
                  <a:lnTo>
                    <a:pt x="132" y="256"/>
                  </a:lnTo>
                  <a:lnTo>
                    <a:pt x="152" y="252"/>
                  </a:lnTo>
                  <a:lnTo>
                    <a:pt x="172" y="248"/>
                  </a:lnTo>
                  <a:lnTo>
                    <a:pt x="188" y="244"/>
                  </a:lnTo>
                  <a:lnTo>
                    <a:pt x="202" y="236"/>
                  </a:lnTo>
                  <a:lnTo>
                    <a:pt x="214" y="228"/>
                  </a:lnTo>
                  <a:lnTo>
                    <a:pt x="222" y="216"/>
                  </a:lnTo>
                  <a:lnTo>
                    <a:pt x="224" y="210"/>
                  </a:lnTo>
                  <a:lnTo>
                    <a:pt x="224" y="204"/>
                  </a:lnTo>
                  <a:lnTo>
                    <a:pt x="224" y="52"/>
                  </a:lnTo>
                  <a:lnTo>
                    <a:pt x="224" y="52"/>
                  </a:lnTo>
                  <a:lnTo>
                    <a:pt x="224" y="46"/>
                  </a:lnTo>
                  <a:lnTo>
                    <a:pt x="222" y="40"/>
                  </a:lnTo>
                  <a:lnTo>
                    <a:pt x="214" y="28"/>
                  </a:lnTo>
                  <a:lnTo>
                    <a:pt x="202" y="20"/>
                  </a:lnTo>
                  <a:lnTo>
                    <a:pt x="188" y="12"/>
                  </a:lnTo>
                  <a:lnTo>
                    <a:pt x="172" y="8"/>
                  </a:lnTo>
                  <a:lnTo>
                    <a:pt x="152" y="4"/>
                  </a:lnTo>
                  <a:lnTo>
                    <a:pt x="132" y="0"/>
                  </a:lnTo>
                  <a:lnTo>
                    <a:pt x="112" y="0"/>
                  </a:lnTo>
                  <a:close/>
                  <a:moveTo>
                    <a:pt x="208" y="204"/>
                  </a:moveTo>
                  <a:lnTo>
                    <a:pt x="208" y="204"/>
                  </a:lnTo>
                  <a:lnTo>
                    <a:pt x="206" y="212"/>
                  </a:lnTo>
                  <a:lnTo>
                    <a:pt x="200" y="218"/>
                  </a:lnTo>
                  <a:lnTo>
                    <a:pt x="192" y="224"/>
                  </a:lnTo>
                  <a:lnTo>
                    <a:pt x="180" y="230"/>
                  </a:lnTo>
                  <a:lnTo>
                    <a:pt x="166" y="234"/>
                  </a:lnTo>
                  <a:lnTo>
                    <a:pt x="150" y="238"/>
                  </a:lnTo>
                  <a:lnTo>
                    <a:pt x="132" y="240"/>
                  </a:lnTo>
                  <a:lnTo>
                    <a:pt x="112" y="240"/>
                  </a:lnTo>
                  <a:lnTo>
                    <a:pt x="112" y="240"/>
                  </a:lnTo>
                  <a:lnTo>
                    <a:pt x="92" y="240"/>
                  </a:lnTo>
                  <a:lnTo>
                    <a:pt x="74" y="238"/>
                  </a:lnTo>
                  <a:lnTo>
                    <a:pt x="58" y="234"/>
                  </a:lnTo>
                  <a:lnTo>
                    <a:pt x="44" y="230"/>
                  </a:lnTo>
                  <a:lnTo>
                    <a:pt x="32" y="224"/>
                  </a:lnTo>
                  <a:lnTo>
                    <a:pt x="24" y="218"/>
                  </a:lnTo>
                  <a:lnTo>
                    <a:pt x="18" y="212"/>
                  </a:lnTo>
                  <a:lnTo>
                    <a:pt x="16" y="204"/>
                  </a:lnTo>
                  <a:lnTo>
                    <a:pt x="16" y="174"/>
                  </a:lnTo>
                  <a:lnTo>
                    <a:pt x="16" y="174"/>
                  </a:lnTo>
                  <a:lnTo>
                    <a:pt x="24" y="180"/>
                  </a:lnTo>
                  <a:lnTo>
                    <a:pt x="32" y="186"/>
                  </a:lnTo>
                  <a:lnTo>
                    <a:pt x="44" y="190"/>
                  </a:lnTo>
                  <a:lnTo>
                    <a:pt x="56" y="194"/>
                  </a:lnTo>
                  <a:lnTo>
                    <a:pt x="82" y="198"/>
                  </a:lnTo>
                  <a:lnTo>
                    <a:pt x="112" y="200"/>
                  </a:lnTo>
                  <a:lnTo>
                    <a:pt x="112" y="200"/>
                  </a:lnTo>
                  <a:lnTo>
                    <a:pt x="142" y="198"/>
                  </a:lnTo>
                  <a:lnTo>
                    <a:pt x="168" y="194"/>
                  </a:lnTo>
                  <a:lnTo>
                    <a:pt x="180" y="190"/>
                  </a:lnTo>
                  <a:lnTo>
                    <a:pt x="192" y="186"/>
                  </a:lnTo>
                  <a:lnTo>
                    <a:pt x="200" y="180"/>
                  </a:lnTo>
                  <a:lnTo>
                    <a:pt x="208" y="174"/>
                  </a:lnTo>
                  <a:lnTo>
                    <a:pt x="208" y="204"/>
                  </a:lnTo>
                  <a:close/>
                  <a:moveTo>
                    <a:pt x="208" y="156"/>
                  </a:moveTo>
                  <a:lnTo>
                    <a:pt x="208" y="156"/>
                  </a:lnTo>
                  <a:lnTo>
                    <a:pt x="208" y="156"/>
                  </a:lnTo>
                  <a:lnTo>
                    <a:pt x="208" y="156"/>
                  </a:lnTo>
                  <a:lnTo>
                    <a:pt x="208" y="156"/>
                  </a:lnTo>
                  <a:lnTo>
                    <a:pt x="206" y="164"/>
                  </a:lnTo>
                  <a:lnTo>
                    <a:pt x="200" y="170"/>
                  </a:lnTo>
                  <a:lnTo>
                    <a:pt x="192" y="176"/>
                  </a:lnTo>
                  <a:lnTo>
                    <a:pt x="180" y="182"/>
                  </a:lnTo>
                  <a:lnTo>
                    <a:pt x="166" y="186"/>
                  </a:lnTo>
                  <a:lnTo>
                    <a:pt x="150" y="190"/>
                  </a:lnTo>
                  <a:lnTo>
                    <a:pt x="132" y="192"/>
                  </a:lnTo>
                  <a:lnTo>
                    <a:pt x="112" y="192"/>
                  </a:lnTo>
                  <a:lnTo>
                    <a:pt x="112" y="192"/>
                  </a:lnTo>
                  <a:lnTo>
                    <a:pt x="92" y="192"/>
                  </a:lnTo>
                  <a:lnTo>
                    <a:pt x="74" y="190"/>
                  </a:lnTo>
                  <a:lnTo>
                    <a:pt x="58" y="186"/>
                  </a:lnTo>
                  <a:lnTo>
                    <a:pt x="44" y="182"/>
                  </a:lnTo>
                  <a:lnTo>
                    <a:pt x="32" y="176"/>
                  </a:lnTo>
                  <a:lnTo>
                    <a:pt x="24" y="170"/>
                  </a:lnTo>
                  <a:lnTo>
                    <a:pt x="18" y="164"/>
                  </a:lnTo>
                  <a:lnTo>
                    <a:pt x="16" y="156"/>
                  </a:lnTo>
                  <a:lnTo>
                    <a:pt x="16" y="156"/>
                  </a:lnTo>
                  <a:lnTo>
                    <a:pt x="16" y="156"/>
                  </a:lnTo>
                  <a:lnTo>
                    <a:pt x="16" y="156"/>
                  </a:lnTo>
                  <a:lnTo>
                    <a:pt x="16" y="126"/>
                  </a:lnTo>
                  <a:lnTo>
                    <a:pt x="16" y="126"/>
                  </a:lnTo>
                  <a:lnTo>
                    <a:pt x="24" y="132"/>
                  </a:lnTo>
                  <a:lnTo>
                    <a:pt x="32" y="138"/>
                  </a:lnTo>
                  <a:lnTo>
                    <a:pt x="44" y="142"/>
                  </a:lnTo>
                  <a:lnTo>
                    <a:pt x="56" y="146"/>
                  </a:lnTo>
                  <a:lnTo>
                    <a:pt x="82" y="150"/>
                  </a:lnTo>
                  <a:lnTo>
                    <a:pt x="112" y="152"/>
                  </a:lnTo>
                  <a:lnTo>
                    <a:pt x="112" y="152"/>
                  </a:lnTo>
                  <a:lnTo>
                    <a:pt x="142" y="150"/>
                  </a:lnTo>
                  <a:lnTo>
                    <a:pt x="168" y="146"/>
                  </a:lnTo>
                  <a:lnTo>
                    <a:pt x="180" y="142"/>
                  </a:lnTo>
                  <a:lnTo>
                    <a:pt x="192" y="138"/>
                  </a:lnTo>
                  <a:lnTo>
                    <a:pt x="200" y="132"/>
                  </a:lnTo>
                  <a:lnTo>
                    <a:pt x="208" y="126"/>
                  </a:lnTo>
                  <a:lnTo>
                    <a:pt x="208" y="156"/>
                  </a:lnTo>
                  <a:close/>
                  <a:moveTo>
                    <a:pt x="208" y="108"/>
                  </a:moveTo>
                  <a:lnTo>
                    <a:pt x="208" y="108"/>
                  </a:lnTo>
                  <a:lnTo>
                    <a:pt x="208" y="108"/>
                  </a:lnTo>
                  <a:lnTo>
                    <a:pt x="208" y="108"/>
                  </a:lnTo>
                  <a:lnTo>
                    <a:pt x="208" y="108"/>
                  </a:lnTo>
                  <a:lnTo>
                    <a:pt x="206" y="116"/>
                  </a:lnTo>
                  <a:lnTo>
                    <a:pt x="200" y="122"/>
                  </a:lnTo>
                  <a:lnTo>
                    <a:pt x="192" y="128"/>
                  </a:lnTo>
                  <a:lnTo>
                    <a:pt x="180" y="134"/>
                  </a:lnTo>
                  <a:lnTo>
                    <a:pt x="166" y="138"/>
                  </a:lnTo>
                  <a:lnTo>
                    <a:pt x="150" y="142"/>
                  </a:lnTo>
                  <a:lnTo>
                    <a:pt x="132" y="144"/>
                  </a:lnTo>
                  <a:lnTo>
                    <a:pt x="112" y="144"/>
                  </a:lnTo>
                  <a:lnTo>
                    <a:pt x="112" y="144"/>
                  </a:lnTo>
                  <a:lnTo>
                    <a:pt x="92" y="144"/>
                  </a:lnTo>
                  <a:lnTo>
                    <a:pt x="74" y="142"/>
                  </a:lnTo>
                  <a:lnTo>
                    <a:pt x="58" y="138"/>
                  </a:lnTo>
                  <a:lnTo>
                    <a:pt x="44" y="134"/>
                  </a:lnTo>
                  <a:lnTo>
                    <a:pt x="32" y="128"/>
                  </a:lnTo>
                  <a:lnTo>
                    <a:pt x="24" y="122"/>
                  </a:lnTo>
                  <a:lnTo>
                    <a:pt x="18" y="116"/>
                  </a:lnTo>
                  <a:lnTo>
                    <a:pt x="16" y="108"/>
                  </a:lnTo>
                  <a:lnTo>
                    <a:pt x="16" y="108"/>
                  </a:lnTo>
                  <a:lnTo>
                    <a:pt x="16" y="108"/>
                  </a:lnTo>
                  <a:lnTo>
                    <a:pt x="16" y="108"/>
                  </a:lnTo>
                  <a:lnTo>
                    <a:pt x="16" y="80"/>
                  </a:lnTo>
                  <a:lnTo>
                    <a:pt x="16" y="80"/>
                  </a:lnTo>
                  <a:lnTo>
                    <a:pt x="24" y="86"/>
                  </a:lnTo>
                  <a:lnTo>
                    <a:pt x="34" y="90"/>
                  </a:lnTo>
                  <a:lnTo>
                    <a:pt x="58" y="98"/>
                  </a:lnTo>
                  <a:lnTo>
                    <a:pt x="84" y="102"/>
                  </a:lnTo>
                  <a:lnTo>
                    <a:pt x="112" y="104"/>
                  </a:lnTo>
                  <a:lnTo>
                    <a:pt x="112" y="104"/>
                  </a:lnTo>
                  <a:lnTo>
                    <a:pt x="140" y="102"/>
                  </a:lnTo>
                  <a:lnTo>
                    <a:pt x="166" y="98"/>
                  </a:lnTo>
                  <a:lnTo>
                    <a:pt x="190" y="90"/>
                  </a:lnTo>
                  <a:lnTo>
                    <a:pt x="200" y="86"/>
                  </a:lnTo>
                  <a:lnTo>
                    <a:pt x="208" y="80"/>
                  </a:lnTo>
                  <a:lnTo>
                    <a:pt x="208" y="108"/>
                  </a:lnTo>
                  <a:close/>
                  <a:moveTo>
                    <a:pt x="112" y="88"/>
                  </a:moveTo>
                  <a:lnTo>
                    <a:pt x="112" y="88"/>
                  </a:lnTo>
                  <a:lnTo>
                    <a:pt x="92" y="88"/>
                  </a:lnTo>
                  <a:lnTo>
                    <a:pt x="74" y="86"/>
                  </a:lnTo>
                  <a:lnTo>
                    <a:pt x="58" y="82"/>
                  </a:lnTo>
                  <a:lnTo>
                    <a:pt x="44" y="78"/>
                  </a:lnTo>
                  <a:lnTo>
                    <a:pt x="32" y="72"/>
                  </a:lnTo>
                  <a:lnTo>
                    <a:pt x="24" y="66"/>
                  </a:lnTo>
                  <a:lnTo>
                    <a:pt x="18" y="60"/>
                  </a:lnTo>
                  <a:lnTo>
                    <a:pt x="16" y="52"/>
                  </a:lnTo>
                  <a:lnTo>
                    <a:pt x="16" y="52"/>
                  </a:lnTo>
                  <a:lnTo>
                    <a:pt x="18" y="44"/>
                  </a:lnTo>
                  <a:lnTo>
                    <a:pt x="24" y="38"/>
                  </a:lnTo>
                  <a:lnTo>
                    <a:pt x="32" y="32"/>
                  </a:lnTo>
                  <a:lnTo>
                    <a:pt x="44" y="26"/>
                  </a:lnTo>
                  <a:lnTo>
                    <a:pt x="58" y="22"/>
                  </a:lnTo>
                  <a:lnTo>
                    <a:pt x="74" y="18"/>
                  </a:lnTo>
                  <a:lnTo>
                    <a:pt x="92" y="16"/>
                  </a:lnTo>
                  <a:lnTo>
                    <a:pt x="112" y="16"/>
                  </a:lnTo>
                  <a:lnTo>
                    <a:pt x="112" y="16"/>
                  </a:lnTo>
                  <a:lnTo>
                    <a:pt x="132" y="16"/>
                  </a:lnTo>
                  <a:lnTo>
                    <a:pt x="150" y="18"/>
                  </a:lnTo>
                  <a:lnTo>
                    <a:pt x="166" y="22"/>
                  </a:lnTo>
                  <a:lnTo>
                    <a:pt x="180" y="26"/>
                  </a:lnTo>
                  <a:lnTo>
                    <a:pt x="192" y="32"/>
                  </a:lnTo>
                  <a:lnTo>
                    <a:pt x="200" y="38"/>
                  </a:lnTo>
                  <a:lnTo>
                    <a:pt x="206" y="44"/>
                  </a:lnTo>
                  <a:lnTo>
                    <a:pt x="208" y="52"/>
                  </a:lnTo>
                  <a:lnTo>
                    <a:pt x="208" y="52"/>
                  </a:lnTo>
                  <a:lnTo>
                    <a:pt x="206" y="60"/>
                  </a:lnTo>
                  <a:lnTo>
                    <a:pt x="200" y="66"/>
                  </a:lnTo>
                  <a:lnTo>
                    <a:pt x="192" y="72"/>
                  </a:lnTo>
                  <a:lnTo>
                    <a:pt x="180" y="78"/>
                  </a:lnTo>
                  <a:lnTo>
                    <a:pt x="166" y="82"/>
                  </a:lnTo>
                  <a:lnTo>
                    <a:pt x="150" y="86"/>
                  </a:lnTo>
                  <a:lnTo>
                    <a:pt x="132" y="88"/>
                  </a:lnTo>
                  <a:lnTo>
                    <a:pt x="112" y="8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</p:grpSp>
      <p:grpSp>
        <p:nvGrpSpPr>
          <p:cNvPr id="16" name="Group 15"/>
          <p:cNvGrpSpPr/>
          <p:nvPr/>
        </p:nvGrpSpPr>
        <p:grpSpPr>
          <a:xfrm>
            <a:off x="7210243" y="3520311"/>
            <a:ext cx="465099" cy="465099"/>
            <a:chOff x="3149600" y="2774950"/>
            <a:chExt cx="406400" cy="406400"/>
          </a:xfrm>
          <a:solidFill>
            <a:schemeClr val="accent1"/>
          </a:solidFill>
        </p:grpSpPr>
        <p:sp>
          <p:nvSpPr>
            <p:cNvPr id="140" name="Freeform 110"/>
            <p:cNvSpPr>
              <a:spLocks noEditPoints="1"/>
            </p:cNvSpPr>
            <p:nvPr/>
          </p:nvSpPr>
          <p:spPr bwMode="auto">
            <a:xfrm>
              <a:off x="3327400" y="2978150"/>
              <a:ext cx="63500" cy="63500"/>
            </a:xfrm>
            <a:custGeom>
              <a:avLst/>
              <a:gdLst/>
              <a:ahLst/>
              <a:cxnLst>
                <a:cxn ang="0">
                  <a:pos x="20" y="40"/>
                </a:cxn>
                <a:cxn ang="0">
                  <a:pos x="20" y="40"/>
                </a:cxn>
                <a:cxn ang="0">
                  <a:pos x="28" y="38"/>
                </a:cxn>
                <a:cxn ang="0">
                  <a:pos x="34" y="34"/>
                </a:cxn>
                <a:cxn ang="0">
                  <a:pos x="38" y="28"/>
                </a:cxn>
                <a:cxn ang="0">
                  <a:pos x="40" y="20"/>
                </a:cxn>
                <a:cxn ang="0">
                  <a:pos x="40" y="20"/>
                </a:cxn>
                <a:cxn ang="0">
                  <a:pos x="38" y="12"/>
                </a:cxn>
                <a:cxn ang="0">
                  <a:pos x="34" y="6"/>
                </a:cxn>
                <a:cxn ang="0">
                  <a:pos x="28" y="2"/>
                </a:cxn>
                <a:cxn ang="0">
                  <a:pos x="20" y="0"/>
                </a:cxn>
                <a:cxn ang="0">
                  <a:pos x="20" y="0"/>
                </a:cxn>
                <a:cxn ang="0">
                  <a:pos x="12" y="2"/>
                </a:cxn>
                <a:cxn ang="0">
                  <a:pos x="6" y="6"/>
                </a:cxn>
                <a:cxn ang="0">
                  <a:pos x="2" y="12"/>
                </a:cxn>
                <a:cxn ang="0">
                  <a:pos x="0" y="20"/>
                </a:cxn>
                <a:cxn ang="0">
                  <a:pos x="0" y="20"/>
                </a:cxn>
                <a:cxn ang="0">
                  <a:pos x="2" y="28"/>
                </a:cxn>
                <a:cxn ang="0">
                  <a:pos x="6" y="34"/>
                </a:cxn>
                <a:cxn ang="0">
                  <a:pos x="12" y="38"/>
                </a:cxn>
                <a:cxn ang="0">
                  <a:pos x="20" y="40"/>
                </a:cxn>
                <a:cxn ang="0">
                  <a:pos x="20" y="8"/>
                </a:cxn>
                <a:cxn ang="0">
                  <a:pos x="20" y="8"/>
                </a:cxn>
                <a:cxn ang="0">
                  <a:pos x="24" y="8"/>
                </a:cxn>
                <a:cxn ang="0">
                  <a:pos x="28" y="12"/>
                </a:cxn>
                <a:cxn ang="0">
                  <a:pos x="32" y="16"/>
                </a:cxn>
                <a:cxn ang="0">
                  <a:pos x="32" y="20"/>
                </a:cxn>
                <a:cxn ang="0">
                  <a:pos x="32" y="20"/>
                </a:cxn>
                <a:cxn ang="0">
                  <a:pos x="32" y="24"/>
                </a:cxn>
                <a:cxn ang="0">
                  <a:pos x="28" y="28"/>
                </a:cxn>
                <a:cxn ang="0">
                  <a:pos x="24" y="32"/>
                </a:cxn>
                <a:cxn ang="0">
                  <a:pos x="20" y="32"/>
                </a:cxn>
                <a:cxn ang="0">
                  <a:pos x="20" y="32"/>
                </a:cxn>
                <a:cxn ang="0">
                  <a:pos x="16" y="32"/>
                </a:cxn>
                <a:cxn ang="0">
                  <a:pos x="12" y="28"/>
                </a:cxn>
                <a:cxn ang="0">
                  <a:pos x="8" y="24"/>
                </a:cxn>
                <a:cxn ang="0">
                  <a:pos x="8" y="20"/>
                </a:cxn>
                <a:cxn ang="0">
                  <a:pos x="8" y="20"/>
                </a:cxn>
                <a:cxn ang="0">
                  <a:pos x="8" y="16"/>
                </a:cxn>
                <a:cxn ang="0">
                  <a:pos x="12" y="12"/>
                </a:cxn>
                <a:cxn ang="0">
                  <a:pos x="16" y="8"/>
                </a:cxn>
                <a:cxn ang="0">
                  <a:pos x="20" y="8"/>
                </a:cxn>
              </a:cxnLst>
              <a:rect l="0" t="0" r="r" b="b"/>
              <a:pathLst>
                <a:path w="40" h="40">
                  <a:moveTo>
                    <a:pt x="20" y="40"/>
                  </a:moveTo>
                  <a:lnTo>
                    <a:pt x="20" y="40"/>
                  </a:lnTo>
                  <a:lnTo>
                    <a:pt x="28" y="38"/>
                  </a:lnTo>
                  <a:lnTo>
                    <a:pt x="34" y="34"/>
                  </a:lnTo>
                  <a:lnTo>
                    <a:pt x="38" y="28"/>
                  </a:lnTo>
                  <a:lnTo>
                    <a:pt x="40" y="20"/>
                  </a:lnTo>
                  <a:lnTo>
                    <a:pt x="40" y="20"/>
                  </a:lnTo>
                  <a:lnTo>
                    <a:pt x="38" y="12"/>
                  </a:lnTo>
                  <a:lnTo>
                    <a:pt x="34" y="6"/>
                  </a:lnTo>
                  <a:lnTo>
                    <a:pt x="28" y="2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12" y="2"/>
                  </a:lnTo>
                  <a:lnTo>
                    <a:pt x="6" y="6"/>
                  </a:lnTo>
                  <a:lnTo>
                    <a:pt x="2" y="12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2" y="28"/>
                  </a:lnTo>
                  <a:lnTo>
                    <a:pt x="6" y="34"/>
                  </a:lnTo>
                  <a:lnTo>
                    <a:pt x="12" y="38"/>
                  </a:lnTo>
                  <a:lnTo>
                    <a:pt x="20" y="40"/>
                  </a:lnTo>
                  <a:close/>
                  <a:moveTo>
                    <a:pt x="20" y="8"/>
                  </a:moveTo>
                  <a:lnTo>
                    <a:pt x="20" y="8"/>
                  </a:lnTo>
                  <a:lnTo>
                    <a:pt x="24" y="8"/>
                  </a:lnTo>
                  <a:lnTo>
                    <a:pt x="28" y="12"/>
                  </a:lnTo>
                  <a:lnTo>
                    <a:pt x="32" y="16"/>
                  </a:lnTo>
                  <a:lnTo>
                    <a:pt x="32" y="20"/>
                  </a:lnTo>
                  <a:lnTo>
                    <a:pt x="32" y="20"/>
                  </a:lnTo>
                  <a:lnTo>
                    <a:pt x="32" y="24"/>
                  </a:lnTo>
                  <a:lnTo>
                    <a:pt x="28" y="28"/>
                  </a:lnTo>
                  <a:lnTo>
                    <a:pt x="24" y="32"/>
                  </a:lnTo>
                  <a:lnTo>
                    <a:pt x="20" y="32"/>
                  </a:lnTo>
                  <a:lnTo>
                    <a:pt x="20" y="32"/>
                  </a:lnTo>
                  <a:lnTo>
                    <a:pt x="16" y="32"/>
                  </a:lnTo>
                  <a:lnTo>
                    <a:pt x="12" y="28"/>
                  </a:lnTo>
                  <a:lnTo>
                    <a:pt x="8" y="24"/>
                  </a:lnTo>
                  <a:lnTo>
                    <a:pt x="8" y="20"/>
                  </a:lnTo>
                  <a:lnTo>
                    <a:pt x="8" y="20"/>
                  </a:lnTo>
                  <a:lnTo>
                    <a:pt x="8" y="16"/>
                  </a:lnTo>
                  <a:lnTo>
                    <a:pt x="12" y="12"/>
                  </a:lnTo>
                  <a:lnTo>
                    <a:pt x="16" y="8"/>
                  </a:lnTo>
                  <a:lnTo>
                    <a:pt x="20" y="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41" name="Freeform 113"/>
            <p:cNvSpPr>
              <a:spLocks noEditPoints="1"/>
            </p:cNvSpPr>
            <p:nvPr/>
          </p:nvSpPr>
          <p:spPr bwMode="auto">
            <a:xfrm>
              <a:off x="3492500" y="2774950"/>
              <a:ext cx="63500" cy="63500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20" y="0"/>
                </a:cxn>
                <a:cxn ang="0">
                  <a:pos x="12" y="2"/>
                </a:cxn>
                <a:cxn ang="0">
                  <a:pos x="6" y="6"/>
                </a:cxn>
                <a:cxn ang="0">
                  <a:pos x="2" y="12"/>
                </a:cxn>
                <a:cxn ang="0">
                  <a:pos x="0" y="20"/>
                </a:cxn>
                <a:cxn ang="0">
                  <a:pos x="0" y="20"/>
                </a:cxn>
                <a:cxn ang="0">
                  <a:pos x="2" y="28"/>
                </a:cxn>
                <a:cxn ang="0">
                  <a:pos x="6" y="34"/>
                </a:cxn>
                <a:cxn ang="0">
                  <a:pos x="12" y="38"/>
                </a:cxn>
                <a:cxn ang="0">
                  <a:pos x="20" y="40"/>
                </a:cxn>
                <a:cxn ang="0">
                  <a:pos x="20" y="40"/>
                </a:cxn>
                <a:cxn ang="0">
                  <a:pos x="28" y="38"/>
                </a:cxn>
                <a:cxn ang="0">
                  <a:pos x="34" y="34"/>
                </a:cxn>
                <a:cxn ang="0">
                  <a:pos x="38" y="28"/>
                </a:cxn>
                <a:cxn ang="0">
                  <a:pos x="40" y="20"/>
                </a:cxn>
                <a:cxn ang="0">
                  <a:pos x="40" y="20"/>
                </a:cxn>
                <a:cxn ang="0">
                  <a:pos x="38" y="12"/>
                </a:cxn>
                <a:cxn ang="0">
                  <a:pos x="34" y="6"/>
                </a:cxn>
                <a:cxn ang="0">
                  <a:pos x="28" y="2"/>
                </a:cxn>
                <a:cxn ang="0">
                  <a:pos x="20" y="0"/>
                </a:cxn>
                <a:cxn ang="0">
                  <a:pos x="20" y="32"/>
                </a:cxn>
                <a:cxn ang="0">
                  <a:pos x="20" y="32"/>
                </a:cxn>
                <a:cxn ang="0">
                  <a:pos x="16" y="32"/>
                </a:cxn>
                <a:cxn ang="0">
                  <a:pos x="12" y="28"/>
                </a:cxn>
                <a:cxn ang="0">
                  <a:pos x="8" y="24"/>
                </a:cxn>
                <a:cxn ang="0">
                  <a:pos x="8" y="20"/>
                </a:cxn>
                <a:cxn ang="0">
                  <a:pos x="8" y="20"/>
                </a:cxn>
                <a:cxn ang="0">
                  <a:pos x="8" y="16"/>
                </a:cxn>
                <a:cxn ang="0">
                  <a:pos x="12" y="12"/>
                </a:cxn>
                <a:cxn ang="0">
                  <a:pos x="16" y="8"/>
                </a:cxn>
                <a:cxn ang="0">
                  <a:pos x="20" y="8"/>
                </a:cxn>
                <a:cxn ang="0">
                  <a:pos x="20" y="8"/>
                </a:cxn>
                <a:cxn ang="0">
                  <a:pos x="24" y="8"/>
                </a:cxn>
                <a:cxn ang="0">
                  <a:pos x="28" y="12"/>
                </a:cxn>
                <a:cxn ang="0">
                  <a:pos x="32" y="16"/>
                </a:cxn>
                <a:cxn ang="0">
                  <a:pos x="32" y="20"/>
                </a:cxn>
                <a:cxn ang="0">
                  <a:pos x="32" y="20"/>
                </a:cxn>
                <a:cxn ang="0">
                  <a:pos x="32" y="24"/>
                </a:cxn>
                <a:cxn ang="0">
                  <a:pos x="28" y="28"/>
                </a:cxn>
                <a:cxn ang="0">
                  <a:pos x="24" y="32"/>
                </a:cxn>
                <a:cxn ang="0">
                  <a:pos x="20" y="32"/>
                </a:cxn>
              </a:cxnLst>
              <a:rect l="0" t="0" r="r" b="b"/>
              <a:pathLst>
                <a:path w="40" h="40">
                  <a:moveTo>
                    <a:pt x="20" y="0"/>
                  </a:moveTo>
                  <a:lnTo>
                    <a:pt x="20" y="0"/>
                  </a:lnTo>
                  <a:lnTo>
                    <a:pt x="12" y="2"/>
                  </a:lnTo>
                  <a:lnTo>
                    <a:pt x="6" y="6"/>
                  </a:lnTo>
                  <a:lnTo>
                    <a:pt x="2" y="12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2" y="28"/>
                  </a:lnTo>
                  <a:lnTo>
                    <a:pt x="6" y="34"/>
                  </a:lnTo>
                  <a:lnTo>
                    <a:pt x="12" y="38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8" y="38"/>
                  </a:lnTo>
                  <a:lnTo>
                    <a:pt x="34" y="34"/>
                  </a:lnTo>
                  <a:lnTo>
                    <a:pt x="38" y="28"/>
                  </a:lnTo>
                  <a:lnTo>
                    <a:pt x="40" y="20"/>
                  </a:lnTo>
                  <a:lnTo>
                    <a:pt x="40" y="20"/>
                  </a:lnTo>
                  <a:lnTo>
                    <a:pt x="38" y="12"/>
                  </a:lnTo>
                  <a:lnTo>
                    <a:pt x="34" y="6"/>
                  </a:lnTo>
                  <a:lnTo>
                    <a:pt x="28" y="2"/>
                  </a:lnTo>
                  <a:lnTo>
                    <a:pt x="20" y="0"/>
                  </a:lnTo>
                  <a:close/>
                  <a:moveTo>
                    <a:pt x="20" y="32"/>
                  </a:moveTo>
                  <a:lnTo>
                    <a:pt x="20" y="32"/>
                  </a:lnTo>
                  <a:lnTo>
                    <a:pt x="16" y="32"/>
                  </a:lnTo>
                  <a:lnTo>
                    <a:pt x="12" y="28"/>
                  </a:lnTo>
                  <a:lnTo>
                    <a:pt x="8" y="24"/>
                  </a:lnTo>
                  <a:lnTo>
                    <a:pt x="8" y="20"/>
                  </a:lnTo>
                  <a:lnTo>
                    <a:pt x="8" y="20"/>
                  </a:lnTo>
                  <a:lnTo>
                    <a:pt x="8" y="16"/>
                  </a:lnTo>
                  <a:lnTo>
                    <a:pt x="12" y="12"/>
                  </a:lnTo>
                  <a:lnTo>
                    <a:pt x="16" y="8"/>
                  </a:lnTo>
                  <a:lnTo>
                    <a:pt x="20" y="8"/>
                  </a:lnTo>
                  <a:lnTo>
                    <a:pt x="20" y="8"/>
                  </a:lnTo>
                  <a:lnTo>
                    <a:pt x="24" y="8"/>
                  </a:lnTo>
                  <a:lnTo>
                    <a:pt x="28" y="12"/>
                  </a:lnTo>
                  <a:lnTo>
                    <a:pt x="32" y="16"/>
                  </a:lnTo>
                  <a:lnTo>
                    <a:pt x="32" y="20"/>
                  </a:lnTo>
                  <a:lnTo>
                    <a:pt x="32" y="20"/>
                  </a:lnTo>
                  <a:lnTo>
                    <a:pt x="32" y="24"/>
                  </a:lnTo>
                  <a:lnTo>
                    <a:pt x="28" y="28"/>
                  </a:lnTo>
                  <a:lnTo>
                    <a:pt x="24" y="32"/>
                  </a:lnTo>
                  <a:lnTo>
                    <a:pt x="20" y="3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42" name="Freeform 116"/>
            <p:cNvSpPr>
              <a:spLocks noEditPoints="1"/>
            </p:cNvSpPr>
            <p:nvPr/>
          </p:nvSpPr>
          <p:spPr bwMode="auto">
            <a:xfrm>
              <a:off x="3251200" y="2965450"/>
              <a:ext cx="50800" cy="50800"/>
            </a:xfrm>
            <a:custGeom>
              <a:avLst/>
              <a:gdLst/>
              <a:ahLst/>
              <a:cxnLst>
                <a:cxn ang="0">
                  <a:pos x="0" y="16"/>
                </a:cxn>
                <a:cxn ang="0">
                  <a:pos x="0" y="16"/>
                </a:cxn>
                <a:cxn ang="0">
                  <a:pos x="2" y="22"/>
                </a:cxn>
                <a:cxn ang="0">
                  <a:pos x="4" y="28"/>
                </a:cxn>
                <a:cxn ang="0">
                  <a:pos x="10" y="30"/>
                </a:cxn>
                <a:cxn ang="0">
                  <a:pos x="16" y="32"/>
                </a:cxn>
                <a:cxn ang="0">
                  <a:pos x="16" y="32"/>
                </a:cxn>
                <a:cxn ang="0">
                  <a:pos x="22" y="30"/>
                </a:cxn>
                <a:cxn ang="0">
                  <a:pos x="28" y="28"/>
                </a:cxn>
                <a:cxn ang="0">
                  <a:pos x="30" y="22"/>
                </a:cxn>
                <a:cxn ang="0">
                  <a:pos x="32" y="16"/>
                </a:cxn>
                <a:cxn ang="0">
                  <a:pos x="32" y="16"/>
                </a:cxn>
                <a:cxn ang="0">
                  <a:pos x="30" y="10"/>
                </a:cxn>
                <a:cxn ang="0">
                  <a:pos x="28" y="4"/>
                </a:cxn>
                <a:cxn ang="0">
                  <a:pos x="22" y="2"/>
                </a:cxn>
                <a:cxn ang="0">
                  <a:pos x="16" y="0"/>
                </a:cxn>
                <a:cxn ang="0">
                  <a:pos x="16" y="0"/>
                </a:cxn>
                <a:cxn ang="0">
                  <a:pos x="10" y="2"/>
                </a:cxn>
                <a:cxn ang="0">
                  <a:pos x="4" y="4"/>
                </a:cxn>
                <a:cxn ang="0">
                  <a:pos x="2" y="10"/>
                </a:cxn>
                <a:cxn ang="0">
                  <a:pos x="0" y="16"/>
                </a:cxn>
                <a:cxn ang="0">
                  <a:pos x="16" y="8"/>
                </a:cxn>
                <a:cxn ang="0">
                  <a:pos x="16" y="8"/>
                </a:cxn>
                <a:cxn ang="0">
                  <a:pos x="20" y="8"/>
                </a:cxn>
                <a:cxn ang="0">
                  <a:pos x="22" y="10"/>
                </a:cxn>
                <a:cxn ang="0">
                  <a:pos x="24" y="12"/>
                </a:cxn>
                <a:cxn ang="0">
                  <a:pos x="24" y="16"/>
                </a:cxn>
                <a:cxn ang="0">
                  <a:pos x="24" y="16"/>
                </a:cxn>
                <a:cxn ang="0">
                  <a:pos x="24" y="20"/>
                </a:cxn>
                <a:cxn ang="0">
                  <a:pos x="22" y="22"/>
                </a:cxn>
                <a:cxn ang="0">
                  <a:pos x="20" y="24"/>
                </a:cxn>
                <a:cxn ang="0">
                  <a:pos x="16" y="24"/>
                </a:cxn>
                <a:cxn ang="0">
                  <a:pos x="16" y="24"/>
                </a:cxn>
                <a:cxn ang="0">
                  <a:pos x="12" y="24"/>
                </a:cxn>
                <a:cxn ang="0">
                  <a:pos x="10" y="22"/>
                </a:cxn>
                <a:cxn ang="0">
                  <a:pos x="8" y="20"/>
                </a:cxn>
                <a:cxn ang="0">
                  <a:pos x="8" y="16"/>
                </a:cxn>
                <a:cxn ang="0">
                  <a:pos x="8" y="16"/>
                </a:cxn>
                <a:cxn ang="0">
                  <a:pos x="8" y="12"/>
                </a:cxn>
                <a:cxn ang="0">
                  <a:pos x="10" y="10"/>
                </a:cxn>
                <a:cxn ang="0">
                  <a:pos x="12" y="8"/>
                </a:cxn>
                <a:cxn ang="0">
                  <a:pos x="16" y="8"/>
                </a:cxn>
              </a:cxnLst>
              <a:rect l="0" t="0" r="r" b="b"/>
              <a:pathLst>
                <a:path w="32" h="32">
                  <a:moveTo>
                    <a:pt x="0" y="16"/>
                  </a:moveTo>
                  <a:lnTo>
                    <a:pt x="0" y="16"/>
                  </a:lnTo>
                  <a:lnTo>
                    <a:pt x="2" y="22"/>
                  </a:lnTo>
                  <a:lnTo>
                    <a:pt x="4" y="28"/>
                  </a:lnTo>
                  <a:lnTo>
                    <a:pt x="10" y="30"/>
                  </a:lnTo>
                  <a:lnTo>
                    <a:pt x="16" y="32"/>
                  </a:lnTo>
                  <a:lnTo>
                    <a:pt x="16" y="32"/>
                  </a:lnTo>
                  <a:lnTo>
                    <a:pt x="22" y="30"/>
                  </a:lnTo>
                  <a:lnTo>
                    <a:pt x="28" y="28"/>
                  </a:lnTo>
                  <a:lnTo>
                    <a:pt x="30" y="22"/>
                  </a:lnTo>
                  <a:lnTo>
                    <a:pt x="32" y="16"/>
                  </a:lnTo>
                  <a:lnTo>
                    <a:pt x="32" y="16"/>
                  </a:lnTo>
                  <a:lnTo>
                    <a:pt x="30" y="10"/>
                  </a:lnTo>
                  <a:lnTo>
                    <a:pt x="28" y="4"/>
                  </a:lnTo>
                  <a:lnTo>
                    <a:pt x="22" y="2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0" y="2"/>
                  </a:lnTo>
                  <a:lnTo>
                    <a:pt x="4" y="4"/>
                  </a:lnTo>
                  <a:lnTo>
                    <a:pt x="2" y="10"/>
                  </a:lnTo>
                  <a:lnTo>
                    <a:pt x="0" y="16"/>
                  </a:lnTo>
                  <a:close/>
                  <a:moveTo>
                    <a:pt x="16" y="8"/>
                  </a:moveTo>
                  <a:lnTo>
                    <a:pt x="16" y="8"/>
                  </a:lnTo>
                  <a:lnTo>
                    <a:pt x="20" y="8"/>
                  </a:lnTo>
                  <a:lnTo>
                    <a:pt x="22" y="10"/>
                  </a:lnTo>
                  <a:lnTo>
                    <a:pt x="24" y="12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4" y="20"/>
                  </a:lnTo>
                  <a:lnTo>
                    <a:pt x="22" y="22"/>
                  </a:lnTo>
                  <a:lnTo>
                    <a:pt x="20" y="24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2" y="24"/>
                  </a:lnTo>
                  <a:lnTo>
                    <a:pt x="10" y="22"/>
                  </a:lnTo>
                  <a:lnTo>
                    <a:pt x="8" y="20"/>
                  </a:lnTo>
                  <a:lnTo>
                    <a:pt x="8" y="16"/>
                  </a:lnTo>
                  <a:lnTo>
                    <a:pt x="8" y="16"/>
                  </a:lnTo>
                  <a:lnTo>
                    <a:pt x="8" y="12"/>
                  </a:lnTo>
                  <a:lnTo>
                    <a:pt x="10" y="10"/>
                  </a:lnTo>
                  <a:lnTo>
                    <a:pt x="12" y="8"/>
                  </a:lnTo>
                  <a:lnTo>
                    <a:pt x="16" y="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43" name="Freeform 119"/>
            <p:cNvSpPr>
              <a:spLocks/>
            </p:cNvSpPr>
            <p:nvPr/>
          </p:nvSpPr>
          <p:spPr bwMode="auto">
            <a:xfrm>
              <a:off x="3302000" y="3054350"/>
              <a:ext cx="25400" cy="25400"/>
            </a:xfrm>
            <a:custGeom>
              <a:avLst/>
              <a:gdLst/>
              <a:ahLst/>
              <a:cxnLst>
                <a:cxn ang="0">
                  <a:pos x="8" y="16"/>
                </a:cxn>
                <a:cxn ang="0">
                  <a:pos x="8" y="16"/>
                </a:cxn>
                <a:cxn ang="0">
                  <a:pos x="12" y="16"/>
                </a:cxn>
                <a:cxn ang="0">
                  <a:pos x="14" y="14"/>
                </a:cxn>
                <a:cxn ang="0">
                  <a:pos x="16" y="12"/>
                </a:cxn>
                <a:cxn ang="0">
                  <a:pos x="16" y="8"/>
                </a:cxn>
                <a:cxn ang="0">
                  <a:pos x="16" y="8"/>
                </a:cxn>
                <a:cxn ang="0">
                  <a:pos x="16" y="4"/>
                </a:cxn>
                <a:cxn ang="0">
                  <a:pos x="14" y="2"/>
                </a:cxn>
                <a:cxn ang="0">
                  <a:pos x="12" y="0"/>
                </a:cxn>
                <a:cxn ang="0">
                  <a:pos x="8" y="0"/>
                </a:cxn>
                <a:cxn ang="0">
                  <a:pos x="8" y="0"/>
                </a:cxn>
                <a:cxn ang="0">
                  <a:pos x="4" y="0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8"/>
                </a:cxn>
                <a:cxn ang="0">
                  <a:pos x="0" y="8"/>
                </a:cxn>
                <a:cxn ang="0">
                  <a:pos x="0" y="12"/>
                </a:cxn>
                <a:cxn ang="0">
                  <a:pos x="2" y="14"/>
                </a:cxn>
                <a:cxn ang="0">
                  <a:pos x="4" y="16"/>
                </a:cxn>
                <a:cxn ang="0">
                  <a:pos x="8" y="16"/>
                </a:cxn>
              </a:cxnLst>
              <a:rect l="0" t="0" r="r" b="b"/>
              <a:pathLst>
                <a:path w="16" h="16">
                  <a:moveTo>
                    <a:pt x="8" y="16"/>
                  </a:moveTo>
                  <a:lnTo>
                    <a:pt x="8" y="16"/>
                  </a:lnTo>
                  <a:lnTo>
                    <a:pt x="12" y="16"/>
                  </a:lnTo>
                  <a:lnTo>
                    <a:pt x="14" y="14"/>
                  </a:lnTo>
                  <a:lnTo>
                    <a:pt x="16" y="12"/>
                  </a:lnTo>
                  <a:lnTo>
                    <a:pt x="16" y="8"/>
                  </a:lnTo>
                  <a:lnTo>
                    <a:pt x="16" y="8"/>
                  </a:lnTo>
                  <a:lnTo>
                    <a:pt x="16" y="4"/>
                  </a:lnTo>
                  <a:lnTo>
                    <a:pt x="14" y="2"/>
                  </a:lnTo>
                  <a:lnTo>
                    <a:pt x="12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12"/>
                  </a:lnTo>
                  <a:lnTo>
                    <a:pt x="2" y="14"/>
                  </a:lnTo>
                  <a:lnTo>
                    <a:pt x="4" y="16"/>
                  </a:lnTo>
                  <a:lnTo>
                    <a:pt x="8" y="1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44" name="Freeform 121"/>
            <p:cNvSpPr>
              <a:spLocks/>
            </p:cNvSpPr>
            <p:nvPr/>
          </p:nvSpPr>
          <p:spPr bwMode="auto">
            <a:xfrm>
              <a:off x="3505200" y="2863850"/>
              <a:ext cx="25400" cy="25400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8" y="0"/>
                </a:cxn>
                <a:cxn ang="0">
                  <a:pos x="4" y="0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8"/>
                </a:cxn>
                <a:cxn ang="0">
                  <a:pos x="0" y="8"/>
                </a:cxn>
                <a:cxn ang="0">
                  <a:pos x="0" y="12"/>
                </a:cxn>
                <a:cxn ang="0">
                  <a:pos x="2" y="14"/>
                </a:cxn>
                <a:cxn ang="0">
                  <a:pos x="4" y="16"/>
                </a:cxn>
                <a:cxn ang="0">
                  <a:pos x="8" y="16"/>
                </a:cxn>
                <a:cxn ang="0">
                  <a:pos x="8" y="16"/>
                </a:cxn>
                <a:cxn ang="0">
                  <a:pos x="12" y="16"/>
                </a:cxn>
                <a:cxn ang="0">
                  <a:pos x="14" y="14"/>
                </a:cxn>
                <a:cxn ang="0">
                  <a:pos x="16" y="12"/>
                </a:cxn>
                <a:cxn ang="0">
                  <a:pos x="16" y="8"/>
                </a:cxn>
                <a:cxn ang="0">
                  <a:pos x="16" y="8"/>
                </a:cxn>
                <a:cxn ang="0">
                  <a:pos x="16" y="4"/>
                </a:cxn>
                <a:cxn ang="0">
                  <a:pos x="14" y="2"/>
                </a:cxn>
                <a:cxn ang="0">
                  <a:pos x="12" y="0"/>
                </a:cxn>
                <a:cxn ang="0">
                  <a:pos x="8" y="0"/>
                </a:cxn>
              </a:cxnLst>
              <a:rect l="0" t="0" r="r" b="b"/>
              <a:pathLst>
                <a:path w="16" h="16">
                  <a:moveTo>
                    <a:pt x="8" y="0"/>
                  </a:moveTo>
                  <a:lnTo>
                    <a:pt x="8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12"/>
                  </a:lnTo>
                  <a:lnTo>
                    <a:pt x="2" y="14"/>
                  </a:lnTo>
                  <a:lnTo>
                    <a:pt x="4" y="16"/>
                  </a:lnTo>
                  <a:lnTo>
                    <a:pt x="8" y="16"/>
                  </a:lnTo>
                  <a:lnTo>
                    <a:pt x="8" y="16"/>
                  </a:lnTo>
                  <a:lnTo>
                    <a:pt x="12" y="16"/>
                  </a:lnTo>
                  <a:lnTo>
                    <a:pt x="14" y="14"/>
                  </a:lnTo>
                  <a:lnTo>
                    <a:pt x="16" y="12"/>
                  </a:lnTo>
                  <a:lnTo>
                    <a:pt x="16" y="8"/>
                  </a:lnTo>
                  <a:lnTo>
                    <a:pt x="16" y="8"/>
                  </a:lnTo>
                  <a:lnTo>
                    <a:pt x="16" y="4"/>
                  </a:lnTo>
                  <a:lnTo>
                    <a:pt x="14" y="2"/>
                  </a:lnTo>
                  <a:lnTo>
                    <a:pt x="12" y="0"/>
                  </a:lnTo>
                  <a:lnTo>
                    <a:pt x="8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45" name="Freeform 106"/>
            <p:cNvSpPr>
              <a:spLocks noEditPoints="1"/>
            </p:cNvSpPr>
            <p:nvPr/>
          </p:nvSpPr>
          <p:spPr bwMode="auto">
            <a:xfrm>
              <a:off x="3149600" y="2813050"/>
              <a:ext cx="371475" cy="368300"/>
            </a:xfrm>
            <a:custGeom>
              <a:avLst/>
              <a:gdLst/>
              <a:ahLst/>
              <a:cxnLst>
                <a:cxn ang="0">
                  <a:pos x="166" y="6"/>
                </a:cxn>
                <a:cxn ang="0">
                  <a:pos x="152" y="0"/>
                </a:cxn>
                <a:cxn ang="0">
                  <a:pos x="144" y="2"/>
                </a:cxn>
                <a:cxn ang="0">
                  <a:pos x="126" y="18"/>
                </a:cxn>
                <a:cxn ang="0">
                  <a:pos x="122" y="24"/>
                </a:cxn>
                <a:cxn ang="0">
                  <a:pos x="120" y="32"/>
                </a:cxn>
                <a:cxn ang="0">
                  <a:pos x="122" y="42"/>
                </a:cxn>
                <a:cxn ang="0">
                  <a:pos x="14" y="86"/>
                </a:cxn>
                <a:cxn ang="0">
                  <a:pos x="6" y="92"/>
                </a:cxn>
                <a:cxn ang="0">
                  <a:pos x="0" y="102"/>
                </a:cxn>
                <a:cxn ang="0">
                  <a:pos x="0" y="108"/>
                </a:cxn>
                <a:cxn ang="0">
                  <a:pos x="4" y="120"/>
                </a:cxn>
                <a:cxn ang="0">
                  <a:pos x="108" y="224"/>
                </a:cxn>
                <a:cxn ang="0">
                  <a:pos x="116" y="230"/>
                </a:cxn>
                <a:cxn ang="0">
                  <a:pos x="126" y="232"/>
                </a:cxn>
                <a:cxn ang="0">
                  <a:pos x="126" y="232"/>
                </a:cxn>
                <a:cxn ang="0">
                  <a:pos x="130" y="232"/>
                </a:cxn>
                <a:cxn ang="0">
                  <a:pos x="142" y="226"/>
                </a:cxn>
                <a:cxn ang="0">
                  <a:pos x="148" y="216"/>
                </a:cxn>
                <a:cxn ang="0">
                  <a:pos x="190" y="110"/>
                </a:cxn>
                <a:cxn ang="0">
                  <a:pos x="202" y="114"/>
                </a:cxn>
                <a:cxn ang="0">
                  <a:pos x="210" y="112"/>
                </a:cxn>
                <a:cxn ang="0">
                  <a:pos x="228" y="96"/>
                </a:cxn>
                <a:cxn ang="0">
                  <a:pos x="232" y="90"/>
                </a:cxn>
                <a:cxn ang="0">
                  <a:pos x="234" y="82"/>
                </a:cxn>
                <a:cxn ang="0">
                  <a:pos x="228" y="68"/>
                </a:cxn>
                <a:cxn ang="0">
                  <a:pos x="134" y="210"/>
                </a:cxn>
                <a:cxn ang="0">
                  <a:pos x="130" y="214"/>
                </a:cxn>
                <a:cxn ang="0">
                  <a:pos x="128" y="216"/>
                </a:cxn>
                <a:cxn ang="0">
                  <a:pos x="126" y="216"/>
                </a:cxn>
                <a:cxn ang="0">
                  <a:pos x="18" y="112"/>
                </a:cxn>
                <a:cxn ang="0">
                  <a:pos x="16" y="110"/>
                </a:cxn>
                <a:cxn ang="0">
                  <a:pos x="16" y="106"/>
                </a:cxn>
                <a:cxn ang="0">
                  <a:pos x="20" y="100"/>
                </a:cxn>
                <a:cxn ang="0">
                  <a:pos x="70" y="80"/>
                </a:cxn>
                <a:cxn ang="0">
                  <a:pos x="96" y="86"/>
                </a:cxn>
                <a:cxn ang="0">
                  <a:pos x="134" y="92"/>
                </a:cxn>
                <a:cxn ang="0">
                  <a:pos x="158" y="104"/>
                </a:cxn>
                <a:cxn ang="0">
                  <a:pos x="134" y="210"/>
                </a:cxn>
                <a:cxn ang="0">
                  <a:pos x="204" y="96"/>
                </a:cxn>
                <a:cxn ang="0">
                  <a:pos x="202" y="98"/>
                </a:cxn>
                <a:cxn ang="0">
                  <a:pos x="184" y="82"/>
                </a:cxn>
                <a:cxn ang="0">
                  <a:pos x="174" y="108"/>
                </a:cxn>
                <a:cxn ang="0">
                  <a:pos x="166" y="100"/>
                </a:cxn>
                <a:cxn ang="0">
                  <a:pos x="138" y="86"/>
                </a:cxn>
                <a:cxn ang="0">
                  <a:pos x="104" y="78"/>
                </a:cxn>
                <a:cxn ang="0">
                  <a:pos x="82" y="76"/>
                </a:cxn>
                <a:cxn ang="0">
                  <a:pos x="138" y="34"/>
                </a:cxn>
                <a:cxn ang="0">
                  <a:pos x="136" y="32"/>
                </a:cxn>
                <a:cxn ang="0">
                  <a:pos x="148" y="18"/>
                </a:cxn>
                <a:cxn ang="0">
                  <a:pos x="152" y="16"/>
                </a:cxn>
                <a:cxn ang="0">
                  <a:pos x="216" y="78"/>
                </a:cxn>
                <a:cxn ang="0">
                  <a:pos x="218" y="82"/>
                </a:cxn>
              </a:cxnLst>
              <a:rect l="0" t="0" r="r" b="b"/>
              <a:pathLst>
                <a:path w="234" h="232">
                  <a:moveTo>
                    <a:pt x="166" y="6"/>
                  </a:moveTo>
                  <a:lnTo>
                    <a:pt x="166" y="6"/>
                  </a:lnTo>
                  <a:lnTo>
                    <a:pt x="158" y="2"/>
                  </a:lnTo>
                  <a:lnTo>
                    <a:pt x="152" y="0"/>
                  </a:lnTo>
                  <a:lnTo>
                    <a:pt x="152" y="0"/>
                  </a:lnTo>
                  <a:lnTo>
                    <a:pt x="144" y="2"/>
                  </a:lnTo>
                  <a:lnTo>
                    <a:pt x="138" y="6"/>
                  </a:lnTo>
                  <a:lnTo>
                    <a:pt x="126" y="18"/>
                  </a:lnTo>
                  <a:lnTo>
                    <a:pt x="126" y="18"/>
                  </a:lnTo>
                  <a:lnTo>
                    <a:pt x="122" y="24"/>
                  </a:lnTo>
                  <a:lnTo>
                    <a:pt x="120" y="32"/>
                  </a:lnTo>
                  <a:lnTo>
                    <a:pt x="120" y="32"/>
                  </a:lnTo>
                  <a:lnTo>
                    <a:pt x="120" y="36"/>
                  </a:lnTo>
                  <a:lnTo>
                    <a:pt x="122" y="42"/>
                  </a:lnTo>
                  <a:lnTo>
                    <a:pt x="14" y="86"/>
                  </a:lnTo>
                  <a:lnTo>
                    <a:pt x="14" y="86"/>
                  </a:lnTo>
                  <a:lnTo>
                    <a:pt x="10" y="88"/>
                  </a:lnTo>
                  <a:lnTo>
                    <a:pt x="6" y="92"/>
                  </a:lnTo>
                  <a:lnTo>
                    <a:pt x="2" y="98"/>
                  </a:lnTo>
                  <a:lnTo>
                    <a:pt x="0" y="102"/>
                  </a:lnTo>
                  <a:lnTo>
                    <a:pt x="0" y="102"/>
                  </a:lnTo>
                  <a:lnTo>
                    <a:pt x="0" y="108"/>
                  </a:lnTo>
                  <a:lnTo>
                    <a:pt x="2" y="114"/>
                  </a:lnTo>
                  <a:lnTo>
                    <a:pt x="4" y="120"/>
                  </a:lnTo>
                  <a:lnTo>
                    <a:pt x="8" y="124"/>
                  </a:lnTo>
                  <a:lnTo>
                    <a:pt x="108" y="224"/>
                  </a:lnTo>
                  <a:lnTo>
                    <a:pt x="108" y="224"/>
                  </a:lnTo>
                  <a:lnTo>
                    <a:pt x="116" y="230"/>
                  </a:lnTo>
                  <a:lnTo>
                    <a:pt x="126" y="232"/>
                  </a:lnTo>
                  <a:lnTo>
                    <a:pt x="126" y="232"/>
                  </a:lnTo>
                  <a:lnTo>
                    <a:pt x="126" y="232"/>
                  </a:lnTo>
                  <a:lnTo>
                    <a:pt x="126" y="232"/>
                  </a:lnTo>
                  <a:lnTo>
                    <a:pt x="130" y="232"/>
                  </a:lnTo>
                  <a:lnTo>
                    <a:pt x="130" y="232"/>
                  </a:lnTo>
                  <a:lnTo>
                    <a:pt x="136" y="230"/>
                  </a:lnTo>
                  <a:lnTo>
                    <a:pt x="142" y="226"/>
                  </a:lnTo>
                  <a:lnTo>
                    <a:pt x="146" y="222"/>
                  </a:lnTo>
                  <a:lnTo>
                    <a:pt x="148" y="216"/>
                  </a:lnTo>
                  <a:lnTo>
                    <a:pt x="190" y="110"/>
                  </a:lnTo>
                  <a:lnTo>
                    <a:pt x="190" y="110"/>
                  </a:lnTo>
                  <a:lnTo>
                    <a:pt x="196" y="112"/>
                  </a:lnTo>
                  <a:lnTo>
                    <a:pt x="202" y="114"/>
                  </a:lnTo>
                  <a:lnTo>
                    <a:pt x="202" y="114"/>
                  </a:lnTo>
                  <a:lnTo>
                    <a:pt x="210" y="112"/>
                  </a:lnTo>
                  <a:lnTo>
                    <a:pt x="216" y="108"/>
                  </a:lnTo>
                  <a:lnTo>
                    <a:pt x="228" y="96"/>
                  </a:lnTo>
                  <a:lnTo>
                    <a:pt x="228" y="96"/>
                  </a:lnTo>
                  <a:lnTo>
                    <a:pt x="232" y="90"/>
                  </a:lnTo>
                  <a:lnTo>
                    <a:pt x="234" y="82"/>
                  </a:lnTo>
                  <a:lnTo>
                    <a:pt x="234" y="82"/>
                  </a:lnTo>
                  <a:lnTo>
                    <a:pt x="232" y="74"/>
                  </a:lnTo>
                  <a:lnTo>
                    <a:pt x="228" y="68"/>
                  </a:lnTo>
                  <a:lnTo>
                    <a:pt x="166" y="6"/>
                  </a:lnTo>
                  <a:close/>
                  <a:moveTo>
                    <a:pt x="134" y="210"/>
                  </a:moveTo>
                  <a:lnTo>
                    <a:pt x="134" y="210"/>
                  </a:lnTo>
                  <a:lnTo>
                    <a:pt x="130" y="214"/>
                  </a:lnTo>
                  <a:lnTo>
                    <a:pt x="128" y="216"/>
                  </a:lnTo>
                  <a:lnTo>
                    <a:pt x="128" y="216"/>
                  </a:lnTo>
                  <a:lnTo>
                    <a:pt x="126" y="216"/>
                  </a:lnTo>
                  <a:lnTo>
                    <a:pt x="126" y="216"/>
                  </a:lnTo>
                  <a:lnTo>
                    <a:pt x="120" y="214"/>
                  </a:lnTo>
                  <a:lnTo>
                    <a:pt x="18" y="112"/>
                  </a:lnTo>
                  <a:lnTo>
                    <a:pt x="18" y="112"/>
                  </a:lnTo>
                  <a:lnTo>
                    <a:pt x="16" y="110"/>
                  </a:lnTo>
                  <a:lnTo>
                    <a:pt x="16" y="106"/>
                  </a:lnTo>
                  <a:lnTo>
                    <a:pt x="16" y="106"/>
                  </a:lnTo>
                  <a:lnTo>
                    <a:pt x="18" y="102"/>
                  </a:lnTo>
                  <a:lnTo>
                    <a:pt x="20" y="100"/>
                  </a:lnTo>
                  <a:lnTo>
                    <a:pt x="70" y="80"/>
                  </a:lnTo>
                  <a:lnTo>
                    <a:pt x="70" y="80"/>
                  </a:lnTo>
                  <a:lnTo>
                    <a:pt x="84" y="84"/>
                  </a:lnTo>
                  <a:lnTo>
                    <a:pt x="96" y="86"/>
                  </a:lnTo>
                  <a:lnTo>
                    <a:pt x="120" y="88"/>
                  </a:lnTo>
                  <a:lnTo>
                    <a:pt x="134" y="92"/>
                  </a:lnTo>
                  <a:lnTo>
                    <a:pt x="146" y="98"/>
                  </a:lnTo>
                  <a:lnTo>
                    <a:pt x="158" y="104"/>
                  </a:lnTo>
                  <a:lnTo>
                    <a:pt x="172" y="116"/>
                  </a:lnTo>
                  <a:lnTo>
                    <a:pt x="134" y="210"/>
                  </a:lnTo>
                  <a:close/>
                  <a:moveTo>
                    <a:pt x="216" y="84"/>
                  </a:moveTo>
                  <a:lnTo>
                    <a:pt x="204" y="96"/>
                  </a:lnTo>
                  <a:lnTo>
                    <a:pt x="204" y="96"/>
                  </a:lnTo>
                  <a:lnTo>
                    <a:pt x="202" y="98"/>
                  </a:lnTo>
                  <a:lnTo>
                    <a:pt x="198" y="96"/>
                  </a:lnTo>
                  <a:lnTo>
                    <a:pt x="184" y="82"/>
                  </a:lnTo>
                  <a:lnTo>
                    <a:pt x="174" y="110"/>
                  </a:lnTo>
                  <a:lnTo>
                    <a:pt x="174" y="108"/>
                  </a:lnTo>
                  <a:lnTo>
                    <a:pt x="174" y="108"/>
                  </a:lnTo>
                  <a:lnTo>
                    <a:pt x="166" y="100"/>
                  </a:lnTo>
                  <a:lnTo>
                    <a:pt x="156" y="94"/>
                  </a:lnTo>
                  <a:lnTo>
                    <a:pt x="138" y="86"/>
                  </a:lnTo>
                  <a:lnTo>
                    <a:pt x="120" y="80"/>
                  </a:lnTo>
                  <a:lnTo>
                    <a:pt x="104" y="78"/>
                  </a:lnTo>
                  <a:lnTo>
                    <a:pt x="104" y="78"/>
                  </a:lnTo>
                  <a:lnTo>
                    <a:pt x="82" y="76"/>
                  </a:lnTo>
                  <a:lnTo>
                    <a:pt x="150" y="48"/>
                  </a:lnTo>
                  <a:lnTo>
                    <a:pt x="138" y="34"/>
                  </a:lnTo>
                  <a:lnTo>
                    <a:pt x="138" y="34"/>
                  </a:lnTo>
                  <a:lnTo>
                    <a:pt x="136" y="32"/>
                  </a:lnTo>
                  <a:lnTo>
                    <a:pt x="138" y="28"/>
                  </a:lnTo>
                  <a:lnTo>
                    <a:pt x="148" y="18"/>
                  </a:lnTo>
                  <a:lnTo>
                    <a:pt x="148" y="18"/>
                  </a:lnTo>
                  <a:lnTo>
                    <a:pt x="152" y="16"/>
                  </a:lnTo>
                  <a:lnTo>
                    <a:pt x="154" y="18"/>
                  </a:lnTo>
                  <a:lnTo>
                    <a:pt x="216" y="78"/>
                  </a:lnTo>
                  <a:lnTo>
                    <a:pt x="216" y="78"/>
                  </a:lnTo>
                  <a:lnTo>
                    <a:pt x="218" y="82"/>
                  </a:lnTo>
                  <a:lnTo>
                    <a:pt x="216" y="8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</p:grpSp>
      <p:sp>
        <p:nvSpPr>
          <p:cNvPr id="17" name="Freeform 5"/>
          <p:cNvSpPr>
            <a:spLocks noEditPoints="1"/>
          </p:cNvSpPr>
          <p:nvPr/>
        </p:nvSpPr>
        <p:spPr bwMode="auto">
          <a:xfrm>
            <a:off x="10945570" y="4465043"/>
            <a:ext cx="450564" cy="450564"/>
          </a:xfrm>
          <a:custGeom>
            <a:avLst/>
            <a:gdLst/>
            <a:ahLst/>
            <a:cxnLst>
              <a:cxn ang="0">
                <a:pos x="100" y="2"/>
              </a:cxn>
              <a:cxn ang="0">
                <a:pos x="36" y="36"/>
              </a:cxn>
              <a:cxn ang="0">
                <a:pos x="2" y="100"/>
              </a:cxn>
              <a:cxn ang="0">
                <a:pos x="0" y="136"/>
              </a:cxn>
              <a:cxn ang="0">
                <a:pos x="22" y="194"/>
              </a:cxn>
              <a:cxn ang="0">
                <a:pos x="88" y="242"/>
              </a:cxn>
              <a:cxn ang="0">
                <a:pos x="124" y="248"/>
              </a:cxn>
              <a:cxn ang="0">
                <a:pos x="172" y="238"/>
              </a:cxn>
              <a:cxn ang="0">
                <a:pos x="238" y="172"/>
              </a:cxn>
              <a:cxn ang="0">
                <a:pos x="248" y="124"/>
              </a:cxn>
              <a:cxn ang="0">
                <a:pos x="242" y="88"/>
              </a:cxn>
              <a:cxn ang="0">
                <a:pos x="194" y="22"/>
              </a:cxn>
              <a:cxn ang="0">
                <a:pos x="136" y="0"/>
              </a:cxn>
              <a:cxn ang="0">
                <a:pos x="184" y="120"/>
              </a:cxn>
              <a:cxn ang="0">
                <a:pos x="190" y="62"/>
              </a:cxn>
              <a:cxn ang="0">
                <a:pos x="224" y="84"/>
              </a:cxn>
              <a:cxn ang="0">
                <a:pos x="120" y="232"/>
              </a:cxn>
              <a:cxn ang="0">
                <a:pos x="86" y="190"/>
              </a:cxn>
              <a:cxn ang="0">
                <a:pos x="120" y="232"/>
              </a:cxn>
              <a:cxn ang="0">
                <a:pos x="140" y="26"/>
              </a:cxn>
              <a:cxn ang="0">
                <a:pos x="164" y="66"/>
              </a:cxn>
              <a:cxn ang="0">
                <a:pos x="128" y="16"/>
              </a:cxn>
              <a:cxn ang="0">
                <a:pos x="158" y="22"/>
              </a:cxn>
              <a:cxn ang="0">
                <a:pos x="200" y="46"/>
              </a:cxn>
              <a:cxn ang="0">
                <a:pos x="166" y="50"/>
              </a:cxn>
              <a:cxn ang="0">
                <a:pos x="120" y="16"/>
              </a:cxn>
              <a:cxn ang="0">
                <a:pos x="84" y="66"/>
              </a:cxn>
              <a:cxn ang="0">
                <a:pos x="108" y="26"/>
              </a:cxn>
              <a:cxn ang="0">
                <a:pos x="76" y="62"/>
              </a:cxn>
              <a:cxn ang="0">
                <a:pos x="48" y="46"/>
              </a:cxn>
              <a:cxn ang="0">
                <a:pos x="106" y="18"/>
              </a:cxn>
              <a:cxn ang="0">
                <a:pos x="82" y="50"/>
              </a:cxn>
              <a:cxn ang="0">
                <a:pos x="100" y="78"/>
              </a:cxn>
              <a:cxn ang="0">
                <a:pos x="72" y="120"/>
              </a:cxn>
              <a:cxn ang="0">
                <a:pos x="120" y="176"/>
              </a:cxn>
              <a:cxn ang="0">
                <a:pos x="84" y="182"/>
              </a:cxn>
              <a:cxn ang="0">
                <a:pos x="72" y="128"/>
              </a:cxn>
              <a:cxn ang="0">
                <a:pos x="92" y="226"/>
              </a:cxn>
              <a:cxn ang="0">
                <a:pos x="54" y="206"/>
              </a:cxn>
              <a:cxn ang="0">
                <a:pos x="92" y="212"/>
              </a:cxn>
              <a:cxn ang="0">
                <a:pos x="128" y="184"/>
              </a:cxn>
              <a:cxn ang="0">
                <a:pos x="154" y="202"/>
              </a:cxn>
              <a:cxn ang="0">
                <a:pos x="128" y="232"/>
              </a:cxn>
              <a:cxn ang="0">
                <a:pos x="194" y="206"/>
              </a:cxn>
              <a:cxn ang="0">
                <a:pos x="156" y="226"/>
              </a:cxn>
              <a:cxn ang="0">
                <a:pos x="168" y="192"/>
              </a:cxn>
              <a:cxn ang="0">
                <a:pos x="128" y="176"/>
              </a:cxn>
              <a:cxn ang="0">
                <a:pos x="174" y="142"/>
              </a:cxn>
              <a:cxn ang="0">
                <a:pos x="128" y="120"/>
              </a:cxn>
              <a:cxn ang="0">
                <a:pos x="168" y="72"/>
              </a:cxn>
              <a:cxn ang="0">
                <a:pos x="128" y="120"/>
              </a:cxn>
              <a:cxn ang="0">
                <a:pos x="74" y="70"/>
              </a:cxn>
              <a:cxn ang="0">
                <a:pos x="16" y="120"/>
              </a:cxn>
              <a:cxn ang="0">
                <a:pos x="32" y="66"/>
              </a:cxn>
              <a:cxn ang="0">
                <a:pos x="64" y="128"/>
              </a:cxn>
              <a:cxn ang="0">
                <a:pos x="76" y="186"/>
              </a:cxn>
              <a:cxn ang="0">
                <a:pos x="48" y="200"/>
              </a:cxn>
              <a:cxn ang="0">
                <a:pos x="16" y="128"/>
              </a:cxn>
              <a:cxn ang="0">
                <a:pos x="172" y="186"/>
              </a:cxn>
              <a:cxn ang="0">
                <a:pos x="182" y="144"/>
              </a:cxn>
              <a:cxn ang="0">
                <a:pos x="230" y="148"/>
              </a:cxn>
            </a:cxnLst>
            <a:rect l="0" t="0" r="r" b="b"/>
            <a:pathLst>
              <a:path w="248" h="248">
                <a:moveTo>
                  <a:pt x="124" y="0"/>
                </a:moveTo>
                <a:lnTo>
                  <a:pt x="124" y="0"/>
                </a:lnTo>
                <a:lnTo>
                  <a:pt x="112" y="0"/>
                </a:lnTo>
                <a:lnTo>
                  <a:pt x="100" y="2"/>
                </a:lnTo>
                <a:lnTo>
                  <a:pt x="88" y="6"/>
                </a:lnTo>
                <a:lnTo>
                  <a:pt x="76" y="10"/>
                </a:lnTo>
                <a:lnTo>
                  <a:pt x="54" y="22"/>
                </a:lnTo>
                <a:lnTo>
                  <a:pt x="36" y="36"/>
                </a:lnTo>
                <a:lnTo>
                  <a:pt x="22" y="54"/>
                </a:lnTo>
                <a:lnTo>
                  <a:pt x="10" y="76"/>
                </a:lnTo>
                <a:lnTo>
                  <a:pt x="6" y="88"/>
                </a:lnTo>
                <a:lnTo>
                  <a:pt x="2" y="100"/>
                </a:lnTo>
                <a:lnTo>
                  <a:pt x="0" y="112"/>
                </a:lnTo>
                <a:lnTo>
                  <a:pt x="0" y="124"/>
                </a:lnTo>
                <a:lnTo>
                  <a:pt x="0" y="124"/>
                </a:lnTo>
                <a:lnTo>
                  <a:pt x="0" y="136"/>
                </a:lnTo>
                <a:lnTo>
                  <a:pt x="2" y="148"/>
                </a:lnTo>
                <a:lnTo>
                  <a:pt x="6" y="160"/>
                </a:lnTo>
                <a:lnTo>
                  <a:pt x="10" y="172"/>
                </a:lnTo>
                <a:lnTo>
                  <a:pt x="22" y="194"/>
                </a:lnTo>
                <a:lnTo>
                  <a:pt x="36" y="212"/>
                </a:lnTo>
                <a:lnTo>
                  <a:pt x="54" y="226"/>
                </a:lnTo>
                <a:lnTo>
                  <a:pt x="76" y="238"/>
                </a:lnTo>
                <a:lnTo>
                  <a:pt x="88" y="242"/>
                </a:lnTo>
                <a:lnTo>
                  <a:pt x="100" y="246"/>
                </a:lnTo>
                <a:lnTo>
                  <a:pt x="112" y="248"/>
                </a:lnTo>
                <a:lnTo>
                  <a:pt x="124" y="248"/>
                </a:lnTo>
                <a:lnTo>
                  <a:pt x="124" y="248"/>
                </a:lnTo>
                <a:lnTo>
                  <a:pt x="136" y="248"/>
                </a:lnTo>
                <a:lnTo>
                  <a:pt x="148" y="246"/>
                </a:lnTo>
                <a:lnTo>
                  <a:pt x="160" y="242"/>
                </a:lnTo>
                <a:lnTo>
                  <a:pt x="172" y="238"/>
                </a:lnTo>
                <a:lnTo>
                  <a:pt x="194" y="226"/>
                </a:lnTo>
                <a:lnTo>
                  <a:pt x="212" y="212"/>
                </a:lnTo>
                <a:lnTo>
                  <a:pt x="226" y="194"/>
                </a:lnTo>
                <a:lnTo>
                  <a:pt x="238" y="172"/>
                </a:lnTo>
                <a:lnTo>
                  <a:pt x="242" y="160"/>
                </a:lnTo>
                <a:lnTo>
                  <a:pt x="246" y="148"/>
                </a:lnTo>
                <a:lnTo>
                  <a:pt x="248" y="136"/>
                </a:lnTo>
                <a:lnTo>
                  <a:pt x="248" y="124"/>
                </a:lnTo>
                <a:lnTo>
                  <a:pt x="248" y="124"/>
                </a:lnTo>
                <a:lnTo>
                  <a:pt x="248" y="112"/>
                </a:lnTo>
                <a:lnTo>
                  <a:pt x="246" y="100"/>
                </a:lnTo>
                <a:lnTo>
                  <a:pt x="242" y="88"/>
                </a:lnTo>
                <a:lnTo>
                  <a:pt x="238" y="76"/>
                </a:lnTo>
                <a:lnTo>
                  <a:pt x="226" y="54"/>
                </a:lnTo>
                <a:lnTo>
                  <a:pt x="212" y="36"/>
                </a:lnTo>
                <a:lnTo>
                  <a:pt x="194" y="22"/>
                </a:lnTo>
                <a:lnTo>
                  <a:pt x="172" y="10"/>
                </a:lnTo>
                <a:lnTo>
                  <a:pt x="160" y="6"/>
                </a:lnTo>
                <a:lnTo>
                  <a:pt x="148" y="2"/>
                </a:lnTo>
                <a:lnTo>
                  <a:pt x="136" y="0"/>
                </a:lnTo>
                <a:lnTo>
                  <a:pt x="124" y="0"/>
                </a:lnTo>
                <a:close/>
                <a:moveTo>
                  <a:pt x="232" y="120"/>
                </a:moveTo>
                <a:lnTo>
                  <a:pt x="184" y="120"/>
                </a:lnTo>
                <a:lnTo>
                  <a:pt x="184" y="120"/>
                </a:lnTo>
                <a:lnTo>
                  <a:pt x="182" y="94"/>
                </a:lnTo>
                <a:lnTo>
                  <a:pt x="174" y="70"/>
                </a:lnTo>
                <a:lnTo>
                  <a:pt x="174" y="70"/>
                </a:lnTo>
                <a:lnTo>
                  <a:pt x="190" y="62"/>
                </a:lnTo>
                <a:lnTo>
                  <a:pt x="204" y="52"/>
                </a:lnTo>
                <a:lnTo>
                  <a:pt x="204" y="52"/>
                </a:lnTo>
                <a:lnTo>
                  <a:pt x="216" y="66"/>
                </a:lnTo>
                <a:lnTo>
                  <a:pt x="224" y="84"/>
                </a:lnTo>
                <a:lnTo>
                  <a:pt x="230" y="102"/>
                </a:lnTo>
                <a:lnTo>
                  <a:pt x="232" y="120"/>
                </a:lnTo>
                <a:close/>
                <a:moveTo>
                  <a:pt x="120" y="232"/>
                </a:moveTo>
                <a:lnTo>
                  <a:pt x="120" y="232"/>
                </a:lnTo>
                <a:lnTo>
                  <a:pt x="110" y="222"/>
                </a:lnTo>
                <a:lnTo>
                  <a:pt x="102" y="212"/>
                </a:lnTo>
                <a:lnTo>
                  <a:pt x="94" y="202"/>
                </a:lnTo>
                <a:lnTo>
                  <a:pt x="86" y="190"/>
                </a:lnTo>
                <a:lnTo>
                  <a:pt x="86" y="190"/>
                </a:lnTo>
                <a:lnTo>
                  <a:pt x="104" y="186"/>
                </a:lnTo>
                <a:lnTo>
                  <a:pt x="120" y="184"/>
                </a:lnTo>
                <a:lnTo>
                  <a:pt x="120" y="232"/>
                </a:lnTo>
                <a:lnTo>
                  <a:pt x="120" y="232"/>
                </a:lnTo>
                <a:close/>
                <a:moveTo>
                  <a:pt x="128" y="16"/>
                </a:moveTo>
                <a:lnTo>
                  <a:pt x="128" y="16"/>
                </a:lnTo>
                <a:lnTo>
                  <a:pt x="140" y="26"/>
                </a:lnTo>
                <a:lnTo>
                  <a:pt x="148" y="38"/>
                </a:lnTo>
                <a:lnTo>
                  <a:pt x="158" y="52"/>
                </a:lnTo>
                <a:lnTo>
                  <a:pt x="164" y="66"/>
                </a:lnTo>
                <a:lnTo>
                  <a:pt x="164" y="66"/>
                </a:lnTo>
                <a:lnTo>
                  <a:pt x="146" y="70"/>
                </a:lnTo>
                <a:lnTo>
                  <a:pt x="128" y="72"/>
                </a:lnTo>
                <a:lnTo>
                  <a:pt x="128" y="16"/>
                </a:lnTo>
                <a:lnTo>
                  <a:pt x="128" y="16"/>
                </a:lnTo>
                <a:lnTo>
                  <a:pt x="128" y="16"/>
                </a:lnTo>
                <a:close/>
                <a:moveTo>
                  <a:pt x="142" y="18"/>
                </a:moveTo>
                <a:lnTo>
                  <a:pt x="142" y="18"/>
                </a:lnTo>
                <a:lnTo>
                  <a:pt x="158" y="22"/>
                </a:lnTo>
                <a:lnTo>
                  <a:pt x="172" y="28"/>
                </a:lnTo>
                <a:lnTo>
                  <a:pt x="186" y="36"/>
                </a:lnTo>
                <a:lnTo>
                  <a:pt x="200" y="46"/>
                </a:lnTo>
                <a:lnTo>
                  <a:pt x="200" y="46"/>
                </a:lnTo>
                <a:lnTo>
                  <a:pt x="186" y="56"/>
                </a:lnTo>
                <a:lnTo>
                  <a:pt x="172" y="62"/>
                </a:lnTo>
                <a:lnTo>
                  <a:pt x="172" y="62"/>
                </a:lnTo>
                <a:lnTo>
                  <a:pt x="166" y="50"/>
                </a:lnTo>
                <a:lnTo>
                  <a:pt x="158" y="38"/>
                </a:lnTo>
                <a:lnTo>
                  <a:pt x="150" y="28"/>
                </a:lnTo>
                <a:lnTo>
                  <a:pt x="142" y="18"/>
                </a:lnTo>
                <a:close/>
                <a:moveTo>
                  <a:pt x="120" y="16"/>
                </a:moveTo>
                <a:lnTo>
                  <a:pt x="120" y="72"/>
                </a:lnTo>
                <a:lnTo>
                  <a:pt x="120" y="72"/>
                </a:lnTo>
                <a:lnTo>
                  <a:pt x="102" y="70"/>
                </a:lnTo>
                <a:lnTo>
                  <a:pt x="84" y="66"/>
                </a:lnTo>
                <a:lnTo>
                  <a:pt x="84" y="66"/>
                </a:lnTo>
                <a:lnTo>
                  <a:pt x="90" y="52"/>
                </a:lnTo>
                <a:lnTo>
                  <a:pt x="100" y="38"/>
                </a:lnTo>
                <a:lnTo>
                  <a:pt x="108" y="26"/>
                </a:lnTo>
                <a:lnTo>
                  <a:pt x="120" y="16"/>
                </a:lnTo>
                <a:lnTo>
                  <a:pt x="120" y="16"/>
                </a:lnTo>
                <a:lnTo>
                  <a:pt x="120" y="16"/>
                </a:lnTo>
                <a:close/>
                <a:moveTo>
                  <a:pt x="76" y="62"/>
                </a:moveTo>
                <a:lnTo>
                  <a:pt x="76" y="62"/>
                </a:lnTo>
                <a:lnTo>
                  <a:pt x="62" y="56"/>
                </a:lnTo>
                <a:lnTo>
                  <a:pt x="48" y="46"/>
                </a:lnTo>
                <a:lnTo>
                  <a:pt x="48" y="46"/>
                </a:lnTo>
                <a:lnTo>
                  <a:pt x="62" y="36"/>
                </a:lnTo>
                <a:lnTo>
                  <a:pt x="76" y="28"/>
                </a:lnTo>
                <a:lnTo>
                  <a:pt x="90" y="22"/>
                </a:lnTo>
                <a:lnTo>
                  <a:pt x="106" y="18"/>
                </a:lnTo>
                <a:lnTo>
                  <a:pt x="106" y="18"/>
                </a:lnTo>
                <a:lnTo>
                  <a:pt x="98" y="28"/>
                </a:lnTo>
                <a:lnTo>
                  <a:pt x="90" y="38"/>
                </a:lnTo>
                <a:lnTo>
                  <a:pt x="82" y="50"/>
                </a:lnTo>
                <a:lnTo>
                  <a:pt x="76" y="62"/>
                </a:lnTo>
                <a:close/>
                <a:moveTo>
                  <a:pt x="80" y="72"/>
                </a:moveTo>
                <a:lnTo>
                  <a:pt x="80" y="72"/>
                </a:lnTo>
                <a:lnTo>
                  <a:pt x="100" y="78"/>
                </a:lnTo>
                <a:lnTo>
                  <a:pt x="120" y="80"/>
                </a:lnTo>
                <a:lnTo>
                  <a:pt x="120" y="120"/>
                </a:lnTo>
                <a:lnTo>
                  <a:pt x="72" y="120"/>
                </a:lnTo>
                <a:lnTo>
                  <a:pt x="72" y="120"/>
                </a:lnTo>
                <a:lnTo>
                  <a:pt x="74" y="96"/>
                </a:lnTo>
                <a:lnTo>
                  <a:pt x="80" y="72"/>
                </a:lnTo>
                <a:close/>
                <a:moveTo>
                  <a:pt x="120" y="128"/>
                </a:moveTo>
                <a:lnTo>
                  <a:pt x="120" y="176"/>
                </a:lnTo>
                <a:lnTo>
                  <a:pt x="120" y="176"/>
                </a:lnTo>
                <a:lnTo>
                  <a:pt x="102" y="178"/>
                </a:lnTo>
                <a:lnTo>
                  <a:pt x="84" y="182"/>
                </a:lnTo>
                <a:lnTo>
                  <a:pt x="84" y="182"/>
                </a:lnTo>
                <a:lnTo>
                  <a:pt x="80" y="170"/>
                </a:lnTo>
                <a:lnTo>
                  <a:pt x="76" y="156"/>
                </a:lnTo>
                <a:lnTo>
                  <a:pt x="74" y="142"/>
                </a:lnTo>
                <a:lnTo>
                  <a:pt x="72" y="128"/>
                </a:lnTo>
                <a:lnTo>
                  <a:pt x="120" y="128"/>
                </a:lnTo>
                <a:close/>
                <a:moveTo>
                  <a:pt x="106" y="230"/>
                </a:moveTo>
                <a:lnTo>
                  <a:pt x="106" y="230"/>
                </a:lnTo>
                <a:lnTo>
                  <a:pt x="92" y="226"/>
                </a:lnTo>
                <a:lnTo>
                  <a:pt x="78" y="222"/>
                </a:lnTo>
                <a:lnTo>
                  <a:pt x="66" y="214"/>
                </a:lnTo>
                <a:lnTo>
                  <a:pt x="54" y="206"/>
                </a:lnTo>
                <a:lnTo>
                  <a:pt x="54" y="206"/>
                </a:lnTo>
                <a:lnTo>
                  <a:pt x="66" y="198"/>
                </a:lnTo>
                <a:lnTo>
                  <a:pt x="80" y="192"/>
                </a:lnTo>
                <a:lnTo>
                  <a:pt x="80" y="192"/>
                </a:lnTo>
                <a:lnTo>
                  <a:pt x="92" y="212"/>
                </a:lnTo>
                <a:lnTo>
                  <a:pt x="106" y="230"/>
                </a:lnTo>
                <a:close/>
                <a:moveTo>
                  <a:pt x="128" y="232"/>
                </a:moveTo>
                <a:lnTo>
                  <a:pt x="128" y="184"/>
                </a:lnTo>
                <a:lnTo>
                  <a:pt x="128" y="184"/>
                </a:lnTo>
                <a:lnTo>
                  <a:pt x="144" y="186"/>
                </a:lnTo>
                <a:lnTo>
                  <a:pt x="162" y="190"/>
                </a:lnTo>
                <a:lnTo>
                  <a:pt x="162" y="190"/>
                </a:lnTo>
                <a:lnTo>
                  <a:pt x="154" y="202"/>
                </a:lnTo>
                <a:lnTo>
                  <a:pt x="146" y="212"/>
                </a:lnTo>
                <a:lnTo>
                  <a:pt x="138" y="222"/>
                </a:lnTo>
                <a:lnTo>
                  <a:pt x="128" y="232"/>
                </a:lnTo>
                <a:lnTo>
                  <a:pt x="128" y="232"/>
                </a:lnTo>
                <a:close/>
                <a:moveTo>
                  <a:pt x="168" y="192"/>
                </a:moveTo>
                <a:lnTo>
                  <a:pt x="168" y="192"/>
                </a:lnTo>
                <a:lnTo>
                  <a:pt x="182" y="198"/>
                </a:lnTo>
                <a:lnTo>
                  <a:pt x="194" y="206"/>
                </a:lnTo>
                <a:lnTo>
                  <a:pt x="194" y="206"/>
                </a:lnTo>
                <a:lnTo>
                  <a:pt x="182" y="214"/>
                </a:lnTo>
                <a:lnTo>
                  <a:pt x="170" y="222"/>
                </a:lnTo>
                <a:lnTo>
                  <a:pt x="156" y="226"/>
                </a:lnTo>
                <a:lnTo>
                  <a:pt x="142" y="230"/>
                </a:lnTo>
                <a:lnTo>
                  <a:pt x="142" y="230"/>
                </a:lnTo>
                <a:lnTo>
                  <a:pt x="156" y="212"/>
                </a:lnTo>
                <a:lnTo>
                  <a:pt x="168" y="192"/>
                </a:lnTo>
                <a:close/>
                <a:moveTo>
                  <a:pt x="164" y="182"/>
                </a:moveTo>
                <a:lnTo>
                  <a:pt x="164" y="182"/>
                </a:lnTo>
                <a:lnTo>
                  <a:pt x="146" y="178"/>
                </a:lnTo>
                <a:lnTo>
                  <a:pt x="128" y="176"/>
                </a:lnTo>
                <a:lnTo>
                  <a:pt x="128" y="128"/>
                </a:lnTo>
                <a:lnTo>
                  <a:pt x="176" y="128"/>
                </a:lnTo>
                <a:lnTo>
                  <a:pt x="176" y="128"/>
                </a:lnTo>
                <a:lnTo>
                  <a:pt x="174" y="142"/>
                </a:lnTo>
                <a:lnTo>
                  <a:pt x="172" y="156"/>
                </a:lnTo>
                <a:lnTo>
                  <a:pt x="168" y="170"/>
                </a:lnTo>
                <a:lnTo>
                  <a:pt x="164" y="182"/>
                </a:lnTo>
                <a:close/>
                <a:moveTo>
                  <a:pt x="128" y="120"/>
                </a:moveTo>
                <a:lnTo>
                  <a:pt x="128" y="80"/>
                </a:lnTo>
                <a:lnTo>
                  <a:pt x="128" y="80"/>
                </a:lnTo>
                <a:lnTo>
                  <a:pt x="148" y="78"/>
                </a:lnTo>
                <a:lnTo>
                  <a:pt x="168" y="72"/>
                </a:lnTo>
                <a:lnTo>
                  <a:pt x="168" y="72"/>
                </a:lnTo>
                <a:lnTo>
                  <a:pt x="174" y="96"/>
                </a:lnTo>
                <a:lnTo>
                  <a:pt x="176" y="120"/>
                </a:lnTo>
                <a:lnTo>
                  <a:pt x="128" y="120"/>
                </a:lnTo>
                <a:close/>
                <a:moveTo>
                  <a:pt x="44" y="52"/>
                </a:moveTo>
                <a:lnTo>
                  <a:pt x="44" y="52"/>
                </a:lnTo>
                <a:lnTo>
                  <a:pt x="58" y="62"/>
                </a:lnTo>
                <a:lnTo>
                  <a:pt x="74" y="70"/>
                </a:lnTo>
                <a:lnTo>
                  <a:pt x="74" y="70"/>
                </a:lnTo>
                <a:lnTo>
                  <a:pt x="66" y="94"/>
                </a:lnTo>
                <a:lnTo>
                  <a:pt x="64" y="120"/>
                </a:lnTo>
                <a:lnTo>
                  <a:pt x="16" y="120"/>
                </a:lnTo>
                <a:lnTo>
                  <a:pt x="16" y="120"/>
                </a:lnTo>
                <a:lnTo>
                  <a:pt x="18" y="102"/>
                </a:lnTo>
                <a:lnTo>
                  <a:pt x="24" y="84"/>
                </a:lnTo>
                <a:lnTo>
                  <a:pt x="32" y="66"/>
                </a:lnTo>
                <a:lnTo>
                  <a:pt x="44" y="52"/>
                </a:lnTo>
                <a:close/>
                <a:moveTo>
                  <a:pt x="16" y="128"/>
                </a:moveTo>
                <a:lnTo>
                  <a:pt x="64" y="128"/>
                </a:lnTo>
                <a:lnTo>
                  <a:pt x="64" y="128"/>
                </a:lnTo>
                <a:lnTo>
                  <a:pt x="66" y="144"/>
                </a:lnTo>
                <a:lnTo>
                  <a:pt x="68" y="158"/>
                </a:lnTo>
                <a:lnTo>
                  <a:pt x="72" y="172"/>
                </a:lnTo>
                <a:lnTo>
                  <a:pt x="76" y="186"/>
                </a:lnTo>
                <a:lnTo>
                  <a:pt x="76" y="186"/>
                </a:lnTo>
                <a:lnTo>
                  <a:pt x="62" y="192"/>
                </a:lnTo>
                <a:lnTo>
                  <a:pt x="48" y="200"/>
                </a:lnTo>
                <a:lnTo>
                  <a:pt x="48" y="200"/>
                </a:lnTo>
                <a:lnTo>
                  <a:pt x="36" y="186"/>
                </a:lnTo>
                <a:lnTo>
                  <a:pt x="26" y="168"/>
                </a:lnTo>
                <a:lnTo>
                  <a:pt x="18" y="148"/>
                </a:lnTo>
                <a:lnTo>
                  <a:pt x="16" y="128"/>
                </a:lnTo>
                <a:close/>
                <a:moveTo>
                  <a:pt x="200" y="200"/>
                </a:moveTo>
                <a:lnTo>
                  <a:pt x="200" y="200"/>
                </a:lnTo>
                <a:lnTo>
                  <a:pt x="186" y="192"/>
                </a:lnTo>
                <a:lnTo>
                  <a:pt x="172" y="186"/>
                </a:lnTo>
                <a:lnTo>
                  <a:pt x="172" y="186"/>
                </a:lnTo>
                <a:lnTo>
                  <a:pt x="176" y="172"/>
                </a:lnTo>
                <a:lnTo>
                  <a:pt x="180" y="158"/>
                </a:lnTo>
                <a:lnTo>
                  <a:pt x="182" y="144"/>
                </a:lnTo>
                <a:lnTo>
                  <a:pt x="184" y="128"/>
                </a:lnTo>
                <a:lnTo>
                  <a:pt x="232" y="128"/>
                </a:lnTo>
                <a:lnTo>
                  <a:pt x="232" y="128"/>
                </a:lnTo>
                <a:lnTo>
                  <a:pt x="230" y="148"/>
                </a:lnTo>
                <a:lnTo>
                  <a:pt x="222" y="168"/>
                </a:lnTo>
                <a:lnTo>
                  <a:pt x="212" y="186"/>
                </a:lnTo>
                <a:lnTo>
                  <a:pt x="200" y="200"/>
                </a:lnTo>
                <a:close/>
              </a:path>
            </a:pathLst>
          </a:custGeom>
          <a:solidFill>
            <a:schemeClr val="accent1"/>
          </a:solidFill>
          <a:ln w="9525">
            <a:noFill/>
            <a:round/>
            <a:headEnd/>
            <a:tailEnd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ar-SA" sz="2288"/>
          </a:p>
        </p:txBody>
      </p:sp>
      <p:grpSp>
        <p:nvGrpSpPr>
          <p:cNvPr id="18" name="Group 17"/>
          <p:cNvGrpSpPr/>
          <p:nvPr/>
        </p:nvGrpSpPr>
        <p:grpSpPr>
          <a:xfrm>
            <a:off x="10000837" y="4494111"/>
            <a:ext cx="465099" cy="377892"/>
            <a:chOff x="5588000" y="3625850"/>
            <a:chExt cx="406400" cy="330200"/>
          </a:xfrm>
          <a:solidFill>
            <a:schemeClr val="accent1"/>
          </a:solidFill>
        </p:grpSpPr>
        <p:sp>
          <p:nvSpPr>
            <p:cNvPr id="138" name="Freeform 23"/>
            <p:cNvSpPr>
              <a:spLocks noEditPoints="1"/>
            </p:cNvSpPr>
            <p:nvPr/>
          </p:nvSpPr>
          <p:spPr bwMode="auto">
            <a:xfrm>
              <a:off x="5867400" y="3727450"/>
              <a:ext cx="76200" cy="101600"/>
            </a:xfrm>
            <a:custGeom>
              <a:avLst/>
              <a:gdLst/>
              <a:ahLst/>
              <a:cxnLst>
                <a:cxn ang="0">
                  <a:pos x="22" y="4"/>
                </a:cxn>
                <a:cxn ang="0">
                  <a:pos x="22" y="4"/>
                </a:cxn>
                <a:cxn ang="0">
                  <a:pos x="20" y="0"/>
                </a:cxn>
                <a:cxn ang="0">
                  <a:pos x="16" y="0"/>
                </a:cxn>
                <a:cxn ang="0">
                  <a:pos x="8" y="0"/>
                </a:cxn>
                <a:cxn ang="0">
                  <a:pos x="8" y="0"/>
                </a:cxn>
                <a:cxn ang="0">
                  <a:pos x="4" y="0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8"/>
                </a:cxn>
                <a:cxn ang="0">
                  <a:pos x="0" y="56"/>
                </a:cxn>
                <a:cxn ang="0">
                  <a:pos x="0" y="56"/>
                </a:cxn>
                <a:cxn ang="0">
                  <a:pos x="0" y="60"/>
                </a:cxn>
                <a:cxn ang="0">
                  <a:pos x="2" y="62"/>
                </a:cxn>
                <a:cxn ang="0">
                  <a:pos x="4" y="64"/>
                </a:cxn>
                <a:cxn ang="0">
                  <a:pos x="8" y="64"/>
                </a:cxn>
                <a:cxn ang="0">
                  <a:pos x="40" y="64"/>
                </a:cxn>
                <a:cxn ang="0">
                  <a:pos x="40" y="64"/>
                </a:cxn>
                <a:cxn ang="0">
                  <a:pos x="44" y="64"/>
                </a:cxn>
                <a:cxn ang="0">
                  <a:pos x="46" y="62"/>
                </a:cxn>
                <a:cxn ang="0">
                  <a:pos x="48" y="60"/>
                </a:cxn>
                <a:cxn ang="0">
                  <a:pos x="48" y="56"/>
                </a:cxn>
                <a:cxn ang="0">
                  <a:pos x="48" y="44"/>
                </a:cxn>
                <a:cxn ang="0">
                  <a:pos x="48" y="44"/>
                </a:cxn>
                <a:cxn ang="0">
                  <a:pos x="46" y="40"/>
                </a:cxn>
                <a:cxn ang="0">
                  <a:pos x="22" y="4"/>
                </a:cxn>
                <a:cxn ang="0">
                  <a:pos x="40" y="56"/>
                </a:cxn>
                <a:cxn ang="0">
                  <a:pos x="8" y="56"/>
                </a:cxn>
                <a:cxn ang="0">
                  <a:pos x="8" y="8"/>
                </a:cxn>
                <a:cxn ang="0">
                  <a:pos x="16" y="8"/>
                </a:cxn>
                <a:cxn ang="0">
                  <a:pos x="40" y="44"/>
                </a:cxn>
                <a:cxn ang="0">
                  <a:pos x="40" y="56"/>
                </a:cxn>
              </a:cxnLst>
              <a:rect l="0" t="0" r="r" b="b"/>
              <a:pathLst>
                <a:path w="48" h="64">
                  <a:moveTo>
                    <a:pt x="22" y="4"/>
                  </a:moveTo>
                  <a:lnTo>
                    <a:pt x="22" y="4"/>
                  </a:lnTo>
                  <a:lnTo>
                    <a:pt x="20" y="0"/>
                  </a:lnTo>
                  <a:lnTo>
                    <a:pt x="16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8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0" y="60"/>
                  </a:lnTo>
                  <a:lnTo>
                    <a:pt x="2" y="62"/>
                  </a:lnTo>
                  <a:lnTo>
                    <a:pt x="4" y="64"/>
                  </a:lnTo>
                  <a:lnTo>
                    <a:pt x="8" y="64"/>
                  </a:lnTo>
                  <a:lnTo>
                    <a:pt x="40" y="64"/>
                  </a:lnTo>
                  <a:lnTo>
                    <a:pt x="40" y="64"/>
                  </a:lnTo>
                  <a:lnTo>
                    <a:pt x="44" y="64"/>
                  </a:lnTo>
                  <a:lnTo>
                    <a:pt x="46" y="62"/>
                  </a:lnTo>
                  <a:lnTo>
                    <a:pt x="48" y="60"/>
                  </a:lnTo>
                  <a:lnTo>
                    <a:pt x="48" y="56"/>
                  </a:lnTo>
                  <a:lnTo>
                    <a:pt x="48" y="44"/>
                  </a:lnTo>
                  <a:lnTo>
                    <a:pt x="48" y="44"/>
                  </a:lnTo>
                  <a:lnTo>
                    <a:pt x="46" y="40"/>
                  </a:lnTo>
                  <a:lnTo>
                    <a:pt x="22" y="4"/>
                  </a:lnTo>
                  <a:close/>
                  <a:moveTo>
                    <a:pt x="40" y="56"/>
                  </a:moveTo>
                  <a:lnTo>
                    <a:pt x="8" y="56"/>
                  </a:lnTo>
                  <a:lnTo>
                    <a:pt x="8" y="8"/>
                  </a:lnTo>
                  <a:lnTo>
                    <a:pt x="16" y="8"/>
                  </a:lnTo>
                  <a:lnTo>
                    <a:pt x="40" y="44"/>
                  </a:lnTo>
                  <a:lnTo>
                    <a:pt x="40" y="5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39" name="Freeform 24"/>
            <p:cNvSpPr>
              <a:spLocks noEditPoints="1"/>
            </p:cNvSpPr>
            <p:nvPr/>
          </p:nvSpPr>
          <p:spPr bwMode="auto">
            <a:xfrm>
              <a:off x="5588000" y="3625850"/>
              <a:ext cx="406400" cy="330200"/>
            </a:xfrm>
            <a:custGeom>
              <a:avLst/>
              <a:gdLst/>
              <a:ahLst/>
              <a:cxnLst>
                <a:cxn ang="0">
                  <a:pos x="220" y="50"/>
                </a:cxn>
                <a:cxn ang="0">
                  <a:pos x="206" y="40"/>
                </a:cxn>
                <a:cxn ang="0">
                  <a:pos x="168" y="24"/>
                </a:cxn>
                <a:cxn ang="0">
                  <a:pos x="160" y="8"/>
                </a:cxn>
                <a:cxn ang="0">
                  <a:pos x="24" y="0"/>
                </a:cxn>
                <a:cxn ang="0">
                  <a:pos x="8" y="8"/>
                </a:cxn>
                <a:cxn ang="0">
                  <a:pos x="0" y="112"/>
                </a:cxn>
                <a:cxn ang="0">
                  <a:pos x="8" y="128"/>
                </a:cxn>
                <a:cxn ang="0">
                  <a:pos x="24" y="136"/>
                </a:cxn>
                <a:cxn ang="0">
                  <a:pos x="26" y="170"/>
                </a:cxn>
                <a:cxn ang="0">
                  <a:pos x="48" y="184"/>
                </a:cxn>
                <a:cxn ang="0">
                  <a:pos x="62" y="194"/>
                </a:cxn>
                <a:cxn ang="0">
                  <a:pos x="88" y="208"/>
                </a:cxn>
                <a:cxn ang="0">
                  <a:pos x="108" y="202"/>
                </a:cxn>
                <a:cxn ang="0">
                  <a:pos x="162" y="184"/>
                </a:cxn>
                <a:cxn ang="0">
                  <a:pos x="172" y="202"/>
                </a:cxn>
                <a:cxn ang="0">
                  <a:pos x="192" y="208"/>
                </a:cxn>
                <a:cxn ang="0">
                  <a:pos x="218" y="194"/>
                </a:cxn>
                <a:cxn ang="0">
                  <a:pos x="232" y="184"/>
                </a:cxn>
                <a:cxn ang="0">
                  <a:pos x="254" y="170"/>
                </a:cxn>
                <a:cxn ang="0">
                  <a:pos x="256" y="112"/>
                </a:cxn>
                <a:cxn ang="0">
                  <a:pos x="24" y="120"/>
                </a:cxn>
                <a:cxn ang="0">
                  <a:pos x="18" y="118"/>
                </a:cxn>
                <a:cxn ang="0">
                  <a:pos x="16" y="24"/>
                </a:cxn>
                <a:cxn ang="0">
                  <a:pos x="18" y="18"/>
                </a:cxn>
                <a:cxn ang="0">
                  <a:pos x="144" y="16"/>
                </a:cxn>
                <a:cxn ang="0">
                  <a:pos x="150" y="18"/>
                </a:cxn>
                <a:cxn ang="0">
                  <a:pos x="152" y="40"/>
                </a:cxn>
                <a:cxn ang="0">
                  <a:pos x="152" y="112"/>
                </a:cxn>
                <a:cxn ang="0">
                  <a:pos x="148" y="120"/>
                </a:cxn>
                <a:cxn ang="0">
                  <a:pos x="88" y="192"/>
                </a:cxn>
                <a:cxn ang="0">
                  <a:pos x="76" y="188"/>
                </a:cxn>
                <a:cxn ang="0">
                  <a:pos x="72" y="176"/>
                </a:cxn>
                <a:cxn ang="0">
                  <a:pos x="82" y="162"/>
                </a:cxn>
                <a:cxn ang="0">
                  <a:pos x="94" y="162"/>
                </a:cxn>
                <a:cxn ang="0">
                  <a:pos x="104" y="176"/>
                </a:cxn>
                <a:cxn ang="0">
                  <a:pos x="100" y="188"/>
                </a:cxn>
                <a:cxn ang="0">
                  <a:pos x="192" y="192"/>
                </a:cxn>
                <a:cxn ang="0">
                  <a:pos x="180" y="188"/>
                </a:cxn>
                <a:cxn ang="0">
                  <a:pos x="176" y="176"/>
                </a:cxn>
                <a:cxn ang="0">
                  <a:pos x="186" y="162"/>
                </a:cxn>
                <a:cxn ang="0">
                  <a:pos x="198" y="162"/>
                </a:cxn>
                <a:cxn ang="0">
                  <a:pos x="208" y="176"/>
                </a:cxn>
                <a:cxn ang="0">
                  <a:pos x="204" y="188"/>
                </a:cxn>
                <a:cxn ang="0">
                  <a:pos x="240" y="160"/>
                </a:cxn>
                <a:cxn ang="0">
                  <a:pos x="238" y="166"/>
                </a:cxn>
                <a:cxn ang="0">
                  <a:pos x="222" y="168"/>
                </a:cxn>
                <a:cxn ang="0">
                  <a:pos x="212" y="150"/>
                </a:cxn>
                <a:cxn ang="0">
                  <a:pos x="192" y="144"/>
                </a:cxn>
                <a:cxn ang="0">
                  <a:pos x="166" y="158"/>
                </a:cxn>
                <a:cxn ang="0">
                  <a:pos x="118" y="168"/>
                </a:cxn>
                <a:cxn ang="0">
                  <a:pos x="98" y="146"/>
                </a:cxn>
                <a:cxn ang="0">
                  <a:pos x="78" y="146"/>
                </a:cxn>
                <a:cxn ang="0">
                  <a:pos x="58" y="168"/>
                </a:cxn>
                <a:cxn ang="0">
                  <a:pos x="44" y="168"/>
                </a:cxn>
                <a:cxn ang="0">
                  <a:pos x="40" y="160"/>
                </a:cxn>
                <a:cxn ang="0">
                  <a:pos x="144" y="136"/>
                </a:cxn>
                <a:cxn ang="0">
                  <a:pos x="166" y="122"/>
                </a:cxn>
                <a:cxn ang="0">
                  <a:pos x="200" y="56"/>
                </a:cxn>
                <a:cxn ang="0">
                  <a:pos x="206" y="60"/>
                </a:cxn>
                <a:cxn ang="0">
                  <a:pos x="240" y="112"/>
                </a:cxn>
              </a:cxnLst>
              <a:rect l="0" t="0" r="r" b="b"/>
              <a:pathLst>
                <a:path w="256" h="208">
                  <a:moveTo>
                    <a:pt x="252" y="98"/>
                  </a:moveTo>
                  <a:lnTo>
                    <a:pt x="220" y="50"/>
                  </a:lnTo>
                  <a:lnTo>
                    <a:pt x="220" y="50"/>
                  </a:lnTo>
                  <a:lnTo>
                    <a:pt x="216" y="46"/>
                  </a:lnTo>
                  <a:lnTo>
                    <a:pt x="212" y="42"/>
                  </a:lnTo>
                  <a:lnTo>
                    <a:pt x="206" y="40"/>
                  </a:lnTo>
                  <a:lnTo>
                    <a:pt x="200" y="40"/>
                  </a:lnTo>
                  <a:lnTo>
                    <a:pt x="168" y="40"/>
                  </a:lnTo>
                  <a:lnTo>
                    <a:pt x="168" y="24"/>
                  </a:lnTo>
                  <a:lnTo>
                    <a:pt x="168" y="24"/>
                  </a:lnTo>
                  <a:lnTo>
                    <a:pt x="166" y="14"/>
                  </a:lnTo>
                  <a:lnTo>
                    <a:pt x="160" y="8"/>
                  </a:lnTo>
                  <a:lnTo>
                    <a:pt x="154" y="2"/>
                  </a:lnTo>
                  <a:lnTo>
                    <a:pt x="144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14" y="2"/>
                  </a:lnTo>
                  <a:lnTo>
                    <a:pt x="8" y="8"/>
                  </a:lnTo>
                  <a:lnTo>
                    <a:pt x="2" y="14"/>
                  </a:lnTo>
                  <a:lnTo>
                    <a:pt x="0" y="24"/>
                  </a:lnTo>
                  <a:lnTo>
                    <a:pt x="0" y="112"/>
                  </a:lnTo>
                  <a:lnTo>
                    <a:pt x="0" y="112"/>
                  </a:lnTo>
                  <a:lnTo>
                    <a:pt x="2" y="122"/>
                  </a:lnTo>
                  <a:lnTo>
                    <a:pt x="8" y="128"/>
                  </a:lnTo>
                  <a:lnTo>
                    <a:pt x="14" y="134"/>
                  </a:lnTo>
                  <a:lnTo>
                    <a:pt x="24" y="136"/>
                  </a:lnTo>
                  <a:lnTo>
                    <a:pt x="24" y="136"/>
                  </a:lnTo>
                  <a:lnTo>
                    <a:pt x="24" y="160"/>
                  </a:lnTo>
                  <a:lnTo>
                    <a:pt x="24" y="160"/>
                  </a:lnTo>
                  <a:lnTo>
                    <a:pt x="26" y="170"/>
                  </a:lnTo>
                  <a:lnTo>
                    <a:pt x="32" y="176"/>
                  </a:lnTo>
                  <a:lnTo>
                    <a:pt x="38" y="182"/>
                  </a:lnTo>
                  <a:lnTo>
                    <a:pt x="48" y="184"/>
                  </a:lnTo>
                  <a:lnTo>
                    <a:pt x="58" y="184"/>
                  </a:lnTo>
                  <a:lnTo>
                    <a:pt x="58" y="184"/>
                  </a:lnTo>
                  <a:lnTo>
                    <a:pt x="62" y="194"/>
                  </a:lnTo>
                  <a:lnTo>
                    <a:pt x="68" y="202"/>
                  </a:lnTo>
                  <a:lnTo>
                    <a:pt x="78" y="206"/>
                  </a:lnTo>
                  <a:lnTo>
                    <a:pt x="88" y="208"/>
                  </a:lnTo>
                  <a:lnTo>
                    <a:pt x="88" y="208"/>
                  </a:lnTo>
                  <a:lnTo>
                    <a:pt x="98" y="206"/>
                  </a:lnTo>
                  <a:lnTo>
                    <a:pt x="108" y="202"/>
                  </a:lnTo>
                  <a:lnTo>
                    <a:pt x="114" y="194"/>
                  </a:lnTo>
                  <a:lnTo>
                    <a:pt x="118" y="184"/>
                  </a:lnTo>
                  <a:lnTo>
                    <a:pt x="162" y="184"/>
                  </a:lnTo>
                  <a:lnTo>
                    <a:pt x="162" y="184"/>
                  </a:lnTo>
                  <a:lnTo>
                    <a:pt x="166" y="194"/>
                  </a:lnTo>
                  <a:lnTo>
                    <a:pt x="172" y="202"/>
                  </a:lnTo>
                  <a:lnTo>
                    <a:pt x="182" y="206"/>
                  </a:lnTo>
                  <a:lnTo>
                    <a:pt x="192" y="208"/>
                  </a:lnTo>
                  <a:lnTo>
                    <a:pt x="192" y="208"/>
                  </a:lnTo>
                  <a:lnTo>
                    <a:pt x="202" y="206"/>
                  </a:lnTo>
                  <a:lnTo>
                    <a:pt x="212" y="202"/>
                  </a:lnTo>
                  <a:lnTo>
                    <a:pt x="218" y="194"/>
                  </a:lnTo>
                  <a:lnTo>
                    <a:pt x="222" y="184"/>
                  </a:lnTo>
                  <a:lnTo>
                    <a:pt x="232" y="184"/>
                  </a:lnTo>
                  <a:lnTo>
                    <a:pt x="232" y="184"/>
                  </a:lnTo>
                  <a:lnTo>
                    <a:pt x="242" y="182"/>
                  </a:lnTo>
                  <a:lnTo>
                    <a:pt x="248" y="176"/>
                  </a:lnTo>
                  <a:lnTo>
                    <a:pt x="254" y="170"/>
                  </a:lnTo>
                  <a:lnTo>
                    <a:pt x="256" y="160"/>
                  </a:lnTo>
                  <a:lnTo>
                    <a:pt x="256" y="112"/>
                  </a:lnTo>
                  <a:lnTo>
                    <a:pt x="256" y="112"/>
                  </a:lnTo>
                  <a:lnTo>
                    <a:pt x="254" y="106"/>
                  </a:lnTo>
                  <a:lnTo>
                    <a:pt x="252" y="98"/>
                  </a:lnTo>
                  <a:close/>
                  <a:moveTo>
                    <a:pt x="24" y="120"/>
                  </a:moveTo>
                  <a:lnTo>
                    <a:pt x="24" y="120"/>
                  </a:lnTo>
                  <a:lnTo>
                    <a:pt x="20" y="120"/>
                  </a:lnTo>
                  <a:lnTo>
                    <a:pt x="18" y="118"/>
                  </a:lnTo>
                  <a:lnTo>
                    <a:pt x="16" y="116"/>
                  </a:lnTo>
                  <a:lnTo>
                    <a:pt x="16" y="112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6" y="20"/>
                  </a:lnTo>
                  <a:lnTo>
                    <a:pt x="18" y="18"/>
                  </a:lnTo>
                  <a:lnTo>
                    <a:pt x="20" y="16"/>
                  </a:lnTo>
                  <a:lnTo>
                    <a:pt x="24" y="16"/>
                  </a:lnTo>
                  <a:lnTo>
                    <a:pt x="144" y="16"/>
                  </a:lnTo>
                  <a:lnTo>
                    <a:pt x="144" y="16"/>
                  </a:lnTo>
                  <a:lnTo>
                    <a:pt x="148" y="16"/>
                  </a:lnTo>
                  <a:lnTo>
                    <a:pt x="150" y="18"/>
                  </a:lnTo>
                  <a:lnTo>
                    <a:pt x="152" y="20"/>
                  </a:lnTo>
                  <a:lnTo>
                    <a:pt x="152" y="24"/>
                  </a:lnTo>
                  <a:lnTo>
                    <a:pt x="152" y="40"/>
                  </a:lnTo>
                  <a:lnTo>
                    <a:pt x="152" y="56"/>
                  </a:lnTo>
                  <a:lnTo>
                    <a:pt x="152" y="112"/>
                  </a:lnTo>
                  <a:lnTo>
                    <a:pt x="152" y="112"/>
                  </a:lnTo>
                  <a:lnTo>
                    <a:pt x="152" y="116"/>
                  </a:lnTo>
                  <a:lnTo>
                    <a:pt x="150" y="118"/>
                  </a:lnTo>
                  <a:lnTo>
                    <a:pt x="148" y="120"/>
                  </a:lnTo>
                  <a:lnTo>
                    <a:pt x="144" y="120"/>
                  </a:lnTo>
                  <a:lnTo>
                    <a:pt x="24" y="120"/>
                  </a:lnTo>
                  <a:close/>
                  <a:moveTo>
                    <a:pt x="88" y="192"/>
                  </a:moveTo>
                  <a:lnTo>
                    <a:pt x="88" y="192"/>
                  </a:lnTo>
                  <a:lnTo>
                    <a:pt x="82" y="190"/>
                  </a:lnTo>
                  <a:lnTo>
                    <a:pt x="76" y="188"/>
                  </a:lnTo>
                  <a:lnTo>
                    <a:pt x="74" y="182"/>
                  </a:lnTo>
                  <a:lnTo>
                    <a:pt x="72" y="176"/>
                  </a:lnTo>
                  <a:lnTo>
                    <a:pt x="72" y="176"/>
                  </a:lnTo>
                  <a:lnTo>
                    <a:pt x="74" y="170"/>
                  </a:lnTo>
                  <a:lnTo>
                    <a:pt x="76" y="164"/>
                  </a:lnTo>
                  <a:lnTo>
                    <a:pt x="82" y="162"/>
                  </a:lnTo>
                  <a:lnTo>
                    <a:pt x="88" y="160"/>
                  </a:lnTo>
                  <a:lnTo>
                    <a:pt x="88" y="160"/>
                  </a:lnTo>
                  <a:lnTo>
                    <a:pt x="94" y="162"/>
                  </a:lnTo>
                  <a:lnTo>
                    <a:pt x="100" y="164"/>
                  </a:lnTo>
                  <a:lnTo>
                    <a:pt x="102" y="170"/>
                  </a:lnTo>
                  <a:lnTo>
                    <a:pt x="104" y="176"/>
                  </a:lnTo>
                  <a:lnTo>
                    <a:pt x="104" y="176"/>
                  </a:lnTo>
                  <a:lnTo>
                    <a:pt x="102" y="182"/>
                  </a:lnTo>
                  <a:lnTo>
                    <a:pt x="100" y="188"/>
                  </a:lnTo>
                  <a:lnTo>
                    <a:pt x="94" y="190"/>
                  </a:lnTo>
                  <a:lnTo>
                    <a:pt x="88" y="192"/>
                  </a:lnTo>
                  <a:close/>
                  <a:moveTo>
                    <a:pt x="192" y="192"/>
                  </a:moveTo>
                  <a:lnTo>
                    <a:pt x="192" y="192"/>
                  </a:lnTo>
                  <a:lnTo>
                    <a:pt x="186" y="190"/>
                  </a:lnTo>
                  <a:lnTo>
                    <a:pt x="180" y="188"/>
                  </a:lnTo>
                  <a:lnTo>
                    <a:pt x="178" y="182"/>
                  </a:lnTo>
                  <a:lnTo>
                    <a:pt x="176" y="176"/>
                  </a:lnTo>
                  <a:lnTo>
                    <a:pt x="176" y="176"/>
                  </a:lnTo>
                  <a:lnTo>
                    <a:pt x="178" y="170"/>
                  </a:lnTo>
                  <a:lnTo>
                    <a:pt x="180" y="164"/>
                  </a:lnTo>
                  <a:lnTo>
                    <a:pt x="186" y="162"/>
                  </a:lnTo>
                  <a:lnTo>
                    <a:pt x="192" y="160"/>
                  </a:lnTo>
                  <a:lnTo>
                    <a:pt x="192" y="160"/>
                  </a:lnTo>
                  <a:lnTo>
                    <a:pt x="198" y="162"/>
                  </a:lnTo>
                  <a:lnTo>
                    <a:pt x="204" y="164"/>
                  </a:lnTo>
                  <a:lnTo>
                    <a:pt x="206" y="170"/>
                  </a:lnTo>
                  <a:lnTo>
                    <a:pt x="208" y="176"/>
                  </a:lnTo>
                  <a:lnTo>
                    <a:pt x="208" y="176"/>
                  </a:lnTo>
                  <a:lnTo>
                    <a:pt x="206" y="182"/>
                  </a:lnTo>
                  <a:lnTo>
                    <a:pt x="204" y="188"/>
                  </a:lnTo>
                  <a:lnTo>
                    <a:pt x="198" y="190"/>
                  </a:lnTo>
                  <a:lnTo>
                    <a:pt x="192" y="192"/>
                  </a:lnTo>
                  <a:close/>
                  <a:moveTo>
                    <a:pt x="240" y="160"/>
                  </a:moveTo>
                  <a:lnTo>
                    <a:pt x="240" y="160"/>
                  </a:lnTo>
                  <a:lnTo>
                    <a:pt x="240" y="164"/>
                  </a:lnTo>
                  <a:lnTo>
                    <a:pt x="238" y="166"/>
                  </a:lnTo>
                  <a:lnTo>
                    <a:pt x="236" y="168"/>
                  </a:lnTo>
                  <a:lnTo>
                    <a:pt x="232" y="168"/>
                  </a:lnTo>
                  <a:lnTo>
                    <a:pt x="222" y="168"/>
                  </a:lnTo>
                  <a:lnTo>
                    <a:pt x="222" y="168"/>
                  </a:lnTo>
                  <a:lnTo>
                    <a:pt x="218" y="158"/>
                  </a:lnTo>
                  <a:lnTo>
                    <a:pt x="212" y="150"/>
                  </a:lnTo>
                  <a:lnTo>
                    <a:pt x="202" y="146"/>
                  </a:lnTo>
                  <a:lnTo>
                    <a:pt x="192" y="144"/>
                  </a:lnTo>
                  <a:lnTo>
                    <a:pt x="192" y="144"/>
                  </a:lnTo>
                  <a:lnTo>
                    <a:pt x="182" y="146"/>
                  </a:lnTo>
                  <a:lnTo>
                    <a:pt x="172" y="150"/>
                  </a:lnTo>
                  <a:lnTo>
                    <a:pt x="166" y="158"/>
                  </a:lnTo>
                  <a:lnTo>
                    <a:pt x="162" y="168"/>
                  </a:lnTo>
                  <a:lnTo>
                    <a:pt x="118" y="168"/>
                  </a:lnTo>
                  <a:lnTo>
                    <a:pt x="118" y="168"/>
                  </a:lnTo>
                  <a:lnTo>
                    <a:pt x="114" y="158"/>
                  </a:lnTo>
                  <a:lnTo>
                    <a:pt x="108" y="150"/>
                  </a:lnTo>
                  <a:lnTo>
                    <a:pt x="98" y="146"/>
                  </a:lnTo>
                  <a:lnTo>
                    <a:pt x="88" y="144"/>
                  </a:lnTo>
                  <a:lnTo>
                    <a:pt x="88" y="144"/>
                  </a:lnTo>
                  <a:lnTo>
                    <a:pt x="78" y="146"/>
                  </a:lnTo>
                  <a:lnTo>
                    <a:pt x="68" y="150"/>
                  </a:lnTo>
                  <a:lnTo>
                    <a:pt x="62" y="158"/>
                  </a:lnTo>
                  <a:lnTo>
                    <a:pt x="58" y="168"/>
                  </a:lnTo>
                  <a:lnTo>
                    <a:pt x="48" y="168"/>
                  </a:lnTo>
                  <a:lnTo>
                    <a:pt x="48" y="168"/>
                  </a:lnTo>
                  <a:lnTo>
                    <a:pt x="44" y="168"/>
                  </a:lnTo>
                  <a:lnTo>
                    <a:pt x="42" y="166"/>
                  </a:lnTo>
                  <a:lnTo>
                    <a:pt x="40" y="164"/>
                  </a:lnTo>
                  <a:lnTo>
                    <a:pt x="40" y="160"/>
                  </a:lnTo>
                  <a:lnTo>
                    <a:pt x="40" y="136"/>
                  </a:lnTo>
                  <a:lnTo>
                    <a:pt x="144" y="136"/>
                  </a:lnTo>
                  <a:lnTo>
                    <a:pt x="144" y="136"/>
                  </a:lnTo>
                  <a:lnTo>
                    <a:pt x="154" y="134"/>
                  </a:lnTo>
                  <a:lnTo>
                    <a:pt x="160" y="128"/>
                  </a:lnTo>
                  <a:lnTo>
                    <a:pt x="166" y="122"/>
                  </a:lnTo>
                  <a:lnTo>
                    <a:pt x="168" y="112"/>
                  </a:lnTo>
                  <a:lnTo>
                    <a:pt x="168" y="56"/>
                  </a:lnTo>
                  <a:lnTo>
                    <a:pt x="200" y="56"/>
                  </a:lnTo>
                  <a:lnTo>
                    <a:pt x="200" y="56"/>
                  </a:lnTo>
                  <a:lnTo>
                    <a:pt x="204" y="56"/>
                  </a:lnTo>
                  <a:lnTo>
                    <a:pt x="206" y="60"/>
                  </a:lnTo>
                  <a:lnTo>
                    <a:pt x="238" y="108"/>
                  </a:lnTo>
                  <a:lnTo>
                    <a:pt x="238" y="108"/>
                  </a:lnTo>
                  <a:lnTo>
                    <a:pt x="240" y="112"/>
                  </a:lnTo>
                  <a:lnTo>
                    <a:pt x="240" y="16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</p:grpSp>
      <p:grpSp>
        <p:nvGrpSpPr>
          <p:cNvPr id="19" name="Group 18"/>
          <p:cNvGrpSpPr/>
          <p:nvPr/>
        </p:nvGrpSpPr>
        <p:grpSpPr>
          <a:xfrm>
            <a:off x="6280045" y="3549380"/>
            <a:ext cx="465099" cy="406961"/>
            <a:chOff x="2336800" y="2800350"/>
            <a:chExt cx="406400" cy="355600"/>
          </a:xfrm>
          <a:solidFill>
            <a:schemeClr val="accent1"/>
          </a:solidFill>
        </p:grpSpPr>
        <p:sp>
          <p:nvSpPr>
            <p:cNvPr id="135" name="Freeform 123"/>
            <p:cNvSpPr>
              <a:spLocks noEditPoints="1"/>
            </p:cNvSpPr>
            <p:nvPr/>
          </p:nvSpPr>
          <p:spPr bwMode="auto">
            <a:xfrm>
              <a:off x="2336800" y="2800350"/>
              <a:ext cx="406400" cy="292100"/>
            </a:xfrm>
            <a:custGeom>
              <a:avLst/>
              <a:gdLst/>
              <a:ahLst/>
              <a:cxnLst>
                <a:cxn ang="0">
                  <a:pos x="256" y="48"/>
                </a:cxn>
                <a:cxn ang="0">
                  <a:pos x="250" y="34"/>
                </a:cxn>
                <a:cxn ang="0">
                  <a:pos x="238" y="24"/>
                </a:cxn>
                <a:cxn ang="0">
                  <a:pos x="134" y="0"/>
                </a:cxn>
                <a:cxn ang="0">
                  <a:pos x="128" y="0"/>
                </a:cxn>
                <a:cxn ang="0">
                  <a:pos x="18" y="24"/>
                </a:cxn>
                <a:cxn ang="0">
                  <a:pos x="12" y="28"/>
                </a:cxn>
                <a:cxn ang="0">
                  <a:pos x="2" y="40"/>
                </a:cxn>
                <a:cxn ang="0">
                  <a:pos x="0" y="48"/>
                </a:cxn>
                <a:cxn ang="0">
                  <a:pos x="6" y="62"/>
                </a:cxn>
                <a:cxn ang="0">
                  <a:pos x="18" y="72"/>
                </a:cxn>
                <a:cxn ang="0">
                  <a:pos x="40" y="144"/>
                </a:cxn>
                <a:cxn ang="0">
                  <a:pos x="42" y="152"/>
                </a:cxn>
                <a:cxn ang="0">
                  <a:pos x="52" y="166"/>
                </a:cxn>
                <a:cxn ang="0">
                  <a:pos x="72" y="176"/>
                </a:cxn>
                <a:cxn ang="0">
                  <a:pos x="106" y="184"/>
                </a:cxn>
                <a:cxn ang="0">
                  <a:pos x="128" y="184"/>
                </a:cxn>
                <a:cxn ang="0">
                  <a:pos x="168" y="180"/>
                </a:cxn>
                <a:cxn ang="0">
                  <a:pos x="196" y="172"/>
                </a:cxn>
                <a:cxn ang="0">
                  <a:pos x="212" y="160"/>
                </a:cxn>
                <a:cxn ang="0">
                  <a:pos x="216" y="144"/>
                </a:cxn>
                <a:cxn ang="0">
                  <a:pos x="238" y="72"/>
                </a:cxn>
                <a:cxn ang="0">
                  <a:pos x="244" y="68"/>
                </a:cxn>
                <a:cxn ang="0">
                  <a:pos x="254" y="56"/>
                </a:cxn>
                <a:cxn ang="0">
                  <a:pos x="200" y="144"/>
                </a:cxn>
                <a:cxn ang="0">
                  <a:pos x="198" y="148"/>
                </a:cxn>
                <a:cxn ang="0">
                  <a:pos x="190" y="156"/>
                </a:cxn>
                <a:cxn ang="0">
                  <a:pos x="172" y="162"/>
                </a:cxn>
                <a:cxn ang="0">
                  <a:pos x="144" y="168"/>
                </a:cxn>
                <a:cxn ang="0">
                  <a:pos x="128" y="168"/>
                </a:cxn>
                <a:cxn ang="0">
                  <a:pos x="96" y="166"/>
                </a:cxn>
                <a:cxn ang="0">
                  <a:pos x="74" y="160"/>
                </a:cxn>
                <a:cxn ang="0">
                  <a:pos x="60" y="152"/>
                </a:cxn>
                <a:cxn ang="0">
                  <a:pos x="56" y="144"/>
                </a:cxn>
                <a:cxn ang="0">
                  <a:pos x="122" y="96"/>
                </a:cxn>
                <a:cxn ang="0">
                  <a:pos x="128" y="96"/>
                </a:cxn>
                <a:cxn ang="0">
                  <a:pos x="134" y="96"/>
                </a:cxn>
                <a:cxn ang="0">
                  <a:pos x="200" y="144"/>
                </a:cxn>
                <a:cxn ang="0">
                  <a:pos x="130" y="80"/>
                </a:cxn>
                <a:cxn ang="0">
                  <a:pos x="128" y="80"/>
                </a:cxn>
                <a:cxn ang="0">
                  <a:pos x="22" y="56"/>
                </a:cxn>
                <a:cxn ang="0">
                  <a:pos x="18" y="52"/>
                </a:cxn>
                <a:cxn ang="0">
                  <a:pos x="16" y="48"/>
                </a:cxn>
                <a:cxn ang="0">
                  <a:pos x="22" y="40"/>
                </a:cxn>
                <a:cxn ang="0">
                  <a:pos x="126" y="16"/>
                </a:cxn>
                <a:cxn ang="0">
                  <a:pos x="128" y="16"/>
                </a:cxn>
                <a:cxn ang="0">
                  <a:pos x="234" y="40"/>
                </a:cxn>
                <a:cxn ang="0">
                  <a:pos x="238" y="44"/>
                </a:cxn>
                <a:cxn ang="0">
                  <a:pos x="240" y="48"/>
                </a:cxn>
                <a:cxn ang="0">
                  <a:pos x="234" y="56"/>
                </a:cxn>
              </a:cxnLst>
              <a:rect l="0" t="0" r="r" b="b"/>
              <a:pathLst>
                <a:path w="256" h="184">
                  <a:moveTo>
                    <a:pt x="256" y="48"/>
                  </a:moveTo>
                  <a:lnTo>
                    <a:pt x="256" y="48"/>
                  </a:lnTo>
                  <a:lnTo>
                    <a:pt x="254" y="40"/>
                  </a:lnTo>
                  <a:lnTo>
                    <a:pt x="250" y="34"/>
                  </a:lnTo>
                  <a:lnTo>
                    <a:pt x="244" y="28"/>
                  </a:lnTo>
                  <a:lnTo>
                    <a:pt x="238" y="24"/>
                  </a:lnTo>
                  <a:lnTo>
                    <a:pt x="134" y="0"/>
                  </a:lnTo>
                  <a:lnTo>
                    <a:pt x="134" y="0"/>
                  </a:lnTo>
                  <a:lnTo>
                    <a:pt x="128" y="0"/>
                  </a:lnTo>
                  <a:lnTo>
                    <a:pt x="128" y="0"/>
                  </a:lnTo>
                  <a:lnTo>
                    <a:pt x="122" y="0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2" y="28"/>
                  </a:lnTo>
                  <a:lnTo>
                    <a:pt x="6" y="34"/>
                  </a:lnTo>
                  <a:lnTo>
                    <a:pt x="2" y="40"/>
                  </a:lnTo>
                  <a:lnTo>
                    <a:pt x="0" y="48"/>
                  </a:lnTo>
                  <a:lnTo>
                    <a:pt x="0" y="48"/>
                  </a:lnTo>
                  <a:lnTo>
                    <a:pt x="2" y="56"/>
                  </a:lnTo>
                  <a:lnTo>
                    <a:pt x="6" y="62"/>
                  </a:lnTo>
                  <a:lnTo>
                    <a:pt x="12" y="68"/>
                  </a:lnTo>
                  <a:lnTo>
                    <a:pt x="18" y="72"/>
                  </a:lnTo>
                  <a:lnTo>
                    <a:pt x="40" y="76"/>
                  </a:lnTo>
                  <a:lnTo>
                    <a:pt x="40" y="144"/>
                  </a:lnTo>
                  <a:lnTo>
                    <a:pt x="40" y="144"/>
                  </a:lnTo>
                  <a:lnTo>
                    <a:pt x="42" y="152"/>
                  </a:lnTo>
                  <a:lnTo>
                    <a:pt x="44" y="160"/>
                  </a:lnTo>
                  <a:lnTo>
                    <a:pt x="52" y="166"/>
                  </a:lnTo>
                  <a:lnTo>
                    <a:pt x="60" y="172"/>
                  </a:lnTo>
                  <a:lnTo>
                    <a:pt x="72" y="176"/>
                  </a:lnTo>
                  <a:lnTo>
                    <a:pt x="88" y="180"/>
                  </a:lnTo>
                  <a:lnTo>
                    <a:pt x="106" y="184"/>
                  </a:lnTo>
                  <a:lnTo>
                    <a:pt x="128" y="184"/>
                  </a:lnTo>
                  <a:lnTo>
                    <a:pt x="128" y="184"/>
                  </a:lnTo>
                  <a:lnTo>
                    <a:pt x="150" y="184"/>
                  </a:lnTo>
                  <a:lnTo>
                    <a:pt x="168" y="180"/>
                  </a:lnTo>
                  <a:lnTo>
                    <a:pt x="184" y="176"/>
                  </a:lnTo>
                  <a:lnTo>
                    <a:pt x="196" y="172"/>
                  </a:lnTo>
                  <a:lnTo>
                    <a:pt x="204" y="166"/>
                  </a:lnTo>
                  <a:lnTo>
                    <a:pt x="212" y="160"/>
                  </a:lnTo>
                  <a:lnTo>
                    <a:pt x="214" y="152"/>
                  </a:lnTo>
                  <a:lnTo>
                    <a:pt x="216" y="144"/>
                  </a:lnTo>
                  <a:lnTo>
                    <a:pt x="216" y="76"/>
                  </a:lnTo>
                  <a:lnTo>
                    <a:pt x="238" y="72"/>
                  </a:lnTo>
                  <a:lnTo>
                    <a:pt x="238" y="72"/>
                  </a:lnTo>
                  <a:lnTo>
                    <a:pt x="244" y="68"/>
                  </a:lnTo>
                  <a:lnTo>
                    <a:pt x="250" y="62"/>
                  </a:lnTo>
                  <a:lnTo>
                    <a:pt x="254" y="56"/>
                  </a:lnTo>
                  <a:lnTo>
                    <a:pt x="256" y="48"/>
                  </a:lnTo>
                  <a:close/>
                  <a:moveTo>
                    <a:pt x="200" y="144"/>
                  </a:moveTo>
                  <a:lnTo>
                    <a:pt x="200" y="144"/>
                  </a:lnTo>
                  <a:lnTo>
                    <a:pt x="198" y="148"/>
                  </a:lnTo>
                  <a:lnTo>
                    <a:pt x="196" y="152"/>
                  </a:lnTo>
                  <a:lnTo>
                    <a:pt x="190" y="156"/>
                  </a:lnTo>
                  <a:lnTo>
                    <a:pt x="182" y="160"/>
                  </a:lnTo>
                  <a:lnTo>
                    <a:pt x="172" y="162"/>
                  </a:lnTo>
                  <a:lnTo>
                    <a:pt x="160" y="166"/>
                  </a:lnTo>
                  <a:lnTo>
                    <a:pt x="144" y="168"/>
                  </a:lnTo>
                  <a:lnTo>
                    <a:pt x="128" y="168"/>
                  </a:lnTo>
                  <a:lnTo>
                    <a:pt x="128" y="168"/>
                  </a:lnTo>
                  <a:lnTo>
                    <a:pt x="112" y="168"/>
                  </a:lnTo>
                  <a:lnTo>
                    <a:pt x="96" y="166"/>
                  </a:lnTo>
                  <a:lnTo>
                    <a:pt x="84" y="162"/>
                  </a:lnTo>
                  <a:lnTo>
                    <a:pt x="74" y="160"/>
                  </a:lnTo>
                  <a:lnTo>
                    <a:pt x="66" y="156"/>
                  </a:lnTo>
                  <a:lnTo>
                    <a:pt x="60" y="152"/>
                  </a:lnTo>
                  <a:lnTo>
                    <a:pt x="58" y="148"/>
                  </a:lnTo>
                  <a:lnTo>
                    <a:pt x="56" y="144"/>
                  </a:lnTo>
                  <a:lnTo>
                    <a:pt x="56" y="80"/>
                  </a:lnTo>
                  <a:lnTo>
                    <a:pt x="122" y="96"/>
                  </a:lnTo>
                  <a:lnTo>
                    <a:pt x="122" y="96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34" y="96"/>
                  </a:lnTo>
                  <a:lnTo>
                    <a:pt x="200" y="80"/>
                  </a:lnTo>
                  <a:lnTo>
                    <a:pt x="200" y="144"/>
                  </a:lnTo>
                  <a:close/>
                  <a:moveTo>
                    <a:pt x="130" y="80"/>
                  </a:moveTo>
                  <a:lnTo>
                    <a:pt x="130" y="80"/>
                  </a:lnTo>
                  <a:lnTo>
                    <a:pt x="128" y="80"/>
                  </a:lnTo>
                  <a:lnTo>
                    <a:pt x="128" y="80"/>
                  </a:lnTo>
                  <a:lnTo>
                    <a:pt x="126" y="80"/>
                  </a:lnTo>
                  <a:lnTo>
                    <a:pt x="22" y="56"/>
                  </a:lnTo>
                  <a:lnTo>
                    <a:pt x="22" y="56"/>
                  </a:lnTo>
                  <a:lnTo>
                    <a:pt x="18" y="52"/>
                  </a:lnTo>
                  <a:lnTo>
                    <a:pt x="16" y="48"/>
                  </a:lnTo>
                  <a:lnTo>
                    <a:pt x="16" y="48"/>
                  </a:lnTo>
                  <a:lnTo>
                    <a:pt x="18" y="44"/>
                  </a:lnTo>
                  <a:lnTo>
                    <a:pt x="22" y="40"/>
                  </a:lnTo>
                  <a:lnTo>
                    <a:pt x="126" y="16"/>
                  </a:lnTo>
                  <a:lnTo>
                    <a:pt x="126" y="16"/>
                  </a:lnTo>
                  <a:lnTo>
                    <a:pt x="128" y="16"/>
                  </a:lnTo>
                  <a:lnTo>
                    <a:pt x="128" y="16"/>
                  </a:lnTo>
                  <a:lnTo>
                    <a:pt x="130" y="16"/>
                  </a:lnTo>
                  <a:lnTo>
                    <a:pt x="234" y="40"/>
                  </a:lnTo>
                  <a:lnTo>
                    <a:pt x="234" y="40"/>
                  </a:lnTo>
                  <a:lnTo>
                    <a:pt x="238" y="44"/>
                  </a:lnTo>
                  <a:lnTo>
                    <a:pt x="240" y="48"/>
                  </a:lnTo>
                  <a:lnTo>
                    <a:pt x="240" y="48"/>
                  </a:lnTo>
                  <a:lnTo>
                    <a:pt x="238" y="52"/>
                  </a:lnTo>
                  <a:lnTo>
                    <a:pt x="234" y="56"/>
                  </a:lnTo>
                  <a:lnTo>
                    <a:pt x="130" y="8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36" name="Freeform 127"/>
            <p:cNvSpPr>
              <a:spLocks/>
            </p:cNvSpPr>
            <p:nvPr/>
          </p:nvSpPr>
          <p:spPr bwMode="auto">
            <a:xfrm>
              <a:off x="2705100" y="2927350"/>
              <a:ext cx="25400" cy="139700"/>
            </a:xfrm>
            <a:custGeom>
              <a:avLst/>
              <a:gdLst/>
              <a:ahLst/>
              <a:cxnLst>
                <a:cxn ang="0">
                  <a:pos x="0" y="8"/>
                </a:cxn>
                <a:cxn ang="0">
                  <a:pos x="0" y="80"/>
                </a:cxn>
                <a:cxn ang="0">
                  <a:pos x="0" y="80"/>
                </a:cxn>
                <a:cxn ang="0">
                  <a:pos x="0" y="84"/>
                </a:cxn>
                <a:cxn ang="0">
                  <a:pos x="2" y="86"/>
                </a:cxn>
                <a:cxn ang="0">
                  <a:pos x="4" y="88"/>
                </a:cxn>
                <a:cxn ang="0">
                  <a:pos x="8" y="88"/>
                </a:cxn>
                <a:cxn ang="0">
                  <a:pos x="8" y="88"/>
                </a:cxn>
                <a:cxn ang="0">
                  <a:pos x="12" y="88"/>
                </a:cxn>
                <a:cxn ang="0">
                  <a:pos x="14" y="86"/>
                </a:cxn>
                <a:cxn ang="0">
                  <a:pos x="16" y="84"/>
                </a:cxn>
                <a:cxn ang="0">
                  <a:pos x="16" y="80"/>
                </a:cxn>
                <a:cxn ang="0">
                  <a:pos x="16" y="8"/>
                </a:cxn>
                <a:cxn ang="0">
                  <a:pos x="16" y="8"/>
                </a:cxn>
                <a:cxn ang="0">
                  <a:pos x="16" y="4"/>
                </a:cxn>
                <a:cxn ang="0">
                  <a:pos x="14" y="2"/>
                </a:cxn>
                <a:cxn ang="0">
                  <a:pos x="12" y="0"/>
                </a:cxn>
                <a:cxn ang="0">
                  <a:pos x="8" y="0"/>
                </a:cxn>
                <a:cxn ang="0">
                  <a:pos x="8" y="0"/>
                </a:cxn>
                <a:cxn ang="0">
                  <a:pos x="4" y="0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8"/>
                </a:cxn>
              </a:cxnLst>
              <a:rect l="0" t="0" r="r" b="b"/>
              <a:pathLst>
                <a:path w="16" h="88">
                  <a:moveTo>
                    <a:pt x="0" y="8"/>
                  </a:moveTo>
                  <a:lnTo>
                    <a:pt x="0" y="80"/>
                  </a:lnTo>
                  <a:lnTo>
                    <a:pt x="0" y="80"/>
                  </a:lnTo>
                  <a:lnTo>
                    <a:pt x="0" y="84"/>
                  </a:lnTo>
                  <a:lnTo>
                    <a:pt x="2" y="86"/>
                  </a:lnTo>
                  <a:lnTo>
                    <a:pt x="4" y="88"/>
                  </a:lnTo>
                  <a:lnTo>
                    <a:pt x="8" y="88"/>
                  </a:lnTo>
                  <a:lnTo>
                    <a:pt x="8" y="88"/>
                  </a:lnTo>
                  <a:lnTo>
                    <a:pt x="12" y="88"/>
                  </a:lnTo>
                  <a:lnTo>
                    <a:pt x="14" y="86"/>
                  </a:lnTo>
                  <a:lnTo>
                    <a:pt x="16" y="84"/>
                  </a:lnTo>
                  <a:lnTo>
                    <a:pt x="16" y="80"/>
                  </a:lnTo>
                  <a:lnTo>
                    <a:pt x="16" y="8"/>
                  </a:lnTo>
                  <a:lnTo>
                    <a:pt x="16" y="8"/>
                  </a:lnTo>
                  <a:lnTo>
                    <a:pt x="16" y="4"/>
                  </a:lnTo>
                  <a:lnTo>
                    <a:pt x="14" y="2"/>
                  </a:lnTo>
                  <a:lnTo>
                    <a:pt x="12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37" name="Freeform 129"/>
            <p:cNvSpPr>
              <a:spLocks/>
            </p:cNvSpPr>
            <p:nvPr/>
          </p:nvSpPr>
          <p:spPr bwMode="auto">
            <a:xfrm>
              <a:off x="2692400" y="3079750"/>
              <a:ext cx="50800" cy="76200"/>
            </a:xfrm>
            <a:custGeom>
              <a:avLst/>
              <a:gdLst/>
              <a:ahLst/>
              <a:cxnLst>
                <a:cxn ang="0">
                  <a:pos x="16" y="0"/>
                </a:cxn>
                <a:cxn ang="0">
                  <a:pos x="16" y="0"/>
                </a:cxn>
                <a:cxn ang="0">
                  <a:pos x="12" y="2"/>
                </a:cxn>
                <a:cxn ang="0">
                  <a:pos x="10" y="4"/>
                </a:cxn>
                <a:cxn ang="0">
                  <a:pos x="4" y="12"/>
                </a:cxn>
                <a:cxn ang="0">
                  <a:pos x="2" y="24"/>
                </a:cxn>
                <a:cxn ang="0">
                  <a:pos x="0" y="32"/>
                </a:cxn>
                <a:cxn ang="0">
                  <a:pos x="0" y="32"/>
                </a:cxn>
                <a:cxn ang="0">
                  <a:pos x="2" y="38"/>
                </a:cxn>
                <a:cxn ang="0">
                  <a:pos x="4" y="44"/>
                </a:cxn>
                <a:cxn ang="0">
                  <a:pos x="10" y="46"/>
                </a:cxn>
                <a:cxn ang="0">
                  <a:pos x="16" y="48"/>
                </a:cxn>
                <a:cxn ang="0">
                  <a:pos x="16" y="48"/>
                </a:cxn>
                <a:cxn ang="0">
                  <a:pos x="22" y="46"/>
                </a:cxn>
                <a:cxn ang="0">
                  <a:pos x="28" y="44"/>
                </a:cxn>
                <a:cxn ang="0">
                  <a:pos x="30" y="38"/>
                </a:cxn>
                <a:cxn ang="0">
                  <a:pos x="32" y="32"/>
                </a:cxn>
                <a:cxn ang="0">
                  <a:pos x="32" y="32"/>
                </a:cxn>
                <a:cxn ang="0">
                  <a:pos x="30" y="24"/>
                </a:cxn>
                <a:cxn ang="0">
                  <a:pos x="28" y="12"/>
                </a:cxn>
                <a:cxn ang="0">
                  <a:pos x="22" y="4"/>
                </a:cxn>
                <a:cxn ang="0">
                  <a:pos x="20" y="2"/>
                </a:cxn>
                <a:cxn ang="0">
                  <a:pos x="16" y="0"/>
                </a:cxn>
              </a:cxnLst>
              <a:rect l="0" t="0" r="r" b="b"/>
              <a:pathLst>
                <a:path w="32" h="48">
                  <a:moveTo>
                    <a:pt x="16" y="0"/>
                  </a:moveTo>
                  <a:lnTo>
                    <a:pt x="16" y="0"/>
                  </a:lnTo>
                  <a:lnTo>
                    <a:pt x="12" y="2"/>
                  </a:lnTo>
                  <a:lnTo>
                    <a:pt x="10" y="4"/>
                  </a:lnTo>
                  <a:lnTo>
                    <a:pt x="4" y="12"/>
                  </a:lnTo>
                  <a:lnTo>
                    <a:pt x="2" y="24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2" y="38"/>
                  </a:lnTo>
                  <a:lnTo>
                    <a:pt x="4" y="44"/>
                  </a:lnTo>
                  <a:lnTo>
                    <a:pt x="10" y="46"/>
                  </a:lnTo>
                  <a:lnTo>
                    <a:pt x="16" y="48"/>
                  </a:lnTo>
                  <a:lnTo>
                    <a:pt x="16" y="48"/>
                  </a:lnTo>
                  <a:lnTo>
                    <a:pt x="22" y="46"/>
                  </a:lnTo>
                  <a:lnTo>
                    <a:pt x="28" y="44"/>
                  </a:lnTo>
                  <a:lnTo>
                    <a:pt x="30" y="38"/>
                  </a:lnTo>
                  <a:lnTo>
                    <a:pt x="32" y="32"/>
                  </a:lnTo>
                  <a:lnTo>
                    <a:pt x="32" y="32"/>
                  </a:lnTo>
                  <a:lnTo>
                    <a:pt x="30" y="24"/>
                  </a:lnTo>
                  <a:lnTo>
                    <a:pt x="28" y="12"/>
                  </a:lnTo>
                  <a:lnTo>
                    <a:pt x="22" y="4"/>
                  </a:lnTo>
                  <a:lnTo>
                    <a:pt x="20" y="2"/>
                  </a:lnTo>
                  <a:lnTo>
                    <a:pt x="16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</p:grpSp>
      <p:grpSp>
        <p:nvGrpSpPr>
          <p:cNvPr id="20" name="Group 19"/>
          <p:cNvGrpSpPr/>
          <p:nvPr/>
        </p:nvGrpSpPr>
        <p:grpSpPr>
          <a:xfrm>
            <a:off x="6280045" y="1659915"/>
            <a:ext cx="465099" cy="465099"/>
            <a:chOff x="2336800" y="1149350"/>
            <a:chExt cx="406400" cy="406400"/>
          </a:xfrm>
          <a:solidFill>
            <a:schemeClr val="accent1"/>
          </a:solidFill>
        </p:grpSpPr>
        <p:sp>
          <p:nvSpPr>
            <p:cNvPr id="122" name="Freeform 253"/>
            <p:cNvSpPr>
              <a:spLocks noEditPoints="1"/>
            </p:cNvSpPr>
            <p:nvPr/>
          </p:nvSpPr>
          <p:spPr bwMode="auto">
            <a:xfrm>
              <a:off x="2336800" y="1149350"/>
              <a:ext cx="406400" cy="406400"/>
            </a:xfrm>
            <a:custGeom>
              <a:avLst/>
              <a:gdLst/>
              <a:ahLst/>
              <a:cxnLst>
                <a:cxn ang="0">
                  <a:pos x="56" y="0"/>
                </a:cxn>
                <a:cxn ang="0">
                  <a:pos x="46" y="2"/>
                </a:cxn>
                <a:cxn ang="0">
                  <a:pos x="34" y="14"/>
                </a:cxn>
                <a:cxn ang="0">
                  <a:pos x="32" y="40"/>
                </a:cxn>
                <a:cxn ang="0">
                  <a:pos x="24" y="40"/>
                </a:cxn>
                <a:cxn ang="0">
                  <a:pos x="8" y="48"/>
                </a:cxn>
                <a:cxn ang="0">
                  <a:pos x="0" y="64"/>
                </a:cxn>
                <a:cxn ang="0">
                  <a:pos x="0" y="224"/>
                </a:cxn>
                <a:cxn ang="0">
                  <a:pos x="2" y="236"/>
                </a:cxn>
                <a:cxn ang="0">
                  <a:pos x="20" y="254"/>
                </a:cxn>
                <a:cxn ang="0">
                  <a:pos x="32" y="256"/>
                </a:cxn>
                <a:cxn ang="0">
                  <a:pos x="224" y="256"/>
                </a:cxn>
                <a:cxn ang="0">
                  <a:pos x="236" y="254"/>
                </a:cxn>
                <a:cxn ang="0">
                  <a:pos x="254" y="236"/>
                </a:cxn>
                <a:cxn ang="0">
                  <a:pos x="256" y="224"/>
                </a:cxn>
                <a:cxn ang="0">
                  <a:pos x="256" y="24"/>
                </a:cxn>
                <a:cxn ang="0">
                  <a:pos x="248" y="8"/>
                </a:cxn>
                <a:cxn ang="0">
                  <a:pos x="232" y="0"/>
                </a:cxn>
                <a:cxn ang="0">
                  <a:pos x="240" y="224"/>
                </a:cxn>
                <a:cxn ang="0">
                  <a:pos x="236" y="236"/>
                </a:cxn>
                <a:cxn ang="0">
                  <a:pos x="224" y="240"/>
                </a:cxn>
                <a:cxn ang="0">
                  <a:pos x="32" y="240"/>
                </a:cxn>
                <a:cxn ang="0">
                  <a:pos x="20" y="236"/>
                </a:cxn>
                <a:cxn ang="0">
                  <a:pos x="16" y="224"/>
                </a:cxn>
                <a:cxn ang="0">
                  <a:pos x="16" y="64"/>
                </a:cxn>
                <a:cxn ang="0">
                  <a:pos x="18" y="58"/>
                </a:cxn>
                <a:cxn ang="0">
                  <a:pos x="24" y="56"/>
                </a:cxn>
                <a:cxn ang="0">
                  <a:pos x="32" y="216"/>
                </a:cxn>
                <a:cxn ang="0">
                  <a:pos x="32" y="220"/>
                </a:cxn>
                <a:cxn ang="0">
                  <a:pos x="36" y="224"/>
                </a:cxn>
                <a:cxn ang="0">
                  <a:pos x="40" y="224"/>
                </a:cxn>
                <a:cxn ang="0">
                  <a:pos x="46" y="222"/>
                </a:cxn>
                <a:cxn ang="0">
                  <a:pos x="48" y="216"/>
                </a:cxn>
                <a:cxn ang="0">
                  <a:pos x="48" y="24"/>
                </a:cxn>
                <a:cxn ang="0">
                  <a:pos x="50" y="18"/>
                </a:cxn>
                <a:cxn ang="0">
                  <a:pos x="56" y="16"/>
                </a:cxn>
                <a:cxn ang="0">
                  <a:pos x="232" y="16"/>
                </a:cxn>
                <a:cxn ang="0">
                  <a:pos x="238" y="18"/>
                </a:cxn>
                <a:cxn ang="0">
                  <a:pos x="240" y="24"/>
                </a:cxn>
              </a:cxnLst>
              <a:rect l="0" t="0" r="r" b="b"/>
              <a:pathLst>
                <a:path w="256" h="256">
                  <a:moveTo>
                    <a:pt x="232" y="0"/>
                  </a:moveTo>
                  <a:lnTo>
                    <a:pt x="56" y="0"/>
                  </a:lnTo>
                  <a:lnTo>
                    <a:pt x="56" y="0"/>
                  </a:lnTo>
                  <a:lnTo>
                    <a:pt x="46" y="2"/>
                  </a:lnTo>
                  <a:lnTo>
                    <a:pt x="40" y="8"/>
                  </a:lnTo>
                  <a:lnTo>
                    <a:pt x="34" y="14"/>
                  </a:lnTo>
                  <a:lnTo>
                    <a:pt x="32" y="24"/>
                  </a:lnTo>
                  <a:lnTo>
                    <a:pt x="32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14" y="42"/>
                  </a:lnTo>
                  <a:lnTo>
                    <a:pt x="8" y="48"/>
                  </a:lnTo>
                  <a:lnTo>
                    <a:pt x="2" y="54"/>
                  </a:lnTo>
                  <a:lnTo>
                    <a:pt x="0" y="64"/>
                  </a:lnTo>
                  <a:lnTo>
                    <a:pt x="0" y="224"/>
                  </a:lnTo>
                  <a:lnTo>
                    <a:pt x="0" y="224"/>
                  </a:lnTo>
                  <a:lnTo>
                    <a:pt x="0" y="230"/>
                  </a:lnTo>
                  <a:lnTo>
                    <a:pt x="2" y="236"/>
                  </a:lnTo>
                  <a:lnTo>
                    <a:pt x="10" y="246"/>
                  </a:lnTo>
                  <a:lnTo>
                    <a:pt x="20" y="254"/>
                  </a:lnTo>
                  <a:lnTo>
                    <a:pt x="26" y="256"/>
                  </a:lnTo>
                  <a:lnTo>
                    <a:pt x="32" y="256"/>
                  </a:lnTo>
                  <a:lnTo>
                    <a:pt x="224" y="256"/>
                  </a:lnTo>
                  <a:lnTo>
                    <a:pt x="224" y="256"/>
                  </a:lnTo>
                  <a:lnTo>
                    <a:pt x="230" y="256"/>
                  </a:lnTo>
                  <a:lnTo>
                    <a:pt x="236" y="254"/>
                  </a:lnTo>
                  <a:lnTo>
                    <a:pt x="246" y="246"/>
                  </a:lnTo>
                  <a:lnTo>
                    <a:pt x="254" y="236"/>
                  </a:lnTo>
                  <a:lnTo>
                    <a:pt x="256" y="230"/>
                  </a:lnTo>
                  <a:lnTo>
                    <a:pt x="256" y="224"/>
                  </a:lnTo>
                  <a:lnTo>
                    <a:pt x="256" y="24"/>
                  </a:lnTo>
                  <a:lnTo>
                    <a:pt x="256" y="24"/>
                  </a:lnTo>
                  <a:lnTo>
                    <a:pt x="254" y="14"/>
                  </a:lnTo>
                  <a:lnTo>
                    <a:pt x="248" y="8"/>
                  </a:lnTo>
                  <a:lnTo>
                    <a:pt x="242" y="2"/>
                  </a:lnTo>
                  <a:lnTo>
                    <a:pt x="232" y="0"/>
                  </a:lnTo>
                  <a:close/>
                  <a:moveTo>
                    <a:pt x="240" y="224"/>
                  </a:moveTo>
                  <a:lnTo>
                    <a:pt x="240" y="224"/>
                  </a:lnTo>
                  <a:lnTo>
                    <a:pt x="238" y="230"/>
                  </a:lnTo>
                  <a:lnTo>
                    <a:pt x="236" y="236"/>
                  </a:lnTo>
                  <a:lnTo>
                    <a:pt x="230" y="238"/>
                  </a:lnTo>
                  <a:lnTo>
                    <a:pt x="224" y="240"/>
                  </a:lnTo>
                  <a:lnTo>
                    <a:pt x="32" y="240"/>
                  </a:lnTo>
                  <a:lnTo>
                    <a:pt x="32" y="240"/>
                  </a:lnTo>
                  <a:lnTo>
                    <a:pt x="26" y="238"/>
                  </a:lnTo>
                  <a:lnTo>
                    <a:pt x="20" y="236"/>
                  </a:lnTo>
                  <a:lnTo>
                    <a:pt x="18" y="230"/>
                  </a:lnTo>
                  <a:lnTo>
                    <a:pt x="16" y="224"/>
                  </a:lnTo>
                  <a:lnTo>
                    <a:pt x="16" y="64"/>
                  </a:lnTo>
                  <a:lnTo>
                    <a:pt x="16" y="64"/>
                  </a:lnTo>
                  <a:lnTo>
                    <a:pt x="16" y="60"/>
                  </a:lnTo>
                  <a:lnTo>
                    <a:pt x="18" y="58"/>
                  </a:lnTo>
                  <a:lnTo>
                    <a:pt x="20" y="56"/>
                  </a:lnTo>
                  <a:lnTo>
                    <a:pt x="24" y="56"/>
                  </a:lnTo>
                  <a:lnTo>
                    <a:pt x="32" y="56"/>
                  </a:lnTo>
                  <a:lnTo>
                    <a:pt x="32" y="216"/>
                  </a:lnTo>
                  <a:lnTo>
                    <a:pt x="32" y="216"/>
                  </a:lnTo>
                  <a:lnTo>
                    <a:pt x="32" y="220"/>
                  </a:lnTo>
                  <a:lnTo>
                    <a:pt x="34" y="222"/>
                  </a:lnTo>
                  <a:lnTo>
                    <a:pt x="36" y="224"/>
                  </a:lnTo>
                  <a:lnTo>
                    <a:pt x="40" y="224"/>
                  </a:lnTo>
                  <a:lnTo>
                    <a:pt x="40" y="224"/>
                  </a:lnTo>
                  <a:lnTo>
                    <a:pt x="44" y="224"/>
                  </a:lnTo>
                  <a:lnTo>
                    <a:pt x="46" y="222"/>
                  </a:lnTo>
                  <a:lnTo>
                    <a:pt x="48" y="220"/>
                  </a:lnTo>
                  <a:lnTo>
                    <a:pt x="48" y="216"/>
                  </a:lnTo>
                  <a:lnTo>
                    <a:pt x="48" y="24"/>
                  </a:lnTo>
                  <a:lnTo>
                    <a:pt x="48" y="24"/>
                  </a:lnTo>
                  <a:lnTo>
                    <a:pt x="48" y="20"/>
                  </a:lnTo>
                  <a:lnTo>
                    <a:pt x="50" y="18"/>
                  </a:lnTo>
                  <a:lnTo>
                    <a:pt x="52" y="16"/>
                  </a:lnTo>
                  <a:lnTo>
                    <a:pt x="56" y="16"/>
                  </a:lnTo>
                  <a:lnTo>
                    <a:pt x="232" y="16"/>
                  </a:lnTo>
                  <a:lnTo>
                    <a:pt x="232" y="16"/>
                  </a:lnTo>
                  <a:lnTo>
                    <a:pt x="236" y="16"/>
                  </a:lnTo>
                  <a:lnTo>
                    <a:pt x="238" y="18"/>
                  </a:lnTo>
                  <a:lnTo>
                    <a:pt x="240" y="20"/>
                  </a:lnTo>
                  <a:lnTo>
                    <a:pt x="240" y="24"/>
                  </a:lnTo>
                  <a:lnTo>
                    <a:pt x="240" y="2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23" name="Freeform 256"/>
            <p:cNvSpPr>
              <a:spLocks/>
            </p:cNvSpPr>
            <p:nvPr/>
          </p:nvSpPr>
          <p:spPr bwMode="auto">
            <a:xfrm>
              <a:off x="2578100" y="1301750"/>
              <a:ext cx="114300" cy="12700"/>
            </a:xfrm>
            <a:custGeom>
              <a:avLst/>
              <a:gdLst/>
              <a:ahLst/>
              <a:cxnLst>
                <a:cxn ang="0">
                  <a:pos x="4" y="8"/>
                </a:cxn>
                <a:cxn ang="0">
                  <a:pos x="68" y="8"/>
                </a:cxn>
                <a:cxn ang="0">
                  <a:pos x="68" y="8"/>
                </a:cxn>
                <a:cxn ang="0">
                  <a:pos x="70" y="6"/>
                </a:cxn>
                <a:cxn ang="0">
                  <a:pos x="72" y="4"/>
                </a:cxn>
                <a:cxn ang="0">
                  <a:pos x="72" y="4"/>
                </a:cxn>
                <a:cxn ang="0">
                  <a:pos x="70" y="2"/>
                </a:cxn>
                <a:cxn ang="0">
                  <a:pos x="68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2" y="6"/>
                </a:cxn>
                <a:cxn ang="0">
                  <a:pos x="4" y="8"/>
                </a:cxn>
              </a:cxnLst>
              <a:rect l="0" t="0" r="r" b="b"/>
              <a:pathLst>
                <a:path w="72" h="8">
                  <a:moveTo>
                    <a:pt x="4" y="8"/>
                  </a:moveTo>
                  <a:lnTo>
                    <a:pt x="68" y="8"/>
                  </a:lnTo>
                  <a:lnTo>
                    <a:pt x="68" y="8"/>
                  </a:lnTo>
                  <a:lnTo>
                    <a:pt x="70" y="6"/>
                  </a:lnTo>
                  <a:lnTo>
                    <a:pt x="72" y="4"/>
                  </a:lnTo>
                  <a:lnTo>
                    <a:pt x="72" y="4"/>
                  </a:lnTo>
                  <a:lnTo>
                    <a:pt x="70" y="2"/>
                  </a:lnTo>
                  <a:lnTo>
                    <a:pt x="68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6"/>
                  </a:lnTo>
                  <a:lnTo>
                    <a:pt x="4" y="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24" name="Freeform 258"/>
            <p:cNvSpPr>
              <a:spLocks/>
            </p:cNvSpPr>
            <p:nvPr/>
          </p:nvSpPr>
          <p:spPr bwMode="auto">
            <a:xfrm>
              <a:off x="2578100" y="1263650"/>
              <a:ext cx="114300" cy="12700"/>
            </a:xfrm>
            <a:custGeom>
              <a:avLst/>
              <a:gdLst/>
              <a:ahLst/>
              <a:cxnLst>
                <a:cxn ang="0">
                  <a:pos x="4" y="8"/>
                </a:cxn>
                <a:cxn ang="0">
                  <a:pos x="68" y="8"/>
                </a:cxn>
                <a:cxn ang="0">
                  <a:pos x="68" y="8"/>
                </a:cxn>
                <a:cxn ang="0">
                  <a:pos x="70" y="6"/>
                </a:cxn>
                <a:cxn ang="0">
                  <a:pos x="72" y="4"/>
                </a:cxn>
                <a:cxn ang="0">
                  <a:pos x="72" y="4"/>
                </a:cxn>
                <a:cxn ang="0">
                  <a:pos x="70" y="2"/>
                </a:cxn>
                <a:cxn ang="0">
                  <a:pos x="68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2" y="6"/>
                </a:cxn>
                <a:cxn ang="0">
                  <a:pos x="4" y="8"/>
                </a:cxn>
              </a:cxnLst>
              <a:rect l="0" t="0" r="r" b="b"/>
              <a:pathLst>
                <a:path w="72" h="8">
                  <a:moveTo>
                    <a:pt x="4" y="8"/>
                  </a:moveTo>
                  <a:lnTo>
                    <a:pt x="68" y="8"/>
                  </a:lnTo>
                  <a:lnTo>
                    <a:pt x="68" y="8"/>
                  </a:lnTo>
                  <a:lnTo>
                    <a:pt x="70" y="6"/>
                  </a:lnTo>
                  <a:lnTo>
                    <a:pt x="72" y="4"/>
                  </a:lnTo>
                  <a:lnTo>
                    <a:pt x="72" y="4"/>
                  </a:lnTo>
                  <a:lnTo>
                    <a:pt x="70" y="2"/>
                  </a:lnTo>
                  <a:lnTo>
                    <a:pt x="68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6"/>
                  </a:lnTo>
                  <a:lnTo>
                    <a:pt x="4" y="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25" name="Freeform 260"/>
            <p:cNvSpPr>
              <a:spLocks/>
            </p:cNvSpPr>
            <p:nvPr/>
          </p:nvSpPr>
          <p:spPr bwMode="auto">
            <a:xfrm>
              <a:off x="2578100" y="1225550"/>
              <a:ext cx="114300" cy="12700"/>
            </a:xfrm>
            <a:custGeom>
              <a:avLst/>
              <a:gdLst/>
              <a:ahLst/>
              <a:cxnLst>
                <a:cxn ang="0">
                  <a:pos x="4" y="8"/>
                </a:cxn>
                <a:cxn ang="0">
                  <a:pos x="68" y="8"/>
                </a:cxn>
                <a:cxn ang="0">
                  <a:pos x="68" y="8"/>
                </a:cxn>
                <a:cxn ang="0">
                  <a:pos x="70" y="6"/>
                </a:cxn>
                <a:cxn ang="0">
                  <a:pos x="72" y="4"/>
                </a:cxn>
                <a:cxn ang="0">
                  <a:pos x="72" y="4"/>
                </a:cxn>
                <a:cxn ang="0">
                  <a:pos x="70" y="2"/>
                </a:cxn>
                <a:cxn ang="0">
                  <a:pos x="68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2" y="6"/>
                </a:cxn>
                <a:cxn ang="0">
                  <a:pos x="4" y="8"/>
                </a:cxn>
              </a:cxnLst>
              <a:rect l="0" t="0" r="r" b="b"/>
              <a:pathLst>
                <a:path w="72" h="8">
                  <a:moveTo>
                    <a:pt x="4" y="8"/>
                  </a:moveTo>
                  <a:lnTo>
                    <a:pt x="68" y="8"/>
                  </a:lnTo>
                  <a:lnTo>
                    <a:pt x="68" y="8"/>
                  </a:lnTo>
                  <a:lnTo>
                    <a:pt x="70" y="6"/>
                  </a:lnTo>
                  <a:lnTo>
                    <a:pt x="72" y="4"/>
                  </a:lnTo>
                  <a:lnTo>
                    <a:pt x="72" y="4"/>
                  </a:lnTo>
                  <a:lnTo>
                    <a:pt x="70" y="2"/>
                  </a:lnTo>
                  <a:lnTo>
                    <a:pt x="68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6"/>
                  </a:lnTo>
                  <a:lnTo>
                    <a:pt x="4" y="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26" name="Freeform 262"/>
            <p:cNvSpPr>
              <a:spLocks/>
            </p:cNvSpPr>
            <p:nvPr/>
          </p:nvSpPr>
          <p:spPr bwMode="auto">
            <a:xfrm>
              <a:off x="2438400" y="1492250"/>
              <a:ext cx="114300" cy="12700"/>
            </a:xfrm>
            <a:custGeom>
              <a:avLst/>
              <a:gdLst/>
              <a:ahLst/>
              <a:cxnLst>
                <a:cxn ang="0">
                  <a:pos x="68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2" y="6"/>
                </a:cxn>
                <a:cxn ang="0">
                  <a:pos x="4" y="8"/>
                </a:cxn>
                <a:cxn ang="0">
                  <a:pos x="68" y="8"/>
                </a:cxn>
                <a:cxn ang="0">
                  <a:pos x="68" y="8"/>
                </a:cxn>
                <a:cxn ang="0">
                  <a:pos x="70" y="6"/>
                </a:cxn>
                <a:cxn ang="0">
                  <a:pos x="72" y="4"/>
                </a:cxn>
                <a:cxn ang="0">
                  <a:pos x="72" y="4"/>
                </a:cxn>
                <a:cxn ang="0">
                  <a:pos x="70" y="2"/>
                </a:cxn>
                <a:cxn ang="0">
                  <a:pos x="68" y="0"/>
                </a:cxn>
              </a:cxnLst>
              <a:rect l="0" t="0" r="r" b="b"/>
              <a:pathLst>
                <a:path w="72" h="8">
                  <a:moveTo>
                    <a:pt x="68" y="0"/>
                  </a:moveTo>
                  <a:lnTo>
                    <a:pt x="4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6"/>
                  </a:lnTo>
                  <a:lnTo>
                    <a:pt x="4" y="8"/>
                  </a:lnTo>
                  <a:lnTo>
                    <a:pt x="68" y="8"/>
                  </a:lnTo>
                  <a:lnTo>
                    <a:pt x="68" y="8"/>
                  </a:lnTo>
                  <a:lnTo>
                    <a:pt x="70" y="6"/>
                  </a:lnTo>
                  <a:lnTo>
                    <a:pt x="72" y="4"/>
                  </a:lnTo>
                  <a:lnTo>
                    <a:pt x="72" y="4"/>
                  </a:lnTo>
                  <a:lnTo>
                    <a:pt x="70" y="2"/>
                  </a:lnTo>
                  <a:lnTo>
                    <a:pt x="68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27" name="Freeform 264"/>
            <p:cNvSpPr>
              <a:spLocks/>
            </p:cNvSpPr>
            <p:nvPr/>
          </p:nvSpPr>
          <p:spPr bwMode="auto">
            <a:xfrm>
              <a:off x="2438400" y="1454150"/>
              <a:ext cx="114300" cy="12700"/>
            </a:xfrm>
            <a:custGeom>
              <a:avLst/>
              <a:gdLst/>
              <a:ahLst/>
              <a:cxnLst>
                <a:cxn ang="0">
                  <a:pos x="68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2" y="6"/>
                </a:cxn>
                <a:cxn ang="0">
                  <a:pos x="4" y="8"/>
                </a:cxn>
                <a:cxn ang="0">
                  <a:pos x="68" y="8"/>
                </a:cxn>
                <a:cxn ang="0">
                  <a:pos x="68" y="8"/>
                </a:cxn>
                <a:cxn ang="0">
                  <a:pos x="70" y="6"/>
                </a:cxn>
                <a:cxn ang="0">
                  <a:pos x="72" y="4"/>
                </a:cxn>
                <a:cxn ang="0">
                  <a:pos x="72" y="4"/>
                </a:cxn>
                <a:cxn ang="0">
                  <a:pos x="70" y="2"/>
                </a:cxn>
                <a:cxn ang="0">
                  <a:pos x="68" y="0"/>
                </a:cxn>
              </a:cxnLst>
              <a:rect l="0" t="0" r="r" b="b"/>
              <a:pathLst>
                <a:path w="72" h="8">
                  <a:moveTo>
                    <a:pt x="68" y="0"/>
                  </a:moveTo>
                  <a:lnTo>
                    <a:pt x="4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6"/>
                  </a:lnTo>
                  <a:lnTo>
                    <a:pt x="4" y="8"/>
                  </a:lnTo>
                  <a:lnTo>
                    <a:pt x="68" y="8"/>
                  </a:lnTo>
                  <a:lnTo>
                    <a:pt x="68" y="8"/>
                  </a:lnTo>
                  <a:lnTo>
                    <a:pt x="70" y="6"/>
                  </a:lnTo>
                  <a:lnTo>
                    <a:pt x="72" y="4"/>
                  </a:lnTo>
                  <a:lnTo>
                    <a:pt x="72" y="4"/>
                  </a:lnTo>
                  <a:lnTo>
                    <a:pt x="70" y="2"/>
                  </a:lnTo>
                  <a:lnTo>
                    <a:pt x="68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28" name="Freeform 266"/>
            <p:cNvSpPr>
              <a:spLocks/>
            </p:cNvSpPr>
            <p:nvPr/>
          </p:nvSpPr>
          <p:spPr bwMode="auto">
            <a:xfrm>
              <a:off x="2438400" y="1416050"/>
              <a:ext cx="114300" cy="12700"/>
            </a:xfrm>
            <a:custGeom>
              <a:avLst/>
              <a:gdLst/>
              <a:ahLst/>
              <a:cxnLst>
                <a:cxn ang="0">
                  <a:pos x="68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2" y="6"/>
                </a:cxn>
                <a:cxn ang="0">
                  <a:pos x="4" y="8"/>
                </a:cxn>
                <a:cxn ang="0">
                  <a:pos x="68" y="8"/>
                </a:cxn>
                <a:cxn ang="0">
                  <a:pos x="68" y="8"/>
                </a:cxn>
                <a:cxn ang="0">
                  <a:pos x="70" y="6"/>
                </a:cxn>
                <a:cxn ang="0">
                  <a:pos x="72" y="4"/>
                </a:cxn>
                <a:cxn ang="0">
                  <a:pos x="72" y="4"/>
                </a:cxn>
                <a:cxn ang="0">
                  <a:pos x="70" y="2"/>
                </a:cxn>
                <a:cxn ang="0">
                  <a:pos x="68" y="0"/>
                </a:cxn>
              </a:cxnLst>
              <a:rect l="0" t="0" r="r" b="b"/>
              <a:pathLst>
                <a:path w="72" h="8">
                  <a:moveTo>
                    <a:pt x="68" y="0"/>
                  </a:moveTo>
                  <a:lnTo>
                    <a:pt x="4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6"/>
                  </a:lnTo>
                  <a:lnTo>
                    <a:pt x="4" y="8"/>
                  </a:lnTo>
                  <a:lnTo>
                    <a:pt x="68" y="8"/>
                  </a:lnTo>
                  <a:lnTo>
                    <a:pt x="68" y="8"/>
                  </a:lnTo>
                  <a:lnTo>
                    <a:pt x="70" y="6"/>
                  </a:lnTo>
                  <a:lnTo>
                    <a:pt x="72" y="4"/>
                  </a:lnTo>
                  <a:lnTo>
                    <a:pt x="72" y="4"/>
                  </a:lnTo>
                  <a:lnTo>
                    <a:pt x="70" y="2"/>
                  </a:lnTo>
                  <a:lnTo>
                    <a:pt x="68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29" name="Freeform 268"/>
            <p:cNvSpPr>
              <a:spLocks/>
            </p:cNvSpPr>
            <p:nvPr/>
          </p:nvSpPr>
          <p:spPr bwMode="auto">
            <a:xfrm>
              <a:off x="2578100" y="1492250"/>
              <a:ext cx="114300" cy="12700"/>
            </a:xfrm>
            <a:custGeom>
              <a:avLst/>
              <a:gdLst/>
              <a:ahLst/>
              <a:cxnLst>
                <a:cxn ang="0">
                  <a:pos x="68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2" y="6"/>
                </a:cxn>
                <a:cxn ang="0">
                  <a:pos x="4" y="8"/>
                </a:cxn>
                <a:cxn ang="0">
                  <a:pos x="68" y="8"/>
                </a:cxn>
                <a:cxn ang="0">
                  <a:pos x="68" y="8"/>
                </a:cxn>
                <a:cxn ang="0">
                  <a:pos x="70" y="6"/>
                </a:cxn>
                <a:cxn ang="0">
                  <a:pos x="72" y="4"/>
                </a:cxn>
                <a:cxn ang="0">
                  <a:pos x="72" y="4"/>
                </a:cxn>
                <a:cxn ang="0">
                  <a:pos x="70" y="2"/>
                </a:cxn>
                <a:cxn ang="0">
                  <a:pos x="68" y="0"/>
                </a:cxn>
              </a:cxnLst>
              <a:rect l="0" t="0" r="r" b="b"/>
              <a:pathLst>
                <a:path w="72" h="8">
                  <a:moveTo>
                    <a:pt x="68" y="0"/>
                  </a:moveTo>
                  <a:lnTo>
                    <a:pt x="4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6"/>
                  </a:lnTo>
                  <a:lnTo>
                    <a:pt x="4" y="8"/>
                  </a:lnTo>
                  <a:lnTo>
                    <a:pt x="68" y="8"/>
                  </a:lnTo>
                  <a:lnTo>
                    <a:pt x="68" y="8"/>
                  </a:lnTo>
                  <a:lnTo>
                    <a:pt x="70" y="6"/>
                  </a:lnTo>
                  <a:lnTo>
                    <a:pt x="72" y="4"/>
                  </a:lnTo>
                  <a:lnTo>
                    <a:pt x="72" y="4"/>
                  </a:lnTo>
                  <a:lnTo>
                    <a:pt x="70" y="2"/>
                  </a:lnTo>
                  <a:lnTo>
                    <a:pt x="68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30" name="Freeform 270"/>
            <p:cNvSpPr>
              <a:spLocks/>
            </p:cNvSpPr>
            <p:nvPr/>
          </p:nvSpPr>
          <p:spPr bwMode="auto">
            <a:xfrm>
              <a:off x="2578100" y="1454150"/>
              <a:ext cx="114300" cy="12700"/>
            </a:xfrm>
            <a:custGeom>
              <a:avLst/>
              <a:gdLst/>
              <a:ahLst/>
              <a:cxnLst>
                <a:cxn ang="0">
                  <a:pos x="68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2" y="6"/>
                </a:cxn>
                <a:cxn ang="0">
                  <a:pos x="4" y="8"/>
                </a:cxn>
                <a:cxn ang="0">
                  <a:pos x="68" y="8"/>
                </a:cxn>
                <a:cxn ang="0">
                  <a:pos x="68" y="8"/>
                </a:cxn>
                <a:cxn ang="0">
                  <a:pos x="70" y="6"/>
                </a:cxn>
                <a:cxn ang="0">
                  <a:pos x="72" y="4"/>
                </a:cxn>
                <a:cxn ang="0">
                  <a:pos x="72" y="4"/>
                </a:cxn>
                <a:cxn ang="0">
                  <a:pos x="70" y="2"/>
                </a:cxn>
                <a:cxn ang="0">
                  <a:pos x="68" y="0"/>
                </a:cxn>
              </a:cxnLst>
              <a:rect l="0" t="0" r="r" b="b"/>
              <a:pathLst>
                <a:path w="72" h="8">
                  <a:moveTo>
                    <a:pt x="68" y="0"/>
                  </a:moveTo>
                  <a:lnTo>
                    <a:pt x="4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6"/>
                  </a:lnTo>
                  <a:lnTo>
                    <a:pt x="4" y="8"/>
                  </a:lnTo>
                  <a:lnTo>
                    <a:pt x="68" y="8"/>
                  </a:lnTo>
                  <a:lnTo>
                    <a:pt x="68" y="8"/>
                  </a:lnTo>
                  <a:lnTo>
                    <a:pt x="70" y="6"/>
                  </a:lnTo>
                  <a:lnTo>
                    <a:pt x="72" y="4"/>
                  </a:lnTo>
                  <a:lnTo>
                    <a:pt x="72" y="4"/>
                  </a:lnTo>
                  <a:lnTo>
                    <a:pt x="70" y="2"/>
                  </a:lnTo>
                  <a:lnTo>
                    <a:pt x="68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31" name="Freeform 272"/>
            <p:cNvSpPr>
              <a:spLocks/>
            </p:cNvSpPr>
            <p:nvPr/>
          </p:nvSpPr>
          <p:spPr bwMode="auto">
            <a:xfrm>
              <a:off x="2578100" y="1416050"/>
              <a:ext cx="114300" cy="12700"/>
            </a:xfrm>
            <a:custGeom>
              <a:avLst/>
              <a:gdLst/>
              <a:ahLst/>
              <a:cxnLst>
                <a:cxn ang="0">
                  <a:pos x="68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2" y="6"/>
                </a:cxn>
                <a:cxn ang="0">
                  <a:pos x="4" y="8"/>
                </a:cxn>
                <a:cxn ang="0">
                  <a:pos x="68" y="8"/>
                </a:cxn>
                <a:cxn ang="0">
                  <a:pos x="68" y="8"/>
                </a:cxn>
                <a:cxn ang="0">
                  <a:pos x="70" y="6"/>
                </a:cxn>
                <a:cxn ang="0">
                  <a:pos x="72" y="4"/>
                </a:cxn>
                <a:cxn ang="0">
                  <a:pos x="72" y="4"/>
                </a:cxn>
                <a:cxn ang="0">
                  <a:pos x="70" y="2"/>
                </a:cxn>
                <a:cxn ang="0">
                  <a:pos x="68" y="0"/>
                </a:cxn>
              </a:cxnLst>
              <a:rect l="0" t="0" r="r" b="b"/>
              <a:pathLst>
                <a:path w="72" h="8">
                  <a:moveTo>
                    <a:pt x="68" y="0"/>
                  </a:moveTo>
                  <a:lnTo>
                    <a:pt x="4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6"/>
                  </a:lnTo>
                  <a:lnTo>
                    <a:pt x="4" y="8"/>
                  </a:lnTo>
                  <a:lnTo>
                    <a:pt x="68" y="8"/>
                  </a:lnTo>
                  <a:lnTo>
                    <a:pt x="68" y="8"/>
                  </a:lnTo>
                  <a:lnTo>
                    <a:pt x="70" y="6"/>
                  </a:lnTo>
                  <a:lnTo>
                    <a:pt x="72" y="4"/>
                  </a:lnTo>
                  <a:lnTo>
                    <a:pt x="72" y="4"/>
                  </a:lnTo>
                  <a:lnTo>
                    <a:pt x="70" y="2"/>
                  </a:lnTo>
                  <a:lnTo>
                    <a:pt x="68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32" name="Freeform 274"/>
            <p:cNvSpPr>
              <a:spLocks/>
            </p:cNvSpPr>
            <p:nvPr/>
          </p:nvSpPr>
          <p:spPr bwMode="auto">
            <a:xfrm>
              <a:off x="2438400" y="1339850"/>
              <a:ext cx="254000" cy="12700"/>
            </a:xfrm>
            <a:custGeom>
              <a:avLst/>
              <a:gdLst/>
              <a:ahLst/>
              <a:cxnLst>
                <a:cxn ang="0">
                  <a:pos x="156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2" y="6"/>
                </a:cxn>
                <a:cxn ang="0">
                  <a:pos x="4" y="8"/>
                </a:cxn>
                <a:cxn ang="0">
                  <a:pos x="156" y="8"/>
                </a:cxn>
                <a:cxn ang="0">
                  <a:pos x="156" y="8"/>
                </a:cxn>
                <a:cxn ang="0">
                  <a:pos x="158" y="6"/>
                </a:cxn>
                <a:cxn ang="0">
                  <a:pos x="160" y="4"/>
                </a:cxn>
                <a:cxn ang="0">
                  <a:pos x="160" y="4"/>
                </a:cxn>
                <a:cxn ang="0">
                  <a:pos x="158" y="2"/>
                </a:cxn>
                <a:cxn ang="0">
                  <a:pos x="156" y="0"/>
                </a:cxn>
              </a:cxnLst>
              <a:rect l="0" t="0" r="r" b="b"/>
              <a:pathLst>
                <a:path w="160" h="8">
                  <a:moveTo>
                    <a:pt x="156" y="0"/>
                  </a:moveTo>
                  <a:lnTo>
                    <a:pt x="4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6"/>
                  </a:lnTo>
                  <a:lnTo>
                    <a:pt x="4" y="8"/>
                  </a:lnTo>
                  <a:lnTo>
                    <a:pt x="156" y="8"/>
                  </a:lnTo>
                  <a:lnTo>
                    <a:pt x="156" y="8"/>
                  </a:lnTo>
                  <a:lnTo>
                    <a:pt x="158" y="6"/>
                  </a:lnTo>
                  <a:lnTo>
                    <a:pt x="160" y="4"/>
                  </a:lnTo>
                  <a:lnTo>
                    <a:pt x="160" y="4"/>
                  </a:lnTo>
                  <a:lnTo>
                    <a:pt x="158" y="2"/>
                  </a:lnTo>
                  <a:lnTo>
                    <a:pt x="156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33" name="Freeform 276"/>
            <p:cNvSpPr>
              <a:spLocks/>
            </p:cNvSpPr>
            <p:nvPr/>
          </p:nvSpPr>
          <p:spPr bwMode="auto">
            <a:xfrm>
              <a:off x="2438400" y="1377950"/>
              <a:ext cx="254000" cy="12700"/>
            </a:xfrm>
            <a:custGeom>
              <a:avLst/>
              <a:gdLst/>
              <a:ahLst/>
              <a:cxnLst>
                <a:cxn ang="0">
                  <a:pos x="156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2" y="6"/>
                </a:cxn>
                <a:cxn ang="0">
                  <a:pos x="4" y="8"/>
                </a:cxn>
                <a:cxn ang="0">
                  <a:pos x="156" y="8"/>
                </a:cxn>
                <a:cxn ang="0">
                  <a:pos x="156" y="8"/>
                </a:cxn>
                <a:cxn ang="0">
                  <a:pos x="158" y="6"/>
                </a:cxn>
                <a:cxn ang="0">
                  <a:pos x="160" y="4"/>
                </a:cxn>
                <a:cxn ang="0">
                  <a:pos x="160" y="4"/>
                </a:cxn>
                <a:cxn ang="0">
                  <a:pos x="158" y="2"/>
                </a:cxn>
                <a:cxn ang="0">
                  <a:pos x="156" y="0"/>
                </a:cxn>
              </a:cxnLst>
              <a:rect l="0" t="0" r="r" b="b"/>
              <a:pathLst>
                <a:path w="160" h="8">
                  <a:moveTo>
                    <a:pt x="156" y="0"/>
                  </a:moveTo>
                  <a:lnTo>
                    <a:pt x="4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6"/>
                  </a:lnTo>
                  <a:lnTo>
                    <a:pt x="4" y="8"/>
                  </a:lnTo>
                  <a:lnTo>
                    <a:pt x="156" y="8"/>
                  </a:lnTo>
                  <a:lnTo>
                    <a:pt x="156" y="8"/>
                  </a:lnTo>
                  <a:lnTo>
                    <a:pt x="158" y="6"/>
                  </a:lnTo>
                  <a:lnTo>
                    <a:pt x="160" y="4"/>
                  </a:lnTo>
                  <a:lnTo>
                    <a:pt x="160" y="4"/>
                  </a:lnTo>
                  <a:lnTo>
                    <a:pt x="158" y="2"/>
                  </a:lnTo>
                  <a:lnTo>
                    <a:pt x="156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34" name="Freeform 278"/>
            <p:cNvSpPr>
              <a:spLocks noEditPoints="1"/>
            </p:cNvSpPr>
            <p:nvPr/>
          </p:nvSpPr>
          <p:spPr bwMode="auto">
            <a:xfrm>
              <a:off x="2438400" y="1200150"/>
              <a:ext cx="114300" cy="114300"/>
            </a:xfrm>
            <a:custGeom>
              <a:avLst/>
              <a:gdLst/>
              <a:ahLst/>
              <a:cxnLst>
                <a:cxn ang="0">
                  <a:pos x="8" y="72"/>
                </a:cxn>
                <a:cxn ang="0">
                  <a:pos x="64" y="72"/>
                </a:cxn>
                <a:cxn ang="0">
                  <a:pos x="64" y="72"/>
                </a:cxn>
                <a:cxn ang="0">
                  <a:pos x="68" y="72"/>
                </a:cxn>
                <a:cxn ang="0">
                  <a:pos x="70" y="70"/>
                </a:cxn>
                <a:cxn ang="0">
                  <a:pos x="72" y="68"/>
                </a:cxn>
                <a:cxn ang="0">
                  <a:pos x="72" y="64"/>
                </a:cxn>
                <a:cxn ang="0">
                  <a:pos x="72" y="8"/>
                </a:cxn>
                <a:cxn ang="0">
                  <a:pos x="72" y="8"/>
                </a:cxn>
                <a:cxn ang="0">
                  <a:pos x="72" y="4"/>
                </a:cxn>
                <a:cxn ang="0">
                  <a:pos x="70" y="2"/>
                </a:cxn>
                <a:cxn ang="0">
                  <a:pos x="68" y="0"/>
                </a:cxn>
                <a:cxn ang="0">
                  <a:pos x="64" y="0"/>
                </a:cxn>
                <a:cxn ang="0">
                  <a:pos x="8" y="0"/>
                </a:cxn>
                <a:cxn ang="0">
                  <a:pos x="8" y="0"/>
                </a:cxn>
                <a:cxn ang="0">
                  <a:pos x="4" y="0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8"/>
                </a:cxn>
                <a:cxn ang="0">
                  <a:pos x="0" y="64"/>
                </a:cxn>
                <a:cxn ang="0">
                  <a:pos x="0" y="64"/>
                </a:cxn>
                <a:cxn ang="0">
                  <a:pos x="0" y="68"/>
                </a:cxn>
                <a:cxn ang="0">
                  <a:pos x="2" y="70"/>
                </a:cxn>
                <a:cxn ang="0">
                  <a:pos x="4" y="72"/>
                </a:cxn>
                <a:cxn ang="0">
                  <a:pos x="8" y="72"/>
                </a:cxn>
                <a:cxn ang="0">
                  <a:pos x="16" y="16"/>
                </a:cxn>
                <a:cxn ang="0">
                  <a:pos x="56" y="16"/>
                </a:cxn>
                <a:cxn ang="0">
                  <a:pos x="56" y="56"/>
                </a:cxn>
                <a:cxn ang="0">
                  <a:pos x="16" y="56"/>
                </a:cxn>
                <a:cxn ang="0">
                  <a:pos x="16" y="16"/>
                </a:cxn>
              </a:cxnLst>
              <a:rect l="0" t="0" r="r" b="b"/>
              <a:pathLst>
                <a:path w="72" h="72">
                  <a:moveTo>
                    <a:pt x="8" y="72"/>
                  </a:moveTo>
                  <a:lnTo>
                    <a:pt x="64" y="72"/>
                  </a:lnTo>
                  <a:lnTo>
                    <a:pt x="64" y="72"/>
                  </a:lnTo>
                  <a:lnTo>
                    <a:pt x="68" y="72"/>
                  </a:lnTo>
                  <a:lnTo>
                    <a:pt x="70" y="70"/>
                  </a:lnTo>
                  <a:lnTo>
                    <a:pt x="72" y="68"/>
                  </a:lnTo>
                  <a:lnTo>
                    <a:pt x="72" y="64"/>
                  </a:lnTo>
                  <a:lnTo>
                    <a:pt x="72" y="8"/>
                  </a:lnTo>
                  <a:lnTo>
                    <a:pt x="72" y="8"/>
                  </a:lnTo>
                  <a:lnTo>
                    <a:pt x="72" y="4"/>
                  </a:lnTo>
                  <a:lnTo>
                    <a:pt x="70" y="2"/>
                  </a:lnTo>
                  <a:lnTo>
                    <a:pt x="68" y="0"/>
                  </a:lnTo>
                  <a:lnTo>
                    <a:pt x="64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8"/>
                  </a:lnTo>
                  <a:lnTo>
                    <a:pt x="0" y="64"/>
                  </a:lnTo>
                  <a:lnTo>
                    <a:pt x="0" y="64"/>
                  </a:lnTo>
                  <a:lnTo>
                    <a:pt x="0" y="68"/>
                  </a:lnTo>
                  <a:lnTo>
                    <a:pt x="2" y="70"/>
                  </a:lnTo>
                  <a:lnTo>
                    <a:pt x="4" y="72"/>
                  </a:lnTo>
                  <a:lnTo>
                    <a:pt x="8" y="72"/>
                  </a:lnTo>
                  <a:close/>
                  <a:moveTo>
                    <a:pt x="16" y="16"/>
                  </a:moveTo>
                  <a:lnTo>
                    <a:pt x="56" y="16"/>
                  </a:lnTo>
                  <a:lnTo>
                    <a:pt x="56" y="56"/>
                  </a:lnTo>
                  <a:lnTo>
                    <a:pt x="16" y="56"/>
                  </a:lnTo>
                  <a:lnTo>
                    <a:pt x="16" y="1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</p:grpSp>
      <p:sp>
        <p:nvSpPr>
          <p:cNvPr id="21" name="Freeform 247"/>
          <p:cNvSpPr>
            <a:spLocks noEditPoints="1"/>
          </p:cNvSpPr>
          <p:nvPr/>
        </p:nvSpPr>
        <p:spPr bwMode="auto">
          <a:xfrm>
            <a:off x="7210243" y="1732587"/>
            <a:ext cx="465099" cy="305221"/>
          </a:xfrm>
          <a:custGeom>
            <a:avLst/>
            <a:gdLst/>
            <a:ahLst/>
            <a:cxnLst>
              <a:cxn ang="0">
                <a:pos x="32" y="0"/>
              </a:cxn>
              <a:cxn ang="0">
                <a:pos x="26" y="0"/>
              </a:cxn>
              <a:cxn ang="0">
                <a:pos x="10" y="10"/>
              </a:cxn>
              <a:cxn ang="0">
                <a:pos x="0" y="26"/>
              </a:cxn>
              <a:cxn ang="0">
                <a:pos x="0" y="136"/>
              </a:cxn>
              <a:cxn ang="0">
                <a:pos x="0" y="142"/>
              </a:cxn>
              <a:cxn ang="0">
                <a:pos x="10" y="158"/>
              </a:cxn>
              <a:cxn ang="0">
                <a:pos x="26" y="168"/>
              </a:cxn>
              <a:cxn ang="0">
                <a:pos x="224" y="168"/>
              </a:cxn>
              <a:cxn ang="0">
                <a:pos x="230" y="168"/>
              </a:cxn>
              <a:cxn ang="0">
                <a:pos x="246" y="158"/>
              </a:cxn>
              <a:cxn ang="0">
                <a:pos x="256" y="142"/>
              </a:cxn>
              <a:cxn ang="0">
                <a:pos x="256" y="32"/>
              </a:cxn>
              <a:cxn ang="0">
                <a:pos x="256" y="26"/>
              </a:cxn>
              <a:cxn ang="0">
                <a:pos x="246" y="10"/>
              </a:cxn>
              <a:cxn ang="0">
                <a:pos x="230" y="0"/>
              </a:cxn>
              <a:cxn ang="0">
                <a:pos x="16" y="42"/>
              </a:cxn>
              <a:cxn ang="0">
                <a:pos x="16" y="126"/>
              </a:cxn>
              <a:cxn ang="0">
                <a:pos x="240" y="136"/>
              </a:cxn>
              <a:cxn ang="0">
                <a:pos x="238" y="142"/>
              </a:cxn>
              <a:cxn ang="0">
                <a:pos x="230" y="150"/>
              </a:cxn>
              <a:cxn ang="0">
                <a:pos x="32" y="152"/>
              </a:cxn>
              <a:cxn ang="0">
                <a:pos x="26" y="150"/>
              </a:cxn>
              <a:cxn ang="0">
                <a:pos x="18" y="142"/>
              </a:cxn>
              <a:cxn ang="0">
                <a:pos x="78" y="88"/>
              </a:cxn>
              <a:cxn ang="0">
                <a:pos x="114" y="116"/>
              </a:cxn>
              <a:cxn ang="0">
                <a:pos x="128" y="120"/>
              </a:cxn>
              <a:cxn ang="0">
                <a:pos x="136" y="118"/>
              </a:cxn>
              <a:cxn ang="0">
                <a:pos x="178" y="88"/>
              </a:cxn>
              <a:cxn ang="0">
                <a:pos x="240" y="126"/>
              </a:cxn>
              <a:cxn ang="0">
                <a:pos x="240" y="42"/>
              </a:cxn>
              <a:cxn ang="0">
                <a:pos x="138" y="108"/>
              </a:cxn>
              <a:cxn ang="0">
                <a:pos x="134" y="112"/>
              </a:cxn>
              <a:cxn ang="0">
                <a:pos x="128" y="112"/>
              </a:cxn>
              <a:cxn ang="0">
                <a:pos x="118" y="108"/>
              </a:cxn>
              <a:cxn ang="0">
                <a:pos x="78" y="78"/>
              </a:cxn>
              <a:cxn ang="0">
                <a:pos x="16" y="32"/>
              </a:cxn>
              <a:cxn ang="0">
                <a:pos x="18" y="26"/>
              </a:cxn>
              <a:cxn ang="0">
                <a:pos x="26" y="18"/>
              </a:cxn>
              <a:cxn ang="0">
                <a:pos x="224" y="16"/>
              </a:cxn>
              <a:cxn ang="0">
                <a:pos x="230" y="18"/>
              </a:cxn>
              <a:cxn ang="0">
                <a:pos x="238" y="26"/>
              </a:cxn>
              <a:cxn ang="0">
                <a:pos x="138" y="108"/>
              </a:cxn>
            </a:cxnLst>
            <a:rect l="0" t="0" r="r" b="b"/>
            <a:pathLst>
              <a:path w="256" h="168">
                <a:moveTo>
                  <a:pt x="224" y="0"/>
                </a:moveTo>
                <a:lnTo>
                  <a:pt x="32" y="0"/>
                </a:lnTo>
                <a:lnTo>
                  <a:pt x="32" y="0"/>
                </a:lnTo>
                <a:lnTo>
                  <a:pt x="26" y="0"/>
                </a:lnTo>
                <a:lnTo>
                  <a:pt x="20" y="2"/>
                </a:lnTo>
                <a:lnTo>
                  <a:pt x="10" y="10"/>
                </a:lnTo>
                <a:lnTo>
                  <a:pt x="2" y="20"/>
                </a:lnTo>
                <a:lnTo>
                  <a:pt x="0" y="26"/>
                </a:lnTo>
                <a:lnTo>
                  <a:pt x="0" y="32"/>
                </a:lnTo>
                <a:lnTo>
                  <a:pt x="0" y="136"/>
                </a:lnTo>
                <a:lnTo>
                  <a:pt x="0" y="136"/>
                </a:lnTo>
                <a:lnTo>
                  <a:pt x="0" y="142"/>
                </a:lnTo>
                <a:lnTo>
                  <a:pt x="2" y="148"/>
                </a:lnTo>
                <a:lnTo>
                  <a:pt x="10" y="158"/>
                </a:lnTo>
                <a:lnTo>
                  <a:pt x="20" y="166"/>
                </a:lnTo>
                <a:lnTo>
                  <a:pt x="26" y="168"/>
                </a:lnTo>
                <a:lnTo>
                  <a:pt x="32" y="168"/>
                </a:lnTo>
                <a:lnTo>
                  <a:pt x="224" y="168"/>
                </a:lnTo>
                <a:lnTo>
                  <a:pt x="224" y="168"/>
                </a:lnTo>
                <a:lnTo>
                  <a:pt x="230" y="168"/>
                </a:lnTo>
                <a:lnTo>
                  <a:pt x="236" y="166"/>
                </a:lnTo>
                <a:lnTo>
                  <a:pt x="246" y="158"/>
                </a:lnTo>
                <a:lnTo>
                  <a:pt x="254" y="148"/>
                </a:lnTo>
                <a:lnTo>
                  <a:pt x="256" y="142"/>
                </a:lnTo>
                <a:lnTo>
                  <a:pt x="256" y="136"/>
                </a:lnTo>
                <a:lnTo>
                  <a:pt x="256" y="32"/>
                </a:lnTo>
                <a:lnTo>
                  <a:pt x="256" y="32"/>
                </a:lnTo>
                <a:lnTo>
                  <a:pt x="256" y="26"/>
                </a:lnTo>
                <a:lnTo>
                  <a:pt x="254" y="20"/>
                </a:lnTo>
                <a:lnTo>
                  <a:pt x="246" y="10"/>
                </a:lnTo>
                <a:lnTo>
                  <a:pt x="236" y="2"/>
                </a:lnTo>
                <a:lnTo>
                  <a:pt x="230" y="0"/>
                </a:lnTo>
                <a:lnTo>
                  <a:pt x="224" y="0"/>
                </a:lnTo>
                <a:close/>
                <a:moveTo>
                  <a:pt x="16" y="42"/>
                </a:moveTo>
                <a:lnTo>
                  <a:pt x="72" y="84"/>
                </a:lnTo>
                <a:lnTo>
                  <a:pt x="16" y="126"/>
                </a:lnTo>
                <a:lnTo>
                  <a:pt x="16" y="42"/>
                </a:lnTo>
                <a:close/>
                <a:moveTo>
                  <a:pt x="240" y="136"/>
                </a:moveTo>
                <a:lnTo>
                  <a:pt x="240" y="136"/>
                </a:lnTo>
                <a:lnTo>
                  <a:pt x="238" y="142"/>
                </a:lnTo>
                <a:lnTo>
                  <a:pt x="236" y="148"/>
                </a:lnTo>
                <a:lnTo>
                  <a:pt x="230" y="150"/>
                </a:lnTo>
                <a:lnTo>
                  <a:pt x="224" y="152"/>
                </a:lnTo>
                <a:lnTo>
                  <a:pt x="32" y="152"/>
                </a:lnTo>
                <a:lnTo>
                  <a:pt x="32" y="152"/>
                </a:lnTo>
                <a:lnTo>
                  <a:pt x="26" y="150"/>
                </a:lnTo>
                <a:lnTo>
                  <a:pt x="20" y="148"/>
                </a:lnTo>
                <a:lnTo>
                  <a:pt x="18" y="142"/>
                </a:lnTo>
                <a:lnTo>
                  <a:pt x="16" y="136"/>
                </a:lnTo>
                <a:lnTo>
                  <a:pt x="78" y="88"/>
                </a:lnTo>
                <a:lnTo>
                  <a:pt x="114" y="116"/>
                </a:lnTo>
                <a:lnTo>
                  <a:pt x="114" y="116"/>
                </a:lnTo>
                <a:lnTo>
                  <a:pt x="120" y="118"/>
                </a:lnTo>
                <a:lnTo>
                  <a:pt x="128" y="120"/>
                </a:lnTo>
                <a:lnTo>
                  <a:pt x="128" y="120"/>
                </a:lnTo>
                <a:lnTo>
                  <a:pt x="136" y="118"/>
                </a:lnTo>
                <a:lnTo>
                  <a:pt x="142" y="116"/>
                </a:lnTo>
                <a:lnTo>
                  <a:pt x="178" y="88"/>
                </a:lnTo>
                <a:lnTo>
                  <a:pt x="240" y="136"/>
                </a:lnTo>
                <a:close/>
                <a:moveTo>
                  <a:pt x="240" y="126"/>
                </a:moveTo>
                <a:lnTo>
                  <a:pt x="184" y="84"/>
                </a:lnTo>
                <a:lnTo>
                  <a:pt x="240" y="42"/>
                </a:lnTo>
                <a:lnTo>
                  <a:pt x="240" y="126"/>
                </a:lnTo>
                <a:close/>
                <a:moveTo>
                  <a:pt x="138" y="108"/>
                </a:moveTo>
                <a:lnTo>
                  <a:pt x="138" y="108"/>
                </a:lnTo>
                <a:lnTo>
                  <a:pt x="134" y="112"/>
                </a:lnTo>
                <a:lnTo>
                  <a:pt x="128" y="112"/>
                </a:lnTo>
                <a:lnTo>
                  <a:pt x="128" y="112"/>
                </a:lnTo>
                <a:lnTo>
                  <a:pt x="122" y="112"/>
                </a:lnTo>
                <a:lnTo>
                  <a:pt x="118" y="108"/>
                </a:lnTo>
                <a:lnTo>
                  <a:pt x="86" y="84"/>
                </a:lnTo>
                <a:lnTo>
                  <a:pt x="78" y="78"/>
                </a:lnTo>
                <a:lnTo>
                  <a:pt x="16" y="32"/>
                </a:lnTo>
                <a:lnTo>
                  <a:pt x="16" y="32"/>
                </a:lnTo>
                <a:lnTo>
                  <a:pt x="16" y="32"/>
                </a:lnTo>
                <a:lnTo>
                  <a:pt x="18" y="26"/>
                </a:lnTo>
                <a:lnTo>
                  <a:pt x="20" y="20"/>
                </a:lnTo>
                <a:lnTo>
                  <a:pt x="26" y="18"/>
                </a:lnTo>
                <a:lnTo>
                  <a:pt x="32" y="16"/>
                </a:lnTo>
                <a:lnTo>
                  <a:pt x="224" y="16"/>
                </a:lnTo>
                <a:lnTo>
                  <a:pt x="224" y="16"/>
                </a:lnTo>
                <a:lnTo>
                  <a:pt x="230" y="18"/>
                </a:lnTo>
                <a:lnTo>
                  <a:pt x="236" y="20"/>
                </a:lnTo>
                <a:lnTo>
                  <a:pt x="238" y="26"/>
                </a:lnTo>
                <a:lnTo>
                  <a:pt x="240" y="32"/>
                </a:lnTo>
                <a:lnTo>
                  <a:pt x="138" y="108"/>
                </a:lnTo>
                <a:close/>
              </a:path>
            </a:pathLst>
          </a:custGeom>
          <a:solidFill>
            <a:schemeClr val="accent1"/>
          </a:solidFill>
          <a:ln w="9525">
            <a:noFill/>
            <a:round/>
            <a:headEnd/>
            <a:tailEnd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ar-SA" sz="2288"/>
          </a:p>
        </p:txBody>
      </p:sp>
      <p:sp>
        <p:nvSpPr>
          <p:cNvPr id="22" name="Freeform 138"/>
          <p:cNvSpPr>
            <a:spLocks noEditPoints="1"/>
          </p:cNvSpPr>
          <p:nvPr/>
        </p:nvSpPr>
        <p:spPr bwMode="auto">
          <a:xfrm>
            <a:off x="10000837" y="2590112"/>
            <a:ext cx="465099" cy="465099"/>
          </a:xfrm>
          <a:custGeom>
            <a:avLst/>
            <a:gdLst/>
            <a:ahLst/>
            <a:cxnLst>
              <a:cxn ang="0">
                <a:pos x="246" y="0"/>
              </a:cxn>
              <a:cxn ang="0">
                <a:pos x="238" y="0"/>
              </a:cxn>
              <a:cxn ang="0">
                <a:pos x="96" y="26"/>
              </a:cxn>
              <a:cxn ang="0">
                <a:pos x="88" y="40"/>
              </a:cxn>
              <a:cxn ang="0">
                <a:pos x="88" y="178"/>
              </a:cxn>
              <a:cxn ang="0">
                <a:pos x="74" y="170"/>
              </a:cxn>
              <a:cxn ang="0">
                <a:pos x="58" y="168"/>
              </a:cxn>
              <a:cxn ang="0">
                <a:pos x="38" y="172"/>
              </a:cxn>
              <a:cxn ang="0">
                <a:pos x="10" y="190"/>
              </a:cxn>
              <a:cxn ang="0">
                <a:pos x="2" y="206"/>
              </a:cxn>
              <a:cxn ang="0">
                <a:pos x="2" y="230"/>
              </a:cxn>
              <a:cxn ang="0">
                <a:pos x="18" y="248"/>
              </a:cxn>
              <a:cxn ang="0">
                <a:pos x="46" y="256"/>
              </a:cxn>
              <a:cxn ang="0">
                <a:pos x="66" y="252"/>
              </a:cxn>
              <a:cxn ang="0">
                <a:pos x="94" y="234"/>
              </a:cxn>
              <a:cxn ang="0">
                <a:pos x="102" y="216"/>
              </a:cxn>
              <a:cxn ang="0">
                <a:pos x="104" y="80"/>
              </a:cxn>
              <a:cxn ang="0">
                <a:pos x="240" y="56"/>
              </a:cxn>
              <a:cxn ang="0">
                <a:pos x="234" y="150"/>
              </a:cxn>
              <a:cxn ang="0">
                <a:pos x="210" y="144"/>
              </a:cxn>
              <a:cxn ang="0">
                <a:pos x="190" y="148"/>
              </a:cxn>
              <a:cxn ang="0">
                <a:pos x="170" y="158"/>
              </a:cxn>
              <a:cxn ang="0">
                <a:pos x="156" y="176"/>
              </a:cxn>
              <a:cxn ang="0">
                <a:pos x="152" y="198"/>
              </a:cxn>
              <a:cxn ang="0">
                <a:pos x="160" y="216"/>
              </a:cxn>
              <a:cxn ang="0">
                <a:pos x="198" y="232"/>
              </a:cxn>
              <a:cxn ang="0">
                <a:pos x="218" y="228"/>
              </a:cxn>
              <a:cxn ang="0">
                <a:pos x="238" y="218"/>
              </a:cxn>
              <a:cxn ang="0">
                <a:pos x="252" y="200"/>
              </a:cxn>
              <a:cxn ang="0">
                <a:pos x="256" y="184"/>
              </a:cxn>
              <a:cxn ang="0">
                <a:pos x="256" y="16"/>
              </a:cxn>
              <a:cxn ang="0">
                <a:pos x="250" y="4"/>
              </a:cxn>
              <a:cxn ang="0">
                <a:pos x="48" y="240"/>
              </a:cxn>
              <a:cxn ang="0">
                <a:pos x="20" y="228"/>
              </a:cxn>
              <a:cxn ang="0">
                <a:pos x="16" y="218"/>
              </a:cxn>
              <a:cxn ang="0">
                <a:pos x="20" y="202"/>
              </a:cxn>
              <a:cxn ang="0">
                <a:pos x="42" y="186"/>
              </a:cxn>
              <a:cxn ang="0">
                <a:pos x="76" y="188"/>
              </a:cxn>
              <a:cxn ang="0">
                <a:pos x="86" y="200"/>
              </a:cxn>
              <a:cxn ang="0">
                <a:pos x="88" y="212"/>
              </a:cxn>
              <a:cxn ang="0">
                <a:pos x="74" y="230"/>
              </a:cxn>
              <a:cxn ang="0">
                <a:pos x="214" y="214"/>
              </a:cxn>
              <a:cxn ang="0">
                <a:pos x="176" y="208"/>
              </a:cxn>
              <a:cxn ang="0">
                <a:pos x="168" y="200"/>
              </a:cxn>
              <a:cxn ang="0">
                <a:pos x="170" y="184"/>
              </a:cxn>
              <a:cxn ang="0">
                <a:pos x="194" y="162"/>
              </a:cxn>
              <a:cxn ang="0">
                <a:pos x="222" y="162"/>
              </a:cxn>
              <a:cxn ang="0">
                <a:pos x="236" y="172"/>
              </a:cxn>
              <a:cxn ang="0">
                <a:pos x="240" y="182"/>
              </a:cxn>
              <a:cxn ang="0">
                <a:pos x="234" y="198"/>
              </a:cxn>
              <a:cxn ang="0">
                <a:pos x="240" y="40"/>
              </a:cxn>
              <a:cxn ang="0">
                <a:pos x="104" y="40"/>
              </a:cxn>
              <a:cxn ang="0">
                <a:pos x="240" y="40"/>
              </a:cxn>
            </a:cxnLst>
            <a:rect l="0" t="0" r="r" b="b"/>
            <a:pathLst>
              <a:path w="256" h="256">
                <a:moveTo>
                  <a:pt x="250" y="4"/>
                </a:moveTo>
                <a:lnTo>
                  <a:pt x="250" y="4"/>
                </a:lnTo>
                <a:lnTo>
                  <a:pt x="246" y="0"/>
                </a:lnTo>
                <a:lnTo>
                  <a:pt x="240" y="0"/>
                </a:lnTo>
                <a:lnTo>
                  <a:pt x="240" y="0"/>
                </a:lnTo>
                <a:lnTo>
                  <a:pt x="238" y="0"/>
                </a:lnTo>
                <a:lnTo>
                  <a:pt x="102" y="24"/>
                </a:lnTo>
                <a:lnTo>
                  <a:pt x="102" y="24"/>
                </a:lnTo>
                <a:lnTo>
                  <a:pt x="96" y="26"/>
                </a:lnTo>
                <a:lnTo>
                  <a:pt x="92" y="30"/>
                </a:lnTo>
                <a:lnTo>
                  <a:pt x="88" y="34"/>
                </a:lnTo>
                <a:lnTo>
                  <a:pt x="88" y="40"/>
                </a:lnTo>
                <a:lnTo>
                  <a:pt x="88" y="56"/>
                </a:lnTo>
                <a:lnTo>
                  <a:pt x="88" y="64"/>
                </a:lnTo>
                <a:lnTo>
                  <a:pt x="88" y="178"/>
                </a:lnTo>
                <a:lnTo>
                  <a:pt x="88" y="178"/>
                </a:lnTo>
                <a:lnTo>
                  <a:pt x="82" y="174"/>
                </a:lnTo>
                <a:lnTo>
                  <a:pt x="74" y="170"/>
                </a:lnTo>
                <a:lnTo>
                  <a:pt x="66" y="168"/>
                </a:lnTo>
                <a:lnTo>
                  <a:pt x="58" y="168"/>
                </a:lnTo>
                <a:lnTo>
                  <a:pt x="58" y="168"/>
                </a:lnTo>
                <a:lnTo>
                  <a:pt x="48" y="168"/>
                </a:lnTo>
                <a:lnTo>
                  <a:pt x="38" y="172"/>
                </a:lnTo>
                <a:lnTo>
                  <a:pt x="38" y="172"/>
                </a:lnTo>
                <a:lnTo>
                  <a:pt x="26" y="176"/>
                </a:lnTo>
                <a:lnTo>
                  <a:pt x="18" y="182"/>
                </a:lnTo>
                <a:lnTo>
                  <a:pt x="10" y="190"/>
                </a:lnTo>
                <a:lnTo>
                  <a:pt x="4" y="200"/>
                </a:lnTo>
                <a:lnTo>
                  <a:pt x="4" y="200"/>
                </a:lnTo>
                <a:lnTo>
                  <a:pt x="2" y="206"/>
                </a:lnTo>
                <a:lnTo>
                  <a:pt x="0" y="214"/>
                </a:lnTo>
                <a:lnTo>
                  <a:pt x="0" y="222"/>
                </a:lnTo>
                <a:lnTo>
                  <a:pt x="2" y="230"/>
                </a:lnTo>
                <a:lnTo>
                  <a:pt x="2" y="230"/>
                </a:lnTo>
                <a:lnTo>
                  <a:pt x="8" y="240"/>
                </a:lnTo>
                <a:lnTo>
                  <a:pt x="18" y="248"/>
                </a:lnTo>
                <a:lnTo>
                  <a:pt x="32" y="254"/>
                </a:lnTo>
                <a:lnTo>
                  <a:pt x="46" y="256"/>
                </a:lnTo>
                <a:lnTo>
                  <a:pt x="46" y="256"/>
                </a:lnTo>
                <a:lnTo>
                  <a:pt x="56" y="256"/>
                </a:lnTo>
                <a:lnTo>
                  <a:pt x="66" y="252"/>
                </a:lnTo>
                <a:lnTo>
                  <a:pt x="66" y="252"/>
                </a:lnTo>
                <a:lnTo>
                  <a:pt x="78" y="248"/>
                </a:lnTo>
                <a:lnTo>
                  <a:pt x="86" y="242"/>
                </a:lnTo>
                <a:lnTo>
                  <a:pt x="94" y="234"/>
                </a:lnTo>
                <a:lnTo>
                  <a:pt x="100" y="224"/>
                </a:lnTo>
                <a:lnTo>
                  <a:pt x="100" y="224"/>
                </a:lnTo>
                <a:lnTo>
                  <a:pt x="102" y="216"/>
                </a:lnTo>
                <a:lnTo>
                  <a:pt x="104" y="208"/>
                </a:lnTo>
                <a:lnTo>
                  <a:pt x="104" y="208"/>
                </a:lnTo>
                <a:lnTo>
                  <a:pt x="104" y="80"/>
                </a:lnTo>
                <a:lnTo>
                  <a:pt x="104" y="80"/>
                </a:lnTo>
                <a:lnTo>
                  <a:pt x="106" y="80"/>
                </a:lnTo>
                <a:lnTo>
                  <a:pt x="240" y="56"/>
                </a:lnTo>
                <a:lnTo>
                  <a:pt x="240" y="154"/>
                </a:lnTo>
                <a:lnTo>
                  <a:pt x="240" y="154"/>
                </a:lnTo>
                <a:lnTo>
                  <a:pt x="234" y="150"/>
                </a:lnTo>
                <a:lnTo>
                  <a:pt x="226" y="146"/>
                </a:lnTo>
                <a:lnTo>
                  <a:pt x="218" y="144"/>
                </a:lnTo>
                <a:lnTo>
                  <a:pt x="210" y="144"/>
                </a:lnTo>
                <a:lnTo>
                  <a:pt x="210" y="144"/>
                </a:lnTo>
                <a:lnTo>
                  <a:pt x="200" y="144"/>
                </a:lnTo>
                <a:lnTo>
                  <a:pt x="190" y="148"/>
                </a:lnTo>
                <a:lnTo>
                  <a:pt x="190" y="148"/>
                </a:lnTo>
                <a:lnTo>
                  <a:pt x="178" y="152"/>
                </a:lnTo>
                <a:lnTo>
                  <a:pt x="170" y="158"/>
                </a:lnTo>
                <a:lnTo>
                  <a:pt x="162" y="166"/>
                </a:lnTo>
                <a:lnTo>
                  <a:pt x="156" y="176"/>
                </a:lnTo>
                <a:lnTo>
                  <a:pt x="156" y="176"/>
                </a:lnTo>
                <a:lnTo>
                  <a:pt x="154" y="182"/>
                </a:lnTo>
                <a:lnTo>
                  <a:pt x="152" y="190"/>
                </a:lnTo>
                <a:lnTo>
                  <a:pt x="152" y="198"/>
                </a:lnTo>
                <a:lnTo>
                  <a:pt x="154" y="206"/>
                </a:lnTo>
                <a:lnTo>
                  <a:pt x="154" y="206"/>
                </a:lnTo>
                <a:lnTo>
                  <a:pt x="160" y="216"/>
                </a:lnTo>
                <a:lnTo>
                  <a:pt x="170" y="224"/>
                </a:lnTo>
                <a:lnTo>
                  <a:pt x="184" y="230"/>
                </a:lnTo>
                <a:lnTo>
                  <a:pt x="198" y="232"/>
                </a:lnTo>
                <a:lnTo>
                  <a:pt x="198" y="232"/>
                </a:lnTo>
                <a:lnTo>
                  <a:pt x="208" y="232"/>
                </a:lnTo>
                <a:lnTo>
                  <a:pt x="218" y="228"/>
                </a:lnTo>
                <a:lnTo>
                  <a:pt x="218" y="228"/>
                </a:lnTo>
                <a:lnTo>
                  <a:pt x="230" y="224"/>
                </a:lnTo>
                <a:lnTo>
                  <a:pt x="238" y="218"/>
                </a:lnTo>
                <a:lnTo>
                  <a:pt x="246" y="210"/>
                </a:lnTo>
                <a:lnTo>
                  <a:pt x="252" y="200"/>
                </a:lnTo>
                <a:lnTo>
                  <a:pt x="252" y="200"/>
                </a:lnTo>
                <a:lnTo>
                  <a:pt x="254" y="192"/>
                </a:lnTo>
                <a:lnTo>
                  <a:pt x="256" y="184"/>
                </a:lnTo>
                <a:lnTo>
                  <a:pt x="256" y="184"/>
                </a:lnTo>
                <a:lnTo>
                  <a:pt x="256" y="40"/>
                </a:lnTo>
                <a:lnTo>
                  <a:pt x="256" y="32"/>
                </a:lnTo>
                <a:lnTo>
                  <a:pt x="256" y="16"/>
                </a:lnTo>
                <a:lnTo>
                  <a:pt x="256" y="16"/>
                </a:lnTo>
                <a:lnTo>
                  <a:pt x="254" y="10"/>
                </a:lnTo>
                <a:lnTo>
                  <a:pt x="250" y="4"/>
                </a:lnTo>
                <a:close/>
                <a:moveTo>
                  <a:pt x="62" y="238"/>
                </a:moveTo>
                <a:lnTo>
                  <a:pt x="62" y="238"/>
                </a:lnTo>
                <a:lnTo>
                  <a:pt x="48" y="240"/>
                </a:lnTo>
                <a:lnTo>
                  <a:pt x="34" y="238"/>
                </a:lnTo>
                <a:lnTo>
                  <a:pt x="24" y="232"/>
                </a:lnTo>
                <a:lnTo>
                  <a:pt x="20" y="228"/>
                </a:lnTo>
                <a:lnTo>
                  <a:pt x="18" y="224"/>
                </a:lnTo>
                <a:lnTo>
                  <a:pt x="18" y="224"/>
                </a:lnTo>
                <a:lnTo>
                  <a:pt x="16" y="218"/>
                </a:lnTo>
                <a:lnTo>
                  <a:pt x="16" y="212"/>
                </a:lnTo>
                <a:lnTo>
                  <a:pt x="18" y="208"/>
                </a:lnTo>
                <a:lnTo>
                  <a:pt x="20" y="202"/>
                </a:lnTo>
                <a:lnTo>
                  <a:pt x="30" y="194"/>
                </a:lnTo>
                <a:lnTo>
                  <a:pt x="42" y="186"/>
                </a:lnTo>
                <a:lnTo>
                  <a:pt x="42" y="186"/>
                </a:lnTo>
                <a:lnTo>
                  <a:pt x="56" y="184"/>
                </a:lnTo>
                <a:lnTo>
                  <a:pt x="70" y="186"/>
                </a:lnTo>
                <a:lnTo>
                  <a:pt x="76" y="188"/>
                </a:lnTo>
                <a:lnTo>
                  <a:pt x="80" y="192"/>
                </a:lnTo>
                <a:lnTo>
                  <a:pt x="84" y="196"/>
                </a:lnTo>
                <a:lnTo>
                  <a:pt x="86" y="200"/>
                </a:lnTo>
                <a:lnTo>
                  <a:pt x="86" y="200"/>
                </a:lnTo>
                <a:lnTo>
                  <a:pt x="88" y="206"/>
                </a:lnTo>
                <a:lnTo>
                  <a:pt x="88" y="212"/>
                </a:lnTo>
                <a:lnTo>
                  <a:pt x="86" y="216"/>
                </a:lnTo>
                <a:lnTo>
                  <a:pt x="84" y="222"/>
                </a:lnTo>
                <a:lnTo>
                  <a:pt x="74" y="230"/>
                </a:lnTo>
                <a:lnTo>
                  <a:pt x="62" y="238"/>
                </a:lnTo>
                <a:close/>
                <a:moveTo>
                  <a:pt x="214" y="214"/>
                </a:moveTo>
                <a:lnTo>
                  <a:pt x="214" y="214"/>
                </a:lnTo>
                <a:lnTo>
                  <a:pt x="198" y="216"/>
                </a:lnTo>
                <a:lnTo>
                  <a:pt x="186" y="214"/>
                </a:lnTo>
                <a:lnTo>
                  <a:pt x="176" y="208"/>
                </a:lnTo>
                <a:lnTo>
                  <a:pt x="172" y="204"/>
                </a:lnTo>
                <a:lnTo>
                  <a:pt x="168" y="200"/>
                </a:lnTo>
                <a:lnTo>
                  <a:pt x="168" y="200"/>
                </a:lnTo>
                <a:lnTo>
                  <a:pt x="168" y="194"/>
                </a:lnTo>
                <a:lnTo>
                  <a:pt x="168" y="188"/>
                </a:lnTo>
                <a:lnTo>
                  <a:pt x="170" y="184"/>
                </a:lnTo>
                <a:lnTo>
                  <a:pt x="172" y="178"/>
                </a:lnTo>
                <a:lnTo>
                  <a:pt x="182" y="170"/>
                </a:lnTo>
                <a:lnTo>
                  <a:pt x="194" y="162"/>
                </a:lnTo>
                <a:lnTo>
                  <a:pt x="194" y="162"/>
                </a:lnTo>
                <a:lnTo>
                  <a:pt x="208" y="160"/>
                </a:lnTo>
                <a:lnTo>
                  <a:pt x="222" y="162"/>
                </a:lnTo>
                <a:lnTo>
                  <a:pt x="228" y="164"/>
                </a:lnTo>
                <a:lnTo>
                  <a:pt x="232" y="168"/>
                </a:lnTo>
                <a:lnTo>
                  <a:pt x="236" y="172"/>
                </a:lnTo>
                <a:lnTo>
                  <a:pt x="238" y="176"/>
                </a:lnTo>
                <a:lnTo>
                  <a:pt x="238" y="176"/>
                </a:lnTo>
                <a:lnTo>
                  <a:pt x="240" y="182"/>
                </a:lnTo>
                <a:lnTo>
                  <a:pt x="240" y="188"/>
                </a:lnTo>
                <a:lnTo>
                  <a:pt x="238" y="192"/>
                </a:lnTo>
                <a:lnTo>
                  <a:pt x="234" y="198"/>
                </a:lnTo>
                <a:lnTo>
                  <a:pt x="226" y="206"/>
                </a:lnTo>
                <a:lnTo>
                  <a:pt x="214" y="214"/>
                </a:lnTo>
                <a:close/>
                <a:moveTo>
                  <a:pt x="240" y="40"/>
                </a:moveTo>
                <a:lnTo>
                  <a:pt x="104" y="64"/>
                </a:lnTo>
                <a:lnTo>
                  <a:pt x="104" y="56"/>
                </a:lnTo>
                <a:lnTo>
                  <a:pt x="104" y="40"/>
                </a:lnTo>
                <a:lnTo>
                  <a:pt x="240" y="16"/>
                </a:lnTo>
                <a:lnTo>
                  <a:pt x="240" y="32"/>
                </a:lnTo>
                <a:lnTo>
                  <a:pt x="240" y="40"/>
                </a:lnTo>
                <a:close/>
              </a:path>
            </a:pathLst>
          </a:custGeom>
          <a:solidFill>
            <a:schemeClr val="accent1"/>
          </a:solidFill>
          <a:ln w="9525">
            <a:noFill/>
            <a:round/>
            <a:headEnd/>
            <a:tailEnd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ar-SA" sz="2288"/>
          </a:p>
        </p:txBody>
      </p:sp>
      <p:sp>
        <p:nvSpPr>
          <p:cNvPr id="23" name="Freeform 88"/>
          <p:cNvSpPr>
            <a:spLocks noEditPoints="1"/>
          </p:cNvSpPr>
          <p:nvPr/>
        </p:nvSpPr>
        <p:spPr bwMode="auto">
          <a:xfrm>
            <a:off x="9070639" y="3549380"/>
            <a:ext cx="465099" cy="406961"/>
          </a:xfrm>
          <a:custGeom>
            <a:avLst/>
            <a:gdLst/>
            <a:ahLst/>
            <a:cxnLst>
              <a:cxn ang="0">
                <a:pos x="210" y="4"/>
              </a:cxn>
              <a:cxn ang="0">
                <a:pos x="206" y="0"/>
              </a:cxn>
              <a:cxn ang="0">
                <a:pos x="56" y="0"/>
              </a:cxn>
              <a:cxn ang="0">
                <a:pos x="50" y="0"/>
              </a:cxn>
              <a:cxn ang="0">
                <a:pos x="6" y="36"/>
              </a:cxn>
              <a:cxn ang="0">
                <a:pos x="2" y="40"/>
              </a:cxn>
              <a:cxn ang="0">
                <a:pos x="0" y="48"/>
              </a:cxn>
              <a:cxn ang="0">
                <a:pos x="16" y="102"/>
              </a:cxn>
              <a:cxn ang="0">
                <a:pos x="20" y="108"/>
              </a:cxn>
              <a:cxn ang="0">
                <a:pos x="26" y="112"/>
              </a:cxn>
              <a:cxn ang="0">
                <a:pos x="32" y="112"/>
              </a:cxn>
              <a:cxn ang="0">
                <a:pos x="40" y="208"/>
              </a:cxn>
              <a:cxn ang="0">
                <a:pos x="42" y="214"/>
              </a:cxn>
              <a:cxn ang="0">
                <a:pos x="50" y="222"/>
              </a:cxn>
              <a:cxn ang="0">
                <a:pos x="200" y="224"/>
              </a:cxn>
              <a:cxn ang="0">
                <a:pos x="206" y="222"/>
              </a:cxn>
              <a:cxn ang="0">
                <a:pos x="214" y="214"/>
              </a:cxn>
              <a:cxn ang="0">
                <a:pos x="216" y="110"/>
              </a:cxn>
              <a:cxn ang="0">
                <a:pos x="224" y="112"/>
              </a:cxn>
              <a:cxn ang="0">
                <a:pos x="230" y="112"/>
              </a:cxn>
              <a:cxn ang="0">
                <a:pos x="236" y="108"/>
              </a:cxn>
              <a:cxn ang="0">
                <a:pos x="256" y="54"/>
              </a:cxn>
              <a:cxn ang="0">
                <a:pos x="256" y="48"/>
              </a:cxn>
              <a:cxn ang="0">
                <a:pos x="254" y="40"/>
              </a:cxn>
              <a:cxn ang="0">
                <a:pos x="158" y="16"/>
              </a:cxn>
              <a:cxn ang="0">
                <a:pos x="154" y="22"/>
              </a:cxn>
              <a:cxn ang="0">
                <a:pos x="138" y="30"/>
              </a:cxn>
              <a:cxn ang="0">
                <a:pos x="128" y="32"/>
              </a:cxn>
              <a:cxn ang="0">
                <a:pos x="110" y="28"/>
              </a:cxn>
              <a:cxn ang="0">
                <a:pos x="98" y="16"/>
              </a:cxn>
              <a:cxn ang="0">
                <a:pos x="224" y="96"/>
              </a:cxn>
              <a:cxn ang="0">
                <a:pos x="200" y="208"/>
              </a:cxn>
              <a:cxn ang="0">
                <a:pos x="56" y="80"/>
              </a:cxn>
              <a:cxn ang="0">
                <a:pos x="16" y="48"/>
              </a:cxn>
              <a:cxn ang="0">
                <a:pos x="90" y="16"/>
              </a:cxn>
              <a:cxn ang="0">
                <a:pos x="94" y="26"/>
              </a:cxn>
              <a:cxn ang="0">
                <a:pos x="114" y="38"/>
              </a:cxn>
              <a:cxn ang="0">
                <a:pos x="128" y="40"/>
              </a:cxn>
              <a:cxn ang="0">
                <a:pos x="152" y="34"/>
              </a:cxn>
              <a:cxn ang="0">
                <a:pos x="166" y="16"/>
              </a:cxn>
              <a:cxn ang="0">
                <a:pos x="240" y="48"/>
              </a:cxn>
            </a:cxnLst>
            <a:rect l="0" t="0" r="r" b="b"/>
            <a:pathLst>
              <a:path w="256" h="224">
                <a:moveTo>
                  <a:pt x="250" y="36"/>
                </a:moveTo>
                <a:lnTo>
                  <a:pt x="210" y="4"/>
                </a:lnTo>
                <a:lnTo>
                  <a:pt x="210" y="4"/>
                </a:lnTo>
                <a:lnTo>
                  <a:pt x="206" y="0"/>
                </a:lnTo>
                <a:lnTo>
                  <a:pt x="200" y="0"/>
                </a:lnTo>
                <a:lnTo>
                  <a:pt x="56" y="0"/>
                </a:lnTo>
                <a:lnTo>
                  <a:pt x="56" y="0"/>
                </a:lnTo>
                <a:lnTo>
                  <a:pt x="50" y="0"/>
                </a:lnTo>
                <a:lnTo>
                  <a:pt x="46" y="4"/>
                </a:lnTo>
                <a:lnTo>
                  <a:pt x="6" y="36"/>
                </a:lnTo>
                <a:lnTo>
                  <a:pt x="6" y="36"/>
                </a:lnTo>
                <a:lnTo>
                  <a:pt x="2" y="40"/>
                </a:lnTo>
                <a:lnTo>
                  <a:pt x="0" y="44"/>
                </a:lnTo>
                <a:lnTo>
                  <a:pt x="0" y="48"/>
                </a:lnTo>
                <a:lnTo>
                  <a:pt x="0" y="54"/>
                </a:lnTo>
                <a:lnTo>
                  <a:pt x="16" y="102"/>
                </a:lnTo>
                <a:lnTo>
                  <a:pt x="16" y="102"/>
                </a:lnTo>
                <a:lnTo>
                  <a:pt x="20" y="108"/>
                </a:lnTo>
                <a:lnTo>
                  <a:pt x="26" y="112"/>
                </a:lnTo>
                <a:lnTo>
                  <a:pt x="26" y="112"/>
                </a:lnTo>
                <a:lnTo>
                  <a:pt x="32" y="112"/>
                </a:lnTo>
                <a:lnTo>
                  <a:pt x="32" y="112"/>
                </a:lnTo>
                <a:lnTo>
                  <a:pt x="40" y="110"/>
                </a:lnTo>
                <a:lnTo>
                  <a:pt x="40" y="208"/>
                </a:lnTo>
                <a:lnTo>
                  <a:pt x="40" y="208"/>
                </a:lnTo>
                <a:lnTo>
                  <a:pt x="42" y="214"/>
                </a:lnTo>
                <a:lnTo>
                  <a:pt x="44" y="220"/>
                </a:lnTo>
                <a:lnTo>
                  <a:pt x="50" y="222"/>
                </a:lnTo>
                <a:lnTo>
                  <a:pt x="56" y="224"/>
                </a:lnTo>
                <a:lnTo>
                  <a:pt x="200" y="224"/>
                </a:lnTo>
                <a:lnTo>
                  <a:pt x="200" y="224"/>
                </a:lnTo>
                <a:lnTo>
                  <a:pt x="206" y="222"/>
                </a:lnTo>
                <a:lnTo>
                  <a:pt x="212" y="220"/>
                </a:lnTo>
                <a:lnTo>
                  <a:pt x="214" y="214"/>
                </a:lnTo>
                <a:lnTo>
                  <a:pt x="216" y="208"/>
                </a:lnTo>
                <a:lnTo>
                  <a:pt x="216" y="110"/>
                </a:lnTo>
                <a:lnTo>
                  <a:pt x="216" y="110"/>
                </a:lnTo>
                <a:lnTo>
                  <a:pt x="224" y="112"/>
                </a:lnTo>
                <a:lnTo>
                  <a:pt x="224" y="112"/>
                </a:lnTo>
                <a:lnTo>
                  <a:pt x="230" y="112"/>
                </a:lnTo>
                <a:lnTo>
                  <a:pt x="230" y="112"/>
                </a:lnTo>
                <a:lnTo>
                  <a:pt x="236" y="108"/>
                </a:lnTo>
                <a:lnTo>
                  <a:pt x="240" y="102"/>
                </a:lnTo>
                <a:lnTo>
                  <a:pt x="256" y="54"/>
                </a:lnTo>
                <a:lnTo>
                  <a:pt x="256" y="54"/>
                </a:lnTo>
                <a:lnTo>
                  <a:pt x="256" y="48"/>
                </a:lnTo>
                <a:lnTo>
                  <a:pt x="256" y="44"/>
                </a:lnTo>
                <a:lnTo>
                  <a:pt x="254" y="40"/>
                </a:lnTo>
                <a:lnTo>
                  <a:pt x="250" y="36"/>
                </a:lnTo>
                <a:close/>
                <a:moveTo>
                  <a:pt x="158" y="16"/>
                </a:moveTo>
                <a:lnTo>
                  <a:pt x="158" y="16"/>
                </a:lnTo>
                <a:lnTo>
                  <a:pt x="154" y="22"/>
                </a:lnTo>
                <a:lnTo>
                  <a:pt x="146" y="28"/>
                </a:lnTo>
                <a:lnTo>
                  <a:pt x="138" y="30"/>
                </a:lnTo>
                <a:lnTo>
                  <a:pt x="128" y="32"/>
                </a:lnTo>
                <a:lnTo>
                  <a:pt x="128" y="32"/>
                </a:lnTo>
                <a:lnTo>
                  <a:pt x="118" y="30"/>
                </a:lnTo>
                <a:lnTo>
                  <a:pt x="110" y="28"/>
                </a:lnTo>
                <a:lnTo>
                  <a:pt x="102" y="22"/>
                </a:lnTo>
                <a:lnTo>
                  <a:pt x="98" y="16"/>
                </a:lnTo>
                <a:lnTo>
                  <a:pt x="158" y="16"/>
                </a:lnTo>
                <a:close/>
                <a:moveTo>
                  <a:pt x="224" y="96"/>
                </a:moveTo>
                <a:lnTo>
                  <a:pt x="200" y="80"/>
                </a:lnTo>
                <a:lnTo>
                  <a:pt x="200" y="208"/>
                </a:lnTo>
                <a:lnTo>
                  <a:pt x="56" y="208"/>
                </a:lnTo>
                <a:lnTo>
                  <a:pt x="56" y="80"/>
                </a:lnTo>
                <a:lnTo>
                  <a:pt x="32" y="96"/>
                </a:lnTo>
                <a:lnTo>
                  <a:pt x="16" y="48"/>
                </a:lnTo>
                <a:lnTo>
                  <a:pt x="56" y="16"/>
                </a:lnTo>
                <a:lnTo>
                  <a:pt x="90" y="16"/>
                </a:lnTo>
                <a:lnTo>
                  <a:pt x="90" y="16"/>
                </a:lnTo>
                <a:lnTo>
                  <a:pt x="94" y="26"/>
                </a:lnTo>
                <a:lnTo>
                  <a:pt x="104" y="34"/>
                </a:lnTo>
                <a:lnTo>
                  <a:pt x="114" y="38"/>
                </a:lnTo>
                <a:lnTo>
                  <a:pt x="128" y="40"/>
                </a:lnTo>
                <a:lnTo>
                  <a:pt x="128" y="40"/>
                </a:lnTo>
                <a:lnTo>
                  <a:pt x="142" y="38"/>
                </a:lnTo>
                <a:lnTo>
                  <a:pt x="152" y="34"/>
                </a:lnTo>
                <a:lnTo>
                  <a:pt x="162" y="26"/>
                </a:lnTo>
                <a:lnTo>
                  <a:pt x="166" y="16"/>
                </a:lnTo>
                <a:lnTo>
                  <a:pt x="200" y="16"/>
                </a:lnTo>
                <a:lnTo>
                  <a:pt x="240" y="48"/>
                </a:lnTo>
                <a:lnTo>
                  <a:pt x="224" y="96"/>
                </a:lnTo>
                <a:close/>
              </a:path>
            </a:pathLst>
          </a:custGeom>
          <a:solidFill>
            <a:schemeClr val="accent1"/>
          </a:solidFill>
          <a:ln w="9525">
            <a:noFill/>
            <a:round/>
            <a:headEnd/>
            <a:tailEnd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ar-SA" sz="2288"/>
          </a:p>
        </p:txBody>
      </p:sp>
      <p:grpSp>
        <p:nvGrpSpPr>
          <p:cNvPr id="24" name="Group 23"/>
          <p:cNvGrpSpPr/>
          <p:nvPr/>
        </p:nvGrpSpPr>
        <p:grpSpPr>
          <a:xfrm>
            <a:off x="8140441" y="3520311"/>
            <a:ext cx="465099" cy="465099"/>
            <a:chOff x="3962400" y="2774950"/>
            <a:chExt cx="406400" cy="406400"/>
          </a:xfrm>
          <a:solidFill>
            <a:schemeClr val="accent1"/>
          </a:solidFill>
        </p:grpSpPr>
        <p:sp>
          <p:nvSpPr>
            <p:cNvPr id="118" name="Freeform 92"/>
            <p:cNvSpPr>
              <a:spLocks noEditPoints="1"/>
            </p:cNvSpPr>
            <p:nvPr/>
          </p:nvSpPr>
          <p:spPr bwMode="auto">
            <a:xfrm>
              <a:off x="3962400" y="2927350"/>
              <a:ext cx="406400" cy="254000"/>
            </a:xfrm>
            <a:custGeom>
              <a:avLst/>
              <a:gdLst/>
              <a:ahLst/>
              <a:cxnLst>
                <a:cxn ang="0">
                  <a:pos x="214" y="66"/>
                </a:cxn>
                <a:cxn ang="0">
                  <a:pos x="256" y="42"/>
                </a:cxn>
                <a:cxn ang="0">
                  <a:pos x="254" y="34"/>
                </a:cxn>
                <a:cxn ang="0">
                  <a:pos x="208" y="52"/>
                </a:cxn>
                <a:cxn ang="0">
                  <a:pos x="186" y="22"/>
                </a:cxn>
                <a:cxn ang="0">
                  <a:pos x="142" y="0"/>
                </a:cxn>
                <a:cxn ang="0">
                  <a:pos x="98" y="6"/>
                </a:cxn>
                <a:cxn ang="0">
                  <a:pos x="52" y="44"/>
                </a:cxn>
                <a:cxn ang="0">
                  <a:pos x="20" y="72"/>
                </a:cxn>
                <a:cxn ang="0">
                  <a:pos x="0" y="92"/>
                </a:cxn>
                <a:cxn ang="0">
                  <a:pos x="32" y="134"/>
                </a:cxn>
                <a:cxn ang="0">
                  <a:pos x="38" y="154"/>
                </a:cxn>
                <a:cxn ang="0">
                  <a:pos x="204" y="160"/>
                </a:cxn>
                <a:cxn ang="0">
                  <a:pos x="224" y="140"/>
                </a:cxn>
                <a:cxn ang="0">
                  <a:pos x="254" y="98"/>
                </a:cxn>
                <a:cxn ang="0">
                  <a:pos x="250" y="78"/>
                </a:cxn>
                <a:cxn ang="0">
                  <a:pos x="202" y="72"/>
                </a:cxn>
                <a:cxn ang="0">
                  <a:pos x="128" y="8"/>
                </a:cxn>
                <a:cxn ang="0">
                  <a:pos x="162" y="16"/>
                </a:cxn>
                <a:cxn ang="0">
                  <a:pos x="196" y="44"/>
                </a:cxn>
                <a:cxn ang="0">
                  <a:pos x="188" y="50"/>
                </a:cxn>
                <a:cxn ang="0">
                  <a:pos x="158" y="22"/>
                </a:cxn>
                <a:cxn ang="0">
                  <a:pos x="128" y="16"/>
                </a:cxn>
                <a:cxn ang="0">
                  <a:pos x="82" y="32"/>
                </a:cxn>
                <a:cxn ang="0">
                  <a:pos x="58" y="72"/>
                </a:cxn>
                <a:cxn ang="0">
                  <a:pos x="60" y="46"/>
                </a:cxn>
                <a:cxn ang="0">
                  <a:pos x="100" y="12"/>
                </a:cxn>
                <a:cxn ang="0">
                  <a:pos x="164" y="72"/>
                </a:cxn>
                <a:cxn ang="0">
                  <a:pos x="128" y="48"/>
                </a:cxn>
                <a:cxn ang="0">
                  <a:pos x="98" y="62"/>
                </a:cxn>
                <a:cxn ang="0">
                  <a:pos x="90" y="60"/>
                </a:cxn>
                <a:cxn ang="0">
                  <a:pos x="128" y="40"/>
                </a:cxn>
                <a:cxn ang="0">
                  <a:pos x="164" y="58"/>
                </a:cxn>
                <a:cxn ang="0">
                  <a:pos x="128" y="64"/>
                </a:cxn>
                <a:cxn ang="0">
                  <a:pos x="100" y="72"/>
                </a:cxn>
                <a:cxn ang="0">
                  <a:pos x="120" y="58"/>
                </a:cxn>
                <a:cxn ang="0">
                  <a:pos x="144" y="60"/>
                </a:cxn>
                <a:cxn ang="0">
                  <a:pos x="146" y="72"/>
                </a:cxn>
                <a:cxn ang="0">
                  <a:pos x="128" y="32"/>
                </a:cxn>
                <a:cxn ang="0">
                  <a:pos x="94" y="44"/>
                </a:cxn>
                <a:cxn ang="0">
                  <a:pos x="74" y="72"/>
                </a:cxn>
                <a:cxn ang="0">
                  <a:pos x="74" y="52"/>
                </a:cxn>
                <a:cxn ang="0">
                  <a:pos x="106" y="28"/>
                </a:cxn>
                <a:cxn ang="0">
                  <a:pos x="138" y="24"/>
                </a:cxn>
                <a:cxn ang="0">
                  <a:pos x="170" y="40"/>
                </a:cxn>
                <a:cxn ang="0">
                  <a:pos x="180" y="66"/>
                </a:cxn>
                <a:cxn ang="0">
                  <a:pos x="144" y="34"/>
                </a:cxn>
                <a:cxn ang="0">
                  <a:pos x="208" y="140"/>
                </a:cxn>
                <a:cxn ang="0">
                  <a:pos x="52" y="144"/>
                </a:cxn>
                <a:cxn ang="0">
                  <a:pos x="48" y="128"/>
                </a:cxn>
                <a:cxn ang="0">
                  <a:pos x="20" y="88"/>
                </a:cxn>
                <a:cxn ang="0">
                  <a:pos x="64" y="88"/>
                </a:cxn>
                <a:cxn ang="0">
                  <a:pos x="96" y="88"/>
                </a:cxn>
                <a:cxn ang="0">
                  <a:pos x="168" y="88"/>
                </a:cxn>
                <a:cxn ang="0">
                  <a:pos x="200" y="88"/>
                </a:cxn>
                <a:cxn ang="0">
                  <a:pos x="236" y="88"/>
                </a:cxn>
              </a:cxnLst>
              <a:rect l="0" t="0" r="r" b="b"/>
              <a:pathLst>
                <a:path w="256" h="160">
                  <a:moveTo>
                    <a:pt x="236" y="72"/>
                  </a:moveTo>
                  <a:lnTo>
                    <a:pt x="214" y="72"/>
                  </a:lnTo>
                  <a:lnTo>
                    <a:pt x="214" y="72"/>
                  </a:lnTo>
                  <a:lnTo>
                    <a:pt x="214" y="66"/>
                  </a:lnTo>
                  <a:lnTo>
                    <a:pt x="252" y="48"/>
                  </a:lnTo>
                  <a:lnTo>
                    <a:pt x="252" y="48"/>
                  </a:lnTo>
                  <a:lnTo>
                    <a:pt x="254" y="46"/>
                  </a:lnTo>
                  <a:lnTo>
                    <a:pt x="256" y="42"/>
                  </a:lnTo>
                  <a:lnTo>
                    <a:pt x="256" y="40"/>
                  </a:lnTo>
                  <a:lnTo>
                    <a:pt x="256" y="36"/>
                  </a:lnTo>
                  <a:lnTo>
                    <a:pt x="256" y="36"/>
                  </a:lnTo>
                  <a:lnTo>
                    <a:pt x="254" y="34"/>
                  </a:lnTo>
                  <a:lnTo>
                    <a:pt x="250" y="32"/>
                  </a:lnTo>
                  <a:lnTo>
                    <a:pt x="248" y="32"/>
                  </a:lnTo>
                  <a:lnTo>
                    <a:pt x="244" y="32"/>
                  </a:lnTo>
                  <a:lnTo>
                    <a:pt x="208" y="52"/>
                  </a:lnTo>
                  <a:lnTo>
                    <a:pt x="208" y="52"/>
                  </a:lnTo>
                  <a:lnTo>
                    <a:pt x="202" y="40"/>
                  </a:lnTo>
                  <a:lnTo>
                    <a:pt x="194" y="30"/>
                  </a:lnTo>
                  <a:lnTo>
                    <a:pt x="186" y="22"/>
                  </a:lnTo>
                  <a:lnTo>
                    <a:pt x="176" y="14"/>
                  </a:lnTo>
                  <a:lnTo>
                    <a:pt x="166" y="8"/>
                  </a:lnTo>
                  <a:lnTo>
                    <a:pt x="154" y="4"/>
                  </a:lnTo>
                  <a:lnTo>
                    <a:pt x="142" y="0"/>
                  </a:lnTo>
                  <a:lnTo>
                    <a:pt x="128" y="0"/>
                  </a:lnTo>
                  <a:lnTo>
                    <a:pt x="128" y="0"/>
                  </a:lnTo>
                  <a:lnTo>
                    <a:pt x="112" y="2"/>
                  </a:lnTo>
                  <a:lnTo>
                    <a:pt x="98" y="6"/>
                  </a:lnTo>
                  <a:lnTo>
                    <a:pt x="84" y="12"/>
                  </a:lnTo>
                  <a:lnTo>
                    <a:pt x="72" y="20"/>
                  </a:lnTo>
                  <a:lnTo>
                    <a:pt x="60" y="32"/>
                  </a:lnTo>
                  <a:lnTo>
                    <a:pt x="52" y="44"/>
                  </a:lnTo>
                  <a:lnTo>
                    <a:pt x="46" y="58"/>
                  </a:lnTo>
                  <a:lnTo>
                    <a:pt x="42" y="72"/>
                  </a:lnTo>
                  <a:lnTo>
                    <a:pt x="20" y="72"/>
                  </a:lnTo>
                  <a:lnTo>
                    <a:pt x="20" y="72"/>
                  </a:lnTo>
                  <a:lnTo>
                    <a:pt x="12" y="74"/>
                  </a:lnTo>
                  <a:lnTo>
                    <a:pt x="6" y="78"/>
                  </a:lnTo>
                  <a:lnTo>
                    <a:pt x="2" y="84"/>
                  </a:lnTo>
                  <a:lnTo>
                    <a:pt x="0" y="92"/>
                  </a:lnTo>
                  <a:lnTo>
                    <a:pt x="0" y="92"/>
                  </a:lnTo>
                  <a:lnTo>
                    <a:pt x="2" y="98"/>
                  </a:lnTo>
                  <a:lnTo>
                    <a:pt x="4" y="102"/>
                  </a:lnTo>
                  <a:lnTo>
                    <a:pt x="32" y="134"/>
                  </a:lnTo>
                  <a:lnTo>
                    <a:pt x="32" y="140"/>
                  </a:lnTo>
                  <a:lnTo>
                    <a:pt x="32" y="140"/>
                  </a:lnTo>
                  <a:lnTo>
                    <a:pt x="34" y="148"/>
                  </a:lnTo>
                  <a:lnTo>
                    <a:pt x="38" y="154"/>
                  </a:lnTo>
                  <a:lnTo>
                    <a:pt x="44" y="158"/>
                  </a:lnTo>
                  <a:lnTo>
                    <a:pt x="52" y="160"/>
                  </a:lnTo>
                  <a:lnTo>
                    <a:pt x="204" y="160"/>
                  </a:lnTo>
                  <a:lnTo>
                    <a:pt x="204" y="160"/>
                  </a:lnTo>
                  <a:lnTo>
                    <a:pt x="212" y="158"/>
                  </a:lnTo>
                  <a:lnTo>
                    <a:pt x="218" y="154"/>
                  </a:lnTo>
                  <a:lnTo>
                    <a:pt x="222" y="148"/>
                  </a:lnTo>
                  <a:lnTo>
                    <a:pt x="224" y="140"/>
                  </a:lnTo>
                  <a:lnTo>
                    <a:pt x="224" y="134"/>
                  </a:lnTo>
                  <a:lnTo>
                    <a:pt x="252" y="102"/>
                  </a:lnTo>
                  <a:lnTo>
                    <a:pt x="252" y="102"/>
                  </a:lnTo>
                  <a:lnTo>
                    <a:pt x="254" y="98"/>
                  </a:lnTo>
                  <a:lnTo>
                    <a:pt x="256" y="92"/>
                  </a:lnTo>
                  <a:lnTo>
                    <a:pt x="256" y="92"/>
                  </a:lnTo>
                  <a:lnTo>
                    <a:pt x="254" y="84"/>
                  </a:lnTo>
                  <a:lnTo>
                    <a:pt x="250" y="78"/>
                  </a:lnTo>
                  <a:lnTo>
                    <a:pt x="244" y="74"/>
                  </a:lnTo>
                  <a:lnTo>
                    <a:pt x="236" y="72"/>
                  </a:lnTo>
                  <a:close/>
                  <a:moveTo>
                    <a:pt x="206" y="72"/>
                  </a:moveTo>
                  <a:lnTo>
                    <a:pt x="202" y="72"/>
                  </a:lnTo>
                  <a:lnTo>
                    <a:pt x="206" y="70"/>
                  </a:lnTo>
                  <a:lnTo>
                    <a:pt x="206" y="70"/>
                  </a:lnTo>
                  <a:lnTo>
                    <a:pt x="206" y="72"/>
                  </a:lnTo>
                  <a:close/>
                  <a:moveTo>
                    <a:pt x="128" y="8"/>
                  </a:moveTo>
                  <a:lnTo>
                    <a:pt x="128" y="8"/>
                  </a:lnTo>
                  <a:lnTo>
                    <a:pt x="140" y="8"/>
                  </a:lnTo>
                  <a:lnTo>
                    <a:pt x="152" y="12"/>
                  </a:lnTo>
                  <a:lnTo>
                    <a:pt x="162" y="16"/>
                  </a:lnTo>
                  <a:lnTo>
                    <a:pt x="172" y="22"/>
                  </a:lnTo>
                  <a:lnTo>
                    <a:pt x="180" y="28"/>
                  </a:lnTo>
                  <a:lnTo>
                    <a:pt x="188" y="36"/>
                  </a:lnTo>
                  <a:lnTo>
                    <a:pt x="196" y="44"/>
                  </a:lnTo>
                  <a:lnTo>
                    <a:pt x="200" y="54"/>
                  </a:lnTo>
                  <a:lnTo>
                    <a:pt x="194" y="58"/>
                  </a:lnTo>
                  <a:lnTo>
                    <a:pt x="194" y="58"/>
                  </a:lnTo>
                  <a:lnTo>
                    <a:pt x="188" y="50"/>
                  </a:lnTo>
                  <a:lnTo>
                    <a:pt x="182" y="42"/>
                  </a:lnTo>
                  <a:lnTo>
                    <a:pt x="176" y="34"/>
                  </a:lnTo>
                  <a:lnTo>
                    <a:pt x="168" y="28"/>
                  </a:lnTo>
                  <a:lnTo>
                    <a:pt x="158" y="22"/>
                  </a:lnTo>
                  <a:lnTo>
                    <a:pt x="148" y="20"/>
                  </a:lnTo>
                  <a:lnTo>
                    <a:pt x="138" y="16"/>
                  </a:lnTo>
                  <a:lnTo>
                    <a:pt x="128" y="16"/>
                  </a:lnTo>
                  <a:lnTo>
                    <a:pt x="128" y="16"/>
                  </a:lnTo>
                  <a:lnTo>
                    <a:pt x="116" y="18"/>
                  </a:lnTo>
                  <a:lnTo>
                    <a:pt x="104" y="20"/>
                  </a:lnTo>
                  <a:lnTo>
                    <a:pt x="92" y="26"/>
                  </a:lnTo>
                  <a:lnTo>
                    <a:pt x="82" y="32"/>
                  </a:lnTo>
                  <a:lnTo>
                    <a:pt x="74" y="40"/>
                  </a:lnTo>
                  <a:lnTo>
                    <a:pt x="68" y="50"/>
                  </a:lnTo>
                  <a:lnTo>
                    <a:pt x="62" y="60"/>
                  </a:lnTo>
                  <a:lnTo>
                    <a:pt x="58" y="72"/>
                  </a:lnTo>
                  <a:lnTo>
                    <a:pt x="50" y="72"/>
                  </a:lnTo>
                  <a:lnTo>
                    <a:pt x="50" y="72"/>
                  </a:lnTo>
                  <a:lnTo>
                    <a:pt x="54" y="58"/>
                  </a:lnTo>
                  <a:lnTo>
                    <a:pt x="60" y="46"/>
                  </a:lnTo>
                  <a:lnTo>
                    <a:pt x="68" y="36"/>
                  </a:lnTo>
                  <a:lnTo>
                    <a:pt x="78" y="26"/>
                  </a:lnTo>
                  <a:lnTo>
                    <a:pt x="88" y="18"/>
                  </a:lnTo>
                  <a:lnTo>
                    <a:pt x="100" y="12"/>
                  </a:lnTo>
                  <a:lnTo>
                    <a:pt x="114" y="10"/>
                  </a:lnTo>
                  <a:lnTo>
                    <a:pt x="128" y="8"/>
                  </a:lnTo>
                  <a:close/>
                  <a:moveTo>
                    <a:pt x="164" y="72"/>
                  </a:moveTo>
                  <a:lnTo>
                    <a:pt x="164" y="72"/>
                  </a:lnTo>
                  <a:lnTo>
                    <a:pt x="158" y="62"/>
                  </a:lnTo>
                  <a:lnTo>
                    <a:pt x="150" y="54"/>
                  </a:lnTo>
                  <a:lnTo>
                    <a:pt x="140" y="50"/>
                  </a:lnTo>
                  <a:lnTo>
                    <a:pt x="128" y="48"/>
                  </a:lnTo>
                  <a:lnTo>
                    <a:pt x="128" y="48"/>
                  </a:lnTo>
                  <a:lnTo>
                    <a:pt x="116" y="50"/>
                  </a:lnTo>
                  <a:lnTo>
                    <a:pt x="106" y="54"/>
                  </a:lnTo>
                  <a:lnTo>
                    <a:pt x="98" y="62"/>
                  </a:lnTo>
                  <a:lnTo>
                    <a:pt x="92" y="72"/>
                  </a:lnTo>
                  <a:lnTo>
                    <a:pt x="82" y="72"/>
                  </a:lnTo>
                  <a:lnTo>
                    <a:pt x="82" y="72"/>
                  </a:lnTo>
                  <a:lnTo>
                    <a:pt x="90" y="60"/>
                  </a:lnTo>
                  <a:lnTo>
                    <a:pt x="100" y="50"/>
                  </a:lnTo>
                  <a:lnTo>
                    <a:pt x="114" y="42"/>
                  </a:lnTo>
                  <a:lnTo>
                    <a:pt x="120" y="40"/>
                  </a:lnTo>
                  <a:lnTo>
                    <a:pt x="128" y="40"/>
                  </a:lnTo>
                  <a:lnTo>
                    <a:pt x="128" y="40"/>
                  </a:lnTo>
                  <a:lnTo>
                    <a:pt x="142" y="42"/>
                  </a:lnTo>
                  <a:lnTo>
                    <a:pt x="154" y="48"/>
                  </a:lnTo>
                  <a:lnTo>
                    <a:pt x="164" y="58"/>
                  </a:lnTo>
                  <a:lnTo>
                    <a:pt x="172" y="70"/>
                  </a:lnTo>
                  <a:lnTo>
                    <a:pt x="166" y="72"/>
                  </a:lnTo>
                  <a:lnTo>
                    <a:pt x="164" y="72"/>
                  </a:lnTo>
                  <a:close/>
                  <a:moveTo>
                    <a:pt x="128" y="64"/>
                  </a:moveTo>
                  <a:lnTo>
                    <a:pt x="128" y="64"/>
                  </a:lnTo>
                  <a:lnTo>
                    <a:pt x="118" y="66"/>
                  </a:lnTo>
                  <a:lnTo>
                    <a:pt x="110" y="72"/>
                  </a:lnTo>
                  <a:lnTo>
                    <a:pt x="100" y="72"/>
                  </a:lnTo>
                  <a:lnTo>
                    <a:pt x="100" y="72"/>
                  </a:lnTo>
                  <a:lnTo>
                    <a:pt x="106" y="66"/>
                  </a:lnTo>
                  <a:lnTo>
                    <a:pt x="112" y="60"/>
                  </a:lnTo>
                  <a:lnTo>
                    <a:pt x="120" y="58"/>
                  </a:lnTo>
                  <a:lnTo>
                    <a:pt x="128" y="56"/>
                  </a:lnTo>
                  <a:lnTo>
                    <a:pt x="128" y="56"/>
                  </a:lnTo>
                  <a:lnTo>
                    <a:pt x="136" y="58"/>
                  </a:lnTo>
                  <a:lnTo>
                    <a:pt x="144" y="60"/>
                  </a:lnTo>
                  <a:lnTo>
                    <a:pt x="150" y="66"/>
                  </a:lnTo>
                  <a:lnTo>
                    <a:pt x="156" y="72"/>
                  </a:lnTo>
                  <a:lnTo>
                    <a:pt x="146" y="72"/>
                  </a:lnTo>
                  <a:lnTo>
                    <a:pt x="146" y="72"/>
                  </a:lnTo>
                  <a:lnTo>
                    <a:pt x="138" y="66"/>
                  </a:lnTo>
                  <a:lnTo>
                    <a:pt x="128" y="64"/>
                  </a:lnTo>
                  <a:close/>
                  <a:moveTo>
                    <a:pt x="128" y="32"/>
                  </a:moveTo>
                  <a:lnTo>
                    <a:pt x="128" y="32"/>
                  </a:lnTo>
                  <a:lnTo>
                    <a:pt x="118" y="32"/>
                  </a:lnTo>
                  <a:lnTo>
                    <a:pt x="110" y="36"/>
                  </a:lnTo>
                  <a:lnTo>
                    <a:pt x="102" y="38"/>
                  </a:lnTo>
                  <a:lnTo>
                    <a:pt x="94" y="44"/>
                  </a:lnTo>
                  <a:lnTo>
                    <a:pt x="88" y="50"/>
                  </a:lnTo>
                  <a:lnTo>
                    <a:pt x="82" y="56"/>
                  </a:lnTo>
                  <a:lnTo>
                    <a:pt x="78" y="64"/>
                  </a:lnTo>
                  <a:lnTo>
                    <a:pt x="74" y="72"/>
                  </a:lnTo>
                  <a:lnTo>
                    <a:pt x="66" y="72"/>
                  </a:lnTo>
                  <a:lnTo>
                    <a:pt x="66" y="72"/>
                  </a:lnTo>
                  <a:lnTo>
                    <a:pt x="70" y="62"/>
                  </a:lnTo>
                  <a:lnTo>
                    <a:pt x="74" y="52"/>
                  </a:lnTo>
                  <a:lnTo>
                    <a:pt x="80" y="44"/>
                  </a:lnTo>
                  <a:lnTo>
                    <a:pt x="88" y="38"/>
                  </a:lnTo>
                  <a:lnTo>
                    <a:pt x="98" y="32"/>
                  </a:lnTo>
                  <a:lnTo>
                    <a:pt x="106" y="28"/>
                  </a:lnTo>
                  <a:lnTo>
                    <a:pt x="118" y="24"/>
                  </a:lnTo>
                  <a:lnTo>
                    <a:pt x="128" y="24"/>
                  </a:lnTo>
                  <a:lnTo>
                    <a:pt x="128" y="24"/>
                  </a:lnTo>
                  <a:lnTo>
                    <a:pt x="138" y="24"/>
                  </a:lnTo>
                  <a:lnTo>
                    <a:pt x="146" y="26"/>
                  </a:lnTo>
                  <a:lnTo>
                    <a:pt x="156" y="30"/>
                  </a:lnTo>
                  <a:lnTo>
                    <a:pt x="164" y="34"/>
                  </a:lnTo>
                  <a:lnTo>
                    <a:pt x="170" y="40"/>
                  </a:lnTo>
                  <a:lnTo>
                    <a:pt x="176" y="46"/>
                  </a:lnTo>
                  <a:lnTo>
                    <a:pt x="182" y="54"/>
                  </a:lnTo>
                  <a:lnTo>
                    <a:pt x="186" y="62"/>
                  </a:lnTo>
                  <a:lnTo>
                    <a:pt x="180" y="66"/>
                  </a:lnTo>
                  <a:lnTo>
                    <a:pt x="180" y="66"/>
                  </a:lnTo>
                  <a:lnTo>
                    <a:pt x="170" y="52"/>
                  </a:lnTo>
                  <a:lnTo>
                    <a:pt x="158" y="42"/>
                  </a:lnTo>
                  <a:lnTo>
                    <a:pt x="144" y="34"/>
                  </a:lnTo>
                  <a:lnTo>
                    <a:pt x="136" y="32"/>
                  </a:lnTo>
                  <a:lnTo>
                    <a:pt x="128" y="32"/>
                  </a:lnTo>
                  <a:close/>
                  <a:moveTo>
                    <a:pt x="208" y="128"/>
                  </a:moveTo>
                  <a:lnTo>
                    <a:pt x="208" y="140"/>
                  </a:lnTo>
                  <a:lnTo>
                    <a:pt x="208" y="140"/>
                  </a:lnTo>
                  <a:lnTo>
                    <a:pt x="206" y="142"/>
                  </a:lnTo>
                  <a:lnTo>
                    <a:pt x="204" y="144"/>
                  </a:lnTo>
                  <a:lnTo>
                    <a:pt x="52" y="144"/>
                  </a:lnTo>
                  <a:lnTo>
                    <a:pt x="52" y="144"/>
                  </a:lnTo>
                  <a:lnTo>
                    <a:pt x="50" y="142"/>
                  </a:lnTo>
                  <a:lnTo>
                    <a:pt x="48" y="140"/>
                  </a:lnTo>
                  <a:lnTo>
                    <a:pt x="48" y="128"/>
                  </a:lnTo>
                  <a:lnTo>
                    <a:pt x="16" y="92"/>
                  </a:lnTo>
                  <a:lnTo>
                    <a:pt x="16" y="92"/>
                  </a:lnTo>
                  <a:lnTo>
                    <a:pt x="18" y="90"/>
                  </a:lnTo>
                  <a:lnTo>
                    <a:pt x="20" y="88"/>
                  </a:lnTo>
                  <a:lnTo>
                    <a:pt x="40" y="88"/>
                  </a:lnTo>
                  <a:lnTo>
                    <a:pt x="48" y="88"/>
                  </a:lnTo>
                  <a:lnTo>
                    <a:pt x="56" y="88"/>
                  </a:lnTo>
                  <a:lnTo>
                    <a:pt x="64" y="88"/>
                  </a:lnTo>
                  <a:lnTo>
                    <a:pt x="72" y="88"/>
                  </a:lnTo>
                  <a:lnTo>
                    <a:pt x="80" y="88"/>
                  </a:lnTo>
                  <a:lnTo>
                    <a:pt x="88" y="88"/>
                  </a:lnTo>
                  <a:lnTo>
                    <a:pt x="96" y="88"/>
                  </a:lnTo>
                  <a:lnTo>
                    <a:pt x="104" y="88"/>
                  </a:lnTo>
                  <a:lnTo>
                    <a:pt x="152" y="88"/>
                  </a:lnTo>
                  <a:lnTo>
                    <a:pt x="160" y="88"/>
                  </a:lnTo>
                  <a:lnTo>
                    <a:pt x="168" y="88"/>
                  </a:lnTo>
                  <a:lnTo>
                    <a:pt x="176" y="88"/>
                  </a:lnTo>
                  <a:lnTo>
                    <a:pt x="184" y="88"/>
                  </a:lnTo>
                  <a:lnTo>
                    <a:pt x="192" y="88"/>
                  </a:lnTo>
                  <a:lnTo>
                    <a:pt x="200" y="88"/>
                  </a:lnTo>
                  <a:lnTo>
                    <a:pt x="208" y="88"/>
                  </a:lnTo>
                  <a:lnTo>
                    <a:pt x="216" y="88"/>
                  </a:lnTo>
                  <a:lnTo>
                    <a:pt x="236" y="88"/>
                  </a:lnTo>
                  <a:lnTo>
                    <a:pt x="236" y="88"/>
                  </a:lnTo>
                  <a:lnTo>
                    <a:pt x="238" y="90"/>
                  </a:lnTo>
                  <a:lnTo>
                    <a:pt x="240" y="92"/>
                  </a:lnTo>
                  <a:lnTo>
                    <a:pt x="208" y="12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19" name="Freeform 100"/>
            <p:cNvSpPr>
              <a:spLocks/>
            </p:cNvSpPr>
            <p:nvPr/>
          </p:nvSpPr>
          <p:spPr bwMode="auto">
            <a:xfrm>
              <a:off x="4060825" y="2832100"/>
              <a:ext cx="28575" cy="95250"/>
            </a:xfrm>
            <a:custGeom>
              <a:avLst/>
              <a:gdLst/>
              <a:ahLst/>
              <a:cxnLst>
                <a:cxn ang="0">
                  <a:pos x="2" y="58"/>
                </a:cxn>
                <a:cxn ang="0">
                  <a:pos x="2" y="58"/>
                </a:cxn>
                <a:cxn ang="0">
                  <a:pos x="2" y="58"/>
                </a:cxn>
                <a:cxn ang="0">
                  <a:pos x="2" y="58"/>
                </a:cxn>
                <a:cxn ang="0">
                  <a:pos x="2" y="58"/>
                </a:cxn>
                <a:cxn ang="0">
                  <a:pos x="4" y="60"/>
                </a:cxn>
                <a:cxn ang="0">
                  <a:pos x="6" y="60"/>
                </a:cxn>
                <a:cxn ang="0">
                  <a:pos x="6" y="60"/>
                </a:cxn>
                <a:cxn ang="0">
                  <a:pos x="8" y="58"/>
                </a:cxn>
                <a:cxn ang="0">
                  <a:pos x="10" y="56"/>
                </a:cxn>
                <a:cxn ang="0">
                  <a:pos x="10" y="56"/>
                </a:cxn>
                <a:cxn ang="0">
                  <a:pos x="10" y="54"/>
                </a:cxn>
                <a:cxn ang="0">
                  <a:pos x="10" y="54"/>
                </a:cxn>
                <a:cxn ang="0">
                  <a:pos x="10" y="54"/>
                </a:cxn>
                <a:cxn ang="0">
                  <a:pos x="10" y="54"/>
                </a:cxn>
                <a:cxn ang="0">
                  <a:pos x="8" y="50"/>
                </a:cxn>
                <a:cxn ang="0">
                  <a:pos x="8" y="44"/>
                </a:cxn>
                <a:cxn ang="0">
                  <a:pos x="12" y="32"/>
                </a:cxn>
                <a:cxn ang="0">
                  <a:pos x="12" y="32"/>
                </a:cxn>
                <a:cxn ang="0">
                  <a:pos x="18" y="18"/>
                </a:cxn>
                <a:cxn ang="0">
                  <a:pos x="18" y="10"/>
                </a:cxn>
                <a:cxn ang="0">
                  <a:pos x="16" y="2"/>
                </a:cxn>
                <a:cxn ang="0">
                  <a:pos x="16" y="2"/>
                </a:cxn>
                <a:cxn ang="0">
                  <a:pos x="14" y="0"/>
                </a:cxn>
                <a:cxn ang="0">
                  <a:pos x="12" y="0"/>
                </a:cxn>
                <a:cxn ang="0">
                  <a:pos x="12" y="0"/>
                </a:cxn>
                <a:cxn ang="0">
                  <a:pos x="10" y="2"/>
                </a:cxn>
                <a:cxn ang="0">
                  <a:pos x="8" y="4"/>
                </a:cxn>
                <a:cxn ang="0">
                  <a:pos x="8" y="4"/>
                </a:cxn>
                <a:cxn ang="0">
                  <a:pos x="8" y="6"/>
                </a:cxn>
                <a:cxn ang="0">
                  <a:pos x="8" y="6"/>
                </a:cxn>
                <a:cxn ang="0">
                  <a:pos x="8" y="6"/>
                </a:cxn>
                <a:cxn ang="0">
                  <a:pos x="8" y="6"/>
                </a:cxn>
                <a:cxn ang="0">
                  <a:pos x="8" y="6"/>
                </a:cxn>
                <a:cxn ang="0">
                  <a:pos x="8" y="6"/>
                </a:cxn>
                <a:cxn ang="0">
                  <a:pos x="8" y="6"/>
                </a:cxn>
                <a:cxn ang="0">
                  <a:pos x="10" y="10"/>
                </a:cxn>
                <a:cxn ang="0">
                  <a:pos x="10" y="16"/>
                </a:cxn>
                <a:cxn ang="0">
                  <a:pos x="6" y="28"/>
                </a:cxn>
                <a:cxn ang="0">
                  <a:pos x="6" y="28"/>
                </a:cxn>
                <a:cxn ang="0">
                  <a:pos x="0" y="42"/>
                </a:cxn>
                <a:cxn ang="0">
                  <a:pos x="0" y="50"/>
                </a:cxn>
                <a:cxn ang="0">
                  <a:pos x="2" y="58"/>
                </a:cxn>
                <a:cxn ang="0">
                  <a:pos x="2" y="58"/>
                </a:cxn>
                <a:cxn ang="0">
                  <a:pos x="2" y="58"/>
                </a:cxn>
              </a:cxnLst>
              <a:rect l="0" t="0" r="r" b="b"/>
              <a:pathLst>
                <a:path w="18" h="60">
                  <a:moveTo>
                    <a:pt x="2" y="58"/>
                  </a:moveTo>
                  <a:lnTo>
                    <a:pt x="2" y="58"/>
                  </a:lnTo>
                  <a:lnTo>
                    <a:pt x="2" y="58"/>
                  </a:lnTo>
                  <a:lnTo>
                    <a:pt x="2" y="58"/>
                  </a:lnTo>
                  <a:lnTo>
                    <a:pt x="2" y="58"/>
                  </a:lnTo>
                  <a:lnTo>
                    <a:pt x="4" y="60"/>
                  </a:lnTo>
                  <a:lnTo>
                    <a:pt x="6" y="60"/>
                  </a:lnTo>
                  <a:lnTo>
                    <a:pt x="6" y="60"/>
                  </a:lnTo>
                  <a:lnTo>
                    <a:pt x="8" y="58"/>
                  </a:lnTo>
                  <a:lnTo>
                    <a:pt x="10" y="56"/>
                  </a:lnTo>
                  <a:lnTo>
                    <a:pt x="10" y="56"/>
                  </a:lnTo>
                  <a:lnTo>
                    <a:pt x="10" y="54"/>
                  </a:lnTo>
                  <a:lnTo>
                    <a:pt x="10" y="54"/>
                  </a:lnTo>
                  <a:lnTo>
                    <a:pt x="10" y="54"/>
                  </a:lnTo>
                  <a:lnTo>
                    <a:pt x="10" y="54"/>
                  </a:lnTo>
                  <a:lnTo>
                    <a:pt x="8" y="50"/>
                  </a:lnTo>
                  <a:lnTo>
                    <a:pt x="8" y="44"/>
                  </a:lnTo>
                  <a:lnTo>
                    <a:pt x="12" y="32"/>
                  </a:lnTo>
                  <a:lnTo>
                    <a:pt x="12" y="32"/>
                  </a:lnTo>
                  <a:lnTo>
                    <a:pt x="18" y="18"/>
                  </a:lnTo>
                  <a:lnTo>
                    <a:pt x="18" y="10"/>
                  </a:lnTo>
                  <a:lnTo>
                    <a:pt x="16" y="2"/>
                  </a:lnTo>
                  <a:lnTo>
                    <a:pt x="16" y="2"/>
                  </a:lnTo>
                  <a:lnTo>
                    <a:pt x="14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0" y="2"/>
                  </a:lnTo>
                  <a:lnTo>
                    <a:pt x="8" y="4"/>
                  </a:lnTo>
                  <a:lnTo>
                    <a:pt x="8" y="4"/>
                  </a:lnTo>
                  <a:lnTo>
                    <a:pt x="8" y="6"/>
                  </a:lnTo>
                  <a:lnTo>
                    <a:pt x="8" y="6"/>
                  </a:lnTo>
                  <a:lnTo>
                    <a:pt x="8" y="6"/>
                  </a:lnTo>
                  <a:lnTo>
                    <a:pt x="8" y="6"/>
                  </a:lnTo>
                  <a:lnTo>
                    <a:pt x="8" y="6"/>
                  </a:lnTo>
                  <a:lnTo>
                    <a:pt x="8" y="6"/>
                  </a:lnTo>
                  <a:lnTo>
                    <a:pt x="8" y="6"/>
                  </a:lnTo>
                  <a:lnTo>
                    <a:pt x="10" y="10"/>
                  </a:lnTo>
                  <a:lnTo>
                    <a:pt x="10" y="16"/>
                  </a:lnTo>
                  <a:lnTo>
                    <a:pt x="6" y="28"/>
                  </a:lnTo>
                  <a:lnTo>
                    <a:pt x="6" y="28"/>
                  </a:lnTo>
                  <a:lnTo>
                    <a:pt x="0" y="42"/>
                  </a:lnTo>
                  <a:lnTo>
                    <a:pt x="0" y="50"/>
                  </a:lnTo>
                  <a:lnTo>
                    <a:pt x="2" y="58"/>
                  </a:lnTo>
                  <a:lnTo>
                    <a:pt x="2" y="58"/>
                  </a:lnTo>
                  <a:lnTo>
                    <a:pt x="2" y="5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20" name="Freeform 102"/>
            <p:cNvSpPr>
              <a:spLocks/>
            </p:cNvSpPr>
            <p:nvPr/>
          </p:nvSpPr>
          <p:spPr bwMode="auto">
            <a:xfrm>
              <a:off x="4216400" y="2828925"/>
              <a:ext cx="28575" cy="95250"/>
            </a:xfrm>
            <a:custGeom>
              <a:avLst/>
              <a:gdLst/>
              <a:ahLst/>
              <a:cxnLst>
                <a:cxn ang="0">
                  <a:pos x="2" y="58"/>
                </a:cxn>
                <a:cxn ang="0">
                  <a:pos x="2" y="58"/>
                </a:cxn>
                <a:cxn ang="0">
                  <a:pos x="2" y="58"/>
                </a:cxn>
                <a:cxn ang="0">
                  <a:pos x="2" y="58"/>
                </a:cxn>
                <a:cxn ang="0">
                  <a:pos x="2" y="58"/>
                </a:cxn>
                <a:cxn ang="0">
                  <a:pos x="2" y="60"/>
                </a:cxn>
                <a:cxn ang="0">
                  <a:pos x="4" y="60"/>
                </a:cxn>
                <a:cxn ang="0">
                  <a:pos x="4" y="60"/>
                </a:cxn>
                <a:cxn ang="0">
                  <a:pos x="8" y="60"/>
                </a:cxn>
                <a:cxn ang="0">
                  <a:pos x="8" y="56"/>
                </a:cxn>
                <a:cxn ang="0">
                  <a:pos x="8" y="56"/>
                </a:cxn>
                <a:cxn ang="0">
                  <a:pos x="8" y="56"/>
                </a:cxn>
                <a:cxn ang="0">
                  <a:pos x="8" y="56"/>
                </a:cxn>
                <a:cxn ang="0">
                  <a:pos x="8" y="56"/>
                </a:cxn>
                <a:cxn ang="0">
                  <a:pos x="8" y="56"/>
                </a:cxn>
                <a:cxn ang="0">
                  <a:pos x="8" y="50"/>
                </a:cxn>
                <a:cxn ang="0">
                  <a:pos x="8" y="44"/>
                </a:cxn>
                <a:cxn ang="0">
                  <a:pos x="12" y="32"/>
                </a:cxn>
                <a:cxn ang="0">
                  <a:pos x="12" y="32"/>
                </a:cxn>
                <a:cxn ang="0">
                  <a:pos x="16" y="18"/>
                </a:cxn>
                <a:cxn ang="0">
                  <a:pos x="18" y="10"/>
                </a:cxn>
                <a:cxn ang="0">
                  <a:pos x="16" y="4"/>
                </a:cxn>
                <a:cxn ang="0">
                  <a:pos x="16" y="4"/>
                </a:cxn>
                <a:cxn ang="0">
                  <a:pos x="14" y="2"/>
                </a:cxn>
                <a:cxn ang="0">
                  <a:pos x="12" y="0"/>
                </a:cxn>
                <a:cxn ang="0">
                  <a:pos x="12" y="0"/>
                </a:cxn>
                <a:cxn ang="0">
                  <a:pos x="10" y="2"/>
                </a:cxn>
                <a:cxn ang="0">
                  <a:pos x="8" y="4"/>
                </a:cxn>
                <a:cxn ang="0">
                  <a:pos x="8" y="4"/>
                </a:cxn>
                <a:cxn ang="0">
                  <a:pos x="8" y="6"/>
                </a:cxn>
                <a:cxn ang="0">
                  <a:pos x="8" y="6"/>
                </a:cxn>
                <a:cxn ang="0">
                  <a:pos x="8" y="6"/>
                </a:cxn>
                <a:cxn ang="0">
                  <a:pos x="8" y="6"/>
                </a:cxn>
                <a:cxn ang="0">
                  <a:pos x="8" y="6"/>
                </a:cxn>
                <a:cxn ang="0">
                  <a:pos x="8" y="6"/>
                </a:cxn>
                <a:cxn ang="0">
                  <a:pos x="8" y="6"/>
                </a:cxn>
                <a:cxn ang="0">
                  <a:pos x="10" y="12"/>
                </a:cxn>
                <a:cxn ang="0">
                  <a:pos x="10" y="18"/>
                </a:cxn>
                <a:cxn ang="0">
                  <a:pos x="4" y="30"/>
                </a:cxn>
                <a:cxn ang="0">
                  <a:pos x="4" y="30"/>
                </a:cxn>
                <a:cxn ang="0">
                  <a:pos x="0" y="44"/>
                </a:cxn>
                <a:cxn ang="0">
                  <a:pos x="0" y="50"/>
                </a:cxn>
                <a:cxn ang="0">
                  <a:pos x="2" y="58"/>
                </a:cxn>
                <a:cxn ang="0">
                  <a:pos x="2" y="58"/>
                </a:cxn>
                <a:cxn ang="0">
                  <a:pos x="2" y="58"/>
                </a:cxn>
              </a:cxnLst>
              <a:rect l="0" t="0" r="r" b="b"/>
              <a:pathLst>
                <a:path w="18" h="60">
                  <a:moveTo>
                    <a:pt x="2" y="58"/>
                  </a:moveTo>
                  <a:lnTo>
                    <a:pt x="2" y="58"/>
                  </a:lnTo>
                  <a:lnTo>
                    <a:pt x="2" y="58"/>
                  </a:lnTo>
                  <a:lnTo>
                    <a:pt x="2" y="58"/>
                  </a:lnTo>
                  <a:lnTo>
                    <a:pt x="2" y="58"/>
                  </a:lnTo>
                  <a:lnTo>
                    <a:pt x="2" y="60"/>
                  </a:lnTo>
                  <a:lnTo>
                    <a:pt x="4" y="60"/>
                  </a:lnTo>
                  <a:lnTo>
                    <a:pt x="4" y="60"/>
                  </a:lnTo>
                  <a:lnTo>
                    <a:pt x="8" y="60"/>
                  </a:lnTo>
                  <a:lnTo>
                    <a:pt x="8" y="56"/>
                  </a:lnTo>
                  <a:lnTo>
                    <a:pt x="8" y="56"/>
                  </a:lnTo>
                  <a:lnTo>
                    <a:pt x="8" y="56"/>
                  </a:lnTo>
                  <a:lnTo>
                    <a:pt x="8" y="56"/>
                  </a:lnTo>
                  <a:lnTo>
                    <a:pt x="8" y="56"/>
                  </a:lnTo>
                  <a:lnTo>
                    <a:pt x="8" y="56"/>
                  </a:lnTo>
                  <a:lnTo>
                    <a:pt x="8" y="50"/>
                  </a:lnTo>
                  <a:lnTo>
                    <a:pt x="8" y="44"/>
                  </a:lnTo>
                  <a:lnTo>
                    <a:pt x="12" y="32"/>
                  </a:lnTo>
                  <a:lnTo>
                    <a:pt x="12" y="32"/>
                  </a:lnTo>
                  <a:lnTo>
                    <a:pt x="16" y="18"/>
                  </a:lnTo>
                  <a:lnTo>
                    <a:pt x="18" y="10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4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0" y="2"/>
                  </a:lnTo>
                  <a:lnTo>
                    <a:pt x="8" y="4"/>
                  </a:lnTo>
                  <a:lnTo>
                    <a:pt x="8" y="4"/>
                  </a:lnTo>
                  <a:lnTo>
                    <a:pt x="8" y="6"/>
                  </a:lnTo>
                  <a:lnTo>
                    <a:pt x="8" y="6"/>
                  </a:lnTo>
                  <a:lnTo>
                    <a:pt x="8" y="6"/>
                  </a:lnTo>
                  <a:lnTo>
                    <a:pt x="8" y="6"/>
                  </a:lnTo>
                  <a:lnTo>
                    <a:pt x="8" y="6"/>
                  </a:lnTo>
                  <a:lnTo>
                    <a:pt x="8" y="6"/>
                  </a:lnTo>
                  <a:lnTo>
                    <a:pt x="8" y="6"/>
                  </a:lnTo>
                  <a:lnTo>
                    <a:pt x="10" y="12"/>
                  </a:lnTo>
                  <a:lnTo>
                    <a:pt x="10" y="18"/>
                  </a:lnTo>
                  <a:lnTo>
                    <a:pt x="4" y="30"/>
                  </a:lnTo>
                  <a:lnTo>
                    <a:pt x="4" y="30"/>
                  </a:lnTo>
                  <a:lnTo>
                    <a:pt x="0" y="44"/>
                  </a:lnTo>
                  <a:lnTo>
                    <a:pt x="0" y="50"/>
                  </a:lnTo>
                  <a:lnTo>
                    <a:pt x="2" y="58"/>
                  </a:lnTo>
                  <a:lnTo>
                    <a:pt x="2" y="58"/>
                  </a:lnTo>
                  <a:lnTo>
                    <a:pt x="2" y="5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21" name="Freeform 104"/>
            <p:cNvSpPr>
              <a:spLocks/>
            </p:cNvSpPr>
            <p:nvPr/>
          </p:nvSpPr>
          <p:spPr bwMode="auto">
            <a:xfrm>
              <a:off x="4149725" y="2774950"/>
              <a:ext cx="28575" cy="95250"/>
            </a:xfrm>
            <a:custGeom>
              <a:avLst/>
              <a:gdLst/>
              <a:ahLst/>
              <a:cxnLst>
                <a:cxn ang="0">
                  <a:pos x="2" y="58"/>
                </a:cxn>
                <a:cxn ang="0">
                  <a:pos x="2" y="58"/>
                </a:cxn>
                <a:cxn ang="0">
                  <a:pos x="2" y="58"/>
                </a:cxn>
                <a:cxn ang="0">
                  <a:pos x="2" y="58"/>
                </a:cxn>
                <a:cxn ang="0">
                  <a:pos x="2" y="58"/>
                </a:cxn>
                <a:cxn ang="0">
                  <a:pos x="4" y="60"/>
                </a:cxn>
                <a:cxn ang="0">
                  <a:pos x="6" y="60"/>
                </a:cxn>
                <a:cxn ang="0">
                  <a:pos x="6" y="60"/>
                </a:cxn>
                <a:cxn ang="0">
                  <a:pos x="8" y="60"/>
                </a:cxn>
                <a:cxn ang="0">
                  <a:pos x="10" y="56"/>
                </a:cxn>
                <a:cxn ang="0">
                  <a:pos x="10" y="56"/>
                </a:cxn>
                <a:cxn ang="0">
                  <a:pos x="10" y="56"/>
                </a:cxn>
                <a:cxn ang="0">
                  <a:pos x="10" y="56"/>
                </a:cxn>
                <a:cxn ang="0">
                  <a:pos x="10" y="56"/>
                </a:cxn>
                <a:cxn ang="0">
                  <a:pos x="10" y="56"/>
                </a:cxn>
                <a:cxn ang="0">
                  <a:pos x="8" y="50"/>
                </a:cxn>
                <a:cxn ang="0">
                  <a:pos x="8" y="44"/>
                </a:cxn>
                <a:cxn ang="0">
                  <a:pos x="12" y="32"/>
                </a:cxn>
                <a:cxn ang="0">
                  <a:pos x="12" y="32"/>
                </a:cxn>
                <a:cxn ang="0">
                  <a:pos x="18" y="18"/>
                </a:cxn>
                <a:cxn ang="0">
                  <a:pos x="18" y="10"/>
                </a:cxn>
                <a:cxn ang="0">
                  <a:pos x="16" y="2"/>
                </a:cxn>
                <a:cxn ang="0">
                  <a:pos x="16" y="2"/>
                </a:cxn>
                <a:cxn ang="0">
                  <a:pos x="14" y="2"/>
                </a:cxn>
                <a:cxn ang="0">
                  <a:pos x="12" y="0"/>
                </a:cxn>
                <a:cxn ang="0">
                  <a:pos x="12" y="0"/>
                </a:cxn>
                <a:cxn ang="0">
                  <a:pos x="10" y="2"/>
                </a:cxn>
                <a:cxn ang="0">
                  <a:pos x="8" y="4"/>
                </a:cxn>
                <a:cxn ang="0">
                  <a:pos x="8" y="4"/>
                </a:cxn>
                <a:cxn ang="0">
                  <a:pos x="10" y="6"/>
                </a:cxn>
                <a:cxn ang="0">
                  <a:pos x="10" y="6"/>
                </a:cxn>
                <a:cxn ang="0">
                  <a:pos x="10" y="6"/>
                </a:cxn>
                <a:cxn ang="0">
                  <a:pos x="10" y="6"/>
                </a:cxn>
                <a:cxn ang="0">
                  <a:pos x="10" y="6"/>
                </a:cxn>
                <a:cxn ang="0">
                  <a:pos x="10" y="6"/>
                </a:cxn>
                <a:cxn ang="0">
                  <a:pos x="10" y="6"/>
                </a:cxn>
                <a:cxn ang="0">
                  <a:pos x="10" y="12"/>
                </a:cxn>
                <a:cxn ang="0">
                  <a:pos x="10" y="16"/>
                </a:cxn>
                <a:cxn ang="0">
                  <a:pos x="6" y="28"/>
                </a:cxn>
                <a:cxn ang="0">
                  <a:pos x="6" y="28"/>
                </a:cxn>
                <a:cxn ang="0">
                  <a:pos x="0" y="42"/>
                </a:cxn>
                <a:cxn ang="0">
                  <a:pos x="0" y="50"/>
                </a:cxn>
                <a:cxn ang="0">
                  <a:pos x="2" y="58"/>
                </a:cxn>
                <a:cxn ang="0">
                  <a:pos x="2" y="58"/>
                </a:cxn>
                <a:cxn ang="0">
                  <a:pos x="2" y="58"/>
                </a:cxn>
              </a:cxnLst>
              <a:rect l="0" t="0" r="r" b="b"/>
              <a:pathLst>
                <a:path w="18" h="60">
                  <a:moveTo>
                    <a:pt x="2" y="58"/>
                  </a:moveTo>
                  <a:lnTo>
                    <a:pt x="2" y="58"/>
                  </a:lnTo>
                  <a:lnTo>
                    <a:pt x="2" y="58"/>
                  </a:lnTo>
                  <a:lnTo>
                    <a:pt x="2" y="58"/>
                  </a:lnTo>
                  <a:lnTo>
                    <a:pt x="2" y="58"/>
                  </a:lnTo>
                  <a:lnTo>
                    <a:pt x="4" y="60"/>
                  </a:lnTo>
                  <a:lnTo>
                    <a:pt x="6" y="60"/>
                  </a:lnTo>
                  <a:lnTo>
                    <a:pt x="6" y="60"/>
                  </a:lnTo>
                  <a:lnTo>
                    <a:pt x="8" y="60"/>
                  </a:lnTo>
                  <a:lnTo>
                    <a:pt x="10" y="56"/>
                  </a:lnTo>
                  <a:lnTo>
                    <a:pt x="10" y="56"/>
                  </a:lnTo>
                  <a:lnTo>
                    <a:pt x="10" y="56"/>
                  </a:lnTo>
                  <a:lnTo>
                    <a:pt x="10" y="56"/>
                  </a:lnTo>
                  <a:lnTo>
                    <a:pt x="10" y="56"/>
                  </a:lnTo>
                  <a:lnTo>
                    <a:pt x="10" y="56"/>
                  </a:lnTo>
                  <a:lnTo>
                    <a:pt x="8" y="50"/>
                  </a:lnTo>
                  <a:lnTo>
                    <a:pt x="8" y="44"/>
                  </a:lnTo>
                  <a:lnTo>
                    <a:pt x="12" y="32"/>
                  </a:lnTo>
                  <a:lnTo>
                    <a:pt x="12" y="32"/>
                  </a:lnTo>
                  <a:lnTo>
                    <a:pt x="18" y="18"/>
                  </a:lnTo>
                  <a:lnTo>
                    <a:pt x="18" y="10"/>
                  </a:lnTo>
                  <a:lnTo>
                    <a:pt x="16" y="2"/>
                  </a:lnTo>
                  <a:lnTo>
                    <a:pt x="16" y="2"/>
                  </a:lnTo>
                  <a:lnTo>
                    <a:pt x="14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0" y="2"/>
                  </a:lnTo>
                  <a:lnTo>
                    <a:pt x="8" y="4"/>
                  </a:lnTo>
                  <a:lnTo>
                    <a:pt x="8" y="4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10" y="12"/>
                  </a:lnTo>
                  <a:lnTo>
                    <a:pt x="10" y="16"/>
                  </a:lnTo>
                  <a:lnTo>
                    <a:pt x="6" y="28"/>
                  </a:lnTo>
                  <a:lnTo>
                    <a:pt x="6" y="28"/>
                  </a:lnTo>
                  <a:lnTo>
                    <a:pt x="0" y="42"/>
                  </a:lnTo>
                  <a:lnTo>
                    <a:pt x="0" y="50"/>
                  </a:lnTo>
                  <a:lnTo>
                    <a:pt x="2" y="58"/>
                  </a:lnTo>
                  <a:lnTo>
                    <a:pt x="2" y="58"/>
                  </a:lnTo>
                  <a:lnTo>
                    <a:pt x="2" y="5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</p:grpSp>
      <p:grpSp>
        <p:nvGrpSpPr>
          <p:cNvPr id="25" name="Group 24"/>
          <p:cNvGrpSpPr/>
          <p:nvPr/>
        </p:nvGrpSpPr>
        <p:grpSpPr>
          <a:xfrm>
            <a:off x="8140441" y="4465043"/>
            <a:ext cx="465099" cy="450564"/>
            <a:chOff x="3962400" y="3600450"/>
            <a:chExt cx="406400" cy="393700"/>
          </a:xfrm>
          <a:solidFill>
            <a:schemeClr val="accent1"/>
          </a:solidFill>
        </p:grpSpPr>
        <p:sp>
          <p:nvSpPr>
            <p:cNvPr id="116" name="Freeform 49"/>
            <p:cNvSpPr>
              <a:spLocks/>
            </p:cNvSpPr>
            <p:nvPr/>
          </p:nvSpPr>
          <p:spPr bwMode="auto">
            <a:xfrm>
              <a:off x="4165600" y="3816350"/>
              <a:ext cx="50800" cy="50800"/>
            </a:xfrm>
            <a:custGeom>
              <a:avLst/>
              <a:gdLst/>
              <a:ahLst/>
              <a:cxnLst>
                <a:cxn ang="0">
                  <a:pos x="16" y="0"/>
                </a:cxn>
                <a:cxn ang="0">
                  <a:pos x="16" y="0"/>
                </a:cxn>
                <a:cxn ang="0">
                  <a:pos x="10" y="2"/>
                </a:cxn>
                <a:cxn ang="0">
                  <a:pos x="4" y="4"/>
                </a:cxn>
                <a:cxn ang="0">
                  <a:pos x="2" y="10"/>
                </a:cxn>
                <a:cxn ang="0">
                  <a:pos x="0" y="16"/>
                </a:cxn>
                <a:cxn ang="0">
                  <a:pos x="0" y="16"/>
                </a:cxn>
                <a:cxn ang="0">
                  <a:pos x="2" y="22"/>
                </a:cxn>
                <a:cxn ang="0">
                  <a:pos x="4" y="28"/>
                </a:cxn>
                <a:cxn ang="0">
                  <a:pos x="10" y="30"/>
                </a:cxn>
                <a:cxn ang="0">
                  <a:pos x="16" y="32"/>
                </a:cxn>
                <a:cxn ang="0">
                  <a:pos x="16" y="32"/>
                </a:cxn>
                <a:cxn ang="0">
                  <a:pos x="22" y="30"/>
                </a:cxn>
                <a:cxn ang="0">
                  <a:pos x="28" y="28"/>
                </a:cxn>
                <a:cxn ang="0">
                  <a:pos x="30" y="22"/>
                </a:cxn>
                <a:cxn ang="0">
                  <a:pos x="32" y="16"/>
                </a:cxn>
                <a:cxn ang="0">
                  <a:pos x="32" y="16"/>
                </a:cxn>
                <a:cxn ang="0">
                  <a:pos x="30" y="10"/>
                </a:cxn>
                <a:cxn ang="0">
                  <a:pos x="28" y="4"/>
                </a:cxn>
                <a:cxn ang="0">
                  <a:pos x="22" y="2"/>
                </a:cxn>
                <a:cxn ang="0">
                  <a:pos x="16" y="0"/>
                </a:cxn>
              </a:cxnLst>
              <a:rect l="0" t="0" r="r" b="b"/>
              <a:pathLst>
                <a:path w="32" h="32">
                  <a:moveTo>
                    <a:pt x="16" y="0"/>
                  </a:moveTo>
                  <a:lnTo>
                    <a:pt x="16" y="0"/>
                  </a:lnTo>
                  <a:lnTo>
                    <a:pt x="10" y="2"/>
                  </a:lnTo>
                  <a:lnTo>
                    <a:pt x="4" y="4"/>
                  </a:lnTo>
                  <a:lnTo>
                    <a:pt x="2" y="10"/>
                  </a:lnTo>
                  <a:lnTo>
                    <a:pt x="0" y="16"/>
                  </a:lnTo>
                  <a:lnTo>
                    <a:pt x="0" y="16"/>
                  </a:lnTo>
                  <a:lnTo>
                    <a:pt x="2" y="22"/>
                  </a:lnTo>
                  <a:lnTo>
                    <a:pt x="4" y="28"/>
                  </a:lnTo>
                  <a:lnTo>
                    <a:pt x="10" y="30"/>
                  </a:lnTo>
                  <a:lnTo>
                    <a:pt x="16" y="32"/>
                  </a:lnTo>
                  <a:lnTo>
                    <a:pt x="16" y="32"/>
                  </a:lnTo>
                  <a:lnTo>
                    <a:pt x="22" y="30"/>
                  </a:lnTo>
                  <a:lnTo>
                    <a:pt x="28" y="28"/>
                  </a:lnTo>
                  <a:lnTo>
                    <a:pt x="30" y="22"/>
                  </a:lnTo>
                  <a:lnTo>
                    <a:pt x="32" y="16"/>
                  </a:lnTo>
                  <a:lnTo>
                    <a:pt x="32" y="16"/>
                  </a:lnTo>
                  <a:lnTo>
                    <a:pt x="30" y="10"/>
                  </a:lnTo>
                  <a:lnTo>
                    <a:pt x="28" y="4"/>
                  </a:lnTo>
                  <a:lnTo>
                    <a:pt x="22" y="2"/>
                  </a:lnTo>
                  <a:lnTo>
                    <a:pt x="16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17" name="Freeform 51"/>
            <p:cNvSpPr>
              <a:spLocks noEditPoints="1"/>
            </p:cNvSpPr>
            <p:nvPr/>
          </p:nvSpPr>
          <p:spPr bwMode="auto">
            <a:xfrm>
              <a:off x="3962400" y="3600450"/>
              <a:ext cx="406400" cy="393700"/>
            </a:xfrm>
            <a:custGeom>
              <a:avLst/>
              <a:gdLst/>
              <a:ahLst/>
              <a:cxnLst>
                <a:cxn ang="0">
                  <a:pos x="232" y="48"/>
                </a:cxn>
                <a:cxn ang="0">
                  <a:pos x="232" y="24"/>
                </a:cxn>
                <a:cxn ang="0">
                  <a:pos x="218" y="2"/>
                </a:cxn>
                <a:cxn ang="0">
                  <a:pos x="44" y="0"/>
                </a:cxn>
                <a:cxn ang="0">
                  <a:pos x="26" y="4"/>
                </a:cxn>
                <a:cxn ang="0">
                  <a:pos x="8" y="20"/>
                </a:cxn>
                <a:cxn ang="0">
                  <a:pos x="0" y="44"/>
                </a:cxn>
                <a:cxn ang="0">
                  <a:pos x="0" y="212"/>
                </a:cxn>
                <a:cxn ang="0">
                  <a:pos x="12" y="236"/>
                </a:cxn>
                <a:cxn ang="0">
                  <a:pos x="36" y="248"/>
                </a:cxn>
                <a:cxn ang="0">
                  <a:pos x="188" y="248"/>
                </a:cxn>
                <a:cxn ang="0">
                  <a:pos x="212" y="240"/>
                </a:cxn>
                <a:cxn ang="0">
                  <a:pos x="228" y="222"/>
                </a:cxn>
                <a:cxn ang="0">
                  <a:pos x="232" y="192"/>
                </a:cxn>
                <a:cxn ang="0">
                  <a:pos x="242" y="182"/>
                </a:cxn>
                <a:cxn ang="0">
                  <a:pos x="256" y="144"/>
                </a:cxn>
                <a:cxn ang="0">
                  <a:pos x="242" y="106"/>
                </a:cxn>
                <a:cxn ang="0">
                  <a:pos x="176" y="16"/>
                </a:cxn>
                <a:cxn ang="0">
                  <a:pos x="212" y="16"/>
                </a:cxn>
                <a:cxn ang="0">
                  <a:pos x="216" y="24"/>
                </a:cxn>
                <a:cxn ang="0">
                  <a:pos x="216" y="74"/>
                </a:cxn>
                <a:cxn ang="0">
                  <a:pos x="208" y="72"/>
                </a:cxn>
                <a:cxn ang="0">
                  <a:pos x="208" y="32"/>
                </a:cxn>
                <a:cxn ang="0">
                  <a:pos x="206" y="26"/>
                </a:cxn>
                <a:cxn ang="0">
                  <a:pos x="32" y="24"/>
                </a:cxn>
                <a:cxn ang="0">
                  <a:pos x="26" y="26"/>
                </a:cxn>
                <a:cxn ang="0">
                  <a:pos x="24" y="48"/>
                </a:cxn>
                <a:cxn ang="0">
                  <a:pos x="18" y="54"/>
                </a:cxn>
                <a:cxn ang="0">
                  <a:pos x="18" y="34"/>
                </a:cxn>
                <a:cxn ang="0">
                  <a:pos x="44" y="16"/>
                </a:cxn>
                <a:cxn ang="0">
                  <a:pos x="32" y="32"/>
                </a:cxn>
                <a:cxn ang="0">
                  <a:pos x="200" y="56"/>
                </a:cxn>
                <a:cxn ang="0">
                  <a:pos x="200" y="48"/>
                </a:cxn>
                <a:cxn ang="0">
                  <a:pos x="200" y="72"/>
                </a:cxn>
                <a:cxn ang="0">
                  <a:pos x="44" y="72"/>
                </a:cxn>
                <a:cxn ang="0">
                  <a:pos x="32" y="64"/>
                </a:cxn>
                <a:cxn ang="0">
                  <a:pos x="216" y="204"/>
                </a:cxn>
                <a:cxn ang="0">
                  <a:pos x="198" y="230"/>
                </a:cxn>
                <a:cxn ang="0">
                  <a:pos x="44" y="232"/>
                </a:cxn>
                <a:cxn ang="0">
                  <a:pos x="18" y="214"/>
                </a:cxn>
                <a:cxn ang="0">
                  <a:pos x="16" y="78"/>
                </a:cxn>
                <a:cxn ang="0">
                  <a:pos x="36" y="88"/>
                </a:cxn>
                <a:cxn ang="0">
                  <a:pos x="208" y="88"/>
                </a:cxn>
                <a:cxn ang="0">
                  <a:pos x="214" y="90"/>
                </a:cxn>
                <a:cxn ang="0">
                  <a:pos x="216" y="112"/>
                </a:cxn>
                <a:cxn ang="0">
                  <a:pos x="136" y="112"/>
                </a:cxn>
                <a:cxn ang="0">
                  <a:pos x="116" y="124"/>
                </a:cxn>
                <a:cxn ang="0">
                  <a:pos x="104" y="144"/>
                </a:cxn>
                <a:cxn ang="0">
                  <a:pos x="104" y="160"/>
                </a:cxn>
                <a:cxn ang="0">
                  <a:pos x="116" y="180"/>
                </a:cxn>
                <a:cxn ang="0">
                  <a:pos x="136" y="192"/>
                </a:cxn>
                <a:cxn ang="0">
                  <a:pos x="216" y="204"/>
                </a:cxn>
                <a:cxn ang="0">
                  <a:pos x="144" y="176"/>
                </a:cxn>
                <a:cxn ang="0">
                  <a:pos x="122" y="162"/>
                </a:cxn>
                <a:cxn ang="0">
                  <a:pos x="122" y="142"/>
                </a:cxn>
                <a:cxn ang="0">
                  <a:pos x="144" y="128"/>
                </a:cxn>
                <a:cxn ang="0">
                  <a:pos x="224" y="126"/>
                </a:cxn>
                <a:cxn ang="0">
                  <a:pos x="230" y="118"/>
                </a:cxn>
                <a:cxn ang="0">
                  <a:pos x="232" y="118"/>
                </a:cxn>
                <a:cxn ang="0">
                  <a:pos x="240" y="144"/>
                </a:cxn>
                <a:cxn ang="0">
                  <a:pos x="232" y="170"/>
                </a:cxn>
              </a:cxnLst>
              <a:rect l="0" t="0" r="r" b="b"/>
              <a:pathLst>
                <a:path w="256" h="248">
                  <a:moveTo>
                    <a:pt x="232" y="96"/>
                  </a:moveTo>
                  <a:lnTo>
                    <a:pt x="232" y="96"/>
                  </a:lnTo>
                  <a:lnTo>
                    <a:pt x="232" y="48"/>
                  </a:lnTo>
                  <a:lnTo>
                    <a:pt x="232" y="44"/>
                  </a:lnTo>
                  <a:lnTo>
                    <a:pt x="232" y="24"/>
                  </a:lnTo>
                  <a:lnTo>
                    <a:pt x="232" y="24"/>
                  </a:lnTo>
                  <a:lnTo>
                    <a:pt x="230" y="14"/>
                  </a:lnTo>
                  <a:lnTo>
                    <a:pt x="224" y="8"/>
                  </a:lnTo>
                  <a:lnTo>
                    <a:pt x="218" y="2"/>
                  </a:lnTo>
                  <a:lnTo>
                    <a:pt x="208" y="0"/>
                  </a:lnTo>
                  <a:lnTo>
                    <a:pt x="176" y="0"/>
                  </a:lnTo>
                  <a:lnTo>
                    <a:pt x="44" y="0"/>
                  </a:lnTo>
                  <a:lnTo>
                    <a:pt x="44" y="0"/>
                  </a:lnTo>
                  <a:lnTo>
                    <a:pt x="36" y="0"/>
                  </a:lnTo>
                  <a:lnTo>
                    <a:pt x="26" y="4"/>
                  </a:lnTo>
                  <a:lnTo>
                    <a:pt x="20" y="8"/>
                  </a:lnTo>
                  <a:lnTo>
                    <a:pt x="12" y="12"/>
                  </a:lnTo>
                  <a:lnTo>
                    <a:pt x="8" y="20"/>
                  </a:lnTo>
                  <a:lnTo>
                    <a:pt x="4" y="26"/>
                  </a:lnTo>
                  <a:lnTo>
                    <a:pt x="0" y="36"/>
                  </a:lnTo>
                  <a:lnTo>
                    <a:pt x="0" y="44"/>
                  </a:lnTo>
                  <a:lnTo>
                    <a:pt x="0" y="204"/>
                  </a:lnTo>
                  <a:lnTo>
                    <a:pt x="0" y="204"/>
                  </a:lnTo>
                  <a:lnTo>
                    <a:pt x="0" y="212"/>
                  </a:lnTo>
                  <a:lnTo>
                    <a:pt x="4" y="222"/>
                  </a:lnTo>
                  <a:lnTo>
                    <a:pt x="8" y="228"/>
                  </a:lnTo>
                  <a:lnTo>
                    <a:pt x="12" y="236"/>
                  </a:lnTo>
                  <a:lnTo>
                    <a:pt x="20" y="240"/>
                  </a:lnTo>
                  <a:lnTo>
                    <a:pt x="26" y="244"/>
                  </a:lnTo>
                  <a:lnTo>
                    <a:pt x="36" y="248"/>
                  </a:lnTo>
                  <a:lnTo>
                    <a:pt x="44" y="248"/>
                  </a:lnTo>
                  <a:lnTo>
                    <a:pt x="188" y="248"/>
                  </a:lnTo>
                  <a:lnTo>
                    <a:pt x="188" y="248"/>
                  </a:lnTo>
                  <a:lnTo>
                    <a:pt x="196" y="248"/>
                  </a:lnTo>
                  <a:lnTo>
                    <a:pt x="206" y="244"/>
                  </a:lnTo>
                  <a:lnTo>
                    <a:pt x="212" y="240"/>
                  </a:lnTo>
                  <a:lnTo>
                    <a:pt x="220" y="236"/>
                  </a:lnTo>
                  <a:lnTo>
                    <a:pt x="224" y="228"/>
                  </a:lnTo>
                  <a:lnTo>
                    <a:pt x="228" y="222"/>
                  </a:lnTo>
                  <a:lnTo>
                    <a:pt x="232" y="212"/>
                  </a:lnTo>
                  <a:lnTo>
                    <a:pt x="232" y="204"/>
                  </a:lnTo>
                  <a:lnTo>
                    <a:pt x="232" y="192"/>
                  </a:lnTo>
                  <a:lnTo>
                    <a:pt x="232" y="192"/>
                  </a:lnTo>
                  <a:lnTo>
                    <a:pt x="232" y="192"/>
                  </a:lnTo>
                  <a:lnTo>
                    <a:pt x="242" y="182"/>
                  </a:lnTo>
                  <a:lnTo>
                    <a:pt x="250" y="170"/>
                  </a:lnTo>
                  <a:lnTo>
                    <a:pt x="254" y="158"/>
                  </a:lnTo>
                  <a:lnTo>
                    <a:pt x="256" y="144"/>
                  </a:lnTo>
                  <a:lnTo>
                    <a:pt x="254" y="130"/>
                  </a:lnTo>
                  <a:lnTo>
                    <a:pt x="250" y="118"/>
                  </a:lnTo>
                  <a:lnTo>
                    <a:pt x="242" y="106"/>
                  </a:lnTo>
                  <a:lnTo>
                    <a:pt x="232" y="96"/>
                  </a:lnTo>
                  <a:close/>
                  <a:moveTo>
                    <a:pt x="44" y="16"/>
                  </a:moveTo>
                  <a:lnTo>
                    <a:pt x="176" y="16"/>
                  </a:lnTo>
                  <a:lnTo>
                    <a:pt x="208" y="16"/>
                  </a:lnTo>
                  <a:lnTo>
                    <a:pt x="208" y="16"/>
                  </a:lnTo>
                  <a:lnTo>
                    <a:pt x="212" y="16"/>
                  </a:lnTo>
                  <a:lnTo>
                    <a:pt x="214" y="18"/>
                  </a:lnTo>
                  <a:lnTo>
                    <a:pt x="216" y="20"/>
                  </a:lnTo>
                  <a:lnTo>
                    <a:pt x="216" y="24"/>
                  </a:lnTo>
                  <a:lnTo>
                    <a:pt x="216" y="44"/>
                  </a:lnTo>
                  <a:lnTo>
                    <a:pt x="216" y="48"/>
                  </a:lnTo>
                  <a:lnTo>
                    <a:pt x="216" y="74"/>
                  </a:lnTo>
                  <a:lnTo>
                    <a:pt x="216" y="74"/>
                  </a:lnTo>
                  <a:lnTo>
                    <a:pt x="208" y="72"/>
                  </a:lnTo>
                  <a:lnTo>
                    <a:pt x="208" y="72"/>
                  </a:lnTo>
                  <a:lnTo>
                    <a:pt x="208" y="64"/>
                  </a:lnTo>
                  <a:lnTo>
                    <a:pt x="208" y="48"/>
                  </a:lnTo>
                  <a:lnTo>
                    <a:pt x="208" y="32"/>
                  </a:lnTo>
                  <a:lnTo>
                    <a:pt x="208" y="32"/>
                  </a:lnTo>
                  <a:lnTo>
                    <a:pt x="208" y="28"/>
                  </a:lnTo>
                  <a:lnTo>
                    <a:pt x="206" y="26"/>
                  </a:lnTo>
                  <a:lnTo>
                    <a:pt x="204" y="24"/>
                  </a:lnTo>
                  <a:lnTo>
                    <a:pt x="200" y="24"/>
                  </a:lnTo>
                  <a:lnTo>
                    <a:pt x="32" y="24"/>
                  </a:lnTo>
                  <a:lnTo>
                    <a:pt x="32" y="24"/>
                  </a:lnTo>
                  <a:lnTo>
                    <a:pt x="28" y="24"/>
                  </a:lnTo>
                  <a:lnTo>
                    <a:pt x="26" y="26"/>
                  </a:lnTo>
                  <a:lnTo>
                    <a:pt x="24" y="28"/>
                  </a:lnTo>
                  <a:lnTo>
                    <a:pt x="24" y="32"/>
                  </a:lnTo>
                  <a:lnTo>
                    <a:pt x="24" y="48"/>
                  </a:lnTo>
                  <a:lnTo>
                    <a:pt x="24" y="64"/>
                  </a:lnTo>
                  <a:lnTo>
                    <a:pt x="24" y="64"/>
                  </a:lnTo>
                  <a:lnTo>
                    <a:pt x="18" y="54"/>
                  </a:lnTo>
                  <a:lnTo>
                    <a:pt x="16" y="44"/>
                  </a:lnTo>
                  <a:lnTo>
                    <a:pt x="16" y="44"/>
                  </a:lnTo>
                  <a:lnTo>
                    <a:pt x="18" y="34"/>
                  </a:lnTo>
                  <a:lnTo>
                    <a:pt x="24" y="24"/>
                  </a:lnTo>
                  <a:lnTo>
                    <a:pt x="34" y="18"/>
                  </a:lnTo>
                  <a:lnTo>
                    <a:pt x="44" y="16"/>
                  </a:lnTo>
                  <a:close/>
                  <a:moveTo>
                    <a:pt x="200" y="40"/>
                  </a:moveTo>
                  <a:lnTo>
                    <a:pt x="32" y="40"/>
                  </a:lnTo>
                  <a:lnTo>
                    <a:pt x="32" y="32"/>
                  </a:lnTo>
                  <a:lnTo>
                    <a:pt x="200" y="32"/>
                  </a:lnTo>
                  <a:lnTo>
                    <a:pt x="200" y="40"/>
                  </a:lnTo>
                  <a:close/>
                  <a:moveTo>
                    <a:pt x="200" y="56"/>
                  </a:moveTo>
                  <a:lnTo>
                    <a:pt x="32" y="56"/>
                  </a:lnTo>
                  <a:lnTo>
                    <a:pt x="32" y="48"/>
                  </a:lnTo>
                  <a:lnTo>
                    <a:pt x="200" y="48"/>
                  </a:lnTo>
                  <a:lnTo>
                    <a:pt x="200" y="56"/>
                  </a:lnTo>
                  <a:close/>
                  <a:moveTo>
                    <a:pt x="200" y="64"/>
                  </a:moveTo>
                  <a:lnTo>
                    <a:pt x="200" y="72"/>
                  </a:lnTo>
                  <a:lnTo>
                    <a:pt x="176" y="72"/>
                  </a:lnTo>
                  <a:lnTo>
                    <a:pt x="44" y="72"/>
                  </a:lnTo>
                  <a:lnTo>
                    <a:pt x="44" y="72"/>
                  </a:lnTo>
                  <a:lnTo>
                    <a:pt x="38" y="72"/>
                  </a:lnTo>
                  <a:lnTo>
                    <a:pt x="32" y="70"/>
                  </a:lnTo>
                  <a:lnTo>
                    <a:pt x="32" y="64"/>
                  </a:lnTo>
                  <a:lnTo>
                    <a:pt x="200" y="64"/>
                  </a:lnTo>
                  <a:close/>
                  <a:moveTo>
                    <a:pt x="216" y="204"/>
                  </a:moveTo>
                  <a:lnTo>
                    <a:pt x="216" y="204"/>
                  </a:lnTo>
                  <a:lnTo>
                    <a:pt x="214" y="214"/>
                  </a:lnTo>
                  <a:lnTo>
                    <a:pt x="208" y="224"/>
                  </a:lnTo>
                  <a:lnTo>
                    <a:pt x="198" y="230"/>
                  </a:lnTo>
                  <a:lnTo>
                    <a:pt x="188" y="232"/>
                  </a:lnTo>
                  <a:lnTo>
                    <a:pt x="44" y="232"/>
                  </a:lnTo>
                  <a:lnTo>
                    <a:pt x="44" y="232"/>
                  </a:lnTo>
                  <a:lnTo>
                    <a:pt x="34" y="230"/>
                  </a:lnTo>
                  <a:lnTo>
                    <a:pt x="24" y="224"/>
                  </a:lnTo>
                  <a:lnTo>
                    <a:pt x="18" y="214"/>
                  </a:lnTo>
                  <a:lnTo>
                    <a:pt x="16" y="204"/>
                  </a:lnTo>
                  <a:lnTo>
                    <a:pt x="16" y="78"/>
                  </a:lnTo>
                  <a:lnTo>
                    <a:pt x="16" y="78"/>
                  </a:lnTo>
                  <a:lnTo>
                    <a:pt x="22" y="82"/>
                  </a:lnTo>
                  <a:lnTo>
                    <a:pt x="28" y="86"/>
                  </a:lnTo>
                  <a:lnTo>
                    <a:pt x="36" y="88"/>
                  </a:lnTo>
                  <a:lnTo>
                    <a:pt x="44" y="88"/>
                  </a:lnTo>
                  <a:lnTo>
                    <a:pt x="176" y="88"/>
                  </a:lnTo>
                  <a:lnTo>
                    <a:pt x="208" y="88"/>
                  </a:lnTo>
                  <a:lnTo>
                    <a:pt x="208" y="88"/>
                  </a:lnTo>
                  <a:lnTo>
                    <a:pt x="212" y="88"/>
                  </a:lnTo>
                  <a:lnTo>
                    <a:pt x="214" y="90"/>
                  </a:lnTo>
                  <a:lnTo>
                    <a:pt x="216" y="92"/>
                  </a:lnTo>
                  <a:lnTo>
                    <a:pt x="216" y="96"/>
                  </a:lnTo>
                  <a:lnTo>
                    <a:pt x="216" y="112"/>
                  </a:lnTo>
                  <a:lnTo>
                    <a:pt x="144" y="112"/>
                  </a:lnTo>
                  <a:lnTo>
                    <a:pt x="144" y="112"/>
                  </a:lnTo>
                  <a:lnTo>
                    <a:pt x="136" y="112"/>
                  </a:lnTo>
                  <a:lnTo>
                    <a:pt x="128" y="116"/>
                  </a:lnTo>
                  <a:lnTo>
                    <a:pt x="122" y="118"/>
                  </a:lnTo>
                  <a:lnTo>
                    <a:pt x="116" y="124"/>
                  </a:lnTo>
                  <a:lnTo>
                    <a:pt x="110" y="130"/>
                  </a:lnTo>
                  <a:lnTo>
                    <a:pt x="108" y="136"/>
                  </a:lnTo>
                  <a:lnTo>
                    <a:pt x="104" y="144"/>
                  </a:lnTo>
                  <a:lnTo>
                    <a:pt x="104" y="152"/>
                  </a:lnTo>
                  <a:lnTo>
                    <a:pt x="104" y="152"/>
                  </a:lnTo>
                  <a:lnTo>
                    <a:pt x="104" y="160"/>
                  </a:lnTo>
                  <a:lnTo>
                    <a:pt x="108" y="168"/>
                  </a:lnTo>
                  <a:lnTo>
                    <a:pt x="110" y="174"/>
                  </a:lnTo>
                  <a:lnTo>
                    <a:pt x="116" y="180"/>
                  </a:lnTo>
                  <a:lnTo>
                    <a:pt x="122" y="186"/>
                  </a:lnTo>
                  <a:lnTo>
                    <a:pt x="128" y="188"/>
                  </a:lnTo>
                  <a:lnTo>
                    <a:pt x="136" y="192"/>
                  </a:lnTo>
                  <a:lnTo>
                    <a:pt x="144" y="192"/>
                  </a:lnTo>
                  <a:lnTo>
                    <a:pt x="216" y="192"/>
                  </a:lnTo>
                  <a:lnTo>
                    <a:pt x="216" y="204"/>
                  </a:lnTo>
                  <a:close/>
                  <a:moveTo>
                    <a:pt x="226" y="176"/>
                  </a:moveTo>
                  <a:lnTo>
                    <a:pt x="144" y="176"/>
                  </a:lnTo>
                  <a:lnTo>
                    <a:pt x="144" y="176"/>
                  </a:lnTo>
                  <a:lnTo>
                    <a:pt x="134" y="174"/>
                  </a:lnTo>
                  <a:lnTo>
                    <a:pt x="128" y="168"/>
                  </a:lnTo>
                  <a:lnTo>
                    <a:pt x="122" y="162"/>
                  </a:lnTo>
                  <a:lnTo>
                    <a:pt x="120" y="152"/>
                  </a:lnTo>
                  <a:lnTo>
                    <a:pt x="120" y="152"/>
                  </a:lnTo>
                  <a:lnTo>
                    <a:pt x="122" y="142"/>
                  </a:lnTo>
                  <a:lnTo>
                    <a:pt x="128" y="136"/>
                  </a:lnTo>
                  <a:lnTo>
                    <a:pt x="134" y="130"/>
                  </a:lnTo>
                  <a:lnTo>
                    <a:pt x="144" y="128"/>
                  </a:lnTo>
                  <a:lnTo>
                    <a:pt x="216" y="128"/>
                  </a:lnTo>
                  <a:lnTo>
                    <a:pt x="216" y="128"/>
                  </a:lnTo>
                  <a:lnTo>
                    <a:pt x="224" y="126"/>
                  </a:lnTo>
                  <a:lnTo>
                    <a:pt x="228" y="122"/>
                  </a:lnTo>
                  <a:lnTo>
                    <a:pt x="228" y="122"/>
                  </a:lnTo>
                  <a:lnTo>
                    <a:pt x="230" y="118"/>
                  </a:lnTo>
                  <a:lnTo>
                    <a:pt x="230" y="118"/>
                  </a:lnTo>
                  <a:lnTo>
                    <a:pt x="232" y="118"/>
                  </a:lnTo>
                  <a:lnTo>
                    <a:pt x="232" y="118"/>
                  </a:lnTo>
                  <a:lnTo>
                    <a:pt x="238" y="130"/>
                  </a:lnTo>
                  <a:lnTo>
                    <a:pt x="240" y="144"/>
                  </a:lnTo>
                  <a:lnTo>
                    <a:pt x="240" y="144"/>
                  </a:lnTo>
                  <a:lnTo>
                    <a:pt x="240" y="154"/>
                  </a:lnTo>
                  <a:lnTo>
                    <a:pt x="236" y="162"/>
                  </a:lnTo>
                  <a:lnTo>
                    <a:pt x="232" y="170"/>
                  </a:lnTo>
                  <a:lnTo>
                    <a:pt x="226" y="17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</p:grpSp>
      <p:grpSp>
        <p:nvGrpSpPr>
          <p:cNvPr id="26" name="Group 25"/>
          <p:cNvGrpSpPr/>
          <p:nvPr/>
        </p:nvGrpSpPr>
        <p:grpSpPr>
          <a:xfrm>
            <a:off x="11018242" y="1659915"/>
            <a:ext cx="319756" cy="465099"/>
            <a:chOff x="6477000" y="1149350"/>
            <a:chExt cx="279400" cy="406400"/>
          </a:xfrm>
          <a:solidFill>
            <a:schemeClr val="accent1"/>
          </a:solidFill>
        </p:grpSpPr>
        <p:sp>
          <p:nvSpPr>
            <p:cNvPr id="107" name="Freeform 186"/>
            <p:cNvSpPr>
              <a:spLocks/>
            </p:cNvSpPr>
            <p:nvPr/>
          </p:nvSpPr>
          <p:spPr bwMode="auto">
            <a:xfrm>
              <a:off x="6591300" y="1263650"/>
              <a:ext cx="25400" cy="25400"/>
            </a:xfrm>
            <a:custGeom>
              <a:avLst/>
              <a:gdLst/>
              <a:ahLst/>
              <a:cxnLst>
                <a:cxn ang="0">
                  <a:pos x="8" y="16"/>
                </a:cxn>
                <a:cxn ang="0">
                  <a:pos x="8" y="16"/>
                </a:cxn>
                <a:cxn ang="0">
                  <a:pos x="12" y="16"/>
                </a:cxn>
                <a:cxn ang="0">
                  <a:pos x="14" y="14"/>
                </a:cxn>
                <a:cxn ang="0">
                  <a:pos x="16" y="12"/>
                </a:cxn>
                <a:cxn ang="0">
                  <a:pos x="16" y="8"/>
                </a:cxn>
                <a:cxn ang="0">
                  <a:pos x="16" y="8"/>
                </a:cxn>
                <a:cxn ang="0">
                  <a:pos x="16" y="4"/>
                </a:cxn>
                <a:cxn ang="0">
                  <a:pos x="14" y="2"/>
                </a:cxn>
                <a:cxn ang="0">
                  <a:pos x="12" y="0"/>
                </a:cxn>
                <a:cxn ang="0">
                  <a:pos x="8" y="0"/>
                </a:cxn>
                <a:cxn ang="0">
                  <a:pos x="8" y="0"/>
                </a:cxn>
                <a:cxn ang="0">
                  <a:pos x="4" y="0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8"/>
                </a:cxn>
                <a:cxn ang="0">
                  <a:pos x="0" y="8"/>
                </a:cxn>
                <a:cxn ang="0">
                  <a:pos x="0" y="12"/>
                </a:cxn>
                <a:cxn ang="0">
                  <a:pos x="2" y="14"/>
                </a:cxn>
                <a:cxn ang="0">
                  <a:pos x="4" y="16"/>
                </a:cxn>
                <a:cxn ang="0">
                  <a:pos x="8" y="16"/>
                </a:cxn>
              </a:cxnLst>
              <a:rect l="0" t="0" r="r" b="b"/>
              <a:pathLst>
                <a:path w="16" h="16">
                  <a:moveTo>
                    <a:pt x="8" y="16"/>
                  </a:moveTo>
                  <a:lnTo>
                    <a:pt x="8" y="16"/>
                  </a:lnTo>
                  <a:lnTo>
                    <a:pt x="12" y="16"/>
                  </a:lnTo>
                  <a:lnTo>
                    <a:pt x="14" y="14"/>
                  </a:lnTo>
                  <a:lnTo>
                    <a:pt x="16" y="12"/>
                  </a:lnTo>
                  <a:lnTo>
                    <a:pt x="16" y="8"/>
                  </a:lnTo>
                  <a:lnTo>
                    <a:pt x="16" y="8"/>
                  </a:lnTo>
                  <a:lnTo>
                    <a:pt x="16" y="4"/>
                  </a:lnTo>
                  <a:lnTo>
                    <a:pt x="14" y="2"/>
                  </a:lnTo>
                  <a:lnTo>
                    <a:pt x="12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12"/>
                  </a:lnTo>
                  <a:lnTo>
                    <a:pt x="2" y="14"/>
                  </a:lnTo>
                  <a:lnTo>
                    <a:pt x="4" y="16"/>
                  </a:lnTo>
                  <a:lnTo>
                    <a:pt x="8" y="1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08" name="Freeform 188"/>
            <p:cNvSpPr>
              <a:spLocks/>
            </p:cNvSpPr>
            <p:nvPr/>
          </p:nvSpPr>
          <p:spPr bwMode="auto">
            <a:xfrm>
              <a:off x="6591300" y="1416050"/>
              <a:ext cx="25400" cy="25400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8" y="0"/>
                </a:cxn>
                <a:cxn ang="0">
                  <a:pos x="4" y="0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8"/>
                </a:cxn>
                <a:cxn ang="0">
                  <a:pos x="0" y="8"/>
                </a:cxn>
                <a:cxn ang="0">
                  <a:pos x="0" y="12"/>
                </a:cxn>
                <a:cxn ang="0">
                  <a:pos x="2" y="14"/>
                </a:cxn>
                <a:cxn ang="0">
                  <a:pos x="4" y="16"/>
                </a:cxn>
                <a:cxn ang="0">
                  <a:pos x="8" y="16"/>
                </a:cxn>
                <a:cxn ang="0">
                  <a:pos x="8" y="16"/>
                </a:cxn>
                <a:cxn ang="0">
                  <a:pos x="12" y="16"/>
                </a:cxn>
                <a:cxn ang="0">
                  <a:pos x="14" y="14"/>
                </a:cxn>
                <a:cxn ang="0">
                  <a:pos x="16" y="12"/>
                </a:cxn>
                <a:cxn ang="0">
                  <a:pos x="16" y="8"/>
                </a:cxn>
                <a:cxn ang="0">
                  <a:pos x="16" y="8"/>
                </a:cxn>
                <a:cxn ang="0">
                  <a:pos x="16" y="4"/>
                </a:cxn>
                <a:cxn ang="0">
                  <a:pos x="14" y="2"/>
                </a:cxn>
                <a:cxn ang="0">
                  <a:pos x="12" y="0"/>
                </a:cxn>
                <a:cxn ang="0">
                  <a:pos x="8" y="0"/>
                </a:cxn>
              </a:cxnLst>
              <a:rect l="0" t="0" r="r" b="b"/>
              <a:pathLst>
                <a:path w="16" h="16">
                  <a:moveTo>
                    <a:pt x="8" y="0"/>
                  </a:moveTo>
                  <a:lnTo>
                    <a:pt x="8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12"/>
                  </a:lnTo>
                  <a:lnTo>
                    <a:pt x="2" y="14"/>
                  </a:lnTo>
                  <a:lnTo>
                    <a:pt x="4" y="16"/>
                  </a:lnTo>
                  <a:lnTo>
                    <a:pt x="8" y="16"/>
                  </a:lnTo>
                  <a:lnTo>
                    <a:pt x="8" y="16"/>
                  </a:lnTo>
                  <a:lnTo>
                    <a:pt x="12" y="16"/>
                  </a:lnTo>
                  <a:lnTo>
                    <a:pt x="14" y="14"/>
                  </a:lnTo>
                  <a:lnTo>
                    <a:pt x="16" y="12"/>
                  </a:lnTo>
                  <a:lnTo>
                    <a:pt x="16" y="8"/>
                  </a:lnTo>
                  <a:lnTo>
                    <a:pt x="16" y="8"/>
                  </a:lnTo>
                  <a:lnTo>
                    <a:pt x="16" y="4"/>
                  </a:lnTo>
                  <a:lnTo>
                    <a:pt x="14" y="2"/>
                  </a:lnTo>
                  <a:lnTo>
                    <a:pt x="12" y="0"/>
                  </a:lnTo>
                  <a:lnTo>
                    <a:pt x="8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09" name="Freeform 190"/>
            <p:cNvSpPr>
              <a:spLocks/>
            </p:cNvSpPr>
            <p:nvPr/>
          </p:nvSpPr>
          <p:spPr bwMode="auto">
            <a:xfrm>
              <a:off x="6515100" y="1339850"/>
              <a:ext cx="25400" cy="25400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8" y="0"/>
                </a:cxn>
                <a:cxn ang="0">
                  <a:pos x="4" y="0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8"/>
                </a:cxn>
                <a:cxn ang="0">
                  <a:pos x="0" y="8"/>
                </a:cxn>
                <a:cxn ang="0">
                  <a:pos x="0" y="12"/>
                </a:cxn>
                <a:cxn ang="0">
                  <a:pos x="2" y="14"/>
                </a:cxn>
                <a:cxn ang="0">
                  <a:pos x="4" y="16"/>
                </a:cxn>
                <a:cxn ang="0">
                  <a:pos x="8" y="16"/>
                </a:cxn>
                <a:cxn ang="0">
                  <a:pos x="8" y="16"/>
                </a:cxn>
                <a:cxn ang="0">
                  <a:pos x="12" y="16"/>
                </a:cxn>
                <a:cxn ang="0">
                  <a:pos x="14" y="14"/>
                </a:cxn>
                <a:cxn ang="0">
                  <a:pos x="16" y="12"/>
                </a:cxn>
                <a:cxn ang="0">
                  <a:pos x="16" y="8"/>
                </a:cxn>
                <a:cxn ang="0">
                  <a:pos x="16" y="8"/>
                </a:cxn>
                <a:cxn ang="0">
                  <a:pos x="16" y="4"/>
                </a:cxn>
                <a:cxn ang="0">
                  <a:pos x="14" y="2"/>
                </a:cxn>
                <a:cxn ang="0">
                  <a:pos x="12" y="0"/>
                </a:cxn>
                <a:cxn ang="0">
                  <a:pos x="8" y="0"/>
                </a:cxn>
              </a:cxnLst>
              <a:rect l="0" t="0" r="r" b="b"/>
              <a:pathLst>
                <a:path w="16" h="16">
                  <a:moveTo>
                    <a:pt x="8" y="0"/>
                  </a:moveTo>
                  <a:lnTo>
                    <a:pt x="8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12"/>
                  </a:lnTo>
                  <a:lnTo>
                    <a:pt x="2" y="14"/>
                  </a:lnTo>
                  <a:lnTo>
                    <a:pt x="4" y="16"/>
                  </a:lnTo>
                  <a:lnTo>
                    <a:pt x="8" y="16"/>
                  </a:lnTo>
                  <a:lnTo>
                    <a:pt x="8" y="16"/>
                  </a:lnTo>
                  <a:lnTo>
                    <a:pt x="12" y="16"/>
                  </a:lnTo>
                  <a:lnTo>
                    <a:pt x="14" y="14"/>
                  </a:lnTo>
                  <a:lnTo>
                    <a:pt x="16" y="12"/>
                  </a:lnTo>
                  <a:lnTo>
                    <a:pt x="16" y="8"/>
                  </a:lnTo>
                  <a:lnTo>
                    <a:pt x="16" y="8"/>
                  </a:lnTo>
                  <a:lnTo>
                    <a:pt x="16" y="4"/>
                  </a:lnTo>
                  <a:lnTo>
                    <a:pt x="14" y="2"/>
                  </a:lnTo>
                  <a:lnTo>
                    <a:pt x="12" y="0"/>
                  </a:lnTo>
                  <a:lnTo>
                    <a:pt x="8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10" name="Freeform 192"/>
            <p:cNvSpPr>
              <a:spLocks/>
            </p:cNvSpPr>
            <p:nvPr/>
          </p:nvSpPr>
          <p:spPr bwMode="auto">
            <a:xfrm>
              <a:off x="6667500" y="1339850"/>
              <a:ext cx="25400" cy="25400"/>
            </a:xfrm>
            <a:custGeom>
              <a:avLst/>
              <a:gdLst/>
              <a:ahLst/>
              <a:cxnLst>
                <a:cxn ang="0">
                  <a:pos x="0" y="8"/>
                </a:cxn>
                <a:cxn ang="0">
                  <a:pos x="0" y="8"/>
                </a:cxn>
                <a:cxn ang="0">
                  <a:pos x="0" y="12"/>
                </a:cxn>
                <a:cxn ang="0">
                  <a:pos x="2" y="14"/>
                </a:cxn>
                <a:cxn ang="0">
                  <a:pos x="4" y="16"/>
                </a:cxn>
                <a:cxn ang="0">
                  <a:pos x="8" y="16"/>
                </a:cxn>
                <a:cxn ang="0">
                  <a:pos x="8" y="16"/>
                </a:cxn>
                <a:cxn ang="0">
                  <a:pos x="12" y="16"/>
                </a:cxn>
                <a:cxn ang="0">
                  <a:pos x="14" y="14"/>
                </a:cxn>
                <a:cxn ang="0">
                  <a:pos x="16" y="12"/>
                </a:cxn>
                <a:cxn ang="0">
                  <a:pos x="16" y="8"/>
                </a:cxn>
                <a:cxn ang="0">
                  <a:pos x="16" y="8"/>
                </a:cxn>
                <a:cxn ang="0">
                  <a:pos x="16" y="4"/>
                </a:cxn>
                <a:cxn ang="0">
                  <a:pos x="14" y="2"/>
                </a:cxn>
                <a:cxn ang="0">
                  <a:pos x="12" y="0"/>
                </a:cxn>
                <a:cxn ang="0">
                  <a:pos x="8" y="0"/>
                </a:cxn>
                <a:cxn ang="0">
                  <a:pos x="8" y="0"/>
                </a:cxn>
                <a:cxn ang="0">
                  <a:pos x="4" y="0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8"/>
                </a:cxn>
              </a:cxnLst>
              <a:rect l="0" t="0" r="r" b="b"/>
              <a:pathLst>
                <a:path w="16" h="16">
                  <a:moveTo>
                    <a:pt x="0" y="8"/>
                  </a:moveTo>
                  <a:lnTo>
                    <a:pt x="0" y="8"/>
                  </a:lnTo>
                  <a:lnTo>
                    <a:pt x="0" y="12"/>
                  </a:lnTo>
                  <a:lnTo>
                    <a:pt x="2" y="14"/>
                  </a:lnTo>
                  <a:lnTo>
                    <a:pt x="4" y="16"/>
                  </a:lnTo>
                  <a:lnTo>
                    <a:pt x="8" y="16"/>
                  </a:lnTo>
                  <a:lnTo>
                    <a:pt x="8" y="16"/>
                  </a:lnTo>
                  <a:lnTo>
                    <a:pt x="12" y="16"/>
                  </a:lnTo>
                  <a:lnTo>
                    <a:pt x="14" y="14"/>
                  </a:lnTo>
                  <a:lnTo>
                    <a:pt x="16" y="12"/>
                  </a:lnTo>
                  <a:lnTo>
                    <a:pt x="16" y="8"/>
                  </a:lnTo>
                  <a:lnTo>
                    <a:pt x="16" y="8"/>
                  </a:lnTo>
                  <a:lnTo>
                    <a:pt x="16" y="4"/>
                  </a:lnTo>
                  <a:lnTo>
                    <a:pt x="14" y="2"/>
                  </a:lnTo>
                  <a:lnTo>
                    <a:pt x="12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11" name="Freeform 194"/>
            <p:cNvSpPr>
              <a:spLocks/>
            </p:cNvSpPr>
            <p:nvPr/>
          </p:nvSpPr>
          <p:spPr bwMode="auto">
            <a:xfrm>
              <a:off x="6537325" y="1393825"/>
              <a:ext cx="25400" cy="25400"/>
            </a:xfrm>
            <a:custGeom>
              <a:avLst/>
              <a:gdLst/>
              <a:ahLst/>
              <a:cxnLst>
                <a:cxn ang="0">
                  <a:pos x="2" y="2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8"/>
                </a:cxn>
                <a:cxn ang="0">
                  <a:pos x="0" y="10"/>
                </a:cxn>
                <a:cxn ang="0">
                  <a:pos x="2" y="14"/>
                </a:cxn>
                <a:cxn ang="0">
                  <a:pos x="2" y="14"/>
                </a:cxn>
                <a:cxn ang="0">
                  <a:pos x="6" y="16"/>
                </a:cxn>
                <a:cxn ang="0">
                  <a:pos x="8" y="16"/>
                </a:cxn>
                <a:cxn ang="0">
                  <a:pos x="12" y="16"/>
                </a:cxn>
                <a:cxn ang="0">
                  <a:pos x="14" y="14"/>
                </a:cxn>
                <a:cxn ang="0">
                  <a:pos x="14" y="14"/>
                </a:cxn>
                <a:cxn ang="0">
                  <a:pos x="16" y="10"/>
                </a:cxn>
                <a:cxn ang="0">
                  <a:pos x="16" y="8"/>
                </a:cxn>
                <a:cxn ang="0">
                  <a:pos x="16" y="4"/>
                </a:cxn>
                <a:cxn ang="0">
                  <a:pos x="14" y="2"/>
                </a:cxn>
                <a:cxn ang="0">
                  <a:pos x="14" y="2"/>
                </a:cxn>
                <a:cxn ang="0">
                  <a:pos x="12" y="0"/>
                </a:cxn>
                <a:cxn ang="0">
                  <a:pos x="8" y="0"/>
                </a:cxn>
                <a:cxn ang="0">
                  <a:pos x="6" y="0"/>
                </a:cxn>
                <a:cxn ang="0">
                  <a:pos x="2" y="2"/>
                </a:cxn>
              </a:cxnLst>
              <a:rect l="0" t="0" r="r" b="b"/>
              <a:pathLst>
                <a:path w="16" h="16">
                  <a:moveTo>
                    <a:pt x="2" y="2"/>
                  </a:moveTo>
                  <a:lnTo>
                    <a:pt x="2" y="2"/>
                  </a:lnTo>
                  <a:lnTo>
                    <a:pt x="0" y="4"/>
                  </a:lnTo>
                  <a:lnTo>
                    <a:pt x="0" y="8"/>
                  </a:lnTo>
                  <a:lnTo>
                    <a:pt x="0" y="10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6" y="16"/>
                  </a:lnTo>
                  <a:lnTo>
                    <a:pt x="8" y="16"/>
                  </a:lnTo>
                  <a:lnTo>
                    <a:pt x="12" y="16"/>
                  </a:lnTo>
                  <a:lnTo>
                    <a:pt x="14" y="14"/>
                  </a:lnTo>
                  <a:lnTo>
                    <a:pt x="14" y="14"/>
                  </a:lnTo>
                  <a:lnTo>
                    <a:pt x="16" y="10"/>
                  </a:lnTo>
                  <a:lnTo>
                    <a:pt x="16" y="8"/>
                  </a:lnTo>
                  <a:lnTo>
                    <a:pt x="16" y="4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2" y="0"/>
                  </a:lnTo>
                  <a:lnTo>
                    <a:pt x="8" y="0"/>
                  </a:lnTo>
                  <a:lnTo>
                    <a:pt x="6" y="0"/>
                  </a:lnTo>
                  <a:lnTo>
                    <a:pt x="2" y="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12" name="Freeform 196"/>
            <p:cNvSpPr>
              <a:spLocks/>
            </p:cNvSpPr>
            <p:nvPr/>
          </p:nvSpPr>
          <p:spPr bwMode="auto">
            <a:xfrm>
              <a:off x="6537325" y="1285875"/>
              <a:ext cx="25400" cy="25400"/>
            </a:xfrm>
            <a:custGeom>
              <a:avLst/>
              <a:gdLst/>
              <a:ahLst/>
              <a:cxnLst>
                <a:cxn ang="0">
                  <a:pos x="2" y="2"/>
                </a:cxn>
                <a:cxn ang="0">
                  <a:pos x="2" y="2"/>
                </a:cxn>
                <a:cxn ang="0">
                  <a:pos x="0" y="6"/>
                </a:cxn>
                <a:cxn ang="0">
                  <a:pos x="0" y="8"/>
                </a:cxn>
                <a:cxn ang="0">
                  <a:pos x="0" y="12"/>
                </a:cxn>
                <a:cxn ang="0">
                  <a:pos x="2" y="14"/>
                </a:cxn>
                <a:cxn ang="0">
                  <a:pos x="2" y="14"/>
                </a:cxn>
                <a:cxn ang="0">
                  <a:pos x="6" y="16"/>
                </a:cxn>
                <a:cxn ang="0">
                  <a:pos x="8" y="16"/>
                </a:cxn>
                <a:cxn ang="0">
                  <a:pos x="12" y="16"/>
                </a:cxn>
                <a:cxn ang="0">
                  <a:pos x="14" y="14"/>
                </a:cxn>
                <a:cxn ang="0">
                  <a:pos x="14" y="14"/>
                </a:cxn>
                <a:cxn ang="0">
                  <a:pos x="16" y="12"/>
                </a:cxn>
                <a:cxn ang="0">
                  <a:pos x="16" y="8"/>
                </a:cxn>
                <a:cxn ang="0">
                  <a:pos x="16" y="6"/>
                </a:cxn>
                <a:cxn ang="0">
                  <a:pos x="14" y="2"/>
                </a:cxn>
                <a:cxn ang="0">
                  <a:pos x="14" y="2"/>
                </a:cxn>
                <a:cxn ang="0">
                  <a:pos x="12" y="0"/>
                </a:cxn>
                <a:cxn ang="0">
                  <a:pos x="8" y="0"/>
                </a:cxn>
                <a:cxn ang="0">
                  <a:pos x="6" y="0"/>
                </a:cxn>
                <a:cxn ang="0">
                  <a:pos x="2" y="2"/>
                </a:cxn>
              </a:cxnLst>
              <a:rect l="0" t="0" r="r" b="b"/>
              <a:pathLst>
                <a:path w="16" h="16">
                  <a:moveTo>
                    <a:pt x="2" y="2"/>
                  </a:moveTo>
                  <a:lnTo>
                    <a:pt x="2" y="2"/>
                  </a:lnTo>
                  <a:lnTo>
                    <a:pt x="0" y="6"/>
                  </a:lnTo>
                  <a:lnTo>
                    <a:pt x="0" y="8"/>
                  </a:lnTo>
                  <a:lnTo>
                    <a:pt x="0" y="12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6" y="16"/>
                  </a:lnTo>
                  <a:lnTo>
                    <a:pt x="8" y="16"/>
                  </a:lnTo>
                  <a:lnTo>
                    <a:pt x="12" y="16"/>
                  </a:lnTo>
                  <a:lnTo>
                    <a:pt x="14" y="14"/>
                  </a:lnTo>
                  <a:lnTo>
                    <a:pt x="14" y="14"/>
                  </a:lnTo>
                  <a:lnTo>
                    <a:pt x="16" y="12"/>
                  </a:lnTo>
                  <a:lnTo>
                    <a:pt x="16" y="8"/>
                  </a:lnTo>
                  <a:lnTo>
                    <a:pt x="16" y="6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2" y="0"/>
                  </a:lnTo>
                  <a:lnTo>
                    <a:pt x="8" y="0"/>
                  </a:lnTo>
                  <a:lnTo>
                    <a:pt x="6" y="0"/>
                  </a:lnTo>
                  <a:lnTo>
                    <a:pt x="2" y="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13" name="Freeform 198"/>
            <p:cNvSpPr>
              <a:spLocks/>
            </p:cNvSpPr>
            <p:nvPr/>
          </p:nvSpPr>
          <p:spPr bwMode="auto">
            <a:xfrm>
              <a:off x="6645275" y="1393825"/>
              <a:ext cx="25400" cy="25400"/>
            </a:xfrm>
            <a:custGeom>
              <a:avLst/>
              <a:gdLst/>
              <a:ahLst/>
              <a:cxnLst>
                <a:cxn ang="0">
                  <a:pos x="2" y="2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8"/>
                </a:cxn>
                <a:cxn ang="0">
                  <a:pos x="0" y="10"/>
                </a:cxn>
                <a:cxn ang="0">
                  <a:pos x="2" y="14"/>
                </a:cxn>
                <a:cxn ang="0">
                  <a:pos x="2" y="14"/>
                </a:cxn>
                <a:cxn ang="0">
                  <a:pos x="4" y="16"/>
                </a:cxn>
                <a:cxn ang="0">
                  <a:pos x="8" y="16"/>
                </a:cxn>
                <a:cxn ang="0">
                  <a:pos x="10" y="16"/>
                </a:cxn>
                <a:cxn ang="0">
                  <a:pos x="14" y="14"/>
                </a:cxn>
                <a:cxn ang="0">
                  <a:pos x="14" y="14"/>
                </a:cxn>
                <a:cxn ang="0">
                  <a:pos x="16" y="10"/>
                </a:cxn>
                <a:cxn ang="0">
                  <a:pos x="16" y="8"/>
                </a:cxn>
                <a:cxn ang="0">
                  <a:pos x="16" y="4"/>
                </a:cxn>
                <a:cxn ang="0">
                  <a:pos x="14" y="2"/>
                </a:cxn>
                <a:cxn ang="0">
                  <a:pos x="14" y="2"/>
                </a:cxn>
                <a:cxn ang="0">
                  <a:pos x="10" y="0"/>
                </a:cxn>
                <a:cxn ang="0">
                  <a:pos x="8" y="0"/>
                </a:cxn>
                <a:cxn ang="0">
                  <a:pos x="4" y="0"/>
                </a:cxn>
                <a:cxn ang="0">
                  <a:pos x="2" y="2"/>
                </a:cxn>
              </a:cxnLst>
              <a:rect l="0" t="0" r="r" b="b"/>
              <a:pathLst>
                <a:path w="16" h="16">
                  <a:moveTo>
                    <a:pt x="2" y="2"/>
                  </a:moveTo>
                  <a:lnTo>
                    <a:pt x="2" y="2"/>
                  </a:lnTo>
                  <a:lnTo>
                    <a:pt x="0" y="4"/>
                  </a:lnTo>
                  <a:lnTo>
                    <a:pt x="0" y="8"/>
                  </a:lnTo>
                  <a:lnTo>
                    <a:pt x="0" y="10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4" y="16"/>
                  </a:lnTo>
                  <a:lnTo>
                    <a:pt x="8" y="16"/>
                  </a:lnTo>
                  <a:lnTo>
                    <a:pt x="10" y="16"/>
                  </a:lnTo>
                  <a:lnTo>
                    <a:pt x="14" y="14"/>
                  </a:lnTo>
                  <a:lnTo>
                    <a:pt x="14" y="14"/>
                  </a:lnTo>
                  <a:lnTo>
                    <a:pt x="16" y="10"/>
                  </a:lnTo>
                  <a:lnTo>
                    <a:pt x="16" y="8"/>
                  </a:lnTo>
                  <a:lnTo>
                    <a:pt x="16" y="4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0" y="0"/>
                  </a:lnTo>
                  <a:lnTo>
                    <a:pt x="8" y="0"/>
                  </a:lnTo>
                  <a:lnTo>
                    <a:pt x="4" y="0"/>
                  </a:lnTo>
                  <a:lnTo>
                    <a:pt x="2" y="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14" name="Freeform 200"/>
            <p:cNvSpPr>
              <a:spLocks noEditPoints="1"/>
            </p:cNvSpPr>
            <p:nvPr/>
          </p:nvSpPr>
          <p:spPr bwMode="auto">
            <a:xfrm>
              <a:off x="6477000" y="1149350"/>
              <a:ext cx="279400" cy="406400"/>
            </a:xfrm>
            <a:custGeom>
              <a:avLst/>
              <a:gdLst/>
              <a:ahLst/>
              <a:cxnLst>
                <a:cxn ang="0">
                  <a:pos x="160" y="112"/>
                </a:cxn>
                <a:cxn ang="0">
                  <a:pos x="158" y="112"/>
                </a:cxn>
                <a:cxn ang="0">
                  <a:pos x="152" y="92"/>
                </a:cxn>
                <a:cxn ang="0">
                  <a:pos x="140" y="76"/>
                </a:cxn>
                <a:cxn ang="0">
                  <a:pos x="128" y="14"/>
                </a:cxn>
                <a:cxn ang="0">
                  <a:pos x="124" y="4"/>
                </a:cxn>
                <a:cxn ang="0">
                  <a:pos x="112" y="0"/>
                </a:cxn>
                <a:cxn ang="0">
                  <a:pos x="48" y="0"/>
                </a:cxn>
                <a:cxn ang="0">
                  <a:pos x="38" y="4"/>
                </a:cxn>
                <a:cxn ang="0">
                  <a:pos x="34" y="14"/>
                </a:cxn>
                <a:cxn ang="0">
                  <a:pos x="22" y="74"/>
                </a:cxn>
                <a:cxn ang="0">
                  <a:pos x="6" y="98"/>
                </a:cxn>
                <a:cxn ang="0">
                  <a:pos x="0" y="128"/>
                </a:cxn>
                <a:cxn ang="0">
                  <a:pos x="2" y="144"/>
                </a:cxn>
                <a:cxn ang="0">
                  <a:pos x="12" y="170"/>
                </a:cxn>
                <a:cxn ang="0">
                  <a:pos x="32" y="242"/>
                </a:cxn>
                <a:cxn ang="0">
                  <a:pos x="34" y="248"/>
                </a:cxn>
                <a:cxn ang="0">
                  <a:pos x="42" y="256"/>
                </a:cxn>
                <a:cxn ang="0">
                  <a:pos x="112" y="256"/>
                </a:cxn>
                <a:cxn ang="0">
                  <a:pos x="118" y="256"/>
                </a:cxn>
                <a:cxn ang="0">
                  <a:pos x="126" y="248"/>
                </a:cxn>
                <a:cxn ang="0">
                  <a:pos x="140" y="182"/>
                </a:cxn>
                <a:cxn ang="0">
                  <a:pos x="146" y="174"/>
                </a:cxn>
                <a:cxn ang="0">
                  <a:pos x="156" y="154"/>
                </a:cxn>
                <a:cxn ang="0">
                  <a:pos x="158" y="144"/>
                </a:cxn>
                <a:cxn ang="0">
                  <a:pos x="160" y="144"/>
                </a:cxn>
                <a:cxn ang="0">
                  <a:pos x="172" y="140"/>
                </a:cxn>
                <a:cxn ang="0">
                  <a:pos x="176" y="128"/>
                </a:cxn>
                <a:cxn ang="0">
                  <a:pos x="174" y="122"/>
                </a:cxn>
                <a:cxn ang="0">
                  <a:pos x="166" y="114"/>
                </a:cxn>
                <a:cxn ang="0">
                  <a:pos x="48" y="16"/>
                </a:cxn>
                <a:cxn ang="0">
                  <a:pos x="120" y="60"/>
                </a:cxn>
                <a:cxn ang="0">
                  <a:pos x="112" y="54"/>
                </a:cxn>
                <a:cxn ang="0">
                  <a:pos x="92" y="48"/>
                </a:cxn>
                <a:cxn ang="0">
                  <a:pos x="80" y="48"/>
                </a:cxn>
                <a:cxn ang="0">
                  <a:pos x="60" y="50"/>
                </a:cxn>
                <a:cxn ang="0">
                  <a:pos x="40" y="60"/>
                </a:cxn>
                <a:cxn ang="0">
                  <a:pos x="112" y="240"/>
                </a:cxn>
                <a:cxn ang="0">
                  <a:pos x="40" y="196"/>
                </a:cxn>
                <a:cxn ang="0">
                  <a:pos x="50" y="202"/>
                </a:cxn>
                <a:cxn ang="0">
                  <a:pos x="70" y="208"/>
                </a:cxn>
                <a:cxn ang="0">
                  <a:pos x="80" y="208"/>
                </a:cxn>
                <a:cxn ang="0">
                  <a:pos x="102" y="206"/>
                </a:cxn>
                <a:cxn ang="0">
                  <a:pos x="120" y="196"/>
                </a:cxn>
                <a:cxn ang="0">
                  <a:pos x="80" y="192"/>
                </a:cxn>
                <a:cxn ang="0">
                  <a:pos x="68" y="190"/>
                </a:cxn>
                <a:cxn ang="0">
                  <a:pos x="44" y="182"/>
                </a:cxn>
                <a:cxn ang="0">
                  <a:pos x="26" y="164"/>
                </a:cxn>
                <a:cxn ang="0">
                  <a:pos x="18" y="140"/>
                </a:cxn>
                <a:cxn ang="0">
                  <a:pos x="16" y="128"/>
                </a:cxn>
                <a:cxn ang="0">
                  <a:pos x="22" y="104"/>
                </a:cxn>
                <a:cxn ang="0">
                  <a:pos x="34" y="82"/>
                </a:cxn>
                <a:cxn ang="0">
                  <a:pos x="56" y="70"/>
                </a:cxn>
                <a:cxn ang="0">
                  <a:pos x="80" y="64"/>
                </a:cxn>
                <a:cxn ang="0">
                  <a:pos x="92" y="66"/>
                </a:cxn>
                <a:cxn ang="0">
                  <a:pos x="116" y="74"/>
                </a:cxn>
                <a:cxn ang="0">
                  <a:pos x="134" y="92"/>
                </a:cxn>
                <a:cxn ang="0">
                  <a:pos x="142" y="116"/>
                </a:cxn>
                <a:cxn ang="0">
                  <a:pos x="144" y="128"/>
                </a:cxn>
                <a:cxn ang="0">
                  <a:pos x="138" y="152"/>
                </a:cxn>
                <a:cxn ang="0">
                  <a:pos x="126" y="174"/>
                </a:cxn>
                <a:cxn ang="0">
                  <a:pos x="104" y="186"/>
                </a:cxn>
                <a:cxn ang="0">
                  <a:pos x="80" y="192"/>
                </a:cxn>
              </a:cxnLst>
              <a:rect l="0" t="0" r="r" b="b"/>
              <a:pathLst>
                <a:path w="176" h="256">
                  <a:moveTo>
                    <a:pt x="160" y="112"/>
                  </a:moveTo>
                  <a:lnTo>
                    <a:pt x="160" y="112"/>
                  </a:lnTo>
                  <a:lnTo>
                    <a:pt x="158" y="112"/>
                  </a:lnTo>
                  <a:lnTo>
                    <a:pt x="158" y="112"/>
                  </a:lnTo>
                  <a:lnTo>
                    <a:pt x="156" y="102"/>
                  </a:lnTo>
                  <a:lnTo>
                    <a:pt x="152" y="92"/>
                  </a:lnTo>
                  <a:lnTo>
                    <a:pt x="146" y="84"/>
                  </a:lnTo>
                  <a:lnTo>
                    <a:pt x="140" y="76"/>
                  </a:lnTo>
                  <a:lnTo>
                    <a:pt x="128" y="14"/>
                  </a:lnTo>
                  <a:lnTo>
                    <a:pt x="128" y="14"/>
                  </a:lnTo>
                  <a:lnTo>
                    <a:pt x="126" y="8"/>
                  </a:lnTo>
                  <a:lnTo>
                    <a:pt x="124" y="4"/>
                  </a:lnTo>
                  <a:lnTo>
                    <a:pt x="118" y="0"/>
                  </a:lnTo>
                  <a:lnTo>
                    <a:pt x="112" y="0"/>
                  </a:lnTo>
                  <a:lnTo>
                    <a:pt x="48" y="0"/>
                  </a:lnTo>
                  <a:lnTo>
                    <a:pt x="48" y="0"/>
                  </a:lnTo>
                  <a:lnTo>
                    <a:pt x="44" y="0"/>
                  </a:lnTo>
                  <a:lnTo>
                    <a:pt x="38" y="4"/>
                  </a:lnTo>
                  <a:lnTo>
                    <a:pt x="36" y="8"/>
                  </a:lnTo>
                  <a:lnTo>
                    <a:pt x="34" y="14"/>
                  </a:lnTo>
                  <a:lnTo>
                    <a:pt x="22" y="74"/>
                  </a:lnTo>
                  <a:lnTo>
                    <a:pt x="22" y="74"/>
                  </a:lnTo>
                  <a:lnTo>
                    <a:pt x="12" y="86"/>
                  </a:lnTo>
                  <a:lnTo>
                    <a:pt x="6" y="98"/>
                  </a:lnTo>
                  <a:lnTo>
                    <a:pt x="2" y="112"/>
                  </a:lnTo>
                  <a:lnTo>
                    <a:pt x="0" y="128"/>
                  </a:lnTo>
                  <a:lnTo>
                    <a:pt x="0" y="128"/>
                  </a:lnTo>
                  <a:lnTo>
                    <a:pt x="2" y="144"/>
                  </a:lnTo>
                  <a:lnTo>
                    <a:pt x="6" y="158"/>
                  </a:lnTo>
                  <a:lnTo>
                    <a:pt x="12" y="170"/>
                  </a:lnTo>
                  <a:lnTo>
                    <a:pt x="20" y="182"/>
                  </a:lnTo>
                  <a:lnTo>
                    <a:pt x="32" y="242"/>
                  </a:lnTo>
                  <a:lnTo>
                    <a:pt x="32" y="242"/>
                  </a:lnTo>
                  <a:lnTo>
                    <a:pt x="34" y="248"/>
                  </a:lnTo>
                  <a:lnTo>
                    <a:pt x="38" y="252"/>
                  </a:lnTo>
                  <a:lnTo>
                    <a:pt x="42" y="256"/>
                  </a:lnTo>
                  <a:lnTo>
                    <a:pt x="48" y="256"/>
                  </a:lnTo>
                  <a:lnTo>
                    <a:pt x="112" y="256"/>
                  </a:lnTo>
                  <a:lnTo>
                    <a:pt x="112" y="256"/>
                  </a:lnTo>
                  <a:lnTo>
                    <a:pt x="118" y="256"/>
                  </a:lnTo>
                  <a:lnTo>
                    <a:pt x="122" y="252"/>
                  </a:lnTo>
                  <a:lnTo>
                    <a:pt x="126" y="248"/>
                  </a:lnTo>
                  <a:lnTo>
                    <a:pt x="128" y="242"/>
                  </a:lnTo>
                  <a:lnTo>
                    <a:pt x="140" y="182"/>
                  </a:lnTo>
                  <a:lnTo>
                    <a:pt x="140" y="182"/>
                  </a:lnTo>
                  <a:lnTo>
                    <a:pt x="146" y="174"/>
                  </a:lnTo>
                  <a:lnTo>
                    <a:pt x="152" y="164"/>
                  </a:lnTo>
                  <a:lnTo>
                    <a:pt x="156" y="154"/>
                  </a:lnTo>
                  <a:lnTo>
                    <a:pt x="158" y="144"/>
                  </a:lnTo>
                  <a:lnTo>
                    <a:pt x="158" y="144"/>
                  </a:lnTo>
                  <a:lnTo>
                    <a:pt x="160" y="144"/>
                  </a:lnTo>
                  <a:lnTo>
                    <a:pt x="160" y="144"/>
                  </a:lnTo>
                  <a:lnTo>
                    <a:pt x="166" y="142"/>
                  </a:lnTo>
                  <a:lnTo>
                    <a:pt x="172" y="140"/>
                  </a:lnTo>
                  <a:lnTo>
                    <a:pt x="174" y="134"/>
                  </a:lnTo>
                  <a:lnTo>
                    <a:pt x="176" y="128"/>
                  </a:lnTo>
                  <a:lnTo>
                    <a:pt x="176" y="128"/>
                  </a:lnTo>
                  <a:lnTo>
                    <a:pt x="174" y="122"/>
                  </a:lnTo>
                  <a:lnTo>
                    <a:pt x="172" y="116"/>
                  </a:lnTo>
                  <a:lnTo>
                    <a:pt x="166" y="114"/>
                  </a:lnTo>
                  <a:lnTo>
                    <a:pt x="160" y="112"/>
                  </a:lnTo>
                  <a:close/>
                  <a:moveTo>
                    <a:pt x="48" y="16"/>
                  </a:moveTo>
                  <a:lnTo>
                    <a:pt x="112" y="16"/>
                  </a:lnTo>
                  <a:lnTo>
                    <a:pt x="120" y="60"/>
                  </a:lnTo>
                  <a:lnTo>
                    <a:pt x="120" y="60"/>
                  </a:lnTo>
                  <a:lnTo>
                    <a:pt x="112" y="54"/>
                  </a:lnTo>
                  <a:lnTo>
                    <a:pt x="102" y="50"/>
                  </a:lnTo>
                  <a:lnTo>
                    <a:pt x="92" y="48"/>
                  </a:lnTo>
                  <a:lnTo>
                    <a:pt x="80" y="48"/>
                  </a:lnTo>
                  <a:lnTo>
                    <a:pt x="80" y="48"/>
                  </a:lnTo>
                  <a:lnTo>
                    <a:pt x="70" y="48"/>
                  </a:lnTo>
                  <a:lnTo>
                    <a:pt x="60" y="50"/>
                  </a:lnTo>
                  <a:lnTo>
                    <a:pt x="50" y="54"/>
                  </a:lnTo>
                  <a:lnTo>
                    <a:pt x="40" y="60"/>
                  </a:lnTo>
                  <a:lnTo>
                    <a:pt x="48" y="16"/>
                  </a:lnTo>
                  <a:close/>
                  <a:moveTo>
                    <a:pt x="112" y="240"/>
                  </a:moveTo>
                  <a:lnTo>
                    <a:pt x="48" y="240"/>
                  </a:lnTo>
                  <a:lnTo>
                    <a:pt x="40" y="196"/>
                  </a:lnTo>
                  <a:lnTo>
                    <a:pt x="40" y="196"/>
                  </a:lnTo>
                  <a:lnTo>
                    <a:pt x="50" y="202"/>
                  </a:lnTo>
                  <a:lnTo>
                    <a:pt x="58" y="206"/>
                  </a:lnTo>
                  <a:lnTo>
                    <a:pt x="70" y="208"/>
                  </a:lnTo>
                  <a:lnTo>
                    <a:pt x="80" y="208"/>
                  </a:lnTo>
                  <a:lnTo>
                    <a:pt x="80" y="208"/>
                  </a:lnTo>
                  <a:lnTo>
                    <a:pt x="90" y="208"/>
                  </a:lnTo>
                  <a:lnTo>
                    <a:pt x="102" y="206"/>
                  </a:lnTo>
                  <a:lnTo>
                    <a:pt x="110" y="202"/>
                  </a:lnTo>
                  <a:lnTo>
                    <a:pt x="120" y="196"/>
                  </a:lnTo>
                  <a:lnTo>
                    <a:pt x="112" y="240"/>
                  </a:lnTo>
                  <a:close/>
                  <a:moveTo>
                    <a:pt x="80" y="192"/>
                  </a:moveTo>
                  <a:lnTo>
                    <a:pt x="80" y="192"/>
                  </a:lnTo>
                  <a:lnTo>
                    <a:pt x="68" y="190"/>
                  </a:lnTo>
                  <a:lnTo>
                    <a:pt x="56" y="186"/>
                  </a:lnTo>
                  <a:lnTo>
                    <a:pt x="44" y="182"/>
                  </a:lnTo>
                  <a:lnTo>
                    <a:pt x="34" y="174"/>
                  </a:lnTo>
                  <a:lnTo>
                    <a:pt x="26" y="164"/>
                  </a:lnTo>
                  <a:lnTo>
                    <a:pt x="22" y="152"/>
                  </a:lnTo>
                  <a:lnTo>
                    <a:pt x="18" y="140"/>
                  </a:lnTo>
                  <a:lnTo>
                    <a:pt x="16" y="128"/>
                  </a:lnTo>
                  <a:lnTo>
                    <a:pt x="16" y="128"/>
                  </a:lnTo>
                  <a:lnTo>
                    <a:pt x="18" y="116"/>
                  </a:lnTo>
                  <a:lnTo>
                    <a:pt x="22" y="104"/>
                  </a:lnTo>
                  <a:lnTo>
                    <a:pt x="26" y="92"/>
                  </a:lnTo>
                  <a:lnTo>
                    <a:pt x="34" y="82"/>
                  </a:lnTo>
                  <a:lnTo>
                    <a:pt x="44" y="74"/>
                  </a:lnTo>
                  <a:lnTo>
                    <a:pt x="56" y="70"/>
                  </a:lnTo>
                  <a:lnTo>
                    <a:pt x="68" y="66"/>
                  </a:lnTo>
                  <a:lnTo>
                    <a:pt x="80" y="64"/>
                  </a:lnTo>
                  <a:lnTo>
                    <a:pt x="80" y="64"/>
                  </a:lnTo>
                  <a:lnTo>
                    <a:pt x="92" y="66"/>
                  </a:lnTo>
                  <a:lnTo>
                    <a:pt x="104" y="70"/>
                  </a:lnTo>
                  <a:lnTo>
                    <a:pt x="116" y="74"/>
                  </a:lnTo>
                  <a:lnTo>
                    <a:pt x="126" y="82"/>
                  </a:lnTo>
                  <a:lnTo>
                    <a:pt x="134" y="92"/>
                  </a:lnTo>
                  <a:lnTo>
                    <a:pt x="138" y="104"/>
                  </a:lnTo>
                  <a:lnTo>
                    <a:pt x="142" y="116"/>
                  </a:lnTo>
                  <a:lnTo>
                    <a:pt x="144" y="128"/>
                  </a:lnTo>
                  <a:lnTo>
                    <a:pt x="144" y="128"/>
                  </a:lnTo>
                  <a:lnTo>
                    <a:pt x="142" y="140"/>
                  </a:lnTo>
                  <a:lnTo>
                    <a:pt x="138" y="152"/>
                  </a:lnTo>
                  <a:lnTo>
                    <a:pt x="134" y="164"/>
                  </a:lnTo>
                  <a:lnTo>
                    <a:pt x="126" y="174"/>
                  </a:lnTo>
                  <a:lnTo>
                    <a:pt x="116" y="182"/>
                  </a:lnTo>
                  <a:lnTo>
                    <a:pt x="104" y="186"/>
                  </a:lnTo>
                  <a:lnTo>
                    <a:pt x="92" y="190"/>
                  </a:lnTo>
                  <a:lnTo>
                    <a:pt x="80" y="19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15" name="Freeform 206"/>
            <p:cNvSpPr>
              <a:spLocks/>
            </p:cNvSpPr>
            <p:nvPr/>
          </p:nvSpPr>
          <p:spPr bwMode="auto">
            <a:xfrm>
              <a:off x="6591300" y="1289050"/>
              <a:ext cx="76200" cy="76200"/>
            </a:xfrm>
            <a:custGeom>
              <a:avLst/>
              <a:gdLst/>
              <a:ahLst/>
              <a:cxnLst>
                <a:cxn ang="0">
                  <a:pos x="48" y="0"/>
                </a:cxn>
                <a:cxn ang="0">
                  <a:pos x="48" y="0"/>
                </a:cxn>
                <a:cxn ang="0">
                  <a:pos x="46" y="0"/>
                </a:cxn>
                <a:cxn ang="0">
                  <a:pos x="44" y="0"/>
                </a:cxn>
                <a:cxn ang="0">
                  <a:pos x="2" y="34"/>
                </a:cxn>
                <a:cxn ang="0">
                  <a:pos x="2" y="34"/>
                </a:cxn>
                <a:cxn ang="0">
                  <a:pos x="0" y="36"/>
                </a:cxn>
                <a:cxn ang="0">
                  <a:pos x="0" y="40"/>
                </a:cxn>
                <a:cxn ang="0">
                  <a:pos x="0" y="40"/>
                </a:cxn>
                <a:cxn ang="0">
                  <a:pos x="0" y="44"/>
                </a:cxn>
                <a:cxn ang="0">
                  <a:pos x="2" y="46"/>
                </a:cxn>
                <a:cxn ang="0">
                  <a:pos x="2" y="46"/>
                </a:cxn>
                <a:cxn ang="0">
                  <a:pos x="4" y="48"/>
                </a:cxn>
                <a:cxn ang="0">
                  <a:pos x="8" y="48"/>
                </a:cxn>
                <a:cxn ang="0">
                  <a:pos x="8" y="48"/>
                </a:cxn>
                <a:cxn ang="0">
                  <a:pos x="10" y="48"/>
                </a:cxn>
                <a:cxn ang="0">
                  <a:pos x="14" y="46"/>
                </a:cxn>
                <a:cxn ang="0">
                  <a:pos x="28" y="28"/>
                </a:cxn>
                <a:cxn ang="0">
                  <a:pos x="48" y="4"/>
                </a:cxn>
                <a:cxn ang="0">
                  <a:pos x="48" y="4"/>
                </a:cxn>
                <a:cxn ang="0">
                  <a:pos x="48" y="2"/>
                </a:cxn>
                <a:cxn ang="0">
                  <a:pos x="48" y="0"/>
                </a:cxn>
              </a:cxnLst>
              <a:rect l="0" t="0" r="r" b="b"/>
              <a:pathLst>
                <a:path w="48" h="48">
                  <a:moveTo>
                    <a:pt x="48" y="0"/>
                  </a:moveTo>
                  <a:lnTo>
                    <a:pt x="48" y="0"/>
                  </a:lnTo>
                  <a:lnTo>
                    <a:pt x="46" y="0"/>
                  </a:lnTo>
                  <a:lnTo>
                    <a:pt x="44" y="0"/>
                  </a:lnTo>
                  <a:lnTo>
                    <a:pt x="2" y="34"/>
                  </a:lnTo>
                  <a:lnTo>
                    <a:pt x="2" y="34"/>
                  </a:lnTo>
                  <a:lnTo>
                    <a:pt x="0" y="36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44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4" y="48"/>
                  </a:lnTo>
                  <a:lnTo>
                    <a:pt x="8" y="48"/>
                  </a:lnTo>
                  <a:lnTo>
                    <a:pt x="8" y="48"/>
                  </a:lnTo>
                  <a:lnTo>
                    <a:pt x="10" y="48"/>
                  </a:lnTo>
                  <a:lnTo>
                    <a:pt x="14" y="46"/>
                  </a:lnTo>
                  <a:lnTo>
                    <a:pt x="28" y="28"/>
                  </a:lnTo>
                  <a:lnTo>
                    <a:pt x="48" y="4"/>
                  </a:lnTo>
                  <a:lnTo>
                    <a:pt x="48" y="4"/>
                  </a:lnTo>
                  <a:lnTo>
                    <a:pt x="48" y="2"/>
                  </a:lnTo>
                  <a:lnTo>
                    <a:pt x="48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</p:grpSp>
      <p:grpSp>
        <p:nvGrpSpPr>
          <p:cNvPr id="27" name="Group 26"/>
          <p:cNvGrpSpPr/>
          <p:nvPr/>
        </p:nvGrpSpPr>
        <p:grpSpPr>
          <a:xfrm>
            <a:off x="7210243" y="2590112"/>
            <a:ext cx="465099" cy="465099"/>
            <a:chOff x="3149600" y="1962150"/>
            <a:chExt cx="406400" cy="406400"/>
          </a:xfrm>
          <a:solidFill>
            <a:schemeClr val="accent1"/>
          </a:solidFill>
        </p:grpSpPr>
        <p:sp>
          <p:nvSpPr>
            <p:cNvPr id="104" name="Freeform 166"/>
            <p:cNvSpPr>
              <a:spLocks noEditPoints="1"/>
            </p:cNvSpPr>
            <p:nvPr/>
          </p:nvSpPr>
          <p:spPr bwMode="auto">
            <a:xfrm>
              <a:off x="3149600" y="1962150"/>
              <a:ext cx="127000" cy="406400"/>
            </a:xfrm>
            <a:custGeom>
              <a:avLst/>
              <a:gdLst/>
              <a:ahLst/>
              <a:cxnLst>
                <a:cxn ang="0">
                  <a:pos x="64" y="24"/>
                </a:cxn>
                <a:cxn ang="0">
                  <a:pos x="50" y="2"/>
                </a:cxn>
                <a:cxn ang="0">
                  <a:pos x="30" y="2"/>
                </a:cxn>
                <a:cxn ang="0">
                  <a:pos x="16" y="24"/>
                </a:cxn>
                <a:cxn ang="0">
                  <a:pos x="10" y="54"/>
                </a:cxn>
                <a:cxn ang="0">
                  <a:pos x="0" y="80"/>
                </a:cxn>
                <a:cxn ang="0">
                  <a:pos x="4" y="98"/>
                </a:cxn>
                <a:cxn ang="0">
                  <a:pos x="16" y="232"/>
                </a:cxn>
                <a:cxn ang="0">
                  <a:pos x="24" y="248"/>
                </a:cxn>
                <a:cxn ang="0">
                  <a:pos x="40" y="256"/>
                </a:cxn>
                <a:cxn ang="0">
                  <a:pos x="62" y="242"/>
                </a:cxn>
                <a:cxn ang="0">
                  <a:pos x="64" y="112"/>
                </a:cxn>
                <a:cxn ang="0">
                  <a:pos x="78" y="90"/>
                </a:cxn>
                <a:cxn ang="0">
                  <a:pos x="78" y="70"/>
                </a:cxn>
                <a:cxn ang="0">
                  <a:pos x="64" y="48"/>
                </a:cxn>
                <a:cxn ang="0">
                  <a:pos x="32" y="20"/>
                </a:cxn>
                <a:cxn ang="0">
                  <a:pos x="40" y="16"/>
                </a:cxn>
                <a:cxn ang="0">
                  <a:pos x="46" y="18"/>
                </a:cxn>
                <a:cxn ang="0">
                  <a:pos x="48" y="40"/>
                </a:cxn>
                <a:cxn ang="0">
                  <a:pos x="40" y="40"/>
                </a:cxn>
                <a:cxn ang="0">
                  <a:pos x="48" y="232"/>
                </a:cxn>
                <a:cxn ang="0">
                  <a:pos x="46" y="238"/>
                </a:cxn>
                <a:cxn ang="0">
                  <a:pos x="40" y="240"/>
                </a:cxn>
                <a:cxn ang="0">
                  <a:pos x="32" y="236"/>
                </a:cxn>
                <a:cxn ang="0">
                  <a:pos x="32" y="120"/>
                </a:cxn>
                <a:cxn ang="0">
                  <a:pos x="48" y="120"/>
                </a:cxn>
                <a:cxn ang="0">
                  <a:pos x="62" y="86"/>
                </a:cxn>
                <a:cxn ang="0">
                  <a:pos x="60" y="94"/>
                </a:cxn>
                <a:cxn ang="0">
                  <a:pos x="60" y="94"/>
                </a:cxn>
                <a:cxn ang="0">
                  <a:pos x="54" y="100"/>
                </a:cxn>
                <a:cxn ang="0">
                  <a:pos x="48" y="102"/>
                </a:cxn>
                <a:cxn ang="0">
                  <a:pos x="32" y="102"/>
                </a:cxn>
                <a:cxn ang="0">
                  <a:pos x="26" y="100"/>
                </a:cxn>
                <a:cxn ang="0">
                  <a:pos x="20" y="94"/>
                </a:cxn>
                <a:cxn ang="0">
                  <a:pos x="20" y="94"/>
                </a:cxn>
                <a:cxn ang="0">
                  <a:pos x="18" y="86"/>
                </a:cxn>
                <a:cxn ang="0">
                  <a:pos x="16" y="80"/>
                </a:cxn>
                <a:cxn ang="0">
                  <a:pos x="18" y="72"/>
                </a:cxn>
                <a:cxn ang="0">
                  <a:pos x="20" y="66"/>
                </a:cxn>
                <a:cxn ang="0">
                  <a:pos x="26" y="60"/>
                </a:cxn>
                <a:cxn ang="0">
                  <a:pos x="26" y="60"/>
                </a:cxn>
                <a:cxn ang="0">
                  <a:pos x="40" y="56"/>
                </a:cxn>
                <a:cxn ang="0">
                  <a:pos x="48" y="58"/>
                </a:cxn>
                <a:cxn ang="0">
                  <a:pos x="54" y="60"/>
                </a:cxn>
                <a:cxn ang="0">
                  <a:pos x="60" y="66"/>
                </a:cxn>
                <a:cxn ang="0">
                  <a:pos x="62" y="72"/>
                </a:cxn>
                <a:cxn ang="0">
                  <a:pos x="62" y="74"/>
                </a:cxn>
                <a:cxn ang="0">
                  <a:pos x="62" y="86"/>
                </a:cxn>
              </a:cxnLst>
              <a:rect l="0" t="0" r="r" b="b"/>
              <a:pathLst>
                <a:path w="80" h="256">
                  <a:moveTo>
                    <a:pt x="64" y="48"/>
                  </a:moveTo>
                  <a:lnTo>
                    <a:pt x="64" y="24"/>
                  </a:lnTo>
                  <a:lnTo>
                    <a:pt x="64" y="24"/>
                  </a:lnTo>
                  <a:lnTo>
                    <a:pt x="62" y="14"/>
                  </a:lnTo>
                  <a:lnTo>
                    <a:pt x="56" y="8"/>
                  </a:lnTo>
                  <a:lnTo>
                    <a:pt x="50" y="2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30" y="2"/>
                  </a:lnTo>
                  <a:lnTo>
                    <a:pt x="24" y="8"/>
                  </a:lnTo>
                  <a:lnTo>
                    <a:pt x="18" y="14"/>
                  </a:lnTo>
                  <a:lnTo>
                    <a:pt x="16" y="24"/>
                  </a:lnTo>
                  <a:lnTo>
                    <a:pt x="16" y="48"/>
                  </a:lnTo>
                  <a:lnTo>
                    <a:pt x="16" y="48"/>
                  </a:lnTo>
                  <a:lnTo>
                    <a:pt x="10" y="54"/>
                  </a:lnTo>
                  <a:lnTo>
                    <a:pt x="4" y="62"/>
                  </a:lnTo>
                  <a:lnTo>
                    <a:pt x="2" y="70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2" y="90"/>
                  </a:lnTo>
                  <a:lnTo>
                    <a:pt x="4" y="98"/>
                  </a:lnTo>
                  <a:lnTo>
                    <a:pt x="10" y="106"/>
                  </a:lnTo>
                  <a:lnTo>
                    <a:pt x="16" y="112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8" y="242"/>
                  </a:lnTo>
                  <a:lnTo>
                    <a:pt x="24" y="248"/>
                  </a:lnTo>
                  <a:lnTo>
                    <a:pt x="30" y="254"/>
                  </a:lnTo>
                  <a:lnTo>
                    <a:pt x="40" y="256"/>
                  </a:lnTo>
                  <a:lnTo>
                    <a:pt x="40" y="256"/>
                  </a:lnTo>
                  <a:lnTo>
                    <a:pt x="50" y="254"/>
                  </a:lnTo>
                  <a:lnTo>
                    <a:pt x="56" y="248"/>
                  </a:lnTo>
                  <a:lnTo>
                    <a:pt x="62" y="242"/>
                  </a:lnTo>
                  <a:lnTo>
                    <a:pt x="64" y="232"/>
                  </a:lnTo>
                  <a:lnTo>
                    <a:pt x="64" y="112"/>
                  </a:lnTo>
                  <a:lnTo>
                    <a:pt x="64" y="112"/>
                  </a:lnTo>
                  <a:lnTo>
                    <a:pt x="70" y="106"/>
                  </a:lnTo>
                  <a:lnTo>
                    <a:pt x="76" y="98"/>
                  </a:lnTo>
                  <a:lnTo>
                    <a:pt x="78" y="90"/>
                  </a:lnTo>
                  <a:lnTo>
                    <a:pt x="80" y="80"/>
                  </a:lnTo>
                  <a:lnTo>
                    <a:pt x="80" y="80"/>
                  </a:lnTo>
                  <a:lnTo>
                    <a:pt x="78" y="70"/>
                  </a:lnTo>
                  <a:lnTo>
                    <a:pt x="76" y="62"/>
                  </a:lnTo>
                  <a:lnTo>
                    <a:pt x="70" y="54"/>
                  </a:lnTo>
                  <a:lnTo>
                    <a:pt x="64" y="48"/>
                  </a:lnTo>
                  <a:close/>
                  <a:moveTo>
                    <a:pt x="32" y="24"/>
                  </a:moveTo>
                  <a:lnTo>
                    <a:pt x="32" y="24"/>
                  </a:lnTo>
                  <a:lnTo>
                    <a:pt x="32" y="20"/>
                  </a:lnTo>
                  <a:lnTo>
                    <a:pt x="34" y="18"/>
                  </a:lnTo>
                  <a:lnTo>
                    <a:pt x="36" y="16"/>
                  </a:lnTo>
                  <a:lnTo>
                    <a:pt x="40" y="16"/>
                  </a:lnTo>
                  <a:lnTo>
                    <a:pt x="40" y="16"/>
                  </a:lnTo>
                  <a:lnTo>
                    <a:pt x="44" y="16"/>
                  </a:lnTo>
                  <a:lnTo>
                    <a:pt x="46" y="18"/>
                  </a:lnTo>
                  <a:lnTo>
                    <a:pt x="48" y="20"/>
                  </a:lnTo>
                  <a:lnTo>
                    <a:pt x="48" y="24"/>
                  </a:lnTo>
                  <a:lnTo>
                    <a:pt x="48" y="40"/>
                  </a:lnTo>
                  <a:lnTo>
                    <a:pt x="48" y="40"/>
                  </a:lnTo>
                  <a:lnTo>
                    <a:pt x="40" y="40"/>
                  </a:lnTo>
                  <a:lnTo>
                    <a:pt x="40" y="40"/>
                  </a:lnTo>
                  <a:lnTo>
                    <a:pt x="32" y="40"/>
                  </a:lnTo>
                  <a:lnTo>
                    <a:pt x="32" y="24"/>
                  </a:lnTo>
                  <a:close/>
                  <a:moveTo>
                    <a:pt x="48" y="232"/>
                  </a:moveTo>
                  <a:lnTo>
                    <a:pt x="48" y="232"/>
                  </a:lnTo>
                  <a:lnTo>
                    <a:pt x="48" y="236"/>
                  </a:lnTo>
                  <a:lnTo>
                    <a:pt x="46" y="238"/>
                  </a:lnTo>
                  <a:lnTo>
                    <a:pt x="44" y="240"/>
                  </a:lnTo>
                  <a:lnTo>
                    <a:pt x="40" y="240"/>
                  </a:lnTo>
                  <a:lnTo>
                    <a:pt x="40" y="240"/>
                  </a:lnTo>
                  <a:lnTo>
                    <a:pt x="36" y="240"/>
                  </a:lnTo>
                  <a:lnTo>
                    <a:pt x="34" y="238"/>
                  </a:lnTo>
                  <a:lnTo>
                    <a:pt x="32" y="236"/>
                  </a:lnTo>
                  <a:lnTo>
                    <a:pt x="32" y="232"/>
                  </a:lnTo>
                  <a:lnTo>
                    <a:pt x="32" y="120"/>
                  </a:lnTo>
                  <a:lnTo>
                    <a:pt x="32" y="120"/>
                  </a:lnTo>
                  <a:lnTo>
                    <a:pt x="40" y="120"/>
                  </a:lnTo>
                  <a:lnTo>
                    <a:pt x="40" y="120"/>
                  </a:lnTo>
                  <a:lnTo>
                    <a:pt x="48" y="120"/>
                  </a:lnTo>
                  <a:lnTo>
                    <a:pt x="48" y="232"/>
                  </a:lnTo>
                  <a:close/>
                  <a:moveTo>
                    <a:pt x="62" y="86"/>
                  </a:moveTo>
                  <a:lnTo>
                    <a:pt x="62" y="86"/>
                  </a:lnTo>
                  <a:lnTo>
                    <a:pt x="62" y="88"/>
                  </a:lnTo>
                  <a:lnTo>
                    <a:pt x="62" y="88"/>
                  </a:lnTo>
                  <a:lnTo>
                    <a:pt x="60" y="94"/>
                  </a:lnTo>
                  <a:lnTo>
                    <a:pt x="60" y="94"/>
                  </a:lnTo>
                  <a:lnTo>
                    <a:pt x="60" y="94"/>
                  </a:lnTo>
                  <a:lnTo>
                    <a:pt x="60" y="94"/>
                  </a:lnTo>
                  <a:lnTo>
                    <a:pt x="54" y="100"/>
                  </a:lnTo>
                  <a:lnTo>
                    <a:pt x="54" y="100"/>
                  </a:lnTo>
                  <a:lnTo>
                    <a:pt x="54" y="100"/>
                  </a:lnTo>
                  <a:lnTo>
                    <a:pt x="54" y="100"/>
                  </a:lnTo>
                  <a:lnTo>
                    <a:pt x="48" y="102"/>
                  </a:lnTo>
                  <a:lnTo>
                    <a:pt x="48" y="102"/>
                  </a:lnTo>
                  <a:lnTo>
                    <a:pt x="40" y="104"/>
                  </a:lnTo>
                  <a:lnTo>
                    <a:pt x="40" y="104"/>
                  </a:lnTo>
                  <a:lnTo>
                    <a:pt x="32" y="102"/>
                  </a:lnTo>
                  <a:lnTo>
                    <a:pt x="32" y="102"/>
                  </a:lnTo>
                  <a:lnTo>
                    <a:pt x="26" y="100"/>
                  </a:lnTo>
                  <a:lnTo>
                    <a:pt x="26" y="100"/>
                  </a:lnTo>
                  <a:lnTo>
                    <a:pt x="26" y="100"/>
                  </a:lnTo>
                  <a:lnTo>
                    <a:pt x="26" y="100"/>
                  </a:lnTo>
                  <a:lnTo>
                    <a:pt x="20" y="94"/>
                  </a:lnTo>
                  <a:lnTo>
                    <a:pt x="20" y="94"/>
                  </a:lnTo>
                  <a:lnTo>
                    <a:pt x="20" y="94"/>
                  </a:lnTo>
                  <a:lnTo>
                    <a:pt x="20" y="94"/>
                  </a:lnTo>
                  <a:lnTo>
                    <a:pt x="18" y="88"/>
                  </a:lnTo>
                  <a:lnTo>
                    <a:pt x="18" y="88"/>
                  </a:lnTo>
                  <a:lnTo>
                    <a:pt x="18" y="86"/>
                  </a:lnTo>
                  <a:lnTo>
                    <a:pt x="18" y="86"/>
                  </a:lnTo>
                  <a:lnTo>
                    <a:pt x="16" y="80"/>
                  </a:lnTo>
                  <a:lnTo>
                    <a:pt x="16" y="80"/>
                  </a:lnTo>
                  <a:lnTo>
                    <a:pt x="18" y="74"/>
                  </a:lnTo>
                  <a:lnTo>
                    <a:pt x="18" y="74"/>
                  </a:lnTo>
                  <a:lnTo>
                    <a:pt x="18" y="72"/>
                  </a:lnTo>
                  <a:lnTo>
                    <a:pt x="18" y="72"/>
                  </a:lnTo>
                  <a:lnTo>
                    <a:pt x="20" y="66"/>
                  </a:lnTo>
                  <a:lnTo>
                    <a:pt x="20" y="66"/>
                  </a:lnTo>
                  <a:lnTo>
                    <a:pt x="20" y="66"/>
                  </a:lnTo>
                  <a:lnTo>
                    <a:pt x="20" y="66"/>
                  </a:lnTo>
                  <a:lnTo>
                    <a:pt x="26" y="60"/>
                  </a:lnTo>
                  <a:lnTo>
                    <a:pt x="26" y="60"/>
                  </a:lnTo>
                  <a:lnTo>
                    <a:pt x="26" y="60"/>
                  </a:lnTo>
                  <a:lnTo>
                    <a:pt x="26" y="60"/>
                  </a:lnTo>
                  <a:lnTo>
                    <a:pt x="32" y="58"/>
                  </a:lnTo>
                  <a:lnTo>
                    <a:pt x="32" y="58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8" y="58"/>
                  </a:lnTo>
                  <a:lnTo>
                    <a:pt x="48" y="58"/>
                  </a:lnTo>
                  <a:lnTo>
                    <a:pt x="54" y="60"/>
                  </a:lnTo>
                  <a:lnTo>
                    <a:pt x="54" y="60"/>
                  </a:lnTo>
                  <a:lnTo>
                    <a:pt x="54" y="60"/>
                  </a:lnTo>
                  <a:lnTo>
                    <a:pt x="54" y="60"/>
                  </a:lnTo>
                  <a:lnTo>
                    <a:pt x="60" y="66"/>
                  </a:lnTo>
                  <a:lnTo>
                    <a:pt x="60" y="66"/>
                  </a:lnTo>
                  <a:lnTo>
                    <a:pt x="60" y="66"/>
                  </a:lnTo>
                  <a:lnTo>
                    <a:pt x="60" y="66"/>
                  </a:lnTo>
                  <a:lnTo>
                    <a:pt x="62" y="72"/>
                  </a:lnTo>
                  <a:lnTo>
                    <a:pt x="62" y="72"/>
                  </a:lnTo>
                  <a:lnTo>
                    <a:pt x="62" y="74"/>
                  </a:lnTo>
                  <a:lnTo>
                    <a:pt x="62" y="74"/>
                  </a:lnTo>
                  <a:lnTo>
                    <a:pt x="64" y="80"/>
                  </a:lnTo>
                  <a:lnTo>
                    <a:pt x="64" y="80"/>
                  </a:lnTo>
                  <a:lnTo>
                    <a:pt x="62" y="8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05" name="Freeform 171"/>
            <p:cNvSpPr>
              <a:spLocks noEditPoints="1"/>
            </p:cNvSpPr>
            <p:nvPr/>
          </p:nvSpPr>
          <p:spPr bwMode="auto">
            <a:xfrm>
              <a:off x="3429000" y="1962150"/>
              <a:ext cx="127000" cy="406400"/>
            </a:xfrm>
            <a:custGeom>
              <a:avLst/>
              <a:gdLst/>
              <a:ahLst/>
              <a:cxnLst>
                <a:cxn ang="0">
                  <a:pos x="64" y="24"/>
                </a:cxn>
                <a:cxn ang="0">
                  <a:pos x="50" y="2"/>
                </a:cxn>
                <a:cxn ang="0">
                  <a:pos x="30" y="2"/>
                </a:cxn>
                <a:cxn ang="0">
                  <a:pos x="16" y="24"/>
                </a:cxn>
                <a:cxn ang="0">
                  <a:pos x="10" y="54"/>
                </a:cxn>
                <a:cxn ang="0">
                  <a:pos x="0" y="80"/>
                </a:cxn>
                <a:cxn ang="0">
                  <a:pos x="4" y="98"/>
                </a:cxn>
                <a:cxn ang="0">
                  <a:pos x="16" y="232"/>
                </a:cxn>
                <a:cxn ang="0">
                  <a:pos x="24" y="248"/>
                </a:cxn>
                <a:cxn ang="0">
                  <a:pos x="40" y="256"/>
                </a:cxn>
                <a:cxn ang="0">
                  <a:pos x="62" y="242"/>
                </a:cxn>
                <a:cxn ang="0">
                  <a:pos x="64" y="112"/>
                </a:cxn>
                <a:cxn ang="0">
                  <a:pos x="78" y="90"/>
                </a:cxn>
                <a:cxn ang="0">
                  <a:pos x="78" y="70"/>
                </a:cxn>
                <a:cxn ang="0">
                  <a:pos x="64" y="48"/>
                </a:cxn>
                <a:cxn ang="0">
                  <a:pos x="32" y="20"/>
                </a:cxn>
                <a:cxn ang="0">
                  <a:pos x="40" y="16"/>
                </a:cxn>
                <a:cxn ang="0">
                  <a:pos x="46" y="18"/>
                </a:cxn>
                <a:cxn ang="0">
                  <a:pos x="48" y="40"/>
                </a:cxn>
                <a:cxn ang="0">
                  <a:pos x="40" y="40"/>
                </a:cxn>
                <a:cxn ang="0">
                  <a:pos x="48" y="232"/>
                </a:cxn>
                <a:cxn ang="0">
                  <a:pos x="46" y="238"/>
                </a:cxn>
                <a:cxn ang="0">
                  <a:pos x="40" y="240"/>
                </a:cxn>
                <a:cxn ang="0">
                  <a:pos x="32" y="236"/>
                </a:cxn>
                <a:cxn ang="0">
                  <a:pos x="32" y="120"/>
                </a:cxn>
                <a:cxn ang="0">
                  <a:pos x="48" y="120"/>
                </a:cxn>
                <a:cxn ang="0">
                  <a:pos x="62" y="86"/>
                </a:cxn>
                <a:cxn ang="0">
                  <a:pos x="60" y="94"/>
                </a:cxn>
                <a:cxn ang="0">
                  <a:pos x="60" y="94"/>
                </a:cxn>
                <a:cxn ang="0">
                  <a:pos x="54" y="100"/>
                </a:cxn>
                <a:cxn ang="0">
                  <a:pos x="48" y="102"/>
                </a:cxn>
                <a:cxn ang="0">
                  <a:pos x="32" y="102"/>
                </a:cxn>
                <a:cxn ang="0">
                  <a:pos x="26" y="100"/>
                </a:cxn>
                <a:cxn ang="0">
                  <a:pos x="20" y="94"/>
                </a:cxn>
                <a:cxn ang="0">
                  <a:pos x="20" y="94"/>
                </a:cxn>
                <a:cxn ang="0">
                  <a:pos x="18" y="86"/>
                </a:cxn>
                <a:cxn ang="0">
                  <a:pos x="16" y="80"/>
                </a:cxn>
                <a:cxn ang="0">
                  <a:pos x="18" y="72"/>
                </a:cxn>
                <a:cxn ang="0">
                  <a:pos x="20" y="66"/>
                </a:cxn>
                <a:cxn ang="0">
                  <a:pos x="26" y="60"/>
                </a:cxn>
                <a:cxn ang="0">
                  <a:pos x="26" y="60"/>
                </a:cxn>
                <a:cxn ang="0">
                  <a:pos x="40" y="56"/>
                </a:cxn>
                <a:cxn ang="0">
                  <a:pos x="48" y="58"/>
                </a:cxn>
                <a:cxn ang="0">
                  <a:pos x="54" y="60"/>
                </a:cxn>
                <a:cxn ang="0">
                  <a:pos x="60" y="66"/>
                </a:cxn>
                <a:cxn ang="0">
                  <a:pos x="62" y="72"/>
                </a:cxn>
                <a:cxn ang="0">
                  <a:pos x="62" y="74"/>
                </a:cxn>
                <a:cxn ang="0">
                  <a:pos x="62" y="86"/>
                </a:cxn>
              </a:cxnLst>
              <a:rect l="0" t="0" r="r" b="b"/>
              <a:pathLst>
                <a:path w="80" h="256">
                  <a:moveTo>
                    <a:pt x="64" y="48"/>
                  </a:moveTo>
                  <a:lnTo>
                    <a:pt x="64" y="24"/>
                  </a:lnTo>
                  <a:lnTo>
                    <a:pt x="64" y="24"/>
                  </a:lnTo>
                  <a:lnTo>
                    <a:pt x="62" y="14"/>
                  </a:lnTo>
                  <a:lnTo>
                    <a:pt x="56" y="8"/>
                  </a:lnTo>
                  <a:lnTo>
                    <a:pt x="50" y="2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30" y="2"/>
                  </a:lnTo>
                  <a:lnTo>
                    <a:pt x="24" y="8"/>
                  </a:lnTo>
                  <a:lnTo>
                    <a:pt x="18" y="14"/>
                  </a:lnTo>
                  <a:lnTo>
                    <a:pt x="16" y="24"/>
                  </a:lnTo>
                  <a:lnTo>
                    <a:pt x="16" y="48"/>
                  </a:lnTo>
                  <a:lnTo>
                    <a:pt x="16" y="48"/>
                  </a:lnTo>
                  <a:lnTo>
                    <a:pt x="10" y="54"/>
                  </a:lnTo>
                  <a:lnTo>
                    <a:pt x="4" y="62"/>
                  </a:lnTo>
                  <a:lnTo>
                    <a:pt x="2" y="70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2" y="90"/>
                  </a:lnTo>
                  <a:lnTo>
                    <a:pt x="4" y="98"/>
                  </a:lnTo>
                  <a:lnTo>
                    <a:pt x="10" y="106"/>
                  </a:lnTo>
                  <a:lnTo>
                    <a:pt x="16" y="112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8" y="242"/>
                  </a:lnTo>
                  <a:lnTo>
                    <a:pt x="24" y="248"/>
                  </a:lnTo>
                  <a:lnTo>
                    <a:pt x="30" y="254"/>
                  </a:lnTo>
                  <a:lnTo>
                    <a:pt x="40" y="256"/>
                  </a:lnTo>
                  <a:lnTo>
                    <a:pt x="40" y="256"/>
                  </a:lnTo>
                  <a:lnTo>
                    <a:pt x="50" y="254"/>
                  </a:lnTo>
                  <a:lnTo>
                    <a:pt x="56" y="248"/>
                  </a:lnTo>
                  <a:lnTo>
                    <a:pt x="62" y="242"/>
                  </a:lnTo>
                  <a:lnTo>
                    <a:pt x="64" y="232"/>
                  </a:lnTo>
                  <a:lnTo>
                    <a:pt x="64" y="112"/>
                  </a:lnTo>
                  <a:lnTo>
                    <a:pt x="64" y="112"/>
                  </a:lnTo>
                  <a:lnTo>
                    <a:pt x="70" y="106"/>
                  </a:lnTo>
                  <a:lnTo>
                    <a:pt x="76" y="98"/>
                  </a:lnTo>
                  <a:lnTo>
                    <a:pt x="78" y="90"/>
                  </a:lnTo>
                  <a:lnTo>
                    <a:pt x="80" y="80"/>
                  </a:lnTo>
                  <a:lnTo>
                    <a:pt x="80" y="80"/>
                  </a:lnTo>
                  <a:lnTo>
                    <a:pt x="78" y="70"/>
                  </a:lnTo>
                  <a:lnTo>
                    <a:pt x="76" y="62"/>
                  </a:lnTo>
                  <a:lnTo>
                    <a:pt x="70" y="54"/>
                  </a:lnTo>
                  <a:lnTo>
                    <a:pt x="64" y="48"/>
                  </a:lnTo>
                  <a:close/>
                  <a:moveTo>
                    <a:pt x="32" y="24"/>
                  </a:moveTo>
                  <a:lnTo>
                    <a:pt x="32" y="24"/>
                  </a:lnTo>
                  <a:lnTo>
                    <a:pt x="32" y="20"/>
                  </a:lnTo>
                  <a:lnTo>
                    <a:pt x="34" y="18"/>
                  </a:lnTo>
                  <a:lnTo>
                    <a:pt x="36" y="16"/>
                  </a:lnTo>
                  <a:lnTo>
                    <a:pt x="40" y="16"/>
                  </a:lnTo>
                  <a:lnTo>
                    <a:pt x="40" y="16"/>
                  </a:lnTo>
                  <a:lnTo>
                    <a:pt x="44" y="16"/>
                  </a:lnTo>
                  <a:lnTo>
                    <a:pt x="46" y="18"/>
                  </a:lnTo>
                  <a:lnTo>
                    <a:pt x="48" y="20"/>
                  </a:lnTo>
                  <a:lnTo>
                    <a:pt x="48" y="24"/>
                  </a:lnTo>
                  <a:lnTo>
                    <a:pt x="48" y="40"/>
                  </a:lnTo>
                  <a:lnTo>
                    <a:pt x="48" y="40"/>
                  </a:lnTo>
                  <a:lnTo>
                    <a:pt x="40" y="40"/>
                  </a:lnTo>
                  <a:lnTo>
                    <a:pt x="40" y="40"/>
                  </a:lnTo>
                  <a:lnTo>
                    <a:pt x="32" y="40"/>
                  </a:lnTo>
                  <a:lnTo>
                    <a:pt x="32" y="24"/>
                  </a:lnTo>
                  <a:close/>
                  <a:moveTo>
                    <a:pt x="48" y="232"/>
                  </a:moveTo>
                  <a:lnTo>
                    <a:pt x="48" y="232"/>
                  </a:lnTo>
                  <a:lnTo>
                    <a:pt x="48" y="236"/>
                  </a:lnTo>
                  <a:lnTo>
                    <a:pt x="46" y="238"/>
                  </a:lnTo>
                  <a:lnTo>
                    <a:pt x="44" y="240"/>
                  </a:lnTo>
                  <a:lnTo>
                    <a:pt x="40" y="240"/>
                  </a:lnTo>
                  <a:lnTo>
                    <a:pt x="40" y="240"/>
                  </a:lnTo>
                  <a:lnTo>
                    <a:pt x="36" y="240"/>
                  </a:lnTo>
                  <a:lnTo>
                    <a:pt x="34" y="238"/>
                  </a:lnTo>
                  <a:lnTo>
                    <a:pt x="32" y="236"/>
                  </a:lnTo>
                  <a:lnTo>
                    <a:pt x="32" y="232"/>
                  </a:lnTo>
                  <a:lnTo>
                    <a:pt x="32" y="120"/>
                  </a:lnTo>
                  <a:lnTo>
                    <a:pt x="32" y="120"/>
                  </a:lnTo>
                  <a:lnTo>
                    <a:pt x="40" y="120"/>
                  </a:lnTo>
                  <a:lnTo>
                    <a:pt x="40" y="120"/>
                  </a:lnTo>
                  <a:lnTo>
                    <a:pt x="48" y="120"/>
                  </a:lnTo>
                  <a:lnTo>
                    <a:pt x="48" y="232"/>
                  </a:lnTo>
                  <a:close/>
                  <a:moveTo>
                    <a:pt x="62" y="86"/>
                  </a:moveTo>
                  <a:lnTo>
                    <a:pt x="62" y="86"/>
                  </a:lnTo>
                  <a:lnTo>
                    <a:pt x="62" y="88"/>
                  </a:lnTo>
                  <a:lnTo>
                    <a:pt x="62" y="88"/>
                  </a:lnTo>
                  <a:lnTo>
                    <a:pt x="60" y="94"/>
                  </a:lnTo>
                  <a:lnTo>
                    <a:pt x="60" y="94"/>
                  </a:lnTo>
                  <a:lnTo>
                    <a:pt x="60" y="94"/>
                  </a:lnTo>
                  <a:lnTo>
                    <a:pt x="60" y="94"/>
                  </a:lnTo>
                  <a:lnTo>
                    <a:pt x="54" y="100"/>
                  </a:lnTo>
                  <a:lnTo>
                    <a:pt x="54" y="100"/>
                  </a:lnTo>
                  <a:lnTo>
                    <a:pt x="54" y="100"/>
                  </a:lnTo>
                  <a:lnTo>
                    <a:pt x="54" y="100"/>
                  </a:lnTo>
                  <a:lnTo>
                    <a:pt x="48" y="102"/>
                  </a:lnTo>
                  <a:lnTo>
                    <a:pt x="48" y="102"/>
                  </a:lnTo>
                  <a:lnTo>
                    <a:pt x="40" y="104"/>
                  </a:lnTo>
                  <a:lnTo>
                    <a:pt x="40" y="104"/>
                  </a:lnTo>
                  <a:lnTo>
                    <a:pt x="32" y="102"/>
                  </a:lnTo>
                  <a:lnTo>
                    <a:pt x="32" y="102"/>
                  </a:lnTo>
                  <a:lnTo>
                    <a:pt x="26" y="100"/>
                  </a:lnTo>
                  <a:lnTo>
                    <a:pt x="26" y="100"/>
                  </a:lnTo>
                  <a:lnTo>
                    <a:pt x="26" y="100"/>
                  </a:lnTo>
                  <a:lnTo>
                    <a:pt x="26" y="100"/>
                  </a:lnTo>
                  <a:lnTo>
                    <a:pt x="20" y="94"/>
                  </a:lnTo>
                  <a:lnTo>
                    <a:pt x="20" y="94"/>
                  </a:lnTo>
                  <a:lnTo>
                    <a:pt x="20" y="94"/>
                  </a:lnTo>
                  <a:lnTo>
                    <a:pt x="20" y="94"/>
                  </a:lnTo>
                  <a:lnTo>
                    <a:pt x="18" y="88"/>
                  </a:lnTo>
                  <a:lnTo>
                    <a:pt x="18" y="88"/>
                  </a:lnTo>
                  <a:lnTo>
                    <a:pt x="18" y="86"/>
                  </a:lnTo>
                  <a:lnTo>
                    <a:pt x="18" y="86"/>
                  </a:lnTo>
                  <a:lnTo>
                    <a:pt x="16" y="80"/>
                  </a:lnTo>
                  <a:lnTo>
                    <a:pt x="16" y="80"/>
                  </a:lnTo>
                  <a:lnTo>
                    <a:pt x="18" y="74"/>
                  </a:lnTo>
                  <a:lnTo>
                    <a:pt x="18" y="74"/>
                  </a:lnTo>
                  <a:lnTo>
                    <a:pt x="18" y="72"/>
                  </a:lnTo>
                  <a:lnTo>
                    <a:pt x="18" y="72"/>
                  </a:lnTo>
                  <a:lnTo>
                    <a:pt x="20" y="66"/>
                  </a:lnTo>
                  <a:lnTo>
                    <a:pt x="20" y="66"/>
                  </a:lnTo>
                  <a:lnTo>
                    <a:pt x="20" y="66"/>
                  </a:lnTo>
                  <a:lnTo>
                    <a:pt x="20" y="66"/>
                  </a:lnTo>
                  <a:lnTo>
                    <a:pt x="26" y="60"/>
                  </a:lnTo>
                  <a:lnTo>
                    <a:pt x="26" y="60"/>
                  </a:lnTo>
                  <a:lnTo>
                    <a:pt x="26" y="60"/>
                  </a:lnTo>
                  <a:lnTo>
                    <a:pt x="26" y="60"/>
                  </a:lnTo>
                  <a:lnTo>
                    <a:pt x="32" y="58"/>
                  </a:lnTo>
                  <a:lnTo>
                    <a:pt x="32" y="58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8" y="58"/>
                  </a:lnTo>
                  <a:lnTo>
                    <a:pt x="48" y="58"/>
                  </a:lnTo>
                  <a:lnTo>
                    <a:pt x="54" y="60"/>
                  </a:lnTo>
                  <a:lnTo>
                    <a:pt x="54" y="60"/>
                  </a:lnTo>
                  <a:lnTo>
                    <a:pt x="54" y="60"/>
                  </a:lnTo>
                  <a:lnTo>
                    <a:pt x="54" y="60"/>
                  </a:lnTo>
                  <a:lnTo>
                    <a:pt x="60" y="66"/>
                  </a:lnTo>
                  <a:lnTo>
                    <a:pt x="60" y="66"/>
                  </a:lnTo>
                  <a:lnTo>
                    <a:pt x="60" y="66"/>
                  </a:lnTo>
                  <a:lnTo>
                    <a:pt x="60" y="66"/>
                  </a:lnTo>
                  <a:lnTo>
                    <a:pt x="62" y="72"/>
                  </a:lnTo>
                  <a:lnTo>
                    <a:pt x="62" y="72"/>
                  </a:lnTo>
                  <a:lnTo>
                    <a:pt x="62" y="74"/>
                  </a:lnTo>
                  <a:lnTo>
                    <a:pt x="62" y="74"/>
                  </a:lnTo>
                  <a:lnTo>
                    <a:pt x="64" y="80"/>
                  </a:lnTo>
                  <a:lnTo>
                    <a:pt x="64" y="80"/>
                  </a:lnTo>
                  <a:lnTo>
                    <a:pt x="62" y="8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06" name="Freeform 176"/>
            <p:cNvSpPr>
              <a:spLocks noEditPoints="1"/>
            </p:cNvSpPr>
            <p:nvPr/>
          </p:nvSpPr>
          <p:spPr bwMode="auto">
            <a:xfrm>
              <a:off x="3289300" y="1962150"/>
              <a:ext cx="127000" cy="406400"/>
            </a:xfrm>
            <a:custGeom>
              <a:avLst/>
              <a:gdLst/>
              <a:ahLst/>
              <a:cxnLst>
                <a:cxn ang="0">
                  <a:pos x="64" y="24"/>
                </a:cxn>
                <a:cxn ang="0">
                  <a:pos x="50" y="2"/>
                </a:cxn>
                <a:cxn ang="0">
                  <a:pos x="30" y="2"/>
                </a:cxn>
                <a:cxn ang="0">
                  <a:pos x="16" y="24"/>
                </a:cxn>
                <a:cxn ang="0">
                  <a:pos x="10" y="150"/>
                </a:cxn>
                <a:cxn ang="0">
                  <a:pos x="0" y="176"/>
                </a:cxn>
                <a:cxn ang="0">
                  <a:pos x="4" y="194"/>
                </a:cxn>
                <a:cxn ang="0">
                  <a:pos x="16" y="232"/>
                </a:cxn>
                <a:cxn ang="0">
                  <a:pos x="24" y="248"/>
                </a:cxn>
                <a:cxn ang="0">
                  <a:pos x="40" y="256"/>
                </a:cxn>
                <a:cxn ang="0">
                  <a:pos x="62" y="242"/>
                </a:cxn>
                <a:cxn ang="0">
                  <a:pos x="64" y="208"/>
                </a:cxn>
                <a:cxn ang="0">
                  <a:pos x="78" y="186"/>
                </a:cxn>
                <a:cxn ang="0">
                  <a:pos x="78" y="166"/>
                </a:cxn>
                <a:cxn ang="0">
                  <a:pos x="64" y="144"/>
                </a:cxn>
                <a:cxn ang="0">
                  <a:pos x="32" y="20"/>
                </a:cxn>
                <a:cxn ang="0">
                  <a:pos x="40" y="16"/>
                </a:cxn>
                <a:cxn ang="0">
                  <a:pos x="46" y="18"/>
                </a:cxn>
                <a:cxn ang="0">
                  <a:pos x="48" y="136"/>
                </a:cxn>
                <a:cxn ang="0">
                  <a:pos x="40" y="136"/>
                </a:cxn>
                <a:cxn ang="0">
                  <a:pos x="48" y="232"/>
                </a:cxn>
                <a:cxn ang="0">
                  <a:pos x="46" y="238"/>
                </a:cxn>
                <a:cxn ang="0">
                  <a:pos x="40" y="240"/>
                </a:cxn>
                <a:cxn ang="0">
                  <a:pos x="32" y="236"/>
                </a:cxn>
                <a:cxn ang="0">
                  <a:pos x="32" y="216"/>
                </a:cxn>
                <a:cxn ang="0">
                  <a:pos x="48" y="216"/>
                </a:cxn>
                <a:cxn ang="0">
                  <a:pos x="62" y="182"/>
                </a:cxn>
                <a:cxn ang="0">
                  <a:pos x="60" y="190"/>
                </a:cxn>
                <a:cxn ang="0">
                  <a:pos x="60" y="190"/>
                </a:cxn>
                <a:cxn ang="0">
                  <a:pos x="54" y="196"/>
                </a:cxn>
                <a:cxn ang="0">
                  <a:pos x="48" y="198"/>
                </a:cxn>
                <a:cxn ang="0">
                  <a:pos x="32" y="198"/>
                </a:cxn>
                <a:cxn ang="0">
                  <a:pos x="26" y="196"/>
                </a:cxn>
                <a:cxn ang="0">
                  <a:pos x="20" y="190"/>
                </a:cxn>
                <a:cxn ang="0">
                  <a:pos x="20" y="190"/>
                </a:cxn>
                <a:cxn ang="0">
                  <a:pos x="18" y="182"/>
                </a:cxn>
                <a:cxn ang="0">
                  <a:pos x="16" y="176"/>
                </a:cxn>
                <a:cxn ang="0">
                  <a:pos x="18" y="168"/>
                </a:cxn>
                <a:cxn ang="0">
                  <a:pos x="20" y="162"/>
                </a:cxn>
                <a:cxn ang="0">
                  <a:pos x="26" y="156"/>
                </a:cxn>
                <a:cxn ang="0">
                  <a:pos x="26" y="156"/>
                </a:cxn>
                <a:cxn ang="0">
                  <a:pos x="40" y="152"/>
                </a:cxn>
                <a:cxn ang="0">
                  <a:pos x="48" y="154"/>
                </a:cxn>
                <a:cxn ang="0">
                  <a:pos x="54" y="156"/>
                </a:cxn>
                <a:cxn ang="0">
                  <a:pos x="60" y="162"/>
                </a:cxn>
                <a:cxn ang="0">
                  <a:pos x="62" y="168"/>
                </a:cxn>
                <a:cxn ang="0">
                  <a:pos x="62" y="170"/>
                </a:cxn>
                <a:cxn ang="0">
                  <a:pos x="62" y="182"/>
                </a:cxn>
              </a:cxnLst>
              <a:rect l="0" t="0" r="r" b="b"/>
              <a:pathLst>
                <a:path w="80" h="256">
                  <a:moveTo>
                    <a:pt x="64" y="144"/>
                  </a:moveTo>
                  <a:lnTo>
                    <a:pt x="64" y="24"/>
                  </a:lnTo>
                  <a:lnTo>
                    <a:pt x="64" y="24"/>
                  </a:lnTo>
                  <a:lnTo>
                    <a:pt x="62" y="14"/>
                  </a:lnTo>
                  <a:lnTo>
                    <a:pt x="56" y="8"/>
                  </a:lnTo>
                  <a:lnTo>
                    <a:pt x="50" y="2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30" y="2"/>
                  </a:lnTo>
                  <a:lnTo>
                    <a:pt x="24" y="8"/>
                  </a:lnTo>
                  <a:lnTo>
                    <a:pt x="18" y="14"/>
                  </a:lnTo>
                  <a:lnTo>
                    <a:pt x="16" y="24"/>
                  </a:lnTo>
                  <a:lnTo>
                    <a:pt x="16" y="144"/>
                  </a:lnTo>
                  <a:lnTo>
                    <a:pt x="16" y="144"/>
                  </a:lnTo>
                  <a:lnTo>
                    <a:pt x="10" y="150"/>
                  </a:lnTo>
                  <a:lnTo>
                    <a:pt x="4" y="158"/>
                  </a:lnTo>
                  <a:lnTo>
                    <a:pt x="2" y="166"/>
                  </a:lnTo>
                  <a:lnTo>
                    <a:pt x="0" y="176"/>
                  </a:lnTo>
                  <a:lnTo>
                    <a:pt x="0" y="176"/>
                  </a:lnTo>
                  <a:lnTo>
                    <a:pt x="2" y="186"/>
                  </a:lnTo>
                  <a:lnTo>
                    <a:pt x="4" y="194"/>
                  </a:lnTo>
                  <a:lnTo>
                    <a:pt x="10" y="202"/>
                  </a:lnTo>
                  <a:lnTo>
                    <a:pt x="16" y="208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8" y="242"/>
                  </a:lnTo>
                  <a:lnTo>
                    <a:pt x="24" y="248"/>
                  </a:lnTo>
                  <a:lnTo>
                    <a:pt x="30" y="254"/>
                  </a:lnTo>
                  <a:lnTo>
                    <a:pt x="40" y="256"/>
                  </a:lnTo>
                  <a:lnTo>
                    <a:pt x="40" y="256"/>
                  </a:lnTo>
                  <a:lnTo>
                    <a:pt x="50" y="254"/>
                  </a:lnTo>
                  <a:lnTo>
                    <a:pt x="56" y="248"/>
                  </a:lnTo>
                  <a:lnTo>
                    <a:pt x="62" y="242"/>
                  </a:lnTo>
                  <a:lnTo>
                    <a:pt x="64" y="232"/>
                  </a:lnTo>
                  <a:lnTo>
                    <a:pt x="64" y="208"/>
                  </a:lnTo>
                  <a:lnTo>
                    <a:pt x="64" y="208"/>
                  </a:lnTo>
                  <a:lnTo>
                    <a:pt x="70" y="202"/>
                  </a:lnTo>
                  <a:lnTo>
                    <a:pt x="76" y="194"/>
                  </a:lnTo>
                  <a:lnTo>
                    <a:pt x="78" y="186"/>
                  </a:lnTo>
                  <a:lnTo>
                    <a:pt x="80" y="176"/>
                  </a:lnTo>
                  <a:lnTo>
                    <a:pt x="80" y="176"/>
                  </a:lnTo>
                  <a:lnTo>
                    <a:pt x="78" y="166"/>
                  </a:lnTo>
                  <a:lnTo>
                    <a:pt x="76" y="158"/>
                  </a:lnTo>
                  <a:lnTo>
                    <a:pt x="70" y="150"/>
                  </a:lnTo>
                  <a:lnTo>
                    <a:pt x="64" y="144"/>
                  </a:lnTo>
                  <a:close/>
                  <a:moveTo>
                    <a:pt x="32" y="24"/>
                  </a:moveTo>
                  <a:lnTo>
                    <a:pt x="32" y="24"/>
                  </a:lnTo>
                  <a:lnTo>
                    <a:pt x="32" y="20"/>
                  </a:lnTo>
                  <a:lnTo>
                    <a:pt x="34" y="18"/>
                  </a:lnTo>
                  <a:lnTo>
                    <a:pt x="36" y="16"/>
                  </a:lnTo>
                  <a:lnTo>
                    <a:pt x="40" y="16"/>
                  </a:lnTo>
                  <a:lnTo>
                    <a:pt x="40" y="16"/>
                  </a:lnTo>
                  <a:lnTo>
                    <a:pt x="44" y="16"/>
                  </a:lnTo>
                  <a:lnTo>
                    <a:pt x="46" y="18"/>
                  </a:lnTo>
                  <a:lnTo>
                    <a:pt x="48" y="20"/>
                  </a:lnTo>
                  <a:lnTo>
                    <a:pt x="48" y="24"/>
                  </a:lnTo>
                  <a:lnTo>
                    <a:pt x="48" y="136"/>
                  </a:lnTo>
                  <a:lnTo>
                    <a:pt x="48" y="136"/>
                  </a:lnTo>
                  <a:lnTo>
                    <a:pt x="40" y="136"/>
                  </a:lnTo>
                  <a:lnTo>
                    <a:pt x="40" y="136"/>
                  </a:lnTo>
                  <a:lnTo>
                    <a:pt x="32" y="136"/>
                  </a:lnTo>
                  <a:lnTo>
                    <a:pt x="32" y="24"/>
                  </a:lnTo>
                  <a:close/>
                  <a:moveTo>
                    <a:pt x="48" y="232"/>
                  </a:moveTo>
                  <a:lnTo>
                    <a:pt x="48" y="232"/>
                  </a:lnTo>
                  <a:lnTo>
                    <a:pt x="48" y="236"/>
                  </a:lnTo>
                  <a:lnTo>
                    <a:pt x="46" y="238"/>
                  </a:lnTo>
                  <a:lnTo>
                    <a:pt x="44" y="240"/>
                  </a:lnTo>
                  <a:lnTo>
                    <a:pt x="40" y="240"/>
                  </a:lnTo>
                  <a:lnTo>
                    <a:pt x="40" y="240"/>
                  </a:lnTo>
                  <a:lnTo>
                    <a:pt x="36" y="240"/>
                  </a:lnTo>
                  <a:lnTo>
                    <a:pt x="34" y="238"/>
                  </a:lnTo>
                  <a:lnTo>
                    <a:pt x="32" y="236"/>
                  </a:lnTo>
                  <a:lnTo>
                    <a:pt x="32" y="232"/>
                  </a:lnTo>
                  <a:lnTo>
                    <a:pt x="32" y="216"/>
                  </a:lnTo>
                  <a:lnTo>
                    <a:pt x="32" y="216"/>
                  </a:lnTo>
                  <a:lnTo>
                    <a:pt x="40" y="216"/>
                  </a:lnTo>
                  <a:lnTo>
                    <a:pt x="40" y="216"/>
                  </a:lnTo>
                  <a:lnTo>
                    <a:pt x="48" y="216"/>
                  </a:lnTo>
                  <a:lnTo>
                    <a:pt x="48" y="232"/>
                  </a:lnTo>
                  <a:close/>
                  <a:moveTo>
                    <a:pt x="62" y="182"/>
                  </a:moveTo>
                  <a:lnTo>
                    <a:pt x="62" y="182"/>
                  </a:lnTo>
                  <a:lnTo>
                    <a:pt x="62" y="184"/>
                  </a:lnTo>
                  <a:lnTo>
                    <a:pt x="62" y="184"/>
                  </a:lnTo>
                  <a:lnTo>
                    <a:pt x="60" y="190"/>
                  </a:lnTo>
                  <a:lnTo>
                    <a:pt x="60" y="190"/>
                  </a:lnTo>
                  <a:lnTo>
                    <a:pt x="60" y="190"/>
                  </a:lnTo>
                  <a:lnTo>
                    <a:pt x="60" y="190"/>
                  </a:lnTo>
                  <a:lnTo>
                    <a:pt x="54" y="196"/>
                  </a:lnTo>
                  <a:lnTo>
                    <a:pt x="54" y="196"/>
                  </a:lnTo>
                  <a:lnTo>
                    <a:pt x="54" y="196"/>
                  </a:lnTo>
                  <a:lnTo>
                    <a:pt x="54" y="196"/>
                  </a:lnTo>
                  <a:lnTo>
                    <a:pt x="48" y="198"/>
                  </a:lnTo>
                  <a:lnTo>
                    <a:pt x="48" y="198"/>
                  </a:lnTo>
                  <a:lnTo>
                    <a:pt x="40" y="200"/>
                  </a:lnTo>
                  <a:lnTo>
                    <a:pt x="40" y="200"/>
                  </a:lnTo>
                  <a:lnTo>
                    <a:pt x="32" y="198"/>
                  </a:lnTo>
                  <a:lnTo>
                    <a:pt x="32" y="198"/>
                  </a:lnTo>
                  <a:lnTo>
                    <a:pt x="26" y="196"/>
                  </a:lnTo>
                  <a:lnTo>
                    <a:pt x="26" y="196"/>
                  </a:lnTo>
                  <a:lnTo>
                    <a:pt x="26" y="196"/>
                  </a:lnTo>
                  <a:lnTo>
                    <a:pt x="26" y="196"/>
                  </a:lnTo>
                  <a:lnTo>
                    <a:pt x="20" y="190"/>
                  </a:lnTo>
                  <a:lnTo>
                    <a:pt x="20" y="190"/>
                  </a:lnTo>
                  <a:lnTo>
                    <a:pt x="20" y="190"/>
                  </a:lnTo>
                  <a:lnTo>
                    <a:pt x="20" y="190"/>
                  </a:lnTo>
                  <a:lnTo>
                    <a:pt x="18" y="184"/>
                  </a:lnTo>
                  <a:lnTo>
                    <a:pt x="18" y="184"/>
                  </a:lnTo>
                  <a:lnTo>
                    <a:pt x="18" y="182"/>
                  </a:lnTo>
                  <a:lnTo>
                    <a:pt x="18" y="182"/>
                  </a:lnTo>
                  <a:lnTo>
                    <a:pt x="16" y="176"/>
                  </a:lnTo>
                  <a:lnTo>
                    <a:pt x="16" y="176"/>
                  </a:lnTo>
                  <a:lnTo>
                    <a:pt x="18" y="170"/>
                  </a:lnTo>
                  <a:lnTo>
                    <a:pt x="18" y="170"/>
                  </a:lnTo>
                  <a:lnTo>
                    <a:pt x="18" y="168"/>
                  </a:lnTo>
                  <a:lnTo>
                    <a:pt x="18" y="168"/>
                  </a:lnTo>
                  <a:lnTo>
                    <a:pt x="20" y="162"/>
                  </a:lnTo>
                  <a:lnTo>
                    <a:pt x="20" y="162"/>
                  </a:lnTo>
                  <a:lnTo>
                    <a:pt x="20" y="162"/>
                  </a:lnTo>
                  <a:lnTo>
                    <a:pt x="20" y="162"/>
                  </a:lnTo>
                  <a:lnTo>
                    <a:pt x="26" y="156"/>
                  </a:lnTo>
                  <a:lnTo>
                    <a:pt x="26" y="156"/>
                  </a:lnTo>
                  <a:lnTo>
                    <a:pt x="26" y="156"/>
                  </a:lnTo>
                  <a:lnTo>
                    <a:pt x="26" y="156"/>
                  </a:lnTo>
                  <a:lnTo>
                    <a:pt x="32" y="154"/>
                  </a:lnTo>
                  <a:lnTo>
                    <a:pt x="32" y="154"/>
                  </a:lnTo>
                  <a:lnTo>
                    <a:pt x="40" y="152"/>
                  </a:lnTo>
                  <a:lnTo>
                    <a:pt x="40" y="152"/>
                  </a:lnTo>
                  <a:lnTo>
                    <a:pt x="48" y="154"/>
                  </a:lnTo>
                  <a:lnTo>
                    <a:pt x="48" y="154"/>
                  </a:lnTo>
                  <a:lnTo>
                    <a:pt x="54" y="156"/>
                  </a:lnTo>
                  <a:lnTo>
                    <a:pt x="54" y="156"/>
                  </a:lnTo>
                  <a:lnTo>
                    <a:pt x="54" y="156"/>
                  </a:lnTo>
                  <a:lnTo>
                    <a:pt x="54" y="156"/>
                  </a:lnTo>
                  <a:lnTo>
                    <a:pt x="60" y="162"/>
                  </a:lnTo>
                  <a:lnTo>
                    <a:pt x="60" y="162"/>
                  </a:lnTo>
                  <a:lnTo>
                    <a:pt x="60" y="162"/>
                  </a:lnTo>
                  <a:lnTo>
                    <a:pt x="60" y="162"/>
                  </a:lnTo>
                  <a:lnTo>
                    <a:pt x="62" y="168"/>
                  </a:lnTo>
                  <a:lnTo>
                    <a:pt x="62" y="168"/>
                  </a:lnTo>
                  <a:lnTo>
                    <a:pt x="62" y="170"/>
                  </a:lnTo>
                  <a:lnTo>
                    <a:pt x="62" y="170"/>
                  </a:lnTo>
                  <a:lnTo>
                    <a:pt x="64" y="176"/>
                  </a:lnTo>
                  <a:lnTo>
                    <a:pt x="64" y="176"/>
                  </a:lnTo>
                  <a:lnTo>
                    <a:pt x="62" y="18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</p:grpSp>
      <p:grpSp>
        <p:nvGrpSpPr>
          <p:cNvPr id="28" name="Group 27"/>
          <p:cNvGrpSpPr/>
          <p:nvPr/>
        </p:nvGrpSpPr>
        <p:grpSpPr>
          <a:xfrm>
            <a:off x="5515294" y="4450508"/>
            <a:ext cx="319756" cy="465099"/>
            <a:chOff x="6464300" y="3587750"/>
            <a:chExt cx="279400" cy="406400"/>
          </a:xfrm>
          <a:solidFill>
            <a:schemeClr val="accent1"/>
          </a:solidFill>
        </p:grpSpPr>
        <p:sp>
          <p:nvSpPr>
            <p:cNvPr id="99" name="Freeform 5"/>
            <p:cNvSpPr>
              <a:spLocks noEditPoints="1"/>
            </p:cNvSpPr>
            <p:nvPr/>
          </p:nvSpPr>
          <p:spPr bwMode="auto">
            <a:xfrm>
              <a:off x="6464300" y="3587750"/>
              <a:ext cx="279400" cy="406400"/>
            </a:xfrm>
            <a:custGeom>
              <a:avLst/>
              <a:gdLst/>
              <a:ahLst/>
              <a:cxnLst>
                <a:cxn ang="0">
                  <a:pos x="152" y="0"/>
                </a:cxn>
                <a:cxn ang="0">
                  <a:pos x="24" y="0"/>
                </a:cxn>
                <a:cxn ang="0">
                  <a:pos x="24" y="0"/>
                </a:cxn>
                <a:cxn ang="0">
                  <a:pos x="14" y="2"/>
                </a:cxn>
                <a:cxn ang="0">
                  <a:pos x="8" y="8"/>
                </a:cxn>
                <a:cxn ang="0">
                  <a:pos x="2" y="14"/>
                </a:cxn>
                <a:cxn ang="0">
                  <a:pos x="0" y="24"/>
                </a:cxn>
                <a:cxn ang="0">
                  <a:pos x="0" y="232"/>
                </a:cxn>
                <a:cxn ang="0">
                  <a:pos x="0" y="232"/>
                </a:cxn>
                <a:cxn ang="0">
                  <a:pos x="2" y="242"/>
                </a:cxn>
                <a:cxn ang="0">
                  <a:pos x="8" y="248"/>
                </a:cxn>
                <a:cxn ang="0">
                  <a:pos x="14" y="254"/>
                </a:cxn>
                <a:cxn ang="0">
                  <a:pos x="24" y="256"/>
                </a:cxn>
                <a:cxn ang="0">
                  <a:pos x="152" y="256"/>
                </a:cxn>
                <a:cxn ang="0">
                  <a:pos x="152" y="256"/>
                </a:cxn>
                <a:cxn ang="0">
                  <a:pos x="162" y="254"/>
                </a:cxn>
                <a:cxn ang="0">
                  <a:pos x="168" y="248"/>
                </a:cxn>
                <a:cxn ang="0">
                  <a:pos x="174" y="242"/>
                </a:cxn>
                <a:cxn ang="0">
                  <a:pos x="176" y="232"/>
                </a:cxn>
                <a:cxn ang="0">
                  <a:pos x="176" y="24"/>
                </a:cxn>
                <a:cxn ang="0">
                  <a:pos x="176" y="24"/>
                </a:cxn>
                <a:cxn ang="0">
                  <a:pos x="174" y="14"/>
                </a:cxn>
                <a:cxn ang="0">
                  <a:pos x="168" y="8"/>
                </a:cxn>
                <a:cxn ang="0">
                  <a:pos x="162" y="2"/>
                </a:cxn>
                <a:cxn ang="0">
                  <a:pos x="152" y="0"/>
                </a:cxn>
                <a:cxn ang="0">
                  <a:pos x="160" y="232"/>
                </a:cxn>
                <a:cxn ang="0">
                  <a:pos x="160" y="232"/>
                </a:cxn>
                <a:cxn ang="0">
                  <a:pos x="160" y="236"/>
                </a:cxn>
                <a:cxn ang="0">
                  <a:pos x="158" y="238"/>
                </a:cxn>
                <a:cxn ang="0">
                  <a:pos x="156" y="240"/>
                </a:cxn>
                <a:cxn ang="0">
                  <a:pos x="152" y="240"/>
                </a:cxn>
                <a:cxn ang="0">
                  <a:pos x="24" y="240"/>
                </a:cxn>
                <a:cxn ang="0">
                  <a:pos x="24" y="240"/>
                </a:cxn>
                <a:cxn ang="0">
                  <a:pos x="20" y="240"/>
                </a:cxn>
                <a:cxn ang="0">
                  <a:pos x="18" y="238"/>
                </a:cxn>
                <a:cxn ang="0">
                  <a:pos x="16" y="236"/>
                </a:cxn>
                <a:cxn ang="0">
                  <a:pos x="16" y="232"/>
                </a:cxn>
                <a:cxn ang="0">
                  <a:pos x="16" y="216"/>
                </a:cxn>
                <a:cxn ang="0">
                  <a:pos x="160" y="216"/>
                </a:cxn>
                <a:cxn ang="0">
                  <a:pos x="160" y="232"/>
                </a:cxn>
                <a:cxn ang="0">
                  <a:pos x="160" y="208"/>
                </a:cxn>
                <a:cxn ang="0">
                  <a:pos x="16" y="208"/>
                </a:cxn>
                <a:cxn ang="0">
                  <a:pos x="16" y="48"/>
                </a:cxn>
                <a:cxn ang="0">
                  <a:pos x="160" y="48"/>
                </a:cxn>
                <a:cxn ang="0">
                  <a:pos x="160" y="208"/>
                </a:cxn>
                <a:cxn ang="0">
                  <a:pos x="160" y="40"/>
                </a:cxn>
                <a:cxn ang="0">
                  <a:pos x="16" y="40"/>
                </a:cxn>
                <a:cxn ang="0">
                  <a:pos x="16" y="24"/>
                </a:cxn>
                <a:cxn ang="0">
                  <a:pos x="16" y="24"/>
                </a:cxn>
                <a:cxn ang="0">
                  <a:pos x="16" y="20"/>
                </a:cxn>
                <a:cxn ang="0">
                  <a:pos x="18" y="18"/>
                </a:cxn>
                <a:cxn ang="0">
                  <a:pos x="20" y="16"/>
                </a:cxn>
                <a:cxn ang="0">
                  <a:pos x="24" y="16"/>
                </a:cxn>
                <a:cxn ang="0">
                  <a:pos x="152" y="16"/>
                </a:cxn>
                <a:cxn ang="0">
                  <a:pos x="152" y="16"/>
                </a:cxn>
                <a:cxn ang="0">
                  <a:pos x="156" y="16"/>
                </a:cxn>
                <a:cxn ang="0">
                  <a:pos x="158" y="18"/>
                </a:cxn>
                <a:cxn ang="0">
                  <a:pos x="160" y="20"/>
                </a:cxn>
                <a:cxn ang="0">
                  <a:pos x="160" y="24"/>
                </a:cxn>
                <a:cxn ang="0">
                  <a:pos x="160" y="40"/>
                </a:cxn>
              </a:cxnLst>
              <a:rect l="0" t="0" r="r" b="b"/>
              <a:pathLst>
                <a:path w="176" h="256">
                  <a:moveTo>
                    <a:pt x="152" y="0"/>
                  </a:moveTo>
                  <a:lnTo>
                    <a:pt x="24" y="0"/>
                  </a:lnTo>
                  <a:lnTo>
                    <a:pt x="24" y="0"/>
                  </a:lnTo>
                  <a:lnTo>
                    <a:pt x="14" y="2"/>
                  </a:lnTo>
                  <a:lnTo>
                    <a:pt x="8" y="8"/>
                  </a:lnTo>
                  <a:lnTo>
                    <a:pt x="2" y="14"/>
                  </a:lnTo>
                  <a:lnTo>
                    <a:pt x="0" y="24"/>
                  </a:lnTo>
                  <a:lnTo>
                    <a:pt x="0" y="232"/>
                  </a:lnTo>
                  <a:lnTo>
                    <a:pt x="0" y="232"/>
                  </a:lnTo>
                  <a:lnTo>
                    <a:pt x="2" y="242"/>
                  </a:lnTo>
                  <a:lnTo>
                    <a:pt x="8" y="248"/>
                  </a:lnTo>
                  <a:lnTo>
                    <a:pt x="14" y="254"/>
                  </a:lnTo>
                  <a:lnTo>
                    <a:pt x="24" y="256"/>
                  </a:lnTo>
                  <a:lnTo>
                    <a:pt x="152" y="256"/>
                  </a:lnTo>
                  <a:lnTo>
                    <a:pt x="152" y="256"/>
                  </a:lnTo>
                  <a:lnTo>
                    <a:pt x="162" y="254"/>
                  </a:lnTo>
                  <a:lnTo>
                    <a:pt x="168" y="248"/>
                  </a:lnTo>
                  <a:lnTo>
                    <a:pt x="174" y="242"/>
                  </a:lnTo>
                  <a:lnTo>
                    <a:pt x="176" y="232"/>
                  </a:lnTo>
                  <a:lnTo>
                    <a:pt x="176" y="24"/>
                  </a:lnTo>
                  <a:lnTo>
                    <a:pt x="176" y="24"/>
                  </a:lnTo>
                  <a:lnTo>
                    <a:pt x="174" y="14"/>
                  </a:lnTo>
                  <a:lnTo>
                    <a:pt x="168" y="8"/>
                  </a:lnTo>
                  <a:lnTo>
                    <a:pt x="162" y="2"/>
                  </a:lnTo>
                  <a:lnTo>
                    <a:pt x="152" y="0"/>
                  </a:lnTo>
                  <a:close/>
                  <a:moveTo>
                    <a:pt x="160" y="232"/>
                  </a:moveTo>
                  <a:lnTo>
                    <a:pt x="160" y="232"/>
                  </a:lnTo>
                  <a:lnTo>
                    <a:pt x="160" y="236"/>
                  </a:lnTo>
                  <a:lnTo>
                    <a:pt x="158" y="238"/>
                  </a:lnTo>
                  <a:lnTo>
                    <a:pt x="156" y="240"/>
                  </a:lnTo>
                  <a:lnTo>
                    <a:pt x="152" y="240"/>
                  </a:lnTo>
                  <a:lnTo>
                    <a:pt x="24" y="240"/>
                  </a:lnTo>
                  <a:lnTo>
                    <a:pt x="24" y="240"/>
                  </a:lnTo>
                  <a:lnTo>
                    <a:pt x="20" y="240"/>
                  </a:lnTo>
                  <a:lnTo>
                    <a:pt x="18" y="238"/>
                  </a:lnTo>
                  <a:lnTo>
                    <a:pt x="16" y="236"/>
                  </a:lnTo>
                  <a:lnTo>
                    <a:pt x="16" y="232"/>
                  </a:lnTo>
                  <a:lnTo>
                    <a:pt x="16" y="216"/>
                  </a:lnTo>
                  <a:lnTo>
                    <a:pt x="160" y="216"/>
                  </a:lnTo>
                  <a:lnTo>
                    <a:pt x="160" y="232"/>
                  </a:lnTo>
                  <a:close/>
                  <a:moveTo>
                    <a:pt x="160" y="208"/>
                  </a:moveTo>
                  <a:lnTo>
                    <a:pt x="16" y="208"/>
                  </a:lnTo>
                  <a:lnTo>
                    <a:pt x="16" y="48"/>
                  </a:lnTo>
                  <a:lnTo>
                    <a:pt x="160" y="48"/>
                  </a:lnTo>
                  <a:lnTo>
                    <a:pt x="160" y="208"/>
                  </a:lnTo>
                  <a:close/>
                  <a:moveTo>
                    <a:pt x="160" y="40"/>
                  </a:moveTo>
                  <a:lnTo>
                    <a:pt x="16" y="40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6" y="20"/>
                  </a:lnTo>
                  <a:lnTo>
                    <a:pt x="18" y="18"/>
                  </a:lnTo>
                  <a:lnTo>
                    <a:pt x="20" y="16"/>
                  </a:lnTo>
                  <a:lnTo>
                    <a:pt x="24" y="16"/>
                  </a:lnTo>
                  <a:lnTo>
                    <a:pt x="152" y="16"/>
                  </a:lnTo>
                  <a:lnTo>
                    <a:pt x="152" y="16"/>
                  </a:lnTo>
                  <a:lnTo>
                    <a:pt x="156" y="16"/>
                  </a:lnTo>
                  <a:lnTo>
                    <a:pt x="158" y="18"/>
                  </a:lnTo>
                  <a:lnTo>
                    <a:pt x="160" y="20"/>
                  </a:lnTo>
                  <a:lnTo>
                    <a:pt x="160" y="24"/>
                  </a:lnTo>
                  <a:lnTo>
                    <a:pt x="160" y="4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00" name="Freeform 10"/>
            <p:cNvSpPr>
              <a:spLocks/>
            </p:cNvSpPr>
            <p:nvPr/>
          </p:nvSpPr>
          <p:spPr bwMode="auto">
            <a:xfrm>
              <a:off x="6578600" y="3625850"/>
              <a:ext cx="50800" cy="12700"/>
            </a:xfrm>
            <a:custGeom>
              <a:avLst/>
              <a:gdLst/>
              <a:ahLst/>
              <a:cxnLst>
                <a:cxn ang="0">
                  <a:pos x="32" y="4"/>
                </a:cxn>
                <a:cxn ang="0">
                  <a:pos x="32" y="4"/>
                </a:cxn>
                <a:cxn ang="0">
                  <a:pos x="30" y="6"/>
                </a:cxn>
                <a:cxn ang="0">
                  <a:pos x="28" y="8"/>
                </a:cxn>
                <a:cxn ang="0">
                  <a:pos x="4" y="8"/>
                </a:cxn>
                <a:cxn ang="0">
                  <a:pos x="4" y="8"/>
                </a:cxn>
                <a:cxn ang="0">
                  <a:pos x="2" y="6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2" y="2"/>
                </a:cxn>
                <a:cxn ang="0">
                  <a:pos x="4" y="0"/>
                </a:cxn>
                <a:cxn ang="0">
                  <a:pos x="28" y="0"/>
                </a:cxn>
                <a:cxn ang="0">
                  <a:pos x="28" y="0"/>
                </a:cxn>
                <a:cxn ang="0">
                  <a:pos x="30" y="2"/>
                </a:cxn>
                <a:cxn ang="0">
                  <a:pos x="32" y="4"/>
                </a:cxn>
              </a:cxnLst>
              <a:rect l="0" t="0" r="r" b="b"/>
              <a:pathLst>
                <a:path w="32" h="8">
                  <a:moveTo>
                    <a:pt x="32" y="4"/>
                  </a:moveTo>
                  <a:lnTo>
                    <a:pt x="32" y="4"/>
                  </a:lnTo>
                  <a:lnTo>
                    <a:pt x="30" y="6"/>
                  </a:lnTo>
                  <a:lnTo>
                    <a:pt x="28" y="8"/>
                  </a:lnTo>
                  <a:lnTo>
                    <a:pt x="4" y="8"/>
                  </a:lnTo>
                  <a:lnTo>
                    <a:pt x="4" y="8"/>
                  </a:lnTo>
                  <a:lnTo>
                    <a:pt x="2" y="6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2"/>
                  </a:lnTo>
                  <a:lnTo>
                    <a:pt x="4" y="0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0" y="2"/>
                  </a:lnTo>
                  <a:lnTo>
                    <a:pt x="32" y="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01" name="Freeform 11"/>
            <p:cNvSpPr>
              <a:spLocks/>
            </p:cNvSpPr>
            <p:nvPr/>
          </p:nvSpPr>
          <p:spPr bwMode="auto">
            <a:xfrm>
              <a:off x="6578600" y="3625850"/>
              <a:ext cx="50800" cy="12700"/>
            </a:xfrm>
            <a:custGeom>
              <a:avLst/>
              <a:gdLst/>
              <a:ahLst/>
              <a:cxnLst>
                <a:cxn ang="0">
                  <a:pos x="32" y="4"/>
                </a:cxn>
                <a:cxn ang="0">
                  <a:pos x="32" y="4"/>
                </a:cxn>
                <a:cxn ang="0">
                  <a:pos x="30" y="6"/>
                </a:cxn>
                <a:cxn ang="0">
                  <a:pos x="28" y="8"/>
                </a:cxn>
                <a:cxn ang="0">
                  <a:pos x="4" y="8"/>
                </a:cxn>
                <a:cxn ang="0">
                  <a:pos x="4" y="8"/>
                </a:cxn>
                <a:cxn ang="0">
                  <a:pos x="2" y="6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2" y="2"/>
                </a:cxn>
                <a:cxn ang="0">
                  <a:pos x="4" y="0"/>
                </a:cxn>
                <a:cxn ang="0">
                  <a:pos x="28" y="0"/>
                </a:cxn>
                <a:cxn ang="0">
                  <a:pos x="28" y="0"/>
                </a:cxn>
                <a:cxn ang="0">
                  <a:pos x="30" y="2"/>
                </a:cxn>
                <a:cxn ang="0">
                  <a:pos x="32" y="4"/>
                </a:cxn>
              </a:cxnLst>
              <a:rect l="0" t="0" r="r" b="b"/>
              <a:pathLst>
                <a:path w="32" h="8">
                  <a:moveTo>
                    <a:pt x="32" y="4"/>
                  </a:moveTo>
                  <a:lnTo>
                    <a:pt x="32" y="4"/>
                  </a:lnTo>
                  <a:lnTo>
                    <a:pt x="30" y="6"/>
                  </a:lnTo>
                  <a:lnTo>
                    <a:pt x="28" y="8"/>
                  </a:lnTo>
                  <a:lnTo>
                    <a:pt x="4" y="8"/>
                  </a:lnTo>
                  <a:lnTo>
                    <a:pt x="4" y="8"/>
                  </a:lnTo>
                  <a:lnTo>
                    <a:pt x="2" y="6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2"/>
                  </a:lnTo>
                  <a:lnTo>
                    <a:pt x="4" y="0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0" y="2"/>
                  </a:lnTo>
                  <a:lnTo>
                    <a:pt x="32" y="4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02" name="Freeform 12"/>
            <p:cNvSpPr>
              <a:spLocks/>
            </p:cNvSpPr>
            <p:nvPr/>
          </p:nvSpPr>
          <p:spPr bwMode="auto">
            <a:xfrm>
              <a:off x="6591300" y="3943350"/>
              <a:ext cx="25400" cy="12700"/>
            </a:xfrm>
            <a:custGeom>
              <a:avLst/>
              <a:gdLst/>
              <a:ahLst/>
              <a:cxnLst>
                <a:cxn ang="0">
                  <a:pos x="16" y="4"/>
                </a:cxn>
                <a:cxn ang="0">
                  <a:pos x="16" y="4"/>
                </a:cxn>
                <a:cxn ang="0">
                  <a:pos x="14" y="6"/>
                </a:cxn>
                <a:cxn ang="0">
                  <a:pos x="12" y="8"/>
                </a:cxn>
                <a:cxn ang="0">
                  <a:pos x="4" y="8"/>
                </a:cxn>
                <a:cxn ang="0">
                  <a:pos x="4" y="8"/>
                </a:cxn>
                <a:cxn ang="0">
                  <a:pos x="2" y="6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2" y="2"/>
                </a:cxn>
                <a:cxn ang="0">
                  <a:pos x="4" y="0"/>
                </a:cxn>
                <a:cxn ang="0">
                  <a:pos x="12" y="0"/>
                </a:cxn>
                <a:cxn ang="0">
                  <a:pos x="12" y="0"/>
                </a:cxn>
                <a:cxn ang="0">
                  <a:pos x="14" y="2"/>
                </a:cxn>
                <a:cxn ang="0">
                  <a:pos x="16" y="4"/>
                </a:cxn>
              </a:cxnLst>
              <a:rect l="0" t="0" r="r" b="b"/>
              <a:pathLst>
                <a:path w="16" h="8">
                  <a:moveTo>
                    <a:pt x="16" y="4"/>
                  </a:moveTo>
                  <a:lnTo>
                    <a:pt x="16" y="4"/>
                  </a:lnTo>
                  <a:lnTo>
                    <a:pt x="14" y="6"/>
                  </a:lnTo>
                  <a:lnTo>
                    <a:pt x="12" y="8"/>
                  </a:lnTo>
                  <a:lnTo>
                    <a:pt x="4" y="8"/>
                  </a:lnTo>
                  <a:lnTo>
                    <a:pt x="4" y="8"/>
                  </a:lnTo>
                  <a:lnTo>
                    <a:pt x="2" y="6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2"/>
                  </a:lnTo>
                  <a:lnTo>
                    <a:pt x="4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4" y="2"/>
                  </a:lnTo>
                  <a:lnTo>
                    <a:pt x="16" y="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103" name="Freeform 13"/>
            <p:cNvSpPr>
              <a:spLocks/>
            </p:cNvSpPr>
            <p:nvPr/>
          </p:nvSpPr>
          <p:spPr bwMode="auto">
            <a:xfrm>
              <a:off x="6591300" y="3943350"/>
              <a:ext cx="25400" cy="12700"/>
            </a:xfrm>
            <a:custGeom>
              <a:avLst/>
              <a:gdLst/>
              <a:ahLst/>
              <a:cxnLst>
                <a:cxn ang="0">
                  <a:pos x="16" y="4"/>
                </a:cxn>
                <a:cxn ang="0">
                  <a:pos x="16" y="4"/>
                </a:cxn>
                <a:cxn ang="0">
                  <a:pos x="14" y="6"/>
                </a:cxn>
                <a:cxn ang="0">
                  <a:pos x="12" y="8"/>
                </a:cxn>
                <a:cxn ang="0">
                  <a:pos x="4" y="8"/>
                </a:cxn>
                <a:cxn ang="0">
                  <a:pos x="4" y="8"/>
                </a:cxn>
                <a:cxn ang="0">
                  <a:pos x="2" y="6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2" y="2"/>
                </a:cxn>
                <a:cxn ang="0">
                  <a:pos x="4" y="0"/>
                </a:cxn>
                <a:cxn ang="0">
                  <a:pos x="12" y="0"/>
                </a:cxn>
                <a:cxn ang="0">
                  <a:pos x="12" y="0"/>
                </a:cxn>
                <a:cxn ang="0">
                  <a:pos x="14" y="2"/>
                </a:cxn>
                <a:cxn ang="0">
                  <a:pos x="16" y="4"/>
                </a:cxn>
              </a:cxnLst>
              <a:rect l="0" t="0" r="r" b="b"/>
              <a:pathLst>
                <a:path w="16" h="8">
                  <a:moveTo>
                    <a:pt x="16" y="4"/>
                  </a:moveTo>
                  <a:lnTo>
                    <a:pt x="16" y="4"/>
                  </a:lnTo>
                  <a:lnTo>
                    <a:pt x="14" y="6"/>
                  </a:lnTo>
                  <a:lnTo>
                    <a:pt x="12" y="8"/>
                  </a:lnTo>
                  <a:lnTo>
                    <a:pt x="4" y="8"/>
                  </a:lnTo>
                  <a:lnTo>
                    <a:pt x="4" y="8"/>
                  </a:lnTo>
                  <a:lnTo>
                    <a:pt x="2" y="6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2"/>
                  </a:lnTo>
                  <a:lnTo>
                    <a:pt x="4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4" y="2"/>
                  </a:lnTo>
                  <a:lnTo>
                    <a:pt x="16" y="4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</p:grpSp>
      <p:grpSp>
        <p:nvGrpSpPr>
          <p:cNvPr id="29" name="Group 28"/>
          <p:cNvGrpSpPr/>
          <p:nvPr/>
        </p:nvGrpSpPr>
        <p:grpSpPr>
          <a:xfrm>
            <a:off x="2652029" y="4479578"/>
            <a:ext cx="465099" cy="406961"/>
            <a:chOff x="3962400" y="3613150"/>
            <a:chExt cx="406400" cy="355600"/>
          </a:xfrm>
          <a:solidFill>
            <a:schemeClr val="accent1"/>
          </a:solidFill>
        </p:grpSpPr>
        <p:sp>
          <p:nvSpPr>
            <p:cNvPr id="96" name="Freeform 27"/>
            <p:cNvSpPr>
              <a:spLocks/>
            </p:cNvSpPr>
            <p:nvPr/>
          </p:nvSpPr>
          <p:spPr bwMode="auto">
            <a:xfrm>
              <a:off x="4025900" y="3676650"/>
              <a:ext cx="146050" cy="95250"/>
            </a:xfrm>
            <a:custGeom>
              <a:avLst/>
              <a:gdLst/>
              <a:ahLst/>
              <a:cxnLst>
                <a:cxn ang="0">
                  <a:pos x="88" y="0"/>
                </a:cxn>
                <a:cxn ang="0">
                  <a:pos x="88" y="0"/>
                </a:cxn>
                <a:cxn ang="0">
                  <a:pos x="70" y="2"/>
                </a:cxn>
                <a:cxn ang="0">
                  <a:pos x="54" y="4"/>
                </a:cxn>
                <a:cxn ang="0">
                  <a:pos x="40" y="10"/>
                </a:cxn>
                <a:cxn ang="0">
                  <a:pos x="26" y="16"/>
                </a:cxn>
                <a:cxn ang="0">
                  <a:pos x="16" y="24"/>
                </a:cxn>
                <a:cxn ang="0">
                  <a:pos x="8" y="34"/>
                </a:cxn>
                <a:cxn ang="0">
                  <a:pos x="2" y="44"/>
                </a:cxn>
                <a:cxn ang="0">
                  <a:pos x="0" y="56"/>
                </a:cxn>
                <a:cxn ang="0">
                  <a:pos x="0" y="56"/>
                </a:cxn>
                <a:cxn ang="0">
                  <a:pos x="2" y="58"/>
                </a:cxn>
                <a:cxn ang="0">
                  <a:pos x="4" y="60"/>
                </a:cxn>
                <a:cxn ang="0">
                  <a:pos x="4" y="60"/>
                </a:cxn>
                <a:cxn ang="0">
                  <a:pos x="6" y="58"/>
                </a:cxn>
                <a:cxn ang="0">
                  <a:pos x="8" y="56"/>
                </a:cxn>
                <a:cxn ang="0">
                  <a:pos x="8" y="56"/>
                </a:cxn>
                <a:cxn ang="0">
                  <a:pos x="10" y="46"/>
                </a:cxn>
                <a:cxn ang="0">
                  <a:pos x="14" y="38"/>
                </a:cxn>
                <a:cxn ang="0">
                  <a:pos x="22" y="30"/>
                </a:cxn>
                <a:cxn ang="0">
                  <a:pos x="32" y="22"/>
                </a:cxn>
                <a:cxn ang="0">
                  <a:pos x="44" y="16"/>
                </a:cxn>
                <a:cxn ang="0">
                  <a:pos x="58" y="12"/>
                </a:cxn>
                <a:cxn ang="0">
                  <a:pos x="72" y="10"/>
                </a:cxn>
                <a:cxn ang="0">
                  <a:pos x="88" y="8"/>
                </a:cxn>
                <a:cxn ang="0">
                  <a:pos x="88" y="8"/>
                </a:cxn>
                <a:cxn ang="0">
                  <a:pos x="90" y="6"/>
                </a:cxn>
                <a:cxn ang="0">
                  <a:pos x="92" y="4"/>
                </a:cxn>
                <a:cxn ang="0">
                  <a:pos x="92" y="4"/>
                </a:cxn>
                <a:cxn ang="0">
                  <a:pos x="90" y="2"/>
                </a:cxn>
                <a:cxn ang="0">
                  <a:pos x="88" y="0"/>
                </a:cxn>
              </a:cxnLst>
              <a:rect l="0" t="0" r="r" b="b"/>
              <a:pathLst>
                <a:path w="92" h="60">
                  <a:moveTo>
                    <a:pt x="88" y="0"/>
                  </a:moveTo>
                  <a:lnTo>
                    <a:pt x="88" y="0"/>
                  </a:lnTo>
                  <a:lnTo>
                    <a:pt x="70" y="2"/>
                  </a:lnTo>
                  <a:lnTo>
                    <a:pt x="54" y="4"/>
                  </a:lnTo>
                  <a:lnTo>
                    <a:pt x="40" y="10"/>
                  </a:lnTo>
                  <a:lnTo>
                    <a:pt x="26" y="16"/>
                  </a:lnTo>
                  <a:lnTo>
                    <a:pt x="16" y="24"/>
                  </a:lnTo>
                  <a:lnTo>
                    <a:pt x="8" y="34"/>
                  </a:lnTo>
                  <a:lnTo>
                    <a:pt x="2" y="44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2" y="58"/>
                  </a:lnTo>
                  <a:lnTo>
                    <a:pt x="4" y="60"/>
                  </a:lnTo>
                  <a:lnTo>
                    <a:pt x="4" y="60"/>
                  </a:lnTo>
                  <a:lnTo>
                    <a:pt x="6" y="58"/>
                  </a:lnTo>
                  <a:lnTo>
                    <a:pt x="8" y="56"/>
                  </a:lnTo>
                  <a:lnTo>
                    <a:pt x="8" y="56"/>
                  </a:lnTo>
                  <a:lnTo>
                    <a:pt x="10" y="46"/>
                  </a:lnTo>
                  <a:lnTo>
                    <a:pt x="14" y="38"/>
                  </a:lnTo>
                  <a:lnTo>
                    <a:pt x="22" y="30"/>
                  </a:lnTo>
                  <a:lnTo>
                    <a:pt x="32" y="22"/>
                  </a:lnTo>
                  <a:lnTo>
                    <a:pt x="44" y="16"/>
                  </a:lnTo>
                  <a:lnTo>
                    <a:pt x="58" y="12"/>
                  </a:lnTo>
                  <a:lnTo>
                    <a:pt x="72" y="10"/>
                  </a:lnTo>
                  <a:lnTo>
                    <a:pt x="88" y="8"/>
                  </a:lnTo>
                  <a:lnTo>
                    <a:pt x="88" y="8"/>
                  </a:lnTo>
                  <a:lnTo>
                    <a:pt x="90" y="6"/>
                  </a:lnTo>
                  <a:lnTo>
                    <a:pt x="92" y="4"/>
                  </a:lnTo>
                  <a:lnTo>
                    <a:pt x="92" y="4"/>
                  </a:lnTo>
                  <a:lnTo>
                    <a:pt x="90" y="2"/>
                  </a:lnTo>
                  <a:lnTo>
                    <a:pt x="88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97" name="Freeform 28"/>
            <p:cNvSpPr>
              <a:spLocks/>
            </p:cNvSpPr>
            <p:nvPr/>
          </p:nvSpPr>
          <p:spPr bwMode="auto">
            <a:xfrm>
              <a:off x="4025900" y="3676650"/>
              <a:ext cx="146050" cy="95250"/>
            </a:xfrm>
            <a:custGeom>
              <a:avLst/>
              <a:gdLst/>
              <a:ahLst/>
              <a:cxnLst>
                <a:cxn ang="0">
                  <a:pos x="88" y="0"/>
                </a:cxn>
                <a:cxn ang="0">
                  <a:pos x="88" y="0"/>
                </a:cxn>
                <a:cxn ang="0">
                  <a:pos x="70" y="2"/>
                </a:cxn>
                <a:cxn ang="0">
                  <a:pos x="54" y="4"/>
                </a:cxn>
                <a:cxn ang="0">
                  <a:pos x="40" y="10"/>
                </a:cxn>
                <a:cxn ang="0">
                  <a:pos x="26" y="16"/>
                </a:cxn>
                <a:cxn ang="0">
                  <a:pos x="16" y="24"/>
                </a:cxn>
                <a:cxn ang="0">
                  <a:pos x="8" y="34"/>
                </a:cxn>
                <a:cxn ang="0">
                  <a:pos x="2" y="44"/>
                </a:cxn>
                <a:cxn ang="0">
                  <a:pos x="0" y="56"/>
                </a:cxn>
                <a:cxn ang="0">
                  <a:pos x="0" y="56"/>
                </a:cxn>
                <a:cxn ang="0">
                  <a:pos x="2" y="58"/>
                </a:cxn>
                <a:cxn ang="0">
                  <a:pos x="4" y="60"/>
                </a:cxn>
                <a:cxn ang="0">
                  <a:pos x="4" y="60"/>
                </a:cxn>
                <a:cxn ang="0">
                  <a:pos x="6" y="58"/>
                </a:cxn>
                <a:cxn ang="0">
                  <a:pos x="8" y="56"/>
                </a:cxn>
                <a:cxn ang="0">
                  <a:pos x="8" y="56"/>
                </a:cxn>
                <a:cxn ang="0">
                  <a:pos x="10" y="46"/>
                </a:cxn>
                <a:cxn ang="0">
                  <a:pos x="14" y="38"/>
                </a:cxn>
                <a:cxn ang="0">
                  <a:pos x="22" y="30"/>
                </a:cxn>
                <a:cxn ang="0">
                  <a:pos x="32" y="22"/>
                </a:cxn>
                <a:cxn ang="0">
                  <a:pos x="44" y="16"/>
                </a:cxn>
                <a:cxn ang="0">
                  <a:pos x="58" y="12"/>
                </a:cxn>
                <a:cxn ang="0">
                  <a:pos x="72" y="10"/>
                </a:cxn>
                <a:cxn ang="0">
                  <a:pos x="88" y="8"/>
                </a:cxn>
                <a:cxn ang="0">
                  <a:pos x="88" y="8"/>
                </a:cxn>
                <a:cxn ang="0">
                  <a:pos x="90" y="6"/>
                </a:cxn>
                <a:cxn ang="0">
                  <a:pos x="92" y="4"/>
                </a:cxn>
                <a:cxn ang="0">
                  <a:pos x="92" y="4"/>
                </a:cxn>
                <a:cxn ang="0">
                  <a:pos x="90" y="2"/>
                </a:cxn>
                <a:cxn ang="0">
                  <a:pos x="88" y="0"/>
                </a:cxn>
              </a:cxnLst>
              <a:rect l="0" t="0" r="r" b="b"/>
              <a:pathLst>
                <a:path w="92" h="60">
                  <a:moveTo>
                    <a:pt x="88" y="0"/>
                  </a:moveTo>
                  <a:lnTo>
                    <a:pt x="88" y="0"/>
                  </a:lnTo>
                  <a:lnTo>
                    <a:pt x="70" y="2"/>
                  </a:lnTo>
                  <a:lnTo>
                    <a:pt x="54" y="4"/>
                  </a:lnTo>
                  <a:lnTo>
                    <a:pt x="40" y="10"/>
                  </a:lnTo>
                  <a:lnTo>
                    <a:pt x="26" y="16"/>
                  </a:lnTo>
                  <a:lnTo>
                    <a:pt x="16" y="24"/>
                  </a:lnTo>
                  <a:lnTo>
                    <a:pt x="8" y="34"/>
                  </a:lnTo>
                  <a:lnTo>
                    <a:pt x="2" y="44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2" y="58"/>
                  </a:lnTo>
                  <a:lnTo>
                    <a:pt x="4" y="60"/>
                  </a:lnTo>
                  <a:lnTo>
                    <a:pt x="4" y="60"/>
                  </a:lnTo>
                  <a:lnTo>
                    <a:pt x="6" y="58"/>
                  </a:lnTo>
                  <a:lnTo>
                    <a:pt x="8" y="56"/>
                  </a:lnTo>
                  <a:lnTo>
                    <a:pt x="8" y="56"/>
                  </a:lnTo>
                  <a:lnTo>
                    <a:pt x="10" y="46"/>
                  </a:lnTo>
                  <a:lnTo>
                    <a:pt x="14" y="38"/>
                  </a:lnTo>
                  <a:lnTo>
                    <a:pt x="22" y="30"/>
                  </a:lnTo>
                  <a:lnTo>
                    <a:pt x="32" y="22"/>
                  </a:lnTo>
                  <a:lnTo>
                    <a:pt x="44" y="16"/>
                  </a:lnTo>
                  <a:lnTo>
                    <a:pt x="58" y="12"/>
                  </a:lnTo>
                  <a:lnTo>
                    <a:pt x="72" y="10"/>
                  </a:lnTo>
                  <a:lnTo>
                    <a:pt x="88" y="8"/>
                  </a:lnTo>
                  <a:lnTo>
                    <a:pt x="88" y="8"/>
                  </a:lnTo>
                  <a:lnTo>
                    <a:pt x="90" y="6"/>
                  </a:lnTo>
                  <a:lnTo>
                    <a:pt x="92" y="4"/>
                  </a:lnTo>
                  <a:lnTo>
                    <a:pt x="92" y="4"/>
                  </a:lnTo>
                  <a:lnTo>
                    <a:pt x="90" y="2"/>
                  </a:lnTo>
                  <a:lnTo>
                    <a:pt x="88" y="0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98" name="Freeform 29"/>
            <p:cNvSpPr>
              <a:spLocks noEditPoints="1"/>
            </p:cNvSpPr>
            <p:nvPr/>
          </p:nvSpPr>
          <p:spPr bwMode="auto">
            <a:xfrm>
              <a:off x="3962400" y="3613150"/>
              <a:ext cx="406400" cy="355600"/>
            </a:xfrm>
            <a:custGeom>
              <a:avLst/>
              <a:gdLst/>
              <a:ahLst/>
              <a:cxnLst>
                <a:cxn ang="0">
                  <a:pos x="128" y="0"/>
                </a:cxn>
                <a:cxn ang="0">
                  <a:pos x="78" y="8"/>
                </a:cxn>
                <a:cxn ang="0">
                  <a:pos x="38" y="28"/>
                </a:cxn>
                <a:cxn ang="0">
                  <a:pos x="10" y="58"/>
                </a:cxn>
                <a:cxn ang="0">
                  <a:pos x="2" y="76"/>
                </a:cxn>
                <a:cxn ang="0">
                  <a:pos x="0" y="96"/>
                </a:cxn>
                <a:cxn ang="0">
                  <a:pos x="2" y="108"/>
                </a:cxn>
                <a:cxn ang="0">
                  <a:pos x="8" y="132"/>
                </a:cxn>
                <a:cxn ang="0">
                  <a:pos x="24" y="152"/>
                </a:cxn>
                <a:cxn ang="0">
                  <a:pos x="44" y="168"/>
                </a:cxn>
                <a:cxn ang="0">
                  <a:pos x="56" y="176"/>
                </a:cxn>
                <a:cxn ang="0">
                  <a:pos x="56" y="176"/>
                </a:cxn>
                <a:cxn ang="0">
                  <a:pos x="50" y="198"/>
                </a:cxn>
                <a:cxn ang="0">
                  <a:pos x="40" y="214"/>
                </a:cxn>
                <a:cxn ang="0">
                  <a:pos x="40" y="216"/>
                </a:cxn>
                <a:cxn ang="0">
                  <a:pos x="42" y="222"/>
                </a:cxn>
                <a:cxn ang="0">
                  <a:pos x="48" y="224"/>
                </a:cxn>
                <a:cxn ang="0">
                  <a:pos x="50" y="224"/>
                </a:cxn>
                <a:cxn ang="0">
                  <a:pos x="68" y="218"/>
                </a:cxn>
                <a:cxn ang="0">
                  <a:pos x="96" y="198"/>
                </a:cxn>
                <a:cxn ang="0">
                  <a:pos x="104" y="190"/>
                </a:cxn>
                <a:cxn ang="0">
                  <a:pos x="128" y="192"/>
                </a:cxn>
                <a:cxn ang="0">
                  <a:pos x="178" y="184"/>
                </a:cxn>
                <a:cxn ang="0">
                  <a:pos x="218" y="164"/>
                </a:cxn>
                <a:cxn ang="0">
                  <a:pos x="246" y="134"/>
                </a:cxn>
                <a:cxn ang="0">
                  <a:pos x="254" y="116"/>
                </a:cxn>
                <a:cxn ang="0">
                  <a:pos x="256" y="96"/>
                </a:cxn>
                <a:cxn ang="0">
                  <a:pos x="256" y="86"/>
                </a:cxn>
                <a:cxn ang="0">
                  <a:pos x="250" y="68"/>
                </a:cxn>
                <a:cxn ang="0">
                  <a:pos x="234" y="42"/>
                </a:cxn>
                <a:cxn ang="0">
                  <a:pos x="200" y="16"/>
                </a:cxn>
                <a:cxn ang="0">
                  <a:pos x="154" y="2"/>
                </a:cxn>
                <a:cxn ang="0">
                  <a:pos x="128" y="176"/>
                </a:cxn>
                <a:cxn ang="0">
                  <a:pos x="106" y="174"/>
                </a:cxn>
                <a:cxn ang="0">
                  <a:pos x="104" y="174"/>
                </a:cxn>
                <a:cxn ang="0">
                  <a:pos x="96" y="176"/>
                </a:cxn>
                <a:cxn ang="0">
                  <a:pos x="90" y="180"/>
                </a:cxn>
                <a:cxn ang="0">
                  <a:pos x="66" y="200"/>
                </a:cxn>
                <a:cxn ang="0">
                  <a:pos x="70" y="190"/>
                </a:cxn>
                <a:cxn ang="0">
                  <a:pos x="72" y="176"/>
                </a:cxn>
                <a:cxn ang="0">
                  <a:pos x="72" y="176"/>
                </a:cxn>
                <a:cxn ang="0">
                  <a:pos x="70" y="168"/>
                </a:cxn>
                <a:cxn ang="0">
                  <a:pos x="64" y="162"/>
                </a:cxn>
                <a:cxn ang="0">
                  <a:pos x="52" y="156"/>
                </a:cxn>
                <a:cxn ang="0">
                  <a:pos x="36" y="140"/>
                </a:cxn>
                <a:cxn ang="0">
                  <a:pos x="24" y="124"/>
                </a:cxn>
                <a:cxn ang="0">
                  <a:pos x="16" y="106"/>
                </a:cxn>
                <a:cxn ang="0">
                  <a:pos x="16" y="96"/>
                </a:cxn>
                <a:cxn ang="0">
                  <a:pos x="24" y="64"/>
                </a:cxn>
                <a:cxn ang="0">
                  <a:pos x="48" y="40"/>
                </a:cxn>
                <a:cxn ang="0">
                  <a:pos x="84" y="22"/>
                </a:cxn>
                <a:cxn ang="0">
                  <a:pos x="128" y="16"/>
                </a:cxn>
                <a:cxn ang="0">
                  <a:pos x="150" y="18"/>
                </a:cxn>
                <a:cxn ang="0">
                  <a:pos x="190" y="30"/>
                </a:cxn>
                <a:cxn ang="0">
                  <a:pos x="220" y="52"/>
                </a:cxn>
                <a:cxn ang="0">
                  <a:pos x="238" y="80"/>
                </a:cxn>
                <a:cxn ang="0">
                  <a:pos x="240" y="96"/>
                </a:cxn>
                <a:cxn ang="0">
                  <a:pos x="232" y="128"/>
                </a:cxn>
                <a:cxn ang="0">
                  <a:pos x="208" y="152"/>
                </a:cxn>
                <a:cxn ang="0">
                  <a:pos x="172" y="170"/>
                </a:cxn>
                <a:cxn ang="0">
                  <a:pos x="128" y="176"/>
                </a:cxn>
              </a:cxnLst>
              <a:rect l="0" t="0" r="r" b="b"/>
              <a:pathLst>
                <a:path w="256" h="224">
                  <a:moveTo>
                    <a:pt x="128" y="0"/>
                  </a:moveTo>
                  <a:lnTo>
                    <a:pt x="128" y="0"/>
                  </a:lnTo>
                  <a:lnTo>
                    <a:pt x="102" y="2"/>
                  </a:lnTo>
                  <a:lnTo>
                    <a:pt x="78" y="8"/>
                  </a:lnTo>
                  <a:lnTo>
                    <a:pt x="56" y="16"/>
                  </a:lnTo>
                  <a:lnTo>
                    <a:pt x="38" y="28"/>
                  </a:lnTo>
                  <a:lnTo>
                    <a:pt x="22" y="42"/>
                  </a:lnTo>
                  <a:lnTo>
                    <a:pt x="10" y="58"/>
                  </a:lnTo>
                  <a:lnTo>
                    <a:pt x="6" y="68"/>
                  </a:lnTo>
                  <a:lnTo>
                    <a:pt x="2" y="76"/>
                  </a:lnTo>
                  <a:lnTo>
                    <a:pt x="0" y="86"/>
                  </a:lnTo>
                  <a:lnTo>
                    <a:pt x="0" y="96"/>
                  </a:lnTo>
                  <a:lnTo>
                    <a:pt x="0" y="96"/>
                  </a:lnTo>
                  <a:lnTo>
                    <a:pt x="2" y="108"/>
                  </a:lnTo>
                  <a:lnTo>
                    <a:pt x="4" y="120"/>
                  </a:lnTo>
                  <a:lnTo>
                    <a:pt x="8" y="132"/>
                  </a:lnTo>
                  <a:lnTo>
                    <a:pt x="16" y="142"/>
                  </a:lnTo>
                  <a:lnTo>
                    <a:pt x="24" y="152"/>
                  </a:lnTo>
                  <a:lnTo>
                    <a:pt x="34" y="160"/>
                  </a:lnTo>
                  <a:lnTo>
                    <a:pt x="44" y="168"/>
                  </a:lnTo>
                  <a:lnTo>
                    <a:pt x="56" y="176"/>
                  </a:lnTo>
                  <a:lnTo>
                    <a:pt x="56" y="176"/>
                  </a:lnTo>
                  <a:lnTo>
                    <a:pt x="56" y="176"/>
                  </a:lnTo>
                  <a:lnTo>
                    <a:pt x="56" y="176"/>
                  </a:lnTo>
                  <a:lnTo>
                    <a:pt x="54" y="186"/>
                  </a:lnTo>
                  <a:lnTo>
                    <a:pt x="50" y="198"/>
                  </a:lnTo>
                  <a:lnTo>
                    <a:pt x="40" y="214"/>
                  </a:lnTo>
                  <a:lnTo>
                    <a:pt x="40" y="214"/>
                  </a:lnTo>
                  <a:lnTo>
                    <a:pt x="40" y="214"/>
                  </a:lnTo>
                  <a:lnTo>
                    <a:pt x="40" y="216"/>
                  </a:lnTo>
                  <a:lnTo>
                    <a:pt x="40" y="216"/>
                  </a:lnTo>
                  <a:lnTo>
                    <a:pt x="42" y="222"/>
                  </a:lnTo>
                  <a:lnTo>
                    <a:pt x="48" y="224"/>
                  </a:lnTo>
                  <a:lnTo>
                    <a:pt x="48" y="224"/>
                  </a:lnTo>
                  <a:lnTo>
                    <a:pt x="50" y="224"/>
                  </a:lnTo>
                  <a:lnTo>
                    <a:pt x="50" y="224"/>
                  </a:lnTo>
                  <a:lnTo>
                    <a:pt x="58" y="222"/>
                  </a:lnTo>
                  <a:lnTo>
                    <a:pt x="68" y="218"/>
                  </a:lnTo>
                  <a:lnTo>
                    <a:pt x="84" y="208"/>
                  </a:lnTo>
                  <a:lnTo>
                    <a:pt x="96" y="198"/>
                  </a:lnTo>
                  <a:lnTo>
                    <a:pt x="104" y="190"/>
                  </a:lnTo>
                  <a:lnTo>
                    <a:pt x="104" y="190"/>
                  </a:lnTo>
                  <a:lnTo>
                    <a:pt x="128" y="192"/>
                  </a:lnTo>
                  <a:lnTo>
                    <a:pt x="128" y="192"/>
                  </a:lnTo>
                  <a:lnTo>
                    <a:pt x="154" y="190"/>
                  </a:lnTo>
                  <a:lnTo>
                    <a:pt x="178" y="184"/>
                  </a:lnTo>
                  <a:lnTo>
                    <a:pt x="200" y="176"/>
                  </a:lnTo>
                  <a:lnTo>
                    <a:pt x="218" y="164"/>
                  </a:lnTo>
                  <a:lnTo>
                    <a:pt x="234" y="150"/>
                  </a:lnTo>
                  <a:lnTo>
                    <a:pt x="246" y="134"/>
                  </a:lnTo>
                  <a:lnTo>
                    <a:pt x="250" y="124"/>
                  </a:lnTo>
                  <a:lnTo>
                    <a:pt x="254" y="116"/>
                  </a:lnTo>
                  <a:lnTo>
                    <a:pt x="256" y="106"/>
                  </a:lnTo>
                  <a:lnTo>
                    <a:pt x="256" y="96"/>
                  </a:lnTo>
                  <a:lnTo>
                    <a:pt x="256" y="96"/>
                  </a:lnTo>
                  <a:lnTo>
                    <a:pt x="256" y="86"/>
                  </a:lnTo>
                  <a:lnTo>
                    <a:pt x="254" y="76"/>
                  </a:lnTo>
                  <a:lnTo>
                    <a:pt x="250" y="68"/>
                  </a:lnTo>
                  <a:lnTo>
                    <a:pt x="246" y="58"/>
                  </a:lnTo>
                  <a:lnTo>
                    <a:pt x="234" y="42"/>
                  </a:lnTo>
                  <a:lnTo>
                    <a:pt x="218" y="28"/>
                  </a:lnTo>
                  <a:lnTo>
                    <a:pt x="200" y="16"/>
                  </a:lnTo>
                  <a:lnTo>
                    <a:pt x="178" y="8"/>
                  </a:lnTo>
                  <a:lnTo>
                    <a:pt x="154" y="2"/>
                  </a:lnTo>
                  <a:lnTo>
                    <a:pt x="128" y="0"/>
                  </a:lnTo>
                  <a:close/>
                  <a:moveTo>
                    <a:pt x="128" y="176"/>
                  </a:moveTo>
                  <a:lnTo>
                    <a:pt x="128" y="176"/>
                  </a:lnTo>
                  <a:lnTo>
                    <a:pt x="106" y="174"/>
                  </a:lnTo>
                  <a:lnTo>
                    <a:pt x="106" y="174"/>
                  </a:lnTo>
                  <a:lnTo>
                    <a:pt x="104" y="174"/>
                  </a:lnTo>
                  <a:lnTo>
                    <a:pt x="104" y="174"/>
                  </a:lnTo>
                  <a:lnTo>
                    <a:pt x="96" y="176"/>
                  </a:lnTo>
                  <a:lnTo>
                    <a:pt x="90" y="180"/>
                  </a:lnTo>
                  <a:lnTo>
                    <a:pt x="90" y="180"/>
                  </a:lnTo>
                  <a:lnTo>
                    <a:pt x="82" y="190"/>
                  </a:lnTo>
                  <a:lnTo>
                    <a:pt x="66" y="200"/>
                  </a:lnTo>
                  <a:lnTo>
                    <a:pt x="66" y="200"/>
                  </a:lnTo>
                  <a:lnTo>
                    <a:pt x="70" y="190"/>
                  </a:lnTo>
                  <a:lnTo>
                    <a:pt x="72" y="176"/>
                  </a:lnTo>
                  <a:lnTo>
                    <a:pt x="72" y="176"/>
                  </a:lnTo>
                  <a:lnTo>
                    <a:pt x="72" y="176"/>
                  </a:lnTo>
                  <a:lnTo>
                    <a:pt x="72" y="176"/>
                  </a:lnTo>
                  <a:lnTo>
                    <a:pt x="72" y="172"/>
                  </a:lnTo>
                  <a:lnTo>
                    <a:pt x="70" y="168"/>
                  </a:lnTo>
                  <a:lnTo>
                    <a:pt x="66" y="164"/>
                  </a:lnTo>
                  <a:lnTo>
                    <a:pt x="64" y="162"/>
                  </a:lnTo>
                  <a:lnTo>
                    <a:pt x="64" y="162"/>
                  </a:lnTo>
                  <a:lnTo>
                    <a:pt x="52" y="156"/>
                  </a:lnTo>
                  <a:lnTo>
                    <a:pt x="44" y="148"/>
                  </a:lnTo>
                  <a:lnTo>
                    <a:pt x="36" y="140"/>
                  </a:lnTo>
                  <a:lnTo>
                    <a:pt x="28" y="132"/>
                  </a:lnTo>
                  <a:lnTo>
                    <a:pt x="24" y="124"/>
                  </a:lnTo>
                  <a:lnTo>
                    <a:pt x="20" y="114"/>
                  </a:lnTo>
                  <a:lnTo>
                    <a:pt x="16" y="106"/>
                  </a:lnTo>
                  <a:lnTo>
                    <a:pt x="16" y="96"/>
                  </a:lnTo>
                  <a:lnTo>
                    <a:pt x="16" y="96"/>
                  </a:lnTo>
                  <a:lnTo>
                    <a:pt x="18" y="80"/>
                  </a:lnTo>
                  <a:lnTo>
                    <a:pt x="24" y="64"/>
                  </a:lnTo>
                  <a:lnTo>
                    <a:pt x="36" y="52"/>
                  </a:lnTo>
                  <a:lnTo>
                    <a:pt x="48" y="40"/>
                  </a:lnTo>
                  <a:lnTo>
                    <a:pt x="66" y="30"/>
                  </a:lnTo>
                  <a:lnTo>
                    <a:pt x="84" y="22"/>
                  </a:lnTo>
                  <a:lnTo>
                    <a:pt x="106" y="18"/>
                  </a:lnTo>
                  <a:lnTo>
                    <a:pt x="128" y="16"/>
                  </a:lnTo>
                  <a:lnTo>
                    <a:pt x="128" y="16"/>
                  </a:lnTo>
                  <a:lnTo>
                    <a:pt x="150" y="18"/>
                  </a:lnTo>
                  <a:lnTo>
                    <a:pt x="172" y="22"/>
                  </a:lnTo>
                  <a:lnTo>
                    <a:pt x="190" y="30"/>
                  </a:lnTo>
                  <a:lnTo>
                    <a:pt x="208" y="40"/>
                  </a:lnTo>
                  <a:lnTo>
                    <a:pt x="220" y="52"/>
                  </a:lnTo>
                  <a:lnTo>
                    <a:pt x="232" y="64"/>
                  </a:lnTo>
                  <a:lnTo>
                    <a:pt x="238" y="80"/>
                  </a:lnTo>
                  <a:lnTo>
                    <a:pt x="240" y="96"/>
                  </a:lnTo>
                  <a:lnTo>
                    <a:pt x="240" y="96"/>
                  </a:lnTo>
                  <a:lnTo>
                    <a:pt x="238" y="112"/>
                  </a:lnTo>
                  <a:lnTo>
                    <a:pt x="232" y="128"/>
                  </a:lnTo>
                  <a:lnTo>
                    <a:pt x="220" y="140"/>
                  </a:lnTo>
                  <a:lnTo>
                    <a:pt x="208" y="152"/>
                  </a:lnTo>
                  <a:lnTo>
                    <a:pt x="190" y="162"/>
                  </a:lnTo>
                  <a:lnTo>
                    <a:pt x="172" y="170"/>
                  </a:lnTo>
                  <a:lnTo>
                    <a:pt x="150" y="174"/>
                  </a:lnTo>
                  <a:lnTo>
                    <a:pt x="128" y="17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</p:grpSp>
      <p:grpSp>
        <p:nvGrpSpPr>
          <p:cNvPr id="30" name="Group 29"/>
          <p:cNvGrpSpPr/>
          <p:nvPr/>
        </p:nvGrpSpPr>
        <p:grpSpPr>
          <a:xfrm>
            <a:off x="1721831" y="4537715"/>
            <a:ext cx="465099" cy="290687"/>
            <a:chOff x="3149600" y="3663950"/>
            <a:chExt cx="406400" cy="254000"/>
          </a:xfrm>
          <a:solidFill>
            <a:schemeClr val="accent1"/>
          </a:solidFill>
        </p:grpSpPr>
        <p:sp>
          <p:nvSpPr>
            <p:cNvPr id="93" name="Freeform 32"/>
            <p:cNvSpPr>
              <a:spLocks noEditPoints="1"/>
            </p:cNvSpPr>
            <p:nvPr/>
          </p:nvSpPr>
          <p:spPr bwMode="auto">
            <a:xfrm>
              <a:off x="3149600" y="3663950"/>
              <a:ext cx="406400" cy="254000"/>
            </a:xfrm>
            <a:custGeom>
              <a:avLst/>
              <a:gdLst/>
              <a:ahLst/>
              <a:cxnLst>
                <a:cxn ang="0">
                  <a:pos x="256" y="78"/>
                </a:cxn>
                <a:cxn ang="0">
                  <a:pos x="256" y="78"/>
                </a:cxn>
                <a:cxn ang="0">
                  <a:pos x="254" y="76"/>
                </a:cxn>
                <a:cxn ang="0">
                  <a:pos x="254" y="76"/>
                </a:cxn>
                <a:cxn ang="0">
                  <a:pos x="232" y="46"/>
                </a:cxn>
                <a:cxn ang="0">
                  <a:pos x="202" y="22"/>
                </a:cxn>
                <a:cxn ang="0">
                  <a:pos x="166" y="6"/>
                </a:cxn>
                <a:cxn ang="0">
                  <a:pos x="128" y="0"/>
                </a:cxn>
                <a:cxn ang="0">
                  <a:pos x="108" y="2"/>
                </a:cxn>
                <a:cxn ang="0">
                  <a:pos x="70" y="12"/>
                </a:cxn>
                <a:cxn ang="0">
                  <a:pos x="38" y="32"/>
                </a:cxn>
                <a:cxn ang="0">
                  <a:pos x="10" y="60"/>
                </a:cxn>
                <a:cxn ang="0">
                  <a:pos x="0" y="76"/>
                </a:cxn>
                <a:cxn ang="0">
                  <a:pos x="0" y="76"/>
                </a:cxn>
                <a:cxn ang="0">
                  <a:pos x="0" y="78"/>
                </a:cxn>
                <a:cxn ang="0">
                  <a:pos x="0" y="78"/>
                </a:cxn>
                <a:cxn ang="0">
                  <a:pos x="0" y="80"/>
                </a:cxn>
                <a:cxn ang="0">
                  <a:pos x="0" y="82"/>
                </a:cxn>
                <a:cxn ang="0">
                  <a:pos x="0" y="82"/>
                </a:cxn>
                <a:cxn ang="0">
                  <a:pos x="0" y="84"/>
                </a:cxn>
                <a:cxn ang="0">
                  <a:pos x="0" y="84"/>
                </a:cxn>
                <a:cxn ang="0">
                  <a:pos x="22" y="114"/>
                </a:cxn>
                <a:cxn ang="0">
                  <a:pos x="54" y="138"/>
                </a:cxn>
                <a:cxn ang="0">
                  <a:pos x="88" y="154"/>
                </a:cxn>
                <a:cxn ang="0">
                  <a:pos x="128" y="160"/>
                </a:cxn>
                <a:cxn ang="0">
                  <a:pos x="148" y="158"/>
                </a:cxn>
                <a:cxn ang="0">
                  <a:pos x="186" y="148"/>
                </a:cxn>
                <a:cxn ang="0">
                  <a:pos x="218" y="128"/>
                </a:cxn>
                <a:cxn ang="0">
                  <a:pos x="244" y="100"/>
                </a:cxn>
                <a:cxn ang="0">
                  <a:pos x="254" y="84"/>
                </a:cxn>
                <a:cxn ang="0">
                  <a:pos x="254" y="84"/>
                </a:cxn>
                <a:cxn ang="0">
                  <a:pos x="256" y="82"/>
                </a:cxn>
                <a:cxn ang="0">
                  <a:pos x="256" y="82"/>
                </a:cxn>
                <a:cxn ang="0">
                  <a:pos x="256" y="80"/>
                </a:cxn>
                <a:cxn ang="0">
                  <a:pos x="128" y="144"/>
                </a:cxn>
                <a:cxn ang="0">
                  <a:pos x="112" y="142"/>
                </a:cxn>
                <a:cxn ang="0">
                  <a:pos x="78" y="134"/>
                </a:cxn>
                <a:cxn ang="0">
                  <a:pos x="50" y="118"/>
                </a:cxn>
                <a:cxn ang="0">
                  <a:pos x="26" y="94"/>
                </a:cxn>
                <a:cxn ang="0">
                  <a:pos x="18" y="80"/>
                </a:cxn>
                <a:cxn ang="0">
                  <a:pos x="38" y="54"/>
                </a:cxn>
                <a:cxn ang="0">
                  <a:pos x="64" y="34"/>
                </a:cxn>
                <a:cxn ang="0">
                  <a:pos x="94" y="20"/>
                </a:cxn>
                <a:cxn ang="0">
                  <a:pos x="128" y="16"/>
                </a:cxn>
                <a:cxn ang="0">
                  <a:pos x="144" y="18"/>
                </a:cxn>
                <a:cxn ang="0">
                  <a:pos x="176" y="26"/>
                </a:cxn>
                <a:cxn ang="0">
                  <a:pos x="206" y="42"/>
                </a:cxn>
                <a:cxn ang="0">
                  <a:pos x="230" y="66"/>
                </a:cxn>
                <a:cxn ang="0">
                  <a:pos x="238" y="80"/>
                </a:cxn>
                <a:cxn ang="0">
                  <a:pos x="218" y="106"/>
                </a:cxn>
                <a:cxn ang="0">
                  <a:pos x="192" y="126"/>
                </a:cxn>
                <a:cxn ang="0">
                  <a:pos x="160" y="140"/>
                </a:cxn>
                <a:cxn ang="0">
                  <a:pos x="128" y="144"/>
                </a:cxn>
              </a:cxnLst>
              <a:rect l="0" t="0" r="r" b="b"/>
              <a:pathLst>
                <a:path w="256" h="160">
                  <a:moveTo>
                    <a:pt x="256" y="78"/>
                  </a:moveTo>
                  <a:lnTo>
                    <a:pt x="256" y="78"/>
                  </a:lnTo>
                  <a:lnTo>
                    <a:pt x="256" y="78"/>
                  </a:lnTo>
                  <a:lnTo>
                    <a:pt x="256" y="78"/>
                  </a:lnTo>
                  <a:lnTo>
                    <a:pt x="254" y="76"/>
                  </a:lnTo>
                  <a:lnTo>
                    <a:pt x="254" y="76"/>
                  </a:lnTo>
                  <a:lnTo>
                    <a:pt x="254" y="76"/>
                  </a:lnTo>
                  <a:lnTo>
                    <a:pt x="254" y="76"/>
                  </a:lnTo>
                  <a:lnTo>
                    <a:pt x="244" y="60"/>
                  </a:lnTo>
                  <a:lnTo>
                    <a:pt x="232" y="46"/>
                  </a:lnTo>
                  <a:lnTo>
                    <a:pt x="218" y="32"/>
                  </a:lnTo>
                  <a:lnTo>
                    <a:pt x="202" y="22"/>
                  </a:lnTo>
                  <a:lnTo>
                    <a:pt x="186" y="12"/>
                  </a:lnTo>
                  <a:lnTo>
                    <a:pt x="166" y="6"/>
                  </a:lnTo>
                  <a:lnTo>
                    <a:pt x="148" y="2"/>
                  </a:lnTo>
                  <a:lnTo>
                    <a:pt x="128" y="0"/>
                  </a:lnTo>
                  <a:lnTo>
                    <a:pt x="128" y="0"/>
                  </a:lnTo>
                  <a:lnTo>
                    <a:pt x="108" y="2"/>
                  </a:lnTo>
                  <a:lnTo>
                    <a:pt x="88" y="6"/>
                  </a:lnTo>
                  <a:lnTo>
                    <a:pt x="70" y="12"/>
                  </a:lnTo>
                  <a:lnTo>
                    <a:pt x="54" y="22"/>
                  </a:lnTo>
                  <a:lnTo>
                    <a:pt x="38" y="32"/>
                  </a:lnTo>
                  <a:lnTo>
                    <a:pt x="22" y="46"/>
                  </a:lnTo>
                  <a:lnTo>
                    <a:pt x="10" y="60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0" y="82"/>
                  </a:lnTo>
                  <a:lnTo>
                    <a:pt x="0" y="82"/>
                  </a:lnTo>
                  <a:lnTo>
                    <a:pt x="0" y="82"/>
                  </a:lnTo>
                  <a:lnTo>
                    <a:pt x="0" y="82"/>
                  </a:lnTo>
                  <a:lnTo>
                    <a:pt x="0" y="84"/>
                  </a:lnTo>
                  <a:lnTo>
                    <a:pt x="0" y="84"/>
                  </a:lnTo>
                  <a:lnTo>
                    <a:pt x="0" y="84"/>
                  </a:lnTo>
                  <a:lnTo>
                    <a:pt x="0" y="84"/>
                  </a:lnTo>
                  <a:lnTo>
                    <a:pt x="10" y="100"/>
                  </a:lnTo>
                  <a:lnTo>
                    <a:pt x="22" y="114"/>
                  </a:lnTo>
                  <a:lnTo>
                    <a:pt x="38" y="128"/>
                  </a:lnTo>
                  <a:lnTo>
                    <a:pt x="54" y="138"/>
                  </a:lnTo>
                  <a:lnTo>
                    <a:pt x="70" y="148"/>
                  </a:lnTo>
                  <a:lnTo>
                    <a:pt x="88" y="154"/>
                  </a:lnTo>
                  <a:lnTo>
                    <a:pt x="108" y="158"/>
                  </a:lnTo>
                  <a:lnTo>
                    <a:pt x="128" y="160"/>
                  </a:lnTo>
                  <a:lnTo>
                    <a:pt x="128" y="160"/>
                  </a:lnTo>
                  <a:lnTo>
                    <a:pt x="148" y="158"/>
                  </a:lnTo>
                  <a:lnTo>
                    <a:pt x="166" y="154"/>
                  </a:lnTo>
                  <a:lnTo>
                    <a:pt x="186" y="148"/>
                  </a:lnTo>
                  <a:lnTo>
                    <a:pt x="202" y="138"/>
                  </a:lnTo>
                  <a:lnTo>
                    <a:pt x="218" y="128"/>
                  </a:lnTo>
                  <a:lnTo>
                    <a:pt x="232" y="114"/>
                  </a:lnTo>
                  <a:lnTo>
                    <a:pt x="244" y="100"/>
                  </a:lnTo>
                  <a:lnTo>
                    <a:pt x="254" y="84"/>
                  </a:lnTo>
                  <a:lnTo>
                    <a:pt x="254" y="84"/>
                  </a:lnTo>
                  <a:lnTo>
                    <a:pt x="254" y="84"/>
                  </a:lnTo>
                  <a:lnTo>
                    <a:pt x="254" y="84"/>
                  </a:lnTo>
                  <a:lnTo>
                    <a:pt x="256" y="82"/>
                  </a:lnTo>
                  <a:lnTo>
                    <a:pt x="256" y="82"/>
                  </a:lnTo>
                  <a:lnTo>
                    <a:pt x="256" y="82"/>
                  </a:lnTo>
                  <a:lnTo>
                    <a:pt x="256" y="82"/>
                  </a:lnTo>
                  <a:lnTo>
                    <a:pt x="256" y="80"/>
                  </a:lnTo>
                  <a:lnTo>
                    <a:pt x="256" y="80"/>
                  </a:lnTo>
                  <a:lnTo>
                    <a:pt x="256" y="78"/>
                  </a:lnTo>
                  <a:close/>
                  <a:moveTo>
                    <a:pt x="128" y="144"/>
                  </a:moveTo>
                  <a:lnTo>
                    <a:pt x="128" y="144"/>
                  </a:lnTo>
                  <a:lnTo>
                    <a:pt x="112" y="142"/>
                  </a:lnTo>
                  <a:lnTo>
                    <a:pt x="94" y="140"/>
                  </a:lnTo>
                  <a:lnTo>
                    <a:pt x="78" y="134"/>
                  </a:lnTo>
                  <a:lnTo>
                    <a:pt x="64" y="126"/>
                  </a:lnTo>
                  <a:lnTo>
                    <a:pt x="50" y="118"/>
                  </a:lnTo>
                  <a:lnTo>
                    <a:pt x="38" y="106"/>
                  </a:lnTo>
                  <a:lnTo>
                    <a:pt x="26" y="94"/>
                  </a:lnTo>
                  <a:lnTo>
                    <a:pt x="18" y="80"/>
                  </a:lnTo>
                  <a:lnTo>
                    <a:pt x="18" y="80"/>
                  </a:lnTo>
                  <a:lnTo>
                    <a:pt x="26" y="66"/>
                  </a:lnTo>
                  <a:lnTo>
                    <a:pt x="38" y="54"/>
                  </a:lnTo>
                  <a:lnTo>
                    <a:pt x="50" y="42"/>
                  </a:lnTo>
                  <a:lnTo>
                    <a:pt x="64" y="34"/>
                  </a:lnTo>
                  <a:lnTo>
                    <a:pt x="78" y="26"/>
                  </a:lnTo>
                  <a:lnTo>
                    <a:pt x="94" y="20"/>
                  </a:lnTo>
                  <a:lnTo>
                    <a:pt x="112" y="18"/>
                  </a:lnTo>
                  <a:lnTo>
                    <a:pt x="128" y="16"/>
                  </a:lnTo>
                  <a:lnTo>
                    <a:pt x="128" y="16"/>
                  </a:lnTo>
                  <a:lnTo>
                    <a:pt x="144" y="18"/>
                  </a:lnTo>
                  <a:lnTo>
                    <a:pt x="160" y="20"/>
                  </a:lnTo>
                  <a:lnTo>
                    <a:pt x="176" y="26"/>
                  </a:lnTo>
                  <a:lnTo>
                    <a:pt x="192" y="34"/>
                  </a:lnTo>
                  <a:lnTo>
                    <a:pt x="206" y="42"/>
                  </a:lnTo>
                  <a:lnTo>
                    <a:pt x="218" y="54"/>
                  </a:lnTo>
                  <a:lnTo>
                    <a:pt x="230" y="66"/>
                  </a:lnTo>
                  <a:lnTo>
                    <a:pt x="238" y="80"/>
                  </a:lnTo>
                  <a:lnTo>
                    <a:pt x="238" y="80"/>
                  </a:lnTo>
                  <a:lnTo>
                    <a:pt x="230" y="94"/>
                  </a:lnTo>
                  <a:lnTo>
                    <a:pt x="218" y="106"/>
                  </a:lnTo>
                  <a:lnTo>
                    <a:pt x="206" y="118"/>
                  </a:lnTo>
                  <a:lnTo>
                    <a:pt x="192" y="126"/>
                  </a:lnTo>
                  <a:lnTo>
                    <a:pt x="176" y="134"/>
                  </a:lnTo>
                  <a:lnTo>
                    <a:pt x="160" y="140"/>
                  </a:lnTo>
                  <a:lnTo>
                    <a:pt x="144" y="142"/>
                  </a:lnTo>
                  <a:lnTo>
                    <a:pt x="128" y="14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94" name="Freeform 35"/>
            <p:cNvSpPr>
              <a:spLocks/>
            </p:cNvSpPr>
            <p:nvPr/>
          </p:nvSpPr>
          <p:spPr bwMode="auto">
            <a:xfrm>
              <a:off x="3302000" y="3740150"/>
              <a:ext cx="57150" cy="57150"/>
            </a:xfrm>
            <a:custGeom>
              <a:avLst/>
              <a:gdLst/>
              <a:ahLst/>
              <a:cxnLst>
                <a:cxn ang="0">
                  <a:pos x="32" y="0"/>
                </a:cxn>
                <a:cxn ang="0">
                  <a:pos x="32" y="0"/>
                </a:cxn>
                <a:cxn ang="0">
                  <a:pos x="32" y="0"/>
                </a:cxn>
                <a:cxn ang="0">
                  <a:pos x="32" y="0"/>
                </a:cxn>
                <a:cxn ang="0">
                  <a:pos x="26" y="0"/>
                </a:cxn>
                <a:cxn ang="0">
                  <a:pos x="20" y="2"/>
                </a:cxn>
                <a:cxn ang="0">
                  <a:pos x="10" y="10"/>
                </a:cxn>
                <a:cxn ang="0">
                  <a:pos x="2" y="20"/>
                </a:cxn>
                <a:cxn ang="0">
                  <a:pos x="0" y="26"/>
                </a:cxn>
                <a:cxn ang="0">
                  <a:pos x="0" y="32"/>
                </a:cxn>
                <a:cxn ang="0">
                  <a:pos x="0" y="32"/>
                </a:cxn>
                <a:cxn ang="0">
                  <a:pos x="2" y="34"/>
                </a:cxn>
                <a:cxn ang="0">
                  <a:pos x="4" y="36"/>
                </a:cxn>
                <a:cxn ang="0">
                  <a:pos x="4" y="36"/>
                </a:cxn>
                <a:cxn ang="0">
                  <a:pos x="6" y="34"/>
                </a:cxn>
                <a:cxn ang="0">
                  <a:pos x="8" y="32"/>
                </a:cxn>
                <a:cxn ang="0">
                  <a:pos x="8" y="32"/>
                </a:cxn>
                <a:cxn ang="0">
                  <a:pos x="10" y="22"/>
                </a:cxn>
                <a:cxn ang="0">
                  <a:pos x="14" y="14"/>
                </a:cxn>
                <a:cxn ang="0">
                  <a:pos x="22" y="10"/>
                </a:cxn>
                <a:cxn ang="0">
                  <a:pos x="32" y="8"/>
                </a:cxn>
                <a:cxn ang="0">
                  <a:pos x="32" y="8"/>
                </a:cxn>
                <a:cxn ang="0">
                  <a:pos x="32" y="8"/>
                </a:cxn>
                <a:cxn ang="0">
                  <a:pos x="34" y="6"/>
                </a:cxn>
                <a:cxn ang="0">
                  <a:pos x="36" y="4"/>
                </a:cxn>
                <a:cxn ang="0">
                  <a:pos x="36" y="4"/>
                </a:cxn>
                <a:cxn ang="0">
                  <a:pos x="34" y="2"/>
                </a:cxn>
                <a:cxn ang="0">
                  <a:pos x="32" y="0"/>
                </a:cxn>
              </a:cxnLst>
              <a:rect l="0" t="0" r="r" b="b"/>
              <a:pathLst>
                <a:path w="36" h="36">
                  <a:moveTo>
                    <a:pt x="32" y="0"/>
                  </a:moveTo>
                  <a:lnTo>
                    <a:pt x="32" y="0"/>
                  </a:lnTo>
                  <a:lnTo>
                    <a:pt x="32" y="0"/>
                  </a:lnTo>
                  <a:lnTo>
                    <a:pt x="32" y="0"/>
                  </a:lnTo>
                  <a:lnTo>
                    <a:pt x="26" y="0"/>
                  </a:lnTo>
                  <a:lnTo>
                    <a:pt x="20" y="2"/>
                  </a:lnTo>
                  <a:lnTo>
                    <a:pt x="10" y="10"/>
                  </a:lnTo>
                  <a:lnTo>
                    <a:pt x="2" y="20"/>
                  </a:lnTo>
                  <a:lnTo>
                    <a:pt x="0" y="26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2" y="34"/>
                  </a:lnTo>
                  <a:lnTo>
                    <a:pt x="4" y="36"/>
                  </a:lnTo>
                  <a:lnTo>
                    <a:pt x="4" y="36"/>
                  </a:lnTo>
                  <a:lnTo>
                    <a:pt x="6" y="34"/>
                  </a:lnTo>
                  <a:lnTo>
                    <a:pt x="8" y="32"/>
                  </a:lnTo>
                  <a:lnTo>
                    <a:pt x="8" y="32"/>
                  </a:lnTo>
                  <a:lnTo>
                    <a:pt x="10" y="22"/>
                  </a:lnTo>
                  <a:lnTo>
                    <a:pt x="14" y="14"/>
                  </a:lnTo>
                  <a:lnTo>
                    <a:pt x="22" y="10"/>
                  </a:lnTo>
                  <a:lnTo>
                    <a:pt x="32" y="8"/>
                  </a:lnTo>
                  <a:lnTo>
                    <a:pt x="32" y="8"/>
                  </a:lnTo>
                  <a:lnTo>
                    <a:pt x="32" y="8"/>
                  </a:lnTo>
                  <a:lnTo>
                    <a:pt x="34" y="6"/>
                  </a:lnTo>
                  <a:lnTo>
                    <a:pt x="36" y="4"/>
                  </a:lnTo>
                  <a:lnTo>
                    <a:pt x="36" y="4"/>
                  </a:lnTo>
                  <a:lnTo>
                    <a:pt x="34" y="2"/>
                  </a:lnTo>
                  <a:lnTo>
                    <a:pt x="32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95" name="Freeform 37"/>
            <p:cNvSpPr>
              <a:spLocks noEditPoints="1"/>
            </p:cNvSpPr>
            <p:nvPr/>
          </p:nvSpPr>
          <p:spPr bwMode="auto">
            <a:xfrm>
              <a:off x="3263900" y="3702050"/>
              <a:ext cx="177800" cy="177800"/>
            </a:xfrm>
            <a:custGeom>
              <a:avLst/>
              <a:gdLst/>
              <a:ahLst/>
              <a:cxnLst>
                <a:cxn ang="0">
                  <a:pos x="56" y="0"/>
                </a:cxn>
                <a:cxn ang="0">
                  <a:pos x="34" y="4"/>
                </a:cxn>
                <a:cxn ang="0">
                  <a:pos x="16" y="16"/>
                </a:cxn>
                <a:cxn ang="0">
                  <a:pos x="4" y="34"/>
                </a:cxn>
                <a:cxn ang="0">
                  <a:pos x="0" y="56"/>
                </a:cxn>
                <a:cxn ang="0">
                  <a:pos x="0" y="68"/>
                </a:cxn>
                <a:cxn ang="0">
                  <a:pos x="10" y="88"/>
                </a:cxn>
                <a:cxn ang="0">
                  <a:pos x="24" y="102"/>
                </a:cxn>
                <a:cxn ang="0">
                  <a:pos x="44" y="110"/>
                </a:cxn>
                <a:cxn ang="0">
                  <a:pos x="56" y="112"/>
                </a:cxn>
                <a:cxn ang="0">
                  <a:pos x="78" y="108"/>
                </a:cxn>
                <a:cxn ang="0">
                  <a:pos x="96" y="96"/>
                </a:cxn>
                <a:cxn ang="0">
                  <a:pos x="108" y="78"/>
                </a:cxn>
                <a:cxn ang="0">
                  <a:pos x="112" y="56"/>
                </a:cxn>
                <a:cxn ang="0">
                  <a:pos x="110" y="44"/>
                </a:cxn>
                <a:cxn ang="0">
                  <a:pos x="102" y="24"/>
                </a:cxn>
                <a:cxn ang="0">
                  <a:pos x="86" y="10"/>
                </a:cxn>
                <a:cxn ang="0">
                  <a:pos x="66" y="2"/>
                </a:cxn>
                <a:cxn ang="0">
                  <a:pos x="56" y="104"/>
                </a:cxn>
                <a:cxn ang="0">
                  <a:pos x="46" y="102"/>
                </a:cxn>
                <a:cxn ang="0">
                  <a:pos x="28" y="96"/>
                </a:cxn>
                <a:cxn ang="0">
                  <a:pos x="16" y="82"/>
                </a:cxn>
                <a:cxn ang="0">
                  <a:pos x="8" y="66"/>
                </a:cxn>
                <a:cxn ang="0">
                  <a:pos x="8" y="56"/>
                </a:cxn>
                <a:cxn ang="0">
                  <a:pos x="12" y="38"/>
                </a:cxn>
                <a:cxn ang="0">
                  <a:pos x="22" y="22"/>
                </a:cxn>
                <a:cxn ang="0">
                  <a:pos x="36" y="12"/>
                </a:cxn>
                <a:cxn ang="0">
                  <a:pos x="56" y="8"/>
                </a:cxn>
                <a:cxn ang="0">
                  <a:pos x="66" y="8"/>
                </a:cxn>
                <a:cxn ang="0">
                  <a:pos x="82" y="16"/>
                </a:cxn>
                <a:cxn ang="0">
                  <a:pos x="96" y="30"/>
                </a:cxn>
                <a:cxn ang="0">
                  <a:pos x="102" y="46"/>
                </a:cxn>
                <a:cxn ang="0">
                  <a:pos x="104" y="56"/>
                </a:cxn>
                <a:cxn ang="0">
                  <a:pos x="100" y="74"/>
                </a:cxn>
                <a:cxn ang="0">
                  <a:pos x="90" y="90"/>
                </a:cxn>
                <a:cxn ang="0">
                  <a:pos x="74" y="100"/>
                </a:cxn>
                <a:cxn ang="0">
                  <a:pos x="56" y="104"/>
                </a:cxn>
              </a:cxnLst>
              <a:rect l="0" t="0" r="r" b="b"/>
              <a:pathLst>
                <a:path w="112" h="112">
                  <a:moveTo>
                    <a:pt x="56" y="0"/>
                  </a:moveTo>
                  <a:lnTo>
                    <a:pt x="56" y="0"/>
                  </a:lnTo>
                  <a:lnTo>
                    <a:pt x="44" y="2"/>
                  </a:lnTo>
                  <a:lnTo>
                    <a:pt x="34" y="4"/>
                  </a:lnTo>
                  <a:lnTo>
                    <a:pt x="24" y="10"/>
                  </a:lnTo>
                  <a:lnTo>
                    <a:pt x="16" y="16"/>
                  </a:lnTo>
                  <a:lnTo>
                    <a:pt x="10" y="24"/>
                  </a:lnTo>
                  <a:lnTo>
                    <a:pt x="4" y="34"/>
                  </a:lnTo>
                  <a:lnTo>
                    <a:pt x="0" y="44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0" y="68"/>
                  </a:lnTo>
                  <a:lnTo>
                    <a:pt x="4" y="78"/>
                  </a:lnTo>
                  <a:lnTo>
                    <a:pt x="10" y="88"/>
                  </a:lnTo>
                  <a:lnTo>
                    <a:pt x="16" y="96"/>
                  </a:lnTo>
                  <a:lnTo>
                    <a:pt x="24" y="102"/>
                  </a:lnTo>
                  <a:lnTo>
                    <a:pt x="34" y="108"/>
                  </a:lnTo>
                  <a:lnTo>
                    <a:pt x="44" y="110"/>
                  </a:lnTo>
                  <a:lnTo>
                    <a:pt x="56" y="112"/>
                  </a:lnTo>
                  <a:lnTo>
                    <a:pt x="56" y="112"/>
                  </a:lnTo>
                  <a:lnTo>
                    <a:pt x="66" y="110"/>
                  </a:lnTo>
                  <a:lnTo>
                    <a:pt x="78" y="108"/>
                  </a:lnTo>
                  <a:lnTo>
                    <a:pt x="86" y="102"/>
                  </a:lnTo>
                  <a:lnTo>
                    <a:pt x="96" y="96"/>
                  </a:lnTo>
                  <a:lnTo>
                    <a:pt x="102" y="88"/>
                  </a:lnTo>
                  <a:lnTo>
                    <a:pt x="108" y="78"/>
                  </a:lnTo>
                  <a:lnTo>
                    <a:pt x="110" y="68"/>
                  </a:lnTo>
                  <a:lnTo>
                    <a:pt x="112" y="56"/>
                  </a:lnTo>
                  <a:lnTo>
                    <a:pt x="112" y="56"/>
                  </a:lnTo>
                  <a:lnTo>
                    <a:pt x="110" y="44"/>
                  </a:lnTo>
                  <a:lnTo>
                    <a:pt x="108" y="34"/>
                  </a:lnTo>
                  <a:lnTo>
                    <a:pt x="102" y="24"/>
                  </a:lnTo>
                  <a:lnTo>
                    <a:pt x="96" y="16"/>
                  </a:lnTo>
                  <a:lnTo>
                    <a:pt x="86" y="10"/>
                  </a:lnTo>
                  <a:lnTo>
                    <a:pt x="78" y="4"/>
                  </a:lnTo>
                  <a:lnTo>
                    <a:pt x="66" y="2"/>
                  </a:lnTo>
                  <a:lnTo>
                    <a:pt x="56" y="0"/>
                  </a:lnTo>
                  <a:close/>
                  <a:moveTo>
                    <a:pt x="56" y="104"/>
                  </a:moveTo>
                  <a:lnTo>
                    <a:pt x="56" y="104"/>
                  </a:lnTo>
                  <a:lnTo>
                    <a:pt x="46" y="102"/>
                  </a:lnTo>
                  <a:lnTo>
                    <a:pt x="36" y="100"/>
                  </a:lnTo>
                  <a:lnTo>
                    <a:pt x="28" y="96"/>
                  </a:lnTo>
                  <a:lnTo>
                    <a:pt x="22" y="90"/>
                  </a:lnTo>
                  <a:lnTo>
                    <a:pt x="16" y="82"/>
                  </a:lnTo>
                  <a:lnTo>
                    <a:pt x="12" y="74"/>
                  </a:lnTo>
                  <a:lnTo>
                    <a:pt x="8" y="66"/>
                  </a:lnTo>
                  <a:lnTo>
                    <a:pt x="8" y="56"/>
                  </a:lnTo>
                  <a:lnTo>
                    <a:pt x="8" y="56"/>
                  </a:lnTo>
                  <a:lnTo>
                    <a:pt x="8" y="46"/>
                  </a:lnTo>
                  <a:lnTo>
                    <a:pt x="12" y="38"/>
                  </a:lnTo>
                  <a:lnTo>
                    <a:pt x="16" y="30"/>
                  </a:lnTo>
                  <a:lnTo>
                    <a:pt x="22" y="22"/>
                  </a:lnTo>
                  <a:lnTo>
                    <a:pt x="28" y="16"/>
                  </a:lnTo>
                  <a:lnTo>
                    <a:pt x="36" y="12"/>
                  </a:lnTo>
                  <a:lnTo>
                    <a:pt x="46" y="8"/>
                  </a:lnTo>
                  <a:lnTo>
                    <a:pt x="56" y="8"/>
                  </a:lnTo>
                  <a:lnTo>
                    <a:pt x="56" y="8"/>
                  </a:lnTo>
                  <a:lnTo>
                    <a:pt x="66" y="8"/>
                  </a:lnTo>
                  <a:lnTo>
                    <a:pt x="74" y="12"/>
                  </a:lnTo>
                  <a:lnTo>
                    <a:pt x="82" y="16"/>
                  </a:lnTo>
                  <a:lnTo>
                    <a:pt x="90" y="22"/>
                  </a:lnTo>
                  <a:lnTo>
                    <a:pt x="96" y="30"/>
                  </a:lnTo>
                  <a:lnTo>
                    <a:pt x="100" y="38"/>
                  </a:lnTo>
                  <a:lnTo>
                    <a:pt x="102" y="46"/>
                  </a:lnTo>
                  <a:lnTo>
                    <a:pt x="104" y="56"/>
                  </a:lnTo>
                  <a:lnTo>
                    <a:pt x="104" y="56"/>
                  </a:lnTo>
                  <a:lnTo>
                    <a:pt x="102" y="66"/>
                  </a:lnTo>
                  <a:lnTo>
                    <a:pt x="100" y="74"/>
                  </a:lnTo>
                  <a:lnTo>
                    <a:pt x="96" y="82"/>
                  </a:lnTo>
                  <a:lnTo>
                    <a:pt x="90" y="90"/>
                  </a:lnTo>
                  <a:lnTo>
                    <a:pt x="82" y="96"/>
                  </a:lnTo>
                  <a:lnTo>
                    <a:pt x="74" y="100"/>
                  </a:lnTo>
                  <a:lnTo>
                    <a:pt x="66" y="102"/>
                  </a:lnTo>
                  <a:lnTo>
                    <a:pt x="56" y="10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</p:grpSp>
      <p:grpSp>
        <p:nvGrpSpPr>
          <p:cNvPr id="31" name="Group 30"/>
          <p:cNvGrpSpPr/>
          <p:nvPr/>
        </p:nvGrpSpPr>
        <p:grpSpPr>
          <a:xfrm>
            <a:off x="849771" y="4450508"/>
            <a:ext cx="348824" cy="465099"/>
            <a:chOff x="2387600" y="3587750"/>
            <a:chExt cx="304800" cy="406400"/>
          </a:xfrm>
          <a:solidFill>
            <a:schemeClr val="accent1"/>
          </a:solidFill>
        </p:grpSpPr>
        <p:sp>
          <p:nvSpPr>
            <p:cNvPr id="91" name="Freeform 40"/>
            <p:cNvSpPr>
              <a:spLocks noEditPoints="1"/>
            </p:cNvSpPr>
            <p:nvPr/>
          </p:nvSpPr>
          <p:spPr bwMode="auto">
            <a:xfrm>
              <a:off x="2463800" y="3660775"/>
              <a:ext cx="152400" cy="152400"/>
            </a:xfrm>
            <a:custGeom>
              <a:avLst/>
              <a:gdLst/>
              <a:ahLst/>
              <a:cxnLst>
                <a:cxn ang="0">
                  <a:pos x="48" y="96"/>
                </a:cxn>
                <a:cxn ang="0">
                  <a:pos x="66" y="92"/>
                </a:cxn>
                <a:cxn ang="0">
                  <a:pos x="82" y="82"/>
                </a:cxn>
                <a:cxn ang="0">
                  <a:pos x="92" y="66"/>
                </a:cxn>
                <a:cxn ang="0">
                  <a:pos x="96" y="48"/>
                </a:cxn>
                <a:cxn ang="0">
                  <a:pos x="96" y="38"/>
                </a:cxn>
                <a:cxn ang="0">
                  <a:pos x="88" y="22"/>
                </a:cxn>
                <a:cxn ang="0">
                  <a:pos x="74" y="8"/>
                </a:cxn>
                <a:cxn ang="0">
                  <a:pos x="58" y="0"/>
                </a:cxn>
                <a:cxn ang="0">
                  <a:pos x="48" y="0"/>
                </a:cxn>
                <a:cxn ang="0">
                  <a:pos x="30" y="4"/>
                </a:cxn>
                <a:cxn ang="0">
                  <a:pos x="14" y="14"/>
                </a:cxn>
                <a:cxn ang="0">
                  <a:pos x="4" y="30"/>
                </a:cxn>
                <a:cxn ang="0">
                  <a:pos x="0" y="48"/>
                </a:cxn>
                <a:cxn ang="0">
                  <a:pos x="0" y="58"/>
                </a:cxn>
                <a:cxn ang="0">
                  <a:pos x="8" y="74"/>
                </a:cxn>
                <a:cxn ang="0">
                  <a:pos x="22" y="88"/>
                </a:cxn>
                <a:cxn ang="0">
                  <a:pos x="38" y="94"/>
                </a:cxn>
                <a:cxn ang="0">
                  <a:pos x="48" y="8"/>
                </a:cxn>
                <a:cxn ang="0">
                  <a:pos x="56" y="8"/>
                </a:cxn>
                <a:cxn ang="0">
                  <a:pos x="70" y="14"/>
                </a:cxn>
                <a:cxn ang="0">
                  <a:pos x="82" y="26"/>
                </a:cxn>
                <a:cxn ang="0">
                  <a:pos x="88" y="40"/>
                </a:cxn>
                <a:cxn ang="0">
                  <a:pos x="88" y="48"/>
                </a:cxn>
                <a:cxn ang="0">
                  <a:pos x="84" y="64"/>
                </a:cxn>
                <a:cxn ang="0">
                  <a:pos x="76" y="76"/>
                </a:cxn>
                <a:cxn ang="0">
                  <a:pos x="64" y="84"/>
                </a:cxn>
                <a:cxn ang="0">
                  <a:pos x="48" y="88"/>
                </a:cxn>
                <a:cxn ang="0">
                  <a:pos x="40" y="88"/>
                </a:cxn>
                <a:cxn ang="0">
                  <a:pos x="26" y="82"/>
                </a:cxn>
                <a:cxn ang="0">
                  <a:pos x="14" y="70"/>
                </a:cxn>
                <a:cxn ang="0">
                  <a:pos x="8" y="56"/>
                </a:cxn>
                <a:cxn ang="0">
                  <a:pos x="8" y="48"/>
                </a:cxn>
                <a:cxn ang="0">
                  <a:pos x="12" y="32"/>
                </a:cxn>
                <a:cxn ang="0">
                  <a:pos x="20" y="20"/>
                </a:cxn>
                <a:cxn ang="0">
                  <a:pos x="32" y="12"/>
                </a:cxn>
                <a:cxn ang="0">
                  <a:pos x="48" y="8"/>
                </a:cxn>
              </a:cxnLst>
              <a:rect l="0" t="0" r="r" b="b"/>
              <a:pathLst>
                <a:path w="96" h="96">
                  <a:moveTo>
                    <a:pt x="48" y="96"/>
                  </a:moveTo>
                  <a:lnTo>
                    <a:pt x="48" y="96"/>
                  </a:lnTo>
                  <a:lnTo>
                    <a:pt x="58" y="94"/>
                  </a:lnTo>
                  <a:lnTo>
                    <a:pt x="66" y="92"/>
                  </a:lnTo>
                  <a:lnTo>
                    <a:pt x="74" y="88"/>
                  </a:lnTo>
                  <a:lnTo>
                    <a:pt x="82" y="82"/>
                  </a:lnTo>
                  <a:lnTo>
                    <a:pt x="88" y="74"/>
                  </a:lnTo>
                  <a:lnTo>
                    <a:pt x="92" y="66"/>
                  </a:lnTo>
                  <a:lnTo>
                    <a:pt x="96" y="58"/>
                  </a:lnTo>
                  <a:lnTo>
                    <a:pt x="96" y="48"/>
                  </a:lnTo>
                  <a:lnTo>
                    <a:pt x="96" y="48"/>
                  </a:lnTo>
                  <a:lnTo>
                    <a:pt x="96" y="38"/>
                  </a:lnTo>
                  <a:lnTo>
                    <a:pt x="92" y="30"/>
                  </a:lnTo>
                  <a:lnTo>
                    <a:pt x="88" y="22"/>
                  </a:lnTo>
                  <a:lnTo>
                    <a:pt x="82" y="14"/>
                  </a:lnTo>
                  <a:lnTo>
                    <a:pt x="74" y="8"/>
                  </a:lnTo>
                  <a:lnTo>
                    <a:pt x="66" y="4"/>
                  </a:lnTo>
                  <a:lnTo>
                    <a:pt x="58" y="0"/>
                  </a:lnTo>
                  <a:lnTo>
                    <a:pt x="48" y="0"/>
                  </a:lnTo>
                  <a:lnTo>
                    <a:pt x="48" y="0"/>
                  </a:lnTo>
                  <a:lnTo>
                    <a:pt x="38" y="0"/>
                  </a:lnTo>
                  <a:lnTo>
                    <a:pt x="30" y="4"/>
                  </a:lnTo>
                  <a:lnTo>
                    <a:pt x="22" y="8"/>
                  </a:lnTo>
                  <a:lnTo>
                    <a:pt x="14" y="14"/>
                  </a:lnTo>
                  <a:lnTo>
                    <a:pt x="8" y="22"/>
                  </a:lnTo>
                  <a:lnTo>
                    <a:pt x="4" y="30"/>
                  </a:lnTo>
                  <a:lnTo>
                    <a:pt x="0" y="38"/>
                  </a:lnTo>
                  <a:lnTo>
                    <a:pt x="0" y="48"/>
                  </a:lnTo>
                  <a:lnTo>
                    <a:pt x="0" y="48"/>
                  </a:lnTo>
                  <a:lnTo>
                    <a:pt x="0" y="58"/>
                  </a:lnTo>
                  <a:lnTo>
                    <a:pt x="4" y="66"/>
                  </a:lnTo>
                  <a:lnTo>
                    <a:pt x="8" y="74"/>
                  </a:lnTo>
                  <a:lnTo>
                    <a:pt x="14" y="82"/>
                  </a:lnTo>
                  <a:lnTo>
                    <a:pt x="22" y="88"/>
                  </a:lnTo>
                  <a:lnTo>
                    <a:pt x="30" y="92"/>
                  </a:lnTo>
                  <a:lnTo>
                    <a:pt x="38" y="94"/>
                  </a:lnTo>
                  <a:lnTo>
                    <a:pt x="48" y="96"/>
                  </a:lnTo>
                  <a:close/>
                  <a:moveTo>
                    <a:pt x="48" y="8"/>
                  </a:moveTo>
                  <a:lnTo>
                    <a:pt x="48" y="8"/>
                  </a:lnTo>
                  <a:lnTo>
                    <a:pt x="56" y="8"/>
                  </a:lnTo>
                  <a:lnTo>
                    <a:pt x="64" y="12"/>
                  </a:lnTo>
                  <a:lnTo>
                    <a:pt x="70" y="14"/>
                  </a:lnTo>
                  <a:lnTo>
                    <a:pt x="76" y="20"/>
                  </a:lnTo>
                  <a:lnTo>
                    <a:pt x="82" y="26"/>
                  </a:lnTo>
                  <a:lnTo>
                    <a:pt x="84" y="32"/>
                  </a:lnTo>
                  <a:lnTo>
                    <a:pt x="88" y="40"/>
                  </a:lnTo>
                  <a:lnTo>
                    <a:pt x="88" y="48"/>
                  </a:lnTo>
                  <a:lnTo>
                    <a:pt x="88" y="48"/>
                  </a:lnTo>
                  <a:lnTo>
                    <a:pt x="88" y="56"/>
                  </a:lnTo>
                  <a:lnTo>
                    <a:pt x="84" y="64"/>
                  </a:lnTo>
                  <a:lnTo>
                    <a:pt x="82" y="70"/>
                  </a:lnTo>
                  <a:lnTo>
                    <a:pt x="76" y="76"/>
                  </a:lnTo>
                  <a:lnTo>
                    <a:pt x="70" y="82"/>
                  </a:lnTo>
                  <a:lnTo>
                    <a:pt x="64" y="84"/>
                  </a:lnTo>
                  <a:lnTo>
                    <a:pt x="56" y="88"/>
                  </a:lnTo>
                  <a:lnTo>
                    <a:pt x="48" y="88"/>
                  </a:lnTo>
                  <a:lnTo>
                    <a:pt x="48" y="88"/>
                  </a:lnTo>
                  <a:lnTo>
                    <a:pt x="40" y="88"/>
                  </a:lnTo>
                  <a:lnTo>
                    <a:pt x="32" y="84"/>
                  </a:lnTo>
                  <a:lnTo>
                    <a:pt x="26" y="82"/>
                  </a:lnTo>
                  <a:lnTo>
                    <a:pt x="20" y="76"/>
                  </a:lnTo>
                  <a:lnTo>
                    <a:pt x="14" y="70"/>
                  </a:lnTo>
                  <a:lnTo>
                    <a:pt x="12" y="64"/>
                  </a:lnTo>
                  <a:lnTo>
                    <a:pt x="8" y="56"/>
                  </a:lnTo>
                  <a:lnTo>
                    <a:pt x="8" y="48"/>
                  </a:lnTo>
                  <a:lnTo>
                    <a:pt x="8" y="48"/>
                  </a:lnTo>
                  <a:lnTo>
                    <a:pt x="8" y="40"/>
                  </a:lnTo>
                  <a:lnTo>
                    <a:pt x="12" y="32"/>
                  </a:lnTo>
                  <a:lnTo>
                    <a:pt x="14" y="26"/>
                  </a:lnTo>
                  <a:lnTo>
                    <a:pt x="20" y="20"/>
                  </a:lnTo>
                  <a:lnTo>
                    <a:pt x="26" y="14"/>
                  </a:lnTo>
                  <a:lnTo>
                    <a:pt x="32" y="12"/>
                  </a:lnTo>
                  <a:lnTo>
                    <a:pt x="40" y="8"/>
                  </a:lnTo>
                  <a:lnTo>
                    <a:pt x="48" y="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92" name="Freeform 43"/>
            <p:cNvSpPr>
              <a:spLocks noEditPoints="1"/>
            </p:cNvSpPr>
            <p:nvPr/>
          </p:nvSpPr>
          <p:spPr bwMode="auto">
            <a:xfrm>
              <a:off x="2387600" y="3587750"/>
              <a:ext cx="304800" cy="406400"/>
            </a:xfrm>
            <a:custGeom>
              <a:avLst/>
              <a:gdLst/>
              <a:ahLst/>
              <a:cxnLst>
                <a:cxn ang="0">
                  <a:pos x="96" y="0"/>
                </a:cxn>
                <a:cxn ang="0">
                  <a:pos x="58" y="8"/>
                </a:cxn>
                <a:cxn ang="0">
                  <a:pos x="28" y="28"/>
                </a:cxn>
                <a:cxn ang="0">
                  <a:pos x="8" y="58"/>
                </a:cxn>
                <a:cxn ang="0">
                  <a:pos x="0" y="96"/>
                </a:cxn>
                <a:cxn ang="0">
                  <a:pos x="2" y="118"/>
                </a:cxn>
                <a:cxn ang="0">
                  <a:pos x="18" y="158"/>
                </a:cxn>
                <a:cxn ang="0">
                  <a:pos x="42" y="198"/>
                </a:cxn>
                <a:cxn ang="0">
                  <a:pos x="82" y="250"/>
                </a:cxn>
                <a:cxn ang="0">
                  <a:pos x="86" y="252"/>
                </a:cxn>
                <a:cxn ang="0">
                  <a:pos x="96" y="256"/>
                </a:cxn>
                <a:cxn ang="0">
                  <a:pos x="96" y="256"/>
                </a:cxn>
                <a:cxn ang="0">
                  <a:pos x="106" y="252"/>
                </a:cxn>
                <a:cxn ang="0">
                  <a:pos x="108" y="250"/>
                </a:cxn>
                <a:cxn ang="0">
                  <a:pos x="150" y="198"/>
                </a:cxn>
                <a:cxn ang="0">
                  <a:pos x="174" y="158"/>
                </a:cxn>
                <a:cxn ang="0">
                  <a:pos x="190" y="118"/>
                </a:cxn>
                <a:cxn ang="0">
                  <a:pos x="192" y="96"/>
                </a:cxn>
                <a:cxn ang="0">
                  <a:pos x="184" y="58"/>
                </a:cxn>
                <a:cxn ang="0">
                  <a:pos x="164" y="28"/>
                </a:cxn>
                <a:cxn ang="0">
                  <a:pos x="134" y="8"/>
                </a:cxn>
                <a:cxn ang="0">
                  <a:pos x="96" y="0"/>
                </a:cxn>
                <a:cxn ang="0">
                  <a:pos x="96" y="240"/>
                </a:cxn>
                <a:cxn ang="0">
                  <a:pos x="96" y="240"/>
                </a:cxn>
                <a:cxn ang="0">
                  <a:pos x="94" y="238"/>
                </a:cxn>
                <a:cxn ang="0">
                  <a:pos x="56" y="192"/>
                </a:cxn>
                <a:cxn ang="0">
                  <a:pos x="34" y="156"/>
                </a:cxn>
                <a:cxn ang="0">
                  <a:pos x="18" y="116"/>
                </a:cxn>
                <a:cxn ang="0">
                  <a:pos x="16" y="96"/>
                </a:cxn>
                <a:cxn ang="0">
                  <a:pos x="22" y="64"/>
                </a:cxn>
                <a:cxn ang="0">
                  <a:pos x="40" y="40"/>
                </a:cxn>
                <a:cxn ang="0">
                  <a:pos x="64" y="22"/>
                </a:cxn>
                <a:cxn ang="0">
                  <a:pos x="96" y="16"/>
                </a:cxn>
                <a:cxn ang="0">
                  <a:pos x="112" y="18"/>
                </a:cxn>
                <a:cxn ang="0">
                  <a:pos x="140" y="30"/>
                </a:cxn>
                <a:cxn ang="0">
                  <a:pos x="162" y="52"/>
                </a:cxn>
                <a:cxn ang="0">
                  <a:pos x="174" y="80"/>
                </a:cxn>
                <a:cxn ang="0">
                  <a:pos x="176" y="96"/>
                </a:cxn>
                <a:cxn ang="0">
                  <a:pos x="168" y="136"/>
                </a:cxn>
                <a:cxn ang="0">
                  <a:pos x="148" y="174"/>
                </a:cxn>
                <a:cxn ang="0">
                  <a:pos x="122" y="210"/>
                </a:cxn>
              </a:cxnLst>
              <a:rect l="0" t="0" r="r" b="b"/>
              <a:pathLst>
                <a:path w="192" h="256">
                  <a:moveTo>
                    <a:pt x="96" y="0"/>
                  </a:moveTo>
                  <a:lnTo>
                    <a:pt x="96" y="0"/>
                  </a:lnTo>
                  <a:lnTo>
                    <a:pt x="76" y="2"/>
                  </a:lnTo>
                  <a:lnTo>
                    <a:pt x="58" y="8"/>
                  </a:lnTo>
                  <a:lnTo>
                    <a:pt x="42" y="16"/>
                  </a:lnTo>
                  <a:lnTo>
                    <a:pt x="28" y="28"/>
                  </a:lnTo>
                  <a:lnTo>
                    <a:pt x="16" y="42"/>
                  </a:lnTo>
                  <a:lnTo>
                    <a:pt x="8" y="58"/>
                  </a:lnTo>
                  <a:lnTo>
                    <a:pt x="2" y="76"/>
                  </a:lnTo>
                  <a:lnTo>
                    <a:pt x="0" y="96"/>
                  </a:lnTo>
                  <a:lnTo>
                    <a:pt x="0" y="96"/>
                  </a:lnTo>
                  <a:lnTo>
                    <a:pt x="2" y="118"/>
                  </a:lnTo>
                  <a:lnTo>
                    <a:pt x="8" y="138"/>
                  </a:lnTo>
                  <a:lnTo>
                    <a:pt x="18" y="158"/>
                  </a:lnTo>
                  <a:lnTo>
                    <a:pt x="28" y="178"/>
                  </a:lnTo>
                  <a:lnTo>
                    <a:pt x="42" y="198"/>
                  </a:lnTo>
                  <a:lnTo>
                    <a:pt x="56" y="216"/>
                  </a:lnTo>
                  <a:lnTo>
                    <a:pt x="82" y="250"/>
                  </a:lnTo>
                  <a:lnTo>
                    <a:pt x="82" y="250"/>
                  </a:lnTo>
                  <a:lnTo>
                    <a:pt x="86" y="252"/>
                  </a:lnTo>
                  <a:lnTo>
                    <a:pt x="90" y="256"/>
                  </a:lnTo>
                  <a:lnTo>
                    <a:pt x="96" y="256"/>
                  </a:lnTo>
                  <a:lnTo>
                    <a:pt x="96" y="256"/>
                  </a:lnTo>
                  <a:lnTo>
                    <a:pt x="96" y="256"/>
                  </a:lnTo>
                  <a:lnTo>
                    <a:pt x="102" y="256"/>
                  </a:lnTo>
                  <a:lnTo>
                    <a:pt x="106" y="252"/>
                  </a:lnTo>
                  <a:lnTo>
                    <a:pt x="108" y="250"/>
                  </a:lnTo>
                  <a:lnTo>
                    <a:pt x="108" y="250"/>
                  </a:lnTo>
                  <a:lnTo>
                    <a:pt x="136" y="216"/>
                  </a:lnTo>
                  <a:lnTo>
                    <a:pt x="150" y="198"/>
                  </a:lnTo>
                  <a:lnTo>
                    <a:pt x="164" y="178"/>
                  </a:lnTo>
                  <a:lnTo>
                    <a:pt x="174" y="158"/>
                  </a:lnTo>
                  <a:lnTo>
                    <a:pt x="184" y="138"/>
                  </a:lnTo>
                  <a:lnTo>
                    <a:pt x="190" y="118"/>
                  </a:lnTo>
                  <a:lnTo>
                    <a:pt x="192" y="96"/>
                  </a:lnTo>
                  <a:lnTo>
                    <a:pt x="192" y="96"/>
                  </a:lnTo>
                  <a:lnTo>
                    <a:pt x="190" y="76"/>
                  </a:lnTo>
                  <a:lnTo>
                    <a:pt x="184" y="58"/>
                  </a:lnTo>
                  <a:lnTo>
                    <a:pt x="176" y="42"/>
                  </a:lnTo>
                  <a:lnTo>
                    <a:pt x="164" y="28"/>
                  </a:lnTo>
                  <a:lnTo>
                    <a:pt x="150" y="16"/>
                  </a:lnTo>
                  <a:lnTo>
                    <a:pt x="134" y="8"/>
                  </a:lnTo>
                  <a:lnTo>
                    <a:pt x="116" y="2"/>
                  </a:lnTo>
                  <a:lnTo>
                    <a:pt x="96" y="0"/>
                  </a:lnTo>
                  <a:close/>
                  <a:moveTo>
                    <a:pt x="96" y="240"/>
                  </a:moveTo>
                  <a:lnTo>
                    <a:pt x="96" y="240"/>
                  </a:lnTo>
                  <a:lnTo>
                    <a:pt x="96" y="240"/>
                  </a:lnTo>
                  <a:lnTo>
                    <a:pt x="96" y="240"/>
                  </a:lnTo>
                  <a:lnTo>
                    <a:pt x="94" y="238"/>
                  </a:lnTo>
                  <a:lnTo>
                    <a:pt x="94" y="238"/>
                  </a:lnTo>
                  <a:lnTo>
                    <a:pt x="70" y="210"/>
                  </a:lnTo>
                  <a:lnTo>
                    <a:pt x="56" y="192"/>
                  </a:lnTo>
                  <a:lnTo>
                    <a:pt x="44" y="174"/>
                  </a:lnTo>
                  <a:lnTo>
                    <a:pt x="34" y="156"/>
                  </a:lnTo>
                  <a:lnTo>
                    <a:pt x="24" y="136"/>
                  </a:lnTo>
                  <a:lnTo>
                    <a:pt x="18" y="116"/>
                  </a:lnTo>
                  <a:lnTo>
                    <a:pt x="16" y="96"/>
                  </a:lnTo>
                  <a:lnTo>
                    <a:pt x="16" y="96"/>
                  </a:lnTo>
                  <a:lnTo>
                    <a:pt x="18" y="80"/>
                  </a:lnTo>
                  <a:lnTo>
                    <a:pt x="22" y="64"/>
                  </a:lnTo>
                  <a:lnTo>
                    <a:pt x="30" y="52"/>
                  </a:lnTo>
                  <a:lnTo>
                    <a:pt x="40" y="40"/>
                  </a:lnTo>
                  <a:lnTo>
                    <a:pt x="52" y="30"/>
                  </a:lnTo>
                  <a:lnTo>
                    <a:pt x="64" y="22"/>
                  </a:lnTo>
                  <a:lnTo>
                    <a:pt x="80" y="18"/>
                  </a:lnTo>
                  <a:lnTo>
                    <a:pt x="96" y="16"/>
                  </a:lnTo>
                  <a:lnTo>
                    <a:pt x="96" y="16"/>
                  </a:lnTo>
                  <a:lnTo>
                    <a:pt x="112" y="18"/>
                  </a:lnTo>
                  <a:lnTo>
                    <a:pt x="128" y="22"/>
                  </a:lnTo>
                  <a:lnTo>
                    <a:pt x="140" y="30"/>
                  </a:lnTo>
                  <a:lnTo>
                    <a:pt x="152" y="40"/>
                  </a:lnTo>
                  <a:lnTo>
                    <a:pt x="162" y="52"/>
                  </a:lnTo>
                  <a:lnTo>
                    <a:pt x="170" y="64"/>
                  </a:lnTo>
                  <a:lnTo>
                    <a:pt x="174" y="80"/>
                  </a:lnTo>
                  <a:lnTo>
                    <a:pt x="176" y="96"/>
                  </a:lnTo>
                  <a:lnTo>
                    <a:pt x="176" y="96"/>
                  </a:lnTo>
                  <a:lnTo>
                    <a:pt x="174" y="116"/>
                  </a:lnTo>
                  <a:lnTo>
                    <a:pt x="168" y="136"/>
                  </a:lnTo>
                  <a:lnTo>
                    <a:pt x="158" y="156"/>
                  </a:lnTo>
                  <a:lnTo>
                    <a:pt x="148" y="174"/>
                  </a:lnTo>
                  <a:lnTo>
                    <a:pt x="134" y="192"/>
                  </a:lnTo>
                  <a:lnTo>
                    <a:pt x="122" y="210"/>
                  </a:lnTo>
                  <a:lnTo>
                    <a:pt x="96" y="24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</p:grpSp>
      <p:grpSp>
        <p:nvGrpSpPr>
          <p:cNvPr id="32" name="Group 31"/>
          <p:cNvGrpSpPr/>
          <p:nvPr/>
        </p:nvGrpSpPr>
        <p:grpSpPr>
          <a:xfrm>
            <a:off x="5442621" y="3549379"/>
            <a:ext cx="465099" cy="436029"/>
            <a:chOff x="6400800" y="2800350"/>
            <a:chExt cx="406400" cy="381000"/>
          </a:xfrm>
          <a:solidFill>
            <a:schemeClr val="accent1"/>
          </a:solidFill>
        </p:grpSpPr>
        <p:sp>
          <p:nvSpPr>
            <p:cNvPr id="89" name="Freeform 46"/>
            <p:cNvSpPr>
              <a:spLocks noEditPoints="1"/>
            </p:cNvSpPr>
            <p:nvPr/>
          </p:nvSpPr>
          <p:spPr bwMode="auto">
            <a:xfrm>
              <a:off x="6451600" y="2851150"/>
              <a:ext cx="304800" cy="203200"/>
            </a:xfrm>
            <a:custGeom>
              <a:avLst/>
              <a:gdLst/>
              <a:ahLst/>
              <a:cxnLst>
                <a:cxn ang="0">
                  <a:pos x="184" y="0"/>
                </a:cxn>
                <a:cxn ang="0">
                  <a:pos x="8" y="0"/>
                </a:cxn>
                <a:cxn ang="0">
                  <a:pos x="8" y="0"/>
                </a:cxn>
                <a:cxn ang="0">
                  <a:pos x="4" y="0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8"/>
                </a:cxn>
                <a:cxn ang="0">
                  <a:pos x="0" y="120"/>
                </a:cxn>
                <a:cxn ang="0">
                  <a:pos x="0" y="120"/>
                </a:cxn>
                <a:cxn ang="0">
                  <a:pos x="0" y="124"/>
                </a:cxn>
                <a:cxn ang="0">
                  <a:pos x="2" y="126"/>
                </a:cxn>
                <a:cxn ang="0">
                  <a:pos x="4" y="128"/>
                </a:cxn>
                <a:cxn ang="0">
                  <a:pos x="8" y="128"/>
                </a:cxn>
                <a:cxn ang="0">
                  <a:pos x="184" y="128"/>
                </a:cxn>
                <a:cxn ang="0">
                  <a:pos x="184" y="128"/>
                </a:cxn>
                <a:cxn ang="0">
                  <a:pos x="188" y="128"/>
                </a:cxn>
                <a:cxn ang="0">
                  <a:pos x="190" y="126"/>
                </a:cxn>
                <a:cxn ang="0">
                  <a:pos x="192" y="124"/>
                </a:cxn>
                <a:cxn ang="0">
                  <a:pos x="192" y="120"/>
                </a:cxn>
                <a:cxn ang="0">
                  <a:pos x="192" y="8"/>
                </a:cxn>
                <a:cxn ang="0">
                  <a:pos x="192" y="8"/>
                </a:cxn>
                <a:cxn ang="0">
                  <a:pos x="192" y="4"/>
                </a:cxn>
                <a:cxn ang="0">
                  <a:pos x="190" y="2"/>
                </a:cxn>
                <a:cxn ang="0">
                  <a:pos x="188" y="0"/>
                </a:cxn>
                <a:cxn ang="0">
                  <a:pos x="184" y="0"/>
                </a:cxn>
                <a:cxn ang="0">
                  <a:pos x="184" y="120"/>
                </a:cxn>
                <a:cxn ang="0">
                  <a:pos x="8" y="120"/>
                </a:cxn>
                <a:cxn ang="0">
                  <a:pos x="8" y="8"/>
                </a:cxn>
                <a:cxn ang="0">
                  <a:pos x="184" y="8"/>
                </a:cxn>
                <a:cxn ang="0">
                  <a:pos x="184" y="120"/>
                </a:cxn>
              </a:cxnLst>
              <a:rect l="0" t="0" r="r" b="b"/>
              <a:pathLst>
                <a:path w="192" h="128">
                  <a:moveTo>
                    <a:pt x="184" y="0"/>
                  </a:moveTo>
                  <a:lnTo>
                    <a:pt x="8" y="0"/>
                  </a:lnTo>
                  <a:lnTo>
                    <a:pt x="8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8"/>
                  </a:lnTo>
                  <a:lnTo>
                    <a:pt x="0" y="120"/>
                  </a:lnTo>
                  <a:lnTo>
                    <a:pt x="0" y="120"/>
                  </a:lnTo>
                  <a:lnTo>
                    <a:pt x="0" y="124"/>
                  </a:lnTo>
                  <a:lnTo>
                    <a:pt x="2" y="126"/>
                  </a:lnTo>
                  <a:lnTo>
                    <a:pt x="4" y="128"/>
                  </a:lnTo>
                  <a:lnTo>
                    <a:pt x="8" y="128"/>
                  </a:lnTo>
                  <a:lnTo>
                    <a:pt x="184" y="128"/>
                  </a:lnTo>
                  <a:lnTo>
                    <a:pt x="184" y="128"/>
                  </a:lnTo>
                  <a:lnTo>
                    <a:pt x="188" y="128"/>
                  </a:lnTo>
                  <a:lnTo>
                    <a:pt x="190" y="126"/>
                  </a:lnTo>
                  <a:lnTo>
                    <a:pt x="192" y="124"/>
                  </a:lnTo>
                  <a:lnTo>
                    <a:pt x="192" y="120"/>
                  </a:lnTo>
                  <a:lnTo>
                    <a:pt x="192" y="8"/>
                  </a:lnTo>
                  <a:lnTo>
                    <a:pt x="192" y="8"/>
                  </a:lnTo>
                  <a:lnTo>
                    <a:pt x="192" y="4"/>
                  </a:lnTo>
                  <a:lnTo>
                    <a:pt x="190" y="2"/>
                  </a:lnTo>
                  <a:lnTo>
                    <a:pt x="188" y="0"/>
                  </a:lnTo>
                  <a:lnTo>
                    <a:pt x="184" y="0"/>
                  </a:lnTo>
                  <a:close/>
                  <a:moveTo>
                    <a:pt x="184" y="120"/>
                  </a:moveTo>
                  <a:lnTo>
                    <a:pt x="8" y="120"/>
                  </a:lnTo>
                  <a:lnTo>
                    <a:pt x="8" y="8"/>
                  </a:lnTo>
                  <a:lnTo>
                    <a:pt x="184" y="8"/>
                  </a:lnTo>
                  <a:lnTo>
                    <a:pt x="184" y="12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90" name="Freeform 49"/>
            <p:cNvSpPr>
              <a:spLocks noEditPoints="1"/>
            </p:cNvSpPr>
            <p:nvPr/>
          </p:nvSpPr>
          <p:spPr bwMode="auto">
            <a:xfrm>
              <a:off x="6400800" y="2800350"/>
              <a:ext cx="406400" cy="381000"/>
            </a:xfrm>
            <a:custGeom>
              <a:avLst/>
              <a:gdLst/>
              <a:ahLst/>
              <a:cxnLst>
                <a:cxn ang="0">
                  <a:pos x="24" y="0"/>
                </a:cxn>
                <a:cxn ang="0">
                  <a:pos x="14" y="2"/>
                </a:cxn>
                <a:cxn ang="0">
                  <a:pos x="2" y="14"/>
                </a:cxn>
                <a:cxn ang="0">
                  <a:pos x="0" y="184"/>
                </a:cxn>
                <a:cxn ang="0">
                  <a:pos x="2" y="194"/>
                </a:cxn>
                <a:cxn ang="0">
                  <a:pos x="14" y="206"/>
                </a:cxn>
                <a:cxn ang="0">
                  <a:pos x="104" y="208"/>
                </a:cxn>
                <a:cxn ang="0">
                  <a:pos x="54" y="224"/>
                </a:cxn>
                <a:cxn ang="0">
                  <a:pos x="50" y="228"/>
                </a:cxn>
                <a:cxn ang="0">
                  <a:pos x="48" y="232"/>
                </a:cxn>
                <a:cxn ang="0">
                  <a:pos x="50" y="238"/>
                </a:cxn>
                <a:cxn ang="0">
                  <a:pos x="56" y="240"/>
                </a:cxn>
                <a:cxn ang="0">
                  <a:pos x="200" y="240"/>
                </a:cxn>
                <a:cxn ang="0">
                  <a:pos x="206" y="238"/>
                </a:cxn>
                <a:cxn ang="0">
                  <a:pos x="208" y="232"/>
                </a:cxn>
                <a:cxn ang="0">
                  <a:pos x="206" y="228"/>
                </a:cxn>
                <a:cxn ang="0">
                  <a:pos x="152" y="218"/>
                </a:cxn>
                <a:cxn ang="0">
                  <a:pos x="232" y="208"/>
                </a:cxn>
                <a:cxn ang="0">
                  <a:pos x="242" y="206"/>
                </a:cxn>
                <a:cxn ang="0">
                  <a:pos x="254" y="194"/>
                </a:cxn>
                <a:cxn ang="0">
                  <a:pos x="256" y="24"/>
                </a:cxn>
                <a:cxn ang="0">
                  <a:pos x="254" y="14"/>
                </a:cxn>
                <a:cxn ang="0">
                  <a:pos x="242" y="2"/>
                </a:cxn>
                <a:cxn ang="0">
                  <a:pos x="240" y="184"/>
                </a:cxn>
                <a:cxn ang="0">
                  <a:pos x="240" y="188"/>
                </a:cxn>
                <a:cxn ang="0">
                  <a:pos x="236" y="192"/>
                </a:cxn>
                <a:cxn ang="0">
                  <a:pos x="160" y="192"/>
                </a:cxn>
                <a:cxn ang="0">
                  <a:pos x="24" y="192"/>
                </a:cxn>
                <a:cxn ang="0">
                  <a:pos x="20" y="192"/>
                </a:cxn>
                <a:cxn ang="0">
                  <a:pos x="16" y="188"/>
                </a:cxn>
                <a:cxn ang="0">
                  <a:pos x="16" y="24"/>
                </a:cxn>
                <a:cxn ang="0">
                  <a:pos x="16" y="20"/>
                </a:cxn>
                <a:cxn ang="0">
                  <a:pos x="20" y="16"/>
                </a:cxn>
                <a:cxn ang="0">
                  <a:pos x="232" y="16"/>
                </a:cxn>
                <a:cxn ang="0">
                  <a:pos x="236" y="16"/>
                </a:cxn>
                <a:cxn ang="0">
                  <a:pos x="240" y="20"/>
                </a:cxn>
                <a:cxn ang="0">
                  <a:pos x="240" y="184"/>
                </a:cxn>
              </a:cxnLst>
              <a:rect l="0" t="0" r="r" b="b"/>
              <a:pathLst>
                <a:path w="256" h="240">
                  <a:moveTo>
                    <a:pt x="232" y="0"/>
                  </a:moveTo>
                  <a:lnTo>
                    <a:pt x="24" y="0"/>
                  </a:lnTo>
                  <a:lnTo>
                    <a:pt x="24" y="0"/>
                  </a:lnTo>
                  <a:lnTo>
                    <a:pt x="14" y="2"/>
                  </a:lnTo>
                  <a:lnTo>
                    <a:pt x="8" y="8"/>
                  </a:lnTo>
                  <a:lnTo>
                    <a:pt x="2" y="14"/>
                  </a:lnTo>
                  <a:lnTo>
                    <a:pt x="0" y="24"/>
                  </a:lnTo>
                  <a:lnTo>
                    <a:pt x="0" y="184"/>
                  </a:lnTo>
                  <a:lnTo>
                    <a:pt x="0" y="184"/>
                  </a:lnTo>
                  <a:lnTo>
                    <a:pt x="2" y="194"/>
                  </a:lnTo>
                  <a:lnTo>
                    <a:pt x="8" y="200"/>
                  </a:lnTo>
                  <a:lnTo>
                    <a:pt x="14" y="206"/>
                  </a:lnTo>
                  <a:lnTo>
                    <a:pt x="24" y="208"/>
                  </a:lnTo>
                  <a:lnTo>
                    <a:pt x="104" y="208"/>
                  </a:lnTo>
                  <a:lnTo>
                    <a:pt x="104" y="218"/>
                  </a:lnTo>
                  <a:lnTo>
                    <a:pt x="54" y="224"/>
                  </a:lnTo>
                  <a:lnTo>
                    <a:pt x="54" y="224"/>
                  </a:lnTo>
                  <a:lnTo>
                    <a:pt x="50" y="228"/>
                  </a:lnTo>
                  <a:lnTo>
                    <a:pt x="48" y="232"/>
                  </a:lnTo>
                  <a:lnTo>
                    <a:pt x="48" y="232"/>
                  </a:lnTo>
                  <a:lnTo>
                    <a:pt x="48" y="236"/>
                  </a:lnTo>
                  <a:lnTo>
                    <a:pt x="50" y="238"/>
                  </a:lnTo>
                  <a:lnTo>
                    <a:pt x="52" y="240"/>
                  </a:lnTo>
                  <a:lnTo>
                    <a:pt x="56" y="240"/>
                  </a:lnTo>
                  <a:lnTo>
                    <a:pt x="200" y="240"/>
                  </a:lnTo>
                  <a:lnTo>
                    <a:pt x="200" y="240"/>
                  </a:lnTo>
                  <a:lnTo>
                    <a:pt x="204" y="240"/>
                  </a:lnTo>
                  <a:lnTo>
                    <a:pt x="206" y="238"/>
                  </a:lnTo>
                  <a:lnTo>
                    <a:pt x="208" y="236"/>
                  </a:lnTo>
                  <a:lnTo>
                    <a:pt x="208" y="232"/>
                  </a:lnTo>
                  <a:lnTo>
                    <a:pt x="208" y="232"/>
                  </a:lnTo>
                  <a:lnTo>
                    <a:pt x="206" y="228"/>
                  </a:lnTo>
                  <a:lnTo>
                    <a:pt x="202" y="224"/>
                  </a:lnTo>
                  <a:lnTo>
                    <a:pt x="152" y="218"/>
                  </a:lnTo>
                  <a:lnTo>
                    <a:pt x="152" y="208"/>
                  </a:lnTo>
                  <a:lnTo>
                    <a:pt x="232" y="208"/>
                  </a:lnTo>
                  <a:lnTo>
                    <a:pt x="232" y="208"/>
                  </a:lnTo>
                  <a:lnTo>
                    <a:pt x="242" y="206"/>
                  </a:lnTo>
                  <a:lnTo>
                    <a:pt x="248" y="200"/>
                  </a:lnTo>
                  <a:lnTo>
                    <a:pt x="254" y="194"/>
                  </a:lnTo>
                  <a:lnTo>
                    <a:pt x="256" y="184"/>
                  </a:lnTo>
                  <a:lnTo>
                    <a:pt x="256" y="24"/>
                  </a:lnTo>
                  <a:lnTo>
                    <a:pt x="256" y="24"/>
                  </a:lnTo>
                  <a:lnTo>
                    <a:pt x="254" y="14"/>
                  </a:lnTo>
                  <a:lnTo>
                    <a:pt x="248" y="8"/>
                  </a:lnTo>
                  <a:lnTo>
                    <a:pt x="242" y="2"/>
                  </a:lnTo>
                  <a:lnTo>
                    <a:pt x="232" y="0"/>
                  </a:lnTo>
                  <a:close/>
                  <a:moveTo>
                    <a:pt x="240" y="184"/>
                  </a:moveTo>
                  <a:lnTo>
                    <a:pt x="240" y="184"/>
                  </a:lnTo>
                  <a:lnTo>
                    <a:pt x="240" y="188"/>
                  </a:lnTo>
                  <a:lnTo>
                    <a:pt x="238" y="190"/>
                  </a:lnTo>
                  <a:lnTo>
                    <a:pt x="236" y="192"/>
                  </a:lnTo>
                  <a:lnTo>
                    <a:pt x="232" y="192"/>
                  </a:lnTo>
                  <a:lnTo>
                    <a:pt x="160" y="192"/>
                  </a:lnTo>
                  <a:lnTo>
                    <a:pt x="96" y="192"/>
                  </a:lnTo>
                  <a:lnTo>
                    <a:pt x="24" y="192"/>
                  </a:lnTo>
                  <a:lnTo>
                    <a:pt x="24" y="192"/>
                  </a:lnTo>
                  <a:lnTo>
                    <a:pt x="20" y="192"/>
                  </a:lnTo>
                  <a:lnTo>
                    <a:pt x="18" y="190"/>
                  </a:lnTo>
                  <a:lnTo>
                    <a:pt x="16" y="188"/>
                  </a:lnTo>
                  <a:lnTo>
                    <a:pt x="16" y="184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6" y="20"/>
                  </a:lnTo>
                  <a:lnTo>
                    <a:pt x="18" y="18"/>
                  </a:lnTo>
                  <a:lnTo>
                    <a:pt x="20" y="16"/>
                  </a:lnTo>
                  <a:lnTo>
                    <a:pt x="24" y="16"/>
                  </a:lnTo>
                  <a:lnTo>
                    <a:pt x="232" y="16"/>
                  </a:lnTo>
                  <a:lnTo>
                    <a:pt x="232" y="16"/>
                  </a:lnTo>
                  <a:lnTo>
                    <a:pt x="236" y="16"/>
                  </a:lnTo>
                  <a:lnTo>
                    <a:pt x="238" y="18"/>
                  </a:lnTo>
                  <a:lnTo>
                    <a:pt x="240" y="20"/>
                  </a:lnTo>
                  <a:lnTo>
                    <a:pt x="240" y="24"/>
                  </a:lnTo>
                  <a:lnTo>
                    <a:pt x="240" y="18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</p:grpSp>
      <p:grpSp>
        <p:nvGrpSpPr>
          <p:cNvPr id="33" name="Group 32"/>
          <p:cNvGrpSpPr/>
          <p:nvPr/>
        </p:nvGrpSpPr>
        <p:grpSpPr>
          <a:xfrm>
            <a:off x="3654899" y="3520311"/>
            <a:ext cx="319756" cy="465099"/>
            <a:chOff x="4838700" y="2774950"/>
            <a:chExt cx="279400" cy="406400"/>
          </a:xfrm>
          <a:solidFill>
            <a:schemeClr val="accent1"/>
          </a:solidFill>
        </p:grpSpPr>
        <p:sp>
          <p:nvSpPr>
            <p:cNvPr id="86" name="Freeform 60"/>
            <p:cNvSpPr>
              <a:spLocks noEditPoints="1"/>
            </p:cNvSpPr>
            <p:nvPr/>
          </p:nvSpPr>
          <p:spPr bwMode="auto">
            <a:xfrm>
              <a:off x="4838700" y="2774950"/>
              <a:ext cx="279400" cy="406400"/>
            </a:xfrm>
            <a:custGeom>
              <a:avLst/>
              <a:gdLst/>
              <a:ahLst/>
              <a:cxnLst>
                <a:cxn ang="0">
                  <a:pos x="88" y="0"/>
                </a:cxn>
                <a:cxn ang="0">
                  <a:pos x="54" y="6"/>
                </a:cxn>
                <a:cxn ang="0">
                  <a:pos x="26" y="26"/>
                </a:cxn>
                <a:cxn ang="0">
                  <a:pos x="6" y="54"/>
                </a:cxn>
                <a:cxn ang="0">
                  <a:pos x="0" y="88"/>
                </a:cxn>
                <a:cxn ang="0">
                  <a:pos x="2" y="100"/>
                </a:cxn>
                <a:cxn ang="0">
                  <a:pos x="16" y="138"/>
                </a:cxn>
                <a:cxn ang="0">
                  <a:pos x="40" y="184"/>
                </a:cxn>
                <a:cxn ang="0">
                  <a:pos x="50" y="214"/>
                </a:cxn>
                <a:cxn ang="0">
                  <a:pos x="62" y="246"/>
                </a:cxn>
                <a:cxn ang="0">
                  <a:pos x="76" y="254"/>
                </a:cxn>
                <a:cxn ang="0">
                  <a:pos x="88" y="256"/>
                </a:cxn>
                <a:cxn ang="0">
                  <a:pos x="108" y="252"/>
                </a:cxn>
                <a:cxn ang="0">
                  <a:pos x="118" y="238"/>
                </a:cxn>
                <a:cxn ang="0">
                  <a:pos x="136" y="184"/>
                </a:cxn>
                <a:cxn ang="0">
                  <a:pos x="146" y="162"/>
                </a:cxn>
                <a:cxn ang="0">
                  <a:pos x="172" y="112"/>
                </a:cxn>
                <a:cxn ang="0">
                  <a:pos x="176" y="88"/>
                </a:cxn>
                <a:cxn ang="0">
                  <a:pos x="174" y="70"/>
                </a:cxn>
                <a:cxn ang="0">
                  <a:pos x="160" y="38"/>
                </a:cxn>
                <a:cxn ang="0">
                  <a:pos x="138" y="16"/>
                </a:cxn>
                <a:cxn ang="0">
                  <a:pos x="106" y="2"/>
                </a:cxn>
                <a:cxn ang="0">
                  <a:pos x="108" y="218"/>
                </a:cxn>
                <a:cxn ang="0">
                  <a:pos x="70" y="222"/>
                </a:cxn>
                <a:cxn ang="0">
                  <a:pos x="64" y="208"/>
                </a:cxn>
                <a:cxn ang="0">
                  <a:pos x="114" y="200"/>
                </a:cxn>
                <a:cxn ang="0">
                  <a:pos x="112" y="208"/>
                </a:cxn>
                <a:cxn ang="0">
                  <a:pos x="108" y="218"/>
                </a:cxn>
                <a:cxn ang="0">
                  <a:pos x="62" y="200"/>
                </a:cxn>
                <a:cxn ang="0">
                  <a:pos x="120" y="184"/>
                </a:cxn>
                <a:cxn ang="0">
                  <a:pos x="116" y="192"/>
                </a:cxn>
                <a:cxn ang="0">
                  <a:pos x="88" y="240"/>
                </a:cxn>
                <a:cxn ang="0">
                  <a:pos x="82" y="240"/>
                </a:cxn>
                <a:cxn ang="0">
                  <a:pos x="76" y="236"/>
                </a:cxn>
                <a:cxn ang="0">
                  <a:pos x="106" y="226"/>
                </a:cxn>
                <a:cxn ang="0">
                  <a:pos x="102" y="234"/>
                </a:cxn>
                <a:cxn ang="0">
                  <a:pos x="94" y="240"/>
                </a:cxn>
                <a:cxn ang="0">
                  <a:pos x="126" y="168"/>
                </a:cxn>
                <a:cxn ang="0">
                  <a:pos x="50" y="168"/>
                </a:cxn>
                <a:cxn ang="0">
                  <a:pos x="38" y="142"/>
                </a:cxn>
                <a:cxn ang="0">
                  <a:pos x="18" y="100"/>
                </a:cxn>
                <a:cxn ang="0">
                  <a:pos x="16" y="88"/>
                </a:cxn>
                <a:cxn ang="0">
                  <a:pos x="22" y="60"/>
                </a:cxn>
                <a:cxn ang="0">
                  <a:pos x="38" y="38"/>
                </a:cxn>
                <a:cxn ang="0">
                  <a:pos x="60" y="22"/>
                </a:cxn>
                <a:cxn ang="0">
                  <a:pos x="88" y="16"/>
                </a:cxn>
                <a:cxn ang="0">
                  <a:pos x="102" y="18"/>
                </a:cxn>
                <a:cxn ang="0">
                  <a:pos x="128" y="28"/>
                </a:cxn>
                <a:cxn ang="0">
                  <a:pos x="148" y="48"/>
                </a:cxn>
                <a:cxn ang="0">
                  <a:pos x="158" y="74"/>
                </a:cxn>
                <a:cxn ang="0">
                  <a:pos x="160" y="88"/>
                </a:cxn>
                <a:cxn ang="0">
                  <a:pos x="154" y="114"/>
                </a:cxn>
                <a:cxn ang="0">
                  <a:pos x="138" y="142"/>
                </a:cxn>
              </a:cxnLst>
              <a:rect l="0" t="0" r="r" b="b"/>
              <a:pathLst>
                <a:path w="176" h="256">
                  <a:moveTo>
                    <a:pt x="88" y="0"/>
                  </a:moveTo>
                  <a:lnTo>
                    <a:pt x="88" y="0"/>
                  </a:lnTo>
                  <a:lnTo>
                    <a:pt x="70" y="2"/>
                  </a:lnTo>
                  <a:lnTo>
                    <a:pt x="54" y="6"/>
                  </a:lnTo>
                  <a:lnTo>
                    <a:pt x="38" y="16"/>
                  </a:lnTo>
                  <a:lnTo>
                    <a:pt x="26" y="26"/>
                  </a:lnTo>
                  <a:lnTo>
                    <a:pt x="16" y="38"/>
                  </a:lnTo>
                  <a:lnTo>
                    <a:pt x="6" y="54"/>
                  </a:lnTo>
                  <a:lnTo>
                    <a:pt x="2" y="70"/>
                  </a:lnTo>
                  <a:lnTo>
                    <a:pt x="0" y="88"/>
                  </a:lnTo>
                  <a:lnTo>
                    <a:pt x="0" y="88"/>
                  </a:lnTo>
                  <a:lnTo>
                    <a:pt x="2" y="100"/>
                  </a:lnTo>
                  <a:lnTo>
                    <a:pt x="4" y="112"/>
                  </a:lnTo>
                  <a:lnTo>
                    <a:pt x="16" y="138"/>
                  </a:lnTo>
                  <a:lnTo>
                    <a:pt x="30" y="162"/>
                  </a:lnTo>
                  <a:lnTo>
                    <a:pt x="40" y="184"/>
                  </a:lnTo>
                  <a:lnTo>
                    <a:pt x="40" y="184"/>
                  </a:lnTo>
                  <a:lnTo>
                    <a:pt x="50" y="214"/>
                  </a:lnTo>
                  <a:lnTo>
                    <a:pt x="58" y="238"/>
                  </a:lnTo>
                  <a:lnTo>
                    <a:pt x="62" y="246"/>
                  </a:lnTo>
                  <a:lnTo>
                    <a:pt x="68" y="252"/>
                  </a:lnTo>
                  <a:lnTo>
                    <a:pt x="76" y="254"/>
                  </a:lnTo>
                  <a:lnTo>
                    <a:pt x="88" y="256"/>
                  </a:lnTo>
                  <a:lnTo>
                    <a:pt x="88" y="256"/>
                  </a:lnTo>
                  <a:lnTo>
                    <a:pt x="100" y="254"/>
                  </a:lnTo>
                  <a:lnTo>
                    <a:pt x="108" y="252"/>
                  </a:lnTo>
                  <a:lnTo>
                    <a:pt x="114" y="246"/>
                  </a:lnTo>
                  <a:lnTo>
                    <a:pt x="118" y="238"/>
                  </a:lnTo>
                  <a:lnTo>
                    <a:pt x="126" y="214"/>
                  </a:lnTo>
                  <a:lnTo>
                    <a:pt x="136" y="184"/>
                  </a:lnTo>
                  <a:lnTo>
                    <a:pt x="136" y="184"/>
                  </a:lnTo>
                  <a:lnTo>
                    <a:pt x="146" y="162"/>
                  </a:lnTo>
                  <a:lnTo>
                    <a:pt x="160" y="138"/>
                  </a:lnTo>
                  <a:lnTo>
                    <a:pt x="172" y="112"/>
                  </a:lnTo>
                  <a:lnTo>
                    <a:pt x="174" y="100"/>
                  </a:lnTo>
                  <a:lnTo>
                    <a:pt x="176" y="88"/>
                  </a:lnTo>
                  <a:lnTo>
                    <a:pt x="176" y="88"/>
                  </a:lnTo>
                  <a:lnTo>
                    <a:pt x="174" y="70"/>
                  </a:lnTo>
                  <a:lnTo>
                    <a:pt x="170" y="54"/>
                  </a:lnTo>
                  <a:lnTo>
                    <a:pt x="160" y="38"/>
                  </a:lnTo>
                  <a:lnTo>
                    <a:pt x="150" y="26"/>
                  </a:lnTo>
                  <a:lnTo>
                    <a:pt x="138" y="16"/>
                  </a:lnTo>
                  <a:lnTo>
                    <a:pt x="122" y="6"/>
                  </a:lnTo>
                  <a:lnTo>
                    <a:pt x="106" y="2"/>
                  </a:lnTo>
                  <a:lnTo>
                    <a:pt x="88" y="0"/>
                  </a:lnTo>
                  <a:close/>
                  <a:moveTo>
                    <a:pt x="108" y="218"/>
                  </a:moveTo>
                  <a:lnTo>
                    <a:pt x="70" y="222"/>
                  </a:lnTo>
                  <a:lnTo>
                    <a:pt x="70" y="222"/>
                  </a:lnTo>
                  <a:lnTo>
                    <a:pt x="64" y="208"/>
                  </a:lnTo>
                  <a:lnTo>
                    <a:pt x="64" y="208"/>
                  </a:lnTo>
                  <a:lnTo>
                    <a:pt x="64" y="206"/>
                  </a:lnTo>
                  <a:lnTo>
                    <a:pt x="114" y="200"/>
                  </a:lnTo>
                  <a:lnTo>
                    <a:pt x="114" y="200"/>
                  </a:lnTo>
                  <a:lnTo>
                    <a:pt x="112" y="208"/>
                  </a:lnTo>
                  <a:lnTo>
                    <a:pt x="112" y="208"/>
                  </a:lnTo>
                  <a:lnTo>
                    <a:pt x="108" y="218"/>
                  </a:lnTo>
                  <a:close/>
                  <a:moveTo>
                    <a:pt x="62" y="200"/>
                  </a:moveTo>
                  <a:lnTo>
                    <a:pt x="62" y="200"/>
                  </a:lnTo>
                  <a:lnTo>
                    <a:pt x="56" y="184"/>
                  </a:lnTo>
                  <a:lnTo>
                    <a:pt x="120" y="184"/>
                  </a:lnTo>
                  <a:lnTo>
                    <a:pt x="120" y="184"/>
                  </a:lnTo>
                  <a:lnTo>
                    <a:pt x="116" y="192"/>
                  </a:lnTo>
                  <a:lnTo>
                    <a:pt x="62" y="200"/>
                  </a:lnTo>
                  <a:close/>
                  <a:moveTo>
                    <a:pt x="88" y="240"/>
                  </a:moveTo>
                  <a:lnTo>
                    <a:pt x="88" y="240"/>
                  </a:lnTo>
                  <a:lnTo>
                    <a:pt x="82" y="240"/>
                  </a:lnTo>
                  <a:lnTo>
                    <a:pt x="78" y="238"/>
                  </a:lnTo>
                  <a:lnTo>
                    <a:pt x="76" y="236"/>
                  </a:lnTo>
                  <a:lnTo>
                    <a:pt x="72" y="230"/>
                  </a:lnTo>
                  <a:lnTo>
                    <a:pt x="106" y="226"/>
                  </a:lnTo>
                  <a:lnTo>
                    <a:pt x="106" y="226"/>
                  </a:lnTo>
                  <a:lnTo>
                    <a:pt x="102" y="234"/>
                  </a:lnTo>
                  <a:lnTo>
                    <a:pt x="98" y="238"/>
                  </a:lnTo>
                  <a:lnTo>
                    <a:pt x="94" y="240"/>
                  </a:lnTo>
                  <a:lnTo>
                    <a:pt x="88" y="240"/>
                  </a:lnTo>
                  <a:close/>
                  <a:moveTo>
                    <a:pt x="126" y="168"/>
                  </a:moveTo>
                  <a:lnTo>
                    <a:pt x="50" y="168"/>
                  </a:lnTo>
                  <a:lnTo>
                    <a:pt x="50" y="168"/>
                  </a:lnTo>
                  <a:lnTo>
                    <a:pt x="38" y="142"/>
                  </a:lnTo>
                  <a:lnTo>
                    <a:pt x="38" y="142"/>
                  </a:lnTo>
                  <a:lnTo>
                    <a:pt x="22" y="114"/>
                  </a:lnTo>
                  <a:lnTo>
                    <a:pt x="18" y="100"/>
                  </a:lnTo>
                  <a:lnTo>
                    <a:pt x="16" y="88"/>
                  </a:lnTo>
                  <a:lnTo>
                    <a:pt x="16" y="88"/>
                  </a:lnTo>
                  <a:lnTo>
                    <a:pt x="18" y="74"/>
                  </a:lnTo>
                  <a:lnTo>
                    <a:pt x="22" y="60"/>
                  </a:lnTo>
                  <a:lnTo>
                    <a:pt x="28" y="48"/>
                  </a:lnTo>
                  <a:lnTo>
                    <a:pt x="38" y="38"/>
                  </a:lnTo>
                  <a:lnTo>
                    <a:pt x="48" y="28"/>
                  </a:lnTo>
                  <a:lnTo>
                    <a:pt x="60" y="22"/>
                  </a:lnTo>
                  <a:lnTo>
                    <a:pt x="74" y="18"/>
                  </a:lnTo>
                  <a:lnTo>
                    <a:pt x="88" y="16"/>
                  </a:lnTo>
                  <a:lnTo>
                    <a:pt x="88" y="16"/>
                  </a:lnTo>
                  <a:lnTo>
                    <a:pt x="102" y="18"/>
                  </a:lnTo>
                  <a:lnTo>
                    <a:pt x="116" y="22"/>
                  </a:lnTo>
                  <a:lnTo>
                    <a:pt x="128" y="28"/>
                  </a:lnTo>
                  <a:lnTo>
                    <a:pt x="138" y="38"/>
                  </a:lnTo>
                  <a:lnTo>
                    <a:pt x="148" y="48"/>
                  </a:lnTo>
                  <a:lnTo>
                    <a:pt x="154" y="60"/>
                  </a:lnTo>
                  <a:lnTo>
                    <a:pt x="158" y="74"/>
                  </a:lnTo>
                  <a:lnTo>
                    <a:pt x="160" y="88"/>
                  </a:lnTo>
                  <a:lnTo>
                    <a:pt x="160" y="88"/>
                  </a:lnTo>
                  <a:lnTo>
                    <a:pt x="158" y="100"/>
                  </a:lnTo>
                  <a:lnTo>
                    <a:pt x="154" y="114"/>
                  </a:lnTo>
                  <a:lnTo>
                    <a:pt x="138" y="142"/>
                  </a:lnTo>
                  <a:lnTo>
                    <a:pt x="138" y="142"/>
                  </a:lnTo>
                  <a:lnTo>
                    <a:pt x="126" y="16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87" name="Freeform 66"/>
            <p:cNvSpPr>
              <a:spLocks/>
            </p:cNvSpPr>
            <p:nvPr/>
          </p:nvSpPr>
          <p:spPr bwMode="auto">
            <a:xfrm>
              <a:off x="4902200" y="2838450"/>
              <a:ext cx="82550" cy="82550"/>
            </a:xfrm>
            <a:custGeom>
              <a:avLst/>
              <a:gdLst/>
              <a:ahLst/>
              <a:cxnLst>
                <a:cxn ang="0">
                  <a:pos x="48" y="0"/>
                </a:cxn>
                <a:cxn ang="0">
                  <a:pos x="48" y="0"/>
                </a:cxn>
                <a:cxn ang="0">
                  <a:pos x="38" y="0"/>
                </a:cxn>
                <a:cxn ang="0">
                  <a:pos x="30" y="4"/>
                </a:cxn>
                <a:cxn ang="0">
                  <a:pos x="22" y="8"/>
                </a:cxn>
                <a:cxn ang="0">
                  <a:pos x="14" y="14"/>
                </a:cxn>
                <a:cxn ang="0">
                  <a:pos x="8" y="22"/>
                </a:cxn>
                <a:cxn ang="0">
                  <a:pos x="4" y="30"/>
                </a:cxn>
                <a:cxn ang="0">
                  <a:pos x="0" y="38"/>
                </a:cxn>
                <a:cxn ang="0">
                  <a:pos x="0" y="48"/>
                </a:cxn>
                <a:cxn ang="0">
                  <a:pos x="0" y="48"/>
                </a:cxn>
                <a:cxn ang="0">
                  <a:pos x="2" y="50"/>
                </a:cxn>
                <a:cxn ang="0">
                  <a:pos x="4" y="52"/>
                </a:cxn>
                <a:cxn ang="0">
                  <a:pos x="4" y="52"/>
                </a:cxn>
                <a:cxn ang="0">
                  <a:pos x="6" y="50"/>
                </a:cxn>
                <a:cxn ang="0">
                  <a:pos x="8" y="48"/>
                </a:cxn>
                <a:cxn ang="0">
                  <a:pos x="8" y="48"/>
                </a:cxn>
                <a:cxn ang="0">
                  <a:pos x="8" y="40"/>
                </a:cxn>
                <a:cxn ang="0">
                  <a:pos x="12" y="32"/>
                </a:cxn>
                <a:cxn ang="0">
                  <a:pos x="14" y="26"/>
                </a:cxn>
                <a:cxn ang="0">
                  <a:pos x="20" y="20"/>
                </a:cxn>
                <a:cxn ang="0">
                  <a:pos x="26" y="14"/>
                </a:cxn>
                <a:cxn ang="0">
                  <a:pos x="32" y="12"/>
                </a:cxn>
                <a:cxn ang="0">
                  <a:pos x="40" y="8"/>
                </a:cxn>
                <a:cxn ang="0">
                  <a:pos x="48" y="8"/>
                </a:cxn>
                <a:cxn ang="0">
                  <a:pos x="48" y="8"/>
                </a:cxn>
                <a:cxn ang="0">
                  <a:pos x="50" y="6"/>
                </a:cxn>
                <a:cxn ang="0">
                  <a:pos x="52" y="4"/>
                </a:cxn>
                <a:cxn ang="0">
                  <a:pos x="52" y="4"/>
                </a:cxn>
                <a:cxn ang="0">
                  <a:pos x="50" y="2"/>
                </a:cxn>
                <a:cxn ang="0">
                  <a:pos x="48" y="0"/>
                </a:cxn>
              </a:cxnLst>
              <a:rect l="0" t="0" r="r" b="b"/>
              <a:pathLst>
                <a:path w="52" h="52">
                  <a:moveTo>
                    <a:pt x="48" y="0"/>
                  </a:moveTo>
                  <a:lnTo>
                    <a:pt x="48" y="0"/>
                  </a:lnTo>
                  <a:lnTo>
                    <a:pt x="38" y="0"/>
                  </a:lnTo>
                  <a:lnTo>
                    <a:pt x="30" y="4"/>
                  </a:lnTo>
                  <a:lnTo>
                    <a:pt x="22" y="8"/>
                  </a:lnTo>
                  <a:lnTo>
                    <a:pt x="14" y="14"/>
                  </a:lnTo>
                  <a:lnTo>
                    <a:pt x="8" y="22"/>
                  </a:lnTo>
                  <a:lnTo>
                    <a:pt x="4" y="30"/>
                  </a:lnTo>
                  <a:lnTo>
                    <a:pt x="0" y="38"/>
                  </a:lnTo>
                  <a:lnTo>
                    <a:pt x="0" y="48"/>
                  </a:lnTo>
                  <a:lnTo>
                    <a:pt x="0" y="48"/>
                  </a:lnTo>
                  <a:lnTo>
                    <a:pt x="2" y="50"/>
                  </a:lnTo>
                  <a:lnTo>
                    <a:pt x="4" y="52"/>
                  </a:lnTo>
                  <a:lnTo>
                    <a:pt x="4" y="52"/>
                  </a:lnTo>
                  <a:lnTo>
                    <a:pt x="6" y="50"/>
                  </a:lnTo>
                  <a:lnTo>
                    <a:pt x="8" y="48"/>
                  </a:lnTo>
                  <a:lnTo>
                    <a:pt x="8" y="48"/>
                  </a:lnTo>
                  <a:lnTo>
                    <a:pt x="8" y="40"/>
                  </a:lnTo>
                  <a:lnTo>
                    <a:pt x="12" y="32"/>
                  </a:lnTo>
                  <a:lnTo>
                    <a:pt x="14" y="26"/>
                  </a:lnTo>
                  <a:lnTo>
                    <a:pt x="20" y="20"/>
                  </a:lnTo>
                  <a:lnTo>
                    <a:pt x="26" y="14"/>
                  </a:lnTo>
                  <a:lnTo>
                    <a:pt x="32" y="12"/>
                  </a:lnTo>
                  <a:lnTo>
                    <a:pt x="40" y="8"/>
                  </a:lnTo>
                  <a:lnTo>
                    <a:pt x="48" y="8"/>
                  </a:lnTo>
                  <a:lnTo>
                    <a:pt x="48" y="8"/>
                  </a:lnTo>
                  <a:lnTo>
                    <a:pt x="50" y="6"/>
                  </a:lnTo>
                  <a:lnTo>
                    <a:pt x="52" y="4"/>
                  </a:lnTo>
                  <a:lnTo>
                    <a:pt x="52" y="4"/>
                  </a:lnTo>
                  <a:lnTo>
                    <a:pt x="50" y="2"/>
                  </a:lnTo>
                  <a:lnTo>
                    <a:pt x="48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88" name="Freeform 67"/>
            <p:cNvSpPr>
              <a:spLocks/>
            </p:cNvSpPr>
            <p:nvPr/>
          </p:nvSpPr>
          <p:spPr bwMode="auto">
            <a:xfrm>
              <a:off x="4902200" y="2838450"/>
              <a:ext cx="82550" cy="82550"/>
            </a:xfrm>
            <a:custGeom>
              <a:avLst/>
              <a:gdLst/>
              <a:ahLst/>
              <a:cxnLst>
                <a:cxn ang="0">
                  <a:pos x="48" y="0"/>
                </a:cxn>
                <a:cxn ang="0">
                  <a:pos x="48" y="0"/>
                </a:cxn>
                <a:cxn ang="0">
                  <a:pos x="38" y="0"/>
                </a:cxn>
                <a:cxn ang="0">
                  <a:pos x="30" y="4"/>
                </a:cxn>
                <a:cxn ang="0">
                  <a:pos x="22" y="8"/>
                </a:cxn>
                <a:cxn ang="0">
                  <a:pos x="14" y="14"/>
                </a:cxn>
                <a:cxn ang="0">
                  <a:pos x="8" y="22"/>
                </a:cxn>
                <a:cxn ang="0">
                  <a:pos x="4" y="30"/>
                </a:cxn>
                <a:cxn ang="0">
                  <a:pos x="0" y="38"/>
                </a:cxn>
                <a:cxn ang="0">
                  <a:pos x="0" y="48"/>
                </a:cxn>
                <a:cxn ang="0">
                  <a:pos x="0" y="48"/>
                </a:cxn>
                <a:cxn ang="0">
                  <a:pos x="2" y="50"/>
                </a:cxn>
                <a:cxn ang="0">
                  <a:pos x="4" y="52"/>
                </a:cxn>
                <a:cxn ang="0">
                  <a:pos x="4" y="52"/>
                </a:cxn>
                <a:cxn ang="0">
                  <a:pos x="6" y="50"/>
                </a:cxn>
                <a:cxn ang="0">
                  <a:pos x="8" y="48"/>
                </a:cxn>
                <a:cxn ang="0">
                  <a:pos x="8" y="48"/>
                </a:cxn>
                <a:cxn ang="0">
                  <a:pos x="8" y="40"/>
                </a:cxn>
                <a:cxn ang="0">
                  <a:pos x="12" y="32"/>
                </a:cxn>
                <a:cxn ang="0">
                  <a:pos x="14" y="26"/>
                </a:cxn>
                <a:cxn ang="0">
                  <a:pos x="20" y="20"/>
                </a:cxn>
                <a:cxn ang="0">
                  <a:pos x="26" y="14"/>
                </a:cxn>
                <a:cxn ang="0">
                  <a:pos x="32" y="12"/>
                </a:cxn>
                <a:cxn ang="0">
                  <a:pos x="40" y="8"/>
                </a:cxn>
                <a:cxn ang="0">
                  <a:pos x="48" y="8"/>
                </a:cxn>
                <a:cxn ang="0">
                  <a:pos x="48" y="8"/>
                </a:cxn>
                <a:cxn ang="0">
                  <a:pos x="50" y="6"/>
                </a:cxn>
                <a:cxn ang="0">
                  <a:pos x="52" y="4"/>
                </a:cxn>
                <a:cxn ang="0">
                  <a:pos x="52" y="4"/>
                </a:cxn>
                <a:cxn ang="0">
                  <a:pos x="50" y="2"/>
                </a:cxn>
                <a:cxn ang="0">
                  <a:pos x="48" y="0"/>
                </a:cxn>
              </a:cxnLst>
              <a:rect l="0" t="0" r="r" b="b"/>
              <a:pathLst>
                <a:path w="52" h="52">
                  <a:moveTo>
                    <a:pt x="48" y="0"/>
                  </a:moveTo>
                  <a:lnTo>
                    <a:pt x="48" y="0"/>
                  </a:lnTo>
                  <a:lnTo>
                    <a:pt x="38" y="0"/>
                  </a:lnTo>
                  <a:lnTo>
                    <a:pt x="30" y="4"/>
                  </a:lnTo>
                  <a:lnTo>
                    <a:pt x="22" y="8"/>
                  </a:lnTo>
                  <a:lnTo>
                    <a:pt x="14" y="14"/>
                  </a:lnTo>
                  <a:lnTo>
                    <a:pt x="8" y="22"/>
                  </a:lnTo>
                  <a:lnTo>
                    <a:pt x="4" y="30"/>
                  </a:lnTo>
                  <a:lnTo>
                    <a:pt x="0" y="38"/>
                  </a:lnTo>
                  <a:lnTo>
                    <a:pt x="0" y="48"/>
                  </a:lnTo>
                  <a:lnTo>
                    <a:pt x="0" y="48"/>
                  </a:lnTo>
                  <a:lnTo>
                    <a:pt x="2" y="50"/>
                  </a:lnTo>
                  <a:lnTo>
                    <a:pt x="4" y="52"/>
                  </a:lnTo>
                  <a:lnTo>
                    <a:pt x="4" y="52"/>
                  </a:lnTo>
                  <a:lnTo>
                    <a:pt x="6" y="50"/>
                  </a:lnTo>
                  <a:lnTo>
                    <a:pt x="8" y="48"/>
                  </a:lnTo>
                  <a:lnTo>
                    <a:pt x="8" y="48"/>
                  </a:lnTo>
                  <a:lnTo>
                    <a:pt x="8" y="40"/>
                  </a:lnTo>
                  <a:lnTo>
                    <a:pt x="12" y="32"/>
                  </a:lnTo>
                  <a:lnTo>
                    <a:pt x="14" y="26"/>
                  </a:lnTo>
                  <a:lnTo>
                    <a:pt x="20" y="20"/>
                  </a:lnTo>
                  <a:lnTo>
                    <a:pt x="26" y="14"/>
                  </a:lnTo>
                  <a:lnTo>
                    <a:pt x="32" y="12"/>
                  </a:lnTo>
                  <a:lnTo>
                    <a:pt x="40" y="8"/>
                  </a:lnTo>
                  <a:lnTo>
                    <a:pt x="48" y="8"/>
                  </a:lnTo>
                  <a:lnTo>
                    <a:pt x="48" y="8"/>
                  </a:lnTo>
                  <a:lnTo>
                    <a:pt x="50" y="6"/>
                  </a:lnTo>
                  <a:lnTo>
                    <a:pt x="52" y="4"/>
                  </a:lnTo>
                  <a:lnTo>
                    <a:pt x="52" y="4"/>
                  </a:lnTo>
                  <a:lnTo>
                    <a:pt x="50" y="2"/>
                  </a:lnTo>
                  <a:lnTo>
                    <a:pt x="48" y="0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</p:grpSp>
      <p:grpSp>
        <p:nvGrpSpPr>
          <p:cNvPr id="34" name="Group 33"/>
          <p:cNvGrpSpPr/>
          <p:nvPr/>
        </p:nvGrpSpPr>
        <p:grpSpPr>
          <a:xfrm>
            <a:off x="791633" y="3578448"/>
            <a:ext cx="465099" cy="348824"/>
            <a:chOff x="2336800" y="2825750"/>
            <a:chExt cx="406400" cy="304800"/>
          </a:xfrm>
          <a:solidFill>
            <a:schemeClr val="accent1"/>
          </a:solidFill>
        </p:grpSpPr>
        <p:sp>
          <p:nvSpPr>
            <p:cNvPr id="84" name="Freeform 92"/>
            <p:cNvSpPr>
              <a:spLocks noEditPoints="1"/>
            </p:cNvSpPr>
            <p:nvPr/>
          </p:nvSpPr>
          <p:spPr bwMode="auto">
            <a:xfrm>
              <a:off x="2336800" y="2825750"/>
              <a:ext cx="406400" cy="304800"/>
            </a:xfrm>
            <a:custGeom>
              <a:avLst/>
              <a:gdLst/>
              <a:ahLst/>
              <a:cxnLst>
                <a:cxn ang="0">
                  <a:pos x="252" y="80"/>
                </a:cxn>
                <a:cxn ang="0">
                  <a:pos x="212" y="16"/>
                </a:cxn>
                <a:cxn ang="0">
                  <a:pos x="212" y="16"/>
                </a:cxn>
                <a:cxn ang="0">
                  <a:pos x="206" y="8"/>
                </a:cxn>
                <a:cxn ang="0">
                  <a:pos x="200" y="4"/>
                </a:cxn>
                <a:cxn ang="0">
                  <a:pos x="192" y="2"/>
                </a:cxn>
                <a:cxn ang="0">
                  <a:pos x="184" y="0"/>
                </a:cxn>
                <a:cxn ang="0">
                  <a:pos x="32" y="0"/>
                </a:cxn>
                <a:cxn ang="0">
                  <a:pos x="32" y="0"/>
                </a:cxn>
                <a:cxn ang="0">
                  <a:pos x="26" y="0"/>
                </a:cxn>
                <a:cxn ang="0">
                  <a:pos x="20" y="2"/>
                </a:cxn>
                <a:cxn ang="0">
                  <a:pos x="10" y="10"/>
                </a:cxn>
                <a:cxn ang="0">
                  <a:pos x="2" y="20"/>
                </a:cxn>
                <a:cxn ang="0">
                  <a:pos x="0" y="26"/>
                </a:cxn>
                <a:cxn ang="0">
                  <a:pos x="0" y="32"/>
                </a:cxn>
                <a:cxn ang="0">
                  <a:pos x="0" y="160"/>
                </a:cxn>
                <a:cxn ang="0">
                  <a:pos x="0" y="160"/>
                </a:cxn>
                <a:cxn ang="0">
                  <a:pos x="0" y="166"/>
                </a:cxn>
                <a:cxn ang="0">
                  <a:pos x="2" y="172"/>
                </a:cxn>
                <a:cxn ang="0">
                  <a:pos x="10" y="182"/>
                </a:cxn>
                <a:cxn ang="0">
                  <a:pos x="20" y="190"/>
                </a:cxn>
                <a:cxn ang="0">
                  <a:pos x="26" y="192"/>
                </a:cxn>
                <a:cxn ang="0">
                  <a:pos x="32" y="192"/>
                </a:cxn>
                <a:cxn ang="0">
                  <a:pos x="184" y="192"/>
                </a:cxn>
                <a:cxn ang="0">
                  <a:pos x="184" y="192"/>
                </a:cxn>
                <a:cxn ang="0">
                  <a:pos x="192" y="190"/>
                </a:cxn>
                <a:cxn ang="0">
                  <a:pos x="200" y="188"/>
                </a:cxn>
                <a:cxn ang="0">
                  <a:pos x="206" y="184"/>
                </a:cxn>
                <a:cxn ang="0">
                  <a:pos x="212" y="176"/>
                </a:cxn>
                <a:cxn ang="0">
                  <a:pos x="252" y="112"/>
                </a:cxn>
                <a:cxn ang="0">
                  <a:pos x="252" y="112"/>
                </a:cxn>
                <a:cxn ang="0">
                  <a:pos x="254" y="104"/>
                </a:cxn>
                <a:cxn ang="0">
                  <a:pos x="256" y="96"/>
                </a:cxn>
                <a:cxn ang="0">
                  <a:pos x="254" y="88"/>
                </a:cxn>
                <a:cxn ang="0">
                  <a:pos x="252" y="80"/>
                </a:cxn>
                <a:cxn ang="0">
                  <a:pos x="238" y="104"/>
                </a:cxn>
                <a:cxn ang="0">
                  <a:pos x="198" y="168"/>
                </a:cxn>
                <a:cxn ang="0">
                  <a:pos x="198" y="168"/>
                </a:cxn>
                <a:cxn ang="0">
                  <a:pos x="192" y="174"/>
                </a:cxn>
                <a:cxn ang="0">
                  <a:pos x="184" y="176"/>
                </a:cxn>
                <a:cxn ang="0">
                  <a:pos x="32" y="176"/>
                </a:cxn>
                <a:cxn ang="0">
                  <a:pos x="32" y="176"/>
                </a:cxn>
                <a:cxn ang="0">
                  <a:pos x="26" y="174"/>
                </a:cxn>
                <a:cxn ang="0">
                  <a:pos x="20" y="172"/>
                </a:cxn>
                <a:cxn ang="0">
                  <a:pos x="18" y="166"/>
                </a:cxn>
                <a:cxn ang="0">
                  <a:pos x="16" y="160"/>
                </a:cxn>
                <a:cxn ang="0">
                  <a:pos x="16" y="32"/>
                </a:cxn>
                <a:cxn ang="0">
                  <a:pos x="16" y="32"/>
                </a:cxn>
                <a:cxn ang="0">
                  <a:pos x="18" y="26"/>
                </a:cxn>
                <a:cxn ang="0">
                  <a:pos x="20" y="20"/>
                </a:cxn>
                <a:cxn ang="0">
                  <a:pos x="26" y="18"/>
                </a:cxn>
                <a:cxn ang="0">
                  <a:pos x="32" y="16"/>
                </a:cxn>
                <a:cxn ang="0">
                  <a:pos x="184" y="16"/>
                </a:cxn>
                <a:cxn ang="0">
                  <a:pos x="184" y="16"/>
                </a:cxn>
                <a:cxn ang="0">
                  <a:pos x="192" y="18"/>
                </a:cxn>
                <a:cxn ang="0">
                  <a:pos x="198" y="24"/>
                </a:cxn>
                <a:cxn ang="0">
                  <a:pos x="238" y="88"/>
                </a:cxn>
                <a:cxn ang="0">
                  <a:pos x="238" y="88"/>
                </a:cxn>
                <a:cxn ang="0">
                  <a:pos x="240" y="92"/>
                </a:cxn>
                <a:cxn ang="0">
                  <a:pos x="240" y="96"/>
                </a:cxn>
                <a:cxn ang="0">
                  <a:pos x="240" y="100"/>
                </a:cxn>
                <a:cxn ang="0">
                  <a:pos x="238" y="104"/>
                </a:cxn>
              </a:cxnLst>
              <a:rect l="0" t="0" r="r" b="b"/>
              <a:pathLst>
                <a:path w="256" h="192">
                  <a:moveTo>
                    <a:pt x="252" y="80"/>
                  </a:moveTo>
                  <a:lnTo>
                    <a:pt x="212" y="16"/>
                  </a:lnTo>
                  <a:lnTo>
                    <a:pt x="212" y="16"/>
                  </a:lnTo>
                  <a:lnTo>
                    <a:pt x="206" y="8"/>
                  </a:lnTo>
                  <a:lnTo>
                    <a:pt x="200" y="4"/>
                  </a:lnTo>
                  <a:lnTo>
                    <a:pt x="192" y="2"/>
                  </a:lnTo>
                  <a:lnTo>
                    <a:pt x="184" y="0"/>
                  </a:lnTo>
                  <a:lnTo>
                    <a:pt x="32" y="0"/>
                  </a:lnTo>
                  <a:lnTo>
                    <a:pt x="32" y="0"/>
                  </a:lnTo>
                  <a:lnTo>
                    <a:pt x="26" y="0"/>
                  </a:lnTo>
                  <a:lnTo>
                    <a:pt x="20" y="2"/>
                  </a:lnTo>
                  <a:lnTo>
                    <a:pt x="10" y="10"/>
                  </a:lnTo>
                  <a:lnTo>
                    <a:pt x="2" y="20"/>
                  </a:lnTo>
                  <a:lnTo>
                    <a:pt x="0" y="26"/>
                  </a:lnTo>
                  <a:lnTo>
                    <a:pt x="0" y="32"/>
                  </a:lnTo>
                  <a:lnTo>
                    <a:pt x="0" y="160"/>
                  </a:lnTo>
                  <a:lnTo>
                    <a:pt x="0" y="160"/>
                  </a:lnTo>
                  <a:lnTo>
                    <a:pt x="0" y="166"/>
                  </a:lnTo>
                  <a:lnTo>
                    <a:pt x="2" y="172"/>
                  </a:lnTo>
                  <a:lnTo>
                    <a:pt x="10" y="182"/>
                  </a:lnTo>
                  <a:lnTo>
                    <a:pt x="20" y="190"/>
                  </a:lnTo>
                  <a:lnTo>
                    <a:pt x="26" y="192"/>
                  </a:lnTo>
                  <a:lnTo>
                    <a:pt x="32" y="192"/>
                  </a:lnTo>
                  <a:lnTo>
                    <a:pt x="184" y="192"/>
                  </a:lnTo>
                  <a:lnTo>
                    <a:pt x="184" y="192"/>
                  </a:lnTo>
                  <a:lnTo>
                    <a:pt x="192" y="190"/>
                  </a:lnTo>
                  <a:lnTo>
                    <a:pt x="200" y="188"/>
                  </a:lnTo>
                  <a:lnTo>
                    <a:pt x="206" y="184"/>
                  </a:lnTo>
                  <a:lnTo>
                    <a:pt x="212" y="176"/>
                  </a:lnTo>
                  <a:lnTo>
                    <a:pt x="252" y="112"/>
                  </a:lnTo>
                  <a:lnTo>
                    <a:pt x="252" y="112"/>
                  </a:lnTo>
                  <a:lnTo>
                    <a:pt x="254" y="104"/>
                  </a:lnTo>
                  <a:lnTo>
                    <a:pt x="256" y="96"/>
                  </a:lnTo>
                  <a:lnTo>
                    <a:pt x="254" y="88"/>
                  </a:lnTo>
                  <a:lnTo>
                    <a:pt x="252" y="80"/>
                  </a:lnTo>
                  <a:close/>
                  <a:moveTo>
                    <a:pt x="238" y="104"/>
                  </a:moveTo>
                  <a:lnTo>
                    <a:pt x="198" y="168"/>
                  </a:lnTo>
                  <a:lnTo>
                    <a:pt x="198" y="168"/>
                  </a:lnTo>
                  <a:lnTo>
                    <a:pt x="192" y="174"/>
                  </a:lnTo>
                  <a:lnTo>
                    <a:pt x="184" y="176"/>
                  </a:lnTo>
                  <a:lnTo>
                    <a:pt x="32" y="176"/>
                  </a:lnTo>
                  <a:lnTo>
                    <a:pt x="32" y="176"/>
                  </a:lnTo>
                  <a:lnTo>
                    <a:pt x="26" y="174"/>
                  </a:lnTo>
                  <a:lnTo>
                    <a:pt x="20" y="172"/>
                  </a:lnTo>
                  <a:lnTo>
                    <a:pt x="18" y="166"/>
                  </a:lnTo>
                  <a:lnTo>
                    <a:pt x="16" y="160"/>
                  </a:lnTo>
                  <a:lnTo>
                    <a:pt x="16" y="32"/>
                  </a:lnTo>
                  <a:lnTo>
                    <a:pt x="16" y="32"/>
                  </a:lnTo>
                  <a:lnTo>
                    <a:pt x="18" y="26"/>
                  </a:lnTo>
                  <a:lnTo>
                    <a:pt x="20" y="20"/>
                  </a:lnTo>
                  <a:lnTo>
                    <a:pt x="26" y="18"/>
                  </a:lnTo>
                  <a:lnTo>
                    <a:pt x="32" y="16"/>
                  </a:lnTo>
                  <a:lnTo>
                    <a:pt x="184" y="16"/>
                  </a:lnTo>
                  <a:lnTo>
                    <a:pt x="184" y="16"/>
                  </a:lnTo>
                  <a:lnTo>
                    <a:pt x="192" y="18"/>
                  </a:lnTo>
                  <a:lnTo>
                    <a:pt x="198" y="24"/>
                  </a:lnTo>
                  <a:lnTo>
                    <a:pt x="238" y="88"/>
                  </a:lnTo>
                  <a:lnTo>
                    <a:pt x="238" y="88"/>
                  </a:lnTo>
                  <a:lnTo>
                    <a:pt x="240" y="92"/>
                  </a:lnTo>
                  <a:lnTo>
                    <a:pt x="240" y="96"/>
                  </a:lnTo>
                  <a:lnTo>
                    <a:pt x="240" y="100"/>
                  </a:lnTo>
                  <a:lnTo>
                    <a:pt x="238" y="10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85" name="Freeform 95"/>
            <p:cNvSpPr>
              <a:spLocks noEditPoints="1"/>
            </p:cNvSpPr>
            <p:nvPr/>
          </p:nvSpPr>
          <p:spPr bwMode="auto">
            <a:xfrm>
              <a:off x="2590800" y="2940050"/>
              <a:ext cx="76200" cy="76200"/>
            </a:xfrm>
            <a:custGeom>
              <a:avLst/>
              <a:gdLst/>
              <a:ahLst/>
              <a:cxnLst>
                <a:cxn ang="0">
                  <a:pos x="24" y="0"/>
                </a:cxn>
                <a:cxn ang="0">
                  <a:pos x="24" y="0"/>
                </a:cxn>
                <a:cxn ang="0">
                  <a:pos x="14" y="2"/>
                </a:cxn>
                <a:cxn ang="0">
                  <a:pos x="8" y="8"/>
                </a:cxn>
                <a:cxn ang="0">
                  <a:pos x="2" y="14"/>
                </a:cxn>
                <a:cxn ang="0">
                  <a:pos x="0" y="24"/>
                </a:cxn>
                <a:cxn ang="0">
                  <a:pos x="0" y="24"/>
                </a:cxn>
                <a:cxn ang="0">
                  <a:pos x="2" y="34"/>
                </a:cxn>
                <a:cxn ang="0">
                  <a:pos x="8" y="40"/>
                </a:cxn>
                <a:cxn ang="0">
                  <a:pos x="14" y="46"/>
                </a:cxn>
                <a:cxn ang="0">
                  <a:pos x="24" y="48"/>
                </a:cxn>
                <a:cxn ang="0">
                  <a:pos x="24" y="48"/>
                </a:cxn>
                <a:cxn ang="0">
                  <a:pos x="34" y="46"/>
                </a:cxn>
                <a:cxn ang="0">
                  <a:pos x="40" y="40"/>
                </a:cxn>
                <a:cxn ang="0">
                  <a:pos x="46" y="34"/>
                </a:cxn>
                <a:cxn ang="0">
                  <a:pos x="48" y="24"/>
                </a:cxn>
                <a:cxn ang="0">
                  <a:pos x="48" y="24"/>
                </a:cxn>
                <a:cxn ang="0">
                  <a:pos x="46" y="14"/>
                </a:cxn>
                <a:cxn ang="0">
                  <a:pos x="40" y="8"/>
                </a:cxn>
                <a:cxn ang="0">
                  <a:pos x="34" y="2"/>
                </a:cxn>
                <a:cxn ang="0">
                  <a:pos x="24" y="0"/>
                </a:cxn>
                <a:cxn ang="0">
                  <a:pos x="24" y="40"/>
                </a:cxn>
                <a:cxn ang="0">
                  <a:pos x="24" y="40"/>
                </a:cxn>
                <a:cxn ang="0">
                  <a:pos x="18" y="38"/>
                </a:cxn>
                <a:cxn ang="0">
                  <a:pos x="12" y="36"/>
                </a:cxn>
                <a:cxn ang="0">
                  <a:pos x="10" y="30"/>
                </a:cxn>
                <a:cxn ang="0">
                  <a:pos x="8" y="24"/>
                </a:cxn>
                <a:cxn ang="0">
                  <a:pos x="8" y="24"/>
                </a:cxn>
                <a:cxn ang="0">
                  <a:pos x="10" y="18"/>
                </a:cxn>
                <a:cxn ang="0">
                  <a:pos x="12" y="12"/>
                </a:cxn>
                <a:cxn ang="0">
                  <a:pos x="18" y="10"/>
                </a:cxn>
                <a:cxn ang="0">
                  <a:pos x="24" y="8"/>
                </a:cxn>
                <a:cxn ang="0">
                  <a:pos x="24" y="8"/>
                </a:cxn>
                <a:cxn ang="0">
                  <a:pos x="30" y="10"/>
                </a:cxn>
                <a:cxn ang="0">
                  <a:pos x="36" y="12"/>
                </a:cxn>
                <a:cxn ang="0">
                  <a:pos x="38" y="18"/>
                </a:cxn>
                <a:cxn ang="0">
                  <a:pos x="40" y="24"/>
                </a:cxn>
                <a:cxn ang="0">
                  <a:pos x="40" y="24"/>
                </a:cxn>
                <a:cxn ang="0">
                  <a:pos x="38" y="30"/>
                </a:cxn>
                <a:cxn ang="0">
                  <a:pos x="36" y="36"/>
                </a:cxn>
                <a:cxn ang="0">
                  <a:pos x="30" y="38"/>
                </a:cxn>
                <a:cxn ang="0">
                  <a:pos x="24" y="40"/>
                </a:cxn>
              </a:cxnLst>
              <a:rect l="0" t="0" r="r" b="b"/>
              <a:pathLst>
                <a:path w="48" h="48">
                  <a:moveTo>
                    <a:pt x="24" y="0"/>
                  </a:moveTo>
                  <a:lnTo>
                    <a:pt x="24" y="0"/>
                  </a:lnTo>
                  <a:lnTo>
                    <a:pt x="14" y="2"/>
                  </a:lnTo>
                  <a:lnTo>
                    <a:pt x="8" y="8"/>
                  </a:lnTo>
                  <a:lnTo>
                    <a:pt x="2" y="14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2" y="34"/>
                  </a:lnTo>
                  <a:lnTo>
                    <a:pt x="8" y="40"/>
                  </a:lnTo>
                  <a:lnTo>
                    <a:pt x="14" y="46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34" y="46"/>
                  </a:lnTo>
                  <a:lnTo>
                    <a:pt x="40" y="40"/>
                  </a:lnTo>
                  <a:lnTo>
                    <a:pt x="46" y="34"/>
                  </a:lnTo>
                  <a:lnTo>
                    <a:pt x="48" y="24"/>
                  </a:lnTo>
                  <a:lnTo>
                    <a:pt x="48" y="24"/>
                  </a:lnTo>
                  <a:lnTo>
                    <a:pt x="46" y="14"/>
                  </a:lnTo>
                  <a:lnTo>
                    <a:pt x="40" y="8"/>
                  </a:lnTo>
                  <a:lnTo>
                    <a:pt x="34" y="2"/>
                  </a:lnTo>
                  <a:lnTo>
                    <a:pt x="24" y="0"/>
                  </a:lnTo>
                  <a:close/>
                  <a:moveTo>
                    <a:pt x="24" y="40"/>
                  </a:moveTo>
                  <a:lnTo>
                    <a:pt x="24" y="40"/>
                  </a:lnTo>
                  <a:lnTo>
                    <a:pt x="18" y="38"/>
                  </a:lnTo>
                  <a:lnTo>
                    <a:pt x="12" y="36"/>
                  </a:lnTo>
                  <a:lnTo>
                    <a:pt x="10" y="30"/>
                  </a:lnTo>
                  <a:lnTo>
                    <a:pt x="8" y="24"/>
                  </a:lnTo>
                  <a:lnTo>
                    <a:pt x="8" y="24"/>
                  </a:lnTo>
                  <a:lnTo>
                    <a:pt x="10" y="18"/>
                  </a:lnTo>
                  <a:lnTo>
                    <a:pt x="12" y="12"/>
                  </a:lnTo>
                  <a:lnTo>
                    <a:pt x="18" y="10"/>
                  </a:lnTo>
                  <a:lnTo>
                    <a:pt x="24" y="8"/>
                  </a:lnTo>
                  <a:lnTo>
                    <a:pt x="24" y="8"/>
                  </a:lnTo>
                  <a:lnTo>
                    <a:pt x="30" y="10"/>
                  </a:lnTo>
                  <a:lnTo>
                    <a:pt x="36" y="12"/>
                  </a:lnTo>
                  <a:lnTo>
                    <a:pt x="38" y="18"/>
                  </a:lnTo>
                  <a:lnTo>
                    <a:pt x="40" y="24"/>
                  </a:lnTo>
                  <a:lnTo>
                    <a:pt x="40" y="24"/>
                  </a:lnTo>
                  <a:lnTo>
                    <a:pt x="38" y="30"/>
                  </a:lnTo>
                  <a:lnTo>
                    <a:pt x="36" y="36"/>
                  </a:lnTo>
                  <a:lnTo>
                    <a:pt x="30" y="38"/>
                  </a:lnTo>
                  <a:lnTo>
                    <a:pt x="24" y="4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</p:grpSp>
      <p:grpSp>
        <p:nvGrpSpPr>
          <p:cNvPr id="35" name="Group 34"/>
          <p:cNvGrpSpPr/>
          <p:nvPr/>
        </p:nvGrpSpPr>
        <p:grpSpPr>
          <a:xfrm>
            <a:off x="4512424" y="2590112"/>
            <a:ext cx="465099" cy="465099"/>
            <a:chOff x="5588000" y="1962150"/>
            <a:chExt cx="406400" cy="406400"/>
          </a:xfrm>
          <a:solidFill>
            <a:schemeClr val="accent1"/>
          </a:solidFill>
        </p:grpSpPr>
        <p:sp>
          <p:nvSpPr>
            <p:cNvPr id="81" name="Freeform 106"/>
            <p:cNvSpPr>
              <a:spLocks noEditPoints="1"/>
            </p:cNvSpPr>
            <p:nvPr/>
          </p:nvSpPr>
          <p:spPr bwMode="auto">
            <a:xfrm>
              <a:off x="5588000" y="1962150"/>
              <a:ext cx="406400" cy="406400"/>
            </a:xfrm>
            <a:custGeom>
              <a:avLst/>
              <a:gdLst/>
              <a:ahLst/>
              <a:cxnLst>
                <a:cxn ang="0">
                  <a:pos x="214" y="86"/>
                </a:cxn>
                <a:cxn ang="0">
                  <a:pos x="230" y="54"/>
                </a:cxn>
                <a:cxn ang="0">
                  <a:pos x="210" y="30"/>
                </a:cxn>
                <a:cxn ang="0">
                  <a:pos x="194" y="26"/>
                </a:cxn>
                <a:cxn ang="0">
                  <a:pos x="160" y="38"/>
                </a:cxn>
                <a:cxn ang="0">
                  <a:pos x="150" y="4"/>
                </a:cxn>
                <a:cxn ang="0">
                  <a:pos x="118" y="0"/>
                </a:cxn>
                <a:cxn ang="0">
                  <a:pos x="102" y="12"/>
                </a:cxn>
                <a:cxn ang="0">
                  <a:pos x="66" y="28"/>
                </a:cxn>
                <a:cxn ang="0">
                  <a:pos x="56" y="26"/>
                </a:cxn>
                <a:cxn ang="0">
                  <a:pos x="30" y="46"/>
                </a:cxn>
                <a:cxn ang="0">
                  <a:pos x="28" y="66"/>
                </a:cxn>
                <a:cxn ang="0">
                  <a:pos x="12" y="102"/>
                </a:cxn>
                <a:cxn ang="0">
                  <a:pos x="0" y="112"/>
                </a:cxn>
                <a:cxn ang="0">
                  <a:pos x="0" y="144"/>
                </a:cxn>
                <a:cxn ang="0">
                  <a:pos x="38" y="160"/>
                </a:cxn>
                <a:cxn ang="0">
                  <a:pos x="28" y="190"/>
                </a:cxn>
                <a:cxn ang="0">
                  <a:pos x="30" y="210"/>
                </a:cxn>
                <a:cxn ang="0">
                  <a:pos x="56" y="230"/>
                </a:cxn>
                <a:cxn ang="0">
                  <a:pos x="86" y="214"/>
                </a:cxn>
                <a:cxn ang="0">
                  <a:pos x="102" y="244"/>
                </a:cxn>
                <a:cxn ang="0">
                  <a:pos x="118" y="256"/>
                </a:cxn>
                <a:cxn ang="0">
                  <a:pos x="150" y="252"/>
                </a:cxn>
                <a:cxn ang="0">
                  <a:pos x="160" y="218"/>
                </a:cxn>
                <a:cxn ang="0">
                  <a:pos x="194" y="230"/>
                </a:cxn>
                <a:cxn ang="0">
                  <a:pos x="210" y="226"/>
                </a:cxn>
                <a:cxn ang="0">
                  <a:pos x="230" y="202"/>
                </a:cxn>
                <a:cxn ang="0">
                  <a:pos x="214" y="170"/>
                </a:cxn>
                <a:cxn ang="0">
                  <a:pos x="248" y="152"/>
                </a:cxn>
                <a:cxn ang="0">
                  <a:pos x="256" y="118"/>
                </a:cxn>
                <a:cxn ang="0">
                  <a:pos x="248" y="104"/>
                </a:cxn>
                <a:cxn ang="0">
                  <a:pos x="208" y="148"/>
                </a:cxn>
                <a:cxn ang="0">
                  <a:pos x="200" y="162"/>
                </a:cxn>
                <a:cxn ang="0">
                  <a:pos x="200" y="214"/>
                </a:cxn>
                <a:cxn ang="0">
                  <a:pos x="170" y="198"/>
                </a:cxn>
                <a:cxn ang="0">
                  <a:pos x="154" y="204"/>
                </a:cxn>
                <a:cxn ang="0">
                  <a:pos x="138" y="240"/>
                </a:cxn>
                <a:cxn ang="0">
                  <a:pos x="108" y="208"/>
                </a:cxn>
                <a:cxn ang="0">
                  <a:pos x="94" y="200"/>
                </a:cxn>
                <a:cxn ang="0">
                  <a:pos x="78" y="202"/>
                </a:cxn>
                <a:cxn ang="0">
                  <a:pos x="54" y="178"/>
                </a:cxn>
                <a:cxn ang="0">
                  <a:pos x="52" y="154"/>
                </a:cxn>
                <a:cxn ang="0">
                  <a:pos x="16" y="138"/>
                </a:cxn>
                <a:cxn ang="0">
                  <a:pos x="48" y="108"/>
                </a:cxn>
                <a:cxn ang="0">
                  <a:pos x="56" y="94"/>
                </a:cxn>
                <a:cxn ang="0">
                  <a:pos x="56" y="42"/>
                </a:cxn>
                <a:cxn ang="0">
                  <a:pos x="86" y="58"/>
                </a:cxn>
                <a:cxn ang="0">
                  <a:pos x="102" y="52"/>
                </a:cxn>
                <a:cxn ang="0">
                  <a:pos x="118" y="16"/>
                </a:cxn>
                <a:cxn ang="0">
                  <a:pos x="148" y="48"/>
                </a:cxn>
                <a:cxn ang="0">
                  <a:pos x="162" y="56"/>
                </a:cxn>
                <a:cxn ang="0">
                  <a:pos x="178" y="54"/>
                </a:cxn>
                <a:cxn ang="0">
                  <a:pos x="202" y="78"/>
                </a:cxn>
                <a:cxn ang="0">
                  <a:pos x="204" y="102"/>
                </a:cxn>
                <a:cxn ang="0">
                  <a:pos x="240" y="118"/>
                </a:cxn>
              </a:cxnLst>
              <a:rect l="0" t="0" r="r" b="b"/>
              <a:pathLst>
                <a:path w="256" h="256">
                  <a:moveTo>
                    <a:pt x="244" y="102"/>
                  </a:moveTo>
                  <a:lnTo>
                    <a:pt x="218" y="96"/>
                  </a:lnTo>
                  <a:lnTo>
                    <a:pt x="218" y="96"/>
                  </a:lnTo>
                  <a:lnTo>
                    <a:pt x="214" y="86"/>
                  </a:lnTo>
                  <a:lnTo>
                    <a:pt x="228" y="66"/>
                  </a:lnTo>
                  <a:lnTo>
                    <a:pt x="228" y="66"/>
                  </a:lnTo>
                  <a:lnTo>
                    <a:pt x="230" y="60"/>
                  </a:lnTo>
                  <a:lnTo>
                    <a:pt x="230" y="54"/>
                  </a:lnTo>
                  <a:lnTo>
                    <a:pt x="230" y="50"/>
                  </a:lnTo>
                  <a:lnTo>
                    <a:pt x="226" y="46"/>
                  </a:lnTo>
                  <a:lnTo>
                    <a:pt x="210" y="30"/>
                  </a:lnTo>
                  <a:lnTo>
                    <a:pt x="210" y="30"/>
                  </a:lnTo>
                  <a:lnTo>
                    <a:pt x="206" y="26"/>
                  </a:lnTo>
                  <a:lnTo>
                    <a:pt x="200" y="26"/>
                  </a:lnTo>
                  <a:lnTo>
                    <a:pt x="200" y="26"/>
                  </a:lnTo>
                  <a:lnTo>
                    <a:pt x="194" y="26"/>
                  </a:lnTo>
                  <a:lnTo>
                    <a:pt x="190" y="28"/>
                  </a:lnTo>
                  <a:lnTo>
                    <a:pt x="170" y="42"/>
                  </a:lnTo>
                  <a:lnTo>
                    <a:pt x="170" y="42"/>
                  </a:lnTo>
                  <a:lnTo>
                    <a:pt x="160" y="38"/>
                  </a:lnTo>
                  <a:lnTo>
                    <a:pt x="154" y="12"/>
                  </a:lnTo>
                  <a:lnTo>
                    <a:pt x="154" y="12"/>
                  </a:lnTo>
                  <a:lnTo>
                    <a:pt x="152" y="8"/>
                  </a:lnTo>
                  <a:lnTo>
                    <a:pt x="150" y="4"/>
                  </a:lnTo>
                  <a:lnTo>
                    <a:pt x="144" y="0"/>
                  </a:lnTo>
                  <a:lnTo>
                    <a:pt x="138" y="0"/>
                  </a:lnTo>
                  <a:lnTo>
                    <a:pt x="118" y="0"/>
                  </a:lnTo>
                  <a:lnTo>
                    <a:pt x="118" y="0"/>
                  </a:lnTo>
                  <a:lnTo>
                    <a:pt x="112" y="0"/>
                  </a:lnTo>
                  <a:lnTo>
                    <a:pt x="106" y="4"/>
                  </a:lnTo>
                  <a:lnTo>
                    <a:pt x="104" y="8"/>
                  </a:lnTo>
                  <a:lnTo>
                    <a:pt x="102" y="12"/>
                  </a:lnTo>
                  <a:lnTo>
                    <a:pt x="96" y="38"/>
                  </a:lnTo>
                  <a:lnTo>
                    <a:pt x="96" y="38"/>
                  </a:lnTo>
                  <a:lnTo>
                    <a:pt x="86" y="42"/>
                  </a:lnTo>
                  <a:lnTo>
                    <a:pt x="66" y="28"/>
                  </a:lnTo>
                  <a:lnTo>
                    <a:pt x="66" y="28"/>
                  </a:lnTo>
                  <a:lnTo>
                    <a:pt x="62" y="26"/>
                  </a:lnTo>
                  <a:lnTo>
                    <a:pt x="56" y="26"/>
                  </a:lnTo>
                  <a:lnTo>
                    <a:pt x="56" y="26"/>
                  </a:lnTo>
                  <a:lnTo>
                    <a:pt x="50" y="26"/>
                  </a:lnTo>
                  <a:lnTo>
                    <a:pt x="46" y="30"/>
                  </a:lnTo>
                  <a:lnTo>
                    <a:pt x="30" y="46"/>
                  </a:lnTo>
                  <a:lnTo>
                    <a:pt x="30" y="46"/>
                  </a:lnTo>
                  <a:lnTo>
                    <a:pt x="26" y="50"/>
                  </a:lnTo>
                  <a:lnTo>
                    <a:pt x="26" y="54"/>
                  </a:lnTo>
                  <a:lnTo>
                    <a:pt x="26" y="60"/>
                  </a:lnTo>
                  <a:lnTo>
                    <a:pt x="28" y="66"/>
                  </a:lnTo>
                  <a:lnTo>
                    <a:pt x="42" y="86"/>
                  </a:lnTo>
                  <a:lnTo>
                    <a:pt x="42" y="86"/>
                  </a:lnTo>
                  <a:lnTo>
                    <a:pt x="38" y="96"/>
                  </a:lnTo>
                  <a:lnTo>
                    <a:pt x="12" y="102"/>
                  </a:lnTo>
                  <a:lnTo>
                    <a:pt x="12" y="102"/>
                  </a:lnTo>
                  <a:lnTo>
                    <a:pt x="8" y="104"/>
                  </a:lnTo>
                  <a:lnTo>
                    <a:pt x="4" y="106"/>
                  </a:lnTo>
                  <a:lnTo>
                    <a:pt x="0" y="112"/>
                  </a:lnTo>
                  <a:lnTo>
                    <a:pt x="0" y="118"/>
                  </a:lnTo>
                  <a:lnTo>
                    <a:pt x="0" y="138"/>
                  </a:lnTo>
                  <a:lnTo>
                    <a:pt x="0" y="138"/>
                  </a:lnTo>
                  <a:lnTo>
                    <a:pt x="0" y="144"/>
                  </a:lnTo>
                  <a:lnTo>
                    <a:pt x="4" y="150"/>
                  </a:lnTo>
                  <a:lnTo>
                    <a:pt x="8" y="152"/>
                  </a:lnTo>
                  <a:lnTo>
                    <a:pt x="12" y="154"/>
                  </a:lnTo>
                  <a:lnTo>
                    <a:pt x="38" y="160"/>
                  </a:lnTo>
                  <a:lnTo>
                    <a:pt x="38" y="160"/>
                  </a:lnTo>
                  <a:lnTo>
                    <a:pt x="42" y="170"/>
                  </a:lnTo>
                  <a:lnTo>
                    <a:pt x="28" y="190"/>
                  </a:lnTo>
                  <a:lnTo>
                    <a:pt x="28" y="190"/>
                  </a:lnTo>
                  <a:lnTo>
                    <a:pt x="26" y="196"/>
                  </a:lnTo>
                  <a:lnTo>
                    <a:pt x="26" y="202"/>
                  </a:lnTo>
                  <a:lnTo>
                    <a:pt x="26" y="206"/>
                  </a:lnTo>
                  <a:lnTo>
                    <a:pt x="30" y="210"/>
                  </a:lnTo>
                  <a:lnTo>
                    <a:pt x="46" y="226"/>
                  </a:lnTo>
                  <a:lnTo>
                    <a:pt x="46" y="226"/>
                  </a:lnTo>
                  <a:lnTo>
                    <a:pt x="50" y="230"/>
                  </a:lnTo>
                  <a:lnTo>
                    <a:pt x="56" y="230"/>
                  </a:lnTo>
                  <a:lnTo>
                    <a:pt x="56" y="230"/>
                  </a:lnTo>
                  <a:lnTo>
                    <a:pt x="62" y="230"/>
                  </a:lnTo>
                  <a:lnTo>
                    <a:pt x="66" y="228"/>
                  </a:lnTo>
                  <a:lnTo>
                    <a:pt x="86" y="214"/>
                  </a:lnTo>
                  <a:lnTo>
                    <a:pt x="86" y="214"/>
                  </a:lnTo>
                  <a:lnTo>
                    <a:pt x="96" y="218"/>
                  </a:lnTo>
                  <a:lnTo>
                    <a:pt x="102" y="244"/>
                  </a:lnTo>
                  <a:lnTo>
                    <a:pt x="102" y="244"/>
                  </a:lnTo>
                  <a:lnTo>
                    <a:pt x="104" y="248"/>
                  </a:lnTo>
                  <a:lnTo>
                    <a:pt x="106" y="252"/>
                  </a:lnTo>
                  <a:lnTo>
                    <a:pt x="112" y="256"/>
                  </a:lnTo>
                  <a:lnTo>
                    <a:pt x="118" y="256"/>
                  </a:lnTo>
                  <a:lnTo>
                    <a:pt x="138" y="256"/>
                  </a:lnTo>
                  <a:lnTo>
                    <a:pt x="138" y="256"/>
                  </a:lnTo>
                  <a:lnTo>
                    <a:pt x="144" y="256"/>
                  </a:lnTo>
                  <a:lnTo>
                    <a:pt x="150" y="252"/>
                  </a:lnTo>
                  <a:lnTo>
                    <a:pt x="152" y="248"/>
                  </a:lnTo>
                  <a:lnTo>
                    <a:pt x="154" y="244"/>
                  </a:lnTo>
                  <a:lnTo>
                    <a:pt x="160" y="218"/>
                  </a:lnTo>
                  <a:lnTo>
                    <a:pt x="160" y="218"/>
                  </a:lnTo>
                  <a:lnTo>
                    <a:pt x="170" y="214"/>
                  </a:lnTo>
                  <a:lnTo>
                    <a:pt x="190" y="228"/>
                  </a:lnTo>
                  <a:lnTo>
                    <a:pt x="190" y="228"/>
                  </a:lnTo>
                  <a:lnTo>
                    <a:pt x="194" y="230"/>
                  </a:lnTo>
                  <a:lnTo>
                    <a:pt x="200" y="230"/>
                  </a:lnTo>
                  <a:lnTo>
                    <a:pt x="200" y="230"/>
                  </a:lnTo>
                  <a:lnTo>
                    <a:pt x="206" y="230"/>
                  </a:lnTo>
                  <a:lnTo>
                    <a:pt x="210" y="226"/>
                  </a:lnTo>
                  <a:lnTo>
                    <a:pt x="226" y="210"/>
                  </a:lnTo>
                  <a:lnTo>
                    <a:pt x="226" y="210"/>
                  </a:lnTo>
                  <a:lnTo>
                    <a:pt x="230" y="206"/>
                  </a:lnTo>
                  <a:lnTo>
                    <a:pt x="230" y="202"/>
                  </a:lnTo>
                  <a:lnTo>
                    <a:pt x="230" y="196"/>
                  </a:lnTo>
                  <a:lnTo>
                    <a:pt x="228" y="190"/>
                  </a:lnTo>
                  <a:lnTo>
                    <a:pt x="214" y="170"/>
                  </a:lnTo>
                  <a:lnTo>
                    <a:pt x="214" y="170"/>
                  </a:lnTo>
                  <a:lnTo>
                    <a:pt x="218" y="160"/>
                  </a:lnTo>
                  <a:lnTo>
                    <a:pt x="244" y="154"/>
                  </a:lnTo>
                  <a:lnTo>
                    <a:pt x="244" y="154"/>
                  </a:lnTo>
                  <a:lnTo>
                    <a:pt x="248" y="152"/>
                  </a:lnTo>
                  <a:lnTo>
                    <a:pt x="252" y="150"/>
                  </a:lnTo>
                  <a:lnTo>
                    <a:pt x="256" y="144"/>
                  </a:lnTo>
                  <a:lnTo>
                    <a:pt x="256" y="138"/>
                  </a:lnTo>
                  <a:lnTo>
                    <a:pt x="256" y="118"/>
                  </a:lnTo>
                  <a:lnTo>
                    <a:pt x="256" y="118"/>
                  </a:lnTo>
                  <a:lnTo>
                    <a:pt x="256" y="112"/>
                  </a:lnTo>
                  <a:lnTo>
                    <a:pt x="252" y="106"/>
                  </a:lnTo>
                  <a:lnTo>
                    <a:pt x="248" y="104"/>
                  </a:lnTo>
                  <a:lnTo>
                    <a:pt x="244" y="102"/>
                  </a:lnTo>
                  <a:close/>
                  <a:moveTo>
                    <a:pt x="216" y="144"/>
                  </a:moveTo>
                  <a:lnTo>
                    <a:pt x="216" y="144"/>
                  </a:lnTo>
                  <a:lnTo>
                    <a:pt x="208" y="148"/>
                  </a:lnTo>
                  <a:lnTo>
                    <a:pt x="204" y="154"/>
                  </a:lnTo>
                  <a:lnTo>
                    <a:pt x="204" y="154"/>
                  </a:lnTo>
                  <a:lnTo>
                    <a:pt x="200" y="162"/>
                  </a:lnTo>
                  <a:lnTo>
                    <a:pt x="200" y="162"/>
                  </a:lnTo>
                  <a:lnTo>
                    <a:pt x="198" y="170"/>
                  </a:lnTo>
                  <a:lnTo>
                    <a:pt x="202" y="178"/>
                  </a:lnTo>
                  <a:lnTo>
                    <a:pt x="214" y="200"/>
                  </a:lnTo>
                  <a:lnTo>
                    <a:pt x="200" y="214"/>
                  </a:lnTo>
                  <a:lnTo>
                    <a:pt x="178" y="202"/>
                  </a:lnTo>
                  <a:lnTo>
                    <a:pt x="178" y="202"/>
                  </a:lnTo>
                  <a:lnTo>
                    <a:pt x="174" y="198"/>
                  </a:lnTo>
                  <a:lnTo>
                    <a:pt x="170" y="198"/>
                  </a:lnTo>
                  <a:lnTo>
                    <a:pt x="170" y="198"/>
                  </a:lnTo>
                  <a:lnTo>
                    <a:pt x="162" y="200"/>
                  </a:lnTo>
                  <a:lnTo>
                    <a:pt x="162" y="200"/>
                  </a:lnTo>
                  <a:lnTo>
                    <a:pt x="154" y="204"/>
                  </a:lnTo>
                  <a:lnTo>
                    <a:pt x="154" y="204"/>
                  </a:lnTo>
                  <a:lnTo>
                    <a:pt x="148" y="208"/>
                  </a:lnTo>
                  <a:lnTo>
                    <a:pt x="144" y="216"/>
                  </a:lnTo>
                  <a:lnTo>
                    <a:pt x="138" y="240"/>
                  </a:lnTo>
                  <a:lnTo>
                    <a:pt x="118" y="240"/>
                  </a:lnTo>
                  <a:lnTo>
                    <a:pt x="112" y="216"/>
                  </a:lnTo>
                  <a:lnTo>
                    <a:pt x="112" y="216"/>
                  </a:lnTo>
                  <a:lnTo>
                    <a:pt x="108" y="208"/>
                  </a:lnTo>
                  <a:lnTo>
                    <a:pt x="102" y="204"/>
                  </a:lnTo>
                  <a:lnTo>
                    <a:pt x="102" y="204"/>
                  </a:lnTo>
                  <a:lnTo>
                    <a:pt x="94" y="200"/>
                  </a:lnTo>
                  <a:lnTo>
                    <a:pt x="94" y="200"/>
                  </a:lnTo>
                  <a:lnTo>
                    <a:pt x="86" y="198"/>
                  </a:lnTo>
                  <a:lnTo>
                    <a:pt x="86" y="198"/>
                  </a:lnTo>
                  <a:lnTo>
                    <a:pt x="82" y="198"/>
                  </a:lnTo>
                  <a:lnTo>
                    <a:pt x="78" y="202"/>
                  </a:lnTo>
                  <a:lnTo>
                    <a:pt x="56" y="214"/>
                  </a:lnTo>
                  <a:lnTo>
                    <a:pt x="42" y="200"/>
                  </a:lnTo>
                  <a:lnTo>
                    <a:pt x="54" y="178"/>
                  </a:lnTo>
                  <a:lnTo>
                    <a:pt x="54" y="178"/>
                  </a:lnTo>
                  <a:lnTo>
                    <a:pt x="58" y="170"/>
                  </a:lnTo>
                  <a:lnTo>
                    <a:pt x="56" y="162"/>
                  </a:lnTo>
                  <a:lnTo>
                    <a:pt x="56" y="162"/>
                  </a:lnTo>
                  <a:lnTo>
                    <a:pt x="52" y="154"/>
                  </a:lnTo>
                  <a:lnTo>
                    <a:pt x="52" y="154"/>
                  </a:lnTo>
                  <a:lnTo>
                    <a:pt x="48" y="148"/>
                  </a:lnTo>
                  <a:lnTo>
                    <a:pt x="40" y="144"/>
                  </a:lnTo>
                  <a:lnTo>
                    <a:pt x="16" y="138"/>
                  </a:lnTo>
                  <a:lnTo>
                    <a:pt x="16" y="118"/>
                  </a:lnTo>
                  <a:lnTo>
                    <a:pt x="40" y="112"/>
                  </a:lnTo>
                  <a:lnTo>
                    <a:pt x="40" y="112"/>
                  </a:lnTo>
                  <a:lnTo>
                    <a:pt x="48" y="108"/>
                  </a:lnTo>
                  <a:lnTo>
                    <a:pt x="52" y="102"/>
                  </a:lnTo>
                  <a:lnTo>
                    <a:pt x="52" y="102"/>
                  </a:lnTo>
                  <a:lnTo>
                    <a:pt x="56" y="94"/>
                  </a:lnTo>
                  <a:lnTo>
                    <a:pt x="56" y="94"/>
                  </a:lnTo>
                  <a:lnTo>
                    <a:pt x="58" y="86"/>
                  </a:lnTo>
                  <a:lnTo>
                    <a:pt x="54" y="78"/>
                  </a:lnTo>
                  <a:lnTo>
                    <a:pt x="42" y="56"/>
                  </a:lnTo>
                  <a:lnTo>
                    <a:pt x="56" y="42"/>
                  </a:lnTo>
                  <a:lnTo>
                    <a:pt x="78" y="54"/>
                  </a:lnTo>
                  <a:lnTo>
                    <a:pt x="78" y="54"/>
                  </a:lnTo>
                  <a:lnTo>
                    <a:pt x="82" y="58"/>
                  </a:lnTo>
                  <a:lnTo>
                    <a:pt x="86" y="58"/>
                  </a:lnTo>
                  <a:lnTo>
                    <a:pt x="86" y="58"/>
                  </a:lnTo>
                  <a:lnTo>
                    <a:pt x="94" y="56"/>
                  </a:lnTo>
                  <a:lnTo>
                    <a:pt x="94" y="56"/>
                  </a:lnTo>
                  <a:lnTo>
                    <a:pt x="102" y="52"/>
                  </a:lnTo>
                  <a:lnTo>
                    <a:pt x="102" y="52"/>
                  </a:lnTo>
                  <a:lnTo>
                    <a:pt x="108" y="48"/>
                  </a:lnTo>
                  <a:lnTo>
                    <a:pt x="112" y="40"/>
                  </a:lnTo>
                  <a:lnTo>
                    <a:pt x="118" y="16"/>
                  </a:lnTo>
                  <a:lnTo>
                    <a:pt x="138" y="16"/>
                  </a:lnTo>
                  <a:lnTo>
                    <a:pt x="144" y="40"/>
                  </a:lnTo>
                  <a:lnTo>
                    <a:pt x="144" y="40"/>
                  </a:lnTo>
                  <a:lnTo>
                    <a:pt x="148" y="48"/>
                  </a:lnTo>
                  <a:lnTo>
                    <a:pt x="154" y="52"/>
                  </a:lnTo>
                  <a:lnTo>
                    <a:pt x="154" y="52"/>
                  </a:lnTo>
                  <a:lnTo>
                    <a:pt x="162" y="56"/>
                  </a:lnTo>
                  <a:lnTo>
                    <a:pt x="162" y="56"/>
                  </a:lnTo>
                  <a:lnTo>
                    <a:pt x="170" y="58"/>
                  </a:lnTo>
                  <a:lnTo>
                    <a:pt x="170" y="58"/>
                  </a:lnTo>
                  <a:lnTo>
                    <a:pt x="174" y="58"/>
                  </a:lnTo>
                  <a:lnTo>
                    <a:pt x="178" y="54"/>
                  </a:lnTo>
                  <a:lnTo>
                    <a:pt x="200" y="42"/>
                  </a:lnTo>
                  <a:lnTo>
                    <a:pt x="214" y="56"/>
                  </a:lnTo>
                  <a:lnTo>
                    <a:pt x="202" y="78"/>
                  </a:lnTo>
                  <a:lnTo>
                    <a:pt x="202" y="78"/>
                  </a:lnTo>
                  <a:lnTo>
                    <a:pt x="198" y="86"/>
                  </a:lnTo>
                  <a:lnTo>
                    <a:pt x="200" y="94"/>
                  </a:lnTo>
                  <a:lnTo>
                    <a:pt x="200" y="94"/>
                  </a:lnTo>
                  <a:lnTo>
                    <a:pt x="204" y="102"/>
                  </a:lnTo>
                  <a:lnTo>
                    <a:pt x="204" y="102"/>
                  </a:lnTo>
                  <a:lnTo>
                    <a:pt x="208" y="108"/>
                  </a:lnTo>
                  <a:lnTo>
                    <a:pt x="216" y="112"/>
                  </a:lnTo>
                  <a:lnTo>
                    <a:pt x="240" y="118"/>
                  </a:lnTo>
                  <a:lnTo>
                    <a:pt x="240" y="138"/>
                  </a:lnTo>
                  <a:lnTo>
                    <a:pt x="216" y="14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82" name="Freeform 109"/>
            <p:cNvSpPr>
              <a:spLocks noEditPoints="1"/>
            </p:cNvSpPr>
            <p:nvPr/>
          </p:nvSpPr>
          <p:spPr bwMode="auto">
            <a:xfrm>
              <a:off x="5702300" y="2076450"/>
              <a:ext cx="177800" cy="177800"/>
            </a:xfrm>
            <a:custGeom>
              <a:avLst/>
              <a:gdLst/>
              <a:ahLst/>
              <a:cxnLst>
                <a:cxn ang="0">
                  <a:pos x="56" y="0"/>
                </a:cxn>
                <a:cxn ang="0">
                  <a:pos x="34" y="4"/>
                </a:cxn>
                <a:cxn ang="0">
                  <a:pos x="16" y="16"/>
                </a:cxn>
                <a:cxn ang="0">
                  <a:pos x="4" y="34"/>
                </a:cxn>
                <a:cxn ang="0">
                  <a:pos x="0" y="56"/>
                </a:cxn>
                <a:cxn ang="0">
                  <a:pos x="2" y="68"/>
                </a:cxn>
                <a:cxn ang="0">
                  <a:pos x="10" y="88"/>
                </a:cxn>
                <a:cxn ang="0">
                  <a:pos x="24" y="102"/>
                </a:cxn>
                <a:cxn ang="0">
                  <a:pos x="44" y="110"/>
                </a:cxn>
                <a:cxn ang="0">
                  <a:pos x="56" y="112"/>
                </a:cxn>
                <a:cxn ang="0">
                  <a:pos x="78" y="108"/>
                </a:cxn>
                <a:cxn ang="0">
                  <a:pos x="96" y="96"/>
                </a:cxn>
                <a:cxn ang="0">
                  <a:pos x="108" y="78"/>
                </a:cxn>
                <a:cxn ang="0">
                  <a:pos x="112" y="56"/>
                </a:cxn>
                <a:cxn ang="0">
                  <a:pos x="110" y="44"/>
                </a:cxn>
                <a:cxn ang="0">
                  <a:pos x="102" y="24"/>
                </a:cxn>
                <a:cxn ang="0">
                  <a:pos x="88" y="10"/>
                </a:cxn>
                <a:cxn ang="0">
                  <a:pos x="68" y="2"/>
                </a:cxn>
                <a:cxn ang="0">
                  <a:pos x="56" y="104"/>
                </a:cxn>
                <a:cxn ang="0">
                  <a:pos x="46" y="104"/>
                </a:cxn>
                <a:cxn ang="0">
                  <a:pos x="28" y="96"/>
                </a:cxn>
                <a:cxn ang="0">
                  <a:pos x="16" y="84"/>
                </a:cxn>
                <a:cxn ang="0">
                  <a:pos x="8" y="66"/>
                </a:cxn>
                <a:cxn ang="0">
                  <a:pos x="8" y="56"/>
                </a:cxn>
                <a:cxn ang="0">
                  <a:pos x="10" y="36"/>
                </a:cxn>
                <a:cxn ang="0">
                  <a:pos x="22" y="22"/>
                </a:cxn>
                <a:cxn ang="0">
                  <a:pos x="36" y="10"/>
                </a:cxn>
                <a:cxn ang="0">
                  <a:pos x="56" y="6"/>
                </a:cxn>
                <a:cxn ang="0">
                  <a:pos x="66" y="8"/>
                </a:cxn>
                <a:cxn ang="0">
                  <a:pos x="84" y="16"/>
                </a:cxn>
                <a:cxn ang="0">
                  <a:pos x="96" y="28"/>
                </a:cxn>
                <a:cxn ang="0">
                  <a:pos x="104" y="46"/>
                </a:cxn>
                <a:cxn ang="0">
                  <a:pos x="106" y="56"/>
                </a:cxn>
                <a:cxn ang="0">
                  <a:pos x="102" y="76"/>
                </a:cxn>
                <a:cxn ang="0">
                  <a:pos x="90" y="90"/>
                </a:cxn>
                <a:cxn ang="0">
                  <a:pos x="76" y="102"/>
                </a:cxn>
                <a:cxn ang="0">
                  <a:pos x="56" y="104"/>
                </a:cxn>
              </a:cxnLst>
              <a:rect l="0" t="0" r="r" b="b"/>
              <a:pathLst>
                <a:path w="112" h="112">
                  <a:moveTo>
                    <a:pt x="56" y="0"/>
                  </a:moveTo>
                  <a:lnTo>
                    <a:pt x="56" y="0"/>
                  </a:lnTo>
                  <a:lnTo>
                    <a:pt x="44" y="2"/>
                  </a:lnTo>
                  <a:lnTo>
                    <a:pt x="34" y="4"/>
                  </a:lnTo>
                  <a:lnTo>
                    <a:pt x="24" y="10"/>
                  </a:lnTo>
                  <a:lnTo>
                    <a:pt x="16" y="16"/>
                  </a:lnTo>
                  <a:lnTo>
                    <a:pt x="10" y="24"/>
                  </a:lnTo>
                  <a:lnTo>
                    <a:pt x="4" y="34"/>
                  </a:lnTo>
                  <a:lnTo>
                    <a:pt x="2" y="44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2" y="68"/>
                  </a:lnTo>
                  <a:lnTo>
                    <a:pt x="4" y="78"/>
                  </a:lnTo>
                  <a:lnTo>
                    <a:pt x="10" y="88"/>
                  </a:lnTo>
                  <a:lnTo>
                    <a:pt x="16" y="96"/>
                  </a:lnTo>
                  <a:lnTo>
                    <a:pt x="24" y="102"/>
                  </a:lnTo>
                  <a:lnTo>
                    <a:pt x="34" y="108"/>
                  </a:lnTo>
                  <a:lnTo>
                    <a:pt x="44" y="110"/>
                  </a:lnTo>
                  <a:lnTo>
                    <a:pt x="56" y="112"/>
                  </a:lnTo>
                  <a:lnTo>
                    <a:pt x="56" y="112"/>
                  </a:lnTo>
                  <a:lnTo>
                    <a:pt x="68" y="110"/>
                  </a:lnTo>
                  <a:lnTo>
                    <a:pt x="78" y="108"/>
                  </a:lnTo>
                  <a:lnTo>
                    <a:pt x="88" y="102"/>
                  </a:lnTo>
                  <a:lnTo>
                    <a:pt x="96" y="96"/>
                  </a:lnTo>
                  <a:lnTo>
                    <a:pt x="102" y="88"/>
                  </a:lnTo>
                  <a:lnTo>
                    <a:pt x="108" y="78"/>
                  </a:lnTo>
                  <a:lnTo>
                    <a:pt x="110" y="68"/>
                  </a:lnTo>
                  <a:lnTo>
                    <a:pt x="112" y="56"/>
                  </a:lnTo>
                  <a:lnTo>
                    <a:pt x="112" y="56"/>
                  </a:lnTo>
                  <a:lnTo>
                    <a:pt x="110" y="44"/>
                  </a:lnTo>
                  <a:lnTo>
                    <a:pt x="108" y="34"/>
                  </a:lnTo>
                  <a:lnTo>
                    <a:pt x="102" y="24"/>
                  </a:lnTo>
                  <a:lnTo>
                    <a:pt x="96" y="16"/>
                  </a:lnTo>
                  <a:lnTo>
                    <a:pt x="88" y="10"/>
                  </a:lnTo>
                  <a:lnTo>
                    <a:pt x="78" y="4"/>
                  </a:lnTo>
                  <a:lnTo>
                    <a:pt x="68" y="2"/>
                  </a:lnTo>
                  <a:lnTo>
                    <a:pt x="56" y="0"/>
                  </a:lnTo>
                  <a:close/>
                  <a:moveTo>
                    <a:pt x="56" y="104"/>
                  </a:moveTo>
                  <a:lnTo>
                    <a:pt x="56" y="104"/>
                  </a:lnTo>
                  <a:lnTo>
                    <a:pt x="46" y="104"/>
                  </a:lnTo>
                  <a:lnTo>
                    <a:pt x="36" y="102"/>
                  </a:lnTo>
                  <a:lnTo>
                    <a:pt x="28" y="96"/>
                  </a:lnTo>
                  <a:lnTo>
                    <a:pt x="22" y="90"/>
                  </a:lnTo>
                  <a:lnTo>
                    <a:pt x="16" y="84"/>
                  </a:lnTo>
                  <a:lnTo>
                    <a:pt x="10" y="76"/>
                  </a:lnTo>
                  <a:lnTo>
                    <a:pt x="8" y="66"/>
                  </a:lnTo>
                  <a:lnTo>
                    <a:pt x="8" y="56"/>
                  </a:lnTo>
                  <a:lnTo>
                    <a:pt x="8" y="56"/>
                  </a:lnTo>
                  <a:lnTo>
                    <a:pt x="8" y="46"/>
                  </a:lnTo>
                  <a:lnTo>
                    <a:pt x="10" y="36"/>
                  </a:lnTo>
                  <a:lnTo>
                    <a:pt x="16" y="28"/>
                  </a:lnTo>
                  <a:lnTo>
                    <a:pt x="22" y="22"/>
                  </a:lnTo>
                  <a:lnTo>
                    <a:pt x="28" y="16"/>
                  </a:lnTo>
                  <a:lnTo>
                    <a:pt x="36" y="10"/>
                  </a:lnTo>
                  <a:lnTo>
                    <a:pt x="46" y="8"/>
                  </a:lnTo>
                  <a:lnTo>
                    <a:pt x="56" y="6"/>
                  </a:lnTo>
                  <a:lnTo>
                    <a:pt x="56" y="6"/>
                  </a:lnTo>
                  <a:lnTo>
                    <a:pt x="66" y="8"/>
                  </a:lnTo>
                  <a:lnTo>
                    <a:pt x="76" y="10"/>
                  </a:lnTo>
                  <a:lnTo>
                    <a:pt x="84" y="16"/>
                  </a:lnTo>
                  <a:lnTo>
                    <a:pt x="90" y="22"/>
                  </a:lnTo>
                  <a:lnTo>
                    <a:pt x="96" y="28"/>
                  </a:lnTo>
                  <a:lnTo>
                    <a:pt x="102" y="36"/>
                  </a:lnTo>
                  <a:lnTo>
                    <a:pt x="104" y="46"/>
                  </a:lnTo>
                  <a:lnTo>
                    <a:pt x="106" y="56"/>
                  </a:lnTo>
                  <a:lnTo>
                    <a:pt x="106" y="56"/>
                  </a:lnTo>
                  <a:lnTo>
                    <a:pt x="104" y="66"/>
                  </a:lnTo>
                  <a:lnTo>
                    <a:pt x="102" y="76"/>
                  </a:lnTo>
                  <a:lnTo>
                    <a:pt x="96" y="84"/>
                  </a:lnTo>
                  <a:lnTo>
                    <a:pt x="90" y="90"/>
                  </a:lnTo>
                  <a:lnTo>
                    <a:pt x="84" y="96"/>
                  </a:lnTo>
                  <a:lnTo>
                    <a:pt x="76" y="102"/>
                  </a:lnTo>
                  <a:lnTo>
                    <a:pt x="66" y="104"/>
                  </a:lnTo>
                  <a:lnTo>
                    <a:pt x="56" y="10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83" name="Freeform 112"/>
            <p:cNvSpPr>
              <a:spLocks noEditPoints="1"/>
            </p:cNvSpPr>
            <p:nvPr/>
          </p:nvSpPr>
          <p:spPr bwMode="auto">
            <a:xfrm>
              <a:off x="5740400" y="2114550"/>
              <a:ext cx="101600" cy="101600"/>
            </a:xfrm>
            <a:custGeom>
              <a:avLst/>
              <a:gdLst/>
              <a:ahLst/>
              <a:cxnLst>
                <a:cxn ang="0">
                  <a:pos x="32" y="0"/>
                </a:cxn>
                <a:cxn ang="0">
                  <a:pos x="32" y="0"/>
                </a:cxn>
                <a:cxn ang="0">
                  <a:pos x="26" y="0"/>
                </a:cxn>
                <a:cxn ang="0">
                  <a:pos x="20" y="2"/>
                </a:cxn>
                <a:cxn ang="0">
                  <a:pos x="10" y="10"/>
                </a:cxn>
                <a:cxn ang="0">
                  <a:pos x="2" y="20"/>
                </a:cxn>
                <a:cxn ang="0">
                  <a:pos x="0" y="26"/>
                </a:cxn>
                <a:cxn ang="0">
                  <a:pos x="0" y="32"/>
                </a:cxn>
                <a:cxn ang="0">
                  <a:pos x="0" y="32"/>
                </a:cxn>
                <a:cxn ang="0">
                  <a:pos x="0" y="38"/>
                </a:cxn>
                <a:cxn ang="0">
                  <a:pos x="2" y="44"/>
                </a:cxn>
                <a:cxn ang="0">
                  <a:pos x="10" y="54"/>
                </a:cxn>
                <a:cxn ang="0">
                  <a:pos x="20" y="62"/>
                </a:cxn>
                <a:cxn ang="0">
                  <a:pos x="26" y="64"/>
                </a:cxn>
                <a:cxn ang="0">
                  <a:pos x="32" y="64"/>
                </a:cxn>
                <a:cxn ang="0">
                  <a:pos x="32" y="64"/>
                </a:cxn>
                <a:cxn ang="0">
                  <a:pos x="38" y="64"/>
                </a:cxn>
                <a:cxn ang="0">
                  <a:pos x="44" y="62"/>
                </a:cxn>
                <a:cxn ang="0">
                  <a:pos x="54" y="54"/>
                </a:cxn>
                <a:cxn ang="0">
                  <a:pos x="62" y="44"/>
                </a:cxn>
                <a:cxn ang="0">
                  <a:pos x="64" y="38"/>
                </a:cxn>
                <a:cxn ang="0">
                  <a:pos x="64" y="32"/>
                </a:cxn>
                <a:cxn ang="0">
                  <a:pos x="64" y="32"/>
                </a:cxn>
                <a:cxn ang="0">
                  <a:pos x="64" y="26"/>
                </a:cxn>
                <a:cxn ang="0">
                  <a:pos x="62" y="20"/>
                </a:cxn>
                <a:cxn ang="0">
                  <a:pos x="54" y="10"/>
                </a:cxn>
                <a:cxn ang="0">
                  <a:pos x="44" y="2"/>
                </a:cxn>
                <a:cxn ang="0">
                  <a:pos x="38" y="0"/>
                </a:cxn>
                <a:cxn ang="0">
                  <a:pos x="32" y="0"/>
                </a:cxn>
                <a:cxn ang="0">
                  <a:pos x="32" y="56"/>
                </a:cxn>
                <a:cxn ang="0">
                  <a:pos x="32" y="56"/>
                </a:cxn>
                <a:cxn ang="0">
                  <a:pos x="22" y="54"/>
                </a:cxn>
                <a:cxn ang="0">
                  <a:pos x="16" y="48"/>
                </a:cxn>
                <a:cxn ang="0">
                  <a:pos x="10" y="42"/>
                </a:cxn>
                <a:cxn ang="0">
                  <a:pos x="8" y="32"/>
                </a:cxn>
                <a:cxn ang="0">
                  <a:pos x="8" y="32"/>
                </a:cxn>
                <a:cxn ang="0">
                  <a:pos x="10" y="22"/>
                </a:cxn>
                <a:cxn ang="0">
                  <a:pos x="16" y="16"/>
                </a:cxn>
                <a:cxn ang="0">
                  <a:pos x="22" y="10"/>
                </a:cxn>
                <a:cxn ang="0">
                  <a:pos x="32" y="8"/>
                </a:cxn>
                <a:cxn ang="0">
                  <a:pos x="32" y="8"/>
                </a:cxn>
                <a:cxn ang="0">
                  <a:pos x="42" y="10"/>
                </a:cxn>
                <a:cxn ang="0">
                  <a:pos x="48" y="16"/>
                </a:cxn>
                <a:cxn ang="0">
                  <a:pos x="54" y="22"/>
                </a:cxn>
                <a:cxn ang="0">
                  <a:pos x="56" y="32"/>
                </a:cxn>
                <a:cxn ang="0">
                  <a:pos x="56" y="32"/>
                </a:cxn>
                <a:cxn ang="0">
                  <a:pos x="54" y="42"/>
                </a:cxn>
                <a:cxn ang="0">
                  <a:pos x="48" y="48"/>
                </a:cxn>
                <a:cxn ang="0">
                  <a:pos x="42" y="54"/>
                </a:cxn>
                <a:cxn ang="0">
                  <a:pos x="32" y="56"/>
                </a:cxn>
              </a:cxnLst>
              <a:rect l="0" t="0" r="r" b="b"/>
              <a:pathLst>
                <a:path w="64" h="64">
                  <a:moveTo>
                    <a:pt x="32" y="0"/>
                  </a:moveTo>
                  <a:lnTo>
                    <a:pt x="32" y="0"/>
                  </a:lnTo>
                  <a:lnTo>
                    <a:pt x="26" y="0"/>
                  </a:lnTo>
                  <a:lnTo>
                    <a:pt x="20" y="2"/>
                  </a:lnTo>
                  <a:lnTo>
                    <a:pt x="10" y="10"/>
                  </a:lnTo>
                  <a:lnTo>
                    <a:pt x="2" y="20"/>
                  </a:lnTo>
                  <a:lnTo>
                    <a:pt x="0" y="26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0" y="38"/>
                  </a:lnTo>
                  <a:lnTo>
                    <a:pt x="2" y="44"/>
                  </a:lnTo>
                  <a:lnTo>
                    <a:pt x="10" y="54"/>
                  </a:lnTo>
                  <a:lnTo>
                    <a:pt x="20" y="62"/>
                  </a:lnTo>
                  <a:lnTo>
                    <a:pt x="26" y="64"/>
                  </a:lnTo>
                  <a:lnTo>
                    <a:pt x="32" y="64"/>
                  </a:lnTo>
                  <a:lnTo>
                    <a:pt x="32" y="64"/>
                  </a:lnTo>
                  <a:lnTo>
                    <a:pt x="38" y="64"/>
                  </a:lnTo>
                  <a:lnTo>
                    <a:pt x="44" y="62"/>
                  </a:lnTo>
                  <a:lnTo>
                    <a:pt x="54" y="54"/>
                  </a:lnTo>
                  <a:lnTo>
                    <a:pt x="62" y="44"/>
                  </a:lnTo>
                  <a:lnTo>
                    <a:pt x="64" y="38"/>
                  </a:lnTo>
                  <a:lnTo>
                    <a:pt x="64" y="32"/>
                  </a:lnTo>
                  <a:lnTo>
                    <a:pt x="64" y="32"/>
                  </a:lnTo>
                  <a:lnTo>
                    <a:pt x="64" y="26"/>
                  </a:lnTo>
                  <a:lnTo>
                    <a:pt x="62" y="20"/>
                  </a:lnTo>
                  <a:lnTo>
                    <a:pt x="54" y="10"/>
                  </a:lnTo>
                  <a:lnTo>
                    <a:pt x="44" y="2"/>
                  </a:lnTo>
                  <a:lnTo>
                    <a:pt x="38" y="0"/>
                  </a:lnTo>
                  <a:lnTo>
                    <a:pt x="32" y="0"/>
                  </a:lnTo>
                  <a:close/>
                  <a:moveTo>
                    <a:pt x="32" y="56"/>
                  </a:moveTo>
                  <a:lnTo>
                    <a:pt x="32" y="56"/>
                  </a:lnTo>
                  <a:lnTo>
                    <a:pt x="22" y="54"/>
                  </a:lnTo>
                  <a:lnTo>
                    <a:pt x="16" y="48"/>
                  </a:lnTo>
                  <a:lnTo>
                    <a:pt x="10" y="42"/>
                  </a:lnTo>
                  <a:lnTo>
                    <a:pt x="8" y="32"/>
                  </a:lnTo>
                  <a:lnTo>
                    <a:pt x="8" y="32"/>
                  </a:lnTo>
                  <a:lnTo>
                    <a:pt x="10" y="22"/>
                  </a:lnTo>
                  <a:lnTo>
                    <a:pt x="16" y="16"/>
                  </a:lnTo>
                  <a:lnTo>
                    <a:pt x="22" y="10"/>
                  </a:lnTo>
                  <a:lnTo>
                    <a:pt x="32" y="8"/>
                  </a:lnTo>
                  <a:lnTo>
                    <a:pt x="32" y="8"/>
                  </a:lnTo>
                  <a:lnTo>
                    <a:pt x="42" y="10"/>
                  </a:lnTo>
                  <a:lnTo>
                    <a:pt x="48" y="16"/>
                  </a:lnTo>
                  <a:lnTo>
                    <a:pt x="54" y="22"/>
                  </a:lnTo>
                  <a:lnTo>
                    <a:pt x="56" y="32"/>
                  </a:lnTo>
                  <a:lnTo>
                    <a:pt x="56" y="32"/>
                  </a:lnTo>
                  <a:lnTo>
                    <a:pt x="54" y="42"/>
                  </a:lnTo>
                  <a:lnTo>
                    <a:pt x="48" y="48"/>
                  </a:lnTo>
                  <a:lnTo>
                    <a:pt x="42" y="54"/>
                  </a:lnTo>
                  <a:lnTo>
                    <a:pt x="32" y="5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</p:grpSp>
      <p:grpSp>
        <p:nvGrpSpPr>
          <p:cNvPr id="36" name="Group 35"/>
          <p:cNvGrpSpPr/>
          <p:nvPr/>
        </p:nvGrpSpPr>
        <p:grpSpPr>
          <a:xfrm>
            <a:off x="3582225" y="2590112"/>
            <a:ext cx="465099" cy="465099"/>
            <a:chOff x="4775200" y="1962150"/>
            <a:chExt cx="406400" cy="406400"/>
          </a:xfrm>
          <a:solidFill>
            <a:schemeClr val="accent1"/>
          </a:solidFill>
        </p:grpSpPr>
        <p:sp>
          <p:nvSpPr>
            <p:cNvPr id="78" name="Freeform 115"/>
            <p:cNvSpPr>
              <a:spLocks noEditPoints="1"/>
            </p:cNvSpPr>
            <p:nvPr/>
          </p:nvSpPr>
          <p:spPr bwMode="auto">
            <a:xfrm>
              <a:off x="4775200" y="1962150"/>
              <a:ext cx="406400" cy="406400"/>
            </a:xfrm>
            <a:custGeom>
              <a:avLst/>
              <a:gdLst/>
              <a:ahLst/>
              <a:cxnLst>
                <a:cxn ang="0">
                  <a:pos x="160" y="0"/>
                </a:cxn>
                <a:cxn ang="0">
                  <a:pos x="122" y="8"/>
                </a:cxn>
                <a:cxn ang="0">
                  <a:pos x="92" y="28"/>
                </a:cxn>
                <a:cxn ang="0">
                  <a:pos x="72" y="58"/>
                </a:cxn>
                <a:cxn ang="0">
                  <a:pos x="64" y="96"/>
                </a:cxn>
                <a:cxn ang="0">
                  <a:pos x="64" y="108"/>
                </a:cxn>
                <a:cxn ang="0">
                  <a:pos x="70" y="130"/>
                </a:cxn>
                <a:cxn ang="0">
                  <a:pos x="8" y="208"/>
                </a:cxn>
                <a:cxn ang="0">
                  <a:pos x="8" y="208"/>
                </a:cxn>
                <a:cxn ang="0">
                  <a:pos x="0" y="228"/>
                </a:cxn>
                <a:cxn ang="0">
                  <a:pos x="2" y="238"/>
                </a:cxn>
                <a:cxn ang="0">
                  <a:pos x="18" y="254"/>
                </a:cxn>
                <a:cxn ang="0">
                  <a:pos x="28" y="256"/>
                </a:cxn>
                <a:cxn ang="0">
                  <a:pos x="48" y="248"/>
                </a:cxn>
                <a:cxn ang="0">
                  <a:pos x="116" y="180"/>
                </a:cxn>
                <a:cxn ang="0">
                  <a:pos x="126" y="186"/>
                </a:cxn>
                <a:cxn ang="0">
                  <a:pos x="148" y="192"/>
                </a:cxn>
                <a:cxn ang="0">
                  <a:pos x="160" y="192"/>
                </a:cxn>
                <a:cxn ang="0">
                  <a:pos x="198" y="184"/>
                </a:cxn>
                <a:cxn ang="0">
                  <a:pos x="228" y="164"/>
                </a:cxn>
                <a:cxn ang="0">
                  <a:pos x="248" y="134"/>
                </a:cxn>
                <a:cxn ang="0">
                  <a:pos x="256" y="96"/>
                </a:cxn>
                <a:cxn ang="0">
                  <a:pos x="254" y="76"/>
                </a:cxn>
                <a:cxn ang="0">
                  <a:pos x="240" y="42"/>
                </a:cxn>
                <a:cxn ang="0">
                  <a:pos x="214" y="16"/>
                </a:cxn>
                <a:cxn ang="0">
                  <a:pos x="180" y="2"/>
                </a:cxn>
                <a:cxn ang="0">
                  <a:pos x="38" y="238"/>
                </a:cxn>
                <a:cxn ang="0">
                  <a:pos x="34" y="240"/>
                </a:cxn>
                <a:cxn ang="0">
                  <a:pos x="28" y="242"/>
                </a:cxn>
                <a:cxn ang="0">
                  <a:pos x="18" y="238"/>
                </a:cxn>
                <a:cxn ang="0">
                  <a:pos x="14" y="228"/>
                </a:cxn>
                <a:cxn ang="0">
                  <a:pos x="16" y="222"/>
                </a:cxn>
                <a:cxn ang="0">
                  <a:pos x="18" y="218"/>
                </a:cxn>
                <a:cxn ang="0">
                  <a:pos x="82" y="154"/>
                </a:cxn>
                <a:cxn ang="0">
                  <a:pos x="102" y="174"/>
                </a:cxn>
                <a:cxn ang="0">
                  <a:pos x="160" y="176"/>
                </a:cxn>
                <a:cxn ang="0">
                  <a:pos x="144" y="174"/>
                </a:cxn>
                <a:cxn ang="0">
                  <a:pos x="116" y="162"/>
                </a:cxn>
                <a:cxn ang="0">
                  <a:pos x="94" y="140"/>
                </a:cxn>
                <a:cxn ang="0">
                  <a:pos x="82" y="112"/>
                </a:cxn>
                <a:cxn ang="0">
                  <a:pos x="80" y="96"/>
                </a:cxn>
                <a:cxn ang="0">
                  <a:pos x="86" y="64"/>
                </a:cxn>
                <a:cxn ang="0">
                  <a:pos x="104" y="40"/>
                </a:cxn>
                <a:cxn ang="0">
                  <a:pos x="128" y="22"/>
                </a:cxn>
                <a:cxn ang="0">
                  <a:pos x="160" y="16"/>
                </a:cxn>
                <a:cxn ang="0">
                  <a:pos x="176" y="18"/>
                </a:cxn>
                <a:cxn ang="0">
                  <a:pos x="204" y="30"/>
                </a:cxn>
                <a:cxn ang="0">
                  <a:pos x="226" y="52"/>
                </a:cxn>
                <a:cxn ang="0">
                  <a:pos x="238" y="80"/>
                </a:cxn>
                <a:cxn ang="0">
                  <a:pos x="240" y="96"/>
                </a:cxn>
                <a:cxn ang="0">
                  <a:pos x="234" y="128"/>
                </a:cxn>
                <a:cxn ang="0">
                  <a:pos x="216" y="152"/>
                </a:cxn>
                <a:cxn ang="0">
                  <a:pos x="192" y="170"/>
                </a:cxn>
                <a:cxn ang="0">
                  <a:pos x="160" y="176"/>
                </a:cxn>
              </a:cxnLst>
              <a:rect l="0" t="0" r="r" b="b"/>
              <a:pathLst>
                <a:path w="256" h="256">
                  <a:moveTo>
                    <a:pt x="160" y="0"/>
                  </a:moveTo>
                  <a:lnTo>
                    <a:pt x="160" y="0"/>
                  </a:lnTo>
                  <a:lnTo>
                    <a:pt x="140" y="2"/>
                  </a:lnTo>
                  <a:lnTo>
                    <a:pt x="122" y="8"/>
                  </a:lnTo>
                  <a:lnTo>
                    <a:pt x="106" y="16"/>
                  </a:lnTo>
                  <a:lnTo>
                    <a:pt x="92" y="28"/>
                  </a:lnTo>
                  <a:lnTo>
                    <a:pt x="80" y="42"/>
                  </a:lnTo>
                  <a:lnTo>
                    <a:pt x="72" y="58"/>
                  </a:lnTo>
                  <a:lnTo>
                    <a:pt x="66" y="76"/>
                  </a:lnTo>
                  <a:lnTo>
                    <a:pt x="64" y="96"/>
                  </a:lnTo>
                  <a:lnTo>
                    <a:pt x="64" y="96"/>
                  </a:lnTo>
                  <a:lnTo>
                    <a:pt x="64" y="108"/>
                  </a:lnTo>
                  <a:lnTo>
                    <a:pt x="66" y="120"/>
                  </a:lnTo>
                  <a:lnTo>
                    <a:pt x="70" y="130"/>
                  </a:lnTo>
                  <a:lnTo>
                    <a:pt x="76" y="140"/>
                  </a:lnTo>
                  <a:lnTo>
                    <a:pt x="8" y="208"/>
                  </a:lnTo>
                  <a:lnTo>
                    <a:pt x="8" y="208"/>
                  </a:lnTo>
                  <a:lnTo>
                    <a:pt x="8" y="208"/>
                  </a:lnTo>
                  <a:lnTo>
                    <a:pt x="2" y="216"/>
                  </a:lnTo>
                  <a:lnTo>
                    <a:pt x="0" y="228"/>
                  </a:lnTo>
                  <a:lnTo>
                    <a:pt x="0" y="228"/>
                  </a:lnTo>
                  <a:lnTo>
                    <a:pt x="2" y="238"/>
                  </a:lnTo>
                  <a:lnTo>
                    <a:pt x="8" y="248"/>
                  </a:lnTo>
                  <a:lnTo>
                    <a:pt x="18" y="254"/>
                  </a:lnTo>
                  <a:lnTo>
                    <a:pt x="28" y="256"/>
                  </a:lnTo>
                  <a:lnTo>
                    <a:pt x="28" y="256"/>
                  </a:lnTo>
                  <a:lnTo>
                    <a:pt x="40" y="254"/>
                  </a:lnTo>
                  <a:lnTo>
                    <a:pt x="48" y="248"/>
                  </a:lnTo>
                  <a:lnTo>
                    <a:pt x="48" y="248"/>
                  </a:lnTo>
                  <a:lnTo>
                    <a:pt x="116" y="180"/>
                  </a:lnTo>
                  <a:lnTo>
                    <a:pt x="116" y="180"/>
                  </a:lnTo>
                  <a:lnTo>
                    <a:pt x="126" y="186"/>
                  </a:lnTo>
                  <a:lnTo>
                    <a:pt x="136" y="190"/>
                  </a:lnTo>
                  <a:lnTo>
                    <a:pt x="148" y="192"/>
                  </a:lnTo>
                  <a:lnTo>
                    <a:pt x="160" y="192"/>
                  </a:lnTo>
                  <a:lnTo>
                    <a:pt x="160" y="192"/>
                  </a:lnTo>
                  <a:lnTo>
                    <a:pt x="180" y="190"/>
                  </a:lnTo>
                  <a:lnTo>
                    <a:pt x="198" y="184"/>
                  </a:lnTo>
                  <a:lnTo>
                    <a:pt x="214" y="176"/>
                  </a:lnTo>
                  <a:lnTo>
                    <a:pt x="228" y="164"/>
                  </a:lnTo>
                  <a:lnTo>
                    <a:pt x="240" y="150"/>
                  </a:lnTo>
                  <a:lnTo>
                    <a:pt x="248" y="134"/>
                  </a:lnTo>
                  <a:lnTo>
                    <a:pt x="254" y="116"/>
                  </a:lnTo>
                  <a:lnTo>
                    <a:pt x="256" y="96"/>
                  </a:lnTo>
                  <a:lnTo>
                    <a:pt x="256" y="96"/>
                  </a:lnTo>
                  <a:lnTo>
                    <a:pt x="254" y="76"/>
                  </a:lnTo>
                  <a:lnTo>
                    <a:pt x="248" y="58"/>
                  </a:lnTo>
                  <a:lnTo>
                    <a:pt x="240" y="42"/>
                  </a:lnTo>
                  <a:lnTo>
                    <a:pt x="228" y="28"/>
                  </a:lnTo>
                  <a:lnTo>
                    <a:pt x="214" y="16"/>
                  </a:lnTo>
                  <a:lnTo>
                    <a:pt x="198" y="8"/>
                  </a:lnTo>
                  <a:lnTo>
                    <a:pt x="180" y="2"/>
                  </a:lnTo>
                  <a:lnTo>
                    <a:pt x="160" y="0"/>
                  </a:lnTo>
                  <a:close/>
                  <a:moveTo>
                    <a:pt x="38" y="238"/>
                  </a:moveTo>
                  <a:lnTo>
                    <a:pt x="38" y="238"/>
                  </a:lnTo>
                  <a:lnTo>
                    <a:pt x="34" y="240"/>
                  </a:lnTo>
                  <a:lnTo>
                    <a:pt x="28" y="242"/>
                  </a:lnTo>
                  <a:lnTo>
                    <a:pt x="28" y="242"/>
                  </a:lnTo>
                  <a:lnTo>
                    <a:pt x="22" y="240"/>
                  </a:lnTo>
                  <a:lnTo>
                    <a:pt x="18" y="238"/>
                  </a:lnTo>
                  <a:lnTo>
                    <a:pt x="16" y="234"/>
                  </a:lnTo>
                  <a:lnTo>
                    <a:pt x="14" y="228"/>
                  </a:lnTo>
                  <a:lnTo>
                    <a:pt x="14" y="228"/>
                  </a:lnTo>
                  <a:lnTo>
                    <a:pt x="16" y="222"/>
                  </a:lnTo>
                  <a:lnTo>
                    <a:pt x="18" y="218"/>
                  </a:lnTo>
                  <a:lnTo>
                    <a:pt x="18" y="218"/>
                  </a:lnTo>
                  <a:lnTo>
                    <a:pt x="82" y="154"/>
                  </a:lnTo>
                  <a:lnTo>
                    <a:pt x="82" y="154"/>
                  </a:lnTo>
                  <a:lnTo>
                    <a:pt x="92" y="164"/>
                  </a:lnTo>
                  <a:lnTo>
                    <a:pt x="102" y="174"/>
                  </a:lnTo>
                  <a:lnTo>
                    <a:pt x="38" y="238"/>
                  </a:lnTo>
                  <a:close/>
                  <a:moveTo>
                    <a:pt x="160" y="176"/>
                  </a:moveTo>
                  <a:lnTo>
                    <a:pt x="160" y="176"/>
                  </a:lnTo>
                  <a:lnTo>
                    <a:pt x="144" y="174"/>
                  </a:lnTo>
                  <a:lnTo>
                    <a:pt x="128" y="170"/>
                  </a:lnTo>
                  <a:lnTo>
                    <a:pt x="116" y="162"/>
                  </a:lnTo>
                  <a:lnTo>
                    <a:pt x="104" y="152"/>
                  </a:lnTo>
                  <a:lnTo>
                    <a:pt x="94" y="140"/>
                  </a:lnTo>
                  <a:lnTo>
                    <a:pt x="86" y="128"/>
                  </a:lnTo>
                  <a:lnTo>
                    <a:pt x="82" y="112"/>
                  </a:lnTo>
                  <a:lnTo>
                    <a:pt x="80" y="96"/>
                  </a:lnTo>
                  <a:lnTo>
                    <a:pt x="80" y="96"/>
                  </a:lnTo>
                  <a:lnTo>
                    <a:pt x="82" y="80"/>
                  </a:lnTo>
                  <a:lnTo>
                    <a:pt x="86" y="64"/>
                  </a:lnTo>
                  <a:lnTo>
                    <a:pt x="94" y="52"/>
                  </a:lnTo>
                  <a:lnTo>
                    <a:pt x="104" y="40"/>
                  </a:lnTo>
                  <a:lnTo>
                    <a:pt x="116" y="30"/>
                  </a:lnTo>
                  <a:lnTo>
                    <a:pt x="128" y="22"/>
                  </a:lnTo>
                  <a:lnTo>
                    <a:pt x="144" y="18"/>
                  </a:lnTo>
                  <a:lnTo>
                    <a:pt x="160" y="16"/>
                  </a:lnTo>
                  <a:lnTo>
                    <a:pt x="160" y="16"/>
                  </a:lnTo>
                  <a:lnTo>
                    <a:pt x="176" y="18"/>
                  </a:lnTo>
                  <a:lnTo>
                    <a:pt x="192" y="22"/>
                  </a:lnTo>
                  <a:lnTo>
                    <a:pt x="204" y="30"/>
                  </a:lnTo>
                  <a:lnTo>
                    <a:pt x="216" y="40"/>
                  </a:lnTo>
                  <a:lnTo>
                    <a:pt x="226" y="52"/>
                  </a:lnTo>
                  <a:lnTo>
                    <a:pt x="234" y="64"/>
                  </a:lnTo>
                  <a:lnTo>
                    <a:pt x="238" y="80"/>
                  </a:lnTo>
                  <a:lnTo>
                    <a:pt x="240" y="96"/>
                  </a:lnTo>
                  <a:lnTo>
                    <a:pt x="240" y="96"/>
                  </a:lnTo>
                  <a:lnTo>
                    <a:pt x="238" y="112"/>
                  </a:lnTo>
                  <a:lnTo>
                    <a:pt x="234" y="128"/>
                  </a:lnTo>
                  <a:lnTo>
                    <a:pt x="226" y="140"/>
                  </a:lnTo>
                  <a:lnTo>
                    <a:pt x="216" y="152"/>
                  </a:lnTo>
                  <a:lnTo>
                    <a:pt x="204" y="162"/>
                  </a:lnTo>
                  <a:lnTo>
                    <a:pt x="192" y="170"/>
                  </a:lnTo>
                  <a:lnTo>
                    <a:pt x="176" y="174"/>
                  </a:lnTo>
                  <a:lnTo>
                    <a:pt x="160" y="17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79" name="Freeform 119"/>
            <p:cNvSpPr>
              <a:spLocks/>
            </p:cNvSpPr>
            <p:nvPr/>
          </p:nvSpPr>
          <p:spPr bwMode="auto">
            <a:xfrm>
              <a:off x="4940300" y="2025650"/>
              <a:ext cx="95250" cy="95250"/>
            </a:xfrm>
            <a:custGeom>
              <a:avLst/>
              <a:gdLst/>
              <a:ahLst/>
              <a:cxnLst>
                <a:cxn ang="0">
                  <a:pos x="56" y="0"/>
                </a:cxn>
                <a:cxn ang="0">
                  <a:pos x="56" y="0"/>
                </a:cxn>
                <a:cxn ang="0">
                  <a:pos x="44" y="2"/>
                </a:cxn>
                <a:cxn ang="0">
                  <a:pos x="34" y="4"/>
                </a:cxn>
                <a:cxn ang="0">
                  <a:pos x="24" y="10"/>
                </a:cxn>
                <a:cxn ang="0">
                  <a:pos x="16" y="16"/>
                </a:cxn>
                <a:cxn ang="0">
                  <a:pos x="10" y="24"/>
                </a:cxn>
                <a:cxn ang="0">
                  <a:pos x="4" y="34"/>
                </a:cxn>
                <a:cxn ang="0">
                  <a:pos x="2" y="44"/>
                </a:cxn>
                <a:cxn ang="0">
                  <a:pos x="0" y="56"/>
                </a:cxn>
                <a:cxn ang="0">
                  <a:pos x="0" y="56"/>
                </a:cxn>
                <a:cxn ang="0">
                  <a:pos x="2" y="58"/>
                </a:cxn>
                <a:cxn ang="0">
                  <a:pos x="4" y="60"/>
                </a:cxn>
                <a:cxn ang="0">
                  <a:pos x="4" y="60"/>
                </a:cxn>
                <a:cxn ang="0">
                  <a:pos x="6" y="58"/>
                </a:cxn>
                <a:cxn ang="0">
                  <a:pos x="8" y="56"/>
                </a:cxn>
                <a:cxn ang="0">
                  <a:pos x="8" y="56"/>
                </a:cxn>
                <a:cxn ang="0">
                  <a:pos x="8" y="46"/>
                </a:cxn>
                <a:cxn ang="0">
                  <a:pos x="12" y="38"/>
                </a:cxn>
                <a:cxn ang="0">
                  <a:pos x="16" y="30"/>
                </a:cxn>
                <a:cxn ang="0">
                  <a:pos x="22" y="22"/>
                </a:cxn>
                <a:cxn ang="0">
                  <a:pos x="30" y="16"/>
                </a:cxn>
                <a:cxn ang="0">
                  <a:pos x="38" y="12"/>
                </a:cxn>
                <a:cxn ang="0">
                  <a:pos x="46" y="8"/>
                </a:cxn>
                <a:cxn ang="0">
                  <a:pos x="56" y="8"/>
                </a:cxn>
                <a:cxn ang="0">
                  <a:pos x="56" y="8"/>
                </a:cxn>
                <a:cxn ang="0">
                  <a:pos x="58" y="6"/>
                </a:cxn>
                <a:cxn ang="0">
                  <a:pos x="60" y="4"/>
                </a:cxn>
                <a:cxn ang="0">
                  <a:pos x="60" y="4"/>
                </a:cxn>
                <a:cxn ang="0">
                  <a:pos x="58" y="2"/>
                </a:cxn>
                <a:cxn ang="0">
                  <a:pos x="56" y="0"/>
                </a:cxn>
              </a:cxnLst>
              <a:rect l="0" t="0" r="r" b="b"/>
              <a:pathLst>
                <a:path w="60" h="60">
                  <a:moveTo>
                    <a:pt x="56" y="0"/>
                  </a:moveTo>
                  <a:lnTo>
                    <a:pt x="56" y="0"/>
                  </a:lnTo>
                  <a:lnTo>
                    <a:pt x="44" y="2"/>
                  </a:lnTo>
                  <a:lnTo>
                    <a:pt x="34" y="4"/>
                  </a:lnTo>
                  <a:lnTo>
                    <a:pt x="24" y="10"/>
                  </a:lnTo>
                  <a:lnTo>
                    <a:pt x="16" y="16"/>
                  </a:lnTo>
                  <a:lnTo>
                    <a:pt x="10" y="24"/>
                  </a:lnTo>
                  <a:lnTo>
                    <a:pt x="4" y="34"/>
                  </a:lnTo>
                  <a:lnTo>
                    <a:pt x="2" y="44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2" y="58"/>
                  </a:lnTo>
                  <a:lnTo>
                    <a:pt x="4" y="60"/>
                  </a:lnTo>
                  <a:lnTo>
                    <a:pt x="4" y="60"/>
                  </a:lnTo>
                  <a:lnTo>
                    <a:pt x="6" y="58"/>
                  </a:lnTo>
                  <a:lnTo>
                    <a:pt x="8" y="56"/>
                  </a:lnTo>
                  <a:lnTo>
                    <a:pt x="8" y="56"/>
                  </a:lnTo>
                  <a:lnTo>
                    <a:pt x="8" y="46"/>
                  </a:lnTo>
                  <a:lnTo>
                    <a:pt x="12" y="38"/>
                  </a:lnTo>
                  <a:lnTo>
                    <a:pt x="16" y="30"/>
                  </a:lnTo>
                  <a:lnTo>
                    <a:pt x="22" y="22"/>
                  </a:lnTo>
                  <a:lnTo>
                    <a:pt x="30" y="16"/>
                  </a:lnTo>
                  <a:lnTo>
                    <a:pt x="38" y="12"/>
                  </a:lnTo>
                  <a:lnTo>
                    <a:pt x="46" y="8"/>
                  </a:lnTo>
                  <a:lnTo>
                    <a:pt x="56" y="8"/>
                  </a:lnTo>
                  <a:lnTo>
                    <a:pt x="56" y="8"/>
                  </a:lnTo>
                  <a:lnTo>
                    <a:pt x="58" y="6"/>
                  </a:lnTo>
                  <a:lnTo>
                    <a:pt x="60" y="4"/>
                  </a:lnTo>
                  <a:lnTo>
                    <a:pt x="60" y="4"/>
                  </a:lnTo>
                  <a:lnTo>
                    <a:pt x="58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80" name="Freeform 120"/>
            <p:cNvSpPr>
              <a:spLocks/>
            </p:cNvSpPr>
            <p:nvPr/>
          </p:nvSpPr>
          <p:spPr bwMode="auto">
            <a:xfrm>
              <a:off x="4940300" y="2025650"/>
              <a:ext cx="95250" cy="95250"/>
            </a:xfrm>
            <a:custGeom>
              <a:avLst/>
              <a:gdLst/>
              <a:ahLst/>
              <a:cxnLst>
                <a:cxn ang="0">
                  <a:pos x="56" y="0"/>
                </a:cxn>
                <a:cxn ang="0">
                  <a:pos x="56" y="0"/>
                </a:cxn>
                <a:cxn ang="0">
                  <a:pos x="44" y="2"/>
                </a:cxn>
                <a:cxn ang="0">
                  <a:pos x="34" y="4"/>
                </a:cxn>
                <a:cxn ang="0">
                  <a:pos x="24" y="10"/>
                </a:cxn>
                <a:cxn ang="0">
                  <a:pos x="16" y="16"/>
                </a:cxn>
                <a:cxn ang="0">
                  <a:pos x="10" y="24"/>
                </a:cxn>
                <a:cxn ang="0">
                  <a:pos x="4" y="34"/>
                </a:cxn>
                <a:cxn ang="0">
                  <a:pos x="2" y="44"/>
                </a:cxn>
                <a:cxn ang="0">
                  <a:pos x="0" y="56"/>
                </a:cxn>
                <a:cxn ang="0">
                  <a:pos x="0" y="56"/>
                </a:cxn>
                <a:cxn ang="0">
                  <a:pos x="2" y="58"/>
                </a:cxn>
                <a:cxn ang="0">
                  <a:pos x="4" y="60"/>
                </a:cxn>
                <a:cxn ang="0">
                  <a:pos x="4" y="60"/>
                </a:cxn>
                <a:cxn ang="0">
                  <a:pos x="6" y="58"/>
                </a:cxn>
                <a:cxn ang="0">
                  <a:pos x="8" y="56"/>
                </a:cxn>
                <a:cxn ang="0">
                  <a:pos x="8" y="56"/>
                </a:cxn>
                <a:cxn ang="0">
                  <a:pos x="8" y="46"/>
                </a:cxn>
                <a:cxn ang="0">
                  <a:pos x="12" y="38"/>
                </a:cxn>
                <a:cxn ang="0">
                  <a:pos x="16" y="30"/>
                </a:cxn>
                <a:cxn ang="0">
                  <a:pos x="22" y="22"/>
                </a:cxn>
                <a:cxn ang="0">
                  <a:pos x="30" y="16"/>
                </a:cxn>
                <a:cxn ang="0">
                  <a:pos x="38" y="12"/>
                </a:cxn>
                <a:cxn ang="0">
                  <a:pos x="46" y="8"/>
                </a:cxn>
                <a:cxn ang="0">
                  <a:pos x="56" y="8"/>
                </a:cxn>
                <a:cxn ang="0">
                  <a:pos x="56" y="8"/>
                </a:cxn>
                <a:cxn ang="0">
                  <a:pos x="58" y="6"/>
                </a:cxn>
                <a:cxn ang="0">
                  <a:pos x="60" y="4"/>
                </a:cxn>
                <a:cxn ang="0">
                  <a:pos x="60" y="4"/>
                </a:cxn>
                <a:cxn ang="0">
                  <a:pos x="58" y="2"/>
                </a:cxn>
                <a:cxn ang="0">
                  <a:pos x="56" y="0"/>
                </a:cxn>
              </a:cxnLst>
              <a:rect l="0" t="0" r="r" b="b"/>
              <a:pathLst>
                <a:path w="60" h="60">
                  <a:moveTo>
                    <a:pt x="56" y="0"/>
                  </a:moveTo>
                  <a:lnTo>
                    <a:pt x="56" y="0"/>
                  </a:lnTo>
                  <a:lnTo>
                    <a:pt x="44" y="2"/>
                  </a:lnTo>
                  <a:lnTo>
                    <a:pt x="34" y="4"/>
                  </a:lnTo>
                  <a:lnTo>
                    <a:pt x="24" y="10"/>
                  </a:lnTo>
                  <a:lnTo>
                    <a:pt x="16" y="16"/>
                  </a:lnTo>
                  <a:lnTo>
                    <a:pt x="10" y="24"/>
                  </a:lnTo>
                  <a:lnTo>
                    <a:pt x="4" y="34"/>
                  </a:lnTo>
                  <a:lnTo>
                    <a:pt x="2" y="44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2" y="58"/>
                  </a:lnTo>
                  <a:lnTo>
                    <a:pt x="4" y="60"/>
                  </a:lnTo>
                  <a:lnTo>
                    <a:pt x="4" y="60"/>
                  </a:lnTo>
                  <a:lnTo>
                    <a:pt x="6" y="58"/>
                  </a:lnTo>
                  <a:lnTo>
                    <a:pt x="8" y="56"/>
                  </a:lnTo>
                  <a:lnTo>
                    <a:pt x="8" y="56"/>
                  </a:lnTo>
                  <a:lnTo>
                    <a:pt x="8" y="46"/>
                  </a:lnTo>
                  <a:lnTo>
                    <a:pt x="12" y="38"/>
                  </a:lnTo>
                  <a:lnTo>
                    <a:pt x="16" y="30"/>
                  </a:lnTo>
                  <a:lnTo>
                    <a:pt x="22" y="22"/>
                  </a:lnTo>
                  <a:lnTo>
                    <a:pt x="30" y="16"/>
                  </a:lnTo>
                  <a:lnTo>
                    <a:pt x="38" y="12"/>
                  </a:lnTo>
                  <a:lnTo>
                    <a:pt x="46" y="8"/>
                  </a:lnTo>
                  <a:lnTo>
                    <a:pt x="56" y="8"/>
                  </a:lnTo>
                  <a:lnTo>
                    <a:pt x="56" y="8"/>
                  </a:lnTo>
                  <a:lnTo>
                    <a:pt x="58" y="6"/>
                  </a:lnTo>
                  <a:lnTo>
                    <a:pt x="60" y="4"/>
                  </a:lnTo>
                  <a:lnTo>
                    <a:pt x="60" y="4"/>
                  </a:lnTo>
                  <a:lnTo>
                    <a:pt x="58" y="2"/>
                  </a:lnTo>
                  <a:lnTo>
                    <a:pt x="56" y="0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</p:grpSp>
      <p:sp>
        <p:nvSpPr>
          <p:cNvPr id="37" name="Freeform 141"/>
          <p:cNvSpPr>
            <a:spLocks noEditPoints="1"/>
          </p:cNvSpPr>
          <p:nvPr/>
        </p:nvSpPr>
        <p:spPr bwMode="auto">
          <a:xfrm>
            <a:off x="5442621" y="1732587"/>
            <a:ext cx="465099" cy="319756"/>
          </a:xfrm>
          <a:custGeom>
            <a:avLst/>
            <a:gdLst/>
            <a:ahLst/>
            <a:cxnLst>
              <a:cxn ang="0">
                <a:pos x="232" y="8"/>
              </a:cxn>
              <a:cxn ang="0">
                <a:pos x="226" y="10"/>
              </a:cxn>
              <a:cxn ang="0">
                <a:pos x="200" y="34"/>
              </a:cxn>
              <a:cxn ang="0">
                <a:pos x="200" y="24"/>
              </a:cxn>
              <a:cxn ang="0">
                <a:pos x="192" y="8"/>
              </a:cxn>
              <a:cxn ang="0">
                <a:pos x="176" y="0"/>
              </a:cxn>
              <a:cxn ang="0">
                <a:pos x="24" y="0"/>
              </a:cxn>
              <a:cxn ang="0">
                <a:pos x="8" y="8"/>
              </a:cxn>
              <a:cxn ang="0">
                <a:pos x="0" y="24"/>
              </a:cxn>
              <a:cxn ang="0">
                <a:pos x="0" y="152"/>
              </a:cxn>
              <a:cxn ang="0">
                <a:pos x="2" y="162"/>
              </a:cxn>
              <a:cxn ang="0">
                <a:pos x="14" y="174"/>
              </a:cxn>
              <a:cxn ang="0">
                <a:pos x="176" y="176"/>
              </a:cxn>
              <a:cxn ang="0">
                <a:pos x="186" y="174"/>
              </a:cxn>
              <a:cxn ang="0">
                <a:pos x="198" y="162"/>
              </a:cxn>
              <a:cxn ang="0">
                <a:pos x="200" y="142"/>
              </a:cxn>
              <a:cxn ang="0">
                <a:pos x="222" y="164"/>
              </a:cxn>
              <a:cxn ang="0">
                <a:pos x="232" y="168"/>
              </a:cxn>
              <a:cxn ang="0">
                <a:pos x="240" y="168"/>
              </a:cxn>
              <a:cxn ang="0">
                <a:pos x="252" y="164"/>
              </a:cxn>
              <a:cxn ang="0">
                <a:pos x="256" y="152"/>
              </a:cxn>
              <a:cxn ang="0">
                <a:pos x="256" y="24"/>
              </a:cxn>
              <a:cxn ang="0">
                <a:pos x="252" y="12"/>
              </a:cxn>
              <a:cxn ang="0">
                <a:pos x="240" y="8"/>
              </a:cxn>
              <a:cxn ang="0">
                <a:pos x="24" y="160"/>
              </a:cxn>
              <a:cxn ang="0">
                <a:pos x="18" y="158"/>
              </a:cxn>
              <a:cxn ang="0">
                <a:pos x="16" y="152"/>
              </a:cxn>
              <a:cxn ang="0">
                <a:pos x="16" y="24"/>
              </a:cxn>
              <a:cxn ang="0">
                <a:pos x="18" y="18"/>
              </a:cxn>
              <a:cxn ang="0">
                <a:pos x="24" y="16"/>
              </a:cxn>
              <a:cxn ang="0">
                <a:pos x="176" y="16"/>
              </a:cxn>
              <a:cxn ang="0">
                <a:pos x="182" y="18"/>
              </a:cxn>
              <a:cxn ang="0">
                <a:pos x="184" y="24"/>
              </a:cxn>
              <a:cxn ang="0">
                <a:pos x="184" y="152"/>
              </a:cxn>
              <a:cxn ang="0">
                <a:pos x="182" y="158"/>
              </a:cxn>
              <a:cxn ang="0">
                <a:pos x="176" y="160"/>
              </a:cxn>
              <a:cxn ang="0">
                <a:pos x="240" y="152"/>
              </a:cxn>
              <a:cxn ang="0">
                <a:pos x="232" y="152"/>
              </a:cxn>
              <a:cxn ang="0">
                <a:pos x="200" y="120"/>
              </a:cxn>
              <a:cxn ang="0">
                <a:pos x="192" y="64"/>
              </a:cxn>
              <a:cxn ang="0">
                <a:pos x="232" y="24"/>
              </a:cxn>
              <a:cxn ang="0">
                <a:pos x="240" y="152"/>
              </a:cxn>
            </a:cxnLst>
            <a:rect l="0" t="0" r="r" b="b"/>
            <a:pathLst>
              <a:path w="256" h="176">
                <a:moveTo>
                  <a:pt x="240" y="8"/>
                </a:moveTo>
                <a:lnTo>
                  <a:pt x="232" y="8"/>
                </a:lnTo>
                <a:lnTo>
                  <a:pt x="232" y="8"/>
                </a:lnTo>
                <a:lnTo>
                  <a:pt x="226" y="10"/>
                </a:lnTo>
                <a:lnTo>
                  <a:pt x="222" y="12"/>
                </a:lnTo>
                <a:lnTo>
                  <a:pt x="200" y="34"/>
                </a:lnTo>
                <a:lnTo>
                  <a:pt x="200" y="24"/>
                </a:lnTo>
                <a:lnTo>
                  <a:pt x="200" y="24"/>
                </a:lnTo>
                <a:lnTo>
                  <a:pt x="198" y="14"/>
                </a:lnTo>
                <a:lnTo>
                  <a:pt x="192" y="8"/>
                </a:lnTo>
                <a:lnTo>
                  <a:pt x="186" y="2"/>
                </a:lnTo>
                <a:lnTo>
                  <a:pt x="176" y="0"/>
                </a:lnTo>
                <a:lnTo>
                  <a:pt x="24" y="0"/>
                </a:lnTo>
                <a:lnTo>
                  <a:pt x="24" y="0"/>
                </a:lnTo>
                <a:lnTo>
                  <a:pt x="14" y="2"/>
                </a:lnTo>
                <a:lnTo>
                  <a:pt x="8" y="8"/>
                </a:lnTo>
                <a:lnTo>
                  <a:pt x="2" y="14"/>
                </a:lnTo>
                <a:lnTo>
                  <a:pt x="0" y="24"/>
                </a:lnTo>
                <a:lnTo>
                  <a:pt x="0" y="80"/>
                </a:lnTo>
                <a:lnTo>
                  <a:pt x="0" y="152"/>
                </a:lnTo>
                <a:lnTo>
                  <a:pt x="0" y="152"/>
                </a:lnTo>
                <a:lnTo>
                  <a:pt x="2" y="162"/>
                </a:lnTo>
                <a:lnTo>
                  <a:pt x="8" y="168"/>
                </a:lnTo>
                <a:lnTo>
                  <a:pt x="14" y="174"/>
                </a:lnTo>
                <a:lnTo>
                  <a:pt x="24" y="176"/>
                </a:lnTo>
                <a:lnTo>
                  <a:pt x="176" y="176"/>
                </a:lnTo>
                <a:lnTo>
                  <a:pt x="176" y="176"/>
                </a:lnTo>
                <a:lnTo>
                  <a:pt x="186" y="174"/>
                </a:lnTo>
                <a:lnTo>
                  <a:pt x="192" y="168"/>
                </a:lnTo>
                <a:lnTo>
                  <a:pt x="198" y="162"/>
                </a:lnTo>
                <a:lnTo>
                  <a:pt x="200" y="152"/>
                </a:lnTo>
                <a:lnTo>
                  <a:pt x="200" y="142"/>
                </a:lnTo>
                <a:lnTo>
                  <a:pt x="222" y="164"/>
                </a:lnTo>
                <a:lnTo>
                  <a:pt x="222" y="164"/>
                </a:lnTo>
                <a:lnTo>
                  <a:pt x="226" y="168"/>
                </a:lnTo>
                <a:lnTo>
                  <a:pt x="232" y="168"/>
                </a:lnTo>
                <a:lnTo>
                  <a:pt x="240" y="168"/>
                </a:lnTo>
                <a:lnTo>
                  <a:pt x="240" y="168"/>
                </a:lnTo>
                <a:lnTo>
                  <a:pt x="246" y="166"/>
                </a:lnTo>
                <a:lnTo>
                  <a:pt x="252" y="164"/>
                </a:lnTo>
                <a:lnTo>
                  <a:pt x="254" y="158"/>
                </a:lnTo>
                <a:lnTo>
                  <a:pt x="256" y="152"/>
                </a:lnTo>
                <a:lnTo>
                  <a:pt x="256" y="24"/>
                </a:lnTo>
                <a:lnTo>
                  <a:pt x="256" y="24"/>
                </a:lnTo>
                <a:lnTo>
                  <a:pt x="254" y="18"/>
                </a:lnTo>
                <a:lnTo>
                  <a:pt x="252" y="12"/>
                </a:lnTo>
                <a:lnTo>
                  <a:pt x="246" y="10"/>
                </a:lnTo>
                <a:lnTo>
                  <a:pt x="240" y="8"/>
                </a:lnTo>
                <a:close/>
                <a:moveTo>
                  <a:pt x="24" y="160"/>
                </a:moveTo>
                <a:lnTo>
                  <a:pt x="24" y="160"/>
                </a:lnTo>
                <a:lnTo>
                  <a:pt x="20" y="160"/>
                </a:lnTo>
                <a:lnTo>
                  <a:pt x="18" y="158"/>
                </a:lnTo>
                <a:lnTo>
                  <a:pt x="16" y="156"/>
                </a:lnTo>
                <a:lnTo>
                  <a:pt x="16" y="152"/>
                </a:lnTo>
                <a:lnTo>
                  <a:pt x="16" y="24"/>
                </a:lnTo>
                <a:lnTo>
                  <a:pt x="16" y="24"/>
                </a:lnTo>
                <a:lnTo>
                  <a:pt x="16" y="20"/>
                </a:lnTo>
                <a:lnTo>
                  <a:pt x="18" y="18"/>
                </a:lnTo>
                <a:lnTo>
                  <a:pt x="20" y="16"/>
                </a:lnTo>
                <a:lnTo>
                  <a:pt x="24" y="16"/>
                </a:lnTo>
                <a:lnTo>
                  <a:pt x="176" y="16"/>
                </a:lnTo>
                <a:lnTo>
                  <a:pt x="176" y="16"/>
                </a:lnTo>
                <a:lnTo>
                  <a:pt x="180" y="16"/>
                </a:lnTo>
                <a:lnTo>
                  <a:pt x="182" y="18"/>
                </a:lnTo>
                <a:lnTo>
                  <a:pt x="184" y="20"/>
                </a:lnTo>
                <a:lnTo>
                  <a:pt x="184" y="24"/>
                </a:lnTo>
                <a:lnTo>
                  <a:pt x="184" y="152"/>
                </a:lnTo>
                <a:lnTo>
                  <a:pt x="184" y="152"/>
                </a:lnTo>
                <a:lnTo>
                  <a:pt x="184" y="156"/>
                </a:lnTo>
                <a:lnTo>
                  <a:pt x="182" y="158"/>
                </a:lnTo>
                <a:lnTo>
                  <a:pt x="180" y="160"/>
                </a:lnTo>
                <a:lnTo>
                  <a:pt x="176" y="160"/>
                </a:lnTo>
                <a:lnTo>
                  <a:pt x="24" y="160"/>
                </a:lnTo>
                <a:close/>
                <a:moveTo>
                  <a:pt x="240" y="152"/>
                </a:moveTo>
                <a:lnTo>
                  <a:pt x="232" y="152"/>
                </a:lnTo>
                <a:lnTo>
                  <a:pt x="232" y="152"/>
                </a:lnTo>
                <a:lnTo>
                  <a:pt x="200" y="120"/>
                </a:lnTo>
                <a:lnTo>
                  <a:pt x="200" y="120"/>
                </a:lnTo>
                <a:lnTo>
                  <a:pt x="192" y="112"/>
                </a:lnTo>
                <a:lnTo>
                  <a:pt x="192" y="64"/>
                </a:lnTo>
                <a:lnTo>
                  <a:pt x="232" y="24"/>
                </a:lnTo>
                <a:lnTo>
                  <a:pt x="232" y="24"/>
                </a:lnTo>
                <a:lnTo>
                  <a:pt x="240" y="24"/>
                </a:lnTo>
                <a:lnTo>
                  <a:pt x="240" y="152"/>
                </a:lnTo>
                <a:close/>
              </a:path>
            </a:pathLst>
          </a:custGeom>
          <a:solidFill>
            <a:schemeClr val="accent1"/>
          </a:solidFill>
          <a:ln w="9525">
            <a:noFill/>
            <a:round/>
            <a:headEnd/>
            <a:tailEnd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ar-SA" sz="2288"/>
          </a:p>
        </p:txBody>
      </p:sp>
      <p:grpSp>
        <p:nvGrpSpPr>
          <p:cNvPr id="38" name="Group 37"/>
          <p:cNvGrpSpPr/>
          <p:nvPr/>
        </p:nvGrpSpPr>
        <p:grpSpPr>
          <a:xfrm>
            <a:off x="2652029" y="1718053"/>
            <a:ext cx="465099" cy="363359"/>
            <a:chOff x="3962400" y="1200150"/>
            <a:chExt cx="406400" cy="317500"/>
          </a:xfrm>
          <a:solidFill>
            <a:schemeClr val="accent1"/>
          </a:solidFill>
        </p:grpSpPr>
        <p:sp>
          <p:nvSpPr>
            <p:cNvPr id="71" name="Freeform 157"/>
            <p:cNvSpPr>
              <a:spLocks noEditPoints="1"/>
            </p:cNvSpPr>
            <p:nvPr/>
          </p:nvSpPr>
          <p:spPr bwMode="auto">
            <a:xfrm>
              <a:off x="4013200" y="1247775"/>
              <a:ext cx="254000" cy="206375"/>
            </a:xfrm>
            <a:custGeom>
              <a:avLst/>
              <a:gdLst/>
              <a:ahLst/>
              <a:cxnLst>
                <a:cxn ang="0">
                  <a:pos x="146" y="6"/>
                </a:cxn>
                <a:cxn ang="0">
                  <a:pos x="146" y="6"/>
                </a:cxn>
                <a:cxn ang="0">
                  <a:pos x="112" y="2"/>
                </a:cxn>
                <a:cxn ang="0">
                  <a:pos x="80" y="0"/>
                </a:cxn>
                <a:cxn ang="0">
                  <a:pos x="80" y="0"/>
                </a:cxn>
                <a:cxn ang="0">
                  <a:pos x="48" y="2"/>
                </a:cxn>
                <a:cxn ang="0">
                  <a:pos x="14" y="6"/>
                </a:cxn>
                <a:cxn ang="0">
                  <a:pos x="14" y="6"/>
                </a:cxn>
                <a:cxn ang="0">
                  <a:pos x="10" y="8"/>
                </a:cxn>
                <a:cxn ang="0">
                  <a:pos x="8" y="12"/>
                </a:cxn>
                <a:cxn ang="0">
                  <a:pos x="8" y="12"/>
                </a:cxn>
                <a:cxn ang="0">
                  <a:pos x="2" y="38"/>
                </a:cxn>
                <a:cxn ang="0">
                  <a:pos x="0" y="66"/>
                </a:cxn>
                <a:cxn ang="0">
                  <a:pos x="2" y="92"/>
                </a:cxn>
                <a:cxn ang="0">
                  <a:pos x="8" y="118"/>
                </a:cxn>
                <a:cxn ang="0">
                  <a:pos x="8" y="118"/>
                </a:cxn>
                <a:cxn ang="0">
                  <a:pos x="10" y="122"/>
                </a:cxn>
                <a:cxn ang="0">
                  <a:pos x="14" y="124"/>
                </a:cxn>
                <a:cxn ang="0">
                  <a:pos x="14" y="124"/>
                </a:cxn>
                <a:cxn ang="0">
                  <a:pos x="48" y="128"/>
                </a:cxn>
                <a:cxn ang="0">
                  <a:pos x="80" y="130"/>
                </a:cxn>
                <a:cxn ang="0">
                  <a:pos x="80" y="130"/>
                </a:cxn>
                <a:cxn ang="0">
                  <a:pos x="112" y="128"/>
                </a:cxn>
                <a:cxn ang="0">
                  <a:pos x="146" y="124"/>
                </a:cxn>
                <a:cxn ang="0">
                  <a:pos x="146" y="124"/>
                </a:cxn>
                <a:cxn ang="0">
                  <a:pos x="148" y="122"/>
                </a:cxn>
                <a:cxn ang="0">
                  <a:pos x="152" y="118"/>
                </a:cxn>
                <a:cxn ang="0">
                  <a:pos x="152" y="118"/>
                </a:cxn>
                <a:cxn ang="0">
                  <a:pos x="158" y="92"/>
                </a:cxn>
                <a:cxn ang="0">
                  <a:pos x="160" y="66"/>
                </a:cxn>
                <a:cxn ang="0">
                  <a:pos x="158" y="38"/>
                </a:cxn>
                <a:cxn ang="0">
                  <a:pos x="152" y="12"/>
                </a:cxn>
                <a:cxn ang="0">
                  <a:pos x="152" y="12"/>
                </a:cxn>
                <a:cxn ang="0">
                  <a:pos x="148" y="8"/>
                </a:cxn>
                <a:cxn ang="0">
                  <a:pos x="146" y="6"/>
                </a:cxn>
                <a:cxn ang="0">
                  <a:pos x="144" y="116"/>
                </a:cxn>
                <a:cxn ang="0">
                  <a:pos x="144" y="116"/>
                </a:cxn>
                <a:cxn ang="0">
                  <a:pos x="112" y="120"/>
                </a:cxn>
                <a:cxn ang="0">
                  <a:pos x="80" y="122"/>
                </a:cxn>
                <a:cxn ang="0">
                  <a:pos x="48" y="120"/>
                </a:cxn>
                <a:cxn ang="0">
                  <a:pos x="16" y="116"/>
                </a:cxn>
                <a:cxn ang="0">
                  <a:pos x="16" y="116"/>
                </a:cxn>
                <a:cxn ang="0">
                  <a:pos x="10" y="90"/>
                </a:cxn>
                <a:cxn ang="0">
                  <a:pos x="8" y="66"/>
                </a:cxn>
                <a:cxn ang="0">
                  <a:pos x="10" y="40"/>
                </a:cxn>
                <a:cxn ang="0">
                  <a:pos x="16" y="14"/>
                </a:cxn>
                <a:cxn ang="0">
                  <a:pos x="16" y="14"/>
                </a:cxn>
                <a:cxn ang="0">
                  <a:pos x="48" y="10"/>
                </a:cxn>
                <a:cxn ang="0">
                  <a:pos x="80" y="8"/>
                </a:cxn>
                <a:cxn ang="0">
                  <a:pos x="112" y="10"/>
                </a:cxn>
                <a:cxn ang="0">
                  <a:pos x="144" y="14"/>
                </a:cxn>
                <a:cxn ang="0">
                  <a:pos x="144" y="14"/>
                </a:cxn>
                <a:cxn ang="0">
                  <a:pos x="150" y="40"/>
                </a:cxn>
                <a:cxn ang="0">
                  <a:pos x="152" y="66"/>
                </a:cxn>
                <a:cxn ang="0">
                  <a:pos x="150" y="90"/>
                </a:cxn>
                <a:cxn ang="0">
                  <a:pos x="144" y="116"/>
                </a:cxn>
              </a:cxnLst>
              <a:rect l="0" t="0" r="r" b="b"/>
              <a:pathLst>
                <a:path w="160" h="130">
                  <a:moveTo>
                    <a:pt x="146" y="6"/>
                  </a:moveTo>
                  <a:lnTo>
                    <a:pt x="146" y="6"/>
                  </a:lnTo>
                  <a:lnTo>
                    <a:pt x="112" y="2"/>
                  </a:lnTo>
                  <a:lnTo>
                    <a:pt x="80" y="0"/>
                  </a:lnTo>
                  <a:lnTo>
                    <a:pt x="80" y="0"/>
                  </a:lnTo>
                  <a:lnTo>
                    <a:pt x="48" y="2"/>
                  </a:lnTo>
                  <a:lnTo>
                    <a:pt x="14" y="6"/>
                  </a:lnTo>
                  <a:lnTo>
                    <a:pt x="14" y="6"/>
                  </a:lnTo>
                  <a:lnTo>
                    <a:pt x="10" y="8"/>
                  </a:lnTo>
                  <a:lnTo>
                    <a:pt x="8" y="12"/>
                  </a:lnTo>
                  <a:lnTo>
                    <a:pt x="8" y="12"/>
                  </a:lnTo>
                  <a:lnTo>
                    <a:pt x="2" y="38"/>
                  </a:lnTo>
                  <a:lnTo>
                    <a:pt x="0" y="66"/>
                  </a:lnTo>
                  <a:lnTo>
                    <a:pt x="2" y="92"/>
                  </a:lnTo>
                  <a:lnTo>
                    <a:pt x="8" y="118"/>
                  </a:lnTo>
                  <a:lnTo>
                    <a:pt x="8" y="118"/>
                  </a:lnTo>
                  <a:lnTo>
                    <a:pt x="10" y="122"/>
                  </a:lnTo>
                  <a:lnTo>
                    <a:pt x="14" y="124"/>
                  </a:lnTo>
                  <a:lnTo>
                    <a:pt x="14" y="124"/>
                  </a:lnTo>
                  <a:lnTo>
                    <a:pt x="48" y="128"/>
                  </a:lnTo>
                  <a:lnTo>
                    <a:pt x="80" y="130"/>
                  </a:lnTo>
                  <a:lnTo>
                    <a:pt x="80" y="130"/>
                  </a:lnTo>
                  <a:lnTo>
                    <a:pt x="112" y="128"/>
                  </a:lnTo>
                  <a:lnTo>
                    <a:pt x="146" y="124"/>
                  </a:lnTo>
                  <a:lnTo>
                    <a:pt x="146" y="124"/>
                  </a:lnTo>
                  <a:lnTo>
                    <a:pt x="148" y="122"/>
                  </a:lnTo>
                  <a:lnTo>
                    <a:pt x="152" y="118"/>
                  </a:lnTo>
                  <a:lnTo>
                    <a:pt x="152" y="118"/>
                  </a:lnTo>
                  <a:lnTo>
                    <a:pt x="158" y="92"/>
                  </a:lnTo>
                  <a:lnTo>
                    <a:pt x="160" y="66"/>
                  </a:lnTo>
                  <a:lnTo>
                    <a:pt x="158" y="38"/>
                  </a:lnTo>
                  <a:lnTo>
                    <a:pt x="152" y="12"/>
                  </a:lnTo>
                  <a:lnTo>
                    <a:pt x="152" y="12"/>
                  </a:lnTo>
                  <a:lnTo>
                    <a:pt x="148" y="8"/>
                  </a:lnTo>
                  <a:lnTo>
                    <a:pt x="146" y="6"/>
                  </a:lnTo>
                  <a:close/>
                  <a:moveTo>
                    <a:pt x="144" y="116"/>
                  </a:moveTo>
                  <a:lnTo>
                    <a:pt x="144" y="116"/>
                  </a:lnTo>
                  <a:lnTo>
                    <a:pt x="112" y="120"/>
                  </a:lnTo>
                  <a:lnTo>
                    <a:pt x="80" y="122"/>
                  </a:lnTo>
                  <a:lnTo>
                    <a:pt x="48" y="120"/>
                  </a:lnTo>
                  <a:lnTo>
                    <a:pt x="16" y="116"/>
                  </a:lnTo>
                  <a:lnTo>
                    <a:pt x="16" y="116"/>
                  </a:lnTo>
                  <a:lnTo>
                    <a:pt x="10" y="90"/>
                  </a:lnTo>
                  <a:lnTo>
                    <a:pt x="8" y="66"/>
                  </a:lnTo>
                  <a:lnTo>
                    <a:pt x="10" y="40"/>
                  </a:lnTo>
                  <a:lnTo>
                    <a:pt x="16" y="14"/>
                  </a:lnTo>
                  <a:lnTo>
                    <a:pt x="16" y="14"/>
                  </a:lnTo>
                  <a:lnTo>
                    <a:pt x="48" y="10"/>
                  </a:lnTo>
                  <a:lnTo>
                    <a:pt x="80" y="8"/>
                  </a:lnTo>
                  <a:lnTo>
                    <a:pt x="112" y="10"/>
                  </a:lnTo>
                  <a:lnTo>
                    <a:pt x="144" y="14"/>
                  </a:lnTo>
                  <a:lnTo>
                    <a:pt x="144" y="14"/>
                  </a:lnTo>
                  <a:lnTo>
                    <a:pt x="150" y="40"/>
                  </a:lnTo>
                  <a:lnTo>
                    <a:pt x="152" y="66"/>
                  </a:lnTo>
                  <a:lnTo>
                    <a:pt x="150" y="90"/>
                  </a:lnTo>
                  <a:lnTo>
                    <a:pt x="144" y="11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72" name="Freeform 160"/>
            <p:cNvSpPr>
              <a:spLocks noEditPoints="1"/>
            </p:cNvSpPr>
            <p:nvPr/>
          </p:nvSpPr>
          <p:spPr bwMode="auto">
            <a:xfrm>
              <a:off x="3962400" y="1200150"/>
              <a:ext cx="406400" cy="317500"/>
            </a:xfrm>
            <a:custGeom>
              <a:avLst/>
              <a:gdLst/>
              <a:ahLst/>
              <a:cxnLst>
                <a:cxn ang="0">
                  <a:pos x="246" y="18"/>
                </a:cxn>
                <a:cxn ang="0">
                  <a:pos x="242" y="10"/>
                </a:cxn>
                <a:cxn ang="0">
                  <a:pos x="234" y="6"/>
                </a:cxn>
                <a:cxn ang="0">
                  <a:pos x="180" y="2"/>
                </a:cxn>
                <a:cxn ang="0">
                  <a:pos x="128" y="0"/>
                </a:cxn>
                <a:cxn ang="0">
                  <a:pos x="22" y="6"/>
                </a:cxn>
                <a:cxn ang="0">
                  <a:pos x="18" y="8"/>
                </a:cxn>
                <a:cxn ang="0">
                  <a:pos x="12" y="14"/>
                </a:cxn>
                <a:cxn ang="0">
                  <a:pos x="10" y="18"/>
                </a:cxn>
                <a:cxn ang="0">
                  <a:pos x="0" y="96"/>
                </a:cxn>
                <a:cxn ang="0">
                  <a:pos x="10" y="174"/>
                </a:cxn>
                <a:cxn ang="0">
                  <a:pos x="12" y="178"/>
                </a:cxn>
                <a:cxn ang="0">
                  <a:pos x="18" y="184"/>
                </a:cxn>
                <a:cxn ang="0">
                  <a:pos x="22" y="186"/>
                </a:cxn>
                <a:cxn ang="0">
                  <a:pos x="74" y="190"/>
                </a:cxn>
                <a:cxn ang="0">
                  <a:pos x="72" y="192"/>
                </a:cxn>
                <a:cxn ang="0">
                  <a:pos x="76" y="196"/>
                </a:cxn>
                <a:cxn ang="0">
                  <a:pos x="106" y="200"/>
                </a:cxn>
                <a:cxn ang="0">
                  <a:pos x="128" y="200"/>
                </a:cxn>
                <a:cxn ang="0">
                  <a:pos x="168" y="198"/>
                </a:cxn>
                <a:cxn ang="0">
                  <a:pos x="182" y="194"/>
                </a:cxn>
                <a:cxn ang="0">
                  <a:pos x="184" y="192"/>
                </a:cxn>
                <a:cxn ang="0">
                  <a:pos x="182" y="190"/>
                </a:cxn>
                <a:cxn ang="0">
                  <a:pos x="234" y="186"/>
                </a:cxn>
                <a:cxn ang="0">
                  <a:pos x="242" y="182"/>
                </a:cxn>
                <a:cxn ang="0">
                  <a:pos x="246" y="174"/>
                </a:cxn>
                <a:cxn ang="0">
                  <a:pos x="254" y="134"/>
                </a:cxn>
                <a:cxn ang="0">
                  <a:pos x="254" y="58"/>
                </a:cxn>
                <a:cxn ang="0">
                  <a:pos x="232" y="170"/>
                </a:cxn>
                <a:cxn ang="0">
                  <a:pos x="180" y="174"/>
                </a:cxn>
                <a:cxn ang="0">
                  <a:pos x="76" y="174"/>
                </a:cxn>
                <a:cxn ang="0">
                  <a:pos x="24" y="170"/>
                </a:cxn>
                <a:cxn ang="0">
                  <a:pos x="16" y="96"/>
                </a:cxn>
                <a:cxn ang="0">
                  <a:pos x="24" y="22"/>
                </a:cxn>
                <a:cxn ang="0">
                  <a:pos x="76" y="18"/>
                </a:cxn>
                <a:cxn ang="0">
                  <a:pos x="180" y="18"/>
                </a:cxn>
                <a:cxn ang="0">
                  <a:pos x="232" y="22"/>
                </a:cxn>
                <a:cxn ang="0">
                  <a:pos x="240" y="96"/>
                </a:cxn>
                <a:cxn ang="0">
                  <a:pos x="232" y="170"/>
                </a:cxn>
              </a:cxnLst>
              <a:rect l="0" t="0" r="r" b="b"/>
              <a:pathLst>
                <a:path w="256" h="200">
                  <a:moveTo>
                    <a:pt x="246" y="18"/>
                  </a:moveTo>
                  <a:lnTo>
                    <a:pt x="246" y="18"/>
                  </a:lnTo>
                  <a:lnTo>
                    <a:pt x="244" y="14"/>
                  </a:lnTo>
                  <a:lnTo>
                    <a:pt x="242" y="10"/>
                  </a:lnTo>
                  <a:lnTo>
                    <a:pt x="238" y="8"/>
                  </a:lnTo>
                  <a:lnTo>
                    <a:pt x="234" y="6"/>
                  </a:lnTo>
                  <a:lnTo>
                    <a:pt x="234" y="6"/>
                  </a:lnTo>
                  <a:lnTo>
                    <a:pt x="180" y="2"/>
                  </a:lnTo>
                  <a:lnTo>
                    <a:pt x="128" y="0"/>
                  </a:lnTo>
                  <a:lnTo>
                    <a:pt x="128" y="0"/>
                  </a:lnTo>
                  <a:lnTo>
                    <a:pt x="76" y="2"/>
                  </a:lnTo>
                  <a:lnTo>
                    <a:pt x="22" y="6"/>
                  </a:lnTo>
                  <a:lnTo>
                    <a:pt x="22" y="6"/>
                  </a:lnTo>
                  <a:lnTo>
                    <a:pt x="18" y="8"/>
                  </a:lnTo>
                  <a:lnTo>
                    <a:pt x="14" y="10"/>
                  </a:lnTo>
                  <a:lnTo>
                    <a:pt x="12" y="14"/>
                  </a:lnTo>
                  <a:lnTo>
                    <a:pt x="10" y="18"/>
                  </a:lnTo>
                  <a:lnTo>
                    <a:pt x="10" y="18"/>
                  </a:lnTo>
                  <a:lnTo>
                    <a:pt x="2" y="58"/>
                  </a:lnTo>
                  <a:lnTo>
                    <a:pt x="0" y="96"/>
                  </a:lnTo>
                  <a:lnTo>
                    <a:pt x="2" y="134"/>
                  </a:lnTo>
                  <a:lnTo>
                    <a:pt x="10" y="174"/>
                  </a:lnTo>
                  <a:lnTo>
                    <a:pt x="10" y="174"/>
                  </a:lnTo>
                  <a:lnTo>
                    <a:pt x="12" y="178"/>
                  </a:lnTo>
                  <a:lnTo>
                    <a:pt x="14" y="182"/>
                  </a:lnTo>
                  <a:lnTo>
                    <a:pt x="18" y="184"/>
                  </a:lnTo>
                  <a:lnTo>
                    <a:pt x="22" y="186"/>
                  </a:lnTo>
                  <a:lnTo>
                    <a:pt x="22" y="186"/>
                  </a:lnTo>
                  <a:lnTo>
                    <a:pt x="74" y="190"/>
                  </a:lnTo>
                  <a:lnTo>
                    <a:pt x="74" y="190"/>
                  </a:lnTo>
                  <a:lnTo>
                    <a:pt x="72" y="192"/>
                  </a:lnTo>
                  <a:lnTo>
                    <a:pt x="72" y="192"/>
                  </a:lnTo>
                  <a:lnTo>
                    <a:pt x="74" y="194"/>
                  </a:lnTo>
                  <a:lnTo>
                    <a:pt x="76" y="196"/>
                  </a:lnTo>
                  <a:lnTo>
                    <a:pt x="88" y="198"/>
                  </a:lnTo>
                  <a:lnTo>
                    <a:pt x="106" y="200"/>
                  </a:lnTo>
                  <a:lnTo>
                    <a:pt x="128" y="200"/>
                  </a:lnTo>
                  <a:lnTo>
                    <a:pt x="128" y="200"/>
                  </a:lnTo>
                  <a:lnTo>
                    <a:pt x="150" y="200"/>
                  </a:lnTo>
                  <a:lnTo>
                    <a:pt x="168" y="198"/>
                  </a:lnTo>
                  <a:lnTo>
                    <a:pt x="180" y="196"/>
                  </a:lnTo>
                  <a:lnTo>
                    <a:pt x="182" y="194"/>
                  </a:lnTo>
                  <a:lnTo>
                    <a:pt x="184" y="192"/>
                  </a:lnTo>
                  <a:lnTo>
                    <a:pt x="184" y="192"/>
                  </a:lnTo>
                  <a:lnTo>
                    <a:pt x="182" y="190"/>
                  </a:lnTo>
                  <a:lnTo>
                    <a:pt x="182" y="190"/>
                  </a:lnTo>
                  <a:lnTo>
                    <a:pt x="234" y="186"/>
                  </a:lnTo>
                  <a:lnTo>
                    <a:pt x="234" y="186"/>
                  </a:lnTo>
                  <a:lnTo>
                    <a:pt x="238" y="184"/>
                  </a:lnTo>
                  <a:lnTo>
                    <a:pt x="242" y="182"/>
                  </a:lnTo>
                  <a:lnTo>
                    <a:pt x="244" y="178"/>
                  </a:lnTo>
                  <a:lnTo>
                    <a:pt x="246" y="174"/>
                  </a:lnTo>
                  <a:lnTo>
                    <a:pt x="246" y="174"/>
                  </a:lnTo>
                  <a:lnTo>
                    <a:pt x="254" y="134"/>
                  </a:lnTo>
                  <a:lnTo>
                    <a:pt x="256" y="96"/>
                  </a:lnTo>
                  <a:lnTo>
                    <a:pt x="254" y="58"/>
                  </a:lnTo>
                  <a:lnTo>
                    <a:pt x="246" y="18"/>
                  </a:lnTo>
                  <a:close/>
                  <a:moveTo>
                    <a:pt x="232" y="170"/>
                  </a:moveTo>
                  <a:lnTo>
                    <a:pt x="232" y="170"/>
                  </a:lnTo>
                  <a:lnTo>
                    <a:pt x="180" y="174"/>
                  </a:lnTo>
                  <a:lnTo>
                    <a:pt x="128" y="176"/>
                  </a:lnTo>
                  <a:lnTo>
                    <a:pt x="76" y="174"/>
                  </a:lnTo>
                  <a:lnTo>
                    <a:pt x="24" y="170"/>
                  </a:lnTo>
                  <a:lnTo>
                    <a:pt x="24" y="170"/>
                  </a:lnTo>
                  <a:lnTo>
                    <a:pt x="18" y="132"/>
                  </a:lnTo>
                  <a:lnTo>
                    <a:pt x="16" y="96"/>
                  </a:lnTo>
                  <a:lnTo>
                    <a:pt x="18" y="60"/>
                  </a:lnTo>
                  <a:lnTo>
                    <a:pt x="24" y="22"/>
                  </a:lnTo>
                  <a:lnTo>
                    <a:pt x="24" y="22"/>
                  </a:lnTo>
                  <a:lnTo>
                    <a:pt x="76" y="18"/>
                  </a:lnTo>
                  <a:lnTo>
                    <a:pt x="128" y="16"/>
                  </a:lnTo>
                  <a:lnTo>
                    <a:pt x="180" y="18"/>
                  </a:lnTo>
                  <a:lnTo>
                    <a:pt x="232" y="22"/>
                  </a:lnTo>
                  <a:lnTo>
                    <a:pt x="232" y="22"/>
                  </a:lnTo>
                  <a:lnTo>
                    <a:pt x="238" y="60"/>
                  </a:lnTo>
                  <a:lnTo>
                    <a:pt x="240" y="96"/>
                  </a:lnTo>
                  <a:lnTo>
                    <a:pt x="238" y="132"/>
                  </a:lnTo>
                  <a:lnTo>
                    <a:pt x="232" y="17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73" name="Freeform 163"/>
            <p:cNvSpPr>
              <a:spLocks noEditPoints="1"/>
            </p:cNvSpPr>
            <p:nvPr/>
          </p:nvSpPr>
          <p:spPr bwMode="auto">
            <a:xfrm>
              <a:off x="4279900" y="1263650"/>
              <a:ext cx="38100" cy="38100"/>
            </a:xfrm>
            <a:custGeom>
              <a:avLst/>
              <a:gdLst/>
              <a:ahLst/>
              <a:cxnLst>
                <a:cxn ang="0">
                  <a:pos x="12" y="24"/>
                </a:cxn>
                <a:cxn ang="0">
                  <a:pos x="12" y="24"/>
                </a:cxn>
                <a:cxn ang="0">
                  <a:pos x="16" y="24"/>
                </a:cxn>
                <a:cxn ang="0">
                  <a:pos x="20" y="20"/>
                </a:cxn>
                <a:cxn ang="0">
                  <a:pos x="24" y="16"/>
                </a:cxn>
                <a:cxn ang="0">
                  <a:pos x="24" y="12"/>
                </a:cxn>
                <a:cxn ang="0">
                  <a:pos x="24" y="12"/>
                </a:cxn>
                <a:cxn ang="0">
                  <a:pos x="24" y="8"/>
                </a:cxn>
                <a:cxn ang="0">
                  <a:pos x="20" y="4"/>
                </a:cxn>
                <a:cxn ang="0">
                  <a:pos x="16" y="0"/>
                </a:cxn>
                <a:cxn ang="0">
                  <a:pos x="12" y="0"/>
                </a:cxn>
                <a:cxn ang="0">
                  <a:pos x="12" y="0"/>
                </a:cxn>
                <a:cxn ang="0">
                  <a:pos x="8" y="0"/>
                </a:cxn>
                <a:cxn ang="0">
                  <a:pos x="4" y="4"/>
                </a:cxn>
                <a:cxn ang="0">
                  <a:pos x="0" y="8"/>
                </a:cxn>
                <a:cxn ang="0">
                  <a:pos x="0" y="12"/>
                </a:cxn>
                <a:cxn ang="0">
                  <a:pos x="0" y="12"/>
                </a:cxn>
                <a:cxn ang="0">
                  <a:pos x="0" y="16"/>
                </a:cxn>
                <a:cxn ang="0">
                  <a:pos x="4" y="20"/>
                </a:cxn>
                <a:cxn ang="0">
                  <a:pos x="8" y="24"/>
                </a:cxn>
                <a:cxn ang="0">
                  <a:pos x="12" y="24"/>
                </a:cxn>
                <a:cxn ang="0">
                  <a:pos x="12" y="8"/>
                </a:cxn>
                <a:cxn ang="0">
                  <a:pos x="12" y="8"/>
                </a:cxn>
                <a:cxn ang="0">
                  <a:pos x="14" y="10"/>
                </a:cxn>
                <a:cxn ang="0">
                  <a:pos x="16" y="12"/>
                </a:cxn>
                <a:cxn ang="0">
                  <a:pos x="16" y="12"/>
                </a:cxn>
                <a:cxn ang="0">
                  <a:pos x="14" y="14"/>
                </a:cxn>
                <a:cxn ang="0">
                  <a:pos x="12" y="16"/>
                </a:cxn>
                <a:cxn ang="0">
                  <a:pos x="12" y="16"/>
                </a:cxn>
                <a:cxn ang="0">
                  <a:pos x="10" y="14"/>
                </a:cxn>
                <a:cxn ang="0">
                  <a:pos x="8" y="12"/>
                </a:cxn>
                <a:cxn ang="0">
                  <a:pos x="8" y="12"/>
                </a:cxn>
                <a:cxn ang="0">
                  <a:pos x="10" y="10"/>
                </a:cxn>
                <a:cxn ang="0">
                  <a:pos x="12" y="8"/>
                </a:cxn>
              </a:cxnLst>
              <a:rect l="0" t="0" r="r" b="b"/>
              <a:pathLst>
                <a:path w="24" h="24">
                  <a:moveTo>
                    <a:pt x="12" y="24"/>
                  </a:moveTo>
                  <a:lnTo>
                    <a:pt x="12" y="24"/>
                  </a:lnTo>
                  <a:lnTo>
                    <a:pt x="16" y="24"/>
                  </a:lnTo>
                  <a:lnTo>
                    <a:pt x="20" y="20"/>
                  </a:lnTo>
                  <a:lnTo>
                    <a:pt x="24" y="16"/>
                  </a:lnTo>
                  <a:lnTo>
                    <a:pt x="24" y="12"/>
                  </a:lnTo>
                  <a:lnTo>
                    <a:pt x="24" y="12"/>
                  </a:lnTo>
                  <a:lnTo>
                    <a:pt x="24" y="8"/>
                  </a:lnTo>
                  <a:lnTo>
                    <a:pt x="20" y="4"/>
                  </a:lnTo>
                  <a:lnTo>
                    <a:pt x="16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8" y="0"/>
                  </a:lnTo>
                  <a:lnTo>
                    <a:pt x="4" y="4"/>
                  </a:lnTo>
                  <a:lnTo>
                    <a:pt x="0" y="8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6"/>
                  </a:lnTo>
                  <a:lnTo>
                    <a:pt x="4" y="20"/>
                  </a:lnTo>
                  <a:lnTo>
                    <a:pt x="8" y="24"/>
                  </a:lnTo>
                  <a:lnTo>
                    <a:pt x="12" y="24"/>
                  </a:lnTo>
                  <a:close/>
                  <a:moveTo>
                    <a:pt x="12" y="8"/>
                  </a:moveTo>
                  <a:lnTo>
                    <a:pt x="12" y="8"/>
                  </a:lnTo>
                  <a:lnTo>
                    <a:pt x="14" y="10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4" y="14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0" y="14"/>
                  </a:lnTo>
                  <a:lnTo>
                    <a:pt x="8" y="12"/>
                  </a:lnTo>
                  <a:lnTo>
                    <a:pt x="8" y="12"/>
                  </a:lnTo>
                  <a:lnTo>
                    <a:pt x="10" y="10"/>
                  </a:lnTo>
                  <a:lnTo>
                    <a:pt x="12" y="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74" name="Freeform 166"/>
            <p:cNvSpPr>
              <a:spLocks/>
            </p:cNvSpPr>
            <p:nvPr/>
          </p:nvSpPr>
          <p:spPr bwMode="auto">
            <a:xfrm>
              <a:off x="4267200" y="1428750"/>
              <a:ext cx="50800" cy="18000"/>
            </a:xfrm>
            <a:custGeom>
              <a:avLst/>
              <a:gdLst/>
              <a:ahLst/>
              <a:cxnLst>
                <a:cxn ang="0">
                  <a:pos x="28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2" y="6"/>
                </a:cxn>
                <a:cxn ang="0">
                  <a:pos x="4" y="8"/>
                </a:cxn>
                <a:cxn ang="0">
                  <a:pos x="28" y="8"/>
                </a:cxn>
                <a:cxn ang="0">
                  <a:pos x="28" y="8"/>
                </a:cxn>
                <a:cxn ang="0">
                  <a:pos x="30" y="6"/>
                </a:cxn>
                <a:cxn ang="0">
                  <a:pos x="32" y="4"/>
                </a:cxn>
                <a:cxn ang="0">
                  <a:pos x="32" y="4"/>
                </a:cxn>
                <a:cxn ang="0">
                  <a:pos x="30" y="2"/>
                </a:cxn>
                <a:cxn ang="0">
                  <a:pos x="28" y="0"/>
                </a:cxn>
              </a:cxnLst>
              <a:rect l="0" t="0" r="r" b="b"/>
              <a:pathLst>
                <a:path w="32" h="8">
                  <a:moveTo>
                    <a:pt x="28" y="0"/>
                  </a:moveTo>
                  <a:lnTo>
                    <a:pt x="4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6"/>
                  </a:lnTo>
                  <a:lnTo>
                    <a:pt x="4" y="8"/>
                  </a:lnTo>
                  <a:lnTo>
                    <a:pt x="28" y="8"/>
                  </a:lnTo>
                  <a:lnTo>
                    <a:pt x="28" y="8"/>
                  </a:lnTo>
                  <a:lnTo>
                    <a:pt x="30" y="6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30" y="2"/>
                  </a:lnTo>
                  <a:lnTo>
                    <a:pt x="28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75" name="Freeform 168"/>
            <p:cNvSpPr>
              <a:spLocks/>
            </p:cNvSpPr>
            <p:nvPr/>
          </p:nvSpPr>
          <p:spPr bwMode="auto">
            <a:xfrm>
              <a:off x="4279900" y="1390650"/>
              <a:ext cx="50800" cy="18000"/>
            </a:xfrm>
            <a:custGeom>
              <a:avLst/>
              <a:gdLst/>
              <a:ahLst/>
              <a:cxnLst>
                <a:cxn ang="0">
                  <a:pos x="28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2" y="6"/>
                </a:cxn>
                <a:cxn ang="0">
                  <a:pos x="4" y="8"/>
                </a:cxn>
                <a:cxn ang="0">
                  <a:pos x="28" y="8"/>
                </a:cxn>
                <a:cxn ang="0">
                  <a:pos x="28" y="8"/>
                </a:cxn>
                <a:cxn ang="0">
                  <a:pos x="30" y="6"/>
                </a:cxn>
                <a:cxn ang="0">
                  <a:pos x="32" y="4"/>
                </a:cxn>
                <a:cxn ang="0">
                  <a:pos x="32" y="4"/>
                </a:cxn>
                <a:cxn ang="0">
                  <a:pos x="30" y="2"/>
                </a:cxn>
                <a:cxn ang="0">
                  <a:pos x="28" y="0"/>
                </a:cxn>
              </a:cxnLst>
              <a:rect l="0" t="0" r="r" b="b"/>
              <a:pathLst>
                <a:path w="32" h="8">
                  <a:moveTo>
                    <a:pt x="28" y="0"/>
                  </a:moveTo>
                  <a:lnTo>
                    <a:pt x="4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6"/>
                  </a:lnTo>
                  <a:lnTo>
                    <a:pt x="4" y="8"/>
                  </a:lnTo>
                  <a:lnTo>
                    <a:pt x="28" y="8"/>
                  </a:lnTo>
                  <a:lnTo>
                    <a:pt x="28" y="8"/>
                  </a:lnTo>
                  <a:lnTo>
                    <a:pt x="30" y="6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30" y="2"/>
                  </a:lnTo>
                  <a:lnTo>
                    <a:pt x="28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76" name="Freeform 170"/>
            <p:cNvSpPr>
              <a:spLocks/>
            </p:cNvSpPr>
            <p:nvPr/>
          </p:nvSpPr>
          <p:spPr bwMode="auto">
            <a:xfrm>
              <a:off x="4279900" y="1352550"/>
              <a:ext cx="50800" cy="21600"/>
            </a:xfrm>
            <a:custGeom>
              <a:avLst/>
              <a:gdLst/>
              <a:ahLst/>
              <a:cxnLst>
                <a:cxn ang="0">
                  <a:pos x="28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2" y="6"/>
                </a:cxn>
                <a:cxn ang="0">
                  <a:pos x="4" y="8"/>
                </a:cxn>
                <a:cxn ang="0">
                  <a:pos x="28" y="8"/>
                </a:cxn>
                <a:cxn ang="0">
                  <a:pos x="28" y="8"/>
                </a:cxn>
                <a:cxn ang="0">
                  <a:pos x="30" y="6"/>
                </a:cxn>
                <a:cxn ang="0">
                  <a:pos x="32" y="4"/>
                </a:cxn>
                <a:cxn ang="0">
                  <a:pos x="32" y="4"/>
                </a:cxn>
                <a:cxn ang="0">
                  <a:pos x="30" y="2"/>
                </a:cxn>
                <a:cxn ang="0">
                  <a:pos x="28" y="0"/>
                </a:cxn>
              </a:cxnLst>
              <a:rect l="0" t="0" r="r" b="b"/>
              <a:pathLst>
                <a:path w="32" h="8">
                  <a:moveTo>
                    <a:pt x="28" y="0"/>
                  </a:moveTo>
                  <a:lnTo>
                    <a:pt x="4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6"/>
                  </a:lnTo>
                  <a:lnTo>
                    <a:pt x="4" y="8"/>
                  </a:lnTo>
                  <a:lnTo>
                    <a:pt x="28" y="8"/>
                  </a:lnTo>
                  <a:lnTo>
                    <a:pt x="28" y="8"/>
                  </a:lnTo>
                  <a:lnTo>
                    <a:pt x="30" y="6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30" y="2"/>
                  </a:lnTo>
                  <a:lnTo>
                    <a:pt x="28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77" name="Freeform 172"/>
            <p:cNvSpPr>
              <a:spLocks/>
            </p:cNvSpPr>
            <p:nvPr/>
          </p:nvSpPr>
          <p:spPr bwMode="auto">
            <a:xfrm>
              <a:off x="4064000" y="1298575"/>
              <a:ext cx="76200" cy="53975"/>
            </a:xfrm>
            <a:custGeom>
              <a:avLst/>
              <a:gdLst/>
              <a:ahLst/>
              <a:cxnLst>
                <a:cxn ang="0">
                  <a:pos x="44" y="0"/>
                </a:cxn>
                <a:cxn ang="0">
                  <a:pos x="8" y="4"/>
                </a:cxn>
                <a:cxn ang="0">
                  <a:pos x="8" y="4"/>
                </a:cxn>
                <a:cxn ang="0">
                  <a:pos x="4" y="4"/>
                </a:cxn>
                <a:cxn ang="0">
                  <a:pos x="2" y="8"/>
                </a:cxn>
                <a:cxn ang="0">
                  <a:pos x="0" y="30"/>
                </a:cxn>
                <a:cxn ang="0">
                  <a:pos x="0" y="30"/>
                </a:cxn>
                <a:cxn ang="0">
                  <a:pos x="2" y="32"/>
                </a:cxn>
                <a:cxn ang="0">
                  <a:pos x="4" y="34"/>
                </a:cxn>
                <a:cxn ang="0">
                  <a:pos x="4" y="34"/>
                </a:cxn>
                <a:cxn ang="0">
                  <a:pos x="6" y="32"/>
                </a:cxn>
                <a:cxn ang="0">
                  <a:pos x="8" y="30"/>
                </a:cxn>
                <a:cxn ang="0">
                  <a:pos x="10" y="14"/>
                </a:cxn>
                <a:cxn ang="0">
                  <a:pos x="10" y="14"/>
                </a:cxn>
                <a:cxn ang="0">
                  <a:pos x="12" y="12"/>
                </a:cxn>
                <a:cxn ang="0">
                  <a:pos x="14" y="10"/>
                </a:cxn>
                <a:cxn ang="0">
                  <a:pos x="44" y="8"/>
                </a:cxn>
                <a:cxn ang="0">
                  <a:pos x="44" y="8"/>
                </a:cxn>
                <a:cxn ang="0">
                  <a:pos x="46" y="8"/>
                </a:cxn>
                <a:cxn ang="0">
                  <a:pos x="48" y="4"/>
                </a:cxn>
                <a:cxn ang="0">
                  <a:pos x="48" y="4"/>
                </a:cxn>
                <a:cxn ang="0">
                  <a:pos x="46" y="2"/>
                </a:cxn>
                <a:cxn ang="0">
                  <a:pos x="44" y="0"/>
                </a:cxn>
              </a:cxnLst>
              <a:rect l="0" t="0" r="r" b="b"/>
              <a:pathLst>
                <a:path w="48" h="34">
                  <a:moveTo>
                    <a:pt x="44" y="0"/>
                  </a:moveTo>
                  <a:lnTo>
                    <a:pt x="8" y="4"/>
                  </a:lnTo>
                  <a:lnTo>
                    <a:pt x="8" y="4"/>
                  </a:lnTo>
                  <a:lnTo>
                    <a:pt x="4" y="4"/>
                  </a:lnTo>
                  <a:lnTo>
                    <a:pt x="2" y="8"/>
                  </a:lnTo>
                  <a:lnTo>
                    <a:pt x="0" y="30"/>
                  </a:lnTo>
                  <a:lnTo>
                    <a:pt x="0" y="30"/>
                  </a:lnTo>
                  <a:lnTo>
                    <a:pt x="2" y="32"/>
                  </a:lnTo>
                  <a:lnTo>
                    <a:pt x="4" y="34"/>
                  </a:lnTo>
                  <a:lnTo>
                    <a:pt x="4" y="34"/>
                  </a:lnTo>
                  <a:lnTo>
                    <a:pt x="6" y="32"/>
                  </a:lnTo>
                  <a:lnTo>
                    <a:pt x="8" y="30"/>
                  </a:lnTo>
                  <a:lnTo>
                    <a:pt x="10" y="14"/>
                  </a:lnTo>
                  <a:lnTo>
                    <a:pt x="10" y="14"/>
                  </a:lnTo>
                  <a:lnTo>
                    <a:pt x="12" y="12"/>
                  </a:lnTo>
                  <a:lnTo>
                    <a:pt x="14" y="10"/>
                  </a:lnTo>
                  <a:lnTo>
                    <a:pt x="44" y="8"/>
                  </a:lnTo>
                  <a:lnTo>
                    <a:pt x="44" y="8"/>
                  </a:lnTo>
                  <a:lnTo>
                    <a:pt x="46" y="8"/>
                  </a:lnTo>
                  <a:lnTo>
                    <a:pt x="48" y="4"/>
                  </a:lnTo>
                  <a:lnTo>
                    <a:pt x="48" y="4"/>
                  </a:lnTo>
                  <a:lnTo>
                    <a:pt x="46" y="2"/>
                  </a:lnTo>
                  <a:lnTo>
                    <a:pt x="44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</p:grpSp>
      <p:grpSp>
        <p:nvGrpSpPr>
          <p:cNvPr id="39" name="Group 38"/>
          <p:cNvGrpSpPr/>
          <p:nvPr/>
        </p:nvGrpSpPr>
        <p:grpSpPr>
          <a:xfrm>
            <a:off x="1721831" y="1688984"/>
            <a:ext cx="465099" cy="406961"/>
            <a:chOff x="3149600" y="1174750"/>
            <a:chExt cx="406400" cy="355600"/>
          </a:xfrm>
          <a:solidFill>
            <a:schemeClr val="accent1"/>
          </a:solidFill>
        </p:grpSpPr>
        <p:sp>
          <p:nvSpPr>
            <p:cNvPr id="68" name="Freeform 174"/>
            <p:cNvSpPr>
              <a:spLocks noEditPoints="1"/>
            </p:cNvSpPr>
            <p:nvPr/>
          </p:nvSpPr>
          <p:spPr bwMode="auto">
            <a:xfrm>
              <a:off x="3149600" y="1174750"/>
              <a:ext cx="406400" cy="355600"/>
            </a:xfrm>
            <a:custGeom>
              <a:avLst/>
              <a:gdLst/>
              <a:ahLst/>
              <a:cxnLst>
                <a:cxn ang="0">
                  <a:pos x="234" y="22"/>
                </a:cxn>
                <a:cxn ang="0">
                  <a:pos x="210" y="6"/>
                </a:cxn>
                <a:cxn ang="0">
                  <a:pos x="182" y="0"/>
                </a:cxn>
                <a:cxn ang="0">
                  <a:pos x="154" y="4"/>
                </a:cxn>
                <a:cxn ang="0">
                  <a:pos x="128" y="20"/>
                </a:cxn>
                <a:cxn ang="0">
                  <a:pos x="116" y="10"/>
                </a:cxn>
                <a:cxn ang="0">
                  <a:pos x="90" y="2"/>
                </a:cxn>
                <a:cxn ang="0">
                  <a:pos x="60" y="2"/>
                </a:cxn>
                <a:cxn ang="0">
                  <a:pos x="34" y="12"/>
                </a:cxn>
                <a:cxn ang="0">
                  <a:pos x="22" y="22"/>
                </a:cxn>
                <a:cxn ang="0">
                  <a:pos x="6" y="48"/>
                </a:cxn>
                <a:cxn ang="0">
                  <a:pos x="0" y="76"/>
                </a:cxn>
                <a:cxn ang="0">
                  <a:pos x="6" y="104"/>
                </a:cxn>
                <a:cxn ang="0">
                  <a:pos x="22" y="130"/>
                </a:cxn>
                <a:cxn ang="0">
                  <a:pos x="110" y="216"/>
                </a:cxn>
                <a:cxn ang="0">
                  <a:pos x="118" y="222"/>
                </a:cxn>
                <a:cxn ang="0">
                  <a:pos x="138" y="222"/>
                </a:cxn>
                <a:cxn ang="0">
                  <a:pos x="146" y="216"/>
                </a:cxn>
                <a:cxn ang="0">
                  <a:pos x="234" y="130"/>
                </a:cxn>
                <a:cxn ang="0">
                  <a:pos x="250" y="104"/>
                </a:cxn>
                <a:cxn ang="0">
                  <a:pos x="256" y="76"/>
                </a:cxn>
                <a:cxn ang="0">
                  <a:pos x="250" y="48"/>
                </a:cxn>
                <a:cxn ang="0">
                  <a:pos x="234" y="22"/>
                </a:cxn>
                <a:cxn ang="0">
                  <a:pos x="134" y="206"/>
                </a:cxn>
                <a:cxn ang="0">
                  <a:pos x="132" y="208"/>
                </a:cxn>
                <a:cxn ang="0">
                  <a:pos x="124" y="208"/>
                </a:cxn>
                <a:cxn ang="0">
                  <a:pos x="34" y="118"/>
                </a:cxn>
                <a:cxn ang="0">
                  <a:pos x="26" y="108"/>
                </a:cxn>
                <a:cxn ang="0">
                  <a:pos x="18" y="88"/>
                </a:cxn>
                <a:cxn ang="0">
                  <a:pos x="18" y="64"/>
                </a:cxn>
                <a:cxn ang="0">
                  <a:pos x="26" y="42"/>
                </a:cxn>
                <a:cxn ang="0">
                  <a:pos x="34" y="34"/>
                </a:cxn>
                <a:cxn ang="0">
                  <a:pos x="54" y="20"/>
                </a:cxn>
                <a:cxn ang="0">
                  <a:pos x="76" y="16"/>
                </a:cxn>
                <a:cxn ang="0">
                  <a:pos x="98" y="20"/>
                </a:cxn>
                <a:cxn ang="0">
                  <a:pos x="118" y="32"/>
                </a:cxn>
                <a:cxn ang="0">
                  <a:pos x="138" y="32"/>
                </a:cxn>
                <a:cxn ang="0">
                  <a:pos x="148" y="24"/>
                </a:cxn>
                <a:cxn ang="0">
                  <a:pos x="170" y="16"/>
                </a:cxn>
                <a:cxn ang="0">
                  <a:pos x="192" y="18"/>
                </a:cxn>
                <a:cxn ang="0">
                  <a:pos x="212" y="26"/>
                </a:cxn>
                <a:cxn ang="0">
                  <a:pos x="222" y="34"/>
                </a:cxn>
                <a:cxn ang="0">
                  <a:pos x="236" y="54"/>
                </a:cxn>
                <a:cxn ang="0">
                  <a:pos x="240" y="76"/>
                </a:cxn>
                <a:cxn ang="0">
                  <a:pos x="236" y="98"/>
                </a:cxn>
                <a:cxn ang="0">
                  <a:pos x="222" y="118"/>
                </a:cxn>
              </a:cxnLst>
              <a:rect l="0" t="0" r="r" b="b"/>
              <a:pathLst>
                <a:path w="256" h="224">
                  <a:moveTo>
                    <a:pt x="234" y="22"/>
                  </a:moveTo>
                  <a:lnTo>
                    <a:pt x="234" y="22"/>
                  </a:lnTo>
                  <a:lnTo>
                    <a:pt x="222" y="12"/>
                  </a:lnTo>
                  <a:lnTo>
                    <a:pt x="210" y="6"/>
                  </a:lnTo>
                  <a:lnTo>
                    <a:pt x="196" y="2"/>
                  </a:lnTo>
                  <a:lnTo>
                    <a:pt x="182" y="0"/>
                  </a:lnTo>
                  <a:lnTo>
                    <a:pt x="166" y="2"/>
                  </a:lnTo>
                  <a:lnTo>
                    <a:pt x="154" y="4"/>
                  </a:lnTo>
                  <a:lnTo>
                    <a:pt x="140" y="10"/>
                  </a:lnTo>
                  <a:lnTo>
                    <a:pt x="128" y="20"/>
                  </a:lnTo>
                  <a:lnTo>
                    <a:pt x="128" y="20"/>
                  </a:lnTo>
                  <a:lnTo>
                    <a:pt x="116" y="10"/>
                  </a:lnTo>
                  <a:lnTo>
                    <a:pt x="102" y="4"/>
                  </a:lnTo>
                  <a:lnTo>
                    <a:pt x="90" y="2"/>
                  </a:lnTo>
                  <a:lnTo>
                    <a:pt x="74" y="0"/>
                  </a:lnTo>
                  <a:lnTo>
                    <a:pt x="60" y="2"/>
                  </a:lnTo>
                  <a:lnTo>
                    <a:pt x="46" y="6"/>
                  </a:lnTo>
                  <a:lnTo>
                    <a:pt x="34" y="12"/>
                  </a:lnTo>
                  <a:lnTo>
                    <a:pt x="22" y="22"/>
                  </a:lnTo>
                  <a:lnTo>
                    <a:pt x="22" y="22"/>
                  </a:lnTo>
                  <a:lnTo>
                    <a:pt x="12" y="34"/>
                  </a:lnTo>
                  <a:lnTo>
                    <a:pt x="6" y="48"/>
                  </a:lnTo>
                  <a:lnTo>
                    <a:pt x="2" y="62"/>
                  </a:lnTo>
                  <a:lnTo>
                    <a:pt x="0" y="76"/>
                  </a:lnTo>
                  <a:lnTo>
                    <a:pt x="2" y="90"/>
                  </a:lnTo>
                  <a:lnTo>
                    <a:pt x="6" y="104"/>
                  </a:lnTo>
                  <a:lnTo>
                    <a:pt x="12" y="118"/>
                  </a:lnTo>
                  <a:lnTo>
                    <a:pt x="22" y="130"/>
                  </a:lnTo>
                  <a:lnTo>
                    <a:pt x="22" y="130"/>
                  </a:lnTo>
                  <a:lnTo>
                    <a:pt x="110" y="216"/>
                  </a:lnTo>
                  <a:lnTo>
                    <a:pt x="110" y="216"/>
                  </a:lnTo>
                  <a:lnTo>
                    <a:pt x="118" y="222"/>
                  </a:lnTo>
                  <a:lnTo>
                    <a:pt x="128" y="224"/>
                  </a:lnTo>
                  <a:lnTo>
                    <a:pt x="138" y="222"/>
                  </a:lnTo>
                  <a:lnTo>
                    <a:pt x="146" y="216"/>
                  </a:lnTo>
                  <a:lnTo>
                    <a:pt x="146" y="216"/>
                  </a:lnTo>
                  <a:lnTo>
                    <a:pt x="234" y="130"/>
                  </a:lnTo>
                  <a:lnTo>
                    <a:pt x="234" y="130"/>
                  </a:lnTo>
                  <a:lnTo>
                    <a:pt x="244" y="118"/>
                  </a:lnTo>
                  <a:lnTo>
                    <a:pt x="250" y="104"/>
                  </a:lnTo>
                  <a:lnTo>
                    <a:pt x="254" y="90"/>
                  </a:lnTo>
                  <a:lnTo>
                    <a:pt x="256" y="76"/>
                  </a:lnTo>
                  <a:lnTo>
                    <a:pt x="254" y="62"/>
                  </a:lnTo>
                  <a:lnTo>
                    <a:pt x="250" y="48"/>
                  </a:lnTo>
                  <a:lnTo>
                    <a:pt x="244" y="34"/>
                  </a:lnTo>
                  <a:lnTo>
                    <a:pt x="234" y="22"/>
                  </a:lnTo>
                  <a:close/>
                  <a:moveTo>
                    <a:pt x="222" y="118"/>
                  </a:moveTo>
                  <a:lnTo>
                    <a:pt x="134" y="206"/>
                  </a:lnTo>
                  <a:lnTo>
                    <a:pt x="134" y="206"/>
                  </a:lnTo>
                  <a:lnTo>
                    <a:pt x="132" y="208"/>
                  </a:lnTo>
                  <a:lnTo>
                    <a:pt x="128" y="208"/>
                  </a:lnTo>
                  <a:lnTo>
                    <a:pt x="124" y="208"/>
                  </a:lnTo>
                  <a:lnTo>
                    <a:pt x="122" y="206"/>
                  </a:lnTo>
                  <a:lnTo>
                    <a:pt x="34" y="118"/>
                  </a:lnTo>
                  <a:lnTo>
                    <a:pt x="34" y="118"/>
                  </a:lnTo>
                  <a:lnTo>
                    <a:pt x="26" y="108"/>
                  </a:lnTo>
                  <a:lnTo>
                    <a:pt x="20" y="98"/>
                  </a:lnTo>
                  <a:lnTo>
                    <a:pt x="18" y="88"/>
                  </a:lnTo>
                  <a:lnTo>
                    <a:pt x="16" y="76"/>
                  </a:lnTo>
                  <a:lnTo>
                    <a:pt x="18" y="64"/>
                  </a:lnTo>
                  <a:lnTo>
                    <a:pt x="20" y="54"/>
                  </a:lnTo>
                  <a:lnTo>
                    <a:pt x="26" y="42"/>
                  </a:lnTo>
                  <a:lnTo>
                    <a:pt x="34" y="34"/>
                  </a:lnTo>
                  <a:lnTo>
                    <a:pt x="34" y="34"/>
                  </a:lnTo>
                  <a:lnTo>
                    <a:pt x="42" y="26"/>
                  </a:lnTo>
                  <a:lnTo>
                    <a:pt x="54" y="20"/>
                  </a:lnTo>
                  <a:lnTo>
                    <a:pt x="64" y="18"/>
                  </a:lnTo>
                  <a:lnTo>
                    <a:pt x="76" y="16"/>
                  </a:lnTo>
                  <a:lnTo>
                    <a:pt x="86" y="16"/>
                  </a:lnTo>
                  <a:lnTo>
                    <a:pt x="98" y="20"/>
                  </a:lnTo>
                  <a:lnTo>
                    <a:pt x="108" y="24"/>
                  </a:lnTo>
                  <a:lnTo>
                    <a:pt x="118" y="32"/>
                  </a:lnTo>
                  <a:lnTo>
                    <a:pt x="128" y="42"/>
                  </a:lnTo>
                  <a:lnTo>
                    <a:pt x="138" y="32"/>
                  </a:lnTo>
                  <a:lnTo>
                    <a:pt x="138" y="32"/>
                  </a:lnTo>
                  <a:lnTo>
                    <a:pt x="148" y="24"/>
                  </a:lnTo>
                  <a:lnTo>
                    <a:pt x="158" y="20"/>
                  </a:lnTo>
                  <a:lnTo>
                    <a:pt x="170" y="16"/>
                  </a:lnTo>
                  <a:lnTo>
                    <a:pt x="180" y="16"/>
                  </a:lnTo>
                  <a:lnTo>
                    <a:pt x="192" y="18"/>
                  </a:lnTo>
                  <a:lnTo>
                    <a:pt x="202" y="20"/>
                  </a:lnTo>
                  <a:lnTo>
                    <a:pt x="212" y="26"/>
                  </a:lnTo>
                  <a:lnTo>
                    <a:pt x="222" y="34"/>
                  </a:lnTo>
                  <a:lnTo>
                    <a:pt x="222" y="34"/>
                  </a:lnTo>
                  <a:lnTo>
                    <a:pt x="230" y="42"/>
                  </a:lnTo>
                  <a:lnTo>
                    <a:pt x="236" y="54"/>
                  </a:lnTo>
                  <a:lnTo>
                    <a:pt x="238" y="64"/>
                  </a:lnTo>
                  <a:lnTo>
                    <a:pt x="240" y="76"/>
                  </a:lnTo>
                  <a:lnTo>
                    <a:pt x="238" y="88"/>
                  </a:lnTo>
                  <a:lnTo>
                    <a:pt x="236" y="98"/>
                  </a:lnTo>
                  <a:lnTo>
                    <a:pt x="230" y="108"/>
                  </a:lnTo>
                  <a:lnTo>
                    <a:pt x="222" y="11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69" name="Freeform 177"/>
            <p:cNvSpPr>
              <a:spLocks/>
            </p:cNvSpPr>
            <p:nvPr/>
          </p:nvSpPr>
          <p:spPr bwMode="auto">
            <a:xfrm>
              <a:off x="3213100" y="1238250"/>
              <a:ext cx="60325" cy="60325"/>
            </a:xfrm>
            <a:custGeom>
              <a:avLst/>
              <a:gdLst/>
              <a:ahLst/>
              <a:cxnLst>
                <a:cxn ang="0">
                  <a:pos x="34" y="0"/>
                </a:cxn>
                <a:cxn ang="0">
                  <a:pos x="34" y="0"/>
                </a:cxn>
                <a:cxn ang="0">
                  <a:pos x="34" y="0"/>
                </a:cxn>
                <a:cxn ang="0">
                  <a:pos x="34" y="0"/>
                </a:cxn>
                <a:cxn ang="0">
                  <a:pos x="28" y="0"/>
                </a:cxn>
                <a:cxn ang="0">
                  <a:pos x="20" y="2"/>
                </a:cxn>
                <a:cxn ang="0">
                  <a:pos x="14" y="6"/>
                </a:cxn>
                <a:cxn ang="0">
                  <a:pos x="10" y="10"/>
                </a:cxn>
                <a:cxn ang="0">
                  <a:pos x="6" y="14"/>
                </a:cxn>
                <a:cxn ang="0">
                  <a:pos x="2" y="20"/>
                </a:cxn>
                <a:cxn ang="0">
                  <a:pos x="0" y="28"/>
                </a:cxn>
                <a:cxn ang="0">
                  <a:pos x="0" y="34"/>
                </a:cxn>
                <a:cxn ang="0">
                  <a:pos x="0" y="34"/>
                </a:cxn>
                <a:cxn ang="0">
                  <a:pos x="2" y="36"/>
                </a:cxn>
                <a:cxn ang="0">
                  <a:pos x="4" y="38"/>
                </a:cxn>
                <a:cxn ang="0">
                  <a:pos x="4" y="38"/>
                </a:cxn>
                <a:cxn ang="0">
                  <a:pos x="6" y="36"/>
                </a:cxn>
                <a:cxn ang="0">
                  <a:pos x="8" y="34"/>
                </a:cxn>
                <a:cxn ang="0">
                  <a:pos x="8" y="34"/>
                </a:cxn>
                <a:cxn ang="0">
                  <a:pos x="8" y="34"/>
                </a:cxn>
                <a:cxn ang="0">
                  <a:pos x="10" y="24"/>
                </a:cxn>
                <a:cxn ang="0">
                  <a:pos x="16" y="16"/>
                </a:cxn>
                <a:cxn ang="0">
                  <a:pos x="24" y="10"/>
                </a:cxn>
                <a:cxn ang="0">
                  <a:pos x="34" y="8"/>
                </a:cxn>
                <a:cxn ang="0">
                  <a:pos x="34" y="8"/>
                </a:cxn>
                <a:cxn ang="0">
                  <a:pos x="34" y="8"/>
                </a:cxn>
                <a:cxn ang="0">
                  <a:pos x="36" y="6"/>
                </a:cxn>
                <a:cxn ang="0">
                  <a:pos x="38" y="4"/>
                </a:cxn>
                <a:cxn ang="0">
                  <a:pos x="38" y="4"/>
                </a:cxn>
                <a:cxn ang="0">
                  <a:pos x="36" y="2"/>
                </a:cxn>
                <a:cxn ang="0">
                  <a:pos x="34" y="0"/>
                </a:cxn>
              </a:cxnLst>
              <a:rect l="0" t="0" r="r" b="b"/>
              <a:pathLst>
                <a:path w="38" h="38">
                  <a:moveTo>
                    <a:pt x="34" y="0"/>
                  </a:moveTo>
                  <a:lnTo>
                    <a:pt x="34" y="0"/>
                  </a:lnTo>
                  <a:lnTo>
                    <a:pt x="34" y="0"/>
                  </a:lnTo>
                  <a:lnTo>
                    <a:pt x="34" y="0"/>
                  </a:lnTo>
                  <a:lnTo>
                    <a:pt x="28" y="0"/>
                  </a:lnTo>
                  <a:lnTo>
                    <a:pt x="20" y="2"/>
                  </a:lnTo>
                  <a:lnTo>
                    <a:pt x="14" y="6"/>
                  </a:lnTo>
                  <a:lnTo>
                    <a:pt x="10" y="10"/>
                  </a:lnTo>
                  <a:lnTo>
                    <a:pt x="6" y="14"/>
                  </a:lnTo>
                  <a:lnTo>
                    <a:pt x="2" y="20"/>
                  </a:lnTo>
                  <a:lnTo>
                    <a:pt x="0" y="28"/>
                  </a:lnTo>
                  <a:lnTo>
                    <a:pt x="0" y="34"/>
                  </a:lnTo>
                  <a:lnTo>
                    <a:pt x="0" y="34"/>
                  </a:lnTo>
                  <a:lnTo>
                    <a:pt x="2" y="36"/>
                  </a:lnTo>
                  <a:lnTo>
                    <a:pt x="4" y="38"/>
                  </a:lnTo>
                  <a:lnTo>
                    <a:pt x="4" y="38"/>
                  </a:lnTo>
                  <a:lnTo>
                    <a:pt x="6" y="36"/>
                  </a:lnTo>
                  <a:lnTo>
                    <a:pt x="8" y="34"/>
                  </a:lnTo>
                  <a:lnTo>
                    <a:pt x="8" y="34"/>
                  </a:lnTo>
                  <a:lnTo>
                    <a:pt x="8" y="34"/>
                  </a:lnTo>
                  <a:lnTo>
                    <a:pt x="10" y="24"/>
                  </a:lnTo>
                  <a:lnTo>
                    <a:pt x="16" y="16"/>
                  </a:lnTo>
                  <a:lnTo>
                    <a:pt x="24" y="10"/>
                  </a:lnTo>
                  <a:lnTo>
                    <a:pt x="34" y="8"/>
                  </a:lnTo>
                  <a:lnTo>
                    <a:pt x="34" y="8"/>
                  </a:lnTo>
                  <a:lnTo>
                    <a:pt x="34" y="8"/>
                  </a:lnTo>
                  <a:lnTo>
                    <a:pt x="36" y="6"/>
                  </a:lnTo>
                  <a:lnTo>
                    <a:pt x="38" y="4"/>
                  </a:lnTo>
                  <a:lnTo>
                    <a:pt x="38" y="4"/>
                  </a:lnTo>
                  <a:lnTo>
                    <a:pt x="36" y="2"/>
                  </a:lnTo>
                  <a:lnTo>
                    <a:pt x="34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70" name="Freeform 178"/>
            <p:cNvSpPr>
              <a:spLocks/>
            </p:cNvSpPr>
            <p:nvPr/>
          </p:nvSpPr>
          <p:spPr bwMode="auto">
            <a:xfrm>
              <a:off x="3213100" y="1238250"/>
              <a:ext cx="60325" cy="60325"/>
            </a:xfrm>
            <a:custGeom>
              <a:avLst/>
              <a:gdLst/>
              <a:ahLst/>
              <a:cxnLst>
                <a:cxn ang="0">
                  <a:pos x="34" y="0"/>
                </a:cxn>
                <a:cxn ang="0">
                  <a:pos x="34" y="0"/>
                </a:cxn>
                <a:cxn ang="0">
                  <a:pos x="34" y="0"/>
                </a:cxn>
                <a:cxn ang="0">
                  <a:pos x="34" y="0"/>
                </a:cxn>
                <a:cxn ang="0">
                  <a:pos x="28" y="0"/>
                </a:cxn>
                <a:cxn ang="0">
                  <a:pos x="20" y="2"/>
                </a:cxn>
                <a:cxn ang="0">
                  <a:pos x="14" y="6"/>
                </a:cxn>
                <a:cxn ang="0">
                  <a:pos x="10" y="10"/>
                </a:cxn>
                <a:cxn ang="0">
                  <a:pos x="6" y="14"/>
                </a:cxn>
                <a:cxn ang="0">
                  <a:pos x="2" y="20"/>
                </a:cxn>
                <a:cxn ang="0">
                  <a:pos x="0" y="28"/>
                </a:cxn>
                <a:cxn ang="0">
                  <a:pos x="0" y="34"/>
                </a:cxn>
                <a:cxn ang="0">
                  <a:pos x="0" y="34"/>
                </a:cxn>
                <a:cxn ang="0">
                  <a:pos x="2" y="36"/>
                </a:cxn>
                <a:cxn ang="0">
                  <a:pos x="4" y="38"/>
                </a:cxn>
                <a:cxn ang="0">
                  <a:pos x="4" y="38"/>
                </a:cxn>
                <a:cxn ang="0">
                  <a:pos x="6" y="36"/>
                </a:cxn>
                <a:cxn ang="0">
                  <a:pos x="8" y="34"/>
                </a:cxn>
                <a:cxn ang="0">
                  <a:pos x="8" y="34"/>
                </a:cxn>
                <a:cxn ang="0">
                  <a:pos x="8" y="34"/>
                </a:cxn>
                <a:cxn ang="0">
                  <a:pos x="10" y="24"/>
                </a:cxn>
                <a:cxn ang="0">
                  <a:pos x="16" y="16"/>
                </a:cxn>
                <a:cxn ang="0">
                  <a:pos x="24" y="10"/>
                </a:cxn>
                <a:cxn ang="0">
                  <a:pos x="34" y="8"/>
                </a:cxn>
                <a:cxn ang="0">
                  <a:pos x="34" y="8"/>
                </a:cxn>
                <a:cxn ang="0">
                  <a:pos x="34" y="8"/>
                </a:cxn>
                <a:cxn ang="0">
                  <a:pos x="36" y="6"/>
                </a:cxn>
                <a:cxn ang="0">
                  <a:pos x="38" y="4"/>
                </a:cxn>
                <a:cxn ang="0">
                  <a:pos x="38" y="4"/>
                </a:cxn>
                <a:cxn ang="0">
                  <a:pos x="36" y="2"/>
                </a:cxn>
                <a:cxn ang="0">
                  <a:pos x="34" y="0"/>
                </a:cxn>
              </a:cxnLst>
              <a:rect l="0" t="0" r="r" b="b"/>
              <a:pathLst>
                <a:path w="38" h="38">
                  <a:moveTo>
                    <a:pt x="34" y="0"/>
                  </a:moveTo>
                  <a:lnTo>
                    <a:pt x="34" y="0"/>
                  </a:lnTo>
                  <a:lnTo>
                    <a:pt x="34" y="0"/>
                  </a:lnTo>
                  <a:lnTo>
                    <a:pt x="34" y="0"/>
                  </a:lnTo>
                  <a:lnTo>
                    <a:pt x="28" y="0"/>
                  </a:lnTo>
                  <a:lnTo>
                    <a:pt x="20" y="2"/>
                  </a:lnTo>
                  <a:lnTo>
                    <a:pt x="14" y="6"/>
                  </a:lnTo>
                  <a:lnTo>
                    <a:pt x="10" y="10"/>
                  </a:lnTo>
                  <a:lnTo>
                    <a:pt x="6" y="14"/>
                  </a:lnTo>
                  <a:lnTo>
                    <a:pt x="2" y="20"/>
                  </a:lnTo>
                  <a:lnTo>
                    <a:pt x="0" y="28"/>
                  </a:lnTo>
                  <a:lnTo>
                    <a:pt x="0" y="34"/>
                  </a:lnTo>
                  <a:lnTo>
                    <a:pt x="0" y="34"/>
                  </a:lnTo>
                  <a:lnTo>
                    <a:pt x="2" y="36"/>
                  </a:lnTo>
                  <a:lnTo>
                    <a:pt x="4" y="38"/>
                  </a:lnTo>
                  <a:lnTo>
                    <a:pt x="4" y="38"/>
                  </a:lnTo>
                  <a:lnTo>
                    <a:pt x="6" y="36"/>
                  </a:lnTo>
                  <a:lnTo>
                    <a:pt x="8" y="34"/>
                  </a:lnTo>
                  <a:lnTo>
                    <a:pt x="8" y="34"/>
                  </a:lnTo>
                  <a:lnTo>
                    <a:pt x="8" y="34"/>
                  </a:lnTo>
                  <a:lnTo>
                    <a:pt x="10" y="24"/>
                  </a:lnTo>
                  <a:lnTo>
                    <a:pt x="16" y="16"/>
                  </a:lnTo>
                  <a:lnTo>
                    <a:pt x="24" y="10"/>
                  </a:lnTo>
                  <a:lnTo>
                    <a:pt x="34" y="8"/>
                  </a:lnTo>
                  <a:lnTo>
                    <a:pt x="34" y="8"/>
                  </a:lnTo>
                  <a:lnTo>
                    <a:pt x="34" y="8"/>
                  </a:lnTo>
                  <a:lnTo>
                    <a:pt x="36" y="6"/>
                  </a:lnTo>
                  <a:lnTo>
                    <a:pt x="38" y="4"/>
                  </a:lnTo>
                  <a:lnTo>
                    <a:pt x="38" y="4"/>
                  </a:lnTo>
                  <a:lnTo>
                    <a:pt x="36" y="2"/>
                  </a:lnTo>
                  <a:lnTo>
                    <a:pt x="34" y="0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</p:grpSp>
      <p:sp>
        <p:nvSpPr>
          <p:cNvPr id="40" name="Freeform 127"/>
          <p:cNvSpPr>
            <a:spLocks noEditPoints="1"/>
          </p:cNvSpPr>
          <p:nvPr/>
        </p:nvSpPr>
        <p:spPr bwMode="auto">
          <a:xfrm>
            <a:off x="1721831" y="2590112"/>
            <a:ext cx="465099" cy="465099"/>
          </a:xfrm>
          <a:custGeom>
            <a:avLst/>
            <a:gdLst/>
            <a:ahLst/>
            <a:cxnLst>
              <a:cxn ang="0">
                <a:pos x="242" y="222"/>
              </a:cxn>
              <a:cxn ang="0">
                <a:pos x="174" y="198"/>
              </a:cxn>
              <a:cxn ang="0">
                <a:pos x="194" y="164"/>
              </a:cxn>
              <a:cxn ang="0">
                <a:pos x="206" y="132"/>
              </a:cxn>
              <a:cxn ang="0">
                <a:pos x="206" y="82"/>
              </a:cxn>
              <a:cxn ang="0">
                <a:pos x="192" y="40"/>
              </a:cxn>
              <a:cxn ang="0">
                <a:pos x="174" y="16"/>
              </a:cxn>
              <a:cxn ang="0">
                <a:pos x="128" y="0"/>
              </a:cxn>
              <a:cxn ang="0">
                <a:pos x="96" y="6"/>
              </a:cxn>
              <a:cxn ang="0">
                <a:pos x="72" y="28"/>
              </a:cxn>
              <a:cxn ang="0">
                <a:pos x="52" y="68"/>
              </a:cxn>
              <a:cxn ang="0">
                <a:pos x="48" y="110"/>
              </a:cxn>
              <a:cxn ang="0">
                <a:pos x="56" y="146"/>
              </a:cxn>
              <a:cxn ang="0">
                <a:pos x="82" y="198"/>
              </a:cxn>
              <a:cxn ang="0">
                <a:pos x="28" y="216"/>
              </a:cxn>
              <a:cxn ang="0">
                <a:pos x="8" y="226"/>
              </a:cxn>
              <a:cxn ang="0">
                <a:pos x="0" y="240"/>
              </a:cxn>
              <a:cxn ang="0">
                <a:pos x="2" y="250"/>
              </a:cxn>
              <a:cxn ang="0">
                <a:pos x="16" y="256"/>
              </a:cxn>
              <a:cxn ang="0">
                <a:pos x="246" y="256"/>
              </a:cxn>
              <a:cxn ang="0">
                <a:pos x="256" y="244"/>
              </a:cxn>
              <a:cxn ang="0">
                <a:pos x="256" y="234"/>
              </a:cxn>
              <a:cxn ang="0">
                <a:pos x="162" y="188"/>
              </a:cxn>
              <a:cxn ang="0">
                <a:pos x="152" y="198"/>
              </a:cxn>
              <a:cxn ang="0">
                <a:pos x="128" y="206"/>
              </a:cxn>
              <a:cxn ang="0">
                <a:pos x="104" y="198"/>
              </a:cxn>
              <a:cxn ang="0">
                <a:pos x="94" y="188"/>
              </a:cxn>
              <a:cxn ang="0">
                <a:pos x="74" y="152"/>
              </a:cxn>
              <a:cxn ang="0">
                <a:pos x="64" y="112"/>
              </a:cxn>
              <a:cxn ang="0">
                <a:pos x="66" y="86"/>
              </a:cxn>
              <a:cxn ang="0">
                <a:pos x="76" y="48"/>
              </a:cxn>
              <a:cxn ang="0">
                <a:pos x="102" y="22"/>
              </a:cxn>
              <a:cxn ang="0">
                <a:pos x="128" y="16"/>
              </a:cxn>
              <a:cxn ang="0">
                <a:pos x="164" y="30"/>
              </a:cxn>
              <a:cxn ang="0">
                <a:pos x="184" y="60"/>
              </a:cxn>
              <a:cxn ang="0">
                <a:pos x="190" y="86"/>
              </a:cxn>
              <a:cxn ang="0">
                <a:pos x="190" y="126"/>
              </a:cxn>
              <a:cxn ang="0">
                <a:pos x="176" y="164"/>
              </a:cxn>
              <a:cxn ang="0">
                <a:pos x="16" y="240"/>
              </a:cxn>
              <a:cxn ang="0">
                <a:pos x="58" y="220"/>
              </a:cxn>
              <a:cxn ang="0">
                <a:pos x="104" y="208"/>
              </a:cxn>
              <a:cxn ang="0">
                <a:pos x="128" y="216"/>
              </a:cxn>
              <a:cxn ang="0">
                <a:pos x="172" y="212"/>
              </a:cxn>
              <a:cxn ang="0">
                <a:pos x="220" y="230"/>
              </a:cxn>
            </a:cxnLst>
            <a:rect l="0" t="0" r="r" b="b"/>
            <a:pathLst>
              <a:path w="256" h="256">
                <a:moveTo>
                  <a:pt x="248" y="226"/>
                </a:moveTo>
                <a:lnTo>
                  <a:pt x="248" y="226"/>
                </a:lnTo>
                <a:lnTo>
                  <a:pt x="242" y="222"/>
                </a:lnTo>
                <a:lnTo>
                  <a:pt x="228" y="216"/>
                </a:lnTo>
                <a:lnTo>
                  <a:pt x="204" y="206"/>
                </a:lnTo>
                <a:lnTo>
                  <a:pt x="174" y="198"/>
                </a:lnTo>
                <a:lnTo>
                  <a:pt x="174" y="198"/>
                </a:lnTo>
                <a:lnTo>
                  <a:pt x="186" y="180"/>
                </a:lnTo>
                <a:lnTo>
                  <a:pt x="194" y="164"/>
                </a:lnTo>
                <a:lnTo>
                  <a:pt x="200" y="146"/>
                </a:lnTo>
                <a:lnTo>
                  <a:pt x="206" y="132"/>
                </a:lnTo>
                <a:lnTo>
                  <a:pt x="206" y="132"/>
                </a:lnTo>
                <a:lnTo>
                  <a:pt x="208" y="110"/>
                </a:lnTo>
                <a:lnTo>
                  <a:pt x="208" y="96"/>
                </a:lnTo>
                <a:lnTo>
                  <a:pt x="206" y="82"/>
                </a:lnTo>
                <a:lnTo>
                  <a:pt x="204" y="68"/>
                </a:lnTo>
                <a:lnTo>
                  <a:pt x="198" y="52"/>
                </a:lnTo>
                <a:lnTo>
                  <a:pt x="192" y="40"/>
                </a:lnTo>
                <a:lnTo>
                  <a:pt x="184" y="28"/>
                </a:lnTo>
                <a:lnTo>
                  <a:pt x="184" y="28"/>
                </a:lnTo>
                <a:lnTo>
                  <a:pt x="174" y="16"/>
                </a:lnTo>
                <a:lnTo>
                  <a:pt x="160" y="6"/>
                </a:lnTo>
                <a:lnTo>
                  <a:pt x="144" y="2"/>
                </a:lnTo>
                <a:lnTo>
                  <a:pt x="128" y="0"/>
                </a:lnTo>
                <a:lnTo>
                  <a:pt x="128" y="0"/>
                </a:lnTo>
                <a:lnTo>
                  <a:pt x="112" y="2"/>
                </a:lnTo>
                <a:lnTo>
                  <a:pt x="96" y="6"/>
                </a:lnTo>
                <a:lnTo>
                  <a:pt x="82" y="16"/>
                </a:lnTo>
                <a:lnTo>
                  <a:pt x="72" y="28"/>
                </a:lnTo>
                <a:lnTo>
                  <a:pt x="72" y="28"/>
                </a:lnTo>
                <a:lnTo>
                  <a:pt x="64" y="40"/>
                </a:lnTo>
                <a:lnTo>
                  <a:pt x="58" y="52"/>
                </a:lnTo>
                <a:lnTo>
                  <a:pt x="52" y="68"/>
                </a:lnTo>
                <a:lnTo>
                  <a:pt x="50" y="82"/>
                </a:lnTo>
                <a:lnTo>
                  <a:pt x="48" y="96"/>
                </a:lnTo>
                <a:lnTo>
                  <a:pt x="48" y="110"/>
                </a:lnTo>
                <a:lnTo>
                  <a:pt x="50" y="132"/>
                </a:lnTo>
                <a:lnTo>
                  <a:pt x="50" y="132"/>
                </a:lnTo>
                <a:lnTo>
                  <a:pt x="56" y="146"/>
                </a:lnTo>
                <a:lnTo>
                  <a:pt x="62" y="164"/>
                </a:lnTo>
                <a:lnTo>
                  <a:pt x="70" y="180"/>
                </a:lnTo>
                <a:lnTo>
                  <a:pt x="82" y="198"/>
                </a:lnTo>
                <a:lnTo>
                  <a:pt x="82" y="198"/>
                </a:lnTo>
                <a:lnTo>
                  <a:pt x="52" y="206"/>
                </a:lnTo>
                <a:lnTo>
                  <a:pt x="28" y="216"/>
                </a:lnTo>
                <a:lnTo>
                  <a:pt x="14" y="222"/>
                </a:lnTo>
                <a:lnTo>
                  <a:pt x="8" y="226"/>
                </a:lnTo>
                <a:lnTo>
                  <a:pt x="8" y="226"/>
                </a:lnTo>
                <a:lnTo>
                  <a:pt x="4" y="230"/>
                </a:lnTo>
                <a:lnTo>
                  <a:pt x="0" y="234"/>
                </a:lnTo>
                <a:lnTo>
                  <a:pt x="0" y="240"/>
                </a:lnTo>
                <a:lnTo>
                  <a:pt x="0" y="244"/>
                </a:lnTo>
                <a:lnTo>
                  <a:pt x="0" y="244"/>
                </a:lnTo>
                <a:lnTo>
                  <a:pt x="2" y="250"/>
                </a:lnTo>
                <a:lnTo>
                  <a:pt x="6" y="252"/>
                </a:lnTo>
                <a:lnTo>
                  <a:pt x="10" y="256"/>
                </a:lnTo>
                <a:lnTo>
                  <a:pt x="16" y="256"/>
                </a:lnTo>
                <a:lnTo>
                  <a:pt x="240" y="256"/>
                </a:lnTo>
                <a:lnTo>
                  <a:pt x="240" y="256"/>
                </a:lnTo>
                <a:lnTo>
                  <a:pt x="246" y="256"/>
                </a:lnTo>
                <a:lnTo>
                  <a:pt x="250" y="252"/>
                </a:lnTo>
                <a:lnTo>
                  <a:pt x="254" y="250"/>
                </a:lnTo>
                <a:lnTo>
                  <a:pt x="256" y="244"/>
                </a:lnTo>
                <a:lnTo>
                  <a:pt x="256" y="244"/>
                </a:lnTo>
                <a:lnTo>
                  <a:pt x="256" y="240"/>
                </a:lnTo>
                <a:lnTo>
                  <a:pt x="256" y="234"/>
                </a:lnTo>
                <a:lnTo>
                  <a:pt x="252" y="230"/>
                </a:lnTo>
                <a:lnTo>
                  <a:pt x="248" y="226"/>
                </a:lnTo>
                <a:close/>
                <a:moveTo>
                  <a:pt x="162" y="188"/>
                </a:moveTo>
                <a:lnTo>
                  <a:pt x="160" y="190"/>
                </a:lnTo>
                <a:lnTo>
                  <a:pt x="160" y="190"/>
                </a:lnTo>
                <a:lnTo>
                  <a:pt x="152" y="198"/>
                </a:lnTo>
                <a:lnTo>
                  <a:pt x="144" y="202"/>
                </a:lnTo>
                <a:lnTo>
                  <a:pt x="136" y="206"/>
                </a:lnTo>
                <a:lnTo>
                  <a:pt x="128" y="206"/>
                </a:lnTo>
                <a:lnTo>
                  <a:pt x="120" y="206"/>
                </a:lnTo>
                <a:lnTo>
                  <a:pt x="112" y="202"/>
                </a:lnTo>
                <a:lnTo>
                  <a:pt x="104" y="198"/>
                </a:lnTo>
                <a:lnTo>
                  <a:pt x="96" y="190"/>
                </a:lnTo>
                <a:lnTo>
                  <a:pt x="94" y="188"/>
                </a:lnTo>
                <a:lnTo>
                  <a:pt x="94" y="188"/>
                </a:lnTo>
                <a:lnTo>
                  <a:pt x="86" y="176"/>
                </a:lnTo>
                <a:lnTo>
                  <a:pt x="80" y="164"/>
                </a:lnTo>
                <a:lnTo>
                  <a:pt x="74" y="152"/>
                </a:lnTo>
                <a:lnTo>
                  <a:pt x="70" y="140"/>
                </a:lnTo>
                <a:lnTo>
                  <a:pt x="66" y="126"/>
                </a:lnTo>
                <a:lnTo>
                  <a:pt x="64" y="112"/>
                </a:lnTo>
                <a:lnTo>
                  <a:pt x="64" y="100"/>
                </a:lnTo>
                <a:lnTo>
                  <a:pt x="66" y="86"/>
                </a:lnTo>
                <a:lnTo>
                  <a:pt x="66" y="86"/>
                </a:lnTo>
                <a:lnTo>
                  <a:pt x="68" y="74"/>
                </a:lnTo>
                <a:lnTo>
                  <a:pt x="72" y="60"/>
                </a:lnTo>
                <a:lnTo>
                  <a:pt x="76" y="48"/>
                </a:lnTo>
                <a:lnTo>
                  <a:pt x="84" y="38"/>
                </a:lnTo>
                <a:lnTo>
                  <a:pt x="92" y="30"/>
                </a:lnTo>
                <a:lnTo>
                  <a:pt x="102" y="22"/>
                </a:lnTo>
                <a:lnTo>
                  <a:pt x="114" y="18"/>
                </a:lnTo>
                <a:lnTo>
                  <a:pt x="128" y="16"/>
                </a:lnTo>
                <a:lnTo>
                  <a:pt x="128" y="16"/>
                </a:lnTo>
                <a:lnTo>
                  <a:pt x="142" y="18"/>
                </a:lnTo>
                <a:lnTo>
                  <a:pt x="154" y="22"/>
                </a:lnTo>
                <a:lnTo>
                  <a:pt x="164" y="30"/>
                </a:lnTo>
                <a:lnTo>
                  <a:pt x="172" y="38"/>
                </a:lnTo>
                <a:lnTo>
                  <a:pt x="180" y="48"/>
                </a:lnTo>
                <a:lnTo>
                  <a:pt x="184" y="60"/>
                </a:lnTo>
                <a:lnTo>
                  <a:pt x="188" y="74"/>
                </a:lnTo>
                <a:lnTo>
                  <a:pt x="190" y="86"/>
                </a:lnTo>
                <a:lnTo>
                  <a:pt x="190" y="86"/>
                </a:lnTo>
                <a:lnTo>
                  <a:pt x="192" y="100"/>
                </a:lnTo>
                <a:lnTo>
                  <a:pt x="192" y="112"/>
                </a:lnTo>
                <a:lnTo>
                  <a:pt x="190" y="126"/>
                </a:lnTo>
                <a:lnTo>
                  <a:pt x="186" y="140"/>
                </a:lnTo>
                <a:lnTo>
                  <a:pt x="182" y="152"/>
                </a:lnTo>
                <a:lnTo>
                  <a:pt x="176" y="164"/>
                </a:lnTo>
                <a:lnTo>
                  <a:pt x="170" y="176"/>
                </a:lnTo>
                <a:lnTo>
                  <a:pt x="162" y="188"/>
                </a:lnTo>
                <a:close/>
                <a:moveTo>
                  <a:pt x="16" y="240"/>
                </a:moveTo>
                <a:lnTo>
                  <a:pt x="16" y="240"/>
                </a:lnTo>
                <a:lnTo>
                  <a:pt x="36" y="230"/>
                </a:lnTo>
                <a:lnTo>
                  <a:pt x="58" y="220"/>
                </a:lnTo>
                <a:lnTo>
                  <a:pt x="84" y="212"/>
                </a:lnTo>
                <a:lnTo>
                  <a:pt x="104" y="208"/>
                </a:lnTo>
                <a:lnTo>
                  <a:pt x="104" y="208"/>
                </a:lnTo>
                <a:lnTo>
                  <a:pt x="116" y="214"/>
                </a:lnTo>
                <a:lnTo>
                  <a:pt x="128" y="216"/>
                </a:lnTo>
                <a:lnTo>
                  <a:pt x="128" y="216"/>
                </a:lnTo>
                <a:lnTo>
                  <a:pt x="140" y="214"/>
                </a:lnTo>
                <a:lnTo>
                  <a:pt x="152" y="208"/>
                </a:lnTo>
                <a:lnTo>
                  <a:pt x="172" y="212"/>
                </a:lnTo>
                <a:lnTo>
                  <a:pt x="172" y="212"/>
                </a:lnTo>
                <a:lnTo>
                  <a:pt x="198" y="220"/>
                </a:lnTo>
                <a:lnTo>
                  <a:pt x="220" y="230"/>
                </a:lnTo>
                <a:lnTo>
                  <a:pt x="240" y="240"/>
                </a:lnTo>
                <a:lnTo>
                  <a:pt x="16" y="240"/>
                </a:lnTo>
                <a:close/>
              </a:path>
            </a:pathLst>
          </a:custGeom>
          <a:solidFill>
            <a:schemeClr val="accent1"/>
          </a:solidFill>
          <a:ln w="9525">
            <a:noFill/>
            <a:round/>
            <a:headEnd/>
            <a:tailEnd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ar-SA" sz="2288"/>
          </a:p>
        </p:txBody>
      </p:sp>
      <p:grpSp>
        <p:nvGrpSpPr>
          <p:cNvPr id="41" name="Group 40"/>
          <p:cNvGrpSpPr/>
          <p:nvPr/>
        </p:nvGrpSpPr>
        <p:grpSpPr>
          <a:xfrm>
            <a:off x="5442621" y="2633716"/>
            <a:ext cx="465099" cy="392427"/>
            <a:chOff x="6400800" y="2000250"/>
            <a:chExt cx="406400" cy="342900"/>
          </a:xfrm>
          <a:solidFill>
            <a:schemeClr val="accent1"/>
          </a:solidFill>
        </p:grpSpPr>
        <p:sp>
          <p:nvSpPr>
            <p:cNvPr id="65" name="Freeform 98"/>
            <p:cNvSpPr>
              <a:spLocks noEditPoints="1"/>
            </p:cNvSpPr>
            <p:nvPr/>
          </p:nvSpPr>
          <p:spPr bwMode="auto">
            <a:xfrm>
              <a:off x="6502400" y="2089150"/>
              <a:ext cx="203200" cy="203200"/>
            </a:xfrm>
            <a:custGeom>
              <a:avLst/>
              <a:gdLst/>
              <a:ahLst/>
              <a:cxnLst>
                <a:cxn ang="0">
                  <a:pos x="64" y="0"/>
                </a:cxn>
                <a:cxn ang="0">
                  <a:pos x="40" y="6"/>
                </a:cxn>
                <a:cxn ang="0">
                  <a:pos x="18" y="18"/>
                </a:cxn>
                <a:cxn ang="0">
                  <a:pos x="6" y="40"/>
                </a:cxn>
                <a:cxn ang="0">
                  <a:pos x="0" y="64"/>
                </a:cxn>
                <a:cxn ang="0">
                  <a:pos x="2" y="76"/>
                </a:cxn>
                <a:cxn ang="0">
                  <a:pos x="10" y="100"/>
                </a:cxn>
                <a:cxn ang="0">
                  <a:pos x="28" y="118"/>
                </a:cxn>
                <a:cxn ang="0">
                  <a:pos x="52" y="126"/>
                </a:cxn>
                <a:cxn ang="0">
                  <a:pos x="64" y="128"/>
                </a:cxn>
                <a:cxn ang="0">
                  <a:pos x="88" y="122"/>
                </a:cxn>
                <a:cxn ang="0">
                  <a:pos x="110" y="110"/>
                </a:cxn>
                <a:cxn ang="0">
                  <a:pos x="122" y="88"/>
                </a:cxn>
                <a:cxn ang="0">
                  <a:pos x="128" y="64"/>
                </a:cxn>
                <a:cxn ang="0">
                  <a:pos x="126" y="52"/>
                </a:cxn>
                <a:cxn ang="0">
                  <a:pos x="118" y="28"/>
                </a:cxn>
                <a:cxn ang="0">
                  <a:pos x="100" y="10"/>
                </a:cxn>
                <a:cxn ang="0">
                  <a:pos x="76" y="2"/>
                </a:cxn>
                <a:cxn ang="0">
                  <a:pos x="100" y="96"/>
                </a:cxn>
                <a:cxn ang="0">
                  <a:pos x="94" y="102"/>
                </a:cxn>
                <a:cxn ang="0">
                  <a:pos x="76" y="110"/>
                </a:cxn>
                <a:cxn ang="0">
                  <a:pos x="58" y="112"/>
                </a:cxn>
                <a:cxn ang="0">
                  <a:pos x="40" y="106"/>
                </a:cxn>
                <a:cxn ang="0">
                  <a:pos x="32" y="100"/>
                </a:cxn>
                <a:cxn ang="0">
                  <a:pos x="22" y="86"/>
                </a:cxn>
                <a:cxn ang="0">
                  <a:pos x="16" y="68"/>
                </a:cxn>
                <a:cxn ang="0">
                  <a:pos x="18" y="50"/>
                </a:cxn>
                <a:cxn ang="0">
                  <a:pos x="28" y="32"/>
                </a:cxn>
                <a:cxn ang="0">
                  <a:pos x="34" y="26"/>
                </a:cxn>
                <a:cxn ang="0">
                  <a:pos x="52" y="18"/>
                </a:cxn>
                <a:cxn ang="0">
                  <a:pos x="70" y="16"/>
                </a:cxn>
                <a:cxn ang="0">
                  <a:pos x="88" y="22"/>
                </a:cxn>
                <a:cxn ang="0">
                  <a:pos x="96" y="28"/>
                </a:cxn>
                <a:cxn ang="0">
                  <a:pos x="106" y="42"/>
                </a:cxn>
                <a:cxn ang="0">
                  <a:pos x="112" y="60"/>
                </a:cxn>
                <a:cxn ang="0">
                  <a:pos x="110" y="78"/>
                </a:cxn>
                <a:cxn ang="0">
                  <a:pos x="100" y="96"/>
                </a:cxn>
              </a:cxnLst>
              <a:rect l="0" t="0" r="r" b="b"/>
              <a:pathLst>
                <a:path w="128" h="128">
                  <a:moveTo>
                    <a:pt x="64" y="0"/>
                  </a:moveTo>
                  <a:lnTo>
                    <a:pt x="64" y="0"/>
                  </a:lnTo>
                  <a:lnTo>
                    <a:pt x="52" y="2"/>
                  </a:lnTo>
                  <a:lnTo>
                    <a:pt x="40" y="6"/>
                  </a:lnTo>
                  <a:lnTo>
                    <a:pt x="28" y="10"/>
                  </a:lnTo>
                  <a:lnTo>
                    <a:pt x="18" y="18"/>
                  </a:lnTo>
                  <a:lnTo>
                    <a:pt x="10" y="28"/>
                  </a:lnTo>
                  <a:lnTo>
                    <a:pt x="6" y="40"/>
                  </a:lnTo>
                  <a:lnTo>
                    <a:pt x="2" y="52"/>
                  </a:lnTo>
                  <a:lnTo>
                    <a:pt x="0" y="64"/>
                  </a:lnTo>
                  <a:lnTo>
                    <a:pt x="0" y="64"/>
                  </a:lnTo>
                  <a:lnTo>
                    <a:pt x="2" y="76"/>
                  </a:lnTo>
                  <a:lnTo>
                    <a:pt x="6" y="88"/>
                  </a:lnTo>
                  <a:lnTo>
                    <a:pt x="10" y="100"/>
                  </a:lnTo>
                  <a:lnTo>
                    <a:pt x="18" y="110"/>
                  </a:lnTo>
                  <a:lnTo>
                    <a:pt x="28" y="118"/>
                  </a:lnTo>
                  <a:lnTo>
                    <a:pt x="40" y="122"/>
                  </a:lnTo>
                  <a:lnTo>
                    <a:pt x="52" y="126"/>
                  </a:lnTo>
                  <a:lnTo>
                    <a:pt x="64" y="128"/>
                  </a:lnTo>
                  <a:lnTo>
                    <a:pt x="64" y="128"/>
                  </a:lnTo>
                  <a:lnTo>
                    <a:pt x="76" y="126"/>
                  </a:lnTo>
                  <a:lnTo>
                    <a:pt x="88" y="122"/>
                  </a:lnTo>
                  <a:lnTo>
                    <a:pt x="100" y="118"/>
                  </a:lnTo>
                  <a:lnTo>
                    <a:pt x="110" y="110"/>
                  </a:lnTo>
                  <a:lnTo>
                    <a:pt x="118" y="100"/>
                  </a:lnTo>
                  <a:lnTo>
                    <a:pt x="122" y="88"/>
                  </a:lnTo>
                  <a:lnTo>
                    <a:pt x="126" y="76"/>
                  </a:lnTo>
                  <a:lnTo>
                    <a:pt x="128" y="64"/>
                  </a:lnTo>
                  <a:lnTo>
                    <a:pt x="128" y="64"/>
                  </a:lnTo>
                  <a:lnTo>
                    <a:pt x="126" y="52"/>
                  </a:lnTo>
                  <a:lnTo>
                    <a:pt x="122" y="40"/>
                  </a:lnTo>
                  <a:lnTo>
                    <a:pt x="118" y="28"/>
                  </a:lnTo>
                  <a:lnTo>
                    <a:pt x="110" y="18"/>
                  </a:lnTo>
                  <a:lnTo>
                    <a:pt x="100" y="10"/>
                  </a:lnTo>
                  <a:lnTo>
                    <a:pt x="88" y="6"/>
                  </a:lnTo>
                  <a:lnTo>
                    <a:pt x="76" y="2"/>
                  </a:lnTo>
                  <a:lnTo>
                    <a:pt x="64" y="0"/>
                  </a:lnTo>
                  <a:close/>
                  <a:moveTo>
                    <a:pt x="100" y="96"/>
                  </a:moveTo>
                  <a:lnTo>
                    <a:pt x="100" y="96"/>
                  </a:lnTo>
                  <a:lnTo>
                    <a:pt x="94" y="102"/>
                  </a:lnTo>
                  <a:lnTo>
                    <a:pt x="86" y="106"/>
                  </a:lnTo>
                  <a:lnTo>
                    <a:pt x="76" y="110"/>
                  </a:lnTo>
                  <a:lnTo>
                    <a:pt x="68" y="112"/>
                  </a:lnTo>
                  <a:lnTo>
                    <a:pt x="58" y="112"/>
                  </a:lnTo>
                  <a:lnTo>
                    <a:pt x="50" y="110"/>
                  </a:lnTo>
                  <a:lnTo>
                    <a:pt x="40" y="106"/>
                  </a:lnTo>
                  <a:lnTo>
                    <a:pt x="32" y="100"/>
                  </a:lnTo>
                  <a:lnTo>
                    <a:pt x="32" y="100"/>
                  </a:lnTo>
                  <a:lnTo>
                    <a:pt x="26" y="94"/>
                  </a:lnTo>
                  <a:lnTo>
                    <a:pt x="22" y="86"/>
                  </a:lnTo>
                  <a:lnTo>
                    <a:pt x="18" y="76"/>
                  </a:lnTo>
                  <a:lnTo>
                    <a:pt x="16" y="68"/>
                  </a:lnTo>
                  <a:lnTo>
                    <a:pt x="16" y="58"/>
                  </a:lnTo>
                  <a:lnTo>
                    <a:pt x="18" y="50"/>
                  </a:lnTo>
                  <a:lnTo>
                    <a:pt x="22" y="40"/>
                  </a:lnTo>
                  <a:lnTo>
                    <a:pt x="28" y="32"/>
                  </a:lnTo>
                  <a:lnTo>
                    <a:pt x="28" y="32"/>
                  </a:lnTo>
                  <a:lnTo>
                    <a:pt x="34" y="26"/>
                  </a:lnTo>
                  <a:lnTo>
                    <a:pt x="42" y="22"/>
                  </a:lnTo>
                  <a:lnTo>
                    <a:pt x="52" y="18"/>
                  </a:lnTo>
                  <a:lnTo>
                    <a:pt x="60" y="16"/>
                  </a:lnTo>
                  <a:lnTo>
                    <a:pt x="70" y="16"/>
                  </a:lnTo>
                  <a:lnTo>
                    <a:pt x="78" y="18"/>
                  </a:lnTo>
                  <a:lnTo>
                    <a:pt x="88" y="22"/>
                  </a:lnTo>
                  <a:lnTo>
                    <a:pt x="96" y="28"/>
                  </a:lnTo>
                  <a:lnTo>
                    <a:pt x="96" y="28"/>
                  </a:lnTo>
                  <a:lnTo>
                    <a:pt x="102" y="34"/>
                  </a:lnTo>
                  <a:lnTo>
                    <a:pt x="106" y="42"/>
                  </a:lnTo>
                  <a:lnTo>
                    <a:pt x="110" y="52"/>
                  </a:lnTo>
                  <a:lnTo>
                    <a:pt x="112" y="60"/>
                  </a:lnTo>
                  <a:lnTo>
                    <a:pt x="112" y="70"/>
                  </a:lnTo>
                  <a:lnTo>
                    <a:pt x="110" y="78"/>
                  </a:lnTo>
                  <a:lnTo>
                    <a:pt x="106" y="88"/>
                  </a:lnTo>
                  <a:lnTo>
                    <a:pt x="100" y="9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66" name="Freeform 101"/>
            <p:cNvSpPr>
              <a:spLocks/>
            </p:cNvSpPr>
            <p:nvPr/>
          </p:nvSpPr>
          <p:spPr bwMode="auto">
            <a:xfrm>
              <a:off x="6553200" y="2139950"/>
              <a:ext cx="57150" cy="57150"/>
            </a:xfrm>
            <a:custGeom>
              <a:avLst/>
              <a:gdLst/>
              <a:ahLst/>
              <a:cxnLst>
                <a:cxn ang="0">
                  <a:pos x="32" y="0"/>
                </a:cxn>
                <a:cxn ang="0">
                  <a:pos x="32" y="0"/>
                </a:cxn>
                <a:cxn ang="0">
                  <a:pos x="26" y="0"/>
                </a:cxn>
                <a:cxn ang="0">
                  <a:pos x="20" y="2"/>
                </a:cxn>
                <a:cxn ang="0">
                  <a:pos x="10" y="10"/>
                </a:cxn>
                <a:cxn ang="0">
                  <a:pos x="2" y="20"/>
                </a:cxn>
                <a:cxn ang="0">
                  <a:pos x="0" y="26"/>
                </a:cxn>
                <a:cxn ang="0">
                  <a:pos x="0" y="32"/>
                </a:cxn>
                <a:cxn ang="0">
                  <a:pos x="0" y="32"/>
                </a:cxn>
                <a:cxn ang="0">
                  <a:pos x="0" y="32"/>
                </a:cxn>
                <a:cxn ang="0">
                  <a:pos x="2" y="34"/>
                </a:cxn>
                <a:cxn ang="0">
                  <a:pos x="4" y="36"/>
                </a:cxn>
                <a:cxn ang="0">
                  <a:pos x="4" y="36"/>
                </a:cxn>
                <a:cxn ang="0">
                  <a:pos x="6" y="34"/>
                </a:cxn>
                <a:cxn ang="0">
                  <a:pos x="8" y="32"/>
                </a:cxn>
                <a:cxn ang="0">
                  <a:pos x="8" y="32"/>
                </a:cxn>
                <a:cxn ang="0">
                  <a:pos x="8" y="32"/>
                </a:cxn>
                <a:cxn ang="0">
                  <a:pos x="10" y="22"/>
                </a:cxn>
                <a:cxn ang="0">
                  <a:pos x="16" y="16"/>
                </a:cxn>
                <a:cxn ang="0">
                  <a:pos x="22" y="10"/>
                </a:cxn>
                <a:cxn ang="0">
                  <a:pos x="32" y="8"/>
                </a:cxn>
                <a:cxn ang="0">
                  <a:pos x="32" y="8"/>
                </a:cxn>
                <a:cxn ang="0">
                  <a:pos x="34" y="6"/>
                </a:cxn>
                <a:cxn ang="0">
                  <a:pos x="36" y="4"/>
                </a:cxn>
                <a:cxn ang="0">
                  <a:pos x="36" y="4"/>
                </a:cxn>
                <a:cxn ang="0">
                  <a:pos x="34" y="2"/>
                </a:cxn>
                <a:cxn ang="0">
                  <a:pos x="32" y="0"/>
                </a:cxn>
              </a:cxnLst>
              <a:rect l="0" t="0" r="r" b="b"/>
              <a:pathLst>
                <a:path w="36" h="36">
                  <a:moveTo>
                    <a:pt x="32" y="0"/>
                  </a:moveTo>
                  <a:lnTo>
                    <a:pt x="32" y="0"/>
                  </a:lnTo>
                  <a:lnTo>
                    <a:pt x="26" y="0"/>
                  </a:lnTo>
                  <a:lnTo>
                    <a:pt x="20" y="2"/>
                  </a:lnTo>
                  <a:lnTo>
                    <a:pt x="10" y="10"/>
                  </a:lnTo>
                  <a:lnTo>
                    <a:pt x="2" y="20"/>
                  </a:lnTo>
                  <a:lnTo>
                    <a:pt x="0" y="26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2" y="34"/>
                  </a:lnTo>
                  <a:lnTo>
                    <a:pt x="4" y="36"/>
                  </a:lnTo>
                  <a:lnTo>
                    <a:pt x="4" y="36"/>
                  </a:lnTo>
                  <a:lnTo>
                    <a:pt x="6" y="34"/>
                  </a:lnTo>
                  <a:lnTo>
                    <a:pt x="8" y="32"/>
                  </a:lnTo>
                  <a:lnTo>
                    <a:pt x="8" y="32"/>
                  </a:lnTo>
                  <a:lnTo>
                    <a:pt x="8" y="32"/>
                  </a:lnTo>
                  <a:lnTo>
                    <a:pt x="10" y="22"/>
                  </a:lnTo>
                  <a:lnTo>
                    <a:pt x="16" y="16"/>
                  </a:lnTo>
                  <a:lnTo>
                    <a:pt x="22" y="10"/>
                  </a:lnTo>
                  <a:lnTo>
                    <a:pt x="32" y="8"/>
                  </a:lnTo>
                  <a:lnTo>
                    <a:pt x="32" y="8"/>
                  </a:lnTo>
                  <a:lnTo>
                    <a:pt x="34" y="6"/>
                  </a:lnTo>
                  <a:lnTo>
                    <a:pt x="36" y="4"/>
                  </a:lnTo>
                  <a:lnTo>
                    <a:pt x="36" y="4"/>
                  </a:lnTo>
                  <a:lnTo>
                    <a:pt x="34" y="2"/>
                  </a:lnTo>
                  <a:lnTo>
                    <a:pt x="32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67" name="Freeform 103"/>
            <p:cNvSpPr>
              <a:spLocks noEditPoints="1"/>
            </p:cNvSpPr>
            <p:nvPr/>
          </p:nvSpPr>
          <p:spPr bwMode="auto">
            <a:xfrm>
              <a:off x="6400800" y="2000250"/>
              <a:ext cx="406400" cy="342900"/>
            </a:xfrm>
            <a:custGeom>
              <a:avLst/>
              <a:gdLst/>
              <a:ahLst/>
              <a:cxnLst>
                <a:cxn ang="0">
                  <a:pos x="202" y="42"/>
                </a:cxn>
                <a:cxn ang="0">
                  <a:pos x="190" y="16"/>
                </a:cxn>
                <a:cxn ang="0">
                  <a:pos x="182" y="4"/>
                </a:cxn>
                <a:cxn ang="0">
                  <a:pos x="168" y="0"/>
                </a:cxn>
                <a:cxn ang="0">
                  <a:pos x="88" y="0"/>
                </a:cxn>
                <a:cxn ang="0">
                  <a:pos x="74" y="4"/>
                </a:cxn>
                <a:cxn ang="0">
                  <a:pos x="66" y="16"/>
                </a:cxn>
                <a:cxn ang="0">
                  <a:pos x="20" y="48"/>
                </a:cxn>
                <a:cxn ang="0">
                  <a:pos x="12" y="52"/>
                </a:cxn>
                <a:cxn ang="0">
                  <a:pos x="2" y="64"/>
                </a:cxn>
                <a:cxn ang="0">
                  <a:pos x="0" y="192"/>
                </a:cxn>
                <a:cxn ang="0">
                  <a:pos x="2" y="202"/>
                </a:cxn>
                <a:cxn ang="0">
                  <a:pos x="14" y="214"/>
                </a:cxn>
                <a:cxn ang="0">
                  <a:pos x="232" y="216"/>
                </a:cxn>
                <a:cxn ang="0">
                  <a:pos x="242" y="214"/>
                </a:cxn>
                <a:cxn ang="0">
                  <a:pos x="254" y="202"/>
                </a:cxn>
                <a:cxn ang="0">
                  <a:pos x="256" y="72"/>
                </a:cxn>
                <a:cxn ang="0">
                  <a:pos x="254" y="64"/>
                </a:cxn>
                <a:cxn ang="0">
                  <a:pos x="244" y="52"/>
                </a:cxn>
                <a:cxn ang="0">
                  <a:pos x="240" y="192"/>
                </a:cxn>
                <a:cxn ang="0">
                  <a:pos x="240" y="196"/>
                </a:cxn>
                <a:cxn ang="0">
                  <a:pos x="236" y="200"/>
                </a:cxn>
                <a:cxn ang="0">
                  <a:pos x="24" y="200"/>
                </a:cxn>
                <a:cxn ang="0">
                  <a:pos x="20" y="200"/>
                </a:cxn>
                <a:cxn ang="0">
                  <a:pos x="16" y="196"/>
                </a:cxn>
                <a:cxn ang="0">
                  <a:pos x="16" y="72"/>
                </a:cxn>
                <a:cxn ang="0">
                  <a:pos x="18" y="66"/>
                </a:cxn>
                <a:cxn ang="0">
                  <a:pos x="66" y="56"/>
                </a:cxn>
                <a:cxn ang="0">
                  <a:pos x="80" y="22"/>
                </a:cxn>
                <a:cxn ang="0">
                  <a:pos x="88" y="16"/>
                </a:cxn>
                <a:cxn ang="0">
                  <a:pos x="168" y="16"/>
                </a:cxn>
                <a:cxn ang="0">
                  <a:pos x="176" y="22"/>
                </a:cxn>
                <a:cxn ang="0">
                  <a:pos x="234" y="64"/>
                </a:cxn>
                <a:cxn ang="0">
                  <a:pos x="238" y="66"/>
                </a:cxn>
                <a:cxn ang="0">
                  <a:pos x="240" y="192"/>
                </a:cxn>
              </a:cxnLst>
              <a:rect l="0" t="0" r="r" b="b"/>
              <a:pathLst>
                <a:path w="256" h="216">
                  <a:moveTo>
                    <a:pt x="236" y="48"/>
                  </a:moveTo>
                  <a:lnTo>
                    <a:pt x="202" y="42"/>
                  </a:lnTo>
                  <a:lnTo>
                    <a:pt x="190" y="16"/>
                  </a:lnTo>
                  <a:lnTo>
                    <a:pt x="190" y="16"/>
                  </a:lnTo>
                  <a:lnTo>
                    <a:pt x="186" y="8"/>
                  </a:lnTo>
                  <a:lnTo>
                    <a:pt x="182" y="4"/>
                  </a:lnTo>
                  <a:lnTo>
                    <a:pt x="176" y="2"/>
                  </a:lnTo>
                  <a:lnTo>
                    <a:pt x="168" y="0"/>
                  </a:lnTo>
                  <a:lnTo>
                    <a:pt x="88" y="0"/>
                  </a:lnTo>
                  <a:lnTo>
                    <a:pt x="88" y="0"/>
                  </a:lnTo>
                  <a:lnTo>
                    <a:pt x="80" y="2"/>
                  </a:lnTo>
                  <a:lnTo>
                    <a:pt x="74" y="4"/>
                  </a:lnTo>
                  <a:lnTo>
                    <a:pt x="70" y="8"/>
                  </a:lnTo>
                  <a:lnTo>
                    <a:pt x="66" y="16"/>
                  </a:lnTo>
                  <a:lnTo>
                    <a:pt x="54" y="42"/>
                  </a:lnTo>
                  <a:lnTo>
                    <a:pt x="20" y="48"/>
                  </a:lnTo>
                  <a:lnTo>
                    <a:pt x="20" y="48"/>
                  </a:lnTo>
                  <a:lnTo>
                    <a:pt x="12" y="52"/>
                  </a:lnTo>
                  <a:lnTo>
                    <a:pt x="6" y="56"/>
                  </a:lnTo>
                  <a:lnTo>
                    <a:pt x="2" y="64"/>
                  </a:lnTo>
                  <a:lnTo>
                    <a:pt x="0" y="72"/>
                  </a:lnTo>
                  <a:lnTo>
                    <a:pt x="0" y="192"/>
                  </a:lnTo>
                  <a:lnTo>
                    <a:pt x="0" y="192"/>
                  </a:lnTo>
                  <a:lnTo>
                    <a:pt x="2" y="202"/>
                  </a:lnTo>
                  <a:lnTo>
                    <a:pt x="8" y="208"/>
                  </a:lnTo>
                  <a:lnTo>
                    <a:pt x="14" y="214"/>
                  </a:lnTo>
                  <a:lnTo>
                    <a:pt x="24" y="216"/>
                  </a:lnTo>
                  <a:lnTo>
                    <a:pt x="232" y="216"/>
                  </a:lnTo>
                  <a:lnTo>
                    <a:pt x="232" y="216"/>
                  </a:lnTo>
                  <a:lnTo>
                    <a:pt x="242" y="214"/>
                  </a:lnTo>
                  <a:lnTo>
                    <a:pt x="248" y="208"/>
                  </a:lnTo>
                  <a:lnTo>
                    <a:pt x="254" y="202"/>
                  </a:lnTo>
                  <a:lnTo>
                    <a:pt x="256" y="192"/>
                  </a:lnTo>
                  <a:lnTo>
                    <a:pt x="256" y="72"/>
                  </a:lnTo>
                  <a:lnTo>
                    <a:pt x="256" y="72"/>
                  </a:lnTo>
                  <a:lnTo>
                    <a:pt x="254" y="64"/>
                  </a:lnTo>
                  <a:lnTo>
                    <a:pt x="250" y="56"/>
                  </a:lnTo>
                  <a:lnTo>
                    <a:pt x="244" y="52"/>
                  </a:lnTo>
                  <a:lnTo>
                    <a:pt x="236" y="48"/>
                  </a:lnTo>
                  <a:close/>
                  <a:moveTo>
                    <a:pt x="240" y="192"/>
                  </a:moveTo>
                  <a:lnTo>
                    <a:pt x="240" y="192"/>
                  </a:lnTo>
                  <a:lnTo>
                    <a:pt x="240" y="196"/>
                  </a:lnTo>
                  <a:lnTo>
                    <a:pt x="238" y="198"/>
                  </a:lnTo>
                  <a:lnTo>
                    <a:pt x="236" y="200"/>
                  </a:lnTo>
                  <a:lnTo>
                    <a:pt x="232" y="200"/>
                  </a:lnTo>
                  <a:lnTo>
                    <a:pt x="24" y="200"/>
                  </a:lnTo>
                  <a:lnTo>
                    <a:pt x="24" y="200"/>
                  </a:lnTo>
                  <a:lnTo>
                    <a:pt x="20" y="200"/>
                  </a:lnTo>
                  <a:lnTo>
                    <a:pt x="18" y="198"/>
                  </a:lnTo>
                  <a:lnTo>
                    <a:pt x="16" y="196"/>
                  </a:lnTo>
                  <a:lnTo>
                    <a:pt x="16" y="192"/>
                  </a:lnTo>
                  <a:lnTo>
                    <a:pt x="16" y="72"/>
                  </a:lnTo>
                  <a:lnTo>
                    <a:pt x="16" y="72"/>
                  </a:lnTo>
                  <a:lnTo>
                    <a:pt x="18" y="66"/>
                  </a:lnTo>
                  <a:lnTo>
                    <a:pt x="22" y="64"/>
                  </a:lnTo>
                  <a:lnTo>
                    <a:pt x="66" y="56"/>
                  </a:lnTo>
                  <a:lnTo>
                    <a:pt x="80" y="22"/>
                  </a:lnTo>
                  <a:lnTo>
                    <a:pt x="80" y="22"/>
                  </a:lnTo>
                  <a:lnTo>
                    <a:pt x="84" y="18"/>
                  </a:lnTo>
                  <a:lnTo>
                    <a:pt x="88" y="16"/>
                  </a:lnTo>
                  <a:lnTo>
                    <a:pt x="168" y="16"/>
                  </a:lnTo>
                  <a:lnTo>
                    <a:pt x="168" y="16"/>
                  </a:lnTo>
                  <a:lnTo>
                    <a:pt x="172" y="18"/>
                  </a:lnTo>
                  <a:lnTo>
                    <a:pt x="176" y="22"/>
                  </a:lnTo>
                  <a:lnTo>
                    <a:pt x="190" y="56"/>
                  </a:lnTo>
                  <a:lnTo>
                    <a:pt x="234" y="64"/>
                  </a:lnTo>
                  <a:lnTo>
                    <a:pt x="234" y="64"/>
                  </a:lnTo>
                  <a:lnTo>
                    <a:pt x="238" y="66"/>
                  </a:lnTo>
                  <a:lnTo>
                    <a:pt x="240" y="72"/>
                  </a:lnTo>
                  <a:lnTo>
                    <a:pt x="240" y="19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</p:grpSp>
      <p:grpSp>
        <p:nvGrpSpPr>
          <p:cNvPr id="42" name="Group 41"/>
          <p:cNvGrpSpPr/>
          <p:nvPr/>
        </p:nvGrpSpPr>
        <p:grpSpPr>
          <a:xfrm>
            <a:off x="4512424" y="1659915"/>
            <a:ext cx="465099" cy="465099"/>
            <a:chOff x="5588000" y="1149350"/>
            <a:chExt cx="406400" cy="406400"/>
          </a:xfrm>
          <a:solidFill>
            <a:schemeClr val="accent1"/>
          </a:solidFill>
        </p:grpSpPr>
        <p:sp>
          <p:nvSpPr>
            <p:cNvPr id="62" name="Freeform 145"/>
            <p:cNvSpPr>
              <a:spLocks/>
            </p:cNvSpPr>
            <p:nvPr/>
          </p:nvSpPr>
          <p:spPr bwMode="auto">
            <a:xfrm>
              <a:off x="5810250" y="1200150"/>
              <a:ext cx="133350" cy="133350"/>
            </a:xfrm>
            <a:custGeom>
              <a:avLst/>
              <a:gdLst/>
              <a:ahLst/>
              <a:cxnLst>
                <a:cxn ang="0">
                  <a:pos x="76" y="80"/>
                </a:cxn>
                <a:cxn ang="0">
                  <a:pos x="76" y="80"/>
                </a:cxn>
                <a:cxn ang="0">
                  <a:pos x="76" y="80"/>
                </a:cxn>
                <a:cxn ang="0">
                  <a:pos x="78" y="82"/>
                </a:cxn>
                <a:cxn ang="0">
                  <a:pos x="80" y="84"/>
                </a:cxn>
                <a:cxn ang="0">
                  <a:pos x="80" y="84"/>
                </a:cxn>
                <a:cxn ang="0">
                  <a:pos x="82" y="82"/>
                </a:cxn>
                <a:cxn ang="0">
                  <a:pos x="84" y="80"/>
                </a:cxn>
                <a:cxn ang="0">
                  <a:pos x="84" y="80"/>
                </a:cxn>
                <a:cxn ang="0">
                  <a:pos x="84" y="80"/>
                </a:cxn>
                <a:cxn ang="0">
                  <a:pos x="84" y="80"/>
                </a:cxn>
                <a:cxn ang="0">
                  <a:pos x="82" y="64"/>
                </a:cxn>
                <a:cxn ang="0">
                  <a:pos x="78" y="48"/>
                </a:cxn>
                <a:cxn ang="0">
                  <a:pos x="70" y="36"/>
                </a:cxn>
                <a:cxn ang="0">
                  <a:pos x="60" y="24"/>
                </a:cxn>
                <a:cxn ang="0">
                  <a:pos x="48" y="14"/>
                </a:cxn>
                <a:cxn ang="0">
                  <a:pos x="36" y="6"/>
                </a:cxn>
                <a:cxn ang="0">
                  <a:pos x="20" y="2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2" y="6"/>
                </a:cxn>
                <a:cxn ang="0">
                  <a:pos x="4" y="8"/>
                </a:cxn>
                <a:cxn ang="0">
                  <a:pos x="4" y="8"/>
                </a:cxn>
                <a:cxn ang="0">
                  <a:pos x="4" y="8"/>
                </a:cxn>
                <a:cxn ang="0">
                  <a:pos x="18" y="10"/>
                </a:cxn>
                <a:cxn ang="0">
                  <a:pos x="32" y="14"/>
                </a:cxn>
                <a:cxn ang="0">
                  <a:pos x="44" y="20"/>
                </a:cxn>
                <a:cxn ang="0">
                  <a:pos x="54" y="30"/>
                </a:cxn>
                <a:cxn ang="0">
                  <a:pos x="64" y="40"/>
                </a:cxn>
                <a:cxn ang="0">
                  <a:pos x="70" y="52"/>
                </a:cxn>
                <a:cxn ang="0">
                  <a:pos x="74" y="66"/>
                </a:cxn>
                <a:cxn ang="0">
                  <a:pos x="76" y="80"/>
                </a:cxn>
              </a:cxnLst>
              <a:rect l="0" t="0" r="r" b="b"/>
              <a:pathLst>
                <a:path w="84" h="84">
                  <a:moveTo>
                    <a:pt x="76" y="80"/>
                  </a:moveTo>
                  <a:lnTo>
                    <a:pt x="76" y="80"/>
                  </a:lnTo>
                  <a:lnTo>
                    <a:pt x="76" y="80"/>
                  </a:lnTo>
                  <a:lnTo>
                    <a:pt x="78" y="82"/>
                  </a:lnTo>
                  <a:lnTo>
                    <a:pt x="80" y="84"/>
                  </a:lnTo>
                  <a:lnTo>
                    <a:pt x="80" y="84"/>
                  </a:lnTo>
                  <a:lnTo>
                    <a:pt x="82" y="82"/>
                  </a:lnTo>
                  <a:lnTo>
                    <a:pt x="84" y="80"/>
                  </a:lnTo>
                  <a:lnTo>
                    <a:pt x="84" y="80"/>
                  </a:lnTo>
                  <a:lnTo>
                    <a:pt x="84" y="80"/>
                  </a:lnTo>
                  <a:lnTo>
                    <a:pt x="84" y="80"/>
                  </a:lnTo>
                  <a:lnTo>
                    <a:pt x="82" y="64"/>
                  </a:lnTo>
                  <a:lnTo>
                    <a:pt x="78" y="48"/>
                  </a:lnTo>
                  <a:lnTo>
                    <a:pt x="70" y="36"/>
                  </a:lnTo>
                  <a:lnTo>
                    <a:pt x="60" y="24"/>
                  </a:lnTo>
                  <a:lnTo>
                    <a:pt x="48" y="14"/>
                  </a:lnTo>
                  <a:lnTo>
                    <a:pt x="36" y="6"/>
                  </a:lnTo>
                  <a:lnTo>
                    <a:pt x="20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6"/>
                  </a:lnTo>
                  <a:lnTo>
                    <a:pt x="4" y="8"/>
                  </a:lnTo>
                  <a:lnTo>
                    <a:pt x="4" y="8"/>
                  </a:lnTo>
                  <a:lnTo>
                    <a:pt x="4" y="8"/>
                  </a:lnTo>
                  <a:lnTo>
                    <a:pt x="18" y="10"/>
                  </a:lnTo>
                  <a:lnTo>
                    <a:pt x="32" y="14"/>
                  </a:lnTo>
                  <a:lnTo>
                    <a:pt x="44" y="20"/>
                  </a:lnTo>
                  <a:lnTo>
                    <a:pt x="54" y="30"/>
                  </a:lnTo>
                  <a:lnTo>
                    <a:pt x="64" y="40"/>
                  </a:lnTo>
                  <a:lnTo>
                    <a:pt x="70" y="52"/>
                  </a:lnTo>
                  <a:lnTo>
                    <a:pt x="74" y="66"/>
                  </a:lnTo>
                  <a:lnTo>
                    <a:pt x="76" y="8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63" name="Freeform 147"/>
            <p:cNvSpPr>
              <a:spLocks noEditPoints="1"/>
            </p:cNvSpPr>
            <p:nvPr/>
          </p:nvSpPr>
          <p:spPr bwMode="auto">
            <a:xfrm>
              <a:off x="5588000" y="1149350"/>
              <a:ext cx="406400" cy="406400"/>
            </a:xfrm>
            <a:custGeom>
              <a:avLst/>
              <a:gdLst/>
              <a:ahLst/>
              <a:cxnLst>
                <a:cxn ang="0">
                  <a:pos x="72" y="8"/>
                </a:cxn>
                <a:cxn ang="0">
                  <a:pos x="56" y="0"/>
                </a:cxn>
                <a:cxn ang="0">
                  <a:pos x="46" y="2"/>
                </a:cxn>
                <a:cxn ang="0">
                  <a:pos x="40" y="6"/>
                </a:cxn>
                <a:cxn ang="0">
                  <a:pos x="34" y="16"/>
                </a:cxn>
                <a:cxn ang="0">
                  <a:pos x="32" y="134"/>
                </a:cxn>
                <a:cxn ang="0">
                  <a:pos x="8" y="160"/>
                </a:cxn>
                <a:cxn ang="0">
                  <a:pos x="0" y="176"/>
                </a:cxn>
                <a:cxn ang="0">
                  <a:pos x="8" y="192"/>
                </a:cxn>
                <a:cxn ang="0">
                  <a:pos x="64" y="248"/>
                </a:cxn>
                <a:cxn ang="0">
                  <a:pos x="80" y="256"/>
                </a:cxn>
                <a:cxn ang="0">
                  <a:pos x="90" y="254"/>
                </a:cxn>
                <a:cxn ang="0">
                  <a:pos x="122" y="224"/>
                </a:cxn>
                <a:cxn ang="0">
                  <a:pos x="232" y="224"/>
                </a:cxn>
                <a:cxn ang="0">
                  <a:pos x="246" y="220"/>
                </a:cxn>
                <a:cxn ang="0">
                  <a:pos x="254" y="210"/>
                </a:cxn>
                <a:cxn ang="0">
                  <a:pos x="256" y="202"/>
                </a:cxn>
                <a:cxn ang="0">
                  <a:pos x="254" y="188"/>
                </a:cxn>
                <a:cxn ang="0">
                  <a:pos x="72" y="8"/>
                </a:cxn>
                <a:cxn ang="0">
                  <a:pos x="86" y="238"/>
                </a:cxn>
                <a:cxn ang="0">
                  <a:pos x="82" y="240"/>
                </a:cxn>
                <a:cxn ang="0">
                  <a:pos x="80" y="240"/>
                </a:cxn>
                <a:cxn ang="0">
                  <a:pos x="74" y="238"/>
                </a:cxn>
                <a:cxn ang="0">
                  <a:pos x="18" y="182"/>
                </a:cxn>
                <a:cxn ang="0">
                  <a:pos x="16" y="176"/>
                </a:cxn>
                <a:cxn ang="0">
                  <a:pos x="16" y="174"/>
                </a:cxn>
                <a:cxn ang="0">
                  <a:pos x="44" y="146"/>
                </a:cxn>
                <a:cxn ang="0">
                  <a:pos x="44" y="146"/>
                </a:cxn>
                <a:cxn ang="0">
                  <a:pos x="110" y="212"/>
                </a:cxn>
                <a:cxn ang="0">
                  <a:pos x="122" y="208"/>
                </a:cxn>
                <a:cxn ang="0">
                  <a:pos x="118" y="208"/>
                </a:cxn>
                <a:cxn ang="0">
                  <a:pos x="48" y="138"/>
                </a:cxn>
                <a:cxn ang="0">
                  <a:pos x="48" y="38"/>
                </a:cxn>
                <a:cxn ang="0">
                  <a:pos x="122" y="208"/>
                </a:cxn>
                <a:cxn ang="0">
                  <a:pos x="240" y="204"/>
                </a:cxn>
                <a:cxn ang="0">
                  <a:pos x="232" y="208"/>
                </a:cxn>
                <a:cxn ang="0">
                  <a:pos x="48" y="26"/>
                </a:cxn>
                <a:cxn ang="0">
                  <a:pos x="48" y="24"/>
                </a:cxn>
                <a:cxn ang="0">
                  <a:pos x="52" y="16"/>
                </a:cxn>
                <a:cxn ang="0">
                  <a:pos x="56" y="16"/>
                </a:cxn>
                <a:cxn ang="0">
                  <a:pos x="60" y="16"/>
                </a:cxn>
                <a:cxn ang="0">
                  <a:pos x="238" y="194"/>
                </a:cxn>
                <a:cxn ang="0">
                  <a:pos x="240" y="198"/>
                </a:cxn>
              </a:cxnLst>
              <a:rect l="0" t="0" r="r" b="b"/>
              <a:pathLst>
                <a:path w="256" h="256">
                  <a:moveTo>
                    <a:pt x="72" y="8"/>
                  </a:moveTo>
                  <a:lnTo>
                    <a:pt x="72" y="8"/>
                  </a:lnTo>
                  <a:lnTo>
                    <a:pt x="66" y="2"/>
                  </a:lnTo>
                  <a:lnTo>
                    <a:pt x="56" y="0"/>
                  </a:lnTo>
                  <a:lnTo>
                    <a:pt x="56" y="0"/>
                  </a:lnTo>
                  <a:lnTo>
                    <a:pt x="46" y="2"/>
                  </a:lnTo>
                  <a:lnTo>
                    <a:pt x="46" y="2"/>
                  </a:lnTo>
                  <a:lnTo>
                    <a:pt x="40" y="6"/>
                  </a:lnTo>
                  <a:lnTo>
                    <a:pt x="36" y="10"/>
                  </a:lnTo>
                  <a:lnTo>
                    <a:pt x="34" y="16"/>
                  </a:lnTo>
                  <a:lnTo>
                    <a:pt x="32" y="24"/>
                  </a:lnTo>
                  <a:lnTo>
                    <a:pt x="32" y="134"/>
                  </a:lnTo>
                  <a:lnTo>
                    <a:pt x="8" y="160"/>
                  </a:lnTo>
                  <a:lnTo>
                    <a:pt x="8" y="160"/>
                  </a:lnTo>
                  <a:lnTo>
                    <a:pt x="2" y="166"/>
                  </a:lnTo>
                  <a:lnTo>
                    <a:pt x="0" y="176"/>
                  </a:lnTo>
                  <a:lnTo>
                    <a:pt x="2" y="186"/>
                  </a:lnTo>
                  <a:lnTo>
                    <a:pt x="8" y="192"/>
                  </a:lnTo>
                  <a:lnTo>
                    <a:pt x="64" y="248"/>
                  </a:lnTo>
                  <a:lnTo>
                    <a:pt x="64" y="248"/>
                  </a:lnTo>
                  <a:lnTo>
                    <a:pt x="70" y="254"/>
                  </a:lnTo>
                  <a:lnTo>
                    <a:pt x="80" y="256"/>
                  </a:lnTo>
                  <a:lnTo>
                    <a:pt x="80" y="256"/>
                  </a:lnTo>
                  <a:lnTo>
                    <a:pt x="90" y="254"/>
                  </a:lnTo>
                  <a:lnTo>
                    <a:pt x="96" y="248"/>
                  </a:lnTo>
                  <a:lnTo>
                    <a:pt x="122" y="224"/>
                  </a:lnTo>
                  <a:lnTo>
                    <a:pt x="232" y="224"/>
                  </a:lnTo>
                  <a:lnTo>
                    <a:pt x="232" y="224"/>
                  </a:lnTo>
                  <a:lnTo>
                    <a:pt x="240" y="222"/>
                  </a:lnTo>
                  <a:lnTo>
                    <a:pt x="246" y="220"/>
                  </a:lnTo>
                  <a:lnTo>
                    <a:pt x="250" y="216"/>
                  </a:lnTo>
                  <a:lnTo>
                    <a:pt x="254" y="210"/>
                  </a:lnTo>
                  <a:lnTo>
                    <a:pt x="254" y="210"/>
                  </a:lnTo>
                  <a:lnTo>
                    <a:pt x="256" y="202"/>
                  </a:lnTo>
                  <a:lnTo>
                    <a:pt x="256" y="196"/>
                  </a:lnTo>
                  <a:lnTo>
                    <a:pt x="254" y="188"/>
                  </a:lnTo>
                  <a:lnTo>
                    <a:pt x="248" y="184"/>
                  </a:lnTo>
                  <a:lnTo>
                    <a:pt x="72" y="8"/>
                  </a:lnTo>
                  <a:close/>
                  <a:moveTo>
                    <a:pt x="110" y="212"/>
                  </a:moveTo>
                  <a:lnTo>
                    <a:pt x="86" y="238"/>
                  </a:lnTo>
                  <a:lnTo>
                    <a:pt x="86" y="238"/>
                  </a:lnTo>
                  <a:lnTo>
                    <a:pt x="82" y="240"/>
                  </a:lnTo>
                  <a:lnTo>
                    <a:pt x="80" y="240"/>
                  </a:lnTo>
                  <a:lnTo>
                    <a:pt x="80" y="240"/>
                  </a:lnTo>
                  <a:lnTo>
                    <a:pt x="78" y="240"/>
                  </a:lnTo>
                  <a:lnTo>
                    <a:pt x="74" y="238"/>
                  </a:lnTo>
                  <a:lnTo>
                    <a:pt x="18" y="182"/>
                  </a:lnTo>
                  <a:lnTo>
                    <a:pt x="18" y="182"/>
                  </a:lnTo>
                  <a:lnTo>
                    <a:pt x="16" y="178"/>
                  </a:lnTo>
                  <a:lnTo>
                    <a:pt x="16" y="176"/>
                  </a:lnTo>
                  <a:lnTo>
                    <a:pt x="16" y="176"/>
                  </a:lnTo>
                  <a:lnTo>
                    <a:pt x="16" y="174"/>
                  </a:lnTo>
                  <a:lnTo>
                    <a:pt x="18" y="170"/>
                  </a:lnTo>
                  <a:lnTo>
                    <a:pt x="44" y="146"/>
                  </a:lnTo>
                  <a:lnTo>
                    <a:pt x="44" y="146"/>
                  </a:lnTo>
                  <a:lnTo>
                    <a:pt x="44" y="146"/>
                  </a:lnTo>
                  <a:lnTo>
                    <a:pt x="110" y="212"/>
                  </a:lnTo>
                  <a:lnTo>
                    <a:pt x="110" y="212"/>
                  </a:lnTo>
                  <a:lnTo>
                    <a:pt x="110" y="212"/>
                  </a:lnTo>
                  <a:close/>
                  <a:moveTo>
                    <a:pt x="122" y="208"/>
                  </a:moveTo>
                  <a:lnTo>
                    <a:pt x="122" y="208"/>
                  </a:lnTo>
                  <a:lnTo>
                    <a:pt x="118" y="208"/>
                  </a:lnTo>
                  <a:lnTo>
                    <a:pt x="48" y="138"/>
                  </a:lnTo>
                  <a:lnTo>
                    <a:pt x="48" y="138"/>
                  </a:lnTo>
                  <a:lnTo>
                    <a:pt x="48" y="134"/>
                  </a:lnTo>
                  <a:lnTo>
                    <a:pt x="48" y="38"/>
                  </a:lnTo>
                  <a:lnTo>
                    <a:pt x="218" y="208"/>
                  </a:lnTo>
                  <a:lnTo>
                    <a:pt x="122" y="208"/>
                  </a:lnTo>
                  <a:close/>
                  <a:moveTo>
                    <a:pt x="240" y="204"/>
                  </a:moveTo>
                  <a:lnTo>
                    <a:pt x="240" y="204"/>
                  </a:lnTo>
                  <a:lnTo>
                    <a:pt x="236" y="206"/>
                  </a:lnTo>
                  <a:lnTo>
                    <a:pt x="232" y="208"/>
                  </a:lnTo>
                  <a:lnTo>
                    <a:pt x="230" y="208"/>
                  </a:lnTo>
                  <a:lnTo>
                    <a:pt x="48" y="26"/>
                  </a:lnTo>
                  <a:lnTo>
                    <a:pt x="48" y="24"/>
                  </a:lnTo>
                  <a:lnTo>
                    <a:pt x="48" y="24"/>
                  </a:lnTo>
                  <a:lnTo>
                    <a:pt x="50" y="20"/>
                  </a:lnTo>
                  <a:lnTo>
                    <a:pt x="52" y="16"/>
                  </a:lnTo>
                  <a:lnTo>
                    <a:pt x="52" y="16"/>
                  </a:lnTo>
                  <a:lnTo>
                    <a:pt x="56" y="16"/>
                  </a:lnTo>
                  <a:lnTo>
                    <a:pt x="56" y="16"/>
                  </a:lnTo>
                  <a:lnTo>
                    <a:pt x="60" y="16"/>
                  </a:lnTo>
                  <a:lnTo>
                    <a:pt x="62" y="18"/>
                  </a:lnTo>
                  <a:lnTo>
                    <a:pt x="238" y="194"/>
                  </a:lnTo>
                  <a:lnTo>
                    <a:pt x="238" y="194"/>
                  </a:lnTo>
                  <a:lnTo>
                    <a:pt x="240" y="198"/>
                  </a:lnTo>
                  <a:lnTo>
                    <a:pt x="240" y="20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64" name="Freeform 152"/>
            <p:cNvSpPr>
              <a:spLocks/>
            </p:cNvSpPr>
            <p:nvPr/>
          </p:nvSpPr>
          <p:spPr bwMode="auto">
            <a:xfrm>
              <a:off x="5803900" y="1149350"/>
              <a:ext cx="190500" cy="190500"/>
            </a:xfrm>
            <a:custGeom>
              <a:avLst/>
              <a:gdLst/>
              <a:ahLst/>
              <a:cxnLst>
                <a:cxn ang="0">
                  <a:pos x="8" y="16"/>
                </a:cxn>
                <a:cxn ang="0">
                  <a:pos x="8" y="16"/>
                </a:cxn>
                <a:cxn ang="0">
                  <a:pos x="8" y="16"/>
                </a:cxn>
                <a:cxn ang="0">
                  <a:pos x="28" y="18"/>
                </a:cxn>
                <a:cxn ang="0">
                  <a:pos x="46" y="24"/>
                </a:cxn>
                <a:cxn ang="0">
                  <a:pos x="62" y="32"/>
                </a:cxn>
                <a:cxn ang="0">
                  <a:pos x="76" y="44"/>
                </a:cxn>
                <a:cxn ang="0">
                  <a:pos x="88" y="58"/>
                </a:cxn>
                <a:cxn ang="0">
                  <a:pos x="96" y="74"/>
                </a:cxn>
                <a:cxn ang="0">
                  <a:pos x="102" y="92"/>
                </a:cxn>
                <a:cxn ang="0">
                  <a:pos x="104" y="112"/>
                </a:cxn>
                <a:cxn ang="0">
                  <a:pos x="104" y="112"/>
                </a:cxn>
                <a:cxn ang="0">
                  <a:pos x="104" y="112"/>
                </a:cxn>
                <a:cxn ang="0">
                  <a:pos x="104" y="116"/>
                </a:cxn>
                <a:cxn ang="0">
                  <a:pos x="106" y="118"/>
                </a:cxn>
                <a:cxn ang="0">
                  <a:pos x="108" y="120"/>
                </a:cxn>
                <a:cxn ang="0">
                  <a:pos x="112" y="120"/>
                </a:cxn>
                <a:cxn ang="0">
                  <a:pos x="112" y="120"/>
                </a:cxn>
                <a:cxn ang="0">
                  <a:pos x="116" y="120"/>
                </a:cxn>
                <a:cxn ang="0">
                  <a:pos x="118" y="118"/>
                </a:cxn>
                <a:cxn ang="0">
                  <a:pos x="120" y="116"/>
                </a:cxn>
                <a:cxn ang="0">
                  <a:pos x="120" y="112"/>
                </a:cxn>
                <a:cxn ang="0">
                  <a:pos x="120" y="112"/>
                </a:cxn>
                <a:cxn ang="0">
                  <a:pos x="120" y="112"/>
                </a:cxn>
                <a:cxn ang="0">
                  <a:pos x="120" y="112"/>
                </a:cxn>
                <a:cxn ang="0">
                  <a:pos x="118" y="90"/>
                </a:cxn>
                <a:cxn ang="0">
                  <a:pos x="112" y="68"/>
                </a:cxn>
                <a:cxn ang="0">
                  <a:pos x="100" y="50"/>
                </a:cxn>
                <a:cxn ang="0">
                  <a:pos x="88" y="32"/>
                </a:cxn>
                <a:cxn ang="0">
                  <a:pos x="70" y="20"/>
                </a:cxn>
                <a:cxn ang="0">
                  <a:pos x="52" y="8"/>
                </a:cxn>
                <a:cxn ang="0">
                  <a:pos x="30" y="2"/>
                </a:cxn>
                <a:cxn ang="0">
                  <a:pos x="8" y="0"/>
                </a:cxn>
                <a:cxn ang="0">
                  <a:pos x="8" y="0"/>
                </a:cxn>
                <a:cxn ang="0">
                  <a:pos x="8" y="0"/>
                </a:cxn>
                <a:cxn ang="0">
                  <a:pos x="8" y="0"/>
                </a:cxn>
                <a:cxn ang="0">
                  <a:pos x="4" y="0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8"/>
                </a:cxn>
                <a:cxn ang="0">
                  <a:pos x="0" y="8"/>
                </a:cxn>
                <a:cxn ang="0">
                  <a:pos x="0" y="12"/>
                </a:cxn>
                <a:cxn ang="0">
                  <a:pos x="2" y="14"/>
                </a:cxn>
                <a:cxn ang="0">
                  <a:pos x="4" y="16"/>
                </a:cxn>
                <a:cxn ang="0">
                  <a:pos x="8" y="16"/>
                </a:cxn>
              </a:cxnLst>
              <a:rect l="0" t="0" r="r" b="b"/>
              <a:pathLst>
                <a:path w="120" h="120">
                  <a:moveTo>
                    <a:pt x="8" y="16"/>
                  </a:moveTo>
                  <a:lnTo>
                    <a:pt x="8" y="16"/>
                  </a:lnTo>
                  <a:lnTo>
                    <a:pt x="8" y="16"/>
                  </a:lnTo>
                  <a:lnTo>
                    <a:pt x="28" y="18"/>
                  </a:lnTo>
                  <a:lnTo>
                    <a:pt x="46" y="24"/>
                  </a:lnTo>
                  <a:lnTo>
                    <a:pt x="62" y="32"/>
                  </a:lnTo>
                  <a:lnTo>
                    <a:pt x="76" y="44"/>
                  </a:lnTo>
                  <a:lnTo>
                    <a:pt x="88" y="58"/>
                  </a:lnTo>
                  <a:lnTo>
                    <a:pt x="96" y="74"/>
                  </a:lnTo>
                  <a:lnTo>
                    <a:pt x="102" y="92"/>
                  </a:lnTo>
                  <a:lnTo>
                    <a:pt x="104" y="112"/>
                  </a:lnTo>
                  <a:lnTo>
                    <a:pt x="104" y="112"/>
                  </a:lnTo>
                  <a:lnTo>
                    <a:pt x="104" y="112"/>
                  </a:lnTo>
                  <a:lnTo>
                    <a:pt x="104" y="116"/>
                  </a:lnTo>
                  <a:lnTo>
                    <a:pt x="106" y="118"/>
                  </a:lnTo>
                  <a:lnTo>
                    <a:pt x="108" y="120"/>
                  </a:lnTo>
                  <a:lnTo>
                    <a:pt x="112" y="120"/>
                  </a:lnTo>
                  <a:lnTo>
                    <a:pt x="112" y="120"/>
                  </a:lnTo>
                  <a:lnTo>
                    <a:pt x="116" y="120"/>
                  </a:lnTo>
                  <a:lnTo>
                    <a:pt x="118" y="118"/>
                  </a:lnTo>
                  <a:lnTo>
                    <a:pt x="120" y="116"/>
                  </a:lnTo>
                  <a:lnTo>
                    <a:pt x="120" y="112"/>
                  </a:lnTo>
                  <a:lnTo>
                    <a:pt x="120" y="112"/>
                  </a:lnTo>
                  <a:lnTo>
                    <a:pt x="120" y="112"/>
                  </a:lnTo>
                  <a:lnTo>
                    <a:pt x="120" y="112"/>
                  </a:lnTo>
                  <a:lnTo>
                    <a:pt x="118" y="90"/>
                  </a:lnTo>
                  <a:lnTo>
                    <a:pt x="112" y="68"/>
                  </a:lnTo>
                  <a:lnTo>
                    <a:pt x="100" y="50"/>
                  </a:lnTo>
                  <a:lnTo>
                    <a:pt x="88" y="32"/>
                  </a:lnTo>
                  <a:lnTo>
                    <a:pt x="70" y="20"/>
                  </a:lnTo>
                  <a:lnTo>
                    <a:pt x="52" y="8"/>
                  </a:lnTo>
                  <a:lnTo>
                    <a:pt x="30" y="2"/>
                  </a:lnTo>
                  <a:lnTo>
                    <a:pt x="8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12"/>
                  </a:lnTo>
                  <a:lnTo>
                    <a:pt x="2" y="14"/>
                  </a:lnTo>
                  <a:lnTo>
                    <a:pt x="4" y="16"/>
                  </a:lnTo>
                  <a:lnTo>
                    <a:pt x="8" y="1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</p:grpSp>
      <p:sp>
        <p:nvSpPr>
          <p:cNvPr id="43" name="Freeform 179"/>
          <p:cNvSpPr>
            <a:spLocks noEditPoints="1"/>
          </p:cNvSpPr>
          <p:nvPr/>
        </p:nvSpPr>
        <p:spPr bwMode="auto">
          <a:xfrm>
            <a:off x="791633" y="1718053"/>
            <a:ext cx="465099" cy="334289"/>
          </a:xfrm>
          <a:custGeom>
            <a:avLst/>
            <a:gdLst/>
            <a:ahLst/>
            <a:cxnLst>
              <a:cxn ang="0">
                <a:pos x="204" y="52"/>
              </a:cxn>
              <a:cxn ang="0">
                <a:pos x="184" y="18"/>
              </a:cxn>
              <a:cxn ang="0">
                <a:pos x="150" y="2"/>
              </a:cxn>
              <a:cxn ang="0">
                <a:pos x="126" y="0"/>
              </a:cxn>
              <a:cxn ang="0">
                <a:pos x="96" y="12"/>
              </a:cxn>
              <a:cxn ang="0">
                <a:pos x="76" y="32"/>
              </a:cxn>
              <a:cxn ang="0">
                <a:pos x="60" y="40"/>
              </a:cxn>
              <a:cxn ang="0">
                <a:pos x="46" y="42"/>
              </a:cxn>
              <a:cxn ang="0">
                <a:pos x="30" y="56"/>
              </a:cxn>
              <a:cxn ang="0">
                <a:pos x="24" y="76"/>
              </a:cxn>
              <a:cxn ang="0">
                <a:pos x="26" y="88"/>
              </a:cxn>
              <a:cxn ang="0">
                <a:pos x="2" y="118"/>
              </a:cxn>
              <a:cxn ang="0">
                <a:pos x="2" y="142"/>
              </a:cxn>
              <a:cxn ang="0">
                <a:pos x="16" y="168"/>
              </a:cxn>
              <a:cxn ang="0">
                <a:pos x="42" y="182"/>
              </a:cxn>
              <a:cxn ang="0">
                <a:pos x="196" y="184"/>
              </a:cxn>
              <a:cxn ang="0">
                <a:pos x="208" y="182"/>
              </a:cxn>
              <a:cxn ang="0">
                <a:pos x="238" y="166"/>
              </a:cxn>
              <a:cxn ang="0">
                <a:pos x="254" y="136"/>
              </a:cxn>
              <a:cxn ang="0">
                <a:pos x="256" y="114"/>
              </a:cxn>
              <a:cxn ang="0">
                <a:pos x="242" y="86"/>
              </a:cxn>
              <a:cxn ang="0">
                <a:pos x="218" y="68"/>
              </a:cxn>
              <a:cxn ang="0">
                <a:pos x="196" y="168"/>
              </a:cxn>
              <a:cxn ang="0">
                <a:pos x="44" y="168"/>
              </a:cxn>
              <a:cxn ang="0">
                <a:pos x="26" y="158"/>
              </a:cxn>
              <a:cxn ang="0">
                <a:pos x="16" y="140"/>
              </a:cxn>
              <a:cxn ang="0">
                <a:pos x="18" y="122"/>
              </a:cxn>
              <a:cxn ang="0">
                <a:pos x="34" y="102"/>
              </a:cxn>
              <a:cxn ang="0">
                <a:pos x="44" y="94"/>
              </a:cxn>
              <a:cxn ang="0">
                <a:pos x="42" y="82"/>
              </a:cxn>
              <a:cxn ang="0">
                <a:pos x="42" y="68"/>
              </a:cxn>
              <a:cxn ang="0">
                <a:pos x="60" y="56"/>
              </a:cxn>
              <a:cxn ang="0">
                <a:pos x="70" y="58"/>
              </a:cxn>
              <a:cxn ang="0">
                <a:pos x="80" y="58"/>
              </a:cxn>
              <a:cxn ang="0">
                <a:pos x="86" y="48"/>
              </a:cxn>
              <a:cxn ang="0">
                <a:pos x="120" y="18"/>
              </a:cxn>
              <a:cxn ang="0">
                <a:pos x="146" y="16"/>
              </a:cxn>
              <a:cxn ang="0">
                <a:pos x="174" y="30"/>
              </a:cxn>
              <a:cxn ang="0">
                <a:pos x="190" y="56"/>
              </a:cxn>
              <a:cxn ang="0">
                <a:pos x="192" y="74"/>
              </a:cxn>
              <a:cxn ang="0">
                <a:pos x="204" y="80"/>
              </a:cxn>
              <a:cxn ang="0">
                <a:pos x="218" y="86"/>
              </a:cxn>
              <a:cxn ang="0">
                <a:pos x="234" y="102"/>
              </a:cxn>
              <a:cxn ang="0">
                <a:pos x="240" y="124"/>
              </a:cxn>
              <a:cxn ang="0">
                <a:pos x="236" y="142"/>
              </a:cxn>
              <a:cxn ang="0">
                <a:pos x="220" y="160"/>
              </a:cxn>
              <a:cxn ang="0">
                <a:pos x="196" y="168"/>
              </a:cxn>
            </a:cxnLst>
            <a:rect l="0" t="0" r="r" b="b"/>
            <a:pathLst>
              <a:path w="256" h="184">
                <a:moveTo>
                  <a:pt x="208" y="66"/>
                </a:moveTo>
                <a:lnTo>
                  <a:pt x="208" y="66"/>
                </a:lnTo>
                <a:lnTo>
                  <a:pt x="204" y="52"/>
                </a:lnTo>
                <a:lnTo>
                  <a:pt x="200" y="40"/>
                </a:lnTo>
                <a:lnTo>
                  <a:pt x="194" y="28"/>
                </a:lnTo>
                <a:lnTo>
                  <a:pt x="184" y="18"/>
                </a:lnTo>
                <a:lnTo>
                  <a:pt x="174" y="10"/>
                </a:lnTo>
                <a:lnTo>
                  <a:pt x="162" y="6"/>
                </a:lnTo>
                <a:lnTo>
                  <a:pt x="150" y="2"/>
                </a:lnTo>
                <a:lnTo>
                  <a:pt x="136" y="0"/>
                </a:lnTo>
                <a:lnTo>
                  <a:pt x="136" y="0"/>
                </a:lnTo>
                <a:lnTo>
                  <a:pt x="126" y="0"/>
                </a:lnTo>
                <a:lnTo>
                  <a:pt x="116" y="4"/>
                </a:lnTo>
                <a:lnTo>
                  <a:pt x="106" y="6"/>
                </a:lnTo>
                <a:lnTo>
                  <a:pt x="96" y="12"/>
                </a:lnTo>
                <a:lnTo>
                  <a:pt x="88" y="18"/>
                </a:lnTo>
                <a:lnTo>
                  <a:pt x="82" y="24"/>
                </a:lnTo>
                <a:lnTo>
                  <a:pt x="76" y="32"/>
                </a:lnTo>
                <a:lnTo>
                  <a:pt x="70" y="42"/>
                </a:lnTo>
                <a:lnTo>
                  <a:pt x="70" y="42"/>
                </a:lnTo>
                <a:lnTo>
                  <a:pt x="60" y="40"/>
                </a:lnTo>
                <a:lnTo>
                  <a:pt x="60" y="40"/>
                </a:lnTo>
                <a:lnTo>
                  <a:pt x="52" y="40"/>
                </a:lnTo>
                <a:lnTo>
                  <a:pt x="46" y="42"/>
                </a:lnTo>
                <a:lnTo>
                  <a:pt x="40" y="46"/>
                </a:lnTo>
                <a:lnTo>
                  <a:pt x="34" y="50"/>
                </a:lnTo>
                <a:lnTo>
                  <a:pt x="30" y="56"/>
                </a:lnTo>
                <a:lnTo>
                  <a:pt x="26" y="62"/>
                </a:lnTo>
                <a:lnTo>
                  <a:pt x="24" y="68"/>
                </a:lnTo>
                <a:lnTo>
                  <a:pt x="24" y="76"/>
                </a:lnTo>
                <a:lnTo>
                  <a:pt x="24" y="76"/>
                </a:lnTo>
                <a:lnTo>
                  <a:pt x="26" y="88"/>
                </a:lnTo>
                <a:lnTo>
                  <a:pt x="26" y="88"/>
                </a:lnTo>
                <a:lnTo>
                  <a:pt x="16" y="96"/>
                </a:lnTo>
                <a:lnTo>
                  <a:pt x="8" y="106"/>
                </a:lnTo>
                <a:lnTo>
                  <a:pt x="2" y="118"/>
                </a:lnTo>
                <a:lnTo>
                  <a:pt x="0" y="132"/>
                </a:lnTo>
                <a:lnTo>
                  <a:pt x="0" y="132"/>
                </a:lnTo>
                <a:lnTo>
                  <a:pt x="2" y="142"/>
                </a:lnTo>
                <a:lnTo>
                  <a:pt x="4" y="152"/>
                </a:lnTo>
                <a:lnTo>
                  <a:pt x="8" y="162"/>
                </a:lnTo>
                <a:lnTo>
                  <a:pt x="16" y="168"/>
                </a:lnTo>
                <a:lnTo>
                  <a:pt x="22" y="176"/>
                </a:lnTo>
                <a:lnTo>
                  <a:pt x="32" y="180"/>
                </a:lnTo>
                <a:lnTo>
                  <a:pt x="42" y="182"/>
                </a:lnTo>
                <a:lnTo>
                  <a:pt x="52" y="184"/>
                </a:lnTo>
                <a:lnTo>
                  <a:pt x="52" y="184"/>
                </a:lnTo>
                <a:lnTo>
                  <a:pt x="196" y="184"/>
                </a:lnTo>
                <a:lnTo>
                  <a:pt x="196" y="184"/>
                </a:lnTo>
                <a:lnTo>
                  <a:pt x="196" y="184"/>
                </a:lnTo>
                <a:lnTo>
                  <a:pt x="208" y="182"/>
                </a:lnTo>
                <a:lnTo>
                  <a:pt x="220" y="180"/>
                </a:lnTo>
                <a:lnTo>
                  <a:pt x="230" y="174"/>
                </a:lnTo>
                <a:lnTo>
                  <a:pt x="238" y="166"/>
                </a:lnTo>
                <a:lnTo>
                  <a:pt x="246" y="158"/>
                </a:lnTo>
                <a:lnTo>
                  <a:pt x="252" y="148"/>
                </a:lnTo>
                <a:lnTo>
                  <a:pt x="254" y="136"/>
                </a:lnTo>
                <a:lnTo>
                  <a:pt x="256" y="124"/>
                </a:lnTo>
                <a:lnTo>
                  <a:pt x="256" y="124"/>
                </a:lnTo>
                <a:lnTo>
                  <a:pt x="256" y="114"/>
                </a:lnTo>
                <a:lnTo>
                  <a:pt x="252" y="104"/>
                </a:lnTo>
                <a:lnTo>
                  <a:pt x="248" y="94"/>
                </a:lnTo>
                <a:lnTo>
                  <a:pt x="242" y="86"/>
                </a:lnTo>
                <a:lnTo>
                  <a:pt x="234" y="78"/>
                </a:lnTo>
                <a:lnTo>
                  <a:pt x="226" y="72"/>
                </a:lnTo>
                <a:lnTo>
                  <a:pt x="218" y="68"/>
                </a:lnTo>
                <a:lnTo>
                  <a:pt x="208" y="66"/>
                </a:lnTo>
                <a:close/>
                <a:moveTo>
                  <a:pt x="196" y="168"/>
                </a:moveTo>
                <a:lnTo>
                  <a:pt x="196" y="168"/>
                </a:lnTo>
                <a:lnTo>
                  <a:pt x="52" y="168"/>
                </a:lnTo>
                <a:lnTo>
                  <a:pt x="52" y="168"/>
                </a:lnTo>
                <a:lnTo>
                  <a:pt x="44" y="168"/>
                </a:lnTo>
                <a:lnTo>
                  <a:pt x="38" y="166"/>
                </a:lnTo>
                <a:lnTo>
                  <a:pt x="32" y="162"/>
                </a:lnTo>
                <a:lnTo>
                  <a:pt x="26" y="158"/>
                </a:lnTo>
                <a:lnTo>
                  <a:pt x="22" y="152"/>
                </a:lnTo>
                <a:lnTo>
                  <a:pt x="18" y="146"/>
                </a:lnTo>
                <a:lnTo>
                  <a:pt x="16" y="140"/>
                </a:lnTo>
                <a:lnTo>
                  <a:pt x="16" y="132"/>
                </a:lnTo>
                <a:lnTo>
                  <a:pt x="16" y="132"/>
                </a:lnTo>
                <a:lnTo>
                  <a:pt x="18" y="122"/>
                </a:lnTo>
                <a:lnTo>
                  <a:pt x="20" y="114"/>
                </a:lnTo>
                <a:lnTo>
                  <a:pt x="26" y="106"/>
                </a:lnTo>
                <a:lnTo>
                  <a:pt x="34" y="102"/>
                </a:lnTo>
                <a:lnTo>
                  <a:pt x="34" y="102"/>
                </a:lnTo>
                <a:lnTo>
                  <a:pt x="40" y="98"/>
                </a:lnTo>
                <a:lnTo>
                  <a:pt x="44" y="94"/>
                </a:lnTo>
                <a:lnTo>
                  <a:pt x="44" y="90"/>
                </a:lnTo>
                <a:lnTo>
                  <a:pt x="42" y="82"/>
                </a:lnTo>
                <a:lnTo>
                  <a:pt x="42" y="82"/>
                </a:lnTo>
                <a:lnTo>
                  <a:pt x="40" y="76"/>
                </a:lnTo>
                <a:lnTo>
                  <a:pt x="40" y="76"/>
                </a:lnTo>
                <a:lnTo>
                  <a:pt x="42" y="68"/>
                </a:lnTo>
                <a:lnTo>
                  <a:pt x="46" y="62"/>
                </a:lnTo>
                <a:lnTo>
                  <a:pt x="52" y="58"/>
                </a:lnTo>
                <a:lnTo>
                  <a:pt x="60" y="56"/>
                </a:lnTo>
                <a:lnTo>
                  <a:pt x="60" y="56"/>
                </a:lnTo>
                <a:lnTo>
                  <a:pt x="64" y="56"/>
                </a:lnTo>
                <a:lnTo>
                  <a:pt x="70" y="58"/>
                </a:lnTo>
                <a:lnTo>
                  <a:pt x="70" y="58"/>
                </a:lnTo>
                <a:lnTo>
                  <a:pt x="76" y="60"/>
                </a:lnTo>
                <a:lnTo>
                  <a:pt x="80" y="58"/>
                </a:lnTo>
                <a:lnTo>
                  <a:pt x="82" y="54"/>
                </a:lnTo>
                <a:lnTo>
                  <a:pt x="86" y="48"/>
                </a:lnTo>
                <a:lnTo>
                  <a:pt x="86" y="48"/>
                </a:lnTo>
                <a:lnTo>
                  <a:pt x="94" y="36"/>
                </a:lnTo>
                <a:lnTo>
                  <a:pt x="106" y="24"/>
                </a:lnTo>
                <a:lnTo>
                  <a:pt x="120" y="18"/>
                </a:lnTo>
                <a:lnTo>
                  <a:pt x="136" y="16"/>
                </a:lnTo>
                <a:lnTo>
                  <a:pt x="136" y="16"/>
                </a:lnTo>
                <a:lnTo>
                  <a:pt x="146" y="16"/>
                </a:lnTo>
                <a:lnTo>
                  <a:pt x="156" y="20"/>
                </a:lnTo>
                <a:lnTo>
                  <a:pt x="166" y="24"/>
                </a:lnTo>
                <a:lnTo>
                  <a:pt x="174" y="30"/>
                </a:lnTo>
                <a:lnTo>
                  <a:pt x="180" y="38"/>
                </a:lnTo>
                <a:lnTo>
                  <a:pt x="186" y="46"/>
                </a:lnTo>
                <a:lnTo>
                  <a:pt x="190" y="56"/>
                </a:lnTo>
                <a:lnTo>
                  <a:pt x="192" y="66"/>
                </a:lnTo>
                <a:lnTo>
                  <a:pt x="192" y="66"/>
                </a:lnTo>
                <a:lnTo>
                  <a:pt x="192" y="74"/>
                </a:lnTo>
                <a:lnTo>
                  <a:pt x="194" y="78"/>
                </a:lnTo>
                <a:lnTo>
                  <a:pt x="198" y="80"/>
                </a:lnTo>
                <a:lnTo>
                  <a:pt x="204" y="80"/>
                </a:lnTo>
                <a:lnTo>
                  <a:pt x="204" y="80"/>
                </a:lnTo>
                <a:lnTo>
                  <a:pt x="212" y="82"/>
                </a:lnTo>
                <a:lnTo>
                  <a:pt x="218" y="86"/>
                </a:lnTo>
                <a:lnTo>
                  <a:pt x="224" y="90"/>
                </a:lnTo>
                <a:lnTo>
                  <a:pt x="230" y="96"/>
                </a:lnTo>
                <a:lnTo>
                  <a:pt x="234" y="102"/>
                </a:lnTo>
                <a:lnTo>
                  <a:pt x="238" y="108"/>
                </a:lnTo>
                <a:lnTo>
                  <a:pt x="240" y="116"/>
                </a:lnTo>
                <a:lnTo>
                  <a:pt x="240" y="124"/>
                </a:lnTo>
                <a:lnTo>
                  <a:pt x="240" y="124"/>
                </a:lnTo>
                <a:lnTo>
                  <a:pt x="240" y="132"/>
                </a:lnTo>
                <a:lnTo>
                  <a:pt x="236" y="142"/>
                </a:lnTo>
                <a:lnTo>
                  <a:pt x="232" y="148"/>
                </a:lnTo>
                <a:lnTo>
                  <a:pt x="228" y="156"/>
                </a:lnTo>
                <a:lnTo>
                  <a:pt x="220" y="160"/>
                </a:lnTo>
                <a:lnTo>
                  <a:pt x="214" y="164"/>
                </a:lnTo>
                <a:lnTo>
                  <a:pt x="204" y="168"/>
                </a:lnTo>
                <a:lnTo>
                  <a:pt x="196" y="168"/>
                </a:lnTo>
                <a:close/>
              </a:path>
            </a:pathLst>
          </a:custGeom>
          <a:solidFill>
            <a:schemeClr val="accent1"/>
          </a:solidFill>
          <a:ln w="9525">
            <a:noFill/>
            <a:round/>
            <a:headEnd/>
            <a:tailEnd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ar-SA" sz="2288"/>
          </a:p>
        </p:txBody>
      </p:sp>
      <p:grpSp>
        <p:nvGrpSpPr>
          <p:cNvPr id="44" name="Group 43"/>
          <p:cNvGrpSpPr/>
          <p:nvPr/>
        </p:nvGrpSpPr>
        <p:grpSpPr>
          <a:xfrm>
            <a:off x="2652029" y="2590112"/>
            <a:ext cx="465099" cy="465099"/>
            <a:chOff x="3962400" y="1962150"/>
            <a:chExt cx="406400" cy="406400"/>
          </a:xfrm>
          <a:solidFill>
            <a:schemeClr val="accent1"/>
          </a:solidFill>
        </p:grpSpPr>
        <p:sp>
          <p:nvSpPr>
            <p:cNvPr id="60" name="Freeform 121"/>
            <p:cNvSpPr>
              <a:spLocks noEditPoints="1"/>
            </p:cNvSpPr>
            <p:nvPr/>
          </p:nvSpPr>
          <p:spPr bwMode="auto">
            <a:xfrm>
              <a:off x="3962400" y="1962150"/>
              <a:ext cx="406400" cy="406400"/>
            </a:xfrm>
            <a:custGeom>
              <a:avLst/>
              <a:gdLst/>
              <a:ahLst/>
              <a:cxnLst>
                <a:cxn ang="0">
                  <a:pos x="176" y="0"/>
                </a:cxn>
                <a:cxn ang="0">
                  <a:pos x="144" y="6"/>
                </a:cxn>
                <a:cxn ang="0">
                  <a:pos x="120" y="24"/>
                </a:cxn>
                <a:cxn ang="0">
                  <a:pos x="102" y="48"/>
                </a:cxn>
                <a:cxn ang="0">
                  <a:pos x="96" y="80"/>
                </a:cxn>
                <a:cxn ang="0">
                  <a:pos x="98" y="94"/>
                </a:cxn>
                <a:cxn ang="0">
                  <a:pos x="4" y="206"/>
                </a:cxn>
                <a:cxn ang="0">
                  <a:pos x="2" y="210"/>
                </a:cxn>
                <a:cxn ang="0">
                  <a:pos x="0" y="240"/>
                </a:cxn>
                <a:cxn ang="0">
                  <a:pos x="2" y="246"/>
                </a:cxn>
                <a:cxn ang="0">
                  <a:pos x="10" y="254"/>
                </a:cxn>
                <a:cxn ang="0">
                  <a:pos x="40" y="256"/>
                </a:cxn>
                <a:cxn ang="0">
                  <a:pos x="46" y="254"/>
                </a:cxn>
                <a:cxn ang="0">
                  <a:pos x="62" y="240"/>
                </a:cxn>
                <a:cxn ang="0">
                  <a:pos x="80" y="240"/>
                </a:cxn>
                <a:cxn ang="0">
                  <a:pos x="92" y="236"/>
                </a:cxn>
                <a:cxn ang="0">
                  <a:pos x="96" y="224"/>
                </a:cxn>
                <a:cxn ang="0">
                  <a:pos x="112" y="208"/>
                </a:cxn>
                <a:cxn ang="0">
                  <a:pos x="118" y="206"/>
                </a:cxn>
                <a:cxn ang="0">
                  <a:pos x="126" y="198"/>
                </a:cxn>
                <a:cxn ang="0">
                  <a:pos x="128" y="174"/>
                </a:cxn>
                <a:cxn ang="0">
                  <a:pos x="146" y="154"/>
                </a:cxn>
                <a:cxn ang="0">
                  <a:pos x="176" y="160"/>
                </a:cxn>
                <a:cxn ang="0">
                  <a:pos x="192" y="158"/>
                </a:cxn>
                <a:cxn ang="0">
                  <a:pos x="220" y="146"/>
                </a:cxn>
                <a:cxn ang="0">
                  <a:pos x="242" y="124"/>
                </a:cxn>
                <a:cxn ang="0">
                  <a:pos x="254" y="96"/>
                </a:cxn>
                <a:cxn ang="0">
                  <a:pos x="256" y="80"/>
                </a:cxn>
                <a:cxn ang="0">
                  <a:pos x="250" y="48"/>
                </a:cxn>
                <a:cxn ang="0">
                  <a:pos x="232" y="24"/>
                </a:cxn>
                <a:cxn ang="0">
                  <a:pos x="208" y="6"/>
                </a:cxn>
                <a:cxn ang="0">
                  <a:pos x="176" y="0"/>
                </a:cxn>
                <a:cxn ang="0">
                  <a:pos x="176" y="144"/>
                </a:cxn>
                <a:cxn ang="0">
                  <a:pos x="158" y="142"/>
                </a:cxn>
                <a:cxn ang="0">
                  <a:pos x="140" y="138"/>
                </a:cxn>
                <a:cxn ang="0">
                  <a:pos x="116" y="162"/>
                </a:cxn>
                <a:cxn ang="0">
                  <a:pos x="114" y="168"/>
                </a:cxn>
                <a:cxn ang="0">
                  <a:pos x="112" y="192"/>
                </a:cxn>
                <a:cxn ang="0">
                  <a:pos x="96" y="192"/>
                </a:cxn>
                <a:cxn ang="0">
                  <a:pos x="84" y="196"/>
                </a:cxn>
                <a:cxn ang="0">
                  <a:pos x="80" y="208"/>
                </a:cxn>
                <a:cxn ang="0">
                  <a:pos x="62" y="224"/>
                </a:cxn>
                <a:cxn ang="0">
                  <a:pos x="56" y="226"/>
                </a:cxn>
                <a:cxn ang="0">
                  <a:pos x="38" y="240"/>
                </a:cxn>
                <a:cxn ang="0">
                  <a:pos x="16" y="218"/>
                </a:cxn>
                <a:cxn ang="0">
                  <a:pos x="110" y="124"/>
                </a:cxn>
                <a:cxn ang="0">
                  <a:pos x="122" y="112"/>
                </a:cxn>
                <a:cxn ang="0">
                  <a:pos x="114" y="98"/>
                </a:cxn>
                <a:cxn ang="0">
                  <a:pos x="112" y="80"/>
                </a:cxn>
                <a:cxn ang="0">
                  <a:pos x="114" y="68"/>
                </a:cxn>
                <a:cxn ang="0">
                  <a:pos x="122" y="44"/>
                </a:cxn>
                <a:cxn ang="0">
                  <a:pos x="140" y="26"/>
                </a:cxn>
                <a:cxn ang="0">
                  <a:pos x="164" y="18"/>
                </a:cxn>
                <a:cxn ang="0">
                  <a:pos x="176" y="16"/>
                </a:cxn>
                <a:cxn ang="0">
                  <a:pos x="200" y="22"/>
                </a:cxn>
                <a:cxn ang="0">
                  <a:pos x="222" y="34"/>
                </a:cxn>
                <a:cxn ang="0">
                  <a:pos x="234" y="56"/>
                </a:cxn>
                <a:cxn ang="0">
                  <a:pos x="240" y="80"/>
                </a:cxn>
                <a:cxn ang="0">
                  <a:pos x="238" y="92"/>
                </a:cxn>
                <a:cxn ang="0">
                  <a:pos x="230" y="116"/>
                </a:cxn>
                <a:cxn ang="0">
                  <a:pos x="212" y="134"/>
                </a:cxn>
                <a:cxn ang="0">
                  <a:pos x="188" y="142"/>
                </a:cxn>
              </a:cxnLst>
              <a:rect l="0" t="0" r="r" b="b"/>
              <a:pathLst>
                <a:path w="256" h="256">
                  <a:moveTo>
                    <a:pt x="176" y="0"/>
                  </a:moveTo>
                  <a:lnTo>
                    <a:pt x="176" y="0"/>
                  </a:lnTo>
                  <a:lnTo>
                    <a:pt x="160" y="2"/>
                  </a:lnTo>
                  <a:lnTo>
                    <a:pt x="144" y="6"/>
                  </a:lnTo>
                  <a:lnTo>
                    <a:pt x="132" y="14"/>
                  </a:lnTo>
                  <a:lnTo>
                    <a:pt x="120" y="24"/>
                  </a:lnTo>
                  <a:lnTo>
                    <a:pt x="110" y="36"/>
                  </a:lnTo>
                  <a:lnTo>
                    <a:pt x="102" y="48"/>
                  </a:lnTo>
                  <a:lnTo>
                    <a:pt x="98" y="64"/>
                  </a:lnTo>
                  <a:lnTo>
                    <a:pt x="96" y="80"/>
                  </a:lnTo>
                  <a:lnTo>
                    <a:pt x="96" y="80"/>
                  </a:lnTo>
                  <a:lnTo>
                    <a:pt x="98" y="94"/>
                  </a:lnTo>
                  <a:lnTo>
                    <a:pt x="102" y="110"/>
                  </a:lnTo>
                  <a:lnTo>
                    <a:pt x="4" y="206"/>
                  </a:lnTo>
                  <a:lnTo>
                    <a:pt x="4" y="206"/>
                  </a:lnTo>
                  <a:lnTo>
                    <a:pt x="2" y="210"/>
                  </a:lnTo>
                  <a:lnTo>
                    <a:pt x="0" y="216"/>
                  </a:lnTo>
                  <a:lnTo>
                    <a:pt x="0" y="240"/>
                  </a:lnTo>
                  <a:lnTo>
                    <a:pt x="0" y="240"/>
                  </a:lnTo>
                  <a:lnTo>
                    <a:pt x="2" y="246"/>
                  </a:lnTo>
                  <a:lnTo>
                    <a:pt x="4" y="252"/>
                  </a:lnTo>
                  <a:lnTo>
                    <a:pt x="10" y="254"/>
                  </a:lnTo>
                  <a:lnTo>
                    <a:pt x="16" y="256"/>
                  </a:lnTo>
                  <a:lnTo>
                    <a:pt x="40" y="256"/>
                  </a:lnTo>
                  <a:lnTo>
                    <a:pt x="40" y="256"/>
                  </a:lnTo>
                  <a:lnTo>
                    <a:pt x="46" y="254"/>
                  </a:lnTo>
                  <a:lnTo>
                    <a:pt x="50" y="252"/>
                  </a:lnTo>
                  <a:lnTo>
                    <a:pt x="62" y="240"/>
                  </a:lnTo>
                  <a:lnTo>
                    <a:pt x="80" y="240"/>
                  </a:lnTo>
                  <a:lnTo>
                    <a:pt x="80" y="240"/>
                  </a:lnTo>
                  <a:lnTo>
                    <a:pt x="86" y="238"/>
                  </a:lnTo>
                  <a:lnTo>
                    <a:pt x="92" y="236"/>
                  </a:lnTo>
                  <a:lnTo>
                    <a:pt x="94" y="230"/>
                  </a:lnTo>
                  <a:lnTo>
                    <a:pt x="96" y="224"/>
                  </a:lnTo>
                  <a:lnTo>
                    <a:pt x="96" y="208"/>
                  </a:lnTo>
                  <a:lnTo>
                    <a:pt x="112" y="208"/>
                  </a:lnTo>
                  <a:lnTo>
                    <a:pt x="112" y="208"/>
                  </a:lnTo>
                  <a:lnTo>
                    <a:pt x="118" y="206"/>
                  </a:lnTo>
                  <a:lnTo>
                    <a:pt x="124" y="204"/>
                  </a:lnTo>
                  <a:lnTo>
                    <a:pt x="126" y="198"/>
                  </a:lnTo>
                  <a:lnTo>
                    <a:pt x="128" y="192"/>
                  </a:lnTo>
                  <a:lnTo>
                    <a:pt x="128" y="174"/>
                  </a:lnTo>
                  <a:lnTo>
                    <a:pt x="146" y="154"/>
                  </a:lnTo>
                  <a:lnTo>
                    <a:pt x="146" y="154"/>
                  </a:lnTo>
                  <a:lnTo>
                    <a:pt x="162" y="158"/>
                  </a:lnTo>
                  <a:lnTo>
                    <a:pt x="176" y="160"/>
                  </a:lnTo>
                  <a:lnTo>
                    <a:pt x="176" y="160"/>
                  </a:lnTo>
                  <a:lnTo>
                    <a:pt x="192" y="158"/>
                  </a:lnTo>
                  <a:lnTo>
                    <a:pt x="208" y="154"/>
                  </a:lnTo>
                  <a:lnTo>
                    <a:pt x="220" y="146"/>
                  </a:lnTo>
                  <a:lnTo>
                    <a:pt x="232" y="136"/>
                  </a:lnTo>
                  <a:lnTo>
                    <a:pt x="242" y="124"/>
                  </a:lnTo>
                  <a:lnTo>
                    <a:pt x="250" y="112"/>
                  </a:lnTo>
                  <a:lnTo>
                    <a:pt x="254" y="96"/>
                  </a:lnTo>
                  <a:lnTo>
                    <a:pt x="256" y="80"/>
                  </a:lnTo>
                  <a:lnTo>
                    <a:pt x="256" y="80"/>
                  </a:lnTo>
                  <a:lnTo>
                    <a:pt x="254" y="64"/>
                  </a:lnTo>
                  <a:lnTo>
                    <a:pt x="250" y="48"/>
                  </a:lnTo>
                  <a:lnTo>
                    <a:pt x="242" y="36"/>
                  </a:lnTo>
                  <a:lnTo>
                    <a:pt x="232" y="24"/>
                  </a:lnTo>
                  <a:lnTo>
                    <a:pt x="220" y="14"/>
                  </a:lnTo>
                  <a:lnTo>
                    <a:pt x="208" y="6"/>
                  </a:lnTo>
                  <a:lnTo>
                    <a:pt x="192" y="2"/>
                  </a:lnTo>
                  <a:lnTo>
                    <a:pt x="176" y="0"/>
                  </a:lnTo>
                  <a:close/>
                  <a:moveTo>
                    <a:pt x="176" y="144"/>
                  </a:moveTo>
                  <a:lnTo>
                    <a:pt x="176" y="144"/>
                  </a:lnTo>
                  <a:lnTo>
                    <a:pt x="168" y="144"/>
                  </a:lnTo>
                  <a:lnTo>
                    <a:pt x="158" y="142"/>
                  </a:lnTo>
                  <a:lnTo>
                    <a:pt x="144" y="134"/>
                  </a:lnTo>
                  <a:lnTo>
                    <a:pt x="140" y="138"/>
                  </a:lnTo>
                  <a:lnTo>
                    <a:pt x="132" y="146"/>
                  </a:lnTo>
                  <a:lnTo>
                    <a:pt x="116" y="162"/>
                  </a:lnTo>
                  <a:lnTo>
                    <a:pt x="116" y="162"/>
                  </a:lnTo>
                  <a:lnTo>
                    <a:pt x="114" y="168"/>
                  </a:lnTo>
                  <a:lnTo>
                    <a:pt x="112" y="174"/>
                  </a:lnTo>
                  <a:lnTo>
                    <a:pt x="112" y="192"/>
                  </a:lnTo>
                  <a:lnTo>
                    <a:pt x="96" y="192"/>
                  </a:lnTo>
                  <a:lnTo>
                    <a:pt x="96" y="192"/>
                  </a:lnTo>
                  <a:lnTo>
                    <a:pt x="90" y="194"/>
                  </a:lnTo>
                  <a:lnTo>
                    <a:pt x="84" y="196"/>
                  </a:lnTo>
                  <a:lnTo>
                    <a:pt x="82" y="202"/>
                  </a:lnTo>
                  <a:lnTo>
                    <a:pt x="80" y="208"/>
                  </a:lnTo>
                  <a:lnTo>
                    <a:pt x="80" y="224"/>
                  </a:lnTo>
                  <a:lnTo>
                    <a:pt x="62" y="224"/>
                  </a:lnTo>
                  <a:lnTo>
                    <a:pt x="62" y="224"/>
                  </a:lnTo>
                  <a:lnTo>
                    <a:pt x="56" y="226"/>
                  </a:lnTo>
                  <a:lnTo>
                    <a:pt x="50" y="228"/>
                  </a:lnTo>
                  <a:lnTo>
                    <a:pt x="38" y="240"/>
                  </a:lnTo>
                  <a:lnTo>
                    <a:pt x="16" y="240"/>
                  </a:lnTo>
                  <a:lnTo>
                    <a:pt x="16" y="218"/>
                  </a:lnTo>
                  <a:lnTo>
                    <a:pt x="110" y="124"/>
                  </a:lnTo>
                  <a:lnTo>
                    <a:pt x="110" y="124"/>
                  </a:lnTo>
                  <a:lnTo>
                    <a:pt x="110" y="124"/>
                  </a:lnTo>
                  <a:lnTo>
                    <a:pt x="122" y="112"/>
                  </a:lnTo>
                  <a:lnTo>
                    <a:pt x="122" y="112"/>
                  </a:lnTo>
                  <a:lnTo>
                    <a:pt x="114" y="98"/>
                  </a:lnTo>
                  <a:lnTo>
                    <a:pt x="112" y="88"/>
                  </a:lnTo>
                  <a:lnTo>
                    <a:pt x="112" y="80"/>
                  </a:lnTo>
                  <a:lnTo>
                    <a:pt x="112" y="80"/>
                  </a:lnTo>
                  <a:lnTo>
                    <a:pt x="114" y="68"/>
                  </a:lnTo>
                  <a:lnTo>
                    <a:pt x="118" y="56"/>
                  </a:lnTo>
                  <a:lnTo>
                    <a:pt x="122" y="44"/>
                  </a:lnTo>
                  <a:lnTo>
                    <a:pt x="130" y="34"/>
                  </a:lnTo>
                  <a:lnTo>
                    <a:pt x="140" y="26"/>
                  </a:lnTo>
                  <a:lnTo>
                    <a:pt x="152" y="22"/>
                  </a:lnTo>
                  <a:lnTo>
                    <a:pt x="164" y="18"/>
                  </a:lnTo>
                  <a:lnTo>
                    <a:pt x="176" y="16"/>
                  </a:lnTo>
                  <a:lnTo>
                    <a:pt x="176" y="16"/>
                  </a:lnTo>
                  <a:lnTo>
                    <a:pt x="188" y="18"/>
                  </a:lnTo>
                  <a:lnTo>
                    <a:pt x="200" y="22"/>
                  </a:lnTo>
                  <a:lnTo>
                    <a:pt x="212" y="26"/>
                  </a:lnTo>
                  <a:lnTo>
                    <a:pt x="222" y="34"/>
                  </a:lnTo>
                  <a:lnTo>
                    <a:pt x="230" y="44"/>
                  </a:lnTo>
                  <a:lnTo>
                    <a:pt x="234" y="56"/>
                  </a:lnTo>
                  <a:lnTo>
                    <a:pt x="238" y="68"/>
                  </a:lnTo>
                  <a:lnTo>
                    <a:pt x="240" y="80"/>
                  </a:lnTo>
                  <a:lnTo>
                    <a:pt x="240" y="80"/>
                  </a:lnTo>
                  <a:lnTo>
                    <a:pt x="238" y="92"/>
                  </a:lnTo>
                  <a:lnTo>
                    <a:pt x="234" y="104"/>
                  </a:lnTo>
                  <a:lnTo>
                    <a:pt x="230" y="116"/>
                  </a:lnTo>
                  <a:lnTo>
                    <a:pt x="222" y="126"/>
                  </a:lnTo>
                  <a:lnTo>
                    <a:pt x="212" y="134"/>
                  </a:lnTo>
                  <a:lnTo>
                    <a:pt x="200" y="138"/>
                  </a:lnTo>
                  <a:lnTo>
                    <a:pt x="188" y="142"/>
                  </a:lnTo>
                  <a:lnTo>
                    <a:pt x="176" y="14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61" name="Freeform 124"/>
            <p:cNvSpPr>
              <a:spLocks noEditPoints="1"/>
            </p:cNvSpPr>
            <p:nvPr/>
          </p:nvSpPr>
          <p:spPr bwMode="auto">
            <a:xfrm>
              <a:off x="4216400" y="2012950"/>
              <a:ext cx="101600" cy="101600"/>
            </a:xfrm>
            <a:custGeom>
              <a:avLst/>
              <a:gdLst/>
              <a:ahLst/>
              <a:cxnLst>
                <a:cxn ang="0">
                  <a:pos x="62" y="34"/>
                </a:cxn>
                <a:cxn ang="0">
                  <a:pos x="62" y="34"/>
                </a:cxn>
                <a:cxn ang="0">
                  <a:pos x="48" y="16"/>
                </a:cxn>
                <a:cxn ang="0">
                  <a:pos x="30" y="2"/>
                </a:cxn>
                <a:cxn ang="0">
                  <a:pos x="30" y="2"/>
                </a:cxn>
                <a:cxn ang="0">
                  <a:pos x="26" y="0"/>
                </a:cxn>
                <a:cxn ang="0">
                  <a:pos x="24" y="0"/>
                </a:cxn>
                <a:cxn ang="0">
                  <a:pos x="24" y="0"/>
                </a:cxn>
                <a:cxn ang="0">
                  <a:pos x="16" y="4"/>
                </a:cxn>
                <a:cxn ang="0">
                  <a:pos x="10" y="10"/>
                </a:cxn>
                <a:cxn ang="0">
                  <a:pos x="4" y="16"/>
                </a:cxn>
                <a:cxn ang="0">
                  <a:pos x="0" y="24"/>
                </a:cxn>
                <a:cxn ang="0">
                  <a:pos x="0" y="24"/>
                </a:cxn>
                <a:cxn ang="0">
                  <a:pos x="0" y="26"/>
                </a:cxn>
                <a:cxn ang="0">
                  <a:pos x="0" y="26"/>
                </a:cxn>
                <a:cxn ang="0">
                  <a:pos x="2" y="30"/>
                </a:cxn>
                <a:cxn ang="0">
                  <a:pos x="2" y="30"/>
                </a:cxn>
                <a:cxn ang="0">
                  <a:pos x="16" y="48"/>
                </a:cxn>
                <a:cxn ang="0">
                  <a:pos x="34" y="62"/>
                </a:cxn>
                <a:cxn ang="0">
                  <a:pos x="34" y="62"/>
                </a:cxn>
                <a:cxn ang="0">
                  <a:pos x="38" y="64"/>
                </a:cxn>
                <a:cxn ang="0">
                  <a:pos x="40" y="64"/>
                </a:cxn>
                <a:cxn ang="0">
                  <a:pos x="40" y="64"/>
                </a:cxn>
                <a:cxn ang="0">
                  <a:pos x="48" y="60"/>
                </a:cxn>
                <a:cxn ang="0">
                  <a:pos x="54" y="56"/>
                </a:cxn>
                <a:cxn ang="0">
                  <a:pos x="60" y="48"/>
                </a:cxn>
                <a:cxn ang="0">
                  <a:pos x="64" y="40"/>
                </a:cxn>
                <a:cxn ang="0">
                  <a:pos x="64" y="40"/>
                </a:cxn>
                <a:cxn ang="0">
                  <a:pos x="64" y="38"/>
                </a:cxn>
                <a:cxn ang="0">
                  <a:pos x="64" y="38"/>
                </a:cxn>
                <a:cxn ang="0">
                  <a:pos x="62" y="34"/>
                </a:cxn>
                <a:cxn ang="0">
                  <a:pos x="38" y="56"/>
                </a:cxn>
                <a:cxn ang="0">
                  <a:pos x="38" y="56"/>
                </a:cxn>
                <a:cxn ang="0">
                  <a:pos x="22" y="42"/>
                </a:cxn>
                <a:cxn ang="0">
                  <a:pos x="8" y="26"/>
                </a:cxn>
                <a:cxn ang="0">
                  <a:pos x="8" y="26"/>
                </a:cxn>
                <a:cxn ang="0">
                  <a:pos x="10" y="20"/>
                </a:cxn>
                <a:cxn ang="0">
                  <a:pos x="14" y="14"/>
                </a:cxn>
                <a:cxn ang="0">
                  <a:pos x="20" y="10"/>
                </a:cxn>
                <a:cxn ang="0">
                  <a:pos x="26" y="8"/>
                </a:cxn>
                <a:cxn ang="0">
                  <a:pos x="26" y="8"/>
                </a:cxn>
                <a:cxn ang="0">
                  <a:pos x="42" y="22"/>
                </a:cxn>
                <a:cxn ang="0">
                  <a:pos x="56" y="38"/>
                </a:cxn>
                <a:cxn ang="0">
                  <a:pos x="56" y="38"/>
                </a:cxn>
                <a:cxn ang="0">
                  <a:pos x="54" y="44"/>
                </a:cxn>
                <a:cxn ang="0">
                  <a:pos x="50" y="50"/>
                </a:cxn>
                <a:cxn ang="0">
                  <a:pos x="44" y="54"/>
                </a:cxn>
                <a:cxn ang="0">
                  <a:pos x="38" y="56"/>
                </a:cxn>
              </a:cxnLst>
              <a:rect l="0" t="0" r="r" b="b"/>
              <a:pathLst>
                <a:path w="64" h="64">
                  <a:moveTo>
                    <a:pt x="62" y="34"/>
                  </a:moveTo>
                  <a:lnTo>
                    <a:pt x="62" y="34"/>
                  </a:lnTo>
                  <a:lnTo>
                    <a:pt x="48" y="16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26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16" y="4"/>
                  </a:lnTo>
                  <a:lnTo>
                    <a:pt x="10" y="10"/>
                  </a:lnTo>
                  <a:lnTo>
                    <a:pt x="4" y="16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16" y="48"/>
                  </a:lnTo>
                  <a:lnTo>
                    <a:pt x="34" y="62"/>
                  </a:lnTo>
                  <a:lnTo>
                    <a:pt x="34" y="62"/>
                  </a:lnTo>
                  <a:lnTo>
                    <a:pt x="38" y="64"/>
                  </a:lnTo>
                  <a:lnTo>
                    <a:pt x="40" y="64"/>
                  </a:lnTo>
                  <a:lnTo>
                    <a:pt x="40" y="64"/>
                  </a:lnTo>
                  <a:lnTo>
                    <a:pt x="48" y="60"/>
                  </a:lnTo>
                  <a:lnTo>
                    <a:pt x="54" y="56"/>
                  </a:lnTo>
                  <a:lnTo>
                    <a:pt x="60" y="48"/>
                  </a:lnTo>
                  <a:lnTo>
                    <a:pt x="64" y="40"/>
                  </a:lnTo>
                  <a:lnTo>
                    <a:pt x="64" y="40"/>
                  </a:lnTo>
                  <a:lnTo>
                    <a:pt x="64" y="38"/>
                  </a:lnTo>
                  <a:lnTo>
                    <a:pt x="64" y="38"/>
                  </a:lnTo>
                  <a:lnTo>
                    <a:pt x="62" y="34"/>
                  </a:lnTo>
                  <a:close/>
                  <a:moveTo>
                    <a:pt x="38" y="56"/>
                  </a:moveTo>
                  <a:lnTo>
                    <a:pt x="38" y="56"/>
                  </a:lnTo>
                  <a:lnTo>
                    <a:pt x="22" y="42"/>
                  </a:lnTo>
                  <a:lnTo>
                    <a:pt x="8" y="26"/>
                  </a:lnTo>
                  <a:lnTo>
                    <a:pt x="8" y="26"/>
                  </a:lnTo>
                  <a:lnTo>
                    <a:pt x="10" y="20"/>
                  </a:lnTo>
                  <a:lnTo>
                    <a:pt x="14" y="14"/>
                  </a:lnTo>
                  <a:lnTo>
                    <a:pt x="20" y="10"/>
                  </a:lnTo>
                  <a:lnTo>
                    <a:pt x="26" y="8"/>
                  </a:lnTo>
                  <a:lnTo>
                    <a:pt x="26" y="8"/>
                  </a:lnTo>
                  <a:lnTo>
                    <a:pt x="42" y="22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4" y="44"/>
                  </a:lnTo>
                  <a:lnTo>
                    <a:pt x="50" y="50"/>
                  </a:lnTo>
                  <a:lnTo>
                    <a:pt x="44" y="54"/>
                  </a:lnTo>
                  <a:lnTo>
                    <a:pt x="38" y="5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</p:grpSp>
      <p:sp>
        <p:nvSpPr>
          <p:cNvPr id="45" name="Freeform 52"/>
          <p:cNvSpPr>
            <a:spLocks noEditPoints="1"/>
          </p:cNvSpPr>
          <p:nvPr/>
        </p:nvSpPr>
        <p:spPr bwMode="auto">
          <a:xfrm>
            <a:off x="4512424" y="3520311"/>
            <a:ext cx="465099" cy="465099"/>
          </a:xfrm>
          <a:custGeom>
            <a:avLst/>
            <a:gdLst/>
            <a:ahLst/>
            <a:cxnLst>
              <a:cxn ang="0">
                <a:pos x="224" y="12"/>
              </a:cxn>
              <a:cxn ang="0">
                <a:pos x="188" y="0"/>
              </a:cxn>
              <a:cxn ang="0">
                <a:pos x="168" y="4"/>
              </a:cxn>
              <a:cxn ang="0">
                <a:pos x="112" y="54"/>
              </a:cxn>
              <a:cxn ang="0">
                <a:pos x="110" y="54"/>
              </a:cxn>
              <a:cxn ang="0">
                <a:pos x="28" y="138"/>
              </a:cxn>
              <a:cxn ang="0">
                <a:pos x="20" y="152"/>
              </a:cxn>
              <a:cxn ang="0">
                <a:pos x="0" y="228"/>
              </a:cxn>
              <a:cxn ang="0">
                <a:pos x="8" y="248"/>
              </a:cxn>
              <a:cxn ang="0">
                <a:pos x="28" y="256"/>
              </a:cxn>
              <a:cxn ang="0">
                <a:pos x="106" y="236"/>
              </a:cxn>
              <a:cxn ang="0">
                <a:pos x="240" y="106"/>
              </a:cxn>
              <a:cxn ang="0">
                <a:pos x="252" y="86"/>
              </a:cxn>
              <a:cxn ang="0">
                <a:pos x="254" y="52"/>
              </a:cxn>
              <a:cxn ang="0">
                <a:pos x="236" y="20"/>
              </a:cxn>
              <a:cxn ang="0">
                <a:pos x="126" y="180"/>
              </a:cxn>
              <a:cxn ang="0">
                <a:pos x="198" y="94"/>
              </a:cxn>
              <a:cxn ang="0">
                <a:pos x="196" y="126"/>
              </a:cxn>
              <a:cxn ang="0">
                <a:pos x="190" y="134"/>
              </a:cxn>
              <a:cxn ang="0">
                <a:pos x="128" y="196"/>
              </a:cxn>
              <a:cxn ang="0">
                <a:pos x="118" y="162"/>
              </a:cxn>
              <a:cxn ang="0">
                <a:pos x="100" y="142"/>
              </a:cxn>
              <a:cxn ang="0">
                <a:pos x="168" y="60"/>
              </a:cxn>
              <a:cxn ang="0">
                <a:pos x="184" y="72"/>
              </a:cxn>
              <a:cxn ang="0">
                <a:pos x="118" y="162"/>
              </a:cxn>
              <a:cxn ang="0">
                <a:pos x="72" y="130"/>
              </a:cxn>
              <a:cxn ang="0">
                <a:pos x="122" y="66"/>
              </a:cxn>
              <a:cxn ang="0">
                <a:pos x="150" y="56"/>
              </a:cxn>
              <a:cxn ang="0">
                <a:pos x="34" y="238"/>
              </a:cxn>
              <a:cxn ang="0">
                <a:pos x="28" y="240"/>
              </a:cxn>
              <a:cxn ang="0">
                <a:pos x="16" y="232"/>
              </a:cxn>
              <a:cxn ang="0">
                <a:pos x="16" y="224"/>
              </a:cxn>
              <a:cxn ang="0">
                <a:pos x="32" y="194"/>
              </a:cxn>
              <a:cxn ang="0">
                <a:pos x="52" y="204"/>
              </a:cxn>
              <a:cxn ang="0">
                <a:pos x="60" y="218"/>
              </a:cxn>
              <a:cxn ang="0">
                <a:pos x="34" y="238"/>
              </a:cxn>
              <a:cxn ang="0">
                <a:pos x="70" y="222"/>
              </a:cxn>
              <a:cxn ang="0">
                <a:pos x="58" y="198"/>
              </a:cxn>
              <a:cxn ang="0">
                <a:pos x="44" y="188"/>
              </a:cxn>
              <a:cxn ang="0">
                <a:pos x="36" y="156"/>
              </a:cxn>
              <a:cxn ang="0">
                <a:pos x="38" y="150"/>
              </a:cxn>
              <a:cxn ang="0">
                <a:pos x="60" y="144"/>
              </a:cxn>
              <a:cxn ang="0">
                <a:pos x="82" y="150"/>
              </a:cxn>
              <a:cxn ang="0">
                <a:pos x="96" y="160"/>
              </a:cxn>
              <a:cxn ang="0">
                <a:pos x="110" y="182"/>
              </a:cxn>
              <a:cxn ang="0">
                <a:pos x="110" y="206"/>
              </a:cxn>
              <a:cxn ang="0">
                <a:pos x="104" y="220"/>
              </a:cxn>
              <a:cxn ang="0">
                <a:pos x="230" y="94"/>
              </a:cxn>
              <a:cxn ang="0">
                <a:pos x="216" y="102"/>
              </a:cxn>
              <a:cxn ang="0">
                <a:pos x="210" y="80"/>
              </a:cxn>
              <a:cxn ang="0">
                <a:pos x="196" y="60"/>
              </a:cxn>
              <a:cxn ang="0">
                <a:pos x="162" y="42"/>
              </a:cxn>
              <a:cxn ang="0">
                <a:pos x="162" y="26"/>
              </a:cxn>
              <a:cxn ang="0">
                <a:pos x="180" y="16"/>
              </a:cxn>
              <a:cxn ang="0">
                <a:pos x="198" y="18"/>
              </a:cxn>
              <a:cxn ang="0">
                <a:pos x="224" y="32"/>
              </a:cxn>
              <a:cxn ang="0">
                <a:pos x="236" y="48"/>
              </a:cxn>
              <a:cxn ang="0">
                <a:pos x="240" y="66"/>
              </a:cxn>
              <a:cxn ang="0">
                <a:pos x="234" y="88"/>
              </a:cxn>
            </a:cxnLst>
            <a:rect l="0" t="0" r="r" b="b"/>
            <a:pathLst>
              <a:path w="256" h="256">
                <a:moveTo>
                  <a:pt x="236" y="20"/>
                </a:moveTo>
                <a:lnTo>
                  <a:pt x="236" y="20"/>
                </a:lnTo>
                <a:lnTo>
                  <a:pt x="224" y="12"/>
                </a:lnTo>
                <a:lnTo>
                  <a:pt x="212" y="6"/>
                </a:lnTo>
                <a:lnTo>
                  <a:pt x="200" y="2"/>
                </a:lnTo>
                <a:lnTo>
                  <a:pt x="188" y="0"/>
                </a:lnTo>
                <a:lnTo>
                  <a:pt x="188" y="0"/>
                </a:lnTo>
                <a:lnTo>
                  <a:pt x="178" y="0"/>
                </a:lnTo>
                <a:lnTo>
                  <a:pt x="168" y="4"/>
                </a:lnTo>
                <a:lnTo>
                  <a:pt x="158" y="8"/>
                </a:lnTo>
                <a:lnTo>
                  <a:pt x="150" y="16"/>
                </a:lnTo>
                <a:lnTo>
                  <a:pt x="112" y="54"/>
                </a:lnTo>
                <a:lnTo>
                  <a:pt x="112" y="54"/>
                </a:lnTo>
                <a:lnTo>
                  <a:pt x="110" y="54"/>
                </a:lnTo>
                <a:lnTo>
                  <a:pt x="110" y="54"/>
                </a:lnTo>
                <a:lnTo>
                  <a:pt x="110" y="54"/>
                </a:lnTo>
                <a:lnTo>
                  <a:pt x="110" y="54"/>
                </a:lnTo>
                <a:lnTo>
                  <a:pt x="28" y="138"/>
                </a:lnTo>
                <a:lnTo>
                  <a:pt x="28" y="138"/>
                </a:lnTo>
                <a:lnTo>
                  <a:pt x="24" y="144"/>
                </a:lnTo>
                <a:lnTo>
                  <a:pt x="20" y="152"/>
                </a:lnTo>
                <a:lnTo>
                  <a:pt x="2" y="220"/>
                </a:lnTo>
                <a:lnTo>
                  <a:pt x="2" y="220"/>
                </a:lnTo>
                <a:lnTo>
                  <a:pt x="0" y="228"/>
                </a:lnTo>
                <a:lnTo>
                  <a:pt x="0" y="228"/>
                </a:lnTo>
                <a:lnTo>
                  <a:pt x="2" y="238"/>
                </a:lnTo>
                <a:lnTo>
                  <a:pt x="8" y="248"/>
                </a:lnTo>
                <a:lnTo>
                  <a:pt x="18" y="254"/>
                </a:lnTo>
                <a:lnTo>
                  <a:pt x="28" y="256"/>
                </a:lnTo>
                <a:lnTo>
                  <a:pt x="28" y="256"/>
                </a:lnTo>
                <a:lnTo>
                  <a:pt x="38" y="254"/>
                </a:lnTo>
                <a:lnTo>
                  <a:pt x="106" y="236"/>
                </a:lnTo>
                <a:lnTo>
                  <a:pt x="106" y="236"/>
                </a:lnTo>
                <a:lnTo>
                  <a:pt x="112" y="234"/>
                </a:lnTo>
                <a:lnTo>
                  <a:pt x="118" y="228"/>
                </a:lnTo>
                <a:lnTo>
                  <a:pt x="240" y="106"/>
                </a:lnTo>
                <a:lnTo>
                  <a:pt x="240" y="106"/>
                </a:lnTo>
                <a:lnTo>
                  <a:pt x="248" y="96"/>
                </a:lnTo>
                <a:lnTo>
                  <a:pt x="252" y="86"/>
                </a:lnTo>
                <a:lnTo>
                  <a:pt x="256" y="76"/>
                </a:lnTo>
                <a:lnTo>
                  <a:pt x="256" y="64"/>
                </a:lnTo>
                <a:lnTo>
                  <a:pt x="254" y="52"/>
                </a:lnTo>
                <a:lnTo>
                  <a:pt x="250" y="42"/>
                </a:lnTo>
                <a:lnTo>
                  <a:pt x="244" y="30"/>
                </a:lnTo>
                <a:lnTo>
                  <a:pt x="236" y="20"/>
                </a:lnTo>
                <a:close/>
                <a:moveTo>
                  <a:pt x="128" y="190"/>
                </a:moveTo>
                <a:lnTo>
                  <a:pt x="128" y="190"/>
                </a:lnTo>
                <a:lnTo>
                  <a:pt x="126" y="180"/>
                </a:lnTo>
                <a:lnTo>
                  <a:pt x="122" y="170"/>
                </a:lnTo>
                <a:lnTo>
                  <a:pt x="198" y="94"/>
                </a:lnTo>
                <a:lnTo>
                  <a:pt x="198" y="94"/>
                </a:lnTo>
                <a:lnTo>
                  <a:pt x="200" y="104"/>
                </a:lnTo>
                <a:lnTo>
                  <a:pt x="200" y="116"/>
                </a:lnTo>
                <a:lnTo>
                  <a:pt x="196" y="126"/>
                </a:lnTo>
                <a:lnTo>
                  <a:pt x="190" y="134"/>
                </a:lnTo>
                <a:lnTo>
                  <a:pt x="190" y="134"/>
                </a:lnTo>
                <a:lnTo>
                  <a:pt x="190" y="134"/>
                </a:lnTo>
                <a:lnTo>
                  <a:pt x="190" y="134"/>
                </a:lnTo>
                <a:lnTo>
                  <a:pt x="128" y="196"/>
                </a:lnTo>
                <a:lnTo>
                  <a:pt x="128" y="196"/>
                </a:lnTo>
                <a:lnTo>
                  <a:pt x="128" y="190"/>
                </a:lnTo>
                <a:close/>
                <a:moveTo>
                  <a:pt x="118" y="162"/>
                </a:moveTo>
                <a:lnTo>
                  <a:pt x="118" y="162"/>
                </a:lnTo>
                <a:lnTo>
                  <a:pt x="108" y="148"/>
                </a:lnTo>
                <a:lnTo>
                  <a:pt x="108" y="148"/>
                </a:lnTo>
                <a:lnTo>
                  <a:pt x="100" y="142"/>
                </a:lnTo>
                <a:lnTo>
                  <a:pt x="92" y="136"/>
                </a:lnTo>
                <a:lnTo>
                  <a:pt x="168" y="60"/>
                </a:lnTo>
                <a:lnTo>
                  <a:pt x="168" y="60"/>
                </a:lnTo>
                <a:lnTo>
                  <a:pt x="176" y="64"/>
                </a:lnTo>
                <a:lnTo>
                  <a:pt x="184" y="72"/>
                </a:lnTo>
                <a:lnTo>
                  <a:pt x="184" y="72"/>
                </a:lnTo>
                <a:lnTo>
                  <a:pt x="190" y="78"/>
                </a:lnTo>
                <a:lnTo>
                  <a:pt x="194" y="86"/>
                </a:lnTo>
                <a:lnTo>
                  <a:pt x="118" y="162"/>
                </a:lnTo>
                <a:close/>
                <a:moveTo>
                  <a:pt x="84" y="132"/>
                </a:moveTo>
                <a:lnTo>
                  <a:pt x="84" y="132"/>
                </a:lnTo>
                <a:lnTo>
                  <a:pt x="72" y="130"/>
                </a:lnTo>
                <a:lnTo>
                  <a:pt x="60" y="128"/>
                </a:lnTo>
                <a:lnTo>
                  <a:pt x="122" y="66"/>
                </a:lnTo>
                <a:lnTo>
                  <a:pt x="122" y="66"/>
                </a:lnTo>
                <a:lnTo>
                  <a:pt x="130" y="60"/>
                </a:lnTo>
                <a:lnTo>
                  <a:pt x="140" y="56"/>
                </a:lnTo>
                <a:lnTo>
                  <a:pt x="150" y="56"/>
                </a:lnTo>
                <a:lnTo>
                  <a:pt x="160" y="58"/>
                </a:lnTo>
                <a:lnTo>
                  <a:pt x="84" y="132"/>
                </a:lnTo>
                <a:close/>
                <a:moveTo>
                  <a:pt x="34" y="238"/>
                </a:moveTo>
                <a:lnTo>
                  <a:pt x="34" y="238"/>
                </a:lnTo>
                <a:lnTo>
                  <a:pt x="28" y="240"/>
                </a:lnTo>
                <a:lnTo>
                  <a:pt x="28" y="240"/>
                </a:lnTo>
                <a:lnTo>
                  <a:pt x="24" y="240"/>
                </a:lnTo>
                <a:lnTo>
                  <a:pt x="20" y="236"/>
                </a:lnTo>
                <a:lnTo>
                  <a:pt x="16" y="232"/>
                </a:lnTo>
                <a:lnTo>
                  <a:pt x="16" y="228"/>
                </a:lnTo>
                <a:lnTo>
                  <a:pt x="16" y="228"/>
                </a:lnTo>
                <a:lnTo>
                  <a:pt x="16" y="224"/>
                </a:lnTo>
                <a:lnTo>
                  <a:pt x="26" y="192"/>
                </a:lnTo>
                <a:lnTo>
                  <a:pt x="26" y="192"/>
                </a:lnTo>
                <a:lnTo>
                  <a:pt x="32" y="194"/>
                </a:lnTo>
                <a:lnTo>
                  <a:pt x="40" y="196"/>
                </a:lnTo>
                <a:lnTo>
                  <a:pt x="46" y="200"/>
                </a:lnTo>
                <a:lnTo>
                  <a:pt x="52" y="204"/>
                </a:lnTo>
                <a:lnTo>
                  <a:pt x="52" y="204"/>
                </a:lnTo>
                <a:lnTo>
                  <a:pt x="58" y="210"/>
                </a:lnTo>
                <a:lnTo>
                  <a:pt x="60" y="218"/>
                </a:lnTo>
                <a:lnTo>
                  <a:pt x="62" y="224"/>
                </a:lnTo>
                <a:lnTo>
                  <a:pt x="64" y="232"/>
                </a:lnTo>
                <a:lnTo>
                  <a:pt x="34" y="238"/>
                </a:lnTo>
                <a:close/>
                <a:moveTo>
                  <a:pt x="70" y="230"/>
                </a:moveTo>
                <a:lnTo>
                  <a:pt x="70" y="230"/>
                </a:lnTo>
                <a:lnTo>
                  <a:pt x="70" y="222"/>
                </a:lnTo>
                <a:lnTo>
                  <a:pt x="68" y="214"/>
                </a:lnTo>
                <a:lnTo>
                  <a:pt x="64" y="206"/>
                </a:lnTo>
                <a:lnTo>
                  <a:pt x="58" y="198"/>
                </a:lnTo>
                <a:lnTo>
                  <a:pt x="58" y="198"/>
                </a:lnTo>
                <a:lnTo>
                  <a:pt x="50" y="192"/>
                </a:lnTo>
                <a:lnTo>
                  <a:pt x="44" y="188"/>
                </a:lnTo>
                <a:lnTo>
                  <a:pt x="36" y="186"/>
                </a:lnTo>
                <a:lnTo>
                  <a:pt x="28" y="184"/>
                </a:lnTo>
                <a:lnTo>
                  <a:pt x="36" y="156"/>
                </a:lnTo>
                <a:lnTo>
                  <a:pt x="36" y="156"/>
                </a:lnTo>
                <a:lnTo>
                  <a:pt x="38" y="150"/>
                </a:lnTo>
                <a:lnTo>
                  <a:pt x="38" y="150"/>
                </a:lnTo>
                <a:lnTo>
                  <a:pt x="44" y="146"/>
                </a:lnTo>
                <a:lnTo>
                  <a:pt x="52" y="144"/>
                </a:lnTo>
                <a:lnTo>
                  <a:pt x="60" y="144"/>
                </a:lnTo>
                <a:lnTo>
                  <a:pt x="68" y="144"/>
                </a:lnTo>
                <a:lnTo>
                  <a:pt x="74" y="146"/>
                </a:lnTo>
                <a:lnTo>
                  <a:pt x="82" y="150"/>
                </a:lnTo>
                <a:lnTo>
                  <a:pt x="90" y="154"/>
                </a:lnTo>
                <a:lnTo>
                  <a:pt x="96" y="160"/>
                </a:lnTo>
                <a:lnTo>
                  <a:pt x="96" y="160"/>
                </a:lnTo>
                <a:lnTo>
                  <a:pt x="102" y="166"/>
                </a:lnTo>
                <a:lnTo>
                  <a:pt x="108" y="174"/>
                </a:lnTo>
                <a:lnTo>
                  <a:pt x="110" y="182"/>
                </a:lnTo>
                <a:lnTo>
                  <a:pt x="112" y="190"/>
                </a:lnTo>
                <a:lnTo>
                  <a:pt x="112" y="198"/>
                </a:lnTo>
                <a:lnTo>
                  <a:pt x="110" y="206"/>
                </a:lnTo>
                <a:lnTo>
                  <a:pt x="108" y="214"/>
                </a:lnTo>
                <a:lnTo>
                  <a:pt x="104" y="220"/>
                </a:lnTo>
                <a:lnTo>
                  <a:pt x="104" y="220"/>
                </a:lnTo>
                <a:lnTo>
                  <a:pt x="100" y="222"/>
                </a:lnTo>
                <a:lnTo>
                  <a:pt x="70" y="230"/>
                </a:lnTo>
                <a:close/>
                <a:moveTo>
                  <a:pt x="230" y="94"/>
                </a:moveTo>
                <a:lnTo>
                  <a:pt x="216" y="108"/>
                </a:lnTo>
                <a:lnTo>
                  <a:pt x="216" y="108"/>
                </a:lnTo>
                <a:lnTo>
                  <a:pt x="216" y="102"/>
                </a:lnTo>
                <a:lnTo>
                  <a:pt x="216" y="102"/>
                </a:lnTo>
                <a:lnTo>
                  <a:pt x="214" y="90"/>
                </a:lnTo>
                <a:lnTo>
                  <a:pt x="210" y="80"/>
                </a:lnTo>
                <a:lnTo>
                  <a:pt x="204" y="70"/>
                </a:lnTo>
                <a:lnTo>
                  <a:pt x="196" y="60"/>
                </a:lnTo>
                <a:lnTo>
                  <a:pt x="196" y="60"/>
                </a:lnTo>
                <a:lnTo>
                  <a:pt x="186" y="52"/>
                </a:lnTo>
                <a:lnTo>
                  <a:pt x="174" y="46"/>
                </a:lnTo>
                <a:lnTo>
                  <a:pt x="162" y="42"/>
                </a:lnTo>
                <a:lnTo>
                  <a:pt x="148" y="40"/>
                </a:lnTo>
                <a:lnTo>
                  <a:pt x="162" y="26"/>
                </a:lnTo>
                <a:lnTo>
                  <a:pt x="162" y="26"/>
                </a:lnTo>
                <a:lnTo>
                  <a:pt x="168" y="22"/>
                </a:lnTo>
                <a:lnTo>
                  <a:pt x="174" y="18"/>
                </a:lnTo>
                <a:lnTo>
                  <a:pt x="180" y="16"/>
                </a:lnTo>
                <a:lnTo>
                  <a:pt x="188" y="16"/>
                </a:lnTo>
                <a:lnTo>
                  <a:pt x="188" y="16"/>
                </a:lnTo>
                <a:lnTo>
                  <a:pt x="198" y="18"/>
                </a:lnTo>
                <a:lnTo>
                  <a:pt x="206" y="20"/>
                </a:lnTo>
                <a:lnTo>
                  <a:pt x="216" y="26"/>
                </a:lnTo>
                <a:lnTo>
                  <a:pt x="224" y="32"/>
                </a:lnTo>
                <a:lnTo>
                  <a:pt x="224" y="32"/>
                </a:lnTo>
                <a:lnTo>
                  <a:pt x="230" y="40"/>
                </a:lnTo>
                <a:lnTo>
                  <a:pt x="236" y="48"/>
                </a:lnTo>
                <a:lnTo>
                  <a:pt x="238" y="56"/>
                </a:lnTo>
                <a:lnTo>
                  <a:pt x="240" y="66"/>
                </a:lnTo>
                <a:lnTo>
                  <a:pt x="240" y="66"/>
                </a:lnTo>
                <a:lnTo>
                  <a:pt x="240" y="74"/>
                </a:lnTo>
                <a:lnTo>
                  <a:pt x="238" y="82"/>
                </a:lnTo>
                <a:lnTo>
                  <a:pt x="234" y="88"/>
                </a:lnTo>
                <a:lnTo>
                  <a:pt x="230" y="94"/>
                </a:lnTo>
                <a:close/>
              </a:path>
            </a:pathLst>
          </a:custGeom>
          <a:solidFill>
            <a:schemeClr val="accent1"/>
          </a:solidFill>
          <a:ln w="9525">
            <a:noFill/>
            <a:round/>
            <a:headEnd/>
            <a:tailEnd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ar-SA" sz="2288"/>
          </a:p>
        </p:txBody>
      </p:sp>
      <p:sp>
        <p:nvSpPr>
          <p:cNvPr id="46" name="Freeform 154"/>
          <p:cNvSpPr>
            <a:spLocks noEditPoints="1"/>
          </p:cNvSpPr>
          <p:nvPr/>
        </p:nvSpPr>
        <p:spPr bwMode="auto">
          <a:xfrm>
            <a:off x="3582225" y="1659915"/>
            <a:ext cx="465099" cy="450564"/>
          </a:xfrm>
          <a:custGeom>
            <a:avLst/>
            <a:gdLst/>
            <a:ahLst/>
            <a:cxnLst>
              <a:cxn ang="0">
                <a:pos x="256" y="92"/>
              </a:cxn>
              <a:cxn ang="0">
                <a:pos x="250" y="84"/>
              </a:cxn>
              <a:cxn ang="0">
                <a:pos x="240" y="80"/>
              </a:cxn>
              <a:cxn ang="0">
                <a:pos x="144" y="10"/>
              </a:cxn>
              <a:cxn ang="0">
                <a:pos x="142" y="6"/>
              </a:cxn>
              <a:cxn ang="0">
                <a:pos x="134" y="0"/>
              </a:cxn>
              <a:cxn ang="0">
                <a:pos x="128" y="0"/>
              </a:cxn>
              <a:cxn ang="0">
                <a:pos x="118" y="2"/>
              </a:cxn>
              <a:cxn ang="0">
                <a:pos x="112" y="10"/>
              </a:cxn>
              <a:cxn ang="0">
                <a:pos x="16" y="80"/>
              </a:cxn>
              <a:cxn ang="0">
                <a:pos x="10" y="82"/>
              </a:cxn>
              <a:cxn ang="0">
                <a:pos x="4" y="88"/>
              </a:cxn>
              <a:cxn ang="0">
                <a:pos x="0" y="92"/>
              </a:cxn>
              <a:cxn ang="0">
                <a:pos x="0" y="102"/>
              </a:cxn>
              <a:cxn ang="0">
                <a:pos x="6" y="110"/>
              </a:cxn>
              <a:cxn ang="0">
                <a:pos x="42" y="228"/>
              </a:cxn>
              <a:cxn ang="0">
                <a:pos x="42" y="232"/>
              </a:cxn>
              <a:cxn ang="0">
                <a:pos x="46" y="242"/>
              </a:cxn>
              <a:cxn ang="0">
                <a:pos x="50" y="244"/>
              </a:cxn>
              <a:cxn ang="0">
                <a:pos x="60" y="248"/>
              </a:cxn>
              <a:cxn ang="0">
                <a:pos x="70" y="246"/>
              </a:cxn>
              <a:cxn ang="0">
                <a:pos x="186" y="246"/>
              </a:cxn>
              <a:cxn ang="0">
                <a:pos x="196" y="248"/>
              </a:cxn>
              <a:cxn ang="0">
                <a:pos x="200" y="248"/>
              </a:cxn>
              <a:cxn ang="0">
                <a:pos x="206" y="244"/>
              </a:cxn>
              <a:cxn ang="0">
                <a:pos x="212" y="236"/>
              </a:cxn>
              <a:cxn ang="0">
                <a:pos x="214" y="228"/>
              </a:cxn>
              <a:cxn ang="0">
                <a:pos x="250" y="110"/>
              </a:cxn>
              <a:cxn ang="0">
                <a:pos x="254" y="106"/>
              </a:cxn>
              <a:cxn ang="0">
                <a:pos x="256" y="98"/>
              </a:cxn>
              <a:cxn ang="0">
                <a:pos x="188" y="146"/>
              </a:cxn>
              <a:cxn ang="0">
                <a:pos x="184" y="154"/>
              </a:cxn>
              <a:cxn ang="0">
                <a:pos x="196" y="230"/>
              </a:cxn>
              <a:cxn ang="0">
                <a:pos x="136" y="198"/>
              </a:cxn>
              <a:cxn ang="0">
                <a:pos x="128" y="196"/>
              </a:cxn>
              <a:cxn ang="0">
                <a:pos x="60" y="230"/>
              </a:cxn>
              <a:cxn ang="0">
                <a:pos x="72" y="162"/>
              </a:cxn>
              <a:cxn ang="0">
                <a:pos x="68" y="146"/>
              </a:cxn>
              <a:cxn ang="0">
                <a:pos x="86" y="88"/>
              </a:cxn>
              <a:cxn ang="0">
                <a:pos x="94" y="84"/>
              </a:cxn>
              <a:cxn ang="0">
                <a:pos x="128" y="18"/>
              </a:cxn>
              <a:cxn ang="0">
                <a:pos x="156" y="78"/>
              </a:cxn>
              <a:cxn ang="0">
                <a:pos x="170" y="88"/>
              </a:cxn>
              <a:cxn ang="0">
                <a:pos x="188" y="146"/>
              </a:cxn>
            </a:cxnLst>
            <a:rect l="0" t="0" r="r" b="b"/>
            <a:pathLst>
              <a:path w="256" h="248">
                <a:moveTo>
                  <a:pt x="256" y="92"/>
                </a:moveTo>
                <a:lnTo>
                  <a:pt x="256" y="92"/>
                </a:lnTo>
                <a:lnTo>
                  <a:pt x="252" y="88"/>
                </a:lnTo>
                <a:lnTo>
                  <a:pt x="250" y="84"/>
                </a:lnTo>
                <a:lnTo>
                  <a:pt x="246" y="82"/>
                </a:lnTo>
                <a:lnTo>
                  <a:pt x="240" y="80"/>
                </a:lnTo>
                <a:lnTo>
                  <a:pt x="174" y="70"/>
                </a:lnTo>
                <a:lnTo>
                  <a:pt x="144" y="10"/>
                </a:lnTo>
                <a:lnTo>
                  <a:pt x="144" y="10"/>
                </a:lnTo>
                <a:lnTo>
                  <a:pt x="142" y="6"/>
                </a:lnTo>
                <a:lnTo>
                  <a:pt x="138" y="2"/>
                </a:lnTo>
                <a:lnTo>
                  <a:pt x="134" y="0"/>
                </a:lnTo>
                <a:lnTo>
                  <a:pt x="128" y="0"/>
                </a:lnTo>
                <a:lnTo>
                  <a:pt x="128" y="0"/>
                </a:lnTo>
                <a:lnTo>
                  <a:pt x="122" y="0"/>
                </a:lnTo>
                <a:lnTo>
                  <a:pt x="118" y="2"/>
                </a:lnTo>
                <a:lnTo>
                  <a:pt x="114" y="6"/>
                </a:lnTo>
                <a:lnTo>
                  <a:pt x="112" y="10"/>
                </a:lnTo>
                <a:lnTo>
                  <a:pt x="82" y="70"/>
                </a:lnTo>
                <a:lnTo>
                  <a:pt x="16" y="80"/>
                </a:lnTo>
                <a:lnTo>
                  <a:pt x="16" y="80"/>
                </a:lnTo>
                <a:lnTo>
                  <a:pt x="10" y="82"/>
                </a:lnTo>
                <a:lnTo>
                  <a:pt x="6" y="84"/>
                </a:lnTo>
                <a:lnTo>
                  <a:pt x="4" y="88"/>
                </a:lnTo>
                <a:lnTo>
                  <a:pt x="0" y="92"/>
                </a:lnTo>
                <a:lnTo>
                  <a:pt x="0" y="92"/>
                </a:lnTo>
                <a:lnTo>
                  <a:pt x="0" y="98"/>
                </a:lnTo>
                <a:lnTo>
                  <a:pt x="0" y="102"/>
                </a:lnTo>
                <a:lnTo>
                  <a:pt x="2" y="106"/>
                </a:lnTo>
                <a:lnTo>
                  <a:pt x="6" y="110"/>
                </a:lnTo>
                <a:lnTo>
                  <a:pt x="54" y="160"/>
                </a:lnTo>
                <a:lnTo>
                  <a:pt x="42" y="228"/>
                </a:lnTo>
                <a:lnTo>
                  <a:pt x="42" y="228"/>
                </a:lnTo>
                <a:lnTo>
                  <a:pt x="42" y="232"/>
                </a:lnTo>
                <a:lnTo>
                  <a:pt x="44" y="236"/>
                </a:lnTo>
                <a:lnTo>
                  <a:pt x="46" y="242"/>
                </a:lnTo>
                <a:lnTo>
                  <a:pt x="50" y="244"/>
                </a:lnTo>
                <a:lnTo>
                  <a:pt x="50" y="244"/>
                </a:lnTo>
                <a:lnTo>
                  <a:pt x="56" y="248"/>
                </a:lnTo>
                <a:lnTo>
                  <a:pt x="60" y="248"/>
                </a:lnTo>
                <a:lnTo>
                  <a:pt x="60" y="248"/>
                </a:lnTo>
                <a:lnTo>
                  <a:pt x="70" y="246"/>
                </a:lnTo>
                <a:lnTo>
                  <a:pt x="128" y="214"/>
                </a:lnTo>
                <a:lnTo>
                  <a:pt x="186" y="246"/>
                </a:lnTo>
                <a:lnTo>
                  <a:pt x="186" y="246"/>
                </a:lnTo>
                <a:lnTo>
                  <a:pt x="196" y="248"/>
                </a:lnTo>
                <a:lnTo>
                  <a:pt x="196" y="248"/>
                </a:lnTo>
                <a:lnTo>
                  <a:pt x="200" y="248"/>
                </a:lnTo>
                <a:lnTo>
                  <a:pt x="206" y="244"/>
                </a:lnTo>
                <a:lnTo>
                  <a:pt x="206" y="244"/>
                </a:lnTo>
                <a:lnTo>
                  <a:pt x="210" y="242"/>
                </a:lnTo>
                <a:lnTo>
                  <a:pt x="212" y="236"/>
                </a:lnTo>
                <a:lnTo>
                  <a:pt x="214" y="232"/>
                </a:lnTo>
                <a:lnTo>
                  <a:pt x="214" y="228"/>
                </a:lnTo>
                <a:lnTo>
                  <a:pt x="202" y="160"/>
                </a:lnTo>
                <a:lnTo>
                  <a:pt x="250" y="110"/>
                </a:lnTo>
                <a:lnTo>
                  <a:pt x="250" y="110"/>
                </a:lnTo>
                <a:lnTo>
                  <a:pt x="254" y="106"/>
                </a:lnTo>
                <a:lnTo>
                  <a:pt x="256" y="102"/>
                </a:lnTo>
                <a:lnTo>
                  <a:pt x="256" y="98"/>
                </a:lnTo>
                <a:lnTo>
                  <a:pt x="256" y="92"/>
                </a:lnTo>
                <a:close/>
                <a:moveTo>
                  <a:pt x="188" y="146"/>
                </a:moveTo>
                <a:lnTo>
                  <a:pt x="188" y="146"/>
                </a:lnTo>
                <a:lnTo>
                  <a:pt x="184" y="154"/>
                </a:lnTo>
                <a:lnTo>
                  <a:pt x="184" y="162"/>
                </a:lnTo>
                <a:lnTo>
                  <a:pt x="196" y="230"/>
                </a:lnTo>
                <a:lnTo>
                  <a:pt x="136" y="198"/>
                </a:lnTo>
                <a:lnTo>
                  <a:pt x="136" y="198"/>
                </a:lnTo>
                <a:lnTo>
                  <a:pt x="128" y="196"/>
                </a:lnTo>
                <a:lnTo>
                  <a:pt x="128" y="196"/>
                </a:lnTo>
                <a:lnTo>
                  <a:pt x="120" y="198"/>
                </a:lnTo>
                <a:lnTo>
                  <a:pt x="60" y="230"/>
                </a:lnTo>
                <a:lnTo>
                  <a:pt x="72" y="162"/>
                </a:lnTo>
                <a:lnTo>
                  <a:pt x="72" y="162"/>
                </a:lnTo>
                <a:lnTo>
                  <a:pt x="72" y="154"/>
                </a:lnTo>
                <a:lnTo>
                  <a:pt x="68" y="146"/>
                </a:lnTo>
                <a:lnTo>
                  <a:pt x="18" y="98"/>
                </a:lnTo>
                <a:lnTo>
                  <a:pt x="86" y="88"/>
                </a:lnTo>
                <a:lnTo>
                  <a:pt x="86" y="88"/>
                </a:lnTo>
                <a:lnTo>
                  <a:pt x="94" y="84"/>
                </a:lnTo>
                <a:lnTo>
                  <a:pt x="100" y="78"/>
                </a:lnTo>
                <a:lnTo>
                  <a:pt x="128" y="18"/>
                </a:lnTo>
                <a:lnTo>
                  <a:pt x="156" y="78"/>
                </a:lnTo>
                <a:lnTo>
                  <a:pt x="156" y="78"/>
                </a:lnTo>
                <a:lnTo>
                  <a:pt x="162" y="84"/>
                </a:lnTo>
                <a:lnTo>
                  <a:pt x="170" y="88"/>
                </a:lnTo>
                <a:lnTo>
                  <a:pt x="238" y="98"/>
                </a:lnTo>
                <a:lnTo>
                  <a:pt x="188" y="146"/>
                </a:lnTo>
                <a:close/>
              </a:path>
            </a:pathLst>
          </a:custGeom>
          <a:solidFill>
            <a:schemeClr val="accent1"/>
          </a:solidFill>
          <a:ln w="9525">
            <a:noFill/>
            <a:round/>
            <a:headEnd/>
            <a:tailEnd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ar-SA" sz="2288"/>
          </a:p>
        </p:txBody>
      </p:sp>
      <p:grpSp>
        <p:nvGrpSpPr>
          <p:cNvPr id="47" name="Group 46"/>
          <p:cNvGrpSpPr/>
          <p:nvPr/>
        </p:nvGrpSpPr>
        <p:grpSpPr>
          <a:xfrm>
            <a:off x="820702" y="2590112"/>
            <a:ext cx="406961" cy="465099"/>
            <a:chOff x="2362200" y="1962150"/>
            <a:chExt cx="355600" cy="406400"/>
          </a:xfrm>
          <a:solidFill>
            <a:schemeClr val="accent1"/>
          </a:solidFill>
        </p:grpSpPr>
        <p:sp>
          <p:nvSpPr>
            <p:cNvPr id="56" name="Freeform 131"/>
            <p:cNvSpPr>
              <a:spLocks noEditPoints="1"/>
            </p:cNvSpPr>
            <p:nvPr/>
          </p:nvSpPr>
          <p:spPr bwMode="auto">
            <a:xfrm>
              <a:off x="2362200" y="1962150"/>
              <a:ext cx="355600" cy="406400"/>
            </a:xfrm>
            <a:custGeom>
              <a:avLst/>
              <a:gdLst/>
              <a:ahLst/>
              <a:cxnLst>
                <a:cxn ang="0">
                  <a:pos x="224" y="54"/>
                </a:cxn>
                <a:cxn ang="0">
                  <a:pos x="216" y="38"/>
                </a:cxn>
                <a:cxn ang="0">
                  <a:pos x="200" y="32"/>
                </a:cxn>
                <a:cxn ang="0">
                  <a:pos x="176" y="24"/>
                </a:cxn>
                <a:cxn ang="0">
                  <a:pos x="176" y="24"/>
                </a:cxn>
                <a:cxn ang="0">
                  <a:pos x="168" y="8"/>
                </a:cxn>
                <a:cxn ang="0">
                  <a:pos x="152" y="0"/>
                </a:cxn>
                <a:cxn ang="0">
                  <a:pos x="72" y="0"/>
                </a:cxn>
                <a:cxn ang="0">
                  <a:pos x="56" y="8"/>
                </a:cxn>
                <a:cxn ang="0">
                  <a:pos x="48" y="24"/>
                </a:cxn>
                <a:cxn ang="0">
                  <a:pos x="48" y="32"/>
                </a:cxn>
                <a:cxn ang="0">
                  <a:pos x="24" y="32"/>
                </a:cxn>
                <a:cxn ang="0">
                  <a:pos x="8" y="38"/>
                </a:cxn>
                <a:cxn ang="0">
                  <a:pos x="0" y="54"/>
                </a:cxn>
                <a:cxn ang="0">
                  <a:pos x="0" y="64"/>
                </a:cxn>
                <a:cxn ang="0">
                  <a:pos x="0" y="72"/>
                </a:cxn>
                <a:cxn ang="0">
                  <a:pos x="4" y="84"/>
                </a:cxn>
                <a:cxn ang="0">
                  <a:pos x="16" y="88"/>
                </a:cxn>
                <a:cxn ang="0">
                  <a:pos x="16" y="224"/>
                </a:cxn>
                <a:cxn ang="0">
                  <a:pos x="18" y="236"/>
                </a:cxn>
                <a:cxn ang="0">
                  <a:pos x="36" y="254"/>
                </a:cxn>
                <a:cxn ang="0">
                  <a:pos x="48" y="256"/>
                </a:cxn>
                <a:cxn ang="0">
                  <a:pos x="176" y="256"/>
                </a:cxn>
                <a:cxn ang="0">
                  <a:pos x="188" y="254"/>
                </a:cxn>
                <a:cxn ang="0">
                  <a:pos x="206" y="236"/>
                </a:cxn>
                <a:cxn ang="0">
                  <a:pos x="208" y="224"/>
                </a:cxn>
                <a:cxn ang="0">
                  <a:pos x="208" y="88"/>
                </a:cxn>
                <a:cxn ang="0">
                  <a:pos x="220" y="84"/>
                </a:cxn>
                <a:cxn ang="0">
                  <a:pos x="224" y="72"/>
                </a:cxn>
                <a:cxn ang="0">
                  <a:pos x="224" y="54"/>
                </a:cxn>
                <a:cxn ang="0">
                  <a:pos x="64" y="24"/>
                </a:cxn>
                <a:cxn ang="0">
                  <a:pos x="64" y="20"/>
                </a:cxn>
                <a:cxn ang="0">
                  <a:pos x="68" y="16"/>
                </a:cxn>
                <a:cxn ang="0">
                  <a:pos x="152" y="16"/>
                </a:cxn>
                <a:cxn ang="0">
                  <a:pos x="156" y="16"/>
                </a:cxn>
                <a:cxn ang="0">
                  <a:pos x="160" y="20"/>
                </a:cxn>
                <a:cxn ang="0">
                  <a:pos x="160" y="32"/>
                </a:cxn>
                <a:cxn ang="0">
                  <a:pos x="64" y="24"/>
                </a:cxn>
                <a:cxn ang="0">
                  <a:pos x="192" y="224"/>
                </a:cxn>
                <a:cxn ang="0">
                  <a:pos x="188" y="236"/>
                </a:cxn>
                <a:cxn ang="0">
                  <a:pos x="176" y="240"/>
                </a:cxn>
                <a:cxn ang="0">
                  <a:pos x="48" y="240"/>
                </a:cxn>
                <a:cxn ang="0">
                  <a:pos x="36" y="236"/>
                </a:cxn>
                <a:cxn ang="0">
                  <a:pos x="32" y="224"/>
                </a:cxn>
                <a:cxn ang="0">
                  <a:pos x="192" y="88"/>
                </a:cxn>
                <a:cxn ang="0">
                  <a:pos x="208" y="64"/>
                </a:cxn>
                <a:cxn ang="0">
                  <a:pos x="16" y="72"/>
                </a:cxn>
                <a:cxn ang="0">
                  <a:pos x="16" y="56"/>
                </a:cxn>
                <a:cxn ang="0">
                  <a:pos x="16" y="52"/>
                </a:cxn>
                <a:cxn ang="0">
                  <a:pos x="20" y="48"/>
                </a:cxn>
                <a:cxn ang="0">
                  <a:pos x="200" y="48"/>
                </a:cxn>
                <a:cxn ang="0">
                  <a:pos x="204" y="48"/>
                </a:cxn>
                <a:cxn ang="0">
                  <a:pos x="208" y="52"/>
                </a:cxn>
                <a:cxn ang="0">
                  <a:pos x="208" y="64"/>
                </a:cxn>
              </a:cxnLst>
              <a:rect l="0" t="0" r="r" b="b"/>
              <a:pathLst>
                <a:path w="224" h="256">
                  <a:moveTo>
                    <a:pt x="224" y="54"/>
                  </a:moveTo>
                  <a:lnTo>
                    <a:pt x="224" y="54"/>
                  </a:lnTo>
                  <a:lnTo>
                    <a:pt x="222" y="46"/>
                  </a:lnTo>
                  <a:lnTo>
                    <a:pt x="216" y="38"/>
                  </a:lnTo>
                  <a:lnTo>
                    <a:pt x="210" y="34"/>
                  </a:lnTo>
                  <a:lnTo>
                    <a:pt x="200" y="32"/>
                  </a:lnTo>
                  <a:lnTo>
                    <a:pt x="176" y="32"/>
                  </a:lnTo>
                  <a:lnTo>
                    <a:pt x="176" y="24"/>
                  </a:lnTo>
                  <a:lnTo>
                    <a:pt x="176" y="24"/>
                  </a:lnTo>
                  <a:lnTo>
                    <a:pt x="176" y="24"/>
                  </a:lnTo>
                  <a:lnTo>
                    <a:pt x="174" y="14"/>
                  </a:lnTo>
                  <a:lnTo>
                    <a:pt x="168" y="8"/>
                  </a:lnTo>
                  <a:lnTo>
                    <a:pt x="162" y="2"/>
                  </a:lnTo>
                  <a:lnTo>
                    <a:pt x="152" y="0"/>
                  </a:lnTo>
                  <a:lnTo>
                    <a:pt x="72" y="0"/>
                  </a:lnTo>
                  <a:lnTo>
                    <a:pt x="72" y="0"/>
                  </a:lnTo>
                  <a:lnTo>
                    <a:pt x="62" y="2"/>
                  </a:lnTo>
                  <a:lnTo>
                    <a:pt x="56" y="8"/>
                  </a:lnTo>
                  <a:lnTo>
                    <a:pt x="50" y="14"/>
                  </a:lnTo>
                  <a:lnTo>
                    <a:pt x="48" y="24"/>
                  </a:lnTo>
                  <a:lnTo>
                    <a:pt x="48" y="24"/>
                  </a:lnTo>
                  <a:lnTo>
                    <a:pt x="48" y="32"/>
                  </a:lnTo>
                  <a:lnTo>
                    <a:pt x="24" y="32"/>
                  </a:lnTo>
                  <a:lnTo>
                    <a:pt x="24" y="32"/>
                  </a:lnTo>
                  <a:lnTo>
                    <a:pt x="14" y="34"/>
                  </a:lnTo>
                  <a:lnTo>
                    <a:pt x="8" y="38"/>
                  </a:lnTo>
                  <a:lnTo>
                    <a:pt x="2" y="46"/>
                  </a:lnTo>
                  <a:lnTo>
                    <a:pt x="0" y="54"/>
                  </a:lnTo>
                  <a:lnTo>
                    <a:pt x="0" y="54"/>
                  </a:lnTo>
                  <a:lnTo>
                    <a:pt x="0" y="64"/>
                  </a:lnTo>
                  <a:lnTo>
                    <a:pt x="0" y="72"/>
                  </a:lnTo>
                  <a:lnTo>
                    <a:pt x="0" y="72"/>
                  </a:lnTo>
                  <a:lnTo>
                    <a:pt x="2" y="78"/>
                  </a:lnTo>
                  <a:lnTo>
                    <a:pt x="4" y="84"/>
                  </a:lnTo>
                  <a:lnTo>
                    <a:pt x="10" y="86"/>
                  </a:lnTo>
                  <a:lnTo>
                    <a:pt x="16" y="88"/>
                  </a:lnTo>
                  <a:lnTo>
                    <a:pt x="16" y="224"/>
                  </a:lnTo>
                  <a:lnTo>
                    <a:pt x="16" y="224"/>
                  </a:lnTo>
                  <a:lnTo>
                    <a:pt x="16" y="230"/>
                  </a:lnTo>
                  <a:lnTo>
                    <a:pt x="18" y="236"/>
                  </a:lnTo>
                  <a:lnTo>
                    <a:pt x="26" y="246"/>
                  </a:lnTo>
                  <a:lnTo>
                    <a:pt x="36" y="254"/>
                  </a:lnTo>
                  <a:lnTo>
                    <a:pt x="42" y="256"/>
                  </a:lnTo>
                  <a:lnTo>
                    <a:pt x="48" y="256"/>
                  </a:lnTo>
                  <a:lnTo>
                    <a:pt x="176" y="256"/>
                  </a:lnTo>
                  <a:lnTo>
                    <a:pt x="176" y="256"/>
                  </a:lnTo>
                  <a:lnTo>
                    <a:pt x="182" y="256"/>
                  </a:lnTo>
                  <a:lnTo>
                    <a:pt x="188" y="254"/>
                  </a:lnTo>
                  <a:lnTo>
                    <a:pt x="198" y="246"/>
                  </a:lnTo>
                  <a:lnTo>
                    <a:pt x="206" y="236"/>
                  </a:lnTo>
                  <a:lnTo>
                    <a:pt x="208" y="230"/>
                  </a:lnTo>
                  <a:lnTo>
                    <a:pt x="208" y="224"/>
                  </a:lnTo>
                  <a:lnTo>
                    <a:pt x="208" y="88"/>
                  </a:lnTo>
                  <a:lnTo>
                    <a:pt x="208" y="88"/>
                  </a:lnTo>
                  <a:lnTo>
                    <a:pt x="214" y="86"/>
                  </a:lnTo>
                  <a:lnTo>
                    <a:pt x="220" y="84"/>
                  </a:lnTo>
                  <a:lnTo>
                    <a:pt x="222" y="78"/>
                  </a:lnTo>
                  <a:lnTo>
                    <a:pt x="224" y="72"/>
                  </a:lnTo>
                  <a:lnTo>
                    <a:pt x="224" y="64"/>
                  </a:lnTo>
                  <a:lnTo>
                    <a:pt x="224" y="54"/>
                  </a:lnTo>
                  <a:lnTo>
                    <a:pt x="224" y="54"/>
                  </a:lnTo>
                  <a:close/>
                  <a:moveTo>
                    <a:pt x="64" y="24"/>
                  </a:moveTo>
                  <a:lnTo>
                    <a:pt x="64" y="24"/>
                  </a:lnTo>
                  <a:lnTo>
                    <a:pt x="64" y="20"/>
                  </a:lnTo>
                  <a:lnTo>
                    <a:pt x="66" y="18"/>
                  </a:lnTo>
                  <a:lnTo>
                    <a:pt x="68" y="16"/>
                  </a:lnTo>
                  <a:lnTo>
                    <a:pt x="72" y="16"/>
                  </a:lnTo>
                  <a:lnTo>
                    <a:pt x="152" y="16"/>
                  </a:lnTo>
                  <a:lnTo>
                    <a:pt x="152" y="16"/>
                  </a:lnTo>
                  <a:lnTo>
                    <a:pt x="156" y="16"/>
                  </a:lnTo>
                  <a:lnTo>
                    <a:pt x="158" y="18"/>
                  </a:lnTo>
                  <a:lnTo>
                    <a:pt x="160" y="20"/>
                  </a:lnTo>
                  <a:lnTo>
                    <a:pt x="160" y="24"/>
                  </a:lnTo>
                  <a:lnTo>
                    <a:pt x="160" y="32"/>
                  </a:lnTo>
                  <a:lnTo>
                    <a:pt x="64" y="32"/>
                  </a:lnTo>
                  <a:lnTo>
                    <a:pt x="64" y="24"/>
                  </a:lnTo>
                  <a:close/>
                  <a:moveTo>
                    <a:pt x="192" y="224"/>
                  </a:moveTo>
                  <a:lnTo>
                    <a:pt x="192" y="224"/>
                  </a:lnTo>
                  <a:lnTo>
                    <a:pt x="190" y="230"/>
                  </a:lnTo>
                  <a:lnTo>
                    <a:pt x="188" y="236"/>
                  </a:lnTo>
                  <a:lnTo>
                    <a:pt x="182" y="238"/>
                  </a:lnTo>
                  <a:lnTo>
                    <a:pt x="176" y="240"/>
                  </a:lnTo>
                  <a:lnTo>
                    <a:pt x="48" y="240"/>
                  </a:lnTo>
                  <a:lnTo>
                    <a:pt x="48" y="240"/>
                  </a:lnTo>
                  <a:lnTo>
                    <a:pt x="42" y="238"/>
                  </a:lnTo>
                  <a:lnTo>
                    <a:pt x="36" y="236"/>
                  </a:lnTo>
                  <a:lnTo>
                    <a:pt x="34" y="230"/>
                  </a:lnTo>
                  <a:lnTo>
                    <a:pt x="32" y="224"/>
                  </a:lnTo>
                  <a:lnTo>
                    <a:pt x="32" y="88"/>
                  </a:lnTo>
                  <a:lnTo>
                    <a:pt x="192" y="88"/>
                  </a:lnTo>
                  <a:lnTo>
                    <a:pt x="192" y="224"/>
                  </a:lnTo>
                  <a:close/>
                  <a:moveTo>
                    <a:pt x="208" y="64"/>
                  </a:moveTo>
                  <a:lnTo>
                    <a:pt x="208" y="72"/>
                  </a:lnTo>
                  <a:lnTo>
                    <a:pt x="16" y="72"/>
                  </a:lnTo>
                  <a:lnTo>
                    <a:pt x="16" y="64"/>
                  </a:lnTo>
                  <a:lnTo>
                    <a:pt x="16" y="56"/>
                  </a:lnTo>
                  <a:lnTo>
                    <a:pt x="16" y="56"/>
                  </a:lnTo>
                  <a:lnTo>
                    <a:pt x="16" y="52"/>
                  </a:lnTo>
                  <a:lnTo>
                    <a:pt x="18" y="50"/>
                  </a:lnTo>
                  <a:lnTo>
                    <a:pt x="20" y="48"/>
                  </a:lnTo>
                  <a:lnTo>
                    <a:pt x="24" y="48"/>
                  </a:lnTo>
                  <a:lnTo>
                    <a:pt x="200" y="48"/>
                  </a:lnTo>
                  <a:lnTo>
                    <a:pt x="200" y="48"/>
                  </a:lnTo>
                  <a:lnTo>
                    <a:pt x="204" y="48"/>
                  </a:lnTo>
                  <a:lnTo>
                    <a:pt x="206" y="50"/>
                  </a:lnTo>
                  <a:lnTo>
                    <a:pt x="208" y="52"/>
                  </a:lnTo>
                  <a:lnTo>
                    <a:pt x="208" y="56"/>
                  </a:lnTo>
                  <a:lnTo>
                    <a:pt x="208" y="6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57" name="Freeform 132"/>
            <p:cNvSpPr>
              <a:spLocks noEditPoints="1"/>
            </p:cNvSpPr>
            <p:nvPr/>
          </p:nvSpPr>
          <p:spPr bwMode="auto">
            <a:xfrm>
              <a:off x="2438400" y="2127250"/>
              <a:ext cx="50800" cy="190500"/>
            </a:xfrm>
            <a:custGeom>
              <a:avLst/>
              <a:gdLst/>
              <a:ahLst/>
              <a:cxnLst>
                <a:cxn ang="0">
                  <a:pos x="8" y="120"/>
                </a:cxn>
                <a:cxn ang="0">
                  <a:pos x="24" y="120"/>
                </a:cxn>
                <a:cxn ang="0">
                  <a:pos x="24" y="120"/>
                </a:cxn>
                <a:cxn ang="0">
                  <a:pos x="28" y="120"/>
                </a:cxn>
                <a:cxn ang="0">
                  <a:pos x="30" y="118"/>
                </a:cxn>
                <a:cxn ang="0">
                  <a:pos x="32" y="116"/>
                </a:cxn>
                <a:cxn ang="0">
                  <a:pos x="32" y="112"/>
                </a:cxn>
                <a:cxn ang="0">
                  <a:pos x="32" y="8"/>
                </a:cxn>
                <a:cxn ang="0">
                  <a:pos x="32" y="8"/>
                </a:cxn>
                <a:cxn ang="0">
                  <a:pos x="32" y="4"/>
                </a:cxn>
                <a:cxn ang="0">
                  <a:pos x="30" y="2"/>
                </a:cxn>
                <a:cxn ang="0">
                  <a:pos x="28" y="0"/>
                </a:cxn>
                <a:cxn ang="0">
                  <a:pos x="24" y="0"/>
                </a:cxn>
                <a:cxn ang="0">
                  <a:pos x="8" y="0"/>
                </a:cxn>
                <a:cxn ang="0">
                  <a:pos x="8" y="0"/>
                </a:cxn>
                <a:cxn ang="0">
                  <a:pos x="4" y="0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8"/>
                </a:cxn>
                <a:cxn ang="0">
                  <a:pos x="0" y="112"/>
                </a:cxn>
                <a:cxn ang="0">
                  <a:pos x="0" y="112"/>
                </a:cxn>
                <a:cxn ang="0">
                  <a:pos x="0" y="116"/>
                </a:cxn>
                <a:cxn ang="0">
                  <a:pos x="2" y="118"/>
                </a:cxn>
                <a:cxn ang="0">
                  <a:pos x="4" y="120"/>
                </a:cxn>
                <a:cxn ang="0">
                  <a:pos x="8" y="120"/>
                </a:cxn>
                <a:cxn ang="0">
                  <a:pos x="8" y="8"/>
                </a:cxn>
                <a:cxn ang="0">
                  <a:pos x="24" y="8"/>
                </a:cxn>
                <a:cxn ang="0">
                  <a:pos x="24" y="112"/>
                </a:cxn>
                <a:cxn ang="0">
                  <a:pos x="8" y="112"/>
                </a:cxn>
                <a:cxn ang="0">
                  <a:pos x="8" y="8"/>
                </a:cxn>
              </a:cxnLst>
              <a:rect l="0" t="0" r="r" b="b"/>
              <a:pathLst>
                <a:path w="32" h="120">
                  <a:moveTo>
                    <a:pt x="8" y="120"/>
                  </a:moveTo>
                  <a:lnTo>
                    <a:pt x="24" y="120"/>
                  </a:lnTo>
                  <a:lnTo>
                    <a:pt x="24" y="120"/>
                  </a:lnTo>
                  <a:lnTo>
                    <a:pt x="28" y="120"/>
                  </a:lnTo>
                  <a:lnTo>
                    <a:pt x="30" y="118"/>
                  </a:lnTo>
                  <a:lnTo>
                    <a:pt x="32" y="116"/>
                  </a:lnTo>
                  <a:lnTo>
                    <a:pt x="32" y="112"/>
                  </a:lnTo>
                  <a:lnTo>
                    <a:pt x="32" y="8"/>
                  </a:lnTo>
                  <a:lnTo>
                    <a:pt x="32" y="8"/>
                  </a:lnTo>
                  <a:lnTo>
                    <a:pt x="32" y="4"/>
                  </a:lnTo>
                  <a:lnTo>
                    <a:pt x="30" y="2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8"/>
                  </a:lnTo>
                  <a:lnTo>
                    <a:pt x="0" y="112"/>
                  </a:lnTo>
                  <a:lnTo>
                    <a:pt x="0" y="112"/>
                  </a:lnTo>
                  <a:lnTo>
                    <a:pt x="0" y="116"/>
                  </a:lnTo>
                  <a:lnTo>
                    <a:pt x="2" y="118"/>
                  </a:lnTo>
                  <a:lnTo>
                    <a:pt x="4" y="120"/>
                  </a:lnTo>
                  <a:lnTo>
                    <a:pt x="8" y="120"/>
                  </a:lnTo>
                  <a:close/>
                  <a:moveTo>
                    <a:pt x="8" y="8"/>
                  </a:moveTo>
                  <a:lnTo>
                    <a:pt x="24" y="8"/>
                  </a:lnTo>
                  <a:lnTo>
                    <a:pt x="24" y="112"/>
                  </a:lnTo>
                  <a:lnTo>
                    <a:pt x="8" y="112"/>
                  </a:lnTo>
                  <a:lnTo>
                    <a:pt x="8" y="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58" name="Freeform 135"/>
            <p:cNvSpPr>
              <a:spLocks noEditPoints="1"/>
            </p:cNvSpPr>
            <p:nvPr/>
          </p:nvSpPr>
          <p:spPr bwMode="auto">
            <a:xfrm>
              <a:off x="2514600" y="2127250"/>
              <a:ext cx="50800" cy="190500"/>
            </a:xfrm>
            <a:custGeom>
              <a:avLst/>
              <a:gdLst/>
              <a:ahLst/>
              <a:cxnLst>
                <a:cxn ang="0">
                  <a:pos x="8" y="120"/>
                </a:cxn>
                <a:cxn ang="0">
                  <a:pos x="24" y="120"/>
                </a:cxn>
                <a:cxn ang="0">
                  <a:pos x="24" y="120"/>
                </a:cxn>
                <a:cxn ang="0">
                  <a:pos x="28" y="120"/>
                </a:cxn>
                <a:cxn ang="0">
                  <a:pos x="30" y="118"/>
                </a:cxn>
                <a:cxn ang="0">
                  <a:pos x="32" y="116"/>
                </a:cxn>
                <a:cxn ang="0">
                  <a:pos x="32" y="112"/>
                </a:cxn>
                <a:cxn ang="0">
                  <a:pos x="32" y="8"/>
                </a:cxn>
                <a:cxn ang="0">
                  <a:pos x="32" y="8"/>
                </a:cxn>
                <a:cxn ang="0">
                  <a:pos x="32" y="4"/>
                </a:cxn>
                <a:cxn ang="0">
                  <a:pos x="30" y="2"/>
                </a:cxn>
                <a:cxn ang="0">
                  <a:pos x="28" y="0"/>
                </a:cxn>
                <a:cxn ang="0">
                  <a:pos x="24" y="0"/>
                </a:cxn>
                <a:cxn ang="0">
                  <a:pos x="8" y="0"/>
                </a:cxn>
                <a:cxn ang="0">
                  <a:pos x="8" y="0"/>
                </a:cxn>
                <a:cxn ang="0">
                  <a:pos x="4" y="0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8"/>
                </a:cxn>
                <a:cxn ang="0">
                  <a:pos x="0" y="112"/>
                </a:cxn>
                <a:cxn ang="0">
                  <a:pos x="0" y="112"/>
                </a:cxn>
                <a:cxn ang="0">
                  <a:pos x="0" y="116"/>
                </a:cxn>
                <a:cxn ang="0">
                  <a:pos x="2" y="118"/>
                </a:cxn>
                <a:cxn ang="0">
                  <a:pos x="4" y="120"/>
                </a:cxn>
                <a:cxn ang="0">
                  <a:pos x="8" y="120"/>
                </a:cxn>
                <a:cxn ang="0">
                  <a:pos x="8" y="8"/>
                </a:cxn>
                <a:cxn ang="0">
                  <a:pos x="24" y="8"/>
                </a:cxn>
                <a:cxn ang="0">
                  <a:pos x="24" y="112"/>
                </a:cxn>
                <a:cxn ang="0">
                  <a:pos x="8" y="112"/>
                </a:cxn>
                <a:cxn ang="0">
                  <a:pos x="8" y="8"/>
                </a:cxn>
              </a:cxnLst>
              <a:rect l="0" t="0" r="r" b="b"/>
              <a:pathLst>
                <a:path w="32" h="120">
                  <a:moveTo>
                    <a:pt x="8" y="120"/>
                  </a:moveTo>
                  <a:lnTo>
                    <a:pt x="24" y="120"/>
                  </a:lnTo>
                  <a:lnTo>
                    <a:pt x="24" y="120"/>
                  </a:lnTo>
                  <a:lnTo>
                    <a:pt x="28" y="120"/>
                  </a:lnTo>
                  <a:lnTo>
                    <a:pt x="30" y="118"/>
                  </a:lnTo>
                  <a:lnTo>
                    <a:pt x="32" y="116"/>
                  </a:lnTo>
                  <a:lnTo>
                    <a:pt x="32" y="112"/>
                  </a:lnTo>
                  <a:lnTo>
                    <a:pt x="32" y="8"/>
                  </a:lnTo>
                  <a:lnTo>
                    <a:pt x="32" y="8"/>
                  </a:lnTo>
                  <a:lnTo>
                    <a:pt x="32" y="4"/>
                  </a:lnTo>
                  <a:lnTo>
                    <a:pt x="30" y="2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8"/>
                  </a:lnTo>
                  <a:lnTo>
                    <a:pt x="0" y="112"/>
                  </a:lnTo>
                  <a:lnTo>
                    <a:pt x="0" y="112"/>
                  </a:lnTo>
                  <a:lnTo>
                    <a:pt x="0" y="116"/>
                  </a:lnTo>
                  <a:lnTo>
                    <a:pt x="2" y="118"/>
                  </a:lnTo>
                  <a:lnTo>
                    <a:pt x="4" y="120"/>
                  </a:lnTo>
                  <a:lnTo>
                    <a:pt x="8" y="120"/>
                  </a:lnTo>
                  <a:close/>
                  <a:moveTo>
                    <a:pt x="8" y="8"/>
                  </a:moveTo>
                  <a:lnTo>
                    <a:pt x="24" y="8"/>
                  </a:lnTo>
                  <a:lnTo>
                    <a:pt x="24" y="112"/>
                  </a:lnTo>
                  <a:lnTo>
                    <a:pt x="8" y="112"/>
                  </a:lnTo>
                  <a:lnTo>
                    <a:pt x="8" y="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59" name="Freeform 138"/>
            <p:cNvSpPr>
              <a:spLocks noEditPoints="1"/>
            </p:cNvSpPr>
            <p:nvPr/>
          </p:nvSpPr>
          <p:spPr bwMode="auto">
            <a:xfrm>
              <a:off x="2590800" y="2127250"/>
              <a:ext cx="50800" cy="190500"/>
            </a:xfrm>
            <a:custGeom>
              <a:avLst/>
              <a:gdLst/>
              <a:ahLst/>
              <a:cxnLst>
                <a:cxn ang="0">
                  <a:pos x="8" y="120"/>
                </a:cxn>
                <a:cxn ang="0">
                  <a:pos x="24" y="120"/>
                </a:cxn>
                <a:cxn ang="0">
                  <a:pos x="24" y="120"/>
                </a:cxn>
                <a:cxn ang="0">
                  <a:pos x="28" y="120"/>
                </a:cxn>
                <a:cxn ang="0">
                  <a:pos x="30" y="118"/>
                </a:cxn>
                <a:cxn ang="0">
                  <a:pos x="32" y="116"/>
                </a:cxn>
                <a:cxn ang="0">
                  <a:pos x="32" y="112"/>
                </a:cxn>
                <a:cxn ang="0">
                  <a:pos x="32" y="8"/>
                </a:cxn>
                <a:cxn ang="0">
                  <a:pos x="32" y="8"/>
                </a:cxn>
                <a:cxn ang="0">
                  <a:pos x="32" y="4"/>
                </a:cxn>
                <a:cxn ang="0">
                  <a:pos x="30" y="2"/>
                </a:cxn>
                <a:cxn ang="0">
                  <a:pos x="28" y="0"/>
                </a:cxn>
                <a:cxn ang="0">
                  <a:pos x="24" y="0"/>
                </a:cxn>
                <a:cxn ang="0">
                  <a:pos x="8" y="0"/>
                </a:cxn>
                <a:cxn ang="0">
                  <a:pos x="8" y="0"/>
                </a:cxn>
                <a:cxn ang="0">
                  <a:pos x="4" y="0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8"/>
                </a:cxn>
                <a:cxn ang="0">
                  <a:pos x="0" y="112"/>
                </a:cxn>
                <a:cxn ang="0">
                  <a:pos x="0" y="112"/>
                </a:cxn>
                <a:cxn ang="0">
                  <a:pos x="0" y="116"/>
                </a:cxn>
                <a:cxn ang="0">
                  <a:pos x="2" y="118"/>
                </a:cxn>
                <a:cxn ang="0">
                  <a:pos x="4" y="120"/>
                </a:cxn>
                <a:cxn ang="0">
                  <a:pos x="8" y="120"/>
                </a:cxn>
                <a:cxn ang="0">
                  <a:pos x="8" y="8"/>
                </a:cxn>
                <a:cxn ang="0">
                  <a:pos x="24" y="8"/>
                </a:cxn>
                <a:cxn ang="0">
                  <a:pos x="24" y="112"/>
                </a:cxn>
                <a:cxn ang="0">
                  <a:pos x="8" y="112"/>
                </a:cxn>
                <a:cxn ang="0">
                  <a:pos x="8" y="8"/>
                </a:cxn>
              </a:cxnLst>
              <a:rect l="0" t="0" r="r" b="b"/>
              <a:pathLst>
                <a:path w="32" h="120">
                  <a:moveTo>
                    <a:pt x="8" y="120"/>
                  </a:moveTo>
                  <a:lnTo>
                    <a:pt x="24" y="120"/>
                  </a:lnTo>
                  <a:lnTo>
                    <a:pt x="24" y="120"/>
                  </a:lnTo>
                  <a:lnTo>
                    <a:pt x="28" y="120"/>
                  </a:lnTo>
                  <a:lnTo>
                    <a:pt x="30" y="118"/>
                  </a:lnTo>
                  <a:lnTo>
                    <a:pt x="32" y="116"/>
                  </a:lnTo>
                  <a:lnTo>
                    <a:pt x="32" y="112"/>
                  </a:lnTo>
                  <a:lnTo>
                    <a:pt x="32" y="8"/>
                  </a:lnTo>
                  <a:lnTo>
                    <a:pt x="32" y="8"/>
                  </a:lnTo>
                  <a:lnTo>
                    <a:pt x="32" y="4"/>
                  </a:lnTo>
                  <a:lnTo>
                    <a:pt x="30" y="2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8"/>
                  </a:lnTo>
                  <a:lnTo>
                    <a:pt x="0" y="112"/>
                  </a:lnTo>
                  <a:lnTo>
                    <a:pt x="0" y="112"/>
                  </a:lnTo>
                  <a:lnTo>
                    <a:pt x="0" y="116"/>
                  </a:lnTo>
                  <a:lnTo>
                    <a:pt x="2" y="118"/>
                  </a:lnTo>
                  <a:lnTo>
                    <a:pt x="4" y="120"/>
                  </a:lnTo>
                  <a:lnTo>
                    <a:pt x="8" y="120"/>
                  </a:lnTo>
                  <a:close/>
                  <a:moveTo>
                    <a:pt x="8" y="8"/>
                  </a:moveTo>
                  <a:lnTo>
                    <a:pt x="24" y="8"/>
                  </a:lnTo>
                  <a:lnTo>
                    <a:pt x="24" y="112"/>
                  </a:lnTo>
                  <a:lnTo>
                    <a:pt x="8" y="112"/>
                  </a:lnTo>
                  <a:lnTo>
                    <a:pt x="8" y="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</p:grpSp>
      <p:grpSp>
        <p:nvGrpSpPr>
          <p:cNvPr id="48" name="Group 47"/>
          <p:cNvGrpSpPr/>
          <p:nvPr/>
        </p:nvGrpSpPr>
        <p:grpSpPr>
          <a:xfrm>
            <a:off x="3582225" y="4479578"/>
            <a:ext cx="465099" cy="406961"/>
            <a:chOff x="4775200" y="3613150"/>
            <a:chExt cx="406400" cy="355600"/>
          </a:xfrm>
          <a:solidFill>
            <a:schemeClr val="accent1"/>
          </a:solidFill>
        </p:grpSpPr>
        <p:sp>
          <p:nvSpPr>
            <p:cNvPr id="54" name="Freeform 21"/>
            <p:cNvSpPr>
              <a:spLocks noEditPoints="1"/>
            </p:cNvSpPr>
            <p:nvPr/>
          </p:nvSpPr>
          <p:spPr bwMode="auto">
            <a:xfrm>
              <a:off x="4775200" y="3613150"/>
              <a:ext cx="406400" cy="355600"/>
            </a:xfrm>
            <a:custGeom>
              <a:avLst/>
              <a:gdLst/>
              <a:ahLst/>
              <a:cxnLst>
                <a:cxn ang="0">
                  <a:pos x="256" y="132"/>
                </a:cxn>
                <a:cxn ang="0">
                  <a:pos x="224" y="12"/>
                </a:cxn>
                <a:cxn ang="0">
                  <a:pos x="224" y="12"/>
                </a:cxn>
                <a:cxn ang="0">
                  <a:pos x="222" y="6"/>
                </a:cxn>
                <a:cxn ang="0">
                  <a:pos x="218" y="4"/>
                </a:cxn>
                <a:cxn ang="0">
                  <a:pos x="214" y="0"/>
                </a:cxn>
                <a:cxn ang="0">
                  <a:pos x="208" y="0"/>
                </a:cxn>
                <a:cxn ang="0">
                  <a:pos x="128" y="0"/>
                </a:cxn>
                <a:cxn ang="0">
                  <a:pos x="48" y="0"/>
                </a:cxn>
                <a:cxn ang="0">
                  <a:pos x="48" y="0"/>
                </a:cxn>
                <a:cxn ang="0">
                  <a:pos x="42" y="0"/>
                </a:cxn>
                <a:cxn ang="0">
                  <a:pos x="38" y="4"/>
                </a:cxn>
                <a:cxn ang="0">
                  <a:pos x="34" y="6"/>
                </a:cxn>
                <a:cxn ang="0">
                  <a:pos x="32" y="12"/>
                </a:cxn>
                <a:cxn ang="0">
                  <a:pos x="0" y="132"/>
                </a:cxn>
                <a:cxn ang="0">
                  <a:pos x="0" y="132"/>
                </a:cxn>
                <a:cxn ang="0">
                  <a:pos x="0" y="136"/>
                </a:cxn>
                <a:cxn ang="0">
                  <a:pos x="0" y="192"/>
                </a:cxn>
                <a:cxn ang="0">
                  <a:pos x="0" y="192"/>
                </a:cxn>
                <a:cxn ang="0">
                  <a:pos x="0" y="198"/>
                </a:cxn>
                <a:cxn ang="0">
                  <a:pos x="2" y="204"/>
                </a:cxn>
                <a:cxn ang="0">
                  <a:pos x="10" y="214"/>
                </a:cxn>
                <a:cxn ang="0">
                  <a:pos x="20" y="222"/>
                </a:cxn>
                <a:cxn ang="0">
                  <a:pos x="26" y="224"/>
                </a:cxn>
                <a:cxn ang="0">
                  <a:pos x="32" y="224"/>
                </a:cxn>
                <a:cxn ang="0">
                  <a:pos x="224" y="224"/>
                </a:cxn>
                <a:cxn ang="0">
                  <a:pos x="224" y="224"/>
                </a:cxn>
                <a:cxn ang="0">
                  <a:pos x="230" y="224"/>
                </a:cxn>
                <a:cxn ang="0">
                  <a:pos x="236" y="222"/>
                </a:cxn>
                <a:cxn ang="0">
                  <a:pos x="246" y="214"/>
                </a:cxn>
                <a:cxn ang="0">
                  <a:pos x="254" y="204"/>
                </a:cxn>
                <a:cxn ang="0">
                  <a:pos x="256" y="198"/>
                </a:cxn>
                <a:cxn ang="0">
                  <a:pos x="256" y="192"/>
                </a:cxn>
                <a:cxn ang="0">
                  <a:pos x="256" y="136"/>
                </a:cxn>
                <a:cxn ang="0">
                  <a:pos x="256" y="136"/>
                </a:cxn>
                <a:cxn ang="0">
                  <a:pos x="256" y="132"/>
                </a:cxn>
                <a:cxn ang="0">
                  <a:pos x="240" y="192"/>
                </a:cxn>
                <a:cxn ang="0">
                  <a:pos x="240" y="192"/>
                </a:cxn>
                <a:cxn ang="0">
                  <a:pos x="238" y="198"/>
                </a:cxn>
                <a:cxn ang="0">
                  <a:pos x="236" y="204"/>
                </a:cxn>
                <a:cxn ang="0">
                  <a:pos x="230" y="206"/>
                </a:cxn>
                <a:cxn ang="0">
                  <a:pos x="224" y="208"/>
                </a:cxn>
                <a:cxn ang="0">
                  <a:pos x="32" y="208"/>
                </a:cxn>
                <a:cxn ang="0">
                  <a:pos x="32" y="208"/>
                </a:cxn>
                <a:cxn ang="0">
                  <a:pos x="26" y="206"/>
                </a:cxn>
                <a:cxn ang="0">
                  <a:pos x="20" y="204"/>
                </a:cxn>
                <a:cxn ang="0">
                  <a:pos x="18" y="198"/>
                </a:cxn>
                <a:cxn ang="0">
                  <a:pos x="16" y="192"/>
                </a:cxn>
                <a:cxn ang="0">
                  <a:pos x="16" y="136"/>
                </a:cxn>
                <a:cxn ang="0">
                  <a:pos x="48" y="16"/>
                </a:cxn>
                <a:cxn ang="0">
                  <a:pos x="208" y="16"/>
                </a:cxn>
                <a:cxn ang="0">
                  <a:pos x="240" y="136"/>
                </a:cxn>
                <a:cxn ang="0">
                  <a:pos x="240" y="192"/>
                </a:cxn>
              </a:cxnLst>
              <a:rect l="0" t="0" r="r" b="b"/>
              <a:pathLst>
                <a:path w="256" h="224">
                  <a:moveTo>
                    <a:pt x="256" y="132"/>
                  </a:moveTo>
                  <a:lnTo>
                    <a:pt x="224" y="12"/>
                  </a:lnTo>
                  <a:lnTo>
                    <a:pt x="224" y="12"/>
                  </a:lnTo>
                  <a:lnTo>
                    <a:pt x="222" y="6"/>
                  </a:lnTo>
                  <a:lnTo>
                    <a:pt x="218" y="4"/>
                  </a:lnTo>
                  <a:lnTo>
                    <a:pt x="214" y="0"/>
                  </a:lnTo>
                  <a:lnTo>
                    <a:pt x="208" y="0"/>
                  </a:lnTo>
                  <a:lnTo>
                    <a:pt x="128" y="0"/>
                  </a:lnTo>
                  <a:lnTo>
                    <a:pt x="48" y="0"/>
                  </a:lnTo>
                  <a:lnTo>
                    <a:pt x="48" y="0"/>
                  </a:lnTo>
                  <a:lnTo>
                    <a:pt x="42" y="0"/>
                  </a:lnTo>
                  <a:lnTo>
                    <a:pt x="38" y="4"/>
                  </a:lnTo>
                  <a:lnTo>
                    <a:pt x="34" y="6"/>
                  </a:lnTo>
                  <a:lnTo>
                    <a:pt x="32" y="12"/>
                  </a:lnTo>
                  <a:lnTo>
                    <a:pt x="0" y="132"/>
                  </a:lnTo>
                  <a:lnTo>
                    <a:pt x="0" y="132"/>
                  </a:lnTo>
                  <a:lnTo>
                    <a:pt x="0" y="136"/>
                  </a:lnTo>
                  <a:lnTo>
                    <a:pt x="0" y="192"/>
                  </a:lnTo>
                  <a:lnTo>
                    <a:pt x="0" y="192"/>
                  </a:lnTo>
                  <a:lnTo>
                    <a:pt x="0" y="198"/>
                  </a:lnTo>
                  <a:lnTo>
                    <a:pt x="2" y="204"/>
                  </a:lnTo>
                  <a:lnTo>
                    <a:pt x="10" y="214"/>
                  </a:lnTo>
                  <a:lnTo>
                    <a:pt x="20" y="222"/>
                  </a:lnTo>
                  <a:lnTo>
                    <a:pt x="26" y="224"/>
                  </a:lnTo>
                  <a:lnTo>
                    <a:pt x="32" y="224"/>
                  </a:lnTo>
                  <a:lnTo>
                    <a:pt x="224" y="224"/>
                  </a:lnTo>
                  <a:lnTo>
                    <a:pt x="224" y="224"/>
                  </a:lnTo>
                  <a:lnTo>
                    <a:pt x="230" y="224"/>
                  </a:lnTo>
                  <a:lnTo>
                    <a:pt x="236" y="222"/>
                  </a:lnTo>
                  <a:lnTo>
                    <a:pt x="246" y="214"/>
                  </a:lnTo>
                  <a:lnTo>
                    <a:pt x="254" y="204"/>
                  </a:lnTo>
                  <a:lnTo>
                    <a:pt x="256" y="198"/>
                  </a:lnTo>
                  <a:lnTo>
                    <a:pt x="256" y="192"/>
                  </a:lnTo>
                  <a:lnTo>
                    <a:pt x="256" y="136"/>
                  </a:lnTo>
                  <a:lnTo>
                    <a:pt x="256" y="136"/>
                  </a:lnTo>
                  <a:lnTo>
                    <a:pt x="256" y="132"/>
                  </a:lnTo>
                  <a:close/>
                  <a:moveTo>
                    <a:pt x="240" y="192"/>
                  </a:moveTo>
                  <a:lnTo>
                    <a:pt x="240" y="192"/>
                  </a:lnTo>
                  <a:lnTo>
                    <a:pt x="238" y="198"/>
                  </a:lnTo>
                  <a:lnTo>
                    <a:pt x="236" y="204"/>
                  </a:lnTo>
                  <a:lnTo>
                    <a:pt x="230" y="206"/>
                  </a:lnTo>
                  <a:lnTo>
                    <a:pt x="224" y="208"/>
                  </a:lnTo>
                  <a:lnTo>
                    <a:pt x="32" y="208"/>
                  </a:lnTo>
                  <a:lnTo>
                    <a:pt x="32" y="208"/>
                  </a:lnTo>
                  <a:lnTo>
                    <a:pt x="26" y="206"/>
                  </a:lnTo>
                  <a:lnTo>
                    <a:pt x="20" y="204"/>
                  </a:lnTo>
                  <a:lnTo>
                    <a:pt x="18" y="198"/>
                  </a:lnTo>
                  <a:lnTo>
                    <a:pt x="16" y="192"/>
                  </a:lnTo>
                  <a:lnTo>
                    <a:pt x="16" y="136"/>
                  </a:lnTo>
                  <a:lnTo>
                    <a:pt x="48" y="16"/>
                  </a:lnTo>
                  <a:lnTo>
                    <a:pt x="208" y="16"/>
                  </a:lnTo>
                  <a:lnTo>
                    <a:pt x="240" y="136"/>
                  </a:lnTo>
                  <a:lnTo>
                    <a:pt x="240" y="19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55" name="Freeform 24"/>
            <p:cNvSpPr>
              <a:spLocks noEditPoints="1"/>
            </p:cNvSpPr>
            <p:nvPr/>
          </p:nvSpPr>
          <p:spPr bwMode="auto">
            <a:xfrm>
              <a:off x="4822825" y="3663950"/>
              <a:ext cx="311150" cy="228600"/>
            </a:xfrm>
            <a:custGeom>
              <a:avLst/>
              <a:gdLst/>
              <a:ahLst/>
              <a:cxnLst>
                <a:cxn ang="0">
                  <a:pos x="160" y="0"/>
                </a:cxn>
                <a:cxn ang="0">
                  <a:pos x="36" y="0"/>
                </a:cxn>
                <a:cxn ang="0">
                  <a:pos x="36" y="0"/>
                </a:cxn>
                <a:cxn ang="0">
                  <a:pos x="32" y="2"/>
                </a:cxn>
                <a:cxn ang="0">
                  <a:pos x="28" y="6"/>
                </a:cxn>
                <a:cxn ang="0">
                  <a:pos x="0" y="102"/>
                </a:cxn>
                <a:cxn ang="0">
                  <a:pos x="0" y="102"/>
                </a:cxn>
                <a:cxn ang="0">
                  <a:pos x="0" y="106"/>
                </a:cxn>
                <a:cxn ang="0">
                  <a:pos x="2" y="108"/>
                </a:cxn>
                <a:cxn ang="0">
                  <a:pos x="2" y="108"/>
                </a:cxn>
                <a:cxn ang="0">
                  <a:pos x="4" y="112"/>
                </a:cxn>
                <a:cxn ang="0">
                  <a:pos x="8" y="112"/>
                </a:cxn>
                <a:cxn ang="0">
                  <a:pos x="32" y="112"/>
                </a:cxn>
                <a:cxn ang="0">
                  <a:pos x="40" y="112"/>
                </a:cxn>
                <a:cxn ang="0">
                  <a:pos x="46" y="112"/>
                </a:cxn>
                <a:cxn ang="0">
                  <a:pos x="56" y="136"/>
                </a:cxn>
                <a:cxn ang="0">
                  <a:pos x="56" y="136"/>
                </a:cxn>
                <a:cxn ang="0">
                  <a:pos x="60" y="138"/>
                </a:cxn>
                <a:cxn ang="0">
                  <a:pos x="62" y="142"/>
                </a:cxn>
                <a:cxn ang="0">
                  <a:pos x="66" y="144"/>
                </a:cxn>
                <a:cxn ang="0">
                  <a:pos x="70" y="144"/>
                </a:cxn>
                <a:cxn ang="0">
                  <a:pos x="126" y="144"/>
                </a:cxn>
                <a:cxn ang="0">
                  <a:pos x="126" y="144"/>
                </a:cxn>
                <a:cxn ang="0">
                  <a:pos x="130" y="144"/>
                </a:cxn>
                <a:cxn ang="0">
                  <a:pos x="134" y="142"/>
                </a:cxn>
                <a:cxn ang="0">
                  <a:pos x="136" y="138"/>
                </a:cxn>
                <a:cxn ang="0">
                  <a:pos x="140" y="136"/>
                </a:cxn>
                <a:cxn ang="0">
                  <a:pos x="150" y="112"/>
                </a:cxn>
                <a:cxn ang="0">
                  <a:pos x="156" y="112"/>
                </a:cxn>
                <a:cxn ang="0">
                  <a:pos x="164" y="112"/>
                </a:cxn>
                <a:cxn ang="0">
                  <a:pos x="188" y="112"/>
                </a:cxn>
                <a:cxn ang="0">
                  <a:pos x="188" y="112"/>
                </a:cxn>
                <a:cxn ang="0">
                  <a:pos x="192" y="112"/>
                </a:cxn>
                <a:cxn ang="0">
                  <a:pos x="194" y="108"/>
                </a:cxn>
                <a:cxn ang="0">
                  <a:pos x="194" y="108"/>
                </a:cxn>
                <a:cxn ang="0">
                  <a:pos x="196" y="106"/>
                </a:cxn>
                <a:cxn ang="0">
                  <a:pos x="196" y="102"/>
                </a:cxn>
                <a:cxn ang="0">
                  <a:pos x="168" y="6"/>
                </a:cxn>
                <a:cxn ang="0">
                  <a:pos x="168" y="6"/>
                </a:cxn>
                <a:cxn ang="0">
                  <a:pos x="164" y="2"/>
                </a:cxn>
                <a:cxn ang="0">
                  <a:pos x="160" y="0"/>
                </a:cxn>
                <a:cxn ang="0">
                  <a:pos x="164" y="96"/>
                </a:cxn>
                <a:cxn ang="0">
                  <a:pos x="150" y="96"/>
                </a:cxn>
                <a:cxn ang="0">
                  <a:pos x="150" y="96"/>
                </a:cxn>
                <a:cxn ang="0">
                  <a:pos x="146" y="96"/>
                </a:cxn>
                <a:cxn ang="0">
                  <a:pos x="142" y="98"/>
                </a:cxn>
                <a:cxn ang="0">
                  <a:pos x="140" y="102"/>
                </a:cxn>
                <a:cxn ang="0">
                  <a:pos x="136" y="104"/>
                </a:cxn>
                <a:cxn ang="0">
                  <a:pos x="126" y="128"/>
                </a:cxn>
                <a:cxn ang="0">
                  <a:pos x="70" y="128"/>
                </a:cxn>
                <a:cxn ang="0">
                  <a:pos x="60" y="104"/>
                </a:cxn>
                <a:cxn ang="0">
                  <a:pos x="60" y="104"/>
                </a:cxn>
                <a:cxn ang="0">
                  <a:pos x="56" y="102"/>
                </a:cxn>
                <a:cxn ang="0">
                  <a:pos x="54" y="98"/>
                </a:cxn>
                <a:cxn ang="0">
                  <a:pos x="50" y="96"/>
                </a:cxn>
                <a:cxn ang="0">
                  <a:pos x="46" y="96"/>
                </a:cxn>
                <a:cxn ang="0">
                  <a:pos x="32" y="96"/>
                </a:cxn>
                <a:cxn ang="0">
                  <a:pos x="12" y="96"/>
                </a:cxn>
                <a:cxn ang="0">
                  <a:pos x="36" y="8"/>
                </a:cxn>
                <a:cxn ang="0">
                  <a:pos x="160" y="8"/>
                </a:cxn>
                <a:cxn ang="0">
                  <a:pos x="184" y="96"/>
                </a:cxn>
                <a:cxn ang="0">
                  <a:pos x="164" y="96"/>
                </a:cxn>
              </a:cxnLst>
              <a:rect l="0" t="0" r="r" b="b"/>
              <a:pathLst>
                <a:path w="196" h="144">
                  <a:moveTo>
                    <a:pt x="160" y="0"/>
                  </a:moveTo>
                  <a:lnTo>
                    <a:pt x="36" y="0"/>
                  </a:lnTo>
                  <a:lnTo>
                    <a:pt x="36" y="0"/>
                  </a:lnTo>
                  <a:lnTo>
                    <a:pt x="32" y="2"/>
                  </a:lnTo>
                  <a:lnTo>
                    <a:pt x="28" y="6"/>
                  </a:lnTo>
                  <a:lnTo>
                    <a:pt x="0" y="102"/>
                  </a:lnTo>
                  <a:lnTo>
                    <a:pt x="0" y="102"/>
                  </a:lnTo>
                  <a:lnTo>
                    <a:pt x="0" y="106"/>
                  </a:lnTo>
                  <a:lnTo>
                    <a:pt x="2" y="108"/>
                  </a:lnTo>
                  <a:lnTo>
                    <a:pt x="2" y="108"/>
                  </a:lnTo>
                  <a:lnTo>
                    <a:pt x="4" y="112"/>
                  </a:lnTo>
                  <a:lnTo>
                    <a:pt x="8" y="112"/>
                  </a:lnTo>
                  <a:lnTo>
                    <a:pt x="32" y="112"/>
                  </a:lnTo>
                  <a:lnTo>
                    <a:pt x="40" y="112"/>
                  </a:lnTo>
                  <a:lnTo>
                    <a:pt x="46" y="112"/>
                  </a:lnTo>
                  <a:lnTo>
                    <a:pt x="56" y="136"/>
                  </a:lnTo>
                  <a:lnTo>
                    <a:pt x="56" y="136"/>
                  </a:lnTo>
                  <a:lnTo>
                    <a:pt x="60" y="138"/>
                  </a:lnTo>
                  <a:lnTo>
                    <a:pt x="62" y="142"/>
                  </a:lnTo>
                  <a:lnTo>
                    <a:pt x="66" y="144"/>
                  </a:lnTo>
                  <a:lnTo>
                    <a:pt x="70" y="144"/>
                  </a:lnTo>
                  <a:lnTo>
                    <a:pt x="126" y="144"/>
                  </a:lnTo>
                  <a:lnTo>
                    <a:pt x="126" y="144"/>
                  </a:lnTo>
                  <a:lnTo>
                    <a:pt x="130" y="144"/>
                  </a:lnTo>
                  <a:lnTo>
                    <a:pt x="134" y="142"/>
                  </a:lnTo>
                  <a:lnTo>
                    <a:pt x="136" y="138"/>
                  </a:lnTo>
                  <a:lnTo>
                    <a:pt x="140" y="136"/>
                  </a:lnTo>
                  <a:lnTo>
                    <a:pt x="150" y="112"/>
                  </a:lnTo>
                  <a:lnTo>
                    <a:pt x="156" y="112"/>
                  </a:lnTo>
                  <a:lnTo>
                    <a:pt x="164" y="112"/>
                  </a:lnTo>
                  <a:lnTo>
                    <a:pt x="188" y="112"/>
                  </a:lnTo>
                  <a:lnTo>
                    <a:pt x="188" y="112"/>
                  </a:lnTo>
                  <a:lnTo>
                    <a:pt x="192" y="112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6" y="106"/>
                  </a:lnTo>
                  <a:lnTo>
                    <a:pt x="196" y="102"/>
                  </a:lnTo>
                  <a:lnTo>
                    <a:pt x="168" y="6"/>
                  </a:lnTo>
                  <a:lnTo>
                    <a:pt x="168" y="6"/>
                  </a:lnTo>
                  <a:lnTo>
                    <a:pt x="164" y="2"/>
                  </a:lnTo>
                  <a:lnTo>
                    <a:pt x="160" y="0"/>
                  </a:lnTo>
                  <a:close/>
                  <a:moveTo>
                    <a:pt x="164" y="96"/>
                  </a:moveTo>
                  <a:lnTo>
                    <a:pt x="150" y="96"/>
                  </a:lnTo>
                  <a:lnTo>
                    <a:pt x="150" y="96"/>
                  </a:lnTo>
                  <a:lnTo>
                    <a:pt x="146" y="96"/>
                  </a:lnTo>
                  <a:lnTo>
                    <a:pt x="142" y="98"/>
                  </a:lnTo>
                  <a:lnTo>
                    <a:pt x="140" y="102"/>
                  </a:lnTo>
                  <a:lnTo>
                    <a:pt x="136" y="104"/>
                  </a:lnTo>
                  <a:lnTo>
                    <a:pt x="126" y="128"/>
                  </a:lnTo>
                  <a:lnTo>
                    <a:pt x="70" y="128"/>
                  </a:lnTo>
                  <a:lnTo>
                    <a:pt x="60" y="104"/>
                  </a:lnTo>
                  <a:lnTo>
                    <a:pt x="60" y="104"/>
                  </a:lnTo>
                  <a:lnTo>
                    <a:pt x="56" y="102"/>
                  </a:lnTo>
                  <a:lnTo>
                    <a:pt x="54" y="98"/>
                  </a:lnTo>
                  <a:lnTo>
                    <a:pt x="50" y="96"/>
                  </a:lnTo>
                  <a:lnTo>
                    <a:pt x="46" y="96"/>
                  </a:lnTo>
                  <a:lnTo>
                    <a:pt x="32" y="96"/>
                  </a:lnTo>
                  <a:lnTo>
                    <a:pt x="12" y="96"/>
                  </a:lnTo>
                  <a:lnTo>
                    <a:pt x="36" y="8"/>
                  </a:lnTo>
                  <a:lnTo>
                    <a:pt x="160" y="8"/>
                  </a:lnTo>
                  <a:lnTo>
                    <a:pt x="184" y="96"/>
                  </a:lnTo>
                  <a:lnTo>
                    <a:pt x="164" y="9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</p:grpSp>
      <p:grpSp>
        <p:nvGrpSpPr>
          <p:cNvPr id="49" name="Group 48"/>
          <p:cNvGrpSpPr/>
          <p:nvPr/>
        </p:nvGrpSpPr>
        <p:grpSpPr>
          <a:xfrm>
            <a:off x="2710167" y="3520311"/>
            <a:ext cx="348824" cy="465099"/>
            <a:chOff x="4013200" y="2774950"/>
            <a:chExt cx="304800" cy="406400"/>
          </a:xfrm>
          <a:solidFill>
            <a:schemeClr val="accent1"/>
          </a:solidFill>
        </p:grpSpPr>
        <p:sp>
          <p:nvSpPr>
            <p:cNvPr id="52" name="Freeform 68"/>
            <p:cNvSpPr>
              <a:spLocks noEditPoints="1"/>
            </p:cNvSpPr>
            <p:nvPr/>
          </p:nvSpPr>
          <p:spPr bwMode="auto">
            <a:xfrm>
              <a:off x="4013200" y="2774950"/>
              <a:ext cx="304800" cy="406400"/>
            </a:xfrm>
            <a:custGeom>
              <a:avLst/>
              <a:gdLst/>
              <a:ahLst/>
              <a:cxnLst>
                <a:cxn ang="0">
                  <a:pos x="168" y="72"/>
                </a:cxn>
                <a:cxn ang="0">
                  <a:pos x="156" y="32"/>
                </a:cxn>
                <a:cxn ang="0">
                  <a:pos x="124" y="6"/>
                </a:cxn>
                <a:cxn ang="0">
                  <a:pos x="96" y="0"/>
                </a:cxn>
                <a:cxn ang="0">
                  <a:pos x="56" y="12"/>
                </a:cxn>
                <a:cxn ang="0">
                  <a:pos x="30" y="44"/>
                </a:cxn>
                <a:cxn ang="0">
                  <a:pos x="24" y="104"/>
                </a:cxn>
                <a:cxn ang="0">
                  <a:pos x="8" y="112"/>
                </a:cxn>
                <a:cxn ang="0">
                  <a:pos x="0" y="152"/>
                </a:cxn>
                <a:cxn ang="0">
                  <a:pos x="0" y="184"/>
                </a:cxn>
                <a:cxn ang="0">
                  <a:pos x="6" y="212"/>
                </a:cxn>
                <a:cxn ang="0">
                  <a:pos x="32" y="244"/>
                </a:cxn>
                <a:cxn ang="0">
                  <a:pos x="72" y="256"/>
                </a:cxn>
                <a:cxn ang="0">
                  <a:pos x="134" y="254"/>
                </a:cxn>
                <a:cxn ang="0">
                  <a:pos x="170" y="234"/>
                </a:cxn>
                <a:cxn ang="0">
                  <a:pos x="190" y="198"/>
                </a:cxn>
                <a:cxn ang="0">
                  <a:pos x="192" y="160"/>
                </a:cxn>
                <a:cxn ang="0">
                  <a:pos x="192" y="128"/>
                </a:cxn>
                <a:cxn ang="0">
                  <a:pos x="178" y="106"/>
                </a:cxn>
                <a:cxn ang="0">
                  <a:pos x="40" y="72"/>
                </a:cxn>
                <a:cxn ang="0">
                  <a:pos x="50" y="40"/>
                </a:cxn>
                <a:cxn ang="0">
                  <a:pos x="74" y="20"/>
                </a:cxn>
                <a:cxn ang="0">
                  <a:pos x="96" y="16"/>
                </a:cxn>
                <a:cxn ang="0">
                  <a:pos x="128" y="26"/>
                </a:cxn>
                <a:cxn ang="0">
                  <a:pos x="148" y="50"/>
                </a:cxn>
                <a:cxn ang="0">
                  <a:pos x="152" y="104"/>
                </a:cxn>
                <a:cxn ang="0">
                  <a:pos x="136" y="72"/>
                </a:cxn>
                <a:cxn ang="0">
                  <a:pos x="130" y="50"/>
                </a:cxn>
                <a:cxn ang="0">
                  <a:pos x="112" y="36"/>
                </a:cxn>
                <a:cxn ang="0">
                  <a:pos x="96" y="32"/>
                </a:cxn>
                <a:cxn ang="0">
                  <a:pos x="74" y="38"/>
                </a:cxn>
                <a:cxn ang="0">
                  <a:pos x="60" y="56"/>
                </a:cxn>
                <a:cxn ang="0">
                  <a:pos x="56" y="104"/>
                </a:cxn>
                <a:cxn ang="0">
                  <a:pos x="128" y="72"/>
                </a:cxn>
                <a:cxn ang="0">
                  <a:pos x="64" y="104"/>
                </a:cxn>
                <a:cxn ang="0">
                  <a:pos x="64" y="72"/>
                </a:cxn>
                <a:cxn ang="0">
                  <a:pos x="74" y="50"/>
                </a:cxn>
                <a:cxn ang="0">
                  <a:pos x="96" y="40"/>
                </a:cxn>
                <a:cxn ang="0">
                  <a:pos x="108" y="42"/>
                </a:cxn>
                <a:cxn ang="0">
                  <a:pos x="128" y="66"/>
                </a:cxn>
                <a:cxn ang="0">
                  <a:pos x="176" y="160"/>
                </a:cxn>
                <a:cxn ang="0">
                  <a:pos x="176" y="184"/>
                </a:cxn>
                <a:cxn ang="0">
                  <a:pos x="166" y="216"/>
                </a:cxn>
                <a:cxn ang="0">
                  <a:pos x="142" y="236"/>
                </a:cxn>
                <a:cxn ang="0">
                  <a:pos x="72" y="240"/>
                </a:cxn>
                <a:cxn ang="0">
                  <a:pos x="50" y="236"/>
                </a:cxn>
                <a:cxn ang="0">
                  <a:pos x="26" y="216"/>
                </a:cxn>
                <a:cxn ang="0">
                  <a:pos x="16" y="184"/>
                </a:cxn>
                <a:cxn ang="0">
                  <a:pos x="16" y="152"/>
                </a:cxn>
                <a:cxn ang="0">
                  <a:pos x="16" y="124"/>
                </a:cxn>
                <a:cxn ang="0">
                  <a:pos x="24" y="120"/>
                </a:cxn>
                <a:cxn ang="0">
                  <a:pos x="168" y="120"/>
                </a:cxn>
                <a:cxn ang="0">
                  <a:pos x="174" y="122"/>
                </a:cxn>
                <a:cxn ang="0">
                  <a:pos x="176" y="152"/>
                </a:cxn>
              </a:cxnLst>
              <a:rect l="0" t="0" r="r" b="b"/>
              <a:pathLst>
                <a:path w="192" h="256">
                  <a:moveTo>
                    <a:pt x="168" y="104"/>
                  </a:moveTo>
                  <a:lnTo>
                    <a:pt x="168" y="72"/>
                  </a:lnTo>
                  <a:lnTo>
                    <a:pt x="168" y="72"/>
                  </a:lnTo>
                  <a:lnTo>
                    <a:pt x="166" y="58"/>
                  </a:lnTo>
                  <a:lnTo>
                    <a:pt x="162" y="44"/>
                  </a:lnTo>
                  <a:lnTo>
                    <a:pt x="156" y="32"/>
                  </a:lnTo>
                  <a:lnTo>
                    <a:pt x="146" y="22"/>
                  </a:lnTo>
                  <a:lnTo>
                    <a:pt x="136" y="12"/>
                  </a:lnTo>
                  <a:lnTo>
                    <a:pt x="124" y="6"/>
                  </a:lnTo>
                  <a:lnTo>
                    <a:pt x="110" y="2"/>
                  </a:lnTo>
                  <a:lnTo>
                    <a:pt x="96" y="0"/>
                  </a:lnTo>
                  <a:lnTo>
                    <a:pt x="96" y="0"/>
                  </a:lnTo>
                  <a:lnTo>
                    <a:pt x="82" y="2"/>
                  </a:lnTo>
                  <a:lnTo>
                    <a:pt x="68" y="6"/>
                  </a:lnTo>
                  <a:lnTo>
                    <a:pt x="56" y="12"/>
                  </a:lnTo>
                  <a:lnTo>
                    <a:pt x="46" y="22"/>
                  </a:lnTo>
                  <a:lnTo>
                    <a:pt x="36" y="32"/>
                  </a:lnTo>
                  <a:lnTo>
                    <a:pt x="30" y="44"/>
                  </a:lnTo>
                  <a:lnTo>
                    <a:pt x="26" y="58"/>
                  </a:lnTo>
                  <a:lnTo>
                    <a:pt x="24" y="72"/>
                  </a:lnTo>
                  <a:lnTo>
                    <a:pt x="24" y="104"/>
                  </a:lnTo>
                  <a:lnTo>
                    <a:pt x="24" y="104"/>
                  </a:lnTo>
                  <a:lnTo>
                    <a:pt x="14" y="106"/>
                  </a:lnTo>
                  <a:lnTo>
                    <a:pt x="8" y="112"/>
                  </a:lnTo>
                  <a:lnTo>
                    <a:pt x="2" y="118"/>
                  </a:lnTo>
                  <a:lnTo>
                    <a:pt x="0" y="128"/>
                  </a:lnTo>
                  <a:lnTo>
                    <a:pt x="0" y="152"/>
                  </a:lnTo>
                  <a:lnTo>
                    <a:pt x="0" y="160"/>
                  </a:lnTo>
                  <a:lnTo>
                    <a:pt x="0" y="176"/>
                  </a:lnTo>
                  <a:lnTo>
                    <a:pt x="0" y="184"/>
                  </a:lnTo>
                  <a:lnTo>
                    <a:pt x="0" y="184"/>
                  </a:lnTo>
                  <a:lnTo>
                    <a:pt x="2" y="198"/>
                  </a:lnTo>
                  <a:lnTo>
                    <a:pt x="6" y="212"/>
                  </a:lnTo>
                  <a:lnTo>
                    <a:pt x="12" y="224"/>
                  </a:lnTo>
                  <a:lnTo>
                    <a:pt x="22" y="234"/>
                  </a:lnTo>
                  <a:lnTo>
                    <a:pt x="32" y="244"/>
                  </a:lnTo>
                  <a:lnTo>
                    <a:pt x="44" y="250"/>
                  </a:lnTo>
                  <a:lnTo>
                    <a:pt x="58" y="254"/>
                  </a:lnTo>
                  <a:lnTo>
                    <a:pt x="72" y="256"/>
                  </a:lnTo>
                  <a:lnTo>
                    <a:pt x="120" y="256"/>
                  </a:lnTo>
                  <a:lnTo>
                    <a:pt x="120" y="256"/>
                  </a:lnTo>
                  <a:lnTo>
                    <a:pt x="134" y="254"/>
                  </a:lnTo>
                  <a:lnTo>
                    <a:pt x="148" y="250"/>
                  </a:lnTo>
                  <a:lnTo>
                    <a:pt x="160" y="244"/>
                  </a:lnTo>
                  <a:lnTo>
                    <a:pt x="170" y="234"/>
                  </a:lnTo>
                  <a:lnTo>
                    <a:pt x="180" y="224"/>
                  </a:lnTo>
                  <a:lnTo>
                    <a:pt x="186" y="212"/>
                  </a:lnTo>
                  <a:lnTo>
                    <a:pt x="190" y="198"/>
                  </a:lnTo>
                  <a:lnTo>
                    <a:pt x="192" y="184"/>
                  </a:lnTo>
                  <a:lnTo>
                    <a:pt x="192" y="176"/>
                  </a:lnTo>
                  <a:lnTo>
                    <a:pt x="192" y="160"/>
                  </a:lnTo>
                  <a:lnTo>
                    <a:pt x="192" y="152"/>
                  </a:lnTo>
                  <a:lnTo>
                    <a:pt x="192" y="128"/>
                  </a:lnTo>
                  <a:lnTo>
                    <a:pt x="192" y="128"/>
                  </a:lnTo>
                  <a:lnTo>
                    <a:pt x="190" y="118"/>
                  </a:lnTo>
                  <a:lnTo>
                    <a:pt x="184" y="112"/>
                  </a:lnTo>
                  <a:lnTo>
                    <a:pt x="178" y="106"/>
                  </a:lnTo>
                  <a:lnTo>
                    <a:pt x="168" y="104"/>
                  </a:lnTo>
                  <a:close/>
                  <a:moveTo>
                    <a:pt x="40" y="72"/>
                  </a:moveTo>
                  <a:lnTo>
                    <a:pt x="40" y="72"/>
                  </a:lnTo>
                  <a:lnTo>
                    <a:pt x="42" y="60"/>
                  </a:lnTo>
                  <a:lnTo>
                    <a:pt x="44" y="50"/>
                  </a:lnTo>
                  <a:lnTo>
                    <a:pt x="50" y="40"/>
                  </a:lnTo>
                  <a:lnTo>
                    <a:pt x="56" y="32"/>
                  </a:lnTo>
                  <a:lnTo>
                    <a:pt x="64" y="26"/>
                  </a:lnTo>
                  <a:lnTo>
                    <a:pt x="74" y="20"/>
                  </a:lnTo>
                  <a:lnTo>
                    <a:pt x="84" y="18"/>
                  </a:lnTo>
                  <a:lnTo>
                    <a:pt x="96" y="16"/>
                  </a:lnTo>
                  <a:lnTo>
                    <a:pt x="96" y="16"/>
                  </a:lnTo>
                  <a:lnTo>
                    <a:pt x="108" y="18"/>
                  </a:lnTo>
                  <a:lnTo>
                    <a:pt x="118" y="20"/>
                  </a:lnTo>
                  <a:lnTo>
                    <a:pt x="128" y="26"/>
                  </a:lnTo>
                  <a:lnTo>
                    <a:pt x="136" y="32"/>
                  </a:lnTo>
                  <a:lnTo>
                    <a:pt x="142" y="40"/>
                  </a:lnTo>
                  <a:lnTo>
                    <a:pt x="148" y="50"/>
                  </a:lnTo>
                  <a:lnTo>
                    <a:pt x="150" y="60"/>
                  </a:lnTo>
                  <a:lnTo>
                    <a:pt x="152" y="72"/>
                  </a:lnTo>
                  <a:lnTo>
                    <a:pt x="152" y="104"/>
                  </a:lnTo>
                  <a:lnTo>
                    <a:pt x="136" y="104"/>
                  </a:lnTo>
                  <a:lnTo>
                    <a:pt x="136" y="72"/>
                  </a:lnTo>
                  <a:lnTo>
                    <a:pt x="136" y="72"/>
                  </a:lnTo>
                  <a:lnTo>
                    <a:pt x="136" y="64"/>
                  </a:lnTo>
                  <a:lnTo>
                    <a:pt x="132" y="56"/>
                  </a:lnTo>
                  <a:lnTo>
                    <a:pt x="130" y="50"/>
                  </a:lnTo>
                  <a:lnTo>
                    <a:pt x="124" y="44"/>
                  </a:lnTo>
                  <a:lnTo>
                    <a:pt x="118" y="38"/>
                  </a:lnTo>
                  <a:lnTo>
                    <a:pt x="112" y="36"/>
                  </a:lnTo>
                  <a:lnTo>
                    <a:pt x="104" y="32"/>
                  </a:lnTo>
                  <a:lnTo>
                    <a:pt x="96" y="32"/>
                  </a:lnTo>
                  <a:lnTo>
                    <a:pt x="96" y="32"/>
                  </a:lnTo>
                  <a:lnTo>
                    <a:pt x="88" y="32"/>
                  </a:lnTo>
                  <a:lnTo>
                    <a:pt x="80" y="36"/>
                  </a:lnTo>
                  <a:lnTo>
                    <a:pt x="74" y="38"/>
                  </a:lnTo>
                  <a:lnTo>
                    <a:pt x="68" y="44"/>
                  </a:lnTo>
                  <a:lnTo>
                    <a:pt x="62" y="50"/>
                  </a:lnTo>
                  <a:lnTo>
                    <a:pt x="60" y="56"/>
                  </a:lnTo>
                  <a:lnTo>
                    <a:pt x="56" y="64"/>
                  </a:lnTo>
                  <a:lnTo>
                    <a:pt x="56" y="72"/>
                  </a:lnTo>
                  <a:lnTo>
                    <a:pt x="56" y="104"/>
                  </a:lnTo>
                  <a:lnTo>
                    <a:pt x="40" y="104"/>
                  </a:lnTo>
                  <a:lnTo>
                    <a:pt x="40" y="72"/>
                  </a:lnTo>
                  <a:close/>
                  <a:moveTo>
                    <a:pt x="128" y="72"/>
                  </a:moveTo>
                  <a:lnTo>
                    <a:pt x="128" y="72"/>
                  </a:lnTo>
                  <a:lnTo>
                    <a:pt x="128" y="104"/>
                  </a:lnTo>
                  <a:lnTo>
                    <a:pt x="64" y="104"/>
                  </a:lnTo>
                  <a:lnTo>
                    <a:pt x="64" y="72"/>
                  </a:lnTo>
                  <a:lnTo>
                    <a:pt x="64" y="72"/>
                  </a:lnTo>
                  <a:lnTo>
                    <a:pt x="64" y="72"/>
                  </a:lnTo>
                  <a:lnTo>
                    <a:pt x="64" y="66"/>
                  </a:lnTo>
                  <a:lnTo>
                    <a:pt x="66" y="60"/>
                  </a:lnTo>
                  <a:lnTo>
                    <a:pt x="74" y="50"/>
                  </a:lnTo>
                  <a:lnTo>
                    <a:pt x="84" y="42"/>
                  </a:lnTo>
                  <a:lnTo>
                    <a:pt x="90" y="40"/>
                  </a:lnTo>
                  <a:lnTo>
                    <a:pt x="96" y="40"/>
                  </a:lnTo>
                  <a:lnTo>
                    <a:pt x="96" y="40"/>
                  </a:lnTo>
                  <a:lnTo>
                    <a:pt x="102" y="40"/>
                  </a:lnTo>
                  <a:lnTo>
                    <a:pt x="108" y="42"/>
                  </a:lnTo>
                  <a:lnTo>
                    <a:pt x="118" y="50"/>
                  </a:lnTo>
                  <a:lnTo>
                    <a:pt x="126" y="60"/>
                  </a:lnTo>
                  <a:lnTo>
                    <a:pt x="128" y="66"/>
                  </a:lnTo>
                  <a:lnTo>
                    <a:pt x="128" y="72"/>
                  </a:lnTo>
                  <a:close/>
                  <a:moveTo>
                    <a:pt x="176" y="152"/>
                  </a:moveTo>
                  <a:lnTo>
                    <a:pt x="176" y="160"/>
                  </a:lnTo>
                  <a:lnTo>
                    <a:pt x="176" y="176"/>
                  </a:lnTo>
                  <a:lnTo>
                    <a:pt x="176" y="184"/>
                  </a:lnTo>
                  <a:lnTo>
                    <a:pt x="176" y="184"/>
                  </a:lnTo>
                  <a:lnTo>
                    <a:pt x="174" y="196"/>
                  </a:lnTo>
                  <a:lnTo>
                    <a:pt x="172" y="206"/>
                  </a:lnTo>
                  <a:lnTo>
                    <a:pt x="166" y="216"/>
                  </a:lnTo>
                  <a:lnTo>
                    <a:pt x="160" y="224"/>
                  </a:lnTo>
                  <a:lnTo>
                    <a:pt x="152" y="230"/>
                  </a:lnTo>
                  <a:lnTo>
                    <a:pt x="142" y="236"/>
                  </a:lnTo>
                  <a:lnTo>
                    <a:pt x="132" y="238"/>
                  </a:lnTo>
                  <a:lnTo>
                    <a:pt x="120" y="240"/>
                  </a:lnTo>
                  <a:lnTo>
                    <a:pt x="72" y="240"/>
                  </a:lnTo>
                  <a:lnTo>
                    <a:pt x="72" y="240"/>
                  </a:lnTo>
                  <a:lnTo>
                    <a:pt x="60" y="238"/>
                  </a:lnTo>
                  <a:lnTo>
                    <a:pt x="50" y="236"/>
                  </a:lnTo>
                  <a:lnTo>
                    <a:pt x="40" y="230"/>
                  </a:lnTo>
                  <a:lnTo>
                    <a:pt x="32" y="224"/>
                  </a:lnTo>
                  <a:lnTo>
                    <a:pt x="26" y="216"/>
                  </a:lnTo>
                  <a:lnTo>
                    <a:pt x="20" y="206"/>
                  </a:lnTo>
                  <a:lnTo>
                    <a:pt x="18" y="196"/>
                  </a:lnTo>
                  <a:lnTo>
                    <a:pt x="16" y="184"/>
                  </a:lnTo>
                  <a:lnTo>
                    <a:pt x="16" y="176"/>
                  </a:lnTo>
                  <a:lnTo>
                    <a:pt x="16" y="160"/>
                  </a:lnTo>
                  <a:lnTo>
                    <a:pt x="16" y="152"/>
                  </a:lnTo>
                  <a:lnTo>
                    <a:pt x="16" y="128"/>
                  </a:lnTo>
                  <a:lnTo>
                    <a:pt x="16" y="128"/>
                  </a:lnTo>
                  <a:lnTo>
                    <a:pt x="16" y="124"/>
                  </a:lnTo>
                  <a:lnTo>
                    <a:pt x="18" y="122"/>
                  </a:lnTo>
                  <a:lnTo>
                    <a:pt x="20" y="120"/>
                  </a:lnTo>
                  <a:lnTo>
                    <a:pt x="24" y="120"/>
                  </a:lnTo>
                  <a:lnTo>
                    <a:pt x="40" y="120"/>
                  </a:lnTo>
                  <a:lnTo>
                    <a:pt x="152" y="120"/>
                  </a:lnTo>
                  <a:lnTo>
                    <a:pt x="168" y="120"/>
                  </a:lnTo>
                  <a:lnTo>
                    <a:pt x="168" y="120"/>
                  </a:lnTo>
                  <a:lnTo>
                    <a:pt x="172" y="120"/>
                  </a:lnTo>
                  <a:lnTo>
                    <a:pt x="174" y="122"/>
                  </a:lnTo>
                  <a:lnTo>
                    <a:pt x="176" y="124"/>
                  </a:lnTo>
                  <a:lnTo>
                    <a:pt x="176" y="128"/>
                  </a:lnTo>
                  <a:lnTo>
                    <a:pt x="176" y="15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  <p:sp>
          <p:nvSpPr>
            <p:cNvPr id="53" name="Freeform 73"/>
            <p:cNvSpPr>
              <a:spLocks/>
            </p:cNvSpPr>
            <p:nvPr/>
          </p:nvSpPr>
          <p:spPr bwMode="auto">
            <a:xfrm>
              <a:off x="4140200" y="3016250"/>
              <a:ext cx="50800" cy="76200"/>
            </a:xfrm>
            <a:custGeom>
              <a:avLst/>
              <a:gdLst/>
              <a:ahLst/>
              <a:cxnLst>
                <a:cxn ang="0">
                  <a:pos x="16" y="0"/>
                </a:cxn>
                <a:cxn ang="0">
                  <a:pos x="16" y="0"/>
                </a:cxn>
                <a:cxn ang="0">
                  <a:pos x="10" y="2"/>
                </a:cxn>
                <a:cxn ang="0">
                  <a:pos x="4" y="4"/>
                </a:cxn>
                <a:cxn ang="0">
                  <a:pos x="2" y="10"/>
                </a:cxn>
                <a:cxn ang="0">
                  <a:pos x="0" y="16"/>
                </a:cxn>
                <a:cxn ang="0">
                  <a:pos x="0" y="16"/>
                </a:cxn>
                <a:cxn ang="0">
                  <a:pos x="2" y="26"/>
                </a:cxn>
                <a:cxn ang="0">
                  <a:pos x="6" y="38"/>
                </a:cxn>
                <a:cxn ang="0">
                  <a:pos x="6" y="38"/>
                </a:cxn>
                <a:cxn ang="0">
                  <a:pos x="10" y="44"/>
                </a:cxn>
                <a:cxn ang="0">
                  <a:pos x="12" y="48"/>
                </a:cxn>
                <a:cxn ang="0">
                  <a:pos x="16" y="48"/>
                </a:cxn>
                <a:cxn ang="0">
                  <a:pos x="16" y="48"/>
                </a:cxn>
                <a:cxn ang="0">
                  <a:pos x="20" y="48"/>
                </a:cxn>
                <a:cxn ang="0">
                  <a:pos x="22" y="44"/>
                </a:cxn>
                <a:cxn ang="0">
                  <a:pos x="26" y="38"/>
                </a:cxn>
                <a:cxn ang="0">
                  <a:pos x="26" y="38"/>
                </a:cxn>
                <a:cxn ang="0">
                  <a:pos x="30" y="26"/>
                </a:cxn>
                <a:cxn ang="0">
                  <a:pos x="32" y="16"/>
                </a:cxn>
                <a:cxn ang="0">
                  <a:pos x="32" y="16"/>
                </a:cxn>
                <a:cxn ang="0">
                  <a:pos x="30" y="10"/>
                </a:cxn>
                <a:cxn ang="0">
                  <a:pos x="28" y="4"/>
                </a:cxn>
                <a:cxn ang="0">
                  <a:pos x="22" y="2"/>
                </a:cxn>
                <a:cxn ang="0">
                  <a:pos x="16" y="0"/>
                </a:cxn>
              </a:cxnLst>
              <a:rect l="0" t="0" r="r" b="b"/>
              <a:pathLst>
                <a:path w="32" h="48">
                  <a:moveTo>
                    <a:pt x="16" y="0"/>
                  </a:moveTo>
                  <a:lnTo>
                    <a:pt x="16" y="0"/>
                  </a:lnTo>
                  <a:lnTo>
                    <a:pt x="10" y="2"/>
                  </a:lnTo>
                  <a:lnTo>
                    <a:pt x="4" y="4"/>
                  </a:lnTo>
                  <a:lnTo>
                    <a:pt x="2" y="10"/>
                  </a:lnTo>
                  <a:lnTo>
                    <a:pt x="0" y="16"/>
                  </a:lnTo>
                  <a:lnTo>
                    <a:pt x="0" y="16"/>
                  </a:lnTo>
                  <a:lnTo>
                    <a:pt x="2" y="26"/>
                  </a:lnTo>
                  <a:lnTo>
                    <a:pt x="6" y="38"/>
                  </a:lnTo>
                  <a:lnTo>
                    <a:pt x="6" y="38"/>
                  </a:lnTo>
                  <a:lnTo>
                    <a:pt x="10" y="44"/>
                  </a:lnTo>
                  <a:lnTo>
                    <a:pt x="12" y="48"/>
                  </a:lnTo>
                  <a:lnTo>
                    <a:pt x="16" y="48"/>
                  </a:lnTo>
                  <a:lnTo>
                    <a:pt x="16" y="48"/>
                  </a:lnTo>
                  <a:lnTo>
                    <a:pt x="20" y="48"/>
                  </a:lnTo>
                  <a:lnTo>
                    <a:pt x="22" y="44"/>
                  </a:lnTo>
                  <a:lnTo>
                    <a:pt x="26" y="38"/>
                  </a:lnTo>
                  <a:lnTo>
                    <a:pt x="26" y="38"/>
                  </a:lnTo>
                  <a:lnTo>
                    <a:pt x="30" y="26"/>
                  </a:lnTo>
                  <a:lnTo>
                    <a:pt x="32" y="16"/>
                  </a:lnTo>
                  <a:lnTo>
                    <a:pt x="32" y="16"/>
                  </a:lnTo>
                  <a:lnTo>
                    <a:pt x="30" y="10"/>
                  </a:lnTo>
                  <a:lnTo>
                    <a:pt x="28" y="4"/>
                  </a:lnTo>
                  <a:lnTo>
                    <a:pt x="22" y="2"/>
                  </a:lnTo>
                  <a:lnTo>
                    <a:pt x="16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32080" tIns="66040" rIns="132080" bIns="66040" numCol="1" anchor="t" anchorCtr="0" compatLnSpc="1">
              <a:prstTxWarp prst="textNoShape">
                <a:avLst/>
              </a:prstTxWarp>
            </a:bodyPr>
            <a:lstStyle/>
            <a:p>
              <a:endParaRPr lang="ar-SA" sz="2288"/>
            </a:p>
          </p:txBody>
        </p:sp>
      </p:grpSp>
      <p:sp>
        <p:nvSpPr>
          <p:cNvPr id="50" name="Freeform 75"/>
          <p:cNvSpPr>
            <a:spLocks noEditPoints="1"/>
          </p:cNvSpPr>
          <p:nvPr/>
        </p:nvSpPr>
        <p:spPr bwMode="auto">
          <a:xfrm>
            <a:off x="1721831" y="3607516"/>
            <a:ext cx="465099" cy="348824"/>
          </a:xfrm>
          <a:custGeom>
            <a:avLst/>
            <a:gdLst/>
            <a:ahLst/>
            <a:cxnLst>
              <a:cxn ang="0">
                <a:pos x="210" y="4"/>
              </a:cxn>
              <a:cxn ang="0">
                <a:pos x="206" y="2"/>
              </a:cxn>
              <a:cxn ang="0">
                <a:pos x="56" y="0"/>
              </a:cxn>
              <a:cxn ang="0">
                <a:pos x="50" y="2"/>
              </a:cxn>
              <a:cxn ang="0">
                <a:pos x="4" y="46"/>
              </a:cxn>
              <a:cxn ang="0">
                <a:pos x="2" y="50"/>
              </a:cxn>
              <a:cxn ang="0">
                <a:pos x="0" y="56"/>
              </a:cxn>
              <a:cxn ang="0">
                <a:pos x="4" y="68"/>
              </a:cxn>
              <a:cxn ang="0">
                <a:pos x="116" y="186"/>
              </a:cxn>
              <a:cxn ang="0">
                <a:pos x="128" y="192"/>
              </a:cxn>
              <a:cxn ang="0">
                <a:pos x="134" y="190"/>
              </a:cxn>
              <a:cxn ang="0">
                <a:pos x="252" y="68"/>
              </a:cxn>
              <a:cxn ang="0">
                <a:pos x="256" y="62"/>
              </a:cxn>
              <a:cxn ang="0">
                <a:pos x="256" y="56"/>
              </a:cxn>
              <a:cxn ang="0">
                <a:pos x="252" y="46"/>
              </a:cxn>
              <a:cxn ang="0">
                <a:pos x="110" y="56"/>
              </a:cxn>
              <a:cxn ang="0">
                <a:pos x="146" y="56"/>
              </a:cxn>
              <a:cxn ang="0">
                <a:pos x="156" y="18"/>
              </a:cxn>
              <a:cxn ang="0">
                <a:pos x="152" y="50"/>
              </a:cxn>
              <a:cxn ang="0">
                <a:pos x="104" y="50"/>
              </a:cxn>
              <a:cxn ang="0">
                <a:pos x="100" y="18"/>
              </a:cxn>
              <a:cxn ang="0">
                <a:pos x="104" y="50"/>
              </a:cxn>
              <a:cxn ang="0">
                <a:pos x="128" y="164"/>
              </a:cxn>
              <a:cxn ang="0">
                <a:pos x="148" y="64"/>
              </a:cxn>
              <a:cxn ang="0">
                <a:pos x="196" y="64"/>
              </a:cxn>
              <a:cxn ang="0">
                <a:pos x="156" y="64"/>
              </a:cxn>
              <a:cxn ang="0">
                <a:pos x="178" y="40"/>
              </a:cxn>
              <a:cxn ang="0">
                <a:pos x="158" y="56"/>
              </a:cxn>
              <a:cxn ang="0">
                <a:pos x="194" y="16"/>
              </a:cxn>
              <a:cxn ang="0">
                <a:pos x="166" y="16"/>
              </a:cxn>
              <a:cxn ang="0">
                <a:pos x="110" y="16"/>
              </a:cxn>
              <a:cxn ang="0">
                <a:pos x="128" y="30"/>
              </a:cxn>
              <a:cxn ang="0">
                <a:pos x="62" y="16"/>
              </a:cxn>
              <a:cxn ang="0">
                <a:pos x="78" y="28"/>
              </a:cxn>
              <a:cxn ang="0">
                <a:pos x="98" y="56"/>
              </a:cxn>
              <a:cxn ang="0">
                <a:pos x="78" y="40"/>
              </a:cxn>
              <a:cxn ang="0">
                <a:pos x="120" y="162"/>
              </a:cxn>
              <a:cxn ang="0">
                <a:pos x="100" y="64"/>
              </a:cxn>
              <a:cxn ang="0">
                <a:pos x="22" y="64"/>
              </a:cxn>
              <a:cxn ang="0">
                <a:pos x="102" y="148"/>
              </a:cxn>
              <a:cxn ang="0">
                <a:pos x="234" y="64"/>
              </a:cxn>
              <a:cxn ang="0">
                <a:pos x="204" y="64"/>
              </a:cxn>
              <a:cxn ang="0">
                <a:pos x="184" y="34"/>
              </a:cxn>
              <a:cxn ang="0">
                <a:pos x="240" y="56"/>
              </a:cxn>
              <a:cxn ang="0">
                <a:pos x="54" y="20"/>
              </a:cxn>
              <a:cxn ang="0">
                <a:pos x="50" y="56"/>
              </a:cxn>
              <a:cxn ang="0">
                <a:pos x="54" y="20"/>
              </a:cxn>
            </a:cxnLst>
            <a:rect l="0" t="0" r="r" b="b"/>
            <a:pathLst>
              <a:path w="256" h="192">
                <a:moveTo>
                  <a:pt x="252" y="46"/>
                </a:moveTo>
                <a:lnTo>
                  <a:pt x="210" y="4"/>
                </a:lnTo>
                <a:lnTo>
                  <a:pt x="210" y="4"/>
                </a:lnTo>
                <a:lnTo>
                  <a:pt x="206" y="2"/>
                </a:lnTo>
                <a:lnTo>
                  <a:pt x="200" y="0"/>
                </a:lnTo>
                <a:lnTo>
                  <a:pt x="56" y="0"/>
                </a:lnTo>
                <a:lnTo>
                  <a:pt x="56" y="0"/>
                </a:lnTo>
                <a:lnTo>
                  <a:pt x="50" y="2"/>
                </a:lnTo>
                <a:lnTo>
                  <a:pt x="46" y="4"/>
                </a:lnTo>
                <a:lnTo>
                  <a:pt x="4" y="46"/>
                </a:lnTo>
                <a:lnTo>
                  <a:pt x="4" y="46"/>
                </a:lnTo>
                <a:lnTo>
                  <a:pt x="2" y="50"/>
                </a:lnTo>
                <a:lnTo>
                  <a:pt x="0" y="56"/>
                </a:lnTo>
                <a:lnTo>
                  <a:pt x="0" y="56"/>
                </a:lnTo>
                <a:lnTo>
                  <a:pt x="2" y="62"/>
                </a:lnTo>
                <a:lnTo>
                  <a:pt x="4" y="68"/>
                </a:lnTo>
                <a:lnTo>
                  <a:pt x="116" y="186"/>
                </a:lnTo>
                <a:lnTo>
                  <a:pt x="116" y="186"/>
                </a:lnTo>
                <a:lnTo>
                  <a:pt x="122" y="190"/>
                </a:lnTo>
                <a:lnTo>
                  <a:pt x="128" y="192"/>
                </a:lnTo>
                <a:lnTo>
                  <a:pt x="128" y="192"/>
                </a:lnTo>
                <a:lnTo>
                  <a:pt x="134" y="190"/>
                </a:lnTo>
                <a:lnTo>
                  <a:pt x="140" y="186"/>
                </a:lnTo>
                <a:lnTo>
                  <a:pt x="252" y="68"/>
                </a:lnTo>
                <a:lnTo>
                  <a:pt x="252" y="68"/>
                </a:lnTo>
                <a:lnTo>
                  <a:pt x="256" y="62"/>
                </a:lnTo>
                <a:lnTo>
                  <a:pt x="256" y="56"/>
                </a:lnTo>
                <a:lnTo>
                  <a:pt x="256" y="56"/>
                </a:lnTo>
                <a:lnTo>
                  <a:pt x="254" y="50"/>
                </a:lnTo>
                <a:lnTo>
                  <a:pt x="252" y="46"/>
                </a:lnTo>
                <a:close/>
                <a:moveTo>
                  <a:pt x="146" y="56"/>
                </a:moveTo>
                <a:lnTo>
                  <a:pt x="110" y="56"/>
                </a:lnTo>
                <a:lnTo>
                  <a:pt x="128" y="42"/>
                </a:lnTo>
                <a:lnTo>
                  <a:pt x="146" y="56"/>
                </a:lnTo>
                <a:close/>
                <a:moveTo>
                  <a:pt x="134" y="36"/>
                </a:moveTo>
                <a:lnTo>
                  <a:pt x="156" y="18"/>
                </a:lnTo>
                <a:lnTo>
                  <a:pt x="172" y="34"/>
                </a:lnTo>
                <a:lnTo>
                  <a:pt x="152" y="50"/>
                </a:lnTo>
                <a:lnTo>
                  <a:pt x="134" y="36"/>
                </a:lnTo>
                <a:close/>
                <a:moveTo>
                  <a:pt x="104" y="50"/>
                </a:moveTo>
                <a:lnTo>
                  <a:pt x="84" y="34"/>
                </a:lnTo>
                <a:lnTo>
                  <a:pt x="100" y="18"/>
                </a:lnTo>
                <a:lnTo>
                  <a:pt x="122" y="36"/>
                </a:lnTo>
                <a:lnTo>
                  <a:pt x="104" y="50"/>
                </a:lnTo>
                <a:close/>
                <a:moveTo>
                  <a:pt x="148" y="64"/>
                </a:moveTo>
                <a:lnTo>
                  <a:pt x="128" y="164"/>
                </a:lnTo>
                <a:lnTo>
                  <a:pt x="108" y="64"/>
                </a:lnTo>
                <a:lnTo>
                  <a:pt x="148" y="64"/>
                </a:lnTo>
                <a:close/>
                <a:moveTo>
                  <a:pt x="156" y="64"/>
                </a:moveTo>
                <a:lnTo>
                  <a:pt x="196" y="64"/>
                </a:lnTo>
                <a:lnTo>
                  <a:pt x="136" y="162"/>
                </a:lnTo>
                <a:lnTo>
                  <a:pt x="156" y="64"/>
                </a:lnTo>
                <a:close/>
                <a:moveTo>
                  <a:pt x="158" y="56"/>
                </a:moveTo>
                <a:lnTo>
                  <a:pt x="178" y="40"/>
                </a:lnTo>
                <a:lnTo>
                  <a:pt x="194" y="56"/>
                </a:lnTo>
                <a:lnTo>
                  <a:pt x="158" y="56"/>
                </a:lnTo>
                <a:close/>
                <a:moveTo>
                  <a:pt x="166" y="16"/>
                </a:moveTo>
                <a:lnTo>
                  <a:pt x="194" y="16"/>
                </a:lnTo>
                <a:lnTo>
                  <a:pt x="178" y="28"/>
                </a:lnTo>
                <a:lnTo>
                  <a:pt x="166" y="16"/>
                </a:lnTo>
                <a:close/>
                <a:moveTo>
                  <a:pt x="128" y="30"/>
                </a:moveTo>
                <a:lnTo>
                  <a:pt x="110" y="16"/>
                </a:lnTo>
                <a:lnTo>
                  <a:pt x="146" y="16"/>
                </a:lnTo>
                <a:lnTo>
                  <a:pt x="128" y="30"/>
                </a:lnTo>
                <a:close/>
                <a:moveTo>
                  <a:pt x="78" y="28"/>
                </a:moveTo>
                <a:lnTo>
                  <a:pt x="62" y="16"/>
                </a:lnTo>
                <a:lnTo>
                  <a:pt x="90" y="16"/>
                </a:lnTo>
                <a:lnTo>
                  <a:pt x="78" y="28"/>
                </a:lnTo>
                <a:close/>
                <a:moveTo>
                  <a:pt x="78" y="40"/>
                </a:moveTo>
                <a:lnTo>
                  <a:pt x="98" y="56"/>
                </a:lnTo>
                <a:lnTo>
                  <a:pt x="62" y="56"/>
                </a:lnTo>
                <a:lnTo>
                  <a:pt x="78" y="40"/>
                </a:lnTo>
                <a:close/>
                <a:moveTo>
                  <a:pt x="100" y="64"/>
                </a:moveTo>
                <a:lnTo>
                  <a:pt x="120" y="162"/>
                </a:lnTo>
                <a:lnTo>
                  <a:pt x="60" y="64"/>
                </a:lnTo>
                <a:lnTo>
                  <a:pt x="100" y="64"/>
                </a:lnTo>
                <a:close/>
                <a:moveTo>
                  <a:pt x="102" y="148"/>
                </a:moveTo>
                <a:lnTo>
                  <a:pt x="22" y="64"/>
                </a:lnTo>
                <a:lnTo>
                  <a:pt x="52" y="64"/>
                </a:lnTo>
                <a:lnTo>
                  <a:pt x="102" y="148"/>
                </a:lnTo>
                <a:close/>
                <a:moveTo>
                  <a:pt x="204" y="64"/>
                </a:moveTo>
                <a:lnTo>
                  <a:pt x="234" y="64"/>
                </a:lnTo>
                <a:lnTo>
                  <a:pt x="154" y="148"/>
                </a:lnTo>
                <a:lnTo>
                  <a:pt x="204" y="64"/>
                </a:lnTo>
                <a:close/>
                <a:moveTo>
                  <a:pt x="206" y="56"/>
                </a:moveTo>
                <a:lnTo>
                  <a:pt x="184" y="34"/>
                </a:lnTo>
                <a:lnTo>
                  <a:pt x="202" y="20"/>
                </a:lnTo>
                <a:lnTo>
                  <a:pt x="240" y="56"/>
                </a:lnTo>
                <a:lnTo>
                  <a:pt x="206" y="56"/>
                </a:lnTo>
                <a:close/>
                <a:moveTo>
                  <a:pt x="54" y="20"/>
                </a:moveTo>
                <a:lnTo>
                  <a:pt x="72" y="34"/>
                </a:lnTo>
                <a:lnTo>
                  <a:pt x="50" y="56"/>
                </a:lnTo>
                <a:lnTo>
                  <a:pt x="16" y="56"/>
                </a:lnTo>
                <a:lnTo>
                  <a:pt x="54" y="20"/>
                </a:lnTo>
                <a:close/>
              </a:path>
            </a:pathLst>
          </a:custGeom>
          <a:solidFill>
            <a:schemeClr val="accent1"/>
          </a:solidFill>
          <a:ln w="9525">
            <a:noFill/>
            <a:round/>
            <a:headEnd/>
            <a:tailEnd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ar-SA" sz="2288"/>
          </a:p>
        </p:txBody>
      </p:sp>
      <p:sp>
        <p:nvSpPr>
          <p:cNvPr id="51" name="Freeform 14"/>
          <p:cNvSpPr>
            <a:spLocks noEditPoints="1"/>
          </p:cNvSpPr>
          <p:nvPr/>
        </p:nvSpPr>
        <p:spPr bwMode="auto">
          <a:xfrm>
            <a:off x="4541493" y="4450508"/>
            <a:ext cx="406961" cy="465099"/>
          </a:xfrm>
          <a:custGeom>
            <a:avLst/>
            <a:gdLst/>
            <a:ahLst/>
            <a:cxnLst>
              <a:cxn ang="0">
                <a:pos x="200" y="10"/>
              </a:cxn>
              <a:cxn ang="0">
                <a:pos x="196" y="6"/>
              </a:cxn>
              <a:cxn ang="0">
                <a:pos x="188" y="0"/>
              </a:cxn>
              <a:cxn ang="0">
                <a:pos x="40" y="0"/>
              </a:cxn>
              <a:cxn ang="0">
                <a:pos x="36" y="0"/>
              </a:cxn>
              <a:cxn ang="0">
                <a:pos x="28" y="6"/>
              </a:cxn>
              <a:cxn ang="0">
                <a:pos x="16" y="40"/>
              </a:cxn>
              <a:cxn ang="0">
                <a:pos x="10" y="42"/>
              </a:cxn>
              <a:cxn ang="0">
                <a:pos x="2" y="50"/>
              </a:cxn>
              <a:cxn ang="0">
                <a:pos x="0" y="80"/>
              </a:cxn>
              <a:cxn ang="0">
                <a:pos x="2" y="86"/>
              </a:cxn>
              <a:cxn ang="0">
                <a:pos x="10" y="94"/>
              </a:cxn>
              <a:cxn ang="0">
                <a:pos x="24" y="96"/>
              </a:cxn>
              <a:cxn ang="0">
                <a:pos x="24" y="98"/>
              </a:cxn>
              <a:cxn ang="0">
                <a:pos x="40" y="242"/>
              </a:cxn>
              <a:cxn ang="0">
                <a:pos x="46" y="252"/>
              </a:cxn>
              <a:cxn ang="0">
                <a:pos x="56" y="256"/>
              </a:cxn>
              <a:cxn ang="0">
                <a:pos x="168" y="256"/>
              </a:cxn>
              <a:cxn ang="0">
                <a:pos x="178" y="252"/>
              </a:cxn>
              <a:cxn ang="0">
                <a:pos x="184" y="242"/>
              </a:cxn>
              <a:cxn ang="0">
                <a:pos x="200" y="98"/>
              </a:cxn>
              <a:cxn ang="0">
                <a:pos x="208" y="96"/>
              </a:cxn>
              <a:cxn ang="0">
                <a:pos x="214" y="94"/>
              </a:cxn>
              <a:cxn ang="0">
                <a:pos x="222" y="86"/>
              </a:cxn>
              <a:cxn ang="0">
                <a:pos x="224" y="56"/>
              </a:cxn>
              <a:cxn ang="0">
                <a:pos x="222" y="50"/>
              </a:cxn>
              <a:cxn ang="0">
                <a:pos x="214" y="42"/>
              </a:cxn>
              <a:cxn ang="0">
                <a:pos x="40" y="16"/>
              </a:cxn>
              <a:cxn ang="0">
                <a:pos x="192" y="40"/>
              </a:cxn>
              <a:cxn ang="0">
                <a:pos x="40" y="16"/>
              </a:cxn>
              <a:cxn ang="0">
                <a:pos x="54" y="216"/>
              </a:cxn>
              <a:cxn ang="0">
                <a:pos x="168" y="240"/>
              </a:cxn>
              <a:cxn ang="0">
                <a:pos x="172" y="208"/>
              </a:cxn>
              <a:cxn ang="0">
                <a:pos x="44" y="128"/>
              </a:cxn>
              <a:cxn ang="0">
                <a:pos x="172" y="208"/>
              </a:cxn>
              <a:cxn ang="0">
                <a:pos x="42" y="120"/>
              </a:cxn>
              <a:cxn ang="0">
                <a:pos x="184" y="96"/>
              </a:cxn>
              <a:cxn ang="0">
                <a:pos x="208" y="80"/>
              </a:cxn>
              <a:cxn ang="0">
                <a:pos x="16" y="56"/>
              </a:cxn>
              <a:cxn ang="0">
                <a:pos x="208" y="80"/>
              </a:cxn>
            </a:cxnLst>
            <a:rect l="0" t="0" r="r" b="b"/>
            <a:pathLst>
              <a:path w="224" h="256">
                <a:moveTo>
                  <a:pt x="208" y="40"/>
                </a:moveTo>
                <a:lnTo>
                  <a:pt x="200" y="10"/>
                </a:lnTo>
                <a:lnTo>
                  <a:pt x="200" y="10"/>
                </a:lnTo>
                <a:lnTo>
                  <a:pt x="196" y="6"/>
                </a:lnTo>
                <a:lnTo>
                  <a:pt x="194" y="4"/>
                </a:lnTo>
                <a:lnTo>
                  <a:pt x="188" y="0"/>
                </a:lnTo>
                <a:lnTo>
                  <a:pt x="184" y="0"/>
                </a:lnTo>
                <a:lnTo>
                  <a:pt x="40" y="0"/>
                </a:lnTo>
                <a:lnTo>
                  <a:pt x="40" y="0"/>
                </a:lnTo>
                <a:lnTo>
                  <a:pt x="36" y="0"/>
                </a:lnTo>
                <a:lnTo>
                  <a:pt x="30" y="4"/>
                </a:lnTo>
                <a:lnTo>
                  <a:pt x="28" y="6"/>
                </a:lnTo>
                <a:lnTo>
                  <a:pt x="24" y="10"/>
                </a:lnTo>
                <a:lnTo>
                  <a:pt x="16" y="40"/>
                </a:lnTo>
                <a:lnTo>
                  <a:pt x="16" y="40"/>
                </a:lnTo>
                <a:lnTo>
                  <a:pt x="10" y="42"/>
                </a:lnTo>
                <a:lnTo>
                  <a:pt x="4" y="46"/>
                </a:lnTo>
                <a:lnTo>
                  <a:pt x="2" y="50"/>
                </a:lnTo>
                <a:lnTo>
                  <a:pt x="0" y="56"/>
                </a:lnTo>
                <a:lnTo>
                  <a:pt x="0" y="80"/>
                </a:lnTo>
                <a:lnTo>
                  <a:pt x="0" y="80"/>
                </a:lnTo>
                <a:lnTo>
                  <a:pt x="2" y="86"/>
                </a:lnTo>
                <a:lnTo>
                  <a:pt x="4" y="92"/>
                </a:lnTo>
                <a:lnTo>
                  <a:pt x="10" y="94"/>
                </a:lnTo>
                <a:lnTo>
                  <a:pt x="16" y="96"/>
                </a:lnTo>
                <a:lnTo>
                  <a:pt x="24" y="96"/>
                </a:lnTo>
                <a:lnTo>
                  <a:pt x="24" y="96"/>
                </a:lnTo>
                <a:lnTo>
                  <a:pt x="24" y="98"/>
                </a:lnTo>
                <a:lnTo>
                  <a:pt x="40" y="242"/>
                </a:lnTo>
                <a:lnTo>
                  <a:pt x="40" y="242"/>
                </a:lnTo>
                <a:lnTo>
                  <a:pt x="42" y="248"/>
                </a:lnTo>
                <a:lnTo>
                  <a:pt x="46" y="252"/>
                </a:lnTo>
                <a:lnTo>
                  <a:pt x="50" y="254"/>
                </a:lnTo>
                <a:lnTo>
                  <a:pt x="56" y="256"/>
                </a:lnTo>
                <a:lnTo>
                  <a:pt x="168" y="256"/>
                </a:lnTo>
                <a:lnTo>
                  <a:pt x="168" y="256"/>
                </a:lnTo>
                <a:lnTo>
                  <a:pt x="174" y="254"/>
                </a:lnTo>
                <a:lnTo>
                  <a:pt x="178" y="252"/>
                </a:lnTo>
                <a:lnTo>
                  <a:pt x="182" y="248"/>
                </a:lnTo>
                <a:lnTo>
                  <a:pt x="184" y="242"/>
                </a:lnTo>
                <a:lnTo>
                  <a:pt x="200" y="98"/>
                </a:lnTo>
                <a:lnTo>
                  <a:pt x="200" y="98"/>
                </a:lnTo>
                <a:lnTo>
                  <a:pt x="200" y="96"/>
                </a:lnTo>
                <a:lnTo>
                  <a:pt x="208" y="96"/>
                </a:lnTo>
                <a:lnTo>
                  <a:pt x="208" y="96"/>
                </a:lnTo>
                <a:lnTo>
                  <a:pt x="214" y="94"/>
                </a:lnTo>
                <a:lnTo>
                  <a:pt x="220" y="92"/>
                </a:lnTo>
                <a:lnTo>
                  <a:pt x="222" y="86"/>
                </a:lnTo>
                <a:lnTo>
                  <a:pt x="224" y="80"/>
                </a:lnTo>
                <a:lnTo>
                  <a:pt x="224" y="56"/>
                </a:lnTo>
                <a:lnTo>
                  <a:pt x="224" y="56"/>
                </a:lnTo>
                <a:lnTo>
                  <a:pt x="222" y="50"/>
                </a:lnTo>
                <a:lnTo>
                  <a:pt x="220" y="46"/>
                </a:lnTo>
                <a:lnTo>
                  <a:pt x="214" y="42"/>
                </a:lnTo>
                <a:lnTo>
                  <a:pt x="208" y="40"/>
                </a:lnTo>
                <a:close/>
                <a:moveTo>
                  <a:pt x="40" y="16"/>
                </a:moveTo>
                <a:lnTo>
                  <a:pt x="184" y="16"/>
                </a:lnTo>
                <a:lnTo>
                  <a:pt x="192" y="40"/>
                </a:lnTo>
                <a:lnTo>
                  <a:pt x="32" y="40"/>
                </a:lnTo>
                <a:lnTo>
                  <a:pt x="40" y="16"/>
                </a:lnTo>
                <a:close/>
                <a:moveTo>
                  <a:pt x="56" y="240"/>
                </a:moveTo>
                <a:lnTo>
                  <a:pt x="54" y="216"/>
                </a:lnTo>
                <a:lnTo>
                  <a:pt x="170" y="216"/>
                </a:lnTo>
                <a:lnTo>
                  <a:pt x="168" y="240"/>
                </a:lnTo>
                <a:lnTo>
                  <a:pt x="56" y="240"/>
                </a:lnTo>
                <a:close/>
                <a:moveTo>
                  <a:pt x="172" y="208"/>
                </a:moveTo>
                <a:lnTo>
                  <a:pt x="52" y="208"/>
                </a:lnTo>
                <a:lnTo>
                  <a:pt x="44" y="128"/>
                </a:lnTo>
                <a:lnTo>
                  <a:pt x="180" y="128"/>
                </a:lnTo>
                <a:lnTo>
                  <a:pt x="172" y="208"/>
                </a:lnTo>
                <a:close/>
                <a:moveTo>
                  <a:pt x="182" y="120"/>
                </a:moveTo>
                <a:lnTo>
                  <a:pt x="42" y="120"/>
                </a:lnTo>
                <a:lnTo>
                  <a:pt x="40" y="96"/>
                </a:lnTo>
                <a:lnTo>
                  <a:pt x="184" y="96"/>
                </a:lnTo>
                <a:lnTo>
                  <a:pt x="182" y="120"/>
                </a:lnTo>
                <a:close/>
                <a:moveTo>
                  <a:pt x="208" y="80"/>
                </a:moveTo>
                <a:lnTo>
                  <a:pt x="16" y="80"/>
                </a:lnTo>
                <a:lnTo>
                  <a:pt x="16" y="56"/>
                </a:lnTo>
                <a:lnTo>
                  <a:pt x="208" y="56"/>
                </a:lnTo>
                <a:lnTo>
                  <a:pt x="208" y="80"/>
                </a:lnTo>
                <a:close/>
              </a:path>
            </a:pathLst>
          </a:custGeom>
          <a:solidFill>
            <a:schemeClr val="accent1"/>
          </a:solidFill>
          <a:ln w="9525">
            <a:noFill/>
            <a:round/>
            <a:headEnd/>
            <a:tailEnd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ar-SA" sz="2288"/>
          </a:p>
        </p:txBody>
      </p:sp>
    </p:spTree>
    <p:extLst>
      <p:ext uri="{BB962C8B-B14F-4D97-AF65-F5344CB8AC3E}">
        <p14:creationId xmlns:p14="http://schemas.microsoft.com/office/powerpoint/2010/main" val="1416718890"/>
      </p:ext>
    </p:extLst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 5"/>
          <p:cNvSpPr>
            <a:spLocks noEditPoints="1"/>
          </p:cNvSpPr>
          <p:nvPr/>
        </p:nvSpPr>
        <p:spPr bwMode="auto">
          <a:xfrm>
            <a:off x="4283956" y="2115204"/>
            <a:ext cx="308209" cy="246568"/>
          </a:xfrm>
          <a:custGeom>
            <a:avLst/>
            <a:gdLst>
              <a:gd name="T0" fmla="*/ 266 w 266"/>
              <a:gd name="T1" fmla="*/ 48 h 213"/>
              <a:gd name="T2" fmla="*/ 266 w 266"/>
              <a:gd name="T3" fmla="*/ 204 h 213"/>
              <a:gd name="T4" fmla="*/ 261 w 266"/>
              <a:gd name="T5" fmla="*/ 212 h 213"/>
              <a:gd name="T6" fmla="*/ 257 w 266"/>
              <a:gd name="T7" fmla="*/ 213 h 213"/>
              <a:gd name="T8" fmla="*/ 253 w 266"/>
              <a:gd name="T9" fmla="*/ 212 h 213"/>
              <a:gd name="T10" fmla="*/ 195 w 266"/>
              <a:gd name="T11" fmla="*/ 176 h 213"/>
              <a:gd name="T12" fmla="*/ 138 w 266"/>
              <a:gd name="T13" fmla="*/ 212 h 213"/>
              <a:gd name="T14" fmla="*/ 129 w 266"/>
              <a:gd name="T15" fmla="*/ 212 h 213"/>
              <a:gd name="T16" fmla="*/ 71 w 266"/>
              <a:gd name="T17" fmla="*/ 176 h 213"/>
              <a:gd name="T18" fmla="*/ 13 w 266"/>
              <a:gd name="T19" fmla="*/ 212 h 213"/>
              <a:gd name="T20" fmla="*/ 5 w 266"/>
              <a:gd name="T21" fmla="*/ 212 h 213"/>
              <a:gd name="T22" fmla="*/ 0 w 266"/>
              <a:gd name="T23" fmla="*/ 204 h 213"/>
              <a:gd name="T24" fmla="*/ 0 w 266"/>
              <a:gd name="T25" fmla="*/ 48 h 213"/>
              <a:gd name="T26" fmla="*/ 4 w 266"/>
              <a:gd name="T27" fmla="*/ 41 h 213"/>
              <a:gd name="T28" fmla="*/ 66 w 266"/>
              <a:gd name="T29" fmla="*/ 1 h 213"/>
              <a:gd name="T30" fmla="*/ 75 w 266"/>
              <a:gd name="T31" fmla="*/ 1 h 213"/>
              <a:gd name="T32" fmla="*/ 133 w 266"/>
              <a:gd name="T33" fmla="*/ 38 h 213"/>
              <a:gd name="T34" fmla="*/ 191 w 266"/>
              <a:gd name="T35" fmla="*/ 1 h 213"/>
              <a:gd name="T36" fmla="*/ 200 w 266"/>
              <a:gd name="T37" fmla="*/ 1 h 213"/>
              <a:gd name="T38" fmla="*/ 262 w 266"/>
              <a:gd name="T39" fmla="*/ 41 h 213"/>
              <a:gd name="T40" fmla="*/ 266 w 266"/>
              <a:gd name="T41" fmla="*/ 48 h 213"/>
              <a:gd name="T42" fmla="*/ 62 w 266"/>
              <a:gd name="T43" fmla="*/ 25 h 213"/>
              <a:gd name="T44" fmla="*/ 18 w 266"/>
              <a:gd name="T45" fmla="*/ 53 h 213"/>
              <a:gd name="T46" fmla="*/ 18 w 266"/>
              <a:gd name="T47" fmla="*/ 188 h 213"/>
              <a:gd name="T48" fmla="*/ 62 w 266"/>
              <a:gd name="T49" fmla="*/ 160 h 213"/>
              <a:gd name="T50" fmla="*/ 62 w 266"/>
              <a:gd name="T51" fmla="*/ 25 h 213"/>
              <a:gd name="T52" fmla="*/ 124 w 266"/>
              <a:gd name="T53" fmla="*/ 53 h 213"/>
              <a:gd name="T54" fmla="*/ 80 w 266"/>
              <a:gd name="T55" fmla="*/ 25 h 213"/>
              <a:gd name="T56" fmla="*/ 80 w 266"/>
              <a:gd name="T57" fmla="*/ 160 h 213"/>
              <a:gd name="T58" fmla="*/ 124 w 266"/>
              <a:gd name="T59" fmla="*/ 188 h 213"/>
              <a:gd name="T60" fmla="*/ 124 w 266"/>
              <a:gd name="T61" fmla="*/ 53 h 213"/>
              <a:gd name="T62" fmla="*/ 186 w 266"/>
              <a:gd name="T63" fmla="*/ 25 h 213"/>
              <a:gd name="T64" fmla="*/ 142 w 266"/>
              <a:gd name="T65" fmla="*/ 53 h 213"/>
              <a:gd name="T66" fmla="*/ 142 w 266"/>
              <a:gd name="T67" fmla="*/ 188 h 213"/>
              <a:gd name="T68" fmla="*/ 186 w 266"/>
              <a:gd name="T69" fmla="*/ 160 h 213"/>
              <a:gd name="T70" fmla="*/ 186 w 266"/>
              <a:gd name="T71" fmla="*/ 25 h 213"/>
              <a:gd name="T72" fmla="*/ 249 w 266"/>
              <a:gd name="T73" fmla="*/ 53 h 213"/>
              <a:gd name="T74" fmla="*/ 204 w 266"/>
              <a:gd name="T75" fmla="*/ 25 h 213"/>
              <a:gd name="T76" fmla="*/ 204 w 266"/>
              <a:gd name="T77" fmla="*/ 160 h 213"/>
              <a:gd name="T78" fmla="*/ 249 w 266"/>
              <a:gd name="T79" fmla="*/ 188 h 213"/>
              <a:gd name="T80" fmla="*/ 249 w 266"/>
              <a:gd name="T81" fmla="*/ 53 h 2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266" h="213">
                <a:moveTo>
                  <a:pt x="266" y="48"/>
                </a:moveTo>
                <a:cubicBezTo>
                  <a:pt x="266" y="204"/>
                  <a:pt x="266" y="204"/>
                  <a:pt x="266" y="204"/>
                </a:cubicBezTo>
                <a:cubicBezTo>
                  <a:pt x="266" y="207"/>
                  <a:pt x="264" y="210"/>
                  <a:pt x="261" y="212"/>
                </a:cubicBezTo>
                <a:cubicBezTo>
                  <a:pt x="260" y="212"/>
                  <a:pt x="259" y="213"/>
                  <a:pt x="257" y="213"/>
                </a:cubicBezTo>
                <a:cubicBezTo>
                  <a:pt x="255" y="213"/>
                  <a:pt x="254" y="212"/>
                  <a:pt x="253" y="212"/>
                </a:cubicBezTo>
                <a:cubicBezTo>
                  <a:pt x="195" y="176"/>
                  <a:pt x="195" y="176"/>
                  <a:pt x="195" y="176"/>
                </a:cubicBezTo>
                <a:cubicBezTo>
                  <a:pt x="138" y="212"/>
                  <a:pt x="138" y="212"/>
                  <a:pt x="138" y="212"/>
                </a:cubicBezTo>
                <a:cubicBezTo>
                  <a:pt x="135" y="213"/>
                  <a:pt x="131" y="213"/>
                  <a:pt x="129" y="212"/>
                </a:cubicBezTo>
                <a:cubicBezTo>
                  <a:pt x="71" y="176"/>
                  <a:pt x="71" y="176"/>
                  <a:pt x="71" y="176"/>
                </a:cubicBezTo>
                <a:cubicBezTo>
                  <a:pt x="13" y="212"/>
                  <a:pt x="13" y="212"/>
                  <a:pt x="13" y="212"/>
                </a:cubicBezTo>
                <a:cubicBezTo>
                  <a:pt x="11" y="213"/>
                  <a:pt x="8" y="213"/>
                  <a:pt x="5" y="212"/>
                </a:cubicBezTo>
                <a:cubicBezTo>
                  <a:pt x="2" y="210"/>
                  <a:pt x="0" y="207"/>
                  <a:pt x="0" y="204"/>
                </a:cubicBezTo>
                <a:cubicBezTo>
                  <a:pt x="0" y="48"/>
                  <a:pt x="0" y="48"/>
                  <a:pt x="0" y="48"/>
                </a:cubicBezTo>
                <a:cubicBezTo>
                  <a:pt x="0" y="45"/>
                  <a:pt x="2" y="42"/>
                  <a:pt x="4" y="41"/>
                </a:cubicBezTo>
                <a:cubicBezTo>
                  <a:pt x="66" y="1"/>
                  <a:pt x="66" y="1"/>
                  <a:pt x="66" y="1"/>
                </a:cubicBezTo>
                <a:cubicBezTo>
                  <a:pt x="69" y="0"/>
                  <a:pt x="73" y="0"/>
                  <a:pt x="75" y="1"/>
                </a:cubicBezTo>
                <a:cubicBezTo>
                  <a:pt x="133" y="38"/>
                  <a:pt x="133" y="38"/>
                  <a:pt x="133" y="38"/>
                </a:cubicBezTo>
                <a:cubicBezTo>
                  <a:pt x="191" y="1"/>
                  <a:pt x="191" y="1"/>
                  <a:pt x="191" y="1"/>
                </a:cubicBezTo>
                <a:cubicBezTo>
                  <a:pt x="193" y="0"/>
                  <a:pt x="197" y="0"/>
                  <a:pt x="200" y="1"/>
                </a:cubicBezTo>
                <a:cubicBezTo>
                  <a:pt x="262" y="41"/>
                  <a:pt x="262" y="41"/>
                  <a:pt x="262" y="41"/>
                </a:cubicBezTo>
                <a:cubicBezTo>
                  <a:pt x="264" y="42"/>
                  <a:pt x="266" y="45"/>
                  <a:pt x="266" y="48"/>
                </a:cubicBezTo>
                <a:close/>
                <a:moveTo>
                  <a:pt x="62" y="25"/>
                </a:moveTo>
                <a:cubicBezTo>
                  <a:pt x="18" y="53"/>
                  <a:pt x="18" y="53"/>
                  <a:pt x="18" y="53"/>
                </a:cubicBezTo>
                <a:cubicBezTo>
                  <a:pt x="18" y="188"/>
                  <a:pt x="18" y="188"/>
                  <a:pt x="18" y="188"/>
                </a:cubicBezTo>
                <a:cubicBezTo>
                  <a:pt x="62" y="160"/>
                  <a:pt x="62" y="160"/>
                  <a:pt x="62" y="160"/>
                </a:cubicBezTo>
                <a:lnTo>
                  <a:pt x="62" y="25"/>
                </a:lnTo>
                <a:close/>
                <a:moveTo>
                  <a:pt x="124" y="53"/>
                </a:moveTo>
                <a:cubicBezTo>
                  <a:pt x="80" y="25"/>
                  <a:pt x="80" y="25"/>
                  <a:pt x="80" y="25"/>
                </a:cubicBezTo>
                <a:cubicBezTo>
                  <a:pt x="80" y="160"/>
                  <a:pt x="80" y="160"/>
                  <a:pt x="80" y="160"/>
                </a:cubicBezTo>
                <a:cubicBezTo>
                  <a:pt x="124" y="188"/>
                  <a:pt x="124" y="188"/>
                  <a:pt x="124" y="188"/>
                </a:cubicBezTo>
                <a:lnTo>
                  <a:pt x="124" y="53"/>
                </a:lnTo>
                <a:close/>
                <a:moveTo>
                  <a:pt x="186" y="25"/>
                </a:moveTo>
                <a:cubicBezTo>
                  <a:pt x="142" y="53"/>
                  <a:pt x="142" y="53"/>
                  <a:pt x="142" y="53"/>
                </a:cubicBezTo>
                <a:cubicBezTo>
                  <a:pt x="142" y="188"/>
                  <a:pt x="142" y="188"/>
                  <a:pt x="142" y="188"/>
                </a:cubicBezTo>
                <a:cubicBezTo>
                  <a:pt x="186" y="160"/>
                  <a:pt x="186" y="160"/>
                  <a:pt x="186" y="160"/>
                </a:cubicBezTo>
                <a:lnTo>
                  <a:pt x="186" y="25"/>
                </a:lnTo>
                <a:close/>
                <a:moveTo>
                  <a:pt x="249" y="53"/>
                </a:moveTo>
                <a:cubicBezTo>
                  <a:pt x="204" y="25"/>
                  <a:pt x="204" y="25"/>
                  <a:pt x="204" y="25"/>
                </a:cubicBezTo>
                <a:cubicBezTo>
                  <a:pt x="204" y="160"/>
                  <a:pt x="204" y="160"/>
                  <a:pt x="204" y="160"/>
                </a:cubicBezTo>
                <a:cubicBezTo>
                  <a:pt x="249" y="188"/>
                  <a:pt x="249" y="188"/>
                  <a:pt x="249" y="188"/>
                </a:cubicBezTo>
                <a:lnTo>
                  <a:pt x="249" y="53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4" name="Freeform 6"/>
          <p:cNvSpPr>
            <a:spLocks noEditPoints="1"/>
          </p:cNvSpPr>
          <p:nvPr/>
        </p:nvSpPr>
        <p:spPr bwMode="auto">
          <a:xfrm>
            <a:off x="4653806" y="2089696"/>
            <a:ext cx="297581" cy="297581"/>
          </a:xfrm>
          <a:custGeom>
            <a:avLst/>
            <a:gdLst>
              <a:gd name="T0" fmla="*/ 256 w 257"/>
              <a:gd name="T1" fmla="*/ 127 h 257"/>
              <a:gd name="T2" fmla="*/ 130 w 257"/>
              <a:gd name="T3" fmla="*/ 256 h 257"/>
              <a:gd name="T4" fmla="*/ 1 w 257"/>
              <a:gd name="T5" fmla="*/ 130 h 257"/>
              <a:gd name="T6" fmla="*/ 127 w 257"/>
              <a:gd name="T7" fmla="*/ 1 h 257"/>
              <a:gd name="T8" fmla="*/ 256 w 257"/>
              <a:gd name="T9" fmla="*/ 127 h 257"/>
              <a:gd name="T10" fmla="*/ 229 w 257"/>
              <a:gd name="T11" fmla="*/ 128 h 257"/>
              <a:gd name="T12" fmla="*/ 127 w 257"/>
              <a:gd name="T13" fmla="*/ 28 h 257"/>
              <a:gd name="T14" fmla="*/ 28 w 257"/>
              <a:gd name="T15" fmla="*/ 130 h 257"/>
              <a:gd name="T16" fmla="*/ 130 w 257"/>
              <a:gd name="T17" fmla="*/ 229 h 257"/>
              <a:gd name="T18" fmla="*/ 229 w 257"/>
              <a:gd name="T19" fmla="*/ 128 h 257"/>
              <a:gd name="T20" fmla="*/ 102 w 257"/>
              <a:gd name="T21" fmla="*/ 102 h 257"/>
              <a:gd name="T22" fmla="*/ 189 w 257"/>
              <a:gd name="T23" fmla="*/ 68 h 257"/>
              <a:gd name="T24" fmla="*/ 155 w 257"/>
              <a:gd name="T25" fmla="*/ 154 h 257"/>
              <a:gd name="T26" fmla="*/ 68 w 257"/>
              <a:gd name="T27" fmla="*/ 189 h 257"/>
              <a:gd name="T28" fmla="*/ 102 w 257"/>
              <a:gd name="T29" fmla="*/ 102 h 257"/>
              <a:gd name="T30" fmla="*/ 115 w 257"/>
              <a:gd name="T31" fmla="*/ 141 h 257"/>
              <a:gd name="T32" fmla="*/ 141 w 257"/>
              <a:gd name="T33" fmla="*/ 141 h 257"/>
              <a:gd name="T34" fmla="*/ 165 w 257"/>
              <a:gd name="T35" fmla="*/ 91 h 257"/>
              <a:gd name="T36" fmla="*/ 115 w 257"/>
              <a:gd name="T37" fmla="*/ 115 h 257"/>
              <a:gd name="T38" fmla="*/ 115 w 257"/>
              <a:gd name="T39" fmla="*/ 141 h 2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257" h="257">
                <a:moveTo>
                  <a:pt x="256" y="127"/>
                </a:moveTo>
                <a:cubicBezTo>
                  <a:pt x="257" y="197"/>
                  <a:pt x="200" y="255"/>
                  <a:pt x="130" y="256"/>
                </a:cubicBezTo>
                <a:cubicBezTo>
                  <a:pt x="60" y="257"/>
                  <a:pt x="2" y="201"/>
                  <a:pt x="1" y="130"/>
                </a:cubicBezTo>
                <a:cubicBezTo>
                  <a:pt x="0" y="60"/>
                  <a:pt x="56" y="2"/>
                  <a:pt x="127" y="1"/>
                </a:cubicBezTo>
                <a:cubicBezTo>
                  <a:pt x="197" y="0"/>
                  <a:pt x="255" y="56"/>
                  <a:pt x="256" y="127"/>
                </a:cubicBezTo>
                <a:close/>
                <a:moveTo>
                  <a:pt x="229" y="128"/>
                </a:moveTo>
                <a:cubicBezTo>
                  <a:pt x="229" y="72"/>
                  <a:pt x="183" y="27"/>
                  <a:pt x="127" y="28"/>
                </a:cubicBezTo>
                <a:cubicBezTo>
                  <a:pt x="71" y="29"/>
                  <a:pt x="27" y="74"/>
                  <a:pt x="28" y="130"/>
                </a:cubicBezTo>
                <a:cubicBezTo>
                  <a:pt x="29" y="185"/>
                  <a:pt x="74" y="230"/>
                  <a:pt x="130" y="229"/>
                </a:cubicBezTo>
                <a:cubicBezTo>
                  <a:pt x="186" y="228"/>
                  <a:pt x="230" y="183"/>
                  <a:pt x="229" y="128"/>
                </a:cubicBezTo>
                <a:close/>
                <a:moveTo>
                  <a:pt x="102" y="102"/>
                </a:moveTo>
                <a:cubicBezTo>
                  <a:pt x="128" y="76"/>
                  <a:pt x="189" y="68"/>
                  <a:pt x="189" y="68"/>
                </a:cubicBezTo>
                <a:cubicBezTo>
                  <a:pt x="189" y="68"/>
                  <a:pt x="181" y="129"/>
                  <a:pt x="155" y="154"/>
                </a:cubicBezTo>
                <a:cubicBezTo>
                  <a:pt x="129" y="180"/>
                  <a:pt x="68" y="189"/>
                  <a:pt x="68" y="189"/>
                </a:cubicBezTo>
                <a:cubicBezTo>
                  <a:pt x="68" y="189"/>
                  <a:pt x="77" y="128"/>
                  <a:pt x="102" y="102"/>
                </a:cubicBezTo>
                <a:close/>
                <a:moveTo>
                  <a:pt x="115" y="141"/>
                </a:moveTo>
                <a:cubicBezTo>
                  <a:pt x="123" y="148"/>
                  <a:pt x="135" y="148"/>
                  <a:pt x="141" y="141"/>
                </a:cubicBezTo>
                <a:cubicBezTo>
                  <a:pt x="153" y="130"/>
                  <a:pt x="160" y="109"/>
                  <a:pt x="165" y="91"/>
                </a:cubicBezTo>
                <a:cubicBezTo>
                  <a:pt x="147" y="96"/>
                  <a:pt x="126" y="104"/>
                  <a:pt x="115" y="115"/>
                </a:cubicBezTo>
                <a:cubicBezTo>
                  <a:pt x="108" y="122"/>
                  <a:pt x="108" y="134"/>
                  <a:pt x="115" y="14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5" name="Freeform 7"/>
          <p:cNvSpPr>
            <a:spLocks noEditPoints="1"/>
          </p:cNvSpPr>
          <p:nvPr/>
        </p:nvSpPr>
        <p:spPr bwMode="auto">
          <a:xfrm>
            <a:off x="5013027" y="2100325"/>
            <a:ext cx="269949" cy="272073"/>
          </a:xfrm>
          <a:custGeom>
            <a:avLst/>
            <a:gdLst>
              <a:gd name="T0" fmla="*/ 213 w 232"/>
              <a:gd name="T1" fmla="*/ 48 h 233"/>
              <a:gd name="T2" fmla="*/ 115 w 232"/>
              <a:gd name="T3" fmla="*/ 233 h 233"/>
              <a:gd name="T4" fmla="*/ 100 w 232"/>
              <a:gd name="T5" fmla="*/ 132 h 233"/>
              <a:gd name="T6" fmla="*/ 0 w 232"/>
              <a:gd name="T7" fmla="*/ 118 h 233"/>
              <a:gd name="T8" fmla="*/ 184 w 232"/>
              <a:gd name="T9" fmla="*/ 19 h 233"/>
              <a:gd name="T10" fmla="*/ 224 w 232"/>
              <a:gd name="T11" fmla="*/ 8 h 233"/>
              <a:gd name="T12" fmla="*/ 213 w 232"/>
              <a:gd name="T13" fmla="*/ 48 h 233"/>
              <a:gd name="T14" fmla="*/ 120 w 232"/>
              <a:gd name="T15" fmla="*/ 108 h 233"/>
              <a:gd name="T16" fmla="*/ 127 w 232"/>
              <a:gd name="T17" fmla="*/ 170 h 233"/>
              <a:gd name="T18" fmla="*/ 201 w 232"/>
              <a:gd name="T19" fmla="*/ 34 h 233"/>
              <a:gd name="T20" fmla="*/ 120 w 232"/>
              <a:gd name="T21" fmla="*/ 108 h 2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232" h="233">
                <a:moveTo>
                  <a:pt x="213" y="48"/>
                </a:moveTo>
                <a:cubicBezTo>
                  <a:pt x="181" y="115"/>
                  <a:pt x="115" y="233"/>
                  <a:pt x="115" y="233"/>
                </a:cubicBezTo>
                <a:cubicBezTo>
                  <a:pt x="100" y="132"/>
                  <a:pt x="100" y="132"/>
                  <a:pt x="100" y="132"/>
                </a:cubicBezTo>
                <a:cubicBezTo>
                  <a:pt x="0" y="118"/>
                  <a:pt x="0" y="118"/>
                  <a:pt x="0" y="118"/>
                </a:cubicBezTo>
                <a:cubicBezTo>
                  <a:pt x="0" y="118"/>
                  <a:pt x="117" y="52"/>
                  <a:pt x="184" y="19"/>
                </a:cubicBezTo>
                <a:cubicBezTo>
                  <a:pt x="210" y="7"/>
                  <a:pt x="217" y="0"/>
                  <a:pt x="224" y="8"/>
                </a:cubicBezTo>
                <a:cubicBezTo>
                  <a:pt x="232" y="16"/>
                  <a:pt x="225" y="23"/>
                  <a:pt x="213" y="48"/>
                </a:cubicBezTo>
                <a:close/>
                <a:moveTo>
                  <a:pt x="120" y="108"/>
                </a:moveTo>
                <a:cubicBezTo>
                  <a:pt x="127" y="170"/>
                  <a:pt x="127" y="170"/>
                  <a:pt x="127" y="170"/>
                </a:cubicBezTo>
                <a:cubicBezTo>
                  <a:pt x="201" y="34"/>
                  <a:pt x="201" y="34"/>
                  <a:pt x="201" y="34"/>
                </a:cubicBezTo>
                <a:lnTo>
                  <a:pt x="120" y="108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6" name="Freeform 8"/>
          <p:cNvSpPr>
            <a:spLocks noEditPoints="1"/>
          </p:cNvSpPr>
          <p:nvPr/>
        </p:nvSpPr>
        <p:spPr bwMode="auto">
          <a:xfrm>
            <a:off x="5340368" y="2106701"/>
            <a:ext cx="265697" cy="265697"/>
          </a:xfrm>
          <a:custGeom>
            <a:avLst/>
            <a:gdLst>
              <a:gd name="T0" fmla="*/ 229 w 229"/>
              <a:gd name="T1" fmla="*/ 115 h 229"/>
              <a:gd name="T2" fmla="*/ 114 w 229"/>
              <a:gd name="T3" fmla="*/ 229 h 229"/>
              <a:gd name="T4" fmla="*/ 0 w 229"/>
              <a:gd name="T5" fmla="*/ 115 h 229"/>
              <a:gd name="T6" fmla="*/ 114 w 229"/>
              <a:gd name="T7" fmla="*/ 0 h 229"/>
              <a:gd name="T8" fmla="*/ 229 w 229"/>
              <a:gd name="T9" fmla="*/ 115 h 229"/>
              <a:gd name="T10" fmla="*/ 207 w 229"/>
              <a:gd name="T11" fmla="*/ 124 h 229"/>
              <a:gd name="T12" fmla="*/ 155 w 229"/>
              <a:gd name="T13" fmla="*/ 124 h 229"/>
              <a:gd name="T14" fmla="*/ 155 w 229"/>
              <a:gd name="T15" fmla="*/ 106 h 229"/>
              <a:gd name="T16" fmla="*/ 207 w 229"/>
              <a:gd name="T17" fmla="*/ 106 h 229"/>
              <a:gd name="T18" fmla="*/ 123 w 229"/>
              <a:gd name="T19" fmla="*/ 22 h 229"/>
              <a:gd name="T20" fmla="*/ 123 w 229"/>
              <a:gd name="T21" fmla="*/ 74 h 229"/>
              <a:gd name="T22" fmla="*/ 105 w 229"/>
              <a:gd name="T23" fmla="*/ 74 h 229"/>
              <a:gd name="T24" fmla="*/ 105 w 229"/>
              <a:gd name="T25" fmla="*/ 22 h 229"/>
              <a:gd name="T26" fmla="*/ 22 w 229"/>
              <a:gd name="T27" fmla="*/ 106 h 229"/>
              <a:gd name="T28" fmla="*/ 73 w 229"/>
              <a:gd name="T29" fmla="*/ 106 h 229"/>
              <a:gd name="T30" fmla="*/ 73 w 229"/>
              <a:gd name="T31" fmla="*/ 124 h 229"/>
              <a:gd name="T32" fmla="*/ 22 w 229"/>
              <a:gd name="T33" fmla="*/ 124 h 229"/>
              <a:gd name="T34" fmla="*/ 105 w 229"/>
              <a:gd name="T35" fmla="*/ 207 h 229"/>
              <a:gd name="T36" fmla="*/ 105 w 229"/>
              <a:gd name="T37" fmla="*/ 156 h 229"/>
              <a:gd name="T38" fmla="*/ 123 w 229"/>
              <a:gd name="T39" fmla="*/ 156 h 229"/>
              <a:gd name="T40" fmla="*/ 123 w 229"/>
              <a:gd name="T41" fmla="*/ 207 h 229"/>
              <a:gd name="T42" fmla="*/ 207 w 229"/>
              <a:gd name="T43" fmla="*/ 124 h 2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229" h="229">
                <a:moveTo>
                  <a:pt x="229" y="115"/>
                </a:moveTo>
                <a:cubicBezTo>
                  <a:pt x="229" y="178"/>
                  <a:pt x="177" y="229"/>
                  <a:pt x="114" y="229"/>
                </a:cubicBezTo>
                <a:cubicBezTo>
                  <a:pt x="51" y="229"/>
                  <a:pt x="0" y="178"/>
                  <a:pt x="0" y="115"/>
                </a:cubicBezTo>
                <a:cubicBezTo>
                  <a:pt x="0" y="51"/>
                  <a:pt x="51" y="0"/>
                  <a:pt x="114" y="0"/>
                </a:cubicBezTo>
                <a:cubicBezTo>
                  <a:pt x="177" y="0"/>
                  <a:pt x="229" y="51"/>
                  <a:pt x="229" y="115"/>
                </a:cubicBezTo>
                <a:close/>
                <a:moveTo>
                  <a:pt x="207" y="124"/>
                </a:moveTo>
                <a:cubicBezTo>
                  <a:pt x="155" y="124"/>
                  <a:pt x="155" y="124"/>
                  <a:pt x="155" y="124"/>
                </a:cubicBezTo>
                <a:cubicBezTo>
                  <a:pt x="155" y="106"/>
                  <a:pt x="155" y="106"/>
                  <a:pt x="155" y="106"/>
                </a:cubicBezTo>
                <a:cubicBezTo>
                  <a:pt x="207" y="106"/>
                  <a:pt x="207" y="106"/>
                  <a:pt x="207" y="106"/>
                </a:cubicBezTo>
                <a:cubicBezTo>
                  <a:pt x="202" y="61"/>
                  <a:pt x="168" y="26"/>
                  <a:pt x="123" y="22"/>
                </a:cubicBezTo>
                <a:cubicBezTo>
                  <a:pt x="123" y="74"/>
                  <a:pt x="123" y="74"/>
                  <a:pt x="123" y="74"/>
                </a:cubicBezTo>
                <a:cubicBezTo>
                  <a:pt x="105" y="74"/>
                  <a:pt x="105" y="74"/>
                  <a:pt x="105" y="74"/>
                </a:cubicBezTo>
                <a:cubicBezTo>
                  <a:pt x="105" y="22"/>
                  <a:pt x="105" y="22"/>
                  <a:pt x="105" y="22"/>
                </a:cubicBezTo>
                <a:cubicBezTo>
                  <a:pt x="61" y="26"/>
                  <a:pt x="26" y="61"/>
                  <a:pt x="22" y="106"/>
                </a:cubicBezTo>
                <a:cubicBezTo>
                  <a:pt x="73" y="106"/>
                  <a:pt x="73" y="106"/>
                  <a:pt x="73" y="106"/>
                </a:cubicBezTo>
                <a:cubicBezTo>
                  <a:pt x="73" y="124"/>
                  <a:pt x="73" y="124"/>
                  <a:pt x="73" y="124"/>
                </a:cubicBezTo>
                <a:cubicBezTo>
                  <a:pt x="22" y="124"/>
                  <a:pt x="22" y="124"/>
                  <a:pt x="22" y="124"/>
                </a:cubicBezTo>
                <a:cubicBezTo>
                  <a:pt x="26" y="168"/>
                  <a:pt x="61" y="203"/>
                  <a:pt x="105" y="207"/>
                </a:cubicBezTo>
                <a:cubicBezTo>
                  <a:pt x="105" y="156"/>
                  <a:pt x="105" y="156"/>
                  <a:pt x="105" y="156"/>
                </a:cubicBezTo>
                <a:cubicBezTo>
                  <a:pt x="123" y="156"/>
                  <a:pt x="123" y="156"/>
                  <a:pt x="123" y="156"/>
                </a:cubicBezTo>
                <a:cubicBezTo>
                  <a:pt x="123" y="207"/>
                  <a:pt x="123" y="207"/>
                  <a:pt x="123" y="207"/>
                </a:cubicBezTo>
                <a:cubicBezTo>
                  <a:pt x="168" y="203"/>
                  <a:pt x="202" y="168"/>
                  <a:pt x="207" y="12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7" name="Freeform 9"/>
          <p:cNvSpPr>
            <a:spLocks/>
          </p:cNvSpPr>
          <p:nvPr/>
        </p:nvSpPr>
        <p:spPr bwMode="auto">
          <a:xfrm>
            <a:off x="5667705" y="2100324"/>
            <a:ext cx="246568" cy="278451"/>
          </a:xfrm>
          <a:custGeom>
            <a:avLst/>
            <a:gdLst>
              <a:gd name="T0" fmla="*/ 212 w 212"/>
              <a:gd name="T1" fmla="*/ 199 h 239"/>
              <a:gd name="T2" fmla="*/ 172 w 212"/>
              <a:gd name="T3" fmla="*/ 239 h 239"/>
              <a:gd name="T4" fmla="*/ 132 w 212"/>
              <a:gd name="T5" fmla="*/ 199 h 239"/>
              <a:gd name="T6" fmla="*/ 133 w 212"/>
              <a:gd name="T7" fmla="*/ 193 h 239"/>
              <a:gd name="T8" fmla="*/ 63 w 212"/>
              <a:gd name="T9" fmla="*/ 151 h 239"/>
              <a:gd name="T10" fmla="*/ 40 w 212"/>
              <a:gd name="T11" fmla="*/ 159 h 239"/>
              <a:gd name="T12" fmla="*/ 0 w 212"/>
              <a:gd name="T13" fmla="*/ 120 h 239"/>
              <a:gd name="T14" fmla="*/ 40 w 212"/>
              <a:gd name="T15" fmla="*/ 80 h 239"/>
              <a:gd name="T16" fmla="*/ 63 w 212"/>
              <a:gd name="T17" fmla="*/ 88 h 239"/>
              <a:gd name="T18" fmla="*/ 133 w 212"/>
              <a:gd name="T19" fmla="*/ 46 h 239"/>
              <a:gd name="T20" fmla="*/ 132 w 212"/>
              <a:gd name="T21" fmla="*/ 40 h 239"/>
              <a:gd name="T22" fmla="*/ 172 w 212"/>
              <a:gd name="T23" fmla="*/ 0 h 239"/>
              <a:gd name="T24" fmla="*/ 212 w 212"/>
              <a:gd name="T25" fmla="*/ 40 h 239"/>
              <a:gd name="T26" fmla="*/ 172 w 212"/>
              <a:gd name="T27" fmla="*/ 80 h 239"/>
              <a:gd name="T28" fmla="*/ 148 w 212"/>
              <a:gd name="T29" fmla="*/ 72 h 239"/>
              <a:gd name="T30" fmla="*/ 78 w 212"/>
              <a:gd name="T31" fmla="*/ 113 h 239"/>
              <a:gd name="T32" fmla="*/ 79 w 212"/>
              <a:gd name="T33" fmla="*/ 120 h 239"/>
              <a:gd name="T34" fmla="*/ 78 w 212"/>
              <a:gd name="T35" fmla="*/ 126 h 239"/>
              <a:gd name="T36" fmla="*/ 148 w 212"/>
              <a:gd name="T37" fmla="*/ 168 h 239"/>
              <a:gd name="T38" fmla="*/ 172 w 212"/>
              <a:gd name="T39" fmla="*/ 159 h 239"/>
              <a:gd name="T40" fmla="*/ 212 w 212"/>
              <a:gd name="T41" fmla="*/ 199 h 2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212" h="239">
                <a:moveTo>
                  <a:pt x="212" y="199"/>
                </a:moveTo>
                <a:cubicBezTo>
                  <a:pt x="212" y="221"/>
                  <a:pt x="194" y="239"/>
                  <a:pt x="172" y="239"/>
                </a:cubicBezTo>
                <a:cubicBezTo>
                  <a:pt x="150" y="239"/>
                  <a:pt x="132" y="221"/>
                  <a:pt x="132" y="199"/>
                </a:cubicBezTo>
                <a:cubicBezTo>
                  <a:pt x="132" y="197"/>
                  <a:pt x="132" y="195"/>
                  <a:pt x="133" y="193"/>
                </a:cubicBezTo>
                <a:cubicBezTo>
                  <a:pt x="63" y="151"/>
                  <a:pt x="63" y="151"/>
                  <a:pt x="63" y="151"/>
                </a:cubicBezTo>
                <a:cubicBezTo>
                  <a:pt x="57" y="156"/>
                  <a:pt x="49" y="159"/>
                  <a:pt x="40" y="159"/>
                </a:cubicBezTo>
                <a:cubicBezTo>
                  <a:pt x="17" y="159"/>
                  <a:pt x="0" y="141"/>
                  <a:pt x="0" y="120"/>
                </a:cubicBezTo>
                <a:cubicBezTo>
                  <a:pt x="0" y="98"/>
                  <a:pt x="17" y="80"/>
                  <a:pt x="40" y="80"/>
                </a:cubicBezTo>
                <a:cubicBezTo>
                  <a:pt x="49" y="80"/>
                  <a:pt x="57" y="83"/>
                  <a:pt x="63" y="88"/>
                </a:cubicBezTo>
                <a:cubicBezTo>
                  <a:pt x="133" y="46"/>
                  <a:pt x="133" y="46"/>
                  <a:pt x="133" y="46"/>
                </a:cubicBezTo>
                <a:cubicBezTo>
                  <a:pt x="132" y="44"/>
                  <a:pt x="132" y="42"/>
                  <a:pt x="132" y="40"/>
                </a:cubicBezTo>
                <a:cubicBezTo>
                  <a:pt x="132" y="18"/>
                  <a:pt x="150" y="0"/>
                  <a:pt x="172" y="0"/>
                </a:cubicBezTo>
                <a:cubicBezTo>
                  <a:pt x="194" y="0"/>
                  <a:pt x="212" y="18"/>
                  <a:pt x="212" y="40"/>
                </a:cubicBezTo>
                <a:cubicBezTo>
                  <a:pt x="212" y="62"/>
                  <a:pt x="194" y="80"/>
                  <a:pt x="172" y="80"/>
                </a:cubicBezTo>
                <a:cubicBezTo>
                  <a:pt x="163" y="80"/>
                  <a:pt x="155" y="77"/>
                  <a:pt x="148" y="72"/>
                </a:cubicBezTo>
                <a:cubicBezTo>
                  <a:pt x="78" y="113"/>
                  <a:pt x="78" y="113"/>
                  <a:pt x="78" y="113"/>
                </a:cubicBezTo>
                <a:cubicBezTo>
                  <a:pt x="79" y="115"/>
                  <a:pt x="79" y="117"/>
                  <a:pt x="79" y="120"/>
                </a:cubicBezTo>
                <a:cubicBezTo>
                  <a:pt x="79" y="122"/>
                  <a:pt x="79" y="124"/>
                  <a:pt x="78" y="126"/>
                </a:cubicBezTo>
                <a:cubicBezTo>
                  <a:pt x="148" y="168"/>
                  <a:pt x="148" y="168"/>
                  <a:pt x="148" y="168"/>
                </a:cubicBezTo>
                <a:cubicBezTo>
                  <a:pt x="155" y="163"/>
                  <a:pt x="163" y="159"/>
                  <a:pt x="172" y="159"/>
                </a:cubicBezTo>
                <a:cubicBezTo>
                  <a:pt x="194" y="159"/>
                  <a:pt x="212" y="177"/>
                  <a:pt x="212" y="19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8" name="Freeform 10"/>
          <p:cNvSpPr>
            <a:spLocks/>
          </p:cNvSpPr>
          <p:nvPr/>
        </p:nvSpPr>
        <p:spPr bwMode="auto">
          <a:xfrm>
            <a:off x="5967411" y="2125831"/>
            <a:ext cx="280576" cy="221060"/>
          </a:xfrm>
          <a:custGeom>
            <a:avLst/>
            <a:gdLst>
              <a:gd name="T0" fmla="*/ 217 w 241"/>
              <a:gd name="T1" fmla="*/ 103 h 191"/>
              <a:gd name="T2" fmla="*/ 121 w 241"/>
              <a:gd name="T3" fmla="*/ 191 h 191"/>
              <a:gd name="T4" fmla="*/ 25 w 241"/>
              <a:gd name="T5" fmla="*/ 103 h 191"/>
              <a:gd name="T6" fmla="*/ 25 w 241"/>
              <a:gd name="T7" fmla="*/ 20 h 191"/>
              <a:gd name="T8" fmla="*/ 106 w 241"/>
              <a:gd name="T9" fmla="*/ 20 h 191"/>
              <a:gd name="T10" fmla="*/ 121 w 241"/>
              <a:gd name="T11" fmla="*/ 34 h 191"/>
              <a:gd name="T12" fmla="*/ 136 w 241"/>
              <a:gd name="T13" fmla="*/ 20 h 191"/>
              <a:gd name="T14" fmla="*/ 217 w 241"/>
              <a:gd name="T15" fmla="*/ 20 h 191"/>
              <a:gd name="T16" fmla="*/ 217 w 241"/>
              <a:gd name="T17" fmla="*/ 103 h 1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41" h="191">
                <a:moveTo>
                  <a:pt x="217" y="103"/>
                </a:moveTo>
                <a:cubicBezTo>
                  <a:pt x="121" y="191"/>
                  <a:pt x="121" y="191"/>
                  <a:pt x="121" y="191"/>
                </a:cubicBezTo>
                <a:cubicBezTo>
                  <a:pt x="25" y="103"/>
                  <a:pt x="25" y="103"/>
                  <a:pt x="25" y="103"/>
                </a:cubicBezTo>
                <a:cubicBezTo>
                  <a:pt x="0" y="80"/>
                  <a:pt x="0" y="43"/>
                  <a:pt x="25" y="20"/>
                </a:cubicBezTo>
                <a:cubicBezTo>
                  <a:pt x="48" y="0"/>
                  <a:pt x="84" y="0"/>
                  <a:pt x="106" y="20"/>
                </a:cubicBezTo>
                <a:cubicBezTo>
                  <a:pt x="121" y="34"/>
                  <a:pt x="121" y="34"/>
                  <a:pt x="121" y="34"/>
                </a:cubicBezTo>
                <a:cubicBezTo>
                  <a:pt x="136" y="20"/>
                  <a:pt x="136" y="20"/>
                  <a:pt x="136" y="20"/>
                </a:cubicBezTo>
                <a:cubicBezTo>
                  <a:pt x="158" y="0"/>
                  <a:pt x="194" y="0"/>
                  <a:pt x="217" y="20"/>
                </a:cubicBezTo>
                <a:cubicBezTo>
                  <a:pt x="241" y="43"/>
                  <a:pt x="241" y="80"/>
                  <a:pt x="217" y="1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9" name="Freeform 11"/>
          <p:cNvSpPr>
            <a:spLocks/>
          </p:cNvSpPr>
          <p:nvPr/>
        </p:nvSpPr>
        <p:spPr bwMode="auto">
          <a:xfrm>
            <a:off x="6303253" y="2102450"/>
            <a:ext cx="272073" cy="272073"/>
          </a:xfrm>
          <a:custGeom>
            <a:avLst/>
            <a:gdLst>
              <a:gd name="T0" fmla="*/ 81 w 128"/>
              <a:gd name="T1" fmla="*/ 49 h 128"/>
              <a:gd name="T2" fmla="*/ 128 w 128"/>
              <a:gd name="T3" fmla="*/ 49 h 128"/>
              <a:gd name="T4" fmla="*/ 90 w 128"/>
              <a:gd name="T5" fmla="*/ 78 h 128"/>
              <a:gd name="T6" fmla="*/ 103 w 128"/>
              <a:gd name="T7" fmla="*/ 128 h 128"/>
              <a:gd name="T8" fmla="*/ 64 w 128"/>
              <a:gd name="T9" fmla="*/ 98 h 128"/>
              <a:gd name="T10" fmla="*/ 24 w 128"/>
              <a:gd name="T11" fmla="*/ 128 h 128"/>
              <a:gd name="T12" fmla="*/ 38 w 128"/>
              <a:gd name="T13" fmla="*/ 78 h 128"/>
              <a:gd name="T14" fmla="*/ 0 w 128"/>
              <a:gd name="T15" fmla="*/ 49 h 128"/>
              <a:gd name="T16" fmla="*/ 47 w 128"/>
              <a:gd name="T17" fmla="*/ 49 h 128"/>
              <a:gd name="T18" fmla="*/ 64 w 128"/>
              <a:gd name="T19" fmla="*/ 0 h 128"/>
              <a:gd name="T20" fmla="*/ 81 w 128"/>
              <a:gd name="T21" fmla="*/ 49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28" h="128">
                <a:moveTo>
                  <a:pt x="81" y="49"/>
                </a:moveTo>
                <a:lnTo>
                  <a:pt x="128" y="49"/>
                </a:lnTo>
                <a:lnTo>
                  <a:pt x="90" y="78"/>
                </a:lnTo>
                <a:lnTo>
                  <a:pt x="103" y="128"/>
                </a:lnTo>
                <a:lnTo>
                  <a:pt x="64" y="98"/>
                </a:lnTo>
                <a:lnTo>
                  <a:pt x="24" y="128"/>
                </a:lnTo>
                <a:lnTo>
                  <a:pt x="38" y="78"/>
                </a:lnTo>
                <a:lnTo>
                  <a:pt x="0" y="49"/>
                </a:lnTo>
                <a:lnTo>
                  <a:pt x="47" y="49"/>
                </a:lnTo>
                <a:lnTo>
                  <a:pt x="64" y="0"/>
                </a:lnTo>
                <a:lnTo>
                  <a:pt x="81" y="49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0" name="Freeform 12"/>
          <p:cNvSpPr>
            <a:spLocks noEditPoints="1"/>
          </p:cNvSpPr>
          <p:nvPr/>
        </p:nvSpPr>
        <p:spPr bwMode="auto">
          <a:xfrm>
            <a:off x="6636968" y="2108826"/>
            <a:ext cx="278451" cy="261447"/>
          </a:xfrm>
          <a:custGeom>
            <a:avLst/>
            <a:gdLst>
              <a:gd name="T0" fmla="*/ 11 w 239"/>
              <a:gd name="T1" fmla="*/ 93 h 226"/>
              <a:gd name="T2" fmla="*/ 53 w 239"/>
              <a:gd name="T3" fmla="*/ 93 h 226"/>
              <a:gd name="T4" fmla="*/ 53 w 239"/>
              <a:gd name="T5" fmla="*/ 199 h 226"/>
              <a:gd name="T6" fmla="*/ 11 w 239"/>
              <a:gd name="T7" fmla="*/ 199 h 226"/>
              <a:gd name="T8" fmla="*/ 0 w 239"/>
              <a:gd name="T9" fmla="*/ 186 h 226"/>
              <a:gd name="T10" fmla="*/ 0 w 239"/>
              <a:gd name="T11" fmla="*/ 105 h 226"/>
              <a:gd name="T12" fmla="*/ 11 w 239"/>
              <a:gd name="T13" fmla="*/ 93 h 226"/>
              <a:gd name="T14" fmla="*/ 239 w 239"/>
              <a:gd name="T15" fmla="*/ 116 h 226"/>
              <a:gd name="T16" fmla="*/ 239 w 239"/>
              <a:gd name="T17" fmla="*/ 180 h 226"/>
              <a:gd name="T18" fmla="*/ 180 w 239"/>
              <a:gd name="T19" fmla="*/ 226 h 226"/>
              <a:gd name="T20" fmla="*/ 124 w 239"/>
              <a:gd name="T21" fmla="*/ 226 h 226"/>
              <a:gd name="T22" fmla="*/ 66 w 239"/>
              <a:gd name="T23" fmla="*/ 199 h 226"/>
              <a:gd name="T24" fmla="*/ 66 w 239"/>
              <a:gd name="T25" fmla="*/ 93 h 226"/>
              <a:gd name="T26" fmla="*/ 70 w 239"/>
              <a:gd name="T27" fmla="*/ 93 h 226"/>
              <a:gd name="T28" fmla="*/ 127 w 239"/>
              <a:gd name="T29" fmla="*/ 39 h 226"/>
              <a:gd name="T30" fmla="*/ 142 w 239"/>
              <a:gd name="T31" fmla="*/ 0 h 226"/>
              <a:gd name="T32" fmla="*/ 162 w 239"/>
              <a:gd name="T33" fmla="*/ 37 h 226"/>
              <a:gd name="T34" fmla="*/ 159 w 239"/>
              <a:gd name="T35" fmla="*/ 78 h 226"/>
              <a:gd name="T36" fmla="*/ 208 w 239"/>
              <a:gd name="T37" fmla="*/ 77 h 226"/>
              <a:gd name="T38" fmla="*/ 239 w 239"/>
              <a:gd name="T39" fmla="*/ 116 h 2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239" h="226">
                <a:moveTo>
                  <a:pt x="11" y="93"/>
                </a:moveTo>
                <a:cubicBezTo>
                  <a:pt x="53" y="93"/>
                  <a:pt x="53" y="93"/>
                  <a:pt x="53" y="93"/>
                </a:cubicBezTo>
                <a:cubicBezTo>
                  <a:pt x="53" y="199"/>
                  <a:pt x="53" y="199"/>
                  <a:pt x="53" y="199"/>
                </a:cubicBezTo>
                <a:cubicBezTo>
                  <a:pt x="38" y="199"/>
                  <a:pt x="11" y="199"/>
                  <a:pt x="11" y="199"/>
                </a:cubicBezTo>
                <a:cubicBezTo>
                  <a:pt x="3" y="199"/>
                  <a:pt x="0" y="194"/>
                  <a:pt x="0" y="186"/>
                </a:cubicBezTo>
                <a:cubicBezTo>
                  <a:pt x="0" y="105"/>
                  <a:pt x="0" y="105"/>
                  <a:pt x="0" y="105"/>
                </a:cubicBezTo>
                <a:cubicBezTo>
                  <a:pt x="0" y="99"/>
                  <a:pt x="2" y="93"/>
                  <a:pt x="11" y="93"/>
                </a:cubicBezTo>
                <a:close/>
                <a:moveTo>
                  <a:pt x="239" y="116"/>
                </a:moveTo>
                <a:cubicBezTo>
                  <a:pt x="239" y="180"/>
                  <a:pt x="239" y="180"/>
                  <a:pt x="239" y="180"/>
                </a:cubicBezTo>
                <a:cubicBezTo>
                  <a:pt x="239" y="201"/>
                  <a:pt x="208" y="226"/>
                  <a:pt x="180" y="226"/>
                </a:cubicBezTo>
                <a:cubicBezTo>
                  <a:pt x="180" y="226"/>
                  <a:pt x="142" y="226"/>
                  <a:pt x="124" y="226"/>
                </a:cubicBezTo>
                <a:cubicBezTo>
                  <a:pt x="97" y="226"/>
                  <a:pt x="96" y="199"/>
                  <a:pt x="66" y="199"/>
                </a:cubicBezTo>
                <a:cubicBezTo>
                  <a:pt x="66" y="93"/>
                  <a:pt x="66" y="93"/>
                  <a:pt x="66" y="93"/>
                </a:cubicBezTo>
                <a:cubicBezTo>
                  <a:pt x="70" y="93"/>
                  <a:pt x="70" y="93"/>
                  <a:pt x="70" y="93"/>
                </a:cubicBezTo>
                <a:cubicBezTo>
                  <a:pt x="91" y="93"/>
                  <a:pt x="122" y="56"/>
                  <a:pt x="127" y="39"/>
                </a:cubicBezTo>
                <a:cubicBezTo>
                  <a:pt x="132" y="21"/>
                  <a:pt x="125" y="0"/>
                  <a:pt x="142" y="0"/>
                </a:cubicBezTo>
                <a:cubicBezTo>
                  <a:pt x="156" y="0"/>
                  <a:pt x="162" y="11"/>
                  <a:pt x="162" y="37"/>
                </a:cubicBezTo>
                <a:cubicBezTo>
                  <a:pt x="159" y="78"/>
                  <a:pt x="159" y="78"/>
                  <a:pt x="159" y="78"/>
                </a:cubicBezTo>
                <a:cubicBezTo>
                  <a:pt x="159" y="78"/>
                  <a:pt x="192" y="77"/>
                  <a:pt x="208" y="77"/>
                </a:cubicBezTo>
                <a:cubicBezTo>
                  <a:pt x="228" y="77"/>
                  <a:pt x="239" y="91"/>
                  <a:pt x="239" y="116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1" name="Freeform 13"/>
          <p:cNvSpPr>
            <a:spLocks noEditPoints="1"/>
          </p:cNvSpPr>
          <p:nvPr/>
        </p:nvSpPr>
        <p:spPr bwMode="auto">
          <a:xfrm>
            <a:off x="6977060" y="2100324"/>
            <a:ext cx="306083" cy="278451"/>
          </a:xfrm>
          <a:custGeom>
            <a:avLst/>
            <a:gdLst>
              <a:gd name="T0" fmla="*/ 170 w 265"/>
              <a:gd name="T1" fmla="*/ 149 h 239"/>
              <a:gd name="T2" fmla="*/ 172 w 265"/>
              <a:gd name="T3" fmla="*/ 149 h 239"/>
              <a:gd name="T4" fmla="*/ 172 w 265"/>
              <a:gd name="T5" fmla="*/ 173 h 239"/>
              <a:gd name="T6" fmla="*/ 146 w 265"/>
              <a:gd name="T7" fmla="*/ 199 h 239"/>
              <a:gd name="T8" fmla="*/ 79 w 265"/>
              <a:gd name="T9" fmla="*/ 199 h 239"/>
              <a:gd name="T10" fmla="*/ 39 w 265"/>
              <a:gd name="T11" fmla="*/ 239 h 239"/>
              <a:gd name="T12" fmla="*/ 39 w 265"/>
              <a:gd name="T13" fmla="*/ 199 h 239"/>
              <a:gd name="T14" fmla="*/ 26 w 265"/>
              <a:gd name="T15" fmla="*/ 199 h 239"/>
              <a:gd name="T16" fmla="*/ 0 w 265"/>
              <a:gd name="T17" fmla="*/ 173 h 239"/>
              <a:gd name="T18" fmla="*/ 0 w 265"/>
              <a:gd name="T19" fmla="*/ 93 h 239"/>
              <a:gd name="T20" fmla="*/ 26 w 265"/>
              <a:gd name="T21" fmla="*/ 66 h 239"/>
              <a:gd name="T22" fmla="*/ 77 w 265"/>
              <a:gd name="T23" fmla="*/ 66 h 239"/>
              <a:gd name="T24" fmla="*/ 77 w 265"/>
              <a:gd name="T25" fmla="*/ 149 h 239"/>
              <a:gd name="T26" fmla="*/ 170 w 265"/>
              <a:gd name="T27" fmla="*/ 149 h 239"/>
              <a:gd name="T28" fmla="*/ 265 w 265"/>
              <a:gd name="T29" fmla="*/ 27 h 239"/>
              <a:gd name="T30" fmla="*/ 265 w 265"/>
              <a:gd name="T31" fmla="*/ 106 h 239"/>
              <a:gd name="T32" fmla="*/ 239 w 265"/>
              <a:gd name="T33" fmla="*/ 133 h 239"/>
              <a:gd name="T34" fmla="*/ 225 w 265"/>
              <a:gd name="T35" fmla="*/ 133 h 239"/>
              <a:gd name="T36" fmla="*/ 225 w 265"/>
              <a:gd name="T37" fmla="*/ 173 h 239"/>
              <a:gd name="T38" fmla="*/ 186 w 265"/>
              <a:gd name="T39" fmla="*/ 133 h 239"/>
              <a:gd name="T40" fmla="*/ 93 w 265"/>
              <a:gd name="T41" fmla="*/ 133 h 239"/>
              <a:gd name="T42" fmla="*/ 93 w 265"/>
              <a:gd name="T43" fmla="*/ 27 h 239"/>
              <a:gd name="T44" fmla="*/ 119 w 265"/>
              <a:gd name="T45" fmla="*/ 0 h 239"/>
              <a:gd name="T46" fmla="*/ 239 w 265"/>
              <a:gd name="T47" fmla="*/ 0 h 239"/>
              <a:gd name="T48" fmla="*/ 265 w 265"/>
              <a:gd name="T49" fmla="*/ 27 h 2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265" h="239">
                <a:moveTo>
                  <a:pt x="170" y="149"/>
                </a:moveTo>
                <a:cubicBezTo>
                  <a:pt x="171" y="149"/>
                  <a:pt x="172" y="149"/>
                  <a:pt x="172" y="149"/>
                </a:cubicBezTo>
                <a:cubicBezTo>
                  <a:pt x="172" y="173"/>
                  <a:pt x="172" y="173"/>
                  <a:pt x="172" y="173"/>
                </a:cubicBezTo>
                <a:cubicBezTo>
                  <a:pt x="172" y="188"/>
                  <a:pt x="161" y="199"/>
                  <a:pt x="146" y="199"/>
                </a:cubicBezTo>
                <a:cubicBezTo>
                  <a:pt x="79" y="199"/>
                  <a:pt x="79" y="199"/>
                  <a:pt x="79" y="199"/>
                </a:cubicBezTo>
                <a:cubicBezTo>
                  <a:pt x="39" y="239"/>
                  <a:pt x="39" y="239"/>
                  <a:pt x="39" y="239"/>
                </a:cubicBezTo>
                <a:cubicBezTo>
                  <a:pt x="39" y="199"/>
                  <a:pt x="39" y="199"/>
                  <a:pt x="39" y="199"/>
                </a:cubicBezTo>
                <a:cubicBezTo>
                  <a:pt x="26" y="199"/>
                  <a:pt x="26" y="199"/>
                  <a:pt x="26" y="199"/>
                </a:cubicBezTo>
                <a:cubicBezTo>
                  <a:pt x="12" y="199"/>
                  <a:pt x="0" y="188"/>
                  <a:pt x="0" y="173"/>
                </a:cubicBezTo>
                <a:cubicBezTo>
                  <a:pt x="0" y="93"/>
                  <a:pt x="0" y="93"/>
                  <a:pt x="0" y="93"/>
                </a:cubicBezTo>
                <a:cubicBezTo>
                  <a:pt x="0" y="79"/>
                  <a:pt x="12" y="66"/>
                  <a:pt x="26" y="66"/>
                </a:cubicBezTo>
                <a:cubicBezTo>
                  <a:pt x="77" y="66"/>
                  <a:pt x="77" y="66"/>
                  <a:pt x="77" y="66"/>
                </a:cubicBezTo>
                <a:cubicBezTo>
                  <a:pt x="77" y="149"/>
                  <a:pt x="77" y="149"/>
                  <a:pt x="77" y="149"/>
                </a:cubicBezTo>
                <a:lnTo>
                  <a:pt x="170" y="149"/>
                </a:lnTo>
                <a:close/>
                <a:moveTo>
                  <a:pt x="265" y="27"/>
                </a:moveTo>
                <a:cubicBezTo>
                  <a:pt x="265" y="106"/>
                  <a:pt x="265" y="106"/>
                  <a:pt x="265" y="106"/>
                </a:cubicBezTo>
                <a:cubicBezTo>
                  <a:pt x="265" y="121"/>
                  <a:pt x="253" y="133"/>
                  <a:pt x="239" y="133"/>
                </a:cubicBezTo>
                <a:cubicBezTo>
                  <a:pt x="225" y="133"/>
                  <a:pt x="225" y="133"/>
                  <a:pt x="225" y="133"/>
                </a:cubicBezTo>
                <a:cubicBezTo>
                  <a:pt x="225" y="173"/>
                  <a:pt x="225" y="173"/>
                  <a:pt x="225" y="173"/>
                </a:cubicBezTo>
                <a:cubicBezTo>
                  <a:pt x="186" y="133"/>
                  <a:pt x="186" y="133"/>
                  <a:pt x="186" y="133"/>
                </a:cubicBezTo>
                <a:cubicBezTo>
                  <a:pt x="93" y="133"/>
                  <a:pt x="93" y="133"/>
                  <a:pt x="93" y="133"/>
                </a:cubicBezTo>
                <a:cubicBezTo>
                  <a:pt x="93" y="27"/>
                  <a:pt x="93" y="27"/>
                  <a:pt x="93" y="27"/>
                </a:cubicBezTo>
                <a:cubicBezTo>
                  <a:pt x="93" y="12"/>
                  <a:pt x="105" y="0"/>
                  <a:pt x="119" y="0"/>
                </a:cubicBezTo>
                <a:cubicBezTo>
                  <a:pt x="239" y="0"/>
                  <a:pt x="239" y="0"/>
                  <a:pt x="239" y="0"/>
                </a:cubicBezTo>
                <a:cubicBezTo>
                  <a:pt x="253" y="0"/>
                  <a:pt x="265" y="12"/>
                  <a:pt x="265" y="2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2" name="Freeform 14"/>
          <p:cNvSpPr>
            <a:spLocks noEditPoints="1"/>
          </p:cNvSpPr>
          <p:nvPr/>
        </p:nvSpPr>
        <p:spPr bwMode="auto">
          <a:xfrm>
            <a:off x="7344784" y="2115204"/>
            <a:ext cx="155168" cy="246568"/>
          </a:xfrm>
          <a:custGeom>
            <a:avLst/>
            <a:gdLst>
              <a:gd name="T0" fmla="*/ 133 w 133"/>
              <a:gd name="T1" fmla="*/ 67 h 213"/>
              <a:gd name="T2" fmla="*/ 67 w 133"/>
              <a:gd name="T3" fmla="*/ 213 h 213"/>
              <a:gd name="T4" fmla="*/ 0 w 133"/>
              <a:gd name="T5" fmla="*/ 67 h 213"/>
              <a:gd name="T6" fmla="*/ 67 w 133"/>
              <a:gd name="T7" fmla="*/ 0 h 213"/>
              <a:gd name="T8" fmla="*/ 133 w 133"/>
              <a:gd name="T9" fmla="*/ 67 h 213"/>
              <a:gd name="T10" fmla="*/ 102 w 133"/>
              <a:gd name="T11" fmla="*/ 68 h 213"/>
              <a:gd name="T12" fmla="*/ 67 w 133"/>
              <a:gd name="T13" fmla="*/ 32 h 213"/>
              <a:gd name="T14" fmla="*/ 31 w 133"/>
              <a:gd name="T15" fmla="*/ 68 h 213"/>
              <a:gd name="T16" fmla="*/ 67 w 133"/>
              <a:gd name="T17" fmla="*/ 103 h 213"/>
              <a:gd name="T18" fmla="*/ 102 w 133"/>
              <a:gd name="T19" fmla="*/ 68 h 2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33" h="213">
                <a:moveTo>
                  <a:pt x="133" y="67"/>
                </a:moveTo>
                <a:cubicBezTo>
                  <a:pt x="133" y="130"/>
                  <a:pt x="67" y="213"/>
                  <a:pt x="67" y="213"/>
                </a:cubicBezTo>
                <a:cubicBezTo>
                  <a:pt x="67" y="213"/>
                  <a:pt x="0" y="130"/>
                  <a:pt x="0" y="67"/>
                </a:cubicBezTo>
                <a:cubicBezTo>
                  <a:pt x="0" y="30"/>
                  <a:pt x="30" y="0"/>
                  <a:pt x="67" y="0"/>
                </a:cubicBezTo>
                <a:cubicBezTo>
                  <a:pt x="103" y="0"/>
                  <a:pt x="133" y="30"/>
                  <a:pt x="133" y="67"/>
                </a:cubicBezTo>
                <a:close/>
                <a:moveTo>
                  <a:pt x="102" y="68"/>
                </a:moveTo>
                <a:cubicBezTo>
                  <a:pt x="102" y="48"/>
                  <a:pt x="86" y="32"/>
                  <a:pt x="67" y="32"/>
                </a:cubicBezTo>
                <a:cubicBezTo>
                  <a:pt x="46" y="32"/>
                  <a:pt x="31" y="48"/>
                  <a:pt x="31" y="68"/>
                </a:cubicBezTo>
                <a:cubicBezTo>
                  <a:pt x="31" y="87"/>
                  <a:pt x="46" y="103"/>
                  <a:pt x="67" y="103"/>
                </a:cubicBezTo>
                <a:cubicBezTo>
                  <a:pt x="86" y="103"/>
                  <a:pt x="102" y="87"/>
                  <a:pt x="102" y="68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3" name="Freeform 15"/>
          <p:cNvSpPr>
            <a:spLocks noEditPoints="1"/>
          </p:cNvSpPr>
          <p:nvPr/>
        </p:nvSpPr>
        <p:spPr bwMode="auto">
          <a:xfrm>
            <a:off x="7561593" y="2100324"/>
            <a:ext cx="308209" cy="278451"/>
          </a:xfrm>
          <a:custGeom>
            <a:avLst/>
            <a:gdLst>
              <a:gd name="T0" fmla="*/ 213 w 266"/>
              <a:gd name="T1" fmla="*/ 211 h 239"/>
              <a:gd name="T2" fmla="*/ 213 w 266"/>
              <a:gd name="T3" fmla="*/ 239 h 239"/>
              <a:gd name="T4" fmla="*/ 0 w 266"/>
              <a:gd name="T5" fmla="*/ 239 h 239"/>
              <a:gd name="T6" fmla="*/ 0 w 266"/>
              <a:gd name="T7" fmla="*/ 186 h 239"/>
              <a:gd name="T8" fmla="*/ 21 w 266"/>
              <a:gd name="T9" fmla="*/ 179 h 239"/>
              <a:gd name="T10" fmla="*/ 65 w 266"/>
              <a:gd name="T11" fmla="*/ 135 h 239"/>
              <a:gd name="T12" fmla="*/ 51 w 266"/>
              <a:gd name="T13" fmla="*/ 103 h 239"/>
              <a:gd name="T14" fmla="*/ 38 w 266"/>
              <a:gd name="T15" fmla="*/ 80 h 239"/>
              <a:gd name="T16" fmla="*/ 43 w 266"/>
              <a:gd name="T17" fmla="*/ 69 h 239"/>
              <a:gd name="T18" fmla="*/ 39 w 266"/>
              <a:gd name="T19" fmla="*/ 46 h 239"/>
              <a:gd name="T20" fmla="*/ 93 w 266"/>
              <a:gd name="T21" fmla="*/ 0 h 239"/>
              <a:gd name="T22" fmla="*/ 146 w 266"/>
              <a:gd name="T23" fmla="*/ 46 h 239"/>
              <a:gd name="T24" fmla="*/ 142 w 266"/>
              <a:gd name="T25" fmla="*/ 69 h 239"/>
              <a:gd name="T26" fmla="*/ 148 w 266"/>
              <a:gd name="T27" fmla="*/ 80 h 239"/>
              <a:gd name="T28" fmla="*/ 135 w 266"/>
              <a:gd name="T29" fmla="*/ 103 h 239"/>
              <a:gd name="T30" fmla="*/ 121 w 266"/>
              <a:gd name="T31" fmla="*/ 135 h 239"/>
              <a:gd name="T32" fmla="*/ 164 w 266"/>
              <a:gd name="T33" fmla="*/ 179 h 239"/>
              <a:gd name="T34" fmla="*/ 213 w 266"/>
              <a:gd name="T35" fmla="*/ 211 h 239"/>
              <a:gd name="T36" fmla="*/ 266 w 266"/>
              <a:gd name="T37" fmla="*/ 106 h 239"/>
              <a:gd name="T38" fmla="*/ 266 w 266"/>
              <a:gd name="T39" fmla="*/ 133 h 239"/>
              <a:gd name="T40" fmla="*/ 226 w 266"/>
              <a:gd name="T41" fmla="*/ 133 h 239"/>
              <a:gd name="T42" fmla="*/ 226 w 266"/>
              <a:gd name="T43" fmla="*/ 173 h 239"/>
              <a:gd name="T44" fmla="*/ 199 w 266"/>
              <a:gd name="T45" fmla="*/ 173 h 239"/>
              <a:gd name="T46" fmla="*/ 199 w 266"/>
              <a:gd name="T47" fmla="*/ 133 h 239"/>
              <a:gd name="T48" fmla="*/ 159 w 266"/>
              <a:gd name="T49" fmla="*/ 133 h 239"/>
              <a:gd name="T50" fmla="*/ 159 w 266"/>
              <a:gd name="T51" fmla="*/ 106 h 239"/>
              <a:gd name="T52" fmla="*/ 199 w 266"/>
              <a:gd name="T53" fmla="*/ 106 h 239"/>
              <a:gd name="T54" fmla="*/ 199 w 266"/>
              <a:gd name="T55" fmla="*/ 66 h 239"/>
              <a:gd name="T56" fmla="*/ 226 w 266"/>
              <a:gd name="T57" fmla="*/ 66 h 239"/>
              <a:gd name="T58" fmla="*/ 226 w 266"/>
              <a:gd name="T59" fmla="*/ 106 h 239"/>
              <a:gd name="T60" fmla="*/ 266 w 266"/>
              <a:gd name="T61" fmla="*/ 106 h 2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266" h="239">
                <a:moveTo>
                  <a:pt x="213" y="211"/>
                </a:moveTo>
                <a:cubicBezTo>
                  <a:pt x="213" y="219"/>
                  <a:pt x="213" y="239"/>
                  <a:pt x="213" y="239"/>
                </a:cubicBezTo>
                <a:cubicBezTo>
                  <a:pt x="0" y="239"/>
                  <a:pt x="0" y="239"/>
                  <a:pt x="0" y="239"/>
                </a:cubicBezTo>
                <a:cubicBezTo>
                  <a:pt x="0" y="186"/>
                  <a:pt x="0" y="186"/>
                  <a:pt x="0" y="186"/>
                </a:cubicBezTo>
                <a:cubicBezTo>
                  <a:pt x="8" y="182"/>
                  <a:pt x="18" y="180"/>
                  <a:pt x="21" y="179"/>
                </a:cubicBezTo>
                <a:cubicBezTo>
                  <a:pt x="54" y="167"/>
                  <a:pt x="65" y="157"/>
                  <a:pt x="65" y="135"/>
                </a:cubicBezTo>
                <a:cubicBezTo>
                  <a:pt x="65" y="122"/>
                  <a:pt x="55" y="126"/>
                  <a:pt x="51" y="103"/>
                </a:cubicBezTo>
                <a:cubicBezTo>
                  <a:pt x="48" y="93"/>
                  <a:pt x="40" y="103"/>
                  <a:pt x="38" y="80"/>
                </a:cubicBezTo>
                <a:cubicBezTo>
                  <a:pt x="38" y="71"/>
                  <a:pt x="43" y="69"/>
                  <a:pt x="43" y="69"/>
                </a:cubicBezTo>
                <a:cubicBezTo>
                  <a:pt x="43" y="69"/>
                  <a:pt x="41" y="56"/>
                  <a:pt x="39" y="46"/>
                </a:cubicBezTo>
                <a:cubicBezTo>
                  <a:pt x="38" y="33"/>
                  <a:pt x="47" y="0"/>
                  <a:pt x="93" y="0"/>
                </a:cubicBezTo>
                <a:cubicBezTo>
                  <a:pt x="139" y="0"/>
                  <a:pt x="147" y="33"/>
                  <a:pt x="146" y="46"/>
                </a:cubicBezTo>
                <a:cubicBezTo>
                  <a:pt x="145" y="56"/>
                  <a:pt x="142" y="69"/>
                  <a:pt x="142" y="69"/>
                </a:cubicBezTo>
                <a:cubicBezTo>
                  <a:pt x="142" y="69"/>
                  <a:pt x="148" y="71"/>
                  <a:pt x="148" y="80"/>
                </a:cubicBezTo>
                <a:cubicBezTo>
                  <a:pt x="146" y="103"/>
                  <a:pt x="137" y="93"/>
                  <a:pt x="135" y="103"/>
                </a:cubicBezTo>
                <a:cubicBezTo>
                  <a:pt x="131" y="126"/>
                  <a:pt x="121" y="122"/>
                  <a:pt x="121" y="135"/>
                </a:cubicBezTo>
                <a:cubicBezTo>
                  <a:pt x="121" y="157"/>
                  <a:pt x="131" y="167"/>
                  <a:pt x="164" y="179"/>
                </a:cubicBezTo>
                <a:cubicBezTo>
                  <a:pt x="197" y="191"/>
                  <a:pt x="213" y="203"/>
                  <a:pt x="213" y="211"/>
                </a:cubicBezTo>
                <a:close/>
                <a:moveTo>
                  <a:pt x="266" y="106"/>
                </a:moveTo>
                <a:cubicBezTo>
                  <a:pt x="266" y="133"/>
                  <a:pt x="266" y="133"/>
                  <a:pt x="266" y="133"/>
                </a:cubicBezTo>
                <a:cubicBezTo>
                  <a:pt x="226" y="133"/>
                  <a:pt x="226" y="133"/>
                  <a:pt x="226" y="133"/>
                </a:cubicBezTo>
                <a:cubicBezTo>
                  <a:pt x="226" y="173"/>
                  <a:pt x="226" y="173"/>
                  <a:pt x="226" y="173"/>
                </a:cubicBezTo>
                <a:cubicBezTo>
                  <a:pt x="199" y="173"/>
                  <a:pt x="199" y="173"/>
                  <a:pt x="199" y="173"/>
                </a:cubicBezTo>
                <a:cubicBezTo>
                  <a:pt x="199" y="133"/>
                  <a:pt x="199" y="133"/>
                  <a:pt x="199" y="133"/>
                </a:cubicBezTo>
                <a:cubicBezTo>
                  <a:pt x="159" y="133"/>
                  <a:pt x="159" y="133"/>
                  <a:pt x="159" y="133"/>
                </a:cubicBezTo>
                <a:cubicBezTo>
                  <a:pt x="159" y="106"/>
                  <a:pt x="159" y="106"/>
                  <a:pt x="159" y="106"/>
                </a:cubicBezTo>
                <a:cubicBezTo>
                  <a:pt x="199" y="106"/>
                  <a:pt x="199" y="106"/>
                  <a:pt x="199" y="106"/>
                </a:cubicBezTo>
                <a:cubicBezTo>
                  <a:pt x="199" y="66"/>
                  <a:pt x="199" y="66"/>
                  <a:pt x="199" y="66"/>
                </a:cubicBezTo>
                <a:cubicBezTo>
                  <a:pt x="226" y="66"/>
                  <a:pt x="226" y="66"/>
                  <a:pt x="226" y="66"/>
                </a:cubicBezTo>
                <a:cubicBezTo>
                  <a:pt x="226" y="106"/>
                  <a:pt x="226" y="106"/>
                  <a:pt x="226" y="106"/>
                </a:cubicBezTo>
                <a:lnTo>
                  <a:pt x="266" y="106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4" name="Freeform 16"/>
          <p:cNvSpPr>
            <a:spLocks noEditPoints="1"/>
          </p:cNvSpPr>
          <p:nvPr/>
        </p:nvSpPr>
        <p:spPr bwMode="auto">
          <a:xfrm>
            <a:off x="810763" y="2871909"/>
            <a:ext cx="301832" cy="216808"/>
          </a:xfrm>
          <a:custGeom>
            <a:avLst/>
            <a:gdLst>
              <a:gd name="T0" fmla="*/ 234 w 260"/>
              <a:gd name="T1" fmla="*/ 27 h 186"/>
              <a:gd name="T2" fmla="*/ 234 w 260"/>
              <a:gd name="T3" fmla="*/ 53 h 186"/>
              <a:gd name="T4" fmla="*/ 260 w 260"/>
              <a:gd name="T5" fmla="*/ 53 h 186"/>
              <a:gd name="T6" fmla="*/ 260 w 260"/>
              <a:gd name="T7" fmla="*/ 80 h 186"/>
              <a:gd name="T8" fmla="*/ 234 w 260"/>
              <a:gd name="T9" fmla="*/ 80 h 186"/>
              <a:gd name="T10" fmla="*/ 234 w 260"/>
              <a:gd name="T11" fmla="*/ 106 h 186"/>
              <a:gd name="T12" fmla="*/ 260 w 260"/>
              <a:gd name="T13" fmla="*/ 106 h 186"/>
              <a:gd name="T14" fmla="*/ 260 w 260"/>
              <a:gd name="T15" fmla="*/ 133 h 186"/>
              <a:gd name="T16" fmla="*/ 234 w 260"/>
              <a:gd name="T17" fmla="*/ 133 h 186"/>
              <a:gd name="T18" fmla="*/ 234 w 260"/>
              <a:gd name="T19" fmla="*/ 159 h 186"/>
              <a:gd name="T20" fmla="*/ 260 w 260"/>
              <a:gd name="T21" fmla="*/ 159 h 186"/>
              <a:gd name="T22" fmla="*/ 260 w 260"/>
              <a:gd name="T23" fmla="*/ 175 h 186"/>
              <a:gd name="T24" fmla="*/ 250 w 260"/>
              <a:gd name="T25" fmla="*/ 186 h 186"/>
              <a:gd name="T26" fmla="*/ 11 w 260"/>
              <a:gd name="T27" fmla="*/ 186 h 186"/>
              <a:gd name="T28" fmla="*/ 0 w 260"/>
              <a:gd name="T29" fmla="*/ 175 h 186"/>
              <a:gd name="T30" fmla="*/ 0 w 260"/>
              <a:gd name="T31" fmla="*/ 159 h 186"/>
              <a:gd name="T32" fmla="*/ 27 w 260"/>
              <a:gd name="T33" fmla="*/ 159 h 186"/>
              <a:gd name="T34" fmla="*/ 27 w 260"/>
              <a:gd name="T35" fmla="*/ 133 h 186"/>
              <a:gd name="T36" fmla="*/ 0 w 260"/>
              <a:gd name="T37" fmla="*/ 133 h 186"/>
              <a:gd name="T38" fmla="*/ 0 w 260"/>
              <a:gd name="T39" fmla="*/ 106 h 186"/>
              <a:gd name="T40" fmla="*/ 27 w 260"/>
              <a:gd name="T41" fmla="*/ 106 h 186"/>
              <a:gd name="T42" fmla="*/ 27 w 260"/>
              <a:gd name="T43" fmla="*/ 80 h 186"/>
              <a:gd name="T44" fmla="*/ 0 w 260"/>
              <a:gd name="T45" fmla="*/ 80 h 186"/>
              <a:gd name="T46" fmla="*/ 0 w 260"/>
              <a:gd name="T47" fmla="*/ 53 h 186"/>
              <a:gd name="T48" fmla="*/ 27 w 260"/>
              <a:gd name="T49" fmla="*/ 53 h 186"/>
              <a:gd name="T50" fmla="*/ 27 w 260"/>
              <a:gd name="T51" fmla="*/ 27 h 186"/>
              <a:gd name="T52" fmla="*/ 0 w 260"/>
              <a:gd name="T53" fmla="*/ 27 h 186"/>
              <a:gd name="T54" fmla="*/ 0 w 260"/>
              <a:gd name="T55" fmla="*/ 11 h 186"/>
              <a:gd name="T56" fmla="*/ 11 w 260"/>
              <a:gd name="T57" fmla="*/ 0 h 186"/>
              <a:gd name="T58" fmla="*/ 250 w 260"/>
              <a:gd name="T59" fmla="*/ 0 h 186"/>
              <a:gd name="T60" fmla="*/ 260 w 260"/>
              <a:gd name="T61" fmla="*/ 11 h 186"/>
              <a:gd name="T62" fmla="*/ 260 w 260"/>
              <a:gd name="T63" fmla="*/ 27 h 186"/>
              <a:gd name="T64" fmla="*/ 234 w 260"/>
              <a:gd name="T65" fmla="*/ 27 h 186"/>
              <a:gd name="T66" fmla="*/ 167 w 260"/>
              <a:gd name="T67" fmla="*/ 93 h 186"/>
              <a:gd name="T68" fmla="*/ 101 w 260"/>
              <a:gd name="T69" fmla="*/ 53 h 186"/>
              <a:gd name="T70" fmla="*/ 101 w 260"/>
              <a:gd name="T71" fmla="*/ 133 h 186"/>
              <a:gd name="T72" fmla="*/ 167 w 260"/>
              <a:gd name="T73" fmla="*/ 93 h 1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260" h="186">
                <a:moveTo>
                  <a:pt x="234" y="27"/>
                </a:moveTo>
                <a:cubicBezTo>
                  <a:pt x="234" y="53"/>
                  <a:pt x="234" y="53"/>
                  <a:pt x="234" y="53"/>
                </a:cubicBezTo>
                <a:cubicBezTo>
                  <a:pt x="260" y="53"/>
                  <a:pt x="260" y="53"/>
                  <a:pt x="260" y="53"/>
                </a:cubicBezTo>
                <a:cubicBezTo>
                  <a:pt x="260" y="80"/>
                  <a:pt x="260" y="80"/>
                  <a:pt x="260" y="80"/>
                </a:cubicBezTo>
                <a:cubicBezTo>
                  <a:pt x="234" y="80"/>
                  <a:pt x="234" y="80"/>
                  <a:pt x="234" y="80"/>
                </a:cubicBezTo>
                <a:cubicBezTo>
                  <a:pt x="234" y="106"/>
                  <a:pt x="234" y="106"/>
                  <a:pt x="234" y="106"/>
                </a:cubicBezTo>
                <a:cubicBezTo>
                  <a:pt x="260" y="106"/>
                  <a:pt x="260" y="106"/>
                  <a:pt x="260" y="106"/>
                </a:cubicBezTo>
                <a:cubicBezTo>
                  <a:pt x="260" y="133"/>
                  <a:pt x="260" y="133"/>
                  <a:pt x="260" y="133"/>
                </a:cubicBezTo>
                <a:cubicBezTo>
                  <a:pt x="234" y="133"/>
                  <a:pt x="234" y="133"/>
                  <a:pt x="234" y="133"/>
                </a:cubicBezTo>
                <a:cubicBezTo>
                  <a:pt x="234" y="159"/>
                  <a:pt x="234" y="159"/>
                  <a:pt x="234" y="159"/>
                </a:cubicBezTo>
                <a:cubicBezTo>
                  <a:pt x="260" y="159"/>
                  <a:pt x="260" y="159"/>
                  <a:pt x="260" y="159"/>
                </a:cubicBezTo>
                <a:cubicBezTo>
                  <a:pt x="260" y="175"/>
                  <a:pt x="260" y="175"/>
                  <a:pt x="260" y="175"/>
                </a:cubicBezTo>
                <a:cubicBezTo>
                  <a:pt x="260" y="181"/>
                  <a:pt x="256" y="186"/>
                  <a:pt x="250" y="186"/>
                </a:cubicBezTo>
                <a:cubicBezTo>
                  <a:pt x="11" y="186"/>
                  <a:pt x="11" y="186"/>
                  <a:pt x="11" y="186"/>
                </a:cubicBezTo>
                <a:cubicBezTo>
                  <a:pt x="5" y="186"/>
                  <a:pt x="0" y="181"/>
                  <a:pt x="0" y="175"/>
                </a:cubicBezTo>
                <a:cubicBezTo>
                  <a:pt x="0" y="159"/>
                  <a:pt x="0" y="159"/>
                  <a:pt x="0" y="159"/>
                </a:cubicBezTo>
                <a:cubicBezTo>
                  <a:pt x="27" y="159"/>
                  <a:pt x="27" y="159"/>
                  <a:pt x="27" y="159"/>
                </a:cubicBezTo>
                <a:cubicBezTo>
                  <a:pt x="27" y="133"/>
                  <a:pt x="27" y="133"/>
                  <a:pt x="27" y="133"/>
                </a:cubicBezTo>
                <a:cubicBezTo>
                  <a:pt x="0" y="133"/>
                  <a:pt x="0" y="133"/>
                  <a:pt x="0" y="133"/>
                </a:cubicBezTo>
                <a:cubicBezTo>
                  <a:pt x="0" y="106"/>
                  <a:pt x="0" y="106"/>
                  <a:pt x="0" y="106"/>
                </a:cubicBezTo>
                <a:cubicBezTo>
                  <a:pt x="27" y="106"/>
                  <a:pt x="27" y="106"/>
                  <a:pt x="27" y="106"/>
                </a:cubicBezTo>
                <a:cubicBezTo>
                  <a:pt x="27" y="80"/>
                  <a:pt x="27" y="80"/>
                  <a:pt x="27" y="80"/>
                </a:cubicBezTo>
                <a:cubicBezTo>
                  <a:pt x="0" y="80"/>
                  <a:pt x="0" y="80"/>
                  <a:pt x="0" y="80"/>
                </a:cubicBezTo>
                <a:cubicBezTo>
                  <a:pt x="0" y="53"/>
                  <a:pt x="0" y="53"/>
                  <a:pt x="0" y="53"/>
                </a:cubicBezTo>
                <a:cubicBezTo>
                  <a:pt x="27" y="53"/>
                  <a:pt x="27" y="53"/>
                  <a:pt x="27" y="53"/>
                </a:cubicBezTo>
                <a:cubicBezTo>
                  <a:pt x="27" y="27"/>
                  <a:pt x="27" y="27"/>
                  <a:pt x="27" y="27"/>
                </a:cubicBezTo>
                <a:cubicBezTo>
                  <a:pt x="0" y="27"/>
                  <a:pt x="0" y="27"/>
                  <a:pt x="0" y="27"/>
                </a:cubicBezTo>
                <a:cubicBezTo>
                  <a:pt x="0" y="11"/>
                  <a:pt x="0" y="11"/>
                  <a:pt x="0" y="11"/>
                </a:cubicBezTo>
                <a:cubicBezTo>
                  <a:pt x="0" y="5"/>
                  <a:pt x="5" y="0"/>
                  <a:pt x="11" y="0"/>
                </a:cubicBezTo>
                <a:cubicBezTo>
                  <a:pt x="250" y="0"/>
                  <a:pt x="250" y="0"/>
                  <a:pt x="250" y="0"/>
                </a:cubicBezTo>
                <a:cubicBezTo>
                  <a:pt x="256" y="0"/>
                  <a:pt x="260" y="5"/>
                  <a:pt x="260" y="11"/>
                </a:cubicBezTo>
                <a:cubicBezTo>
                  <a:pt x="260" y="27"/>
                  <a:pt x="260" y="27"/>
                  <a:pt x="260" y="27"/>
                </a:cubicBezTo>
                <a:lnTo>
                  <a:pt x="234" y="27"/>
                </a:lnTo>
                <a:close/>
                <a:moveTo>
                  <a:pt x="167" y="93"/>
                </a:moveTo>
                <a:cubicBezTo>
                  <a:pt x="101" y="53"/>
                  <a:pt x="101" y="53"/>
                  <a:pt x="101" y="53"/>
                </a:cubicBezTo>
                <a:cubicBezTo>
                  <a:pt x="101" y="133"/>
                  <a:pt x="101" y="133"/>
                  <a:pt x="101" y="133"/>
                </a:cubicBezTo>
                <a:lnTo>
                  <a:pt x="167" y="93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5" name="Freeform 17"/>
          <p:cNvSpPr>
            <a:spLocks noEditPoints="1"/>
          </p:cNvSpPr>
          <p:nvPr/>
        </p:nvSpPr>
        <p:spPr bwMode="auto">
          <a:xfrm>
            <a:off x="1364475" y="2848527"/>
            <a:ext cx="312461" cy="263572"/>
          </a:xfrm>
          <a:custGeom>
            <a:avLst/>
            <a:gdLst>
              <a:gd name="T0" fmla="*/ 267 w 269"/>
              <a:gd name="T1" fmla="*/ 172 h 226"/>
              <a:gd name="T2" fmla="*/ 259 w 269"/>
              <a:gd name="T3" fmla="*/ 213 h 226"/>
              <a:gd name="T4" fmla="*/ 243 w 269"/>
              <a:gd name="T5" fmla="*/ 226 h 226"/>
              <a:gd name="T6" fmla="*/ 26 w 269"/>
              <a:gd name="T7" fmla="*/ 226 h 226"/>
              <a:gd name="T8" fmla="*/ 9 w 269"/>
              <a:gd name="T9" fmla="*/ 213 h 226"/>
              <a:gd name="T10" fmla="*/ 2 w 269"/>
              <a:gd name="T11" fmla="*/ 172 h 226"/>
              <a:gd name="T12" fmla="*/ 10 w 269"/>
              <a:gd name="T13" fmla="*/ 153 h 226"/>
              <a:gd name="T14" fmla="*/ 53 w 269"/>
              <a:gd name="T15" fmla="*/ 125 h 226"/>
              <a:gd name="T16" fmla="*/ 79 w 269"/>
              <a:gd name="T17" fmla="*/ 125 h 226"/>
              <a:gd name="T18" fmla="*/ 34 w 269"/>
              <a:gd name="T19" fmla="*/ 160 h 226"/>
              <a:gd name="T20" fmla="*/ 81 w 269"/>
              <a:gd name="T21" fmla="*/ 160 h 226"/>
              <a:gd name="T22" fmla="*/ 84 w 269"/>
              <a:gd name="T23" fmla="*/ 161 h 226"/>
              <a:gd name="T24" fmla="*/ 95 w 269"/>
              <a:gd name="T25" fmla="*/ 191 h 226"/>
              <a:gd name="T26" fmla="*/ 174 w 269"/>
              <a:gd name="T27" fmla="*/ 191 h 226"/>
              <a:gd name="T28" fmla="*/ 185 w 269"/>
              <a:gd name="T29" fmla="*/ 161 h 226"/>
              <a:gd name="T30" fmla="*/ 188 w 269"/>
              <a:gd name="T31" fmla="*/ 160 h 226"/>
              <a:gd name="T32" fmla="*/ 235 w 269"/>
              <a:gd name="T33" fmla="*/ 160 h 226"/>
              <a:gd name="T34" fmla="*/ 190 w 269"/>
              <a:gd name="T35" fmla="*/ 125 h 226"/>
              <a:gd name="T36" fmla="*/ 216 w 269"/>
              <a:gd name="T37" fmla="*/ 125 h 226"/>
              <a:gd name="T38" fmla="*/ 258 w 269"/>
              <a:gd name="T39" fmla="*/ 153 h 226"/>
              <a:gd name="T40" fmla="*/ 267 w 269"/>
              <a:gd name="T41" fmla="*/ 172 h 226"/>
              <a:gd name="T42" fmla="*/ 135 w 269"/>
              <a:gd name="T43" fmla="*/ 133 h 226"/>
              <a:gd name="T44" fmla="*/ 63 w 269"/>
              <a:gd name="T45" fmla="*/ 66 h 226"/>
              <a:gd name="T46" fmla="*/ 103 w 269"/>
              <a:gd name="T47" fmla="*/ 66 h 226"/>
              <a:gd name="T48" fmla="*/ 103 w 269"/>
              <a:gd name="T49" fmla="*/ 0 h 226"/>
              <a:gd name="T50" fmla="*/ 167 w 269"/>
              <a:gd name="T51" fmla="*/ 0 h 226"/>
              <a:gd name="T52" fmla="*/ 167 w 269"/>
              <a:gd name="T53" fmla="*/ 66 h 226"/>
              <a:gd name="T54" fmla="*/ 206 w 269"/>
              <a:gd name="T55" fmla="*/ 66 h 226"/>
              <a:gd name="T56" fmla="*/ 135 w 269"/>
              <a:gd name="T57" fmla="*/ 133 h 2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269" h="226">
                <a:moveTo>
                  <a:pt x="267" y="172"/>
                </a:moveTo>
                <a:cubicBezTo>
                  <a:pt x="259" y="213"/>
                  <a:pt x="259" y="213"/>
                  <a:pt x="259" y="213"/>
                </a:cubicBezTo>
                <a:cubicBezTo>
                  <a:pt x="258" y="220"/>
                  <a:pt x="250" y="226"/>
                  <a:pt x="243" y="226"/>
                </a:cubicBezTo>
                <a:cubicBezTo>
                  <a:pt x="26" y="226"/>
                  <a:pt x="26" y="226"/>
                  <a:pt x="26" y="226"/>
                </a:cubicBezTo>
                <a:cubicBezTo>
                  <a:pt x="19" y="226"/>
                  <a:pt x="12" y="220"/>
                  <a:pt x="9" y="213"/>
                </a:cubicBezTo>
                <a:cubicBezTo>
                  <a:pt x="2" y="172"/>
                  <a:pt x="2" y="172"/>
                  <a:pt x="2" y="172"/>
                </a:cubicBezTo>
                <a:cubicBezTo>
                  <a:pt x="0" y="165"/>
                  <a:pt x="4" y="157"/>
                  <a:pt x="10" y="153"/>
                </a:cubicBezTo>
                <a:cubicBezTo>
                  <a:pt x="53" y="125"/>
                  <a:pt x="53" y="125"/>
                  <a:pt x="53" y="125"/>
                </a:cubicBezTo>
                <a:cubicBezTo>
                  <a:pt x="79" y="125"/>
                  <a:pt x="79" y="125"/>
                  <a:pt x="79" y="125"/>
                </a:cubicBezTo>
                <a:cubicBezTo>
                  <a:pt x="34" y="160"/>
                  <a:pt x="34" y="160"/>
                  <a:pt x="34" y="160"/>
                </a:cubicBezTo>
                <a:cubicBezTo>
                  <a:pt x="81" y="160"/>
                  <a:pt x="81" y="160"/>
                  <a:pt x="81" y="160"/>
                </a:cubicBezTo>
                <a:cubicBezTo>
                  <a:pt x="82" y="160"/>
                  <a:pt x="83" y="160"/>
                  <a:pt x="84" y="161"/>
                </a:cubicBezTo>
                <a:cubicBezTo>
                  <a:pt x="95" y="191"/>
                  <a:pt x="95" y="191"/>
                  <a:pt x="95" y="191"/>
                </a:cubicBezTo>
                <a:cubicBezTo>
                  <a:pt x="174" y="191"/>
                  <a:pt x="174" y="191"/>
                  <a:pt x="174" y="191"/>
                </a:cubicBezTo>
                <a:cubicBezTo>
                  <a:pt x="185" y="161"/>
                  <a:pt x="185" y="161"/>
                  <a:pt x="185" y="161"/>
                </a:cubicBezTo>
                <a:cubicBezTo>
                  <a:pt x="186" y="160"/>
                  <a:pt x="187" y="160"/>
                  <a:pt x="188" y="160"/>
                </a:cubicBezTo>
                <a:cubicBezTo>
                  <a:pt x="235" y="160"/>
                  <a:pt x="235" y="160"/>
                  <a:pt x="235" y="160"/>
                </a:cubicBezTo>
                <a:cubicBezTo>
                  <a:pt x="190" y="125"/>
                  <a:pt x="190" y="125"/>
                  <a:pt x="190" y="125"/>
                </a:cubicBezTo>
                <a:cubicBezTo>
                  <a:pt x="216" y="125"/>
                  <a:pt x="216" y="125"/>
                  <a:pt x="216" y="125"/>
                </a:cubicBezTo>
                <a:cubicBezTo>
                  <a:pt x="258" y="153"/>
                  <a:pt x="258" y="153"/>
                  <a:pt x="258" y="153"/>
                </a:cubicBezTo>
                <a:cubicBezTo>
                  <a:pt x="265" y="157"/>
                  <a:pt x="269" y="165"/>
                  <a:pt x="267" y="172"/>
                </a:cubicBezTo>
                <a:close/>
                <a:moveTo>
                  <a:pt x="135" y="133"/>
                </a:moveTo>
                <a:cubicBezTo>
                  <a:pt x="63" y="66"/>
                  <a:pt x="63" y="66"/>
                  <a:pt x="63" y="66"/>
                </a:cubicBezTo>
                <a:cubicBezTo>
                  <a:pt x="103" y="66"/>
                  <a:pt x="103" y="66"/>
                  <a:pt x="103" y="66"/>
                </a:cubicBezTo>
                <a:cubicBezTo>
                  <a:pt x="103" y="0"/>
                  <a:pt x="103" y="0"/>
                  <a:pt x="103" y="0"/>
                </a:cubicBezTo>
                <a:cubicBezTo>
                  <a:pt x="167" y="0"/>
                  <a:pt x="167" y="0"/>
                  <a:pt x="167" y="0"/>
                </a:cubicBezTo>
                <a:cubicBezTo>
                  <a:pt x="167" y="66"/>
                  <a:pt x="167" y="66"/>
                  <a:pt x="167" y="66"/>
                </a:cubicBezTo>
                <a:cubicBezTo>
                  <a:pt x="206" y="66"/>
                  <a:pt x="206" y="66"/>
                  <a:pt x="206" y="66"/>
                </a:cubicBezTo>
                <a:lnTo>
                  <a:pt x="135" y="133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6" name="Freeform 19"/>
          <p:cNvSpPr>
            <a:spLocks/>
          </p:cNvSpPr>
          <p:nvPr/>
        </p:nvSpPr>
        <p:spPr bwMode="auto">
          <a:xfrm>
            <a:off x="1792779" y="2852777"/>
            <a:ext cx="289077" cy="252944"/>
          </a:xfrm>
          <a:custGeom>
            <a:avLst/>
            <a:gdLst>
              <a:gd name="T0" fmla="*/ 249 w 249"/>
              <a:gd name="T1" fmla="*/ 109 h 218"/>
              <a:gd name="T2" fmla="*/ 140 w 249"/>
              <a:gd name="T3" fmla="*/ 218 h 218"/>
              <a:gd name="T4" fmla="*/ 73 w 249"/>
              <a:gd name="T5" fmla="*/ 195 h 218"/>
              <a:gd name="T6" fmla="*/ 92 w 249"/>
              <a:gd name="T7" fmla="*/ 175 h 218"/>
              <a:gd name="T8" fmla="*/ 140 w 249"/>
              <a:gd name="T9" fmla="*/ 191 h 218"/>
              <a:gd name="T10" fmla="*/ 222 w 249"/>
              <a:gd name="T11" fmla="*/ 109 h 218"/>
              <a:gd name="T12" fmla="*/ 140 w 249"/>
              <a:gd name="T13" fmla="*/ 27 h 218"/>
              <a:gd name="T14" fmla="*/ 59 w 249"/>
              <a:gd name="T15" fmla="*/ 106 h 218"/>
              <a:gd name="T16" fmla="*/ 97 w 249"/>
              <a:gd name="T17" fmla="*/ 106 h 218"/>
              <a:gd name="T18" fmla="*/ 48 w 249"/>
              <a:gd name="T19" fmla="*/ 160 h 218"/>
              <a:gd name="T20" fmla="*/ 0 w 249"/>
              <a:gd name="T21" fmla="*/ 106 h 218"/>
              <a:gd name="T22" fmla="*/ 32 w 249"/>
              <a:gd name="T23" fmla="*/ 106 h 218"/>
              <a:gd name="T24" fmla="*/ 140 w 249"/>
              <a:gd name="T25" fmla="*/ 0 h 218"/>
              <a:gd name="T26" fmla="*/ 249 w 249"/>
              <a:gd name="T27" fmla="*/ 109 h 2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49" h="218">
                <a:moveTo>
                  <a:pt x="249" y="109"/>
                </a:moveTo>
                <a:cubicBezTo>
                  <a:pt x="249" y="169"/>
                  <a:pt x="200" y="218"/>
                  <a:pt x="140" y="218"/>
                </a:cubicBezTo>
                <a:cubicBezTo>
                  <a:pt x="115" y="218"/>
                  <a:pt x="92" y="209"/>
                  <a:pt x="73" y="195"/>
                </a:cubicBezTo>
                <a:cubicBezTo>
                  <a:pt x="92" y="175"/>
                  <a:pt x="92" y="175"/>
                  <a:pt x="92" y="175"/>
                </a:cubicBezTo>
                <a:cubicBezTo>
                  <a:pt x="106" y="185"/>
                  <a:pt x="122" y="191"/>
                  <a:pt x="140" y="191"/>
                </a:cubicBezTo>
                <a:cubicBezTo>
                  <a:pt x="185" y="191"/>
                  <a:pt x="222" y="154"/>
                  <a:pt x="222" y="109"/>
                </a:cubicBezTo>
                <a:cubicBezTo>
                  <a:pt x="222" y="64"/>
                  <a:pt x="185" y="27"/>
                  <a:pt x="140" y="27"/>
                </a:cubicBezTo>
                <a:cubicBezTo>
                  <a:pt x="96" y="27"/>
                  <a:pt x="61" y="62"/>
                  <a:pt x="59" y="106"/>
                </a:cubicBezTo>
                <a:cubicBezTo>
                  <a:pt x="97" y="106"/>
                  <a:pt x="97" y="106"/>
                  <a:pt x="97" y="106"/>
                </a:cubicBezTo>
                <a:cubicBezTo>
                  <a:pt x="48" y="160"/>
                  <a:pt x="48" y="160"/>
                  <a:pt x="48" y="160"/>
                </a:cubicBezTo>
                <a:cubicBezTo>
                  <a:pt x="0" y="106"/>
                  <a:pt x="0" y="106"/>
                  <a:pt x="0" y="106"/>
                </a:cubicBezTo>
                <a:cubicBezTo>
                  <a:pt x="32" y="106"/>
                  <a:pt x="32" y="106"/>
                  <a:pt x="32" y="106"/>
                </a:cubicBezTo>
                <a:cubicBezTo>
                  <a:pt x="34" y="47"/>
                  <a:pt x="81" y="0"/>
                  <a:pt x="140" y="0"/>
                </a:cubicBezTo>
                <a:cubicBezTo>
                  <a:pt x="200" y="0"/>
                  <a:pt x="249" y="49"/>
                  <a:pt x="249" y="10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7" name="Freeform 20"/>
          <p:cNvSpPr>
            <a:spLocks noEditPoints="1"/>
          </p:cNvSpPr>
          <p:nvPr/>
        </p:nvSpPr>
        <p:spPr bwMode="auto">
          <a:xfrm>
            <a:off x="2143499" y="2840024"/>
            <a:ext cx="216808" cy="278451"/>
          </a:xfrm>
          <a:custGeom>
            <a:avLst/>
            <a:gdLst>
              <a:gd name="T0" fmla="*/ 186 w 186"/>
              <a:gd name="T1" fmla="*/ 27 h 239"/>
              <a:gd name="T2" fmla="*/ 186 w 186"/>
              <a:gd name="T3" fmla="*/ 213 h 239"/>
              <a:gd name="T4" fmla="*/ 160 w 186"/>
              <a:gd name="T5" fmla="*/ 239 h 239"/>
              <a:gd name="T6" fmla="*/ 27 w 186"/>
              <a:gd name="T7" fmla="*/ 239 h 239"/>
              <a:gd name="T8" fmla="*/ 0 w 186"/>
              <a:gd name="T9" fmla="*/ 213 h 239"/>
              <a:gd name="T10" fmla="*/ 0 w 186"/>
              <a:gd name="T11" fmla="*/ 27 h 239"/>
              <a:gd name="T12" fmla="*/ 27 w 186"/>
              <a:gd name="T13" fmla="*/ 0 h 239"/>
              <a:gd name="T14" fmla="*/ 160 w 186"/>
              <a:gd name="T15" fmla="*/ 0 h 239"/>
              <a:gd name="T16" fmla="*/ 186 w 186"/>
              <a:gd name="T17" fmla="*/ 27 h 239"/>
              <a:gd name="T18" fmla="*/ 108 w 186"/>
              <a:gd name="T19" fmla="*/ 50 h 239"/>
              <a:gd name="T20" fmla="*/ 92 w 186"/>
              <a:gd name="T21" fmla="*/ 50 h 239"/>
              <a:gd name="T22" fmla="*/ 92 w 186"/>
              <a:gd name="T23" fmla="*/ 147 h 239"/>
              <a:gd name="T24" fmla="*/ 69 w 186"/>
              <a:gd name="T25" fmla="*/ 148 h 239"/>
              <a:gd name="T26" fmla="*/ 49 w 186"/>
              <a:gd name="T27" fmla="*/ 178 h 239"/>
              <a:gd name="T28" fmla="*/ 85 w 186"/>
              <a:gd name="T29" fmla="*/ 189 h 239"/>
              <a:gd name="T30" fmla="*/ 108 w 186"/>
              <a:gd name="T31" fmla="*/ 163 h 239"/>
              <a:gd name="T32" fmla="*/ 108 w 186"/>
              <a:gd name="T33" fmla="*/ 94 h 239"/>
              <a:gd name="T34" fmla="*/ 127 w 186"/>
              <a:gd name="T35" fmla="*/ 127 h 239"/>
              <a:gd name="T36" fmla="*/ 130 w 186"/>
              <a:gd name="T37" fmla="*/ 127 h 239"/>
              <a:gd name="T38" fmla="*/ 108 w 186"/>
              <a:gd name="T39" fmla="*/ 50 h 2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186" h="239">
                <a:moveTo>
                  <a:pt x="186" y="27"/>
                </a:moveTo>
                <a:cubicBezTo>
                  <a:pt x="186" y="213"/>
                  <a:pt x="186" y="213"/>
                  <a:pt x="186" y="213"/>
                </a:cubicBezTo>
                <a:cubicBezTo>
                  <a:pt x="186" y="228"/>
                  <a:pt x="174" y="239"/>
                  <a:pt x="160" y="239"/>
                </a:cubicBezTo>
                <a:cubicBezTo>
                  <a:pt x="27" y="239"/>
                  <a:pt x="27" y="239"/>
                  <a:pt x="27" y="239"/>
                </a:cubicBezTo>
                <a:cubicBezTo>
                  <a:pt x="13" y="239"/>
                  <a:pt x="0" y="228"/>
                  <a:pt x="0" y="213"/>
                </a:cubicBezTo>
                <a:cubicBezTo>
                  <a:pt x="0" y="27"/>
                  <a:pt x="0" y="27"/>
                  <a:pt x="0" y="27"/>
                </a:cubicBezTo>
                <a:cubicBezTo>
                  <a:pt x="0" y="13"/>
                  <a:pt x="13" y="0"/>
                  <a:pt x="27" y="0"/>
                </a:cubicBezTo>
                <a:cubicBezTo>
                  <a:pt x="160" y="0"/>
                  <a:pt x="160" y="0"/>
                  <a:pt x="160" y="0"/>
                </a:cubicBezTo>
                <a:cubicBezTo>
                  <a:pt x="174" y="0"/>
                  <a:pt x="186" y="13"/>
                  <a:pt x="186" y="27"/>
                </a:cubicBezTo>
                <a:close/>
                <a:moveTo>
                  <a:pt x="108" y="50"/>
                </a:moveTo>
                <a:cubicBezTo>
                  <a:pt x="92" y="50"/>
                  <a:pt x="92" y="50"/>
                  <a:pt x="92" y="50"/>
                </a:cubicBezTo>
                <a:cubicBezTo>
                  <a:pt x="92" y="147"/>
                  <a:pt x="92" y="147"/>
                  <a:pt x="92" y="147"/>
                </a:cubicBezTo>
                <a:cubicBezTo>
                  <a:pt x="86" y="145"/>
                  <a:pt x="77" y="145"/>
                  <a:pt x="69" y="148"/>
                </a:cubicBezTo>
                <a:cubicBezTo>
                  <a:pt x="53" y="153"/>
                  <a:pt x="44" y="167"/>
                  <a:pt x="49" y="178"/>
                </a:cubicBezTo>
                <a:cubicBezTo>
                  <a:pt x="52" y="189"/>
                  <a:pt x="70" y="194"/>
                  <a:pt x="85" y="189"/>
                </a:cubicBezTo>
                <a:cubicBezTo>
                  <a:pt x="101" y="184"/>
                  <a:pt x="108" y="176"/>
                  <a:pt x="108" y="163"/>
                </a:cubicBezTo>
                <a:cubicBezTo>
                  <a:pt x="108" y="94"/>
                  <a:pt x="108" y="94"/>
                  <a:pt x="108" y="94"/>
                </a:cubicBezTo>
                <a:cubicBezTo>
                  <a:pt x="129" y="97"/>
                  <a:pt x="129" y="119"/>
                  <a:pt x="127" y="127"/>
                </a:cubicBezTo>
                <a:cubicBezTo>
                  <a:pt x="126" y="129"/>
                  <a:pt x="127" y="132"/>
                  <a:pt x="130" y="127"/>
                </a:cubicBezTo>
                <a:cubicBezTo>
                  <a:pt x="153" y="92"/>
                  <a:pt x="108" y="66"/>
                  <a:pt x="108" y="5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8" name="Freeform 21"/>
          <p:cNvSpPr>
            <a:spLocks noEditPoints="1"/>
          </p:cNvSpPr>
          <p:nvPr/>
        </p:nvSpPr>
        <p:spPr bwMode="auto">
          <a:xfrm>
            <a:off x="2417700" y="2857029"/>
            <a:ext cx="308209" cy="246568"/>
          </a:xfrm>
          <a:custGeom>
            <a:avLst/>
            <a:gdLst>
              <a:gd name="T0" fmla="*/ 262 w 265"/>
              <a:gd name="T1" fmla="*/ 79 h 212"/>
              <a:gd name="T2" fmla="*/ 241 w 265"/>
              <a:gd name="T3" fmla="*/ 199 h 212"/>
              <a:gd name="T4" fmla="*/ 225 w 265"/>
              <a:gd name="T5" fmla="*/ 212 h 212"/>
              <a:gd name="T6" fmla="*/ 40 w 265"/>
              <a:gd name="T7" fmla="*/ 212 h 212"/>
              <a:gd name="T8" fmla="*/ 24 w 265"/>
              <a:gd name="T9" fmla="*/ 199 h 212"/>
              <a:gd name="T10" fmla="*/ 3 w 265"/>
              <a:gd name="T11" fmla="*/ 79 h 212"/>
              <a:gd name="T12" fmla="*/ 13 w 265"/>
              <a:gd name="T13" fmla="*/ 53 h 212"/>
              <a:gd name="T14" fmla="*/ 21 w 265"/>
              <a:gd name="T15" fmla="*/ 45 h 212"/>
              <a:gd name="T16" fmla="*/ 21 w 265"/>
              <a:gd name="T17" fmla="*/ 66 h 212"/>
              <a:gd name="T18" fmla="*/ 244 w 265"/>
              <a:gd name="T19" fmla="*/ 66 h 212"/>
              <a:gd name="T20" fmla="*/ 244 w 265"/>
              <a:gd name="T21" fmla="*/ 45 h 212"/>
              <a:gd name="T22" fmla="*/ 251 w 265"/>
              <a:gd name="T23" fmla="*/ 53 h 212"/>
              <a:gd name="T24" fmla="*/ 262 w 265"/>
              <a:gd name="T25" fmla="*/ 79 h 212"/>
              <a:gd name="T26" fmla="*/ 225 w 265"/>
              <a:gd name="T27" fmla="*/ 53 h 212"/>
              <a:gd name="T28" fmla="*/ 40 w 265"/>
              <a:gd name="T29" fmla="*/ 53 h 212"/>
              <a:gd name="T30" fmla="*/ 40 w 265"/>
              <a:gd name="T31" fmla="*/ 40 h 212"/>
              <a:gd name="T32" fmla="*/ 53 w 265"/>
              <a:gd name="T33" fmla="*/ 26 h 212"/>
              <a:gd name="T34" fmla="*/ 212 w 265"/>
              <a:gd name="T35" fmla="*/ 26 h 212"/>
              <a:gd name="T36" fmla="*/ 225 w 265"/>
              <a:gd name="T37" fmla="*/ 40 h 212"/>
              <a:gd name="T38" fmla="*/ 225 w 265"/>
              <a:gd name="T39" fmla="*/ 53 h 212"/>
              <a:gd name="T40" fmla="*/ 199 w 265"/>
              <a:gd name="T41" fmla="*/ 13 h 212"/>
              <a:gd name="T42" fmla="*/ 67 w 265"/>
              <a:gd name="T43" fmla="*/ 13 h 212"/>
              <a:gd name="T44" fmla="*/ 80 w 265"/>
              <a:gd name="T45" fmla="*/ 0 h 212"/>
              <a:gd name="T46" fmla="*/ 185 w 265"/>
              <a:gd name="T47" fmla="*/ 0 h 212"/>
              <a:gd name="T48" fmla="*/ 199 w 265"/>
              <a:gd name="T49" fmla="*/ 13 h 212"/>
              <a:gd name="T50" fmla="*/ 185 w 265"/>
              <a:gd name="T51" fmla="*/ 98 h 212"/>
              <a:gd name="T52" fmla="*/ 167 w 265"/>
              <a:gd name="T53" fmla="*/ 98 h 212"/>
              <a:gd name="T54" fmla="*/ 167 w 265"/>
              <a:gd name="T55" fmla="*/ 119 h 212"/>
              <a:gd name="T56" fmla="*/ 98 w 265"/>
              <a:gd name="T57" fmla="*/ 119 h 212"/>
              <a:gd name="T58" fmla="*/ 98 w 265"/>
              <a:gd name="T59" fmla="*/ 98 h 212"/>
              <a:gd name="T60" fmla="*/ 80 w 265"/>
              <a:gd name="T61" fmla="*/ 98 h 212"/>
              <a:gd name="T62" fmla="*/ 80 w 265"/>
              <a:gd name="T63" fmla="*/ 124 h 212"/>
              <a:gd name="T64" fmla="*/ 93 w 265"/>
              <a:gd name="T65" fmla="*/ 138 h 212"/>
              <a:gd name="T66" fmla="*/ 172 w 265"/>
              <a:gd name="T67" fmla="*/ 138 h 212"/>
              <a:gd name="T68" fmla="*/ 185 w 265"/>
              <a:gd name="T69" fmla="*/ 124 h 212"/>
              <a:gd name="T70" fmla="*/ 185 w 265"/>
              <a:gd name="T71" fmla="*/ 98 h 2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265" h="212">
                <a:moveTo>
                  <a:pt x="262" y="79"/>
                </a:moveTo>
                <a:cubicBezTo>
                  <a:pt x="259" y="96"/>
                  <a:pt x="243" y="187"/>
                  <a:pt x="241" y="199"/>
                </a:cubicBezTo>
                <a:cubicBezTo>
                  <a:pt x="239" y="212"/>
                  <a:pt x="225" y="212"/>
                  <a:pt x="225" y="212"/>
                </a:cubicBezTo>
                <a:cubicBezTo>
                  <a:pt x="40" y="212"/>
                  <a:pt x="40" y="212"/>
                  <a:pt x="40" y="212"/>
                </a:cubicBezTo>
                <a:cubicBezTo>
                  <a:pt x="40" y="212"/>
                  <a:pt x="26" y="212"/>
                  <a:pt x="24" y="199"/>
                </a:cubicBezTo>
                <a:cubicBezTo>
                  <a:pt x="21" y="187"/>
                  <a:pt x="7" y="96"/>
                  <a:pt x="3" y="79"/>
                </a:cubicBezTo>
                <a:cubicBezTo>
                  <a:pt x="0" y="63"/>
                  <a:pt x="6" y="61"/>
                  <a:pt x="13" y="53"/>
                </a:cubicBezTo>
                <a:cubicBezTo>
                  <a:pt x="21" y="45"/>
                  <a:pt x="21" y="45"/>
                  <a:pt x="21" y="45"/>
                </a:cubicBezTo>
                <a:cubicBezTo>
                  <a:pt x="21" y="66"/>
                  <a:pt x="21" y="66"/>
                  <a:pt x="21" y="66"/>
                </a:cubicBezTo>
                <a:cubicBezTo>
                  <a:pt x="244" y="66"/>
                  <a:pt x="244" y="66"/>
                  <a:pt x="244" y="66"/>
                </a:cubicBezTo>
                <a:cubicBezTo>
                  <a:pt x="244" y="45"/>
                  <a:pt x="244" y="45"/>
                  <a:pt x="244" y="45"/>
                </a:cubicBezTo>
                <a:cubicBezTo>
                  <a:pt x="244" y="45"/>
                  <a:pt x="244" y="45"/>
                  <a:pt x="251" y="53"/>
                </a:cubicBezTo>
                <a:cubicBezTo>
                  <a:pt x="259" y="61"/>
                  <a:pt x="265" y="63"/>
                  <a:pt x="262" y="79"/>
                </a:cubicBezTo>
                <a:close/>
                <a:moveTo>
                  <a:pt x="225" y="53"/>
                </a:moveTo>
                <a:cubicBezTo>
                  <a:pt x="40" y="53"/>
                  <a:pt x="40" y="53"/>
                  <a:pt x="40" y="53"/>
                </a:cubicBezTo>
                <a:cubicBezTo>
                  <a:pt x="40" y="40"/>
                  <a:pt x="40" y="40"/>
                  <a:pt x="40" y="40"/>
                </a:cubicBezTo>
                <a:cubicBezTo>
                  <a:pt x="40" y="26"/>
                  <a:pt x="53" y="26"/>
                  <a:pt x="53" y="26"/>
                </a:cubicBezTo>
                <a:cubicBezTo>
                  <a:pt x="212" y="26"/>
                  <a:pt x="212" y="26"/>
                  <a:pt x="212" y="26"/>
                </a:cubicBezTo>
                <a:cubicBezTo>
                  <a:pt x="212" y="26"/>
                  <a:pt x="225" y="26"/>
                  <a:pt x="225" y="40"/>
                </a:cubicBezTo>
                <a:lnTo>
                  <a:pt x="225" y="53"/>
                </a:lnTo>
                <a:close/>
                <a:moveTo>
                  <a:pt x="199" y="13"/>
                </a:moveTo>
                <a:cubicBezTo>
                  <a:pt x="67" y="13"/>
                  <a:pt x="67" y="13"/>
                  <a:pt x="67" y="13"/>
                </a:cubicBezTo>
                <a:cubicBezTo>
                  <a:pt x="67" y="0"/>
                  <a:pt x="80" y="0"/>
                  <a:pt x="80" y="0"/>
                </a:cubicBezTo>
                <a:cubicBezTo>
                  <a:pt x="185" y="0"/>
                  <a:pt x="185" y="0"/>
                  <a:pt x="185" y="0"/>
                </a:cubicBezTo>
                <a:cubicBezTo>
                  <a:pt x="185" y="0"/>
                  <a:pt x="199" y="0"/>
                  <a:pt x="199" y="13"/>
                </a:cubicBezTo>
                <a:close/>
                <a:moveTo>
                  <a:pt x="185" y="98"/>
                </a:moveTo>
                <a:cubicBezTo>
                  <a:pt x="167" y="98"/>
                  <a:pt x="167" y="98"/>
                  <a:pt x="167" y="98"/>
                </a:cubicBezTo>
                <a:cubicBezTo>
                  <a:pt x="167" y="119"/>
                  <a:pt x="167" y="119"/>
                  <a:pt x="167" y="119"/>
                </a:cubicBezTo>
                <a:cubicBezTo>
                  <a:pt x="98" y="119"/>
                  <a:pt x="98" y="119"/>
                  <a:pt x="98" y="119"/>
                </a:cubicBezTo>
                <a:cubicBezTo>
                  <a:pt x="98" y="98"/>
                  <a:pt x="98" y="98"/>
                  <a:pt x="98" y="98"/>
                </a:cubicBezTo>
                <a:cubicBezTo>
                  <a:pt x="80" y="98"/>
                  <a:pt x="80" y="98"/>
                  <a:pt x="80" y="98"/>
                </a:cubicBezTo>
                <a:cubicBezTo>
                  <a:pt x="80" y="124"/>
                  <a:pt x="80" y="124"/>
                  <a:pt x="80" y="124"/>
                </a:cubicBezTo>
                <a:cubicBezTo>
                  <a:pt x="80" y="124"/>
                  <a:pt x="80" y="138"/>
                  <a:pt x="93" y="138"/>
                </a:cubicBezTo>
                <a:cubicBezTo>
                  <a:pt x="172" y="138"/>
                  <a:pt x="172" y="138"/>
                  <a:pt x="172" y="138"/>
                </a:cubicBezTo>
                <a:cubicBezTo>
                  <a:pt x="185" y="138"/>
                  <a:pt x="185" y="124"/>
                  <a:pt x="185" y="124"/>
                </a:cubicBezTo>
                <a:lnTo>
                  <a:pt x="185" y="98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9" name="Freeform 22"/>
          <p:cNvSpPr>
            <a:spLocks/>
          </p:cNvSpPr>
          <p:nvPr/>
        </p:nvSpPr>
        <p:spPr bwMode="auto">
          <a:xfrm>
            <a:off x="2785425" y="2878285"/>
            <a:ext cx="308209" cy="201931"/>
          </a:xfrm>
          <a:custGeom>
            <a:avLst/>
            <a:gdLst>
              <a:gd name="T0" fmla="*/ 266 w 266"/>
              <a:gd name="T1" fmla="*/ 111 h 173"/>
              <a:gd name="T2" fmla="*/ 202 w 266"/>
              <a:gd name="T3" fmla="*/ 173 h 173"/>
              <a:gd name="T4" fmla="*/ 48 w 266"/>
              <a:gd name="T5" fmla="*/ 173 h 173"/>
              <a:gd name="T6" fmla="*/ 0 w 266"/>
              <a:gd name="T7" fmla="*/ 126 h 173"/>
              <a:gd name="T8" fmla="*/ 48 w 266"/>
              <a:gd name="T9" fmla="*/ 79 h 173"/>
              <a:gd name="T10" fmla="*/ 54 w 266"/>
              <a:gd name="T11" fmla="*/ 79 h 173"/>
              <a:gd name="T12" fmla="*/ 53 w 266"/>
              <a:gd name="T13" fmla="*/ 69 h 173"/>
              <a:gd name="T14" fmla="*/ 123 w 266"/>
              <a:gd name="T15" fmla="*/ 0 h 173"/>
              <a:gd name="T16" fmla="*/ 191 w 266"/>
              <a:gd name="T17" fmla="*/ 50 h 173"/>
              <a:gd name="T18" fmla="*/ 202 w 266"/>
              <a:gd name="T19" fmla="*/ 49 h 173"/>
              <a:gd name="T20" fmla="*/ 266 w 266"/>
              <a:gd name="T21" fmla="*/ 111 h 1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266" h="173">
                <a:moveTo>
                  <a:pt x="266" y="111"/>
                </a:moveTo>
                <a:cubicBezTo>
                  <a:pt x="266" y="145"/>
                  <a:pt x="237" y="173"/>
                  <a:pt x="202" y="173"/>
                </a:cubicBezTo>
                <a:cubicBezTo>
                  <a:pt x="48" y="173"/>
                  <a:pt x="48" y="173"/>
                  <a:pt x="48" y="173"/>
                </a:cubicBezTo>
                <a:cubicBezTo>
                  <a:pt x="21" y="173"/>
                  <a:pt x="0" y="152"/>
                  <a:pt x="0" y="126"/>
                </a:cubicBezTo>
                <a:cubicBezTo>
                  <a:pt x="0" y="100"/>
                  <a:pt x="21" y="79"/>
                  <a:pt x="48" y="79"/>
                </a:cubicBezTo>
                <a:cubicBezTo>
                  <a:pt x="50" y="79"/>
                  <a:pt x="52" y="79"/>
                  <a:pt x="54" y="79"/>
                </a:cubicBezTo>
                <a:cubicBezTo>
                  <a:pt x="53" y="76"/>
                  <a:pt x="53" y="73"/>
                  <a:pt x="53" y="69"/>
                </a:cubicBezTo>
                <a:cubicBezTo>
                  <a:pt x="53" y="31"/>
                  <a:pt x="85" y="0"/>
                  <a:pt x="123" y="0"/>
                </a:cubicBezTo>
                <a:cubicBezTo>
                  <a:pt x="155" y="0"/>
                  <a:pt x="182" y="21"/>
                  <a:pt x="191" y="50"/>
                </a:cubicBezTo>
                <a:cubicBezTo>
                  <a:pt x="194" y="49"/>
                  <a:pt x="198" y="49"/>
                  <a:pt x="202" y="49"/>
                </a:cubicBezTo>
                <a:cubicBezTo>
                  <a:pt x="237" y="49"/>
                  <a:pt x="266" y="76"/>
                  <a:pt x="266" y="11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0" name="Freeform 23"/>
          <p:cNvSpPr>
            <a:spLocks noEditPoints="1"/>
          </p:cNvSpPr>
          <p:nvPr/>
        </p:nvSpPr>
        <p:spPr bwMode="auto">
          <a:xfrm>
            <a:off x="3153149" y="2852777"/>
            <a:ext cx="214684" cy="252944"/>
          </a:xfrm>
          <a:custGeom>
            <a:avLst/>
            <a:gdLst>
              <a:gd name="T0" fmla="*/ 182 w 184"/>
              <a:gd name="T1" fmla="*/ 34 h 218"/>
              <a:gd name="T2" fmla="*/ 163 w 184"/>
              <a:gd name="T3" fmla="*/ 192 h 218"/>
              <a:gd name="T4" fmla="*/ 93 w 184"/>
              <a:gd name="T5" fmla="*/ 218 h 218"/>
              <a:gd name="T6" fmla="*/ 21 w 184"/>
              <a:gd name="T7" fmla="*/ 192 h 218"/>
              <a:gd name="T8" fmla="*/ 2 w 184"/>
              <a:gd name="T9" fmla="*/ 34 h 218"/>
              <a:gd name="T10" fmla="*/ 93 w 184"/>
              <a:gd name="T11" fmla="*/ 0 h 218"/>
              <a:gd name="T12" fmla="*/ 182 w 184"/>
              <a:gd name="T13" fmla="*/ 34 h 218"/>
              <a:gd name="T14" fmla="*/ 163 w 184"/>
              <a:gd name="T15" fmla="*/ 37 h 218"/>
              <a:gd name="T16" fmla="*/ 93 w 184"/>
              <a:gd name="T17" fmla="*/ 16 h 218"/>
              <a:gd name="T18" fmla="*/ 21 w 184"/>
              <a:gd name="T19" fmla="*/ 37 h 218"/>
              <a:gd name="T20" fmla="*/ 93 w 184"/>
              <a:gd name="T21" fmla="*/ 57 h 218"/>
              <a:gd name="T22" fmla="*/ 163 w 184"/>
              <a:gd name="T23" fmla="*/ 37 h 2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84" h="218">
                <a:moveTo>
                  <a:pt x="182" y="34"/>
                </a:moveTo>
                <a:cubicBezTo>
                  <a:pt x="163" y="192"/>
                  <a:pt x="163" y="192"/>
                  <a:pt x="163" y="192"/>
                </a:cubicBezTo>
                <a:cubicBezTo>
                  <a:pt x="163" y="198"/>
                  <a:pt x="134" y="218"/>
                  <a:pt x="93" y="218"/>
                </a:cubicBezTo>
                <a:cubicBezTo>
                  <a:pt x="51" y="218"/>
                  <a:pt x="22" y="198"/>
                  <a:pt x="21" y="192"/>
                </a:cubicBezTo>
                <a:cubicBezTo>
                  <a:pt x="2" y="34"/>
                  <a:pt x="2" y="34"/>
                  <a:pt x="2" y="34"/>
                </a:cubicBezTo>
                <a:cubicBezTo>
                  <a:pt x="0" y="19"/>
                  <a:pt x="36" y="0"/>
                  <a:pt x="93" y="0"/>
                </a:cubicBezTo>
                <a:cubicBezTo>
                  <a:pt x="149" y="0"/>
                  <a:pt x="184" y="19"/>
                  <a:pt x="182" y="34"/>
                </a:cubicBezTo>
                <a:close/>
                <a:moveTo>
                  <a:pt x="163" y="37"/>
                </a:moveTo>
                <a:cubicBezTo>
                  <a:pt x="163" y="31"/>
                  <a:pt x="134" y="16"/>
                  <a:pt x="93" y="16"/>
                </a:cubicBezTo>
                <a:cubicBezTo>
                  <a:pt x="51" y="16"/>
                  <a:pt x="21" y="31"/>
                  <a:pt x="21" y="37"/>
                </a:cubicBezTo>
                <a:cubicBezTo>
                  <a:pt x="21" y="42"/>
                  <a:pt x="51" y="57"/>
                  <a:pt x="93" y="57"/>
                </a:cubicBezTo>
                <a:cubicBezTo>
                  <a:pt x="134" y="57"/>
                  <a:pt x="163" y="42"/>
                  <a:pt x="163" y="3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1" name="Freeform 24"/>
          <p:cNvSpPr>
            <a:spLocks noEditPoints="1"/>
          </p:cNvSpPr>
          <p:nvPr/>
        </p:nvSpPr>
        <p:spPr bwMode="auto">
          <a:xfrm>
            <a:off x="3427348" y="2903792"/>
            <a:ext cx="216808" cy="153041"/>
          </a:xfrm>
          <a:custGeom>
            <a:avLst/>
            <a:gdLst>
              <a:gd name="T0" fmla="*/ 0 w 186"/>
              <a:gd name="T1" fmla="*/ 13 h 132"/>
              <a:gd name="T2" fmla="*/ 13 w 186"/>
              <a:gd name="T3" fmla="*/ 0 h 132"/>
              <a:gd name="T4" fmla="*/ 173 w 186"/>
              <a:gd name="T5" fmla="*/ 0 h 132"/>
              <a:gd name="T6" fmla="*/ 186 w 186"/>
              <a:gd name="T7" fmla="*/ 13 h 132"/>
              <a:gd name="T8" fmla="*/ 173 w 186"/>
              <a:gd name="T9" fmla="*/ 26 h 132"/>
              <a:gd name="T10" fmla="*/ 13 w 186"/>
              <a:gd name="T11" fmla="*/ 26 h 132"/>
              <a:gd name="T12" fmla="*/ 0 w 186"/>
              <a:gd name="T13" fmla="*/ 13 h 132"/>
              <a:gd name="T14" fmla="*/ 186 w 186"/>
              <a:gd name="T15" fmla="*/ 66 h 132"/>
              <a:gd name="T16" fmla="*/ 173 w 186"/>
              <a:gd name="T17" fmla="*/ 79 h 132"/>
              <a:gd name="T18" fmla="*/ 13 w 186"/>
              <a:gd name="T19" fmla="*/ 79 h 132"/>
              <a:gd name="T20" fmla="*/ 0 w 186"/>
              <a:gd name="T21" fmla="*/ 66 h 132"/>
              <a:gd name="T22" fmla="*/ 13 w 186"/>
              <a:gd name="T23" fmla="*/ 53 h 132"/>
              <a:gd name="T24" fmla="*/ 173 w 186"/>
              <a:gd name="T25" fmla="*/ 53 h 132"/>
              <a:gd name="T26" fmla="*/ 186 w 186"/>
              <a:gd name="T27" fmla="*/ 66 h 132"/>
              <a:gd name="T28" fmla="*/ 186 w 186"/>
              <a:gd name="T29" fmla="*/ 119 h 132"/>
              <a:gd name="T30" fmla="*/ 173 w 186"/>
              <a:gd name="T31" fmla="*/ 132 h 132"/>
              <a:gd name="T32" fmla="*/ 13 w 186"/>
              <a:gd name="T33" fmla="*/ 132 h 132"/>
              <a:gd name="T34" fmla="*/ 0 w 186"/>
              <a:gd name="T35" fmla="*/ 119 h 132"/>
              <a:gd name="T36" fmla="*/ 13 w 186"/>
              <a:gd name="T37" fmla="*/ 106 h 132"/>
              <a:gd name="T38" fmla="*/ 173 w 186"/>
              <a:gd name="T39" fmla="*/ 106 h 132"/>
              <a:gd name="T40" fmla="*/ 186 w 186"/>
              <a:gd name="T41" fmla="*/ 119 h 1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186" h="132">
                <a:moveTo>
                  <a:pt x="0" y="13"/>
                </a:moveTo>
                <a:cubicBezTo>
                  <a:pt x="0" y="5"/>
                  <a:pt x="6" y="0"/>
                  <a:pt x="13" y="0"/>
                </a:cubicBezTo>
                <a:cubicBezTo>
                  <a:pt x="173" y="0"/>
                  <a:pt x="173" y="0"/>
                  <a:pt x="173" y="0"/>
                </a:cubicBezTo>
                <a:cubicBezTo>
                  <a:pt x="179" y="0"/>
                  <a:pt x="186" y="5"/>
                  <a:pt x="186" y="13"/>
                </a:cubicBezTo>
                <a:cubicBezTo>
                  <a:pt x="186" y="20"/>
                  <a:pt x="179" y="26"/>
                  <a:pt x="173" y="26"/>
                </a:cubicBezTo>
                <a:cubicBezTo>
                  <a:pt x="13" y="26"/>
                  <a:pt x="13" y="26"/>
                  <a:pt x="13" y="26"/>
                </a:cubicBezTo>
                <a:cubicBezTo>
                  <a:pt x="6" y="26"/>
                  <a:pt x="0" y="20"/>
                  <a:pt x="0" y="13"/>
                </a:cubicBezTo>
                <a:close/>
                <a:moveTo>
                  <a:pt x="186" y="66"/>
                </a:moveTo>
                <a:cubicBezTo>
                  <a:pt x="186" y="73"/>
                  <a:pt x="179" y="79"/>
                  <a:pt x="173" y="79"/>
                </a:cubicBezTo>
                <a:cubicBezTo>
                  <a:pt x="13" y="79"/>
                  <a:pt x="13" y="79"/>
                  <a:pt x="13" y="79"/>
                </a:cubicBezTo>
                <a:cubicBezTo>
                  <a:pt x="6" y="79"/>
                  <a:pt x="0" y="73"/>
                  <a:pt x="0" y="66"/>
                </a:cubicBezTo>
                <a:cubicBezTo>
                  <a:pt x="0" y="58"/>
                  <a:pt x="6" y="53"/>
                  <a:pt x="13" y="53"/>
                </a:cubicBezTo>
                <a:cubicBezTo>
                  <a:pt x="173" y="53"/>
                  <a:pt x="173" y="53"/>
                  <a:pt x="173" y="53"/>
                </a:cubicBezTo>
                <a:cubicBezTo>
                  <a:pt x="179" y="53"/>
                  <a:pt x="186" y="58"/>
                  <a:pt x="186" y="66"/>
                </a:cubicBezTo>
                <a:close/>
                <a:moveTo>
                  <a:pt x="186" y="119"/>
                </a:moveTo>
                <a:cubicBezTo>
                  <a:pt x="186" y="126"/>
                  <a:pt x="179" y="132"/>
                  <a:pt x="173" y="132"/>
                </a:cubicBezTo>
                <a:cubicBezTo>
                  <a:pt x="13" y="132"/>
                  <a:pt x="13" y="132"/>
                  <a:pt x="13" y="132"/>
                </a:cubicBezTo>
                <a:cubicBezTo>
                  <a:pt x="6" y="132"/>
                  <a:pt x="0" y="126"/>
                  <a:pt x="0" y="119"/>
                </a:cubicBezTo>
                <a:cubicBezTo>
                  <a:pt x="0" y="112"/>
                  <a:pt x="6" y="106"/>
                  <a:pt x="13" y="106"/>
                </a:cubicBezTo>
                <a:cubicBezTo>
                  <a:pt x="173" y="106"/>
                  <a:pt x="173" y="106"/>
                  <a:pt x="173" y="106"/>
                </a:cubicBezTo>
                <a:cubicBezTo>
                  <a:pt x="179" y="106"/>
                  <a:pt x="186" y="112"/>
                  <a:pt x="186" y="11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2" name="Freeform 25"/>
          <p:cNvSpPr>
            <a:spLocks noEditPoints="1"/>
          </p:cNvSpPr>
          <p:nvPr/>
        </p:nvSpPr>
        <p:spPr bwMode="auto">
          <a:xfrm>
            <a:off x="3673916" y="2871909"/>
            <a:ext cx="308209" cy="216808"/>
          </a:xfrm>
          <a:custGeom>
            <a:avLst/>
            <a:gdLst>
              <a:gd name="T0" fmla="*/ 27 w 266"/>
              <a:gd name="T1" fmla="*/ 0 h 186"/>
              <a:gd name="T2" fmla="*/ 239 w 266"/>
              <a:gd name="T3" fmla="*/ 0 h 186"/>
              <a:gd name="T4" fmla="*/ 266 w 266"/>
              <a:gd name="T5" fmla="*/ 27 h 186"/>
              <a:gd name="T6" fmla="*/ 266 w 266"/>
              <a:gd name="T7" fmla="*/ 159 h 186"/>
              <a:gd name="T8" fmla="*/ 239 w 266"/>
              <a:gd name="T9" fmla="*/ 186 h 186"/>
              <a:gd name="T10" fmla="*/ 27 w 266"/>
              <a:gd name="T11" fmla="*/ 186 h 186"/>
              <a:gd name="T12" fmla="*/ 0 w 266"/>
              <a:gd name="T13" fmla="*/ 159 h 186"/>
              <a:gd name="T14" fmla="*/ 0 w 266"/>
              <a:gd name="T15" fmla="*/ 27 h 186"/>
              <a:gd name="T16" fmla="*/ 27 w 266"/>
              <a:gd name="T17" fmla="*/ 0 h 186"/>
              <a:gd name="T18" fmla="*/ 27 w 266"/>
              <a:gd name="T19" fmla="*/ 27 h 186"/>
              <a:gd name="T20" fmla="*/ 27 w 266"/>
              <a:gd name="T21" fmla="*/ 159 h 186"/>
              <a:gd name="T22" fmla="*/ 239 w 266"/>
              <a:gd name="T23" fmla="*/ 159 h 186"/>
              <a:gd name="T24" fmla="*/ 239 w 266"/>
              <a:gd name="T25" fmla="*/ 27 h 186"/>
              <a:gd name="T26" fmla="*/ 27 w 266"/>
              <a:gd name="T27" fmla="*/ 27 h 1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66" h="186">
                <a:moveTo>
                  <a:pt x="27" y="0"/>
                </a:moveTo>
                <a:cubicBezTo>
                  <a:pt x="239" y="0"/>
                  <a:pt x="239" y="0"/>
                  <a:pt x="239" y="0"/>
                </a:cubicBezTo>
                <a:cubicBezTo>
                  <a:pt x="254" y="0"/>
                  <a:pt x="266" y="12"/>
                  <a:pt x="266" y="27"/>
                </a:cubicBezTo>
                <a:cubicBezTo>
                  <a:pt x="266" y="159"/>
                  <a:pt x="266" y="159"/>
                  <a:pt x="266" y="159"/>
                </a:cubicBezTo>
                <a:cubicBezTo>
                  <a:pt x="266" y="174"/>
                  <a:pt x="254" y="186"/>
                  <a:pt x="239" y="186"/>
                </a:cubicBezTo>
                <a:cubicBezTo>
                  <a:pt x="27" y="186"/>
                  <a:pt x="27" y="186"/>
                  <a:pt x="27" y="186"/>
                </a:cubicBezTo>
                <a:cubicBezTo>
                  <a:pt x="13" y="186"/>
                  <a:pt x="0" y="174"/>
                  <a:pt x="0" y="159"/>
                </a:cubicBezTo>
                <a:cubicBezTo>
                  <a:pt x="0" y="27"/>
                  <a:pt x="0" y="27"/>
                  <a:pt x="0" y="27"/>
                </a:cubicBezTo>
                <a:cubicBezTo>
                  <a:pt x="0" y="12"/>
                  <a:pt x="13" y="0"/>
                  <a:pt x="27" y="0"/>
                </a:cubicBezTo>
                <a:close/>
                <a:moveTo>
                  <a:pt x="27" y="27"/>
                </a:moveTo>
                <a:cubicBezTo>
                  <a:pt x="27" y="159"/>
                  <a:pt x="27" y="159"/>
                  <a:pt x="27" y="159"/>
                </a:cubicBezTo>
                <a:cubicBezTo>
                  <a:pt x="239" y="159"/>
                  <a:pt x="239" y="159"/>
                  <a:pt x="239" y="159"/>
                </a:cubicBezTo>
                <a:cubicBezTo>
                  <a:pt x="239" y="27"/>
                  <a:pt x="239" y="27"/>
                  <a:pt x="239" y="27"/>
                </a:cubicBezTo>
                <a:lnTo>
                  <a:pt x="27" y="27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3" name="Freeform 26"/>
          <p:cNvSpPr>
            <a:spLocks noEditPoints="1"/>
          </p:cNvSpPr>
          <p:nvPr/>
        </p:nvSpPr>
        <p:spPr bwMode="auto">
          <a:xfrm>
            <a:off x="4011880" y="2831521"/>
            <a:ext cx="310333" cy="295456"/>
          </a:xfrm>
          <a:custGeom>
            <a:avLst/>
            <a:gdLst>
              <a:gd name="T0" fmla="*/ 203 w 267"/>
              <a:gd name="T1" fmla="*/ 84 h 254"/>
              <a:gd name="T2" fmla="*/ 170 w 267"/>
              <a:gd name="T3" fmla="*/ 44 h 254"/>
              <a:gd name="T4" fmla="*/ 112 w 267"/>
              <a:gd name="T5" fmla="*/ 84 h 254"/>
              <a:gd name="T6" fmla="*/ 65 w 267"/>
              <a:gd name="T7" fmla="*/ 84 h 254"/>
              <a:gd name="T8" fmla="*/ 31 w 267"/>
              <a:gd name="T9" fmla="*/ 118 h 254"/>
              <a:gd name="T10" fmla="*/ 31 w 267"/>
              <a:gd name="T11" fmla="*/ 161 h 254"/>
              <a:gd name="T12" fmla="*/ 3 w 267"/>
              <a:gd name="T13" fmla="*/ 82 h 254"/>
              <a:gd name="T14" fmla="*/ 8 w 267"/>
              <a:gd name="T15" fmla="*/ 68 h 254"/>
              <a:gd name="T16" fmla="*/ 189 w 267"/>
              <a:gd name="T17" fmla="*/ 3 h 254"/>
              <a:gd name="T18" fmla="*/ 202 w 267"/>
              <a:gd name="T19" fmla="*/ 9 h 254"/>
              <a:gd name="T20" fmla="*/ 229 w 267"/>
              <a:gd name="T21" fmla="*/ 84 h 254"/>
              <a:gd name="T22" fmla="*/ 203 w 267"/>
              <a:gd name="T23" fmla="*/ 84 h 254"/>
              <a:gd name="T24" fmla="*/ 267 w 267"/>
              <a:gd name="T25" fmla="*/ 118 h 254"/>
              <a:gd name="T26" fmla="*/ 267 w 267"/>
              <a:gd name="T27" fmla="*/ 244 h 254"/>
              <a:gd name="T28" fmla="*/ 257 w 267"/>
              <a:gd name="T29" fmla="*/ 254 h 254"/>
              <a:gd name="T30" fmla="*/ 65 w 267"/>
              <a:gd name="T31" fmla="*/ 254 h 254"/>
              <a:gd name="T32" fmla="*/ 55 w 267"/>
              <a:gd name="T33" fmla="*/ 244 h 254"/>
              <a:gd name="T34" fmla="*/ 55 w 267"/>
              <a:gd name="T35" fmla="*/ 118 h 254"/>
              <a:gd name="T36" fmla="*/ 65 w 267"/>
              <a:gd name="T37" fmla="*/ 108 h 254"/>
              <a:gd name="T38" fmla="*/ 257 w 267"/>
              <a:gd name="T39" fmla="*/ 108 h 254"/>
              <a:gd name="T40" fmla="*/ 267 w 267"/>
              <a:gd name="T41" fmla="*/ 118 h 254"/>
              <a:gd name="T42" fmla="*/ 243 w 267"/>
              <a:gd name="T43" fmla="*/ 185 h 254"/>
              <a:gd name="T44" fmla="*/ 223 w 267"/>
              <a:gd name="T45" fmla="*/ 142 h 254"/>
              <a:gd name="T46" fmla="*/ 179 w 267"/>
              <a:gd name="T47" fmla="*/ 158 h 254"/>
              <a:gd name="T48" fmla="*/ 144 w 267"/>
              <a:gd name="T49" fmla="*/ 193 h 254"/>
              <a:gd name="T50" fmla="*/ 108 w 267"/>
              <a:gd name="T51" fmla="*/ 148 h 254"/>
              <a:gd name="T52" fmla="*/ 83 w 267"/>
              <a:gd name="T53" fmla="*/ 204 h 254"/>
              <a:gd name="T54" fmla="*/ 83 w 267"/>
              <a:gd name="T55" fmla="*/ 227 h 254"/>
              <a:gd name="T56" fmla="*/ 243 w 267"/>
              <a:gd name="T57" fmla="*/ 227 h 254"/>
              <a:gd name="T58" fmla="*/ 243 w 267"/>
              <a:gd name="T59" fmla="*/ 185 h 2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267" h="254">
                <a:moveTo>
                  <a:pt x="203" y="84"/>
                </a:moveTo>
                <a:cubicBezTo>
                  <a:pt x="170" y="44"/>
                  <a:pt x="170" y="44"/>
                  <a:pt x="170" y="44"/>
                </a:cubicBezTo>
                <a:cubicBezTo>
                  <a:pt x="112" y="84"/>
                  <a:pt x="112" y="84"/>
                  <a:pt x="112" y="84"/>
                </a:cubicBezTo>
                <a:cubicBezTo>
                  <a:pt x="65" y="84"/>
                  <a:pt x="65" y="84"/>
                  <a:pt x="65" y="84"/>
                </a:cubicBezTo>
                <a:cubicBezTo>
                  <a:pt x="46" y="84"/>
                  <a:pt x="31" y="99"/>
                  <a:pt x="31" y="118"/>
                </a:cubicBezTo>
                <a:cubicBezTo>
                  <a:pt x="31" y="161"/>
                  <a:pt x="31" y="161"/>
                  <a:pt x="31" y="161"/>
                </a:cubicBezTo>
                <a:cubicBezTo>
                  <a:pt x="3" y="82"/>
                  <a:pt x="3" y="82"/>
                  <a:pt x="3" y="82"/>
                </a:cubicBezTo>
                <a:cubicBezTo>
                  <a:pt x="0" y="76"/>
                  <a:pt x="3" y="70"/>
                  <a:pt x="8" y="68"/>
                </a:cubicBezTo>
                <a:cubicBezTo>
                  <a:pt x="189" y="3"/>
                  <a:pt x="189" y="3"/>
                  <a:pt x="189" y="3"/>
                </a:cubicBezTo>
                <a:cubicBezTo>
                  <a:pt x="194" y="0"/>
                  <a:pt x="200" y="4"/>
                  <a:pt x="202" y="9"/>
                </a:cubicBezTo>
                <a:cubicBezTo>
                  <a:pt x="229" y="84"/>
                  <a:pt x="229" y="84"/>
                  <a:pt x="229" y="84"/>
                </a:cubicBezTo>
                <a:lnTo>
                  <a:pt x="203" y="84"/>
                </a:lnTo>
                <a:close/>
                <a:moveTo>
                  <a:pt x="267" y="118"/>
                </a:moveTo>
                <a:cubicBezTo>
                  <a:pt x="267" y="244"/>
                  <a:pt x="267" y="244"/>
                  <a:pt x="267" y="244"/>
                </a:cubicBezTo>
                <a:cubicBezTo>
                  <a:pt x="267" y="249"/>
                  <a:pt x="263" y="254"/>
                  <a:pt x="257" y="254"/>
                </a:cubicBezTo>
                <a:cubicBezTo>
                  <a:pt x="65" y="254"/>
                  <a:pt x="65" y="254"/>
                  <a:pt x="65" y="254"/>
                </a:cubicBezTo>
                <a:cubicBezTo>
                  <a:pt x="59" y="254"/>
                  <a:pt x="55" y="249"/>
                  <a:pt x="55" y="244"/>
                </a:cubicBezTo>
                <a:cubicBezTo>
                  <a:pt x="55" y="118"/>
                  <a:pt x="55" y="118"/>
                  <a:pt x="55" y="118"/>
                </a:cubicBezTo>
                <a:cubicBezTo>
                  <a:pt x="55" y="112"/>
                  <a:pt x="59" y="108"/>
                  <a:pt x="65" y="108"/>
                </a:cubicBezTo>
                <a:cubicBezTo>
                  <a:pt x="257" y="108"/>
                  <a:pt x="257" y="108"/>
                  <a:pt x="257" y="108"/>
                </a:cubicBezTo>
                <a:cubicBezTo>
                  <a:pt x="263" y="108"/>
                  <a:pt x="267" y="112"/>
                  <a:pt x="267" y="118"/>
                </a:cubicBezTo>
                <a:close/>
                <a:moveTo>
                  <a:pt x="243" y="185"/>
                </a:moveTo>
                <a:cubicBezTo>
                  <a:pt x="223" y="142"/>
                  <a:pt x="223" y="142"/>
                  <a:pt x="223" y="142"/>
                </a:cubicBezTo>
                <a:cubicBezTo>
                  <a:pt x="179" y="158"/>
                  <a:pt x="179" y="158"/>
                  <a:pt x="179" y="158"/>
                </a:cubicBezTo>
                <a:cubicBezTo>
                  <a:pt x="144" y="193"/>
                  <a:pt x="144" y="193"/>
                  <a:pt x="144" y="193"/>
                </a:cubicBezTo>
                <a:cubicBezTo>
                  <a:pt x="108" y="148"/>
                  <a:pt x="108" y="148"/>
                  <a:pt x="108" y="148"/>
                </a:cubicBezTo>
                <a:cubicBezTo>
                  <a:pt x="83" y="204"/>
                  <a:pt x="83" y="204"/>
                  <a:pt x="83" y="204"/>
                </a:cubicBezTo>
                <a:cubicBezTo>
                  <a:pt x="83" y="227"/>
                  <a:pt x="83" y="227"/>
                  <a:pt x="83" y="227"/>
                </a:cubicBezTo>
                <a:cubicBezTo>
                  <a:pt x="243" y="227"/>
                  <a:pt x="243" y="227"/>
                  <a:pt x="243" y="227"/>
                </a:cubicBezTo>
                <a:lnTo>
                  <a:pt x="243" y="185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4" name="Freeform 27"/>
          <p:cNvSpPr>
            <a:spLocks noEditPoints="1"/>
          </p:cNvSpPr>
          <p:nvPr/>
        </p:nvSpPr>
        <p:spPr bwMode="auto">
          <a:xfrm>
            <a:off x="4383857" y="2850653"/>
            <a:ext cx="259320" cy="259320"/>
          </a:xfrm>
          <a:custGeom>
            <a:avLst/>
            <a:gdLst>
              <a:gd name="T0" fmla="*/ 223 w 223"/>
              <a:gd name="T1" fmla="*/ 112 h 223"/>
              <a:gd name="T2" fmla="*/ 112 w 223"/>
              <a:gd name="T3" fmla="*/ 223 h 223"/>
              <a:gd name="T4" fmla="*/ 0 w 223"/>
              <a:gd name="T5" fmla="*/ 112 h 223"/>
              <a:gd name="T6" fmla="*/ 112 w 223"/>
              <a:gd name="T7" fmla="*/ 0 h 223"/>
              <a:gd name="T8" fmla="*/ 223 w 223"/>
              <a:gd name="T9" fmla="*/ 112 h 223"/>
              <a:gd name="T10" fmla="*/ 175 w 223"/>
              <a:gd name="T11" fmla="*/ 72 h 223"/>
              <a:gd name="T12" fmla="*/ 152 w 223"/>
              <a:gd name="T13" fmla="*/ 48 h 223"/>
              <a:gd name="T14" fmla="*/ 112 w 223"/>
              <a:gd name="T15" fmla="*/ 89 h 223"/>
              <a:gd name="T16" fmla="*/ 71 w 223"/>
              <a:gd name="T17" fmla="*/ 48 h 223"/>
              <a:gd name="T18" fmla="*/ 48 w 223"/>
              <a:gd name="T19" fmla="*/ 72 h 223"/>
              <a:gd name="T20" fmla="*/ 88 w 223"/>
              <a:gd name="T21" fmla="*/ 112 h 223"/>
              <a:gd name="T22" fmla="*/ 48 w 223"/>
              <a:gd name="T23" fmla="*/ 153 h 223"/>
              <a:gd name="T24" fmla="*/ 71 w 223"/>
              <a:gd name="T25" fmla="*/ 176 h 223"/>
              <a:gd name="T26" fmla="*/ 112 w 223"/>
              <a:gd name="T27" fmla="*/ 135 h 223"/>
              <a:gd name="T28" fmla="*/ 152 w 223"/>
              <a:gd name="T29" fmla="*/ 176 h 223"/>
              <a:gd name="T30" fmla="*/ 175 w 223"/>
              <a:gd name="T31" fmla="*/ 153 h 223"/>
              <a:gd name="T32" fmla="*/ 134 w 223"/>
              <a:gd name="T33" fmla="*/ 112 h 223"/>
              <a:gd name="T34" fmla="*/ 175 w 223"/>
              <a:gd name="T35" fmla="*/ 72 h 2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23" h="223">
                <a:moveTo>
                  <a:pt x="223" y="112"/>
                </a:moveTo>
                <a:cubicBezTo>
                  <a:pt x="223" y="173"/>
                  <a:pt x="173" y="223"/>
                  <a:pt x="112" y="223"/>
                </a:cubicBezTo>
                <a:cubicBezTo>
                  <a:pt x="50" y="223"/>
                  <a:pt x="0" y="173"/>
                  <a:pt x="0" y="112"/>
                </a:cubicBezTo>
                <a:cubicBezTo>
                  <a:pt x="0" y="50"/>
                  <a:pt x="50" y="0"/>
                  <a:pt x="112" y="0"/>
                </a:cubicBezTo>
                <a:cubicBezTo>
                  <a:pt x="173" y="0"/>
                  <a:pt x="223" y="50"/>
                  <a:pt x="223" y="112"/>
                </a:cubicBezTo>
                <a:close/>
                <a:moveTo>
                  <a:pt x="175" y="72"/>
                </a:moveTo>
                <a:cubicBezTo>
                  <a:pt x="152" y="48"/>
                  <a:pt x="152" y="48"/>
                  <a:pt x="152" y="48"/>
                </a:cubicBezTo>
                <a:cubicBezTo>
                  <a:pt x="112" y="89"/>
                  <a:pt x="112" y="89"/>
                  <a:pt x="112" y="89"/>
                </a:cubicBezTo>
                <a:cubicBezTo>
                  <a:pt x="71" y="48"/>
                  <a:pt x="71" y="48"/>
                  <a:pt x="71" y="48"/>
                </a:cubicBezTo>
                <a:cubicBezTo>
                  <a:pt x="48" y="72"/>
                  <a:pt x="48" y="72"/>
                  <a:pt x="48" y="72"/>
                </a:cubicBezTo>
                <a:cubicBezTo>
                  <a:pt x="88" y="112"/>
                  <a:pt x="88" y="112"/>
                  <a:pt x="88" y="112"/>
                </a:cubicBezTo>
                <a:cubicBezTo>
                  <a:pt x="48" y="153"/>
                  <a:pt x="48" y="153"/>
                  <a:pt x="48" y="153"/>
                </a:cubicBezTo>
                <a:cubicBezTo>
                  <a:pt x="71" y="176"/>
                  <a:pt x="71" y="176"/>
                  <a:pt x="71" y="176"/>
                </a:cubicBezTo>
                <a:cubicBezTo>
                  <a:pt x="112" y="135"/>
                  <a:pt x="112" y="135"/>
                  <a:pt x="112" y="135"/>
                </a:cubicBezTo>
                <a:cubicBezTo>
                  <a:pt x="152" y="176"/>
                  <a:pt x="152" y="176"/>
                  <a:pt x="152" y="176"/>
                </a:cubicBezTo>
                <a:cubicBezTo>
                  <a:pt x="175" y="153"/>
                  <a:pt x="175" y="153"/>
                  <a:pt x="175" y="153"/>
                </a:cubicBezTo>
                <a:cubicBezTo>
                  <a:pt x="134" y="112"/>
                  <a:pt x="134" y="112"/>
                  <a:pt x="134" y="112"/>
                </a:cubicBezTo>
                <a:lnTo>
                  <a:pt x="175" y="72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5" name="Freeform 28"/>
          <p:cNvSpPr>
            <a:spLocks/>
          </p:cNvSpPr>
          <p:nvPr/>
        </p:nvSpPr>
        <p:spPr bwMode="auto">
          <a:xfrm>
            <a:off x="4704819" y="2891038"/>
            <a:ext cx="178548" cy="178548"/>
          </a:xfrm>
          <a:custGeom>
            <a:avLst/>
            <a:gdLst>
              <a:gd name="T0" fmla="*/ 154 w 154"/>
              <a:gd name="T1" fmla="*/ 77 h 154"/>
              <a:gd name="T2" fmla="*/ 146 w 154"/>
              <a:gd name="T3" fmla="*/ 90 h 154"/>
              <a:gd name="T4" fmla="*/ 91 w 154"/>
              <a:gd name="T5" fmla="*/ 90 h 154"/>
              <a:gd name="T6" fmla="*/ 91 w 154"/>
              <a:gd name="T7" fmla="*/ 146 h 154"/>
              <a:gd name="T8" fmla="*/ 77 w 154"/>
              <a:gd name="T9" fmla="*/ 154 h 154"/>
              <a:gd name="T10" fmla="*/ 64 w 154"/>
              <a:gd name="T11" fmla="*/ 146 h 154"/>
              <a:gd name="T12" fmla="*/ 64 w 154"/>
              <a:gd name="T13" fmla="*/ 90 h 154"/>
              <a:gd name="T14" fmla="*/ 8 w 154"/>
              <a:gd name="T15" fmla="*/ 90 h 154"/>
              <a:gd name="T16" fmla="*/ 0 w 154"/>
              <a:gd name="T17" fmla="*/ 77 h 154"/>
              <a:gd name="T18" fmla="*/ 8 w 154"/>
              <a:gd name="T19" fmla="*/ 64 h 154"/>
              <a:gd name="T20" fmla="*/ 64 w 154"/>
              <a:gd name="T21" fmla="*/ 64 h 154"/>
              <a:gd name="T22" fmla="*/ 64 w 154"/>
              <a:gd name="T23" fmla="*/ 8 h 154"/>
              <a:gd name="T24" fmla="*/ 77 w 154"/>
              <a:gd name="T25" fmla="*/ 0 h 154"/>
              <a:gd name="T26" fmla="*/ 91 w 154"/>
              <a:gd name="T27" fmla="*/ 8 h 154"/>
              <a:gd name="T28" fmla="*/ 91 w 154"/>
              <a:gd name="T29" fmla="*/ 64 h 154"/>
              <a:gd name="T30" fmla="*/ 146 w 154"/>
              <a:gd name="T31" fmla="*/ 64 h 154"/>
              <a:gd name="T32" fmla="*/ 154 w 154"/>
              <a:gd name="T33" fmla="*/ 77 h 1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54" h="154">
                <a:moveTo>
                  <a:pt x="154" y="77"/>
                </a:moveTo>
                <a:cubicBezTo>
                  <a:pt x="154" y="84"/>
                  <a:pt x="153" y="90"/>
                  <a:pt x="146" y="90"/>
                </a:cubicBezTo>
                <a:cubicBezTo>
                  <a:pt x="91" y="90"/>
                  <a:pt x="91" y="90"/>
                  <a:pt x="91" y="90"/>
                </a:cubicBezTo>
                <a:cubicBezTo>
                  <a:pt x="91" y="146"/>
                  <a:pt x="91" y="146"/>
                  <a:pt x="91" y="146"/>
                </a:cubicBezTo>
                <a:cubicBezTo>
                  <a:pt x="91" y="153"/>
                  <a:pt x="84" y="154"/>
                  <a:pt x="77" y="154"/>
                </a:cubicBezTo>
                <a:cubicBezTo>
                  <a:pt x="70" y="154"/>
                  <a:pt x="64" y="153"/>
                  <a:pt x="64" y="146"/>
                </a:cubicBezTo>
                <a:cubicBezTo>
                  <a:pt x="64" y="90"/>
                  <a:pt x="64" y="90"/>
                  <a:pt x="64" y="90"/>
                </a:cubicBezTo>
                <a:cubicBezTo>
                  <a:pt x="8" y="90"/>
                  <a:pt x="8" y="90"/>
                  <a:pt x="8" y="90"/>
                </a:cubicBezTo>
                <a:cubicBezTo>
                  <a:pt x="1" y="90"/>
                  <a:pt x="0" y="84"/>
                  <a:pt x="0" y="77"/>
                </a:cubicBezTo>
                <a:cubicBezTo>
                  <a:pt x="0" y="69"/>
                  <a:pt x="1" y="64"/>
                  <a:pt x="8" y="64"/>
                </a:cubicBezTo>
                <a:cubicBezTo>
                  <a:pt x="64" y="64"/>
                  <a:pt x="64" y="64"/>
                  <a:pt x="64" y="64"/>
                </a:cubicBezTo>
                <a:cubicBezTo>
                  <a:pt x="64" y="8"/>
                  <a:pt x="64" y="8"/>
                  <a:pt x="64" y="8"/>
                </a:cubicBezTo>
                <a:cubicBezTo>
                  <a:pt x="64" y="0"/>
                  <a:pt x="70" y="0"/>
                  <a:pt x="77" y="0"/>
                </a:cubicBezTo>
                <a:cubicBezTo>
                  <a:pt x="84" y="0"/>
                  <a:pt x="91" y="0"/>
                  <a:pt x="91" y="8"/>
                </a:cubicBezTo>
                <a:cubicBezTo>
                  <a:pt x="91" y="64"/>
                  <a:pt x="91" y="64"/>
                  <a:pt x="91" y="64"/>
                </a:cubicBezTo>
                <a:cubicBezTo>
                  <a:pt x="146" y="64"/>
                  <a:pt x="146" y="64"/>
                  <a:pt x="146" y="64"/>
                </a:cubicBezTo>
                <a:cubicBezTo>
                  <a:pt x="153" y="64"/>
                  <a:pt x="154" y="69"/>
                  <a:pt x="154" y="7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6" name="Freeform 29"/>
          <p:cNvSpPr>
            <a:spLocks/>
          </p:cNvSpPr>
          <p:nvPr/>
        </p:nvSpPr>
        <p:spPr bwMode="auto">
          <a:xfrm>
            <a:off x="4945010" y="2965435"/>
            <a:ext cx="178548" cy="29757"/>
          </a:xfrm>
          <a:custGeom>
            <a:avLst/>
            <a:gdLst>
              <a:gd name="T0" fmla="*/ 154 w 154"/>
              <a:gd name="T1" fmla="*/ 13 h 26"/>
              <a:gd name="T2" fmla="*/ 146 w 154"/>
              <a:gd name="T3" fmla="*/ 26 h 26"/>
              <a:gd name="T4" fmla="*/ 8 w 154"/>
              <a:gd name="T5" fmla="*/ 26 h 26"/>
              <a:gd name="T6" fmla="*/ 0 w 154"/>
              <a:gd name="T7" fmla="*/ 13 h 26"/>
              <a:gd name="T8" fmla="*/ 8 w 154"/>
              <a:gd name="T9" fmla="*/ 0 h 26"/>
              <a:gd name="T10" fmla="*/ 146 w 154"/>
              <a:gd name="T11" fmla="*/ 0 h 26"/>
              <a:gd name="T12" fmla="*/ 154 w 154"/>
              <a:gd name="T13" fmla="*/ 13 h 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54" h="26">
                <a:moveTo>
                  <a:pt x="154" y="13"/>
                </a:moveTo>
                <a:cubicBezTo>
                  <a:pt x="154" y="20"/>
                  <a:pt x="153" y="26"/>
                  <a:pt x="146" y="26"/>
                </a:cubicBezTo>
                <a:cubicBezTo>
                  <a:pt x="8" y="26"/>
                  <a:pt x="8" y="26"/>
                  <a:pt x="8" y="26"/>
                </a:cubicBezTo>
                <a:cubicBezTo>
                  <a:pt x="1" y="26"/>
                  <a:pt x="0" y="20"/>
                  <a:pt x="0" y="13"/>
                </a:cubicBezTo>
                <a:cubicBezTo>
                  <a:pt x="0" y="5"/>
                  <a:pt x="1" y="0"/>
                  <a:pt x="8" y="0"/>
                </a:cubicBezTo>
                <a:cubicBezTo>
                  <a:pt x="146" y="0"/>
                  <a:pt x="146" y="0"/>
                  <a:pt x="146" y="0"/>
                </a:cubicBezTo>
                <a:cubicBezTo>
                  <a:pt x="153" y="0"/>
                  <a:pt x="154" y="5"/>
                  <a:pt x="154" y="1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7" name="Freeform 30"/>
          <p:cNvSpPr>
            <a:spLocks/>
          </p:cNvSpPr>
          <p:nvPr/>
        </p:nvSpPr>
        <p:spPr bwMode="auto">
          <a:xfrm>
            <a:off x="5174572" y="2825146"/>
            <a:ext cx="301832" cy="308209"/>
          </a:xfrm>
          <a:custGeom>
            <a:avLst/>
            <a:gdLst>
              <a:gd name="T0" fmla="*/ 29 w 259"/>
              <a:gd name="T1" fmla="*/ 244 h 264"/>
              <a:gd name="T2" fmla="*/ 32 w 259"/>
              <a:gd name="T3" fmla="*/ 149 h 264"/>
              <a:gd name="T4" fmla="*/ 164 w 259"/>
              <a:gd name="T5" fmla="*/ 18 h 264"/>
              <a:gd name="T6" fmla="*/ 210 w 259"/>
              <a:gd name="T7" fmla="*/ 4 h 264"/>
              <a:gd name="T8" fmla="*/ 243 w 259"/>
              <a:gd name="T9" fmla="*/ 37 h 264"/>
              <a:gd name="T10" fmla="*/ 229 w 259"/>
              <a:gd name="T11" fmla="*/ 84 h 264"/>
              <a:gd name="T12" fmla="*/ 103 w 259"/>
              <a:gd name="T13" fmla="*/ 209 h 264"/>
              <a:gd name="T14" fmla="*/ 80 w 259"/>
              <a:gd name="T15" fmla="*/ 222 h 264"/>
              <a:gd name="T16" fmla="*/ 59 w 259"/>
              <a:gd name="T17" fmla="*/ 215 h 264"/>
              <a:gd name="T18" fmla="*/ 64 w 259"/>
              <a:gd name="T19" fmla="*/ 170 h 264"/>
              <a:gd name="T20" fmla="*/ 152 w 259"/>
              <a:gd name="T21" fmla="*/ 82 h 264"/>
              <a:gd name="T22" fmla="*/ 165 w 259"/>
              <a:gd name="T23" fmla="*/ 82 h 264"/>
              <a:gd name="T24" fmla="*/ 165 w 259"/>
              <a:gd name="T25" fmla="*/ 95 h 264"/>
              <a:gd name="T26" fmla="*/ 77 w 259"/>
              <a:gd name="T27" fmla="*/ 183 h 264"/>
              <a:gd name="T28" fmla="*/ 72 w 259"/>
              <a:gd name="T29" fmla="*/ 201 h 264"/>
              <a:gd name="T30" fmla="*/ 78 w 259"/>
              <a:gd name="T31" fmla="*/ 203 h 264"/>
              <a:gd name="T32" fmla="*/ 90 w 259"/>
              <a:gd name="T33" fmla="*/ 197 h 264"/>
              <a:gd name="T34" fmla="*/ 216 w 259"/>
              <a:gd name="T35" fmla="*/ 71 h 264"/>
              <a:gd name="T36" fmla="*/ 225 w 259"/>
              <a:gd name="T37" fmla="*/ 42 h 264"/>
              <a:gd name="T38" fmla="*/ 205 w 259"/>
              <a:gd name="T39" fmla="*/ 22 h 264"/>
              <a:gd name="T40" fmla="*/ 177 w 259"/>
              <a:gd name="T41" fmla="*/ 31 h 264"/>
              <a:gd name="T42" fmla="*/ 45 w 259"/>
              <a:gd name="T43" fmla="*/ 163 h 264"/>
              <a:gd name="T44" fmla="*/ 42 w 259"/>
              <a:gd name="T45" fmla="*/ 231 h 264"/>
              <a:gd name="T46" fmla="*/ 111 w 259"/>
              <a:gd name="T47" fmla="*/ 228 h 264"/>
              <a:gd name="T48" fmla="*/ 242 w 259"/>
              <a:gd name="T49" fmla="*/ 97 h 264"/>
              <a:gd name="T50" fmla="*/ 255 w 259"/>
              <a:gd name="T51" fmla="*/ 97 h 264"/>
              <a:gd name="T52" fmla="*/ 255 w 259"/>
              <a:gd name="T53" fmla="*/ 110 h 264"/>
              <a:gd name="T54" fmla="*/ 124 w 259"/>
              <a:gd name="T55" fmla="*/ 242 h 264"/>
              <a:gd name="T56" fmla="*/ 75 w 259"/>
              <a:gd name="T57" fmla="*/ 264 h 264"/>
              <a:gd name="T58" fmla="*/ 29 w 259"/>
              <a:gd name="T59" fmla="*/ 244 h 2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259" h="264">
                <a:moveTo>
                  <a:pt x="29" y="244"/>
                </a:moveTo>
                <a:cubicBezTo>
                  <a:pt x="6" y="222"/>
                  <a:pt x="0" y="182"/>
                  <a:pt x="32" y="149"/>
                </a:cubicBezTo>
                <a:cubicBezTo>
                  <a:pt x="51" y="131"/>
                  <a:pt x="126" y="55"/>
                  <a:pt x="164" y="18"/>
                </a:cubicBezTo>
                <a:cubicBezTo>
                  <a:pt x="177" y="5"/>
                  <a:pt x="194" y="0"/>
                  <a:pt x="210" y="4"/>
                </a:cubicBezTo>
                <a:cubicBezTo>
                  <a:pt x="226" y="8"/>
                  <a:pt x="239" y="21"/>
                  <a:pt x="243" y="37"/>
                </a:cubicBezTo>
                <a:cubicBezTo>
                  <a:pt x="247" y="53"/>
                  <a:pt x="243" y="70"/>
                  <a:pt x="229" y="84"/>
                </a:cubicBezTo>
                <a:cubicBezTo>
                  <a:pt x="103" y="209"/>
                  <a:pt x="103" y="209"/>
                  <a:pt x="103" y="209"/>
                </a:cubicBezTo>
                <a:cubicBezTo>
                  <a:pt x="96" y="217"/>
                  <a:pt x="88" y="221"/>
                  <a:pt x="80" y="222"/>
                </a:cubicBezTo>
                <a:cubicBezTo>
                  <a:pt x="72" y="223"/>
                  <a:pt x="64" y="220"/>
                  <a:pt x="59" y="215"/>
                </a:cubicBezTo>
                <a:cubicBezTo>
                  <a:pt x="49" y="205"/>
                  <a:pt x="48" y="187"/>
                  <a:pt x="64" y="170"/>
                </a:cubicBezTo>
                <a:cubicBezTo>
                  <a:pt x="152" y="82"/>
                  <a:pt x="152" y="82"/>
                  <a:pt x="152" y="82"/>
                </a:cubicBezTo>
                <a:cubicBezTo>
                  <a:pt x="156" y="78"/>
                  <a:pt x="162" y="78"/>
                  <a:pt x="165" y="82"/>
                </a:cubicBezTo>
                <a:cubicBezTo>
                  <a:pt x="169" y="86"/>
                  <a:pt x="169" y="91"/>
                  <a:pt x="165" y="95"/>
                </a:cubicBezTo>
                <a:cubicBezTo>
                  <a:pt x="77" y="183"/>
                  <a:pt x="77" y="183"/>
                  <a:pt x="77" y="183"/>
                </a:cubicBezTo>
                <a:cubicBezTo>
                  <a:pt x="70" y="191"/>
                  <a:pt x="68" y="198"/>
                  <a:pt x="72" y="201"/>
                </a:cubicBezTo>
                <a:cubicBezTo>
                  <a:pt x="73" y="203"/>
                  <a:pt x="75" y="203"/>
                  <a:pt x="78" y="203"/>
                </a:cubicBezTo>
                <a:cubicBezTo>
                  <a:pt x="82" y="203"/>
                  <a:pt x="86" y="200"/>
                  <a:pt x="90" y="197"/>
                </a:cubicBezTo>
                <a:cubicBezTo>
                  <a:pt x="216" y="71"/>
                  <a:pt x="216" y="71"/>
                  <a:pt x="216" y="71"/>
                </a:cubicBezTo>
                <a:cubicBezTo>
                  <a:pt x="225" y="62"/>
                  <a:pt x="228" y="52"/>
                  <a:pt x="225" y="42"/>
                </a:cubicBezTo>
                <a:cubicBezTo>
                  <a:pt x="223" y="33"/>
                  <a:pt x="215" y="25"/>
                  <a:pt x="205" y="22"/>
                </a:cubicBezTo>
                <a:cubicBezTo>
                  <a:pt x="195" y="19"/>
                  <a:pt x="185" y="22"/>
                  <a:pt x="177" y="31"/>
                </a:cubicBezTo>
                <a:cubicBezTo>
                  <a:pt x="139" y="69"/>
                  <a:pt x="64" y="144"/>
                  <a:pt x="45" y="163"/>
                </a:cubicBezTo>
                <a:cubicBezTo>
                  <a:pt x="21" y="187"/>
                  <a:pt x="27" y="215"/>
                  <a:pt x="42" y="231"/>
                </a:cubicBezTo>
                <a:cubicBezTo>
                  <a:pt x="58" y="247"/>
                  <a:pt x="87" y="253"/>
                  <a:pt x="111" y="228"/>
                </a:cubicBezTo>
                <a:cubicBezTo>
                  <a:pt x="242" y="97"/>
                  <a:pt x="242" y="97"/>
                  <a:pt x="242" y="97"/>
                </a:cubicBezTo>
                <a:cubicBezTo>
                  <a:pt x="246" y="93"/>
                  <a:pt x="252" y="93"/>
                  <a:pt x="255" y="97"/>
                </a:cubicBezTo>
                <a:cubicBezTo>
                  <a:pt x="259" y="100"/>
                  <a:pt x="259" y="106"/>
                  <a:pt x="255" y="110"/>
                </a:cubicBezTo>
                <a:cubicBezTo>
                  <a:pt x="124" y="242"/>
                  <a:pt x="124" y="242"/>
                  <a:pt x="124" y="242"/>
                </a:cubicBezTo>
                <a:cubicBezTo>
                  <a:pt x="108" y="257"/>
                  <a:pt x="91" y="264"/>
                  <a:pt x="75" y="264"/>
                </a:cubicBezTo>
                <a:cubicBezTo>
                  <a:pt x="57" y="264"/>
                  <a:pt x="41" y="256"/>
                  <a:pt x="29" y="24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8" name="Freeform 31"/>
          <p:cNvSpPr>
            <a:spLocks noEditPoints="1"/>
          </p:cNvSpPr>
          <p:nvPr/>
        </p:nvSpPr>
        <p:spPr bwMode="auto">
          <a:xfrm>
            <a:off x="5538044" y="2878285"/>
            <a:ext cx="276325" cy="201931"/>
          </a:xfrm>
          <a:custGeom>
            <a:avLst/>
            <a:gdLst>
              <a:gd name="T0" fmla="*/ 0 w 239"/>
              <a:gd name="T1" fmla="*/ 175 h 175"/>
              <a:gd name="T2" fmla="*/ 0 w 239"/>
              <a:gd name="T3" fmla="*/ 157 h 175"/>
              <a:gd name="T4" fmla="*/ 38 w 239"/>
              <a:gd name="T5" fmla="*/ 80 h 175"/>
              <a:gd name="T6" fmla="*/ 0 w 239"/>
              <a:gd name="T7" fmla="*/ 40 h 175"/>
              <a:gd name="T8" fmla="*/ 38 w 239"/>
              <a:gd name="T9" fmla="*/ 0 h 175"/>
              <a:gd name="T10" fmla="*/ 0 w 239"/>
              <a:gd name="T11" fmla="*/ 175 h 175"/>
              <a:gd name="T12" fmla="*/ 111 w 239"/>
              <a:gd name="T13" fmla="*/ 175 h 175"/>
              <a:gd name="T14" fmla="*/ 111 w 239"/>
              <a:gd name="T15" fmla="*/ 157 h 175"/>
              <a:gd name="T16" fmla="*/ 149 w 239"/>
              <a:gd name="T17" fmla="*/ 80 h 175"/>
              <a:gd name="T18" fmla="*/ 111 w 239"/>
              <a:gd name="T19" fmla="*/ 40 h 175"/>
              <a:gd name="T20" fmla="*/ 149 w 239"/>
              <a:gd name="T21" fmla="*/ 0 h 175"/>
              <a:gd name="T22" fmla="*/ 111 w 239"/>
              <a:gd name="T23" fmla="*/ 175 h 1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239" h="175">
                <a:moveTo>
                  <a:pt x="0" y="175"/>
                </a:moveTo>
                <a:cubicBezTo>
                  <a:pt x="0" y="157"/>
                  <a:pt x="0" y="157"/>
                  <a:pt x="0" y="157"/>
                </a:cubicBezTo>
                <a:cubicBezTo>
                  <a:pt x="51" y="157"/>
                  <a:pt x="77" y="80"/>
                  <a:pt x="38" y="80"/>
                </a:cubicBezTo>
                <a:cubicBezTo>
                  <a:pt x="17" y="80"/>
                  <a:pt x="0" y="62"/>
                  <a:pt x="0" y="40"/>
                </a:cubicBezTo>
                <a:cubicBezTo>
                  <a:pt x="0" y="18"/>
                  <a:pt x="17" y="0"/>
                  <a:pt x="38" y="0"/>
                </a:cubicBezTo>
                <a:cubicBezTo>
                  <a:pt x="128" y="0"/>
                  <a:pt x="92" y="175"/>
                  <a:pt x="0" y="175"/>
                </a:cubicBezTo>
                <a:close/>
                <a:moveTo>
                  <a:pt x="111" y="175"/>
                </a:moveTo>
                <a:cubicBezTo>
                  <a:pt x="111" y="157"/>
                  <a:pt x="111" y="157"/>
                  <a:pt x="111" y="157"/>
                </a:cubicBezTo>
                <a:cubicBezTo>
                  <a:pt x="163" y="157"/>
                  <a:pt x="188" y="80"/>
                  <a:pt x="149" y="80"/>
                </a:cubicBezTo>
                <a:cubicBezTo>
                  <a:pt x="128" y="80"/>
                  <a:pt x="111" y="62"/>
                  <a:pt x="111" y="40"/>
                </a:cubicBezTo>
                <a:cubicBezTo>
                  <a:pt x="111" y="18"/>
                  <a:pt x="128" y="0"/>
                  <a:pt x="149" y="0"/>
                </a:cubicBezTo>
                <a:cubicBezTo>
                  <a:pt x="239" y="0"/>
                  <a:pt x="203" y="175"/>
                  <a:pt x="111" y="175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9" name="Freeform 32"/>
          <p:cNvSpPr>
            <a:spLocks noEditPoints="1"/>
          </p:cNvSpPr>
          <p:nvPr/>
        </p:nvSpPr>
        <p:spPr bwMode="auto">
          <a:xfrm>
            <a:off x="5833501" y="2840024"/>
            <a:ext cx="214684" cy="278451"/>
          </a:xfrm>
          <a:custGeom>
            <a:avLst/>
            <a:gdLst>
              <a:gd name="T0" fmla="*/ 185 w 185"/>
              <a:gd name="T1" fmla="*/ 27 h 239"/>
              <a:gd name="T2" fmla="*/ 185 w 185"/>
              <a:gd name="T3" fmla="*/ 213 h 239"/>
              <a:gd name="T4" fmla="*/ 159 w 185"/>
              <a:gd name="T5" fmla="*/ 239 h 239"/>
              <a:gd name="T6" fmla="*/ 26 w 185"/>
              <a:gd name="T7" fmla="*/ 239 h 239"/>
              <a:gd name="T8" fmla="*/ 0 w 185"/>
              <a:gd name="T9" fmla="*/ 213 h 239"/>
              <a:gd name="T10" fmla="*/ 0 w 185"/>
              <a:gd name="T11" fmla="*/ 27 h 239"/>
              <a:gd name="T12" fmla="*/ 26 w 185"/>
              <a:gd name="T13" fmla="*/ 0 h 239"/>
              <a:gd name="T14" fmla="*/ 159 w 185"/>
              <a:gd name="T15" fmla="*/ 0 h 239"/>
              <a:gd name="T16" fmla="*/ 185 w 185"/>
              <a:gd name="T17" fmla="*/ 27 h 239"/>
              <a:gd name="T18" fmla="*/ 159 w 185"/>
              <a:gd name="T19" fmla="*/ 27 h 239"/>
              <a:gd name="T20" fmla="*/ 26 w 185"/>
              <a:gd name="T21" fmla="*/ 27 h 239"/>
              <a:gd name="T22" fmla="*/ 26 w 185"/>
              <a:gd name="T23" fmla="*/ 213 h 239"/>
              <a:gd name="T24" fmla="*/ 159 w 185"/>
              <a:gd name="T25" fmla="*/ 213 h 239"/>
              <a:gd name="T26" fmla="*/ 159 w 185"/>
              <a:gd name="T27" fmla="*/ 27 h 239"/>
              <a:gd name="T28" fmla="*/ 130 w 185"/>
              <a:gd name="T29" fmla="*/ 79 h 239"/>
              <a:gd name="T30" fmla="*/ 55 w 185"/>
              <a:gd name="T31" fmla="*/ 79 h 239"/>
              <a:gd name="T32" fmla="*/ 55 w 185"/>
              <a:gd name="T33" fmla="*/ 56 h 239"/>
              <a:gd name="T34" fmla="*/ 130 w 185"/>
              <a:gd name="T35" fmla="*/ 56 h 239"/>
              <a:gd name="T36" fmla="*/ 130 w 185"/>
              <a:gd name="T37" fmla="*/ 79 h 239"/>
              <a:gd name="T38" fmla="*/ 130 w 185"/>
              <a:gd name="T39" fmla="*/ 183 h 239"/>
              <a:gd name="T40" fmla="*/ 55 w 185"/>
              <a:gd name="T41" fmla="*/ 183 h 239"/>
              <a:gd name="T42" fmla="*/ 55 w 185"/>
              <a:gd name="T43" fmla="*/ 160 h 239"/>
              <a:gd name="T44" fmla="*/ 130 w 185"/>
              <a:gd name="T45" fmla="*/ 160 h 239"/>
              <a:gd name="T46" fmla="*/ 130 w 185"/>
              <a:gd name="T47" fmla="*/ 183 h 239"/>
              <a:gd name="T48" fmla="*/ 56 w 185"/>
              <a:gd name="T49" fmla="*/ 108 h 239"/>
              <a:gd name="T50" fmla="*/ 130 w 185"/>
              <a:gd name="T51" fmla="*/ 108 h 239"/>
              <a:gd name="T52" fmla="*/ 130 w 185"/>
              <a:gd name="T53" fmla="*/ 132 h 239"/>
              <a:gd name="T54" fmla="*/ 56 w 185"/>
              <a:gd name="T55" fmla="*/ 132 h 239"/>
              <a:gd name="T56" fmla="*/ 56 w 185"/>
              <a:gd name="T57" fmla="*/ 108 h 2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185" h="239">
                <a:moveTo>
                  <a:pt x="185" y="27"/>
                </a:moveTo>
                <a:cubicBezTo>
                  <a:pt x="185" y="213"/>
                  <a:pt x="185" y="213"/>
                  <a:pt x="185" y="213"/>
                </a:cubicBezTo>
                <a:cubicBezTo>
                  <a:pt x="185" y="228"/>
                  <a:pt x="173" y="239"/>
                  <a:pt x="159" y="239"/>
                </a:cubicBezTo>
                <a:cubicBezTo>
                  <a:pt x="26" y="239"/>
                  <a:pt x="26" y="239"/>
                  <a:pt x="26" y="239"/>
                </a:cubicBezTo>
                <a:cubicBezTo>
                  <a:pt x="11" y="239"/>
                  <a:pt x="0" y="228"/>
                  <a:pt x="0" y="213"/>
                </a:cubicBezTo>
                <a:cubicBezTo>
                  <a:pt x="0" y="27"/>
                  <a:pt x="0" y="27"/>
                  <a:pt x="0" y="27"/>
                </a:cubicBezTo>
                <a:cubicBezTo>
                  <a:pt x="0" y="13"/>
                  <a:pt x="11" y="0"/>
                  <a:pt x="26" y="0"/>
                </a:cubicBezTo>
                <a:cubicBezTo>
                  <a:pt x="159" y="0"/>
                  <a:pt x="159" y="0"/>
                  <a:pt x="159" y="0"/>
                </a:cubicBezTo>
                <a:cubicBezTo>
                  <a:pt x="173" y="0"/>
                  <a:pt x="185" y="13"/>
                  <a:pt x="185" y="27"/>
                </a:cubicBezTo>
                <a:close/>
                <a:moveTo>
                  <a:pt x="159" y="27"/>
                </a:moveTo>
                <a:cubicBezTo>
                  <a:pt x="26" y="27"/>
                  <a:pt x="26" y="27"/>
                  <a:pt x="26" y="27"/>
                </a:cubicBezTo>
                <a:cubicBezTo>
                  <a:pt x="26" y="213"/>
                  <a:pt x="26" y="213"/>
                  <a:pt x="26" y="213"/>
                </a:cubicBezTo>
                <a:cubicBezTo>
                  <a:pt x="159" y="213"/>
                  <a:pt x="159" y="213"/>
                  <a:pt x="159" y="213"/>
                </a:cubicBezTo>
                <a:lnTo>
                  <a:pt x="159" y="27"/>
                </a:lnTo>
                <a:close/>
                <a:moveTo>
                  <a:pt x="130" y="79"/>
                </a:moveTo>
                <a:cubicBezTo>
                  <a:pt x="55" y="79"/>
                  <a:pt x="55" y="79"/>
                  <a:pt x="55" y="79"/>
                </a:cubicBezTo>
                <a:cubicBezTo>
                  <a:pt x="55" y="56"/>
                  <a:pt x="55" y="56"/>
                  <a:pt x="55" y="56"/>
                </a:cubicBezTo>
                <a:cubicBezTo>
                  <a:pt x="130" y="56"/>
                  <a:pt x="130" y="56"/>
                  <a:pt x="130" y="56"/>
                </a:cubicBezTo>
                <a:lnTo>
                  <a:pt x="130" y="79"/>
                </a:lnTo>
                <a:close/>
                <a:moveTo>
                  <a:pt x="130" y="183"/>
                </a:moveTo>
                <a:cubicBezTo>
                  <a:pt x="55" y="183"/>
                  <a:pt x="55" y="183"/>
                  <a:pt x="55" y="183"/>
                </a:cubicBezTo>
                <a:cubicBezTo>
                  <a:pt x="55" y="160"/>
                  <a:pt x="55" y="160"/>
                  <a:pt x="55" y="160"/>
                </a:cubicBezTo>
                <a:cubicBezTo>
                  <a:pt x="130" y="160"/>
                  <a:pt x="130" y="160"/>
                  <a:pt x="130" y="160"/>
                </a:cubicBezTo>
                <a:lnTo>
                  <a:pt x="130" y="183"/>
                </a:lnTo>
                <a:close/>
                <a:moveTo>
                  <a:pt x="56" y="108"/>
                </a:moveTo>
                <a:cubicBezTo>
                  <a:pt x="130" y="108"/>
                  <a:pt x="130" y="108"/>
                  <a:pt x="130" y="108"/>
                </a:cubicBezTo>
                <a:cubicBezTo>
                  <a:pt x="130" y="132"/>
                  <a:pt x="130" y="132"/>
                  <a:pt x="130" y="132"/>
                </a:cubicBezTo>
                <a:cubicBezTo>
                  <a:pt x="56" y="132"/>
                  <a:pt x="56" y="132"/>
                  <a:pt x="56" y="132"/>
                </a:cubicBezTo>
                <a:lnTo>
                  <a:pt x="56" y="108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0" name="Freeform 33"/>
          <p:cNvSpPr>
            <a:spLocks noEditPoints="1"/>
          </p:cNvSpPr>
          <p:nvPr/>
        </p:nvSpPr>
        <p:spPr bwMode="auto">
          <a:xfrm>
            <a:off x="6111949" y="2886787"/>
            <a:ext cx="182800" cy="187051"/>
          </a:xfrm>
          <a:custGeom>
            <a:avLst/>
            <a:gdLst>
              <a:gd name="T0" fmla="*/ 66 w 159"/>
              <a:gd name="T1" fmla="*/ 21 h 160"/>
              <a:gd name="T2" fmla="*/ 66 w 159"/>
              <a:gd name="T3" fmla="*/ 45 h 160"/>
              <a:gd name="T4" fmla="*/ 45 w 159"/>
              <a:gd name="T5" fmla="*/ 67 h 160"/>
              <a:gd name="T6" fmla="*/ 21 w 159"/>
              <a:gd name="T7" fmla="*/ 67 h 160"/>
              <a:gd name="T8" fmla="*/ 0 w 159"/>
              <a:gd name="T9" fmla="*/ 45 h 160"/>
              <a:gd name="T10" fmla="*/ 0 w 159"/>
              <a:gd name="T11" fmla="*/ 21 h 160"/>
              <a:gd name="T12" fmla="*/ 21 w 159"/>
              <a:gd name="T13" fmla="*/ 0 h 160"/>
              <a:gd name="T14" fmla="*/ 45 w 159"/>
              <a:gd name="T15" fmla="*/ 0 h 160"/>
              <a:gd name="T16" fmla="*/ 66 w 159"/>
              <a:gd name="T17" fmla="*/ 21 h 160"/>
              <a:gd name="T18" fmla="*/ 66 w 159"/>
              <a:gd name="T19" fmla="*/ 114 h 160"/>
              <a:gd name="T20" fmla="*/ 66 w 159"/>
              <a:gd name="T21" fmla="*/ 138 h 160"/>
              <a:gd name="T22" fmla="*/ 45 w 159"/>
              <a:gd name="T23" fmla="*/ 160 h 160"/>
              <a:gd name="T24" fmla="*/ 21 w 159"/>
              <a:gd name="T25" fmla="*/ 160 h 160"/>
              <a:gd name="T26" fmla="*/ 0 w 159"/>
              <a:gd name="T27" fmla="*/ 138 h 160"/>
              <a:gd name="T28" fmla="*/ 0 w 159"/>
              <a:gd name="T29" fmla="*/ 114 h 160"/>
              <a:gd name="T30" fmla="*/ 21 w 159"/>
              <a:gd name="T31" fmla="*/ 93 h 160"/>
              <a:gd name="T32" fmla="*/ 45 w 159"/>
              <a:gd name="T33" fmla="*/ 93 h 160"/>
              <a:gd name="T34" fmla="*/ 66 w 159"/>
              <a:gd name="T35" fmla="*/ 114 h 160"/>
              <a:gd name="T36" fmla="*/ 159 w 159"/>
              <a:gd name="T37" fmla="*/ 21 h 160"/>
              <a:gd name="T38" fmla="*/ 159 w 159"/>
              <a:gd name="T39" fmla="*/ 45 h 160"/>
              <a:gd name="T40" fmla="*/ 138 w 159"/>
              <a:gd name="T41" fmla="*/ 67 h 160"/>
              <a:gd name="T42" fmla="*/ 114 w 159"/>
              <a:gd name="T43" fmla="*/ 67 h 160"/>
              <a:gd name="T44" fmla="*/ 92 w 159"/>
              <a:gd name="T45" fmla="*/ 45 h 160"/>
              <a:gd name="T46" fmla="*/ 92 w 159"/>
              <a:gd name="T47" fmla="*/ 21 h 160"/>
              <a:gd name="T48" fmla="*/ 114 w 159"/>
              <a:gd name="T49" fmla="*/ 0 h 160"/>
              <a:gd name="T50" fmla="*/ 138 w 159"/>
              <a:gd name="T51" fmla="*/ 0 h 160"/>
              <a:gd name="T52" fmla="*/ 159 w 159"/>
              <a:gd name="T53" fmla="*/ 21 h 160"/>
              <a:gd name="T54" fmla="*/ 159 w 159"/>
              <a:gd name="T55" fmla="*/ 114 h 160"/>
              <a:gd name="T56" fmla="*/ 159 w 159"/>
              <a:gd name="T57" fmla="*/ 138 h 160"/>
              <a:gd name="T58" fmla="*/ 138 w 159"/>
              <a:gd name="T59" fmla="*/ 160 h 160"/>
              <a:gd name="T60" fmla="*/ 114 w 159"/>
              <a:gd name="T61" fmla="*/ 160 h 160"/>
              <a:gd name="T62" fmla="*/ 92 w 159"/>
              <a:gd name="T63" fmla="*/ 138 h 160"/>
              <a:gd name="T64" fmla="*/ 92 w 159"/>
              <a:gd name="T65" fmla="*/ 114 h 160"/>
              <a:gd name="T66" fmla="*/ 114 w 159"/>
              <a:gd name="T67" fmla="*/ 93 h 160"/>
              <a:gd name="T68" fmla="*/ 138 w 159"/>
              <a:gd name="T69" fmla="*/ 93 h 160"/>
              <a:gd name="T70" fmla="*/ 159 w 159"/>
              <a:gd name="T71" fmla="*/ 11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59" h="160">
                <a:moveTo>
                  <a:pt x="66" y="21"/>
                </a:moveTo>
                <a:cubicBezTo>
                  <a:pt x="66" y="45"/>
                  <a:pt x="66" y="45"/>
                  <a:pt x="66" y="45"/>
                </a:cubicBezTo>
                <a:cubicBezTo>
                  <a:pt x="66" y="60"/>
                  <a:pt x="60" y="67"/>
                  <a:pt x="45" y="67"/>
                </a:cubicBezTo>
                <a:cubicBezTo>
                  <a:pt x="21" y="67"/>
                  <a:pt x="21" y="67"/>
                  <a:pt x="21" y="67"/>
                </a:cubicBezTo>
                <a:cubicBezTo>
                  <a:pt x="6" y="67"/>
                  <a:pt x="0" y="60"/>
                  <a:pt x="0" y="45"/>
                </a:cubicBezTo>
                <a:cubicBezTo>
                  <a:pt x="0" y="21"/>
                  <a:pt x="0" y="21"/>
                  <a:pt x="0" y="21"/>
                </a:cubicBezTo>
                <a:cubicBezTo>
                  <a:pt x="0" y="7"/>
                  <a:pt x="6" y="0"/>
                  <a:pt x="21" y="0"/>
                </a:cubicBezTo>
                <a:cubicBezTo>
                  <a:pt x="45" y="0"/>
                  <a:pt x="45" y="0"/>
                  <a:pt x="45" y="0"/>
                </a:cubicBezTo>
                <a:cubicBezTo>
                  <a:pt x="60" y="0"/>
                  <a:pt x="66" y="7"/>
                  <a:pt x="66" y="21"/>
                </a:cubicBezTo>
                <a:close/>
                <a:moveTo>
                  <a:pt x="66" y="114"/>
                </a:moveTo>
                <a:cubicBezTo>
                  <a:pt x="66" y="138"/>
                  <a:pt x="66" y="138"/>
                  <a:pt x="66" y="138"/>
                </a:cubicBezTo>
                <a:cubicBezTo>
                  <a:pt x="66" y="153"/>
                  <a:pt x="60" y="160"/>
                  <a:pt x="45" y="160"/>
                </a:cubicBezTo>
                <a:cubicBezTo>
                  <a:pt x="21" y="160"/>
                  <a:pt x="21" y="160"/>
                  <a:pt x="21" y="160"/>
                </a:cubicBezTo>
                <a:cubicBezTo>
                  <a:pt x="6" y="160"/>
                  <a:pt x="0" y="153"/>
                  <a:pt x="0" y="138"/>
                </a:cubicBezTo>
                <a:cubicBezTo>
                  <a:pt x="0" y="114"/>
                  <a:pt x="0" y="114"/>
                  <a:pt x="0" y="114"/>
                </a:cubicBezTo>
                <a:cubicBezTo>
                  <a:pt x="0" y="100"/>
                  <a:pt x="6" y="93"/>
                  <a:pt x="21" y="93"/>
                </a:cubicBezTo>
                <a:cubicBezTo>
                  <a:pt x="45" y="93"/>
                  <a:pt x="45" y="93"/>
                  <a:pt x="45" y="93"/>
                </a:cubicBezTo>
                <a:cubicBezTo>
                  <a:pt x="60" y="93"/>
                  <a:pt x="66" y="100"/>
                  <a:pt x="66" y="114"/>
                </a:cubicBezTo>
                <a:close/>
                <a:moveTo>
                  <a:pt x="159" y="21"/>
                </a:moveTo>
                <a:cubicBezTo>
                  <a:pt x="159" y="45"/>
                  <a:pt x="159" y="45"/>
                  <a:pt x="159" y="45"/>
                </a:cubicBezTo>
                <a:cubicBezTo>
                  <a:pt x="159" y="60"/>
                  <a:pt x="153" y="67"/>
                  <a:pt x="138" y="67"/>
                </a:cubicBezTo>
                <a:cubicBezTo>
                  <a:pt x="114" y="67"/>
                  <a:pt x="114" y="67"/>
                  <a:pt x="114" y="67"/>
                </a:cubicBezTo>
                <a:cubicBezTo>
                  <a:pt x="99" y="67"/>
                  <a:pt x="92" y="60"/>
                  <a:pt x="92" y="45"/>
                </a:cubicBezTo>
                <a:cubicBezTo>
                  <a:pt x="92" y="21"/>
                  <a:pt x="92" y="21"/>
                  <a:pt x="92" y="21"/>
                </a:cubicBezTo>
                <a:cubicBezTo>
                  <a:pt x="92" y="7"/>
                  <a:pt x="99" y="0"/>
                  <a:pt x="114" y="0"/>
                </a:cubicBezTo>
                <a:cubicBezTo>
                  <a:pt x="138" y="0"/>
                  <a:pt x="138" y="0"/>
                  <a:pt x="138" y="0"/>
                </a:cubicBezTo>
                <a:cubicBezTo>
                  <a:pt x="153" y="0"/>
                  <a:pt x="159" y="7"/>
                  <a:pt x="159" y="21"/>
                </a:cubicBezTo>
                <a:close/>
                <a:moveTo>
                  <a:pt x="159" y="114"/>
                </a:moveTo>
                <a:cubicBezTo>
                  <a:pt x="159" y="138"/>
                  <a:pt x="159" y="138"/>
                  <a:pt x="159" y="138"/>
                </a:cubicBezTo>
                <a:cubicBezTo>
                  <a:pt x="159" y="153"/>
                  <a:pt x="153" y="160"/>
                  <a:pt x="138" y="160"/>
                </a:cubicBezTo>
                <a:cubicBezTo>
                  <a:pt x="114" y="160"/>
                  <a:pt x="114" y="160"/>
                  <a:pt x="114" y="160"/>
                </a:cubicBezTo>
                <a:cubicBezTo>
                  <a:pt x="99" y="160"/>
                  <a:pt x="92" y="153"/>
                  <a:pt x="92" y="138"/>
                </a:cubicBezTo>
                <a:cubicBezTo>
                  <a:pt x="92" y="114"/>
                  <a:pt x="92" y="114"/>
                  <a:pt x="92" y="114"/>
                </a:cubicBezTo>
                <a:cubicBezTo>
                  <a:pt x="92" y="100"/>
                  <a:pt x="99" y="93"/>
                  <a:pt x="114" y="93"/>
                </a:cubicBezTo>
                <a:cubicBezTo>
                  <a:pt x="138" y="93"/>
                  <a:pt x="138" y="93"/>
                  <a:pt x="138" y="93"/>
                </a:cubicBezTo>
                <a:cubicBezTo>
                  <a:pt x="153" y="93"/>
                  <a:pt x="159" y="100"/>
                  <a:pt x="159" y="11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1" name="Freeform 34"/>
          <p:cNvSpPr>
            <a:spLocks noEditPoints="1"/>
          </p:cNvSpPr>
          <p:nvPr/>
        </p:nvSpPr>
        <p:spPr bwMode="auto">
          <a:xfrm>
            <a:off x="6356392" y="2903792"/>
            <a:ext cx="308209" cy="153041"/>
          </a:xfrm>
          <a:custGeom>
            <a:avLst/>
            <a:gdLst>
              <a:gd name="T0" fmla="*/ 106 w 265"/>
              <a:gd name="T1" fmla="*/ 13 h 132"/>
              <a:gd name="T2" fmla="*/ 93 w 265"/>
              <a:gd name="T3" fmla="*/ 26 h 132"/>
              <a:gd name="T4" fmla="*/ 13 w 265"/>
              <a:gd name="T5" fmla="*/ 26 h 132"/>
              <a:gd name="T6" fmla="*/ 0 w 265"/>
              <a:gd name="T7" fmla="*/ 13 h 132"/>
              <a:gd name="T8" fmla="*/ 13 w 265"/>
              <a:gd name="T9" fmla="*/ 0 h 132"/>
              <a:gd name="T10" fmla="*/ 93 w 265"/>
              <a:gd name="T11" fmla="*/ 0 h 132"/>
              <a:gd name="T12" fmla="*/ 106 w 265"/>
              <a:gd name="T13" fmla="*/ 13 h 132"/>
              <a:gd name="T14" fmla="*/ 106 w 265"/>
              <a:gd name="T15" fmla="*/ 66 h 132"/>
              <a:gd name="T16" fmla="*/ 93 w 265"/>
              <a:gd name="T17" fmla="*/ 79 h 132"/>
              <a:gd name="T18" fmla="*/ 13 w 265"/>
              <a:gd name="T19" fmla="*/ 79 h 132"/>
              <a:gd name="T20" fmla="*/ 0 w 265"/>
              <a:gd name="T21" fmla="*/ 66 h 132"/>
              <a:gd name="T22" fmla="*/ 13 w 265"/>
              <a:gd name="T23" fmla="*/ 53 h 132"/>
              <a:gd name="T24" fmla="*/ 93 w 265"/>
              <a:gd name="T25" fmla="*/ 53 h 132"/>
              <a:gd name="T26" fmla="*/ 106 w 265"/>
              <a:gd name="T27" fmla="*/ 66 h 132"/>
              <a:gd name="T28" fmla="*/ 106 w 265"/>
              <a:gd name="T29" fmla="*/ 119 h 132"/>
              <a:gd name="T30" fmla="*/ 93 w 265"/>
              <a:gd name="T31" fmla="*/ 132 h 132"/>
              <a:gd name="T32" fmla="*/ 13 w 265"/>
              <a:gd name="T33" fmla="*/ 132 h 132"/>
              <a:gd name="T34" fmla="*/ 0 w 265"/>
              <a:gd name="T35" fmla="*/ 119 h 132"/>
              <a:gd name="T36" fmla="*/ 13 w 265"/>
              <a:gd name="T37" fmla="*/ 106 h 132"/>
              <a:gd name="T38" fmla="*/ 93 w 265"/>
              <a:gd name="T39" fmla="*/ 106 h 132"/>
              <a:gd name="T40" fmla="*/ 106 w 265"/>
              <a:gd name="T41" fmla="*/ 119 h 132"/>
              <a:gd name="T42" fmla="*/ 265 w 265"/>
              <a:gd name="T43" fmla="*/ 66 h 132"/>
              <a:gd name="T44" fmla="*/ 258 w 265"/>
              <a:gd name="T45" fmla="*/ 79 h 132"/>
              <a:gd name="T46" fmla="*/ 212 w 265"/>
              <a:gd name="T47" fmla="*/ 79 h 132"/>
              <a:gd name="T48" fmla="*/ 212 w 265"/>
              <a:gd name="T49" fmla="*/ 124 h 132"/>
              <a:gd name="T50" fmla="*/ 199 w 265"/>
              <a:gd name="T51" fmla="*/ 132 h 132"/>
              <a:gd name="T52" fmla="*/ 186 w 265"/>
              <a:gd name="T53" fmla="*/ 124 h 132"/>
              <a:gd name="T54" fmla="*/ 186 w 265"/>
              <a:gd name="T55" fmla="*/ 79 h 132"/>
              <a:gd name="T56" fmla="*/ 142 w 265"/>
              <a:gd name="T57" fmla="*/ 79 h 132"/>
              <a:gd name="T58" fmla="*/ 134 w 265"/>
              <a:gd name="T59" fmla="*/ 66 h 132"/>
              <a:gd name="T60" fmla="*/ 142 w 265"/>
              <a:gd name="T61" fmla="*/ 53 h 132"/>
              <a:gd name="T62" fmla="*/ 186 w 265"/>
              <a:gd name="T63" fmla="*/ 53 h 132"/>
              <a:gd name="T64" fmla="*/ 186 w 265"/>
              <a:gd name="T65" fmla="*/ 7 h 132"/>
              <a:gd name="T66" fmla="*/ 199 w 265"/>
              <a:gd name="T67" fmla="*/ 0 h 132"/>
              <a:gd name="T68" fmla="*/ 212 w 265"/>
              <a:gd name="T69" fmla="*/ 7 h 132"/>
              <a:gd name="T70" fmla="*/ 212 w 265"/>
              <a:gd name="T71" fmla="*/ 53 h 132"/>
              <a:gd name="T72" fmla="*/ 258 w 265"/>
              <a:gd name="T73" fmla="*/ 53 h 132"/>
              <a:gd name="T74" fmla="*/ 265 w 265"/>
              <a:gd name="T75" fmla="*/ 66 h 1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265" h="132">
                <a:moveTo>
                  <a:pt x="106" y="13"/>
                </a:moveTo>
                <a:cubicBezTo>
                  <a:pt x="106" y="20"/>
                  <a:pt x="100" y="26"/>
                  <a:pt x="93" y="26"/>
                </a:cubicBezTo>
                <a:cubicBezTo>
                  <a:pt x="13" y="26"/>
                  <a:pt x="13" y="26"/>
                  <a:pt x="13" y="26"/>
                </a:cubicBezTo>
                <a:cubicBezTo>
                  <a:pt x="6" y="26"/>
                  <a:pt x="0" y="20"/>
                  <a:pt x="0" y="13"/>
                </a:cubicBezTo>
                <a:cubicBezTo>
                  <a:pt x="0" y="5"/>
                  <a:pt x="6" y="0"/>
                  <a:pt x="13" y="0"/>
                </a:cubicBezTo>
                <a:cubicBezTo>
                  <a:pt x="93" y="0"/>
                  <a:pt x="93" y="0"/>
                  <a:pt x="93" y="0"/>
                </a:cubicBezTo>
                <a:cubicBezTo>
                  <a:pt x="100" y="0"/>
                  <a:pt x="106" y="5"/>
                  <a:pt x="106" y="13"/>
                </a:cubicBezTo>
                <a:close/>
                <a:moveTo>
                  <a:pt x="106" y="66"/>
                </a:moveTo>
                <a:cubicBezTo>
                  <a:pt x="106" y="73"/>
                  <a:pt x="100" y="79"/>
                  <a:pt x="93" y="79"/>
                </a:cubicBezTo>
                <a:cubicBezTo>
                  <a:pt x="13" y="79"/>
                  <a:pt x="13" y="79"/>
                  <a:pt x="13" y="79"/>
                </a:cubicBezTo>
                <a:cubicBezTo>
                  <a:pt x="6" y="79"/>
                  <a:pt x="0" y="73"/>
                  <a:pt x="0" y="66"/>
                </a:cubicBezTo>
                <a:cubicBezTo>
                  <a:pt x="0" y="58"/>
                  <a:pt x="6" y="53"/>
                  <a:pt x="13" y="53"/>
                </a:cubicBezTo>
                <a:cubicBezTo>
                  <a:pt x="93" y="53"/>
                  <a:pt x="93" y="53"/>
                  <a:pt x="93" y="53"/>
                </a:cubicBezTo>
                <a:cubicBezTo>
                  <a:pt x="100" y="53"/>
                  <a:pt x="106" y="58"/>
                  <a:pt x="106" y="66"/>
                </a:cubicBezTo>
                <a:close/>
                <a:moveTo>
                  <a:pt x="106" y="119"/>
                </a:moveTo>
                <a:cubicBezTo>
                  <a:pt x="106" y="126"/>
                  <a:pt x="100" y="132"/>
                  <a:pt x="93" y="132"/>
                </a:cubicBezTo>
                <a:cubicBezTo>
                  <a:pt x="13" y="132"/>
                  <a:pt x="13" y="132"/>
                  <a:pt x="13" y="132"/>
                </a:cubicBezTo>
                <a:cubicBezTo>
                  <a:pt x="6" y="132"/>
                  <a:pt x="0" y="126"/>
                  <a:pt x="0" y="119"/>
                </a:cubicBezTo>
                <a:cubicBezTo>
                  <a:pt x="0" y="112"/>
                  <a:pt x="6" y="106"/>
                  <a:pt x="13" y="106"/>
                </a:cubicBezTo>
                <a:cubicBezTo>
                  <a:pt x="93" y="106"/>
                  <a:pt x="93" y="106"/>
                  <a:pt x="93" y="106"/>
                </a:cubicBezTo>
                <a:cubicBezTo>
                  <a:pt x="100" y="106"/>
                  <a:pt x="106" y="112"/>
                  <a:pt x="106" y="119"/>
                </a:cubicBezTo>
                <a:close/>
                <a:moveTo>
                  <a:pt x="265" y="66"/>
                </a:moveTo>
                <a:cubicBezTo>
                  <a:pt x="265" y="73"/>
                  <a:pt x="265" y="79"/>
                  <a:pt x="258" y="79"/>
                </a:cubicBezTo>
                <a:cubicBezTo>
                  <a:pt x="212" y="79"/>
                  <a:pt x="212" y="79"/>
                  <a:pt x="212" y="79"/>
                </a:cubicBezTo>
                <a:cubicBezTo>
                  <a:pt x="212" y="124"/>
                  <a:pt x="212" y="124"/>
                  <a:pt x="212" y="124"/>
                </a:cubicBezTo>
                <a:cubicBezTo>
                  <a:pt x="212" y="132"/>
                  <a:pt x="207" y="132"/>
                  <a:pt x="199" y="132"/>
                </a:cubicBezTo>
                <a:cubicBezTo>
                  <a:pt x="192" y="132"/>
                  <a:pt x="186" y="132"/>
                  <a:pt x="186" y="124"/>
                </a:cubicBezTo>
                <a:cubicBezTo>
                  <a:pt x="186" y="79"/>
                  <a:pt x="186" y="79"/>
                  <a:pt x="186" y="79"/>
                </a:cubicBezTo>
                <a:cubicBezTo>
                  <a:pt x="142" y="79"/>
                  <a:pt x="142" y="79"/>
                  <a:pt x="142" y="79"/>
                </a:cubicBezTo>
                <a:cubicBezTo>
                  <a:pt x="135" y="79"/>
                  <a:pt x="134" y="73"/>
                  <a:pt x="134" y="66"/>
                </a:cubicBezTo>
                <a:cubicBezTo>
                  <a:pt x="134" y="58"/>
                  <a:pt x="135" y="53"/>
                  <a:pt x="142" y="53"/>
                </a:cubicBezTo>
                <a:cubicBezTo>
                  <a:pt x="186" y="53"/>
                  <a:pt x="186" y="53"/>
                  <a:pt x="186" y="53"/>
                </a:cubicBezTo>
                <a:cubicBezTo>
                  <a:pt x="186" y="7"/>
                  <a:pt x="186" y="7"/>
                  <a:pt x="186" y="7"/>
                </a:cubicBezTo>
                <a:cubicBezTo>
                  <a:pt x="186" y="0"/>
                  <a:pt x="192" y="0"/>
                  <a:pt x="199" y="0"/>
                </a:cubicBezTo>
                <a:cubicBezTo>
                  <a:pt x="207" y="0"/>
                  <a:pt x="212" y="0"/>
                  <a:pt x="212" y="7"/>
                </a:cubicBezTo>
                <a:cubicBezTo>
                  <a:pt x="212" y="53"/>
                  <a:pt x="212" y="53"/>
                  <a:pt x="212" y="53"/>
                </a:cubicBezTo>
                <a:cubicBezTo>
                  <a:pt x="258" y="53"/>
                  <a:pt x="258" y="53"/>
                  <a:pt x="258" y="53"/>
                </a:cubicBezTo>
                <a:cubicBezTo>
                  <a:pt x="265" y="53"/>
                  <a:pt x="265" y="58"/>
                  <a:pt x="265" y="66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2" name="Freeform 35"/>
          <p:cNvSpPr>
            <a:spLocks noEditPoints="1"/>
          </p:cNvSpPr>
          <p:nvPr/>
        </p:nvSpPr>
        <p:spPr bwMode="auto">
          <a:xfrm>
            <a:off x="6728368" y="2886787"/>
            <a:ext cx="308209" cy="187051"/>
          </a:xfrm>
          <a:custGeom>
            <a:avLst/>
            <a:gdLst>
              <a:gd name="T0" fmla="*/ 128 w 265"/>
              <a:gd name="T1" fmla="*/ 122 h 160"/>
              <a:gd name="T2" fmla="*/ 162 w 265"/>
              <a:gd name="T3" fmla="*/ 160 h 160"/>
              <a:gd name="T4" fmla="*/ 58 w 265"/>
              <a:gd name="T5" fmla="*/ 160 h 160"/>
              <a:gd name="T6" fmla="*/ 31 w 265"/>
              <a:gd name="T7" fmla="*/ 133 h 160"/>
              <a:gd name="T8" fmla="*/ 31 w 265"/>
              <a:gd name="T9" fmla="*/ 53 h 160"/>
              <a:gd name="T10" fmla="*/ 0 w 265"/>
              <a:gd name="T11" fmla="*/ 53 h 160"/>
              <a:gd name="T12" fmla="*/ 50 w 265"/>
              <a:gd name="T13" fmla="*/ 0 h 160"/>
              <a:gd name="T14" fmla="*/ 101 w 265"/>
              <a:gd name="T15" fmla="*/ 53 h 160"/>
              <a:gd name="T16" fmla="*/ 69 w 265"/>
              <a:gd name="T17" fmla="*/ 53 h 160"/>
              <a:gd name="T18" fmla="*/ 69 w 265"/>
              <a:gd name="T19" fmla="*/ 122 h 160"/>
              <a:gd name="T20" fmla="*/ 128 w 265"/>
              <a:gd name="T21" fmla="*/ 122 h 160"/>
              <a:gd name="T22" fmla="*/ 265 w 265"/>
              <a:gd name="T23" fmla="*/ 106 h 160"/>
              <a:gd name="T24" fmla="*/ 215 w 265"/>
              <a:gd name="T25" fmla="*/ 160 h 160"/>
              <a:gd name="T26" fmla="*/ 164 w 265"/>
              <a:gd name="T27" fmla="*/ 106 h 160"/>
              <a:gd name="T28" fmla="*/ 196 w 265"/>
              <a:gd name="T29" fmla="*/ 106 h 160"/>
              <a:gd name="T30" fmla="*/ 196 w 265"/>
              <a:gd name="T31" fmla="*/ 37 h 160"/>
              <a:gd name="T32" fmla="*/ 137 w 265"/>
              <a:gd name="T33" fmla="*/ 37 h 160"/>
              <a:gd name="T34" fmla="*/ 103 w 265"/>
              <a:gd name="T35" fmla="*/ 0 h 160"/>
              <a:gd name="T36" fmla="*/ 207 w 265"/>
              <a:gd name="T37" fmla="*/ 0 h 160"/>
              <a:gd name="T38" fmla="*/ 233 w 265"/>
              <a:gd name="T39" fmla="*/ 27 h 160"/>
              <a:gd name="T40" fmla="*/ 233 w 265"/>
              <a:gd name="T41" fmla="*/ 106 h 160"/>
              <a:gd name="T42" fmla="*/ 265 w 265"/>
              <a:gd name="T43" fmla="*/ 106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265" h="160">
                <a:moveTo>
                  <a:pt x="128" y="122"/>
                </a:moveTo>
                <a:cubicBezTo>
                  <a:pt x="162" y="160"/>
                  <a:pt x="162" y="160"/>
                  <a:pt x="162" y="160"/>
                </a:cubicBezTo>
                <a:cubicBezTo>
                  <a:pt x="58" y="160"/>
                  <a:pt x="58" y="160"/>
                  <a:pt x="58" y="160"/>
                </a:cubicBezTo>
                <a:cubicBezTo>
                  <a:pt x="43" y="160"/>
                  <a:pt x="31" y="148"/>
                  <a:pt x="31" y="133"/>
                </a:cubicBezTo>
                <a:cubicBezTo>
                  <a:pt x="31" y="53"/>
                  <a:pt x="31" y="53"/>
                  <a:pt x="31" y="53"/>
                </a:cubicBezTo>
                <a:cubicBezTo>
                  <a:pt x="0" y="53"/>
                  <a:pt x="0" y="53"/>
                  <a:pt x="0" y="53"/>
                </a:cubicBezTo>
                <a:cubicBezTo>
                  <a:pt x="50" y="0"/>
                  <a:pt x="50" y="0"/>
                  <a:pt x="50" y="0"/>
                </a:cubicBezTo>
                <a:cubicBezTo>
                  <a:pt x="101" y="53"/>
                  <a:pt x="101" y="53"/>
                  <a:pt x="101" y="53"/>
                </a:cubicBezTo>
                <a:cubicBezTo>
                  <a:pt x="69" y="53"/>
                  <a:pt x="69" y="53"/>
                  <a:pt x="69" y="53"/>
                </a:cubicBezTo>
                <a:cubicBezTo>
                  <a:pt x="69" y="122"/>
                  <a:pt x="69" y="122"/>
                  <a:pt x="69" y="122"/>
                </a:cubicBezTo>
                <a:lnTo>
                  <a:pt x="128" y="122"/>
                </a:lnTo>
                <a:close/>
                <a:moveTo>
                  <a:pt x="265" y="106"/>
                </a:moveTo>
                <a:cubicBezTo>
                  <a:pt x="215" y="160"/>
                  <a:pt x="215" y="160"/>
                  <a:pt x="215" y="160"/>
                </a:cubicBezTo>
                <a:cubicBezTo>
                  <a:pt x="164" y="106"/>
                  <a:pt x="164" y="106"/>
                  <a:pt x="164" y="106"/>
                </a:cubicBezTo>
                <a:cubicBezTo>
                  <a:pt x="196" y="106"/>
                  <a:pt x="196" y="106"/>
                  <a:pt x="196" y="106"/>
                </a:cubicBezTo>
                <a:cubicBezTo>
                  <a:pt x="196" y="37"/>
                  <a:pt x="196" y="37"/>
                  <a:pt x="196" y="37"/>
                </a:cubicBezTo>
                <a:cubicBezTo>
                  <a:pt x="137" y="37"/>
                  <a:pt x="137" y="37"/>
                  <a:pt x="137" y="37"/>
                </a:cubicBezTo>
                <a:cubicBezTo>
                  <a:pt x="103" y="0"/>
                  <a:pt x="103" y="0"/>
                  <a:pt x="103" y="0"/>
                </a:cubicBezTo>
                <a:cubicBezTo>
                  <a:pt x="207" y="0"/>
                  <a:pt x="207" y="0"/>
                  <a:pt x="207" y="0"/>
                </a:cubicBezTo>
                <a:cubicBezTo>
                  <a:pt x="221" y="0"/>
                  <a:pt x="233" y="12"/>
                  <a:pt x="233" y="27"/>
                </a:cubicBezTo>
                <a:cubicBezTo>
                  <a:pt x="233" y="106"/>
                  <a:pt x="233" y="106"/>
                  <a:pt x="233" y="106"/>
                </a:cubicBezTo>
                <a:lnTo>
                  <a:pt x="265" y="106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3" name="Freeform 36"/>
          <p:cNvSpPr>
            <a:spLocks/>
          </p:cNvSpPr>
          <p:nvPr/>
        </p:nvSpPr>
        <p:spPr bwMode="auto">
          <a:xfrm>
            <a:off x="7096093" y="2886787"/>
            <a:ext cx="263572" cy="187051"/>
          </a:xfrm>
          <a:custGeom>
            <a:avLst/>
            <a:gdLst>
              <a:gd name="T0" fmla="*/ 226 w 226"/>
              <a:gd name="T1" fmla="*/ 56 h 160"/>
              <a:gd name="T2" fmla="*/ 226 w 226"/>
              <a:gd name="T3" fmla="*/ 133 h 160"/>
              <a:gd name="T4" fmla="*/ 199 w 226"/>
              <a:gd name="T5" fmla="*/ 160 h 160"/>
              <a:gd name="T6" fmla="*/ 16 w 226"/>
              <a:gd name="T7" fmla="*/ 160 h 160"/>
              <a:gd name="T8" fmla="*/ 16 w 226"/>
              <a:gd name="T9" fmla="*/ 122 h 160"/>
              <a:gd name="T10" fmla="*/ 189 w 226"/>
              <a:gd name="T11" fmla="*/ 122 h 160"/>
              <a:gd name="T12" fmla="*/ 189 w 226"/>
              <a:gd name="T13" fmla="*/ 67 h 160"/>
              <a:gd name="T14" fmla="*/ 56 w 226"/>
              <a:gd name="T15" fmla="*/ 67 h 160"/>
              <a:gd name="T16" fmla="*/ 56 w 226"/>
              <a:gd name="T17" fmla="*/ 96 h 160"/>
              <a:gd name="T18" fmla="*/ 0 w 226"/>
              <a:gd name="T19" fmla="*/ 48 h 160"/>
              <a:gd name="T20" fmla="*/ 56 w 226"/>
              <a:gd name="T21" fmla="*/ 0 h 160"/>
              <a:gd name="T22" fmla="*/ 56 w 226"/>
              <a:gd name="T23" fmla="*/ 29 h 160"/>
              <a:gd name="T24" fmla="*/ 199 w 226"/>
              <a:gd name="T25" fmla="*/ 29 h 160"/>
              <a:gd name="T26" fmla="*/ 226 w 226"/>
              <a:gd name="T27" fmla="*/ 56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26" h="160">
                <a:moveTo>
                  <a:pt x="226" y="56"/>
                </a:moveTo>
                <a:cubicBezTo>
                  <a:pt x="226" y="133"/>
                  <a:pt x="226" y="133"/>
                  <a:pt x="226" y="133"/>
                </a:cubicBezTo>
                <a:cubicBezTo>
                  <a:pt x="226" y="148"/>
                  <a:pt x="214" y="160"/>
                  <a:pt x="199" y="160"/>
                </a:cubicBezTo>
                <a:cubicBezTo>
                  <a:pt x="16" y="160"/>
                  <a:pt x="16" y="160"/>
                  <a:pt x="16" y="160"/>
                </a:cubicBezTo>
                <a:cubicBezTo>
                  <a:pt x="16" y="122"/>
                  <a:pt x="16" y="122"/>
                  <a:pt x="16" y="122"/>
                </a:cubicBezTo>
                <a:cubicBezTo>
                  <a:pt x="189" y="122"/>
                  <a:pt x="189" y="122"/>
                  <a:pt x="189" y="122"/>
                </a:cubicBezTo>
                <a:cubicBezTo>
                  <a:pt x="189" y="67"/>
                  <a:pt x="189" y="67"/>
                  <a:pt x="189" y="67"/>
                </a:cubicBezTo>
                <a:cubicBezTo>
                  <a:pt x="56" y="67"/>
                  <a:pt x="56" y="67"/>
                  <a:pt x="56" y="67"/>
                </a:cubicBezTo>
                <a:cubicBezTo>
                  <a:pt x="56" y="96"/>
                  <a:pt x="56" y="96"/>
                  <a:pt x="56" y="96"/>
                </a:cubicBezTo>
                <a:cubicBezTo>
                  <a:pt x="0" y="48"/>
                  <a:pt x="0" y="48"/>
                  <a:pt x="0" y="48"/>
                </a:cubicBezTo>
                <a:cubicBezTo>
                  <a:pt x="56" y="0"/>
                  <a:pt x="56" y="0"/>
                  <a:pt x="56" y="0"/>
                </a:cubicBezTo>
                <a:cubicBezTo>
                  <a:pt x="56" y="29"/>
                  <a:pt x="56" y="29"/>
                  <a:pt x="56" y="29"/>
                </a:cubicBezTo>
                <a:cubicBezTo>
                  <a:pt x="199" y="29"/>
                  <a:pt x="199" y="29"/>
                  <a:pt x="199" y="29"/>
                </a:cubicBezTo>
                <a:cubicBezTo>
                  <a:pt x="214" y="29"/>
                  <a:pt x="226" y="41"/>
                  <a:pt x="226" y="56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4" name="Freeform 37"/>
          <p:cNvSpPr>
            <a:spLocks noEditPoints="1"/>
          </p:cNvSpPr>
          <p:nvPr/>
        </p:nvSpPr>
        <p:spPr bwMode="auto">
          <a:xfrm>
            <a:off x="7421305" y="2850654"/>
            <a:ext cx="308209" cy="261447"/>
          </a:xfrm>
          <a:custGeom>
            <a:avLst/>
            <a:gdLst>
              <a:gd name="T0" fmla="*/ 129 w 266"/>
              <a:gd name="T1" fmla="*/ 123 h 226"/>
              <a:gd name="T2" fmla="*/ 28 w 266"/>
              <a:gd name="T3" fmla="*/ 192 h 226"/>
              <a:gd name="T4" fmla="*/ 0 w 266"/>
              <a:gd name="T5" fmla="*/ 192 h 226"/>
              <a:gd name="T6" fmla="*/ 0 w 266"/>
              <a:gd name="T7" fmla="*/ 154 h 226"/>
              <a:gd name="T8" fmla="*/ 28 w 266"/>
              <a:gd name="T9" fmla="*/ 154 h 226"/>
              <a:gd name="T10" fmla="*/ 99 w 266"/>
              <a:gd name="T11" fmla="*/ 101 h 226"/>
              <a:gd name="T12" fmla="*/ 201 w 266"/>
              <a:gd name="T13" fmla="*/ 32 h 226"/>
              <a:gd name="T14" fmla="*/ 210 w 266"/>
              <a:gd name="T15" fmla="*/ 32 h 226"/>
              <a:gd name="T16" fmla="*/ 210 w 266"/>
              <a:gd name="T17" fmla="*/ 0 h 226"/>
              <a:gd name="T18" fmla="*/ 266 w 266"/>
              <a:gd name="T19" fmla="*/ 48 h 226"/>
              <a:gd name="T20" fmla="*/ 210 w 266"/>
              <a:gd name="T21" fmla="*/ 96 h 226"/>
              <a:gd name="T22" fmla="*/ 210 w 266"/>
              <a:gd name="T23" fmla="*/ 69 h 226"/>
              <a:gd name="T24" fmla="*/ 201 w 266"/>
              <a:gd name="T25" fmla="*/ 69 h 226"/>
              <a:gd name="T26" fmla="*/ 129 w 266"/>
              <a:gd name="T27" fmla="*/ 123 h 226"/>
              <a:gd name="T28" fmla="*/ 28 w 266"/>
              <a:gd name="T29" fmla="*/ 72 h 226"/>
              <a:gd name="T30" fmla="*/ 0 w 266"/>
              <a:gd name="T31" fmla="*/ 72 h 226"/>
              <a:gd name="T32" fmla="*/ 0 w 266"/>
              <a:gd name="T33" fmla="*/ 35 h 226"/>
              <a:gd name="T34" fmla="*/ 28 w 266"/>
              <a:gd name="T35" fmla="*/ 35 h 226"/>
              <a:gd name="T36" fmla="*/ 95 w 266"/>
              <a:gd name="T37" fmla="*/ 63 h 226"/>
              <a:gd name="T38" fmla="*/ 79 w 266"/>
              <a:gd name="T39" fmla="*/ 84 h 226"/>
              <a:gd name="T40" fmla="*/ 72 w 266"/>
              <a:gd name="T41" fmla="*/ 93 h 226"/>
              <a:gd name="T42" fmla="*/ 28 w 266"/>
              <a:gd name="T43" fmla="*/ 72 h 226"/>
              <a:gd name="T44" fmla="*/ 210 w 266"/>
              <a:gd name="T45" fmla="*/ 130 h 226"/>
              <a:gd name="T46" fmla="*/ 266 w 266"/>
              <a:gd name="T47" fmla="*/ 178 h 226"/>
              <a:gd name="T48" fmla="*/ 210 w 266"/>
              <a:gd name="T49" fmla="*/ 226 h 226"/>
              <a:gd name="T50" fmla="*/ 210 w 266"/>
              <a:gd name="T51" fmla="*/ 194 h 226"/>
              <a:gd name="T52" fmla="*/ 201 w 266"/>
              <a:gd name="T53" fmla="*/ 194 h 226"/>
              <a:gd name="T54" fmla="*/ 131 w 266"/>
              <a:gd name="T55" fmla="*/ 163 h 226"/>
              <a:gd name="T56" fmla="*/ 150 w 266"/>
              <a:gd name="T57" fmla="*/ 139 h 226"/>
              <a:gd name="T58" fmla="*/ 154 w 266"/>
              <a:gd name="T59" fmla="*/ 134 h 226"/>
              <a:gd name="T60" fmla="*/ 201 w 266"/>
              <a:gd name="T61" fmla="*/ 157 h 226"/>
              <a:gd name="T62" fmla="*/ 210 w 266"/>
              <a:gd name="T63" fmla="*/ 157 h 226"/>
              <a:gd name="T64" fmla="*/ 210 w 266"/>
              <a:gd name="T65" fmla="*/ 130 h 2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266" h="226">
                <a:moveTo>
                  <a:pt x="129" y="123"/>
                </a:moveTo>
                <a:cubicBezTo>
                  <a:pt x="105" y="155"/>
                  <a:pt x="77" y="192"/>
                  <a:pt x="28" y="192"/>
                </a:cubicBezTo>
                <a:cubicBezTo>
                  <a:pt x="0" y="192"/>
                  <a:pt x="0" y="192"/>
                  <a:pt x="0" y="192"/>
                </a:cubicBezTo>
                <a:cubicBezTo>
                  <a:pt x="0" y="154"/>
                  <a:pt x="0" y="154"/>
                  <a:pt x="0" y="154"/>
                </a:cubicBezTo>
                <a:cubicBezTo>
                  <a:pt x="28" y="154"/>
                  <a:pt x="28" y="154"/>
                  <a:pt x="28" y="154"/>
                </a:cubicBezTo>
                <a:cubicBezTo>
                  <a:pt x="58" y="154"/>
                  <a:pt x="78" y="129"/>
                  <a:pt x="99" y="101"/>
                </a:cubicBezTo>
                <a:cubicBezTo>
                  <a:pt x="124" y="68"/>
                  <a:pt x="151" y="32"/>
                  <a:pt x="201" y="32"/>
                </a:cubicBezTo>
                <a:cubicBezTo>
                  <a:pt x="210" y="32"/>
                  <a:pt x="210" y="32"/>
                  <a:pt x="210" y="32"/>
                </a:cubicBezTo>
                <a:cubicBezTo>
                  <a:pt x="210" y="0"/>
                  <a:pt x="210" y="0"/>
                  <a:pt x="210" y="0"/>
                </a:cubicBezTo>
                <a:cubicBezTo>
                  <a:pt x="266" y="48"/>
                  <a:pt x="266" y="48"/>
                  <a:pt x="266" y="48"/>
                </a:cubicBezTo>
                <a:cubicBezTo>
                  <a:pt x="210" y="96"/>
                  <a:pt x="210" y="96"/>
                  <a:pt x="210" y="96"/>
                </a:cubicBezTo>
                <a:cubicBezTo>
                  <a:pt x="210" y="69"/>
                  <a:pt x="210" y="69"/>
                  <a:pt x="210" y="69"/>
                </a:cubicBezTo>
                <a:cubicBezTo>
                  <a:pt x="201" y="69"/>
                  <a:pt x="201" y="69"/>
                  <a:pt x="201" y="69"/>
                </a:cubicBezTo>
                <a:cubicBezTo>
                  <a:pt x="170" y="69"/>
                  <a:pt x="151" y="94"/>
                  <a:pt x="129" y="123"/>
                </a:cubicBezTo>
                <a:close/>
                <a:moveTo>
                  <a:pt x="28" y="72"/>
                </a:moveTo>
                <a:cubicBezTo>
                  <a:pt x="0" y="72"/>
                  <a:pt x="0" y="72"/>
                  <a:pt x="0" y="72"/>
                </a:cubicBezTo>
                <a:cubicBezTo>
                  <a:pt x="0" y="35"/>
                  <a:pt x="0" y="35"/>
                  <a:pt x="0" y="35"/>
                </a:cubicBezTo>
                <a:cubicBezTo>
                  <a:pt x="28" y="35"/>
                  <a:pt x="28" y="35"/>
                  <a:pt x="28" y="35"/>
                </a:cubicBezTo>
                <a:cubicBezTo>
                  <a:pt x="56" y="35"/>
                  <a:pt x="78" y="47"/>
                  <a:pt x="95" y="63"/>
                </a:cubicBezTo>
                <a:cubicBezTo>
                  <a:pt x="89" y="70"/>
                  <a:pt x="83" y="77"/>
                  <a:pt x="79" y="84"/>
                </a:cubicBezTo>
                <a:cubicBezTo>
                  <a:pt x="77" y="87"/>
                  <a:pt x="74" y="90"/>
                  <a:pt x="72" y="93"/>
                </a:cubicBezTo>
                <a:cubicBezTo>
                  <a:pt x="60" y="80"/>
                  <a:pt x="46" y="72"/>
                  <a:pt x="28" y="72"/>
                </a:cubicBezTo>
                <a:close/>
                <a:moveTo>
                  <a:pt x="210" y="130"/>
                </a:moveTo>
                <a:cubicBezTo>
                  <a:pt x="266" y="178"/>
                  <a:pt x="266" y="178"/>
                  <a:pt x="266" y="178"/>
                </a:cubicBezTo>
                <a:cubicBezTo>
                  <a:pt x="210" y="226"/>
                  <a:pt x="210" y="226"/>
                  <a:pt x="210" y="226"/>
                </a:cubicBezTo>
                <a:cubicBezTo>
                  <a:pt x="210" y="194"/>
                  <a:pt x="210" y="194"/>
                  <a:pt x="210" y="194"/>
                </a:cubicBezTo>
                <a:cubicBezTo>
                  <a:pt x="201" y="194"/>
                  <a:pt x="201" y="194"/>
                  <a:pt x="201" y="194"/>
                </a:cubicBezTo>
                <a:cubicBezTo>
                  <a:pt x="171" y="194"/>
                  <a:pt x="149" y="181"/>
                  <a:pt x="131" y="163"/>
                </a:cubicBezTo>
                <a:cubicBezTo>
                  <a:pt x="138" y="155"/>
                  <a:pt x="145" y="147"/>
                  <a:pt x="150" y="139"/>
                </a:cubicBezTo>
                <a:cubicBezTo>
                  <a:pt x="151" y="137"/>
                  <a:pt x="153" y="136"/>
                  <a:pt x="154" y="134"/>
                </a:cubicBezTo>
                <a:cubicBezTo>
                  <a:pt x="168" y="147"/>
                  <a:pt x="182" y="157"/>
                  <a:pt x="201" y="157"/>
                </a:cubicBezTo>
                <a:cubicBezTo>
                  <a:pt x="210" y="157"/>
                  <a:pt x="210" y="157"/>
                  <a:pt x="210" y="157"/>
                </a:cubicBezTo>
                <a:lnTo>
                  <a:pt x="210" y="13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5" name="Freeform 38"/>
          <p:cNvSpPr>
            <a:spLocks/>
          </p:cNvSpPr>
          <p:nvPr/>
        </p:nvSpPr>
        <p:spPr bwMode="auto">
          <a:xfrm>
            <a:off x="7791155" y="2852777"/>
            <a:ext cx="289077" cy="252944"/>
          </a:xfrm>
          <a:custGeom>
            <a:avLst/>
            <a:gdLst>
              <a:gd name="T0" fmla="*/ 216 w 249"/>
              <a:gd name="T1" fmla="*/ 106 h 218"/>
              <a:gd name="T2" fmla="*/ 249 w 249"/>
              <a:gd name="T3" fmla="*/ 106 h 218"/>
              <a:gd name="T4" fmla="*/ 200 w 249"/>
              <a:gd name="T5" fmla="*/ 160 h 218"/>
              <a:gd name="T6" fmla="*/ 152 w 249"/>
              <a:gd name="T7" fmla="*/ 106 h 218"/>
              <a:gd name="T8" fmla="*/ 189 w 249"/>
              <a:gd name="T9" fmla="*/ 106 h 218"/>
              <a:gd name="T10" fmla="*/ 108 w 249"/>
              <a:gd name="T11" fmla="*/ 27 h 218"/>
              <a:gd name="T12" fmla="*/ 27 w 249"/>
              <a:gd name="T13" fmla="*/ 109 h 218"/>
              <a:gd name="T14" fmla="*/ 108 w 249"/>
              <a:gd name="T15" fmla="*/ 191 h 218"/>
              <a:gd name="T16" fmla="*/ 156 w 249"/>
              <a:gd name="T17" fmla="*/ 175 h 218"/>
              <a:gd name="T18" fmla="*/ 175 w 249"/>
              <a:gd name="T19" fmla="*/ 195 h 218"/>
              <a:gd name="T20" fmla="*/ 108 w 249"/>
              <a:gd name="T21" fmla="*/ 218 h 218"/>
              <a:gd name="T22" fmla="*/ 0 w 249"/>
              <a:gd name="T23" fmla="*/ 109 h 218"/>
              <a:gd name="T24" fmla="*/ 108 w 249"/>
              <a:gd name="T25" fmla="*/ 0 h 218"/>
              <a:gd name="T26" fmla="*/ 216 w 249"/>
              <a:gd name="T27" fmla="*/ 106 h 2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49" h="218">
                <a:moveTo>
                  <a:pt x="216" y="106"/>
                </a:moveTo>
                <a:cubicBezTo>
                  <a:pt x="249" y="106"/>
                  <a:pt x="249" y="106"/>
                  <a:pt x="249" y="106"/>
                </a:cubicBezTo>
                <a:cubicBezTo>
                  <a:pt x="200" y="160"/>
                  <a:pt x="200" y="160"/>
                  <a:pt x="200" y="160"/>
                </a:cubicBezTo>
                <a:cubicBezTo>
                  <a:pt x="152" y="106"/>
                  <a:pt x="152" y="106"/>
                  <a:pt x="152" y="106"/>
                </a:cubicBezTo>
                <a:cubicBezTo>
                  <a:pt x="189" y="106"/>
                  <a:pt x="189" y="106"/>
                  <a:pt x="189" y="106"/>
                </a:cubicBezTo>
                <a:cubicBezTo>
                  <a:pt x="188" y="62"/>
                  <a:pt x="152" y="27"/>
                  <a:pt x="108" y="27"/>
                </a:cubicBezTo>
                <a:cubicBezTo>
                  <a:pt x="63" y="27"/>
                  <a:pt x="27" y="64"/>
                  <a:pt x="27" y="109"/>
                </a:cubicBezTo>
                <a:cubicBezTo>
                  <a:pt x="27" y="154"/>
                  <a:pt x="63" y="191"/>
                  <a:pt x="108" y="191"/>
                </a:cubicBezTo>
                <a:cubicBezTo>
                  <a:pt x="126" y="191"/>
                  <a:pt x="143" y="185"/>
                  <a:pt x="156" y="175"/>
                </a:cubicBezTo>
                <a:cubicBezTo>
                  <a:pt x="175" y="195"/>
                  <a:pt x="175" y="195"/>
                  <a:pt x="175" y="195"/>
                </a:cubicBezTo>
                <a:cubicBezTo>
                  <a:pt x="156" y="209"/>
                  <a:pt x="133" y="218"/>
                  <a:pt x="108" y="218"/>
                </a:cubicBezTo>
                <a:cubicBezTo>
                  <a:pt x="48" y="218"/>
                  <a:pt x="0" y="169"/>
                  <a:pt x="0" y="109"/>
                </a:cubicBezTo>
                <a:cubicBezTo>
                  <a:pt x="0" y="49"/>
                  <a:pt x="48" y="0"/>
                  <a:pt x="108" y="0"/>
                </a:cubicBezTo>
                <a:cubicBezTo>
                  <a:pt x="167" y="0"/>
                  <a:pt x="215" y="47"/>
                  <a:pt x="216" y="106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6" name="Freeform 39"/>
          <p:cNvSpPr>
            <a:spLocks noEditPoints="1"/>
          </p:cNvSpPr>
          <p:nvPr/>
        </p:nvSpPr>
        <p:spPr bwMode="auto">
          <a:xfrm>
            <a:off x="8141875" y="2857029"/>
            <a:ext cx="310333" cy="246568"/>
          </a:xfrm>
          <a:custGeom>
            <a:avLst/>
            <a:gdLst>
              <a:gd name="T0" fmla="*/ 266 w 267"/>
              <a:gd name="T1" fmla="*/ 79 h 212"/>
              <a:gd name="T2" fmla="*/ 255 w 267"/>
              <a:gd name="T3" fmla="*/ 199 h 212"/>
              <a:gd name="T4" fmla="*/ 241 w 267"/>
              <a:gd name="T5" fmla="*/ 212 h 212"/>
              <a:gd name="T6" fmla="*/ 26 w 267"/>
              <a:gd name="T7" fmla="*/ 212 h 212"/>
              <a:gd name="T8" fmla="*/ 12 w 267"/>
              <a:gd name="T9" fmla="*/ 199 h 212"/>
              <a:gd name="T10" fmla="*/ 1 w 267"/>
              <a:gd name="T11" fmla="*/ 79 h 212"/>
              <a:gd name="T12" fmla="*/ 13 w 267"/>
              <a:gd name="T13" fmla="*/ 66 h 212"/>
              <a:gd name="T14" fmla="*/ 254 w 267"/>
              <a:gd name="T15" fmla="*/ 66 h 212"/>
              <a:gd name="T16" fmla="*/ 266 w 267"/>
              <a:gd name="T17" fmla="*/ 79 h 212"/>
              <a:gd name="T18" fmla="*/ 248 w 267"/>
              <a:gd name="T19" fmla="*/ 47 h 212"/>
              <a:gd name="T20" fmla="*/ 23 w 267"/>
              <a:gd name="T21" fmla="*/ 47 h 212"/>
              <a:gd name="T22" fmla="*/ 27 w 267"/>
              <a:gd name="T23" fmla="*/ 13 h 212"/>
              <a:gd name="T24" fmla="*/ 42 w 267"/>
              <a:gd name="T25" fmla="*/ 0 h 212"/>
              <a:gd name="T26" fmla="*/ 85 w 267"/>
              <a:gd name="T27" fmla="*/ 0 h 212"/>
              <a:gd name="T28" fmla="*/ 108 w 267"/>
              <a:gd name="T29" fmla="*/ 9 h 212"/>
              <a:gd name="T30" fmla="*/ 116 w 267"/>
              <a:gd name="T31" fmla="*/ 17 h 212"/>
              <a:gd name="T32" fmla="*/ 138 w 267"/>
              <a:gd name="T33" fmla="*/ 26 h 212"/>
              <a:gd name="T34" fmla="*/ 229 w 267"/>
              <a:gd name="T35" fmla="*/ 26 h 212"/>
              <a:gd name="T36" fmla="*/ 245 w 267"/>
              <a:gd name="T37" fmla="*/ 37 h 212"/>
              <a:gd name="T38" fmla="*/ 248 w 267"/>
              <a:gd name="T39" fmla="*/ 47 h 2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267" h="212">
                <a:moveTo>
                  <a:pt x="266" y="79"/>
                </a:moveTo>
                <a:cubicBezTo>
                  <a:pt x="255" y="199"/>
                  <a:pt x="255" y="199"/>
                  <a:pt x="255" y="199"/>
                </a:cubicBezTo>
                <a:cubicBezTo>
                  <a:pt x="255" y="206"/>
                  <a:pt x="253" y="212"/>
                  <a:pt x="241" y="212"/>
                </a:cubicBezTo>
                <a:cubicBezTo>
                  <a:pt x="26" y="212"/>
                  <a:pt x="26" y="212"/>
                  <a:pt x="26" y="212"/>
                </a:cubicBezTo>
                <a:cubicBezTo>
                  <a:pt x="14" y="212"/>
                  <a:pt x="13" y="206"/>
                  <a:pt x="12" y="199"/>
                </a:cubicBezTo>
                <a:cubicBezTo>
                  <a:pt x="1" y="79"/>
                  <a:pt x="1" y="79"/>
                  <a:pt x="1" y="79"/>
                </a:cubicBezTo>
                <a:cubicBezTo>
                  <a:pt x="0" y="72"/>
                  <a:pt x="1" y="66"/>
                  <a:pt x="13" y="66"/>
                </a:cubicBezTo>
                <a:cubicBezTo>
                  <a:pt x="254" y="66"/>
                  <a:pt x="254" y="66"/>
                  <a:pt x="254" y="66"/>
                </a:cubicBezTo>
                <a:cubicBezTo>
                  <a:pt x="266" y="66"/>
                  <a:pt x="267" y="72"/>
                  <a:pt x="266" y="79"/>
                </a:cubicBezTo>
                <a:close/>
                <a:moveTo>
                  <a:pt x="248" y="47"/>
                </a:moveTo>
                <a:cubicBezTo>
                  <a:pt x="23" y="47"/>
                  <a:pt x="23" y="47"/>
                  <a:pt x="23" y="47"/>
                </a:cubicBezTo>
                <a:cubicBezTo>
                  <a:pt x="27" y="13"/>
                  <a:pt x="27" y="13"/>
                  <a:pt x="27" y="13"/>
                </a:cubicBezTo>
                <a:cubicBezTo>
                  <a:pt x="28" y="6"/>
                  <a:pt x="34" y="0"/>
                  <a:pt x="42" y="0"/>
                </a:cubicBezTo>
                <a:cubicBezTo>
                  <a:pt x="85" y="0"/>
                  <a:pt x="85" y="0"/>
                  <a:pt x="85" y="0"/>
                </a:cubicBezTo>
                <a:cubicBezTo>
                  <a:pt x="92" y="0"/>
                  <a:pt x="103" y="4"/>
                  <a:pt x="108" y="9"/>
                </a:cubicBezTo>
                <a:cubicBezTo>
                  <a:pt x="116" y="17"/>
                  <a:pt x="116" y="17"/>
                  <a:pt x="116" y="17"/>
                </a:cubicBezTo>
                <a:cubicBezTo>
                  <a:pt x="121" y="22"/>
                  <a:pt x="132" y="26"/>
                  <a:pt x="138" y="26"/>
                </a:cubicBezTo>
                <a:cubicBezTo>
                  <a:pt x="229" y="26"/>
                  <a:pt x="229" y="26"/>
                  <a:pt x="229" y="26"/>
                </a:cubicBezTo>
                <a:cubicBezTo>
                  <a:pt x="237" y="26"/>
                  <a:pt x="244" y="31"/>
                  <a:pt x="245" y="37"/>
                </a:cubicBezTo>
                <a:lnTo>
                  <a:pt x="248" y="47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7" name="Freeform 40"/>
          <p:cNvSpPr>
            <a:spLocks noEditPoints="1"/>
          </p:cNvSpPr>
          <p:nvPr/>
        </p:nvSpPr>
        <p:spPr bwMode="auto">
          <a:xfrm>
            <a:off x="8513851" y="2840024"/>
            <a:ext cx="178548" cy="280576"/>
          </a:xfrm>
          <a:custGeom>
            <a:avLst/>
            <a:gdLst>
              <a:gd name="T0" fmla="*/ 154 w 154"/>
              <a:gd name="T1" fmla="*/ 65 h 240"/>
              <a:gd name="T2" fmla="*/ 143 w 154"/>
              <a:gd name="T3" fmla="*/ 99 h 240"/>
              <a:gd name="T4" fmla="*/ 119 w 154"/>
              <a:gd name="T5" fmla="*/ 119 h 240"/>
              <a:gd name="T6" fmla="*/ 107 w 154"/>
              <a:gd name="T7" fmla="*/ 128 h 240"/>
              <a:gd name="T8" fmla="*/ 94 w 154"/>
              <a:gd name="T9" fmla="*/ 144 h 240"/>
              <a:gd name="T10" fmla="*/ 93 w 154"/>
              <a:gd name="T11" fmla="*/ 155 h 240"/>
              <a:gd name="T12" fmla="*/ 88 w 154"/>
              <a:gd name="T13" fmla="*/ 159 h 240"/>
              <a:gd name="T14" fmla="*/ 54 w 154"/>
              <a:gd name="T15" fmla="*/ 159 h 240"/>
              <a:gd name="T16" fmla="*/ 50 w 154"/>
              <a:gd name="T17" fmla="*/ 155 h 240"/>
              <a:gd name="T18" fmla="*/ 57 w 154"/>
              <a:gd name="T19" fmla="*/ 123 h 240"/>
              <a:gd name="T20" fmla="*/ 91 w 154"/>
              <a:gd name="T21" fmla="*/ 95 h 240"/>
              <a:gd name="T22" fmla="*/ 100 w 154"/>
              <a:gd name="T23" fmla="*/ 86 h 240"/>
              <a:gd name="T24" fmla="*/ 107 w 154"/>
              <a:gd name="T25" fmla="*/ 68 h 240"/>
              <a:gd name="T26" fmla="*/ 100 w 154"/>
              <a:gd name="T27" fmla="*/ 47 h 240"/>
              <a:gd name="T28" fmla="*/ 76 w 154"/>
              <a:gd name="T29" fmla="*/ 37 h 240"/>
              <a:gd name="T30" fmla="*/ 51 w 154"/>
              <a:gd name="T31" fmla="*/ 49 h 240"/>
              <a:gd name="T32" fmla="*/ 44 w 154"/>
              <a:gd name="T33" fmla="*/ 73 h 240"/>
              <a:gd name="T34" fmla="*/ 0 w 154"/>
              <a:gd name="T35" fmla="*/ 73 h 240"/>
              <a:gd name="T36" fmla="*/ 30 w 154"/>
              <a:gd name="T37" fmla="*/ 12 h 240"/>
              <a:gd name="T38" fmla="*/ 74 w 154"/>
              <a:gd name="T39" fmla="*/ 0 h 240"/>
              <a:gd name="T40" fmla="*/ 131 w 154"/>
              <a:gd name="T41" fmla="*/ 17 h 240"/>
              <a:gd name="T42" fmla="*/ 154 w 154"/>
              <a:gd name="T43" fmla="*/ 65 h 240"/>
              <a:gd name="T44" fmla="*/ 100 w 154"/>
              <a:gd name="T45" fmla="*/ 213 h 240"/>
              <a:gd name="T46" fmla="*/ 72 w 154"/>
              <a:gd name="T47" fmla="*/ 239 h 240"/>
              <a:gd name="T48" fmla="*/ 45 w 154"/>
              <a:gd name="T49" fmla="*/ 212 h 240"/>
              <a:gd name="T50" fmla="*/ 73 w 154"/>
              <a:gd name="T51" fmla="*/ 185 h 240"/>
              <a:gd name="T52" fmla="*/ 100 w 154"/>
              <a:gd name="T53" fmla="*/ 213 h 2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154" h="240">
                <a:moveTo>
                  <a:pt x="154" y="65"/>
                </a:moveTo>
                <a:cubicBezTo>
                  <a:pt x="154" y="78"/>
                  <a:pt x="149" y="90"/>
                  <a:pt x="143" y="99"/>
                </a:cubicBezTo>
                <a:cubicBezTo>
                  <a:pt x="139" y="104"/>
                  <a:pt x="130" y="111"/>
                  <a:pt x="119" y="119"/>
                </a:cubicBezTo>
                <a:cubicBezTo>
                  <a:pt x="107" y="128"/>
                  <a:pt x="107" y="128"/>
                  <a:pt x="107" y="128"/>
                </a:cubicBezTo>
                <a:cubicBezTo>
                  <a:pt x="102" y="132"/>
                  <a:pt x="96" y="137"/>
                  <a:pt x="94" y="144"/>
                </a:cubicBezTo>
                <a:cubicBezTo>
                  <a:pt x="93" y="147"/>
                  <a:pt x="93" y="150"/>
                  <a:pt x="93" y="155"/>
                </a:cubicBezTo>
                <a:cubicBezTo>
                  <a:pt x="93" y="157"/>
                  <a:pt x="91" y="159"/>
                  <a:pt x="88" y="159"/>
                </a:cubicBezTo>
                <a:cubicBezTo>
                  <a:pt x="85" y="159"/>
                  <a:pt x="58" y="159"/>
                  <a:pt x="54" y="159"/>
                </a:cubicBezTo>
                <a:cubicBezTo>
                  <a:pt x="50" y="159"/>
                  <a:pt x="50" y="157"/>
                  <a:pt x="50" y="155"/>
                </a:cubicBezTo>
                <a:cubicBezTo>
                  <a:pt x="51" y="141"/>
                  <a:pt x="51" y="129"/>
                  <a:pt x="57" y="123"/>
                </a:cubicBezTo>
                <a:cubicBezTo>
                  <a:pt x="68" y="110"/>
                  <a:pt x="91" y="95"/>
                  <a:pt x="91" y="95"/>
                </a:cubicBezTo>
                <a:cubicBezTo>
                  <a:pt x="95" y="92"/>
                  <a:pt x="98" y="90"/>
                  <a:pt x="100" y="86"/>
                </a:cubicBezTo>
                <a:cubicBezTo>
                  <a:pt x="104" y="81"/>
                  <a:pt x="107" y="74"/>
                  <a:pt x="107" y="68"/>
                </a:cubicBezTo>
                <a:cubicBezTo>
                  <a:pt x="107" y="60"/>
                  <a:pt x="105" y="53"/>
                  <a:pt x="100" y="47"/>
                </a:cubicBezTo>
                <a:cubicBezTo>
                  <a:pt x="96" y="40"/>
                  <a:pt x="88" y="37"/>
                  <a:pt x="76" y="37"/>
                </a:cubicBezTo>
                <a:cubicBezTo>
                  <a:pt x="64" y="37"/>
                  <a:pt x="56" y="41"/>
                  <a:pt x="51" y="49"/>
                </a:cubicBezTo>
                <a:cubicBezTo>
                  <a:pt x="46" y="57"/>
                  <a:pt x="44" y="65"/>
                  <a:pt x="44" y="73"/>
                </a:cubicBezTo>
                <a:cubicBezTo>
                  <a:pt x="0" y="73"/>
                  <a:pt x="0" y="73"/>
                  <a:pt x="0" y="73"/>
                </a:cubicBezTo>
                <a:cubicBezTo>
                  <a:pt x="1" y="44"/>
                  <a:pt x="11" y="24"/>
                  <a:pt x="30" y="12"/>
                </a:cubicBezTo>
                <a:cubicBezTo>
                  <a:pt x="42" y="4"/>
                  <a:pt x="57" y="0"/>
                  <a:pt x="74" y="0"/>
                </a:cubicBezTo>
                <a:cubicBezTo>
                  <a:pt x="97" y="0"/>
                  <a:pt x="116" y="6"/>
                  <a:pt x="131" y="17"/>
                </a:cubicBezTo>
                <a:cubicBezTo>
                  <a:pt x="146" y="27"/>
                  <a:pt x="154" y="44"/>
                  <a:pt x="154" y="65"/>
                </a:cubicBezTo>
                <a:close/>
                <a:moveTo>
                  <a:pt x="100" y="213"/>
                </a:moveTo>
                <a:cubicBezTo>
                  <a:pt x="100" y="230"/>
                  <a:pt x="88" y="240"/>
                  <a:pt x="72" y="239"/>
                </a:cubicBezTo>
                <a:cubicBezTo>
                  <a:pt x="57" y="239"/>
                  <a:pt x="45" y="228"/>
                  <a:pt x="45" y="212"/>
                </a:cubicBezTo>
                <a:cubicBezTo>
                  <a:pt x="46" y="195"/>
                  <a:pt x="59" y="185"/>
                  <a:pt x="73" y="185"/>
                </a:cubicBezTo>
                <a:cubicBezTo>
                  <a:pt x="89" y="186"/>
                  <a:pt x="101" y="197"/>
                  <a:pt x="100" y="21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8" name="Freeform 41"/>
          <p:cNvSpPr>
            <a:spLocks/>
          </p:cNvSpPr>
          <p:nvPr/>
        </p:nvSpPr>
        <p:spPr bwMode="auto">
          <a:xfrm>
            <a:off x="8754042" y="2880411"/>
            <a:ext cx="310333" cy="199804"/>
          </a:xfrm>
          <a:custGeom>
            <a:avLst/>
            <a:gdLst>
              <a:gd name="T0" fmla="*/ 266 w 266"/>
              <a:gd name="T1" fmla="*/ 110 h 172"/>
              <a:gd name="T2" fmla="*/ 203 w 266"/>
              <a:gd name="T3" fmla="*/ 172 h 172"/>
              <a:gd name="T4" fmla="*/ 152 w 266"/>
              <a:gd name="T5" fmla="*/ 172 h 172"/>
              <a:gd name="T6" fmla="*/ 152 w 266"/>
              <a:gd name="T7" fmla="*/ 122 h 172"/>
              <a:gd name="T8" fmla="*/ 180 w 266"/>
              <a:gd name="T9" fmla="*/ 122 h 172"/>
              <a:gd name="T10" fmla="*/ 133 w 266"/>
              <a:gd name="T11" fmla="*/ 61 h 172"/>
              <a:gd name="T12" fmla="*/ 87 w 266"/>
              <a:gd name="T13" fmla="*/ 122 h 172"/>
              <a:gd name="T14" fmla="*/ 114 w 266"/>
              <a:gd name="T15" fmla="*/ 122 h 172"/>
              <a:gd name="T16" fmla="*/ 114 w 266"/>
              <a:gd name="T17" fmla="*/ 172 h 172"/>
              <a:gd name="T18" fmla="*/ 49 w 266"/>
              <a:gd name="T19" fmla="*/ 172 h 172"/>
              <a:gd name="T20" fmla="*/ 0 w 266"/>
              <a:gd name="T21" fmla="*/ 125 h 172"/>
              <a:gd name="T22" fmla="*/ 49 w 266"/>
              <a:gd name="T23" fmla="*/ 78 h 172"/>
              <a:gd name="T24" fmla="*/ 54 w 266"/>
              <a:gd name="T25" fmla="*/ 78 h 172"/>
              <a:gd name="T26" fmla="*/ 53 w 266"/>
              <a:gd name="T27" fmla="*/ 69 h 172"/>
              <a:gd name="T28" fmla="*/ 124 w 266"/>
              <a:gd name="T29" fmla="*/ 0 h 172"/>
              <a:gd name="T30" fmla="*/ 192 w 266"/>
              <a:gd name="T31" fmla="*/ 49 h 172"/>
              <a:gd name="T32" fmla="*/ 203 w 266"/>
              <a:gd name="T33" fmla="*/ 48 h 172"/>
              <a:gd name="T34" fmla="*/ 266 w 266"/>
              <a:gd name="T35" fmla="*/ 110 h 1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66" h="172">
                <a:moveTo>
                  <a:pt x="266" y="110"/>
                </a:moveTo>
                <a:cubicBezTo>
                  <a:pt x="266" y="144"/>
                  <a:pt x="238" y="172"/>
                  <a:pt x="203" y="172"/>
                </a:cubicBezTo>
                <a:cubicBezTo>
                  <a:pt x="152" y="172"/>
                  <a:pt x="152" y="172"/>
                  <a:pt x="152" y="172"/>
                </a:cubicBezTo>
                <a:cubicBezTo>
                  <a:pt x="152" y="122"/>
                  <a:pt x="152" y="122"/>
                  <a:pt x="152" y="122"/>
                </a:cubicBezTo>
                <a:cubicBezTo>
                  <a:pt x="180" y="122"/>
                  <a:pt x="180" y="122"/>
                  <a:pt x="180" y="122"/>
                </a:cubicBezTo>
                <a:cubicBezTo>
                  <a:pt x="133" y="61"/>
                  <a:pt x="133" y="61"/>
                  <a:pt x="133" y="61"/>
                </a:cubicBezTo>
                <a:cubicBezTo>
                  <a:pt x="87" y="122"/>
                  <a:pt x="87" y="122"/>
                  <a:pt x="87" y="122"/>
                </a:cubicBezTo>
                <a:cubicBezTo>
                  <a:pt x="114" y="122"/>
                  <a:pt x="114" y="122"/>
                  <a:pt x="114" y="122"/>
                </a:cubicBezTo>
                <a:cubicBezTo>
                  <a:pt x="114" y="172"/>
                  <a:pt x="114" y="172"/>
                  <a:pt x="114" y="172"/>
                </a:cubicBezTo>
                <a:cubicBezTo>
                  <a:pt x="49" y="172"/>
                  <a:pt x="49" y="172"/>
                  <a:pt x="49" y="172"/>
                </a:cubicBezTo>
                <a:cubicBezTo>
                  <a:pt x="22" y="172"/>
                  <a:pt x="0" y="151"/>
                  <a:pt x="0" y="125"/>
                </a:cubicBezTo>
                <a:cubicBezTo>
                  <a:pt x="0" y="99"/>
                  <a:pt x="22" y="78"/>
                  <a:pt x="49" y="78"/>
                </a:cubicBezTo>
                <a:cubicBezTo>
                  <a:pt x="51" y="78"/>
                  <a:pt x="52" y="78"/>
                  <a:pt x="54" y="78"/>
                </a:cubicBezTo>
                <a:cubicBezTo>
                  <a:pt x="54" y="75"/>
                  <a:pt x="53" y="72"/>
                  <a:pt x="53" y="69"/>
                </a:cubicBezTo>
                <a:cubicBezTo>
                  <a:pt x="53" y="31"/>
                  <a:pt x="85" y="0"/>
                  <a:pt x="124" y="0"/>
                </a:cubicBezTo>
                <a:cubicBezTo>
                  <a:pt x="156" y="0"/>
                  <a:pt x="183" y="21"/>
                  <a:pt x="192" y="49"/>
                </a:cubicBezTo>
                <a:cubicBezTo>
                  <a:pt x="195" y="48"/>
                  <a:pt x="199" y="48"/>
                  <a:pt x="203" y="48"/>
                </a:cubicBezTo>
                <a:cubicBezTo>
                  <a:pt x="238" y="48"/>
                  <a:pt x="266" y="76"/>
                  <a:pt x="266" y="11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9" name="Freeform 42"/>
          <p:cNvSpPr>
            <a:spLocks noEditPoints="1"/>
          </p:cNvSpPr>
          <p:nvPr/>
        </p:nvSpPr>
        <p:spPr bwMode="auto">
          <a:xfrm>
            <a:off x="9123892" y="2865531"/>
            <a:ext cx="280576" cy="231688"/>
          </a:xfrm>
          <a:custGeom>
            <a:avLst/>
            <a:gdLst>
              <a:gd name="T0" fmla="*/ 240 w 241"/>
              <a:gd name="T1" fmla="*/ 136 h 199"/>
              <a:gd name="T2" fmla="*/ 231 w 241"/>
              <a:gd name="T3" fmla="*/ 185 h 199"/>
              <a:gd name="T4" fmla="*/ 215 w 241"/>
              <a:gd name="T5" fmla="*/ 199 h 199"/>
              <a:gd name="T6" fmla="*/ 26 w 241"/>
              <a:gd name="T7" fmla="*/ 199 h 199"/>
              <a:gd name="T8" fmla="*/ 10 w 241"/>
              <a:gd name="T9" fmla="*/ 185 h 199"/>
              <a:gd name="T10" fmla="*/ 1 w 241"/>
              <a:gd name="T11" fmla="*/ 136 h 199"/>
              <a:gd name="T12" fmla="*/ 6 w 241"/>
              <a:gd name="T13" fmla="*/ 111 h 199"/>
              <a:gd name="T14" fmla="*/ 47 w 241"/>
              <a:gd name="T15" fmla="*/ 11 h 199"/>
              <a:gd name="T16" fmla="*/ 67 w 241"/>
              <a:gd name="T17" fmla="*/ 0 h 199"/>
              <a:gd name="T18" fmla="*/ 94 w 241"/>
              <a:gd name="T19" fmla="*/ 0 h 199"/>
              <a:gd name="T20" fmla="*/ 89 w 241"/>
              <a:gd name="T21" fmla="*/ 53 h 199"/>
              <a:gd name="T22" fmla="*/ 53 w 241"/>
              <a:gd name="T23" fmla="*/ 53 h 199"/>
              <a:gd name="T24" fmla="*/ 121 w 241"/>
              <a:gd name="T25" fmla="*/ 110 h 199"/>
              <a:gd name="T26" fmla="*/ 188 w 241"/>
              <a:gd name="T27" fmla="*/ 53 h 199"/>
              <a:gd name="T28" fmla="*/ 153 w 241"/>
              <a:gd name="T29" fmla="*/ 53 h 199"/>
              <a:gd name="T30" fmla="*/ 147 w 241"/>
              <a:gd name="T31" fmla="*/ 0 h 199"/>
              <a:gd name="T32" fmla="*/ 175 w 241"/>
              <a:gd name="T33" fmla="*/ 0 h 199"/>
              <a:gd name="T34" fmla="*/ 194 w 241"/>
              <a:gd name="T35" fmla="*/ 11 h 199"/>
              <a:gd name="T36" fmla="*/ 236 w 241"/>
              <a:gd name="T37" fmla="*/ 111 h 199"/>
              <a:gd name="T38" fmla="*/ 240 w 241"/>
              <a:gd name="T39" fmla="*/ 136 h 199"/>
              <a:gd name="T40" fmla="*/ 206 w 241"/>
              <a:gd name="T41" fmla="*/ 134 h 199"/>
              <a:gd name="T42" fmla="*/ 35 w 241"/>
              <a:gd name="T43" fmla="*/ 134 h 199"/>
              <a:gd name="T44" fmla="*/ 24 w 241"/>
              <a:gd name="T45" fmla="*/ 147 h 199"/>
              <a:gd name="T46" fmla="*/ 27 w 241"/>
              <a:gd name="T47" fmla="*/ 166 h 199"/>
              <a:gd name="T48" fmla="*/ 42 w 241"/>
              <a:gd name="T49" fmla="*/ 180 h 199"/>
              <a:gd name="T50" fmla="*/ 199 w 241"/>
              <a:gd name="T51" fmla="*/ 180 h 199"/>
              <a:gd name="T52" fmla="*/ 214 w 241"/>
              <a:gd name="T53" fmla="*/ 166 h 199"/>
              <a:gd name="T54" fmla="*/ 218 w 241"/>
              <a:gd name="T55" fmla="*/ 147 h 199"/>
              <a:gd name="T56" fmla="*/ 206 w 241"/>
              <a:gd name="T57" fmla="*/ 134 h 1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241" h="199">
                <a:moveTo>
                  <a:pt x="240" y="136"/>
                </a:moveTo>
                <a:cubicBezTo>
                  <a:pt x="231" y="185"/>
                  <a:pt x="231" y="185"/>
                  <a:pt x="231" y="185"/>
                </a:cubicBezTo>
                <a:cubicBezTo>
                  <a:pt x="230" y="192"/>
                  <a:pt x="222" y="199"/>
                  <a:pt x="215" y="199"/>
                </a:cubicBezTo>
                <a:cubicBezTo>
                  <a:pt x="26" y="199"/>
                  <a:pt x="26" y="199"/>
                  <a:pt x="26" y="199"/>
                </a:cubicBezTo>
                <a:cubicBezTo>
                  <a:pt x="19" y="199"/>
                  <a:pt x="12" y="192"/>
                  <a:pt x="10" y="185"/>
                </a:cubicBezTo>
                <a:cubicBezTo>
                  <a:pt x="1" y="136"/>
                  <a:pt x="1" y="136"/>
                  <a:pt x="1" y="136"/>
                </a:cubicBezTo>
                <a:cubicBezTo>
                  <a:pt x="0" y="129"/>
                  <a:pt x="2" y="117"/>
                  <a:pt x="6" y="111"/>
                </a:cubicBezTo>
                <a:cubicBezTo>
                  <a:pt x="47" y="11"/>
                  <a:pt x="47" y="11"/>
                  <a:pt x="47" y="11"/>
                </a:cubicBezTo>
                <a:cubicBezTo>
                  <a:pt x="50" y="5"/>
                  <a:pt x="59" y="0"/>
                  <a:pt x="67" y="0"/>
                </a:cubicBezTo>
                <a:cubicBezTo>
                  <a:pt x="94" y="0"/>
                  <a:pt x="94" y="0"/>
                  <a:pt x="94" y="0"/>
                </a:cubicBezTo>
                <a:cubicBezTo>
                  <a:pt x="89" y="53"/>
                  <a:pt x="89" y="53"/>
                  <a:pt x="89" y="53"/>
                </a:cubicBezTo>
                <a:cubicBezTo>
                  <a:pt x="53" y="53"/>
                  <a:pt x="53" y="53"/>
                  <a:pt x="53" y="53"/>
                </a:cubicBezTo>
                <a:cubicBezTo>
                  <a:pt x="121" y="110"/>
                  <a:pt x="121" y="110"/>
                  <a:pt x="121" y="110"/>
                </a:cubicBezTo>
                <a:cubicBezTo>
                  <a:pt x="188" y="53"/>
                  <a:pt x="188" y="53"/>
                  <a:pt x="188" y="53"/>
                </a:cubicBezTo>
                <a:cubicBezTo>
                  <a:pt x="153" y="53"/>
                  <a:pt x="153" y="53"/>
                  <a:pt x="153" y="53"/>
                </a:cubicBezTo>
                <a:cubicBezTo>
                  <a:pt x="147" y="0"/>
                  <a:pt x="147" y="0"/>
                  <a:pt x="147" y="0"/>
                </a:cubicBezTo>
                <a:cubicBezTo>
                  <a:pt x="175" y="0"/>
                  <a:pt x="175" y="0"/>
                  <a:pt x="175" y="0"/>
                </a:cubicBezTo>
                <a:cubicBezTo>
                  <a:pt x="182" y="0"/>
                  <a:pt x="191" y="5"/>
                  <a:pt x="194" y="11"/>
                </a:cubicBezTo>
                <a:cubicBezTo>
                  <a:pt x="236" y="111"/>
                  <a:pt x="236" y="111"/>
                  <a:pt x="236" y="111"/>
                </a:cubicBezTo>
                <a:cubicBezTo>
                  <a:pt x="239" y="117"/>
                  <a:pt x="241" y="129"/>
                  <a:pt x="240" y="136"/>
                </a:cubicBezTo>
                <a:close/>
                <a:moveTo>
                  <a:pt x="206" y="134"/>
                </a:moveTo>
                <a:cubicBezTo>
                  <a:pt x="35" y="134"/>
                  <a:pt x="35" y="134"/>
                  <a:pt x="35" y="134"/>
                </a:cubicBezTo>
                <a:cubicBezTo>
                  <a:pt x="27" y="134"/>
                  <a:pt x="23" y="140"/>
                  <a:pt x="24" y="147"/>
                </a:cubicBezTo>
                <a:cubicBezTo>
                  <a:pt x="27" y="166"/>
                  <a:pt x="27" y="166"/>
                  <a:pt x="27" y="166"/>
                </a:cubicBezTo>
                <a:cubicBezTo>
                  <a:pt x="28" y="174"/>
                  <a:pt x="35" y="180"/>
                  <a:pt x="42" y="180"/>
                </a:cubicBezTo>
                <a:cubicBezTo>
                  <a:pt x="199" y="180"/>
                  <a:pt x="199" y="180"/>
                  <a:pt x="199" y="180"/>
                </a:cubicBezTo>
                <a:cubicBezTo>
                  <a:pt x="206" y="180"/>
                  <a:pt x="213" y="174"/>
                  <a:pt x="214" y="166"/>
                </a:cubicBezTo>
                <a:cubicBezTo>
                  <a:pt x="218" y="147"/>
                  <a:pt x="218" y="147"/>
                  <a:pt x="218" y="147"/>
                </a:cubicBezTo>
                <a:cubicBezTo>
                  <a:pt x="219" y="140"/>
                  <a:pt x="214" y="134"/>
                  <a:pt x="206" y="13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40" name="Freeform 43"/>
          <p:cNvSpPr>
            <a:spLocks noEditPoints="1"/>
          </p:cNvSpPr>
          <p:nvPr/>
        </p:nvSpPr>
        <p:spPr bwMode="auto">
          <a:xfrm>
            <a:off x="9466110" y="2848527"/>
            <a:ext cx="295455" cy="261447"/>
          </a:xfrm>
          <a:custGeom>
            <a:avLst/>
            <a:gdLst>
              <a:gd name="T0" fmla="*/ 253 w 255"/>
              <a:gd name="T1" fmla="*/ 221 h 225"/>
              <a:gd name="T2" fmla="*/ 245 w 255"/>
              <a:gd name="T3" fmla="*/ 225 h 225"/>
              <a:gd name="T4" fmla="*/ 9 w 255"/>
              <a:gd name="T5" fmla="*/ 225 h 225"/>
              <a:gd name="T6" fmla="*/ 1 w 255"/>
              <a:gd name="T7" fmla="*/ 221 h 225"/>
              <a:gd name="T8" fmla="*/ 1 w 255"/>
              <a:gd name="T9" fmla="*/ 212 h 225"/>
              <a:gd name="T10" fmla="*/ 119 w 255"/>
              <a:gd name="T11" fmla="*/ 5 h 225"/>
              <a:gd name="T12" fmla="*/ 127 w 255"/>
              <a:gd name="T13" fmla="*/ 0 h 225"/>
              <a:gd name="T14" fmla="*/ 135 w 255"/>
              <a:gd name="T15" fmla="*/ 5 h 225"/>
              <a:gd name="T16" fmla="*/ 253 w 255"/>
              <a:gd name="T17" fmla="*/ 212 h 225"/>
              <a:gd name="T18" fmla="*/ 253 w 255"/>
              <a:gd name="T19" fmla="*/ 221 h 225"/>
              <a:gd name="T20" fmla="*/ 143 w 255"/>
              <a:gd name="T21" fmla="*/ 73 h 225"/>
              <a:gd name="T22" fmla="*/ 111 w 255"/>
              <a:gd name="T23" fmla="*/ 73 h 225"/>
              <a:gd name="T24" fmla="*/ 111 w 255"/>
              <a:gd name="T25" fmla="*/ 152 h 225"/>
              <a:gd name="T26" fmla="*/ 143 w 255"/>
              <a:gd name="T27" fmla="*/ 152 h 225"/>
              <a:gd name="T28" fmla="*/ 143 w 255"/>
              <a:gd name="T29" fmla="*/ 73 h 225"/>
              <a:gd name="T30" fmla="*/ 143 w 255"/>
              <a:gd name="T31" fmla="*/ 172 h 225"/>
              <a:gd name="T32" fmla="*/ 111 w 255"/>
              <a:gd name="T33" fmla="*/ 172 h 225"/>
              <a:gd name="T34" fmla="*/ 111 w 255"/>
              <a:gd name="T35" fmla="*/ 199 h 225"/>
              <a:gd name="T36" fmla="*/ 143 w 255"/>
              <a:gd name="T37" fmla="*/ 199 h 225"/>
              <a:gd name="T38" fmla="*/ 143 w 255"/>
              <a:gd name="T39" fmla="*/ 172 h 2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255" h="225">
                <a:moveTo>
                  <a:pt x="253" y="221"/>
                </a:moveTo>
                <a:cubicBezTo>
                  <a:pt x="252" y="224"/>
                  <a:pt x="249" y="225"/>
                  <a:pt x="245" y="225"/>
                </a:cubicBezTo>
                <a:cubicBezTo>
                  <a:pt x="9" y="225"/>
                  <a:pt x="9" y="225"/>
                  <a:pt x="9" y="225"/>
                </a:cubicBezTo>
                <a:cubicBezTo>
                  <a:pt x="6" y="225"/>
                  <a:pt x="3" y="224"/>
                  <a:pt x="1" y="221"/>
                </a:cubicBezTo>
                <a:cubicBezTo>
                  <a:pt x="0" y="218"/>
                  <a:pt x="0" y="215"/>
                  <a:pt x="1" y="212"/>
                </a:cubicBezTo>
                <a:cubicBezTo>
                  <a:pt x="119" y="5"/>
                  <a:pt x="119" y="5"/>
                  <a:pt x="119" y="5"/>
                </a:cubicBezTo>
                <a:cubicBezTo>
                  <a:pt x="121" y="1"/>
                  <a:pt x="124" y="0"/>
                  <a:pt x="127" y="0"/>
                </a:cubicBezTo>
                <a:cubicBezTo>
                  <a:pt x="131" y="0"/>
                  <a:pt x="134" y="1"/>
                  <a:pt x="135" y="5"/>
                </a:cubicBezTo>
                <a:cubicBezTo>
                  <a:pt x="253" y="212"/>
                  <a:pt x="253" y="212"/>
                  <a:pt x="253" y="212"/>
                </a:cubicBezTo>
                <a:cubicBezTo>
                  <a:pt x="255" y="215"/>
                  <a:pt x="255" y="218"/>
                  <a:pt x="253" y="221"/>
                </a:cubicBezTo>
                <a:close/>
                <a:moveTo>
                  <a:pt x="143" y="73"/>
                </a:moveTo>
                <a:cubicBezTo>
                  <a:pt x="111" y="73"/>
                  <a:pt x="111" y="73"/>
                  <a:pt x="111" y="73"/>
                </a:cubicBezTo>
                <a:cubicBezTo>
                  <a:pt x="111" y="152"/>
                  <a:pt x="111" y="152"/>
                  <a:pt x="111" y="152"/>
                </a:cubicBezTo>
                <a:cubicBezTo>
                  <a:pt x="143" y="152"/>
                  <a:pt x="143" y="152"/>
                  <a:pt x="143" y="152"/>
                </a:cubicBezTo>
                <a:lnTo>
                  <a:pt x="143" y="73"/>
                </a:lnTo>
                <a:close/>
                <a:moveTo>
                  <a:pt x="143" y="172"/>
                </a:moveTo>
                <a:cubicBezTo>
                  <a:pt x="111" y="172"/>
                  <a:pt x="111" y="172"/>
                  <a:pt x="111" y="172"/>
                </a:cubicBezTo>
                <a:cubicBezTo>
                  <a:pt x="111" y="199"/>
                  <a:pt x="111" y="199"/>
                  <a:pt x="111" y="199"/>
                </a:cubicBezTo>
                <a:cubicBezTo>
                  <a:pt x="143" y="199"/>
                  <a:pt x="143" y="199"/>
                  <a:pt x="143" y="199"/>
                </a:cubicBezTo>
                <a:lnTo>
                  <a:pt x="143" y="172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41" name="Freeform 44"/>
          <p:cNvSpPr>
            <a:spLocks noEditPoints="1"/>
          </p:cNvSpPr>
          <p:nvPr/>
        </p:nvSpPr>
        <p:spPr bwMode="auto">
          <a:xfrm>
            <a:off x="9821080" y="2848527"/>
            <a:ext cx="312461" cy="261447"/>
          </a:xfrm>
          <a:custGeom>
            <a:avLst/>
            <a:gdLst>
              <a:gd name="T0" fmla="*/ 267 w 268"/>
              <a:gd name="T1" fmla="*/ 172 h 225"/>
              <a:gd name="T2" fmla="*/ 259 w 268"/>
              <a:gd name="T3" fmla="*/ 213 h 225"/>
              <a:gd name="T4" fmla="*/ 243 w 268"/>
              <a:gd name="T5" fmla="*/ 225 h 225"/>
              <a:gd name="T6" fmla="*/ 26 w 268"/>
              <a:gd name="T7" fmla="*/ 225 h 225"/>
              <a:gd name="T8" fmla="*/ 9 w 268"/>
              <a:gd name="T9" fmla="*/ 213 h 225"/>
              <a:gd name="T10" fmla="*/ 2 w 268"/>
              <a:gd name="T11" fmla="*/ 172 h 225"/>
              <a:gd name="T12" fmla="*/ 10 w 268"/>
              <a:gd name="T13" fmla="*/ 153 h 225"/>
              <a:gd name="T14" fmla="*/ 53 w 268"/>
              <a:gd name="T15" fmla="*/ 125 h 225"/>
              <a:gd name="T16" fmla="*/ 79 w 268"/>
              <a:gd name="T17" fmla="*/ 125 h 225"/>
              <a:gd name="T18" fmla="*/ 33 w 268"/>
              <a:gd name="T19" fmla="*/ 160 h 225"/>
              <a:gd name="T20" fmla="*/ 80 w 268"/>
              <a:gd name="T21" fmla="*/ 160 h 225"/>
              <a:gd name="T22" fmla="*/ 83 w 268"/>
              <a:gd name="T23" fmla="*/ 161 h 225"/>
              <a:gd name="T24" fmla="*/ 95 w 268"/>
              <a:gd name="T25" fmla="*/ 191 h 225"/>
              <a:gd name="T26" fmla="*/ 174 w 268"/>
              <a:gd name="T27" fmla="*/ 191 h 225"/>
              <a:gd name="T28" fmla="*/ 185 w 268"/>
              <a:gd name="T29" fmla="*/ 161 h 225"/>
              <a:gd name="T30" fmla="*/ 188 w 268"/>
              <a:gd name="T31" fmla="*/ 160 h 225"/>
              <a:gd name="T32" fmla="*/ 235 w 268"/>
              <a:gd name="T33" fmla="*/ 160 h 225"/>
              <a:gd name="T34" fmla="*/ 190 w 268"/>
              <a:gd name="T35" fmla="*/ 125 h 225"/>
              <a:gd name="T36" fmla="*/ 216 w 268"/>
              <a:gd name="T37" fmla="*/ 125 h 225"/>
              <a:gd name="T38" fmla="*/ 258 w 268"/>
              <a:gd name="T39" fmla="*/ 153 h 225"/>
              <a:gd name="T40" fmla="*/ 267 w 268"/>
              <a:gd name="T41" fmla="*/ 172 h 225"/>
              <a:gd name="T42" fmla="*/ 206 w 268"/>
              <a:gd name="T43" fmla="*/ 67 h 225"/>
              <a:gd name="T44" fmla="*/ 166 w 268"/>
              <a:gd name="T45" fmla="*/ 67 h 225"/>
              <a:gd name="T46" fmla="*/ 166 w 268"/>
              <a:gd name="T47" fmla="*/ 133 h 225"/>
              <a:gd name="T48" fmla="*/ 102 w 268"/>
              <a:gd name="T49" fmla="*/ 133 h 225"/>
              <a:gd name="T50" fmla="*/ 102 w 268"/>
              <a:gd name="T51" fmla="*/ 67 h 225"/>
              <a:gd name="T52" fmla="*/ 63 w 268"/>
              <a:gd name="T53" fmla="*/ 67 h 225"/>
              <a:gd name="T54" fmla="*/ 134 w 268"/>
              <a:gd name="T55" fmla="*/ 0 h 225"/>
              <a:gd name="T56" fmla="*/ 206 w 268"/>
              <a:gd name="T57" fmla="*/ 67 h 2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268" h="225">
                <a:moveTo>
                  <a:pt x="267" y="172"/>
                </a:moveTo>
                <a:cubicBezTo>
                  <a:pt x="259" y="213"/>
                  <a:pt x="259" y="213"/>
                  <a:pt x="259" y="213"/>
                </a:cubicBezTo>
                <a:cubicBezTo>
                  <a:pt x="258" y="220"/>
                  <a:pt x="250" y="225"/>
                  <a:pt x="243" y="225"/>
                </a:cubicBezTo>
                <a:cubicBezTo>
                  <a:pt x="26" y="225"/>
                  <a:pt x="26" y="225"/>
                  <a:pt x="26" y="225"/>
                </a:cubicBezTo>
                <a:cubicBezTo>
                  <a:pt x="19" y="225"/>
                  <a:pt x="11" y="220"/>
                  <a:pt x="9" y="213"/>
                </a:cubicBezTo>
                <a:cubicBezTo>
                  <a:pt x="2" y="172"/>
                  <a:pt x="2" y="172"/>
                  <a:pt x="2" y="172"/>
                </a:cubicBezTo>
                <a:cubicBezTo>
                  <a:pt x="0" y="165"/>
                  <a:pt x="4" y="157"/>
                  <a:pt x="10" y="153"/>
                </a:cubicBezTo>
                <a:cubicBezTo>
                  <a:pt x="53" y="125"/>
                  <a:pt x="53" y="125"/>
                  <a:pt x="53" y="125"/>
                </a:cubicBezTo>
                <a:cubicBezTo>
                  <a:pt x="79" y="125"/>
                  <a:pt x="79" y="125"/>
                  <a:pt x="79" y="125"/>
                </a:cubicBezTo>
                <a:cubicBezTo>
                  <a:pt x="33" y="160"/>
                  <a:pt x="33" y="160"/>
                  <a:pt x="33" y="160"/>
                </a:cubicBezTo>
                <a:cubicBezTo>
                  <a:pt x="80" y="160"/>
                  <a:pt x="80" y="160"/>
                  <a:pt x="80" y="160"/>
                </a:cubicBezTo>
                <a:cubicBezTo>
                  <a:pt x="82" y="160"/>
                  <a:pt x="83" y="160"/>
                  <a:pt x="83" y="161"/>
                </a:cubicBezTo>
                <a:cubicBezTo>
                  <a:pt x="95" y="191"/>
                  <a:pt x="95" y="191"/>
                  <a:pt x="95" y="191"/>
                </a:cubicBezTo>
                <a:cubicBezTo>
                  <a:pt x="174" y="191"/>
                  <a:pt x="174" y="191"/>
                  <a:pt x="174" y="191"/>
                </a:cubicBezTo>
                <a:cubicBezTo>
                  <a:pt x="185" y="161"/>
                  <a:pt x="185" y="161"/>
                  <a:pt x="185" y="161"/>
                </a:cubicBezTo>
                <a:cubicBezTo>
                  <a:pt x="185" y="160"/>
                  <a:pt x="186" y="160"/>
                  <a:pt x="188" y="160"/>
                </a:cubicBezTo>
                <a:cubicBezTo>
                  <a:pt x="235" y="160"/>
                  <a:pt x="235" y="160"/>
                  <a:pt x="235" y="160"/>
                </a:cubicBezTo>
                <a:cubicBezTo>
                  <a:pt x="190" y="125"/>
                  <a:pt x="190" y="125"/>
                  <a:pt x="190" y="125"/>
                </a:cubicBezTo>
                <a:cubicBezTo>
                  <a:pt x="216" y="125"/>
                  <a:pt x="216" y="125"/>
                  <a:pt x="216" y="125"/>
                </a:cubicBezTo>
                <a:cubicBezTo>
                  <a:pt x="258" y="153"/>
                  <a:pt x="258" y="153"/>
                  <a:pt x="258" y="153"/>
                </a:cubicBezTo>
                <a:cubicBezTo>
                  <a:pt x="264" y="157"/>
                  <a:pt x="268" y="165"/>
                  <a:pt x="267" y="172"/>
                </a:cubicBezTo>
                <a:close/>
                <a:moveTo>
                  <a:pt x="206" y="67"/>
                </a:moveTo>
                <a:cubicBezTo>
                  <a:pt x="166" y="67"/>
                  <a:pt x="166" y="67"/>
                  <a:pt x="166" y="67"/>
                </a:cubicBezTo>
                <a:cubicBezTo>
                  <a:pt x="166" y="133"/>
                  <a:pt x="166" y="133"/>
                  <a:pt x="166" y="133"/>
                </a:cubicBezTo>
                <a:cubicBezTo>
                  <a:pt x="102" y="133"/>
                  <a:pt x="102" y="133"/>
                  <a:pt x="102" y="133"/>
                </a:cubicBezTo>
                <a:cubicBezTo>
                  <a:pt x="102" y="67"/>
                  <a:pt x="102" y="67"/>
                  <a:pt x="102" y="67"/>
                </a:cubicBezTo>
                <a:cubicBezTo>
                  <a:pt x="63" y="67"/>
                  <a:pt x="63" y="67"/>
                  <a:pt x="63" y="67"/>
                </a:cubicBezTo>
                <a:cubicBezTo>
                  <a:pt x="134" y="0"/>
                  <a:pt x="134" y="0"/>
                  <a:pt x="134" y="0"/>
                </a:cubicBezTo>
                <a:lnTo>
                  <a:pt x="206" y="67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42" name="Freeform 45"/>
          <p:cNvSpPr>
            <a:spLocks noEditPoints="1"/>
          </p:cNvSpPr>
          <p:nvPr/>
        </p:nvSpPr>
        <p:spPr bwMode="auto">
          <a:xfrm>
            <a:off x="10193057" y="2837901"/>
            <a:ext cx="286953" cy="284828"/>
          </a:xfrm>
          <a:custGeom>
            <a:avLst/>
            <a:gdLst>
              <a:gd name="T0" fmla="*/ 245 w 246"/>
              <a:gd name="T1" fmla="*/ 121 h 246"/>
              <a:gd name="T2" fmla="*/ 124 w 246"/>
              <a:gd name="T3" fmla="*/ 245 h 246"/>
              <a:gd name="T4" fmla="*/ 1 w 246"/>
              <a:gd name="T5" fmla="*/ 124 h 246"/>
              <a:gd name="T6" fmla="*/ 121 w 246"/>
              <a:gd name="T7" fmla="*/ 1 h 246"/>
              <a:gd name="T8" fmla="*/ 245 w 246"/>
              <a:gd name="T9" fmla="*/ 121 h 246"/>
              <a:gd name="T10" fmla="*/ 171 w 246"/>
              <a:gd name="T11" fmla="*/ 89 h 246"/>
              <a:gd name="T12" fmla="*/ 157 w 246"/>
              <a:gd name="T13" fmla="*/ 59 h 246"/>
              <a:gd name="T14" fmla="*/ 121 w 246"/>
              <a:gd name="T15" fmla="*/ 49 h 246"/>
              <a:gd name="T16" fmla="*/ 94 w 246"/>
              <a:gd name="T17" fmla="*/ 56 h 246"/>
              <a:gd name="T18" fmla="*/ 75 w 246"/>
              <a:gd name="T19" fmla="*/ 94 h 246"/>
              <a:gd name="T20" fmla="*/ 75 w 246"/>
              <a:gd name="T21" fmla="*/ 96 h 246"/>
              <a:gd name="T22" fmla="*/ 104 w 246"/>
              <a:gd name="T23" fmla="*/ 96 h 246"/>
              <a:gd name="T24" fmla="*/ 104 w 246"/>
              <a:gd name="T25" fmla="*/ 94 h 246"/>
              <a:gd name="T26" fmla="*/ 109 w 246"/>
              <a:gd name="T27" fmla="*/ 80 h 246"/>
              <a:gd name="T28" fmla="*/ 122 w 246"/>
              <a:gd name="T29" fmla="*/ 74 h 246"/>
              <a:gd name="T30" fmla="*/ 137 w 246"/>
              <a:gd name="T31" fmla="*/ 79 h 246"/>
              <a:gd name="T32" fmla="*/ 140 w 246"/>
              <a:gd name="T33" fmla="*/ 91 h 246"/>
              <a:gd name="T34" fmla="*/ 136 w 246"/>
              <a:gd name="T35" fmla="*/ 102 h 246"/>
              <a:gd name="T36" fmla="*/ 131 w 246"/>
              <a:gd name="T37" fmla="*/ 106 h 246"/>
              <a:gd name="T38" fmla="*/ 110 w 246"/>
              <a:gd name="T39" fmla="*/ 124 h 246"/>
              <a:gd name="T40" fmla="*/ 105 w 246"/>
              <a:gd name="T41" fmla="*/ 144 h 246"/>
              <a:gd name="T42" fmla="*/ 105 w 246"/>
              <a:gd name="T43" fmla="*/ 147 h 246"/>
              <a:gd name="T44" fmla="*/ 134 w 246"/>
              <a:gd name="T45" fmla="*/ 147 h 246"/>
              <a:gd name="T46" fmla="*/ 134 w 246"/>
              <a:gd name="T47" fmla="*/ 146 h 246"/>
              <a:gd name="T48" fmla="*/ 135 w 246"/>
              <a:gd name="T49" fmla="*/ 138 h 246"/>
              <a:gd name="T50" fmla="*/ 143 w 246"/>
              <a:gd name="T51" fmla="*/ 129 h 246"/>
              <a:gd name="T52" fmla="*/ 150 w 246"/>
              <a:gd name="T53" fmla="*/ 123 h 246"/>
              <a:gd name="T54" fmla="*/ 164 w 246"/>
              <a:gd name="T55" fmla="*/ 111 h 246"/>
              <a:gd name="T56" fmla="*/ 171 w 246"/>
              <a:gd name="T57" fmla="*/ 89 h 246"/>
              <a:gd name="T58" fmla="*/ 139 w 246"/>
              <a:gd name="T59" fmla="*/ 180 h 246"/>
              <a:gd name="T60" fmla="*/ 121 w 246"/>
              <a:gd name="T61" fmla="*/ 162 h 246"/>
              <a:gd name="T62" fmla="*/ 120 w 246"/>
              <a:gd name="T63" fmla="*/ 162 h 246"/>
              <a:gd name="T64" fmla="*/ 103 w 246"/>
              <a:gd name="T65" fmla="*/ 179 h 246"/>
              <a:gd name="T66" fmla="*/ 120 w 246"/>
              <a:gd name="T67" fmla="*/ 197 h 246"/>
              <a:gd name="T68" fmla="*/ 121 w 246"/>
              <a:gd name="T69" fmla="*/ 197 h 246"/>
              <a:gd name="T70" fmla="*/ 139 w 246"/>
              <a:gd name="T71" fmla="*/ 180 h 2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246" h="246">
                <a:moveTo>
                  <a:pt x="245" y="121"/>
                </a:moveTo>
                <a:cubicBezTo>
                  <a:pt x="246" y="189"/>
                  <a:pt x="192" y="244"/>
                  <a:pt x="124" y="245"/>
                </a:cubicBezTo>
                <a:cubicBezTo>
                  <a:pt x="57" y="246"/>
                  <a:pt x="1" y="192"/>
                  <a:pt x="1" y="124"/>
                </a:cubicBezTo>
                <a:cubicBezTo>
                  <a:pt x="0" y="57"/>
                  <a:pt x="53" y="2"/>
                  <a:pt x="121" y="1"/>
                </a:cubicBezTo>
                <a:cubicBezTo>
                  <a:pt x="188" y="0"/>
                  <a:pt x="244" y="54"/>
                  <a:pt x="245" y="121"/>
                </a:cubicBezTo>
                <a:close/>
                <a:moveTo>
                  <a:pt x="171" y="89"/>
                </a:moveTo>
                <a:cubicBezTo>
                  <a:pt x="171" y="76"/>
                  <a:pt x="166" y="66"/>
                  <a:pt x="157" y="59"/>
                </a:cubicBezTo>
                <a:cubicBezTo>
                  <a:pt x="148" y="52"/>
                  <a:pt x="136" y="49"/>
                  <a:pt x="121" y="49"/>
                </a:cubicBezTo>
                <a:cubicBezTo>
                  <a:pt x="111" y="49"/>
                  <a:pt x="101" y="51"/>
                  <a:pt x="94" y="56"/>
                </a:cubicBezTo>
                <a:cubicBezTo>
                  <a:pt x="82" y="63"/>
                  <a:pt x="76" y="76"/>
                  <a:pt x="75" y="94"/>
                </a:cubicBezTo>
                <a:cubicBezTo>
                  <a:pt x="75" y="96"/>
                  <a:pt x="75" y="96"/>
                  <a:pt x="75" y="96"/>
                </a:cubicBezTo>
                <a:cubicBezTo>
                  <a:pt x="104" y="96"/>
                  <a:pt x="104" y="96"/>
                  <a:pt x="104" y="96"/>
                </a:cubicBezTo>
                <a:cubicBezTo>
                  <a:pt x="104" y="94"/>
                  <a:pt x="104" y="94"/>
                  <a:pt x="104" y="94"/>
                </a:cubicBezTo>
                <a:cubicBezTo>
                  <a:pt x="104" y="89"/>
                  <a:pt x="105" y="85"/>
                  <a:pt x="109" y="80"/>
                </a:cubicBezTo>
                <a:cubicBezTo>
                  <a:pt x="111" y="76"/>
                  <a:pt x="116" y="74"/>
                  <a:pt x="122" y="74"/>
                </a:cubicBezTo>
                <a:cubicBezTo>
                  <a:pt x="129" y="74"/>
                  <a:pt x="134" y="75"/>
                  <a:pt x="137" y="79"/>
                </a:cubicBezTo>
                <a:cubicBezTo>
                  <a:pt x="139" y="83"/>
                  <a:pt x="140" y="87"/>
                  <a:pt x="140" y="91"/>
                </a:cubicBezTo>
                <a:cubicBezTo>
                  <a:pt x="140" y="94"/>
                  <a:pt x="139" y="97"/>
                  <a:pt x="136" y="102"/>
                </a:cubicBezTo>
                <a:cubicBezTo>
                  <a:pt x="135" y="103"/>
                  <a:pt x="134" y="105"/>
                  <a:pt x="131" y="106"/>
                </a:cubicBezTo>
                <a:cubicBezTo>
                  <a:pt x="131" y="107"/>
                  <a:pt x="117" y="116"/>
                  <a:pt x="110" y="124"/>
                </a:cubicBezTo>
                <a:cubicBezTo>
                  <a:pt x="106" y="129"/>
                  <a:pt x="106" y="135"/>
                  <a:pt x="105" y="144"/>
                </a:cubicBezTo>
                <a:cubicBezTo>
                  <a:pt x="105" y="147"/>
                  <a:pt x="105" y="147"/>
                  <a:pt x="105" y="147"/>
                </a:cubicBezTo>
                <a:cubicBezTo>
                  <a:pt x="134" y="147"/>
                  <a:pt x="134" y="147"/>
                  <a:pt x="134" y="147"/>
                </a:cubicBezTo>
                <a:cubicBezTo>
                  <a:pt x="134" y="146"/>
                  <a:pt x="134" y="146"/>
                  <a:pt x="134" y="146"/>
                </a:cubicBezTo>
                <a:cubicBezTo>
                  <a:pt x="134" y="141"/>
                  <a:pt x="134" y="140"/>
                  <a:pt x="135" y="138"/>
                </a:cubicBezTo>
                <a:cubicBezTo>
                  <a:pt x="136" y="135"/>
                  <a:pt x="138" y="132"/>
                  <a:pt x="143" y="129"/>
                </a:cubicBezTo>
                <a:cubicBezTo>
                  <a:pt x="150" y="123"/>
                  <a:pt x="150" y="123"/>
                  <a:pt x="150" y="123"/>
                </a:cubicBezTo>
                <a:cubicBezTo>
                  <a:pt x="156" y="118"/>
                  <a:pt x="162" y="114"/>
                  <a:pt x="164" y="111"/>
                </a:cubicBezTo>
                <a:cubicBezTo>
                  <a:pt x="169" y="104"/>
                  <a:pt x="171" y="97"/>
                  <a:pt x="171" y="89"/>
                </a:cubicBezTo>
                <a:close/>
                <a:moveTo>
                  <a:pt x="139" y="180"/>
                </a:moveTo>
                <a:cubicBezTo>
                  <a:pt x="139" y="170"/>
                  <a:pt x="132" y="162"/>
                  <a:pt x="121" y="162"/>
                </a:cubicBezTo>
                <a:cubicBezTo>
                  <a:pt x="120" y="162"/>
                  <a:pt x="120" y="162"/>
                  <a:pt x="120" y="162"/>
                </a:cubicBezTo>
                <a:cubicBezTo>
                  <a:pt x="110" y="162"/>
                  <a:pt x="103" y="169"/>
                  <a:pt x="103" y="179"/>
                </a:cubicBezTo>
                <a:cubicBezTo>
                  <a:pt x="102" y="189"/>
                  <a:pt x="110" y="197"/>
                  <a:pt x="120" y="197"/>
                </a:cubicBezTo>
                <a:cubicBezTo>
                  <a:pt x="121" y="197"/>
                  <a:pt x="121" y="197"/>
                  <a:pt x="121" y="197"/>
                </a:cubicBezTo>
                <a:cubicBezTo>
                  <a:pt x="131" y="197"/>
                  <a:pt x="138" y="190"/>
                  <a:pt x="139" y="18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43" name="Freeform 46"/>
          <p:cNvSpPr>
            <a:spLocks noEditPoints="1"/>
          </p:cNvSpPr>
          <p:nvPr/>
        </p:nvSpPr>
        <p:spPr bwMode="auto">
          <a:xfrm>
            <a:off x="10541650" y="2840024"/>
            <a:ext cx="214684" cy="278451"/>
          </a:xfrm>
          <a:custGeom>
            <a:avLst/>
            <a:gdLst>
              <a:gd name="T0" fmla="*/ 186 w 186"/>
              <a:gd name="T1" fmla="*/ 67 h 239"/>
              <a:gd name="T2" fmla="*/ 186 w 186"/>
              <a:gd name="T3" fmla="*/ 226 h 239"/>
              <a:gd name="T4" fmla="*/ 172 w 186"/>
              <a:gd name="T5" fmla="*/ 239 h 239"/>
              <a:gd name="T6" fmla="*/ 66 w 186"/>
              <a:gd name="T7" fmla="*/ 239 h 239"/>
              <a:gd name="T8" fmla="*/ 53 w 186"/>
              <a:gd name="T9" fmla="*/ 226 h 239"/>
              <a:gd name="T10" fmla="*/ 53 w 186"/>
              <a:gd name="T11" fmla="*/ 186 h 239"/>
              <a:gd name="T12" fmla="*/ 13 w 186"/>
              <a:gd name="T13" fmla="*/ 186 h 239"/>
              <a:gd name="T14" fmla="*/ 0 w 186"/>
              <a:gd name="T15" fmla="*/ 173 h 239"/>
              <a:gd name="T16" fmla="*/ 0 w 186"/>
              <a:gd name="T17" fmla="*/ 14 h 239"/>
              <a:gd name="T18" fmla="*/ 13 w 186"/>
              <a:gd name="T19" fmla="*/ 0 h 239"/>
              <a:gd name="T20" fmla="*/ 119 w 186"/>
              <a:gd name="T21" fmla="*/ 0 h 239"/>
              <a:gd name="T22" fmla="*/ 132 w 186"/>
              <a:gd name="T23" fmla="*/ 14 h 239"/>
              <a:gd name="T24" fmla="*/ 132 w 186"/>
              <a:gd name="T25" fmla="*/ 54 h 239"/>
              <a:gd name="T26" fmla="*/ 172 w 186"/>
              <a:gd name="T27" fmla="*/ 54 h 239"/>
              <a:gd name="T28" fmla="*/ 186 w 186"/>
              <a:gd name="T29" fmla="*/ 67 h 239"/>
              <a:gd name="T30" fmla="*/ 53 w 186"/>
              <a:gd name="T31" fmla="*/ 160 h 239"/>
              <a:gd name="T32" fmla="*/ 53 w 186"/>
              <a:gd name="T33" fmla="*/ 67 h 239"/>
              <a:gd name="T34" fmla="*/ 66 w 186"/>
              <a:gd name="T35" fmla="*/ 54 h 239"/>
              <a:gd name="T36" fmla="*/ 106 w 186"/>
              <a:gd name="T37" fmla="*/ 54 h 239"/>
              <a:gd name="T38" fmla="*/ 106 w 186"/>
              <a:gd name="T39" fmla="*/ 27 h 239"/>
              <a:gd name="T40" fmla="*/ 26 w 186"/>
              <a:gd name="T41" fmla="*/ 27 h 239"/>
              <a:gd name="T42" fmla="*/ 26 w 186"/>
              <a:gd name="T43" fmla="*/ 160 h 239"/>
              <a:gd name="T44" fmla="*/ 53 w 186"/>
              <a:gd name="T45" fmla="*/ 160 h 239"/>
              <a:gd name="T46" fmla="*/ 159 w 186"/>
              <a:gd name="T47" fmla="*/ 80 h 239"/>
              <a:gd name="T48" fmla="*/ 79 w 186"/>
              <a:gd name="T49" fmla="*/ 80 h 239"/>
              <a:gd name="T50" fmla="*/ 79 w 186"/>
              <a:gd name="T51" fmla="*/ 213 h 239"/>
              <a:gd name="T52" fmla="*/ 159 w 186"/>
              <a:gd name="T53" fmla="*/ 213 h 239"/>
              <a:gd name="T54" fmla="*/ 159 w 186"/>
              <a:gd name="T55" fmla="*/ 80 h 2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186" h="239">
                <a:moveTo>
                  <a:pt x="186" y="67"/>
                </a:moveTo>
                <a:cubicBezTo>
                  <a:pt x="186" y="226"/>
                  <a:pt x="186" y="226"/>
                  <a:pt x="186" y="226"/>
                </a:cubicBezTo>
                <a:cubicBezTo>
                  <a:pt x="186" y="234"/>
                  <a:pt x="180" y="239"/>
                  <a:pt x="172" y="239"/>
                </a:cubicBezTo>
                <a:cubicBezTo>
                  <a:pt x="66" y="239"/>
                  <a:pt x="66" y="239"/>
                  <a:pt x="66" y="239"/>
                </a:cubicBezTo>
                <a:cubicBezTo>
                  <a:pt x="59" y="239"/>
                  <a:pt x="53" y="234"/>
                  <a:pt x="53" y="226"/>
                </a:cubicBezTo>
                <a:cubicBezTo>
                  <a:pt x="53" y="186"/>
                  <a:pt x="53" y="186"/>
                  <a:pt x="53" y="186"/>
                </a:cubicBezTo>
                <a:cubicBezTo>
                  <a:pt x="13" y="186"/>
                  <a:pt x="13" y="186"/>
                  <a:pt x="13" y="186"/>
                </a:cubicBezTo>
                <a:cubicBezTo>
                  <a:pt x="6" y="186"/>
                  <a:pt x="0" y="180"/>
                  <a:pt x="0" y="173"/>
                </a:cubicBezTo>
                <a:cubicBezTo>
                  <a:pt x="0" y="14"/>
                  <a:pt x="0" y="14"/>
                  <a:pt x="0" y="14"/>
                </a:cubicBezTo>
                <a:cubicBezTo>
                  <a:pt x="0" y="6"/>
                  <a:pt x="6" y="0"/>
                  <a:pt x="13" y="0"/>
                </a:cubicBezTo>
                <a:cubicBezTo>
                  <a:pt x="119" y="0"/>
                  <a:pt x="119" y="0"/>
                  <a:pt x="119" y="0"/>
                </a:cubicBezTo>
                <a:cubicBezTo>
                  <a:pt x="127" y="0"/>
                  <a:pt x="132" y="6"/>
                  <a:pt x="132" y="14"/>
                </a:cubicBezTo>
                <a:cubicBezTo>
                  <a:pt x="132" y="54"/>
                  <a:pt x="132" y="54"/>
                  <a:pt x="132" y="54"/>
                </a:cubicBezTo>
                <a:cubicBezTo>
                  <a:pt x="172" y="54"/>
                  <a:pt x="172" y="54"/>
                  <a:pt x="172" y="54"/>
                </a:cubicBezTo>
                <a:cubicBezTo>
                  <a:pt x="180" y="54"/>
                  <a:pt x="186" y="59"/>
                  <a:pt x="186" y="67"/>
                </a:cubicBezTo>
                <a:close/>
                <a:moveTo>
                  <a:pt x="53" y="160"/>
                </a:moveTo>
                <a:cubicBezTo>
                  <a:pt x="53" y="67"/>
                  <a:pt x="53" y="67"/>
                  <a:pt x="53" y="67"/>
                </a:cubicBezTo>
                <a:cubicBezTo>
                  <a:pt x="53" y="59"/>
                  <a:pt x="59" y="54"/>
                  <a:pt x="66" y="54"/>
                </a:cubicBezTo>
                <a:cubicBezTo>
                  <a:pt x="106" y="54"/>
                  <a:pt x="106" y="54"/>
                  <a:pt x="106" y="54"/>
                </a:cubicBezTo>
                <a:cubicBezTo>
                  <a:pt x="106" y="27"/>
                  <a:pt x="106" y="27"/>
                  <a:pt x="106" y="27"/>
                </a:cubicBezTo>
                <a:cubicBezTo>
                  <a:pt x="26" y="27"/>
                  <a:pt x="26" y="27"/>
                  <a:pt x="26" y="27"/>
                </a:cubicBezTo>
                <a:cubicBezTo>
                  <a:pt x="26" y="160"/>
                  <a:pt x="26" y="160"/>
                  <a:pt x="26" y="160"/>
                </a:cubicBezTo>
                <a:lnTo>
                  <a:pt x="53" y="160"/>
                </a:lnTo>
                <a:close/>
                <a:moveTo>
                  <a:pt x="159" y="80"/>
                </a:moveTo>
                <a:cubicBezTo>
                  <a:pt x="79" y="80"/>
                  <a:pt x="79" y="80"/>
                  <a:pt x="79" y="80"/>
                </a:cubicBezTo>
                <a:cubicBezTo>
                  <a:pt x="79" y="213"/>
                  <a:pt x="79" y="213"/>
                  <a:pt x="79" y="213"/>
                </a:cubicBezTo>
                <a:cubicBezTo>
                  <a:pt x="159" y="213"/>
                  <a:pt x="159" y="213"/>
                  <a:pt x="159" y="213"/>
                </a:cubicBezTo>
                <a:lnTo>
                  <a:pt x="159" y="8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44" name="Freeform 47"/>
          <p:cNvSpPr>
            <a:spLocks noEditPoints="1"/>
          </p:cNvSpPr>
          <p:nvPr/>
        </p:nvSpPr>
        <p:spPr bwMode="auto">
          <a:xfrm>
            <a:off x="10817975" y="2840024"/>
            <a:ext cx="216808" cy="278451"/>
          </a:xfrm>
          <a:custGeom>
            <a:avLst/>
            <a:gdLst>
              <a:gd name="T0" fmla="*/ 186 w 186"/>
              <a:gd name="T1" fmla="*/ 27 h 239"/>
              <a:gd name="T2" fmla="*/ 186 w 186"/>
              <a:gd name="T3" fmla="*/ 213 h 239"/>
              <a:gd name="T4" fmla="*/ 159 w 186"/>
              <a:gd name="T5" fmla="*/ 239 h 239"/>
              <a:gd name="T6" fmla="*/ 26 w 186"/>
              <a:gd name="T7" fmla="*/ 239 h 239"/>
              <a:gd name="T8" fmla="*/ 0 w 186"/>
              <a:gd name="T9" fmla="*/ 213 h 239"/>
              <a:gd name="T10" fmla="*/ 0 w 186"/>
              <a:gd name="T11" fmla="*/ 27 h 239"/>
              <a:gd name="T12" fmla="*/ 26 w 186"/>
              <a:gd name="T13" fmla="*/ 0 h 239"/>
              <a:gd name="T14" fmla="*/ 159 w 186"/>
              <a:gd name="T15" fmla="*/ 0 h 239"/>
              <a:gd name="T16" fmla="*/ 186 w 186"/>
              <a:gd name="T17" fmla="*/ 27 h 239"/>
              <a:gd name="T18" fmla="*/ 159 w 186"/>
              <a:gd name="T19" fmla="*/ 27 h 239"/>
              <a:gd name="T20" fmla="*/ 26 w 186"/>
              <a:gd name="T21" fmla="*/ 27 h 239"/>
              <a:gd name="T22" fmla="*/ 26 w 186"/>
              <a:gd name="T23" fmla="*/ 213 h 239"/>
              <a:gd name="T24" fmla="*/ 159 w 186"/>
              <a:gd name="T25" fmla="*/ 213 h 239"/>
              <a:gd name="T26" fmla="*/ 159 w 186"/>
              <a:gd name="T27" fmla="*/ 27 h 2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86" h="239">
                <a:moveTo>
                  <a:pt x="186" y="27"/>
                </a:moveTo>
                <a:cubicBezTo>
                  <a:pt x="186" y="213"/>
                  <a:pt x="186" y="213"/>
                  <a:pt x="186" y="213"/>
                </a:cubicBezTo>
                <a:cubicBezTo>
                  <a:pt x="186" y="228"/>
                  <a:pt x="174" y="239"/>
                  <a:pt x="159" y="239"/>
                </a:cubicBezTo>
                <a:cubicBezTo>
                  <a:pt x="26" y="239"/>
                  <a:pt x="26" y="239"/>
                  <a:pt x="26" y="239"/>
                </a:cubicBezTo>
                <a:cubicBezTo>
                  <a:pt x="12" y="239"/>
                  <a:pt x="0" y="228"/>
                  <a:pt x="0" y="213"/>
                </a:cubicBezTo>
                <a:cubicBezTo>
                  <a:pt x="0" y="27"/>
                  <a:pt x="0" y="27"/>
                  <a:pt x="0" y="27"/>
                </a:cubicBezTo>
                <a:cubicBezTo>
                  <a:pt x="0" y="13"/>
                  <a:pt x="12" y="0"/>
                  <a:pt x="26" y="0"/>
                </a:cubicBezTo>
                <a:cubicBezTo>
                  <a:pt x="159" y="0"/>
                  <a:pt x="159" y="0"/>
                  <a:pt x="159" y="0"/>
                </a:cubicBezTo>
                <a:cubicBezTo>
                  <a:pt x="174" y="0"/>
                  <a:pt x="186" y="13"/>
                  <a:pt x="186" y="27"/>
                </a:cubicBezTo>
                <a:close/>
                <a:moveTo>
                  <a:pt x="159" y="27"/>
                </a:moveTo>
                <a:cubicBezTo>
                  <a:pt x="26" y="27"/>
                  <a:pt x="26" y="27"/>
                  <a:pt x="26" y="27"/>
                </a:cubicBezTo>
                <a:cubicBezTo>
                  <a:pt x="26" y="213"/>
                  <a:pt x="26" y="213"/>
                  <a:pt x="26" y="213"/>
                </a:cubicBezTo>
                <a:cubicBezTo>
                  <a:pt x="159" y="213"/>
                  <a:pt x="159" y="213"/>
                  <a:pt x="159" y="213"/>
                </a:cubicBezTo>
                <a:lnTo>
                  <a:pt x="159" y="27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45" name="Freeform 48"/>
          <p:cNvSpPr>
            <a:spLocks noEditPoints="1"/>
          </p:cNvSpPr>
          <p:nvPr/>
        </p:nvSpPr>
        <p:spPr bwMode="auto">
          <a:xfrm>
            <a:off x="11085800" y="2840025"/>
            <a:ext cx="265697" cy="286953"/>
          </a:xfrm>
          <a:custGeom>
            <a:avLst/>
            <a:gdLst>
              <a:gd name="T0" fmla="*/ 220 w 227"/>
              <a:gd name="T1" fmla="*/ 142 h 247"/>
              <a:gd name="T2" fmla="*/ 132 w 227"/>
              <a:gd name="T3" fmla="*/ 226 h 247"/>
              <a:gd name="T4" fmla="*/ 13 w 227"/>
              <a:gd name="T5" fmla="*/ 218 h 247"/>
              <a:gd name="T6" fmla="*/ 21 w 227"/>
              <a:gd name="T7" fmla="*/ 159 h 247"/>
              <a:gd name="T8" fmla="*/ 38 w 227"/>
              <a:gd name="T9" fmla="*/ 28 h 247"/>
              <a:gd name="T10" fmla="*/ 54 w 227"/>
              <a:gd name="T11" fmla="*/ 5 h 247"/>
              <a:gd name="T12" fmla="*/ 80 w 227"/>
              <a:gd name="T13" fmla="*/ 13 h 247"/>
              <a:gd name="T14" fmla="*/ 176 w 227"/>
              <a:gd name="T15" fmla="*/ 101 h 247"/>
              <a:gd name="T16" fmla="*/ 220 w 227"/>
              <a:gd name="T17" fmla="*/ 142 h 247"/>
              <a:gd name="T18" fmla="*/ 201 w 227"/>
              <a:gd name="T19" fmla="*/ 148 h 247"/>
              <a:gd name="T20" fmla="*/ 106 w 227"/>
              <a:gd name="T21" fmla="*/ 152 h 247"/>
              <a:gd name="T22" fmla="*/ 31 w 227"/>
              <a:gd name="T23" fmla="*/ 211 h 247"/>
              <a:gd name="T24" fmla="*/ 127 w 227"/>
              <a:gd name="T25" fmla="*/ 208 h 247"/>
              <a:gd name="T26" fmla="*/ 201 w 227"/>
              <a:gd name="T27" fmla="*/ 148 h 247"/>
              <a:gd name="T28" fmla="*/ 120 w 227"/>
              <a:gd name="T29" fmla="*/ 159 h 247"/>
              <a:gd name="T30" fmla="*/ 120 w 227"/>
              <a:gd name="T31" fmla="*/ 159 h 247"/>
              <a:gd name="T32" fmla="*/ 93 w 227"/>
              <a:gd name="T33" fmla="*/ 197 h 247"/>
              <a:gd name="T34" fmla="*/ 52 w 227"/>
              <a:gd name="T35" fmla="*/ 194 h 247"/>
              <a:gd name="T36" fmla="*/ 110 w 227"/>
              <a:gd name="T37" fmla="*/ 162 h 247"/>
              <a:gd name="T38" fmla="*/ 120 w 227"/>
              <a:gd name="T39" fmla="*/ 159 h 2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227" h="247">
                <a:moveTo>
                  <a:pt x="220" y="142"/>
                </a:moveTo>
                <a:cubicBezTo>
                  <a:pt x="227" y="162"/>
                  <a:pt x="190" y="205"/>
                  <a:pt x="132" y="226"/>
                </a:cubicBezTo>
                <a:cubicBezTo>
                  <a:pt x="75" y="247"/>
                  <a:pt x="20" y="239"/>
                  <a:pt x="13" y="218"/>
                </a:cubicBezTo>
                <a:cubicBezTo>
                  <a:pt x="3" y="189"/>
                  <a:pt x="28" y="188"/>
                  <a:pt x="21" y="159"/>
                </a:cubicBezTo>
                <a:cubicBezTo>
                  <a:pt x="3" y="89"/>
                  <a:pt x="0" y="60"/>
                  <a:pt x="38" y="28"/>
                </a:cubicBezTo>
                <a:cubicBezTo>
                  <a:pt x="52" y="17"/>
                  <a:pt x="40" y="9"/>
                  <a:pt x="54" y="5"/>
                </a:cubicBezTo>
                <a:cubicBezTo>
                  <a:pt x="67" y="0"/>
                  <a:pt x="63" y="13"/>
                  <a:pt x="80" y="13"/>
                </a:cubicBezTo>
                <a:cubicBezTo>
                  <a:pt x="130" y="11"/>
                  <a:pt x="146" y="36"/>
                  <a:pt x="176" y="101"/>
                </a:cubicBezTo>
                <a:cubicBezTo>
                  <a:pt x="189" y="129"/>
                  <a:pt x="209" y="113"/>
                  <a:pt x="220" y="142"/>
                </a:cubicBezTo>
                <a:close/>
                <a:moveTo>
                  <a:pt x="201" y="148"/>
                </a:moveTo>
                <a:cubicBezTo>
                  <a:pt x="198" y="138"/>
                  <a:pt x="165" y="130"/>
                  <a:pt x="106" y="152"/>
                </a:cubicBezTo>
                <a:cubicBezTo>
                  <a:pt x="47" y="174"/>
                  <a:pt x="28" y="203"/>
                  <a:pt x="31" y="211"/>
                </a:cubicBezTo>
                <a:cubicBezTo>
                  <a:pt x="33" y="216"/>
                  <a:pt x="75" y="228"/>
                  <a:pt x="127" y="208"/>
                </a:cubicBezTo>
                <a:cubicBezTo>
                  <a:pt x="178" y="189"/>
                  <a:pt x="204" y="154"/>
                  <a:pt x="201" y="148"/>
                </a:cubicBezTo>
                <a:close/>
                <a:moveTo>
                  <a:pt x="120" y="159"/>
                </a:moveTo>
                <a:cubicBezTo>
                  <a:pt x="120" y="159"/>
                  <a:pt x="120" y="159"/>
                  <a:pt x="120" y="159"/>
                </a:cubicBezTo>
                <a:cubicBezTo>
                  <a:pt x="125" y="173"/>
                  <a:pt x="113" y="190"/>
                  <a:pt x="93" y="197"/>
                </a:cubicBezTo>
                <a:cubicBezTo>
                  <a:pt x="77" y="204"/>
                  <a:pt x="61" y="202"/>
                  <a:pt x="52" y="194"/>
                </a:cubicBezTo>
                <a:cubicBezTo>
                  <a:pt x="64" y="184"/>
                  <a:pt x="83" y="172"/>
                  <a:pt x="110" y="162"/>
                </a:cubicBezTo>
                <a:cubicBezTo>
                  <a:pt x="113" y="161"/>
                  <a:pt x="117" y="160"/>
                  <a:pt x="120" y="15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46" name="Freeform 49"/>
          <p:cNvSpPr>
            <a:spLocks noEditPoints="1"/>
          </p:cNvSpPr>
          <p:nvPr/>
        </p:nvSpPr>
        <p:spPr bwMode="auto">
          <a:xfrm>
            <a:off x="791634" y="3590355"/>
            <a:ext cx="308209" cy="261447"/>
          </a:xfrm>
          <a:custGeom>
            <a:avLst/>
            <a:gdLst>
              <a:gd name="T0" fmla="*/ 185 w 265"/>
              <a:gd name="T1" fmla="*/ 190 h 225"/>
              <a:gd name="T2" fmla="*/ 185 w 265"/>
              <a:gd name="T3" fmla="*/ 225 h 225"/>
              <a:gd name="T4" fmla="*/ 0 w 265"/>
              <a:gd name="T5" fmla="*/ 225 h 225"/>
              <a:gd name="T6" fmla="*/ 0 w 265"/>
              <a:gd name="T7" fmla="*/ 179 h 225"/>
              <a:gd name="T8" fmla="*/ 23 w 265"/>
              <a:gd name="T9" fmla="*/ 158 h 225"/>
              <a:gd name="T10" fmla="*/ 57 w 265"/>
              <a:gd name="T11" fmla="*/ 120 h 225"/>
              <a:gd name="T12" fmla="*/ 46 w 265"/>
              <a:gd name="T13" fmla="*/ 90 h 225"/>
              <a:gd name="T14" fmla="*/ 36 w 265"/>
              <a:gd name="T15" fmla="*/ 71 h 225"/>
              <a:gd name="T16" fmla="*/ 40 w 265"/>
              <a:gd name="T17" fmla="*/ 61 h 225"/>
              <a:gd name="T18" fmla="*/ 37 w 265"/>
              <a:gd name="T19" fmla="*/ 40 h 225"/>
              <a:gd name="T20" fmla="*/ 79 w 265"/>
              <a:gd name="T21" fmla="*/ 0 h 225"/>
              <a:gd name="T22" fmla="*/ 122 w 265"/>
              <a:gd name="T23" fmla="*/ 40 h 225"/>
              <a:gd name="T24" fmla="*/ 119 w 265"/>
              <a:gd name="T25" fmla="*/ 61 h 225"/>
              <a:gd name="T26" fmla="*/ 123 w 265"/>
              <a:gd name="T27" fmla="*/ 71 h 225"/>
              <a:gd name="T28" fmla="*/ 113 w 265"/>
              <a:gd name="T29" fmla="*/ 90 h 225"/>
              <a:gd name="T30" fmla="*/ 101 w 265"/>
              <a:gd name="T31" fmla="*/ 120 h 225"/>
              <a:gd name="T32" fmla="*/ 136 w 265"/>
              <a:gd name="T33" fmla="*/ 158 h 225"/>
              <a:gd name="T34" fmla="*/ 185 w 265"/>
              <a:gd name="T35" fmla="*/ 190 h 225"/>
              <a:gd name="T36" fmla="*/ 206 w 265"/>
              <a:gd name="T37" fmla="*/ 225 h 225"/>
              <a:gd name="T38" fmla="*/ 206 w 265"/>
              <a:gd name="T39" fmla="*/ 187 h 225"/>
              <a:gd name="T40" fmla="*/ 157 w 265"/>
              <a:gd name="T41" fmla="*/ 143 h 225"/>
              <a:gd name="T42" fmla="*/ 168 w 265"/>
              <a:gd name="T43" fmla="*/ 122 h 225"/>
              <a:gd name="T44" fmla="*/ 159 w 265"/>
              <a:gd name="T45" fmla="*/ 100 h 225"/>
              <a:gd name="T46" fmla="*/ 152 w 265"/>
              <a:gd name="T47" fmla="*/ 85 h 225"/>
              <a:gd name="T48" fmla="*/ 155 w 265"/>
              <a:gd name="T49" fmla="*/ 78 h 225"/>
              <a:gd name="T50" fmla="*/ 153 w 265"/>
              <a:gd name="T51" fmla="*/ 62 h 225"/>
              <a:gd name="T52" fmla="*/ 185 w 265"/>
              <a:gd name="T53" fmla="*/ 32 h 225"/>
              <a:gd name="T54" fmla="*/ 217 w 265"/>
              <a:gd name="T55" fmla="*/ 62 h 225"/>
              <a:gd name="T56" fmla="*/ 215 w 265"/>
              <a:gd name="T57" fmla="*/ 78 h 225"/>
              <a:gd name="T58" fmla="*/ 217 w 265"/>
              <a:gd name="T59" fmla="*/ 85 h 225"/>
              <a:gd name="T60" fmla="*/ 210 w 265"/>
              <a:gd name="T61" fmla="*/ 100 h 225"/>
              <a:gd name="T62" fmla="*/ 201 w 265"/>
              <a:gd name="T63" fmla="*/ 122 h 225"/>
              <a:gd name="T64" fmla="*/ 227 w 265"/>
              <a:gd name="T65" fmla="*/ 151 h 225"/>
              <a:gd name="T66" fmla="*/ 262 w 265"/>
              <a:gd name="T67" fmla="*/ 172 h 225"/>
              <a:gd name="T68" fmla="*/ 265 w 265"/>
              <a:gd name="T69" fmla="*/ 225 h 225"/>
              <a:gd name="T70" fmla="*/ 206 w 265"/>
              <a:gd name="T71" fmla="*/ 225 h 2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265" h="225">
                <a:moveTo>
                  <a:pt x="185" y="190"/>
                </a:moveTo>
                <a:cubicBezTo>
                  <a:pt x="185" y="198"/>
                  <a:pt x="185" y="225"/>
                  <a:pt x="185" y="225"/>
                </a:cubicBezTo>
                <a:cubicBezTo>
                  <a:pt x="0" y="225"/>
                  <a:pt x="0" y="225"/>
                  <a:pt x="0" y="225"/>
                </a:cubicBezTo>
                <a:cubicBezTo>
                  <a:pt x="0" y="179"/>
                  <a:pt x="0" y="179"/>
                  <a:pt x="0" y="179"/>
                </a:cubicBezTo>
                <a:cubicBezTo>
                  <a:pt x="0" y="166"/>
                  <a:pt x="15" y="161"/>
                  <a:pt x="23" y="158"/>
                </a:cubicBezTo>
                <a:cubicBezTo>
                  <a:pt x="49" y="147"/>
                  <a:pt x="57" y="139"/>
                  <a:pt x="57" y="120"/>
                </a:cubicBezTo>
                <a:cubicBezTo>
                  <a:pt x="57" y="108"/>
                  <a:pt x="49" y="112"/>
                  <a:pt x="46" y="90"/>
                </a:cubicBezTo>
                <a:cubicBezTo>
                  <a:pt x="44" y="82"/>
                  <a:pt x="37" y="90"/>
                  <a:pt x="36" y="71"/>
                </a:cubicBezTo>
                <a:cubicBezTo>
                  <a:pt x="36" y="63"/>
                  <a:pt x="40" y="61"/>
                  <a:pt x="40" y="61"/>
                </a:cubicBezTo>
                <a:cubicBezTo>
                  <a:pt x="40" y="61"/>
                  <a:pt x="38" y="49"/>
                  <a:pt x="37" y="40"/>
                </a:cubicBezTo>
                <a:cubicBezTo>
                  <a:pt x="36" y="28"/>
                  <a:pt x="43" y="0"/>
                  <a:pt x="79" y="0"/>
                </a:cubicBezTo>
                <a:cubicBezTo>
                  <a:pt x="116" y="0"/>
                  <a:pt x="123" y="28"/>
                  <a:pt x="122" y="40"/>
                </a:cubicBezTo>
                <a:cubicBezTo>
                  <a:pt x="121" y="49"/>
                  <a:pt x="119" y="61"/>
                  <a:pt x="119" y="61"/>
                </a:cubicBezTo>
                <a:cubicBezTo>
                  <a:pt x="119" y="61"/>
                  <a:pt x="123" y="63"/>
                  <a:pt x="123" y="71"/>
                </a:cubicBezTo>
                <a:cubicBezTo>
                  <a:pt x="122" y="90"/>
                  <a:pt x="114" y="82"/>
                  <a:pt x="113" y="90"/>
                </a:cubicBezTo>
                <a:cubicBezTo>
                  <a:pt x="109" y="112"/>
                  <a:pt x="101" y="108"/>
                  <a:pt x="101" y="120"/>
                </a:cubicBezTo>
                <a:cubicBezTo>
                  <a:pt x="101" y="139"/>
                  <a:pt x="110" y="147"/>
                  <a:pt x="136" y="158"/>
                </a:cubicBezTo>
                <a:cubicBezTo>
                  <a:pt x="162" y="168"/>
                  <a:pt x="185" y="179"/>
                  <a:pt x="185" y="190"/>
                </a:cubicBezTo>
                <a:close/>
                <a:moveTo>
                  <a:pt x="206" y="225"/>
                </a:moveTo>
                <a:cubicBezTo>
                  <a:pt x="206" y="187"/>
                  <a:pt x="206" y="187"/>
                  <a:pt x="206" y="187"/>
                </a:cubicBezTo>
                <a:cubicBezTo>
                  <a:pt x="206" y="168"/>
                  <a:pt x="200" y="164"/>
                  <a:pt x="157" y="143"/>
                </a:cubicBezTo>
                <a:cubicBezTo>
                  <a:pt x="165" y="138"/>
                  <a:pt x="168" y="132"/>
                  <a:pt x="168" y="122"/>
                </a:cubicBezTo>
                <a:cubicBezTo>
                  <a:pt x="168" y="113"/>
                  <a:pt x="162" y="116"/>
                  <a:pt x="159" y="100"/>
                </a:cubicBezTo>
                <a:cubicBezTo>
                  <a:pt x="158" y="94"/>
                  <a:pt x="153" y="100"/>
                  <a:pt x="152" y="85"/>
                </a:cubicBezTo>
                <a:cubicBezTo>
                  <a:pt x="152" y="79"/>
                  <a:pt x="155" y="78"/>
                  <a:pt x="155" y="78"/>
                </a:cubicBezTo>
                <a:cubicBezTo>
                  <a:pt x="155" y="78"/>
                  <a:pt x="153" y="69"/>
                  <a:pt x="153" y="62"/>
                </a:cubicBezTo>
                <a:cubicBezTo>
                  <a:pt x="152" y="54"/>
                  <a:pt x="157" y="32"/>
                  <a:pt x="185" y="32"/>
                </a:cubicBezTo>
                <a:cubicBezTo>
                  <a:pt x="212" y="32"/>
                  <a:pt x="217" y="54"/>
                  <a:pt x="217" y="62"/>
                </a:cubicBezTo>
                <a:cubicBezTo>
                  <a:pt x="216" y="69"/>
                  <a:pt x="215" y="78"/>
                  <a:pt x="215" y="78"/>
                </a:cubicBezTo>
                <a:cubicBezTo>
                  <a:pt x="215" y="78"/>
                  <a:pt x="217" y="79"/>
                  <a:pt x="217" y="85"/>
                </a:cubicBezTo>
                <a:cubicBezTo>
                  <a:pt x="216" y="100"/>
                  <a:pt x="211" y="94"/>
                  <a:pt x="210" y="100"/>
                </a:cubicBezTo>
                <a:cubicBezTo>
                  <a:pt x="207" y="116"/>
                  <a:pt x="201" y="113"/>
                  <a:pt x="201" y="122"/>
                </a:cubicBezTo>
                <a:cubicBezTo>
                  <a:pt x="201" y="136"/>
                  <a:pt x="208" y="143"/>
                  <a:pt x="227" y="151"/>
                </a:cubicBezTo>
                <a:cubicBezTo>
                  <a:pt x="247" y="159"/>
                  <a:pt x="258" y="164"/>
                  <a:pt x="262" y="172"/>
                </a:cubicBezTo>
                <a:cubicBezTo>
                  <a:pt x="265" y="176"/>
                  <a:pt x="265" y="225"/>
                  <a:pt x="265" y="225"/>
                </a:cubicBezTo>
                <a:lnTo>
                  <a:pt x="206" y="225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47" name="Freeform 50"/>
          <p:cNvSpPr>
            <a:spLocks noEditPoints="1"/>
          </p:cNvSpPr>
          <p:nvPr/>
        </p:nvSpPr>
        <p:spPr bwMode="auto">
          <a:xfrm>
            <a:off x="1163609" y="3596731"/>
            <a:ext cx="308209" cy="246568"/>
          </a:xfrm>
          <a:custGeom>
            <a:avLst/>
            <a:gdLst>
              <a:gd name="T0" fmla="*/ 265 w 265"/>
              <a:gd name="T1" fmla="*/ 27 h 212"/>
              <a:gd name="T2" fmla="*/ 265 w 265"/>
              <a:gd name="T3" fmla="*/ 186 h 212"/>
              <a:gd name="T4" fmla="*/ 239 w 265"/>
              <a:gd name="T5" fmla="*/ 212 h 212"/>
              <a:gd name="T6" fmla="*/ 26 w 265"/>
              <a:gd name="T7" fmla="*/ 212 h 212"/>
              <a:gd name="T8" fmla="*/ 0 w 265"/>
              <a:gd name="T9" fmla="*/ 186 h 212"/>
              <a:gd name="T10" fmla="*/ 0 w 265"/>
              <a:gd name="T11" fmla="*/ 27 h 212"/>
              <a:gd name="T12" fmla="*/ 26 w 265"/>
              <a:gd name="T13" fmla="*/ 0 h 212"/>
              <a:gd name="T14" fmla="*/ 239 w 265"/>
              <a:gd name="T15" fmla="*/ 0 h 212"/>
              <a:gd name="T16" fmla="*/ 265 w 265"/>
              <a:gd name="T17" fmla="*/ 27 h 212"/>
              <a:gd name="T18" fmla="*/ 239 w 265"/>
              <a:gd name="T19" fmla="*/ 27 h 212"/>
              <a:gd name="T20" fmla="*/ 26 w 265"/>
              <a:gd name="T21" fmla="*/ 27 h 212"/>
              <a:gd name="T22" fmla="*/ 26 w 265"/>
              <a:gd name="T23" fmla="*/ 186 h 212"/>
              <a:gd name="T24" fmla="*/ 239 w 265"/>
              <a:gd name="T25" fmla="*/ 186 h 212"/>
              <a:gd name="T26" fmla="*/ 239 w 265"/>
              <a:gd name="T27" fmla="*/ 27 h 212"/>
              <a:gd name="T28" fmla="*/ 119 w 265"/>
              <a:gd name="T29" fmla="*/ 79 h 212"/>
              <a:gd name="T30" fmla="*/ 53 w 265"/>
              <a:gd name="T31" fmla="*/ 79 h 212"/>
              <a:gd name="T32" fmla="*/ 53 w 265"/>
              <a:gd name="T33" fmla="*/ 55 h 212"/>
              <a:gd name="T34" fmla="*/ 119 w 265"/>
              <a:gd name="T35" fmla="*/ 55 h 212"/>
              <a:gd name="T36" fmla="*/ 119 w 265"/>
              <a:gd name="T37" fmla="*/ 79 h 212"/>
              <a:gd name="T38" fmla="*/ 119 w 265"/>
              <a:gd name="T39" fmla="*/ 118 h 212"/>
              <a:gd name="T40" fmla="*/ 53 w 265"/>
              <a:gd name="T41" fmla="*/ 118 h 212"/>
              <a:gd name="T42" fmla="*/ 53 w 265"/>
              <a:gd name="T43" fmla="*/ 94 h 212"/>
              <a:gd name="T44" fmla="*/ 119 w 265"/>
              <a:gd name="T45" fmla="*/ 94 h 212"/>
              <a:gd name="T46" fmla="*/ 119 w 265"/>
              <a:gd name="T47" fmla="*/ 118 h 212"/>
              <a:gd name="T48" fmla="*/ 119 w 265"/>
              <a:gd name="T49" fmla="*/ 158 h 212"/>
              <a:gd name="T50" fmla="*/ 53 w 265"/>
              <a:gd name="T51" fmla="*/ 158 h 212"/>
              <a:gd name="T52" fmla="*/ 53 w 265"/>
              <a:gd name="T53" fmla="*/ 134 h 212"/>
              <a:gd name="T54" fmla="*/ 119 w 265"/>
              <a:gd name="T55" fmla="*/ 134 h 212"/>
              <a:gd name="T56" fmla="*/ 119 w 265"/>
              <a:gd name="T57" fmla="*/ 158 h 212"/>
              <a:gd name="T58" fmla="*/ 212 w 265"/>
              <a:gd name="T59" fmla="*/ 158 h 212"/>
              <a:gd name="T60" fmla="*/ 146 w 265"/>
              <a:gd name="T61" fmla="*/ 158 h 212"/>
              <a:gd name="T62" fmla="*/ 147 w 265"/>
              <a:gd name="T63" fmla="*/ 140 h 212"/>
              <a:gd name="T64" fmla="*/ 170 w 265"/>
              <a:gd name="T65" fmla="*/ 122 h 212"/>
              <a:gd name="T66" fmla="*/ 155 w 265"/>
              <a:gd name="T67" fmla="*/ 84 h 212"/>
              <a:gd name="T68" fmla="*/ 179 w 265"/>
              <a:gd name="T69" fmla="*/ 55 h 212"/>
              <a:gd name="T70" fmla="*/ 202 w 265"/>
              <a:gd name="T71" fmla="*/ 84 h 212"/>
              <a:gd name="T72" fmla="*/ 188 w 265"/>
              <a:gd name="T73" fmla="*/ 122 h 212"/>
              <a:gd name="T74" fmla="*/ 210 w 265"/>
              <a:gd name="T75" fmla="*/ 140 h 212"/>
              <a:gd name="T76" fmla="*/ 212 w 265"/>
              <a:gd name="T77" fmla="*/ 158 h 2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265" h="212">
                <a:moveTo>
                  <a:pt x="265" y="27"/>
                </a:moveTo>
                <a:cubicBezTo>
                  <a:pt x="265" y="186"/>
                  <a:pt x="265" y="186"/>
                  <a:pt x="265" y="186"/>
                </a:cubicBezTo>
                <a:cubicBezTo>
                  <a:pt x="265" y="201"/>
                  <a:pt x="253" y="212"/>
                  <a:pt x="239" y="212"/>
                </a:cubicBezTo>
                <a:cubicBezTo>
                  <a:pt x="26" y="212"/>
                  <a:pt x="26" y="212"/>
                  <a:pt x="26" y="212"/>
                </a:cubicBezTo>
                <a:cubicBezTo>
                  <a:pt x="11" y="212"/>
                  <a:pt x="0" y="201"/>
                  <a:pt x="0" y="186"/>
                </a:cubicBezTo>
                <a:cubicBezTo>
                  <a:pt x="0" y="27"/>
                  <a:pt x="0" y="27"/>
                  <a:pt x="0" y="27"/>
                </a:cubicBezTo>
                <a:cubicBezTo>
                  <a:pt x="0" y="12"/>
                  <a:pt x="11" y="0"/>
                  <a:pt x="26" y="0"/>
                </a:cubicBezTo>
                <a:cubicBezTo>
                  <a:pt x="239" y="0"/>
                  <a:pt x="239" y="0"/>
                  <a:pt x="239" y="0"/>
                </a:cubicBezTo>
                <a:cubicBezTo>
                  <a:pt x="253" y="0"/>
                  <a:pt x="265" y="12"/>
                  <a:pt x="265" y="27"/>
                </a:cubicBezTo>
                <a:close/>
                <a:moveTo>
                  <a:pt x="239" y="27"/>
                </a:moveTo>
                <a:cubicBezTo>
                  <a:pt x="26" y="27"/>
                  <a:pt x="26" y="27"/>
                  <a:pt x="26" y="27"/>
                </a:cubicBezTo>
                <a:cubicBezTo>
                  <a:pt x="26" y="186"/>
                  <a:pt x="26" y="186"/>
                  <a:pt x="26" y="186"/>
                </a:cubicBezTo>
                <a:cubicBezTo>
                  <a:pt x="239" y="186"/>
                  <a:pt x="239" y="186"/>
                  <a:pt x="239" y="186"/>
                </a:cubicBezTo>
                <a:lnTo>
                  <a:pt x="239" y="27"/>
                </a:lnTo>
                <a:close/>
                <a:moveTo>
                  <a:pt x="119" y="79"/>
                </a:moveTo>
                <a:cubicBezTo>
                  <a:pt x="53" y="79"/>
                  <a:pt x="53" y="79"/>
                  <a:pt x="53" y="79"/>
                </a:cubicBezTo>
                <a:cubicBezTo>
                  <a:pt x="53" y="55"/>
                  <a:pt x="53" y="55"/>
                  <a:pt x="53" y="55"/>
                </a:cubicBezTo>
                <a:cubicBezTo>
                  <a:pt x="119" y="55"/>
                  <a:pt x="119" y="55"/>
                  <a:pt x="119" y="55"/>
                </a:cubicBezTo>
                <a:lnTo>
                  <a:pt x="119" y="79"/>
                </a:lnTo>
                <a:close/>
                <a:moveTo>
                  <a:pt x="119" y="118"/>
                </a:moveTo>
                <a:cubicBezTo>
                  <a:pt x="53" y="118"/>
                  <a:pt x="53" y="118"/>
                  <a:pt x="53" y="118"/>
                </a:cubicBezTo>
                <a:cubicBezTo>
                  <a:pt x="53" y="94"/>
                  <a:pt x="53" y="94"/>
                  <a:pt x="53" y="94"/>
                </a:cubicBezTo>
                <a:cubicBezTo>
                  <a:pt x="119" y="94"/>
                  <a:pt x="119" y="94"/>
                  <a:pt x="119" y="94"/>
                </a:cubicBezTo>
                <a:lnTo>
                  <a:pt x="119" y="118"/>
                </a:lnTo>
                <a:close/>
                <a:moveTo>
                  <a:pt x="119" y="158"/>
                </a:moveTo>
                <a:cubicBezTo>
                  <a:pt x="53" y="158"/>
                  <a:pt x="53" y="158"/>
                  <a:pt x="53" y="158"/>
                </a:cubicBezTo>
                <a:cubicBezTo>
                  <a:pt x="53" y="134"/>
                  <a:pt x="53" y="134"/>
                  <a:pt x="53" y="134"/>
                </a:cubicBezTo>
                <a:cubicBezTo>
                  <a:pt x="119" y="134"/>
                  <a:pt x="119" y="134"/>
                  <a:pt x="119" y="134"/>
                </a:cubicBezTo>
                <a:lnTo>
                  <a:pt x="119" y="158"/>
                </a:lnTo>
                <a:close/>
                <a:moveTo>
                  <a:pt x="212" y="158"/>
                </a:moveTo>
                <a:cubicBezTo>
                  <a:pt x="146" y="158"/>
                  <a:pt x="146" y="158"/>
                  <a:pt x="146" y="158"/>
                </a:cubicBezTo>
                <a:cubicBezTo>
                  <a:pt x="146" y="158"/>
                  <a:pt x="146" y="140"/>
                  <a:pt x="147" y="140"/>
                </a:cubicBezTo>
                <a:cubicBezTo>
                  <a:pt x="147" y="140"/>
                  <a:pt x="170" y="133"/>
                  <a:pt x="170" y="122"/>
                </a:cubicBezTo>
                <a:cubicBezTo>
                  <a:pt x="170" y="111"/>
                  <a:pt x="155" y="106"/>
                  <a:pt x="155" y="84"/>
                </a:cubicBezTo>
                <a:cubicBezTo>
                  <a:pt x="155" y="65"/>
                  <a:pt x="161" y="55"/>
                  <a:pt x="179" y="55"/>
                </a:cubicBezTo>
                <a:cubicBezTo>
                  <a:pt x="197" y="55"/>
                  <a:pt x="202" y="65"/>
                  <a:pt x="202" y="84"/>
                </a:cubicBezTo>
                <a:cubicBezTo>
                  <a:pt x="202" y="106"/>
                  <a:pt x="188" y="111"/>
                  <a:pt x="188" y="122"/>
                </a:cubicBezTo>
                <a:cubicBezTo>
                  <a:pt x="188" y="133"/>
                  <a:pt x="210" y="140"/>
                  <a:pt x="210" y="140"/>
                </a:cubicBezTo>
                <a:cubicBezTo>
                  <a:pt x="212" y="140"/>
                  <a:pt x="212" y="158"/>
                  <a:pt x="212" y="158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48" name="Freeform 51"/>
          <p:cNvSpPr>
            <a:spLocks noEditPoints="1"/>
          </p:cNvSpPr>
          <p:nvPr/>
        </p:nvSpPr>
        <p:spPr bwMode="auto">
          <a:xfrm>
            <a:off x="1533460" y="3600981"/>
            <a:ext cx="308209" cy="240192"/>
          </a:xfrm>
          <a:custGeom>
            <a:avLst/>
            <a:gdLst>
              <a:gd name="T0" fmla="*/ 199 w 266"/>
              <a:gd name="T1" fmla="*/ 166 h 207"/>
              <a:gd name="T2" fmla="*/ 226 w 266"/>
              <a:gd name="T3" fmla="*/ 144 h 207"/>
              <a:gd name="T4" fmla="*/ 226 w 266"/>
              <a:gd name="T5" fmla="*/ 193 h 207"/>
              <a:gd name="T6" fmla="*/ 213 w 266"/>
              <a:gd name="T7" fmla="*/ 207 h 207"/>
              <a:gd name="T8" fmla="*/ 14 w 266"/>
              <a:gd name="T9" fmla="*/ 207 h 207"/>
              <a:gd name="T10" fmla="*/ 0 w 266"/>
              <a:gd name="T11" fmla="*/ 193 h 207"/>
              <a:gd name="T12" fmla="*/ 0 w 266"/>
              <a:gd name="T13" fmla="*/ 47 h 207"/>
              <a:gd name="T14" fmla="*/ 14 w 266"/>
              <a:gd name="T15" fmla="*/ 34 h 207"/>
              <a:gd name="T16" fmla="*/ 90 w 266"/>
              <a:gd name="T17" fmla="*/ 34 h 207"/>
              <a:gd name="T18" fmla="*/ 61 w 266"/>
              <a:gd name="T19" fmla="*/ 61 h 207"/>
              <a:gd name="T20" fmla="*/ 27 w 266"/>
              <a:gd name="T21" fmla="*/ 61 h 207"/>
              <a:gd name="T22" fmla="*/ 27 w 266"/>
              <a:gd name="T23" fmla="*/ 180 h 207"/>
              <a:gd name="T24" fmla="*/ 199 w 266"/>
              <a:gd name="T25" fmla="*/ 180 h 207"/>
              <a:gd name="T26" fmla="*/ 199 w 266"/>
              <a:gd name="T27" fmla="*/ 166 h 207"/>
              <a:gd name="T28" fmla="*/ 70 w 266"/>
              <a:gd name="T29" fmla="*/ 147 h 207"/>
              <a:gd name="T30" fmla="*/ 178 w 266"/>
              <a:gd name="T31" fmla="*/ 41 h 207"/>
              <a:gd name="T32" fmla="*/ 178 w 266"/>
              <a:gd name="T33" fmla="*/ 0 h 207"/>
              <a:gd name="T34" fmla="*/ 266 w 266"/>
              <a:gd name="T35" fmla="*/ 66 h 207"/>
              <a:gd name="T36" fmla="*/ 178 w 266"/>
              <a:gd name="T37" fmla="*/ 135 h 207"/>
              <a:gd name="T38" fmla="*/ 178 w 266"/>
              <a:gd name="T39" fmla="*/ 88 h 207"/>
              <a:gd name="T40" fmla="*/ 70 w 266"/>
              <a:gd name="T41" fmla="*/ 147 h 2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266" h="207">
                <a:moveTo>
                  <a:pt x="199" y="166"/>
                </a:moveTo>
                <a:cubicBezTo>
                  <a:pt x="226" y="144"/>
                  <a:pt x="226" y="144"/>
                  <a:pt x="226" y="144"/>
                </a:cubicBezTo>
                <a:cubicBezTo>
                  <a:pt x="226" y="193"/>
                  <a:pt x="226" y="193"/>
                  <a:pt x="226" y="193"/>
                </a:cubicBezTo>
                <a:cubicBezTo>
                  <a:pt x="226" y="201"/>
                  <a:pt x="220" y="207"/>
                  <a:pt x="213" y="207"/>
                </a:cubicBezTo>
                <a:cubicBezTo>
                  <a:pt x="14" y="207"/>
                  <a:pt x="14" y="207"/>
                  <a:pt x="14" y="207"/>
                </a:cubicBezTo>
                <a:cubicBezTo>
                  <a:pt x="6" y="207"/>
                  <a:pt x="0" y="201"/>
                  <a:pt x="0" y="193"/>
                </a:cubicBezTo>
                <a:cubicBezTo>
                  <a:pt x="0" y="47"/>
                  <a:pt x="0" y="47"/>
                  <a:pt x="0" y="47"/>
                </a:cubicBezTo>
                <a:cubicBezTo>
                  <a:pt x="0" y="40"/>
                  <a:pt x="6" y="34"/>
                  <a:pt x="14" y="34"/>
                </a:cubicBezTo>
                <a:cubicBezTo>
                  <a:pt x="90" y="34"/>
                  <a:pt x="90" y="34"/>
                  <a:pt x="90" y="34"/>
                </a:cubicBezTo>
                <a:cubicBezTo>
                  <a:pt x="70" y="49"/>
                  <a:pt x="61" y="61"/>
                  <a:pt x="61" y="61"/>
                </a:cubicBezTo>
                <a:cubicBezTo>
                  <a:pt x="27" y="61"/>
                  <a:pt x="27" y="61"/>
                  <a:pt x="27" y="61"/>
                </a:cubicBezTo>
                <a:cubicBezTo>
                  <a:pt x="27" y="180"/>
                  <a:pt x="27" y="180"/>
                  <a:pt x="27" y="180"/>
                </a:cubicBezTo>
                <a:cubicBezTo>
                  <a:pt x="199" y="180"/>
                  <a:pt x="199" y="180"/>
                  <a:pt x="199" y="180"/>
                </a:cubicBezTo>
                <a:lnTo>
                  <a:pt x="199" y="166"/>
                </a:lnTo>
                <a:close/>
                <a:moveTo>
                  <a:pt x="70" y="147"/>
                </a:moveTo>
                <a:cubicBezTo>
                  <a:pt x="70" y="147"/>
                  <a:pt x="70" y="41"/>
                  <a:pt x="178" y="41"/>
                </a:cubicBezTo>
                <a:cubicBezTo>
                  <a:pt x="178" y="0"/>
                  <a:pt x="178" y="0"/>
                  <a:pt x="178" y="0"/>
                </a:cubicBezTo>
                <a:cubicBezTo>
                  <a:pt x="266" y="66"/>
                  <a:pt x="266" y="66"/>
                  <a:pt x="266" y="66"/>
                </a:cubicBezTo>
                <a:cubicBezTo>
                  <a:pt x="178" y="135"/>
                  <a:pt x="178" y="135"/>
                  <a:pt x="178" y="135"/>
                </a:cubicBezTo>
                <a:cubicBezTo>
                  <a:pt x="178" y="88"/>
                  <a:pt x="178" y="88"/>
                  <a:pt x="178" y="88"/>
                </a:cubicBezTo>
                <a:cubicBezTo>
                  <a:pt x="119" y="88"/>
                  <a:pt x="101" y="97"/>
                  <a:pt x="70" y="14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49" name="Freeform 52"/>
          <p:cNvSpPr>
            <a:spLocks/>
          </p:cNvSpPr>
          <p:nvPr/>
        </p:nvSpPr>
        <p:spPr bwMode="auto">
          <a:xfrm>
            <a:off x="1903310" y="3628615"/>
            <a:ext cx="184925" cy="184927"/>
          </a:xfrm>
          <a:custGeom>
            <a:avLst/>
            <a:gdLst>
              <a:gd name="T0" fmla="*/ 159 w 159"/>
              <a:gd name="T1" fmla="*/ 17 h 159"/>
              <a:gd name="T2" fmla="*/ 159 w 159"/>
              <a:gd name="T3" fmla="*/ 142 h 159"/>
              <a:gd name="T4" fmla="*/ 140 w 159"/>
              <a:gd name="T5" fmla="*/ 159 h 159"/>
              <a:gd name="T6" fmla="*/ 20 w 159"/>
              <a:gd name="T7" fmla="*/ 159 h 159"/>
              <a:gd name="T8" fmla="*/ 0 w 159"/>
              <a:gd name="T9" fmla="*/ 142 h 159"/>
              <a:gd name="T10" fmla="*/ 0 w 159"/>
              <a:gd name="T11" fmla="*/ 17 h 159"/>
              <a:gd name="T12" fmla="*/ 20 w 159"/>
              <a:gd name="T13" fmla="*/ 0 h 159"/>
              <a:gd name="T14" fmla="*/ 140 w 159"/>
              <a:gd name="T15" fmla="*/ 0 h 159"/>
              <a:gd name="T16" fmla="*/ 159 w 159"/>
              <a:gd name="T17" fmla="*/ 17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59" h="159">
                <a:moveTo>
                  <a:pt x="159" y="17"/>
                </a:moveTo>
                <a:cubicBezTo>
                  <a:pt x="159" y="142"/>
                  <a:pt x="159" y="142"/>
                  <a:pt x="159" y="142"/>
                </a:cubicBezTo>
                <a:cubicBezTo>
                  <a:pt x="159" y="155"/>
                  <a:pt x="152" y="159"/>
                  <a:pt x="140" y="159"/>
                </a:cubicBezTo>
                <a:cubicBezTo>
                  <a:pt x="20" y="159"/>
                  <a:pt x="20" y="159"/>
                  <a:pt x="20" y="159"/>
                </a:cubicBezTo>
                <a:cubicBezTo>
                  <a:pt x="7" y="159"/>
                  <a:pt x="0" y="155"/>
                  <a:pt x="0" y="142"/>
                </a:cubicBezTo>
                <a:cubicBezTo>
                  <a:pt x="0" y="17"/>
                  <a:pt x="0" y="17"/>
                  <a:pt x="0" y="17"/>
                </a:cubicBezTo>
                <a:cubicBezTo>
                  <a:pt x="0" y="4"/>
                  <a:pt x="7" y="0"/>
                  <a:pt x="20" y="0"/>
                </a:cubicBezTo>
                <a:cubicBezTo>
                  <a:pt x="140" y="0"/>
                  <a:pt x="140" y="0"/>
                  <a:pt x="140" y="0"/>
                </a:cubicBezTo>
                <a:cubicBezTo>
                  <a:pt x="152" y="0"/>
                  <a:pt x="159" y="4"/>
                  <a:pt x="159" y="1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50" name="Freeform 53"/>
          <p:cNvSpPr>
            <a:spLocks/>
          </p:cNvSpPr>
          <p:nvPr/>
        </p:nvSpPr>
        <p:spPr bwMode="auto">
          <a:xfrm>
            <a:off x="2132873" y="3588227"/>
            <a:ext cx="257196" cy="259320"/>
          </a:xfrm>
          <a:custGeom>
            <a:avLst/>
            <a:gdLst>
              <a:gd name="T0" fmla="*/ 159 w 222"/>
              <a:gd name="T1" fmla="*/ 78 h 223"/>
              <a:gd name="T2" fmla="*/ 157 w 222"/>
              <a:gd name="T3" fmla="*/ 29 h 223"/>
              <a:gd name="T4" fmla="*/ 208 w 222"/>
              <a:gd name="T5" fmla="*/ 35 h 223"/>
              <a:gd name="T6" fmla="*/ 156 w 222"/>
              <a:gd name="T7" fmla="*/ 156 h 223"/>
              <a:gd name="T8" fmla="*/ 34 w 222"/>
              <a:gd name="T9" fmla="*/ 208 h 223"/>
              <a:gd name="T10" fmla="*/ 28 w 222"/>
              <a:gd name="T11" fmla="*/ 158 h 223"/>
              <a:gd name="T12" fmla="*/ 78 w 222"/>
              <a:gd name="T13" fmla="*/ 159 h 223"/>
              <a:gd name="T14" fmla="*/ 129 w 222"/>
              <a:gd name="T15" fmla="*/ 130 h 223"/>
              <a:gd name="T16" fmla="*/ 159 w 222"/>
              <a:gd name="T17" fmla="*/ 78 h 2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22" h="223">
                <a:moveTo>
                  <a:pt x="159" y="78"/>
                </a:moveTo>
                <a:cubicBezTo>
                  <a:pt x="146" y="65"/>
                  <a:pt x="134" y="57"/>
                  <a:pt x="157" y="29"/>
                </a:cubicBezTo>
                <a:cubicBezTo>
                  <a:pt x="181" y="0"/>
                  <a:pt x="195" y="22"/>
                  <a:pt x="208" y="35"/>
                </a:cubicBezTo>
                <a:cubicBezTo>
                  <a:pt x="222" y="49"/>
                  <a:pt x="209" y="103"/>
                  <a:pt x="156" y="156"/>
                </a:cubicBezTo>
                <a:cubicBezTo>
                  <a:pt x="102" y="209"/>
                  <a:pt x="49" y="223"/>
                  <a:pt x="34" y="208"/>
                </a:cubicBezTo>
                <a:cubicBezTo>
                  <a:pt x="22" y="196"/>
                  <a:pt x="0" y="181"/>
                  <a:pt x="28" y="158"/>
                </a:cubicBezTo>
                <a:cubicBezTo>
                  <a:pt x="57" y="135"/>
                  <a:pt x="65" y="146"/>
                  <a:pt x="78" y="159"/>
                </a:cubicBezTo>
                <a:cubicBezTo>
                  <a:pt x="87" y="168"/>
                  <a:pt x="109" y="149"/>
                  <a:pt x="129" y="130"/>
                </a:cubicBezTo>
                <a:cubicBezTo>
                  <a:pt x="149" y="110"/>
                  <a:pt x="168" y="87"/>
                  <a:pt x="159" y="78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51" name="Freeform 54"/>
          <p:cNvSpPr>
            <a:spLocks noEditPoints="1"/>
          </p:cNvSpPr>
          <p:nvPr/>
        </p:nvSpPr>
        <p:spPr bwMode="auto">
          <a:xfrm>
            <a:off x="2443205" y="3592479"/>
            <a:ext cx="259320" cy="259320"/>
          </a:xfrm>
          <a:custGeom>
            <a:avLst/>
            <a:gdLst>
              <a:gd name="T0" fmla="*/ 223 w 223"/>
              <a:gd name="T1" fmla="*/ 144 h 223"/>
              <a:gd name="T2" fmla="*/ 213 w 223"/>
              <a:gd name="T3" fmla="*/ 166 h 223"/>
              <a:gd name="T4" fmla="*/ 177 w 223"/>
              <a:gd name="T5" fmla="*/ 178 h 223"/>
              <a:gd name="T6" fmla="*/ 168 w 223"/>
              <a:gd name="T7" fmla="*/ 214 h 223"/>
              <a:gd name="T8" fmla="*/ 146 w 223"/>
              <a:gd name="T9" fmla="*/ 223 h 223"/>
              <a:gd name="T10" fmla="*/ 111 w 223"/>
              <a:gd name="T11" fmla="*/ 201 h 223"/>
              <a:gd name="T12" fmla="*/ 76 w 223"/>
              <a:gd name="T13" fmla="*/ 223 h 223"/>
              <a:gd name="T14" fmla="*/ 54 w 223"/>
              <a:gd name="T15" fmla="*/ 214 h 223"/>
              <a:gd name="T16" fmla="*/ 45 w 223"/>
              <a:gd name="T17" fmla="*/ 178 h 223"/>
              <a:gd name="T18" fmla="*/ 9 w 223"/>
              <a:gd name="T19" fmla="*/ 169 h 223"/>
              <a:gd name="T20" fmla="*/ 0 w 223"/>
              <a:gd name="T21" fmla="*/ 146 h 223"/>
              <a:gd name="T22" fmla="*/ 21 w 223"/>
              <a:gd name="T23" fmla="*/ 111 h 223"/>
              <a:gd name="T24" fmla="*/ 0 w 223"/>
              <a:gd name="T25" fmla="*/ 79 h 223"/>
              <a:gd name="T26" fmla="*/ 9 w 223"/>
              <a:gd name="T27" fmla="*/ 56 h 223"/>
              <a:gd name="T28" fmla="*/ 45 w 223"/>
              <a:gd name="T29" fmla="*/ 45 h 223"/>
              <a:gd name="T30" fmla="*/ 54 w 223"/>
              <a:gd name="T31" fmla="*/ 9 h 223"/>
              <a:gd name="T32" fmla="*/ 76 w 223"/>
              <a:gd name="T33" fmla="*/ 0 h 223"/>
              <a:gd name="T34" fmla="*/ 111 w 223"/>
              <a:gd name="T35" fmla="*/ 21 h 223"/>
              <a:gd name="T36" fmla="*/ 146 w 223"/>
              <a:gd name="T37" fmla="*/ 0 h 223"/>
              <a:gd name="T38" fmla="*/ 168 w 223"/>
              <a:gd name="T39" fmla="*/ 9 h 223"/>
              <a:gd name="T40" fmla="*/ 177 w 223"/>
              <a:gd name="T41" fmla="*/ 45 h 223"/>
              <a:gd name="T42" fmla="*/ 213 w 223"/>
              <a:gd name="T43" fmla="*/ 56 h 223"/>
              <a:gd name="T44" fmla="*/ 223 w 223"/>
              <a:gd name="T45" fmla="*/ 79 h 223"/>
              <a:gd name="T46" fmla="*/ 201 w 223"/>
              <a:gd name="T47" fmla="*/ 111 h 223"/>
              <a:gd name="T48" fmla="*/ 223 w 223"/>
              <a:gd name="T49" fmla="*/ 144 h 223"/>
              <a:gd name="T50" fmla="*/ 159 w 223"/>
              <a:gd name="T51" fmla="*/ 111 h 223"/>
              <a:gd name="T52" fmla="*/ 111 w 223"/>
              <a:gd name="T53" fmla="*/ 63 h 223"/>
              <a:gd name="T54" fmla="*/ 62 w 223"/>
              <a:gd name="T55" fmla="*/ 111 h 223"/>
              <a:gd name="T56" fmla="*/ 111 w 223"/>
              <a:gd name="T57" fmla="*/ 159 h 223"/>
              <a:gd name="T58" fmla="*/ 159 w 223"/>
              <a:gd name="T59" fmla="*/ 111 h 2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223" h="223">
                <a:moveTo>
                  <a:pt x="223" y="144"/>
                </a:moveTo>
                <a:cubicBezTo>
                  <a:pt x="220" y="152"/>
                  <a:pt x="217" y="159"/>
                  <a:pt x="213" y="166"/>
                </a:cubicBezTo>
                <a:cubicBezTo>
                  <a:pt x="199" y="162"/>
                  <a:pt x="187" y="167"/>
                  <a:pt x="177" y="178"/>
                </a:cubicBezTo>
                <a:cubicBezTo>
                  <a:pt x="167" y="188"/>
                  <a:pt x="164" y="199"/>
                  <a:pt x="168" y="214"/>
                </a:cubicBezTo>
                <a:cubicBezTo>
                  <a:pt x="161" y="217"/>
                  <a:pt x="154" y="221"/>
                  <a:pt x="146" y="223"/>
                </a:cubicBezTo>
                <a:cubicBezTo>
                  <a:pt x="138" y="210"/>
                  <a:pt x="125" y="201"/>
                  <a:pt x="111" y="201"/>
                </a:cubicBezTo>
                <a:cubicBezTo>
                  <a:pt x="97" y="201"/>
                  <a:pt x="83" y="210"/>
                  <a:pt x="76" y="223"/>
                </a:cubicBezTo>
                <a:cubicBezTo>
                  <a:pt x="68" y="221"/>
                  <a:pt x="61" y="217"/>
                  <a:pt x="54" y="214"/>
                </a:cubicBezTo>
                <a:cubicBezTo>
                  <a:pt x="57" y="199"/>
                  <a:pt x="54" y="188"/>
                  <a:pt x="45" y="178"/>
                </a:cubicBezTo>
                <a:cubicBezTo>
                  <a:pt x="35" y="167"/>
                  <a:pt x="23" y="165"/>
                  <a:pt x="9" y="169"/>
                </a:cubicBezTo>
                <a:cubicBezTo>
                  <a:pt x="5" y="162"/>
                  <a:pt x="2" y="154"/>
                  <a:pt x="0" y="146"/>
                </a:cubicBezTo>
                <a:cubicBezTo>
                  <a:pt x="12" y="139"/>
                  <a:pt x="21" y="125"/>
                  <a:pt x="21" y="111"/>
                </a:cubicBezTo>
                <a:cubicBezTo>
                  <a:pt x="21" y="97"/>
                  <a:pt x="12" y="86"/>
                  <a:pt x="0" y="79"/>
                </a:cubicBezTo>
                <a:cubicBezTo>
                  <a:pt x="2" y="71"/>
                  <a:pt x="5" y="63"/>
                  <a:pt x="9" y="56"/>
                </a:cubicBezTo>
                <a:cubicBezTo>
                  <a:pt x="23" y="60"/>
                  <a:pt x="35" y="55"/>
                  <a:pt x="45" y="45"/>
                </a:cubicBezTo>
                <a:cubicBezTo>
                  <a:pt x="54" y="35"/>
                  <a:pt x="57" y="24"/>
                  <a:pt x="54" y="9"/>
                </a:cubicBezTo>
                <a:cubicBezTo>
                  <a:pt x="61" y="5"/>
                  <a:pt x="68" y="2"/>
                  <a:pt x="76" y="0"/>
                </a:cubicBezTo>
                <a:cubicBezTo>
                  <a:pt x="83" y="12"/>
                  <a:pt x="97" y="21"/>
                  <a:pt x="111" y="21"/>
                </a:cubicBezTo>
                <a:cubicBezTo>
                  <a:pt x="125" y="21"/>
                  <a:pt x="138" y="12"/>
                  <a:pt x="146" y="0"/>
                </a:cubicBezTo>
                <a:cubicBezTo>
                  <a:pt x="154" y="2"/>
                  <a:pt x="161" y="5"/>
                  <a:pt x="168" y="9"/>
                </a:cubicBezTo>
                <a:cubicBezTo>
                  <a:pt x="164" y="24"/>
                  <a:pt x="167" y="35"/>
                  <a:pt x="177" y="45"/>
                </a:cubicBezTo>
                <a:cubicBezTo>
                  <a:pt x="187" y="55"/>
                  <a:pt x="199" y="60"/>
                  <a:pt x="213" y="56"/>
                </a:cubicBezTo>
                <a:cubicBezTo>
                  <a:pt x="217" y="63"/>
                  <a:pt x="220" y="71"/>
                  <a:pt x="223" y="79"/>
                </a:cubicBezTo>
                <a:cubicBezTo>
                  <a:pt x="209" y="86"/>
                  <a:pt x="201" y="97"/>
                  <a:pt x="201" y="111"/>
                </a:cubicBezTo>
                <a:cubicBezTo>
                  <a:pt x="201" y="125"/>
                  <a:pt x="209" y="136"/>
                  <a:pt x="223" y="144"/>
                </a:cubicBezTo>
                <a:close/>
                <a:moveTo>
                  <a:pt x="159" y="111"/>
                </a:moveTo>
                <a:cubicBezTo>
                  <a:pt x="159" y="85"/>
                  <a:pt x="138" y="63"/>
                  <a:pt x="111" y="63"/>
                </a:cubicBezTo>
                <a:cubicBezTo>
                  <a:pt x="84" y="63"/>
                  <a:pt x="62" y="85"/>
                  <a:pt x="62" y="111"/>
                </a:cubicBezTo>
                <a:cubicBezTo>
                  <a:pt x="62" y="138"/>
                  <a:pt x="84" y="159"/>
                  <a:pt x="111" y="159"/>
                </a:cubicBezTo>
                <a:cubicBezTo>
                  <a:pt x="138" y="159"/>
                  <a:pt x="159" y="138"/>
                  <a:pt x="159" y="11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52" name="Freeform 55"/>
          <p:cNvSpPr>
            <a:spLocks noEditPoints="1"/>
          </p:cNvSpPr>
          <p:nvPr/>
        </p:nvSpPr>
        <p:spPr bwMode="auto">
          <a:xfrm>
            <a:off x="2759918" y="3564847"/>
            <a:ext cx="184925" cy="318837"/>
          </a:xfrm>
          <a:custGeom>
            <a:avLst/>
            <a:gdLst>
              <a:gd name="T0" fmla="*/ 109 w 160"/>
              <a:gd name="T1" fmla="*/ 264 h 274"/>
              <a:gd name="T2" fmla="*/ 35 w 160"/>
              <a:gd name="T3" fmla="*/ 231 h 274"/>
              <a:gd name="T4" fmla="*/ 6 w 160"/>
              <a:gd name="T5" fmla="*/ 128 h 274"/>
              <a:gd name="T6" fmla="*/ 31 w 160"/>
              <a:gd name="T7" fmla="*/ 65 h 274"/>
              <a:gd name="T8" fmla="*/ 5 w 160"/>
              <a:gd name="T9" fmla="*/ 15 h 274"/>
              <a:gd name="T10" fmla="*/ 9 w 160"/>
              <a:gd name="T11" fmla="*/ 2 h 274"/>
              <a:gd name="T12" fmla="*/ 21 w 160"/>
              <a:gd name="T13" fmla="*/ 7 h 274"/>
              <a:gd name="T14" fmla="*/ 48 w 160"/>
              <a:gd name="T15" fmla="*/ 58 h 274"/>
              <a:gd name="T16" fmla="*/ 115 w 160"/>
              <a:gd name="T17" fmla="*/ 93 h 274"/>
              <a:gd name="T18" fmla="*/ 150 w 160"/>
              <a:gd name="T19" fmla="*/ 193 h 274"/>
              <a:gd name="T20" fmla="*/ 109 w 160"/>
              <a:gd name="T21" fmla="*/ 264 h 274"/>
              <a:gd name="T22" fmla="*/ 75 w 160"/>
              <a:gd name="T23" fmla="*/ 96 h 274"/>
              <a:gd name="T24" fmla="*/ 53 w 160"/>
              <a:gd name="T25" fmla="*/ 84 h 274"/>
              <a:gd name="T26" fmla="*/ 40 w 160"/>
              <a:gd name="T27" fmla="*/ 108 h 274"/>
              <a:gd name="T28" fmla="*/ 64 w 160"/>
              <a:gd name="T29" fmla="*/ 120 h 274"/>
              <a:gd name="T30" fmla="*/ 75 w 160"/>
              <a:gd name="T31" fmla="*/ 96 h 2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160" h="274">
                <a:moveTo>
                  <a:pt x="109" y="264"/>
                </a:moveTo>
                <a:cubicBezTo>
                  <a:pt x="76" y="274"/>
                  <a:pt x="43" y="259"/>
                  <a:pt x="35" y="231"/>
                </a:cubicBezTo>
                <a:cubicBezTo>
                  <a:pt x="6" y="128"/>
                  <a:pt x="6" y="128"/>
                  <a:pt x="6" y="128"/>
                </a:cubicBezTo>
                <a:cubicBezTo>
                  <a:pt x="0" y="104"/>
                  <a:pt x="10" y="78"/>
                  <a:pt x="31" y="65"/>
                </a:cubicBezTo>
                <a:cubicBezTo>
                  <a:pt x="5" y="15"/>
                  <a:pt x="5" y="15"/>
                  <a:pt x="5" y="15"/>
                </a:cubicBezTo>
                <a:cubicBezTo>
                  <a:pt x="3" y="11"/>
                  <a:pt x="4" y="5"/>
                  <a:pt x="9" y="2"/>
                </a:cubicBezTo>
                <a:cubicBezTo>
                  <a:pt x="13" y="0"/>
                  <a:pt x="19" y="2"/>
                  <a:pt x="21" y="7"/>
                </a:cubicBezTo>
                <a:cubicBezTo>
                  <a:pt x="48" y="58"/>
                  <a:pt x="48" y="58"/>
                  <a:pt x="48" y="58"/>
                </a:cubicBezTo>
                <a:cubicBezTo>
                  <a:pt x="76" y="50"/>
                  <a:pt x="106" y="65"/>
                  <a:pt x="115" y="93"/>
                </a:cubicBezTo>
                <a:cubicBezTo>
                  <a:pt x="150" y="193"/>
                  <a:pt x="150" y="193"/>
                  <a:pt x="150" y="193"/>
                </a:cubicBezTo>
                <a:cubicBezTo>
                  <a:pt x="160" y="221"/>
                  <a:pt x="141" y="253"/>
                  <a:pt x="109" y="264"/>
                </a:cubicBezTo>
                <a:close/>
                <a:moveTo>
                  <a:pt x="75" y="96"/>
                </a:moveTo>
                <a:cubicBezTo>
                  <a:pt x="73" y="86"/>
                  <a:pt x="62" y="81"/>
                  <a:pt x="53" y="84"/>
                </a:cubicBezTo>
                <a:cubicBezTo>
                  <a:pt x="43" y="87"/>
                  <a:pt x="38" y="98"/>
                  <a:pt x="40" y="108"/>
                </a:cubicBezTo>
                <a:cubicBezTo>
                  <a:pt x="44" y="118"/>
                  <a:pt x="54" y="123"/>
                  <a:pt x="64" y="120"/>
                </a:cubicBezTo>
                <a:cubicBezTo>
                  <a:pt x="73" y="117"/>
                  <a:pt x="79" y="106"/>
                  <a:pt x="75" y="96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53" name="Freeform 56"/>
          <p:cNvSpPr>
            <a:spLocks noEditPoints="1"/>
          </p:cNvSpPr>
          <p:nvPr/>
        </p:nvSpPr>
        <p:spPr bwMode="auto">
          <a:xfrm>
            <a:off x="2997982" y="3581851"/>
            <a:ext cx="308209" cy="278451"/>
          </a:xfrm>
          <a:custGeom>
            <a:avLst/>
            <a:gdLst>
              <a:gd name="T0" fmla="*/ 118 w 266"/>
              <a:gd name="T1" fmla="*/ 5 h 239"/>
              <a:gd name="T2" fmla="*/ 118 w 266"/>
              <a:gd name="T3" fmla="*/ 233 h 239"/>
              <a:gd name="T4" fmla="*/ 113 w 266"/>
              <a:gd name="T5" fmla="*/ 239 h 239"/>
              <a:gd name="T6" fmla="*/ 101 w 266"/>
              <a:gd name="T7" fmla="*/ 239 h 239"/>
              <a:gd name="T8" fmla="*/ 96 w 266"/>
              <a:gd name="T9" fmla="*/ 233 h 239"/>
              <a:gd name="T10" fmla="*/ 96 w 266"/>
              <a:gd name="T11" fmla="*/ 117 h 239"/>
              <a:gd name="T12" fmla="*/ 48 w 266"/>
              <a:gd name="T13" fmla="*/ 117 h 239"/>
              <a:gd name="T14" fmla="*/ 41 w 266"/>
              <a:gd name="T15" fmla="*/ 115 h 239"/>
              <a:gd name="T16" fmla="*/ 34 w 266"/>
              <a:gd name="T17" fmla="*/ 112 h 239"/>
              <a:gd name="T18" fmla="*/ 3 w 266"/>
              <a:gd name="T19" fmla="*/ 90 h 239"/>
              <a:gd name="T20" fmla="*/ 0 w 266"/>
              <a:gd name="T21" fmla="*/ 86 h 239"/>
              <a:gd name="T22" fmla="*/ 3 w 266"/>
              <a:gd name="T23" fmla="*/ 81 h 239"/>
              <a:gd name="T24" fmla="*/ 34 w 266"/>
              <a:gd name="T25" fmla="*/ 60 h 239"/>
              <a:gd name="T26" fmla="*/ 41 w 266"/>
              <a:gd name="T27" fmla="*/ 57 h 239"/>
              <a:gd name="T28" fmla="*/ 48 w 266"/>
              <a:gd name="T29" fmla="*/ 55 h 239"/>
              <a:gd name="T30" fmla="*/ 96 w 266"/>
              <a:gd name="T31" fmla="*/ 55 h 239"/>
              <a:gd name="T32" fmla="*/ 96 w 266"/>
              <a:gd name="T33" fmla="*/ 5 h 239"/>
              <a:gd name="T34" fmla="*/ 101 w 266"/>
              <a:gd name="T35" fmla="*/ 0 h 239"/>
              <a:gd name="T36" fmla="*/ 113 w 266"/>
              <a:gd name="T37" fmla="*/ 0 h 239"/>
              <a:gd name="T38" fmla="*/ 118 w 266"/>
              <a:gd name="T39" fmla="*/ 5 h 239"/>
              <a:gd name="T40" fmla="*/ 266 w 266"/>
              <a:gd name="T41" fmla="*/ 60 h 239"/>
              <a:gd name="T42" fmla="*/ 262 w 266"/>
              <a:gd name="T43" fmla="*/ 64 h 239"/>
              <a:gd name="T44" fmla="*/ 231 w 266"/>
              <a:gd name="T45" fmla="*/ 86 h 239"/>
              <a:gd name="T46" fmla="*/ 224 w 266"/>
              <a:gd name="T47" fmla="*/ 89 h 239"/>
              <a:gd name="T48" fmla="*/ 217 w 266"/>
              <a:gd name="T49" fmla="*/ 90 h 239"/>
              <a:gd name="T50" fmla="*/ 137 w 266"/>
              <a:gd name="T51" fmla="*/ 90 h 239"/>
              <a:gd name="T52" fmla="*/ 126 w 266"/>
              <a:gd name="T53" fmla="*/ 29 h 239"/>
              <a:gd name="T54" fmla="*/ 217 w 266"/>
              <a:gd name="T55" fmla="*/ 29 h 239"/>
              <a:gd name="T56" fmla="*/ 224 w 266"/>
              <a:gd name="T57" fmla="*/ 31 h 239"/>
              <a:gd name="T58" fmla="*/ 231 w 266"/>
              <a:gd name="T59" fmla="*/ 34 h 239"/>
              <a:gd name="T60" fmla="*/ 262 w 266"/>
              <a:gd name="T61" fmla="*/ 55 h 239"/>
              <a:gd name="T62" fmla="*/ 266 w 266"/>
              <a:gd name="T63" fmla="*/ 60 h 2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266" h="239">
                <a:moveTo>
                  <a:pt x="118" y="5"/>
                </a:moveTo>
                <a:cubicBezTo>
                  <a:pt x="118" y="233"/>
                  <a:pt x="118" y="233"/>
                  <a:pt x="118" y="233"/>
                </a:cubicBezTo>
                <a:cubicBezTo>
                  <a:pt x="118" y="237"/>
                  <a:pt x="116" y="239"/>
                  <a:pt x="113" y="239"/>
                </a:cubicBezTo>
                <a:cubicBezTo>
                  <a:pt x="101" y="239"/>
                  <a:pt x="101" y="239"/>
                  <a:pt x="101" y="239"/>
                </a:cubicBezTo>
                <a:cubicBezTo>
                  <a:pt x="98" y="239"/>
                  <a:pt x="96" y="237"/>
                  <a:pt x="96" y="233"/>
                </a:cubicBezTo>
                <a:cubicBezTo>
                  <a:pt x="96" y="117"/>
                  <a:pt x="96" y="117"/>
                  <a:pt x="96" y="117"/>
                </a:cubicBezTo>
                <a:cubicBezTo>
                  <a:pt x="48" y="117"/>
                  <a:pt x="48" y="117"/>
                  <a:pt x="48" y="117"/>
                </a:cubicBezTo>
                <a:cubicBezTo>
                  <a:pt x="46" y="117"/>
                  <a:pt x="44" y="116"/>
                  <a:pt x="41" y="115"/>
                </a:cubicBezTo>
                <a:cubicBezTo>
                  <a:pt x="38" y="114"/>
                  <a:pt x="36" y="113"/>
                  <a:pt x="34" y="112"/>
                </a:cubicBezTo>
                <a:cubicBezTo>
                  <a:pt x="3" y="90"/>
                  <a:pt x="3" y="90"/>
                  <a:pt x="3" y="90"/>
                </a:cubicBezTo>
                <a:cubicBezTo>
                  <a:pt x="1" y="89"/>
                  <a:pt x="0" y="88"/>
                  <a:pt x="0" y="86"/>
                </a:cubicBezTo>
                <a:cubicBezTo>
                  <a:pt x="0" y="85"/>
                  <a:pt x="1" y="83"/>
                  <a:pt x="3" y="81"/>
                </a:cubicBezTo>
                <a:cubicBezTo>
                  <a:pt x="34" y="60"/>
                  <a:pt x="34" y="60"/>
                  <a:pt x="34" y="60"/>
                </a:cubicBezTo>
                <a:cubicBezTo>
                  <a:pt x="36" y="59"/>
                  <a:pt x="38" y="58"/>
                  <a:pt x="41" y="57"/>
                </a:cubicBezTo>
                <a:cubicBezTo>
                  <a:pt x="44" y="56"/>
                  <a:pt x="46" y="55"/>
                  <a:pt x="48" y="55"/>
                </a:cubicBezTo>
                <a:cubicBezTo>
                  <a:pt x="96" y="55"/>
                  <a:pt x="96" y="55"/>
                  <a:pt x="96" y="55"/>
                </a:cubicBezTo>
                <a:cubicBezTo>
                  <a:pt x="96" y="5"/>
                  <a:pt x="96" y="5"/>
                  <a:pt x="96" y="5"/>
                </a:cubicBezTo>
                <a:cubicBezTo>
                  <a:pt x="96" y="2"/>
                  <a:pt x="98" y="0"/>
                  <a:pt x="101" y="0"/>
                </a:cubicBezTo>
                <a:cubicBezTo>
                  <a:pt x="113" y="0"/>
                  <a:pt x="113" y="0"/>
                  <a:pt x="113" y="0"/>
                </a:cubicBezTo>
                <a:cubicBezTo>
                  <a:pt x="116" y="0"/>
                  <a:pt x="118" y="2"/>
                  <a:pt x="118" y="5"/>
                </a:cubicBezTo>
                <a:close/>
                <a:moveTo>
                  <a:pt x="266" y="60"/>
                </a:moveTo>
                <a:cubicBezTo>
                  <a:pt x="266" y="61"/>
                  <a:pt x="265" y="63"/>
                  <a:pt x="262" y="64"/>
                </a:cubicBezTo>
                <a:cubicBezTo>
                  <a:pt x="231" y="86"/>
                  <a:pt x="231" y="86"/>
                  <a:pt x="231" y="86"/>
                </a:cubicBezTo>
                <a:cubicBezTo>
                  <a:pt x="229" y="87"/>
                  <a:pt x="227" y="88"/>
                  <a:pt x="224" y="89"/>
                </a:cubicBezTo>
                <a:cubicBezTo>
                  <a:pt x="222" y="89"/>
                  <a:pt x="219" y="90"/>
                  <a:pt x="217" y="90"/>
                </a:cubicBezTo>
                <a:cubicBezTo>
                  <a:pt x="137" y="90"/>
                  <a:pt x="137" y="90"/>
                  <a:pt x="137" y="90"/>
                </a:cubicBezTo>
                <a:cubicBezTo>
                  <a:pt x="126" y="29"/>
                  <a:pt x="126" y="29"/>
                  <a:pt x="126" y="29"/>
                </a:cubicBezTo>
                <a:cubicBezTo>
                  <a:pt x="217" y="29"/>
                  <a:pt x="217" y="29"/>
                  <a:pt x="217" y="29"/>
                </a:cubicBezTo>
                <a:cubicBezTo>
                  <a:pt x="219" y="29"/>
                  <a:pt x="222" y="29"/>
                  <a:pt x="224" y="31"/>
                </a:cubicBezTo>
                <a:cubicBezTo>
                  <a:pt x="227" y="31"/>
                  <a:pt x="229" y="32"/>
                  <a:pt x="231" y="34"/>
                </a:cubicBezTo>
                <a:cubicBezTo>
                  <a:pt x="262" y="55"/>
                  <a:pt x="262" y="55"/>
                  <a:pt x="262" y="55"/>
                </a:cubicBezTo>
                <a:cubicBezTo>
                  <a:pt x="265" y="57"/>
                  <a:pt x="266" y="58"/>
                  <a:pt x="266" y="6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54" name="Freeform 57"/>
          <p:cNvSpPr>
            <a:spLocks noEditPoints="1"/>
          </p:cNvSpPr>
          <p:nvPr/>
        </p:nvSpPr>
        <p:spPr bwMode="auto">
          <a:xfrm>
            <a:off x="3363581" y="3630739"/>
            <a:ext cx="286953" cy="178548"/>
          </a:xfrm>
          <a:custGeom>
            <a:avLst/>
            <a:gdLst>
              <a:gd name="T0" fmla="*/ 244 w 248"/>
              <a:gd name="T1" fmla="*/ 44 h 154"/>
              <a:gd name="T2" fmla="*/ 244 w 248"/>
              <a:gd name="T3" fmla="*/ 141 h 154"/>
              <a:gd name="T4" fmla="*/ 231 w 248"/>
              <a:gd name="T5" fmla="*/ 154 h 154"/>
              <a:gd name="T6" fmla="*/ 18 w 248"/>
              <a:gd name="T7" fmla="*/ 154 h 154"/>
              <a:gd name="T8" fmla="*/ 5 w 248"/>
              <a:gd name="T9" fmla="*/ 141 h 154"/>
              <a:gd name="T10" fmla="*/ 5 w 248"/>
              <a:gd name="T11" fmla="*/ 44 h 154"/>
              <a:gd name="T12" fmla="*/ 10 w 248"/>
              <a:gd name="T13" fmla="*/ 41 h 154"/>
              <a:gd name="T14" fmla="*/ 113 w 248"/>
              <a:gd name="T15" fmla="*/ 95 h 154"/>
              <a:gd name="T16" fmla="*/ 125 w 248"/>
              <a:gd name="T17" fmla="*/ 97 h 154"/>
              <a:gd name="T18" fmla="*/ 136 w 248"/>
              <a:gd name="T19" fmla="*/ 95 h 154"/>
              <a:gd name="T20" fmla="*/ 239 w 248"/>
              <a:gd name="T21" fmla="*/ 41 h 154"/>
              <a:gd name="T22" fmla="*/ 244 w 248"/>
              <a:gd name="T23" fmla="*/ 44 h 154"/>
              <a:gd name="T24" fmla="*/ 12 w 248"/>
              <a:gd name="T25" fmla="*/ 0 h 154"/>
              <a:gd name="T26" fmla="*/ 237 w 248"/>
              <a:gd name="T27" fmla="*/ 0 h 154"/>
              <a:gd name="T28" fmla="*/ 236 w 248"/>
              <a:gd name="T29" fmla="*/ 15 h 154"/>
              <a:gd name="T30" fmla="*/ 136 w 248"/>
              <a:gd name="T31" fmla="*/ 68 h 154"/>
              <a:gd name="T32" fmla="*/ 125 w 248"/>
              <a:gd name="T33" fmla="*/ 71 h 154"/>
              <a:gd name="T34" fmla="*/ 113 w 248"/>
              <a:gd name="T35" fmla="*/ 68 h 154"/>
              <a:gd name="T36" fmla="*/ 13 w 248"/>
              <a:gd name="T37" fmla="*/ 15 h 154"/>
              <a:gd name="T38" fmla="*/ 12 w 248"/>
              <a:gd name="T39" fmla="*/ 0 h 1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248" h="154">
                <a:moveTo>
                  <a:pt x="244" y="44"/>
                </a:moveTo>
                <a:cubicBezTo>
                  <a:pt x="244" y="46"/>
                  <a:pt x="244" y="141"/>
                  <a:pt x="244" y="141"/>
                </a:cubicBezTo>
                <a:cubicBezTo>
                  <a:pt x="244" y="147"/>
                  <a:pt x="237" y="154"/>
                  <a:pt x="231" y="154"/>
                </a:cubicBezTo>
                <a:cubicBezTo>
                  <a:pt x="18" y="154"/>
                  <a:pt x="18" y="154"/>
                  <a:pt x="18" y="154"/>
                </a:cubicBezTo>
                <a:cubicBezTo>
                  <a:pt x="12" y="154"/>
                  <a:pt x="5" y="147"/>
                  <a:pt x="5" y="141"/>
                </a:cubicBezTo>
                <a:cubicBezTo>
                  <a:pt x="5" y="141"/>
                  <a:pt x="5" y="46"/>
                  <a:pt x="5" y="44"/>
                </a:cubicBezTo>
                <a:cubicBezTo>
                  <a:pt x="5" y="42"/>
                  <a:pt x="5" y="38"/>
                  <a:pt x="10" y="41"/>
                </a:cubicBezTo>
                <a:cubicBezTo>
                  <a:pt x="17" y="45"/>
                  <a:pt x="108" y="93"/>
                  <a:pt x="113" y="95"/>
                </a:cubicBezTo>
                <a:cubicBezTo>
                  <a:pt x="117" y="97"/>
                  <a:pt x="120" y="97"/>
                  <a:pt x="125" y="97"/>
                </a:cubicBezTo>
                <a:cubicBezTo>
                  <a:pt x="129" y="97"/>
                  <a:pt x="132" y="97"/>
                  <a:pt x="136" y="95"/>
                </a:cubicBezTo>
                <a:cubicBezTo>
                  <a:pt x="141" y="93"/>
                  <a:pt x="231" y="45"/>
                  <a:pt x="239" y="41"/>
                </a:cubicBezTo>
                <a:cubicBezTo>
                  <a:pt x="244" y="38"/>
                  <a:pt x="244" y="42"/>
                  <a:pt x="244" y="44"/>
                </a:cubicBezTo>
                <a:close/>
                <a:moveTo>
                  <a:pt x="12" y="0"/>
                </a:moveTo>
                <a:cubicBezTo>
                  <a:pt x="237" y="0"/>
                  <a:pt x="237" y="0"/>
                  <a:pt x="237" y="0"/>
                </a:cubicBezTo>
                <a:cubicBezTo>
                  <a:pt x="248" y="0"/>
                  <a:pt x="243" y="11"/>
                  <a:pt x="236" y="15"/>
                </a:cubicBezTo>
                <a:cubicBezTo>
                  <a:pt x="229" y="18"/>
                  <a:pt x="140" y="67"/>
                  <a:pt x="136" y="68"/>
                </a:cubicBezTo>
                <a:cubicBezTo>
                  <a:pt x="133" y="70"/>
                  <a:pt x="129" y="71"/>
                  <a:pt x="125" y="71"/>
                </a:cubicBezTo>
                <a:cubicBezTo>
                  <a:pt x="120" y="71"/>
                  <a:pt x="116" y="70"/>
                  <a:pt x="113" y="68"/>
                </a:cubicBezTo>
                <a:cubicBezTo>
                  <a:pt x="109" y="67"/>
                  <a:pt x="20" y="18"/>
                  <a:pt x="13" y="15"/>
                </a:cubicBezTo>
                <a:cubicBezTo>
                  <a:pt x="6" y="11"/>
                  <a:pt x="0" y="0"/>
                  <a:pt x="12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55" name="Freeform 58"/>
          <p:cNvSpPr>
            <a:spLocks noEditPoints="1"/>
          </p:cNvSpPr>
          <p:nvPr/>
        </p:nvSpPr>
        <p:spPr bwMode="auto">
          <a:xfrm>
            <a:off x="3707923" y="3579726"/>
            <a:ext cx="284828" cy="282703"/>
          </a:xfrm>
          <a:custGeom>
            <a:avLst/>
            <a:gdLst>
              <a:gd name="T0" fmla="*/ 245 w 245"/>
              <a:gd name="T1" fmla="*/ 122 h 244"/>
              <a:gd name="T2" fmla="*/ 122 w 245"/>
              <a:gd name="T3" fmla="*/ 244 h 244"/>
              <a:gd name="T4" fmla="*/ 0 w 245"/>
              <a:gd name="T5" fmla="*/ 122 h 244"/>
              <a:gd name="T6" fmla="*/ 122 w 245"/>
              <a:gd name="T7" fmla="*/ 0 h 244"/>
              <a:gd name="T8" fmla="*/ 245 w 245"/>
              <a:gd name="T9" fmla="*/ 122 h 244"/>
              <a:gd name="T10" fmla="*/ 50 w 245"/>
              <a:gd name="T11" fmla="*/ 181 h 244"/>
              <a:gd name="T12" fmla="*/ 181 w 245"/>
              <a:gd name="T13" fmla="*/ 50 h 244"/>
              <a:gd name="T14" fmla="*/ 122 w 245"/>
              <a:gd name="T15" fmla="*/ 29 h 244"/>
              <a:gd name="T16" fmla="*/ 30 w 245"/>
              <a:gd name="T17" fmla="*/ 122 h 244"/>
              <a:gd name="T18" fmla="*/ 50 w 245"/>
              <a:gd name="T19" fmla="*/ 181 h 244"/>
              <a:gd name="T20" fmla="*/ 215 w 245"/>
              <a:gd name="T21" fmla="*/ 122 h 244"/>
              <a:gd name="T22" fmla="*/ 194 w 245"/>
              <a:gd name="T23" fmla="*/ 63 h 244"/>
              <a:gd name="T24" fmla="*/ 64 w 245"/>
              <a:gd name="T25" fmla="*/ 194 h 244"/>
              <a:gd name="T26" fmla="*/ 122 w 245"/>
              <a:gd name="T27" fmla="*/ 215 h 244"/>
              <a:gd name="T28" fmla="*/ 215 w 245"/>
              <a:gd name="T29" fmla="*/ 122 h 2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245" h="244">
                <a:moveTo>
                  <a:pt x="245" y="122"/>
                </a:moveTo>
                <a:cubicBezTo>
                  <a:pt x="245" y="190"/>
                  <a:pt x="190" y="244"/>
                  <a:pt x="122" y="244"/>
                </a:cubicBezTo>
                <a:cubicBezTo>
                  <a:pt x="55" y="244"/>
                  <a:pt x="0" y="190"/>
                  <a:pt x="0" y="122"/>
                </a:cubicBezTo>
                <a:cubicBezTo>
                  <a:pt x="0" y="55"/>
                  <a:pt x="55" y="0"/>
                  <a:pt x="122" y="0"/>
                </a:cubicBezTo>
                <a:cubicBezTo>
                  <a:pt x="190" y="0"/>
                  <a:pt x="245" y="55"/>
                  <a:pt x="245" y="122"/>
                </a:cubicBezTo>
                <a:close/>
                <a:moveTo>
                  <a:pt x="50" y="181"/>
                </a:moveTo>
                <a:cubicBezTo>
                  <a:pt x="181" y="50"/>
                  <a:pt x="181" y="50"/>
                  <a:pt x="181" y="50"/>
                </a:cubicBezTo>
                <a:cubicBezTo>
                  <a:pt x="165" y="37"/>
                  <a:pt x="145" y="29"/>
                  <a:pt x="122" y="29"/>
                </a:cubicBezTo>
                <a:cubicBezTo>
                  <a:pt x="71" y="29"/>
                  <a:pt x="30" y="71"/>
                  <a:pt x="30" y="122"/>
                </a:cubicBezTo>
                <a:cubicBezTo>
                  <a:pt x="30" y="144"/>
                  <a:pt x="37" y="165"/>
                  <a:pt x="50" y="181"/>
                </a:cubicBezTo>
                <a:close/>
                <a:moveTo>
                  <a:pt x="215" y="122"/>
                </a:moveTo>
                <a:cubicBezTo>
                  <a:pt x="215" y="100"/>
                  <a:pt x="207" y="79"/>
                  <a:pt x="194" y="63"/>
                </a:cubicBezTo>
                <a:cubicBezTo>
                  <a:pt x="64" y="194"/>
                  <a:pt x="64" y="194"/>
                  <a:pt x="64" y="194"/>
                </a:cubicBezTo>
                <a:cubicBezTo>
                  <a:pt x="79" y="207"/>
                  <a:pt x="100" y="215"/>
                  <a:pt x="122" y="215"/>
                </a:cubicBezTo>
                <a:cubicBezTo>
                  <a:pt x="173" y="215"/>
                  <a:pt x="215" y="174"/>
                  <a:pt x="215" y="122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56" name="Freeform 59"/>
          <p:cNvSpPr>
            <a:spLocks noEditPoints="1"/>
          </p:cNvSpPr>
          <p:nvPr/>
        </p:nvSpPr>
        <p:spPr bwMode="auto">
          <a:xfrm>
            <a:off x="4054393" y="3596732"/>
            <a:ext cx="242316" cy="244441"/>
          </a:xfrm>
          <a:custGeom>
            <a:avLst/>
            <a:gdLst>
              <a:gd name="T0" fmla="*/ 207 w 209"/>
              <a:gd name="T1" fmla="*/ 53 h 210"/>
              <a:gd name="T2" fmla="*/ 140 w 209"/>
              <a:gd name="T3" fmla="*/ 119 h 210"/>
              <a:gd name="T4" fmla="*/ 63 w 209"/>
              <a:gd name="T5" fmla="*/ 196 h 210"/>
              <a:gd name="T6" fmla="*/ 0 w 209"/>
              <a:gd name="T7" fmla="*/ 210 h 210"/>
              <a:gd name="T8" fmla="*/ 13 w 209"/>
              <a:gd name="T9" fmla="*/ 147 h 210"/>
              <a:gd name="T10" fmla="*/ 90 w 209"/>
              <a:gd name="T11" fmla="*/ 70 h 210"/>
              <a:gd name="T12" fmla="*/ 157 w 209"/>
              <a:gd name="T13" fmla="*/ 3 h 210"/>
              <a:gd name="T14" fmla="*/ 190 w 209"/>
              <a:gd name="T15" fmla="*/ 19 h 210"/>
              <a:gd name="T16" fmla="*/ 207 w 209"/>
              <a:gd name="T17" fmla="*/ 53 h 210"/>
              <a:gd name="T18" fmla="*/ 66 w 209"/>
              <a:gd name="T19" fmla="*/ 183 h 210"/>
              <a:gd name="T20" fmla="*/ 52 w 209"/>
              <a:gd name="T21" fmla="*/ 158 h 210"/>
              <a:gd name="T22" fmla="*/ 27 w 209"/>
              <a:gd name="T23" fmla="*/ 144 h 210"/>
              <a:gd name="T24" fmla="*/ 21 w 209"/>
              <a:gd name="T25" fmla="*/ 150 h 210"/>
              <a:gd name="T26" fmla="*/ 16 w 209"/>
              <a:gd name="T27" fmla="*/ 172 h 210"/>
              <a:gd name="T28" fmla="*/ 28 w 209"/>
              <a:gd name="T29" fmla="*/ 181 h 210"/>
              <a:gd name="T30" fmla="*/ 38 w 209"/>
              <a:gd name="T31" fmla="*/ 193 h 210"/>
              <a:gd name="T32" fmla="*/ 59 w 209"/>
              <a:gd name="T33" fmla="*/ 188 h 210"/>
              <a:gd name="T34" fmla="*/ 66 w 209"/>
              <a:gd name="T35" fmla="*/ 183 h 2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09" h="210">
                <a:moveTo>
                  <a:pt x="207" y="53"/>
                </a:moveTo>
                <a:cubicBezTo>
                  <a:pt x="140" y="119"/>
                  <a:pt x="140" y="119"/>
                  <a:pt x="140" y="119"/>
                </a:cubicBezTo>
                <a:cubicBezTo>
                  <a:pt x="63" y="196"/>
                  <a:pt x="63" y="196"/>
                  <a:pt x="63" y="196"/>
                </a:cubicBezTo>
                <a:cubicBezTo>
                  <a:pt x="0" y="210"/>
                  <a:pt x="0" y="210"/>
                  <a:pt x="0" y="210"/>
                </a:cubicBezTo>
                <a:cubicBezTo>
                  <a:pt x="13" y="147"/>
                  <a:pt x="13" y="147"/>
                  <a:pt x="13" y="147"/>
                </a:cubicBezTo>
                <a:cubicBezTo>
                  <a:pt x="90" y="70"/>
                  <a:pt x="90" y="70"/>
                  <a:pt x="90" y="70"/>
                </a:cubicBezTo>
                <a:cubicBezTo>
                  <a:pt x="157" y="3"/>
                  <a:pt x="157" y="3"/>
                  <a:pt x="157" y="3"/>
                </a:cubicBezTo>
                <a:cubicBezTo>
                  <a:pt x="157" y="3"/>
                  <a:pt x="171" y="0"/>
                  <a:pt x="190" y="19"/>
                </a:cubicBezTo>
                <a:cubicBezTo>
                  <a:pt x="209" y="38"/>
                  <a:pt x="207" y="53"/>
                  <a:pt x="207" y="53"/>
                </a:cubicBezTo>
                <a:close/>
                <a:moveTo>
                  <a:pt x="66" y="183"/>
                </a:moveTo>
                <a:cubicBezTo>
                  <a:pt x="66" y="183"/>
                  <a:pt x="65" y="171"/>
                  <a:pt x="52" y="158"/>
                </a:cubicBezTo>
                <a:cubicBezTo>
                  <a:pt x="39" y="144"/>
                  <a:pt x="27" y="144"/>
                  <a:pt x="27" y="144"/>
                </a:cubicBezTo>
                <a:cubicBezTo>
                  <a:pt x="21" y="150"/>
                  <a:pt x="21" y="150"/>
                  <a:pt x="21" y="150"/>
                </a:cubicBezTo>
                <a:cubicBezTo>
                  <a:pt x="16" y="172"/>
                  <a:pt x="16" y="172"/>
                  <a:pt x="16" y="172"/>
                </a:cubicBezTo>
                <a:cubicBezTo>
                  <a:pt x="20" y="174"/>
                  <a:pt x="24" y="176"/>
                  <a:pt x="28" y="181"/>
                </a:cubicBezTo>
                <a:cubicBezTo>
                  <a:pt x="33" y="186"/>
                  <a:pt x="36" y="190"/>
                  <a:pt x="38" y="193"/>
                </a:cubicBezTo>
                <a:cubicBezTo>
                  <a:pt x="59" y="188"/>
                  <a:pt x="59" y="188"/>
                  <a:pt x="59" y="188"/>
                </a:cubicBezTo>
                <a:lnTo>
                  <a:pt x="66" y="183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57" name="Freeform 60"/>
          <p:cNvSpPr>
            <a:spLocks/>
          </p:cNvSpPr>
          <p:nvPr/>
        </p:nvSpPr>
        <p:spPr bwMode="auto">
          <a:xfrm>
            <a:off x="4356224" y="3615861"/>
            <a:ext cx="278451" cy="210433"/>
          </a:xfrm>
          <a:custGeom>
            <a:avLst/>
            <a:gdLst>
              <a:gd name="T0" fmla="*/ 0 w 238"/>
              <a:gd name="T1" fmla="*/ 180 h 180"/>
              <a:gd name="T2" fmla="*/ 143 w 238"/>
              <a:gd name="T3" fmla="*/ 51 h 180"/>
              <a:gd name="T4" fmla="*/ 143 w 238"/>
              <a:gd name="T5" fmla="*/ 0 h 180"/>
              <a:gd name="T6" fmla="*/ 238 w 238"/>
              <a:gd name="T7" fmla="*/ 85 h 180"/>
              <a:gd name="T8" fmla="*/ 143 w 238"/>
              <a:gd name="T9" fmla="*/ 175 h 180"/>
              <a:gd name="T10" fmla="*/ 143 w 238"/>
              <a:gd name="T11" fmla="*/ 117 h 180"/>
              <a:gd name="T12" fmla="*/ 0 w 238"/>
              <a:gd name="T13" fmla="*/ 180 h 1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38" h="180">
                <a:moveTo>
                  <a:pt x="0" y="180"/>
                </a:moveTo>
                <a:cubicBezTo>
                  <a:pt x="0" y="180"/>
                  <a:pt x="26" y="51"/>
                  <a:pt x="143" y="51"/>
                </a:cubicBezTo>
                <a:cubicBezTo>
                  <a:pt x="143" y="0"/>
                  <a:pt x="143" y="0"/>
                  <a:pt x="143" y="0"/>
                </a:cubicBezTo>
                <a:cubicBezTo>
                  <a:pt x="238" y="85"/>
                  <a:pt x="238" y="85"/>
                  <a:pt x="238" y="85"/>
                </a:cubicBezTo>
                <a:cubicBezTo>
                  <a:pt x="143" y="175"/>
                  <a:pt x="143" y="175"/>
                  <a:pt x="143" y="175"/>
                </a:cubicBezTo>
                <a:cubicBezTo>
                  <a:pt x="143" y="117"/>
                  <a:pt x="143" y="117"/>
                  <a:pt x="143" y="117"/>
                </a:cubicBezTo>
                <a:cubicBezTo>
                  <a:pt x="80" y="117"/>
                  <a:pt x="33" y="122"/>
                  <a:pt x="0" y="18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58" name="Freeform 61"/>
          <p:cNvSpPr>
            <a:spLocks/>
          </p:cNvSpPr>
          <p:nvPr/>
        </p:nvSpPr>
        <p:spPr bwMode="auto">
          <a:xfrm>
            <a:off x="4696316" y="3615861"/>
            <a:ext cx="278451" cy="210433"/>
          </a:xfrm>
          <a:custGeom>
            <a:avLst/>
            <a:gdLst>
              <a:gd name="T0" fmla="*/ 95 w 239"/>
              <a:gd name="T1" fmla="*/ 117 h 180"/>
              <a:gd name="T2" fmla="*/ 95 w 239"/>
              <a:gd name="T3" fmla="*/ 175 h 180"/>
              <a:gd name="T4" fmla="*/ 0 w 239"/>
              <a:gd name="T5" fmla="*/ 86 h 180"/>
              <a:gd name="T6" fmla="*/ 95 w 239"/>
              <a:gd name="T7" fmla="*/ 0 h 180"/>
              <a:gd name="T8" fmla="*/ 95 w 239"/>
              <a:gd name="T9" fmla="*/ 51 h 180"/>
              <a:gd name="T10" fmla="*/ 239 w 239"/>
              <a:gd name="T11" fmla="*/ 180 h 180"/>
              <a:gd name="T12" fmla="*/ 95 w 239"/>
              <a:gd name="T13" fmla="*/ 117 h 1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39" h="180">
                <a:moveTo>
                  <a:pt x="95" y="117"/>
                </a:moveTo>
                <a:cubicBezTo>
                  <a:pt x="95" y="175"/>
                  <a:pt x="95" y="175"/>
                  <a:pt x="95" y="175"/>
                </a:cubicBezTo>
                <a:cubicBezTo>
                  <a:pt x="0" y="86"/>
                  <a:pt x="0" y="86"/>
                  <a:pt x="0" y="86"/>
                </a:cubicBezTo>
                <a:cubicBezTo>
                  <a:pt x="95" y="0"/>
                  <a:pt x="95" y="0"/>
                  <a:pt x="95" y="0"/>
                </a:cubicBezTo>
                <a:cubicBezTo>
                  <a:pt x="95" y="51"/>
                  <a:pt x="95" y="51"/>
                  <a:pt x="95" y="51"/>
                </a:cubicBezTo>
                <a:cubicBezTo>
                  <a:pt x="212" y="51"/>
                  <a:pt x="239" y="180"/>
                  <a:pt x="239" y="180"/>
                </a:cubicBezTo>
                <a:cubicBezTo>
                  <a:pt x="205" y="122"/>
                  <a:pt x="158" y="117"/>
                  <a:pt x="95" y="11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59" name="Freeform 62"/>
          <p:cNvSpPr>
            <a:spLocks noEditPoints="1"/>
          </p:cNvSpPr>
          <p:nvPr/>
        </p:nvSpPr>
        <p:spPr bwMode="auto">
          <a:xfrm>
            <a:off x="5036408" y="3615861"/>
            <a:ext cx="306083" cy="210433"/>
          </a:xfrm>
          <a:custGeom>
            <a:avLst/>
            <a:gdLst>
              <a:gd name="T0" fmla="*/ 39 w 265"/>
              <a:gd name="T1" fmla="*/ 85 h 180"/>
              <a:gd name="T2" fmla="*/ 96 w 265"/>
              <a:gd name="T3" fmla="*/ 137 h 180"/>
              <a:gd name="T4" fmla="*/ 96 w 265"/>
              <a:gd name="T5" fmla="*/ 175 h 180"/>
              <a:gd name="T6" fmla="*/ 0 w 265"/>
              <a:gd name="T7" fmla="*/ 85 h 180"/>
              <a:gd name="T8" fmla="*/ 96 w 265"/>
              <a:gd name="T9" fmla="*/ 0 h 180"/>
              <a:gd name="T10" fmla="*/ 96 w 265"/>
              <a:gd name="T11" fmla="*/ 35 h 180"/>
              <a:gd name="T12" fmla="*/ 39 w 265"/>
              <a:gd name="T13" fmla="*/ 85 h 180"/>
              <a:gd name="T14" fmla="*/ 265 w 265"/>
              <a:gd name="T15" fmla="*/ 180 h 180"/>
              <a:gd name="T16" fmla="*/ 162 w 265"/>
              <a:gd name="T17" fmla="*/ 117 h 180"/>
              <a:gd name="T18" fmla="*/ 162 w 265"/>
              <a:gd name="T19" fmla="*/ 175 h 180"/>
              <a:gd name="T20" fmla="*/ 66 w 265"/>
              <a:gd name="T21" fmla="*/ 85 h 180"/>
              <a:gd name="T22" fmla="*/ 162 w 265"/>
              <a:gd name="T23" fmla="*/ 0 h 180"/>
              <a:gd name="T24" fmla="*/ 162 w 265"/>
              <a:gd name="T25" fmla="*/ 51 h 180"/>
              <a:gd name="T26" fmla="*/ 265 w 265"/>
              <a:gd name="T27" fmla="*/ 180 h 1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65" h="180">
                <a:moveTo>
                  <a:pt x="39" y="85"/>
                </a:moveTo>
                <a:cubicBezTo>
                  <a:pt x="96" y="137"/>
                  <a:pt x="96" y="137"/>
                  <a:pt x="96" y="137"/>
                </a:cubicBezTo>
                <a:cubicBezTo>
                  <a:pt x="96" y="175"/>
                  <a:pt x="96" y="175"/>
                  <a:pt x="96" y="175"/>
                </a:cubicBezTo>
                <a:cubicBezTo>
                  <a:pt x="0" y="85"/>
                  <a:pt x="0" y="85"/>
                  <a:pt x="0" y="85"/>
                </a:cubicBezTo>
                <a:cubicBezTo>
                  <a:pt x="96" y="0"/>
                  <a:pt x="96" y="0"/>
                  <a:pt x="96" y="0"/>
                </a:cubicBezTo>
                <a:cubicBezTo>
                  <a:pt x="96" y="35"/>
                  <a:pt x="96" y="35"/>
                  <a:pt x="96" y="35"/>
                </a:cubicBezTo>
                <a:lnTo>
                  <a:pt x="39" y="85"/>
                </a:lnTo>
                <a:close/>
                <a:moveTo>
                  <a:pt x="265" y="180"/>
                </a:moveTo>
                <a:cubicBezTo>
                  <a:pt x="232" y="122"/>
                  <a:pt x="206" y="117"/>
                  <a:pt x="162" y="117"/>
                </a:cubicBezTo>
                <a:cubicBezTo>
                  <a:pt x="162" y="175"/>
                  <a:pt x="162" y="175"/>
                  <a:pt x="162" y="175"/>
                </a:cubicBezTo>
                <a:cubicBezTo>
                  <a:pt x="66" y="85"/>
                  <a:pt x="66" y="85"/>
                  <a:pt x="66" y="85"/>
                </a:cubicBezTo>
                <a:cubicBezTo>
                  <a:pt x="162" y="0"/>
                  <a:pt x="162" y="0"/>
                  <a:pt x="162" y="0"/>
                </a:cubicBezTo>
                <a:cubicBezTo>
                  <a:pt x="162" y="51"/>
                  <a:pt x="162" y="51"/>
                  <a:pt x="162" y="51"/>
                </a:cubicBezTo>
                <a:cubicBezTo>
                  <a:pt x="260" y="51"/>
                  <a:pt x="265" y="180"/>
                  <a:pt x="265" y="18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60" name="Freeform 63"/>
          <p:cNvSpPr>
            <a:spLocks noEditPoints="1"/>
          </p:cNvSpPr>
          <p:nvPr/>
        </p:nvSpPr>
        <p:spPr bwMode="auto">
          <a:xfrm>
            <a:off x="5404134" y="3566973"/>
            <a:ext cx="142415" cy="308209"/>
          </a:xfrm>
          <a:custGeom>
            <a:avLst/>
            <a:gdLst>
              <a:gd name="T0" fmla="*/ 24 w 122"/>
              <a:gd name="T1" fmla="*/ 219 h 266"/>
              <a:gd name="T2" fmla="*/ 40 w 122"/>
              <a:gd name="T3" fmla="*/ 152 h 266"/>
              <a:gd name="T4" fmla="*/ 40 w 122"/>
              <a:gd name="T5" fmla="*/ 136 h 266"/>
              <a:gd name="T6" fmla="*/ 7 w 122"/>
              <a:gd name="T7" fmla="*/ 151 h 266"/>
              <a:gd name="T8" fmla="*/ 0 w 122"/>
              <a:gd name="T9" fmla="*/ 140 h 266"/>
              <a:gd name="T10" fmla="*/ 91 w 122"/>
              <a:gd name="T11" fmla="*/ 93 h 266"/>
              <a:gd name="T12" fmla="*/ 100 w 122"/>
              <a:gd name="T13" fmla="*/ 136 h 266"/>
              <a:gd name="T14" fmla="*/ 81 w 122"/>
              <a:gd name="T15" fmla="*/ 208 h 266"/>
              <a:gd name="T16" fmla="*/ 83 w 122"/>
              <a:gd name="T17" fmla="*/ 225 h 266"/>
              <a:gd name="T18" fmla="*/ 114 w 122"/>
              <a:gd name="T19" fmla="*/ 209 h 266"/>
              <a:gd name="T20" fmla="*/ 122 w 122"/>
              <a:gd name="T21" fmla="*/ 219 h 266"/>
              <a:gd name="T22" fmla="*/ 39 w 122"/>
              <a:gd name="T23" fmla="*/ 266 h 266"/>
              <a:gd name="T24" fmla="*/ 24 w 122"/>
              <a:gd name="T25" fmla="*/ 219 h 266"/>
              <a:gd name="T26" fmla="*/ 120 w 122"/>
              <a:gd name="T27" fmla="*/ 26 h 266"/>
              <a:gd name="T28" fmla="*/ 85 w 122"/>
              <a:gd name="T29" fmla="*/ 60 h 266"/>
              <a:gd name="T30" fmla="*/ 58 w 122"/>
              <a:gd name="T31" fmla="*/ 33 h 266"/>
              <a:gd name="T32" fmla="*/ 93 w 122"/>
              <a:gd name="T33" fmla="*/ 0 h 266"/>
              <a:gd name="T34" fmla="*/ 120 w 122"/>
              <a:gd name="T35" fmla="*/ 26 h 2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22" h="266">
                <a:moveTo>
                  <a:pt x="24" y="219"/>
                </a:moveTo>
                <a:cubicBezTo>
                  <a:pt x="40" y="152"/>
                  <a:pt x="40" y="152"/>
                  <a:pt x="40" y="152"/>
                </a:cubicBezTo>
                <a:cubicBezTo>
                  <a:pt x="43" y="141"/>
                  <a:pt x="43" y="136"/>
                  <a:pt x="40" y="136"/>
                </a:cubicBezTo>
                <a:cubicBezTo>
                  <a:pt x="36" y="136"/>
                  <a:pt x="18" y="144"/>
                  <a:pt x="7" y="151"/>
                </a:cubicBezTo>
                <a:cubicBezTo>
                  <a:pt x="0" y="140"/>
                  <a:pt x="0" y="140"/>
                  <a:pt x="0" y="140"/>
                </a:cubicBezTo>
                <a:cubicBezTo>
                  <a:pt x="34" y="110"/>
                  <a:pt x="74" y="93"/>
                  <a:pt x="91" y="93"/>
                </a:cubicBezTo>
                <a:cubicBezTo>
                  <a:pt x="104" y="93"/>
                  <a:pt x="106" y="110"/>
                  <a:pt x="100" y="136"/>
                </a:cubicBezTo>
                <a:cubicBezTo>
                  <a:pt x="81" y="208"/>
                  <a:pt x="81" y="208"/>
                  <a:pt x="81" y="208"/>
                </a:cubicBezTo>
                <a:cubicBezTo>
                  <a:pt x="78" y="220"/>
                  <a:pt x="79" y="225"/>
                  <a:pt x="83" y="225"/>
                </a:cubicBezTo>
                <a:cubicBezTo>
                  <a:pt x="87" y="225"/>
                  <a:pt x="101" y="219"/>
                  <a:pt x="114" y="209"/>
                </a:cubicBezTo>
                <a:cubicBezTo>
                  <a:pt x="122" y="219"/>
                  <a:pt x="122" y="219"/>
                  <a:pt x="122" y="219"/>
                </a:cubicBezTo>
                <a:cubicBezTo>
                  <a:pt x="89" y="253"/>
                  <a:pt x="53" y="266"/>
                  <a:pt x="39" y="266"/>
                </a:cubicBezTo>
                <a:cubicBezTo>
                  <a:pt x="25" y="266"/>
                  <a:pt x="14" y="257"/>
                  <a:pt x="24" y="219"/>
                </a:cubicBezTo>
                <a:close/>
                <a:moveTo>
                  <a:pt x="120" y="26"/>
                </a:moveTo>
                <a:cubicBezTo>
                  <a:pt x="120" y="44"/>
                  <a:pt x="105" y="60"/>
                  <a:pt x="85" y="60"/>
                </a:cubicBezTo>
                <a:cubicBezTo>
                  <a:pt x="68" y="60"/>
                  <a:pt x="58" y="50"/>
                  <a:pt x="58" y="33"/>
                </a:cubicBezTo>
                <a:cubicBezTo>
                  <a:pt x="58" y="20"/>
                  <a:pt x="70" y="0"/>
                  <a:pt x="93" y="0"/>
                </a:cubicBezTo>
                <a:cubicBezTo>
                  <a:pt x="111" y="0"/>
                  <a:pt x="120" y="13"/>
                  <a:pt x="120" y="26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61" name="Freeform 64"/>
          <p:cNvSpPr>
            <a:spLocks/>
          </p:cNvSpPr>
          <p:nvPr/>
        </p:nvSpPr>
        <p:spPr bwMode="auto">
          <a:xfrm>
            <a:off x="5610315" y="3581851"/>
            <a:ext cx="289077" cy="278451"/>
          </a:xfrm>
          <a:custGeom>
            <a:avLst/>
            <a:gdLst>
              <a:gd name="T0" fmla="*/ 249 w 249"/>
              <a:gd name="T1" fmla="*/ 211 h 239"/>
              <a:gd name="T2" fmla="*/ 249 w 249"/>
              <a:gd name="T3" fmla="*/ 239 h 239"/>
              <a:gd name="T4" fmla="*/ 124 w 249"/>
              <a:gd name="T5" fmla="*/ 239 h 239"/>
              <a:gd name="T6" fmla="*/ 0 w 249"/>
              <a:gd name="T7" fmla="*/ 239 h 239"/>
              <a:gd name="T8" fmla="*/ 0 w 249"/>
              <a:gd name="T9" fmla="*/ 211 h 239"/>
              <a:gd name="T10" fmla="*/ 54 w 249"/>
              <a:gd name="T11" fmla="*/ 178 h 239"/>
              <a:gd name="T12" fmla="*/ 97 w 249"/>
              <a:gd name="T13" fmla="*/ 135 h 239"/>
              <a:gd name="T14" fmla="*/ 83 w 249"/>
              <a:gd name="T15" fmla="*/ 102 h 239"/>
              <a:gd name="T16" fmla="*/ 70 w 249"/>
              <a:gd name="T17" fmla="*/ 80 h 239"/>
              <a:gd name="T18" fmla="*/ 75 w 249"/>
              <a:gd name="T19" fmla="*/ 69 h 239"/>
              <a:gd name="T20" fmla="*/ 72 w 249"/>
              <a:gd name="T21" fmla="*/ 45 h 239"/>
              <a:gd name="T22" fmla="*/ 124 w 249"/>
              <a:gd name="T23" fmla="*/ 0 h 239"/>
              <a:gd name="T24" fmla="*/ 177 w 249"/>
              <a:gd name="T25" fmla="*/ 45 h 239"/>
              <a:gd name="T26" fmla="*/ 174 w 249"/>
              <a:gd name="T27" fmla="*/ 69 h 239"/>
              <a:gd name="T28" fmla="*/ 178 w 249"/>
              <a:gd name="T29" fmla="*/ 80 h 239"/>
              <a:gd name="T30" fmla="*/ 166 w 249"/>
              <a:gd name="T31" fmla="*/ 102 h 239"/>
              <a:gd name="T32" fmla="*/ 152 w 249"/>
              <a:gd name="T33" fmla="*/ 135 h 239"/>
              <a:gd name="T34" fmla="*/ 195 w 249"/>
              <a:gd name="T35" fmla="*/ 178 h 239"/>
              <a:gd name="T36" fmla="*/ 249 w 249"/>
              <a:gd name="T37" fmla="*/ 211 h 2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249" h="239">
                <a:moveTo>
                  <a:pt x="249" y="211"/>
                </a:moveTo>
                <a:cubicBezTo>
                  <a:pt x="249" y="219"/>
                  <a:pt x="249" y="239"/>
                  <a:pt x="249" y="239"/>
                </a:cubicBezTo>
                <a:cubicBezTo>
                  <a:pt x="124" y="239"/>
                  <a:pt x="124" y="239"/>
                  <a:pt x="124" y="239"/>
                </a:cubicBezTo>
                <a:cubicBezTo>
                  <a:pt x="0" y="239"/>
                  <a:pt x="0" y="239"/>
                  <a:pt x="0" y="239"/>
                </a:cubicBezTo>
                <a:cubicBezTo>
                  <a:pt x="0" y="239"/>
                  <a:pt x="0" y="219"/>
                  <a:pt x="0" y="211"/>
                </a:cubicBezTo>
                <a:cubicBezTo>
                  <a:pt x="0" y="203"/>
                  <a:pt x="21" y="190"/>
                  <a:pt x="54" y="178"/>
                </a:cubicBezTo>
                <a:cubicBezTo>
                  <a:pt x="87" y="166"/>
                  <a:pt x="97" y="156"/>
                  <a:pt x="97" y="135"/>
                </a:cubicBezTo>
                <a:cubicBezTo>
                  <a:pt x="97" y="122"/>
                  <a:pt x="87" y="126"/>
                  <a:pt x="83" y="102"/>
                </a:cubicBezTo>
                <a:cubicBezTo>
                  <a:pt x="81" y="93"/>
                  <a:pt x="72" y="102"/>
                  <a:pt x="70" y="80"/>
                </a:cubicBezTo>
                <a:cubicBezTo>
                  <a:pt x="70" y="71"/>
                  <a:pt x="75" y="69"/>
                  <a:pt x="75" y="69"/>
                </a:cubicBezTo>
                <a:cubicBezTo>
                  <a:pt x="75" y="69"/>
                  <a:pt x="73" y="55"/>
                  <a:pt x="72" y="45"/>
                </a:cubicBezTo>
                <a:cubicBezTo>
                  <a:pt x="71" y="33"/>
                  <a:pt x="79" y="0"/>
                  <a:pt x="124" y="0"/>
                </a:cubicBezTo>
                <a:cubicBezTo>
                  <a:pt x="170" y="0"/>
                  <a:pt x="178" y="33"/>
                  <a:pt x="177" y="45"/>
                </a:cubicBezTo>
                <a:cubicBezTo>
                  <a:pt x="176" y="55"/>
                  <a:pt x="174" y="69"/>
                  <a:pt x="174" y="69"/>
                </a:cubicBezTo>
                <a:cubicBezTo>
                  <a:pt x="174" y="69"/>
                  <a:pt x="178" y="71"/>
                  <a:pt x="178" y="80"/>
                </a:cubicBezTo>
                <a:cubicBezTo>
                  <a:pt x="177" y="102"/>
                  <a:pt x="168" y="93"/>
                  <a:pt x="166" y="102"/>
                </a:cubicBezTo>
                <a:cubicBezTo>
                  <a:pt x="162" y="126"/>
                  <a:pt x="152" y="122"/>
                  <a:pt x="152" y="135"/>
                </a:cubicBezTo>
                <a:cubicBezTo>
                  <a:pt x="152" y="156"/>
                  <a:pt x="163" y="166"/>
                  <a:pt x="195" y="178"/>
                </a:cubicBezTo>
                <a:cubicBezTo>
                  <a:pt x="228" y="190"/>
                  <a:pt x="249" y="203"/>
                  <a:pt x="249" y="21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62" name="Freeform 65"/>
          <p:cNvSpPr>
            <a:spLocks/>
          </p:cNvSpPr>
          <p:nvPr/>
        </p:nvSpPr>
        <p:spPr bwMode="auto">
          <a:xfrm>
            <a:off x="5956783" y="3579725"/>
            <a:ext cx="129660" cy="280576"/>
          </a:xfrm>
          <a:custGeom>
            <a:avLst/>
            <a:gdLst>
              <a:gd name="T0" fmla="*/ 54 w 110"/>
              <a:gd name="T1" fmla="*/ 141 h 242"/>
              <a:gd name="T2" fmla="*/ 3 w 110"/>
              <a:gd name="T3" fmla="*/ 115 h 242"/>
              <a:gd name="T4" fmla="*/ 98 w 110"/>
              <a:gd name="T5" fmla="*/ 2 h 242"/>
              <a:gd name="T6" fmla="*/ 58 w 110"/>
              <a:gd name="T7" fmla="*/ 101 h 242"/>
              <a:gd name="T8" fmla="*/ 109 w 110"/>
              <a:gd name="T9" fmla="*/ 127 h 242"/>
              <a:gd name="T10" fmla="*/ 13 w 110"/>
              <a:gd name="T11" fmla="*/ 241 h 242"/>
              <a:gd name="T12" fmla="*/ 54 w 110"/>
              <a:gd name="T13" fmla="*/ 141 h 2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10" h="242">
                <a:moveTo>
                  <a:pt x="54" y="141"/>
                </a:moveTo>
                <a:cubicBezTo>
                  <a:pt x="52" y="138"/>
                  <a:pt x="5" y="122"/>
                  <a:pt x="3" y="115"/>
                </a:cubicBezTo>
                <a:cubicBezTo>
                  <a:pt x="0" y="108"/>
                  <a:pt x="96" y="0"/>
                  <a:pt x="98" y="2"/>
                </a:cubicBezTo>
                <a:cubicBezTo>
                  <a:pt x="100" y="4"/>
                  <a:pt x="56" y="98"/>
                  <a:pt x="58" y="101"/>
                </a:cubicBezTo>
                <a:cubicBezTo>
                  <a:pt x="59" y="104"/>
                  <a:pt x="107" y="120"/>
                  <a:pt x="109" y="127"/>
                </a:cubicBezTo>
                <a:cubicBezTo>
                  <a:pt x="110" y="135"/>
                  <a:pt x="16" y="242"/>
                  <a:pt x="13" y="241"/>
                </a:cubicBezTo>
                <a:cubicBezTo>
                  <a:pt x="11" y="239"/>
                  <a:pt x="55" y="146"/>
                  <a:pt x="54" y="14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63" name="Freeform 66"/>
          <p:cNvSpPr>
            <a:spLocks/>
          </p:cNvSpPr>
          <p:nvPr/>
        </p:nvSpPr>
        <p:spPr bwMode="auto">
          <a:xfrm>
            <a:off x="6143835" y="3609483"/>
            <a:ext cx="212557" cy="218936"/>
          </a:xfrm>
          <a:custGeom>
            <a:avLst/>
            <a:gdLst>
              <a:gd name="T0" fmla="*/ 53 w 182"/>
              <a:gd name="T1" fmla="*/ 181 h 188"/>
              <a:gd name="T2" fmla="*/ 6 w 182"/>
              <a:gd name="T3" fmla="*/ 118 h 188"/>
              <a:gd name="T4" fmla="*/ 10 w 182"/>
              <a:gd name="T5" fmla="*/ 92 h 188"/>
              <a:gd name="T6" fmla="*/ 35 w 182"/>
              <a:gd name="T7" fmla="*/ 96 h 188"/>
              <a:gd name="T8" fmla="*/ 66 w 182"/>
              <a:gd name="T9" fmla="*/ 137 h 188"/>
              <a:gd name="T10" fmla="*/ 145 w 182"/>
              <a:gd name="T11" fmla="*/ 11 h 188"/>
              <a:gd name="T12" fmla="*/ 170 w 182"/>
              <a:gd name="T13" fmla="*/ 5 h 188"/>
              <a:gd name="T14" fmla="*/ 176 w 182"/>
              <a:gd name="T15" fmla="*/ 30 h 188"/>
              <a:gd name="T16" fmla="*/ 84 w 182"/>
              <a:gd name="T17" fmla="*/ 180 h 188"/>
              <a:gd name="T18" fmla="*/ 69 w 182"/>
              <a:gd name="T19" fmla="*/ 188 h 188"/>
              <a:gd name="T20" fmla="*/ 68 w 182"/>
              <a:gd name="T21" fmla="*/ 188 h 188"/>
              <a:gd name="T22" fmla="*/ 53 w 182"/>
              <a:gd name="T23" fmla="*/ 181 h 1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82" h="188">
                <a:moveTo>
                  <a:pt x="53" y="181"/>
                </a:moveTo>
                <a:cubicBezTo>
                  <a:pt x="6" y="118"/>
                  <a:pt x="6" y="118"/>
                  <a:pt x="6" y="118"/>
                </a:cubicBezTo>
                <a:cubicBezTo>
                  <a:pt x="0" y="110"/>
                  <a:pt x="1" y="98"/>
                  <a:pt x="10" y="92"/>
                </a:cubicBezTo>
                <a:cubicBezTo>
                  <a:pt x="18" y="86"/>
                  <a:pt x="29" y="88"/>
                  <a:pt x="35" y="96"/>
                </a:cubicBezTo>
                <a:cubicBezTo>
                  <a:pt x="66" y="137"/>
                  <a:pt x="66" y="137"/>
                  <a:pt x="66" y="137"/>
                </a:cubicBezTo>
                <a:cubicBezTo>
                  <a:pt x="145" y="11"/>
                  <a:pt x="145" y="11"/>
                  <a:pt x="145" y="11"/>
                </a:cubicBezTo>
                <a:cubicBezTo>
                  <a:pt x="150" y="2"/>
                  <a:pt x="162" y="0"/>
                  <a:pt x="170" y="5"/>
                </a:cubicBezTo>
                <a:cubicBezTo>
                  <a:pt x="179" y="10"/>
                  <a:pt x="182" y="22"/>
                  <a:pt x="176" y="30"/>
                </a:cubicBezTo>
                <a:cubicBezTo>
                  <a:pt x="84" y="180"/>
                  <a:pt x="84" y="180"/>
                  <a:pt x="84" y="180"/>
                </a:cubicBezTo>
                <a:cubicBezTo>
                  <a:pt x="81" y="184"/>
                  <a:pt x="75" y="188"/>
                  <a:pt x="69" y="188"/>
                </a:cubicBezTo>
                <a:cubicBezTo>
                  <a:pt x="69" y="188"/>
                  <a:pt x="69" y="188"/>
                  <a:pt x="68" y="188"/>
                </a:cubicBezTo>
                <a:cubicBezTo>
                  <a:pt x="62" y="188"/>
                  <a:pt x="57" y="185"/>
                  <a:pt x="53" y="18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64" name="Freeform 67"/>
          <p:cNvSpPr>
            <a:spLocks/>
          </p:cNvSpPr>
          <p:nvPr/>
        </p:nvSpPr>
        <p:spPr bwMode="auto">
          <a:xfrm>
            <a:off x="6415909" y="3594606"/>
            <a:ext cx="265697" cy="265697"/>
          </a:xfrm>
          <a:custGeom>
            <a:avLst/>
            <a:gdLst>
              <a:gd name="T0" fmla="*/ 158 w 229"/>
              <a:gd name="T1" fmla="*/ 0 h 229"/>
              <a:gd name="T2" fmla="*/ 183 w 229"/>
              <a:gd name="T3" fmla="*/ 19 h 229"/>
              <a:gd name="T4" fmla="*/ 183 w 229"/>
              <a:gd name="T5" fmla="*/ 184 h 229"/>
              <a:gd name="T6" fmla="*/ 19 w 229"/>
              <a:gd name="T7" fmla="*/ 184 h 229"/>
              <a:gd name="T8" fmla="*/ 0 w 229"/>
              <a:gd name="T9" fmla="*/ 159 h 229"/>
              <a:gd name="T10" fmla="*/ 139 w 229"/>
              <a:gd name="T11" fmla="*/ 139 h 229"/>
              <a:gd name="T12" fmla="*/ 158 w 229"/>
              <a:gd name="T13" fmla="*/ 0 h 2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29" h="229">
                <a:moveTo>
                  <a:pt x="158" y="0"/>
                </a:moveTo>
                <a:cubicBezTo>
                  <a:pt x="167" y="6"/>
                  <a:pt x="176" y="12"/>
                  <a:pt x="183" y="19"/>
                </a:cubicBezTo>
                <a:cubicBezTo>
                  <a:pt x="229" y="65"/>
                  <a:pt x="229" y="138"/>
                  <a:pt x="183" y="184"/>
                </a:cubicBezTo>
                <a:cubicBezTo>
                  <a:pt x="138" y="229"/>
                  <a:pt x="64" y="229"/>
                  <a:pt x="19" y="184"/>
                </a:cubicBezTo>
                <a:cubicBezTo>
                  <a:pt x="11" y="176"/>
                  <a:pt x="5" y="168"/>
                  <a:pt x="0" y="159"/>
                </a:cubicBezTo>
                <a:cubicBezTo>
                  <a:pt x="44" y="184"/>
                  <a:pt x="101" y="177"/>
                  <a:pt x="139" y="139"/>
                </a:cubicBezTo>
                <a:cubicBezTo>
                  <a:pt x="176" y="102"/>
                  <a:pt x="183" y="44"/>
                  <a:pt x="15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65" name="Freeform 68"/>
          <p:cNvSpPr>
            <a:spLocks noEditPoints="1"/>
          </p:cNvSpPr>
          <p:nvPr/>
        </p:nvSpPr>
        <p:spPr bwMode="auto">
          <a:xfrm>
            <a:off x="6730494" y="3566973"/>
            <a:ext cx="172172" cy="308209"/>
          </a:xfrm>
          <a:custGeom>
            <a:avLst/>
            <a:gdLst>
              <a:gd name="T0" fmla="*/ 97 w 149"/>
              <a:gd name="T1" fmla="*/ 133 h 266"/>
              <a:gd name="T2" fmla="*/ 149 w 149"/>
              <a:gd name="T3" fmla="*/ 205 h 266"/>
              <a:gd name="T4" fmla="*/ 149 w 149"/>
              <a:gd name="T5" fmla="*/ 236 h 266"/>
              <a:gd name="T6" fmla="*/ 74 w 149"/>
              <a:gd name="T7" fmla="*/ 266 h 266"/>
              <a:gd name="T8" fmla="*/ 0 w 149"/>
              <a:gd name="T9" fmla="*/ 236 h 266"/>
              <a:gd name="T10" fmla="*/ 0 w 149"/>
              <a:gd name="T11" fmla="*/ 205 h 266"/>
              <a:gd name="T12" fmla="*/ 52 w 149"/>
              <a:gd name="T13" fmla="*/ 133 h 266"/>
              <a:gd name="T14" fmla="*/ 0 w 149"/>
              <a:gd name="T15" fmla="*/ 61 h 266"/>
              <a:gd name="T16" fmla="*/ 0 w 149"/>
              <a:gd name="T17" fmla="*/ 30 h 266"/>
              <a:gd name="T18" fmla="*/ 74 w 149"/>
              <a:gd name="T19" fmla="*/ 0 h 266"/>
              <a:gd name="T20" fmla="*/ 149 w 149"/>
              <a:gd name="T21" fmla="*/ 30 h 266"/>
              <a:gd name="T22" fmla="*/ 149 w 149"/>
              <a:gd name="T23" fmla="*/ 61 h 266"/>
              <a:gd name="T24" fmla="*/ 97 w 149"/>
              <a:gd name="T25" fmla="*/ 133 h 266"/>
              <a:gd name="T26" fmla="*/ 17 w 149"/>
              <a:gd name="T27" fmla="*/ 39 h 266"/>
              <a:gd name="T28" fmla="*/ 74 w 149"/>
              <a:gd name="T29" fmla="*/ 53 h 266"/>
              <a:gd name="T30" fmla="*/ 133 w 149"/>
              <a:gd name="T31" fmla="*/ 40 h 266"/>
              <a:gd name="T32" fmla="*/ 129 w 149"/>
              <a:gd name="T33" fmla="*/ 31 h 266"/>
              <a:gd name="T34" fmla="*/ 75 w 149"/>
              <a:gd name="T35" fmla="*/ 17 h 266"/>
              <a:gd name="T36" fmla="*/ 21 w 149"/>
              <a:gd name="T37" fmla="*/ 31 h 266"/>
              <a:gd name="T38" fmla="*/ 17 w 149"/>
              <a:gd name="T39" fmla="*/ 39 h 266"/>
              <a:gd name="T40" fmla="*/ 108 w 149"/>
              <a:gd name="T41" fmla="*/ 93 h 266"/>
              <a:gd name="T42" fmla="*/ 133 w 149"/>
              <a:gd name="T43" fmla="*/ 61 h 266"/>
              <a:gd name="T44" fmla="*/ 133 w 149"/>
              <a:gd name="T45" fmla="*/ 48 h 266"/>
              <a:gd name="T46" fmla="*/ 74 w 149"/>
              <a:gd name="T47" fmla="*/ 62 h 266"/>
              <a:gd name="T48" fmla="*/ 16 w 149"/>
              <a:gd name="T49" fmla="*/ 48 h 266"/>
              <a:gd name="T50" fmla="*/ 16 w 149"/>
              <a:gd name="T51" fmla="*/ 61 h 266"/>
              <a:gd name="T52" fmla="*/ 40 w 149"/>
              <a:gd name="T53" fmla="*/ 93 h 266"/>
              <a:gd name="T54" fmla="*/ 68 w 149"/>
              <a:gd name="T55" fmla="*/ 133 h 266"/>
              <a:gd name="T56" fmla="*/ 40 w 149"/>
              <a:gd name="T57" fmla="*/ 173 h 266"/>
              <a:gd name="T58" fmla="*/ 16 w 149"/>
              <a:gd name="T59" fmla="*/ 205 h 266"/>
              <a:gd name="T60" fmla="*/ 16 w 149"/>
              <a:gd name="T61" fmla="*/ 223 h 266"/>
              <a:gd name="T62" fmla="*/ 68 w 149"/>
              <a:gd name="T63" fmla="*/ 189 h 266"/>
              <a:gd name="T64" fmla="*/ 81 w 149"/>
              <a:gd name="T65" fmla="*/ 189 h 266"/>
              <a:gd name="T66" fmla="*/ 133 w 149"/>
              <a:gd name="T67" fmla="*/ 223 h 266"/>
              <a:gd name="T68" fmla="*/ 133 w 149"/>
              <a:gd name="T69" fmla="*/ 205 h 266"/>
              <a:gd name="T70" fmla="*/ 108 w 149"/>
              <a:gd name="T71" fmla="*/ 173 h 266"/>
              <a:gd name="T72" fmla="*/ 81 w 149"/>
              <a:gd name="T73" fmla="*/ 133 h 266"/>
              <a:gd name="T74" fmla="*/ 108 w 149"/>
              <a:gd name="T75" fmla="*/ 93 h 2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49" h="266">
                <a:moveTo>
                  <a:pt x="97" y="133"/>
                </a:moveTo>
                <a:cubicBezTo>
                  <a:pt x="97" y="153"/>
                  <a:pt x="149" y="177"/>
                  <a:pt x="149" y="205"/>
                </a:cubicBezTo>
                <a:cubicBezTo>
                  <a:pt x="149" y="234"/>
                  <a:pt x="149" y="236"/>
                  <a:pt x="149" y="236"/>
                </a:cubicBezTo>
                <a:cubicBezTo>
                  <a:pt x="149" y="247"/>
                  <a:pt x="116" y="266"/>
                  <a:pt x="74" y="266"/>
                </a:cubicBezTo>
                <a:cubicBezTo>
                  <a:pt x="33" y="266"/>
                  <a:pt x="0" y="247"/>
                  <a:pt x="0" y="236"/>
                </a:cubicBezTo>
                <a:cubicBezTo>
                  <a:pt x="0" y="236"/>
                  <a:pt x="0" y="234"/>
                  <a:pt x="0" y="205"/>
                </a:cubicBezTo>
                <a:cubicBezTo>
                  <a:pt x="0" y="177"/>
                  <a:pt x="52" y="153"/>
                  <a:pt x="52" y="133"/>
                </a:cubicBezTo>
                <a:cubicBezTo>
                  <a:pt x="52" y="113"/>
                  <a:pt x="0" y="90"/>
                  <a:pt x="0" y="61"/>
                </a:cubicBezTo>
                <a:cubicBezTo>
                  <a:pt x="0" y="33"/>
                  <a:pt x="0" y="30"/>
                  <a:pt x="0" y="30"/>
                </a:cubicBezTo>
                <a:cubicBezTo>
                  <a:pt x="0" y="20"/>
                  <a:pt x="33" y="0"/>
                  <a:pt x="74" y="0"/>
                </a:cubicBezTo>
                <a:cubicBezTo>
                  <a:pt x="116" y="0"/>
                  <a:pt x="149" y="20"/>
                  <a:pt x="149" y="30"/>
                </a:cubicBezTo>
                <a:cubicBezTo>
                  <a:pt x="149" y="30"/>
                  <a:pt x="149" y="33"/>
                  <a:pt x="149" y="61"/>
                </a:cubicBezTo>
                <a:cubicBezTo>
                  <a:pt x="149" y="90"/>
                  <a:pt x="97" y="113"/>
                  <a:pt x="97" y="133"/>
                </a:cubicBezTo>
                <a:close/>
                <a:moveTo>
                  <a:pt x="17" y="39"/>
                </a:moveTo>
                <a:cubicBezTo>
                  <a:pt x="28" y="46"/>
                  <a:pt x="49" y="53"/>
                  <a:pt x="74" y="53"/>
                </a:cubicBezTo>
                <a:cubicBezTo>
                  <a:pt x="100" y="53"/>
                  <a:pt x="122" y="46"/>
                  <a:pt x="133" y="40"/>
                </a:cubicBezTo>
                <a:cubicBezTo>
                  <a:pt x="138" y="37"/>
                  <a:pt x="130" y="32"/>
                  <a:pt x="129" y="31"/>
                </a:cubicBezTo>
                <a:cubicBezTo>
                  <a:pt x="129" y="31"/>
                  <a:pt x="104" y="17"/>
                  <a:pt x="75" y="17"/>
                </a:cubicBezTo>
                <a:cubicBezTo>
                  <a:pt x="47" y="17"/>
                  <a:pt x="30" y="25"/>
                  <a:pt x="21" y="31"/>
                </a:cubicBezTo>
                <a:cubicBezTo>
                  <a:pt x="21" y="31"/>
                  <a:pt x="12" y="36"/>
                  <a:pt x="17" y="39"/>
                </a:cubicBezTo>
                <a:close/>
                <a:moveTo>
                  <a:pt x="108" y="93"/>
                </a:moveTo>
                <a:cubicBezTo>
                  <a:pt x="118" y="84"/>
                  <a:pt x="133" y="70"/>
                  <a:pt x="133" y="61"/>
                </a:cubicBezTo>
                <a:cubicBezTo>
                  <a:pt x="133" y="48"/>
                  <a:pt x="133" y="48"/>
                  <a:pt x="133" y="48"/>
                </a:cubicBezTo>
                <a:cubicBezTo>
                  <a:pt x="119" y="55"/>
                  <a:pt x="98" y="62"/>
                  <a:pt x="74" y="62"/>
                </a:cubicBezTo>
                <a:cubicBezTo>
                  <a:pt x="51" y="62"/>
                  <a:pt x="29" y="55"/>
                  <a:pt x="16" y="48"/>
                </a:cubicBezTo>
                <a:cubicBezTo>
                  <a:pt x="16" y="61"/>
                  <a:pt x="16" y="61"/>
                  <a:pt x="16" y="61"/>
                </a:cubicBezTo>
                <a:cubicBezTo>
                  <a:pt x="16" y="70"/>
                  <a:pt x="30" y="84"/>
                  <a:pt x="40" y="93"/>
                </a:cubicBezTo>
                <a:cubicBezTo>
                  <a:pt x="55" y="107"/>
                  <a:pt x="68" y="117"/>
                  <a:pt x="68" y="133"/>
                </a:cubicBezTo>
                <a:cubicBezTo>
                  <a:pt x="68" y="149"/>
                  <a:pt x="55" y="159"/>
                  <a:pt x="40" y="173"/>
                </a:cubicBezTo>
                <a:cubicBezTo>
                  <a:pt x="30" y="183"/>
                  <a:pt x="16" y="196"/>
                  <a:pt x="16" y="205"/>
                </a:cubicBezTo>
                <a:cubicBezTo>
                  <a:pt x="16" y="223"/>
                  <a:pt x="16" y="223"/>
                  <a:pt x="16" y="223"/>
                </a:cubicBezTo>
                <a:cubicBezTo>
                  <a:pt x="29" y="217"/>
                  <a:pt x="68" y="210"/>
                  <a:pt x="68" y="189"/>
                </a:cubicBezTo>
                <a:cubicBezTo>
                  <a:pt x="68" y="179"/>
                  <a:pt x="81" y="179"/>
                  <a:pt x="81" y="189"/>
                </a:cubicBezTo>
                <a:cubicBezTo>
                  <a:pt x="81" y="210"/>
                  <a:pt x="120" y="217"/>
                  <a:pt x="133" y="223"/>
                </a:cubicBezTo>
                <a:cubicBezTo>
                  <a:pt x="133" y="205"/>
                  <a:pt x="133" y="205"/>
                  <a:pt x="133" y="205"/>
                </a:cubicBezTo>
                <a:cubicBezTo>
                  <a:pt x="133" y="196"/>
                  <a:pt x="118" y="183"/>
                  <a:pt x="108" y="173"/>
                </a:cubicBezTo>
                <a:cubicBezTo>
                  <a:pt x="95" y="159"/>
                  <a:pt x="81" y="149"/>
                  <a:pt x="81" y="133"/>
                </a:cubicBezTo>
                <a:cubicBezTo>
                  <a:pt x="81" y="117"/>
                  <a:pt x="95" y="107"/>
                  <a:pt x="108" y="9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66" name="Freeform 69"/>
          <p:cNvSpPr>
            <a:spLocks noEditPoints="1"/>
          </p:cNvSpPr>
          <p:nvPr/>
        </p:nvSpPr>
        <p:spPr bwMode="auto">
          <a:xfrm>
            <a:off x="6964305" y="3575475"/>
            <a:ext cx="301832" cy="267824"/>
          </a:xfrm>
          <a:custGeom>
            <a:avLst/>
            <a:gdLst>
              <a:gd name="T0" fmla="*/ 260 w 260"/>
              <a:gd name="T1" fmla="*/ 73 h 230"/>
              <a:gd name="T2" fmla="*/ 241 w 260"/>
              <a:gd name="T3" fmla="*/ 91 h 230"/>
              <a:gd name="T4" fmla="*/ 18 w 260"/>
              <a:gd name="T5" fmla="*/ 91 h 230"/>
              <a:gd name="T6" fmla="*/ 0 w 260"/>
              <a:gd name="T7" fmla="*/ 73 h 230"/>
              <a:gd name="T8" fmla="*/ 260 w 260"/>
              <a:gd name="T9" fmla="*/ 73 h 230"/>
              <a:gd name="T10" fmla="*/ 223 w 260"/>
              <a:gd name="T11" fmla="*/ 110 h 230"/>
              <a:gd name="T12" fmla="*/ 204 w 260"/>
              <a:gd name="T13" fmla="*/ 129 h 230"/>
              <a:gd name="T14" fmla="*/ 56 w 260"/>
              <a:gd name="T15" fmla="*/ 129 h 230"/>
              <a:gd name="T16" fmla="*/ 37 w 260"/>
              <a:gd name="T17" fmla="*/ 110 h 230"/>
              <a:gd name="T18" fmla="*/ 223 w 260"/>
              <a:gd name="T19" fmla="*/ 110 h 230"/>
              <a:gd name="T20" fmla="*/ 186 w 260"/>
              <a:gd name="T21" fmla="*/ 148 h 230"/>
              <a:gd name="T22" fmla="*/ 167 w 260"/>
              <a:gd name="T23" fmla="*/ 166 h 230"/>
              <a:gd name="T24" fmla="*/ 93 w 260"/>
              <a:gd name="T25" fmla="*/ 166 h 230"/>
              <a:gd name="T26" fmla="*/ 74 w 260"/>
              <a:gd name="T27" fmla="*/ 148 h 230"/>
              <a:gd name="T28" fmla="*/ 186 w 260"/>
              <a:gd name="T29" fmla="*/ 148 h 230"/>
              <a:gd name="T30" fmla="*/ 156 w 260"/>
              <a:gd name="T31" fmla="*/ 204 h 230"/>
              <a:gd name="T32" fmla="*/ 130 w 260"/>
              <a:gd name="T33" fmla="*/ 230 h 230"/>
              <a:gd name="T34" fmla="*/ 104 w 260"/>
              <a:gd name="T35" fmla="*/ 204 h 230"/>
              <a:gd name="T36" fmla="*/ 130 w 260"/>
              <a:gd name="T37" fmla="*/ 177 h 230"/>
              <a:gd name="T38" fmla="*/ 156 w 260"/>
              <a:gd name="T39" fmla="*/ 204 h 2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260" h="230">
                <a:moveTo>
                  <a:pt x="260" y="73"/>
                </a:moveTo>
                <a:cubicBezTo>
                  <a:pt x="241" y="91"/>
                  <a:pt x="241" y="91"/>
                  <a:pt x="241" y="91"/>
                </a:cubicBezTo>
                <a:cubicBezTo>
                  <a:pt x="180" y="29"/>
                  <a:pt x="80" y="29"/>
                  <a:pt x="18" y="91"/>
                </a:cubicBezTo>
                <a:cubicBezTo>
                  <a:pt x="0" y="73"/>
                  <a:pt x="0" y="73"/>
                  <a:pt x="0" y="73"/>
                </a:cubicBezTo>
                <a:cubicBezTo>
                  <a:pt x="72" y="0"/>
                  <a:pt x="188" y="0"/>
                  <a:pt x="260" y="73"/>
                </a:cubicBezTo>
                <a:close/>
                <a:moveTo>
                  <a:pt x="223" y="110"/>
                </a:moveTo>
                <a:cubicBezTo>
                  <a:pt x="204" y="129"/>
                  <a:pt x="204" y="129"/>
                  <a:pt x="204" y="129"/>
                </a:cubicBezTo>
                <a:cubicBezTo>
                  <a:pt x="163" y="88"/>
                  <a:pt x="97" y="88"/>
                  <a:pt x="56" y="129"/>
                </a:cubicBezTo>
                <a:cubicBezTo>
                  <a:pt x="37" y="110"/>
                  <a:pt x="37" y="110"/>
                  <a:pt x="37" y="110"/>
                </a:cubicBezTo>
                <a:cubicBezTo>
                  <a:pt x="88" y="58"/>
                  <a:pt x="172" y="58"/>
                  <a:pt x="223" y="110"/>
                </a:cubicBezTo>
                <a:close/>
                <a:moveTo>
                  <a:pt x="186" y="148"/>
                </a:moveTo>
                <a:cubicBezTo>
                  <a:pt x="167" y="166"/>
                  <a:pt x="167" y="166"/>
                  <a:pt x="167" y="166"/>
                </a:cubicBezTo>
                <a:cubicBezTo>
                  <a:pt x="147" y="145"/>
                  <a:pt x="113" y="145"/>
                  <a:pt x="93" y="166"/>
                </a:cubicBezTo>
                <a:cubicBezTo>
                  <a:pt x="74" y="148"/>
                  <a:pt x="74" y="148"/>
                  <a:pt x="74" y="148"/>
                </a:cubicBezTo>
                <a:cubicBezTo>
                  <a:pt x="105" y="116"/>
                  <a:pt x="155" y="116"/>
                  <a:pt x="186" y="148"/>
                </a:cubicBezTo>
                <a:close/>
                <a:moveTo>
                  <a:pt x="156" y="204"/>
                </a:moveTo>
                <a:cubicBezTo>
                  <a:pt x="156" y="219"/>
                  <a:pt x="145" y="230"/>
                  <a:pt x="130" y="230"/>
                </a:cubicBezTo>
                <a:cubicBezTo>
                  <a:pt x="116" y="230"/>
                  <a:pt x="104" y="219"/>
                  <a:pt x="104" y="204"/>
                </a:cubicBezTo>
                <a:cubicBezTo>
                  <a:pt x="104" y="189"/>
                  <a:pt x="116" y="177"/>
                  <a:pt x="130" y="177"/>
                </a:cubicBezTo>
                <a:cubicBezTo>
                  <a:pt x="145" y="177"/>
                  <a:pt x="156" y="189"/>
                  <a:pt x="156" y="20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67" name="Freeform 70"/>
          <p:cNvSpPr>
            <a:spLocks noEditPoints="1"/>
          </p:cNvSpPr>
          <p:nvPr/>
        </p:nvSpPr>
        <p:spPr bwMode="auto">
          <a:xfrm>
            <a:off x="7327779" y="3592479"/>
            <a:ext cx="259320" cy="259320"/>
          </a:xfrm>
          <a:custGeom>
            <a:avLst/>
            <a:gdLst>
              <a:gd name="T0" fmla="*/ 223 w 223"/>
              <a:gd name="T1" fmla="*/ 111 h 223"/>
              <a:gd name="T2" fmla="*/ 112 w 223"/>
              <a:gd name="T3" fmla="*/ 223 h 223"/>
              <a:gd name="T4" fmla="*/ 0 w 223"/>
              <a:gd name="T5" fmla="*/ 111 h 223"/>
              <a:gd name="T6" fmla="*/ 112 w 223"/>
              <a:gd name="T7" fmla="*/ 0 h 223"/>
              <a:gd name="T8" fmla="*/ 223 w 223"/>
              <a:gd name="T9" fmla="*/ 111 h 223"/>
              <a:gd name="T10" fmla="*/ 44 w 223"/>
              <a:gd name="T11" fmla="*/ 97 h 223"/>
              <a:gd name="T12" fmla="*/ 44 w 223"/>
              <a:gd name="T13" fmla="*/ 124 h 223"/>
              <a:gd name="T14" fmla="*/ 179 w 223"/>
              <a:gd name="T15" fmla="*/ 124 h 223"/>
              <a:gd name="T16" fmla="*/ 179 w 223"/>
              <a:gd name="T17" fmla="*/ 97 h 223"/>
              <a:gd name="T18" fmla="*/ 44 w 223"/>
              <a:gd name="T19" fmla="*/ 97 h 2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223" h="223">
                <a:moveTo>
                  <a:pt x="223" y="111"/>
                </a:moveTo>
                <a:cubicBezTo>
                  <a:pt x="223" y="173"/>
                  <a:pt x="173" y="223"/>
                  <a:pt x="112" y="223"/>
                </a:cubicBezTo>
                <a:cubicBezTo>
                  <a:pt x="50" y="223"/>
                  <a:pt x="0" y="173"/>
                  <a:pt x="0" y="111"/>
                </a:cubicBezTo>
                <a:cubicBezTo>
                  <a:pt x="0" y="50"/>
                  <a:pt x="50" y="0"/>
                  <a:pt x="112" y="0"/>
                </a:cubicBezTo>
                <a:cubicBezTo>
                  <a:pt x="173" y="0"/>
                  <a:pt x="223" y="50"/>
                  <a:pt x="223" y="111"/>
                </a:cubicBezTo>
                <a:close/>
                <a:moveTo>
                  <a:pt x="44" y="97"/>
                </a:moveTo>
                <a:cubicBezTo>
                  <a:pt x="44" y="124"/>
                  <a:pt x="44" y="124"/>
                  <a:pt x="44" y="124"/>
                </a:cubicBezTo>
                <a:cubicBezTo>
                  <a:pt x="179" y="124"/>
                  <a:pt x="179" y="124"/>
                  <a:pt x="179" y="124"/>
                </a:cubicBezTo>
                <a:cubicBezTo>
                  <a:pt x="179" y="97"/>
                  <a:pt x="179" y="97"/>
                  <a:pt x="179" y="97"/>
                </a:cubicBezTo>
                <a:lnTo>
                  <a:pt x="44" y="97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68" name="Freeform 71"/>
          <p:cNvSpPr>
            <a:spLocks noEditPoints="1"/>
          </p:cNvSpPr>
          <p:nvPr/>
        </p:nvSpPr>
        <p:spPr bwMode="auto">
          <a:xfrm>
            <a:off x="7648741" y="3590355"/>
            <a:ext cx="216808" cy="261447"/>
          </a:xfrm>
          <a:custGeom>
            <a:avLst/>
            <a:gdLst>
              <a:gd name="T0" fmla="*/ 186 w 186"/>
              <a:gd name="T1" fmla="*/ 95 h 225"/>
              <a:gd name="T2" fmla="*/ 186 w 186"/>
              <a:gd name="T3" fmla="*/ 199 h 225"/>
              <a:gd name="T4" fmla="*/ 173 w 186"/>
              <a:gd name="T5" fmla="*/ 216 h 225"/>
              <a:gd name="T6" fmla="*/ 157 w 186"/>
              <a:gd name="T7" fmla="*/ 221 h 225"/>
              <a:gd name="T8" fmla="*/ 131 w 186"/>
              <a:gd name="T9" fmla="*/ 225 h 225"/>
              <a:gd name="T10" fmla="*/ 54 w 186"/>
              <a:gd name="T11" fmla="*/ 225 h 225"/>
              <a:gd name="T12" fmla="*/ 28 w 186"/>
              <a:gd name="T13" fmla="*/ 221 h 225"/>
              <a:gd name="T14" fmla="*/ 13 w 186"/>
              <a:gd name="T15" fmla="*/ 216 h 225"/>
              <a:gd name="T16" fmla="*/ 0 w 186"/>
              <a:gd name="T17" fmla="*/ 199 h 225"/>
              <a:gd name="T18" fmla="*/ 0 w 186"/>
              <a:gd name="T19" fmla="*/ 95 h 225"/>
              <a:gd name="T20" fmla="*/ 14 w 186"/>
              <a:gd name="T21" fmla="*/ 79 h 225"/>
              <a:gd name="T22" fmla="*/ 40 w 186"/>
              <a:gd name="T23" fmla="*/ 79 h 225"/>
              <a:gd name="T24" fmla="*/ 40 w 186"/>
              <a:gd name="T25" fmla="*/ 61 h 225"/>
              <a:gd name="T26" fmla="*/ 93 w 186"/>
              <a:gd name="T27" fmla="*/ 0 h 225"/>
              <a:gd name="T28" fmla="*/ 146 w 186"/>
              <a:gd name="T29" fmla="*/ 61 h 225"/>
              <a:gd name="T30" fmla="*/ 146 w 186"/>
              <a:gd name="T31" fmla="*/ 79 h 225"/>
              <a:gd name="T32" fmla="*/ 170 w 186"/>
              <a:gd name="T33" fmla="*/ 79 h 225"/>
              <a:gd name="T34" fmla="*/ 186 w 186"/>
              <a:gd name="T35" fmla="*/ 95 h 225"/>
              <a:gd name="T36" fmla="*/ 67 w 186"/>
              <a:gd name="T37" fmla="*/ 79 h 225"/>
              <a:gd name="T38" fmla="*/ 120 w 186"/>
              <a:gd name="T39" fmla="*/ 79 h 225"/>
              <a:gd name="T40" fmla="*/ 120 w 186"/>
              <a:gd name="T41" fmla="*/ 55 h 225"/>
              <a:gd name="T42" fmla="*/ 93 w 186"/>
              <a:gd name="T43" fmla="*/ 26 h 225"/>
              <a:gd name="T44" fmla="*/ 67 w 186"/>
              <a:gd name="T45" fmla="*/ 55 h 225"/>
              <a:gd name="T46" fmla="*/ 67 w 186"/>
              <a:gd name="T47" fmla="*/ 79 h 2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186" h="225">
                <a:moveTo>
                  <a:pt x="186" y="95"/>
                </a:moveTo>
                <a:cubicBezTo>
                  <a:pt x="186" y="199"/>
                  <a:pt x="186" y="199"/>
                  <a:pt x="186" y="199"/>
                </a:cubicBezTo>
                <a:cubicBezTo>
                  <a:pt x="186" y="206"/>
                  <a:pt x="180" y="214"/>
                  <a:pt x="173" y="216"/>
                </a:cubicBezTo>
                <a:cubicBezTo>
                  <a:pt x="157" y="221"/>
                  <a:pt x="157" y="221"/>
                  <a:pt x="157" y="221"/>
                </a:cubicBezTo>
                <a:cubicBezTo>
                  <a:pt x="151" y="223"/>
                  <a:pt x="139" y="225"/>
                  <a:pt x="131" y="225"/>
                </a:cubicBezTo>
                <a:cubicBezTo>
                  <a:pt x="54" y="225"/>
                  <a:pt x="54" y="225"/>
                  <a:pt x="54" y="225"/>
                </a:cubicBezTo>
                <a:cubicBezTo>
                  <a:pt x="47" y="225"/>
                  <a:pt x="35" y="223"/>
                  <a:pt x="28" y="221"/>
                </a:cubicBezTo>
                <a:cubicBezTo>
                  <a:pt x="13" y="216"/>
                  <a:pt x="13" y="216"/>
                  <a:pt x="13" y="216"/>
                </a:cubicBezTo>
                <a:cubicBezTo>
                  <a:pt x="6" y="214"/>
                  <a:pt x="0" y="206"/>
                  <a:pt x="0" y="199"/>
                </a:cubicBezTo>
                <a:cubicBezTo>
                  <a:pt x="0" y="95"/>
                  <a:pt x="0" y="95"/>
                  <a:pt x="0" y="95"/>
                </a:cubicBezTo>
                <a:cubicBezTo>
                  <a:pt x="0" y="88"/>
                  <a:pt x="6" y="79"/>
                  <a:pt x="14" y="79"/>
                </a:cubicBezTo>
                <a:cubicBezTo>
                  <a:pt x="40" y="79"/>
                  <a:pt x="40" y="79"/>
                  <a:pt x="40" y="79"/>
                </a:cubicBezTo>
                <a:cubicBezTo>
                  <a:pt x="40" y="61"/>
                  <a:pt x="40" y="61"/>
                  <a:pt x="40" y="61"/>
                </a:cubicBezTo>
                <a:cubicBezTo>
                  <a:pt x="40" y="22"/>
                  <a:pt x="58" y="0"/>
                  <a:pt x="93" y="0"/>
                </a:cubicBezTo>
                <a:cubicBezTo>
                  <a:pt x="128" y="0"/>
                  <a:pt x="146" y="22"/>
                  <a:pt x="146" y="61"/>
                </a:cubicBezTo>
                <a:cubicBezTo>
                  <a:pt x="146" y="79"/>
                  <a:pt x="146" y="79"/>
                  <a:pt x="146" y="79"/>
                </a:cubicBezTo>
                <a:cubicBezTo>
                  <a:pt x="170" y="79"/>
                  <a:pt x="170" y="79"/>
                  <a:pt x="170" y="79"/>
                </a:cubicBezTo>
                <a:cubicBezTo>
                  <a:pt x="177" y="79"/>
                  <a:pt x="186" y="88"/>
                  <a:pt x="186" y="95"/>
                </a:cubicBezTo>
                <a:close/>
                <a:moveTo>
                  <a:pt x="67" y="79"/>
                </a:moveTo>
                <a:cubicBezTo>
                  <a:pt x="120" y="79"/>
                  <a:pt x="120" y="79"/>
                  <a:pt x="120" y="79"/>
                </a:cubicBezTo>
                <a:cubicBezTo>
                  <a:pt x="120" y="55"/>
                  <a:pt x="120" y="55"/>
                  <a:pt x="120" y="55"/>
                </a:cubicBezTo>
                <a:cubicBezTo>
                  <a:pt x="120" y="36"/>
                  <a:pt x="109" y="26"/>
                  <a:pt x="93" y="26"/>
                </a:cubicBezTo>
                <a:cubicBezTo>
                  <a:pt x="77" y="26"/>
                  <a:pt x="67" y="36"/>
                  <a:pt x="67" y="55"/>
                </a:cubicBezTo>
                <a:lnTo>
                  <a:pt x="67" y="79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69" name="Freeform 72"/>
          <p:cNvSpPr>
            <a:spLocks noEditPoints="1"/>
          </p:cNvSpPr>
          <p:nvPr/>
        </p:nvSpPr>
        <p:spPr bwMode="auto">
          <a:xfrm>
            <a:off x="7927193" y="3592479"/>
            <a:ext cx="265697" cy="259320"/>
          </a:xfrm>
          <a:custGeom>
            <a:avLst/>
            <a:gdLst>
              <a:gd name="T0" fmla="*/ 229 w 230"/>
              <a:gd name="T1" fmla="*/ 43 h 223"/>
              <a:gd name="T2" fmla="*/ 203 w 230"/>
              <a:gd name="T3" fmla="*/ 215 h 223"/>
              <a:gd name="T4" fmla="*/ 193 w 230"/>
              <a:gd name="T5" fmla="*/ 223 h 223"/>
              <a:gd name="T6" fmla="*/ 37 w 230"/>
              <a:gd name="T7" fmla="*/ 223 h 223"/>
              <a:gd name="T8" fmla="*/ 26 w 230"/>
              <a:gd name="T9" fmla="*/ 215 h 223"/>
              <a:gd name="T10" fmla="*/ 1 w 230"/>
              <a:gd name="T11" fmla="*/ 43 h 223"/>
              <a:gd name="T12" fmla="*/ 7 w 230"/>
              <a:gd name="T13" fmla="*/ 27 h 223"/>
              <a:gd name="T14" fmla="*/ 36 w 230"/>
              <a:gd name="T15" fmla="*/ 4 h 223"/>
              <a:gd name="T16" fmla="*/ 51 w 230"/>
              <a:gd name="T17" fmla="*/ 0 h 223"/>
              <a:gd name="T18" fmla="*/ 179 w 230"/>
              <a:gd name="T19" fmla="*/ 0 h 223"/>
              <a:gd name="T20" fmla="*/ 194 w 230"/>
              <a:gd name="T21" fmla="*/ 4 h 223"/>
              <a:gd name="T22" fmla="*/ 223 w 230"/>
              <a:gd name="T23" fmla="*/ 27 h 223"/>
              <a:gd name="T24" fmla="*/ 229 w 230"/>
              <a:gd name="T25" fmla="*/ 43 h 223"/>
              <a:gd name="T26" fmla="*/ 208 w 230"/>
              <a:gd name="T27" fmla="*/ 45 h 223"/>
              <a:gd name="T28" fmla="*/ 179 w 230"/>
              <a:gd name="T29" fmla="*/ 15 h 223"/>
              <a:gd name="T30" fmla="*/ 51 w 230"/>
              <a:gd name="T31" fmla="*/ 15 h 223"/>
              <a:gd name="T32" fmla="*/ 22 w 230"/>
              <a:gd name="T33" fmla="*/ 45 h 223"/>
              <a:gd name="T34" fmla="*/ 208 w 230"/>
              <a:gd name="T35" fmla="*/ 45 h 223"/>
              <a:gd name="T36" fmla="*/ 169 w 230"/>
              <a:gd name="T37" fmla="*/ 69 h 223"/>
              <a:gd name="T38" fmla="*/ 145 w 230"/>
              <a:gd name="T39" fmla="*/ 69 h 223"/>
              <a:gd name="T40" fmla="*/ 115 w 230"/>
              <a:gd name="T41" fmla="*/ 119 h 223"/>
              <a:gd name="T42" fmla="*/ 85 w 230"/>
              <a:gd name="T43" fmla="*/ 69 h 223"/>
              <a:gd name="T44" fmla="*/ 60 w 230"/>
              <a:gd name="T45" fmla="*/ 69 h 223"/>
              <a:gd name="T46" fmla="*/ 115 w 230"/>
              <a:gd name="T47" fmla="*/ 142 h 223"/>
              <a:gd name="T48" fmla="*/ 169 w 230"/>
              <a:gd name="T49" fmla="*/ 69 h 2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230" h="223">
                <a:moveTo>
                  <a:pt x="229" y="43"/>
                </a:moveTo>
                <a:cubicBezTo>
                  <a:pt x="228" y="50"/>
                  <a:pt x="203" y="215"/>
                  <a:pt x="203" y="215"/>
                </a:cubicBezTo>
                <a:cubicBezTo>
                  <a:pt x="202" y="219"/>
                  <a:pt x="197" y="223"/>
                  <a:pt x="193" y="223"/>
                </a:cubicBezTo>
                <a:cubicBezTo>
                  <a:pt x="37" y="223"/>
                  <a:pt x="37" y="223"/>
                  <a:pt x="37" y="223"/>
                </a:cubicBezTo>
                <a:cubicBezTo>
                  <a:pt x="33" y="223"/>
                  <a:pt x="28" y="219"/>
                  <a:pt x="26" y="215"/>
                </a:cubicBezTo>
                <a:cubicBezTo>
                  <a:pt x="26" y="215"/>
                  <a:pt x="2" y="50"/>
                  <a:pt x="1" y="43"/>
                </a:cubicBezTo>
                <a:cubicBezTo>
                  <a:pt x="0" y="36"/>
                  <a:pt x="3" y="30"/>
                  <a:pt x="7" y="27"/>
                </a:cubicBezTo>
                <a:cubicBezTo>
                  <a:pt x="11" y="24"/>
                  <a:pt x="32" y="8"/>
                  <a:pt x="36" y="4"/>
                </a:cubicBezTo>
                <a:cubicBezTo>
                  <a:pt x="40" y="1"/>
                  <a:pt x="46" y="0"/>
                  <a:pt x="51" y="0"/>
                </a:cubicBezTo>
                <a:cubicBezTo>
                  <a:pt x="179" y="0"/>
                  <a:pt x="179" y="0"/>
                  <a:pt x="179" y="0"/>
                </a:cubicBezTo>
                <a:cubicBezTo>
                  <a:pt x="183" y="0"/>
                  <a:pt x="189" y="1"/>
                  <a:pt x="194" y="4"/>
                </a:cubicBezTo>
                <a:cubicBezTo>
                  <a:pt x="197" y="8"/>
                  <a:pt x="219" y="24"/>
                  <a:pt x="223" y="27"/>
                </a:cubicBezTo>
                <a:cubicBezTo>
                  <a:pt x="226" y="30"/>
                  <a:pt x="230" y="36"/>
                  <a:pt x="229" y="43"/>
                </a:cubicBezTo>
                <a:close/>
                <a:moveTo>
                  <a:pt x="208" y="45"/>
                </a:moveTo>
                <a:cubicBezTo>
                  <a:pt x="179" y="15"/>
                  <a:pt x="179" y="15"/>
                  <a:pt x="179" y="15"/>
                </a:cubicBezTo>
                <a:cubicBezTo>
                  <a:pt x="51" y="15"/>
                  <a:pt x="51" y="15"/>
                  <a:pt x="51" y="15"/>
                </a:cubicBezTo>
                <a:cubicBezTo>
                  <a:pt x="22" y="45"/>
                  <a:pt x="22" y="45"/>
                  <a:pt x="22" y="45"/>
                </a:cubicBezTo>
                <a:lnTo>
                  <a:pt x="208" y="45"/>
                </a:lnTo>
                <a:close/>
                <a:moveTo>
                  <a:pt x="169" y="69"/>
                </a:moveTo>
                <a:cubicBezTo>
                  <a:pt x="145" y="69"/>
                  <a:pt x="145" y="69"/>
                  <a:pt x="145" y="69"/>
                </a:cubicBezTo>
                <a:cubicBezTo>
                  <a:pt x="141" y="87"/>
                  <a:pt x="132" y="119"/>
                  <a:pt x="115" y="119"/>
                </a:cubicBezTo>
                <a:cubicBezTo>
                  <a:pt x="97" y="119"/>
                  <a:pt x="88" y="87"/>
                  <a:pt x="85" y="69"/>
                </a:cubicBezTo>
                <a:cubicBezTo>
                  <a:pt x="60" y="69"/>
                  <a:pt x="60" y="69"/>
                  <a:pt x="60" y="69"/>
                </a:cubicBezTo>
                <a:cubicBezTo>
                  <a:pt x="62" y="81"/>
                  <a:pt x="71" y="142"/>
                  <a:pt x="115" y="142"/>
                </a:cubicBezTo>
                <a:cubicBezTo>
                  <a:pt x="158" y="142"/>
                  <a:pt x="167" y="81"/>
                  <a:pt x="169" y="6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70" name="Freeform 73"/>
          <p:cNvSpPr>
            <a:spLocks noEditPoints="1"/>
          </p:cNvSpPr>
          <p:nvPr/>
        </p:nvSpPr>
        <p:spPr bwMode="auto">
          <a:xfrm>
            <a:off x="8254531" y="3566973"/>
            <a:ext cx="197680" cy="308209"/>
          </a:xfrm>
          <a:custGeom>
            <a:avLst/>
            <a:gdLst>
              <a:gd name="T0" fmla="*/ 170 w 170"/>
              <a:gd name="T1" fmla="*/ 102 h 266"/>
              <a:gd name="T2" fmla="*/ 170 w 170"/>
              <a:gd name="T3" fmla="*/ 138 h 266"/>
              <a:gd name="T4" fmla="*/ 99 w 170"/>
              <a:gd name="T5" fmla="*/ 204 h 266"/>
              <a:gd name="T6" fmla="*/ 99 w 170"/>
              <a:gd name="T7" fmla="*/ 239 h 266"/>
              <a:gd name="T8" fmla="*/ 133 w 170"/>
              <a:gd name="T9" fmla="*/ 239 h 266"/>
              <a:gd name="T10" fmla="*/ 138 w 170"/>
              <a:gd name="T11" fmla="*/ 245 h 266"/>
              <a:gd name="T12" fmla="*/ 138 w 170"/>
              <a:gd name="T13" fmla="*/ 261 h 266"/>
              <a:gd name="T14" fmla="*/ 133 w 170"/>
              <a:gd name="T15" fmla="*/ 266 h 266"/>
              <a:gd name="T16" fmla="*/ 37 w 170"/>
              <a:gd name="T17" fmla="*/ 266 h 266"/>
              <a:gd name="T18" fmla="*/ 32 w 170"/>
              <a:gd name="T19" fmla="*/ 261 h 266"/>
              <a:gd name="T20" fmla="*/ 32 w 170"/>
              <a:gd name="T21" fmla="*/ 245 h 266"/>
              <a:gd name="T22" fmla="*/ 37 w 170"/>
              <a:gd name="T23" fmla="*/ 239 h 266"/>
              <a:gd name="T24" fmla="*/ 72 w 170"/>
              <a:gd name="T25" fmla="*/ 239 h 266"/>
              <a:gd name="T26" fmla="*/ 72 w 170"/>
              <a:gd name="T27" fmla="*/ 204 h 266"/>
              <a:gd name="T28" fmla="*/ 0 w 170"/>
              <a:gd name="T29" fmla="*/ 138 h 266"/>
              <a:gd name="T30" fmla="*/ 0 w 170"/>
              <a:gd name="T31" fmla="*/ 102 h 266"/>
              <a:gd name="T32" fmla="*/ 6 w 170"/>
              <a:gd name="T33" fmla="*/ 97 h 266"/>
              <a:gd name="T34" fmla="*/ 14 w 170"/>
              <a:gd name="T35" fmla="*/ 97 h 266"/>
              <a:gd name="T36" fmla="*/ 19 w 170"/>
              <a:gd name="T37" fmla="*/ 102 h 266"/>
              <a:gd name="T38" fmla="*/ 19 w 170"/>
              <a:gd name="T39" fmla="*/ 138 h 266"/>
              <a:gd name="T40" fmla="*/ 85 w 170"/>
              <a:gd name="T41" fmla="*/ 186 h 266"/>
              <a:gd name="T42" fmla="*/ 152 w 170"/>
              <a:gd name="T43" fmla="*/ 138 h 266"/>
              <a:gd name="T44" fmla="*/ 152 w 170"/>
              <a:gd name="T45" fmla="*/ 102 h 266"/>
              <a:gd name="T46" fmla="*/ 157 w 170"/>
              <a:gd name="T47" fmla="*/ 97 h 266"/>
              <a:gd name="T48" fmla="*/ 165 w 170"/>
              <a:gd name="T49" fmla="*/ 97 h 266"/>
              <a:gd name="T50" fmla="*/ 170 w 170"/>
              <a:gd name="T51" fmla="*/ 102 h 266"/>
              <a:gd name="T52" fmla="*/ 125 w 170"/>
              <a:gd name="T53" fmla="*/ 78 h 266"/>
              <a:gd name="T54" fmla="*/ 45 w 170"/>
              <a:gd name="T55" fmla="*/ 78 h 266"/>
              <a:gd name="T56" fmla="*/ 45 w 170"/>
              <a:gd name="T57" fmla="*/ 22 h 266"/>
              <a:gd name="T58" fmla="*/ 85 w 170"/>
              <a:gd name="T59" fmla="*/ 0 h 266"/>
              <a:gd name="T60" fmla="*/ 125 w 170"/>
              <a:gd name="T61" fmla="*/ 22 h 266"/>
              <a:gd name="T62" fmla="*/ 125 w 170"/>
              <a:gd name="T63" fmla="*/ 78 h 266"/>
              <a:gd name="T64" fmla="*/ 45 w 170"/>
              <a:gd name="T65" fmla="*/ 138 h 266"/>
              <a:gd name="T66" fmla="*/ 45 w 170"/>
              <a:gd name="T67" fmla="*/ 97 h 266"/>
              <a:gd name="T68" fmla="*/ 125 w 170"/>
              <a:gd name="T69" fmla="*/ 97 h 266"/>
              <a:gd name="T70" fmla="*/ 125 w 170"/>
              <a:gd name="T71" fmla="*/ 138 h 266"/>
              <a:gd name="T72" fmla="*/ 85 w 170"/>
              <a:gd name="T73" fmla="*/ 160 h 266"/>
              <a:gd name="T74" fmla="*/ 45 w 170"/>
              <a:gd name="T75" fmla="*/ 138 h 2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70" h="266">
                <a:moveTo>
                  <a:pt x="170" y="102"/>
                </a:moveTo>
                <a:cubicBezTo>
                  <a:pt x="170" y="138"/>
                  <a:pt x="170" y="138"/>
                  <a:pt x="170" y="138"/>
                </a:cubicBezTo>
                <a:cubicBezTo>
                  <a:pt x="170" y="168"/>
                  <a:pt x="148" y="200"/>
                  <a:pt x="99" y="204"/>
                </a:cubicBezTo>
                <a:cubicBezTo>
                  <a:pt x="99" y="239"/>
                  <a:pt x="99" y="239"/>
                  <a:pt x="99" y="239"/>
                </a:cubicBezTo>
                <a:cubicBezTo>
                  <a:pt x="133" y="239"/>
                  <a:pt x="133" y="239"/>
                  <a:pt x="133" y="239"/>
                </a:cubicBezTo>
                <a:cubicBezTo>
                  <a:pt x="136" y="239"/>
                  <a:pt x="138" y="241"/>
                  <a:pt x="138" y="245"/>
                </a:cubicBezTo>
                <a:cubicBezTo>
                  <a:pt x="138" y="261"/>
                  <a:pt x="138" y="261"/>
                  <a:pt x="138" y="261"/>
                </a:cubicBezTo>
                <a:cubicBezTo>
                  <a:pt x="138" y="263"/>
                  <a:pt x="136" y="266"/>
                  <a:pt x="133" y="266"/>
                </a:cubicBezTo>
                <a:cubicBezTo>
                  <a:pt x="37" y="266"/>
                  <a:pt x="37" y="266"/>
                  <a:pt x="37" y="266"/>
                </a:cubicBezTo>
                <a:cubicBezTo>
                  <a:pt x="34" y="266"/>
                  <a:pt x="32" y="263"/>
                  <a:pt x="32" y="261"/>
                </a:cubicBezTo>
                <a:cubicBezTo>
                  <a:pt x="32" y="245"/>
                  <a:pt x="32" y="245"/>
                  <a:pt x="32" y="245"/>
                </a:cubicBezTo>
                <a:cubicBezTo>
                  <a:pt x="32" y="241"/>
                  <a:pt x="34" y="239"/>
                  <a:pt x="37" y="239"/>
                </a:cubicBezTo>
                <a:cubicBezTo>
                  <a:pt x="72" y="239"/>
                  <a:pt x="72" y="239"/>
                  <a:pt x="72" y="239"/>
                </a:cubicBezTo>
                <a:cubicBezTo>
                  <a:pt x="72" y="204"/>
                  <a:pt x="72" y="204"/>
                  <a:pt x="72" y="204"/>
                </a:cubicBezTo>
                <a:cubicBezTo>
                  <a:pt x="22" y="200"/>
                  <a:pt x="0" y="168"/>
                  <a:pt x="0" y="138"/>
                </a:cubicBezTo>
                <a:cubicBezTo>
                  <a:pt x="0" y="102"/>
                  <a:pt x="0" y="102"/>
                  <a:pt x="0" y="102"/>
                </a:cubicBezTo>
                <a:cubicBezTo>
                  <a:pt x="0" y="99"/>
                  <a:pt x="2" y="97"/>
                  <a:pt x="6" y="97"/>
                </a:cubicBezTo>
                <a:cubicBezTo>
                  <a:pt x="14" y="97"/>
                  <a:pt x="14" y="97"/>
                  <a:pt x="14" y="97"/>
                </a:cubicBezTo>
                <a:cubicBezTo>
                  <a:pt x="16" y="97"/>
                  <a:pt x="19" y="99"/>
                  <a:pt x="19" y="102"/>
                </a:cubicBezTo>
                <a:cubicBezTo>
                  <a:pt x="19" y="138"/>
                  <a:pt x="19" y="138"/>
                  <a:pt x="19" y="138"/>
                </a:cubicBezTo>
                <a:cubicBezTo>
                  <a:pt x="19" y="156"/>
                  <a:pt x="33" y="186"/>
                  <a:pt x="85" y="186"/>
                </a:cubicBezTo>
                <a:cubicBezTo>
                  <a:pt x="137" y="186"/>
                  <a:pt x="152" y="156"/>
                  <a:pt x="152" y="138"/>
                </a:cubicBezTo>
                <a:cubicBezTo>
                  <a:pt x="152" y="102"/>
                  <a:pt x="152" y="102"/>
                  <a:pt x="152" y="102"/>
                </a:cubicBezTo>
                <a:cubicBezTo>
                  <a:pt x="152" y="99"/>
                  <a:pt x="154" y="97"/>
                  <a:pt x="157" y="97"/>
                </a:cubicBezTo>
                <a:cubicBezTo>
                  <a:pt x="165" y="97"/>
                  <a:pt x="165" y="97"/>
                  <a:pt x="165" y="97"/>
                </a:cubicBezTo>
                <a:cubicBezTo>
                  <a:pt x="168" y="97"/>
                  <a:pt x="170" y="99"/>
                  <a:pt x="170" y="102"/>
                </a:cubicBezTo>
                <a:close/>
                <a:moveTo>
                  <a:pt x="125" y="78"/>
                </a:moveTo>
                <a:cubicBezTo>
                  <a:pt x="45" y="78"/>
                  <a:pt x="45" y="78"/>
                  <a:pt x="45" y="78"/>
                </a:cubicBezTo>
                <a:cubicBezTo>
                  <a:pt x="45" y="22"/>
                  <a:pt x="45" y="22"/>
                  <a:pt x="45" y="22"/>
                </a:cubicBezTo>
                <a:cubicBezTo>
                  <a:pt x="45" y="13"/>
                  <a:pt x="54" y="0"/>
                  <a:pt x="85" y="0"/>
                </a:cubicBezTo>
                <a:cubicBezTo>
                  <a:pt x="116" y="0"/>
                  <a:pt x="125" y="13"/>
                  <a:pt x="125" y="22"/>
                </a:cubicBezTo>
                <a:lnTo>
                  <a:pt x="125" y="78"/>
                </a:lnTo>
                <a:close/>
                <a:moveTo>
                  <a:pt x="45" y="138"/>
                </a:moveTo>
                <a:cubicBezTo>
                  <a:pt x="45" y="97"/>
                  <a:pt x="45" y="97"/>
                  <a:pt x="45" y="97"/>
                </a:cubicBezTo>
                <a:cubicBezTo>
                  <a:pt x="125" y="97"/>
                  <a:pt x="125" y="97"/>
                  <a:pt x="125" y="97"/>
                </a:cubicBezTo>
                <a:cubicBezTo>
                  <a:pt x="125" y="138"/>
                  <a:pt x="125" y="138"/>
                  <a:pt x="125" y="138"/>
                </a:cubicBezTo>
                <a:cubicBezTo>
                  <a:pt x="125" y="147"/>
                  <a:pt x="116" y="160"/>
                  <a:pt x="85" y="160"/>
                </a:cubicBezTo>
                <a:cubicBezTo>
                  <a:pt x="54" y="160"/>
                  <a:pt x="45" y="147"/>
                  <a:pt x="45" y="138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71" name="Freeform 74"/>
          <p:cNvSpPr>
            <a:spLocks noEditPoints="1"/>
          </p:cNvSpPr>
          <p:nvPr/>
        </p:nvSpPr>
        <p:spPr bwMode="auto">
          <a:xfrm>
            <a:off x="8513851" y="3581851"/>
            <a:ext cx="276325" cy="278451"/>
          </a:xfrm>
          <a:custGeom>
            <a:avLst/>
            <a:gdLst>
              <a:gd name="T0" fmla="*/ 239 w 239"/>
              <a:gd name="T1" fmla="*/ 53 h 239"/>
              <a:gd name="T2" fmla="*/ 239 w 239"/>
              <a:gd name="T3" fmla="*/ 212 h 239"/>
              <a:gd name="T4" fmla="*/ 213 w 239"/>
              <a:gd name="T5" fmla="*/ 239 h 239"/>
              <a:gd name="T6" fmla="*/ 27 w 239"/>
              <a:gd name="T7" fmla="*/ 239 h 239"/>
              <a:gd name="T8" fmla="*/ 0 w 239"/>
              <a:gd name="T9" fmla="*/ 212 h 239"/>
              <a:gd name="T10" fmla="*/ 0 w 239"/>
              <a:gd name="T11" fmla="*/ 53 h 239"/>
              <a:gd name="T12" fmla="*/ 27 w 239"/>
              <a:gd name="T13" fmla="*/ 26 h 239"/>
              <a:gd name="T14" fmla="*/ 39 w 239"/>
              <a:gd name="T15" fmla="*/ 26 h 239"/>
              <a:gd name="T16" fmla="*/ 39 w 239"/>
              <a:gd name="T17" fmla="*/ 53 h 239"/>
              <a:gd name="T18" fmla="*/ 81 w 239"/>
              <a:gd name="T19" fmla="*/ 53 h 239"/>
              <a:gd name="T20" fmla="*/ 81 w 239"/>
              <a:gd name="T21" fmla="*/ 26 h 239"/>
              <a:gd name="T22" fmla="*/ 158 w 239"/>
              <a:gd name="T23" fmla="*/ 26 h 239"/>
              <a:gd name="T24" fmla="*/ 158 w 239"/>
              <a:gd name="T25" fmla="*/ 53 h 239"/>
              <a:gd name="T26" fmla="*/ 201 w 239"/>
              <a:gd name="T27" fmla="*/ 53 h 239"/>
              <a:gd name="T28" fmla="*/ 201 w 239"/>
              <a:gd name="T29" fmla="*/ 26 h 239"/>
              <a:gd name="T30" fmla="*/ 213 w 239"/>
              <a:gd name="T31" fmla="*/ 26 h 239"/>
              <a:gd name="T32" fmla="*/ 239 w 239"/>
              <a:gd name="T33" fmla="*/ 53 h 239"/>
              <a:gd name="T34" fmla="*/ 213 w 239"/>
              <a:gd name="T35" fmla="*/ 106 h 239"/>
              <a:gd name="T36" fmla="*/ 27 w 239"/>
              <a:gd name="T37" fmla="*/ 106 h 239"/>
              <a:gd name="T38" fmla="*/ 27 w 239"/>
              <a:gd name="T39" fmla="*/ 212 h 239"/>
              <a:gd name="T40" fmla="*/ 213 w 239"/>
              <a:gd name="T41" fmla="*/ 212 h 239"/>
              <a:gd name="T42" fmla="*/ 213 w 239"/>
              <a:gd name="T43" fmla="*/ 106 h 239"/>
              <a:gd name="T44" fmla="*/ 69 w 239"/>
              <a:gd name="T45" fmla="*/ 45 h 239"/>
              <a:gd name="T46" fmla="*/ 51 w 239"/>
              <a:gd name="T47" fmla="*/ 45 h 239"/>
              <a:gd name="T48" fmla="*/ 51 w 239"/>
              <a:gd name="T49" fmla="*/ 0 h 239"/>
              <a:gd name="T50" fmla="*/ 69 w 239"/>
              <a:gd name="T51" fmla="*/ 0 h 239"/>
              <a:gd name="T52" fmla="*/ 69 w 239"/>
              <a:gd name="T53" fmla="*/ 45 h 239"/>
              <a:gd name="T54" fmla="*/ 189 w 239"/>
              <a:gd name="T55" fmla="*/ 45 h 239"/>
              <a:gd name="T56" fmla="*/ 170 w 239"/>
              <a:gd name="T57" fmla="*/ 45 h 239"/>
              <a:gd name="T58" fmla="*/ 170 w 239"/>
              <a:gd name="T59" fmla="*/ 0 h 239"/>
              <a:gd name="T60" fmla="*/ 189 w 239"/>
              <a:gd name="T61" fmla="*/ 0 h 239"/>
              <a:gd name="T62" fmla="*/ 189 w 239"/>
              <a:gd name="T63" fmla="*/ 45 h 2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239" h="239">
                <a:moveTo>
                  <a:pt x="239" y="53"/>
                </a:moveTo>
                <a:cubicBezTo>
                  <a:pt x="239" y="212"/>
                  <a:pt x="239" y="212"/>
                  <a:pt x="239" y="212"/>
                </a:cubicBezTo>
                <a:cubicBezTo>
                  <a:pt x="239" y="227"/>
                  <a:pt x="227" y="239"/>
                  <a:pt x="213" y="239"/>
                </a:cubicBezTo>
                <a:cubicBezTo>
                  <a:pt x="27" y="239"/>
                  <a:pt x="27" y="239"/>
                  <a:pt x="27" y="239"/>
                </a:cubicBezTo>
                <a:cubicBezTo>
                  <a:pt x="12" y="239"/>
                  <a:pt x="0" y="227"/>
                  <a:pt x="0" y="212"/>
                </a:cubicBezTo>
                <a:cubicBezTo>
                  <a:pt x="0" y="53"/>
                  <a:pt x="0" y="53"/>
                  <a:pt x="0" y="53"/>
                </a:cubicBezTo>
                <a:cubicBezTo>
                  <a:pt x="0" y="38"/>
                  <a:pt x="12" y="26"/>
                  <a:pt x="27" y="26"/>
                </a:cubicBezTo>
                <a:cubicBezTo>
                  <a:pt x="39" y="26"/>
                  <a:pt x="39" y="26"/>
                  <a:pt x="39" y="26"/>
                </a:cubicBezTo>
                <a:cubicBezTo>
                  <a:pt x="39" y="53"/>
                  <a:pt x="39" y="53"/>
                  <a:pt x="39" y="53"/>
                </a:cubicBezTo>
                <a:cubicBezTo>
                  <a:pt x="81" y="53"/>
                  <a:pt x="81" y="53"/>
                  <a:pt x="81" y="53"/>
                </a:cubicBezTo>
                <a:cubicBezTo>
                  <a:pt x="81" y="26"/>
                  <a:pt x="81" y="26"/>
                  <a:pt x="81" y="26"/>
                </a:cubicBezTo>
                <a:cubicBezTo>
                  <a:pt x="158" y="26"/>
                  <a:pt x="158" y="26"/>
                  <a:pt x="158" y="26"/>
                </a:cubicBezTo>
                <a:cubicBezTo>
                  <a:pt x="158" y="53"/>
                  <a:pt x="158" y="53"/>
                  <a:pt x="158" y="53"/>
                </a:cubicBezTo>
                <a:cubicBezTo>
                  <a:pt x="201" y="53"/>
                  <a:pt x="201" y="53"/>
                  <a:pt x="201" y="53"/>
                </a:cubicBezTo>
                <a:cubicBezTo>
                  <a:pt x="201" y="26"/>
                  <a:pt x="201" y="26"/>
                  <a:pt x="201" y="26"/>
                </a:cubicBezTo>
                <a:cubicBezTo>
                  <a:pt x="213" y="26"/>
                  <a:pt x="213" y="26"/>
                  <a:pt x="213" y="26"/>
                </a:cubicBezTo>
                <a:cubicBezTo>
                  <a:pt x="227" y="26"/>
                  <a:pt x="239" y="38"/>
                  <a:pt x="239" y="53"/>
                </a:cubicBezTo>
                <a:close/>
                <a:moveTo>
                  <a:pt x="213" y="106"/>
                </a:moveTo>
                <a:cubicBezTo>
                  <a:pt x="27" y="106"/>
                  <a:pt x="27" y="106"/>
                  <a:pt x="27" y="106"/>
                </a:cubicBezTo>
                <a:cubicBezTo>
                  <a:pt x="27" y="212"/>
                  <a:pt x="27" y="212"/>
                  <a:pt x="27" y="212"/>
                </a:cubicBezTo>
                <a:cubicBezTo>
                  <a:pt x="213" y="212"/>
                  <a:pt x="213" y="212"/>
                  <a:pt x="213" y="212"/>
                </a:cubicBezTo>
                <a:lnTo>
                  <a:pt x="213" y="106"/>
                </a:lnTo>
                <a:close/>
                <a:moveTo>
                  <a:pt x="69" y="45"/>
                </a:moveTo>
                <a:cubicBezTo>
                  <a:pt x="51" y="45"/>
                  <a:pt x="51" y="45"/>
                  <a:pt x="51" y="45"/>
                </a:cubicBezTo>
                <a:cubicBezTo>
                  <a:pt x="51" y="0"/>
                  <a:pt x="51" y="0"/>
                  <a:pt x="51" y="0"/>
                </a:cubicBezTo>
                <a:cubicBezTo>
                  <a:pt x="69" y="0"/>
                  <a:pt x="69" y="0"/>
                  <a:pt x="69" y="0"/>
                </a:cubicBezTo>
                <a:lnTo>
                  <a:pt x="69" y="45"/>
                </a:lnTo>
                <a:close/>
                <a:moveTo>
                  <a:pt x="189" y="45"/>
                </a:moveTo>
                <a:cubicBezTo>
                  <a:pt x="170" y="45"/>
                  <a:pt x="170" y="45"/>
                  <a:pt x="170" y="45"/>
                </a:cubicBezTo>
                <a:cubicBezTo>
                  <a:pt x="170" y="0"/>
                  <a:pt x="170" y="0"/>
                  <a:pt x="170" y="0"/>
                </a:cubicBezTo>
                <a:cubicBezTo>
                  <a:pt x="189" y="0"/>
                  <a:pt x="189" y="0"/>
                  <a:pt x="189" y="0"/>
                </a:cubicBezTo>
                <a:lnTo>
                  <a:pt x="189" y="45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72" name="Freeform 75"/>
          <p:cNvSpPr>
            <a:spLocks/>
          </p:cNvSpPr>
          <p:nvPr/>
        </p:nvSpPr>
        <p:spPr bwMode="auto">
          <a:xfrm>
            <a:off x="8851819" y="3624363"/>
            <a:ext cx="155168" cy="193428"/>
          </a:xfrm>
          <a:custGeom>
            <a:avLst/>
            <a:gdLst>
              <a:gd name="T0" fmla="*/ 133 w 133"/>
              <a:gd name="T1" fmla="*/ 83 h 166"/>
              <a:gd name="T2" fmla="*/ 129 w 133"/>
              <a:gd name="T3" fmla="*/ 90 h 166"/>
              <a:gd name="T4" fmla="*/ 15 w 133"/>
              <a:gd name="T5" fmla="*/ 160 h 166"/>
              <a:gd name="T6" fmla="*/ 0 w 133"/>
              <a:gd name="T7" fmla="*/ 152 h 166"/>
              <a:gd name="T8" fmla="*/ 0 w 133"/>
              <a:gd name="T9" fmla="*/ 15 h 166"/>
              <a:gd name="T10" fmla="*/ 15 w 133"/>
              <a:gd name="T11" fmla="*/ 6 h 166"/>
              <a:gd name="T12" fmla="*/ 129 w 133"/>
              <a:gd name="T13" fmla="*/ 76 h 166"/>
              <a:gd name="T14" fmla="*/ 133 w 133"/>
              <a:gd name="T15" fmla="*/ 83 h 1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33" h="166">
                <a:moveTo>
                  <a:pt x="133" y="83"/>
                </a:moveTo>
                <a:cubicBezTo>
                  <a:pt x="133" y="87"/>
                  <a:pt x="129" y="90"/>
                  <a:pt x="129" y="90"/>
                </a:cubicBezTo>
                <a:cubicBezTo>
                  <a:pt x="15" y="160"/>
                  <a:pt x="15" y="160"/>
                  <a:pt x="15" y="160"/>
                </a:cubicBezTo>
                <a:cubicBezTo>
                  <a:pt x="7" y="166"/>
                  <a:pt x="0" y="162"/>
                  <a:pt x="0" y="152"/>
                </a:cubicBezTo>
                <a:cubicBezTo>
                  <a:pt x="0" y="15"/>
                  <a:pt x="0" y="15"/>
                  <a:pt x="0" y="15"/>
                </a:cubicBezTo>
                <a:cubicBezTo>
                  <a:pt x="0" y="5"/>
                  <a:pt x="7" y="0"/>
                  <a:pt x="15" y="6"/>
                </a:cubicBezTo>
                <a:cubicBezTo>
                  <a:pt x="129" y="76"/>
                  <a:pt x="129" y="76"/>
                  <a:pt x="129" y="76"/>
                </a:cubicBezTo>
                <a:cubicBezTo>
                  <a:pt x="129" y="76"/>
                  <a:pt x="133" y="79"/>
                  <a:pt x="133" y="8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73" name="Oval 76"/>
          <p:cNvSpPr>
            <a:spLocks noChangeArrowheads="1"/>
          </p:cNvSpPr>
          <p:nvPr/>
        </p:nvSpPr>
        <p:spPr bwMode="auto">
          <a:xfrm>
            <a:off x="9068627" y="3611611"/>
            <a:ext cx="214684" cy="216808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74" name="Freeform 77"/>
          <p:cNvSpPr>
            <a:spLocks noEditPoints="1"/>
          </p:cNvSpPr>
          <p:nvPr/>
        </p:nvSpPr>
        <p:spPr bwMode="auto">
          <a:xfrm>
            <a:off x="9344953" y="3611611"/>
            <a:ext cx="163671" cy="216808"/>
          </a:xfrm>
          <a:custGeom>
            <a:avLst/>
            <a:gdLst>
              <a:gd name="T0" fmla="*/ 48 w 141"/>
              <a:gd name="T1" fmla="*/ 18 h 186"/>
              <a:gd name="T2" fmla="*/ 48 w 141"/>
              <a:gd name="T3" fmla="*/ 169 h 186"/>
              <a:gd name="T4" fmla="*/ 24 w 141"/>
              <a:gd name="T5" fmla="*/ 186 h 186"/>
              <a:gd name="T6" fmla="*/ 0 w 141"/>
              <a:gd name="T7" fmla="*/ 169 h 186"/>
              <a:gd name="T8" fmla="*/ 0 w 141"/>
              <a:gd name="T9" fmla="*/ 18 h 186"/>
              <a:gd name="T10" fmla="*/ 24 w 141"/>
              <a:gd name="T11" fmla="*/ 0 h 186"/>
              <a:gd name="T12" fmla="*/ 48 w 141"/>
              <a:gd name="T13" fmla="*/ 18 h 186"/>
              <a:gd name="T14" fmla="*/ 141 w 141"/>
              <a:gd name="T15" fmla="*/ 18 h 186"/>
              <a:gd name="T16" fmla="*/ 141 w 141"/>
              <a:gd name="T17" fmla="*/ 169 h 186"/>
              <a:gd name="T18" fmla="*/ 117 w 141"/>
              <a:gd name="T19" fmla="*/ 186 h 186"/>
              <a:gd name="T20" fmla="*/ 93 w 141"/>
              <a:gd name="T21" fmla="*/ 169 h 186"/>
              <a:gd name="T22" fmla="*/ 93 w 141"/>
              <a:gd name="T23" fmla="*/ 18 h 186"/>
              <a:gd name="T24" fmla="*/ 117 w 141"/>
              <a:gd name="T25" fmla="*/ 0 h 186"/>
              <a:gd name="T26" fmla="*/ 141 w 141"/>
              <a:gd name="T27" fmla="*/ 18 h 1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41" h="186">
                <a:moveTo>
                  <a:pt x="48" y="18"/>
                </a:moveTo>
                <a:cubicBezTo>
                  <a:pt x="48" y="169"/>
                  <a:pt x="48" y="169"/>
                  <a:pt x="48" y="169"/>
                </a:cubicBezTo>
                <a:cubicBezTo>
                  <a:pt x="48" y="182"/>
                  <a:pt x="37" y="186"/>
                  <a:pt x="24" y="186"/>
                </a:cubicBezTo>
                <a:cubicBezTo>
                  <a:pt x="11" y="186"/>
                  <a:pt x="0" y="182"/>
                  <a:pt x="0" y="169"/>
                </a:cubicBezTo>
                <a:cubicBezTo>
                  <a:pt x="0" y="18"/>
                  <a:pt x="0" y="18"/>
                  <a:pt x="0" y="18"/>
                </a:cubicBezTo>
                <a:cubicBezTo>
                  <a:pt x="0" y="5"/>
                  <a:pt x="11" y="0"/>
                  <a:pt x="24" y="0"/>
                </a:cubicBezTo>
                <a:cubicBezTo>
                  <a:pt x="37" y="0"/>
                  <a:pt x="48" y="5"/>
                  <a:pt x="48" y="18"/>
                </a:cubicBezTo>
                <a:close/>
                <a:moveTo>
                  <a:pt x="141" y="18"/>
                </a:moveTo>
                <a:cubicBezTo>
                  <a:pt x="141" y="169"/>
                  <a:pt x="141" y="169"/>
                  <a:pt x="141" y="169"/>
                </a:cubicBezTo>
                <a:cubicBezTo>
                  <a:pt x="141" y="182"/>
                  <a:pt x="130" y="186"/>
                  <a:pt x="117" y="186"/>
                </a:cubicBezTo>
                <a:cubicBezTo>
                  <a:pt x="104" y="186"/>
                  <a:pt x="93" y="182"/>
                  <a:pt x="93" y="169"/>
                </a:cubicBezTo>
                <a:cubicBezTo>
                  <a:pt x="93" y="18"/>
                  <a:pt x="93" y="18"/>
                  <a:pt x="93" y="18"/>
                </a:cubicBezTo>
                <a:cubicBezTo>
                  <a:pt x="93" y="5"/>
                  <a:pt x="104" y="0"/>
                  <a:pt x="117" y="0"/>
                </a:cubicBezTo>
                <a:cubicBezTo>
                  <a:pt x="130" y="0"/>
                  <a:pt x="141" y="5"/>
                  <a:pt x="141" y="18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75" name="Freeform 78"/>
          <p:cNvSpPr>
            <a:spLocks noEditPoints="1"/>
          </p:cNvSpPr>
          <p:nvPr/>
        </p:nvSpPr>
        <p:spPr bwMode="auto">
          <a:xfrm>
            <a:off x="9570263" y="3569099"/>
            <a:ext cx="180675" cy="301832"/>
          </a:xfrm>
          <a:custGeom>
            <a:avLst/>
            <a:gdLst>
              <a:gd name="T0" fmla="*/ 154 w 154"/>
              <a:gd name="T1" fmla="*/ 27 h 260"/>
              <a:gd name="T2" fmla="*/ 154 w 154"/>
              <a:gd name="T3" fmla="*/ 234 h 260"/>
              <a:gd name="T4" fmla="*/ 128 w 154"/>
              <a:gd name="T5" fmla="*/ 260 h 260"/>
              <a:gd name="T6" fmla="*/ 27 w 154"/>
              <a:gd name="T7" fmla="*/ 260 h 260"/>
              <a:gd name="T8" fmla="*/ 0 w 154"/>
              <a:gd name="T9" fmla="*/ 234 h 260"/>
              <a:gd name="T10" fmla="*/ 0 w 154"/>
              <a:gd name="T11" fmla="*/ 27 h 260"/>
              <a:gd name="T12" fmla="*/ 27 w 154"/>
              <a:gd name="T13" fmla="*/ 0 h 260"/>
              <a:gd name="T14" fmla="*/ 128 w 154"/>
              <a:gd name="T15" fmla="*/ 0 h 260"/>
              <a:gd name="T16" fmla="*/ 154 w 154"/>
              <a:gd name="T17" fmla="*/ 27 h 260"/>
              <a:gd name="T18" fmla="*/ 133 w 154"/>
              <a:gd name="T19" fmla="*/ 35 h 260"/>
              <a:gd name="T20" fmla="*/ 21 w 154"/>
              <a:gd name="T21" fmla="*/ 35 h 260"/>
              <a:gd name="T22" fmla="*/ 21 w 154"/>
              <a:gd name="T23" fmla="*/ 210 h 260"/>
              <a:gd name="T24" fmla="*/ 133 w 154"/>
              <a:gd name="T25" fmla="*/ 210 h 260"/>
              <a:gd name="T26" fmla="*/ 133 w 154"/>
              <a:gd name="T27" fmla="*/ 35 h 260"/>
              <a:gd name="T28" fmla="*/ 96 w 154"/>
              <a:gd name="T29" fmla="*/ 236 h 260"/>
              <a:gd name="T30" fmla="*/ 77 w 154"/>
              <a:gd name="T31" fmla="*/ 223 h 260"/>
              <a:gd name="T32" fmla="*/ 59 w 154"/>
              <a:gd name="T33" fmla="*/ 236 h 260"/>
              <a:gd name="T34" fmla="*/ 77 w 154"/>
              <a:gd name="T35" fmla="*/ 250 h 260"/>
              <a:gd name="T36" fmla="*/ 96 w 154"/>
              <a:gd name="T37" fmla="*/ 236 h 2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54" h="260">
                <a:moveTo>
                  <a:pt x="154" y="27"/>
                </a:moveTo>
                <a:cubicBezTo>
                  <a:pt x="154" y="234"/>
                  <a:pt x="154" y="234"/>
                  <a:pt x="154" y="234"/>
                </a:cubicBezTo>
                <a:cubicBezTo>
                  <a:pt x="154" y="249"/>
                  <a:pt x="142" y="260"/>
                  <a:pt x="128" y="260"/>
                </a:cubicBezTo>
                <a:cubicBezTo>
                  <a:pt x="27" y="260"/>
                  <a:pt x="27" y="260"/>
                  <a:pt x="27" y="260"/>
                </a:cubicBezTo>
                <a:cubicBezTo>
                  <a:pt x="12" y="260"/>
                  <a:pt x="0" y="249"/>
                  <a:pt x="0" y="234"/>
                </a:cubicBezTo>
                <a:cubicBezTo>
                  <a:pt x="0" y="27"/>
                  <a:pt x="0" y="27"/>
                  <a:pt x="0" y="27"/>
                </a:cubicBezTo>
                <a:cubicBezTo>
                  <a:pt x="0" y="12"/>
                  <a:pt x="12" y="0"/>
                  <a:pt x="27" y="0"/>
                </a:cubicBezTo>
                <a:cubicBezTo>
                  <a:pt x="128" y="0"/>
                  <a:pt x="128" y="0"/>
                  <a:pt x="128" y="0"/>
                </a:cubicBezTo>
                <a:cubicBezTo>
                  <a:pt x="142" y="0"/>
                  <a:pt x="154" y="12"/>
                  <a:pt x="154" y="27"/>
                </a:cubicBezTo>
                <a:close/>
                <a:moveTo>
                  <a:pt x="133" y="35"/>
                </a:moveTo>
                <a:cubicBezTo>
                  <a:pt x="21" y="35"/>
                  <a:pt x="21" y="35"/>
                  <a:pt x="21" y="35"/>
                </a:cubicBezTo>
                <a:cubicBezTo>
                  <a:pt x="21" y="210"/>
                  <a:pt x="21" y="210"/>
                  <a:pt x="21" y="210"/>
                </a:cubicBezTo>
                <a:cubicBezTo>
                  <a:pt x="133" y="210"/>
                  <a:pt x="133" y="210"/>
                  <a:pt x="133" y="210"/>
                </a:cubicBezTo>
                <a:lnTo>
                  <a:pt x="133" y="35"/>
                </a:lnTo>
                <a:close/>
                <a:moveTo>
                  <a:pt x="96" y="236"/>
                </a:moveTo>
                <a:cubicBezTo>
                  <a:pt x="96" y="229"/>
                  <a:pt x="88" y="223"/>
                  <a:pt x="77" y="223"/>
                </a:cubicBezTo>
                <a:cubicBezTo>
                  <a:pt x="67" y="223"/>
                  <a:pt x="59" y="229"/>
                  <a:pt x="59" y="236"/>
                </a:cubicBezTo>
                <a:cubicBezTo>
                  <a:pt x="59" y="244"/>
                  <a:pt x="67" y="250"/>
                  <a:pt x="77" y="250"/>
                </a:cubicBezTo>
                <a:cubicBezTo>
                  <a:pt x="88" y="250"/>
                  <a:pt x="96" y="244"/>
                  <a:pt x="96" y="236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76" name="Freeform 79"/>
          <p:cNvSpPr>
            <a:spLocks/>
          </p:cNvSpPr>
          <p:nvPr/>
        </p:nvSpPr>
        <p:spPr bwMode="auto">
          <a:xfrm>
            <a:off x="9812579" y="3611611"/>
            <a:ext cx="246568" cy="216808"/>
          </a:xfrm>
          <a:custGeom>
            <a:avLst/>
            <a:gdLst>
              <a:gd name="T0" fmla="*/ 213 w 213"/>
              <a:gd name="T1" fmla="*/ 27 h 186"/>
              <a:gd name="T2" fmla="*/ 213 w 213"/>
              <a:gd name="T3" fmla="*/ 120 h 186"/>
              <a:gd name="T4" fmla="*/ 186 w 213"/>
              <a:gd name="T5" fmla="*/ 146 h 186"/>
              <a:gd name="T6" fmla="*/ 133 w 213"/>
              <a:gd name="T7" fmla="*/ 146 h 186"/>
              <a:gd name="T8" fmla="*/ 133 w 213"/>
              <a:gd name="T9" fmla="*/ 186 h 186"/>
              <a:gd name="T10" fmla="*/ 80 w 213"/>
              <a:gd name="T11" fmla="*/ 146 h 186"/>
              <a:gd name="T12" fmla="*/ 27 w 213"/>
              <a:gd name="T13" fmla="*/ 146 h 186"/>
              <a:gd name="T14" fmla="*/ 0 w 213"/>
              <a:gd name="T15" fmla="*/ 120 h 186"/>
              <a:gd name="T16" fmla="*/ 0 w 213"/>
              <a:gd name="T17" fmla="*/ 27 h 186"/>
              <a:gd name="T18" fmla="*/ 27 w 213"/>
              <a:gd name="T19" fmla="*/ 0 h 186"/>
              <a:gd name="T20" fmla="*/ 186 w 213"/>
              <a:gd name="T21" fmla="*/ 0 h 186"/>
              <a:gd name="T22" fmla="*/ 213 w 213"/>
              <a:gd name="T23" fmla="*/ 27 h 1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213" h="186">
                <a:moveTo>
                  <a:pt x="213" y="27"/>
                </a:moveTo>
                <a:cubicBezTo>
                  <a:pt x="213" y="120"/>
                  <a:pt x="213" y="120"/>
                  <a:pt x="213" y="120"/>
                </a:cubicBezTo>
                <a:cubicBezTo>
                  <a:pt x="213" y="135"/>
                  <a:pt x="200" y="146"/>
                  <a:pt x="186" y="146"/>
                </a:cubicBezTo>
                <a:cubicBezTo>
                  <a:pt x="133" y="146"/>
                  <a:pt x="133" y="146"/>
                  <a:pt x="133" y="146"/>
                </a:cubicBezTo>
                <a:cubicBezTo>
                  <a:pt x="133" y="186"/>
                  <a:pt x="133" y="186"/>
                  <a:pt x="133" y="186"/>
                </a:cubicBezTo>
                <a:cubicBezTo>
                  <a:pt x="80" y="146"/>
                  <a:pt x="80" y="146"/>
                  <a:pt x="80" y="146"/>
                </a:cubicBezTo>
                <a:cubicBezTo>
                  <a:pt x="27" y="146"/>
                  <a:pt x="27" y="146"/>
                  <a:pt x="27" y="146"/>
                </a:cubicBezTo>
                <a:cubicBezTo>
                  <a:pt x="12" y="146"/>
                  <a:pt x="0" y="135"/>
                  <a:pt x="0" y="120"/>
                </a:cubicBezTo>
                <a:cubicBezTo>
                  <a:pt x="0" y="27"/>
                  <a:pt x="0" y="27"/>
                  <a:pt x="0" y="27"/>
                </a:cubicBezTo>
                <a:cubicBezTo>
                  <a:pt x="0" y="12"/>
                  <a:pt x="12" y="0"/>
                  <a:pt x="27" y="0"/>
                </a:cubicBezTo>
                <a:cubicBezTo>
                  <a:pt x="186" y="0"/>
                  <a:pt x="186" y="0"/>
                  <a:pt x="186" y="0"/>
                </a:cubicBezTo>
                <a:cubicBezTo>
                  <a:pt x="200" y="0"/>
                  <a:pt x="213" y="12"/>
                  <a:pt x="213" y="2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77" name="Freeform 80"/>
          <p:cNvSpPr>
            <a:spLocks noEditPoints="1"/>
          </p:cNvSpPr>
          <p:nvPr/>
        </p:nvSpPr>
        <p:spPr bwMode="auto">
          <a:xfrm>
            <a:off x="10120786" y="3579726"/>
            <a:ext cx="282703" cy="282703"/>
          </a:xfrm>
          <a:custGeom>
            <a:avLst/>
            <a:gdLst>
              <a:gd name="T0" fmla="*/ 244 w 244"/>
              <a:gd name="T1" fmla="*/ 97 h 244"/>
              <a:gd name="T2" fmla="*/ 155 w 244"/>
              <a:gd name="T3" fmla="*/ 193 h 244"/>
              <a:gd name="T4" fmla="*/ 80 w 244"/>
              <a:gd name="T5" fmla="*/ 244 h 244"/>
              <a:gd name="T6" fmla="*/ 0 w 244"/>
              <a:gd name="T7" fmla="*/ 164 h 244"/>
              <a:gd name="T8" fmla="*/ 51 w 244"/>
              <a:gd name="T9" fmla="*/ 89 h 244"/>
              <a:gd name="T10" fmla="*/ 147 w 244"/>
              <a:gd name="T11" fmla="*/ 0 h 244"/>
              <a:gd name="T12" fmla="*/ 244 w 244"/>
              <a:gd name="T13" fmla="*/ 97 h 244"/>
              <a:gd name="T14" fmla="*/ 0 w 244"/>
              <a:gd name="T15" fmla="*/ 30 h 244"/>
              <a:gd name="T16" fmla="*/ 27 w 244"/>
              <a:gd name="T17" fmla="*/ 2 h 244"/>
              <a:gd name="T18" fmla="*/ 54 w 244"/>
              <a:gd name="T19" fmla="*/ 30 h 244"/>
              <a:gd name="T20" fmla="*/ 27 w 244"/>
              <a:gd name="T21" fmla="*/ 57 h 244"/>
              <a:gd name="T22" fmla="*/ 0 w 244"/>
              <a:gd name="T23" fmla="*/ 30 h 244"/>
              <a:gd name="T24" fmla="*/ 12 w 244"/>
              <a:gd name="T25" fmla="*/ 30 h 244"/>
              <a:gd name="T26" fmla="*/ 27 w 244"/>
              <a:gd name="T27" fmla="*/ 45 h 244"/>
              <a:gd name="T28" fmla="*/ 42 w 244"/>
              <a:gd name="T29" fmla="*/ 30 h 244"/>
              <a:gd name="T30" fmla="*/ 27 w 244"/>
              <a:gd name="T31" fmla="*/ 15 h 244"/>
              <a:gd name="T32" fmla="*/ 12 w 244"/>
              <a:gd name="T33" fmla="*/ 30 h 244"/>
              <a:gd name="T34" fmla="*/ 127 w 244"/>
              <a:gd name="T35" fmla="*/ 191 h 244"/>
              <a:gd name="T36" fmla="*/ 53 w 244"/>
              <a:gd name="T37" fmla="*/ 117 h 244"/>
              <a:gd name="T38" fmla="*/ 26 w 244"/>
              <a:gd name="T39" fmla="*/ 164 h 244"/>
              <a:gd name="T40" fmla="*/ 80 w 244"/>
              <a:gd name="T41" fmla="*/ 217 h 244"/>
              <a:gd name="T42" fmla="*/ 127 w 244"/>
              <a:gd name="T43" fmla="*/ 191 h 244"/>
              <a:gd name="T44" fmla="*/ 215 w 244"/>
              <a:gd name="T45" fmla="*/ 97 h 244"/>
              <a:gd name="T46" fmla="*/ 147 w 244"/>
              <a:gd name="T47" fmla="*/ 29 h 244"/>
              <a:gd name="T48" fmla="*/ 81 w 244"/>
              <a:gd name="T49" fmla="*/ 83 h 244"/>
              <a:gd name="T50" fmla="*/ 161 w 244"/>
              <a:gd name="T51" fmla="*/ 163 h 244"/>
              <a:gd name="T52" fmla="*/ 215 w 244"/>
              <a:gd name="T53" fmla="*/ 97 h 244"/>
              <a:gd name="T54" fmla="*/ 134 w 244"/>
              <a:gd name="T55" fmla="*/ 163 h 244"/>
              <a:gd name="T56" fmla="*/ 81 w 244"/>
              <a:gd name="T57" fmla="*/ 110 h 244"/>
              <a:gd name="T58" fmla="*/ 134 w 244"/>
              <a:gd name="T59" fmla="*/ 163 h 2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244" h="244">
                <a:moveTo>
                  <a:pt x="244" y="97"/>
                </a:moveTo>
                <a:cubicBezTo>
                  <a:pt x="244" y="147"/>
                  <a:pt x="205" y="189"/>
                  <a:pt x="155" y="193"/>
                </a:cubicBezTo>
                <a:cubicBezTo>
                  <a:pt x="144" y="223"/>
                  <a:pt x="114" y="244"/>
                  <a:pt x="80" y="244"/>
                </a:cubicBezTo>
                <a:cubicBezTo>
                  <a:pt x="36" y="244"/>
                  <a:pt x="0" y="208"/>
                  <a:pt x="0" y="164"/>
                </a:cubicBezTo>
                <a:cubicBezTo>
                  <a:pt x="0" y="130"/>
                  <a:pt x="21" y="100"/>
                  <a:pt x="51" y="89"/>
                </a:cubicBezTo>
                <a:cubicBezTo>
                  <a:pt x="55" y="39"/>
                  <a:pt x="96" y="0"/>
                  <a:pt x="147" y="0"/>
                </a:cubicBezTo>
                <a:cubicBezTo>
                  <a:pt x="200" y="0"/>
                  <a:pt x="244" y="44"/>
                  <a:pt x="244" y="97"/>
                </a:cubicBezTo>
                <a:close/>
                <a:moveTo>
                  <a:pt x="0" y="30"/>
                </a:moveTo>
                <a:cubicBezTo>
                  <a:pt x="0" y="15"/>
                  <a:pt x="12" y="2"/>
                  <a:pt x="27" y="2"/>
                </a:cubicBezTo>
                <a:cubicBezTo>
                  <a:pt x="42" y="2"/>
                  <a:pt x="54" y="15"/>
                  <a:pt x="54" y="30"/>
                </a:cubicBezTo>
                <a:cubicBezTo>
                  <a:pt x="54" y="45"/>
                  <a:pt x="42" y="57"/>
                  <a:pt x="27" y="57"/>
                </a:cubicBezTo>
                <a:cubicBezTo>
                  <a:pt x="12" y="57"/>
                  <a:pt x="0" y="45"/>
                  <a:pt x="0" y="30"/>
                </a:cubicBezTo>
                <a:close/>
                <a:moveTo>
                  <a:pt x="12" y="30"/>
                </a:moveTo>
                <a:cubicBezTo>
                  <a:pt x="12" y="38"/>
                  <a:pt x="19" y="45"/>
                  <a:pt x="27" y="45"/>
                </a:cubicBezTo>
                <a:cubicBezTo>
                  <a:pt x="35" y="45"/>
                  <a:pt x="42" y="38"/>
                  <a:pt x="42" y="30"/>
                </a:cubicBezTo>
                <a:cubicBezTo>
                  <a:pt x="42" y="21"/>
                  <a:pt x="35" y="15"/>
                  <a:pt x="27" y="15"/>
                </a:cubicBezTo>
                <a:cubicBezTo>
                  <a:pt x="19" y="15"/>
                  <a:pt x="12" y="21"/>
                  <a:pt x="12" y="30"/>
                </a:cubicBezTo>
                <a:close/>
                <a:moveTo>
                  <a:pt x="127" y="191"/>
                </a:moveTo>
                <a:cubicBezTo>
                  <a:pt x="90" y="183"/>
                  <a:pt x="61" y="154"/>
                  <a:pt x="53" y="117"/>
                </a:cubicBezTo>
                <a:cubicBezTo>
                  <a:pt x="37" y="127"/>
                  <a:pt x="26" y="144"/>
                  <a:pt x="26" y="164"/>
                </a:cubicBezTo>
                <a:cubicBezTo>
                  <a:pt x="26" y="193"/>
                  <a:pt x="51" y="217"/>
                  <a:pt x="80" y="217"/>
                </a:cubicBezTo>
                <a:cubicBezTo>
                  <a:pt x="100" y="217"/>
                  <a:pt x="117" y="207"/>
                  <a:pt x="127" y="191"/>
                </a:cubicBezTo>
                <a:close/>
                <a:moveTo>
                  <a:pt x="215" y="97"/>
                </a:moveTo>
                <a:cubicBezTo>
                  <a:pt x="215" y="60"/>
                  <a:pt x="185" y="29"/>
                  <a:pt x="147" y="29"/>
                </a:cubicBezTo>
                <a:cubicBezTo>
                  <a:pt x="114" y="29"/>
                  <a:pt x="87" y="53"/>
                  <a:pt x="81" y="83"/>
                </a:cubicBezTo>
                <a:cubicBezTo>
                  <a:pt x="125" y="83"/>
                  <a:pt x="160" y="119"/>
                  <a:pt x="161" y="163"/>
                </a:cubicBezTo>
                <a:cubicBezTo>
                  <a:pt x="191" y="157"/>
                  <a:pt x="215" y="129"/>
                  <a:pt x="215" y="97"/>
                </a:cubicBezTo>
                <a:close/>
                <a:moveTo>
                  <a:pt x="134" y="163"/>
                </a:moveTo>
                <a:cubicBezTo>
                  <a:pt x="134" y="134"/>
                  <a:pt x="110" y="110"/>
                  <a:pt x="81" y="110"/>
                </a:cubicBezTo>
                <a:cubicBezTo>
                  <a:pt x="86" y="136"/>
                  <a:pt x="108" y="157"/>
                  <a:pt x="134" y="16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78" name="Freeform 81"/>
          <p:cNvSpPr>
            <a:spLocks noEditPoints="1"/>
          </p:cNvSpPr>
          <p:nvPr/>
        </p:nvSpPr>
        <p:spPr bwMode="auto">
          <a:xfrm>
            <a:off x="10465131" y="3577601"/>
            <a:ext cx="284828" cy="286953"/>
          </a:xfrm>
          <a:custGeom>
            <a:avLst/>
            <a:gdLst>
              <a:gd name="T0" fmla="*/ 245 w 245"/>
              <a:gd name="T1" fmla="*/ 122 h 246"/>
              <a:gd name="T2" fmla="*/ 124 w 245"/>
              <a:gd name="T3" fmla="*/ 245 h 246"/>
              <a:gd name="T4" fmla="*/ 1 w 245"/>
              <a:gd name="T5" fmla="*/ 125 h 246"/>
              <a:gd name="T6" fmla="*/ 121 w 245"/>
              <a:gd name="T7" fmla="*/ 1 h 246"/>
              <a:gd name="T8" fmla="*/ 245 w 245"/>
              <a:gd name="T9" fmla="*/ 122 h 246"/>
              <a:gd name="T10" fmla="*/ 48 w 245"/>
              <a:gd name="T11" fmla="*/ 123 h 246"/>
              <a:gd name="T12" fmla="*/ 56 w 245"/>
              <a:gd name="T13" fmla="*/ 91 h 246"/>
              <a:gd name="T14" fmla="*/ 28 w 245"/>
              <a:gd name="T15" fmla="*/ 74 h 246"/>
              <a:gd name="T16" fmla="*/ 17 w 245"/>
              <a:gd name="T17" fmla="*/ 125 h 246"/>
              <a:gd name="T18" fmla="*/ 28 w 245"/>
              <a:gd name="T19" fmla="*/ 172 h 246"/>
              <a:gd name="T20" fmla="*/ 56 w 245"/>
              <a:gd name="T21" fmla="*/ 156 h 246"/>
              <a:gd name="T22" fmla="*/ 48 w 245"/>
              <a:gd name="T23" fmla="*/ 123 h 246"/>
              <a:gd name="T24" fmla="*/ 181 w 245"/>
              <a:gd name="T25" fmla="*/ 123 h 246"/>
              <a:gd name="T26" fmla="*/ 123 w 245"/>
              <a:gd name="T27" fmla="*/ 65 h 246"/>
              <a:gd name="T28" fmla="*/ 64 w 245"/>
              <a:gd name="T29" fmla="*/ 123 h 246"/>
              <a:gd name="T30" fmla="*/ 123 w 245"/>
              <a:gd name="T31" fmla="*/ 182 h 246"/>
              <a:gd name="T32" fmla="*/ 181 w 245"/>
              <a:gd name="T33" fmla="*/ 123 h 246"/>
              <a:gd name="T34" fmla="*/ 73 w 245"/>
              <a:gd name="T35" fmla="*/ 29 h 246"/>
              <a:gd name="T36" fmla="*/ 90 w 245"/>
              <a:gd name="T37" fmla="*/ 56 h 246"/>
              <a:gd name="T38" fmla="*/ 123 w 245"/>
              <a:gd name="T39" fmla="*/ 49 h 246"/>
              <a:gd name="T40" fmla="*/ 155 w 245"/>
              <a:gd name="T41" fmla="*/ 56 h 246"/>
              <a:gd name="T42" fmla="*/ 172 w 245"/>
              <a:gd name="T43" fmla="*/ 29 h 246"/>
              <a:gd name="T44" fmla="*/ 121 w 245"/>
              <a:gd name="T45" fmla="*/ 17 h 246"/>
              <a:gd name="T46" fmla="*/ 73 w 245"/>
              <a:gd name="T47" fmla="*/ 29 h 246"/>
              <a:gd name="T48" fmla="*/ 172 w 245"/>
              <a:gd name="T49" fmla="*/ 217 h 246"/>
              <a:gd name="T50" fmla="*/ 155 w 245"/>
              <a:gd name="T51" fmla="*/ 190 h 246"/>
              <a:gd name="T52" fmla="*/ 123 w 245"/>
              <a:gd name="T53" fmla="*/ 198 h 246"/>
              <a:gd name="T54" fmla="*/ 90 w 245"/>
              <a:gd name="T55" fmla="*/ 190 h 246"/>
              <a:gd name="T56" fmla="*/ 73 w 245"/>
              <a:gd name="T57" fmla="*/ 218 h 246"/>
              <a:gd name="T58" fmla="*/ 124 w 245"/>
              <a:gd name="T59" fmla="*/ 229 h 246"/>
              <a:gd name="T60" fmla="*/ 172 w 245"/>
              <a:gd name="T61" fmla="*/ 217 h 246"/>
              <a:gd name="T62" fmla="*/ 217 w 245"/>
              <a:gd name="T63" fmla="*/ 172 h 246"/>
              <a:gd name="T64" fmla="*/ 229 w 245"/>
              <a:gd name="T65" fmla="*/ 122 h 246"/>
              <a:gd name="T66" fmla="*/ 217 w 245"/>
              <a:gd name="T67" fmla="*/ 74 h 246"/>
              <a:gd name="T68" fmla="*/ 189 w 245"/>
              <a:gd name="T69" fmla="*/ 91 h 246"/>
              <a:gd name="T70" fmla="*/ 197 w 245"/>
              <a:gd name="T71" fmla="*/ 123 h 246"/>
              <a:gd name="T72" fmla="*/ 189 w 245"/>
              <a:gd name="T73" fmla="*/ 156 h 246"/>
              <a:gd name="T74" fmla="*/ 217 w 245"/>
              <a:gd name="T75" fmla="*/ 172 h 2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245" h="246">
                <a:moveTo>
                  <a:pt x="245" y="122"/>
                </a:moveTo>
                <a:cubicBezTo>
                  <a:pt x="245" y="189"/>
                  <a:pt x="192" y="244"/>
                  <a:pt x="124" y="245"/>
                </a:cubicBezTo>
                <a:cubicBezTo>
                  <a:pt x="57" y="246"/>
                  <a:pt x="1" y="192"/>
                  <a:pt x="1" y="125"/>
                </a:cubicBezTo>
                <a:cubicBezTo>
                  <a:pt x="0" y="57"/>
                  <a:pt x="53" y="2"/>
                  <a:pt x="121" y="1"/>
                </a:cubicBezTo>
                <a:cubicBezTo>
                  <a:pt x="188" y="0"/>
                  <a:pt x="244" y="54"/>
                  <a:pt x="245" y="122"/>
                </a:cubicBezTo>
                <a:close/>
                <a:moveTo>
                  <a:pt x="48" y="123"/>
                </a:moveTo>
                <a:cubicBezTo>
                  <a:pt x="48" y="111"/>
                  <a:pt x="51" y="100"/>
                  <a:pt x="56" y="91"/>
                </a:cubicBezTo>
                <a:cubicBezTo>
                  <a:pt x="28" y="74"/>
                  <a:pt x="28" y="74"/>
                  <a:pt x="28" y="74"/>
                </a:cubicBezTo>
                <a:cubicBezTo>
                  <a:pt x="20" y="89"/>
                  <a:pt x="16" y="106"/>
                  <a:pt x="17" y="125"/>
                </a:cubicBezTo>
                <a:cubicBezTo>
                  <a:pt x="17" y="142"/>
                  <a:pt x="21" y="158"/>
                  <a:pt x="28" y="172"/>
                </a:cubicBezTo>
                <a:cubicBezTo>
                  <a:pt x="56" y="156"/>
                  <a:pt x="56" y="156"/>
                  <a:pt x="56" y="156"/>
                </a:cubicBezTo>
                <a:cubicBezTo>
                  <a:pt x="51" y="146"/>
                  <a:pt x="48" y="135"/>
                  <a:pt x="48" y="123"/>
                </a:cubicBezTo>
                <a:close/>
                <a:moveTo>
                  <a:pt x="181" y="123"/>
                </a:moveTo>
                <a:cubicBezTo>
                  <a:pt x="181" y="91"/>
                  <a:pt x="155" y="65"/>
                  <a:pt x="123" y="65"/>
                </a:cubicBezTo>
                <a:cubicBezTo>
                  <a:pt x="90" y="65"/>
                  <a:pt x="64" y="91"/>
                  <a:pt x="64" y="123"/>
                </a:cubicBezTo>
                <a:cubicBezTo>
                  <a:pt x="64" y="156"/>
                  <a:pt x="90" y="182"/>
                  <a:pt x="123" y="182"/>
                </a:cubicBezTo>
                <a:cubicBezTo>
                  <a:pt x="155" y="182"/>
                  <a:pt x="181" y="156"/>
                  <a:pt x="181" y="123"/>
                </a:cubicBezTo>
                <a:close/>
                <a:moveTo>
                  <a:pt x="73" y="29"/>
                </a:moveTo>
                <a:cubicBezTo>
                  <a:pt x="90" y="56"/>
                  <a:pt x="90" y="56"/>
                  <a:pt x="90" y="56"/>
                </a:cubicBezTo>
                <a:cubicBezTo>
                  <a:pt x="100" y="51"/>
                  <a:pt x="111" y="49"/>
                  <a:pt x="123" y="49"/>
                </a:cubicBezTo>
                <a:cubicBezTo>
                  <a:pt x="134" y="49"/>
                  <a:pt x="145" y="51"/>
                  <a:pt x="155" y="56"/>
                </a:cubicBezTo>
                <a:cubicBezTo>
                  <a:pt x="172" y="29"/>
                  <a:pt x="172" y="29"/>
                  <a:pt x="172" y="29"/>
                </a:cubicBezTo>
                <a:cubicBezTo>
                  <a:pt x="156" y="21"/>
                  <a:pt x="139" y="17"/>
                  <a:pt x="121" y="17"/>
                </a:cubicBezTo>
                <a:cubicBezTo>
                  <a:pt x="104" y="18"/>
                  <a:pt x="88" y="22"/>
                  <a:pt x="73" y="29"/>
                </a:cubicBezTo>
                <a:close/>
                <a:moveTo>
                  <a:pt x="172" y="217"/>
                </a:moveTo>
                <a:cubicBezTo>
                  <a:pt x="155" y="190"/>
                  <a:pt x="155" y="190"/>
                  <a:pt x="155" y="190"/>
                </a:cubicBezTo>
                <a:cubicBezTo>
                  <a:pt x="145" y="195"/>
                  <a:pt x="134" y="198"/>
                  <a:pt x="123" y="198"/>
                </a:cubicBezTo>
                <a:cubicBezTo>
                  <a:pt x="111" y="198"/>
                  <a:pt x="100" y="195"/>
                  <a:pt x="90" y="190"/>
                </a:cubicBezTo>
                <a:cubicBezTo>
                  <a:pt x="73" y="218"/>
                  <a:pt x="73" y="218"/>
                  <a:pt x="73" y="218"/>
                </a:cubicBezTo>
                <a:cubicBezTo>
                  <a:pt x="89" y="225"/>
                  <a:pt x="106" y="230"/>
                  <a:pt x="124" y="229"/>
                </a:cubicBezTo>
                <a:cubicBezTo>
                  <a:pt x="141" y="229"/>
                  <a:pt x="157" y="225"/>
                  <a:pt x="172" y="217"/>
                </a:cubicBezTo>
                <a:close/>
                <a:moveTo>
                  <a:pt x="217" y="172"/>
                </a:moveTo>
                <a:cubicBezTo>
                  <a:pt x="225" y="157"/>
                  <a:pt x="229" y="140"/>
                  <a:pt x="229" y="122"/>
                </a:cubicBezTo>
                <a:cubicBezTo>
                  <a:pt x="228" y="105"/>
                  <a:pt x="224" y="89"/>
                  <a:pt x="217" y="74"/>
                </a:cubicBezTo>
                <a:cubicBezTo>
                  <a:pt x="189" y="91"/>
                  <a:pt x="189" y="91"/>
                  <a:pt x="189" y="91"/>
                </a:cubicBezTo>
                <a:cubicBezTo>
                  <a:pt x="194" y="100"/>
                  <a:pt x="197" y="111"/>
                  <a:pt x="197" y="123"/>
                </a:cubicBezTo>
                <a:cubicBezTo>
                  <a:pt x="197" y="135"/>
                  <a:pt x="194" y="146"/>
                  <a:pt x="189" y="156"/>
                </a:cubicBezTo>
                <a:lnTo>
                  <a:pt x="217" y="172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79" name="Freeform 82"/>
          <p:cNvSpPr>
            <a:spLocks/>
          </p:cNvSpPr>
          <p:nvPr/>
        </p:nvSpPr>
        <p:spPr bwMode="auto">
          <a:xfrm>
            <a:off x="10813724" y="3575475"/>
            <a:ext cx="306083" cy="291205"/>
          </a:xfrm>
          <a:custGeom>
            <a:avLst/>
            <a:gdLst>
              <a:gd name="T0" fmla="*/ 103 w 265"/>
              <a:gd name="T1" fmla="*/ 144 h 250"/>
              <a:gd name="T2" fmla="*/ 56 w 265"/>
              <a:gd name="T3" fmla="*/ 144 h 250"/>
              <a:gd name="T4" fmla="*/ 26 w 265"/>
              <a:gd name="T5" fmla="*/ 170 h 250"/>
              <a:gd name="T6" fmla="*/ 0 w 265"/>
              <a:gd name="T7" fmla="*/ 170 h 250"/>
              <a:gd name="T8" fmla="*/ 21 w 265"/>
              <a:gd name="T9" fmla="*/ 125 h 250"/>
              <a:gd name="T10" fmla="*/ 0 w 265"/>
              <a:gd name="T11" fmla="*/ 80 h 250"/>
              <a:gd name="T12" fmla="*/ 26 w 265"/>
              <a:gd name="T13" fmla="*/ 80 h 250"/>
              <a:gd name="T14" fmla="*/ 56 w 265"/>
              <a:gd name="T15" fmla="*/ 107 h 250"/>
              <a:gd name="T16" fmla="*/ 103 w 265"/>
              <a:gd name="T17" fmla="*/ 107 h 250"/>
              <a:gd name="T18" fmla="*/ 70 w 265"/>
              <a:gd name="T19" fmla="*/ 0 h 250"/>
              <a:gd name="T20" fmla="*/ 97 w 265"/>
              <a:gd name="T21" fmla="*/ 0 h 250"/>
              <a:gd name="T22" fmla="*/ 156 w 265"/>
              <a:gd name="T23" fmla="*/ 107 h 250"/>
              <a:gd name="T24" fmla="*/ 225 w 265"/>
              <a:gd name="T25" fmla="*/ 107 h 250"/>
              <a:gd name="T26" fmla="*/ 265 w 265"/>
              <a:gd name="T27" fmla="*/ 125 h 250"/>
              <a:gd name="T28" fmla="*/ 225 w 265"/>
              <a:gd name="T29" fmla="*/ 144 h 250"/>
              <a:gd name="T30" fmla="*/ 156 w 265"/>
              <a:gd name="T31" fmla="*/ 144 h 250"/>
              <a:gd name="T32" fmla="*/ 97 w 265"/>
              <a:gd name="T33" fmla="*/ 250 h 250"/>
              <a:gd name="T34" fmla="*/ 70 w 265"/>
              <a:gd name="T35" fmla="*/ 250 h 250"/>
              <a:gd name="T36" fmla="*/ 103 w 265"/>
              <a:gd name="T37" fmla="*/ 144 h 2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265" h="250">
                <a:moveTo>
                  <a:pt x="103" y="144"/>
                </a:moveTo>
                <a:cubicBezTo>
                  <a:pt x="56" y="144"/>
                  <a:pt x="56" y="144"/>
                  <a:pt x="56" y="144"/>
                </a:cubicBezTo>
                <a:cubicBezTo>
                  <a:pt x="26" y="170"/>
                  <a:pt x="26" y="170"/>
                  <a:pt x="26" y="170"/>
                </a:cubicBezTo>
                <a:cubicBezTo>
                  <a:pt x="0" y="170"/>
                  <a:pt x="0" y="170"/>
                  <a:pt x="0" y="170"/>
                </a:cubicBezTo>
                <a:cubicBezTo>
                  <a:pt x="21" y="125"/>
                  <a:pt x="21" y="125"/>
                  <a:pt x="21" y="125"/>
                </a:cubicBezTo>
                <a:cubicBezTo>
                  <a:pt x="0" y="80"/>
                  <a:pt x="0" y="80"/>
                  <a:pt x="0" y="80"/>
                </a:cubicBezTo>
                <a:cubicBezTo>
                  <a:pt x="26" y="80"/>
                  <a:pt x="26" y="80"/>
                  <a:pt x="26" y="80"/>
                </a:cubicBezTo>
                <a:cubicBezTo>
                  <a:pt x="56" y="107"/>
                  <a:pt x="56" y="107"/>
                  <a:pt x="56" y="107"/>
                </a:cubicBezTo>
                <a:cubicBezTo>
                  <a:pt x="103" y="107"/>
                  <a:pt x="103" y="107"/>
                  <a:pt x="103" y="107"/>
                </a:cubicBezTo>
                <a:cubicBezTo>
                  <a:pt x="70" y="0"/>
                  <a:pt x="70" y="0"/>
                  <a:pt x="70" y="0"/>
                </a:cubicBezTo>
                <a:cubicBezTo>
                  <a:pt x="97" y="0"/>
                  <a:pt x="97" y="0"/>
                  <a:pt x="97" y="0"/>
                </a:cubicBezTo>
                <a:cubicBezTo>
                  <a:pt x="156" y="107"/>
                  <a:pt x="156" y="107"/>
                  <a:pt x="156" y="107"/>
                </a:cubicBezTo>
                <a:cubicBezTo>
                  <a:pt x="225" y="107"/>
                  <a:pt x="225" y="107"/>
                  <a:pt x="225" y="107"/>
                </a:cubicBezTo>
                <a:cubicBezTo>
                  <a:pt x="225" y="107"/>
                  <a:pt x="265" y="107"/>
                  <a:pt x="265" y="125"/>
                </a:cubicBezTo>
                <a:cubicBezTo>
                  <a:pt x="265" y="144"/>
                  <a:pt x="225" y="144"/>
                  <a:pt x="225" y="144"/>
                </a:cubicBezTo>
                <a:cubicBezTo>
                  <a:pt x="156" y="144"/>
                  <a:pt x="156" y="144"/>
                  <a:pt x="156" y="144"/>
                </a:cubicBezTo>
                <a:cubicBezTo>
                  <a:pt x="97" y="250"/>
                  <a:pt x="97" y="250"/>
                  <a:pt x="97" y="250"/>
                </a:cubicBezTo>
                <a:cubicBezTo>
                  <a:pt x="70" y="250"/>
                  <a:pt x="70" y="250"/>
                  <a:pt x="70" y="250"/>
                </a:cubicBezTo>
                <a:lnTo>
                  <a:pt x="103" y="144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80" name="Freeform 83"/>
          <p:cNvSpPr>
            <a:spLocks/>
          </p:cNvSpPr>
          <p:nvPr/>
        </p:nvSpPr>
        <p:spPr bwMode="auto">
          <a:xfrm>
            <a:off x="11177197" y="3575475"/>
            <a:ext cx="218936" cy="297581"/>
          </a:xfrm>
          <a:custGeom>
            <a:avLst/>
            <a:gdLst>
              <a:gd name="T0" fmla="*/ 149 w 189"/>
              <a:gd name="T1" fmla="*/ 126 h 256"/>
              <a:gd name="T2" fmla="*/ 142 w 189"/>
              <a:gd name="T3" fmla="*/ 126 h 256"/>
              <a:gd name="T4" fmla="*/ 107 w 189"/>
              <a:gd name="T5" fmla="*/ 60 h 256"/>
              <a:gd name="T6" fmla="*/ 107 w 189"/>
              <a:gd name="T7" fmla="*/ 202 h 256"/>
              <a:gd name="T8" fmla="*/ 69 w 189"/>
              <a:gd name="T9" fmla="*/ 246 h 256"/>
              <a:gd name="T10" fmla="*/ 7 w 189"/>
              <a:gd name="T11" fmla="*/ 228 h 256"/>
              <a:gd name="T12" fmla="*/ 43 w 189"/>
              <a:gd name="T13" fmla="*/ 175 h 256"/>
              <a:gd name="T14" fmla="*/ 85 w 189"/>
              <a:gd name="T15" fmla="*/ 174 h 256"/>
              <a:gd name="T16" fmla="*/ 85 w 189"/>
              <a:gd name="T17" fmla="*/ 0 h 256"/>
              <a:gd name="T18" fmla="*/ 107 w 189"/>
              <a:gd name="T19" fmla="*/ 0 h 256"/>
              <a:gd name="T20" fmla="*/ 149 w 189"/>
              <a:gd name="T21" fmla="*/ 12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89" h="256">
                <a:moveTo>
                  <a:pt x="149" y="126"/>
                </a:moveTo>
                <a:cubicBezTo>
                  <a:pt x="143" y="134"/>
                  <a:pt x="140" y="130"/>
                  <a:pt x="142" y="126"/>
                </a:cubicBezTo>
                <a:cubicBezTo>
                  <a:pt x="146" y="112"/>
                  <a:pt x="144" y="66"/>
                  <a:pt x="107" y="60"/>
                </a:cubicBezTo>
                <a:cubicBezTo>
                  <a:pt x="107" y="202"/>
                  <a:pt x="107" y="202"/>
                  <a:pt x="107" y="202"/>
                </a:cubicBezTo>
                <a:cubicBezTo>
                  <a:pt x="107" y="219"/>
                  <a:pt x="92" y="237"/>
                  <a:pt x="69" y="246"/>
                </a:cubicBezTo>
                <a:cubicBezTo>
                  <a:pt x="42" y="256"/>
                  <a:pt x="15" y="248"/>
                  <a:pt x="7" y="228"/>
                </a:cubicBezTo>
                <a:cubicBezTo>
                  <a:pt x="0" y="209"/>
                  <a:pt x="16" y="185"/>
                  <a:pt x="43" y="175"/>
                </a:cubicBezTo>
                <a:cubicBezTo>
                  <a:pt x="58" y="169"/>
                  <a:pt x="74" y="169"/>
                  <a:pt x="85" y="174"/>
                </a:cubicBezTo>
                <a:cubicBezTo>
                  <a:pt x="85" y="0"/>
                  <a:pt x="85" y="0"/>
                  <a:pt x="85" y="0"/>
                </a:cubicBezTo>
                <a:cubicBezTo>
                  <a:pt x="107" y="0"/>
                  <a:pt x="107" y="0"/>
                  <a:pt x="107" y="0"/>
                </a:cubicBezTo>
                <a:cubicBezTo>
                  <a:pt x="107" y="36"/>
                  <a:pt x="189" y="64"/>
                  <a:pt x="149" y="126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81" name="Freeform 84"/>
          <p:cNvSpPr>
            <a:spLocks/>
          </p:cNvSpPr>
          <p:nvPr/>
        </p:nvSpPr>
        <p:spPr bwMode="auto">
          <a:xfrm>
            <a:off x="3631404" y="4259912"/>
            <a:ext cx="280576" cy="335841"/>
          </a:xfrm>
          <a:custGeom>
            <a:avLst/>
            <a:gdLst>
              <a:gd name="T0" fmla="*/ 238 w 241"/>
              <a:gd name="T1" fmla="*/ 108 h 288"/>
              <a:gd name="T2" fmla="*/ 52 w 241"/>
              <a:gd name="T3" fmla="*/ 193 h 288"/>
              <a:gd name="T4" fmla="*/ 76 w 241"/>
              <a:gd name="T5" fmla="*/ 287 h 288"/>
              <a:gd name="T6" fmla="*/ 49 w 241"/>
              <a:gd name="T7" fmla="*/ 287 h 288"/>
              <a:gd name="T8" fmla="*/ 0 w 241"/>
              <a:gd name="T9" fmla="*/ 95 h 288"/>
              <a:gd name="T10" fmla="*/ 25 w 241"/>
              <a:gd name="T11" fmla="*/ 86 h 288"/>
              <a:gd name="T12" fmla="*/ 233 w 241"/>
              <a:gd name="T13" fmla="*/ 103 h 288"/>
              <a:gd name="T14" fmla="*/ 238 w 241"/>
              <a:gd name="T15" fmla="*/ 108 h 2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241" h="288">
                <a:moveTo>
                  <a:pt x="238" y="108"/>
                </a:moveTo>
                <a:cubicBezTo>
                  <a:pt x="114" y="288"/>
                  <a:pt x="157" y="105"/>
                  <a:pt x="52" y="193"/>
                </a:cubicBezTo>
                <a:cubicBezTo>
                  <a:pt x="76" y="287"/>
                  <a:pt x="76" y="287"/>
                  <a:pt x="76" y="287"/>
                </a:cubicBezTo>
                <a:cubicBezTo>
                  <a:pt x="49" y="287"/>
                  <a:pt x="49" y="287"/>
                  <a:pt x="49" y="287"/>
                </a:cubicBezTo>
                <a:cubicBezTo>
                  <a:pt x="0" y="95"/>
                  <a:pt x="0" y="95"/>
                  <a:pt x="0" y="95"/>
                </a:cubicBezTo>
                <a:cubicBezTo>
                  <a:pt x="25" y="86"/>
                  <a:pt x="25" y="86"/>
                  <a:pt x="25" y="86"/>
                </a:cubicBezTo>
                <a:cubicBezTo>
                  <a:pt x="142" y="0"/>
                  <a:pt x="81" y="163"/>
                  <a:pt x="233" y="103"/>
                </a:cubicBezTo>
                <a:cubicBezTo>
                  <a:pt x="237" y="101"/>
                  <a:pt x="241" y="104"/>
                  <a:pt x="238" y="108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82" name="Freeform 85"/>
          <p:cNvSpPr>
            <a:spLocks noEditPoints="1"/>
          </p:cNvSpPr>
          <p:nvPr/>
        </p:nvSpPr>
        <p:spPr bwMode="auto">
          <a:xfrm>
            <a:off x="3971495" y="4330055"/>
            <a:ext cx="301832" cy="263572"/>
          </a:xfrm>
          <a:custGeom>
            <a:avLst/>
            <a:gdLst>
              <a:gd name="T0" fmla="*/ 260 w 260"/>
              <a:gd name="T1" fmla="*/ 97 h 226"/>
              <a:gd name="T2" fmla="*/ 260 w 260"/>
              <a:gd name="T3" fmla="*/ 143 h 226"/>
              <a:gd name="T4" fmla="*/ 245 w 260"/>
              <a:gd name="T5" fmla="*/ 159 h 226"/>
              <a:gd name="T6" fmla="*/ 219 w 260"/>
              <a:gd name="T7" fmla="*/ 159 h 226"/>
              <a:gd name="T8" fmla="*/ 231 w 260"/>
              <a:gd name="T9" fmla="*/ 226 h 226"/>
              <a:gd name="T10" fmla="*/ 29 w 260"/>
              <a:gd name="T11" fmla="*/ 226 h 226"/>
              <a:gd name="T12" fmla="*/ 40 w 260"/>
              <a:gd name="T13" fmla="*/ 159 h 226"/>
              <a:gd name="T14" fmla="*/ 14 w 260"/>
              <a:gd name="T15" fmla="*/ 159 h 226"/>
              <a:gd name="T16" fmla="*/ 0 w 260"/>
              <a:gd name="T17" fmla="*/ 143 h 226"/>
              <a:gd name="T18" fmla="*/ 0 w 260"/>
              <a:gd name="T19" fmla="*/ 97 h 226"/>
              <a:gd name="T20" fmla="*/ 14 w 260"/>
              <a:gd name="T21" fmla="*/ 81 h 226"/>
              <a:gd name="T22" fmla="*/ 245 w 260"/>
              <a:gd name="T23" fmla="*/ 81 h 226"/>
              <a:gd name="T24" fmla="*/ 260 w 260"/>
              <a:gd name="T25" fmla="*/ 97 h 226"/>
              <a:gd name="T26" fmla="*/ 14 w 260"/>
              <a:gd name="T27" fmla="*/ 57 h 226"/>
              <a:gd name="T28" fmla="*/ 67 w 260"/>
              <a:gd name="T29" fmla="*/ 40 h 226"/>
              <a:gd name="T30" fmla="*/ 79 w 260"/>
              <a:gd name="T31" fmla="*/ 40 h 226"/>
              <a:gd name="T32" fmla="*/ 79 w 260"/>
              <a:gd name="T33" fmla="*/ 0 h 226"/>
              <a:gd name="T34" fmla="*/ 180 w 260"/>
              <a:gd name="T35" fmla="*/ 0 h 226"/>
              <a:gd name="T36" fmla="*/ 180 w 260"/>
              <a:gd name="T37" fmla="*/ 40 h 226"/>
              <a:gd name="T38" fmla="*/ 192 w 260"/>
              <a:gd name="T39" fmla="*/ 40 h 226"/>
              <a:gd name="T40" fmla="*/ 245 w 260"/>
              <a:gd name="T41" fmla="*/ 57 h 226"/>
              <a:gd name="T42" fmla="*/ 242 w 260"/>
              <a:gd name="T43" fmla="*/ 66 h 226"/>
              <a:gd name="T44" fmla="*/ 17 w 260"/>
              <a:gd name="T45" fmla="*/ 66 h 226"/>
              <a:gd name="T46" fmla="*/ 14 w 260"/>
              <a:gd name="T47" fmla="*/ 57 h 226"/>
              <a:gd name="T48" fmla="*/ 204 w 260"/>
              <a:gd name="T49" fmla="*/ 199 h 226"/>
              <a:gd name="T50" fmla="*/ 185 w 260"/>
              <a:gd name="T51" fmla="*/ 112 h 226"/>
              <a:gd name="T52" fmla="*/ 74 w 260"/>
              <a:gd name="T53" fmla="*/ 112 h 226"/>
              <a:gd name="T54" fmla="*/ 55 w 260"/>
              <a:gd name="T55" fmla="*/ 199 h 226"/>
              <a:gd name="T56" fmla="*/ 204 w 260"/>
              <a:gd name="T57" fmla="*/ 199 h 2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260" h="226">
                <a:moveTo>
                  <a:pt x="260" y="97"/>
                </a:moveTo>
                <a:cubicBezTo>
                  <a:pt x="260" y="143"/>
                  <a:pt x="260" y="143"/>
                  <a:pt x="260" y="143"/>
                </a:cubicBezTo>
                <a:cubicBezTo>
                  <a:pt x="260" y="150"/>
                  <a:pt x="252" y="159"/>
                  <a:pt x="245" y="159"/>
                </a:cubicBezTo>
                <a:cubicBezTo>
                  <a:pt x="219" y="159"/>
                  <a:pt x="219" y="159"/>
                  <a:pt x="219" y="159"/>
                </a:cubicBezTo>
                <a:cubicBezTo>
                  <a:pt x="231" y="226"/>
                  <a:pt x="231" y="226"/>
                  <a:pt x="231" y="226"/>
                </a:cubicBezTo>
                <a:cubicBezTo>
                  <a:pt x="29" y="226"/>
                  <a:pt x="29" y="226"/>
                  <a:pt x="29" y="226"/>
                </a:cubicBezTo>
                <a:cubicBezTo>
                  <a:pt x="40" y="159"/>
                  <a:pt x="40" y="159"/>
                  <a:pt x="40" y="159"/>
                </a:cubicBezTo>
                <a:cubicBezTo>
                  <a:pt x="14" y="159"/>
                  <a:pt x="14" y="159"/>
                  <a:pt x="14" y="159"/>
                </a:cubicBezTo>
                <a:cubicBezTo>
                  <a:pt x="6" y="159"/>
                  <a:pt x="0" y="150"/>
                  <a:pt x="0" y="143"/>
                </a:cubicBezTo>
                <a:cubicBezTo>
                  <a:pt x="0" y="97"/>
                  <a:pt x="0" y="97"/>
                  <a:pt x="0" y="97"/>
                </a:cubicBezTo>
                <a:cubicBezTo>
                  <a:pt x="0" y="89"/>
                  <a:pt x="6" y="81"/>
                  <a:pt x="14" y="81"/>
                </a:cubicBezTo>
                <a:cubicBezTo>
                  <a:pt x="245" y="81"/>
                  <a:pt x="245" y="81"/>
                  <a:pt x="245" y="81"/>
                </a:cubicBezTo>
                <a:cubicBezTo>
                  <a:pt x="252" y="81"/>
                  <a:pt x="260" y="89"/>
                  <a:pt x="260" y="97"/>
                </a:cubicBezTo>
                <a:close/>
                <a:moveTo>
                  <a:pt x="14" y="57"/>
                </a:moveTo>
                <a:cubicBezTo>
                  <a:pt x="18" y="55"/>
                  <a:pt x="60" y="40"/>
                  <a:pt x="67" y="40"/>
                </a:cubicBezTo>
                <a:cubicBezTo>
                  <a:pt x="79" y="40"/>
                  <a:pt x="79" y="40"/>
                  <a:pt x="79" y="40"/>
                </a:cubicBezTo>
                <a:cubicBezTo>
                  <a:pt x="79" y="0"/>
                  <a:pt x="79" y="0"/>
                  <a:pt x="79" y="0"/>
                </a:cubicBezTo>
                <a:cubicBezTo>
                  <a:pt x="180" y="0"/>
                  <a:pt x="180" y="0"/>
                  <a:pt x="180" y="0"/>
                </a:cubicBezTo>
                <a:cubicBezTo>
                  <a:pt x="180" y="40"/>
                  <a:pt x="180" y="40"/>
                  <a:pt x="180" y="40"/>
                </a:cubicBezTo>
                <a:cubicBezTo>
                  <a:pt x="192" y="40"/>
                  <a:pt x="192" y="40"/>
                  <a:pt x="192" y="40"/>
                </a:cubicBezTo>
                <a:cubicBezTo>
                  <a:pt x="199" y="40"/>
                  <a:pt x="241" y="55"/>
                  <a:pt x="245" y="57"/>
                </a:cubicBezTo>
                <a:cubicBezTo>
                  <a:pt x="249" y="58"/>
                  <a:pt x="250" y="66"/>
                  <a:pt x="242" y="66"/>
                </a:cubicBezTo>
                <a:cubicBezTo>
                  <a:pt x="17" y="66"/>
                  <a:pt x="17" y="66"/>
                  <a:pt x="17" y="66"/>
                </a:cubicBezTo>
                <a:cubicBezTo>
                  <a:pt x="9" y="66"/>
                  <a:pt x="10" y="58"/>
                  <a:pt x="14" y="57"/>
                </a:cubicBezTo>
                <a:close/>
                <a:moveTo>
                  <a:pt x="204" y="199"/>
                </a:moveTo>
                <a:cubicBezTo>
                  <a:pt x="185" y="112"/>
                  <a:pt x="185" y="112"/>
                  <a:pt x="185" y="112"/>
                </a:cubicBezTo>
                <a:cubicBezTo>
                  <a:pt x="74" y="112"/>
                  <a:pt x="74" y="112"/>
                  <a:pt x="74" y="112"/>
                </a:cubicBezTo>
                <a:cubicBezTo>
                  <a:pt x="55" y="199"/>
                  <a:pt x="55" y="199"/>
                  <a:pt x="55" y="199"/>
                </a:cubicBezTo>
                <a:lnTo>
                  <a:pt x="204" y="199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83" name="Freeform 86"/>
          <p:cNvSpPr>
            <a:spLocks noEditPoints="1"/>
          </p:cNvSpPr>
          <p:nvPr/>
        </p:nvSpPr>
        <p:spPr bwMode="auto">
          <a:xfrm>
            <a:off x="4334968" y="4332180"/>
            <a:ext cx="246568" cy="252944"/>
          </a:xfrm>
          <a:custGeom>
            <a:avLst/>
            <a:gdLst>
              <a:gd name="T0" fmla="*/ 97 w 212"/>
              <a:gd name="T1" fmla="*/ 174 h 218"/>
              <a:gd name="T2" fmla="*/ 97 w 212"/>
              <a:gd name="T3" fmla="*/ 193 h 218"/>
              <a:gd name="T4" fmla="*/ 86 w 212"/>
              <a:gd name="T5" fmla="*/ 203 h 218"/>
              <a:gd name="T6" fmla="*/ 50 w 212"/>
              <a:gd name="T7" fmla="*/ 218 h 218"/>
              <a:gd name="T8" fmla="*/ 15 w 212"/>
              <a:gd name="T9" fmla="*/ 203 h 218"/>
              <a:gd name="T10" fmla="*/ 0 w 212"/>
              <a:gd name="T11" fmla="*/ 168 h 218"/>
              <a:gd name="T12" fmla="*/ 15 w 212"/>
              <a:gd name="T13" fmla="*/ 133 h 218"/>
              <a:gd name="T14" fmla="*/ 55 w 212"/>
              <a:gd name="T15" fmla="*/ 93 h 218"/>
              <a:gd name="T16" fmla="*/ 126 w 212"/>
              <a:gd name="T17" fmla="*/ 84 h 218"/>
              <a:gd name="T18" fmla="*/ 126 w 212"/>
              <a:gd name="T19" fmla="*/ 103 h 218"/>
              <a:gd name="T20" fmla="*/ 108 w 212"/>
              <a:gd name="T21" fmla="*/ 103 h 218"/>
              <a:gd name="T22" fmla="*/ 73 w 212"/>
              <a:gd name="T23" fmla="*/ 112 h 218"/>
              <a:gd name="T24" fmla="*/ 33 w 212"/>
              <a:gd name="T25" fmla="*/ 151 h 218"/>
              <a:gd name="T26" fmla="*/ 26 w 212"/>
              <a:gd name="T27" fmla="*/ 168 h 218"/>
              <a:gd name="T28" fmla="*/ 33 w 212"/>
              <a:gd name="T29" fmla="*/ 185 h 218"/>
              <a:gd name="T30" fmla="*/ 67 w 212"/>
              <a:gd name="T31" fmla="*/ 185 h 218"/>
              <a:gd name="T32" fmla="*/ 78 w 212"/>
              <a:gd name="T33" fmla="*/ 174 h 218"/>
              <a:gd name="T34" fmla="*/ 97 w 212"/>
              <a:gd name="T35" fmla="*/ 174 h 218"/>
              <a:gd name="T36" fmla="*/ 212 w 212"/>
              <a:gd name="T37" fmla="*/ 57 h 218"/>
              <a:gd name="T38" fmla="*/ 198 w 212"/>
              <a:gd name="T39" fmla="*/ 92 h 218"/>
              <a:gd name="T40" fmla="*/ 155 w 212"/>
              <a:gd name="T41" fmla="*/ 134 h 218"/>
              <a:gd name="T42" fmla="*/ 116 w 212"/>
              <a:gd name="T43" fmla="*/ 153 h 218"/>
              <a:gd name="T44" fmla="*/ 86 w 212"/>
              <a:gd name="T45" fmla="*/ 140 h 218"/>
              <a:gd name="T46" fmla="*/ 86 w 212"/>
              <a:gd name="T47" fmla="*/ 122 h 218"/>
              <a:gd name="T48" fmla="*/ 105 w 212"/>
              <a:gd name="T49" fmla="*/ 122 h 218"/>
              <a:gd name="T50" fmla="*/ 137 w 212"/>
              <a:gd name="T51" fmla="*/ 115 h 218"/>
              <a:gd name="T52" fmla="*/ 179 w 212"/>
              <a:gd name="T53" fmla="*/ 73 h 218"/>
              <a:gd name="T54" fmla="*/ 186 w 212"/>
              <a:gd name="T55" fmla="*/ 57 h 218"/>
              <a:gd name="T56" fmla="*/ 179 w 212"/>
              <a:gd name="T57" fmla="*/ 40 h 218"/>
              <a:gd name="T58" fmla="*/ 148 w 212"/>
              <a:gd name="T59" fmla="*/ 38 h 218"/>
              <a:gd name="T60" fmla="*/ 135 w 212"/>
              <a:gd name="T61" fmla="*/ 51 h 218"/>
              <a:gd name="T62" fmla="*/ 116 w 212"/>
              <a:gd name="T63" fmla="*/ 50 h 218"/>
              <a:gd name="T64" fmla="*/ 116 w 212"/>
              <a:gd name="T65" fmla="*/ 32 h 218"/>
              <a:gd name="T66" fmla="*/ 129 w 212"/>
              <a:gd name="T67" fmla="*/ 19 h 218"/>
              <a:gd name="T68" fmla="*/ 198 w 212"/>
              <a:gd name="T69" fmla="*/ 21 h 218"/>
              <a:gd name="T70" fmla="*/ 212 w 212"/>
              <a:gd name="T71" fmla="*/ 57 h 2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212" h="218">
                <a:moveTo>
                  <a:pt x="97" y="174"/>
                </a:moveTo>
                <a:cubicBezTo>
                  <a:pt x="102" y="179"/>
                  <a:pt x="102" y="187"/>
                  <a:pt x="97" y="193"/>
                </a:cubicBezTo>
                <a:cubicBezTo>
                  <a:pt x="86" y="203"/>
                  <a:pt x="86" y="203"/>
                  <a:pt x="86" y="203"/>
                </a:cubicBezTo>
                <a:cubicBezTo>
                  <a:pt x="76" y="213"/>
                  <a:pt x="63" y="218"/>
                  <a:pt x="50" y="218"/>
                </a:cubicBezTo>
                <a:cubicBezTo>
                  <a:pt x="38" y="218"/>
                  <a:pt x="25" y="213"/>
                  <a:pt x="15" y="203"/>
                </a:cubicBezTo>
                <a:cubicBezTo>
                  <a:pt x="5" y="194"/>
                  <a:pt x="0" y="181"/>
                  <a:pt x="0" y="168"/>
                </a:cubicBezTo>
                <a:cubicBezTo>
                  <a:pt x="0" y="154"/>
                  <a:pt x="5" y="142"/>
                  <a:pt x="15" y="133"/>
                </a:cubicBezTo>
                <a:cubicBezTo>
                  <a:pt x="55" y="93"/>
                  <a:pt x="55" y="93"/>
                  <a:pt x="55" y="93"/>
                </a:cubicBezTo>
                <a:cubicBezTo>
                  <a:pt x="79" y="69"/>
                  <a:pt x="107" y="65"/>
                  <a:pt x="126" y="84"/>
                </a:cubicBezTo>
                <a:cubicBezTo>
                  <a:pt x="132" y="90"/>
                  <a:pt x="132" y="98"/>
                  <a:pt x="126" y="103"/>
                </a:cubicBezTo>
                <a:cubicBezTo>
                  <a:pt x="122" y="108"/>
                  <a:pt x="113" y="108"/>
                  <a:pt x="108" y="103"/>
                </a:cubicBezTo>
                <a:cubicBezTo>
                  <a:pt x="97" y="92"/>
                  <a:pt x="81" y="104"/>
                  <a:pt x="73" y="112"/>
                </a:cubicBezTo>
                <a:cubicBezTo>
                  <a:pt x="33" y="151"/>
                  <a:pt x="33" y="151"/>
                  <a:pt x="33" y="151"/>
                </a:cubicBezTo>
                <a:cubicBezTo>
                  <a:pt x="29" y="156"/>
                  <a:pt x="26" y="161"/>
                  <a:pt x="26" y="168"/>
                </a:cubicBezTo>
                <a:cubicBezTo>
                  <a:pt x="26" y="174"/>
                  <a:pt x="29" y="180"/>
                  <a:pt x="33" y="185"/>
                </a:cubicBezTo>
                <a:cubicBezTo>
                  <a:pt x="43" y="194"/>
                  <a:pt x="58" y="194"/>
                  <a:pt x="67" y="185"/>
                </a:cubicBezTo>
                <a:cubicBezTo>
                  <a:pt x="78" y="174"/>
                  <a:pt x="78" y="174"/>
                  <a:pt x="78" y="174"/>
                </a:cubicBezTo>
                <a:cubicBezTo>
                  <a:pt x="83" y="169"/>
                  <a:pt x="91" y="169"/>
                  <a:pt x="97" y="174"/>
                </a:cubicBezTo>
                <a:close/>
                <a:moveTo>
                  <a:pt x="212" y="57"/>
                </a:moveTo>
                <a:cubicBezTo>
                  <a:pt x="212" y="70"/>
                  <a:pt x="208" y="82"/>
                  <a:pt x="198" y="92"/>
                </a:cubicBezTo>
                <a:cubicBezTo>
                  <a:pt x="155" y="134"/>
                  <a:pt x="155" y="134"/>
                  <a:pt x="155" y="134"/>
                </a:cubicBezTo>
                <a:cubicBezTo>
                  <a:pt x="143" y="147"/>
                  <a:pt x="129" y="153"/>
                  <a:pt x="116" y="153"/>
                </a:cubicBezTo>
                <a:cubicBezTo>
                  <a:pt x="105" y="153"/>
                  <a:pt x="95" y="149"/>
                  <a:pt x="86" y="140"/>
                </a:cubicBezTo>
                <a:cubicBezTo>
                  <a:pt x="81" y="135"/>
                  <a:pt x="81" y="127"/>
                  <a:pt x="86" y="122"/>
                </a:cubicBezTo>
                <a:cubicBezTo>
                  <a:pt x="91" y="116"/>
                  <a:pt x="100" y="116"/>
                  <a:pt x="105" y="122"/>
                </a:cubicBezTo>
                <a:cubicBezTo>
                  <a:pt x="109" y="125"/>
                  <a:pt x="118" y="134"/>
                  <a:pt x="137" y="115"/>
                </a:cubicBezTo>
                <a:cubicBezTo>
                  <a:pt x="179" y="73"/>
                  <a:pt x="179" y="73"/>
                  <a:pt x="179" y="73"/>
                </a:cubicBezTo>
                <a:cubicBezTo>
                  <a:pt x="184" y="69"/>
                  <a:pt x="186" y="63"/>
                  <a:pt x="186" y="57"/>
                </a:cubicBezTo>
                <a:cubicBezTo>
                  <a:pt x="186" y="50"/>
                  <a:pt x="184" y="45"/>
                  <a:pt x="179" y="40"/>
                </a:cubicBezTo>
                <a:cubicBezTo>
                  <a:pt x="171" y="32"/>
                  <a:pt x="158" y="28"/>
                  <a:pt x="148" y="38"/>
                </a:cubicBezTo>
                <a:cubicBezTo>
                  <a:pt x="135" y="51"/>
                  <a:pt x="135" y="51"/>
                  <a:pt x="135" y="51"/>
                </a:cubicBezTo>
                <a:cubicBezTo>
                  <a:pt x="129" y="56"/>
                  <a:pt x="122" y="56"/>
                  <a:pt x="116" y="50"/>
                </a:cubicBezTo>
                <a:cubicBezTo>
                  <a:pt x="111" y="46"/>
                  <a:pt x="111" y="37"/>
                  <a:pt x="116" y="32"/>
                </a:cubicBezTo>
                <a:cubicBezTo>
                  <a:pt x="129" y="19"/>
                  <a:pt x="129" y="19"/>
                  <a:pt x="129" y="19"/>
                </a:cubicBezTo>
                <a:cubicBezTo>
                  <a:pt x="149" y="0"/>
                  <a:pt x="177" y="1"/>
                  <a:pt x="198" y="21"/>
                </a:cubicBezTo>
                <a:cubicBezTo>
                  <a:pt x="208" y="31"/>
                  <a:pt x="212" y="43"/>
                  <a:pt x="212" y="5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84" name="Freeform 87"/>
          <p:cNvSpPr>
            <a:spLocks/>
          </p:cNvSpPr>
          <p:nvPr/>
        </p:nvSpPr>
        <p:spPr bwMode="auto">
          <a:xfrm>
            <a:off x="4641052" y="4323679"/>
            <a:ext cx="308209" cy="259320"/>
          </a:xfrm>
          <a:custGeom>
            <a:avLst/>
            <a:gdLst>
              <a:gd name="T0" fmla="*/ 251 w 265"/>
              <a:gd name="T1" fmla="*/ 39 h 222"/>
              <a:gd name="T2" fmla="*/ 154 w 265"/>
              <a:gd name="T3" fmla="*/ 165 h 222"/>
              <a:gd name="T4" fmla="*/ 52 w 265"/>
              <a:gd name="T5" fmla="*/ 167 h 222"/>
              <a:gd name="T6" fmla="*/ 23 w 265"/>
              <a:gd name="T7" fmla="*/ 213 h 222"/>
              <a:gd name="T8" fmla="*/ 3 w 265"/>
              <a:gd name="T9" fmla="*/ 204 h 222"/>
              <a:gd name="T10" fmla="*/ 183 w 265"/>
              <a:gd name="T11" fmla="*/ 62 h 222"/>
              <a:gd name="T12" fmla="*/ 19 w 265"/>
              <a:gd name="T13" fmla="*/ 135 h 222"/>
              <a:gd name="T14" fmla="*/ 65 w 265"/>
              <a:gd name="T15" fmla="*/ 40 h 222"/>
              <a:gd name="T16" fmla="*/ 251 w 265"/>
              <a:gd name="T17" fmla="*/ 39 h 2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65" h="222">
                <a:moveTo>
                  <a:pt x="251" y="39"/>
                </a:moveTo>
                <a:cubicBezTo>
                  <a:pt x="191" y="71"/>
                  <a:pt x="196" y="136"/>
                  <a:pt x="154" y="165"/>
                </a:cubicBezTo>
                <a:cubicBezTo>
                  <a:pt x="122" y="187"/>
                  <a:pt x="78" y="176"/>
                  <a:pt x="52" y="167"/>
                </a:cubicBezTo>
                <a:cubicBezTo>
                  <a:pt x="52" y="167"/>
                  <a:pt x="35" y="186"/>
                  <a:pt x="23" y="213"/>
                </a:cubicBezTo>
                <a:cubicBezTo>
                  <a:pt x="18" y="222"/>
                  <a:pt x="0" y="212"/>
                  <a:pt x="3" y="204"/>
                </a:cubicBezTo>
                <a:cubicBezTo>
                  <a:pt x="44" y="109"/>
                  <a:pt x="183" y="62"/>
                  <a:pt x="183" y="62"/>
                </a:cubicBezTo>
                <a:cubicBezTo>
                  <a:pt x="183" y="62"/>
                  <a:pt x="85" y="58"/>
                  <a:pt x="19" y="135"/>
                </a:cubicBezTo>
                <a:cubicBezTo>
                  <a:pt x="17" y="117"/>
                  <a:pt x="15" y="70"/>
                  <a:pt x="65" y="40"/>
                </a:cubicBezTo>
                <a:cubicBezTo>
                  <a:pt x="134" y="0"/>
                  <a:pt x="265" y="31"/>
                  <a:pt x="251" y="3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85" name="Freeform 88"/>
          <p:cNvSpPr>
            <a:spLocks noEditPoints="1"/>
          </p:cNvSpPr>
          <p:nvPr/>
        </p:nvSpPr>
        <p:spPr bwMode="auto">
          <a:xfrm>
            <a:off x="4991773" y="4336431"/>
            <a:ext cx="316711" cy="242316"/>
          </a:xfrm>
          <a:custGeom>
            <a:avLst/>
            <a:gdLst>
              <a:gd name="T0" fmla="*/ 255 w 273"/>
              <a:gd name="T1" fmla="*/ 106 h 209"/>
              <a:gd name="T2" fmla="*/ 197 w 273"/>
              <a:gd name="T3" fmla="*/ 113 h 209"/>
              <a:gd name="T4" fmla="*/ 208 w 273"/>
              <a:gd name="T5" fmla="*/ 164 h 209"/>
              <a:gd name="T6" fmla="*/ 107 w 273"/>
              <a:gd name="T7" fmla="*/ 209 h 209"/>
              <a:gd name="T8" fmla="*/ 4 w 273"/>
              <a:gd name="T9" fmla="*/ 118 h 209"/>
              <a:gd name="T10" fmla="*/ 89 w 273"/>
              <a:gd name="T11" fmla="*/ 15 h 209"/>
              <a:gd name="T12" fmla="*/ 231 w 273"/>
              <a:gd name="T13" fmla="*/ 36 h 209"/>
              <a:gd name="T14" fmla="*/ 255 w 273"/>
              <a:gd name="T15" fmla="*/ 106 h 209"/>
              <a:gd name="T16" fmla="*/ 167 w 273"/>
              <a:gd name="T17" fmla="*/ 140 h 209"/>
              <a:gd name="T18" fmla="*/ 147 w 273"/>
              <a:gd name="T19" fmla="*/ 120 h 209"/>
              <a:gd name="T20" fmla="*/ 127 w 273"/>
              <a:gd name="T21" fmla="*/ 140 h 209"/>
              <a:gd name="T22" fmla="*/ 147 w 273"/>
              <a:gd name="T23" fmla="*/ 160 h 209"/>
              <a:gd name="T24" fmla="*/ 167 w 273"/>
              <a:gd name="T25" fmla="*/ 140 h 2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273" h="209">
                <a:moveTo>
                  <a:pt x="255" y="106"/>
                </a:moveTo>
                <a:cubicBezTo>
                  <a:pt x="242" y="110"/>
                  <a:pt x="221" y="88"/>
                  <a:pt x="197" y="113"/>
                </a:cubicBezTo>
                <a:cubicBezTo>
                  <a:pt x="179" y="133"/>
                  <a:pt x="208" y="153"/>
                  <a:pt x="208" y="164"/>
                </a:cubicBezTo>
                <a:cubicBezTo>
                  <a:pt x="207" y="174"/>
                  <a:pt x="179" y="209"/>
                  <a:pt x="107" y="209"/>
                </a:cubicBezTo>
                <a:cubicBezTo>
                  <a:pt x="39" y="209"/>
                  <a:pt x="0" y="167"/>
                  <a:pt x="4" y="118"/>
                </a:cubicBezTo>
                <a:cubicBezTo>
                  <a:pt x="7" y="76"/>
                  <a:pt x="47" y="28"/>
                  <a:pt x="89" y="15"/>
                </a:cubicBezTo>
                <a:cubicBezTo>
                  <a:pt x="144" y="0"/>
                  <a:pt x="191" y="9"/>
                  <a:pt x="231" y="36"/>
                </a:cubicBezTo>
                <a:cubicBezTo>
                  <a:pt x="273" y="64"/>
                  <a:pt x="267" y="103"/>
                  <a:pt x="255" y="106"/>
                </a:cubicBezTo>
                <a:close/>
                <a:moveTo>
                  <a:pt x="167" y="140"/>
                </a:moveTo>
                <a:cubicBezTo>
                  <a:pt x="167" y="129"/>
                  <a:pt x="158" y="120"/>
                  <a:pt x="147" y="120"/>
                </a:cubicBezTo>
                <a:cubicBezTo>
                  <a:pt x="136" y="120"/>
                  <a:pt x="127" y="129"/>
                  <a:pt x="127" y="140"/>
                </a:cubicBezTo>
                <a:cubicBezTo>
                  <a:pt x="127" y="151"/>
                  <a:pt x="136" y="160"/>
                  <a:pt x="147" y="160"/>
                </a:cubicBezTo>
                <a:cubicBezTo>
                  <a:pt x="158" y="160"/>
                  <a:pt x="167" y="151"/>
                  <a:pt x="167" y="14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86" name="Freeform 89"/>
          <p:cNvSpPr>
            <a:spLocks noEditPoints="1"/>
          </p:cNvSpPr>
          <p:nvPr/>
        </p:nvSpPr>
        <p:spPr bwMode="auto">
          <a:xfrm>
            <a:off x="5361623" y="4338557"/>
            <a:ext cx="306083" cy="246568"/>
          </a:xfrm>
          <a:custGeom>
            <a:avLst/>
            <a:gdLst>
              <a:gd name="T0" fmla="*/ 265 w 265"/>
              <a:gd name="T1" fmla="*/ 67 h 213"/>
              <a:gd name="T2" fmla="*/ 265 w 265"/>
              <a:gd name="T3" fmla="*/ 186 h 213"/>
              <a:gd name="T4" fmla="*/ 238 w 265"/>
              <a:gd name="T5" fmla="*/ 213 h 213"/>
              <a:gd name="T6" fmla="*/ 26 w 265"/>
              <a:gd name="T7" fmla="*/ 213 h 213"/>
              <a:gd name="T8" fmla="*/ 0 w 265"/>
              <a:gd name="T9" fmla="*/ 186 h 213"/>
              <a:gd name="T10" fmla="*/ 0 w 265"/>
              <a:gd name="T11" fmla="*/ 67 h 213"/>
              <a:gd name="T12" fmla="*/ 26 w 265"/>
              <a:gd name="T13" fmla="*/ 40 h 213"/>
              <a:gd name="T14" fmla="*/ 58 w 265"/>
              <a:gd name="T15" fmla="*/ 40 h 213"/>
              <a:gd name="T16" fmla="*/ 69 w 265"/>
              <a:gd name="T17" fmla="*/ 33 h 213"/>
              <a:gd name="T18" fmla="*/ 77 w 265"/>
              <a:gd name="T19" fmla="*/ 8 h 213"/>
              <a:gd name="T20" fmla="*/ 87 w 265"/>
              <a:gd name="T21" fmla="*/ 0 h 213"/>
              <a:gd name="T22" fmla="*/ 177 w 265"/>
              <a:gd name="T23" fmla="*/ 0 h 213"/>
              <a:gd name="T24" fmla="*/ 188 w 265"/>
              <a:gd name="T25" fmla="*/ 8 h 213"/>
              <a:gd name="T26" fmla="*/ 197 w 265"/>
              <a:gd name="T27" fmla="*/ 33 h 213"/>
              <a:gd name="T28" fmla="*/ 207 w 265"/>
              <a:gd name="T29" fmla="*/ 40 h 213"/>
              <a:gd name="T30" fmla="*/ 238 w 265"/>
              <a:gd name="T31" fmla="*/ 40 h 213"/>
              <a:gd name="T32" fmla="*/ 265 w 265"/>
              <a:gd name="T33" fmla="*/ 67 h 213"/>
              <a:gd name="T34" fmla="*/ 199 w 265"/>
              <a:gd name="T35" fmla="*/ 120 h 213"/>
              <a:gd name="T36" fmla="*/ 132 w 265"/>
              <a:gd name="T37" fmla="*/ 53 h 213"/>
              <a:gd name="T38" fmla="*/ 66 w 265"/>
              <a:gd name="T39" fmla="*/ 120 h 213"/>
              <a:gd name="T40" fmla="*/ 132 w 265"/>
              <a:gd name="T41" fmla="*/ 186 h 213"/>
              <a:gd name="T42" fmla="*/ 199 w 265"/>
              <a:gd name="T43" fmla="*/ 120 h 213"/>
              <a:gd name="T44" fmla="*/ 172 w 265"/>
              <a:gd name="T45" fmla="*/ 120 h 213"/>
              <a:gd name="T46" fmla="*/ 132 w 265"/>
              <a:gd name="T47" fmla="*/ 160 h 213"/>
              <a:gd name="T48" fmla="*/ 92 w 265"/>
              <a:gd name="T49" fmla="*/ 120 h 213"/>
              <a:gd name="T50" fmla="*/ 132 w 265"/>
              <a:gd name="T51" fmla="*/ 80 h 213"/>
              <a:gd name="T52" fmla="*/ 172 w 265"/>
              <a:gd name="T53" fmla="*/ 120 h 213"/>
              <a:gd name="T54" fmla="*/ 238 w 265"/>
              <a:gd name="T55" fmla="*/ 76 h 213"/>
              <a:gd name="T56" fmla="*/ 229 w 265"/>
              <a:gd name="T57" fmla="*/ 67 h 213"/>
              <a:gd name="T58" fmla="*/ 220 w 265"/>
              <a:gd name="T59" fmla="*/ 76 h 213"/>
              <a:gd name="T60" fmla="*/ 229 w 265"/>
              <a:gd name="T61" fmla="*/ 85 h 213"/>
              <a:gd name="T62" fmla="*/ 238 w 265"/>
              <a:gd name="T63" fmla="*/ 76 h 2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265" h="213">
                <a:moveTo>
                  <a:pt x="265" y="67"/>
                </a:moveTo>
                <a:cubicBezTo>
                  <a:pt x="265" y="186"/>
                  <a:pt x="265" y="186"/>
                  <a:pt x="265" y="186"/>
                </a:cubicBezTo>
                <a:cubicBezTo>
                  <a:pt x="265" y="201"/>
                  <a:pt x="253" y="213"/>
                  <a:pt x="238" y="213"/>
                </a:cubicBezTo>
                <a:cubicBezTo>
                  <a:pt x="26" y="213"/>
                  <a:pt x="26" y="213"/>
                  <a:pt x="26" y="213"/>
                </a:cubicBezTo>
                <a:cubicBezTo>
                  <a:pt x="12" y="213"/>
                  <a:pt x="0" y="201"/>
                  <a:pt x="0" y="186"/>
                </a:cubicBezTo>
                <a:cubicBezTo>
                  <a:pt x="0" y="67"/>
                  <a:pt x="0" y="67"/>
                  <a:pt x="0" y="67"/>
                </a:cubicBezTo>
                <a:cubicBezTo>
                  <a:pt x="0" y="52"/>
                  <a:pt x="12" y="40"/>
                  <a:pt x="26" y="40"/>
                </a:cubicBezTo>
                <a:cubicBezTo>
                  <a:pt x="58" y="40"/>
                  <a:pt x="58" y="40"/>
                  <a:pt x="58" y="40"/>
                </a:cubicBezTo>
                <a:cubicBezTo>
                  <a:pt x="63" y="40"/>
                  <a:pt x="68" y="37"/>
                  <a:pt x="69" y="33"/>
                </a:cubicBezTo>
                <a:cubicBezTo>
                  <a:pt x="77" y="8"/>
                  <a:pt x="77" y="8"/>
                  <a:pt x="77" y="8"/>
                </a:cubicBezTo>
                <a:cubicBezTo>
                  <a:pt x="78" y="3"/>
                  <a:pt x="83" y="0"/>
                  <a:pt x="87" y="0"/>
                </a:cubicBezTo>
                <a:cubicBezTo>
                  <a:pt x="177" y="0"/>
                  <a:pt x="177" y="0"/>
                  <a:pt x="177" y="0"/>
                </a:cubicBezTo>
                <a:cubicBezTo>
                  <a:pt x="182" y="0"/>
                  <a:pt x="187" y="3"/>
                  <a:pt x="188" y="8"/>
                </a:cubicBezTo>
                <a:cubicBezTo>
                  <a:pt x="197" y="33"/>
                  <a:pt x="197" y="33"/>
                  <a:pt x="197" y="33"/>
                </a:cubicBezTo>
                <a:cubicBezTo>
                  <a:pt x="198" y="37"/>
                  <a:pt x="202" y="40"/>
                  <a:pt x="207" y="40"/>
                </a:cubicBezTo>
                <a:cubicBezTo>
                  <a:pt x="238" y="40"/>
                  <a:pt x="238" y="40"/>
                  <a:pt x="238" y="40"/>
                </a:cubicBezTo>
                <a:cubicBezTo>
                  <a:pt x="253" y="40"/>
                  <a:pt x="265" y="52"/>
                  <a:pt x="265" y="67"/>
                </a:cubicBezTo>
                <a:close/>
                <a:moveTo>
                  <a:pt x="199" y="120"/>
                </a:moveTo>
                <a:cubicBezTo>
                  <a:pt x="199" y="83"/>
                  <a:pt x="169" y="53"/>
                  <a:pt x="132" y="53"/>
                </a:cubicBezTo>
                <a:cubicBezTo>
                  <a:pt x="96" y="53"/>
                  <a:pt x="66" y="83"/>
                  <a:pt x="66" y="120"/>
                </a:cubicBezTo>
                <a:cubicBezTo>
                  <a:pt x="66" y="156"/>
                  <a:pt x="96" y="186"/>
                  <a:pt x="132" y="186"/>
                </a:cubicBezTo>
                <a:cubicBezTo>
                  <a:pt x="169" y="186"/>
                  <a:pt x="199" y="156"/>
                  <a:pt x="199" y="120"/>
                </a:cubicBezTo>
                <a:close/>
                <a:moveTo>
                  <a:pt x="172" y="120"/>
                </a:moveTo>
                <a:cubicBezTo>
                  <a:pt x="172" y="142"/>
                  <a:pt x="155" y="160"/>
                  <a:pt x="132" y="160"/>
                </a:cubicBezTo>
                <a:cubicBezTo>
                  <a:pt x="111" y="160"/>
                  <a:pt x="92" y="142"/>
                  <a:pt x="92" y="120"/>
                </a:cubicBezTo>
                <a:cubicBezTo>
                  <a:pt x="92" y="98"/>
                  <a:pt x="111" y="80"/>
                  <a:pt x="132" y="80"/>
                </a:cubicBezTo>
                <a:cubicBezTo>
                  <a:pt x="155" y="80"/>
                  <a:pt x="172" y="98"/>
                  <a:pt x="172" y="120"/>
                </a:cubicBezTo>
                <a:close/>
                <a:moveTo>
                  <a:pt x="238" y="76"/>
                </a:moveTo>
                <a:cubicBezTo>
                  <a:pt x="238" y="71"/>
                  <a:pt x="235" y="67"/>
                  <a:pt x="229" y="67"/>
                </a:cubicBezTo>
                <a:cubicBezTo>
                  <a:pt x="224" y="67"/>
                  <a:pt x="220" y="71"/>
                  <a:pt x="220" y="76"/>
                </a:cubicBezTo>
                <a:cubicBezTo>
                  <a:pt x="220" y="81"/>
                  <a:pt x="224" y="85"/>
                  <a:pt x="229" y="85"/>
                </a:cubicBezTo>
                <a:cubicBezTo>
                  <a:pt x="235" y="85"/>
                  <a:pt x="238" y="81"/>
                  <a:pt x="238" y="76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87" name="Freeform 90"/>
          <p:cNvSpPr>
            <a:spLocks noEditPoints="1"/>
          </p:cNvSpPr>
          <p:nvPr/>
        </p:nvSpPr>
        <p:spPr bwMode="auto">
          <a:xfrm>
            <a:off x="5729346" y="4344934"/>
            <a:ext cx="235940" cy="233813"/>
          </a:xfrm>
          <a:custGeom>
            <a:avLst/>
            <a:gdLst>
              <a:gd name="T0" fmla="*/ 202 w 202"/>
              <a:gd name="T1" fmla="*/ 201 h 201"/>
              <a:gd name="T2" fmla="*/ 170 w 202"/>
              <a:gd name="T3" fmla="*/ 201 h 201"/>
              <a:gd name="T4" fmla="*/ 0 w 202"/>
              <a:gd name="T5" fmla="*/ 31 h 201"/>
              <a:gd name="T6" fmla="*/ 0 w 202"/>
              <a:gd name="T7" fmla="*/ 0 h 201"/>
              <a:gd name="T8" fmla="*/ 202 w 202"/>
              <a:gd name="T9" fmla="*/ 201 h 201"/>
              <a:gd name="T10" fmla="*/ 139 w 202"/>
              <a:gd name="T11" fmla="*/ 201 h 201"/>
              <a:gd name="T12" fmla="*/ 107 w 202"/>
              <a:gd name="T13" fmla="*/ 201 h 201"/>
              <a:gd name="T14" fmla="*/ 0 w 202"/>
              <a:gd name="T15" fmla="*/ 94 h 201"/>
              <a:gd name="T16" fmla="*/ 0 w 202"/>
              <a:gd name="T17" fmla="*/ 63 h 201"/>
              <a:gd name="T18" fmla="*/ 139 w 202"/>
              <a:gd name="T19" fmla="*/ 201 h 201"/>
              <a:gd name="T20" fmla="*/ 60 w 202"/>
              <a:gd name="T21" fmla="*/ 171 h 201"/>
              <a:gd name="T22" fmla="*/ 30 w 202"/>
              <a:gd name="T23" fmla="*/ 201 h 201"/>
              <a:gd name="T24" fmla="*/ 0 w 202"/>
              <a:gd name="T25" fmla="*/ 171 h 201"/>
              <a:gd name="T26" fmla="*/ 30 w 202"/>
              <a:gd name="T27" fmla="*/ 141 h 201"/>
              <a:gd name="T28" fmla="*/ 60 w 202"/>
              <a:gd name="T29" fmla="*/ 171 h 2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202" h="201">
                <a:moveTo>
                  <a:pt x="202" y="201"/>
                </a:moveTo>
                <a:cubicBezTo>
                  <a:pt x="170" y="201"/>
                  <a:pt x="170" y="201"/>
                  <a:pt x="170" y="201"/>
                </a:cubicBezTo>
                <a:cubicBezTo>
                  <a:pt x="170" y="107"/>
                  <a:pt x="94" y="31"/>
                  <a:pt x="0" y="31"/>
                </a:cubicBezTo>
                <a:cubicBezTo>
                  <a:pt x="0" y="0"/>
                  <a:pt x="0" y="0"/>
                  <a:pt x="0" y="0"/>
                </a:cubicBezTo>
                <a:cubicBezTo>
                  <a:pt x="111" y="0"/>
                  <a:pt x="202" y="90"/>
                  <a:pt x="202" y="201"/>
                </a:cubicBezTo>
                <a:close/>
                <a:moveTo>
                  <a:pt x="139" y="201"/>
                </a:moveTo>
                <a:cubicBezTo>
                  <a:pt x="107" y="201"/>
                  <a:pt x="107" y="201"/>
                  <a:pt x="107" y="201"/>
                </a:cubicBezTo>
                <a:cubicBezTo>
                  <a:pt x="107" y="142"/>
                  <a:pt x="59" y="94"/>
                  <a:pt x="0" y="94"/>
                </a:cubicBezTo>
                <a:cubicBezTo>
                  <a:pt x="0" y="63"/>
                  <a:pt x="0" y="63"/>
                  <a:pt x="0" y="63"/>
                </a:cubicBezTo>
                <a:cubicBezTo>
                  <a:pt x="77" y="63"/>
                  <a:pt x="139" y="125"/>
                  <a:pt x="139" y="201"/>
                </a:cubicBezTo>
                <a:close/>
                <a:moveTo>
                  <a:pt x="60" y="171"/>
                </a:moveTo>
                <a:cubicBezTo>
                  <a:pt x="60" y="188"/>
                  <a:pt x="47" y="201"/>
                  <a:pt x="30" y="201"/>
                </a:cubicBezTo>
                <a:cubicBezTo>
                  <a:pt x="13" y="201"/>
                  <a:pt x="0" y="188"/>
                  <a:pt x="0" y="171"/>
                </a:cubicBezTo>
                <a:cubicBezTo>
                  <a:pt x="0" y="155"/>
                  <a:pt x="13" y="141"/>
                  <a:pt x="30" y="141"/>
                </a:cubicBezTo>
                <a:cubicBezTo>
                  <a:pt x="47" y="141"/>
                  <a:pt x="60" y="155"/>
                  <a:pt x="60" y="17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88" name="Freeform 91"/>
          <p:cNvSpPr>
            <a:spLocks noEditPoints="1"/>
          </p:cNvSpPr>
          <p:nvPr/>
        </p:nvSpPr>
        <p:spPr bwMode="auto">
          <a:xfrm>
            <a:off x="6022676" y="4317302"/>
            <a:ext cx="289077" cy="289079"/>
          </a:xfrm>
          <a:custGeom>
            <a:avLst/>
            <a:gdLst>
              <a:gd name="T0" fmla="*/ 239 w 248"/>
              <a:gd name="T1" fmla="*/ 89 h 248"/>
              <a:gd name="T2" fmla="*/ 203 w 248"/>
              <a:gd name="T3" fmla="*/ 125 h 248"/>
              <a:gd name="T4" fmla="*/ 161 w 248"/>
              <a:gd name="T5" fmla="*/ 133 h 248"/>
              <a:gd name="T6" fmla="*/ 52 w 248"/>
              <a:gd name="T7" fmla="*/ 241 h 248"/>
              <a:gd name="T8" fmla="*/ 18 w 248"/>
              <a:gd name="T9" fmla="*/ 230 h 248"/>
              <a:gd name="T10" fmla="*/ 6 w 248"/>
              <a:gd name="T11" fmla="*/ 195 h 248"/>
              <a:gd name="T12" fmla="*/ 115 w 248"/>
              <a:gd name="T13" fmla="*/ 86 h 248"/>
              <a:gd name="T14" fmla="*/ 123 w 248"/>
              <a:gd name="T15" fmla="*/ 44 h 248"/>
              <a:gd name="T16" fmla="*/ 158 w 248"/>
              <a:gd name="T17" fmla="*/ 9 h 248"/>
              <a:gd name="T18" fmla="*/ 217 w 248"/>
              <a:gd name="T19" fmla="*/ 30 h 248"/>
              <a:gd name="T20" fmla="*/ 239 w 248"/>
              <a:gd name="T21" fmla="*/ 89 h 248"/>
              <a:gd name="T22" fmla="*/ 120 w 248"/>
              <a:gd name="T23" fmla="*/ 135 h 248"/>
              <a:gd name="T24" fmla="*/ 123 w 248"/>
              <a:gd name="T25" fmla="*/ 113 h 248"/>
              <a:gd name="T26" fmla="*/ 102 w 248"/>
              <a:gd name="T27" fmla="*/ 117 h 248"/>
              <a:gd name="T28" fmla="*/ 98 w 248"/>
              <a:gd name="T29" fmla="*/ 138 h 248"/>
              <a:gd name="T30" fmla="*/ 120 w 248"/>
              <a:gd name="T31" fmla="*/ 135 h 248"/>
              <a:gd name="T32" fmla="*/ 229 w 248"/>
              <a:gd name="T33" fmla="*/ 79 h 248"/>
              <a:gd name="T34" fmla="*/ 209 w 248"/>
              <a:gd name="T35" fmla="*/ 39 h 248"/>
              <a:gd name="T36" fmla="*/ 168 w 248"/>
              <a:gd name="T37" fmla="*/ 18 h 248"/>
              <a:gd name="T38" fmla="*/ 188 w 248"/>
              <a:gd name="T39" fmla="*/ 60 h 248"/>
              <a:gd name="T40" fmla="*/ 229 w 248"/>
              <a:gd name="T41" fmla="*/ 79 h 2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248" h="248">
                <a:moveTo>
                  <a:pt x="239" y="89"/>
                </a:moveTo>
                <a:cubicBezTo>
                  <a:pt x="203" y="125"/>
                  <a:pt x="203" y="125"/>
                  <a:pt x="203" y="125"/>
                </a:cubicBezTo>
                <a:cubicBezTo>
                  <a:pt x="197" y="130"/>
                  <a:pt x="179" y="135"/>
                  <a:pt x="161" y="133"/>
                </a:cubicBezTo>
                <a:cubicBezTo>
                  <a:pt x="52" y="241"/>
                  <a:pt x="52" y="241"/>
                  <a:pt x="52" y="241"/>
                </a:cubicBezTo>
                <a:cubicBezTo>
                  <a:pt x="46" y="248"/>
                  <a:pt x="31" y="242"/>
                  <a:pt x="18" y="230"/>
                </a:cubicBezTo>
                <a:cubicBezTo>
                  <a:pt x="5" y="217"/>
                  <a:pt x="0" y="201"/>
                  <a:pt x="6" y="195"/>
                </a:cubicBezTo>
                <a:cubicBezTo>
                  <a:pt x="115" y="86"/>
                  <a:pt x="115" y="86"/>
                  <a:pt x="115" y="86"/>
                </a:cubicBezTo>
                <a:cubicBezTo>
                  <a:pt x="112" y="68"/>
                  <a:pt x="117" y="50"/>
                  <a:pt x="123" y="44"/>
                </a:cubicBezTo>
                <a:cubicBezTo>
                  <a:pt x="158" y="9"/>
                  <a:pt x="158" y="9"/>
                  <a:pt x="158" y="9"/>
                </a:cubicBezTo>
                <a:cubicBezTo>
                  <a:pt x="167" y="0"/>
                  <a:pt x="195" y="8"/>
                  <a:pt x="217" y="30"/>
                </a:cubicBezTo>
                <a:cubicBezTo>
                  <a:pt x="239" y="52"/>
                  <a:pt x="248" y="80"/>
                  <a:pt x="239" y="89"/>
                </a:cubicBezTo>
                <a:close/>
                <a:moveTo>
                  <a:pt x="120" y="135"/>
                </a:moveTo>
                <a:cubicBezTo>
                  <a:pt x="127" y="128"/>
                  <a:pt x="128" y="118"/>
                  <a:pt x="123" y="113"/>
                </a:cubicBezTo>
                <a:cubicBezTo>
                  <a:pt x="118" y="109"/>
                  <a:pt x="109" y="110"/>
                  <a:pt x="102" y="117"/>
                </a:cubicBezTo>
                <a:cubicBezTo>
                  <a:pt x="95" y="124"/>
                  <a:pt x="93" y="133"/>
                  <a:pt x="98" y="138"/>
                </a:cubicBezTo>
                <a:cubicBezTo>
                  <a:pt x="103" y="143"/>
                  <a:pt x="112" y="141"/>
                  <a:pt x="120" y="135"/>
                </a:cubicBezTo>
                <a:close/>
                <a:moveTo>
                  <a:pt x="229" y="79"/>
                </a:moveTo>
                <a:cubicBezTo>
                  <a:pt x="231" y="78"/>
                  <a:pt x="226" y="56"/>
                  <a:pt x="209" y="39"/>
                </a:cubicBezTo>
                <a:cubicBezTo>
                  <a:pt x="191" y="22"/>
                  <a:pt x="169" y="17"/>
                  <a:pt x="168" y="18"/>
                </a:cubicBezTo>
                <a:cubicBezTo>
                  <a:pt x="166" y="20"/>
                  <a:pt x="170" y="42"/>
                  <a:pt x="188" y="60"/>
                </a:cubicBezTo>
                <a:cubicBezTo>
                  <a:pt x="205" y="77"/>
                  <a:pt x="228" y="81"/>
                  <a:pt x="229" y="7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89" name="Freeform 92"/>
          <p:cNvSpPr>
            <a:spLocks noEditPoints="1"/>
          </p:cNvSpPr>
          <p:nvPr/>
        </p:nvSpPr>
        <p:spPr bwMode="auto">
          <a:xfrm>
            <a:off x="6367019" y="4332180"/>
            <a:ext cx="259320" cy="259320"/>
          </a:xfrm>
          <a:custGeom>
            <a:avLst/>
            <a:gdLst>
              <a:gd name="T0" fmla="*/ 223 w 223"/>
              <a:gd name="T1" fmla="*/ 111 h 223"/>
              <a:gd name="T2" fmla="*/ 111 w 223"/>
              <a:gd name="T3" fmla="*/ 223 h 223"/>
              <a:gd name="T4" fmla="*/ 0 w 223"/>
              <a:gd name="T5" fmla="*/ 111 h 223"/>
              <a:gd name="T6" fmla="*/ 111 w 223"/>
              <a:gd name="T7" fmla="*/ 0 h 223"/>
              <a:gd name="T8" fmla="*/ 223 w 223"/>
              <a:gd name="T9" fmla="*/ 111 h 223"/>
              <a:gd name="T10" fmla="*/ 179 w 223"/>
              <a:gd name="T11" fmla="*/ 125 h 223"/>
              <a:gd name="T12" fmla="*/ 179 w 223"/>
              <a:gd name="T13" fmla="*/ 98 h 223"/>
              <a:gd name="T14" fmla="*/ 125 w 223"/>
              <a:gd name="T15" fmla="*/ 98 h 223"/>
              <a:gd name="T16" fmla="*/ 125 w 223"/>
              <a:gd name="T17" fmla="*/ 45 h 223"/>
              <a:gd name="T18" fmla="*/ 98 w 223"/>
              <a:gd name="T19" fmla="*/ 45 h 223"/>
              <a:gd name="T20" fmla="*/ 98 w 223"/>
              <a:gd name="T21" fmla="*/ 98 h 223"/>
              <a:gd name="T22" fmla="*/ 44 w 223"/>
              <a:gd name="T23" fmla="*/ 98 h 223"/>
              <a:gd name="T24" fmla="*/ 44 w 223"/>
              <a:gd name="T25" fmla="*/ 125 h 223"/>
              <a:gd name="T26" fmla="*/ 98 w 223"/>
              <a:gd name="T27" fmla="*/ 125 h 223"/>
              <a:gd name="T28" fmla="*/ 98 w 223"/>
              <a:gd name="T29" fmla="*/ 178 h 223"/>
              <a:gd name="T30" fmla="*/ 125 w 223"/>
              <a:gd name="T31" fmla="*/ 178 h 223"/>
              <a:gd name="T32" fmla="*/ 125 w 223"/>
              <a:gd name="T33" fmla="*/ 125 h 223"/>
              <a:gd name="T34" fmla="*/ 179 w 223"/>
              <a:gd name="T35" fmla="*/ 125 h 2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23" h="223">
                <a:moveTo>
                  <a:pt x="223" y="111"/>
                </a:moveTo>
                <a:cubicBezTo>
                  <a:pt x="223" y="173"/>
                  <a:pt x="173" y="223"/>
                  <a:pt x="111" y="223"/>
                </a:cubicBezTo>
                <a:cubicBezTo>
                  <a:pt x="50" y="223"/>
                  <a:pt x="0" y="173"/>
                  <a:pt x="0" y="111"/>
                </a:cubicBezTo>
                <a:cubicBezTo>
                  <a:pt x="0" y="50"/>
                  <a:pt x="50" y="0"/>
                  <a:pt x="111" y="0"/>
                </a:cubicBezTo>
                <a:cubicBezTo>
                  <a:pt x="173" y="0"/>
                  <a:pt x="223" y="50"/>
                  <a:pt x="223" y="111"/>
                </a:cubicBezTo>
                <a:close/>
                <a:moveTo>
                  <a:pt x="179" y="125"/>
                </a:moveTo>
                <a:cubicBezTo>
                  <a:pt x="179" y="98"/>
                  <a:pt x="179" y="98"/>
                  <a:pt x="179" y="98"/>
                </a:cubicBezTo>
                <a:cubicBezTo>
                  <a:pt x="125" y="98"/>
                  <a:pt x="125" y="98"/>
                  <a:pt x="125" y="98"/>
                </a:cubicBezTo>
                <a:cubicBezTo>
                  <a:pt x="125" y="45"/>
                  <a:pt x="125" y="45"/>
                  <a:pt x="125" y="45"/>
                </a:cubicBezTo>
                <a:cubicBezTo>
                  <a:pt x="98" y="45"/>
                  <a:pt x="98" y="45"/>
                  <a:pt x="98" y="45"/>
                </a:cubicBezTo>
                <a:cubicBezTo>
                  <a:pt x="98" y="98"/>
                  <a:pt x="98" y="98"/>
                  <a:pt x="98" y="98"/>
                </a:cubicBezTo>
                <a:cubicBezTo>
                  <a:pt x="44" y="98"/>
                  <a:pt x="44" y="98"/>
                  <a:pt x="44" y="98"/>
                </a:cubicBezTo>
                <a:cubicBezTo>
                  <a:pt x="44" y="125"/>
                  <a:pt x="44" y="125"/>
                  <a:pt x="44" y="125"/>
                </a:cubicBezTo>
                <a:cubicBezTo>
                  <a:pt x="98" y="125"/>
                  <a:pt x="98" y="125"/>
                  <a:pt x="98" y="125"/>
                </a:cubicBezTo>
                <a:cubicBezTo>
                  <a:pt x="98" y="178"/>
                  <a:pt x="98" y="178"/>
                  <a:pt x="98" y="178"/>
                </a:cubicBezTo>
                <a:cubicBezTo>
                  <a:pt x="125" y="178"/>
                  <a:pt x="125" y="178"/>
                  <a:pt x="125" y="178"/>
                </a:cubicBezTo>
                <a:cubicBezTo>
                  <a:pt x="125" y="125"/>
                  <a:pt x="125" y="125"/>
                  <a:pt x="125" y="125"/>
                </a:cubicBezTo>
                <a:lnTo>
                  <a:pt x="179" y="125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90" name="Freeform 93"/>
          <p:cNvSpPr>
            <a:spLocks/>
          </p:cNvSpPr>
          <p:nvPr/>
        </p:nvSpPr>
        <p:spPr bwMode="auto">
          <a:xfrm>
            <a:off x="6685855" y="4378943"/>
            <a:ext cx="146667" cy="165795"/>
          </a:xfrm>
          <a:custGeom>
            <a:avLst/>
            <a:gdLst>
              <a:gd name="T0" fmla="*/ 122 w 128"/>
              <a:gd name="T1" fmla="*/ 135 h 141"/>
              <a:gd name="T2" fmla="*/ 100 w 128"/>
              <a:gd name="T3" fmla="*/ 135 h 141"/>
              <a:gd name="T4" fmla="*/ 65 w 128"/>
              <a:gd name="T5" fmla="*/ 95 h 141"/>
              <a:gd name="T6" fmla="*/ 29 w 128"/>
              <a:gd name="T7" fmla="*/ 135 h 141"/>
              <a:gd name="T8" fmla="*/ 7 w 128"/>
              <a:gd name="T9" fmla="*/ 135 h 141"/>
              <a:gd name="T10" fmla="*/ 7 w 128"/>
              <a:gd name="T11" fmla="*/ 112 h 141"/>
              <a:gd name="T12" fmla="*/ 43 w 128"/>
              <a:gd name="T13" fmla="*/ 70 h 141"/>
              <a:gd name="T14" fmla="*/ 7 w 128"/>
              <a:gd name="T15" fmla="*/ 29 h 141"/>
              <a:gd name="T16" fmla="*/ 7 w 128"/>
              <a:gd name="T17" fmla="*/ 6 h 141"/>
              <a:gd name="T18" fmla="*/ 29 w 128"/>
              <a:gd name="T19" fmla="*/ 6 h 141"/>
              <a:gd name="T20" fmla="*/ 65 w 128"/>
              <a:gd name="T21" fmla="*/ 47 h 141"/>
              <a:gd name="T22" fmla="*/ 100 w 128"/>
              <a:gd name="T23" fmla="*/ 6 h 141"/>
              <a:gd name="T24" fmla="*/ 122 w 128"/>
              <a:gd name="T25" fmla="*/ 6 h 141"/>
              <a:gd name="T26" fmla="*/ 122 w 128"/>
              <a:gd name="T27" fmla="*/ 29 h 141"/>
              <a:gd name="T28" fmla="*/ 85 w 128"/>
              <a:gd name="T29" fmla="*/ 70 h 141"/>
              <a:gd name="T30" fmla="*/ 122 w 128"/>
              <a:gd name="T31" fmla="*/ 112 h 141"/>
              <a:gd name="T32" fmla="*/ 122 w 128"/>
              <a:gd name="T33" fmla="*/ 135 h 1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28" h="141">
                <a:moveTo>
                  <a:pt x="122" y="135"/>
                </a:moveTo>
                <a:cubicBezTo>
                  <a:pt x="116" y="141"/>
                  <a:pt x="106" y="141"/>
                  <a:pt x="100" y="135"/>
                </a:cubicBezTo>
                <a:cubicBezTo>
                  <a:pt x="65" y="95"/>
                  <a:pt x="65" y="95"/>
                  <a:pt x="65" y="95"/>
                </a:cubicBezTo>
                <a:cubicBezTo>
                  <a:pt x="29" y="135"/>
                  <a:pt x="29" y="135"/>
                  <a:pt x="29" y="135"/>
                </a:cubicBezTo>
                <a:cubicBezTo>
                  <a:pt x="23" y="141"/>
                  <a:pt x="13" y="141"/>
                  <a:pt x="7" y="135"/>
                </a:cubicBezTo>
                <a:cubicBezTo>
                  <a:pt x="0" y="129"/>
                  <a:pt x="0" y="119"/>
                  <a:pt x="7" y="112"/>
                </a:cubicBezTo>
                <a:cubicBezTo>
                  <a:pt x="43" y="70"/>
                  <a:pt x="43" y="70"/>
                  <a:pt x="43" y="70"/>
                </a:cubicBezTo>
                <a:cubicBezTo>
                  <a:pt x="7" y="29"/>
                  <a:pt x="7" y="29"/>
                  <a:pt x="7" y="29"/>
                </a:cubicBezTo>
                <a:cubicBezTo>
                  <a:pt x="0" y="23"/>
                  <a:pt x="0" y="13"/>
                  <a:pt x="7" y="6"/>
                </a:cubicBezTo>
                <a:cubicBezTo>
                  <a:pt x="13" y="0"/>
                  <a:pt x="23" y="0"/>
                  <a:pt x="29" y="6"/>
                </a:cubicBezTo>
                <a:cubicBezTo>
                  <a:pt x="65" y="47"/>
                  <a:pt x="65" y="47"/>
                  <a:pt x="65" y="47"/>
                </a:cubicBezTo>
                <a:cubicBezTo>
                  <a:pt x="100" y="6"/>
                  <a:pt x="100" y="6"/>
                  <a:pt x="100" y="6"/>
                </a:cubicBezTo>
                <a:cubicBezTo>
                  <a:pt x="106" y="0"/>
                  <a:pt x="116" y="0"/>
                  <a:pt x="122" y="6"/>
                </a:cubicBezTo>
                <a:cubicBezTo>
                  <a:pt x="128" y="13"/>
                  <a:pt x="128" y="23"/>
                  <a:pt x="122" y="29"/>
                </a:cubicBezTo>
                <a:cubicBezTo>
                  <a:pt x="85" y="70"/>
                  <a:pt x="85" y="70"/>
                  <a:pt x="85" y="70"/>
                </a:cubicBezTo>
                <a:cubicBezTo>
                  <a:pt x="122" y="112"/>
                  <a:pt x="122" y="112"/>
                  <a:pt x="122" y="112"/>
                </a:cubicBezTo>
                <a:cubicBezTo>
                  <a:pt x="128" y="119"/>
                  <a:pt x="128" y="129"/>
                  <a:pt x="122" y="135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91" name="Freeform 94"/>
          <p:cNvSpPr>
            <a:spLocks noEditPoints="1"/>
          </p:cNvSpPr>
          <p:nvPr/>
        </p:nvSpPr>
        <p:spPr bwMode="auto">
          <a:xfrm>
            <a:off x="6892036" y="4306672"/>
            <a:ext cx="310333" cy="312461"/>
          </a:xfrm>
          <a:custGeom>
            <a:avLst/>
            <a:gdLst>
              <a:gd name="T0" fmla="*/ 216 w 267"/>
              <a:gd name="T1" fmla="*/ 101 h 268"/>
              <a:gd name="T2" fmla="*/ 221 w 267"/>
              <a:gd name="T3" fmla="*/ 107 h 268"/>
              <a:gd name="T4" fmla="*/ 223 w 267"/>
              <a:gd name="T5" fmla="*/ 122 h 268"/>
              <a:gd name="T6" fmla="*/ 210 w 267"/>
              <a:gd name="T7" fmla="*/ 163 h 268"/>
              <a:gd name="T8" fmla="*/ 201 w 267"/>
              <a:gd name="T9" fmla="*/ 175 h 268"/>
              <a:gd name="T10" fmla="*/ 77 w 267"/>
              <a:gd name="T11" fmla="*/ 263 h 268"/>
              <a:gd name="T12" fmla="*/ 61 w 267"/>
              <a:gd name="T13" fmla="*/ 262 h 268"/>
              <a:gd name="T14" fmla="*/ 4 w 267"/>
              <a:gd name="T15" fmla="*/ 181 h 268"/>
              <a:gd name="T16" fmla="*/ 8 w 267"/>
              <a:gd name="T17" fmla="*/ 162 h 268"/>
              <a:gd name="T18" fmla="*/ 131 w 267"/>
              <a:gd name="T19" fmla="*/ 75 h 268"/>
              <a:gd name="T20" fmla="*/ 146 w 267"/>
              <a:gd name="T21" fmla="*/ 70 h 268"/>
              <a:gd name="T22" fmla="*/ 188 w 267"/>
              <a:gd name="T23" fmla="*/ 70 h 268"/>
              <a:gd name="T24" fmla="*/ 200 w 267"/>
              <a:gd name="T25" fmla="*/ 77 h 268"/>
              <a:gd name="T26" fmla="*/ 207 w 267"/>
              <a:gd name="T27" fmla="*/ 87 h 268"/>
              <a:gd name="T28" fmla="*/ 238 w 267"/>
              <a:gd name="T29" fmla="*/ 11 h 268"/>
              <a:gd name="T30" fmla="*/ 243 w 267"/>
              <a:gd name="T31" fmla="*/ 1 h 268"/>
              <a:gd name="T32" fmla="*/ 253 w 267"/>
              <a:gd name="T33" fmla="*/ 6 h 268"/>
              <a:gd name="T34" fmla="*/ 216 w 267"/>
              <a:gd name="T35" fmla="*/ 101 h 268"/>
              <a:gd name="T36" fmla="*/ 204 w 267"/>
              <a:gd name="T37" fmla="*/ 109 h 268"/>
              <a:gd name="T38" fmla="*/ 196 w 267"/>
              <a:gd name="T39" fmla="*/ 114 h 268"/>
              <a:gd name="T40" fmla="*/ 192 w 267"/>
              <a:gd name="T41" fmla="*/ 114 h 268"/>
              <a:gd name="T42" fmla="*/ 185 w 267"/>
              <a:gd name="T43" fmla="*/ 110 h 268"/>
              <a:gd name="T44" fmla="*/ 189 w 267"/>
              <a:gd name="T45" fmla="*/ 99 h 268"/>
              <a:gd name="T46" fmla="*/ 196 w 267"/>
              <a:gd name="T47" fmla="*/ 96 h 268"/>
              <a:gd name="T48" fmla="*/ 171 w 267"/>
              <a:gd name="T49" fmla="*/ 95 h 268"/>
              <a:gd name="T50" fmla="*/ 166 w 267"/>
              <a:gd name="T51" fmla="*/ 125 h 268"/>
              <a:gd name="T52" fmla="*/ 196 w 267"/>
              <a:gd name="T53" fmla="*/ 130 h 268"/>
              <a:gd name="T54" fmla="*/ 204 w 267"/>
              <a:gd name="T55" fmla="*/ 109 h 2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267" h="268">
                <a:moveTo>
                  <a:pt x="216" y="101"/>
                </a:moveTo>
                <a:cubicBezTo>
                  <a:pt x="221" y="107"/>
                  <a:pt x="221" y="107"/>
                  <a:pt x="221" y="107"/>
                </a:cubicBezTo>
                <a:cubicBezTo>
                  <a:pt x="224" y="111"/>
                  <a:pt x="224" y="118"/>
                  <a:pt x="223" y="122"/>
                </a:cubicBezTo>
                <a:cubicBezTo>
                  <a:pt x="210" y="163"/>
                  <a:pt x="210" y="163"/>
                  <a:pt x="210" y="163"/>
                </a:cubicBezTo>
                <a:cubicBezTo>
                  <a:pt x="208" y="167"/>
                  <a:pt x="205" y="173"/>
                  <a:pt x="201" y="175"/>
                </a:cubicBezTo>
                <a:cubicBezTo>
                  <a:pt x="77" y="263"/>
                  <a:pt x="77" y="263"/>
                  <a:pt x="77" y="263"/>
                </a:cubicBezTo>
                <a:cubicBezTo>
                  <a:pt x="71" y="267"/>
                  <a:pt x="65" y="268"/>
                  <a:pt x="61" y="262"/>
                </a:cubicBezTo>
                <a:cubicBezTo>
                  <a:pt x="4" y="181"/>
                  <a:pt x="4" y="181"/>
                  <a:pt x="4" y="181"/>
                </a:cubicBezTo>
                <a:cubicBezTo>
                  <a:pt x="0" y="175"/>
                  <a:pt x="2" y="166"/>
                  <a:pt x="8" y="162"/>
                </a:cubicBezTo>
                <a:cubicBezTo>
                  <a:pt x="131" y="75"/>
                  <a:pt x="131" y="75"/>
                  <a:pt x="131" y="75"/>
                </a:cubicBezTo>
                <a:cubicBezTo>
                  <a:pt x="135" y="72"/>
                  <a:pt x="141" y="70"/>
                  <a:pt x="146" y="70"/>
                </a:cubicBezTo>
                <a:cubicBezTo>
                  <a:pt x="188" y="70"/>
                  <a:pt x="188" y="70"/>
                  <a:pt x="188" y="70"/>
                </a:cubicBezTo>
                <a:cubicBezTo>
                  <a:pt x="192" y="70"/>
                  <a:pt x="197" y="73"/>
                  <a:pt x="200" y="77"/>
                </a:cubicBezTo>
                <a:cubicBezTo>
                  <a:pt x="207" y="87"/>
                  <a:pt x="207" y="87"/>
                  <a:pt x="207" y="87"/>
                </a:cubicBezTo>
                <a:cubicBezTo>
                  <a:pt x="226" y="73"/>
                  <a:pt x="250" y="47"/>
                  <a:pt x="238" y="11"/>
                </a:cubicBezTo>
                <a:cubicBezTo>
                  <a:pt x="236" y="7"/>
                  <a:pt x="239" y="3"/>
                  <a:pt x="243" y="1"/>
                </a:cubicBezTo>
                <a:cubicBezTo>
                  <a:pt x="247" y="0"/>
                  <a:pt x="251" y="2"/>
                  <a:pt x="253" y="6"/>
                </a:cubicBezTo>
                <a:cubicBezTo>
                  <a:pt x="267" y="47"/>
                  <a:pt x="241" y="81"/>
                  <a:pt x="216" y="101"/>
                </a:cubicBezTo>
                <a:close/>
                <a:moveTo>
                  <a:pt x="204" y="109"/>
                </a:moveTo>
                <a:cubicBezTo>
                  <a:pt x="201" y="111"/>
                  <a:pt x="199" y="112"/>
                  <a:pt x="196" y="114"/>
                </a:cubicBezTo>
                <a:cubicBezTo>
                  <a:pt x="195" y="114"/>
                  <a:pt x="194" y="114"/>
                  <a:pt x="192" y="114"/>
                </a:cubicBezTo>
                <a:cubicBezTo>
                  <a:pt x="190" y="114"/>
                  <a:pt x="187" y="113"/>
                  <a:pt x="185" y="110"/>
                </a:cubicBezTo>
                <a:cubicBezTo>
                  <a:pt x="183" y="106"/>
                  <a:pt x="185" y="101"/>
                  <a:pt x="189" y="99"/>
                </a:cubicBezTo>
                <a:cubicBezTo>
                  <a:pt x="190" y="99"/>
                  <a:pt x="192" y="98"/>
                  <a:pt x="196" y="96"/>
                </a:cubicBezTo>
                <a:cubicBezTo>
                  <a:pt x="189" y="90"/>
                  <a:pt x="179" y="90"/>
                  <a:pt x="171" y="95"/>
                </a:cubicBezTo>
                <a:cubicBezTo>
                  <a:pt x="162" y="102"/>
                  <a:pt x="159" y="115"/>
                  <a:pt x="166" y="125"/>
                </a:cubicBezTo>
                <a:cubicBezTo>
                  <a:pt x="173" y="135"/>
                  <a:pt x="186" y="137"/>
                  <a:pt x="196" y="130"/>
                </a:cubicBezTo>
                <a:cubicBezTo>
                  <a:pt x="202" y="125"/>
                  <a:pt x="205" y="117"/>
                  <a:pt x="204" y="10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92" name="Freeform 95"/>
          <p:cNvSpPr>
            <a:spLocks/>
          </p:cNvSpPr>
          <p:nvPr/>
        </p:nvSpPr>
        <p:spPr bwMode="auto">
          <a:xfrm>
            <a:off x="7251259" y="4323679"/>
            <a:ext cx="216808" cy="276325"/>
          </a:xfrm>
          <a:custGeom>
            <a:avLst/>
            <a:gdLst>
              <a:gd name="T0" fmla="*/ 186 w 186"/>
              <a:gd name="T1" fmla="*/ 109 h 239"/>
              <a:gd name="T2" fmla="*/ 186 w 186"/>
              <a:gd name="T3" fmla="*/ 212 h 239"/>
              <a:gd name="T4" fmla="*/ 173 w 186"/>
              <a:gd name="T5" fmla="*/ 230 h 239"/>
              <a:gd name="T6" fmla="*/ 157 w 186"/>
              <a:gd name="T7" fmla="*/ 235 h 239"/>
              <a:gd name="T8" fmla="*/ 131 w 186"/>
              <a:gd name="T9" fmla="*/ 239 h 239"/>
              <a:gd name="T10" fmla="*/ 54 w 186"/>
              <a:gd name="T11" fmla="*/ 239 h 239"/>
              <a:gd name="T12" fmla="*/ 28 w 186"/>
              <a:gd name="T13" fmla="*/ 235 h 239"/>
              <a:gd name="T14" fmla="*/ 13 w 186"/>
              <a:gd name="T15" fmla="*/ 230 h 239"/>
              <a:gd name="T16" fmla="*/ 0 w 186"/>
              <a:gd name="T17" fmla="*/ 212 h 239"/>
              <a:gd name="T18" fmla="*/ 0 w 186"/>
              <a:gd name="T19" fmla="*/ 109 h 239"/>
              <a:gd name="T20" fmla="*/ 14 w 186"/>
              <a:gd name="T21" fmla="*/ 93 h 239"/>
              <a:gd name="T22" fmla="*/ 120 w 186"/>
              <a:gd name="T23" fmla="*/ 93 h 239"/>
              <a:gd name="T24" fmla="*/ 120 w 186"/>
              <a:gd name="T25" fmla="*/ 56 h 239"/>
              <a:gd name="T26" fmla="*/ 93 w 186"/>
              <a:gd name="T27" fmla="*/ 27 h 239"/>
              <a:gd name="T28" fmla="*/ 67 w 186"/>
              <a:gd name="T29" fmla="*/ 56 h 239"/>
              <a:gd name="T30" fmla="*/ 67 w 186"/>
              <a:gd name="T31" fmla="*/ 66 h 239"/>
              <a:gd name="T32" fmla="*/ 40 w 186"/>
              <a:gd name="T33" fmla="*/ 66 h 239"/>
              <a:gd name="T34" fmla="*/ 40 w 186"/>
              <a:gd name="T35" fmla="*/ 61 h 239"/>
              <a:gd name="T36" fmla="*/ 93 w 186"/>
              <a:gd name="T37" fmla="*/ 0 h 239"/>
              <a:gd name="T38" fmla="*/ 146 w 186"/>
              <a:gd name="T39" fmla="*/ 61 h 239"/>
              <a:gd name="T40" fmla="*/ 146 w 186"/>
              <a:gd name="T41" fmla="*/ 93 h 239"/>
              <a:gd name="T42" fmla="*/ 170 w 186"/>
              <a:gd name="T43" fmla="*/ 93 h 239"/>
              <a:gd name="T44" fmla="*/ 186 w 186"/>
              <a:gd name="T45" fmla="*/ 109 h 2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186" h="239">
                <a:moveTo>
                  <a:pt x="186" y="109"/>
                </a:moveTo>
                <a:cubicBezTo>
                  <a:pt x="186" y="212"/>
                  <a:pt x="186" y="212"/>
                  <a:pt x="186" y="212"/>
                </a:cubicBezTo>
                <a:cubicBezTo>
                  <a:pt x="186" y="220"/>
                  <a:pt x="180" y="228"/>
                  <a:pt x="173" y="230"/>
                </a:cubicBezTo>
                <a:cubicBezTo>
                  <a:pt x="157" y="235"/>
                  <a:pt x="157" y="235"/>
                  <a:pt x="157" y="235"/>
                </a:cubicBezTo>
                <a:cubicBezTo>
                  <a:pt x="151" y="237"/>
                  <a:pt x="139" y="239"/>
                  <a:pt x="131" y="239"/>
                </a:cubicBezTo>
                <a:cubicBezTo>
                  <a:pt x="54" y="239"/>
                  <a:pt x="54" y="239"/>
                  <a:pt x="54" y="239"/>
                </a:cubicBezTo>
                <a:cubicBezTo>
                  <a:pt x="47" y="239"/>
                  <a:pt x="35" y="237"/>
                  <a:pt x="28" y="235"/>
                </a:cubicBezTo>
                <a:cubicBezTo>
                  <a:pt x="13" y="230"/>
                  <a:pt x="13" y="230"/>
                  <a:pt x="13" y="230"/>
                </a:cubicBezTo>
                <a:cubicBezTo>
                  <a:pt x="6" y="228"/>
                  <a:pt x="0" y="220"/>
                  <a:pt x="0" y="212"/>
                </a:cubicBezTo>
                <a:cubicBezTo>
                  <a:pt x="0" y="109"/>
                  <a:pt x="0" y="109"/>
                  <a:pt x="0" y="109"/>
                </a:cubicBezTo>
                <a:cubicBezTo>
                  <a:pt x="0" y="101"/>
                  <a:pt x="6" y="93"/>
                  <a:pt x="14" y="93"/>
                </a:cubicBezTo>
                <a:cubicBezTo>
                  <a:pt x="120" y="93"/>
                  <a:pt x="120" y="93"/>
                  <a:pt x="120" y="93"/>
                </a:cubicBezTo>
                <a:cubicBezTo>
                  <a:pt x="120" y="56"/>
                  <a:pt x="120" y="56"/>
                  <a:pt x="120" y="56"/>
                </a:cubicBezTo>
                <a:cubicBezTo>
                  <a:pt x="120" y="37"/>
                  <a:pt x="109" y="27"/>
                  <a:pt x="93" y="27"/>
                </a:cubicBezTo>
                <a:cubicBezTo>
                  <a:pt x="77" y="27"/>
                  <a:pt x="67" y="37"/>
                  <a:pt x="67" y="56"/>
                </a:cubicBezTo>
                <a:cubicBezTo>
                  <a:pt x="67" y="66"/>
                  <a:pt x="67" y="66"/>
                  <a:pt x="67" y="66"/>
                </a:cubicBezTo>
                <a:cubicBezTo>
                  <a:pt x="40" y="66"/>
                  <a:pt x="40" y="66"/>
                  <a:pt x="40" y="66"/>
                </a:cubicBezTo>
                <a:cubicBezTo>
                  <a:pt x="40" y="61"/>
                  <a:pt x="40" y="61"/>
                  <a:pt x="40" y="61"/>
                </a:cubicBezTo>
                <a:cubicBezTo>
                  <a:pt x="40" y="23"/>
                  <a:pt x="58" y="0"/>
                  <a:pt x="93" y="0"/>
                </a:cubicBezTo>
                <a:cubicBezTo>
                  <a:pt x="128" y="0"/>
                  <a:pt x="146" y="23"/>
                  <a:pt x="146" y="61"/>
                </a:cubicBezTo>
                <a:cubicBezTo>
                  <a:pt x="146" y="93"/>
                  <a:pt x="146" y="93"/>
                  <a:pt x="146" y="93"/>
                </a:cubicBezTo>
                <a:cubicBezTo>
                  <a:pt x="170" y="93"/>
                  <a:pt x="170" y="93"/>
                  <a:pt x="170" y="93"/>
                </a:cubicBezTo>
                <a:cubicBezTo>
                  <a:pt x="177" y="93"/>
                  <a:pt x="186" y="101"/>
                  <a:pt x="186" y="10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93" name="Freeform 96"/>
          <p:cNvSpPr>
            <a:spLocks noEditPoints="1"/>
          </p:cNvSpPr>
          <p:nvPr/>
        </p:nvSpPr>
        <p:spPr bwMode="auto">
          <a:xfrm>
            <a:off x="7529711" y="4319427"/>
            <a:ext cx="276325" cy="284828"/>
          </a:xfrm>
          <a:custGeom>
            <a:avLst/>
            <a:gdLst>
              <a:gd name="T0" fmla="*/ 136 w 239"/>
              <a:gd name="T1" fmla="*/ 198 h 245"/>
              <a:gd name="T2" fmla="*/ 179 w 239"/>
              <a:gd name="T3" fmla="*/ 221 h 245"/>
              <a:gd name="T4" fmla="*/ 120 w 239"/>
              <a:gd name="T5" fmla="*/ 245 h 245"/>
              <a:gd name="T6" fmla="*/ 61 w 239"/>
              <a:gd name="T7" fmla="*/ 221 h 245"/>
              <a:gd name="T8" fmla="*/ 104 w 239"/>
              <a:gd name="T9" fmla="*/ 198 h 245"/>
              <a:gd name="T10" fmla="*/ 104 w 239"/>
              <a:gd name="T11" fmla="*/ 180 h 245"/>
              <a:gd name="T12" fmla="*/ 66 w 239"/>
              <a:gd name="T13" fmla="*/ 135 h 245"/>
              <a:gd name="T14" fmla="*/ 0 w 239"/>
              <a:gd name="T15" fmla="*/ 34 h 245"/>
              <a:gd name="T16" fmla="*/ 10 w 239"/>
              <a:gd name="T17" fmla="*/ 25 h 245"/>
              <a:gd name="T18" fmla="*/ 56 w 239"/>
              <a:gd name="T19" fmla="*/ 25 h 245"/>
              <a:gd name="T20" fmla="*/ 120 w 239"/>
              <a:gd name="T21" fmla="*/ 0 h 245"/>
              <a:gd name="T22" fmla="*/ 185 w 239"/>
              <a:gd name="T23" fmla="*/ 25 h 245"/>
              <a:gd name="T24" fmla="*/ 230 w 239"/>
              <a:gd name="T25" fmla="*/ 25 h 245"/>
              <a:gd name="T26" fmla="*/ 239 w 239"/>
              <a:gd name="T27" fmla="*/ 34 h 245"/>
              <a:gd name="T28" fmla="*/ 174 w 239"/>
              <a:gd name="T29" fmla="*/ 135 h 245"/>
              <a:gd name="T30" fmla="*/ 136 w 239"/>
              <a:gd name="T31" fmla="*/ 180 h 245"/>
              <a:gd name="T32" fmla="*/ 136 w 239"/>
              <a:gd name="T33" fmla="*/ 198 h 245"/>
              <a:gd name="T34" fmla="*/ 67 w 239"/>
              <a:gd name="T35" fmla="*/ 113 h 245"/>
              <a:gd name="T36" fmla="*/ 53 w 239"/>
              <a:gd name="T37" fmla="*/ 43 h 245"/>
              <a:gd name="T38" fmla="*/ 19 w 239"/>
              <a:gd name="T39" fmla="*/ 43 h 245"/>
              <a:gd name="T40" fmla="*/ 67 w 239"/>
              <a:gd name="T41" fmla="*/ 113 h 245"/>
              <a:gd name="T42" fmla="*/ 69 w 239"/>
              <a:gd name="T43" fmla="*/ 37 h 245"/>
              <a:gd name="T44" fmla="*/ 120 w 239"/>
              <a:gd name="T45" fmla="*/ 57 h 245"/>
              <a:gd name="T46" fmla="*/ 170 w 239"/>
              <a:gd name="T47" fmla="*/ 37 h 245"/>
              <a:gd name="T48" fmla="*/ 120 w 239"/>
              <a:gd name="T49" fmla="*/ 17 h 245"/>
              <a:gd name="T50" fmla="*/ 69 w 239"/>
              <a:gd name="T51" fmla="*/ 37 h 245"/>
              <a:gd name="T52" fmla="*/ 220 w 239"/>
              <a:gd name="T53" fmla="*/ 43 h 245"/>
              <a:gd name="T54" fmla="*/ 187 w 239"/>
              <a:gd name="T55" fmla="*/ 43 h 245"/>
              <a:gd name="T56" fmla="*/ 172 w 239"/>
              <a:gd name="T57" fmla="*/ 113 h 245"/>
              <a:gd name="T58" fmla="*/ 220 w 239"/>
              <a:gd name="T59" fmla="*/ 43 h 2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239" h="245">
                <a:moveTo>
                  <a:pt x="136" y="198"/>
                </a:moveTo>
                <a:cubicBezTo>
                  <a:pt x="161" y="201"/>
                  <a:pt x="179" y="210"/>
                  <a:pt x="179" y="221"/>
                </a:cubicBezTo>
                <a:cubicBezTo>
                  <a:pt x="179" y="234"/>
                  <a:pt x="153" y="245"/>
                  <a:pt x="120" y="245"/>
                </a:cubicBezTo>
                <a:cubicBezTo>
                  <a:pt x="87" y="245"/>
                  <a:pt x="61" y="234"/>
                  <a:pt x="61" y="221"/>
                </a:cubicBezTo>
                <a:cubicBezTo>
                  <a:pt x="61" y="210"/>
                  <a:pt x="79" y="201"/>
                  <a:pt x="104" y="198"/>
                </a:cubicBezTo>
                <a:cubicBezTo>
                  <a:pt x="104" y="180"/>
                  <a:pt x="104" y="180"/>
                  <a:pt x="104" y="180"/>
                </a:cubicBezTo>
                <a:cubicBezTo>
                  <a:pt x="104" y="161"/>
                  <a:pt x="89" y="151"/>
                  <a:pt x="66" y="135"/>
                </a:cubicBezTo>
                <a:cubicBezTo>
                  <a:pt x="37" y="116"/>
                  <a:pt x="0" y="91"/>
                  <a:pt x="0" y="34"/>
                </a:cubicBezTo>
                <a:cubicBezTo>
                  <a:pt x="0" y="29"/>
                  <a:pt x="5" y="25"/>
                  <a:pt x="10" y="25"/>
                </a:cubicBezTo>
                <a:cubicBezTo>
                  <a:pt x="56" y="25"/>
                  <a:pt x="56" y="25"/>
                  <a:pt x="56" y="25"/>
                </a:cubicBezTo>
                <a:cubicBezTo>
                  <a:pt x="62" y="13"/>
                  <a:pt x="81" y="0"/>
                  <a:pt x="120" y="0"/>
                </a:cubicBezTo>
                <a:cubicBezTo>
                  <a:pt x="159" y="0"/>
                  <a:pt x="178" y="13"/>
                  <a:pt x="185" y="25"/>
                </a:cubicBezTo>
                <a:cubicBezTo>
                  <a:pt x="230" y="25"/>
                  <a:pt x="230" y="25"/>
                  <a:pt x="230" y="25"/>
                </a:cubicBezTo>
                <a:cubicBezTo>
                  <a:pt x="235" y="25"/>
                  <a:pt x="239" y="29"/>
                  <a:pt x="239" y="34"/>
                </a:cubicBezTo>
                <a:cubicBezTo>
                  <a:pt x="239" y="91"/>
                  <a:pt x="203" y="116"/>
                  <a:pt x="174" y="135"/>
                </a:cubicBezTo>
                <a:cubicBezTo>
                  <a:pt x="150" y="151"/>
                  <a:pt x="136" y="161"/>
                  <a:pt x="136" y="180"/>
                </a:cubicBezTo>
                <a:lnTo>
                  <a:pt x="136" y="198"/>
                </a:lnTo>
                <a:close/>
                <a:moveTo>
                  <a:pt x="67" y="113"/>
                </a:moveTo>
                <a:cubicBezTo>
                  <a:pt x="60" y="97"/>
                  <a:pt x="54" y="76"/>
                  <a:pt x="53" y="43"/>
                </a:cubicBezTo>
                <a:cubicBezTo>
                  <a:pt x="19" y="43"/>
                  <a:pt x="19" y="43"/>
                  <a:pt x="19" y="43"/>
                </a:cubicBezTo>
                <a:cubicBezTo>
                  <a:pt x="23" y="79"/>
                  <a:pt x="44" y="97"/>
                  <a:pt x="67" y="113"/>
                </a:cubicBezTo>
                <a:close/>
                <a:moveTo>
                  <a:pt x="69" y="37"/>
                </a:moveTo>
                <a:cubicBezTo>
                  <a:pt x="69" y="42"/>
                  <a:pt x="84" y="57"/>
                  <a:pt x="120" y="57"/>
                </a:cubicBezTo>
                <a:cubicBezTo>
                  <a:pt x="156" y="57"/>
                  <a:pt x="170" y="42"/>
                  <a:pt x="170" y="37"/>
                </a:cubicBezTo>
                <a:cubicBezTo>
                  <a:pt x="170" y="32"/>
                  <a:pt x="156" y="17"/>
                  <a:pt x="120" y="17"/>
                </a:cubicBezTo>
                <a:cubicBezTo>
                  <a:pt x="84" y="17"/>
                  <a:pt x="69" y="32"/>
                  <a:pt x="69" y="37"/>
                </a:cubicBezTo>
                <a:close/>
                <a:moveTo>
                  <a:pt x="220" y="43"/>
                </a:moveTo>
                <a:cubicBezTo>
                  <a:pt x="187" y="43"/>
                  <a:pt x="187" y="43"/>
                  <a:pt x="187" y="43"/>
                </a:cubicBezTo>
                <a:cubicBezTo>
                  <a:pt x="186" y="76"/>
                  <a:pt x="180" y="97"/>
                  <a:pt x="172" y="113"/>
                </a:cubicBezTo>
                <a:cubicBezTo>
                  <a:pt x="196" y="97"/>
                  <a:pt x="217" y="79"/>
                  <a:pt x="220" y="4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94" name="Freeform 97"/>
          <p:cNvSpPr>
            <a:spLocks noEditPoints="1"/>
          </p:cNvSpPr>
          <p:nvPr/>
        </p:nvSpPr>
        <p:spPr bwMode="auto">
          <a:xfrm>
            <a:off x="7867677" y="4319427"/>
            <a:ext cx="284828" cy="284828"/>
          </a:xfrm>
          <a:custGeom>
            <a:avLst/>
            <a:gdLst>
              <a:gd name="T0" fmla="*/ 245 w 245"/>
              <a:gd name="T1" fmla="*/ 122 h 245"/>
              <a:gd name="T2" fmla="*/ 123 w 245"/>
              <a:gd name="T3" fmla="*/ 245 h 245"/>
              <a:gd name="T4" fmla="*/ 0 w 245"/>
              <a:gd name="T5" fmla="*/ 122 h 245"/>
              <a:gd name="T6" fmla="*/ 123 w 245"/>
              <a:gd name="T7" fmla="*/ 0 h 245"/>
              <a:gd name="T8" fmla="*/ 245 w 245"/>
              <a:gd name="T9" fmla="*/ 122 h 245"/>
              <a:gd name="T10" fmla="*/ 218 w 245"/>
              <a:gd name="T11" fmla="*/ 122 h 245"/>
              <a:gd name="T12" fmla="*/ 123 w 245"/>
              <a:gd name="T13" fmla="*/ 27 h 245"/>
              <a:gd name="T14" fmla="*/ 27 w 245"/>
              <a:gd name="T15" fmla="*/ 122 h 245"/>
              <a:gd name="T16" fmla="*/ 123 w 245"/>
              <a:gd name="T17" fmla="*/ 218 h 245"/>
              <a:gd name="T18" fmla="*/ 218 w 245"/>
              <a:gd name="T19" fmla="*/ 122 h 245"/>
              <a:gd name="T20" fmla="*/ 132 w 245"/>
              <a:gd name="T21" fmla="*/ 119 h 245"/>
              <a:gd name="T22" fmla="*/ 171 w 245"/>
              <a:gd name="T23" fmla="*/ 159 h 245"/>
              <a:gd name="T24" fmla="*/ 158 w 245"/>
              <a:gd name="T25" fmla="*/ 171 h 245"/>
              <a:gd name="T26" fmla="*/ 113 w 245"/>
              <a:gd name="T27" fmla="*/ 126 h 245"/>
              <a:gd name="T28" fmla="*/ 113 w 245"/>
              <a:gd name="T29" fmla="*/ 53 h 245"/>
              <a:gd name="T30" fmla="*/ 132 w 245"/>
              <a:gd name="T31" fmla="*/ 53 h 245"/>
              <a:gd name="T32" fmla="*/ 132 w 245"/>
              <a:gd name="T33" fmla="*/ 119 h 2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245" h="245">
                <a:moveTo>
                  <a:pt x="245" y="122"/>
                </a:moveTo>
                <a:cubicBezTo>
                  <a:pt x="245" y="190"/>
                  <a:pt x="190" y="245"/>
                  <a:pt x="123" y="245"/>
                </a:cubicBezTo>
                <a:cubicBezTo>
                  <a:pt x="55" y="245"/>
                  <a:pt x="0" y="190"/>
                  <a:pt x="0" y="122"/>
                </a:cubicBezTo>
                <a:cubicBezTo>
                  <a:pt x="0" y="55"/>
                  <a:pt x="55" y="0"/>
                  <a:pt x="123" y="0"/>
                </a:cubicBezTo>
                <a:cubicBezTo>
                  <a:pt x="190" y="0"/>
                  <a:pt x="245" y="55"/>
                  <a:pt x="245" y="122"/>
                </a:cubicBezTo>
                <a:close/>
                <a:moveTo>
                  <a:pt x="218" y="122"/>
                </a:moveTo>
                <a:cubicBezTo>
                  <a:pt x="218" y="70"/>
                  <a:pt x="175" y="27"/>
                  <a:pt x="123" y="27"/>
                </a:cubicBezTo>
                <a:cubicBezTo>
                  <a:pt x="69" y="27"/>
                  <a:pt x="27" y="70"/>
                  <a:pt x="27" y="122"/>
                </a:cubicBezTo>
                <a:cubicBezTo>
                  <a:pt x="27" y="175"/>
                  <a:pt x="69" y="218"/>
                  <a:pt x="123" y="218"/>
                </a:cubicBezTo>
                <a:cubicBezTo>
                  <a:pt x="175" y="218"/>
                  <a:pt x="218" y="175"/>
                  <a:pt x="218" y="122"/>
                </a:cubicBezTo>
                <a:close/>
                <a:moveTo>
                  <a:pt x="132" y="119"/>
                </a:moveTo>
                <a:cubicBezTo>
                  <a:pt x="171" y="159"/>
                  <a:pt x="171" y="159"/>
                  <a:pt x="171" y="159"/>
                </a:cubicBezTo>
                <a:cubicBezTo>
                  <a:pt x="158" y="171"/>
                  <a:pt x="158" y="171"/>
                  <a:pt x="158" y="171"/>
                </a:cubicBezTo>
                <a:cubicBezTo>
                  <a:pt x="113" y="126"/>
                  <a:pt x="113" y="126"/>
                  <a:pt x="113" y="126"/>
                </a:cubicBezTo>
                <a:cubicBezTo>
                  <a:pt x="113" y="53"/>
                  <a:pt x="113" y="53"/>
                  <a:pt x="113" y="53"/>
                </a:cubicBezTo>
                <a:cubicBezTo>
                  <a:pt x="132" y="53"/>
                  <a:pt x="132" y="53"/>
                  <a:pt x="132" y="53"/>
                </a:cubicBezTo>
                <a:lnTo>
                  <a:pt x="132" y="119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95" name="Freeform 98"/>
          <p:cNvSpPr>
            <a:spLocks noEditPoints="1"/>
          </p:cNvSpPr>
          <p:nvPr/>
        </p:nvSpPr>
        <p:spPr bwMode="auto">
          <a:xfrm>
            <a:off x="8214145" y="4374693"/>
            <a:ext cx="308209" cy="174297"/>
          </a:xfrm>
          <a:custGeom>
            <a:avLst/>
            <a:gdLst>
              <a:gd name="T0" fmla="*/ 265 w 265"/>
              <a:gd name="T1" fmla="*/ 74 h 149"/>
              <a:gd name="T2" fmla="*/ 133 w 265"/>
              <a:gd name="T3" fmla="*/ 149 h 149"/>
              <a:gd name="T4" fmla="*/ 0 w 265"/>
              <a:gd name="T5" fmla="*/ 74 h 149"/>
              <a:gd name="T6" fmla="*/ 133 w 265"/>
              <a:gd name="T7" fmla="*/ 0 h 149"/>
              <a:gd name="T8" fmla="*/ 265 w 265"/>
              <a:gd name="T9" fmla="*/ 74 h 149"/>
              <a:gd name="T10" fmla="*/ 191 w 265"/>
              <a:gd name="T11" fmla="*/ 74 h 149"/>
              <a:gd name="T12" fmla="*/ 133 w 265"/>
              <a:gd name="T13" fmla="*/ 17 h 149"/>
              <a:gd name="T14" fmla="*/ 73 w 265"/>
              <a:gd name="T15" fmla="*/ 74 h 149"/>
              <a:gd name="T16" fmla="*/ 133 w 265"/>
              <a:gd name="T17" fmla="*/ 132 h 149"/>
              <a:gd name="T18" fmla="*/ 191 w 265"/>
              <a:gd name="T19" fmla="*/ 74 h 149"/>
              <a:gd name="T20" fmla="*/ 162 w 265"/>
              <a:gd name="T21" fmla="*/ 74 h 149"/>
              <a:gd name="T22" fmla="*/ 133 w 265"/>
              <a:gd name="T23" fmla="*/ 103 h 149"/>
              <a:gd name="T24" fmla="*/ 103 w 265"/>
              <a:gd name="T25" fmla="*/ 74 h 149"/>
              <a:gd name="T26" fmla="*/ 133 w 265"/>
              <a:gd name="T27" fmla="*/ 46 h 149"/>
              <a:gd name="T28" fmla="*/ 133 w 265"/>
              <a:gd name="T29" fmla="*/ 74 h 149"/>
              <a:gd name="T30" fmla="*/ 162 w 265"/>
              <a:gd name="T31" fmla="*/ 74 h 1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265" h="149">
                <a:moveTo>
                  <a:pt x="265" y="74"/>
                </a:moveTo>
                <a:cubicBezTo>
                  <a:pt x="265" y="85"/>
                  <a:pt x="220" y="149"/>
                  <a:pt x="133" y="149"/>
                </a:cubicBezTo>
                <a:cubicBezTo>
                  <a:pt x="45" y="149"/>
                  <a:pt x="0" y="85"/>
                  <a:pt x="0" y="74"/>
                </a:cubicBezTo>
                <a:cubicBezTo>
                  <a:pt x="0" y="64"/>
                  <a:pt x="45" y="0"/>
                  <a:pt x="133" y="0"/>
                </a:cubicBezTo>
                <a:cubicBezTo>
                  <a:pt x="220" y="0"/>
                  <a:pt x="265" y="64"/>
                  <a:pt x="265" y="74"/>
                </a:cubicBezTo>
                <a:close/>
                <a:moveTo>
                  <a:pt x="191" y="74"/>
                </a:moveTo>
                <a:cubicBezTo>
                  <a:pt x="191" y="43"/>
                  <a:pt x="165" y="17"/>
                  <a:pt x="133" y="17"/>
                </a:cubicBezTo>
                <a:cubicBezTo>
                  <a:pt x="100" y="17"/>
                  <a:pt x="73" y="43"/>
                  <a:pt x="73" y="74"/>
                </a:cubicBezTo>
                <a:cubicBezTo>
                  <a:pt x="73" y="106"/>
                  <a:pt x="100" y="132"/>
                  <a:pt x="133" y="132"/>
                </a:cubicBezTo>
                <a:cubicBezTo>
                  <a:pt x="165" y="132"/>
                  <a:pt x="191" y="106"/>
                  <a:pt x="191" y="74"/>
                </a:cubicBezTo>
                <a:close/>
                <a:moveTo>
                  <a:pt x="162" y="74"/>
                </a:moveTo>
                <a:cubicBezTo>
                  <a:pt x="162" y="90"/>
                  <a:pt x="148" y="103"/>
                  <a:pt x="133" y="103"/>
                </a:cubicBezTo>
                <a:cubicBezTo>
                  <a:pt x="116" y="103"/>
                  <a:pt x="103" y="90"/>
                  <a:pt x="103" y="74"/>
                </a:cubicBezTo>
                <a:cubicBezTo>
                  <a:pt x="103" y="59"/>
                  <a:pt x="116" y="46"/>
                  <a:pt x="133" y="46"/>
                </a:cubicBezTo>
                <a:cubicBezTo>
                  <a:pt x="141" y="46"/>
                  <a:pt x="127" y="69"/>
                  <a:pt x="133" y="74"/>
                </a:cubicBezTo>
                <a:cubicBezTo>
                  <a:pt x="137" y="80"/>
                  <a:pt x="162" y="67"/>
                  <a:pt x="162" y="7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96" name="Freeform 9"/>
          <p:cNvSpPr>
            <a:spLocks noEditPoints="1"/>
          </p:cNvSpPr>
          <p:nvPr/>
        </p:nvSpPr>
        <p:spPr bwMode="auto">
          <a:xfrm>
            <a:off x="3138207" y="4341557"/>
            <a:ext cx="322708" cy="286756"/>
          </a:xfrm>
          <a:custGeom>
            <a:avLst/>
            <a:gdLst>
              <a:gd name="T0" fmla="*/ 374 w 2388"/>
              <a:gd name="T1" fmla="*/ 687 h 2123"/>
              <a:gd name="T2" fmla="*/ 700 w 2388"/>
              <a:gd name="T3" fmla="*/ 802 h 2123"/>
              <a:gd name="T4" fmla="*/ 743 w 2388"/>
              <a:gd name="T5" fmla="*/ 790 h 2123"/>
              <a:gd name="T6" fmla="*/ 924 w 2388"/>
              <a:gd name="T7" fmla="*/ 628 h 2123"/>
              <a:gd name="T8" fmla="*/ 928 w 2388"/>
              <a:gd name="T9" fmla="*/ 594 h 2123"/>
              <a:gd name="T10" fmla="*/ 840 w 2388"/>
              <a:gd name="T11" fmla="*/ 480 h 2123"/>
              <a:gd name="T12" fmla="*/ 1305 w 2388"/>
              <a:gd name="T13" fmla="*/ 5 h 2123"/>
              <a:gd name="T14" fmla="*/ 953 w 2388"/>
              <a:gd name="T15" fmla="*/ 4 h 2123"/>
              <a:gd name="T16" fmla="*/ 512 w 2388"/>
              <a:gd name="T17" fmla="*/ 230 h 2123"/>
              <a:gd name="T18" fmla="*/ 330 w 2388"/>
              <a:gd name="T19" fmla="*/ 374 h 2123"/>
              <a:gd name="T20" fmla="*/ 260 w 2388"/>
              <a:gd name="T21" fmla="*/ 534 h 2123"/>
              <a:gd name="T22" fmla="*/ 109 w 2388"/>
              <a:gd name="T23" fmla="*/ 583 h 2123"/>
              <a:gd name="T24" fmla="*/ 19 w 2388"/>
              <a:gd name="T25" fmla="*/ 656 h 2123"/>
              <a:gd name="T26" fmla="*/ 16 w 2388"/>
              <a:gd name="T27" fmla="*/ 712 h 2123"/>
              <a:gd name="T28" fmla="*/ 179 w 2388"/>
              <a:gd name="T29" fmla="*/ 893 h 2123"/>
              <a:gd name="T30" fmla="*/ 247 w 2388"/>
              <a:gd name="T31" fmla="*/ 901 h 2123"/>
              <a:gd name="T32" fmla="*/ 331 w 2388"/>
              <a:gd name="T33" fmla="*/ 827 h 2123"/>
              <a:gd name="T34" fmla="*/ 374 w 2388"/>
              <a:gd name="T35" fmla="*/ 687 h 2123"/>
              <a:gd name="T36" fmla="*/ 1053 w 2388"/>
              <a:gd name="T37" fmla="*/ 748 h 2123"/>
              <a:gd name="T38" fmla="*/ 1006 w 2388"/>
              <a:gd name="T39" fmla="*/ 745 h 2123"/>
              <a:gd name="T40" fmla="*/ 835 w 2388"/>
              <a:gd name="T41" fmla="*/ 894 h 2123"/>
              <a:gd name="T42" fmla="*/ 832 w 2388"/>
              <a:gd name="T43" fmla="*/ 942 h 2123"/>
              <a:gd name="T44" fmla="*/ 1819 w 2388"/>
              <a:gd name="T45" fmla="*/ 2065 h 2123"/>
              <a:gd name="T46" fmla="*/ 1909 w 2388"/>
              <a:gd name="T47" fmla="*/ 2072 h 2123"/>
              <a:gd name="T48" fmla="*/ 2024 w 2388"/>
              <a:gd name="T49" fmla="*/ 1975 h 2123"/>
              <a:gd name="T50" fmla="*/ 2031 w 2388"/>
              <a:gd name="T51" fmla="*/ 1885 h 2123"/>
              <a:gd name="T52" fmla="*/ 1053 w 2388"/>
              <a:gd name="T53" fmla="*/ 748 h 2123"/>
              <a:gd name="T54" fmla="*/ 2370 w 2388"/>
              <a:gd name="T55" fmla="*/ 270 h 2123"/>
              <a:gd name="T56" fmla="*/ 2315 w 2388"/>
              <a:gd name="T57" fmla="*/ 248 h 2123"/>
              <a:gd name="T58" fmla="*/ 2200 w 2388"/>
              <a:gd name="T59" fmla="*/ 428 h 2123"/>
              <a:gd name="T60" fmla="*/ 1970 w 2388"/>
              <a:gd name="T61" fmla="*/ 476 h 2123"/>
              <a:gd name="T62" fmla="*/ 1905 w 2388"/>
              <a:gd name="T63" fmla="*/ 267 h 2123"/>
              <a:gd name="T64" fmla="*/ 2012 w 2388"/>
              <a:gd name="T65" fmla="*/ 78 h 2123"/>
              <a:gd name="T66" fmla="*/ 1968 w 2388"/>
              <a:gd name="T67" fmla="*/ 35 h 2123"/>
              <a:gd name="T68" fmla="*/ 1632 w 2388"/>
              <a:gd name="T69" fmla="*/ 304 h 2123"/>
              <a:gd name="T70" fmla="*/ 1531 w 2388"/>
              <a:gd name="T71" fmla="*/ 720 h 2123"/>
              <a:gd name="T72" fmla="*/ 1371 w 2388"/>
              <a:gd name="T73" fmla="*/ 886 h 2123"/>
              <a:gd name="T74" fmla="*/ 1532 w 2388"/>
              <a:gd name="T75" fmla="*/ 1073 h 2123"/>
              <a:gd name="T76" fmla="*/ 1729 w 2388"/>
              <a:gd name="T77" fmla="*/ 886 h 2123"/>
              <a:gd name="T78" fmla="*/ 1967 w 2388"/>
              <a:gd name="T79" fmla="*/ 814 h 2123"/>
              <a:gd name="T80" fmla="*/ 2331 w 2388"/>
              <a:gd name="T81" fmla="*/ 664 h 2123"/>
              <a:gd name="T82" fmla="*/ 2370 w 2388"/>
              <a:gd name="T83" fmla="*/ 270 h 2123"/>
              <a:gd name="T84" fmla="*/ 327 w 2388"/>
              <a:gd name="T85" fmla="*/ 1897 h 2123"/>
              <a:gd name="T86" fmla="*/ 327 w 2388"/>
              <a:gd name="T87" fmla="*/ 1987 h 2123"/>
              <a:gd name="T88" fmla="*/ 440 w 2388"/>
              <a:gd name="T89" fmla="*/ 2098 h 2123"/>
              <a:gd name="T90" fmla="*/ 529 w 2388"/>
              <a:gd name="T91" fmla="*/ 2087 h 2123"/>
              <a:gd name="T92" fmla="*/ 1113 w 2388"/>
              <a:gd name="T93" fmla="*/ 1513 h 2123"/>
              <a:gd name="T94" fmla="*/ 934 w 2388"/>
              <a:gd name="T95" fmla="*/ 1309 h 2123"/>
              <a:gd name="T96" fmla="*/ 327 w 2388"/>
              <a:gd name="T97" fmla="*/ 1897 h 21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2388" h="2123">
                <a:moveTo>
                  <a:pt x="374" y="687"/>
                </a:moveTo>
                <a:cubicBezTo>
                  <a:pt x="485" y="600"/>
                  <a:pt x="577" y="660"/>
                  <a:pt x="700" y="802"/>
                </a:cubicBezTo>
                <a:cubicBezTo>
                  <a:pt x="714" y="818"/>
                  <a:pt x="732" y="800"/>
                  <a:pt x="743" y="790"/>
                </a:cubicBezTo>
                <a:cubicBezTo>
                  <a:pt x="753" y="781"/>
                  <a:pt x="916" y="635"/>
                  <a:pt x="924" y="628"/>
                </a:cubicBezTo>
                <a:cubicBezTo>
                  <a:pt x="931" y="621"/>
                  <a:pt x="941" y="608"/>
                  <a:pt x="928" y="594"/>
                </a:cubicBezTo>
                <a:cubicBezTo>
                  <a:pt x="916" y="579"/>
                  <a:pt x="870" y="519"/>
                  <a:pt x="840" y="480"/>
                </a:cubicBezTo>
                <a:cubicBezTo>
                  <a:pt x="625" y="199"/>
                  <a:pt x="1429" y="8"/>
                  <a:pt x="1305" y="5"/>
                </a:cubicBezTo>
                <a:cubicBezTo>
                  <a:pt x="1243" y="3"/>
                  <a:pt x="990" y="0"/>
                  <a:pt x="953" y="4"/>
                </a:cubicBezTo>
                <a:cubicBezTo>
                  <a:pt x="800" y="20"/>
                  <a:pt x="608" y="163"/>
                  <a:pt x="512" y="230"/>
                </a:cubicBezTo>
                <a:cubicBezTo>
                  <a:pt x="385" y="316"/>
                  <a:pt x="338" y="367"/>
                  <a:pt x="330" y="374"/>
                </a:cubicBezTo>
                <a:cubicBezTo>
                  <a:pt x="295" y="405"/>
                  <a:pt x="325" y="477"/>
                  <a:pt x="260" y="534"/>
                </a:cubicBezTo>
                <a:cubicBezTo>
                  <a:pt x="191" y="594"/>
                  <a:pt x="149" y="549"/>
                  <a:pt x="109" y="583"/>
                </a:cubicBezTo>
                <a:cubicBezTo>
                  <a:pt x="89" y="601"/>
                  <a:pt x="34" y="642"/>
                  <a:pt x="19" y="656"/>
                </a:cubicBezTo>
                <a:cubicBezTo>
                  <a:pt x="3" y="669"/>
                  <a:pt x="0" y="693"/>
                  <a:pt x="16" y="712"/>
                </a:cubicBezTo>
                <a:cubicBezTo>
                  <a:pt x="16" y="712"/>
                  <a:pt x="167" y="878"/>
                  <a:pt x="179" y="893"/>
                </a:cubicBezTo>
                <a:cubicBezTo>
                  <a:pt x="192" y="907"/>
                  <a:pt x="226" y="920"/>
                  <a:pt x="247" y="901"/>
                </a:cubicBezTo>
                <a:cubicBezTo>
                  <a:pt x="268" y="882"/>
                  <a:pt x="322" y="835"/>
                  <a:pt x="331" y="827"/>
                </a:cubicBezTo>
                <a:cubicBezTo>
                  <a:pt x="340" y="819"/>
                  <a:pt x="325" y="724"/>
                  <a:pt x="374" y="687"/>
                </a:cubicBezTo>
                <a:close/>
                <a:moveTo>
                  <a:pt x="1053" y="748"/>
                </a:moveTo>
                <a:cubicBezTo>
                  <a:pt x="1039" y="732"/>
                  <a:pt x="1021" y="731"/>
                  <a:pt x="1006" y="745"/>
                </a:cubicBezTo>
                <a:cubicBezTo>
                  <a:pt x="835" y="894"/>
                  <a:pt x="835" y="894"/>
                  <a:pt x="835" y="894"/>
                </a:cubicBezTo>
                <a:cubicBezTo>
                  <a:pt x="822" y="906"/>
                  <a:pt x="820" y="928"/>
                  <a:pt x="832" y="942"/>
                </a:cubicBezTo>
                <a:cubicBezTo>
                  <a:pt x="1819" y="2065"/>
                  <a:pt x="1819" y="2065"/>
                  <a:pt x="1819" y="2065"/>
                </a:cubicBezTo>
                <a:cubicBezTo>
                  <a:pt x="1843" y="2092"/>
                  <a:pt x="1883" y="2095"/>
                  <a:pt x="1909" y="2072"/>
                </a:cubicBezTo>
                <a:cubicBezTo>
                  <a:pt x="2024" y="1975"/>
                  <a:pt x="2024" y="1975"/>
                  <a:pt x="2024" y="1975"/>
                </a:cubicBezTo>
                <a:cubicBezTo>
                  <a:pt x="2051" y="1952"/>
                  <a:pt x="2054" y="1911"/>
                  <a:pt x="2031" y="1885"/>
                </a:cubicBezTo>
                <a:lnTo>
                  <a:pt x="1053" y="748"/>
                </a:lnTo>
                <a:close/>
                <a:moveTo>
                  <a:pt x="2370" y="270"/>
                </a:moveTo>
                <a:cubicBezTo>
                  <a:pt x="2361" y="211"/>
                  <a:pt x="2331" y="223"/>
                  <a:pt x="2315" y="248"/>
                </a:cubicBezTo>
                <a:cubicBezTo>
                  <a:pt x="2299" y="273"/>
                  <a:pt x="2229" y="380"/>
                  <a:pt x="2200" y="428"/>
                </a:cubicBezTo>
                <a:cubicBezTo>
                  <a:pt x="2172" y="475"/>
                  <a:pt x="2101" y="569"/>
                  <a:pt x="1970" y="476"/>
                </a:cubicBezTo>
                <a:cubicBezTo>
                  <a:pt x="1833" y="380"/>
                  <a:pt x="1881" y="313"/>
                  <a:pt x="1905" y="267"/>
                </a:cubicBezTo>
                <a:cubicBezTo>
                  <a:pt x="1928" y="222"/>
                  <a:pt x="2002" y="94"/>
                  <a:pt x="2012" y="78"/>
                </a:cubicBezTo>
                <a:cubicBezTo>
                  <a:pt x="2023" y="62"/>
                  <a:pt x="2011" y="15"/>
                  <a:pt x="1968" y="35"/>
                </a:cubicBezTo>
                <a:cubicBezTo>
                  <a:pt x="1926" y="54"/>
                  <a:pt x="1668" y="157"/>
                  <a:pt x="1632" y="304"/>
                </a:cubicBezTo>
                <a:cubicBezTo>
                  <a:pt x="1596" y="453"/>
                  <a:pt x="1663" y="587"/>
                  <a:pt x="1531" y="720"/>
                </a:cubicBezTo>
                <a:cubicBezTo>
                  <a:pt x="1371" y="886"/>
                  <a:pt x="1371" y="886"/>
                  <a:pt x="1371" y="886"/>
                </a:cubicBezTo>
                <a:cubicBezTo>
                  <a:pt x="1532" y="1073"/>
                  <a:pt x="1532" y="1073"/>
                  <a:pt x="1532" y="1073"/>
                </a:cubicBezTo>
                <a:cubicBezTo>
                  <a:pt x="1729" y="886"/>
                  <a:pt x="1729" y="886"/>
                  <a:pt x="1729" y="886"/>
                </a:cubicBezTo>
                <a:cubicBezTo>
                  <a:pt x="1776" y="839"/>
                  <a:pt x="1876" y="793"/>
                  <a:pt x="1967" y="814"/>
                </a:cubicBezTo>
                <a:cubicBezTo>
                  <a:pt x="2161" y="858"/>
                  <a:pt x="2267" y="785"/>
                  <a:pt x="2331" y="664"/>
                </a:cubicBezTo>
                <a:cubicBezTo>
                  <a:pt x="2388" y="556"/>
                  <a:pt x="2379" y="329"/>
                  <a:pt x="2370" y="270"/>
                </a:cubicBezTo>
                <a:close/>
                <a:moveTo>
                  <a:pt x="327" y="1897"/>
                </a:moveTo>
                <a:cubicBezTo>
                  <a:pt x="302" y="1922"/>
                  <a:pt x="302" y="1962"/>
                  <a:pt x="327" y="1987"/>
                </a:cubicBezTo>
                <a:cubicBezTo>
                  <a:pt x="440" y="2098"/>
                  <a:pt x="440" y="2098"/>
                  <a:pt x="440" y="2098"/>
                </a:cubicBezTo>
                <a:cubicBezTo>
                  <a:pt x="465" y="2123"/>
                  <a:pt x="504" y="2112"/>
                  <a:pt x="529" y="2087"/>
                </a:cubicBezTo>
                <a:cubicBezTo>
                  <a:pt x="1113" y="1513"/>
                  <a:pt x="1113" y="1513"/>
                  <a:pt x="1113" y="1513"/>
                </a:cubicBezTo>
                <a:cubicBezTo>
                  <a:pt x="934" y="1309"/>
                  <a:pt x="934" y="1309"/>
                  <a:pt x="934" y="1309"/>
                </a:cubicBezTo>
                <a:lnTo>
                  <a:pt x="327" y="1897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>
              <a:latin typeface="PT Sans" panose="020B0503020203020204" pitchFamily="34" charset="0"/>
            </a:endParaRPr>
          </a:p>
        </p:txBody>
      </p:sp>
      <p:sp>
        <p:nvSpPr>
          <p:cNvPr id="97" name="Freeform 5"/>
          <p:cNvSpPr>
            <a:spLocks noEditPoints="1"/>
          </p:cNvSpPr>
          <p:nvPr/>
        </p:nvSpPr>
        <p:spPr bwMode="auto">
          <a:xfrm>
            <a:off x="8646450" y="4279398"/>
            <a:ext cx="435767" cy="306757"/>
          </a:xfrm>
          <a:custGeom>
            <a:avLst/>
            <a:gdLst>
              <a:gd name="T0" fmla="*/ 681 w 2382"/>
              <a:gd name="T1" fmla="*/ 1409 h 1676"/>
              <a:gd name="T2" fmla="*/ 602 w 2382"/>
              <a:gd name="T3" fmla="*/ 1379 h 1676"/>
              <a:gd name="T4" fmla="*/ 0 w 2382"/>
              <a:gd name="T5" fmla="*/ 843 h 1676"/>
              <a:gd name="T6" fmla="*/ 636 w 2382"/>
              <a:gd name="T7" fmla="*/ 278 h 1676"/>
              <a:gd name="T8" fmla="*/ 804 w 2382"/>
              <a:gd name="T9" fmla="*/ 288 h 1676"/>
              <a:gd name="T10" fmla="*/ 794 w 2382"/>
              <a:gd name="T11" fmla="*/ 456 h 1676"/>
              <a:gd name="T12" fmla="*/ 358 w 2382"/>
              <a:gd name="T13" fmla="*/ 843 h 1676"/>
              <a:gd name="T14" fmla="*/ 760 w 2382"/>
              <a:gd name="T15" fmla="*/ 1200 h 1676"/>
              <a:gd name="T16" fmla="*/ 770 w 2382"/>
              <a:gd name="T17" fmla="*/ 1369 h 1676"/>
              <a:gd name="T18" fmla="*/ 681 w 2382"/>
              <a:gd name="T19" fmla="*/ 1409 h 1676"/>
              <a:gd name="T20" fmla="*/ 1746 w 2382"/>
              <a:gd name="T21" fmla="*/ 1408 h 1676"/>
              <a:gd name="T22" fmla="*/ 2382 w 2382"/>
              <a:gd name="T23" fmla="*/ 843 h 1676"/>
              <a:gd name="T24" fmla="*/ 1780 w 2382"/>
              <a:gd name="T25" fmla="*/ 307 h 1676"/>
              <a:gd name="T26" fmla="*/ 1612 w 2382"/>
              <a:gd name="T27" fmla="*/ 317 h 1676"/>
              <a:gd name="T28" fmla="*/ 1622 w 2382"/>
              <a:gd name="T29" fmla="*/ 485 h 1676"/>
              <a:gd name="T30" fmla="*/ 2024 w 2382"/>
              <a:gd name="T31" fmla="*/ 843 h 1676"/>
              <a:gd name="T32" fmla="*/ 1588 w 2382"/>
              <a:gd name="T33" fmla="*/ 1230 h 1676"/>
              <a:gd name="T34" fmla="*/ 1578 w 2382"/>
              <a:gd name="T35" fmla="*/ 1398 h 1676"/>
              <a:gd name="T36" fmla="*/ 1667 w 2382"/>
              <a:gd name="T37" fmla="*/ 1438 h 1676"/>
              <a:gd name="T38" fmla="*/ 1746 w 2382"/>
              <a:gd name="T39" fmla="*/ 1408 h 1676"/>
              <a:gd name="T40" fmla="*/ 1189 w 2382"/>
              <a:gd name="T41" fmla="*/ 1577 h 1676"/>
              <a:gd name="T42" fmla="*/ 1427 w 2382"/>
              <a:gd name="T43" fmla="*/ 148 h 1676"/>
              <a:gd name="T44" fmla="*/ 1330 w 2382"/>
              <a:gd name="T45" fmla="*/ 11 h 1676"/>
              <a:gd name="T46" fmla="*/ 1193 w 2382"/>
              <a:gd name="T47" fmla="*/ 109 h 1676"/>
              <a:gd name="T48" fmla="*/ 955 w 2382"/>
              <a:gd name="T49" fmla="*/ 1538 h 1676"/>
              <a:gd name="T50" fmla="*/ 1052 w 2382"/>
              <a:gd name="T51" fmla="*/ 1675 h 1676"/>
              <a:gd name="T52" fmla="*/ 1072 w 2382"/>
              <a:gd name="T53" fmla="*/ 1676 h 1676"/>
              <a:gd name="T54" fmla="*/ 1189 w 2382"/>
              <a:gd name="T55" fmla="*/ 1577 h 16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2382" h="1676">
                <a:moveTo>
                  <a:pt x="681" y="1409"/>
                </a:moveTo>
                <a:cubicBezTo>
                  <a:pt x="653" y="1409"/>
                  <a:pt x="625" y="1399"/>
                  <a:pt x="602" y="1379"/>
                </a:cubicBezTo>
                <a:cubicBezTo>
                  <a:pt x="0" y="843"/>
                  <a:pt x="0" y="843"/>
                  <a:pt x="0" y="843"/>
                </a:cubicBezTo>
                <a:cubicBezTo>
                  <a:pt x="636" y="278"/>
                  <a:pt x="636" y="278"/>
                  <a:pt x="636" y="278"/>
                </a:cubicBezTo>
                <a:cubicBezTo>
                  <a:pt x="685" y="234"/>
                  <a:pt x="760" y="238"/>
                  <a:pt x="804" y="288"/>
                </a:cubicBezTo>
                <a:cubicBezTo>
                  <a:pt x="847" y="337"/>
                  <a:pt x="843" y="412"/>
                  <a:pt x="794" y="456"/>
                </a:cubicBezTo>
                <a:cubicBezTo>
                  <a:pt x="358" y="843"/>
                  <a:pt x="358" y="843"/>
                  <a:pt x="358" y="843"/>
                </a:cubicBezTo>
                <a:cubicBezTo>
                  <a:pt x="760" y="1200"/>
                  <a:pt x="760" y="1200"/>
                  <a:pt x="760" y="1200"/>
                </a:cubicBezTo>
                <a:cubicBezTo>
                  <a:pt x="810" y="1244"/>
                  <a:pt x="814" y="1319"/>
                  <a:pt x="770" y="1369"/>
                </a:cubicBezTo>
                <a:cubicBezTo>
                  <a:pt x="747" y="1395"/>
                  <a:pt x="714" y="1409"/>
                  <a:pt x="681" y="1409"/>
                </a:cubicBezTo>
                <a:close/>
                <a:moveTo>
                  <a:pt x="1746" y="1408"/>
                </a:moveTo>
                <a:cubicBezTo>
                  <a:pt x="2382" y="843"/>
                  <a:pt x="2382" y="843"/>
                  <a:pt x="2382" y="843"/>
                </a:cubicBezTo>
                <a:cubicBezTo>
                  <a:pt x="1780" y="307"/>
                  <a:pt x="1780" y="307"/>
                  <a:pt x="1780" y="307"/>
                </a:cubicBezTo>
                <a:cubicBezTo>
                  <a:pt x="1731" y="264"/>
                  <a:pt x="1655" y="268"/>
                  <a:pt x="1612" y="317"/>
                </a:cubicBezTo>
                <a:cubicBezTo>
                  <a:pt x="1568" y="367"/>
                  <a:pt x="1572" y="442"/>
                  <a:pt x="1622" y="485"/>
                </a:cubicBezTo>
                <a:cubicBezTo>
                  <a:pt x="2024" y="843"/>
                  <a:pt x="2024" y="843"/>
                  <a:pt x="2024" y="843"/>
                </a:cubicBezTo>
                <a:cubicBezTo>
                  <a:pt x="1588" y="1230"/>
                  <a:pt x="1588" y="1230"/>
                  <a:pt x="1588" y="1230"/>
                </a:cubicBezTo>
                <a:cubicBezTo>
                  <a:pt x="1539" y="1274"/>
                  <a:pt x="1535" y="1349"/>
                  <a:pt x="1578" y="1398"/>
                </a:cubicBezTo>
                <a:cubicBezTo>
                  <a:pt x="1602" y="1425"/>
                  <a:pt x="1634" y="1438"/>
                  <a:pt x="1667" y="1438"/>
                </a:cubicBezTo>
                <a:cubicBezTo>
                  <a:pt x="1695" y="1438"/>
                  <a:pt x="1724" y="1428"/>
                  <a:pt x="1746" y="1408"/>
                </a:cubicBezTo>
                <a:close/>
                <a:moveTo>
                  <a:pt x="1189" y="1577"/>
                </a:moveTo>
                <a:cubicBezTo>
                  <a:pt x="1427" y="148"/>
                  <a:pt x="1427" y="148"/>
                  <a:pt x="1427" y="148"/>
                </a:cubicBezTo>
                <a:cubicBezTo>
                  <a:pt x="1438" y="83"/>
                  <a:pt x="1394" y="22"/>
                  <a:pt x="1330" y="11"/>
                </a:cubicBezTo>
                <a:cubicBezTo>
                  <a:pt x="1264" y="0"/>
                  <a:pt x="1203" y="44"/>
                  <a:pt x="1193" y="109"/>
                </a:cubicBezTo>
                <a:cubicBezTo>
                  <a:pt x="955" y="1538"/>
                  <a:pt x="955" y="1538"/>
                  <a:pt x="955" y="1538"/>
                </a:cubicBezTo>
                <a:cubicBezTo>
                  <a:pt x="944" y="1603"/>
                  <a:pt x="988" y="1664"/>
                  <a:pt x="1052" y="1675"/>
                </a:cubicBezTo>
                <a:cubicBezTo>
                  <a:pt x="1059" y="1676"/>
                  <a:pt x="1066" y="1676"/>
                  <a:pt x="1072" y="1676"/>
                </a:cubicBezTo>
                <a:cubicBezTo>
                  <a:pt x="1129" y="1676"/>
                  <a:pt x="1180" y="1635"/>
                  <a:pt x="1189" y="157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>
              <a:latin typeface="PT Sans" panose="020B0503020203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127418512"/>
      </p:ext>
    </p:extLst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 5"/>
          <p:cNvSpPr>
            <a:spLocks noEditPoints="1"/>
          </p:cNvSpPr>
          <p:nvPr/>
        </p:nvSpPr>
        <p:spPr bwMode="auto">
          <a:xfrm>
            <a:off x="871821" y="1966018"/>
            <a:ext cx="266992" cy="293253"/>
          </a:xfrm>
          <a:custGeom>
            <a:avLst/>
            <a:gdLst>
              <a:gd name="T0" fmla="*/ 159 w 238"/>
              <a:gd name="T1" fmla="*/ 260 h 260"/>
              <a:gd name="T2" fmla="*/ 78 w 238"/>
              <a:gd name="T3" fmla="*/ 179 h 260"/>
              <a:gd name="T4" fmla="*/ 0 w 238"/>
              <a:gd name="T5" fmla="*/ 179 h 260"/>
              <a:gd name="T6" fmla="*/ 0 w 238"/>
              <a:gd name="T7" fmla="*/ 80 h 260"/>
              <a:gd name="T8" fmla="*/ 78 w 238"/>
              <a:gd name="T9" fmla="*/ 80 h 260"/>
              <a:gd name="T10" fmla="*/ 159 w 238"/>
              <a:gd name="T11" fmla="*/ 0 h 260"/>
              <a:gd name="T12" fmla="*/ 159 w 238"/>
              <a:gd name="T13" fmla="*/ 260 h 260"/>
              <a:gd name="T14" fmla="*/ 182 w 238"/>
              <a:gd name="T15" fmla="*/ 186 h 260"/>
              <a:gd name="T16" fmla="*/ 206 w 238"/>
              <a:gd name="T17" fmla="*/ 128 h 260"/>
              <a:gd name="T18" fmla="*/ 184 w 238"/>
              <a:gd name="T19" fmla="*/ 73 h 260"/>
              <a:gd name="T20" fmla="*/ 205 w 238"/>
              <a:gd name="T21" fmla="*/ 52 h 260"/>
              <a:gd name="T22" fmla="*/ 238 w 238"/>
              <a:gd name="T23" fmla="*/ 130 h 260"/>
              <a:gd name="T24" fmla="*/ 204 w 238"/>
              <a:gd name="T25" fmla="*/ 207 h 260"/>
              <a:gd name="T26" fmla="*/ 182 w 238"/>
              <a:gd name="T27" fmla="*/ 186 h 2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38" h="260">
                <a:moveTo>
                  <a:pt x="159" y="260"/>
                </a:moveTo>
                <a:cubicBezTo>
                  <a:pt x="78" y="179"/>
                  <a:pt x="78" y="179"/>
                  <a:pt x="78" y="179"/>
                </a:cubicBezTo>
                <a:cubicBezTo>
                  <a:pt x="0" y="179"/>
                  <a:pt x="0" y="179"/>
                  <a:pt x="0" y="179"/>
                </a:cubicBezTo>
                <a:cubicBezTo>
                  <a:pt x="0" y="80"/>
                  <a:pt x="0" y="80"/>
                  <a:pt x="0" y="80"/>
                </a:cubicBezTo>
                <a:cubicBezTo>
                  <a:pt x="78" y="80"/>
                  <a:pt x="78" y="80"/>
                  <a:pt x="78" y="80"/>
                </a:cubicBezTo>
                <a:cubicBezTo>
                  <a:pt x="159" y="0"/>
                  <a:pt x="159" y="0"/>
                  <a:pt x="159" y="0"/>
                </a:cubicBezTo>
                <a:lnTo>
                  <a:pt x="159" y="260"/>
                </a:lnTo>
                <a:close/>
                <a:moveTo>
                  <a:pt x="182" y="186"/>
                </a:moveTo>
                <a:cubicBezTo>
                  <a:pt x="197" y="170"/>
                  <a:pt x="206" y="148"/>
                  <a:pt x="206" y="128"/>
                </a:cubicBezTo>
                <a:cubicBezTo>
                  <a:pt x="206" y="108"/>
                  <a:pt x="198" y="88"/>
                  <a:pt x="184" y="73"/>
                </a:cubicBezTo>
                <a:cubicBezTo>
                  <a:pt x="205" y="52"/>
                  <a:pt x="205" y="52"/>
                  <a:pt x="205" y="52"/>
                </a:cubicBezTo>
                <a:cubicBezTo>
                  <a:pt x="226" y="73"/>
                  <a:pt x="238" y="101"/>
                  <a:pt x="238" y="130"/>
                </a:cubicBezTo>
                <a:cubicBezTo>
                  <a:pt x="238" y="157"/>
                  <a:pt x="228" y="184"/>
                  <a:pt x="204" y="207"/>
                </a:cubicBezTo>
                <a:lnTo>
                  <a:pt x="182" y="186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4" name="Freeform 6"/>
          <p:cNvSpPr>
            <a:spLocks noEditPoints="1"/>
          </p:cNvSpPr>
          <p:nvPr/>
        </p:nvSpPr>
        <p:spPr bwMode="auto">
          <a:xfrm>
            <a:off x="1228540" y="1966018"/>
            <a:ext cx="343589" cy="293253"/>
          </a:xfrm>
          <a:custGeom>
            <a:avLst/>
            <a:gdLst>
              <a:gd name="T0" fmla="*/ 159 w 305"/>
              <a:gd name="T1" fmla="*/ 260 h 260"/>
              <a:gd name="T2" fmla="*/ 78 w 305"/>
              <a:gd name="T3" fmla="*/ 179 h 260"/>
              <a:gd name="T4" fmla="*/ 0 w 305"/>
              <a:gd name="T5" fmla="*/ 179 h 260"/>
              <a:gd name="T6" fmla="*/ 0 w 305"/>
              <a:gd name="T7" fmla="*/ 80 h 260"/>
              <a:gd name="T8" fmla="*/ 78 w 305"/>
              <a:gd name="T9" fmla="*/ 80 h 260"/>
              <a:gd name="T10" fmla="*/ 159 w 305"/>
              <a:gd name="T11" fmla="*/ 0 h 260"/>
              <a:gd name="T12" fmla="*/ 159 w 305"/>
              <a:gd name="T13" fmla="*/ 260 h 260"/>
              <a:gd name="T14" fmla="*/ 182 w 305"/>
              <a:gd name="T15" fmla="*/ 186 h 260"/>
              <a:gd name="T16" fmla="*/ 206 w 305"/>
              <a:gd name="T17" fmla="*/ 128 h 260"/>
              <a:gd name="T18" fmla="*/ 184 w 305"/>
              <a:gd name="T19" fmla="*/ 73 h 260"/>
              <a:gd name="T20" fmla="*/ 205 w 305"/>
              <a:gd name="T21" fmla="*/ 52 h 260"/>
              <a:gd name="T22" fmla="*/ 238 w 305"/>
              <a:gd name="T23" fmla="*/ 130 h 260"/>
              <a:gd name="T24" fmla="*/ 204 w 305"/>
              <a:gd name="T25" fmla="*/ 207 h 260"/>
              <a:gd name="T26" fmla="*/ 182 w 305"/>
              <a:gd name="T27" fmla="*/ 186 h 260"/>
              <a:gd name="T28" fmla="*/ 230 w 305"/>
              <a:gd name="T29" fmla="*/ 229 h 260"/>
              <a:gd name="T30" fmla="*/ 270 w 305"/>
              <a:gd name="T31" fmla="*/ 129 h 260"/>
              <a:gd name="T32" fmla="*/ 230 w 305"/>
              <a:gd name="T33" fmla="*/ 30 h 260"/>
              <a:gd name="T34" fmla="*/ 253 w 305"/>
              <a:gd name="T35" fmla="*/ 7 h 260"/>
              <a:gd name="T36" fmla="*/ 305 w 305"/>
              <a:gd name="T37" fmla="*/ 132 h 260"/>
              <a:gd name="T38" fmla="*/ 254 w 305"/>
              <a:gd name="T39" fmla="*/ 252 h 260"/>
              <a:gd name="T40" fmla="*/ 230 w 305"/>
              <a:gd name="T41" fmla="*/ 229 h 2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305" h="260">
                <a:moveTo>
                  <a:pt x="159" y="260"/>
                </a:moveTo>
                <a:cubicBezTo>
                  <a:pt x="78" y="179"/>
                  <a:pt x="78" y="179"/>
                  <a:pt x="78" y="179"/>
                </a:cubicBezTo>
                <a:cubicBezTo>
                  <a:pt x="0" y="179"/>
                  <a:pt x="0" y="179"/>
                  <a:pt x="0" y="179"/>
                </a:cubicBezTo>
                <a:cubicBezTo>
                  <a:pt x="0" y="80"/>
                  <a:pt x="0" y="80"/>
                  <a:pt x="0" y="80"/>
                </a:cubicBezTo>
                <a:cubicBezTo>
                  <a:pt x="78" y="80"/>
                  <a:pt x="78" y="80"/>
                  <a:pt x="78" y="80"/>
                </a:cubicBezTo>
                <a:cubicBezTo>
                  <a:pt x="159" y="0"/>
                  <a:pt x="159" y="0"/>
                  <a:pt x="159" y="0"/>
                </a:cubicBezTo>
                <a:lnTo>
                  <a:pt x="159" y="260"/>
                </a:lnTo>
                <a:close/>
                <a:moveTo>
                  <a:pt x="182" y="186"/>
                </a:moveTo>
                <a:cubicBezTo>
                  <a:pt x="197" y="170"/>
                  <a:pt x="206" y="148"/>
                  <a:pt x="206" y="128"/>
                </a:cubicBezTo>
                <a:cubicBezTo>
                  <a:pt x="206" y="108"/>
                  <a:pt x="198" y="88"/>
                  <a:pt x="184" y="73"/>
                </a:cubicBezTo>
                <a:cubicBezTo>
                  <a:pt x="205" y="52"/>
                  <a:pt x="205" y="52"/>
                  <a:pt x="205" y="52"/>
                </a:cubicBezTo>
                <a:cubicBezTo>
                  <a:pt x="226" y="73"/>
                  <a:pt x="238" y="101"/>
                  <a:pt x="238" y="130"/>
                </a:cubicBezTo>
                <a:cubicBezTo>
                  <a:pt x="238" y="157"/>
                  <a:pt x="228" y="184"/>
                  <a:pt x="204" y="207"/>
                </a:cubicBezTo>
                <a:lnTo>
                  <a:pt x="182" y="186"/>
                </a:lnTo>
                <a:close/>
                <a:moveTo>
                  <a:pt x="230" y="229"/>
                </a:moveTo>
                <a:cubicBezTo>
                  <a:pt x="257" y="202"/>
                  <a:pt x="270" y="166"/>
                  <a:pt x="270" y="129"/>
                </a:cubicBezTo>
                <a:cubicBezTo>
                  <a:pt x="270" y="93"/>
                  <a:pt x="257" y="57"/>
                  <a:pt x="230" y="30"/>
                </a:cubicBezTo>
                <a:cubicBezTo>
                  <a:pt x="253" y="7"/>
                  <a:pt x="253" y="7"/>
                  <a:pt x="253" y="7"/>
                </a:cubicBezTo>
                <a:cubicBezTo>
                  <a:pt x="287" y="41"/>
                  <a:pt x="305" y="86"/>
                  <a:pt x="305" y="132"/>
                </a:cubicBezTo>
                <a:cubicBezTo>
                  <a:pt x="305" y="174"/>
                  <a:pt x="289" y="217"/>
                  <a:pt x="254" y="252"/>
                </a:cubicBezTo>
                <a:lnTo>
                  <a:pt x="230" y="229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5" name="Freeform 7"/>
          <p:cNvSpPr>
            <a:spLocks noEditPoints="1"/>
          </p:cNvSpPr>
          <p:nvPr/>
        </p:nvSpPr>
        <p:spPr bwMode="auto">
          <a:xfrm>
            <a:off x="1659669" y="1946320"/>
            <a:ext cx="378604" cy="288877"/>
          </a:xfrm>
          <a:custGeom>
            <a:avLst/>
            <a:gdLst>
              <a:gd name="T0" fmla="*/ 173 w 173"/>
              <a:gd name="T1" fmla="*/ 0 h 132"/>
              <a:gd name="T2" fmla="*/ 0 w 173"/>
              <a:gd name="T3" fmla="*/ 132 h 132"/>
              <a:gd name="T4" fmla="*/ 12 w 173"/>
              <a:gd name="T5" fmla="*/ 11 h 132"/>
              <a:gd name="T6" fmla="*/ 41 w 173"/>
              <a:gd name="T7" fmla="*/ 40 h 132"/>
              <a:gd name="T8" fmla="*/ 12 w 173"/>
              <a:gd name="T9" fmla="*/ 11 h 132"/>
              <a:gd name="T10" fmla="*/ 41 w 173"/>
              <a:gd name="T11" fmla="*/ 80 h 132"/>
              <a:gd name="T12" fmla="*/ 12 w 173"/>
              <a:gd name="T13" fmla="*/ 52 h 132"/>
              <a:gd name="T14" fmla="*/ 41 w 173"/>
              <a:gd name="T15" fmla="*/ 120 h 132"/>
              <a:gd name="T16" fmla="*/ 12 w 173"/>
              <a:gd name="T17" fmla="*/ 92 h 132"/>
              <a:gd name="T18" fmla="*/ 41 w 173"/>
              <a:gd name="T19" fmla="*/ 120 h 132"/>
              <a:gd name="T20" fmla="*/ 53 w 173"/>
              <a:gd name="T21" fmla="*/ 11 h 132"/>
              <a:gd name="T22" fmla="*/ 81 w 173"/>
              <a:gd name="T23" fmla="*/ 40 h 132"/>
              <a:gd name="T24" fmla="*/ 81 w 173"/>
              <a:gd name="T25" fmla="*/ 52 h 132"/>
              <a:gd name="T26" fmla="*/ 53 w 173"/>
              <a:gd name="T27" fmla="*/ 80 h 132"/>
              <a:gd name="T28" fmla="*/ 81 w 173"/>
              <a:gd name="T29" fmla="*/ 52 h 132"/>
              <a:gd name="T30" fmla="*/ 81 w 173"/>
              <a:gd name="T31" fmla="*/ 92 h 132"/>
              <a:gd name="T32" fmla="*/ 53 w 173"/>
              <a:gd name="T33" fmla="*/ 120 h 132"/>
              <a:gd name="T34" fmla="*/ 92 w 173"/>
              <a:gd name="T35" fmla="*/ 11 h 132"/>
              <a:gd name="T36" fmla="*/ 121 w 173"/>
              <a:gd name="T37" fmla="*/ 40 h 132"/>
              <a:gd name="T38" fmla="*/ 92 w 173"/>
              <a:gd name="T39" fmla="*/ 11 h 132"/>
              <a:gd name="T40" fmla="*/ 121 w 173"/>
              <a:gd name="T41" fmla="*/ 80 h 132"/>
              <a:gd name="T42" fmla="*/ 92 w 173"/>
              <a:gd name="T43" fmla="*/ 52 h 132"/>
              <a:gd name="T44" fmla="*/ 121 w 173"/>
              <a:gd name="T45" fmla="*/ 120 h 132"/>
              <a:gd name="T46" fmla="*/ 92 w 173"/>
              <a:gd name="T47" fmla="*/ 92 h 132"/>
              <a:gd name="T48" fmla="*/ 121 w 173"/>
              <a:gd name="T49" fmla="*/ 120 h 132"/>
              <a:gd name="T50" fmla="*/ 133 w 173"/>
              <a:gd name="T51" fmla="*/ 11 h 132"/>
              <a:gd name="T52" fmla="*/ 161 w 173"/>
              <a:gd name="T53" fmla="*/ 40 h 132"/>
              <a:gd name="T54" fmla="*/ 161 w 173"/>
              <a:gd name="T55" fmla="*/ 52 h 132"/>
              <a:gd name="T56" fmla="*/ 133 w 173"/>
              <a:gd name="T57" fmla="*/ 80 h 132"/>
              <a:gd name="T58" fmla="*/ 161 w 173"/>
              <a:gd name="T59" fmla="*/ 52 h 132"/>
              <a:gd name="T60" fmla="*/ 161 w 173"/>
              <a:gd name="T61" fmla="*/ 92 h 132"/>
              <a:gd name="T62" fmla="*/ 133 w 173"/>
              <a:gd name="T63" fmla="*/ 120 h 1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73" h="132">
                <a:moveTo>
                  <a:pt x="0" y="0"/>
                </a:moveTo>
                <a:lnTo>
                  <a:pt x="173" y="0"/>
                </a:lnTo>
                <a:lnTo>
                  <a:pt x="173" y="132"/>
                </a:lnTo>
                <a:lnTo>
                  <a:pt x="0" y="132"/>
                </a:lnTo>
                <a:lnTo>
                  <a:pt x="0" y="0"/>
                </a:lnTo>
                <a:close/>
                <a:moveTo>
                  <a:pt x="12" y="11"/>
                </a:moveTo>
                <a:lnTo>
                  <a:pt x="12" y="40"/>
                </a:lnTo>
                <a:lnTo>
                  <a:pt x="41" y="40"/>
                </a:lnTo>
                <a:lnTo>
                  <a:pt x="41" y="11"/>
                </a:lnTo>
                <a:lnTo>
                  <a:pt x="12" y="11"/>
                </a:lnTo>
                <a:close/>
                <a:moveTo>
                  <a:pt x="12" y="80"/>
                </a:moveTo>
                <a:lnTo>
                  <a:pt x="41" y="80"/>
                </a:lnTo>
                <a:lnTo>
                  <a:pt x="41" y="52"/>
                </a:lnTo>
                <a:lnTo>
                  <a:pt x="12" y="52"/>
                </a:lnTo>
                <a:lnTo>
                  <a:pt x="12" y="80"/>
                </a:lnTo>
                <a:close/>
                <a:moveTo>
                  <a:pt x="41" y="120"/>
                </a:moveTo>
                <a:lnTo>
                  <a:pt x="41" y="92"/>
                </a:lnTo>
                <a:lnTo>
                  <a:pt x="12" y="92"/>
                </a:lnTo>
                <a:lnTo>
                  <a:pt x="12" y="120"/>
                </a:lnTo>
                <a:lnTo>
                  <a:pt x="41" y="120"/>
                </a:lnTo>
                <a:close/>
                <a:moveTo>
                  <a:pt x="81" y="11"/>
                </a:moveTo>
                <a:lnTo>
                  <a:pt x="53" y="11"/>
                </a:lnTo>
                <a:lnTo>
                  <a:pt x="53" y="40"/>
                </a:lnTo>
                <a:lnTo>
                  <a:pt x="81" y="40"/>
                </a:lnTo>
                <a:lnTo>
                  <a:pt x="81" y="11"/>
                </a:lnTo>
                <a:close/>
                <a:moveTo>
                  <a:pt x="81" y="52"/>
                </a:moveTo>
                <a:lnTo>
                  <a:pt x="53" y="52"/>
                </a:lnTo>
                <a:lnTo>
                  <a:pt x="53" y="80"/>
                </a:lnTo>
                <a:lnTo>
                  <a:pt x="81" y="80"/>
                </a:lnTo>
                <a:lnTo>
                  <a:pt x="81" y="52"/>
                </a:lnTo>
                <a:close/>
                <a:moveTo>
                  <a:pt x="81" y="120"/>
                </a:moveTo>
                <a:lnTo>
                  <a:pt x="81" y="92"/>
                </a:lnTo>
                <a:lnTo>
                  <a:pt x="53" y="92"/>
                </a:lnTo>
                <a:lnTo>
                  <a:pt x="53" y="120"/>
                </a:lnTo>
                <a:lnTo>
                  <a:pt x="81" y="120"/>
                </a:lnTo>
                <a:close/>
                <a:moveTo>
                  <a:pt x="92" y="11"/>
                </a:moveTo>
                <a:lnTo>
                  <a:pt x="92" y="40"/>
                </a:lnTo>
                <a:lnTo>
                  <a:pt x="121" y="40"/>
                </a:lnTo>
                <a:lnTo>
                  <a:pt x="121" y="11"/>
                </a:lnTo>
                <a:lnTo>
                  <a:pt x="92" y="11"/>
                </a:lnTo>
                <a:close/>
                <a:moveTo>
                  <a:pt x="92" y="80"/>
                </a:moveTo>
                <a:lnTo>
                  <a:pt x="121" y="80"/>
                </a:lnTo>
                <a:lnTo>
                  <a:pt x="121" y="52"/>
                </a:lnTo>
                <a:lnTo>
                  <a:pt x="92" y="52"/>
                </a:lnTo>
                <a:lnTo>
                  <a:pt x="92" y="80"/>
                </a:lnTo>
                <a:close/>
                <a:moveTo>
                  <a:pt x="121" y="120"/>
                </a:moveTo>
                <a:lnTo>
                  <a:pt x="121" y="92"/>
                </a:lnTo>
                <a:lnTo>
                  <a:pt x="92" y="92"/>
                </a:lnTo>
                <a:lnTo>
                  <a:pt x="92" y="120"/>
                </a:lnTo>
                <a:lnTo>
                  <a:pt x="121" y="120"/>
                </a:lnTo>
                <a:close/>
                <a:moveTo>
                  <a:pt x="161" y="11"/>
                </a:moveTo>
                <a:lnTo>
                  <a:pt x="133" y="11"/>
                </a:lnTo>
                <a:lnTo>
                  <a:pt x="133" y="40"/>
                </a:lnTo>
                <a:lnTo>
                  <a:pt x="161" y="40"/>
                </a:lnTo>
                <a:lnTo>
                  <a:pt x="161" y="11"/>
                </a:lnTo>
                <a:close/>
                <a:moveTo>
                  <a:pt x="161" y="52"/>
                </a:moveTo>
                <a:lnTo>
                  <a:pt x="133" y="52"/>
                </a:lnTo>
                <a:lnTo>
                  <a:pt x="133" y="80"/>
                </a:lnTo>
                <a:lnTo>
                  <a:pt x="161" y="80"/>
                </a:lnTo>
                <a:lnTo>
                  <a:pt x="161" y="52"/>
                </a:lnTo>
                <a:close/>
                <a:moveTo>
                  <a:pt x="161" y="120"/>
                </a:moveTo>
                <a:lnTo>
                  <a:pt x="161" y="92"/>
                </a:lnTo>
                <a:lnTo>
                  <a:pt x="133" y="92"/>
                </a:lnTo>
                <a:lnTo>
                  <a:pt x="133" y="120"/>
                </a:lnTo>
                <a:lnTo>
                  <a:pt x="161" y="12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6" name="Freeform 8"/>
          <p:cNvSpPr>
            <a:spLocks noEditPoints="1"/>
          </p:cNvSpPr>
          <p:nvPr/>
        </p:nvSpPr>
        <p:spPr bwMode="auto">
          <a:xfrm>
            <a:off x="2134563" y="1968205"/>
            <a:ext cx="312951" cy="242920"/>
          </a:xfrm>
          <a:custGeom>
            <a:avLst/>
            <a:gdLst>
              <a:gd name="T0" fmla="*/ 29 w 143"/>
              <a:gd name="T1" fmla="*/ 29 h 111"/>
              <a:gd name="T2" fmla="*/ 0 w 143"/>
              <a:gd name="T3" fmla="*/ 29 h 111"/>
              <a:gd name="T4" fmla="*/ 0 w 143"/>
              <a:gd name="T5" fmla="*/ 0 h 111"/>
              <a:gd name="T6" fmla="*/ 29 w 143"/>
              <a:gd name="T7" fmla="*/ 0 h 111"/>
              <a:gd name="T8" fmla="*/ 29 w 143"/>
              <a:gd name="T9" fmla="*/ 29 h 111"/>
              <a:gd name="T10" fmla="*/ 29 w 143"/>
              <a:gd name="T11" fmla="*/ 70 h 111"/>
              <a:gd name="T12" fmla="*/ 0 w 143"/>
              <a:gd name="T13" fmla="*/ 70 h 111"/>
              <a:gd name="T14" fmla="*/ 0 w 143"/>
              <a:gd name="T15" fmla="*/ 41 h 111"/>
              <a:gd name="T16" fmla="*/ 29 w 143"/>
              <a:gd name="T17" fmla="*/ 41 h 111"/>
              <a:gd name="T18" fmla="*/ 29 w 143"/>
              <a:gd name="T19" fmla="*/ 70 h 111"/>
              <a:gd name="T20" fmla="*/ 29 w 143"/>
              <a:gd name="T21" fmla="*/ 111 h 111"/>
              <a:gd name="T22" fmla="*/ 0 w 143"/>
              <a:gd name="T23" fmla="*/ 111 h 111"/>
              <a:gd name="T24" fmla="*/ 0 w 143"/>
              <a:gd name="T25" fmla="*/ 82 h 111"/>
              <a:gd name="T26" fmla="*/ 29 w 143"/>
              <a:gd name="T27" fmla="*/ 82 h 111"/>
              <a:gd name="T28" fmla="*/ 29 w 143"/>
              <a:gd name="T29" fmla="*/ 111 h 111"/>
              <a:gd name="T30" fmla="*/ 143 w 143"/>
              <a:gd name="T31" fmla="*/ 24 h 111"/>
              <a:gd name="T32" fmla="*/ 48 w 143"/>
              <a:gd name="T33" fmla="*/ 24 h 111"/>
              <a:gd name="T34" fmla="*/ 48 w 143"/>
              <a:gd name="T35" fmla="*/ 10 h 111"/>
              <a:gd name="T36" fmla="*/ 143 w 143"/>
              <a:gd name="T37" fmla="*/ 10 h 111"/>
              <a:gd name="T38" fmla="*/ 143 w 143"/>
              <a:gd name="T39" fmla="*/ 24 h 111"/>
              <a:gd name="T40" fmla="*/ 143 w 143"/>
              <a:gd name="T41" fmla="*/ 66 h 111"/>
              <a:gd name="T42" fmla="*/ 48 w 143"/>
              <a:gd name="T43" fmla="*/ 66 h 111"/>
              <a:gd name="T44" fmla="*/ 48 w 143"/>
              <a:gd name="T45" fmla="*/ 51 h 111"/>
              <a:gd name="T46" fmla="*/ 143 w 143"/>
              <a:gd name="T47" fmla="*/ 51 h 111"/>
              <a:gd name="T48" fmla="*/ 143 w 143"/>
              <a:gd name="T49" fmla="*/ 66 h 111"/>
              <a:gd name="T50" fmla="*/ 143 w 143"/>
              <a:gd name="T51" fmla="*/ 104 h 111"/>
              <a:gd name="T52" fmla="*/ 48 w 143"/>
              <a:gd name="T53" fmla="*/ 104 h 111"/>
              <a:gd name="T54" fmla="*/ 48 w 143"/>
              <a:gd name="T55" fmla="*/ 90 h 111"/>
              <a:gd name="T56" fmla="*/ 143 w 143"/>
              <a:gd name="T57" fmla="*/ 90 h 111"/>
              <a:gd name="T58" fmla="*/ 143 w 143"/>
              <a:gd name="T59" fmla="*/ 104 h 1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43" h="111">
                <a:moveTo>
                  <a:pt x="29" y="29"/>
                </a:moveTo>
                <a:lnTo>
                  <a:pt x="0" y="29"/>
                </a:lnTo>
                <a:lnTo>
                  <a:pt x="0" y="0"/>
                </a:lnTo>
                <a:lnTo>
                  <a:pt x="29" y="0"/>
                </a:lnTo>
                <a:lnTo>
                  <a:pt x="29" y="29"/>
                </a:lnTo>
                <a:close/>
                <a:moveTo>
                  <a:pt x="29" y="70"/>
                </a:moveTo>
                <a:lnTo>
                  <a:pt x="0" y="70"/>
                </a:lnTo>
                <a:lnTo>
                  <a:pt x="0" y="41"/>
                </a:lnTo>
                <a:lnTo>
                  <a:pt x="29" y="41"/>
                </a:lnTo>
                <a:lnTo>
                  <a:pt x="29" y="70"/>
                </a:lnTo>
                <a:close/>
                <a:moveTo>
                  <a:pt x="29" y="111"/>
                </a:moveTo>
                <a:lnTo>
                  <a:pt x="0" y="111"/>
                </a:lnTo>
                <a:lnTo>
                  <a:pt x="0" y="82"/>
                </a:lnTo>
                <a:lnTo>
                  <a:pt x="29" y="82"/>
                </a:lnTo>
                <a:lnTo>
                  <a:pt x="29" y="111"/>
                </a:lnTo>
                <a:close/>
                <a:moveTo>
                  <a:pt x="143" y="24"/>
                </a:moveTo>
                <a:lnTo>
                  <a:pt x="48" y="24"/>
                </a:lnTo>
                <a:lnTo>
                  <a:pt x="48" y="10"/>
                </a:lnTo>
                <a:lnTo>
                  <a:pt x="143" y="10"/>
                </a:lnTo>
                <a:lnTo>
                  <a:pt x="143" y="24"/>
                </a:lnTo>
                <a:close/>
                <a:moveTo>
                  <a:pt x="143" y="66"/>
                </a:moveTo>
                <a:lnTo>
                  <a:pt x="48" y="66"/>
                </a:lnTo>
                <a:lnTo>
                  <a:pt x="48" y="51"/>
                </a:lnTo>
                <a:lnTo>
                  <a:pt x="143" y="51"/>
                </a:lnTo>
                <a:lnTo>
                  <a:pt x="143" y="66"/>
                </a:lnTo>
                <a:close/>
                <a:moveTo>
                  <a:pt x="143" y="104"/>
                </a:moveTo>
                <a:lnTo>
                  <a:pt x="48" y="104"/>
                </a:lnTo>
                <a:lnTo>
                  <a:pt x="48" y="90"/>
                </a:lnTo>
                <a:lnTo>
                  <a:pt x="143" y="90"/>
                </a:lnTo>
                <a:lnTo>
                  <a:pt x="143" y="104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7" name="Freeform 9"/>
          <p:cNvSpPr>
            <a:spLocks noEditPoints="1"/>
          </p:cNvSpPr>
          <p:nvPr/>
        </p:nvSpPr>
        <p:spPr bwMode="auto">
          <a:xfrm>
            <a:off x="2545994" y="1946321"/>
            <a:ext cx="297631" cy="271369"/>
          </a:xfrm>
          <a:custGeom>
            <a:avLst/>
            <a:gdLst>
              <a:gd name="T0" fmla="*/ 0 w 136"/>
              <a:gd name="T1" fmla="*/ 33 h 124"/>
              <a:gd name="T2" fmla="*/ 0 w 136"/>
              <a:gd name="T3" fmla="*/ 0 h 124"/>
              <a:gd name="T4" fmla="*/ 37 w 136"/>
              <a:gd name="T5" fmla="*/ 0 h 124"/>
              <a:gd name="T6" fmla="*/ 37 w 136"/>
              <a:gd name="T7" fmla="*/ 33 h 124"/>
              <a:gd name="T8" fmla="*/ 0 w 136"/>
              <a:gd name="T9" fmla="*/ 33 h 124"/>
              <a:gd name="T10" fmla="*/ 4 w 136"/>
              <a:gd name="T11" fmla="*/ 50 h 124"/>
              <a:gd name="T12" fmla="*/ 32 w 136"/>
              <a:gd name="T13" fmla="*/ 50 h 124"/>
              <a:gd name="T14" fmla="*/ 32 w 136"/>
              <a:gd name="T15" fmla="*/ 62 h 124"/>
              <a:gd name="T16" fmla="*/ 4 w 136"/>
              <a:gd name="T17" fmla="*/ 62 h 124"/>
              <a:gd name="T18" fmla="*/ 4 w 136"/>
              <a:gd name="T19" fmla="*/ 50 h 124"/>
              <a:gd name="T20" fmla="*/ 4 w 136"/>
              <a:gd name="T21" fmla="*/ 81 h 124"/>
              <a:gd name="T22" fmla="*/ 32 w 136"/>
              <a:gd name="T23" fmla="*/ 81 h 124"/>
              <a:gd name="T24" fmla="*/ 32 w 136"/>
              <a:gd name="T25" fmla="*/ 93 h 124"/>
              <a:gd name="T26" fmla="*/ 4 w 136"/>
              <a:gd name="T27" fmla="*/ 93 h 124"/>
              <a:gd name="T28" fmla="*/ 4 w 136"/>
              <a:gd name="T29" fmla="*/ 81 h 124"/>
              <a:gd name="T30" fmla="*/ 4 w 136"/>
              <a:gd name="T31" fmla="*/ 112 h 124"/>
              <a:gd name="T32" fmla="*/ 32 w 136"/>
              <a:gd name="T33" fmla="*/ 112 h 124"/>
              <a:gd name="T34" fmla="*/ 32 w 136"/>
              <a:gd name="T35" fmla="*/ 124 h 124"/>
              <a:gd name="T36" fmla="*/ 4 w 136"/>
              <a:gd name="T37" fmla="*/ 124 h 124"/>
              <a:gd name="T38" fmla="*/ 4 w 136"/>
              <a:gd name="T39" fmla="*/ 112 h 124"/>
              <a:gd name="T40" fmla="*/ 49 w 136"/>
              <a:gd name="T41" fmla="*/ 33 h 124"/>
              <a:gd name="T42" fmla="*/ 49 w 136"/>
              <a:gd name="T43" fmla="*/ 0 h 124"/>
              <a:gd name="T44" fmla="*/ 87 w 136"/>
              <a:gd name="T45" fmla="*/ 0 h 124"/>
              <a:gd name="T46" fmla="*/ 87 w 136"/>
              <a:gd name="T47" fmla="*/ 33 h 124"/>
              <a:gd name="T48" fmla="*/ 49 w 136"/>
              <a:gd name="T49" fmla="*/ 33 h 124"/>
              <a:gd name="T50" fmla="*/ 53 w 136"/>
              <a:gd name="T51" fmla="*/ 50 h 124"/>
              <a:gd name="T52" fmla="*/ 82 w 136"/>
              <a:gd name="T53" fmla="*/ 50 h 124"/>
              <a:gd name="T54" fmla="*/ 82 w 136"/>
              <a:gd name="T55" fmla="*/ 62 h 124"/>
              <a:gd name="T56" fmla="*/ 53 w 136"/>
              <a:gd name="T57" fmla="*/ 62 h 124"/>
              <a:gd name="T58" fmla="*/ 53 w 136"/>
              <a:gd name="T59" fmla="*/ 50 h 124"/>
              <a:gd name="T60" fmla="*/ 53 w 136"/>
              <a:gd name="T61" fmla="*/ 81 h 124"/>
              <a:gd name="T62" fmla="*/ 82 w 136"/>
              <a:gd name="T63" fmla="*/ 81 h 124"/>
              <a:gd name="T64" fmla="*/ 82 w 136"/>
              <a:gd name="T65" fmla="*/ 93 h 124"/>
              <a:gd name="T66" fmla="*/ 53 w 136"/>
              <a:gd name="T67" fmla="*/ 93 h 124"/>
              <a:gd name="T68" fmla="*/ 53 w 136"/>
              <a:gd name="T69" fmla="*/ 81 h 124"/>
              <a:gd name="T70" fmla="*/ 53 w 136"/>
              <a:gd name="T71" fmla="*/ 112 h 124"/>
              <a:gd name="T72" fmla="*/ 82 w 136"/>
              <a:gd name="T73" fmla="*/ 112 h 124"/>
              <a:gd name="T74" fmla="*/ 82 w 136"/>
              <a:gd name="T75" fmla="*/ 124 h 124"/>
              <a:gd name="T76" fmla="*/ 53 w 136"/>
              <a:gd name="T77" fmla="*/ 124 h 124"/>
              <a:gd name="T78" fmla="*/ 53 w 136"/>
              <a:gd name="T79" fmla="*/ 112 h 124"/>
              <a:gd name="T80" fmla="*/ 98 w 136"/>
              <a:gd name="T81" fmla="*/ 33 h 124"/>
              <a:gd name="T82" fmla="*/ 98 w 136"/>
              <a:gd name="T83" fmla="*/ 0 h 124"/>
              <a:gd name="T84" fmla="*/ 136 w 136"/>
              <a:gd name="T85" fmla="*/ 0 h 124"/>
              <a:gd name="T86" fmla="*/ 136 w 136"/>
              <a:gd name="T87" fmla="*/ 33 h 124"/>
              <a:gd name="T88" fmla="*/ 98 w 136"/>
              <a:gd name="T89" fmla="*/ 33 h 124"/>
              <a:gd name="T90" fmla="*/ 103 w 136"/>
              <a:gd name="T91" fmla="*/ 50 h 124"/>
              <a:gd name="T92" fmla="*/ 131 w 136"/>
              <a:gd name="T93" fmla="*/ 50 h 124"/>
              <a:gd name="T94" fmla="*/ 131 w 136"/>
              <a:gd name="T95" fmla="*/ 62 h 124"/>
              <a:gd name="T96" fmla="*/ 103 w 136"/>
              <a:gd name="T97" fmla="*/ 62 h 124"/>
              <a:gd name="T98" fmla="*/ 103 w 136"/>
              <a:gd name="T99" fmla="*/ 50 h 124"/>
              <a:gd name="T100" fmla="*/ 103 w 136"/>
              <a:gd name="T101" fmla="*/ 81 h 124"/>
              <a:gd name="T102" fmla="*/ 131 w 136"/>
              <a:gd name="T103" fmla="*/ 81 h 124"/>
              <a:gd name="T104" fmla="*/ 131 w 136"/>
              <a:gd name="T105" fmla="*/ 93 h 124"/>
              <a:gd name="T106" fmla="*/ 103 w 136"/>
              <a:gd name="T107" fmla="*/ 93 h 124"/>
              <a:gd name="T108" fmla="*/ 103 w 136"/>
              <a:gd name="T109" fmla="*/ 81 h 124"/>
              <a:gd name="T110" fmla="*/ 103 w 136"/>
              <a:gd name="T111" fmla="*/ 112 h 124"/>
              <a:gd name="T112" fmla="*/ 131 w 136"/>
              <a:gd name="T113" fmla="*/ 112 h 124"/>
              <a:gd name="T114" fmla="*/ 131 w 136"/>
              <a:gd name="T115" fmla="*/ 124 h 124"/>
              <a:gd name="T116" fmla="*/ 103 w 136"/>
              <a:gd name="T117" fmla="*/ 124 h 124"/>
              <a:gd name="T118" fmla="*/ 103 w 136"/>
              <a:gd name="T119" fmla="*/ 112 h 1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36" h="124">
                <a:moveTo>
                  <a:pt x="0" y="33"/>
                </a:moveTo>
                <a:lnTo>
                  <a:pt x="0" y="0"/>
                </a:lnTo>
                <a:lnTo>
                  <a:pt x="37" y="0"/>
                </a:lnTo>
                <a:lnTo>
                  <a:pt x="37" y="33"/>
                </a:lnTo>
                <a:lnTo>
                  <a:pt x="0" y="33"/>
                </a:lnTo>
                <a:close/>
                <a:moveTo>
                  <a:pt x="4" y="50"/>
                </a:moveTo>
                <a:lnTo>
                  <a:pt x="32" y="50"/>
                </a:lnTo>
                <a:lnTo>
                  <a:pt x="32" y="62"/>
                </a:lnTo>
                <a:lnTo>
                  <a:pt x="4" y="62"/>
                </a:lnTo>
                <a:lnTo>
                  <a:pt x="4" y="50"/>
                </a:lnTo>
                <a:close/>
                <a:moveTo>
                  <a:pt x="4" y="81"/>
                </a:moveTo>
                <a:lnTo>
                  <a:pt x="32" y="81"/>
                </a:lnTo>
                <a:lnTo>
                  <a:pt x="32" y="93"/>
                </a:lnTo>
                <a:lnTo>
                  <a:pt x="4" y="93"/>
                </a:lnTo>
                <a:lnTo>
                  <a:pt x="4" y="81"/>
                </a:lnTo>
                <a:close/>
                <a:moveTo>
                  <a:pt x="4" y="112"/>
                </a:moveTo>
                <a:lnTo>
                  <a:pt x="32" y="112"/>
                </a:lnTo>
                <a:lnTo>
                  <a:pt x="32" y="124"/>
                </a:lnTo>
                <a:lnTo>
                  <a:pt x="4" y="124"/>
                </a:lnTo>
                <a:lnTo>
                  <a:pt x="4" y="112"/>
                </a:lnTo>
                <a:close/>
                <a:moveTo>
                  <a:pt x="49" y="33"/>
                </a:moveTo>
                <a:lnTo>
                  <a:pt x="49" y="0"/>
                </a:lnTo>
                <a:lnTo>
                  <a:pt x="87" y="0"/>
                </a:lnTo>
                <a:lnTo>
                  <a:pt x="87" y="33"/>
                </a:lnTo>
                <a:lnTo>
                  <a:pt x="49" y="33"/>
                </a:lnTo>
                <a:close/>
                <a:moveTo>
                  <a:pt x="53" y="50"/>
                </a:moveTo>
                <a:lnTo>
                  <a:pt x="82" y="50"/>
                </a:lnTo>
                <a:lnTo>
                  <a:pt x="82" y="62"/>
                </a:lnTo>
                <a:lnTo>
                  <a:pt x="53" y="62"/>
                </a:lnTo>
                <a:lnTo>
                  <a:pt x="53" y="50"/>
                </a:lnTo>
                <a:close/>
                <a:moveTo>
                  <a:pt x="53" y="81"/>
                </a:moveTo>
                <a:lnTo>
                  <a:pt x="82" y="81"/>
                </a:lnTo>
                <a:lnTo>
                  <a:pt x="82" y="93"/>
                </a:lnTo>
                <a:lnTo>
                  <a:pt x="53" y="93"/>
                </a:lnTo>
                <a:lnTo>
                  <a:pt x="53" y="81"/>
                </a:lnTo>
                <a:close/>
                <a:moveTo>
                  <a:pt x="53" y="112"/>
                </a:moveTo>
                <a:lnTo>
                  <a:pt x="82" y="112"/>
                </a:lnTo>
                <a:lnTo>
                  <a:pt x="82" y="124"/>
                </a:lnTo>
                <a:lnTo>
                  <a:pt x="53" y="124"/>
                </a:lnTo>
                <a:lnTo>
                  <a:pt x="53" y="112"/>
                </a:lnTo>
                <a:close/>
                <a:moveTo>
                  <a:pt x="98" y="33"/>
                </a:moveTo>
                <a:lnTo>
                  <a:pt x="98" y="0"/>
                </a:lnTo>
                <a:lnTo>
                  <a:pt x="136" y="0"/>
                </a:lnTo>
                <a:lnTo>
                  <a:pt x="136" y="33"/>
                </a:lnTo>
                <a:lnTo>
                  <a:pt x="98" y="33"/>
                </a:lnTo>
                <a:close/>
                <a:moveTo>
                  <a:pt x="103" y="50"/>
                </a:moveTo>
                <a:lnTo>
                  <a:pt x="131" y="50"/>
                </a:lnTo>
                <a:lnTo>
                  <a:pt x="131" y="62"/>
                </a:lnTo>
                <a:lnTo>
                  <a:pt x="103" y="62"/>
                </a:lnTo>
                <a:lnTo>
                  <a:pt x="103" y="50"/>
                </a:lnTo>
                <a:close/>
                <a:moveTo>
                  <a:pt x="103" y="81"/>
                </a:moveTo>
                <a:lnTo>
                  <a:pt x="131" y="81"/>
                </a:lnTo>
                <a:lnTo>
                  <a:pt x="131" y="93"/>
                </a:lnTo>
                <a:lnTo>
                  <a:pt x="103" y="93"/>
                </a:lnTo>
                <a:lnTo>
                  <a:pt x="103" y="81"/>
                </a:lnTo>
                <a:close/>
                <a:moveTo>
                  <a:pt x="103" y="112"/>
                </a:moveTo>
                <a:lnTo>
                  <a:pt x="131" y="112"/>
                </a:lnTo>
                <a:lnTo>
                  <a:pt x="131" y="124"/>
                </a:lnTo>
                <a:lnTo>
                  <a:pt x="103" y="124"/>
                </a:lnTo>
                <a:lnTo>
                  <a:pt x="103" y="112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8" name="Freeform 10"/>
          <p:cNvSpPr>
            <a:spLocks/>
          </p:cNvSpPr>
          <p:nvPr/>
        </p:nvSpPr>
        <p:spPr bwMode="auto">
          <a:xfrm>
            <a:off x="2918033" y="1963829"/>
            <a:ext cx="378604" cy="238543"/>
          </a:xfrm>
          <a:custGeom>
            <a:avLst/>
            <a:gdLst>
              <a:gd name="T0" fmla="*/ 15 w 335"/>
              <a:gd name="T1" fmla="*/ 205 h 211"/>
              <a:gd name="T2" fmla="*/ 11 w 335"/>
              <a:gd name="T3" fmla="*/ 164 h 211"/>
              <a:gd name="T4" fmla="*/ 93 w 335"/>
              <a:gd name="T5" fmla="*/ 61 h 211"/>
              <a:gd name="T6" fmla="*/ 131 w 335"/>
              <a:gd name="T7" fmla="*/ 54 h 211"/>
              <a:gd name="T8" fmla="*/ 210 w 335"/>
              <a:gd name="T9" fmla="*/ 100 h 211"/>
              <a:gd name="T10" fmla="*/ 279 w 335"/>
              <a:gd name="T11" fmla="*/ 14 h 211"/>
              <a:gd name="T12" fmla="*/ 320 w 335"/>
              <a:gd name="T13" fmla="*/ 10 h 211"/>
              <a:gd name="T14" fmla="*/ 325 w 335"/>
              <a:gd name="T15" fmla="*/ 51 h 211"/>
              <a:gd name="T16" fmla="*/ 239 w 335"/>
              <a:gd name="T17" fmla="*/ 156 h 211"/>
              <a:gd name="T18" fmla="*/ 202 w 335"/>
              <a:gd name="T19" fmla="*/ 163 h 211"/>
              <a:gd name="T20" fmla="*/ 123 w 335"/>
              <a:gd name="T21" fmla="*/ 117 h 211"/>
              <a:gd name="T22" fmla="*/ 56 w 335"/>
              <a:gd name="T23" fmla="*/ 200 h 211"/>
              <a:gd name="T24" fmla="*/ 33 w 335"/>
              <a:gd name="T25" fmla="*/ 211 h 211"/>
              <a:gd name="T26" fmla="*/ 15 w 335"/>
              <a:gd name="T27" fmla="*/ 205 h 2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335" h="211">
                <a:moveTo>
                  <a:pt x="15" y="205"/>
                </a:moveTo>
                <a:cubicBezTo>
                  <a:pt x="2" y="195"/>
                  <a:pt x="0" y="176"/>
                  <a:pt x="11" y="164"/>
                </a:cubicBezTo>
                <a:cubicBezTo>
                  <a:pt x="93" y="61"/>
                  <a:pt x="93" y="61"/>
                  <a:pt x="93" y="61"/>
                </a:cubicBezTo>
                <a:cubicBezTo>
                  <a:pt x="102" y="50"/>
                  <a:pt x="118" y="47"/>
                  <a:pt x="131" y="54"/>
                </a:cubicBezTo>
                <a:cubicBezTo>
                  <a:pt x="210" y="100"/>
                  <a:pt x="210" y="100"/>
                  <a:pt x="210" y="100"/>
                </a:cubicBezTo>
                <a:cubicBezTo>
                  <a:pt x="279" y="14"/>
                  <a:pt x="279" y="14"/>
                  <a:pt x="279" y="14"/>
                </a:cubicBezTo>
                <a:cubicBezTo>
                  <a:pt x="289" y="2"/>
                  <a:pt x="308" y="0"/>
                  <a:pt x="320" y="10"/>
                </a:cubicBezTo>
                <a:cubicBezTo>
                  <a:pt x="333" y="20"/>
                  <a:pt x="335" y="39"/>
                  <a:pt x="325" y="51"/>
                </a:cubicBezTo>
                <a:cubicBezTo>
                  <a:pt x="239" y="156"/>
                  <a:pt x="239" y="156"/>
                  <a:pt x="239" y="156"/>
                </a:cubicBezTo>
                <a:cubicBezTo>
                  <a:pt x="230" y="167"/>
                  <a:pt x="214" y="170"/>
                  <a:pt x="202" y="163"/>
                </a:cubicBezTo>
                <a:cubicBezTo>
                  <a:pt x="123" y="117"/>
                  <a:pt x="123" y="117"/>
                  <a:pt x="123" y="117"/>
                </a:cubicBezTo>
                <a:cubicBezTo>
                  <a:pt x="56" y="200"/>
                  <a:pt x="56" y="200"/>
                  <a:pt x="56" y="200"/>
                </a:cubicBezTo>
                <a:cubicBezTo>
                  <a:pt x="50" y="208"/>
                  <a:pt x="42" y="211"/>
                  <a:pt x="33" y="211"/>
                </a:cubicBezTo>
                <a:cubicBezTo>
                  <a:pt x="26" y="211"/>
                  <a:pt x="20" y="209"/>
                  <a:pt x="15" y="205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9" name="Freeform 11"/>
          <p:cNvSpPr>
            <a:spLocks noEditPoints="1"/>
          </p:cNvSpPr>
          <p:nvPr/>
        </p:nvSpPr>
        <p:spPr bwMode="auto">
          <a:xfrm>
            <a:off x="3368857" y="1946320"/>
            <a:ext cx="264804" cy="288877"/>
          </a:xfrm>
          <a:custGeom>
            <a:avLst/>
            <a:gdLst>
              <a:gd name="T0" fmla="*/ 32 w 121"/>
              <a:gd name="T1" fmla="*/ 132 h 132"/>
              <a:gd name="T2" fmla="*/ 0 w 121"/>
              <a:gd name="T3" fmla="*/ 132 h 132"/>
              <a:gd name="T4" fmla="*/ 0 w 121"/>
              <a:gd name="T5" fmla="*/ 36 h 132"/>
              <a:gd name="T6" fmla="*/ 32 w 121"/>
              <a:gd name="T7" fmla="*/ 36 h 132"/>
              <a:gd name="T8" fmla="*/ 32 w 121"/>
              <a:gd name="T9" fmla="*/ 132 h 132"/>
              <a:gd name="T10" fmla="*/ 77 w 121"/>
              <a:gd name="T11" fmla="*/ 132 h 132"/>
              <a:gd name="T12" fmla="*/ 45 w 121"/>
              <a:gd name="T13" fmla="*/ 132 h 132"/>
              <a:gd name="T14" fmla="*/ 45 w 121"/>
              <a:gd name="T15" fmla="*/ 61 h 132"/>
              <a:gd name="T16" fmla="*/ 77 w 121"/>
              <a:gd name="T17" fmla="*/ 61 h 132"/>
              <a:gd name="T18" fmla="*/ 77 w 121"/>
              <a:gd name="T19" fmla="*/ 132 h 132"/>
              <a:gd name="T20" fmla="*/ 121 w 121"/>
              <a:gd name="T21" fmla="*/ 132 h 132"/>
              <a:gd name="T22" fmla="*/ 89 w 121"/>
              <a:gd name="T23" fmla="*/ 132 h 132"/>
              <a:gd name="T24" fmla="*/ 89 w 121"/>
              <a:gd name="T25" fmla="*/ 0 h 132"/>
              <a:gd name="T26" fmla="*/ 121 w 121"/>
              <a:gd name="T27" fmla="*/ 0 h 132"/>
              <a:gd name="T28" fmla="*/ 121 w 121"/>
              <a:gd name="T29" fmla="*/ 132 h 1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21" h="132">
                <a:moveTo>
                  <a:pt x="32" y="132"/>
                </a:moveTo>
                <a:lnTo>
                  <a:pt x="0" y="132"/>
                </a:lnTo>
                <a:lnTo>
                  <a:pt x="0" y="36"/>
                </a:lnTo>
                <a:lnTo>
                  <a:pt x="32" y="36"/>
                </a:lnTo>
                <a:lnTo>
                  <a:pt x="32" y="132"/>
                </a:lnTo>
                <a:close/>
                <a:moveTo>
                  <a:pt x="77" y="132"/>
                </a:moveTo>
                <a:lnTo>
                  <a:pt x="45" y="132"/>
                </a:lnTo>
                <a:lnTo>
                  <a:pt x="45" y="61"/>
                </a:lnTo>
                <a:lnTo>
                  <a:pt x="77" y="61"/>
                </a:lnTo>
                <a:lnTo>
                  <a:pt x="77" y="132"/>
                </a:lnTo>
                <a:close/>
                <a:moveTo>
                  <a:pt x="121" y="132"/>
                </a:moveTo>
                <a:lnTo>
                  <a:pt x="89" y="132"/>
                </a:lnTo>
                <a:lnTo>
                  <a:pt x="89" y="0"/>
                </a:lnTo>
                <a:lnTo>
                  <a:pt x="121" y="0"/>
                </a:lnTo>
                <a:lnTo>
                  <a:pt x="121" y="132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0" name="Freeform 12"/>
          <p:cNvSpPr>
            <a:spLocks noEditPoints="1"/>
          </p:cNvSpPr>
          <p:nvPr/>
        </p:nvSpPr>
        <p:spPr bwMode="auto">
          <a:xfrm>
            <a:off x="3712446" y="1941945"/>
            <a:ext cx="299820" cy="299820"/>
          </a:xfrm>
          <a:custGeom>
            <a:avLst/>
            <a:gdLst>
              <a:gd name="T0" fmla="*/ 229 w 265"/>
              <a:gd name="T1" fmla="*/ 152 h 265"/>
              <a:gd name="T2" fmla="*/ 229 w 265"/>
              <a:gd name="T3" fmla="*/ 150 h 265"/>
              <a:gd name="T4" fmla="*/ 115 w 265"/>
              <a:gd name="T5" fmla="*/ 265 h 265"/>
              <a:gd name="T6" fmla="*/ 0 w 265"/>
              <a:gd name="T7" fmla="*/ 150 h 265"/>
              <a:gd name="T8" fmla="*/ 115 w 265"/>
              <a:gd name="T9" fmla="*/ 36 h 265"/>
              <a:gd name="T10" fmla="*/ 115 w 265"/>
              <a:gd name="T11" fmla="*/ 152 h 265"/>
              <a:gd name="T12" fmla="*/ 229 w 265"/>
              <a:gd name="T13" fmla="*/ 152 h 265"/>
              <a:gd name="T14" fmla="*/ 151 w 265"/>
              <a:gd name="T15" fmla="*/ 116 h 265"/>
              <a:gd name="T16" fmla="*/ 151 w 265"/>
              <a:gd name="T17" fmla="*/ 0 h 265"/>
              <a:gd name="T18" fmla="*/ 265 w 265"/>
              <a:gd name="T19" fmla="*/ 114 h 265"/>
              <a:gd name="T20" fmla="*/ 265 w 265"/>
              <a:gd name="T21" fmla="*/ 116 h 265"/>
              <a:gd name="T22" fmla="*/ 151 w 265"/>
              <a:gd name="T23" fmla="*/ 116 h 2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265" h="265">
                <a:moveTo>
                  <a:pt x="229" y="152"/>
                </a:moveTo>
                <a:cubicBezTo>
                  <a:pt x="229" y="151"/>
                  <a:pt x="229" y="150"/>
                  <a:pt x="229" y="150"/>
                </a:cubicBezTo>
                <a:cubicBezTo>
                  <a:pt x="229" y="214"/>
                  <a:pt x="178" y="265"/>
                  <a:pt x="115" y="265"/>
                </a:cubicBezTo>
                <a:cubicBezTo>
                  <a:pt x="51" y="265"/>
                  <a:pt x="0" y="214"/>
                  <a:pt x="0" y="150"/>
                </a:cubicBezTo>
                <a:cubicBezTo>
                  <a:pt x="0" y="87"/>
                  <a:pt x="51" y="36"/>
                  <a:pt x="115" y="36"/>
                </a:cubicBezTo>
                <a:cubicBezTo>
                  <a:pt x="115" y="152"/>
                  <a:pt x="115" y="152"/>
                  <a:pt x="115" y="152"/>
                </a:cubicBezTo>
                <a:lnTo>
                  <a:pt x="229" y="152"/>
                </a:lnTo>
                <a:close/>
                <a:moveTo>
                  <a:pt x="151" y="116"/>
                </a:moveTo>
                <a:cubicBezTo>
                  <a:pt x="151" y="0"/>
                  <a:pt x="151" y="0"/>
                  <a:pt x="151" y="0"/>
                </a:cubicBezTo>
                <a:cubicBezTo>
                  <a:pt x="214" y="0"/>
                  <a:pt x="265" y="51"/>
                  <a:pt x="265" y="114"/>
                </a:cubicBezTo>
                <a:cubicBezTo>
                  <a:pt x="265" y="115"/>
                  <a:pt x="265" y="115"/>
                  <a:pt x="265" y="116"/>
                </a:cubicBezTo>
                <a:lnTo>
                  <a:pt x="151" y="116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1" name="Freeform 13"/>
          <p:cNvSpPr>
            <a:spLocks noEditPoints="1"/>
          </p:cNvSpPr>
          <p:nvPr/>
        </p:nvSpPr>
        <p:spPr bwMode="auto">
          <a:xfrm>
            <a:off x="4071352" y="1952887"/>
            <a:ext cx="277936" cy="295443"/>
          </a:xfrm>
          <a:custGeom>
            <a:avLst/>
            <a:gdLst>
              <a:gd name="T0" fmla="*/ 246 w 246"/>
              <a:gd name="T1" fmla="*/ 218 h 262"/>
              <a:gd name="T2" fmla="*/ 123 w 246"/>
              <a:gd name="T3" fmla="*/ 262 h 262"/>
              <a:gd name="T4" fmla="*/ 0 w 246"/>
              <a:gd name="T5" fmla="*/ 218 h 262"/>
              <a:gd name="T6" fmla="*/ 6 w 246"/>
              <a:gd name="T7" fmla="*/ 205 h 262"/>
              <a:gd name="T8" fmla="*/ 59 w 246"/>
              <a:gd name="T9" fmla="*/ 48 h 262"/>
              <a:gd name="T10" fmla="*/ 101 w 246"/>
              <a:gd name="T11" fmla="*/ 20 h 262"/>
              <a:gd name="T12" fmla="*/ 123 w 246"/>
              <a:gd name="T13" fmla="*/ 0 h 262"/>
              <a:gd name="T14" fmla="*/ 144 w 246"/>
              <a:gd name="T15" fmla="*/ 20 h 262"/>
              <a:gd name="T16" fmla="*/ 186 w 246"/>
              <a:gd name="T17" fmla="*/ 48 h 262"/>
              <a:gd name="T18" fmla="*/ 240 w 246"/>
              <a:gd name="T19" fmla="*/ 205 h 262"/>
              <a:gd name="T20" fmla="*/ 246 w 246"/>
              <a:gd name="T21" fmla="*/ 218 h 262"/>
              <a:gd name="T22" fmla="*/ 220 w 246"/>
              <a:gd name="T23" fmla="*/ 210 h 262"/>
              <a:gd name="T24" fmla="*/ 123 w 246"/>
              <a:gd name="T25" fmla="*/ 184 h 262"/>
              <a:gd name="T26" fmla="*/ 25 w 246"/>
              <a:gd name="T27" fmla="*/ 210 h 262"/>
              <a:gd name="T28" fmla="*/ 123 w 246"/>
              <a:gd name="T29" fmla="*/ 235 h 262"/>
              <a:gd name="T30" fmla="*/ 220 w 246"/>
              <a:gd name="T31" fmla="*/ 210 h 262"/>
              <a:gd name="T32" fmla="*/ 103 w 246"/>
              <a:gd name="T33" fmla="*/ 199 h 262"/>
              <a:gd name="T34" fmla="*/ 123 w 246"/>
              <a:gd name="T35" fmla="*/ 196 h 262"/>
              <a:gd name="T36" fmla="*/ 142 w 246"/>
              <a:gd name="T37" fmla="*/ 199 h 262"/>
              <a:gd name="T38" fmla="*/ 123 w 246"/>
              <a:gd name="T39" fmla="*/ 221 h 262"/>
              <a:gd name="T40" fmla="*/ 103 w 246"/>
              <a:gd name="T41" fmla="*/ 199 h 2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246" h="262">
                <a:moveTo>
                  <a:pt x="246" y="218"/>
                </a:moveTo>
                <a:cubicBezTo>
                  <a:pt x="246" y="248"/>
                  <a:pt x="168" y="262"/>
                  <a:pt x="123" y="262"/>
                </a:cubicBezTo>
                <a:cubicBezTo>
                  <a:pt x="77" y="262"/>
                  <a:pt x="0" y="248"/>
                  <a:pt x="0" y="218"/>
                </a:cubicBezTo>
                <a:cubicBezTo>
                  <a:pt x="0" y="213"/>
                  <a:pt x="2" y="209"/>
                  <a:pt x="6" y="205"/>
                </a:cubicBezTo>
                <a:cubicBezTo>
                  <a:pt x="47" y="120"/>
                  <a:pt x="37" y="79"/>
                  <a:pt x="59" y="48"/>
                </a:cubicBezTo>
                <a:cubicBezTo>
                  <a:pt x="70" y="33"/>
                  <a:pt x="82" y="24"/>
                  <a:pt x="101" y="20"/>
                </a:cubicBezTo>
                <a:cubicBezTo>
                  <a:pt x="102" y="9"/>
                  <a:pt x="111" y="0"/>
                  <a:pt x="123" y="0"/>
                </a:cubicBezTo>
                <a:cubicBezTo>
                  <a:pt x="134" y="0"/>
                  <a:pt x="143" y="9"/>
                  <a:pt x="144" y="20"/>
                </a:cubicBezTo>
                <a:cubicBezTo>
                  <a:pt x="164" y="24"/>
                  <a:pt x="176" y="33"/>
                  <a:pt x="186" y="48"/>
                </a:cubicBezTo>
                <a:cubicBezTo>
                  <a:pt x="209" y="79"/>
                  <a:pt x="198" y="120"/>
                  <a:pt x="240" y="205"/>
                </a:cubicBezTo>
                <a:cubicBezTo>
                  <a:pt x="243" y="209"/>
                  <a:pt x="246" y="213"/>
                  <a:pt x="246" y="218"/>
                </a:cubicBezTo>
                <a:close/>
                <a:moveTo>
                  <a:pt x="220" y="210"/>
                </a:moveTo>
                <a:cubicBezTo>
                  <a:pt x="203" y="188"/>
                  <a:pt x="157" y="184"/>
                  <a:pt x="123" y="184"/>
                </a:cubicBezTo>
                <a:cubicBezTo>
                  <a:pt x="89" y="184"/>
                  <a:pt x="43" y="188"/>
                  <a:pt x="25" y="210"/>
                </a:cubicBezTo>
                <a:cubicBezTo>
                  <a:pt x="43" y="231"/>
                  <a:pt x="89" y="236"/>
                  <a:pt x="123" y="235"/>
                </a:cubicBezTo>
                <a:cubicBezTo>
                  <a:pt x="157" y="235"/>
                  <a:pt x="203" y="231"/>
                  <a:pt x="220" y="210"/>
                </a:cubicBezTo>
                <a:close/>
                <a:moveTo>
                  <a:pt x="103" y="199"/>
                </a:moveTo>
                <a:cubicBezTo>
                  <a:pt x="103" y="197"/>
                  <a:pt x="117" y="196"/>
                  <a:pt x="123" y="196"/>
                </a:cubicBezTo>
                <a:cubicBezTo>
                  <a:pt x="138" y="196"/>
                  <a:pt x="142" y="198"/>
                  <a:pt x="142" y="199"/>
                </a:cubicBezTo>
                <a:cubicBezTo>
                  <a:pt x="142" y="211"/>
                  <a:pt x="134" y="221"/>
                  <a:pt x="123" y="221"/>
                </a:cubicBezTo>
                <a:cubicBezTo>
                  <a:pt x="112" y="221"/>
                  <a:pt x="103" y="211"/>
                  <a:pt x="103" y="19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2" name="Freeform 14"/>
          <p:cNvSpPr>
            <a:spLocks/>
          </p:cNvSpPr>
          <p:nvPr/>
        </p:nvSpPr>
        <p:spPr bwMode="auto">
          <a:xfrm>
            <a:off x="4417129" y="1966018"/>
            <a:ext cx="177267" cy="293253"/>
          </a:xfrm>
          <a:custGeom>
            <a:avLst/>
            <a:gdLst>
              <a:gd name="T0" fmla="*/ 81 w 81"/>
              <a:gd name="T1" fmla="*/ 134 h 134"/>
              <a:gd name="T2" fmla="*/ 40 w 81"/>
              <a:gd name="T3" fmla="*/ 92 h 134"/>
              <a:gd name="T4" fmla="*/ 0 w 81"/>
              <a:gd name="T5" fmla="*/ 92 h 134"/>
              <a:gd name="T6" fmla="*/ 0 w 81"/>
              <a:gd name="T7" fmla="*/ 41 h 134"/>
              <a:gd name="T8" fmla="*/ 40 w 81"/>
              <a:gd name="T9" fmla="*/ 41 h 134"/>
              <a:gd name="T10" fmla="*/ 81 w 81"/>
              <a:gd name="T11" fmla="*/ 0 h 134"/>
              <a:gd name="T12" fmla="*/ 81 w 81"/>
              <a:gd name="T13" fmla="*/ 134 h 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1" h="134">
                <a:moveTo>
                  <a:pt x="81" y="134"/>
                </a:moveTo>
                <a:lnTo>
                  <a:pt x="40" y="92"/>
                </a:lnTo>
                <a:lnTo>
                  <a:pt x="0" y="92"/>
                </a:lnTo>
                <a:lnTo>
                  <a:pt x="0" y="41"/>
                </a:lnTo>
                <a:lnTo>
                  <a:pt x="40" y="41"/>
                </a:lnTo>
                <a:lnTo>
                  <a:pt x="81" y="0"/>
                </a:lnTo>
                <a:lnTo>
                  <a:pt x="81" y="134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3" name="Freeform 15"/>
          <p:cNvSpPr>
            <a:spLocks/>
          </p:cNvSpPr>
          <p:nvPr/>
        </p:nvSpPr>
        <p:spPr bwMode="auto">
          <a:xfrm>
            <a:off x="4670991" y="2022918"/>
            <a:ext cx="210092" cy="183831"/>
          </a:xfrm>
          <a:custGeom>
            <a:avLst/>
            <a:gdLst>
              <a:gd name="T0" fmla="*/ 48 w 96"/>
              <a:gd name="T1" fmla="*/ 0 h 84"/>
              <a:gd name="T2" fmla="*/ 96 w 96"/>
              <a:gd name="T3" fmla="*/ 84 h 84"/>
              <a:gd name="T4" fmla="*/ 0 w 96"/>
              <a:gd name="T5" fmla="*/ 84 h 84"/>
              <a:gd name="T6" fmla="*/ 48 w 96"/>
              <a:gd name="T7" fmla="*/ 0 h 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96" h="84">
                <a:moveTo>
                  <a:pt x="48" y="0"/>
                </a:moveTo>
                <a:lnTo>
                  <a:pt x="96" y="84"/>
                </a:lnTo>
                <a:lnTo>
                  <a:pt x="0" y="84"/>
                </a:lnTo>
                <a:lnTo>
                  <a:pt x="48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4" name="Freeform 16"/>
          <p:cNvSpPr>
            <a:spLocks noEditPoints="1"/>
          </p:cNvSpPr>
          <p:nvPr/>
        </p:nvSpPr>
        <p:spPr bwMode="auto">
          <a:xfrm>
            <a:off x="4940171" y="1928813"/>
            <a:ext cx="317328" cy="317328"/>
          </a:xfrm>
          <a:custGeom>
            <a:avLst/>
            <a:gdLst>
              <a:gd name="T0" fmla="*/ 280 w 280"/>
              <a:gd name="T1" fmla="*/ 140 h 280"/>
              <a:gd name="T2" fmla="*/ 140 w 280"/>
              <a:gd name="T3" fmla="*/ 280 h 280"/>
              <a:gd name="T4" fmla="*/ 0 w 280"/>
              <a:gd name="T5" fmla="*/ 140 h 280"/>
              <a:gd name="T6" fmla="*/ 140 w 280"/>
              <a:gd name="T7" fmla="*/ 0 h 280"/>
              <a:gd name="T8" fmla="*/ 280 w 280"/>
              <a:gd name="T9" fmla="*/ 140 h 280"/>
              <a:gd name="T10" fmla="*/ 165 w 280"/>
              <a:gd name="T11" fmla="*/ 68 h 280"/>
              <a:gd name="T12" fmla="*/ 140 w 280"/>
              <a:gd name="T13" fmla="*/ 44 h 280"/>
              <a:gd name="T14" fmla="*/ 115 w 280"/>
              <a:gd name="T15" fmla="*/ 68 h 280"/>
              <a:gd name="T16" fmla="*/ 140 w 280"/>
              <a:gd name="T17" fmla="*/ 93 h 280"/>
              <a:gd name="T18" fmla="*/ 165 w 280"/>
              <a:gd name="T19" fmla="*/ 68 h 280"/>
              <a:gd name="T20" fmla="*/ 161 w 280"/>
              <a:gd name="T21" fmla="*/ 114 h 280"/>
              <a:gd name="T22" fmla="*/ 119 w 280"/>
              <a:gd name="T23" fmla="*/ 114 h 280"/>
              <a:gd name="T24" fmla="*/ 119 w 280"/>
              <a:gd name="T25" fmla="*/ 234 h 280"/>
              <a:gd name="T26" fmla="*/ 161 w 280"/>
              <a:gd name="T27" fmla="*/ 234 h 280"/>
              <a:gd name="T28" fmla="*/ 161 w 280"/>
              <a:gd name="T29" fmla="*/ 114 h 2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280" h="280">
                <a:moveTo>
                  <a:pt x="280" y="140"/>
                </a:moveTo>
                <a:cubicBezTo>
                  <a:pt x="280" y="218"/>
                  <a:pt x="217" y="280"/>
                  <a:pt x="140" y="280"/>
                </a:cubicBezTo>
                <a:cubicBezTo>
                  <a:pt x="62" y="280"/>
                  <a:pt x="0" y="218"/>
                  <a:pt x="0" y="140"/>
                </a:cubicBezTo>
                <a:cubicBezTo>
                  <a:pt x="0" y="63"/>
                  <a:pt x="62" y="0"/>
                  <a:pt x="140" y="0"/>
                </a:cubicBezTo>
                <a:cubicBezTo>
                  <a:pt x="217" y="0"/>
                  <a:pt x="280" y="63"/>
                  <a:pt x="280" y="140"/>
                </a:cubicBezTo>
                <a:close/>
                <a:moveTo>
                  <a:pt x="165" y="68"/>
                </a:moveTo>
                <a:cubicBezTo>
                  <a:pt x="165" y="55"/>
                  <a:pt x="154" y="44"/>
                  <a:pt x="140" y="44"/>
                </a:cubicBezTo>
                <a:cubicBezTo>
                  <a:pt x="126" y="44"/>
                  <a:pt x="115" y="55"/>
                  <a:pt x="115" y="68"/>
                </a:cubicBezTo>
                <a:cubicBezTo>
                  <a:pt x="115" y="82"/>
                  <a:pt x="126" y="93"/>
                  <a:pt x="140" y="93"/>
                </a:cubicBezTo>
                <a:cubicBezTo>
                  <a:pt x="154" y="93"/>
                  <a:pt x="165" y="82"/>
                  <a:pt x="165" y="68"/>
                </a:cubicBezTo>
                <a:close/>
                <a:moveTo>
                  <a:pt x="161" y="114"/>
                </a:moveTo>
                <a:cubicBezTo>
                  <a:pt x="119" y="114"/>
                  <a:pt x="119" y="114"/>
                  <a:pt x="119" y="114"/>
                </a:cubicBezTo>
                <a:cubicBezTo>
                  <a:pt x="119" y="234"/>
                  <a:pt x="119" y="234"/>
                  <a:pt x="119" y="234"/>
                </a:cubicBezTo>
                <a:cubicBezTo>
                  <a:pt x="161" y="234"/>
                  <a:pt x="161" y="234"/>
                  <a:pt x="161" y="234"/>
                </a:cubicBezTo>
                <a:lnTo>
                  <a:pt x="161" y="114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5" name="Freeform 17"/>
          <p:cNvSpPr>
            <a:spLocks noEditPoints="1"/>
          </p:cNvSpPr>
          <p:nvPr/>
        </p:nvSpPr>
        <p:spPr bwMode="auto">
          <a:xfrm>
            <a:off x="5452271" y="1909118"/>
            <a:ext cx="282312" cy="334836"/>
          </a:xfrm>
          <a:custGeom>
            <a:avLst/>
            <a:gdLst>
              <a:gd name="T0" fmla="*/ 251 w 251"/>
              <a:gd name="T1" fmla="*/ 204 h 297"/>
              <a:gd name="T2" fmla="*/ 158 w 251"/>
              <a:gd name="T3" fmla="*/ 297 h 297"/>
              <a:gd name="T4" fmla="*/ 66 w 251"/>
              <a:gd name="T5" fmla="*/ 204 h 297"/>
              <a:gd name="T6" fmla="*/ 95 w 251"/>
              <a:gd name="T7" fmla="*/ 137 h 297"/>
              <a:gd name="T8" fmla="*/ 95 w 251"/>
              <a:gd name="T9" fmla="*/ 64 h 297"/>
              <a:gd name="T10" fmla="*/ 65 w 251"/>
              <a:gd name="T11" fmla="*/ 34 h 297"/>
              <a:gd name="T12" fmla="*/ 35 w 251"/>
              <a:gd name="T13" fmla="*/ 64 h 297"/>
              <a:gd name="T14" fmla="*/ 35 w 251"/>
              <a:gd name="T15" fmla="*/ 109 h 297"/>
              <a:gd name="T16" fmla="*/ 0 w 251"/>
              <a:gd name="T17" fmla="*/ 109 h 297"/>
              <a:gd name="T18" fmla="*/ 0 w 251"/>
              <a:gd name="T19" fmla="*/ 64 h 297"/>
              <a:gd name="T20" fmla="*/ 65 w 251"/>
              <a:gd name="T21" fmla="*/ 0 h 297"/>
              <a:gd name="T22" fmla="*/ 130 w 251"/>
              <a:gd name="T23" fmla="*/ 64 h 297"/>
              <a:gd name="T24" fmla="*/ 130 w 251"/>
              <a:gd name="T25" fmla="*/ 116 h 297"/>
              <a:gd name="T26" fmla="*/ 158 w 251"/>
              <a:gd name="T27" fmla="*/ 112 h 297"/>
              <a:gd name="T28" fmla="*/ 251 w 251"/>
              <a:gd name="T29" fmla="*/ 204 h 297"/>
              <a:gd name="T30" fmla="*/ 122 w 251"/>
              <a:gd name="T31" fmla="*/ 194 h 297"/>
              <a:gd name="T32" fmla="*/ 92 w 251"/>
              <a:gd name="T33" fmla="*/ 194 h 297"/>
              <a:gd name="T34" fmla="*/ 88 w 251"/>
              <a:gd name="T35" fmla="*/ 204 h 297"/>
              <a:gd name="T36" fmla="*/ 92 w 251"/>
              <a:gd name="T37" fmla="*/ 215 h 297"/>
              <a:gd name="T38" fmla="*/ 122 w 251"/>
              <a:gd name="T39" fmla="*/ 215 h 297"/>
              <a:gd name="T40" fmla="*/ 122 w 251"/>
              <a:gd name="T41" fmla="*/ 194 h 297"/>
              <a:gd name="T42" fmla="*/ 140 w 251"/>
              <a:gd name="T43" fmla="*/ 171 h 297"/>
              <a:gd name="T44" fmla="*/ 119 w 251"/>
              <a:gd name="T45" fmla="*/ 150 h 297"/>
              <a:gd name="T46" fmla="*/ 108 w 251"/>
              <a:gd name="T47" fmla="*/ 154 h 297"/>
              <a:gd name="T48" fmla="*/ 104 w 251"/>
              <a:gd name="T49" fmla="*/ 165 h 297"/>
              <a:gd name="T50" fmla="*/ 125 w 251"/>
              <a:gd name="T51" fmla="*/ 186 h 297"/>
              <a:gd name="T52" fmla="*/ 140 w 251"/>
              <a:gd name="T53" fmla="*/ 171 h 297"/>
              <a:gd name="T54" fmla="*/ 125 w 251"/>
              <a:gd name="T55" fmla="*/ 222 h 297"/>
              <a:gd name="T56" fmla="*/ 104 w 251"/>
              <a:gd name="T57" fmla="*/ 244 h 297"/>
              <a:gd name="T58" fmla="*/ 108 w 251"/>
              <a:gd name="T59" fmla="*/ 254 h 297"/>
              <a:gd name="T60" fmla="*/ 119 w 251"/>
              <a:gd name="T61" fmla="*/ 258 h 297"/>
              <a:gd name="T62" fmla="*/ 140 w 251"/>
              <a:gd name="T63" fmla="*/ 237 h 297"/>
              <a:gd name="T64" fmla="*/ 125 w 251"/>
              <a:gd name="T65" fmla="*/ 222 h 297"/>
              <a:gd name="T66" fmla="*/ 168 w 251"/>
              <a:gd name="T67" fmla="*/ 168 h 297"/>
              <a:gd name="T68" fmla="*/ 168 w 251"/>
              <a:gd name="T69" fmla="*/ 138 h 297"/>
              <a:gd name="T70" fmla="*/ 158 w 251"/>
              <a:gd name="T71" fmla="*/ 134 h 297"/>
              <a:gd name="T72" fmla="*/ 148 w 251"/>
              <a:gd name="T73" fmla="*/ 138 h 297"/>
              <a:gd name="T74" fmla="*/ 148 w 251"/>
              <a:gd name="T75" fmla="*/ 168 h 297"/>
              <a:gd name="T76" fmla="*/ 168 w 251"/>
              <a:gd name="T77" fmla="*/ 168 h 297"/>
              <a:gd name="T78" fmla="*/ 148 w 251"/>
              <a:gd name="T79" fmla="*/ 240 h 297"/>
              <a:gd name="T80" fmla="*/ 148 w 251"/>
              <a:gd name="T81" fmla="*/ 270 h 297"/>
              <a:gd name="T82" fmla="*/ 158 w 251"/>
              <a:gd name="T83" fmla="*/ 274 h 297"/>
              <a:gd name="T84" fmla="*/ 168 w 251"/>
              <a:gd name="T85" fmla="*/ 270 h 297"/>
              <a:gd name="T86" fmla="*/ 168 w 251"/>
              <a:gd name="T87" fmla="*/ 240 h 297"/>
              <a:gd name="T88" fmla="*/ 148 w 251"/>
              <a:gd name="T89" fmla="*/ 240 h 297"/>
              <a:gd name="T90" fmla="*/ 191 w 251"/>
              <a:gd name="T91" fmla="*/ 186 h 297"/>
              <a:gd name="T92" fmla="*/ 212 w 251"/>
              <a:gd name="T93" fmla="*/ 165 h 297"/>
              <a:gd name="T94" fmla="*/ 208 w 251"/>
              <a:gd name="T95" fmla="*/ 154 h 297"/>
              <a:gd name="T96" fmla="*/ 197 w 251"/>
              <a:gd name="T97" fmla="*/ 150 h 297"/>
              <a:gd name="T98" fmla="*/ 176 w 251"/>
              <a:gd name="T99" fmla="*/ 171 h 297"/>
              <a:gd name="T100" fmla="*/ 191 w 251"/>
              <a:gd name="T101" fmla="*/ 186 h 297"/>
              <a:gd name="T102" fmla="*/ 176 w 251"/>
              <a:gd name="T103" fmla="*/ 237 h 297"/>
              <a:gd name="T104" fmla="*/ 197 w 251"/>
              <a:gd name="T105" fmla="*/ 258 h 297"/>
              <a:gd name="T106" fmla="*/ 208 w 251"/>
              <a:gd name="T107" fmla="*/ 254 h 297"/>
              <a:gd name="T108" fmla="*/ 212 w 251"/>
              <a:gd name="T109" fmla="*/ 244 h 297"/>
              <a:gd name="T110" fmla="*/ 191 w 251"/>
              <a:gd name="T111" fmla="*/ 222 h 297"/>
              <a:gd name="T112" fmla="*/ 176 w 251"/>
              <a:gd name="T113" fmla="*/ 237 h 297"/>
              <a:gd name="T114" fmla="*/ 194 w 251"/>
              <a:gd name="T115" fmla="*/ 215 h 297"/>
              <a:gd name="T116" fmla="*/ 224 w 251"/>
              <a:gd name="T117" fmla="*/ 215 h 297"/>
              <a:gd name="T118" fmla="*/ 228 w 251"/>
              <a:gd name="T119" fmla="*/ 204 h 297"/>
              <a:gd name="T120" fmla="*/ 224 w 251"/>
              <a:gd name="T121" fmla="*/ 194 h 297"/>
              <a:gd name="T122" fmla="*/ 194 w 251"/>
              <a:gd name="T123" fmla="*/ 194 h 297"/>
              <a:gd name="T124" fmla="*/ 194 w 251"/>
              <a:gd name="T125" fmla="*/ 215 h 2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51" h="297">
                <a:moveTo>
                  <a:pt x="251" y="204"/>
                </a:moveTo>
                <a:cubicBezTo>
                  <a:pt x="251" y="255"/>
                  <a:pt x="209" y="297"/>
                  <a:pt x="158" y="297"/>
                </a:cubicBezTo>
                <a:cubicBezTo>
                  <a:pt x="107" y="297"/>
                  <a:pt x="66" y="255"/>
                  <a:pt x="66" y="204"/>
                </a:cubicBezTo>
                <a:cubicBezTo>
                  <a:pt x="66" y="178"/>
                  <a:pt x="77" y="154"/>
                  <a:pt x="95" y="137"/>
                </a:cubicBezTo>
                <a:cubicBezTo>
                  <a:pt x="95" y="64"/>
                  <a:pt x="95" y="64"/>
                  <a:pt x="95" y="64"/>
                </a:cubicBezTo>
                <a:cubicBezTo>
                  <a:pt x="95" y="48"/>
                  <a:pt x="81" y="34"/>
                  <a:pt x="65" y="34"/>
                </a:cubicBezTo>
                <a:cubicBezTo>
                  <a:pt x="48" y="34"/>
                  <a:pt x="35" y="48"/>
                  <a:pt x="35" y="64"/>
                </a:cubicBezTo>
                <a:cubicBezTo>
                  <a:pt x="35" y="109"/>
                  <a:pt x="35" y="109"/>
                  <a:pt x="35" y="109"/>
                </a:cubicBezTo>
                <a:cubicBezTo>
                  <a:pt x="0" y="109"/>
                  <a:pt x="0" y="109"/>
                  <a:pt x="0" y="109"/>
                </a:cubicBezTo>
                <a:cubicBezTo>
                  <a:pt x="0" y="64"/>
                  <a:pt x="0" y="64"/>
                  <a:pt x="0" y="64"/>
                </a:cubicBezTo>
                <a:cubicBezTo>
                  <a:pt x="0" y="28"/>
                  <a:pt x="29" y="0"/>
                  <a:pt x="65" y="0"/>
                </a:cubicBezTo>
                <a:cubicBezTo>
                  <a:pt x="100" y="0"/>
                  <a:pt x="130" y="28"/>
                  <a:pt x="130" y="64"/>
                </a:cubicBezTo>
                <a:cubicBezTo>
                  <a:pt x="130" y="116"/>
                  <a:pt x="130" y="116"/>
                  <a:pt x="130" y="116"/>
                </a:cubicBezTo>
                <a:cubicBezTo>
                  <a:pt x="139" y="113"/>
                  <a:pt x="148" y="112"/>
                  <a:pt x="158" y="112"/>
                </a:cubicBezTo>
                <a:cubicBezTo>
                  <a:pt x="209" y="112"/>
                  <a:pt x="251" y="153"/>
                  <a:pt x="251" y="204"/>
                </a:cubicBezTo>
                <a:close/>
                <a:moveTo>
                  <a:pt x="122" y="194"/>
                </a:moveTo>
                <a:cubicBezTo>
                  <a:pt x="92" y="194"/>
                  <a:pt x="92" y="194"/>
                  <a:pt x="92" y="194"/>
                </a:cubicBezTo>
                <a:cubicBezTo>
                  <a:pt x="88" y="204"/>
                  <a:pt x="88" y="204"/>
                  <a:pt x="88" y="204"/>
                </a:cubicBezTo>
                <a:cubicBezTo>
                  <a:pt x="92" y="215"/>
                  <a:pt x="92" y="215"/>
                  <a:pt x="92" y="215"/>
                </a:cubicBezTo>
                <a:cubicBezTo>
                  <a:pt x="122" y="215"/>
                  <a:pt x="122" y="215"/>
                  <a:pt x="122" y="215"/>
                </a:cubicBezTo>
                <a:lnTo>
                  <a:pt x="122" y="194"/>
                </a:lnTo>
                <a:close/>
                <a:moveTo>
                  <a:pt x="140" y="171"/>
                </a:moveTo>
                <a:cubicBezTo>
                  <a:pt x="119" y="150"/>
                  <a:pt x="119" y="150"/>
                  <a:pt x="119" y="150"/>
                </a:cubicBezTo>
                <a:cubicBezTo>
                  <a:pt x="108" y="154"/>
                  <a:pt x="108" y="154"/>
                  <a:pt x="108" y="154"/>
                </a:cubicBezTo>
                <a:cubicBezTo>
                  <a:pt x="104" y="165"/>
                  <a:pt x="104" y="165"/>
                  <a:pt x="104" y="165"/>
                </a:cubicBezTo>
                <a:cubicBezTo>
                  <a:pt x="125" y="186"/>
                  <a:pt x="125" y="186"/>
                  <a:pt x="125" y="186"/>
                </a:cubicBezTo>
                <a:lnTo>
                  <a:pt x="140" y="171"/>
                </a:lnTo>
                <a:close/>
                <a:moveTo>
                  <a:pt x="125" y="222"/>
                </a:moveTo>
                <a:cubicBezTo>
                  <a:pt x="104" y="244"/>
                  <a:pt x="104" y="244"/>
                  <a:pt x="104" y="244"/>
                </a:cubicBezTo>
                <a:cubicBezTo>
                  <a:pt x="108" y="254"/>
                  <a:pt x="108" y="254"/>
                  <a:pt x="108" y="254"/>
                </a:cubicBezTo>
                <a:cubicBezTo>
                  <a:pt x="119" y="258"/>
                  <a:pt x="119" y="258"/>
                  <a:pt x="119" y="258"/>
                </a:cubicBezTo>
                <a:cubicBezTo>
                  <a:pt x="140" y="237"/>
                  <a:pt x="140" y="237"/>
                  <a:pt x="140" y="237"/>
                </a:cubicBezTo>
                <a:lnTo>
                  <a:pt x="125" y="222"/>
                </a:lnTo>
                <a:close/>
                <a:moveTo>
                  <a:pt x="168" y="168"/>
                </a:moveTo>
                <a:cubicBezTo>
                  <a:pt x="168" y="138"/>
                  <a:pt x="168" y="138"/>
                  <a:pt x="168" y="138"/>
                </a:cubicBezTo>
                <a:cubicBezTo>
                  <a:pt x="158" y="134"/>
                  <a:pt x="158" y="134"/>
                  <a:pt x="158" y="134"/>
                </a:cubicBezTo>
                <a:cubicBezTo>
                  <a:pt x="148" y="138"/>
                  <a:pt x="148" y="138"/>
                  <a:pt x="148" y="138"/>
                </a:cubicBezTo>
                <a:cubicBezTo>
                  <a:pt x="148" y="168"/>
                  <a:pt x="148" y="168"/>
                  <a:pt x="148" y="168"/>
                </a:cubicBezTo>
                <a:lnTo>
                  <a:pt x="168" y="168"/>
                </a:lnTo>
                <a:close/>
                <a:moveTo>
                  <a:pt x="148" y="240"/>
                </a:moveTo>
                <a:cubicBezTo>
                  <a:pt x="148" y="270"/>
                  <a:pt x="148" y="270"/>
                  <a:pt x="148" y="270"/>
                </a:cubicBezTo>
                <a:cubicBezTo>
                  <a:pt x="158" y="274"/>
                  <a:pt x="158" y="274"/>
                  <a:pt x="158" y="274"/>
                </a:cubicBezTo>
                <a:cubicBezTo>
                  <a:pt x="168" y="270"/>
                  <a:pt x="168" y="270"/>
                  <a:pt x="168" y="270"/>
                </a:cubicBezTo>
                <a:cubicBezTo>
                  <a:pt x="168" y="240"/>
                  <a:pt x="168" y="240"/>
                  <a:pt x="168" y="240"/>
                </a:cubicBezTo>
                <a:lnTo>
                  <a:pt x="148" y="240"/>
                </a:lnTo>
                <a:close/>
                <a:moveTo>
                  <a:pt x="191" y="186"/>
                </a:moveTo>
                <a:cubicBezTo>
                  <a:pt x="212" y="165"/>
                  <a:pt x="212" y="165"/>
                  <a:pt x="212" y="165"/>
                </a:cubicBezTo>
                <a:cubicBezTo>
                  <a:pt x="208" y="154"/>
                  <a:pt x="208" y="154"/>
                  <a:pt x="208" y="154"/>
                </a:cubicBezTo>
                <a:cubicBezTo>
                  <a:pt x="197" y="150"/>
                  <a:pt x="197" y="150"/>
                  <a:pt x="197" y="150"/>
                </a:cubicBezTo>
                <a:cubicBezTo>
                  <a:pt x="176" y="171"/>
                  <a:pt x="176" y="171"/>
                  <a:pt x="176" y="171"/>
                </a:cubicBezTo>
                <a:lnTo>
                  <a:pt x="191" y="186"/>
                </a:lnTo>
                <a:close/>
                <a:moveTo>
                  <a:pt x="176" y="237"/>
                </a:moveTo>
                <a:cubicBezTo>
                  <a:pt x="197" y="258"/>
                  <a:pt x="197" y="258"/>
                  <a:pt x="197" y="258"/>
                </a:cubicBezTo>
                <a:cubicBezTo>
                  <a:pt x="208" y="254"/>
                  <a:pt x="208" y="254"/>
                  <a:pt x="208" y="254"/>
                </a:cubicBezTo>
                <a:cubicBezTo>
                  <a:pt x="212" y="244"/>
                  <a:pt x="212" y="244"/>
                  <a:pt x="212" y="244"/>
                </a:cubicBezTo>
                <a:cubicBezTo>
                  <a:pt x="191" y="222"/>
                  <a:pt x="191" y="222"/>
                  <a:pt x="191" y="222"/>
                </a:cubicBezTo>
                <a:lnTo>
                  <a:pt x="176" y="237"/>
                </a:lnTo>
                <a:close/>
                <a:moveTo>
                  <a:pt x="194" y="215"/>
                </a:moveTo>
                <a:cubicBezTo>
                  <a:pt x="224" y="215"/>
                  <a:pt x="224" y="215"/>
                  <a:pt x="224" y="215"/>
                </a:cubicBezTo>
                <a:cubicBezTo>
                  <a:pt x="228" y="204"/>
                  <a:pt x="228" y="204"/>
                  <a:pt x="228" y="204"/>
                </a:cubicBezTo>
                <a:cubicBezTo>
                  <a:pt x="224" y="194"/>
                  <a:pt x="224" y="194"/>
                  <a:pt x="224" y="194"/>
                </a:cubicBezTo>
                <a:cubicBezTo>
                  <a:pt x="194" y="194"/>
                  <a:pt x="194" y="194"/>
                  <a:pt x="194" y="194"/>
                </a:cubicBezTo>
                <a:lnTo>
                  <a:pt x="194" y="215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6" name="Freeform 18"/>
          <p:cNvSpPr>
            <a:spLocks noEditPoints="1"/>
          </p:cNvSpPr>
          <p:nvPr/>
        </p:nvSpPr>
        <p:spPr bwMode="auto">
          <a:xfrm>
            <a:off x="5940299" y="1928813"/>
            <a:ext cx="315139" cy="317328"/>
          </a:xfrm>
          <a:custGeom>
            <a:avLst/>
            <a:gdLst>
              <a:gd name="T0" fmla="*/ 140 w 279"/>
              <a:gd name="T1" fmla="*/ 279 h 279"/>
              <a:gd name="T2" fmla="*/ 140 w 279"/>
              <a:gd name="T3" fmla="*/ 0 h 279"/>
              <a:gd name="T4" fmla="*/ 72 w 279"/>
              <a:gd name="T5" fmla="*/ 175 h 279"/>
              <a:gd name="T6" fmla="*/ 71 w 279"/>
              <a:gd name="T7" fmla="*/ 117 h 279"/>
              <a:gd name="T8" fmla="*/ 26 w 279"/>
              <a:gd name="T9" fmla="*/ 139 h 279"/>
              <a:gd name="T10" fmla="*/ 72 w 279"/>
              <a:gd name="T11" fmla="*/ 175 h 279"/>
              <a:gd name="T12" fmla="*/ 75 w 279"/>
              <a:gd name="T13" fmla="*/ 192 h 279"/>
              <a:gd name="T14" fmla="*/ 59 w 279"/>
              <a:gd name="T15" fmla="*/ 220 h 279"/>
              <a:gd name="T16" fmla="*/ 37 w 279"/>
              <a:gd name="T17" fmla="*/ 91 h 279"/>
              <a:gd name="T18" fmla="*/ 98 w 279"/>
              <a:gd name="T19" fmla="*/ 34 h 279"/>
              <a:gd name="T20" fmla="*/ 37 w 279"/>
              <a:gd name="T21" fmla="*/ 91 h 279"/>
              <a:gd name="T22" fmla="*/ 131 w 279"/>
              <a:gd name="T23" fmla="*/ 182 h 279"/>
              <a:gd name="T24" fmla="*/ 86 w 279"/>
              <a:gd name="T25" fmla="*/ 118 h 279"/>
              <a:gd name="T26" fmla="*/ 88 w 279"/>
              <a:gd name="T27" fmla="*/ 178 h 279"/>
              <a:gd name="T28" fmla="*/ 131 w 279"/>
              <a:gd name="T29" fmla="*/ 106 h 279"/>
              <a:gd name="T30" fmla="*/ 130 w 279"/>
              <a:gd name="T31" fmla="*/ 26 h 279"/>
              <a:gd name="T32" fmla="*/ 131 w 279"/>
              <a:gd name="T33" fmla="*/ 253 h 279"/>
              <a:gd name="T34" fmla="*/ 92 w 279"/>
              <a:gd name="T35" fmla="*/ 195 h 279"/>
              <a:gd name="T36" fmla="*/ 131 w 279"/>
              <a:gd name="T37" fmla="*/ 253 h 279"/>
              <a:gd name="T38" fmla="*/ 148 w 279"/>
              <a:gd name="T39" fmla="*/ 106 h 279"/>
              <a:gd name="T40" fmla="*/ 159 w 279"/>
              <a:gd name="T41" fmla="*/ 32 h 279"/>
              <a:gd name="T42" fmla="*/ 191 w 279"/>
              <a:gd name="T43" fmla="*/ 178 h 279"/>
              <a:gd name="T44" fmla="*/ 193 w 279"/>
              <a:gd name="T45" fmla="*/ 119 h 279"/>
              <a:gd name="T46" fmla="*/ 148 w 279"/>
              <a:gd name="T47" fmla="*/ 182 h 279"/>
              <a:gd name="T48" fmla="*/ 188 w 279"/>
              <a:gd name="T49" fmla="*/ 195 h 279"/>
              <a:gd name="T50" fmla="*/ 148 w 279"/>
              <a:gd name="T51" fmla="*/ 253 h 279"/>
              <a:gd name="T52" fmla="*/ 181 w 279"/>
              <a:gd name="T53" fmla="*/ 34 h 279"/>
              <a:gd name="T54" fmla="*/ 242 w 279"/>
              <a:gd name="T55" fmla="*/ 91 h 279"/>
              <a:gd name="T56" fmla="*/ 246 w 279"/>
              <a:gd name="T57" fmla="*/ 180 h 279"/>
              <a:gd name="T58" fmla="*/ 183 w 279"/>
              <a:gd name="T59" fmla="*/ 244 h 279"/>
              <a:gd name="T60" fmla="*/ 246 w 279"/>
              <a:gd name="T61" fmla="*/ 180 h 279"/>
              <a:gd name="T62" fmla="*/ 207 w 279"/>
              <a:gd name="T63" fmla="*/ 175 h 279"/>
              <a:gd name="T64" fmla="*/ 248 w 279"/>
              <a:gd name="T65" fmla="*/ 106 h 279"/>
              <a:gd name="T66" fmla="*/ 209 w 279"/>
              <a:gd name="T67" fmla="*/ 140 h 2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279" h="279">
                <a:moveTo>
                  <a:pt x="279" y="139"/>
                </a:moveTo>
                <a:cubicBezTo>
                  <a:pt x="279" y="217"/>
                  <a:pt x="218" y="279"/>
                  <a:pt x="140" y="279"/>
                </a:cubicBezTo>
                <a:cubicBezTo>
                  <a:pt x="62" y="279"/>
                  <a:pt x="0" y="217"/>
                  <a:pt x="0" y="139"/>
                </a:cubicBezTo>
                <a:cubicBezTo>
                  <a:pt x="0" y="62"/>
                  <a:pt x="62" y="0"/>
                  <a:pt x="140" y="0"/>
                </a:cubicBezTo>
                <a:cubicBezTo>
                  <a:pt x="218" y="0"/>
                  <a:pt x="279" y="62"/>
                  <a:pt x="279" y="139"/>
                </a:cubicBezTo>
                <a:close/>
                <a:moveTo>
                  <a:pt x="72" y="175"/>
                </a:moveTo>
                <a:cubicBezTo>
                  <a:pt x="70" y="164"/>
                  <a:pt x="70" y="152"/>
                  <a:pt x="70" y="140"/>
                </a:cubicBezTo>
                <a:cubicBezTo>
                  <a:pt x="70" y="132"/>
                  <a:pt x="70" y="125"/>
                  <a:pt x="71" y="117"/>
                </a:cubicBezTo>
                <a:cubicBezTo>
                  <a:pt x="51" y="113"/>
                  <a:pt x="39" y="110"/>
                  <a:pt x="30" y="106"/>
                </a:cubicBezTo>
                <a:cubicBezTo>
                  <a:pt x="27" y="116"/>
                  <a:pt x="26" y="128"/>
                  <a:pt x="26" y="139"/>
                </a:cubicBezTo>
                <a:cubicBezTo>
                  <a:pt x="26" y="145"/>
                  <a:pt x="26" y="150"/>
                  <a:pt x="26" y="155"/>
                </a:cubicBezTo>
                <a:cubicBezTo>
                  <a:pt x="32" y="161"/>
                  <a:pt x="46" y="170"/>
                  <a:pt x="72" y="175"/>
                </a:cubicBezTo>
                <a:close/>
                <a:moveTo>
                  <a:pt x="96" y="244"/>
                </a:moveTo>
                <a:cubicBezTo>
                  <a:pt x="86" y="230"/>
                  <a:pt x="79" y="213"/>
                  <a:pt x="75" y="192"/>
                </a:cubicBezTo>
                <a:cubicBezTo>
                  <a:pt x="58" y="188"/>
                  <a:pt x="42" y="183"/>
                  <a:pt x="32" y="178"/>
                </a:cubicBezTo>
                <a:cubicBezTo>
                  <a:pt x="39" y="194"/>
                  <a:pt x="47" y="208"/>
                  <a:pt x="59" y="220"/>
                </a:cubicBezTo>
                <a:cubicBezTo>
                  <a:pt x="70" y="231"/>
                  <a:pt x="82" y="239"/>
                  <a:pt x="96" y="244"/>
                </a:cubicBezTo>
                <a:close/>
                <a:moveTo>
                  <a:pt x="37" y="91"/>
                </a:moveTo>
                <a:cubicBezTo>
                  <a:pt x="41" y="94"/>
                  <a:pt x="47" y="95"/>
                  <a:pt x="73" y="102"/>
                </a:cubicBezTo>
                <a:cubicBezTo>
                  <a:pt x="77" y="74"/>
                  <a:pt x="86" y="51"/>
                  <a:pt x="98" y="34"/>
                </a:cubicBezTo>
                <a:cubicBezTo>
                  <a:pt x="84" y="41"/>
                  <a:pt x="71" y="47"/>
                  <a:pt x="59" y="59"/>
                </a:cubicBezTo>
                <a:cubicBezTo>
                  <a:pt x="49" y="68"/>
                  <a:pt x="42" y="80"/>
                  <a:pt x="37" y="91"/>
                </a:cubicBezTo>
                <a:close/>
                <a:moveTo>
                  <a:pt x="88" y="178"/>
                </a:moveTo>
                <a:cubicBezTo>
                  <a:pt x="102" y="180"/>
                  <a:pt x="117" y="182"/>
                  <a:pt x="131" y="182"/>
                </a:cubicBezTo>
                <a:cubicBezTo>
                  <a:pt x="131" y="121"/>
                  <a:pt x="131" y="121"/>
                  <a:pt x="131" y="121"/>
                </a:cubicBezTo>
                <a:cubicBezTo>
                  <a:pt x="116" y="121"/>
                  <a:pt x="100" y="120"/>
                  <a:pt x="86" y="118"/>
                </a:cubicBezTo>
                <a:cubicBezTo>
                  <a:pt x="86" y="126"/>
                  <a:pt x="85" y="133"/>
                  <a:pt x="85" y="140"/>
                </a:cubicBezTo>
                <a:cubicBezTo>
                  <a:pt x="85" y="153"/>
                  <a:pt x="86" y="166"/>
                  <a:pt x="88" y="178"/>
                </a:cubicBezTo>
                <a:close/>
                <a:moveTo>
                  <a:pt x="88" y="104"/>
                </a:moveTo>
                <a:cubicBezTo>
                  <a:pt x="102" y="105"/>
                  <a:pt x="117" y="106"/>
                  <a:pt x="131" y="106"/>
                </a:cubicBezTo>
                <a:cubicBezTo>
                  <a:pt x="131" y="26"/>
                  <a:pt x="131" y="26"/>
                  <a:pt x="131" y="26"/>
                </a:cubicBezTo>
                <a:cubicBezTo>
                  <a:pt x="131" y="26"/>
                  <a:pt x="131" y="26"/>
                  <a:pt x="130" y="26"/>
                </a:cubicBezTo>
                <a:cubicBezTo>
                  <a:pt x="111" y="34"/>
                  <a:pt x="95" y="64"/>
                  <a:pt x="88" y="104"/>
                </a:cubicBezTo>
                <a:close/>
                <a:moveTo>
                  <a:pt x="131" y="253"/>
                </a:moveTo>
                <a:cubicBezTo>
                  <a:pt x="131" y="197"/>
                  <a:pt x="131" y="197"/>
                  <a:pt x="131" y="197"/>
                </a:cubicBezTo>
                <a:cubicBezTo>
                  <a:pt x="118" y="197"/>
                  <a:pt x="104" y="196"/>
                  <a:pt x="92" y="195"/>
                </a:cubicBezTo>
                <a:cubicBezTo>
                  <a:pt x="94" y="206"/>
                  <a:pt x="98" y="216"/>
                  <a:pt x="103" y="225"/>
                </a:cubicBezTo>
                <a:cubicBezTo>
                  <a:pt x="110" y="240"/>
                  <a:pt x="120" y="253"/>
                  <a:pt x="131" y="253"/>
                </a:cubicBezTo>
                <a:close/>
                <a:moveTo>
                  <a:pt x="148" y="26"/>
                </a:moveTo>
                <a:cubicBezTo>
                  <a:pt x="148" y="106"/>
                  <a:pt x="148" y="106"/>
                  <a:pt x="148" y="106"/>
                </a:cubicBezTo>
                <a:cubicBezTo>
                  <a:pt x="163" y="106"/>
                  <a:pt x="177" y="105"/>
                  <a:pt x="192" y="104"/>
                </a:cubicBezTo>
                <a:cubicBezTo>
                  <a:pt x="186" y="73"/>
                  <a:pt x="173" y="46"/>
                  <a:pt x="159" y="32"/>
                </a:cubicBezTo>
                <a:cubicBezTo>
                  <a:pt x="155" y="30"/>
                  <a:pt x="151" y="26"/>
                  <a:pt x="148" y="26"/>
                </a:cubicBezTo>
                <a:close/>
                <a:moveTo>
                  <a:pt x="191" y="178"/>
                </a:moveTo>
                <a:cubicBezTo>
                  <a:pt x="193" y="167"/>
                  <a:pt x="194" y="153"/>
                  <a:pt x="194" y="140"/>
                </a:cubicBezTo>
                <a:cubicBezTo>
                  <a:pt x="194" y="133"/>
                  <a:pt x="194" y="126"/>
                  <a:pt x="193" y="119"/>
                </a:cubicBezTo>
                <a:cubicBezTo>
                  <a:pt x="179" y="120"/>
                  <a:pt x="164" y="121"/>
                  <a:pt x="148" y="121"/>
                </a:cubicBezTo>
                <a:cubicBezTo>
                  <a:pt x="148" y="182"/>
                  <a:pt x="148" y="182"/>
                  <a:pt x="148" y="182"/>
                </a:cubicBezTo>
                <a:cubicBezTo>
                  <a:pt x="163" y="182"/>
                  <a:pt x="177" y="180"/>
                  <a:pt x="191" y="178"/>
                </a:cubicBezTo>
                <a:close/>
                <a:moveTo>
                  <a:pt x="188" y="195"/>
                </a:moveTo>
                <a:cubicBezTo>
                  <a:pt x="174" y="196"/>
                  <a:pt x="161" y="197"/>
                  <a:pt x="148" y="197"/>
                </a:cubicBezTo>
                <a:cubicBezTo>
                  <a:pt x="148" y="253"/>
                  <a:pt x="148" y="253"/>
                  <a:pt x="148" y="253"/>
                </a:cubicBezTo>
                <a:cubicBezTo>
                  <a:pt x="170" y="253"/>
                  <a:pt x="182" y="214"/>
                  <a:pt x="188" y="195"/>
                </a:cubicBezTo>
                <a:close/>
                <a:moveTo>
                  <a:pt x="181" y="34"/>
                </a:moveTo>
                <a:cubicBezTo>
                  <a:pt x="194" y="50"/>
                  <a:pt x="202" y="74"/>
                  <a:pt x="206" y="102"/>
                </a:cubicBezTo>
                <a:cubicBezTo>
                  <a:pt x="229" y="98"/>
                  <a:pt x="239" y="94"/>
                  <a:pt x="242" y="91"/>
                </a:cubicBezTo>
                <a:cubicBezTo>
                  <a:pt x="230" y="65"/>
                  <a:pt x="207" y="43"/>
                  <a:pt x="181" y="34"/>
                </a:cubicBezTo>
                <a:close/>
                <a:moveTo>
                  <a:pt x="246" y="180"/>
                </a:moveTo>
                <a:cubicBezTo>
                  <a:pt x="235" y="185"/>
                  <a:pt x="220" y="189"/>
                  <a:pt x="204" y="193"/>
                </a:cubicBezTo>
                <a:cubicBezTo>
                  <a:pt x="199" y="213"/>
                  <a:pt x="193" y="230"/>
                  <a:pt x="183" y="244"/>
                </a:cubicBezTo>
                <a:cubicBezTo>
                  <a:pt x="196" y="239"/>
                  <a:pt x="210" y="231"/>
                  <a:pt x="220" y="220"/>
                </a:cubicBezTo>
                <a:cubicBezTo>
                  <a:pt x="232" y="208"/>
                  <a:pt x="240" y="195"/>
                  <a:pt x="246" y="180"/>
                </a:cubicBezTo>
                <a:close/>
                <a:moveTo>
                  <a:pt x="209" y="140"/>
                </a:moveTo>
                <a:cubicBezTo>
                  <a:pt x="209" y="152"/>
                  <a:pt x="208" y="165"/>
                  <a:pt x="207" y="175"/>
                </a:cubicBezTo>
                <a:cubicBezTo>
                  <a:pt x="252" y="168"/>
                  <a:pt x="254" y="158"/>
                  <a:pt x="254" y="139"/>
                </a:cubicBezTo>
                <a:cubicBezTo>
                  <a:pt x="254" y="128"/>
                  <a:pt x="252" y="117"/>
                  <a:pt x="248" y="106"/>
                </a:cubicBezTo>
                <a:cubicBezTo>
                  <a:pt x="240" y="110"/>
                  <a:pt x="226" y="115"/>
                  <a:pt x="208" y="117"/>
                </a:cubicBezTo>
                <a:cubicBezTo>
                  <a:pt x="209" y="125"/>
                  <a:pt x="209" y="132"/>
                  <a:pt x="209" y="14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7" name="Freeform 19"/>
          <p:cNvSpPr>
            <a:spLocks noEditPoints="1"/>
          </p:cNvSpPr>
          <p:nvPr/>
        </p:nvSpPr>
        <p:spPr bwMode="auto">
          <a:xfrm>
            <a:off x="6458964" y="1972583"/>
            <a:ext cx="280123" cy="275747"/>
          </a:xfrm>
          <a:custGeom>
            <a:avLst/>
            <a:gdLst>
              <a:gd name="T0" fmla="*/ 39 w 246"/>
              <a:gd name="T1" fmla="*/ 89 h 243"/>
              <a:gd name="T2" fmla="*/ 121 w 246"/>
              <a:gd name="T3" fmla="*/ 7 h 243"/>
              <a:gd name="T4" fmla="*/ 178 w 246"/>
              <a:gd name="T5" fmla="*/ 7 h 243"/>
              <a:gd name="T6" fmla="*/ 107 w 246"/>
              <a:gd name="T7" fmla="*/ 78 h 243"/>
              <a:gd name="T8" fmla="*/ 55 w 246"/>
              <a:gd name="T9" fmla="*/ 105 h 243"/>
              <a:gd name="T10" fmla="*/ 44 w 246"/>
              <a:gd name="T11" fmla="*/ 166 h 243"/>
              <a:gd name="T12" fmla="*/ 78 w 246"/>
              <a:gd name="T13" fmla="*/ 200 h 243"/>
              <a:gd name="T14" fmla="*/ 138 w 246"/>
              <a:gd name="T15" fmla="*/ 188 h 243"/>
              <a:gd name="T16" fmla="*/ 165 w 246"/>
              <a:gd name="T17" fmla="*/ 136 h 243"/>
              <a:gd name="T18" fmla="*/ 237 w 246"/>
              <a:gd name="T19" fmla="*/ 64 h 243"/>
              <a:gd name="T20" fmla="*/ 236 w 246"/>
              <a:gd name="T21" fmla="*/ 122 h 243"/>
              <a:gd name="T22" fmla="*/ 155 w 246"/>
              <a:gd name="T23" fmla="*/ 204 h 243"/>
              <a:gd name="T24" fmla="*/ 1 w 246"/>
              <a:gd name="T25" fmla="*/ 243 h 243"/>
              <a:gd name="T26" fmla="*/ 0 w 246"/>
              <a:gd name="T27" fmla="*/ 242 h 243"/>
              <a:gd name="T28" fmla="*/ 39 w 246"/>
              <a:gd name="T29" fmla="*/ 89 h 243"/>
              <a:gd name="T30" fmla="*/ 126 w 246"/>
              <a:gd name="T31" fmla="*/ 97 h 243"/>
              <a:gd name="T32" fmla="*/ 204 w 246"/>
              <a:gd name="T33" fmla="*/ 19 h 243"/>
              <a:gd name="T34" fmla="*/ 215 w 246"/>
              <a:gd name="T35" fmla="*/ 28 h 243"/>
              <a:gd name="T36" fmla="*/ 224 w 246"/>
              <a:gd name="T37" fmla="*/ 40 h 243"/>
              <a:gd name="T38" fmla="*/ 146 w 246"/>
              <a:gd name="T39" fmla="*/ 118 h 243"/>
              <a:gd name="T40" fmla="*/ 106 w 246"/>
              <a:gd name="T41" fmla="*/ 138 h 243"/>
              <a:gd name="T42" fmla="*/ 105 w 246"/>
              <a:gd name="T43" fmla="*/ 138 h 243"/>
              <a:gd name="T44" fmla="*/ 126 w 246"/>
              <a:gd name="T45" fmla="*/ 97 h 2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246" h="243">
                <a:moveTo>
                  <a:pt x="39" y="89"/>
                </a:moveTo>
                <a:cubicBezTo>
                  <a:pt x="121" y="7"/>
                  <a:pt x="121" y="7"/>
                  <a:pt x="121" y="7"/>
                </a:cubicBezTo>
                <a:cubicBezTo>
                  <a:pt x="121" y="7"/>
                  <a:pt x="149" y="0"/>
                  <a:pt x="178" y="7"/>
                </a:cubicBezTo>
                <a:cubicBezTo>
                  <a:pt x="107" y="78"/>
                  <a:pt x="107" y="78"/>
                  <a:pt x="107" y="78"/>
                </a:cubicBezTo>
                <a:cubicBezTo>
                  <a:pt x="55" y="105"/>
                  <a:pt x="55" y="105"/>
                  <a:pt x="55" y="105"/>
                </a:cubicBezTo>
                <a:cubicBezTo>
                  <a:pt x="44" y="166"/>
                  <a:pt x="44" y="166"/>
                  <a:pt x="44" y="166"/>
                </a:cubicBezTo>
                <a:cubicBezTo>
                  <a:pt x="58" y="181"/>
                  <a:pt x="66" y="188"/>
                  <a:pt x="78" y="200"/>
                </a:cubicBezTo>
                <a:cubicBezTo>
                  <a:pt x="138" y="188"/>
                  <a:pt x="138" y="188"/>
                  <a:pt x="138" y="188"/>
                </a:cubicBezTo>
                <a:cubicBezTo>
                  <a:pt x="165" y="136"/>
                  <a:pt x="165" y="136"/>
                  <a:pt x="165" y="136"/>
                </a:cubicBezTo>
                <a:cubicBezTo>
                  <a:pt x="237" y="64"/>
                  <a:pt x="237" y="64"/>
                  <a:pt x="237" y="64"/>
                </a:cubicBezTo>
                <a:cubicBezTo>
                  <a:pt x="246" y="95"/>
                  <a:pt x="236" y="122"/>
                  <a:pt x="236" y="122"/>
                </a:cubicBezTo>
                <a:cubicBezTo>
                  <a:pt x="155" y="204"/>
                  <a:pt x="155" y="204"/>
                  <a:pt x="155" y="204"/>
                </a:cubicBezTo>
                <a:cubicBezTo>
                  <a:pt x="1" y="243"/>
                  <a:pt x="1" y="243"/>
                  <a:pt x="1" y="243"/>
                </a:cubicBezTo>
                <a:cubicBezTo>
                  <a:pt x="0" y="242"/>
                  <a:pt x="0" y="242"/>
                  <a:pt x="0" y="242"/>
                </a:cubicBezTo>
                <a:lnTo>
                  <a:pt x="39" y="89"/>
                </a:lnTo>
                <a:close/>
                <a:moveTo>
                  <a:pt x="126" y="97"/>
                </a:moveTo>
                <a:cubicBezTo>
                  <a:pt x="204" y="19"/>
                  <a:pt x="204" y="19"/>
                  <a:pt x="204" y="19"/>
                </a:cubicBezTo>
                <a:cubicBezTo>
                  <a:pt x="209" y="22"/>
                  <a:pt x="211" y="23"/>
                  <a:pt x="215" y="28"/>
                </a:cubicBezTo>
                <a:cubicBezTo>
                  <a:pt x="220" y="33"/>
                  <a:pt x="221" y="35"/>
                  <a:pt x="224" y="40"/>
                </a:cubicBezTo>
                <a:cubicBezTo>
                  <a:pt x="146" y="118"/>
                  <a:pt x="146" y="118"/>
                  <a:pt x="146" y="118"/>
                </a:cubicBezTo>
                <a:cubicBezTo>
                  <a:pt x="106" y="138"/>
                  <a:pt x="106" y="138"/>
                  <a:pt x="106" y="138"/>
                </a:cubicBezTo>
                <a:cubicBezTo>
                  <a:pt x="105" y="138"/>
                  <a:pt x="105" y="138"/>
                  <a:pt x="105" y="138"/>
                </a:cubicBezTo>
                <a:lnTo>
                  <a:pt x="126" y="97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8" name="Freeform 20"/>
          <p:cNvSpPr>
            <a:spLocks noEditPoints="1"/>
          </p:cNvSpPr>
          <p:nvPr/>
        </p:nvSpPr>
        <p:spPr bwMode="auto">
          <a:xfrm>
            <a:off x="6951368" y="1917871"/>
            <a:ext cx="328269" cy="328269"/>
          </a:xfrm>
          <a:custGeom>
            <a:avLst/>
            <a:gdLst>
              <a:gd name="T0" fmla="*/ 74 w 291"/>
              <a:gd name="T1" fmla="*/ 271 h 289"/>
              <a:gd name="T2" fmla="*/ 1 w 291"/>
              <a:gd name="T3" fmla="*/ 289 h 289"/>
              <a:gd name="T4" fmla="*/ 0 w 291"/>
              <a:gd name="T5" fmla="*/ 287 h 289"/>
              <a:gd name="T6" fmla="*/ 19 w 291"/>
              <a:gd name="T7" fmla="*/ 215 h 289"/>
              <a:gd name="T8" fmla="*/ 189 w 291"/>
              <a:gd name="T9" fmla="*/ 46 h 289"/>
              <a:gd name="T10" fmla="*/ 209 w 291"/>
              <a:gd name="T11" fmla="*/ 45 h 289"/>
              <a:gd name="T12" fmla="*/ 29 w 291"/>
              <a:gd name="T13" fmla="*/ 225 h 289"/>
              <a:gd name="T14" fmla="*/ 24 w 291"/>
              <a:gd name="T15" fmla="*/ 244 h 289"/>
              <a:gd name="T16" fmla="*/ 45 w 291"/>
              <a:gd name="T17" fmla="*/ 265 h 289"/>
              <a:gd name="T18" fmla="*/ 64 w 291"/>
              <a:gd name="T19" fmla="*/ 260 h 289"/>
              <a:gd name="T20" fmla="*/ 73 w 291"/>
              <a:gd name="T21" fmla="*/ 252 h 289"/>
              <a:gd name="T22" fmla="*/ 74 w 291"/>
              <a:gd name="T23" fmla="*/ 232 h 289"/>
              <a:gd name="T24" fmla="*/ 60 w 291"/>
              <a:gd name="T25" fmla="*/ 218 h 289"/>
              <a:gd name="T26" fmla="*/ 225 w 291"/>
              <a:gd name="T27" fmla="*/ 53 h 289"/>
              <a:gd name="T28" fmla="*/ 230 w 291"/>
              <a:gd name="T29" fmla="*/ 59 h 289"/>
              <a:gd name="T30" fmla="*/ 243 w 291"/>
              <a:gd name="T31" fmla="*/ 101 h 289"/>
              <a:gd name="T32" fmla="*/ 74 w 291"/>
              <a:gd name="T33" fmla="*/ 271 h 289"/>
              <a:gd name="T34" fmla="*/ 273 w 291"/>
              <a:gd name="T35" fmla="*/ 72 h 289"/>
              <a:gd name="T36" fmla="*/ 257 w 291"/>
              <a:gd name="T37" fmla="*/ 88 h 289"/>
              <a:gd name="T38" fmla="*/ 244 w 291"/>
              <a:gd name="T39" fmla="*/ 45 h 289"/>
              <a:gd name="T40" fmla="*/ 201 w 291"/>
              <a:gd name="T41" fmla="*/ 33 h 289"/>
              <a:gd name="T42" fmla="*/ 218 w 291"/>
              <a:gd name="T43" fmla="*/ 16 h 289"/>
              <a:gd name="T44" fmla="*/ 274 w 291"/>
              <a:gd name="T45" fmla="*/ 15 h 289"/>
              <a:gd name="T46" fmla="*/ 273 w 291"/>
              <a:gd name="T47" fmla="*/ 72 h 2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291" h="289">
                <a:moveTo>
                  <a:pt x="74" y="271"/>
                </a:moveTo>
                <a:cubicBezTo>
                  <a:pt x="1" y="289"/>
                  <a:pt x="1" y="289"/>
                  <a:pt x="1" y="289"/>
                </a:cubicBezTo>
                <a:cubicBezTo>
                  <a:pt x="0" y="287"/>
                  <a:pt x="0" y="287"/>
                  <a:pt x="0" y="287"/>
                </a:cubicBezTo>
                <a:cubicBezTo>
                  <a:pt x="19" y="215"/>
                  <a:pt x="19" y="215"/>
                  <a:pt x="19" y="215"/>
                </a:cubicBezTo>
                <a:cubicBezTo>
                  <a:pt x="189" y="46"/>
                  <a:pt x="189" y="46"/>
                  <a:pt x="189" y="46"/>
                </a:cubicBezTo>
                <a:cubicBezTo>
                  <a:pt x="192" y="45"/>
                  <a:pt x="199" y="43"/>
                  <a:pt x="209" y="45"/>
                </a:cubicBezTo>
                <a:cubicBezTo>
                  <a:pt x="29" y="225"/>
                  <a:pt x="29" y="225"/>
                  <a:pt x="29" y="225"/>
                </a:cubicBezTo>
                <a:cubicBezTo>
                  <a:pt x="24" y="244"/>
                  <a:pt x="24" y="244"/>
                  <a:pt x="24" y="244"/>
                </a:cubicBezTo>
                <a:cubicBezTo>
                  <a:pt x="45" y="265"/>
                  <a:pt x="45" y="265"/>
                  <a:pt x="45" y="265"/>
                </a:cubicBezTo>
                <a:cubicBezTo>
                  <a:pt x="64" y="260"/>
                  <a:pt x="64" y="260"/>
                  <a:pt x="64" y="260"/>
                </a:cubicBezTo>
                <a:cubicBezTo>
                  <a:pt x="73" y="252"/>
                  <a:pt x="73" y="252"/>
                  <a:pt x="73" y="252"/>
                </a:cubicBezTo>
                <a:cubicBezTo>
                  <a:pt x="74" y="232"/>
                  <a:pt x="74" y="232"/>
                  <a:pt x="74" y="232"/>
                </a:cubicBezTo>
                <a:cubicBezTo>
                  <a:pt x="60" y="218"/>
                  <a:pt x="60" y="218"/>
                  <a:pt x="60" y="218"/>
                </a:cubicBezTo>
                <a:cubicBezTo>
                  <a:pt x="225" y="53"/>
                  <a:pt x="225" y="53"/>
                  <a:pt x="225" y="53"/>
                </a:cubicBezTo>
                <a:cubicBezTo>
                  <a:pt x="227" y="56"/>
                  <a:pt x="227" y="56"/>
                  <a:pt x="230" y="59"/>
                </a:cubicBezTo>
                <a:cubicBezTo>
                  <a:pt x="255" y="83"/>
                  <a:pt x="243" y="101"/>
                  <a:pt x="243" y="101"/>
                </a:cubicBezTo>
                <a:lnTo>
                  <a:pt x="74" y="271"/>
                </a:lnTo>
                <a:close/>
                <a:moveTo>
                  <a:pt x="273" y="72"/>
                </a:moveTo>
                <a:cubicBezTo>
                  <a:pt x="257" y="88"/>
                  <a:pt x="257" y="88"/>
                  <a:pt x="257" y="88"/>
                </a:cubicBezTo>
                <a:cubicBezTo>
                  <a:pt x="257" y="88"/>
                  <a:pt x="269" y="69"/>
                  <a:pt x="244" y="45"/>
                </a:cubicBezTo>
                <a:cubicBezTo>
                  <a:pt x="222" y="23"/>
                  <a:pt x="201" y="33"/>
                  <a:pt x="201" y="33"/>
                </a:cubicBezTo>
                <a:cubicBezTo>
                  <a:pt x="218" y="16"/>
                  <a:pt x="218" y="16"/>
                  <a:pt x="218" y="16"/>
                </a:cubicBezTo>
                <a:cubicBezTo>
                  <a:pt x="233" y="0"/>
                  <a:pt x="259" y="0"/>
                  <a:pt x="274" y="15"/>
                </a:cubicBezTo>
                <a:cubicBezTo>
                  <a:pt x="291" y="31"/>
                  <a:pt x="289" y="56"/>
                  <a:pt x="273" y="72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19" name="Freeform 21"/>
          <p:cNvSpPr>
            <a:spLocks noEditPoints="1"/>
          </p:cNvSpPr>
          <p:nvPr/>
        </p:nvSpPr>
        <p:spPr bwMode="auto">
          <a:xfrm>
            <a:off x="7463468" y="1959451"/>
            <a:ext cx="343589" cy="306384"/>
          </a:xfrm>
          <a:custGeom>
            <a:avLst/>
            <a:gdLst>
              <a:gd name="T0" fmla="*/ 304 w 304"/>
              <a:gd name="T1" fmla="*/ 28 h 270"/>
              <a:gd name="T2" fmla="*/ 304 w 304"/>
              <a:gd name="T3" fmla="*/ 35 h 270"/>
              <a:gd name="T4" fmla="*/ 259 w 304"/>
              <a:gd name="T5" fmla="*/ 64 h 270"/>
              <a:gd name="T6" fmla="*/ 240 w 304"/>
              <a:gd name="T7" fmla="*/ 104 h 270"/>
              <a:gd name="T8" fmla="*/ 223 w 304"/>
              <a:gd name="T9" fmla="*/ 191 h 270"/>
              <a:gd name="T10" fmla="*/ 134 w 304"/>
              <a:gd name="T11" fmla="*/ 219 h 270"/>
              <a:gd name="T12" fmla="*/ 127 w 304"/>
              <a:gd name="T13" fmla="*/ 222 h 270"/>
              <a:gd name="T14" fmla="*/ 109 w 304"/>
              <a:gd name="T15" fmla="*/ 268 h 270"/>
              <a:gd name="T16" fmla="*/ 93 w 304"/>
              <a:gd name="T17" fmla="*/ 238 h 270"/>
              <a:gd name="T18" fmla="*/ 50 w 304"/>
              <a:gd name="T19" fmla="*/ 240 h 270"/>
              <a:gd name="T20" fmla="*/ 76 w 304"/>
              <a:gd name="T21" fmla="*/ 203 h 270"/>
              <a:gd name="T22" fmla="*/ 0 w 304"/>
              <a:gd name="T23" fmla="*/ 156 h 270"/>
              <a:gd name="T24" fmla="*/ 50 w 304"/>
              <a:gd name="T25" fmla="*/ 160 h 270"/>
              <a:gd name="T26" fmla="*/ 102 w 304"/>
              <a:gd name="T27" fmla="*/ 105 h 270"/>
              <a:gd name="T28" fmla="*/ 142 w 304"/>
              <a:gd name="T29" fmla="*/ 62 h 270"/>
              <a:gd name="T30" fmla="*/ 203 w 304"/>
              <a:gd name="T31" fmla="*/ 0 h 270"/>
              <a:gd name="T32" fmla="*/ 246 w 304"/>
              <a:gd name="T33" fmla="*/ 28 h 270"/>
              <a:gd name="T34" fmla="*/ 304 w 304"/>
              <a:gd name="T35" fmla="*/ 28 h 270"/>
              <a:gd name="T36" fmla="*/ 209 w 304"/>
              <a:gd name="T37" fmla="*/ 63 h 270"/>
              <a:gd name="T38" fmla="*/ 226 w 304"/>
              <a:gd name="T39" fmla="*/ 46 h 270"/>
              <a:gd name="T40" fmla="*/ 209 w 304"/>
              <a:gd name="T41" fmla="*/ 29 h 270"/>
              <a:gd name="T42" fmla="*/ 192 w 304"/>
              <a:gd name="T43" fmla="*/ 46 h 270"/>
              <a:gd name="T44" fmla="*/ 209 w 304"/>
              <a:gd name="T45" fmla="*/ 63 h 2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304" h="270">
                <a:moveTo>
                  <a:pt x="304" y="28"/>
                </a:moveTo>
                <a:cubicBezTo>
                  <a:pt x="304" y="35"/>
                  <a:pt x="304" y="35"/>
                  <a:pt x="304" y="35"/>
                </a:cubicBezTo>
                <a:cubicBezTo>
                  <a:pt x="259" y="64"/>
                  <a:pt x="259" y="64"/>
                  <a:pt x="259" y="64"/>
                </a:cubicBezTo>
                <a:cubicBezTo>
                  <a:pt x="262" y="92"/>
                  <a:pt x="240" y="104"/>
                  <a:pt x="240" y="104"/>
                </a:cubicBezTo>
                <a:cubicBezTo>
                  <a:pt x="240" y="104"/>
                  <a:pt x="257" y="152"/>
                  <a:pt x="223" y="191"/>
                </a:cubicBezTo>
                <a:cubicBezTo>
                  <a:pt x="184" y="237"/>
                  <a:pt x="141" y="221"/>
                  <a:pt x="134" y="219"/>
                </a:cubicBezTo>
                <a:cubicBezTo>
                  <a:pt x="127" y="217"/>
                  <a:pt x="127" y="222"/>
                  <a:pt x="127" y="222"/>
                </a:cubicBezTo>
                <a:cubicBezTo>
                  <a:pt x="135" y="255"/>
                  <a:pt x="127" y="266"/>
                  <a:pt x="109" y="268"/>
                </a:cubicBezTo>
                <a:cubicBezTo>
                  <a:pt x="89" y="270"/>
                  <a:pt x="93" y="238"/>
                  <a:pt x="93" y="238"/>
                </a:cubicBezTo>
                <a:cubicBezTo>
                  <a:pt x="59" y="268"/>
                  <a:pt x="47" y="251"/>
                  <a:pt x="50" y="240"/>
                </a:cubicBezTo>
                <a:cubicBezTo>
                  <a:pt x="54" y="223"/>
                  <a:pt x="76" y="203"/>
                  <a:pt x="76" y="203"/>
                </a:cubicBezTo>
                <a:cubicBezTo>
                  <a:pt x="13" y="203"/>
                  <a:pt x="0" y="156"/>
                  <a:pt x="0" y="156"/>
                </a:cubicBezTo>
                <a:cubicBezTo>
                  <a:pt x="0" y="156"/>
                  <a:pt x="30" y="164"/>
                  <a:pt x="50" y="160"/>
                </a:cubicBezTo>
                <a:cubicBezTo>
                  <a:pt x="72" y="156"/>
                  <a:pt x="94" y="139"/>
                  <a:pt x="102" y="105"/>
                </a:cubicBezTo>
                <a:cubicBezTo>
                  <a:pt x="109" y="75"/>
                  <a:pt x="142" y="62"/>
                  <a:pt x="142" y="62"/>
                </a:cubicBezTo>
                <a:cubicBezTo>
                  <a:pt x="142" y="15"/>
                  <a:pt x="180" y="0"/>
                  <a:pt x="203" y="0"/>
                </a:cubicBezTo>
                <a:cubicBezTo>
                  <a:pt x="239" y="0"/>
                  <a:pt x="246" y="28"/>
                  <a:pt x="246" y="28"/>
                </a:cubicBezTo>
                <a:lnTo>
                  <a:pt x="304" y="28"/>
                </a:lnTo>
                <a:close/>
                <a:moveTo>
                  <a:pt x="209" y="63"/>
                </a:moveTo>
                <a:cubicBezTo>
                  <a:pt x="219" y="63"/>
                  <a:pt x="226" y="56"/>
                  <a:pt x="226" y="46"/>
                </a:cubicBezTo>
                <a:cubicBezTo>
                  <a:pt x="226" y="37"/>
                  <a:pt x="219" y="29"/>
                  <a:pt x="209" y="29"/>
                </a:cubicBezTo>
                <a:cubicBezTo>
                  <a:pt x="200" y="29"/>
                  <a:pt x="192" y="37"/>
                  <a:pt x="192" y="46"/>
                </a:cubicBezTo>
                <a:cubicBezTo>
                  <a:pt x="192" y="56"/>
                  <a:pt x="200" y="63"/>
                  <a:pt x="209" y="6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0" name="Freeform 22"/>
          <p:cNvSpPr>
            <a:spLocks noEditPoints="1"/>
          </p:cNvSpPr>
          <p:nvPr/>
        </p:nvSpPr>
        <p:spPr bwMode="auto">
          <a:xfrm>
            <a:off x="7977756" y="1926625"/>
            <a:ext cx="321704" cy="321704"/>
          </a:xfrm>
          <a:custGeom>
            <a:avLst/>
            <a:gdLst>
              <a:gd name="T0" fmla="*/ 40 w 284"/>
              <a:gd name="T1" fmla="*/ 41 h 284"/>
              <a:gd name="T2" fmla="*/ 187 w 284"/>
              <a:gd name="T3" fmla="*/ 41 h 284"/>
              <a:gd name="T4" fmla="*/ 192 w 284"/>
              <a:gd name="T5" fmla="*/ 182 h 284"/>
              <a:gd name="T6" fmla="*/ 231 w 284"/>
              <a:gd name="T7" fmla="*/ 195 h 284"/>
              <a:gd name="T8" fmla="*/ 276 w 284"/>
              <a:gd name="T9" fmla="*/ 240 h 284"/>
              <a:gd name="T10" fmla="*/ 273 w 284"/>
              <a:gd name="T11" fmla="*/ 274 h 284"/>
              <a:gd name="T12" fmla="*/ 240 w 284"/>
              <a:gd name="T13" fmla="*/ 277 h 284"/>
              <a:gd name="T14" fmla="*/ 195 w 284"/>
              <a:gd name="T15" fmla="*/ 232 h 284"/>
              <a:gd name="T16" fmla="*/ 181 w 284"/>
              <a:gd name="T17" fmla="*/ 193 h 284"/>
              <a:gd name="T18" fmla="*/ 40 w 284"/>
              <a:gd name="T19" fmla="*/ 188 h 284"/>
              <a:gd name="T20" fmla="*/ 40 w 284"/>
              <a:gd name="T21" fmla="*/ 41 h 284"/>
              <a:gd name="T22" fmla="*/ 167 w 284"/>
              <a:gd name="T23" fmla="*/ 60 h 284"/>
              <a:gd name="T24" fmla="*/ 59 w 284"/>
              <a:gd name="T25" fmla="*/ 60 h 284"/>
              <a:gd name="T26" fmla="*/ 59 w 284"/>
              <a:gd name="T27" fmla="*/ 168 h 284"/>
              <a:gd name="T28" fmla="*/ 167 w 284"/>
              <a:gd name="T29" fmla="*/ 168 h 284"/>
              <a:gd name="T30" fmla="*/ 167 w 284"/>
              <a:gd name="T31" fmla="*/ 60 h 284"/>
              <a:gd name="T32" fmla="*/ 102 w 284"/>
              <a:gd name="T33" fmla="*/ 102 h 284"/>
              <a:gd name="T34" fmla="*/ 102 w 284"/>
              <a:gd name="T35" fmla="*/ 67 h 284"/>
              <a:gd name="T36" fmla="*/ 125 w 284"/>
              <a:gd name="T37" fmla="*/ 67 h 284"/>
              <a:gd name="T38" fmla="*/ 125 w 284"/>
              <a:gd name="T39" fmla="*/ 102 h 284"/>
              <a:gd name="T40" fmla="*/ 159 w 284"/>
              <a:gd name="T41" fmla="*/ 102 h 284"/>
              <a:gd name="T42" fmla="*/ 159 w 284"/>
              <a:gd name="T43" fmla="*/ 124 h 284"/>
              <a:gd name="T44" fmla="*/ 125 w 284"/>
              <a:gd name="T45" fmla="*/ 124 h 284"/>
              <a:gd name="T46" fmla="*/ 125 w 284"/>
              <a:gd name="T47" fmla="*/ 159 h 284"/>
              <a:gd name="T48" fmla="*/ 102 w 284"/>
              <a:gd name="T49" fmla="*/ 159 h 284"/>
              <a:gd name="T50" fmla="*/ 102 w 284"/>
              <a:gd name="T51" fmla="*/ 124 h 284"/>
              <a:gd name="T52" fmla="*/ 67 w 284"/>
              <a:gd name="T53" fmla="*/ 124 h 284"/>
              <a:gd name="T54" fmla="*/ 67 w 284"/>
              <a:gd name="T55" fmla="*/ 102 h 284"/>
              <a:gd name="T56" fmla="*/ 102 w 284"/>
              <a:gd name="T57" fmla="*/ 102 h 2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284" h="284">
                <a:moveTo>
                  <a:pt x="40" y="41"/>
                </a:moveTo>
                <a:cubicBezTo>
                  <a:pt x="81" y="0"/>
                  <a:pt x="146" y="0"/>
                  <a:pt x="187" y="41"/>
                </a:cubicBezTo>
                <a:cubicBezTo>
                  <a:pt x="225" y="79"/>
                  <a:pt x="224" y="144"/>
                  <a:pt x="192" y="182"/>
                </a:cubicBezTo>
                <a:cubicBezTo>
                  <a:pt x="231" y="195"/>
                  <a:pt x="231" y="195"/>
                  <a:pt x="231" y="195"/>
                </a:cubicBezTo>
                <a:cubicBezTo>
                  <a:pt x="276" y="240"/>
                  <a:pt x="276" y="240"/>
                  <a:pt x="276" y="240"/>
                </a:cubicBezTo>
                <a:cubicBezTo>
                  <a:pt x="284" y="250"/>
                  <a:pt x="283" y="265"/>
                  <a:pt x="273" y="274"/>
                </a:cubicBezTo>
                <a:cubicBezTo>
                  <a:pt x="264" y="283"/>
                  <a:pt x="250" y="284"/>
                  <a:pt x="240" y="277"/>
                </a:cubicBezTo>
                <a:cubicBezTo>
                  <a:pt x="195" y="232"/>
                  <a:pt x="195" y="232"/>
                  <a:pt x="195" y="232"/>
                </a:cubicBezTo>
                <a:cubicBezTo>
                  <a:pt x="181" y="193"/>
                  <a:pt x="181" y="193"/>
                  <a:pt x="181" y="193"/>
                </a:cubicBezTo>
                <a:cubicBezTo>
                  <a:pt x="143" y="225"/>
                  <a:pt x="78" y="226"/>
                  <a:pt x="40" y="188"/>
                </a:cubicBezTo>
                <a:cubicBezTo>
                  <a:pt x="0" y="147"/>
                  <a:pt x="0" y="81"/>
                  <a:pt x="40" y="41"/>
                </a:cubicBezTo>
                <a:close/>
                <a:moveTo>
                  <a:pt x="167" y="60"/>
                </a:moveTo>
                <a:cubicBezTo>
                  <a:pt x="138" y="30"/>
                  <a:pt x="89" y="30"/>
                  <a:pt x="59" y="60"/>
                </a:cubicBezTo>
                <a:cubicBezTo>
                  <a:pt x="29" y="90"/>
                  <a:pt x="29" y="138"/>
                  <a:pt x="59" y="168"/>
                </a:cubicBezTo>
                <a:cubicBezTo>
                  <a:pt x="89" y="198"/>
                  <a:pt x="138" y="198"/>
                  <a:pt x="167" y="168"/>
                </a:cubicBezTo>
                <a:cubicBezTo>
                  <a:pt x="197" y="138"/>
                  <a:pt x="197" y="90"/>
                  <a:pt x="167" y="60"/>
                </a:cubicBezTo>
                <a:close/>
                <a:moveTo>
                  <a:pt x="102" y="102"/>
                </a:moveTo>
                <a:cubicBezTo>
                  <a:pt x="102" y="67"/>
                  <a:pt x="102" y="67"/>
                  <a:pt x="102" y="67"/>
                </a:cubicBezTo>
                <a:cubicBezTo>
                  <a:pt x="125" y="67"/>
                  <a:pt x="125" y="67"/>
                  <a:pt x="125" y="67"/>
                </a:cubicBezTo>
                <a:cubicBezTo>
                  <a:pt x="125" y="102"/>
                  <a:pt x="125" y="102"/>
                  <a:pt x="125" y="102"/>
                </a:cubicBezTo>
                <a:cubicBezTo>
                  <a:pt x="159" y="102"/>
                  <a:pt x="159" y="102"/>
                  <a:pt x="159" y="102"/>
                </a:cubicBezTo>
                <a:cubicBezTo>
                  <a:pt x="159" y="124"/>
                  <a:pt x="159" y="124"/>
                  <a:pt x="159" y="124"/>
                </a:cubicBezTo>
                <a:cubicBezTo>
                  <a:pt x="125" y="124"/>
                  <a:pt x="125" y="124"/>
                  <a:pt x="125" y="124"/>
                </a:cubicBezTo>
                <a:cubicBezTo>
                  <a:pt x="125" y="159"/>
                  <a:pt x="125" y="159"/>
                  <a:pt x="125" y="159"/>
                </a:cubicBezTo>
                <a:cubicBezTo>
                  <a:pt x="102" y="159"/>
                  <a:pt x="102" y="159"/>
                  <a:pt x="102" y="159"/>
                </a:cubicBezTo>
                <a:cubicBezTo>
                  <a:pt x="102" y="124"/>
                  <a:pt x="102" y="124"/>
                  <a:pt x="102" y="124"/>
                </a:cubicBezTo>
                <a:cubicBezTo>
                  <a:pt x="67" y="124"/>
                  <a:pt x="67" y="124"/>
                  <a:pt x="67" y="124"/>
                </a:cubicBezTo>
                <a:cubicBezTo>
                  <a:pt x="67" y="102"/>
                  <a:pt x="67" y="102"/>
                  <a:pt x="67" y="102"/>
                </a:cubicBezTo>
                <a:lnTo>
                  <a:pt x="102" y="102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1" name="Freeform 23"/>
          <p:cNvSpPr>
            <a:spLocks noEditPoints="1"/>
          </p:cNvSpPr>
          <p:nvPr/>
        </p:nvSpPr>
        <p:spPr bwMode="auto">
          <a:xfrm>
            <a:off x="8489857" y="1990090"/>
            <a:ext cx="251673" cy="249484"/>
          </a:xfrm>
          <a:custGeom>
            <a:avLst/>
            <a:gdLst>
              <a:gd name="T0" fmla="*/ 32 w 115"/>
              <a:gd name="T1" fmla="*/ 20 h 114"/>
              <a:gd name="T2" fmla="*/ 45 w 115"/>
              <a:gd name="T3" fmla="*/ 7 h 114"/>
              <a:gd name="T4" fmla="*/ 45 w 115"/>
              <a:gd name="T5" fmla="*/ 45 h 114"/>
              <a:gd name="T6" fmla="*/ 8 w 115"/>
              <a:gd name="T7" fmla="*/ 45 h 114"/>
              <a:gd name="T8" fmla="*/ 21 w 115"/>
              <a:gd name="T9" fmla="*/ 32 h 114"/>
              <a:gd name="T10" fmla="*/ 0 w 115"/>
              <a:gd name="T11" fmla="*/ 12 h 114"/>
              <a:gd name="T12" fmla="*/ 12 w 115"/>
              <a:gd name="T13" fmla="*/ 0 h 114"/>
              <a:gd name="T14" fmla="*/ 32 w 115"/>
              <a:gd name="T15" fmla="*/ 20 h 114"/>
              <a:gd name="T16" fmla="*/ 0 w 115"/>
              <a:gd name="T17" fmla="*/ 103 h 114"/>
              <a:gd name="T18" fmla="*/ 21 w 115"/>
              <a:gd name="T19" fmla="*/ 82 h 114"/>
              <a:gd name="T20" fmla="*/ 8 w 115"/>
              <a:gd name="T21" fmla="*/ 70 h 114"/>
              <a:gd name="T22" fmla="*/ 45 w 115"/>
              <a:gd name="T23" fmla="*/ 70 h 114"/>
              <a:gd name="T24" fmla="*/ 45 w 115"/>
              <a:gd name="T25" fmla="*/ 107 h 114"/>
              <a:gd name="T26" fmla="*/ 32 w 115"/>
              <a:gd name="T27" fmla="*/ 94 h 114"/>
              <a:gd name="T28" fmla="*/ 12 w 115"/>
              <a:gd name="T29" fmla="*/ 114 h 114"/>
              <a:gd name="T30" fmla="*/ 0 w 115"/>
              <a:gd name="T31" fmla="*/ 103 h 114"/>
              <a:gd name="T32" fmla="*/ 115 w 115"/>
              <a:gd name="T33" fmla="*/ 12 h 114"/>
              <a:gd name="T34" fmla="*/ 94 w 115"/>
              <a:gd name="T35" fmla="*/ 32 h 114"/>
              <a:gd name="T36" fmla="*/ 107 w 115"/>
              <a:gd name="T37" fmla="*/ 45 h 114"/>
              <a:gd name="T38" fmla="*/ 70 w 115"/>
              <a:gd name="T39" fmla="*/ 45 h 114"/>
              <a:gd name="T40" fmla="*/ 70 w 115"/>
              <a:gd name="T41" fmla="*/ 7 h 114"/>
              <a:gd name="T42" fmla="*/ 83 w 115"/>
              <a:gd name="T43" fmla="*/ 20 h 114"/>
              <a:gd name="T44" fmla="*/ 103 w 115"/>
              <a:gd name="T45" fmla="*/ 0 h 114"/>
              <a:gd name="T46" fmla="*/ 115 w 115"/>
              <a:gd name="T47" fmla="*/ 12 h 114"/>
              <a:gd name="T48" fmla="*/ 70 w 115"/>
              <a:gd name="T49" fmla="*/ 107 h 114"/>
              <a:gd name="T50" fmla="*/ 70 w 115"/>
              <a:gd name="T51" fmla="*/ 70 h 114"/>
              <a:gd name="T52" fmla="*/ 107 w 115"/>
              <a:gd name="T53" fmla="*/ 70 h 114"/>
              <a:gd name="T54" fmla="*/ 94 w 115"/>
              <a:gd name="T55" fmla="*/ 82 h 114"/>
              <a:gd name="T56" fmla="*/ 115 w 115"/>
              <a:gd name="T57" fmla="*/ 103 h 114"/>
              <a:gd name="T58" fmla="*/ 103 w 115"/>
              <a:gd name="T59" fmla="*/ 114 h 114"/>
              <a:gd name="T60" fmla="*/ 83 w 115"/>
              <a:gd name="T61" fmla="*/ 94 h 114"/>
              <a:gd name="T62" fmla="*/ 70 w 115"/>
              <a:gd name="T63" fmla="*/ 107 h 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15" h="114">
                <a:moveTo>
                  <a:pt x="32" y="20"/>
                </a:moveTo>
                <a:lnTo>
                  <a:pt x="45" y="7"/>
                </a:lnTo>
                <a:lnTo>
                  <a:pt x="45" y="45"/>
                </a:lnTo>
                <a:lnTo>
                  <a:pt x="8" y="45"/>
                </a:lnTo>
                <a:lnTo>
                  <a:pt x="21" y="32"/>
                </a:lnTo>
                <a:lnTo>
                  <a:pt x="0" y="12"/>
                </a:lnTo>
                <a:lnTo>
                  <a:pt x="12" y="0"/>
                </a:lnTo>
                <a:lnTo>
                  <a:pt x="32" y="20"/>
                </a:lnTo>
                <a:close/>
                <a:moveTo>
                  <a:pt x="0" y="103"/>
                </a:moveTo>
                <a:lnTo>
                  <a:pt x="21" y="82"/>
                </a:lnTo>
                <a:lnTo>
                  <a:pt x="8" y="70"/>
                </a:lnTo>
                <a:lnTo>
                  <a:pt x="45" y="70"/>
                </a:lnTo>
                <a:lnTo>
                  <a:pt x="45" y="107"/>
                </a:lnTo>
                <a:lnTo>
                  <a:pt x="32" y="94"/>
                </a:lnTo>
                <a:lnTo>
                  <a:pt x="12" y="114"/>
                </a:lnTo>
                <a:lnTo>
                  <a:pt x="0" y="103"/>
                </a:lnTo>
                <a:close/>
                <a:moveTo>
                  <a:pt x="115" y="12"/>
                </a:moveTo>
                <a:lnTo>
                  <a:pt x="94" y="32"/>
                </a:lnTo>
                <a:lnTo>
                  <a:pt x="107" y="45"/>
                </a:lnTo>
                <a:lnTo>
                  <a:pt x="70" y="45"/>
                </a:lnTo>
                <a:lnTo>
                  <a:pt x="70" y="7"/>
                </a:lnTo>
                <a:lnTo>
                  <a:pt x="83" y="20"/>
                </a:lnTo>
                <a:lnTo>
                  <a:pt x="103" y="0"/>
                </a:lnTo>
                <a:lnTo>
                  <a:pt x="115" y="12"/>
                </a:lnTo>
                <a:close/>
                <a:moveTo>
                  <a:pt x="70" y="107"/>
                </a:moveTo>
                <a:lnTo>
                  <a:pt x="70" y="70"/>
                </a:lnTo>
                <a:lnTo>
                  <a:pt x="107" y="70"/>
                </a:lnTo>
                <a:lnTo>
                  <a:pt x="94" y="82"/>
                </a:lnTo>
                <a:lnTo>
                  <a:pt x="115" y="103"/>
                </a:lnTo>
                <a:lnTo>
                  <a:pt x="103" y="114"/>
                </a:lnTo>
                <a:lnTo>
                  <a:pt x="83" y="94"/>
                </a:lnTo>
                <a:lnTo>
                  <a:pt x="70" y="107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2" name="Freeform 24"/>
          <p:cNvSpPr>
            <a:spLocks noEditPoints="1"/>
          </p:cNvSpPr>
          <p:nvPr/>
        </p:nvSpPr>
        <p:spPr bwMode="auto">
          <a:xfrm>
            <a:off x="8920985" y="1909118"/>
            <a:ext cx="339212" cy="334836"/>
          </a:xfrm>
          <a:custGeom>
            <a:avLst/>
            <a:gdLst>
              <a:gd name="T0" fmla="*/ 281 w 300"/>
              <a:gd name="T1" fmla="*/ 40 h 296"/>
              <a:gd name="T2" fmla="*/ 300 w 300"/>
              <a:gd name="T3" fmla="*/ 57 h 296"/>
              <a:gd name="T4" fmla="*/ 300 w 300"/>
              <a:gd name="T5" fmla="*/ 137 h 296"/>
              <a:gd name="T6" fmla="*/ 284 w 300"/>
              <a:gd name="T7" fmla="*/ 155 h 296"/>
              <a:gd name="T8" fmla="*/ 110 w 300"/>
              <a:gd name="T9" fmla="*/ 174 h 296"/>
              <a:gd name="T10" fmla="*/ 110 w 300"/>
              <a:gd name="T11" fmla="*/ 194 h 296"/>
              <a:gd name="T12" fmla="*/ 275 w 300"/>
              <a:gd name="T13" fmla="*/ 194 h 296"/>
              <a:gd name="T14" fmla="*/ 275 w 300"/>
              <a:gd name="T15" fmla="*/ 222 h 296"/>
              <a:gd name="T16" fmla="*/ 107 w 300"/>
              <a:gd name="T17" fmla="*/ 222 h 296"/>
              <a:gd name="T18" fmla="*/ 85 w 300"/>
              <a:gd name="T19" fmla="*/ 159 h 296"/>
              <a:gd name="T20" fmla="*/ 100 w 300"/>
              <a:gd name="T21" fmla="*/ 147 h 296"/>
              <a:gd name="T22" fmla="*/ 46 w 300"/>
              <a:gd name="T23" fmla="*/ 31 h 296"/>
              <a:gd name="T24" fmla="*/ 20 w 300"/>
              <a:gd name="T25" fmla="*/ 31 h 296"/>
              <a:gd name="T26" fmla="*/ 20 w 300"/>
              <a:gd name="T27" fmla="*/ 0 h 296"/>
              <a:gd name="T28" fmla="*/ 51 w 300"/>
              <a:gd name="T29" fmla="*/ 0 h 296"/>
              <a:gd name="T30" fmla="*/ 75 w 300"/>
              <a:gd name="T31" fmla="*/ 18 h 296"/>
              <a:gd name="T32" fmla="*/ 86 w 300"/>
              <a:gd name="T33" fmla="*/ 40 h 296"/>
              <a:gd name="T34" fmla="*/ 281 w 300"/>
              <a:gd name="T35" fmla="*/ 40 h 296"/>
              <a:gd name="T36" fmla="*/ 95 w 300"/>
              <a:gd name="T37" fmla="*/ 270 h 296"/>
              <a:gd name="T38" fmla="*/ 68 w 300"/>
              <a:gd name="T39" fmla="*/ 296 h 296"/>
              <a:gd name="T40" fmla="*/ 41 w 300"/>
              <a:gd name="T41" fmla="*/ 270 h 296"/>
              <a:gd name="T42" fmla="*/ 68 w 300"/>
              <a:gd name="T43" fmla="*/ 243 h 296"/>
              <a:gd name="T44" fmla="*/ 95 w 300"/>
              <a:gd name="T45" fmla="*/ 270 h 296"/>
              <a:gd name="T46" fmla="*/ 110 w 300"/>
              <a:gd name="T47" fmla="*/ 93 h 296"/>
              <a:gd name="T48" fmla="*/ 154 w 300"/>
              <a:gd name="T49" fmla="*/ 93 h 296"/>
              <a:gd name="T50" fmla="*/ 144 w 300"/>
              <a:gd name="T51" fmla="*/ 64 h 296"/>
              <a:gd name="T52" fmla="*/ 97 w 300"/>
              <a:gd name="T53" fmla="*/ 64 h 296"/>
              <a:gd name="T54" fmla="*/ 110 w 300"/>
              <a:gd name="T55" fmla="*/ 93 h 296"/>
              <a:gd name="T56" fmla="*/ 169 w 300"/>
              <a:gd name="T57" fmla="*/ 143 h 296"/>
              <a:gd name="T58" fmla="*/ 158 w 300"/>
              <a:gd name="T59" fmla="*/ 109 h 296"/>
              <a:gd name="T60" fmla="*/ 117 w 300"/>
              <a:gd name="T61" fmla="*/ 109 h 296"/>
              <a:gd name="T62" fmla="*/ 135 w 300"/>
              <a:gd name="T63" fmla="*/ 147 h 296"/>
              <a:gd name="T64" fmla="*/ 169 w 300"/>
              <a:gd name="T65" fmla="*/ 143 h 296"/>
              <a:gd name="T66" fmla="*/ 160 w 300"/>
              <a:gd name="T67" fmla="*/ 64 h 296"/>
              <a:gd name="T68" fmla="*/ 169 w 300"/>
              <a:gd name="T69" fmla="*/ 93 h 296"/>
              <a:gd name="T70" fmla="*/ 212 w 300"/>
              <a:gd name="T71" fmla="*/ 93 h 296"/>
              <a:gd name="T72" fmla="*/ 205 w 300"/>
              <a:gd name="T73" fmla="*/ 64 h 296"/>
              <a:gd name="T74" fmla="*/ 160 w 300"/>
              <a:gd name="T75" fmla="*/ 64 h 296"/>
              <a:gd name="T76" fmla="*/ 223 w 300"/>
              <a:gd name="T77" fmla="*/ 138 h 296"/>
              <a:gd name="T78" fmla="*/ 214 w 300"/>
              <a:gd name="T79" fmla="*/ 109 h 296"/>
              <a:gd name="T80" fmla="*/ 173 w 300"/>
              <a:gd name="T81" fmla="*/ 109 h 296"/>
              <a:gd name="T82" fmla="*/ 184 w 300"/>
              <a:gd name="T83" fmla="*/ 142 h 296"/>
              <a:gd name="T84" fmla="*/ 223 w 300"/>
              <a:gd name="T85" fmla="*/ 138 h 296"/>
              <a:gd name="T86" fmla="*/ 276 w 300"/>
              <a:gd name="T87" fmla="*/ 64 h 296"/>
              <a:gd name="T88" fmla="*/ 220 w 300"/>
              <a:gd name="T89" fmla="*/ 64 h 296"/>
              <a:gd name="T90" fmla="*/ 227 w 300"/>
              <a:gd name="T91" fmla="*/ 93 h 296"/>
              <a:gd name="T92" fmla="*/ 276 w 300"/>
              <a:gd name="T93" fmla="*/ 93 h 296"/>
              <a:gd name="T94" fmla="*/ 276 w 300"/>
              <a:gd name="T95" fmla="*/ 64 h 296"/>
              <a:gd name="T96" fmla="*/ 277 w 300"/>
              <a:gd name="T97" fmla="*/ 270 h 296"/>
              <a:gd name="T98" fmla="*/ 250 w 300"/>
              <a:gd name="T99" fmla="*/ 296 h 296"/>
              <a:gd name="T100" fmla="*/ 223 w 300"/>
              <a:gd name="T101" fmla="*/ 270 h 296"/>
              <a:gd name="T102" fmla="*/ 250 w 300"/>
              <a:gd name="T103" fmla="*/ 243 h 296"/>
              <a:gd name="T104" fmla="*/ 277 w 300"/>
              <a:gd name="T105" fmla="*/ 270 h 296"/>
              <a:gd name="T106" fmla="*/ 276 w 300"/>
              <a:gd name="T107" fmla="*/ 109 h 296"/>
              <a:gd name="T108" fmla="*/ 230 w 300"/>
              <a:gd name="T109" fmla="*/ 109 h 296"/>
              <a:gd name="T110" fmla="*/ 237 w 300"/>
              <a:gd name="T111" fmla="*/ 136 h 296"/>
              <a:gd name="T112" fmla="*/ 276 w 300"/>
              <a:gd name="T113" fmla="*/ 132 h 296"/>
              <a:gd name="T114" fmla="*/ 276 w 300"/>
              <a:gd name="T115" fmla="*/ 109 h 2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300" h="296">
                <a:moveTo>
                  <a:pt x="281" y="40"/>
                </a:moveTo>
                <a:cubicBezTo>
                  <a:pt x="294" y="40"/>
                  <a:pt x="300" y="47"/>
                  <a:pt x="300" y="57"/>
                </a:cubicBezTo>
                <a:cubicBezTo>
                  <a:pt x="300" y="137"/>
                  <a:pt x="300" y="137"/>
                  <a:pt x="300" y="137"/>
                </a:cubicBezTo>
                <a:cubicBezTo>
                  <a:pt x="300" y="146"/>
                  <a:pt x="293" y="154"/>
                  <a:pt x="284" y="155"/>
                </a:cubicBezTo>
                <a:cubicBezTo>
                  <a:pt x="110" y="174"/>
                  <a:pt x="110" y="174"/>
                  <a:pt x="110" y="174"/>
                </a:cubicBezTo>
                <a:cubicBezTo>
                  <a:pt x="95" y="176"/>
                  <a:pt x="94" y="194"/>
                  <a:pt x="110" y="194"/>
                </a:cubicBezTo>
                <a:cubicBezTo>
                  <a:pt x="275" y="194"/>
                  <a:pt x="275" y="194"/>
                  <a:pt x="275" y="194"/>
                </a:cubicBezTo>
                <a:cubicBezTo>
                  <a:pt x="294" y="194"/>
                  <a:pt x="294" y="222"/>
                  <a:pt x="275" y="222"/>
                </a:cubicBezTo>
                <a:cubicBezTo>
                  <a:pt x="107" y="222"/>
                  <a:pt x="107" y="222"/>
                  <a:pt x="107" y="222"/>
                </a:cubicBezTo>
                <a:cubicBezTo>
                  <a:pt x="69" y="222"/>
                  <a:pt x="55" y="180"/>
                  <a:pt x="85" y="159"/>
                </a:cubicBezTo>
                <a:cubicBezTo>
                  <a:pt x="100" y="147"/>
                  <a:pt x="100" y="147"/>
                  <a:pt x="100" y="147"/>
                </a:cubicBezTo>
                <a:cubicBezTo>
                  <a:pt x="46" y="31"/>
                  <a:pt x="46" y="31"/>
                  <a:pt x="46" y="31"/>
                </a:cubicBezTo>
                <a:cubicBezTo>
                  <a:pt x="20" y="31"/>
                  <a:pt x="20" y="31"/>
                  <a:pt x="20" y="31"/>
                </a:cubicBezTo>
                <a:cubicBezTo>
                  <a:pt x="0" y="31"/>
                  <a:pt x="0" y="0"/>
                  <a:pt x="20" y="0"/>
                </a:cubicBezTo>
                <a:cubicBezTo>
                  <a:pt x="51" y="0"/>
                  <a:pt x="51" y="0"/>
                  <a:pt x="51" y="0"/>
                </a:cubicBezTo>
                <a:cubicBezTo>
                  <a:pt x="66" y="0"/>
                  <a:pt x="70" y="7"/>
                  <a:pt x="75" y="18"/>
                </a:cubicBezTo>
                <a:cubicBezTo>
                  <a:pt x="86" y="40"/>
                  <a:pt x="86" y="40"/>
                  <a:pt x="86" y="40"/>
                </a:cubicBezTo>
                <a:lnTo>
                  <a:pt x="281" y="40"/>
                </a:lnTo>
                <a:close/>
                <a:moveTo>
                  <a:pt x="95" y="270"/>
                </a:moveTo>
                <a:cubicBezTo>
                  <a:pt x="95" y="284"/>
                  <a:pt x="83" y="296"/>
                  <a:pt x="68" y="296"/>
                </a:cubicBezTo>
                <a:cubicBezTo>
                  <a:pt x="53" y="296"/>
                  <a:pt x="41" y="284"/>
                  <a:pt x="41" y="270"/>
                </a:cubicBezTo>
                <a:cubicBezTo>
                  <a:pt x="41" y="255"/>
                  <a:pt x="53" y="243"/>
                  <a:pt x="68" y="243"/>
                </a:cubicBezTo>
                <a:cubicBezTo>
                  <a:pt x="83" y="243"/>
                  <a:pt x="95" y="255"/>
                  <a:pt x="95" y="270"/>
                </a:cubicBezTo>
                <a:close/>
                <a:moveTo>
                  <a:pt x="110" y="93"/>
                </a:moveTo>
                <a:cubicBezTo>
                  <a:pt x="154" y="93"/>
                  <a:pt x="154" y="93"/>
                  <a:pt x="154" y="93"/>
                </a:cubicBezTo>
                <a:cubicBezTo>
                  <a:pt x="144" y="64"/>
                  <a:pt x="144" y="64"/>
                  <a:pt x="144" y="64"/>
                </a:cubicBezTo>
                <a:cubicBezTo>
                  <a:pt x="97" y="64"/>
                  <a:pt x="97" y="64"/>
                  <a:pt x="97" y="64"/>
                </a:cubicBezTo>
                <a:lnTo>
                  <a:pt x="110" y="93"/>
                </a:lnTo>
                <a:close/>
                <a:moveTo>
                  <a:pt x="169" y="143"/>
                </a:moveTo>
                <a:cubicBezTo>
                  <a:pt x="158" y="109"/>
                  <a:pt x="158" y="109"/>
                  <a:pt x="158" y="109"/>
                </a:cubicBezTo>
                <a:cubicBezTo>
                  <a:pt x="117" y="109"/>
                  <a:pt x="117" y="109"/>
                  <a:pt x="117" y="109"/>
                </a:cubicBezTo>
                <a:cubicBezTo>
                  <a:pt x="135" y="147"/>
                  <a:pt x="135" y="147"/>
                  <a:pt x="135" y="147"/>
                </a:cubicBezTo>
                <a:lnTo>
                  <a:pt x="169" y="143"/>
                </a:lnTo>
                <a:close/>
                <a:moveTo>
                  <a:pt x="160" y="64"/>
                </a:moveTo>
                <a:cubicBezTo>
                  <a:pt x="169" y="93"/>
                  <a:pt x="169" y="93"/>
                  <a:pt x="169" y="93"/>
                </a:cubicBezTo>
                <a:cubicBezTo>
                  <a:pt x="212" y="93"/>
                  <a:pt x="212" y="93"/>
                  <a:pt x="212" y="93"/>
                </a:cubicBezTo>
                <a:cubicBezTo>
                  <a:pt x="205" y="64"/>
                  <a:pt x="205" y="64"/>
                  <a:pt x="205" y="64"/>
                </a:cubicBezTo>
                <a:lnTo>
                  <a:pt x="160" y="64"/>
                </a:lnTo>
                <a:close/>
                <a:moveTo>
                  <a:pt x="223" y="138"/>
                </a:moveTo>
                <a:cubicBezTo>
                  <a:pt x="214" y="109"/>
                  <a:pt x="214" y="109"/>
                  <a:pt x="214" y="109"/>
                </a:cubicBezTo>
                <a:cubicBezTo>
                  <a:pt x="173" y="109"/>
                  <a:pt x="173" y="109"/>
                  <a:pt x="173" y="109"/>
                </a:cubicBezTo>
                <a:cubicBezTo>
                  <a:pt x="184" y="142"/>
                  <a:pt x="184" y="142"/>
                  <a:pt x="184" y="142"/>
                </a:cubicBezTo>
                <a:lnTo>
                  <a:pt x="223" y="138"/>
                </a:lnTo>
                <a:close/>
                <a:moveTo>
                  <a:pt x="276" y="64"/>
                </a:moveTo>
                <a:cubicBezTo>
                  <a:pt x="220" y="64"/>
                  <a:pt x="220" y="64"/>
                  <a:pt x="220" y="64"/>
                </a:cubicBezTo>
                <a:cubicBezTo>
                  <a:pt x="227" y="93"/>
                  <a:pt x="227" y="93"/>
                  <a:pt x="227" y="93"/>
                </a:cubicBezTo>
                <a:cubicBezTo>
                  <a:pt x="276" y="93"/>
                  <a:pt x="276" y="93"/>
                  <a:pt x="276" y="93"/>
                </a:cubicBezTo>
                <a:lnTo>
                  <a:pt x="276" y="64"/>
                </a:lnTo>
                <a:close/>
                <a:moveTo>
                  <a:pt x="277" y="270"/>
                </a:moveTo>
                <a:cubicBezTo>
                  <a:pt x="277" y="284"/>
                  <a:pt x="266" y="296"/>
                  <a:pt x="250" y="296"/>
                </a:cubicBezTo>
                <a:cubicBezTo>
                  <a:pt x="235" y="296"/>
                  <a:pt x="223" y="284"/>
                  <a:pt x="223" y="270"/>
                </a:cubicBezTo>
                <a:cubicBezTo>
                  <a:pt x="223" y="255"/>
                  <a:pt x="235" y="243"/>
                  <a:pt x="250" y="243"/>
                </a:cubicBezTo>
                <a:cubicBezTo>
                  <a:pt x="266" y="243"/>
                  <a:pt x="277" y="255"/>
                  <a:pt x="277" y="270"/>
                </a:cubicBezTo>
                <a:close/>
                <a:moveTo>
                  <a:pt x="276" y="109"/>
                </a:moveTo>
                <a:cubicBezTo>
                  <a:pt x="230" y="109"/>
                  <a:pt x="230" y="109"/>
                  <a:pt x="230" y="109"/>
                </a:cubicBezTo>
                <a:cubicBezTo>
                  <a:pt x="237" y="136"/>
                  <a:pt x="237" y="136"/>
                  <a:pt x="237" y="136"/>
                </a:cubicBezTo>
                <a:cubicBezTo>
                  <a:pt x="276" y="132"/>
                  <a:pt x="276" y="132"/>
                  <a:pt x="276" y="132"/>
                </a:cubicBezTo>
                <a:lnTo>
                  <a:pt x="276" y="109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3" name="Freeform 25"/>
          <p:cNvSpPr>
            <a:spLocks noEditPoints="1"/>
          </p:cNvSpPr>
          <p:nvPr/>
        </p:nvSpPr>
        <p:spPr bwMode="auto">
          <a:xfrm>
            <a:off x="9503115" y="1939756"/>
            <a:ext cx="337023" cy="295443"/>
          </a:xfrm>
          <a:custGeom>
            <a:avLst/>
            <a:gdLst>
              <a:gd name="T0" fmla="*/ 287 w 298"/>
              <a:gd name="T1" fmla="*/ 174 h 262"/>
              <a:gd name="T2" fmla="*/ 287 w 298"/>
              <a:gd name="T3" fmla="*/ 241 h 262"/>
              <a:gd name="T4" fmla="*/ 266 w 298"/>
              <a:gd name="T5" fmla="*/ 262 h 262"/>
              <a:gd name="T6" fmla="*/ 21 w 298"/>
              <a:gd name="T7" fmla="*/ 262 h 262"/>
              <a:gd name="T8" fmla="*/ 0 w 298"/>
              <a:gd name="T9" fmla="*/ 241 h 262"/>
              <a:gd name="T10" fmla="*/ 0 w 298"/>
              <a:gd name="T11" fmla="*/ 68 h 262"/>
              <a:gd name="T12" fmla="*/ 21 w 298"/>
              <a:gd name="T13" fmla="*/ 47 h 262"/>
              <a:gd name="T14" fmla="*/ 100 w 298"/>
              <a:gd name="T15" fmla="*/ 47 h 262"/>
              <a:gd name="T16" fmla="*/ 100 w 298"/>
              <a:gd name="T17" fmla="*/ 78 h 262"/>
              <a:gd name="T18" fmla="*/ 31 w 298"/>
              <a:gd name="T19" fmla="*/ 78 h 262"/>
              <a:gd name="T20" fmla="*/ 31 w 298"/>
              <a:gd name="T21" fmla="*/ 230 h 262"/>
              <a:gd name="T22" fmla="*/ 256 w 298"/>
              <a:gd name="T23" fmla="*/ 230 h 262"/>
              <a:gd name="T24" fmla="*/ 256 w 298"/>
              <a:gd name="T25" fmla="*/ 174 h 262"/>
              <a:gd name="T26" fmla="*/ 287 w 298"/>
              <a:gd name="T27" fmla="*/ 174 h 262"/>
              <a:gd name="T28" fmla="*/ 196 w 298"/>
              <a:gd name="T29" fmla="*/ 51 h 262"/>
              <a:gd name="T30" fmla="*/ 184 w 298"/>
              <a:gd name="T31" fmla="*/ 0 h 262"/>
              <a:gd name="T32" fmla="*/ 298 w 298"/>
              <a:gd name="T33" fmla="*/ 80 h 262"/>
              <a:gd name="T34" fmla="*/ 184 w 298"/>
              <a:gd name="T35" fmla="*/ 162 h 262"/>
              <a:gd name="T36" fmla="*/ 197 w 298"/>
              <a:gd name="T37" fmla="*/ 104 h 262"/>
              <a:gd name="T38" fmla="*/ 111 w 298"/>
              <a:gd name="T39" fmla="*/ 184 h 262"/>
              <a:gd name="T40" fmla="*/ 98 w 298"/>
              <a:gd name="T41" fmla="*/ 184 h 262"/>
              <a:gd name="T42" fmla="*/ 196 w 298"/>
              <a:gd name="T43" fmla="*/ 51 h 2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298" h="262">
                <a:moveTo>
                  <a:pt x="287" y="174"/>
                </a:moveTo>
                <a:cubicBezTo>
                  <a:pt x="287" y="241"/>
                  <a:pt x="287" y="241"/>
                  <a:pt x="287" y="241"/>
                </a:cubicBezTo>
                <a:cubicBezTo>
                  <a:pt x="287" y="252"/>
                  <a:pt x="278" y="262"/>
                  <a:pt x="266" y="262"/>
                </a:cubicBezTo>
                <a:cubicBezTo>
                  <a:pt x="21" y="262"/>
                  <a:pt x="21" y="262"/>
                  <a:pt x="21" y="262"/>
                </a:cubicBezTo>
                <a:cubicBezTo>
                  <a:pt x="10" y="262"/>
                  <a:pt x="0" y="252"/>
                  <a:pt x="0" y="241"/>
                </a:cubicBezTo>
                <a:cubicBezTo>
                  <a:pt x="0" y="68"/>
                  <a:pt x="0" y="68"/>
                  <a:pt x="0" y="68"/>
                </a:cubicBezTo>
                <a:cubicBezTo>
                  <a:pt x="0" y="56"/>
                  <a:pt x="10" y="47"/>
                  <a:pt x="21" y="47"/>
                </a:cubicBezTo>
                <a:cubicBezTo>
                  <a:pt x="100" y="47"/>
                  <a:pt x="100" y="47"/>
                  <a:pt x="100" y="47"/>
                </a:cubicBezTo>
                <a:cubicBezTo>
                  <a:pt x="100" y="78"/>
                  <a:pt x="100" y="78"/>
                  <a:pt x="100" y="78"/>
                </a:cubicBezTo>
                <a:cubicBezTo>
                  <a:pt x="31" y="78"/>
                  <a:pt x="31" y="78"/>
                  <a:pt x="31" y="78"/>
                </a:cubicBezTo>
                <a:cubicBezTo>
                  <a:pt x="31" y="230"/>
                  <a:pt x="31" y="230"/>
                  <a:pt x="31" y="230"/>
                </a:cubicBezTo>
                <a:cubicBezTo>
                  <a:pt x="256" y="230"/>
                  <a:pt x="256" y="230"/>
                  <a:pt x="256" y="230"/>
                </a:cubicBezTo>
                <a:cubicBezTo>
                  <a:pt x="256" y="174"/>
                  <a:pt x="256" y="174"/>
                  <a:pt x="256" y="174"/>
                </a:cubicBezTo>
                <a:lnTo>
                  <a:pt x="287" y="174"/>
                </a:lnTo>
                <a:close/>
                <a:moveTo>
                  <a:pt x="196" y="51"/>
                </a:moveTo>
                <a:cubicBezTo>
                  <a:pt x="184" y="0"/>
                  <a:pt x="184" y="0"/>
                  <a:pt x="184" y="0"/>
                </a:cubicBezTo>
                <a:cubicBezTo>
                  <a:pt x="298" y="80"/>
                  <a:pt x="298" y="80"/>
                  <a:pt x="298" y="80"/>
                </a:cubicBezTo>
                <a:cubicBezTo>
                  <a:pt x="184" y="162"/>
                  <a:pt x="184" y="162"/>
                  <a:pt x="184" y="162"/>
                </a:cubicBezTo>
                <a:cubicBezTo>
                  <a:pt x="197" y="104"/>
                  <a:pt x="197" y="104"/>
                  <a:pt x="197" y="104"/>
                </a:cubicBezTo>
                <a:cubicBezTo>
                  <a:pt x="197" y="104"/>
                  <a:pt x="111" y="105"/>
                  <a:pt x="111" y="184"/>
                </a:cubicBezTo>
                <a:cubicBezTo>
                  <a:pt x="111" y="184"/>
                  <a:pt x="102" y="184"/>
                  <a:pt x="98" y="184"/>
                </a:cubicBezTo>
                <a:cubicBezTo>
                  <a:pt x="98" y="184"/>
                  <a:pt x="98" y="51"/>
                  <a:pt x="196" y="5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4" name="Freeform 26"/>
          <p:cNvSpPr>
            <a:spLocks noEditPoints="1"/>
          </p:cNvSpPr>
          <p:nvPr/>
        </p:nvSpPr>
        <p:spPr bwMode="auto">
          <a:xfrm>
            <a:off x="10074303" y="1926626"/>
            <a:ext cx="450823" cy="308573"/>
          </a:xfrm>
          <a:custGeom>
            <a:avLst/>
            <a:gdLst>
              <a:gd name="T0" fmla="*/ 206 w 206"/>
              <a:gd name="T1" fmla="*/ 30 h 141"/>
              <a:gd name="T2" fmla="*/ 206 w 206"/>
              <a:gd name="T3" fmla="*/ 46 h 141"/>
              <a:gd name="T4" fmla="*/ 0 w 206"/>
              <a:gd name="T5" fmla="*/ 46 h 141"/>
              <a:gd name="T6" fmla="*/ 0 w 206"/>
              <a:gd name="T7" fmla="*/ 30 h 141"/>
              <a:gd name="T8" fmla="*/ 97 w 206"/>
              <a:gd name="T9" fmla="*/ 30 h 141"/>
              <a:gd name="T10" fmla="*/ 97 w 206"/>
              <a:gd name="T11" fmla="*/ 0 h 141"/>
              <a:gd name="T12" fmla="*/ 157 w 206"/>
              <a:gd name="T13" fmla="*/ 0 h 141"/>
              <a:gd name="T14" fmla="*/ 157 w 206"/>
              <a:gd name="T15" fmla="*/ 30 h 141"/>
              <a:gd name="T16" fmla="*/ 206 w 206"/>
              <a:gd name="T17" fmla="*/ 30 h 141"/>
              <a:gd name="T18" fmla="*/ 187 w 206"/>
              <a:gd name="T19" fmla="*/ 54 h 141"/>
              <a:gd name="T20" fmla="*/ 187 w 206"/>
              <a:gd name="T21" fmla="*/ 141 h 141"/>
              <a:gd name="T22" fmla="*/ 86 w 206"/>
              <a:gd name="T23" fmla="*/ 141 h 141"/>
              <a:gd name="T24" fmla="*/ 86 w 206"/>
              <a:gd name="T25" fmla="*/ 88 h 141"/>
              <a:gd name="T26" fmla="*/ 56 w 206"/>
              <a:gd name="T27" fmla="*/ 88 h 141"/>
              <a:gd name="T28" fmla="*/ 56 w 206"/>
              <a:gd name="T29" fmla="*/ 141 h 141"/>
              <a:gd name="T30" fmla="*/ 19 w 206"/>
              <a:gd name="T31" fmla="*/ 141 h 141"/>
              <a:gd name="T32" fmla="*/ 19 w 206"/>
              <a:gd name="T33" fmla="*/ 54 h 141"/>
              <a:gd name="T34" fmla="*/ 187 w 206"/>
              <a:gd name="T35" fmla="*/ 54 h 141"/>
              <a:gd name="T36" fmla="*/ 139 w 206"/>
              <a:gd name="T37" fmla="*/ 66 h 141"/>
              <a:gd name="T38" fmla="*/ 112 w 206"/>
              <a:gd name="T39" fmla="*/ 66 h 141"/>
              <a:gd name="T40" fmla="*/ 112 w 206"/>
              <a:gd name="T41" fmla="*/ 98 h 141"/>
              <a:gd name="T42" fmla="*/ 139 w 206"/>
              <a:gd name="T43" fmla="*/ 98 h 141"/>
              <a:gd name="T44" fmla="*/ 139 w 206"/>
              <a:gd name="T45" fmla="*/ 66 h 141"/>
              <a:gd name="T46" fmla="*/ 172 w 206"/>
              <a:gd name="T47" fmla="*/ 66 h 141"/>
              <a:gd name="T48" fmla="*/ 146 w 206"/>
              <a:gd name="T49" fmla="*/ 66 h 141"/>
              <a:gd name="T50" fmla="*/ 146 w 206"/>
              <a:gd name="T51" fmla="*/ 98 h 141"/>
              <a:gd name="T52" fmla="*/ 172 w 206"/>
              <a:gd name="T53" fmla="*/ 98 h 141"/>
              <a:gd name="T54" fmla="*/ 172 w 206"/>
              <a:gd name="T55" fmla="*/ 66 h 1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206" h="141">
                <a:moveTo>
                  <a:pt x="206" y="30"/>
                </a:moveTo>
                <a:lnTo>
                  <a:pt x="206" y="46"/>
                </a:lnTo>
                <a:lnTo>
                  <a:pt x="0" y="46"/>
                </a:lnTo>
                <a:lnTo>
                  <a:pt x="0" y="30"/>
                </a:lnTo>
                <a:lnTo>
                  <a:pt x="97" y="30"/>
                </a:lnTo>
                <a:lnTo>
                  <a:pt x="97" y="0"/>
                </a:lnTo>
                <a:lnTo>
                  <a:pt x="157" y="0"/>
                </a:lnTo>
                <a:lnTo>
                  <a:pt x="157" y="30"/>
                </a:lnTo>
                <a:lnTo>
                  <a:pt x="206" y="30"/>
                </a:lnTo>
                <a:close/>
                <a:moveTo>
                  <a:pt x="187" y="54"/>
                </a:moveTo>
                <a:lnTo>
                  <a:pt x="187" y="141"/>
                </a:lnTo>
                <a:lnTo>
                  <a:pt x="86" y="141"/>
                </a:lnTo>
                <a:lnTo>
                  <a:pt x="86" y="88"/>
                </a:lnTo>
                <a:lnTo>
                  <a:pt x="56" y="88"/>
                </a:lnTo>
                <a:lnTo>
                  <a:pt x="56" y="141"/>
                </a:lnTo>
                <a:lnTo>
                  <a:pt x="19" y="141"/>
                </a:lnTo>
                <a:lnTo>
                  <a:pt x="19" y="54"/>
                </a:lnTo>
                <a:lnTo>
                  <a:pt x="187" y="54"/>
                </a:lnTo>
                <a:close/>
                <a:moveTo>
                  <a:pt x="139" y="66"/>
                </a:moveTo>
                <a:lnTo>
                  <a:pt x="112" y="66"/>
                </a:lnTo>
                <a:lnTo>
                  <a:pt x="112" y="98"/>
                </a:lnTo>
                <a:lnTo>
                  <a:pt x="139" y="98"/>
                </a:lnTo>
                <a:lnTo>
                  <a:pt x="139" y="66"/>
                </a:lnTo>
                <a:close/>
                <a:moveTo>
                  <a:pt x="172" y="66"/>
                </a:moveTo>
                <a:lnTo>
                  <a:pt x="146" y="66"/>
                </a:lnTo>
                <a:lnTo>
                  <a:pt x="146" y="98"/>
                </a:lnTo>
                <a:lnTo>
                  <a:pt x="172" y="98"/>
                </a:lnTo>
                <a:lnTo>
                  <a:pt x="172" y="66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5" name="Freeform 27"/>
          <p:cNvSpPr>
            <a:spLocks/>
          </p:cNvSpPr>
          <p:nvPr/>
        </p:nvSpPr>
        <p:spPr bwMode="auto">
          <a:xfrm>
            <a:off x="10730841" y="1992279"/>
            <a:ext cx="240731" cy="253861"/>
          </a:xfrm>
          <a:custGeom>
            <a:avLst/>
            <a:gdLst>
              <a:gd name="T0" fmla="*/ 110 w 110"/>
              <a:gd name="T1" fmla="*/ 61 h 116"/>
              <a:gd name="T2" fmla="*/ 55 w 110"/>
              <a:gd name="T3" fmla="*/ 116 h 116"/>
              <a:gd name="T4" fmla="*/ 0 w 110"/>
              <a:gd name="T5" fmla="*/ 60 h 116"/>
              <a:gd name="T6" fmla="*/ 38 w 110"/>
              <a:gd name="T7" fmla="*/ 60 h 116"/>
              <a:gd name="T8" fmla="*/ 38 w 110"/>
              <a:gd name="T9" fmla="*/ 0 h 116"/>
              <a:gd name="T10" fmla="*/ 72 w 110"/>
              <a:gd name="T11" fmla="*/ 0 h 116"/>
              <a:gd name="T12" fmla="*/ 72 w 110"/>
              <a:gd name="T13" fmla="*/ 61 h 116"/>
              <a:gd name="T14" fmla="*/ 110 w 110"/>
              <a:gd name="T15" fmla="*/ 61 h 1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10" h="116">
                <a:moveTo>
                  <a:pt x="110" y="61"/>
                </a:moveTo>
                <a:lnTo>
                  <a:pt x="55" y="116"/>
                </a:lnTo>
                <a:lnTo>
                  <a:pt x="0" y="60"/>
                </a:lnTo>
                <a:lnTo>
                  <a:pt x="38" y="60"/>
                </a:lnTo>
                <a:lnTo>
                  <a:pt x="38" y="0"/>
                </a:lnTo>
                <a:lnTo>
                  <a:pt x="72" y="0"/>
                </a:lnTo>
                <a:lnTo>
                  <a:pt x="72" y="61"/>
                </a:lnTo>
                <a:lnTo>
                  <a:pt x="110" y="6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6" name="Freeform 28"/>
          <p:cNvSpPr>
            <a:spLocks/>
          </p:cNvSpPr>
          <p:nvPr/>
        </p:nvSpPr>
        <p:spPr bwMode="auto">
          <a:xfrm>
            <a:off x="11155403" y="1983526"/>
            <a:ext cx="240731" cy="251673"/>
          </a:xfrm>
          <a:custGeom>
            <a:avLst/>
            <a:gdLst>
              <a:gd name="T0" fmla="*/ 0 w 110"/>
              <a:gd name="T1" fmla="*/ 55 h 115"/>
              <a:gd name="T2" fmla="*/ 55 w 110"/>
              <a:gd name="T3" fmla="*/ 0 h 115"/>
              <a:gd name="T4" fmla="*/ 110 w 110"/>
              <a:gd name="T5" fmla="*/ 55 h 115"/>
              <a:gd name="T6" fmla="*/ 73 w 110"/>
              <a:gd name="T7" fmla="*/ 55 h 115"/>
              <a:gd name="T8" fmla="*/ 73 w 110"/>
              <a:gd name="T9" fmla="*/ 115 h 115"/>
              <a:gd name="T10" fmla="*/ 38 w 110"/>
              <a:gd name="T11" fmla="*/ 115 h 115"/>
              <a:gd name="T12" fmla="*/ 38 w 110"/>
              <a:gd name="T13" fmla="*/ 55 h 115"/>
              <a:gd name="T14" fmla="*/ 0 w 110"/>
              <a:gd name="T15" fmla="*/ 55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10" h="115">
                <a:moveTo>
                  <a:pt x="0" y="55"/>
                </a:moveTo>
                <a:lnTo>
                  <a:pt x="55" y="0"/>
                </a:lnTo>
                <a:lnTo>
                  <a:pt x="110" y="55"/>
                </a:lnTo>
                <a:lnTo>
                  <a:pt x="73" y="55"/>
                </a:lnTo>
                <a:lnTo>
                  <a:pt x="73" y="115"/>
                </a:lnTo>
                <a:lnTo>
                  <a:pt x="38" y="115"/>
                </a:lnTo>
                <a:lnTo>
                  <a:pt x="38" y="55"/>
                </a:lnTo>
                <a:lnTo>
                  <a:pt x="0" y="55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7" name="Freeform 29"/>
          <p:cNvSpPr>
            <a:spLocks noEditPoints="1"/>
          </p:cNvSpPr>
          <p:nvPr/>
        </p:nvSpPr>
        <p:spPr bwMode="auto">
          <a:xfrm>
            <a:off x="2112679" y="2806387"/>
            <a:ext cx="330459" cy="240731"/>
          </a:xfrm>
          <a:custGeom>
            <a:avLst/>
            <a:gdLst>
              <a:gd name="T0" fmla="*/ 28 w 151"/>
              <a:gd name="T1" fmla="*/ 28 h 110"/>
              <a:gd name="T2" fmla="*/ 0 w 151"/>
              <a:gd name="T3" fmla="*/ 28 h 110"/>
              <a:gd name="T4" fmla="*/ 0 w 151"/>
              <a:gd name="T5" fmla="*/ 0 h 110"/>
              <a:gd name="T6" fmla="*/ 28 w 151"/>
              <a:gd name="T7" fmla="*/ 0 h 110"/>
              <a:gd name="T8" fmla="*/ 28 w 151"/>
              <a:gd name="T9" fmla="*/ 28 h 110"/>
              <a:gd name="T10" fmla="*/ 28 w 151"/>
              <a:gd name="T11" fmla="*/ 70 h 110"/>
              <a:gd name="T12" fmla="*/ 0 w 151"/>
              <a:gd name="T13" fmla="*/ 70 h 110"/>
              <a:gd name="T14" fmla="*/ 0 w 151"/>
              <a:gd name="T15" fmla="*/ 41 h 110"/>
              <a:gd name="T16" fmla="*/ 28 w 151"/>
              <a:gd name="T17" fmla="*/ 41 h 110"/>
              <a:gd name="T18" fmla="*/ 28 w 151"/>
              <a:gd name="T19" fmla="*/ 70 h 110"/>
              <a:gd name="T20" fmla="*/ 28 w 151"/>
              <a:gd name="T21" fmla="*/ 110 h 110"/>
              <a:gd name="T22" fmla="*/ 0 w 151"/>
              <a:gd name="T23" fmla="*/ 110 h 110"/>
              <a:gd name="T24" fmla="*/ 0 w 151"/>
              <a:gd name="T25" fmla="*/ 82 h 110"/>
              <a:gd name="T26" fmla="*/ 28 w 151"/>
              <a:gd name="T27" fmla="*/ 82 h 110"/>
              <a:gd name="T28" fmla="*/ 28 w 151"/>
              <a:gd name="T29" fmla="*/ 110 h 110"/>
              <a:gd name="T30" fmla="*/ 70 w 151"/>
              <a:gd name="T31" fmla="*/ 28 h 110"/>
              <a:gd name="T32" fmla="*/ 41 w 151"/>
              <a:gd name="T33" fmla="*/ 28 h 110"/>
              <a:gd name="T34" fmla="*/ 41 w 151"/>
              <a:gd name="T35" fmla="*/ 0 h 110"/>
              <a:gd name="T36" fmla="*/ 70 w 151"/>
              <a:gd name="T37" fmla="*/ 0 h 110"/>
              <a:gd name="T38" fmla="*/ 70 w 151"/>
              <a:gd name="T39" fmla="*/ 28 h 110"/>
              <a:gd name="T40" fmla="*/ 70 w 151"/>
              <a:gd name="T41" fmla="*/ 70 h 110"/>
              <a:gd name="T42" fmla="*/ 41 w 151"/>
              <a:gd name="T43" fmla="*/ 70 h 110"/>
              <a:gd name="T44" fmla="*/ 41 w 151"/>
              <a:gd name="T45" fmla="*/ 41 h 110"/>
              <a:gd name="T46" fmla="*/ 70 w 151"/>
              <a:gd name="T47" fmla="*/ 41 h 110"/>
              <a:gd name="T48" fmla="*/ 70 w 151"/>
              <a:gd name="T49" fmla="*/ 70 h 110"/>
              <a:gd name="T50" fmla="*/ 70 w 151"/>
              <a:gd name="T51" fmla="*/ 110 h 110"/>
              <a:gd name="T52" fmla="*/ 41 w 151"/>
              <a:gd name="T53" fmla="*/ 110 h 110"/>
              <a:gd name="T54" fmla="*/ 41 w 151"/>
              <a:gd name="T55" fmla="*/ 82 h 110"/>
              <a:gd name="T56" fmla="*/ 70 w 151"/>
              <a:gd name="T57" fmla="*/ 82 h 110"/>
              <a:gd name="T58" fmla="*/ 70 w 151"/>
              <a:gd name="T59" fmla="*/ 110 h 110"/>
              <a:gd name="T60" fmla="*/ 110 w 151"/>
              <a:gd name="T61" fmla="*/ 28 h 110"/>
              <a:gd name="T62" fmla="*/ 82 w 151"/>
              <a:gd name="T63" fmla="*/ 28 h 110"/>
              <a:gd name="T64" fmla="*/ 82 w 151"/>
              <a:gd name="T65" fmla="*/ 0 h 110"/>
              <a:gd name="T66" fmla="*/ 110 w 151"/>
              <a:gd name="T67" fmla="*/ 0 h 110"/>
              <a:gd name="T68" fmla="*/ 110 w 151"/>
              <a:gd name="T69" fmla="*/ 28 h 110"/>
              <a:gd name="T70" fmla="*/ 110 w 151"/>
              <a:gd name="T71" fmla="*/ 69 h 110"/>
              <a:gd name="T72" fmla="*/ 82 w 151"/>
              <a:gd name="T73" fmla="*/ 69 h 110"/>
              <a:gd name="T74" fmla="*/ 82 w 151"/>
              <a:gd name="T75" fmla="*/ 40 h 110"/>
              <a:gd name="T76" fmla="*/ 110 w 151"/>
              <a:gd name="T77" fmla="*/ 40 h 110"/>
              <a:gd name="T78" fmla="*/ 110 w 151"/>
              <a:gd name="T79" fmla="*/ 69 h 110"/>
              <a:gd name="T80" fmla="*/ 110 w 151"/>
              <a:gd name="T81" fmla="*/ 110 h 110"/>
              <a:gd name="T82" fmla="*/ 82 w 151"/>
              <a:gd name="T83" fmla="*/ 110 h 110"/>
              <a:gd name="T84" fmla="*/ 82 w 151"/>
              <a:gd name="T85" fmla="*/ 82 h 110"/>
              <a:gd name="T86" fmla="*/ 110 w 151"/>
              <a:gd name="T87" fmla="*/ 82 h 110"/>
              <a:gd name="T88" fmla="*/ 110 w 151"/>
              <a:gd name="T89" fmla="*/ 110 h 110"/>
              <a:gd name="T90" fmla="*/ 151 w 151"/>
              <a:gd name="T91" fmla="*/ 28 h 110"/>
              <a:gd name="T92" fmla="*/ 122 w 151"/>
              <a:gd name="T93" fmla="*/ 28 h 110"/>
              <a:gd name="T94" fmla="*/ 122 w 151"/>
              <a:gd name="T95" fmla="*/ 0 h 110"/>
              <a:gd name="T96" fmla="*/ 151 w 151"/>
              <a:gd name="T97" fmla="*/ 0 h 110"/>
              <a:gd name="T98" fmla="*/ 151 w 151"/>
              <a:gd name="T99" fmla="*/ 28 h 110"/>
              <a:gd name="T100" fmla="*/ 151 w 151"/>
              <a:gd name="T101" fmla="*/ 69 h 110"/>
              <a:gd name="T102" fmla="*/ 122 w 151"/>
              <a:gd name="T103" fmla="*/ 69 h 110"/>
              <a:gd name="T104" fmla="*/ 122 w 151"/>
              <a:gd name="T105" fmla="*/ 40 h 110"/>
              <a:gd name="T106" fmla="*/ 151 w 151"/>
              <a:gd name="T107" fmla="*/ 40 h 110"/>
              <a:gd name="T108" fmla="*/ 151 w 151"/>
              <a:gd name="T109" fmla="*/ 69 h 110"/>
              <a:gd name="T110" fmla="*/ 151 w 151"/>
              <a:gd name="T111" fmla="*/ 110 h 110"/>
              <a:gd name="T112" fmla="*/ 122 w 151"/>
              <a:gd name="T113" fmla="*/ 110 h 110"/>
              <a:gd name="T114" fmla="*/ 122 w 151"/>
              <a:gd name="T115" fmla="*/ 81 h 110"/>
              <a:gd name="T116" fmla="*/ 151 w 151"/>
              <a:gd name="T117" fmla="*/ 81 h 110"/>
              <a:gd name="T118" fmla="*/ 151 w 151"/>
              <a:gd name="T119" fmla="*/ 110 h 1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51" h="110">
                <a:moveTo>
                  <a:pt x="28" y="28"/>
                </a:moveTo>
                <a:lnTo>
                  <a:pt x="0" y="28"/>
                </a:lnTo>
                <a:lnTo>
                  <a:pt x="0" y="0"/>
                </a:lnTo>
                <a:lnTo>
                  <a:pt x="28" y="0"/>
                </a:lnTo>
                <a:lnTo>
                  <a:pt x="28" y="28"/>
                </a:lnTo>
                <a:close/>
                <a:moveTo>
                  <a:pt x="28" y="70"/>
                </a:moveTo>
                <a:lnTo>
                  <a:pt x="0" y="70"/>
                </a:lnTo>
                <a:lnTo>
                  <a:pt x="0" y="41"/>
                </a:lnTo>
                <a:lnTo>
                  <a:pt x="28" y="41"/>
                </a:lnTo>
                <a:lnTo>
                  <a:pt x="28" y="70"/>
                </a:lnTo>
                <a:close/>
                <a:moveTo>
                  <a:pt x="28" y="110"/>
                </a:moveTo>
                <a:lnTo>
                  <a:pt x="0" y="110"/>
                </a:lnTo>
                <a:lnTo>
                  <a:pt x="0" y="82"/>
                </a:lnTo>
                <a:lnTo>
                  <a:pt x="28" y="82"/>
                </a:lnTo>
                <a:lnTo>
                  <a:pt x="28" y="110"/>
                </a:lnTo>
                <a:close/>
                <a:moveTo>
                  <a:pt x="70" y="28"/>
                </a:moveTo>
                <a:lnTo>
                  <a:pt x="41" y="28"/>
                </a:lnTo>
                <a:lnTo>
                  <a:pt x="41" y="0"/>
                </a:lnTo>
                <a:lnTo>
                  <a:pt x="70" y="0"/>
                </a:lnTo>
                <a:lnTo>
                  <a:pt x="70" y="28"/>
                </a:lnTo>
                <a:close/>
                <a:moveTo>
                  <a:pt x="70" y="70"/>
                </a:moveTo>
                <a:lnTo>
                  <a:pt x="41" y="70"/>
                </a:lnTo>
                <a:lnTo>
                  <a:pt x="41" y="41"/>
                </a:lnTo>
                <a:lnTo>
                  <a:pt x="70" y="41"/>
                </a:lnTo>
                <a:lnTo>
                  <a:pt x="70" y="70"/>
                </a:lnTo>
                <a:close/>
                <a:moveTo>
                  <a:pt x="70" y="110"/>
                </a:moveTo>
                <a:lnTo>
                  <a:pt x="41" y="110"/>
                </a:lnTo>
                <a:lnTo>
                  <a:pt x="41" y="82"/>
                </a:lnTo>
                <a:lnTo>
                  <a:pt x="70" y="82"/>
                </a:lnTo>
                <a:lnTo>
                  <a:pt x="70" y="110"/>
                </a:lnTo>
                <a:close/>
                <a:moveTo>
                  <a:pt x="110" y="28"/>
                </a:moveTo>
                <a:lnTo>
                  <a:pt x="82" y="28"/>
                </a:lnTo>
                <a:lnTo>
                  <a:pt x="82" y="0"/>
                </a:lnTo>
                <a:lnTo>
                  <a:pt x="110" y="0"/>
                </a:lnTo>
                <a:lnTo>
                  <a:pt x="110" y="28"/>
                </a:lnTo>
                <a:close/>
                <a:moveTo>
                  <a:pt x="110" y="69"/>
                </a:moveTo>
                <a:lnTo>
                  <a:pt x="82" y="69"/>
                </a:lnTo>
                <a:lnTo>
                  <a:pt x="82" y="40"/>
                </a:lnTo>
                <a:lnTo>
                  <a:pt x="110" y="40"/>
                </a:lnTo>
                <a:lnTo>
                  <a:pt x="110" y="69"/>
                </a:lnTo>
                <a:close/>
                <a:moveTo>
                  <a:pt x="110" y="110"/>
                </a:moveTo>
                <a:lnTo>
                  <a:pt x="82" y="110"/>
                </a:lnTo>
                <a:lnTo>
                  <a:pt x="82" y="82"/>
                </a:lnTo>
                <a:lnTo>
                  <a:pt x="110" y="82"/>
                </a:lnTo>
                <a:lnTo>
                  <a:pt x="110" y="110"/>
                </a:lnTo>
                <a:close/>
                <a:moveTo>
                  <a:pt x="151" y="28"/>
                </a:moveTo>
                <a:lnTo>
                  <a:pt x="122" y="28"/>
                </a:lnTo>
                <a:lnTo>
                  <a:pt x="122" y="0"/>
                </a:lnTo>
                <a:lnTo>
                  <a:pt x="151" y="0"/>
                </a:lnTo>
                <a:lnTo>
                  <a:pt x="151" y="28"/>
                </a:lnTo>
                <a:close/>
                <a:moveTo>
                  <a:pt x="151" y="69"/>
                </a:moveTo>
                <a:lnTo>
                  <a:pt x="122" y="69"/>
                </a:lnTo>
                <a:lnTo>
                  <a:pt x="122" y="40"/>
                </a:lnTo>
                <a:lnTo>
                  <a:pt x="151" y="40"/>
                </a:lnTo>
                <a:lnTo>
                  <a:pt x="151" y="69"/>
                </a:lnTo>
                <a:close/>
                <a:moveTo>
                  <a:pt x="151" y="110"/>
                </a:moveTo>
                <a:lnTo>
                  <a:pt x="122" y="110"/>
                </a:lnTo>
                <a:lnTo>
                  <a:pt x="122" y="81"/>
                </a:lnTo>
                <a:lnTo>
                  <a:pt x="151" y="81"/>
                </a:lnTo>
                <a:lnTo>
                  <a:pt x="151" y="11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8" name="Freeform 30"/>
          <p:cNvSpPr>
            <a:spLocks noEditPoints="1"/>
          </p:cNvSpPr>
          <p:nvPr/>
        </p:nvSpPr>
        <p:spPr bwMode="auto">
          <a:xfrm>
            <a:off x="2686057" y="2758240"/>
            <a:ext cx="374228" cy="291067"/>
          </a:xfrm>
          <a:custGeom>
            <a:avLst/>
            <a:gdLst>
              <a:gd name="T0" fmla="*/ 330 w 330"/>
              <a:gd name="T1" fmla="*/ 0 h 256"/>
              <a:gd name="T2" fmla="*/ 330 w 330"/>
              <a:gd name="T3" fmla="*/ 217 h 256"/>
              <a:gd name="T4" fmla="*/ 294 w 330"/>
              <a:gd name="T5" fmla="*/ 256 h 256"/>
              <a:gd name="T6" fmla="*/ 47 w 330"/>
              <a:gd name="T7" fmla="*/ 256 h 256"/>
              <a:gd name="T8" fmla="*/ 0 w 330"/>
              <a:gd name="T9" fmla="*/ 201 h 256"/>
              <a:gd name="T10" fmla="*/ 0 w 330"/>
              <a:gd name="T11" fmla="*/ 42 h 256"/>
              <a:gd name="T12" fmla="*/ 45 w 330"/>
              <a:gd name="T13" fmla="*/ 42 h 256"/>
              <a:gd name="T14" fmla="*/ 45 w 330"/>
              <a:gd name="T15" fmla="*/ 0 h 256"/>
              <a:gd name="T16" fmla="*/ 330 w 330"/>
              <a:gd name="T17" fmla="*/ 0 h 256"/>
              <a:gd name="T18" fmla="*/ 45 w 330"/>
              <a:gd name="T19" fmla="*/ 65 h 256"/>
              <a:gd name="T20" fmla="*/ 23 w 330"/>
              <a:gd name="T21" fmla="*/ 65 h 256"/>
              <a:gd name="T22" fmla="*/ 23 w 330"/>
              <a:gd name="T23" fmla="*/ 201 h 256"/>
              <a:gd name="T24" fmla="*/ 34 w 330"/>
              <a:gd name="T25" fmla="*/ 230 h 256"/>
              <a:gd name="T26" fmla="*/ 45 w 330"/>
              <a:gd name="T27" fmla="*/ 201 h 256"/>
              <a:gd name="T28" fmla="*/ 45 w 330"/>
              <a:gd name="T29" fmla="*/ 65 h 256"/>
              <a:gd name="T30" fmla="*/ 307 w 330"/>
              <a:gd name="T31" fmla="*/ 23 h 256"/>
              <a:gd name="T32" fmla="*/ 69 w 330"/>
              <a:gd name="T33" fmla="*/ 23 h 256"/>
              <a:gd name="T34" fmla="*/ 69 w 330"/>
              <a:gd name="T35" fmla="*/ 201 h 256"/>
              <a:gd name="T36" fmla="*/ 62 w 330"/>
              <a:gd name="T37" fmla="*/ 232 h 256"/>
              <a:gd name="T38" fmla="*/ 294 w 330"/>
              <a:gd name="T39" fmla="*/ 232 h 256"/>
              <a:gd name="T40" fmla="*/ 307 w 330"/>
              <a:gd name="T41" fmla="*/ 217 h 256"/>
              <a:gd name="T42" fmla="*/ 307 w 330"/>
              <a:gd name="T43" fmla="*/ 23 h 256"/>
              <a:gd name="T44" fmla="*/ 160 w 330"/>
              <a:gd name="T45" fmla="*/ 105 h 256"/>
              <a:gd name="T46" fmla="*/ 106 w 330"/>
              <a:gd name="T47" fmla="*/ 105 h 256"/>
              <a:gd name="T48" fmla="*/ 106 w 330"/>
              <a:gd name="T49" fmla="*/ 97 h 256"/>
              <a:gd name="T50" fmla="*/ 160 w 330"/>
              <a:gd name="T51" fmla="*/ 97 h 256"/>
              <a:gd name="T52" fmla="*/ 160 w 330"/>
              <a:gd name="T53" fmla="*/ 105 h 256"/>
              <a:gd name="T54" fmla="*/ 160 w 330"/>
              <a:gd name="T55" fmla="*/ 130 h 256"/>
              <a:gd name="T56" fmla="*/ 106 w 330"/>
              <a:gd name="T57" fmla="*/ 130 h 256"/>
              <a:gd name="T58" fmla="*/ 106 w 330"/>
              <a:gd name="T59" fmla="*/ 123 h 256"/>
              <a:gd name="T60" fmla="*/ 160 w 330"/>
              <a:gd name="T61" fmla="*/ 123 h 256"/>
              <a:gd name="T62" fmla="*/ 160 w 330"/>
              <a:gd name="T63" fmla="*/ 130 h 256"/>
              <a:gd name="T64" fmla="*/ 160 w 330"/>
              <a:gd name="T65" fmla="*/ 155 h 256"/>
              <a:gd name="T66" fmla="*/ 106 w 330"/>
              <a:gd name="T67" fmla="*/ 155 h 256"/>
              <a:gd name="T68" fmla="*/ 106 w 330"/>
              <a:gd name="T69" fmla="*/ 147 h 256"/>
              <a:gd name="T70" fmla="*/ 160 w 330"/>
              <a:gd name="T71" fmla="*/ 147 h 256"/>
              <a:gd name="T72" fmla="*/ 160 w 330"/>
              <a:gd name="T73" fmla="*/ 155 h 256"/>
              <a:gd name="T74" fmla="*/ 160 w 330"/>
              <a:gd name="T75" fmla="*/ 179 h 256"/>
              <a:gd name="T76" fmla="*/ 106 w 330"/>
              <a:gd name="T77" fmla="*/ 179 h 256"/>
              <a:gd name="T78" fmla="*/ 106 w 330"/>
              <a:gd name="T79" fmla="*/ 171 h 256"/>
              <a:gd name="T80" fmla="*/ 160 w 330"/>
              <a:gd name="T81" fmla="*/ 171 h 256"/>
              <a:gd name="T82" fmla="*/ 160 w 330"/>
              <a:gd name="T83" fmla="*/ 179 h 256"/>
              <a:gd name="T84" fmla="*/ 160 w 330"/>
              <a:gd name="T85" fmla="*/ 203 h 256"/>
              <a:gd name="T86" fmla="*/ 106 w 330"/>
              <a:gd name="T87" fmla="*/ 203 h 256"/>
              <a:gd name="T88" fmla="*/ 106 w 330"/>
              <a:gd name="T89" fmla="*/ 195 h 256"/>
              <a:gd name="T90" fmla="*/ 160 w 330"/>
              <a:gd name="T91" fmla="*/ 195 h 256"/>
              <a:gd name="T92" fmla="*/ 160 w 330"/>
              <a:gd name="T93" fmla="*/ 203 h 256"/>
              <a:gd name="T94" fmla="*/ 114 w 330"/>
              <a:gd name="T95" fmla="*/ 57 h 256"/>
              <a:gd name="T96" fmla="*/ 257 w 330"/>
              <a:gd name="T97" fmla="*/ 57 h 256"/>
              <a:gd name="T98" fmla="*/ 257 w 330"/>
              <a:gd name="T99" fmla="*/ 72 h 256"/>
              <a:gd name="T100" fmla="*/ 114 w 330"/>
              <a:gd name="T101" fmla="*/ 72 h 256"/>
              <a:gd name="T102" fmla="*/ 114 w 330"/>
              <a:gd name="T103" fmla="*/ 57 h 256"/>
              <a:gd name="T104" fmla="*/ 182 w 330"/>
              <a:gd name="T105" fmla="*/ 97 h 256"/>
              <a:gd name="T106" fmla="*/ 274 w 330"/>
              <a:gd name="T107" fmla="*/ 97 h 256"/>
              <a:gd name="T108" fmla="*/ 274 w 330"/>
              <a:gd name="T109" fmla="*/ 185 h 256"/>
              <a:gd name="T110" fmla="*/ 182 w 330"/>
              <a:gd name="T111" fmla="*/ 185 h 256"/>
              <a:gd name="T112" fmla="*/ 182 w 330"/>
              <a:gd name="T113" fmla="*/ 97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330" h="256">
                <a:moveTo>
                  <a:pt x="330" y="0"/>
                </a:moveTo>
                <a:cubicBezTo>
                  <a:pt x="330" y="217"/>
                  <a:pt x="330" y="217"/>
                  <a:pt x="330" y="217"/>
                </a:cubicBezTo>
                <a:cubicBezTo>
                  <a:pt x="330" y="238"/>
                  <a:pt x="313" y="256"/>
                  <a:pt x="294" y="256"/>
                </a:cubicBezTo>
                <a:cubicBezTo>
                  <a:pt x="47" y="256"/>
                  <a:pt x="47" y="256"/>
                  <a:pt x="47" y="256"/>
                </a:cubicBezTo>
                <a:cubicBezTo>
                  <a:pt x="16" y="256"/>
                  <a:pt x="0" y="240"/>
                  <a:pt x="0" y="201"/>
                </a:cubicBezTo>
                <a:cubicBezTo>
                  <a:pt x="0" y="42"/>
                  <a:pt x="0" y="42"/>
                  <a:pt x="0" y="42"/>
                </a:cubicBezTo>
                <a:cubicBezTo>
                  <a:pt x="45" y="42"/>
                  <a:pt x="45" y="42"/>
                  <a:pt x="45" y="42"/>
                </a:cubicBezTo>
                <a:cubicBezTo>
                  <a:pt x="45" y="0"/>
                  <a:pt x="45" y="0"/>
                  <a:pt x="45" y="0"/>
                </a:cubicBezTo>
                <a:lnTo>
                  <a:pt x="330" y="0"/>
                </a:lnTo>
                <a:close/>
                <a:moveTo>
                  <a:pt x="45" y="65"/>
                </a:moveTo>
                <a:cubicBezTo>
                  <a:pt x="23" y="65"/>
                  <a:pt x="23" y="65"/>
                  <a:pt x="23" y="65"/>
                </a:cubicBezTo>
                <a:cubicBezTo>
                  <a:pt x="23" y="201"/>
                  <a:pt x="23" y="201"/>
                  <a:pt x="23" y="201"/>
                </a:cubicBezTo>
                <a:cubicBezTo>
                  <a:pt x="23" y="221"/>
                  <a:pt x="28" y="230"/>
                  <a:pt x="34" y="230"/>
                </a:cubicBezTo>
                <a:cubicBezTo>
                  <a:pt x="41" y="230"/>
                  <a:pt x="45" y="221"/>
                  <a:pt x="45" y="201"/>
                </a:cubicBezTo>
                <a:lnTo>
                  <a:pt x="45" y="65"/>
                </a:lnTo>
                <a:close/>
                <a:moveTo>
                  <a:pt x="307" y="23"/>
                </a:moveTo>
                <a:cubicBezTo>
                  <a:pt x="69" y="23"/>
                  <a:pt x="69" y="23"/>
                  <a:pt x="69" y="23"/>
                </a:cubicBezTo>
                <a:cubicBezTo>
                  <a:pt x="69" y="201"/>
                  <a:pt x="69" y="201"/>
                  <a:pt x="69" y="201"/>
                </a:cubicBezTo>
                <a:cubicBezTo>
                  <a:pt x="69" y="215"/>
                  <a:pt x="66" y="225"/>
                  <a:pt x="62" y="232"/>
                </a:cubicBezTo>
                <a:cubicBezTo>
                  <a:pt x="294" y="232"/>
                  <a:pt x="294" y="232"/>
                  <a:pt x="294" y="232"/>
                </a:cubicBezTo>
                <a:cubicBezTo>
                  <a:pt x="302" y="232"/>
                  <a:pt x="307" y="223"/>
                  <a:pt x="307" y="217"/>
                </a:cubicBezTo>
                <a:lnTo>
                  <a:pt x="307" y="23"/>
                </a:lnTo>
                <a:close/>
                <a:moveTo>
                  <a:pt x="160" y="105"/>
                </a:moveTo>
                <a:cubicBezTo>
                  <a:pt x="106" y="105"/>
                  <a:pt x="106" y="105"/>
                  <a:pt x="106" y="105"/>
                </a:cubicBezTo>
                <a:cubicBezTo>
                  <a:pt x="106" y="97"/>
                  <a:pt x="106" y="97"/>
                  <a:pt x="106" y="97"/>
                </a:cubicBezTo>
                <a:cubicBezTo>
                  <a:pt x="160" y="97"/>
                  <a:pt x="160" y="97"/>
                  <a:pt x="160" y="97"/>
                </a:cubicBezTo>
                <a:lnTo>
                  <a:pt x="160" y="105"/>
                </a:lnTo>
                <a:close/>
                <a:moveTo>
                  <a:pt x="160" y="130"/>
                </a:moveTo>
                <a:cubicBezTo>
                  <a:pt x="106" y="130"/>
                  <a:pt x="106" y="130"/>
                  <a:pt x="106" y="130"/>
                </a:cubicBezTo>
                <a:cubicBezTo>
                  <a:pt x="106" y="123"/>
                  <a:pt x="106" y="123"/>
                  <a:pt x="106" y="123"/>
                </a:cubicBezTo>
                <a:cubicBezTo>
                  <a:pt x="160" y="123"/>
                  <a:pt x="160" y="123"/>
                  <a:pt x="160" y="123"/>
                </a:cubicBezTo>
                <a:lnTo>
                  <a:pt x="160" y="130"/>
                </a:lnTo>
                <a:close/>
                <a:moveTo>
                  <a:pt x="160" y="155"/>
                </a:moveTo>
                <a:cubicBezTo>
                  <a:pt x="106" y="155"/>
                  <a:pt x="106" y="155"/>
                  <a:pt x="106" y="155"/>
                </a:cubicBezTo>
                <a:cubicBezTo>
                  <a:pt x="106" y="147"/>
                  <a:pt x="106" y="147"/>
                  <a:pt x="106" y="147"/>
                </a:cubicBezTo>
                <a:cubicBezTo>
                  <a:pt x="160" y="147"/>
                  <a:pt x="160" y="147"/>
                  <a:pt x="160" y="147"/>
                </a:cubicBezTo>
                <a:lnTo>
                  <a:pt x="160" y="155"/>
                </a:lnTo>
                <a:close/>
                <a:moveTo>
                  <a:pt x="160" y="179"/>
                </a:moveTo>
                <a:cubicBezTo>
                  <a:pt x="106" y="179"/>
                  <a:pt x="106" y="179"/>
                  <a:pt x="106" y="179"/>
                </a:cubicBezTo>
                <a:cubicBezTo>
                  <a:pt x="106" y="171"/>
                  <a:pt x="106" y="171"/>
                  <a:pt x="106" y="171"/>
                </a:cubicBezTo>
                <a:cubicBezTo>
                  <a:pt x="160" y="171"/>
                  <a:pt x="160" y="171"/>
                  <a:pt x="160" y="171"/>
                </a:cubicBezTo>
                <a:lnTo>
                  <a:pt x="160" y="179"/>
                </a:lnTo>
                <a:close/>
                <a:moveTo>
                  <a:pt x="160" y="203"/>
                </a:moveTo>
                <a:cubicBezTo>
                  <a:pt x="106" y="203"/>
                  <a:pt x="106" y="203"/>
                  <a:pt x="106" y="203"/>
                </a:cubicBezTo>
                <a:cubicBezTo>
                  <a:pt x="106" y="195"/>
                  <a:pt x="106" y="195"/>
                  <a:pt x="106" y="195"/>
                </a:cubicBezTo>
                <a:cubicBezTo>
                  <a:pt x="160" y="195"/>
                  <a:pt x="160" y="195"/>
                  <a:pt x="160" y="195"/>
                </a:cubicBezTo>
                <a:lnTo>
                  <a:pt x="160" y="203"/>
                </a:lnTo>
                <a:close/>
                <a:moveTo>
                  <a:pt x="114" y="57"/>
                </a:moveTo>
                <a:cubicBezTo>
                  <a:pt x="257" y="57"/>
                  <a:pt x="257" y="57"/>
                  <a:pt x="257" y="57"/>
                </a:cubicBezTo>
                <a:cubicBezTo>
                  <a:pt x="257" y="72"/>
                  <a:pt x="257" y="72"/>
                  <a:pt x="257" y="72"/>
                </a:cubicBezTo>
                <a:cubicBezTo>
                  <a:pt x="114" y="72"/>
                  <a:pt x="114" y="72"/>
                  <a:pt x="114" y="72"/>
                </a:cubicBezTo>
                <a:lnTo>
                  <a:pt x="114" y="57"/>
                </a:lnTo>
                <a:close/>
                <a:moveTo>
                  <a:pt x="182" y="97"/>
                </a:moveTo>
                <a:cubicBezTo>
                  <a:pt x="274" y="97"/>
                  <a:pt x="274" y="97"/>
                  <a:pt x="274" y="97"/>
                </a:cubicBezTo>
                <a:cubicBezTo>
                  <a:pt x="274" y="185"/>
                  <a:pt x="274" y="185"/>
                  <a:pt x="274" y="185"/>
                </a:cubicBezTo>
                <a:cubicBezTo>
                  <a:pt x="182" y="185"/>
                  <a:pt x="182" y="185"/>
                  <a:pt x="182" y="185"/>
                </a:cubicBezTo>
                <a:lnTo>
                  <a:pt x="182" y="97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29" name="Freeform 31"/>
          <p:cNvSpPr>
            <a:spLocks noEditPoints="1"/>
          </p:cNvSpPr>
          <p:nvPr/>
        </p:nvSpPr>
        <p:spPr bwMode="auto">
          <a:xfrm>
            <a:off x="3274752" y="2762617"/>
            <a:ext cx="295443" cy="295443"/>
          </a:xfrm>
          <a:custGeom>
            <a:avLst/>
            <a:gdLst>
              <a:gd name="T0" fmla="*/ 166 w 262"/>
              <a:gd name="T1" fmla="*/ 192 h 262"/>
              <a:gd name="T2" fmla="*/ 104 w 262"/>
              <a:gd name="T3" fmla="*/ 169 h 262"/>
              <a:gd name="T4" fmla="*/ 86 w 262"/>
              <a:gd name="T5" fmla="*/ 212 h 262"/>
              <a:gd name="T6" fmla="*/ 41 w 262"/>
              <a:gd name="T7" fmla="*/ 257 h 262"/>
              <a:gd name="T8" fmla="*/ 26 w 262"/>
              <a:gd name="T9" fmla="*/ 262 h 262"/>
              <a:gd name="T10" fmla="*/ 0 w 262"/>
              <a:gd name="T11" fmla="*/ 236 h 262"/>
              <a:gd name="T12" fmla="*/ 5 w 262"/>
              <a:gd name="T13" fmla="*/ 220 h 262"/>
              <a:gd name="T14" fmla="*/ 49 w 262"/>
              <a:gd name="T15" fmla="*/ 176 h 262"/>
              <a:gd name="T16" fmla="*/ 93 w 262"/>
              <a:gd name="T17" fmla="*/ 158 h 262"/>
              <a:gd name="T18" fmla="*/ 70 w 262"/>
              <a:gd name="T19" fmla="*/ 95 h 262"/>
              <a:gd name="T20" fmla="*/ 166 w 262"/>
              <a:gd name="T21" fmla="*/ 0 h 262"/>
              <a:gd name="T22" fmla="*/ 262 w 262"/>
              <a:gd name="T23" fmla="*/ 95 h 262"/>
              <a:gd name="T24" fmla="*/ 234 w 262"/>
              <a:gd name="T25" fmla="*/ 163 h 262"/>
              <a:gd name="T26" fmla="*/ 166 w 262"/>
              <a:gd name="T27" fmla="*/ 192 h 262"/>
              <a:gd name="T28" fmla="*/ 166 w 262"/>
              <a:gd name="T29" fmla="*/ 155 h 262"/>
              <a:gd name="T30" fmla="*/ 225 w 262"/>
              <a:gd name="T31" fmla="*/ 95 h 262"/>
              <a:gd name="T32" fmla="*/ 166 w 262"/>
              <a:gd name="T33" fmla="*/ 37 h 262"/>
              <a:gd name="T34" fmla="*/ 107 w 262"/>
              <a:gd name="T35" fmla="*/ 95 h 262"/>
              <a:gd name="T36" fmla="*/ 124 w 262"/>
              <a:gd name="T37" fmla="*/ 138 h 262"/>
              <a:gd name="T38" fmla="*/ 166 w 262"/>
              <a:gd name="T39" fmla="*/ 155 h 2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262" h="262">
                <a:moveTo>
                  <a:pt x="166" y="192"/>
                </a:moveTo>
                <a:cubicBezTo>
                  <a:pt x="144" y="192"/>
                  <a:pt x="122" y="184"/>
                  <a:pt x="104" y="169"/>
                </a:cubicBezTo>
                <a:cubicBezTo>
                  <a:pt x="86" y="212"/>
                  <a:pt x="86" y="212"/>
                  <a:pt x="86" y="212"/>
                </a:cubicBezTo>
                <a:cubicBezTo>
                  <a:pt x="41" y="257"/>
                  <a:pt x="41" y="257"/>
                  <a:pt x="41" y="257"/>
                </a:cubicBezTo>
                <a:cubicBezTo>
                  <a:pt x="36" y="260"/>
                  <a:pt x="31" y="262"/>
                  <a:pt x="26" y="262"/>
                </a:cubicBezTo>
                <a:cubicBezTo>
                  <a:pt x="11" y="262"/>
                  <a:pt x="0" y="250"/>
                  <a:pt x="0" y="236"/>
                </a:cubicBezTo>
                <a:cubicBezTo>
                  <a:pt x="0" y="230"/>
                  <a:pt x="2" y="225"/>
                  <a:pt x="5" y="220"/>
                </a:cubicBezTo>
                <a:cubicBezTo>
                  <a:pt x="49" y="176"/>
                  <a:pt x="49" y="176"/>
                  <a:pt x="49" y="176"/>
                </a:cubicBezTo>
                <a:cubicBezTo>
                  <a:pt x="93" y="158"/>
                  <a:pt x="93" y="158"/>
                  <a:pt x="93" y="158"/>
                </a:cubicBezTo>
                <a:cubicBezTo>
                  <a:pt x="78" y="140"/>
                  <a:pt x="70" y="117"/>
                  <a:pt x="70" y="95"/>
                </a:cubicBezTo>
                <a:cubicBezTo>
                  <a:pt x="70" y="43"/>
                  <a:pt x="114" y="0"/>
                  <a:pt x="166" y="0"/>
                </a:cubicBezTo>
                <a:cubicBezTo>
                  <a:pt x="218" y="0"/>
                  <a:pt x="262" y="44"/>
                  <a:pt x="262" y="95"/>
                </a:cubicBezTo>
                <a:cubicBezTo>
                  <a:pt x="262" y="120"/>
                  <a:pt x="253" y="145"/>
                  <a:pt x="234" y="163"/>
                </a:cubicBezTo>
                <a:cubicBezTo>
                  <a:pt x="215" y="182"/>
                  <a:pt x="191" y="192"/>
                  <a:pt x="166" y="192"/>
                </a:cubicBezTo>
                <a:close/>
                <a:moveTo>
                  <a:pt x="166" y="155"/>
                </a:moveTo>
                <a:cubicBezTo>
                  <a:pt x="198" y="155"/>
                  <a:pt x="225" y="128"/>
                  <a:pt x="225" y="95"/>
                </a:cubicBezTo>
                <a:cubicBezTo>
                  <a:pt x="225" y="64"/>
                  <a:pt x="198" y="37"/>
                  <a:pt x="166" y="37"/>
                </a:cubicBezTo>
                <a:cubicBezTo>
                  <a:pt x="134" y="37"/>
                  <a:pt x="107" y="64"/>
                  <a:pt x="107" y="95"/>
                </a:cubicBezTo>
                <a:cubicBezTo>
                  <a:pt x="107" y="111"/>
                  <a:pt x="113" y="126"/>
                  <a:pt x="124" y="138"/>
                </a:cubicBezTo>
                <a:cubicBezTo>
                  <a:pt x="136" y="149"/>
                  <a:pt x="151" y="155"/>
                  <a:pt x="166" y="155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0" name="Freeform 32"/>
          <p:cNvSpPr>
            <a:spLocks noEditPoints="1"/>
          </p:cNvSpPr>
          <p:nvPr/>
        </p:nvSpPr>
        <p:spPr bwMode="auto">
          <a:xfrm>
            <a:off x="3784663" y="2718849"/>
            <a:ext cx="367661" cy="358908"/>
          </a:xfrm>
          <a:custGeom>
            <a:avLst/>
            <a:gdLst>
              <a:gd name="T0" fmla="*/ 325 w 325"/>
              <a:gd name="T1" fmla="*/ 112 h 318"/>
              <a:gd name="T2" fmla="*/ 325 w 325"/>
              <a:gd name="T3" fmla="*/ 238 h 318"/>
              <a:gd name="T4" fmla="*/ 299 w 325"/>
              <a:gd name="T5" fmla="*/ 265 h 318"/>
              <a:gd name="T6" fmla="*/ 273 w 325"/>
              <a:gd name="T7" fmla="*/ 265 h 318"/>
              <a:gd name="T8" fmla="*/ 284 w 325"/>
              <a:gd name="T9" fmla="*/ 318 h 318"/>
              <a:gd name="T10" fmla="*/ 46 w 325"/>
              <a:gd name="T11" fmla="*/ 318 h 318"/>
              <a:gd name="T12" fmla="*/ 56 w 325"/>
              <a:gd name="T13" fmla="*/ 265 h 318"/>
              <a:gd name="T14" fmla="*/ 27 w 325"/>
              <a:gd name="T15" fmla="*/ 265 h 318"/>
              <a:gd name="T16" fmla="*/ 0 w 325"/>
              <a:gd name="T17" fmla="*/ 238 h 318"/>
              <a:gd name="T18" fmla="*/ 0 w 325"/>
              <a:gd name="T19" fmla="*/ 112 h 318"/>
              <a:gd name="T20" fmla="*/ 27 w 325"/>
              <a:gd name="T21" fmla="*/ 85 h 318"/>
              <a:gd name="T22" fmla="*/ 60 w 325"/>
              <a:gd name="T23" fmla="*/ 85 h 318"/>
              <a:gd name="T24" fmla="*/ 60 w 325"/>
              <a:gd name="T25" fmla="*/ 45 h 318"/>
              <a:gd name="T26" fmla="*/ 72 w 325"/>
              <a:gd name="T27" fmla="*/ 45 h 318"/>
              <a:gd name="T28" fmla="*/ 72 w 325"/>
              <a:gd name="T29" fmla="*/ 0 h 318"/>
              <a:gd name="T30" fmla="*/ 254 w 325"/>
              <a:gd name="T31" fmla="*/ 0 h 318"/>
              <a:gd name="T32" fmla="*/ 254 w 325"/>
              <a:gd name="T33" fmla="*/ 45 h 318"/>
              <a:gd name="T34" fmla="*/ 265 w 325"/>
              <a:gd name="T35" fmla="*/ 45 h 318"/>
              <a:gd name="T36" fmla="*/ 265 w 325"/>
              <a:gd name="T37" fmla="*/ 85 h 318"/>
              <a:gd name="T38" fmla="*/ 299 w 325"/>
              <a:gd name="T39" fmla="*/ 85 h 318"/>
              <a:gd name="T40" fmla="*/ 325 w 325"/>
              <a:gd name="T41" fmla="*/ 112 h 318"/>
              <a:gd name="T42" fmla="*/ 64 w 325"/>
              <a:gd name="T43" fmla="*/ 132 h 318"/>
              <a:gd name="T44" fmla="*/ 45 w 325"/>
              <a:gd name="T45" fmla="*/ 114 h 318"/>
              <a:gd name="T46" fmla="*/ 27 w 325"/>
              <a:gd name="T47" fmla="*/ 132 h 318"/>
              <a:gd name="T48" fmla="*/ 45 w 325"/>
              <a:gd name="T49" fmla="*/ 151 h 318"/>
              <a:gd name="T50" fmla="*/ 64 w 325"/>
              <a:gd name="T51" fmla="*/ 132 h 318"/>
              <a:gd name="T52" fmla="*/ 262 w 325"/>
              <a:gd name="T53" fmla="*/ 302 h 318"/>
              <a:gd name="T54" fmla="*/ 246 w 325"/>
              <a:gd name="T55" fmla="*/ 218 h 318"/>
              <a:gd name="T56" fmla="*/ 79 w 325"/>
              <a:gd name="T57" fmla="*/ 218 h 318"/>
              <a:gd name="T58" fmla="*/ 67 w 325"/>
              <a:gd name="T59" fmla="*/ 302 h 318"/>
              <a:gd name="T60" fmla="*/ 262 w 325"/>
              <a:gd name="T61" fmla="*/ 302 h 318"/>
              <a:gd name="T62" fmla="*/ 84 w 325"/>
              <a:gd name="T63" fmla="*/ 117 h 318"/>
              <a:gd name="T64" fmla="*/ 242 w 325"/>
              <a:gd name="T65" fmla="*/ 117 h 318"/>
              <a:gd name="T66" fmla="*/ 242 w 325"/>
              <a:gd name="T67" fmla="*/ 17 h 318"/>
              <a:gd name="T68" fmla="*/ 84 w 325"/>
              <a:gd name="T69" fmla="*/ 17 h 318"/>
              <a:gd name="T70" fmla="*/ 84 w 325"/>
              <a:gd name="T71" fmla="*/ 117 h 318"/>
              <a:gd name="T72" fmla="*/ 154 w 325"/>
              <a:gd name="T73" fmla="*/ 251 h 318"/>
              <a:gd name="T74" fmla="*/ 106 w 325"/>
              <a:gd name="T75" fmla="*/ 251 h 318"/>
              <a:gd name="T76" fmla="*/ 106 w 325"/>
              <a:gd name="T77" fmla="*/ 263 h 318"/>
              <a:gd name="T78" fmla="*/ 154 w 325"/>
              <a:gd name="T79" fmla="*/ 263 h 318"/>
              <a:gd name="T80" fmla="*/ 154 w 325"/>
              <a:gd name="T81" fmla="*/ 251 h 318"/>
              <a:gd name="T82" fmla="*/ 222 w 325"/>
              <a:gd name="T83" fmla="*/ 251 h 318"/>
              <a:gd name="T84" fmla="*/ 174 w 325"/>
              <a:gd name="T85" fmla="*/ 251 h 318"/>
              <a:gd name="T86" fmla="*/ 174 w 325"/>
              <a:gd name="T87" fmla="*/ 263 h 318"/>
              <a:gd name="T88" fmla="*/ 222 w 325"/>
              <a:gd name="T89" fmla="*/ 263 h 318"/>
              <a:gd name="T90" fmla="*/ 222 w 325"/>
              <a:gd name="T91" fmla="*/ 251 h 3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325" h="318">
                <a:moveTo>
                  <a:pt x="325" y="112"/>
                </a:moveTo>
                <a:cubicBezTo>
                  <a:pt x="325" y="238"/>
                  <a:pt x="325" y="238"/>
                  <a:pt x="325" y="238"/>
                </a:cubicBezTo>
                <a:cubicBezTo>
                  <a:pt x="325" y="253"/>
                  <a:pt x="313" y="265"/>
                  <a:pt x="299" y="265"/>
                </a:cubicBezTo>
                <a:cubicBezTo>
                  <a:pt x="273" y="265"/>
                  <a:pt x="273" y="265"/>
                  <a:pt x="273" y="265"/>
                </a:cubicBezTo>
                <a:cubicBezTo>
                  <a:pt x="284" y="318"/>
                  <a:pt x="284" y="318"/>
                  <a:pt x="284" y="318"/>
                </a:cubicBezTo>
                <a:cubicBezTo>
                  <a:pt x="46" y="318"/>
                  <a:pt x="46" y="318"/>
                  <a:pt x="46" y="318"/>
                </a:cubicBezTo>
                <a:cubicBezTo>
                  <a:pt x="56" y="265"/>
                  <a:pt x="56" y="265"/>
                  <a:pt x="56" y="265"/>
                </a:cubicBezTo>
                <a:cubicBezTo>
                  <a:pt x="27" y="265"/>
                  <a:pt x="27" y="265"/>
                  <a:pt x="27" y="265"/>
                </a:cubicBezTo>
                <a:cubicBezTo>
                  <a:pt x="12" y="265"/>
                  <a:pt x="0" y="253"/>
                  <a:pt x="0" y="238"/>
                </a:cubicBezTo>
                <a:cubicBezTo>
                  <a:pt x="0" y="112"/>
                  <a:pt x="0" y="112"/>
                  <a:pt x="0" y="112"/>
                </a:cubicBezTo>
                <a:cubicBezTo>
                  <a:pt x="0" y="97"/>
                  <a:pt x="12" y="85"/>
                  <a:pt x="27" y="85"/>
                </a:cubicBezTo>
                <a:cubicBezTo>
                  <a:pt x="60" y="85"/>
                  <a:pt x="60" y="85"/>
                  <a:pt x="60" y="85"/>
                </a:cubicBezTo>
                <a:cubicBezTo>
                  <a:pt x="60" y="45"/>
                  <a:pt x="60" y="45"/>
                  <a:pt x="60" y="45"/>
                </a:cubicBezTo>
                <a:cubicBezTo>
                  <a:pt x="72" y="45"/>
                  <a:pt x="72" y="45"/>
                  <a:pt x="72" y="45"/>
                </a:cubicBezTo>
                <a:cubicBezTo>
                  <a:pt x="72" y="0"/>
                  <a:pt x="72" y="0"/>
                  <a:pt x="72" y="0"/>
                </a:cubicBezTo>
                <a:cubicBezTo>
                  <a:pt x="254" y="0"/>
                  <a:pt x="254" y="0"/>
                  <a:pt x="254" y="0"/>
                </a:cubicBezTo>
                <a:cubicBezTo>
                  <a:pt x="254" y="45"/>
                  <a:pt x="254" y="45"/>
                  <a:pt x="254" y="45"/>
                </a:cubicBezTo>
                <a:cubicBezTo>
                  <a:pt x="265" y="45"/>
                  <a:pt x="265" y="45"/>
                  <a:pt x="265" y="45"/>
                </a:cubicBezTo>
                <a:cubicBezTo>
                  <a:pt x="265" y="85"/>
                  <a:pt x="265" y="85"/>
                  <a:pt x="265" y="85"/>
                </a:cubicBezTo>
                <a:cubicBezTo>
                  <a:pt x="299" y="85"/>
                  <a:pt x="299" y="85"/>
                  <a:pt x="299" y="85"/>
                </a:cubicBezTo>
                <a:cubicBezTo>
                  <a:pt x="313" y="85"/>
                  <a:pt x="325" y="97"/>
                  <a:pt x="325" y="112"/>
                </a:cubicBezTo>
                <a:close/>
                <a:moveTo>
                  <a:pt x="64" y="132"/>
                </a:moveTo>
                <a:cubicBezTo>
                  <a:pt x="64" y="122"/>
                  <a:pt x="56" y="114"/>
                  <a:pt x="45" y="114"/>
                </a:cubicBezTo>
                <a:cubicBezTo>
                  <a:pt x="35" y="114"/>
                  <a:pt x="27" y="122"/>
                  <a:pt x="27" y="132"/>
                </a:cubicBezTo>
                <a:cubicBezTo>
                  <a:pt x="27" y="143"/>
                  <a:pt x="35" y="151"/>
                  <a:pt x="45" y="151"/>
                </a:cubicBezTo>
                <a:cubicBezTo>
                  <a:pt x="56" y="151"/>
                  <a:pt x="64" y="143"/>
                  <a:pt x="64" y="132"/>
                </a:cubicBezTo>
                <a:close/>
                <a:moveTo>
                  <a:pt x="262" y="302"/>
                </a:moveTo>
                <a:cubicBezTo>
                  <a:pt x="246" y="218"/>
                  <a:pt x="246" y="218"/>
                  <a:pt x="246" y="218"/>
                </a:cubicBezTo>
                <a:cubicBezTo>
                  <a:pt x="79" y="218"/>
                  <a:pt x="79" y="218"/>
                  <a:pt x="79" y="218"/>
                </a:cubicBezTo>
                <a:cubicBezTo>
                  <a:pt x="67" y="302"/>
                  <a:pt x="67" y="302"/>
                  <a:pt x="67" y="302"/>
                </a:cubicBezTo>
                <a:lnTo>
                  <a:pt x="262" y="302"/>
                </a:lnTo>
                <a:close/>
                <a:moveTo>
                  <a:pt x="84" y="117"/>
                </a:moveTo>
                <a:cubicBezTo>
                  <a:pt x="242" y="117"/>
                  <a:pt x="242" y="117"/>
                  <a:pt x="242" y="117"/>
                </a:cubicBezTo>
                <a:cubicBezTo>
                  <a:pt x="242" y="17"/>
                  <a:pt x="242" y="17"/>
                  <a:pt x="242" y="17"/>
                </a:cubicBezTo>
                <a:cubicBezTo>
                  <a:pt x="84" y="17"/>
                  <a:pt x="84" y="17"/>
                  <a:pt x="84" y="17"/>
                </a:cubicBezTo>
                <a:lnTo>
                  <a:pt x="84" y="117"/>
                </a:lnTo>
                <a:close/>
                <a:moveTo>
                  <a:pt x="154" y="251"/>
                </a:moveTo>
                <a:cubicBezTo>
                  <a:pt x="106" y="251"/>
                  <a:pt x="106" y="251"/>
                  <a:pt x="106" y="251"/>
                </a:cubicBezTo>
                <a:cubicBezTo>
                  <a:pt x="106" y="263"/>
                  <a:pt x="106" y="263"/>
                  <a:pt x="106" y="263"/>
                </a:cubicBezTo>
                <a:cubicBezTo>
                  <a:pt x="154" y="263"/>
                  <a:pt x="154" y="263"/>
                  <a:pt x="154" y="263"/>
                </a:cubicBezTo>
                <a:lnTo>
                  <a:pt x="154" y="251"/>
                </a:lnTo>
                <a:close/>
                <a:moveTo>
                  <a:pt x="222" y="251"/>
                </a:moveTo>
                <a:cubicBezTo>
                  <a:pt x="174" y="251"/>
                  <a:pt x="174" y="251"/>
                  <a:pt x="174" y="251"/>
                </a:cubicBezTo>
                <a:cubicBezTo>
                  <a:pt x="174" y="263"/>
                  <a:pt x="174" y="263"/>
                  <a:pt x="174" y="263"/>
                </a:cubicBezTo>
                <a:cubicBezTo>
                  <a:pt x="222" y="263"/>
                  <a:pt x="222" y="263"/>
                  <a:pt x="222" y="263"/>
                </a:cubicBezTo>
                <a:lnTo>
                  <a:pt x="222" y="25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1" name="Freeform 33"/>
          <p:cNvSpPr>
            <a:spLocks/>
          </p:cNvSpPr>
          <p:nvPr/>
        </p:nvSpPr>
        <p:spPr bwMode="auto">
          <a:xfrm>
            <a:off x="4213602" y="2742920"/>
            <a:ext cx="352343" cy="306384"/>
          </a:xfrm>
          <a:custGeom>
            <a:avLst/>
            <a:gdLst>
              <a:gd name="T0" fmla="*/ 2 w 311"/>
              <a:gd name="T1" fmla="*/ 270 h 270"/>
              <a:gd name="T2" fmla="*/ 2 w 311"/>
              <a:gd name="T3" fmla="*/ 245 h 270"/>
              <a:gd name="T4" fmla="*/ 107 w 311"/>
              <a:gd name="T5" fmla="*/ 212 h 270"/>
              <a:gd name="T6" fmla="*/ 108 w 311"/>
              <a:gd name="T7" fmla="*/ 196 h 270"/>
              <a:gd name="T8" fmla="*/ 114 w 311"/>
              <a:gd name="T9" fmla="*/ 194 h 270"/>
              <a:gd name="T10" fmla="*/ 117 w 311"/>
              <a:gd name="T11" fmla="*/ 166 h 270"/>
              <a:gd name="T12" fmla="*/ 105 w 311"/>
              <a:gd name="T13" fmla="*/ 136 h 270"/>
              <a:gd name="T14" fmla="*/ 96 w 311"/>
              <a:gd name="T15" fmla="*/ 127 h 270"/>
              <a:gd name="T16" fmla="*/ 94 w 311"/>
              <a:gd name="T17" fmla="*/ 107 h 270"/>
              <a:gd name="T18" fmla="*/ 101 w 311"/>
              <a:gd name="T19" fmla="*/ 96 h 270"/>
              <a:gd name="T20" fmla="*/ 101 w 311"/>
              <a:gd name="T21" fmla="*/ 39 h 270"/>
              <a:gd name="T22" fmla="*/ 169 w 311"/>
              <a:gd name="T23" fmla="*/ 1 h 270"/>
              <a:gd name="T24" fmla="*/ 183 w 311"/>
              <a:gd name="T25" fmla="*/ 1 h 270"/>
              <a:gd name="T26" fmla="*/ 180 w 311"/>
              <a:gd name="T27" fmla="*/ 9 h 270"/>
              <a:gd name="T28" fmla="*/ 210 w 311"/>
              <a:gd name="T29" fmla="*/ 44 h 270"/>
              <a:gd name="T30" fmla="*/ 210 w 311"/>
              <a:gd name="T31" fmla="*/ 96 h 270"/>
              <a:gd name="T32" fmla="*/ 215 w 311"/>
              <a:gd name="T33" fmla="*/ 102 h 270"/>
              <a:gd name="T34" fmla="*/ 204 w 311"/>
              <a:gd name="T35" fmla="*/ 136 h 270"/>
              <a:gd name="T36" fmla="*/ 196 w 311"/>
              <a:gd name="T37" fmla="*/ 169 h 270"/>
              <a:gd name="T38" fmla="*/ 197 w 311"/>
              <a:gd name="T39" fmla="*/ 191 h 270"/>
              <a:gd name="T40" fmla="*/ 203 w 311"/>
              <a:gd name="T41" fmla="*/ 191 h 270"/>
              <a:gd name="T42" fmla="*/ 209 w 311"/>
              <a:gd name="T43" fmla="*/ 214 h 270"/>
              <a:gd name="T44" fmla="*/ 310 w 311"/>
              <a:gd name="T45" fmla="*/ 248 h 270"/>
              <a:gd name="T46" fmla="*/ 310 w 311"/>
              <a:gd name="T47" fmla="*/ 270 h 270"/>
              <a:gd name="T48" fmla="*/ 2 w 311"/>
              <a:gd name="T49" fmla="*/ 270 h 2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311" h="270">
                <a:moveTo>
                  <a:pt x="2" y="270"/>
                </a:moveTo>
                <a:cubicBezTo>
                  <a:pt x="2" y="270"/>
                  <a:pt x="0" y="266"/>
                  <a:pt x="2" y="245"/>
                </a:cubicBezTo>
                <a:cubicBezTo>
                  <a:pt x="19" y="236"/>
                  <a:pt x="103" y="214"/>
                  <a:pt x="107" y="212"/>
                </a:cubicBezTo>
                <a:cubicBezTo>
                  <a:pt x="108" y="196"/>
                  <a:pt x="108" y="196"/>
                  <a:pt x="108" y="196"/>
                </a:cubicBezTo>
                <a:cubicBezTo>
                  <a:pt x="114" y="194"/>
                  <a:pt x="114" y="194"/>
                  <a:pt x="114" y="194"/>
                </a:cubicBezTo>
                <a:cubicBezTo>
                  <a:pt x="114" y="194"/>
                  <a:pt x="117" y="170"/>
                  <a:pt x="117" y="166"/>
                </a:cubicBezTo>
                <a:cubicBezTo>
                  <a:pt x="117" y="166"/>
                  <a:pt x="107" y="147"/>
                  <a:pt x="105" y="136"/>
                </a:cubicBezTo>
                <a:cubicBezTo>
                  <a:pt x="105" y="136"/>
                  <a:pt x="97" y="136"/>
                  <a:pt x="96" y="127"/>
                </a:cubicBezTo>
                <a:cubicBezTo>
                  <a:pt x="94" y="119"/>
                  <a:pt x="96" y="113"/>
                  <a:pt x="94" y="107"/>
                </a:cubicBezTo>
                <a:cubicBezTo>
                  <a:pt x="92" y="101"/>
                  <a:pt x="97" y="94"/>
                  <a:pt x="101" y="96"/>
                </a:cubicBezTo>
                <a:cubicBezTo>
                  <a:pt x="101" y="96"/>
                  <a:pt x="92" y="51"/>
                  <a:pt x="101" y="39"/>
                </a:cubicBezTo>
                <a:cubicBezTo>
                  <a:pt x="107" y="31"/>
                  <a:pt x="125" y="9"/>
                  <a:pt x="169" y="1"/>
                </a:cubicBezTo>
                <a:cubicBezTo>
                  <a:pt x="169" y="1"/>
                  <a:pt x="180" y="0"/>
                  <a:pt x="183" y="1"/>
                </a:cubicBezTo>
                <a:cubicBezTo>
                  <a:pt x="186" y="2"/>
                  <a:pt x="185" y="3"/>
                  <a:pt x="180" y="9"/>
                </a:cubicBezTo>
                <a:cubicBezTo>
                  <a:pt x="180" y="9"/>
                  <a:pt x="203" y="22"/>
                  <a:pt x="210" y="44"/>
                </a:cubicBezTo>
                <a:cubicBezTo>
                  <a:pt x="214" y="58"/>
                  <a:pt x="212" y="88"/>
                  <a:pt x="210" y="96"/>
                </a:cubicBezTo>
                <a:cubicBezTo>
                  <a:pt x="210" y="96"/>
                  <a:pt x="216" y="94"/>
                  <a:pt x="215" y="102"/>
                </a:cubicBezTo>
                <a:cubicBezTo>
                  <a:pt x="214" y="116"/>
                  <a:pt x="214" y="140"/>
                  <a:pt x="204" y="136"/>
                </a:cubicBezTo>
                <a:cubicBezTo>
                  <a:pt x="204" y="136"/>
                  <a:pt x="204" y="163"/>
                  <a:pt x="196" y="169"/>
                </a:cubicBezTo>
                <a:cubicBezTo>
                  <a:pt x="196" y="169"/>
                  <a:pt x="193" y="190"/>
                  <a:pt x="197" y="191"/>
                </a:cubicBezTo>
                <a:cubicBezTo>
                  <a:pt x="203" y="191"/>
                  <a:pt x="203" y="191"/>
                  <a:pt x="203" y="191"/>
                </a:cubicBezTo>
                <a:cubicBezTo>
                  <a:pt x="203" y="191"/>
                  <a:pt x="205" y="209"/>
                  <a:pt x="209" y="214"/>
                </a:cubicBezTo>
                <a:cubicBezTo>
                  <a:pt x="209" y="214"/>
                  <a:pt x="301" y="237"/>
                  <a:pt x="310" y="248"/>
                </a:cubicBezTo>
                <a:cubicBezTo>
                  <a:pt x="311" y="259"/>
                  <a:pt x="310" y="270"/>
                  <a:pt x="310" y="270"/>
                </a:cubicBezTo>
                <a:lnTo>
                  <a:pt x="2" y="27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2" name="Freeform 34"/>
          <p:cNvSpPr>
            <a:spLocks/>
          </p:cNvSpPr>
          <p:nvPr/>
        </p:nvSpPr>
        <p:spPr bwMode="auto">
          <a:xfrm>
            <a:off x="4594395" y="2725414"/>
            <a:ext cx="529608" cy="323892"/>
          </a:xfrm>
          <a:custGeom>
            <a:avLst/>
            <a:gdLst>
              <a:gd name="T0" fmla="*/ 302 w 469"/>
              <a:gd name="T1" fmla="*/ 176 h 285"/>
              <a:gd name="T2" fmla="*/ 296 w 469"/>
              <a:gd name="T3" fmla="*/ 178 h 285"/>
              <a:gd name="T4" fmla="*/ 285 w 469"/>
              <a:gd name="T5" fmla="*/ 164 h 285"/>
              <a:gd name="T6" fmla="*/ 279 w 469"/>
              <a:gd name="T7" fmla="*/ 147 h 285"/>
              <a:gd name="T8" fmla="*/ 287 w 469"/>
              <a:gd name="T9" fmla="*/ 136 h 285"/>
              <a:gd name="T10" fmla="*/ 286 w 469"/>
              <a:gd name="T11" fmla="*/ 126 h 285"/>
              <a:gd name="T12" fmla="*/ 281 w 469"/>
              <a:gd name="T13" fmla="*/ 119 h 285"/>
              <a:gd name="T14" fmla="*/ 278 w 469"/>
              <a:gd name="T15" fmla="*/ 99 h 285"/>
              <a:gd name="T16" fmla="*/ 280 w 469"/>
              <a:gd name="T17" fmla="*/ 87 h 285"/>
              <a:gd name="T18" fmla="*/ 286 w 469"/>
              <a:gd name="T19" fmla="*/ 61 h 285"/>
              <a:gd name="T20" fmla="*/ 302 w 469"/>
              <a:gd name="T21" fmla="*/ 10 h 285"/>
              <a:gd name="T22" fmla="*/ 351 w 469"/>
              <a:gd name="T23" fmla="*/ 26 h 285"/>
              <a:gd name="T24" fmla="*/ 388 w 469"/>
              <a:gd name="T25" fmla="*/ 9 h 285"/>
              <a:gd name="T26" fmla="*/ 405 w 469"/>
              <a:gd name="T27" fmla="*/ 58 h 285"/>
              <a:gd name="T28" fmla="*/ 413 w 469"/>
              <a:gd name="T29" fmla="*/ 85 h 285"/>
              <a:gd name="T30" fmla="*/ 413 w 469"/>
              <a:gd name="T31" fmla="*/ 102 h 285"/>
              <a:gd name="T32" fmla="*/ 411 w 469"/>
              <a:gd name="T33" fmla="*/ 122 h 285"/>
              <a:gd name="T34" fmla="*/ 405 w 469"/>
              <a:gd name="T35" fmla="*/ 135 h 285"/>
              <a:gd name="T36" fmla="*/ 413 w 469"/>
              <a:gd name="T37" fmla="*/ 138 h 285"/>
              <a:gd name="T38" fmla="*/ 411 w 469"/>
              <a:gd name="T39" fmla="*/ 155 h 285"/>
              <a:gd name="T40" fmla="*/ 405 w 469"/>
              <a:gd name="T41" fmla="*/ 169 h 285"/>
              <a:gd name="T42" fmla="*/ 393 w 469"/>
              <a:gd name="T43" fmla="*/ 177 h 285"/>
              <a:gd name="T44" fmla="*/ 384 w 469"/>
              <a:gd name="T45" fmla="*/ 241 h 285"/>
              <a:gd name="T46" fmla="*/ 386 w 469"/>
              <a:gd name="T47" fmla="*/ 245 h 285"/>
              <a:gd name="T48" fmla="*/ 469 w 469"/>
              <a:gd name="T49" fmla="*/ 265 h 285"/>
              <a:gd name="T50" fmla="*/ 469 w 469"/>
              <a:gd name="T51" fmla="*/ 285 h 285"/>
              <a:gd name="T52" fmla="*/ 228 w 469"/>
              <a:gd name="T53" fmla="*/ 285 h 285"/>
              <a:gd name="T54" fmla="*/ 228 w 469"/>
              <a:gd name="T55" fmla="*/ 284 h 285"/>
              <a:gd name="T56" fmla="*/ 0 w 469"/>
              <a:gd name="T57" fmla="*/ 284 h 285"/>
              <a:gd name="T58" fmla="*/ 19 w 469"/>
              <a:gd name="T59" fmla="*/ 253 h 285"/>
              <a:gd name="T60" fmla="*/ 112 w 469"/>
              <a:gd name="T61" fmla="*/ 222 h 285"/>
              <a:gd name="T62" fmla="*/ 113 w 469"/>
              <a:gd name="T63" fmla="*/ 206 h 285"/>
              <a:gd name="T64" fmla="*/ 120 w 469"/>
              <a:gd name="T65" fmla="*/ 205 h 285"/>
              <a:gd name="T66" fmla="*/ 122 w 469"/>
              <a:gd name="T67" fmla="*/ 175 h 285"/>
              <a:gd name="T68" fmla="*/ 109 w 469"/>
              <a:gd name="T69" fmla="*/ 143 h 285"/>
              <a:gd name="T70" fmla="*/ 99 w 469"/>
              <a:gd name="T71" fmla="*/ 134 h 285"/>
              <a:gd name="T72" fmla="*/ 98 w 469"/>
              <a:gd name="T73" fmla="*/ 113 h 285"/>
              <a:gd name="T74" fmla="*/ 106 w 469"/>
              <a:gd name="T75" fmla="*/ 101 h 285"/>
              <a:gd name="T76" fmla="*/ 106 w 469"/>
              <a:gd name="T77" fmla="*/ 41 h 285"/>
              <a:gd name="T78" fmla="*/ 177 w 469"/>
              <a:gd name="T79" fmla="*/ 1 h 285"/>
              <a:gd name="T80" fmla="*/ 192 w 469"/>
              <a:gd name="T81" fmla="*/ 2 h 285"/>
              <a:gd name="T82" fmla="*/ 188 w 469"/>
              <a:gd name="T83" fmla="*/ 9 h 285"/>
              <a:gd name="T84" fmla="*/ 219 w 469"/>
              <a:gd name="T85" fmla="*/ 47 h 285"/>
              <a:gd name="T86" fmla="*/ 219 w 469"/>
              <a:gd name="T87" fmla="*/ 101 h 285"/>
              <a:gd name="T88" fmla="*/ 226 w 469"/>
              <a:gd name="T89" fmla="*/ 108 h 285"/>
              <a:gd name="T90" fmla="*/ 214 w 469"/>
              <a:gd name="T91" fmla="*/ 143 h 285"/>
              <a:gd name="T92" fmla="*/ 205 w 469"/>
              <a:gd name="T93" fmla="*/ 177 h 285"/>
              <a:gd name="T94" fmla="*/ 206 w 469"/>
              <a:gd name="T95" fmla="*/ 201 h 285"/>
              <a:gd name="T96" fmla="*/ 212 w 469"/>
              <a:gd name="T97" fmla="*/ 201 h 285"/>
              <a:gd name="T98" fmla="*/ 219 w 469"/>
              <a:gd name="T99" fmla="*/ 224 h 285"/>
              <a:gd name="T100" fmla="*/ 264 w 469"/>
              <a:gd name="T101" fmla="*/ 239 h 285"/>
              <a:gd name="T102" fmla="*/ 301 w 469"/>
              <a:gd name="T103" fmla="*/ 242 h 285"/>
              <a:gd name="T104" fmla="*/ 311 w 469"/>
              <a:gd name="T105" fmla="*/ 199 h 285"/>
              <a:gd name="T106" fmla="*/ 302 w 469"/>
              <a:gd name="T107" fmla="*/ 176 h 2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469" h="285">
                <a:moveTo>
                  <a:pt x="302" y="176"/>
                </a:moveTo>
                <a:cubicBezTo>
                  <a:pt x="302" y="176"/>
                  <a:pt x="301" y="180"/>
                  <a:pt x="296" y="178"/>
                </a:cubicBezTo>
                <a:cubicBezTo>
                  <a:pt x="291" y="176"/>
                  <a:pt x="287" y="169"/>
                  <a:pt x="285" y="164"/>
                </a:cubicBezTo>
                <a:cubicBezTo>
                  <a:pt x="285" y="158"/>
                  <a:pt x="280" y="149"/>
                  <a:pt x="279" y="147"/>
                </a:cubicBezTo>
                <a:cubicBezTo>
                  <a:pt x="277" y="143"/>
                  <a:pt x="278" y="136"/>
                  <a:pt x="287" y="136"/>
                </a:cubicBezTo>
                <a:cubicBezTo>
                  <a:pt x="287" y="136"/>
                  <a:pt x="283" y="129"/>
                  <a:pt x="286" y="126"/>
                </a:cubicBezTo>
                <a:cubicBezTo>
                  <a:pt x="286" y="126"/>
                  <a:pt x="277" y="127"/>
                  <a:pt x="281" y="119"/>
                </a:cubicBezTo>
                <a:cubicBezTo>
                  <a:pt x="281" y="119"/>
                  <a:pt x="264" y="113"/>
                  <a:pt x="278" y="99"/>
                </a:cubicBezTo>
                <a:cubicBezTo>
                  <a:pt x="278" y="99"/>
                  <a:pt x="269" y="89"/>
                  <a:pt x="280" y="87"/>
                </a:cubicBezTo>
                <a:cubicBezTo>
                  <a:pt x="280" y="87"/>
                  <a:pt x="264" y="68"/>
                  <a:pt x="286" y="61"/>
                </a:cubicBezTo>
                <a:cubicBezTo>
                  <a:pt x="286" y="61"/>
                  <a:pt x="266" y="12"/>
                  <a:pt x="302" y="10"/>
                </a:cubicBezTo>
                <a:cubicBezTo>
                  <a:pt x="321" y="7"/>
                  <a:pt x="334" y="19"/>
                  <a:pt x="351" y="26"/>
                </a:cubicBezTo>
                <a:cubicBezTo>
                  <a:pt x="351" y="26"/>
                  <a:pt x="375" y="7"/>
                  <a:pt x="388" y="9"/>
                </a:cubicBezTo>
                <a:cubicBezTo>
                  <a:pt x="412" y="14"/>
                  <a:pt x="419" y="37"/>
                  <a:pt x="405" y="58"/>
                </a:cubicBezTo>
                <a:cubicBezTo>
                  <a:pt x="420" y="54"/>
                  <a:pt x="425" y="77"/>
                  <a:pt x="413" y="85"/>
                </a:cubicBezTo>
                <a:cubicBezTo>
                  <a:pt x="413" y="85"/>
                  <a:pt x="420" y="93"/>
                  <a:pt x="413" y="102"/>
                </a:cubicBezTo>
                <a:cubicBezTo>
                  <a:pt x="413" y="102"/>
                  <a:pt x="424" y="116"/>
                  <a:pt x="411" y="122"/>
                </a:cubicBezTo>
                <a:cubicBezTo>
                  <a:pt x="411" y="122"/>
                  <a:pt x="408" y="131"/>
                  <a:pt x="405" y="135"/>
                </a:cubicBezTo>
                <a:cubicBezTo>
                  <a:pt x="405" y="135"/>
                  <a:pt x="411" y="134"/>
                  <a:pt x="413" y="138"/>
                </a:cubicBezTo>
                <a:cubicBezTo>
                  <a:pt x="415" y="143"/>
                  <a:pt x="416" y="148"/>
                  <a:pt x="411" y="155"/>
                </a:cubicBezTo>
                <a:cubicBezTo>
                  <a:pt x="407" y="161"/>
                  <a:pt x="406" y="165"/>
                  <a:pt x="405" y="169"/>
                </a:cubicBezTo>
                <a:cubicBezTo>
                  <a:pt x="403" y="173"/>
                  <a:pt x="402" y="183"/>
                  <a:pt x="393" y="177"/>
                </a:cubicBezTo>
                <a:cubicBezTo>
                  <a:pt x="380" y="193"/>
                  <a:pt x="375" y="219"/>
                  <a:pt x="384" y="241"/>
                </a:cubicBezTo>
                <a:cubicBezTo>
                  <a:pt x="386" y="245"/>
                  <a:pt x="386" y="245"/>
                  <a:pt x="386" y="245"/>
                </a:cubicBezTo>
                <a:cubicBezTo>
                  <a:pt x="416" y="251"/>
                  <a:pt x="452" y="258"/>
                  <a:pt x="469" y="265"/>
                </a:cubicBezTo>
                <a:cubicBezTo>
                  <a:pt x="469" y="285"/>
                  <a:pt x="469" y="285"/>
                  <a:pt x="469" y="285"/>
                </a:cubicBezTo>
                <a:cubicBezTo>
                  <a:pt x="228" y="285"/>
                  <a:pt x="228" y="285"/>
                  <a:pt x="228" y="285"/>
                </a:cubicBezTo>
                <a:cubicBezTo>
                  <a:pt x="228" y="284"/>
                  <a:pt x="228" y="284"/>
                  <a:pt x="228" y="284"/>
                </a:cubicBezTo>
                <a:cubicBezTo>
                  <a:pt x="0" y="284"/>
                  <a:pt x="0" y="284"/>
                  <a:pt x="0" y="284"/>
                </a:cubicBezTo>
                <a:cubicBezTo>
                  <a:pt x="0" y="284"/>
                  <a:pt x="1" y="262"/>
                  <a:pt x="19" y="253"/>
                </a:cubicBezTo>
                <a:cubicBezTo>
                  <a:pt x="38" y="244"/>
                  <a:pt x="107" y="224"/>
                  <a:pt x="112" y="222"/>
                </a:cubicBezTo>
                <a:cubicBezTo>
                  <a:pt x="113" y="206"/>
                  <a:pt x="113" y="206"/>
                  <a:pt x="113" y="206"/>
                </a:cubicBezTo>
                <a:cubicBezTo>
                  <a:pt x="120" y="205"/>
                  <a:pt x="120" y="205"/>
                  <a:pt x="120" y="205"/>
                </a:cubicBezTo>
                <a:cubicBezTo>
                  <a:pt x="120" y="205"/>
                  <a:pt x="122" y="179"/>
                  <a:pt x="122" y="175"/>
                </a:cubicBezTo>
                <a:cubicBezTo>
                  <a:pt x="122" y="175"/>
                  <a:pt x="112" y="155"/>
                  <a:pt x="109" y="143"/>
                </a:cubicBezTo>
                <a:cubicBezTo>
                  <a:pt x="109" y="143"/>
                  <a:pt x="101" y="143"/>
                  <a:pt x="99" y="134"/>
                </a:cubicBezTo>
                <a:cubicBezTo>
                  <a:pt x="99" y="125"/>
                  <a:pt x="99" y="119"/>
                  <a:pt x="98" y="113"/>
                </a:cubicBezTo>
                <a:cubicBezTo>
                  <a:pt x="96" y="106"/>
                  <a:pt x="101" y="99"/>
                  <a:pt x="106" y="101"/>
                </a:cubicBezTo>
                <a:cubicBezTo>
                  <a:pt x="106" y="101"/>
                  <a:pt x="96" y="55"/>
                  <a:pt x="106" y="41"/>
                </a:cubicBezTo>
                <a:cubicBezTo>
                  <a:pt x="112" y="32"/>
                  <a:pt x="131" y="9"/>
                  <a:pt x="177" y="1"/>
                </a:cubicBezTo>
                <a:cubicBezTo>
                  <a:pt x="177" y="1"/>
                  <a:pt x="188" y="0"/>
                  <a:pt x="192" y="2"/>
                </a:cubicBezTo>
                <a:cubicBezTo>
                  <a:pt x="195" y="2"/>
                  <a:pt x="194" y="3"/>
                  <a:pt x="188" y="9"/>
                </a:cubicBezTo>
                <a:cubicBezTo>
                  <a:pt x="188" y="9"/>
                  <a:pt x="212" y="24"/>
                  <a:pt x="219" y="47"/>
                </a:cubicBezTo>
                <a:cubicBezTo>
                  <a:pt x="224" y="61"/>
                  <a:pt x="222" y="92"/>
                  <a:pt x="219" y="101"/>
                </a:cubicBezTo>
                <a:cubicBezTo>
                  <a:pt x="219" y="101"/>
                  <a:pt x="227" y="99"/>
                  <a:pt x="226" y="108"/>
                </a:cubicBezTo>
                <a:cubicBezTo>
                  <a:pt x="224" y="122"/>
                  <a:pt x="224" y="148"/>
                  <a:pt x="214" y="143"/>
                </a:cubicBezTo>
                <a:cubicBezTo>
                  <a:pt x="214" y="143"/>
                  <a:pt x="214" y="171"/>
                  <a:pt x="205" y="177"/>
                </a:cubicBezTo>
                <a:cubicBezTo>
                  <a:pt x="205" y="177"/>
                  <a:pt x="202" y="200"/>
                  <a:pt x="206" y="201"/>
                </a:cubicBezTo>
                <a:cubicBezTo>
                  <a:pt x="212" y="201"/>
                  <a:pt x="212" y="201"/>
                  <a:pt x="212" y="201"/>
                </a:cubicBezTo>
                <a:cubicBezTo>
                  <a:pt x="212" y="201"/>
                  <a:pt x="215" y="220"/>
                  <a:pt x="219" y="224"/>
                </a:cubicBezTo>
                <a:cubicBezTo>
                  <a:pt x="219" y="224"/>
                  <a:pt x="240" y="233"/>
                  <a:pt x="264" y="239"/>
                </a:cubicBezTo>
                <a:cubicBezTo>
                  <a:pt x="274" y="241"/>
                  <a:pt x="287" y="242"/>
                  <a:pt x="301" y="242"/>
                </a:cubicBezTo>
                <a:cubicBezTo>
                  <a:pt x="305" y="230"/>
                  <a:pt x="311" y="227"/>
                  <a:pt x="311" y="199"/>
                </a:cubicBezTo>
                <a:cubicBezTo>
                  <a:pt x="311" y="188"/>
                  <a:pt x="302" y="176"/>
                  <a:pt x="302" y="176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3" name="Freeform 35"/>
          <p:cNvSpPr>
            <a:spLocks noEditPoints="1"/>
          </p:cNvSpPr>
          <p:nvPr/>
        </p:nvSpPr>
        <p:spPr bwMode="auto">
          <a:xfrm>
            <a:off x="5187468" y="2852344"/>
            <a:ext cx="389547" cy="194773"/>
          </a:xfrm>
          <a:custGeom>
            <a:avLst/>
            <a:gdLst>
              <a:gd name="T0" fmla="*/ 0 w 178"/>
              <a:gd name="T1" fmla="*/ 0 h 89"/>
              <a:gd name="T2" fmla="*/ 121 w 178"/>
              <a:gd name="T3" fmla="*/ 0 h 89"/>
              <a:gd name="T4" fmla="*/ 121 w 178"/>
              <a:gd name="T5" fmla="*/ 89 h 89"/>
              <a:gd name="T6" fmla="*/ 0 w 178"/>
              <a:gd name="T7" fmla="*/ 89 h 89"/>
              <a:gd name="T8" fmla="*/ 0 w 178"/>
              <a:gd name="T9" fmla="*/ 0 h 89"/>
              <a:gd name="T10" fmla="*/ 132 w 178"/>
              <a:gd name="T11" fmla="*/ 56 h 89"/>
              <a:gd name="T12" fmla="*/ 178 w 178"/>
              <a:gd name="T13" fmla="*/ 84 h 89"/>
              <a:gd name="T14" fmla="*/ 178 w 178"/>
              <a:gd name="T15" fmla="*/ 5 h 89"/>
              <a:gd name="T16" fmla="*/ 132 w 178"/>
              <a:gd name="T17" fmla="*/ 33 h 89"/>
              <a:gd name="T18" fmla="*/ 132 w 178"/>
              <a:gd name="T19" fmla="*/ 56 h 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78" h="89">
                <a:moveTo>
                  <a:pt x="0" y="0"/>
                </a:moveTo>
                <a:lnTo>
                  <a:pt x="121" y="0"/>
                </a:lnTo>
                <a:lnTo>
                  <a:pt x="121" y="89"/>
                </a:lnTo>
                <a:lnTo>
                  <a:pt x="0" y="89"/>
                </a:lnTo>
                <a:lnTo>
                  <a:pt x="0" y="0"/>
                </a:lnTo>
                <a:close/>
                <a:moveTo>
                  <a:pt x="132" y="56"/>
                </a:moveTo>
                <a:lnTo>
                  <a:pt x="178" y="84"/>
                </a:lnTo>
                <a:lnTo>
                  <a:pt x="178" y="5"/>
                </a:lnTo>
                <a:lnTo>
                  <a:pt x="132" y="33"/>
                </a:lnTo>
                <a:lnTo>
                  <a:pt x="132" y="56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4" name="Freeform 36"/>
          <p:cNvSpPr>
            <a:spLocks/>
          </p:cNvSpPr>
          <p:nvPr/>
        </p:nvSpPr>
        <p:spPr bwMode="auto">
          <a:xfrm>
            <a:off x="5662365" y="2797634"/>
            <a:ext cx="297631" cy="260428"/>
          </a:xfrm>
          <a:custGeom>
            <a:avLst/>
            <a:gdLst>
              <a:gd name="T0" fmla="*/ 33 w 262"/>
              <a:gd name="T1" fmla="*/ 131 h 229"/>
              <a:gd name="T2" fmla="*/ 0 w 262"/>
              <a:gd name="T3" fmla="*/ 63 h 229"/>
              <a:gd name="T4" fmla="*/ 63 w 262"/>
              <a:gd name="T5" fmla="*/ 0 h 229"/>
              <a:gd name="T6" fmla="*/ 131 w 262"/>
              <a:gd name="T7" fmla="*/ 40 h 229"/>
              <a:gd name="T8" fmla="*/ 199 w 262"/>
              <a:gd name="T9" fmla="*/ 0 h 229"/>
              <a:gd name="T10" fmla="*/ 262 w 262"/>
              <a:gd name="T11" fmla="*/ 63 h 229"/>
              <a:gd name="T12" fmla="*/ 229 w 262"/>
              <a:gd name="T13" fmla="*/ 131 h 229"/>
              <a:gd name="T14" fmla="*/ 131 w 262"/>
              <a:gd name="T15" fmla="*/ 229 h 229"/>
              <a:gd name="T16" fmla="*/ 33 w 262"/>
              <a:gd name="T17" fmla="*/ 131 h 2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62" h="229">
                <a:moveTo>
                  <a:pt x="33" y="131"/>
                </a:moveTo>
                <a:cubicBezTo>
                  <a:pt x="10" y="109"/>
                  <a:pt x="0" y="85"/>
                  <a:pt x="0" y="63"/>
                </a:cubicBezTo>
                <a:cubicBezTo>
                  <a:pt x="0" y="25"/>
                  <a:pt x="25" y="0"/>
                  <a:pt x="63" y="0"/>
                </a:cubicBezTo>
                <a:cubicBezTo>
                  <a:pt x="98" y="0"/>
                  <a:pt x="111" y="16"/>
                  <a:pt x="131" y="40"/>
                </a:cubicBezTo>
                <a:cubicBezTo>
                  <a:pt x="152" y="16"/>
                  <a:pt x="164" y="0"/>
                  <a:pt x="199" y="0"/>
                </a:cubicBezTo>
                <a:cubicBezTo>
                  <a:pt x="237" y="0"/>
                  <a:pt x="262" y="25"/>
                  <a:pt x="262" y="63"/>
                </a:cubicBezTo>
                <a:cubicBezTo>
                  <a:pt x="262" y="85"/>
                  <a:pt x="252" y="109"/>
                  <a:pt x="229" y="131"/>
                </a:cubicBezTo>
                <a:cubicBezTo>
                  <a:pt x="131" y="229"/>
                  <a:pt x="131" y="229"/>
                  <a:pt x="131" y="229"/>
                </a:cubicBezTo>
                <a:lnTo>
                  <a:pt x="33" y="13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5" name="Freeform 37"/>
          <p:cNvSpPr>
            <a:spLocks/>
          </p:cNvSpPr>
          <p:nvPr/>
        </p:nvSpPr>
        <p:spPr bwMode="auto">
          <a:xfrm>
            <a:off x="6014708" y="2734167"/>
            <a:ext cx="271369" cy="315139"/>
          </a:xfrm>
          <a:custGeom>
            <a:avLst/>
            <a:gdLst>
              <a:gd name="T0" fmla="*/ 74 w 241"/>
              <a:gd name="T1" fmla="*/ 169 h 278"/>
              <a:gd name="T2" fmla="*/ 68 w 241"/>
              <a:gd name="T3" fmla="*/ 171 h 278"/>
              <a:gd name="T4" fmla="*/ 57 w 241"/>
              <a:gd name="T5" fmla="*/ 157 h 278"/>
              <a:gd name="T6" fmla="*/ 50 w 241"/>
              <a:gd name="T7" fmla="*/ 140 h 278"/>
              <a:gd name="T8" fmla="*/ 58 w 241"/>
              <a:gd name="T9" fmla="*/ 129 h 278"/>
              <a:gd name="T10" fmla="*/ 58 w 241"/>
              <a:gd name="T11" fmla="*/ 119 h 278"/>
              <a:gd name="T12" fmla="*/ 53 w 241"/>
              <a:gd name="T13" fmla="*/ 112 h 278"/>
              <a:gd name="T14" fmla="*/ 50 w 241"/>
              <a:gd name="T15" fmla="*/ 92 h 278"/>
              <a:gd name="T16" fmla="*/ 52 w 241"/>
              <a:gd name="T17" fmla="*/ 80 h 278"/>
              <a:gd name="T18" fmla="*/ 57 w 241"/>
              <a:gd name="T19" fmla="*/ 54 h 278"/>
              <a:gd name="T20" fmla="*/ 74 w 241"/>
              <a:gd name="T21" fmla="*/ 3 h 278"/>
              <a:gd name="T22" fmla="*/ 123 w 241"/>
              <a:gd name="T23" fmla="*/ 19 h 278"/>
              <a:gd name="T24" fmla="*/ 160 w 241"/>
              <a:gd name="T25" fmla="*/ 2 h 278"/>
              <a:gd name="T26" fmla="*/ 177 w 241"/>
              <a:gd name="T27" fmla="*/ 51 h 278"/>
              <a:gd name="T28" fmla="*/ 185 w 241"/>
              <a:gd name="T29" fmla="*/ 78 h 278"/>
              <a:gd name="T30" fmla="*/ 185 w 241"/>
              <a:gd name="T31" fmla="*/ 95 h 278"/>
              <a:gd name="T32" fmla="*/ 182 w 241"/>
              <a:gd name="T33" fmla="*/ 115 h 278"/>
              <a:gd name="T34" fmla="*/ 177 w 241"/>
              <a:gd name="T35" fmla="*/ 128 h 278"/>
              <a:gd name="T36" fmla="*/ 184 w 241"/>
              <a:gd name="T37" fmla="*/ 131 h 278"/>
              <a:gd name="T38" fmla="*/ 183 w 241"/>
              <a:gd name="T39" fmla="*/ 148 h 278"/>
              <a:gd name="T40" fmla="*/ 176 w 241"/>
              <a:gd name="T41" fmla="*/ 162 h 278"/>
              <a:gd name="T42" fmla="*/ 164 w 241"/>
              <a:gd name="T43" fmla="*/ 170 h 278"/>
              <a:gd name="T44" fmla="*/ 156 w 241"/>
              <a:gd name="T45" fmla="*/ 234 h 278"/>
              <a:gd name="T46" fmla="*/ 158 w 241"/>
              <a:gd name="T47" fmla="*/ 238 h 278"/>
              <a:gd name="T48" fmla="*/ 241 w 241"/>
              <a:gd name="T49" fmla="*/ 258 h 278"/>
              <a:gd name="T50" fmla="*/ 241 w 241"/>
              <a:gd name="T51" fmla="*/ 278 h 278"/>
              <a:gd name="T52" fmla="*/ 0 w 241"/>
              <a:gd name="T53" fmla="*/ 278 h 278"/>
              <a:gd name="T54" fmla="*/ 0 w 241"/>
              <a:gd name="T55" fmla="*/ 261 h 278"/>
              <a:gd name="T56" fmla="*/ 72 w 241"/>
              <a:gd name="T57" fmla="*/ 238 h 278"/>
              <a:gd name="T58" fmla="*/ 82 w 241"/>
              <a:gd name="T59" fmla="*/ 192 h 278"/>
              <a:gd name="T60" fmla="*/ 74 w 241"/>
              <a:gd name="T61" fmla="*/ 169 h 2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241" h="278">
                <a:moveTo>
                  <a:pt x="74" y="169"/>
                </a:moveTo>
                <a:cubicBezTo>
                  <a:pt x="74" y="169"/>
                  <a:pt x="73" y="173"/>
                  <a:pt x="68" y="171"/>
                </a:cubicBezTo>
                <a:cubicBezTo>
                  <a:pt x="63" y="169"/>
                  <a:pt x="58" y="162"/>
                  <a:pt x="57" y="157"/>
                </a:cubicBezTo>
                <a:cubicBezTo>
                  <a:pt x="56" y="151"/>
                  <a:pt x="52" y="142"/>
                  <a:pt x="50" y="140"/>
                </a:cubicBezTo>
                <a:cubicBezTo>
                  <a:pt x="49" y="136"/>
                  <a:pt x="50" y="129"/>
                  <a:pt x="58" y="129"/>
                </a:cubicBezTo>
                <a:cubicBezTo>
                  <a:pt x="58" y="129"/>
                  <a:pt x="55" y="122"/>
                  <a:pt x="58" y="119"/>
                </a:cubicBezTo>
                <a:cubicBezTo>
                  <a:pt x="58" y="119"/>
                  <a:pt x="49" y="120"/>
                  <a:pt x="53" y="112"/>
                </a:cubicBezTo>
                <a:cubicBezTo>
                  <a:pt x="53" y="112"/>
                  <a:pt x="35" y="106"/>
                  <a:pt x="50" y="92"/>
                </a:cubicBezTo>
                <a:cubicBezTo>
                  <a:pt x="50" y="92"/>
                  <a:pt x="41" y="82"/>
                  <a:pt x="52" y="80"/>
                </a:cubicBezTo>
                <a:cubicBezTo>
                  <a:pt x="52" y="80"/>
                  <a:pt x="35" y="61"/>
                  <a:pt x="57" y="54"/>
                </a:cubicBezTo>
                <a:cubicBezTo>
                  <a:pt x="57" y="54"/>
                  <a:pt x="38" y="5"/>
                  <a:pt x="74" y="3"/>
                </a:cubicBezTo>
                <a:cubicBezTo>
                  <a:pt x="93" y="0"/>
                  <a:pt x="106" y="12"/>
                  <a:pt x="123" y="19"/>
                </a:cubicBezTo>
                <a:cubicBezTo>
                  <a:pt x="123" y="19"/>
                  <a:pt x="147" y="0"/>
                  <a:pt x="160" y="2"/>
                </a:cubicBezTo>
                <a:cubicBezTo>
                  <a:pt x="184" y="7"/>
                  <a:pt x="190" y="30"/>
                  <a:pt x="177" y="51"/>
                </a:cubicBezTo>
                <a:cubicBezTo>
                  <a:pt x="191" y="47"/>
                  <a:pt x="197" y="70"/>
                  <a:pt x="185" y="78"/>
                </a:cubicBezTo>
                <a:cubicBezTo>
                  <a:pt x="185" y="78"/>
                  <a:pt x="192" y="86"/>
                  <a:pt x="185" y="95"/>
                </a:cubicBezTo>
                <a:cubicBezTo>
                  <a:pt x="185" y="95"/>
                  <a:pt x="195" y="109"/>
                  <a:pt x="182" y="115"/>
                </a:cubicBezTo>
                <a:cubicBezTo>
                  <a:pt x="182" y="115"/>
                  <a:pt x="180" y="124"/>
                  <a:pt x="177" y="128"/>
                </a:cubicBezTo>
                <a:cubicBezTo>
                  <a:pt x="177" y="128"/>
                  <a:pt x="183" y="127"/>
                  <a:pt x="184" y="131"/>
                </a:cubicBezTo>
                <a:cubicBezTo>
                  <a:pt x="187" y="136"/>
                  <a:pt x="187" y="141"/>
                  <a:pt x="183" y="148"/>
                </a:cubicBezTo>
                <a:cubicBezTo>
                  <a:pt x="179" y="154"/>
                  <a:pt x="178" y="158"/>
                  <a:pt x="176" y="162"/>
                </a:cubicBezTo>
                <a:cubicBezTo>
                  <a:pt x="175" y="166"/>
                  <a:pt x="174" y="176"/>
                  <a:pt x="164" y="170"/>
                </a:cubicBezTo>
                <a:cubicBezTo>
                  <a:pt x="151" y="186"/>
                  <a:pt x="147" y="212"/>
                  <a:pt x="156" y="234"/>
                </a:cubicBezTo>
                <a:cubicBezTo>
                  <a:pt x="158" y="238"/>
                  <a:pt x="158" y="238"/>
                  <a:pt x="158" y="238"/>
                </a:cubicBezTo>
                <a:cubicBezTo>
                  <a:pt x="187" y="244"/>
                  <a:pt x="224" y="251"/>
                  <a:pt x="241" y="258"/>
                </a:cubicBezTo>
                <a:cubicBezTo>
                  <a:pt x="241" y="266"/>
                  <a:pt x="241" y="278"/>
                  <a:pt x="241" y="278"/>
                </a:cubicBezTo>
                <a:cubicBezTo>
                  <a:pt x="0" y="278"/>
                  <a:pt x="0" y="278"/>
                  <a:pt x="0" y="278"/>
                </a:cubicBezTo>
                <a:cubicBezTo>
                  <a:pt x="0" y="278"/>
                  <a:pt x="0" y="271"/>
                  <a:pt x="0" y="261"/>
                </a:cubicBezTo>
                <a:cubicBezTo>
                  <a:pt x="14" y="252"/>
                  <a:pt x="43" y="245"/>
                  <a:pt x="72" y="238"/>
                </a:cubicBezTo>
                <a:cubicBezTo>
                  <a:pt x="75" y="223"/>
                  <a:pt x="83" y="223"/>
                  <a:pt x="82" y="192"/>
                </a:cubicBezTo>
                <a:cubicBezTo>
                  <a:pt x="82" y="181"/>
                  <a:pt x="74" y="169"/>
                  <a:pt x="74" y="16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6" name="Freeform 38"/>
          <p:cNvSpPr>
            <a:spLocks noEditPoints="1"/>
          </p:cNvSpPr>
          <p:nvPr/>
        </p:nvSpPr>
        <p:spPr bwMode="auto">
          <a:xfrm>
            <a:off x="6349540" y="2738544"/>
            <a:ext cx="308573" cy="343589"/>
          </a:xfrm>
          <a:custGeom>
            <a:avLst/>
            <a:gdLst>
              <a:gd name="T0" fmla="*/ 248 w 273"/>
              <a:gd name="T1" fmla="*/ 226 h 304"/>
              <a:gd name="T2" fmla="*/ 90 w 273"/>
              <a:gd name="T3" fmla="*/ 249 h 304"/>
              <a:gd name="T4" fmla="*/ 90 w 273"/>
              <a:gd name="T5" fmla="*/ 269 h 304"/>
              <a:gd name="T6" fmla="*/ 81 w 273"/>
              <a:gd name="T7" fmla="*/ 279 h 304"/>
              <a:gd name="T8" fmla="*/ 10 w 273"/>
              <a:gd name="T9" fmla="*/ 279 h 304"/>
              <a:gd name="T10" fmla="*/ 0 w 273"/>
              <a:gd name="T11" fmla="*/ 269 h 304"/>
              <a:gd name="T12" fmla="*/ 0 w 273"/>
              <a:gd name="T13" fmla="*/ 103 h 304"/>
              <a:gd name="T14" fmla="*/ 10 w 273"/>
              <a:gd name="T15" fmla="*/ 93 h 304"/>
              <a:gd name="T16" fmla="*/ 81 w 273"/>
              <a:gd name="T17" fmla="*/ 93 h 304"/>
              <a:gd name="T18" fmla="*/ 90 w 273"/>
              <a:gd name="T19" fmla="*/ 103 h 304"/>
              <a:gd name="T20" fmla="*/ 90 w 273"/>
              <a:gd name="T21" fmla="*/ 114 h 304"/>
              <a:gd name="T22" fmla="*/ 142 w 273"/>
              <a:gd name="T23" fmla="*/ 35 h 304"/>
              <a:gd name="T24" fmla="*/ 178 w 273"/>
              <a:gd name="T25" fmla="*/ 0 h 304"/>
              <a:gd name="T26" fmla="*/ 221 w 273"/>
              <a:gd name="T27" fmla="*/ 59 h 304"/>
              <a:gd name="T28" fmla="*/ 211 w 273"/>
              <a:gd name="T29" fmla="*/ 96 h 304"/>
              <a:gd name="T30" fmla="*/ 217 w 273"/>
              <a:gd name="T31" fmla="*/ 96 h 304"/>
              <a:gd name="T32" fmla="*/ 261 w 273"/>
              <a:gd name="T33" fmla="*/ 144 h 304"/>
              <a:gd name="T34" fmla="*/ 257 w 273"/>
              <a:gd name="T35" fmla="*/ 187 h 304"/>
              <a:gd name="T36" fmla="*/ 248 w 273"/>
              <a:gd name="T37" fmla="*/ 226 h 304"/>
              <a:gd name="T38" fmla="*/ 219 w 273"/>
              <a:gd name="T39" fmla="*/ 181 h 304"/>
              <a:gd name="T40" fmla="*/ 222 w 273"/>
              <a:gd name="T41" fmla="*/ 154 h 304"/>
              <a:gd name="T42" fmla="*/ 222 w 273"/>
              <a:gd name="T43" fmla="*/ 149 h 304"/>
              <a:gd name="T44" fmla="*/ 217 w 273"/>
              <a:gd name="T45" fmla="*/ 120 h 304"/>
              <a:gd name="T46" fmla="*/ 191 w 273"/>
              <a:gd name="T47" fmla="*/ 120 h 304"/>
              <a:gd name="T48" fmla="*/ 178 w 273"/>
              <a:gd name="T49" fmla="*/ 109 h 304"/>
              <a:gd name="T50" fmla="*/ 196 w 273"/>
              <a:gd name="T51" fmla="*/ 59 h 304"/>
              <a:gd name="T52" fmla="*/ 178 w 273"/>
              <a:gd name="T53" fmla="*/ 24 h 304"/>
              <a:gd name="T54" fmla="*/ 166 w 273"/>
              <a:gd name="T55" fmla="*/ 38 h 304"/>
              <a:gd name="T56" fmla="*/ 90 w 273"/>
              <a:gd name="T57" fmla="*/ 144 h 304"/>
              <a:gd name="T58" fmla="*/ 90 w 273"/>
              <a:gd name="T59" fmla="*/ 222 h 304"/>
              <a:gd name="T60" fmla="*/ 196 w 273"/>
              <a:gd name="T61" fmla="*/ 247 h 304"/>
              <a:gd name="T62" fmla="*/ 210 w 273"/>
              <a:gd name="T63" fmla="*/ 218 h 304"/>
              <a:gd name="T64" fmla="*/ 209 w 273"/>
              <a:gd name="T65" fmla="*/ 212 h 304"/>
              <a:gd name="T66" fmla="*/ 219 w 273"/>
              <a:gd name="T67" fmla="*/ 186 h 304"/>
              <a:gd name="T68" fmla="*/ 219 w 273"/>
              <a:gd name="T69" fmla="*/ 181 h 3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273" h="304">
                <a:moveTo>
                  <a:pt x="248" y="226"/>
                </a:moveTo>
                <a:cubicBezTo>
                  <a:pt x="273" y="304"/>
                  <a:pt x="104" y="262"/>
                  <a:pt x="90" y="249"/>
                </a:cubicBezTo>
                <a:cubicBezTo>
                  <a:pt x="90" y="269"/>
                  <a:pt x="90" y="269"/>
                  <a:pt x="90" y="269"/>
                </a:cubicBezTo>
                <a:cubicBezTo>
                  <a:pt x="90" y="275"/>
                  <a:pt x="86" y="279"/>
                  <a:pt x="81" y="279"/>
                </a:cubicBezTo>
                <a:cubicBezTo>
                  <a:pt x="10" y="279"/>
                  <a:pt x="10" y="279"/>
                  <a:pt x="10" y="279"/>
                </a:cubicBezTo>
                <a:cubicBezTo>
                  <a:pt x="5" y="279"/>
                  <a:pt x="0" y="275"/>
                  <a:pt x="0" y="269"/>
                </a:cubicBezTo>
                <a:cubicBezTo>
                  <a:pt x="0" y="103"/>
                  <a:pt x="0" y="103"/>
                  <a:pt x="0" y="103"/>
                </a:cubicBezTo>
                <a:cubicBezTo>
                  <a:pt x="0" y="98"/>
                  <a:pt x="5" y="93"/>
                  <a:pt x="10" y="93"/>
                </a:cubicBezTo>
                <a:cubicBezTo>
                  <a:pt x="81" y="93"/>
                  <a:pt x="81" y="93"/>
                  <a:pt x="81" y="93"/>
                </a:cubicBezTo>
                <a:cubicBezTo>
                  <a:pt x="86" y="93"/>
                  <a:pt x="90" y="98"/>
                  <a:pt x="90" y="103"/>
                </a:cubicBezTo>
                <a:cubicBezTo>
                  <a:pt x="90" y="114"/>
                  <a:pt x="90" y="114"/>
                  <a:pt x="90" y="114"/>
                </a:cubicBezTo>
                <a:cubicBezTo>
                  <a:pt x="124" y="92"/>
                  <a:pt x="141" y="37"/>
                  <a:pt x="142" y="35"/>
                </a:cubicBezTo>
                <a:cubicBezTo>
                  <a:pt x="147" y="13"/>
                  <a:pt x="160" y="0"/>
                  <a:pt x="178" y="0"/>
                </a:cubicBezTo>
                <a:cubicBezTo>
                  <a:pt x="198" y="0"/>
                  <a:pt x="221" y="19"/>
                  <a:pt x="221" y="59"/>
                </a:cubicBezTo>
                <a:cubicBezTo>
                  <a:pt x="221" y="69"/>
                  <a:pt x="217" y="84"/>
                  <a:pt x="211" y="96"/>
                </a:cubicBezTo>
                <a:cubicBezTo>
                  <a:pt x="217" y="96"/>
                  <a:pt x="217" y="96"/>
                  <a:pt x="217" y="96"/>
                </a:cubicBezTo>
                <a:cubicBezTo>
                  <a:pt x="242" y="96"/>
                  <a:pt x="271" y="108"/>
                  <a:pt x="261" y="144"/>
                </a:cubicBezTo>
                <a:cubicBezTo>
                  <a:pt x="271" y="161"/>
                  <a:pt x="265" y="180"/>
                  <a:pt x="257" y="187"/>
                </a:cubicBezTo>
                <a:cubicBezTo>
                  <a:pt x="265" y="202"/>
                  <a:pt x="258" y="218"/>
                  <a:pt x="248" y="226"/>
                </a:cubicBezTo>
                <a:close/>
                <a:moveTo>
                  <a:pt x="219" y="181"/>
                </a:moveTo>
                <a:cubicBezTo>
                  <a:pt x="244" y="181"/>
                  <a:pt x="245" y="155"/>
                  <a:pt x="222" y="154"/>
                </a:cubicBezTo>
                <a:cubicBezTo>
                  <a:pt x="218" y="153"/>
                  <a:pt x="218" y="149"/>
                  <a:pt x="222" y="149"/>
                </a:cubicBezTo>
                <a:cubicBezTo>
                  <a:pt x="245" y="149"/>
                  <a:pt x="241" y="120"/>
                  <a:pt x="217" y="120"/>
                </a:cubicBezTo>
                <a:cubicBezTo>
                  <a:pt x="191" y="120"/>
                  <a:pt x="191" y="120"/>
                  <a:pt x="191" y="120"/>
                </a:cubicBezTo>
                <a:cubicBezTo>
                  <a:pt x="182" y="120"/>
                  <a:pt x="178" y="115"/>
                  <a:pt x="178" y="109"/>
                </a:cubicBezTo>
                <a:cubicBezTo>
                  <a:pt x="178" y="99"/>
                  <a:pt x="196" y="76"/>
                  <a:pt x="196" y="59"/>
                </a:cubicBezTo>
                <a:cubicBezTo>
                  <a:pt x="196" y="37"/>
                  <a:pt x="185" y="24"/>
                  <a:pt x="178" y="24"/>
                </a:cubicBezTo>
                <a:cubicBezTo>
                  <a:pt x="171" y="24"/>
                  <a:pt x="167" y="30"/>
                  <a:pt x="166" y="38"/>
                </a:cubicBezTo>
                <a:cubicBezTo>
                  <a:pt x="161" y="72"/>
                  <a:pt x="123" y="129"/>
                  <a:pt x="90" y="144"/>
                </a:cubicBezTo>
                <a:cubicBezTo>
                  <a:pt x="90" y="222"/>
                  <a:pt x="90" y="222"/>
                  <a:pt x="90" y="222"/>
                </a:cubicBezTo>
                <a:cubicBezTo>
                  <a:pt x="137" y="244"/>
                  <a:pt x="177" y="246"/>
                  <a:pt x="196" y="247"/>
                </a:cubicBezTo>
                <a:cubicBezTo>
                  <a:pt x="226" y="248"/>
                  <a:pt x="240" y="225"/>
                  <a:pt x="210" y="218"/>
                </a:cubicBezTo>
                <a:cubicBezTo>
                  <a:pt x="204" y="217"/>
                  <a:pt x="204" y="212"/>
                  <a:pt x="209" y="212"/>
                </a:cubicBezTo>
                <a:cubicBezTo>
                  <a:pt x="240" y="212"/>
                  <a:pt x="242" y="189"/>
                  <a:pt x="219" y="186"/>
                </a:cubicBezTo>
                <a:cubicBezTo>
                  <a:pt x="214" y="185"/>
                  <a:pt x="214" y="181"/>
                  <a:pt x="219" y="18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7" name="Freeform 39"/>
          <p:cNvSpPr>
            <a:spLocks noEditPoints="1"/>
          </p:cNvSpPr>
          <p:nvPr/>
        </p:nvSpPr>
        <p:spPr bwMode="auto">
          <a:xfrm>
            <a:off x="6697507" y="2738544"/>
            <a:ext cx="321704" cy="321704"/>
          </a:xfrm>
          <a:custGeom>
            <a:avLst/>
            <a:gdLst>
              <a:gd name="T0" fmla="*/ 41 w 284"/>
              <a:gd name="T1" fmla="*/ 41 h 284"/>
              <a:gd name="T2" fmla="*/ 188 w 284"/>
              <a:gd name="T3" fmla="*/ 41 h 284"/>
              <a:gd name="T4" fmla="*/ 193 w 284"/>
              <a:gd name="T5" fmla="*/ 182 h 284"/>
              <a:gd name="T6" fmla="*/ 232 w 284"/>
              <a:gd name="T7" fmla="*/ 196 h 284"/>
              <a:gd name="T8" fmla="*/ 277 w 284"/>
              <a:gd name="T9" fmla="*/ 240 h 284"/>
              <a:gd name="T10" fmla="*/ 274 w 284"/>
              <a:gd name="T11" fmla="*/ 274 h 284"/>
              <a:gd name="T12" fmla="*/ 240 w 284"/>
              <a:gd name="T13" fmla="*/ 277 h 284"/>
              <a:gd name="T14" fmla="*/ 196 w 284"/>
              <a:gd name="T15" fmla="*/ 232 h 284"/>
              <a:gd name="T16" fmla="*/ 182 w 284"/>
              <a:gd name="T17" fmla="*/ 193 h 284"/>
              <a:gd name="T18" fmla="*/ 41 w 284"/>
              <a:gd name="T19" fmla="*/ 188 h 284"/>
              <a:gd name="T20" fmla="*/ 41 w 284"/>
              <a:gd name="T21" fmla="*/ 41 h 284"/>
              <a:gd name="T22" fmla="*/ 168 w 284"/>
              <a:gd name="T23" fmla="*/ 60 h 284"/>
              <a:gd name="T24" fmla="*/ 60 w 284"/>
              <a:gd name="T25" fmla="*/ 60 h 284"/>
              <a:gd name="T26" fmla="*/ 60 w 284"/>
              <a:gd name="T27" fmla="*/ 168 h 284"/>
              <a:gd name="T28" fmla="*/ 168 w 284"/>
              <a:gd name="T29" fmla="*/ 168 h 284"/>
              <a:gd name="T30" fmla="*/ 168 w 284"/>
              <a:gd name="T31" fmla="*/ 60 h 284"/>
              <a:gd name="T32" fmla="*/ 160 w 284"/>
              <a:gd name="T33" fmla="*/ 97 h 284"/>
              <a:gd name="T34" fmla="*/ 160 w 284"/>
              <a:gd name="T35" fmla="*/ 130 h 284"/>
              <a:gd name="T36" fmla="*/ 68 w 284"/>
              <a:gd name="T37" fmla="*/ 130 h 284"/>
              <a:gd name="T38" fmla="*/ 68 w 284"/>
              <a:gd name="T39" fmla="*/ 97 h 284"/>
              <a:gd name="T40" fmla="*/ 160 w 284"/>
              <a:gd name="T41" fmla="*/ 97 h 2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284" h="284">
                <a:moveTo>
                  <a:pt x="41" y="41"/>
                </a:moveTo>
                <a:cubicBezTo>
                  <a:pt x="81" y="0"/>
                  <a:pt x="147" y="0"/>
                  <a:pt x="188" y="41"/>
                </a:cubicBezTo>
                <a:cubicBezTo>
                  <a:pt x="226" y="79"/>
                  <a:pt x="225" y="144"/>
                  <a:pt x="193" y="182"/>
                </a:cubicBezTo>
                <a:cubicBezTo>
                  <a:pt x="232" y="196"/>
                  <a:pt x="232" y="196"/>
                  <a:pt x="232" y="196"/>
                </a:cubicBezTo>
                <a:cubicBezTo>
                  <a:pt x="277" y="240"/>
                  <a:pt x="277" y="240"/>
                  <a:pt x="277" y="240"/>
                </a:cubicBezTo>
                <a:cubicBezTo>
                  <a:pt x="284" y="250"/>
                  <a:pt x="284" y="265"/>
                  <a:pt x="274" y="274"/>
                </a:cubicBezTo>
                <a:cubicBezTo>
                  <a:pt x="265" y="283"/>
                  <a:pt x="251" y="284"/>
                  <a:pt x="240" y="277"/>
                </a:cubicBezTo>
                <a:cubicBezTo>
                  <a:pt x="196" y="232"/>
                  <a:pt x="196" y="232"/>
                  <a:pt x="196" y="232"/>
                </a:cubicBezTo>
                <a:cubicBezTo>
                  <a:pt x="182" y="193"/>
                  <a:pt x="182" y="193"/>
                  <a:pt x="182" y="193"/>
                </a:cubicBezTo>
                <a:cubicBezTo>
                  <a:pt x="144" y="225"/>
                  <a:pt x="79" y="226"/>
                  <a:pt x="41" y="188"/>
                </a:cubicBezTo>
                <a:cubicBezTo>
                  <a:pt x="0" y="147"/>
                  <a:pt x="0" y="81"/>
                  <a:pt x="41" y="41"/>
                </a:cubicBezTo>
                <a:close/>
                <a:moveTo>
                  <a:pt x="168" y="60"/>
                </a:moveTo>
                <a:cubicBezTo>
                  <a:pt x="139" y="30"/>
                  <a:pt x="90" y="30"/>
                  <a:pt x="60" y="60"/>
                </a:cubicBezTo>
                <a:cubicBezTo>
                  <a:pt x="30" y="90"/>
                  <a:pt x="30" y="139"/>
                  <a:pt x="60" y="168"/>
                </a:cubicBezTo>
                <a:cubicBezTo>
                  <a:pt x="90" y="198"/>
                  <a:pt x="139" y="198"/>
                  <a:pt x="168" y="168"/>
                </a:cubicBezTo>
                <a:cubicBezTo>
                  <a:pt x="198" y="139"/>
                  <a:pt x="198" y="90"/>
                  <a:pt x="168" y="60"/>
                </a:cubicBezTo>
                <a:close/>
                <a:moveTo>
                  <a:pt x="160" y="97"/>
                </a:moveTo>
                <a:cubicBezTo>
                  <a:pt x="160" y="130"/>
                  <a:pt x="160" y="130"/>
                  <a:pt x="160" y="130"/>
                </a:cubicBezTo>
                <a:cubicBezTo>
                  <a:pt x="68" y="130"/>
                  <a:pt x="68" y="130"/>
                  <a:pt x="68" y="130"/>
                </a:cubicBezTo>
                <a:cubicBezTo>
                  <a:pt x="68" y="97"/>
                  <a:pt x="68" y="97"/>
                  <a:pt x="68" y="97"/>
                </a:cubicBezTo>
                <a:lnTo>
                  <a:pt x="160" y="97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8" name="Freeform 40"/>
          <p:cNvSpPr>
            <a:spLocks noEditPoints="1"/>
          </p:cNvSpPr>
          <p:nvPr/>
        </p:nvSpPr>
        <p:spPr bwMode="auto">
          <a:xfrm>
            <a:off x="7065168" y="2740733"/>
            <a:ext cx="315139" cy="317328"/>
          </a:xfrm>
          <a:custGeom>
            <a:avLst/>
            <a:gdLst>
              <a:gd name="T0" fmla="*/ 280 w 280"/>
              <a:gd name="T1" fmla="*/ 139 h 279"/>
              <a:gd name="T2" fmla="*/ 140 w 280"/>
              <a:gd name="T3" fmla="*/ 279 h 279"/>
              <a:gd name="T4" fmla="*/ 0 w 280"/>
              <a:gd name="T5" fmla="*/ 139 h 279"/>
              <a:gd name="T6" fmla="*/ 140 w 280"/>
              <a:gd name="T7" fmla="*/ 0 h 279"/>
              <a:gd name="T8" fmla="*/ 280 w 280"/>
              <a:gd name="T9" fmla="*/ 139 h 279"/>
              <a:gd name="T10" fmla="*/ 212 w 280"/>
              <a:gd name="T11" fmla="*/ 96 h 279"/>
              <a:gd name="T12" fmla="*/ 183 w 280"/>
              <a:gd name="T13" fmla="*/ 67 h 279"/>
              <a:gd name="T14" fmla="*/ 140 w 280"/>
              <a:gd name="T15" fmla="*/ 110 h 279"/>
              <a:gd name="T16" fmla="*/ 97 w 280"/>
              <a:gd name="T17" fmla="*/ 67 h 279"/>
              <a:gd name="T18" fmla="*/ 68 w 280"/>
              <a:gd name="T19" fmla="*/ 96 h 279"/>
              <a:gd name="T20" fmla="*/ 112 w 280"/>
              <a:gd name="T21" fmla="*/ 139 h 279"/>
              <a:gd name="T22" fmla="*/ 68 w 280"/>
              <a:gd name="T23" fmla="*/ 182 h 279"/>
              <a:gd name="T24" fmla="*/ 97 w 280"/>
              <a:gd name="T25" fmla="*/ 212 h 279"/>
              <a:gd name="T26" fmla="*/ 140 w 280"/>
              <a:gd name="T27" fmla="*/ 168 h 279"/>
              <a:gd name="T28" fmla="*/ 183 w 280"/>
              <a:gd name="T29" fmla="*/ 211 h 279"/>
              <a:gd name="T30" fmla="*/ 212 w 280"/>
              <a:gd name="T31" fmla="*/ 182 h 279"/>
              <a:gd name="T32" fmla="*/ 169 w 280"/>
              <a:gd name="T33" fmla="*/ 139 h 279"/>
              <a:gd name="T34" fmla="*/ 212 w 280"/>
              <a:gd name="T35" fmla="*/ 96 h 2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80" h="279">
                <a:moveTo>
                  <a:pt x="280" y="139"/>
                </a:moveTo>
                <a:cubicBezTo>
                  <a:pt x="280" y="217"/>
                  <a:pt x="218" y="279"/>
                  <a:pt x="140" y="279"/>
                </a:cubicBezTo>
                <a:cubicBezTo>
                  <a:pt x="63" y="279"/>
                  <a:pt x="0" y="217"/>
                  <a:pt x="0" y="139"/>
                </a:cubicBezTo>
                <a:cubicBezTo>
                  <a:pt x="0" y="62"/>
                  <a:pt x="63" y="0"/>
                  <a:pt x="140" y="0"/>
                </a:cubicBezTo>
                <a:cubicBezTo>
                  <a:pt x="218" y="0"/>
                  <a:pt x="280" y="62"/>
                  <a:pt x="280" y="139"/>
                </a:cubicBezTo>
                <a:close/>
                <a:moveTo>
                  <a:pt x="212" y="96"/>
                </a:moveTo>
                <a:cubicBezTo>
                  <a:pt x="183" y="67"/>
                  <a:pt x="183" y="67"/>
                  <a:pt x="183" y="67"/>
                </a:cubicBezTo>
                <a:cubicBezTo>
                  <a:pt x="140" y="110"/>
                  <a:pt x="140" y="110"/>
                  <a:pt x="140" y="110"/>
                </a:cubicBezTo>
                <a:cubicBezTo>
                  <a:pt x="97" y="67"/>
                  <a:pt x="97" y="67"/>
                  <a:pt x="97" y="67"/>
                </a:cubicBezTo>
                <a:cubicBezTo>
                  <a:pt x="68" y="96"/>
                  <a:pt x="68" y="96"/>
                  <a:pt x="68" y="96"/>
                </a:cubicBezTo>
                <a:cubicBezTo>
                  <a:pt x="112" y="139"/>
                  <a:pt x="112" y="139"/>
                  <a:pt x="112" y="139"/>
                </a:cubicBezTo>
                <a:cubicBezTo>
                  <a:pt x="68" y="182"/>
                  <a:pt x="68" y="182"/>
                  <a:pt x="68" y="182"/>
                </a:cubicBezTo>
                <a:cubicBezTo>
                  <a:pt x="97" y="212"/>
                  <a:pt x="97" y="212"/>
                  <a:pt x="97" y="212"/>
                </a:cubicBezTo>
                <a:cubicBezTo>
                  <a:pt x="140" y="168"/>
                  <a:pt x="140" y="168"/>
                  <a:pt x="140" y="168"/>
                </a:cubicBezTo>
                <a:cubicBezTo>
                  <a:pt x="183" y="211"/>
                  <a:pt x="183" y="211"/>
                  <a:pt x="183" y="211"/>
                </a:cubicBezTo>
                <a:cubicBezTo>
                  <a:pt x="212" y="182"/>
                  <a:pt x="212" y="182"/>
                  <a:pt x="212" y="182"/>
                </a:cubicBezTo>
                <a:cubicBezTo>
                  <a:pt x="169" y="139"/>
                  <a:pt x="169" y="139"/>
                  <a:pt x="169" y="139"/>
                </a:cubicBezTo>
                <a:lnTo>
                  <a:pt x="212" y="96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39" name="Freeform 41"/>
          <p:cNvSpPr>
            <a:spLocks noEditPoints="1"/>
          </p:cNvSpPr>
          <p:nvPr/>
        </p:nvSpPr>
        <p:spPr bwMode="auto">
          <a:xfrm>
            <a:off x="7424076" y="2714471"/>
            <a:ext cx="382981" cy="334836"/>
          </a:xfrm>
          <a:custGeom>
            <a:avLst/>
            <a:gdLst>
              <a:gd name="T0" fmla="*/ 338 w 338"/>
              <a:gd name="T1" fmla="*/ 42 h 295"/>
              <a:gd name="T2" fmla="*/ 315 w 338"/>
              <a:gd name="T3" fmla="*/ 102 h 295"/>
              <a:gd name="T4" fmla="*/ 281 w 338"/>
              <a:gd name="T5" fmla="*/ 271 h 295"/>
              <a:gd name="T6" fmla="*/ 81 w 338"/>
              <a:gd name="T7" fmla="*/ 295 h 295"/>
              <a:gd name="T8" fmla="*/ 57 w 338"/>
              <a:gd name="T9" fmla="*/ 102 h 295"/>
              <a:gd name="T10" fmla="*/ 0 w 338"/>
              <a:gd name="T11" fmla="*/ 80 h 295"/>
              <a:gd name="T12" fmla="*/ 23 w 338"/>
              <a:gd name="T13" fmla="*/ 19 h 295"/>
              <a:gd name="T14" fmla="*/ 99 w 338"/>
              <a:gd name="T15" fmla="*/ 17 h 295"/>
              <a:gd name="T16" fmla="*/ 120 w 338"/>
              <a:gd name="T17" fmla="*/ 0 h 295"/>
              <a:gd name="T18" fmla="*/ 137 w 338"/>
              <a:gd name="T19" fmla="*/ 19 h 295"/>
              <a:gd name="T20" fmla="*/ 201 w 338"/>
              <a:gd name="T21" fmla="*/ 17 h 295"/>
              <a:gd name="T22" fmla="*/ 222 w 338"/>
              <a:gd name="T23" fmla="*/ 0 h 295"/>
              <a:gd name="T24" fmla="*/ 239 w 338"/>
              <a:gd name="T25" fmla="*/ 19 h 295"/>
              <a:gd name="T26" fmla="*/ 143 w 338"/>
              <a:gd name="T27" fmla="*/ 134 h 295"/>
              <a:gd name="T28" fmla="*/ 112 w 338"/>
              <a:gd name="T29" fmla="*/ 134 h 295"/>
              <a:gd name="T30" fmla="*/ 143 w 338"/>
              <a:gd name="T31" fmla="*/ 134 h 295"/>
              <a:gd name="T32" fmla="*/ 128 w 338"/>
              <a:gd name="T33" fmla="*/ 158 h 295"/>
              <a:gd name="T34" fmla="*/ 128 w 338"/>
              <a:gd name="T35" fmla="*/ 189 h 295"/>
              <a:gd name="T36" fmla="*/ 143 w 338"/>
              <a:gd name="T37" fmla="*/ 213 h 295"/>
              <a:gd name="T38" fmla="*/ 112 w 338"/>
              <a:gd name="T39" fmla="*/ 213 h 295"/>
              <a:gd name="T40" fmla="*/ 143 w 338"/>
              <a:gd name="T41" fmla="*/ 213 h 295"/>
              <a:gd name="T42" fmla="*/ 128 w 338"/>
              <a:gd name="T43" fmla="*/ 237 h 295"/>
              <a:gd name="T44" fmla="*/ 128 w 338"/>
              <a:gd name="T45" fmla="*/ 268 h 295"/>
              <a:gd name="T46" fmla="*/ 184 w 338"/>
              <a:gd name="T47" fmla="*/ 134 h 295"/>
              <a:gd name="T48" fmla="*/ 154 w 338"/>
              <a:gd name="T49" fmla="*/ 134 h 295"/>
              <a:gd name="T50" fmla="*/ 184 w 338"/>
              <a:gd name="T51" fmla="*/ 134 h 295"/>
              <a:gd name="T52" fmla="*/ 169 w 338"/>
              <a:gd name="T53" fmla="*/ 158 h 295"/>
              <a:gd name="T54" fmla="*/ 169 w 338"/>
              <a:gd name="T55" fmla="*/ 189 h 295"/>
              <a:gd name="T56" fmla="*/ 184 w 338"/>
              <a:gd name="T57" fmla="*/ 213 h 295"/>
              <a:gd name="T58" fmla="*/ 154 w 338"/>
              <a:gd name="T59" fmla="*/ 213 h 295"/>
              <a:gd name="T60" fmla="*/ 184 w 338"/>
              <a:gd name="T61" fmla="*/ 213 h 295"/>
              <a:gd name="T62" fmla="*/ 169 w 338"/>
              <a:gd name="T63" fmla="*/ 237 h 295"/>
              <a:gd name="T64" fmla="*/ 169 w 338"/>
              <a:gd name="T65" fmla="*/ 268 h 295"/>
              <a:gd name="T66" fmla="*/ 226 w 338"/>
              <a:gd name="T67" fmla="*/ 134 h 295"/>
              <a:gd name="T68" fmla="*/ 195 w 338"/>
              <a:gd name="T69" fmla="*/ 134 h 295"/>
              <a:gd name="T70" fmla="*/ 226 w 338"/>
              <a:gd name="T71" fmla="*/ 134 h 295"/>
              <a:gd name="T72" fmla="*/ 210 w 338"/>
              <a:gd name="T73" fmla="*/ 158 h 295"/>
              <a:gd name="T74" fmla="*/ 210 w 338"/>
              <a:gd name="T75" fmla="*/ 189 h 295"/>
              <a:gd name="T76" fmla="*/ 226 w 338"/>
              <a:gd name="T77" fmla="*/ 213 h 295"/>
              <a:gd name="T78" fmla="*/ 195 w 338"/>
              <a:gd name="T79" fmla="*/ 213 h 295"/>
              <a:gd name="T80" fmla="*/ 226 w 338"/>
              <a:gd name="T81" fmla="*/ 213 h 295"/>
              <a:gd name="T82" fmla="*/ 210 w 338"/>
              <a:gd name="T83" fmla="*/ 237 h 295"/>
              <a:gd name="T84" fmla="*/ 210 w 338"/>
              <a:gd name="T85" fmla="*/ 268 h 2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338" h="295">
                <a:moveTo>
                  <a:pt x="315" y="19"/>
                </a:moveTo>
                <a:cubicBezTo>
                  <a:pt x="328" y="19"/>
                  <a:pt x="338" y="29"/>
                  <a:pt x="338" y="42"/>
                </a:cubicBezTo>
                <a:cubicBezTo>
                  <a:pt x="338" y="80"/>
                  <a:pt x="338" y="80"/>
                  <a:pt x="338" y="80"/>
                </a:cubicBezTo>
                <a:cubicBezTo>
                  <a:pt x="338" y="92"/>
                  <a:pt x="328" y="102"/>
                  <a:pt x="315" y="102"/>
                </a:cubicBezTo>
                <a:cubicBezTo>
                  <a:pt x="281" y="102"/>
                  <a:pt x="281" y="102"/>
                  <a:pt x="281" y="102"/>
                </a:cubicBezTo>
                <a:cubicBezTo>
                  <a:pt x="281" y="103"/>
                  <a:pt x="281" y="103"/>
                  <a:pt x="281" y="271"/>
                </a:cubicBezTo>
                <a:cubicBezTo>
                  <a:pt x="281" y="287"/>
                  <a:pt x="273" y="295"/>
                  <a:pt x="257" y="295"/>
                </a:cubicBezTo>
                <a:cubicBezTo>
                  <a:pt x="81" y="295"/>
                  <a:pt x="81" y="295"/>
                  <a:pt x="81" y="295"/>
                </a:cubicBezTo>
                <a:cubicBezTo>
                  <a:pt x="66" y="295"/>
                  <a:pt x="57" y="287"/>
                  <a:pt x="57" y="271"/>
                </a:cubicBezTo>
                <a:cubicBezTo>
                  <a:pt x="57" y="103"/>
                  <a:pt x="57" y="103"/>
                  <a:pt x="57" y="102"/>
                </a:cubicBezTo>
                <a:cubicBezTo>
                  <a:pt x="23" y="102"/>
                  <a:pt x="23" y="102"/>
                  <a:pt x="23" y="102"/>
                </a:cubicBezTo>
                <a:cubicBezTo>
                  <a:pt x="10" y="102"/>
                  <a:pt x="0" y="92"/>
                  <a:pt x="0" y="80"/>
                </a:cubicBezTo>
                <a:cubicBezTo>
                  <a:pt x="0" y="42"/>
                  <a:pt x="0" y="42"/>
                  <a:pt x="0" y="42"/>
                </a:cubicBezTo>
                <a:cubicBezTo>
                  <a:pt x="0" y="29"/>
                  <a:pt x="10" y="19"/>
                  <a:pt x="23" y="19"/>
                </a:cubicBezTo>
                <a:cubicBezTo>
                  <a:pt x="99" y="19"/>
                  <a:pt x="99" y="19"/>
                  <a:pt x="99" y="19"/>
                </a:cubicBezTo>
                <a:cubicBezTo>
                  <a:pt x="99" y="17"/>
                  <a:pt x="99" y="17"/>
                  <a:pt x="99" y="17"/>
                </a:cubicBezTo>
                <a:cubicBezTo>
                  <a:pt x="99" y="8"/>
                  <a:pt x="107" y="0"/>
                  <a:pt x="117" y="0"/>
                </a:cubicBezTo>
                <a:cubicBezTo>
                  <a:pt x="120" y="0"/>
                  <a:pt x="120" y="0"/>
                  <a:pt x="120" y="0"/>
                </a:cubicBezTo>
                <a:cubicBezTo>
                  <a:pt x="130" y="0"/>
                  <a:pt x="137" y="8"/>
                  <a:pt x="137" y="17"/>
                </a:cubicBezTo>
                <a:cubicBezTo>
                  <a:pt x="137" y="19"/>
                  <a:pt x="137" y="19"/>
                  <a:pt x="137" y="19"/>
                </a:cubicBezTo>
                <a:cubicBezTo>
                  <a:pt x="201" y="19"/>
                  <a:pt x="201" y="19"/>
                  <a:pt x="201" y="19"/>
                </a:cubicBezTo>
                <a:cubicBezTo>
                  <a:pt x="201" y="17"/>
                  <a:pt x="201" y="17"/>
                  <a:pt x="201" y="17"/>
                </a:cubicBezTo>
                <a:cubicBezTo>
                  <a:pt x="201" y="8"/>
                  <a:pt x="208" y="0"/>
                  <a:pt x="217" y="0"/>
                </a:cubicBezTo>
                <a:cubicBezTo>
                  <a:pt x="222" y="0"/>
                  <a:pt x="222" y="0"/>
                  <a:pt x="222" y="0"/>
                </a:cubicBezTo>
                <a:cubicBezTo>
                  <a:pt x="231" y="0"/>
                  <a:pt x="239" y="8"/>
                  <a:pt x="239" y="17"/>
                </a:cubicBezTo>
                <a:cubicBezTo>
                  <a:pt x="239" y="19"/>
                  <a:pt x="239" y="19"/>
                  <a:pt x="239" y="19"/>
                </a:cubicBezTo>
                <a:lnTo>
                  <a:pt x="315" y="19"/>
                </a:lnTo>
                <a:close/>
                <a:moveTo>
                  <a:pt x="143" y="134"/>
                </a:moveTo>
                <a:cubicBezTo>
                  <a:pt x="143" y="125"/>
                  <a:pt x="136" y="118"/>
                  <a:pt x="128" y="118"/>
                </a:cubicBezTo>
                <a:cubicBezTo>
                  <a:pt x="119" y="118"/>
                  <a:pt x="112" y="125"/>
                  <a:pt x="112" y="134"/>
                </a:cubicBezTo>
                <a:cubicBezTo>
                  <a:pt x="112" y="142"/>
                  <a:pt x="119" y="149"/>
                  <a:pt x="128" y="149"/>
                </a:cubicBezTo>
                <a:cubicBezTo>
                  <a:pt x="136" y="149"/>
                  <a:pt x="143" y="142"/>
                  <a:pt x="143" y="134"/>
                </a:cubicBezTo>
                <a:close/>
                <a:moveTo>
                  <a:pt x="143" y="173"/>
                </a:moveTo>
                <a:cubicBezTo>
                  <a:pt x="143" y="165"/>
                  <a:pt x="136" y="158"/>
                  <a:pt x="128" y="158"/>
                </a:cubicBezTo>
                <a:cubicBezTo>
                  <a:pt x="119" y="158"/>
                  <a:pt x="112" y="165"/>
                  <a:pt x="112" y="173"/>
                </a:cubicBezTo>
                <a:cubicBezTo>
                  <a:pt x="112" y="182"/>
                  <a:pt x="119" y="189"/>
                  <a:pt x="128" y="189"/>
                </a:cubicBezTo>
                <a:cubicBezTo>
                  <a:pt x="136" y="189"/>
                  <a:pt x="143" y="182"/>
                  <a:pt x="143" y="173"/>
                </a:cubicBezTo>
                <a:close/>
                <a:moveTo>
                  <a:pt x="143" y="213"/>
                </a:moveTo>
                <a:cubicBezTo>
                  <a:pt x="143" y="205"/>
                  <a:pt x="136" y="198"/>
                  <a:pt x="128" y="198"/>
                </a:cubicBezTo>
                <a:cubicBezTo>
                  <a:pt x="119" y="198"/>
                  <a:pt x="112" y="205"/>
                  <a:pt x="112" y="213"/>
                </a:cubicBezTo>
                <a:cubicBezTo>
                  <a:pt x="112" y="221"/>
                  <a:pt x="119" y="228"/>
                  <a:pt x="128" y="228"/>
                </a:cubicBezTo>
                <a:cubicBezTo>
                  <a:pt x="136" y="228"/>
                  <a:pt x="143" y="221"/>
                  <a:pt x="143" y="213"/>
                </a:cubicBezTo>
                <a:close/>
                <a:moveTo>
                  <a:pt x="143" y="252"/>
                </a:moveTo>
                <a:cubicBezTo>
                  <a:pt x="143" y="244"/>
                  <a:pt x="136" y="237"/>
                  <a:pt x="128" y="237"/>
                </a:cubicBezTo>
                <a:cubicBezTo>
                  <a:pt x="119" y="237"/>
                  <a:pt x="112" y="244"/>
                  <a:pt x="112" y="252"/>
                </a:cubicBezTo>
                <a:cubicBezTo>
                  <a:pt x="112" y="261"/>
                  <a:pt x="119" y="268"/>
                  <a:pt x="128" y="268"/>
                </a:cubicBezTo>
                <a:cubicBezTo>
                  <a:pt x="136" y="268"/>
                  <a:pt x="143" y="261"/>
                  <a:pt x="143" y="252"/>
                </a:cubicBezTo>
                <a:close/>
                <a:moveTo>
                  <a:pt x="184" y="134"/>
                </a:moveTo>
                <a:cubicBezTo>
                  <a:pt x="184" y="125"/>
                  <a:pt x="177" y="118"/>
                  <a:pt x="169" y="118"/>
                </a:cubicBezTo>
                <a:cubicBezTo>
                  <a:pt x="161" y="118"/>
                  <a:pt x="154" y="125"/>
                  <a:pt x="154" y="134"/>
                </a:cubicBezTo>
                <a:cubicBezTo>
                  <a:pt x="154" y="142"/>
                  <a:pt x="161" y="149"/>
                  <a:pt x="169" y="149"/>
                </a:cubicBezTo>
                <a:cubicBezTo>
                  <a:pt x="177" y="149"/>
                  <a:pt x="184" y="142"/>
                  <a:pt x="184" y="134"/>
                </a:cubicBezTo>
                <a:close/>
                <a:moveTo>
                  <a:pt x="184" y="173"/>
                </a:moveTo>
                <a:cubicBezTo>
                  <a:pt x="184" y="165"/>
                  <a:pt x="177" y="158"/>
                  <a:pt x="169" y="158"/>
                </a:cubicBezTo>
                <a:cubicBezTo>
                  <a:pt x="161" y="158"/>
                  <a:pt x="154" y="165"/>
                  <a:pt x="154" y="173"/>
                </a:cubicBezTo>
                <a:cubicBezTo>
                  <a:pt x="154" y="182"/>
                  <a:pt x="161" y="189"/>
                  <a:pt x="169" y="189"/>
                </a:cubicBezTo>
                <a:cubicBezTo>
                  <a:pt x="177" y="189"/>
                  <a:pt x="184" y="182"/>
                  <a:pt x="184" y="173"/>
                </a:cubicBezTo>
                <a:close/>
                <a:moveTo>
                  <a:pt x="184" y="213"/>
                </a:moveTo>
                <a:cubicBezTo>
                  <a:pt x="184" y="205"/>
                  <a:pt x="177" y="198"/>
                  <a:pt x="169" y="198"/>
                </a:cubicBezTo>
                <a:cubicBezTo>
                  <a:pt x="161" y="198"/>
                  <a:pt x="154" y="205"/>
                  <a:pt x="154" y="213"/>
                </a:cubicBezTo>
                <a:cubicBezTo>
                  <a:pt x="154" y="221"/>
                  <a:pt x="161" y="228"/>
                  <a:pt x="169" y="228"/>
                </a:cubicBezTo>
                <a:cubicBezTo>
                  <a:pt x="177" y="228"/>
                  <a:pt x="184" y="221"/>
                  <a:pt x="184" y="213"/>
                </a:cubicBezTo>
                <a:close/>
                <a:moveTo>
                  <a:pt x="184" y="252"/>
                </a:moveTo>
                <a:cubicBezTo>
                  <a:pt x="184" y="244"/>
                  <a:pt x="177" y="237"/>
                  <a:pt x="169" y="237"/>
                </a:cubicBezTo>
                <a:cubicBezTo>
                  <a:pt x="161" y="237"/>
                  <a:pt x="154" y="244"/>
                  <a:pt x="154" y="252"/>
                </a:cubicBezTo>
                <a:cubicBezTo>
                  <a:pt x="154" y="261"/>
                  <a:pt x="161" y="268"/>
                  <a:pt x="169" y="268"/>
                </a:cubicBezTo>
                <a:cubicBezTo>
                  <a:pt x="177" y="268"/>
                  <a:pt x="184" y="261"/>
                  <a:pt x="184" y="252"/>
                </a:cubicBezTo>
                <a:close/>
                <a:moveTo>
                  <a:pt x="226" y="134"/>
                </a:moveTo>
                <a:cubicBezTo>
                  <a:pt x="226" y="125"/>
                  <a:pt x="220" y="118"/>
                  <a:pt x="210" y="118"/>
                </a:cubicBezTo>
                <a:cubicBezTo>
                  <a:pt x="202" y="118"/>
                  <a:pt x="195" y="125"/>
                  <a:pt x="195" y="134"/>
                </a:cubicBezTo>
                <a:cubicBezTo>
                  <a:pt x="195" y="142"/>
                  <a:pt x="202" y="149"/>
                  <a:pt x="210" y="149"/>
                </a:cubicBezTo>
                <a:cubicBezTo>
                  <a:pt x="220" y="149"/>
                  <a:pt x="226" y="142"/>
                  <a:pt x="226" y="134"/>
                </a:cubicBezTo>
                <a:close/>
                <a:moveTo>
                  <a:pt x="226" y="173"/>
                </a:moveTo>
                <a:cubicBezTo>
                  <a:pt x="226" y="165"/>
                  <a:pt x="220" y="158"/>
                  <a:pt x="210" y="158"/>
                </a:cubicBezTo>
                <a:cubicBezTo>
                  <a:pt x="202" y="158"/>
                  <a:pt x="195" y="165"/>
                  <a:pt x="195" y="173"/>
                </a:cubicBezTo>
                <a:cubicBezTo>
                  <a:pt x="195" y="182"/>
                  <a:pt x="202" y="189"/>
                  <a:pt x="210" y="189"/>
                </a:cubicBezTo>
                <a:cubicBezTo>
                  <a:pt x="220" y="189"/>
                  <a:pt x="226" y="182"/>
                  <a:pt x="226" y="173"/>
                </a:cubicBezTo>
                <a:close/>
                <a:moveTo>
                  <a:pt x="226" y="213"/>
                </a:moveTo>
                <a:cubicBezTo>
                  <a:pt x="226" y="205"/>
                  <a:pt x="220" y="198"/>
                  <a:pt x="210" y="198"/>
                </a:cubicBezTo>
                <a:cubicBezTo>
                  <a:pt x="202" y="198"/>
                  <a:pt x="195" y="205"/>
                  <a:pt x="195" y="213"/>
                </a:cubicBezTo>
                <a:cubicBezTo>
                  <a:pt x="195" y="221"/>
                  <a:pt x="202" y="228"/>
                  <a:pt x="210" y="228"/>
                </a:cubicBezTo>
                <a:cubicBezTo>
                  <a:pt x="220" y="228"/>
                  <a:pt x="226" y="221"/>
                  <a:pt x="226" y="213"/>
                </a:cubicBezTo>
                <a:close/>
                <a:moveTo>
                  <a:pt x="226" y="252"/>
                </a:moveTo>
                <a:cubicBezTo>
                  <a:pt x="226" y="244"/>
                  <a:pt x="220" y="237"/>
                  <a:pt x="210" y="237"/>
                </a:cubicBezTo>
                <a:cubicBezTo>
                  <a:pt x="202" y="237"/>
                  <a:pt x="195" y="244"/>
                  <a:pt x="195" y="252"/>
                </a:cubicBezTo>
                <a:cubicBezTo>
                  <a:pt x="195" y="261"/>
                  <a:pt x="202" y="268"/>
                  <a:pt x="210" y="268"/>
                </a:cubicBezTo>
                <a:cubicBezTo>
                  <a:pt x="220" y="268"/>
                  <a:pt x="226" y="261"/>
                  <a:pt x="226" y="252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40" name="Freeform 42"/>
          <p:cNvSpPr>
            <a:spLocks noEditPoints="1"/>
          </p:cNvSpPr>
          <p:nvPr/>
        </p:nvSpPr>
        <p:spPr bwMode="auto">
          <a:xfrm>
            <a:off x="7870523" y="2806387"/>
            <a:ext cx="240731" cy="242920"/>
          </a:xfrm>
          <a:custGeom>
            <a:avLst/>
            <a:gdLst>
              <a:gd name="T0" fmla="*/ 13 w 110"/>
              <a:gd name="T1" fmla="*/ 25 h 111"/>
              <a:gd name="T2" fmla="*/ 0 w 110"/>
              <a:gd name="T3" fmla="*/ 38 h 111"/>
              <a:gd name="T4" fmla="*/ 0 w 110"/>
              <a:gd name="T5" fmla="*/ 0 h 111"/>
              <a:gd name="T6" fmla="*/ 37 w 110"/>
              <a:gd name="T7" fmla="*/ 0 h 111"/>
              <a:gd name="T8" fmla="*/ 24 w 110"/>
              <a:gd name="T9" fmla="*/ 13 h 111"/>
              <a:gd name="T10" fmla="*/ 45 w 110"/>
              <a:gd name="T11" fmla="*/ 34 h 111"/>
              <a:gd name="T12" fmla="*/ 33 w 110"/>
              <a:gd name="T13" fmla="*/ 45 h 111"/>
              <a:gd name="T14" fmla="*/ 13 w 110"/>
              <a:gd name="T15" fmla="*/ 25 h 111"/>
              <a:gd name="T16" fmla="*/ 45 w 110"/>
              <a:gd name="T17" fmla="*/ 77 h 111"/>
              <a:gd name="T18" fmla="*/ 24 w 110"/>
              <a:gd name="T19" fmla="*/ 98 h 111"/>
              <a:gd name="T20" fmla="*/ 37 w 110"/>
              <a:gd name="T21" fmla="*/ 111 h 111"/>
              <a:gd name="T22" fmla="*/ 0 w 110"/>
              <a:gd name="T23" fmla="*/ 111 h 111"/>
              <a:gd name="T24" fmla="*/ 0 w 110"/>
              <a:gd name="T25" fmla="*/ 73 h 111"/>
              <a:gd name="T26" fmla="*/ 13 w 110"/>
              <a:gd name="T27" fmla="*/ 86 h 111"/>
              <a:gd name="T28" fmla="*/ 33 w 110"/>
              <a:gd name="T29" fmla="*/ 66 h 111"/>
              <a:gd name="T30" fmla="*/ 45 w 110"/>
              <a:gd name="T31" fmla="*/ 77 h 111"/>
              <a:gd name="T32" fmla="*/ 65 w 110"/>
              <a:gd name="T33" fmla="*/ 34 h 111"/>
              <a:gd name="T34" fmla="*/ 86 w 110"/>
              <a:gd name="T35" fmla="*/ 13 h 111"/>
              <a:gd name="T36" fmla="*/ 73 w 110"/>
              <a:gd name="T37" fmla="*/ 0 h 111"/>
              <a:gd name="T38" fmla="*/ 110 w 110"/>
              <a:gd name="T39" fmla="*/ 0 h 111"/>
              <a:gd name="T40" fmla="*/ 110 w 110"/>
              <a:gd name="T41" fmla="*/ 38 h 111"/>
              <a:gd name="T42" fmla="*/ 97 w 110"/>
              <a:gd name="T43" fmla="*/ 25 h 111"/>
              <a:gd name="T44" fmla="*/ 77 w 110"/>
              <a:gd name="T45" fmla="*/ 45 h 111"/>
              <a:gd name="T46" fmla="*/ 65 w 110"/>
              <a:gd name="T47" fmla="*/ 34 h 111"/>
              <a:gd name="T48" fmla="*/ 110 w 110"/>
              <a:gd name="T49" fmla="*/ 73 h 111"/>
              <a:gd name="T50" fmla="*/ 110 w 110"/>
              <a:gd name="T51" fmla="*/ 111 h 111"/>
              <a:gd name="T52" fmla="*/ 73 w 110"/>
              <a:gd name="T53" fmla="*/ 111 h 111"/>
              <a:gd name="T54" fmla="*/ 86 w 110"/>
              <a:gd name="T55" fmla="*/ 98 h 111"/>
              <a:gd name="T56" fmla="*/ 65 w 110"/>
              <a:gd name="T57" fmla="*/ 77 h 111"/>
              <a:gd name="T58" fmla="*/ 77 w 110"/>
              <a:gd name="T59" fmla="*/ 66 h 111"/>
              <a:gd name="T60" fmla="*/ 97 w 110"/>
              <a:gd name="T61" fmla="*/ 86 h 111"/>
              <a:gd name="T62" fmla="*/ 110 w 110"/>
              <a:gd name="T63" fmla="*/ 73 h 1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10" h="111">
                <a:moveTo>
                  <a:pt x="13" y="25"/>
                </a:moveTo>
                <a:lnTo>
                  <a:pt x="0" y="38"/>
                </a:lnTo>
                <a:lnTo>
                  <a:pt x="0" y="0"/>
                </a:lnTo>
                <a:lnTo>
                  <a:pt x="37" y="0"/>
                </a:lnTo>
                <a:lnTo>
                  <a:pt x="24" y="13"/>
                </a:lnTo>
                <a:lnTo>
                  <a:pt x="45" y="34"/>
                </a:lnTo>
                <a:lnTo>
                  <a:pt x="33" y="45"/>
                </a:lnTo>
                <a:lnTo>
                  <a:pt x="13" y="25"/>
                </a:lnTo>
                <a:close/>
                <a:moveTo>
                  <a:pt x="45" y="77"/>
                </a:moveTo>
                <a:lnTo>
                  <a:pt x="24" y="98"/>
                </a:lnTo>
                <a:lnTo>
                  <a:pt x="37" y="111"/>
                </a:lnTo>
                <a:lnTo>
                  <a:pt x="0" y="111"/>
                </a:lnTo>
                <a:lnTo>
                  <a:pt x="0" y="73"/>
                </a:lnTo>
                <a:lnTo>
                  <a:pt x="13" y="86"/>
                </a:lnTo>
                <a:lnTo>
                  <a:pt x="33" y="66"/>
                </a:lnTo>
                <a:lnTo>
                  <a:pt x="45" y="77"/>
                </a:lnTo>
                <a:close/>
                <a:moveTo>
                  <a:pt x="65" y="34"/>
                </a:moveTo>
                <a:lnTo>
                  <a:pt x="86" y="13"/>
                </a:lnTo>
                <a:lnTo>
                  <a:pt x="73" y="0"/>
                </a:lnTo>
                <a:lnTo>
                  <a:pt x="110" y="0"/>
                </a:lnTo>
                <a:lnTo>
                  <a:pt x="110" y="38"/>
                </a:lnTo>
                <a:lnTo>
                  <a:pt x="97" y="25"/>
                </a:lnTo>
                <a:lnTo>
                  <a:pt x="77" y="45"/>
                </a:lnTo>
                <a:lnTo>
                  <a:pt x="65" y="34"/>
                </a:lnTo>
                <a:close/>
                <a:moveTo>
                  <a:pt x="110" y="73"/>
                </a:moveTo>
                <a:lnTo>
                  <a:pt x="110" y="111"/>
                </a:lnTo>
                <a:lnTo>
                  <a:pt x="73" y="111"/>
                </a:lnTo>
                <a:lnTo>
                  <a:pt x="86" y="98"/>
                </a:lnTo>
                <a:lnTo>
                  <a:pt x="65" y="77"/>
                </a:lnTo>
                <a:lnTo>
                  <a:pt x="77" y="66"/>
                </a:lnTo>
                <a:lnTo>
                  <a:pt x="97" y="86"/>
                </a:lnTo>
                <a:lnTo>
                  <a:pt x="110" y="73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41" name="Freeform 43"/>
          <p:cNvSpPr>
            <a:spLocks noEditPoints="1"/>
          </p:cNvSpPr>
          <p:nvPr/>
        </p:nvSpPr>
        <p:spPr bwMode="auto">
          <a:xfrm>
            <a:off x="8209733" y="2758241"/>
            <a:ext cx="302008" cy="310761"/>
          </a:xfrm>
          <a:custGeom>
            <a:avLst/>
            <a:gdLst>
              <a:gd name="T0" fmla="*/ 238 w 267"/>
              <a:gd name="T1" fmla="*/ 1 h 276"/>
              <a:gd name="T2" fmla="*/ 267 w 267"/>
              <a:gd name="T3" fmla="*/ 30 h 276"/>
              <a:gd name="T4" fmla="*/ 267 w 267"/>
              <a:gd name="T5" fmla="*/ 164 h 276"/>
              <a:gd name="T6" fmla="*/ 238 w 267"/>
              <a:gd name="T7" fmla="*/ 192 h 276"/>
              <a:gd name="T8" fmla="*/ 144 w 267"/>
              <a:gd name="T9" fmla="*/ 192 h 276"/>
              <a:gd name="T10" fmla="*/ 40 w 267"/>
              <a:gd name="T11" fmla="*/ 276 h 276"/>
              <a:gd name="T12" fmla="*/ 61 w 267"/>
              <a:gd name="T13" fmla="*/ 192 h 276"/>
              <a:gd name="T14" fmla="*/ 29 w 267"/>
              <a:gd name="T15" fmla="*/ 192 h 276"/>
              <a:gd name="T16" fmla="*/ 0 w 267"/>
              <a:gd name="T17" fmla="*/ 163 h 276"/>
              <a:gd name="T18" fmla="*/ 0 w 267"/>
              <a:gd name="T19" fmla="*/ 30 h 276"/>
              <a:gd name="T20" fmla="*/ 29 w 267"/>
              <a:gd name="T21" fmla="*/ 1 h 276"/>
              <a:gd name="T22" fmla="*/ 238 w 267"/>
              <a:gd name="T23" fmla="*/ 1 h 276"/>
              <a:gd name="T24" fmla="*/ 55 w 267"/>
              <a:gd name="T25" fmla="*/ 83 h 276"/>
              <a:gd name="T26" fmla="*/ 212 w 267"/>
              <a:gd name="T27" fmla="*/ 83 h 276"/>
              <a:gd name="T28" fmla="*/ 212 w 267"/>
              <a:gd name="T29" fmla="*/ 55 h 276"/>
              <a:gd name="T30" fmla="*/ 55 w 267"/>
              <a:gd name="T31" fmla="*/ 55 h 276"/>
              <a:gd name="T32" fmla="*/ 55 w 267"/>
              <a:gd name="T33" fmla="*/ 83 h 276"/>
              <a:gd name="T34" fmla="*/ 212 w 267"/>
              <a:gd name="T35" fmla="*/ 109 h 276"/>
              <a:gd name="T36" fmla="*/ 55 w 267"/>
              <a:gd name="T37" fmla="*/ 109 h 276"/>
              <a:gd name="T38" fmla="*/ 55 w 267"/>
              <a:gd name="T39" fmla="*/ 137 h 276"/>
              <a:gd name="T40" fmla="*/ 212 w 267"/>
              <a:gd name="T41" fmla="*/ 137 h 276"/>
              <a:gd name="T42" fmla="*/ 212 w 267"/>
              <a:gd name="T43" fmla="*/ 109 h 2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267" h="276">
                <a:moveTo>
                  <a:pt x="238" y="1"/>
                </a:moveTo>
                <a:cubicBezTo>
                  <a:pt x="258" y="1"/>
                  <a:pt x="267" y="10"/>
                  <a:pt x="267" y="30"/>
                </a:cubicBezTo>
                <a:cubicBezTo>
                  <a:pt x="267" y="164"/>
                  <a:pt x="267" y="164"/>
                  <a:pt x="267" y="164"/>
                </a:cubicBezTo>
                <a:cubicBezTo>
                  <a:pt x="267" y="183"/>
                  <a:pt x="258" y="192"/>
                  <a:pt x="238" y="192"/>
                </a:cubicBezTo>
                <a:cubicBezTo>
                  <a:pt x="144" y="192"/>
                  <a:pt x="144" y="192"/>
                  <a:pt x="144" y="192"/>
                </a:cubicBezTo>
                <a:cubicBezTo>
                  <a:pt x="40" y="276"/>
                  <a:pt x="40" y="276"/>
                  <a:pt x="40" y="276"/>
                </a:cubicBezTo>
                <a:cubicBezTo>
                  <a:pt x="61" y="192"/>
                  <a:pt x="61" y="192"/>
                  <a:pt x="61" y="192"/>
                </a:cubicBezTo>
                <a:cubicBezTo>
                  <a:pt x="29" y="192"/>
                  <a:pt x="29" y="192"/>
                  <a:pt x="29" y="192"/>
                </a:cubicBezTo>
                <a:cubicBezTo>
                  <a:pt x="9" y="192"/>
                  <a:pt x="0" y="183"/>
                  <a:pt x="0" y="163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10"/>
                  <a:pt x="9" y="0"/>
                  <a:pt x="29" y="1"/>
                </a:cubicBezTo>
                <a:lnTo>
                  <a:pt x="238" y="1"/>
                </a:lnTo>
                <a:close/>
                <a:moveTo>
                  <a:pt x="55" y="83"/>
                </a:moveTo>
                <a:cubicBezTo>
                  <a:pt x="212" y="83"/>
                  <a:pt x="212" y="83"/>
                  <a:pt x="212" y="83"/>
                </a:cubicBezTo>
                <a:cubicBezTo>
                  <a:pt x="212" y="55"/>
                  <a:pt x="212" y="55"/>
                  <a:pt x="212" y="55"/>
                </a:cubicBezTo>
                <a:cubicBezTo>
                  <a:pt x="55" y="55"/>
                  <a:pt x="55" y="55"/>
                  <a:pt x="55" y="55"/>
                </a:cubicBezTo>
                <a:lnTo>
                  <a:pt x="55" y="83"/>
                </a:lnTo>
                <a:close/>
                <a:moveTo>
                  <a:pt x="212" y="109"/>
                </a:moveTo>
                <a:cubicBezTo>
                  <a:pt x="55" y="109"/>
                  <a:pt x="55" y="109"/>
                  <a:pt x="55" y="109"/>
                </a:cubicBezTo>
                <a:cubicBezTo>
                  <a:pt x="55" y="137"/>
                  <a:pt x="55" y="137"/>
                  <a:pt x="55" y="137"/>
                </a:cubicBezTo>
                <a:cubicBezTo>
                  <a:pt x="212" y="137"/>
                  <a:pt x="212" y="137"/>
                  <a:pt x="212" y="137"/>
                </a:cubicBezTo>
                <a:lnTo>
                  <a:pt x="212" y="109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42" name="Freeform 44"/>
          <p:cNvSpPr>
            <a:spLocks noEditPoints="1"/>
          </p:cNvSpPr>
          <p:nvPr/>
        </p:nvSpPr>
        <p:spPr bwMode="auto">
          <a:xfrm>
            <a:off x="8588338" y="2738544"/>
            <a:ext cx="210092" cy="317328"/>
          </a:xfrm>
          <a:custGeom>
            <a:avLst/>
            <a:gdLst>
              <a:gd name="T0" fmla="*/ 185 w 185"/>
              <a:gd name="T1" fmla="*/ 188 h 281"/>
              <a:gd name="T2" fmla="*/ 93 w 185"/>
              <a:gd name="T3" fmla="*/ 281 h 281"/>
              <a:gd name="T4" fmla="*/ 0 w 185"/>
              <a:gd name="T5" fmla="*/ 188 h 281"/>
              <a:gd name="T6" fmla="*/ 28 w 185"/>
              <a:gd name="T7" fmla="*/ 122 h 281"/>
              <a:gd name="T8" fmla="*/ 28 w 185"/>
              <a:gd name="T9" fmla="*/ 65 h 281"/>
              <a:gd name="T10" fmla="*/ 93 w 185"/>
              <a:gd name="T11" fmla="*/ 0 h 281"/>
              <a:gd name="T12" fmla="*/ 157 w 185"/>
              <a:gd name="T13" fmla="*/ 65 h 281"/>
              <a:gd name="T14" fmla="*/ 157 w 185"/>
              <a:gd name="T15" fmla="*/ 122 h 281"/>
              <a:gd name="T16" fmla="*/ 185 w 185"/>
              <a:gd name="T17" fmla="*/ 188 h 281"/>
              <a:gd name="T18" fmla="*/ 56 w 185"/>
              <a:gd name="T19" fmla="*/ 178 h 281"/>
              <a:gd name="T20" fmla="*/ 26 w 185"/>
              <a:gd name="T21" fmla="*/ 178 h 281"/>
              <a:gd name="T22" fmla="*/ 22 w 185"/>
              <a:gd name="T23" fmla="*/ 188 h 281"/>
              <a:gd name="T24" fmla="*/ 26 w 185"/>
              <a:gd name="T25" fmla="*/ 199 h 281"/>
              <a:gd name="T26" fmla="*/ 56 w 185"/>
              <a:gd name="T27" fmla="*/ 199 h 281"/>
              <a:gd name="T28" fmla="*/ 56 w 185"/>
              <a:gd name="T29" fmla="*/ 178 h 281"/>
              <a:gd name="T30" fmla="*/ 74 w 185"/>
              <a:gd name="T31" fmla="*/ 155 h 281"/>
              <a:gd name="T32" fmla="*/ 53 w 185"/>
              <a:gd name="T33" fmla="*/ 134 h 281"/>
              <a:gd name="T34" fmla="*/ 42 w 185"/>
              <a:gd name="T35" fmla="*/ 138 h 281"/>
              <a:gd name="T36" fmla="*/ 38 w 185"/>
              <a:gd name="T37" fmla="*/ 149 h 281"/>
              <a:gd name="T38" fmla="*/ 59 w 185"/>
              <a:gd name="T39" fmla="*/ 170 h 281"/>
              <a:gd name="T40" fmla="*/ 74 w 185"/>
              <a:gd name="T41" fmla="*/ 155 h 281"/>
              <a:gd name="T42" fmla="*/ 59 w 185"/>
              <a:gd name="T43" fmla="*/ 206 h 281"/>
              <a:gd name="T44" fmla="*/ 38 w 185"/>
              <a:gd name="T45" fmla="*/ 228 h 281"/>
              <a:gd name="T46" fmla="*/ 42 w 185"/>
              <a:gd name="T47" fmla="*/ 238 h 281"/>
              <a:gd name="T48" fmla="*/ 53 w 185"/>
              <a:gd name="T49" fmla="*/ 242 h 281"/>
              <a:gd name="T50" fmla="*/ 74 w 185"/>
              <a:gd name="T51" fmla="*/ 221 h 281"/>
              <a:gd name="T52" fmla="*/ 59 w 185"/>
              <a:gd name="T53" fmla="*/ 206 h 281"/>
              <a:gd name="T54" fmla="*/ 63 w 185"/>
              <a:gd name="T55" fmla="*/ 101 h 281"/>
              <a:gd name="T56" fmla="*/ 122 w 185"/>
              <a:gd name="T57" fmla="*/ 101 h 281"/>
              <a:gd name="T58" fmla="*/ 122 w 185"/>
              <a:gd name="T59" fmla="*/ 65 h 281"/>
              <a:gd name="T60" fmla="*/ 93 w 185"/>
              <a:gd name="T61" fmla="*/ 35 h 281"/>
              <a:gd name="T62" fmla="*/ 63 w 185"/>
              <a:gd name="T63" fmla="*/ 65 h 281"/>
              <a:gd name="T64" fmla="*/ 63 w 185"/>
              <a:gd name="T65" fmla="*/ 101 h 281"/>
              <a:gd name="T66" fmla="*/ 103 w 185"/>
              <a:gd name="T67" fmla="*/ 152 h 281"/>
              <a:gd name="T68" fmla="*/ 103 w 185"/>
              <a:gd name="T69" fmla="*/ 122 h 281"/>
              <a:gd name="T70" fmla="*/ 92 w 185"/>
              <a:gd name="T71" fmla="*/ 118 h 281"/>
              <a:gd name="T72" fmla="*/ 82 w 185"/>
              <a:gd name="T73" fmla="*/ 122 h 281"/>
              <a:gd name="T74" fmla="*/ 82 w 185"/>
              <a:gd name="T75" fmla="*/ 152 h 281"/>
              <a:gd name="T76" fmla="*/ 103 w 185"/>
              <a:gd name="T77" fmla="*/ 152 h 281"/>
              <a:gd name="T78" fmla="*/ 82 w 185"/>
              <a:gd name="T79" fmla="*/ 225 h 281"/>
              <a:gd name="T80" fmla="*/ 82 w 185"/>
              <a:gd name="T81" fmla="*/ 254 h 281"/>
              <a:gd name="T82" fmla="*/ 92 w 185"/>
              <a:gd name="T83" fmla="*/ 258 h 281"/>
              <a:gd name="T84" fmla="*/ 103 w 185"/>
              <a:gd name="T85" fmla="*/ 254 h 281"/>
              <a:gd name="T86" fmla="*/ 103 w 185"/>
              <a:gd name="T87" fmla="*/ 225 h 281"/>
              <a:gd name="T88" fmla="*/ 82 w 185"/>
              <a:gd name="T89" fmla="*/ 225 h 281"/>
              <a:gd name="T90" fmla="*/ 125 w 185"/>
              <a:gd name="T91" fmla="*/ 170 h 281"/>
              <a:gd name="T92" fmla="*/ 146 w 185"/>
              <a:gd name="T93" fmla="*/ 149 h 281"/>
              <a:gd name="T94" fmla="*/ 142 w 185"/>
              <a:gd name="T95" fmla="*/ 138 h 281"/>
              <a:gd name="T96" fmla="*/ 131 w 185"/>
              <a:gd name="T97" fmla="*/ 134 h 281"/>
              <a:gd name="T98" fmla="*/ 110 w 185"/>
              <a:gd name="T99" fmla="*/ 155 h 281"/>
              <a:gd name="T100" fmla="*/ 125 w 185"/>
              <a:gd name="T101" fmla="*/ 170 h 281"/>
              <a:gd name="T102" fmla="*/ 110 w 185"/>
              <a:gd name="T103" fmla="*/ 221 h 281"/>
              <a:gd name="T104" fmla="*/ 131 w 185"/>
              <a:gd name="T105" fmla="*/ 242 h 281"/>
              <a:gd name="T106" fmla="*/ 142 w 185"/>
              <a:gd name="T107" fmla="*/ 238 h 281"/>
              <a:gd name="T108" fmla="*/ 146 w 185"/>
              <a:gd name="T109" fmla="*/ 228 h 281"/>
              <a:gd name="T110" fmla="*/ 125 w 185"/>
              <a:gd name="T111" fmla="*/ 206 h 281"/>
              <a:gd name="T112" fmla="*/ 110 w 185"/>
              <a:gd name="T113" fmla="*/ 221 h 281"/>
              <a:gd name="T114" fmla="*/ 128 w 185"/>
              <a:gd name="T115" fmla="*/ 199 h 281"/>
              <a:gd name="T116" fmla="*/ 158 w 185"/>
              <a:gd name="T117" fmla="*/ 199 h 281"/>
              <a:gd name="T118" fmla="*/ 162 w 185"/>
              <a:gd name="T119" fmla="*/ 188 h 281"/>
              <a:gd name="T120" fmla="*/ 158 w 185"/>
              <a:gd name="T121" fmla="*/ 178 h 281"/>
              <a:gd name="T122" fmla="*/ 128 w 185"/>
              <a:gd name="T123" fmla="*/ 178 h 281"/>
              <a:gd name="T124" fmla="*/ 128 w 185"/>
              <a:gd name="T125" fmla="*/ 199 h 2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85" h="281">
                <a:moveTo>
                  <a:pt x="185" y="188"/>
                </a:moveTo>
                <a:cubicBezTo>
                  <a:pt x="185" y="240"/>
                  <a:pt x="144" y="281"/>
                  <a:pt x="93" y="281"/>
                </a:cubicBezTo>
                <a:cubicBezTo>
                  <a:pt x="41" y="281"/>
                  <a:pt x="0" y="240"/>
                  <a:pt x="0" y="188"/>
                </a:cubicBezTo>
                <a:cubicBezTo>
                  <a:pt x="0" y="163"/>
                  <a:pt x="10" y="139"/>
                  <a:pt x="28" y="122"/>
                </a:cubicBezTo>
                <a:cubicBezTo>
                  <a:pt x="28" y="65"/>
                  <a:pt x="28" y="65"/>
                  <a:pt x="28" y="65"/>
                </a:cubicBezTo>
                <a:cubicBezTo>
                  <a:pt x="28" y="29"/>
                  <a:pt x="57" y="0"/>
                  <a:pt x="93" y="0"/>
                </a:cubicBezTo>
                <a:cubicBezTo>
                  <a:pt x="128" y="0"/>
                  <a:pt x="157" y="29"/>
                  <a:pt x="157" y="65"/>
                </a:cubicBezTo>
                <a:cubicBezTo>
                  <a:pt x="157" y="122"/>
                  <a:pt x="157" y="122"/>
                  <a:pt x="157" y="122"/>
                </a:cubicBezTo>
                <a:cubicBezTo>
                  <a:pt x="175" y="139"/>
                  <a:pt x="185" y="163"/>
                  <a:pt x="185" y="188"/>
                </a:cubicBezTo>
                <a:close/>
                <a:moveTo>
                  <a:pt x="56" y="178"/>
                </a:moveTo>
                <a:cubicBezTo>
                  <a:pt x="26" y="178"/>
                  <a:pt x="26" y="178"/>
                  <a:pt x="26" y="178"/>
                </a:cubicBezTo>
                <a:cubicBezTo>
                  <a:pt x="22" y="188"/>
                  <a:pt x="22" y="188"/>
                  <a:pt x="22" y="188"/>
                </a:cubicBezTo>
                <a:cubicBezTo>
                  <a:pt x="26" y="199"/>
                  <a:pt x="26" y="199"/>
                  <a:pt x="26" y="199"/>
                </a:cubicBezTo>
                <a:cubicBezTo>
                  <a:pt x="56" y="199"/>
                  <a:pt x="56" y="199"/>
                  <a:pt x="56" y="199"/>
                </a:cubicBezTo>
                <a:lnTo>
                  <a:pt x="56" y="178"/>
                </a:lnTo>
                <a:close/>
                <a:moveTo>
                  <a:pt x="74" y="155"/>
                </a:moveTo>
                <a:cubicBezTo>
                  <a:pt x="53" y="134"/>
                  <a:pt x="53" y="134"/>
                  <a:pt x="53" y="134"/>
                </a:cubicBezTo>
                <a:cubicBezTo>
                  <a:pt x="42" y="138"/>
                  <a:pt x="42" y="138"/>
                  <a:pt x="42" y="138"/>
                </a:cubicBezTo>
                <a:cubicBezTo>
                  <a:pt x="38" y="149"/>
                  <a:pt x="38" y="149"/>
                  <a:pt x="38" y="149"/>
                </a:cubicBezTo>
                <a:cubicBezTo>
                  <a:pt x="59" y="170"/>
                  <a:pt x="59" y="170"/>
                  <a:pt x="59" y="170"/>
                </a:cubicBezTo>
                <a:lnTo>
                  <a:pt x="74" y="155"/>
                </a:lnTo>
                <a:close/>
                <a:moveTo>
                  <a:pt x="59" y="206"/>
                </a:moveTo>
                <a:cubicBezTo>
                  <a:pt x="38" y="228"/>
                  <a:pt x="38" y="228"/>
                  <a:pt x="38" y="228"/>
                </a:cubicBezTo>
                <a:cubicBezTo>
                  <a:pt x="42" y="238"/>
                  <a:pt x="42" y="238"/>
                  <a:pt x="42" y="238"/>
                </a:cubicBezTo>
                <a:cubicBezTo>
                  <a:pt x="53" y="242"/>
                  <a:pt x="53" y="242"/>
                  <a:pt x="53" y="242"/>
                </a:cubicBezTo>
                <a:cubicBezTo>
                  <a:pt x="74" y="221"/>
                  <a:pt x="74" y="221"/>
                  <a:pt x="74" y="221"/>
                </a:cubicBezTo>
                <a:lnTo>
                  <a:pt x="59" y="206"/>
                </a:lnTo>
                <a:close/>
                <a:moveTo>
                  <a:pt x="63" y="101"/>
                </a:moveTo>
                <a:cubicBezTo>
                  <a:pt x="82" y="94"/>
                  <a:pt x="102" y="94"/>
                  <a:pt x="122" y="101"/>
                </a:cubicBezTo>
                <a:cubicBezTo>
                  <a:pt x="122" y="65"/>
                  <a:pt x="122" y="65"/>
                  <a:pt x="122" y="65"/>
                </a:cubicBezTo>
                <a:cubicBezTo>
                  <a:pt x="122" y="49"/>
                  <a:pt x="109" y="35"/>
                  <a:pt x="93" y="35"/>
                </a:cubicBezTo>
                <a:cubicBezTo>
                  <a:pt x="76" y="35"/>
                  <a:pt x="63" y="49"/>
                  <a:pt x="63" y="65"/>
                </a:cubicBezTo>
                <a:lnTo>
                  <a:pt x="63" y="101"/>
                </a:lnTo>
                <a:close/>
                <a:moveTo>
                  <a:pt x="103" y="152"/>
                </a:moveTo>
                <a:cubicBezTo>
                  <a:pt x="103" y="122"/>
                  <a:pt x="103" y="122"/>
                  <a:pt x="103" y="122"/>
                </a:cubicBezTo>
                <a:cubicBezTo>
                  <a:pt x="92" y="118"/>
                  <a:pt x="92" y="118"/>
                  <a:pt x="92" y="118"/>
                </a:cubicBezTo>
                <a:cubicBezTo>
                  <a:pt x="82" y="122"/>
                  <a:pt x="82" y="122"/>
                  <a:pt x="82" y="122"/>
                </a:cubicBezTo>
                <a:cubicBezTo>
                  <a:pt x="82" y="152"/>
                  <a:pt x="82" y="152"/>
                  <a:pt x="82" y="152"/>
                </a:cubicBezTo>
                <a:lnTo>
                  <a:pt x="103" y="152"/>
                </a:lnTo>
                <a:close/>
                <a:moveTo>
                  <a:pt x="82" y="225"/>
                </a:moveTo>
                <a:cubicBezTo>
                  <a:pt x="82" y="254"/>
                  <a:pt x="82" y="254"/>
                  <a:pt x="82" y="254"/>
                </a:cubicBezTo>
                <a:cubicBezTo>
                  <a:pt x="92" y="258"/>
                  <a:pt x="92" y="258"/>
                  <a:pt x="92" y="258"/>
                </a:cubicBezTo>
                <a:cubicBezTo>
                  <a:pt x="103" y="254"/>
                  <a:pt x="103" y="254"/>
                  <a:pt x="103" y="254"/>
                </a:cubicBezTo>
                <a:cubicBezTo>
                  <a:pt x="103" y="225"/>
                  <a:pt x="103" y="225"/>
                  <a:pt x="103" y="225"/>
                </a:cubicBezTo>
                <a:lnTo>
                  <a:pt x="82" y="225"/>
                </a:lnTo>
                <a:close/>
                <a:moveTo>
                  <a:pt x="125" y="170"/>
                </a:moveTo>
                <a:cubicBezTo>
                  <a:pt x="146" y="149"/>
                  <a:pt x="146" y="149"/>
                  <a:pt x="146" y="149"/>
                </a:cubicBezTo>
                <a:cubicBezTo>
                  <a:pt x="142" y="138"/>
                  <a:pt x="142" y="138"/>
                  <a:pt x="142" y="138"/>
                </a:cubicBezTo>
                <a:cubicBezTo>
                  <a:pt x="131" y="134"/>
                  <a:pt x="131" y="134"/>
                  <a:pt x="131" y="134"/>
                </a:cubicBezTo>
                <a:cubicBezTo>
                  <a:pt x="110" y="155"/>
                  <a:pt x="110" y="155"/>
                  <a:pt x="110" y="155"/>
                </a:cubicBezTo>
                <a:lnTo>
                  <a:pt x="125" y="170"/>
                </a:lnTo>
                <a:close/>
                <a:moveTo>
                  <a:pt x="110" y="221"/>
                </a:moveTo>
                <a:cubicBezTo>
                  <a:pt x="131" y="242"/>
                  <a:pt x="131" y="242"/>
                  <a:pt x="131" y="242"/>
                </a:cubicBezTo>
                <a:cubicBezTo>
                  <a:pt x="142" y="238"/>
                  <a:pt x="142" y="238"/>
                  <a:pt x="142" y="238"/>
                </a:cubicBezTo>
                <a:cubicBezTo>
                  <a:pt x="146" y="228"/>
                  <a:pt x="146" y="228"/>
                  <a:pt x="146" y="228"/>
                </a:cubicBezTo>
                <a:cubicBezTo>
                  <a:pt x="125" y="206"/>
                  <a:pt x="125" y="206"/>
                  <a:pt x="125" y="206"/>
                </a:cubicBezTo>
                <a:lnTo>
                  <a:pt x="110" y="221"/>
                </a:lnTo>
                <a:close/>
                <a:moveTo>
                  <a:pt x="128" y="199"/>
                </a:moveTo>
                <a:cubicBezTo>
                  <a:pt x="158" y="199"/>
                  <a:pt x="158" y="199"/>
                  <a:pt x="158" y="199"/>
                </a:cubicBezTo>
                <a:cubicBezTo>
                  <a:pt x="162" y="188"/>
                  <a:pt x="162" y="188"/>
                  <a:pt x="162" y="188"/>
                </a:cubicBezTo>
                <a:cubicBezTo>
                  <a:pt x="158" y="178"/>
                  <a:pt x="158" y="178"/>
                  <a:pt x="158" y="178"/>
                </a:cubicBezTo>
                <a:cubicBezTo>
                  <a:pt x="128" y="178"/>
                  <a:pt x="128" y="178"/>
                  <a:pt x="128" y="178"/>
                </a:cubicBezTo>
                <a:lnTo>
                  <a:pt x="128" y="199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43" name="Freeform 45"/>
          <p:cNvSpPr>
            <a:spLocks noEditPoints="1"/>
          </p:cNvSpPr>
          <p:nvPr/>
        </p:nvSpPr>
        <p:spPr bwMode="auto">
          <a:xfrm>
            <a:off x="8875026" y="2806387"/>
            <a:ext cx="345777" cy="242920"/>
          </a:xfrm>
          <a:custGeom>
            <a:avLst/>
            <a:gdLst>
              <a:gd name="T0" fmla="*/ 0 w 158"/>
              <a:gd name="T1" fmla="*/ 11 h 111"/>
              <a:gd name="T2" fmla="*/ 46 w 158"/>
              <a:gd name="T3" fmla="*/ 55 h 111"/>
              <a:gd name="T4" fmla="*/ 0 w 158"/>
              <a:gd name="T5" fmla="*/ 102 h 111"/>
              <a:gd name="T6" fmla="*/ 0 w 158"/>
              <a:gd name="T7" fmla="*/ 11 h 111"/>
              <a:gd name="T8" fmla="*/ 150 w 158"/>
              <a:gd name="T9" fmla="*/ 111 h 111"/>
              <a:gd name="T10" fmla="*/ 9 w 158"/>
              <a:gd name="T11" fmla="*/ 111 h 111"/>
              <a:gd name="T12" fmla="*/ 55 w 158"/>
              <a:gd name="T13" fmla="*/ 64 h 111"/>
              <a:gd name="T14" fmla="*/ 79 w 158"/>
              <a:gd name="T15" fmla="*/ 86 h 111"/>
              <a:gd name="T16" fmla="*/ 104 w 158"/>
              <a:gd name="T17" fmla="*/ 63 h 111"/>
              <a:gd name="T18" fmla="*/ 150 w 158"/>
              <a:gd name="T19" fmla="*/ 111 h 111"/>
              <a:gd name="T20" fmla="*/ 147 w 158"/>
              <a:gd name="T21" fmla="*/ 0 h 111"/>
              <a:gd name="T22" fmla="*/ 79 w 158"/>
              <a:gd name="T23" fmla="*/ 64 h 111"/>
              <a:gd name="T24" fmla="*/ 12 w 158"/>
              <a:gd name="T25" fmla="*/ 0 h 111"/>
              <a:gd name="T26" fmla="*/ 147 w 158"/>
              <a:gd name="T27" fmla="*/ 0 h 111"/>
              <a:gd name="T28" fmla="*/ 158 w 158"/>
              <a:gd name="T29" fmla="*/ 11 h 111"/>
              <a:gd name="T30" fmla="*/ 158 w 158"/>
              <a:gd name="T31" fmla="*/ 102 h 111"/>
              <a:gd name="T32" fmla="*/ 113 w 158"/>
              <a:gd name="T33" fmla="*/ 55 h 111"/>
              <a:gd name="T34" fmla="*/ 158 w 158"/>
              <a:gd name="T35" fmla="*/ 11 h 1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58" h="111">
                <a:moveTo>
                  <a:pt x="0" y="11"/>
                </a:moveTo>
                <a:lnTo>
                  <a:pt x="46" y="55"/>
                </a:lnTo>
                <a:lnTo>
                  <a:pt x="0" y="102"/>
                </a:lnTo>
                <a:lnTo>
                  <a:pt x="0" y="11"/>
                </a:lnTo>
                <a:close/>
                <a:moveTo>
                  <a:pt x="150" y="111"/>
                </a:moveTo>
                <a:lnTo>
                  <a:pt x="9" y="111"/>
                </a:lnTo>
                <a:lnTo>
                  <a:pt x="55" y="64"/>
                </a:lnTo>
                <a:lnTo>
                  <a:pt x="79" y="86"/>
                </a:lnTo>
                <a:lnTo>
                  <a:pt x="104" y="63"/>
                </a:lnTo>
                <a:lnTo>
                  <a:pt x="150" y="111"/>
                </a:lnTo>
                <a:close/>
                <a:moveTo>
                  <a:pt x="147" y="0"/>
                </a:moveTo>
                <a:lnTo>
                  <a:pt x="79" y="64"/>
                </a:lnTo>
                <a:lnTo>
                  <a:pt x="12" y="0"/>
                </a:lnTo>
                <a:lnTo>
                  <a:pt x="147" y="0"/>
                </a:lnTo>
                <a:close/>
                <a:moveTo>
                  <a:pt x="158" y="11"/>
                </a:moveTo>
                <a:lnTo>
                  <a:pt x="158" y="102"/>
                </a:lnTo>
                <a:lnTo>
                  <a:pt x="113" y="55"/>
                </a:lnTo>
                <a:lnTo>
                  <a:pt x="158" y="1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44" name="Freeform 46"/>
          <p:cNvSpPr>
            <a:spLocks noEditPoints="1"/>
          </p:cNvSpPr>
          <p:nvPr/>
        </p:nvSpPr>
        <p:spPr bwMode="auto">
          <a:xfrm>
            <a:off x="9299587" y="2723226"/>
            <a:ext cx="210092" cy="334836"/>
          </a:xfrm>
          <a:custGeom>
            <a:avLst/>
            <a:gdLst>
              <a:gd name="T0" fmla="*/ 140 w 186"/>
              <a:gd name="T1" fmla="*/ 189 h 296"/>
              <a:gd name="T2" fmla="*/ 96 w 186"/>
              <a:gd name="T3" fmla="*/ 292 h 296"/>
              <a:gd name="T4" fmla="*/ 91 w 186"/>
              <a:gd name="T5" fmla="*/ 292 h 296"/>
              <a:gd name="T6" fmla="*/ 45 w 186"/>
              <a:gd name="T7" fmla="*/ 189 h 296"/>
              <a:gd name="T8" fmla="*/ 0 w 186"/>
              <a:gd name="T9" fmla="*/ 92 h 296"/>
              <a:gd name="T10" fmla="*/ 92 w 186"/>
              <a:gd name="T11" fmla="*/ 0 h 296"/>
              <a:gd name="T12" fmla="*/ 186 w 186"/>
              <a:gd name="T13" fmla="*/ 92 h 296"/>
              <a:gd name="T14" fmla="*/ 140 w 186"/>
              <a:gd name="T15" fmla="*/ 189 h 296"/>
              <a:gd name="T16" fmla="*/ 129 w 186"/>
              <a:gd name="T17" fmla="*/ 94 h 296"/>
              <a:gd name="T18" fmla="*/ 93 w 186"/>
              <a:gd name="T19" fmla="*/ 59 h 296"/>
              <a:gd name="T20" fmla="*/ 58 w 186"/>
              <a:gd name="T21" fmla="*/ 94 h 296"/>
              <a:gd name="T22" fmla="*/ 93 w 186"/>
              <a:gd name="T23" fmla="*/ 131 h 296"/>
              <a:gd name="T24" fmla="*/ 129 w 186"/>
              <a:gd name="T25" fmla="*/ 94 h 2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86" h="296">
                <a:moveTo>
                  <a:pt x="140" y="189"/>
                </a:moveTo>
                <a:cubicBezTo>
                  <a:pt x="101" y="245"/>
                  <a:pt x="96" y="292"/>
                  <a:pt x="96" y="292"/>
                </a:cubicBezTo>
                <a:cubicBezTo>
                  <a:pt x="95" y="296"/>
                  <a:pt x="92" y="296"/>
                  <a:pt x="91" y="292"/>
                </a:cubicBezTo>
                <a:cubicBezTo>
                  <a:pt x="91" y="292"/>
                  <a:pt x="83" y="245"/>
                  <a:pt x="45" y="189"/>
                </a:cubicBezTo>
                <a:cubicBezTo>
                  <a:pt x="14" y="145"/>
                  <a:pt x="0" y="128"/>
                  <a:pt x="0" y="92"/>
                </a:cubicBezTo>
                <a:cubicBezTo>
                  <a:pt x="0" y="41"/>
                  <a:pt x="41" y="0"/>
                  <a:pt x="92" y="0"/>
                </a:cubicBezTo>
                <a:cubicBezTo>
                  <a:pt x="144" y="0"/>
                  <a:pt x="186" y="41"/>
                  <a:pt x="186" y="92"/>
                </a:cubicBezTo>
                <a:cubicBezTo>
                  <a:pt x="186" y="128"/>
                  <a:pt x="158" y="163"/>
                  <a:pt x="140" y="189"/>
                </a:cubicBezTo>
                <a:close/>
                <a:moveTo>
                  <a:pt x="129" y="94"/>
                </a:moveTo>
                <a:cubicBezTo>
                  <a:pt x="129" y="74"/>
                  <a:pt x="114" y="59"/>
                  <a:pt x="93" y="59"/>
                </a:cubicBezTo>
                <a:cubicBezTo>
                  <a:pt x="74" y="59"/>
                  <a:pt x="58" y="74"/>
                  <a:pt x="58" y="94"/>
                </a:cubicBezTo>
                <a:cubicBezTo>
                  <a:pt x="58" y="114"/>
                  <a:pt x="74" y="131"/>
                  <a:pt x="93" y="131"/>
                </a:cubicBezTo>
                <a:cubicBezTo>
                  <a:pt x="114" y="131"/>
                  <a:pt x="129" y="114"/>
                  <a:pt x="129" y="9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45" name="Freeform 47"/>
          <p:cNvSpPr>
            <a:spLocks noEditPoints="1"/>
          </p:cNvSpPr>
          <p:nvPr/>
        </p:nvSpPr>
        <p:spPr bwMode="auto">
          <a:xfrm>
            <a:off x="9549072" y="2762618"/>
            <a:ext cx="315139" cy="293253"/>
          </a:xfrm>
          <a:custGeom>
            <a:avLst/>
            <a:gdLst>
              <a:gd name="T0" fmla="*/ 278 w 278"/>
              <a:gd name="T1" fmla="*/ 66 h 259"/>
              <a:gd name="T2" fmla="*/ 278 w 278"/>
              <a:gd name="T3" fmla="*/ 163 h 259"/>
              <a:gd name="T4" fmla="*/ 260 w 278"/>
              <a:gd name="T5" fmla="*/ 181 h 259"/>
              <a:gd name="T6" fmla="*/ 95 w 278"/>
              <a:gd name="T7" fmla="*/ 181 h 259"/>
              <a:gd name="T8" fmla="*/ 79 w 278"/>
              <a:gd name="T9" fmla="*/ 166 h 259"/>
              <a:gd name="T10" fmla="*/ 48 w 278"/>
              <a:gd name="T11" fmla="*/ 57 h 259"/>
              <a:gd name="T12" fmla="*/ 34 w 278"/>
              <a:gd name="T13" fmla="*/ 35 h 259"/>
              <a:gd name="T14" fmla="*/ 0 w 278"/>
              <a:gd name="T15" fmla="*/ 16 h 259"/>
              <a:gd name="T16" fmla="*/ 13 w 278"/>
              <a:gd name="T17" fmla="*/ 1 h 259"/>
              <a:gd name="T18" fmla="*/ 20 w 278"/>
              <a:gd name="T19" fmla="*/ 0 h 259"/>
              <a:gd name="T20" fmla="*/ 74 w 278"/>
              <a:gd name="T21" fmla="*/ 36 h 259"/>
              <a:gd name="T22" fmla="*/ 261 w 278"/>
              <a:gd name="T23" fmla="*/ 49 h 259"/>
              <a:gd name="T24" fmla="*/ 278 w 278"/>
              <a:gd name="T25" fmla="*/ 66 h 259"/>
              <a:gd name="T26" fmla="*/ 95 w 278"/>
              <a:gd name="T27" fmla="*/ 201 h 259"/>
              <a:gd name="T28" fmla="*/ 66 w 278"/>
              <a:gd name="T29" fmla="*/ 230 h 259"/>
              <a:gd name="T30" fmla="*/ 95 w 278"/>
              <a:gd name="T31" fmla="*/ 259 h 259"/>
              <a:gd name="T32" fmla="*/ 123 w 278"/>
              <a:gd name="T33" fmla="*/ 230 h 259"/>
              <a:gd name="T34" fmla="*/ 95 w 278"/>
              <a:gd name="T35" fmla="*/ 201 h 259"/>
              <a:gd name="T36" fmla="*/ 82 w 278"/>
              <a:gd name="T37" fmla="*/ 68 h 259"/>
              <a:gd name="T38" fmla="*/ 95 w 278"/>
              <a:gd name="T39" fmla="*/ 107 h 259"/>
              <a:gd name="T40" fmla="*/ 137 w 278"/>
              <a:gd name="T41" fmla="*/ 107 h 259"/>
              <a:gd name="T42" fmla="*/ 137 w 278"/>
              <a:gd name="T43" fmla="*/ 71 h 259"/>
              <a:gd name="T44" fmla="*/ 82 w 278"/>
              <a:gd name="T45" fmla="*/ 68 h 259"/>
              <a:gd name="T46" fmla="*/ 108 w 278"/>
              <a:gd name="T47" fmla="*/ 150 h 259"/>
              <a:gd name="T48" fmla="*/ 137 w 278"/>
              <a:gd name="T49" fmla="*/ 150 h 259"/>
              <a:gd name="T50" fmla="*/ 137 w 278"/>
              <a:gd name="T51" fmla="*/ 117 h 259"/>
              <a:gd name="T52" fmla="*/ 98 w 278"/>
              <a:gd name="T53" fmla="*/ 117 h 259"/>
              <a:gd name="T54" fmla="*/ 108 w 278"/>
              <a:gd name="T55" fmla="*/ 150 h 259"/>
              <a:gd name="T56" fmla="*/ 194 w 278"/>
              <a:gd name="T57" fmla="*/ 107 h 259"/>
              <a:gd name="T58" fmla="*/ 194 w 278"/>
              <a:gd name="T59" fmla="*/ 75 h 259"/>
              <a:gd name="T60" fmla="*/ 151 w 278"/>
              <a:gd name="T61" fmla="*/ 72 h 259"/>
              <a:gd name="T62" fmla="*/ 151 w 278"/>
              <a:gd name="T63" fmla="*/ 107 h 259"/>
              <a:gd name="T64" fmla="*/ 194 w 278"/>
              <a:gd name="T65" fmla="*/ 107 h 259"/>
              <a:gd name="T66" fmla="*/ 151 w 278"/>
              <a:gd name="T67" fmla="*/ 117 h 259"/>
              <a:gd name="T68" fmla="*/ 151 w 278"/>
              <a:gd name="T69" fmla="*/ 150 h 259"/>
              <a:gd name="T70" fmla="*/ 194 w 278"/>
              <a:gd name="T71" fmla="*/ 150 h 259"/>
              <a:gd name="T72" fmla="*/ 194 w 278"/>
              <a:gd name="T73" fmla="*/ 117 h 259"/>
              <a:gd name="T74" fmla="*/ 151 w 278"/>
              <a:gd name="T75" fmla="*/ 117 h 259"/>
              <a:gd name="T76" fmla="*/ 234 w 278"/>
              <a:gd name="T77" fmla="*/ 201 h 259"/>
              <a:gd name="T78" fmla="*/ 206 w 278"/>
              <a:gd name="T79" fmla="*/ 230 h 259"/>
              <a:gd name="T80" fmla="*/ 234 w 278"/>
              <a:gd name="T81" fmla="*/ 259 h 259"/>
              <a:gd name="T82" fmla="*/ 263 w 278"/>
              <a:gd name="T83" fmla="*/ 230 h 259"/>
              <a:gd name="T84" fmla="*/ 234 w 278"/>
              <a:gd name="T85" fmla="*/ 201 h 259"/>
              <a:gd name="T86" fmla="*/ 247 w 278"/>
              <a:gd name="T87" fmla="*/ 79 h 259"/>
              <a:gd name="T88" fmla="*/ 208 w 278"/>
              <a:gd name="T89" fmla="*/ 76 h 259"/>
              <a:gd name="T90" fmla="*/ 208 w 278"/>
              <a:gd name="T91" fmla="*/ 107 h 259"/>
              <a:gd name="T92" fmla="*/ 247 w 278"/>
              <a:gd name="T93" fmla="*/ 107 h 259"/>
              <a:gd name="T94" fmla="*/ 247 w 278"/>
              <a:gd name="T95" fmla="*/ 79 h 259"/>
              <a:gd name="T96" fmla="*/ 247 w 278"/>
              <a:gd name="T97" fmla="*/ 150 h 259"/>
              <a:gd name="T98" fmla="*/ 247 w 278"/>
              <a:gd name="T99" fmla="*/ 117 h 259"/>
              <a:gd name="T100" fmla="*/ 208 w 278"/>
              <a:gd name="T101" fmla="*/ 117 h 259"/>
              <a:gd name="T102" fmla="*/ 208 w 278"/>
              <a:gd name="T103" fmla="*/ 150 h 259"/>
              <a:gd name="T104" fmla="*/ 247 w 278"/>
              <a:gd name="T105" fmla="*/ 150 h 2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278" h="259">
                <a:moveTo>
                  <a:pt x="278" y="66"/>
                </a:moveTo>
                <a:cubicBezTo>
                  <a:pt x="278" y="163"/>
                  <a:pt x="278" y="163"/>
                  <a:pt x="278" y="163"/>
                </a:cubicBezTo>
                <a:cubicBezTo>
                  <a:pt x="278" y="173"/>
                  <a:pt x="270" y="181"/>
                  <a:pt x="260" y="181"/>
                </a:cubicBezTo>
                <a:cubicBezTo>
                  <a:pt x="95" y="181"/>
                  <a:pt x="95" y="181"/>
                  <a:pt x="95" y="181"/>
                </a:cubicBezTo>
                <a:cubicBezTo>
                  <a:pt x="87" y="181"/>
                  <a:pt x="80" y="175"/>
                  <a:pt x="79" y="166"/>
                </a:cubicBezTo>
                <a:cubicBezTo>
                  <a:pt x="48" y="57"/>
                  <a:pt x="48" y="57"/>
                  <a:pt x="48" y="57"/>
                </a:cubicBezTo>
                <a:cubicBezTo>
                  <a:pt x="48" y="57"/>
                  <a:pt x="43" y="37"/>
                  <a:pt x="34" y="35"/>
                </a:cubicBezTo>
                <a:cubicBezTo>
                  <a:pt x="20" y="31"/>
                  <a:pt x="0" y="38"/>
                  <a:pt x="0" y="16"/>
                </a:cubicBezTo>
                <a:cubicBezTo>
                  <a:pt x="0" y="1"/>
                  <a:pt x="13" y="1"/>
                  <a:pt x="13" y="1"/>
                </a:cubicBezTo>
                <a:cubicBezTo>
                  <a:pt x="14" y="1"/>
                  <a:pt x="16" y="0"/>
                  <a:pt x="20" y="0"/>
                </a:cubicBezTo>
                <a:cubicBezTo>
                  <a:pt x="40" y="0"/>
                  <a:pt x="65" y="8"/>
                  <a:pt x="74" y="36"/>
                </a:cubicBezTo>
                <a:cubicBezTo>
                  <a:pt x="261" y="49"/>
                  <a:pt x="261" y="49"/>
                  <a:pt x="261" y="49"/>
                </a:cubicBezTo>
                <a:cubicBezTo>
                  <a:pt x="270" y="50"/>
                  <a:pt x="278" y="57"/>
                  <a:pt x="278" y="66"/>
                </a:cubicBezTo>
                <a:close/>
                <a:moveTo>
                  <a:pt x="95" y="201"/>
                </a:moveTo>
                <a:cubicBezTo>
                  <a:pt x="79" y="201"/>
                  <a:pt x="66" y="214"/>
                  <a:pt x="66" y="230"/>
                </a:cubicBezTo>
                <a:cubicBezTo>
                  <a:pt x="66" y="246"/>
                  <a:pt x="79" y="259"/>
                  <a:pt x="95" y="259"/>
                </a:cubicBezTo>
                <a:cubicBezTo>
                  <a:pt x="111" y="259"/>
                  <a:pt x="123" y="246"/>
                  <a:pt x="123" y="230"/>
                </a:cubicBezTo>
                <a:cubicBezTo>
                  <a:pt x="123" y="214"/>
                  <a:pt x="111" y="201"/>
                  <a:pt x="95" y="201"/>
                </a:cubicBezTo>
                <a:close/>
                <a:moveTo>
                  <a:pt x="82" y="68"/>
                </a:moveTo>
                <a:cubicBezTo>
                  <a:pt x="95" y="107"/>
                  <a:pt x="95" y="107"/>
                  <a:pt x="95" y="107"/>
                </a:cubicBezTo>
                <a:cubicBezTo>
                  <a:pt x="137" y="107"/>
                  <a:pt x="137" y="107"/>
                  <a:pt x="137" y="107"/>
                </a:cubicBezTo>
                <a:cubicBezTo>
                  <a:pt x="137" y="71"/>
                  <a:pt x="137" y="71"/>
                  <a:pt x="137" y="71"/>
                </a:cubicBezTo>
                <a:lnTo>
                  <a:pt x="82" y="68"/>
                </a:lnTo>
                <a:close/>
                <a:moveTo>
                  <a:pt x="108" y="150"/>
                </a:moveTo>
                <a:cubicBezTo>
                  <a:pt x="137" y="150"/>
                  <a:pt x="137" y="150"/>
                  <a:pt x="137" y="150"/>
                </a:cubicBezTo>
                <a:cubicBezTo>
                  <a:pt x="137" y="117"/>
                  <a:pt x="137" y="117"/>
                  <a:pt x="137" y="117"/>
                </a:cubicBezTo>
                <a:cubicBezTo>
                  <a:pt x="98" y="117"/>
                  <a:pt x="98" y="117"/>
                  <a:pt x="98" y="117"/>
                </a:cubicBezTo>
                <a:lnTo>
                  <a:pt x="108" y="150"/>
                </a:lnTo>
                <a:close/>
                <a:moveTo>
                  <a:pt x="194" y="107"/>
                </a:moveTo>
                <a:cubicBezTo>
                  <a:pt x="194" y="75"/>
                  <a:pt x="194" y="75"/>
                  <a:pt x="194" y="75"/>
                </a:cubicBezTo>
                <a:cubicBezTo>
                  <a:pt x="151" y="72"/>
                  <a:pt x="151" y="72"/>
                  <a:pt x="151" y="72"/>
                </a:cubicBezTo>
                <a:cubicBezTo>
                  <a:pt x="151" y="107"/>
                  <a:pt x="151" y="107"/>
                  <a:pt x="151" y="107"/>
                </a:cubicBezTo>
                <a:lnTo>
                  <a:pt x="194" y="107"/>
                </a:lnTo>
                <a:close/>
                <a:moveTo>
                  <a:pt x="151" y="117"/>
                </a:moveTo>
                <a:cubicBezTo>
                  <a:pt x="151" y="150"/>
                  <a:pt x="151" y="150"/>
                  <a:pt x="151" y="150"/>
                </a:cubicBezTo>
                <a:cubicBezTo>
                  <a:pt x="194" y="150"/>
                  <a:pt x="194" y="150"/>
                  <a:pt x="194" y="150"/>
                </a:cubicBezTo>
                <a:cubicBezTo>
                  <a:pt x="194" y="117"/>
                  <a:pt x="194" y="117"/>
                  <a:pt x="194" y="117"/>
                </a:cubicBezTo>
                <a:lnTo>
                  <a:pt x="151" y="117"/>
                </a:lnTo>
                <a:close/>
                <a:moveTo>
                  <a:pt x="234" y="201"/>
                </a:moveTo>
                <a:cubicBezTo>
                  <a:pt x="219" y="201"/>
                  <a:pt x="206" y="214"/>
                  <a:pt x="206" y="230"/>
                </a:cubicBezTo>
                <a:cubicBezTo>
                  <a:pt x="206" y="246"/>
                  <a:pt x="219" y="259"/>
                  <a:pt x="234" y="259"/>
                </a:cubicBezTo>
                <a:cubicBezTo>
                  <a:pt x="250" y="259"/>
                  <a:pt x="263" y="246"/>
                  <a:pt x="263" y="230"/>
                </a:cubicBezTo>
                <a:cubicBezTo>
                  <a:pt x="263" y="214"/>
                  <a:pt x="250" y="201"/>
                  <a:pt x="234" y="201"/>
                </a:cubicBezTo>
                <a:close/>
                <a:moveTo>
                  <a:pt x="247" y="79"/>
                </a:moveTo>
                <a:cubicBezTo>
                  <a:pt x="208" y="76"/>
                  <a:pt x="208" y="76"/>
                  <a:pt x="208" y="76"/>
                </a:cubicBezTo>
                <a:cubicBezTo>
                  <a:pt x="208" y="107"/>
                  <a:pt x="208" y="107"/>
                  <a:pt x="208" y="107"/>
                </a:cubicBezTo>
                <a:cubicBezTo>
                  <a:pt x="247" y="107"/>
                  <a:pt x="247" y="107"/>
                  <a:pt x="247" y="107"/>
                </a:cubicBezTo>
                <a:lnTo>
                  <a:pt x="247" y="79"/>
                </a:lnTo>
                <a:close/>
                <a:moveTo>
                  <a:pt x="247" y="150"/>
                </a:moveTo>
                <a:cubicBezTo>
                  <a:pt x="247" y="117"/>
                  <a:pt x="247" y="117"/>
                  <a:pt x="247" y="117"/>
                </a:cubicBezTo>
                <a:cubicBezTo>
                  <a:pt x="208" y="117"/>
                  <a:pt x="208" y="117"/>
                  <a:pt x="208" y="117"/>
                </a:cubicBezTo>
                <a:cubicBezTo>
                  <a:pt x="208" y="150"/>
                  <a:pt x="208" y="150"/>
                  <a:pt x="208" y="150"/>
                </a:cubicBezTo>
                <a:lnTo>
                  <a:pt x="247" y="15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46" name="Freeform 48"/>
          <p:cNvSpPr>
            <a:spLocks/>
          </p:cNvSpPr>
          <p:nvPr/>
        </p:nvSpPr>
        <p:spPr bwMode="auto">
          <a:xfrm>
            <a:off x="9934242" y="2845779"/>
            <a:ext cx="210092" cy="181643"/>
          </a:xfrm>
          <a:custGeom>
            <a:avLst/>
            <a:gdLst>
              <a:gd name="T0" fmla="*/ 48 w 96"/>
              <a:gd name="T1" fmla="*/ 83 h 83"/>
              <a:gd name="T2" fmla="*/ 0 w 96"/>
              <a:gd name="T3" fmla="*/ 0 h 83"/>
              <a:gd name="T4" fmla="*/ 96 w 96"/>
              <a:gd name="T5" fmla="*/ 0 h 83"/>
              <a:gd name="T6" fmla="*/ 48 w 96"/>
              <a:gd name="T7" fmla="*/ 83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96" h="83">
                <a:moveTo>
                  <a:pt x="48" y="83"/>
                </a:moveTo>
                <a:lnTo>
                  <a:pt x="0" y="0"/>
                </a:lnTo>
                <a:lnTo>
                  <a:pt x="96" y="0"/>
                </a:lnTo>
                <a:lnTo>
                  <a:pt x="48" y="83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47" name="Freeform 49"/>
          <p:cNvSpPr>
            <a:spLocks noEditPoints="1"/>
          </p:cNvSpPr>
          <p:nvPr/>
        </p:nvSpPr>
        <p:spPr bwMode="auto">
          <a:xfrm>
            <a:off x="887140" y="3541710"/>
            <a:ext cx="356720" cy="319516"/>
          </a:xfrm>
          <a:custGeom>
            <a:avLst/>
            <a:gdLst>
              <a:gd name="T0" fmla="*/ 316 w 316"/>
              <a:gd name="T1" fmla="*/ 251 h 282"/>
              <a:gd name="T2" fmla="*/ 285 w 316"/>
              <a:gd name="T3" fmla="*/ 282 h 282"/>
              <a:gd name="T4" fmla="*/ 32 w 316"/>
              <a:gd name="T5" fmla="*/ 282 h 282"/>
              <a:gd name="T6" fmla="*/ 0 w 316"/>
              <a:gd name="T7" fmla="*/ 251 h 282"/>
              <a:gd name="T8" fmla="*/ 5 w 316"/>
              <a:gd name="T9" fmla="*/ 235 h 282"/>
              <a:gd name="T10" fmla="*/ 132 w 316"/>
              <a:gd name="T11" fmla="*/ 16 h 282"/>
              <a:gd name="T12" fmla="*/ 159 w 316"/>
              <a:gd name="T13" fmla="*/ 0 h 282"/>
              <a:gd name="T14" fmla="*/ 185 w 316"/>
              <a:gd name="T15" fmla="*/ 16 h 282"/>
              <a:gd name="T16" fmla="*/ 312 w 316"/>
              <a:gd name="T17" fmla="*/ 235 h 282"/>
              <a:gd name="T18" fmla="*/ 316 w 316"/>
              <a:gd name="T19" fmla="*/ 251 h 282"/>
              <a:gd name="T20" fmla="*/ 133 w 316"/>
              <a:gd name="T21" fmla="*/ 226 h 282"/>
              <a:gd name="T22" fmla="*/ 159 w 316"/>
              <a:gd name="T23" fmla="*/ 251 h 282"/>
              <a:gd name="T24" fmla="*/ 185 w 316"/>
              <a:gd name="T25" fmla="*/ 226 h 282"/>
              <a:gd name="T26" fmla="*/ 159 w 316"/>
              <a:gd name="T27" fmla="*/ 200 h 282"/>
              <a:gd name="T28" fmla="*/ 133 w 316"/>
              <a:gd name="T29" fmla="*/ 226 h 282"/>
              <a:gd name="T30" fmla="*/ 136 w 316"/>
              <a:gd name="T31" fmla="*/ 175 h 282"/>
              <a:gd name="T32" fmla="*/ 182 w 316"/>
              <a:gd name="T33" fmla="*/ 175 h 282"/>
              <a:gd name="T34" fmla="*/ 182 w 316"/>
              <a:gd name="T35" fmla="*/ 72 h 282"/>
              <a:gd name="T36" fmla="*/ 136 w 316"/>
              <a:gd name="T37" fmla="*/ 72 h 282"/>
              <a:gd name="T38" fmla="*/ 136 w 316"/>
              <a:gd name="T39" fmla="*/ 175 h 2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316" h="282">
                <a:moveTo>
                  <a:pt x="316" y="251"/>
                </a:moveTo>
                <a:cubicBezTo>
                  <a:pt x="316" y="269"/>
                  <a:pt x="302" y="282"/>
                  <a:pt x="285" y="282"/>
                </a:cubicBezTo>
                <a:cubicBezTo>
                  <a:pt x="32" y="282"/>
                  <a:pt x="32" y="282"/>
                  <a:pt x="32" y="282"/>
                </a:cubicBezTo>
                <a:cubicBezTo>
                  <a:pt x="15" y="282"/>
                  <a:pt x="0" y="268"/>
                  <a:pt x="0" y="251"/>
                </a:cubicBezTo>
                <a:cubicBezTo>
                  <a:pt x="0" y="246"/>
                  <a:pt x="2" y="240"/>
                  <a:pt x="5" y="235"/>
                </a:cubicBezTo>
                <a:cubicBezTo>
                  <a:pt x="132" y="16"/>
                  <a:pt x="132" y="16"/>
                  <a:pt x="132" y="16"/>
                </a:cubicBezTo>
                <a:cubicBezTo>
                  <a:pt x="137" y="6"/>
                  <a:pt x="147" y="0"/>
                  <a:pt x="159" y="0"/>
                </a:cubicBezTo>
                <a:cubicBezTo>
                  <a:pt x="170" y="0"/>
                  <a:pt x="180" y="6"/>
                  <a:pt x="185" y="16"/>
                </a:cubicBezTo>
                <a:cubicBezTo>
                  <a:pt x="312" y="235"/>
                  <a:pt x="312" y="235"/>
                  <a:pt x="312" y="235"/>
                </a:cubicBezTo>
                <a:cubicBezTo>
                  <a:pt x="315" y="240"/>
                  <a:pt x="316" y="246"/>
                  <a:pt x="316" y="251"/>
                </a:cubicBezTo>
                <a:close/>
                <a:moveTo>
                  <a:pt x="133" y="226"/>
                </a:moveTo>
                <a:cubicBezTo>
                  <a:pt x="133" y="240"/>
                  <a:pt x="144" y="251"/>
                  <a:pt x="159" y="251"/>
                </a:cubicBezTo>
                <a:cubicBezTo>
                  <a:pt x="174" y="251"/>
                  <a:pt x="185" y="240"/>
                  <a:pt x="185" y="226"/>
                </a:cubicBezTo>
                <a:cubicBezTo>
                  <a:pt x="185" y="211"/>
                  <a:pt x="174" y="200"/>
                  <a:pt x="159" y="200"/>
                </a:cubicBezTo>
                <a:cubicBezTo>
                  <a:pt x="144" y="200"/>
                  <a:pt x="133" y="211"/>
                  <a:pt x="133" y="226"/>
                </a:cubicBezTo>
                <a:close/>
                <a:moveTo>
                  <a:pt x="136" y="175"/>
                </a:moveTo>
                <a:cubicBezTo>
                  <a:pt x="182" y="175"/>
                  <a:pt x="182" y="175"/>
                  <a:pt x="182" y="175"/>
                </a:cubicBezTo>
                <a:cubicBezTo>
                  <a:pt x="182" y="72"/>
                  <a:pt x="182" y="72"/>
                  <a:pt x="182" y="72"/>
                </a:cubicBezTo>
                <a:cubicBezTo>
                  <a:pt x="136" y="72"/>
                  <a:pt x="136" y="72"/>
                  <a:pt x="136" y="72"/>
                </a:cubicBezTo>
                <a:lnTo>
                  <a:pt x="136" y="175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48" name="Freeform 50"/>
          <p:cNvSpPr>
            <a:spLocks noEditPoints="1"/>
          </p:cNvSpPr>
          <p:nvPr/>
        </p:nvSpPr>
        <p:spPr bwMode="auto">
          <a:xfrm>
            <a:off x="1289818" y="3552652"/>
            <a:ext cx="310761" cy="317328"/>
          </a:xfrm>
          <a:custGeom>
            <a:avLst/>
            <a:gdLst>
              <a:gd name="T0" fmla="*/ 274 w 274"/>
              <a:gd name="T1" fmla="*/ 120 h 281"/>
              <a:gd name="T2" fmla="*/ 258 w 274"/>
              <a:gd name="T3" fmla="*/ 183 h 281"/>
              <a:gd name="T4" fmla="*/ 202 w 274"/>
              <a:gd name="T5" fmla="*/ 215 h 281"/>
              <a:gd name="T6" fmla="*/ 178 w 274"/>
              <a:gd name="T7" fmla="*/ 207 h 281"/>
              <a:gd name="T8" fmla="*/ 168 w 274"/>
              <a:gd name="T9" fmla="*/ 195 h 281"/>
              <a:gd name="T10" fmla="*/ 129 w 274"/>
              <a:gd name="T11" fmla="*/ 214 h 281"/>
              <a:gd name="T12" fmla="*/ 87 w 274"/>
              <a:gd name="T13" fmla="*/ 194 h 281"/>
              <a:gd name="T14" fmla="*/ 72 w 274"/>
              <a:gd name="T15" fmla="*/ 145 h 281"/>
              <a:gd name="T16" fmla="*/ 89 w 274"/>
              <a:gd name="T17" fmla="*/ 94 h 281"/>
              <a:gd name="T18" fmla="*/ 138 w 274"/>
              <a:gd name="T19" fmla="*/ 72 h 281"/>
              <a:gd name="T20" fmla="*/ 169 w 274"/>
              <a:gd name="T21" fmla="*/ 85 h 281"/>
              <a:gd name="T22" fmla="*/ 171 w 274"/>
              <a:gd name="T23" fmla="*/ 76 h 281"/>
              <a:gd name="T24" fmla="*/ 201 w 274"/>
              <a:gd name="T25" fmla="*/ 76 h 281"/>
              <a:gd name="T26" fmla="*/ 195 w 274"/>
              <a:gd name="T27" fmla="*/ 165 h 281"/>
              <a:gd name="T28" fmla="*/ 198 w 274"/>
              <a:gd name="T29" fmla="*/ 181 h 281"/>
              <a:gd name="T30" fmla="*/ 205 w 274"/>
              <a:gd name="T31" fmla="*/ 183 h 281"/>
              <a:gd name="T32" fmla="*/ 240 w 274"/>
              <a:gd name="T33" fmla="*/ 120 h 281"/>
              <a:gd name="T34" fmla="*/ 217 w 274"/>
              <a:gd name="T35" fmla="*/ 59 h 281"/>
              <a:gd name="T36" fmla="*/ 145 w 274"/>
              <a:gd name="T37" fmla="*/ 33 h 281"/>
              <a:gd name="T38" fmla="*/ 71 w 274"/>
              <a:gd name="T39" fmla="*/ 59 h 281"/>
              <a:gd name="T40" fmla="*/ 36 w 274"/>
              <a:gd name="T41" fmla="*/ 144 h 281"/>
              <a:gd name="T42" fmla="*/ 65 w 274"/>
              <a:gd name="T43" fmla="*/ 220 h 281"/>
              <a:gd name="T44" fmla="*/ 136 w 274"/>
              <a:gd name="T45" fmla="*/ 248 h 281"/>
              <a:gd name="T46" fmla="*/ 219 w 274"/>
              <a:gd name="T47" fmla="*/ 232 h 281"/>
              <a:gd name="T48" fmla="*/ 224 w 274"/>
              <a:gd name="T49" fmla="*/ 230 h 281"/>
              <a:gd name="T50" fmla="*/ 224 w 274"/>
              <a:gd name="T51" fmla="*/ 263 h 281"/>
              <a:gd name="T52" fmla="*/ 222 w 274"/>
              <a:gd name="T53" fmla="*/ 264 h 281"/>
              <a:gd name="T54" fmla="*/ 136 w 274"/>
              <a:gd name="T55" fmla="*/ 281 h 281"/>
              <a:gd name="T56" fmla="*/ 43 w 274"/>
              <a:gd name="T57" fmla="*/ 248 h 281"/>
              <a:gd name="T58" fmla="*/ 0 w 274"/>
              <a:gd name="T59" fmla="*/ 141 h 281"/>
              <a:gd name="T60" fmla="*/ 40 w 274"/>
              <a:gd name="T61" fmla="*/ 40 h 281"/>
              <a:gd name="T62" fmla="*/ 86 w 274"/>
              <a:gd name="T63" fmla="*/ 11 h 281"/>
              <a:gd name="T64" fmla="*/ 144 w 274"/>
              <a:gd name="T65" fmla="*/ 0 h 281"/>
              <a:gd name="T66" fmla="*/ 242 w 274"/>
              <a:gd name="T67" fmla="*/ 37 h 281"/>
              <a:gd name="T68" fmla="*/ 266 w 274"/>
              <a:gd name="T69" fmla="*/ 72 h 281"/>
              <a:gd name="T70" fmla="*/ 274 w 274"/>
              <a:gd name="T71" fmla="*/ 120 h 281"/>
              <a:gd name="T72" fmla="*/ 157 w 274"/>
              <a:gd name="T73" fmla="*/ 168 h 281"/>
              <a:gd name="T74" fmla="*/ 163 w 274"/>
              <a:gd name="T75" fmla="*/ 139 h 281"/>
              <a:gd name="T76" fmla="*/ 158 w 274"/>
              <a:gd name="T77" fmla="*/ 113 h 281"/>
              <a:gd name="T78" fmla="*/ 137 w 274"/>
              <a:gd name="T79" fmla="*/ 103 h 281"/>
              <a:gd name="T80" fmla="*/ 115 w 274"/>
              <a:gd name="T81" fmla="*/ 117 h 281"/>
              <a:gd name="T82" fmla="*/ 109 w 274"/>
              <a:gd name="T83" fmla="*/ 145 h 281"/>
              <a:gd name="T84" fmla="*/ 133 w 274"/>
              <a:gd name="T85" fmla="*/ 182 h 281"/>
              <a:gd name="T86" fmla="*/ 157 w 274"/>
              <a:gd name="T87" fmla="*/ 168 h 2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274" h="281">
                <a:moveTo>
                  <a:pt x="274" y="120"/>
                </a:moveTo>
                <a:cubicBezTo>
                  <a:pt x="274" y="143"/>
                  <a:pt x="268" y="166"/>
                  <a:pt x="258" y="183"/>
                </a:cubicBezTo>
                <a:cubicBezTo>
                  <a:pt x="245" y="204"/>
                  <a:pt x="226" y="215"/>
                  <a:pt x="202" y="215"/>
                </a:cubicBezTo>
                <a:cubicBezTo>
                  <a:pt x="193" y="215"/>
                  <a:pt x="184" y="212"/>
                  <a:pt x="178" y="207"/>
                </a:cubicBezTo>
                <a:cubicBezTo>
                  <a:pt x="174" y="204"/>
                  <a:pt x="170" y="200"/>
                  <a:pt x="168" y="195"/>
                </a:cubicBezTo>
                <a:cubicBezTo>
                  <a:pt x="159" y="206"/>
                  <a:pt x="144" y="214"/>
                  <a:pt x="129" y="214"/>
                </a:cubicBezTo>
                <a:cubicBezTo>
                  <a:pt x="111" y="214"/>
                  <a:pt x="96" y="207"/>
                  <a:pt x="87" y="194"/>
                </a:cubicBezTo>
                <a:cubicBezTo>
                  <a:pt x="77" y="182"/>
                  <a:pt x="72" y="165"/>
                  <a:pt x="72" y="145"/>
                </a:cubicBezTo>
                <a:cubicBezTo>
                  <a:pt x="72" y="125"/>
                  <a:pt x="78" y="107"/>
                  <a:pt x="89" y="94"/>
                </a:cubicBezTo>
                <a:cubicBezTo>
                  <a:pt x="101" y="80"/>
                  <a:pt x="118" y="72"/>
                  <a:pt x="138" y="72"/>
                </a:cubicBezTo>
                <a:cubicBezTo>
                  <a:pt x="150" y="72"/>
                  <a:pt x="161" y="78"/>
                  <a:pt x="169" y="85"/>
                </a:cubicBezTo>
                <a:cubicBezTo>
                  <a:pt x="171" y="76"/>
                  <a:pt x="171" y="76"/>
                  <a:pt x="171" y="76"/>
                </a:cubicBezTo>
                <a:cubicBezTo>
                  <a:pt x="201" y="76"/>
                  <a:pt x="201" y="76"/>
                  <a:pt x="201" y="76"/>
                </a:cubicBezTo>
                <a:cubicBezTo>
                  <a:pt x="195" y="165"/>
                  <a:pt x="195" y="165"/>
                  <a:pt x="195" y="165"/>
                </a:cubicBezTo>
                <a:cubicBezTo>
                  <a:pt x="194" y="173"/>
                  <a:pt x="195" y="178"/>
                  <a:pt x="198" y="181"/>
                </a:cubicBezTo>
                <a:cubicBezTo>
                  <a:pt x="199" y="182"/>
                  <a:pt x="201" y="183"/>
                  <a:pt x="205" y="183"/>
                </a:cubicBezTo>
                <a:cubicBezTo>
                  <a:pt x="231" y="183"/>
                  <a:pt x="240" y="141"/>
                  <a:pt x="240" y="120"/>
                </a:cubicBezTo>
                <a:cubicBezTo>
                  <a:pt x="240" y="95"/>
                  <a:pt x="232" y="75"/>
                  <a:pt x="217" y="59"/>
                </a:cubicBezTo>
                <a:cubicBezTo>
                  <a:pt x="199" y="42"/>
                  <a:pt x="175" y="33"/>
                  <a:pt x="145" y="33"/>
                </a:cubicBezTo>
                <a:cubicBezTo>
                  <a:pt x="116" y="33"/>
                  <a:pt x="90" y="42"/>
                  <a:pt x="71" y="59"/>
                </a:cubicBezTo>
                <a:cubicBezTo>
                  <a:pt x="49" y="80"/>
                  <a:pt x="36" y="109"/>
                  <a:pt x="36" y="144"/>
                </a:cubicBezTo>
                <a:cubicBezTo>
                  <a:pt x="36" y="174"/>
                  <a:pt x="47" y="201"/>
                  <a:pt x="65" y="220"/>
                </a:cubicBezTo>
                <a:cubicBezTo>
                  <a:pt x="84" y="238"/>
                  <a:pt x="108" y="248"/>
                  <a:pt x="136" y="248"/>
                </a:cubicBezTo>
                <a:cubicBezTo>
                  <a:pt x="169" y="248"/>
                  <a:pt x="194" y="243"/>
                  <a:pt x="219" y="232"/>
                </a:cubicBezTo>
                <a:cubicBezTo>
                  <a:pt x="224" y="230"/>
                  <a:pt x="224" y="230"/>
                  <a:pt x="224" y="230"/>
                </a:cubicBezTo>
                <a:cubicBezTo>
                  <a:pt x="224" y="263"/>
                  <a:pt x="224" y="263"/>
                  <a:pt x="224" y="263"/>
                </a:cubicBezTo>
                <a:cubicBezTo>
                  <a:pt x="222" y="264"/>
                  <a:pt x="222" y="264"/>
                  <a:pt x="222" y="264"/>
                </a:cubicBezTo>
                <a:cubicBezTo>
                  <a:pt x="199" y="275"/>
                  <a:pt x="171" y="281"/>
                  <a:pt x="136" y="281"/>
                </a:cubicBezTo>
                <a:cubicBezTo>
                  <a:pt x="99" y="281"/>
                  <a:pt x="67" y="270"/>
                  <a:pt x="43" y="248"/>
                </a:cubicBezTo>
                <a:cubicBezTo>
                  <a:pt x="15" y="222"/>
                  <a:pt x="0" y="184"/>
                  <a:pt x="0" y="141"/>
                </a:cubicBezTo>
                <a:cubicBezTo>
                  <a:pt x="0" y="100"/>
                  <a:pt x="14" y="65"/>
                  <a:pt x="40" y="40"/>
                </a:cubicBezTo>
                <a:cubicBezTo>
                  <a:pt x="53" y="28"/>
                  <a:pt x="69" y="18"/>
                  <a:pt x="86" y="11"/>
                </a:cubicBezTo>
                <a:cubicBezTo>
                  <a:pt x="104" y="4"/>
                  <a:pt x="124" y="0"/>
                  <a:pt x="144" y="0"/>
                </a:cubicBezTo>
                <a:cubicBezTo>
                  <a:pt x="183" y="0"/>
                  <a:pt x="218" y="13"/>
                  <a:pt x="242" y="37"/>
                </a:cubicBezTo>
                <a:cubicBezTo>
                  <a:pt x="252" y="47"/>
                  <a:pt x="261" y="59"/>
                  <a:pt x="266" y="72"/>
                </a:cubicBezTo>
                <a:cubicBezTo>
                  <a:pt x="271" y="87"/>
                  <a:pt x="274" y="103"/>
                  <a:pt x="274" y="120"/>
                </a:cubicBezTo>
                <a:close/>
                <a:moveTo>
                  <a:pt x="157" y="168"/>
                </a:moveTo>
                <a:cubicBezTo>
                  <a:pt x="162" y="159"/>
                  <a:pt x="163" y="147"/>
                  <a:pt x="163" y="139"/>
                </a:cubicBezTo>
                <a:cubicBezTo>
                  <a:pt x="163" y="128"/>
                  <a:pt x="161" y="119"/>
                  <a:pt x="158" y="113"/>
                </a:cubicBezTo>
                <a:cubicBezTo>
                  <a:pt x="153" y="106"/>
                  <a:pt x="146" y="103"/>
                  <a:pt x="137" y="103"/>
                </a:cubicBezTo>
                <a:cubicBezTo>
                  <a:pt x="127" y="103"/>
                  <a:pt x="120" y="108"/>
                  <a:pt x="115" y="117"/>
                </a:cubicBezTo>
                <a:cubicBezTo>
                  <a:pt x="111" y="124"/>
                  <a:pt x="109" y="135"/>
                  <a:pt x="109" y="145"/>
                </a:cubicBezTo>
                <a:cubicBezTo>
                  <a:pt x="109" y="156"/>
                  <a:pt x="111" y="182"/>
                  <a:pt x="133" y="182"/>
                </a:cubicBezTo>
                <a:cubicBezTo>
                  <a:pt x="144" y="182"/>
                  <a:pt x="152" y="177"/>
                  <a:pt x="157" y="168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49" name="Freeform 51"/>
          <p:cNvSpPr>
            <a:spLocks noEditPoints="1"/>
          </p:cNvSpPr>
          <p:nvPr/>
        </p:nvSpPr>
        <p:spPr bwMode="auto">
          <a:xfrm>
            <a:off x="1650914" y="3552653"/>
            <a:ext cx="437692" cy="332647"/>
          </a:xfrm>
          <a:custGeom>
            <a:avLst/>
            <a:gdLst>
              <a:gd name="T0" fmla="*/ 388 w 388"/>
              <a:gd name="T1" fmla="*/ 145 h 294"/>
              <a:gd name="T2" fmla="*/ 0 w 388"/>
              <a:gd name="T3" fmla="*/ 150 h 294"/>
              <a:gd name="T4" fmla="*/ 85 w 388"/>
              <a:gd name="T5" fmla="*/ 267 h 294"/>
              <a:gd name="T6" fmla="*/ 146 w 388"/>
              <a:gd name="T7" fmla="*/ 184 h 294"/>
              <a:gd name="T8" fmla="*/ 41 w 388"/>
              <a:gd name="T9" fmla="*/ 173 h 294"/>
              <a:gd name="T10" fmla="*/ 99 w 388"/>
              <a:gd name="T11" fmla="*/ 209 h 294"/>
              <a:gd name="T12" fmla="*/ 83 w 388"/>
              <a:gd name="T13" fmla="*/ 206 h 294"/>
              <a:gd name="T14" fmla="*/ 99 w 388"/>
              <a:gd name="T15" fmla="*/ 209 h 294"/>
              <a:gd name="T16" fmla="*/ 89 w 388"/>
              <a:gd name="T17" fmla="*/ 188 h 294"/>
              <a:gd name="T18" fmla="*/ 98 w 388"/>
              <a:gd name="T19" fmla="*/ 200 h 294"/>
              <a:gd name="T20" fmla="*/ 105 w 388"/>
              <a:gd name="T21" fmla="*/ 215 h 294"/>
              <a:gd name="T22" fmla="*/ 93 w 388"/>
              <a:gd name="T23" fmla="*/ 223 h 294"/>
              <a:gd name="T24" fmla="*/ 105 w 388"/>
              <a:gd name="T25" fmla="*/ 215 h 294"/>
              <a:gd name="T26" fmla="*/ 98 w 388"/>
              <a:gd name="T27" fmla="*/ 181 h 294"/>
              <a:gd name="T28" fmla="*/ 98 w 388"/>
              <a:gd name="T29" fmla="*/ 181 h 294"/>
              <a:gd name="T30" fmla="*/ 108 w 388"/>
              <a:gd name="T31" fmla="*/ 193 h 294"/>
              <a:gd name="T32" fmla="*/ 114 w 388"/>
              <a:gd name="T33" fmla="*/ 215 h 294"/>
              <a:gd name="T34" fmla="*/ 113 w 388"/>
              <a:gd name="T35" fmla="*/ 229 h 294"/>
              <a:gd name="T36" fmla="*/ 114 w 388"/>
              <a:gd name="T37" fmla="*/ 215 h 294"/>
              <a:gd name="T38" fmla="*/ 118 w 388"/>
              <a:gd name="T39" fmla="*/ 180 h 294"/>
              <a:gd name="T40" fmla="*/ 116 w 388"/>
              <a:gd name="T41" fmla="*/ 195 h 294"/>
              <a:gd name="T42" fmla="*/ 133 w 388"/>
              <a:gd name="T43" fmla="*/ 212 h 294"/>
              <a:gd name="T44" fmla="*/ 118 w 388"/>
              <a:gd name="T45" fmla="*/ 211 h 294"/>
              <a:gd name="T46" fmla="*/ 133 w 388"/>
              <a:gd name="T47" fmla="*/ 212 h 294"/>
              <a:gd name="T48" fmla="*/ 132 w 388"/>
              <a:gd name="T49" fmla="*/ 192 h 294"/>
              <a:gd name="T50" fmla="*/ 120 w 388"/>
              <a:gd name="T51" fmla="*/ 199 h 294"/>
              <a:gd name="T52" fmla="*/ 134 w 388"/>
              <a:gd name="T53" fmla="*/ 199 h 294"/>
              <a:gd name="T54" fmla="*/ 303 w 388"/>
              <a:gd name="T55" fmla="*/ 28 h 294"/>
              <a:gd name="T56" fmla="*/ 242 w 388"/>
              <a:gd name="T57" fmla="*/ 111 h 294"/>
              <a:gd name="T58" fmla="*/ 347 w 388"/>
              <a:gd name="T59" fmla="*/ 122 h 294"/>
              <a:gd name="T60" fmla="*/ 258 w 388"/>
              <a:gd name="T61" fmla="*/ 79 h 294"/>
              <a:gd name="T62" fmla="*/ 267 w 388"/>
              <a:gd name="T63" fmla="*/ 115 h 294"/>
              <a:gd name="T64" fmla="*/ 258 w 388"/>
              <a:gd name="T65" fmla="*/ 79 h 294"/>
              <a:gd name="T66" fmla="*/ 267 w 388"/>
              <a:gd name="T67" fmla="*/ 75 h 294"/>
              <a:gd name="T68" fmla="*/ 288 w 388"/>
              <a:gd name="T69" fmla="*/ 103 h 294"/>
              <a:gd name="T70" fmla="*/ 288 w 388"/>
              <a:gd name="T71" fmla="*/ 65 h 294"/>
              <a:gd name="T72" fmla="*/ 297 w 388"/>
              <a:gd name="T73" fmla="*/ 99 h 294"/>
              <a:gd name="T74" fmla="*/ 288 w 388"/>
              <a:gd name="T75" fmla="*/ 65 h 2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388" h="294">
                <a:moveTo>
                  <a:pt x="321" y="0"/>
                </a:moveTo>
                <a:cubicBezTo>
                  <a:pt x="343" y="48"/>
                  <a:pt x="366" y="96"/>
                  <a:pt x="388" y="145"/>
                </a:cubicBezTo>
                <a:cubicBezTo>
                  <a:pt x="259" y="145"/>
                  <a:pt x="205" y="283"/>
                  <a:pt x="67" y="294"/>
                </a:cubicBezTo>
                <a:cubicBezTo>
                  <a:pt x="45" y="246"/>
                  <a:pt x="22" y="198"/>
                  <a:pt x="0" y="150"/>
                </a:cubicBezTo>
                <a:cubicBezTo>
                  <a:pt x="129" y="150"/>
                  <a:pt x="192" y="1"/>
                  <a:pt x="321" y="0"/>
                </a:cubicBezTo>
                <a:close/>
                <a:moveTo>
                  <a:pt x="85" y="267"/>
                </a:moveTo>
                <a:cubicBezTo>
                  <a:pt x="122" y="260"/>
                  <a:pt x="153" y="242"/>
                  <a:pt x="182" y="220"/>
                </a:cubicBezTo>
                <a:cubicBezTo>
                  <a:pt x="166" y="213"/>
                  <a:pt x="153" y="199"/>
                  <a:pt x="146" y="184"/>
                </a:cubicBezTo>
                <a:cubicBezTo>
                  <a:pt x="138" y="166"/>
                  <a:pt x="136" y="146"/>
                  <a:pt x="139" y="126"/>
                </a:cubicBezTo>
                <a:cubicBezTo>
                  <a:pt x="109" y="148"/>
                  <a:pt x="78" y="166"/>
                  <a:pt x="41" y="173"/>
                </a:cubicBezTo>
                <a:cubicBezTo>
                  <a:pt x="56" y="204"/>
                  <a:pt x="70" y="235"/>
                  <a:pt x="85" y="267"/>
                </a:cubicBezTo>
                <a:close/>
                <a:moveTo>
                  <a:pt x="99" y="209"/>
                </a:moveTo>
                <a:cubicBezTo>
                  <a:pt x="98" y="207"/>
                  <a:pt x="98" y="207"/>
                  <a:pt x="98" y="205"/>
                </a:cubicBezTo>
                <a:cubicBezTo>
                  <a:pt x="93" y="206"/>
                  <a:pt x="88" y="206"/>
                  <a:pt x="83" y="206"/>
                </a:cubicBezTo>
                <a:cubicBezTo>
                  <a:pt x="84" y="209"/>
                  <a:pt x="85" y="211"/>
                  <a:pt x="86" y="214"/>
                </a:cubicBezTo>
                <a:cubicBezTo>
                  <a:pt x="91" y="212"/>
                  <a:pt x="95" y="211"/>
                  <a:pt x="99" y="209"/>
                </a:cubicBezTo>
                <a:close/>
                <a:moveTo>
                  <a:pt x="100" y="197"/>
                </a:moveTo>
                <a:cubicBezTo>
                  <a:pt x="97" y="194"/>
                  <a:pt x="93" y="191"/>
                  <a:pt x="89" y="188"/>
                </a:cubicBezTo>
                <a:cubicBezTo>
                  <a:pt x="87" y="190"/>
                  <a:pt x="86" y="192"/>
                  <a:pt x="86" y="195"/>
                </a:cubicBezTo>
                <a:cubicBezTo>
                  <a:pt x="90" y="197"/>
                  <a:pt x="95" y="199"/>
                  <a:pt x="98" y="200"/>
                </a:cubicBezTo>
                <a:cubicBezTo>
                  <a:pt x="99" y="199"/>
                  <a:pt x="100" y="198"/>
                  <a:pt x="100" y="197"/>
                </a:cubicBezTo>
                <a:close/>
                <a:moveTo>
                  <a:pt x="105" y="215"/>
                </a:moveTo>
                <a:cubicBezTo>
                  <a:pt x="104" y="215"/>
                  <a:pt x="103" y="214"/>
                  <a:pt x="102" y="213"/>
                </a:cubicBezTo>
                <a:cubicBezTo>
                  <a:pt x="99" y="217"/>
                  <a:pt x="96" y="220"/>
                  <a:pt x="93" y="223"/>
                </a:cubicBezTo>
                <a:cubicBezTo>
                  <a:pt x="95" y="225"/>
                  <a:pt x="98" y="227"/>
                  <a:pt x="101" y="227"/>
                </a:cubicBezTo>
                <a:cubicBezTo>
                  <a:pt x="102" y="223"/>
                  <a:pt x="104" y="219"/>
                  <a:pt x="105" y="215"/>
                </a:cubicBezTo>
                <a:close/>
                <a:moveTo>
                  <a:pt x="106" y="179"/>
                </a:moveTo>
                <a:cubicBezTo>
                  <a:pt x="104" y="179"/>
                  <a:pt x="101" y="180"/>
                  <a:pt x="98" y="181"/>
                </a:cubicBezTo>
                <a:cubicBezTo>
                  <a:pt x="100" y="184"/>
                  <a:pt x="100" y="185"/>
                  <a:pt x="101" y="187"/>
                </a:cubicBezTo>
                <a:cubicBezTo>
                  <a:pt x="100" y="185"/>
                  <a:pt x="100" y="184"/>
                  <a:pt x="98" y="181"/>
                </a:cubicBezTo>
                <a:cubicBezTo>
                  <a:pt x="101" y="185"/>
                  <a:pt x="102" y="190"/>
                  <a:pt x="104" y="194"/>
                </a:cubicBezTo>
                <a:cubicBezTo>
                  <a:pt x="106" y="193"/>
                  <a:pt x="107" y="193"/>
                  <a:pt x="108" y="193"/>
                </a:cubicBezTo>
                <a:cubicBezTo>
                  <a:pt x="108" y="188"/>
                  <a:pt x="107" y="184"/>
                  <a:pt x="106" y="179"/>
                </a:cubicBezTo>
                <a:close/>
                <a:moveTo>
                  <a:pt x="114" y="215"/>
                </a:moveTo>
                <a:cubicBezTo>
                  <a:pt x="113" y="215"/>
                  <a:pt x="112" y="215"/>
                  <a:pt x="111" y="215"/>
                </a:cubicBezTo>
                <a:cubicBezTo>
                  <a:pt x="111" y="220"/>
                  <a:pt x="112" y="224"/>
                  <a:pt x="113" y="229"/>
                </a:cubicBezTo>
                <a:cubicBezTo>
                  <a:pt x="115" y="229"/>
                  <a:pt x="118" y="228"/>
                  <a:pt x="120" y="227"/>
                </a:cubicBezTo>
                <a:cubicBezTo>
                  <a:pt x="118" y="223"/>
                  <a:pt x="116" y="219"/>
                  <a:pt x="114" y="215"/>
                </a:cubicBezTo>
                <a:close/>
                <a:moveTo>
                  <a:pt x="124" y="183"/>
                </a:moveTo>
                <a:cubicBezTo>
                  <a:pt x="122" y="181"/>
                  <a:pt x="120" y="180"/>
                  <a:pt x="118" y="180"/>
                </a:cubicBezTo>
                <a:cubicBezTo>
                  <a:pt x="116" y="184"/>
                  <a:pt x="114" y="188"/>
                  <a:pt x="113" y="193"/>
                </a:cubicBezTo>
                <a:cubicBezTo>
                  <a:pt x="114" y="193"/>
                  <a:pt x="115" y="194"/>
                  <a:pt x="116" y="195"/>
                </a:cubicBezTo>
                <a:cubicBezTo>
                  <a:pt x="119" y="191"/>
                  <a:pt x="122" y="187"/>
                  <a:pt x="124" y="183"/>
                </a:cubicBezTo>
                <a:close/>
                <a:moveTo>
                  <a:pt x="133" y="212"/>
                </a:moveTo>
                <a:cubicBezTo>
                  <a:pt x="129" y="211"/>
                  <a:pt x="124" y="209"/>
                  <a:pt x="120" y="208"/>
                </a:cubicBezTo>
                <a:cubicBezTo>
                  <a:pt x="120" y="209"/>
                  <a:pt x="119" y="210"/>
                  <a:pt x="118" y="211"/>
                </a:cubicBezTo>
                <a:cubicBezTo>
                  <a:pt x="122" y="214"/>
                  <a:pt x="126" y="217"/>
                  <a:pt x="129" y="219"/>
                </a:cubicBezTo>
                <a:cubicBezTo>
                  <a:pt x="131" y="217"/>
                  <a:pt x="132" y="215"/>
                  <a:pt x="133" y="212"/>
                </a:cubicBezTo>
                <a:close/>
                <a:moveTo>
                  <a:pt x="132" y="192"/>
                </a:moveTo>
                <a:cubicBezTo>
                  <a:pt x="132" y="192"/>
                  <a:pt x="132" y="192"/>
                  <a:pt x="132" y="192"/>
                </a:cubicBezTo>
                <a:cubicBezTo>
                  <a:pt x="128" y="194"/>
                  <a:pt x="124" y="196"/>
                  <a:pt x="120" y="199"/>
                </a:cubicBezTo>
                <a:cubicBezTo>
                  <a:pt x="120" y="199"/>
                  <a:pt x="120" y="199"/>
                  <a:pt x="120" y="199"/>
                </a:cubicBezTo>
                <a:cubicBezTo>
                  <a:pt x="120" y="200"/>
                  <a:pt x="120" y="201"/>
                  <a:pt x="120" y="202"/>
                </a:cubicBezTo>
                <a:cubicBezTo>
                  <a:pt x="126" y="202"/>
                  <a:pt x="129" y="201"/>
                  <a:pt x="134" y="199"/>
                </a:cubicBezTo>
                <a:cubicBezTo>
                  <a:pt x="133" y="197"/>
                  <a:pt x="133" y="194"/>
                  <a:pt x="132" y="192"/>
                </a:cubicBezTo>
                <a:close/>
                <a:moveTo>
                  <a:pt x="303" y="28"/>
                </a:moveTo>
                <a:cubicBezTo>
                  <a:pt x="266" y="35"/>
                  <a:pt x="235" y="53"/>
                  <a:pt x="205" y="75"/>
                </a:cubicBezTo>
                <a:cubicBezTo>
                  <a:pt x="222" y="81"/>
                  <a:pt x="234" y="96"/>
                  <a:pt x="242" y="111"/>
                </a:cubicBezTo>
                <a:cubicBezTo>
                  <a:pt x="250" y="129"/>
                  <a:pt x="251" y="149"/>
                  <a:pt x="248" y="168"/>
                </a:cubicBezTo>
                <a:cubicBezTo>
                  <a:pt x="278" y="146"/>
                  <a:pt x="310" y="128"/>
                  <a:pt x="347" y="122"/>
                </a:cubicBezTo>
                <a:cubicBezTo>
                  <a:pt x="332" y="90"/>
                  <a:pt x="317" y="59"/>
                  <a:pt x="303" y="28"/>
                </a:cubicBezTo>
                <a:close/>
                <a:moveTo>
                  <a:pt x="258" y="79"/>
                </a:moveTo>
                <a:cubicBezTo>
                  <a:pt x="256" y="80"/>
                  <a:pt x="254" y="81"/>
                  <a:pt x="252" y="83"/>
                </a:cubicBezTo>
                <a:cubicBezTo>
                  <a:pt x="257" y="93"/>
                  <a:pt x="261" y="104"/>
                  <a:pt x="267" y="115"/>
                </a:cubicBezTo>
                <a:cubicBezTo>
                  <a:pt x="269" y="113"/>
                  <a:pt x="270" y="112"/>
                  <a:pt x="273" y="111"/>
                </a:cubicBezTo>
                <a:cubicBezTo>
                  <a:pt x="269" y="100"/>
                  <a:pt x="263" y="90"/>
                  <a:pt x="258" y="79"/>
                </a:cubicBezTo>
                <a:close/>
                <a:moveTo>
                  <a:pt x="273" y="71"/>
                </a:moveTo>
                <a:cubicBezTo>
                  <a:pt x="270" y="72"/>
                  <a:pt x="269" y="73"/>
                  <a:pt x="267" y="75"/>
                </a:cubicBezTo>
                <a:cubicBezTo>
                  <a:pt x="272" y="85"/>
                  <a:pt x="277" y="96"/>
                  <a:pt x="282" y="106"/>
                </a:cubicBezTo>
                <a:cubicBezTo>
                  <a:pt x="284" y="106"/>
                  <a:pt x="285" y="105"/>
                  <a:pt x="288" y="103"/>
                </a:cubicBezTo>
                <a:cubicBezTo>
                  <a:pt x="283" y="92"/>
                  <a:pt x="278" y="82"/>
                  <a:pt x="273" y="71"/>
                </a:cubicBezTo>
                <a:close/>
                <a:moveTo>
                  <a:pt x="288" y="65"/>
                </a:moveTo>
                <a:cubicBezTo>
                  <a:pt x="286" y="65"/>
                  <a:pt x="285" y="66"/>
                  <a:pt x="282" y="68"/>
                </a:cubicBezTo>
                <a:cubicBezTo>
                  <a:pt x="287" y="78"/>
                  <a:pt x="292" y="89"/>
                  <a:pt x="297" y="99"/>
                </a:cubicBezTo>
                <a:cubicBezTo>
                  <a:pt x="300" y="98"/>
                  <a:pt x="301" y="98"/>
                  <a:pt x="304" y="96"/>
                </a:cubicBezTo>
                <a:cubicBezTo>
                  <a:pt x="299" y="86"/>
                  <a:pt x="293" y="75"/>
                  <a:pt x="288" y="65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50" name="Freeform 52"/>
          <p:cNvSpPr>
            <a:spLocks noEditPoints="1"/>
          </p:cNvSpPr>
          <p:nvPr/>
        </p:nvSpPr>
        <p:spPr bwMode="auto">
          <a:xfrm>
            <a:off x="2152071" y="3550464"/>
            <a:ext cx="256051" cy="321704"/>
          </a:xfrm>
          <a:custGeom>
            <a:avLst/>
            <a:gdLst>
              <a:gd name="T0" fmla="*/ 226 w 226"/>
              <a:gd name="T1" fmla="*/ 173 h 286"/>
              <a:gd name="T2" fmla="*/ 113 w 226"/>
              <a:gd name="T3" fmla="*/ 286 h 286"/>
              <a:gd name="T4" fmla="*/ 0 w 226"/>
              <a:gd name="T5" fmla="*/ 173 h 286"/>
              <a:gd name="T6" fmla="*/ 69 w 226"/>
              <a:gd name="T7" fmla="*/ 70 h 286"/>
              <a:gd name="T8" fmla="*/ 41 w 226"/>
              <a:gd name="T9" fmla="*/ 8 h 286"/>
              <a:gd name="T10" fmla="*/ 50 w 226"/>
              <a:gd name="T11" fmla="*/ 0 h 286"/>
              <a:gd name="T12" fmla="*/ 176 w 226"/>
              <a:gd name="T13" fmla="*/ 0 h 286"/>
              <a:gd name="T14" fmla="*/ 186 w 226"/>
              <a:gd name="T15" fmla="*/ 8 h 286"/>
              <a:gd name="T16" fmla="*/ 158 w 226"/>
              <a:gd name="T17" fmla="*/ 70 h 286"/>
              <a:gd name="T18" fmla="*/ 226 w 226"/>
              <a:gd name="T19" fmla="*/ 173 h 286"/>
              <a:gd name="T20" fmla="*/ 156 w 226"/>
              <a:gd name="T21" fmla="*/ 145 h 286"/>
              <a:gd name="T22" fmla="*/ 159 w 226"/>
              <a:gd name="T23" fmla="*/ 146 h 286"/>
              <a:gd name="T24" fmla="*/ 174 w 226"/>
              <a:gd name="T25" fmla="*/ 115 h 286"/>
              <a:gd name="T26" fmla="*/ 172 w 226"/>
              <a:gd name="T27" fmla="*/ 114 h 286"/>
              <a:gd name="T28" fmla="*/ 167 w 226"/>
              <a:gd name="T29" fmla="*/ 116 h 286"/>
              <a:gd name="T30" fmla="*/ 163 w 226"/>
              <a:gd name="T31" fmla="*/ 115 h 286"/>
              <a:gd name="T32" fmla="*/ 119 w 226"/>
              <a:gd name="T33" fmla="*/ 103 h 286"/>
              <a:gd name="T34" fmla="*/ 119 w 226"/>
              <a:gd name="T35" fmla="*/ 97 h 286"/>
              <a:gd name="T36" fmla="*/ 126 w 226"/>
              <a:gd name="T37" fmla="*/ 90 h 286"/>
              <a:gd name="T38" fmla="*/ 126 w 226"/>
              <a:gd name="T39" fmla="*/ 87 h 286"/>
              <a:gd name="T40" fmla="*/ 99 w 226"/>
              <a:gd name="T41" fmla="*/ 87 h 286"/>
              <a:gd name="T42" fmla="*/ 99 w 226"/>
              <a:gd name="T43" fmla="*/ 90 h 286"/>
              <a:gd name="T44" fmla="*/ 105 w 226"/>
              <a:gd name="T45" fmla="*/ 97 h 286"/>
              <a:gd name="T46" fmla="*/ 105 w 226"/>
              <a:gd name="T47" fmla="*/ 102 h 286"/>
              <a:gd name="T48" fmla="*/ 52 w 226"/>
              <a:gd name="T49" fmla="*/ 144 h 286"/>
              <a:gd name="T50" fmla="*/ 105 w 226"/>
              <a:gd name="T51" fmla="*/ 182 h 286"/>
              <a:gd name="T52" fmla="*/ 105 w 226"/>
              <a:gd name="T53" fmla="*/ 215 h 286"/>
              <a:gd name="T54" fmla="*/ 65 w 226"/>
              <a:gd name="T55" fmla="*/ 193 h 286"/>
              <a:gd name="T56" fmla="*/ 62 w 226"/>
              <a:gd name="T57" fmla="*/ 192 h 286"/>
              <a:gd name="T58" fmla="*/ 48 w 226"/>
              <a:gd name="T59" fmla="*/ 224 h 286"/>
              <a:gd name="T60" fmla="*/ 50 w 226"/>
              <a:gd name="T61" fmla="*/ 226 h 286"/>
              <a:gd name="T62" fmla="*/ 54 w 226"/>
              <a:gd name="T63" fmla="*/ 224 h 286"/>
              <a:gd name="T64" fmla="*/ 57 w 226"/>
              <a:gd name="T65" fmla="*/ 225 h 286"/>
              <a:gd name="T66" fmla="*/ 105 w 226"/>
              <a:gd name="T67" fmla="*/ 239 h 286"/>
              <a:gd name="T68" fmla="*/ 105 w 226"/>
              <a:gd name="T69" fmla="*/ 245 h 286"/>
              <a:gd name="T70" fmla="*/ 99 w 226"/>
              <a:gd name="T71" fmla="*/ 252 h 286"/>
              <a:gd name="T72" fmla="*/ 99 w 226"/>
              <a:gd name="T73" fmla="*/ 255 h 286"/>
              <a:gd name="T74" fmla="*/ 126 w 226"/>
              <a:gd name="T75" fmla="*/ 255 h 286"/>
              <a:gd name="T76" fmla="*/ 126 w 226"/>
              <a:gd name="T77" fmla="*/ 252 h 286"/>
              <a:gd name="T78" fmla="*/ 119 w 226"/>
              <a:gd name="T79" fmla="*/ 245 h 286"/>
              <a:gd name="T80" fmla="*/ 119 w 226"/>
              <a:gd name="T81" fmla="*/ 239 h 286"/>
              <a:gd name="T82" fmla="*/ 174 w 226"/>
              <a:gd name="T83" fmla="*/ 195 h 286"/>
              <a:gd name="T84" fmla="*/ 123 w 226"/>
              <a:gd name="T85" fmla="*/ 155 h 286"/>
              <a:gd name="T86" fmla="*/ 119 w 226"/>
              <a:gd name="T87" fmla="*/ 155 h 286"/>
              <a:gd name="T88" fmla="*/ 119 w 226"/>
              <a:gd name="T89" fmla="*/ 125 h 286"/>
              <a:gd name="T90" fmla="*/ 144 w 226"/>
              <a:gd name="T91" fmla="*/ 132 h 286"/>
              <a:gd name="T92" fmla="*/ 156 w 226"/>
              <a:gd name="T93" fmla="*/ 145 h 286"/>
              <a:gd name="T94" fmla="*/ 105 w 226"/>
              <a:gd name="T95" fmla="*/ 125 h 286"/>
              <a:gd name="T96" fmla="*/ 105 w 226"/>
              <a:gd name="T97" fmla="*/ 154 h 286"/>
              <a:gd name="T98" fmla="*/ 79 w 226"/>
              <a:gd name="T99" fmla="*/ 141 h 286"/>
              <a:gd name="T100" fmla="*/ 82 w 226"/>
              <a:gd name="T101" fmla="*/ 133 h 286"/>
              <a:gd name="T102" fmla="*/ 105 w 226"/>
              <a:gd name="T103" fmla="*/ 125 h 286"/>
              <a:gd name="T104" fmla="*/ 119 w 226"/>
              <a:gd name="T105" fmla="*/ 185 h 286"/>
              <a:gd name="T106" fmla="*/ 146 w 226"/>
              <a:gd name="T107" fmla="*/ 197 h 286"/>
              <a:gd name="T108" fmla="*/ 119 w 226"/>
              <a:gd name="T109" fmla="*/ 216 h 286"/>
              <a:gd name="T110" fmla="*/ 119 w 226"/>
              <a:gd name="T111" fmla="*/ 185 h 2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226" h="286">
                <a:moveTo>
                  <a:pt x="226" y="173"/>
                </a:moveTo>
                <a:cubicBezTo>
                  <a:pt x="226" y="236"/>
                  <a:pt x="175" y="286"/>
                  <a:pt x="113" y="286"/>
                </a:cubicBezTo>
                <a:cubicBezTo>
                  <a:pt x="51" y="286"/>
                  <a:pt x="0" y="236"/>
                  <a:pt x="0" y="173"/>
                </a:cubicBezTo>
                <a:cubicBezTo>
                  <a:pt x="0" y="127"/>
                  <a:pt x="28" y="87"/>
                  <a:pt x="69" y="70"/>
                </a:cubicBezTo>
                <a:cubicBezTo>
                  <a:pt x="41" y="8"/>
                  <a:pt x="41" y="8"/>
                  <a:pt x="41" y="8"/>
                </a:cubicBezTo>
                <a:cubicBezTo>
                  <a:pt x="41" y="2"/>
                  <a:pt x="44" y="0"/>
                  <a:pt x="50" y="0"/>
                </a:cubicBezTo>
                <a:cubicBezTo>
                  <a:pt x="176" y="0"/>
                  <a:pt x="176" y="0"/>
                  <a:pt x="176" y="0"/>
                </a:cubicBezTo>
                <a:cubicBezTo>
                  <a:pt x="182" y="0"/>
                  <a:pt x="186" y="2"/>
                  <a:pt x="186" y="8"/>
                </a:cubicBezTo>
                <a:cubicBezTo>
                  <a:pt x="158" y="70"/>
                  <a:pt x="158" y="70"/>
                  <a:pt x="158" y="70"/>
                </a:cubicBezTo>
                <a:cubicBezTo>
                  <a:pt x="198" y="87"/>
                  <a:pt x="226" y="127"/>
                  <a:pt x="226" y="173"/>
                </a:cubicBezTo>
                <a:close/>
                <a:moveTo>
                  <a:pt x="156" y="145"/>
                </a:moveTo>
                <a:cubicBezTo>
                  <a:pt x="159" y="146"/>
                  <a:pt x="159" y="146"/>
                  <a:pt x="159" y="146"/>
                </a:cubicBezTo>
                <a:cubicBezTo>
                  <a:pt x="174" y="115"/>
                  <a:pt x="174" y="115"/>
                  <a:pt x="174" y="115"/>
                </a:cubicBezTo>
                <a:cubicBezTo>
                  <a:pt x="172" y="114"/>
                  <a:pt x="172" y="114"/>
                  <a:pt x="172" y="114"/>
                </a:cubicBezTo>
                <a:cubicBezTo>
                  <a:pt x="170" y="115"/>
                  <a:pt x="169" y="116"/>
                  <a:pt x="167" y="116"/>
                </a:cubicBezTo>
                <a:cubicBezTo>
                  <a:pt x="166" y="116"/>
                  <a:pt x="165" y="116"/>
                  <a:pt x="163" y="115"/>
                </a:cubicBezTo>
                <a:cubicBezTo>
                  <a:pt x="142" y="107"/>
                  <a:pt x="132" y="103"/>
                  <a:pt x="119" y="103"/>
                </a:cubicBezTo>
                <a:cubicBezTo>
                  <a:pt x="119" y="97"/>
                  <a:pt x="119" y="97"/>
                  <a:pt x="119" y="97"/>
                </a:cubicBezTo>
                <a:cubicBezTo>
                  <a:pt x="119" y="94"/>
                  <a:pt x="121" y="92"/>
                  <a:pt x="126" y="90"/>
                </a:cubicBezTo>
                <a:cubicBezTo>
                  <a:pt x="126" y="87"/>
                  <a:pt x="126" y="87"/>
                  <a:pt x="126" y="87"/>
                </a:cubicBezTo>
                <a:cubicBezTo>
                  <a:pt x="99" y="87"/>
                  <a:pt x="99" y="87"/>
                  <a:pt x="99" y="87"/>
                </a:cubicBezTo>
                <a:cubicBezTo>
                  <a:pt x="99" y="90"/>
                  <a:pt x="99" y="90"/>
                  <a:pt x="99" y="90"/>
                </a:cubicBezTo>
                <a:cubicBezTo>
                  <a:pt x="104" y="92"/>
                  <a:pt x="105" y="94"/>
                  <a:pt x="105" y="97"/>
                </a:cubicBezTo>
                <a:cubicBezTo>
                  <a:pt x="105" y="102"/>
                  <a:pt x="105" y="102"/>
                  <a:pt x="105" y="102"/>
                </a:cubicBezTo>
                <a:cubicBezTo>
                  <a:pt x="72" y="103"/>
                  <a:pt x="52" y="119"/>
                  <a:pt x="52" y="144"/>
                </a:cubicBezTo>
                <a:cubicBezTo>
                  <a:pt x="52" y="170"/>
                  <a:pt x="66" y="179"/>
                  <a:pt x="105" y="182"/>
                </a:cubicBezTo>
                <a:cubicBezTo>
                  <a:pt x="105" y="215"/>
                  <a:pt x="105" y="215"/>
                  <a:pt x="105" y="215"/>
                </a:cubicBezTo>
                <a:cubicBezTo>
                  <a:pt x="78" y="213"/>
                  <a:pt x="65" y="202"/>
                  <a:pt x="65" y="193"/>
                </a:cubicBezTo>
                <a:cubicBezTo>
                  <a:pt x="62" y="192"/>
                  <a:pt x="62" y="192"/>
                  <a:pt x="62" y="192"/>
                </a:cubicBezTo>
                <a:cubicBezTo>
                  <a:pt x="48" y="224"/>
                  <a:pt x="48" y="224"/>
                  <a:pt x="48" y="224"/>
                </a:cubicBezTo>
                <a:cubicBezTo>
                  <a:pt x="50" y="226"/>
                  <a:pt x="50" y="226"/>
                  <a:pt x="50" y="226"/>
                </a:cubicBezTo>
                <a:cubicBezTo>
                  <a:pt x="52" y="224"/>
                  <a:pt x="53" y="224"/>
                  <a:pt x="54" y="224"/>
                </a:cubicBezTo>
                <a:cubicBezTo>
                  <a:pt x="55" y="224"/>
                  <a:pt x="56" y="224"/>
                  <a:pt x="57" y="225"/>
                </a:cubicBezTo>
                <a:cubicBezTo>
                  <a:pt x="74" y="233"/>
                  <a:pt x="90" y="238"/>
                  <a:pt x="105" y="239"/>
                </a:cubicBezTo>
                <a:cubicBezTo>
                  <a:pt x="105" y="245"/>
                  <a:pt x="105" y="245"/>
                  <a:pt x="105" y="245"/>
                </a:cubicBezTo>
                <a:cubicBezTo>
                  <a:pt x="105" y="249"/>
                  <a:pt x="104" y="251"/>
                  <a:pt x="99" y="252"/>
                </a:cubicBezTo>
                <a:cubicBezTo>
                  <a:pt x="99" y="255"/>
                  <a:pt x="99" y="255"/>
                  <a:pt x="99" y="255"/>
                </a:cubicBezTo>
                <a:cubicBezTo>
                  <a:pt x="126" y="255"/>
                  <a:pt x="126" y="255"/>
                  <a:pt x="126" y="255"/>
                </a:cubicBezTo>
                <a:cubicBezTo>
                  <a:pt x="126" y="252"/>
                  <a:pt x="126" y="252"/>
                  <a:pt x="126" y="252"/>
                </a:cubicBezTo>
                <a:cubicBezTo>
                  <a:pt x="121" y="251"/>
                  <a:pt x="119" y="249"/>
                  <a:pt x="119" y="245"/>
                </a:cubicBezTo>
                <a:cubicBezTo>
                  <a:pt x="119" y="239"/>
                  <a:pt x="119" y="239"/>
                  <a:pt x="119" y="239"/>
                </a:cubicBezTo>
                <a:cubicBezTo>
                  <a:pt x="153" y="237"/>
                  <a:pt x="174" y="220"/>
                  <a:pt x="174" y="195"/>
                </a:cubicBezTo>
                <a:cubicBezTo>
                  <a:pt x="174" y="171"/>
                  <a:pt x="156" y="159"/>
                  <a:pt x="123" y="155"/>
                </a:cubicBezTo>
                <a:cubicBezTo>
                  <a:pt x="119" y="155"/>
                  <a:pt x="119" y="155"/>
                  <a:pt x="119" y="155"/>
                </a:cubicBezTo>
                <a:cubicBezTo>
                  <a:pt x="119" y="125"/>
                  <a:pt x="119" y="125"/>
                  <a:pt x="119" y="125"/>
                </a:cubicBezTo>
                <a:cubicBezTo>
                  <a:pt x="127" y="126"/>
                  <a:pt x="135" y="128"/>
                  <a:pt x="144" y="132"/>
                </a:cubicBezTo>
                <a:cubicBezTo>
                  <a:pt x="154" y="138"/>
                  <a:pt x="156" y="140"/>
                  <a:pt x="156" y="145"/>
                </a:cubicBezTo>
                <a:close/>
                <a:moveTo>
                  <a:pt x="105" y="125"/>
                </a:moveTo>
                <a:cubicBezTo>
                  <a:pt x="105" y="154"/>
                  <a:pt x="105" y="154"/>
                  <a:pt x="105" y="154"/>
                </a:cubicBezTo>
                <a:cubicBezTo>
                  <a:pt x="88" y="152"/>
                  <a:pt x="79" y="151"/>
                  <a:pt x="79" y="141"/>
                </a:cubicBezTo>
                <a:cubicBezTo>
                  <a:pt x="79" y="138"/>
                  <a:pt x="80" y="136"/>
                  <a:pt x="82" y="133"/>
                </a:cubicBezTo>
                <a:cubicBezTo>
                  <a:pt x="87" y="127"/>
                  <a:pt x="94" y="126"/>
                  <a:pt x="105" y="125"/>
                </a:cubicBezTo>
                <a:close/>
                <a:moveTo>
                  <a:pt x="119" y="185"/>
                </a:moveTo>
                <a:cubicBezTo>
                  <a:pt x="140" y="187"/>
                  <a:pt x="146" y="188"/>
                  <a:pt x="146" y="197"/>
                </a:cubicBezTo>
                <a:cubicBezTo>
                  <a:pt x="146" y="207"/>
                  <a:pt x="138" y="214"/>
                  <a:pt x="119" y="216"/>
                </a:cubicBezTo>
                <a:lnTo>
                  <a:pt x="119" y="185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51" name="Freeform 53"/>
          <p:cNvSpPr>
            <a:spLocks/>
          </p:cNvSpPr>
          <p:nvPr/>
        </p:nvSpPr>
        <p:spPr bwMode="auto">
          <a:xfrm>
            <a:off x="2480340" y="3576725"/>
            <a:ext cx="341400" cy="282312"/>
          </a:xfrm>
          <a:custGeom>
            <a:avLst/>
            <a:gdLst>
              <a:gd name="T0" fmla="*/ 61 w 156"/>
              <a:gd name="T1" fmla="*/ 129 h 129"/>
              <a:gd name="T2" fmla="*/ 0 w 156"/>
              <a:gd name="T3" fmla="*/ 69 h 129"/>
              <a:gd name="T4" fmla="*/ 22 w 156"/>
              <a:gd name="T5" fmla="*/ 47 h 129"/>
              <a:gd name="T6" fmla="*/ 57 w 156"/>
              <a:gd name="T7" fmla="*/ 82 h 129"/>
              <a:gd name="T8" fmla="*/ 132 w 156"/>
              <a:gd name="T9" fmla="*/ 0 h 129"/>
              <a:gd name="T10" fmla="*/ 156 w 156"/>
              <a:gd name="T11" fmla="*/ 23 h 129"/>
              <a:gd name="T12" fmla="*/ 61 w 156"/>
              <a:gd name="T13" fmla="*/ 129 h 1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56" h="129">
                <a:moveTo>
                  <a:pt x="61" y="129"/>
                </a:moveTo>
                <a:lnTo>
                  <a:pt x="0" y="69"/>
                </a:lnTo>
                <a:lnTo>
                  <a:pt x="22" y="47"/>
                </a:lnTo>
                <a:lnTo>
                  <a:pt x="57" y="82"/>
                </a:lnTo>
                <a:lnTo>
                  <a:pt x="132" y="0"/>
                </a:lnTo>
                <a:lnTo>
                  <a:pt x="156" y="23"/>
                </a:lnTo>
                <a:lnTo>
                  <a:pt x="61" y="129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52" name="Freeform 54"/>
          <p:cNvSpPr>
            <a:spLocks noEditPoints="1"/>
          </p:cNvSpPr>
          <p:nvPr/>
        </p:nvSpPr>
        <p:spPr bwMode="auto">
          <a:xfrm>
            <a:off x="2889583" y="3592045"/>
            <a:ext cx="273559" cy="271369"/>
          </a:xfrm>
          <a:custGeom>
            <a:avLst/>
            <a:gdLst>
              <a:gd name="T0" fmla="*/ 32 w 243"/>
              <a:gd name="T1" fmla="*/ 240 h 240"/>
              <a:gd name="T2" fmla="*/ 0 w 243"/>
              <a:gd name="T3" fmla="*/ 209 h 240"/>
              <a:gd name="T4" fmla="*/ 32 w 243"/>
              <a:gd name="T5" fmla="*/ 177 h 240"/>
              <a:gd name="T6" fmla="*/ 64 w 243"/>
              <a:gd name="T7" fmla="*/ 209 h 240"/>
              <a:gd name="T8" fmla="*/ 32 w 243"/>
              <a:gd name="T9" fmla="*/ 240 h 240"/>
              <a:gd name="T10" fmla="*/ 196 w 243"/>
              <a:gd name="T11" fmla="*/ 238 h 240"/>
              <a:gd name="T12" fmla="*/ 2 w 243"/>
              <a:gd name="T13" fmla="*/ 44 h 240"/>
              <a:gd name="T14" fmla="*/ 2 w 243"/>
              <a:gd name="T15" fmla="*/ 0 h 240"/>
              <a:gd name="T16" fmla="*/ 243 w 243"/>
              <a:gd name="T17" fmla="*/ 238 h 240"/>
              <a:gd name="T18" fmla="*/ 196 w 243"/>
              <a:gd name="T19" fmla="*/ 238 h 240"/>
              <a:gd name="T20" fmla="*/ 111 w 243"/>
              <a:gd name="T21" fmla="*/ 238 h 240"/>
              <a:gd name="T22" fmla="*/ 2 w 243"/>
              <a:gd name="T23" fmla="*/ 127 h 240"/>
              <a:gd name="T24" fmla="*/ 2 w 243"/>
              <a:gd name="T25" fmla="*/ 86 h 240"/>
              <a:gd name="T26" fmla="*/ 154 w 243"/>
              <a:gd name="T27" fmla="*/ 238 h 240"/>
              <a:gd name="T28" fmla="*/ 111 w 243"/>
              <a:gd name="T29" fmla="*/ 238 h 2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243" h="240">
                <a:moveTo>
                  <a:pt x="32" y="240"/>
                </a:moveTo>
                <a:cubicBezTo>
                  <a:pt x="15" y="240"/>
                  <a:pt x="0" y="226"/>
                  <a:pt x="0" y="209"/>
                </a:cubicBezTo>
                <a:cubicBezTo>
                  <a:pt x="0" y="191"/>
                  <a:pt x="15" y="177"/>
                  <a:pt x="32" y="177"/>
                </a:cubicBezTo>
                <a:cubicBezTo>
                  <a:pt x="49" y="177"/>
                  <a:pt x="64" y="191"/>
                  <a:pt x="64" y="209"/>
                </a:cubicBezTo>
                <a:cubicBezTo>
                  <a:pt x="64" y="226"/>
                  <a:pt x="49" y="240"/>
                  <a:pt x="32" y="240"/>
                </a:cubicBezTo>
                <a:close/>
                <a:moveTo>
                  <a:pt x="196" y="238"/>
                </a:moveTo>
                <a:cubicBezTo>
                  <a:pt x="196" y="134"/>
                  <a:pt x="106" y="44"/>
                  <a:pt x="2" y="44"/>
                </a:cubicBezTo>
                <a:cubicBezTo>
                  <a:pt x="2" y="0"/>
                  <a:pt x="2" y="0"/>
                  <a:pt x="2" y="0"/>
                </a:cubicBezTo>
                <a:cubicBezTo>
                  <a:pt x="130" y="0"/>
                  <a:pt x="243" y="97"/>
                  <a:pt x="243" y="238"/>
                </a:cubicBezTo>
                <a:lnTo>
                  <a:pt x="196" y="238"/>
                </a:lnTo>
                <a:close/>
                <a:moveTo>
                  <a:pt x="111" y="238"/>
                </a:moveTo>
                <a:cubicBezTo>
                  <a:pt x="111" y="178"/>
                  <a:pt x="62" y="127"/>
                  <a:pt x="2" y="127"/>
                </a:cubicBezTo>
                <a:cubicBezTo>
                  <a:pt x="2" y="86"/>
                  <a:pt x="2" y="86"/>
                  <a:pt x="2" y="86"/>
                </a:cubicBezTo>
                <a:cubicBezTo>
                  <a:pt x="82" y="86"/>
                  <a:pt x="154" y="142"/>
                  <a:pt x="154" y="238"/>
                </a:cubicBezTo>
                <a:lnTo>
                  <a:pt x="111" y="238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53" name="Freeform 55"/>
          <p:cNvSpPr>
            <a:spLocks/>
          </p:cNvSpPr>
          <p:nvPr/>
        </p:nvSpPr>
        <p:spPr bwMode="auto">
          <a:xfrm>
            <a:off x="3217853" y="3559218"/>
            <a:ext cx="326081" cy="308573"/>
          </a:xfrm>
          <a:custGeom>
            <a:avLst/>
            <a:gdLst>
              <a:gd name="T0" fmla="*/ 74 w 149"/>
              <a:gd name="T1" fmla="*/ 0 h 141"/>
              <a:gd name="T2" fmla="*/ 91 w 149"/>
              <a:gd name="T3" fmla="*/ 53 h 141"/>
              <a:gd name="T4" fmla="*/ 149 w 149"/>
              <a:gd name="T5" fmla="*/ 53 h 141"/>
              <a:gd name="T6" fmla="*/ 102 w 149"/>
              <a:gd name="T7" fmla="*/ 87 h 141"/>
              <a:gd name="T8" fmla="*/ 120 w 149"/>
              <a:gd name="T9" fmla="*/ 141 h 141"/>
              <a:gd name="T10" fmla="*/ 74 w 149"/>
              <a:gd name="T11" fmla="*/ 108 h 141"/>
              <a:gd name="T12" fmla="*/ 28 w 149"/>
              <a:gd name="T13" fmla="*/ 141 h 141"/>
              <a:gd name="T14" fmla="*/ 45 w 149"/>
              <a:gd name="T15" fmla="*/ 87 h 141"/>
              <a:gd name="T16" fmla="*/ 0 w 149"/>
              <a:gd name="T17" fmla="*/ 53 h 141"/>
              <a:gd name="T18" fmla="*/ 56 w 149"/>
              <a:gd name="T19" fmla="*/ 53 h 141"/>
              <a:gd name="T20" fmla="*/ 74 w 149"/>
              <a:gd name="T21" fmla="*/ 0 h 1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49" h="141">
                <a:moveTo>
                  <a:pt x="74" y="0"/>
                </a:moveTo>
                <a:lnTo>
                  <a:pt x="91" y="53"/>
                </a:lnTo>
                <a:lnTo>
                  <a:pt x="149" y="53"/>
                </a:lnTo>
                <a:lnTo>
                  <a:pt x="102" y="87"/>
                </a:lnTo>
                <a:lnTo>
                  <a:pt x="120" y="141"/>
                </a:lnTo>
                <a:lnTo>
                  <a:pt x="74" y="108"/>
                </a:lnTo>
                <a:lnTo>
                  <a:pt x="28" y="141"/>
                </a:lnTo>
                <a:lnTo>
                  <a:pt x="45" y="87"/>
                </a:lnTo>
                <a:lnTo>
                  <a:pt x="0" y="53"/>
                </a:lnTo>
                <a:lnTo>
                  <a:pt x="56" y="53"/>
                </a:lnTo>
                <a:lnTo>
                  <a:pt x="74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54" name="Freeform 56"/>
          <p:cNvSpPr>
            <a:spLocks noEditPoints="1"/>
          </p:cNvSpPr>
          <p:nvPr/>
        </p:nvSpPr>
        <p:spPr bwMode="auto">
          <a:xfrm>
            <a:off x="3583326" y="3548275"/>
            <a:ext cx="378604" cy="323892"/>
          </a:xfrm>
          <a:custGeom>
            <a:avLst/>
            <a:gdLst>
              <a:gd name="T0" fmla="*/ 265 w 334"/>
              <a:gd name="T1" fmla="*/ 237 h 287"/>
              <a:gd name="T2" fmla="*/ 265 w 334"/>
              <a:gd name="T3" fmla="*/ 276 h 287"/>
              <a:gd name="T4" fmla="*/ 226 w 334"/>
              <a:gd name="T5" fmla="*/ 276 h 287"/>
              <a:gd name="T6" fmla="*/ 156 w 334"/>
              <a:gd name="T7" fmla="*/ 202 h 287"/>
              <a:gd name="T8" fmla="*/ 92 w 334"/>
              <a:gd name="T9" fmla="*/ 280 h 287"/>
              <a:gd name="T10" fmla="*/ 68 w 334"/>
              <a:gd name="T11" fmla="*/ 280 h 287"/>
              <a:gd name="T12" fmla="*/ 52 w 334"/>
              <a:gd name="T13" fmla="*/ 263 h 287"/>
              <a:gd name="T14" fmla="*/ 52 w 334"/>
              <a:gd name="T15" fmla="*/ 240 h 287"/>
              <a:gd name="T16" fmla="*/ 126 w 334"/>
              <a:gd name="T17" fmla="*/ 171 h 287"/>
              <a:gd name="T18" fmla="*/ 90 w 334"/>
              <a:gd name="T19" fmla="*/ 136 h 287"/>
              <a:gd name="T20" fmla="*/ 62 w 334"/>
              <a:gd name="T21" fmla="*/ 125 h 287"/>
              <a:gd name="T22" fmla="*/ 27 w 334"/>
              <a:gd name="T23" fmla="*/ 120 h 287"/>
              <a:gd name="T24" fmla="*/ 2 w 334"/>
              <a:gd name="T25" fmla="*/ 70 h 287"/>
              <a:gd name="T26" fmla="*/ 4 w 334"/>
              <a:gd name="T27" fmla="*/ 67 h 287"/>
              <a:gd name="T28" fmla="*/ 31 w 334"/>
              <a:gd name="T29" fmla="*/ 84 h 287"/>
              <a:gd name="T30" fmla="*/ 60 w 334"/>
              <a:gd name="T31" fmla="*/ 75 h 287"/>
              <a:gd name="T32" fmla="*/ 59 w 334"/>
              <a:gd name="T33" fmla="*/ 42 h 287"/>
              <a:gd name="T34" fmla="*/ 32 w 334"/>
              <a:gd name="T35" fmla="*/ 25 h 287"/>
              <a:gd name="T36" fmla="*/ 34 w 334"/>
              <a:gd name="T37" fmla="*/ 21 h 287"/>
              <a:gd name="T38" fmla="*/ 88 w 334"/>
              <a:gd name="T39" fmla="*/ 23 h 287"/>
              <a:gd name="T40" fmla="*/ 97 w 334"/>
              <a:gd name="T41" fmla="*/ 30 h 287"/>
              <a:gd name="T42" fmla="*/ 111 w 334"/>
              <a:gd name="T43" fmla="*/ 75 h 287"/>
              <a:gd name="T44" fmla="*/ 121 w 334"/>
              <a:gd name="T45" fmla="*/ 103 h 287"/>
              <a:gd name="T46" fmla="*/ 157 w 334"/>
              <a:gd name="T47" fmla="*/ 139 h 287"/>
              <a:gd name="T48" fmla="*/ 199 w 334"/>
              <a:gd name="T49" fmla="*/ 95 h 287"/>
              <a:gd name="T50" fmla="*/ 230 w 334"/>
              <a:gd name="T51" fmla="*/ 127 h 287"/>
              <a:gd name="T52" fmla="*/ 189 w 334"/>
              <a:gd name="T53" fmla="*/ 169 h 287"/>
              <a:gd name="T54" fmla="*/ 265 w 334"/>
              <a:gd name="T55" fmla="*/ 237 h 287"/>
              <a:gd name="T56" fmla="*/ 330 w 334"/>
              <a:gd name="T57" fmla="*/ 128 h 287"/>
              <a:gd name="T58" fmla="*/ 306 w 334"/>
              <a:gd name="T59" fmla="*/ 151 h 287"/>
              <a:gd name="T60" fmla="*/ 289 w 334"/>
              <a:gd name="T61" fmla="*/ 151 h 287"/>
              <a:gd name="T62" fmla="*/ 284 w 334"/>
              <a:gd name="T63" fmla="*/ 146 h 287"/>
              <a:gd name="T64" fmla="*/ 280 w 334"/>
              <a:gd name="T65" fmla="*/ 133 h 287"/>
              <a:gd name="T66" fmla="*/ 276 w 334"/>
              <a:gd name="T67" fmla="*/ 116 h 287"/>
              <a:gd name="T68" fmla="*/ 247 w 334"/>
              <a:gd name="T69" fmla="*/ 110 h 287"/>
              <a:gd name="T70" fmla="*/ 238 w 334"/>
              <a:gd name="T71" fmla="*/ 119 h 287"/>
              <a:gd name="T72" fmla="*/ 206 w 334"/>
              <a:gd name="T73" fmla="*/ 88 h 287"/>
              <a:gd name="T74" fmla="*/ 211 w 334"/>
              <a:gd name="T75" fmla="*/ 83 h 287"/>
              <a:gd name="T76" fmla="*/ 215 w 334"/>
              <a:gd name="T77" fmla="*/ 78 h 287"/>
              <a:gd name="T78" fmla="*/ 214 w 334"/>
              <a:gd name="T79" fmla="*/ 57 h 287"/>
              <a:gd name="T80" fmla="*/ 147 w 334"/>
              <a:gd name="T81" fmla="*/ 30 h 287"/>
              <a:gd name="T82" fmla="*/ 147 w 334"/>
              <a:gd name="T83" fmla="*/ 20 h 287"/>
              <a:gd name="T84" fmla="*/ 266 w 334"/>
              <a:gd name="T85" fmla="*/ 45 h 287"/>
              <a:gd name="T86" fmla="*/ 289 w 334"/>
              <a:gd name="T87" fmla="*/ 68 h 287"/>
              <a:gd name="T88" fmla="*/ 297 w 334"/>
              <a:gd name="T89" fmla="*/ 98 h 287"/>
              <a:gd name="T90" fmla="*/ 310 w 334"/>
              <a:gd name="T91" fmla="*/ 104 h 287"/>
              <a:gd name="T92" fmla="*/ 325 w 334"/>
              <a:gd name="T93" fmla="*/ 105 h 287"/>
              <a:gd name="T94" fmla="*/ 330 w 334"/>
              <a:gd name="T95" fmla="*/ 111 h 287"/>
              <a:gd name="T96" fmla="*/ 330 w 334"/>
              <a:gd name="T97" fmla="*/ 128 h 287"/>
              <a:gd name="T98" fmla="*/ 255 w 334"/>
              <a:gd name="T99" fmla="*/ 246 h 287"/>
              <a:gd name="T100" fmla="*/ 235 w 334"/>
              <a:gd name="T101" fmla="*/ 246 h 287"/>
              <a:gd name="T102" fmla="*/ 235 w 334"/>
              <a:gd name="T103" fmla="*/ 266 h 287"/>
              <a:gd name="T104" fmla="*/ 255 w 334"/>
              <a:gd name="T105" fmla="*/ 267 h 287"/>
              <a:gd name="T106" fmla="*/ 255 w 334"/>
              <a:gd name="T107" fmla="*/ 246 h 2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334" h="287">
                <a:moveTo>
                  <a:pt x="265" y="237"/>
                </a:moveTo>
                <a:cubicBezTo>
                  <a:pt x="276" y="248"/>
                  <a:pt x="276" y="265"/>
                  <a:pt x="265" y="276"/>
                </a:cubicBezTo>
                <a:cubicBezTo>
                  <a:pt x="254" y="287"/>
                  <a:pt x="236" y="287"/>
                  <a:pt x="226" y="276"/>
                </a:cubicBezTo>
                <a:cubicBezTo>
                  <a:pt x="156" y="202"/>
                  <a:pt x="156" y="202"/>
                  <a:pt x="156" y="202"/>
                </a:cubicBezTo>
                <a:cubicBezTo>
                  <a:pt x="92" y="280"/>
                  <a:pt x="92" y="280"/>
                  <a:pt x="92" y="280"/>
                </a:cubicBezTo>
                <a:cubicBezTo>
                  <a:pt x="86" y="287"/>
                  <a:pt x="75" y="287"/>
                  <a:pt x="68" y="280"/>
                </a:cubicBezTo>
                <a:cubicBezTo>
                  <a:pt x="52" y="263"/>
                  <a:pt x="52" y="263"/>
                  <a:pt x="52" y="263"/>
                </a:cubicBezTo>
                <a:cubicBezTo>
                  <a:pt x="45" y="257"/>
                  <a:pt x="45" y="246"/>
                  <a:pt x="52" y="240"/>
                </a:cubicBezTo>
                <a:cubicBezTo>
                  <a:pt x="126" y="171"/>
                  <a:pt x="126" y="171"/>
                  <a:pt x="126" y="171"/>
                </a:cubicBezTo>
                <a:cubicBezTo>
                  <a:pt x="90" y="136"/>
                  <a:pt x="90" y="136"/>
                  <a:pt x="90" y="136"/>
                </a:cubicBezTo>
                <a:cubicBezTo>
                  <a:pt x="78" y="125"/>
                  <a:pt x="71" y="122"/>
                  <a:pt x="62" y="125"/>
                </a:cubicBezTo>
                <a:cubicBezTo>
                  <a:pt x="52" y="128"/>
                  <a:pt x="39" y="128"/>
                  <a:pt x="27" y="120"/>
                </a:cubicBezTo>
                <a:cubicBezTo>
                  <a:pt x="0" y="103"/>
                  <a:pt x="2" y="70"/>
                  <a:pt x="2" y="70"/>
                </a:cubicBezTo>
                <a:cubicBezTo>
                  <a:pt x="4" y="67"/>
                  <a:pt x="4" y="67"/>
                  <a:pt x="4" y="67"/>
                </a:cubicBezTo>
                <a:cubicBezTo>
                  <a:pt x="4" y="67"/>
                  <a:pt x="28" y="83"/>
                  <a:pt x="31" y="84"/>
                </a:cubicBezTo>
                <a:cubicBezTo>
                  <a:pt x="35" y="87"/>
                  <a:pt x="48" y="93"/>
                  <a:pt x="60" y="75"/>
                </a:cubicBezTo>
                <a:cubicBezTo>
                  <a:pt x="73" y="56"/>
                  <a:pt x="62" y="45"/>
                  <a:pt x="59" y="42"/>
                </a:cubicBezTo>
                <a:cubicBezTo>
                  <a:pt x="56" y="41"/>
                  <a:pt x="32" y="25"/>
                  <a:pt x="32" y="25"/>
                </a:cubicBezTo>
                <a:cubicBezTo>
                  <a:pt x="34" y="21"/>
                  <a:pt x="34" y="21"/>
                  <a:pt x="34" y="21"/>
                </a:cubicBezTo>
                <a:cubicBezTo>
                  <a:pt x="34" y="21"/>
                  <a:pt x="62" y="7"/>
                  <a:pt x="88" y="23"/>
                </a:cubicBezTo>
                <a:cubicBezTo>
                  <a:pt x="88" y="23"/>
                  <a:pt x="95" y="27"/>
                  <a:pt x="97" y="30"/>
                </a:cubicBezTo>
                <a:cubicBezTo>
                  <a:pt x="114" y="45"/>
                  <a:pt x="114" y="61"/>
                  <a:pt x="111" y="75"/>
                </a:cubicBezTo>
                <a:cubicBezTo>
                  <a:pt x="108" y="88"/>
                  <a:pt x="111" y="92"/>
                  <a:pt x="121" y="103"/>
                </a:cubicBezTo>
                <a:cubicBezTo>
                  <a:pt x="157" y="139"/>
                  <a:pt x="157" y="139"/>
                  <a:pt x="157" y="139"/>
                </a:cubicBezTo>
                <a:cubicBezTo>
                  <a:pt x="199" y="95"/>
                  <a:pt x="199" y="95"/>
                  <a:pt x="199" y="95"/>
                </a:cubicBezTo>
                <a:cubicBezTo>
                  <a:pt x="230" y="127"/>
                  <a:pt x="230" y="127"/>
                  <a:pt x="230" y="127"/>
                </a:cubicBezTo>
                <a:cubicBezTo>
                  <a:pt x="189" y="169"/>
                  <a:pt x="189" y="169"/>
                  <a:pt x="189" y="169"/>
                </a:cubicBezTo>
                <a:lnTo>
                  <a:pt x="265" y="237"/>
                </a:lnTo>
                <a:close/>
                <a:moveTo>
                  <a:pt x="330" y="128"/>
                </a:moveTo>
                <a:cubicBezTo>
                  <a:pt x="306" y="151"/>
                  <a:pt x="306" y="151"/>
                  <a:pt x="306" y="151"/>
                </a:cubicBezTo>
                <a:cubicBezTo>
                  <a:pt x="302" y="156"/>
                  <a:pt x="294" y="156"/>
                  <a:pt x="289" y="151"/>
                </a:cubicBezTo>
                <a:cubicBezTo>
                  <a:pt x="284" y="146"/>
                  <a:pt x="284" y="146"/>
                  <a:pt x="284" y="146"/>
                </a:cubicBezTo>
                <a:cubicBezTo>
                  <a:pt x="280" y="142"/>
                  <a:pt x="278" y="136"/>
                  <a:pt x="280" y="133"/>
                </a:cubicBezTo>
                <a:cubicBezTo>
                  <a:pt x="284" y="130"/>
                  <a:pt x="283" y="123"/>
                  <a:pt x="276" y="116"/>
                </a:cubicBezTo>
                <a:cubicBezTo>
                  <a:pt x="265" y="105"/>
                  <a:pt x="252" y="104"/>
                  <a:pt x="247" y="110"/>
                </a:cubicBezTo>
                <a:cubicBezTo>
                  <a:pt x="245" y="112"/>
                  <a:pt x="238" y="119"/>
                  <a:pt x="238" y="119"/>
                </a:cubicBezTo>
                <a:cubicBezTo>
                  <a:pt x="206" y="88"/>
                  <a:pt x="206" y="88"/>
                  <a:pt x="206" y="88"/>
                </a:cubicBezTo>
                <a:cubicBezTo>
                  <a:pt x="211" y="83"/>
                  <a:pt x="211" y="83"/>
                  <a:pt x="211" y="83"/>
                </a:cubicBezTo>
                <a:cubicBezTo>
                  <a:pt x="211" y="83"/>
                  <a:pt x="212" y="81"/>
                  <a:pt x="215" y="78"/>
                </a:cubicBezTo>
                <a:cubicBezTo>
                  <a:pt x="225" y="68"/>
                  <a:pt x="214" y="57"/>
                  <a:pt x="214" y="57"/>
                </a:cubicBezTo>
                <a:cubicBezTo>
                  <a:pt x="186" y="30"/>
                  <a:pt x="147" y="30"/>
                  <a:pt x="147" y="30"/>
                </a:cubicBezTo>
                <a:cubicBezTo>
                  <a:pt x="147" y="20"/>
                  <a:pt x="147" y="20"/>
                  <a:pt x="147" y="20"/>
                </a:cubicBezTo>
                <a:cubicBezTo>
                  <a:pt x="226" y="0"/>
                  <a:pt x="255" y="34"/>
                  <a:pt x="266" y="45"/>
                </a:cubicBezTo>
                <a:cubicBezTo>
                  <a:pt x="276" y="55"/>
                  <a:pt x="286" y="65"/>
                  <a:pt x="289" y="68"/>
                </a:cubicBezTo>
                <a:cubicBezTo>
                  <a:pt x="295" y="73"/>
                  <a:pt x="289" y="89"/>
                  <a:pt x="297" y="98"/>
                </a:cubicBezTo>
                <a:cubicBezTo>
                  <a:pt x="301" y="102"/>
                  <a:pt x="306" y="104"/>
                  <a:pt x="310" y="104"/>
                </a:cubicBezTo>
                <a:cubicBezTo>
                  <a:pt x="314" y="100"/>
                  <a:pt x="321" y="101"/>
                  <a:pt x="325" y="105"/>
                </a:cubicBezTo>
                <a:cubicBezTo>
                  <a:pt x="330" y="111"/>
                  <a:pt x="330" y="111"/>
                  <a:pt x="330" y="111"/>
                </a:cubicBezTo>
                <a:cubicBezTo>
                  <a:pt x="334" y="115"/>
                  <a:pt x="334" y="123"/>
                  <a:pt x="330" y="128"/>
                </a:cubicBezTo>
                <a:close/>
                <a:moveTo>
                  <a:pt x="255" y="246"/>
                </a:moveTo>
                <a:cubicBezTo>
                  <a:pt x="250" y="240"/>
                  <a:pt x="241" y="240"/>
                  <a:pt x="235" y="246"/>
                </a:cubicBezTo>
                <a:cubicBezTo>
                  <a:pt x="230" y="251"/>
                  <a:pt x="230" y="261"/>
                  <a:pt x="235" y="266"/>
                </a:cubicBezTo>
                <a:cubicBezTo>
                  <a:pt x="241" y="272"/>
                  <a:pt x="250" y="273"/>
                  <a:pt x="255" y="267"/>
                </a:cubicBezTo>
                <a:cubicBezTo>
                  <a:pt x="261" y="261"/>
                  <a:pt x="261" y="251"/>
                  <a:pt x="255" y="246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55" name="Freeform 57"/>
          <p:cNvSpPr>
            <a:spLocks noEditPoints="1"/>
          </p:cNvSpPr>
          <p:nvPr/>
        </p:nvSpPr>
        <p:spPr bwMode="auto">
          <a:xfrm>
            <a:off x="4152325" y="3537334"/>
            <a:ext cx="240731" cy="347967"/>
          </a:xfrm>
          <a:custGeom>
            <a:avLst/>
            <a:gdLst>
              <a:gd name="T0" fmla="*/ 170 w 213"/>
              <a:gd name="T1" fmla="*/ 275 h 306"/>
              <a:gd name="T2" fmla="*/ 71 w 213"/>
              <a:gd name="T3" fmla="*/ 306 h 306"/>
              <a:gd name="T4" fmla="*/ 41 w 213"/>
              <a:gd name="T5" fmla="*/ 194 h 306"/>
              <a:gd name="T6" fmla="*/ 58 w 213"/>
              <a:gd name="T7" fmla="*/ 211 h 306"/>
              <a:gd name="T8" fmla="*/ 89 w 213"/>
              <a:gd name="T9" fmla="*/ 216 h 306"/>
              <a:gd name="T10" fmla="*/ 127 w 213"/>
              <a:gd name="T11" fmla="*/ 211 h 306"/>
              <a:gd name="T12" fmla="*/ 165 w 213"/>
              <a:gd name="T13" fmla="*/ 201 h 306"/>
              <a:gd name="T14" fmla="*/ 172 w 213"/>
              <a:gd name="T15" fmla="*/ 194 h 306"/>
              <a:gd name="T16" fmla="*/ 174 w 213"/>
              <a:gd name="T17" fmla="*/ 117 h 306"/>
              <a:gd name="T18" fmla="*/ 202 w 213"/>
              <a:gd name="T19" fmla="*/ 131 h 306"/>
              <a:gd name="T20" fmla="*/ 164 w 213"/>
              <a:gd name="T21" fmla="*/ 142 h 306"/>
              <a:gd name="T22" fmla="*/ 184 w 213"/>
              <a:gd name="T23" fmla="*/ 166 h 306"/>
              <a:gd name="T24" fmla="*/ 144 w 213"/>
              <a:gd name="T25" fmla="*/ 161 h 306"/>
              <a:gd name="T26" fmla="*/ 154 w 213"/>
              <a:gd name="T27" fmla="*/ 192 h 306"/>
              <a:gd name="T28" fmla="*/ 119 w 213"/>
              <a:gd name="T29" fmla="*/ 172 h 306"/>
              <a:gd name="T30" fmla="*/ 116 w 213"/>
              <a:gd name="T31" fmla="*/ 203 h 306"/>
              <a:gd name="T32" fmla="*/ 92 w 213"/>
              <a:gd name="T33" fmla="*/ 172 h 306"/>
              <a:gd name="T34" fmla="*/ 74 w 213"/>
              <a:gd name="T35" fmla="*/ 200 h 306"/>
              <a:gd name="T36" fmla="*/ 66 w 213"/>
              <a:gd name="T37" fmla="*/ 162 h 306"/>
              <a:gd name="T38" fmla="*/ 45 w 213"/>
              <a:gd name="T39" fmla="*/ 182 h 306"/>
              <a:gd name="T40" fmla="*/ 46 w 213"/>
              <a:gd name="T41" fmla="*/ 142 h 306"/>
              <a:gd name="T42" fmla="*/ 24 w 213"/>
              <a:gd name="T43" fmla="*/ 154 h 306"/>
              <a:gd name="T44" fmla="*/ 36 w 213"/>
              <a:gd name="T45" fmla="*/ 117 h 306"/>
              <a:gd name="T46" fmla="*/ 5 w 213"/>
              <a:gd name="T47" fmla="*/ 113 h 306"/>
              <a:gd name="T48" fmla="*/ 36 w 213"/>
              <a:gd name="T49" fmla="*/ 90 h 306"/>
              <a:gd name="T50" fmla="*/ 8 w 213"/>
              <a:gd name="T51" fmla="*/ 74 h 306"/>
              <a:gd name="T52" fmla="*/ 46 w 213"/>
              <a:gd name="T53" fmla="*/ 64 h 306"/>
              <a:gd name="T54" fmla="*/ 27 w 213"/>
              <a:gd name="T55" fmla="*/ 39 h 306"/>
              <a:gd name="T56" fmla="*/ 65 w 213"/>
              <a:gd name="T57" fmla="*/ 44 h 306"/>
              <a:gd name="T58" fmla="*/ 57 w 213"/>
              <a:gd name="T59" fmla="*/ 14 h 306"/>
              <a:gd name="T60" fmla="*/ 91 w 213"/>
              <a:gd name="T61" fmla="*/ 34 h 306"/>
              <a:gd name="T62" fmla="*/ 95 w 213"/>
              <a:gd name="T63" fmla="*/ 2 h 306"/>
              <a:gd name="T64" fmla="*/ 119 w 213"/>
              <a:gd name="T65" fmla="*/ 34 h 306"/>
              <a:gd name="T66" fmla="*/ 136 w 213"/>
              <a:gd name="T67" fmla="*/ 6 h 306"/>
              <a:gd name="T68" fmla="*/ 144 w 213"/>
              <a:gd name="T69" fmla="*/ 44 h 306"/>
              <a:gd name="T70" fmla="*/ 165 w 213"/>
              <a:gd name="T71" fmla="*/ 24 h 306"/>
              <a:gd name="T72" fmla="*/ 163 w 213"/>
              <a:gd name="T73" fmla="*/ 63 h 306"/>
              <a:gd name="T74" fmla="*/ 186 w 213"/>
              <a:gd name="T75" fmla="*/ 52 h 306"/>
              <a:gd name="T76" fmla="*/ 174 w 213"/>
              <a:gd name="T77" fmla="*/ 89 h 306"/>
              <a:gd name="T78" fmla="*/ 206 w 213"/>
              <a:gd name="T79" fmla="*/ 92 h 306"/>
              <a:gd name="T80" fmla="*/ 105 w 213"/>
              <a:gd name="T81" fmla="*/ 36 h 306"/>
              <a:gd name="T82" fmla="*/ 172 w 213"/>
              <a:gd name="T83" fmla="*/ 103 h 306"/>
              <a:gd name="T84" fmla="*/ 53 w 213"/>
              <a:gd name="T85" fmla="*/ 103 h 3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213" h="306">
                <a:moveTo>
                  <a:pt x="172" y="194"/>
                </a:moveTo>
                <a:cubicBezTo>
                  <a:pt x="213" y="271"/>
                  <a:pt x="213" y="271"/>
                  <a:pt x="213" y="271"/>
                </a:cubicBezTo>
                <a:cubicBezTo>
                  <a:pt x="170" y="275"/>
                  <a:pt x="170" y="275"/>
                  <a:pt x="170" y="275"/>
                </a:cubicBezTo>
                <a:cubicBezTo>
                  <a:pt x="142" y="306"/>
                  <a:pt x="142" y="306"/>
                  <a:pt x="142" y="306"/>
                </a:cubicBezTo>
                <a:cubicBezTo>
                  <a:pt x="107" y="250"/>
                  <a:pt x="107" y="250"/>
                  <a:pt x="107" y="250"/>
                </a:cubicBezTo>
                <a:cubicBezTo>
                  <a:pt x="71" y="306"/>
                  <a:pt x="71" y="306"/>
                  <a:pt x="71" y="306"/>
                </a:cubicBezTo>
                <a:cubicBezTo>
                  <a:pt x="42" y="274"/>
                  <a:pt x="42" y="274"/>
                  <a:pt x="42" y="274"/>
                </a:cubicBezTo>
                <a:cubicBezTo>
                  <a:pt x="0" y="271"/>
                  <a:pt x="0" y="271"/>
                  <a:pt x="0" y="271"/>
                </a:cubicBezTo>
                <a:cubicBezTo>
                  <a:pt x="41" y="194"/>
                  <a:pt x="41" y="194"/>
                  <a:pt x="41" y="194"/>
                </a:cubicBezTo>
                <a:cubicBezTo>
                  <a:pt x="41" y="194"/>
                  <a:pt x="41" y="194"/>
                  <a:pt x="41" y="194"/>
                </a:cubicBezTo>
                <a:cubicBezTo>
                  <a:pt x="42" y="197"/>
                  <a:pt x="43" y="199"/>
                  <a:pt x="45" y="201"/>
                </a:cubicBezTo>
                <a:cubicBezTo>
                  <a:pt x="48" y="206"/>
                  <a:pt x="52" y="208"/>
                  <a:pt x="58" y="211"/>
                </a:cubicBezTo>
                <a:cubicBezTo>
                  <a:pt x="63" y="213"/>
                  <a:pt x="67" y="214"/>
                  <a:pt x="71" y="214"/>
                </a:cubicBezTo>
                <a:cubicBezTo>
                  <a:pt x="75" y="214"/>
                  <a:pt x="80" y="213"/>
                  <a:pt x="82" y="211"/>
                </a:cubicBezTo>
                <a:cubicBezTo>
                  <a:pt x="84" y="213"/>
                  <a:pt x="86" y="215"/>
                  <a:pt x="89" y="216"/>
                </a:cubicBezTo>
                <a:cubicBezTo>
                  <a:pt x="93" y="219"/>
                  <a:pt x="99" y="221"/>
                  <a:pt x="105" y="221"/>
                </a:cubicBezTo>
                <a:cubicBezTo>
                  <a:pt x="111" y="221"/>
                  <a:pt x="117" y="219"/>
                  <a:pt x="121" y="216"/>
                </a:cubicBezTo>
                <a:cubicBezTo>
                  <a:pt x="124" y="215"/>
                  <a:pt x="126" y="213"/>
                  <a:pt x="127" y="211"/>
                </a:cubicBezTo>
                <a:cubicBezTo>
                  <a:pt x="131" y="213"/>
                  <a:pt x="135" y="214"/>
                  <a:pt x="139" y="214"/>
                </a:cubicBezTo>
                <a:cubicBezTo>
                  <a:pt x="143" y="214"/>
                  <a:pt x="147" y="213"/>
                  <a:pt x="152" y="211"/>
                </a:cubicBezTo>
                <a:cubicBezTo>
                  <a:pt x="158" y="208"/>
                  <a:pt x="162" y="206"/>
                  <a:pt x="165" y="201"/>
                </a:cubicBezTo>
                <a:cubicBezTo>
                  <a:pt x="167" y="199"/>
                  <a:pt x="169" y="197"/>
                  <a:pt x="170" y="194"/>
                </a:cubicBezTo>
                <a:cubicBezTo>
                  <a:pt x="170" y="194"/>
                  <a:pt x="170" y="194"/>
                  <a:pt x="171" y="194"/>
                </a:cubicBezTo>
                <a:cubicBezTo>
                  <a:pt x="172" y="194"/>
                  <a:pt x="172" y="194"/>
                  <a:pt x="172" y="194"/>
                </a:cubicBezTo>
                <a:close/>
                <a:moveTo>
                  <a:pt x="208" y="103"/>
                </a:moveTo>
                <a:cubicBezTo>
                  <a:pt x="208" y="107"/>
                  <a:pt x="208" y="111"/>
                  <a:pt x="206" y="113"/>
                </a:cubicBezTo>
                <a:cubicBezTo>
                  <a:pt x="204" y="118"/>
                  <a:pt x="179" y="117"/>
                  <a:pt x="174" y="117"/>
                </a:cubicBezTo>
                <a:cubicBezTo>
                  <a:pt x="173" y="117"/>
                  <a:pt x="173" y="117"/>
                  <a:pt x="173" y="117"/>
                </a:cubicBezTo>
                <a:cubicBezTo>
                  <a:pt x="174" y="117"/>
                  <a:pt x="174" y="117"/>
                  <a:pt x="174" y="117"/>
                </a:cubicBezTo>
                <a:cubicBezTo>
                  <a:pt x="178" y="119"/>
                  <a:pt x="202" y="127"/>
                  <a:pt x="202" y="131"/>
                </a:cubicBezTo>
                <a:cubicBezTo>
                  <a:pt x="203" y="135"/>
                  <a:pt x="202" y="138"/>
                  <a:pt x="200" y="143"/>
                </a:cubicBezTo>
                <a:cubicBezTo>
                  <a:pt x="197" y="152"/>
                  <a:pt x="190" y="154"/>
                  <a:pt x="186" y="154"/>
                </a:cubicBezTo>
                <a:cubicBezTo>
                  <a:pt x="184" y="154"/>
                  <a:pt x="165" y="143"/>
                  <a:pt x="164" y="142"/>
                </a:cubicBezTo>
                <a:cubicBezTo>
                  <a:pt x="163" y="142"/>
                  <a:pt x="163" y="142"/>
                  <a:pt x="163" y="142"/>
                </a:cubicBezTo>
                <a:cubicBezTo>
                  <a:pt x="163" y="142"/>
                  <a:pt x="163" y="142"/>
                  <a:pt x="163" y="142"/>
                </a:cubicBezTo>
                <a:cubicBezTo>
                  <a:pt x="166" y="145"/>
                  <a:pt x="186" y="162"/>
                  <a:pt x="184" y="166"/>
                </a:cubicBezTo>
                <a:cubicBezTo>
                  <a:pt x="183" y="170"/>
                  <a:pt x="181" y="173"/>
                  <a:pt x="178" y="176"/>
                </a:cubicBezTo>
                <a:cubicBezTo>
                  <a:pt x="174" y="180"/>
                  <a:pt x="170" y="182"/>
                  <a:pt x="165" y="182"/>
                </a:cubicBezTo>
                <a:cubicBezTo>
                  <a:pt x="163" y="182"/>
                  <a:pt x="147" y="164"/>
                  <a:pt x="144" y="161"/>
                </a:cubicBezTo>
                <a:cubicBezTo>
                  <a:pt x="144" y="161"/>
                  <a:pt x="144" y="161"/>
                  <a:pt x="144" y="161"/>
                </a:cubicBezTo>
                <a:cubicBezTo>
                  <a:pt x="144" y="162"/>
                  <a:pt x="144" y="162"/>
                  <a:pt x="144" y="162"/>
                </a:cubicBezTo>
                <a:cubicBezTo>
                  <a:pt x="146" y="165"/>
                  <a:pt x="156" y="188"/>
                  <a:pt x="154" y="192"/>
                </a:cubicBezTo>
                <a:cubicBezTo>
                  <a:pt x="152" y="194"/>
                  <a:pt x="149" y="197"/>
                  <a:pt x="145" y="198"/>
                </a:cubicBezTo>
                <a:cubicBezTo>
                  <a:pt x="142" y="200"/>
                  <a:pt x="139" y="200"/>
                  <a:pt x="136" y="200"/>
                </a:cubicBezTo>
                <a:cubicBezTo>
                  <a:pt x="130" y="200"/>
                  <a:pt x="121" y="176"/>
                  <a:pt x="119" y="172"/>
                </a:cubicBezTo>
                <a:cubicBezTo>
                  <a:pt x="119" y="171"/>
                  <a:pt x="119" y="171"/>
                  <a:pt x="119" y="171"/>
                </a:cubicBezTo>
                <a:cubicBezTo>
                  <a:pt x="119" y="172"/>
                  <a:pt x="119" y="172"/>
                  <a:pt x="119" y="172"/>
                </a:cubicBezTo>
                <a:cubicBezTo>
                  <a:pt x="119" y="176"/>
                  <a:pt x="120" y="201"/>
                  <a:pt x="116" y="203"/>
                </a:cubicBezTo>
                <a:cubicBezTo>
                  <a:pt x="113" y="206"/>
                  <a:pt x="109" y="206"/>
                  <a:pt x="105" y="206"/>
                </a:cubicBezTo>
                <a:cubicBezTo>
                  <a:pt x="101" y="206"/>
                  <a:pt x="97" y="206"/>
                  <a:pt x="95" y="203"/>
                </a:cubicBezTo>
                <a:cubicBezTo>
                  <a:pt x="90" y="201"/>
                  <a:pt x="92" y="176"/>
                  <a:pt x="92" y="172"/>
                </a:cubicBezTo>
                <a:cubicBezTo>
                  <a:pt x="92" y="171"/>
                  <a:pt x="92" y="171"/>
                  <a:pt x="92" y="171"/>
                </a:cubicBezTo>
                <a:cubicBezTo>
                  <a:pt x="91" y="172"/>
                  <a:pt x="91" y="172"/>
                  <a:pt x="91" y="172"/>
                </a:cubicBezTo>
                <a:cubicBezTo>
                  <a:pt x="89" y="176"/>
                  <a:pt x="80" y="200"/>
                  <a:pt x="74" y="200"/>
                </a:cubicBezTo>
                <a:cubicBezTo>
                  <a:pt x="72" y="200"/>
                  <a:pt x="69" y="200"/>
                  <a:pt x="65" y="198"/>
                </a:cubicBezTo>
                <a:cubicBezTo>
                  <a:pt x="61" y="197"/>
                  <a:pt x="59" y="194"/>
                  <a:pt x="57" y="192"/>
                </a:cubicBezTo>
                <a:cubicBezTo>
                  <a:pt x="54" y="188"/>
                  <a:pt x="65" y="165"/>
                  <a:pt x="66" y="162"/>
                </a:cubicBezTo>
                <a:cubicBezTo>
                  <a:pt x="67" y="161"/>
                  <a:pt x="67" y="161"/>
                  <a:pt x="67" y="161"/>
                </a:cubicBezTo>
                <a:cubicBezTo>
                  <a:pt x="65" y="161"/>
                  <a:pt x="65" y="161"/>
                  <a:pt x="65" y="161"/>
                </a:cubicBezTo>
                <a:cubicBezTo>
                  <a:pt x="63" y="164"/>
                  <a:pt x="47" y="182"/>
                  <a:pt x="45" y="182"/>
                </a:cubicBezTo>
                <a:cubicBezTo>
                  <a:pt x="41" y="182"/>
                  <a:pt x="36" y="180"/>
                  <a:pt x="32" y="176"/>
                </a:cubicBezTo>
                <a:cubicBezTo>
                  <a:pt x="29" y="173"/>
                  <a:pt x="27" y="170"/>
                  <a:pt x="27" y="166"/>
                </a:cubicBezTo>
                <a:cubicBezTo>
                  <a:pt x="25" y="162"/>
                  <a:pt x="44" y="145"/>
                  <a:pt x="46" y="142"/>
                </a:cubicBezTo>
                <a:cubicBezTo>
                  <a:pt x="48" y="142"/>
                  <a:pt x="48" y="142"/>
                  <a:pt x="48" y="142"/>
                </a:cubicBezTo>
                <a:cubicBezTo>
                  <a:pt x="46" y="142"/>
                  <a:pt x="46" y="142"/>
                  <a:pt x="46" y="142"/>
                </a:cubicBezTo>
                <a:cubicBezTo>
                  <a:pt x="45" y="143"/>
                  <a:pt x="26" y="154"/>
                  <a:pt x="24" y="154"/>
                </a:cubicBezTo>
                <a:cubicBezTo>
                  <a:pt x="20" y="154"/>
                  <a:pt x="14" y="152"/>
                  <a:pt x="10" y="143"/>
                </a:cubicBezTo>
                <a:cubicBezTo>
                  <a:pt x="8" y="138"/>
                  <a:pt x="8" y="135"/>
                  <a:pt x="8" y="131"/>
                </a:cubicBezTo>
                <a:cubicBezTo>
                  <a:pt x="8" y="127"/>
                  <a:pt x="32" y="119"/>
                  <a:pt x="36" y="117"/>
                </a:cubicBezTo>
                <a:cubicBezTo>
                  <a:pt x="37" y="117"/>
                  <a:pt x="37" y="117"/>
                  <a:pt x="37" y="117"/>
                </a:cubicBezTo>
                <a:cubicBezTo>
                  <a:pt x="36" y="117"/>
                  <a:pt x="36" y="117"/>
                  <a:pt x="36" y="117"/>
                </a:cubicBezTo>
                <a:cubicBezTo>
                  <a:pt x="32" y="117"/>
                  <a:pt x="7" y="118"/>
                  <a:pt x="5" y="113"/>
                </a:cubicBezTo>
                <a:cubicBezTo>
                  <a:pt x="2" y="111"/>
                  <a:pt x="2" y="107"/>
                  <a:pt x="2" y="103"/>
                </a:cubicBezTo>
                <a:cubicBezTo>
                  <a:pt x="2" y="99"/>
                  <a:pt x="2" y="95"/>
                  <a:pt x="5" y="92"/>
                </a:cubicBezTo>
                <a:cubicBezTo>
                  <a:pt x="7" y="88"/>
                  <a:pt x="32" y="90"/>
                  <a:pt x="36" y="90"/>
                </a:cubicBezTo>
                <a:cubicBezTo>
                  <a:pt x="37" y="90"/>
                  <a:pt x="37" y="90"/>
                  <a:pt x="37" y="90"/>
                </a:cubicBezTo>
                <a:cubicBezTo>
                  <a:pt x="36" y="89"/>
                  <a:pt x="36" y="89"/>
                  <a:pt x="36" y="89"/>
                </a:cubicBezTo>
                <a:cubicBezTo>
                  <a:pt x="32" y="88"/>
                  <a:pt x="8" y="79"/>
                  <a:pt x="8" y="74"/>
                </a:cubicBezTo>
                <a:cubicBezTo>
                  <a:pt x="8" y="71"/>
                  <a:pt x="8" y="67"/>
                  <a:pt x="10" y="63"/>
                </a:cubicBezTo>
                <a:cubicBezTo>
                  <a:pt x="14" y="54"/>
                  <a:pt x="20" y="52"/>
                  <a:pt x="24" y="52"/>
                </a:cubicBezTo>
                <a:cubicBezTo>
                  <a:pt x="26" y="52"/>
                  <a:pt x="45" y="63"/>
                  <a:pt x="46" y="64"/>
                </a:cubicBezTo>
                <a:cubicBezTo>
                  <a:pt x="48" y="65"/>
                  <a:pt x="48" y="65"/>
                  <a:pt x="48" y="65"/>
                </a:cubicBezTo>
                <a:cubicBezTo>
                  <a:pt x="46" y="63"/>
                  <a:pt x="46" y="63"/>
                  <a:pt x="46" y="63"/>
                </a:cubicBezTo>
                <a:cubicBezTo>
                  <a:pt x="44" y="61"/>
                  <a:pt x="25" y="44"/>
                  <a:pt x="27" y="39"/>
                </a:cubicBezTo>
                <a:cubicBezTo>
                  <a:pt x="27" y="36"/>
                  <a:pt x="29" y="33"/>
                  <a:pt x="32" y="30"/>
                </a:cubicBezTo>
                <a:cubicBezTo>
                  <a:pt x="36" y="26"/>
                  <a:pt x="41" y="24"/>
                  <a:pt x="45" y="24"/>
                </a:cubicBezTo>
                <a:cubicBezTo>
                  <a:pt x="47" y="24"/>
                  <a:pt x="63" y="41"/>
                  <a:pt x="65" y="44"/>
                </a:cubicBezTo>
                <a:cubicBezTo>
                  <a:pt x="67" y="46"/>
                  <a:pt x="67" y="46"/>
                  <a:pt x="67" y="46"/>
                </a:cubicBezTo>
                <a:cubicBezTo>
                  <a:pt x="66" y="44"/>
                  <a:pt x="66" y="44"/>
                  <a:pt x="66" y="44"/>
                </a:cubicBezTo>
                <a:cubicBezTo>
                  <a:pt x="65" y="41"/>
                  <a:pt x="54" y="18"/>
                  <a:pt x="57" y="14"/>
                </a:cubicBezTo>
                <a:cubicBezTo>
                  <a:pt x="59" y="11"/>
                  <a:pt x="61" y="10"/>
                  <a:pt x="65" y="8"/>
                </a:cubicBezTo>
                <a:cubicBezTo>
                  <a:pt x="69" y="7"/>
                  <a:pt x="72" y="6"/>
                  <a:pt x="74" y="6"/>
                </a:cubicBezTo>
                <a:cubicBezTo>
                  <a:pt x="80" y="6"/>
                  <a:pt x="89" y="30"/>
                  <a:pt x="91" y="34"/>
                </a:cubicBezTo>
                <a:cubicBezTo>
                  <a:pt x="92" y="35"/>
                  <a:pt x="92" y="35"/>
                  <a:pt x="92" y="35"/>
                </a:cubicBezTo>
                <a:cubicBezTo>
                  <a:pt x="92" y="34"/>
                  <a:pt x="92" y="34"/>
                  <a:pt x="92" y="34"/>
                </a:cubicBezTo>
                <a:cubicBezTo>
                  <a:pt x="92" y="30"/>
                  <a:pt x="90" y="5"/>
                  <a:pt x="95" y="2"/>
                </a:cubicBezTo>
                <a:cubicBezTo>
                  <a:pt x="97" y="0"/>
                  <a:pt x="101" y="0"/>
                  <a:pt x="105" y="0"/>
                </a:cubicBezTo>
                <a:cubicBezTo>
                  <a:pt x="109" y="0"/>
                  <a:pt x="113" y="0"/>
                  <a:pt x="116" y="2"/>
                </a:cubicBezTo>
                <a:cubicBezTo>
                  <a:pt x="120" y="5"/>
                  <a:pt x="119" y="30"/>
                  <a:pt x="119" y="34"/>
                </a:cubicBezTo>
                <a:cubicBezTo>
                  <a:pt x="119" y="35"/>
                  <a:pt x="119" y="35"/>
                  <a:pt x="119" y="35"/>
                </a:cubicBezTo>
                <a:cubicBezTo>
                  <a:pt x="119" y="34"/>
                  <a:pt x="119" y="34"/>
                  <a:pt x="119" y="34"/>
                </a:cubicBezTo>
                <a:cubicBezTo>
                  <a:pt x="121" y="30"/>
                  <a:pt x="130" y="6"/>
                  <a:pt x="136" y="6"/>
                </a:cubicBezTo>
                <a:cubicBezTo>
                  <a:pt x="139" y="6"/>
                  <a:pt x="142" y="7"/>
                  <a:pt x="145" y="8"/>
                </a:cubicBezTo>
                <a:cubicBezTo>
                  <a:pt x="149" y="10"/>
                  <a:pt x="152" y="11"/>
                  <a:pt x="154" y="14"/>
                </a:cubicBezTo>
                <a:cubicBezTo>
                  <a:pt x="156" y="18"/>
                  <a:pt x="146" y="41"/>
                  <a:pt x="144" y="44"/>
                </a:cubicBezTo>
                <a:cubicBezTo>
                  <a:pt x="144" y="46"/>
                  <a:pt x="144" y="46"/>
                  <a:pt x="144" y="46"/>
                </a:cubicBezTo>
                <a:cubicBezTo>
                  <a:pt x="144" y="44"/>
                  <a:pt x="144" y="44"/>
                  <a:pt x="144" y="44"/>
                </a:cubicBezTo>
                <a:cubicBezTo>
                  <a:pt x="147" y="41"/>
                  <a:pt x="163" y="24"/>
                  <a:pt x="165" y="24"/>
                </a:cubicBezTo>
                <a:cubicBezTo>
                  <a:pt x="170" y="24"/>
                  <a:pt x="174" y="26"/>
                  <a:pt x="178" y="30"/>
                </a:cubicBezTo>
                <a:cubicBezTo>
                  <a:pt x="181" y="33"/>
                  <a:pt x="183" y="36"/>
                  <a:pt x="184" y="39"/>
                </a:cubicBezTo>
                <a:cubicBezTo>
                  <a:pt x="186" y="44"/>
                  <a:pt x="166" y="61"/>
                  <a:pt x="163" y="63"/>
                </a:cubicBezTo>
                <a:cubicBezTo>
                  <a:pt x="163" y="65"/>
                  <a:pt x="163" y="65"/>
                  <a:pt x="163" y="65"/>
                </a:cubicBezTo>
                <a:cubicBezTo>
                  <a:pt x="164" y="64"/>
                  <a:pt x="164" y="64"/>
                  <a:pt x="164" y="64"/>
                </a:cubicBezTo>
                <a:cubicBezTo>
                  <a:pt x="165" y="63"/>
                  <a:pt x="184" y="52"/>
                  <a:pt x="186" y="52"/>
                </a:cubicBezTo>
                <a:cubicBezTo>
                  <a:pt x="190" y="52"/>
                  <a:pt x="197" y="54"/>
                  <a:pt x="200" y="63"/>
                </a:cubicBezTo>
                <a:cubicBezTo>
                  <a:pt x="202" y="67"/>
                  <a:pt x="203" y="71"/>
                  <a:pt x="202" y="74"/>
                </a:cubicBezTo>
                <a:cubicBezTo>
                  <a:pt x="202" y="79"/>
                  <a:pt x="178" y="88"/>
                  <a:pt x="174" y="89"/>
                </a:cubicBezTo>
                <a:cubicBezTo>
                  <a:pt x="173" y="90"/>
                  <a:pt x="173" y="90"/>
                  <a:pt x="173" y="90"/>
                </a:cubicBezTo>
                <a:cubicBezTo>
                  <a:pt x="174" y="90"/>
                  <a:pt x="174" y="90"/>
                  <a:pt x="174" y="90"/>
                </a:cubicBezTo>
                <a:cubicBezTo>
                  <a:pt x="179" y="90"/>
                  <a:pt x="204" y="88"/>
                  <a:pt x="206" y="92"/>
                </a:cubicBezTo>
                <a:cubicBezTo>
                  <a:pt x="208" y="95"/>
                  <a:pt x="208" y="99"/>
                  <a:pt x="208" y="103"/>
                </a:cubicBezTo>
                <a:close/>
                <a:moveTo>
                  <a:pt x="172" y="103"/>
                </a:moveTo>
                <a:cubicBezTo>
                  <a:pt x="172" y="66"/>
                  <a:pt x="142" y="36"/>
                  <a:pt x="105" y="36"/>
                </a:cubicBezTo>
                <a:cubicBezTo>
                  <a:pt x="68" y="36"/>
                  <a:pt x="38" y="66"/>
                  <a:pt x="38" y="103"/>
                </a:cubicBezTo>
                <a:cubicBezTo>
                  <a:pt x="38" y="140"/>
                  <a:pt x="68" y="170"/>
                  <a:pt x="105" y="170"/>
                </a:cubicBezTo>
                <a:cubicBezTo>
                  <a:pt x="142" y="170"/>
                  <a:pt x="172" y="140"/>
                  <a:pt x="172" y="103"/>
                </a:cubicBezTo>
                <a:close/>
                <a:moveTo>
                  <a:pt x="156" y="103"/>
                </a:moveTo>
                <a:cubicBezTo>
                  <a:pt x="156" y="74"/>
                  <a:pt x="134" y="51"/>
                  <a:pt x="105" y="51"/>
                </a:cubicBezTo>
                <a:cubicBezTo>
                  <a:pt x="77" y="51"/>
                  <a:pt x="53" y="74"/>
                  <a:pt x="53" y="103"/>
                </a:cubicBezTo>
                <a:cubicBezTo>
                  <a:pt x="53" y="131"/>
                  <a:pt x="77" y="154"/>
                  <a:pt x="105" y="154"/>
                </a:cubicBezTo>
                <a:cubicBezTo>
                  <a:pt x="134" y="154"/>
                  <a:pt x="156" y="131"/>
                  <a:pt x="156" y="1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56" name="Freeform 58"/>
          <p:cNvSpPr>
            <a:spLocks noEditPoints="1"/>
          </p:cNvSpPr>
          <p:nvPr/>
        </p:nvSpPr>
        <p:spPr bwMode="auto">
          <a:xfrm>
            <a:off x="4609715" y="3616118"/>
            <a:ext cx="512100" cy="245108"/>
          </a:xfrm>
          <a:custGeom>
            <a:avLst/>
            <a:gdLst>
              <a:gd name="T0" fmla="*/ 234 w 234"/>
              <a:gd name="T1" fmla="*/ 0 h 112"/>
              <a:gd name="T2" fmla="*/ 234 w 234"/>
              <a:gd name="T3" fmla="*/ 112 h 112"/>
              <a:gd name="T4" fmla="*/ 0 w 234"/>
              <a:gd name="T5" fmla="*/ 112 h 112"/>
              <a:gd name="T6" fmla="*/ 0 w 234"/>
              <a:gd name="T7" fmla="*/ 0 h 112"/>
              <a:gd name="T8" fmla="*/ 234 w 234"/>
              <a:gd name="T9" fmla="*/ 0 h 112"/>
              <a:gd name="T10" fmla="*/ 70 w 234"/>
              <a:gd name="T11" fmla="*/ 20 h 112"/>
              <a:gd name="T12" fmla="*/ 36 w 234"/>
              <a:gd name="T13" fmla="*/ 20 h 112"/>
              <a:gd name="T14" fmla="*/ 36 w 234"/>
              <a:gd name="T15" fmla="*/ 32 h 112"/>
              <a:gd name="T16" fmla="*/ 70 w 234"/>
              <a:gd name="T17" fmla="*/ 32 h 112"/>
              <a:gd name="T18" fmla="*/ 70 w 234"/>
              <a:gd name="T19" fmla="*/ 20 h 112"/>
              <a:gd name="T20" fmla="*/ 70 w 234"/>
              <a:gd name="T21" fmla="*/ 51 h 112"/>
              <a:gd name="T22" fmla="*/ 36 w 234"/>
              <a:gd name="T23" fmla="*/ 51 h 112"/>
              <a:gd name="T24" fmla="*/ 36 w 234"/>
              <a:gd name="T25" fmla="*/ 63 h 112"/>
              <a:gd name="T26" fmla="*/ 70 w 234"/>
              <a:gd name="T27" fmla="*/ 63 h 112"/>
              <a:gd name="T28" fmla="*/ 70 w 234"/>
              <a:gd name="T29" fmla="*/ 51 h 112"/>
              <a:gd name="T30" fmla="*/ 70 w 234"/>
              <a:gd name="T31" fmla="*/ 82 h 112"/>
              <a:gd name="T32" fmla="*/ 36 w 234"/>
              <a:gd name="T33" fmla="*/ 82 h 112"/>
              <a:gd name="T34" fmla="*/ 36 w 234"/>
              <a:gd name="T35" fmla="*/ 94 h 112"/>
              <a:gd name="T36" fmla="*/ 70 w 234"/>
              <a:gd name="T37" fmla="*/ 94 h 112"/>
              <a:gd name="T38" fmla="*/ 70 w 234"/>
              <a:gd name="T39" fmla="*/ 82 h 112"/>
              <a:gd name="T40" fmla="*/ 198 w 234"/>
              <a:gd name="T41" fmla="*/ 20 h 112"/>
              <a:gd name="T42" fmla="*/ 164 w 234"/>
              <a:gd name="T43" fmla="*/ 20 h 112"/>
              <a:gd name="T44" fmla="*/ 164 w 234"/>
              <a:gd name="T45" fmla="*/ 32 h 112"/>
              <a:gd name="T46" fmla="*/ 198 w 234"/>
              <a:gd name="T47" fmla="*/ 32 h 112"/>
              <a:gd name="T48" fmla="*/ 198 w 234"/>
              <a:gd name="T49" fmla="*/ 20 h 112"/>
              <a:gd name="T50" fmla="*/ 198 w 234"/>
              <a:gd name="T51" fmla="*/ 51 h 112"/>
              <a:gd name="T52" fmla="*/ 164 w 234"/>
              <a:gd name="T53" fmla="*/ 51 h 112"/>
              <a:gd name="T54" fmla="*/ 164 w 234"/>
              <a:gd name="T55" fmla="*/ 63 h 112"/>
              <a:gd name="T56" fmla="*/ 198 w 234"/>
              <a:gd name="T57" fmla="*/ 63 h 112"/>
              <a:gd name="T58" fmla="*/ 198 w 234"/>
              <a:gd name="T59" fmla="*/ 51 h 112"/>
              <a:gd name="T60" fmla="*/ 198 w 234"/>
              <a:gd name="T61" fmla="*/ 82 h 112"/>
              <a:gd name="T62" fmla="*/ 164 w 234"/>
              <a:gd name="T63" fmla="*/ 82 h 112"/>
              <a:gd name="T64" fmla="*/ 164 w 234"/>
              <a:gd name="T65" fmla="*/ 94 h 112"/>
              <a:gd name="T66" fmla="*/ 198 w 234"/>
              <a:gd name="T67" fmla="*/ 94 h 112"/>
              <a:gd name="T68" fmla="*/ 198 w 234"/>
              <a:gd name="T69" fmla="*/ 82 h 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234" h="112">
                <a:moveTo>
                  <a:pt x="234" y="0"/>
                </a:moveTo>
                <a:lnTo>
                  <a:pt x="234" y="112"/>
                </a:lnTo>
                <a:lnTo>
                  <a:pt x="0" y="112"/>
                </a:lnTo>
                <a:lnTo>
                  <a:pt x="0" y="0"/>
                </a:lnTo>
                <a:lnTo>
                  <a:pt x="234" y="0"/>
                </a:lnTo>
                <a:close/>
                <a:moveTo>
                  <a:pt x="70" y="20"/>
                </a:moveTo>
                <a:lnTo>
                  <a:pt x="36" y="20"/>
                </a:lnTo>
                <a:lnTo>
                  <a:pt x="36" y="32"/>
                </a:lnTo>
                <a:lnTo>
                  <a:pt x="70" y="32"/>
                </a:lnTo>
                <a:lnTo>
                  <a:pt x="70" y="20"/>
                </a:lnTo>
                <a:close/>
                <a:moveTo>
                  <a:pt x="70" y="51"/>
                </a:moveTo>
                <a:lnTo>
                  <a:pt x="36" y="51"/>
                </a:lnTo>
                <a:lnTo>
                  <a:pt x="36" y="63"/>
                </a:lnTo>
                <a:lnTo>
                  <a:pt x="70" y="63"/>
                </a:lnTo>
                <a:lnTo>
                  <a:pt x="70" y="51"/>
                </a:lnTo>
                <a:close/>
                <a:moveTo>
                  <a:pt x="70" y="82"/>
                </a:moveTo>
                <a:lnTo>
                  <a:pt x="36" y="82"/>
                </a:lnTo>
                <a:lnTo>
                  <a:pt x="36" y="94"/>
                </a:lnTo>
                <a:lnTo>
                  <a:pt x="70" y="94"/>
                </a:lnTo>
                <a:lnTo>
                  <a:pt x="70" y="82"/>
                </a:lnTo>
                <a:close/>
                <a:moveTo>
                  <a:pt x="198" y="20"/>
                </a:moveTo>
                <a:lnTo>
                  <a:pt x="164" y="20"/>
                </a:lnTo>
                <a:lnTo>
                  <a:pt x="164" y="32"/>
                </a:lnTo>
                <a:lnTo>
                  <a:pt x="198" y="32"/>
                </a:lnTo>
                <a:lnTo>
                  <a:pt x="198" y="20"/>
                </a:lnTo>
                <a:close/>
                <a:moveTo>
                  <a:pt x="198" y="51"/>
                </a:moveTo>
                <a:lnTo>
                  <a:pt x="164" y="51"/>
                </a:lnTo>
                <a:lnTo>
                  <a:pt x="164" y="63"/>
                </a:lnTo>
                <a:lnTo>
                  <a:pt x="198" y="63"/>
                </a:lnTo>
                <a:lnTo>
                  <a:pt x="198" y="51"/>
                </a:lnTo>
                <a:close/>
                <a:moveTo>
                  <a:pt x="198" y="82"/>
                </a:moveTo>
                <a:lnTo>
                  <a:pt x="164" y="82"/>
                </a:lnTo>
                <a:lnTo>
                  <a:pt x="164" y="94"/>
                </a:lnTo>
                <a:lnTo>
                  <a:pt x="198" y="94"/>
                </a:lnTo>
                <a:lnTo>
                  <a:pt x="198" y="82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57" name="Freeform 59"/>
          <p:cNvSpPr>
            <a:spLocks/>
          </p:cNvSpPr>
          <p:nvPr/>
        </p:nvSpPr>
        <p:spPr bwMode="auto">
          <a:xfrm>
            <a:off x="5353791" y="3618305"/>
            <a:ext cx="249484" cy="242920"/>
          </a:xfrm>
          <a:custGeom>
            <a:avLst/>
            <a:gdLst>
              <a:gd name="T0" fmla="*/ 114 w 114"/>
              <a:gd name="T1" fmla="*/ 39 h 111"/>
              <a:gd name="T2" fmla="*/ 114 w 114"/>
              <a:gd name="T3" fmla="*/ 69 h 111"/>
              <a:gd name="T4" fmla="*/ 73 w 114"/>
              <a:gd name="T5" fmla="*/ 69 h 111"/>
              <a:gd name="T6" fmla="*/ 73 w 114"/>
              <a:gd name="T7" fmla="*/ 111 h 111"/>
              <a:gd name="T8" fmla="*/ 41 w 114"/>
              <a:gd name="T9" fmla="*/ 111 h 111"/>
              <a:gd name="T10" fmla="*/ 41 w 114"/>
              <a:gd name="T11" fmla="*/ 69 h 111"/>
              <a:gd name="T12" fmla="*/ 0 w 114"/>
              <a:gd name="T13" fmla="*/ 69 h 111"/>
              <a:gd name="T14" fmla="*/ 0 w 114"/>
              <a:gd name="T15" fmla="*/ 39 h 111"/>
              <a:gd name="T16" fmla="*/ 41 w 114"/>
              <a:gd name="T17" fmla="*/ 39 h 111"/>
              <a:gd name="T18" fmla="*/ 41 w 114"/>
              <a:gd name="T19" fmla="*/ 0 h 111"/>
              <a:gd name="T20" fmla="*/ 73 w 114"/>
              <a:gd name="T21" fmla="*/ 0 h 111"/>
              <a:gd name="T22" fmla="*/ 73 w 114"/>
              <a:gd name="T23" fmla="*/ 39 h 111"/>
              <a:gd name="T24" fmla="*/ 114 w 114"/>
              <a:gd name="T25" fmla="*/ 39 h 1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14" h="111">
                <a:moveTo>
                  <a:pt x="114" y="39"/>
                </a:moveTo>
                <a:lnTo>
                  <a:pt x="114" y="69"/>
                </a:lnTo>
                <a:lnTo>
                  <a:pt x="73" y="69"/>
                </a:lnTo>
                <a:lnTo>
                  <a:pt x="73" y="111"/>
                </a:lnTo>
                <a:lnTo>
                  <a:pt x="41" y="111"/>
                </a:lnTo>
                <a:lnTo>
                  <a:pt x="41" y="69"/>
                </a:lnTo>
                <a:lnTo>
                  <a:pt x="0" y="69"/>
                </a:lnTo>
                <a:lnTo>
                  <a:pt x="0" y="39"/>
                </a:lnTo>
                <a:lnTo>
                  <a:pt x="41" y="39"/>
                </a:lnTo>
                <a:lnTo>
                  <a:pt x="41" y="0"/>
                </a:lnTo>
                <a:lnTo>
                  <a:pt x="73" y="0"/>
                </a:lnTo>
                <a:lnTo>
                  <a:pt x="73" y="39"/>
                </a:lnTo>
                <a:lnTo>
                  <a:pt x="114" y="39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58" name="Freeform 60"/>
          <p:cNvSpPr>
            <a:spLocks noEditPoints="1"/>
          </p:cNvSpPr>
          <p:nvPr/>
        </p:nvSpPr>
        <p:spPr bwMode="auto">
          <a:xfrm>
            <a:off x="5826499" y="3519825"/>
            <a:ext cx="277936" cy="341400"/>
          </a:xfrm>
          <a:custGeom>
            <a:avLst/>
            <a:gdLst>
              <a:gd name="T0" fmla="*/ 245 w 245"/>
              <a:gd name="T1" fmla="*/ 35 h 302"/>
              <a:gd name="T2" fmla="*/ 245 w 245"/>
              <a:gd name="T3" fmla="*/ 267 h 302"/>
              <a:gd name="T4" fmla="*/ 211 w 245"/>
              <a:gd name="T5" fmla="*/ 302 h 302"/>
              <a:gd name="T6" fmla="*/ 34 w 245"/>
              <a:gd name="T7" fmla="*/ 302 h 302"/>
              <a:gd name="T8" fmla="*/ 0 w 245"/>
              <a:gd name="T9" fmla="*/ 267 h 302"/>
              <a:gd name="T10" fmla="*/ 0 w 245"/>
              <a:gd name="T11" fmla="*/ 35 h 302"/>
              <a:gd name="T12" fmla="*/ 34 w 245"/>
              <a:gd name="T13" fmla="*/ 0 h 302"/>
              <a:gd name="T14" fmla="*/ 211 w 245"/>
              <a:gd name="T15" fmla="*/ 0 h 302"/>
              <a:gd name="T16" fmla="*/ 245 w 245"/>
              <a:gd name="T17" fmla="*/ 35 h 302"/>
              <a:gd name="T18" fmla="*/ 203 w 245"/>
              <a:gd name="T19" fmla="*/ 42 h 302"/>
              <a:gd name="T20" fmla="*/ 41 w 245"/>
              <a:gd name="T21" fmla="*/ 42 h 302"/>
              <a:gd name="T22" fmla="*/ 41 w 245"/>
              <a:gd name="T23" fmla="*/ 248 h 302"/>
              <a:gd name="T24" fmla="*/ 203 w 245"/>
              <a:gd name="T25" fmla="*/ 248 h 302"/>
              <a:gd name="T26" fmla="*/ 203 w 245"/>
              <a:gd name="T27" fmla="*/ 42 h 302"/>
              <a:gd name="T28" fmla="*/ 139 w 245"/>
              <a:gd name="T29" fmla="*/ 274 h 302"/>
              <a:gd name="T30" fmla="*/ 122 w 245"/>
              <a:gd name="T31" fmla="*/ 258 h 302"/>
              <a:gd name="T32" fmla="*/ 106 w 245"/>
              <a:gd name="T33" fmla="*/ 274 h 302"/>
              <a:gd name="T34" fmla="*/ 122 w 245"/>
              <a:gd name="T35" fmla="*/ 291 h 302"/>
              <a:gd name="T36" fmla="*/ 139 w 245"/>
              <a:gd name="T37" fmla="*/ 274 h 3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245" h="302">
                <a:moveTo>
                  <a:pt x="245" y="35"/>
                </a:moveTo>
                <a:cubicBezTo>
                  <a:pt x="245" y="267"/>
                  <a:pt x="245" y="267"/>
                  <a:pt x="245" y="267"/>
                </a:cubicBezTo>
                <a:cubicBezTo>
                  <a:pt x="245" y="286"/>
                  <a:pt x="230" y="302"/>
                  <a:pt x="211" y="302"/>
                </a:cubicBezTo>
                <a:cubicBezTo>
                  <a:pt x="34" y="302"/>
                  <a:pt x="34" y="302"/>
                  <a:pt x="34" y="302"/>
                </a:cubicBezTo>
                <a:cubicBezTo>
                  <a:pt x="15" y="302"/>
                  <a:pt x="0" y="286"/>
                  <a:pt x="0" y="267"/>
                </a:cubicBezTo>
                <a:cubicBezTo>
                  <a:pt x="0" y="35"/>
                  <a:pt x="0" y="35"/>
                  <a:pt x="0" y="35"/>
                </a:cubicBezTo>
                <a:cubicBezTo>
                  <a:pt x="0" y="16"/>
                  <a:pt x="15" y="0"/>
                  <a:pt x="34" y="0"/>
                </a:cubicBezTo>
                <a:cubicBezTo>
                  <a:pt x="211" y="0"/>
                  <a:pt x="211" y="0"/>
                  <a:pt x="211" y="0"/>
                </a:cubicBezTo>
                <a:cubicBezTo>
                  <a:pt x="230" y="0"/>
                  <a:pt x="245" y="16"/>
                  <a:pt x="245" y="35"/>
                </a:cubicBezTo>
                <a:close/>
                <a:moveTo>
                  <a:pt x="203" y="42"/>
                </a:moveTo>
                <a:cubicBezTo>
                  <a:pt x="41" y="42"/>
                  <a:pt x="41" y="42"/>
                  <a:pt x="41" y="42"/>
                </a:cubicBezTo>
                <a:cubicBezTo>
                  <a:pt x="41" y="248"/>
                  <a:pt x="41" y="248"/>
                  <a:pt x="41" y="248"/>
                </a:cubicBezTo>
                <a:cubicBezTo>
                  <a:pt x="203" y="248"/>
                  <a:pt x="203" y="248"/>
                  <a:pt x="203" y="248"/>
                </a:cubicBezTo>
                <a:lnTo>
                  <a:pt x="203" y="42"/>
                </a:lnTo>
                <a:close/>
                <a:moveTo>
                  <a:pt x="139" y="274"/>
                </a:moveTo>
                <a:cubicBezTo>
                  <a:pt x="139" y="265"/>
                  <a:pt x="132" y="258"/>
                  <a:pt x="122" y="258"/>
                </a:cubicBezTo>
                <a:cubicBezTo>
                  <a:pt x="113" y="258"/>
                  <a:pt x="106" y="265"/>
                  <a:pt x="106" y="274"/>
                </a:cubicBezTo>
                <a:cubicBezTo>
                  <a:pt x="106" y="283"/>
                  <a:pt x="113" y="291"/>
                  <a:pt x="122" y="291"/>
                </a:cubicBezTo>
                <a:cubicBezTo>
                  <a:pt x="132" y="291"/>
                  <a:pt x="139" y="283"/>
                  <a:pt x="139" y="27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59" name="Freeform 61"/>
          <p:cNvSpPr>
            <a:spLocks noEditPoints="1"/>
          </p:cNvSpPr>
          <p:nvPr/>
        </p:nvSpPr>
        <p:spPr bwMode="auto">
          <a:xfrm>
            <a:off x="6347354" y="3563595"/>
            <a:ext cx="337023" cy="297631"/>
          </a:xfrm>
          <a:custGeom>
            <a:avLst/>
            <a:gdLst>
              <a:gd name="T0" fmla="*/ 179 w 298"/>
              <a:gd name="T1" fmla="*/ 48 h 262"/>
              <a:gd name="T2" fmla="*/ 179 w 298"/>
              <a:gd name="T3" fmla="*/ 33 h 262"/>
              <a:gd name="T4" fmla="*/ 35 w 298"/>
              <a:gd name="T5" fmla="*/ 33 h 262"/>
              <a:gd name="T6" fmla="*/ 35 w 298"/>
              <a:gd name="T7" fmla="*/ 149 h 262"/>
              <a:gd name="T8" fmla="*/ 55 w 298"/>
              <a:gd name="T9" fmla="*/ 149 h 262"/>
              <a:gd name="T10" fmla="*/ 55 w 298"/>
              <a:gd name="T11" fmla="*/ 181 h 262"/>
              <a:gd name="T12" fmla="*/ 23 w 298"/>
              <a:gd name="T13" fmla="*/ 181 h 262"/>
              <a:gd name="T14" fmla="*/ 0 w 298"/>
              <a:gd name="T15" fmla="*/ 159 h 262"/>
              <a:gd name="T16" fmla="*/ 0 w 298"/>
              <a:gd name="T17" fmla="*/ 23 h 262"/>
              <a:gd name="T18" fmla="*/ 23 w 298"/>
              <a:gd name="T19" fmla="*/ 0 h 262"/>
              <a:gd name="T20" fmla="*/ 191 w 298"/>
              <a:gd name="T21" fmla="*/ 0 h 262"/>
              <a:gd name="T22" fmla="*/ 214 w 298"/>
              <a:gd name="T23" fmla="*/ 23 h 262"/>
              <a:gd name="T24" fmla="*/ 214 w 298"/>
              <a:gd name="T25" fmla="*/ 48 h 262"/>
              <a:gd name="T26" fmla="*/ 179 w 298"/>
              <a:gd name="T27" fmla="*/ 48 h 262"/>
              <a:gd name="T28" fmla="*/ 276 w 298"/>
              <a:gd name="T29" fmla="*/ 78 h 262"/>
              <a:gd name="T30" fmla="*/ 298 w 298"/>
              <a:gd name="T31" fmla="*/ 100 h 262"/>
              <a:gd name="T32" fmla="*/ 298 w 298"/>
              <a:gd name="T33" fmla="*/ 239 h 262"/>
              <a:gd name="T34" fmla="*/ 276 w 298"/>
              <a:gd name="T35" fmla="*/ 262 h 262"/>
              <a:gd name="T36" fmla="*/ 108 w 298"/>
              <a:gd name="T37" fmla="*/ 262 h 262"/>
              <a:gd name="T38" fmla="*/ 85 w 298"/>
              <a:gd name="T39" fmla="*/ 239 h 262"/>
              <a:gd name="T40" fmla="*/ 85 w 298"/>
              <a:gd name="T41" fmla="*/ 100 h 262"/>
              <a:gd name="T42" fmla="*/ 108 w 298"/>
              <a:gd name="T43" fmla="*/ 78 h 262"/>
              <a:gd name="T44" fmla="*/ 276 w 298"/>
              <a:gd name="T45" fmla="*/ 78 h 262"/>
              <a:gd name="T46" fmla="*/ 120 w 298"/>
              <a:gd name="T47" fmla="*/ 110 h 262"/>
              <a:gd name="T48" fmla="*/ 120 w 298"/>
              <a:gd name="T49" fmla="*/ 230 h 262"/>
              <a:gd name="T50" fmla="*/ 264 w 298"/>
              <a:gd name="T51" fmla="*/ 230 h 262"/>
              <a:gd name="T52" fmla="*/ 264 w 298"/>
              <a:gd name="T53" fmla="*/ 110 h 262"/>
              <a:gd name="T54" fmla="*/ 120 w 298"/>
              <a:gd name="T55" fmla="*/ 110 h 2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298" h="262">
                <a:moveTo>
                  <a:pt x="179" y="48"/>
                </a:moveTo>
                <a:cubicBezTo>
                  <a:pt x="179" y="33"/>
                  <a:pt x="179" y="33"/>
                  <a:pt x="179" y="33"/>
                </a:cubicBezTo>
                <a:cubicBezTo>
                  <a:pt x="35" y="33"/>
                  <a:pt x="35" y="33"/>
                  <a:pt x="35" y="33"/>
                </a:cubicBezTo>
                <a:cubicBezTo>
                  <a:pt x="35" y="149"/>
                  <a:pt x="35" y="149"/>
                  <a:pt x="35" y="149"/>
                </a:cubicBezTo>
                <a:cubicBezTo>
                  <a:pt x="55" y="149"/>
                  <a:pt x="55" y="149"/>
                  <a:pt x="55" y="149"/>
                </a:cubicBezTo>
                <a:cubicBezTo>
                  <a:pt x="55" y="181"/>
                  <a:pt x="55" y="181"/>
                  <a:pt x="55" y="181"/>
                </a:cubicBezTo>
                <a:cubicBezTo>
                  <a:pt x="23" y="181"/>
                  <a:pt x="23" y="181"/>
                  <a:pt x="23" y="181"/>
                </a:cubicBezTo>
                <a:cubicBezTo>
                  <a:pt x="11" y="181"/>
                  <a:pt x="0" y="171"/>
                  <a:pt x="0" y="159"/>
                </a:cubicBezTo>
                <a:cubicBezTo>
                  <a:pt x="0" y="23"/>
                  <a:pt x="0" y="23"/>
                  <a:pt x="0" y="23"/>
                </a:cubicBezTo>
                <a:cubicBezTo>
                  <a:pt x="0" y="10"/>
                  <a:pt x="11" y="0"/>
                  <a:pt x="23" y="0"/>
                </a:cubicBezTo>
                <a:cubicBezTo>
                  <a:pt x="191" y="0"/>
                  <a:pt x="191" y="0"/>
                  <a:pt x="191" y="0"/>
                </a:cubicBezTo>
                <a:cubicBezTo>
                  <a:pt x="204" y="0"/>
                  <a:pt x="214" y="10"/>
                  <a:pt x="214" y="23"/>
                </a:cubicBezTo>
                <a:cubicBezTo>
                  <a:pt x="214" y="48"/>
                  <a:pt x="214" y="48"/>
                  <a:pt x="214" y="48"/>
                </a:cubicBezTo>
                <a:lnTo>
                  <a:pt x="179" y="48"/>
                </a:lnTo>
                <a:close/>
                <a:moveTo>
                  <a:pt x="276" y="78"/>
                </a:moveTo>
                <a:cubicBezTo>
                  <a:pt x="288" y="78"/>
                  <a:pt x="298" y="88"/>
                  <a:pt x="298" y="100"/>
                </a:cubicBezTo>
                <a:cubicBezTo>
                  <a:pt x="298" y="239"/>
                  <a:pt x="298" y="239"/>
                  <a:pt x="298" y="239"/>
                </a:cubicBezTo>
                <a:cubicBezTo>
                  <a:pt x="298" y="252"/>
                  <a:pt x="288" y="262"/>
                  <a:pt x="276" y="262"/>
                </a:cubicBezTo>
                <a:cubicBezTo>
                  <a:pt x="108" y="262"/>
                  <a:pt x="108" y="262"/>
                  <a:pt x="108" y="262"/>
                </a:cubicBezTo>
                <a:cubicBezTo>
                  <a:pt x="95" y="262"/>
                  <a:pt x="85" y="252"/>
                  <a:pt x="85" y="239"/>
                </a:cubicBezTo>
                <a:cubicBezTo>
                  <a:pt x="85" y="100"/>
                  <a:pt x="85" y="100"/>
                  <a:pt x="85" y="100"/>
                </a:cubicBezTo>
                <a:cubicBezTo>
                  <a:pt x="85" y="88"/>
                  <a:pt x="95" y="78"/>
                  <a:pt x="108" y="78"/>
                </a:cubicBezTo>
                <a:lnTo>
                  <a:pt x="276" y="78"/>
                </a:lnTo>
                <a:close/>
                <a:moveTo>
                  <a:pt x="120" y="110"/>
                </a:moveTo>
                <a:cubicBezTo>
                  <a:pt x="120" y="230"/>
                  <a:pt x="120" y="230"/>
                  <a:pt x="120" y="230"/>
                </a:cubicBezTo>
                <a:cubicBezTo>
                  <a:pt x="264" y="230"/>
                  <a:pt x="264" y="230"/>
                  <a:pt x="264" y="230"/>
                </a:cubicBezTo>
                <a:cubicBezTo>
                  <a:pt x="264" y="110"/>
                  <a:pt x="264" y="110"/>
                  <a:pt x="264" y="110"/>
                </a:cubicBezTo>
                <a:lnTo>
                  <a:pt x="120" y="11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60" name="Freeform 62"/>
          <p:cNvSpPr>
            <a:spLocks noEditPoints="1"/>
          </p:cNvSpPr>
          <p:nvPr/>
        </p:nvSpPr>
        <p:spPr bwMode="auto">
          <a:xfrm>
            <a:off x="6907599" y="3605175"/>
            <a:ext cx="380792" cy="264804"/>
          </a:xfrm>
          <a:custGeom>
            <a:avLst/>
            <a:gdLst>
              <a:gd name="T0" fmla="*/ 336 w 336"/>
              <a:gd name="T1" fmla="*/ 117 h 234"/>
              <a:gd name="T2" fmla="*/ 168 w 336"/>
              <a:gd name="T3" fmla="*/ 234 h 234"/>
              <a:gd name="T4" fmla="*/ 0 w 336"/>
              <a:gd name="T5" fmla="*/ 117 h 234"/>
              <a:gd name="T6" fmla="*/ 168 w 336"/>
              <a:gd name="T7" fmla="*/ 0 h 234"/>
              <a:gd name="T8" fmla="*/ 336 w 336"/>
              <a:gd name="T9" fmla="*/ 117 h 234"/>
              <a:gd name="T10" fmla="*/ 250 w 336"/>
              <a:gd name="T11" fmla="*/ 117 h 234"/>
              <a:gd name="T12" fmla="*/ 168 w 336"/>
              <a:gd name="T13" fmla="*/ 35 h 234"/>
              <a:gd name="T14" fmla="*/ 85 w 336"/>
              <a:gd name="T15" fmla="*/ 117 h 234"/>
              <a:gd name="T16" fmla="*/ 168 w 336"/>
              <a:gd name="T17" fmla="*/ 200 h 234"/>
              <a:gd name="T18" fmla="*/ 250 w 336"/>
              <a:gd name="T19" fmla="*/ 117 h 234"/>
              <a:gd name="T20" fmla="*/ 168 w 336"/>
              <a:gd name="T21" fmla="*/ 80 h 234"/>
              <a:gd name="T22" fmla="*/ 131 w 336"/>
              <a:gd name="T23" fmla="*/ 117 h 234"/>
              <a:gd name="T24" fmla="*/ 168 w 336"/>
              <a:gd name="T25" fmla="*/ 154 h 234"/>
              <a:gd name="T26" fmla="*/ 205 w 336"/>
              <a:gd name="T27" fmla="*/ 117 h 234"/>
              <a:gd name="T28" fmla="*/ 168 w 336"/>
              <a:gd name="T29" fmla="*/ 80 h 2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336" h="234">
                <a:moveTo>
                  <a:pt x="336" y="117"/>
                </a:moveTo>
                <a:cubicBezTo>
                  <a:pt x="336" y="117"/>
                  <a:pt x="268" y="234"/>
                  <a:pt x="168" y="234"/>
                </a:cubicBezTo>
                <a:cubicBezTo>
                  <a:pt x="67" y="234"/>
                  <a:pt x="0" y="117"/>
                  <a:pt x="0" y="117"/>
                </a:cubicBezTo>
                <a:cubicBezTo>
                  <a:pt x="0" y="117"/>
                  <a:pt x="67" y="0"/>
                  <a:pt x="168" y="0"/>
                </a:cubicBezTo>
                <a:cubicBezTo>
                  <a:pt x="268" y="0"/>
                  <a:pt x="336" y="117"/>
                  <a:pt x="336" y="117"/>
                </a:cubicBezTo>
                <a:close/>
                <a:moveTo>
                  <a:pt x="250" y="117"/>
                </a:moveTo>
                <a:cubicBezTo>
                  <a:pt x="250" y="72"/>
                  <a:pt x="213" y="35"/>
                  <a:pt x="168" y="35"/>
                </a:cubicBezTo>
                <a:cubicBezTo>
                  <a:pt x="122" y="35"/>
                  <a:pt x="85" y="72"/>
                  <a:pt x="85" y="117"/>
                </a:cubicBezTo>
                <a:cubicBezTo>
                  <a:pt x="85" y="163"/>
                  <a:pt x="122" y="200"/>
                  <a:pt x="168" y="200"/>
                </a:cubicBezTo>
                <a:cubicBezTo>
                  <a:pt x="213" y="200"/>
                  <a:pt x="250" y="163"/>
                  <a:pt x="250" y="117"/>
                </a:cubicBezTo>
                <a:close/>
                <a:moveTo>
                  <a:pt x="168" y="80"/>
                </a:moveTo>
                <a:cubicBezTo>
                  <a:pt x="147" y="80"/>
                  <a:pt x="131" y="97"/>
                  <a:pt x="131" y="117"/>
                </a:cubicBezTo>
                <a:cubicBezTo>
                  <a:pt x="131" y="138"/>
                  <a:pt x="147" y="154"/>
                  <a:pt x="168" y="154"/>
                </a:cubicBezTo>
                <a:cubicBezTo>
                  <a:pt x="187" y="154"/>
                  <a:pt x="205" y="138"/>
                  <a:pt x="205" y="117"/>
                </a:cubicBezTo>
                <a:cubicBezTo>
                  <a:pt x="205" y="97"/>
                  <a:pt x="187" y="80"/>
                  <a:pt x="168" y="8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61" name="Freeform 63"/>
          <p:cNvSpPr>
            <a:spLocks/>
          </p:cNvSpPr>
          <p:nvPr/>
        </p:nvSpPr>
        <p:spPr bwMode="auto">
          <a:xfrm>
            <a:off x="7345291" y="3552652"/>
            <a:ext cx="249484" cy="315139"/>
          </a:xfrm>
          <a:custGeom>
            <a:avLst/>
            <a:gdLst>
              <a:gd name="T0" fmla="*/ 220 w 220"/>
              <a:gd name="T1" fmla="*/ 169 h 279"/>
              <a:gd name="T2" fmla="*/ 188 w 220"/>
              <a:gd name="T3" fmla="*/ 247 h 279"/>
              <a:gd name="T4" fmla="*/ 110 w 220"/>
              <a:gd name="T5" fmla="*/ 279 h 279"/>
              <a:gd name="T6" fmla="*/ 33 w 220"/>
              <a:gd name="T7" fmla="*/ 247 h 279"/>
              <a:gd name="T8" fmla="*/ 0 w 220"/>
              <a:gd name="T9" fmla="*/ 169 h 279"/>
              <a:gd name="T10" fmla="*/ 33 w 220"/>
              <a:gd name="T11" fmla="*/ 91 h 279"/>
              <a:gd name="T12" fmla="*/ 109 w 220"/>
              <a:gd name="T13" fmla="*/ 60 h 279"/>
              <a:gd name="T14" fmla="*/ 96 w 220"/>
              <a:gd name="T15" fmla="*/ 0 h 279"/>
              <a:gd name="T16" fmla="*/ 209 w 220"/>
              <a:gd name="T17" fmla="*/ 79 h 279"/>
              <a:gd name="T18" fmla="*/ 100 w 220"/>
              <a:gd name="T19" fmla="*/ 162 h 279"/>
              <a:gd name="T20" fmla="*/ 110 w 220"/>
              <a:gd name="T21" fmla="*/ 98 h 279"/>
              <a:gd name="T22" fmla="*/ 39 w 220"/>
              <a:gd name="T23" fmla="*/ 169 h 279"/>
              <a:gd name="T24" fmla="*/ 110 w 220"/>
              <a:gd name="T25" fmla="*/ 240 h 279"/>
              <a:gd name="T26" fmla="*/ 181 w 220"/>
              <a:gd name="T27" fmla="*/ 169 h 279"/>
              <a:gd name="T28" fmla="*/ 220 w 220"/>
              <a:gd name="T29" fmla="*/ 169 h 2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220" h="279">
                <a:moveTo>
                  <a:pt x="220" y="169"/>
                </a:moveTo>
                <a:cubicBezTo>
                  <a:pt x="220" y="198"/>
                  <a:pt x="209" y="226"/>
                  <a:pt x="188" y="247"/>
                </a:cubicBezTo>
                <a:cubicBezTo>
                  <a:pt x="167" y="268"/>
                  <a:pt x="140" y="279"/>
                  <a:pt x="110" y="279"/>
                </a:cubicBezTo>
                <a:cubicBezTo>
                  <a:pt x="81" y="279"/>
                  <a:pt x="53" y="268"/>
                  <a:pt x="33" y="247"/>
                </a:cubicBezTo>
                <a:cubicBezTo>
                  <a:pt x="12" y="226"/>
                  <a:pt x="0" y="198"/>
                  <a:pt x="0" y="169"/>
                </a:cubicBezTo>
                <a:cubicBezTo>
                  <a:pt x="0" y="140"/>
                  <a:pt x="12" y="113"/>
                  <a:pt x="33" y="91"/>
                </a:cubicBezTo>
                <a:cubicBezTo>
                  <a:pt x="53" y="71"/>
                  <a:pt x="81" y="60"/>
                  <a:pt x="109" y="60"/>
                </a:cubicBezTo>
                <a:cubicBezTo>
                  <a:pt x="96" y="0"/>
                  <a:pt x="96" y="0"/>
                  <a:pt x="96" y="0"/>
                </a:cubicBezTo>
                <a:cubicBezTo>
                  <a:pt x="209" y="79"/>
                  <a:pt x="209" y="79"/>
                  <a:pt x="209" y="79"/>
                </a:cubicBezTo>
                <a:cubicBezTo>
                  <a:pt x="100" y="162"/>
                  <a:pt x="100" y="162"/>
                  <a:pt x="100" y="162"/>
                </a:cubicBezTo>
                <a:cubicBezTo>
                  <a:pt x="110" y="98"/>
                  <a:pt x="110" y="98"/>
                  <a:pt x="110" y="98"/>
                </a:cubicBezTo>
                <a:cubicBezTo>
                  <a:pt x="71" y="99"/>
                  <a:pt x="39" y="130"/>
                  <a:pt x="39" y="169"/>
                </a:cubicBezTo>
                <a:cubicBezTo>
                  <a:pt x="39" y="208"/>
                  <a:pt x="71" y="240"/>
                  <a:pt x="110" y="240"/>
                </a:cubicBezTo>
                <a:cubicBezTo>
                  <a:pt x="150" y="240"/>
                  <a:pt x="181" y="208"/>
                  <a:pt x="181" y="169"/>
                </a:cubicBezTo>
                <a:lnTo>
                  <a:pt x="220" y="169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62" name="Freeform 64"/>
          <p:cNvSpPr>
            <a:spLocks/>
          </p:cNvSpPr>
          <p:nvPr/>
        </p:nvSpPr>
        <p:spPr bwMode="auto">
          <a:xfrm>
            <a:off x="7815810" y="3583289"/>
            <a:ext cx="170700" cy="277936"/>
          </a:xfrm>
          <a:custGeom>
            <a:avLst/>
            <a:gdLst>
              <a:gd name="T0" fmla="*/ 124 w 152"/>
              <a:gd name="T1" fmla="*/ 191 h 246"/>
              <a:gd name="T2" fmla="*/ 152 w 152"/>
              <a:gd name="T3" fmla="*/ 218 h 246"/>
              <a:gd name="T4" fmla="*/ 124 w 152"/>
              <a:gd name="T5" fmla="*/ 246 h 246"/>
              <a:gd name="T6" fmla="*/ 98 w 152"/>
              <a:gd name="T7" fmla="*/ 246 h 246"/>
              <a:gd name="T8" fmla="*/ 97 w 152"/>
              <a:gd name="T9" fmla="*/ 246 h 246"/>
              <a:gd name="T10" fmla="*/ 29 w 152"/>
              <a:gd name="T11" fmla="*/ 217 h 246"/>
              <a:gd name="T12" fmla="*/ 0 w 152"/>
              <a:gd name="T13" fmla="*/ 147 h 246"/>
              <a:gd name="T14" fmla="*/ 0 w 152"/>
              <a:gd name="T15" fmla="*/ 27 h 246"/>
              <a:gd name="T16" fmla="*/ 27 w 152"/>
              <a:gd name="T17" fmla="*/ 0 h 246"/>
              <a:gd name="T18" fmla="*/ 54 w 152"/>
              <a:gd name="T19" fmla="*/ 27 h 246"/>
              <a:gd name="T20" fmla="*/ 54 w 152"/>
              <a:gd name="T21" fmla="*/ 67 h 246"/>
              <a:gd name="T22" fmla="*/ 124 w 152"/>
              <a:gd name="T23" fmla="*/ 67 h 246"/>
              <a:gd name="T24" fmla="*/ 152 w 152"/>
              <a:gd name="T25" fmla="*/ 95 h 246"/>
              <a:gd name="T26" fmla="*/ 124 w 152"/>
              <a:gd name="T27" fmla="*/ 122 h 246"/>
              <a:gd name="T28" fmla="*/ 54 w 152"/>
              <a:gd name="T29" fmla="*/ 122 h 246"/>
              <a:gd name="T30" fmla="*/ 54 w 152"/>
              <a:gd name="T31" fmla="*/ 147 h 246"/>
              <a:gd name="T32" fmla="*/ 99 w 152"/>
              <a:gd name="T33" fmla="*/ 191 h 246"/>
              <a:gd name="T34" fmla="*/ 124 w 152"/>
              <a:gd name="T35" fmla="*/ 191 h 2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52" h="246">
                <a:moveTo>
                  <a:pt x="124" y="191"/>
                </a:moveTo>
                <a:cubicBezTo>
                  <a:pt x="140" y="191"/>
                  <a:pt x="152" y="203"/>
                  <a:pt x="152" y="218"/>
                </a:cubicBezTo>
                <a:cubicBezTo>
                  <a:pt x="152" y="234"/>
                  <a:pt x="140" y="246"/>
                  <a:pt x="124" y="246"/>
                </a:cubicBezTo>
                <a:cubicBezTo>
                  <a:pt x="98" y="246"/>
                  <a:pt x="98" y="246"/>
                  <a:pt x="98" y="246"/>
                </a:cubicBezTo>
                <a:cubicBezTo>
                  <a:pt x="97" y="246"/>
                  <a:pt x="97" y="246"/>
                  <a:pt x="97" y="246"/>
                </a:cubicBezTo>
                <a:cubicBezTo>
                  <a:pt x="71" y="245"/>
                  <a:pt x="46" y="234"/>
                  <a:pt x="29" y="217"/>
                </a:cubicBezTo>
                <a:cubicBezTo>
                  <a:pt x="10" y="199"/>
                  <a:pt x="0" y="174"/>
                  <a:pt x="0" y="147"/>
                </a:cubicBezTo>
                <a:cubicBezTo>
                  <a:pt x="0" y="27"/>
                  <a:pt x="0" y="27"/>
                  <a:pt x="0" y="27"/>
                </a:cubicBezTo>
                <a:cubicBezTo>
                  <a:pt x="0" y="12"/>
                  <a:pt x="12" y="0"/>
                  <a:pt x="27" y="0"/>
                </a:cubicBezTo>
                <a:cubicBezTo>
                  <a:pt x="42" y="0"/>
                  <a:pt x="54" y="12"/>
                  <a:pt x="54" y="27"/>
                </a:cubicBezTo>
                <a:cubicBezTo>
                  <a:pt x="54" y="67"/>
                  <a:pt x="54" y="67"/>
                  <a:pt x="54" y="67"/>
                </a:cubicBezTo>
                <a:cubicBezTo>
                  <a:pt x="124" y="67"/>
                  <a:pt x="124" y="67"/>
                  <a:pt x="124" y="67"/>
                </a:cubicBezTo>
                <a:cubicBezTo>
                  <a:pt x="140" y="67"/>
                  <a:pt x="152" y="79"/>
                  <a:pt x="152" y="95"/>
                </a:cubicBezTo>
                <a:cubicBezTo>
                  <a:pt x="152" y="110"/>
                  <a:pt x="140" y="122"/>
                  <a:pt x="124" y="122"/>
                </a:cubicBezTo>
                <a:cubicBezTo>
                  <a:pt x="54" y="122"/>
                  <a:pt x="54" y="122"/>
                  <a:pt x="54" y="122"/>
                </a:cubicBezTo>
                <a:cubicBezTo>
                  <a:pt x="54" y="147"/>
                  <a:pt x="54" y="147"/>
                  <a:pt x="54" y="147"/>
                </a:cubicBezTo>
                <a:cubicBezTo>
                  <a:pt x="54" y="171"/>
                  <a:pt x="73" y="189"/>
                  <a:pt x="99" y="191"/>
                </a:cubicBezTo>
                <a:lnTo>
                  <a:pt x="124" y="19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63" name="Freeform 65"/>
          <p:cNvSpPr>
            <a:spLocks noEditPoints="1"/>
          </p:cNvSpPr>
          <p:nvPr/>
        </p:nvSpPr>
        <p:spPr bwMode="auto">
          <a:xfrm>
            <a:off x="8200979" y="3585479"/>
            <a:ext cx="461767" cy="295443"/>
          </a:xfrm>
          <a:custGeom>
            <a:avLst/>
            <a:gdLst>
              <a:gd name="T0" fmla="*/ 278 w 409"/>
              <a:gd name="T1" fmla="*/ 12 h 261"/>
              <a:gd name="T2" fmla="*/ 278 w 409"/>
              <a:gd name="T3" fmla="*/ 211 h 261"/>
              <a:gd name="T4" fmla="*/ 266 w 409"/>
              <a:gd name="T5" fmla="*/ 223 h 261"/>
              <a:gd name="T6" fmla="*/ 254 w 409"/>
              <a:gd name="T7" fmla="*/ 211 h 261"/>
              <a:gd name="T8" fmla="*/ 144 w 409"/>
              <a:gd name="T9" fmla="*/ 154 h 261"/>
              <a:gd name="T10" fmla="*/ 122 w 409"/>
              <a:gd name="T11" fmla="*/ 154 h 261"/>
              <a:gd name="T12" fmla="*/ 171 w 409"/>
              <a:gd name="T13" fmla="*/ 236 h 261"/>
              <a:gd name="T14" fmla="*/ 141 w 409"/>
              <a:gd name="T15" fmla="*/ 257 h 261"/>
              <a:gd name="T16" fmla="*/ 122 w 409"/>
              <a:gd name="T17" fmla="*/ 251 h 261"/>
              <a:gd name="T18" fmla="*/ 62 w 409"/>
              <a:gd name="T19" fmla="*/ 154 h 261"/>
              <a:gd name="T20" fmla="*/ 30 w 409"/>
              <a:gd name="T21" fmla="*/ 154 h 261"/>
              <a:gd name="T22" fmla="*/ 0 w 409"/>
              <a:gd name="T23" fmla="*/ 112 h 261"/>
              <a:gd name="T24" fmla="*/ 30 w 409"/>
              <a:gd name="T25" fmla="*/ 71 h 261"/>
              <a:gd name="T26" fmla="*/ 144 w 409"/>
              <a:gd name="T27" fmla="*/ 71 h 261"/>
              <a:gd name="T28" fmla="*/ 254 w 409"/>
              <a:gd name="T29" fmla="*/ 12 h 261"/>
              <a:gd name="T30" fmla="*/ 266 w 409"/>
              <a:gd name="T31" fmla="*/ 0 h 261"/>
              <a:gd name="T32" fmla="*/ 278 w 409"/>
              <a:gd name="T33" fmla="*/ 12 h 261"/>
              <a:gd name="T34" fmla="*/ 83 w 409"/>
              <a:gd name="T35" fmla="*/ 99 h 261"/>
              <a:gd name="T36" fmla="*/ 78 w 409"/>
              <a:gd name="T37" fmla="*/ 93 h 261"/>
              <a:gd name="T38" fmla="*/ 43 w 409"/>
              <a:gd name="T39" fmla="*/ 93 h 261"/>
              <a:gd name="T40" fmla="*/ 37 w 409"/>
              <a:gd name="T41" fmla="*/ 99 h 261"/>
              <a:gd name="T42" fmla="*/ 43 w 409"/>
              <a:gd name="T43" fmla="*/ 105 h 261"/>
              <a:gd name="T44" fmla="*/ 78 w 409"/>
              <a:gd name="T45" fmla="*/ 105 h 261"/>
              <a:gd name="T46" fmla="*/ 83 w 409"/>
              <a:gd name="T47" fmla="*/ 99 h 261"/>
              <a:gd name="T48" fmla="*/ 83 w 409"/>
              <a:gd name="T49" fmla="*/ 124 h 261"/>
              <a:gd name="T50" fmla="*/ 78 w 409"/>
              <a:gd name="T51" fmla="*/ 118 h 261"/>
              <a:gd name="T52" fmla="*/ 43 w 409"/>
              <a:gd name="T53" fmla="*/ 118 h 261"/>
              <a:gd name="T54" fmla="*/ 37 w 409"/>
              <a:gd name="T55" fmla="*/ 124 h 261"/>
              <a:gd name="T56" fmla="*/ 43 w 409"/>
              <a:gd name="T57" fmla="*/ 130 h 261"/>
              <a:gd name="T58" fmla="*/ 78 w 409"/>
              <a:gd name="T59" fmla="*/ 130 h 261"/>
              <a:gd name="T60" fmla="*/ 83 w 409"/>
              <a:gd name="T61" fmla="*/ 124 h 261"/>
              <a:gd name="T62" fmla="*/ 250 w 409"/>
              <a:gd name="T63" fmla="*/ 176 h 261"/>
              <a:gd name="T64" fmla="*/ 250 w 409"/>
              <a:gd name="T65" fmla="*/ 47 h 261"/>
              <a:gd name="T66" fmla="*/ 150 w 409"/>
              <a:gd name="T67" fmla="*/ 90 h 261"/>
              <a:gd name="T68" fmla="*/ 150 w 409"/>
              <a:gd name="T69" fmla="*/ 135 h 261"/>
              <a:gd name="T70" fmla="*/ 250 w 409"/>
              <a:gd name="T71" fmla="*/ 176 h 261"/>
              <a:gd name="T72" fmla="*/ 310 w 409"/>
              <a:gd name="T73" fmla="*/ 47 h 261"/>
              <a:gd name="T74" fmla="*/ 357 w 409"/>
              <a:gd name="T75" fmla="*/ 0 h 261"/>
              <a:gd name="T76" fmla="*/ 369 w 409"/>
              <a:gd name="T77" fmla="*/ 11 h 261"/>
              <a:gd name="T78" fmla="*/ 322 w 409"/>
              <a:gd name="T79" fmla="*/ 59 h 261"/>
              <a:gd name="T80" fmla="*/ 310 w 409"/>
              <a:gd name="T81" fmla="*/ 47 h 261"/>
              <a:gd name="T82" fmla="*/ 322 w 409"/>
              <a:gd name="T83" fmla="*/ 167 h 261"/>
              <a:gd name="T84" fmla="*/ 369 w 409"/>
              <a:gd name="T85" fmla="*/ 214 h 261"/>
              <a:gd name="T86" fmla="*/ 357 w 409"/>
              <a:gd name="T87" fmla="*/ 225 h 261"/>
              <a:gd name="T88" fmla="*/ 310 w 409"/>
              <a:gd name="T89" fmla="*/ 178 h 261"/>
              <a:gd name="T90" fmla="*/ 322 w 409"/>
              <a:gd name="T91" fmla="*/ 167 h 261"/>
              <a:gd name="T92" fmla="*/ 330 w 409"/>
              <a:gd name="T93" fmla="*/ 103 h 261"/>
              <a:gd name="T94" fmla="*/ 409 w 409"/>
              <a:gd name="T95" fmla="*/ 103 h 261"/>
              <a:gd name="T96" fmla="*/ 409 w 409"/>
              <a:gd name="T97" fmla="*/ 119 h 261"/>
              <a:gd name="T98" fmla="*/ 330 w 409"/>
              <a:gd name="T99" fmla="*/ 119 h 261"/>
              <a:gd name="T100" fmla="*/ 330 w 409"/>
              <a:gd name="T101" fmla="*/ 103 h 2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409" h="261">
                <a:moveTo>
                  <a:pt x="278" y="12"/>
                </a:moveTo>
                <a:cubicBezTo>
                  <a:pt x="278" y="211"/>
                  <a:pt x="278" y="211"/>
                  <a:pt x="278" y="211"/>
                </a:cubicBezTo>
                <a:cubicBezTo>
                  <a:pt x="278" y="217"/>
                  <a:pt x="273" y="223"/>
                  <a:pt x="266" y="223"/>
                </a:cubicBezTo>
                <a:cubicBezTo>
                  <a:pt x="259" y="223"/>
                  <a:pt x="254" y="217"/>
                  <a:pt x="254" y="211"/>
                </a:cubicBezTo>
                <a:cubicBezTo>
                  <a:pt x="234" y="186"/>
                  <a:pt x="198" y="154"/>
                  <a:pt x="144" y="154"/>
                </a:cubicBezTo>
                <a:cubicBezTo>
                  <a:pt x="122" y="154"/>
                  <a:pt x="122" y="154"/>
                  <a:pt x="122" y="154"/>
                </a:cubicBezTo>
                <a:cubicBezTo>
                  <a:pt x="171" y="236"/>
                  <a:pt x="171" y="236"/>
                  <a:pt x="171" y="236"/>
                </a:cubicBezTo>
                <a:cubicBezTo>
                  <a:pt x="141" y="257"/>
                  <a:pt x="141" y="257"/>
                  <a:pt x="141" y="257"/>
                </a:cubicBezTo>
                <a:cubicBezTo>
                  <a:pt x="134" y="261"/>
                  <a:pt x="126" y="256"/>
                  <a:pt x="122" y="251"/>
                </a:cubicBezTo>
                <a:cubicBezTo>
                  <a:pt x="62" y="154"/>
                  <a:pt x="62" y="154"/>
                  <a:pt x="62" y="154"/>
                </a:cubicBezTo>
                <a:cubicBezTo>
                  <a:pt x="30" y="154"/>
                  <a:pt x="30" y="154"/>
                  <a:pt x="30" y="154"/>
                </a:cubicBezTo>
                <a:cubicBezTo>
                  <a:pt x="30" y="154"/>
                  <a:pt x="0" y="138"/>
                  <a:pt x="0" y="112"/>
                </a:cubicBezTo>
                <a:cubicBezTo>
                  <a:pt x="0" y="86"/>
                  <a:pt x="30" y="71"/>
                  <a:pt x="30" y="71"/>
                </a:cubicBezTo>
                <a:cubicBezTo>
                  <a:pt x="144" y="71"/>
                  <a:pt x="144" y="71"/>
                  <a:pt x="144" y="71"/>
                </a:cubicBezTo>
                <a:cubicBezTo>
                  <a:pt x="198" y="71"/>
                  <a:pt x="234" y="38"/>
                  <a:pt x="254" y="12"/>
                </a:cubicBezTo>
                <a:cubicBezTo>
                  <a:pt x="254" y="5"/>
                  <a:pt x="259" y="0"/>
                  <a:pt x="266" y="0"/>
                </a:cubicBezTo>
                <a:cubicBezTo>
                  <a:pt x="273" y="0"/>
                  <a:pt x="278" y="5"/>
                  <a:pt x="278" y="12"/>
                </a:cubicBezTo>
                <a:close/>
                <a:moveTo>
                  <a:pt x="83" y="99"/>
                </a:moveTo>
                <a:cubicBezTo>
                  <a:pt x="83" y="96"/>
                  <a:pt x="81" y="93"/>
                  <a:pt x="78" y="93"/>
                </a:cubicBezTo>
                <a:cubicBezTo>
                  <a:pt x="43" y="93"/>
                  <a:pt x="43" y="93"/>
                  <a:pt x="43" y="93"/>
                </a:cubicBezTo>
                <a:cubicBezTo>
                  <a:pt x="40" y="93"/>
                  <a:pt x="37" y="96"/>
                  <a:pt x="37" y="99"/>
                </a:cubicBezTo>
                <a:cubicBezTo>
                  <a:pt x="37" y="102"/>
                  <a:pt x="40" y="105"/>
                  <a:pt x="43" y="105"/>
                </a:cubicBezTo>
                <a:cubicBezTo>
                  <a:pt x="78" y="105"/>
                  <a:pt x="78" y="105"/>
                  <a:pt x="78" y="105"/>
                </a:cubicBezTo>
                <a:cubicBezTo>
                  <a:pt x="81" y="105"/>
                  <a:pt x="83" y="102"/>
                  <a:pt x="83" y="99"/>
                </a:cubicBezTo>
                <a:close/>
                <a:moveTo>
                  <a:pt x="83" y="124"/>
                </a:moveTo>
                <a:cubicBezTo>
                  <a:pt x="83" y="121"/>
                  <a:pt x="81" y="118"/>
                  <a:pt x="78" y="118"/>
                </a:cubicBezTo>
                <a:cubicBezTo>
                  <a:pt x="43" y="118"/>
                  <a:pt x="43" y="118"/>
                  <a:pt x="43" y="118"/>
                </a:cubicBezTo>
                <a:cubicBezTo>
                  <a:pt x="40" y="118"/>
                  <a:pt x="37" y="121"/>
                  <a:pt x="37" y="124"/>
                </a:cubicBezTo>
                <a:cubicBezTo>
                  <a:pt x="37" y="127"/>
                  <a:pt x="40" y="130"/>
                  <a:pt x="43" y="130"/>
                </a:cubicBezTo>
                <a:cubicBezTo>
                  <a:pt x="78" y="130"/>
                  <a:pt x="78" y="130"/>
                  <a:pt x="78" y="130"/>
                </a:cubicBezTo>
                <a:cubicBezTo>
                  <a:pt x="81" y="130"/>
                  <a:pt x="83" y="127"/>
                  <a:pt x="83" y="124"/>
                </a:cubicBezTo>
                <a:close/>
                <a:moveTo>
                  <a:pt x="250" y="176"/>
                </a:moveTo>
                <a:cubicBezTo>
                  <a:pt x="250" y="47"/>
                  <a:pt x="250" y="47"/>
                  <a:pt x="250" y="47"/>
                </a:cubicBezTo>
                <a:cubicBezTo>
                  <a:pt x="223" y="75"/>
                  <a:pt x="191" y="90"/>
                  <a:pt x="150" y="90"/>
                </a:cubicBezTo>
                <a:cubicBezTo>
                  <a:pt x="150" y="135"/>
                  <a:pt x="150" y="135"/>
                  <a:pt x="150" y="135"/>
                </a:cubicBezTo>
                <a:cubicBezTo>
                  <a:pt x="191" y="135"/>
                  <a:pt x="223" y="149"/>
                  <a:pt x="250" y="176"/>
                </a:cubicBezTo>
                <a:close/>
                <a:moveTo>
                  <a:pt x="310" y="47"/>
                </a:moveTo>
                <a:cubicBezTo>
                  <a:pt x="357" y="0"/>
                  <a:pt x="357" y="0"/>
                  <a:pt x="357" y="0"/>
                </a:cubicBezTo>
                <a:cubicBezTo>
                  <a:pt x="369" y="11"/>
                  <a:pt x="369" y="11"/>
                  <a:pt x="369" y="11"/>
                </a:cubicBezTo>
                <a:cubicBezTo>
                  <a:pt x="322" y="59"/>
                  <a:pt x="322" y="59"/>
                  <a:pt x="322" y="59"/>
                </a:cubicBezTo>
                <a:lnTo>
                  <a:pt x="310" y="47"/>
                </a:lnTo>
                <a:close/>
                <a:moveTo>
                  <a:pt x="322" y="167"/>
                </a:moveTo>
                <a:cubicBezTo>
                  <a:pt x="369" y="214"/>
                  <a:pt x="369" y="214"/>
                  <a:pt x="369" y="214"/>
                </a:cubicBezTo>
                <a:cubicBezTo>
                  <a:pt x="357" y="225"/>
                  <a:pt x="357" y="225"/>
                  <a:pt x="357" y="225"/>
                </a:cubicBezTo>
                <a:cubicBezTo>
                  <a:pt x="310" y="178"/>
                  <a:pt x="310" y="178"/>
                  <a:pt x="310" y="178"/>
                </a:cubicBezTo>
                <a:lnTo>
                  <a:pt x="322" y="167"/>
                </a:lnTo>
                <a:close/>
                <a:moveTo>
                  <a:pt x="330" y="103"/>
                </a:moveTo>
                <a:cubicBezTo>
                  <a:pt x="409" y="103"/>
                  <a:pt x="409" y="103"/>
                  <a:pt x="409" y="103"/>
                </a:cubicBezTo>
                <a:cubicBezTo>
                  <a:pt x="409" y="119"/>
                  <a:pt x="409" y="119"/>
                  <a:pt x="409" y="119"/>
                </a:cubicBezTo>
                <a:cubicBezTo>
                  <a:pt x="330" y="119"/>
                  <a:pt x="330" y="119"/>
                  <a:pt x="330" y="119"/>
                </a:cubicBezTo>
                <a:lnTo>
                  <a:pt x="330" y="103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64" name="Freeform 66"/>
          <p:cNvSpPr>
            <a:spLocks noEditPoints="1"/>
          </p:cNvSpPr>
          <p:nvPr/>
        </p:nvSpPr>
        <p:spPr bwMode="auto">
          <a:xfrm>
            <a:off x="8883779" y="3563595"/>
            <a:ext cx="295443" cy="297631"/>
          </a:xfrm>
          <a:custGeom>
            <a:avLst/>
            <a:gdLst>
              <a:gd name="T0" fmla="*/ 235 w 262"/>
              <a:gd name="T1" fmla="*/ 0 h 262"/>
              <a:gd name="T2" fmla="*/ 262 w 262"/>
              <a:gd name="T3" fmla="*/ 27 h 262"/>
              <a:gd name="T4" fmla="*/ 262 w 262"/>
              <a:gd name="T5" fmla="*/ 235 h 262"/>
              <a:gd name="T6" fmla="*/ 235 w 262"/>
              <a:gd name="T7" fmla="*/ 262 h 262"/>
              <a:gd name="T8" fmla="*/ 27 w 262"/>
              <a:gd name="T9" fmla="*/ 262 h 262"/>
              <a:gd name="T10" fmla="*/ 0 w 262"/>
              <a:gd name="T11" fmla="*/ 235 h 262"/>
              <a:gd name="T12" fmla="*/ 0 w 262"/>
              <a:gd name="T13" fmla="*/ 27 h 262"/>
              <a:gd name="T14" fmla="*/ 27 w 262"/>
              <a:gd name="T15" fmla="*/ 0 h 262"/>
              <a:gd name="T16" fmla="*/ 235 w 262"/>
              <a:gd name="T17" fmla="*/ 0 h 262"/>
              <a:gd name="T18" fmla="*/ 148 w 262"/>
              <a:gd name="T19" fmla="*/ 177 h 262"/>
              <a:gd name="T20" fmla="*/ 115 w 262"/>
              <a:gd name="T21" fmla="*/ 145 h 262"/>
              <a:gd name="T22" fmla="*/ 115 w 262"/>
              <a:gd name="T23" fmla="*/ 127 h 262"/>
              <a:gd name="T24" fmla="*/ 176 w 262"/>
              <a:gd name="T25" fmla="*/ 127 h 262"/>
              <a:gd name="T26" fmla="*/ 196 w 262"/>
              <a:gd name="T27" fmla="*/ 106 h 262"/>
              <a:gd name="T28" fmla="*/ 176 w 262"/>
              <a:gd name="T29" fmla="*/ 86 h 262"/>
              <a:gd name="T30" fmla="*/ 115 w 262"/>
              <a:gd name="T31" fmla="*/ 86 h 262"/>
              <a:gd name="T32" fmla="*/ 115 w 262"/>
              <a:gd name="T33" fmla="*/ 60 h 262"/>
              <a:gd name="T34" fmla="*/ 95 w 262"/>
              <a:gd name="T35" fmla="*/ 40 h 262"/>
              <a:gd name="T36" fmla="*/ 75 w 262"/>
              <a:gd name="T37" fmla="*/ 60 h 262"/>
              <a:gd name="T38" fmla="*/ 75 w 262"/>
              <a:gd name="T39" fmla="*/ 145 h 262"/>
              <a:gd name="T40" fmla="*/ 96 w 262"/>
              <a:gd name="T41" fmla="*/ 196 h 262"/>
              <a:gd name="T42" fmla="*/ 147 w 262"/>
              <a:gd name="T43" fmla="*/ 218 h 262"/>
              <a:gd name="T44" fmla="*/ 176 w 262"/>
              <a:gd name="T45" fmla="*/ 218 h 262"/>
              <a:gd name="T46" fmla="*/ 196 w 262"/>
              <a:gd name="T47" fmla="*/ 198 h 262"/>
              <a:gd name="T48" fmla="*/ 176 w 262"/>
              <a:gd name="T49" fmla="*/ 177 h 262"/>
              <a:gd name="T50" fmla="*/ 148 w 262"/>
              <a:gd name="T51" fmla="*/ 177 h 2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262" h="262">
                <a:moveTo>
                  <a:pt x="235" y="0"/>
                </a:moveTo>
                <a:cubicBezTo>
                  <a:pt x="254" y="0"/>
                  <a:pt x="262" y="8"/>
                  <a:pt x="262" y="27"/>
                </a:cubicBezTo>
                <a:cubicBezTo>
                  <a:pt x="262" y="235"/>
                  <a:pt x="262" y="235"/>
                  <a:pt x="262" y="235"/>
                </a:cubicBezTo>
                <a:cubicBezTo>
                  <a:pt x="262" y="253"/>
                  <a:pt x="254" y="262"/>
                  <a:pt x="235" y="262"/>
                </a:cubicBezTo>
                <a:cubicBezTo>
                  <a:pt x="27" y="262"/>
                  <a:pt x="27" y="262"/>
                  <a:pt x="27" y="262"/>
                </a:cubicBezTo>
                <a:cubicBezTo>
                  <a:pt x="10" y="262"/>
                  <a:pt x="0" y="253"/>
                  <a:pt x="0" y="235"/>
                </a:cubicBezTo>
                <a:cubicBezTo>
                  <a:pt x="0" y="27"/>
                  <a:pt x="0" y="27"/>
                  <a:pt x="0" y="27"/>
                </a:cubicBezTo>
                <a:cubicBezTo>
                  <a:pt x="0" y="8"/>
                  <a:pt x="10" y="0"/>
                  <a:pt x="27" y="0"/>
                </a:cubicBezTo>
                <a:lnTo>
                  <a:pt x="235" y="0"/>
                </a:lnTo>
                <a:close/>
                <a:moveTo>
                  <a:pt x="148" y="177"/>
                </a:moveTo>
                <a:cubicBezTo>
                  <a:pt x="129" y="176"/>
                  <a:pt x="115" y="163"/>
                  <a:pt x="115" y="145"/>
                </a:cubicBezTo>
                <a:cubicBezTo>
                  <a:pt x="115" y="127"/>
                  <a:pt x="115" y="127"/>
                  <a:pt x="115" y="127"/>
                </a:cubicBezTo>
                <a:cubicBezTo>
                  <a:pt x="176" y="127"/>
                  <a:pt x="176" y="127"/>
                  <a:pt x="176" y="127"/>
                </a:cubicBezTo>
                <a:cubicBezTo>
                  <a:pt x="187" y="127"/>
                  <a:pt x="196" y="117"/>
                  <a:pt x="196" y="106"/>
                </a:cubicBezTo>
                <a:cubicBezTo>
                  <a:pt x="196" y="95"/>
                  <a:pt x="187" y="86"/>
                  <a:pt x="176" y="86"/>
                </a:cubicBezTo>
                <a:cubicBezTo>
                  <a:pt x="115" y="86"/>
                  <a:pt x="115" y="86"/>
                  <a:pt x="115" y="86"/>
                </a:cubicBezTo>
                <a:cubicBezTo>
                  <a:pt x="115" y="60"/>
                  <a:pt x="115" y="60"/>
                  <a:pt x="115" y="60"/>
                </a:cubicBezTo>
                <a:cubicBezTo>
                  <a:pt x="115" y="49"/>
                  <a:pt x="105" y="40"/>
                  <a:pt x="95" y="40"/>
                </a:cubicBezTo>
                <a:cubicBezTo>
                  <a:pt x="83" y="40"/>
                  <a:pt x="75" y="49"/>
                  <a:pt x="75" y="60"/>
                </a:cubicBezTo>
                <a:cubicBezTo>
                  <a:pt x="75" y="145"/>
                  <a:pt x="75" y="145"/>
                  <a:pt x="75" y="145"/>
                </a:cubicBezTo>
                <a:cubicBezTo>
                  <a:pt x="75" y="164"/>
                  <a:pt x="82" y="184"/>
                  <a:pt x="96" y="196"/>
                </a:cubicBezTo>
                <a:cubicBezTo>
                  <a:pt x="109" y="210"/>
                  <a:pt x="127" y="217"/>
                  <a:pt x="147" y="218"/>
                </a:cubicBezTo>
                <a:cubicBezTo>
                  <a:pt x="176" y="218"/>
                  <a:pt x="176" y="218"/>
                  <a:pt x="176" y="218"/>
                </a:cubicBezTo>
                <a:cubicBezTo>
                  <a:pt x="187" y="218"/>
                  <a:pt x="196" y="209"/>
                  <a:pt x="196" y="198"/>
                </a:cubicBezTo>
                <a:cubicBezTo>
                  <a:pt x="196" y="186"/>
                  <a:pt x="187" y="177"/>
                  <a:pt x="176" y="177"/>
                </a:cubicBezTo>
                <a:lnTo>
                  <a:pt x="148" y="177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65" name="Freeform 67"/>
          <p:cNvSpPr>
            <a:spLocks noEditPoints="1"/>
          </p:cNvSpPr>
          <p:nvPr/>
        </p:nvSpPr>
        <p:spPr bwMode="auto">
          <a:xfrm>
            <a:off x="9262384" y="3557028"/>
            <a:ext cx="317328" cy="302008"/>
          </a:xfrm>
          <a:custGeom>
            <a:avLst/>
            <a:gdLst>
              <a:gd name="T0" fmla="*/ 265 w 280"/>
              <a:gd name="T1" fmla="*/ 31 h 268"/>
              <a:gd name="T2" fmla="*/ 216 w 280"/>
              <a:gd name="T3" fmla="*/ 268 h 268"/>
              <a:gd name="T4" fmla="*/ 19 w 280"/>
              <a:gd name="T5" fmla="*/ 31 h 268"/>
              <a:gd name="T6" fmla="*/ 0 w 280"/>
              <a:gd name="T7" fmla="*/ 16 h 268"/>
              <a:gd name="T8" fmla="*/ 265 w 280"/>
              <a:gd name="T9" fmla="*/ 0 h 268"/>
              <a:gd name="T10" fmla="*/ 59 w 280"/>
              <a:gd name="T11" fmla="*/ 31 h 268"/>
              <a:gd name="T12" fmla="*/ 45 w 280"/>
              <a:gd name="T13" fmla="*/ 45 h 268"/>
              <a:gd name="T14" fmla="*/ 49 w 280"/>
              <a:gd name="T15" fmla="*/ 63 h 268"/>
              <a:gd name="T16" fmla="*/ 64 w 280"/>
              <a:gd name="T17" fmla="*/ 102 h 268"/>
              <a:gd name="T18" fmla="*/ 64 w 280"/>
              <a:gd name="T19" fmla="*/ 49 h 268"/>
              <a:gd name="T20" fmla="*/ 70 w 280"/>
              <a:gd name="T21" fmla="*/ 171 h 268"/>
              <a:gd name="T22" fmla="*/ 64 w 280"/>
              <a:gd name="T23" fmla="*/ 124 h 268"/>
              <a:gd name="T24" fmla="*/ 70 w 280"/>
              <a:gd name="T25" fmla="*/ 171 h 268"/>
              <a:gd name="T26" fmla="*/ 81 w 280"/>
              <a:gd name="T27" fmla="*/ 31 h 268"/>
              <a:gd name="T28" fmla="*/ 101 w 280"/>
              <a:gd name="T29" fmla="*/ 64 h 268"/>
              <a:gd name="T30" fmla="*/ 122 w 280"/>
              <a:gd name="T31" fmla="*/ 31 h 268"/>
              <a:gd name="T32" fmla="*/ 128 w 280"/>
              <a:gd name="T33" fmla="*/ 112 h 268"/>
              <a:gd name="T34" fmla="*/ 75 w 280"/>
              <a:gd name="T35" fmla="*/ 112 h 268"/>
              <a:gd name="T36" fmla="*/ 75 w 280"/>
              <a:gd name="T37" fmla="*/ 188 h 268"/>
              <a:gd name="T38" fmla="*/ 128 w 280"/>
              <a:gd name="T39" fmla="*/ 188 h 268"/>
              <a:gd name="T40" fmla="*/ 75 w 280"/>
              <a:gd name="T41" fmla="*/ 188 h 268"/>
              <a:gd name="T42" fmla="*/ 110 w 280"/>
              <a:gd name="T43" fmla="*/ 245 h 268"/>
              <a:gd name="T44" fmla="*/ 84 w 280"/>
              <a:gd name="T45" fmla="*/ 245 h 268"/>
              <a:gd name="T46" fmla="*/ 139 w 280"/>
              <a:gd name="T47" fmla="*/ 49 h 268"/>
              <a:gd name="T48" fmla="*/ 139 w 280"/>
              <a:gd name="T49" fmla="*/ 102 h 268"/>
              <a:gd name="T50" fmla="*/ 112 w 280"/>
              <a:gd name="T51" fmla="*/ 150 h 268"/>
              <a:gd name="T52" fmla="*/ 165 w 280"/>
              <a:gd name="T53" fmla="*/ 150 h 268"/>
              <a:gd name="T54" fmla="*/ 112 w 280"/>
              <a:gd name="T55" fmla="*/ 150 h 268"/>
              <a:gd name="T56" fmla="*/ 132 w 280"/>
              <a:gd name="T57" fmla="*/ 245 h 268"/>
              <a:gd name="T58" fmla="*/ 165 w 280"/>
              <a:gd name="T59" fmla="*/ 225 h 268"/>
              <a:gd name="T60" fmla="*/ 112 w 280"/>
              <a:gd name="T61" fmla="*/ 225 h 268"/>
              <a:gd name="T62" fmla="*/ 156 w 280"/>
              <a:gd name="T63" fmla="*/ 31 h 268"/>
              <a:gd name="T64" fmla="*/ 176 w 280"/>
              <a:gd name="T65" fmla="*/ 64 h 268"/>
              <a:gd name="T66" fmla="*/ 196 w 280"/>
              <a:gd name="T67" fmla="*/ 31 h 268"/>
              <a:gd name="T68" fmla="*/ 203 w 280"/>
              <a:gd name="T69" fmla="*/ 112 h 268"/>
              <a:gd name="T70" fmla="*/ 150 w 280"/>
              <a:gd name="T71" fmla="*/ 112 h 268"/>
              <a:gd name="T72" fmla="*/ 203 w 280"/>
              <a:gd name="T73" fmla="*/ 188 h 268"/>
              <a:gd name="T74" fmla="*/ 150 w 280"/>
              <a:gd name="T75" fmla="*/ 188 h 268"/>
              <a:gd name="T76" fmla="*/ 203 w 280"/>
              <a:gd name="T77" fmla="*/ 188 h 268"/>
              <a:gd name="T78" fmla="*/ 196 w 280"/>
              <a:gd name="T79" fmla="*/ 245 h 268"/>
              <a:gd name="T80" fmla="*/ 167 w 280"/>
              <a:gd name="T81" fmla="*/ 245 h 268"/>
              <a:gd name="T82" fmla="*/ 214 w 280"/>
              <a:gd name="T83" fmla="*/ 49 h 268"/>
              <a:gd name="T84" fmla="*/ 214 w 280"/>
              <a:gd name="T85" fmla="*/ 102 h 268"/>
              <a:gd name="T86" fmla="*/ 232 w 280"/>
              <a:gd name="T87" fmla="*/ 66 h 268"/>
              <a:gd name="T88" fmla="*/ 214 w 280"/>
              <a:gd name="T89" fmla="*/ 124 h 268"/>
              <a:gd name="T90" fmla="*/ 211 w 280"/>
              <a:gd name="T91" fmla="*/ 174 h 268"/>
              <a:gd name="T92" fmla="*/ 239 w 280"/>
              <a:gd name="T93" fmla="*/ 31 h 268"/>
              <a:gd name="T94" fmla="*/ 235 w 280"/>
              <a:gd name="T95" fmla="*/ 48 h 2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280" h="268">
                <a:moveTo>
                  <a:pt x="280" y="16"/>
                </a:moveTo>
                <a:cubicBezTo>
                  <a:pt x="280" y="25"/>
                  <a:pt x="273" y="31"/>
                  <a:pt x="265" y="31"/>
                </a:cubicBezTo>
                <a:cubicBezTo>
                  <a:pt x="262" y="31"/>
                  <a:pt x="262" y="31"/>
                  <a:pt x="262" y="31"/>
                </a:cubicBezTo>
                <a:cubicBezTo>
                  <a:pt x="216" y="268"/>
                  <a:pt x="216" y="268"/>
                  <a:pt x="216" y="268"/>
                </a:cubicBezTo>
                <a:cubicBezTo>
                  <a:pt x="65" y="268"/>
                  <a:pt x="65" y="268"/>
                  <a:pt x="65" y="268"/>
                </a:cubicBezTo>
                <a:cubicBezTo>
                  <a:pt x="19" y="31"/>
                  <a:pt x="19" y="31"/>
                  <a:pt x="19" y="31"/>
                </a:cubicBezTo>
                <a:cubicBezTo>
                  <a:pt x="15" y="31"/>
                  <a:pt x="15" y="31"/>
                  <a:pt x="15" y="31"/>
                </a:cubicBezTo>
                <a:cubicBezTo>
                  <a:pt x="6" y="31"/>
                  <a:pt x="0" y="25"/>
                  <a:pt x="0" y="16"/>
                </a:cubicBezTo>
                <a:cubicBezTo>
                  <a:pt x="0" y="7"/>
                  <a:pt x="6" y="0"/>
                  <a:pt x="15" y="0"/>
                </a:cubicBezTo>
                <a:cubicBezTo>
                  <a:pt x="265" y="0"/>
                  <a:pt x="265" y="0"/>
                  <a:pt x="265" y="0"/>
                </a:cubicBezTo>
                <a:cubicBezTo>
                  <a:pt x="273" y="0"/>
                  <a:pt x="280" y="7"/>
                  <a:pt x="280" y="16"/>
                </a:cubicBezTo>
                <a:close/>
                <a:moveTo>
                  <a:pt x="59" y="31"/>
                </a:moveTo>
                <a:cubicBezTo>
                  <a:pt x="43" y="31"/>
                  <a:pt x="43" y="31"/>
                  <a:pt x="43" y="31"/>
                </a:cubicBezTo>
                <a:cubicBezTo>
                  <a:pt x="45" y="45"/>
                  <a:pt x="45" y="45"/>
                  <a:pt x="45" y="45"/>
                </a:cubicBezTo>
                <a:lnTo>
                  <a:pt x="59" y="31"/>
                </a:lnTo>
                <a:close/>
                <a:moveTo>
                  <a:pt x="49" y="63"/>
                </a:moveTo>
                <a:cubicBezTo>
                  <a:pt x="55" y="93"/>
                  <a:pt x="55" y="93"/>
                  <a:pt x="55" y="93"/>
                </a:cubicBezTo>
                <a:cubicBezTo>
                  <a:pt x="64" y="102"/>
                  <a:pt x="64" y="102"/>
                  <a:pt x="64" y="102"/>
                </a:cubicBezTo>
                <a:cubicBezTo>
                  <a:pt x="90" y="75"/>
                  <a:pt x="90" y="75"/>
                  <a:pt x="90" y="75"/>
                </a:cubicBezTo>
                <a:cubicBezTo>
                  <a:pt x="64" y="49"/>
                  <a:pt x="64" y="49"/>
                  <a:pt x="64" y="49"/>
                </a:cubicBezTo>
                <a:lnTo>
                  <a:pt x="49" y="63"/>
                </a:lnTo>
                <a:close/>
                <a:moveTo>
                  <a:pt x="70" y="171"/>
                </a:moveTo>
                <a:cubicBezTo>
                  <a:pt x="90" y="150"/>
                  <a:pt x="90" y="150"/>
                  <a:pt x="90" y="150"/>
                </a:cubicBezTo>
                <a:cubicBezTo>
                  <a:pt x="64" y="124"/>
                  <a:pt x="64" y="124"/>
                  <a:pt x="64" y="124"/>
                </a:cubicBezTo>
                <a:cubicBezTo>
                  <a:pt x="61" y="126"/>
                  <a:pt x="61" y="126"/>
                  <a:pt x="61" y="126"/>
                </a:cubicBezTo>
                <a:lnTo>
                  <a:pt x="70" y="171"/>
                </a:lnTo>
                <a:close/>
                <a:moveTo>
                  <a:pt x="122" y="31"/>
                </a:moveTo>
                <a:cubicBezTo>
                  <a:pt x="81" y="31"/>
                  <a:pt x="81" y="31"/>
                  <a:pt x="81" y="31"/>
                </a:cubicBezTo>
                <a:cubicBezTo>
                  <a:pt x="75" y="37"/>
                  <a:pt x="75" y="37"/>
                  <a:pt x="75" y="37"/>
                </a:cubicBezTo>
                <a:cubicBezTo>
                  <a:pt x="101" y="64"/>
                  <a:pt x="101" y="64"/>
                  <a:pt x="101" y="64"/>
                </a:cubicBezTo>
                <a:cubicBezTo>
                  <a:pt x="128" y="37"/>
                  <a:pt x="128" y="37"/>
                  <a:pt x="128" y="37"/>
                </a:cubicBezTo>
                <a:lnTo>
                  <a:pt x="122" y="31"/>
                </a:lnTo>
                <a:close/>
                <a:moveTo>
                  <a:pt x="101" y="139"/>
                </a:moveTo>
                <a:cubicBezTo>
                  <a:pt x="128" y="112"/>
                  <a:pt x="128" y="112"/>
                  <a:pt x="128" y="112"/>
                </a:cubicBezTo>
                <a:cubicBezTo>
                  <a:pt x="101" y="86"/>
                  <a:pt x="101" y="86"/>
                  <a:pt x="101" y="86"/>
                </a:cubicBezTo>
                <a:cubicBezTo>
                  <a:pt x="75" y="112"/>
                  <a:pt x="75" y="112"/>
                  <a:pt x="75" y="112"/>
                </a:cubicBezTo>
                <a:lnTo>
                  <a:pt x="101" y="139"/>
                </a:lnTo>
                <a:close/>
                <a:moveTo>
                  <a:pt x="75" y="188"/>
                </a:moveTo>
                <a:cubicBezTo>
                  <a:pt x="101" y="214"/>
                  <a:pt x="101" y="214"/>
                  <a:pt x="101" y="214"/>
                </a:cubicBezTo>
                <a:cubicBezTo>
                  <a:pt x="128" y="188"/>
                  <a:pt x="128" y="188"/>
                  <a:pt x="128" y="188"/>
                </a:cubicBezTo>
                <a:cubicBezTo>
                  <a:pt x="101" y="161"/>
                  <a:pt x="101" y="161"/>
                  <a:pt x="101" y="161"/>
                </a:cubicBezTo>
                <a:lnTo>
                  <a:pt x="75" y="188"/>
                </a:lnTo>
                <a:close/>
                <a:moveTo>
                  <a:pt x="84" y="245"/>
                </a:moveTo>
                <a:cubicBezTo>
                  <a:pt x="110" y="245"/>
                  <a:pt x="110" y="245"/>
                  <a:pt x="110" y="245"/>
                </a:cubicBezTo>
                <a:cubicBezTo>
                  <a:pt x="78" y="213"/>
                  <a:pt x="78" y="213"/>
                  <a:pt x="78" y="213"/>
                </a:cubicBezTo>
                <a:lnTo>
                  <a:pt x="84" y="245"/>
                </a:lnTo>
                <a:close/>
                <a:moveTo>
                  <a:pt x="165" y="75"/>
                </a:moveTo>
                <a:cubicBezTo>
                  <a:pt x="139" y="49"/>
                  <a:pt x="139" y="49"/>
                  <a:pt x="139" y="49"/>
                </a:cubicBezTo>
                <a:cubicBezTo>
                  <a:pt x="112" y="75"/>
                  <a:pt x="112" y="75"/>
                  <a:pt x="112" y="75"/>
                </a:cubicBezTo>
                <a:cubicBezTo>
                  <a:pt x="139" y="102"/>
                  <a:pt x="139" y="102"/>
                  <a:pt x="139" y="102"/>
                </a:cubicBezTo>
                <a:lnTo>
                  <a:pt x="165" y="75"/>
                </a:lnTo>
                <a:close/>
                <a:moveTo>
                  <a:pt x="112" y="150"/>
                </a:moveTo>
                <a:cubicBezTo>
                  <a:pt x="139" y="177"/>
                  <a:pt x="139" y="177"/>
                  <a:pt x="139" y="177"/>
                </a:cubicBezTo>
                <a:cubicBezTo>
                  <a:pt x="165" y="150"/>
                  <a:pt x="165" y="150"/>
                  <a:pt x="165" y="150"/>
                </a:cubicBezTo>
                <a:cubicBezTo>
                  <a:pt x="139" y="124"/>
                  <a:pt x="139" y="124"/>
                  <a:pt x="139" y="124"/>
                </a:cubicBezTo>
                <a:lnTo>
                  <a:pt x="112" y="150"/>
                </a:lnTo>
                <a:close/>
                <a:moveTo>
                  <a:pt x="112" y="225"/>
                </a:moveTo>
                <a:cubicBezTo>
                  <a:pt x="132" y="245"/>
                  <a:pt x="132" y="245"/>
                  <a:pt x="132" y="245"/>
                </a:cubicBezTo>
                <a:cubicBezTo>
                  <a:pt x="145" y="245"/>
                  <a:pt x="145" y="245"/>
                  <a:pt x="145" y="245"/>
                </a:cubicBezTo>
                <a:cubicBezTo>
                  <a:pt x="165" y="225"/>
                  <a:pt x="165" y="225"/>
                  <a:pt x="165" y="225"/>
                </a:cubicBezTo>
                <a:cubicBezTo>
                  <a:pt x="139" y="199"/>
                  <a:pt x="139" y="199"/>
                  <a:pt x="139" y="199"/>
                </a:cubicBezTo>
                <a:lnTo>
                  <a:pt x="112" y="225"/>
                </a:lnTo>
                <a:close/>
                <a:moveTo>
                  <a:pt x="196" y="31"/>
                </a:moveTo>
                <a:cubicBezTo>
                  <a:pt x="156" y="31"/>
                  <a:pt x="156" y="31"/>
                  <a:pt x="156" y="31"/>
                </a:cubicBezTo>
                <a:cubicBezTo>
                  <a:pt x="150" y="37"/>
                  <a:pt x="150" y="37"/>
                  <a:pt x="150" y="37"/>
                </a:cubicBezTo>
                <a:cubicBezTo>
                  <a:pt x="176" y="64"/>
                  <a:pt x="176" y="64"/>
                  <a:pt x="176" y="64"/>
                </a:cubicBezTo>
                <a:cubicBezTo>
                  <a:pt x="203" y="37"/>
                  <a:pt x="203" y="37"/>
                  <a:pt x="203" y="37"/>
                </a:cubicBezTo>
                <a:lnTo>
                  <a:pt x="196" y="31"/>
                </a:lnTo>
                <a:close/>
                <a:moveTo>
                  <a:pt x="176" y="139"/>
                </a:moveTo>
                <a:cubicBezTo>
                  <a:pt x="203" y="112"/>
                  <a:pt x="203" y="112"/>
                  <a:pt x="203" y="112"/>
                </a:cubicBezTo>
                <a:cubicBezTo>
                  <a:pt x="176" y="86"/>
                  <a:pt x="176" y="86"/>
                  <a:pt x="176" y="86"/>
                </a:cubicBezTo>
                <a:cubicBezTo>
                  <a:pt x="150" y="112"/>
                  <a:pt x="150" y="112"/>
                  <a:pt x="150" y="112"/>
                </a:cubicBezTo>
                <a:lnTo>
                  <a:pt x="176" y="139"/>
                </a:lnTo>
                <a:close/>
                <a:moveTo>
                  <a:pt x="203" y="188"/>
                </a:moveTo>
                <a:cubicBezTo>
                  <a:pt x="176" y="161"/>
                  <a:pt x="176" y="161"/>
                  <a:pt x="176" y="161"/>
                </a:cubicBezTo>
                <a:cubicBezTo>
                  <a:pt x="150" y="188"/>
                  <a:pt x="150" y="188"/>
                  <a:pt x="150" y="188"/>
                </a:cubicBezTo>
                <a:cubicBezTo>
                  <a:pt x="176" y="214"/>
                  <a:pt x="176" y="214"/>
                  <a:pt x="176" y="214"/>
                </a:cubicBezTo>
                <a:lnTo>
                  <a:pt x="203" y="188"/>
                </a:lnTo>
                <a:close/>
                <a:moveTo>
                  <a:pt x="167" y="245"/>
                </a:moveTo>
                <a:cubicBezTo>
                  <a:pt x="196" y="245"/>
                  <a:pt x="196" y="245"/>
                  <a:pt x="196" y="245"/>
                </a:cubicBezTo>
                <a:cubicBezTo>
                  <a:pt x="204" y="209"/>
                  <a:pt x="204" y="209"/>
                  <a:pt x="204" y="209"/>
                </a:cubicBezTo>
                <a:lnTo>
                  <a:pt x="167" y="245"/>
                </a:lnTo>
                <a:close/>
                <a:moveTo>
                  <a:pt x="232" y="66"/>
                </a:moveTo>
                <a:cubicBezTo>
                  <a:pt x="214" y="49"/>
                  <a:pt x="214" y="49"/>
                  <a:pt x="214" y="49"/>
                </a:cubicBezTo>
                <a:cubicBezTo>
                  <a:pt x="187" y="75"/>
                  <a:pt x="187" y="75"/>
                  <a:pt x="187" y="75"/>
                </a:cubicBezTo>
                <a:cubicBezTo>
                  <a:pt x="214" y="102"/>
                  <a:pt x="214" y="102"/>
                  <a:pt x="214" y="102"/>
                </a:cubicBezTo>
                <a:cubicBezTo>
                  <a:pt x="228" y="88"/>
                  <a:pt x="228" y="88"/>
                  <a:pt x="228" y="88"/>
                </a:cubicBezTo>
                <a:lnTo>
                  <a:pt x="232" y="66"/>
                </a:lnTo>
                <a:close/>
                <a:moveTo>
                  <a:pt x="219" y="129"/>
                </a:moveTo>
                <a:cubicBezTo>
                  <a:pt x="214" y="124"/>
                  <a:pt x="214" y="124"/>
                  <a:pt x="214" y="124"/>
                </a:cubicBezTo>
                <a:cubicBezTo>
                  <a:pt x="187" y="150"/>
                  <a:pt x="187" y="150"/>
                  <a:pt x="187" y="150"/>
                </a:cubicBezTo>
                <a:cubicBezTo>
                  <a:pt x="211" y="174"/>
                  <a:pt x="211" y="174"/>
                  <a:pt x="211" y="174"/>
                </a:cubicBezTo>
                <a:lnTo>
                  <a:pt x="219" y="129"/>
                </a:lnTo>
                <a:close/>
                <a:moveTo>
                  <a:pt x="239" y="31"/>
                </a:moveTo>
                <a:cubicBezTo>
                  <a:pt x="218" y="31"/>
                  <a:pt x="218" y="31"/>
                  <a:pt x="218" y="31"/>
                </a:cubicBezTo>
                <a:cubicBezTo>
                  <a:pt x="235" y="48"/>
                  <a:pt x="235" y="48"/>
                  <a:pt x="235" y="48"/>
                </a:cubicBezTo>
                <a:lnTo>
                  <a:pt x="239" y="3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66" name="Freeform 68"/>
          <p:cNvSpPr>
            <a:spLocks noEditPoints="1"/>
          </p:cNvSpPr>
          <p:nvPr/>
        </p:nvSpPr>
        <p:spPr bwMode="auto">
          <a:xfrm>
            <a:off x="9807311" y="3537334"/>
            <a:ext cx="186020" cy="323892"/>
          </a:xfrm>
          <a:custGeom>
            <a:avLst/>
            <a:gdLst>
              <a:gd name="T0" fmla="*/ 134 w 163"/>
              <a:gd name="T1" fmla="*/ 0 h 285"/>
              <a:gd name="T2" fmla="*/ 163 w 163"/>
              <a:gd name="T3" fmla="*/ 28 h 285"/>
              <a:gd name="T4" fmla="*/ 163 w 163"/>
              <a:gd name="T5" fmla="*/ 259 h 285"/>
              <a:gd name="T6" fmla="*/ 137 w 163"/>
              <a:gd name="T7" fmla="*/ 285 h 285"/>
              <a:gd name="T8" fmla="*/ 25 w 163"/>
              <a:gd name="T9" fmla="*/ 285 h 285"/>
              <a:gd name="T10" fmla="*/ 0 w 163"/>
              <a:gd name="T11" fmla="*/ 259 h 285"/>
              <a:gd name="T12" fmla="*/ 0 w 163"/>
              <a:gd name="T13" fmla="*/ 28 h 285"/>
              <a:gd name="T14" fmla="*/ 28 w 163"/>
              <a:gd name="T15" fmla="*/ 0 h 285"/>
              <a:gd name="T16" fmla="*/ 134 w 163"/>
              <a:gd name="T17" fmla="*/ 0 h 285"/>
              <a:gd name="T18" fmla="*/ 148 w 163"/>
              <a:gd name="T19" fmla="*/ 57 h 285"/>
              <a:gd name="T20" fmla="*/ 15 w 163"/>
              <a:gd name="T21" fmla="*/ 57 h 285"/>
              <a:gd name="T22" fmla="*/ 15 w 163"/>
              <a:gd name="T23" fmla="*/ 228 h 285"/>
              <a:gd name="T24" fmla="*/ 148 w 163"/>
              <a:gd name="T25" fmla="*/ 228 h 285"/>
              <a:gd name="T26" fmla="*/ 148 w 163"/>
              <a:gd name="T27" fmla="*/ 57 h 285"/>
              <a:gd name="T28" fmla="*/ 55 w 163"/>
              <a:gd name="T29" fmla="*/ 24 h 285"/>
              <a:gd name="T30" fmla="*/ 60 w 163"/>
              <a:gd name="T31" fmla="*/ 30 h 285"/>
              <a:gd name="T32" fmla="*/ 103 w 163"/>
              <a:gd name="T33" fmla="*/ 30 h 285"/>
              <a:gd name="T34" fmla="*/ 108 w 163"/>
              <a:gd name="T35" fmla="*/ 24 h 285"/>
              <a:gd name="T36" fmla="*/ 103 w 163"/>
              <a:gd name="T37" fmla="*/ 19 h 285"/>
              <a:gd name="T38" fmla="*/ 60 w 163"/>
              <a:gd name="T39" fmla="*/ 19 h 285"/>
              <a:gd name="T40" fmla="*/ 55 w 163"/>
              <a:gd name="T41" fmla="*/ 24 h 285"/>
              <a:gd name="T42" fmla="*/ 98 w 163"/>
              <a:gd name="T43" fmla="*/ 257 h 285"/>
              <a:gd name="T44" fmla="*/ 81 w 163"/>
              <a:gd name="T45" fmla="*/ 241 h 285"/>
              <a:gd name="T46" fmla="*/ 65 w 163"/>
              <a:gd name="T47" fmla="*/ 257 h 285"/>
              <a:gd name="T48" fmla="*/ 81 w 163"/>
              <a:gd name="T49" fmla="*/ 274 h 285"/>
              <a:gd name="T50" fmla="*/ 98 w 163"/>
              <a:gd name="T51" fmla="*/ 257 h 2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163" h="285">
                <a:moveTo>
                  <a:pt x="134" y="0"/>
                </a:moveTo>
                <a:cubicBezTo>
                  <a:pt x="152" y="0"/>
                  <a:pt x="163" y="12"/>
                  <a:pt x="163" y="28"/>
                </a:cubicBezTo>
                <a:cubicBezTo>
                  <a:pt x="163" y="259"/>
                  <a:pt x="163" y="259"/>
                  <a:pt x="163" y="259"/>
                </a:cubicBezTo>
                <a:cubicBezTo>
                  <a:pt x="163" y="273"/>
                  <a:pt x="152" y="285"/>
                  <a:pt x="137" y="285"/>
                </a:cubicBezTo>
                <a:cubicBezTo>
                  <a:pt x="25" y="285"/>
                  <a:pt x="25" y="285"/>
                  <a:pt x="25" y="285"/>
                </a:cubicBezTo>
                <a:cubicBezTo>
                  <a:pt x="11" y="285"/>
                  <a:pt x="0" y="273"/>
                  <a:pt x="0" y="259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12"/>
                  <a:pt x="11" y="0"/>
                  <a:pt x="28" y="0"/>
                </a:cubicBezTo>
                <a:lnTo>
                  <a:pt x="134" y="0"/>
                </a:lnTo>
                <a:close/>
                <a:moveTo>
                  <a:pt x="148" y="57"/>
                </a:moveTo>
                <a:cubicBezTo>
                  <a:pt x="15" y="57"/>
                  <a:pt x="15" y="57"/>
                  <a:pt x="15" y="57"/>
                </a:cubicBezTo>
                <a:cubicBezTo>
                  <a:pt x="15" y="228"/>
                  <a:pt x="15" y="228"/>
                  <a:pt x="15" y="228"/>
                </a:cubicBezTo>
                <a:cubicBezTo>
                  <a:pt x="148" y="228"/>
                  <a:pt x="148" y="228"/>
                  <a:pt x="148" y="228"/>
                </a:cubicBezTo>
                <a:lnTo>
                  <a:pt x="148" y="57"/>
                </a:lnTo>
                <a:close/>
                <a:moveTo>
                  <a:pt x="55" y="24"/>
                </a:moveTo>
                <a:cubicBezTo>
                  <a:pt x="55" y="27"/>
                  <a:pt x="57" y="30"/>
                  <a:pt x="60" y="30"/>
                </a:cubicBezTo>
                <a:cubicBezTo>
                  <a:pt x="103" y="30"/>
                  <a:pt x="103" y="30"/>
                  <a:pt x="103" y="30"/>
                </a:cubicBezTo>
                <a:cubicBezTo>
                  <a:pt x="106" y="30"/>
                  <a:pt x="108" y="27"/>
                  <a:pt x="108" y="24"/>
                </a:cubicBezTo>
                <a:cubicBezTo>
                  <a:pt x="108" y="21"/>
                  <a:pt x="106" y="19"/>
                  <a:pt x="103" y="19"/>
                </a:cubicBezTo>
                <a:cubicBezTo>
                  <a:pt x="60" y="19"/>
                  <a:pt x="60" y="19"/>
                  <a:pt x="60" y="19"/>
                </a:cubicBezTo>
                <a:cubicBezTo>
                  <a:pt x="57" y="19"/>
                  <a:pt x="55" y="21"/>
                  <a:pt x="55" y="24"/>
                </a:cubicBezTo>
                <a:close/>
                <a:moveTo>
                  <a:pt x="98" y="257"/>
                </a:moveTo>
                <a:cubicBezTo>
                  <a:pt x="98" y="248"/>
                  <a:pt x="91" y="241"/>
                  <a:pt x="81" y="241"/>
                </a:cubicBezTo>
                <a:cubicBezTo>
                  <a:pt x="72" y="241"/>
                  <a:pt x="65" y="248"/>
                  <a:pt x="65" y="257"/>
                </a:cubicBezTo>
                <a:cubicBezTo>
                  <a:pt x="65" y="266"/>
                  <a:pt x="72" y="274"/>
                  <a:pt x="81" y="274"/>
                </a:cubicBezTo>
                <a:cubicBezTo>
                  <a:pt x="91" y="274"/>
                  <a:pt x="98" y="266"/>
                  <a:pt x="98" y="25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67" name="Freeform 69"/>
          <p:cNvSpPr>
            <a:spLocks noEditPoints="1"/>
          </p:cNvSpPr>
          <p:nvPr/>
        </p:nvSpPr>
        <p:spPr bwMode="auto">
          <a:xfrm>
            <a:off x="10236248" y="3600798"/>
            <a:ext cx="330459" cy="260428"/>
          </a:xfrm>
          <a:custGeom>
            <a:avLst/>
            <a:gdLst>
              <a:gd name="T0" fmla="*/ 264 w 292"/>
              <a:gd name="T1" fmla="*/ 2 h 229"/>
              <a:gd name="T2" fmla="*/ 292 w 292"/>
              <a:gd name="T3" fmla="*/ 29 h 229"/>
              <a:gd name="T4" fmla="*/ 292 w 292"/>
              <a:gd name="T5" fmla="*/ 202 h 229"/>
              <a:gd name="T6" fmla="*/ 264 w 292"/>
              <a:gd name="T7" fmla="*/ 229 h 229"/>
              <a:gd name="T8" fmla="*/ 27 w 292"/>
              <a:gd name="T9" fmla="*/ 229 h 229"/>
              <a:gd name="T10" fmla="*/ 0 w 292"/>
              <a:gd name="T11" fmla="*/ 202 h 229"/>
              <a:gd name="T12" fmla="*/ 0 w 292"/>
              <a:gd name="T13" fmla="*/ 29 h 229"/>
              <a:gd name="T14" fmla="*/ 27 w 292"/>
              <a:gd name="T15" fmla="*/ 2 h 229"/>
              <a:gd name="T16" fmla="*/ 264 w 292"/>
              <a:gd name="T17" fmla="*/ 2 h 229"/>
              <a:gd name="T18" fmla="*/ 89 w 292"/>
              <a:gd name="T19" fmla="*/ 50 h 229"/>
              <a:gd name="T20" fmla="*/ 89 w 292"/>
              <a:gd name="T21" fmla="*/ 181 h 229"/>
              <a:gd name="T22" fmla="*/ 220 w 292"/>
              <a:gd name="T23" fmla="*/ 116 h 229"/>
              <a:gd name="T24" fmla="*/ 89 w 292"/>
              <a:gd name="T25" fmla="*/ 50 h 2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292" h="229">
                <a:moveTo>
                  <a:pt x="264" y="2"/>
                </a:moveTo>
                <a:cubicBezTo>
                  <a:pt x="284" y="2"/>
                  <a:pt x="292" y="10"/>
                  <a:pt x="292" y="29"/>
                </a:cubicBezTo>
                <a:cubicBezTo>
                  <a:pt x="292" y="202"/>
                  <a:pt x="292" y="202"/>
                  <a:pt x="292" y="202"/>
                </a:cubicBezTo>
                <a:cubicBezTo>
                  <a:pt x="292" y="220"/>
                  <a:pt x="284" y="229"/>
                  <a:pt x="264" y="229"/>
                </a:cubicBezTo>
                <a:cubicBezTo>
                  <a:pt x="27" y="229"/>
                  <a:pt x="27" y="229"/>
                  <a:pt x="27" y="229"/>
                </a:cubicBezTo>
                <a:cubicBezTo>
                  <a:pt x="9" y="229"/>
                  <a:pt x="0" y="220"/>
                  <a:pt x="0" y="202"/>
                </a:cubicBezTo>
                <a:cubicBezTo>
                  <a:pt x="0" y="29"/>
                  <a:pt x="0" y="29"/>
                  <a:pt x="0" y="29"/>
                </a:cubicBezTo>
                <a:cubicBezTo>
                  <a:pt x="0" y="10"/>
                  <a:pt x="9" y="0"/>
                  <a:pt x="27" y="2"/>
                </a:cubicBezTo>
                <a:lnTo>
                  <a:pt x="264" y="2"/>
                </a:lnTo>
                <a:close/>
                <a:moveTo>
                  <a:pt x="89" y="50"/>
                </a:moveTo>
                <a:cubicBezTo>
                  <a:pt x="89" y="181"/>
                  <a:pt x="89" y="181"/>
                  <a:pt x="89" y="181"/>
                </a:cubicBezTo>
                <a:cubicBezTo>
                  <a:pt x="220" y="116"/>
                  <a:pt x="220" y="116"/>
                  <a:pt x="220" y="116"/>
                </a:cubicBezTo>
                <a:lnTo>
                  <a:pt x="89" y="5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68" name="Freeform 70"/>
          <p:cNvSpPr>
            <a:spLocks noEditPoints="1"/>
          </p:cNvSpPr>
          <p:nvPr/>
        </p:nvSpPr>
        <p:spPr bwMode="auto">
          <a:xfrm>
            <a:off x="10645492" y="3554840"/>
            <a:ext cx="315139" cy="315139"/>
          </a:xfrm>
          <a:custGeom>
            <a:avLst/>
            <a:gdLst>
              <a:gd name="T0" fmla="*/ 280 w 280"/>
              <a:gd name="T1" fmla="*/ 140 h 280"/>
              <a:gd name="T2" fmla="*/ 140 w 280"/>
              <a:gd name="T3" fmla="*/ 280 h 280"/>
              <a:gd name="T4" fmla="*/ 0 w 280"/>
              <a:gd name="T5" fmla="*/ 140 h 280"/>
              <a:gd name="T6" fmla="*/ 140 w 280"/>
              <a:gd name="T7" fmla="*/ 0 h 280"/>
              <a:gd name="T8" fmla="*/ 280 w 280"/>
              <a:gd name="T9" fmla="*/ 140 h 280"/>
              <a:gd name="T10" fmla="*/ 249 w 280"/>
              <a:gd name="T11" fmla="*/ 140 h 280"/>
              <a:gd name="T12" fmla="*/ 140 w 280"/>
              <a:gd name="T13" fmla="*/ 31 h 280"/>
              <a:gd name="T14" fmla="*/ 30 w 280"/>
              <a:gd name="T15" fmla="*/ 140 h 280"/>
              <a:gd name="T16" fmla="*/ 140 w 280"/>
              <a:gd name="T17" fmla="*/ 249 h 280"/>
              <a:gd name="T18" fmla="*/ 249 w 280"/>
              <a:gd name="T19" fmla="*/ 140 h 280"/>
              <a:gd name="T20" fmla="*/ 57 w 280"/>
              <a:gd name="T21" fmla="*/ 131 h 280"/>
              <a:gd name="T22" fmla="*/ 65 w 280"/>
              <a:gd name="T23" fmla="*/ 139 h 280"/>
              <a:gd name="T24" fmla="*/ 57 w 280"/>
              <a:gd name="T25" fmla="*/ 148 h 280"/>
              <a:gd name="T26" fmla="*/ 49 w 280"/>
              <a:gd name="T27" fmla="*/ 139 h 280"/>
              <a:gd name="T28" fmla="*/ 57 w 280"/>
              <a:gd name="T29" fmla="*/ 131 h 280"/>
              <a:gd name="T30" fmla="*/ 181 w 280"/>
              <a:gd name="T31" fmla="*/ 126 h 280"/>
              <a:gd name="T32" fmla="*/ 144 w 280"/>
              <a:gd name="T33" fmla="*/ 126 h 280"/>
              <a:gd name="T34" fmla="*/ 99 w 280"/>
              <a:gd name="T35" fmla="*/ 77 h 280"/>
              <a:gd name="T36" fmla="*/ 77 w 280"/>
              <a:gd name="T37" fmla="*/ 98 h 280"/>
              <a:gd name="T38" fmla="*/ 126 w 280"/>
              <a:gd name="T39" fmla="*/ 152 h 280"/>
              <a:gd name="T40" fmla="*/ 137 w 280"/>
              <a:gd name="T41" fmla="*/ 157 h 280"/>
              <a:gd name="T42" fmla="*/ 181 w 280"/>
              <a:gd name="T43" fmla="*/ 157 h 280"/>
              <a:gd name="T44" fmla="*/ 181 w 280"/>
              <a:gd name="T45" fmla="*/ 126 h 280"/>
              <a:gd name="T46" fmla="*/ 83 w 280"/>
              <a:gd name="T47" fmla="*/ 192 h 280"/>
              <a:gd name="T48" fmla="*/ 91 w 280"/>
              <a:gd name="T49" fmla="*/ 200 h 280"/>
              <a:gd name="T50" fmla="*/ 83 w 280"/>
              <a:gd name="T51" fmla="*/ 208 h 280"/>
              <a:gd name="T52" fmla="*/ 75 w 280"/>
              <a:gd name="T53" fmla="*/ 200 h 280"/>
              <a:gd name="T54" fmla="*/ 83 w 280"/>
              <a:gd name="T55" fmla="*/ 192 h 280"/>
              <a:gd name="T56" fmla="*/ 139 w 280"/>
              <a:gd name="T57" fmla="*/ 214 h 280"/>
              <a:gd name="T58" fmla="*/ 147 w 280"/>
              <a:gd name="T59" fmla="*/ 222 h 280"/>
              <a:gd name="T60" fmla="*/ 139 w 280"/>
              <a:gd name="T61" fmla="*/ 230 h 280"/>
              <a:gd name="T62" fmla="*/ 131 w 280"/>
              <a:gd name="T63" fmla="*/ 222 h 280"/>
              <a:gd name="T64" fmla="*/ 139 w 280"/>
              <a:gd name="T65" fmla="*/ 214 h 280"/>
              <a:gd name="T66" fmla="*/ 139 w 280"/>
              <a:gd name="T67" fmla="*/ 50 h 280"/>
              <a:gd name="T68" fmla="*/ 148 w 280"/>
              <a:gd name="T69" fmla="*/ 58 h 280"/>
              <a:gd name="T70" fmla="*/ 139 w 280"/>
              <a:gd name="T71" fmla="*/ 66 h 280"/>
              <a:gd name="T72" fmla="*/ 131 w 280"/>
              <a:gd name="T73" fmla="*/ 58 h 280"/>
              <a:gd name="T74" fmla="*/ 139 w 280"/>
              <a:gd name="T75" fmla="*/ 50 h 280"/>
              <a:gd name="T76" fmla="*/ 197 w 280"/>
              <a:gd name="T77" fmla="*/ 72 h 280"/>
              <a:gd name="T78" fmla="*/ 205 w 280"/>
              <a:gd name="T79" fmla="*/ 80 h 280"/>
              <a:gd name="T80" fmla="*/ 197 w 280"/>
              <a:gd name="T81" fmla="*/ 89 h 280"/>
              <a:gd name="T82" fmla="*/ 189 w 280"/>
              <a:gd name="T83" fmla="*/ 80 h 280"/>
              <a:gd name="T84" fmla="*/ 197 w 280"/>
              <a:gd name="T85" fmla="*/ 72 h 280"/>
              <a:gd name="T86" fmla="*/ 199 w 280"/>
              <a:gd name="T87" fmla="*/ 189 h 280"/>
              <a:gd name="T88" fmla="*/ 208 w 280"/>
              <a:gd name="T89" fmla="*/ 197 h 280"/>
              <a:gd name="T90" fmla="*/ 199 w 280"/>
              <a:gd name="T91" fmla="*/ 205 h 280"/>
              <a:gd name="T92" fmla="*/ 191 w 280"/>
              <a:gd name="T93" fmla="*/ 197 h 280"/>
              <a:gd name="T94" fmla="*/ 199 w 280"/>
              <a:gd name="T95" fmla="*/ 189 h 280"/>
              <a:gd name="T96" fmla="*/ 222 w 280"/>
              <a:gd name="T97" fmla="*/ 131 h 280"/>
              <a:gd name="T98" fmla="*/ 230 w 280"/>
              <a:gd name="T99" fmla="*/ 139 h 280"/>
              <a:gd name="T100" fmla="*/ 222 w 280"/>
              <a:gd name="T101" fmla="*/ 148 h 280"/>
              <a:gd name="T102" fmla="*/ 214 w 280"/>
              <a:gd name="T103" fmla="*/ 139 h 280"/>
              <a:gd name="T104" fmla="*/ 222 w 280"/>
              <a:gd name="T105" fmla="*/ 131 h 2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280" h="280">
                <a:moveTo>
                  <a:pt x="280" y="140"/>
                </a:moveTo>
                <a:cubicBezTo>
                  <a:pt x="280" y="217"/>
                  <a:pt x="217" y="280"/>
                  <a:pt x="140" y="280"/>
                </a:cubicBezTo>
                <a:cubicBezTo>
                  <a:pt x="62" y="280"/>
                  <a:pt x="0" y="217"/>
                  <a:pt x="0" y="140"/>
                </a:cubicBezTo>
                <a:cubicBezTo>
                  <a:pt x="0" y="63"/>
                  <a:pt x="62" y="0"/>
                  <a:pt x="140" y="0"/>
                </a:cubicBezTo>
                <a:cubicBezTo>
                  <a:pt x="217" y="0"/>
                  <a:pt x="280" y="63"/>
                  <a:pt x="280" y="140"/>
                </a:cubicBezTo>
                <a:close/>
                <a:moveTo>
                  <a:pt x="249" y="140"/>
                </a:moveTo>
                <a:cubicBezTo>
                  <a:pt x="249" y="80"/>
                  <a:pt x="200" y="31"/>
                  <a:pt x="140" y="31"/>
                </a:cubicBezTo>
                <a:cubicBezTo>
                  <a:pt x="80" y="31"/>
                  <a:pt x="30" y="80"/>
                  <a:pt x="30" y="140"/>
                </a:cubicBezTo>
                <a:cubicBezTo>
                  <a:pt x="30" y="200"/>
                  <a:pt x="80" y="249"/>
                  <a:pt x="140" y="249"/>
                </a:cubicBezTo>
                <a:cubicBezTo>
                  <a:pt x="200" y="249"/>
                  <a:pt x="249" y="200"/>
                  <a:pt x="249" y="140"/>
                </a:cubicBezTo>
                <a:close/>
                <a:moveTo>
                  <a:pt x="57" y="131"/>
                </a:moveTo>
                <a:cubicBezTo>
                  <a:pt x="61" y="131"/>
                  <a:pt x="65" y="135"/>
                  <a:pt x="65" y="139"/>
                </a:cubicBezTo>
                <a:cubicBezTo>
                  <a:pt x="65" y="144"/>
                  <a:pt x="61" y="148"/>
                  <a:pt x="57" y="148"/>
                </a:cubicBezTo>
                <a:cubicBezTo>
                  <a:pt x="53" y="148"/>
                  <a:pt x="49" y="144"/>
                  <a:pt x="49" y="139"/>
                </a:cubicBezTo>
                <a:cubicBezTo>
                  <a:pt x="49" y="135"/>
                  <a:pt x="53" y="131"/>
                  <a:pt x="57" y="131"/>
                </a:cubicBezTo>
                <a:close/>
                <a:moveTo>
                  <a:pt x="181" y="126"/>
                </a:moveTo>
                <a:cubicBezTo>
                  <a:pt x="144" y="126"/>
                  <a:pt x="144" y="126"/>
                  <a:pt x="144" y="126"/>
                </a:cubicBezTo>
                <a:cubicBezTo>
                  <a:pt x="99" y="77"/>
                  <a:pt x="99" y="77"/>
                  <a:pt x="99" y="77"/>
                </a:cubicBezTo>
                <a:cubicBezTo>
                  <a:pt x="85" y="63"/>
                  <a:pt x="63" y="84"/>
                  <a:pt x="77" y="98"/>
                </a:cubicBezTo>
                <a:cubicBezTo>
                  <a:pt x="126" y="152"/>
                  <a:pt x="126" y="152"/>
                  <a:pt x="126" y="152"/>
                </a:cubicBezTo>
                <a:cubicBezTo>
                  <a:pt x="129" y="155"/>
                  <a:pt x="133" y="157"/>
                  <a:pt x="137" y="157"/>
                </a:cubicBezTo>
                <a:cubicBezTo>
                  <a:pt x="181" y="157"/>
                  <a:pt x="181" y="157"/>
                  <a:pt x="181" y="157"/>
                </a:cubicBezTo>
                <a:cubicBezTo>
                  <a:pt x="200" y="157"/>
                  <a:pt x="202" y="126"/>
                  <a:pt x="181" y="126"/>
                </a:cubicBezTo>
                <a:close/>
                <a:moveTo>
                  <a:pt x="83" y="192"/>
                </a:moveTo>
                <a:cubicBezTo>
                  <a:pt x="87" y="192"/>
                  <a:pt x="91" y="195"/>
                  <a:pt x="91" y="200"/>
                </a:cubicBezTo>
                <a:cubicBezTo>
                  <a:pt x="91" y="204"/>
                  <a:pt x="87" y="208"/>
                  <a:pt x="83" y="208"/>
                </a:cubicBezTo>
                <a:cubicBezTo>
                  <a:pt x="79" y="208"/>
                  <a:pt x="75" y="204"/>
                  <a:pt x="75" y="200"/>
                </a:cubicBezTo>
                <a:cubicBezTo>
                  <a:pt x="75" y="195"/>
                  <a:pt x="79" y="192"/>
                  <a:pt x="83" y="192"/>
                </a:cubicBezTo>
                <a:close/>
                <a:moveTo>
                  <a:pt x="139" y="214"/>
                </a:moveTo>
                <a:cubicBezTo>
                  <a:pt x="143" y="214"/>
                  <a:pt x="147" y="218"/>
                  <a:pt x="147" y="222"/>
                </a:cubicBezTo>
                <a:cubicBezTo>
                  <a:pt x="147" y="226"/>
                  <a:pt x="143" y="230"/>
                  <a:pt x="139" y="230"/>
                </a:cubicBezTo>
                <a:cubicBezTo>
                  <a:pt x="135" y="230"/>
                  <a:pt x="131" y="226"/>
                  <a:pt x="131" y="222"/>
                </a:cubicBezTo>
                <a:cubicBezTo>
                  <a:pt x="131" y="218"/>
                  <a:pt x="135" y="214"/>
                  <a:pt x="139" y="214"/>
                </a:cubicBezTo>
                <a:close/>
                <a:moveTo>
                  <a:pt x="139" y="50"/>
                </a:moveTo>
                <a:cubicBezTo>
                  <a:pt x="144" y="50"/>
                  <a:pt x="148" y="54"/>
                  <a:pt x="148" y="58"/>
                </a:cubicBezTo>
                <a:cubicBezTo>
                  <a:pt x="148" y="62"/>
                  <a:pt x="144" y="66"/>
                  <a:pt x="139" y="66"/>
                </a:cubicBezTo>
                <a:cubicBezTo>
                  <a:pt x="135" y="66"/>
                  <a:pt x="131" y="62"/>
                  <a:pt x="131" y="58"/>
                </a:cubicBezTo>
                <a:cubicBezTo>
                  <a:pt x="131" y="54"/>
                  <a:pt x="135" y="50"/>
                  <a:pt x="139" y="50"/>
                </a:cubicBezTo>
                <a:close/>
                <a:moveTo>
                  <a:pt x="197" y="72"/>
                </a:moveTo>
                <a:cubicBezTo>
                  <a:pt x="201" y="72"/>
                  <a:pt x="205" y="76"/>
                  <a:pt x="205" y="80"/>
                </a:cubicBezTo>
                <a:cubicBezTo>
                  <a:pt x="205" y="85"/>
                  <a:pt x="201" y="89"/>
                  <a:pt x="197" y="89"/>
                </a:cubicBezTo>
                <a:cubicBezTo>
                  <a:pt x="192" y="89"/>
                  <a:pt x="189" y="85"/>
                  <a:pt x="189" y="80"/>
                </a:cubicBezTo>
                <a:cubicBezTo>
                  <a:pt x="189" y="76"/>
                  <a:pt x="192" y="72"/>
                  <a:pt x="197" y="72"/>
                </a:cubicBezTo>
                <a:close/>
                <a:moveTo>
                  <a:pt x="199" y="189"/>
                </a:moveTo>
                <a:cubicBezTo>
                  <a:pt x="204" y="189"/>
                  <a:pt x="208" y="193"/>
                  <a:pt x="208" y="197"/>
                </a:cubicBezTo>
                <a:cubicBezTo>
                  <a:pt x="208" y="201"/>
                  <a:pt x="204" y="205"/>
                  <a:pt x="199" y="205"/>
                </a:cubicBezTo>
                <a:cubicBezTo>
                  <a:pt x="195" y="205"/>
                  <a:pt x="191" y="201"/>
                  <a:pt x="191" y="197"/>
                </a:cubicBezTo>
                <a:cubicBezTo>
                  <a:pt x="191" y="193"/>
                  <a:pt x="195" y="189"/>
                  <a:pt x="199" y="189"/>
                </a:cubicBezTo>
                <a:close/>
                <a:moveTo>
                  <a:pt x="222" y="131"/>
                </a:moveTo>
                <a:cubicBezTo>
                  <a:pt x="227" y="131"/>
                  <a:pt x="230" y="135"/>
                  <a:pt x="230" y="139"/>
                </a:cubicBezTo>
                <a:cubicBezTo>
                  <a:pt x="230" y="144"/>
                  <a:pt x="227" y="148"/>
                  <a:pt x="222" y="148"/>
                </a:cubicBezTo>
                <a:cubicBezTo>
                  <a:pt x="218" y="148"/>
                  <a:pt x="214" y="144"/>
                  <a:pt x="214" y="139"/>
                </a:cubicBezTo>
                <a:cubicBezTo>
                  <a:pt x="214" y="135"/>
                  <a:pt x="218" y="131"/>
                  <a:pt x="222" y="13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69" name="Freeform 71"/>
          <p:cNvSpPr>
            <a:spLocks noEditPoints="1"/>
          </p:cNvSpPr>
          <p:nvPr/>
        </p:nvSpPr>
        <p:spPr bwMode="auto">
          <a:xfrm>
            <a:off x="11019717" y="3554840"/>
            <a:ext cx="317328" cy="315139"/>
          </a:xfrm>
          <a:custGeom>
            <a:avLst/>
            <a:gdLst>
              <a:gd name="T0" fmla="*/ 280 w 280"/>
              <a:gd name="T1" fmla="*/ 140 h 280"/>
              <a:gd name="T2" fmla="*/ 140 w 280"/>
              <a:gd name="T3" fmla="*/ 280 h 280"/>
              <a:gd name="T4" fmla="*/ 0 w 280"/>
              <a:gd name="T5" fmla="*/ 140 h 280"/>
              <a:gd name="T6" fmla="*/ 140 w 280"/>
              <a:gd name="T7" fmla="*/ 0 h 280"/>
              <a:gd name="T8" fmla="*/ 280 w 280"/>
              <a:gd name="T9" fmla="*/ 140 h 280"/>
              <a:gd name="T10" fmla="*/ 249 w 280"/>
              <a:gd name="T11" fmla="*/ 140 h 280"/>
              <a:gd name="T12" fmla="*/ 140 w 280"/>
              <a:gd name="T13" fmla="*/ 31 h 280"/>
              <a:gd name="T14" fmla="*/ 30 w 280"/>
              <a:gd name="T15" fmla="*/ 140 h 280"/>
              <a:gd name="T16" fmla="*/ 140 w 280"/>
              <a:gd name="T17" fmla="*/ 249 h 280"/>
              <a:gd name="T18" fmla="*/ 249 w 280"/>
              <a:gd name="T19" fmla="*/ 140 h 280"/>
              <a:gd name="T20" fmla="*/ 177 w 280"/>
              <a:gd name="T21" fmla="*/ 126 h 280"/>
              <a:gd name="T22" fmla="*/ 144 w 280"/>
              <a:gd name="T23" fmla="*/ 126 h 280"/>
              <a:gd name="T24" fmla="*/ 103 w 280"/>
              <a:gd name="T25" fmla="*/ 81 h 280"/>
              <a:gd name="T26" fmla="*/ 81 w 280"/>
              <a:gd name="T27" fmla="*/ 102 h 280"/>
              <a:gd name="T28" fmla="*/ 126 w 280"/>
              <a:gd name="T29" fmla="*/ 152 h 280"/>
              <a:gd name="T30" fmla="*/ 137 w 280"/>
              <a:gd name="T31" fmla="*/ 157 h 280"/>
              <a:gd name="T32" fmla="*/ 177 w 280"/>
              <a:gd name="T33" fmla="*/ 157 h 280"/>
              <a:gd name="T34" fmla="*/ 177 w 280"/>
              <a:gd name="T35" fmla="*/ 126 h 2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80" h="280">
                <a:moveTo>
                  <a:pt x="280" y="140"/>
                </a:moveTo>
                <a:cubicBezTo>
                  <a:pt x="280" y="217"/>
                  <a:pt x="217" y="280"/>
                  <a:pt x="140" y="280"/>
                </a:cubicBezTo>
                <a:cubicBezTo>
                  <a:pt x="62" y="280"/>
                  <a:pt x="0" y="217"/>
                  <a:pt x="0" y="140"/>
                </a:cubicBezTo>
                <a:cubicBezTo>
                  <a:pt x="0" y="63"/>
                  <a:pt x="62" y="0"/>
                  <a:pt x="140" y="0"/>
                </a:cubicBezTo>
                <a:cubicBezTo>
                  <a:pt x="217" y="0"/>
                  <a:pt x="280" y="63"/>
                  <a:pt x="280" y="140"/>
                </a:cubicBezTo>
                <a:close/>
                <a:moveTo>
                  <a:pt x="249" y="140"/>
                </a:moveTo>
                <a:cubicBezTo>
                  <a:pt x="249" y="80"/>
                  <a:pt x="200" y="31"/>
                  <a:pt x="140" y="31"/>
                </a:cubicBezTo>
                <a:cubicBezTo>
                  <a:pt x="79" y="31"/>
                  <a:pt x="30" y="80"/>
                  <a:pt x="30" y="140"/>
                </a:cubicBezTo>
                <a:cubicBezTo>
                  <a:pt x="30" y="200"/>
                  <a:pt x="79" y="249"/>
                  <a:pt x="140" y="249"/>
                </a:cubicBezTo>
                <a:cubicBezTo>
                  <a:pt x="200" y="249"/>
                  <a:pt x="249" y="200"/>
                  <a:pt x="249" y="140"/>
                </a:cubicBezTo>
                <a:close/>
                <a:moveTo>
                  <a:pt x="177" y="126"/>
                </a:moveTo>
                <a:cubicBezTo>
                  <a:pt x="144" y="126"/>
                  <a:pt x="144" y="126"/>
                  <a:pt x="144" y="126"/>
                </a:cubicBezTo>
                <a:cubicBezTo>
                  <a:pt x="103" y="81"/>
                  <a:pt x="103" y="81"/>
                  <a:pt x="103" y="81"/>
                </a:cubicBezTo>
                <a:cubicBezTo>
                  <a:pt x="89" y="67"/>
                  <a:pt x="67" y="88"/>
                  <a:pt x="81" y="102"/>
                </a:cubicBezTo>
                <a:cubicBezTo>
                  <a:pt x="126" y="152"/>
                  <a:pt x="126" y="152"/>
                  <a:pt x="126" y="152"/>
                </a:cubicBezTo>
                <a:cubicBezTo>
                  <a:pt x="128" y="155"/>
                  <a:pt x="132" y="157"/>
                  <a:pt x="137" y="157"/>
                </a:cubicBezTo>
                <a:cubicBezTo>
                  <a:pt x="177" y="157"/>
                  <a:pt x="177" y="157"/>
                  <a:pt x="177" y="157"/>
                </a:cubicBezTo>
                <a:cubicBezTo>
                  <a:pt x="196" y="157"/>
                  <a:pt x="198" y="126"/>
                  <a:pt x="177" y="126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70" name="Freeform 72"/>
          <p:cNvSpPr>
            <a:spLocks noEditPoints="1"/>
          </p:cNvSpPr>
          <p:nvPr/>
        </p:nvSpPr>
        <p:spPr bwMode="auto">
          <a:xfrm>
            <a:off x="2272437" y="4401776"/>
            <a:ext cx="354531" cy="271369"/>
          </a:xfrm>
          <a:custGeom>
            <a:avLst/>
            <a:gdLst>
              <a:gd name="T0" fmla="*/ 314 w 314"/>
              <a:gd name="T1" fmla="*/ 21 h 239"/>
              <a:gd name="T2" fmla="*/ 314 w 314"/>
              <a:gd name="T3" fmla="*/ 239 h 239"/>
              <a:gd name="T4" fmla="*/ 0 w 314"/>
              <a:gd name="T5" fmla="*/ 239 h 239"/>
              <a:gd name="T6" fmla="*/ 0 w 314"/>
              <a:gd name="T7" fmla="*/ 21 h 239"/>
              <a:gd name="T8" fmla="*/ 49 w 314"/>
              <a:gd name="T9" fmla="*/ 21 h 239"/>
              <a:gd name="T10" fmla="*/ 49 w 314"/>
              <a:gd name="T11" fmla="*/ 0 h 239"/>
              <a:gd name="T12" fmla="*/ 80 w 314"/>
              <a:gd name="T13" fmla="*/ 0 h 239"/>
              <a:gd name="T14" fmla="*/ 80 w 314"/>
              <a:gd name="T15" fmla="*/ 21 h 239"/>
              <a:gd name="T16" fmla="*/ 314 w 314"/>
              <a:gd name="T17" fmla="*/ 21 h 239"/>
              <a:gd name="T18" fmla="*/ 298 w 314"/>
              <a:gd name="T19" fmla="*/ 37 h 239"/>
              <a:gd name="T20" fmla="*/ 16 w 314"/>
              <a:gd name="T21" fmla="*/ 37 h 239"/>
              <a:gd name="T22" fmla="*/ 16 w 314"/>
              <a:gd name="T23" fmla="*/ 102 h 239"/>
              <a:gd name="T24" fmla="*/ 102 w 314"/>
              <a:gd name="T25" fmla="*/ 102 h 239"/>
              <a:gd name="T26" fmla="*/ 158 w 314"/>
              <a:gd name="T27" fmla="*/ 75 h 239"/>
              <a:gd name="T28" fmla="*/ 212 w 314"/>
              <a:gd name="T29" fmla="*/ 102 h 239"/>
              <a:gd name="T30" fmla="*/ 298 w 314"/>
              <a:gd name="T31" fmla="*/ 102 h 239"/>
              <a:gd name="T32" fmla="*/ 298 w 314"/>
              <a:gd name="T33" fmla="*/ 37 h 239"/>
              <a:gd name="T34" fmla="*/ 158 w 314"/>
              <a:gd name="T35" fmla="*/ 87 h 239"/>
              <a:gd name="T36" fmla="*/ 99 w 314"/>
              <a:gd name="T37" fmla="*/ 146 h 239"/>
              <a:gd name="T38" fmla="*/ 158 w 314"/>
              <a:gd name="T39" fmla="*/ 204 h 239"/>
              <a:gd name="T40" fmla="*/ 216 w 314"/>
              <a:gd name="T41" fmla="*/ 146 h 239"/>
              <a:gd name="T42" fmla="*/ 158 w 314"/>
              <a:gd name="T43" fmla="*/ 87 h 239"/>
              <a:gd name="T44" fmla="*/ 158 w 314"/>
              <a:gd name="T45" fmla="*/ 112 h 239"/>
              <a:gd name="T46" fmla="*/ 123 w 314"/>
              <a:gd name="T47" fmla="*/ 146 h 239"/>
              <a:gd name="T48" fmla="*/ 158 w 314"/>
              <a:gd name="T49" fmla="*/ 179 h 239"/>
              <a:gd name="T50" fmla="*/ 191 w 314"/>
              <a:gd name="T51" fmla="*/ 146 h 239"/>
              <a:gd name="T52" fmla="*/ 158 w 314"/>
              <a:gd name="T53" fmla="*/ 112 h 2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314" h="239">
                <a:moveTo>
                  <a:pt x="314" y="21"/>
                </a:moveTo>
                <a:cubicBezTo>
                  <a:pt x="314" y="239"/>
                  <a:pt x="314" y="239"/>
                  <a:pt x="314" y="239"/>
                </a:cubicBezTo>
                <a:cubicBezTo>
                  <a:pt x="0" y="239"/>
                  <a:pt x="0" y="239"/>
                  <a:pt x="0" y="239"/>
                </a:cubicBezTo>
                <a:cubicBezTo>
                  <a:pt x="0" y="21"/>
                  <a:pt x="0" y="21"/>
                  <a:pt x="0" y="21"/>
                </a:cubicBezTo>
                <a:cubicBezTo>
                  <a:pt x="49" y="21"/>
                  <a:pt x="49" y="21"/>
                  <a:pt x="49" y="21"/>
                </a:cubicBezTo>
                <a:cubicBezTo>
                  <a:pt x="49" y="0"/>
                  <a:pt x="49" y="0"/>
                  <a:pt x="49" y="0"/>
                </a:cubicBezTo>
                <a:cubicBezTo>
                  <a:pt x="80" y="0"/>
                  <a:pt x="80" y="0"/>
                  <a:pt x="80" y="0"/>
                </a:cubicBezTo>
                <a:cubicBezTo>
                  <a:pt x="80" y="21"/>
                  <a:pt x="80" y="21"/>
                  <a:pt x="80" y="21"/>
                </a:cubicBezTo>
                <a:lnTo>
                  <a:pt x="314" y="21"/>
                </a:lnTo>
                <a:close/>
                <a:moveTo>
                  <a:pt x="298" y="37"/>
                </a:moveTo>
                <a:cubicBezTo>
                  <a:pt x="16" y="37"/>
                  <a:pt x="16" y="37"/>
                  <a:pt x="16" y="37"/>
                </a:cubicBezTo>
                <a:cubicBezTo>
                  <a:pt x="16" y="102"/>
                  <a:pt x="16" y="102"/>
                  <a:pt x="16" y="102"/>
                </a:cubicBezTo>
                <a:cubicBezTo>
                  <a:pt x="102" y="102"/>
                  <a:pt x="102" y="102"/>
                  <a:pt x="102" y="102"/>
                </a:cubicBezTo>
                <a:cubicBezTo>
                  <a:pt x="115" y="86"/>
                  <a:pt x="135" y="75"/>
                  <a:pt x="158" y="75"/>
                </a:cubicBezTo>
                <a:cubicBezTo>
                  <a:pt x="179" y="75"/>
                  <a:pt x="199" y="86"/>
                  <a:pt x="212" y="102"/>
                </a:cubicBezTo>
                <a:cubicBezTo>
                  <a:pt x="298" y="102"/>
                  <a:pt x="298" y="102"/>
                  <a:pt x="298" y="102"/>
                </a:cubicBezTo>
                <a:lnTo>
                  <a:pt x="298" y="37"/>
                </a:lnTo>
                <a:close/>
                <a:moveTo>
                  <a:pt x="158" y="87"/>
                </a:moveTo>
                <a:cubicBezTo>
                  <a:pt x="125" y="87"/>
                  <a:pt x="99" y="113"/>
                  <a:pt x="99" y="146"/>
                </a:cubicBezTo>
                <a:cubicBezTo>
                  <a:pt x="99" y="178"/>
                  <a:pt x="125" y="204"/>
                  <a:pt x="158" y="204"/>
                </a:cubicBezTo>
                <a:cubicBezTo>
                  <a:pt x="189" y="204"/>
                  <a:pt x="216" y="178"/>
                  <a:pt x="216" y="146"/>
                </a:cubicBezTo>
                <a:cubicBezTo>
                  <a:pt x="216" y="113"/>
                  <a:pt x="189" y="87"/>
                  <a:pt x="158" y="87"/>
                </a:cubicBezTo>
                <a:close/>
                <a:moveTo>
                  <a:pt x="158" y="112"/>
                </a:moveTo>
                <a:cubicBezTo>
                  <a:pt x="139" y="112"/>
                  <a:pt x="123" y="127"/>
                  <a:pt x="123" y="146"/>
                </a:cubicBezTo>
                <a:cubicBezTo>
                  <a:pt x="123" y="164"/>
                  <a:pt x="139" y="179"/>
                  <a:pt x="158" y="179"/>
                </a:cubicBezTo>
                <a:cubicBezTo>
                  <a:pt x="176" y="179"/>
                  <a:pt x="191" y="164"/>
                  <a:pt x="191" y="146"/>
                </a:cubicBezTo>
                <a:cubicBezTo>
                  <a:pt x="191" y="127"/>
                  <a:pt x="176" y="112"/>
                  <a:pt x="158" y="112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71" name="Freeform 73"/>
          <p:cNvSpPr>
            <a:spLocks noEditPoints="1"/>
          </p:cNvSpPr>
          <p:nvPr/>
        </p:nvSpPr>
        <p:spPr bwMode="auto">
          <a:xfrm>
            <a:off x="2718884" y="4358005"/>
            <a:ext cx="310761" cy="356720"/>
          </a:xfrm>
          <a:custGeom>
            <a:avLst/>
            <a:gdLst>
              <a:gd name="T0" fmla="*/ 125 w 275"/>
              <a:gd name="T1" fmla="*/ 265 h 316"/>
              <a:gd name="T2" fmla="*/ 73 w 275"/>
              <a:gd name="T3" fmla="*/ 284 h 316"/>
              <a:gd name="T4" fmla="*/ 68 w 275"/>
              <a:gd name="T5" fmla="*/ 275 h 316"/>
              <a:gd name="T6" fmla="*/ 125 w 275"/>
              <a:gd name="T7" fmla="*/ 241 h 316"/>
              <a:gd name="T8" fmla="*/ 125 w 275"/>
              <a:gd name="T9" fmla="*/ 221 h 316"/>
              <a:gd name="T10" fmla="*/ 16 w 275"/>
              <a:gd name="T11" fmla="*/ 221 h 316"/>
              <a:gd name="T12" fmla="*/ 0 w 275"/>
              <a:gd name="T13" fmla="*/ 205 h 316"/>
              <a:gd name="T14" fmla="*/ 14 w 275"/>
              <a:gd name="T15" fmla="*/ 190 h 316"/>
              <a:gd name="T16" fmla="*/ 14 w 275"/>
              <a:gd name="T17" fmla="*/ 47 h 316"/>
              <a:gd name="T18" fmla="*/ 0 w 275"/>
              <a:gd name="T19" fmla="*/ 32 h 316"/>
              <a:gd name="T20" fmla="*/ 16 w 275"/>
              <a:gd name="T21" fmla="*/ 16 h 316"/>
              <a:gd name="T22" fmla="*/ 128 w 275"/>
              <a:gd name="T23" fmla="*/ 16 h 316"/>
              <a:gd name="T24" fmla="*/ 135 w 275"/>
              <a:gd name="T25" fmla="*/ 0 h 316"/>
              <a:gd name="T26" fmla="*/ 139 w 275"/>
              <a:gd name="T27" fmla="*/ 0 h 316"/>
              <a:gd name="T28" fmla="*/ 145 w 275"/>
              <a:gd name="T29" fmla="*/ 16 h 316"/>
              <a:gd name="T30" fmla="*/ 259 w 275"/>
              <a:gd name="T31" fmla="*/ 16 h 316"/>
              <a:gd name="T32" fmla="*/ 275 w 275"/>
              <a:gd name="T33" fmla="*/ 32 h 316"/>
              <a:gd name="T34" fmla="*/ 259 w 275"/>
              <a:gd name="T35" fmla="*/ 47 h 316"/>
              <a:gd name="T36" fmla="*/ 259 w 275"/>
              <a:gd name="T37" fmla="*/ 190 h 316"/>
              <a:gd name="T38" fmla="*/ 275 w 275"/>
              <a:gd name="T39" fmla="*/ 205 h 316"/>
              <a:gd name="T40" fmla="*/ 259 w 275"/>
              <a:gd name="T41" fmla="*/ 221 h 316"/>
              <a:gd name="T42" fmla="*/ 146 w 275"/>
              <a:gd name="T43" fmla="*/ 221 h 316"/>
              <a:gd name="T44" fmla="*/ 146 w 275"/>
              <a:gd name="T45" fmla="*/ 241 h 316"/>
              <a:gd name="T46" fmla="*/ 204 w 275"/>
              <a:gd name="T47" fmla="*/ 275 h 316"/>
              <a:gd name="T48" fmla="*/ 198 w 275"/>
              <a:gd name="T49" fmla="*/ 284 h 316"/>
              <a:gd name="T50" fmla="*/ 146 w 275"/>
              <a:gd name="T51" fmla="*/ 265 h 316"/>
              <a:gd name="T52" fmla="*/ 146 w 275"/>
              <a:gd name="T53" fmla="*/ 304 h 316"/>
              <a:gd name="T54" fmla="*/ 136 w 275"/>
              <a:gd name="T55" fmla="*/ 316 h 316"/>
              <a:gd name="T56" fmla="*/ 125 w 275"/>
              <a:gd name="T57" fmla="*/ 304 h 316"/>
              <a:gd name="T58" fmla="*/ 125 w 275"/>
              <a:gd name="T59" fmla="*/ 265 h 316"/>
              <a:gd name="T60" fmla="*/ 239 w 275"/>
              <a:gd name="T61" fmla="*/ 49 h 316"/>
              <a:gd name="T62" fmla="*/ 34 w 275"/>
              <a:gd name="T63" fmla="*/ 49 h 316"/>
              <a:gd name="T64" fmla="*/ 34 w 275"/>
              <a:gd name="T65" fmla="*/ 188 h 316"/>
              <a:gd name="T66" fmla="*/ 239 w 275"/>
              <a:gd name="T67" fmla="*/ 188 h 316"/>
              <a:gd name="T68" fmla="*/ 239 w 275"/>
              <a:gd name="T69" fmla="*/ 49 h 3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275" h="316">
                <a:moveTo>
                  <a:pt x="125" y="265"/>
                </a:moveTo>
                <a:cubicBezTo>
                  <a:pt x="73" y="284"/>
                  <a:pt x="73" y="284"/>
                  <a:pt x="73" y="284"/>
                </a:cubicBezTo>
                <a:cubicBezTo>
                  <a:pt x="68" y="275"/>
                  <a:pt x="68" y="275"/>
                  <a:pt x="68" y="275"/>
                </a:cubicBezTo>
                <a:cubicBezTo>
                  <a:pt x="125" y="241"/>
                  <a:pt x="125" y="241"/>
                  <a:pt x="125" y="241"/>
                </a:cubicBezTo>
                <a:cubicBezTo>
                  <a:pt x="125" y="221"/>
                  <a:pt x="125" y="221"/>
                  <a:pt x="125" y="221"/>
                </a:cubicBezTo>
                <a:cubicBezTo>
                  <a:pt x="16" y="221"/>
                  <a:pt x="16" y="221"/>
                  <a:pt x="16" y="221"/>
                </a:cubicBezTo>
                <a:cubicBezTo>
                  <a:pt x="7" y="221"/>
                  <a:pt x="0" y="214"/>
                  <a:pt x="0" y="205"/>
                </a:cubicBezTo>
                <a:cubicBezTo>
                  <a:pt x="0" y="197"/>
                  <a:pt x="6" y="191"/>
                  <a:pt x="14" y="190"/>
                </a:cubicBezTo>
                <a:cubicBezTo>
                  <a:pt x="14" y="47"/>
                  <a:pt x="14" y="47"/>
                  <a:pt x="14" y="47"/>
                </a:cubicBezTo>
                <a:cubicBezTo>
                  <a:pt x="6" y="47"/>
                  <a:pt x="0" y="40"/>
                  <a:pt x="0" y="32"/>
                </a:cubicBezTo>
                <a:cubicBezTo>
                  <a:pt x="0" y="23"/>
                  <a:pt x="7" y="16"/>
                  <a:pt x="16" y="16"/>
                </a:cubicBezTo>
                <a:cubicBezTo>
                  <a:pt x="128" y="16"/>
                  <a:pt x="128" y="16"/>
                  <a:pt x="128" y="16"/>
                </a:cubicBezTo>
                <a:cubicBezTo>
                  <a:pt x="135" y="0"/>
                  <a:pt x="135" y="0"/>
                  <a:pt x="135" y="0"/>
                </a:cubicBezTo>
                <a:cubicBezTo>
                  <a:pt x="139" y="0"/>
                  <a:pt x="139" y="0"/>
                  <a:pt x="139" y="0"/>
                </a:cubicBezTo>
                <a:cubicBezTo>
                  <a:pt x="145" y="16"/>
                  <a:pt x="145" y="16"/>
                  <a:pt x="145" y="16"/>
                </a:cubicBezTo>
                <a:cubicBezTo>
                  <a:pt x="259" y="16"/>
                  <a:pt x="259" y="16"/>
                  <a:pt x="259" y="16"/>
                </a:cubicBezTo>
                <a:cubicBezTo>
                  <a:pt x="268" y="16"/>
                  <a:pt x="275" y="23"/>
                  <a:pt x="275" y="32"/>
                </a:cubicBezTo>
                <a:cubicBezTo>
                  <a:pt x="275" y="41"/>
                  <a:pt x="268" y="47"/>
                  <a:pt x="259" y="47"/>
                </a:cubicBezTo>
                <a:cubicBezTo>
                  <a:pt x="259" y="190"/>
                  <a:pt x="259" y="190"/>
                  <a:pt x="259" y="190"/>
                </a:cubicBezTo>
                <a:cubicBezTo>
                  <a:pt x="268" y="190"/>
                  <a:pt x="275" y="197"/>
                  <a:pt x="275" y="205"/>
                </a:cubicBezTo>
                <a:cubicBezTo>
                  <a:pt x="275" y="214"/>
                  <a:pt x="268" y="221"/>
                  <a:pt x="259" y="221"/>
                </a:cubicBezTo>
                <a:cubicBezTo>
                  <a:pt x="146" y="221"/>
                  <a:pt x="146" y="221"/>
                  <a:pt x="146" y="221"/>
                </a:cubicBezTo>
                <a:cubicBezTo>
                  <a:pt x="146" y="241"/>
                  <a:pt x="146" y="241"/>
                  <a:pt x="146" y="241"/>
                </a:cubicBezTo>
                <a:cubicBezTo>
                  <a:pt x="204" y="275"/>
                  <a:pt x="204" y="275"/>
                  <a:pt x="204" y="275"/>
                </a:cubicBezTo>
                <a:cubicBezTo>
                  <a:pt x="198" y="284"/>
                  <a:pt x="198" y="284"/>
                  <a:pt x="198" y="284"/>
                </a:cubicBezTo>
                <a:cubicBezTo>
                  <a:pt x="146" y="265"/>
                  <a:pt x="146" y="265"/>
                  <a:pt x="146" y="265"/>
                </a:cubicBezTo>
                <a:cubicBezTo>
                  <a:pt x="146" y="304"/>
                  <a:pt x="146" y="304"/>
                  <a:pt x="146" y="304"/>
                </a:cubicBezTo>
                <a:cubicBezTo>
                  <a:pt x="146" y="310"/>
                  <a:pt x="142" y="316"/>
                  <a:pt x="136" y="316"/>
                </a:cubicBezTo>
                <a:cubicBezTo>
                  <a:pt x="129" y="316"/>
                  <a:pt x="125" y="310"/>
                  <a:pt x="125" y="304"/>
                </a:cubicBezTo>
                <a:lnTo>
                  <a:pt x="125" y="265"/>
                </a:lnTo>
                <a:close/>
                <a:moveTo>
                  <a:pt x="239" y="49"/>
                </a:moveTo>
                <a:cubicBezTo>
                  <a:pt x="34" y="49"/>
                  <a:pt x="34" y="49"/>
                  <a:pt x="34" y="49"/>
                </a:cubicBezTo>
                <a:cubicBezTo>
                  <a:pt x="34" y="188"/>
                  <a:pt x="34" y="188"/>
                  <a:pt x="34" y="188"/>
                </a:cubicBezTo>
                <a:cubicBezTo>
                  <a:pt x="239" y="188"/>
                  <a:pt x="239" y="188"/>
                  <a:pt x="239" y="188"/>
                </a:cubicBezTo>
                <a:lnTo>
                  <a:pt x="239" y="49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72" name="Freeform 74"/>
          <p:cNvSpPr>
            <a:spLocks noEditPoints="1"/>
          </p:cNvSpPr>
          <p:nvPr/>
        </p:nvSpPr>
        <p:spPr bwMode="auto">
          <a:xfrm>
            <a:off x="3268187" y="4375514"/>
            <a:ext cx="242920" cy="297631"/>
          </a:xfrm>
          <a:custGeom>
            <a:avLst/>
            <a:gdLst>
              <a:gd name="T0" fmla="*/ 75 w 111"/>
              <a:gd name="T1" fmla="*/ 0 h 136"/>
              <a:gd name="T2" fmla="*/ 111 w 111"/>
              <a:gd name="T3" fmla="*/ 38 h 136"/>
              <a:gd name="T4" fmla="*/ 111 w 111"/>
              <a:gd name="T5" fmla="*/ 136 h 136"/>
              <a:gd name="T6" fmla="*/ 0 w 111"/>
              <a:gd name="T7" fmla="*/ 136 h 136"/>
              <a:gd name="T8" fmla="*/ 0 w 111"/>
              <a:gd name="T9" fmla="*/ 0 h 136"/>
              <a:gd name="T10" fmla="*/ 75 w 111"/>
              <a:gd name="T11" fmla="*/ 0 h 136"/>
              <a:gd name="T12" fmla="*/ 16 w 111"/>
              <a:gd name="T13" fmla="*/ 120 h 136"/>
              <a:gd name="T14" fmla="*/ 95 w 111"/>
              <a:gd name="T15" fmla="*/ 120 h 136"/>
              <a:gd name="T16" fmla="*/ 95 w 111"/>
              <a:gd name="T17" fmla="*/ 43 h 136"/>
              <a:gd name="T18" fmla="*/ 66 w 111"/>
              <a:gd name="T19" fmla="*/ 43 h 136"/>
              <a:gd name="T20" fmla="*/ 66 w 111"/>
              <a:gd name="T21" fmla="*/ 16 h 136"/>
              <a:gd name="T22" fmla="*/ 16 w 111"/>
              <a:gd name="T23" fmla="*/ 16 h 136"/>
              <a:gd name="T24" fmla="*/ 16 w 111"/>
              <a:gd name="T25" fmla="*/ 120 h 136"/>
              <a:gd name="T26" fmla="*/ 65 w 111"/>
              <a:gd name="T27" fmla="*/ 75 h 136"/>
              <a:gd name="T28" fmla="*/ 65 w 111"/>
              <a:gd name="T29" fmla="*/ 56 h 136"/>
              <a:gd name="T30" fmla="*/ 46 w 111"/>
              <a:gd name="T31" fmla="*/ 56 h 136"/>
              <a:gd name="T32" fmla="*/ 46 w 111"/>
              <a:gd name="T33" fmla="*/ 74 h 136"/>
              <a:gd name="T34" fmla="*/ 26 w 111"/>
              <a:gd name="T35" fmla="*/ 74 h 136"/>
              <a:gd name="T36" fmla="*/ 56 w 111"/>
              <a:gd name="T37" fmla="*/ 109 h 136"/>
              <a:gd name="T38" fmla="*/ 86 w 111"/>
              <a:gd name="T39" fmla="*/ 75 h 136"/>
              <a:gd name="T40" fmla="*/ 65 w 111"/>
              <a:gd name="T41" fmla="*/ 75 h 1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111" h="136">
                <a:moveTo>
                  <a:pt x="75" y="0"/>
                </a:moveTo>
                <a:lnTo>
                  <a:pt x="111" y="38"/>
                </a:lnTo>
                <a:lnTo>
                  <a:pt x="111" y="136"/>
                </a:lnTo>
                <a:lnTo>
                  <a:pt x="0" y="136"/>
                </a:lnTo>
                <a:lnTo>
                  <a:pt x="0" y="0"/>
                </a:lnTo>
                <a:lnTo>
                  <a:pt x="75" y="0"/>
                </a:lnTo>
                <a:close/>
                <a:moveTo>
                  <a:pt x="16" y="120"/>
                </a:moveTo>
                <a:lnTo>
                  <a:pt x="95" y="120"/>
                </a:lnTo>
                <a:lnTo>
                  <a:pt x="95" y="43"/>
                </a:lnTo>
                <a:lnTo>
                  <a:pt x="66" y="43"/>
                </a:lnTo>
                <a:lnTo>
                  <a:pt x="66" y="16"/>
                </a:lnTo>
                <a:lnTo>
                  <a:pt x="16" y="16"/>
                </a:lnTo>
                <a:lnTo>
                  <a:pt x="16" y="120"/>
                </a:lnTo>
                <a:close/>
                <a:moveTo>
                  <a:pt x="65" y="75"/>
                </a:moveTo>
                <a:lnTo>
                  <a:pt x="65" y="56"/>
                </a:lnTo>
                <a:lnTo>
                  <a:pt x="46" y="56"/>
                </a:lnTo>
                <a:lnTo>
                  <a:pt x="46" y="74"/>
                </a:lnTo>
                <a:lnTo>
                  <a:pt x="26" y="74"/>
                </a:lnTo>
                <a:lnTo>
                  <a:pt x="56" y="109"/>
                </a:lnTo>
                <a:lnTo>
                  <a:pt x="86" y="75"/>
                </a:lnTo>
                <a:lnTo>
                  <a:pt x="65" y="75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73" name="Freeform 75"/>
          <p:cNvSpPr>
            <a:spLocks/>
          </p:cNvSpPr>
          <p:nvPr/>
        </p:nvSpPr>
        <p:spPr bwMode="auto">
          <a:xfrm>
            <a:off x="3745271" y="4373326"/>
            <a:ext cx="148816" cy="299820"/>
          </a:xfrm>
          <a:custGeom>
            <a:avLst/>
            <a:gdLst>
              <a:gd name="T0" fmla="*/ 107 w 131"/>
              <a:gd name="T1" fmla="*/ 50 h 265"/>
              <a:gd name="T2" fmla="*/ 86 w 131"/>
              <a:gd name="T3" fmla="*/ 73 h 265"/>
              <a:gd name="T4" fmla="*/ 86 w 131"/>
              <a:gd name="T5" fmla="*/ 91 h 265"/>
              <a:gd name="T6" fmla="*/ 131 w 131"/>
              <a:gd name="T7" fmla="*/ 91 h 265"/>
              <a:gd name="T8" fmla="*/ 126 w 131"/>
              <a:gd name="T9" fmla="*/ 145 h 265"/>
              <a:gd name="T10" fmla="*/ 86 w 131"/>
              <a:gd name="T11" fmla="*/ 145 h 265"/>
              <a:gd name="T12" fmla="*/ 86 w 131"/>
              <a:gd name="T13" fmla="*/ 265 h 265"/>
              <a:gd name="T14" fmla="*/ 31 w 131"/>
              <a:gd name="T15" fmla="*/ 265 h 265"/>
              <a:gd name="T16" fmla="*/ 31 w 131"/>
              <a:gd name="T17" fmla="*/ 145 h 265"/>
              <a:gd name="T18" fmla="*/ 0 w 131"/>
              <a:gd name="T19" fmla="*/ 145 h 265"/>
              <a:gd name="T20" fmla="*/ 0 w 131"/>
              <a:gd name="T21" fmla="*/ 91 h 265"/>
              <a:gd name="T22" fmla="*/ 31 w 131"/>
              <a:gd name="T23" fmla="*/ 91 h 265"/>
              <a:gd name="T24" fmla="*/ 31 w 131"/>
              <a:gd name="T25" fmla="*/ 50 h 265"/>
              <a:gd name="T26" fmla="*/ 86 w 131"/>
              <a:gd name="T27" fmla="*/ 0 h 265"/>
              <a:gd name="T28" fmla="*/ 131 w 131"/>
              <a:gd name="T29" fmla="*/ 0 h 265"/>
              <a:gd name="T30" fmla="*/ 131 w 131"/>
              <a:gd name="T31" fmla="*/ 50 h 265"/>
              <a:gd name="T32" fmla="*/ 107 w 131"/>
              <a:gd name="T33" fmla="*/ 50 h 2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31" h="265">
                <a:moveTo>
                  <a:pt x="107" y="50"/>
                </a:moveTo>
                <a:cubicBezTo>
                  <a:pt x="88" y="50"/>
                  <a:pt x="86" y="61"/>
                  <a:pt x="86" y="73"/>
                </a:cubicBezTo>
                <a:cubicBezTo>
                  <a:pt x="86" y="91"/>
                  <a:pt x="86" y="91"/>
                  <a:pt x="86" y="91"/>
                </a:cubicBezTo>
                <a:cubicBezTo>
                  <a:pt x="131" y="91"/>
                  <a:pt x="131" y="91"/>
                  <a:pt x="131" y="91"/>
                </a:cubicBezTo>
                <a:cubicBezTo>
                  <a:pt x="126" y="145"/>
                  <a:pt x="126" y="145"/>
                  <a:pt x="126" y="145"/>
                </a:cubicBezTo>
                <a:cubicBezTo>
                  <a:pt x="86" y="145"/>
                  <a:pt x="86" y="145"/>
                  <a:pt x="86" y="145"/>
                </a:cubicBezTo>
                <a:cubicBezTo>
                  <a:pt x="86" y="265"/>
                  <a:pt x="86" y="265"/>
                  <a:pt x="86" y="265"/>
                </a:cubicBezTo>
                <a:cubicBezTo>
                  <a:pt x="31" y="265"/>
                  <a:pt x="31" y="265"/>
                  <a:pt x="31" y="265"/>
                </a:cubicBezTo>
                <a:cubicBezTo>
                  <a:pt x="31" y="145"/>
                  <a:pt x="31" y="145"/>
                  <a:pt x="31" y="145"/>
                </a:cubicBezTo>
                <a:cubicBezTo>
                  <a:pt x="0" y="145"/>
                  <a:pt x="0" y="145"/>
                  <a:pt x="0" y="145"/>
                </a:cubicBezTo>
                <a:cubicBezTo>
                  <a:pt x="0" y="91"/>
                  <a:pt x="0" y="91"/>
                  <a:pt x="0" y="91"/>
                </a:cubicBezTo>
                <a:cubicBezTo>
                  <a:pt x="31" y="91"/>
                  <a:pt x="31" y="91"/>
                  <a:pt x="31" y="91"/>
                </a:cubicBezTo>
                <a:cubicBezTo>
                  <a:pt x="31" y="50"/>
                  <a:pt x="31" y="50"/>
                  <a:pt x="31" y="50"/>
                </a:cubicBezTo>
                <a:cubicBezTo>
                  <a:pt x="31" y="18"/>
                  <a:pt x="50" y="0"/>
                  <a:pt x="86" y="0"/>
                </a:cubicBezTo>
                <a:cubicBezTo>
                  <a:pt x="131" y="0"/>
                  <a:pt x="131" y="0"/>
                  <a:pt x="131" y="0"/>
                </a:cubicBezTo>
                <a:cubicBezTo>
                  <a:pt x="131" y="50"/>
                  <a:pt x="131" y="50"/>
                  <a:pt x="131" y="50"/>
                </a:cubicBezTo>
                <a:lnTo>
                  <a:pt x="107" y="5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74" name="Freeform 76"/>
          <p:cNvSpPr>
            <a:spLocks/>
          </p:cNvSpPr>
          <p:nvPr/>
        </p:nvSpPr>
        <p:spPr bwMode="auto">
          <a:xfrm>
            <a:off x="4128252" y="4375514"/>
            <a:ext cx="295443" cy="297631"/>
          </a:xfrm>
          <a:custGeom>
            <a:avLst/>
            <a:gdLst>
              <a:gd name="T0" fmla="*/ 234 w 262"/>
              <a:gd name="T1" fmla="*/ 0 h 262"/>
              <a:gd name="T2" fmla="*/ 262 w 262"/>
              <a:gd name="T3" fmla="*/ 28 h 262"/>
              <a:gd name="T4" fmla="*/ 262 w 262"/>
              <a:gd name="T5" fmla="*/ 235 h 262"/>
              <a:gd name="T6" fmla="*/ 234 w 262"/>
              <a:gd name="T7" fmla="*/ 262 h 262"/>
              <a:gd name="T8" fmla="*/ 163 w 262"/>
              <a:gd name="T9" fmla="*/ 262 h 262"/>
              <a:gd name="T10" fmla="*/ 163 w 262"/>
              <a:gd name="T11" fmla="*/ 177 h 262"/>
              <a:gd name="T12" fmla="*/ 196 w 262"/>
              <a:gd name="T13" fmla="*/ 177 h 262"/>
              <a:gd name="T14" fmla="*/ 196 w 262"/>
              <a:gd name="T15" fmla="*/ 136 h 262"/>
              <a:gd name="T16" fmla="*/ 163 w 262"/>
              <a:gd name="T17" fmla="*/ 136 h 262"/>
              <a:gd name="T18" fmla="*/ 163 w 262"/>
              <a:gd name="T19" fmla="*/ 109 h 262"/>
              <a:gd name="T20" fmla="*/ 178 w 262"/>
              <a:gd name="T21" fmla="*/ 92 h 262"/>
              <a:gd name="T22" fmla="*/ 196 w 262"/>
              <a:gd name="T23" fmla="*/ 92 h 262"/>
              <a:gd name="T24" fmla="*/ 196 w 262"/>
              <a:gd name="T25" fmla="*/ 54 h 262"/>
              <a:gd name="T26" fmla="*/ 158 w 262"/>
              <a:gd name="T27" fmla="*/ 54 h 262"/>
              <a:gd name="T28" fmla="*/ 117 w 262"/>
              <a:gd name="T29" fmla="*/ 92 h 262"/>
              <a:gd name="T30" fmla="*/ 117 w 262"/>
              <a:gd name="T31" fmla="*/ 136 h 262"/>
              <a:gd name="T32" fmla="*/ 89 w 262"/>
              <a:gd name="T33" fmla="*/ 136 h 262"/>
              <a:gd name="T34" fmla="*/ 89 w 262"/>
              <a:gd name="T35" fmla="*/ 177 h 262"/>
              <a:gd name="T36" fmla="*/ 117 w 262"/>
              <a:gd name="T37" fmla="*/ 177 h 262"/>
              <a:gd name="T38" fmla="*/ 117 w 262"/>
              <a:gd name="T39" fmla="*/ 262 h 262"/>
              <a:gd name="T40" fmla="*/ 27 w 262"/>
              <a:gd name="T41" fmla="*/ 262 h 262"/>
              <a:gd name="T42" fmla="*/ 0 w 262"/>
              <a:gd name="T43" fmla="*/ 235 h 262"/>
              <a:gd name="T44" fmla="*/ 0 w 262"/>
              <a:gd name="T45" fmla="*/ 28 h 262"/>
              <a:gd name="T46" fmla="*/ 27 w 262"/>
              <a:gd name="T47" fmla="*/ 0 h 262"/>
              <a:gd name="T48" fmla="*/ 234 w 262"/>
              <a:gd name="T49" fmla="*/ 0 h 2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262" h="262">
                <a:moveTo>
                  <a:pt x="234" y="0"/>
                </a:moveTo>
                <a:cubicBezTo>
                  <a:pt x="253" y="0"/>
                  <a:pt x="262" y="9"/>
                  <a:pt x="262" y="28"/>
                </a:cubicBezTo>
                <a:cubicBezTo>
                  <a:pt x="262" y="235"/>
                  <a:pt x="262" y="235"/>
                  <a:pt x="262" y="235"/>
                </a:cubicBezTo>
                <a:cubicBezTo>
                  <a:pt x="262" y="253"/>
                  <a:pt x="253" y="262"/>
                  <a:pt x="234" y="262"/>
                </a:cubicBezTo>
                <a:cubicBezTo>
                  <a:pt x="163" y="262"/>
                  <a:pt x="163" y="262"/>
                  <a:pt x="163" y="262"/>
                </a:cubicBezTo>
                <a:cubicBezTo>
                  <a:pt x="163" y="177"/>
                  <a:pt x="163" y="177"/>
                  <a:pt x="163" y="177"/>
                </a:cubicBezTo>
                <a:cubicBezTo>
                  <a:pt x="196" y="177"/>
                  <a:pt x="196" y="177"/>
                  <a:pt x="196" y="177"/>
                </a:cubicBezTo>
                <a:cubicBezTo>
                  <a:pt x="196" y="136"/>
                  <a:pt x="196" y="136"/>
                  <a:pt x="196" y="136"/>
                </a:cubicBezTo>
                <a:cubicBezTo>
                  <a:pt x="163" y="136"/>
                  <a:pt x="163" y="136"/>
                  <a:pt x="163" y="136"/>
                </a:cubicBezTo>
                <a:cubicBezTo>
                  <a:pt x="163" y="109"/>
                  <a:pt x="163" y="109"/>
                  <a:pt x="163" y="109"/>
                </a:cubicBezTo>
                <a:cubicBezTo>
                  <a:pt x="163" y="100"/>
                  <a:pt x="165" y="92"/>
                  <a:pt x="178" y="92"/>
                </a:cubicBezTo>
                <a:cubicBezTo>
                  <a:pt x="196" y="92"/>
                  <a:pt x="196" y="92"/>
                  <a:pt x="196" y="92"/>
                </a:cubicBezTo>
                <a:cubicBezTo>
                  <a:pt x="196" y="54"/>
                  <a:pt x="196" y="54"/>
                  <a:pt x="196" y="54"/>
                </a:cubicBezTo>
                <a:cubicBezTo>
                  <a:pt x="158" y="54"/>
                  <a:pt x="158" y="54"/>
                  <a:pt x="158" y="54"/>
                </a:cubicBezTo>
                <a:cubicBezTo>
                  <a:pt x="131" y="54"/>
                  <a:pt x="117" y="68"/>
                  <a:pt x="117" y="92"/>
                </a:cubicBezTo>
                <a:cubicBezTo>
                  <a:pt x="117" y="136"/>
                  <a:pt x="117" y="136"/>
                  <a:pt x="117" y="136"/>
                </a:cubicBezTo>
                <a:cubicBezTo>
                  <a:pt x="89" y="136"/>
                  <a:pt x="89" y="136"/>
                  <a:pt x="89" y="136"/>
                </a:cubicBezTo>
                <a:cubicBezTo>
                  <a:pt x="89" y="177"/>
                  <a:pt x="89" y="177"/>
                  <a:pt x="89" y="177"/>
                </a:cubicBezTo>
                <a:cubicBezTo>
                  <a:pt x="117" y="177"/>
                  <a:pt x="117" y="177"/>
                  <a:pt x="117" y="177"/>
                </a:cubicBezTo>
                <a:cubicBezTo>
                  <a:pt x="117" y="262"/>
                  <a:pt x="117" y="262"/>
                  <a:pt x="117" y="262"/>
                </a:cubicBezTo>
                <a:cubicBezTo>
                  <a:pt x="27" y="262"/>
                  <a:pt x="27" y="262"/>
                  <a:pt x="27" y="262"/>
                </a:cubicBezTo>
                <a:cubicBezTo>
                  <a:pt x="9" y="262"/>
                  <a:pt x="0" y="253"/>
                  <a:pt x="0" y="235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9"/>
                  <a:pt x="9" y="0"/>
                  <a:pt x="27" y="0"/>
                </a:cubicBezTo>
                <a:lnTo>
                  <a:pt x="234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75" name="Freeform 77"/>
          <p:cNvSpPr>
            <a:spLocks noEditPoints="1"/>
          </p:cNvSpPr>
          <p:nvPr/>
        </p:nvSpPr>
        <p:spPr bwMode="auto">
          <a:xfrm>
            <a:off x="4511233" y="4373326"/>
            <a:ext cx="372039" cy="299820"/>
          </a:xfrm>
          <a:custGeom>
            <a:avLst/>
            <a:gdLst>
              <a:gd name="T0" fmla="*/ 273 w 330"/>
              <a:gd name="T1" fmla="*/ 112 h 264"/>
              <a:gd name="T2" fmla="*/ 224 w 330"/>
              <a:gd name="T3" fmla="*/ 112 h 264"/>
              <a:gd name="T4" fmla="*/ 224 w 330"/>
              <a:gd name="T5" fmla="*/ 135 h 264"/>
              <a:gd name="T6" fmla="*/ 196 w 330"/>
              <a:gd name="T7" fmla="*/ 163 h 264"/>
              <a:gd name="T8" fmla="*/ 85 w 330"/>
              <a:gd name="T9" fmla="*/ 162 h 264"/>
              <a:gd name="T10" fmla="*/ 0 w 330"/>
              <a:gd name="T11" fmla="*/ 112 h 264"/>
              <a:gd name="T12" fmla="*/ 0 w 330"/>
              <a:gd name="T13" fmla="*/ 54 h 264"/>
              <a:gd name="T14" fmla="*/ 85 w 330"/>
              <a:gd name="T15" fmla="*/ 4 h 264"/>
              <a:gd name="T16" fmla="*/ 196 w 330"/>
              <a:gd name="T17" fmla="*/ 3 h 264"/>
              <a:gd name="T18" fmla="*/ 224 w 330"/>
              <a:gd name="T19" fmla="*/ 31 h 264"/>
              <a:gd name="T20" fmla="*/ 224 w 330"/>
              <a:gd name="T21" fmla="*/ 54 h 264"/>
              <a:gd name="T22" fmla="*/ 273 w 330"/>
              <a:gd name="T23" fmla="*/ 54 h 264"/>
              <a:gd name="T24" fmla="*/ 273 w 330"/>
              <a:gd name="T25" fmla="*/ 112 h 264"/>
              <a:gd name="T26" fmla="*/ 102 w 330"/>
              <a:gd name="T27" fmla="*/ 97 h 264"/>
              <a:gd name="T28" fmla="*/ 77 w 330"/>
              <a:gd name="T29" fmla="*/ 72 h 264"/>
              <a:gd name="T30" fmla="*/ 52 w 330"/>
              <a:gd name="T31" fmla="*/ 97 h 264"/>
              <a:gd name="T32" fmla="*/ 77 w 330"/>
              <a:gd name="T33" fmla="*/ 122 h 264"/>
              <a:gd name="T34" fmla="*/ 102 w 330"/>
              <a:gd name="T35" fmla="*/ 97 h 264"/>
              <a:gd name="T36" fmla="*/ 213 w 330"/>
              <a:gd name="T37" fmla="*/ 264 h 264"/>
              <a:gd name="T38" fmla="*/ 190 w 330"/>
              <a:gd name="T39" fmla="*/ 181 h 264"/>
              <a:gd name="T40" fmla="*/ 129 w 330"/>
              <a:gd name="T41" fmla="*/ 181 h 264"/>
              <a:gd name="T42" fmla="*/ 148 w 330"/>
              <a:gd name="T43" fmla="*/ 251 h 264"/>
              <a:gd name="T44" fmla="*/ 163 w 330"/>
              <a:gd name="T45" fmla="*/ 264 h 264"/>
              <a:gd name="T46" fmla="*/ 213 w 330"/>
              <a:gd name="T47" fmla="*/ 264 h 264"/>
              <a:gd name="T48" fmla="*/ 330 w 330"/>
              <a:gd name="T49" fmla="*/ 24 h 264"/>
              <a:gd name="T50" fmla="*/ 330 w 330"/>
              <a:gd name="T51" fmla="*/ 143 h 264"/>
              <a:gd name="T52" fmla="*/ 289 w 330"/>
              <a:gd name="T53" fmla="*/ 112 h 264"/>
              <a:gd name="T54" fmla="*/ 289 w 330"/>
              <a:gd name="T55" fmla="*/ 54 h 264"/>
              <a:gd name="T56" fmla="*/ 330 w 330"/>
              <a:gd name="T57" fmla="*/ 24 h 2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330" h="264">
                <a:moveTo>
                  <a:pt x="273" y="112"/>
                </a:moveTo>
                <a:cubicBezTo>
                  <a:pt x="224" y="112"/>
                  <a:pt x="224" y="112"/>
                  <a:pt x="224" y="112"/>
                </a:cubicBezTo>
                <a:cubicBezTo>
                  <a:pt x="224" y="135"/>
                  <a:pt x="224" y="135"/>
                  <a:pt x="224" y="135"/>
                </a:cubicBezTo>
                <a:cubicBezTo>
                  <a:pt x="224" y="151"/>
                  <a:pt x="212" y="163"/>
                  <a:pt x="196" y="163"/>
                </a:cubicBezTo>
                <a:cubicBezTo>
                  <a:pt x="193" y="163"/>
                  <a:pt x="110" y="166"/>
                  <a:pt x="85" y="162"/>
                </a:cubicBezTo>
                <a:cubicBezTo>
                  <a:pt x="66" y="160"/>
                  <a:pt x="0" y="140"/>
                  <a:pt x="0" y="112"/>
                </a:cubicBezTo>
                <a:cubicBezTo>
                  <a:pt x="0" y="54"/>
                  <a:pt x="0" y="54"/>
                  <a:pt x="0" y="54"/>
                </a:cubicBezTo>
                <a:cubicBezTo>
                  <a:pt x="0" y="26"/>
                  <a:pt x="61" y="7"/>
                  <a:pt x="85" y="4"/>
                </a:cubicBezTo>
                <a:cubicBezTo>
                  <a:pt x="115" y="0"/>
                  <a:pt x="193" y="3"/>
                  <a:pt x="196" y="3"/>
                </a:cubicBezTo>
                <a:cubicBezTo>
                  <a:pt x="212" y="3"/>
                  <a:pt x="224" y="16"/>
                  <a:pt x="224" y="31"/>
                </a:cubicBezTo>
                <a:cubicBezTo>
                  <a:pt x="224" y="54"/>
                  <a:pt x="224" y="54"/>
                  <a:pt x="224" y="54"/>
                </a:cubicBezTo>
                <a:cubicBezTo>
                  <a:pt x="273" y="54"/>
                  <a:pt x="273" y="54"/>
                  <a:pt x="273" y="54"/>
                </a:cubicBezTo>
                <a:lnTo>
                  <a:pt x="273" y="112"/>
                </a:lnTo>
                <a:close/>
                <a:moveTo>
                  <a:pt x="102" y="97"/>
                </a:moveTo>
                <a:cubicBezTo>
                  <a:pt x="102" y="83"/>
                  <a:pt x="91" y="72"/>
                  <a:pt x="77" y="72"/>
                </a:cubicBezTo>
                <a:cubicBezTo>
                  <a:pt x="63" y="72"/>
                  <a:pt x="52" y="83"/>
                  <a:pt x="52" y="97"/>
                </a:cubicBezTo>
                <a:cubicBezTo>
                  <a:pt x="52" y="111"/>
                  <a:pt x="63" y="122"/>
                  <a:pt x="77" y="122"/>
                </a:cubicBezTo>
                <a:cubicBezTo>
                  <a:pt x="91" y="122"/>
                  <a:pt x="102" y="111"/>
                  <a:pt x="102" y="97"/>
                </a:cubicBezTo>
                <a:close/>
                <a:moveTo>
                  <a:pt x="213" y="264"/>
                </a:moveTo>
                <a:cubicBezTo>
                  <a:pt x="190" y="181"/>
                  <a:pt x="190" y="181"/>
                  <a:pt x="190" y="181"/>
                </a:cubicBezTo>
                <a:cubicBezTo>
                  <a:pt x="129" y="181"/>
                  <a:pt x="129" y="181"/>
                  <a:pt x="129" y="181"/>
                </a:cubicBezTo>
                <a:cubicBezTo>
                  <a:pt x="148" y="251"/>
                  <a:pt x="148" y="251"/>
                  <a:pt x="148" y="251"/>
                </a:cubicBezTo>
                <a:cubicBezTo>
                  <a:pt x="150" y="259"/>
                  <a:pt x="155" y="264"/>
                  <a:pt x="163" y="264"/>
                </a:cubicBezTo>
                <a:lnTo>
                  <a:pt x="213" y="264"/>
                </a:lnTo>
                <a:close/>
                <a:moveTo>
                  <a:pt x="330" y="24"/>
                </a:moveTo>
                <a:cubicBezTo>
                  <a:pt x="330" y="143"/>
                  <a:pt x="330" y="143"/>
                  <a:pt x="330" y="143"/>
                </a:cubicBezTo>
                <a:cubicBezTo>
                  <a:pt x="289" y="112"/>
                  <a:pt x="289" y="112"/>
                  <a:pt x="289" y="112"/>
                </a:cubicBezTo>
                <a:cubicBezTo>
                  <a:pt x="289" y="54"/>
                  <a:pt x="289" y="54"/>
                  <a:pt x="289" y="54"/>
                </a:cubicBezTo>
                <a:lnTo>
                  <a:pt x="330" y="24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76" name="Freeform 78"/>
          <p:cNvSpPr>
            <a:spLocks noEditPoints="1"/>
          </p:cNvSpPr>
          <p:nvPr/>
        </p:nvSpPr>
        <p:spPr bwMode="auto">
          <a:xfrm>
            <a:off x="4953302" y="4327367"/>
            <a:ext cx="319516" cy="380792"/>
          </a:xfrm>
          <a:custGeom>
            <a:avLst/>
            <a:gdLst>
              <a:gd name="T0" fmla="*/ 228 w 283"/>
              <a:gd name="T1" fmla="*/ 182 h 336"/>
              <a:gd name="T2" fmla="*/ 144 w 283"/>
              <a:gd name="T3" fmla="*/ 327 h 336"/>
              <a:gd name="T4" fmla="*/ 125 w 283"/>
              <a:gd name="T5" fmla="*/ 333 h 336"/>
              <a:gd name="T6" fmla="*/ 9 w 283"/>
              <a:gd name="T7" fmla="*/ 265 h 336"/>
              <a:gd name="T8" fmla="*/ 4 w 283"/>
              <a:gd name="T9" fmla="*/ 246 h 336"/>
              <a:gd name="T10" fmla="*/ 87 w 283"/>
              <a:gd name="T11" fmla="*/ 101 h 336"/>
              <a:gd name="T12" fmla="*/ 155 w 283"/>
              <a:gd name="T13" fmla="*/ 59 h 336"/>
              <a:gd name="T14" fmla="*/ 188 w 283"/>
              <a:gd name="T15" fmla="*/ 77 h 336"/>
              <a:gd name="T16" fmla="*/ 191 w 283"/>
              <a:gd name="T17" fmla="*/ 65 h 336"/>
              <a:gd name="T18" fmla="*/ 224 w 283"/>
              <a:gd name="T19" fmla="*/ 7 h 336"/>
              <a:gd name="T20" fmla="*/ 259 w 283"/>
              <a:gd name="T21" fmla="*/ 6 h 336"/>
              <a:gd name="T22" fmla="*/ 276 w 283"/>
              <a:gd name="T23" fmla="*/ 20 h 336"/>
              <a:gd name="T24" fmla="*/ 283 w 283"/>
              <a:gd name="T25" fmla="*/ 40 h 336"/>
              <a:gd name="T26" fmla="*/ 261 w 283"/>
              <a:gd name="T27" fmla="*/ 68 h 336"/>
              <a:gd name="T28" fmla="*/ 223 w 283"/>
              <a:gd name="T29" fmla="*/ 77 h 336"/>
              <a:gd name="T30" fmla="*/ 199 w 283"/>
              <a:gd name="T31" fmla="*/ 84 h 336"/>
              <a:gd name="T32" fmla="*/ 231 w 283"/>
              <a:gd name="T33" fmla="*/ 102 h 336"/>
              <a:gd name="T34" fmla="*/ 228 w 283"/>
              <a:gd name="T35" fmla="*/ 182 h 336"/>
              <a:gd name="T36" fmla="*/ 194 w 283"/>
              <a:gd name="T37" fmla="*/ 140 h 336"/>
              <a:gd name="T38" fmla="*/ 191 w 283"/>
              <a:gd name="T39" fmla="*/ 104 h 336"/>
              <a:gd name="T40" fmla="*/ 176 w 283"/>
              <a:gd name="T41" fmla="*/ 95 h 336"/>
              <a:gd name="T42" fmla="*/ 141 w 283"/>
              <a:gd name="T43" fmla="*/ 109 h 336"/>
              <a:gd name="T44" fmla="*/ 152 w 283"/>
              <a:gd name="T45" fmla="*/ 151 h 336"/>
              <a:gd name="T46" fmla="*/ 194 w 283"/>
              <a:gd name="T47" fmla="*/ 140 h 336"/>
              <a:gd name="T48" fmla="*/ 198 w 283"/>
              <a:gd name="T49" fmla="*/ 65 h 336"/>
              <a:gd name="T50" fmla="*/ 197 w 283"/>
              <a:gd name="T51" fmla="*/ 71 h 336"/>
              <a:gd name="T52" fmla="*/ 196 w 283"/>
              <a:gd name="T53" fmla="*/ 77 h 336"/>
              <a:gd name="T54" fmla="*/ 223 w 283"/>
              <a:gd name="T55" fmla="*/ 70 h 336"/>
              <a:gd name="T56" fmla="*/ 258 w 283"/>
              <a:gd name="T57" fmla="*/ 61 h 336"/>
              <a:gd name="T58" fmla="*/ 276 w 283"/>
              <a:gd name="T59" fmla="*/ 40 h 336"/>
              <a:gd name="T60" fmla="*/ 258 w 283"/>
              <a:gd name="T61" fmla="*/ 13 h 336"/>
              <a:gd name="T62" fmla="*/ 256 w 283"/>
              <a:gd name="T63" fmla="*/ 12 h 336"/>
              <a:gd name="T64" fmla="*/ 228 w 283"/>
              <a:gd name="T65" fmla="*/ 13 h 336"/>
              <a:gd name="T66" fmla="*/ 198 w 283"/>
              <a:gd name="T67" fmla="*/ 65 h 3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283" h="336">
                <a:moveTo>
                  <a:pt x="228" y="182"/>
                </a:moveTo>
                <a:cubicBezTo>
                  <a:pt x="144" y="327"/>
                  <a:pt x="144" y="327"/>
                  <a:pt x="144" y="327"/>
                </a:cubicBezTo>
                <a:cubicBezTo>
                  <a:pt x="140" y="334"/>
                  <a:pt x="132" y="336"/>
                  <a:pt x="125" y="333"/>
                </a:cubicBezTo>
                <a:cubicBezTo>
                  <a:pt x="9" y="265"/>
                  <a:pt x="9" y="265"/>
                  <a:pt x="9" y="265"/>
                </a:cubicBezTo>
                <a:cubicBezTo>
                  <a:pt x="2" y="261"/>
                  <a:pt x="0" y="253"/>
                  <a:pt x="4" y="246"/>
                </a:cubicBezTo>
                <a:cubicBezTo>
                  <a:pt x="87" y="101"/>
                  <a:pt x="87" y="101"/>
                  <a:pt x="87" y="101"/>
                </a:cubicBezTo>
                <a:cubicBezTo>
                  <a:pt x="155" y="59"/>
                  <a:pt x="155" y="59"/>
                  <a:pt x="155" y="59"/>
                </a:cubicBezTo>
                <a:cubicBezTo>
                  <a:pt x="188" y="77"/>
                  <a:pt x="188" y="77"/>
                  <a:pt x="188" y="77"/>
                </a:cubicBezTo>
                <a:cubicBezTo>
                  <a:pt x="190" y="71"/>
                  <a:pt x="190" y="71"/>
                  <a:pt x="191" y="65"/>
                </a:cubicBezTo>
                <a:cubicBezTo>
                  <a:pt x="194" y="51"/>
                  <a:pt x="197" y="28"/>
                  <a:pt x="224" y="7"/>
                </a:cubicBezTo>
                <a:cubicBezTo>
                  <a:pt x="233" y="0"/>
                  <a:pt x="247" y="0"/>
                  <a:pt x="259" y="6"/>
                </a:cubicBezTo>
                <a:cubicBezTo>
                  <a:pt x="266" y="9"/>
                  <a:pt x="272" y="14"/>
                  <a:pt x="276" y="20"/>
                </a:cubicBezTo>
                <a:cubicBezTo>
                  <a:pt x="281" y="26"/>
                  <a:pt x="283" y="33"/>
                  <a:pt x="283" y="40"/>
                </a:cubicBezTo>
                <a:cubicBezTo>
                  <a:pt x="283" y="48"/>
                  <a:pt x="279" y="59"/>
                  <a:pt x="261" y="68"/>
                </a:cubicBezTo>
                <a:cubicBezTo>
                  <a:pt x="247" y="74"/>
                  <a:pt x="235" y="76"/>
                  <a:pt x="223" y="77"/>
                </a:cubicBezTo>
                <a:cubicBezTo>
                  <a:pt x="213" y="78"/>
                  <a:pt x="206" y="79"/>
                  <a:pt x="199" y="84"/>
                </a:cubicBezTo>
                <a:cubicBezTo>
                  <a:pt x="231" y="102"/>
                  <a:pt x="231" y="102"/>
                  <a:pt x="231" y="102"/>
                </a:cubicBezTo>
                <a:lnTo>
                  <a:pt x="228" y="182"/>
                </a:lnTo>
                <a:close/>
                <a:moveTo>
                  <a:pt x="194" y="140"/>
                </a:moveTo>
                <a:cubicBezTo>
                  <a:pt x="201" y="128"/>
                  <a:pt x="199" y="114"/>
                  <a:pt x="191" y="104"/>
                </a:cubicBezTo>
                <a:cubicBezTo>
                  <a:pt x="176" y="95"/>
                  <a:pt x="176" y="95"/>
                  <a:pt x="176" y="95"/>
                </a:cubicBezTo>
                <a:cubicBezTo>
                  <a:pt x="163" y="91"/>
                  <a:pt x="148" y="96"/>
                  <a:pt x="141" y="109"/>
                </a:cubicBezTo>
                <a:cubicBezTo>
                  <a:pt x="133" y="124"/>
                  <a:pt x="138" y="142"/>
                  <a:pt x="152" y="151"/>
                </a:cubicBezTo>
                <a:cubicBezTo>
                  <a:pt x="167" y="159"/>
                  <a:pt x="186" y="154"/>
                  <a:pt x="194" y="140"/>
                </a:cubicBezTo>
                <a:close/>
                <a:moveTo>
                  <a:pt x="198" y="65"/>
                </a:moveTo>
                <a:cubicBezTo>
                  <a:pt x="198" y="68"/>
                  <a:pt x="198" y="69"/>
                  <a:pt x="197" y="71"/>
                </a:cubicBezTo>
                <a:cubicBezTo>
                  <a:pt x="197" y="73"/>
                  <a:pt x="197" y="74"/>
                  <a:pt x="196" y="77"/>
                </a:cubicBezTo>
                <a:cubicBezTo>
                  <a:pt x="204" y="71"/>
                  <a:pt x="212" y="71"/>
                  <a:pt x="223" y="70"/>
                </a:cubicBezTo>
                <a:cubicBezTo>
                  <a:pt x="233" y="69"/>
                  <a:pt x="245" y="67"/>
                  <a:pt x="258" y="61"/>
                </a:cubicBezTo>
                <a:cubicBezTo>
                  <a:pt x="270" y="56"/>
                  <a:pt x="276" y="48"/>
                  <a:pt x="276" y="40"/>
                </a:cubicBezTo>
                <a:cubicBezTo>
                  <a:pt x="276" y="30"/>
                  <a:pt x="269" y="19"/>
                  <a:pt x="258" y="13"/>
                </a:cubicBezTo>
                <a:cubicBezTo>
                  <a:pt x="258" y="13"/>
                  <a:pt x="257" y="12"/>
                  <a:pt x="256" y="12"/>
                </a:cubicBezTo>
                <a:cubicBezTo>
                  <a:pt x="246" y="7"/>
                  <a:pt x="235" y="7"/>
                  <a:pt x="228" y="13"/>
                </a:cubicBezTo>
                <a:cubicBezTo>
                  <a:pt x="204" y="31"/>
                  <a:pt x="200" y="53"/>
                  <a:pt x="198" y="65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77" name="Freeform 79"/>
          <p:cNvSpPr>
            <a:spLocks noEditPoints="1"/>
          </p:cNvSpPr>
          <p:nvPr/>
        </p:nvSpPr>
        <p:spPr bwMode="auto">
          <a:xfrm>
            <a:off x="5336284" y="4375514"/>
            <a:ext cx="242920" cy="297631"/>
          </a:xfrm>
          <a:custGeom>
            <a:avLst/>
            <a:gdLst>
              <a:gd name="T0" fmla="*/ 75 w 111"/>
              <a:gd name="T1" fmla="*/ 0 h 136"/>
              <a:gd name="T2" fmla="*/ 111 w 111"/>
              <a:gd name="T3" fmla="*/ 38 h 136"/>
              <a:gd name="T4" fmla="*/ 111 w 111"/>
              <a:gd name="T5" fmla="*/ 136 h 136"/>
              <a:gd name="T6" fmla="*/ 0 w 111"/>
              <a:gd name="T7" fmla="*/ 136 h 136"/>
              <a:gd name="T8" fmla="*/ 0 w 111"/>
              <a:gd name="T9" fmla="*/ 0 h 136"/>
              <a:gd name="T10" fmla="*/ 75 w 111"/>
              <a:gd name="T11" fmla="*/ 0 h 136"/>
              <a:gd name="T12" fmla="*/ 16 w 111"/>
              <a:gd name="T13" fmla="*/ 120 h 136"/>
              <a:gd name="T14" fmla="*/ 95 w 111"/>
              <a:gd name="T15" fmla="*/ 120 h 136"/>
              <a:gd name="T16" fmla="*/ 95 w 111"/>
              <a:gd name="T17" fmla="*/ 43 h 136"/>
              <a:gd name="T18" fmla="*/ 66 w 111"/>
              <a:gd name="T19" fmla="*/ 43 h 136"/>
              <a:gd name="T20" fmla="*/ 66 w 111"/>
              <a:gd name="T21" fmla="*/ 16 h 136"/>
              <a:gd name="T22" fmla="*/ 16 w 111"/>
              <a:gd name="T23" fmla="*/ 16 h 136"/>
              <a:gd name="T24" fmla="*/ 16 w 111"/>
              <a:gd name="T25" fmla="*/ 120 h 136"/>
              <a:gd name="T26" fmla="*/ 27 w 111"/>
              <a:gd name="T27" fmla="*/ 68 h 136"/>
              <a:gd name="T28" fmla="*/ 83 w 111"/>
              <a:gd name="T29" fmla="*/ 68 h 136"/>
              <a:gd name="T30" fmla="*/ 83 w 111"/>
              <a:gd name="T31" fmla="*/ 61 h 136"/>
              <a:gd name="T32" fmla="*/ 27 w 111"/>
              <a:gd name="T33" fmla="*/ 61 h 136"/>
              <a:gd name="T34" fmla="*/ 27 w 111"/>
              <a:gd name="T35" fmla="*/ 68 h 136"/>
              <a:gd name="T36" fmla="*/ 27 w 111"/>
              <a:gd name="T37" fmla="*/ 85 h 136"/>
              <a:gd name="T38" fmla="*/ 83 w 111"/>
              <a:gd name="T39" fmla="*/ 85 h 136"/>
              <a:gd name="T40" fmla="*/ 83 w 111"/>
              <a:gd name="T41" fmla="*/ 79 h 136"/>
              <a:gd name="T42" fmla="*/ 27 w 111"/>
              <a:gd name="T43" fmla="*/ 79 h 136"/>
              <a:gd name="T44" fmla="*/ 27 w 111"/>
              <a:gd name="T45" fmla="*/ 85 h 136"/>
              <a:gd name="T46" fmla="*/ 27 w 111"/>
              <a:gd name="T47" fmla="*/ 103 h 136"/>
              <a:gd name="T48" fmla="*/ 83 w 111"/>
              <a:gd name="T49" fmla="*/ 103 h 136"/>
              <a:gd name="T50" fmla="*/ 83 w 111"/>
              <a:gd name="T51" fmla="*/ 97 h 136"/>
              <a:gd name="T52" fmla="*/ 27 w 111"/>
              <a:gd name="T53" fmla="*/ 97 h 136"/>
              <a:gd name="T54" fmla="*/ 27 w 111"/>
              <a:gd name="T55" fmla="*/ 103 h 1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111" h="136">
                <a:moveTo>
                  <a:pt x="75" y="0"/>
                </a:moveTo>
                <a:lnTo>
                  <a:pt x="111" y="38"/>
                </a:lnTo>
                <a:lnTo>
                  <a:pt x="111" y="136"/>
                </a:lnTo>
                <a:lnTo>
                  <a:pt x="0" y="136"/>
                </a:lnTo>
                <a:lnTo>
                  <a:pt x="0" y="0"/>
                </a:lnTo>
                <a:lnTo>
                  <a:pt x="75" y="0"/>
                </a:lnTo>
                <a:close/>
                <a:moveTo>
                  <a:pt x="16" y="120"/>
                </a:moveTo>
                <a:lnTo>
                  <a:pt x="95" y="120"/>
                </a:lnTo>
                <a:lnTo>
                  <a:pt x="95" y="43"/>
                </a:lnTo>
                <a:lnTo>
                  <a:pt x="66" y="43"/>
                </a:lnTo>
                <a:lnTo>
                  <a:pt x="66" y="16"/>
                </a:lnTo>
                <a:lnTo>
                  <a:pt x="16" y="16"/>
                </a:lnTo>
                <a:lnTo>
                  <a:pt x="16" y="120"/>
                </a:lnTo>
                <a:close/>
                <a:moveTo>
                  <a:pt x="27" y="68"/>
                </a:moveTo>
                <a:lnTo>
                  <a:pt x="83" y="68"/>
                </a:lnTo>
                <a:lnTo>
                  <a:pt x="83" y="61"/>
                </a:lnTo>
                <a:lnTo>
                  <a:pt x="27" y="61"/>
                </a:lnTo>
                <a:lnTo>
                  <a:pt x="27" y="68"/>
                </a:lnTo>
                <a:close/>
                <a:moveTo>
                  <a:pt x="27" y="85"/>
                </a:moveTo>
                <a:lnTo>
                  <a:pt x="83" y="85"/>
                </a:lnTo>
                <a:lnTo>
                  <a:pt x="83" y="79"/>
                </a:lnTo>
                <a:lnTo>
                  <a:pt x="27" y="79"/>
                </a:lnTo>
                <a:lnTo>
                  <a:pt x="27" y="85"/>
                </a:lnTo>
                <a:close/>
                <a:moveTo>
                  <a:pt x="27" y="103"/>
                </a:moveTo>
                <a:lnTo>
                  <a:pt x="83" y="103"/>
                </a:lnTo>
                <a:lnTo>
                  <a:pt x="83" y="97"/>
                </a:lnTo>
                <a:lnTo>
                  <a:pt x="27" y="97"/>
                </a:lnTo>
                <a:lnTo>
                  <a:pt x="27" y="103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78" name="Freeform 80"/>
          <p:cNvSpPr>
            <a:spLocks noEditPoints="1"/>
          </p:cNvSpPr>
          <p:nvPr/>
        </p:nvSpPr>
        <p:spPr bwMode="auto">
          <a:xfrm>
            <a:off x="5660176" y="4347065"/>
            <a:ext cx="308573" cy="345777"/>
          </a:xfrm>
          <a:custGeom>
            <a:avLst/>
            <a:gdLst>
              <a:gd name="T0" fmla="*/ 25 w 273"/>
              <a:gd name="T1" fmla="*/ 78 h 304"/>
              <a:gd name="T2" fmla="*/ 183 w 273"/>
              <a:gd name="T3" fmla="*/ 55 h 304"/>
              <a:gd name="T4" fmla="*/ 183 w 273"/>
              <a:gd name="T5" fmla="*/ 35 h 304"/>
              <a:gd name="T6" fmla="*/ 193 w 273"/>
              <a:gd name="T7" fmla="*/ 25 h 304"/>
              <a:gd name="T8" fmla="*/ 263 w 273"/>
              <a:gd name="T9" fmla="*/ 25 h 304"/>
              <a:gd name="T10" fmla="*/ 273 w 273"/>
              <a:gd name="T11" fmla="*/ 35 h 304"/>
              <a:gd name="T12" fmla="*/ 273 w 273"/>
              <a:gd name="T13" fmla="*/ 201 h 304"/>
              <a:gd name="T14" fmla="*/ 263 w 273"/>
              <a:gd name="T15" fmla="*/ 211 h 304"/>
              <a:gd name="T16" fmla="*/ 193 w 273"/>
              <a:gd name="T17" fmla="*/ 211 h 304"/>
              <a:gd name="T18" fmla="*/ 183 w 273"/>
              <a:gd name="T19" fmla="*/ 201 h 304"/>
              <a:gd name="T20" fmla="*/ 183 w 273"/>
              <a:gd name="T21" fmla="*/ 190 h 304"/>
              <a:gd name="T22" fmla="*/ 131 w 273"/>
              <a:gd name="T23" fmla="*/ 269 h 304"/>
              <a:gd name="T24" fmla="*/ 94 w 273"/>
              <a:gd name="T25" fmla="*/ 304 h 304"/>
              <a:gd name="T26" fmla="*/ 53 w 273"/>
              <a:gd name="T27" fmla="*/ 245 h 304"/>
              <a:gd name="T28" fmla="*/ 62 w 273"/>
              <a:gd name="T29" fmla="*/ 208 h 304"/>
              <a:gd name="T30" fmla="*/ 56 w 273"/>
              <a:gd name="T31" fmla="*/ 208 h 304"/>
              <a:gd name="T32" fmla="*/ 11 w 273"/>
              <a:gd name="T33" fmla="*/ 159 h 304"/>
              <a:gd name="T34" fmla="*/ 16 w 273"/>
              <a:gd name="T35" fmla="*/ 117 h 304"/>
              <a:gd name="T36" fmla="*/ 25 w 273"/>
              <a:gd name="T37" fmla="*/ 78 h 304"/>
              <a:gd name="T38" fmla="*/ 54 w 273"/>
              <a:gd name="T39" fmla="*/ 123 h 304"/>
              <a:gd name="T40" fmla="*/ 51 w 273"/>
              <a:gd name="T41" fmla="*/ 150 h 304"/>
              <a:gd name="T42" fmla="*/ 51 w 273"/>
              <a:gd name="T43" fmla="*/ 155 h 304"/>
              <a:gd name="T44" fmla="*/ 56 w 273"/>
              <a:gd name="T45" fmla="*/ 184 h 304"/>
              <a:gd name="T46" fmla="*/ 82 w 273"/>
              <a:gd name="T47" fmla="*/ 184 h 304"/>
              <a:gd name="T48" fmla="*/ 95 w 273"/>
              <a:gd name="T49" fmla="*/ 195 h 304"/>
              <a:gd name="T50" fmla="*/ 77 w 273"/>
              <a:gd name="T51" fmla="*/ 245 h 304"/>
              <a:gd name="T52" fmla="*/ 94 w 273"/>
              <a:gd name="T53" fmla="*/ 280 h 304"/>
              <a:gd name="T54" fmla="*/ 107 w 273"/>
              <a:gd name="T55" fmla="*/ 266 h 304"/>
              <a:gd name="T56" fmla="*/ 183 w 273"/>
              <a:gd name="T57" fmla="*/ 160 h 304"/>
              <a:gd name="T58" fmla="*/ 183 w 273"/>
              <a:gd name="T59" fmla="*/ 82 h 304"/>
              <a:gd name="T60" fmla="*/ 77 w 273"/>
              <a:gd name="T61" fmla="*/ 57 h 304"/>
              <a:gd name="T62" fmla="*/ 63 w 273"/>
              <a:gd name="T63" fmla="*/ 86 h 304"/>
              <a:gd name="T64" fmla="*/ 64 w 273"/>
              <a:gd name="T65" fmla="*/ 92 h 304"/>
              <a:gd name="T66" fmla="*/ 54 w 273"/>
              <a:gd name="T67" fmla="*/ 118 h 304"/>
              <a:gd name="T68" fmla="*/ 54 w 273"/>
              <a:gd name="T69" fmla="*/ 123 h 3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273" h="304">
                <a:moveTo>
                  <a:pt x="25" y="78"/>
                </a:moveTo>
                <a:cubicBezTo>
                  <a:pt x="0" y="0"/>
                  <a:pt x="169" y="42"/>
                  <a:pt x="183" y="55"/>
                </a:cubicBezTo>
                <a:cubicBezTo>
                  <a:pt x="183" y="35"/>
                  <a:pt x="183" y="35"/>
                  <a:pt x="183" y="35"/>
                </a:cubicBezTo>
                <a:cubicBezTo>
                  <a:pt x="183" y="29"/>
                  <a:pt x="187" y="25"/>
                  <a:pt x="193" y="25"/>
                </a:cubicBezTo>
                <a:cubicBezTo>
                  <a:pt x="263" y="25"/>
                  <a:pt x="263" y="25"/>
                  <a:pt x="263" y="25"/>
                </a:cubicBezTo>
                <a:cubicBezTo>
                  <a:pt x="268" y="25"/>
                  <a:pt x="273" y="29"/>
                  <a:pt x="273" y="35"/>
                </a:cubicBezTo>
                <a:cubicBezTo>
                  <a:pt x="273" y="201"/>
                  <a:pt x="273" y="201"/>
                  <a:pt x="273" y="201"/>
                </a:cubicBezTo>
                <a:cubicBezTo>
                  <a:pt x="273" y="206"/>
                  <a:pt x="268" y="211"/>
                  <a:pt x="263" y="211"/>
                </a:cubicBezTo>
                <a:cubicBezTo>
                  <a:pt x="193" y="211"/>
                  <a:pt x="193" y="211"/>
                  <a:pt x="193" y="211"/>
                </a:cubicBezTo>
                <a:cubicBezTo>
                  <a:pt x="187" y="211"/>
                  <a:pt x="183" y="206"/>
                  <a:pt x="183" y="201"/>
                </a:cubicBezTo>
                <a:cubicBezTo>
                  <a:pt x="183" y="190"/>
                  <a:pt x="183" y="190"/>
                  <a:pt x="183" y="190"/>
                </a:cubicBezTo>
                <a:cubicBezTo>
                  <a:pt x="149" y="212"/>
                  <a:pt x="132" y="267"/>
                  <a:pt x="131" y="269"/>
                </a:cubicBezTo>
                <a:cubicBezTo>
                  <a:pt x="126" y="291"/>
                  <a:pt x="113" y="304"/>
                  <a:pt x="94" y="304"/>
                </a:cubicBezTo>
                <a:cubicBezTo>
                  <a:pt x="75" y="304"/>
                  <a:pt x="53" y="286"/>
                  <a:pt x="53" y="245"/>
                </a:cubicBezTo>
                <a:cubicBezTo>
                  <a:pt x="53" y="235"/>
                  <a:pt x="56" y="220"/>
                  <a:pt x="62" y="208"/>
                </a:cubicBezTo>
                <a:cubicBezTo>
                  <a:pt x="56" y="208"/>
                  <a:pt x="56" y="208"/>
                  <a:pt x="56" y="208"/>
                </a:cubicBezTo>
                <a:cubicBezTo>
                  <a:pt x="31" y="208"/>
                  <a:pt x="2" y="196"/>
                  <a:pt x="11" y="159"/>
                </a:cubicBezTo>
                <a:cubicBezTo>
                  <a:pt x="2" y="143"/>
                  <a:pt x="8" y="124"/>
                  <a:pt x="16" y="117"/>
                </a:cubicBezTo>
                <a:cubicBezTo>
                  <a:pt x="8" y="102"/>
                  <a:pt x="15" y="86"/>
                  <a:pt x="25" y="78"/>
                </a:cubicBezTo>
                <a:close/>
                <a:moveTo>
                  <a:pt x="54" y="123"/>
                </a:moveTo>
                <a:cubicBezTo>
                  <a:pt x="29" y="123"/>
                  <a:pt x="28" y="149"/>
                  <a:pt x="51" y="150"/>
                </a:cubicBezTo>
                <a:cubicBezTo>
                  <a:pt x="56" y="150"/>
                  <a:pt x="56" y="155"/>
                  <a:pt x="51" y="155"/>
                </a:cubicBezTo>
                <a:cubicBezTo>
                  <a:pt x="28" y="155"/>
                  <a:pt x="32" y="184"/>
                  <a:pt x="56" y="184"/>
                </a:cubicBezTo>
                <a:cubicBezTo>
                  <a:pt x="82" y="184"/>
                  <a:pt x="82" y="184"/>
                  <a:pt x="82" y="184"/>
                </a:cubicBezTo>
                <a:cubicBezTo>
                  <a:pt x="91" y="184"/>
                  <a:pt x="95" y="189"/>
                  <a:pt x="95" y="195"/>
                </a:cubicBezTo>
                <a:cubicBezTo>
                  <a:pt x="95" y="205"/>
                  <a:pt x="77" y="228"/>
                  <a:pt x="77" y="245"/>
                </a:cubicBezTo>
                <a:cubicBezTo>
                  <a:pt x="77" y="267"/>
                  <a:pt x="87" y="280"/>
                  <a:pt x="94" y="280"/>
                </a:cubicBezTo>
                <a:cubicBezTo>
                  <a:pt x="102" y="280"/>
                  <a:pt x="106" y="274"/>
                  <a:pt x="107" y="266"/>
                </a:cubicBezTo>
                <a:cubicBezTo>
                  <a:pt x="112" y="232"/>
                  <a:pt x="150" y="175"/>
                  <a:pt x="183" y="160"/>
                </a:cubicBezTo>
                <a:cubicBezTo>
                  <a:pt x="183" y="82"/>
                  <a:pt x="183" y="82"/>
                  <a:pt x="183" y="82"/>
                </a:cubicBezTo>
                <a:cubicBezTo>
                  <a:pt x="137" y="60"/>
                  <a:pt x="96" y="58"/>
                  <a:pt x="77" y="57"/>
                </a:cubicBezTo>
                <a:cubicBezTo>
                  <a:pt x="47" y="56"/>
                  <a:pt x="33" y="79"/>
                  <a:pt x="63" y="86"/>
                </a:cubicBezTo>
                <a:cubicBezTo>
                  <a:pt x="69" y="87"/>
                  <a:pt x="69" y="92"/>
                  <a:pt x="64" y="92"/>
                </a:cubicBezTo>
                <a:cubicBezTo>
                  <a:pt x="33" y="92"/>
                  <a:pt x="31" y="115"/>
                  <a:pt x="54" y="118"/>
                </a:cubicBezTo>
                <a:cubicBezTo>
                  <a:pt x="59" y="119"/>
                  <a:pt x="59" y="123"/>
                  <a:pt x="54" y="12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79" name="Freeform 81"/>
          <p:cNvSpPr>
            <a:spLocks noEditPoints="1"/>
          </p:cNvSpPr>
          <p:nvPr/>
        </p:nvSpPr>
        <p:spPr bwMode="auto">
          <a:xfrm>
            <a:off x="6036591" y="4463053"/>
            <a:ext cx="76597" cy="212281"/>
          </a:xfrm>
          <a:custGeom>
            <a:avLst/>
            <a:gdLst>
              <a:gd name="T0" fmla="*/ 33 w 67"/>
              <a:gd name="T1" fmla="*/ 0 h 188"/>
              <a:gd name="T2" fmla="*/ 67 w 67"/>
              <a:gd name="T3" fmla="*/ 33 h 188"/>
              <a:gd name="T4" fmla="*/ 33 w 67"/>
              <a:gd name="T5" fmla="*/ 67 h 188"/>
              <a:gd name="T6" fmla="*/ 0 w 67"/>
              <a:gd name="T7" fmla="*/ 33 h 188"/>
              <a:gd name="T8" fmla="*/ 33 w 67"/>
              <a:gd name="T9" fmla="*/ 0 h 188"/>
              <a:gd name="T10" fmla="*/ 33 w 67"/>
              <a:gd name="T11" fmla="*/ 121 h 188"/>
              <a:gd name="T12" fmla="*/ 67 w 67"/>
              <a:gd name="T13" fmla="*/ 155 h 188"/>
              <a:gd name="T14" fmla="*/ 33 w 67"/>
              <a:gd name="T15" fmla="*/ 188 h 188"/>
              <a:gd name="T16" fmla="*/ 0 w 67"/>
              <a:gd name="T17" fmla="*/ 155 h 188"/>
              <a:gd name="T18" fmla="*/ 33 w 67"/>
              <a:gd name="T19" fmla="*/ 121 h 1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67" h="188">
                <a:moveTo>
                  <a:pt x="33" y="0"/>
                </a:moveTo>
                <a:cubicBezTo>
                  <a:pt x="52" y="0"/>
                  <a:pt x="67" y="15"/>
                  <a:pt x="67" y="33"/>
                </a:cubicBezTo>
                <a:cubicBezTo>
                  <a:pt x="67" y="52"/>
                  <a:pt x="52" y="67"/>
                  <a:pt x="33" y="67"/>
                </a:cubicBezTo>
                <a:cubicBezTo>
                  <a:pt x="14" y="67"/>
                  <a:pt x="0" y="52"/>
                  <a:pt x="0" y="33"/>
                </a:cubicBezTo>
                <a:cubicBezTo>
                  <a:pt x="0" y="15"/>
                  <a:pt x="14" y="0"/>
                  <a:pt x="33" y="0"/>
                </a:cubicBezTo>
                <a:close/>
                <a:moveTo>
                  <a:pt x="33" y="121"/>
                </a:moveTo>
                <a:cubicBezTo>
                  <a:pt x="52" y="121"/>
                  <a:pt x="67" y="136"/>
                  <a:pt x="67" y="155"/>
                </a:cubicBezTo>
                <a:cubicBezTo>
                  <a:pt x="67" y="174"/>
                  <a:pt x="52" y="188"/>
                  <a:pt x="33" y="188"/>
                </a:cubicBezTo>
                <a:cubicBezTo>
                  <a:pt x="14" y="188"/>
                  <a:pt x="0" y="174"/>
                  <a:pt x="0" y="155"/>
                </a:cubicBezTo>
                <a:cubicBezTo>
                  <a:pt x="0" y="136"/>
                  <a:pt x="14" y="121"/>
                  <a:pt x="33" y="12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80" name="Freeform 82"/>
          <p:cNvSpPr>
            <a:spLocks noEditPoints="1"/>
          </p:cNvSpPr>
          <p:nvPr/>
        </p:nvSpPr>
        <p:spPr bwMode="auto">
          <a:xfrm>
            <a:off x="6301396" y="4430225"/>
            <a:ext cx="271369" cy="242920"/>
          </a:xfrm>
          <a:custGeom>
            <a:avLst/>
            <a:gdLst>
              <a:gd name="T0" fmla="*/ 124 w 124"/>
              <a:gd name="T1" fmla="*/ 15 h 111"/>
              <a:gd name="T2" fmla="*/ 0 w 124"/>
              <a:gd name="T3" fmla="*/ 15 h 111"/>
              <a:gd name="T4" fmla="*/ 0 w 124"/>
              <a:gd name="T5" fmla="*/ 0 h 111"/>
              <a:gd name="T6" fmla="*/ 124 w 124"/>
              <a:gd name="T7" fmla="*/ 0 h 111"/>
              <a:gd name="T8" fmla="*/ 124 w 124"/>
              <a:gd name="T9" fmla="*/ 15 h 111"/>
              <a:gd name="T10" fmla="*/ 92 w 124"/>
              <a:gd name="T11" fmla="*/ 47 h 111"/>
              <a:gd name="T12" fmla="*/ 0 w 124"/>
              <a:gd name="T13" fmla="*/ 47 h 111"/>
              <a:gd name="T14" fmla="*/ 0 w 124"/>
              <a:gd name="T15" fmla="*/ 32 h 111"/>
              <a:gd name="T16" fmla="*/ 92 w 124"/>
              <a:gd name="T17" fmla="*/ 32 h 111"/>
              <a:gd name="T18" fmla="*/ 92 w 124"/>
              <a:gd name="T19" fmla="*/ 47 h 111"/>
              <a:gd name="T20" fmla="*/ 124 w 124"/>
              <a:gd name="T21" fmla="*/ 79 h 111"/>
              <a:gd name="T22" fmla="*/ 0 w 124"/>
              <a:gd name="T23" fmla="*/ 79 h 111"/>
              <a:gd name="T24" fmla="*/ 0 w 124"/>
              <a:gd name="T25" fmla="*/ 64 h 111"/>
              <a:gd name="T26" fmla="*/ 124 w 124"/>
              <a:gd name="T27" fmla="*/ 64 h 111"/>
              <a:gd name="T28" fmla="*/ 124 w 124"/>
              <a:gd name="T29" fmla="*/ 79 h 111"/>
              <a:gd name="T30" fmla="*/ 92 w 124"/>
              <a:gd name="T31" fmla="*/ 111 h 111"/>
              <a:gd name="T32" fmla="*/ 0 w 124"/>
              <a:gd name="T33" fmla="*/ 111 h 111"/>
              <a:gd name="T34" fmla="*/ 0 w 124"/>
              <a:gd name="T35" fmla="*/ 96 h 111"/>
              <a:gd name="T36" fmla="*/ 92 w 124"/>
              <a:gd name="T37" fmla="*/ 96 h 111"/>
              <a:gd name="T38" fmla="*/ 92 w 124"/>
              <a:gd name="T39" fmla="*/ 111 h 1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124" h="111">
                <a:moveTo>
                  <a:pt x="124" y="15"/>
                </a:moveTo>
                <a:lnTo>
                  <a:pt x="0" y="15"/>
                </a:lnTo>
                <a:lnTo>
                  <a:pt x="0" y="0"/>
                </a:lnTo>
                <a:lnTo>
                  <a:pt x="124" y="0"/>
                </a:lnTo>
                <a:lnTo>
                  <a:pt x="124" y="15"/>
                </a:lnTo>
                <a:close/>
                <a:moveTo>
                  <a:pt x="92" y="47"/>
                </a:moveTo>
                <a:lnTo>
                  <a:pt x="0" y="47"/>
                </a:lnTo>
                <a:lnTo>
                  <a:pt x="0" y="32"/>
                </a:lnTo>
                <a:lnTo>
                  <a:pt x="92" y="32"/>
                </a:lnTo>
                <a:lnTo>
                  <a:pt x="92" y="47"/>
                </a:lnTo>
                <a:close/>
                <a:moveTo>
                  <a:pt x="124" y="79"/>
                </a:moveTo>
                <a:lnTo>
                  <a:pt x="0" y="79"/>
                </a:lnTo>
                <a:lnTo>
                  <a:pt x="0" y="64"/>
                </a:lnTo>
                <a:lnTo>
                  <a:pt x="124" y="64"/>
                </a:lnTo>
                <a:lnTo>
                  <a:pt x="124" y="79"/>
                </a:lnTo>
                <a:close/>
                <a:moveTo>
                  <a:pt x="92" y="111"/>
                </a:moveTo>
                <a:lnTo>
                  <a:pt x="0" y="111"/>
                </a:lnTo>
                <a:lnTo>
                  <a:pt x="0" y="96"/>
                </a:lnTo>
                <a:lnTo>
                  <a:pt x="92" y="96"/>
                </a:lnTo>
                <a:lnTo>
                  <a:pt x="92" y="11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81" name="Freeform 83"/>
          <p:cNvSpPr>
            <a:spLocks/>
          </p:cNvSpPr>
          <p:nvPr/>
        </p:nvSpPr>
        <p:spPr bwMode="auto">
          <a:xfrm>
            <a:off x="6658116" y="4430226"/>
            <a:ext cx="236353" cy="238543"/>
          </a:xfrm>
          <a:custGeom>
            <a:avLst/>
            <a:gdLst>
              <a:gd name="T0" fmla="*/ 54 w 108"/>
              <a:gd name="T1" fmla="*/ 33 h 109"/>
              <a:gd name="T2" fmla="*/ 86 w 108"/>
              <a:gd name="T3" fmla="*/ 0 h 109"/>
              <a:gd name="T4" fmla="*/ 108 w 108"/>
              <a:gd name="T5" fmla="*/ 22 h 109"/>
              <a:gd name="T6" fmla="*/ 76 w 108"/>
              <a:gd name="T7" fmla="*/ 54 h 109"/>
              <a:gd name="T8" fmla="*/ 108 w 108"/>
              <a:gd name="T9" fmla="*/ 87 h 109"/>
              <a:gd name="T10" fmla="*/ 86 w 108"/>
              <a:gd name="T11" fmla="*/ 109 h 109"/>
              <a:gd name="T12" fmla="*/ 54 w 108"/>
              <a:gd name="T13" fmla="*/ 76 h 109"/>
              <a:gd name="T14" fmla="*/ 22 w 108"/>
              <a:gd name="T15" fmla="*/ 109 h 109"/>
              <a:gd name="T16" fmla="*/ 0 w 108"/>
              <a:gd name="T17" fmla="*/ 87 h 109"/>
              <a:gd name="T18" fmla="*/ 32 w 108"/>
              <a:gd name="T19" fmla="*/ 54 h 109"/>
              <a:gd name="T20" fmla="*/ 0 w 108"/>
              <a:gd name="T21" fmla="*/ 22 h 109"/>
              <a:gd name="T22" fmla="*/ 22 w 108"/>
              <a:gd name="T23" fmla="*/ 0 h 109"/>
              <a:gd name="T24" fmla="*/ 54 w 108"/>
              <a:gd name="T25" fmla="*/ 33 h 1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08" h="109">
                <a:moveTo>
                  <a:pt x="54" y="33"/>
                </a:moveTo>
                <a:lnTo>
                  <a:pt x="86" y="0"/>
                </a:lnTo>
                <a:lnTo>
                  <a:pt x="108" y="22"/>
                </a:lnTo>
                <a:lnTo>
                  <a:pt x="76" y="54"/>
                </a:lnTo>
                <a:lnTo>
                  <a:pt x="108" y="87"/>
                </a:lnTo>
                <a:lnTo>
                  <a:pt x="86" y="109"/>
                </a:lnTo>
                <a:lnTo>
                  <a:pt x="54" y="76"/>
                </a:lnTo>
                <a:lnTo>
                  <a:pt x="22" y="109"/>
                </a:lnTo>
                <a:lnTo>
                  <a:pt x="0" y="87"/>
                </a:lnTo>
                <a:lnTo>
                  <a:pt x="32" y="54"/>
                </a:lnTo>
                <a:lnTo>
                  <a:pt x="0" y="22"/>
                </a:lnTo>
                <a:lnTo>
                  <a:pt x="22" y="0"/>
                </a:lnTo>
                <a:lnTo>
                  <a:pt x="54" y="33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82" name="Freeform 84"/>
          <p:cNvSpPr>
            <a:spLocks noEditPoints="1"/>
          </p:cNvSpPr>
          <p:nvPr/>
        </p:nvSpPr>
        <p:spPr bwMode="auto">
          <a:xfrm>
            <a:off x="6964499" y="4366759"/>
            <a:ext cx="315139" cy="315139"/>
          </a:xfrm>
          <a:custGeom>
            <a:avLst/>
            <a:gdLst>
              <a:gd name="T0" fmla="*/ 279 w 279"/>
              <a:gd name="T1" fmla="*/ 139 h 279"/>
              <a:gd name="T2" fmla="*/ 139 w 279"/>
              <a:gd name="T3" fmla="*/ 279 h 279"/>
              <a:gd name="T4" fmla="*/ 0 w 279"/>
              <a:gd name="T5" fmla="*/ 139 h 279"/>
              <a:gd name="T6" fmla="*/ 139 w 279"/>
              <a:gd name="T7" fmla="*/ 0 h 279"/>
              <a:gd name="T8" fmla="*/ 279 w 279"/>
              <a:gd name="T9" fmla="*/ 139 h 279"/>
              <a:gd name="T10" fmla="*/ 49 w 279"/>
              <a:gd name="T11" fmla="*/ 230 h 279"/>
              <a:gd name="T12" fmla="*/ 77 w 279"/>
              <a:gd name="T13" fmla="*/ 251 h 279"/>
              <a:gd name="T14" fmla="*/ 108 w 279"/>
              <a:gd name="T15" fmla="*/ 191 h 279"/>
              <a:gd name="T16" fmla="*/ 140 w 279"/>
              <a:gd name="T17" fmla="*/ 200 h 279"/>
              <a:gd name="T18" fmla="*/ 200 w 279"/>
              <a:gd name="T19" fmla="*/ 139 h 279"/>
              <a:gd name="T20" fmla="*/ 183 w 279"/>
              <a:gd name="T21" fmla="*/ 97 h 279"/>
              <a:gd name="T22" fmla="*/ 240 w 279"/>
              <a:gd name="T23" fmla="*/ 61 h 279"/>
              <a:gd name="T24" fmla="*/ 230 w 279"/>
              <a:gd name="T25" fmla="*/ 49 h 279"/>
              <a:gd name="T26" fmla="*/ 202 w 279"/>
              <a:gd name="T27" fmla="*/ 28 h 279"/>
              <a:gd name="T28" fmla="*/ 170 w 279"/>
              <a:gd name="T29" fmla="*/ 87 h 279"/>
              <a:gd name="T30" fmla="*/ 140 w 279"/>
              <a:gd name="T31" fmla="*/ 79 h 279"/>
              <a:gd name="T32" fmla="*/ 80 w 279"/>
              <a:gd name="T33" fmla="*/ 139 h 279"/>
              <a:gd name="T34" fmla="*/ 96 w 279"/>
              <a:gd name="T35" fmla="*/ 181 h 279"/>
              <a:gd name="T36" fmla="*/ 38 w 279"/>
              <a:gd name="T37" fmla="*/ 217 h 279"/>
              <a:gd name="T38" fmla="*/ 49 w 279"/>
              <a:gd name="T39" fmla="*/ 230 h 279"/>
              <a:gd name="T40" fmla="*/ 114 w 279"/>
              <a:gd name="T41" fmla="*/ 139 h 279"/>
              <a:gd name="T42" fmla="*/ 140 w 279"/>
              <a:gd name="T43" fmla="*/ 113 h 279"/>
              <a:gd name="T44" fmla="*/ 166 w 279"/>
              <a:gd name="T45" fmla="*/ 139 h 279"/>
              <a:gd name="T46" fmla="*/ 140 w 279"/>
              <a:gd name="T47" fmla="*/ 165 h 279"/>
              <a:gd name="T48" fmla="*/ 114 w 279"/>
              <a:gd name="T49" fmla="*/ 139 h 279"/>
              <a:gd name="T50" fmla="*/ 127 w 279"/>
              <a:gd name="T51" fmla="*/ 139 h 279"/>
              <a:gd name="T52" fmla="*/ 140 w 279"/>
              <a:gd name="T53" fmla="*/ 152 h 279"/>
              <a:gd name="T54" fmla="*/ 153 w 279"/>
              <a:gd name="T55" fmla="*/ 139 h 279"/>
              <a:gd name="T56" fmla="*/ 140 w 279"/>
              <a:gd name="T57" fmla="*/ 126 h 279"/>
              <a:gd name="T58" fmla="*/ 127 w 279"/>
              <a:gd name="T59" fmla="*/ 139 h 2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279" h="279">
                <a:moveTo>
                  <a:pt x="279" y="139"/>
                </a:moveTo>
                <a:cubicBezTo>
                  <a:pt x="279" y="217"/>
                  <a:pt x="217" y="279"/>
                  <a:pt x="139" y="279"/>
                </a:cubicBezTo>
                <a:cubicBezTo>
                  <a:pt x="63" y="279"/>
                  <a:pt x="0" y="217"/>
                  <a:pt x="0" y="139"/>
                </a:cubicBezTo>
                <a:cubicBezTo>
                  <a:pt x="0" y="63"/>
                  <a:pt x="63" y="0"/>
                  <a:pt x="139" y="0"/>
                </a:cubicBezTo>
                <a:cubicBezTo>
                  <a:pt x="217" y="0"/>
                  <a:pt x="279" y="63"/>
                  <a:pt x="279" y="139"/>
                </a:cubicBezTo>
                <a:close/>
                <a:moveTo>
                  <a:pt x="49" y="230"/>
                </a:moveTo>
                <a:cubicBezTo>
                  <a:pt x="58" y="238"/>
                  <a:pt x="67" y="245"/>
                  <a:pt x="77" y="251"/>
                </a:cubicBezTo>
                <a:cubicBezTo>
                  <a:pt x="108" y="191"/>
                  <a:pt x="108" y="191"/>
                  <a:pt x="108" y="191"/>
                </a:cubicBezTo>
                <a:cubicBezTo>
                  <a:pt x="117" y="197"/>
                  <a:pt x="128" y="200"/>
                  <a:pt x="140" y="200"/>
                </a:cubicBezTo>
                <a:cubicBezTo>
                  <a:pt x="174" y="200"/>
                  <a:pt x="200" y="173"/>
                  <a:pt x="200" y="139"/>
                </a:cubicBezTo>
                <a:cubicBezTo>
                  <a:pt x="200" y="123"/>
                  <a:pt x="194" y="108"/>
                  <a:pt x="183" y="97"/>
                </a:cubicBezTo>
                <a:cubicBezTo>
                  <a:pt x="240" y="61"/>
                  <a:pt x="240" y="61"/>
                  <a:pt x="240" y="61"/>
                </a:cubicBezTo>
                <a:cubicBezTo>
                  <a:pt x="237" y="57"/>
                  <a:pt x="234" y="53"/>
                  <a:pt x="230" y="49"/>
                </a:cubicBezTo>
                <a:cubicBezTo>
                  <a:pt x="221" y="41"/>
                  <a:pt x="212" y="34"/>
                  <a:pt x="202" y="28"/>
                </a:cubicBezTo>
                <a:cubicBezTo>
                  <a:pt x="170" y="87"/>
                  <a:pt x="170" y="87"/>
                  <a:pt x="170" y="87"/>
                </a:cubicBezTo>
                <a:cubicBezTo>
                  <a:pt x="162" y="82"/>
                  <a:pt x="151" y="79"/>
                  <a:pt x="140" y="79"/>
                </a:cubicBezTo>
                <a:cubicBezTo>
                  <a:pt x="106" y="79"/>
                  <a:pt x="80" y="106"/>
                  <a:pt x="80" y="139"/>
                </a:cubicBezTo>
                <a:cubicBezTo>
                  <a:pt x="80" y="155"/>
                  <a:pt x="86" y="170"/>
                  <a:pt x="96" y="181"/>
                </a:cubicBezTo>
                <a:cubicBezTo>
                  <a:pt x="38" y="217"/>
                  <a:pt x="38" y="217"/>
                  <a:pt x="38" y="217"/>
                </a:cubicBezTo>
                <a:cubicBezTo>
                  <a:pt x="42" y="222"/>
                  <a:pt x="46" y="226"/>
                  <a:pt x="49" y="230"/>
                </a:cubicBezTo>
                <a:close/>
                <a:moveTo>
                  <a:pt x="114" y="139"/>
                </a:moveTo>
                <a:cubicBezTo>
                  <a:pt x="114" y="125"/>
                  <a:pt x="126" y="113"/>
                  <a:pt x="140" y="113"/>
                </a:cubicBezTo>
                <a:cubicBezTo>
                  <a:pt x="155" y="113"/>
                  <a:pt x="166" y="125"/>
                  <a:pt x="166" y="139"/>
                </a:cubicBezTo>
                <a:cubicBezTo>
                  <a:pt x="166" y="153"/>
                  <a:pt x="155" y="165"/>
                  <a:pt x="140" y="165"/>
                </a:cubicBezTo>
                <a:cubicBezTo>
                  <a:pt x="126" y="165"/>
                  <a:pt x="114" y="153"/>
                  <a:pt x="114" y="139"/>
                </a:cubicBezTo>
                <a:close/>
                <a:moveTo>
                  <a:pt x="127" y="139"/>
                </a:moveTo>
                <a:cubicBezTo>
                  <a:pt x="127" y="147"/>
                  <a:pt x="132" y="152"/>
                  <a:pt x="140" y="152"/>
                </a:cubicBezTo>
                <a:cubicBezTo>
                  <a:pt x="148" y="152"/>
                  <a:pt x="153" y="147"/>
                  <a:pt x="153" y="139"/>
                </a:cubicBezTo>
                <a:cubicBezTo>
                  <a:pt x="153" y="132"/>
                  <a:pt x="148" y="126"/>
                  <a:pt x="140" y="126"/>
                </a:cubicBezTo>
                <a:cubicBezTo>
                  <a:pt x="132" y="126"/>
                  <a:pt x="127" y="132"/>
                  <a:pt x="127" y="13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83" name="Freeform 85"/>
          <p:cNvSpPr>
            <a:spLocks noEditPoints="1"/>
          </p:cNvSpPr>
          <p:nvPr/>
        </p:nvSpPr>
        <p:spPr bwMode="auto">
          <a:xfrm>
            <a:off x="7347479" y="4322990"/>
            <a:ext cx="339212" cy="350153"/>
          </a:xfrm>
          <a:custGeom>
            <a:avLst/>
            <a:gdLst>
              <a:gd name="T0" fmla="*/ 31 w 301"/>
              <a:gd name="T1" fmla="*/ 278 h 309"/>
              <a:gd name="T2" fmla="*/ 184 w 301"/>
              <a:gd name="T3" fmla="*/ 278 h 309"/>
              <a:gd name="T4" fmla="*/ 184 w 301"/>
              <a:gd name="T5" fmla="*/ 188 h 309"/>
              <a:gd name="T6" fmla="*/ 215 w 301"/>
              <a:gd name="T7" fmla="*/ 153 h 309"/>
              <a:gd name="T8" fmla="*/ 215 w 301"/>
              <a:gd name="T9" fmla="*/ 309 h 309"/>
              <a:gd name="T10" fmla="*/ 0 w 301"/>
              <a:gd name="T11" fmla="*/ 309 h 309"/>
              <a:gd name="T12" fmla="*/ 0 w 301"/>
              <a:gd name="T13" fmla="*/ 47 h 309"/>
              <a:gd name="T14" fmla="*/ 187 w 301"/>
              <a:gd name="T15" fmla="*/ 47 h 309"/>
              <a:gd name="T16" fmla="*/ 161 w 301"/>
              <a:gd name="T17" fmla="*/ 74 h 309"/>
              <a:gd name="T18" fmla="*/ 31 w 301"/>
              <a:gd name="T19" fmla="*/ 74 h 309"/>
              <a:gd name="T20" fmla="*/ 31 w 301"/>
              <a:gd name="T21" fmla="*/ 278 h 309"/>
              <a:gd name="T22" fmla="*/ 240 w 301"/>
              <a:gd name="T23" fmla="*/ 38 h 309"/>
              <a:gd name="T24" fmla="*/ 240 w 301"/>
              <a:gd name="T25" fmla="*/ 38 h 309"/>
              <a:gd name="T26" fmla="*/ 263 w 301"/>
              <a:gd name="T27" fmla="*/ 61 h 309"/>
              <a:gd name="T28" fmla="*/ 255 w 301"/>
              <a:gd name="T29" fmla="*/ 87 h 309"/>
              <a:gd name="T30" fmla="*/ 127 w 301"/>
              <a:gd name="T31" fmla="*/ 219 h 309"/>
              <a:gd name="T32" fmla="*/ 72 w 301"/>
              <a:gd name="T33" fmla="*/ 232 h 309"/>
              <a:gd name="T34" fmla="*/ 71 w 301"/>
              <a:gd name="T35" fmla="*/ 231 h 309"/>
              <a:gd name="T36" fmla="*/ 86 w 301"/>
              <a:gd name="T37" fmla="*/ 177 h 309"/>
              <a:gd name="T38" fmla="*/ 214 w 301"/>
              <a:gd name="T39" fmla="*/ 46 h 309"/>
              <a:gd name="T40" fmla="*/ 240 w 301"/>
              <a:gd name="T41" fmla="*/ 38 h 309"/>
              <a:gd name="T42" fmla="*/ 113 w 301"/>
              <a:gd name="T43" fmla="*/ 175 h 309"/>
              <a:gd name="T44" fmla="*/ 101 w 301"/>
              <a:gd name="T45" fmla="*/ 178 h 309"/>
              <a:gd name="T46" fmla="*/ 93 w 301"/>
              <a:gd name="T47" fmla="*/ 185 h 309"/>
              <a:gd name="T48" fmla="*/ 90 w 301"/>
              <a:gd name="T49" fmla="*/ 199 h 309"/>
              <a:gd name="T50" fmla="*/ 106 w 301"/>
              <a:gd name="T51" fmla="*/ 214 h 309"/>
              <a:gd name="T52" fmla="*/ 119 w 301"/>
              <a:gd name="T53" fmla="*/ 211 h 309"/>
              <a:gd name="T54" fmla="*/ 127 w 301"/>
              <a:gd name="T55" fmla="*/ 203 h 309"/>
              <a:gd name="T56" fmla="*/ 128 w 301"/>
              <a:gd name="T57" fmla="*/ 191 h 309"/>
              <a:gd name="T58" fmla="*/ 113 w 301"/>
              <a:gd name="T59" fmla="*/ 175 h 309"/>
              <a:gd name="T60" fmla="*/ 288 w 301"/>
              <a:gd name="T61" fmla="*/ 54 h 309"/>
              <a:gd name="T62" fmla="*/ 268 w 301"/>
              <a:gd name="T63" fmla="*/ 74 h 309"/>
              <a:gd name="T64" fmla="*/ 274 w 301"/>
              <a:gd name="T65" fmla="*/ 48 h 309"/>
              <a:gd name="T66" fmla="*/ 252 w 301"/>
              <a:gd name="T67" fmla="*/ 26 h 309"/>
              <a:gd name="T68" fmla="*/ 227 w 301"/>
              <a:gd name="T69" fmla="*/ 32 h 309"/>
              <a:gd name="T70" fmla="*/ 246 w 301"/>
              <a:gd name="T71" fmla="*/ 12 h 309"/>
              <a:gd name="T72" fmla="*/ 289 w 301"/>
              <a:gd name="T73" fmla="*/ 12 h 309"/>
              <a:gd name="T74" fmla="*/ 288 w 301"/>
              <a:gd name="T75" fmla="*/ 54 h 3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301" h="309">
                <a:moveTo>
                  <a:pt x="31" y="278"/>
                </a:moveTo>
                <a:cubicBezTo>
                  <a:pt x="184" y="278"/>
                  <a:pt x="184" y="278"/>
                  <a:pt x="184" y="278"/>
                </a:cubicBezTo>
                <a:cubicBezTo>
                  <a:pt x="184" y="188"/>
                  <a:pt x="184" y="188"/>
                  <a:pt x="184" y="188"/>
                </a:cubicBezTo>
                <a:cubicBezTo>
                  <a:pt x="215" y="153"/>
                  <a:pt x="215" y="153"/>
                  <a:pt x="215" y="153"/>
                </a:cubicBezTo>
                <a:cubicBezTo>
                  <a:pt x="215" y="309"/>
                  <a:pt x="215" y="309"/>
                  <a:pt x="215" y="309"/>
                </a:cubicBezTo>
                <a:cubicBezTo>
                  <a:pt x="0" y="309"/>
                  <a:pt x="0" y="309"/>
                  <a:pt x="0" y="309"/>
                </a:cubicBezTo>
                <a:cubicBezTo>
                  <a:pt x="0" y="47"/>
                  <a:pt x="0" y="47"/>
                  <a:pt x="0" y="47"/>
                </a:cubicBezTo>
                <a:cubicBezTo>
                  <a:pt x="187" y="47"/>
                  <a:pt x="187" y="47"/>
                  <a:pt x="187" y="47"/>
                </a:cubicBezTo>
                <a:cubicBezTo>
                  <a:pt x="161" y="74"/>
                  <a:pt x="161" y="74"/>
                  <a:pt x="161" y="74"/>
                </a:cubicBezTo>
                <a:cubicBezTo>
                  <a:pt x="31" y="74"/>
                  <a:pt x="31" y="74"/>
                  <a:pt x="31" y="74"/>
                </a:cubicBezTo>
                <a:lnTo>
                  <a:pt x="31" y="278"/>
                </a:lnTo>
                <a:close/>
                <a:moveTo>
                  <a:pt x="240" y="38"/>
                </a:moveTo>
                <a:cubicBezTo>
                  <a:pt x="240" y="38"/>
                  <a:pt x="240" y="38"/>
                  <a:pt x="240" y="38"/>
                </a:cubicBezTo>
                <a:cubicBezTo>
                  <a:pt x="263" y="61"/>
                  <a:pt x="263" y="61"/>
                  <a:pt x="263" y="61"/>
                </a:cubicBezTo>
                <a:cubicBezTo>
                  <a:pt x="262" y="61"/>
                  <a:pt x="255" y="87"/>
                  <a:pt x="255" y="87"/>
                </a:cubicBezTo>
                <a:cubicBezTo>
                  <a:pt x="127" y="219"/>
                  <a:pt x="127" y="219"/>
                  <a:pt x="127" y="219"/>
                </a:cubicBezTo>
                <a:cubicBezTo>
                  <a:pt x="72" y="232"/>
                  <a:pt x="72" y="232"/>
                  <a:pt x="72" y="232"/>
                </a:cubicBezTo>
                <a:cubicBezTo>
                  <a:pt x="71" y="231"/>
                  <a:pt x="71" y="231"/>
                  <a:pt x="71" y="231"/>
                </a:cubicBezTo>
                <a:cubicBezTo>
                  <a:pt x="86" y="177"/>
                  <a:pt x="86" y="177"/>
                  <a:pt x="86" y="177"/>
                </a:cubicBezTo>
                <a:cubicBezTo>
                  <a:pt x="214" y="46"/>
                  <a:pt x="214" y="46"/>
                  <a:pt x="214" y="46"/>
                </a:cubicBezTo>
                <a:cubicBezTo>
                  <a:pt x="214" y="45"/>
                  <a:pt x="236" y="39"/>
                  <a:pt x="240" y="38"/>
                </a:cubicBezTo>
                <a:close/>
                <a:moveTo>
                  <a:pt x="113" y="175"/>
                </a:moveTo>
                <a:cubicBezTo>
                  <a:pt x="101" y="178"/>
                  <a:pt x="101" y="178"/>
                  <a:pt x="101" y="178"/>
                </a:cubicBezTo>
                <a:cubicBezTo>
                  <a:pt x="93" y="185"/>
                  <a:pt x="93" y="185"/>
                  <a:pt x="93" y="185"/>
                </a:cubicBezTo>
                <a:cubicBezTo>
                  <a:pt x="90" y="199"/>
                  <a:pt x="90" y="199"/>
                  <a:pt x="90" y="199"/>
                </a:cubicBezTo>
                <a:cubicBezTo>
                  <a:pt x="106" y="214"/>
                  <a:pt x="106" y="214"/>
                  <a:pt x="106" y="214"/>
                </a:cubicBezTo>
                <a:cubicBezTo>
                  <a:pt x="119" y="211"/>
                  <a:pt x="119" y="211"/>
                  <a:pt x="119" y="211"/>
                </a:cubicBezTo>
                <a:cubicBezTo>
                  <a:pt x="127" y="203"/>
                  <a:pt x="127" y="203"/>
                  <a:pt x="127" y="203"/>
                </a:cubicBezTo>
                <a:cubicBezTo>
                  <a:pt x="128" y="191"/>
                  <a:pt x="128" y="191"/>
                  <a:pt x="128" y="191"/>
                </a:cubicBezTo>
                <a:lnTo>
                  <a:pt x="113" y="175"/>
                </a:lnTo>
                <a:close/>
                <a:moveTo>
                  <a:pt x="288" y="54"/>
                </a:moveTo>
                <a:cubicBezTo>
                  <a:pt x="268" y="74"/>
                  <a:pt x="268" y="74"/>
                  <a:pt x="268" y="74"/>
                </a:cubicBezTo>
                <a:cubicBezTo>
                  <a:pt x="274" y="48"/>
                  <a:pt x="274" y="48"/>
                  <a:pt x="274" y="48"/>
                </a:cubicBezTo>
                <a:cubicBezTo>
                  <a:pt x="252" y="26"/>
                  <a:pt x="252" y="26"/>
                  <a:pt x="252" y="26"/>
                </a:cubicBezTo>
                <a:cubicBezTo>
                  <a:pt x="227" y="32"/>
                  <a:pt x="227" y="32"/>
                  <a:pt x="227" y="32"/>
                </a:cubicBezTo>
                <a:cubicBezTo>
                  <a:pt x="246" y="12"/>
                  <a:pt x="246" y="12"/>
                  <a:pt x="246" y="12"/>
                </a:cubicBezTo>
                <a:cubicBezTo>
                  <a:pt x="258" y="0"/>
                  <a:pt x="277" y="0"/>
                  <a:pt x="289" y="12"/>
                </a:cubicBezTo>
                <a:cubicBezTo>
                  <a:pt x="301" y="23"/>
                  <a:pt x="300" y="42"/>
                  <a:pt x="288" y="5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84" name="Freeform 86"/>
          <p:cNvSpPr>
            <a:spLocks noEditPoints="1"/>
          </p:cNvSpPr>
          <p:nvPr/>
        </p:nvSpPr>
        <p:spPr bwMode="auto">
          <a:xfrm>
            <a:off x="7782985" y="4375513"/>
            <a:ext cx="247297" cy="306384"/>
          </a:xfrm>
          <a:custGeom>
            <a:avLst/>
            <a:gdLst>
              <a:gd name="T0" fmla="*/ 219 w 219"/>
              <a:gd name="T1" fmla="*/ 39 h 271"/>
              <a:gd name="T2" fmla="*/ 219 w 219"/>
              <a:gd name="T3" fmla="*/ 271 h 271"/>
              <a:gd name="T4" fmla="*/ 46 w 219"/>
              <a:gd name="T5" fmla="*/ 271 h 271"/>
              <a:gd name="T6" fmla="*/ 0 w 219"/>
              <a:gd name="T7" fmla="*/ 227 h 271"/>
              <a:gd name="T8" fmla="*/ 0 w 219"/>
              <a:gd name="T9" fmla="*/ 26 h 271"/>
              <a:gd name="T10" fmla="*/ 26 w 219"/>
              <a:gd name="T11" fmla="*/ 0 h 271"/>
              <a:gd name="T12" fmla="*/ 186 w 219"/>
              <a:gd name="T13" fmla="*/ 0 h 271"/>
              <a:gd name="T14" fmla="*/ 186 w 219"/>
              <a:gd name="T15" fmla="*/ 199 h 271"/>
              <a:gd name="T16" fmla="*/ 46 w 219"/>
              <a:gd name="T17" fmla="*/ 199 h 271"/>
              <a:gd name="T18" fmla="*/ 16 w 219"/>
              <a:gd name="T19" fmla="*/ 226 h 271"/>
              <a:gd name="T20" fmla="*/ 16 w 219"/>
              <a:gd name="T21" fmla="*/ 227 h 271"/>
              <a:gd name="T22" fmla="*/ 46 w 219"/>
              <a:gd name="T23" fmla="*/ 255 h 271"/>
              <a:gd name="T24" fmla="*/ 207 w 219"/>
              <a:gd name="T25" fmla="*/ 255 h 271"/>
              <a:gd name="T26" fmla="*/ 207 w 219"/>
              <a:gd name="T27" fmla="*/ 39 h 271"/>
              <a:gd name="T28" fmla="*/ 219 w 219"/>
              <a:gd name="T29" fmla="*/ 39 h 271"/>
              <a:gd name="T30" fmla="*/ 186 w 219"/>
              <a:gd name="T31" fmla="*/ 221 h 271"/>
              <a:gd name="T32" fmla="*/ 47 w 219"/>
              <a:gd name="T33" fmla="*/ 221 h 271"/>
              <a:gd name="T34" fmla="*/ 40 w 219"/>
              <a:gd name="T35" fmla="*/ 226 h 271"/>
              <a:gd name="T36" fmla="*/ 47 w 219"/>
              <a:gd name="T37" fmla="*/ 233 h 271"/>
              <a:gd name="T38" fmla="*/ 186 w 219"/>
              <a:gd name="T39" fmla="*/ 233 h 271"/>
              <a:gd name="T40" fmla="*/ 186 w 219"/>
              <a:gd name="T41" fmla="*/ 221 h 2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219" h="271">
                <a:moveTo>
                  <a:pt x="219" y="39"/>
                </a:moveTo>
                <a:cubicBezTo>
                  <a:pt x="219" y="271"/>
                  <a:pt x="219" y="271"/>
                  <a:pt x="219" y="271"/>
                </a:cubicBezTo>
                <a:cubicBezTo>
                  <a:pt x="46" y="271"/>
                  <a:pt x="46" y="271"/>
                  <a:pt x="46" y="271"/>
                </a:cubicBezTo>
                <a:cubicBezTo>
                  <a:pt x="20" y="271"/>
                  <a:pt x="0" y="253"/>
                  <a:pt x="0" y="227"/>
                </a:cubicBezTo>
                <a:cubicBezTo>
                  <a:pt x="0" y="26"/>
                  <a:pt x="0" y="26"/>
                  <a:pt x="0" y="26"/>
                </a:cubicBezTo>
                <a:cubicBezTo>
                  <a:pt x="0" y="12"/>
                  <a:pt x="12" y="0"/>
                  <a:pt x="26" y="0"/>
                </a:cubicBezTo>
                <a:cubicBezTo>
                  <a:pt x="186" y="0"/>
                  <a:pt x="186" y="0"/>
                  <a:pt x="186" y="0"/>
                </a:cubicBezTo>
                <a:cubicBezTo>
                  <a:pt x="186" y="199"/>
                  <a:pt x="186" y="199"/>
                  <a:pt x="186" y="199"/>
                </a:cubicBezTo>
                <a:cubicBezTo>
                  <a:pt x="46" y="199"/>
                  <a:pt x="46" y="199"/>
                  <a:pt x="46" y="199"/>
                </a:cubicBezTo>
                <a:cubicBezTo>
                  <a:pt x="28" y="199"/>
                  <a:pt x="16" y="209"/>
                  <a:pt x="16" y="226"/>
                </a:cubicBezTo>
                <a:cubicBezTo>
                  <a:pt x="16" y="227"/>
                  <a:pt x="16" y="227"/>
                  <a:pt x="16" y="227"/>
                </a:cubicBezTo>
                <a:cubicBezTo>
                  <a:pt x="16" y="244"/>
                  <a:pt x="28" y="255"/>
                  <a:pt x="46" y="255"/>
                </a:cubicBezTo>
                <a:cubicBezTo>
                  <a:pt x="207" y="255"/>
                  <a:pt x="207" y="255"/>
                  <a:pt x="207" y="255"/>
                </a:cubicBezTo>
                <a:cubicBezTo>
                  <a:pt x="207" y="39"/>
                  <a:pt x="207" y="39"/>
                  <a:pt x="207" y="39"/>
                </a:cubicBezTo>
                <a:lnTo>
                  <a:pt x="219" y="39"/>
                </a:lnTo>
                <a:close/>
                <a:moveTo>
                  <a:pt x="186" y="221"/>
                </a:moveTo>
                <a:cubicBezTo>
                  <a:pt x="47" y="221"/>
                  <a:pt x="47" y="221"/>
                  <a:pt x="47" y="221"/>
                </a:cubicBezTo>
                <a:cubicBezTo>
                  <a:pt x="44" y="221"/>
                  <a:pt x="40" y="223"/>
                  <a:pt x="40" y="226"/>
                </a:cubicBezTo>
                <a:cubicBezTo>
                  <a:pt x="40" y="231"/>
                  <a:pt x="44" y="233"/>
                  <a:pt x="47" y="233"/>
                </a:cubicBezTo>
                <a:cubicBezTo>
                  <a:pt x="186" y="233"/>
                  <a:pt x="186" y="233"/>
                  <a:pt x="186" y="233"/>
                </a:cubicBezTo>
                <a:lnTo>
                  <a:pt x="186" y="22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85" name="Freeform 87"/>
          <p:cNvSpPr>
            <a:spLocks noEditPoints="1"/>
          </p:cNvSpPr>
          <p:nvPr/>
        </p:nvSpPr>
        <p:spPr bwMode="auto">
          <a:xfrm>
            <a:off x="8128761" y="4364572"/>
            <a:ext cx="170700" cy="308573"/>
          </a:xfrm>
          <a:custGeom>
            <a:avLst/>
            <a:gdLst>
              <a:gd name="T0" fmla="*/ 151 w 151"/>
              <a:gd name="T1" fmla="*/ 246 h 273"/>
              <a:gd name="T2" fmla="*/ 28 w 151"/>
              <a:gd name="T3" fmla="*/ 273 h 273"/>
              <a:gd name="T4" fmla="*/ 0 w 151"/>
              <a:gd name="T5" fmla="*/ 9 h 273"/>
              <a:gd name="T6" fmla="*/ 141 w 151"/>
              <a:gd name="T7" fmla="*/ 0 h 273"/>
              <a:gd name="T8" fmla="*/ 21 w 151"/>
              <a:gd name="T9" fmla="*/ 44 h 273"/>
              <a:gd name="T10" fmla="*/ 129 w 151"/>
              <a:gd name="T11" fmla="*/ 128 h 273"/>
              <a:gd name="T12" fmla="*/ 21 w 151"/>
              <a:gd name="T13" fmla="*/ 44 h 273"/>
              <a:gd name="T14" fmla="*/ 21 w 151"/>
              <a:gd name="T15" fmla="*/ 147 h 273"/>
              <a:gd name="T16" fmla="*/ 53 w 151"/>
              <a:gd name="T17" fmla="*/ 165 h 273"/>
              <a:gd name="T18" fmla="*/ 53 w 151"/>
              <a:gd name="T19" fmla="*/ 173 h 273"/>
              <a:gd name="T20" fmla="*/ 21 w 151"/>
              <a:gd name="T21" fmla="*/ 192 h 273"/>
              <a:gd name="T22" fmla="*/ 53 w 151"/>
              <a:gd name="T23" fmla="*/ 173 h 273"/>
              <a:gd name="T24" fmla="*/ 21 w 151"/>
              <a:gd name="T25" fmla="*/ 200 h 273"/>
              <a:gd name="T26" fmla="*/ 53 w 151"/>
              <a:gd name="T27" fmla="*/ 218 h 273"/>
              <a:gd name="T28" fmla="*/ 53 w 151"/>
              <a:gd name="T29" fmla="*/ 226 h 273"/>
              <a:gd name="T30" fmla="*/ 40 w 151"/>
              <a:gd name="T31" fmla="*/ 245 h 273"/>
              <a:gd name="T32" fmla="*/ 53 w 151"/>
              <a:gd name="T33" fmla="*/ 226 h 273"/>
              <a:gd name="T34" fmla="*/ 64 w 151"/>
              <a:gd name="T35" fmla="*/ 30 h 273"/>
              <a:gd name="T36" fmla="*/ 91 w 151"/>
              <a:gd name="T37" fmla="*/ 24 h 273"/>
              <a:gd name="T38" fmla="*/ 64 w 151"/>
              <a:gd name="T39" fmla="*/ 19 h 273"/>
              <a:gd name="T40" fmla="*/ 91 w 151"/>
              <a:gd name="T41" fmla="*/ 147 h 273"/>
              <a:gd name="T42" fmla="*/ 60 w 151"/>
              <a:gd name="T43" fmla="*/ 165 h 273"/>
              <a:gd name="T44" fmla="*/ 91 w 151"/>
              <a:gd name="T45" fmla="*/ 147 h 273"/>
              <a:gd name="T46" fmla="*/ 60 w 151"/>
              <a:gd name="T47" fmla="*/ 173 h 273"/>
              <a:gd name="T48" fmla="*/ 91 w 151"/>
              <a:gd name="T49" fmla="*/ 192 h 273"/>
              <a:gd name="T50" fmla="*/ 91 w 151"/>
              <a:gd name="T51" fmla="*/ 200 h 273"/>
              <a:gd name="T52" fmla="*/ 60 w 151"/>
              <a:gd name="T53" fmla="*/ 218 h 273"/>
              <a:gd name="T54" fmla="*/ 91 w 151"/>
              <a:gd name="T55" fmla="*/ 200 h 273"/>
              <a:gd name="T56" fmla="*/ 60 w 151"/>
              <a:gd name="T57" fmla="*/ 226 h 273"/>
              <a:gd name="T58" fmla="*/ 91 w 151"/>
              <a:gd name="T59" fmla="*/ 245 h 273"/>
              <a:gd name="T60" fmla="*/ 129 w 151"/>
              <a:gd name="T61" fmla="*/ 147 h 273"/>
              <a:gd name="T62" fmla="*/ 98 w 151"/>
              <a:gd name="T63" fmla="*/ 165 h 273"/>
              <a:gd name="T64" fmla="*/ 129 w 151"/>
              <a:gd name="T65" fmla="*/ 147 h 273"/>
              <a:gd name="T66" fmla="*/ 98 w 151"/>
              <a:gd name="T67" fmla="*/ 173 h 273"/>
              <a:gd name="T68" fmla="*/ 129 w 151"/>
              <a:gd name="T69" fmla="*/ 192 h 273"/>
              <a:gd name="T70" fmla="*/ 129 w 151"/>
              <a:gd name="T71" fmla="*/ 200 h 273"/>
              <a:gd name="T72" fmla="*/ 98 w 151"/>
              <a:gd name="T73" fmla="*/ 218 h 273"/>
              <a:gd name="T74" fmla="*/ 129 w 151"/>
              <a:gd name="T75" fmla="*/ 200 h 273"/>
              <a:gd name="T76" fmla="*/ 129 w 151"/>
              <a:gd name="T77" fmla="*/ 226 h 273"/>
              <a:gd name="T78" fmla="*/ 98 w 151"/>
              <a:gd name="T79" fmla="*/ 245 h 2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51" h="273">
                <a:moveTo>
                  <a:pt x="151" y="9"/>
                </a:moveTo>
                <a:cubicBezTo>
                  <a:pt x="151" y="246"/>
                  <a:pt x="151" y="246"/>
                  <a:pt x="151" y="246"/>
                </a:cubicBezTo>
                <a:cubicBezTo>
                  <a:pt x="151" y="261"/>
                  <a:pt x="138" y="273"/>
                  <a:pt x="123" y="273"/>
                </a:cubicBezTo>
                <a:cubicBezTo>
                  <a:pt x="28" y="273"/>
                  <a:pt x="28" y="273"/>
                  <a:pt x="28" y="273"/>
                </a:cubicBezTo>
                <a:cubicBezTo>
                  <a:pt x="13" y="273"/>
                  <a:pt x="0" y="261"/>
                  <a:pt x="0" y="246"/>
                </a:cubicBezTo>
                <a:cubicBezTo>
                  <a:pt x="0" y="9"/>
                  <a:pt x="0" y="9"/>
                  <a:pt x="0" y="9"/>
                </a:cubicBezTo>
                <a:cubicBezTo>
                  <a:pt x="0" y="5"/>
                  <a:pt x="4" y="0"/>
                  <a:pt x="9" y="0"/>
                </a:cubicBezTo>
                <a:cubicBezTo>
                  <a:pt x="141" y="0"/>
                  <a:pt x="141" y="0"/>
                  <a:pt x="141" y="0"/>
                </a:cubicBezTo>
                <a:cubicBezTo>
                  <a:pt x="147" y="0"/>
                  <a:pt x="151" y="5"/>
                  <a:pt x="151" y="9"/>
                </a:cubicBezTo>
                <a:close/>
                <a:moveTo>
                  <a:pt x="21" y="44"/>
                </a:moveTo>
                <a:cubicBezTo>
                  <a:pt x="21" y="128"/>
                  <a:pt x="21" y="128"/>
                  <a:pt x="21" y="128"/>
                </a:cubicBezTo>
                <a:cubicBezTo>
                  <a:pt x="129" y="128"/>
                  <a:pt x="129" y="128"/>
                  <a:pt x="129" y="128"/>
                </a:cubicBezTo>
                <a:cubicBezTo>
                  <a:pt x="129" y="44"/>
                  <a:pt x="129" y="44"/>
                  <a:pt x="129" y="44"/>
                </a:cubicBezTo>
                <a:lnTo>
                  <a:pt x="21" y="44"/>
                </a:lnTo>
                <a:close/>
                <a:moveTo>
                  <a:pt x="53" y="147"/>
                </a:moveTo>
                <a:cubicBezTo>
                  <a:pt x="21" y="147"/>
                  <a:pt x="21" y="147"/>
                  <a:pt x="21" y="147"/>
                </a:cubicBezTo>
                <a:cubicBezTo>
                  <a:pt x="21" y="165"/>
                  <a:pt x="21" y="165"/>
                  <a:pt x="21" y="165"/>
                </a:cubicBezTo>
                <a:cubicBezTo>
                  <a:pt x="53" y="165"/>
                  <a:pt x="53" y="165"/>
                  <a:pt x="53" y="165"/>
                </a:cubicBezTo>
                <a:lnTo>
                  <a:pt x="53" y="147"/>
                </a:lnTo>
                <a:close/>
                <a:moveTo>
                  <a:pt x="53" y="173"/>
                </a:moveTo>
                <a:cubicBezTo>
                  <a:pt x="21" y="173"/>
                  <a:pt x="21" y="173"/>
                  <a:pt x="21" y="173"/>
                </a:cubicBezTo>
                <a:cubicBezTo>
                  <a:pt x="21" y="192"/>
                  <a:pt x="21" y="192"/>
                  <a:pt x="21" y="192"/>
                </a:cubicBezTo>
                <a:cubicBezTo>
                  <a:pt x="53" y="192"/>
                  <a:pt x="53" y="192"/>
                  <a:pt x="53" y="192"/>
                </a:cubicBezTo>
                <a:lnTo>
                  <a:pt x="53" y="173"/>
                </a:lnTo>
                <a:close/>
                <a:moveTo>
                  <a:pt x="53" y="200"/>
                </a:moveTo>
                <a:cubicBezTo>
                  <a:pt x="21" y="200"/>
                  <a:pt x="21" y="200"/>
                  <a:pt x="21" y="200"/>
                </a:cubicBezTo>
                <a:cubicBezTo>
                  <a:pt x="21" y="218"/>
                  <a:pt x="21" y="218"/>
                  <a:pt x="21" y="218"/>
                </a:cubicBezTo>
                <a:cubicBezTo>
                  <a:pt x="53" y="218"/>
                  <a:pt x="53" y="218"/>
                  <a:pt x="53" y="218"/>
                </a:cubicBezTo>
                <a:lnTo>
                  <a:pt x="53" y="200"/>
                </a:lnTo>
                <a:close/>
                <a:moveTo>
                  <a:pt x="53" y="226"/>
                </a:moveTo>
                <a:cubicBezTo>
                  <a:pt x="21" y="226"/>
                  <a:pt x="21" y="226"/>
                  <a:pt x="21" y="226"/>
                </a:cubicBezTo>
                <a:cubicBezTo>
                  <a:pt x="21" y="237"/>
                  <a:pt x="29" y="245"/>
                  <a:pt x="40" y="245"/>
                </a:cubicBezTo>
                <a:cubicBezTo>
                  <a:pt x="53" y="245"/>
                  <a:pt x="53" y="245"/>
                  <a:pt x="53" y="245"/>
                </a:cubicBezTo>
                <a:lnTo>
                  <a:pt x="53" y="226"/>
                </a:lnTo>
                <a:close/>
                <a:moveTo>
                  <a:pt x="59" y="24"/>
                </a:moveTo>
                <a:cubicBezTo>
                  <a:pt x="59" y="28"/>
                  <a:pt x="61" y="30"/>
                  <a:pt x="64" y="30"/>
                </a:cubicBezTo>
                <a:cubicBezTo>
                  <a:pt x="86" y="30"/>
                  <a:pt x="86" y="30"/>
                  <a:pt x="86" y="30"/>
                </a:cubicBezTo>
                <a:cubicBezTo>
                  <a:pt x="89" y="30"/>
                  <a:pt x="91" y="28"/>
                  <a:pt x="91" y="24"/>
                </a:cubicBezTo>
                <a:cubicBezTo>
                  <a:pt x="91" y="21"/>
                  <a:pt x="89" y="19"/>
                  <a:pt x="86" y="19"/>
                </a:cubicBezTo>
                <a:cubicBezTo>
                  <a:pt x="64" y="19"/>
                  <a:pt x="64" y="19"/>
                  <a:pt x="64" y="19"/>
                </a:cubicBezTo>
                <a:cubicBezTo>
                  <a:pt x="61" y="19"/>
                  <a:pt x="59" y="21"/>
                  <a:pt x="59" y="24"/>
                </a:cubicBezTo>
                <a:close/>
                <a:moveTo>
                  <a:pt x="91" y="147"/>
                </a:moveTo>
                <a:cubicBezTo>
                  <a:pt x="60" y="147"/>
                  <a:pt x="60" y="147"/>
                  <a:pt x="60" y="147"/>
                </a:cubicBezTo>
                <a:cubicBezTo>
                  <a:pt x="60" y="165"/>
                  <a:pt x="60" y="165"/>
                  <a:pt x="60" y="165"/>
                </a:cubicBezTo>
                <a:cubicBezTo>
                  <a:pt x="91" y="165"/>
                  <a:pt x="91" y="165"/>
                  <a:pt x="91" y="165"/>
                </a:cubicBezTo>
                <a:lnTo>
                  <a:pt x="91" y="147"/>
                </a:lnTo>
                <a:close/>
                <a:moveTo>
                  <a:pt x="91" y="173"/>
                </a:moveTo>
                <a:cubicBezTo>
                  <a:pt x="60" y="173"/>
                  <a:pt x="60" y="173"/>
                  <a:pt x="60" y="173"/>
                </a:cubicBezTo>
                <a:cubicBezTo>
                  <a:pt x="60" y="192"/>
                  <a:pt x="60" y="192"/>
                  <a:pt x="60" y="192"/>
                </a:cubicBezTo>
                <a:cubicBezTo>
                  <a:pt x="91" y="192"/>
                  <a:pt x="91" y="192"/>
                  <a:pt x="91" y="192"/>
                </a:cubicBezTo>
                <a:lnTo>
                  <a:pt x="91" y="173"/>
                </a:lnTo>
                <a:close/>
                <a:moveTo>
                  <a:pt x="91" y="200"/>
                </a:moveTo>
                <a:cubicBezTo>
                  <a:pt x="60" y="200"/>
                  <a:pt x="60" y="200"/>
                  <a:pt x="60" y="200"/>
                </a:cubicBezTo>
                <a:cubicBezTo>
                  <a:pt x="60" y="218"/>
                  <a:pt x="60" y="218"/>
                  <a:pt x="60" y="218"/>
                </a:cubicBezTo>
                <a:cubicBezTo>
                  <a:pt x="91" y="218"/>
                  <a:pt x="91" y="218"/>
                  <a:pt x="91" y="218"/>
                </a:cubicBezTo>
                <a:lnTo>
                  <a:pt x="91" y="200"/>
                </a:lnTo>
                <a:close/>
                <a:moveTo>
                  <a:pt x="91" y="226"/>
                </a:moveTo>
                <a:cubicBezTo>
                  <a:pt x="60" y="226"/>
                  <a:pt x="60" y="226"/>
                  <a:pt x="60" y="226"/>
                </a:cubicBezTo>
                <a:cubicBezTo>
                  <a:pt x="60" y="245"/>
                  <a:pt x="60" y="245"/>
                  <a:pt x="60" y="245"/>
                </a:cubicBezTo>
                <a:cubicBezTo>
                  <a:pt x="91" y="245"/>
                  <a:pt x="91" y="245"/>
                  <a:pt x="91" y="245"/>
                </a:cubicBezTo>
                <a:lnTo>
                  <a:pt x="91" y="226"/>
                </a:lnTo>
                <a:close/>
                <a:moveTo>
                  <a:pt x="129" y="147"/>
                </a:moveTo>
                <a:cubicBezTo>
                  <a:pt x="98" y="147"/>
                  <a:pt x="98" y="147"/>
                  <a:pt x="98" y="147"/>
                </a:cubicBezTo>
                <a:cubicBezTo>
                  <a:pt x="98" y="165"/>
                  <a:pt x="98" y="165"/>
                  <a:pt x="98" y="165"/>
                </a:cubicBezTo>
                <a:cubicBezTo>
                  <a:pt x="129" y="165"/>
                  <a:pt x="129" y="165"/>
                  <a:pt x="129" y="165"/>
                </a:cubicBezTo>
                <a:lnTo>
                  <a:pt x="129" y="147"/>
                </a:lnTo>
                <a:close/>
                <a:moveTo>
                  <a:pt x="129" y="173"/>
                </a:moveTo>
                <a:cubicBezTo>
                  <a:pt x="98" y="173"/>
                  <a:pt x="98" y="173"/>
                  <a:pt x="98" y="173"/>
                </a:cubicBezTo>
                <a:cubicBezTo>
                  <a:pt x="98" y="192"/>
                  <a:pt x="98" y="192"/>
                  <a:pt x="98" y="192"/>
                </a:cubicBezTo>
                <a:cubicBezTo>
                  <a:pt x="129" y="192"/>
                  <a:pt x="129" y="192"/>
                  <a:pt x="129" y="192"/>
                </a:cubicBezTo>
                <a:lnTo>
                  <a:pt x="129" y="173"/>
                </a:lnTo>
                <a:close/>
                <a:moveTo>
                  <a:pt x="129" y="200"/>
                </a:moveTo>
                <a:cubicBezTo>
                  <a:pt x="98" y="200"/>
                  <a:pt x="98" y="200"/>
                  <a:pt x="98" y="200"/>
                </a:cubicBezTo>
                <a:cubicBezTo>
                  <a:pt x="98" y="218"/>
                  <a:pt x="98" y="218"/>
                  <a:pt x="98" y="218"/>
                </a:cubicBezTo>
                <a:cubicBezTo>
                  <a:pt x="129" y="218"/>
                  <a:pt x="129" y="218"/>
                  <a:pt x="129" y="218"/>
                </a:cubicBezTo>
                <a:lnTo>
                  <a:pt x="129" y="200"/>
                </a:lnTo>
                <a:close/>
                <a:moveTo>
                  <a:pt x="110" y="245"/>
                </a:moveTo>
                <a:cubicBezTo>
                  <a:pt x="122" y="245"/>
                  <a:pt x="129" y="237"/>
                  <a:pt x="129" y="226"/>
                </a:cubicBezTo>
                <a:cubicBezTo>
                  <a:pt x="98" y="226"/>
                  <a:pt x="98" y="226"/>
                  <a:pt x="98" y="226"/>
                </a:cubicBezTo>
                <a:cubicBezTo>
                  <a:pt x="98" y="245"/>
                  <a:pt x="98" y="245"/>
                  <a:pt x="98" y="245"/>
                </a:cubicBezTo>
                <a:lnTo>
                  <a:pt x="110" y="245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86" name="Freeform 88"/>
          <p:cNvSpPr>
            <a:spLocks noEditPoints="1"/>
          </p:cNvSpPr>
          <p:nvPr/>
        </p:nvSpPr>
        <p:spPr bwMode="auto">
          <a:xfrm>
            <a:off x="8395754" y="4351441"/>
            <a:ext cx="194773" cy="321704"/>
          </a:xfrm>
          <a:custGeom>
            <a:avLst/>
            <a:gdLst>
              <a:gd name="T0" fmla="*/ 172 w 172"/>
              <a:gd name="T1" fmla="*/ 26 h 285"/>
              <a:gd name="T2" fmla="*/ 172 w 172"/>
              <a:gd name="T3" fmla="*/ 259 h 285"/>
              <a:gd name="T4" fmla="*/ 146 w 172"/>
              <a:gd name="T5" fmla="*/ 285 h 285"/>
              <a:gd name="T6" fmla="*/ 26 w 172"/>
              <a:gd name="T7" fmla="*/ 285 h 285"/>
              <a:gd name="T8" fmla="*/ 0 w 172"/>
              <a:gd name="T9" fmla="*/ 259 h 285"/>
              <a:gd name="T10" fmla="*/ 0 w 172"/>
              <a:gd name="T11" fmla="*/ 26 h 285"/>
              <a:gd name="T12" fmla="*/ 26 w 172"/>
              <a:gd name="T13" fmla="*/ 0 h 285"/>
              <a:gd name="T14" fmla="*/ 146 w 172"/>
              <a:gd name="T15" fmla="*/ 0 h 285"/>
              <a:gd name="T16" fmla="*/ 172 w 172"/>
              <a:gd name="T17" fmla="*/ 26 h 285"/>
              <a:gd name="T18" fmla="*/ 145 w 172"/>
              <a:gd name="T19" fmla="*/ 30 h 285"/>
              <a:gd name="T20" fmla="*/ 26 w 172"/>
              <a:gd name="T21" fmla="*/ 30 h 285"/>
              <a:gd name="T22" fmla="*/ 26 w 172"/>
              <a:gd name="T23" fmla="*/ 114 h 285"/>
              <a:gd name="T24" fmla="*/ 145 w 172"/>
              <a:gd name="T25" fmla="*/ 114 h 285"/>
              <a:gd name="T26" fmla="*/ 145 w 172"/>
              <a:gd name="T27" fmla="*/ 30 h 285"/>
              <a:gd name="T28" fmla="*/ 141 w 172"/>
              <a:gd name="T29" fmla="*/ 197 h 285"/>
              <a:gd name="T30" fmla="*/ 86 w 172"/>
              <a:gd name="T31" fmla="*/ 142 h 285"/>
              <a:gd name="T32" fmla="*/ 31 w 172"/>
              <a:gd name="T33" fmla="*/ 197 h 285"/>
              <a:gd name="T34" fmla="*/ 86 w 172"/>
              <a:gd name="T35" fmla="*/ 251 h 285"/>
              <a:gd name="T36" fmla="*/ 141 w 172"/>
              <a:gd name="T37" fmla="*/ 197 h 285"/>
              <a:gd name="T38" fmla="*/ 107 w 172"/>
              <a:gd name="T39" fmla="*/ 197 h 285"/>
              <a:gd name="T40" fmla="*/ 86 w 172"/>
              <a:gd name="T41" fmla="*/ 217 h 285"/>
              <a:gd name="T42" fmla="*/ 65 w 172"/>
              <a:gd name="T43" fmla="*/ 197 h 285"/>
              <a:gd name="T44" fmla="*/ 86 w 172"/>
              <a:gd name="T45" fmla="*/ 176 h 285"/>
              <a:gd name="T46" fmla="*/ 107 w 172"/>
              <a:gd name="T47" fmla="*/ 197 h 2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172" h="285">
                <a:moveTo>
                  <a:pt x="172" y="26"/>
                </a:moveTo>
                <a:cubicBezTo>
                  <a:pt x="172" y="259"/>
                  <a:pt x="172" y="259"/>
                  <a:pt x="172" y="259"/>
                </a:cubicBezTo>
                <a:cubicBezTo>
                  <a:pt x="172" y="273"/>
                  <a:pt x="160" y="285"/>
                  <a:pt x="146" y="285"/>
                </a:cubicBezTo>
                <a:cubicBezTo>
                  <a:pt x="26" y="285"/>
                  <a:pt x="26" y="285"/>
                  <a:pt x="26" y="285"/>
                </a:cubicBezTo>
                <a:cubicBezTo>
                  <a:pt x="11" y="285"/>
                  <a:pt x="0" y="273"/>
                  <a:pt x="0" y="259"/>
                </a:cubicBezTo>
                <a:cubicBezTo>
                  <a:pt x="0" y="26"/>
                  <a:pt x="0" y="26"/>
                  <a:pt x="0" y="26"/>
                </a:cubicBezTo>
                <a:cubicBezTo>
                  <a:pt x="0" y="12"/>
                  <a:pt x="11" y="0"/>
                  <a:pt x="26" y="0"/>
                </a:cubicBezTo>
                <a:cubicBezTo>
                  <a:pt x="146" y="0"/>
                  <a:pt x="146" y="0"/>
                  <a:pt x="146" y="0"/>
                </a:cubicBezTo>
                <a:cubicBezTo>
                  <a:pt x="160" y="0"/>
                  <a:pt x="172" y="12"/>
                  <a:pt x="172" y="26"/>
                </a:cubicBezTo>
                <a:close/>
                <a:moveTo>
                  <a:pt x="145" y="30"/>
                </a:moveTo>
                <a:cubicBezTo>
                  <a:pt x="26" y="30"/>
                  <a:pt x="26" y="30"/>
                  <a:pt x="26" y="30"/>
                </a:cubicBezTo>
                <a:cubicBezTo>
                  <a:pt x="26" y="114"/>
                  <a:pt x="26" y="114"/>
                  <a:pt x="26" y="114"/>
                </a:cubicBezTo>
                <a:cubicBezTo>
                  <a:pt x="145" y="114"/>
                  <a:pt x="145" y="114"/>
                  <a:pt x="145" y="114"/>
                </a:cubicBezTo>
                <a:lnTo>
                  <a:pt x="145" y="30"/>
                </a:lnTo>
                <a:close/>
                <a:moveTo>
                  <a:pt x="141" y="197"/>
                </a:moveTo>
                <a:cubicBezTo>
                  <a:pt x="141" y="167"/>
                  <a:pt x="116" y="142"/>
                  <a:pt x="86" y="142"/>
                </a:cubicBezTo>
                <a:cubicBezTo>
                  <a:pt x="56" y="142"/>
                  <a:pt x="31" y="167"/>
                  <a:pt x="31" y="197"/>
                </a:cubicBezTo>
                <a:cubicBezTo>
                  <a:pt x="31" y="227"/>
                  <a:pt x="56" y="251"/>
                  <a:pt x="86" y="251"/>
                </a:cubicBezTo>
                <a:cubicBezTo>
                  <a:pt x="116" y="251"/>
                  <a:pt x="141" y="227"/>
                  <a:pt x="141" y="197"/>
                </a:cubicBezTo>
                <a:close/>
                <a:moveTo>
                  <a:pt x="107" y="197"/>
                </a:moveTo>
                <a:cubicBezTo>
                  <a:pt x="107" y="208"/>
                  <a:pt x="98" y="217"/>
                  <a:pt x="86" y="217"/>
                </a:cubicBezTo>
                <a:cubicBezTo>
                  <a:pt x="74" y="217"/>
                  <a:pt x="65" y="208"/>
                  <a:pt x="65" y="197"/>
                </a:cubicBezTo>
                <a:cubicBezTo>
                  <a:pt x="65" y="185"/>
                  <a:pt x="74" y="176"/>
                  <a:pt x="86" y="176"/>
                </a:cubicBezTo>
                <a:cubicBezTo>
                  <a:pt x="98" y="176"/>
                  <a:pt x="107" y="185"/>
                  <a:pt x="107" y="19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87" name="Freeform 89"/>
          <p:cNvSpPr>
            <a:spLocks/>
          </p:cNvSpPr>
          <p:nvPr/>
        </p:nvSpPr>
        <p:spPr bwMode="auto">
          <a:xfrm>
            <a:off x="8658369" y="4454297"/>
            <a:ext cx="199151" cy="201339"/>
          </a:xfrm>
          <a:custGeom>
            <a:avLst/>
            <a:gdLst>
              <a:gd name="T0" fmla="*/ 0 w 91"/>
              <a:gd name="T1" fmla="*/ 46 h 92"/>
              <a:gd name="T2" fmla="*/ 91 w 91"/>
              <a:gd name="T3" fmla="*/ 0 h 92"/>
              <a:gd name="T4" fmla="*/ 91 w 91"/>
              <a:gd name="T5" fmla="*/ 92 h 92"/>
              <a:gd name="T6" fmla="*/ 0 w 91"/>
              <a:gd name="T7" fmla="*/ 46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91" h="92">
                <a:moveTo>
                  <a:pt x="0" y="46"/>
                </a:moveTo>
                <a:lnTo>
                  <a:pt x="91" y="0"/>
                </a:lnTo>
                <a:lnTo>
                  <a:pt x="91" y="92"/>
                </a:lnTo>
                <a:lnTo>
                  <a:pt x="0" y="46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88" name="Freeform 90"/>
          <p:cNvSpPr>
            <a:spLocks/>
          </p:cNvSpPr>
          <p:nvPr/>
        </p:nvSpPr>
        <p:spPr bwMode="auto">
          <a:xfrm>
            <a:off x="8953810" y="4454297"/>
            <a:ext cx="199151" cy="201339"/>
          </a:xfrm>
          <a:custGeom>
            <a:avLst/>
            <a:gdLst>
              <a:gd name="T0" fmla="*/ 91 w 91"/>
              <a:gd name="T1" fmla="*/ 45 h 92"/>
              <a:gd name="T2" fmla="*/ 0 w 91"/>
              <a:gd name="T3" fmla="*/ 92 h 92"/>
              <a:gd name="T4" fmla="*/ 0 w 91"/>
              <a:gd name="T5" fmla="*/ 0 h 92"/>
              <a:gd name="T6" fmla="*/ 91 w 91"/>
              <a:gd name="T7" fmla="*/ 45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91" h="92">
                <a:moveTo>
                  <a:pt x="91" y="45"/>
                </a:moveTo>
                <a:lnTo>
                  <a:pt x="0" y="92"/>
                </a:lnTo>
                <a:lnTo>
                  <a:pt x="0" y="0"/>
                </a:lnTo>
                <a:lnTo>
                  <a:pt x="91" y="45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  <p:sp>
        <p:nvSpPr>
          <p:cNvPr id="89" name="Freeform 91"/>
          <p:cNvSpPr>
            <a:spLocks noEditPoints="1"/>
          </p:cNvSpPr>
          <p:nvPr/>
        </p:nvSpPr>
        <p:spPr bwMode="auto">
          <a:xfrm>
            <a:off x="9201107" y="4366759"/>
            <a:ext cx="317328" cy="317328"/>
          </a:xfrm>
          <a:custGeom>
            <a:avLst/>
            <a:gdLst>
              <a:gd name="T0" fmla="*/ 280 w 280"/>
              <a:gd name="T1" fmla="*/ 140 h 280"/>
              <a:gd name="T2" fmla="*/ 140 w 280"/>
              <a:gd name="T3" fmla="*/ 280 h 280"/>
              <a:gd name="T4" fmla="*/ 0 w 280"/>
              <a:gd name="T5" fmla="*/ 140 h 280"/>
              <a:gd name="T6" fmla="*/ 140 w 280"/>
              <a:gd name="T7" fmla="*/ 0 h 280"/>
              <a:gd name="T8" fmla="*/ 280 w 280"/>
              <a:gd name="T9" fmla="*/ 140 h 280"/>
              <a:gd name="T10" fmla="*/ 85 w 280"/>
              <a:gd name="T11" fmla="*/ 104 h 280"/>
              <a:gd name="T12" fmla="*/ 130 w 280"/>
              <a:gd name="T13" fmla="*/ 104 h 280"/>
              <a:gd name="T14" fmla="*/ 139 w 280"/>
              <a:gd name="T15" fmla="*/ 84 h 280"/>
              <a:gd name="T16" fmla="*/ 149 w 280"/>
              <a:gd name="T17" fmla="*/ 104 h 280"/>
              <a:gd name="T18" fmla="*/ 125 w 280"/>
              <a:gd name="T19" fmla="*/ 127 h 280"/>
              <a:gd name="T20" fmla="*/ 118 w 280"/>
              <a:gd name="T21" fmla="*/ 126 h 280"/>
              <a:gd name="T22" fmla="*/ 118 w 280"/>
              <a:gd name="T23" fmla="*/ 168 h 280"/>
              <a:gd name="T24" fmla="*/ 163 w 280"/>
              <a:gd name="T25" fmla="*/ 168 h 280"/>
              <a:gd name="T26" fmla="*/ 163 w 280"/>
              <a:gd name="T27" fmla="*/ 151 h 280"/>
              <a:gd name="T28" fmla="*/ 196 w 280"/>
              <a:gd name="T29" fmla="*/ 104 h 280"/>
              <a:gd name="T30" fmla="*/ 140 w 280"/>
              <a:gd name="T31" fmla="*/ 48 h 280"/>
              <a:gd name="T32" fmla="*/ 85 w 280"/>
              <a:gd name="T33" fmla="*/ 104 h 280"/>
              <a:gd name="T34" fmla="*/ 114 w 280"/>
              <a:gd name="T35" fmla="*/ 214 h 280"/>
              <a:gd name="T36" fmla="*/ 140 w 280"/>
              <a:gd name="T37" fmla="*/ 241 h 280"/>
              <a:gd name="T38" fmla="*/ 167 w 280"/>
              <a:gd name="T39" fmla="*/ 214 h 280"/>
              <a:gd name="T40" fmla="*/ 140 w 280"/>
              <a:gd name="T41" fmla="*/ 187 h 280"/>
              <a:gd name="T42" fmla="*/ 114 w 280"/>
              <a:gd name="T43" fmla="*/ 214 h 2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280" h="280">
                <a:moveTo>
                  <a:pt x="280" y="140"/>
                </a:moveTo>
                <a:cubicBezTo>
                  <a:pt x="280" y="217"/>
                  <a:pt x="217" y="280"/>
                  <a:pt x="140" y="280"/>
                </a:cubicBezTo>
                <a:cubicBezTo>
                  <a:pt x="63" y="280"/>
                  <a:pt x="0" y="217"/>
                  <a:pt x="0" y="140"/>
                </a:cubicBezTo>
                <a:cubicBezTo>
                  <a:pt x="0" y="62"/>
                  <a:pt x="63" y="0"/>
                  <a:pt x="140" y="0"/>
                </a:cubicBezTo>
                <a:cubicBezTo>
                  <a:pt x="217" y="0"/>
                  <a:pt x="280" y="62"/>
                  <a:pt x="280" y="140"/>
                </a:cubicBezTo>
                <a:close/>
                <a:moveTo>
                  <a:pt x="85" y="104"/>
                </a:moveTo>
                <a:cubicBezTo>
                  <a:pt x="130" y="104"/>
                  <a:pt x="130" y="104"/>
                  <a:pt x="130" y="104"/>
                </a:cubicBezTo>
                <a:cubicBezTo>
                  <a:pt x="130" y="90"/>
                  <a:pt x="133" y="84"/>
                  <a:pt x="139" y="84"/>
                </a:cubicBezTo>
                <a:cubicBezTo>
                  <a:pt x="146" y="84"/>
                  <a:pt x="149" y="90"/>
                  <a:pt x="149" y="104"/>
                </a:cubicBezTo>
                <a:cubicBezTo>
                  <a:pt x="149" y="121"/>
                  <a:pt x="141" y="127"/>
                  <a:pt x="125" y="127"/>
                </a:cubicBezTo>
                <a:cubicBezTo>
                  <a:pt x="123" y="127"/>
                  <a:pt x="121" y="127"/>
                  <a:pt x="118" y="126"/>
                </a:cubicBezTo>
                <a:cubicBezTo>
                  <a:pt x="118" y="168"/>
                  <a:pt x="118" y="168"/>
                  <a:pt x="118" y="168"/>
                </a:cubicBezTo>
                <a:cubicBezTo>
                  <a:pt x="163" y="168"/>
                  <a:pt x="163" y="168"/>
                  <a:pt x="163" y="168"/>
                </a:cubicBezTo>
                <a:cubicBezTo>
                  <a:pt x="163" y="151"/>
                  <a:pt x="163" y="151"/>
                  <a:pt x="163" y="151"/>
                </a:cubicBezTo>
                <a:cubicBezTo>
                  <a:pt x="185" y="145"/>
                  <a:pt x="196" y="129"/>
                  <a:pt x="196" y="104"/>
                </a:cubicBezTo>
                <a:cubicBezTo>
                  <a:pt x="196" y="71"/>
                  <a:pt x="172" y="48"/>
                  <a:pt x="140" y="48"/>
                </a:cubicBezTo>
                <a:cubicBezTo>
                  <a:pt x="104" y="48"/>
                  <a:pt x="85" y="68"/>
                  <a:pt x="85" y="104"/>
                </a:cubicBezTo>
                <a:close/>
                <a:moveTo>
                  <a:pt x="114" y="214"/>
                </a:moveTo>
                <a:cubicBezTo>
                  <a:pt x="114" y="228"/>
                  <a:pt x="126" y="241"/>
                  <a:pt x="140" y="241"/>
                </a:cubicBezTo>
                <a:cubicBezTo>
                  <a:pt x="155" y="241"/>
                  <a:pt x="167" y="228"/>
                  <a:pt x="167" y="214"/>
                </a:cubicBezTo>
                <a:cubicBezTo>
                  <a:pt x="167" y="200"/>
                  <a:pt x="155" y="187"/>
                  <a:pt x="140" y="187"/>
                </a:cubicBezTo>
                <a:cubicBezTo>
                  <a:pt x="126" y="187"/>
                  <a:pt x="114" y="199"/>
                  <a:pt x="114" y="21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en-US" sz="2288"/>
          </a:p>
        </p:txBody>
      </p:sp>
    </p:spTree>
    <p:extLst>
      <p:ext uri="{BB962C8B-B14F-4D97-AF65-F5344CB8AC3E}">
        <p14:creationId xmlns:p14="http://schemas.microsoft.com/office/powerpoint/2010/main" val="3196019997"/>
      </p:ext>
    </p:extLst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40" name="Group 239"/>
          <p:cNvGrpSpPr/>
          <p:nvPr/>
        </p:nvGrpSpPr>
        <p:grpSpPr>
          <a:xfrm>
            <a:off x="1894419" y="1339851"/>
            <a:ext cx="736600" cy="563035"/>
            <a:chOff x="1420814" y="1004888"/>
            <a:chExt cx="552450" cy="422276"/>
          </a:xfrm>
          <a:solidFill>
            <a:schemeClr val="accent1"/>
          </a:solidFill>
        </p:grpSpPr>
        <p:sp>
          <p:nvSpPr>
            <p:cNvPr id="40" name="Freeform 5"/>
            <p:cNvSpPr>
              <a:spLocks/>
            </p:cNvSpPr>
            <p:nvPr/>
          </p:nvSpPr>
          <p:spPr bwMode="auto">
            <a:xfrm>
              <a:off x="1460501" y="1004888"/>
              <a:ext cx="474663" cy="344488"/>
            </a:xfrm>
            <a:custGeom>
              <a:avLst/>
              <a:gdLst>
                <a:gd name="T0" fmla="*/ 9 w 477"/>
                <a:gd name="T1" fmla="*/ 346 h 346"/>
                <a:gd name="T2" fmla="*/ 18 w 477"/>
                <a:gd name="T3" fmla="*/ 337 h 346"/>
                <a:gd name="T4" fmla="*/ 18 w 477"/>
                <a:gd name="T5" fmla="*/ 29 h 346"/>
                <a:gd name="T6" fmla="*/ 29 w 477"/>
                <a:gd name="T7" fmla="*/ 18 h 346"/>
                <a:gd name="T8" fmla="*/ 448 w 477"/>
                <a:gd name="T9" fmla="*/ 18 h 346"/>
                <a:gd name="T10" fmla="*/ 458 w 477"/>
                <a:gd name="T11" fmla="*/ 30 h 346"/>
                <a:gd name="T12" fmla="*/ 458 w 477"/>
                <a:gd name="T13" fmla="*/ 337 h 346"/>
                <a:gd name="T14" fmla="*/ 468 w 477"/>
                <a:gd name="T15" fmla="*/ 346 h 346"/>
                <a:gd name="T16" fmla="*/ 477 w 477"/>
                <a:gd name="T17" fmla="*/ 337 h 346"/>
                <a:gd name="T18" fmla="*/ 477 w 477"/>
                <a:gd name="T19" fmla="*/ 30 h 346"/>
                <a:gd name="T20" fmla="*/ 448 w 477"/>
                <a:gd name="T21" fmla="*/ 0 h 346"/>
                <a:gd name="T22" fmla="*/ 29 w 477"/>
                <a:gd name="T23" fmla="*/ 0 h 346"/>
                <a:gd name="T24" fmla="*/ 0 w 477"/>
                <a:gd name="T25" fmla="*/ 29 h 346"/>
                <a:gd name="T26" fmla="*/ 0 w 477"/>
                <a:gd name="T27" fmla="*/ 337 h 346"/>
                <a:gd name="T28" fmla="*/ 9 w 477"/>
                <a:gd name="T29" fmla="*/ 346 h 3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77" h="346">
                  <a:moveTo>
                    <a:pt x="9" y="346"/>
                  </a:moveTo>
                  <a:cubicBezTo>
                    <a:pt x="14" y="346"/>
                    <a:pt x="18" y="342"/>
                    <a:pt x="18" y="337"/>
                  </a:cubicBezTo>
                  <a:cubicBezTo>
                    <a:pt x="18" y="29"/>
                    <a:pt x="18" y="29"/>
                    <a:pt x="18" y="29"/>
                  </a:cubicBezTo>
                  <a:cubicBezTo>
                    <a:pt x="18" y="22"/>
                    <a:pt x="22" y="18"/>
                    <a:pt x="29" y="18"/>
                  </a:cubicBezTo>
                  <a:cubicBezTo>
                    <a:pt x="448" y="18"/>
                    <a:pt x="448" y="18"/>
                    <a:pt x="448" y="18"/>
                  </a:cubicBezTo>
                  <a:cubicBezTo>
                    <a:pt x="455" y="18"/>
                    <a:pt x="458" y="24"/>
                    <a:pt x="458" y="30"/>
                  </a:cubicBezTo>
                  <a:cubicBezTo>
                    <a:pt x="458" y="337"/>
                    <a:pt x="458" y="337"/>
                    <a:pt x="458" y="337"/>
                  </a:cubicBezTo>
                  <a:cubicBezTo>
                    <a:pt x="458" y="342"/>
                    <a:pt x="462" y="346"/>
                    <a:pt x="468" y="346"/>
                  </a:cubicBezTo>
                  <a:cubicBezTo>
                    <a:pt x="473" y="346"/>
                    <a:pt x="477" y="342"/>
                    <a:pt x="477" y="337"/>
                  </a:cubicBezTo>
                  <a:cubicBezTo>
                    <a:pt x="477" y="30"/>
                    <a:pt x="477" y="30"/>
                    <a:pt x="477" y="30"/>
                  </a:cubicBezTo>
                  <a:cubicBezTo>
                    <a:pt x="477" y="13"/>
                    <a:pt x="464" y="0"/>
                    <a:pt x="448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12" y="0"/>
                    <a:pt x="0" y="12"/>
                    <a:pt x="0" y="29"/>
                  </a:cubicBezTo>
                  <a:cubicBezTo>
                    <a:pt x="0" y="337"/>
                    <a:pt x="0" y="337"/>
                    <a:pt x="0" y="337"/>
                  </a:cubicBezTo>
                  <a:cubicBezTo>
                    <a:pt x="0" y="342"/>
                    <a:pt x="4" y="346"/>
                    <a:pt x="9" y="34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1" name="Freeform 6"/>
            <p:cNvSpPr>
              <a:spLocks noEditPoints="1"/>
            </p:cNvSpPr>
            <p:nvPr/>
          </p:nvSpPr>
          <p:spPr bwMode="auto">
            <a:xfrm>
              <a:off x="1498601" y="1042988"/>
              <a:ext cx="396875" cy="306388"/>
            </a:xfrm>
            <a:custGeom>
              <a:avLst/>
              <a:gdLst>
                <a:gd name="T0" fmla="*/ 9 w 399"/>
                <a:gd name="T1" fmla="*/ 0 h 307"/>
                <a:gd name="T2" fmla="*/ 0 w 399"/>
                <a:gd name="T3" fmla="*/ 9 h 307"/>
                <a:gd name="T4" fmla="*/ 0 w 399"/>
                <a:gd name="T5" fmla="*/ 298 h 307"/>
                <a:gd name="T6" fmla="*/ 9 w 399"/>
                <a:gd name="T7" fmla="*/ 307 h 307"/>
                <a:gd name="T8" fmla="*/ 389 w 399"/>
                <a:gd name="T9" fmla="*/ 307 h 307"/>
                <a:gd name="T10" fmla="*/ 399 w 399"/>
                <a:gd name="T11" fmla="*/ 298 h 307"/>
                <a:gd name="T12" fmla="*/ 399 w 399"/>
                <a:gd name="T13" fmla="*/ 9 h 307"/>
                <a:gd name="T14" fmla="*/ 389 w 399"/>
                <a:gd name="T15" fmla="*/ 0 h 307"/>
                <a:gd name="T16" fmla="*/ 9 w 399"/>
                <a:gd name="T17" fmla="*/ 0 h 307"/>
                <a:gd name="T18" fmla="*/ 380 w 399"/>
                <a:gd name="T19" fmla="*/ 288 h 307"/>
                <a:gd name="T20" fmla="*/ 19 w 399"/>
                <a:gd name="T21" fmla="*/ 288 h 307"/>
                <a:gd name="T22" fmla="*/ 19 w 399"/>
                <a:gd name="T23" fmla="*/ 19 h 307"/>
                <a:gd name="T24" fmla="*/ 380 w 399"/>
                <a:gd name="T25" fmla="*/ 19 h 307"/>
                <a:gd name="T26" fmla="*/ 380 w 399"/>
                <a:gd name="T27" fmla="*/ 288 h 3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99" h="307">
                  <a:moveTo>
                    <a:pt x="9" y="0"/>
                  </a:moveTo>
                  <a:cubicBezTo>
                    <a:pt x="4" y="0"/>
                    <a:pt x="0" y="4"/>
                    <a:pt x="0" y="9"/>
                  </a:cubicBezTo>
                  <a:cubicBezTo>
                    <a:pt x="0" y="298"/>
                    <a:pt x="0" y="298"/>
                    <a:pt x="0" y="298"/>
                  </a:cubicBezTo>
                  <a:cubicBezTo>
                    <a:pt x="0" y="303"/>
                    <a:pt x="4" y="307"/>
                    <a:pt x="9" y="307"/>
                  </a:cubicBezTo>
                  <a:cubicBezTo>
                    <a:pt x="389" y="307"/>
                    <a:pt x="389" y="307"/>
                    <a:pt x="389" y="307"/>
                  </a:cubicBezTo>
                  <a:cubicBezTo>
                    <a:pt x="394" y="307"/>
                    <a:pt x="399" y="303"/>
                    <a:pt x="399" y="298"/>
                  </a:cubicBezTo>
                  <a:cubicBezTo>
                    <a:pt x="399" y="9"/>
                    <a:pt x="399" y="9"/>
                    <a:pt x="399" y="9"/>
                  </a:cubicBezTo>
                  <a:cubicBezTo>
                    <a:pt x="399" y="4"/>
                    <a:pt x="394" y="0"/>
                    <a:pt x="389" y="0"/>
                  </a:cubicBezTo>
                  <a:lnTo>
                    <a:pt x="9" y="0"/>
                  </a:lnTo>
                  <a:close/>
                  <a:moveTo>
                    <a:pt x="380" y="288"/>
                  </a:moveTo>
                  <a:cubicBezTo>
                    <a:pt x="19" y="288"/>
                    <a:pt x="19" y="288"/>
                    <a:pt x="19" y="288"/>
                  </a:cubicBezTo>
                  <a:cubicBezTo>
                    <a:pt x="19" y="19"/>
                    <a:pt x="19" y="19"/>
                    <a:pt x="19" y="19"/>
                  </a:cubicBezTo>
                  <a:cubicBezTo>
                    <a:pt x="380" y="19"/>
                    <a:pt x="380" y="19"/>
                    <a:pt x="380" y="19"/>
                  </a:cubicBezTo>
                  <a:lnTo>
                    <a:pt x="380" y="28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2" name="Freeform 7"/>
            <p:cNvSpPr>
              <a:spLocks noEditPoints="1"/>
            </p:cNvSpPr>
            <p:nvPr/>
          </p:nvSpPr>
          <p:spPr bwMode="auto">
            <a:xfrm>
              <a:off x="1420814" y="1368426"/>
              <a:ext cx="552450" cy="58738"/>
            </a:xfrm>
            <a:custGeom>
              <a:avLst/>
              <a:gdLst>
                <a:gd name="T0" fmla="*/ 547 w 556"/>
                <a:gd name="T1" fmla="*/ 0 h 59"/>
                <a:gd name="T2" fmla="*/ 10 w 556"/>
                <a:gd name="T3" fmla="*/ 0 h 59"/>
                <a:gd name="T4" fmla="*/ 0 w 556"/>
                <a:gd name="T5" fmla="*/ 10 h 59"/>
                <a:gd name="T6" fmla="*/ 0 w 556"/>
                <a:gd name="T7" fmla="*/ 25 h 59"/>
                <a:gd name="T8" fmla="*/ 36 w 556"/>
                <a:gd name="T9" fmla="*/ 59 h 59"/>
                <a:gd name="T10" fmla="*/ 521 w 556"/>
                <a:gd name="T11" fmla="*/ 59 h 59"/>
                <a:gd name="T12" fmla="*/ 556 w 556"/>
                <a:gd name="T13" fmla="*/ 23 h 59"/>
                <a:gd name="T14" fmla="*/ 556 w 556"/>
                <a:gd name="T15" fmla="*/ 10 h 59"/>
                <a:gd name="T16" fmla="*/ 547 w 556"/>
                <a:gd name="T17" fmla="*/ 0 h 59"/>
                <a:gd name="T18" fmla="*/ 538 w 556"/>
                <a:gd name="T19" fmla="*/ 23 h 59"/>
                <a:gd name="T20" fmla="*/ 521 w 556"/>
                <a:gd name="T21" fmla="*/ 40 h 59"/>
                <a:gd name="T22" fmla="*/ 36 w 556"/>
                <a:gd name="T23" fmla="*/ 40 h 59"/>
                <a:gd name="T24" fmla="*/ 19 w 556"/>
                <a:gd name="T25" fmla="*/ 25 h 59"/>
                <a:gd name="T26" fmla="*/ 19 w 556"/>
                <a:gd name="T27" fmla="*/ 19 h 59"/>
                <a:gd name="T28" fmla="*/ 538 w 556"/>
                <a:gd name="T29" fmla="*/ 19 h 59"/>
                <a:gd name="T30" fmla="*/ 538 w 556"/>
                <a:gd name="T31" fmla="*/ 23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556" h="59">
                  <a:moveTo>
                    <a:pt x="547" y="0"/>
                  </a:moveTo>
                  <a:cubicBezTo>
                    <a:pt x="10" y="0"/>
                    <a:pt x="10" y="0"/>
                    <a:pt x="10" y="0"/>
                  </a:cubicBezTo>
                  <a:cubicBezTo>
                    <a:pt x="5" y="0"/>
                    <a:pt x="0" y="5"/>
                    <a:pt x="0" y="10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43"/>
                    <a:pt x="20" y="59"/>
                    <a:pt x="36" y="59"/>
                  </a:cubicBezTo>
                  <a:cubicBezTo>
                    <a:pt x="521" y="59"/>
                    <a:pt x="521" y="59"/>
                    <a:pt x="521" y="59"/>
                  </a:cubicBezTo>
                  <a:cubicBezTo>
                    <a:pt x="537" y="59"/>
                    <a:pt x="556" y="40"/>
                    <a:pt x="556" y="23"/>
                  </a:cubicBezTo>
                  <a:cubicBezTo>
                    <a:pt x="556" y="10"/>
                    <a:pt x="556" y="10"/>
                    <a:pt x="556" y="10"/>
                  </a:cubicBezTo>
                  <a:cubicBezTo>
                    <a:pt x="556" y="5"/>
                    <a:pt x="552" y="0"/>
                    <a:pt x="547" y="0"/>
                  </a:cubicBezTo>
                  <a:close/>
                  <a:moveTo>
                    <a:pt x="538" y="23"/>
                  </a:moveTo>
                  <a:cubicBezTo>
                    <a:pt x="538" y="29"/>
                    <a:pt x="527" y="40"/>
                    <a:pt x="521" y="40"/>
                  </a:cubicBezTo>
                  <a:cubicBezTo>
                    <a:pt x="36" y="40"/>
                    <a:pt x="36" y="40"/>
                    <a:pt x="36" y="40"/>
                  </a:cubicBezTo>
                  <a:cubicBezTo>
                    <a:pt x="29" y="40"/>
                    <a:pt x="19" y="31"/>
                    <a:pt x="19" y="25"/>
                  </a:cubicBezTo>
                  <a:cubicBezTo>
                    <a:pt x="19" y="19"/>
                    <a:pt x="19" y="19"/>
                    <a:pt x="19" y="19"/>
                  </a:cubicBezTo>
                  <a:cubicBezTo>
                    <a:pt x="538" y="19"/>
                    <a:pt x="538" y="19"/>
                    <a:pt x="538" y="19"/>
                  </a:cubicBezTo>
                  <a:lnTo>
                    <a:pt x="538" y="2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66" name="Group 265"/>
          <p:cNvGrpSpPr/>
          <p:nvPr/>
        </p:nvGrpSpPr>
        <p:grpSpPr>
          <a:xfrm>
            <a:off x="3024719" y="1339851"/>
            <a:ext cx="685800" cy="563035"/>
            <a:chOff x="2268539" y="1004888"/>
            <a:chExt cx="514350" cy="422276"/>
          </a:xfrm>
          <a:solidFill>
            <a:schemeClr val="accent1"/>
          </a:solidFill>
        </p:grpSpPr>
        <p:sp>
          <p:nvSpPr>
            <p:cNvPr id="43" name="Freeform 8"/>
            <p:cNvSpPr>
              <a:spLocks noEditPoints="1"/>
            </p:cNvSpPr>
            <p:nvPr/>
          </p:nvSpPr>
          <p:spPr bwMode="auto">
            <a:xfrm>
              <a:off x="2268539" y="1004888"/>
              <a:ext cx="514350" cy="357188"/>
            </a:xfrm>
            <a:custGeom>
              <a:avLst/>
              <a:gdLst>
                <a:gd name="T0" fmla="*/ 494 w 517"/>
                <a:gd name="T1" fmla="*/ 0 h 359"/>
                <a:gd name="T2" fmla="*/ 22 w 517"/>
                <a:gd name="T3" fmla="*/ 0 h 359"/>
                <a:gd name="T4" fmla="*/ 0 w 517"/>
                <a:gd name="T5" fmla="*/ 22 h 359"/>
                <a:gd name="T6" fmla="*/ 0 w 517"/>
                <a:gd name="T7" fmla="*/ 310 h 359"/>
                <a:gd name="T8" fmla="*/ 22 w 517"/>
                <a:gd name="T9" fmla="*/ 333 h 359"/>
                <a:gd name="T10" fmla="*/ 249 w 517"/>
                <a:gd name="T11" fmla="*/ 333 h 359"/>
                <a:gd name="T12" fmla="*/ 249 w 517"/>
                <a:gd name="T13" fmla="*/ 350 h 359"/>
                <a:gd name="T14" fmla="*/ 258 w 517"/>
                <a:gd name="T15" fmla="*/ 359 h 359"/>
                <a:gd name="T16" fmla="*/ 268 w 517"/>
                <a:gd name="T17" fmla="*/ 350 h 359"/>
                <a:gd name="T18" fmla="*/ 268 w 517"/>
                <a:gd name="T19" fmla="*/ 333 h 359"/>
                <a:gd name="T20" fmla="*/ 494 w 517"/>
                <a:gd name="T21" fmla="*/ 333 h 359"/>
                <a:gd name="T22" fmla="*/ 517 w 517"/>
                <a:gd name="T23" fmla="*/ 310 h 359"/>
                <a:gd name="T24" fmla="*/ 517 w 517"/>
                <a:gd name="T25" fmla="*/ 22 h 359"/>
                <a:gd name="T26" fmla="*/ 494 w 517"/>
                <a:gd name="T27" fmla="*/ 0 h 359"/>
                <a:gd name="T28" fmla="*/ 498 w 517"/>
                <a:gd name="T29" fmla="*/ 310 h 359"/>
                <a:gd name="T30" fmla="*/ 494 w 517"/>
                <a:gd name="T31" fmla="*/ 314 h 359"/>
                <a:gd name="T32" fmla="*/ 22 w 517"/>
                <a:gd name="T33" fmla="*/ 314 h 359"/>
                <a:gd name="T34" fmla="*/ 19 w 517"/>
                <a:gd name="T35" fmla="*/ 310 h 359"/>
                <a:gd name="T36" fmla="*/ 19 w 517"/>
                <a:gd name="T37" fmla="*/ 22 h 359"/>
                <a:gd name="T38" fmla="*/ 22 w 517"/>
                <a:gd name="T39" fmla="*/ 18 h 359"/>
                <a:gd name="T40" fmla="*/ 494 w 517"/>
                <a:gd name="T41" fmla="*/ 18 h 359"/>
                <a:gd name="T42" fmla="*/ 498 w 517"/>
                <a:gd name="T43" fmla="*/ 22 h 359"/>
                <a:gd name="T44" fmla="*/ 498 w 517"/>
                <a:gd name="T45" fmla="*/ 310 h 3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17" h="359">
                  <a:moveTo>
                    <a:pt x="494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10" y="0"/>
                    <a:pt x="0" y="10"/>
                    <a:pt x="0" y="22"/>
                  </a:cubicBezTo>
                  <a:cubicBezTo>
                    <a:pt x="0" y="310"/>
                    <a:pt x="0" y="310"/>
                    <a:pt x="0" y="310"/>
                  </a:cubicBezTo>
                  <a:cubicBezTo>
                    <a:pt x="0" y="323"/>
                    <a:pt x="10" y="333"/>
                    <a:pt x="22" y="333"/>
                  </a:cubicBezTo>
                  <a:cubicBezTo>
                    <a:pt x="249" y="333"/>
                    <a:pt x="249" y="333"/>
                    <a:pt x="249" y="333"/>
                  </a:cubicBezTo>
                  <a:cubicBezTo>
                    <a:pt x="249" y="350"/>
                    <a:pt x="249" y="350"/>
                    <a:pt x="249" y="350"/>
                  </a:cubicBezTo>
                  <a:cubicBezTo>
                    <a:pt x="249" y="355"/>
                    <a:pt x="253" y="359"/>
                    <a:pt x="258" y="359"/>
                  </a:cubicBezTo>
                  <a:cubicBezTo>
                    <a:pt x="264" y="359"/>
                    <a:pt x="268" y="355"/>
                    <a:pt x="268" y="350"/>
                  </a:cubicBezTo>
                  <a:cubicBezTo>
                    <a:pt x="268" y="333"/>
                    <a:pt x="268" y="333"/>
                    <a:pt x="268" y="333"/>
                  </a:cubicBezTo>
                  <a:cubicBezTo>
                    <a:pt x="494" y="333"/>
                    <a:pt x="494" y="333"/>
                    <a:pt x="494" y="333"/>
                  </a:cubicBezTo>
                  <a:cubicBezTo>
                    <a:pt x="507" y="333"/>
                    <a:pt x="517" y="323"/>
                    <a:pt x="517" y="310"/>
                  </a:cubicBezTo>
                  <a:cubicBezTo>
                    <a:pt x="517" y="22"/>
                    <a:pt x="517" y="22"/>
                    <a:pt x="517" y="22"/>
                  </a:cubicBezTo>
                  <a:cubicBezTo>
                    <a:pt x="517" y="10"/>
                    <a:pt x="507" y="0"/>
                    <a:pt x="494" y="0"/>
                  </a:cubicBezTo>
                  <a:close/>
                  <a:moveTo>
                    <a:pt x="498" y="310"/>
                  </a:moveTo>
                  <a:cubicBezTo>
                    <a:pt x="498" y="312"/>
                    <a:pt x="496" y="314"/>
                    <a:pt x="494" y="314"/>
                  </a:cubicBezTo>
                  <a:cubicBezTo>
                    <a:pt x="22" y="314"/>
                    <a:pt x="22" y="314"/>
                    <a:pt x="22" y="314"/>
                  </a:cubicBezTo>
                  <a:cubicBezTo>
                    <a:pt x="20" y="314"/>
                    <a:pt x="19" y="312"/>
                    <a:pt x="19" y="310"/>
                  </a:cubicBezTo>
                  <a:cubicBezTo>
                    <a:pt x="19" y="22"/>
                    <a:pt x="19" y="22"/>
                    <a:pt x="19" y="22"/>
                  </a:cubicBezTo>
                  <a:cubicBezTo>
                    <a:pt x="19" y="20"/>
                    <a:pt x="20" y="18"/>
                    <a:pt x="22" y="18"/>
                  </a:cubicBezTo>
                  <a:cubicBezTo>
                    <a:pt x="494" y="18"/>
                    <a:pt x="494" y="18"/>
                    <a:pt x="494" y="18"/>
                  </a:cubicBezTo>
                  <a:cubicBezTo>
                    <a:pt x="496" y="18"/>
                    <a:pt x="498" y="20"/>
                    <a:pt x="498" y="22"/>
                  </a:cubicBezTo>
                  <a:lnTo>
                    <a:pt x="498" y="31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4" name="Freeform 9"/>
            <p:cNvSpPr>
              <a:spLocks noEditPoints="1"/>
            </p:cNvSpPr>
            <p:nvPr/>
          </p:nvSpPr>
          <p:spPr bwMode="auto">
            <a:xfrm>
              <a:off x="2306639" y="1042988"/>
              <a:ext cx="436563" cy="254000"/>
            </a:xfrm>
            <a:custGeom>
              <a:avLst/>
              <a:gdLst>
                <a:gd name="T0" fmla="*/ 429 w 438"/>
                <a:gd name="T1" fmla="*/ 0 h 255"/>
                <a:gd name="T2" fmla="*/ 10 w 438"/>
                <a:gd name="T3" fmla="*/ 0 h 255"/>
                <a:gd name="T4" fmla="*/ 0 w 438"/>
                <a:gd name="T5" fmla="*/ 9 h 255"/>
                <a:gd name="T6" fmla="*/ 0 w 438"/>
                <a:gd name="T7" fmla="*/ 245 h 255"/>
                <a:gd name="T8" fmla="*/ 10 w 438"/>
                <a:gd name="T9" fmla="*/ 255 h 255"/>
                <a:gd name="T10" fmla="*/ 429 w 438"/>
                <a:gd name="T11" fmla="*/ 255 h 255"/>
                <a:gd name="T12" fmla="*/ 438 w 438"/>
                <a:gd name="T13" fmla="*/ 245 h 255"/>
                <a:gd name="T14" fmla="*/ 438 w 438"/>
                <a:gd name="T15" fmla="*/ 9 h 255"/>
                <a:gd name="T16" fmla="*/ 429 w 438"/>
                <a:gd name="T17" fmla="*/ 0 h 255"/>
                <a:gd name="T18" fmla="*/ 420 w 438"/>
                <a:gd name="T19" fmla="*/ 236 h 255"/>
                <a:gd name="T20" fmla="*/ 19 w 438"/>
                <a:gd name="T21" fmla="*/ 236 h 255"/>
                <a:gd name="T22" fmla="*/ 19 w 438"/>
                <a:gd name="T23" fmla="*/ 19 h 255"/>
                <a:gd name="T24" fmla="*/ 420 w 438"/>
                <a:gd name="T25" fmla="*/ 19 h 255"/>
                <a:gd name="T26" fmla="*/ 420 w 438"/>
                <a:gd name="T27" fmla="*/ 236 h 2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38" h="255">
                  <a:moveTo>
                    <a:pt x="429" y="0"/>
                  </a:moveTo>
                  <a:cubicBezTo>
                    <a:pt x="10" y="0"/>
                    <a:pt x="10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245"/>
                    <a:pt x="0" y="245"/>
                    <a:pt x="0" y="245"/>
                  </a:cubicBezTo>
                  <a:cubicBezTo>
                    <a:pt x="0" y="250"/>
                    <a:pt x="5" y="255"/>
                    <a:pt x="10" y="255"/>
                  </a:cubicBezTo>
                  <a:cubicBezTo>
                    <a:pt x="429" y="255"/>
                    <a:pt x="429" y="255"/>
                    <a:pt x="429" y="255"/>
                  </a:cubicBezTo>
                  <a:cubicBezTo>
                    <a:pt x="434" y="255"/>
                    <a:pt x="438" y="250"/>
                    <a:pt x="438" y="245"/>
                  </a:cubicBezTo>
                  <a:cubicBezTo>
                    <a:pt x="438" y="9"/>
                    <a:pt x="438" y="9"/>
                    <a:pt x="438" y="9"/>
                  </a:cubicBezTo>
                  <a:cubicBezTo>
                    <a:pt x="438" y="4"/>
                    <a:pt x="434" y="0"/>
                    <a:pt x="429" y="0"/>
                  </a:cubicBezTo>
                  <a:close/>
                  <a:moveTo>
                    <a:pt x="420" y="236"/>
                  </a:moveTo>
                  <a:cubicBezTo>
                    <a:pt x="19" y="236"/>
                    <a:pt x="19" y="236"/>
                    <a:pt x="19" y="236"/>
                  </a:cubicBezTo>
                  <a:cubicBezTo>
                    <a:pt x="19" y="19"/>
                    <a:pt x="19" y="19"/>
                    <a:pt x="19" y="19"/>
                  </a:cubicBezTo>
                  <a:cubicBezTo>
                    <a:pt x="420" y="19"/>
                    <a:pt x="420" y="19"/>
                    <a:pt x="420" y="19"/>
                  </a:cubicBezTo>
                  <a:lnTo>
                    <a:pt x="420" y="236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5" name="Freeform 10"/>
            <p:cNvSpPr>
              <a:spLocks noEditPoints="1"/>
            </p:cNvSpPr>
            <p:nvPr/>
          </p:nvSpPr>
          <p:spPr bwMode="auto">
            <a:xfrm>
              <a:off x="2424114" y="1368426"/>
              <a:ext cx="201613" cy="58738"/>
            </a:xfrm>
            <a:custGeom>
              <a:avLst/>
              <a:gdLst>
                <a:gd name="T0" fmla="*/ 173 w 202"/>
                <a:gd name="T1" fmla="*/ 0 h 59"/>
                <a:gd name="T2" fmla="*/ 29 w 202"/>
                <a:gd name="T3" fmla="*/ 0 h 59"/>
                <a:gd name="T4" fmla="*/ 0 w 202"/>
                <a:gd name="T5" fmla="*/ 30 h 59"/>
                <a:gd name="T6" fmla="*/ 0 w 202"/>
                <a:gd name="T7" fmla="*/ 49 h 59"/>
                <a:gd name="T8" fmla="*/ 10 w 202"/>
                <a:gd name="T9" fmla="*/ 59 h 59"/>
                <a:gd name="T10" fmla="*/ 193 w 202"/>
                <a:gd name="T11" fmla="*/ 59 h 59"/>
                <a:gd name="T12" fmla="*/ 202 w 202"/>
                <a:gd name="T13" fmla="*/ 49 h 59"/>
                <a:gd name="T14" fmla="*/ 202 w 202"/>
                <a:gd name="T15" fmla="*/ 31 h 59"/>
                <a:gd name="T16" fmla="*/ 173 w 202"/>
                <a:gd name="T17" fmla="*/ 0 h 59"/>
                <a:gd name="T18" fmla="*/ 184 w 202"/>
                <a:gd name="T19" fmla="*/ 40 h 59"/>
                <a:gd name="T20" fmla="*/ 19 w 202"/>
                <a:gd name="T21" fmla="*/ 40 h 59"/>
                <a:gd name="T22" fmla="*/ 19 w 202"/>
                <a:gd name="T23" fmla="*/ 30 h 59"/>
                <a:gd name="T24" fmla="*/ 29 w 202"/>
                <a:gd name="T25" fmla="*/ 19 h 59"/>
                <a:gd name="T26" fmla="*/ 173 w 202"/>
                <a:gd name="T27" fmla="*/ 19 h 59"/>
                <a:gd name="T28" fmla="*/ 184 w 202"/>
                <a:gd name="T29" fmla="*/ 31 h 59"/>
                <a:gd name="T30" fmla="*/ 184 w 202"/>
                <a:gd name="T31" fmla="*/ 4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02" h="59">
                  <a:moveTo>
                    <a:pt x="173" y="0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13" y="0"/>
                    <a:pt x="0" y="13"/>
                    <a:pt x="0" y="30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54"/>
                    <a:pt x="4" y="59"/>
                    <a:pt x="10" y="59"/>
                  </a:cubicBezTo>
                  <a:cubicBezTo>
                    <a:pt x="193" y="59"/>
                    <a:pt x="193" y="59"/>
                    <a:pt x="193" y="59"/>
                  </a:cubicBezTo>
                  <a:cubicBezTo>
                    <a:pt x="198" y="59"/>
                    <a:pt x="202" y="54"/>
                    <a:pt x="202" y="49"/>
                  </a:cubicBezTo>
                  <a:cubicBezTo>
                    <a:pt x="202" y="31"/>
                    <a:pt x="202" y="31"/>
                    <a:pt x="202" y="31"/>
                  </a:cubicBezTo>
                  <a:cubicBezTo>
                    <a:pt x="202" y="14"/>
                    <a:pt x="190" y="0"/>
                    <a:pt x="173" y="0"/>
                  </a:cubicBezTo>
                  <a:close/>
                  <a:moveTo>
                    <a:pt x="184" y="40"/>
                  </a:moveTo>
                  <a:cubicBezTo>
                    <a:pt x="19" y="40"/>
                    <a:pt x="19" y="40"/>
                    <a:pt x="19" y="40"/>
                  </a:cubicBezTo>
                  <a:cubicBezTo>
                    <a:pt x="19" y="30"/>
                    <a:pt x="19" y="30"/>
                    <a:pt x="19" y="30"/>
                  </a:cubicBezTo>
                  <a:cubicBezTo>
                    <a:pt x="19" y="23"/>
                    <a:pt x="23" y="19"/>
                    <a:pt x="29" y="19"/>
                  </a:cubicBezTo>
                  <a:cubicBezTo>
                    <a:pt x="173" y="19"/>
                    <a:pt x="173" y="19"/>
                    <a:pt x="173" y="19"/>
                  </a:cubicBezTo>
                  <a:cubicBezTo>
                    <a:pt x="179" y="19"/>
                    <a:pt x="184" y="24"/>
                    <a:pt x="184" y="31"/>
                  </a:cubicBezTo>
                  <a:lnTo>
                    <a:pt x="184" y="4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46" name="Freeform 11"/>
          <p:cNvSpPr>
            <a:spLocks/>
          </p:cNvSpPr>
          <p:nvPr/>
        </p:nvSpPr>
        <p:spPr bwMode="auto">
          <a:xfrm>
            <a:off x="5266269" y="4053418"/>
            <a:ext cx="478367" cy="563033"/>
          </a:xfrm>
          <a:custGeom>
            <a:avLst/>
            <a:gdLst>
              <a:gd name="T0" fmla="*/ 357 w 360"/>
              <a:gd name="T1" fmla="*/ 68 h 424"/>
              <a:gd name="T2" fmla="*/ 210 w 360"/>
              <a:gd name="T3" fmla="*/ 0 h 424"/>
              <a:gd name="T4" fmla="*/ 199 w 360"/>
              <a:gd name="T5" fmla="*/ 9 h 424"/>
              <a:gd name="T6" fmla="*/ 208 w 360"/>
              <a:gd name="T7" fmla="*/ 19 h 424"/>
              <a:gd name="T8" fmla="*/ 341 w 360"/>
              <a:gd name="T9" fmla="*/ 78 h 424"/>
              <a:gd name="T10" fmla="*/ 341 w 360"/>
              <a:gd name="T11" fmla="*/ 205 h 424"/>
              <a:gd name="T12" fmla="*/ 189 w 360"/>
              <a:gd name="T13" fmla="*/ 400 h 424"/>
              <a:gd name="T14" fmla="*/ 189 w 360"/>
              <a:gd name="T15" fmla="*/ 9 h 424"/>
              <a:gd name="T16" fmla="*/ 180 w 360"/>
              <a:gd name="T17" fmla="*/ 0 h 424"/>
              <a:gd name="T18" fmla="*/ 2 w 360"/>
              <a:gd name="T19" fmla="*/ 70 h 424"/>
              <a:gd name="T20" fmla="*/ 0 w 360"/>
              <a:gd name="T21" fmla="*/ 76 h 424"/>
              <a:gd name="T22" fmla="*/ 0 w 360"/>
              <a:gd name="T23" fmla="*/ 207 h 424"/>
              <a:gd name="T24" fmla="*/ 148 w 360"/>
              <a:gd name="T25" fmla="*/ 411 h 424"/>
              <a:gd name="T26" fmla="*/ 161 w 360"/>
              <a:gd name="T27" fmla="*/ 407 h 424"/>
              <a:gd name="T28" fmla="*/ 157 w 360"/>
              <a:gd name="T29" fmla="*/ 394 h 424"/>
              <a:gd name="T30" fmla="*/ 19 w 360"/>
              <a:gd name="T31" fmla="*/ 207 h 424"/>
              <a:gd name="T32" fmla="*/ 19 w 360"/>
              <a:gd name="T33" fmla="*/ 79 h 424"/>
              <a:gd name="T34" fmla="*/ 171 w 360"/>
              <a:gd name="T35" fmla="*/ 18 h 424"/>
              <a:gd name="T36" fmla="*/ 171 w 360"/>
              <a:gd name="T37" fmla="*/ 415 h 424"/>
              <a:gd name="T38" fmla="*/ 180 w 360"/>
              <a:gd name="T39" fmla="*/ 424 h 424"/>
              <a:gd name="T40" fmla="*/ 186 w 360"/>
              <a:gd name="T41" fmla="*/ 422 h 424"/>
              <a:gd name="T42" fmla="*/ 271 w 360"/>
              <a:gd name="T43" fmla="*/ 370 h 424"/>
              <a:gd name="T44" fmla="*/ 360 w 360"/>
              <a:gd name="T45" fmla="*/ 205 h 424"/>
              <a:gd name="T46" fmla="*/ 360 w 360"/>
              <a:gd name="T47" fmla="*/ 74 h 424"/>
              <a:gd name="T48" fmla="*/ 357 w 360"/>
              <a:gd name="T49" fmla="*/ 68 h 4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360" h="424">
                <a:moveTo>
                  <a:pt x="357" y="68"/>
                </a:moveTo>
                <a:cubicBezTo>
                  <a:pt x="355" y="66"/>
                  <a:pt x="308" y="10"/>
                  <a:pt x="210" y="0"/>
                </a:cubicBezTo>
                <a:cubicBezTo>
                  <a:pt x="204" y="0"/>
                  <a:pt x="200" y="4"/>
                  <a:pt x="199" y="9"/>
                </a:cubicBezTo>
                <a:cubicBezTo>
                  <a:pt x="199" y="14"/>
                  <a:pt x="203" y="18"/>
                  <a:pt x="208" y="19"/>
                </a:cubicBezTo>
                <a:cubicBezTo>
                  <a:pt x="287" y="27"/>
                  <a:pt x="331" y="68"/>
                  <a:pt x="341" y="78"/>
                </a:cubicBezTo>
                <a:cubicBezTo>
                  <a:pt x="341" y="205"/>
                  <a:pt x="341" y="205"/>
                  <a:pt x="341" y="205"/>
                </a:cubicBezTo>
                <a:cubicBezTo>
                  <a:pt x="341" y="317"/>
                  <a:pt x="228" y="381"/>
                  <a:pt x="189" y="400"/>
                </a:cubicBezTo>
                <a:cubicBezTo>
                  <a:pt x="189" y="9"/>
                  <a:pt x="189" y="9"/>
                  <a:pt x="189" y="9"/>
                </a:cubicBezTo>
                <a:cubicBezTo>
                  <a:pt x="189" y="4"/>
                  <a:pt x="185" y="0"/>
                  <a:pt x="180" y="0"/>
                </a:cubicBezTo>
                <a:cubicBezTo>
                  <a:pt x="62" y="0"/>
                  <a:pt x="5" y="67"/>
                  <a:pt x="2" y="70"/>
                </a:cubicBezTo>
                <a:cubicBezTo>
                  <a:pt x="1" y="71"/>
                  <a:pt x="0" y="73"/>
                  <a:pt x="0" y="76"/>
                </a:cubicBezTo>
                <a:cubicBezTo>
                  <a:pt x="0" y="207"/>
                  <a:pt x="0" y="207"/>
                  <a:pt x="0" y="207"/>
                </a:cubicBezTo>
                <a:cubicBezTo>
                  <a:pt x="0" y="320"/>
                  <a:pt x="104" y="387"/>
                  <a:pt x="148" y="411"/>
                </a:cubicBezTo>
                <a:cubicBezTo>
                  <a:pt x="153" y="413"/>
                  <a:pt x="159" y="411"/>
                  <a:pt x="161" y="407"/>
                </a:cubicBezTo>
                <a:cubicBezTo>
                  <a:pt x="163" y="402"/>
                  <a:pt x="162" y="396"/>
                  <a:pt x="157" y="394"/>
                </a:cubicBezTo>
                <a:cubicBezTo>
                  <a:pt x="105" y="367"/>
                  <a:pt x="19" y="306"/>
                  <a:pt x="19" y="207"/>
                </a:cubicBezTo>
                <a:cubicBezTo>
                  <a:pt x="19" y="79"/>
                  <a:pt x="19" y="79"/>
                  <a:pt x="19" y="79"/>
                </a:cubicBezTo>
                <a:cubicBezTo>
                  <a:pt x="30" y="68"/>
                  <a:pt x="79" y="21"/>
                  <a:pt x="171" y="18"/>
                </a:cubicBezTo>
                <a:cubicBezTo>
                  <a:pt x="171" y="415"/>
                  <a:pt x="171" y="415"/>
                  <a:pt x="171" y="415"/>
                </a:cubicBezTo>
                <a:cubicBezTo>
                  <a:pt x="171" y="420"/>
                  <a:pt x="175" y="424"/>
                  <a:pt x="180" y="424"/>
                </a:cubicBezTo>
                <a:cubicBezTo>
                  <a:pt x="182" y="424"/>
                  <a:pt x="185" y="423"/>
                  <a:pt x="186" y="422"/>
                </a:cubicBezTo>
                <a:cubicBezTo>
                  <a:pt x="197" y="417"/>
                  <a:pt x="234" y="401"/>
                  <a:pt x="271" y="370"/>
                </a:cubicBezTo>
                <a:cubicBezTo>
                  <a:pt x="329" y="324"/>
                  <a:pt x="360" y="266"/>
                  <a:pt x="360" y="205"/>
                </a:cubicBezTo>
                <a:cubicBezTo>
                  <a:pt x="360" y="74"/>
                  <a:pt x="360" y="74"/>
                  <a:pt x="360" y="74"/>
                </a:cubicBezTo>
                <a:cubicBezTo>
                  <a:pt x="360" y="72"/>
                  <a:pt x="359" y="70"/>
                  <a:pt x="357" y="68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241" name="Group 240"/>
          <p:cNvGrpSpPr/>
          <p:nvPr/>
        </p:nvGrpSpPr>
        <p:grpSpPr>
          <a:xfrm>
            <a:off x="817036" y="1339852"/>
            <a:ext cx="563033" cy="563033"/>
            <a:chOff x="612776" y="1004888"/>
            <a:chExt cx="422275" cy="422275"/>
          </a:xfrm>
          <a:solidFill>
            <a:schemeClr val="accent1"/>
          </a:solidFill>
        </p:grpSpPr>
        <p:sp>
          <p:nvSpPr>
            <p:cNvPr id="47" name="Freeform 12"/>
            <p:cNvSpPr>
              <a:spLocks/>
            </p:cNvSpPr>
            <p:nvPr/>
          </p:nvSpPr>
          <p:spPr bwMode="auto">
            <a:xfrm>
              <a:off x="612776" y="1004888"/>
              <a:ext cx="317500" cy="422275"/>
            </a:xfrm>
            <a:custGeom>
              <a:avLst/>
              <a:gdLst>
                <a:gd name="T0" fmla="*/ 206 w 320"/>
                <a:gd name="T1" fmla="*/ 406 h 425"/>
                <a:gd name="T2" fmla="*/ 23 w 320"/>
                <a:gd name="T3" fmla="*/ 406 h 425"/>
                <a:gd name="T4" fmla="*/ 19 w 320"/>
                <a:gd name="T5" fmla="*/ 402 h 425"/>
                <a:gd name="T6" fmla="*/ 19 w 320"/>
                <a:gd name="T7" fmla="*/ 22 h 425"/>
                <a:gd name="T8" fmla="*/ 23 w 320"/>
                <a:gd name="T9" fmla="*/ 18 h 425"/>
                <a:gd name="T10" fmla="*/ 298 w 320"/>
                <a:gd name="T11" fmla="*/ 18 h 425"/>
                <a:gd name="T12" fmla="*/ 301 w 320"/>
                <a:gd name="T13" fmla="*/ 22 h 425"/>
                <a:gd name="T14" fmla="*/ 301 w 320"/>
                <a:gd name="T15" fmla="*/ 88 h 425"/>
                <a:gd name="T16" fmla="*/ 311 w 320"/>
                <a:gd name="T17" fmla="*/ 97 h 425"/>
                <a:gd name="T18" fmla="*/ 320 w 320"/>
                <a:gd name="T19" fmla="*/ 88 h 425"/>
                <a:gd name="T20" fmla="*/ 320 w 320"/>
                <a:gd name="T21" fmla="*/ 22 h 425"/>
                <a:gd name="T22" fmla="*/ 298 w 320"/>
                <a:gd name="T23" fmla="*/ 0 h 425"/>
                <a:gd name="T24" fmla="*/ 23 w 320"/>
                <a:gd name="T25" fmla="*/ 0 h 425"/>
                <a:gd name="T26" fmla="*/ 0 w 320"/>
                <a:gd name="T27" fmla="*/ 22 h 425"/>
                <a:gd name="T28" fmla="*/ 0 w 320"/>
                <a:gd name="T29" fmla="*/ 402 h 425"/>
                <a:gd name="T30" fmla="*/ 23 w 320"/>
                <a:gd name="T31" fmla="*/ 425 h 425"/>
                <a:gd name="T32" fmla="*/ 206 w 320"/>
                <a:gd name="T33" fmla="*/ 425 h 425"/>
                <a:gd name="T34" fmla="*/ 215 w 320"/>
                <a:gd name="T35" fmla="*/ 415 h 425"/>
                <a:gd name="T36" fmla="*/ 206 w 320"/>
                <a:gd name="T37" fmla="*/ 406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20" h="425">
                  <a:moveTo>
                    <a:pt x="206" y="406"/>
                  </a:moveTo>
                  <a:cubicBezTo>
                    <a:pt x="23" y="406"/>
                    <a:pt x="23" y="406"/>
                    <a:pt x="23" y="406"/>
                  </a:cubicBezTo>
                  <a:cubicBezTo>
                    <a:pt x="20" y="406"/>
                    <a:pt x="19" y="404"/>
                    <a:pt x="19" y="402"/>
                  </a:cubicBezTo>
                  <a:cubicBezTo>
                    <a:pt x="19" y="22"/>
                    <a:pt x="19" y="22"/>
                    <a:pt x="19" y="22"/>
                  </a:cubicBezTo>
                  <a:cubicBezTo>
                    <a:pt x="19" y="20"/>
                    <a:pt x="20" y="18"/>
                    <a:pt x="23" y="18"/>
                  </a:cubicBezTo>
                  <a:cubicBezTo>
                    <a:pt x="298" y="18"/>
                    <a:pt x="298" y="18"/>
                    <a:pt x="298" y="18"/>
                  </a:cubicBezTo>
                  <a:cubicBezTo>
                    <a:pt x="300" y="18"/>
                    <a:pt x="301" y="20"/>
                    <a:pt x="301" y="22"/>
                  </a:cubicBezTo>
                  <a:cubicBezTo>
                    <a:pt x="301" y="88"/>
                    <a:pt x="301" y="88"/>
                    <a:pt x="301" y="88"/>
                  </a:cubicBezTo>
                  <a:cubicBezTo>
                    <a:pt x="301" y="93"/>
                    <a:pt x="306" y="97"/>
                    <a:pt x="311" y="97"/>
                  </a:cubicBezTo>
                  <a:cubicBezTo>
                    <a:pt x="316" y="97"/>
                    <a:pt x="320" y="93"/>
                    <a:pt x="320" y="88"/>
                  </a:cubicBezTo>
                  <a:cubicBezTo>
                    <a:pt x="320" y="22"/>
                    <a:pt x="320" y="22"/>
                    <a:pt x="320" y="22"/>
                  </a:cubicBezTo>
                  <a:cubicBezTo>
                    <a:pt x="320" y="10"/>
                    <a:pt x="310" y="0"/>
                    <a:pt x="298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10" y="0"/>
                    <a:pt x="0" y="10"/>
                    <a:pt x="0" y="22"/>
                  </a:cubicBezTo>
                  <a:cubicBezTo>
                    <a:pt x="0" y="402"/>
                    <a:pt x="0" y="402"/>
                    <a:pt x="0" y="402"/>
                  </a:cubicBezTo>
                  <a:cubicBezTo>
                    <a:pt x="0" y="414"/>
                    <a:pt x="10" y="425"/>
                    <a:pt x="23" y="425"/>
                  </a:cubicBezTo>
                  <a:cubicBezTo>
                    <a:pt x="206" y="425"/>
                    <a:pt x="206" y="425"/>
                    <a:pt x="206" y="425"/>
                  </a:cubicBezTo>
                  <a:cubicBezTo>
                    <a:pt x="211" y="425"/>
                    <a:pt x="215" y="420"/>
                    <a:pt x="215" y="415"/>
                  </a:cubicBezTo>
                  <a:cubicBezTo>
                    <a:pt x="215" y="410"/>
                    <a:pt x="211" y="406"/>
                    <a:pt x="206" y="40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8" name="Freeform 13"/>
            <p:cNvSpPr>
              <a:spLocks noEditPoints="1"/>
            </p:cNvSpPr>
            <p:nvPr/>
          </p:nvSpPr>
          <p:spPr bwMode="auto">
            <a:xfrm>
              <a:off x="847726" y="1122363"/>
              <a:ext cx="187325" cy="304800"/>
            </a:xfrm>
            <a:custGeom>
              <a:avLst/>
              <a:gdLst>
                <a:gd name="T0" fmla="*/ 166 w 189"/>
                <a:gd name="T1" fmla="*/ 0 h 307"/>
                <a:gd name="T2" fmla="*/ 22 w 189"/>
                <a:gd name="T3" fmla="*/ 0 h 307"/>
                <a:gd name="T4" fmla="*/ 0 w 189"/>
                <a:gd name="T5" fmla="*/ 22 h 307"/>
                <a:gd name="T6" fmla="*/ 0 w 189"/>
                <a:gd name="T7" fmla="*/ 284 h 307"/>
                <a:gd name="T8" fmla="*/ 22 w 189"/>
                <a:gd name="T9" fmla="*/ 307 h 307"/>
                <a:gd name="T10" fmla="*/ 166 w 189"/>
                <a:gd name="T11" fmla="*/ 307 h 307"/>
                <a:gd name="T12" fmla="*/ 189 w 189"/>
                <a:gd name="T13" fmla="*/ 284 h 307"/>
                <a:gd name="T14" fmla="*/ 189 w 189"/>
                <a:gd name="T15" fmla="*/ 22 h 307"/>
                <a:gd name="T16" fmla="*/ 166 w 189"/>
                <a:gd name="T17" fmla="*/ 0 h 307"/>
                <a:gd name="T18" fmla="*/ 170 w 189"/>
                <a:gd name="T19" fmla="*/ 284 h 307"/>
                <a:gd name="T20" fmla="*/ 166 w 189"/>
                <a:gd name="T21" fmla="*/ 288 h 307"/>
                <a:gd name="T22" fmla="*/ 22 w 189"/>
                <a:gd name="T23" fmla="*/ 288 h 307"/>
                <a:gd name="T24" fmla="*/ 19 w 189"/>
                <a:gd name="T25" fmla="*/ 284 h 307"/>
                <a:gd name="T26" fmla="*/ 19 w 189"/>
                <a:gd name="T27" fmla="*/ 22 h 307"/>
                <a:gd name="T28" fmla="*/ 22 w 189"/>
                <a:gd name="T29" fmla="*/ 18 h 307"/>
                <a:gd name="T30" fmla="*/ 166 w 189"/>
                <a:gd name="T31" fmla="*/ 18 h 307"/>
                <a:gd name="T32" fmla="*/ 170 w 189"/>
                <a:gd name="T33" fmla="*/ 22 h 307"/>
                <a:gd name="T34" fmla="*/ 170 w 189"/>
                <a:gd name="T35" fmla="*/ 284 h 3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89" h="307">
                  <a:moveTo>
                    <a:pt x="166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10" y="0"/>
                    <a:pt x="0" y="10"/>
                    <a:pt x="0" y="22"/>
                  </a:cubicBezTo>
                  <a:cubicBezTo>
                    <a:pt x="0" y="284"/>
                    <a:pt x="0" y="284"/>
                    <a:pt x="0" y="284"/>
                  </a:cubicBezTo>
                  <a:cubicBezTo>
                    <a:pt x="0" y="296"/>
                    <a:pt x="10" y="307"/>
                    <a:pt x="22" y="307"/>
                  </a:cubicBezTo>
                  <a:cubicBezTo>
                    <a:pt x="166" y="307"/>
                    <a:pt x="166" y="307"/>
                    <a:pt x="166" y="307"/>
                  </a:cubicBezTo>
                  <a:cubicBezTo>
                    <a:pt x="179" y="307"/>
                    <a:pt x="189" y="296"/>
                    <a:pt x="189" y="284"/>
                  </a:cubicBezTo>
                  <a:cubicBezTo>
                    <a:pt x="189" y="22"/>
                    <a:pt x="189" y="22"/>
                    <a:pt x="189" y="22"/>
                  </a:cubicBezTo>
                  <a:cubicBezTo>
                    <a:pt x="189" y="10"/>
                    <a:pt x="179" y="0"/>
                    <a:pt x="166" y="0"/>
                  </a:cubicBezTo>
                  <a:close/>
                  <a:moveTo>
                    <a:pt x="170" y="284"/>
                  </a:moveTo>
                  <a:cubicBezTo>
                    <a:pt x="170" y="286"/>
                    <a:pt x="169" y="288"/>
                    <a:pt x="166" y="288"/>
                  </a:cubicBezTo>
                  <a:cubicBezTo>
                    <a:pt x="22" y="288"/>
                    <a:pt x="22" y="288"/>
                    <a:pt x="22" y="288"/>
                  </a:cubicBezTo>
                  <a:cubicBezTo>
                    <a:pt x="20" y="288"/>
                    <a:pt x="19" y="286"/>
                    <a:pt x="19" y="284"/>
                  </a:cubicBezTo>
                  <a:cubicBezTo>
                    <a:pt x="19" y="22"/>
                    <a:pt x="19" y="22"/>
                    <a:pt x="19" y="22"/>
                  </a:cubicBezTo>
                  <a:cubicBezTo>
                    <a:pt x="19" y="20"/>
                    <a:pt x="20" y="18"/>
                    <a:pt x="22" y="18"/>
                  </a:cubicBezTo>
                  <a:cubicBezTo>
                    <a:pt x="166" y="18"/>
                    <a:pt x="166" y="18"/>
                    <a:pt x="166" y="18"/>
                  </a:cubicBezTo>
                  <a:cubicBezTo>
                    <a:pt x="169" y="18"/>
                    <a:pt x="170" y="20"/>
                    <a:pt x="170" y="22"/>
                  </a:cubicBezTo>
                  <a:lnTo>
                    <a:pt x="170" y="28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9" name="Oval 14"/>
            <p:cNvSpPr>
              <a:spLocks noChangeArrowheads="1"/>
            </p:cNvSpPr>
            <p:nvPr/>
          </p:nvSpPr>
          <p:spPr bwMode="auto">
            <a:xfrm>
              <a:off x="749301" y="1349376"/>
              <a:ext cx="44450" cy="46038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0" name="Oval 15"/>
            <p:cNvSpPr>
              <a:spLocks noChangeArrowheads="1"/>
            </p:cNvSpPr>
            <p:nvPr/>
          </p:nvSpPr>
          <p:spPr bwMode="auto">
            <a:xfrm>
              <a:off x="919164" y="1349376"/>
              <a:ext cx="44450" cy="46038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67" name="Group 266"/>
          <p:cNvGrpSpPr/>
          <p:nvPr/>
        </p:nvGrpSpPr>
        <p:grpSpPr>
          <a:xfrm>
            <a:off x="4119035" y="1339852"/>
            <a:ext cx="444500" cy="563033"/>
            <a:chOff x="3089276" y="1004888"/>
            <a:chExt cx="333375" cy="422275"/>
          </a:xfrm>
          <a:solidFill>
            <a:schemeClr val="accent1"/>
          </a:solidFill>
        </p:grpSpPr>
        <p:sp>
          <p:nvSpPr>
            <p:cNvPr id="51" name="Freeform 16"/>
            <p:cNvSpPr>
              <a:spLocks noEditPoints="1"/>
            </p:cNvSpPr>
            <p:nvPr/>
          </p:nvSpPr>
          <p:spPr bwMode="auto">
            <a:xfrm>
              <a:off x="3089276" y="1004888"/>
              <a:ext cx="333375" cy="422275"/>
            </a:xfrm>
            <a:custGeom>
              <a:avLst/>
              <a:gdLst>
                <a:gd name="T0" fmla="*/ 311 w 334"/>
                <a:gd name="T1" fmla="*/ 0 h 425"/>
                <a:gd name="T2" fmla="*/ 23 w 334"/>
                <a:gd name="T3" fmla="*/ 0 h 425"/>
                <a:gd name="T4" fmla="*/ 0 w 334"/>
                <a:gd name="T5" fmla="*/ 22 h 425"/>
                <a:gd name="T6" fmla="*/ 0 w 334"/>
                <a:gd name="T7" fmla="*/ 402 h 425"/>
                <a:gd name="T8" fmla="*/ 23 w 334"/>
                <a:gd name="T9" fmla="*/ 425 h 425"/>
                <a:gd name="T10" fmla="*/ 311 w 334"/>
                <a:gd name="T11" fmla="*/ 425 h 425"/>
                <a:gd name="T12" fmla="*/ 334 w 334"/>
                <a:gd name="T13" fmla="*/ 402 h 425"/>
                <a:gd name="T14" fmla="*/ 334 w 334"/>
                <a:gd name="T15" fmla="*/ 22 h 425"/>
                <a:gd name="T16" fmla="*/ 311 w 334"/>
                <a:gd name="T17" fmla="*/ 0 h 425"/>
                <a:gd name="T18" fmla="*/ 315 w 334"/>
                <a:gd name="T19" fmla="*/ 402 h 425"/>
                <a:gd name="T20" fmla="*/ 311 w 334"/>
                <a:gd name="T21" fmla="*/ 406 h 425"/>
                <a:gd name="T22" fmla="*/ 23 w 334"/>
                <a:gd name="T23" fmla="*/ 406 h 425"/>
                <a:gd name="T24" fmla="*/ 19 w 334"/>
                <a:gd name="T25" fmla="*/ 402 h 425"/>
                <a:gd name="T26" fmla="*/ 19 w 334"/>
                <a:gd name="T27" fmla="*/ 22 h 425"/>
                <a:gd name="T28" fmla="*/ 23 w 334"/>
                <a:gd name="T29" fmla="*/ 18 h 425"/>
                <a:gd name="T30" fmla="*/ 311 w 334"/>
                <a:gd name="T31" fmla="*/ 18 h 425"/>
                <a:gd name="T32" fmla="*/ 315 w 334"/>
                <a:gd name="T33" fmla="*/ 22 h 425"/>
                <a:gd name="T34" fmla="*/ 315 w 334"/>
                <a:gd name="T35" fmla="*/ 402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34" h="425">
                  <a:moveTo>
                    <a:pt x="311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11" y="0"/>
                    <a:pt x="0" y="10"/>
                    <a:pt x="0" y="22"/>
                  </a:cubicBezTo>
                  <a:cubicBezTo>
                    <a:pt x="0" y="402"/>
                    <a:pt x="0" y="402"/>
                    <a:pt x="0" y="402"/>
                  </a:cubicBezTo>
                  <a:cubicBezTo>
                    <a:pt x="0" y="414"/>
                    <a:pt x="11" y="425"/>
                    <a:pt x="23" y="425"/>
                  </a:cubicBezTo>
                  <a:cubicBezTo>
                    <a:pt x="311" y="425"/>
                    <a:pt x="311" y="425"/>
                    <a:pt x="311" y="425"/>
                  </a:cubicBezTo>
                  <a:cubicBezTo>
                    <a:pt x="324" y="425"/>
                    <a:pt x="334" y="414"/>
                    <a:pt x="334" y="402"/>
                  </a:cubicBezTo>
                  <a:cubicBezTo>
                    <a:pt x="334" y="22"/>
                    <a:pt x="334" y="22"/>
                    <a:pt x="334" y="22"/>
                  </a:cubicBezTo>
                  <a:cubicBezTo>
                    <a:pt x="334" y="10"/>
                    <a:pt x="324" y="0"/>
                    <a:pt x="311" y="0"/>
                  </a:cubicBezTo>
                  <a:close/>
                  <a:moveTo>
                    <a:pt x="315" y="402"/>
                  </a:moveTo>
                  <a:cubicBezTo>
                    <a:pt x="315" y="404"/>
                    <a:pt x="313" y="406"/>
                    <a:pt x="311" y="406"/>
                  </a:cubicBezTo>
                  <a:cubicBezTo>
                    <a:pt x="23" y="406"/>
                    <a:pt x="23" y="406"/>
                    <a:pt x="23" y="406"/>
                  </a:cubicBezTo>
                  <a:cubicBezTo>
                    <a:pt x="21" y="406"/>
                    <a:pt x="19" y="404"/>
                    <a:pt x="19" y="402"/>
                  </a:cubicBezTo>
                  <a:cubicBezTo>
                    <a:pt x="19" y="22"/>
                    <a:pt x="19" y="22"/>
                    <a:pt x="19" y="22"/>
                  </a:cubicBezTo>
                  <a:cubicBezTo>
                    <a:pt x="19" y="20"/>
                    <a:pt x="21" y="18"/>
                    <a:pt x="23" y="18"/>
                  </a:cubicBezTo>
                  <a:cubicBezTo>
                    <a:pt x="311" y="18"/>
                    <a:pt x="311" y="18"/>
                    <a:pt x="311" y="18"/>
                  </a:cubicBezTo>
                  <a:cubicBezTo>
                    <a:pt x="313" y="18"/>
                    <a:pt x="315" y="20"/>
                    <a:pt x="315" y="22"/>
                  </a:cubicBezTo>
                  <a:lnTo>
                    <a:pt x="315" y="402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2" name="Freeform 17"/>
            <p:cNvSpPr>
              <a:spLocks noEditPoints="1"/>
            </p:cNvSpPr>
            <p:nvPr/>
          </p:nvSpPr>
          <p:spPr bwMode="auto">
            <a:xfrm>
              <a:off x="3128964" y="1042988"/>
              <a:ext cx="252413" cy="319088"/>
            </a:xfrm>
            <a:custGeom>
              <a:avLst/>
              <a:gdLst>
                <a:gd name="T0" fmla="*/ 245 w 254"/>
                <a:gd name="T1" fmla="*/ 0 h 320"/>
                <a:gd name="T2" fmla="*/ 9 w 254"/>
                <a:gd name="T3" fmla="*/ 0 h 320"/>
                <a:gd name="T4" fmla="*/ 0 w 254"/>
                <a:gd name="T5" fmla="*/ 9 h 320"/>
                <a:gd name="T6" fmla="*/ 0 w 254"/>
                <a:gd name="T7" fmla="*/ 311 h 320"/>
                <a:gd name="T8" fmla="*/ 9 w 254"/>
                <a:gd name="T9" fmla="*/ 320 h 320"/>
                <a:gd name="T10" fmla="*/ 245 w 254"/>
                <a:gd name="T11" fmla="*/ 320 h 320"/>
                <a:gd name="T12" fmla="*/ 254 w 254"/>
                <a:gd name="T13" fmla="*/ 311 h 320"/>
                <a:gd name="T14" fmla="*/ 254 w 254"/>
                <a:gd name="T15" fmla="*/ 9 h 320"/>
                <a:gd name="T16" fmla="*/ 245 w 254"/>
                <a:gd name="T17" fmla="*/ 0 h 320"/>
                <a:gd name="T18" fmla="*/ 236 w 254"/>
                <a:gd name="T19" fmla="*/ 301 h 320"/>
                <a:gd name="T20" fmla="*/ 19 w 254"/>
                <a:gd name="T21" fmla="*/ 301 h 320"/>
                <a:gd name="T22" fmla="*/ 19 w 254"/>
                <a:gd name="T23" fmla="*/ 19 h 320"/>
                <a:gd name="T24" fmla="*/ 236 w 254"/>
                <a:gd name="T25" fmla="*/ 19 h 320"/>
                <a:gd name="T26" fmla="*/ 236 w 254"/>
                <a:gd name="T27" fmla="*/ 301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54" h="320">
                  <a:moveTo>
                    <a:pt x="245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311"/>
                    <a:pt x="0" y="311"/>
                    <a:pt x="0" y="311"/>
                  </a:cubicBezTo>
                  <a:cubicBezTo>
                    <a:pt x="0" y="316"/>
                    <a:pt x="4" y="320"/>
                    <a:pt x="9" y="320"/>
                  </a:cubicBezTo>
                  <a:cubicBezTo>
                    <a:pt x="245" y="320"/>
                    <a:pt x="245" y="320"/>
                    <a:pt x="245" y="320"/>
                  </a:cubicBezTo>
                  <a:cubicBezTo>
                    <a:pt x="250" y="320"/>
                    <a:pt x="254" y="316"/>
                    <a:pt x="254" y="311"/>
                  </a:cubicBezTo>
                  <a:cubicBezTo>
                    <a:pt x="254" y="9"/>
                    <a:pt x="254" y="9"/>
                    <a:pt x="254" y="9"/>
                  </a:cubicBezTo>
                  <a:cubicBezTo>
                    <a:pt x="254" y="4"/>
                    <a:pt x="250" y="0"/>
                    <a:pt x="245" y="0"/>
                  </a:cubicBezTo>
                  <a:close/>
                  <a:moveTo>
                    <a:pt x="236" y="301"/>
                  </a:moveTo>
                  <a:cubicBezTo>
                    <a:pt x="19" y="301"/>
                    <a:pt x="19" y="301"/>
                    <a:pt x="19" y="301"/>
                  </a:cubicBezTo>
                  <a:cubicBezTo>
                    <a:pt x="19" y="19"/>
                    <a:pt x="19" y="19"/>
                    <a:pt x="19" y="19"/>
                  </a:cubicBezTo>
                  <a:cubicBezTo>
                    <a:pt x="236" y="19"/>
                    <a:pt x="236" y="19"/>
                    <a:pt x="236" y="19"/>
                  </a:cubicBezTo>
                  <a:lnTo>
                    <a:pt x="236" y="30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3" name="Oval 18"/>
            <p:cNvSpPr>
              <a:spLocks noChangeArrowheads="1"/>
            </p:cNvSpPr>
            <p:nvPr/>
          </p:nvSpPr>
          <p:spPr bwMode="auto">
            <a:xfrm>
              <a:off x="3240089" y="1362076"/>
              <a:ext cx="44450" cy="4603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69" name="Group 268"/>
          <p:cNvGrpSpPr/>
          <p:nvPr/>
        </p:nvGrpSpPr>
        <p:grpSpPr>
          <a:xfrm>
            <a:off x="6275919" y="1339852"/>
            <a:ext cx="425451" cy="563033"/>
            <a:chOff x="4706939" y="1004888"/>
            <a:chExt cx="319088" cy="422275"/>
          </a:xfrm>
          <a:solidFill>
            <a:schemeClr val="accent1"/>
          </a:solidFill>
        </p:grpSpPr>
        <p:sp>
          <p:nvSpPr>
            <p:cNvPr id="54" name="Freeform 19"/>
            <p:cNvSpPr>
              <a:spLocks noEditPoints="1"/>
            </p:cNvSpPr>
            <p:nvPr/>
          </p:nvSpPr>
          <p:spPr bwMode="auto">
            <a:xfrm>
              <a:off x="4706939" y="1004888"/>
              <a:ext cx="319088" cy="422275"/>
            </a:xfrm>
            <a:custGeom>
              <a:avLst/>
              <a:gdLst>
                <a:gd name="T0" fmla="*/ 320 w 320"/>
                <a:gd name="T1" fmla="*/ 127 h 425"/>
                <a:gd name="T2" fmla="*/ 320 w 320"/>
                <a:gd name="T3" fmla="*/ 125 h 425"/>
                <a:gd name="T4" fmla="*/ 320 w 320"/>
                <a:gd name="T5" fmla="*/ 125 h 425"/>
                <a:gd name="T6" fmla="*/ 320 w 320"/>
                <a:gd name="T7" fmla="*/ 124 h 425"/>
                <a:gd name="T8" fmla="*/ 319 w 320"/>
                <a:gd name="T9" fmla="*/ 123 h 425"/>
                <a:gd name="T10" fmla="*/ 319 w 320"/>
                <a:gd name="T11" fmla="*/ 122 h 425"/>
                <a:gd name="T12" fmla="*/ 318 w 320"/>
                <a:gd name="T13" fmla="*/ 122 h 425"/>
                <a:gd name="T14" fmla="*/ 318 w 320"/>
                <a:gd name="T15" fmla="*/ 121 h 425"/>
                <a:gd name="T16" fmla="*/ 213 w 320"/>
                <a:gd name="T17" fmla="*/ 3 h 425"/>
                <a:gd name="T18" fmla="*/ 213 w 320"/>
                <a:gd name="T19" fmla="*/ 3 h 425"/>
                <a:gd name="T20" fmla="*/ 212 w 320"/>
                <a:gd name="T21" fmla="*/ 2 h 425"/>
                <a:gd name="T22" fmla="*/ 212 w 320"/>
                <a:gd name="T23" fmla="*/ 1 h 425"/>
                <a:gd name="T24" fmla="*/ 211 w 320"/>
                <a:gd name="T25" fmla="*/ 1 h 425"/>
                <a:gd name="T26" fmla="*/ 210 w 320"/>
                <a:gd name="T27" fmla="*/ 0 h 425"/>
                <a:gd name="T28" fmla="*/ 210 w 320"/>
                <a:gd name="T29" fmla="*/ 0 h 425"/>
                <a:gd name="T30" fmla="*/ 208 w 320"/>
                <a:gd name="T31" fmla="*/ 0 h 425"/>
                <a:gd name="T32" fmla="*/ 208 w 320"/>
                <a:gd name="T33" fmla="*/ 0 h 425"/>
                <a:gd name="T34" fmla="*/ 206 w 320"/>
                <a:gd name="T35" fmla="*/ 0 h 425"/>
                <a:gd name="T36" fmla="*/ 206 w 320"/>
                <a:gd name="T37" fmla="*/ 0 h 425"/>
                <a:gd name="T38" fmla="*/ 23 w 320"/>
                <a:gd name="T39" fmla="*/ 0 h 425"/>
                <a:gd name="T40" fmla="*/ 0 w 320"/>
                <a:gd name="T41" fmla="*/ 22 h 425"/>
                <a:gd name="T42" fmla="*/ 0 w 320"/>
                <a:gd name="T43" fmla="*/ 402 h 425"/>
                <a:gd name="T44" fmla="*/ 23 w 320"/>
                <a:gd name="T45" fmla="*/ 425 h 425"/>
                <a:gd name="T46" fmla="*/ 298 w 320"/>
                <a:gd name="T47" fmla="*/ 425 h 425"/>
                <a:gd name="T48" fmla="*/ 320 w 320"/>
                <a:gd name="T49" fmla="*/ 402 h 425"/>
                <a:gd name="T50" fmla="*/ 320 w 320"/>
                <a:gd name="T51" fmla="*/ 127 h 425"/>
                <a:gd name="T52" fmla="*/ 320 w 320"/>
                <a:gd name="T53" fmla="*/ 127 h 425"/>
                <a:gd name="T54" fmla="*/ 215 w 320"/>
                <a:gd name="T55" fmla="*/ 34 h 425"/>
                <a:gd name="T56" fmla="*/ 290 w 320"/>
                <a:gd name="T57" fmla="*/ 118 h 425"/>
                <a:gd name="T58" fmla="*/ 219 w 320"/>
                <a:gd name="T59" fmla="*/ 118 h 425"/>
                <a:gd name="T60" fmla="*/ 215 w 320"/>
                <a:gd name="T61" fmla="*/ 111 h 425"/>
                <a:gd name="T62" fmla="*/ 215 w 320"/>
                <a:gd name="T63" fmla="*/ 34 h 425"/>
                <a:gd name="T64" fmla="*/ 298 w 320"/>
                <a:gd name="T65" fmla="*/ 406 h 425"/>
                <a:gd name="T66" fmla="*/ 23 w 320"/>
                <a:gd name="T67" fmla="*/ 406 h 425"/>
                <a:gd name="T68" fmla="*/ 19 w 320"/>
                <a:gd name="T69" fmla="*/ 402 h 425"/>
                <a:gd name="T70" fmla="*/ 19 w 320"/>
                <a:gd name="T71" fmla="*/ 22 h 425"/>
                <a:gd name="T72" fmla="*/ 23 w 320"/>
                <a:gd name="T73" fmla="*/ 18 h 425"/>
                <a:gd name="T74" fmla="*/ 197 w 320"/>
                <a:gd name="T75" fmla="*/ 18 h 425"/>
                <a:gd name="T76" fmla="*/ 197 w 320"/>
                <a:gd name="T77" fmla="*/ 111 h 425"/>
                <a:gd name="T78" fmla="*/ 219 w 320"/>
                <a:gd name="T79" fmla="*/ 136 h 425"/>
                <a:gd name="T80" fmla="*/ 302 w 320"/>
                <a:gd name="T81" fmla="*/ 136 h 425"/>
                <a:gd name="T82" fmla="*/ 302 w 320"/>
                <a:gd name="T83" fmla="*/ 402 h 425"/>
                <a:gd name="T84" fmla="*/ 298 w 320"/>
                <a:gd name="T85" fmla="*/ 406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20" h="425">
                  <a:moveTo>
                    <a:pt x="320" y="127"/>
                  </a:moveTo>
                  <a:cubicBezTo>
                    <a:pt x="320" y="126"/>
                    <a:pt x="320" y="126"/>
                    <a:pt x="320" y="125"/>
                  </a:cubicBezTo>
                  <a:cubicBezTo>
                    <a:pt x="320" y="125"/>
                    <a:pt x="320" y="125"/>
                    <a:pt x="320" y="125"/>
                  </a:cubicBezTo>
                  <a:cubicBezTo>
                    <a:pt x="320" y="124"/>
                    <a:pt x="320" y="124"/>
                    <a:pt x="320" y="124"/>
                  </a:cubicBezTo>
                  <a:cubicBezTo>
                    <a:pt x="320" y="123"/>
                    <a:pt x="319" y="123"/>
                    <a:pt x="319" y="123"/>
                  </a:cubicBezTo>
                  <a:cubicBezTo>
                    <a:pt x="319" y="123"/>
                    <a:pt x="319" y="122"/>
                    <a:pt x="319" y="122"/>
                  </a:cubicBezTo>
                  <a:cubicBezTo>
                    <a:pt x="319" y="122"/>
                    <a:pt x="319" y="122"/>
                    <a:pt x="318" y="122"/>
                  </a:cubicBezTo>
                  <a:cubicBezTo>
                    <a:pt x="318" y="121"/>
                    <a:pt x="318" y="121"/>
                    <a:pt x="318" y="121"/>
                  </a:cubicBezTo>
                  <a:cubicBezTo>
                    <a:pt x="213" y="3"/>
                    <a:pt x="213" y="3"/>
                    <a:pt x="213" y="3"/>
                  </a:cubicBezTo>
                  <a:cubicBezTo>
                    <a:pt x="213" y="3"/>
                    <a:pt x="213" y="3"/>
                    <a:pt x="213" y="3"/>
                  </a:cubicBezTo>
                  <a:cubicBezTo>
                    <a:pt x="213" y="2"/>
                    <a:pt x="213" y="2"/>
                    <a:pt x="212" y="2"/>
                  </a:cubicBezTo>
                  <a:cubicBezTo>
                    <a:pt x="212" y="2"/>
                    <a:pt x="212" y="2"/>
                    <a:pt x="212" y="1"/>
                  </a:cubicBezTo>
                  <a:cubicBezTo>
                    <a:pt x="211" y="1"/>
                    <a:pt x="211" y="1"/>
                    <a:pt x="211" y="1"/>
                  </a:cubicBezTo>
                  <a:cubicBezTo>
                    <a:pt x="211" y="1"/>
                    <a:pt x="210" y="1"/>
                    <a:pt x="210" y="0"/>
                  </a:cubicBezTo>
                  <a:cubicBezTo>
                    <a:pt x="210" y="0"/>
                    <a:pt x="210" y="0"/>
                    <a:pt x="210" y="0"/>
                  </a:cubicBezTo>
                  <a:cubicBezTo>
                    <a:pt x="209" y="0"/>
                    <a:pt x="209" y="0"/>
                    <a:pt x="208" y="0"/>
                  </a:cubicBezTo>
                  <a:cubicBezTo>
                    <a:pt x="208" y="0"/>
                    <a:pt x="208" y="0"/>
                    <a:pt x="208" y="0"/>
                  </a:cubicBezTo>
                  <a:cubicBezTo>
                    <a:pt x="207" y="0"/>
                    <a:pt x="207" y="0"/>
                    <a:pt x="206" y="0"/>
                  </a:cubicBezTo>
                  <a:cubicBezTo>
                    <a:pt x="206" y="0"/>
                    <a:pt x="206" y="0"/>
                    <a:pt x="20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10" y="0"/>
                    <a:pt x="0" y="10"/>
                    <a:pt x="0" y="22"/>
                  </a:cubicBezTo>
                  <a:cubicBezTo>
                    <a:pt x="0" y="402"/>
                    <a:pt x="0" y="402"/>
                    <a:pt x="0" y="402"/>
                  </a:cubicBezTo>
                  <a:cubicBezTo>
                    <a:pt x="0" y="414"/>
                    <a:pt x="10" y="425"/>
                    <a:pt x="23" y="425"/>
                  </a:cubicBezTo>
                  <a:cubicBezTo>
                    <a:pt x="298" y="425"/>
                    <a:pt x="298" y="425"/>
                    <a:pt x="298" y="425"/>
                  </a:cubicBezTo>
                  <a:cubicBezTo>
                    <a:pt x="310" y="425"/>
                    <a:pt x="320" y="414"/>
                    <a:pt x="320" y="402"/>
                  </a:cubicBezTo>
                  <a:cubicBezTo>
                    <a:pt x="320" y="127"/>
                    <a:pt x="320" y="127"/>
                    <a:pt x="320" y="127"/>
                  </a:cubicBezTo>
                  <a:cubicBezTo>
                    <a:pt x="320" y="127"/>
                    <a:pt x="320" y="127"/>
                    <a:pt x="320" y="127"/>
                  </a:cubicBezTo>
                  <a:close/>
                  <a:moveTo>
                    <a:pt x="215" y="34"/>
                  </a:moveTo>
                  <a:cubicBezTo>
                    <a:pt x="290" y="118"/>
                    <a:pt x="290" y="118"/>
                    <a:pt x="290" y="118"/>
                  </a:cubicBezTo>
                  <a:cubicBezTo>
                    <a:pt x="219" y="118"/>
                    <a:pt x="219" y="118"/>
                    <a:pt x="219" y="118"/>
                  </a:cubicBezTo>
                  <a:cubicBezTo>
                    <a:pt x="218" y="117"/>
                    <a:pt x="215" y="114"/>
                    <a:pt x="215" y="111"/>
                  </a:cubicBezTo>
                  <a:lnTo>
                    <a:pt x="215" y="34"/>
                  </a:lnTo>
                  <a:close/>
                  <a:moveTo>
                    <a:pt x="298" y="406"/>
                  </a:moveTo>
                  <a:cubicBezTo>
                    <a:pt x="23" y="406"/>
                    <a:pt x="23" y="406"/>
                    <a:pt x="23" y="406"/>
                  </a:cubicBezTo>
                  <a:cubicBezTo>
                    <a:pt x="20" y="406"/>
                    <a:pt x="19" y="404"/>
                    <a:pt x="19" y="402"/>
                  </a:cubicBezTo>
                  <a:cubicBezTo>
                    <a:pt x="19" y="22"/>
                    <a:pt x="19" y="22"/>
                    <a:pt x="19" y="22"/>
                  </a:cubicBezTo>
                  <a:cubicBezTo>
                    <a:pt x="19" y="20"/>
                    <a:pt x="21" y="18"/>
                    <a:pt x="23" y="18"/>
                  </a:cubicBezTo>
                  <a:cubicBezTo>
                    <a:pt x="197" y="18"/>
                    <a:pt x="197" y="18"/>
                    <a:pt x="197" y="18"/>
                  </a:cubicBezTo>
                  <a:cubicBezTo>
                    <a:pt x="197" y="111"/>
                    <a:pt x="197" y="111"/>
                    <a:pt x="197" y="111"/>
                  </a:cubicBezTo>
                  <a:cubicBezTo>
                    <a:pt x="197" y="123"/>
                    <a:pt x="206" y="136"/>
                    <a:pt x="219" y="136"/>
                  </a:cubicBezTo>
                  <a:cubicBezTo>
                    <a:pt x="302" y="136"/>
                    <a:pt x="302" y="136"/>
                    <a:pt x="302" y="136"/>
                  </a:cubicBezTo>
                  <a:cubicBezTo>
                    <a:pt x="302" y="402"/>
                    <a:pt x="302" y="402"/>
                    <a:pt x="302" y="402"/>
                  </a:cubicBezTo>
                  <a:cubicBezTo>
                    <a:pt x="302" y="404"/>
                    <a:pt x="300" y="406"/>
                    <a:pt x="298" y="406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5" name="Freeform 20"/>
            <p:cNvSpPr>
              <a:spLocks/>
            </p:cNvSpPr>
            <p:nvPr/>
          </p:nvSpPr>
          <p:spPr bwMode="auto">
            <a:xfrm>
              <a:off x="4772026" y="1173163"/>
              <a:ext cx="188913" cy="19050"/>
            </a:xfrm>
            <a:custGeom>
              <a:avLst/>
              <a:gdLst>
                <a:gd name="T0" fmla="*/ 179 w 189"/>
                <a:gd name="T1" fmla="*/ 0 h 19"/>
                <a:gd name="T2" fmla="*/ 9 w 189"/>
                <a:gd name="T3" fmla="*/ 0 h 19"/>
                <a:gd name="T4" fmla="*/ 0 w 189"/>
                <a:gd name="T5" fmla="*/ 9 h 19"/>
                <a:gd name="T6" fmla="*/ 9 w 189"/>
                <a:gd name="T7" fmla="*/ 19 h 19"/>
                <a:gd name="T8" fmla="*/ 179 w 189"/>
                <a:gd name="T9" fmla="*/ 19 h 19"/>
                <a:gd name="T10" fmla="*/ 189 w 189"/>
                <a:gd name="T11" fmla="*/ 9 h 19"/>
                <a:gd name="T12" fmla="*/ 179 w 189"/>
                <a:gd name="T1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9" h="19">
                  <a:moveTo>
                    <a:pt x="179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5"/>
                    <a:pt x="4" y="19"/>
                    <a:pt x="9" y="19"/>
                  </a:cubicBezTo>
                  <a:cubicBezTo>
                    <a:pt x="179" y="19"/>
                    <a:pt x="179" y="19"/>
                    <a:pt x="179" y="19"/>
                  </a:cubicBezTo>
                  <a:cubicBezTo>
                    <a:pt x="185" y="19"/>
                    <a:pt x="189" y="15"/>
                    <a:pt x="189" y="9"/>
                  </a:cubicBezTo>
                  <a:cubicBezTo>
                    <a:pt x="189" y="4"/>
                    <a:pt x="185" y="0"/>
                    <a:pt x="17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6" name="Freeform 21"/>
            <p:cNvSpPr>
              <a:spLocks/>
            </p:cNvSpPr>
            <p:nvPr/>
          </p:nvSpPr>
          <p:spPr bwMode="auto">
            <a:xfrm>
              <a:off x="4772026" y="1225551"/>
              <a:ext cx="188913" cy="19050"/>
            </a:xfrm>
            <a:custGeom>
              <a:avLst/>
              <a:gdLst>
                <a:gd name="T0" fmla="*/ 179 w 189"/>
                <a:gd name="T1" fmla="*/ 0 h 19"/>
                <a:gd name="T2" fmla="*/ 9 w 189"/>
                <a:gd name="T3" fmla="*/ 0 h 19"/>
                <a:gd name="T4" fmla="*/ 0 w 189"/>
                <a:gd name="T5" fmla="*/ 10 h 19"/>
                <a:gd name="T6" fmla="*/ 9 w 189"/>
                <a:gd name="T7" fmla="*/ 19 h 19"/>
                <a:gd name="T8" fmla="*/ 179 w 189"/>
                <a:gd name="T9" fmla="*/ 19 h 19"/>
                <a:gd name="T10" fmla="*/ 189 w 189"/>
                <a:gd name="T11" fmla="*/ 10 h 19"/>
                <a:gd name="T12" fmla="*/ 179 w 189"/>
                <a:gd name="T1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9" h="19">
                  <a:moveTo>
                    <a:pt x="179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15"/>
                    <a:pt x="4" y="19"/>
                    <a:pt x="9" y="19"/>
                  </a:cubicBezTo>
                  <a:cubicBezTo>
                    <a:pt x="179" y="19"/>
                    <a:pt x="179" y="19"/>
                    <a:pt x="179" y="19"/>
                  </a:cubicBezTo>
                  <a:cubicBezTo>
                    <a:pt x="185" y="19"/>
                    <a:pt x="189" y="15"/>
                    <a:pt x="189" y="10"/>
                  </a:cubicBezTo>
                  <a:cubicBezTo>
                    <a:pt x="189" y="5"/>
                    <a:pt x="185" y="0"/>
                    <a:pt x="17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7" name="Freeform 22"/>
            <p:cNvSpPr>
              <a:spLocks/>
            </p:cNvSpPr>
            <p:nvPr/>
          </p:nvSpPr>
          <p:spPr bwMode="auto">
            <a:xfrm>
              <a:off x="4772026" y="1122363"/>
              <a:ext cx="96838" cy="17463"/>
            </a:xfrm>
            <a:custGeom>
              <a:avLst/>
              <a:gdLst>
                <a:gd name="T0" fmla="*/ 9 w 97"/>
                <a:gd name="T1" fmla="*/ 18 h 18"/>
                <a:gd name="T2" fmla="*/ 88 w 97"/>
                <a:gd name="T3" fmla="*/ 18 h 18"/>
                <a:gd name="T4" fmla="*/ 97 w 97"/>
                <a:gd name="T5" fmla="*/ 9 h 18"/>
                <a:gd name="T6" fmla="*/ 88 w 97"/>
                <a:gd name="T7" fmla="*/ 0 h 18"/>
                <a:gd name="T8" fmla="*/ 9 w 97"/>
                <a:gd name="T9" fmla="*/ 0 h 18"/>
                <a:gd name="T10" fmla="*/ 0 w 97"/>
                <a:gd name="T11" fmla="*/ 9 h 18"/>
                <a:gd name="T12" fmla="*/ 9 w 97"/>
                <a:gd name="T13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7" h="18">
                  <a:moveTo>
                    <a:pt x="9" y="18"/>
                  </a:moveTo>
                  <a:cubicBezTo>
                    <a:pt x="88" y="18"/>
                    <a:pt x="88" y="18"/>
                    <a:pt x="88" y="18"/>
                  </a:cubicBezTo>
                  <a:cubicBezTo>
                    <a:pt x="93" y="18"/>
                    <a:pt x="97" y="14"/>
                    <a:pt x="97" y="9"/>
                  </a:cubicBezTo>
                  <a:cubicBezTo>
                    <a:pt x="97" y="4"/>
                    <a:pt x="93" y="0"/>
                    <a:pt x="88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4"/>
                    <a:pt x="4" y="18"/>
                    <a:pt x="9" y="1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8" name="Freeform 23"/>
            <p:cNvSpPr>
              <a:spLocks/>
            </p:cNvSpPr>
            <p:nvPr/>
          </p:nvSpPr>
          <p:spPr bwMode="auto">
            <a:xfrm>
              <a:off x="4772026" y="1277938"/>
              <a:ext cx="188913" cy="19050"/>
            </a:xfrm>
            <a:custGeom>
              <a:avLst/>
              <a:gdLst>
                <a:gd name="T0" fmla="*/ 179 w 189"/>
                <a:gd name="T1" fmla="*/ 0 h 19"/>
                <a:gd name="T2" fmla="*/ 9 w 189"/>
                <a:gd name="T3" fmla="*/ 0 h 19"/>
                <a:gd name="T4" fmla="*/ 0 w 189"/>
                <a:gd name="T5" fmla="*/ 9 h 19"/>
                <a:gd name="T6" fmla="*/ 9 w 189"/>
                <a:gd name="T7" fmla="*/ 19 h 19"/>
                <a:gd name="T8" fmla="*/ 179 w 189"/>
                <a:gd name="T9" fmla="*/ 19 h 19"/>
                <a:gd name="T10" fmla="*/ 189 w 189"/>
                <a:gd name="T11" fmla="*/ 9 h 19"/>
                <a:gd name="T12" fmla="*/ 179 w 189"/>
                <a:gd name="T1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9" h="19">
                  <a:moveTo>
                    <a:pt x="179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4"/>
                    <a:pt x="4" y="19"/>
                    <a:pt x="9" y="19"/>
                  </a:cubicBezTo>
                  <a:cubicBezTo>
                    <a:pt x="179" y="19"/>
                    <a:pt x="179" y="19"/>
                    <a:pt x="179" y="19"/>
                  </a:cubicBezTo>
                  <a:cubicBezTo>
                    <a:pt x="185" y="19"/>
                    <a:pt x="189" y="14"/>
                    <a:pt x="189" y="9"/>
                  </a:cubicBezTo>
                  <a:cubicBezTo>
                    <a:pt x="189" y="4"/>
                    <a:pt x="185" y="0"/>
                    <a:pt x="17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9" name="Freeform 24"/>
            <p:cNvSpPr>
              <a:spLocks/>
            </p:cNvSpPr>
            <p:nvPr/>
          </p:nvSpPr>
          <p:spPr bwMode="auto">
            <a:xfrm>
              <a:off x="4772026" y="1330326"/>
              <a:ext cx="188913" cy="19050"/>
            </a:xfrm>
            <a:custGeom>
              <a:avLst/>
              <a:gdLst>
                <a:gd name="T0" fmla="*/ 179 w 189"/>
                <a:gd name="T1" fmla="*/ 0 h 19"/>
                <a:gd name="T2" fmla="*/ 9 w 189"/>
                <a:gd name="T3" fmla="*/ 0 h 19"/>
                <a:gd name="T4" fmla="*/ 0 w 189"/>
                <a:gd name="T5" fmla="*/ 10 h 19"/>
                <a:gd name="T6" fmla="*/ 9 w 189"/>
                <a:gd name="T7" fmla="*/ 19 h 19"/>
                <a:gd name="T8" fmla="*/ 179 w 189"/>
                <a:gd name="T9" fmla="*/ 19 h 19"/>
                <a:gd name="T10" fmla="*/ 189 w 189"/>
                <a:gd name="T11" fmla="*/ 10 h 19"/>
                <a:gd name="T12" fmla="*/ 179 w 189"/>
                <a:gd name="T1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9" h="19">
                  <a:moveTo>
                    <a:pt x="179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15"/>
                    <a:pt x="4" y="19"/>
                    <a:pt x="9" y="19"/>
                  </a:cubicBezTo>
                  <a:cubicBezTo>
                    <a:pt x="179" y="19"/>
                    <a:pt x="179" y="19"/>
                    <a:pt x="179" y="19"/>
                  </a:cubicBezTo>
                  <a:cubicBezTo>
                    <a:pt x="185" y="19"/>
                    <a:pt x="189" y="15"/>
                    <a:pt x="189" y="10"/>
                  </a:cubicBezTo>
                  <a:cubicBezTo>
                    <a:pt x="189" y="4"/>
                    <a:pt x="185" y="0"/>
                    <a:pt x="17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70" name="Group 269"/>
          <p:cNvGrpSpPr/>
          <p:nvPr/>
        </p:nvGrpSpPr>
        <p:grpSpPr>
          <a:xfrm>
            <a:off x="7440085" y="1339852"/>
            <a:ext cx="599016" cy="563033"/>
            <a:chOff x="5580064" y="1004888"/>
            <a:chExt cx="449262" cy="422275"/>
          </a:xfrm>
          <a:solidFill>
            <a:schemeClr val="accent1"/>
          </a:solidFill>
        </p:grpSpPr>
        <p:sp>
          <p:nvSpPr>
            <p:cNvPr id="60" name="Freeform 25"/>
            <p:cNvSpPr>
              <a:spLocks noEditPoints="1"/>
            </p:cNvSpPr>
            <p:nvPr/>
          </p:nvSpPr>
          <p:spPr bwMode="auto">
            <a:xfrm>
              <a:off x="5580064" y="1004888"/>
              <a:ext cx="280988" cy="369888"/>
            </a:xfrm>
            <a:custGeom>
              <a:avLst/>
              <a:gdLst>
                <a:gd name="T0" fmla="*/ 281 w 281"/>
                <a:gd name="T1" fmla="*/ 350 h 372"/>
                <a:gd name="T2" fmla="*/ 281 w 281"/>
                <a:gd name="T3" fmla="*/ 101 h 372"/>
                <a:gd name="T4" fmla="*/ 281 w 281"/>
                <a:gd name="T5" fmla="*/ 101 h 372"/>
                <a:gd name="T6" fmla="*/ 281 w 281"/>
                <a:gd name="T7" fmla="*/ 99 h 372"/>
                <a:gd name="T8" fmla="*/ 281 w 281"/>
                <a:gd name="T9" fmla="*/ 99 h 372"/>
                <a:gd name="T10" fmla="*/ 280 w 281"/>
                <a:gd name="T11" fmla="*/ 97 h 372"/>
                <a:gd name="T12" fmla="*/ 280 w 281"/>
                <a:gd name="T13" fmla="*/ 97 h 372"/>
                <a:gd name="T14" fmla="*/ 279 w 281"/>
                <a:gd name="T15" fmla="*/ 96 h 372"/>
                <a:gd name="T16" fmla="*/ 279 w 281"/>
                <a:gd name="T17" fmla="*/ 95 h 372"/>
                <a:gd name="T18" fmla="*/ 278 w 281"/>
                <a:gd name="T19" fmla="*/ 94 h 372"/>
                <a:gd name="T20" fmla="*/ 186 w 281"/>
                <a:gd name="T21" fmla="*/ 2 h 372"/>
                <a:gd name="T22" fmla="*/ 185 w 281"/>
                <a:gd name="T23" fmla="*/ 1 h 372"/>
                <a:gd name="T24" fmla="*/ 185 w 281"/>
                <a:gd name="T25" fmla="*/ 1 h 372"/>
                <a:gd name="T26" fmla="*/ 184 w 281"/>
                <a:gd name="T27" fmla="*/ 1 h 372"/>
                <a:gd name="T28" fmla="*/ 183 w 281"/>
                <a:gd name="T29" fmla="*/ 0 h 372"/>
                <a:gd name="T30" fmla="*/ 182 w 281"/>
                <a:gd name="T31" fmla="*/ 0 h 372"/>
                <a:gd name="T32" fmla="*/ 182 w 281"/>
                <a:gd name="T33" fmla="*/ 0 h 372"/>
                <a:gd name="T34" fmla="*/ 180 w 281"/>
                <a:gd name="T35" fmla="*/ 0 h 372"/>
                <a:gd name="T36" fmla="*/ 180 w 281"/>
                <a:gd name="T37" fmla="*/ 0 h 372"/>
                <a:gd name="T38" fmla="*/ 23 w 281"/>
                <a:gd name="T39" fmla="*/ 0 h 372"/>
                <a:gd name="T40" fmla="*/ 0 w 281"/>
                <a:gd name="T41" fmla="*/ 22 h 372"/>
                <a:gd name="T42" fmla="*/ 0 w 281"/>
                <a:gd name="T43" fmla="*/ 350 h 372"/>
                <a:gd name="T44" fmla="*/ 23 w 281"/>
                <a:gd name="T45" fmla="*/ 372 h 372"/>
                <a:gd name="T46" fmla="*/ 258 w 281"/>
                <a:gd name="T47" fmla="*/ 372 h 372"/>
                <a:gd name="T48" fmla="*/ 281 w 281"/>
                <a:gd name="T49" fmla="*/ 350 h 372"/>
                <a:gd name="T50" fmla="*/ 189 w 281"/>
                <a:gd name="T51" fmla="*/ 32 h 372"/>
                <a:gd name="T52" fmla="*/ 249 w 281"/>
                <a:gd name="T53" fmla="*/ 91 h 372"/>
                <a:gd name="T54" fmla="*/ 193 w 281"/>
                <a:gd name="T55" fmla="*/ 91 h 372"/>
                <a:gd name="T56" fmla="*/ 189 w 281"/>
                <a:gd name="T57" fmla="*/ 88 h 372"/>
                <a:gd name="T58" fmla="*/ 189 w 281"/>
                <a:gd name="T59" fmla="*/ 32 h 372"/>
                <a:gd name="T60" fmla="*/ 19 w 281"/>
                <a:gd name="T61" fmla="*/ 350 h 372"/>
                <a:gd name="T62" fmla="*/ 19 w 281"/>
                <a:gd name="T63" fmla="*/ 22 h 372"/>
                <a:gd name="T64" fmla="*/ 23 w 281"/>
                <a:gd name="T65" fmla="*/ 18 h 372"/>
                <a:gd name="T66" fmla="*/ 170 w 281"/>
                <a:gd name="T67" fmla="*/ 18 h 372"/>
                <a:gd name="T68" fmla="*/ 170 w 281"/>
                <a:gd name="T69" fmla="*/ 88 h 372"/>
                <a:gd name="T70" fmla="*/ 193 w 281"/>
                <a:gd name="T71" fmla="*/ 110 h 372"/>
                <a:gd name="T72" fmla="*/ 262 w 281"/>
                <a:gd name="T73" fmla="*/ 110 h 372"/>
                <a:gd name="T74" fmla="*/ 262 w 281"/>
                <a:gd name="T75" fmla="*/ 350 h 372"/>
                <a:gd name="T76" fmla="*/ 258 w 281"/>
                <a:gd name="T77" fmla="*/ 353 h 372"/>
                <a:gd name="T78" fmla="*/ 23 w 281"/>
                <a:gd name="T79" fmla="*/ 353 h 372"/>
                <a:gd name="T80" fmla="*/ 19 w 281"/>
                <a:gd name="T81" fmla="*/ 350 h 3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81" h="372">
                  <a:moveTo>
                    <a:pt x="281" y="350"/>
                  </a:moveTo>
                  <a:cubicBezTo>
                    <a:pt x="281" y="101"/>
                    <a:pt x="281" y="101"/>
                    <a:pt x="281" y="101"/>
                  </a:cubicBezTo>
                  <a:cubicBezTo>
                    <a:pt x="281" y="101"/>
                    <a:pt x="281" y="101"/>
                    <a:pt x="281" y="101"/>
                  </a:cubicBezTo>
                  <a:cubicBezTo>
                    <a:pt x="281" y="100"/>
                    <a:pt x="281" y="99"/>
                    <a:pt x="281" y="99"/>
                  </a:cubicBezTo>
                  <a:cubicBezTo>
                    <a:pt x="281" y="99"/>
                    <a:pt x="281" y="99"/>
                    <a:pt x="281" y="99"/>
                  </a:cubicBezTo>
                  <a:cubicBezTo>
                    <a:pt x="280" y="98"/>
                    <a:pt x="280" y="98"/>
                    <a:pt x="280" y="97"/>
                  </a:cubicBezTo>
                  <a:cubicBezTo>
                    <a:pt x="280" y="97"/>
                    <a:pt x="280" y="97"/>
                    <a:pt x="280" y="97"/>
                  </a:cubicBezTo>
                  <a:cubicBezTo>
                    <a:pt x="280" y="96"/>
                    <a:pt x="280" y="96"/>
                    <a:pt x="279" y="96"/>
                  </a:cubicBezTo>
                  <a:cubicBezTo>
                    <a:pt x="279" y="96"/>
                    <a:pt x="279" y="95"/>
                    <a:pt x="279" y="95"/>
                  </a:cubicBezTo>
                  <a:cubicBezTo>
                    <a:pt x="279" y="95"/>
                    <a:pt x="278" y="94"/>
                    <a:pt x="278" y="94"/>
                  </a:cubicBezTo>
                  <a:cubicBezTo>
                    <a:pt x="186" y="2"/>
                    <a:pt x="186" y="2"/>
                    <a:pt x="186" y="2"/>
                  </a:cubicBezTo>
                  <a:cubicBezTo>
                    <a:pt x="186" y="2"/>
                    <a:pt x="185" y="2"/>
                    <a:pt x="185" y="1"/>
                  </a:cubicBezTo>
                  <a:cubicBezTo>
                    <a:pt x="185" y="1"/>
                    <a:pt x="185" y="1"/>
                    <a:pt x="185" y="1"/>
                  </a:cubicBezTo>
                  <a:cubicBezTo>
                    <a:pt x="184" y="1"/>
                    <a:pt x="184" y="1"/>
                    <a:pt x="184" y="1"/>
                  </a:cubicBezTo>
                  <a:cubicBezTo>
                    <a:pt x="183" y="0"/>
                    <a:pt x="183" y="0"/>
                    <a:pt x="183" y="0"/>
                  </a:cubicBezTo>
                  <a:cubicBezTo>
                    <a:pt x="183" y="0"/>
                    <a:pt x="182" y="0"/>
                    <a:pt x="182" y="0"/>
                  </a:cubicBezTo>
                  <a:cubicBezTo>
                    <a:pt x="182" y="0"/>
                    <a:pt x="182" y="0"/>
                    <a:pt x="182" y="0"/>
                  </a:cubicBezTo>
                  <a:cubicBezTo>
                    <a:pt x="181" y="0"/>
                    <a:pt x="180" y="0"/>
                    <a:pt x="180" y="0"/>
                  </a:cubicBezTo>
                  <a:cubicBezTo>
                    <a:pt x="180" y="0"/>
                    <a:pt x="180" y="0"/>
                    <a:pt x="180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10" y="0"/>
                    <a:pt x="0" y="10"/>
                    <a:pt x="0" y="22"/>
                  </a:cubicBezTo>
                  <a:cubicBezTo>
                    <a:pt x="0" y="350"/>
                    <a:pt x="0" y="350"/>
                    <a:pt x="0" y="350"/>
                  </a:cubicBezTo>
                  <a:cubicBezTo>
                    <a:pt x="0" y="362"/>
                    <a:pt x="10" y="372"/>
                    <a:pt x="23" y="372"/>
                  </a:cubicBezTo>
                  <a:cubicBezTo>
                    <a:pt x="258" y="372"/>
                    <a:pt x="258" y="372"/>
                    <a:pt x="258" y="372"/>
                  </a:cubicBezTo>
                  <a:cubicBezTo>
                    <a:pt x="271" y="372"/>
                    <a:pt x="281" y="362"/>
                    <a:pt x="281" y="350"/>
                  </a:cubicBezTo>
                  <a:close/>
                  <a:moveTo>
                    <a:pt x="189" y="32"/>
                  </a:moveTo>
                  <a:cubicBezTo>
                    <a:pt x="249" y="91"/>
                    <a:pt x="249" y="91"/>
                    <a:pt x="249" y="91"/>
                  </a:cubicBezTo>
                  <a:cubicBezTo>
                    <a:pt x="193" y="91"/>
                    <a:pt x="193" y="91"/>
                    <a:pt x="193" y="91"/>
                  </a:cubicBezTo>
                  <a:cubicBezTo>
                    <a:pt x="191" y="91"/>
                    <a:pt x="189" y="90"/>
                    <a:pt x="189" y="88"/>
                  </a:cubicBezTo>
                  <a:lnTo>
                    <a:pt x="189" y="32"/>
                  </a:lnTo>
                  <a:close/>
                  <a:moveTo>
                    <a:pt x="19" y="350"/>
                  </a:moveTo>
                  <a:cubicBezTo>
                    <a:pt x="19" y="22"/>
                    <a:pt x="19" y="22"/>
                    <a:pt x="19" y="22"/>
                  </a:cubicBezTo>
                  <a:cubicBezTo>
                    <a:pt x="19" y="20"/>
                    <a:pt x="20" y="18"/>
                    <a:pt x="23" y="18"/>
                  </a:cubicBezTo>
                  <a:cubicBezTo>
                    <a:pt x="170" y="18"/>
                    <a:pt x="170" y="18"/>
                    <a:pt x="170" y="18"/>
                  </a:cubicBezTo>
                  <a:cubicBezTo>
                    <a:pt x="170" y="88"/>
                    <a:pt x="170" y="88"/>
                    <a:pt x="170" y="88"/>
                  </a:cubicBezTo>
                  <a:cubicBezTo>
                    <a:pt x="170" y="100"/>
                    <a:pt x="180" y="110"/>
                    <a:pt x="193" y="110"/>
                  </a:cubicBezTo>
                  <a:cubicBezTo>
                    <a:pt x="262" y="110"/>
                    <a:pt x="262" y="110"/>
                    <a:pt x="262" y="110"/>
                  </a:cubicBezTo>
                  <a:cubicBezTo>
                    <a:pt x="262" y="350"/>
                    <a:pt x="262" y="350"/>
                    <a:pt x="262" y="350"/>
                  </a:cubicBezTo>
                  <a:cubicBezTo>
                    <a:pt x="262" y="352"/>
                    <a:pt x="260" y="353"/>
                    <a:pt x="258" y="353"/>
                  </a:cubicBezTo>
                  <a:cubicBezTo>
                    <a:pt x="23" y="353"/>
                    <a:pt x="23" y="353"/>
                    <a:pt x="23" y="353"/>
                  </a:cubicBezTo>
                  <a:cubicBezTo>
                    <a:pt x="20" y="353"/>
                    <a:pt x="19" y="352"/>
                    <a:pt x="19" y="35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1" name="Freeform 26"/>
            <p:cNvSpPr>
              <a:spLocks/>
            </p:cNvSpPr>
            <p:nvPr/>
          </p:nvSpPr>
          <p:spPr bwMode="auto">
            <a:xfrm>
              <a:off x="5632451" y="1147763"/>
              <a:ext cx="174625" cy="17463"/>
            </a:xfrm>
            <a:custGeom>
              <a:avLst/>
              <a:gdLst>
                <a:gd name="T0" fmla="*/ 167 w 176"/>
                <a:gd name="T1" fmla="*/ 0 h 18"/>
                <a:gd name="T2" fmla="*/ 10 w 176"/>
                <a:gd name="T3" fmla="*/ 0 h 18"/>
                <a:gd name="T4" fmla="*/ 0 w 176"/>
                <a:gd name="T5" fmla="*/ 9 h 18"/>
                <a:gd name="T6" fmla="*/ 10 w 176"/>
                <a:gd name="T7" fmla="*/ 18 h 18"/>
                <a:gd name="T8" fmla="*/ 167 w 176"/>
                <a:gd name="T9" fmla="*/ 18 h 18"/>
                <a:gd name="T10" fmla="*/ 176 w 176"/>
                <a:gd name="T11" fmla="*/ 9 h 18"/>
                <a:gd name="T12" fmla="*/ 167 w 176"/>
                <a:gd name="T13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6" h="18">
                  <a:moveTo>
                    <a:pt x="167" y="0"/>
                  </a:moveTo>
                  <a:cubicBezTo>
                    <a:pt x="10" y="0"/>
                    <a:pt x="10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4"/>
                    <a:pt x="5" y="18"/>
                    <a:pt x="10" y="18"/>
                  </a:cubicBezTo>
                  <a:cubicBezTo>
                    <a:pt x="167" y="18"/>
                    <a:pt x="167" y="18"/>
                    <a:pt x="167" y="18"/>
                  </a:cubicBezTo>
                  <a:cubicBezTo>
                    <a:pt x="172" y="18"/>
                    <a:pt x="176" y="14"/>
                    <a:pt x="176" y="9"/>
                  </a:cubicBezTo>
                  <a:cubicBezTo>
                    <a:pt x="176" y="4"/>
                    <a:pt x="172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2" name="Freeform 27"/>
            <p:cNvSpPr>
              <a:spLocks/>
            </p:cNvSpPr>
            <p:nvPr/>
          </p:nvSpPr>
          <p:spPr bwMode="auto">
            <a:xfrm>
              <a:off x="5632451" y="1200151"/>
              <a:ext cx="174625" cy="17463"/>
            </a:xfrm>
            <a:custGeom>
              <a:avLst/>
              <a:gdLst>
                <a:gd name="T0" fmla="*/ 167 w 176"/>
                <a:gd name="T1" fmla="*/ 0 h 19"/>
                <a:gd name="T2" fmla="*/ 10 w 176"/>
                <a:gd name="T3" fmla="*/ 0 h 19"/>
                <a:gd name="T4" fmla="*/ 0 w 176"/>
                <a:gd name="T5" fmla="*/ 10 h 19"/>
                <a:gd name="T6" fmla="*/ 10 w 176"/>
                <a:gd name="T7" fmla="*/ 19 h 19"/>
                <a:gd name="T8" fmla="*/ 167 w 176"/>
                <a:gd name="T9" fmla="*/ 19 h 19"/>
                <a:gd name="T10" fmla="*/ 176 w 176"/>
                <a:gd name="T11" fmla="*/ 10 h 19"/>
                <a:gd name="T12" fmla="*/ 167 w 176"/>
                <a:gd name="T1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6" h="19">
                  <a:moveTo>
                    <a:pt x="167" y="0"/>
                  </a:moveTo>
                  <a:cubicBezTo>
                    <a:pt x="10" y="0"/>
                    <a:pt x="10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15"/>
                    <a:pt x="5" y="19"/>
                    <a:pt x="10" y="19"/>
                  </a:cubicBezTo>
                  <a:cubicBezTo>
                    <a:pt x="167" y="19"/>
                    <a:pt x="167" y="19"/>
                    <a:pt x="167" y="19"/>
                  </a:cubicBezTo>
                  <a:cubicBezTo>
                    <a:pt x="172" y="19"/>
                    <a:pt x="176" y="15"/>
                    <a:pt x="176" y="10"/>
                  </a:cubicBezTo>
                  <a:cubicBezTo>
                    <a:pt x="176" y="4"/>
                    <a:pt x="172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3" name="Freeform 28"/>
            <p:cNvSpPr>
              <a:spLocks/>
            </p:cNvSpPr>
            <p:nvPr/>
          </p:nvSpPr>
          <p:spPr bwMode="auto">
            <a:xfrm>
              <a:off x="5632451" y="1095376"/>
              <a:ext cx="84138" cy="19050"/>
            </a:xfrm>
            <a:custGeom>
              <a:avLst/>
              <a:gdLst>
                <a:gd name="T0" fmla="*/ 10 w 85"/>
                <a:gd name="T1" fmla="*/ 19 h 19"/>
                <a:gd name="T2" fmla="*/ 75 w 85"/>
                <a:gd name="T3" fmla="*/ 19 h 19"/>
                <a:gd name="T4" fmla="*/ 85 w 85"/>
                <a:gd name="T5" fmla="*/ 10 h 19"/>
                <a:gd name="T6" fmla="*/ 75 w 85"/>
                <a:gd name="T7" fmla="*/ 0 h 19"/>
                <a:gd name="T8" fmla="*/ 10 w 85"/>
                <a:gd name="T9" fmla="*/ 0 h 19"/>
                <a:gd name="T10" fmla="*/ 0 w 85"/>
                <a:gd name="T11" fmla="*/ 10 h 19"/>
                <a:gd name="T12" fmla="*/ 10 w 85"/>
                <a:gd name="T13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5" h="19">
                  <a:moveTo>
                    <a:pt x="10" y="19"/>
                  </a:moveTo>
                  <a:cubicBezTo>
                    <a:pt x="75" y="19"/>
                    <a:pt x="75" y="19"/>
                    <a:pt x="75" y="19"/>
                  </a:cubicBezTo>
                  <a:cubicBezTo>
                    <a:pt x="80" y="19"/>
                    <a:pt x="85" y="15"/>
                    <a:pt x="85" y="10"/>
                  </a:cubicBezTo>
                  <a:cubicBezTo>
                    <a:pt x="85" y="5"/>
                    <a:pt x="80" y="0"/>
                    <a:pt x="75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5" y="0"/>
                    <a:pt x="0" y="5"/>
                    <a:pt x="0" y="10"/>
                  </a:cubicBezTo>
                  <a:cubicBezTo>
                    <a:pt x="0" y="15"/>
                    <a:pt x="5" y="19"/>
                    <a:pt x="10" y="19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4" name="Freeform 29"/>
            <p:cNvSpPr>
              <a:spLocks/>
            </p:cNvSpPr>
            <p:nvPr/>
          </p:nvSpPr>
          <p:spPr bwMode="auto">
            <a:xfrm>
              <a:off x="5632451" y="1252538"/>
              <a:ext cx="174625" cy="17463"/>
            </a:xfrm>
            <a:custGeom>
              <a:avLst/>
              <a:gdLst>
                <a:gd name="T0" fmla="*/ 167 w 176"/>
                <a:gd name="T1" fmla="*/ 0 h 18"/>
                <a:gd name="T2" fmla="*/ 10 w 176"/>
                <a:gd name="T3" fmla="*/ 0 h 18"/>
                <a:gd name="T4" fmla="*/ 0 w 176"/>
                <a:gd name="T5" fmla="*/ 9 h 18"/>
                <a:gd name="T6" fmla="*/ 10 w 176"/>
                <a:gd name="T7" fmla="*/ 18 h 18"/>
                <a:gd name="T8" fmla="*/ 167 w 176"/>
                <a:gd name="T9" fmla="*/ 18 h 18"/>
                <a:gd name="T10" fmla="*/ 176 w 176"/>
                <a:gd name="T11" fmla="*/ 9 h 18"/>
                <a:gd name="T12" fmla="*/ 167 w 176"/>
                <a:gd name="T13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6" h="18">
                  <a:moveTo>
                    <a:pt x="167" y="0"/>
                  </a:moveTo>
                  <a:cubicBezTo>
                    <a:pt x="10" y="0"/>
                    <a:pt x="10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4"/>
                    <a:pt x="5" y="18"/>
                    <a:pt x="10" y="18"/>
                  </a:cubicBezTo>
                  <a:cubicBezTo>
                    <a:pt x="167" y="18"/>
                    <a:pt x="167" y="18"/>
                    <a:pt x="167" y="18"/>
                  </a:cubicBezTo>
                  <a:cubicBezTo>
                    <a:pt x="172" y="18"/>
                    <a:pt x="176" y="14"/>
                    <a:pt x="176" y="9"/>
                  </a:cubicBezTo>
                  <a:cubicBezTo>
                    <a:pt x="176" y="4"/>
                    <a:pt x="172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5" name="Freeform 30"/>
            <p:cNvSpPr>
              <a:spLocks/>
            </p:cNvSpPr>
            <p:nvPr/>
          </p:nvSpPr>
          <p:spPr bwMode="auto">
            <a:xfrm>
              <a:off x="5632451" y="1303338"/>
              <a:ext cx="174625" cy="19050"/>
            </a:xfrm>
            <a:custGeom>
              <a:avLst/>
              <a:gdLst>
                <a:gd name="T0" fmla="*/ 167 w 176"/>
                <a:gd name="T1" fmla="*/ 0 h 19"/>
                <a:gd name="T2" fmla="*/ 10 w 176"/>
                <a:gd name="T3" fmla="*/ 0 h 19"/>
                <a:gd name="T4" fmla="*/ 0 w 176"/>
                <a:gd name="T5" fmla="*/ 9 h 19"/>
                <a:gd name="T6" fmla="*/ 10 w 176"/>
                <a:gd name="T7" fmla="*/ 19 h 19"/>
                <a:gd name="T8" fmla="*/ 167 w 176"/>
                <a:gd name="T9" fmla="*/ 19 h 19"/>
                <a:gd name="T10" fmla="*/ 176 w 176"/>
                <a:gd name="T11" fmla="*/ 9 h 19"/>
                <a:gd name="T12" fmla="*/ 167 w 176"/>
                <a:gd name="T1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6" h="19">
                  <a:moveTo>
                    <a:pt x="167" y="0"/>
                  </a:moveTo>
                  <a:cubicBezTo>
                    <a:pt x="10" y="0"/>
                    <a:pt x="10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5"/>
                    <a:pt x="5" y="19"/>
                    <a:pt x="10" y="19"/>
                  </a:cubicBezTo>
                  <a:cubicBezTo>
                    <a:pt x="167" y="19"/>
                    <a:pt x="167" y="19"/>
                    <a:pt x="167" y="19"/>
                  </a:cubicBezTo>
                  <a:cubicBezTo>
                    <a:pt x="172" y="19"/>
                    <a:pt x="176" y="15"/>
                    <a:pt x="176" y="9"/>
                  </a:cubicBezTo>
                  <a:cubicBezTo>
                    <a:pt x="176" y="4"/>
                    <a:pt x="172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6" name="Freeform 31"/>
            <p:cNvSpPr>
              <a:spLocks noEditPoints="1"/>
            </p:cNvSpPr>
            <p:nvPr/>
          </p:nvSpPr>
          <p:spPr bwMode="auto">
            <a:xfrm>
              <a:off x="5749926" y="1055688"/>
              <a:ext cx="279400" cy="371475"/>
            </a:xfrm>
            <a:custGeom>
              <a:avLst/>
              <a:gdLst>
                <a:gd name="T0" fmla="*/ 281 w 281"/>
                <a:gd name="T1" fmla="*/ 101 h 373"/>
                <a:gd name="T2" fmla="*/ 281 w 281"/>
                <a:gd name="T3" fmla="*/ 99 h 373"/>
                <a:gd name="T4" fmla="*/ 281 w 281"/>
                <a:gd name="T5" fmla="*/ 99 h 373"/>
                <a:gd name="T6" fmla="*/ 280 w 281"/>
                <a:gd name="T7" fmla="*/ 98 h 373"/>
                <a:gd name="T8" fmla="*/ 280 w 281"/>
                <a:gd name="T9" fmla="*/ 97 h 373"/>
                <a:gd name="T10" fmla="*/ 280 w 281"/>
                <a:gd name="T11" fmla="*/ 96 h 373"/>
                <a:gd name="T12" fmla="*/ 279 w 281"/>
                <a:gd name="T13" fmla="*/ 96 h 373"/>
                <a:gd name="T14" fmla="*/ 278 w 281"/>
                <a:gd name="T15" fmla="*/ 95 h 373"/>
                <a:gd name="T16" fmla="*/ 278 w 281"/>
                <a:gd name="T17" fmla="*/ 94 h 373"/>
                <a:gd name="T18" fmla="*/ 187 w 281"/>
                <a:gd name="T19" fmla="*/ 3 h 373"/>
                <a:gd name="T20" fmla="*/ 187 w 281"/>
                <a:gd name="T21" fmla="*/ 3 h 373"/>
                <a:gd name="T22" fmla="*/ 185 w 281"/>
                <a:gd name="T23" fmla="*/ 2 h 373"/>
                <a:gd name="T24" fmla="*/ 185 w 281"/>
                <a:gd name="T25" fmla="*/ 1 h 373"/>
                <a:gd name="T26" fmla="*/ 184 w 281"/>
                <a:gd name="T27" fmla="*/ 1 h 373"/>
                <a:gd name="T28" fmla="*/ 183 w 281"/>
                <a:gd name="T29" fmla="*/ 1 h 373"/>
                <a:gd name="T30" fmla="*/ 182 w 281"/>
                <a:gd name="T31" fmla="*/ 0 h 373"/>
                <a:gd name="T32" fmla="*/ 182 w 281"/>
                <a:gd name="T33" fmla="*/ 0 h 373"/>
                <a:gd name="T34" fmla="*/ 180 w 281"/>
                <a:gd name="T35" fmla="*/ 0 h 373"/>
                <a:gd name="T36" fmla="*/ 180 w 281"/>
                <a:gd name="T37" fmla="*/ 0 h 373"/>
                <a:gd name="T38" fmla="*/ 115 w 281"/>
                <a:gd name="T39" fmla="*/ 0 h 373"/>
                <a:gd name="T40" fmla="*/ 105 w 281"/>
                <a:gd name="T41" fmla="*/ 9 h 373"/>
                <a:gd name="T42" fmla="*/ 115 w 281"/>
                <a:gd name="T43" fmla="*/ 19 h 373"/>
                <a:gd name="T44" fmla="*/ 171 w 281"/>
                <a:gd name="T45" fmla="*/ 19 h 373"/>
                <a:gd name="T46" fmla="*/ 171 w 281"/>
                <a:gd name="T47" fmla="*/ 88 h 373"/>
                <a:gd name="T48" fmla="*/ 193 w 281"/>
                <a:gd name="T49" fmla="*/ 110 h 373"/>
                <a:gd name="T50" fmla="*/ 262 w 281"/>
                <a:gd name="T51" fmla="*/ 110 h 373"/>
                <a:gd name="T52" fmla="*/ 262 w 281"/>
                <a:gd name="T53" fmla="*/ 350 h 373"/>
                <a:gd name="T54" fmla="*/ 259 w 281"/>
                <a:gd name="T55" fmla="*/ 354 h 373"/>
                <a:gd name="T56" fmla="*/ 23 w 281"/>
                <a:gd name="T57" fmla="*/ 354 h 373"/>
                <a:gd name="T58" fmla="*/ 19 w 281"/>
                <a:gd name="T59" fmla="*/ 350 h 373"/>
                <a:gd name="T60" fmla="*/ 19 w 281"/>
                <a:gd name="T61" fmla="*/ 337 h 373"/>
                <a:gd name="T62" fmla="*/ 10 w 281"/>
                <a:gd name="T63" fmla="*/ 328 h 373"/>
                <a:gd name="T64" fmla="*/ 0 w 281"/>
                <a:gd name="T65" fmla="*/ 337 h 373"/>
                <a:gd name="T66" fmla="*/ 0 w 281"/>
                <a:gd name="T67" fmla="*/ 350 h 373"/>
                <a:gd name="T68" fmla="*/ 23 w 281"/>
                <a:gd name="T69" fmla="*/ 373 h 373"/>
                <a:gd name="T70" fmla="*/ 259 w 281"/>
                <a:gd name="T71" fmla="*/ 373 h 373"/>
                <a:gd name="T72" fmla="*/ 281 w 281"/>
                <a:gd name="T73" fmla="*/ 350 h 373"/>
                <a:gd name="T74" fmla="*/ 281 w 281"/>
                <a:gd name="T75" fmla="*/ 101 h 373"/>
                <a:gd name="T76" fmla="*/ 281 w 281"/>
                <a:gd name="T77" fmla="*/ 101 h 373"/>
                <a:gd name="T78" fmla="*/ 193 w 281"/>
                <a:gd name="T79" fmla="*/ 92 h 373"/>
                <a:gd name="T80" fmla="*/ 189 w 281"/>
                <a:gd name="T81" fmla="*/ 88 h 373"/>
                <a:gd name="T82" fmla="*/ 189 w 281"/>
                <a:gd name="T83" fmla="*/ 32 h 373"/>
                <a:gd name="T84" fmla="*/ 249 w 281"/>
                <a:gd name="T85" fmla="*/ 92 h 373"/>
                <a:gd name="T86" fmla="*/ 193 w 281"/>
                <a:gd name="T87" fmla="*/ 92 h 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81" h="373">
                  <a:moveTo>
                    <a:pt x="281" y="101"/>
                  </a:moveTo>
                  <a:cubicBezTo>
                    <a:pt x="281" y="100"/>
                    <a:pt x="281" y="100"/>
                    <a:pt x="281" y="99"/>
                  </a:cubicBezTo>
                  <a:cubicBezTo>
                    <a:pt x="281" y="99"/>
                    <a:pt x="281" y="99"/>
                    <a:pt x="281" y="99"/>
                  </a:cubicBezTo>
                  <a:cubicBezTo>
                    <a:pt x="281" y="99"/>
                    <a:pt x="281" y="98"/>
                    <a:pt x="280" y="98"/>
                  </a:cubicBezTo>
                  <a:cubicBezTo>
                    <a:pt x="280" y="98"/>
                    <a:pt x="280" y="97"/>
                    <a:pt x="280" y="97"/>
                  </a:cubicBezTo>
                  <a:cubicBezTo>
                    <a:pt x="280" y="97"/>
                    <a:pt x="280" y="97"/>
                    <a:pt x="280" y="96"/>
                  </a:cubicBezTo>
                  <a:cubicBezTo>
                    <a:pt x="280" y="96"/>
                    <a:pt x="279" y="96"/>
                    <a:pt x="279" y="96"/>
                  </a:cubicBezTo>
                  <a:cubicBezTo>
                    <a:pt x="279" y="95"/>
                    <a:pt x="279" y="95"/>
                    <a:pt x="278" y="95"/>
                  </a:cubicBezTo>
                  <a:cubicBezTo>
                    <a:pt x="278" y="95"/>
                    <a:pt x="278" y="95"/>
                    <a:pt x="278" y="94"/>
                  </a:cubicBezTo>
                  <a:cubicBezTo>
                    <a:pt x="187" y="3"/>
                    <a:pt x="187" y="3"/>
                    <a:pt x="187" y="3"/>
                  </a:cubicBezTo>
                  <a:cubicBezTo>
                    <a:pt x="187" y="3"/>
                    <a:pt x="187" y="3"/>
                    <a:pt x="187" y="3"/>
                  </a:cubicBezTo>
                  <a:cubicBezTo>
                    <a:pt x="186" y="2"/>
                    <a:pt x="186" y="2"/>
                    <a:pt x="185" y="2"/>
                  </a:cubicBezTo>
                  <a:cubicBezTo>
                    <a:pt x="185" y="2"/>
                    <a:pt x="185" y="2"/>
                    <a:pt x="185" y="1"/>
                  </a:cubicBezTo>
                  <a:cubicBezTo>
                    <a:pt x="185" y="1"/>
                    <a:pt x="184" y="1"/>
                    <a:pt x="184" y="1"/>
                  </a:cubicBezTo>
                  <a:cubicBezTo>
                    <a:pt x="184" y="1"/>
                    <a:pt x="184" y="1"/>
                    <a:pt x="183" y="1"/>
                  </a:cubicBezTo>
                  <a:cubicBezTo>
                    <a:pt x="183" y="1"/>
                    <a:pt x="183" y="0"/>
                    <a:pt x="182" y="0"/>
                  </a:cubicBezTo>
                  <a:cubicBezTo>
                    <a:pt x="182" y="0"/>
                    <a:pt x="182" y="0"/>
                    <a:pt x="182" y="0"/>
                  </a:cubicBezTo>
                  <a:cubicBezTo>
                    <a:pt x="181" y="0"/>
                    <a:pt x="181" y="0"/>
                    <a:pt x="180" y="0"/>
                  </a:cubicBezTo>
                  <a:cubicBezTo>
                    <a:pt x="180" y="0"/>
                    <a:pt x="180" y="0"/>
                    <a:pt x="180" y="0"/>
                  </a:cubicBezTo>
                  <a:cubicBezTo>
                    <a:pt x="115" y="0"/>
                    <a:pt x="115" y="0"/>
                    <a:pt x="115" y="0"/>
                  </a:cubicBezTo>
                  <a:cubicBezTo>
                    <a:pt x="109" y="0"/>
                    <a:pt x="105" y="4"/>
                    <a:pt x="105" y="9"/>
                  </a:cubicBezTo>
                  <a:cubicBezTo>
                    <a:pt x="105" y="15"/>
                    <a:pt x="109" y="19"/>
                    <a:pt x="115" y="19"/>
                  </a:cubicBezTo>
                  <a:cubicBezTo>
                    <a:pt x="171" y="19"/>
                    <a:pt x="171" y="19"/>
                    <a:pt x="171" y="19"/>
                  </a:cubicBezTo>
                  <a:cubicBezTo>
                    <a:pt x="171" y="88"/>
                    <a:pt x="171" y="88"/>
                    <a:pt x="171" y="88"/>
                  </a:cubicBezTo>
                  <a:cubicBezTo>
                    <a:pt x="171" y="100"/>
                    <a:pt x="181" y="110"/>
                    <a:pt x="193" y="110"/>
                  </a:cubicBezTo>
                  <a:cubicBezTo>
                    <a:pt x="262" y="110"/>
                    <a:pt x="262" y="110"/>
                    <a:pt x="262" y="110"/>
                  </a:cubicBezTo>
                  <a:cubicBezTo>
                    <a:pt x="262" y="350"/>
                    <a:pt x="262" y="350"/>
                    <a:pt x="262" y="350"/>
                  </a:cubicBezTo>
                  <a:cubicBezTo>
                    <a:pt x="262" y="352"/>
                    <a:pt x="261" y="354"/>
                    <a:pt x="259" y="354"/>
                  </a:cubicBezTo>
                  <a:cubicBezTo>
                    <a:pt x="23" y="354"/>
                    <a:pt x="23" y="354"/>
                    <a:pt x="23" y="354"/>
                  </a:cubicBezTo>
                  <a:cubicBezTo>
                    <a:pt x="21" y="354"/>
                    <a:pt x="19" y="352"/>
                    <a:pt x="19" y="350"/>
                  </a:cubicBezTo>
                  <a:cubicBezTo>
                    <a:pt x="19" y="337"/>
                    <a:pt x="19" y="337"/>
                    <a:pt x="19" y="337"/>
                  </a:cubicBezTo>
                  <a:cubicBezTo>
                    <a:pt x="19" y="332"/>
                    <a:pt x="15" y="328"/>
                    <a:pt x="10" y="328"/>
                  </a:cubicBezTo>
                  <a:cubicBezTo>
                    <a:pt x="5" y="328"/>
                    <a:pt x="0" y="332"/>
                    <a:pt x="0" y="337"/>
                  </a:cubicBezTo>
                  <a:cubicBezTo>
                    <a:pt x="0" y="350"/>
                    <a:pt x="0" y="350"/>
                    <a:pt x="0" y="350"/>
                  </a:cubicBezTo>
                  <a:cubicBezTo>
                    <a:pt x="0" y="362"/>
                    <a:pt x="10" y="373"/>
                    <a:pt x="23" y="373"/>
                  </a:cubicBezTo>
                  <a:cubicBezTo>
                    <a:pt x="259" y="373"/>
                    <a:pt x="259" y="373"/>
                    <a:pt x="259" y="373"/>
                  </a:cubicBezTo>
                  <a:cubicBezTo>
                    <a:pt x="271" y="373"/>
                    <a:pt x="281" y="362"/>
                    <a:pt x="281" y="350"/>
                  </a:cubicBezTo>
                  <a:cubicBezTo>
                    <a:pt x="281" y="101"/>
                    <a:pt x="281" y="101"/>
                    <a:pt x="281" y="101"/>
                  </a:cubicBezTo>
                  <a:cubicBezTo>
                    <a:pt x="281" y="101"/>
                    <a:pt x="281" y="101"/>
                    <a:pt x="281" y="101"/>
                  </a:cubicBezTo>
                  <a:close/>
                  <a:moveTo>
                    <a:pt x="193" y="92"/>
                  </a:moveTo>
                  <a:cubicBezTo>
                    <a:pt x="191" y="92"/>
                    <a:pt x="189" y="90"/>
                    <a:pt x="189" y="88"/>
                  </a:cubicBezTo>
                  <a:cubicBezTo>
                    <a:pt x="189" y="32"/>
                    <a:pt x="189" y="32"/>
                    <a:pt x="189" y="32"/>
                  </a:cubicBezTo>
                  <a:cubicBezTo>
                    <a:pt x="249" y="92"/>
                    <a:pt x="249" y="92"/>
                    <a:pt x="249" y="92"/>
                  </a:cubicBezTo>
                  <a:lnTo>
                    <a:pt x="193" y="92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7" name="Freeform 32"/>
            <p:cNvSpPr>
              <a:spLocks/>
            </p:cNvSpPr>
            <p:nvPr/>
          </p:nvSpPr>
          <p:spPr bwMode="auto">
            <a:xfrm>
              <a:off x="5880101" y="1200151"/>
              <a:ext cx="98425" cy="17463"/>
            </a:xfrm>
            <a:custGeom>
              <a:avLst/>
              <a:gdLst>
                <a:gd name="T0" fmla="*/ 10 w 98"/>
                <a:gd name="T1" fmla="*/ 19 h 19"/>
                <a:gd name="T2" fmla="*/ 88 w 98"/>
                <a:gd name="T3" fmla="*/ 19 h 19"/>
                <a:gd name="T4" fmla="*/ 98 w 98"/>
                <a:gd name="T5" fmla="*/ 10 h 19"/>
                <a:gd name="T6" fmla="*/ 88 w 98"/>
                <a:gd name="T7" fmla="*/ 0 h 19"/>
                <a:gd name="T8" fmla="*/ 10 w 98"/>
                <a:gd name="T9" fmla="*/ 0 h 19"/>
                <a:gd name="T10" fmla="*/ 0 w 98"/>
                <a:gd name="T11" fmla="*/ 10 h 19"/>
                <a:gd name="T12" fmla="*/ 10 w 98"/>
                <a:gd name="T13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8" h="19">
                  <a:moveTo>
                    <a:pt x="10" y="19"/>
                  </a:moveTo>
                  <a:cubicBezTo>
                    <a:pt x="88" y="19"/>
                    <a:pt x="88" y="19"/>
                    <a:pt x="88" y="19"/>
                  </a:cubicBezTo>
                  <a:cubicBezTo>
                    <a:pt x="93" y="19"/>
                    <a:pt x="98" y="15"/>
                    <a:pt x="98" y="10"/>
                  </a:cubicBezTo>
                  <a:cubicBezTo>
                    <a:pt x="98" y="4"/>
                    <a:pt x="93" y="0"/>
                    <a:pt x="88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15"/>
                    <a:pt x="5" y="19"/>
                    <a:pt x="10" y="19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8" name="Freeform 33"/>
            <p:cNvSpPr>
              <a:spLocks/>
            </p:cNvSpPr>
            <p:nvPr/>
          </p:nvSpPr>
          <p:spPr bwMode="auto">
            <a:xfrm>
              <a:off x="5880101" y="1252538"/>
              <a:ext cx="98425" cy="17463"/>
            </a:xfrm>
            <a:custGeom>
              <a:avLst/>
              <a:gdLst>
                <a:gd name="T0" fmla="*/ 10 w 98"/>
                <a:gd name="T1" fmla="*/ 18 h 18"/>
                <a:gd name="T2" fmla="*/ 88 w 98"/>
                <a:gd name="T3" fmla="*/ 18 h 18"/>
                <a:gd name="T4" fmla="*/ 98 w 98"/>
                <a:gd name="T5" fmla="*/ 9 h 18"/>
                <a:gd name="T6" fmla="*/ 88 w 98"/>
                <a:gd name="T7" fmla="*/ 0 h 18"/>
                <a:gd name="T8" fmla="*/ 10 w 98"/>
                <a:gd name="T9" fmla="*/ 0 h 18"/>
                <a:gd name="T10" fmla="*/ 0 w 98"/>
                <a:gd name="T11" fmla="*/ 9 h 18"/>
                <a:gd name="T12" fmla="*/ 10 w 98"/>
                <a:gd name="T13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8" h="18">
                  <a:moveTo>
                    <a:pt x="10" y="18"/>
                  </a:moveTo>
                  <a:cubicBezTo>
                    <a:pt x="88" y="18"/>
                    <a:pt x="88" y="18"/>
                    <a:pt x="88" y="18"/>
                  </a:cubicBezTo>
                  <a:cubicBezTo>
                    <a:pt x="93" y="18"/>
                    <a:pt x="98" y="14"/>
                    <a:pt x="98" y="9"/>
                  </a:cubicBezTo>
                  <a:cubicBezTo>
                    <a:pt x="98" y="4"/>
                    <a:pt x="93" y="0"/>
                    <a:pt x="88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4"/>
                    <a:pt x="5" y="18"/>
                    <a:pt x="10" y="1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9" name="Freeform 34"/>
            <p:cNvSpPr>
              <a:spLocks/>
            </p:cNvSpPr>
            <p:nvPr/>
          </p:nvSpPr>
          <p:spPr bwMode="auto">
            <a:xfrm>
              <a:off x="5880101" y="1303338"/>
              <a:ext cx="98425" cy="19050"/>
            </a:xfrm>
            <a:custGeom>
              <a:avLst/>
              <a:gdLst>
                <a:gd name="T0" fmla="*/ 10 w 98"/>
                <a:gd name="T1" fmla="*/ 19 h 19"/>
                <a:gd name="T2" fmla="*/ 88 w 98"/>
                <a:gd name="T3" fmla="*/ 19 h 19"/>
                <a:gd name="T4" fmla="*/ 98 w 98"/>
                <a:gd name="T5" fmla="*/ 9 h 19"/>
                <a:gd name="T6" fmla="*/ 88 w 98"/>
                <a:gd name="T7" fmla="*/ 0 h 19"/>
                <a:gd name="T8" fmla="*/ 10 w 98"/>
                <a:gd name="T9" fmla="*/ 0 h 19"/>
                <a:gd name="T10" fmla="*/ 0 w 98"/>
                <a:gd name="T11" fmla="*/ 9 h 19"/>
                <a:gd name="T12" fmla="*/ 10 w 98"/>
                <a:gd name="T13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8" h="19">
                  <a:moveTo>
                    <a:pt x="10" y="19"/>
                  </a:moveTo>
                  <a:cubicBezTo>
                    <a:pt x="88" y="19"/>
                    <a:pt x="88" y="19"/>
                    <a:pt x="88" y="19"/>
                  </a:cubicBezTo>
                  <a:cubicBezTo>
                    <a:pt x="93" y="19"/>
                    <a:pt x="98" y="15"/>
                    <a:pt x="98" y="9"/>
                  </a:cubicBezTo>
                  <a:cubicBezTo>
                    <a:pt x="98" y="4"/>
                    <a:pt x="93" y="0"/>
                    <a:pt x="88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5"/>
                    <a:pt x="5" y="19"/>
                    <a:pt x="10" y="19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0" name="Freeform 35"/>
            <p:cNvSpPr>
              <a:spLocks/>
            </p:cNvSpPr>
            <p:nvPr/>
          </p:nvSpPr>
          <p:spPr bwMode="auto">
            <a:xfrm>
              <a:off x="5880101" y="1355726"/>
              <a:ext cx="98425" cy="19050"/>
            </a:xfrm>
            <a:custGeom>
              <a:avLst/>
              <a:gdLst>
                <a:gd name="T0" fmla="*/ 10 w 98"/>
                <a:gd name="T1" fmla="*/ 19 h 19"/>
                <a:gd name="T2" fmla="*/ 88 w 98"/>
                <a:gd name="T3" fmla="*/ 19 h 19"/>
                <a:gd name="T4" fmla="*/ 98 w 98"/>
                <a:gd name="T5" fmla="*/ 10 h 19"/>
                <a:gd name="T6" fmla="*/ 88 w 98"/>
                <a:gd name="T7" fmla="*/ 0 h 19"/>
                <a:gd name="T8" fmla="*/ 10 w 98"/>
                <a:gd name="T9" fmla="*/ 0 h 19"/>
                <a:gd name="T10" fmla="*/ 0 w 98"/>
                <a:gd name="T11" fmla="*/ 10 h 19"/>
                <a:gd name="T12" fmla="*/ 10 w 98"/>
                <a:gd name="T13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8" h="19">
                  <a:moveTo>
                    <a:pt x="10" y="19"/>
                  </a:moveTo>
                  <a:cubicBezTo>
                    <a:pt x="88" y="19"/>
                    <a:pt x="88" y="19"/>
                    <a:pt x="88" y="19"/>
                  </a:cubicBezTo>
                  <a:cubicBezTo>
                    <a:pt x="93" y="19"/>
                    <a:pt x="98" y="15"/>
                    <a:pt x="98" y="10"/>
                  </a:cubicBezTo>
                  <a:cubicBezTo>
                    <a:pt x="98" y="5"/>
                    <a:pt x="93" y="0"/>
                    <a:pt x="88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5" y="0"/>
                    <a:pt x="0" y="5"/>
                    <a:pt x="0" y="10"/>
                  </a:cubicBezTo>
                  <a:cubicBezTo>
                    <a:pt x="0" y="15"/>
                    <a:pt x="5" y="19"/>
                    <a:pt x="10" y="19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71" name="Group 270"/>
          <p:cNvGrpSpPr/>
          <p:nvPr/>
        </p:nvGrpSpPr>
        <p:grpSpPr>
          <a:xfrm>
            <a:off x="8432802" y="1339852"/>
            <a:ext cx="582084" cy="563033"/>
            <a:chOff x="6324601" y="1004888"/>
            <a:chExt cx="436563" cy="422275"/>
          </a:xfrm>
          <a:solidFill>
            <a:schemeClr val="accent1"/>
          </a:solidFill>
        </p:grpSpPr>
        <p:sp>
          <p:nvSpPr>
            <p:cNvPr id="71" name="Freeform 36"/>
            <p:cNvSpPr>
              <a:spLocks/>
            </p:cNvSpPr>
            <p:nvPr/>
          </p:nvSpPr>
          <p:spPr bwMode="auto">
            <a:xfrm>
              <a:off x="6389689" y="1122363"/>
              <a:ext cx="96838" cy="17463"/>
            </a:xfrm>
            <a:custGeom>
              <a:avLst/>
              <a:gdLst>
                <a:gd name="T0" fmla="*/ 10 w 98"/>
                <a:gd name="T1" fmla="*/ 18 h 18"/>
                <a:gd name="T2" fmla="*/ 88 w 98"/>
                <a:gd name="T3" fmla="*/ 18 h 18"/>
                <a:gd name="T4" fmla="*/ 98 w 98"/>
                <a:gd name="T5" fmla="*/ 9 h 18"/>
                <a:gd name="T6" fmla="*/ 88 w 98"/>
                <a:gd name="T7" fmla="*/ 0 h 18"/>
                <a:gd name="T8" fmla="*/ 10 w 98"/>
                <a:gd name="T9" fmla="*/ 0 h 18"/>
                <a:gd name="T10" fmla="*/ 0 w 98"/>
                <a:gd name="T11" fmla="*/ 9 h 18"/>
                <a:gd name="T12" fmla="*/ 10 w 98"/>
                <a:gd name="T13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8" h="18">
                  <a:moveTo>
                    <a:pt x="10" y="18"/>
                  </a:moveTo>
                  <a:cubicBezTo>
                    <a:pt x="88" y="18"/>
                    <a:pt x="88" y="18"/>
                    <a:pt x="88" y="18"/>
                  </a:cubicBezTo>
                  <a:cubicBezTo>
                    <a:pt x="93" y="18"/>
                    <a:pt x="98" y="14"/>
                    <a:pt x="98" y="9"/>
                  </a:cubicBezTo>
                  <a:cubicBezTo>
                    <a:pt x="98" y="4"/>
                    <a:pt x="93" y="0"/>
                    <a:pt x="88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4"/>
                    <a:pt x="5" y="18"/>
                    <a:pt x="10" y="1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2" name="Freeform 37"/>
            <p:cNvSpPr>
              <a:spLocks/>
            </p:cNvSpPr>
            <p:nvPr/>
          </p:nvSpPr>
          <p:spPr bwMode="auto">
            <a:xfrm>
              <a:off x="6389689" y="1330326"/>
              <a:ext cx="187325" cy="19050"/>
            </a:xfrm>
            <a:custGeom>
              <a:avLst/>
              <a:gdLst>
                <a:gd name="T0" fmla="*/ 180 w 189"/>
                <a:gd name="T1" fmla="*/ 0 h 19"/>
                <a:gd name="T2" fmla="*/ 10 w 189"/>
                <a:gd name="T3" fmla="*/ 0 h 19"/>
                <a:gd name="T4" fmla="*/ 0 w 189"/>
                <a:gd name="T5" fmla="*/ 10 h 19"/>
                <a:gd name="T6" fmla="*/ 10 w 189"/>
                <a:gd name="T7" fmla="*/ 19 h 19"/>
                <a:gd name="T8" fmla="*/ 180 w 189"/>
                <a:gd name="T9" fmla="*/ 19 h 19"/>
                <a:gd name="T10" fmla="*/ 189 w 189"/>
                <a:gd name="T11" fmla="*/ 10 h 19"/>
                <a:gd name="T12" fmla="*/ 180 w 189"/>
                <a:gd name="T1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9" h="19">
                  <a:moveTo>
                    <a:pt x="180" y="0"/>
                  </a:moveTo>
                  <a:cubicBezTo>
                    <a:pt x="10" y="0"/>
                    <a:pt x="10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15"/>
                    <a:pt x="5" y="19"/>
                    <a:pt x="10" y="19"/>
                  </a:cubicBezTo>
                  <a:cubicBezTo>
                    <a:pt x="180" y="19"/>
                    <a:pt x="180" y="19"/>
                    <a:pt x="180" y="19"/>
                  </a:cubicBezTo>
                  <a:cubicBezTo>
                    <a:pt x="185" y="19"/>
                    <a:pt x="189" y="15"/>
                    <a:pt x="189" y="10"/>
                  </a:cubicBezTo>
                  <a:cubicBezTo>
                    <a:pt x="189" y="4"/>
                    <a:pt x="185" y="0"/>
                    <a:pt x="18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3" name="Freeform 38"/>
            <p:cNvSpPr>
              <a:spLocks noEditPoints="1"/>
            </p:cNvSpPr>
            <p:nvPr/>
          </p:nvSpPr>
          <p:spPr bwMode="auto">
            <a:xfrm>
              <a:off x="6324601" y="1004888"/>
              <a:ext cx="436563" cy="422275"/>
            </a:xfrm>
            <a:custGeom>
              <a:avLst/>
              <a:gdLst>
                <a:gd name="T0" fmla="*/ 333 w 439"/>
                <a:gd name="T1" fmla="*/ 294 h 425"/>
                <a:gd name="T2" fmla="*/ 320 w 439"/>
                <a:gd name="T3" fmla="*/ 158 h 425"/>
                <a:gd name="T4" fmla="*/ 320 w 439"/>
                <a:gd name="T5" fmla="*/ 127 h 425"/>
                <a:gd name="T6" fmla="*/ 320 w 439"/>
                <a:gd name="T7" fmla="*/ 125 h 425"/>
                <a:gd name="T8" fmla="*/ 319 w 439"/>
                <a:gd name="T9" fmla="*/ 123 h 425"/>
                <a:gd name="T10" fmla="*/ 318 w 439"/>
                <a:gd name="T11" fmla="*/ 122 h 425"/>
                <a:gd name="T12" fmla="*/ 213 w 439"/>
                <a:gd name="T13" fmla="*/ 3 h 425"/>
                <a:gd name="T14" fmla="*/ 212 w 439"/>
                <a:gd name="T15" fmla="*/ 2 h 425"/>
                <a:gd name="T16" fmla="*/ 211 w 439"/>
                <a:gd name="T17" fmla="*/ 1 h 425"/>
                <a:gd name="T18" fmla="*/ 209 w 439"/>
                <a:gd name="T19" fmla="*/ 0 h 425"/>
                <a:gd name="T20" fmla="*/ 207 w 439"/>
                <a:gd name="T21" fmla="*/ 0 h 425"/>
                <a:gd name="T22" fmla="*/ 206 w 439"/>
                <a:gd name="T23" fmla="*/ 0 h 425"/>
                <a:gd name="T24" fmla="*/ 0 w 439"/>
                <a:gd name="T25" fmla="*/ 22 h 425"/>
                <a:gd name="T26" fmla="*/ 22 w 439"/>
                <a:gd name="T27" fmla="*/ 425 h 425"/>
                <a:gd name="T28" fmla="*/ 320 w 439"/>
                <a:gd name="T29" fmla="*/ 402 h 425"/>
                <a:gd name="T30" fmla="*/ 422 w 439"/>
                <a:gd name="T31" fmla="*/ 409 h 425"/>
                <a:gd name="T32" fmla="*/ 435 w 439"/>
                <a:gd name="T33" fmla="*/ 409 h 425"/>
                <a:gd name="T34" fmla="*/ 340 w 439"/>
                <a:gd name="T35" fmla="*/ 232 h 425"/>
                <a:gd name="T36" fmla="*/ 202 w 439"/>
                <a:gd name="T37" fmla="*/ 232 h 425"/>
                <a:gd name="T38" fmla="*/ 340 w 439"/>
                <a:gd name="T39" fmla="*/ 232 h 425"/>
                <a:gd name="T40" fmla="*/ 290 w 439"/>
                <a:gd name="T41" fmla="*/ 118 h 425"/>
                <a:gd name="T42" fmla="*/ 215 w 439"/>
                <a:gd name="T43" fmla="*/ 111 h 425"/>
                <a:gd name="T44" fmla="*/ 297 w 439"/>
                <a:gd name="T45" fmla="*/ 406 h 425"/>
                <a:gd name="T46" fmla="*/ 19 w 439"/>
                <a:gd name="T47" fmla="*/ 402 h 425"/>
                <a:gd name="T48" fmla="*/ 22 w 439"/>
                <a:gd name="T49" fmla="*/ 18 h 425"/>
                <a:gd name="T50" fmla="*/ 196 w 439"/>
                <a:gd name="T51" fmla="*/ 111 h 425"/>
                <a:gd name="T52" fmla="*/ 301 w 439"/>
                <a:gd name="T53" fmla="*/ 136 h 425"/>
                <a:gd name="T54" fmla="*/ 271 w 439"/>
                <a:gd name="T55" fmla="*/ 144 h 425"/>
                <a:gd name="T56" fmla="*/ 75 w 439"/>
                <a:gd name="T57" fmla="*/ 170 h 425"/>
                <a:gd name="T58" fmla="*/ 75 w 439"/>
                <a:gd name="T59" fmla="*/ 189 h 425"/>
                <a:gd name="T60" fmla="*/ 184 w 439"/>
                <a:gd name="T61" fmla="*/ 222 h 425"/>
                <a:gd name="T62" fmla="*/ 65 w 439"/>
                <a:gd name="T63" fmla="*/ 232 h 425"/>
                <a:gd name="T64" fmla="*/ 184 w 439"/>
                <a:gd name="T65" fmla="*/ 241 h 425"/>
                <a:gd name="T66" fmla="*/ 75 w 439"/>
                <a:gd name="T67" fmla="*/ 275 h 425"/>
                <a:gd name="T68" fmla="*/ 75 w 439"/>
                <a:gd name="T69" fmla="*/ 294 h 425"/>
                <a:gd name="T70" fmla="*/ 271 w 439"/>
                <a:gd name="T71" fmla="*/ 320 h 425"/>
                <a:gd name="T72" fmla="*/ 301 w 439"/>
                <a:gd name="T73" fmla="*/ 402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439" h="425">
                  <a:moveTo>
                    <a:pt x="435" y="395"/>
                  </a:moveTo>
                  <a:cubicBezTo>
                    <a:pt x="333" y="294"/>
                    <a:pt x="333" y="294"/>
                    <a:pt x="333" y="294"/>
                  </a:cubicBezTo>
                  <a:cubicBezTo>
                    <a:pt x="349" y="278"/>
                    <a:pt x="359" y="256"/>
                    <a:pt x="359" y="232"/>
                  </a:cubicBezTo>
                  <a:cubicBezTo>
                    <a:pt x="359" y="201"/>
                    <a:pt x="344" y="174"/>
                    <a:pt x="320" y="158"/>
                  </a:cubicBezTo>
                  <a:cubicBezTo>
                    <a:pt x="320" y="127"/>
                    <a:pt x="320" y="127"/>
                    <a:pt x="320" y="127"/>
                  </a:cubicBezTo>
                  <a:cubicBezTo>
                    <a:pt x="320" y="127"/>
                    <a:pt x="320" y="127"/>
                    <a:pt x="320" y="127"/>
                  </a:cubicBezTo>
                  <a:cubicBezTo>
                    <a:pt x="320" y="126"/>
                    <a:pt x="320" y="126"/>
                    <a:pt x="320" y="125"/>
                  </a:cubicBezTo>
                  <a:cubicBezTo>
                    <a:pt x="320" y="125"/>
                    <a:pt x="320" y="125"/>
                    <a:pt x="320" y="125"/>
                  </a:cubicBezTo>
                  <a:cubicBezTo>
                    <a:pt x="320" y="124"/>
                    <a:pt x="319" y="124"/>
                    <a:pt x="319" y="124"/>
                  </a:cubicBezTo>
                  <a:cubicBezTo>
                    <a:pt x="319" y="123"/>
                    <a:pt x="319" y="123"/>
                    <a:pt x="319" y="123"/>
                  </a:cubicBezTo>
                  <a:cubicBezTo>
                    <a:pt x="319" y="123"/>
                    <a:pt x="319" y="122"/>
                    <a:pt x="318" y="122"/>
                  </a:cubicBezTo>
                  <a:cubicBezTo>
                    <a:pt x="318" y="122"/>
                    <a:pt x="318" y="122"/>
                    <a:pt x="318" y="122"/>
                  </a:cubicBezTo>
                  <a:cubicBezTo>
                    <a:pt x="318" y="121"/>
                    <a:pt x="318" y="121"/>
                    <a:pt x="318" y="121"/>
                  </a:cubicBezTo>
                  <a:cubicBezTo>
                    <a:pt x="213" y="3"/>
                    <a:pt x="213" y="3"/>
                    <a:pt x="213" y="3"/>
                  </a:cubicBezTo>
                  <a:cubicBezTo>
                    <a:pt x="213" y="3"/>
                    <a:pt x="213" y="3"/>
                    <a:pt x="212" y="3"/>
                  </a:cubicBezTo>
                  <a:cubicBezTo>
                    <a:pt x="212" y="2"/>
                    <a:pt x="212" y="2"/>
                    <a:pt x="212" y="2"/>
                  </a:cubicBezTo>
                  <a:cubicBezTo>
                    <a:pt x="212" y="2"/>
                    <a:pt x="212" y="2"/>
                    <a:pt x="211" y="1"/>
                  </a:cubicBez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210" y="1"/>
                    <a:pt x="210" y="0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09" y="0"/>
                    <a:pt x="208" y="0"/>
                    <a:pt x="208" y="0"/>
                  </a:cubicBezTo>
                  <a:cubicBezTo>
                    <a:pt x="208" y="0"/>
                    <a:pt x="207" y="0"/>
                    <a:pt x="207" y="0"/>
                  </a:cubicBezTo>
                  <a:cubicBezTo>
                    <a:pt x="207" y="0"/>
                    <a:pt x="206" y="0"/>
                    <a:pt x="206" y="0"/>
                  </a:cubicBezTo>
                  <a:cubicBezTo>
                    <a:pt x="206" y="0"/>
                    <a:pt x="206" y="0"/>
                    <a:pt x="206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10" y="0"/>
                    <a:pt x="0" y="10"/>
                    <a:pt x="0" y="22"/>
                  </a:cubicBezTo>
                  <a:cubicBezTo>
                    <a:pt x="0" y="402"/>
                    <a:pt x="0" y="402"/>
                    <a:pt x="0" y="402"/>
                  </a:cubicBezTo>
                  <a:cubicBezTo>
                    <a:pt x="0" y="414"/>
                    <a:pt x="10" y="425"/>
                    <a:pt x="22" y="425"/>
                  </a:cubicBezTo>
                  <a:cubicBezTo>
                    <a:pt x="297" y="425"/>
                    <a:pt x="297" y="425"/>
                    <a:pt x="297" y="425"/>
                  </a:cubicBezTo>
                  <a:cubicBezTo>
                    <a:pt x="310" y="425"/>
                    <a:pt x="320" y="414"/>
                    <a:pt x="320" y="402"/>
                  </a:cubicBezTo>
                  <a:cubicBezTo>
                    <a:pt x="320" y="307"/>
                    <a:pt x="320" y="307"/>
                    <a:pt x="320" y="307"/>
                  </a:cubicBezTo>
                  <a:cubicBezTo>
                    <a:pt x="422" y="409"/>
                    <a:pt x="422" y="409"/>
                    <a:pt x="422" y="409"/>
                  </a:cubicBezTo>
                  <a:cubicBezTo>
                    <a:pt x="424" y="411"/>
                    <a:pt x="426" y="411"/>
                    <a:pt x="428" y="411"/>
                  </a:cubicBezTo>
                  <a:cubicBezTo>
                    <a:pt x="431" y="411"/>
                    <a:pt x="433" y="411"/>
                    <a:pt x="435" y="409"/>
                  </a:cubicBezTo>
                  <a:cubicBezTo>
                    <a:pt x="439" y="405"/>
                    <a:pt x="439" y="399"/>
                    <a:pt x="435" y="395"/>
                  </a:cubicBezTo>
                  <a:close/>
                  <a:moveTo>
                    <a:pt x="340" y="232"/>
                  </a:moveTo>
                  <a:cubicBezTo>
                    <a:pt x="340" y="270"/>
                    <a:pt x="309" y="301"/>
                    <a:pt x="271" y="301"/>
                  </a:cubicBezTo>
                  <a:cubicBezTo>
                    <a:pt x="233" y="301"/>
                    <a:pt x="202" y="270"/>
                    <a:pt x="202" y="232"/>
                  </a:cubicBezTo>
                  <a:cubicBezTo>
                    <a:pt x="202" y="194"/>
                    <a:pt x="233" y="162"/>
                    <a:pt x="271" y="162"/>
                  </a:cubicBezTo>
                  <a:cubicBezTo>
                    <a:pt x="309" y="162"/>
                    <a:pt x="340" y="194"/>
                    <a:pt x="340" y="232"/>
                  </a:cubicBezTo>
                  <a:close/>
                  <a:moveTo>
                    <a:pt x="215" y="34"/>
                  </a:moveTo>
                  <a:cubicBezTo>
                    <a:pt x="290" y="118"/>
                    <a:pt x="290" y="118"/>
                    <a:pt x="290" y="118"/>
                  </a:cubicBezTo>
                  <a:cubicBezTo>
                    <a:pt x="219" y="118"/>
                    <a:pt x="219" y="118"/>
                    <a:pt x="219" y="118"/>
                  </a:cubicBezTo>
                  <a:cubicBezTo>
                    <a:pt x="218" y="117"/>
                    <a:pt x="215" y="114"/>
                    <a:pt x="215" y="111"/>
                  </a:cubicBezTo>
                  <a:lnTo>
                    <a:pt x="215" y="34"/>
                  </a:lnTo>
                  <a:close/>
                  <a:moveTo>
                    <a:pt x="297" y="406"/>
                  </a:moveTo>
                  <a:cubicBezTo>
                    <a:pt x="22" y="406"/>
                    <a:pt x="22" y="406"/>
                    <a:pt x="22" y="406"/>
                  </a:cubicBezTo>
                  <a:cubicBezTo>
                    <a:pt x="20" y="406"/>
                    <a:pt x="19" y="404"/>
                    <a:pt x="19" y="402"/>
                  </a:cubicBezTo>
                  <a:cubicBezTo>
                    <a:pt x="19" y="22"/>
                    <a:pt x="19" y="22"/>
                    <a:pt x="19" y="22"/>
                  </a:cubicBezTo>
                  <a:cubicBezTo>
                    <a:pt x="19" y="20"/>
                    <a:pt x="20" y="18"/>
                    <a:pt x="22" y="18"/>
                  </a:cubicBezTo>
                  <a:cubicBezTo>
                    <a:pt x="196" y="18"/>
                    <a:pt x="196" y="18"/>
                    <a:pt x="196" y="18"/>
                  </a:cubicBezTo>
                  <a:cubicBezTo>
                    <a:pt x="196" y="111"/>
                    <a:pt x="196" y="111"/>
                    <a:pt x="196" y="111"/>
                  </a:cubicBezTo>
                  <a:cubicBezTo>
                    <a:pt x="196" y="123"/>
                    <a:pt x="206" y="136"/>
                    <a:pt x="219" y="136"/>
                  </a:cubicBezTo>
                  <a:cubicBezTo>
                    <a:pt x="301" y="136"/>
                    <a:pt x="301" y="136"/>
                    <a:pt x="301" y="136"/>
                  </a:cubicBezTo>
                  <a:cubicBezTo>
                    <a:pt x="301" y="149"/>
                    <a:pt x="301" y="149"/>
                    <a:pt x="301" y="149"/>
                  </a:cubicBezTo>
                  <a:cubicBezTo>
                    <a:pt x="292" y="146"/>
                    <a:pt x="282" y="144"/>
                    <a:pt x="271" y="144"/>
                  </a:cubicBezTo>
                  <a:cubicBezTo>
                    <a:pt x="247" y="144"/>
                    <a:pt x="225" y="154"/>
                    <a:pt x="209" y="170"/>
                  </a:cubicBezTo>
                  <a:cubicBezTo>
                    <a:pt x="75" y="170"/>
                    <a:pt x="75" y="170"/>
                    <a:pt x="75" y="170"/>
                  </a:cubicBezTo>
                  <a:cubicBezTo>
                    <a:pt x="70" y="170"/>
                    <a:pt x="65" y="174"/>
                    <a:pt x="65" y="179"/>
                  </a:cubicBezTo>
                  <a:cubicBezTo>
                    <a:pt x="65" y="185"/>
                    <a:pt x="70" y="189"/>
                    <a:pt x="75" y="189"/>
                  </a:cubicBezTo>
                  <a:cubicBezTo>
                    <a:pt x="195" y="189"/>
                    <a:pt x="195" y="189"/>
                    <a:pt x="195" y="189"/>
                  </a:cubicBezTo>
                  <a:cubicBezTo>
                    <a:pt x="189" y="199"/>
                    <a:pt x="185" y="210"/>
                    <a:pt x="184" y="222"/>
                  </a:cubicBezTo>
                  <a:cubicBezTo>
                    <a:pt x="75" y="222"/>
                    <a:pt x="75" y="222"/>
                    <a:pt x="75" y="222"/>
                  </a:cubicBezTo>
                  <a:cubicBezTo>
                    <a:pt x="70" y="222"/>
                    <a:pt x="65" y="227"/>
                    <a:pt x="65" y="232"/>
                  </a:cubicBezTo>
                  <a:cubicBezTo>
                    <a:pt x="65" y="237"/>
                    <a:pt x="70" y="241"/>
                    <a:pt x="75" y="241"/>
                  </a:cubicBezTo>
                  <a:cubicBezTo>
                    <a:pt x="184" y="241"/>
                    <a:pt x="184" y="241"/>
                    <a:pt x="184" y="241"/>
                  </a:cubicBezTo>
                  <a:cubicBezTo>
                    <a:pt x="185" y="253"/>
                    <a:pt x="189" y="265"/>
                    <a:pt x="195" y="275"/>
                  </a:cubicBezTo>
                  <a:cubicBezTo>
                    <a:pt x="75" y="275"/>
                    <a:pt x="75" y="275"/>
                    <a:pt x="75" y="275"/>
                  </a:cubicBezTo>
                  <a:cubicBezTo>
                    <a:pt x="70" y="275"/>
                    <a:pt x="65" y="279"/>
                    <a:pt x="65" y="284"/>
                  </a:cubicBezTo>
                  <a:cubicBezTo>
                    <a:pt x="65" y="289"/>
                    <a:pt x="70" y="294"/>
                    <a:pt x="75" y="294"/>
                  </a:cubicBezTo>
                  <a:cubicBezTo>
                    <a:pt x="209" y="294"/>
                    <a:pt x="209" y="294"/>
                    <a:pt x="209" y="294"/>
                  </a:cubicBezTo>
                  <a:cubicBezTo>
                    <a:pt x="225" y="310"/>
                    <a:pt x="247" y="320"/>
                    <a:pt x="271" y="320"/>
                  </a:cubicBezTo>
                  <a:cubicBezTo>
                    <a:pt x="282" y="320"/>
                    <a:pt x="292" y="318"/>
                    <a:pt x="301" y="314"/>
                  </a:cubicBezTo>
                  <a:cubicBezTo>
                    <a:pt x="301" y="402"/>
                    <a:pt x="301" y="402"/>
                    <a:pt x="301" y="402"/>
                  </a:cubicBezTo>
                  <a:cubicBezTo>
                    <a:pt x="301" y="404"/>
                    <a:pt x="300" y="406"/>
                    <a:pt x="297" y="406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68" name="Group 267"/>
          <p:cNvGrpSpPr/>
          <p:nvPr/>
        </p:nvGrpSpPr>
        <p:grpSpPr>
          <a:xfrm>
            <a:off x="5285319" y="1339852"/>
            <a:ext cx="338667" cy="563033"/>
            <a:chOff x="3963989" y="1004888"/>
            <a:chExt cx="254000" cy="422275"/>
          </a:xfrm>
          <a:solidFill>
            <a:schemeClr val="accent1"/>
          </a:solidFill>
        </p:grpSpPr>
        <p:sp>
          <p:nvSpPr>
            <p:cNvPr id="74" name="Freeform 39"/>
            <p:cNvSpPr>
              <a:spLocks noEditPoints="1"/>
            </p:cNvSpPr>
            <p:nvPr/>
          </p:nvSpPr>
          <p:spPr bwMode="auto">
            <a:xfrm>
              <a:off x="3963989" y="1004888"/>
              <a:ext cx="254000" cy="422275"/>
            </a:xfrm>
            <a:custGeom>
              <a:avLst/>
              <a:gdLst>
                <a:gd name="T0" fmla="*/ 232 w 255"/>
                <a:gd name="T1" fmla="*/ 0 h 425"/>
                <a:gd name="T2" fmla="*/ 23 w 255"/>
                <a:gd name="T3" fmla="*/ 0 h 425"/>
                <a:gd name="T4" fmla="*/ 0 w 255"/>
                <a:gd name="T5" fmla="*/ 22 h 425"/>
                <a:gd name="T6" fmla="*/ 0 w 255"/>
                <a:gd name="T7" fmla="*/ 402 h 425"/>
                <a:gd name="T8" fmla="*/ 23 w 255"/>
                <a:gd name="T9" fmla="*/ 425 h 425"/>
                <a:gd name="T10" fmla="*/ 232 w 255"/>
                <a:gd name="T11" fmla="*/ 425 h 425"/>
                <a:gd name="T12" fmla="*/ 255 w 255"/>
                <a:gd name="T13" fmla="*/ 402 h 425"/>
                <a:gd name="T14" fmla="*/ 255 w 255"/>
                <a:gd name="T15" fmla="*/ 22 h 425"/>
                <a:gd name="T16" fmla="*/ 232 w 255"/>
                <a:gd name="T17" fmla="*/ 0 h 425"/>
                <a:gd name="T18" fmla="*/ 236 w 255"/>
                <a:gd name="T19" fmla="*/ 402 h 425"/>
                <a:gd name="T20" fmla="*/ 232 w 255"/>
                <a:gd name="T21" fmla="*/ 406 h 425"/>
                <a:gd name="T22" fmla="*/ 23 w 255"/>
                <a:gd name="T23" fmla="*/ 406 h 425"/>
                <a:gd name="T24" fmla="*/ 19 w 255"/>
                <a:gd name="T25" fmla="*/ 402 h 425"/>
                <a:gd name="T26" fmla="*/ 19 w 255"/>
                <a:gd name="T27" fmla="*/ 22 h 425"/>
                <a:gd name="T28" fmla="*/ 23 w 255"/>
                <a:gd name="T29" fmla="*/ 18 h 425"/>
                <a:gd name="T30" fmla="*/ 232 w 255"/>
                <a:gd name="T31" fmla="*/ 18 h 425"/>
                <a:gd name="T32" fmla="*/ 236 w 255"/>
                <a:gd name="T33" fmla="*/ 22 h 425"/>
                <a:gd name="T34" fmla="*/ 236 w 255"/>
                <a:gd name="T35" fmla="*/ 402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55" h="425">
                  <a:moveTo>
                    <a:pt x="2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10" y="0"/>
                    <a:pt x="0" y="10"/>
                    <a:pt x="0" y="22"/>
                  </a:cubicBezTo>
                  <a:cubicBezTo>
                    <a:pt x="0" y="402"/>
                    <a:pt x="0" y="402"/>
                    <a:pt x="0" y="402"/>
                  </a:cubicBezTo>
                  <a:cubicBezTo>
                    <a:pt x="0" y="414"/>
                    <a:pt x="10" y="425"/>
                    <a:pt x="23" y="425"/>
                  </a:cubicBezTo>
                  <a:cubicBezTo>
                    <a:pt x="232" y="425"/>
                    <a:pt x="232" y="425"/>
                    <a:pt x="232" y="425"/>
                  </a:cubicBezTo>
                  <a:cubicBezTo>
                    <a:pt x="245" y="425"/>
                    <a:pt x="255" y="414"/>
                    <a:pt x="255" y="402"/>
                  </a:cubicBezTo>
                  <a:cubicBezTo>
                    <a:pt x="255" y="22"/>
                    <a:pt x="255" y="22"/>
                    <a:pt x="255" y="22"/>
                  </a:cubicBezTo>
                  <a:cubicBezTo>
                    <a:pt x="255" y="10"/>
                    <a:pt x="245" y="0"/>
                    <a:pt x="232" y="0"/>
                  </a:cubicBezTo>
                  <a:close/>
                  <a:moveTo>
                    <a:pt x="236" y="402"/>
                  </a:moveTo>
                  <a:cubicBezTo>
                    <a:pt x="236" y="404"/>
                    <a:pt x="234" y="406"/>
                    <a:pt x="232" y="406"/>
                  </a:cubicBezTo>
                  <a:cubicBezTo>
                    <a:pt x="23" y="406"/>
                    <a:pt x="23" y="406"/>
                    <a:pt x="23" y="406"/>
                  </a:cubicBezTo>
                  <a:cubicBezTo>
                    <a:pt x="21" y="406"/>
                    <a:pt x="19" y="404"/>
                    <a:pt x="19" y="402"/>
                  </a:cubicBezTo>
                  <a:cubicBezTo>
                    <a:pt x="19" y="22"/>
                    <a:pt x="19" y="22"/>
                    <a:pt x="19" y="22"/>
                  </a:cubicBezTo>
                  <a:cubicBezTo>
                    <a:pt x="19" y="20"/>
                    <a:pt x="21" y="18"/>
                    <a:pt x="23" y="18"/>
                  </a:cubicBezTo>
                  <a:cubicBezTo>
                    <a:pt x="232" y="18"/>
                    <a:pt x="232" y="18"/>
                    <a:pt x="232" y="18"/>
                  </a:cubicBezTo>
                  <a:cubicBezTo>
                    <a:pt x="234" y="18"/>
                    <a:pt x="236" y="20"/>
                    <a:pt x="236" y="22"/>
                  </a:cubicBezTo>
                  <a:lnTo>
                    <a:pt x="236" y="402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5" name="Freeform 40"/>
            <p:cNvSpPr>
              <a:spLocks noEditPoints="1"/>
            </p:cNvSpPr>
            <p:nvPr/>
          </p:nvSpPr>
          <p:spPr bwMode="auto">
            <a:xfrm>
              <a:off x="3990976" y="1068388"/>
              <a:ext cx="200025" cy="293688"/>
            </a:xfrm>
            <a:custGeom>
              <a:avLst/>
              <a:gdLst>
                <a:gd name="T0" fmla="*/ 192 w 202"/>
                <a:gd name="T1" fmla="*/ 0 h 294"/>
                <a:gd name="T2" fmla="*/ 9 w 202"/>
                <a:gd name="T3" fmla="*/ 0 h 294"/>
                <a:gd name="T4" fmla="*/ 0 w 202"/>
                <a:gd name="T5" fmla="*/ 10 h 294"/>
                <a:gd name="T6" fmla="*/ 0 w 202"/>
                <a:gd name="T7" fmla="*/ 285 h 294"/>
                <a:gd name="T8" fmla="*/ 9 w 202"/>
                <a:gd name="T9" fmla="*/ 294 h 294"/>
                <a:gd name="T10" fmla="*/ 192 w 202"/>
                <a:gd name="T11" fmla="*/ 294 h 294"/>
                <a:gd name="T12" fmla="*/ 202 w 202"/>
                <a:gd name="T13" fmla="*/ 285 h 294"/>
                <a:gd name="T14" fmla="*/ 202 w 202"/>
                <a:gd name="T15" fmla="*/ 10 h 294"/>
                <a:gd name="T16" fmla="*/ 192 w 202"/>
                <a:gd name="T17" fmla="*/ 0 h 294"/>
                <a:gd name="T18" fmla="*/ 183 w 202"/>
                <a:gd name="T19" fmla="*/ 275 h 294"/>
                <a:gd name="T20" fmla="*/ 18 w 202"/>
                <a:gd name="T21" fmla="*/ 275 h 294"/>
                <a:gd name="T22" fmla="*/ 18 w 202"/>
                <a:gd name="T23" fmla="*/ 19 h 294"/>
                <a:gd name="T24" fmla="*/ 183 w 202"/>
                <a:gd name="T25" fmla="*/ 19 h 294"/>
                <a:gd name="T26" fmla="*/ 183 w 202"/>
                <a:gd name="T27" fmla="*/ 275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2" h="294">
                  <a:moveTo>
                    <a:pt x="192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285"/>
                    <a:pt x="0" y="285"/>
                    <a:pt x="0" y="285"/>
                  </a:cubicBezTo>
                  <a:cubicBezTo>
                    <a:pt x="0" y="290"/>
                    <a:pt x="4" y="294"/>
                    <a:pt x="9" y="294"/>
                  </a:cubicBezTo>
                  <a:cubicBezTo>
                    <a:pt x="192" y="294"/>
                    <a:pt x="192" y="294"/>
                    <a:pt x="192" y="294"/>
                  </a:cubicBezTo>
                  <a:cubicBezTo>
                    <a:pt x="197" y="294"/>
                    <a:pt x="202" y="290"/>
                    <a:pt x="202" y="285"/>
                  </a:cubicBezTo>
                  <a:cubicBezTo>
                    <a:pt x="202" y="10"/>
                    <a:pt x="202" y="10"/>
                    <a:pt x="202" y="10"/>
                  </a:cubicBezTo>
                  <a:cubicBezTo>
                    <a:pt x="202" y="4"/>
                    <a:pt x="197" y="0"/>
                    <a:pt x="192" y="0"/>
                  </a:cubicBezTo>
                  <a:close/>
                  <a:moveTo>
                    <a:pt x="183" y="275"/>
                  </a:moveTo>
                  <a:cubicBezTo>
                    <a:pt x="18" y="275"/>
                    <a:pt x="18" y="275"/>
                    <a:pt x="18" y="275"/>
                  </a:cubicBezTo>
                  <a:cubicBezTo>
                    <a:pt x="18" y="19"/>
                    <a:pt x="18" y="19"/>
                    <a:pt x="18" y="19"/>
                  </a:cubicBezTo>
                  <a:cubicBezTo>
                    <a:pt x="183" y="19"/>
                    <a:pt x="183" y="19"/>
                    <a:pt x="183" y="19"/>
                  </a:cubicBezTo>
                  <a:lnTo>
                    <a:pt x="183" y="275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6" name="Oval 41"/>
            <p:cNvSpPr>
              <a:spLocks noChangeArrowheads="1"/>
            </p:cNvSpPr>
            <p:nvPr/>
          </p:nvSpPr>
          <p:spPr bwMode="auto">
            <a:xfrm>
              <a:off x="4075114" y="1362076"/>
              <a:ext cx="44450" cy="4603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7" name="Freeform 42"/>
            <p:cNvSpPr>
              <a:spLocks/>
            </p:cNvSpPr>
            <p:nvPr/>
          </p:nvSpPr>
          <p:spPr bwMode="auto">
            <a:xfrm>
              <a:off x="4054476" y="1042988"/>
              <a:ext cx="71438" cy="19050"/>
            </a:xfrm>
            <a:custGeom>
              <a:avLst/>
              <a:gdLst>
                <a:gd name="T0" fmla="*/ 9 w 71"/>
                <a:gd name="T1" fmla="*/ 19 h 19"/>
                <a:gd name="T2" fmla="*/ 62 w 71"/>
                <a:gd name="T3" fmla="*/ 19 h 19"/>
                <a:gd name="T4" fmla="*/ 71 w 71"/>
                <a:gd name="T5" fmla="*/ 9 h 19"/>
                <a:gd name="T6" fmla="*/ 62 w 71"/>
                <a:gd name="T7" fmla="*/ 0 h 19"/>
                <a:gd name="T8" fmla="*/ 9 w 71"/>
                <a:gd name="T9" fmla="*/ 0 h 19"/>
                <a:gd name="T10" fmla="*/ 0 w 71"/>
                <a:gd name="T11" fmla="*/ 9 h 19"/>
                <a:gd name="T12" fmla="*/ 9 w 71"/>
                <a:gd name="T13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1" h="19">
                  <a:moveTo>
                    <a:pt x="9" y="19"/>
                  </a:moveTo>
                  <a:cubicBezTo>
                    <a:pt x="62" y="19"/>
                    <a:pt x="62" y="19"/>
                    <a:pt x="62" y="19"/>
                  </a:cubicBezTo>
                  <a:cubicBezTo>
                    <a:pt x="67" y="19"/>
                    <a:pt x="71" y="14"/>
                    <a:pt x="71" y="9"/>
                  </a:cubicBezTo>
                  <a:cubicBezTo>
                    <a:pt x="71" y="4"/>
                    <a:pt x="67" y="0"/>
                    <a:pt x="62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4"/>
                    <a:pt x="4" y="19"/>
                    <a:pt x="9" y="19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72" name="Group 271"/>
          <p:cNvGrpSpPr/>
          <p:nvPr/>
        </p:nvGrpSpPr>
        <p:grpSpPr>
          <a:xfrm>
            <a:off x="9440335" y="1339852"/>
            <a:ext cx="495300" cy="563033"/>
            <a:chOff x="7080251" y="1004888"/>
            <a:chExt cx="371475" cy="422275"/>
          </a:xfrm>
          <a:solidFill>
            <a:schemeClr val="accent1"/>
          </a:solidFill>
        </p:grpSpPr>
        <p:sp>
          <p:nvSpPr>
            <p:cNvPr id="78" name="Freeform 43"/>
            <p:cNvSpPr>
              <a:spLocks/>
            </p:cNvSpPr>
            <p:nvPr/>
          </p:nvSpPr>
          <p:spPr bwMode="auto">
            <a:xfrm>
              <a:off x="7080251" y="1017588"/>
              <a:ext cx="371475" cy="409575"/>
            </a:xfrm>
            <a:custGeom>
              <a:avLst/>
              <a:gdLst>
                <a:gd name="T0" fmla="*/ 350 w 372"/>
                <a:gd name="T1" fmla="*/ 0 h 412"/>
                <a:gd name="T2" fmla="*/ 297 w 372"/>
                <a:gd name="T3" fmla="*/ 0 h 412"/>
                <a:gd name="T4" fmla="*/ 288 w 372"/>
                <a:gd name="T5" fmla="*/ 9 h 412"/>
                <a:gd name="T6" fmla="*/ 297 w 372"/>
                <a:gd name="T7" fmla="*/ 18 h 412"/>
                <a:gd name="T8" fmla="*/ 350 w 372"/>
                <a:gd name="T9" fmla="*/ 18 h 412"/>
                <a:gd name="T10" fmla="*/ 354 w 372"/>
                <a:gd name="T11" fmla="*/ 22 h 412"/>
                <a:gd name="T12" fmla="*/ 354 w 372"/>
                <a:gd name="T13" fmla="*/ 389 h 412"/>
                <a:gd name="T14" fmla="*/ 350 w 372"/>
                <a:gd name="T15" fmla="*/ 393 h 412"/>
                <a:gd name="T16" fmla="*/ 22 w 372"/>
                <a:gd name="T17" fmla="*/ 393 h 412"/>
                <a:gd name="T18" fmla="*/ 18 w 372"/>
                <a:gd name="T19" fmla="*/ 389 h 412"/>
                <a:gd name="T20" fmla="*/ 18 w 372"/>
                <a:gd name="T21" fmla="*/ 22 h 412"/>
                <a:gd name="T22" fmla="*/ 22 w 372"/>
                <a:gd name="T23" fmla="*/ 18 h 412"/>
                <a:gd name="T24" fmla="*/ 75 w 372"/>
                <a:gd name="T25" fmla="*/ 18 h 412"/>
                <a:gd name="T26" fmla="*/ 84 w 372"/>
                <a:gd name="T27" fmla="*/ 9 h 412"/>
                <a:gd name="T28" fmla="*/ 75 w 372"/>
                <a:gd name="T29" fmla="*/ 0 h 412"/>
                <a:gd name="T30" fmla="*/ 22 w 372"/>
                <a:gd name="T31" fmla="*/ 0 h 412"/>
                <a:gd name="T32" fmla="*/ 0 w 372"/>
                <a:gd name="T33" fmla="*/ 22 h 412"/>
                <a:gd name="T34" fmla="*/ 0 w 372"/>
                <a:gd name="T35" fmla="*/ 389 h 412"/>
                <a:gd name="T36" fmla="*/ 22 w 372"/>
                <a:gd name="T37" fmla="*/ 412 h 412"/>
                <a:gd name="T38" fmla="*/ 350 w 372"/>
                <a:gd name="T39" fmla="*/ 412 h 412"/>
                <a:gd name="T40" fmla="*/ 372 w 372"/>
                <a:gd name="T41" fmla="*/ 389 h 412"/>
                <a:gd name="T42" fmla="*/ 372 w 372"/>
                <a:gd name="T43" fmla="*/ 22 h 412"/>
                <a:gd name="T44" fmla="*/ 350 w 372"/>
                <a:gd name="T45" fmla="*/ 0 h 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72" h="412">
                  <a:moveTo>
                    <a:pt x="350" y="0"/>
                  </a:moveTo>
                  <a:cubicBezTo>
                    <a:pt x="297" y="0"/>
                    <a:pt x="297" y="0"/>
                    <a:pt x="297" y="0"/>
                  </a:cubicBezTo>
                  <a:cubicBezTo>
                    <a:pt x="292" y="0"/>
                    <a:pt x="288" y="4"/>
                    <a:pt x="288" y="9"/>
                  </a:cubicBezTo>
                  <a:cubicBezTo>
                    <a:pt x="288" y="14"/>
                    <a:pt x="292" y="18"/>
                    <a:pt x="297" y="18"/>
                  </a:cubicBezTo>
                  <a:cubicBezTo>
                    <a:pt x="350" y="18"/>
                    <a:pt x="350" y="18"/>
                    <a:pt x="350" y="18"/>
                  </a:cubicBezTo>
                  <a:cubicBezTo>
                    <a:pt x="352" y="18"/>
                    <a:pt x="354" y="20"/>
                    <a:pt x="354" y="22"/>
                  </a:cubicBezTo>
                  <a:cubicBezTo>
                    <a:pt x="354" y="389"/>
                    <a:pt x="354" y="389"/>
                    <a:pt x="354" y="389"/>
                  </a:cubicBezTo>
                  <a:cubicBezTo>
                    <a:pt x="354" y="392"/>
                    <a:pt x="352" y="393"/>
                    <a:pt x="350" y="393"/>
                  </a:cubicBezTo>
                  <a:cubicBezTo>
                    <a:pt x="22" y="393"/>
                    <a:pt x="22" y="393"/>
                    <a:pt x="22" y="393"/>
                  </a:cubicBezTo>
                  <a:cubicBezTo>
                    <a:pt x="20" y="393"/>
                    <a:pt x="18" y="392"/>
                    <a:pt x="18" y="389"/>
                  </a:cubicBezTo>
                  <a:cubicBezTo>
                    <a:pt x="18" y="22"/>
                    <a:pt x="18" y="22"/>
                    <a:pt x="18" y="22"/>
                  </a:cubicBezTo>
                  <a:cubicBezTo>
                    <a:pt x="18" y="20"/>
                    <a:pt x="20" y="18"/>
                    <a:pt x="22" y="18"/>
                  </a:cubicBezTo>
                  <a:cubicBezTo>
                    <a:pt x="75" y="18"/>
                    <a:pt x="75" y="18"/>
                    <a:pt x="75" y="18"/>
                  </a:cubicBezTo>
                  <a:cubicBezTo>
                    <a:pt x="80" y="18"/>
                    <a:pt x="84" y="14"/>
                    <a:pt x="84" y="9"/>
                  </a:cubicBezTo>
                  <a:cubicBezTo>
                    <a:pt x="84" y="4"/>
                    <a:pt x="80" y="0"/>
                    <a:pt x="7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9" y="0"/>
                    <a:pt x="0" y="9"/>
                    <a:pt x="0" y="22"/>
                  </a:cubicBezTo>
                  <a:cubicBezTo>
                    <a:pt x="0" y="389"/>
                    <a:pt x="0" y="389"/>
                    <a:pt x="0" y="389"/>
                  </a:cubicBezTo>
                  <a:cubicBezTo>
                    <a:pt x="0" y="402"/>
                    <a:pt x="9" y="412"/>
                    <a:pt x="22" y="412"/>
                  </a:cubicBezTo>
                  <a:cubicBezTo>
                    <a:pt x="350" y="412"/>
                    <a:pt x="350" y="412"/>
                    <a:pt x="350" y="412"/>
                  </a:cubicBezTo>
                  <a:cubicBezTo>
                    <a:pt x="363" y="412"/>
                    <a:pt x="372" y="402"/>
                    <a:pt x="372" y="389"/>
                  </a:cubicBezTo>
                  <a:cubicBezTo>
                    <a:pt x="372" y="22"/>
                    <a:pt x="372" y="22"/>
                    <a:pt x="372" y="22"/>
                  </a:cubicBezTo>
                  <a:cubicBezTo>
                    <a:pt x="372" y="9"/>
                    <a:pt x="363" y="0"/>
                    <a:pt x="35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9" name="Freeform 44"/>
            <p:cNvSpPr>
              <a:spLocks/>
            </p:cNvSpPr>
            <p:nvPr/>
          </p:nvSpPr>
          <p:spPr bwMode="auto">
            <a:xfrm>
              <a:off x="7119939" y="1055688"/>
              <a:ext cx="292100" cy="331788"/>
            </a:xfrm>
            <a:custGeom>
              <a:avLst/>
              <a:gdLst>
                <a:gd name="T0" fmla="*/ 36 w 294"/>
                <a:gd name="T1" fmla="*/ 19 h 333"/>
                <a:gd name="T2" fmla="*/ 45 w 294"/>
                <a:gd name="T3" fmla="*/ 9 h 333"/>
                <a:gd name="T4" fmla="*/ 36 w 294"/>
                <a:gd name="T5" fmla="*/ 0 h 333"/>
                <a:gd name="T6" fmla="*/ 9 w 294"/>
                <a:gd name="T7" fmla="*/ 0 h 333"/>
                <a:gd name="T8" fmla="*/ 0 w 294"/>
                <a:gd name="T9" fmla="*/ 9 h 333"/>
                <a:gd name="T10" fmla="*/ 0 w 294"/>
                <a:gd name="T11" fmla="*/ 324 h 333"/>
                <a:gd name="T12" fmla="*/ 9 w 294"/>
                <a:gd name="T13" fmla="*/ 333 h 333"/>
                <a:gd name="T14" fmla="*/ 285 w 294"/>
                <a:gd name="T15" fmla="*/ 333 h 333"/>
                <a:gd name="T16" fmla="*/ 294 w 294"/>
                <a:gd name="T17" fmla="*/ 324 h 333"/>
                <a:gd name="T18" fmla="*/ 294 w 294"/>
                <a:gd name="T19" fmla="*/ 9 h 333"/>
                <a:gd name="T20" fmla="*/ 285 w 294"/>
                <a:gd name="T21" fmla="*/ 0 h 333"/>
                <a:gd name="T22" fmla="*/ 258 w 294"/>
                <a:gd name="T23" fmla="*/ 0 h 333"/>
                <a:gd name="T24" fmla="*/ 249 w 294"/>
                <a:gd name="T25" fmla="*/ 9 h 333"/>
                <a:gd name="T26" fmla="*/ 258 w 294"/>
                <a:gd name="T27" fmla="*/ 19 h 333"/>
                <a:gd name="T28" fmla="*/ 275 w 294"/>
                <a:gd name="T29" fmla="*/ 19 h 333"/>
                <a:gd name="T30" fmla="*/ 275 w 294"/>
                <a:gd name="T31" fmla="*/ 314 h 333"/>
                <a:gd name="T32" fmla="*/ 19 w 294"/>
                <a:gd name="T33" fmla="*/ 314 h 333"/>
                <a:gd name="T34" fmla="*/ 19 w 294"/>
                <a:gd name="T35" fmla="*/ 19 h 333"/>
                <a:gd name="T36" fmla="*/ 36 w 294"/>
                <a:gd name="T37" fmla="*/ 19 h 3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94" h="333">
                  <a:moveTo>
                    <a:pt x="36" y="19"/>
                  </a:moveTo>
                  <a:cubicBezTo>
                    <a:pt x="41" y="19"/>
                    <a:pt x="45" y="15"/>
                    <a:pt x="45" y="9"/>
                  </a:cubicBezTo>
                  <a:cubicBezTo>
                    <a:pt x="45" y="4"/>
                    <a:pt x="41" y="0"/>
                    <a:pt x="36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324"/>
                    <a:pt x="0" y="324"/>
                    <a:pt x="0" y="324"/>
                  </a:cubicBezTo>
                  <a:cubicBezTo>
                    <a:pt x="0" y="329"/>
                    <a:pt x="4" y="333"/>
                    <a:pt x="9" y="333"/>
                  </a:cubicBezTo>
                  <a:cubicBezTo>
                    <a:pt x="285" y="333"/>
                    <a:pt x="285" y="333"/>
                    <a:pt x="285" y="333"/>
                  </a:cubicBezTo>
                  <a:cubicBezTo>
                    <a:pt x="290" y="333"/>
                    <a:pt x="294" y="329"/>
                    <a:pt x="294" y="324"/>
                  </a:cubicBezTo>
                  <a:cubicBezTo>
                    <a:pt x="294" y="9"/>
                    <a:pt x="294" y="9"/>
                    <a:pt x="294" y="9"/>
                  </a:cubicBezTo>
                  <a:cubicBezTo>
                    <a:pt x="294" y="4"/>
                    <a:pt x="290" y="0"/>
                    <a:pt x="285" y="0"/>
                  </a:cubicBezTo>
                  <a:cubicBezTo>
                    <a:pt x="258" y="0"/>
                    <a:pt x="258" y="0"/>
                    <a:pt x="258" y="0"/>
                  </a:cubicBezTo>
                  <a:cubicBezTo>
                    <a:pt x="253" y="0"/>
                    <a:pt x="249" y="4"/>
                    <a:pt x="249" y="9"/>
                  </a:cubicBezTo>
                  <a:cubicBezTo>
                    <a:pt x="249" y="15"/>
                    <a:pt x="253" y="19"/>
                    <a:pt x="258" y="19"/>
                  </a:cubicBezTo>
                  <a:cubicBezTo>
                    <a:pt x="275" y="19"/>
                    <a:pt x="275" y="19"/>
                    <a:pt x="275" y="19"/>
                  </a:cubicBezTo>
                  <a:cubicBezTo>
                    <a:pt x="275" y="314"/>
                    <a:pt x="275" y="314"/>
                    <a:pt x="275" y="314"/>
                  </a:cubicBezTo>
                  <a:cubicBezTo>
                    <a:pt x="19" y="314"/>
                    <a:pt x="19" y="314"/>
                    <a:pt x="19" y="314"/>
                  </a:cubicBezTo>
                  <a:cubicBezTo>
                    <a:pt x="19" y="19"/>
                    <a:pt x="19" y="19"/>
                    <a:pt x="19" y="19"/>
                  </a:cubicBezTo>
                  <a:lnTo>
                    <a:pt x="36" y="19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0" name="Freeform 45"/>
            <p:cNvSpPr>
              <a:spLocks noEditPoints="1"/>
            </p:cNvSpPr>
            <p:nvPr/>
          </p:nvSpPr>
          <p:spPr bwMode="auto">
            <a:xfrm>
              <a:off x="7170739" y="1004888"/>
              <a:ext cx="188913" cy="95250"/>
            </a:xfrm>
            <a:custGeom>
              <a:avLst/>
              <a:gdLst>
                <a:gd name="T0" fmla="*/ 29 w 190"/>
                <a:gd name="T1" fmla="*/ 97 h 97"/>
                <a:gd name="T2" fmla="*/ 161 w 190"/>
                <a:gd name="T3" fmla="*/ 97 h 97"/>
                <a:gd name="T4" fmla="*/ 190 w 190"/>
                <a:gd name="T5" fmla="*/ 68 h 97"/>
                <a:gd name="T6" fmla="*/ 190 w 190"/>
                <a:gd name="T7" fmla="*/ 9 h 97"/>
                <a:gd name="T8" fmla="*/ 180 w 190"/>
                <a:gd name="T9" fmla="*/ 0 h 97"/>
                <a:gd name="T10" fmla="*/ 10 w 190"/>
                <a:gd name="T11" fmla="*/ 0 h 97"/>
                <a:gd name="T12" fmla="*/ 0 w 190"/>
                <a:gd name="T13" fmla="*/ 9 h 97"/>
                <a:gd name="T14" fmla="*/ 0 w 190"/>
                <a:gd name="T15" fmla="*/ 68 h 97"/>
                <a:gd name="T16" fmla="*/ 29 w 190"/>
                <a:gd name="T17" fmla="*/ 97 h 97"/>
                <a:gd name="T18" fmla="*/ 19 w 190"/>
                <a:gd name="T19" fmla="*/ 18 h 97"/>
                <a:gd name="T20" fmla="*/ 171 w 190"/>
                <a:gd name="T21" fmla="*/ 18 h 97"/>
                <a:gd name="T22" fmla="*/ 171 w 190"/>
                <a:gd name="T23" fmla="*/ 68 h 97"/>
                <a:gd name="T24" fmla="*/ 161 w 190"/>
                <a:gd name="T25" fmla="*/ 78 h 97"/>
                <a:gd name="T26" fmla="*/ 29 w 190"/>
                <a:gd name="T27" fmla="*/ 78 h 97"/>
                <a:gd name="T28" fmla="*/ 19 w 190"/>
                <a:gd name="T29" fmla="*/ 68 h 97"/>
                <a:gd name="T30" fmla="*/ 19 w 190"/>
                <a:gd name="T31" fmla="*/ 18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0" h="97">
                  <a:moveTo>
                    <a:pt x="29" y="97"/>
                  </a:moveTo>
                  <a:cubicBezTo>
                    <a:pt x="161" y="97"/>
                    <a:pt x="161" y="97"/>
                    <a:pt x="161" y="97"/>
                  </a:cubicBezTo>
                  <a:cubicBezTo>
                    <a:pt x="178" y="97"/>
                    <a:pt x="190" y="85"/>
                    <a:pt x="190" y="68"/>
                  </a:cubicBezTo>
                  <a:cubicBezTo>
                    <a:pt x="190" y="9"/>
                    <a:pt x="190" y="9"/>
                    <a:pt x="190" y="9"/>
                  </a:cubicBezTo>
                  <a:cubicBezTo>
                    <a:pt x="190" y="4"/>
                    <a:pt x="185" y="0"/>
                    <a:pt x="180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68"/>
                    <a:pt x="0" y="68"/>
                    <a:pt x="0" y="68"/>
                  </a:cubicBezTo>
                  <a:cubicBezTo>
                    <a:pt x="0" y="85"/>
                    <a:pt x="12" y="97"/>
                    <a:pt x="29" y="97"/>
                  </a:cubicBezTo>
                  <a:close/>
                  <a:moveTo>
                    <a:pt x="19" y="18"/>
                  </a:moveTo>
                  <a:cubicBezTo>
                    <a:pt x="171" y="18"/>
                    <a:pt x="171" y="18"/>
                    <a:pt x="171" y="18"/>
                  </a:cubicBezTo>
                  <a:cubicBezTo>
                    <a:pt x="171" y="68"/>
                    <a:pt x="171" y="68"/>
                    <a:pt x="171" y="68"/>
                  </a:cubicBezTo>
                  <a:cubicBezTo>
                    <a:pt x="171" y="75"/>
                    <a:pt x="168" y="78"/>
                    <a:pt x="161" y="78"/>
                  </a:cubicBezTo>
                  <a:cubicBezTo>
                    <a:pt x="29" y="78"/>
                    <a:pt x="29" y="78"/>
                    <a:pt x="29" y="78"/>
                  </a:cubicBezTo>
                  <a:cubicBezTo>
                    <a:pt x="22" y="78"/>
                    <a:pt x="19" y="75"/>
                    <a:pt x="19" y="68"/>
                  </a:cubicBezTo>
                  <a:lnTo>
                    <a:pt x="19" y="18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1" name="Freeform 46"/>
            <p:cNvSpPr>
              <a:spLocks/>
            </p:cNvSpPr>
            <p:nvPr/>
          </p:nvSpPr>
          <p:spPr bwMode="auto">
            <a:xfrm>
              <a:off x="7185026" y="1200151"/>
              <a:ext cx="161925" cy="17463"/>
            </a:xfrm>
            <a:custGeom>
              <a:avLst/>
              <a:gdLst>
                <a:gd name="T0" fmla="*/ 9 w 162"/>
                <a:gd name="T1" fmla="*/ 19 h 19"/>
                <a:gd name="T2" fmla="*/ 153 w 162"/>
                <a:gd name="T3" fmla="*/ 19 h 19"/>
                <a:gd name="T4" fmla="*/ 162 w 162"/>
                <a:gd name="T5" fmla="*/ 10 h 19"/>
                <a:gd name="T6" fmla="*/ 153 w 162"/>
                <a:gd name="T7" fmla="*/ 0 h 19"/>
                <a:gd name="T8" fmla="*/ 9 w 162"/>
                <a:gd name="T9" fmla="*/ 0 h 19"/>
                <a:gd name="T10" fmla="*/ 0 w 162"/>
                <a:gd name="T11" fmla="*/ 10 h 19"/>
                <a:gd name="T12" fmla="*/ 9 w 162"/>
                <a:gd name="T13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2" h="19">
                  <a:moveTo>
                    <a:pt x="9" y="19"/>
                  </a:moveTo>
                  <a:cubicBezTo>
                    <a:pt x="153" y="19"/>
                    <a:pt x="153" y="19"/>
                    <a:pt x="153" y="19"/>
                  </a:cubicBezTo>
                  <a:cubicBezTo>
                    <a:pt x="158" y="19"/>
                    <a:pt x="162" y="15"/>
                    <a:pt x="162" y="10"/>
                  </a:cubicBezTo>
                  <a:cubicBezTo>
                    <a:pt x="162" y="4"/>
                    <a:pt x="158" y="0"/>
                    <a:pt x="153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15"/>
                    <a:pt x="4" y="19"/>
                    <a:pt x="9" y="19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2" name="Freeform 47"/>
            <p:cNvSpPr>
              <a:spLocks/>
            </p:cNvSpPr>
            <p:nvPr/>
          </p:nvSpPr>
          <p:spPr bwMode="auto">
            <a:xfrm>
              <a:off x="7185026" y="1147763"/>
              <a:ext cx="161925" cy="17463"/>
            </a:xfrm>
            <a:custGeom>
              <a:avLst/>
              <a:gdLst>
                <a:gd name="T0" fmla="*/ 9 w 162"/>
                <a:gd name="T1" fmla="*/ 18 h 18"/>
                <a:gd name="T2" fmla="*/ 153 w 162"/>
                <a:gd name="T3" fmla="*/ 18 h 18"/>
                <a:gd name="T4" fmla="*/ 162 w 162"/>
                <a:gd name="T5" fmla="*/ 9 h 18"/>
                <a:gd name="T6" fmla="*/ 153 w 162"/>
                <a:gd name="T7" fmla="*/ 0 h 18"/>
                <a:gd name="T8" fmla="*/ 9 w 162"/>
                <a:gd name="T9" fmla="*/ 0 h 18"/>
                <a:gd name="T10" fmla="*/ 0 w 162"/>
                <a:gd name="T11" fmla="*/ 9 h 18"/>
                <a:gd name="T12" fmla="*/ 9 w 162"/>
                <a:gd name="T13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2" h="18">
                  <a:moveTo>
                    <a:pt x="9" y="18"/>
                  </a:moveTo>
                  <a:cubicBezTo>
                    <a:pt x="153" y="18"/>
                    <a:pt x="153" y="18"/>
                    <a:pt x="153" y="18"/>
                  </a:cubicBezTo>
                  <a:cubicBezTo>
                    <a:pt x="158" y="18"/>
                    <a:pt x="162" y="14"/>
                    <a:pt x="162" y="9"/>
                  </a:cubicBezTo>
                  <a:cubicBezTo>
                    <a:pt x="162" y="4"/>
                    <a:pt x="158" y="0"/>
                    <a:pt x="153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4"/>
                    <a:pt x="4" y="18"/>
                    <a:pt x="9" y="1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3" name="Freeform 48"/>
            <p:cNvSpPr>
              <a:spLocks/>
            </p:cNvSpPr>
            <p:nvPr/>
          </p:nvSpPr>
          <p:spPr bwMode="auto">
            <a:xfrm>
              <a:off x="7185026" y="1252538"/>
              <a:ext cx="161925" cy="17463"/>
            </a:xfrm>
            <a:custGeom>
              <a:avLst/>
              <a:gdLst>
                <a:gd name="T0" fmla="*/ 9 w 162"/>
                <a:gd name="T1" fmla="*/ 18 h 18"/>
                <a:gd name="T2" fmla="*/ 153 w 162"/>
                <a:gd name="T3" fmla="*/ 18 h 18"/>
                <a:gd name="T4" fmla="*/ 162 w 162"/>
                <a:gd name="T5" fmla="*/ 9 h 18"/>
                <a:gd name="T6" fmla="*/ 153 w 162"/>
                <a:gd name="T7" fmla="*/ 0 h 18"/>
                <a:gd name="T8" fmla="*/ 9 w 162"/>
                <a:gd name="T9" fmla="*/ 0 h 18"/>
                <a:gd name="T10" fmla="*/ 0 w 162"/>
                <a:gd name="T11" fmla="*/ 9 h 18"/>
                <a:gd name="T12" fmla="*/ 9 w 162"/>
                <a:gd name="T13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2" h="18">
                  <a:moveTo>
                    <a:pt x="9" y="18"/>
                  </a:moveTo>
                  <a:cubicBezTo>
                    <a:pt x="153" y="18"/>
                    <a:pt x="153" y="18"/>
                    <a:pt x="153" y="18"/>
                  </a:cubicBezTo>
                  <a:cubicBezTo>
                    <a:pt x="158" y="18"/>
                    <a:pt x="162" y="14"/>
                    <a:pt x="162" y="9"/>
                  </a:cubicBezTo>
                  <a:cubicBezTo>
                    <a:pt x="162" y="4"/>
                    <a:pt x="158" y="0"/>
                    <a:pt x="153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4"/>
                    <a:pt x="4" y="18"/>
                    <a:pt x="9" y="1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4" name="Freeform 49"/>
            <p:cNvSpPr>
              <a:spLocks/>
            </p:cNvSpPr>
            <p:nvPr/>
          </p:nvSpPr>
          <p:spPr bwMode="auto">
            <a:xfrm>
              <a:off x="7185026" y="1303338"/>
              <a:ext cx="161925" cy="19050"/>
            </a:xfrm>
            <a:custGeom>
              <a:avLst/>
              <a:gdLst>
                <a:gd name="T0" fmla="*/ 9 w 162"/>
                <a:gd name="T1" fmla="*/ 19 h 19"/>
                <a:gd name="T2" fmla="*/ 153 w 162"/>
                <a:gd name="T3" fmla="*/ 19 h 19"/>
                <a:gd name="T4" fmla="*/ 162 w 162"/>
                <a:gd name="T5" fmla="*/ 9 h 19"/>
                <a:gd name="T6" fmla="*/ 153 w 162"/>
                <a:gd name="T7" fmla="*/ 0 h 19"/>
                <a:gd name="T8" fmla="*/ 9 w 162"/>
                <a:gd name="T9" fmla="*/ 0 h 19"/>
                <a:gd name="T10" fmla="*/ 0 w 162"/>
                <a:gd name="T11" fmla="*/ 9 h 19"/>
                <a:gd name="T12" fmla="*/ 9 w 162"/>
                <a:gd name="T13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2" h="19">
                  <a:moveTo>
                    <a:pt x="9" y="19"/>
                  </a:moveTo>
                  <a:cubicBezTo>
                    <a:pt x="153" y="19"/>
                    <a:pt x="153" y="19"/>
                    <a:pt x="153" y="19"/>
                  </a:cubicBezTo>
                  <a:cubicBezTo>
                    <a:pt x="158" y="19"/>
                    <a:pt x="162" y="15"/>
                    <a:pt x="162" y="9"/>
                  </a:cubicBezTo>
                  <a:cubicBezTo>
                    <a:pt x="162" y="4"/>
                    <a:pt x="158" y="0"/>
                    <a:pt x="153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5"/>
                    <a:pt x="4" y="19"/>
                    <a:pt x="9" y="19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73" name="Group 272"/>
          <p:cNvGrpSpPr/>
          <p:nvPr/>
        </p:nvGrpSpPr>
        <p:grpSpPr>
          <a:xfrm>
            <a:off x="10517719" y="1339852"/>
            <a:ext cx="738717" cy="563033"/>
            <a:chOff x="7888289" y="1004888"/>
            <a:chExt cx="554038" cy="422275"/>
          </a:xfrm>
          <a:solidFill>
            <a:schemeClr val="accent1"/>
          </a:solidFill>
        </p:grpSpPr>
        <p:sp>
          <p:nvSpPr>
            <p:cNvPr id="85" name="Freeform 50"/>
            <p:cNvSpPr>
              <a:spLocks/>
            </p:cNvSpPr>
            <p:nvPr/>
          </p:nvSpPr>
          <p:spPr bwMode="auto">
            <a:xfrm>
              <a:off x="8345489" y="1004888"/>
              <a:ext cx="58738" cy="382588"/>
            </a:xfrm>
            <a:custGeom>
              <a:avLst/>
              <a:gdLst>
                <a:gd name="T0" fmla="*/ 29 w 58"/>
                <a:gd name="T1" fmla="*/ 385 h 385"/>
                <a:gd name="T2" fmla="*/ 58 w 58"/>
                <a:gd name="T3" fmla="*/ 356 h 385"/>
                <a:gd name="T4" fmla="*/ 58 w 58"/>
                <a:gd name="T5" fmla="*/ 9 h 385"/>
                <a:gd name="T6" fmla="*/ 48 w 58"/>
                <a:gd name="T7" fmla="*/ 0 h 385"/>
                <a:gd name="T8" fmla="*/ 39 w 58"/>
                <a:gd name="T9" fmla="*/ 9 h 385"/>
                <a:gd name="T10" fmla="*/ 39 w 58"/>
                <a:gd name="T11" fmla="*/ 356 h 385"/>
                <a:gd name="T12" fmla="*/ 29 w 58"/>
                <a:gd name="T13" fmla="*/ 366 h 385"/>
                <a:gd name="T14" fmla="*/ 18 w 58"/>
                <a:gd name="T15" fmla="*/ 356 h 385"/>
                <a:gd name="T16" fmla="*/ 18 w 58"/>
                <a:gd name="T17" fmla="*/ 9 h 385"/>
                <a:gd name="T18" fmla="*/ 9 w 58"/>
                <a:gd name="T19" fmla="*/ 0 h 385"/>
                <a:gd name="T20" fmla="*/ 0 w 58"/>
                <a:gd name="T21" fmla="*/ 9 h 385"/>
                <a:gd name="T22" fmla="*/ 0 w 58"/>
                <a:gd name="T23" fmla="*/ 356 h 385"/>
                <a:gd name="T24" fmla="*/ 29 w 58"/>
                <a:gd name="T25" fmla="*/ 385 h 3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8" h="385">
                  <a:moveTo>
                    <a:pt x="29" y="385"/>
                  </a:moveTo>
                  <a:cubicBezTo>
                    <a:pt x="46" y="385"/>
                    <a:pt x="58" y="374"/>
                    <a:pt x="58" y="356"/>
                  </a:cubicBezTo>
                  <a:cubicBezTo>
                    <a:pt x="58" y="9"/>
                    <a:pt x="58" y="9"/>
                    <a:pt x="58" y="9"/>
                  </a:cubicBezTo>
                  <a:cubicBezTo>
                    <a:pt x="58" y="4"/>
                    <a:pt x="54" y="0"/>
                    <a:pt x="48" y="0"/>
                  </a:cubicBezTo>
                  <a:cubicBezTo>
                    <a:pt x="43" y="0"/>
                    <a:pt x="39" y="4"/>
                    <a:pt x="39" y="9"/>
                  </a:cubicBezTo>
                  <a:cubicBezTo>
                    <a:pt x="39" y="356"/>
                    <a:pt x="39" y="356"/>
                    <a:pt x="39" y="356"/>
                  </a:cubicBezTo>
                  <a:cubicBezTo>
                    <a:pt x="39" y="359"/>
                    <a:pt x="39" y="366"/>
                    <a:pt x="29" y="366"/>
                  </a:cubicBezTo>
                  <a:cubicBezTo>
                    <a:pt x="26" y="366"/>
                    <a:pt x="18" y="366"/>
                    <a:pt x="18" y="356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18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356"/>
                    <a:pt x="0" y="356"/>
                    <a:pt x="0" y="356"/>
                  </a:cubicBezTo>
                  <a:cubicBezTo>
                    <a:pt x="0" y="375"/>
                    <a:pt x="14" y="385"/>
                    <a:pt x="29" y="385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6" name="Freeform 51"/>
            <p:cNvSpPr>
              <a:spLocks noEditPoints="1"/>
            </p:cNvSpPr>
            <p:nvPr/>
          </p:nvSpPr>
          <p:spPr bwMode="auto">
            <a:xfrm>
              <a:off x="7942264" y="1147763"/>
              <a:ext cx="147638" cy="134938"/>
            </a:xfrm>
            <a:custGeom>
              <a:avLst/>
              <a:gdLst>
                <a:gd name="T0" fmla="*/ 140 w 149"/>
                <a:gd name="T1" fmla="*/ 0 h 136"/>
                <a:gd name="T2" fmla="*/ 9 w 149"/>
                <a:gd name="T3" fmla="*/ 0 h 136"/>
                <a:gd name="T4" fmla="*/ 0 w 149"/>
                <a:gd name="T5" fmla="*/ 9 h 136"/>
                <a:gd name="T6" fmla="*/ 0 w 149"/>
                <a:gd name="T7" fmla="*/ 127 h 136"/>
                <a:gd name="T8" fmla="*/ 9 w 149"/>
                <a:gd name="T9" fmla="*/ 136 h 136"/>
                <a:gd name="T10" fmla="*/ 140 w 149"/>
                <a:gd name="T11" fmla="*/ 136 h 136"/>
                <a:gd name="T12" fmla="*/ 149 w 149"/>
                <a:gd name="T13" fmla="*/ 127 h 136"/>
                <a:gd name="T14" fmla="*/ 149 w 149"/>
                <a:gd name="T15" fmla="*/ 9 h 136"/>
                <a:gd name="T16" fmla="*/ 140 w 149"/>
                <a:gd name="T17" fmla="*/ 0 h 136"/>
                <a:gd name="T18" fmla="*/ 131 w 149"/>
                <a:gd name="T19" fmla="*/ 118 h 136"/>
                <a:gd name="T20" fmla="*/ 18 w 149"/>
                <a:gd name="T21" fmla="*/ 118 h 136"/>
                <a:gd name="T22" fmla="*/ 18 w 149"/>
                <a:gd name="T23" fmla="*/ 18 h 136"/>
                <a:gd name="T24" fmla="*/ 131 w 149"/>
                <a:gd name="T25" fmla="*/ 18 h 136"/>
                <a:gd name="T26" fmla="*/ 131 w 149"/>
                <a:gd name="T27" fmla="*/ 118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49" h="136">
                  <a:moveTo>
                    <a:pt x="140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27"/>
                    <a:pt x="0" y="127"/>
                    <a:pt x="0" y="127"/>
                  </a:cubicBezTo>
                  <a:cubicBezTo>
                    <a:pt x="0" y="132"/>
                    <a:pt x="4" y="136"/>
                    <a:pt x="9" y="136"/>
                  </a:cubicBezTo>
                  <a:cubicBezTo>
                    <a:pt x="140" y="136"/>
                    <a:pt x="140" y="136"/>
                    <a:pt x="140" y="136"/>
                  </a:cubicBezTo>
                  <a:cubicBezTo>
                    <a:pt x="145" y="136"/>
                    <a:pt x="149" y="132"/>
                    <a:pt x="149" y="127"/>
                  </a:cubicBezTo>
                  <a:cubicBezTo>
                    <a:pt x="149" y="9"/>
                    <a:pt x="149" y="9"/>
                    <a:pt x="149" y="9"/>
                  </a:cubicBezTo>
                  <a:cubicBezTo>
                    <a:pt x="149" y="4"/>
                    <a:pt x="145" y="0"/>
                    <a:pt x="140" y="0"/>
                  </a:cubicBezTo>
                  <a:close/>
                  <a:moveTo>
                    <a:pt x="131" y="118"/>
                  </a:moveTo>
                  <a:cubicBezTo>
                    <a:pt x="18" y="118"/>
                    <a:pt x="18" y="118"/>
                    <a:pt x="18" y="118"/>
                  </a:cubicBezTo>
                  <a:cubicBezTo>
                    <a:pt x="18" y="18"/>
                    <a:pt x="18" y="18"/>
                    <a:pt x="18" y="18"/>
                  </a:cubicBezTo>
                  <a:cubicBezTo>
                    <a:pt x="131" y="18"/>
                    <a:pt x="131" y="18"/>
                    <a:pt x="131" y="18"/>
                  </a:cubicBezTo>
                  <a:lnTo>
                    <a:pt x="131" y="118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7" name="Freeform 52"/>
            <p:cNvSpPr>
              <a:spLocks noEditPoints="1"/>
            </p:cNvSpPr>
            <p:nvPr/>
          </p:nvSpPr>
          <p:spPr bwMode="auto">
            <a:xfrm>
              <a:off x="7942264" y="1042988"/>
              <a:ext cx="330200" cy="71438"/>
            </a:xfrm>
            <a:custGeom>
              <a:avLst/>
              <a:gdLst>
                <a:gd name="T0" fmla="*/ 323 w 333"/>
                <a:gd name="T1" fmla="*/ 0 h 71"/>
                <a:gd name="T2" fmla="*/ 9 w 333"/>
                <a:gd name="T3" fmla="*/ 0 h 71"/>
                <a:gd name="T4" fmla="*/ 0 w 333"/>
                <a:gd name="T5" fmla="*/ 9 h 71"/>
                <a:gd name="T6" fmla="*/ 0 w 333"/>
                <a:gd name="T7" fmla="*/ 62 h 71"/>
                <a:gd name="T8" fmla="*/ 9 w 333"/>
                <a:gd name="T9" fmla="*/ 71 h 71"/>
                <a:gd name="T10" fmla="*/ 323 w 333"/>
                <a:gd name="T11" fmla="*/ 71 h 71"/>
                <a:gd name="T12" fmla="*/ 333 w 333"/>
                <a:gd name="T13" fmla="*/ 62 h 71"/>
                <a:gd name="T14" fmla="*/ 333 w 333"/>
                <a:gd name="T15" fmla="*/ 9 h 71"/>
                <a:gd name="T16" fmla="*/ 323 w 333"/>
                <a:gd name="T17" fmla="*/ 0 h 71"/>
                <a:gd name="T18" fmla="*/ 314 w 333"/>
                <a:gd name="T19" fmla="*/ 52 h 71"/>
                <a:gd name="T20" fmla="*/ 18 w 333"/>
                <a:gd name="T21" fmla="*/ 52 h 71"/>
                <a:gd name="T22" fmla="*/ 18 w 333"/>
                <a:gd name="T23" fmla="*/ 19 h 71"/>
                <a:gd name="T24" fmla="*/ 314 w 333"/>
                <a:gd name="T25" fmla="*/ 19 h 71"/>
                <a:gd name="T26" fmla="*/ 314 w 333"/>
                <a:gd name="T27" fmla="*/ 52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33" h="71">
                  <a:moveTo>
                    <a:pt x="323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62"/>
                    <a:pt x="0" y="62"/>
                    <a:pt x="0" y="62"/>
                  </a:cubicBezTo>
                  <a:cubicBezTo>
                    <a:pt x="0" y="67"/>
                    <a:pt x="4" y="71"/>
                    <a:pt x="9" y="71"/>
                  </a:cubicBezTo>
                  <a:cubicBezTo>
                    <a:pt x="323" y="71"/>
                    <a:pt x="323" y="71"/>
                    <a:pt x="323" y="71"/>
                  </a:cubicBezTo>
                  <a:cubicBezTo>
                    <a:pt x="328" y="71"/>
                    <a:pt x="333" y="67"/>
                    <a:pt x="333" y="62"/>
                  </a:cubicBezTo>
                  <a:cubicBezTo>
                    <a:pt x="333" y="9"/>
                    <a:pt x="333" y="9"/>
                    <a:pt x="333" y="9"/>
                  </a:cubicBezTo>
                  <a:cubicBezTo>
                    <a:pt x="333" y="4"/>
                    <a:pt x="328" y="0"/>
                    <a:pt x="323" y="0"/>
                  </a:cubicBezTo>
                  <a:close/>
                  <a:moveTo>
                    <a:pt x="314" y="52"/>
                  </a:moveTo>
                  <a:cubicBezTo>
                    <a:pt x="18" y="52"/>
                    <a:pt x="18" y="52"/>
                    <a:pt x="18" y="52"/>
                  </a:cubicBezTo>
                  <a:cubicBezTo>
                    <a:pt x="18" y="19"/>
                    <a:pt x="18" y="19"/>
                    <a:pt x="18" y="19"/>
                  </a:cubicBezTo>
                  <a:cubicBezTo>
                    <a:pt x="314" y="19"/>
                    <a:pt x="314" y="19"/>
                    <a:pt x="314" y="19"/>
                  </a:cubicBezTo>
                  <a:lnTo>
                    <a:pt x="314" y="52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8" name="Freeform 53"/>
            <p:cNvSpPr>
              <a:spLocks/>
            </p:cNvSpPr>
            <p:nvPr/>
          </p:nvSpPr>
          <p:spPr bwMode="auto">
            <a:xfrm>
              <a:off x="8123239" y="1147763"/>
              <a:ext cx="149225" cy="17463"/>
            </a:xfrm>
            <a:custGeom>
              <a:avLst/>
              <a:gdLst>
                <a:gd name="T0" fmla="*/ 140 w 150"/>
                <a:gd name="T1" fmla="*/ 0 h 18"/>
                <a:gd name="T2" fmla="*/ 9 w 150"/>
                <a:gd name="T3" fmla="*/ 0 h 18"/>
                <a:gd name="T4" fmla="*/ 0 w 150"/>
                <a:gd name="T5" fmla="*/ 9 h 18"/>
                <a:gd name="T6" fmla="*/ 9 w 150"/>
                <a:gd name="T7" fmla="*/ 18 h 18"/>
                <a:gd name="T8" fmla="*/ 140 w 150"/>
                <a:gd name="T9" fmla="*/ 18 h 18"/>
                <a:gd name="T10" fmla="*/ 150 w 150"/>
                <a:gd name="T11" fmla="*/ 9 h 18"/>
                <a:gd name="T12" fmla="*/ 140 w 150"/>
                <a:gd name="T13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0" h="18">
                  <a:moveTo>
                    <a:pt x="140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4"/>
                    <a:pt x="4" y="18"/>
                    <a:pt x="9" y="18"/>
                  </a:cubicBezTo>
                  <a:cubicBezTo>
                    <a:pt x="140" y="18"/>
                    <a:pt x="140" y="18"/>
                    <a:pt x="140" y="18"/>
                  </a:cubicBezTo>
                  <a:cubicBezTo>
                    <a:pt x="145" y="18"/>
                    <a:pt x="150" y="14"/>
                    <a:pt x="150" y="9"/>
                  </a:cubicBezTo>
                  <a:cubicBezTo>
                    <a:pt x="150" y="4"/>
                    <a:pt x="145" y="0"/>
                    <a:pt x="14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9" name="Freeform 54"/>
            <p:cNvSpPr>
              <a:spLocks/>
            </p:cNvSpPr>
            <p:nvPr/>
          </p:nvSpPr>
          <p:spPr bwMode="auto">
            <a:xfrm>
              <a:off x="8123239" y="1185863"/>
              <a:ext cx="149225" cy="19050"/>
            </a:xfrm>
            <a:custGeom>
              <a:avLst/>
              <a:gdLst>
                <a:gd name="T0" fmla="*/ 140 w 150"/>
                <a:gd name="T1" fmla="*/ 0 h 19"/>
                <a:gd name="T2" fmla="*/ 9 w 150"/>
                <a:gd name="T3" fmla="*/ 0 h 19"/>
                <a:gd name="T4" fmla="*/ 0 w 150"/>
                <a:gd name="T5" fmla="*/ 9 h 19"/>
                <a:gd name="T6" fmla="*/ 9 w 150"/>
                <a:gd name="T7" fmla="*/ 19 h 19"/>
                <a:gd name="T8" fmla="*/ 140 w 150"/>
                <a:gd name="T9" fmla="*/ 19 h 19"/>
                <a:gd name="T10" fmla="*/ 150 w 150"/>
                <a:gd name="T11" fmla="*/ 9 h 19"/>
                <a:gd name="T12" fmla="*/ 140 w 150"/>
                <a:gd name="T1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0" h="19">
                  <a:moveTo>
                    <a:pt x="140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5"/>
                    <a:pt x="4" y="19"/>
                    <a:pt x="9" y="19"/>
                  </a:cubicBezTo>
                  <a:cubicBezTo>
                    <a:pt x="140" y="19"/>
                    <a:pt x="140" y="19"/>
                    <a:pt x="140" y="19"/>
                  </a:cubicBezTo>
                  <a:cubicBezTo>
                    <a:pt x="145" y="19"/>
                    <a:pt x="150" y="15"/>
                    <a:pt x="150" y="9"/>
                  </a:cubicBezTo>
                  <a:cubicBezTo>
                    <a:pt x="150" y="4"/>
                    <a:pt x="145" y="0"/>
                    <a:pt x="14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0" name="Freeform 55"/>
            <p:cNvSpPr>
              <a:spLocks/>
            </p:cNvSpPr>
            <p:nvPr/>
          </p:nvSpPr>
          <p:spPr bwMode="auto">
            <a:xfrm>
              <a:off x="8123239" y="1225551"/>
              <a:ext cx="149225" cy="19050"/>
            </a:xfrm>
            <a:custGeom>
              <a:avLst/>
              <a:gdLst>
                <a:gd name="T0" fmla="*/ 140 w 150"/>
                <a:gd name="T1" fmla="*/ 0 h 19"/>
                <a:gd name="T2" fmla="*/ 9 w 150"/>
                <a:gd name="T3" fmla="*/ 0 h 19"/>
                <a:gd name="T4" fmla="*/ 0 w 150"/>
                <a:gd name="T5" fmla="*/ 10 h 19"/>
                <a:gd name="T6" fmla="*/ 9 w 150"/>
                <a:gd name="T7" fmla="*/ 19 h 19"/>
                <a:gd name="T8" fmla="*/ 140 w 150"/>
                <a:gd name="T9" fmla="*/ 19 h 19"/>
                <a:gd name="T10" fmla="*/ 150 w 150"/>
                <a:gd name="T11" fmla="*/ 10 h 19"/>
                <a:gd name="T12" fmla="*/ 140 w 150"/>
                <a:gd name="T1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0" h="19">
                  <a:moveTo>
                    <a:pt x="140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15"/>
                    <a:pt x="4" y="19"/>
                    <a:pt x="9" y="19"/>
                  </a:cubicBezTo>
                  <a:cubicBezTo>
                    <a:pt x="140" y="19"/>
                    <a:pt x="140" y="19"/>
                    <a:pt x="140" y="19"/>
                  </a:cubicBezTo>
                  <a:cubicBezTo>
                    <a:pt x="145" y="19"/>
                    <a:pt x="150" y="15"/>
                    <a:pt x="150" y="10"/>
                  </a:cubicBezTo>
                  <a:cubicBezTo>
                    <a:pt x="150" y="5"/>
                    <a:pt x="145" y="0"/>
                    <a:pt x="14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1" name="Freeform 56"/>
            <p:cNvSpPr>
              <a:spLocks/>
            </p:cNvSpPr>
            <p:nvPr/>
          </p:nvSpPr>
          <p:spPr bwMode="auto">
            <a:xfrm>
              <a:off x="8123239" y="1265238"/>
              <a:ext cx="149225" cy="17463"/>
            </a:xfrm>
            <a:custGeom>
              <a:avLst/>
              <a:gdLst>
                <a:gd name="T0" fmla="*/ 140 w 150"/>
                <a:gd name="T1" fmla="*/ 0 h 18"/>
                <a:gd name="T2" fmla="*/ 9 w 150"/>
                <a:gd name="T3" fmla="*/ 0 h 18"/>
                <a:gd name="T4" fmla="*/ 0 w 150"/>
                <a:gd name="T5" fmla="*/ 9 h 18"/>
                <a:gd name="T6" fmla="*/ 9 w 150"/>
                <a:gd name="T7" fmla="*/ 18 h 18"/>
                <a:gd name="T8" fmla="*/ 140 w 150"/>
                <a:gd name="T9" fmla="*/ 18 h 18"/>
                <a:gd name="T10" fmla="*/ 150 w 150"/>
                <a:gd name="T11" fmla="*/ 9 h 18"/>
                <a:gd name="T12" fmla="*/ 140 w 150"/>
                <a:gd name="T13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0" h="18">
                  <a:moveTo>
                    <a:pt x="140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4"/>
                    <a:pt x="4" y="18"/>
                    <a:pt x="9" y="18"/>
                  </a:cubicBezTo>
                  <a:cubicBezTo>
                    <a:pt x="140" y="18"/>
                    <a:pt x="140" y="18"/>
                    <a:pt x="140" y="18"/>
                  </a:cubicBezTo>
                  <a:cubicBezTo>
                    <a:pt x="145" y="18"/>
                    <a:pt x="150" y="14"/>
                    <a:pt x="150" y="9"/>
                  </a:cubicBezTo>
                  <a:cubicBezTo>
                    <a:pt x="150" y="4"/>
                    <a:pt x="145" y="0"/>
                    <a:pt x="14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2" name="Freeform 57"/>
            <p:cNvSpPr>
              <a:spLocks/>
            </p:cNvSpPr>
            <p:nvPr/>
          </p:nvSpPr>
          <p:spPr bwMode="auto">
            <a:xfrm>
              <a:off x="8123239" y="1303338"/>
              <a:ext cx="149225" cy="19050"/>
            </a:xfrm>
            <a:custGeom>
              <a:avLst/>
              <a:gdLst>
                <a:gd name="T0" fmla="*/ 140 w 150"/>
                <a:gd name="T1" fmla="*/ 0 h 19"/>
                <a:gd name="T2" fmla="*/ 9 w 150"/>
                <a:gd name="T3" fmla="*/ 0 h 19"/>
                <a:gd name="T4" fmla="*/ 0 w 150"/>
                <a:gd name="T5" fmla="*/ 9 h 19"/>
                <a:gd name="T6" fmla="*/ 9 w 150"/>
                <a:gd name="T7" fmla="*/ 19 h 19"/>
                <a:gd name="T8" fmla="*/ 140 w 150"/>
                <a:gd name="T9" fmla="*/ 19 h 19"/>
                <a:gd name="T10" fmla="*/ 150 w 150"/>
                <a:gd name="T11" fmla="*/ 9 h 19"/>
                <a:gd name="T12" fmla="*/ 140 w 150"/>
                <a:gd name="T1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0" h="19">
                  <a:moveTo>
                    <a:pt x="140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5"/>
                    <a:pt x="4" y="19"/>
                    <a:pt x="9" y="19"/>
                  </a:cubicBezTo>
                  <a:cubicBezTo>
                    <a:pt x="140" y="19"/>
                    <a:pt x="140" y="19"/>
                    <a:pt x="140" y="19"/>
                  </a:cubicBezTo>
                  <a:cubicBezTo>
                    <a:pt x="145" y="19"/>
                    <a:pt x="150" y="15"/>
                    <a:pt x="150" y="9"/>
                  </a:cubicBezTo>
                  <a:cubicBezTo>
                    <a:pt x="150" y="4"/>
                    <a:pt x="145" y="0"/>
                    <a:pt x="14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3" name="Freeform 58"/>
            <p:cNvSpPr>
              <a:spLocks/>
            </p:cNvSpPr>
            <p:nvPr/>
          </p:nvSpPr>
          <p:spPr bwMode="auto">
            <a:xfrm>
              <a:off x="7942264" y="1303338"/>
              <a:ext cx="147638" cy="19050"/>
            </a:xfrm>
            <a:custGeom>
              <a:avLst/>
              <a:gdLst>
                <a:gd name="T0" fmla="*/ 140 w 149"/>
                <a:gd name="T1" fmla="*/ 0 h 19"/>
                <a:gd name="T2" fmla="*/ 9 w 149"/>
                <a:gd name="T3" fmla="*/ 0 h 19"/>
                <a:gd name="T4" fmla="*/ 0 w 149"/>
                <a:gd name="T5" fmla="*/ 9 h 19"/>
                <a:gd name="T6" fmla="*/ 9 w 149"/>
                <a:gd name="T7" fmla="*/ 19 h 19"/>
                <a:gd name="T8" fmla="*/ 140 w 149"/>
                <a:gd name="T9" fmla="*/ 19 h 19"/>
                <a:gd name="T10" fmla="*/ 149 w 149"/>
                <a:gd name="T11" fmla="*/ 9 h 19"/>
                <a:gd name="T12" fmla="*/ 140 w 149"/>
                <a:gd name="T1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9" h="19">
                  <a:moveTo>
                    <a:pt x="140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5"/>
                    <a:pt x="4" y="19"/>
                    <a:pt x="9" y="19"/>
                  </a:cubicBezTo>
                  <a:cubicBezTo>
                    <a:pt x="140" y="19"/>
                    <a:pt x="140" y="19"/>
                    <a:pt x="140" y="19"/>
                  </a:cubicBezTo>
                  <a:cubicBezTo>
                    <a:pt x="145" y="19"/>
                    <a:pt x="149" y="15"/>
                    <a:pt x="149" y="9"/>
                  </a:cubicBezTo>
                  <a:cubicBezTo>
                    <a:pt x="149" y="4"/>
                    <a:pt x="145" y="0"/>
                    <a:pt x="14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4" name="Freeform 59"/>
            <p:cNvSpPr>
              <a:spLocks/>
            </p:cNvSpPr>
            <p:nvPr/>
          </p:nvSpPr>
          <p:spPr bwMode="auto">
            <a:xfrm>
              <a:off x="8123239" y="1343026"/>
              <a:ext cx="149225" cy="19050"/>
            </a:xfrm>
            <a:custGeom>
              <a:avLst/>
              <a:gdLst>
                <a:gd name="T0" fmla="*/ 140 w 150"/>
                <a:gd name="T1" fmla="*/ 0 h 19"/>
                <a:gd name="T2" fmla="*/ 9 w 150"/>
                <a:gd name="T3" fmla="*/ 0 h 19"/>
                <a:gd name="T4" fmla="*/ 0 w 150"/>
                <a:gd name="T5" fmla="*/ 10 h 19"/>
                <a:gd name="T6" fmla="*/ 9 w 150"/>
                <a:gd name="T7" fmla="*/ 19 h 19"/>
                <a:gd name="T8" fmla="*/ 140 w 150"/>
                <a:gd name="T9" fmla="*/ 19 h 19"/>
                <a:gd name="T10" fmla="*/ 150 w 150"/>
                <a:gd name="T11" fmla="*/ 10 h 19"/>
                <a:gd name="T12" fmla="*/ 140 w 150"/>
                <a:gd name="T1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0" h="19">
                  <a:moveTo>
                    <a:pt x="140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15"/>
                    <a:pt x="4" y="19"/>
                    <a:pt x="9" y="19"/>
                  </a:cubicBezTo>
                  <a:cubicBezTo>
                    <a:pt x="140" y="19"/>
                    <a:pt x="140" y="19"/>
                    <a:pt x="140" y="19"/>
                  </a:cubicBezTo>
                  <a:cubicBezTo>
                    <a:pt x="145" y="19"/>
                    <a:pt x="150" y="15"/>
                    <a:pt x="150" y="10"/>
                  </a:cubicBezTo>
                  <a:cubicBezTo>
                    <a:pt x="150" y="4"/>
                    <a:pt x="145" y="0"/>
                    <a:pt x="14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5" name="Freeform 60"/>
            <p:cNvSpPr>
              <a:spLocks/>
            </p:cNvSpPr>
            <p:nvPr/>
          </p:nvSpPr>
          <p:spPr bwMode="auto">
            <a:xfrm>
              <a:off x="7942264" y="1343026"/>
              <a:ext cx="147638" cy="19050"/>
            </a:xfrm>
            <a:custGeom>
              <a:avLst/>
              <a:gdLst>
                <a:gd name="T0" fmla="*/ 140 w 149"/>
                <a:gd name="T1" fmla="*/ 0 h 19"/>
                <a:gd name="T2" fmla="*/ 9 w 149"/>
                <a:gd name="T3" fmla="*/ 0 h 19"/>
                <a:gd name="T4" fmla="*/ 0 w 149"/>
                <a:gd name="T5" fmla="*/ 10 h 19"/>
                <a:gd name="T6" fmla="*/ 9 w 149"/>
                <a:gd name="T7" fmla="*/ 19 h 19"/>
                <a:gd name="T8" fmla="*/ 140 w 149"/>
                <a:gd name="T9" fmla="*/ 19 h 19"/>
                <a:gd name="T10" fmla="*/ 149 w 149"/>
                <a:gd name="T11" fmla="*/ 10 h 19"/>
                <a:gd name="T12" fmla="*/ 140 w 149"/>
                <a:gd name="T1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9" h="19">
                  <a:moveTo>
                    <a:pt x="140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15"/>
                    <a:pt x="4" y="19"/>
                    <a:pt x="9" y="19"/>
                  </a:cubicBezTo>
                  <a:cubicBezTo>
                    <a:pt x="140" y="19"/>
                    <a:pt x="140" y="19"/>
                    <a:pt x="140" y="19"/>
                  </a:cubicBezTo>
                  <a:cubicBezTo>
                    <a:pt x="145" y="19"/>
                    <a:pt x="149" y="15"/>
                    <a:pt x="149" y="10"/>
                  </a:cubicBezTo>
                  <a:cubicBezTo>
                    <a:pt x="149" y="4"/>
                    <a:pt x="145" y="0"/>
                    <a:pt x="14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6" name="Freeform 61"/>
            <p:cNvSpPr>
              <a:spLocks noEditPoints="1"/>
            </p:cNvSpPr>
            <p:nvPr/>
          </p:nvSpPr>
          <p:spPr bwMode="auto">
            <a:xfrm>
              <a:off x="7888289" y="1004888"/>
              <a:ext cx="554038" cy="422275"/>
            </a:xfrm>
            <a:custGeom>
              <a:avLst/>
              <a:gdLst>
                <a:gd name="T0" fmla="*/ 547 w 556"/>
                <a:gd name="T1" fmla="*/ 0 h 425"/>
                <a:gd name="T2" fmla="*/ 537 w 556"/>
                <a:gd name="T3" fmla="*/ 9 h 425"/>
                <a:gd name="T4" fmla="*/ 537 w 556"/>
                <a:gd name="T5" fmla="*/ 356 h 425"/>
                <a:gd name="T6" fmla="*/ 488 w 556"/>
                <a:gd name="T7" fmla="*/ 406 h 425"/>
                <a:gd name="T8" fmla="*/ 438 w 556"/>
                <a:gd name="T9" fmla="*/ 356 h 425"/>
                <a:gd name="T10" fmla="*/ 438 w 556"/>
                <a:gd name="T11" fmla="*/ 9 h 425"/>
                <a:gd name="T12" fmla="*/ 429 w 556"/>
                <a:gd name="T13" fmla="*/ 0 h 425"/>
                <a:gd name="T14" fmla="*/ 9 w 556"/>
                <a:gd name="T15" fmla="*/ 0 h 425"/>
                <a:gd name="T16" fmla="*/ 0 w 556"/>
                <a:gd name="T17" fmla="*/ 9 h 425"/>
                <a:gd name="T18" fmla="*/ 0 w 556"/>
                <a:gd name="T19" fmla="*/ 356 h 425"/>
                <a:gd name="T20" fmla="*/ 68 w 556"/>
                <a:gd name="T21" fmla="*/ 425 h 425"/>
                <a:gd name="T22" fmla="*/ 488 w 556"/>
                <a:gd name="T23" fmla="*/ 425 h 425"/>
                <a:gd name="T24" fmla="*/ 488 w 556"/>
                <a:gd name="T25" fmla="*/ 425 h 425"/>
                <a:gd name="T26" fmla="*/ 488 w 556"/>
                <a:gd name="T27" fmla="*/ 425 h 425"/>
                <a:gd name="T28" fmla="*/ 556 w 556"/>
                <a:gd name="T29" fmla="*/ 356 h 425"/>
                <a:gd name="T30" fmla="*/ 556 w 556"/>
                <a:gd name="T31" fmla="*/ 9 h 425"/>
                <a:gd name="T32" fmla="*/ 547 w 556"/>
                <a:gd name="T33" fmla="*/ 0 h 425"/>
                <a:gd name="T34" fmla="*/ 441 w 556"/>
                <a:gd name="T35" fmla="*/ 406 h 425"/>
                <a:gd name="T36" fmla="*/ 68 w 556"/>
                <a:gd name="T37" fmla="*/ 406 h 425"/>
                <a:gd name="T38" fmla="*/ 19 w 556"/>
                <a:gd name="T39" fmla="*/ 356 h 425"/>
                <a:gd name="T40" fmla="*/ 19 w 556"/>
                <a:gd name="T41" fmla="*/ 18 h 425"/>
                <a:gd name="T42" fmla="*/ 419 w 556"/>
                <a:gd name="T43" fmla="*/ 18 h 425"/>
                <a:gd name="T44" fmla="*/ 419 w 556"/>
                <a:gd name="T45" fmla="*/ 356 h 425"/>
                <a:gd name="T46" fmla="*/ 419 w 556"/>
                <a:gd name="T47" fmla="*/ 360 h 425"/>
                <a:gd name="T48" fmla="*/ 420 w 556"/>
                <a:gd name="T49" fmla="*/ 361 h 425"/>
                <a:gd name="T50" fmla="*/ 420 w 556"/>
                <a:gd name="T51" fmla="*/ 363 h 425"/>
                <a:gd name="T52" fmla="*/ 420 w 556"/>
                <a:gd name="T53" fmla="*/ 365 h 425"/>
                <a:gd name="T54" fmla="*/ 420 w 556"/>
                <a:gd name="T55" fmla="*/ 367 h 425"/>
                <a:gd name="T56" fmla="*/ 420 w 556"/>
                <a:gd name="T57" fmla="*/ 368 h 425"/>
                <a:gd name="T58" fmla="*/ 421 w 556"/>
                <a:gd name="T59" fmla="*/ 370 h 425"/>
                <a:gd name="T60" fmla="*/ 421 w 556"/>
                <a:gd name="T61" fmla="*/ 372 h 425"/>
                <a:gd name="T62" fmla="*/ 422 w 556"/>
                <a:gd name="T63" fmla="*/ 374 h 425"/>
                <a:gd name="T64" fmla="*/ 422 w 556"/>
                <a:gd name="T65" fmla="*/ 375 h 425"/>
                <a:gd name="T66" fmla="*/ 423 w 556"/>
                <a:gd name="T67" fmla="*/ 377 h 425"/>
                <a:gd name="T68" fmla="*/ 423 w 556"/>
                <a:gd name="T69" fmla="*/ 378 h 425"/>
                <a:gd name="T70" fmla="*/ 424 w 556"/>
                <a:gd name="T71" fmla="*/ 380 h 425"/>
                <a:gd name="T72" fmla="*/ 424 w 556"/>
                <a:gd name="T73" fmla="*/ 382 h 425"/>
                <a:gd name="T74" fmla="*/ 425 w 556"/>
                <a:gd name="T75" fmla="*/ 383 h 425"/>
                <a:gd name="T76" fmla="*/ 426 w 556"/>
                <a:gd name="T77" fmla="*/ 385 h 425"/>
                <a:gd name="T78" fmla="*/ 426 w 556"/>
                <a:gd name="T79" fmla="*/ 386 h 425"/>
                <a:gd name="T80" fmla="*/ 427 w 556"/>
                <a:gd name="T81" fmla="*/ 388 h 425"/>
                <a:gd name="T82" fmla="*/ 428 w 556"/>
                <a:gd name="T83" fmla="*/ 389 h 425"/>
                <a:gd name="T84" fmla="*/ 429 w 556"/>
                <a:gd name="T85" fmla="*/ 391 h 425"/>
                <a:gd name="T86" fmla="*/ 430 w 556"/>
                <a:gd name="T87" fmla="*/ 392 h 425"/>
                <a:gd name="T88" fmla="*/ 431 w 556"/>
                <a:gd name="T89" fmla="*/ 394 h 425"/>
                <a:gd name="T90" fmla="*/ 431 w 556"/>
                <a:gd name="T91" fmla="*/ 395 h 425"/>
                <a:gd name="T92" fmla="*/ 432 w 556"/>
                <a:gd name="T93" fmla="*/ 396 h 425"/>
                <a:gd name="T94" fmla="*/ 433 w 556"/>
                <a:gd name="T95" fmla="*/ 398 h 425"/>
                <a:gd name="T96" fmla="*/ 434 w 556"/>
                <a:gd name="T97" fmla="*/ 399 h 425"/>
                <a:gd name="T98" fmla="*/ 436 w 556"/>
                <a:gd name="T99" fmla="*/ 400 h 425"/>
                <a:gd name="T100" fmla="*/ 437 w 556"/>
                <a:gd name="T101" fmla="*/ 402 h 425"/>
                <a:gd name="T102" fmla="*/ 438 w 556"/>
                <a:gd name="T103" fmla="*/ 403 h 425"/>
                <a:gd name="T104" fmla="*/ 439 w 556"/>
                <a:gd name="T105" fmla="*/ 404 h 425"/>
                <a:gd name="T106" fmla="*/ 440 w 556"/>
                <a:gd name="T107" fmla="*/ 405 h 425"/>
                <a:gd name="T108" fmla="*/ 441 w 556"/>
                <a:gd name="T109" fmla="*/ 406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556" h="425">
                  <a:moveTo>
                    <a:pt x="547" y="0"/>
                  </a:moveTo>
                  <a:cubicBezTo>
                    <a:pt x="541" y="0"/>
                    <a:pt x="537" y="4"/>
                    <a:pt x="537" y="9"/>
                  </a:cubicBezTo>
                  <a:cubicBezTo>
                    <a:pt x="537" y="356"/>
                    <a:pt x="537" y="356"/>
                    <a:pt x="537" y="356"/>
                  </a:cubicBezTo>
                  <a:cubicBezTo>
                    <a:pt x="537" y="384"/>
                    <a:pt x="515" y="406"/>
                    <a:pt x="488" y="406"/>
                  </a:cubicBezTo>
                  <a:cubicBezTo>
                    <a:pt x="460" y="406"/>
                    <a:pt x="438" y="384"/>
                    <a:pt x="438" y="356"/>
                  </a:cubicBezTo>
                  <a:cubicBezTo>
                    <a:pt x="438" y="9"/>
                    <a:pt x="438" y="9"/>
                    <a:pt x="438" y="9"/>
                  </a:cubicBezTo>
                  <a:cubicBezTo>
                    <a:pt x="438" y="4"/>
                    <a:pt x="434" y="0"/>
                    <a:pt x="429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356"/>
                    <a:pt x="0" y="356"/>
                    <a:pt x="0" y="356"/>
                  </a:cubicBezTo>
                  <a:cubicBezTo>
                    <a:pt x="0" y="394"/>
                    <a:pt x="31" y="425"/>
                    <a:pt x="68" y="425"/>
                  </a:cubicBezTo>
                  <a:cubicBezTo>
                    <a:pt x="488" y="425"/>
                    <a:pt x="488" y="425"/>
                    <a:pt x="488" y="425"/>
                  </a:cubicBezTo>
                  <a:cubicBezTo>
                    <a:pt x="488" y="425"/>
                    <a:pt x="488" y="425"/>
                    <a:pt x="488" y="425"/>
                  </a:cubicBezTo>
                  <a:cubicBezTo>
                    <a:pt x="488" y="425"/>
                    <a:pt x="488" y="425"/>
                    <a:pt x="488" y="425"/>
                  </a:cubicBezTo>
                  <a:cubicBezTo>
                    <a:pt x="525" y="424"/>
                    <a:pt x="556" y="394"/>
                    <a:pt x="556" y="356"/>
                  </a:cubicBezTo>
                  <a:cubicBezTo>
                    <a:pt x="556" y="9"/>
                    <a:pt x="556" y="9"/>
                    <a:pt x="556" y="9"/>
                  </a:cubicBezTo>
                  <a:cubicBezTo>
                    <a:pt x="556" y="4"/>
                    <a:pt x="552" y="0"/>
                    <a:pt x="547" y="0"/>
                  </a:cubicBezTo>
                  <a:close/>
                  <a:moveTo>
                    <a:pt x="441" y="406"/>
                  </a:moveTo>
                  <a:cubicBezTo>
                    <a:pt x="68" y="406"/>
                    <a:pt x="68" y="406"/>
                    <a:pt x="68" y="406"/>
                  </a:cubicBezTo>
                  <a:cubicBezTo>
                    <a:pt x="41" y="406"/>
                    <a:pt x="19" y="384"/>
                    <a:pt x="19" y="356"/>
                  </a:cubicBezTo>
                  <a:cubicBezTo>
                    <a:pt x="19" y="18"/>
                    <a:pt x="19" y="18"/>
                    <a:pt x="19" y="18"/>
                  </a:cubicBezTo>
                  <a:cubicBezTo>
                    <a:pt x="419" y="18"/>
                    <a:pt x="419" y="18"/>
                    <a:pt x="419" y="18"/>
                  </a:cubicBezTo>
                  <a:cubicBezTo>
                    <a:pt x="419" y="356"/>
                    <a:pt x="419" y="356"/>
                    <a:pt x="419" y="356"/>
                  </a:cubicBezTo>
                  <a:cubicBezTo>
                    <a:pt x="419" y="357"/>
                    <a:pt x="419" y="359"/>
                    <a:pt x="419" y="360"/>
                  </a:cubicBezTo>
                  <a:cubicBezTo>
                    <a:pt x="419" y="360"/>
                    <a:pt x="420" y="361"/>
                    <a:pt x="420" y="361"/>
                  </a:cubicBezTo>
                  <a:cubicBezTo>
                    <a:pt x="420" y="362"/>
                    <a:pt x="420" y="363"/>
                    <a:pt x="420" y="363"/>
                  </a:cubicBezTo>
                  <a:cubicBezTo>
                    <a:pt x="420" y="364"/>
                    <a:pt x="420" y="364"/>
                    <a:pt x="420" y="365"/>
                  </a:cubicBezTo>
                  <a:cubicBezTo>
                    <a:pt x="420" y="365"/>
                    <a:pt x="420" y="366"/>
                    <a:pt x="420" y="367"/>
                  </a:cubicBezTo>
                  <a:cubicBezTo>
                    <a:pt x="420" y="367"/>
                    <a:pt x="420" y="368"/>
                    <a:pt x="420" y="368"/>
                  </a:cubicBezTo>
                  <a:cubicBezTo>
                    <a:pt x="421" y="369"/>
                    <a:pt x="421" y="370"/>
                    <a:pt x="421" y="370"/>
                  </a:cubicBezTo>
                  <a:cubicBezTo>
                    <a:pt x="421" y="371"/>
                    <a:pt x="421" y="371"/>
                    <a:pt x="421" y="372"/>
                  </a:cubicBezTo>
                  <a:cubicBezTo>
                    <a:pt x="421" y="372"/>
                    <a:pt x="421" y="373"/>
                    <a:pt x="422" y="374"/>
                  </a:cubicBezTo>
                  <a:cubicBezTo>
                    <a:pt x="422" y="374"/>
                    <a:pt x="422" y="375"/>
                    <a:pt x="422" y="375"/>
                  </a:cubicBezTo>
                  <a:cubicBezTo>
                    <a:pt x="422" y="376"/>
                    <a:pt x="422" y="376"/>
                    <a:pt x="423" y="377"/>
                  </a:cubicBezTo>
                  <a:cubicBezTo>
                    <a:pt x="423" y="377"/>
                    <a:pt x="423" y="378"/>
                    <a:pt x="423" y="378"/>
                  </a:cubicBezTo>
                  <a:cubicBezTo>
                    <a:pt x="423" y="379"/>
                    <a:pt x="423" y="380"/>
                    <a:pt x="424" y="380"/>
                  </a:cubicBezTo>
                  <a:cubicBezTo>
                    <a:pt x="424" y="381"/>
                    <a:pt x="424" y="381"/>
                    <a:pt x="424" y="382"/>
                  </a:cubicBezTo>
                  <a:cubicBezTo>
                    <a:pt x="424" y="382"/>
                    <a:pt x="425" y="383"/>
                    <a:pt x="425" y="383"/>
                  </a:cubicBezTo>
                  <a:cubicBezTo>
                    <a:pt x="425" y="384"/>
                    <a:pt x="425" y="384"/>
                    <a:pt x="426" y="385"/>
                  </a:cubicBezTo>
                  <a:cubicBezTo>
                    <a:pt x="426" y="385"/>
                    <a:pt x="426" y="386"/>
                    <a:pt x="426" y="386"/>
                  </a:cubicBezTo>
                  <a:cubicBezTo>
                    <a:pt x="427" y="387"/>
                    <a:pt x="427" y="387"/>
                    <a:pt x="427" y="388"/>
                  </a:cubicBezTo>
                  <a:cubicBezTo>
                    <a:pt x="427" y="388"/>
                    <a:pt x="428" y="389"/>
                    <a:pt x="428" y="389"/>
                  </a:cubicBezTo>
                  <a:cubicBezTo>
                    <a:pt x="428" y="390"/>
                    <a:pt x="428" y="390"/>
                    <a:pt x="429" y="391"/>
                  </a:cubicBezTo>
                  <a:cubicBezTo>
                    <a:pt x="429" y="391"/>
                    <a:pt x="429" y="392"/>
                    <a:pt x="430" y="392"/>
                  </a:cubicBezTo>
                  <a:cubicBezTo>
                    <a:pt x="430" y="393"/>
                    <a:pt x="430" y="393"/>
                    <a:pt x="431" y="394"/>
                  </a:cubicBezTo>
                  <a:cubicBezTo>
                    <a:pt x="431" y="394"/>
                    <a:pt x="431" y="394"/>
                    <a:pt x="431" y="395"/>
                  </a:cubicBezTo>
                  <a:cubicBezTo>
                    <a:pt x="432" y="395"/>
                    <a:pt x="432" y="396"/>
                    <a:pt x="432" y="396"/>
                  </a:cubicBezTo>
                  <a:cubicBezTo>
                    <a:pt x="433" y="397"/>
                    <a:pt x="433" y="397"/>
                    <a:pt x="433" y="398"/>
                  </a:cubicBezTo>
                  <a:cubicBezTo>
                    <a:pt x="434" y="398"/>
                    <a:pt x="434" y="399"/>
                    <a:pt x="434" y="399"/>
                  </a:cubicBezTo>
                  <a:cubicBezTo>
                    <a:pt x="435" y="399"/>
                    <a:pt x="435" y="400"/>
                    <a:pt x="436" y="400"/>
                  </a:cubicBezTo>
                  <a:cubicBezTo>
                    <a:pt x="436" y="401"/>
                    <a:pt x="436" y="401"/>
                    <a:pt x="437" y="402"/>
                  </a:cubicBezTo>
                  <a:cubicBezTo>
                    <a:pt x="437" y="402"/>
                    <a:pt x="437" y="402"/>
                    <a:pt x="438" y="403"/>
                  </a:cubicBezTo>
                  <a:cubicBezTo>
                    <a:pt x="438" y="403"/>
                    <a:pt x="438" y="404"/>
                    <a:pt x="439" y="404"/>
                  </a:cubicBezTo>
                  <a:cubicBezTo>
                    <a:pt x="439" y="404"/>
                    <a:pt x="440" y="405"/>
                    <a:pt x="440" y="405"/>
                  </a:cubicBezTo>
                  <a:cubicBezTo>
                    <a:pt x="440" y="405"/>
                    <a:pt x="441" y="406"/>
                    <a:pt x="441" y="406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83" name="Group 282"/>
          <p:cNvGrpSpPr/>
          <p:nvPr/>
        </p:nvGrpSpPr>
        <p:grpSpPr>
          <a:xfrm>
            <a:off x="817035" y="2260602"/>
            <a:ext cx="476251" cy="546100"/>
            <a:chOff x="612776" y="1695451"/>
            <a:chExt cx="357188" cy="409575"/>
          </a:xfrm>
          <a:solidFill>
            <a:schemeClr val="accent1"/>
          </a:solidFill>
        </p:grpSpPr>
        <p:sp>
          <p:nvSpPr>
            <p:cNvPr id="97" name="Freeform 62"/>
            <p:cNvSpPr>
              <a:spLocks noEditPoints="1"/>
            </p:cNvSpPr>
            <p:nvPr/>
          </p:nvSpPr>
          <p:spPr bwMode="auto">
            <a:xfrm>
              <a:off x="638176" y="1695451"/>
              <a:ext cx="304800" cy="409575"/>
            </a:xfrm>
            <a:custGeom>
              <a:avLst/>
              <a:gdLst>
                <a:gd name="T0" fmla="*/ 285 w 307"/>
                <a:gd name="T1" fmla="*/ 0 h 412"/>
                <a:gd name="T2" fmla="*/ 23 w 307"/>
                <a:gd name="T3" fmla="*/ 0 h 412"/>
                <a:gd name="T4" fmla="*/ 0 w 307"/>
                <a:gd name="T5" fmla="*/ 23 h 412"/>
                <a:gd name="T6" fmla="*/ 0 w 307"/>
                <a:gd name="T7" fmla="*/ 38 h 412"/>
                <a:gd name="T8" fmla="*/ 10 w 307"/>
                <a:gd name="T9" fmla="*/ 47 h 412"/>
                <a:gd name="T10" fmla="*/ 19 w 307"/>
                <a:gd name="T11" fmla="*/ 38 h 412"/>
                <a:gd name="T12" fmla="*/ 19 w 307"/>
                <a:gd name="T13" fmla="*/ 23 h 412"/>
                <a:gd name="T14" fmla="*/ 23 w 307"/>
                <a:gd name="T15" fmla="*/ 19 h 412"/>
                <a:gd name="T16" fmla="*/ 80 w 307"/>
                <a:gd name="T17" fmla="*/ 19 h 412"/>
                <a:gd name="T18" fmla="*/ 80 w 307"/>
                <a:gd name="T19" fmla="*/ 393 h 412"/>
                <a:gd name="T20" fmla="*/ 23 w 307"/>
                <a:gd name="T21" fmla="*/ 393 h 412"/>
                <a:gd name="T22" fmla="*/ 19 w 307"/>
                <a:gd name="T23" fmla="*/ 389 h 412"/>
                <a:gd name="T24" fmla="*/ 19 w 307"/>
                <a:gd name="T25" fmla="*/ 377 h 412"/>
                <a:gd name="T26" fmla="*/ 10 w 307"/>
                <a:gd name="T27" fmla="*/ 368 h 412"/>
                <a:gd name="T28" fmla="*/ 0 w 307"/>
                <a:gd name="T29" fmla="*/ 377 h 412"/>
                <a:gd name="T30" fmla="*/ 0 w 307"/>
                <a:gd name="T31" fmla="*/ 389 h 412"/>
                <a:gd name="T32" fmla="*/ 23 w 307"/>
                <a:gd name="T33" fmla="*/ 412 h 412"/>
                <a:gd name="T34" fmla="*/ 285 w 307"/>
                <a:gd name="T35" fmla="*/ 412 h 412"/>
                <a:gd name="T36" fmla="*/ 307 w 307"/>
                <a:gd name="T37" fmla="*/ 389 h 412"/>
                <a:gd name="T38" fmla="*/ 307 w 307"/>
                <a:gd name="T39" fmla="*/ 23 h 412"/>
                <a:gd name="T40" fmla="*/ 285 w 307"/>
                <a:gd name="T41" fmla="*/ 0 h 412"/>
                <a:gd name="T42" fmla="*/ 289 w 307"/>
                <a:gd name="T43" fmla="*/ 389 h 412"/>
                <a:gd name="T44" fmla="*/ 285 w 307"/>
                <a:gd name="T45" fmla="*/ 393 h 412"/>
                <a:gd name="T46" fmla="*/ 98 w 307"/>
                <a:gd name="T47" fmla="*/ 393 h 412"/>
                <a:gd name="T48" fmla="*/ 98 w 307"/>
                <a:gd name="T49" fmla="*/ 19 h 412"/>
                <a:gd name="T50" fmla="*/ 285 w 307"/>
                <a:gd name="T51" fmla="*/ 19 h 412"/>
                <a:gd name="T52" fmla="*/ 289 w 307"/>
                <a:gd name="T53" fmla="*/ 23 h 412"/>
                <a:gd name="T54" fmla="*/ 289 w 307"/>
                <a:gd name="T55" fmla="*/ 389 h 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07" h="412">
                  <a:moveTo>
                    <a:pt x="285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10" y="0"/>
                    <a:pt x="0" y="10"/>
                    <a:pt x="0" y="23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43"/>
                    <a:pt x="4" y="47"/>
                    <a:pt x="10" y="47"/>
                  </a:cubicBezTo>
                  <a:cubicBezTo>
                    <a:pt x="15" y="47"/>
                    <a:pt x="19" y="43"/>
                    <a:pt x="19" y="38"/>
                  </a:cubicBezTo>
                  <a:cubicBezTo>
                    <a:pt x="19" y="23"/>
                    <a:pt x="19" y="23"/>
                    <a:pt x="19" y="23"/>
                  </a:cubicBezTo>
                  <a:cubicBezTo>
                    <a:pt x="19" y="20"/>
                    <a:pt x="20" y="19"/>
                    <a:pt x="23" y="19"/>
                  </a:cubicBezTo>
                  <a:cubicBezTo>
                    <a:pt x="80" y="19"/>
                    <a:pt x="80" y="19"/>
                    <a:pt x="80" y="19"/>
                  </a:cubicBezTo>
                  <a:cubicBezTo>
                    <a:pt x="80" y="393"/>
                    <a:pt x="80" y="393"/>
                    <a:pt x="80" y="393"/>
                  </a:cubicBezTo>
                  <a:cubicBezTo>
                    <a:pt x="23" y="393"/>
                    <a:pt x="23" y="393"/>
                    <a:pt x="23" y="393"/>
                  </a:cubicBezTo>
                  <a:cubicBezTo>
                    <a:pt x="20" y="393"/>
                    <a:pt x="19" y="392"/>
                    <a:pt x="19" y="389"/>
                  </a:cubicBezTo>
                  <a:cubicBezTo>
                    <a:pt x="19" y="377"/>
                    <a:pt x="19" y="377"/>
                    <a:pt x="19" y="377"/>
                  </a:cubicBezTo>
                  <a:cubicBezTo>
                    <a:pt x="19" y="372"/>
                    <a:pt x="15" y="368"/>
                    <a:pt x="10" y="368"/>
                  </a:cubicBezTo>
                  <a:cubicBezTo>
                    <a:pt x="4" y="368"/>
                    <a:pt x="0" y="372"/>
                    <a:pt x="0" y="377"/>
                  </a:cubicBezTo>
                  <a:cubicBezTo>
                    <a:pt x="0" y="389"/>
                    <a:pt x="0" y="389"/>
                    <a:pt x="0" y="389"/>
                  </a:cubicBezTo>
                  <a:cubicBezTo>
                    <a:pt x="0" y="402"/>
                    <a:pt x="10" y="412"/>
                    <a:pt x="23" y="412"/>
                  </a:cubicBezTo>
                  <a:cubicBezTo>
                    <a:pt x="285" y="412"/>
                    <a:pt x="285" y="412"/>
                    <a:pt x="285" y="412"/>
                  </a:cubicBezTo>
                  <a:cubicBezTo>
                    <a:pt x="298" y="412"/>
                    <a:pt x="307" y="402"/>
                    <a:pt x="307" y="389"/>
                  </a:cubicBezTo>
                  <a:cubicBezTo>
                    <a:pt x="307" y="23"/>
                    <a:pt x="307" y="23"/>
                    <a:pt x="307" y="23"/>
                  </a:cubicBezTo>
                  <a:cubicBezTo>
                    <a:pt x="307" y="10"/>
                    <a:pt x="298" y="0"/>
                    <a:pt x="285" y="0"/>
                  </a:cubicBezTo>
                  <a:close/>
                  <a:moveTo>
                    <a:pt x="289" y="389"/>
                  </a:moveTo>
                  <a:cubicBezTo>
                    <a:pt x="289" y="392"/>
                    <a:pt x="287" y="393"/>
                    <a:pt x="285" y="393"/>
                  </a:cubicBezTo>
                  <a:cubicBezTo>
                    <a:pt x="98" y="393"/>
                    <a:pt x="98" y="393"/>
                    <a:pt x="98" y="393"/>
                  </a:cubicBezTo>
                  <a:cubicBezTo>
                    <a:pt x="98" y="19"/>
                    <a:pt x="98" y="19"/>
                    <a:pt x="98" y="19"/>
                  </a:cubicBezTo>
                  <a:cubicBezTo>
                    <a:pt x="285" y="19"/>
                    <a:pt x="285" y="19"/>
                    <a:pt x="285" y="19"/>
                  </a:cubicBezTo>
                  <a:cubicBezTo>
                    <a:pt x="287" y="19"/>
                    <a:pt x="289" y="20"/>
                    <a:pt x="289" y="23"/>
                  </a:cubicBezTo>
                  <a:lnTo>
                    <a:pt x="289" y="389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8" name="Freeform 63"/>
            <p:cNvSpPr>
              <a:spLocks/>
            </p:cNvSpPr>
            <p:nvPr/>
          </p:nvSpPr>
          <p:spPr bwMode="auto">
            <a:xfrm>
              <a:off x="950914" y="1720851"/>
              <a:ext cx="19050" cy="358775"/>
            </a:xfrm>
            <a:custGeom>
              <a:avLst/>
              <a:gdLst>
                <a:gd name="T0" fmla="*/ 9 w 18"/>
                <a:gd name="T1" fmla="*/ 0 h 360"/>
                <a:gd name="T2" fmla="*/ 0 w 18"/>
                <a:gd name="T3" fmla="*/ 10 h 360"/>
                <a:gd name="T4" fmla="*/ 0 w 18"/>
                <a:gd name="T5" fmla="*/ 350 h 360"/>
                <a:gd name="T6" fmla="*/ 9 w 18"/>
                <a:gd name="T7" fmla="*/ 360 h 360"/>
                <a:gd name="T8" fmla="*/ 18 w 18"/>
                <a:gd name="T9" fmla="*/ 350 h 360"/>
                <a:gd name="T10" fmla="*/ 18 w 18"/>
                <a:gd name="T11" fmla="*/ 10 h 360"/>
                <a:gd name="T12" fmla="*/ 9 w 18"/>
                <a:gd name="T13" fmla="*/ 0 h 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360">
                  <a:moveTo>
                    <a:pt x="9" y="0"/>
                  </a:moveTo>
                  <a:cubicBezTo>
                    <a:pt x="4" y="0"/>
                    <a:pt x="0" y="4"/>
                    <a:pt x="0" y="10"/>
                  </a:cubicBezTo>
                  <a:cubicBezTo>
                    <a:pt x="0" y="350"/>
                    <a:pt x="0" y="350"/>
                    <a:pt x="0" y="350"/>
                  </a:cubicBezTo>
                  <a:cubicBezTo>
                    <a:pt x="0" y="355"/>
                    <a:pt x="4" y="360"/>
                    <a:pt x="9" y="360"/>
                  </a:cubicBezTo>
                  <a:cubicBezTo>
                    <a:pt x="14" y="360"/>
                    <a:pt x="18" y="355"/>
                    <a:pt x="18" y="350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18" y="4"/>
                    <a:pt x="14" y="0"/>
                    <a:pt x="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9" name="Freeform 64"/>
            <p:cNvSpPr>
              <a:spLocks/>
            </p:cNvSpPr>
            <p:nvPr/>
          </p:nvSpPr>
          <p:spPr bwMode="auto">
            <a:xfrm>
              <a:off x="612776" y="1812926"/>
              <a:ext cx="69850" cy="19050"/>
            </a:xfrm>
            <a:custGeom>
              <a:avLst/>
              <a:gdLst>
                <a:gd name="T0" fmla="*/ 9 w 71"/>
                <a:gd name="T1" fmla="*/ 19 h 19"/>
                <a:gd name="T2" fmla="*/ 62 w 71"/>
                <a:gd name="T3" fmla="*/ 19 h 19"/>
                <a:gd name="T4" fmla="*/ 71 w 71"/>
                <a:gd name="T5" fmla="*/ 9 h 19"/>
                <a:gd name="T6" fmla="*/ 62 w 71"/>
                <a:gd name="T7" fmla="*/ 0 h 19"/>
                <a:gd name="T8" fmla="*/ 9 w 71"/>
                <a:gd name="T9" fmla="*/ 0 h 19"/>
                <a:gd name="T10" fmla="*/ 0 w 71"/>
                <a:gd name="T11" fmla="*/ 9 h 19"/>
                <a:gd name="T12" fmla="*/ 9 w 71"/>
                <a:gd name="T13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1" h="19">
                  <a:moveTo>
                    <a:pt x="9" y="19"/>
                  </a:moveTo>
                  <a:cubicBezTo>
                    <a:pt x="62" y="19"/>
                    <a:pt x="62" y="19"/>
                    <a:pt x="62" y="19"/>
                  </a:cubicBezTo>
                  <a:cubicBezTo>
                    <a:pt x="67" y="19"/>
                    <a:pt x="71" y="15"/>
                    <a:pt x="71" y="9"/>
                  </a:cubicBezTo>
                  <a:cubicBezTo>
                    <a:pt x="71" y="4"/>
                    <a:pt x="67" y="0"/>
                    <a:pt x="62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5"/>
                    <a:pt x="4" y="19"/>
                    <a:pt x="9" y="19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0" name="Freeform 65"/>
            <p:cNvSpPr>
              <a:spLocks/>
            </p:cNvSpPr>
            <p:nvPr/>
          </p:nvSpPr>
          <p:spPr bwMode="auto">
            <a:xfrm>
              <a:off x="612776" y="1760538"/>
              <a:ext cx="69850" cy="19050"/>
            </a:xfrm>
            <a:custGeom>
              <a:avLst/>
              <a:gdLst>
                <a:gd name="T0" fmla="*/ 9 w 71"/>
                <a:gd name="T1" fmla="*/ 18 h 18"/>
                <a:gd name="T2" fmla="*/ 62 w 71"/>
                <a:gd name="T3" fmla="*/ 18 h 18"/>
                <a:gd name="T4" fmla="*/ 71 w 71"/>
                <a:gd name="T5" fmla="*/ 9 h 18"/>
                <a:gd name="T6" fmla="*/ 62 w 71"/>
                <a:gd name="T7" fmla="*/ 0 h 18"/>
                <a:gd name="T8" fmla="*/ 9 w 71"/>
                <a:gd name="T9" fmla="*/ 0 h 18"/>
                <a:gd name="T10" fmla="*/ 0 w 71"/>
                <a:gd name="T11" fmla="*/ 9 h 18"/>
                <a:gd name="T12" fmla="*/ 9 w 71"/>
                <a:gd name="T13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1" h="18">
                  <a:moveTo>
                    <a:pt x="9" y="18"/>
                  </a:moveTo>
                  <a:cubicBezTo>
                    <a:pt x="62" y="18"/>
                    <a:pt x="62" y="18"/>
                    <a:pt x="62" y="18"/>
                  </a:cubicBezTo>
                  <a:cubicBezTo>
                    <a:pt x="67" y="18"/>
                    <a:pt x="71" y="14"/>
                    <a:pt x="71" y="9"/>
                  </a:cubicBezTo>
                  <a:cubicBezTo>
                    <a:pt x="71" y="4"/>
                    <a:pt x="67" y="0"/>
                    <a:pt x="62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4"/>
                    <a:pt x="4" y="18"/>
                    <a:pt x="9" y="1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1" name="Freeform 66"/>
            <p:cNvSpPr>
              <a:spLocks/>
            </p:cNvSpPr>
            <p:nvPr/>
          </p:nvSpPr>
          <p:spPr bwMode="auto">
            <a:xfrm>
              <a:off x="612776" y="1865313"/>
              <a:ext cx="69850" cy="19050"/>
            </a:xfrm>
            <a:custGeom>
              <a:avLst/>
              <a:gdLst>
                <a:gd name="T0" fmla="*/ 9 w 71"/>
                <a:gd name="T1" fmla="*/ 19 h 19"/>
                <a:gd name="T2" fmla="*/ 62 w 71"/>
                <a:gd name="T3" fmla="*/ 19 h 19"/>
                <a:gd name="T4" fmla="*/ 71 w 71"/>
                <a:gd name="T5" fmla="*/ 10 h 19"/>
                <a:gd name="T6" fmla="*/ 62 w 71"/>
                <a:gd name="T7" fmla="*/ 0 h 19"/>
                <a:gd name="T8" fmla="*/ 9 w 71"/>
                <a:gd name="T9" fmla="*/ 0 h 19"/>
                <a:gd name="T10" fmla="*/ 0 w 71"/>
                <a:gd name="T11" fmla="*/ 10 h 19"/>
                <a:gd name="T12" fmla="*/ 9 w 71"/>
                <a:gd name="T13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1" h="19">
                  <a:moveTo>
                    <a:pt x="9" y="19"/>
                  </a:moveTo>
                  <a:cubicBezTo>
                    <a:pt x="62" y="19"/>
                    <a:pt x="62" y="19"/>
                    <a:pt x="62" y="19"/>
                  </a:cubicBezTo>
                  <a:cubicBezTo>
                    <a:pt x="67" y="19"/>
                    <a:pt x="71" y="15"/>
                    <a:pt x="71" y="10"/>
                  </a:cubicBezTo>
                  <a:cubicBezTo>
                    <a:pt x="71" y="5"/>
                    <a:pt x="67" y="0"/>
                    <a:pt x="62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15"/>
                    <a:pt x="4" y="19"/>
                    <a:pt x="9" y="19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2" name="Freeform 67"/>
            <p:cNvSpPr>
              <a:spLocks/>
            </p:cNvSpPr>
            <p:nvPr/>
          </p:nvSpPr>
          <p:spPr bwMode="auto">
            <a:xfrm>
              <a:off x="612776" y="1968501"/>
              <a:ext cx="69850" cy="19050"/>
            </a:xfrm>
            <a:custGeom>
              <a:avLst/>
              <a:gdLst>
                <a:gd name="T0" fmla="*/ 9 w 71"/>
                <a:gd name="T1" fmla="*/ 19 h 19"/>
                <a:gd name="T2" fmla="*/ 62 w 71"/>
                <a:gd name="T3" fmla="*/ 19 h 19"/>
                <a:gd name="T4" fmla="*/ 71 w 71"/>
                <a:gd name="T5" fmla="*/ 10 h 19"/>
                <a:gd name="T6" fmla="*/ 62 w 71"/>
                <a:gd name="T7" fmla="*/ 0 h 19"/>
                <a:gd name="T8" fmla="*/ 9 w 71"/>
                <a:gd name="T9" fmla="*/ 0 h 19"/>
                <a:gd name="T10" fmla="*/ 0 w 71"/>
                <a:gd name="T11" fmla="*/ 10 h 19"/>
                <a:gd name="T12" fmla="*/ 9 w 71"/>
                <a:gd name="T13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1" h="19">
                  <a:moveTo>
                    <a:pt x="9" y="19"/>
                  </a:moveTo>
                  <a:cubicBezTo>
                    <a:pt x="62" y="19"/>
                    <a:pt x="62" y="19"/>
                    <a:pt x="62" y="19"/>
                  </a:cubicBezTo>
                  <a:cubicBezTo>
                    <a:pt x="67" y="19"/>
                    <a:pt x="71" y="15"/>
                    <a:pt x="71" y="10"/>
                  </a:cubicBezTo>
                  <a:cubicBezTo>
                    <a:pt x="71" y="4"/>
                    <a:pt x="67" y="0"/>
                    <a:pt x="62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15"/>
                    <a:pt x="4" y="19"/>
                    <a:pt x="9" y="19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3" name="Freeform 68"/>
            <p:cNvSpPr>
              <a:spLocks/>
            </p:cNvSpPr>
            <p:nvPr/>
          </p:nvSpPr>
          <p:spPr bwMode="auto">
            <a:xfrm>
              <a:off x="612776" y="1917701"/>
              <a:ext cx="69850" cy="19050"/>
            </a:xfrm>
            <a:custGeom>
              <a:avLst/>
              <a:gdLst>
                <a:gd name="T0" fmla="*/ 9 w 71"/>
                <a:gd name="T1" fmla="*/ 19 h 19"/>
                <a:gd name="T2" fmla="*/ 62 w 71"/>
                <a:gd name="T3" fmla="*/ 19 h 19"/>
                <a:gd name="T4" fmla="*/ 71 w 71"/>
                <a:gd name="T5" fmla="*/ 9 h 19"/>
                <a:gd name="T6" fmla="*/ 62 w 71"/>
                <a:gd name="T7" fmla="*/ 0 h 19"/>
                <a:gd name="T8" fmla="*/ 9 w 71"/>
                <a:gd name="T9" fmla="*/ 0 h 19"/>
                <a:gd name="T10" fmla="*/ 0 w 71"/>
                <a:gd name="T11" fmla="*/ 9 h 19"/>
                <a:gd name="T12" fmla="*/ 9 w 71"/>
                <a:gd name="T13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1" h="19">
                  <a:moveTo>
                    <a:pt x="9" y="19"/>
                  </a:moveTo>
                  <a:cubicBezTo>
                    <a:pt x="62" y="19"/>
                    <a:pt x="62" y="19"/>
                    <a:pt x="62" y="19"/>
                  </a:cubicBezTo>
                  <a:cubicBezTo>
                    <a:pt x="67" y="19"/>
                    <a:pt x="71" y="14"/>
                    <a:pt x="71" y="9"/>
                  </a:cubicBezTo>
                  <a:cubicBezTo>
                    <a:pt x="71" y="4"/>
                    <a:pt x="67" y="0"/>
                    <a:pt x="62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4"/>
                    <a:pt x="4" y="19"/>
                    <a:pt x="9" y="19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4" name="Freeform 69"/>
            <p:cNvSpPr>
              <a:spLocks/>
            </p:cNvSpPr>
            <p:nvPr/>
          </p:nvSpPr>
          <p:spPr bwMode="auto">
            <a:xfrm>
              <a:off x="612776" y="2022476"/>
              <a:ext cx="69850" cy="17463"/>
            </a:xfrm>
            <a:custGeom>
              <a:avLst/>
              <a:gdLst>
                <a:gd name="T0" fmla="*/ 71 w 71"/>
                <a:gd name="T1" fmla="*/ 9 h 18"/>
                <a:gd name="T2" fmla="*/ 62 w 71"/>
                <a:gd name="T3" fmla="*/ 0 h 18"/>
                <a:gd name="T4" fmla="*/ 9 w 71"/>
                <a:gd name="T5" fmla="*/ 0 h 18"/>
                <a:gd name="T6" fmla="*/ 0 w 71"/>
                <a:gd name="T7" fmla="*/ 9 h 18"/>
                <a:gd name="T8" fmla="*/ 9 w 71"/>
                <a:gd name="T9" fmla="*/ 18 h 18"/>
                <a:gd name="T10" fmla="*/ 62 w 71"/>
                <a:gd name="T11" fmla="*/ 18 h 18"/>
                <a:gd name="T12" fmla="*/ 71 w 71"/>
                <a:gd name="T13" fmla="*/ 9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1" h="18">
                  <a:moveTo>
                    <a:pt x="71" y="9"/>
                  </a:moveTo>
                  <a:cubicBezTo>
                    <a:pt x="71" y="4"/>
                    <a:pt x="67" y="0"/>
                    <a:pt x="62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4"/>
                    <a:pt x="4" y="18"/>
                    <a:pt x="9" y="18"/>
                  </a:cubicBezTo>
                  <a:cubicBezTo>
                    <a:pt x="62" y="18"/>
                    <a:pt x="62" y="18"/>
                    <a:pt x="62" y="18"/>
                  </a:cubicBezTo>
                  <a:cubicBezTo>
                    <a:pt x="67" y="18"/>
                    <a:pt x="71" y="14"/>
                    <a:pt x="71" y="9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82" name="Group 281"/>
          <p:cNvGrpSpPr/>
          <p:nvPr/>
        </p:nvGrpSpPr>
        <p:grpSpPr>
          <a:xfrm>
            <a:off x="1894419" y="2260602"/>
            <a:ext cx="719667" cy="546100"/>
            <a:chOff x="1420814" y="1695451"/>
            <a:chExt cx="539750" cy="409575"/>
          </a:xfrm>
          <a:solidFill>
            <a:schemeClr val="accent1"/>
          </a:solidFill>
        </p:grpSpPr>
        <p:sp>
          <p:nvSpPr>
            <p:cNvPr id="105" name="Freeform 70"/>
            <p:cNvSpPr>
              <a:spLocks noEditPoints="1"/>
            </p:cNvSpPr>
            <p:nvPr/>
          </p:nvSpPr>
          <p:spPr bwMode="auto">
            <a:xfrm>
              <a:off x="1447801" y="1695451"/>
              <a:ext cx="487363" cy="409575"/>
            </a:xfrm>
            <a:custGeom>
              <a:avLst/>
              <a:gdLst>
                <a:gd name="T0" fmla="*/ 468 w 490"/>
                <a:gd name="T1" fmla="*/ 0 h 412"/>
                <a:gd name="T2" fmla="*/ 258 w 490"/>
                <a:gd name="T3" fmla="*/ 0 h 412"/>
                <a:gd name="T4" fmla="*/ 245 w 490"/>
                <a:gd name="T5" fmla="*/ 4 h 412"/>
                <a:gd name="T6" fmla="*/ 232 w 490"/>
                <a:gd name="T7" fmla="*/ 0 h 412"/>
                <a:gd name="T8" fmla="*/ 22 w 490"/>
                <a:gd name="T9" fmla="*/ 0 h 412"/>
                <a:gd name="T10" fmla="*/ 0 w 490"/>
                <a:gd name="T11" fmla="*/ 23 h 412"/>
                <a:gd name="T12" fmla="*/ 0 w 490"/>
                <a:gd name="T13" fmla="*/ 389 h 412"/>
                <a:gd name="T14" fmla="*/ 22 w 490"/>
                <a:gd name="T15" fmla="*/ 412 h 412"/>
                <a:gd name="T16" fmla="*/ 232 w 490"/>
                <a:gd name="T17" fmla="*/ 412 h 412"/>
                <a:gd name="T18" fmla="*/ 245 w 490"/>
                <a:gd name="T19" fmla="*/ 408 h 412"/>
                <a:gd name="T20" fmla="*/ 258 w 490"/>
                <a:gd name="T21" fmla="*/ 412 h 412"/>
                <a:gd name="T22" fmla="*/ 468 w 490"/>
                <a:gd name="T23" fmla="*/ 412 h 412"/>
                <a:gd name="T24" fmla="*/ 490 w 490"/>
                <a:gd name="T25" fmla="*/ 389 h 412"/>
                <a:gd name="T26" fmla="*/ 490 w 490"/>
                <a:gd name="T27" fmla="*/ 23 h 412"/>
                <a:gd name="T28" fmla="*/ 468 w 490"/>
                <a:gd name="T29" fmla="*/ 0 h 412"/>
                <a:gd name="T30" fmla="*/ 232 w 490"/>
                <a:gd name="T31" fmla="*/ 393 h 412"/>
                <a:gd name="T32" fmla="*/ 22 w 490"/>
                <a:gd name="T33" fmla="*/ 393 h 412"/>
                <a:gd name="T34" fmla="*/ 18 w 490"/>
                <a:gd name="T35" fmla="*/ 389 h 412"/>
                <a:gd name="T36" fmla="*/ 18 w 490"/>
                <a:gd name="T37" fmla="*/ 23 h 412"/>
                <a:gd name="T38" fmla="*/ 22 w 490"/>
                <a:gd name="T39" fmla="*/ 19 h 412"/>
                <a:gd name="T40" fmla="*/ 232 w 490"/>
                <a:gd name="T41" fmla="*/ 19 h 412"/>
                <a:gd name="T42" fmla="*/ 235 w 490"/>
                <a:gd name="T43" fmla="*/ 23 h 412"/>
                <a:gd name="T44" fmla="*/ 235 w 490"/>
                <a:gd name="T45" fmla="*/ 38 h 412"/>
                <a:gd name="T46" fmla="*/ 235 w 490"/>
                <a:gd name="T47" fmla="*/ 377 h 412"/>
                <a:gd name="T48" fmla="*/ 235 w 490"/>
                <a:gd name="T49" fmla="*/ 388 h 412"/>
                <a:gd name="T50" fmla="*/ 235 w 490"/>
                <a:gd name="T51" fmla="*/ 389 h 412"/>
                <a:gd name="T52" fmla="*/ 232 w 490"/>
                <a:gd name="T53" fmla="*/ 393 h 412"/>
                <a:gd name="T54" fmla="*/ 471 w 490"/>
                <a:gd name="T55" fmla="*/ 389 h 412"/>
                <a:gd name="T56" fmla="*/ 468 w 490"/>
                <a:gd name="T57" fmla="*/ 393 h 412"/>
                <a:gd name="T58" fmla="*/ 258 w 490"/>
                <a:gd name="T59" fmla="*/ 393 h 412"/>
                <a:gd name="T60" fmla="*/ 254 w 490"/>
                <a:gd name="T61" fmla="*/ 389 h 412"/>
                <a:gd name="T62" fmla="*/ 254 w 490"/>
                <a:gd name="T63" fmla="*/ 388 h 412"/>
                <a:gd name="T64" fmla="*/ 254 w 490"/>
                <a:gd name="T65" fmla="*/ 377 h 412"/>
                <a:gd name="T66" fmla="*/ 254 w 490"/>
                <a:gd name="T67" fmla="*/ 38 h 412"/>
                <a:gd name="T68" fmla="*/ 254 w 490"/>
                <a:gd name="T69" fmla="*/ 23 h 412"/>
                <a:gd name="T70" fmla="*/ 258 w 490"/>
                <a:gd name="T71" fmla="*/ 19 h 412"/>
                <a:gd name="T72" fmla="*/ 468 w 490"/>
                <a:gd name="T73" fmla="*/ 19 h 412"/>
                <a:gd name="T74" fmla="*/ 471 w 490"/>
                <a:gd name="T75" fmla="*/ 23 h 412"/>
                <a:gd name="T76" fmla="*/ 471 w 490"/>
                <a:gd name="T77" fmla="*/ 389 h 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490" h="412">
                  <a:moveTo>
                    <a:pt x="468" y="0"/>
                  </a:moveTo>
                  <a:cubicBezTo>
                    <a:pt x="258" y="0"/>
                    <a:pt x="258" y="0"/>
                    <a:pt x="258" y="0"/>
                  </a:cubicBezTo>
                  <a:cubicBezTo>
                    <a:pt x="253" y="0"/>
                    <a:pt x="248" y="2"/>
                    <a:pt x="245" y="4"/>
                  </a:cubicBezTo>
                  <a:cubicBezTo>
                    <a:pt x="241" y="2"/>
                    <a:pt x="237" y="0"/>
                    <a:pt x="232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9" y="0"/>
                    <a:pt x="0" y="10"/>
                    <a:pt x="0" y="23"/>
                  </a:cubicBezTo>
                  <a:cubicBezTo>
                    <a:pt x="0" y="389"/>
                    <a:pt x="0" y="389"/>
                    <a:pt x="0" y="389"/>
                  </a:cubicBezTo>
                  <a:cubicBezTo>
                    <a:pt x="0" y="402"/>
                    <a:pt x="9" y="412"/>
                    <a:pt x="22" y="412"/>
                  </a:cubicBezTo>
                  <a:cubicBezTo>
                    <a:pt x="232" y="412"/>
                    <a:pt x="232" y="412"/>
                    <a:pt x="232" y="412"/>
                  </a:cubicBezTo>
                  <a:cubicBezTo>
                    <a:pt x="237" y="412"/>
                    <a:pt x="241" y="410"/>
                    <a:pt x="245" y="408"/>
                  </a:cubicBezTo>
                  <a:cubicBezTo>
                    <a:pt x="248" y="410"/>
                    <a:pt x="253" y="412"/>
                    <a:pt x="258" y="412"/>
                  </a:cubicBezTo>
                  <a:cubicBezTo>
                    <a:pt x="468" y="412"/>
                    <a:pt x="468" y="412"/>
                    <a:pt x="468" y="412"/>
                  </a:cubicBezTo>
                  <a:cubicBezTo>
                    <a:pt x="480" y="412"/>
                    <a:pt x="490" y="402"/>
                    <a:pt x="490" y="389"/>
                  </a:cubicBezTo>
                  <a:cubicBezTo>
                    <a:pt x="490" y="23"/>
                    <a:pt x="490" y="23"/>
                    <a:pt x="490" y="23"/>
                  </a:cubicBezTo>
                  <a:cubicBezTo>
                    <a:pt x="490" y="10"/>
                    <a:pt x="480" y="0"/>
                    <a:pt x="468" y="0"/>
                  </a:cubicBezTo>
                  <a:close/>
                  <a:moveTo>
                    <a:pt x="232" y="393"/>
                  </a:moveTo>
                  <a:cubicBezTo>
                    <a:pt x="22" y="393"/>
                    <a:pt x="22" y="393"/>
                    <a:pt x="22" y="393"/>
                  </a:cubicBezTo>
                  <a:cubicBezTo>
                    <a:pt x="20" y="393"/>
                    <a:pt x="18" y="392"/>
                    <a:pt x="18" y="389"/>
                  </a:cubicBezTo>
                  <a:cubicBezTo>
                    <a:pt x="18" y="23"/>
                    <a:pt x="18" y="23"/>
                    <a:pt x="18" y="23"/>
                  </a:cubicBezTo>
                  <a:cubicBezTo>
                    <a:pt x="18" y="20"/>
                    <a:pt x="20" y="19"/>
                    <a:pt x="22" y="19"/>
                  </a:cubicBezTo>
                  <a:cubicBezTo>
                    <a:pt x="232" y="19"/>
                    <a:pt x="232" y="19"/>
                    <a:pt x="232" y="19"/>
                  </a:cubicBezTo>
                  <a:cubicBezTo>
                    <a:pt x="234" y="19"/>
                    <a:pt x="235" y="20"/>
                    <a:pt x="235" y="23"/>
                  </a:cubicBezTo>
                  <a:cubicBezTo>
                    <a:pt x="235" y="38"/>
                    <a:pt x="235" y="38"/>
                    <a:pt x="235" y="38"/>
                  </a:cubicBezTo>
                  <a:cubicBezTo>
                    <a:pt x="235" y="377"/>
                    <a:pt x="235" y="377"/>
                    <a:pt x="235" y="377"/>
                  </a:cubicBezTo>
                  <a:cubicBezTo>
                    <a:pt x="235" y="388"/>
                    <a:pt x="235" y="388"/>
                    <a:pt x="235" y="388"/>
                  </a:cubicBezTo>
                  <a:cubicBezTo>
                    <a:pt x="235" y="389"/>
                    <a:pt x="235" y="389"/>
                    <a:pt x="235" y="389"/>
                  </a:cubicBezTo>
                  <a:cubicBezTo>
                    <a:pt x="235" y="392"/>
                    <a:pt x="234" y="393"/>
                    <a:pt x="232" y="393"/>
                  </a:cubicBezTo>
                  <a:close/>
                  <a:moveTo>
                    <a:pt x="471" y="389"/>
                  </a:moveTo>
                  <a:cubicBezTo>
                    <a:pt x="471" y="392"/>
                    <a:pt x="470" y="393"/>
                    <a:pt x="468" y="393"/>
                  </a:cubicBezTo>
                  <a:cubicBezTo>
                    <a:pt x="258" y="393"/>
                    <a:pt x="258" y="393"/>
                    <a:pt x="258" y="393"/>
                  </a:cubicBezTo>
                  <a:cubicBezTo>
                    <a:pt x="255" y="393"/>
                    <a:pt x="254" y="392"/>
                    <a:pt x="254" y="389"/>
                  </a:cubicBezTo>
                  <a:cubicBezTo>
                    <a:pt x="254" y="388"/>
                    <a:pt x="254" y="388"/>
                    <a:pt x="254" y="388"/>
                  </a:cubicBezTo>
                  <a:cubicBezTo>
                    <a:pt x="254" y="377"/>
                    <a:pt x="254" y="377"/>
                    <a:pt x="254" y="377"/>
                  </a:cubicBezTo>
                  <a:cubicBezTo>
                    <a:pt x="254" y="38"/>
                    <a:pt x="254" y="38"/>
                    <a:pt x="254" y="38"/>
                  </a:cubicBezTo>
                  <a:cubicBezTo>
                    <a:pt x="254" y="23"/>
                    <a:pt x="254" y="23"/>
                    <a:pt x="254" y="23"/>
                  </a:cubicBezTo>
                  <a:cubicBezTo>
                    <a:pt x="254" y="20"/>
                    <a:pt x="255" y="19"/>
                    <a:pt x="258" y="19"/>
                  </a:cubicBezTo>
                  <a:cubicBezTo>
                    <a:pt x="468" y="19"/>
                    <a:pt x="468" y="19"/>
                    <a:pt x="468" y="19"/>
                  </a:cubicBezTo>
                  <a:cubicBezTo>
                    <a:pt x="470" y="19"/>
                    <a:pt x="471" y="20"/>
                    <a:pt x="471" y="23"/>
                  </a:cubicBezTo>
                  <a:lnTo>
                    <a:pt x="471" y="389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6" name="Freeform 71"/>
            <p:cNvSpPr>
              <a:spLocks/>
            </p:cNvSpPr>
            <p:nvPr/>
          </p:nvSpPr>
          <p:spPr bwMode="auto">
            <a:xfrm>
              <a:off x="1941514" y="1720851"/>
              <a:ext cx="19050" cy="358775"/>
            </a:xfrm>
            <a:custGeom>
              <a:avLst/>
              <a:gdLst>
                <a:gd name="T0" fmla="*/ 10 w 19"/>
                <a:gd name="T1" fmla="*/ 0 h 360"/>
                <a:gd name="T2" fmla="*/ 0 w 19"/>
                <a:gd name="T3" fmla="*/ 10 h 360"/>
                <a:gd name="T4" fmla="*/ 0 w 19"/>
                <a:gd name="T5" fmla="*/ 350 h 360"/>
                <a:gd name="T6" fmla="*/ 10 w 19"/>
                <a:gd name="T7" fmla="*/ 360 h 360"/>
                <a:gd name="T8" fmla="*/ 19 w 19"/>
                <a:gd name="T9" fmla="*/ 350 h 360"/>
                <a:gd name="T10" fmla="*/ 19 w 19"/>
                <a:gd name="T11" fmla="*/ 10 h 360"/>
                <a:gd name="T12" fmla="*/ 10 w 19"/>
                <a:gd name="T13" fmla="*/ 0 h 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" h="360">
                  <a:moveTo>
                    <a:pt x="10" y="0"/>
                  </a:moveTo>
                  <a:cubicBezTo>
                    <a:pt x="5" y="0"/>
                    <a:pt x="0" y="4"/>
                    <a:pt x="0" y="10"/>
                  </a:cubicBezTo>
                  <a:cubicBezTo>
                    <a:pt x="0" y="350"/>
                    <a:pt x="0" y="350"/>
                    <a:pt x="0" y="350"/>
                  </a:cubicBezTo>
                  <a:cubicBezTo>
                    <a:pt x="0" y="355"/>
                    <a:pt x="5" y="360"/>
                    <a:pt x="10" y="360"/>
                  </a:cubicBezTo>
                  <a:cubicBezTo>
                    <a:pt x="15" y="360"/>
                    <a:pt x="19" y="355"/>
                    <a:pt x="19" y="350"/>
                  </a:cubicBezTo>
                  <a:cubicBezTo>
                    <a:pt x="19" y="10"/>
                    <a:pt x="19" y="10"/>
                    <a:pt x="19" y="10"/>
                  </a:cubicBezTo>
                  <a:cubicBezTo>
                    <a:pt x="19" y="4"/>
                    <a:pt x="15" y="0"/>
                    <a:pt x="1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7" name="Freeform 72"/>
            <p:cNvSpPr>
              <a:spLocks/>
            </p:cNvSpPr>
            <p:nvPr/>
          </p:nvSpPr>
          <p:spPr bwMode="auto">
            <a:xfrm>
              <a:off x="1420814" y="1720851"/>
              <a:ext cx="19050" cy="358775"/>
            </a:xfrm>
            <a:custGeom>
              <a:avLst/>
              <a:gdLst>
                <a:gd name="T0" fmla="*/ 10 w 19"/>
                <a:gd name="T1" fmla="*/ 0 h 360"/>
                <a:gd name="T2" fmla="*/ 0 w 19"/>
                <a:gd name="T3" fmla="*/ 10 h 360"/>
                <a:gd name="T4" fmla="*/ 0 w 19"/>
                <a:gd name="T5" fmla="*/ 350 h 360"/>
                <a:gd name="T6" fmla="*/ 10 w 19"/>
                <a:gd name="T7" fmla="*/ 360 h 360"/>
                <a:gd name="T8" fmla="*/ 19 w 19"/>
                <a:gd name="T9" fmla="*/ 350 h 360"/>
                <a:gd name="T10" fmla="*/ 19 w 19"/>
                <a:gd name="T11" fmla="*/ 10 h 360"/>
                <a:gd name="T12" fmla="*/ 10 w 19"/>
                <a:gd name="T13" fmla="*/ 0 h 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" h="360">
                  <a:moveTo>
                    <a:pt x="10" y="0"/>
                  </a:moveTo>
                  <a:cubicBezTo>
                    <a:pt x="5" y="0"/>
                    <a:pt x="0" y="4"/>
                    <a:pt x="0" y="10"/>
                  </a:cubicBezTo>
                  <a:cubicBezTo>
                    <a:pt x="0" y="350"/>
                    <a:pt x="0" y="350"/>
                    <a:pt x="0" y="350"/>
                  </a:cubicBezTo>
                  <a:cubicBezTo>
                    <a:pt x="0" y="355"/>
                    <a:pt x="5" y="360"/>
                    <a:pt x="10" y="360"/>
                  </a:cubicBezTo>
                  <a:cubicBezTo>
                    <a:pt x="15" y="360"/>
                    <a:pt x="19" y="355"/>
                    <a:pt x="19" y="350"/>
                  </a:cubicBezTo>
                  <a:cubicBezTo>
                    <a:pt x="19" y="10"/>
                    <a:pt x="19" y="10"/>
                    <a:pt x="19" y="10"/>
                  </a:cubicBezTo>
                  <a:cubicBezTo>
                    <a:pt x="19" y="4"/>
                    <a:pt x="15" y="0"/>
                    <a:pt x="1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8" name="Freeform 73"/>
            <p:cNvSpPr>
              <a:spLocks/>
            </p:cNvSpPr>
            <p:nvPr/>
          </p:nvSpPr>
          <p:spPr bwMode="auto">
            <a:xfrm>
              <a:off x="1485901" y="1812926"/>
              <a:ext cx="174625" cy="19050"/>
            </a:xfrm>
            <a:custGeom>
              <a:avLst/>
              <a:gdLst>
                <a:gd name="T0" fmla="*/ 166 w 176"/>
                <a:gd name="T1" fmla="*/ 0 h 19"/>
                <a:gd name="T2" fmla="*/ 9 w 176"/>
                <a:gd name="T3" fmla="*/ 0 h 19"/>
                <a:gd name="T4" fmla="*/ 0 w 176"/>
                <a:gd name="T5" fmla="*/ 9 h 19"/>
                <a:gd name="T6" fmla="*/ 9 w 176"/>
                <a:gd name="T7" fmla="*/ 19 h 19"/>
                <a:gd name="T8" fmla="*/ 166 w 176"/>
                <a:gd name="T9" fmla="*/ 19 h 19"/>
                <a:gd name="T10" fmla="*/ 176 w 176"/>
                <a:gd name="T11" fmla="*/ 9 h 19"/>
                <a:gd name="T12" fmla="*/ 166 w 176"/>
                <a:gd name="T1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6" h="19">
                  <a:moveTo>
                    <a:pt x="166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5"/>
                    <a:pt x="4" y="19"/>
                    <a:pt x="9" y="19"/>
                  </a:cubicBezTo>
                  <a:cubicBezTo>
                    <a:pt x="166" y="19"/>
                    <a:pt x="166" y="19"/>
                    <a:pt x="166" y="19"/>
                  </a:cubicBezTo>
                  <a:cubicBezTo>
                    <a:pt x="172" y="19"/>
                    <a:pt x="176" y="15"/>
                    <a:pt x="176" y="9"/>
                  </a:cubicBezTo>
                  <a:cubicBezTo>
                    <a:pt x="176" y="4"/>
                    <a:pt x="17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9" name="Freeform 74"/>
            <p:cNvSpPr>
              <a:spLocks/>
            </p:cNvSpPr>
            <p:nvPr/>
          </p:nvSpPr>
          <p:spPr bwMode="auto">
            <a:xfrm>
              <a:off x="1485901" y="1865313"/>
              <a:ext cx="174625" cy="19050"/>
            </a:xfrm>
            <a:custGeom>
              <a:avLst/>
              <a:gdLst>
                <a:gd name="T0" fmla="*/ 166 w 176"/>
                <a:gd name="T1" fmla="*/ 0 h 19"/>
                <a:gd name="T2" fmla="*/ 9 w 176"/>
                <a:gd name="T3" fmla="*/ 0 h 19"/>
                <a:gd name="T4" fmla="*/ 0 w 176"/>
                <a:gd name="T5" fmla="*/ 10 h 19"/>
                <a:gd name="T6" fmla="*/ 9 w 176"/>
                <a:gd name="T7" fmla="*/ 19 h 19"/>
                <a:gd name="T8" fmla="*/ 166 w 176"/>
                <a:gd name="T9" fmla="*/ 19 h 19"/>
                <a:gd name="T10" fmla="*/ 176 w 176"/>
                <a:gd name="T11" fmla="*/ 10 h 19"/>
                <a:gd name="T12" fmla="*/ 166 w 176"/>
                <a:gd name="T1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6" h="19">
                  <a:moveTo>
                    <a:pt x="166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15"/>
                    <a:pt x="4" y="19"/>
                    <a:pt x="9" y="19"/>
                  </a:cubicBezTo>
                  <a:cubicBezTo>
                    <a:pt x="166" y="19"/>
                    <a:pt x="166" y="19"/>
                    <a:pt x="166" y="19"/>
                  </a:cubicBezTo>
                  <a:cubicBezTo>
                    <a:pt x="172" y="19"/>
                    <a:pt x="176" y="15"/>
                    <a:pt x="176" y="10"/>
                  </a:cubicBezTo>
                  <a:cubicBezTo>
                    <a:pt x="176" y="5"/>
                    <a:pt x="17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0" name="Freeform 75"/>
            <p:cNvSpPr>
              <a:spLocks/>
            </p:cNvSpPr>
            <p:nvPr/>
          </p:nvSpPr>
          <p:spPr bwMode="auto">
            <a:xfrm>
              <a:off x="1485901" y="1760538"/>
              <a:ext cx="174625" cy="19050"/>
            </a:xfrm>
            <a:custGeom>
              <a:avLst/>
              <a:gdLst>
                <a:gd name="T0" fmla="*/ 166 w 176"/>
                <a:gd name="T1" fmla="*/ 0 h 18"/>
                <a:gd name="T2" fmla="*/ 9 w 176"/>
                <a:gd name="T3" fmla="*/ 0 h 18"/>
                <a:gd name="T4" fmla="*/ 0 w 176"/>
                <a:gd name="T5" fmla="*/ 9 h 18"/>
                <a:gd name="T6" fmla="*/ 9 w 176"/>
                <a:gd name="T7" fmla="*/ 18 h 18"/>
                <a:gd name="T8" fmla="*/ 166 w 176"/>
                <a:gd name="T9" fmla="*/ 18 h 18"/>
                <a:gd name="T10" fmla="*/ 176 w 176"/>
                <a:gd name="T11" fmla="*/ 9 h 18"/>
                <a:gd name="T12" fmla="*/ 166 w 176"/>
                <a:gd name="T13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6" h="18">
                  <a:moveTo>
                    <a:pt x="166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4"/>
                    <a:pt x="4" y="18"/>
                    <a:pt x="9" y="18"/>
                  </a:cubicBezTo>
                  <a:cubicBezTo>
                    <a:pt x="166" y="18"/>
                    <a:pt x="166" y="18"/>
                    <a:pt x="166" y="18"/>
                  </a:cubicBezTo>
                  <a:cubicBezTo>
                    <a:pt x="172" y="18"/>
                    <a:pt x="176" y="14"/>
                    <a:pt x="176" y="9"/>
                  </a:cubicBezTo>
                  <a:cubicBezTo>
                    <a:pt x="176" y="4"/>
                    <a:pt x="17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1" name="Freeform 76"/>
            <p:cNvSpPr>
              <a:spLocks/>
            </p:cNvSpPr>
            <p:nvPr/>
          </p:nvSpPr>
          <p:spPr bwMode="auto">
            <a:xfrm>
              <a:off x="1485901" y="1917701"/>
              <a:ext cx="174625" cy="19050"/>
            </a:xfrm>
            <a:custGeom>
              <a:avLst/>
              <a:gdLst>
                <a:gd name="T0" fmla="*/ 166 w 176"/>
                <a:gd name="T1" fmla="*/ 0 h 19"/>
                <a:gd name="T2" fmla="*/ 9 w 176"/>
                <a:gd name="T3" fmla="*/ 0 h 19"/>
                <a:gd name="T4" fmla="*/ 0 w 176"/>
                <a:gd name="T5" fmla="*/ 9 h 19"/>
                <a:gd name="T6" fmla="*/ 9 w 176"/>
                <a:gd name="T7" fmla="*/ 19 h 19"/>
                <a:gd name="T8" fmla="*/ 166 w 176"/>
                <a:gd name="T9" fmla="*/ 19 h 19"/>
                <a:gd name="T10" fmla="*/ 176 w 176"/>
                <a:gd name="T11" fmla="*/ 9 h 19"/>
                <a:gd name="T12" fmla="*/ 166 w 176"/>
                <a:gd name="T1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6" h="19">
                  <a:moveTo>
                    <a:pt x="166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4"/>
                    <a:pt x="4" y="19"/>
                    <a:pt x="9" y="19"/>
                  </a:cubicBezTo>
                  <a:cubicBezTo>
                    <a:pt x="166" y="19"/>
                    <a:pt x="166" y="19"/>
                    <a:pt x="166" y="19"/>
                  </a:cubicBezTo>
                  <a:cubicBezTo>
                    <a:pt x="172" y="19"/>
                    <a:pt x="176" y="14"/>
                    <a:pt x="176" y="9"/>
                  </a:cubicBezTo>
                  <a:cubicBezTo>
                    <a:pt x="176" y="4"/>
                    <a:pt x="17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2" name="Freeform 77"/>
            <p:cNvSpPr>
              <a:spLocks/>
            </p:cNvSpPr>
            <p:nvPr/>
          </p:nvSpPr>
          <p:spPr bwMode="auto">
            <a:xfrm>
              <a:off x="1485901" y="1968501"/>
              <a:ext cx="174625" cy="19050"/>
            </a:xfrm>
            <a:custGeom>
              <a:avLst/>
              <a:gdLst>
                <a:gd name="T0" fmla="*/ 166 w 176"/>
                <a:gd name="T1" fmla="*/ 0 h 19"/>
                <a:gd name="T2" fmla="*/ 9 w 176"/>
                <a:gd name="T3" fmla="*/ 0 h 19"/>
                <a:gd name="T4" fmla="*/ 0 w 176"/>
                <a:gd name="T5" fmla="*/ 10 h 19"/>
                <a:gd name="T6" fmla="*/ 9 w 176"/>
                <a:gd name="T7" fmla="*/ 19 h 19"/>
                <a:gd name="T8" fmla="*/ 166 w 176"/>
                <a:gd name="T9" fmla="*/ 19 h 19"/>
                <a:gd name="T10" fmla="*/ 176 w 176"/>
                <a:gd name="T11" fmla="*/ 10 h 19"/>
                <a:gd name="T12" fmla="*/ 166 w 176"/>
                <a:gd name="T1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6" h="19">
                  <a:moveTo>
                    <a:pt x="166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15"/>
                    <a:pt x="4" y="19"/>
                    <a:pt x="9" y="19"/>
                  </a:cubicBezTo>
                  <a:cubicBezTo>
                    <a:pt x="166" y="19"/>
                    <a:pt x="166" y="19"/>
                    <a:pt x="166" y="19"/>
                  </a:cubicBezTo>
                  <a:cubicBezTo>
                    <a:pt x="172" y="19"/>
                    <a:pt x="176" y="15"/>
                    <a:pt x="176" y="10"/>
                  </a:cubicBezTo>
                  <a:cubicBezTo>
                    <a:pt x="176" y="4"/>
                    <a:pt x="17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3" name="Freeform 78"/>
            <p:cNvSpPr>
              <a:spLocks/>
            </p:cNvSpPr>
            <p:nvPr/>
          </p:nvSpPr>
          <p:spPr bwMode="auto">
            <a:xfrm>
              <a:off x="1485901" y="2022476"/>
              <a:ext cx="174625" cy="17463"/>
            </a:xfrm>
            <a:custGeom>
              <a:avLst/>
              <a:gdLst>
                <a:gd name="T0" fmla="*/ 166 w 176"/>
                <a:gd name="T1" fmla="*/ 0 h 18"/>
                <a:gd name="T2" fmla="*/ 9 w 176"/>
                <a:gd name="T3" fmla="*/ 0 h 18"/>
                <a:gd name="T4" fmla="*/ 0 w 176"/>
                <a:gd name="T5" fmla="*/ 9 h 18"/>
                <a:gd name="T6" fmla="*/ 9 w 176"/>
                <a:gd name="T7" fmla="*/ 18 h 18"/>
                <a:gd name="T8" fmla="*/ 166 w 176"/>
                <a:gd name="T9" fmla="*/ 18 h 18"/>
                <a:gd name="T10" fmla="*/ 176 w 176"/>
                <a:gd name="T11" fmla="*/ 9 h 18"/>
                <a:gd name="T12" fmla="*/ 166 w 176"/>
                <a:gd name="T13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6" h="18">
                  <a:moveTo>
                    <a:pt x="166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4"/>
                    <a:pt x="4" y="18"/>
                    <a:pt x="9" y="18"/>
                  </a:cubicBezTo>
                  <a:cubicBezTo>
                    <a:pt x="166" y="18"/>
                    <a:pt x="166" y="18"/>
                    <a:pt x="166" y="18"/>
                  </a:cubicBezTo>
                  <a:cubicBezTo>
                    <a:pt x="172" y="18"/>
                    <a:pt x="176" y="14"/>
                    <a:pt x="176" y="9"/>
                  </a:cubicBezTo>
                  <a:cubicBezTo>
                    <a:pt x="176" y="4"/>
                    <a:pt x="17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4" name="Freeform 79"/>
            <p:cNvSpPr>
              <a:spLocks/>
            </p:cNvSpPr>
            <p:nvPr/>
          </p:nvSpPr>
          <p:spPr bwMode="auto">
            <a:xfrm>
              <a:off x="1720851" y="1812926"/>
              <a:ext cx="174625" cy="19050"/>
            </a:xfrm>
            <a:custGeom>
              <a:avLst/>
              <a:gdLst>
                <a:gd name="T0" fmla="*/ 166 w 176"/>
                <a:gd name="T1" fmla="*/ 0 h 19"/>
                <a:gd name="T2" fmla="*/ 9 w 176"/>
                <a:gd name="T3" fmla="*/ 0 h 19"/>
                <a:gd name="T4" fmla="*/ 0 w 176"/>
                <a:gd name="T5" fmla="*/ 9 h 19"/>
                <a:gd name="T6" fmla="*/ 9 w 176"/>
                <a:gd name="T7" fmla="*/ 19 h 19"/>
                <a:gd name="T8" fmla="*/ 166 w 176"/>
                <a:gd name="T9" fmla="*/ 19 h 19"/>
                <a:gd name="T10" fmla="*/ 176 w 176"/>
                <a:gd name="T11" fmla="*/ 9 h 19"/>
                <a:gd name="T12" fmla="*/ 166 w 176"/>
                <a:gd name="T1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6" h="19">
                  <a:moveTo>
                    <a:pt x="166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5"/>
                    <a:pt x="4" y="19"/>
                    <a:pt x="9" y="19"/>
                  </a:cubicBezTo>
                  <a:cubicBezTo>
                    <a:pt x="166" y="19"/>
                    <a:pt x="166" y="19"/>
                    <a:pt x="166" y="19"/>
                  </a:cubicBezTo>
                  <a:cubicBezTo>
                    <a:pt x="171" y="19"/>
                    <a:pt x="176" y="15"/>
                    <a:pt x="176" y="9"/>
                  </a:cubicBezTo>
                  <a:cubicBezTo>
                    <a:pt x="176" y="4"/>
                    <a:pt x="171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5" name="Freeform 80"/>
            <p:cNvSpPr>
              <a:spLocks/>
            </p:cNvSpPr>
            <p:nvPr/>
          </p:nvSpPr>
          <p:spPr bwMode="auto">
            <a:xfrm>
              <a:off x="1720851" y="1865313"/>
              <a:ext cx="174625" cy="19050"/>
            </a:xfrm>
            <a:custGeom>
              <a:avLst/>
              <a:gdLst>
                <a:gd name="T0" fmla="*/ 166 w 176"/>
                <a:gd name="T1" fmla="*/ 0 h 19"/>
                <a:gd name="T2" fmla="*/ 9 w 176"/>
                <a:gd name="T3" fmla="*/ 0 h 19"/>
                <a:gd name="T4" fmla="*/ 0 w 176"/>
                <a:gd name="T5" fmla="*/ 10 h 19"/>
                <a:gd name="T6" fmla="*/ 9 w 176"/>
                <a:gd name="T7" fmla="*/ 19 h 19"/>
                <a:gd name="T8" fmla="*/ 166 w 176"/>
                <a:gd name="T9" fmla="*/ 19 h 19"/>
                <a:gd name="T10" fmla="*/ 176 w 176"/>
                <a:gd name="T11" fmla="*/ 10 h 19"/>
                <a:gd name="T12" fmla="*/ 166 w 176"/>
                <a:gd name="T1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6" h="19">
                  <a:moveTo>
                    <a:pt x="166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15"/>
                    <a:pt x="4" y="19"/>
                    <a:pt x="9" y="19"/>
                  </a:cubicBezTo>
                  <a:cubicBezTo>
                    <a:pt x="166" y="19"/>
                    <a:pt x="166" y="19"/>
                    <a:pt x="166" y="19"/>
                  </a:cubicBezTo>
                  <a:cubicBezTo>
                    <a:pt x="171" y="19"/>
                    <a:pt x="176" y="15"/>
                    <a:pt x="176" y="10"/>
                  </a:cubicBezTo>
                  <a:cubicBezTo>
                    <a:pt x="176" y="5"/>
                    <a:pt x="171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6" name="Freeform 81"/>
            <p:cNvSpPr>
              <a:spLocks/>
            </p:cNvSpPr>
            <p:nvPr/>
          </p:nvSpPr>
          <p:spPr bwMode="auto">
            <a:xfrm>
              <a:off x="1720851" y="1760538"/>
              <a:ext cx="174625" cy="19050"/>
            </a:xfrm>
            <a:custGeom>
              <a:avLst/>
              <a:gdLst>
                <a:gd name="T0" fmla="*/ 166 w 176"/>
                <a:gd name="T1" fmla="*/ 0 h 18"/>
                <a:gd name="T2" fmla="*/ 9 w 176"/>
                <a:gd name="T3" fmla="*/ 0 h 18"/>
                <a:gd name="T4" fmla="*/ 0 w 176"/>
                <a:gd name="T5" fmla="*/ 9 h 18"/>
                <a:gd name="T6" fmla="*/ 9 w 176"/>
                <a:gd name="T7" fmla="*/ 18 h 18"/>
                <a:gd name="T8" fmla="*/ 166 w 176"/>
                <a:gd name="T9" fmla="*/ 18 h 18"/>
                <a:gd name="T10" fmla="*/ 176 w 176"/>
                <a:gd name="T11" fmla="*/ 9 h 18"/>
                <a:gd name="T12" fmla="*/ 166 w 176"/>
                <a:gd name="T13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6" h="18">
                  <a:moveTo>
                    <a:pt x="166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4"/>
                    <a:pt x="4" y="18"/>
                    <a:pt x="9" y="18"/>
                  </a:cubicBezTo>
                  <a:cubicBezTo>
                    <a:pt x="166" y="18"/>
                    <a:pt x="166" y="18"/>
                    <a:pt x="166" y="18"/>
                  </a:cubicBezTo>
                  <a:cubicBezTo>
                    <a:pt x="171" y="18"/>
                    <a:pt x="176" y="14"/>
                    <a:pt x="176" y="9"/>
                  </a:cubicBezTo>
                  <a:cubicBezTo>
                    <a:pt x="176" y="4"/>
                    <a:pt x="171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7" name="Freeform 82"/>
            <p:cNvSpPr>
              <a:spLocks/>
            </p:cNvSpPr>
            <p:nvPr/>
          </p:nvSpPr>
          <p:spPr bwMode="auto">
            <a:xfrm>
              <a:off x="1720851" y="1917701"/>
              <a:ext cx="174625" cy="19050"/>
            </a:xfrm>
            <a:custGeom>
              <a:avLst/>
              <a:gdLst>
                <a:gd name="T0" fmla="*/ 166 w 176"/>
                <a:gd name="T1" fmla="*/ 0 h 19"/>
                <a:gd name="T2" fmla="*/ 9 w 176"/>
                <a:gd name="T3" fmla="*/ 0 h 19"/>
                <a:gd name="T4" fmla="*/ 0 w 176"/>
                <a:gd name="T5" fmla="*/ 9 h 19"/>
                <a:gd name="T6" fmla="*/ 9 w 176"/>
                <a:gd name="T7" fmla="*/ 19 h 19"/>
                <a:gd name="T8" fmla="*/ 166 w 176"/>
                <a:gd name="T9" fmla="*/ 19 h 19"/>
                <a:gd name="T10" fmla="*/ 176 w 176"/>
                <a:gd name="T11" fmla="*/ 9 h 19"/>
                <a:gd name="T12" fmla="*/ 166 w 176"/>
                <a:gd name="T1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6" h="19">
                  <a:moveTo>
                    <a:pt x="166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4"/>
                    <a:pt x="4" y="19"/>
                    <a:pt x="9" y="19"/>
                  </a:cubicBezTo>
                  <a:cubicBezTo>
                    <a:pt x="166" y="19"/>
                    <a:pt x="166" y="19"/>
                    <a:pt x="166" y="19"/>
                  </a:cubicBezTo>
                  <a:cubicBezTo>
                    <a:pt x="171" y="19"/>
                    <a:pt x="176" y="14"/>
                    <a:pt x="176" y="9"/>
                  </a:cubicBezTo>
                  <a:cubicBezTo>
                    <a:pt x="176" y="4"/>
                    <a:pt x="171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8" name="Freeform 83"/>
            <p:cNvSpPr>
              <a:spLocks/>
            </p:cNvSpPr>
            <p:nvPr/>
          </p:nvSpPr>
          <p:spPr bwMode="auto">
            <a:xfrm>
              <a:off x="1720851" y="1968501"/>
              <a:ext cx="174625" cy="19050"/>
            </a:xfrm>
            <a:custGeom>
              <a:avLst/>
              <a:gdLst>
                <a:gd name="T0" fmla="*/ 166 w 176"/>
                <a:gd name="T1" fmla="*/ 0 h 19"/>
                <a:gd name="T2" fmla="*/ 9 w 176"/>
                <a:gd name="T3" fmla="*/ 0 h 19"/>
                <a:gd name="T4" fmla="*/ 0 w 176"/>
                <a:gd name="T5" fmla="*/ 10 h 19"/>
                <a:gd name="T6" fmla="*/ 9 w 176"/>
                <a:gd name="T7" fmla="*/ 19 h 19"/>
                <a:gd name="T8" fmla="*/ 166 w 176"/>
                <a:gd name="T9" fmla="*/ 19 h 19"/>
                <a:gd name="T10" fmla="*/ 176 w 176"/>
                <a:gd name="T11" fmla="*/ 10 h 19"/>
                <a:gd name="T12" fmla="*/ 166 w 176"/>
                <a:gd name="T1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6" h="19">
                  <a:moveTo>
                    <a:pt x="166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15"/>
                    <a:pt x="4" y="19"/>
                    <a:pt x="9" y="19"/>
                  </a:cubicBezTo>
                  <a:cubicBezTo>
                    <a:pt x="166" y="19"/>
                    <a:pt x="166" y="19"/>
                    <a:pt x="166" y="19"/>
                  </a:cubicBezTo>
                  <a:cubicBezTo>
                    <a:pt x="171" y="19"/>
                    <a:pt x="176" y="15"/>
                    <a:pt x="176" y="10"/>
                  </a:cubicBezTo>
                  <a:cubicBezTo>
                    <a:pt x="176" y="4"/>
                    <a:pt x="171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9" name="Freeform 84"/>
            <p:cNvSpPr>
              <a:spLocks/>
            </p:cNvSpPr>
            <p:nvPr/>
          </p:nvSpPr>
          <p:spPr bwMode="auto">
            <a:xfrm>
              <a:off x="1720851" y="2022476"/>
              <a:ext cx="174625" cy="17463"/>
            </a:xfrm>
            <a:custGeom>
              <a:avLst/>
              <a:gdLst>
                <a:gd name="T0" fmla="*/ 166 w 176"/>
                <a:gd name="T1" fmla="*/ 0 h 18"/>
                <a:gd name="T2" fmla="*/ 9 w 176"/>
                <a:gd name="T3" fmla="*/ 0 h 18"/>
                <a:gd name="T4" fmla="*/ 0 w 176"/>
                <a:gd name="T5" fmla="*/ 9 h 18"/>
                <a:gd name="T6" fmla="*/ 9 w 176"/>
                <a:gd name="T7" fmla="*/ 18 h 18"/>
                <a:gd name="T8" fmla="*/ 166 w 176"/>
                <a:gd name="T9" fmla="*/ 18 h 18"/>
                <a:gd name="T10" fmla="*/ 176 w 176"/>
                <a:gd name="T11" fmla="*/ 9 h 18"/>
                <a:gd name="T12" fmla="*/ 166 w 176"/>
                <a:gd name="T13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6" h="18">
                  <a:moveTo>
                    <a:pt x="166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4"/>
                    <a:pt x="4" y="18"/>
                    <a:pt x="9" y="18"/>
                  </a:cubicBezTo>
                  <a:cubicBezTo>
                    <a:pt x="166" y="18"/>
                    <a:pt x="166" y="18"/>
                    <a:pt x="166" y="18"/>
                  </a:cubicBezTo>
                  <a:cubicBezTo>
                    <a:pt x="171" y="18"/>
                    <a:pt x="176" y="14"/>
                    <a:pt x="176" y="9"/>
                  </a:cubicBezTo>
                  <a:cubicBezTo>
                    <a:pt x="176" y="4"/>
                    <a:pt x="171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81" name="Group 280"/>
          <p:cNvGrpSpPr/>
          <p:nvPr/>
        </p:nvGrpSpPr>
        <p:grpSpPr>
          <a:xfrm>
            <a:off x="3111501" y="2243669"/>
            <a:ext cx="736600" cy="563033"/>
            <a:chOff x="2333626" y="1682751"/>
            <a:chExt cx="552450" cy="422275"/>
          </a:xfrm>
          <a:solidFill>
            <a:schemeClr val="accent1"/>
          </a:solidFill>
        </p:grpSpPr>
        <p:sp>
          <p:nvSpPr>
            <p:cNvPr id="120" name="Freeform 85"/>
            <p:cNvSpPr>
              <a:spLocks/>
            </p:cNvSpPr>
            <p:nvPr/>
          </p:nvSpPr>
          <p:spPr bwMode="auto">
            <a:xfrm>
              <a:off x="2333626" y="1812926"/>
              <a:ext cx="552450" cy="292100"/>
            </a:xfrm>
            <a:custGeom>
              <a:avLst/>
              <a:gdLst>
                <a:gd name="T0" fmla="*/ 546 w 555"/>
                <a:gd name="T1" fmla="*/ 0 h 294"/>
                <a:gd name="T2" fmla="*/ 537 w 555"/>
                <a:gd name="T3" fmla="*/ 9 h 294"/>
                <a:gd name="T4" fmla="*/ 537 w 555"/>
                <a:gd name="T5" fmla="*/ 271 h 294"/>
                <a:gd name="T6" fmla="*/ 533 w 555"/>
                <a:gd name="T7" fmla="*/ 275 h 294"/>
                <a:gd name="T8" fmla="*/ 22 w 555"/>
                <a:gd name="T9" fmla="*/ 275 h 294"/>
                <a:gd name="T10" fmla="*/ 18 w 555"/>
                <a:gd name="T11" fmla="*/ 271 h 294"/>
                <a:gd name="T12" fmla="*/ 18 w 555"/>
                <a:gd name="T13" fmla="*/ 9 h 294"/>
                <a:gd name="T14" fmla="*/ 9 w 555"/>
                <a:gd name="T15" fmla="*/ 0 h 294"/>
                <a:gd name="T16" fmla="*/ 0 w 555"/>
                <a:gd name="T17" fmla="*/ 9 h 294"/>
                <a:gd name="T18" fmla="*/ 0 w 555"/>
                <a:gd name="T19" fmla="*/ 271 h 294"/>
                <a:gd name="T20" fmla="*/ 22 w 555"/>
                <a:gd name="T21" fmla="*/ 294 h 294"/>
                <a:gd name="T22" fmla="*/ 533 w 555"/>
                <a:gd name="T23" fmla="*/ 294 h 294"/>
                <a:gd name="T24" fmla="*/ 555 w 555"/>
                <a:gd name="T25" fmla="*/ 271 h 294"/>
                <a:gd name="T26" fmla="*/ 555 w 555"/>
                <a:gd name="T27" fmla="*/ 9 h 294"/>
                <a:gd name="T28" fmla="*/ 546 w 555"/>
                <a:gd name="T29" fmla="*/ 0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55" h="294">
                  <a:moveTo>
                    <a:pt x="546" y="0"/>
                  </a:moveTo>
                  <a:cubicBezTo>
                    <a:pt x="541" y="0"/>
                    <a:pt x="537" y="4"/>
                    <a:pt x="537" y="9"/>
                  </a:cubicBezTo>
                  <a:cubicBezTo>
                    <a:pt x="537" y="271"/>
                    <a:pt x="537" y="271"/>
                    <a:pt x="537" y="271"/>
                  </a:cubicBezTo>
                  <a:cubicBezTo>
                    <a:pt x="537" y="273"/>
                    <a:pt x="535" y="275"/>
                    <a:pt x="533" y="275"/>
                  </a:cubicBezTo>
                  <a:cubicBezTo>
                    <a:pt x="22" y="275"/>
                    <a:pt x="22" y="275"/>
                    <a:pt x="22" y="275"/>
                  </a:cubicBezTo>
                  <a:cubicBezTo>
                    <a:pt x="20" y="275"/>
                    <a:pt x="18" y="273"/>
                    <a:pt x="18" y="271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18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271"/>
                    <a:pt x="0" y="271"/>
                    <a:pt x="0" y="271"/>
                  </a:cubicBezTo>
                  <a:cubicBezTo>
                    <a:pt x="0" y="284"/>
                    <a:pt x="10" y="294"/>
                    <a:pt x="22" y="294"/>
                  </a:cubicBezTo>
                  <a:cubicBezTo>
                    <a:pt x="533" y="294"/>
                    <a:pt x="533" y="294"/>
                    <a:pt x="533" y="294"/>
                  </a:cubicBezTo>
                  <a:cubicBezTo>
                    <a:pt x="545" y="294"/>
                    <a:pt x="555" y="284"/>
                    <a:pt x="555" y="271"/>
                  </a:cubicBezTo>
                  <a:cubicBezTo>
                    <a:pt x="555" y="9"/>
                    <a:pt x="555" y="9"/>
                    <a:pt x="555" y="9"/>
                  </a:cubicBezTo>
                  <a:cubicBezTo>
                    <a:pt x="555" y="4"/>
                    <a:pt x="551" y="0"/>
                    <a:pt x="54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1" name="Freeform 86"/>
            <p:cNvSpPr>
              <a:spLocks noEditPoints="1"/>
            </p:cNvSpPr>
            <p:nvPr/>
          </p:nvSpPr>
          <p:spPr bwMode="auto">
            <a:xfrm>
              <a:off x="2333626" y="1682751"/>
              <a:ext cx="552450" cy="109538"/>
            </a:xfrm>
            <a:custGeom>
              <a:avLst/>
              <a:gdLst>
                <a:gd name="T0" fmla="*/ 533 w 555"/>
                <a:gd name="T1" fmla="*/ 0 h 110"/>
                <a:gd name="T2" fmla="*/ 22 w 555"/>
                <a:gd name="T3" fmla="*/ 0 h 110"/>
                <a:gd name="T4" fmla="*/ 0 w 555"/>
                <a:gd name="T5" fmla="*/ 22 h 110"/>
                <a:gd name="T6" fmla="*/ 0 w 555"/>
                <a:gd name="T7" fmla="*/ 101 h 110"/>
                <a:gd name="T8" fmla="*/ 9 w 555"/>
                <a:gd name="T9" fmla="*/ 110 h 110"/>
                <a:gd name="T10" fmla="*/ 546 w 555"/>
                <a:gd name="T11" fmla="*/ 110 h 110"/>
                <a:gd name="T12" fmla="*/ 555 w 555"/>
                <a:gd name="T13" fmla="*/ 101 h 110"/>
                <a:gd name="T14" fmla="*/ 555 w 555"/>
                <a:gd name="T15" fmla="*/ 22 h 110"/>
                <a:gd name="T16" fmla="*/ 533 w 555"/>
                <a:gd name="T17" fmla="*/ 0 h 110"/>
                <a:gd name="T18" fmla="*/ 537 w 555"/>
                <a:gd name="T19" fmla="*/ 92 h 110"/>
                <a:gd name="T20" fmla="*/ 18 w 555"/>
                <a:gd name="T21" fmla="*/ 92 h 110"/>
                <a:gd name="T22" fmla="*/ 18 w 555"/>
                <a:gd name="T23" fmla="*/ 22 h 110"/>
                <a:gd name="T24" fmla="*/ 22 w 555"/>
                <a:gd name="T25" fmla="*/ 19 h 110"/>
                <a:gd name="T26" fmla="*/ 533 w 555"/>
                <a:gd name="T27" fmla="*/ 19 h 110"/>
                <a:gd name="T28" fmla="*/ 537 w 555"/>
                <a:gd name="T29" fmla="*/ 22 h 110"/>
                <a:gd name="T30" fmla="*/ 537 w 555"/>
                <a:gd name="T31" fmla="*/ 92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555" h="110">
                  <a:moveTo>
                    <a:pt x="533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10" y="0"/>
                    <a:pt x="0" y="10"/>
                    <a:pt x="0" y="22"/>
                  </a:cubicBezTo>
                  <a:cubicBezTo>
                    <a:pt x="0" y="101"/>
                    <a:pt x="0" y="101"/>
                    <a:pt x="0" y="101"/>
                  </a:cubicBezTo>
                  <a:cubicBezTo>
                    <a:pt x="0" y="106"/>
                    <a:pt x="4" y="110"/>
                    <a:pt x="9" y="110"/>
                  </a:cubicBezTo>
                  <a:cubicBezTo>
                    <a:pt x="546" y="110"/>
                    <a:pt x="546" y="110"/>
                    <a:pt x="546" y="110"/>
                  </a:cubicBezTo>
                  <a:cubicBezTo>
                    <a:pt x="551" y="110"/>
                    <a:pt x="555" y="106"/>
                    <a:pt x="555" y="10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5" y="10"/>
                    <a:pt x="545" y="0"/>
                    <a:pt x="533" y="0"/>
                  </a:cubicBezTo>
                  <a:close/>
                  <a:moveTo>
                    <a:pt x="537" y="92"/>
                  </a:moveTo>
                  <a:cubicBezTo>
                    <a:pt x="18" y="92"/>
                    <a:pt x="18" y="92"/>
                    <a:pt x="18" y="92"/>
                  </a:cubicBezTo>
                  <a:cubicBezTo>
                    <a:pt x="18" y="22"/>
                    <a:pt x="18" y="22"/>
                    <a:pt x="18" y="22"/>
                  </a:cubicBezTo>
                  <a:cubicBezTo>
                    <a:pt x="18" y="20"/>
                    <a:pt x="20" y="19"/>
                    <a:pt x="22" y="19"/>
                  </a:cubicBezTo>
                  <a:cubicBezTo>
                    <a:pt x="533" y="19"/>
                    <a:pt x="533" y="19"/>
                    <a:pt x="533" y="19"/>
                  </a:cubicBezTo>
                  <a:cubicBezTo>
                    <a:pt x="535" y="19"/>
                    <a:pt x="537" y="20"/>
                    <a:pt x="537" y="22"/>
                  </a:cubicBezTo>
                  <a:lnTo>
                    <a:pt x="537" y="92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2" name="Freeform 87"/>
            <p:cNvSpPr>
              <a:spLocks noEditPoints="1"/>
            </p:cNvSpPr>
            <p:nvPr/>
          </p:nvSpPr>
          <p:spPr bwMode="auto">
            <a:xfrm>
              <a:off x="2386014" y="1825626"/>
              <a:ext cx="187325" cy="227013"/>
            </a:xfrm>
            <a:custGeom>
              <a:avLst/>
              <a:gdLst>
                <a:gd name="T0" fmla="*/ 180 w 189"/>
                <a:gd name="T1" fmla="*/ 228 h 228"/>
                <a:gd name="T2" fmla="*/ 189 w 189"/>
                <a:gd name="T3" fmla="*/ 219 h 228"/>
                <a:gd name="T4" fmla="*/ 189 w 189"/>
                <a:gd name="T5" fmla="*/ 9 h 228"/>
                <a:gd name="T6" fmla="*/ 180 w 189"/>
                <a:gd name="T7" fmla="*/ 0 h 228"/>
                <a:gd name="T8" fmla="*/ 9 w 189"/>
                <a:gd name="T9" fmla="*/ 0 h 228"/>
                <a:gd name="T10" fmla="*/ 0 w 189"/>
                <a:gd name="T11" fmla="*/ 9 h 228"/>
                <a:gd name="T12" fmla="*/ 0 w 189"/>
                <a:gd name="T13" fmla="*/ 219 h 228"/>
                <a:gd name="T14" fmla="*/ 9 w 189"/>
                <a:gd name="T15" fmla="*/ 228 h 228"/>
                <a:gd name="T16" fmla="*/ 180 w 189"/>
                <a:gd name="T17" fmla="*/ 228 h 228"/>
                <a:gd name="T18" fmla="*/ 19 w 189"/>
                <a:gd name="T19" fmla="*/ 19 h 228"/>
                <a:gd name="T20" fmla="*/ 170 w 189"/>
                <a:gd name="T21" fmla="*/ 19 h 228"/>
                <a:gd name="T22" fmla="*/ 170 w 189"/>
                <a:gd name="T23" fmla="*/ 210 h 228"/>
                <a:gd name="T24" fmla="*/ 19 w 189"/>
                <a:gd name="T25" fmla="*/ 210 h 228"/>
                <a:gd name="T26" fmla="*/ 19 w 189"/>
                <a:gd name="T27" fmla="*/ 19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89" h="228">
                  <a:moveTo>
                    <a:pt x="180" y="228"/>
                  </a:moveTo>
                  <a:cubicBezTo>
                    <a:pt x="185" y="228"/>
                    <a:pt x="189" y="224"/>
                    <a:pt x="189" y="219"/>
                  </a:cubicBezTo>
                  <a:cubicBezTo>
                    <a:pt x="189" y="9"/>
                    <a:pt x="189" y="9"/>
                    <a:pt x="189" y="9"/>
                  </a:cubicBezTo>
                  <a:cubicBezTo>
                    <a:pt x="189" y="4"/>
                    <a:pt x="185" y="0"/>
                    <a:pt x="180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219"/>
                    <a:pt x="0" y="219"/>
                    <a:pt x="0" y="219"/>
                  </a:cubicBezTo>
                  <a:cubicBezTo>
                    <a:pt x="0" y="224"/>
                    <a:pt x="4" y="228"/>
                    <a:pt x="9" y="228"/>
                  </a:cubicBezTo>
                  <a:lnTo>
                    <a:pt x="180" y="228"/>
                  </a:lnTo>
                  <a:close/>
                  <a:moveTo>
                    <a:pt x="19" y="19"/>
                  </a:moveTo>
                  <a:cubicBezTo>
                    <a:pt x="170" y="19"/>
                    <a:pt x="170" y="19"/>
                    <a:pt x="170" y="19"/>
                  </a:cubicBezTo>
                  <a:cubicBezTo>
                    <a:pt x="170" y="210"/>
                    <a:pt x="170" y="210"/>
                    <a:pt x="170" y="210"/>
                  </a:cubicBezTo>
                  <a:cubicBezTo>
                    <a:pt x="19" y="210"/>
                    <a:pt x="19" y="210"/>
                    <a:pt x="19" y="210"/>
                  </a:cubicBezTo>
                  <a:lnTo>
                    <a:pt x="19" y="19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3" name="Freeform 88"/>
            <p:cNvSpPr>
              <a:spLocks/>
            </p:cNvSpPr>
            <p:nvPr/>
          </p:nvSpPr>
          <p:spPr bwMode="auto">
            <a:xfrm>
              <a:off x="2620964" y="1865313"/>
              <a:ext cx="214313" cy="19050"/>
            </a:xfrm>
            <a:custGeom>
              <a:avLst/>
              <a:gdLst>
                <a:gd name="T0" fmla="*/ 9 w 215"/>
                <a:gd name="T1" fmla="*/ 19 h 19"/>
                <a:gd name="T2" fmla="*/ 206 w 215"/>
                <a:gd name="T3" fmla="*/ 19 h 19"/>
                <a:gd name="T4" fmla="*/ 215 w 215"/>
                <a:gd name="T5" fmla="*/ 10 h 19"/>
                <a:gd name="T6" fmla="*/ 206 w 215"/>
                <a:gd name="T7" fmla="*/ 0 h 19"/>
                <a:gd name="T8" fmla="*/ 9 w 215"/>
                <a:gd name="T9" fmla="*/ 0 h 19"/>
                <a:gd name="T10" fmla="*/ 0 w 215"/>
                <a:gd name="T11" fmla="*/ 10 h 19"/>
                <a:gd name="T12" fmla="*/ 9 w 215"/>
                <a:gd name="T13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5" h="19">
                  <a:moveTo>
                    <a:pt x="9" y="19"/>
                  </a:moveTo>
                  <a:cubicBezTo>
                    <a:pt x="206" y="19"/>
                    <a:pt x="206" y="19"/>
                    <a:pt x="206" y="19"/>
                  </a:cubicBezTo>
                  <a:cubicBezTo>
                    <a:pt x="211" y="19"/>
                    <a:pt x="215" y="15"/>
                    <a:pt x="215" y="10"/>
                  </a:cubicBezTo>
                  <a:cubicBezTo>
                    <a:pt x="215" y="5"/>
                    <a:pt x="211" y="0"/>
                    <a:pt x="206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15"/>
                    <a:pt x="4" y="19"/>
                    <a:pt x="9" y="19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4" name="Freeform 89"/>
            <p:cNvSpPr>
              <a:spLocks/>
            </p:cNvSpPr>
            <p:nvPr/>
          </p:nvSpPr>
          <p:spPr bwMode="auto">
            <a:xfrm>
              <a:off x="2620964" y="1930401"/>
              <a:ext cx="214313" cy="19050"/>
            </a:xfrm>
            <a:custGeom>
              <a:avLst/>
              <a:gdLst>
                <a:gd name="T0" fmla="*/ 9 w 215"/>
                <a:gd name="T1" fmla="*/ 19 h 19"/>
                <a:gd name="T2" fmla="*/ 206 w 215"/>
                <a:gd name="T3" fmla="*/ 19 h 19"/>
                <a:gd name="T4" fmla="*/ 215 w 215"/>
                <a:gd name="T5" fmla="*/ 9 h 19"/>
                <a:gd name="T6" fmla="*/ 206 w 215"/>
                <a:gd name="T7" fmla="*/ 0 h 19"/>
                <a:gd name="T8" fmla="*/ 9 w 215"/>
                <a:gd name="T9" fmla="*/ 0 h 19"/>
                <a:gd name="T10" fmla="*/ 0 w 215"/>
                <a:gd name="T11" fmla="*/ 9 h 19"/>
                <a:gd name="T12" fmla="*/ 9 w 215"/>
                <a:gd name="T13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5" h="19">
                  <a:moveTo>
                    <a:pt x="9" y="19"/>
                  </a:moveTo>
                  <a:cubicBezTo>
                    <a:pt x="206" y="19"/>
                    <a:pt x="206" y="19"/>
                    <a:pt x="206" y="19"/>
                  </a:cubicBezTo>
                  <a:cubicBezTo>
                    <a:pt x="211" y="19"/>
                    <a:pt x="215" y="14"/>
                    <a:pt x="215" y="9"/>
                  </a:cubicBezTo>
                  <a:cubicBezTo>
                    <a:pt x="215" y="4"/>
                    <a:pt x="211" y="0"/>
                    <a:pt x="206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4"/>
                    <a:pt x="4" y="19"/>
                    <a:pt x="9" y="19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5" name="Freeform 90"/>
            <p:cNvSpPr>
              <a:spLocks/>
            </p:cNvSpPr>
            <p:nvPr/>
          </p:nvSpPr>
          <p:spPr bwMode="auto">
            <a:xfrm>
              <a:off x="2620964" y="1995488"/>
              <a:ext cx="214313" cy="19050"/>
            </a:xfrm>
            <a:custGeom>
              <a:avLst/>
              <a:gdLst>
                <a:gd name="T0" fmla="*/ 9 w 215"/>
                <a:gd name="T1" fmla="*/ 19 h 19"/>
                <a:gd name="T2" fmla="*/ 206 w 215"/>
                <a:gd name="T3" fmla="*/ 19 h 19"/>
                <a:gd name="T4" fmla="*/ 215 w 215"/>
                <a:gd name="T5" fmla="*/ 10 h 19"/>
                <a:gd name="T6" fmla="*/ 206 w 215"/>
                <a:gd name="T7" fmla="*/ 0 h 19"/>
                <a:gd name="T8" fmla="*/ 9 w 215"/>
                <a:gd name="T9" fmla="*/ 0 h 19"/>
                <a:gd name="T10" fmla="*/ 0 w 215"/>
                <a:gd name="T11" fmla="*/ 10 h 19"/>
                <a:gd name="T12" fmla="*/ 9 w 215"/>
                <a:gd name="T13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5" h="19">
                  <a:moveTo>
                    <a:pt x="9" y="19"/>
                  </a:moveTo>
                  <a:cubicBezTo>
                    <a:pt x="206" y="19"/>
                    <a:pt x="206" y="19"/>
                    <a:pt x="206" y="19"/>
                  </a:cubicBezTo>
                  <a:cubicBezTo>
                    <a:pt x="211" y="19"/>
                    <a:pt x="215" y="15"/>
                    <a:pt x="215" y="10"/>
                  </a:cubicBezTo>
                  <a:cubicBezTo>
                    <a:pt x="215" y="5"/>
                    <a:pt x="211" y="0"/>
                    <a:pt x="206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15"/>
                    <a:pt x="4" y="19"/>
                    <a:pt x="9" y="19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6" name="Oval 91"/>
            <p:cNvSpPr>
              <a:spLocks noChangeArrowheads="1"/>
            </p:cNvSpPr>
            <p:nvPr/>
          </p:nvSpPr>
          <p:spPr bwMode="auto">
            <a:xfrm>
              <a:off x="2365376" y="1716088"/>
              <a:ext cx="46038" cy="4445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7" name="Oval 92"/>
            <p:cNvSpPr>
              <a:spLocks noChangeArrowheads="1"/>
            </p:cNvSpPr>
            <p:nvPr/>
          </p:nvSpPr>
          <p:spPr bwMode="auto">
            <a:xfrm>
              <a:off x="2419351" y="1716088"/>
              <a:ext cx="44450" cy="4445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8" name="Oval 93"/>
            <p:cNvSpPr>
              <a:spLocks noChangeArrowheads="1"/>
            </p:cNvSpPr>
            <p:nvPr/>
          </p:nvSpPr>
          <p:spPr bwMode="auto">
            <a:xfrm>
              <a:off x="2470151" y="1716088"/>
              <a:ext cx="44450" cy="4445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80" name="Group 279"/>
          <p:cNvGrpSpPr/>
          <p:nvPr/>
        </p:nvGrpSpPr>
        <p:grpSpPr>
          <a:xfrm>
            <a:off x="4138086" y="2243669"/>
            <a:ext cx="599017" cy="563033"/>
            <a:chOff x="3103564" y="1682751"/>
            <a:chExt cx="449263" cy="422275"/>
          </a:xfrm>
          <a:solidFill>
            <a:schemeClr val="accent1"/>
          </a:solidFill>
        </p:grpSpPr>
        <p:sp>
          <p:nvSpPr>
            <p:cNvPr id="129" name="Freeform 94"/>
            <p:cNvSpPr>
              <a:spLocks/>
            </p:cNvSpPr>
            <p:nvPr/>
          </p:nvSpPr>
          <p:spPr bwMode="auto">
            <a:xfrm>
              <a:off x="3103564" y="1825626"/>
              <a:ext cx="449263" cy="279400"/>
            </a:xfrm>
            <a:custGeom>
              <a:avLst/>
              <a:gdLst>
                <a:gd name="T0" fmla="*/ 441 w 451"/>
                <a:gd name="T1" fmla="*/ 0 h 281"/>
                <a:gd name="T2" fmla="*/ 432 w 451"/>
                <a:gd name="T3" fmla="*/ 9 h 281"/>
                <a:gd name="T4" fmla="*/ 432 w 451"/>
                <a:gd name="T5" fmla="*/ 258 h 281"/>
                <a:gd name="T6" fmla="*/ 428 w 451"/>
                <a:gd name="T7" fmla="*/ 262 h 281"/>
                <a:gd name="T8" fmla="*/ 22 w 451"/>
                <a:gd name="T9" fmla="*/ 262 h 281"/>
                <a:gd name="T10" fmla="*/ 18 w 451"/>
                <a:gd name="T11" fmla="*/ 258 h 281"/>
                <a:gd name="T12" fmla="*/ 18 w 451"/>
                <a:gd name="T13" fmla="*/ 9 h 281"/>
                <a:gd name="T14" fmla="*/ 9 w 451"/>
                <a:gd name="T15" fmla="*/ 0 h 281"/>
                <a:gd name="T16" fmla="*/ 0 w 451"/>
                <a:gd name="T17" fmla="*/ 9 h 281"/>
                <a:gd name="T18" fmla="*/ 0 w 451"/>
                <a:gd name="T19" fmla="*/ 258 h 281"/>
                <a:gd name="T20" fmla="*/ 22 w 451"/>
                <a:gd name="T21" fmla="*/ 281 h 281"/>
                <a:gd name="T22" fmla="*/ 428 w 451"/>
                <a:gd name="T23" fmla="*/ 281 h 281"/>
                <a:gd name="T24" fmla="*/ 451 w 451"/>
                <a:gd name="T25" fmla="*/ 258 h 281"/>
                <a:gd name="T26" fmla="*/ 451 w 451"/>
                <a:gd name="T27" fmla="*/ 9 h 281"/>
                <a:gd name="T28" fmla="*/ 441 w 451"/>
                <a:gd name="T29" fmla="*/ 0 h 2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51" h="281">
                  <a:moveTo>
                    <a:pt x="441" y="0"/>
                  </a:moveTo>
                  <a:cubicBezTo>
                    <a:pt x="436" y="0"/>
                    <a:pt x="432" y="4"/>
                    <a:pt x="432" y="9"/>
                  </a:cubicBezTo>
                  <a:cubicBezTo>
                    <a:pt x="432" y="258"/>
                    <a:pt x="432" y="258"/>
                    <a:pt x="432" y="258"/>
                  </a:cubicBezTo>
                  <a:cubicBezTo>
                    <a:pt x="432" y="260"/>
                    <a:pt x="430" y="262"/>
                    <a:pt x="428" y="262"/>
                  </a:cubicBezTo>
                  <a:cubicBezTo>
                    <a:pt x="22" y="262"/>
                    <a:pt x="22" y="262"/>
                    <a:pt x="22" y="262"/>
                  </a:cubicBezTo>
                  <a:cubicBezTo>
                    <a:pt x="20" y="262"/>
                    <a:pt x="18" y="260"/>
                    <a:pt x="18" y="25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18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258"/>
                    <a:pt x="0" y="258"/>
                    <a:pt x="0" y="258"/>
                  </a:cubicBezTo>
                  <a:cubicBezTo>
                    <a:pt x="0" y="271"/>
                    <a:pt x="10" y="281"/>
                    <a:pt x="22" y="281"/>
                  </a:cubicBezTo>
                  <a:cubicBezTo>
                    <a:pt x="428" y="281"/>
                    <a:pt x="428" y="281"/>
                    <a:pt x="428" y="281"/>
                  </a:cubicBezTo>
                  <a:cubicBezTo>
                    <a:pt x="441" y="281"/>
                    <a:pt x="451" y="271"/>
                    <a:pt x="451" y="258"/>
                  </a:cubicBezTo>
                  <a:cubicBezTo>
                    <a:pt x="451" y="9"/>
                    <a:pt x="451" y="9"/>
                    <a:pt x="451" y="9"/>
                  </a:cubicBezTo>
                  <a:cubicBezTo>
                    <a:pt x="451" y="4"/>
                    <a:pt x="446" y="0"/>
                    <a:pt x="44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0" name="Freeform 95"/>
            <p:cNvSpPr>
              <a:spLocks noEditPoints="1"/>
            </p:cNvSpPr>
            <p:nvPr/>
          </p:nvSpPr>
          <p:spPr bwMode="auto">
            <a:xfrm>
              <a:off x="3155951" y="1838326"/>
              <a:ext cx="342900" cy="214313"/>
            </a:xfrm>
            <a:custGeom>
              <a:avLst/>
              <a:gdLst>
                <a:gd name="T0" fmla="*/ 0 w 346"/>
                <a:gd name="T1" fmla="*/ 154 h 215"/>
                <a:gd name="T2" fmla="*/ 26 w 346"/>
                <a:gd name="T3" fmla="*/ 163 h 215"/>
                <a:gd name="T4" fmla="*/ 36 w 346"/>
                <a:gd name="T5" fmla="*/ 215 h 215"/>
                <a:gd name="T6" fmla="*/ 45 w 346"/>
                <a:gd name="T7" fmla="*/ 163 h 215"/>
                <a:gd name="T8" fmla="*/ 118 w 346"/>
                <a:gd name="T9" fmla="*/ 206 h 215"/>
                <a:gd name="T10" fmla="*/ 137 w 346"/>
                <a:gd name="T11" fmla="*/ 206 h 215"/>
                <a:gd name="T12" fmla="*/ 210 w 346"/>
                <a:gd name="T13" fmla="*/ 163 h 215"/>
                <a:gd name="T14" fmla="*/ 219 w 346"/>
                <a:gd name="T15" fmla="*/ 215 h 215"/>
                <a:gd name="T16" fmla="*/ 228 w 346"/>
                <a:gd name="T17" fmla="*/ 163 h 215"/>
                <a:gd name="T18" fmla="*/ 301 w 346"/>
                <a:gd name="T19" fmla="*/ 206 h 215"/>
                <a:gd name="T20" fmla="*/ 320 w 346"/>
                <a:gd name="T21" fmla="*/ 206 h 215"/>
                <a:gd name="T22" fmla="*/ 337 w 346"/>
                <a:gd name="T23" fmla="*/ 163 h 215"/>
                <a:gd name="T24" fmla="*/ 337 w 346"/>
                <a:gd name="T25" fmla="*/ 144 h 215"/>
                <a:gd name="T26" fmla="*/ 320 w 346"/>
                <a:gd name="T27" fmla="*/ 84 h 215"/>
                <a:gd name="T28" fmla="*/ 346 w 346"/>
                <a:gd name="T29" fmla="*/ 75 h 215"/>
                <a:gd name="T30" fmla="*/ 320 w 346"/>
                <a:gd name="T31" fmla="*/ 66 h 215"/>
                <a:gd name="T32" fmla="*/ 311 w 346"/>
                <a:gd name="T33" fmla="*/ 0 h 215"/>
                <a:gd name="T34" fmla="*/ 301 w 346"/>
                <a:gd name="T35" fmla="*/ 66 h 215"/>
                <a:gd name="T36" fmla="*/ 228 w 346"/>
                <a:gd name="T37" fmla="*/ 10 h 215"/>
                <a:gd name="T38" fmla="*/ 210 w 346"/>
                <a:gd name="T39" fmla="*/ 10 h 215"/>
                <a:gd name="T40" fmla="*/ 137 w 346"/>
                <a:gd name="T41" fmla="*/ 66 h 215"/>
                <a:gd name="T42" fmla="*/ 127 w 346"/>
                <a:gd name="T43" fmla="*/ 0 h 215"/>
                <a:gd name="T44" fmla="*/ 118 w 346"/>
                <a:gd name="T45" fmla="*/ 66 h 215"/>
                <a:gd name="T46" fmla="*/ 45 w 346"/>
                <a:gd name="T47" fmla="*/ 10 h 215"/>
                <a:gd name="T48" fmla="*/ 26 w 346"/>
                <a:gd name="T49" fmla="*/ 10 h 215"/>
                <a:gd name="T50" fmla="*/ 9 w 346"/>
                <a:gd name="T51" fmla="*/ 66 h 215"/>
                <a:gd name="T52" fmla="*/ 9 w 346"/>
                <a:gd name="T53" fmla="*/ 84 h 215"/>
                <a:gd name="T54" fmla="*/ 26 w 346"/>
                <a:gd name="T55" fmla="*/ 144 h 215"/>
                <a:gd name="T56" fmla="*/ 301 w 346"/>
                <a:gd name="T57" fmla="*/ 84 h 215"/>
                <a:gd name="T58" fmla="*/ 228 w 346"/>
                <a:gd name="T59" fmla="*/ 144 h 215"/>
                <a:gd name="T60" fmla="*/ 301 w 346"/>
                <a:gd name="T61" fmla="*/ 84 h 215"/>
                <a:gd name="T62" fmla="*/ 210 w 346"/>
                <a:gd name="T63" fmla="*/ 144 h 215"/>
                <a:gd name="T64" fmla="*/ 137 w 346"/>
                <a:gd name="T65" fmla="*/ 84 h 215"/>
                <a:gd name="T66" fmla="*/ 45 w 346"/>
                <a:gd name="T67" fmla="*/ 84 h 215"/>
                <a:gd name="T68" fmla="*/ 118 w 346"/>
                <a:gd name="T69" fmla="*/ 144 h 215"/>
                <a:gd name="T70" fmla="*/ 45 w 346"/>
                <a:gd name="T71" fmla="*/ 84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46" h="215">
                  <a:moveTo>
                    <a:pt x="9" y="144"/>
                  </a:moveTo>
                  <a:cubicBezTo>
                    <a:pt x="4" y="144"/>
                    <a:pt x="0" y="148"/>
                    <a:pt x="0" y="154"/>
                  </a:cubicBezTo>
                  <a:cubicBezTo>
                    <a:pt x="0" y="159"/>
                    <a:pt x="4" y="163"/>
                    <a:pt x="9" y="163"/>
                  </a:cubicBezTo>
                  <a:cubicBezTo>
                    <a:pt x="26" y="163"/>
                    <a:pt x="26" y="163"/>
                    <a:pt x="26" y="163"/>
                  </a:cubicBezTo>
                  <a:cubicBezTo>
                    <a:pt x="26" y="206"/>
                    <a:pt x="26" y="206"/>
                    <a:pt x="26" y="206"/>
                  </a:cubicBezTo>
                  <a:cubicBezTo>
                    <a:pt x="26" y="211"/>
                    <a:pt x="30" y="215"/>
                    <a:pt x="36" y="215"/>
                  </a:cubicBezTo>
                  <a:cubicBezTo>
                    <a:pt x="41" y="215"/>
                    <a:pt x="45" y="211"/>
                    <a:pt x="45" y="206"/>
                  </a:cubicBezTo>
                  <a:cubicBezTo>
                    <a:pt x="45" y="163"/>
                    <a:pt x="45" y="163"/>
                    <a:pt x="45" y="163"/>
                  </a:cubicBezTo>
                  <a:cubicBezTo>
                    <a:pt x="118" y="163"/>
                    <a:pt x="118" y="163"/>
                    <a:pt x="118" y="163"/>
                  </a:cubicBezTo>
                  <a:cubicBezTo>
                    <a:pt x="118" y="206"/>
                    <a:pt x="118" y="206"/>
                    <a:pt x="118" y="206"/>
                  </a:cubicBezTo>
                  <a:cubicBezTo>
                    <a:pt x="118" y="211"/>
                    <a:pt x="122" y="215"/>
                    <a:pt x="127" y="215"/>
                  </a:cubicBezTo>
                  <a:cubicBezTo>
                    <a:pt x="132" y="215"/>
                    <a:pt x="137" y="211"/>
                    <a:pt x="137" y="206"/>
                  </a:cubicBezTo>
                  <a:cubicBezTo>
                    <a:pt x="137" y="163"/>
                    <a:pt x="137" y="163"/>
                    <a:pt x="137" y="163"/>
                  </a:cubicBezTo>
                  <a:cubicBezTo>
                    <a:pt x="210" y="163"/>
                    <a:pt x="210" y="163"/>
                    <a:pt x="210" y="163"/>
                  </a:cubicBezTo>
                  <a:cubicBezTo>
                    <a:pt x="210" y="206"/>
                    <a:pt x="210" y="206"/>
                    <a:pt x="210" y="206"/>
                  </a:cubicBezTo>
                  <a:cubicBezTo>
                    <a:pt x="210" y="211"/>
                    <a:pt x="214" y="215"/>
                    <a:pt x="219" y="215"/>
                  </a:cubicBezTo>
                  <a:cubicBezTo>
                    <a:pt x="224" y="215"/>
                    <a:pt x="228" y="211"/>
                    <a:pt x="228" y="206"/>
                  </a:cubicBezTo>
                  <a:cubicBezTo>
                    <a:pt x="228" y="163"/>
                    <a:pt x="228" y="163"/>
                    <a:pt x="228" y="163"/>
                  </a:cubicBezTo>
                  <a:cubicBezTo>
                    <a:pt x="301" y="163"/>
                    <a:pt x="301" y="163"/>
                    <a:pt x="301" y="163"/>
                  </a:cubicBezTo>
                  <a:cubicBezTo>
                    <a:pt x="301" y="206"/>
                    <a:pt x="301" y="206"/>
                    <a:pt x="301" y="206"/>
                  </a:cubicBezTo>
                  <a:cubicBezTo>
                    <a:pt x="301" y="211"/>
                    <a:pt x="306" y="215"/>
                    <a:pt x="311" y="215"/>
                  </a:cubicBezTo>
                  <a:cubicBezTo>
                    <a:pt x="316" y="215"/>
                    <a:pt x="320" y="211"/>
                    <a:pt x="320" y="206"/>
                  </a:cubicBezTo>
                  <a:cubicBezTo>
                    <a:pt x="320" y="163"/>
                    <a:pt x="320" y="163"/>
                    <a:pt x="320" y="163"/>
                  </a:cubicBezTo>
                  <a:cubicBezTo>
                    <a:pt x="337" y="163"/>
                    <a:pt x="337" y="163"/>
                    <a:pt x="337" y="163"/>
                  </a:cubicBezTo>
                  <a:cubicBezTo>
                    <a:pt x="342" y="163"/>
                    <a:pt x="346" y="159"/>
                    <a:pt x="346" y="154"/>
                  </a:cubicBezTo>
                  <a:cubicBezTo>
                    <a:pt x="346" y="148"/>
                    <a:pt x="342" y="144"/>
                    <a:pt x="337" y="144"/>
                  </a:cubicBezTo>
                  <a:cubicBezTo>
                    <a:pt x="320" y="144"/>
                    <a:pt x="320" y="144"/>
                    <a:pt x="320" y="144"/>
                  </a:cubicBezTo>
                  <a:cubicBezTo>
                    <a:pt x="320" y="84"/>
                    <a:pt x="320" y="84"/>
                    <a:pt x="320" y="84"/>
                  </a:cubicBezTo>
                  <a:cubicBezTo>
                    <a:pt x="337" y="84"/>
                    <a:pt x="337" y="84"/>
                    <a:pt x="337" y="84"/>
                  </a:cubicBezTo>
                  <a:cubicBezTo>
                    <a:pt x="342" y="84"/>
                    <a:pt x="346" y="80"/>
                    <a:pt x="346" y="75"/>
                  </a:cubicBezTo>
                  <a:cubicBezTo>
                    <a:pt x="346" y="70"/>
                    <a:pt x="342" y="66"/>
                    <a:pt x="337" y="66"/>
                  </a:cubicBezTo>
                  <a:cubicBezTo>
                    <a:pt x="320" y="66"/>
                    <a:pt x="320" y="66"/>
                    <a:pt x="320" y="66"/>
                  </a:cubicBezTo>
                  <a:cubicBezTo>
                    <a:pt x="320" y="10"/>
                    <a:pt x="320" y="10"/>
                    <a:pt x="320" y="10"/>
                  </a:cubicBezTo>
                  <a:cubicBezTo>
                    <a:pt x="320" y="4"/>
                    <a:pt x="316" y="0"/>
                    <a:pt x="311" y="0"/>
                  </a:cubicBezTo>
                  <a:cubicBezTo>
                    <a:pt x="306" y="0"/>
                    <a:pt x="301" y="4"/>
                    <a:pt x="301" y="10"/>
                  </a:cubicBezTo>
                  <a:cubicBezTo>
                    <a:pt x="301" y="66"/>
                    <a:pt x="301" y="66"/>
                    <a:pt x="301" y="66"/>
                  </a:cubicBezTo>
                  <a:cubicBezTo>
                    <a:pt x="228" y="66"/>
                    <a:pt x="228" y="66"/>
                    <a:pt x="228" y="66"/>
                  </a:cubicBezTo>
                  <a:cubicBezTo>
                    <a:pt x="228" y="10"/>
                    <a:pt x="228" y="10"/>
                    <a:pt x="228" y="10"/>
                  </a:cubicBezTo>
                  <a:cubicBezTo>
                    <a:pt x="228" y="4"/>
                    <a:pt x="224" y="0"/>
                    <a:pt x="219" y="0"/>
                  </a:cubicBezTo>
                  <a:cubicBezTo>
                    <a:pt x="214" y="0"/>
                    <a:pt x="210" y="4"/>
                    <a:pt x="210" y="10"/>
                  </a:cubicBezTo>
                  <a:cubicBezTo>
                    <a:pt x="210" y="66"/>
                    <a:pt x="210" y="66"/>
                    <a:pt x="210" y="66"/>
                  </a:cubicBezTo>
                  <a:cubicBezTo>
                    <a:pt x="137" y="66"/>
                    <a:pt x="137" y="66"/>
                    <a:pt x="137" y="66"/>
                  </a:cubicBezTo>
                  <a:cubicBezTo>
                    <a:pt x="137" y="10"/>
                    <a:pt x="137" y="10"/>
                    <a:pt x="137" y="10"/>
                  </a:cubicBezTo>
                  <a:cubicBezTo>
                    <a:pt x="137" y="4"/>
                    <a:pt x="132" y="0"/>
                    <a:pt x="127" y="0"/>
                  </a:cubicBezTo>
                  <a:cubicBezTo>
                    <a:pt x="122" y="0"/>
                    <a:pt x="118" y="4"/>
                    <a:pt x="118" y="10"/>
                  </a:cubicBezTo>
                  <a:cubicBezTo>
                    <a:pt x="118" y="66"/>
                    <a:pt x="118" y="66"/>
                    <a:pt x="118" y="66"/>
                  </a:cubicBezTo>
                  <a:cubicBezTo>
                    <a:pt x="45" y="66"/>
                    <a:pt x="45" y="66"/>
                    <a:pt x="45" y="66"/>
                  </a:cubicBezTo>
                  <a:cubicBezTo>
                    <a:pt x="45" y="10"/>
                    <a:pt x="45" y="10"/>
                    <a:pt x="45" y="10"/>
                  </a:cubicBezTo>
                  <a:cubicBezTo>
                    <a:pt x="45" y="4"/>
                    <a:pt x="41" y="0"/>
                    <a:pt x="36" y="0"/>
                  </a:cubicBezTo>
                  <a:cubicBezTo>
                    <a:pt x="30" y="0"/>
                    <a:pt x="26" y="4"/>
                    <a:pt x="26" y="10"/>
                  </a:cubicBezTo>
                  <a:cubicBezTo>
                    <a:pt x="26" y="66"/>
                    <a:pt x="26" y="66"/>
                    <a:pt x="26" y="66"/>
                  </a:cubicBezTo>
                  <a:cubicBezTo>
                    <a:pt x="9" y="66"/>
                    <a:pt x="9" y="66"/>
                    <a:pt x="9" y="66"/>
                  </a:cubicBezTo>
                  <a:cubicBezTo>
                    <a:pt x="4" y="66"/>
                    <a:pt x="0" y="70"/>
                    <a:pt x="0" y="75"/>
                  </a:cubicBezTo>
                  <a:cubicBezTo>
                    <a:pt x="0" y="80"/>
                    <a:pt x="4" y="84"/>
                    <a:pt x="9" y="84"/>
                  </a:cubicBezTo>
                  <a:cubicBezTo>
                    <a:pt x="26" y="84"/>
                    <a:pt x="26" y="84"/>
                    <a:pt x="26" y="84"/>
                  </a:cubicBezTo>
                  <a:cubicBezTo>
                    <a:pt x="26" y="144"/>
                    <a:pt x="26" y="144"/>
                    <a:pt x="26" y="144"/>
                  </a:cubicBezTo>
                  <a:lnTo>
                    <a:pt x="9" y="144"/>
                  </a:lnTo>
                  <a:close/>
                  <a:moveTo>
                    <a:pt x="301" y="84"/>
                  </a:moveTo>
                  <a:cubicBezTo>
                    <a:pt x="301" y="144"/>
                    <a:pt x="301" y="144"/>
                    <a:pt x="301" y="144"/>
                  </a:cubicBezTo>
                  <a:cubicBezTo>
                    <a:pt x="228" y="144"/>
                    <a:pt x="228" y="144"/>
                    <a:pt x="228" y="144"/>
                  </a:cubicBezTo>
                  <a:cubicBezTo>
                    <a:pt x="228" y="84"/>
                    <a:pt x="228" y="84"/>
                    <a:pt x="228" y="84"/>
                  </a:cubicBezTo>
                  <a:lnTo>
                    <a:pt x="301" y="84"/>
                  </a:lnTo>
                  <a:close/>
                  <a:moveTo>
                    <a:pt x="210" y="84"/>
                  </a:moveTo>
                  <a:cubicBezTo>
                    <a:pt x="210" y="144"/>
                    <a:pt x="210" y="144"/>
                    <a:pt x="210" y="144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84"/>
                    <a:pt x="137" y="84"/>
                    <a:pt x="137" y="84"/>
                  </a:cubicBezTo>
                  <a:lnTo>
                    <a:pt x="210" y="84"/>
                  </a:lnTo>
                  <a:close/>
                  <a:moveTo>
                    <a:pt x="45" y="84"/>
                  </a:moveTo>
                  <a:cubicBezTo>
                    <a:pt x="118" y="84"/>
                    <a:pt x="118" y="84"/>
                    <a:pt x="118" y="84"/>
                  </a:cubicBezTo>
                  <a:cubicBezTo>
                    <a:pt x="118" y="144"/>
                    <a:pt x="118" y="144"/>
                    <a:pt x="118" y="144"/>
                  </a:cubicBezTo>
                  <a:cubicBezTo>
                    <a:pt x="45" y="144"/>
                    <a:pt x="45" y="144"/>
                    <a:pt x="45" y="144"/>
                  </a:cubicBezTo>
                  <a:lnTo>
                    <a:pt x="45" y="8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1" name="Freeform 96"/>
            <p:cNvSpPr>
              <a:spLocks/>
            </p:cNvSpPr>
            <p:nvPr/>
          </p:nvSpPr>
          <p:spPr bwMode="auto">
            <a:xfrm>
              <a:off x="3103564" y="1708151"/>
              <a:ext cx="449263" cy="96838"/>
            </a:xfrm>
            <a:custGeom>
              <a:avLst/>
              <a:gdLst>
                <a:gd name="T0" fmla="*/ 431 w 451"/>
                <a:gd name="T1" fmla="*/ 0 h 97"/>
                <a:gd name="T2" fmla="*/ 376 w 451"/>
                <a:gd name="T3" fmla="*/ 0 h 97"/>
                <a:gd name="T4" fmla="*/ 366 w 451"/>
                <a:gd name="T5" fmla="*/ 10 h 97"/>
                <a:gd name="T6" fmla="*/ 376 w 451"/>
                <a:gd name="T7" fmla="*/ 19 h 97"/>
                <a:gd name="T8" fmla="*/ 431 w 451"/>
                <a:gd name="T9" fmla="*/ 19 h 97"/>
                <a:gd name="T10" fmla="*/ 432 w 451"/>
                <a:gd name="T11" fmla="*/ 23 h 97"/>
                <a:gd name="T12" fmla="*/ 432 w 451"/>
                <a:gd name="T13" fmla="*/ 79 h 97"/>
                <a:gd name="T14" fmla="*/ 18 w 451"/>
                <a:gd name="T15" fmla="*/ 79 h 97"/>
                <a:gd name="T16" fmla="*/ 18 w 451"/>
                <a:gd name="T17" fmla="*/ 23 h 97"/>
                <a:gd name="T18" fmla="*/ 22 w 451"/>
                <a:gd name="T19" fmla="*/ 19 h 97"/>
                <a:gd name="T20" fmla="*/ 74 w 451"/>
                <a:gd name="T21" fmla="*/ 19 h 97"/>
                <a:gd name="T22" fmla="*/ 84 w 451"/>
                <a:gd name="T23" fmla="*/ 10 h 97"/>
                <a:gd name="T24" fmla="*/ 74 w 451"/>
                <a:gd name="T25" fmla="*/ 0 h 97"/>
                <a:gd name="T26" fmla="*/ 22 w 451"/>
                <a:gd name="T27" fmla="*/ 0 h 97"/>
                <a:gd name="T28" fmla="*/ 0 w 451"/>
                <a:gd name="T29" fmla="*/ 23 h 97"/>
                <a:gd name="T30" fmla="*/ 0 w 451"/>
                <a:gd name="T31" fmla="*/ 88 h 97"/>
                <a:gd name="T32" fmla="*/ 9 w 451"/>
                <a:gd name="T33" fmla="*/ 97 h 97"/>
                <a:gd name="T34" fmla="*/ 441 w 451"/>
                <a:gd name="T35" fmla="*/ 97 h 97"/>
                <a:gd name="T36" fmla="*/ 451 w 451"/>
                <a:gd name="T37" fmla="*/ 88 h 97"/>
                <a:gd name="T38" fmla="*/ 451 w 451"/>
                <a:gd name="T39" fmla="*/ 23 h 97"/>
                <a:gd name="T40" fmla="*/ 431 w 451"/>
                <a:gd name="T41" fmla="*/ 0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51" h="97">
                  <a:moveTo>
                    <a:pt x="431" y="0"/>
                  </a:moveTo>
                  <a:cubicBezTo>
                    <a:pt x="376" y="0"/>
                    <a:pt x="376" y="0"/>
                    <a:pt x="376" y="0"/>
                  </a:cubicBezTo>
                  <a:cubicBezTo>
                    <a:pt x="371" y="0"/>
                    <a:pt x="366" y="4"/>
                    <a:pt x="366" y="10"/>
                  </a:cubicBezTo>
                  <a:cubicBezTo>
                    <a:pt x="366" y="15"/>
                    <a:pt x="371" y="19"/>
                    <a:pt x="376" y="19"/>
                  </a:cubicBezTo>
                  <a:cubicBezTo>
                    <a:pt x="431" y="19"/>
                    <a:pt x="431" y="19"/>
                    <a:pt x="431" y="19"/>
                  </a:cubicBezTo>
                  <a:cubicBezTo>
                    <a:pt x="432" y="19"/>
                    <a:pt x="432" y="21"/>
                    <a:pt x="432" y="23"/>
                  </a:cubicBezTo>
                  <a:cubicBezTo>
                    <a:pt x="432" y="79"/>
                    <a:pt x="432" y="79"/>
                    <a:pt x="432" y="79"/>
                  </a:cubicBezTo>
                  <a:cubicBezTo>
                    <a:pt x="18" y="79"/>
                    <a:pt x="18" y="79"/>
                    <a:pt x="18" y="79"/>
                  </a:cubicBezTo>
                  <a:cubicBezTo>
                    <a:pt x="18" y="23"/>
                    <a:pt x="18" y="23"/>
                    <a:pt x="18" y="23"/>
                  </a:cubicBezTo>
                  <a:cubicBezTo>
                    <a:pt x="18" y="21"/>
                    <a:pt x="20" y="19"/>
                    <a:pt x="22" y="19"/>
                  </a:cubicBezTo>
                  <a:cubicBezTo>
                    <a:pt x="74" y="19"/>
                    <a:pt x="74" y="19"/>
                    <a:pt x="74" y="19"/>
                  </a:cubicBezTo>
                  <a:cubicBezTo>
                    <a:pt x="80" y="19"/>
                    <a:pt x="84" y="15"/>
                    <a:pt x="84" y="10"/>
                  </a:cubicBezTo>
                  <a:cubicBezTo>
                    <a:pt x="84" y="4"/>
                    <a:pt x="80" y="0"/>
                    <a:pt x="74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10" y="0"/>
                    <a:pt x="0" y="10"/>
                    <a:pt x="0" y="23"/>
                  </a:cubicBezTo>
                  <a:cubicBezTo>
                    <a:pt x="0" y="88"/>
                    <a:pt x="0" y="88"/>
                    <a:pt x="0" y="88"/>
                  </a:cubicBezTo>
                  <a:cubicBezTo>
                    <a:pt x="0" y="93"/>
                    <a:pt x="4" y="97"/>
                    <a:pt x="9" y="97"/>
                  </a:cubicBezTo>
                  <a:cubicBezTo>
                    <a:pt x="441" y="97"/>
                    <a:pt x="441" y="97"/>
                    <a:pt x="441" y="97"/>
                  </a:cubicBezTo>
                  <a:cubicBezTo>
                    <a:pt x="446" y="97"/>
                    <a:pt x="451" y="93"/>
                    <a:pt x="451" y="88"/>
                  </a:cubicBezTo>
                  <a:cubicBezTo>
                    <a:pt x="451" y="23"/>
                    <a:pt x="451" y="23"/>
                    <a:pt x="451" y="23"/>
                  </a:cubicBezTo>
                  <a:cubicBezTo>
                    <a:pt x="451" y="6"/>
                    <a:pt x="440" y="0"/>
                    <a:pt x="43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2" name="Freeform 97"/>
            <p:cNvSpPr>
              <a:spLocks/>
            </p:cNvSpPr>
            <p:nvPr/>
          </p:nvSpPr>
          <p:spPr bwMode="auto">
            <a:xfrm>
              <a:off x="3246439" y="1708151"/>
              <a:ext cx="161925" cy="19050"/>
            </a:xfrm>
            <a:custGeom>
              <a:avLst/>
              <a:gdLst>
                <a:gd name="T0" fmla="*/ 9 w 163"/>
                <a:gd name="T1" fmla="*/ 19 h 19"/>
                <a:gd name="T2" fmla="*/ 153 w 163"/>
                <a:gd name="T3" fmla="*/ 19 h 19"/>
                <a:gd name="T4" fmla="*/ 163 w 163"/>
                <a:gd name="T5" fmla="*/ 10 h 19"/>
                <a:gd name="T6" fmla="*/ 153 w 163"/>
                <a:gd name="T7" fmla="*/ 0 h 19"/>
                <a:gd name="T8" fmla="*/ 9 w 163"/>
                <a:gd name="T9" fmla="*/ 0 h 19"/>
                <a:gd name="T10" fmla="*/ 0 w 163"/>
                <a:gd name="T11" fmla="*/ 10 h 19"/>
                <a:gd name="T12" fmla="*/ 9 w 163"/>
                <a:gd name="T13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3" h="19">
                  <a:moveTo>
                    <a:pt x="9" y="19"/>
                  </a:moveTo>
                  <a:cubicBezTo>
                    <a:pt x="153" y="19"/>
                    <a:pt x="153" y="19"/>
                    <a:pt x="153" y="19"/>
                  </a:cubicBezTo>
                  <a:cubicBezTo>
                    <a:pt x="158" y="19"/>
                    <a:pt x="163" y="15"/>
                    <a:pt x="163" y="10"/>
                  </a:cubicBezTo>
                  <a:cubicBezTo>
                    <a:pt x="163" y="4"/>
                    <a:pt x="158" y="0"/>
                    <a:pt x="153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15"/>
                    <a:pt x="4" y="19"/>
                    <a:pt x="9" y="19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3" name="Freeform 98"/>
            <p:cNvSpPr>
              <a:spLocks/>
            </p:cNvSpPr>
            <p:nvPr/>
          </p:nvSpPr>
          <p:spPr bwMode="auto">
            <a:xfrm>
              <a:off x="3206751" y="1682751"/>
              <a:ext cx="19050" cy="69850"/>
            </a:xfrm>
            <a:custGeom>
              <a:avLst/>
              <a:gdLst>
                <a:gd name="T0" fmla="*/ 10 w 19"/>
                <a:gd name="T1" fmla="*/ 71 h 71"/>
                <a:gd name="T2" fmla="*/ 19 w 19"/>
                <a:gd name="T3" fmla="*/ 62 h 71"/>
                <a:gd name="T4" fmla="*/ 19 w 19"/>
                <a:gd name="T5" fmla="*/ 9 h 71"/>
                <a:gd name="T6" fmla="*/ 10 w 19"/>
                <a:gd name="T7" fmla="*/ 0 h 71"/>
                <a:gd name="T8" fmla="*/ 0 w 19"/>
                <a:gd name="T9" fmla="*/ 9 h 71"/>
                <a:gd name="T10" fmla="*/ 0 w 19"/>
                <a:gd name="T11" fmla="*/ 62 h 71"/>
                <a:gd name="T12" fmla="*/ 10 w 19"/>
                <a:gd name="T13" fmla="*/ 71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" h="71">
                  <a:moveTo>
                    <a:pt x="10" y="71"/>
                  </a:moveTo>
                  <a:cubicBezTo>
                    <a:pt x="15" y="71"/>
                    <a:pt x="19" y="67"/>
                    <a:pt x="19" y="62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62"/>
                    <a:pt x="0" y="62"/>
                    <a:pt x="0" y="62"/>
                  </a:cubicBezTo>
                  <a:cubicBezTo>
                    <a:pt x="0" y="67"/>
                    <a:pt x="5" y="71"/>
                    <a:pt x="10" y="7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4" name="Freeform 99"/>
            <p:cNvSpPr>
              <a:spLocks/>
            </p:cNvSpPr>
            <p:nvPr/>
          </p:nvSpPr>
          <p:spPr bwMode="auto">
            <a:xfrm>
              <a:off x="3429001" y="1682751"/>
              <a:ext cx="19050" cy="69850"/>
            </a:xfrm>
            <a:custGeom>
              <a:avLst/>
              <a:gdLst>
                <a:gd name="T0" fmla="*/ 9 w 19"/>
                <a:gd name="T1" fmla="*/ 71 h 71"/>
                <a:gd name="T2" fmla="*/ 19 w 19"/>
                <a:gd name="T3" fmla="*/ 62 h 71"/>
                <a:gd name="T4" fmla="*/ 19 w 19"/>
                <a:gd name="T5" fmla="*/ 9 h 71"/>
                <a:gd name="T6" fmla="*/ 9 w 19"/>
                <a:gd name="T7" fmla="*/ 0 h 71"/>
                <a:gd name="T8" fmla="*/ 0 w 19"/>
                <a:gd name="T9" fmla="*/ 9 h 71"/>
                <a:gd name="T10" fmla="*/ 0 w 19"/>
                <a:gd name="T11" fmla="*/ 62 h 71"/>
                <a:gd name="T12" fmla="*/ 9 w 19"/>
                <a:gd name="T13" fmla="*/ 71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" h="71">
                  <a:moveTo>
                    <a:pt x="9" y="71"/>
                  </a:moveTo>
                  <a:cubicBezTo>
                    <a:pt x="15" y="71"/>
                    <a:pt x="19" y="67"/>
                    <a:pt x="19" y="62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62"/>
                    <a:pt x="0" y="62"/>
                    <a:pt x="0" y="62"/>
                  </a:cubicBezTo>
                  <a:cubicBezTo>
                    <a:pt x="0" y="67"/>
                    <a:pt x="4" y="71"/>
                    <a:pt x="9" y="7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79" name="Group 278"/>
          <p:cNvGrpSpPr/>
          <p:nvPr/>
        </p:nvGrpSpPr>
        <p:grpSpPr>
          <a:xfrm>
            <a:off x="5198535" y="2243668"/>
            <a:ext cx="615951" cy="565149"/>
            <a:chOff x="3898901" y="1682751"/>
            <a:chExt cx="461963" cy="423862"/>
          </a:xfrm>
          <a:solidFill>
            <a:schemeClr val="accent1"/>
          </a:solidFill>
        </p:grpSpPr>
        <p:sp>
          <p:nvSpPr>
            <p:cNvPr id="135" name="Freeform 100"/>
            <p:cNvSpPr>
              <a:spLocks/>
            </p:cNvSpPr>
            <p:nvPr/>
          </p:nvSpPr>
          <p:spPr bwMode="auto">
            <a:xfrm>
              <a:off x="3924301" y="1720851"/>
              <a:ext cx="409575" cy="254000"/>
            </a:xfrm>
            <a:custGeom>
              <a:avLst/>
              <a:gdLst>
                <a:gd name="T0" fmla="*/ 402 w 412"/>
                <a:gd name="T1" fmla="*/ 0 h 255"/>
                <a:gd name="T2" fmla="*/ 393 w 412"/>
                <a:gd name="T3" fmla="*/ 10 h 255"/>
                <a:gd name="T4" fmla="*/ 393 w 412"/>
                <a:gd name="T5" fmla="*/ 232 h 255"/>
                <a:gd name="T6" fmla="*/ 389 w 412"/>
                <a:gd name="T7" fmla="*/ 236 h 255"/>
                <a:gd name="T8" fmla="*/ 22 w 412"/>
                <a:gd name="T9" fmla="*/ 236 h 255"/>
                <a:gd name="T10" fmla="*/ 19 w 412"/>
                <a:gd name="T11" fmla="*/ 232 h 255"/>
                <a:gd name="T12" fmla="*/ 19 w 412"/>
                <a:gd name="T13" fmla="*/ 10 h 255"/>
                <a:gd name="T14" fmla="*/ 9 w 412"/>
                <a:gd name="T15" fmla="*/ 0 h 255"/>
                <a:gd name="T16" fmla="*/ 0 w 412"/>
                <a:gd name="T17" fmla="*/ 10 h 255"/>
                <a:gd name="T18" fmla="*/ 0 w 412"/>
                <a:gd name="T19" fmla="*/ 232 h 255"/>
                <a:gd name="T20" fmla="*/ 22 w 412"/>
                <a:gd name="T21" fmla="*/ 255 h 255"/>
                <a:gd name="T22" fmla="*/ 389 w 412"/>
                <a:gd name="T23" fmla="*/ 255 h 255"/>
                <a:gd name="T24" fmla="*/ 412 w 412"/>
                <a:gd name="T25" fmla="*/ 232 h 255"/>
                <a:gd name="T26" fmla="*/ 412 w 412"/>
                <a:gd name="T27" fmla="*/ 10 h 255"/>
                <a:gd name="T28" fmla="*/ 402 w 412"/>
                <a:gd name="T29" fmla="*/ 0 h 2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12" h="255">
                  <a:moveTo>
                    <a:pt x="402" y="0"/>
                  </a:moveTo>
                  <a:cubicBezTo>
                    <a:pt x="397" y="0"/>
                    <a:pt x="393" y="4"/>
                    <a:pt x="393" y="10"/>
                  </a:cubicBezTo>
                  <a:cubicBezTo>
                    <a:pt x="393" y="232"/>
                    <a:pt x="393" y="232"/>
                    <a:pt x="393" y="232"/>
                  </a:cubicBezTo>
                  <a:cubicBezTo>
                    <a:pt x="393" y="234"/>
                    <a:pt x="391" y="236"/>
                    <a:pt x="389" y="236"/>
                  </a:cubicBezTo>
                  <a:cubicBezTo>
                    <a:pt x="22" y="236"/>
                    <a:pt x="22" y="236"/>
                    <a:pt x="22" y="236"/>
                  </a:cubicBezTo>
                  <a:cubicBezTo>
                    <a:pt x="20" y="236"/>
                    <a:pt x="19" y="234"/>
                    <a:pt x="19" y="232"/>
                  </a:cubicBezTo>
                  <a:cubicBezTo>
                    <a:pt x="19" y="10"/>
                    <a:pt x="19" y="10"/>
                    <a:pt x="19" y="10"/>
                  </a:cubicBez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232"/>
                    <a:pt x="0" y="232"/>
                    <a:pt x="0" y="232"/>
                  </a:cubicBezTo>
                  <a:cubicBezTo>
                    <a:pt x="0" y="245"/>
                    <a:pt x="10" y="255"/>
                    <a:pt x="22" y="255"/>
                  </a:cubicBezTo>
                  <a:cubicBezTo>
                    <a:pt x="389" y="255"/>
                    <a:pt x="389" y="255"/>
                    <a:pt x="389" y="255"/>
                  </a:cubicBezTo>
                  <a:cubicBezTo>
                    <a:pt x="402" y="255"/>
                    <a:pt x="412" y="245"/>
                    <a:pt x="412" y="232"/>
                  </a:cubicBezTo>
                  <a:cubicBezTo>
                    <a:pt x="412" y="10"/>
                    <a:pt x="412" y="10"/>
                    <a:pt x="412" y="10"/>
                  </a:cubicBezTo>
                  <a:cubicBezTo>
                    <a:pt x="412" y="4"/>
                    <a:pt x="408" y="0"/>
                    <a:pt x="40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6" name="Freeform 101"/>
            <p:cNvSpPr>
              <a:spLocks/>
            </p:cNvSpPr>
            <p:nvPr/>
          </p:nvSpPr>
          <p:spPr bwMode="auto">
            <a:xfrm>
              <a:off x="3898901" y="1682751"/>
              <a:ext cx="461963" cy="19050"/>
            </a:xfrm>
            <a:custGeom>
              <a:avLst/>
              <a:gdLst>
                <a:gd name="T0" fmla="*/ 455 w 464"/>
                <a:gd name="T1" fmla="*/ 0 h 19"/>
                <a:gd name="T2" fmla="*/ 9 w 464"/>
                <a:gd name="T3" fmla="*/ 0 h 19"/>
                <a:gd name="T4" fmla="*/ 0 w 464"/>
                <a:gd name="T5" fmla="*/ 9 h 19"/>
                <a:gd name="T6" fmla="*/ 9 w 464"/>
                <a:gd name="T7" fmla="*/ 19 h 19"/>
                <a:gd name="T8" fmla="*/ 455 w 464"/>
                <a:gd name="T9" fmla="*/ 19 h 19"/>
                <a:gd name="T10" fmla="*/ 464 w 464"/>
                <a:gd name="T11" fmla="*/ 9 h 19"/>
                <a:gd name="T12" fmla="*/ 455 w 464"/>
                <a:gd name="T1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64" h="19">
                  <a:moveTo>
                    <a:pt x="455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4"/>
                    <a:pt x="4" y="19"/>
                    <a:pt x="9" y="19"/>
                  </a:cubicBezTo>
                  <a:cubicBezTo>
                    <a:pt x="455" y="19"/>
                    <a:pt x="455" y="19"/>
                    <a:pt x="455" y="19"/>
                  </a:cubicBezTo>
                  <a:cubicBezTo>
                    <a:pt x="460" y="19"/>
                    <a:pt x="464" y="14"/>
                    <a:pt x="464" y="9"/>
                  </a:cubicBezTo>
                  <a:cubicBezTo>
                    <a:pt x="464" y="4"/>
                    <a:pt x="460" y="0"/>
                    <a:pt x="45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7" name="Freeform 102"/>
            <p:cNvSpPr>
              <a:spLocks/>
            </p:cNvSpPr>
            <p:nvPr/>
          </p:nvSpPr>
          <p:spPr bwMode="auto">
            <a:xfrm>
              <a:off x="3987801" y="1760538"/>
              <a:ext cx="280988" cy="123825"/>
            </a:xfrm>
            <a:custGeom>
              <a:avLst/>
              <a:gdLst>
                <a:gd name="T0" fmla="*/ 96 w 282"/>
                <a:gd name="T1" fmla="*/ 29 h 123"/>
                <a:gd name="T2" fmla="*/ 84 w 282"/>
                <a:gd name="T3" fmla="*/ 28 h 123"/>
                <a:gd name="T4" fmla="*/ 5 w 282"/>
                <a:gd name="T5" fmla="*/ 93 h 123"/>
                <a:gd name="T6" fmla="*/ 4 w 282"/>
                <a:gd name="T7" fmla="*/ 107 h 123"/>
                <a:gd name="T8" fmla="*/ 17 w 282"/>
                <a:gd name="T9" fmla="*/ 108 h 123"/>
                <a:gd name="T10" fmla="*/ 89 w 282"/>
                <a:gd name="T11" fmla="*/ 48 h 123"/>
                <a:gd name="T12" fmla="*/ 161 w 282"/>
                <a:gd name="T13" fmla="*/ 120 h 123"/>
                <a:gd name="T14" fmla="*/ 168 w 282"/>
                <a:gd name="T15" fmla="*/ 123 h 123"/>
                <a:gd name="T16" fmla="*/ 175 w 282"/>
                <a:gd name="T17" fmla="*/ 120 h 123"/>
                <a:gd name="T18" fmla="*/ 264 w 282"/>
                <a:gd name="T19" fmla="*/ 32 h 123"/>
                <a:gd name="T20" fmla="*/ 264 w 282"/>
                <a:gd name="T21" fmla="*/ 74 h 123"/>
                <a:gd name="T22" fmla="*/ 273 w 282"/>
                <a:gd name="T23" fmla="*/ 84 h 123"/>
                <a:gd name="T24" fmla="*/ 282 w 282"/>
                <a:gd name="T25" fmla="*/ 74 h 123"/>
                <a:gd name="T26" fmla="*/ 282 w 282"/>
                <a:gd name="T27" fmla="*/ 9 h 123"/>
                <a:gd name="T28" fmla="*/ 282 w 282"/>
                <a:gd name="T29" fmla="*/ 7 h 123"/>
                <a:gd name="T30" fmla="*/ 282 w 282"/>
                <a:gd name="T31" fmla="*/ 6 h 123"/>
                <a:gd name="T32" fmla="*/ 282 w 282"/>
                <a:gd name="T33" fmla="*/ 5 h 123"/>
                <a:gd name="T34" fmla="*/ 281 w 282"/>
                <a:gd name="T35" fmla="*/ 4 h 123"/>
                <a:gd name="T36" fmla="*/ 281 w 282"/>
                <a:gd name="T37" fmla="*/ 4 h 123"/>
                <a:gd name="T38" fmla="*/ 280 w 282"/>
                <a:gd name="T39" fmla="*/ 2 h 123"/>
                <a:gd name="T40" fmla="*/ 280 w 282"/>
                <a:gd name="T41" fmla="*/ 2 h 123"/>
                <a:gd name="T42" fmla="*/ 279 w 282"/>
                <a:gd name="T43" fmla="*/ 2 h 123"/>
                <a:gd name="T44" fmla="*/ 278 w 282"/>
                <a:gd name="T45" fmla="*/ 1 h 123"/>
                <a:gd name="T46" fmla="*/ 277 w 282"/>
                <a:gd name="T47" fmla="*/ 1 h 123"/>
                <a:gd name="T48" fmla="*/ 277 w 282"/>
                <a:gd name="T49" fmla="*/ 0 h 123"/>
                <a:gd name="T50" fmla="*/ 276 w 282"/>
                <a:gd name="T51" fmla="*/ 0 h 123"/>
                <a:gd name="T52" fmla="*/ 275 w 282"/>
                <a:gd name="T53" fmla="*/ 0 h 123"/>
                <a:gd name="T54" fmla="*/ 273 w 282"/>
                <a:gd name="T55" fmla="*/ 0 h 123"/>
                <a:gd name="T56" fmla="*/ 273 w 282"/>
                <a:gd name="T57" fmla="*/ 0 h 123"/>
                <a:gd name="T58" fmla="*/ 207 w 282"/>
                <a:gd name="T59" fmla="*/ 0 h 123"/>
                <a:gd name="T60" fmla="*/ 198 w 282"/>
                <a:gd name="T61" fmla="*/ 9 h 123"/>
                <a:gd name="T62" fmla="*/ 207 w 282"/>
                <a:gd name="T63" fmla="*/ 18 h 123"/>
                <a:gd name="T64" fmla="*/ 250 w 282"/>
                <a:gd name="T65" fmla="*/ 18 h 123"/>
                <a:gd name="T66" fmla="*/ 168 w 282"/>
                <a:gd name="T67" fmla="*/ 101 h 123"/>
                <a:gd name="T68" fmla="*/ 96 w 282"/>
                <a:gd name="T69" fmla="*/ 29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82" h="123">
                  <a:moveTo>
                    <a:pt x="96" y="29"/>
                  </a:moveTo>
                  <a:cubicBezTo>
                    <a:pt x="93" y="25"/>
                    <a:pt x="87" y="25"/>
                    <a:pt x="84" y="28"/>
                  </a:cubicBezTo>
                  <a:cubicBezTo>
                    <a:pt x="5" y="93"/>
                    <a:pt x="5" y="93"/>
                    <a:pt x="5" y="93"/>
                  </a:cubicBezTo>
                  <a:cubicBezTo>
                    <a:pt x="1" y="97"/>
                    <a:pt x="0" y="103"/>
                    <a:pt x="4" y="107"/>
                  </a:cubicBezTo>
                  <a:cubicBezTo>
                    <a:pt x="7" y="111"/>
                    <a:pt x="13" y="111"/>
                    <a:pt x="17" y="108"/>
                  </a:cubicBezTo>
                  <a:cubicBezTo>
                    <a:pt x="89" y="48"/>
                    <a:pt x="89" y="48"/>
                    <a:pt x="89" y="48"/>
                  </a:cubicBezTo>
                  <a:cubicBezTo>
                    <a:pt x="161" y="120"/>
                    <a:pt x="161" y="120"/>
                    <a:pt x="161" y="120"/>
                  </a:cubicBezTo>
                  <a:cubicBezTo>
                    <a:pt x="163" y="122"/>
                    <a:pt x="166" y="123"/>
                    <a:pt x="168" y="123"/>
                  </a:cubicBezTo>
                  <a:cubicBezTo>
                    <a:pt x="171" y="123"/>
                    <a:pt x="173" y="122"/>
                    <a:pt x="175" y="120"/>
                  </a:cubicBezTo>
                  <a:cubicBezTo>
                    <a:pt x="264" y="32"/>
                    <a:pt x="264" y="32"/>
                    <a:pt x="264" y="32"/>
                  </a:cubicBezTo>
                  <a:cubicBezTo>
                    <a:pt x="264" y="74"/>
                    <a:pt x="264" y="74"/>
                    <a:pt x="264" y="74"/>
                  </a:cubicBezTo>
                  <a:cubicBezTo>
                    <a:pt x="264" y="80"/>
                    <a:pt x="268" y="84"/>
                    <a:pt x="273" y="84"/>
                  </a:cubicBezTo>
                  <a:cubicBezTo>
                    <a:pt x="278" y="84"/>
                    <a:pt x="282" y="80"/>
                    <a:pt x="282" y="74"/>
                  </a:cubicBezTo>
                  <a:cubicBezTo>
                    <a:pt x="282" y="9"/>
                    <a:pt x="282" y="9"/>
                    <a:pt x="282" y="9"/>
                  </a:cubicBezTo>
                  <a:cubicBezTo>
                    <a:pt x="282" y="8"/>
                    <a:pt x="282" y="8"/>
                    <a:pt x="282" y="7"/>
                  </a:cubicBezTo>
                  <a:cubicBezTo>
                    <a:pt x="282" y="7"/>
                    <a:pt x="282" y="7"/>
                    <a:pt x="282" y="6"/>
                  </a:cubicBezTo>
                  <a:cubicBezTo>
                    <a:pt x="282" y="6"/>
                    <a:pt x="282" y="6"/>
                    <a:pt x="282" y="5"/>
                  </a:cubicBezTo>
                  <a:cubicBezTo>
                    <a:pt x="281" y="5"/>
                    <a:pt x="281" y="5"/>
                    <a:pt x="281" y="4"/>
                  </a:cubicBezTo>
                  <a:cubicBezTo>
                    <a:pt x="281" y="4"/>
                    <a:pt x="281" y="4"/>
                    <a:pt x="281" y="4"/>
                  </a:cubicBezTo>
                  <a:cubicBezTo>
                    <a:pt x="280" y="3"/>
                    <a:pt x="280" y="3"/>
                    <a:pt x="280" y="2"/>
                  </a:cubicBezTo>
                  <a:cubicBezTo>
                    <a:pt x="280" y="2"/>
                    <a:pt x="280" y="2"/>
                    <a:pt x="280" y="2"/>
                  </a:cubicBezTo>
                  <a:cubicBezTo>
                    <a:pt x="280" y="2"/>
                    <a:pt x="279" y="2"/>
                    <a:pt x="279" y="2"/>
                  </a:cubicBezTo>
                  <a:cubicBezTo>
                    <a:pt x="279" y="2"/>
                    <a:pt x="279" y="1"/>
                    <a:pt x="278" y="1"/>
                  </a:cubicBezTo>
                  <a:cubicBezTo>
                    <a:pt x="278" y="1"/>
                    <a:pt x="278" y="1"/>
                    <a:pt x="277" y="1"/>
                  </a:cubicBezTo>
                  <a:cubicBezTo>
                    <a:pt x="277" y="1"/>
                    <a:pt x="277" y="0"/>
                    <a:pt x="277" y="0"/>
                  </a:cubicBezTo>
                  <a:cubicBezTo>
                    <a:pt x="276" y="0"/>
                    <a:pt x="276" y="0"/>
                    <a:pt x="276" y="0"/>
                  </a:cubicBezTo>
                  <a:cubicBezTo>
                    <a:pt x="275" y="0"/>
                    <a:pt x="275" y="0"/>
                    <a:pt x="275" y="0"/>
                  </a:cubicBezTo>
                  <a:cubicBezTo>
                    <a:pt x="274" y="0"/>
                    <a:pt x="274" y="0"/>
                    <a:pt x="273" y="0"/>
                  </a:cubicBezTo>
                  <a:cubicBezTo>
                    <a:pt x="273" y="0"/>
                    <a:pt x="273" y="0"/>
                    <a:pt x="273" y="0"/>
                  </a:cubicBezTo>
                  <a:cubicBezTo>
                    <a:pt x="207" y="0"/>
                    <a:pt x="207" y="0"/>
                    <a:pt x="207" y="0"/>
                  </a:cubicBezTo>
                  <a:cubicBezTo>
                    <a:pt x="202" y="0"/>
                    <a:pt x="198" y="4"/>
                    <a:pt x="198" y="9"/>
                  </a:cubicBezTo>
                  <a:cubicBezTo>
                    <a:pt x="198" y="14"/>
                    <a:pt x="202" y="18"/>
                    <a:pt x="207" y="18"/>
                  </a:cubicBezTo>
                  <a:cubicBezTo>
                    <a:pt x="250" y="18"/>
                    <a:pt x="250" y="18"/>
                    <a:pt x="250" y="18"/>
                  </a:cubicBezTo>
                  <a:cubicBezTo>
                    <a:pt x="168" y="101"/>
                    <a:pt x="168" y="101"/>
                    <a:pt x="168" y="101"/>
                  </a:cubicBezTo>
                  <a:lnTo>
                    <a:pt x="96" y="29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8" name="Freeform 103"/>
            <p:cNvSpPr>
              <a:spLocks/>
            </p:cNvSpPr>
            <p:nvPr/>
          </p:nvSpPr>
          <p:spPr bwMode="auto">
            <a:xfrm>
              <a:off x="4027489" y="1995488"/>
              <a:ext cx="203200" cy="111125"/>
            </a:xfrm>
            <a:custGeom>
              <a:avLst/>
              <a:gdLst>
                <a:gd name="T0" fmla="*/ 198 w 204"/>
                <a:gd name="T1" fmla="*/ 93 h 112"/>
                <a:gd name="T2" fmla="*/ 110 w 204"/>
                <a:gd name="T3" fmla="*/ 47 h 112"/>
                <a:gd name="T4" fmla="*/ 111 w 204"/>
                <a:gd name="T5" fmla="*/ 44 h 112"/>
                <a:gd name="T6" fmla="*/ 111 w 204"/>
                <a:gd name="T7" fmla="*/ 10 h 112"/>
                <a:gd name="T8" fmla="*/ 102 w 204"/>
                <a:gd name="T9" fmla="*/ 0 h 112"/>
                <a:gd name="T10" fmla="*/ 93 w 204"/>
                <a:gd name="T11" fmla="*/ 10 h 112"/>
                <a:gd name="T12" fmla="*/ 93 w 204"/>
                <a:gd name="T13" fmla="*/ 44 h 112"/>
                <a:gd name="T14" fmla="*/ 93 w 204"/>
                <a:gd name="T15" fmla="*/ 47 h 112"/>
                <a:gd name="T16" fmla="*/ 6 w 204"/>
                <a:gd name="T17" fmla="*/ 93 h 112"/>
                <a:gd name="T18" fmla="*/ 2 w 204"/>
                <a:gd name="T19" fmla="*/ 106 h 112"/>
                <a:gd name="T20" fmla="*/ 15 w 204"/>
                <a:gd name="T21" fmla="*/ 110 h 112"/>
                <a:gd name="T22" fmla="*/ 102 w 204"/>
                <a:gd name="T23" fmla="*/ 64 h 112"/>
                <a:gd name="T24" fmla="*/ 189 w 204"/>
                <a:gd name="T25" fmla="*/ 110 h 112"/>
                <a:gd name="T26" fmla="*/ 194 w 204"/>
                <a:gd name="T27" fmla="*/ 111 h 112"/>
                <a:gd name="T28" fmla="*/ 202 w 204"/>
                <a:gd name="T29" fmla="*/ 106 h 112"/>
                <a:gd name="T30" fmla="*/ 198 w 204"/>
                <a:gd name="T31" fmla="*/ 93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04" h="112">
                  <a:moveTo>
                    <a:pt x="198" y="93"/>
                  </a:moveTo>
                  <a:cubicBezTo>
                    <a:pt x="110" y="47"/>
                    <a:pt x="110" y="47"/>
                    <a:pt x="110" y="47"/>
                  </a:cubicBezTo>
                  <a:cubicBezTo>
                    <a:pt x="111" y="46"/>
                    <a:pt x="111" y="45"/>
                    <a:pt x="111" y="44"/>
                  </a:cubicBezTo>
                  <a:cubicBezTo>
                    <a:pt x="111" y="10"/>
                    <a:pt x="111" y="10"/>
                    <a:pt x="111" y="10"/>
                  </a:cubicBezTo>
                  <a:cubicBezTo>
                    <a:pt x="111" y="5"/>
                    <a:pt x="107" y="0"/>
                    <a:pt x="102" y="0"/>
                  </a:cubicBezTo>
                  <a:cubicBezTo>
                    <a:pt x="97" y="0"/>
                    <a:pt x="93" y="5"/>
                    <a:pt x="93" y="10"/>
                  </a:cubicBezTo>
                  <a:cubicBezTo>
                    <a:pt x="93" y="44"/>
                    <a:pt x="93" y="44"/>
                    <a:pt x="93" y="44"/>
                  </a:cubicBezTo>
                  <a:cubicBezTo>
                    <a:pt x="93" y="45"/>
                    <a:pt x="93" y="46"/>
                    <a:pt x="93" y="47"/>
                  </a:cubicBezTo>
                  <a:cubicBezTo>
                    <a:pt x="6" y="93"/>
                    <a:pt x="6" y="93"/>
                    <a:pt x="6" y="93"/>
                  </a:cubicBezTo>
                  <a:cubicBezTo>
                    <a:pt x="1" y="96"/>
                    <a:pt x="0" y="101"/>
                    <a:pt x="2" y="106"/>
                  </a:cubicBezTo>
                  <a:cubicBezTo>
                    <a:pt x="4" y="110"/>
                    <a:pt x="10" y="112"/>
                    <a:pt x="15" y="110"/>
                  </a:cubicBezTo>
                  <a:cubicBezTo>
                    <a:pt x="102" y="64"/>
                    <a:pt x="102" y="64"/>
                    <a:pt x="102" y="64"/>
                  </a:cubicBezTo>
                  <a:cubicBezTo>
                    <a:pt x="189" y="110"/>
                    <a:pt x="189" y="110"/>
                    <a:pt x="189" y="110"/>
                  </a:cubicBezTo>
                  <a:cubicBezTo>
                    <a:pt x="191" y="111"/>
                    <a:pt x="192" y="111"/>
                    <a:pt x="194" y="111"/>
                  </a:cubicBezTo>
                  <a:cubicBezTo>
                    <a:pt x="197" y="111"/>
                    <a:pt x="200" y="109"/>
                    <a:pt x="202" y="106"/>
                  </a:cubicBezTo>
                  <a:cubicBezTo>
                    <a:pt x="204" y="101"/>
                    <a:pt x="203" y="96"/>
                    <a:pt x="198" y="93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78" name="Group 277"/>
          <p:cNvGrpSpPr/>
          <p:nvPr/>
        </p:nvGrpSpPr>
        <p:grpSpPr>
          <a:xfrm>
            <a:off x="6206069" y="2243669"/>
            <a:ext cx="565151" cy="563033"/>
            <a:chOff x="4654551" y="1682751"/>
            <a:chExt cx="423863" cy="422275"/>
          </a:xfrm>
          <a:solidFill>
            <a:schemeClr val="accent1"/>
          </a:solidFill>
        </p:grpSpPr>
        <p:sp>
          <p:nvSpPr>
            <p:cNvPr id="139" name="Freeform 104"/>
            <p:cNvSpPr>
              <a:spLocks noEditPoints="1"/>
            </p:cNvSpPr>
            <p:nvPr/>
          </p:nvSpPr>
          <p:spPr bwMode="auto">
            <a:xfrm>
              <a:off x="4654551" y="1682751"/>
              <a:ext cx="423863" cy="422275"/>
            </a:xfrm>
            <a:custGeom>
              <a:avLst/>
              <a:gdLst>
                <a:gd name="T0" fmla="*/ 402 w 425"/>
                <a:gd name="T1" fmla="*/ 0 h 425"/>
                <a:gd name="T2" fmla="*/ 22 w 425"/>
                <a:gd name="T3" fmla="*/ 0 h 425"/>
                <a:gd name="T4" fmla="*/ 0 w 425"/>
                <a:gd name="T5" fmla="*/ 22 h 425"/>
                <a:gd name="T6" fmla="*/ 0 w 425"/>
                <a:gd name="T7" fmla="*/ 402 h 425"/>
                <a:gd name="T8" fmla="*/ 22 w 425"/>
                <a:gd name="T9" fmla="*/ 425 h 425"/>
                <a:gd name="T10" fmla="*/ 402 w 425"/>
                <a:gd name="T11" fmla="*/ 425 h 425"/>
                <a:gd name="T12" fmla="*/ 425 w 425"/>
                <a:gd name="T13" fmla="*/ 402 h 425"/>
                <a:gd name="T14" fmla="*/ 425 w 425"/>
                <a:gd name="T15" fmla="*/ 22 h 425"/>
                <a:gd name="T16" fmla="*/ 402 w 425"/>
                <a:gd name="T17" fmla="*/ 0 h 425"/>
                <a:gd name="T18" fmla="*/ 406 w 425"/>
                <a:gd name="T19" fmla="*/ 402 h 425"/>
                <a:gd name="T20" fmla="*/ 402 w 425"/>
                <a:gd name="T21" fmla="*/ 406 h 425"/>
                <a:gd name="T22" fmla="*/ 22 w 425"/>
                <a:gd name="T23" fmla="*/ 406 h 425"/>
                <a:gd name="T24" fmla="*/ 18 w 425"/>
                <a:gd name="T25" fmla="*/ 402 h 425"/>
                <a:gd name="T26" fmla="*/ 18 w 425"/>
                <a:gd name="T27" fmla="*/ 22 h 425"/>
                <a:gd name="T28" fmla="*/ 22 w 425"/>
                <a:gd name="T29" fmla="*/ 19 h 425"/>
                <a:gd name="T30" fmla="*/ 402 w 425"/>
                <a:gd name="T31" fmla="*/ 19 h 425"/>
                <a:gd name="T32" fmla="*/ 406 w 425"/>
                <a:gd name="T33" fmla="*/ 22 h 425"/>
                <a:gd name="T34" fmla="*/ 406 w 425"/>
                <a:gd name="T35" fmla="*/ 402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25" h="425">
                  <a:moveTo>
                    <a:pt x="402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10" y="0"/>
                    <a:pt x="0" y="10"/>
                    <a:pt x="0" y="22"/>
                  </a:cubicBezTo>
                  <a:cubicBezTo>
                    <a:pt x="0" y="402"/>
                    <a:pt x="0" y="402"/>
                    <a:pt x="0" y="402"/>
                  </a:cubicBezTo>
                  <a:cubicBezTo>
                    <a:pt x="0" y="415"/>
                    <a:pt x="10" y="425"/>
                    <a:pt x="22" y="425"/>
                  </a:cubicBezTo>
                  <a:cubicBezTo>
                    <a:pt x="402" y="425"/>
                    <a:pt x="402" y="425"/>
                    <a:pt x="402" y="425"/>
                  </a:cubicBezTo>
                  <a:cubicBezTo>
                    <a:pt x="415" y="425"/>
                    <a:pt x="425" y="415"/>
                    <a:pt x="425" y="402"/>
                  </a:cubicBezTo>
                  <a:cubicBezTo>
                    <a:pt x="425" y="22"/>
                    <a:pt x="425" y="22"/>
                    <a:pt x="425" y="22"/>
                  </a:cubicBezTo>
                  <a:cubicBezTo>
                    <a:pt x="425" y="10"/>
                    <a:pt x="415" y="0"/>
                    <a:pt x="402" y="0"/>
                  </a:cubicBezTo>
                  <a:close/>
                  <a:moveTo>
                    <a:pt x="406" y="402"/>
                  </a:moveTo>
                  <a:cubicBezTo>
                    <a:pt x="406" y="404"/>
                    <a:pt x="404" y="406"/>
                    <a:pt x="402" y="406"/>
                  </a:cubicBezTo>
                  <a:cubicBezTo>
                    <a:pt x="22" y="406"/>
                    <a:pt x="22" y="406"/>
                    <a:pt x="22" y="406"/>
                  </a:cubicBezTo>
                  <a:cubicBezTo>
                    <a:pt x="20" y="406"/>
                    <a:pt x="18" y="404"/>
                    <a:pt x="18" y="402"/>
                  </a:cubicBezTo>
                  <a:cubicBezTo>
                    <a:pt x="18" y="22"/>
                    <a:pt x="18" y="22"/>
                    <a:pt x="18" y="22"/>
                  </a:cubicBezTo>
                  <a:cubicBezTo>
                    <a:pt x="18" y="20"/>
                    <a:pt x="20" y="19"/>
                    <a:pt x="22" y="19"/>
                  </a:cubicBezTo>
                  <a:cubicBezTo>
                    <a:pt x="402" y="19"/>
                    <a:pt x="402" y="19"/>
                    <a:pt x="402" y="19"/>
                  </a:cubicBezTo>
                  <a:cubicBezTo>
                    <a:pt x="404" y="19"/>
                    <a:pt x="406" y="20"/>
                    <a:pt x="406" y="22"/>
                  </a:cubicBezTo>
                  <a:lnTo>
                    <a:pt x="406" y="402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0" name="Freeform 105"/>
            <p:cNvSpPr>
              <a:spLocks noEditPoints="1"/>
            </p:cNvSpPr>
            <p:nvPr/>
          </p:nvSpPr>
          <p:spPr bwMode="auto">
            <a:xfrm>
              <a:off x="4895851" y="1792288"/>
              <a:ext cx="57150" cy="58738"/>
            </a:xfrm>
            <a:custGeom>
              <a:avLst/>
              <a:gdLst>
                <a:gd name="T0" fmla="*/ 29 w 58"/>
                <a:gd name="T1" fmla="*/ 58 h 58"/>
                <a:gd name="T2" fmla="*/ 58 w 58"/>
                <a:gd name="T3" fmla="*/ 29 h 58"/>
                <a:gd name="T4" fmla="*/ 29 w 58"/>
                <a:gd name="T5" fmla="*/ 0 h 58"/>
                <a:gd name="T6" fmla="*/ 0 w 58"/>
                <a:gd name="T7" fmla="*/ 29 h 58"/>
                <a:gd name="T8" fmla="*/ 29 w 58"/>
                <a:gd name="T9" fmla="*/ 58 h 58"/>
                <a:gd name="T10" fmla="*/ 29 w 58"/>
                <a:gd name="T11" fmla="*/ 19 h 58"/>
                <a:gd name="T12" fmla="*/ 39 w 58"/>
                <a:gd name="T13" fmla="*/ 29 h 58"/>
                <a:gd name="T14" fmla="*/ 29 w 58"/>
                <a:gd name="T15" fmla="*/ 40 h 58"/>
                <a:gd name="T16" fmla="*/ 19 w 58"/>
                <a:gd name="T17" fmla="*/ 29 h 58"/>
                <a:gd name="T18" fmla="*/ 29 w 58"/>
                <a:gd name="T19" fmla="*/ 19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8" h="58">
                  <a:moveTo>
                    <a:pt x="29" y="58"/>
                  </a:moveTo>
                  <a:cubicBezTo>
                    <a:pt x="45" y="58"/>
                    <a:pt x="58" y="45"/>
                    <a:pt x="58" y="29"/>
                  </a:cubicBezTo>
                  <a:cubicBezTo>
                    <a:pt x="58" y="13"/>
                    <a:pt x="45" y="0"/>
                    <a:pt x="29" y="0"/>
                  </a:cubicBezTo>
                  <a:cubicBezTo>
                    <a:pt x="13" y="0"/>
                    <a:pt x="0" y="13"/>
                    <a:pt x="0" y="29"/>
                  </a:cubicBezTo>
                  <a:cubicBezTo>
                    <a:pt x="0" y="45"/>
                    <a:pt x="13" y="58"/>
                    <a:pt x="29" y="58"/>
                  </a:cubicBezTo>
                  <a:close/>
                  <a:moveTo>
                    <a:pt x="29" y="19"/>
                  </a:moveTo>
                  <a:cubicBezTo>
                    <a:pt x="35" y="19"/>
                    <a:pt x="39" y="24"/>
                    <a:pt x="39" y="29"/>
                  </a:cubicBezTo>
                  <a:cubicBezTo>
                    <a:pt x="39" y="35"/>
                    <a:pt x="35" y="40"/>
                    <a:pt x="29" y="40"/>
                  </a:cubicBezTo>
                  <a:cubicBezTo>
                    <a:pt x="23" y="40"/>
                    <a:pt x="19" y="35"/>
                    <a:pt x="19" y="29"/>
                  </a:cubicBezTo>
                  <a:cubicBezTo>
                    <a:pt x="19" y="24"/>
                    <a:pt x="23" y="19"/>
                    <a:pt x="29" y="19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1" name="Freeform 106"/>
            <p:cNvSpPr>
              <a:spLocks noEditPoints="1"/>
            </p:cNvSpPr>
            <p:nvPr/>
          </p:nvSpPr>
          <p:spPr bwMode="auto">
            <a:xfrm>
              <a:off x="4706939" y="1733551"/>
              <a:ext cx="319088" cy="280988"/>
            </a:xfrm>
            <a:custGeom>
              <a:avLst/>
              <a:gdLst>
                <a:gd name="T0" fmla="*/ 311 w 320"/>
                <a:gd name="T1" fmla="*/ 0 h 281"/>
                <a:gd name="T2" fmla="*/ 10 w 320"/>
                <a:gd name="T3" fmla="*/ 0 h 281"/>
                <a:gd name="T4" fmla="*/ 0 w 320"/>
                <a:gd name="T5" fmla="*/ 10 h 281"/>
                <a:gd name="T6" fmla="*/ 0 w 320"/>
                <a:gd name="T7" fmla="*/ 272 h 281"/>
                <a:gd name="T8" fmla="*/ 10 w 320"/>
                <a:gd name="T9" fmla="*/ 281 h 281"/>
                <a:gd name="T10" fmla="*/ 311 w 320"/>
                <a:gd name="T11" fmla="*/ 281 h 281"/>
                <a:gd name="T12" fmla="*/ 320 w 320"/>
                <a:gd name="T13" fmla="*/ 272 h 281"/>
                <a:gd name="T14" fmla="*/ 320 w 320"/>
                <a:gd name="T15" fmla="*/ 10 h 281"/>
                <a:gd name="T16" fmla="*/ 311 w 320"/>
                <a:gd name="T17" fmla="*/ 0 h 281"/>
                <a:gd name="T18" fmla="*/ 302 w 320"/>
                <a:gd name="T19" fmla="*/ 19 h 281"/>
                <a:gd name="T20" fmla="*/ 302 w 320"/>
                <a:gd name="T21" fmla="*/ 187 h 281"/>
                <a:gd name="T22" fmla="*/ 279 w 320"/>
                <a:gd name="T23" fmla="*/ 163 h 281"/>
                <a:gd name="T24" fmla="*/ 279 w 320"/>
                <a:gd name="T25" fmla="*/ 163 h 281"/>
                <a:gd name="T26" fmla="*/ 261 w 320"/>
                <a:gd name="T27" fmla="*/ 156 h 281"/>
                <a:gd name="T28" fmla="*/ 261 w 320"/>
                <a:gd name="T29" fmla="*/ 156 h 281"/>
                <a:gd name="T30" fmla="*/ 244 w 320"/>
                <a:gd name="T31" fmla="*/ 163 h 281"/>
                <a:gd name="T32" fmla="*/ 200 w 320"/>
                <a:gd name="T33" fmla="*/ 205 h 281"/>
                <a:gd name="T34" fmla="*/ 108 w 320"/>
                <a:gd name="T35" fmla="*/ 112 h 281"/>
                <a:gd name="T36" fmla="*/ 90 w 320"/>
                <a:gd name="T37" fmla="*/ 105 h 281"/>
                <a:gd name="T38" fmla="*/ 73 w 320"/>
                <a:gd name="T39" fmla="*/ 112 h 281"/>
                <a:gd name="T40" fmla="*/ 19 w 320"/>
                <a:gd name="T41" fmla="*/ 166 h 281"/>
                <a:gd name="T42" fmla="*/ 19 w 320"/>
                <a:gd name="T43" fmla="*/ 19 h 281"/>
                <a:gd name="T44" fmla="*/ 302 w 320"/>
                <a:gd name="T45" fmla="*/ 19 h 281"/>
                <a:gd name="T46" fmla="*/ 19 w 320"/>
                <a:gd name="T47" fmla="*/ 262 h 281"/>
                <a:gd name="T48" fmla="*/ 19 w 320"/>
                <a:gd name="T49" fmla="*/ 193 h 281"/>
                <a:gd name="T50" fmla="*/ 19 w 320"/>
                <a:gd name="T51" fmla="*/ 193 h 281"/>
                <a:gd name="T52" fmla="*/ 86 w 320"/>
                <a:gd name="T53" fmla="*/ 126 h 281"/>
                <a:gd name="T54" fmla="*/ 95 w 320"/>
                <a:gd name="T55" fmla="*/ 126 h 281"/>
                <a:gd name="T56" fmla="*/ 193 w 320"/>
                <a:gd name="T57" fmla="*/ 224 h 281"/>
                <a:gd name="T58" fmla="*/ 200 w 320"/>
                <a:gd name="T59" fmla="*/ 227 h 281"/>
                <a:gd name="T60" fmla="*/ 206 w 320"/>
                <a:gd name="T61" fmla="*/ 224 h 281"/>
                <a:gd name="T62" fmla="*/ 257 w 320"/>
                <a:gd name="T63" fmla="*/ 176 h 281"/>
                <a:gd name="T64" fmla="*/ 261 w 320"/>
                <a:gd name="T65" fmla="*/ 174 h 281"/>
                <a:gd name="T66" fmla="*/ 261 w 320"/>
                <a:gd name="T67" fmla="*/ 174 h 281"/>
                <a:gd name="T68" fmla="*/ 266 w 320"/>
                <a:gd name="T69" fmla="*/ 176 h 281"/>
                <a:gd name="T70" fmla="*/ 302 w 320"/>
                <a:gd name="T71" fmla="*/ 215 h 281"/>
                <a:gd name="T72" fmla="*/ 302 w 320"/>
                <a:gd name="T73" fmla="*/ 262 h 281"/>
                <a:gd name="T74" fmla="*/ 19 w 320"/>
                <a:gd name="T75" fmla="*/ 262 h 2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20" h="281">
                  <a:moveTo>
                    <a:pt x="311" y="0"/>
                  </a:moveTo>
                  <a:cubicBezTo>
                    <a:pt x="10" y="0"/>
                    <a:pt x="10" y="0"/>
                    <a:pt x="10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0" y="277"/>
                    <a:pt x="4" y="281"/>
                    <a:pt x="10" y="281"/>
                  </a:cubicBezTo>
                  <a:cubicBezTo>
                    <a:pt x="311" y="281"/>
                    <a:pt x="311" y="281"/>
                    <a:pt x="311" y="281"/>
                  </a:cubicBezTo>
                  <a:cubicBezTo>
                    <a:pt x="316" y="281"/>
                    <a:pt x="320" y="277"/>
                    <a:pt x="320" y="272"/>
                  </a:cubicBezTo>
                  <a:cubicBezTo>
                    <a:pt x="320" y="10"/>
                    <a:pt x="320" y="10"/>
                    <a:pt x="320" y="10"/>
                  </a:cubicBezTo>
                  <a:cubicBezTo>
                    <a:pt x="320" y="5"/>
                    <a:pt x="316" y="0"/>
                    <a:pt x="311" y="0"/>
                  </a:cubicBezTo>
                  <a:close/>
                  <a:moveTo>
                    <a:pt x="302" y="19"/>
                  </a:moveTo>
                  <a:cubicBezTo>
                    <a:pt x="302" y="187"/>
                    <a:pt x="302" y="187"/>
                    <a:pt x="302" y="187"/>
                  </a:cubicBezTo>
                  <a:cubicBezTo>
                    <a:pt x="279" y="163"/>
                    <a:pt x="279" y="163"/>
                    <a:pt x="279" y="163"/>
                  </a:cubicBezTo>
                  <a:cubicBezTo>
                    <a:pt x="279" y="163"/>
                    <a:pt x="279" y="163"/>
                    <a:pt x="279" y="163"/>
                  </a:cubicBezTo>
                  <a:cubicBezTo>
                    <a:pt x="274" y="158"/>
                    <a:pt x="268" y="156"/>
                    <a:pt x="261" y="156"/>
                  </a:cubicBezTo>
                  <a:cubicBezTo>
                    <a:pt x="261" y="156"/>
                    <a:pt x="261" y="156"/>
                    <a:pt x="261" y="156"/>
                  </a:cubicBezTo>
                  <a:cubicBezTo>
                    <a:pt x="255" y="156"/>
                    <a:pt x="249" y="158"/>
                    <a:pt x="244" y="163"/>
                  </a:cubicBezTo>
                  <a:cubicBezTo>
                    <a:pt x="200" y="205"/>
                    <a:pt x="200" y="205"/>
                    <a:pt x="200" y="205"/>
                  </a:cubicBezTo>
                  <a:cubicBezTo>
                    <a:pt x="108" y="112"/>
                    <a:pt x="108" y="112"/>
                    <a:pt x="108" y="112"/>
                  </a:cubicBezTo>
                  <a:cubicBezTo>
                    <a:pt x="103" y="108"/>
                    <a:pt x="97" y="105"/>
                    <a:pt x="90" y="105"/>
                  </a:cubicBezTo>
                  <a:cubicBezTo>
                    <a:pt x="84" y="105"/>
                    <a:pt x="77" y="108"/>
                    <a:pt x="73" y="112"/>
                  </a:cubicBezTo>
                  <a:cubicBezTo>
                    <a:pt x="19" y="166"/>
                    <a:pt x="19" y="166"/>
                    <a:pt x="19" y="166"/>
                  </a:cubicBezTo>
                  <a:cubicBezTo>
                    <a:pt x="19" y="19"/>
                    <a:pt x="19" y="19"/>
                    <a:pt x="19" y="19"/>
                  </a:cubicBezTo>
                  <a:lnTo>
                    <a:pt x="302" y="19"/>
                  </a:lnTo>
                  <a:close/>
                  <a:moveTo>
                    <a:pt x="19" y="262"/>
                  </a:moveTo>
                  <a:cubicBezTo>
                    <a:pt x="19" y="193"/>
                    <a:pt x="19" y="193"/>
                    <a:pt x="19" y="193"/>
                  </a:cubicBezTo>
                  <a:cubicBezTo>
                    <a:pt x="19" y="193"/>
                    <a:pt x="19" y="193"/>
                    <a:pt x="19" y="193"/>
                  </a:cubicBezTo>
                  <a:cubicBezTo>
                    <a:pt x="86" y="126"/>
                    <a:pt x="86" y="126"/>
                    <a:pt x="86" y="126"/>
                  </a:cubicBezTo>
                  <a:cubicBezTo>
                    <a:pt x="88" y="123"/>
                    <a:pt x="92" y="123"/>
                    <a:pt x="95" y="126"/>
                  </a:cubicBezTo>
                  <a:cubicBezTo>
                    <a:pt x="193" y="224"/>
                    <a:pt x="193" y="224"/>
                    <a:pt x="193" y="224"/>
                  </a:cubicBezTo>
                  <a:cubicBezTo>
                    <a:pt x="195" y="226"/>
                    <a:pt x="197" y="227"/>
                    <a:pt x="200" y="227"/>
                  </a:cubicBezTo>
                  <a:cubicBezTo>
                    <a:pt x="202" y="227"/>
                    <a:pt x="205" y="226"/>
                    <a:pt x="206" y="224"/>
                  </a:cubicBezTo>
                  <a:cubicBezTo>
                    <a:pt x="257" y="176"/>
                    <a:pt x="257" y="176"/>
                    <a:pt x="257" y="176"/>
                  </a:cubicBezTo>
                  <a:cubicBezTo>
                    <a:pt x="258" y="175"/>
                    <a:pt x="260" y="174"/>
                    <a:pt x="261" y="174"/>
                  </a:cubicBezTo>
                  <a:cubicBezTo>
                    <a:pt x="261" y="174"/>
                    <a:pt x="261" y="174"/>
                    <a:pt x="261" y="174"/>
                  </a:cubicBezTo>
                  <a:cubicBezTo>
                    <a:pt x="263" y="174"/>
                    <a:pt x="265" y="175"/>
                    <a:pt x="266" y="176"/>
                  </a:cubicBezTo>
                  <a:cubicBezTo>
                    <a:pt x="302" y="215"/>
                    <a:pt x="302" y="215"/>
                    <a:pt x="302" y="215"/>
                  </a:cubicBezTo>
                  <a:cubicBezTo>
                    <a:pt x="302" y="262"/>
                    <a:pt x="302" y="262"/>
                    <a:pt x="302" y="262"/>
                  </a:cubicBezTo>
                  <a:lnTo>
                    <a:pt x="19" y="262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77" name="Group 276"/>
          <p:cNvGrpSpPr/>
          <p:nvPr/>
        </p:nvGrpSpPr>
        <p:grpSpPr>
          <a:xfrm>
            <a:off x="7372353" y="2243669"/>
            <a:ext cx="579967" cy="563033"/>
            <a:chOff x="5529264" y="1682751"/>
            <a:chExt cx="434975" cy="422275"/>
          </a:xfrm>
          <a:solidFill>
            <a:schemeClr val="accent1"/>
          </a:solidFill>
        </p:grpSpPr>
        <p:sp>
          <p:nvSpPr>
            <p:cNvPr id="142" name="Freeform 107"/>
            <p:cNvSpPr>
              <a:spLocks noEditPoints="1"/>
            </p:cNvSpPr>
            <p:nvPr/>
          </p:nvSpPr>
          <p:spPr bwMode="auto">
            <a:xfrm>
              <a:off x="5529264" y="1682751"/>
              <a:ext cx="382588" cy="369888"/>
            </a:xfrm>
            <a:custGeom>
              <a:avLst/>
              <a:gdLst>
                <a:gd name="T0" fmla="*/ 385 w 385"/>
                <a:gd name="T1" fmla="*/ 350 h 372"/>
                <a:gd name="T2" fmla="*/ 385 w 385"/>
                <a:gd name="T3" fmla="*/ 22 h 372"/>
                <a:gd name="T4" fmla="*/ 363 w 385"/>
                <a:gd name="T5" fmla="*/ 0 h 372"/>
                <a:gd name="T6" fmla="*/ 22 w 385"/>
                <a:gd name="T7" fmla="*/ 0 h 372"/>
                <a:gd name="T8" fmla="*/ 0 w 385"/>
                <a:gd name="T9" fmla="*/ 22 h 372"/>
                <a:gd name="T10" fmla="*/ 0 w 385"/>
                <a:gd name="T11" fmla="*/ 350 h 372"/>
                <a:gd name="T12" fmla="*/ 22 w 385"/>
                <a:gd name="T13" fmla="*/ 372 h 372"/>
                <a:gd name="T14" fmla="*/ 363 w 385"/>
                <a:gd name="T15" fmla="*/ 372 h 372"/>
                <a:gd name="T16" fmla="*/ 385 w 385"/>
                <a:gd name="T17" fmla="*/ 350 h 372"/>
                <a:gd name="T18" fmla="*/ 18 w 385"/>
                <a:gd name="T19" fmla="*/ 350 h 372"/>
                <a:gd name="T20" fmla="*/ 18 w 385"/>
                <a:gd name="T21" fmla="*/ 22 h 372"/>
                <a:gd name="T22" fmla="*/ 22 w 385"/>
                <a:gd name="T23" fmla="*/ 19 h 372"/>
                <a:gd name="T24" fmla="*/ 363 w 385"/>
                <a:gd name="T25" fmla="*/ 19 h 372"/>
                <a:gd name="T26" fmla="*/ 366 w 385"/>
                <a:gd name="T27" fmla="*/ 22 h 372"/>
                <a:gd name="T28" fmla="*/ 366 w 385"/>
                <a:gd name="T29" fmla="*/ 350 h 372"/>
                <a:gd name="T30" fmla="*/ 363 w 385"/>
                <a:gd name="T31" fmla="*/ 354 h 372"/>
                <a:gd name="T32" fmla="*/ 22 w 385"/>
                <a:gd name="T33" fmla="*/ 354 h 372"/>
                <a:gd name="T34" fmla="*/ 18 w 385"/>
                <a:gd name="T35" fmla="*/ 350 h 3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85" h="372">
                  <a:moveTo>
                    <a:pt x="385" y="350"/>
                  </a:moveTo>
                  <a:cubicBezTo>
                    <a:pt x="385" y="22"/>
                    <a:pt x="385" y="22"/>
                    <a:pt x="385" y="22"/>
                  </a:cubicBezTo>
                  <a:cubicBezTo>
                    <a:pt x="385" y="10"/>
                    <a:pt x="375" y="0"/>
                    <a:pt x="363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10" y="0"/>
                    <a:pt x="0" y="10"/>
                    <a:pt x="0" y="22"/>
                  </a:cubicBezTo>
                  <a:cubicBezTo>
                    <a:pt x="0" y="350"/>
                    <a:pt x="0" y="350"/>
                    <a:pt x="0" y="350"/>
                  </a:cubicBezTo>
                  <a:cubicBezTo>
                    <a:pt x="0" y="362"/>
                    <a:pt x="10" y="372"/>
                    <a:pt x="22" y="372"/>
                  </a:cubicBezTo>
                  <a:cubicBezTo>
                    <a:pt x="363" y="372"/>
                    <a:pt x="363" y="372"/>
                    <a:pt x="363" y="372"/>
                  </a:cubicBezTo>
                  <a:cubicBezTo>
                    <a:pt x="375" y="372"/>
                    <a:pt x="385" y="362"/>
                    <a:pt x="385" y="350"/>
                  </a:cubicBezTo>
                  <a:close/>
                  <a:moveTo>
                    <a:pt x="18" y="350"/>
                  </a:moveTo>
                  <a:cubicBezTo>
                    <a:pt x="18" y="22"/>
                    <a:pt x="18" y="22"/>
                    <a:pt x="18" y="22"/>
                  </a:cubicBezTo>
                  <a:cubicBezTo>
                    <a:pt x="18" y="20"/>
                    <a:pt x="20" y="19"/>
                    <a:pt x="22" y="19"/>
                  </a:cubicBezTo>
                  <a:cubicBezTo>
                    <a:pt x="363" y="19"/>
                    <a:pt x="363" y="19"/>
                    <a:pt x="363" y="19"/>
                  </a:cubicBezTo>
                  <a:cubicBezTo>
                    <a:pt x="365" y="19"/>
                    <a:pt x="366" y="20"/>
                    <a:pt x="366" y="22"/>
                  </a:cubicBezTo>
                  <a:cubicBezTo>
                    <a:pt x="366" y="350"/>
                    <a:pt x="366" y="350"/>
                    <a:pt x="366" y="350"/>
                  </a:cubicBezTo>
                  <a:cubicBezTo>
                    <a:pt x="366" y="352"/>
                    <a:pt x="365" y="354"/>
                    <a:pt x="363" y="354"/>
                  </a:cubicBezTo>
                  <a:cubicBezTo>
                    <a:pt x="22" y="354"/>
                    <a:pt x="22" y="354"/>
                    <a:pt x="22" y="354"/>
                  </a:cubicBezTo>
                  <a:cubicBezTo>
                    <a:pt x="20" y="354"/>
                    <a:pt x="18" y="352"/>
                    <a:pt x="18" y="35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3" name="Freeform 108"/>
            <p:cNvSpPr>
              <a:spLocks noEditPoints="1"/>
            </p:cNvSpPr>
            <p:nvPr/>
          </p:nvSpPr>
          <p:spPr bwMode="auto">
            <a:xfrm>
              <a:off x="5737226" y="1774826"/>
              <a:ext cx="57150" cy="57150"/>
            </a:xfrm>
            <a:custGeom>
              <a:avLst/>
              <a:gdLst>
                <a:gd name="T0" fmla="*/ 29 w 58"/>
                <a:gd name="T1" fmla="*/ 58 h 58"/>
                <a:gd name="T2" fmla="*/ 58 w 58"/>
                <a:gd name="T3" fmla="*/ 29 h 58"/>
                <a:gd name="T4" fmla="*/ 29 w 58"/>
                <a:gd name="T5" fmla="*/ 0 h 58"/>
                <a:gd name="T6" fmla="*/ 0 w 58"/>
                <a:gd name="T7" fmla="*/ 29 h 58"/>
                <a:gd name="T8" fmla="*/ 29 w 58"/>
                <a:gd name="T9" fmla="*/ 58 h 58"/>
                <a:gd name="T10" fmla="*/ 29 w 58"/>
                <a:gd name="T11" fmla="*/ 18 h 58"/>
                <a:gd name="T12" fmla="*/ 40 w 58"/>
                <a:gd name="T13" fmla="*/ 29 h 58"/>
                <a:gd name="T14" fmla="*/ 29 w 58"/>
                <a:gd name="T15" fmla="*/ 39 h 58"/>
                <a:gd name="T16" fmla="*/ 19 w 58"/>
                <a:gd name="T17" fmla="*/ 29 h 58"/>
                <a:gd name="T18" fmla="*/ 29 w 58"/>
                <a:gd name="T19" fmla="*/ 18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8" h="58">
                  <a:moveTo>
                    <a:pt x="29" y="58"/>
                  </a:moveTo>
                  <a:cubicBezTo>
                    <a:pt x="45" y="58"/>
                    <a:pt x="58" y="45"/>
                    <a:pt x="58" y="29"/>
                  </a:cubicBezTo>
                  <a:cubicBezTo>
                    <a:pt x="58" y="13"/>
                    <a:pt x="45" y="0"/>
                    <a:pt x="29" y="0"/>
                  </a:cubicBezTo>
                  <a:cubicBezTo>
                    <a:pt x="13" y="0"/>
                    <a:pt x="0" y="13"/>
                    <a:pt x="0" y="29"/>
                  </a:cubicBezTo>
                  <a:cubicBezTo>
                    <a:pt x="0" y="45"/>
                    <a:pt x="13" y="58"/>
                    <a:pt x="29" y="58"/>
                  </a:cubicBezTo>
                  <a:close/>
                  <a:moveTo>
                    <a:pt x="29" y="18"/>
                  </a:moveTo>
                  <a:cubicBezTo>
                    <a:pt x="35" y="18"/>
                    <a:pt x="40" y="23"/>
                    <a:pt x="40" y="29"/>
                  </a:cubicBezTo>
                  <a:cubicBezTo>
                    <a:pt x="40" y="34"/>
                    <a:pt x="35" y="39"/>
                    <a:pt x="29" y="39"/>
                  </a:cubicBezTo>
                  <a:cubicBezTo>
                    <a:pt x="24" y="39"/>
                    <a:pt x="19" y="34"/>
                    <a:pt x="19" y="29"/>
                  </a:cubicBezTo>
                  <a:cubicBezTo>
                    <a:pt x="19" y="23"/>
                    <a:pt x="24" y="18"/>
                    <a:pt x="29" y="1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4" name="Freeform 109"/>
            <p:cNvSpPr>
              <a:spLocks noEditPoints="1"/>
            </p:cNvSpPr>
            <p:nvPr/>
          </p:nvSpPr>
          <p:spPr bwMode="auto">
            <a:xfrm>
              <a:off x="5567364" y="1720851"/>
              <a:ext cx="306388" cy="266700"/>
            </a:xfrm>
            <a:custGeom>
              <a:avLst/>
              <a:gdLst>
                <a:gd name="T0" fmla="*/ 298 w 307"/>
                <a:gd name="T1" fmla="*/ 0 h 268"/>
                <a:gd name="T2" fmla="*/ 9 w 307"/>
                <a:gd name="T3" fmla="*/ 0 h 268"/>
                <a:gd name="T4" fmla="*/ 0 w 307"/>
                <a:gd name="T5" fmla="*/ 10 h 268"/>
                <a:gd name="T6" fmla="*/ 0 w 307"/>
                <a:gd name="T7" fmla="*/ 259 h 268"/>
                <a:gd name="T8" fmla="*/ 9 w 307"/>
                <a:gd name="T9" fmla="*/ 268 h 268"/>
                <a:gd name="T10" fmla="*/ 298 w 307"/>
                <a:gd name="T11" fmla="*/ 268 h 268"/>
                <a:gd name="T12" fmla="*/ 307 w 307"/>
                <a:gd name="T13" fmla="*/ 259 h 268"/>
                <a:gd name="T14" fmla="*/ 307 w 307"/>
                <a:gd name="T15" fmla="*/ 10 h 268"/>
                <a:gd name="T16" fmla="*/ 298 w 307"/>
                <a:gd name="T17" fmla="*/ 0 h 268"/>
                <a:gd name="T18" fmla="*/ 288 w 307"/>
                <a:gd name="T19" fmla="*/ 19 h 268"/>
                <a:gd name="T20" fmla="*/ 288 w 307"/>
                <a:gd name="T21" fmla="*/ 174 h 268"/>
                <a:gd name="T22" fmla="*/ 279 w 307"/>
                <a:gd name="T23" fmla="*/ 163 h 268"/>
                <a:gd name="T24" fmla="*/ 279 w 307"/>
                <a:gd name="T25" fmla="*/ 163 h 268"/>
                <a:gd name="T26" fmla="*/ 261 w 307"/>
                <a:gd name="T27" fmla="*/ 156 h 268"/>
                <a:gd name="T28" fmla="*/ 261 w 307"/>
                <a:gd name="T29" fmla="*/ 156 h 268"/>
                <a:gd name="T30" fmla="*/ 244 w 307"/>
                <a:gd name="T31" fmla="*/ 163 h 268"/>
                <a:gd name="T32" fmla="*/ 200 w 307"/>
                <a:gd name="T33" fmla="*/ 204 h 268"/>
                <a:gd name="T34" fmla="*/ 108 w 307"/>
                <a:gd name="T35" fmla="*/ 112 h 268"/>
                <a:gd name="T36" fmla="*/ 90 w 307"/>
                <a:gd name="T37" fmla="*/ 105 h 268"/>
                <a:gd name="T38" fmla="*/ 72 w 307"/>
                <a:gd name="T39" fmla="*/ 112 h 268"/>
                <a:gd name="T40" fmla="*/ 19 w 307"/>
                <a:gd name="T41" fmla="*/ 166 h 268"/>
                <a:gd name="T42" fmla="*/ 19 w 307"/>
                <a:gd name="T43" fmla="*/ 19 h 268"/>
                <a:gd name="T44" fmla="*/ 288 w 307"/>
                <a:gd name="T45" fmla="*/ 19 h 268"/>
                <a:gd name="T46" fmla="*/ 19 w 307"/>
                <a:gd name="T47" fmla="*/ 249 h 268"/>
                <a:gd name="T48" fmla="*/ 19 w 307"/>
                <a:gd name="T49" fmla="*/ 193 h 268"/>
                <a:gd name="T50" fmla="*/ 19 w 307"/>
                <a:gd name="T51" fmla="*/ 193 h 268"/>
                <a:gd name="T52" fmla="*/ 86 w 307"/>
                <a:gd name="T53" fmla="*/ 126 h 268"/>
                <a:gd name="T54" fmla="*/ 94 w 307"/>
                <a:gd name="T55" fmla="*/ 126 h 268"/>
                <a:gd name="T56" fmla="*/ 193 w 307"/>
                <a:gd name="T57" fmla="*/ 224 h 268"/>
                <a:gd name="T58" fmla="*/ 200 w 307"/>
                <a:gd name="T59" fmla="*/ 227 h 268"/>
                <a:gd name="T60" fmla="*/ 206 w 307"/>
                <a:gd name="T61" fmla="*/ 224 h 268"/>
                <a:gd name="T62" fmla="*/ 257 w 307"/>
                <a:gd name="T63" fmla="*/ 176 h 268"/>
                <a:gd name="T64" fmla="*/ 261 w 307"/>
                <a:gd name="T65" fmla="*/ 174 h 268"/>
                <a:gd name="T66" fmla="*/ 261 w 307"/>
                <a:gd name="T67" fmla="*/ 174 h 268"/>
                <a:gd name="T68" fmla="*/ 265 w 307"/>
                <a:gd name="T69" fmla="*/ 176 h 268"/>
                <a:gd name="T70" fmla="*/ 288 w 307"/>
                <a:gd name="T71" fmla="*/ 202 h 268"/>
                <a:gd name="T72" fmla="*/ 288 w 307"/>
                <a:gd name="T73" fmla="*/ 249 h 268"/>
                <a:gd name="T74" fmla="*/ 19 w 307"/>
                <a:gd name="T75" fmla="*/ 249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07" h="268">
                  <a:moveTo>
                    <a:pt x="298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259"/>
                    <a:pt x="0" y="259"/>
                    <a:pt x="0" y="259"/>
                  </a:cubicBezTo>
                  <a:cubicBezTo>
                    <a:pt x="0" y="264"/>
                    <a:pt x="4" y="268"/>
                    <a:pt x="9" y="268"/>
                  </a:cubicBezTo>
                  <a:cubicBezTo>
                    <a:pt x="298" y="268"/>
                    <a:pt x="298" y="268"/>
                    <a:pt x="298" y="268"/>
                  </a:cubicBezTo>
                  <a:cubicBezTo>
                    <a:pt x="303" y="268"/>
                    <a:pt x="307" y="264"/>
                    <a:pt x="307" y="259"/>
                  </a:cubicBezTo>
                  <a:cubicBezTo>
                    <a:pt x="307" y="10"/>
                    <a:pt x="307" y="10"/>
                    <a:pt x="307" y="10"/>
                  </a:cubicBezTo>
                  <a:cubicBezTo>
                    <a:pt x="307" y="4"/>
                    <a:pt x="303" y="0"/>
                    <a:pt x="298" y="0"/>
                  </a:cubicBezTo>
                  <a:close/>
                  <a:moveTo>
                    <a:pt x="288" y="19"/>
                  </a:moveTo>
                  <a:cubicBezTo>
                    <a:pt x="288" y="174"/>
                    <a:pt x="288" y="174"/>
                    <a:pt x="288" y="174"/>
                  </a:cubicBezTo>
                  <a:cubicBezTo>
                    <a:pt x="279" y="163"/>
                    <a:pt x="279" y="163"/>
                    <a:pt x="279" y="163"/>
                  </a:cubicBezTo>
                  <a:cubicBezTo>
                    <a:pt x="279" y="163"/>
                    <a:pt x="279" y="163"/>
                    <a:pt x="279" y="163"/>
                  </a:cubicBezTo>
                  <a:cubicBezTo>
                    <a:pt x="274" y="158"/>
                    <a:pt x="268" y="156"/>
                    <a:pt x="261" y="156"/>
                  </a:cubicBezTo>
                  <a:cubicBezTo>
                    <a:pt x="261" y="156"/>
                    <a:pt x="261" y="156"/>
                    <a:pt x="261" y="156"/>
                  </a:cubicBezTo>
                  <a:cubicBezTo>
                    <a:pt x="255" y="156"/>
                    <a:pt x="248" y="158"/>
                    <a:pt x="244" y="163"/>
                  </a:cubicBezTo>
                  <a:cubicBezTo>
                    <a:pt x="200" y="204"/>
                    <a:pt x="200" y="204"/>
                    <a:pt x="200" y="204"/>
                  </a:cubicBezTo>
                  <a:cubicBezTo>
                    <a:pt x="108" y="112"/>
                    <a:pt x="108" y="112"/>
                    <a:pt x="108" y="112"/>
                  </a:cubicBezTo>
                  <a:cubicBezTo>
                    <a:pt x="103" y="108"/>
                    <a:pt x="97" y="105"/>
                    <a:pt x="90" y="105"/>
                  </a:cubicBezTo>
                  <a:cubicBezTo>
                    <a:pt x="83" y="105"/>
                    <a:pt x="77" y="108"/>
                    <a:pt x="72" y="112"/>
                  </a:cubicBezTo>
                  <a:cubicBezTo>
                    <a:pt x="19" y="166"/>
                    <a:pt x="19" y="166"/>
                    <a:pt x="19" y="166"/>
                  </a:cubicBezTo>
                  <a:cubicBezTo>
                    <a:pt x="19" y="19"/>
                    <a:pt x="19" y="19"/>
                    <a:pt x="19" y="19"/>
                  </a:cubicBezTo>
                  <a:lnTo>
                    <a:pt x="288" y="19"/>
                  </a:lnTo>
                  <a:close/>
                  <a:moveTo>
                    <a:pt x="19" y="249"/>
                  </a:moveTo>
                  <a:cubicBezTo>
                    <a:pt x="19" y="193"/>
                    <a:pt x="19" y="193"/>
                    <a:pt x="19" y="193"/>
                  </a:cubicBezTo>
                  <a:cubicBezTo>
                    <a:pt x="19" y="193"/>
                    <a:pt x="19" y="193"/>
                    <a:pt x="19" y="193"/>
                  </a:cubicBezTo>
                  <a:cubicBezTo>
                    <a:pt x="86" y="126"/>
                    <a:pt x="86" y="126"/>
                    <a:pt x="86" y="126"/>
                  </a:cubicBezTo>
                  <a:cubicBezTo>
                    <a:pt x="88" y="123"/>
                    <a:pt x="92" y="123"/>
                    <a:pt x="94" y="126"/>
                  </a:cubicBezTo>
                  <a:cubicBezTo>
                    <a:pt x="193" y="224"/>
                    <a:pt x="193" y="224"/>
                    <a:pt x="193" y="224"/>
                  </a:cubicBezTo>
                  <a:cubicBezTo>
                    <a:pt x="195" y="226"/>
                    <a:pt x="197" y="227"/>
                    <a:pt x="200" y="227"/>
                  </a:cubicBezTo>
                  <a:cubicBezTo>
                    <a:pt x="202" y="227"/>
                    <a:pt x="204" y="226"/>
                    <a:pt x="206" y="224"/>
                  </a:cubicBezTo>
                  <a:cubicBezTo>
                    <a:pt x="257" y="176"/>
                    <a:pt x="257" y="176"/>
                    <a:pt x="257" y="176"/>
                  </a:cubicBezTo>
                  <a:cubicBezTo>
                    <a:pt x="258" y="175"/>
                    <a:pt x="260" y="174"/>
                    <a:pt x="261" y="174"/>
                  </a:cubicBezTo>
                  <a:cubicBezTo>
                    <a:pt x="261" y="174"/>
                    <a:pt x="261" y="174"/>
                    <a:pt x="261" y="174"/>
                  </a:cubicBezTo>
                  <a:cubicBezTo>
                    <a:pt x="263" y="174"/>
                    <a:pt x="264" y="175"/>
                    <a:pt x="265" y="176"/>
                  </a:cubicBezTo>
                  <a:cubicBezTo>
                    <a:pt x="288" y="202"/>
                    <a:pt x="288" y="202"/>
                    <a:pt x="288" y="202"/>
                  </a:cubicBezTo>
                  <a:cubicBezTo>
                    <a:pt x="288" y="249"/>
                    <a:pt x="288" y="249"/>
                    <a:pt x="288" y="249"/>
                  </a:cubicBezTo>
                  <a:lnTo>
                    <a:pt x="19" y="249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5" name="Freeform 110"/>
            <p:cNvSpPr>
              <a:spLocks/>
            </p:cNvSpPr>
            <p:nvPr/>
          </p:nvSpPr>
          <p:spPr bwMode="auto">
            <a:xfrm>
              <a:off x="5580064" y="1720851"/>
              <a:ext cx="384175" cy="384175"/>
            </a:xfrm>
            <a:custGeom>
              <a:avLst/>
              <a:gdLst>
                <a:gd name="T0" fmla="*/ 363 w 386"/>
                <a:gd name="T1" fmla="*/ 0 h 386"/>
                <a:gd name="T2" fmla="*/ 351 w 386"/>
                <a:gd name="T3" fmla="*/ 0 h 386"/>
                <a:gd name="T4" fmla="*/ 342 w 386"/>
                <a:gd name="T5" fmla="*/ 10 h 386"/>
                <a:gd name="T6" fmla="*/ 351 w 386"/>
                <a:gd name="T7" fmla="*/ 19 h 386"/>
                <a:gd name="T8" fmla="*/ 363 w 386"/>
                <a:gd name="T9" fmla="*/ 19 h 386"/>
                <a:gd name="T10" fmla="*/ 367 w 386"/>
                <a:gd name="T11" fmla="*/ 23 h 386"/>
                <a:gd name="T12" fmla="*/ 367 w 386"/>
                <a:gd name="T13" fmla="*/ 363 h 386"/>
                <a:gd name="T14" fmla="*/ 363 w 386"/>
                <a:gd name="T15" fmla="*/ 367 h 386"/>
                <a:gd name="T16" fmla="*/ 22 w 386"/>
                <a:gd name="T17" fmla="*/ 367 h 386"/>
                <a:gd name="T18" fmla="*/ 19 w 386"/>
                <a:gd name="T19" fmla="*/ 363 h 386"/>
                <a:gd name="T20" fmla="*/ 19 w 386"/>
                <a:gd name="T21" fmla="*/ 351 h 386"/>
                <a:gd name="T22" fmla="*/ 9 w 386"/>
                <a:gd name="T23" fmla="*/ 342 h 386"/>
                <a:gd name="T24" fmla="*/ 0 w 386"/>
                <a:gd name="T25" fmla="*/ 351 h 386"/>
                <a:gd name="T26" fmla="*/ 0 w 386"/>
                <a:gd name="T27" fmla="*/ 363 h 386"/>
                <a:gd name="T28" fmla="*/ 22 w 386"/>
                <a:gd name="T29" fmla="*/ 386 h 386"/>
                <a:gd name="T30" fmla="*/ 363 w 386"/>
                <a:gd name="T31" fmla="*/ 386 h 386"/>
                <a:gd name="T32" fmla="*/ 386 w 386"/>
                <a:gd name="T33" fmla="*/ 363 h 386"/>
                <a:gd name="T34" fmla="*/ 386 w 386"/>
                <a:gd name="T35" fmla="*/ 23 h 386"/>
                <a:gd name="T36" fmla="*/ 363 w 386"/>
                <a:gd name="T37" fmla="*/ 0 h 3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86" h="386">
                  <a:moveTo>
                    <a:pt x="363" y="0"/>
                  </a:moveTo>
                  <a:cubicBezTo>
                    <a:pt x="351" y="0"/>
                    <a:pt x="351" y="0"/>
                    <a:pt x="351" y="0"/>
                  </a:cubicBezTo>
                  <a:cubicBezTo>
                    <a:pt x="346" y="0"/>
                    <a:pt x="342" y="4"/>
                    <a:pt x="342" y="10"/>
                  </a:cubicBezTo>
                  <a:cubicBezTo>
                    <a:pt x="342" y="15"/>
                    <a:pt x="346" y="19"/>
                    <a:pt x="351" y="19"/>
                  </a:cubicBezTo>
                  <a:cubicBezTo>
                    <a:pt x="363" y="19"/>
                    <a:pt x="363" y="19"/>
                    <a:pt x="363" y="19"/>
                  </a:cubicBezTo>
                  <a:cubicBezTo>
                    <a:pt x="365" y="19"/>
                    <a:pt x="367" y="21"/>
                    <a:pt x="367" y="23"/>
                  </a:cubicBezTo>
                  <a:cubicBezTo>
                    <a:pt x="367" y="363"/>
                    <a:pt x="367" y="363"/>
                    <a:pt x="367" y="363"/>
                  </a:cubicBezTo>
                  <a:cubicBezTo>
                    <a:pt x="367" y="365"/>
                    <a:pt x="365" y="367"/>
                    <a:pt x="363" y="367"/>
                  </a:cubicBezTo>
                  <a:cubicBezTo>
                    <a:pt x="22" y="367"/>
                    <a:pt x="22" y="367"/>
                    <a:pt x="22" y="367"/>
                  </a:cubicBezTo>
                  <a:cubicBezTo>
                    <a:pt x="20" y="367"/>
                    <a:pt x="19" y="365"/>
                    <a:pt x="19" y="363"/>
                  </a:cubicBezTo>
                  <a:cubicBezTo>
                    <a:pt x="19" y="351"/>
                    <a:pt x="19" y="351"/>
                    <a:pt x="19" y="351"/>
                  </a:cubicBezTo>
                  <a:cubicBezTo>
                    <a:pt x="19" y="346"/>
                    <a:pt x="15" y="342"/>
                    <a:pt x="9" y="342"/>
                  </a:cubicBezTo>
                  <a:cubicBezTo>
                    <a:pt x="4" y="342"/>
                    <a:pt x="0" y="346"/>
                    <a:pt x="0" y="351"/>
                  </a:cubicBezTo>
                  <a:cubicBezTo>
                    <a:pt x="0" y="363"/>
                    <a:pt x="0" y="363"/>
                    <a:pt x="0" y="363"/>
                  </a:cubicBezTo>
                  <a:cubicBezTo>
                    <a:pt x="0" y="376"/>
                    <a:pt x="10" y="386"/>
                    <a:pt x="22" y="386"/>
                  </a:cubicBezTo>
                  <a:cubicBezTo>
                    <a:pt x="363" y="386"/>
                    <a:pt x="363" y="386"/>
                    <a:pt x="363" y="386"/>
                  </a:cubicBezTo>
                  <a:cubicBezTo>
                    <a:pt x="376" y="386"/>
                    <a:pt x="386" y="376"/>
                    <a:pt x="386" y="363"/>
                  </a:cubicBezTo>
                  <a:cubicBezTo>
                    <a:pt x="386" y="23"/>
                    <a:pt x="386" y="23"/>
                    <a:pt x="386" y="23"/>
                  </a:cubicBezTo>
                  <a:cubicBezTo>
                    <a:pt x="386" y="10"/>
                    <a:pt x="376" y="0"/>
                    <a:pt x="36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76" name="Group 275"/>
          <p:cNvGrpSpPr/>
          <p:nvPr/>
        </p:nvGrpSpPr>
        <p:grpSpPr>
          <a:xfrm>
            <a:off x="8449736" y="2243669"/>
            <a:ext cx="649817" cy="563033"/>
            <a:chOff x="6337301" y="1682751"/>
            <a:chExt cx="487363" cy="422275"/>
          </a:xfrm>
          <a:solidFill>
            <a:schemeClr val="accent1"/>
          </a:solidFill>
        </p:grpSpPr>
        <p:sp>
          <p:nvSpPr>
            <p:cNvPr id="146" name="Freeform 111"/>
            <p:cNvSpPr>
              <a:spLocks noEditPoints="1"/>
            </p:cNvSpPr>
            <p:nvPr/>
          </p:nvSpPr>
          <p:spPr bwMode="auto">
            <a:xfrm>
              <a:off x="6337301" y="1682751"/>
              <a:ext cx="487363" cy="422275"/>
            </a:xfrm>
            <a:custGeom>
              <a:avLst/>
              <a:gdLst>
                <a:gd name="T0" fmla="*/ 468 w 490"/>
                <a:gd name="T1" fmla="*/ 0 h 425"/>
                <a:gd name="T2" fmla="*/ 389 w 490"/>
                <a:gd name="T3" fmla="*/ 0 h 425"/>
                <a:gd name="T4" fmla="*/ 101 w 490"/>
                <a:gd name="T5" fmla="*/ 0 h 425"/>
                <a:gd name="T6" fmla="*/ 22 w 490"/>
                <a:gd name="T7" fmla="*/ 0 h 425"/>
                <a:gd name="T8" fmla="*/ 0 w 490"/>
                <a:gd name="T9" fmla="*/ 22 h 425"/>
                <a:gd name="T10" fmla="*/ 0 w 490"/>
                <a:gd name="T11" fmla="*/ 402 h 425"/>
                <a:gd name="T12" fmla="*/ 22 w 490"/>
                <a:gd name="T13" fmla="*/ 425 h 425"/>
                <a:gd name="T14" fmla="*/ 101 w 490"/>
                <a:gd name="T15" fmla="*/ 425 h 425"/>
                <a:gd name="T16" fmla="*/ 389 w 490"/>
                <a:gd name="T17" fmla="*/ 425 h 425"/>
                <a:gd name="T18" fmla="*/ 468 w 490"/>
                <a:gd name="T19" fmla="*/ 425 h 425"/>
                <a:gd name="T20" fmla="*/ 490 w 490"/>
                <a:gd name="T21" fmla="*/ 402 h 425"/>
                <a:gd name="T22" fmla="*/ 490 w 490"/>
                <a:gd name="T23" fmla="*/ 22 h 425"/>
                <a:gd name="T24" fmla="*/ 468 w 490"/>
                <a:gd name="T25" fmla="*/ 0 h 425"/>
                <a:gd name="T26" fmla="*/ 19 w 490"/>
                <a:gd name="T27" fmla="*/ 402 h 425"/>
                <a:gd name="T28" fmla="*/ 19 w 490"/>
                <a:gd name="T29" fmla="*/ 22 h 425"/>
                <a:gd name="T30" fmla="*/ 22 w 490"/>
                <a:gd name="T31" fmla="*/ 19 h 425"/>
                <a:gd name="T32" fmla="*/ 92 w 490"/>
                <a:gd name="T33" fmla="*/ 19 h 425"/>
                <a:gd name="T34" fmla="*/ 92 w 490"/>
                <a:gd name="T35" fmla="*/ 406 h 425"/>
                <a:gd name="T36" fmla="*/ 22 w 490"/>
                <a:gd name="T37" fmla="*/ 406 h 425"/>
                <a:gd name="T38" fmla="*/ 19 w 490"/>
                <a:gd name="T39" fmla="*/ 402 h 425"/>
                <a:gd name="T40" fmla="*/ 110 w 490"/>
                <a:gd name="T41" fmla="*/ 406 h 425"/>
                <a:gd name="T42" fmla="*/ 110 w 490"/>
                <a:gd name="T43" fmla="*/ 19 h 425"/>
                <a:gd name="T44" fmla="*/ 380 w 490"/>
                <a:gd name="T45" fmla="*/ 19 h 425"/>
                <a:gd name="T46" fmla="*/ 380 w 490"/>
                <a:gd name="T47" fmla="*/ 406 h 425"/>
                <a:gd name="T48" fmla="*/ 110 w 490"/>
                <a:gd name="T49" fmla="*/ 406 h 425"/>
                <a:gd name="T50" fmla="*/ 472 w 490"/>
                <a:gd name="T51" fmla="*/ 402 h 425"/>
                <a:gd name="T52" fmla="*/ 468 w 490"/>
                <a:gd name="T53" fmla="*/ 406 h 425"/>
                <a:gd name="T54" fmla="*/ 399 w 490"/>
                <a:gd name="T55" fmla="*/ 406 h 425"/>
                <a:gd name="T56" fmla="*/ 399 w 490"/>
                <a:gd name="T57" fmla="*/ 19 h 425"/>
                <a:gd name="T58" fmla="*/ 468 w 490"/>
                <a:gd name="T59" fmla="*/ 19 h 425"/>
                <a:gd name="T60" fmla="*/ 472 w 490"/>
                <a:gd name="T61" fmla="*/ 22 h 425"/>
                <a:gd name="T62" fmla="*/ 472 w 490"/>
                <a:gd name="T63" fmla="*/ 402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90" h="425">
                  <a:moveTo>
                    <a:pt x="468" y="0"/>
                  </a:moveTo>
                  <a:cubicBezTo>
                    <a:pt x="389" y="0"/>
                    <a:pt x="389" y="0"/>
                    <a:pt x="389" y="0"/>
                  </a:cubicBezTo>
                  <a:cubicBezTo>
                    <a:pt x="101" y="0"/>
                    <a:pt x="101" y="0"/>
                    <a:pt x="101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10" y="0"/>
                    <a:pt x="0" y="10"/>
                    <a:pt x="0" y="22"/>
                  </a:cubicBezTo>
                  <a:cubicBezTo>
                    <a:pt x="0" y="402"/>
                    <a:pt x="0" y="402"/>
                    <a:pt x="0" y="402"/>
                  </a:cubicBezTo>
                  <a:cubicBezTo>
                    <a:pt x="0" y="415"/>
                    <a:pt x="10" y="425"/>
                    <a:pt x="22" y="425"/>
                  </a:cubicBezTo>
                  <a:cubicBezTo>
                    <a:pt x="101" y="425"/>
                    <a:pt x="101" y="425"/>
                    <a:pt x="101" y="425"/>
                  </a:cubicBezTo>
                  <a:cubicBezTo>
                    <a:pt x="389" y="425"/>
                    <a:pt x="389" y="425"/>
                    <a:pt x="389" y="425"/>
                  </a:cubicBezTo>
                  <a:cubicBezTo>
                    <a:pt x="468" y="425"/>
                    <a:pt x="468" y="425"/>
                    <a:pt x="468" y="425"/>
                  </a:cubicBezTo>
                  <a:cubicBezTo>
                    <a:pt x="481" y="425"/>
                    <a:pt x="490" y="415"/>
                    <a:pt x="490" y="402"/>
                  </a:cubicBezTo>
                  <a:cubicBezTo>
                    <a:pt x="490" y="22"/>
                    <a:pt x="490" y="22"/>
                    <a:pt x="490" y="22"/>
                  </a:cubicBezTo>
                  <a:cubicBezTo>
                    <a:pt x="490" y="10"/>
                    <a:pt x="481" y="0"/>
                    <a:pt x="468" y="0"/>
                  </a:cubicBezTo>
                  <a:close/>
                  <a:moveTo>
                    <a:pt x="19" y="402"/>
                  </a:moveTo>
                  <a:cubicBezTo>
                    <a:pt x="19" y="22"/>
                    <a:pt x="19" y="22"/>
                    <a:pt x="19" y="22"/>
                  </a:cubicBezTo>
                  <a:cubicBezTo>
                    <a:pt x="19" y="20"/>
                    <a:pt x="20" y="19"/>
                    <a:pt x="22" y="19"/>
                  </a:cubicBezTo>
                  <a:cubicBezTo>
                    <a:pt x="92" y="19"/>
                    <a:pt x="92" y="19"/>
                    <a:pt x="92" y="19"/>
                  </a:cubicBezTo>
                  <a:cubicBezTo>
                    <a:pt x="92" y="406"/>
                    <a:pt x="92" y="406"/>
                    <a:pt x="92" y="406"/>
                  </a:cubicBezTo>
                  <a:cubicBezTo>
                    <a:pt x="22" y="406"/>
                    <a:pt x="22" y="406"/>
                    <a:pt x="22" y="406"/>
                  </a:cubicBezTo>
                  <a:cubicBezTo>
                    <a:pt x="20" y="406"/>
                    <a:pt x="19" y="405"/>
                    <a:pt x="19" y="402"/>
                  </a:cubicBezTo>
                  <a:close/>
                  <a:moveTo>
                    <a:pt x="110" y="406"/>
                  </a:moveTo>
                  <a:cubicBezTo>
                    <a:pt x="110" y="19"/>
                    <a:pt x="110" y="19"/>
                    <a:pt x="110" y="19"/>
                  </a:cubicBezTo>
                  <a:cubicBezTo>
                    <a:pt x="380" y="19"/>
                    <a:pt x="380" y="19"/>
                    <a:pt x="380" y="19"/>
                  </a:cubicBezTo>
                  <a:cubicBezTo>
                    <a:pt x="380" y="406"/>
                    <a:pt x="380" y="406"/>
                    <a:pt x="380" y="406"/>
                  </a:cubicBezTo>
                  <a:lnTo>
                    <a:pt x="110" y="406"/>
                  </a:lnTo>
                  <a:close/>
                  <a:moveTo>
                    <a:pt x="472" y="402"/>
                  </a:moveTo>
                  <a:cubicBezTo>
                    <a:pt x="472" y="405"/>
                    <a:pt x="470" y="406"/>
                    <a:pt x="468" y="406"/>
                  </a:cubicBezTo>
                  <a:cubicBezTo>
                    <a:pt x="399" y="406"/>
                    <a:pt x="399" y="406"/>
                    <a:pt x="399" y="406"/>
                  </a:cubicBezTo>
                  <a:cubicBezTo>
                    <a:pt x="399" y="19"/>
                    <a:pt x="399" y="19"/>
                    <a:pt x="399" y="19"/>
                  </a:cubicBezTo>
                  <a:cubicBezTo>
                    <a:pt x="468" y="19"/>
                    <a:pt x="468" y="19"/>
                    <a:pt x="468" y="19"/>
                  </a:cubicBezTo>
                  <a:cubicBezTo>
                    <a:pt x="470" y="19"/>
                    <a:pt x="472" y="20"/>
                    <a:pt x="472" y="22"/>
                  </a:cubicBezTo>
                  <a:lnTo>
                    <a:pt x="472" y="402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7" name="Freeform 112"/>
            <p:cNvSpPr>
              <a:spLocks noEditPoints="1"/>
            </p:cNvSpPr>
            <p:nvPr/>
          </p:nvSpPr>
          <p:spPr bwMode="auto">
            <a:xfrm>
              <a:off x="6519864" y="1811338"/>
              <a:ext cx="136525" cy="176213"/>
            </a:xfrm>
            <a:custGeom>
              <a:avLst/>
              <a:gdLst>
                <a:gd name="T0" fmla="*/ 133 w 137"/>
                <a:gd name="T1" fmla="*/ 81 h 177"/>
                <a:gd name="T2" fmla="*/ 15 w 137"/>
                <a:gd name="T3" fmla="*/ 3 h 177"/>
                <a:gd name="T4" fmla="*/ 5 w 137"/>
                <a:gd name="T5" fmla="*/ 2 h 177"/>
                <a:gd name="T6" fmla="*/ 0 w 137"/>
                <a:gd name="T7" fmla="*/ 10 h 177"/>
                <a:gd name="T8" fmla="*/ 0 w 137"/>
                <a:gd name="T9" fmla="*/ 168 h 177"/>
                <a:gd name="T10" fmla="*/ 5 w 137"/>
                <a:gd name="T11" fmla="*/ 176 h 177"/>
                <a:gd name="T12" fmla="*/ 10 w 137"/>
                <a:gd name="T13" fmla="*/ 177 h 177"/>
                <a:gd name="T14" fmla="*/ 15 w 137"/>
                <a:gd name="T15" fmla="*/ 175 h 177"/>
                <a:gd name="T16" fmla="*/ 133 w 137"/>
                <a:gd name="T17" fmla="*/ 97 h 177"/>
                <a:gd name="T18" fmla="*/ 137 w 137"/>
                <a:gd name="T19" fmla="*/ 89 h 177"/>
                <a:gd name="T20" fmla="*/ 133 w 137"/>
                <a:gd name="T21" fmla="*/ 81 h 177"/>
                <a:gd name="T22" fmla="*/ 19 w 137"/>
                <a:gd name="T23" fmla="*/ 150 h 177"/>
                <a:gd name="T24" fmla="*/ 19 w 137"/>
                <a:gd name="T25" fmla="*/ 28 h 177"/>
                <a:gd name="T26" fmla="*/ 111 w 137"/>
                <a:gd name="T27" fmla="*/ 89 h 177"/>
                <a:gd name="T28" fmla="*/ 19 w 137"/>
                <a:gd name="T29" fmla="*/ 150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37" h="177">
                  <a:moveTo>
                    <a:pt x="133" y="81"/>
                  </a:moveTo>
                  <a:cubicBezTo>
                    <a:pt x="15" y="3"/>
                    <a:pt x="15" y="3"/>
                    <a:pt x="15" y="3"/>
                  </a:cubicBezTo>
                  <a:cubicBezTo>
                    <a:pt x="12" y="1"/>
                    <a:pt x="8" y="0"/>
                    <a:pt x="5" y="2"/>
                  </a:cubicBezTo>
                  <a:cubicBezTo>
                    <a:pt x="2" y="4"/>
                    <a:pt x="0" y="7"/>
                    <a:pt x="0" y="10"/>
                  </a:cubicBezTo>
                  <a:cubicBezTo>
                    <a:pt x="0" y="168"/>
                    <a:pt x="0" y="168"/>
                    <a:pt x="0" y="168"/>
                  </a:cubicBezTo>
                  <a:cubicBezTo>
                    <a:pt x="0" y="171"/>
                    <a:pt x="2" y="174"/>
                    <a:pt x="5" y="176"/>
                  </a:cubicBezTo>
                  <a:cubicBezTo>
                    <a:pt x="7" y="177"/>
                    <a:pt x="8" y="177"/>
                    <a:pt x="10" y="177"/>
                  </a:cubicBezTo>
                  <a:cubicBezTo>
                    <a:pt x="12" y="177"/>
                    <a:pt x="13" y="176"/>
                    <a:pt x="15" y="175"/>
                  </a:cubicBezTo>
                  <a:cubicBezTo>
                    <a:pt x="133" y="97"/>
                    <a:pt x="133" y="97"/>
                    <a:pt x="133" y="97"/>
                  </a:cubicBezTo>
                  <a:cubicBezTo>
                    <a:pt x="135" y="95"/>
                    <a:pt x="137" y="92"/>
                    <a:pt x="137" y="89"/>
                  </a:cubicBezTo>
                  <a:cubicBezTo>
                    <a:pt x="137" y="86"/>
                    <a:pt x="135" y="83"/>
                    <a:pt x="133" y="81"/>
                  </a:cubicBezTo>
                  <a:close/>
                  <a:moveTo>
                    <a:pt x="19" y="150"/>
                  </a:moveTo>
                  <a:cubicBezTo>
                    <a:pt x="19" y="28"/>
                    <a:pt x="19" y="28"/>
                    <a:pt x="19" y="28"/>
                  </a:cubicBezTo>
                  <a:cubicBezTo>
                    <a:pt x="111" y="89"/>
                    <a:pt x="111" y="89"/>
                    <a:pt x="111" y="89"/>
                  </a:cubicBezTo>
                  <a:lnTo>
                    <a:pt x="19" y="15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8" name="Freeform 113"/>
            <p:cNvSpPr>
              <a:spLocks/>
            </p:cNvSpPr>
            <p:nvPr/>
          </p:nvSpPr>
          <p:spPr bwMode="auto">
            <a:xfrm>
              <a:off x="6370639" y="1787526"/>
              <a:ext cx="44450" cy="17463"/>
            </a:xfrm>
            <a:custGeom>
              <a:avLst/>
              <a:gdLst>
                <a:gd name="T0" fmla="*/ 35 w 45"/>
                <a:gd name="T1" fmla="*/ 0 h 18"/>
                <a:gd name="T2" fmla="*/ 9 w 45"/>
                <a:gd name="T3" fmla="*/ 0 h 18"/>
                <a:gd name="T4" fmla="*/ 0 w 45"/>
                <a:gd name="T5" fmla="*/ 9 h 18"/>
                <a:gd name="T6" fmla="*/ 9 w 45"/>
                <a:gd name="T7" fmla="*/ 18 h 18"/>
                <a:gd name="T8" fmla="*/ 35 w 45"/>
                <a:gd name="T9" fmla="*/ 18 h 18"/>
                <a:gd name="T10" fmla="*/ 45 w 45"/>
                <a:gd name="T11" fmla="*/ 9 h 18"/>
                <a:gd name="T12" fmla="*/ 35 w 45"/>
                <a:gd name="T13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5" h="18">
                  <a:moveTo>
                    <a:pt x="35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4"/>
                    <a:pt x="4" y="18"/>
                    <a:pt x="9" y="18"/>
                  </a:cubicBezTo>
                  <a:cubicBezTo>
                    <a:pt x="35" y="18"/>
                    <a:pt x="35" y="18"/>
                    <a:pt x="35" y="18"/>
                  </a:cubicBezTo>
                  <a:cubicBezTo>
                    <a:pt x="40" y="18"/>
                    <a:pt x="45" y="14"/>
                    <a:pt x="45" y="9"/>
                  </a:cubicBezTo>
                  <a:cubicBezTo>
                    <a:pt x="45" y="4"/>
                    <a:pt x="40" y="0"/>
                    <a:pt x="3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9" name="Freeform 114"/>
            <p:cNvSpPr>
              <a:spLocks/>
            </p:cNvSpPr>
            <p:nvPr/>
          </p:nvSpPr>
          <p:spPr bwMode="auto">
            <a:xfrm>
              <a:off x="6370639" y="1733551"/>
              <a:ext cx="44450" cy="19050"/>
            </a:xfrm>
            <a:custGeom>
              <a:avLst/>
              <a:gdLst>
                <a:gd name="T0" fmla="*/ 9 w 45"/>
                <a:gd name="T1" fmla="*/ 19 h 19"/>
                <a:gd name="T2" fmla="*/ 35 w 45"/>
                <a:gd name="T3" fmla="*/ 19 h 19"/>
                <a:gd name="T4" fmla="*/ 45 w 45"/>
                <a:gd name="T5" fmla="*/ 10 h 19"/>
                <a:gd name="T6" fmla="*/ 35 w 45"/>
                <a:gd name="T7" fmla="*/ 0 h 19"/>
                <a:gd name="T8" fmla="*/ 9 w 45"/>
                <a:gd name="T9" fmla="*/ 0 h 19"/>
                <a:gd name="T10" fmla="*/ 0 w 45"/>
                <a:gd name="T11" fmla="*/ 10 h 19"/>
                <a:gd name="T12" fmla="*/ 9 w 45"/>
                <a:gd name="T13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5" h="19">
                  <a:moveTo>
                    <a:pt x="9" y="19"/>
                  </a:moveTo>
                  <a:cubicBezTo>
                    <a:pt x="35" y="19"/>
                    <a:pt x="35" y="19"/>
                    <a:pt x="35" y="19"/>
                  </a:cubicBezTo>
                  <a:cubicBezTo>
                    <a:pt x="40" y="19"/>
                    <a:pt x="45" y="15"/>
                    <a:pt x="45" y="10"/>
                  </a:cubicBezTo>
                  <a:cubicBezTo>
                    <a:pt x="45" y="5"/>
                    <a:pt x="40" y="0"/>
                    <a:pt x="35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15"/>
                    <a:pt x="4" y="19"/>
                    <a:pt x="9" y="19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0" name="Freeform 115"/>
            <p:cNvSpPr>
              <a:spLocks/>
            </p:cNvSpPr>
            <p:nvPr/>
          </p:nvSpPr>
          <p:spPr bwMode="auto">
            <a:xfrm>
              <a:off x="6370639" y="1838326"/>
              <a:ext cx="44450" cy="19050"/>
            </a:xfrm>
            <a:custGeom>
              <a:avLst/>
              <a:gdLst>
                <a:gd name="T0" fmla="*/ 35 w 45"/>
                <a:gd name="T1" fmla="*/ 0 h 19"/>
                <a:gd name="T2" fmla="*/ 9 w 45"/>
                <a:gd name="T3" fmla="*/ 0 h 19"/>
                <a:gd name="T4" fmla="*/ 0 w 45"/>
                <a:gd name="T5" fmla="*/ 10 h 19"/>
                <a:gd name="T6" fmla="*/ 9 w 45"/>
                <a:gd name="T7" fmla="*/ 19 h 19"/>
                <a:gd name="T8" fmla="*/ 35 w 45"/>
                <a:gd name="T9" fmla="*/ 19 h 19"/>
                <a:gd name="T10" fmla="*/ 45 w 45"/>
                <a:gd name="T11" fmla="*/ 10 h 19"/>
                <a:gd name="T12" fmla="*/ 35 w 45"/>
                <a:gd name="T1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5" h="19">
                  <a:moveTo>
                    <a:pt x="35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15"/>
                    <a:pt x="4" y="19"/>
                    <a:pt x="9" y="19"/>
                  </a:cubicBezTo>
                  <a:cubicBezTo>
                    <a:pt x="35" y="19"/>
                    <a:pt x="35" y="19"/>
                    <a:pt x="35" y="19"/>
                  </a:cubicBezTo>
                  <a:cubicBezTo>
                    <a:pt x="40" y="19"/>
                    <a:pt x="45" y="15"/>
                    <a:pt x="45" y="10"/>
                  </a:cubicBezTo>
                  <a:cubicBezTo>
                    <a:pt x="45" y="4"/>
                    <a:pt x="40" y="0"/>
                    <a:pt x="3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1" name="Freeform 116"/>
            <p:cNvSpPr>
              <a:spLocks/>
            </p:cNvSpPr>
            <p:nvPr/>
          </p:nvSpPr>
          <p:spPr bwMode="auto">
            <a:xfrm>
              <a:off x="6370639" y="1892301"/>
              <a:ext cx="44450" cy="17463"/>
            </a:xfrm>
            <a:custGeom>
              <a:avLst/>
              <a:gdLst>
                <a:gd name="T0" fmla="*/ 35 w 45"/>
                <a:gd name="T1" fmla="*/ 0 h 18"/>
                <a:gd name="T2" fmla="*/ 9 w 45"/>
                <a:gd name="T3" fmla="*/ 0 h 18"/>
                <a:gd name="T4" fmla="*/ 0 w 45"/>
                <a:gd name="T5" fmla="*/ 9 h 18"/>
                <a:gd name="T6" fmla="*/ 9 w 45"/>
                <a:gd name="T7" fmla="*/ 18 h 18"/>
                <a:gd name="T8" fmla="*/ 35 w 45"/>
                <a:gd name="T9" fmla="*/ 18 h 18"/>
                <a:gd name="T10" fmla="*/ 45 w 45"/>
                <a:gd name="T11" fmla="*/ 9 h 18"/>
                <a:gd name="T12" fmla="*/ 35 w 45"/>
                <a:gd name="T13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5" h="18">
                  <a:moveTo>
                    <a:pt x="35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4"/>
                    <a:pt x="4" y="18"/>
                    <a:pt x="9" y="18"/>
                  </a:cubicBezTo>
                  <a:cubicBezTo>
                    <a:pt x="35" y="18"/>
                    <a:pt x="35" y="18"/>
                    <a:pt x="35" y="18"/>
                  </a:cubicBezTo>
                  <a:cubicBezTo>
                    <a:pt x="40" y="18"/>
                    <a:pt x="45" y="14"/>
                    <a:pt x="45" y="9"/>
                  </a:cubicBezTo>
                  <a:cubicBezTo>
                    <a:pt x="45" y="4"/>
                    <a:pt x="40" y="0"/>
                    <a:pt x="3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2" name="Freeform 117"/>
            <p:cNvSpPr>
              <a:spLocks/>
            </p:cNvSpPr>
            <p:nvPr/>
          </p:nvSpPr>
          <p:spPr bwMode="auto">
            <a:xfrm>
              <a:off x="6370639" y="1943101"/>
              <a:ext cx="44450" cy="19050"/>
            </a:xfrm>
            <a:custGeom>
              <a:avLst/>
              <a:gdLst>
                <a:gd name="T0" fmla="*/ 35 w 45"/>
                <a:gd name="T1" fmla="*/ 0 h 19"/>
                <a:gd name="T2" fmla="*/ 9 w 45"/>
                <a:gd name="T3" fmla="*/ 0 h 19"/>
                <a:gd name="T4" fmla="*/ 0 w 45"/>
                <a:gd name="T5" fmla="*/ 9 h 19"/>
                <a:gd name="T6" fmla="*/ 9 w 45"/>
                <a:gd name="T7" fmla="*/ 19 h 19"/>
                <a:gd name="T8" fmla="*/ 35 w 45"/>
                <a:gd name="T9" fmla="*/ 19 h 19"/>
                <a:gd name="T10" fmla="*/ 45 w 45"/>
                <a:gd name="T11" fmla="*/ 9 h 19"/>
                <a:gd name="T12" fmla="*/ 35 w 45"/>
                <a:gd name="T1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5" h="19">
                  <a:moveTo>
                    <a:pt x="35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5"/>
                    <a:pt x="4" y="19"/>
                    <a:pt x="9" y="19"/>
                  </a:cubicBezTo>
                  <a:cubicBezTo>
                    <a:pt x="35" y="19"/>
                    <a:pt x="35" y="19"/>
                    <a:pt x="35" y="19"/>
                  </a:cubicBezTo>
                  <a:cubicBezTo>
                    <a:pt x="40" y="19"/>
                    <a:pt x="45" y="15"/>
                    <a:pt x="45" y="9"/>
                  </a:cubicBezTo>
                  <a:cubicBezTo>
                    <a:pt x="45" y="4"/>
                    <a:pt x="40" y="0"/>
                    <a:pt x="3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3" name="Freeform 118"/>
            <p:cNvSpPr>
              <a:spLocks/>
            </p:cNvSpPr>
            <p:nvPr/>
          </p:nvSpPr>
          <p:spPr bwMode="auto">
            <a:xfrm>
              <a:off x="6370639" y="1995488"/>
              <a:ext cx="44450" cy="19050"/>
            </a:xfrm>
            <a:custGeom>
              <a:avLst/>
              <a:gdLst>
                <a:gd name="T0" fmla="*/ 35 w 45"/>
                <a:gd name="T1" fmla="*/ 0 h 19"/>
                <a:gd name="T2" fmla="*/ 9 w 45"/>
                <a:gd name="T3" fmla="*/ 0 h 19"/>
                <a:gd name="T4" fmla="*/ 0 w 45"/>
                <a:gd name="T5" fmla="*/ 10 h 19"/>
                <a:gd name="T6" fmla="*/ 9 w 45"/>
                <a:gd name="T7" fmla="*/ 19 h 19"/>
                <a:gd name="T8" fmla="*/ 35 w 45"/>
                <a:gd name="T9" fmla="*/ 19 h 19"/>
                <a:gd name="T10" fmla="*/ 45 w 45"/>
                <a:gd name="T11" fmla="*/ 10 h 19"/>
                <a:gd name="T12" fmla="*/ 35 w 45"/>
                <a:gd name="T1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5" h="19">
                  <a:moveTo>
                    <a:pt x="35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15"/>
                    <a:pt x="4" y="19"/>
                    <a:pt x="9" y="19"/>
                  </a:cubicBezTo>
                  <a:cubicBezTo>
                    <a:pt x="35" y="19"/>
                    <a:pt x="35" y="19"/>
                    <a:pt x="35" y="19"/>
                  </a:cubicBezTo>
                  <a:cubicBezTo>
                    <a:pt x="40" y="19"/>
                    <a:pt x="45" y="15"/>
                    <a:pt x="45" y="10"/>
                  </a:cubicBezTo>
                  <a:cubicBezTo>
                    <a:pt x="45" y="5"/>
                    <a:pt x="40" y="0"/>
                    <a:pt x="3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4" name="Freeform 119"/>
            <p:cNvSpPr>
              <a:spLocks/>
            </p:cNvSpPr>
            <p:nvPr/>
          </p:nvSpPr>
          <p:spPr bwMode="auto">
            <a:xfrm>
              <a:off x="6370639" y="2047876"/>
              <a:ext cx="44450" cy="19050"/>
            </a:xfrm>
            <a:custGeom>
              <a:avLst/>
              <a:gdLst>
                <a:gd name="T0" fmla="*/ 35 w 45"/>
                <a:gd name="T1" fmla="*/ 0 h 19"/>
                <a:gd name="T2" fmla="*/ 9 w 45"/>
                <a:gd name="T3" fmla="*/ 0 h 19"/>
                <a:gd name="T4" fmla="*/ 0 w 45"/>
                <a:gd name="T5" fmla="*/ 9 h 19"/>
                <a:gd name="T6" fmla="*/ 9 w 45"/>
                <a:gd name="T7" fmla="*/ 19 h 19"/>
                <a:gd name="T8" fmla="*/ 35 w 45"/>
                <a:gd name="T9" fmla="*/ 19 h 19"/>
                <a:gd name="T10" fmla="*/ 45 w 45"/>
                <a:gd name="T11" fmla="*/ 9 h 19"/>
                <a:gd name="T12" fmla="*/ 35 w 45"/>
                <a:gd name="T1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5" h="19">
                  <a:moveTo>
                    <a:pt x="35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4"/>
                    <a:pt x="4" y="19"/>
                    <a:pt x="9" y="19"/>
                  </a:cubicBezTo>
                  <a:cubicBezTo>
                    <a:pt x="35" y="19"/>
                    <a:pt x="35" y="19"/>
                    <a:pt x="35" y="19"/>
                  </a:cubicBezTo>
                  <a:cubicBezTo>
                    <a:pt x="40" y="19"/>
                    <a:pt x="45" y="14"/>
                    <a:pt x="45" y="9"/>
                  </a:cubicBezTo>
                  <a:cubicBezTo>
                    <a:pt x="45" y="4"/>
                    <a:pt x="40" y="0"/>
                    <a:pt x="3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5" name="Freeform 120"/>
            <p:cNvSpPr>
              <a:spLocks/>
            </p:cNvSpPr>
            <p:nvPr/>
          </p:nvSpPr>
          <p:spPr bwMode="auto">
            <a:xfrm>
              <a:off x="6748464" y="1787526"/>
              <a:ext cx="44450" cy="17463"/>
            </a:xfrm>
            <a:custGeom>
              <a:avLst/>
              <a:gdLst>
                <a:gd name="T0" fmla="*/ 35 w 45"/>
                <a:gd name="T1" fmla="*/ 0 h 18"/>
                <a:gd name="T2" fmla="*/ 9 w 45"/>
                <a:gd name="T3" fmla="*/ 0 h 18"/>
                <a:gd name="T4" fmla="*/ 0 w 45"/>
                <a:gd name="T5" fmla="*/ 9 h 18"/>
                <a:gd name="T6" fmla="*/ 9 w 45"/>
                <a:gd name="T7" fmla="*/ 18 h 18"/>
                <a:gd name="T8" fmla="*/ 35 w 45"/>
                <a:gd name="T9" fmla="*/ 18 h 18"/>
                <a:gd name="T10" fmla="*/ 45 w 45"/>
                <a:gd name="T11" fmla="*/ 9 h 18"/>
                <a:gd name="T12" fmla="*/ 35 w 45"/>
                <a:gd name="T13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5" h="18">
                  <a:moveTo>
                    <a:pt x="35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4"/>
                    <a:pt x="4" y="18"/>
                    <a:pt x="9" y="18"/>
                  </a:cubicBezTo>
                  <a:cubicBezTo>
                    <a:pt x="35" y="18"/>
                    <a:pt x="35" y="18"/>
                    <a:pt x="35" y="18"/>
                  </a:cubicBezTo>
                  <a:cubicBezTo>
                    <a:pt x="40" y="18"/>
                    <a:pt x="45" y="14"/>
                    <a:pt x="45" y="9"/>
                  </a:cubicBezTo>
                  <a:cubicBezTo>
                    <a:pt x="45" y="4"/>
                    <a:pt x="40" y="0"/>
                    <a:pt x="3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6" name="Freeform 121"/>
            <p:cNvSpPr>
              <a:spLocks/>
            </p:cNvSpPr>
            <p:nvPr/>
          </p:nvSpPr>
          <p:spPr bwMode="auto">
            <a:xfrm>
              <a:off x="6748464" y="1733551"/>
              <a:ext cx="44450" cy="19050"/>
            </a:xfrm>
            <a:custGeom>
              <a:avLst/>
              <a:gdLst>
                <a:gd name="T0" fmla="*/ 35 w 45"/>
                <a:gd name="T1" fmla="*/ 0 h 19"/>
                <a:gd name="T2" fmla="*/ 9 w 45"/>
                <a:gd name="T3" fmla="*/ 0 h 19"/>
                <a:gd name="T4" fmla="*/ 0 w 45"/>
                <a:gd name="T5" fmla="*/ 10 h 19"/>
                <a:gd name="T6" fmla="*/ 9 w 45"/>
                <a:gd name="T7" fmla="*/ 19 h 19"/>
                <a:gd name="T8" fmla="*/ 35 w 45"/>
                <a:gd name="T9" fmla="*/ 19 h 19"/>
                <a:gd name="T10" fmla="*/ 45 w 45"/>
                <a:gd name="T11" fmla="*/ 10 h 19"/>
                <a:gd name="T12" fmla="*/ 35 w 45"/>
                <a:gd name="T1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5" h="19">
                  <a:moveTo>
                    <a:pt x="35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15"/>
                    <a:pt x="4" y="19"/>
                    <a:pt x="9" y="19"/>
                  </a:cubicBezTo>
                  <a:cubicBezTo>
                    <a:pt x="35" y="19"/>
                    <a:pt x="35" y="19"/>
                    <a:pt x="35" y="19"/>
                  </a:cubicBezTo>
                  <a:cubicBezTo>
                    <a:pt x="40" y="19"/>
                    <a:pt x="45" y="15"/>
                    <a:pt x="45" y="10"/>
                  </a:cubicBezTo>
                  <a:cubicBezTo>
                    <a:pt x="45" y="5"/>
                    <a:pt x="40" y="0"/>
                    <a:pt x="3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7" name="Freeform 122"/>
            <p:cNvSpPr>
              <a:spLocks/>
            </p:cNvSpPr>
            <p:nvPr/>
          </p:nvSpPr>
          <p:spPr bwMode="auto">
            <a:xfrm>
              <a:off x="6748464" y="1838326"/>
              <a:ext cx="44450" cy="19050"/>
            </a:xfrm>
            <a:custGeom>
              <a:avLst/>
              <a:gdLst>
                <a:gd name="T0" fmla="*/ 35 w 45"/>
                <a:gd name="T1" fmla="*/ 0 h 19"/>
                <a:gd name="T2" fmla="*/ 9 w 45"/>
                <a:gd name="T3" fmla="*/ 0 h 19"/>
                <a:gd name="T4" fmla="*/ 0 w 45"/>
                <a:gd name="T5" fmla="*/ 10 h 19"/>
                <a:gd name="T6" fmla="*/ 9 w 45"/>
                <a:gd name="T7" fmla="*/ 19 h 19"/>
                <a:gd name="T8" fmla="*/ 35 w 45"/>
                <a:gd name="T9" fmla="*/ 19 h 19"/>
                <a:gd name="T10" fmla="*/ 45 w 45"/>
                <a:gd name="T11" fmla="*/ 10 h 19"/>
                <a:gd name="T12" fmla="*/ 35 w 45"/>
                <a:gd name="T1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5" h="19">
                  <a:moveTo>
                    <a:pt x="35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15"/>
                    <a:pt x="4" y="19"/>
                    <a:pt x="9" y="19"/>
                  </a:cubicBezTo>
                  <a:cubicBezTo>
                    <a:pt x="35" y="19"/>
                    <a:pt x="35" y="19"/>
                    <a:pt x="35" y="19"/>
                  </a:cubicBezTo>
                  <a:cubicBezTo>
                    <a:pt x="40" y="19"/>
                    <a:pt x="45" y="15"/>
                    <a:pt x="45" y="10"/>
                  </a:cubicBezTo>
                  <a:cubicBezTo>
                    <a:pt x="45" y="4"/>
                    <a:pt x="40" y="0"/>
                    <a:pt x="3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8" name="Freeform 123"/>
            <p:cNvSpPr>
              <a:spLocks/>
            </p:cNvSpPr>
            <p:nvPr/>
          </p:nvSpPr>
          <p:spPr bwMode="auto">
            <a:xfrm>
              <a:off x="6748464" y="1892301"/>
              <a:ext cx="44450" cy="17463"/>
            </a:xfrm>
            <a:custGeom>
              <a:avLst/>
              <a:gdLst>
                <a:gd name="T0" fmla="*/ 35 w 45"/>
                <a:gd name="T1" fmla="*/ 0 h 18"/>
                <a:gd name="T2" fmla="*/ 9 w 45"/>
                <a:gd name="T3" fmla="*/ 0 h 18"/>
                <a:gd name="T4" fmla="*/ 0 w 45"/>
                <a:gd name="T5" fmla="*/ 9 h 18"/>
                <a:gd name="T6" fmla="*/ 9 w 45"/>
                <a:gd name="T7" fmla="*/ 18 h 18"/>
                <a:gd name="T8" fmla="*/ 35 w 45"/>
                <a:gd name="T9" fmla="*/ 18 h 18"/>
                <a:gd name="T10" fmla="*/ 45 w 45"/>
                <a:gd name="T11" fmla="*/ 9 h 18"/>
                <a:gd name="T12" fmla="*/ 35 w 45"/>
                <a:gd name="T13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5" h="18">
                  <a:moveTo>
                    <a:pt x="35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4"/>
                    <a:pt x="4" y="18"/>
                    <a:pt x="9" y="18"/>
                  </a:cubicBezTo>
                  <a:cubicBezTo>
                    <a:pt x="35" y="18"/>
                    <a:pt x="35" y="18"/>
                    <a:pt x="35" y="18"/>
                  </a:cubicBezTo>
                  <a:cubicBezTo>
                    <a:pt x="40" y="18"/>
                    <a:pt x="45" y="14"/>
                    <a:pt x="45" y="9"/>
                  </a:cubicBezTo>
                  <a:cubicBezTo>
                    <a:pt x="45" y="4"/>
                    <a:pt x="40" y="0"/>
                    <a:pt x="3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9" name="Freeform 124"/>
            <p:cNvSpPr>
              <a:spLocks/>
            </p:cNvSpPr>
            <p:nvPr/>
          </p:nvSpPr>
          <p:spPr bwMode="auto">
            <a:xfrm>
              <a:off x="6748464" y="1943101"/>
              <a:ext cx="44450" cy="19050"/>
            </a:xfrm>
            <a:custGeom>
              <a:avLst/>
              <a:gdLst>
                <a:gd name="T0" fmla="*/ 35 w 45"/>
                <a:gd name="T1" fmla="*/ 0 h 19"/>
                <a:gd name="T2" fmla="*/ 9 w 45"/>
                <a:gd name="T3" fmla="*/ 0 h 19"/>
                <a:gd name="T4" fmla="*/ 0 w 45"/>
                <a:gd name="T5" fmla="*/ 9 h 19"/>
                <a:gd name="T6" fmla="*/ 9 w 45"/>
                <a:gd name="T7" fmla="*/ 19 h 19"/>
                <a:gd name="T8" fmla="*/ 35 w 45"/>
                <a:gd name="T9" fmla="*/ 19 h 19"/>
                <a:gd name="T10" fmla="*/ 45 w 45"/>
                <a:gd name="T11" fmla="*/ 9 h 19"/>
                <a:gd name="T12" fmla="*/ 35 w 45"/>
                <a:gd name="T1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5" h="19">
                  <a:moveTo>
                    <a:pt x="35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5"/>
                    <a:pt x="4" y="19"/>
                    <a:pt x="9" y="19"/>
                  </a:cubicBezTo>
                  <a:cubicBezTo>
                    <a:pt x="35" y="19"/>
                    <a:pt x="35" y="19"/>
                    <a:pt x="35" y="19"/>
                  </a:cubicBezTo>
                  <a:cubicBezTo>
                    <a:pt x="40" y="19"/>
                    <a:pt x="45" y="15"/>
                    <a:pt x="45" y="9"/>
                  </a:cubicBezTo>
                  <a:cubicBezTo>
                    <a:pt x="45" y="4"/>
                    <a:pt x="40" y="0"/>
                    <a:pt x="3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0" name="Freeform 125"/>
            <p:cNvSpPr>
              <a:spLocks/>
            </p:cNvSpPr>
            <p:nvPr/>
          </p:nvSpPr>
          <p:spPr bwMode="auto">
            <a:xfrm>
              <a:off x="6748464" y="1995488"/>
              <a:ext cx="44450" cy="19050"/>
            </a:xfrm>
            <a:custGeom>
              <a:avLst/>
              <a:gdLst>
                <a:gd name="T0" fmla="*/ 35 w 45"/>
                <a:gd name="T1" fmla="*/ 0 h 19"/>
                <a:gd name="T2" fmla="*/ 9 w 45"/>
                <a:gd name="T3" fmla="*/ 0 h 19"/>
                <a:gd name="T4" fmla="*/ 0 w 45"/>
                <a:gd name="T5" fmla="*/ 10 h 19"/>
                <a:gd name="T6" fmla="*/ 9 w 45"/>
                <a:gd name="T7" fmla="*/ 19 h 19"/>
                <a:gd name="T8" fmla="*/ 35 w 45"/>
                <a:gd name="T9" fmla="*/ 19 h 19"/>
                <a:gd name="T10" fmla="*/ 45 w 45"/>
                <a:gd name="T11" fmla="*/ 10 h 19"/>
                <a:gd name="T12" fmla="*/ 35 w 45"/>
                <a:gd name="T1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5" h="19">
                  <a:moveTo>
                    <a:pt x="35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15"/>
                    <a:pt x="4" y="19"/>
                    <a:pt x="9" y="19"/>
                  </a:cubicBezTo>
                  <a:cubicBezTo>
                    <a:pt x="35" y="19"/>
                    <a:pt x="35" y="19"/>
                    <a:pt x="35" y="19"/>
                  </a:cubicBezTo>
                  <a:cubicBezTo>
                    <a:pt x="40" y="19"/>
                    <a:pt x="45" y="15"/>
                    <a:pt x="45" y="10"/>
                  </a:cubicBezTo>
                  <a:cubicBezTo>
                    <a:pt x="45" y="5"/>
                    <a:pt x="40" y="0"/>
                    <a:pt x="3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1" name="Freeform 126"/>
            <p:cNvSpPr>
              <a:spLocks/>
            </p:cNvSpPr>
            <p:nvPr/>
          </p:nvSpPr>
          <p:spPr bwMode="auto">
            <a:xfrm>
              <a:off x="6748464" y="2047876"/>
              <a:ext cx="44450" cy="19050"/>
            </a:xfrm>
            <a:custGeom>
              <a:avLst/>
              <a:gdLst>
                <a:gd name="T0" fmla="*/ 35 w 45"/>
                <a:gd name="T1" fmla="*/ 0 h 19"/>
                <a:gd name="T2" fmla="*/ 9 w 45"/>
                <a:gd name="T3" fmla="*/ 0 h 19"/>
                <a:gd name="T4" fmla="*/ 0 w 45"/>
                <a:gd name="T5" fmla="*/ 9 h 19"/>
                <a:gd name="T6" fmla="*/ 9 w 45"/>
                <a:gd name="T7" fmla="*/ 19 h 19"/>
                <a:gd name="T8" fmla="*/ 35 w 45"/>
                <a:gd name="T9" fmla="*/ 19 h 19"/>
                <a:gd name="T10" fmla="*/ 45 w 45"/>
                <a:gd name="T11" fmla="*/ 9 h 19"/>
                <a:gd name="T12" fmla="*/ 35 w 45"/>
                <a:gd name="T1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5" h="19">
                  <a:moveTo>
                    <a:pt x="35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4"/>
                    <a:pt x="4" y="19"/>
                    <a:pt x="9" y="19"/>
                  </a:cubicBezTo>
                  <a:cubicBezTo>
                    <a:pt x="35" y="19"/>
                    <a:pt x="35" y="19"/>
                    <a:pt x="35" y="19"/>
                  </a:cubicBezTo>
                  <a:cubicBezTo>
                    <a:pt x="40" y="19"/>
                    <a:pt x="45" y="14"/>
                    <a:pt x="45" y="9"/>
                  </a:cubicBezTo>
                  <a:cubicBezTo>
                    <a:pt x="45" y="4"/>
                    <a:pt x="40" y="0"/>
                    <a:pt x="3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75" name="Group 274"/>
          <p:cNvGrpSpPr/>
          <p:nvPr/>
        </p:nvGrpSpPr>
        <p:grpSpPr>
          <a:xfrm>
            <a:off x="9527119" y="2243669"/>
            <a:ext cx="738717" cy="563033"/>
            <a:chOff x="7145339" y="1682751"/>
            <a:chExt cx="554038" cy="422275"/>
          </a:xfrm>
          <a:solidFill>
            <a:schemeClr val="accent1"/>
          </a:solidFill>
        </p:grpSpPr>
        <p:sp>
          <p:nvSpPr>
            <p:cNvPr id="162" name="Freeform 127"/>
            <p:cNvSpPr>
              <a:spLocks noEditPoints="1"/>
            </p:cNvSpPr>
            <p:nvPr/>
          </p:nvSpPr>
          <p:spPr bwMode="auto">
            <a:xfrm>
              <a:off x="7145339" y="1682751"/>
              <a:ext cx="554038" cy="422275"/>
            </a:xfrm>
            <a:custGeom>
              <a:avLst/>
              <a:gdLst>
                <a:gd name="T0" fmla="*/ 521 w 556"/>
                <a:gd name="T1" fmla="*/ 79 h 425"/>
                <a:gd name="T2" fmla="*/ 422 w 556"/>
                <a:gd name="T3" fmla="*/ 79 h 425"/>
                <a:gd name="T4" fmla="*/ 399 w 556"/>
                <a:gd name="T5" fmla="*/ 55 h 425"/>
                <a:gd name="T6" fmla="*/ 399 w 556"/>
                <a:gd name="T7" fmla="*/ 42 h 425"/>
                <a:gd name="T8" fmla="*/ 344 w 556"/>
                <a:gd name="T9" fmla="*/ 0 h 425"/>
                <a:gd name="T10" fmla="*/ 213 w 556"/>
                <a:gd name="T11" fmla="*/ 0 h 425"/>
                <a:gd name="T12" fmla="*/ 158 w 556"/>
                <a:gd name="T13" fmla="*/ 42 h 425"/>
                <a:gd name="T14" fmla="*/ 158 w 556"/>
                <a:gd name="T15" fmla="*/ 55 h 425"/>
                <a:gd name="T16" fmla="*/ 134 w 556"/>
                <a:gd name="T17" fmla="*/ 79 h 425"/>
                <a:gd name="T18" fmla="*/ 36 w 556"/>
                <a:gd name="T19" fmla="*/ 79 h 425"/>
                <a:gd name="T20" fmla="*/ 0 w 556"/>
                <a:gd name="T21" fmla="*/ 114 h 425"/>
                <a:gd name="T22" fmla="*/ 0 w 556"/>
                <a:gd name="T23" fmla="*/ 350 h 425"/>
                <a:gd name="T24" fmla="*/ 36 w 556"/>
                <a:gd name="T25" fmla="*/ 386 h 425"/>
                <a:gd name="T26" fmla="*/ 114 w 556"/>
                <a:gd name="T27" fmla="*/ 386 h 425"/>
                <a:gd name="T28" fmla="*/ 124 w 556"/>
                <a:gd name="T29" fmla="*/ 376 h 425"/>
                <a:gd name="T30" fmla="*/ 114 w 556"/>
                <a:gd name="T31" fmla="*/ 367 h 425"/>
                <a:gd name="T32" fmla="*/ 36 w 556"/>
                <a:gd name="T33" fmla="*/ 367 h 425"/>
                <a:gd name="T34" fmla="*/ 19 w 556"/>
                <a:gd name="T35" fmla="*/ 350 h 425"/>
                <a:gd name="T36" fmla="*/ 19 w 556"/>
                <a:gd name="T37" fmla="*/ 189 h 425"/>
                <a:gd name="T38" fmla="*/ 117 w 556"/>
                <a:gd name="T39" fmla="*/ 189 h 425"/>
                <a:gd name="T40" fmla="*/ 105 w 556"/>
                <a:gd name="T41" fmla="*/ 252 h 425"/>
                <a:gd name="T42" fmla="*/ 278 w 556"/>
                <a:gd name="T43" fmla="*/ 425 h 425"/>
                <a:gd name="T44" fmla="*/ 451 w 556"/>
                <a:gd name="T45" fmla="*/ 252 h 425"/>
                <a:gd name="T46" fmla="*/ 440 w 556"/>
                <a:gd name="T47" fmla="*/ 189 h 425"/>
                <a:gd name="T48" fmla="*/ 537 w 556"/>
                <a:gd name="T49" fmla="*/ 189 h 425"/>
                <a:gd name="T50" fmla="*/ 537 w 556"/>
                <a:gd name="T51" fmla="*/ 350 h 425"/>
                <a:gd name="T52" fmla="*/ 521 w 556"/>
                <a:gd name="T53" fmla="*/ 367 h 425"/>
                <a:gd name="T54" fmla="*/ 429 w 556"/>
                <a:gd name="T55" fmla="*/ 367 h 425"/>
                <a:gd name="T56" fmla="*/ 420 w 556"/>
                <a:gd name="T57" fmla="*/ 376 h 425"/>
                <a:gd name="T58" fmla="*/ 429 w 556"/>
                <a:gd name="T59" fmla="*/ 386 h 425"/>
                <a:gd name="T60" fmla="*/ 521 w 556"/>
                <a:gd name="T61" fmla="*/ 386 h 425"/>
                <a:gd name="T62" fmla="*/ 556 w 556"/>
                <a:gd name="T63" fmla="*/ 350 h 425"/>
                <a:gd name="T64" fmla="*/ 556 w 556"/>
                <a:gd name="T65" fmla="*/ 114 h 425"/>
                <a:gd name="T66" fmla="*/ 521 w 556"/>
                <a:gd name="T67" fmla="*/ 79 h 425"/>
                <a:gd name="T68" fmla="*/ 278 w 556"/>
                <a:gd name="T69" fmla="*/ 406 h 425"/>
                <a:gd name="T70" fmla="*/ 124 w 556"/>
                <a:gd name="T71" fmla="*/ 252 h 425"/>
                <a:gd name="T72" fmla="*/ 278 w 556"/>
                <a:gd name="T73" fmla="*/ 97 h 425"/>
                <a:gd name="T74" fmla="*/ 433 w 556"/>
                <a:gd name="T75" fmla="*/ 252 h 425"/>
                <a:gd name="T76" fmla="*/ 278 w 556"/>
                <a:gd name="T77" fmla="*/ 406 h 425"/>
                <a:gd name="T78" fmla="*/ 432 w 556"/>
                <a:gd name="T79" fmla="*/ 170 h 425"/>
                <a:gd name="T80" fmla="*/ 431 w 556"/>
                <a:gd name="T81" fmla="*/ 170 h 425"/>
                <a:gd name="T82" fmla="*/ 278 w 556"/>
                <a:gd name="T83" fmla="*/ 79 h 425"/>
                <a:gd name="T84" fmla="*/ 125 w 556"/>
                <a:gd name="T85" fmla="*/ 170 h 425"/>
                <a:gd name="T86" fmla="*/ 124 w 556"/>
                <a:gd name="T87" fmla="*/ 170 h 425"/>
                <a:gd name="T88" fmla="*/ 19 w 556"/>
                <a:gd name="T89" fmla="*/ 170 h 425"/>
                <a:gd name="T90" fmla="*/ 19 w 556"/>
                <a:gd name="T91" fmla="*/ 114 h 425"/>
                <a:gd name="T92" fmla="*/ 36 w 556"/>
                <a:gd name="T93" fmla="*/ 97 h 425"/>
                <a:gd name="T94" fmla="*/ 134 w 556"/>
                <a:gd name="T95" fmla="*/ 97 h 425"/>
                <a:gd name="T96" fmla="*/ 177 w 556"/>
                <a:gd name="T97" fmla="*/ 55 h 425"/>
                <a:gd name="T98" fmla="*/ 177 w 556"/>
                <a:gd name="T99" fmla="*/ 42 h 425"/>
                <a:gd name="T100" fmla="*/ 213 w 556"/>
                <a:gd name="T101" fmla="*/ 19 h 425"/>
                <a:gd name="T102" fmla="*/ 344 w 556"/>
                <a:gd name="T103" fmla="*/ 19 h 425"/>
                <a:gd name="T104" fmla="*/ 380 w 556"/>
                <a:gd name="T105" fmla="*/ 42 h 425"/>
                <a:gd name="T106" fmla="*/ 380 w 556"/>
                <a:gd name="T107" fmla="*/ 55 h 425"/>
                <a:gd name="T108" fmla="*/ 422 w 556"/>
                <a:gd name="T109" fmla="*/ 97 h 425"/>
                <a:gd name="T110" fmla="*/ 521 w 556"/>
                <a:gd name="T111" fmla="*/ 97 h 425"/>
                <a:gd name="T112" fmla="*/ 537 w 556"/>
                <a:gd name="T113" fmla="*/ 114 h 425"/>
                <a:gd name="T114" fmla="*/ 537 w 556"/>
                <a:gd name="T115" fmla="*/ 170 h 425"/>
                <a:gd name="T116" fmla="*/ 432 w 556"/>
                <a:gd name="T117" fmla="*/ 170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556" h="425">
                  <a:moveTo>
                    <a:pt x="521" y="79"/>
                  </a:moveTo>
                  <a:cubicBezTo>
                    <a:pt x="422" y="79"/>
                    <a:pt x="422" y="79"/>
                    <a:pt x="422" y="79"/>
                  </a:cubicBezTo>
                  <a:cubicBezTo>
                    <a:pt x="400" y="79"/>
                    <a:pt x="399" y="59"/>
                    <a:pt x="399" y="55"/>
                  </a:cubicBezTo>
                  <a:cubicBezTo>
                    <a:pt x="399" y="42"/>
                    <a:pt x="399" y="42"/>
                    <a:pt x="399" y="42"/>
                  </a:cubicBezTo>
                  <a:cubicBezTo>
                    <a:pt x="399" y="25"/>
                    <a:pt x="381" y="0"/>
                    <a:pt x="344" y="0"/>
                  </a:cubicBezTo>
                  <a:cubicBezTo>
                    <a:pt x="213" y="0"/>
                    <a:pt x="213" y="0"/>
                    <a:pt x="213" y="0"/>
                  </a:cubicBezTo>
                  <a:cubicBezTo>
                    <a:pt x="173" y="0"/>
                    <a:pt x="158" y="25"/>
                    <a:pt x="158" y="42"/>
                  </a:cubicBezTo>
                  <a:cubicBezTo>
                    <a:pt x="158" y="55"/>
                    <a:pt x="158" y="55"/>
                    <a:pt x="158" y="55"/>
                  </a:cubicBezTo>
                  <a:cubicBezTo>
                    <a:pt x="158" y="59"/>
                    <a:pt x="156" y="79"/>
                    <a:pt x="134" y="79"/>
                  </a:cubicBezTo>
                  <a:cubicBezTo>
                    <a:pt x="36" y="79"/>
                    <a:pt x="36" y="79"/>
                    <a:pt x="36" y="79"/>
                  </a:cubicBezTo>
                  <a:cubicBezTo>
                    <a:pt x="16" y="79"/>
                    <a:pt x="0" y="95"/>
                    <a:pt x="0" y="114"/>
                  </a:cubicBezTo>
                  <a:cubicBezTo>
                    <a:pt x="0" y="350"/>
                    <a:pt x="0" y="350"/>
                    <a:pt x="0" y="350"/>
                  </a:cubicBezTo>
                  <a:cubicBezTo>
                    <a:pt x="0" y="370"/>
                    <a:pt x="16" y="386"/>
                    <a:pt x="36" y="386"/>
                  </a:cubicBezTo>
                  <a:cubicBezTo>
                    <a:pt x="114" y="386"/>
                    <a:pt x="114" y="386"/>
                    <a:pt x="114" y="386"/>
                  </a:cubicBezTo>
                  <a:cubicBezTo>
                    <a:pt x="120" y="386"/>
                    <a:pt x="124" y="381"/>
                    <a:pt x="124" y="376"/>
                  </a:cubicBezTo>
                  <a:cubicBezTo>
                    <a:pt x="124" y="371"/>
                    <a:pt x="120" y="367"/>
                    <a:pt x="114" y="367"/>
                  </a:cubicBezTo>
                  <a:cubicBezTo>
                    <a:pt x="36" y="367"/>
                    <a:pt x="36" y="367"/>
                    <a:pt x="36" y="367"/>
                  </a:cubicBezTo>
                  <a:cubicBezTo>
                    <a:pt x="27" y="367"/>
                    <a:pt x="19" y="359"/>
                    <a:pt x="19" y="350"/>
                  </a:cubicBezTo>
                  <a:cubicBezTo>
                    <a:pt x="19" y="189"/>
                    <a:pt x="19" y="189"/>
                    <a:pt x="19" y="189"/>
                  </a:cubicBezTo>
                  <a:cubicBezTo>
                    <a:pt x="117" y="189"/>
                    <a:pt x="117" y="189"/>
                    <a:pt x="117" y="189"/>
                  </a:cubicBezTo>
                  <a:cubicBezTo>
                    <a:pt x="109" y="208"/>
                    <a:pt x="105" y="230"/>
                    <a:pt x="105" y="252"/>
                  </a:cubicBezTo>
                  <a:cubicBezTo>
                    <a:pt x="105" y="347"/>
                    <a:pt x="183" y="425"/>
                    <a:pt x="278" y="425"/>
                  </a:cubicBezTo>
                  <a:cubicBezTo>
                    <a:pt x="374" y="425"/>
                    <a:pt x="451" y="347"/>
                    <a:pt x="451" y="252"/>
                  </a:cubicBezTo>
                  <a:cubicBezTo>
                    <a:pt x="451" y="230"/>
                    <a:pt x="447" y="208"/>
                    <a:pt x="440" y="189"/>
                  </a:cubicBezTo>
                  <a:cubicBezTo>
                    <a:pt x="537" y="189"/>
                    <a:pt x="537" y="189"/>
                    <a:pt x="537" y="189"/>
                  </a:cubicBezTo>
                  <a:cubicBezTo>
                    <a:pt x="537" y="350"/>
                    <a:pt x="537" y="350"/>
                    <a:pt x="537" y="350"/>
                  </a:cubicBezTo>
                  <a:cubicBezTo>
                    <a:pt x="537" y="359"/>
                    <a:pt x="530" y="367"/>
                    <a:pt x="521" y="367"/>
                  </a:cubicBezTo>
                  <a:cubicBezTo>
                    <a:pt x="429" y="367"/>
                    <a:pt x="429" y="367"/>
                    <a:pt x="429" y="367"/>
                  </a:cubicBezTo>
                  <a:cubicBezTo>
                    <a:pt x="424" y="367"/>
                    <a:pt x="420" y="371"/>
                    <a:pt x="420" y="376"/>
                  </a:cubicBezTo>
                  <a:cubicBezTo>
                    <a:pt x="420" y="381"/>
                    <a:pt x="424" y="386"/>
                    <a:pt x="429" y="386"/>
                  </a:cubicBezTo>
                  <a:cubicBezTo>
                    <a:pt x="521" y="386"/>
                    <a:pt x="521" y="386"/>
                    <a:pt x="521" y="386"/>
                  </a:cubicBezTo>
                  <a:cubicBezTo>
                    <a:pt x="540" y="386"/>
                    <a:pt x="556" y="370"/>
                    <a:pt x="556" y="350"/>
                  </a:cubicBezTo>
                  <a:cubicBezTo>
                    <a:pt x="556" y="114"/>
                    <a:pt x="556" y="114"/>
                    <a:pt x="556" y="114"/>
                  </a:cubicBezTo>
                  <a:cubicBezTo>
                    <a:pt x="556" y="95"/>
                    <a:pt x="540" y="79"/>
                    <a:pt x="521" y="79"/>
                  </a:cubicBezTo>
                  <a:close/>
                  <a:moveTo>
                    <a:pt x="278" y="406"/>
                  </a:moveTo>
                  <a:cubicBezTo>
                    <a:pt x="193" y="406"/>
                    <a:pt x="124" y="337"/>
                    <a:pt x="124" y="252"/>
                  </a:cubicBezTo>
                  <a:cubicBezTo>
                    <a:pt x="124" y="167"/>
                    <a:pt x="193" y="97"/>
                    <a:pt x="278" y="97"/>
                  </a:cubicBezTo>
                  <a:cubicBezTo>
                    <a:pt x="363" y="97"/>
                    <a:pt x="433" y="167"/>
                    <a:pt x="433" y="252"/>
                  </a:cubicBezTo>
                  <a:cubicBezTo>
                    <a:pt x="433" y="337"/>
                    <a:pt x="363" y="406"/>
                    <a:pt x="278" y="406"/>
                  </a:cubicBezTo>
                  <a:close/>
                  <a:moveTo>
                    <a:pt x="432" y="170"/>
                  </a:moveTo>
                  <a:cubicBezTo>
                    <a:pt x="432" y="170"/>
                    <a:pt x="431" y="170"/>
                    <a:pt x="431" y="170"/>
                  </a:cubicBezTo>
                  <a:cubicBezTo>
                    <a:pt x="402" y="116"/>
                    <a:pt x="344" y="79"/>
                    <a:pt x="278" y="79"/>
                  </a:cubicBezTo>
                  <a:cubicBezTo>
                    <a:pt x="212" y="79"/>
                    <a:pt x="155" y="116"/>
                    <a:pt x="125" y="170"/>
                  </a:cubicBezTo>
                  <a:cubicBezTo>
                    <a:pt x="125" y="170"/>
                    <a:pt x="125" y="170"/>
                    <a:pt x="124" y="170"/>
                  </a:cubicBezTo>
                  <a:cubicBezTo>
                    <a:pt x="19" y="170"/>
                    <a:pt x="19" y="170"/>
                    <a:pt x="19" y="170"/>
                  </a:cubicBezTo>
                  <a:cubicBezTo>
                    <a:pt x="19" y="114"/>
                    <a:pt x="19" y="114"/>
                    <a:pt x="19" y="114"/>
                  </a:cubicBezTo>
                  <a:cubicBezTo>
                    <a:pt x="19" y="105"/>
                    <a:pt x="27" y="97"/>
                    <a:pt x="36" y="97"/>
                  </a:cubicBezTo>
                  <a:cubicBezTo>
                    <a:pt x="134" y="97"/>
                    <a:pt x="134" y="97"/>
                    <a:pt x="134" y="97"/>
                  </a:cubicBezTo>
                  <a:cubicBezTo>
                    <a:pt x="167" y="97"/>
                    <a:pt x="176" y="70"/>
                    <a:pt x="177" y="55"/>
                  </a:cubicBezTo>
                  <a:cubicBezTo>
                    <a:pt x="177" y="42"/>
                    <a:pt x="177" y="42"/>
                    <a:pt x="177" y="42"/>
                  </a:cubicBezTo>
                  <a:cubicBezTo>
                    <a:pt x="177" y="33"/>
                    <a:pt x="186" y="19"/>
                    <a:pt x="213" y="19"/>
                  </a:cubicBezTo>
                  <a:cubicBezTo>
                    <a:pt x="344" y="19"/>
                    <a:pt x="344" y="19"/>
                    <a:pt x="344" y="19"/>
                  </a:cubicBezTo>
                  <a:cubicBezTo>
                    <a:pt x="369" y="19"/>
                    <a:pt x="380" y="34"/>
                    <a:pt x="380" y="42"/>
                  </a:cubicBezTo>
                  <a:cubicBezTo>
                    <a:pt x="380" y="55"/>
                    <a:pt x="380" y="55"/>
                    <a:pt x="380" y="55"/>
                  </a:cubicBezTo>
                  <a:cubicBezTo>
                    <a:pt x="380" y="72"/>
                    <a:pt x="391" y="97"/>
                    <a:pt x="422" y="97"/>
                  </a:cubicBezTo>
                  <a:cubicBezTo>
                    <a:pt x="521" y="97"/>
                    <a:pt x="521" y="97"/>
                    <a:pt x="521" y="97"/>
                  </a:cubicBezTo>
                  <a:cubicBezTo>
                    <a:pt x="530" y="97"/>
                    <a:pt x="537" y="105"/>
                    <a:pt x="537" y="114"/>
                  </a:cubicBezTo>
                  <a:cubicBezTo>
                    <a:pt x="537" y="170"/>
                    <a:pt x="537" y="170"/>
                    <a:pt x="537" y="170"/>
                  </a:cubicBezTo>
                  <a:lnTo>
                    <a:pt x="432" y="17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3" name="Freeform 128"/>
            <p:cNvSpPr>
              <a:spLocks/>
            </p:cNvSpPr>
            <p:nvPr/>
          </p:nvSpPr>
          <p:spPr bwMode="auto">
            <a:xfrm>
              <a:off x="7185026" y="1708151"/>
              <a:ext cx="96838" cy="44450"/>
            </a:xfrm>
            <a:custGeom>
              <a:avLst/>
              <a:gdLst>
                <a:gd name="T0" fmla="*/ 9 w 97"/>
                <a:gd name="T1" fmla="*/ 45 h 45"/>
                <a:gd name="T2" fmla="*/ 18 w 97"/>
                <a:gd name="T3" fmla="*/ 36 h 45"/>
                <a:gd name="T4" fmla="*/ 18 w 97"/>
                <a:gd name="T5" fmla="*/ 23 h 45"/>
                <a:gd name="T6" fmla="*/ 22 w 97"/>
                <a:gd name="T7" fmla="*/ 19 h 45"/>
                <a:gd name="T8" fmla="*/ 74 w 97"/>
                <a:gd name="T9" fmla="*/ 19 h 45"/>
                <a:gd name="T10" fmla="*/ 78 w 97"/>
                <a:gd name="T11" fmla="*/ 23 h 45"/>
                <a:gd name="T12" fmla="*/ 78 w 97"/>
                <a:gd name="T13" fmla="*/ 36 h 45"/>
                <a:gd name="T14" fmla="*/ 88 w 97"/>
                <a:gd name="T15" fmla="*/ 45 h 45"/>
                <a:gd name="T16" fmla="*/ 97 w 97"/>
                <a:gd name="T17" fmla="*/ 36 h 45"/>
                <a:gd name="T18" fmla="*/ 97 w 97"/>
                <a:gd name="T19" fmla="*/ 23 h 45"/>
                <a:gd name="T20" fmla="*/ 74 w 97"/>
                <a:gd name="T21" fmla="*/ 0 h 45"/>
                <a:gd name="T22" fmla="*/ 22 w 97"/>
                <a:gd name="T23" fmla="*/ 0 h 45"/>
                <a:gd name="T24" fmla="*/ 0 w 97"/>
                <a:gd name="T25" fmla="*/ 23 h 45"/>
                <a:gd name="T26" fmla="*/ 0 w 97"/>
                <a:gd name="T27" fmla="*/ 36 h 45"/>
                <a:gd name="T28" fmla="*/ 9 w 97"/>
                <a:gd name="T29" fmla="*/ 45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97" h="45">
                  <a:moveTo>
                    <a:pt x="9" y="45"/>
                  </a:moveTo>
                  <a:cubicBezTo>
                    <a:pt x="14" y="45"/>
                    <a:pt x="18" y="41"/>
                    <a:pt x="18" y="36"/>
                  </a:cubicBezTo>
                  <a:cubicBezTo>
                    <a:pt x="18" y="23"/>
                    <a:pt x="18" y="23"/>
                    <a:pt x="18" y="23"/>
                  </a:cubicBezTo>
                  <a:cubicBezTo>
                    <a:pt x="18" y="21"/>
                    <a:pt x="20" y="19"/>
                    <a:pt x="22" y="19"/>
                  </a:cubicBezTo>
                  <a:cubicBezTo>
                    <a:pt x="74" y="19"/>
                    <a:pt x="74" y="19"/>
                    <a:pt x="74" y="19"/>
                  </a:cubicBezTo>
                  <a:cubicBezTo>
                    <a:pt x="77" y="19"/>
                    <a:pt x="78" y="21"/>
                    <a:pt x="78" y="23"/>
                  </a:cubicBezTo>
                  <a:cubicBezTo>
                    <a:pt x="78" y="36"/>
                    <a:pt x="78" y="36"/>
                    <a:pt x="78" y="36"/>
                  </a:cubicBezTo>
                  <a:cubicBezTo>
                    <a:pt x="78" y="41"/>
                    <a:pt x="82" y="45"/>
                    <a:pt x="88" y="45"/>
                  </a:cubicBezTo>
                  <a:cubicBezTo>
                    <a:pt x="93" y="45"/>
                    <a:pt x="97" y="41"/>
                    <a:pt x="97" y="36"/>
                  </a:cubicBezTo>
                  <a:cubicBezTo>
                    <a:pt x="97" y="23"/>
                    <a:pt x="97" y="23"/>
                    <a:pt x="97" y="23"/>
                  </a:cubicBezTo>
                  <a:cubicBezTo>
                    <a:pt x="97" y="10"/>
                    <a:pt x="87" y="0"/>
                    <a:pt x="74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10" y="0"/>
                    <a:pt x="0" y="10"/>
                    <a:pt x="0" y="23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41"/>
                    <a:pt x="4" y="45"/>
                    <a:pt x="9" y="45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4" name="Freeform 129"/>
            <p:cNvSpPr>
              <a:spLocks noEditPoints="1"/>
            </p:cNvSpPr>
            <p:nvPr/>
          </p:nvSpPr>
          <p:spPr bwMode="auto">
            <a:xfrm>
              <a:off x="7300914" y="1812926"/>
              <a:ext cx="241300" cy="239713"/>
            </a:xfrm>
            <a:custGeom>
              <a:avLst/>
              <a:gdLst>
                <a:gd name="T0" fmla="*/ 121 w 242"/>
                <a:gd name="T1" fmla="*/ 0 h 241"/>
                <a:gd name="T2" fmla="*/ 0 w 242"/>
                <a:gd name="T3" fmla="*/ 121 h 241"/>
                <a:gd name="T4" fmla="*/ 121 w 242"/>
                <a:gd name="T5" fmla="*/ 241 h 241"/>
                <a:gd name="T6" fmla="*/ 242 w 242"/>
                <a:gd name="T7" fmla="*/ 121 h 241"/>
                <a:gd name="T8" fmla="*/ 121 w 242"/>
                <a:gd name="T9" fmla="*/ 0 h 241"/>
                <a:gd name="T10" fmla="*/ 121 w 242"/>
                <a:gd name="T11" fmla="*/ 223 h 241"/>
                <a:gd name="T12" fmla="*/ 19 w 242"/>
                <a:gd name="T13" fmla="*/ 121 h 241"/>
                <a:gd name="T14" fmla="*/ 121 w 242"/>
                <a:gd name="T15" fmla="*/ 19 h 241"/>
                <a:gd name="T16" fmla="*/ 223 w 242"/>
                <a:gd name="T17" fmla="*/ 121 h 241"/>
                <a:gd name="T18" fmla="*/ 121 w 242"/>
                <a:gd name="T19" fmla="*/ 223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42" h="241">
                  <a:moveTo>
                    <a:pt x="121" y="0"/>
                  </a:moveTo>
                  <a:cubicBezTo>
                    <a:pt x="55" y="0"/>
                    <a:pt x="0" y="54"/>
                    <a:pt x="0" y="121"/>
                  </a:cubicBezTo>
                  <a:cubicBezTo>
                    <a:pt x="0" y="187"/>
                    <a:pt x="55" y="241"/>
                    <a:pt x="121" y="241"/>
                  </a:cubicBezTo>
                  <a:cubicBezTo>
                    <a:pt x="188" y="241"/>
                    <a:pt x="242" y="187"/>
                    <a:pt x="242" y="121"/>
                  </a:cubicBezTo>
                  <a:cubicBezTo>
                    <a:pt x="242" y="54"/>
                    <a:pt x="188" y="0"/>
                    <a:pt x="121" y="0"/>
                  </a:cubicBezTo>
                  <a:close/>
                  <a:moveTo>
                    <a:pt x="121" y="223"/>
                  </a:moveTo>
                  <a:cubicBezTo>
                    <a:pt x="65" y="223"/>
                    <a:pt x="19" y="177"/>
                    <a:pt x="19" y="121"/>
                  </a:cubicBezTo>
                  <a:cubicBezTo>
                    <a:pt x="19" y="64"/>
                    <a:pt x="65" y="19"/>
                    <a:pt x="121" y="19"/>
                  </a:cubicBezTo>
                  <a:cubicBezTo>
                    <a:pt x="177" y="19"/>
                    <a:pt x="223" y="64"/>
                    <a:pt x="223" y="121"/>
                  </a:cubicBezTo>
                  <a:cubicBezTo>
                    <a:pt x="223" y="177"/>
                    <a:pt x="177" y="223"/>
                    <a:pt x="121" y="223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74" name="Group 273"/>
          <p:cNvGrpSpPr/>
          <p:nvPr/>
        </p:nvGrpSpPr>
        <p:grpSpPr>
          <a:xfrm>
            <a:off x="10640486" y="2243669"/>
            <a:ext cx="738717" cy="563033"/>
            <a:chOff x="7980364" y="1682751"/>
            <a:chExt cx="554038" cy="422275"/>
          </a:xfrm>
          <a:solidFill>
            <a:schemeClr val="accent1"/>
          </a:solidFill>
        </p:grpSpPr>
        <p:sp>
          <p:nvSpPr>
            <p:cNvPr id="165" name="Freeform 130"/>
            <p:cNvSpPr>
              <a:spLocks noEditPoints="1"/>
            </p:cNvSpPr>
            <p:nvPr/>
          </p:nvSpPr>
          <p:spPr bwMode="auto">
            <a:xfrm>
              <a:off x="7980364" y="1682751"/>
              <a:ext cx="554038" cy="357188"/>
            </a:xfrm>
            <a:custGeom>
              <a:avLst/>
              <a:gdLst>
                <a:gd name="T0" fmla="*/ 533 w 556"/>
                <a:gd name="T1" fmla="*/ 131 h 359"/>
                <a:gd name="T2" fmla="*/ 503 w 556"/>
                <a:gd name="T3" fmla="*/ 131 h 359"/>
                <a:gd name="T4" fmla="*/ 503 w 556"/>
                <a:gd name="T5" fmla="*/ 88 h 359"/>
                <a:gd name="T6" fmla="*/ 481 w 556"/>
                <a:gd name="T7" fmla="*/ 65 h 359"/>
                <a:gd name="T8" fmla="*/ 455 w 556"/>
                <a:gd name="T9" fmla="*/ 65 h 359"/>
                <a:gd name="T10" fmla="*/ 445 w 556"/>
                <a:gd name="T11" fmla="*/ 75 h 359"/>
                <a:gd name="T12" fmla="*/ 455 w 556"/>
                <a:gd name="T13" fmla="*/ 84 h 359"/>
                <a:gd name="T14" fmla="*/ 481 w 556"/>
                <a:gd name="T15" fmla="*/ 84 h 359"/>
                <a:gd name="T16" fmla="*/ 485 w 556"/>
                <a:gd name="T17" fmla="*/ 88 h 359"/>
                <a:gd name="T18" fmla="*/ 485 w 556"/>
                <a:gd name="T19" fmla="*/ 131 h 359"/>
                <a:gd name="T20" fmla="*/ 438 w 556"/>
                <a:gd name="T21" fmla="*/ 131 h 359"/>
                <a:gd name="T22" fmla="*/ 438 w 556"/>
                <a:gd name="T23" fmla="*/ 9 h 359"/>
                <a:gd name="T24" fmla="*/ 428 w 556"/>
                <a:gd name="T25" fmla="*/ 0 h 359"/>
                <a:gd name="T26" fmla="*/ 127 w 556"/>
                <a:gd name="T27" fmla="*/ 0 h 359"/>
                <a:gd name="T28" fmla="*/ 118 w 556"/>
                <a:gd name="T29" fmla="*/ 9 h 359"/>
                <a:gd name="T30" fmla="*/ 118 w 556"/>
                <a:gd name="T31" fmla="*/ 131 h 359"/>
                <a:gd name="T32" fmla="*/ 71 w 556"/>
                <a:gd name="T33" fmla="*/ 131 h 359"/>
                <a:gd name="T34" fmla="*/ 71 w 556"/>
                <a:gd name="T35" fmla="*/ 88 h 359"/>
                <a:gd name="T36" fmla="*/ 75 w 556"/>
                <a:gd name="T37" fmla="*/ 84 h 359"/>
                <a:gd name="T38" fmla="*/ 101 w 556"/>
                <a:gd name="T39" fmla="*/ 84 h 359"/>
                <a:gd name="T40" fmla="*/ 110 w 556"/>
                <a:gd name="T41" fmla="*/ 75 h 359"/>
                <a:gd name="T42" fmla="*/ 101 w 556"/>
                <a:gd name="T43" fmla="*/ 65 h 359"/>
                <a:gd name="T44" fmla="*/ 75 w 556"/>
                <a:gd name="T45" fmla="*/ 65 h 359"/>
                <a:gd name="T46" fmla="*/ 52 w 556"/>
                <a:gd name="T47" fmla="*/ 88 h 359"/>
                <a:gd name="T48" fmla="*/ 52 w 556"/>
                <a:gd name="T49" fmla="*/ 131 h 359"/>
                <a:gd name="T50" fmla="*/ 22 w 556"/>
                <a:gd name="T51" fmla="*/ 131 h 359"/>
                <a:gd name="T52" fmla="*/ 0 w 556"/>
                <a:gd name="T53" fmla="*/ 153 h 359"/>
                <a:gd name="T54" fmla="*/ 0 w 556"/>
                <a:gd name="T55" fmla="*/ 337 h 359"/>
                <a:gd name="T56" fmla="*/ 22 w 556"/>
                <a:gd name="T57" fmla="*/ 359 h 359"/>
                <a:gd name="T58" fmla="*/ 101 w 556"/>
                <a:gd name="T59" fmla="*/ 359 h 359"/>
                <a:gd name="T60" fmla="*/ 110 w 556"/>
                <a:gd name="T61" fmla="*/ 350 h 359"/>
                <a:gd name="T62" fmla="*/ 101 w 556"/>
                <a:gd name="T63" fmla="*/ 341 h 359"/>
                <a:gd name="T64" fmla="*/ 22 w 556"/>
                <a:gd name="T65" fmla="*/ 341 h 359"/>
                <a:gd name="T66" fmla="*/ 19 w 556"/>
                <a:gd name="T67" fmla="*/ 337 h 359"/>
                <a:gd name="T68" fmla="*/ 19 w 556"/>
                <a:gd name="T69" fmla="*/ 294 h 359"/>
                <a:gd name="T70" fmla="*/ 537 w 556"/>
                <a:gd name="T71" fmla="*/ 294 h 359"/>
                <a:gd name="T72" fmla="*/ 537 w 556"/>
                <a:gd name="T73" fmla="*/ 337 h 359"/>
                <a:gd name="T74" fmla="*/ 533 w 556"/>
                <a:gd name="T75" fmla="*/ 341 h 359"/>
                <a:gd name="T76" fmla="*/ 455 w 556"/>
                <a:gd name="T77" fmla="*/ 341 h 359"/>
                <a:gd name="T78" fmla="*/ 445 w 556"/>
                <a:gd name="T79" fmla="*/ 350 h 359"/>
                <a:gd name="T80" fmla="*/ 455 w 556"/>
                <a:gd name="T81" fmla="*/ 359 h 359"/>
                <a:gd name="T82" fmla="*/ 533 w 556"/>
                <a:gd name="T83" fmla="*/ 359 h 359"/>
                <a:gd name="T84" fmla="*/ 556 w 556"/>
                <a:gd name="T85" fmla="*/ 337 h 359"/>
                <a:gd name="T86" fmla="*/ 556 w 556"/>
                <a:gd name="T87" fmla="*/ 153 h 359"/>
                <a:gd name="T88" fmla="*/ 533 w 556"/>
                <a:gd name="T89" fmla="*/ 131 h 359"/>
                <a:gd name="T90" fmla="*/ 136 w 556"/>
                <a:gd name="T91" fmla="*/ 19 h 359"/>
                <a:gd name="T92" fmla="*/ 419 w 556"/>
                <a:gd name="T93" fmla="*/ 19 h 359"/>
                <a:gd name="T94" fmla="*/ 419 w 556"/>
                <a:gd name="T95" fmla="*/ 131 h 359"/>
                <a:gd name="T96" fmla="*/ 136 w 556"/>
                <a:gd name="T97" fmla="*/ 131 h 359"/>
                <a:gd name="T98" fmla="*/ 136 w 556"/>
                <a:gd name="T99" fmla="*/ 19 h 359"/>
                <a:gd name="T100" fmla="*/ 19 w 556"/>
                <a:gd name="T101" fmla="*/ 275 h 359"/>
                <a:gd name="T102" fmla="*/ 19 w 556"/>
                <a:gd name="T103" fmla="*/ 153 h 359"/>
                <a:gd name="T104" fmla="*/ 22 w 556"/>
                <a:gd name="T105" fmla="*/ 150 h 359"/>
                <a:gd name="T106" fmla="*/ 533 w 556"/>
                <a:gd name="T107" fmla="*/ 150 h 359"/>
                <a:gd name="T108" fmla="*/ 537 w 556"/>
                <a:gd name="T109" fmla="*/ 153 h 359"/>
                <a:gd name="T110" fmla="*/ 537 w 556"/>
                <a:gd name="T111" fmla="*/ 275 h 359"/>
                <a:gd name="T112" fmla="*/ 19 w 556"/>
                <a:gd name="T113" fmla="*/ 275 h 3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556" h="359">
                  <a:moveTo>
                    <a:pt x="533" y="131"/>
                  </a:moveTo>
                  <a:cubicBezTo>
                    <a:pt x="503" y="131"/>
                    <a:pt x="503" y="131"/>
                    <a:pt x="503" y="131"/>
                  </a:cubicBezTo>
                  <a:cubicBezTo>
                    <a:pt x="503" y="88"/>
                    <a:pt x="503" y="88"/>
                    <a:pt x="503" y="88"/>
                  </a:cubicBezTo>
                  <a:cubicBezTo>
                    <a:pt x="503" y="76"/>
                    <a:pt x="493" y="65"/>
                    <a:pt x="481" y="65"/>
                  </a:cubicBezTo>
                  <a:cubicBezTo>
                    <a:pt x="455" y="65"/>
                    <a:pt x="455" y="65"/>
                    <a:pt x="455" y="65"/>
                  </a:cubicBezTo>
                  <a:cubicBezTo>
                    <a:pt x="449" y="65"/>
                    <a:pt x="445" y="70"/>
                    <a:pt x="445" y="75"/>
                  </a:cubicBezTo>
                  <a:cubicBezTo>
                    <a:pt x="445" y="80"/>
                    <a:pt x="449" y="84"/>
                    <a:pt x="455" y="84"/>
                  </a:cubicBezTo>
                  <a:cubicBezTo>
                    <a:pt x="481" y="84"/>
                    <a:pt x="481" y="84"/>
                    <a:pt x="481" y="84"/>
                  </a:cubicBezTo>
                  <a:cubicBezTo>
                    <a:pt x="483" y="84"/>
                    <a:pt x="485" y="86"/>
                    <a:pt x="485" y="88"/>
                  </a:cubicBezTo>
                  <a:cubicBezTo>
                    <a:pt x="485" y="131"/>
                    <a:pt x="485" y="131"/>
                    <a:pt x="485" y="131"/>
                  </a:cubicBezTo>
                  <a:cubicBezTo>
                    <a:pt x="438" y="131"/>
                    <a:pt x="438" y="131"/>
                    <a:pt x="438" y="131"/>
                  </a:cubicBezTo>
                  <a:cubicBezTo>
                    <a:pt x="438" y="9"/>
                    <a:pt x="438" y="9"/>
                    <a:pt x="438" y="9"/>
                  </a:cubicBezTo>
                  <a:cubicBezTo>
                    <a:pt x="438" y="4"/>
                    <a:pt x="434" y="0"/>
                    <a:pt x="428" y="0"/>
                  </a:cubicBezTo>
                  <a:cubicBezTo>
                    <a:pt x="127" y="0"/>
                    <a:pt x="127" y="0"/>
                    <a:pt x="127" y="0"/>
                  </a:cubicBezTo>
                  <a:cubicBezTo>
                    <a:pt x="122" y="0"/>
                    <a:pt x="118" y="4"/>
                    <a:pt x="118" y="9"/>
                  </a:cubicBezTo>
                  <a:cubicBezTo>
                    <a:pt x="118" y="131"/>
                    <a:pt x="118" y="131"/>
                    <a:pt x="118" y="131"/>
                  </a:cubicBezTo>
                  <a:cubicBezTo>
                    <a:pt x="71" y="131"/>
                    <a:pt x="71" y="131"/>
                    <a:pt x="71" y="131"/>
                  </a:cubicBezTo>
                  <a:cubicBezTo>
                    <a:pt x="71" y="88"/>
                    <a:pt x="71" y="88"/>
                    <a:pt x="71" y="88"/>
                  </a:cubicBezTo>
                  <a:cubicBezTo>
                    <a:pt x="71" y="86"/>
                    <a:pt x="73" y="84"/>
                    <a:pt x="75" y="84"/>
                  </a:cubicBezTo>
                  <a:cubicBezTo>
                    <a:pt x="101" y="84"/>
                    <a:pt x="101" y="84"/>
                    <a:pt x="101" y="84"/>
                  </a:cubicBezTo>
                  <a:cubicBezTo>
                    <a:pt x="106" y="84"/>
                    <a:pt x="110" y="80"/>
                    <a:pt x="110" y="75"/>
                  </a:cubicBezTo>
                  <a:cubicBezTo>
                    <a:pt x="110" y="70"/>
                    <a:pt x="106" y="65"/>
                    <a:pt x="101" y="65"/>
                  </a:cubicBezTo>
                  <a:cubicBezTo>
                    <a:pt x="75" y="65"/>
                    <a:pt x="75" y="65"/>
                    <a:pt x="75" y="65"/>
                  </a:cubicBezTo>
                  <a:cubicBezTo>
                    <a:pt x="62" y="65"/>
                    <a:pt x="52" y="76"/>
                    <a:pt x="52" y="88"/>
                  </a:cubicBezTo>
                  <a:cubicBezTo>
                    <a:pt x="52" y="131"/>
                    <a:pt x="52" y="131"/>
                    <a:pt x="52" y="131"/>
                  </a:cubicBezTo>
                  <a:cubicBezTo>
                    <a:pt x="22" y="131"/>
                    <a:pt x="22" y="131"/>
                    <a:pt x="22" y="131"/>
                  </a:cubicBezTo>
                  <a:cubicBezTo>
                    <a:pt x="10" y="131"/>
                    <a:pt x="0" y="141"/>
                    <a:pt x="0" y="153"/>
                  </a:cubicBezTo>
                  <a:cubicBezTo>
                    <a:pt x="0" y="337"/>
                    <a:pt x="0" y="337"/>
                    <a:pt x="0" y="337"/>
                  </a:cubicBezTo>
                  <a:cubicBezTo>
                    <a:pt x="0" y="349"/>
                    <a:pt x="10" y="359"/>
                    <a:pt x="22" y="359"/>
                  </a:cubicBezTo>
                  <a:cubicBezTo>
                    <a:pt x="101" y="359"/>
                    <a:pt x="101" y="359"/>
                    <a:pt x="101" y="359"/>
                  </a:cubicBezTo>
                  <a:cubicBezTo>
                    <a:pt x="106" y="359"/>
                    <a:pt x="110" y="355"/>
                    <a:pt x="110" y="350"/>
                  </a:cubicBezTo>
                  <a:cubicBezTo>
                    <a:pt x="110" y="345"/>
                    <a:pt x="106" y="341"/>
                    <a:pt x="101" y="341"/>
                  </a:cubicBezTo>
                  <a:cubicBezTo>
                    <a:pt x="22" y="341"/>
                    <a:pt x="22" y="341"/>
                    <a:pt x="22" y="341"/>
                  </a:cubicBezTo>
                  <a:cubicBezTo>
                    <a:pt x="20" y="341"/>
                    <a:pt x="19" y="339"/>
                    <a:pt x="19" y="337"/>
                  </a:cubicBezTo>
                  <a:cubicBezTo>
                    <a:pt x="19" y="294"/>
                    <a:pt x="19" y="294"/>
                    <a:pt x="19" y="294"/>
                  </a:cubicBezTo>
                  <a:cubicBezTo>
                    <a:pt x="537" y="294"/>
                    <a:pt x="537" y="294"/>
                    <a:pt x="537" y="294"/>
                  </a:cubicBezTo>
                  <a:cubicBezTo>
                    <a:pt x="537" y="337"/>
                    <a:pt x="537" y="337"/>
                    <a:pt x="537" y="337"/>
                  </a:cubicBezTo>
                  <a:cubicBezTo>
                    <a:pt x="537" y="339"/>
                    <a:pt x="535" y="341"/>
                    <a:pt x="533" y="341"/>
                  </a:cubicBezTo>
                  <a:cubicBezTo>
                    <a:pt x="455" y="341"/>
                    <a:pt x="455" y="341"/>
                    <a:pt x="455" y="341"/>
                  </a:cubicBezTo>
                  <a:cubicBezTo>
                    <a:pt x="449" y="341"/>
                    <a:pt x="445" y="345"/>
                    <a:pt x="445" y="350"/>
                  </a:cubicBezTo>
                  <a:cubicBezTo>
                    <a:pt x="445" y="355"/>
                    <a:pt x="449" y="359"/>
                    <a:pt x="455" y="359"/>
                  </a:cubicBezTo>
                  <a:cubicBezTo>
                    <a:pt x="533" y="359"/>
                    <a:pt x="533" y="359"/>
                    <a:pt x="533" y="359"/>
                  </a:cubicBezTo>
                  <a:cubicBezTo>
                    <a:pt x="546" y="359"/>
                    <a:pt x="556" y="349"/>
                    <a:pt x="556" y="337"/>
                  </a:cubicBezTo>
                  <a:cubicBezTo>
                    <a:pt x="556" y="153"/>
                    <a:pt x="556" y="153"/>
                    <a:pt x="556" y="153"/>
                  </a:cubicBezTo>
                  <a:cubicBezTo>
                    <a:pt x="556" y="141"/>
                    <a:pt x="546" y="131"/>
                    <a:pt x="533" y="131"/>
                  </a:cubicBezTo>
                  <a:close/>
                  <a:moveTo>
                    <a:pt x="136" y="19"/>
                  </a:moveTo>
                  <a:cubicBezTo>
                    <a:pt x="419" y="19"/>
                    <a:pt x="419" y="19"/>
                    <a:pt x="419" y="19"/>
                  </a:cubicBezTo>
                  <a:cubicBezTo>
                    <a:pt x="419" y="131"/>
                    <a:pt x="419" y="131"/>
                    <a:pt x="419" y="131"/>
                  </a:cubicBezTo>
                  <a:cubicBezTo>
                    <a:pt x="136" y="131"/>
                    <a:pt x="136" y="131"/>
                    <a:pt x="136" y="131"/>
                  </a:cubicBezTo>
                  <a:lnTo>
                    <a:pt x="136" y="19"/>
                  </a:lnTo>
                  <a:close/>
                  <a:moveTo>
                    <a:pt x="19" y="275"/>
                  </a:moveTo>
                  <a:cubicBezTo>
                    <a:pt x="19" y="153"/>
                    <a:pt x="19" y="153"/>
                    <a:pt x="19" y="153"/>
                  </a:cubicBezTo>
                  <a:cubicBezTo>
                    <a:pt x="19" y="151"/>
                    <a:pt x="20" y="150"/>
                    <a:pt x="22" y="150"/>
                  </a:cubicBezTo>
                  <a:cubicBezTo>
                    <a:pt x="533" y="150"/>
                    <a:pt x="533" y="150"/>
                    <a:pt x="533" y="150"/>
                  </a:cubicBezTo>
                  <a:cubicBezTo>
                    <a:pt x="535" y="150"/>
                    <a:pt x="537" y="151"/>
                    <a:pt x="537" y="153"/>
                  </a:cubicBezTo>
                  <a:cubicBezTo>
                    <a:pt x="537" y="275"/>
                    <a:pt x="537" y="275"/>
                    <a:pt x="537" y="275"/>
                  </a:cubicBezTo>
                  <a:lnTo>
                    <a:pt x="19" y="275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6" name="Freeform 131"/>
            <p:cNvSpPr>
              <a:spLocks/>
            </p:cNvSpPr>
            <p:nvPr/>
          </p:nvSpPr>
          <p:spPr bwMode="auto">
            <a:xfrm>
              <a:off x="8097839" y="1982788"/>
              <a:ext cx="319088" cy="122238"/>
            </a:xfrm>
            <a:custGeom>
              <a:avLst/>
              <a:gdLst>
                <a:gd name="T0" fmla="*/ 310 w 320"/>
                <a:gd name="T1" fmla="*/ 0 h 124"/>
                <a:gd name="T2" fmla="*/ 301 w 320"/>
                <a:gd name="T3" fmla="*/ 10 h 124"/>
                <a:gd name="T4" fmla="*/ 301 w 320"/>
                <a:gd name="T5" fmla="*/ 105 h 124"/>
                <a:gd name="T6" fmla="*/ 18 w 320"/>
                <a:gd name="T7" fmla="*/ 105 h 124"/>
                <a:gd name="T8" fmla="*/ 18 w 320"/>
                <a:gd name="T9" fmla="*/ 10 h 124"/>
                <a:gd name="T10" fmla="*/ 9 w 320"/>
                <a:gd name="T11" fmla="*/ 0 h 124"/>
                <a:gd name="T12" fmla="*/ 0 w 320"/>
                <a:gd name="T13" fmla="*/ 10 h 124"/>
                <a:gd name="T14" fmla="*/ 0 w 320"/>
                <a:gd name="T15" fmla="*/ 114 h 124"/>
                <a:gd name="T16" fmla="*/ 9 w 320"/>
                <a:gd name="T17" fmla="*/ 124 h 124"/>
                <a:gd name="T18" fmla="*/ 310 w 320"/>
                <a:gd name="T19" fmla="*/ 124 h 124"/>
                <a:gd name="T20" fmla="*/ 320 w 320"/>
                <a:gd name="T21" fmla="*/ 114 h 124"/>
                <a:gd name="T22" fmla="*/ 320 w 320"/>
                <a:gd name="T23" fmla="*/ 10 h 124"/>
                <a:gd name="T24" fmla="*/ 310 w 320"/>
                <a:gd name="T25" fmla="*/ 0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20" h="124">
                  <a:moveTo>
                    <a:pt x="310" y="0"/>
                  </a:moveTo>
                  <a:cubicBezTo>
                    <a:pt x="305" y="0"/>
                    <a:pt x="301" y="4"/>
                    <a:pt x="301" y="10"/>
                  </a:cubicBezTo>
                  <a:cubicBezTo>
                    <a:pt x="301" y="105"/>
                    <a:pt x="301" y="105"/>
                    <a:pt x="301" y="105"/>
                  </a:cubicBezTo>
                  <a:cubicBezTo>
                    <a:pt x="18" y="105"/>
                    <a:pt x="18" y="105"/>
                    <a:pt x="18" y="105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18" y="4"/>
                    <a:pt x="14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114"/>
                    <a:pt x="0" y="114"/>
                    <a:pt x="0" y="114"/>
                  </a:cubicBezTo>
                  <a:cubicBezTo>
                    <a:pt x="0" y="120"/>
                    <a:pt x="4" y="124"/>
                    <a:pt x="9" y="124"/>
                  </a:cubicBezTo>
                  <a:cubicBezTo>
                    <a:pt x="310" y="124"/>
                    <a:pt x="310" y="124"/>
                    <a:pt x="310" y="124"/>
                  </a:cubicBezTo>
                  <a:cubicBezTo>
                    <a:pt x="316" y="124"/>
                    <a:pt x="320" y="120"/>
                    <a:pt x="320" y="114"/>
                  </a:cubicBezTo>
                  <a:cubicBezTo>
                    <a:pt x="320" y="10"/>
                    <a:pt x="320" y="10"/>
                    <a:pt x="320" y="10"/>
                  </a:cubicBezTo>
                  <a:cubicBezTo>
                    <a:pt x="320" y="4"/>
                    <a:pt x="316" y="0"/>
                    <a:pt x="31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7" name="Oval 132"/>
            <p:cNvSpPr>
              <a:spLocks noChangeArrowheads="1"/>
            </p:cNvSpPr>
            <p:nvPr/>
          </p:nvSpPr>
          <p:spPr bwMode="auto">
            <a:xfrm>
              <a:off x="8456614" y="1897063"/>
              <a:ext cx="44450" cy="4603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8" name="Oval 133"/>
            <p:cNvSpPr>
              <a:spLocks noChangeArrowheads="1"/>
            </p:cNvSpPr>
            <p:nvPr/>
          </p:nvSpPr>
          <p:spPr bwMode="auto">
            <a:xfrm>
              <a:off x="8404226" y="1897063"/>
              <a:ext cx="44450" cy="4603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84" name="Group 283"/>
          <p:cNvGrpSpPr/>
          <p:nvPr/>
        </p:nvGrpSpPr>
        <p:grpSpPr>
          <a:xfrm>
            <a:off x="903819" y="3147485"/>
            <a:ext cx="736600" cy="565151"/>
            <a:chOff x="677864" y="2360613"/>
            <a:chExt cx="552450" cy="423863"/>
          </a:xfrm>
          <a:solidFill>
            <a:schemeClr val="accent1"/>
          </a:solidFill>
        </p:grpSpPr>
        <p:sp>
          <p:nvSpPr>
            <p:cNvPr id="169" name="Freeform 134"/>
            <p:cNvSpPr>
              <a:spLocks/>
            </p:cNvSpPr>
            <p:nvPr/>
          </p:nvSpPr>
          <p:spPr bwMode="auto">
            <a:xfrm>
              <a:off x="677864" y="2582863"/>
              <a:ext cx="552450" cy="201613"/>
            </a:xfrm>
            <a:custGeom>
              <a:avLst/>
              <a:gdLst>
                <a:gd name="T0" fmla="*/ 546 w 555"/>
                <a:gd name="T1" fmla="*/ 0 h 202"/>
                <a:gd name="T2" fmla="*/ 537 w 555"/>
                <a:gd name="T3" fmla="*/ 9 h 202"/>
                <a:gd name="T4" fmla="*/ 537 w 555"/>
                <a:gd name="T5" fmla="*/ 180 h 202"/>
                <a:gd name="T6" fmla="*/ 533 w 555"/>
                <a:gd name="T7" fmla="*/ 183 h 202"/>
                <a:gd name="T8" fmla="*/ 22 w 555"/>
                <a:gd name="T9" fmla="*/ 183 h 202"/>
                <a:gd name="T10" fmla="*/ 18 w 555"/>
                <a:gd name="T11" fmla="*/ 180 h 202"/>
                <a:gd name="T12" fmla="*/ 18 w 555"/>
                <a:gd name="T13" fmla="*/ 9 h 202"/>
                <a:gd name="T14" fmla="*/ 9 w 555"/>
                <a:gd name="T15" fmla="*/ 0 h 202"/>
                <a:gd name="T16" fmla="*/ 0 w 555"/>
                <a:gd name="T17" fmla="*/ 9 h 202"/>
                <a:gd name="T18" fmla="*/ 0 w 555"/>
                <a:gd name="T19" fmla="*/ 180 h 202"/>
                <a:gd name="T20" fmla="*/ 22 w 555"/>
                <a:gd name="T21" fmla="*/ 202 h 202"/>
                <a:gd name="T22" fmla="*/ 533 w 555"/>
                <a:gd name="T23" fmla="*/ 202 h 202"/>
                <a:gd name="T24" fmla="*/ 555 w 555"/>
                <a:gd name="T25" fmla="*/ 180 h 202"/>
                <a:gd name="T26" fmla="*/ 555 w 555"/>
                <a:gd name="T27" fmla="*/ 9 h 202"/>
                <a:gd name="T28" fmla="*/ 546 w 555"/>
                <a:gd name="T29" fmla="*/ 0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55" h="202">
                  <a:moveTo>
                    <a:pt x="546" y="0"/>
                  </a:moveTo>
                  <a:cubicBezTo>
                    <a:pt x="541" y="0"/>
                    <a:pt x="537" y="4"/>
                    <a:pt x="537" y="9"/>
                  </a:cubicBezTo>
                  <a:cubicBezTo>
                    <a:pt x="537" y="180"/>
                    <a:pt x="537" y="180"/>
                    <a:pt x="537" y="180"/>
                  </a:cubicBezTo>
                  <a:cubicBezTo>
                    <a:pt x="537" y="182"/>
                    <a:pt x="535" y="183"/>
                    <a:pt x="533" y="183"/>
                  </a:cubicBezTo>
                  <a:cubicBezTo>
                    <a:pt x="22" y="183"/>
                    <a:pt x="22" y="183"/>
                    <a:pt x="22" y="183"/>
                  </a:cubicBezTo>
                  <a:cubicBezTo>
                    <a:pt x="20" y="183"/>
                    <a:pt x="18" y="182"/>
                    <a:pt x="18" y="180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18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80"/>
                    <a:pt x="0" y="180"/>
                    <a:pt x="0" y="180"/>
                  </a:cubicBezTo>
                  <a:cubicBezTo>
                    <a:pt x="0" y="192"/>
                    <a:pt x="10" y="202"/>
                    <a:pt x="22" y="202"/>
                  </a:cubicBezTo>
                  <a:cubicBezTo>
                    <a:pt x="533" y="202"/>
                    <a:pt x="533" y="202"/>
                    <a:pt x="533" y="202"/>
                  </a:cubicBezTo>
                  <a:cubicBezTo>
                    <a:pt x="545" y="202"/>
                    <a:pt x="555" y="192"/>
                    <a:pt x="555" y="180"/>
                  </a:cubicBezTo>
                  <a:cubicBezTo>
                    <a:pt x="555" y="9"/>
                    <a:pt x="555" y="9"/>
                    <a:pt x="555" y="9"/>
                  </a:cubicBezTo>
                  <a:cubicBezTo>
                    <a:pt x="555" y="4"/>
                    <a:pt x="551" y="0"/>
                    <a:pt x="54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0" name="Freeform 135"/>
            <p:cNvSpPr>
              <a:spLocks noEditPoints="1"/>
            </p:cNvSpPr>
            <p:nvPr/>
          </p:nvSpPr>
          <p:spPr bwMode="auto">
            <a:xfrm>
              <a:off x="677864" y="2452688"/>
              <a:ext cx="552450" cy="174625"/>
            </a:xfrm>
            <a:custGeom>
              <a:avLst/>
              <a:gdLst>
                <a:gd name="T0" fmla="*/ 533 w 555"/>
                <a:gd name="T1" fmla="*/ 0 h 176"/>
                <a:gd name="T2" fmla="*/ 22 w 555"/>
                <a:gd name="T3" fmla="*/ 0 h 176"/>
                <a:gd name="T4" fmla="*/ 0 w 555"/>
                <a:gd name="T5" fmla="*/ 22 h 176"/>
                <a:gd name="T6" fmla="*/ 0 w 555"/>
                <a:gd name="T7" fmla="*/ 101 h 176"/>
                <a:gd name="T8" fmla="*/ 9 w 555"/>
                <a:gd name="T9" fmla="*/ 110 h 176"/>
                <a:gd name="T10" fmla="*/ 183 w 555"/>
                <a:gd name="T11" fmla="*/ 110 h 176"/>
                <a:gd name="T12" fmla="*/ 183 w 555"/>
                <a:gd name="T13" fmla="*/ 153 h 176"/>
                <a:gd name="T14" fmla="*/ 205 w 555"/>
                <a:gd name="T15" fmla="*/ 176 h 176"/>
                <a:gd name="T16" fmla="*/ 350 w 555"/>
                <a:gd name="T17" fmla="*/ 176 h 176"/>
                <a:gd name="T18" fmla="*/ 372 w 555"/>
                <a:gd name="T19" fmla="*/ 153 h 176"/>
                <a:gd name="T20" fmla="*/ 372 w 555"/>
                <a:gd name="T21" fmla="*/ 110 h 176"/>
                <a:gd name="T22" fmla="*/ 546 w 555"/>
                <a:gd name="T23" fmla="*/ 110 h 176"/>
                <a:gd name="T24" fmla="*/ 555 w 555"/>
                <a:gd name="T25" fmla="*/ 101 h 176"/>
                <a:gd name="T26" fmla="*/ 555 w 555"/>
                <a:gd name="T27" fmla="*/ 22 h 176"/>
                <a:gd name="T28" fmla="*/ 533 w 555"/>
                <a:gd name="T29" fmla="*/ 0 h 176"/>
                <a:gd name="T30" fmla="*/ 353 w 555"/>
                <a:gd name="T31" fmla="*/ 153 h 176"/>
                <a:gd name="T32" fmla="*/ 350 w 555"/>
                <a:gd name="T33" fmla="*/ 157 h 176"/>
                <a:gd name="T34" fmla="*/ 205 w 555"/>
                <a:gd name="T35" fmla="*/ 157 h 176"/>
                <a:gd name="T36" fmla="*/ 202 w 555"/>
                <a:gd name="T37" fmla="*/ 153 h 176"/>
                <a:gd name="T38" fmla="*/ 202 w 555"/>
                <a:gd name="T39" fmla="*/ 110 h 176"/>
                <a:gd name="T40" fmla="*/ 353 w 555"/>
                <a:gd name="T41" fmla="*/ 110 h 176"/>
                <a:gd name="T42" fmla="*/ 353 w 555"/>
                <a:gd name="T43" fmla="*/ 153 h 176"/>
                <a:gd name="T44" fmla="*/ 537 w 555"/>
                <a:gd name="T45" fmla="*/ 92 h 176"/>
                <a:gd name="T46" fmla="*/ 18 w 555"/>
                <a:gd name="T47" fmla="*/ 92 h 176"/>
                <a:gd name="T48" fmla="*/ 18 w 555"/>
                <a:gd name="T49" fmla="*/ 22 h 176"/>
                <a:gd name="T50" fmla="*/ 22 w 555"/>
                <a:gd name="T51" fmla="*/ 19 h 176"/>
                <a:gd name="T52" fmla="*/ 533 w 555"/>
                <a:gd name="T53" fmla="*/ 19 h 176"/>
                <a:gd name="T54" fmla="*/ 537 w 555"/>
                <a:gd name="T55" fmla="*/ 22 h 176"/>
                <a:gd name="T56" fmla="*/ 537 w 555"/>
                <a:gd name="T57" fmla="*/ 92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555" h="176">
                  <a:moveTo>
                    <a:pt x="533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10" y="0"/>
                    <a:pt x="0" y="10"/>
                    <a:pt x="0" y="22"/>
                  </a:cubicBezTo>
                  <a:cubicBezTo>
                    <a:pt x="0" y="101"/>
                    <a:pt x="0" y="101"/>
                    <a:pt x="0" y="101"/>
                  </a:cubicBezTo>
                  <a:cubicBezTo>
                    <a:pt x="0" y="106"/>
                    <a:pt x="4" y="110"/>
                    <a:pt x="9" y="110"/>
                  </a:cubicBezTo>
                  <a:cubicBezTo>
                    <a:pt x="183" y="110"/>
                    <a:pt x="183" y="110"/>
                    <a:pt x="183" y="110"/>
                  </a:cubicBezTo>
                  <a:cubicBezTo>
                    <a:pt x="183" y="153"/>
                    <a:pt x="183" y="153"/>
                    <a:pt x="183" y="153"/>
                  </a:cubicBezTo>
                  <a:cubicBezTo>
                    <a:pt x="183" y="166"/>
                    <a:pt x="193" y="176"/>
                    <a:pt x="205" y="176"/>
                  </a:cubicBezTo>
                  <a:cubicBezTo>
                    <a:pt x="350" y="176"/>
                    <a:pt x="350" y="176"/>
                    <a:pt x="350" y="176"/>
                  </a:cubicBezTo>
                  <a:cubicBezTo>
                    <a:pt x="362" y="176"/>
                    <a:pt x="372" y="166"/>
                    <a:pt x="372" y="153"/>
                  </a:cubicBezTo>
                  <a:cubicBezTo>
                    <a:pt x="372" y="110"/>
                    <a:pt x="372" y="110"/>
                    <a:pt x="372" y="110"/>
                  </a:cubicBezTo>
                  <a:cubicBezTo>
                    <a:pt x="546" y="110"/>
                    <a:pt x="546" y="110"/>
                    <a:pt x="546" y="110"/>
                  </a:cubicBezTo>
                  <a:cubicBezTo>
                    <a:pt x="551" y="110"/>
                    <a:pt x="555" y="106"/>
                    <a:pt x="555" y="10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5" y="10"/>
                    <a:pt x="545" y="0"/>
                    <a:pt x="533" y="0"/>
                  </a:cubicBezTo>
                  <a:close/>
                  <a:moveTo>
                    <a:pt x="353" y="153"/>
                  </a:moveTo>
                  <a:cubicBezTo>
                    <a:pt x="353" y="156"/>
                    <a:pt x="352" y="157"/>
                    <a:pt x="350" y="157"/>
                  </a:cubicBezTo>
                  <a:cubicBezTo>
                    <a:pt x="205" y="157"/>
                    <a:pt x="205" y="157"/>
                    <a:pt x="205" y="157"/>
                  </a:cubicBezTo>
                  <a:cubicBezTo>
                    <a:pt x="203" y="157"/>
                    <a:pt x="202" y="156"/>
                    <a:pt x="202" y="153"/>
                  </a:cubicBezTo>
                  <a:cubicBezTo>
                    <a:pt x="202" y="110"/>
                    <a:pt x="202" y="110"/>
                    <a:pt x="202" y="110"/>
                  </a:cubicBezTo>
                  <a:cubicBezTo>
                    <a:pt x="353" y="110"/>
                    <a:pt x="353" y="110"/>
                    <a:pt x="353" y="110"/>
                  </a:cubicBezTo>
                  <a:lnTo>
                    <a:pt x="353" y="153"/>
                  </a:lnTo>
                  <a:close/>
                  <a:moveTo>
                    <a:pt x="537" y="92"/>
                  </a:moveTo>
                  <a:cubicBezTo>
                    <a:pt x="18" y="92"/>
                    <a:pt x="18" y="92"/>
                    <a:pt x="18" y="92"/>
                  </a:cubicBezTo>
                  <a:cubicBezTo>
                    <a:pt x="18" y="22"/>
                    <a:pt x="18" y="22"/>
                    <a:pt x="18" y="22"/>
                  </a:cubicBezTo>
                  <a:cubicBezTo>
                    <a:pt x="18" y="20"/>
                    <a:pt x="20" y="19"/>
                    <a:pt x="22" y="19"/>
                  </a:cubicBezTo>
                  <a:cubicBezTo>
                    <a:pt x="533" y="19"/>
                    <a:pt x="533" y="19"/>
                    <a:pt x="533" y="19"/>
                  </a:cubicBezTo>
                  <a:cubicBezTo>
                    <a:pt x="535" y="19"/>
                    <a:pt x="537" y="20"/>
                    <a:pt x="537" y="22"/>
                  </a:cubicBezTo>
                  <a:lnTo>
                    <a:pt x="537" y="92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1" name="Freeform 136"/>
            <p:cNvSpPr>
              <a:spLocks/>
            </p:cNvSpPr>
            <p:nvPr/>
          </p:nvSpPr>
          <p:spPr bwMode="auto">
            <a:xfrm>
              <a:off x="860426" y="2360613"/>
              <a:ext cx="187325" cy="84138"/>
            </a:xfrm>
            <a:custGeom>
              <a:avLst/>
              <a:gdLst>
                <a:gd name="T0" fmla="*/ 9 w 189"/>
                <a:gd name="T1" fmla="*/ 85 h 85"/>
                <a:gd name="T2" fmla="*/ 19 w 189"/>
                <a:gd name="T3" fmla="*/ 75 h 85"/>
                <a:gd name="T4" fmla="*/ 19 w 189"/>
                <a:gd name="T5" fmla="*/ 23 h 85"/>
                <a:gd name="T6" fmla="*/ 22 w 189"/>
                <a:gd name="T7" fmla="*/ 19 h 85"/>
                <a:gd name="T8" fmla="*/ 167 w 189"/>
                <a:gd name="T9" fmla="*/ 19 h 85"/>
                <a:gd name="T10" fmla="*/ 170 w 189"/>
                <a:gd name="T11" fmla="*/ 23 h 85"/>
                <a:gd name="T12" fmla="*/ 170 w 189"/>
                <a:gd name="T13" fmla="*/ 75 h 85"/>
                <a:gd name="T14" fmla="*/ 180 w 189"/>
                <a:gd name="T15" fmla="*/ 85 h 85"/>
                <a:gd name="T16" fmla="*/ 189 w 189"/>
                <a:gd name="T17" fmla="*/ 75 h 85"/>
                <a:gd name="T18" fmla="*/ 189 w 189"/>
                <a:gd name="T19" fmla="*/ 23 h 85"/>
                <a:gd name="T20" fmla="*/ 167 w 189"/>
                <a:gd name="T21" fmla="*/ 0 h 85"/>
                <a:gd name="T22" fmla="*/ 22 w 189"/>
                <a:gd name="T23" fmla="*/ 0 h 85"/>
                <a:gd name="T24" fmla="*/ 0 w 189"/>
                <a:gd name="T25" fmla="*/ 23 h 85"/>
                <a:gd name="T26" fmla="*/ 0 w 189"/>
                <a:gd name="T27" fmla="*/ 75 h 85"/>
                <a:gd name="T28" fmla="*/ 9 w 189"/>
                <a:gd name="T29" fmla="*/ 85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89" h="85">
                  <a:moveTo>
                    <a:pt x="9" y="85"/>
                  </a:moveTo>
                  <a:cubicBezTo>
                    <a:pt x="15" y="85"/>
                    <a:pt x="19" y="80"/>
                    <a:pt x="19" y="75"/>
                  </a:cubicBezTo>
                  <a:cubicBezTo>
                    <a:pt x="19" y="23"/>
                    <a:pt x="19" y="23"/>
                    <a:pt x="19" y="23"/>
                  </a:cubicBezTo>
                  <a:cubicBezTo>
                    <a:pt x="19" y="21"/>
                    <a:pt x="20" y="19"/>
                    <a:pt x="22" y="19"/>
                  </a:cubicBezTo>
                  <a:cubicBezTo>
                    <a:pt x="167" y="19"/>
                    <a:pt x="167" y="19"/>
                    <a:pt x="167" y="19"/>
                  </a:cubicBezTo>
                  <a:cubicBezTo>
                    <a:pt x="169" y="19"/>
                    <a:pt x="170" y="21"/>
                    <a:pt x="170" y="23"/>
                  </a:cubicBezTo>
                  <a:cubicBezTo>
                    <a:pt x="170" y="75"/>
                    <a:pt x="170" y="75"/>
                    <a:pt x="170" y="75"/>
                  </a:cubicBezTo>
                  <a:cubicBezTo>
                    <a:pt x="170" y="80"/>
                    <a:pt x="175" y="85"/>
                    <a:pt x="180" y="85"/>
                  </a:cubicBezTo>
                  <a:cubicBezTo>
                    <a:pt x="185" y="85"/>
                    <a:pt x="189" y="80"/>
                    <a:pt x="189" y="75"/>
                  </a:cubicBezTo>
                  <a:cubicBezTo>
                    <a:pt x="189" y="23"/>
                    <a:pt x="189" y="23"/>
                    <a:pt x="189" y="23"/>
                  </a:cubicBezTo>
                  <a:cubicBezTo>
                    <a:pt x="189" y="10"/>
                    <a:pt x="179" y="0"/>
                    <a:pt x="167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10" y="0"/>
                    <a:pt x="0" y="10"/>
                    <a:pt x="0" y="23"/>
                  </a:cubicBezTo>
                  <a:cubicBezTo>
                    <a:pt x="0" y="75"/>
                    <a:pt x="0" y="75"/>
                    <a:pt x="0" y="75"/>
                  </a:cubicBezTo>
                  <a:cubicBezTo>
                    <a:pt x="0" y="80"/>
                    <a:pt x="4" y="85"/>
                    <a:pt x="9" y="85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85" name="Group 284"/>
          <p:cNvGrpSpPr/>
          <p:nvPr/>
        </p:nvGrpSpPr>
        <p:grpSpPr>
          <a:xfrm>
            <a:off x="1894419" y="3147485"/>
            <a:ext cx="668867" cy="565151"/>
            <a:chOff x="1420814" y="2360613"/>
            <a:chExt cx="501650" cy="423863"/>
          </a:xfrm>
          <a:solidFill>
            <a:schemeClr val="accent1"/>
          </a:solidFill>
        </p:grpSpPr>
        <p:sp>
          <p:nvSpPr>
            <p:cNvPr id="172" name="Freeform 137"/>
            <p:cNvSpPr>
              <a:spLocks/>
            </p:cNvSpPr>
            <p:nvPr/>
          </p:nvSpPr>
          <p:spPr bwMode="auto">
            <a:xfrm>
              <a:off x="1420814" y="2595563"/>
              <a:ext cx="501650" cy="188913"/>
            </a:xfrm>
            <a:custGeom>
              <a:avLst/>
              <a:gdLst>
                <a:gd name="T0" fmla="*/ 495 w 504"/>
                <a:gd name="T1" fmla="*/ 0 h 189"/>
                <a:gd name="T2" fmla="*/ 485 w 504"/>
                <a:gd name="T3" fmla="*/ 9 h 189"/>
                <a:gd name="T4" fmla="*/ 485 w 504"/>
                <a:gd name="T5" fmla="*/ 167 h 189"/>
                <a:gd name="T6" fmla="*/ 481 w 504"/>
                <a:gd name="T7" fmla="*/ 170 h 189"/>
                <a:gd name="T8" fmla="*/ 23 w 504"/>
                <a:gd name="T9" fmla="*/ 170 h 189"/>
                <a:gd name="T10" fmla="*/ 19 w 504"/>
                <a:gd name="T11" fmla="*/ 167 h 189"/>
                <a:gd name="T12" fmla="*/ 19 w 504"/>
                <a:gd name="T13" fmla="*/ 9 h 189"/>
                <a:gd name="T14" fmla="*/ 10 w 504"/>
                <a:gd name="T15" fmla="*/ 0 h 189"/>
                <a:gd name="T16" fmla="*/ 0 w 504"/>
                <a:gd name="T17" fmla="*/ 9 h 189"/>
                <a:gd name="T18" fmla="*/ 0 w 504"/>
                <a:gd name="T19" fmla="*/ 167 h 189"/>
                <a:gd name="T20" fmla="*/ 23 w 504"/>
                <a:gd name="T21" fmla="*/ 189 h 189"/>
                <a:gd name="T22" fmla="*/ 481 w 504"/>
                <a:gd name="T23" fmla="*/ 189 h 189"/>
                <a:gd name="T24" fmla="*/ 504 w 504"/>
                <a:gd name="T25" fmla="*/ 167 h 189"/>
                <a:gd name="T26" fmla="*/ 504 w 504"/>
                <a:gd name="T27" fmla="*/ 9 h 189"/>
                <a:gd name="T28" fmla="*/ 495 w 504"/>
                <a:gd name="T29" fmla="*/ 0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04" h="189">
                  <a:moveTo>
                    <a:pt x="495" y="0"/>
                  </a:moveTo>
                  <a:cubicBezTo>
                    <a:pt x="489" y="0"/>
                    <a:pt x="485" y="4"/>
                    <a:pt x="485" y="9"/>
                  </a:cubicBezTo>
                  <a:cubicBezTo>
                    <a:pt x="485" y="167"/>
                    <a:pt x="485" y="167"/>
                    <a:pt x="485" y="167"/>
                  </a:cubicBezTo>
                  <a:cubicBezTo>
                    <a:pt x="485" y="169"/>
                    <a:pt x="483" y="170"/>
                    <a:pt x="481" y="170"/>
                  </a:cubicBezTo>
                  <a:cubicBezTo>
                    <a:pt x="23" y="170"/>
                    <a:pt x="23" y="170"/>
                    <a:pt x="23" y="170"/>
                  </a:cubicBezTo>
                  <a:cubicBezTo>
                    <a:pt x="21" y="170"/>
                    <a:pt x="19" y="169"/>
                    <a:pt x="19" y="167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67"/>
                    <a:pt x="0" y="167"/>
                    <a:pt x="0" y="167"/>
                  </a:cubicBezTo>
                  <a:cubicBezTo>
                    <a:pt x="0" y="179"/>
                    <a:pt x="10" y="189"/>
                    <a:pt x="23" y="189"/>
                  </a:cubicBezTo>
                  <a:cubicBezTo>
                    <a:pt x="481" y="189"/>
                    <a:pt x="481" y="189"/>
                    <a:pt x="481" y="189"/>
                  </a:cubicBezTo>
                  <a:cubicBezTo>
                    <a:pt x="494" y="189"/>
                    <a:pt x="504" y="179"/>
                    <a:pt x="504" y="167"/>
                  </a:cubicBezTo>
                  <a:cubicBezTo>
                    <a:pt x="504" y="9"/>
                    <a:pt x="504" y="9"/>
                    <a:pt x="504" y="9"/>
                  </a:cubicBezTo>
                  <a:cubicBezTo>
                    <a:pt x="504" y="4"/>
                    <a:pt x="500" y="0"/>
                    <a:pt x="49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3" name="Freeform 138"/>
            <p:cNvSpPr>
              <a:spLocks/>
            </p:cNvSpPr>
            <p:nvPr/>
          </p:nvSpPr>
          <p:spPr bwMode="auto">
            <a:xfrm>
              <a:off x="1577976" y="2360613"/>
              <a:ext cx="187325" cy="71438"/>
            </a:xfrm>
            <a:custGeom>
              <a:avLst/>
              <a:gdLst>
                <a:gd name="T0" fmla="*/ 9 w 189"/>
                <a:gd name="T1" fmla="*/ 71 h 71"/>
                <a:gd name="T2" fmla="*/ 18 w 189"/>
                <a:gd name="T3" fmla="*/ 62 h 71"/>
                <a:gd name="T4" fmla="*/ 18 w 189"/>
                <a:gd name="T5" fmla="*/ 23 h 71"/>
                <a:gd name="T6" fmla="*/ 22 w 189"/>
                <a:gd name="T7" fmla="*/ 19 h 71"/>
                <a:gd name="T8" fmla="*/ 166 w 189"/>
                <a:gd name="T9" fmla="*/ 19 h 71"/>
                <a:gd name="T10" fmla="*/ 170 w 189"/>
                <a:gd name="T11" fmla="*/ 23 h 71"/>
                <a:gd name="T12" fmla="*/ 170 w 189"/>
                <a:gd name="T13" fmla="*/ 62 h 71"/>
                <a:gd name="T14" fmla="*/ 179 w 189"/>
                <a:gd name="T15" fmla="*/ 71 h 71"/>
                <a:gd name="T16" fmla="*/ 189 w 189"/>
                <a:gd name="T17" fmla="*/ 62 h 71"/>
                <a:gd name="T18" fmla="*/ 189 w 189"/>
                <a:gd name="T19" fmla="*/ 23 h 71"/>
                <a:gd name="T20" fmla="*/ 166 w 189"/>
                <a:gd name="T21" fmla="*/ 0 h 71"/>
                <a:gd name="T22" fmla="*/ 22 w 189"/>
                <a:gd name="T23" fmla="*/ 0 h 71"/>
                <a:gd name="T24" fmla="*/ 0 w 189"/>
                <a:gd name="T25" fmla="*/ 23 h 71"/>
                <a:gd name="T26" fmla="*/ 0 w 189"/>
                <a:gd name="T27" fmla="*/ 62 h 71"/>
                <a:gd name="T28" fmla="*/ 9 w 189"/>
                <a:gd name="T29" fmla="*/ 71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89" h="71">
                  <a:moveTo>
                    <a:pt x="9" y="71"/>
                  </a:moveTo>
                  <a:cubicBezTo>
                    <a:pt x="14" y="71"/>
                    <a:pt x="18" y="67"/>
                    <a:pt x="18" y="62"/>
                  </a:cubicBezTo>
                  <a:cubicBezTo>
                    <a:pt x="18" y="23"/>
                    <a:pt x="18" y="23"/>
                    <a:pt x="18" y="23"/>
                  </a:cubicBezTo>
                  <a:cubicBezTo>
                    <a:pt x="18" y="21"/>
                    <a:pt x="20" y="19"/>
                    <a:pt x="22" y="19"/>
                  </a:cubicBezTo>
                  <a:cubicBezTo>
                    <a:pt x="166" y="19"/>
                    <a:pt x="166" y="19"/>
                    <a:pt x="166" y="19"/>
                  </a:cubicBezTo>
                  <a:cubicBezTo>
                    <a:pt x="168" y="19"/>
                    <a:pt x="170" y="21"/>
                    <a:pt x="170" y="23"/>
                  </a:cubicBezTo>
                  <a:cubicBezTo>
                    <a:pt x="170" y="62"/>
                    <a:pt x="170" y="62"/>
                    <a:pt x="170" y="62"/>
                  </a:cubicBezTo>
                  <a:cubicBezTo>
                    <a:pt x="170" y="67"/>
                    <a:pt x="174" y="71"/>
                    <a:pt x="179" y="71"/>
                  </a:cubicBezTo>
                  <a:cubicBezTo>
                    <a:pt x="184" y="71"/>
                    <a:pt x="189" y="67"/>
                    <a:pt x="189" y="62"/>
                  </a:cubicBezTo>
                  <a:cubicBezTo>
                    <a:pt x="189" y="23"/>
                    <a:pt x="189" y="23"/>
                    <a:pt x="189" y="23"/>
                  </a:cubicBezTo>
                  <a:cubicBezTo>
                    <a:pt x="189" y="10"/>
                    <a:pt x="179" y="0"/>
                    <a:pt x="166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10" y="0"/>
                    <a:pt x="0" y="10"/>
                    <a:pt x="0" y="23"/>
                  </a:cubicBezTo>
                  <a:cubicBezTo>
                    <a:pt x="0" y="62"/>
                    <a:pt x="0" y="62"/>
                    <a:pt x="0" y="62"/>
                  </a:cubicBezTo>
                  <a:cubicBezTo>
                    <a:pt x="0" y="67"/>
                    <a:pt x="4" y="71"/>
                    <a:pt x="9" y="7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4" name="Freeform 139"/>
            <p:cNvSpPr>
              <a:spLocks noEditPoints="1"/>
            </p:cNvSpPr>
            <p:nvPr/>
          </p:nvSpPr>
          <p:spPr bwMode="auto">
            <a:xfrm>
              <a:off x="1420814" y="2452688"/>
              <a:ext cx="501650" cy="174625"/>
            </a:xfrm>
            <a:custGeom>
              <a:avLst/>
              <a:gdLst>
                <a:gd name="T0" fmla="*/ 481 w 504"/>
                <a:gd name="T1" fmla="*/ 0 h 175"/>
                <a:gd name="T2" fmla="*/ 23 w 504"/>
                <a:gd name="T3" fmla="*/ 0 h 175"/>
                <a:gd name="T4" fmla="*/ 0 w 504"/>
                <a:gd name="T5" fmla="*/ 22 h 175"/>
                <a:gd name="T6" fmla="*/ 0 w 504"/>
                <a:gd name="T7" fmla="*/ 87 h 175"/>
                <a:gd name="T8" fmla="*/ 82 w 504"/>
                <a:gd name="T9" fmla="*/ 147 h 175"/>
                <a:gd name="T10" fmla="*/ 254 w 504"/>
                <a:gd name="T11" fmla="*/ 175 h 175"/>
                <a:gd name="T12" fmla="*/ 504 w 504"/>
                <a:gd name="T13" fmla="*/ 87 h 175"/>
                <a:gd name="T14" fmla="*/ 504 w 504"/>
                <a:gd name="T15" fmla="*/ 22 h 175"/>
                <a:gd name="T16" fmla="*/ 481 w 504"/>
                <a:gd name="T17" fmla="*/ 0 h 175"/>
                <a:gd name="T18" fmla="*/ 485 w 504"/>
                <a:gd name="T19" fmla="*/ 87 h 175"/>
                <a:gd name="T20" fmla="*/ 418 w 504"/>
                <a:gd name="T21" fmla="*/ 129 h 175"/>
                <a:gd name="T22" fmla="*/ 254 w 504"/>
                <a:gd name="T23" fmla="*/ 157 h 175"/>
                <a:gd name="T24" fmla="*/ 88 w 504"/>
                <a:gd name="T25" fmla="*/ 129 h 175"/>
                <a:gd name="T26" fmla="*/ 19 w 504"/>
                <a:gd name="T27" fmla="*/ 87 h 175"/>
                <a:gd name="T28" fmla="*/ 19 w 504"/>
                <a:gd name="T29" fmla="*/ 22 h 175"/>
                <a:gd name="T30" fmla="*/ 23 w 504"/>
                <a:gd name="T31" fmla="*/ 19 h 175"/>
                <a:gd name="T32" fmla="*/ 481 w 504"/>
                <a:gd name="T33" fmla="*/ 19 h 175"/>
                <a:gd name="T34" fmla="*/ 485 w 504"/>
                <a:gd name="T35" fmla="*/ 22 h 175"/>
                <a:gd name="T36" fmla="*/ 485 w 504"/>
                <a:gd name="T37" fmla="*/ 8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04" h="175">
                  <a:moveTo>
                    <a:pt x="481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10" y="0"/>
                    <a:pt x="0" y="10"/>
                    <a:pt x="0" y="22"/>
                  </a:cubicBezTo>
                  <a:cubicBezTo>
                    <a:pt x="0" y="87"/>
                    <a:pt x="0" y="87"/>
                    <a:pt x="0" y="87"/>
                  </a:cubicBezTo>
                  <a:cubicBezTo>
                    <a:pt x="0" y="115"/>
                    <a:pt x="57" y="138"/>
                    <a:pt x="82" y="147"/>
                  </a:cubicBezTo>
                  <a:cubicBezTo>
                    <a:pt x="133" y="165"/>
                    <a:pt x="196" y="175"/>
                    <a:pt x="254" y="175"/>
                  </a:cubicBezTo>
                  <a:cubicBezTo>
                    <a:pt x="373" y="175"/>
                    <a:pt x="504" y="129"/>
                    <a:pt x="504" y="87"/>
                  </a:cubicBezTo>
                  <a:cubicBezTo>
                    <a:pt x="504" y="22"/>
                    <a:pt x="504" y="22"/>
                    <a:pt x="504" y="22"/>
                  </a:cubicBezTo>
                  <a:cubicBezTo>
                    <a:pt x="504" y="10"/>
                    <a:pt x="494" y="0"/>
                    <a:pt x="481" y="0"/>
                  </a:cubicBezTo>
                  <a:close/>
                  <a:moveTo>
                    <a:pt x="485" y="87"/>
                  </a:moveTo>
                  <a:cubicBezTo>
                    <a:pt x="485" y="93"/>
                    <a:pt x="469" y="111"/>
                    <a:pt x="418" y="129"/>
                  </a:cubicBezTo>
                  <a:cubicBezTo>
                    <a:pt x="369" y="147"/>
                    <a:pt x="309" y="157"/>
                    <a:pt x="254" y="157"/>
                  </a:cubicBezTo>
                  <a:cubicBezTo>
                    <a:pt x="198" y="157"/>
                    <a:pt x="138" y="147"/>
                    <a:pt x="88" y="129"/>
                  </a:cubicBezTo>
                  <a:cubicBezTo>
                    <a:pt x="36" y="111"/>
                    <a:pt x="19" y="93"/>
                    <a:pt x="19" y="87"/>
                  </a:cubicBezTo>
                  <a:cubicBezTo>
                    <a:pt x="19" y="22"/>
                    <a:pt x="19" y="22"/>
                    <a:pt x="19" y="22"/>
                  </a:cubicBezTo>
                  <a:cubicBezTo>
                    <a:pt x="19" y="20"/>
                    <a:pt x="21" y="19"/>
                    <a:pt x="23" y="19"/>
                  </a:cubicBezTo>
                  <a:cubicBezTo>
                    <a:pt x="481" y="19"/>
                    <a:pt x="481" y="19"/>
                    <a:pt x="481" y="19"/>
                  </a:cubicBezTo>
                  <a:cubicBezTo>
                    <a:pt x="483" y="19"/>
                    <a:pt x="485" y="20"/>
                    <a:pt x="485" y="22"/>
                  </a:cubicBezTo>
                  <a:lnTo>
                    <a:pt x="485" y="87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5" name="Freeform 140"/>
            <p:cNvSpPr>
              <a:spLocks/>
            </p:cNvSpPr>
            <p:nvPr/>
          </p:nvSpPr>
          <p:spPr bwMode="auto">
            <a:xfrm>
              <a:off x="1622426" y="2644776"/>
              <a:ext cx="96838" cy="22225"/>
            </a:xfrm>
            <a:custGeom>
              <a:avLst/>
              <a:gdLst>
                <a:gd name="T0" fmla="*/ 51 w 98"/>
                <a:gd name="T1" fmla="*/ 21 h 21"/>
                <a:gd name="T2" fmla="*/ 89 w 98"/>
                <a:gd name="T3" fmla="*/ 20 h 21"/>
                <a:gd name="T4" fmla="*/ 98 w 98"/>
                <a:gd name="T5" fmla="*/ 10 h 21"/>
                <a:gd name="T6" fmla="*/ 88 w 98"/>
                <a:gd name="T7" fmla="*/ 1 h 21"/>
                <a:gd name="T8" fmla="*/ 51 w 98"/>
                <a:gd name="T9" fmla="*/ 3 h 21"/>
                <a:gd name="T10" fmla="*/ 11 w 98"/>
                <a:gd name="T11" fmla="*/ 1 h 21"/>
                <a:gd name="T12" fmla="*/ 1 w 98"/>
                <a:gd name="T13" fmla="*/ 9 h 21"/>
                <a:gd name="T14" fmla="*/ 9 w 98"/>
                <a:gd name="T15" fmla="*/ 19 h 21"/>
                <a:gd name="T16" fmla="*/ 51 w 98"/>
                <a:gd name="T17" fmla="*/ 2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8" h="21">
                  <a:moveTo>
                    <a:pt x="51" y="21"/>
                  </a:moveTo>
                  <a:cubicBezTo>
                    <a:pt x="63" y="21"/>
                    <a:pt x="76" y="21"/>
                    <a:pt x="89" y="20"/>
                  </a:cubicBezTo>
                  <a:cubicBezTo>
                    <a:pt x="94" y="19"/>
                    <a:pt x="98" y="15"/>
                    <a:pt x="98" y="10"/>
                  </a:cubicBezTo>
                  <a:cubicBezTo>
                    <a:pt x="97" y="5"/>
                    <a:pt x="93" y="1"/>
                    <a:pt x="88" y="1"/>
                  </a:cubicBezTo>
                  <a:cubicBezTo>
                    <a:pt x="75" y="2"/>
                    <a:pt x="63" y="3"/>
                    <a:pt x="51" y="3"/>
                  </a:cubicBezTo>
                  <a:cubicBezTo>
                    <a:pt x="38" y="3"/>
                    <a:pt x="24" y="2"/>
                    <a:pt x="11" y="1"/>
                  </a:cubicBezTo>
                  <a:cubicBezTo>
                    <a:pt x="5" y="0"/>
                    <a:pt x="1" y="4"/>
                    <a:pt x="1" y="9"/>
                  </a:cubicBezTo>
                  <a:cubicBezTo>
                    <a:pt x="0" y="14"/>
                    <a:pt x="4" y="19"/>
                    <a:pt x="9" y="19"/>
                  </a:cubicBezTo>
                  <a:cubicBezTo>
                    <a:pt x="23" y="21"/>
                    <a:pt x="37" y="21"/>
                    <a:pt x="51" y="2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87" name="Group 286"/>
          <p:cNvGrpSpPr/>
          <p:nvPr/>
        </p:nvGrpSpPr>
        <p:grpSpPr>
          <a:xfrm>
            <a:off x="4138085" y="3147485"/>
            <a:ext cx="736600" cy="565151"/>
            <a:chOff x="3103564" y="2360613"/>
            <a:chExt cx="552450" cy="423863"/>
          </a:xfrm>
          <a:solidFill>
            <a:schemeClr val="accent1"/>
          </a:solidFill>
        </p:grpSpPr>
        <p:sp>
          <p:nvSpPr>
            <p:cNvPr id="176" name="Freeform 141"/>
            <p:cNvSpPr>
              <a:spLocks/>
            </p:cNvSpPr>
            <p:nvPr/>
          </p:nvSpPr>
          <p:spPr bwMode="auto">
            <a:xfrm>
              <a:off x="3116264" y="2582863"/>
              <a:ext cx="161925" cy="187325"/>
            </a:xfrm>
            <a:custGeom>
              <a:avLst/>
              <a:gdLst>
                <a:gd name="T0" fmla="*/ 153 w 163"/>
                <a:gd name="T1" fmla="*/ 170 h 189"/>
                <a:gd name="T2" fmla="*/ 22 w 163"/>
                <a:gd name="T3" fmla="*/ 170 h 189"/>
                <a:gd name="T4" fmla="*/ 18 w 163"/>
                <a:gd name="T5" fmla="*/ 167 h 189"/>
                <a:gd name="T6" fmla="*/ 18 w 163"/>
                <a:gd name="T7" fmla="*/ 9 h 189"/>
                <a:gd name="T8" fmla="*/ 9 w 163"/>
                <a:gd name="T9" fmla="*/ 0 h 189"/>
                <a:gd name="T10" fmla="*/ 0 w 163"/>
                <a:gd name="T11" fmla="*/ 9 h 189"/>
                <a:gd name="T12" fmla="*/ 0 w 163"/>
                <a:gd name="T13" fmla="*/ 167 h 189"/>
                <a:gd name="T14" fmla="*/ 22 w 163"/>
                <a:gd name="T15" fmla="*/ 189 h 189"/>
                <a:gd name="T16" fmla="*/ 153 w 163"/>
                <a:gd name="T17" fmla="*/ 189 h 189"/>
                <a:gd name="T18" fmla="*/ 163 w 163"/>
                <a:gd name="T19" fmla="*/ 180 h 189"/>
                <a:gd name="T20" fmla="*/ 153 w 163"/>
                <a:gd name="T21" fmla="*/ 170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63" h="189">
                  <a:moveTo>
                    <a:pt x="153" y="170"/>
                  </a:moveTo>
                  <a:cubicBezTo>
                    <a:pt x="22" y="170"/>
                    <a:pt x="22" y="170"/>
                    <a:pt x="22" y="170"/>
                  </a:cubicBezTo>
                  <a:cubicBezTo>
                    <a:pt x="20" y="170"/>
                    <a:pt x="18" y="169"/>
                    <a:pt x="18" y="167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18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67"/>
                    <a:pt x="0" y="167"/>
                    <a:pt x="0" y="167"/>
                  </a:cubicBezTo>
                  <a:cubicBezTo>
                    <a:pt x="0" y="179"/>
                    <a:pt x="10" y="189"/>
                    <a:pt x="22" y="189"/>
                  </a:cubicBezTo>
                  <a:cubicBezTo>
                    <a:pt x="153" y="189"/>
                    <a:pt x="153" y="189"/>
                    <a:pt x="153" y="189"/>
                  </a:cubicBezTo>
                  <a:cubicBezTo>
                    <a:pt x="158" y="189"/>
                    <a:pt x="163" y="185"/>
                    <a:pt x="163" y="180"/>
                  </a:cubicBezTo>
                  <a:cubicBezTo>
                    <a:pt x="163" y="175"/>
                    <a:pt x="158" y="170"/>
                    <a:pt x="153" y="17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7" name="Freeform 142"/>
            <p:cNvSpPr>
              <a:spLocks/>
            </p:cNvSpPr>
            <p:nvPr/>
          </p:nvSpPr>
          <p:spPr bwMode="auto">
            <a:xfrm>
              <a:off x="3336926" y="2582863"/>
              <a:ext cx="306388" cy="187325"/>
            </a:xfrm>
            <a:custGeom>
              <a:avLst/>
              <a:gdLst>
                <a:gd name="T0" fmla="*/ 298 w 307"/>
                <a:gd name="T1" fmla="*/ 0 h 189"/>
                <a:gd name="T2" fmla="*/ 289 w 307"/>
                <a:gd name="T3" fmla="*/ 9 h 189"/>
                <a:gd name="T4" fmla="*/ 289 w 307"/>
                <a:gd name="T5" fmla="*/ 167 h 189"/>
                <a:gd name="T6" fmla="*/ 285 w 307"/>
                <a:gd name="T7" fmla="*/ 170 h 189"/>
                <a:gd name="T8" fmla="*/ 10 w 307"/>
                <a:gd name="T9" fmla="*/ 170 h 189"/>
                <a:gd name="T10" fmla="*/ 0 w 307"/>
                <a:gd name="T11" fmla="*/ 180 h 189"/>
                <a:gd name="T12" fmla="*/ 10 w 307"/>
                <a:gd name="T13" fmla="*/ 189 h 189"/>
                <a:gd name="T14" fmla="*/ 285 w 307"/>
                <a:gd name="T15" fmla="*/ 189 h 189"/>
                <a:gd name="T16" fmla="*/ 307 w 307"/>
                <a:gd name="T17" fmla="*/ 167 h 189"/>
                <a:gd name="T18" fmla="*/ 307 w 307"/>
                <a:gd name="T19" fmla="*/ 9 h 189"/>
                <a:gd name="T20" fmla="*/ 298 w 307"/>
                <a:gd name="T21" fmla="*/ 0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07" h="189">
                  <a:moveTo>
                    <a:pt x="298" y="0"/>
                  </a:moveTo>
                  <a:cubicBezTo>
                    <a:pt x="293" y="0"/>
                    <a:pt x="289" y="4"/>
                    <a:pt x="289" y="9"/>
                  </a:cubicBezTo>
                  <a:cubicBezTo>
                    <a:pt x="289" y="167"/>
                    <a:pt x="289" y="167"/>
                    <a:pt x="289" y="167"/>
                  </a:cubicBezTo>
                  <a:cubicBezTo>
                    <a:pt x="289" y="169"/>
                    <a:pt x="287" y="170"/>
                    <a:pt x="285" y="170"/>
                  </a:cubicBezTo>
                  <a:cubicBezTo>
                    <a:pt x="10" y="170"/>
                    <a:pt x="10" y="170"/>
                    <a:pt x="10" y="170"/>
                  </a:cubicBezTo>
                  <a:cubicBezTo>
                    <a:pt x="5" y="170"/>
                    <a:pt x="0" y="175"/>
                    <a:pt x="0" y="180"/>
                  </a:cubicBezTo>
                  <a:cubicBezTo>
                    <a:pt x="0" y="185"/>
                    <a:pt x="5" y="189"/>
                    <a:pt x="10" y="189"/>
                  </a:cubicBezTo>
                  <a:cubicBezTo>
                    <a:pt x="285" y="189"/>
                    <a:pt x="285" y="189"/>
                    <a:pt x="285" y="189"/>
                  </a:cubicBezTo>
                  <a:cubicBezTo>
                    <a:pt x="297" y="189"/>
                    <a:pt x="307" y="179"/>
                    <a:pt x="307" y="167"/>
                  </a:cubicBezTo>
                  <a:cubicBezTo>
                    <a:pt x="307" y="9"/>
                    <a:pt x="307" y="9"/>
                    <a:pt x="307" y="9"/>
                  </a:cubicBezTo>
                  <a:cubicBezTo>
                    <a:pt x="307" y="4"/>
                    <a:pt x="303" y="0"/>
                    <a:pt x="29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8" name="Freeform 143"/>
            <p:cNvSpPr>
              <a:spLocks/>
            </p:cNvSpPr>
            <p:nvPr/>
          </p:nvSpPr>
          <p:spPr bwMode="auto">
            <a:xfrm>
              <a:off x="3336926" y="2373313"/>
              <a:ext cx="306388" cy="149225"/>
            </a:xfrm>
            <a:custGeom>
              <a:avLst/>
              <a:gdLst>
                <a:gd name="T0" fmla="*/ 10 w 307"/>
                <a:gd name="T1" fmla="*/ 19 h 150"/>
                <a:gd name="T2" fmla="*/ 285 w 307"/>
                <a:gd name="T3" fmla="*/ 19 h 150"/>
                <a:gd name="T4" fmla="*/ 289 w 307"/>
                <a:gd name="T5" fmla="*/ 23 h 150"/>
                <a:gd name="T6" fmla="*/ 289 w 307"/>
                <a:gd name="T7" fmla="*/ 140 h 150"/>
                <a:gd name="T8" fmla="*/ 298 w 307"/>
                <a:gd name="T9" fmla="*/ 150 h 150"/>
                <a:gd name="T10" fmla="*/ 307 w 307"/>
                <a:gd name="T11" fmla="*/ 140 h 150"/>
                <a:gd name="T12" fmla="*/ 307 w 307"/>
                <a:gd name="T13" fmla="*/ 23 h 150"/>
                <a:gd name="T14" fmla="*/ 285 w 307"/>
                <a:gd name="T15" fmla="*/ 0 h 150"/>
                <a:gd name="T16" fmla="*/ 10 w 307"/>
                <a:gd name="T17" fmla="*/ 0 h 150"/>
                <a:gd name="T18" fmla="*/ 0 w 307"/>
                <a:gd name="T19" fmla="*/ 10 h 150"/>
                <a:gd name="T20" fmla="*/ 10 w 307"/>
                <a:gd name="T21" fmla="*/ 19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07" h="150">
                  <a:moveTo>
                    <a:pt x="10" y="19"/>
                  </a:moveTo>
                  <a:cubicBezTo>
                    <a:pt x="285" y="19"/>
                    <a:pt x="285" y="19"/>
                    <a:pt x="285" y="19"/>
                  </a:cubicBezTo>
                  <a:cubicBezTo>
                    <a:pt x="287" y="19"/>
                    <a:pt x="289" y="21"/>
                    <a:pt x="289" y="23"/>
                  </a:cubicBezTo>
                  <a:cubicBezTo>
                    <a:pt x="289" y="140"/>
                    <a:pt x="289" y="140"/>
                    <a:pt x="289" y="140"/>
                  </a:cubicBezTo>
                  <a:cubicBezTo>
                    <a:pt x="289" y="145"/>
                    <a:pt x="293" y="150"/>
                    <a:pt x="298" y="150"/>
                  </a:cubicBezTo>
                  <a:cubicBezTo>
                    <a:pt x="303" y="150"/>
                    <a:pt x="307" y="145"/>
                    <a:pt x="307" y="140"/>
                  </a:cubicBezTo>
                  <a:cubicBezTo>
                    <a:pt x="307" y="23"/>
                    <a:pt x="307" y="23"/>
                    <a:pt x="307" y="23"/>
                  </a:cubicBezTo>
                  <a:cubicBezTo>
                    <a:pt x="307" y="10"/>
                    <a:pt x="297" y="0"/>
                    <a:pt x="285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5" y="0"/>
                    <a:pt x="0" y="5"/>
                    <a:pt x="0" y="10"/>
                  </a:cubicBezTo>
                  <a:cubicBezTo>
                    <a:pt x="0" y="15"/>
                    <a:pt x="5" y="19"/>
                    <a:pt x="10" y="19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9" name="Freeform 144"/>
            <p:cNvSpPr>
              <a:spLocks/>
            </p:cNvSpPr>
            <p:nvPr/>
          </p:nvSpPr>
          <p:spPr bwMode="auto">
            <a:xfrm>
              <a:off x="3116264" y="2373313"/>
              <a:ext cx="161925" cy="149225"/>
            </a:xfrm>
            <a:custGeom>
              <a:avLst/>
              <a:gdLst>
                <a:gd name="T0" fmla="*/ 9 w 163"/>
                <a:gd name="T1" fmla="*/ 150 h 150"/>
                <a:gd name="T2" fmla="*/ 18 w 163"/>
                <a:gd name="T3" fmla="*/ 140 h 150"/>
                <a:gd name="T4" fmla="*/ 18 w 163"/>
                <a:gd name="T5" fmla="*/ 23 h 150"/>
                <a:gd name="T6" fmla="*/ 22 w 163"/>
                <a:gd name="T7" fmla="*/ 19 h 150"/>
                <a:gd name="T8" fmla="*/ 153 w 163"/>
                <a:gd name="T9" fmla="*/ 19 h 150"/>
                <a:gd name="T10" fmla="*/ 163 w 163"/>
                <a:gd name="T11" fmla="*/ 10 h 150"/>
                <a:gd name="T12" fmla="*/ 153 w 163"/>
                <a:gd name="T13" fmla="*/ 0 h 150"/>
                <a:gd name="T14" fmla="*/ 22 w 163"/>
                <a:gd name="T15" fmla="*/ 0 h 150"/>
                <a:gd name="T16" fmla="*/ 0 w 163"/>
                <a:gd name="T17" fmla="*/ 23 h 150"/>
                <a:gd name="T18" fmla="*/ 0 w 163"/>
                <a:gd name="T19" fmla="*/ 140 h 150"/>
                <a:gd name="T20" fmla="*/ 9 w 163"/>
                <a:gd name="T21" fmla="*/ 150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63" h="150">
                  <a:moveTo>
                    <a:pt x="9" y="150"/>
                  </a:moveTo>
                  <a:cubicBezTo>
                    <a:pt x="14" y="150"/>
                    <a:pt x="18" y="145"/>
                    <a:pt x="18" y="140"/>
                  </a:cubicBezTo>
                  <a:cubicBezTo>
                    <a:pt x="18" y="23"/>
                    <a:pt x="18" y="23"/>
                    <a:pt x="18" y="23"/>
                  </a:cubicBezTo>
                  <a:cubicBezTo>
                    <a:pt x="18" y="21"/>
                    <a:pt x="20" y="19"/>
                    <a:pt x="22" y="19"/>
                  </a:cubicBezTo>
                  <a:cubicBezTo>
                    <a:pt x="153" y="19"/>
                    <a:pt x="153" y="19"/>
                    <a:pt x="153" y="19"/>
                  </a:cubicBezTo>
                  <a:cubicBezTo>
                    <a:pt x="158" y="19"/>
                    <a:pt x="163" y="15"/>
                    <a:pt x="163" y="10"/>
                  </a:cubicBezTo>
                  <a:cubicBezTo>
                    <a:pt x="163" y="5"/>
                    <a:pt x="158" y="0"/>
                    <a:pt x="153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10" y="0"/>
                    <a:pt x="0" y="10"/>
                    <a:pt x="0" y="23"/>
                  </a:cubicBezTo>
                  <a:cubicBezTo>
                    <a:pt x="0" y="140"/>
                    <a:pt x="0" y="140"/>
                    <a:pt x="0" y="140"/>
                  </a:cubicBezTo>
                  <a:cubicBezTo>
                    <a:pt x="0" y="145"/>
                    <a:pt x="4" y="150"/>
                    <a:pt x="9" y="15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0" name="Freeform 145"/>
            <p:cNvSpPr>
              <a:spLocks noEditPoints="1"/>
            </p:cNvSpPr>
            <p:nvPr/>
          </p:nvSpPr>
          <p:spPr bwMode="auto">
            <a:xfrm>
              <a:off x="3103564" y="2360613"/>
              <a:ext cx="552450" cy="423863"/>
            </a:xfrm>
            <a:custGeom>
              <a:avLst/>
              <a:gdLst>
                <a:gd name="T0" fmla="*/ 546 w 555"/>
                <a:gd name="T1" fmla="*/ 183 h 425"/>
                <a:gd name="T2" fmla="*/ 290 w 555"/>
                <a:gd name="T3" fmla="*/ 183 h 425"/>
                <a:gd name="T4" fmla="*/ 294 w 555"/>
                <a:gd name="T5" fmla="*/ 180 h 425"/>
                <a:gd name="T6" fmla="*/ 294 w 555"/>
                <a:gd name="T7" fmla="*/ 104 h 425"/>
                <a:gd name="T8" fmla="*/ 256 w 555"/>
                <a:gd name="T9" fmla="*/ 88 h 425"/>
                <a:gd name="T10" fmla="*/ 218 w 555"/>
                <a:gd name="T11" fmla="*/ 104 h 425"/>
                <a:gd name="T12" fmla="*/ 215 w 555"/>
                <a:gd name="T13" fmla="*/ 108 h 425"/>
                <a:gd name="T14" fmla="*/ 215 w 555"/>
                <a:gd name="T15" fmla="*/ 10 h 425"/>
                <a:gd name="T16" fmla="*/ 205 w 555"/>
                <a:gd name="T17" fmla="*/ 0 h 425"/>
                <a:gd name="T18" fmla="*/ 196 w 555"/>
                <a:gd name="T19" fmla="*/ 10 h 425"/>
                <a:gd name="T20" fmla="*/ 196 w 555"/>
                <a:gd name="T21" fmla="*/ 179 h 425"/>
                <a:gd name="T22" fmla="*/ 132 w 555"/>
                <a:gd name="T23" fmla="*/ 137 h 425"/>
                <a:gd name="T24" fmla="*/ 130 w 555"/>
                <a:gd name="T25" fmla="*/ 106 h 425"/>
                <a:gd name="T26" fmla="*/ 151 w 555"/>
                <a:gd name="T27" fmla="*/ 82 h 425"/>
                <a:gd name="T28" fmla="*/ 155 w 555"/>
                <a:gd name="T29" fmla="*/ 69 h 425"/>
                <a:gd name="T30" fmla="*/ 142 w 555"/>
                <a:gd name="T31" fmla="*/ 65 h 425"/>
                <a:gd name="T32" fmla="*/ 112 w 555"/>
                <a:gd name="T33" fmla="*/ 100 h 425"/>
                <a:gd name="T34" fmla="*/ 115 w 555"/>
                <a:gd name="T35" fmla="*/ 146 h 425"/>
                <a:gd name="T36" fmla="*/ 162 w 555"/>
                <a:gd name="T37" fmla="*/ 183 h 425"/>
                <a:gd name="T38" fmla="*/ 9 w 555"/>
                <a:gd name="T39" fmla="*/ 183 h 425"/>
                <a:gd name="T40" fmla="*/ 0 w 555"/>
                <a:gd name="T41" fmla="*/ 193 h 425"/>
                <a:gd name="T42" fmla="*/ 9 w 555"/>
                <a:gd name="T43" fmla="*/ 202 h 425"/>
                <a:gd name="T44" fmla="*/ 121 w 555"/>
                <a:gd name="T45" fmla="*/ 202 h 425"/>
                <a:gd name="T46" fmla="*/ 117 w 555"/>
                <a:gd name="T47" fmla="*/ 205 h 425"/>
                <a:gd name="T48" fmla="*/ 117 w 555"/>
                <a:gd name="T49" fmla="*/ 281 h 425"/>
                <a:gd name="T50" fmla="*/ 155 w 555"/>
                <a:gd name="T51" fmla="*/ 297 h 425"/>
                <a:gd name="T52" fmla="*/ 193 w 555"/>
                <a:gd name="T53" fmla="*/ 281 h 425"/>
                <a:gd name="T54" fmla="*/ 196 w 555"/>
                <a:gd name="T55" fmla="*/ 277 h 425"/>
                <a:gd name="T56" fmla="*/ 196 w 555"/>
                <a:gd name="T57" fmla="*/ 416 h 425"/>
                <a:gd name="T58" fmla="*/ 205 w 555"/>
                <a:gd name="T59" fmla="*/ 425 h 425"/>
                <a:gd name="T60" fmla="*/ 215 w 555"/>
                <a:gd name="T61" fmla="*/ 416 h 425"/>
                <a:gd name="T62" fmla="*/ 215 w 555"/>
                <a:gd name="T63" fmla="*/ 206 h 425"/>
                <a:gd name="T64" fmla="*/ 279 w 555"/>
                <a:gd name="T65" fmla="*/ 248 h 425"/>
                <a:gd name="T66" fmla="*/ 281 w 555"/>
                <a:gd name="T67" fmla="*/ 279 h 425"/>
                <a:gd name="T68" fmla="*/ 260 w 555"/>
                <a:gd name="T69" fmla="*/ 303 h 425"/>
                <a:gd name="T70" fmla="*/ 256 w 555"/>
                <a:gd name="T71" fmla="*/ 316 h 425"/>
                <a:gd name="T72" fmla="*/ 264 w 555"/>
                <a:gd name="T73" fmla="*/ 321 h 425"/>
                <a:gd name="T74" fmla="*/ 268 w 555"/>
                <a:gd name="T75" fmla="*/ 320 h 425"/>
                <a:gd name="T76" fmla="*/ 299 w 555"/>
                <a:gd name="T77" fmla="*/ 285 h 425"/>
                <a:gd name="T78" fmla="*/ 296 w 555"/>
                <a:gd name="T79" fmla="*/ 239 h 425"/>
                <a:gd name="T80" fmla="*/ 249 w 555"/>
                <a:gd name="T81" fmla="*/ 202 h 425"/>
                <a:gd name="T82" fmla="*/ 546 w 555"/>
                <a:gd name="T83" fmla="*/ 202 h 425"/>
                <a:gd name="T84" fmla="*/ 555 w 555"/>
                <a:gd name="T85" fmla="*/ 193 h 425"/>
                <a:gd name="T86" fmla="*/ 546 w 555"/>
                <a:gd name="T87" fmla="*/ 183 h 425"/>
                <a:gd name="T88" fmla="*/ 231 w 555"/>
                <a:gd name="T89" fmla="*/ 117 h 425"/>
                <a:gd name="T90" fmla="*/ 256 w 555"/>
                <a:gd name="T91" fmla="*/ 107 h 425"/>
                <a:gd name="T92" fmla="*/ 280 w 555"/>
                <a:gd name="T93" fmla="*/ 117 h 425"/>
                <a:gd name="T94" fmla="*/ 280 w 555"/>
                <a:gd name="T95" fmla="*/ 167 h 425"/>
                <a:gd name="T96" fmla="*/ 215 w 555"/>
                <a:gd name="T97" fmla="*/ 183 h 425"/>
                <a:gd name="T98" fmla="*/ 231 w 555"/>
                <a:gd name="T99" fmla="*/ 117 h 425"/>
                <a:gd name="T100" fmla="*/ 179 w 555"/>
                <a:gd name="T101" fmla="*/ 268 h 425"/>
                <a:gd name="T102" fmla="*/ 155 w 555"/>
                <a:gd name="T103" fmla="*/ 278 h 425"/>
                <a:gd name="T104" fmla="*/ 130 w 555"/>
                <a:gd name="T105" fmla="*/ 268 h 425"/>
                <a:gd name="T106" fmla="*/ 130 w 555"/>
                <a:gd name="T107" fmla="*/ 218 h 425"/>
                <a:gd name="T108" fmla="*/ 195 w 555"/>
                <a:gd name="T109" fmla="*/ 202 h 425"/>
                <a:gd name="T110" fmla="*/ 179 w 555"/>
                <a:gd name="T111" fmla="*/ 268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555" h="425">
                  <a:moveTo>
                    <a:pt x="546" y="183"/>
                  </a:moveTo>
                  <a:cubicBezTo>
                    <a:pt x="290" y="183"/>
                    <a:pt x="290" y="183"/>
                    <a:pt x="290" y="183"/>
                  </a:cubicBezTo>
                  <a:cubicBezTo>
                    <a:pt x="291" y="182"/>
                    <a:pt x="293" y="181"/>
                    <a:pt x="294" y="180"/>
                  </a:cubicBezTo>
                  <a:cubicBezTo>
                    <a:pt x="315" y="159"/>
                    <a:pt x="315" y="125"/>
                    <a:pt x="294" y="104"/>
                  </a:cubicBezTo>
                  <a:cubicBezTo>
                    <a:pt x="284" y="94"/>
                    <a:pt x="270" y="88"/>
                    <a:pt x="256" y="88"/>
                  </a:cubicBezTo>
                  <a:cubicBezTo>
                    <a:pt x="242" y="88"/>
                    <a:pt x="228" y="94"/>
                    <a:pt x="218" y="104"/>
                  </a:cubicBezTo>
                  <a:cubicBezTo>
                    <a:pt x="217" y="105"/>
                    <a:pt x="216" y="106"/>
                    <a:pt x="215" y="108"/>
                  </a:cubicBezTo>
                  <a:cubicBezTo>
                    <a:pt x="215" y="10"/>
                    <a:pt x="215" y="10"/>
                    <a:pt x="215" y="10"/>
                  </a:cubicBezTo>
                  <a:cubicBezTo>
                    <a:pt x="215" y="4"/>
                    <a:pt x="211" y="0"/>
                    <a:pt x="205" y="0"/>
                  </a:cubicBezTo>
                  <a:cubicBezTo>
                    <a:pt x="200" y="0"/>
                    <a:pt x="196" y="4"/>
                    <a:pt x="196" y="10"/>
                  </a:cubicBezTo>
                  <a:cubicBezTo>
                    <a:pt x="196" y="179"/>
                    <a:pt x="196" y="179"/>
                    <a:pt x="196" y="179"/>
                  </a:cubicBezTo>
                  <a:cubicBezTo>
                    <a:pt x="171" y="168"/>
                    <a:pt x="138" y="151"/>
                    <a:pt x="132" y="137"/>
                  </a:cubicBezTo>
                  <a:cubicBezTo>
                    <a:pt x="127" y="127"/>
                    <a:pt x="126" y="116"/>
                    <a:pt x="130" y="106"/>
                  </a:cubicBezTo>
                  <a:cubicBezTo>
                    <a:pt x="133" y="95"/>
                    <a:pt x="141" y="87"/>
                    <a:pt x="151" y="82"/>
                  </a:cubicBezTo>
                  <a:cubicBezTo>
                    <a:pt x="155" y="80"/>
                    <a:pt x="157" y="74"/>
                    <a:pt x="155" y="69"/>
                  </a:cubicBezTo>
                  <a:cubicBezTo>
                    <a:pt x="152" y="65"/>
                    <a:pt x="147" y="63"/>
                    <a:pt x="142" y="65"/>
                  </a:cubicBezTo>
                  <a:cubicBezTo>
                    <a:pt x="128" y="72"/>
                    <a:pt x="117" y="84"/>
                    <a:pt x="112" y="100"/>
                  </a:cubicBezTo>
                  <a:cubicBezTo>
                    <a:pt x="107" y="115"/>
                    <a:pt x="108" y="131"/>
                    <a:pt x="115" y="146"/>
                  </a:cubicBezTo>
                  <a:cubicBezTo>
                    <a:pt x="122" y="160"/>
                    <a:pt x="142" y="173"/>
                    <a:pt x="162" y="183"/>
                  </a:cubicBezTo>
                  <a:cubicBezTo>
                    <a:pt x="9" y="183"/>
                    <a:pt x="9" y="183"/>
                    <a:pt x="9" y="183"/>
                  </a:cubicBezTo>
                  <a:cubicBezTo>
                    <a:pt x="4" y="183"/>
                    <a:pt x="0" y="187"/>
                    <a:pt x="0" y="193"/>
                  </a:cubicBezTo>
                  <a:cubicBezTo>
                    <a:pt x="0" y="198"/>
                    <a:pt x="4" y="202"/>
                    <a:pt x="9" y="202"/>
                  </a:cubicBezTo>
                  <a:cubicBezTo>
                    <a:pt x="121" y="202"/>
                    <a:pt x="121" y="202"/>
                    <a:pt x="121" y="202"/>
                  </a:cubicBezTo>
                  <a:cubicBezTo>
                    <a:pt x="119" y="203"/>
                    <a:pt x="118" y="204"/>
                    <a:pt x="117" y="205"/>
                  </a:cubicBezTo>
                  <a:cubicBezTo>
                    <a:pt x="96" y="226"/>
                    <a:pt x="96" y="260"/>
                    <a:pt x="117" y="281"/>
                  </a:cubicBezTo>
                  <a:cubicBezTo>
                    <a:pt x="127" y="291"/>
                    <a:pt x="140" y="297"/>
                    <a:pt x="155" y="297"/>
                  </a:cubicBezTo>
                  <a:cubicBezTo>
                    <a:pt x="169" y="297"/>
                    <a:pt x="182" y="291"/>
                    <a:pt x="193" y="281"/>
                  </a:cubicBezTo>
                  <a:cubicBezTo>
                    <a:pt x="194" y="280"/>
                    <a:pt x="195" y="278"/>
                    <a:pt x="196" y="277"/>
                  </a:cubicBezTo>
                  <a:cubicBezTo>
                    <a:pt x="196" y="416"/>
                    <a:pt x="196" y="416"/>
                    <a:pt x="196" y="416"/>
                  </a:cubicBezTo>
                  <a:cubicBezTo>
                    <a:pt x="196" y="421"/>
                    <a:pt x="200" y="425"/>
                    <a:pt x="205" y="425"/>
                  </a:cubicBezTo>
                  <a:cubicBezTo>
                    <a:pt x="211" y="425"/>
                    <a:pt x="215" y="421"/>
                    <a:pt x="215" y="416"/>
                  </a:cubicBezTo>
                  <a:cubicBezTo>
                    <a:pt x="215" y="206"/>
                    <a:pt x="215" y="206"/>
                    <a:pt x="215" y="206"/>
                  </a:cubicBezTo>
                  <a:cubicBezTo>
                    <a:pt x="240" y="217"/>
                    <a:pt x="272" y="234"/>
                    <a:pt x="279" y="248"/>
                  </a:cubicBezTo>
                  <a:cubicBezTo>
                    <a:pt x="284" y="258"/>
                    <a:pt x="284" y="269"/>
                    <a:pt x="281" y="279"/>
                  </a:cubicBezTo>
                  <a:cubicBezTo>
                    <a:pt x="277" y="290"/>
                    <a:pt x="270" y="298"/>
                    <a:pt x="260" y="303"/>
                  </a:cubicBezTo>
                  <a:cubicBezTo>
                    <a:pt x="255" y="305"/>
                    <a:pt x="253" y="311"/>
                    <a:pt x="256" y="316"/>
                  </a:cubicBezTo>
                  <a:cubicBezTo>
                    <a:pt x="257" y="319"/>
                    <a:pt x="261" y="321"/>
                    <a:pt x="264" y="321"/>
                  </a:cubicBezTo>
                  <a:cubicBezTo>
                    <a:pt x="266" y="321"/>
                    <a:pt x="267" y="320"/>
                    <a:pt x="268" y="320"/>
                  </a:cubicBezTo>
                  <a:cubicBezTo>
                    <a:pt x="283" y="313"/>
                    <a:pt x="293" y="300"/>
                    <a:pt x="299" y="285"/>
                  </a:cubicBezTo>
                  <a:cubicBezTo>
                    <a:pt x="304" y="270"/>
                    <a:pt x="303" y="254"/>
                    <a:pt x="296" y="239"/>
                  </a:cubicBezTo>
                  <a:cubicBezTo>
                    <a:pt x="289" y="225"/>
                    <a:pt x="268" y="212"/>
                    <a:pt x="249" y="202"/>
                  </a:cubicBezTo>
                  <a:cubicBezTo>
                    <a:pt x="546" y="202"/>
                    <a:pt x="546" y="202"/>
                    <a:pt x="546" y="202"/>
                  </a:cubicBezTo>
                  <a:cubicBezTo>
                    <a:pt x="551" y="202"/>
                    <a:pt x="555" y="198"/>
                    <a:pt x="555" y="193"/>
                  </a:cubicBezTo>
                  <a:cubicBezTo>
                    <a:pt x="555" y="187"/>
                    <a:pt x="551" y="183"/>
                    <a:pt x="546" y="183"/>
                  </a:cubicBezTo>
                  <a:close/>
                  <a:moveTo>
                    <a:pt x="231" y="117"/>
                  </a:moveTo>
                  <a:cubicBezTo>
                    <a:pt x="238" y="111"/>
                    <a:pt x="247" y="107"/>
                    <a:pt x="256" y="107"/>
                  </a:cubicBezTo>
                  <a:cubicBezTo>
                    <a:pt x="265" y="107"/>
                    <a:pt x="274" y="111"/>
                    <a:pt x="280" y="117"/>
                  </a:cubicBezTo>
                  <a:cubicBezTo>
                    <a:pt x="294" y="131"/>
                    <a:pt x="294" y="153"/>
                    <a:pt x="280" y="167"/>
                  </a:cubicBezTo>
                  <a:cubicBezTo>
                    <a:pt x="271" y="176"/>
                    <a:pt x="239" y="181"/>
                    <a:pt x="215" y="183"/>
                  </a:cubicBezTo>
                  <a:cubicBezTo>
                    <a:pt x="217" y="159"/>
                    <a:pt x="222" y="126"/>
                    <a:pt x="231" y="117"/>
                  </a:cubicBezTo>
                  <a:close/>
                  <a:moveTo>
                    <a:pt x="179" y="268"/>
                  </a:moveTo>
                  <a:cubicBezTo>
                    <a:pt x="173" y="274"/>
                    <a:pt x="164" y="278"/>
                    <a:pt x="155" y="278"/>
                  </a:cubicBezTo>
                  <a:cubicBezTo>
                    <a:pt x="145" y="278"/>
                    <a:pt x="137" y="274"/>
                    <a:pt x="130" y="268"/>
                  </a:cubicBezTo>
                  <a:cubicBezTo>
                    <a:pt x="116" y="254"/>
                    <a:pt x="116" y="232"/>
                    <a:pt x="130" y="218"/>
                  </a:cubicBezTo>
                  <a:cubicBezTo>
                    <a:pt x="139" y="209"/>
                    <a:pt x="172" y="204"/>
                    <a:pt x="195" y="202"/>
                  </a:cubicBezTo>
                  <a:cubicBezTo>
                    <a:pt x="194" y="226"/>
                    <a:pt x="189" y="258"/>
                    <a:pt x="179" y="26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86" name="Group 285"/>
          <p:cNvGrpSpPr/>
          <p:nvPr/>
        </p:nvGrpSpPr>
        <p:grpSpPr>
          <a:xfrm>
            <a:off x="2971801" y="3145368"/>
            <a:ext cx="668867" cy="567267"/>
            <a:chOff x="2228851" y="2359026"/>
            <a:chExt cx="501650" cy="425450"/>
          </a:xfrm>
          <a:solidFill>
            <a:schemeClr val="accent1"/>
          </a:solidFill>
        </p:grpSpPr>
        <p:sp>
          <p:nvSpPr>
            <p:cNvPr id="181" name="Freeform 146"/>
            <p:cNvSpPr>
              <a:spLocks/>
            </p:cNvSpPr>
            <p:nvPr/>
          </p:nvSpPr>
          <p:spPr bwMode="auto">
            <a:xfrm>
              <a:off x="2392364" y="2379663"/>
              <a:ext cx="273050" cy="84138"/>
            </a:xfrm>
            <a:custGeom>
              <a:avLst/>
              <a:gdLst>
                <a:gd name="T0" fmla="*/ 1 w 275"/>
                <a:gd name="T1" fmla="*/ 72 h 85"/>
                <a:gd name="T2" fmla="*/ 13 w 275"/>
                <a:gd name="T3" fmla="*/ 78 h 85"/>
                <a:gd name="T4" fmla="*/ 195 w 275"/>
                <a:gd name="T5" fmla="*/ 23 h 85"/>
                <a:gd name="T6" fmla="*/ 212 w 275"/>
                <a:gd name="T7" fmla="*/ 72 h 85"/>
                <a:gd name="T8" fmla="*/ 221 w 275"/>
                <a:gd name="T9" fmla="*/ 78 h 85"/>
                <a:gd name="T10" fmla="*/ 224 w 275"/>
                <a:gd name="T11" fmla="*/ 78 h 85"/>
                <a:gd name="T12" fmla="*/ 230 w 275"/>
                <a:gd name="T13" fmla="*/ 66 h 85"/>
                <a:gd name="T14" fmla="*/ 224 w 275"/>
                <a:gd name="T15" fmla="*/ 48 h 85"/>
                <a:gd name="T16" fmla="*/ 251 w 275"/>
                <a:gd name="T17" fmla="*/ 48 h 85"/>
                <a:gd name="T18" fmla="*/ 256 w 275"/>
                <a:gd name="T19" fmla="*/ 54 h 85"/>
                <a:gd name="T20" fmla="*/ 256 w 275"/>
                <a:gd name="T21" fmla="*/ 76 h 85"/>
                <a:gd name="T22" fmla="*/ 265 w 275"/>
                <a:gd name="T23" fmla="*/ 85 h 85"/>
                <a:gd name="T24" fmla="*/ 275 w 275"/>
                <a:gd name="T25" fmla="*/ 76 h 85"/>
                <a:gd name="T26" fmla="*/ 275 w 275"/>
                <a:gd name="T27" fmla="*/ 54 h 85"/>
                <a:gd name="T28" fmla="*/ 251 w 275"/>
                <a:gd name="T29" fmla="*/ 30 h 85"/>
                <a:gd name="T30" fmla="*/ 217 w 275"/>
                <a:gd name="T31" fmla="*/ 30 h 85"/>
                <a:gd name="T32" fmla="*/ 210 w 275"/>
                <a:gd name="T33" fmla="*/ 8 h 85"/>
                <a:gd name="T34" fmla="*/ 198 w 275"/>
                <a:gd name="T35" fmla="*/ 2 h 85"/>
                <a:gd name="T36" fmla="*/ 8 w 275"/>
                <a:gd name="T37" fmla="*/ 60 h 85"/>
                <a:gd name="T38" fmla="*/ 1 w 275"/>
                <a:gd name="T39" fmla="*/ 72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75" h="85">
                  <a:moveTo>
                    <a:pt x="1" y="72"/>
                  </a:moveTo>
                  <a:cubicBezTo>
                    <a:pt x="3" y="77"/>
                    <a:pt x="8" y="79"/>
                    <a:pt x="13" y="78"/>
                  </a:cubicBezTo>
                  <a:cubicBezTo>
                    <a:pt x="195" y="23"/>
                    <a:pt x="195" y="23"/>
                    <a:pt x="195" y="23"/>
                  </a:cubicBezTo>
                  <a:cubicBezTo>
                    <a:pt x="212" y="72"/>
                    <a:pt x="212" y="72"/>
                    <a:pt x="212" y="72"/>
                  </a:cubicBezTo>
                  <a:cubicBezTo>
                    <a:pt x="213" y="76"/>
                    <a:pt x="217" y="78"/>
                    <a:pt x="221" y="78"/>
                  </a:cubicBezTo>
                  <a:cubicBezTo>
                    <a:pt x="222" y="78"/>
                    <a:pt x="223" y="78"/>
                    <a:pt x="224" y="78"/>
                  </a:cubicBezTo>
                  <a:cubicBezTo>
                    <a:pt x="229" y="76"/>
                    <a:pt x="231" y="71"/>
                    <a:pt x="230" y="66"/>
                  </a:cubicBezTo>
                  <a:cubicBezTo>
                    <a:pt x="224" y="48"/>
                    <a:pt x="224" y="48"/>
                    <a:pt x="224" y="48"/>
                  </a:cubicBezTo>
                  <a:cubicBezTo>
                    <a:pt x="251" y="48"/>
                    <a:pt x="251" y="48"/>
                    <a:pt x="251" y="48"/>
                  </a:cubicBezTo>
                  <a:cubicBezTo>
                    <a:pt x="254" y="48"/>
                    <a:pt x="256" y="51"/>
                    <a:pt x="256" y="54"/>
                  </a:cubicBezTo>
                  <a:cubicBezTo>
                    <a:pt x="256" y="76"/>
                    <a:pt x="256" y="76"/>
                    <a:pt x="256" y="76"/>
                  </a:cubicBezTo>
                  <a:cubicBezTo>
                    <a:pt x="256" y="81"/>
                    <a:pt x="260" y="85"/>
                    <a:pt x="265" y="85"/>
                  </a:cubicBezTo>
                  <a:cubicBezTo>
                    <a:pt x="271" y="85"/>
                    <a:pt x="275" y="81"/>
                    <a:pt x="275" y="76"/>
                  </a:cubicBezTo>
                  <a:cubicBezTo>
                    <a:pt x="275" y="54"/>
                    <a:pt x="275" y="54"/>
                    <a:pt x="275" y="54"/>
                  </a:cubicBezTo>
                  <a:cubicBezTo>
                    <a:pt x="275" y="41"/>
                    <a:pt x="264" y="30"/>
                    <a:pt x="251" y="30"/>
                  </a:cubicBezTo>
                  <a:cubicBezTo>
                    <a:pt x="217" y="30"/>
                    <a:pt x="217" y="30"/>
                    <a:pt x="217" y="30"/>
                  </a:cubicBezTo>
                  <a:cubicBezTo>
                    <a:pt x="210" y="8"/>
                    <a:pt x="210" y="8"/>
                    <a:pt x="210" y="8"/>
                  </a:cubicBezTo>
                  <a:cubicBezTo>
                    <a:pt x="208" y="3"/>
                    <a:pt x="203" y="0"/>
                    <a:pt x="198" y="2"/>
                  </a:cubicBezTo>
                  <a:cubicBezTo>
                    <a:pt x="8" y="60"/>
                    <a:pt x="8" y="60"/>
                    <a:pt x="8" y="60"/>
                  </a:cubicBezTo>
                  <a:cubicBezTo>
                    <a:pt x="3" y="61"/>
                    <a:pt x="0" y="67"/>
                    <a:pt x="1" y="72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2" name="Freeform 147"/>
            <p:cNvSpPr>
              <a:spLocks/>
            </p:cNvSpPr>
            <p:nvPr/>
          </p:nvSpPr>
          <p:spPr bwMode="auto">
            <a:xfrm>
              <a:off x="2228851" y="2359026"/>
              <a:ext cx="501650" cy="425450"/>
            </a:xfrm>
            <a:custGeom>
              <a:avLst/>
              <a:gdLst>
                <a:gd name="T0" fmla="*/ 481 w 503"/>
                <a:gd name="T1" fmla="*/ 198 h 426"/>
                <a:gd name="T2" fmla="*/ 471 w 503"/>
                <a:gd name="T3" fmla="*/ 207 h 426"/>
                <a:gd name="T4" fmla="*/ 481 w 503"/>
                <a:gd name="T5" fmla="*/ 217 h 426"/>
                <a:gd name="T6" fmla="*/ 485 w 503"/>
                <a:gd name="T7" fmla="*/ 220 h 426"/>
                <a:gd name="T8" fmla="*/ 485 w 503"/>
                <a:gd name="T9" fmla="*/ 299 h 426"/>
                <a:gd name="T10" fmla="*/ 481 w 503"/>
                <a:gd name="T11" fmla="*/ 303 h 426"/>
                <a:gd name="T12" fmla="*/ 376 w 503"/>
                <a:gd name="T13" fmla="*/ 303 h 426"/>
                <a:gd name="T14" fmla="*/ 372 w 503"/>
                <a:gd name="T15" fmla="*/ 299 h 426"/>
                <a:gd name="T16" fmla="*/ 372 w 503"/>
                <a:gd name="T17" fmla="*/ 233 h 426"/>
                <a:gd name="T18" fmla="*/ 376 w 503"/>
                <a:gd name="T19" fmla="*/ 230 h 426"/>
                <a:gd name="T20" fmla="*/ 455 w 503"/>
                <a:gd name="T21" fmla="*/ 230 h 426"/>
                <a:gd name="T22" fmla="*/ 464 w 503"/>
                <a:gd name="T23" fmla="*/ 220 h 426"/>
                <a:gd name="T24" fmla="*/ 464 w 503"/>
                <a:gd name="T25" fmla="*/ 142 h 426"/>
                <a:gd name="T26" fmla="*/ 441 w 503"/>
                <a:gd name="T27" fmla="*/ 119 h 426"/>
                <a:gd name="T28" fmla="*/ 42 w 503"/>
                <a:gd name="T29" fmla="*/ 119 h 426"/>
                <a:gd name="T30" fmla="*/ 18 w 503"/>
                <a:gd name="T31" fmla="*/ 96 h 426"/>
                <a:gd name="T32" fmla="*/ 42 w 503"/>
                <a:gd name="T33" fmla="*/ 72 h 426"/>
                <a:gd name="T34" fmla="*/ 91 w 503"/>
                <a:gd name="T35" fmla="*/ 72 h 426"/>
                <a:gd name="T36" fmla="*/ 68 w 503"/>
                <a:gd name="T37" fmla="*/ 80 h 426"/>
                <a:gd name="T38" fmla="*/ 62 w 503"/>
                <a:gd name="T39" fmla="*/ 92 h 426"/>
                <a:gd name="T40" fmla="*/ 71 w 503"/>
                <a:gd name="T41" fmla="*/ 98 h 426"/>
                <a:gd name="T42" fmla="*/ 74 w 503"/>
                <a:gd name="T43" fmla="*/ 98 h 426"/>
                <a:gd name="T44" fmla="*/ 311 w 503"/>
                <a:gd name="T45" fmla="*/ 20 h 426"/>
                <a:gd name="T46" fmla="*/ 317 w 503"/>
                <a:gd name="T47" fmla="*/ 8 h 426"/>
                <a:gd name="T48" fmla="*/ 305 w 503"/>
                <a:gd name="T49" fmla="*/ 2 h 426"/>
                <a:gd name="T50" fmla="*/ 147 w 503"/>
                <a:gd name="T51" fmla="*/ 54 h 426"/>
                <a:gd name="T52" fmla="*/ 147 w 503"/>
                <a:gd name="T53" fmla="*/ 54 h 426"/>
                <a:gd name="T54" fmla="*/ 42 w 503"/>
                <a:gd name="T55" fmla="*/ 54 h 426"/>
                <a:gd name="T56" fmla="*/ 0 w 503"/>
                <a:gd name="T57" fmla="*/ 96 h 426"/>
                <a:gd name="T58" fmla="*/ 0 w 503"/>
                <a:gd name="T59" fmla="*/ 384 h 426"/>
                <a:gd name="T60" fmla="*/ 42 w 503"/>
                <a:gd name="T61" fmla="*/ 426 h 426"/>
                <a:gd name="T62" fmla="*/ 441 w 503"/>
                <a:gd name="T63" fmla="*/ 426 h 426"/>
                <a:gd name="T64" fmla="*/ 464 w 503"/>
                <a:gd name="T65" fmla="*/ 404 h 426"/>
                <a:gd name="T66" fmla="*/ 464 w 503"/>
                <a:gd name="T67" fmla="*/ 338 h 426"/>
                <a:gd name="T68" fmla="*/ 455 w 503"/>
                <a:gd name="T69" fmla="*/ 329 h 426"/>
                <a:gd name="T70" fmla="*/ 445 w 503"/>
                <a:gd name="T71" fmla="*/ 338 h 426"/>
                <a:gd name="T72" fmla="*/ 445 w 503"/>
                <a:gd name="T73" fmla="*/ 404 h 426"/>
                <a:gd name="T74" fmla="*/ 441 w 503"/>
                <a:gd name="T75" fmla="*/ 407 h 426"/>
                <a:gd name="T76" fmla="*/ 42 w 503"/>
                <a:gd name="T77" fmla="*/ 407 h 426"/>
                <a:gd name="T78" fmla="*/ 18 w 503"/>
                <a:gd name="T79" fmla="*/ 384 h 426"/>
                <a:gd name="T80" fmla="*/ 18 w 503"/>
                <a:gd name="T81" fmla="*/ 132 h 426"/>
                <a:gd name="T82" fmla="*/ 42 w 503"/>
                <a:gd name="T83" fmla="*/ 138 h 426"/>
                <a:gd name="T84" fmla="*/ 441 w 503"/>
                <a:gd name="T85" fmla="*/ 138 h 426"/>
                <a:gd name="T86" fmla="*/ 445 w 503"/>
                <a:gd name="T87" fmla="*/ 142 h 426"/>
                <a:gd name="T88" fmla="*/ 445 w 503"/>
                <a:gd name="T89" fmla="*/ 211 h 426"/>
                <a:gd name="T90" fmla="*/ 376 w 503"/>
                <a:gd name="T91" fmla="*/ 211 h 426"/>
                <a:gd name="T92" fmla="*/ 353 w 503"/>
                <a:gd name="T93" fmla="*/ 233 h 426"/>
                <a:gd name="T94" fmla="*/ 353 w 503"/>
                <a:gd name="T95" fmla="*/ 299 h 426"/>
                <a:gd name="T96" fmla="*/ 376 w 503"/>
                <a:gd name="T97" fmla="*/ 321 h 426"/>
                <a:gd name="T98" fmla="*/ 481 w 503"/>
                <a:gd name="T99" fmla="*/ 321 h 426"/>
                <a:gd name="T100" fmla="*/ 503 w 503"/>
                <a:gd name="T101" fmla="*/ 299 h 426"/>
                <a:gd name="T102" fmla="*/ 503 w 503"/>
                <a:gd name="T103" fmla="*/ 220 h 426"/>
                <a:gd name="T104" fmla="*/ 481 w 503"/>
                <a:gd name="T105" fmla="*/ 198 h 4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503" h="426">
                  <a:moveTo>
                    <a:pt x="481" y="198"/>
                  </a:moveTo>
                  <a:cubicBezTo>
                    <a:pt x="476" y="198"/>
                    <a:pt x="471" y="202"/>
                    <a:pt x="471" y="207"/>
                  </a:cubicBezTo>
                  <a:cubicBezTo>
                    <a:pt x="471" y="212"/>
                    <a:pt x="476" y="217"/>
                    <a:pt x="481" y="217"/>
                  </a:cubicBezTo>
                  <a:cubicBezTo>
                    <a:pt x="484" y="217"/>
                    <a:pt x="485" y="217"/>
                    <a:pt x="485" y="220"/>
                  </a:cubicBezTo>
                  <a:cubicBezTo>
                    <a:pt x="485" y="299"/>
                    <a:pt x="485" y="299"/>
                    <a:pt x="485" y="299"/>
                  </a:cubicBezTo>
                  <a:cubicBezTo>
                    <a:pt x="485" y="302"/>
                    <a:pt x="484" y="303"/>
                    <a:pt x="481" y="303"/>
                  </a:cubicBezTo>
                  <a:cubicBezTo>
                    <a:pt x="376" y="303"/>
                    <a:pt x="376" y="303"/>
                    <a:pt x="376" y="303"/>
                  </a:cubicBezTo>
                  <a:cubicBezTo>
                    <a:pt x="373" y="303"/>
                    <a:pt x="372" y="302"/>
                    <a:pt x="372" y="299"/>
                  </a:cubicBezTo>
                  <a:cubicBezTo>
                    <a:pt x="372" y="233"/>
                    <a:pt x="372" y="233"/>
                    <a:pt x="372" y="233"/>
                  </a:cubicBezTo>
                  <a:cubicBezTo>
                    <a:pt x="372" y="230"/>
                    <a:pt x="373" y="230"/>
                    <a:pt x="376" y="230"/>
                  </a:cubicBezTo>
                  <a:cubicBezTo>
                    <a:pt x="455" y="230"/>
                    <a:pt x="455" y="230"/>
                    <a:pt x="455" y="230"/>
                  </a:cubicBezTo>
                  <a:cubicBezTo>
                    <a:pt x="460" y="230"/>
                    <a:pt x="464" y="225"/>
                    <a:pt x="464" y="220"/>
                  </a:cubicBezTo>
                  <a:cubicBezTo>
                    <a:pt x="464" y="142"/>
                    <a:pt x="464" y="142"/>
                    <a:pt x="464" y="142"/>
                  </a:cubicBezTo>
                  <a:cubicBezTo>
                    <a:pt x="464" y="128"/>
                    <a:pt x="455" y="119"/>
                    <a:pt x="441" y="119"/>
                  </a:cubicBezTo>
                  <a:cubicBezTo>
                    <a:pt x="42" y="119"/>
                    <a:pt x="42" y="119"/>
                    <a:pt x="42" y="119"/>
                  </a:cubicBezTo>
                  <a:cubicBezTo>
                    <a:pt x="27" y="119"/>
                    <a:pt x="18" y="110"/>
                    <a:pt x="18" y="96"/>
                  </a:cubicBezTo>
                  <a:cubicBezTo>
                    <a:pt x="18" y="81"/>
                    <a:pt x="27" y="72"/>
                    <a:pt x="42" y="72"/>
                  </a:cubicBezTo>
                  <a:cubicBezTo>
                    <a:pt x="91" y="72"/>
                    <a:pt x="91" y="72"/>
                    <a:pt x="91" y="72"/>
                  </a:cubicBezTo>
                  <a:cubicBezTo>
                    <a:pt x="68" y="80"/>
                    <a:pt x="68" y="80"/>
                    <a:pt x="68" y="80"/>
                  </a:cubicBezTo>
                  <a:cubicBezTo>
                    <a:pt x="63" y="82"/>
                    <a:pt x="60" y="87"/>
                    <a:pt x="62" y="92"/>
                  </a:cubicBezTo>
                  <a:cubicBezTo>
                    <a:pt x="63" y="96"/>
                    <a:pt x="67" y="98"/>
                    <a:pt x="71" y="98"/>
                  </a:cubicBezTo>
                  <a:cubicBezTo>
                    <a:pt x="72" y="98"/>
                    <a:pt x="73" y="98"/>
                    <a:pt x="74" y="98"/>
                  </a:cubicBezTo>
                  <a:cubicBezTo>
                    <a:pt x="311" y="20"/>
                    <a:pt x="311" y="20"/>
                    <a:pt x="311" y="20"/>
                  </a:cubicBezTo>
                  <a:cubicBezTo>
                    <a:pt x="316" y="18"/>
                    <a:pt x="319" y="13"/>
                    <a:pt x="317" y="8"/>
                  </a:cubicBezTo>
                  <a:cubicBezTo>
                    <a:pt x="315" y="3"/>
                    <a:pt x="310" y="0"/>
                    <a:pt x="305" y="2"/>
                  </a:cubicBezTo>
                  <a:cubicBezTo>
                    <a:pt x="147" y="54"/>
                    <a:pt x="147" y="54"/>
                    <a:pt x="147" y="54"/>
                  </a:cubicBezTo>
                  <a:cubicBezTo>
                    <a:pt x="147" y="54"/>
                    <a:pt x="147" y="54"/>
                    <a:pt x="147" y="54"/>
                  </a:cubicBezTo>
                  <a:cubicBezTo>
                    <a:pt x="42" y="54"/>
                    <a:pt x="42" y="54"/>
                    <a:pt x="42" y="54"/>
                  </a:cubicBezTo>
                  <a:cubicBezTo>
                    <a:pt x="17" y="54"/>
                    <a:pt x="0" y="71"/>
                    <a:pt x="0" y="96"/>
                  </a:cubicBezTo>
                  <a:cubicBezTo>
                    <a:pt x="0" y="384"/>
                    <a:pt x="0" y="384"/>
                    <a:pt x="0" y="384"/>
                  </a:cubicBezTo>
                  <a:cubicBezTo>
                    <a:pt x="0" y="409"/>
                    <a:pt x="17" y="426"/>
                    <a:pt x="42" y="426"/>
                  </a:cubicBezTo>
                  <a:cubicBezTo>
                    <a:pt x="441" y="426"/>
                    <a:pt x="441" y="426"/>
                    <a:pt x="441" y="426"/>
                  </a:cubicBezTo>
                  <a:cubicBezTo>
                    <a:pt x="455" y="426"/>
                    <a:pt x="464" y="417"/>
                    <a:pt x="464" y="404"/>
                  </a:cubicBezTo>
                  <a:cubicBezTo>
                    <a:pt x="464" y="338"/>
                    <a:pt x="464" y="338"/>
                    <a:pt x="464" y="338"/>
                  </a:cubicBezTo>
                  <a:cubicBezTo>
                    <a:pt x="464" y="333"/>
                    <a:pt x="460" y="329"/>
                    <a:pt x="455" y="329"/>
                  </a:cubicBezTo>
                  <a:cubicBezTo>
                    <a:pt x="449" y="329"/>
                    <a:pt x="445" y="333"/>
                    <a:pt x="445" y="338"/>
                  </a:cubicBezTo>
                  <a:cubicBezTo>
                    <a:pt x="445" y="404"/>
                    <a:pt x="445" y="404"/>
                    <a:pt x="445" y="404"/>
                  </a:cubicBezTo>
                  <a:cubicBezTo>
                    <a:pt x="445" y="407"/>
                    <a:pt x="445" y="407"/>
                    <a:pt x="441" y="407"/>
                  </a:cubicBezTo>
                  <a:cubicBezTo>
                    <a:pt x="42" y="407"/>
                    <a:pt x="42" y="407"/>
                    <a:pt x="42" y="407"/>
                  </a:cubicBezTo>
                  <a:cubicBezTo>
                    <a:pt x="27" y="407"/>
                    <a:pt x="18" y="399"/>
                    <a:pt x="18" y="384"/>
                  </a:cubicBezTo>
                  <a:cubicBezTo>
                    <a:pt x="18" y="132"/>
                    <a:pt x="18" y="132"/>
                    <a:pt x="18" y="132"/>
                  </a:cubicBezTo>
                  <a:cubicBezTo>
                    <a:pt x="25" y="136"/>
                    <a:pt x="33" y="138"/>
                    <a:pt x="42" y="138"/>
                  </a:cubicBezTo>
                  <a:cubicBezTo>
                    <a:pt x="441" y="138"/>
                    <a:pt x="441" y="138"/>
                    <a:pt x="441" y="138"/>
                  </a:cubicBezTo>
                  <a:cubicBezTo>
                    <a:pt x="445" y="138"/>
                    <a:pt x="445" y="139"/>
                    <a:pt x="445" y="142"/>
                  </a:cubicBezTo>
                  <a:cubicBezTo>
                    <a:pt x="445" y="211"/>
                    <a:pt x="445" y="211"/>
                    <a:pt x="445" y="211"/>
                  </a:cubicBezTo>
                  <a:cubicBezTo>
                    <a:pt x="376" y="211"/>
                    <a:pt x="376" y="211"/>
                    <a:pt x="376" y="211"/>
                  </a:cubicBezTo>
                  <a:cubicBezTo>
                    <a:pt x="363" y="211"/>
                    <a:pt x="353" y="220"/>
                    <a:pt x="353" y="233"/>
                  </a:cubicBezTo>
                  <a:cubicBezTo>
                    <a:pt x="353" y="299"/>
                    <a:pt x="353" y="299"/>
                    <a:pt x="353" y="299"/>
                  </a:cubicBezTo>
                  <a:cubicBezTo>
                    <a:pt x="353" y="312"/>
                    <a:pt x="363" y="321"/>
                    <a:pt x="376" y="321"/>
                  </a:cubicBezTo>
                  <a:cubicBezTo>
                    <a:pt x="481" y="321"/>
                    <a:pt x="481" y="321"/>
                    <a:pt x="481" y="321"/>
                  </a:cubicBezTo>
                  <a:cubicBezTo>
                    <a:pt x="494" y="321"/>
                    <a:pt x="503" y="312"/>
                    <a:pt x="503" y="299"/>
                  </a:cubicBezTo>
                  <a:cubicBezTo>
                    <a:pt x="503" y="220"/>
                    <a:pt x="503" y="220"/>
                    <a:pt x="503" y="220"/>
                  </a:cubicBezTo>
                  <a:cubicBezTo>
                    <a:pt x="503" y="207"/>
                    <a:pt x="494" y="198"/>
                    <a:pt x="481" y="19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3" name="Oval 148"/>
            <p:cNvSpPr>
              <a:spLocks noChangeArrowheads="1"/>
            </p:cNvSpPr>
            <p:nvPr/>
          </p:nvSpPr>
          <p:spPr bwMode="auto">
            <a:xfrm>
              <a:off x="2627314" y="2601913"/>
              <a:ext cx="44450" cy="4603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88" name="Group 287"/>
          <p:cNvGrpSpPr/>
          <p:nvPr/>
        </p:nvGrpSpPr>
        <p:grpSpPr>
          <a:xfrm>
            <a:off x="5215469" y="3147485"/>
            <a:ext cx="582084" cy="565151"/>
            <a:chOff x="3911601" y="2360613"/>
            <a:chExt cx="436563" cy="423863"/>
          </a:xfrm>
          <a:solidFill>
            <a:schemeClr val="accent1"/>
          </a:solidFill>
        </p:grpSpPr>
        <p:sp>
          <p:nvSpPr>
            <p:cNvPr id="184" name="Freeform 149"/>
            <p:cNvSpPr>
              <a:spLocks noEditPoints="1"/>
            </p:cNvSpPr>
            <p:nvPr/>
          </p:nvSpPr>
          <p:spPr bwMode="auto">
            <a:xfrm>
              <a:off x="3911601" y="2360613"/>
              <a:ext cx="436563" cy="423863"/>
            </a:xfrm>
            <a:custGeom>
              <a:avLst/>
              <a:gdLst>
                <a:gd name="T0" fmla="*/ 409 w 438"/>
                <a:gd name="T1" fmla="*/ 0 h 425"/>
                <a:gd name="T2" fmla="*/ 29 w 438"/>
                <a:gd name="T3" fmla="*/ 0 h 425"/>
                <a:gd name="T4" fmla="*/ 0 w 438"/>
                <a:gd name="T5" fmla="*/ 29 h 425"/>
                <a:gd name="T6" fmla="*/ 0 w 438"/>
                <a:gd name="T7" fmla="*/ 396 h 425"/>
                <a:gd name="T8" fmla="*/ 29 w 438"/>
                <a:gd name="T9" fmla="*/ 425 h 425"/>
                <a:gd name="T10" fmla="*/ 409 w 438"/>
                <a:gd name="T11" fmla="*/ 425 h 425"/>
                <a:gd name="T12" fmla="*/ 438 w 438"/>
                <a:gd name="T13" fmla="*/ 396 h 425"/>
                <a:gd name="T14" fmla="*/ 438 w 438"/>
                <a:gd name="T15" fmla="*/ 29 h 425"/>
                <a:gd name="T16" fmla="*/ 409 w 438"/>
                <a:gd name="T17" fmla="*/ 0 h 425"/>
                <a:gd name="T18" fmla="*/ 419 w 438"/>
                <a:gd name="T19" fmla="*/ 396 h 425"/>
                <a:gd name="T20" fmla="*/ 409 w 438"/>
                <a:gd name="T21" fmla="*/ 406 h 425"/>
                <a:gd name="T22" fmla="*/ 29 w 438"/>
                <a:gd name="T23" fmla="*/ 406 h 425"/>
                <a:gd name="T24" fmla="*/ 19 w 438"/>
                <a:gd name="T25" fmla="*/ 396 h 425"/>
                <a:gd name="T26" fmla="*/ 19 w 438"/>
                <a:gd name="T27" fmla="*/ 30 h 425"/>
                <a:gd name="T28" fmla="*/ 29 w 438"/>
                <a:gd name="T29" fmla="*/ 19 h 425"/>
                <a:gd name="T30" fmla="*/ 409 w 438"/>
                <a:gd name="T31" fmla="*/ 19 h 425"/>
                <a:gd name="T32" fmla="*/ 419 w 438"/>
                <a:gd name="T33" fmla="*/ 30 h 425"/>
                <a:gd name="T34" fmla="*/ 419 w 438"/>
                <a:gd name="T35" fmla="*/ 396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38" h="425">
                  <a:moveTo>
                    <a:pt x="409" y="0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16" y="0"/>
                    <a:pt x="0" y="17"/>
                    <a:pt x="0" y="29"/>
                  </a:cubicBezTo>
                  <a:cubicBezTo>
                    <a:pt x="0" y="396"/>
                    <a:pt x="0" y="396"/>
                    <a:pt x="0" y="396"/>
                  </a:cubicBezTo>
                  <a:cubicBezTo>
                    <a:pt x="0" y="409"/>
                    <a:pt x="16" y="425"/>
                    <a:pt x="29" y="425"/>
                  </a:cubicBezTo>
                  <a:cubicBezTo>
                    <a:pt x="409" y="425"/>
                    <a:pt x="409" y="425"/>
                    <a:pt x="409" y="425"/>
                  </a:cubicBezTo>
                  <a:cubicBezTo>
                    <a:pt x="421" y="425"/>
                    <a:pt x="438" y="409"/>
                    <a:pt x="438" y="396"/>
                  </a:cubicBezTo>
                  <a:cubicBezTo>
                    <a:pt x="438" y="29"/>
                    <a:pt x="438" y="29"/>
                    <a:pt x="438" y="29"/>
                  </a:cubicBezTo>
                  <a:cubicBezTo>
                    <a:pt x="438" y="17"/>
                    <a:pt x="421" y="0"/>
                    <a:pt x="409" y="0"/>
                  </a:cubicBezTo>
                  <a:close/>
                  <a:moveTo>
                    <a:pt x="419" y="396"/>
                  </a:moveTo>
                  <a:cubicBezTo>
                    <a:pt x="418" y="399"/>
                    <a:pt x="412" y="406"/>
                    <a:pt x="409" y="406"/>
                  </a:cubicBezTo>
                  <a:cubicBezTo>
                    <a:pt x="29" y="406"/>
                    <a:pt x="29" y="406"/>
                    <a:pt x="29" y="406"/>
                  </a:cubicBezTo>
                  <a:cubicBezTo>
                    <a:pt x="26" y="406"/>
                    <a:pt x="19" y="399"/>
                    <a:pt x="19" y="396"/>
                  </a:cubicBezTo>
                  <a:cubicBezTo>
                    <a:pt x="19" y="30"/>
                    <a:pt x="19" y="30"/>
                    <a:pt x="19" y="30"/>
                  </a:cubicBezTo>
                  <a:cubicBezTo>
                    <a:pt x="19" y="26"/>
                    <a:pt x="26" y="20"/>
                    <a:pt x="29" y="19"/>
                  </a:cubicBezTo>
                  <a:cubicBezTo>
                    <a:pt x="409" y="19"/>
                    <a:pt x="409" y="19"/>
                    <a:pt x="409" y="19"/>
                  </a:cubicBezTo>
                  <a:cubicBezTo>
                    <a:pt x="412" y="20"/>
                    <a:pt x="418" y="26"/>
                    <a:pt x="419" y="30"/>
                  </a:cubicBezTo>
                  <a:lnTo>
                    <a:pt x="419" y="396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5" name="Freeform 150"/>
            <p:cNvSpPr>
              <a:spLocks noEditPoints="1"/>
            </p:cNvSpPr>
            <p:nvPr/>
          </p:nvSpPr>
          <p:spPr bwMode="auto">
            <a:xfrm>
              <a:off x="4100514" y="2432051"/>
              <a:ext cx="58738" cy="58738"/>
            </a:xfrm>
            <a:custGeom>
              <a:avLst/>
              <a:gdLst>
                <a:gd name="T0" fmla="*/ 29 w 58"/>
                <a:gd name="T1" fmla="*/ 0 h 58"/>
                <a:gd name="T2" fmla="*/ 0 w 58"/>
                <a:gd name="T3" fmla="*/ 29 h 58"/>
                <a:gd name="T4" fmla="*/ 29 w 58"/>
                <a:gd name="T5" fmla="*/ 58 h 58"/>
                <a:gd name="T6" fmla="*/ 58 w 58"/>
                <a:gd name="T7" fmla="*/ 29 h 58"/>
                <a:gd name="T8" fmla="*/ 29 w 58"/>
                <a:gd name="T9" fmla="*/ 0 h 58"/>
                <a:gd name="T10" fmla="*/ 29 w 58"/>
                <a:gd name="T11" fmla="*/ 40 h 58"/>
                <a:gd name="T12" fmla="*/ 19 w 58"/>
                <a:gd name="T13" fmla="*/ 29 h 58"/>
                <a:gd name="T14" fmla="*/ 29 w 58"/>
                <a:gd name="T15" fmla="*/ 19 h 58"/>
                <a:gd name="T16" fmla="*/ 39 w 58"/>
                <a:gd name="T17" fmla="*/ 29 h 58"/>
                <a:gd name="T18" fmla="*/ 29 w 58"/>
                <a:gd name="T19" fmla="*/ 40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8" h="58">
                  <a:moveTo>
                    <a:pt x="29" y="0"/>
                  </a:moveTo>
                  <a:cubicBezTo>
                    <a:pt x="13" y="0"/>
                    <a:pt x="0" y="13"/>
                    <a:pt x="0" y="29"/>
                  </a:cubicBezTo>
                  <a:cubicBezTo>
                    <a:pt x="0" y="45"/>
                    <a:pt x="13" y="58"/>
                    <a:pt x="29" y="58"/>
                  </a:cubicBezTo>
                  <a:cubicBezTo>
                    <a:pt x="45" y="58"/>
                    <a:pt x="58" y="45"/>
                    <a:pt x="58" y="29"/>
                  </a:cubicBezTo>
                  <a:cubicBezTo>
                    <a:pt x="58" y="13"/>
                    <a:pt x="45" y="0"/>
                    <a:pt x="29" y="0"/>
                  </a:cubicBezTo>
                  <a:close/>
                  <a:moveTo>
                    <a:pt x="29" y="40"/>
                  </a:moveTo>
                  <a:cubicBezTo>
                    <a:pt x="23" y="40"/>
                    <a:pt x="19" y="35"/>
                    <a:pt x="19" y="29"/>
                  </a:cubicBezTo>
                  <a:cubicBezTo>
                    <a:pt x="19" y="24"/>
                    <a:pt x="23" y="19"/>
                    <a:pt x="29" y="19"/>
                  </a:cubicBezTo>
                  <a:cubicBezTo>
                    <a:pt x="35" y="19"/>
                    <a:pt x="39" y="24"/>
                    <a:pt x="39" y="29"/>
                  </a:cubicBezTo>
                  <a:cubicBezTo>
                    <a:pt x="39" y="35"/>
                    <a:pt x="35" y="40"/>
                    <a:pt x="29" y="4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6" name="Freeform 151"/>
            <p:cNvSpPr>
              <a:spLocks noEditPoints="1"/>
            </p:cNvSpPr>
            <p:nvPr/>
          </p:nvSpPr>
          <p:spPr bwMode="auto">
            <a:xfrm>
              <a:off x="4205289" y="2641601"/>
              <a:ext cx="57150" cy="57150"/>
            </a:xfrm>
            <a:custGeom>
              <a:avLst/>
              <a:gdLst>
                <a:gd name="T0" fmla="*/ 29 w 58"/>
                <a:gd name="T1" fmla="*/ 0 h 58"/>
                <a:gd name="T2" fmla="*/ 0 w 58"/>
                <a:gd name="T3" fmla="*/ 29 h 58"/>
                <a:gd name="T4" fmla="*/ 29 w 58"/>
                <a:gd name="T5" fmla="*/ 58 h 58"/>
                <a:gd name="T6" fmla="*/ 58 w 58"/>
                <a:gd name="T7" fmla="*/ 29 h 58"/>
                <a:gd name="T8" fmla="*/ 29 w 58"/>
                <a:gd name="T9" fmla="*/ 0 h 58"/>
                <a:gd name="T10" fmla="*/ 29 w 58"/>
                <a:gd name="T11" fmla="*/ 39 h 58"/>
                <a:gd name="T12" fmla="*/ 18 w 58"/>
                <a:gd name="T13" fmla="*/ 29 h 58"/>
                <a:gd name="T14" fmla="*/ 29 w 58"/>
                <a:gd name="T15" fmla="*/ 19 h 58"/>
                <a:gd name="T16" fmla="*/ 39 w 58"/>
                <a:gd name="T17" fmla="*/ 29 h 58"/>
                <a:gd name="T18" fmla="*/ 29 w 58"/>
                <a:gd name="T19" fmla="*/ 39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8" h="58">
                  <a:moveTo>
                    <a:pt x="29" y="0"/>
                  </a:moveTo>
                  <a:cubicBezTo>
                    <a:pt x="13" y="0"/>
                    <a:pt x="0" y="13"/>
                    <a:pt x="0" y="29"/>
                  </a:cubicBezTo>
                  <a:cubicBezTo>
                    <a:pt x="0" y="45"/>
                    <a:pt x="13" y="58"/>
                    <a:pt x="29" y="58"/>
                  </a:cubicBezTo>
                  <a:cubicBezTo>
                    <a:pt x="45" y="58"/>
                    <a:pt x="58" y="45"/>
                    <a:pt x="58" y="29"/>
                  </a:cubicBezTo>
                  <a:cubicBezTo>
                    <a:pt x="58" y="13"/>
                    <a:pt x="45" y="0"/>
                    <a:pt x="29" y="0"/>
                  </a:cubicBezTo>
                  <a:close/>
                  <a:moveTo>
                    <a:pt x="29" y="39"/>
                  </a:moveTo>
                  <a:cubicBezTo>
                    <a:pt x="23" y="39"/>
                    <a:pt x="18" y="35"/>
                    <a:pt x="18" y="29"/>
                  </a:cubicBezTo>
                  <a:cubicBezTo>
                    <a:pt x="18" y="23"/>
                    <a:pt x="23" y="19"/>
                    <a:pt x="29" y="19"/>
                  </a:cubicBezTo>
                  <a:cubicBezTo>
                    <a:pt x="34" y="19"/>
                    <a:pt x="39" y="23"/>
                    <a:pt x="39" y="29"/>
                  </a:cubicBezTo>
                  <a:cubicBezTo>
                    <a:pt x="39" y="35"/>
                    <a:pt x="34" y="39"/>
                    <a:pt x="29" y="39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7" name="Freeform 152"/>
            <p:cNvSpPr>
              <a:spLocks noEditPoints="1"/>
            </p:cNvSpPr>
            <p:nvPr/>
          </p:nvSpPr>
          <p:spPr bwMode="auto">
            <a:xfrm>
              <a:off x="3995739" y="2576513"/>
              <a:ext cx="58738" cy="57150"/>
            </a:xfrm>
            <a:custGeom>
              <a:avLst/>
              <a:gdLst>
                <a:gd name="T0" fmla="*/ 29 w 58"/>
                <a:gd name="T1" fmla="*/ 0 h 58"/>
                <a:gd name="T2" fmla="*/ 0 w 58"/>
                <a:gd name="T3" fmla="*/ 29 h 58"/>
                <a:gd name="T4" fmla="*/ 29 w 58"/>
                <a:gd name="T5" fmla="*/ 58 h 58"/>
                <a:gd name="T6" fmla="*/ 58 w 58"/>
                <a:gd name="T7" fmla="*/ 29 h 58"/>
                <a:gd name="T8" fmla="*/ 29 w 58"/>
                <a:gd name="T9" fmla="*/ 0 h 58"/>
                <a:gd name="T10" fmla="*/ 29 w 58"/>
                <a:gd name="T11" fmla="*/ 40 h 58"/>
                <a:gd name="T12" fmla="*/ 19 w 58"/>
                <a:gd name="T13" fmla="*/ 29 h 58"/>
                <a:gd name="T14" fmla="*/ 29 w 58"/>
                <a:gd name="T15" fmla="*/ 19 h 58"/>
                <a:gd name="T16" fmla="*/ 39 w 58"/>
                <a:gd name="T17" fmla="*/ 29 h 58"/>
                <a:gd name="T18" fmla="*/ 29 w 58"/>
                <a:gd name="T19" fmla="*/ 40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8" h="58">
                  <a:moveTo>
                    <a:pt x="29" y="0"/>
                  </a:moveTo>
                  <a:cubicBezTo>
                    <a:pt x="13" y="0"/>
                    <a:pt x="0" y="13"/>
                    <a:pt x="0" y="29"/>
                  </a:cubicBezTo>
                  <a:cubicBezTo>
                    <a:pt x="0" y="45"/>
                    <a:pt x="13" y="58"/>
                    <a:pt x="29" y="58"/>
                  </a:cubicBezTo>
                  <a:cubicBezTo>
                    <a:pt x="45" y="58"/>
                    <a:pt x="58" y="45"/>
                    <a:pt x="58" y="29"/>
                  </a:cubicBezTo>
                  <a:cubicBezTo>
                    <a:pt x="58" y="13"/>
                    <a:pt x="45" y="0"/>
                    <a:pt x="29" y="0"/>
                  </a:cubicBezTo>
                  <a:close/>
                  <a:moveTo>
                    <a:pt x="29" y="40"/>
                  </a:moveTo>
                  <a:cubicBezTo>
                    <a:pt x="23" y="40"/>
                    <a:pt x="19" y="35"/>
                    <a:pt x="19" y="29"/>
                  </a:cubicBezTo>
                  <a:cubicBezTo>
                    <a:pt x="19" y="24"/>
                    <a:pt x="23" y="19"/>
                    <a:pt x="29" y="19"/>
                  </a:cubicBezTo>
                  <a:cubicBezTo>
                    <a:pt x="35" y="19"/>
                    <a:pt x="39" y="24"/>
                    <a:pt x="39" y="29"/>
                  </a:cubicBezTo>
                  <a:cubicBezTo>
                    <a:pt x="39" y="35"/>
                    <a:pt x="35" y="40"/>
                    <a:pt x="29" y="4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8" name="Freeform 153"/>
            <p:cNvSpPr>
              <a:spLocks/>
            </p:cNvSpPr>
            <p:nvPr/>
          </p:nvSpPr>
          <p:spPr bwMode="auto">
            <a:xfrm>
              <a:off x="4016376" y="2425701"/>
              <a:ext cx="17463" cy="136525"/>
            </a:xfrm>
            <a:custGeom>
              <a:avLst/>
              <a:gdLst>
                <a:gd name="T0" fmla="*/ 9 w 18"/>
                <a:gd name="T1" fmla="*/ 136 h 136"/>
                <a:gd name="T2" fmla="*/ 18 w 18"/>
                <a:gd name="T3" fmla="*/ 127 h 136"/>
                <a:gd name="T4" fmla="*/ 18 w 18"/>
                <a:gd name="T5" fmla="*/ 9 h 136"/>
                <a:gd name="T6" fmla="*/ 9 w 18"/>
                <a:gd name="T7" fmla="*/ 0 h 136"/>
                <a:gd name="T8" fmla="*/ 0 w 18"/>
                <a:gd name="T9" fmla="*/ 9 h 136"/>
                <a:gd name="T10" fmla="*/ 0 w 18"/>
                <a:gd name="T11" fmla="*/ 127 h 136"/>
                <a:gd name="T12" fmla="*/ 9 w 18"/>
                <a:gd name="T13" fmla="*/ 136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136">
                  <a:moveTo>
                    <a:pt x="9" y="136"/>
                  </a:moveTo>
                  <a:cubicBezTo>
                    <a:pt x="14" y="136"/>
                    <a:pt x="18" y="132"/>
                    <a:pt x="18" y="127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18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27"/>
                    <a:pt x="0" y="127"/>
                    <a:pt x="0" y="127"/>
                  </a:cubicBezTo>
                  <a:cubicBezTo>
                    <a:pt x="0" y="132"/>
                    <a:pt x="4" y="136"/>
                    <a:pt x="9" y="136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9" name="Freeform 154"/>
            <p:cNvSpPr>
              <a:spLocks/>
            </p:cNvSpPr>
            <p:nvPr/>
          </p:nvSpPr>
          <p:spPr bwMode="auto">
            <a:xfrm>
              <a:off x="4016376" y="2647951"/>
              <a:ext cx="17463" cy="58738"/>
            </a:xfrm>
            <a:custGeom>
              <a:avLst/>
              <a:gdLst>
                <a:gd name="T0" fmla="*/ 9 w 18"/>
                <a:gd name="T1" fmla="*/ 0 h 58"/>
                <a:gd name="T2" fmla="*/ 0 w 18"/>
                <a:gd name="T3" fmla="*/ 9 h 58"/>
                <a:gd name="T4" fmla="*/ 0 w 18"/>
                <a:gd name="T5" fmla="*/ 48 h 58"/>
                <a:gd name="T6" fmla="*/ 9 w 18"/>
                <a:gd name="T7" fmla="*/ 58 h 58"/>
                <a:gd name="T8" fmla="*/ 18 w 18"/>
                <a:gd name="T9" fmla="*/ 48 h 58"/>
                <a:gd name="T10" fmla="*/ 18 w 18"/>
                <a:gd name="T11" fmla="*/ 9 h 58"/>
                <a:gd name="T12" fmla="*/ 9 w 18"/>
                <a:gd name="T13" fmla="*/ 0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58">
                  <a:moveTo>
                    <a:pt x="9" y="0"/>
                  </a:moveTo>
                  <a:cubicBezTo>
                    <a:pt x="4" y="0"/>
                    <a:pt x="0" y="4"/>
                    <a:pt x="0" y="9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53"/>
                    <a:pt x="4" y="58"/>
                    <a:pt x="9" y="58"/>
                  </a:cubicBezTo>
                  <a:cubicBezTo>
                    <a:pt x="14" y="58"/>
                    <a:pt x="18" y="53"/>
                    <a:pt x="18" y="4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18" y="4"/>
                    <a:pt x="14" y="0"/>
                    <a:pt x="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0" name="Freeform 155"/>
            <p:cNvSpPr>
              <a:spLocks/>
            </p:cNvSpPr>
            <p:nvPr/>
          </p:nvSpPr>
          <p:spPr bwMode="auto">
            <a:xfrm>
              <a:off x="4121151" y="2503488"/>
              <a:ext cx="17463" cy="203200"/>
            </a:xfrm>
            <a:custGeom>
              <a:avLst/>
              <a:gdLst>
                <a:gd name="T0" fmla="*/ 9 w 18"/>
                <a:gd name="T1" fmla="*/ 0 h 203"/>
                <a:gd name="T2" fmla="*/ 0 w 18"/>
                <a:gd name="T3" fmla="*/ 10 h 203"/>
                <a:gd name="T4" fmla="*/ 0 w 18"/>
                <a:gd name="T5" fmla="*/ 193 h 203"/>
                <a:gd name="T6" fmla="*/ 9 w 18"/>
                <a:gd name="T7" fmla="*/ 203 h 203"/>
                <a:gd name="T8" fmla="*/ 18 w 18"/>
                <a:gd name="T9" fmla="*/ 193 h 203"/>
                <a:gd name="T10" fmla="*/ 18 w 18"/>
                <a:gd name="T11" fmla="*/ 10 h 203"/>
                <a:gd name="T12" fmla="*/ 9 w 18"/>
                <a:gd name="T13" fmla="*/ 0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203">
                  <a:moveTo>
                    <a:pt x="9" y="0"/>
                  </a:moveTo>
                  <a:cubicBezTo>
                    <a:pt x="4" y="0"/>
                    <a:pt x="0" y="5"/>
                    <a:pt x="0" y="10"/>
                  </a:cubicBezTo>
                  <a:cubicBezTo>
                    <a:pt x="0" y="193"/>
                    <a:pt x="0" y="193"/>
                    <a:pt x="0" y="193"/>
                  </a:cubicBezTo>
                  <a:cubicBezTo>
                    <a:pt x="0" y="198"/>
                    <a:pt x="4" y="203"/>
                    <a:pt x="9" y="203"/>
                  </a:cubicBezTo>
                  <a:cubicBezTo>
                    <a:pt x="14" y="203"/>
                    <a:pt x="18" y="198"/>
                    <a:pt x="18" y="193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18" y="5"/>
                    <a:pt x="14" y="0"/>
                    <a:pt x="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1" name="Freeform 156"/>
            <p:cNvSpPr>
              <a:spLocks/>
            </p:cNvSpPr>
            <p:nvPr/>
          </p:nvSpPr>
          <p:spPr bwMode="auto">
            <a:xfrm>
              <a:off x="4224339" y="2425701"/>
              <a:ext cx="19050" cy="201613"/>
            </a:xfrm>
            <a:custGeom>
              <a:avLst/>
              <a:gdLst>
                <a:gd name="T0" fmla="*/ 10 w 19"/>
                <a:gd name="T1" fmla="*/ 202 h 202"/>
                <a:gd name="T2" fmla="*/ 19 w 19"/>
                <a:gd name="T3" fmla="*/ 193 h 202"/>
                <a:gd name="T4" fmla="*/ 19 w 19"/>
                <a:gd name="T5" fmla="*/ 9 h 202"/>
                <a:gd name="T6" fmla="*/ 10 w 19"/>
                <a:gd name="T7" fmla="*/ 0 h 202"/>
                <a:gd name="T8" fmla="*/ 0 w 19"/>
                <a:gd name="T9" fmla="*/ 9 h 202"/>
                <a:gd name="T10" fmla="*/ 0 w 19"/>
                <a:gd name="T11" fmla="*/ 193 h 202"/>
                <a:gd name="T12" fmla="*/ 10 w 19"/>
                <a:gd name="T13" fmla="*/ 202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" h="202">
                  <a:moveTo>
                    <a:pt x="10" y="202"/>
                  </a:moveTo>
                  <a:cubicBezTo>
                    <a:pt x="15" y="202"/>
                    <a:pt x="19" y="198"/>
                    <a:pt x="19" y="193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93"/>
                    <a:pt x="0" y="193"/>
                    <a:pt x="0" y="193"/>
                  </a:cubicBezTo>
                  <a:cubicBezTo>
                    <a:pt x="0" y="198"/>
                    <a:pt x="5" y="202"/>
                    <a:pt x="10" y="202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92" name="Freeform 157"/>
          <p:cNvSpPr>
            <a:spLocks noEditPoints="1"/>
          </p:cNvSpPr>
          <p:nvPr/>
        </p:nvSpPr>
        <p:spPr bwMode="auto">
          <a:xfrm>
            <a:off x="6225119" y="3147485"/>
            <a:ext cx="632884" cy="565151"/>
          </a:xfrm>
          <a:custGeom>
            <a:avLst/>
            <a:gdLst>
              <a:gd name="T0" fmla="*/ 455 w 477"/>
              <a:gd name="T1" fmla="*/ 118 h 425"/>
              <a:gd name="T2" fmla="*/ 363 w 477"/>
              <a:gd name="T3" fmla="*/ 118 h 425"/>
              <a:gd name="T4" fmla="*/ 341 w 477"/>
              <a:gd name="T5" fmla="*/ 141 h 425"/>
              <a:gd name="T6" fmla="*/ 341 w 477"/>
              <a:gd name="T7" fmla="*/ 403 h 425"/>
              <a:gd name="T8" fmla="*/ 341 w 477"/>
              <a:gd name="T9" fmla="*/ 406 h 425"/>
              <a:gd name="T10" fmla="*/ 306 w 477"/>
              <a:gd name="T11" fmla="*/ 406 h 425"/>
              <a:gd name="T12" fmla="*/ 307 w 477"/>
              <a:gd name="T13" fmla="*/ 403 h 425"/>
              <a:gd name="T14" fmla="*/ 307 w 477"/>
              <a:gd name="T15" fmla="*/ 23 h 425"/>
              <a:gd name="T16" fmla="*/ 284 w 477"/>
              <a:gd name="T17" fmla="*/ 0 h 425"/>
              <a:gd name="T18" fmla="*/ 193 w 477"/>
              <a:gd name="T19" fmla="*/ 0 h 425"/>
              <a:gd name="T20" fmla="*/ 170 w 477"/>
              <a:gd name="T21" fmla="*/ 23 h 425"/>
              <a:gd name="T22" fmla="*/ 170 w 477"/>
              <a:gd name="T23" fmla="*/ 403 h 425"/>
              <a:gd name="T24" fmla="*/ 171 w 477"/>
              <a:gd name="T25" fmla="*/ 406 h 425"/>
              <a:gd name="T26" fmla="*/ 136 w 477"/>
              <a:gd name="T27" fmla="*/ 406 h 425"/>
              <a:gd name="T28" fmla="*/ 136 w 477"/>
              <a:gd name="T29" fmla="*/ 403 h 425"/>
              <a:gd name="T30" fmla="*/ 136 w 477"/>
              <a:gd name="T31" fmla="*/ 259 h 425"/>
              <a:gd name="T32" fmla="*/ 114 w 477"/>
              <a:gd name="T33" fmla="*/ 236 h 425"/>
              <a:gd name="T34" fmla="*/ 22 w 477"/>
              <a:gd name="T35" fmla="*/ 236 h 425"/>
              <a:gd name="T36" fmla="*/ 0 w 477"/>
              <a:gd name="T37" fmla="*/ 259 h 425"/>
              <a:gd name="T38" fmla="*/ 0 w 477"/>
              <a:gd name="T39" fmla="*/ 403 h 425"/>
              <a:gd name="T40" fmla="*/ 22 w 477"/>
              <a:gd name="T41" fmla="*/ 425 h 425"/>
              <a:gd name="T42" fmla="*/ 68 w 477"/>
              <a:gd name="T43" fmla="*/ 425 h 425"/>
              <a:gd name="T44" fmla="*/ 114 w 477"/>
              <a:gd name="T45" fmla="*/ 425 h 425"/>
              <a:gd name="T46" fmla="*/ 193 w 477"/>
              <a:gd name="T47" fmla="*/ 425 h 425"/>
              <a:gd name="T48" fmla="*/ 284 w 477"/>
              <a:gd name="T49" fmla="*/ 425 h 425"/>
              <a:gd name="T50" fmla="*/ 363 w 477"/>
              <a:gd name="T51" fmla="*/ 425 h 425"/>
              <a:gd name="T52" fmla="*/ 455 w 477"/>
              <a:gd name="T53" fmla="*/ 425 h 425"/>
              <a:gd name="T54" fmla="*/ 477 w 477"/>
              <a:gd name="T55" fmla="*/ 403 h 425"/>
              <a:gd name="T56" fmla="*/ 477 w 477"/>
              <a:gd name="T57" fmla="*/ 141 h 425"/>
              <a:gd name="T58" fmla="*/ 455 w 477"/>
              <a:gd name="T59" fmla="*/ 118 h 425"/>
              <a:gd name="T60" fmla="*/ 68 w 477"/>
              <a:gd name="T61" fmla="*/ 406 h 425"/>
              <a:gd name="T62" fmla="*/ 22 w 477"/>
              <a:gd name="T63" fmla="*/ 406 h 425"/>
              <a:gd name="T64" fmla="*/ 19 w 477"/>
              <a:gd name="T65" fmla="*/ 403 h 425"/>
              <a:gd name="T66" fmla="*/ 19 w 477"/>
              <a:gd name="T67" fmla="*/ 259 h 425"/>
              <a:gd name="T68" fmla="*/ 22 w 477"/>
              <a:gd name="T69" fmla="*/ 255 h 425"/>
              <a:gd name="T70" fmla="*/ 114 w 477"/>
              <a:gd name="T71" fmla="*/ 255 h 425"/>
              <a:gd name="T72" fmla="*/ 118 w 477"/>
              <a:gd name="T73" fmla="*/ 259 h 425"/>
              <a:gd name="T74" fmla="*/ 118 w 477"/>
              <a:gd name="T75" fmla="*/ 403 h 425"/>
              <a:gd name="T76" fmla="*/ 114 w 477"/>
              <a:gd name="T77" fmla="*/ 406 h 425"/>
              <a:gd name="T78" fmla="*/ 68 w 477"/>
              <a:gd name="T79" fmla="*/ 406 h 425"/>
              <a:gd name="T80" fmla="*/ 193 w 477"/>
              <a:gd name="T81" fmla="*/ 406 h 425"/>
              <a:gd name="T82" fmla="*/ 189 w 477"/>
              <a:gd name="T83" fmla="*/ 403 h 425"/>
              <a:gd name="T84" fmla="*/ 189 w 477"/>
              <a:gd name="T85" fmla="*/ 23 h 425"/>
              <a:gd name="T86" fmla="*/ 193 w 477"/>
              <a:gd name="T87" fmla="*/ 19 h 425"/>
              <a:gd name="T88" fmla="*/ 284 w 477"/>
              <a:gd name="T89" fmla="*/ 19 h 425"/>
              <a:gd name="T90" fmla="*/ 288 w 477"/>
              <a:gd name="T91" fmla="*/ 23 h 425"/>
              <a:gd name="T92" fmla="*/ 288 w 477"/>
              <a:gd name="T93" fmla="*/ 403 h 425"/>
              <a:gd name="T94" fmla="*/ 284 w 477"/>
              <a:gd name="T95" fmla="*/ 406 h 425"/>
              <a:gd name="T96" fmla="*/ 193 w 477"/>
              <a:gd name="T97" fmla="*/ 406 h 425"/>
              <a:gd name="T98" fmla="*/ 363 w 477"/>
              <a:gd name="T99" fmla="*/ 406 h 425"/>
              <a:gd name="T100" fmla="*/ 359 w 477"/>
              <a:gd name="T101" fmla="*/ 403 h 425"/>
              <a:gd name="T102" fmla="*/ 359 w 477"/>
              <a:gd name="T103" fmla="*/ 141 h 425"/>
              <a:gd name="T104" fmla="*/ 363 w 477"/>
              <a:gd name="T105" fmla="*/ 137 h 425"/>
              <a:gd name="T106" fmla="*/ 455 w 477"/>
              <a:gd name="T107" fmla="*/ 137 h 425"/>
              <a:gd name="T108" fmla="*/ 458 w 477"/>
              <a:gd name="T109" fmla="*/ 141 h 425"/>
              <a:gd name="T110" fmla="*/ 458 w 477"/>
              <a:gd name="T111" fmla="*/ 403 h 425"/>
              <a:gd name="T112" fmla="*/ 455 w 477"/>
              <a:gd name="T113" fmla="*/ 406 h 425"/>
              <a:gd name="T114" fmla="*/ 363 w 477"/>
              <a:gd name="T115" fmla="*/ 406 h 4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477" h="425">
                <a:moveTo>
                  <a:pt x="455" y="118"/>
                </a:moveTo>
                <a:cubicBezTo>
                  <a:pt x="363" y="118"/>
                  <a:pt x="363" y="118"/>
                  <a:pt x="363" y="118"/>
                </a:cubicBezTo>
                <a:cubicBezTo>
                  <a:pt x="351" y="118"/>
                  <a:pt x="341" y="128"/>
                  <a:pt x="341" y="141"/>
                </a:cubicBezTo>
                <a:cubicBezTo>
                  <a:pt x="341" y="403"/>
                  <a:pt x="341" y="403"/>
                  <a:pt x="341" y="403"/>
                </a:cubicBezTo>
                <a:cubicBezTo>
                  <a:pt x="341" y="404"/>
                  <a:pt x="341" y="405"/>
                  <a:pt x="341" y="406"/>
                </a:cubicBezTo>
                <a:cubicBezTo>
                  <a:pt x="306" y="406"/>
                  <a:pt x="306" y="406"/>
                  <a:pt x="306" y="406"/>
                </a:cubicBezTo>
                <a:cubicBezTo>
                  <a:pt x="307" y="405"/>
                  <a:pt x="307" y="404"/>
                  <a:pt x="307" y="403"/>
                </a:cubicBezTo>
                <a:cubicBezTo>
                  <a:pt x="307" y="23"/>
                  <a:pt x="307" y="23"/>
                  <a:pt x="307" y="23"/>
                </a:cubicBezTo>
                <a:cubicBezTo>
                  <a:pt x="307" y="10"/>
                  <a:pt x="297" y="0"/>
                  <a:pt x="284" y="0"/>
                </a:cubicBezTo>
                <a:cubicBezTo>
                  <a:pt x="193" y="0"/>
                  <a:pt x="193" y="0"/>
                  <a:pt x="193" y="0"/>
                </a:cubicBezTo>
                <a:cubicBezTo>
                  <a:pt x="180" y="0"/>
                  <a:pt x="170" y="10"/>
                  <a:pt x="170" y="23"/>
                </a:cubicBezTo>
                <a:cubicBezTo>
                  <a:pt x="170" y="403"/>
                  <a:pt x="170" y="403"/>
                  <a:pt x="170" y="403"/>
                </a:cubicBezTo>
                <a:cubicBezTo>
                  <a:pt x="170" y="404"/>
                  <a:pt x="170" y="405"/>
                  <a:pt x="171" y="406"/>
                </a:cubicBezTo>
                <a:cubicBezTo>
                  <a:pt x="136" y="406"/>
                  <a:pt x="136" y="406"/>
                  <a:pt x="136" y="406"/>
                </a:cubicBezTo>
                <a:cubicBezTo>
                  <a:pt x="136" y="405"/>
                  <a:pt x="136" y="404"/>
                  <a:pt x="136" y="403"/>
                </a:cubicBezTo>
                <a:cubicBezTo>
                  <a:pt x="136" y="259"/>
                  <a:pt x="136" y="259"/>
                  <a:pt x="136" y="259"/>
                </a:cubicBezTo>
                <a:cubicBezTo>
                  <a:pt x="136" y="246"/>
                  <a:pt x="126" y="236"/>
                  <a:pt x="114" y="236"/>
                </a:cubicBezTo>
                <a:cubicBezTo>
                  <a:pt x="22" y="236"/>
                  <a:pt x="22" y="236"/>
                  <a:pt x="22" y="236"/>
                </a:cubicBezTo>
                <a:cubicBezTo>
                  <a:pt x="10" y="236"/>
                  <a:pt x="0" y="246"/>
                  <a:pt x="0" y="259"/>
                </a:cubicBezTo>
                <a:cubicBezTo>
                  <a:pt x="0" y="403"/>
                  <a:pt x="0" y="403"/>
                  <a:pt x="0" y="403"/>
                </a:cubicBezTo>
                <a:cubicBezTo>
                  <a:pt x="0" y="415"/>
                  <a:pt x="10" y="425"/>
                  <a:pt x="22" y="425"/>
                </a:cubicBezTo>
                <a:cubicBezTo>
                  <a:pt x="68" y="425"/>
                  <a:pt x="68" y="425"/>
                  <a:pt x="68" y="425"/>
                </a:cubicBezTo>
                <a:cubicBezTo>
                  <a:pt x="114" y="425"/>
                  <a:pt x="114" y="425"/>
                  <a:pt x="114" y="425"/>
                </a:cubicBezTo>
                <a:cubicBezTo>
                  <a:pt x="193" y="425"/>
                  <a:pt x="193" y="425"/>
                  <a:pt x="193" y="425"/>
                </a:cubicBezTo>
                <a:cubicBezTo>
                  <a:pt x="284" y="425"/>
                  <a:pt x="284" y="425"/>
                  <a:pt x="284" y="425"/>
                </a:cubicBezTo>
                <a:cubicBezTo>
                  <a:pt x="363" y="425"/>
                  <a:pt x="363" y="425"/>
                  <a:pt x="363" y="425"/>
                </a:cubicBezTo>
                <a:cubicBezTo>
                  <a:pt x="455" y="425"/>
                  <a:pt x="455" y="425"/>
                  <a:pt x="455" y="425"/>
                </a:cubicBezTo>
                <a:cubicBezTo>
                  <a:pt x="467" y="425"/>
                  <a:pt x="477" y="415"/>
                  <a:pt x="477" y="403"/>
                </a:cubicBezTo>
                <a:cubicBezTo>
                  <a:pt x="477" y="141"/>
                  <a:pt x="477" y="141"/>
                  <a:pt x="477" y="141"/>
                </a:cubicBezTo>
                <a:cubicBezTo>
                  <a:pt x="477" y="128"/>
                  <a:pt x="467" y="118"/>
                  <a:pt x="455" y="118"/>
                </a:cubicBezTo>
                <a:close/>
                <a:moveTo>
                  <a:pt x="68" y="406"/>
                </a:moveTo>
                <a:cubicBezTo>
                  <a:pt x="22" y="406"/>
                  <a:pt x="22" y="406"/>
                  <a:pt x="22" y="406"/>
                </a:cubicBezTo>
                <a:cubicBezTo>
                  <a:pt x="20" y="406"/>
                  <a:pt x="19" y="405"/>
                  <a:pt x="19" y="403"/>
                </a:cubicBezTo>
                <a:cubicBezTo>
                  <a:pt x="19" y="259"/>
                  <a:pt x="19" y="259"/>
                  <a:pt x="19" y="259"/>
                </a:cubicBezTo>
                <a:cubicBezTo>
                  <a:pt x="19" y="257"/>
                  <a:pt x="20" y="255"/>
                  <a:pt x="22" y="255"/>
                </a:cubicBezTo>
                <a:cubicBezTo>
                  <a:pt x="114" y="255"/>
                  <a:pt x="114" y="255"/>
                  <a:pt x="114" y="255"/>
                </a:cubicBezTo>
                <a:cubicBezTo>
                  <a:pt x="116" y="255"/>
                  <a:pt x="118" y="257"/>
                  <a:pt x="118" y="259"/>
                </a:cubicBezTo>
                <a:cubicBezTo>
                  <a:pt x="118" y="403"/>
                  <a:pt x="118" y="403"/>
                  <a:pt x="118" y="403"/>
                </a:cubicBezTo>
                <a:cubicBezTo>
                  <a:pt x="118" y="405"/>
                  <a:pt x="116" y="406"/>
                  <a:pt x="114" y="406"/>
                </a:cubicBezTo>
                <a:lnTo>
                  <a:pt x="68" y="406"/>
                </a:lnTo>
                <a:close/>
                <a:moveTo>
                  <a:pt x="193" y="406"/>
                </a:moveTo>
                <a:cubicBezTo>
                  <a:pt x="191" y="406"/>
                  <a:pt x="189" y="405"/>
                  <a:pt x="189" y="403"/>
                </a:cubicBezTo>
                <a:cubicBezTo>
                  <a:pt x="189" y="23"/>
                  <a:pt x="189" y="23"/>
                  <a:pt x="189" y="23"/>
                </a:cubicBezTo>
                <a:cubicBezTo>
                  <a:pt x="189" y="21"/>
                  <a:pt x="191" y="19"/>
                  <a:pt x="193" y="19"/>
                </a:cubicBezTo>
                <a:cubicBezTo>
                  <a:pt x="284" y="19"/>
                  <a:pt x="284" y="19"/>
                  <a:pt x="284" y="19"/>
                </a:cubicBezTo>
                <a:cubicBezTo>
                  <a:pt x="286" y="19"/>
                  <a:pt x="288" y="21"/>
                  <a:pt x="288" y="23"/>
                </a:cubicBezTo>
                <a:cubicBezTo>
                  <a:pt x="288" y="403"/>
                  <a:pt x="288" y="403"/>
                  <a:pt x="288" y="403"/>
                </a:cubicBezTo>
                <a:cubicBezTo>
                  <a:pt x="288" y="405"/>
                  <a:pt x="286" y="406"/>
                  <a:pt x="284" y="406"/>
                </a:cubicBezTo>
                <a:lnTo>
                  <a:pt x="193" y="406"/>
                </a:lnTo>
                <a:close/>
                <a:moveTo>
                  <a:pt x="363" y="406"/>
                </a:moveTo>
                <a:cubicBezTo>
                  <a:pt x="361" y="406"/>
                  <a:pt x="359" y="405"/>
                  <a:pt x="359" y="403"/>
                </a:cubicBezTo>
                <a:cubicBezTo>
                  <a:pt x="359" y="141"/>
                  <a:pt x="359" y="141"/>
                  <a:pt x="359" y="141"/>
                </a:cubicBezTo>
                <a:cubicBezTo>
                  <a:pt x="359" y="139"/>
                  <a:pt x="361" y="137"/>
                  <a:pt x="363" y="137"/>
                </a:cubicBezTo>
                <a:cubicBezTo>
                  <a:pt x="455" y="137"/>
                  <a:pt x="455" y="137"/>
                  <a:pt x="455" y="137"/>
                </a:cubicBezTo>
                <a:cubicBezTo>
                  <a:pt x="457" y="137"/>
                  <a:pt x="458" y="139"/>
                  <a:pt x="458" y="141"/>
                </a:cubicBezTo>
                <a:cubicBezTo>
                  <a:pt x="458" y="403"/>
                  <a:pt x="458" y="403"/>
                  <a:pt x="458" y="403"/>
                </a:cubicBezTo>
                <a:cubicBezTo>
                  <a:pt x="458" y="405"/>
                  <a:pt x="457" y="406"/>
                  <a:pt x="455" y="406"/>
                </a:cubicBezTo>
                <a:lnTo>
                  <a:pt x="363" y="406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289" name="Group 288"/>
          <p:cNvGrpSpPr/>
          <p:nvPr/>
        </p:nvGrpSpPr>
        <p:grpSpPr>
          <a:xfrm>
            <a:off x="7459135" y="3147485"/>
            <a:ext cx="546100" cy="565151"/>
            <a:chOff x="5594351" y="2360613"/>
            <a:chExt cx="409575" cy="423863"/>
          </a:xfrm>
          <a:solidFill>
            <a:schemeClr val="accent1"/>
          </a:solidFill>
        </p:grpSpPr>
        <p:sp>
          <p:nvSpPr>
            <p:cNvPr id="193" name="Freeform 158"/>
            <p:cNvSpPr>
              <a:spLocks noEditPoints="1"/>
            </p:cNvSpPr>
            <p:nvPr/>
          </p:nvSpPr>
          <p:spPr bwMode="auto">
            <a:xfrm>
              <a:off x="5619751" y="2386013"/>
              <a:ext cx="358775" cy="371475"/>
            </a:xfrm>
            <a:custGeom>
              <a:avLst/>
              <a:gdLst>
                <a:gd name="T0" fmla="*/ 350 w 360"/>
                <a:gd name="T1" fmla="*/ 124 h 373"/>
                <a:gd name="T2" fmla="*/ 360 w 360"/>
                <a:gd name="T3" fmla="*/ 115 h 373"/>
                <a:gd name="T4" fmla="*/ 350 w 360"/>
                <a:gd name="T5" fmla="*/ 105 h 373"/>
                <a:gd name="T6" fmla="*/ 255 w 360"/>
                <a:gd name="T7" fmla="*/ 105 h 373"/>
                <a:gd name="T8" fmla="*/ 255 w 360"/>
                <a:gd name="T9" fmla="*/ 10 h 373"/>
                <a:gd name="T10" fmla="*/ 246 w 360"/>
                <a:gd name="T11" fmla="*/ 0 h 373"/>
                <a:gd name="T12" fmla="*/ 236 w 360"/>
                <a:gd name="T13" fmla="*/ 10 h 373"/>
                <a:gd name="T14" fmla="*/ 236 w 360"/>
                <a:gd name="T15" fmla="*/ 105 h 373"/>
                <a:gd name="T16" fmla="*/ 124 w 360"/>
                <a:gd name="T17" fmla="*/ 105 h 373"/>
                <a:gd name="T18" fmla="*/ 124 w 360"/>
                <a:gd name="T19" fmla="*/ 10 h 373"/>
                <a:gd name="T20" fmla="*/ 114 w 360"/>
                <a:gd name="T21" fmla="*/ 0 h 373"/>
                <a:gd name="T22" fmla="*/ 105 w 360"/>
                <a:gd name="T23" fmla="*/ 10 h 373"/>
                <a:gd name="T24" fmla="*/ 105 w 360"/>
                <a:gd name="T25" fmla="*/ 105 h 373"/>
                <a:gd name="T26" fmla="*/ 10 w 360"/>
                <a:gd name="T27" fmla="*/ 105 h 373"/>
                <a:gd name="T28" fmla="*/ 0 w 360"/>
                <a:gd name="T29" fmla="*/ 115 h 373"/>
                <a:gd name="T30" fmla="*/ 10 w 360"/>
                <a:gd name="T31" fmla="*/ 124 h 373"/>
                <a:gd name="T32" fmla="*/ 105 w 360"/>
                <a:gd name="T33" fmla="*/ 124 h 373"/>
                <a:gd name="T34" fmla="*/ 105 w 360"/>
                <a:gd name="T35" fmla="*/ 236 h 373"/>
                <a:gd name="T36" fmla="*/ 10 w 360"/>
                <a:gd name="T37" fmla="*/ 236 h 373"/>
                <a:gd name="T38" fmla="*/ 0 w 360"/>
                <a:gd name="T39" fmla="*/ 246 h 373"/>
                <a:gd name="T40" fmla="*/ 10 w 360"/>
                <a:gd name="T41" fmla="*/ 255 h 373"/>
                <a:gd name="T42" fmla="*/ 105 w 360"/>
                <a:gd name="T43" fmla="*/ 255 h 373"/>
                <a:gd name="T44" fmla="*/ 105 w 360"/>
                <a:gd name="T45" fmla="*/ 364 h 373"/>
                <a:gd name="T46" fmla="*/ 114 w 360"/>
                <a:gd name="T47" fmla="*/ 373 h 373"/>
                <a:gd name="T48" fmla="*/ 124 w 360"/>
                <a:gd name="T49" fmla="*/ 364 h 373"/>
                <a:gd name="T50" fmla="*/ 124 w 360"/>
                <a:gd name="T51" fmla="*/ 255 h 373"/>
                <a:gd name="T52" fmla="*/ 236 w 360"/>
                <a:gd name="T53" fmla="*/ 255 h 373"/>
                <a:gd name="T54" fmla="*/ 236 w 360"/>
                <a:gd name="T55" fmla="*/ 364 h 373"/>
                <a:gd name="T56" fmla="*/ 246 w 360"/>
                <a:gd name="T57" fmla="*/ 373 h 373"/>
                <a:gd name="T58" fmla="*/ 255 w 360"/>
                <a:gd name="T59" fmla="*/ 364 h 373"/>
                <a:gd name="T60" fmla="*/ 255 w 360"/>
                <a:gd name="T61" fmla="*/ 255 h 373"/>
                <a:gd name="T62" fmla="*/ 350 w 360"/>
                <a:gd name="T63" fmla="*/ 255 h 373"/>
                <a:gd name="T64" fmla="*/ 360 w 360"/>
                <a:gd name="T65" fmla="*/ 246 h 373"/>
                <a:gd name="T66" fmla="*/ 350 w 360"/>
                <a:gd name="T67" fmla="*/ 236 h 373"/>
                <a:gd name="T68" fmla="*/ 255 w 360"/>
                <a:gd name="T69" fmla="*/ 236 h 373"/>
                <a:gd name="T70" fmla="*/ 255 w 360"/>
                <a:gd name="T71" fmla="*/ 124 h 373"/>
                <a:gd name="T72" fmla="*/ 350 w 360"/>
                <a:gd name="T73" fmla="*/ 124 h 373"/>
                <a:gd name="T74" fmla="*/ 236 w 360"/>
                <a:gd name="T75" fmla="*/ 236 h 373"/>
                <a:gd name="T76" fmla="*/ 124 w 360"/>
                <a:gd name="T77" fmla="*/ 236 h 373"/>
                <a:gd name="T78" fmla="*/ 124 w 360"/>
                <a:gd name="T79" fmla="*/ 124 h 373"/>
                <a:gd name="T80" fmla="*/ 236 w 360"/>
                <a:gd name="T81" fmla="*/ 124 h 373"/>
                <a:gd name="T82" fmla="*/ 236 w 360"/>
                <a:gd name="T83" fmla="*/ 236 h 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360" h="373">
                  <a:moveTo>
                    <a:pt x="350" y="124"/>
                  </a:moveTo>
                  <a:cubicBezTo>
                    <a:pt x="355" y="124"/>
                    <a:pt x="360" y="120"/>
                    <a:pt x="360" y="115"/>
                  </a:cubicBezTo>
                  <a:cubicBezTo>
                    <a:pt x="360" y="109"/>
                    <a:pt x="355" y="105"/>
                    <a:pt x="350" y="105"/>
                  </a:cubicBezTo>
                  <a:cubicBezTo>
                    <a:pt x="255" y="105"/>
                    <a:pt x="255" y="105"/>
                    <a:pt x="255" y="105"/>
                  </a:cubicBezTo>
                  <a:cubicBezTo>
                    <a:pt x="255" y="10"/>
                    <a:pt x="255" y="10"/>
                    <a:pt x="255" y="10"/>
                  </a:cubicBezTo>
                  <a:cubicBezTo>
                    <a:pt x="255" y="5"/>
                    <a:pt x="251" y="0"/>
                    <a:pt x="246" y="0"/>
                  </a:cubicBezTo>
                  <a:cubicBezTo>
                    <a:pt x="240" y="0"/>
                    <a:pt x="236" y="5"/>
                    <a:pt x="236" y="10"/>
                  </a:cubicBezTo>
                  <a:cubicBezTo>
                    <a:pt x="236" y="105"/>
                    <a:pt x="236" y="105"/>
                    <a:pt x="236" y="105"/>
                  </a:cubicBezTo>
                  <a:cubicBezTo>
                    <a:pt x="124" y="105"/>
                    <a:pt x="124" y="105"/>
                    <a:pt x="124" y="105"/>
                  </a:cubicBezTo>
                  <a:cubicBezTo>
                    <a:pt x="124" y="10"/>
                    <a:pt x="124" y="10"/>
                    <a:pt x="124" y="10"/>
                  </a:cubicBezTo>
                  <a:cubicBezTo>
                    <a:pt x="124" y="5"/>
                    <a:pt x="120" y="0"/>
                    <a:pt x="114" y="0"/>
                  </a:cubicBezTo>
                  <a:cubicBezTo>
                    <a:pt x="109" y="0"/>
                    <a:pt x="105" y="5"/>
                    <a:pt x="105" y="10"/>
                  </a:cubicBezTo>
                  <a:cubicBezTo>
                    <a:pt x="105" y="105"/>
                    <a:pt x="105" y="105"/>
                    <a:pt x="105" y="105"/>
                  </a:cubicBezTo>
                  <a:cubicBezTo>
                    <a:pt x="10" y="105"/>
                    <a:pt x="10" y="105"/>
                    <a:pt x="10" y="105"/>
                  </a:cubicBezTo>
                  <a:cubicBezTo>
                    <a:pt x="4" y="105"/>
                    <a:pt x="0" y="109"/>
                    <a:pt x="0" y="115"/>
                  </a:cubicBezTo>
                  <a:cubicBezTo>
                    <a:pt x="0" y="120"/>
                    <a:pt x="4" y="124"/>
                    <a:pt x="10" y="124"/>
                  </a:cubicBezTo>
                  <a:cubicBezTo>
                    <a:pt x="105" y="124"/>
                    <a:pt x="105" y="124"/>
                    <a:pt x="105" y="124"/>
                  </a:cubicBezTo>
                  <a:cubicBezTo>
                    <a:pt x="105" y="236"/>
                    <a:pt x="105" y="236"/>
                    <a:pt x="105" y="236"/>
                  </a:cubicBezTo>
                  <a:cubicBezTo>
                    <a:pt x="10" y="236"/>
                    <a:pt x="10" y="236"/>
                    <a:pt x="10" y="236"/>
                  </a:cubicBezTo>
                  <a:cubicBezTo>
                    <a:pt x="4" y="236"/>
                    <a:pt x="0" y="241"/>
                    <a:pt x="0" y="246"/>
                  </a:cubicBezTo>
                  <a:cubicBezTo>
                    <a:pt x="0" y="251"/>
                    <a:pt x="4" y="255"/>
                    <a:pt x="10" y="255"/>
                  </a:cubicBezTo>
                  <a:cubicBezTo>
                    <a:pt x="105" y="255"/>
                    <a:pt x="105" y="255"/>
                    <a:pt x="105" y="255"/>
                  </a:cubicBezTo>
                  <a:cubicBezTo>
                    <a:pt x="105" y="364"/>
                    <a:pt x="105" y="364"/>
                    <a:pt x="105" y="364"/>
                  </a:cubicBezTo>
                  <a:cubicBezTo>
                    <a:pt x="105" y="369"/>
                    <a:pt x="109" y="373"/>
                    <a:pt x="114" y="373"/>
                  </a:cubicBezTo>
                  <a:cubicBezTo>
                    <a:pt x="120" y="373"/>
                    <a:pt x="124" y="369"/>
                    <a:pt x="124" y="364"/>
                  </a:cubicBezTo>
                  <a:cubicBezTo>
                    <a:pt x="124" y="255"/>
                    <a:pt x="124" y="255"/>
                    <a:pt x="124" y="255"/>
                  </a:cubicBezTo>
                  <a:cubicBezTo>
                    <a:pt x="236" y="255"/>
                    <a:pt x="236" y="255"/>
                    <a:pt x="236" y="255"/>
                  </a:cubicBezTo>
                  <a:cubicBezTo>
                    <a:pt x="236" y="364"/>
                    <a:pt x="236" y="364"/>
                    <a:pt x="236" y="364"/>
                  </a:cubicBezTo>
                  <a:cubicBezTo>
                    <a:pt x="236" y="369"/>
                    <a:pt x="240" y="373"/>
                    <a:pt x="246" y="373"/>
                  </a:cubicBezTo>
                  <a:cubicBezTo>
                    <a:pt x="251" y="373"/>
                    <a:pt x="255" y="369"/>
                    <a:pt x="255" y="364"/>
                  </a:cubicBezTo>
                  <a:cubicBezTo>
                    <a:pt x="255" y="255"/>
                    <a:pt x="255" y="255"/>
                    <a:pt x="255" y="255"/>
                  </a:cubicBezTo>
                  <a:cubicBezTo>
                    <a:pt x="350" y="255"/>
                    <a:pt x="350" y="255"/>
                    <a:pt x="350" y="255"/>
                  </a:cubicBezTo>
                  <a:cubicBezTo>
                    <a:pt x="355" y="255"/>
                    <a:pt x="360" y="251"/>
                    <a:pt x="360" y="246"/>
                  </a:cubicBezTo>
                  <a:cubicBezTo>
                    <a:pt x="360" y="241"/>
                    <a:pt x="355" y="236"/>
                    <a:pt x="350" y="236"/>
                  </a:cubicBezTo>
                  <a:cubicBezTo>
                    <a:pt x="255" y="236"/>
                    <a:pt x="255" y="236"/>
                    <a:pt x="255" y="236"/>
                  </a:cubicBezTo>
                  <a:cubicBezTo>
                    <a:pt x="255" y="124"/>
                    <a:pt x="255" y="124"/>
                    <a:pt x="255" y="124"/>
                  </a:cubicBezTo>
                  <a:lnTo>
                    <a:pt x="350" y="124"/>
                  </a:lnTo>
                  <a:close/>
                  <a:moveTo>
                    <a:pt x="236" y="236"/>
                  </a:moveTo>
                  <a:cubicBezTo>
                    <a:pt x="124" y="236"/>
                    <a:pt x="124" y="236"/>
                    <a:pt x="124" y="236"/>
                  </a:cubicBezTo>
                  <a:cubicBezTo>
                    <a:pt x="124" y="124"/>
                    <a:pt x="124" y="124"/>
                    <a:pt x="124" y="124"/>
                  </a:cubicBezTo>
                  <a:cubicBezTo>
                    <a:pt x="236" y="124"/>
                    <a:pt x="236" y="124"/>
                    <a:pt x="236" y="124"/>
                  </a:cubicBezTo>
                  <a:lnTo>
                    <a:pt x="236" y="236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4" name="Freeform 159"/>
            <p:cNvSpPr>
              <a:spLocks noEditPoints="1"/>
            </p:cNvSpPr>
            <p:nvPr/>
          </p:nvSpPr>
          <p:spPr bwMode="auto">
            <a:xfrm>
              <a:off x="5594351" y="2360613"/>
              <a:ext cx="409575" cy="423863"/>
            </a:xfrm>
            <a:custGeom>
              <a:avLst/>
              <a:gdLst>
                <a:gd name="T0" fmla="*/ 389 w 412"/>
                <a:gd name="T1" fmla="*/ 0 h 425"/>
                <a:gd name="T2" fmla="*/ 23 w 412"/>
                <a:gd name="T3" fmla="*/ 0 h 425"/>
                <a:gd name="T4" fmla="*/ 0 w 412"/>
                <a:gd name="T5" fmla="*/ 23 h 425"/>
                <a:gd name="T6" fmla="*/ 0 w 412"/>
                <a:gd name="T7" fmla="*/ 403 h 425"/>
                <a:gd name="T8" fmla="*/ 23 w 412"/>
                <a:gd name="T9" fmla="*/ 425 h 425"/>
                <a:gd name="T10" fmla="*/ 389 w 412"/>
                <a:gd name="T11" fmla="*/ 425 h 425"/>
                <a:gd name="T12" fmla="*/ 412 w 412"/>
                <a:gd name="T13" fmla="*/ 403 h 425"/>
                <a:gd name="T14" fmla="*/ 412 w 412"/>
                <a:gd name="T15" fmla="*/ 23 h 425"/>
                <a:gd name="T16" fmla="*/ 389 w 412"/>
                <a:gd name="T17" fmla="*/ 0 h 425"/>
                <a:gd name="T18" fmla="*/ 393 w 412"/>
                <a:gd name="T19" fmla="*/ 403 h 425"/>
                <a:gd name="T20" fmla="*/ 389 w 412"/>
                <a:gd name="T21" fmla="*/ 406 h 425"/>
                <a:gd name="T22" fmla="*/ 23 w 412"/>
                <a:gd name="T23" fmla="*/ 406 h 425"/>
                <a:gd name="T24" fmla="*/ 19 w 412"/>
                <a:gd name="T25" fmla="*/ 403 h 425"/>
                <a:gd name="T26" fmla="*/ 19 w 412"/>
                <a:gd name="T27" fmla="*/ 23 h 425"/>
                <a:gd name="T28" fmla="*/ 23 w 412"/>
                <a:gd name="T29" fmla="*/ 19 h 425"/>
                <a:gd name="T30" fmla="*/ 389 w 412"/>
                <a:gd name="T31" fmla="*/ 19 h 425"/>
                <a:gd name="T32" fmla="*/ 393 w 412"/>
                <a:gd name="T33" fmla="*/ 23 h 425"/>
                <a:gd name="T34" fmla="*/ 393 w 412"/>
                <a:gd name="T35" fmla="*/ 403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12" h="425">
                  <a:moveTo>
                    <a:pt x="389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10" y="0"/>
                    <a:pt x="0" y="10"/>
                    <a:pt x="0" y="23"/>
                  </a:cubicBezTo>
                  <a:cubicBezTo>
                    <a:pt x="0" y="403"/>
                    <a:pt x="0" y="403"/>
                    <a:pt x="0" y="403"/>
                  </a:cubicBezTo>
                  <a:cubicBezTo>
                    <a:pt x="0" y="415"/>
                    <a:pt x="10" y="425"/>
                    <a:pt x="23" y="425"/>
                  </a:cubicBezTo>
                  <a:cubicBezTo>
                    <a:pt x="389" y="425"/>
                    <a:pt x="389" y="425"/>
                    <a:pt x="389" y="425"/>
                  </a:cubicBezTo>
                  <a:cubicBezTo>
                    <a:pt x="402" y="425"/>
                    <a:pt x="412" y="415"/>
                    <a:pt x="412" y="403"/>
                  </a:cubicBezTo>
                  <a:cubicBezTo>
                    <a:pt x="412" y="23"/>
                    <a:pt x="412" y="23"/>
                    <a:pt x="412" y="23"/>
                  </a:cubicBezTo>
                  <a:cubicBezTo>
                    <a:pt x="412" y="10"/>
                    <a:pt x="402" y="0"/>
                    <a:pt x="389" y="0"/>
                  </a:cubicBezTo>
                  <a:close/>
                  <a:moveTo>
                    <a:pt x="393" y="403"/>
                  </a:moveTo>
                  <a:cubicBezTo>
                    <a:pt x="393" y="405"/>
                    <a:pt x="391" y="406"/>
                    <a:pt x="389" y="406"/>
                  </a:cubicBezTo>
                  <a:cubicBezTo>
                    <a:pt x="23" y="406"/>
                    <a:pt x="23" y="406"/>
                    <a:pt x="23" y="406"/>
                  </a:cubicBezTo>
                  <a:cubicBezTo>
                    <a:pt x="21" y="406"/>
                    <a:pt x="19" y="405"/>
                    <a:pt x="19" y="403"/>
                  </a:cubicBezTo>
                  <a:cubicBezTo>
                    <a:pt x="19" y="23"/>
                    <a:pt x="19" y="23"/>
                    <a:pt x="19" y="23"/>
                  </a:cubicBezTo>
                  <a:cubicBezTo>
                    <a:pt x="19" y="21"/>
                    <a:pt x="21" y="19"/>
                    <a:pt x="23" y="19"/>
                  </a:cubicBezTo>
                  <a:cubicBezTo>
                    <a:pt x="389" y="19"/>
                    <a:pt x="389" y="19"/>
                    <a:pt x="389" y="19"/>
                  </a:cubicBezTo>
                  <a:cubicBezTo>
                    <a:pt x="391" y="19"/>
                    <a:pt x="393" y="21"/>
                    <a:pt x="393" y="23"/>
                  </a:cubicBezTo>
                  <a:lnTo>
                    <a:pt x="393" y="403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58" name="Group 257"/>
          <p:cNvGrpSpPr/>
          <p:nvPr/>
        </p:nvGrpSpPr>
        <p:grpSpPr>
          <a:xfrm>
            <a:off x="10517719" y="3147485"/>
            <a:ext cx="565151" cy="565151"/>
            <a:chOff x="7888289" y="2360613"/>
            <a:chExt cx="423863" cy="423863"/>
          </a:xfrm>
          <a:solidFill>
            <a:schemeClr val="accent1"/>
          </a:solidFill>
        </p:grpSpPr>
        <p:sp>
          <p:nvSpPr>
            <p:cNvPr id="195" name="Freeform 160"/>
            <p:cNvSpPr>
              <a:spLocks noEditPoints="1"/>
            </p:cNvSpPr>
            <p:nvPr/>
          </p:nvSpPr>
          <p:spPr bwMode="auto">
            <a:xfrm>
              <a:off x="7888289" y="2360613"/>
              <a:ext cx="423863" cy="423863"/>
            </a:xfrm>
            <a:custGeom>
              <a:avLst/>
              <a:gdLst>
                <a:gd name="T0" fmla="*/ 403 w 425"/>
                <a:gd name="T1" fmla="*/ 0 h 425"/>
                <a:gd name="T2" fmla="*/ 23 w 425"/>
                <a:gd name="T3" fmla="*/ 0 h 425"/>
                <a:gd name="T4" fmla="*/ 0 w 425"/>
                <a:gd name="T5" fmla="*/ 23 h 425"/>
                <a:gd name="T6" fmla="*/ 0 w 425"/>
                <a:gd name="T7" fmla="*/ 403 h 425"/>
                <a:gd name="T8" fmla="*/ 23 w 425"/>
                <a:gd name="T9" fmla="*/ 425 h 425"/>
                <a:gd name="T10" fmla="*/ 403 w 425"/>
                <a:gd name="T11" fmla="*/ 425 h 425"/>
                <a:gd name="T12" fmla="*/ 425 w 425"/>
                <a:gd name="T13" fmla="*/ 403 h 425"/>
                <a:gd name="T14" fmla="*/ 425 w 425"/>
                <a:gd name="T15" fmla="*/ 23 h 425"/>
                <a:gd name="T16" fmla="*/ 403 w 425"/>
                <a:gd name="T17" fmla="*/ 0 h 425"/>
                <a:gd name="T18" fmla="*/ 406 w 425"/>
                <a:gd name="T19" fmla="*/ 403 h 425"/>
                <a:gd name="T20" fmla="*/ 403 w 425"/>
                <a:gd name="T21" fmla="*/ 406 h 425"/>
                <a:gd name="T22" fmla="*/ 23 w 425"/>
                <a:gd name="T23" fmla="*/ 406 h 425"/>
                <a:gd name="T24" fmla="*/ 19 w 425"/>
                <a:gd name="T25" fmla="*/ 403 h 425"/>
                <a:gd name="T26" fmla="*/ 19 w 425"/>
                <a:gd name="T27" fmla="*/ 23 h 425"/>
                <a:gd name="T28" fmla="*/ 23 w 425"/>
                <a:gd name="T29" fmla="*/ 19 h 425"/>
                <a:gd name="T30" fmla="*/ 403 w 425"/>
                <a:gd name="T31" fmla="*/ 19 h 425"/>
                <a:gd name="T32" fmla="*/ 406 w 425"/>
                <a:gd name="T33" fmla="*/ 23 h 425"/>
                <a:gd name="T34" fmla="*/ 406 w 425"/>
                <a:gd name="T35" fmla="*/ 403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25" h="425">
                  <a:moveTo>
                    <a:pt x="403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10" y="0"/>
                    <a:pt x="0" y="10"/>
                    <a:pt x="0" y="23"/>
                  </a:cubicBezTo>
                  <a:cubicBezTo>
                    <a:pt x="0" y="403"/>
                    <a:pt x="0" y="403"/>
                    <a:pt x="0" y="403"/>
                  </a:cubicBezTo>
                  <a:cubicBezTo>
                    <a:pt x="0" y="415"/>
                    <a:pt x="10" y="425"/>
                    <a:pt x="23" y="425"/>
                  </a:cubicBezTo>
                  <a:cubicBezTo>
                    <a:pt x="403" y="425"/>
                    <a:pt x="403" y="425"/>
                    <a:pt x="403" y="425"/>
                  </a:cubicBezTo>
                  <a:cubicBezTo>
                    <a:pt x="415" y="425"/>
                    <a:pt x="425" y="415"/>
                    <a:pt x="425" y="403"/>
                  </a:cubicBezTo>
                  <a:cubicBezTo>
                    <a:pt x="425" y="23"/>
                    <a:pt x="425" y="23"/>
                    <a:pt x="425" y="23"/>
                  </a:cubicBezTo>
                  <a:cubicBezTo>
                    <a:pt x="425" y="10"/>
                    <a:pt x="415" y="0"/>
                    <a:pt x="403" y="0"/>
                  </a:cubicBezTo>
                  <a:close/>
                  <a:moveTo>
                    <a:pt x="406" y="403"/>
                  </a:moveTo>
                  <a:cubicBezTo>
                    <a:pt x="406" y="405"/>
                    <a:pt x="405" y="406"/>
                    <a:pt x="403" y="406"/>
                  </a:cubicBezTo>
                  <a:cubicBezTo>
                    <a:pt x="23" y="406"/>
                    <a:pt x="23" y="406"/>
                    <a:pt x="23" y="406"/>
                  </a:cubicBezTo>
                  <a:cubicBezTo>
                    <a:pt x="20" y="406"/>
                    <a:pt x="19" y="405"/>
                    <a:pt x="19" y="403"/>
                  </a:cubicBezTo>
                  <a:cubicBezTo>
                    <a:pt x="19" y="23"/>
                    <a:pt x="19" y="23"/>
                    <a:pt x="19" y="23"/>
                  </a:cubicBezTo>
                  <a:cubicBezTo>
                    <a:pt x="19" y="21"/>
                    <a:pt x="20" y="19"/>
                    <a:pt x="23" y="19"/>
                  </a:cubicBezTo>
                  <a:cubicBezTo>
                    <a:pt x="403" y="19"/>
                    <a:pt x="403" y="19"/>
                    <a:pt x="403" y="19"/>
                  </a:cubicBezTo>
                  <a:cubicBezTo>
                    <a:pt x="405" y="19"/>
                    <a:pt x="406" y="21"/>
                    <a:pt x="406" y="23"/>
                  </a:cubicBezTo>
                  <a:lnTo>
                    <a:pt x="406" y="403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6" name="Freeform 161"/>
            <p:cNvSpPr>
              <a:spLocks noEditPoints="1"/>
            </p:cNvSpPr>
            <p:nvPr/>
          </p:nvSpPr>
          <p:spPr bwMode="auto">
            <a:xfrm>
              <a:off x="7934326" y="2405063"/>
              <a:ext cx="336550" cy="333375"/>
            </a:xfrm>
            <a:custGeom>
              <a:avLst/>
              <a:gdLst>
                <a:gd name="T0" fmla="*/ 260 w 338"/>
                <a:gd name="T1" fmla="*/ 9 h 335"/>
                <a:gd name="T2" fmla="*/ 227 w 338"/>
                <a:gd name="T3" fmla="*/ 9 h 335"/>
                <a:gd name="T4" fmla="*/ 178 w 338"/>
                <a:gd name="T5" fmla="*/ 58 h 335"/>
                <a:gd name="T6" fmla="*/ 177 w 338"/>
                <a:gd name="T7" fmla="*/ 60 h 335"/>
                <a:gd name="T8" fmla="*/ 45 w 338"/>
                <a:gd name="T9" fmla="*/ 192 h 335"/>
                <a:gd name="T10" fmla="*/ 43 w 338"/>
                <a:gd name="T11" fmla="*/ 195 h 335"/>
                <a:gd name="T12" fmla="*/ 1 w 338"/>
                <a:gd name="T13" fmla="*/ 323 h 335"/>
                <a:gd name="T14" fmla="*/ 4 w 338"/>
                <a:gd name="T15" fmla="*/ 332 h 335"/>
                <a:gd name="T16" fmla="*/ 10 w 338"/>
                <a:gd name="T17" fmla="*/ 335 h 335"/>
                <a:gd name="T18" fmla="*/ 13 w 338"/>
                <a:gd name="T19" fmla="*/ 335 h 335"/>
                <a:gd name="T20" fmla="*/ 144 w 338"/>
                <a:gd name="T21" fmla="*/ 296 h 335"/>
                <a:gd name="T22" fmla="*/ 148 w 338"/>
                <a:gd name="T23" fmla="*/ 293 h 335"/>
                <a:gd name="T24" fmla="*/ 280 w 338"/>
                <a:gd name="T25" fmla="*/ 160 h 335"/>
                <a:gd name="T26" fmla="*/ 281 w 338"/>
                <a:gd name="T27" fmla="*/ 158 h 335"/>
                <a:gd name="T28" fmla="*/ 329 w 338"/>
                <a:gd name="T29" fmla="*/ 111 h 335"/>
                <a:gd name="T30" fmla="*/ 329 w 338"/>
                <a:gd name="T31" fmla="*/ 78 h 335"/>
                <a:gd name="T32" fmla="*/ 260 w 338"/>
                <a:gd name="T33" fmla="*/ 9 h 335"/>
                <a:gd name="T34" fmla="*/ 124 w 338"/>
                <a:gd name="T35" fmla="*/ 238 h 335"/>
                <a:gd name="T36" fmla="*/ 98 w 338"/>
                <a:gd name="T37" fmla="*/ 238 h 335"/>
                <a:gd name="T38" fmla="*/ 98 w 338"/>
                <a:gd name="T39" fmla="*/ 211 h 335"/>
                <a:gd name="T40" fmla="*/ 208 w 338"/>
                <a:gd name="T41" fmla="*/ 101 h 335"/>
                <a:gd name="T42" fmla="*/ 236 w 338"/>
                <a:gd name="T43" fmla="*/ 129 h 335"/>
                <a:gd name="T44" fmla="*/ 124 w 338"/>
                <a:gd name="T45" fmla="*/ 238 h 335"/>
                <a:gd name="T46" fmla="*/ 86 w 338"/>
                <a:gd name="T47" fmla="*/ 197 h 335"/>
                <a:gd name="T48" fmla="*/ 70 w 338"/>
                <a:gd name="T49" fmla="*/ 193 h 335"/>
                <a:gd name="T50" fmla="*/ 185 w 338"/>
                <a:gd name="T51" fmla="*/ 78 h 335"/>
                <a:gd name="T52" fmla="*/ 195 w 338"/>
                <a:gd name="T53" fmla="*/ 88 h 335"/>
                <a:gd name="T54" fmla="*/ 86 w 338"/>
                <a:gd name="T55" fmla="*/ 197 h 335"/>
                <a:gd name="T56" fmla="*/ 58 w 338"/>
                <a:gd name="T57" fmla="*/ 209 h 335"/>
                <a:gd name="T58" fmla="*/ 80 w 338"/>
                <a:gd name="T59" fmla="*/ 214 h 335"/>
                <a:gd name="T60" fmla="*/ 80 w 338"/>
                <a:gd name="T61" fmla="*/ 247 h 335"/>
                <a:gd name="T62" fmla="*/ 89 w 338"/>
                <a:gd name="T63" fmla="*/ 257 h 335"/>
                <a:gd name="T64" fmla="*/ 121 w 338"/>
                <a:gd name="T65" fmla="*/ 257 h 335"/>
                <a:gd name="T66" fmla="*/ 128 w 338"/>
                <a:gd name="T67" fmla="*/ 281 h 335"/>
                <a:gd name="T68" fmla="*/ 25 w 338"/>
                <a:gd name="T69" fmla="*/ 312 h 335"/>
                <a:gd name="T70" fmla="*/ 58 w 338"/>
                <a:gd name="T71" fmla="*/ 209 h 335"/>
                <a:gd name="T72" fmla="*/ 145 w 338"/>
                <a:gd name="T73" fmla="*/ 270 h 335"/>
                <a:gd name="T74" fmla="*/ 139 w 338"/>
                <a:gd name="T75" fmla="*/ 250 h 335"/>
                <a:gd name="T76" fmla="*/ 249 w 338"/>
                <a:gd name="T77" fmla="*/ 142 h 335"/>
                <a:gd name="T78" fmla="*/ 260 w 338"/>
                <a:gd name="T79" fmla="*/ 153 h 335"/>
                <a:gd name="T80" fmla="*/ 145 w 338"/>
                <a:gd name="T81" fmla="*/ 270 h 335"/>
                <a:gd name="T82" fmla="*/ 316 w 338"/>
                <a:gd name="T83" fmla="*/ 97 h 335"/>
                <a:gd name="T84" fmla="*/ 273 w 338"/>
                <a:gd name="T85" fmla="*/ 140 h 335"/>
                <a:gd name="T86" fmla="*/ 198 w 338"/>
                <a:gd name="T87" fmla="*/ 65 h 335"/>
                <a:gd name="T88" fmla="*/ 241 w 338"/>
                <a:gd name="T89" fmla="*/ 22 h 335"/>
                <a:gd name="T90" fmla="*/ 244 w 338"/>
                <a:gd name="T91" fmla="*/ 21 h 335"/>
                <a:gd name="T92" fmla="*/ 247 w 338"/>
                <a:gd name="T93" fmla="*/ 22 h 335"/>
                <a:gd name="T94" fmla="*/ 316 w 338"/>
                <a:gd name="T95" fmla="*/ 91 h 335"/>
                <a:gd name="T96" fmla="*/ 316 w 338"/>
                <a:gd name="T97" fmla="*/ 97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38" h="335">
                  <a:moveTo>
                    <a:pt x="260" y="9"/>
                  </a:moveTo>
                  <a:cubicBezTo>
                    <a:pt x="251" y="0"/>
                    <a:pt x="236" y="0"/>
                    <a:pt x="227" y="9"/>
                  </a:cubicBezTo>
                  <a:cubicBezTo>
                    <a:pt x="178" y="58"/>
                    <a:pt x="178" y="58"/>
                    <a:pt x="178" y="58"/>
                  </a:cubicBezTo>
                  <a:cubicBezTo>
                    <a:pt x="178" y="59"/>
                    <a:pt x="177" y="59"/>
                    <a:pt x="177" y="60"/>
                  </a:cubicBezTo>
                  <a:cubicBezTo>
                    <a:pt x="45" y="192"/>
                    <a:pt x="45" y="192"/>
                    <a:pt x="45" y="192"/>
                  </a:cubicBezTo>
                  <a:cubicBezTo>
                    <a:pt x="44" y="193"/>
                    <a:pt x="43" y="194"/>
                    <a:pt x="43" y="195"/>
                  </a:cubicBezTo>
                  <a:cubicBezTo>
                    <a:pt x="1" y="323"/>
                    <a:pt x="1" y="323"/>
                    <a:pt x="1" y="323"/>
                  </a:cubicBezTo>
                  <a:cubicBezTo>
                    <a:pt x="0" y="326"/>
                    <a:pt x="1" y="330"/>
                    <a:pt x="4" y="332"/>
                  </a:cubicBezTo>
                  <a:cubicBezTo>
                    <a:pt x="5" y="334"/>
                    <a:pt x="8" y="335"/>
                    <a:pt x="10" y="335"/>
                  </a:cubicBezTo>
                  <a:cubicBezTo>
                    <a:pt x="11" y="335"/>
                    <a:pt x="12" y="335"/>
                    <a:pt x="13" y="335"/>
                  </a:cubicBezTo>
                  <a:cubicBezTo>
                    <a:pt x="144" y="296"/>
                    <a:pt x="144" y="296"/>
                    <a:pt x="144" y="296"/>
                  </a:cubicBezTo>
                  <a:cubicBezTo>
                    <a:pt x="146" y="295"/>
                    <a:pt x="147" y="294"/>
                    <a:pt x="148" y="293"/>
                  </a:cubicBezTo>
                  <a:cubicBezTo>
                    <a:pt x="280" y="160"/>
                    <a:pt x="280" y="160"/>
                    <a:pt x="280" y="160"/>
                  </a:cubicBezTo>
                  <a:cubicBezTo>
                    <a:pt x="281" y="159"/>
                    <a:pt x="281" y="158"/>
                    <a:pt x="281" y="158"/>
                  </a:cubicBezTo>
                  <a:cubicBezTo>
                    <a:pt x="329" y="111"/>
                    <a:pt x="329" y="111"/>
                    <a:pt x="329" y="111"/>
                  </a:cubicBezTo>
                  <a:cubicBezTo>
                    <a:pt x="338" y="102"/>
                    <a:pt x="338" y="87"/>
                    <a:pt x="329" y="78"/>
                  </a:cubicBezTo>
                  <a:lnTo>
                    <a:pt x="260" y="9"/>
                  </a:lnTo>
                  <a:close/>
                  <a:moveTo>
                    <a:pt x="124" y="238"/>
                  </a:moveTo>
                  <a:cubicBezTo>
                    <a:pt x="98" y="238"/>
                    <a:pt x="98" y="238"/>
                    <a:pt x="98" y="238"/>
                  </a:cubicBezTo>
                  <a:cubicBezTo>
                    <a:pt x="98" y="211"/>
                    <a:pt x="98" y="211"/>
                    <a:pt x="98" y="211"/>
                  </a:cubicBezTo>
                  <a:cubicBezTo>
                    <a:pt x="208" y="101"/>
                    <a:pt x="208" y="101"/>
                    <a:pt x="208" y="101"/>
                  </a:cubicBezTo>
                  <a:cubicBezTo>
                    <a:pt x="236" y="129"/>
                    <a:pt x="236" y="129"/>
                    <a:pt x="236" y="129"/>
                  </a:cubicBezTo>
                  <a:lnTo>
                    <a:pt x="124" y="238"/>
                  </a:lnTo>
                  <a:close/>
                  <a:moveTo>
                    <a:pt x="86" y="197"/>
                  </a:moveTo>
                  <a:cubicBezTo>
                    <a:pt x="70" y="193"/>
                    <a:pt x="70" y="193"/>
                    <a:pt x="70" y="193"/>
                  </a:cubicBezTo>
                  <a:cubicBezTo>
                    <a:pt x="185" y="78"/>
                    <a:pt x="185" y="78"/>
                    <a:pt x="185" y="78"/>
                  </a:cubicBezTo>
                  <a:cubicBezTo>
                    <a:pt x="195" y="88"/>
                    <a:pt x="195" y="88"/>
                    <a:pt x="195" y="88"/>
                  </a:cubicBezTo>
                  <a:lnTo>
                    <a:pt x="86" y="197"/>
                  </a:lnTo>
                  <a:close/>
                  <a:moveTo>
                    <a:pt x="58" y="209"/>
                  </a:moveTo>
                  <a:cubicBezTo>
                    <a:pt x="80" y="214"/>
                    <a:pt x="80" y="214"/>
                    <a:pt x="80" y="214"/>
                  </a:cubicBezTo>
                  <a:cubicBezTo>
                    <a:pt x="80" y="247"/>
                    <a:pt x="80" y="247"/>
                    <a:pt x="80" y="247"/>
                  </a:cubicBezTo>
                  <a:cubicBezTo>
                    <a:pt x="80" y="253"/>
                    <a:pt x="84" y="257"/>
                    <a:pt x="89" y="257"/>
                  </a:cubicBezTo>
                  <a:cubicBezTo>
                    <a:pt x="121" y="257"/>
                    <a:pt x="121" y="257"/>
                    <a:pt x="121" y="257"/>
                  </a:cubicBezTo>
                  <a:cubicBezTo>
                    <a:pt x="128" y="281"/>
                    <a:pt x="128" y="281"/>
                    <a:pt x="128" y="281"/>
                  </a:cubicBezTo>
                  <a:cubicBezTo>
                    <a:pt x="25" y="312"/>
                    <a:pt x="25" y="312"/>
                    <a:pt x="25" y="312"/>
                  </a:cubicBezTo>
                  <a:lnTo>
                    <a:pt x="58" y="209"/>
                  </a:lnTo>
                  <a:close/>
                  <a:moveTo>
                    <a:pt x="145" y="270"/>
                  </a:moveTo>
                  <a:cubicBezTo>
                    <a:pt x="139" y="250"/>
                    <a:pt x="139" y="250"/>
                    <a:pt x="139" y="250"/>
                  </a:cubicBezTo>
                  <a:cubicBezTo>
                    <a:pt x="249" y="142"/>
                    <a:pt x="249" y="142"/>
                    <a:pt x="249" y="142"/>
                  </a:cubicBezTo>
                  <a:cubicBezTo>
                    <a:pt x="260" y="153"/>
                    <a:pt x="260" y="153"/>
                    <a:pt x="260" y="153"/>
                  </a:cubicBezTo>
                  <a:lnTo>
                    <a:pt x="145" y="270"/>
                  </a:lnTo>
                  <a:close/>
                  <a:moveTo>
                    <a:pt x="316" y="97"/>
                  </a:moveTo>
                  <a:cubicBezTo>
                    <a:pt x="273" y="140"/>
                    <a:pt x="273" y="140"/>
                    <a:pt x="273" y="140"/>
                  </a:cubicBezTo>
                  <a:cubicBezTo>
                    <a:pt x="198" y="65"/>
                    <a:pt x="198" y="65"/>
                    <a:pt x="198" y="65"/>
                  </a:cubicBezTo>
                  <a:cubicBezTo>
                    <a:pt x="241" y="22"/>
                    <a:pt x="241" y="22"/>
                    <a:pt x="241" y="22"/>
                  </a:cubicBezTo>
                  <a:cubicBezTo>
                    <a:pt x="242" y="21"/>
                    <a:pt x="243" y="21"/>
                    <a:pt x="244" y="21"/>
                  </a:cubicBezTo>
                  <a:cubicBezTo>
                    <a:pt x="244" y="21"/>
                    <a:pt x="246" y="21"/>
                    <a:pt x="247" y="22"/>
                  </a:cubicBezTo>
                  <a:cubicBezTo>
                    <a:pt x="316" y="91"/>
                    <a:pt x="316" y="91"/>
                    <a:pt x="316" y="91"/>
                  </a:cubicBezTo>
                  <a:cubicBezTo>
                    <a:pt x="317" y="93"/>
                    <a:pt x="317" y="96"/>
                    <a:pt x="316" y="97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53" name="Group 252"/>
          <p:cNvGrpSpPr/>
          <p:nvPr/>
        </p:nvGrpSpPr>
        <p:grpSpPr>
          <a:xfrm>
            <a:off x="4138086" y="4053417"/>
            <a:ext cx="702733" cy="563035"/>
            <a:chOff x="3103564" y="3040063"/>
            <a:chExt cx="527050" cy="422276"/>
          </a:xfrm>
          <a:solidFill>
            <a:schemeClr val="accent1"/>
          </a:solidFill>
        </p:grpSpPr>
        <p:sp>
          <p:nvSpPr>
            <p:cNvPr id="197" name="Freeform 162"/>
            <p:cNvSpPr>
              <a:spLocks/>
            </p:cNvSpPr>
            <p:nvPr/>
          </p:nvSpPr>
          <p:spPr bwMode="auto">
            <a:xfrm>
              <a:off x="3611564" y="3040063"/>
              <a:ext cx="19050" cy="422275"/>
            </a:xfrm>
            <a:custGeom>
              <a:avLst/>
              <a:gdLst>
                <a:gd name="T0" fmla="*/ 9 w 18"/>
                <a:gd name="T1" fmla="*/ 0 h 424"/>
                <a:gd name="T2" fmla="*/ 0 w 18"/>
                <a:gd name="T3" fmla="*/ 9 h 424"/>
                <a:gd name="T4" fmla="*/ 0 w 18"/>
                <a:gd name="T5" fmla="*/ 415 h 424"/>
                <a:gd name="T6" fmla="*/ 9 w 18"/>
                <a:gd name="T7" fmla="*/ 424 h 424"/>
                <a:gd name="T8" fmla="*/ 18 w 18"/>
                <a:gd name="T9" fmla="*/ 415 h 424"/>
                <a:gd name="T10" fmla="*/ 18 w 18"/>
                <a:gd name="T11" fmla="*/ 9 h 424"/>
                <a:gd name="T12" fmla="*/ 9 w 18"/>
                <a:gd name="T13" fmla="*/ 0 h 4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424">
                  <a:moveTo>
                    <a:pt x="9" y="0"/>
                  </a:moveTo>
                  <a:cubicBezTo>
                    <a:pt x="4" y="0"/>
                    <a:pt x="0" y="4"/>
                    <a:pt x="0" y="9"/>
                  </a:cubicBezTo>
                  <a:cubicBezTo>
                    <a:pt x="0" y="415"/>
                    <a:pt x="0" y="415"/>
                    <a:pt x="0" y="415"/>
                  </a:cubicBezTo>
                  <a:cubicBezTo>
                    <a:pt x="0" y="420"/>
                    <a:pt x="4" y="424"/>
                    <a:pt x="9" y="424"/>
                  </a:cubicBezTo>
                  <a:cubicBezTo>
                    <a:pt x="14" y="424"/>
                    <a:pt x="18" y="420"/>
                    <a:pt x="18" y="415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18" y="4"/>
                    <a:pt x="14" y="0"/>
                    <a:pt x="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8" name="Freeform 163"/>
            <p:cNvSpPr>
              <a:spLocks noEditPoints="1"/>
            </p:cNvSpPr>
            <p:nvPr/>
          </p:nvSpPr>
          <p:spPr bwMode="auto">
            <a:xfrm>
              <a:off x="3128964" y="3054351"/>
              <a:ext cx="474663" cy="407988"/>
            </a:xfrm>
            <a:custGeom>
              <a:avLst/>
              <a:gdLst>
                <a:gd name="T0" fmla="*/ 472 w 477"/>
                <a:gd name="T1" fmla="*/ 2 h 410"/>
                <a:gd name="T2" fmla="*/ 462 w 477"/>
                <a:gd name="T3" fmla="*/ 3 h 410"/>
                <a:gd name="T4" fmla="*/ 455 w 477"/>
                <a:gd name="T5" fmla="*/ 9 h 410"/>
                <a:gd name="T6" fmla="*/ 219 w 477"/>
                <a:gd name="T7" fmla="*/ 90 h 410"/>
                <a:gd name="T8" fmla="*/ 37 w 477"/>
                <a:gd name="T9" fmla="*/ 90 h 410"/>
                <a:gd name="T10" fmla="*/ 0 w 477"/>
                <a:gd name="T11" fmla="*/ 128 h 410"/>
                <a:gd name="T12" fmla="*/ 0 w 477"/>
                <a:gd name="T13" fmla="*/ 269 h 410"/>
                <a:gd name="T14" fmla="*/ 37 w 477"/>
                <a:gd name="T15" fmla="*/ 306 h 410"/>
                <a:gd name="T16" fmla="*/ 79 w 477"/>
                <a:gd name="T17" fmla="*/ 306 h 410"/>
                <a:gd name="T18" fmla="*/ 112 w 477"/>
                <a:gd name="T19" fmla="*/ 380 h 410"/>
                <a:gd name="T20" fmla="*/ 193 w 477"/>
                <a:gd name="T21" fmla="*/ 410 h 410"/>
                <a:gd name="T22" fmla="*/ 202 w 477"/>
                <a:gd name="T23" fmla="*/ 401 h 410"/>
                <a:gd name="T24" fmla="*/ 193 w 477"/>
                <a:gd name="T25" fmla="*/ 392 h 410"/>
                <a:gd name="T26" fmla="*/ 125 w 477"/>
                <a:gd name="T27" fmla="*/ 367 h 410"/>
                <a:gd name="T28" fmla="*/ 98 w 477"/>
                <a:gd name="T29" fmla="*/ 306 h 410"/>
                <a:gd name="T30" fmla="*/ 131 w 477"/>
                <a:gd name="T31" fmla="*/ 306 h 410"/>
                <a:gd name="T32" fmla="*/ 149 w 477"/>
                <a:gd name="T33" fmla="*/ 342 h 410"/>
                <a:gd name="T34" fmla="*/ 193 w 477"/>
                <a:gd name="T35" fmla="*/ 358 h 410"/>
                <a:gd name="T36" fmla="*/ 202 w 477"/>
                <a:gd name="T37" fmla="*/ 349 h 410"/>
                <a:gd name="T38" fmla="*/ 193 w 477"/>
                <a:gd name="T39" fmla="*/ 339 h 410"/>
                <a:gd name="T40" fmla="*/ 150 w 477"/>
                <a:gd name="T41" fmla="*/ 306 h 410"/>
                <a:gd name="T42" fmla="*/ 218 w 477"/>
                <a:gd name="T43" fmla="*/ 306 h 410"/>
                <a:gd name="T44" fmla="*/ 455 w 477"/>
                <a:gd name="T45" fmla="*/ 388 h 410"/>
                <a:gd name="T46" fmla="*/ 462 w 477"/>
                <a:gd name="T47" fmla="*/ 393 h 410"/>
                <a:gd name="T48" fmla="*/ 468 w 477"/>
                <a:gd name="T49" fmla="*/ 395 h 410"/>
                <a:gd name="T50" fmla="*/ 472 w 477"/>
                <a:gd name="T51" fmla="*/ 394 h 410"/>
                <a:gd name="T52" fmla="*/ 477 w 477"/>
                <a:gd name="T53" fmla="*/ 386 h 410"/>
                <a:gd name="T54" fmla="*/ 477 w 477"/>
                <a:gd name="T55" fmla="*/ 10 h 410"/>
                <a:gd name="T56" fmla="*/ 472 w 477"/>
                <a:gd name="T57" fmla="*/ 2 h 410"/>
                <a:gd name="T58" fmla="*/ 19 w 477"/>
                <a:gd name="T59" fmla="*/ 269 h 410"/>
                <a:gd name="T60" fmla="*/ 19 w 477"/>
                <a:gd name="T61" fmla="*/ 128 h 410"/>
                <a:gd name="T62" fmla="*/ 37 w 477"/>
                <a:gd name="T63" fmla="*/ 109 h 410"/>
                <a:gd name="T64" fmla="*/ 78 w 477"/>
                <a:gd name="T65" fmla="*/ 109 h 410"/>
                <a:gd name="T66" fmla="*/ 78 w 477"/>
                <a:gd name="T67" fmla="*/ 287 h 410"/>
                <a:gd name="T68" fmla="*/ 37 w 477"/>
                <a:gd name="T69" fmla="*/ 287 h 410"/>
                <a:gd name="T70" fmla="*/ 19 w 477"/>
                <a:gd name="T71" fmla="*/ 269 h 410"/>
                <a:gd name="T72" fmla="*/ 458 w 477"/>
                <a:gd name="T73" fmla="*/ 367 h 410"/>
                <a:gd name="T74" fmla="*/ 218 w 477"/>
                <a:gd name="T75" fmla="*/ 287 h 410"/>
                <a:gd name="T76" fmla="*/ 143 w 477"/>
                <a:gd name="T77" fmla="*/ 287 h 410"/>
                <a:gd name="T78" fmla="*/ 140 w 477"/>
                <a:gd name="T79" fmla="*/ 287 h 410"/>
                <a:gd name="T80" fmla="*/ 140 w 477"/>
                <a:gd name="T81" fmla="*/ 287 h 410"/>
                <a:gd name="T82" fmla="*/ 137 w 477"/>
                <a:gd name="T83" fmla="*/ 287 h 410"/>
                <a:gd name="T84" fmla="*/ 97 w 477"/>
                <a:gd name="T85" fmla="*/ 287 h 410"/>
                <a:gd name="T86" fmla="*/ 97 w 477"/>
                <a:gd name="T87" fmla="*/ 109 h 410"/>
                <a:gd name="T88" fmla="*/ 219 w 477"/>
                <a:gd name="T89" fmla="*/ 109 h 410"/>
                <a:gd name="T90" fmla="*/ 458 w 477"/>
                <a:gd name="T91" fmla="*/ 29 h 410"/>
                <a:gd name="T92" fmla="*/ 458 w 477"/>
                <a:gd name="T93" fmla="*/ 367 h 4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477" h="410">
                  <a:moveTo>
                    <a:pt x="472" y="2"/>
                  </a:moveTo>
                  <a:cubicBezTo>
                    <a:pt x="469" y="0"/>
                    <a:pt x="465" y="0"/>
                    <a:pt x="462" y="3"/>
                  </a:cubicBezTo>
                  <a:cubicBezTo>
                    <a:pt x="460" y="5"/>
                    <a:pt x="457" y="6"/>
                    <a:pt x="455" y="9"/>
                  </a:cubicBezTo>
                  <a:cubicBezTo>
                    <a:pt x="416" y="39"/>
                    <a:pt x="351" y="90"/>
                    <a:pt x="219" y="90"/>
                  </a:cubicBezTo>
                  <a:cubicBezTo>
                    <a:pt x="37" y="90"/>
                    <a:pt x="37" y="90"/>
                    <a:pt x="37" y="90"/>
                  </a:cubicBezTo>
                  <a:cubicBezTo>
                    <a:pt x="17" y="90"/>
                    <a:pt x="0" y="107"/>
                    <a:pt x="0" y="128"/>
                  </a:cubicBezTo>
                  <a:cubicBezTo>
                    <a:pt x="0" y="269"/>
                    <a:pt x="0" y="269"/>
                    <a:pt x="0" y="269"/>
                  </a:cubicBezTo>
                  <a:cubicBezTo>
                    <a:pt x="0" y="289"/>
                    <a:pt x="17" y="306"/>
                    <a:pt x="37" y="306"/>
                  </a:cubicBezTo>
                  <a:cubicBezTo>
                    <a:pt x="79" y="306"/>
                    <a:pt x="79" y="306"/>
                    <a:pt x="79" y="306"/>
                  </a:cubicBezTo>
                  <a:cubicBezTo>
                    <a:pt x="81" y="322"/>
                    <a:pt x="87" y="355"/>
                    <a:pt x="112" y="380"/>
                  </a:cubicBezTo>
                  <a:cubicBezTo>
                    <a:pt x="132" y="400"/>
                    <a:pt x="159" y="410"/>
                    <a:pt x="193" y="410"/>
                  </a:cubicBezTo>
                  <a:cubicBezTo>
                    <a:pt x="198" y="410"/>
                    <a:pt x="202" y="406"/>
                    <a:pt x="202" y="401"/>
                  </a:cubicBezTo>
                  <a:cubicBezTo>
                    <a:pt x="202" y="396"/>
                    <a:pt x="198" y="392"/>
                    <a:pt x="193" y="392"/>
                  </a:cubicBezTo>
                  <a:cubicBezTo>
                    <a:pt x="164" y="392"/>
                    <a:pt x="141" y="384"/>
                    <a:pt x="125" y="367"/>
                  </a:cubicBezTo>
                  <a:cubicBezTo>
                    <a:pt x="105" y="347"/>
                    <a:pt x="100" y="320"/>
                    <a:pt x="98" y="306"/>
                  </a:cubicBezTo>
                  <a:cubicBezTo>
                    <a:pt x="131" y="306"/>
                    <a:pt x="131" y="306"/>
                    <a:pt x="131" y="306"/>
                  </a:cubicBezTo>
                  <a:cubicBezTo>
                    <a:pt x="133" y="315"/>
                    <a:pt x="137" y="330"/>
                    <a:pt x="149" y="342"/>
                  </a:cubicBezTo>
                  <a:cubicBezTo>
                    <a:pt x="160" y="353"/>
                    <a:pt x="174" y="358"/>
                    <a:pt x="193" y="358"/>
                  </a:cubicBezTo>
                  <a:cubicBezTo>
                    <a:pt x="198" y="358"/>
                    <a:pt x="202" y="354"/>
                    <a:pt x="202" y="349"/>
                  </a:cubicBezTo>
                  <a:cubicBezTo>
                    <a:pt x="202" y="344"/>
                    <a:pt x="198" y="339"/>
                    <a:pt x="193" y="339"/>
                  </a:cubicBezTo>
                  <a:cubicBezTo>
                    <a:pt x="162" y="339"/>
                    <a:pt x="153" y="319"/>
                    <a:pt x="150" y="306"/>
                  </a:cubicBezTo>
                  <a:cubicBezTo>
                    <a:pt x="218" y="306"/>
                    <a:pt x="218" y="306"/>
                    <a:pt x="218" y="306"/>
                  </a:cubicBezTo>
                  <a:cubicBezTo>
                    <a:pt x="351" y="306"/>
                    <a:pt x="416" y="357"/>
                    <a:pt x="455" y="388"/>
                  </a:cubicBezTo>
                  <a:cubicBezTo>
                    <a:pt x="457" y="390"/>
                    <a:pt x="460" y="392"/>
                    <a:pt x="462" y="393"/>
                  </a:cubicBezTo>
                  <a:cubicBezTo>
                    <a:pt x="464" y="395"/>
                    <a:pt x="466" y="395"/>
                    <a:pt x="468" y="395"/>
                  </a:cubicBezTo>
                  <a:cubicBezTo>
                    <a:pt x="469" y="395"/>
                    <a:pt x="470" y="395"/>
                    <a:pt x="472" y="394"/>
                  </a:cubicBezTo>
                  <a:cubicBezTo>
                    <a:pt x="475" y="393"/>
                    <a:pt x="477" y="390"/>
                    <a:pt x="477" y="386"/>
                  </a:cubicBezTo>
                  <a:cubicBezTo>
                    <a:pt x="477" y="10"/>
                    <a:pt x="477" y="10"/>
                    <a:pt x="477" y="10"/>
                  </a:cubicBezTo>
                  <a:cubicBezTo>
                    <a:pt x="477" y="6"/>
                    <a:pt x="475" y="3"/>
                    <a:pt x="472" y="2"/>
                  </a:cubicBezTo>
                  <a:close/>
                  <a:moveTo>
                    <a:pt x="19" y="269"/>
                  </a:moveTo>
                  <a:cubicBezTo>
                    <a:pt x="19" y="128"/>
                    <a:pt x="19" y="128"/>
                    <a:pt x="19" y="128"/>
                  </a:cubicBezTo>
                  <a:cubicBezTo>
                    <a:pt x="19" y="118"/>
                    <a:pt x="27" y="109"/>
                    <a:pt x="37" y="109"/>
                  </a:cubicBezTo>
                  <a:cubicBezTo>
                    <a:pt x="78" y="109"/>
                    <a:pt x="78" y="109"/>
                    <a:pt x="78" y="109"/>
                  </a:cubicBezTo>
                  <a:cubicBezTo>
                    <a:pt x="78" y="287"/>
                    <a:pt x="78" y="287"/>
                    <a:pt x="78" y="287"/>
                  </a:cubicBezTo>
                  <a:cubicBezTo>
                    <a:pt x="37" y="287"/>
                    <a:pt x="37" y="287"/>
                    <a:pt x="37" y="287"/>
                  </a:cubicBezTo>
                  <a:cubicBezTo>
                    <a:pt x="27" y="287"/>
                    <a:pt x="19" y="279"/>
                    <a:pt x="19" y="269"/>
                  </a:cubicBezTo>
                  <a:close/>
                  <a:moveTo>
                    <a:pt x="458" y="367"/>
                  </a:moveTo>
                  <a:cubicBezTo>
                    <a:pt x="417" y="334"/>
                    <a:pt x="348" y="287"/>
                    <a:pt x="218" y="287"/>
                  </a:cubicBezTo>
                  <a:cubicBezTo>
                    <a:pt x="143" y="287"/>
                    <a:pt x="143" y="287"/>
                    <a:pt x="143" y="287"/>
                  </a:cubicBezTo>
                  <a:cubicBezTo>
                    <a:pt x="142" y="287"/>
                    <a:pt x="141" y="287"/>
                    <a:pt x="140" y="287"/>
                  </a:cubicBezTo>
                  <a:cubicBezTo>
                    <a:pt x="140" y="287"/>
                    <a:pt x="140" y="287"/>
                    <a:pt x="140" y="287"/>
                  </a:cubicBezTo>
                  <a:cubicBezTo>
                    <a:pt x="139" y="287"/>
                    <a:pt x="138" y="287"/>
                    <a:pt x="137" y="287"/>
                  </a:cubicBezTo>
                  <a:cubicBezTo>
                    <a:pt x="97" y="287"/>
                    <a:pt x="97" y="287"/>
                    <a:pt x="97" y="287"/>
                  </a:cubicBezTo>
                  <a:cubicBezTo>
                    <a:pt x="97" y="109"/>
                    <a:pt x="97" y="109"/>
                    <a:pt x="97" y="109"/>
                  </a:cubicBezTo>
                  <a:cubicBezTo>
                    <a:pt x="219" y="109"/>
                    <a:pt x="219" y="109"/>
                    <a:pt x="219" y="109"/>
                  </a:cubicBezTo>
                  <a:cubicBezTo>
                    <a:pt x="349" y="109"/>
                    <a:pt x="417" y="62"/>
                    <a:pt x="458" y="29"/>
                  </a:cubicBezTo>
                  <a:lnTo>
                    <a:pt x="458" y="367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9" name="Freeform 164"/>
            <p:cNvSpPr>
              <a:spLocks/>
            </p:cNvSpPr>
            <p:nvPr/>
          </p:nvSpPr>
          <p:spPr bwMode="auto">
            <a:xfrm>
              <a:off x="3103564" y="3171826"/>
              <a:ext cx="17463" cy="158750"/>
            </a:xfrm>
            <a:custGeom>
              <a:avLst/>
              <a:gdLst>
                <a:gd name="T0" fmla="*/ 9 w 18"/>
                <a:gd name="T1" fmla="*/ 0 h 160"/>
                <a:gd name="T2" fmla="*/ 0 w 18"/>
                <a:gd name="T3" fmla="*/ 10 h 160"/>
                <a:gd name="T4" fmla="*/ 0 w 18"/>
                <a:gd name="T5" fmla="*/ 150 h 160"/>
                <a:gd name="T6" fmla="*/ 9 w 18"/>
                <a:gd name="T7" fmla="*/ 160 h 160"/>
                <a:gd name="T8" fmla="*/ 18 w 18"/>
                <a:gd name="T9" fmla="*/ 150 h 160"/>
                <a:gd name="T10" fmla="*/ 18 w 18"/>
                <a:gd name="T11" fmla="*/ 10 h 160"/>
                <a:gd name="T12" fmla="*/ 9 w 18"/>
                <a:gd name="T13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160">
                  <a:moveTo>
                    <a:pt x="9" y="0"/>
                  </a:moveTo>
                  <a:cubicBezTo>
                    <a:pt x="4" y="0"/>
                    <a:pt x="0" y="5"/>
                    <a:pt x="0" y="10"/>
                  </a:cubicBezTo>
                  <a:cubicBezTo>
                    <a:pt x="0" y="150"/>
                    <a:pt x="0" y="150"/>
                    <a:pt x="0" y="150"/>
                  </a:cubicBezTo>
                  <a:cubicBezTo>
                    <a:pt x="0" y="155"/>
                    <a:pt x="4" y="160"/>
                    <a:pt x="9" y="160"/>
                  </a:cubicBezTo>
                  <a:cubicBezTo>
                    <a:pt x="14" y="160"/>
                    <a:pt x="18" y="155"/>
                    <a:pt x="18" y="150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18" y="5"/>
                    <a:pt x="14" y="0"/>
                    <a:pt x="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52" name="Group 251"/>
          <p:cNvGrpSpPr/>
          <p:nvPr/>
        </p:nvGrpSpPr>
        <p:grpSpPr>
          <a:xfrm>
            <a:off x="1998135" y="4053417"/>
            <a:ext cx="372533" cy="563035"/>
            <a:chOff x="1498601" y="3040063"/>
            <a:chExt cx="279400" cy="422276"/>
          </a:xfrm>
          <a:solidFill>
            <a:schemeClr val="accent1"/>
          </a:solidFill>
        </p:grpSpPr>
        <p:sp>
          <p:nvSpPr>
            <p:cNvPr id="200" name="Freeform 165"/>
            <p:cNvSpPr>
              <a:spLocks/>
            </p:cNvSpPr>
            <p:nvPr/>
          </p:nvSpPr>
          <p:spPr bwMode="auto">
            <a:xfrm>
              <a:off x="1498601" y="3040063"/>
              <a:ext cx="279400" cy="17463"/>
            </a:xfrm>
            <a:custGeom>
              <a:avLst/>
              <a:gdLst>
                <a:gd name="T0" fmla="*/ 9 w 281"/>
                <a:gd name="T1" fmla="*/ 18 h 18"/>
                <a:gd name="T2" fmla="*/ 272 w 281"/>
                <a:gd name="T3" fmla="*/ 18 h 18"/>
                <a:gd name="T4" fmla="*/ 281 w 281"/>
                <a:gd name="T5" fmla="*/ 9 h 18"/>
                <a:gd name="T6" fmla="*/ 272 w 281"/>
                <a:gd name="T7" fmla="*/ 0 h 18"/>
                <a:gd name="T8" fmla="*/ 9 w 281"/>
                <a:gd name="T9" fmla="*/ 0 h 18"/>
                <a:gd name="T10" fmla="*/ 0 w 281"/>
                <a:gd name="T11" fmla="*/ 9 h 18"/>
                <a:gd name="T12" fmla="*/ 9 w 281"/>
                <a:gd name="T13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1" h="18">
                  <a:moveTo>
                    <a:pt x="9" y="18"/>
                  </a:moveTo>
                  <a:cubicBezTo>
                    <a:pt x="272" y="18"/>
                    <a:pt x="272" y="18"/>
                    <a:pt x="272" y="18"/>
                  </a:cubicBezTo>
                  <a:cubicBezTo>
                    <a:pt x="277" y="18"/>
                    <a:pt x="281" y="14"/>
                    <a:pt x="281" y="9"/>
                  </a:cubicBezTo>
                  <a:cubicBezTo>
                    <a:pt x="281" y="4"/>
                    <a:pt x="277" y="0"/>
                    <a:pt x="272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4"/>
                    <a:pt x="4" y="18"/>
                    <a:pt x="9" y="1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1" name="Freeform 166"/>
            <p:cNvSpPr>
              <a:spLocks noEditPoints="1"/>
            </p:cNvSpPr>
            <p:nvPr/>
          </p:nvSpPr>
          <p:spPr bwMode="auto">
            <a:xfrm>
              <a:off x="1511301" y="3065463"/>
              <a:ext cx="254000" cy="371475"/>
            </a:xfrm>
            <a:custGeom>
              <a:avLst/>
              <a:gdLst>
                <a:gd name="T0" fmla="*/ 255 w 255"/>
                <a:gd name="T1" fmla="*/ 56 h 372"/>
                <a:gd name="T2" fmla="*/ 255 w 255"/>
                <a:gd name="T3" fmla="*/ 9 h 372"/>
                <a:gd name="T4" fmla="*/ 245 w 255"/>
                <a:gd name="T5" fmla="*/ 0 h 372"/>
                <a:gd name="T6" fmla="*/ 11 w 255"/>
                <a:gd name="T7" fmla="*/ 0 h 372"/>
                <a:gd name="T8" fmla="*/ 1 w 255"/>
                <a:gd name="T9" fmla="*/ 9 h 372"/>
                <a:gd name="T10" fmla="*/ 1 w 255"/>
                <a:gd name="T11" fmla="*/ 56 h 372"/>
                <a:gd name="T12" fmla="*/ 78 w 255"/>
                <a:gd name="T13" fmla="*/ 186 h 372"/>
                <a:gd name="T14" fmla="*/ 0 w 255"/>
                <a:gd name="T15" fmla="*/ 316 h 372"/>
                <a:gd name="T16" fmla="*/ 0 w 255"/>
                <a:gd name="T17" fmla="*/ 363 h 372"/>
                <a:gd name="T18" fmla="*/ 9 w 255"/>
                <a:gd name="T19" fmla="*/ 372 h 372"/>
                <a:gd name="T20" fmla="*/ 245 w 255"/>
                <a:gd name="T21" fmla="*/ 372 h 372"/>
                <a:gd name="T22" fmla="*/ 255 w 255"/>
                <a:gd name="T23" fmla="*/ 363 h 372"/>
                <a:gd name="T24" fmla="*/ 255 w 255"/>
                <a:gd name="T25" fmla="*/ 316 h 372"/>
                <a:gd name="T26" fmla="*/ 177 w 255"/>
                <a:gd name="T27" fmla="*/ 186 h 372"/>
                <a:gd name="T28" fmla="*/ 255 w 255"/>
                <a:gd name="T29" fmla="*/ 56 h 372"/>
                <a:gd name="T30" fmla="*/ 127 w 255"/>
                <a:gd name="T31" fmla="*/ 297 h 372"/>
                <a:gd name="T32" fmla="*/ 184 w 255"/>
                <a:gd name="T33" fmla="*/ 354 h 372"/>
                <a:gd name="T34" fmla="*/ 71 w 255"/>
                <a:gd name="T35" fmla="*/ 354 h 372"/>
                <a:gd name="T36" fmla="*/ 127 w 255"/>
                <a:gd name="T37" fmla="*/ 297 h 372"/>
                <a:gd name="T38" fmla="*/ 155 w 255"/>
                <a:gd name="T39" fmla="*/ 178 h 372"/>
                <a:gd name="T40" fmla="*/ 151 w 255"/>
                <a:gd name="T41" fmla="*/ 186 h 372"/>
                <a:gd name="T42" fmla="*/ 155 w 255"/>
                <a:gd name="T43" fmla="*/ 194 h 372"/>
                <a:gd name="T44" fmla="*/ 236 w 255"/>
                <a:gd name="T45" fmla="*/ 316 h 372"/>
                <a:gd name="T46" fmla="*/ 236 w 255"/>
                <a:gd name="T47" fmla="*/ 354 h 372"/>
                <a:gd name="T48" fmla="*/ 210 w 255"/>
                <a:gd name="T49" fmla="*/ 354 h 372"/>
                <a:gd name="T50" fmla="*/ 137 w 255"/>
                <a:gd name="T51" fmla="*/ 280 h 372"/>
                <a:gd name="T52" fmla="*/ 137 w 255"/>
                <a:gd name="T53" fmla="*/ 271 h 372"/>
                <a:gd name="T54" fmla="*/ 127 w 255"/>
                <a:gd name="T55" fmla="*/ 262 h 372"/>
                <a:gd name="T56" fmla="*/ 118 w 255"/>
                <a:gd name="T57" fmla="*/ 271 h 372"/>
                <a:gd name="T58" fmla="*/ 118 w 255"/>
                <a:gd name="T59" fmla="*/ 280 h 372"/>
                <a:gd name="T60" fmla="*/ 45 w 255"/>
                <a:gd name="T61" fmla="*/ 354 h 372"/>
                <a:gd name="T62" fmla="*/ 19 w 255"/>
                <a:gd name="T63" fmla="*/ 354 h 372"/>
                <a:gd name="T64" fmla="*/ 19 w 255"/>
                <a:gd name="T65" fmla="*/ 316 h 372"/>
                <a:gd name="T66" fmla="*/ 100 w 255"/>
                <a:gd name="T67" fmla="*/ 194 h 372"/>
                <a:gd name="T68" fmla="*/ 104 w 255"/>
                <a:gd name="T69" fmla="*/ 186 h 372"/>
                <a:gd name="T70" fmla="*/ 100 w 255"/>
                <a:gd name="T71" fmla="*/ 178 h 372"/>
                <a:gd name="T72" fmla="*/ 20 w 255"/>
                <a:gd name="T73" fmla="*/ 56 h 372"/>
                <a:gd name="T74" fmla="*/ 20 w 255"/>
                <a:gd name="T75" fmla="*/ 19 h 372"/>
                <a:gd name="T76" fmla="*/ 236 w 255"/>
                <a:gd name="T77" fmla="*/ 19 h 372"/>
                <a:gd name="T78" fmla="*/ 236 w 255"/>
                <a:gd name="T79" fmla="*/ 56 h 372"/>
                <a:gd name="T80" fmla="*/ 155 w 255"/>
                <a:gd name="T81" fmla="*/ 178 h 3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55" h="372">
                  <a:moveTo>
                    <a:pt x="255" y="56"/>
                  </a:moveTo>
                  <a:cubicBezTo>
                    <a:pt x="255" y="9"/>
                    <a:pt x="255" y="9"/>
                    <a:pt x="255" y="9"/>
                  </a:cubicBezTo>
                  <a:cubicBezTo>
                    <a:pt x="255" y="4"/>
                    <a:pt x="250" y="0"/>
                    <a:pt x="245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5" y="0"/>
                    <a:pt x="1" y="4"/>
                    <a:pt x="1" y="9"/>
                  </a:cubicBezTo>
                  <a:cubicBezTo>
                    <a:pt x="1" y="56"/>
                    <a:pt x="1" y="56"/>
                    <a:pt x="1" y="56"/>
                  </a:cubicBezTo>
                  <a:cubicBezTo>
                    <a:pt x="1" y="121"/>
                    <a:pt x="48" y="165"/>
                    <a:pt x="78" y="186"/>
                  </a:cubicBezTo>
                  <a:cubicBezTo>
                    <a:pt x="45" y="210"/>
                    <a:pt x="0" y="253"/>
                    <a:pt x="0" y="316"/>
                  </a:cubicBezTo>
                  <a:cubicBezTo>
                    <a:pt x="0" y="363"/>
                    <a:pt x="0" y="363"/>
                    <a:pt x="0" y="363"/>
                  </a:cubicBezTo>
                  <a:cubicBezTo>
                    <a:pt x="0" y="368"/>
                    <a:pt x="4" y="372"/>
                    <a:pt x="9" y="372"/>
                  </a:cubicBezTo>
                  <a:cubicBezTo>
                    <a:pt x="245" y="372"/>
                    <a:pt x="245" y="372"/>
                    <a:pt x="245" y="372"/>
                  </a:cubicBezTo>
                  <a:cubicBezTo>
                    <a:pt x="250" y="372"/>
                    <a:pt x="255" y="368"/>
                    <a:pt x="255" y="363"/>
                  </a:cubicBezTo>
                  <a:cubicBezTo>
                    <a:pt x="255" y="316"/>
                    <a:pt x="255" y="316"/>
                    <a:pt x="255" y="316"/>
                  </a:cubicBezTo>
                  <a:cubicBezTo>
                    <a:pt x="255" y="252"/>
                    <a:pt x="207" y="208"/>
                    <a:pt x="177" y="186"/>
                  </a:cubicBezTo>
                  <a:cubicBezTo>
                    <a:pt x="210" y="162"/>
                    <a:pt x="255" y="119"/>
                    <a:pt x="255" y="56"/>
                  </a:cubicBezTo>
                  <a:close/>
                  <a:moveTo>
                    <a:pt x="127" y="297"/>
                  </a:moveTo>
                  <a:cubicBezTo>
                    <a:pt x="184" y="354"/>
                    <a:pt x="184" y="354"/>
                    <a:pt x="184" y="354"/>
                  </a:cubicBezTo>
                  <a:cubicBezTo>
                    <a:pt x="71" y="354"/>
                    <a:pt x="71" y="354"/>
                    <a:pt x="71" y="354"/>
                  </a:cubicBezTo>
                  <a:lnTo>
                    <a:pt x="127" y="297"/>
                  </a:lnTo>
                  <a:close/>
                  <a:moveTo>
                    <a:pt x="155" y="178"/>
                  </a:moveTo>
                  <a:cubicBezTo>
                    <a:pt x="152" y="180"/>
                    <a:pt x="151" y="183"/>
                    <a:pt x="151" y="186"/>
                  </a:cubicBezTo>
                  <a:cubicBezTo>
                    <a:pt x="151" y="189"/>
                    <a:pt x="152" y="192"/>
                    <a:pt x="155" y="194"/>
                  </a:cubicBezTo>
                  <a:cubicBezTo>
                    <a:pt x="179" y="209"/>
                    <a:pt x="236" y="252"/>
                    <a:pt x="236" y="316"/>
                  </a:cubicBezTo>
                  <a:cubicBezTo>
                    <a:pt x="236" y="354"/>
                    <a:pt x="236" y="354"/>
                    <a:pt x="236" y="354"/>
                  </a:cubicBezTo>
                  <a:cubicBezTo>
                    <a:pt x="210" y="354"/>
                    <a:pt x="210" y="354"/>
                    <a:pt x="210" y="354"/>
                  </a:cubicBezTo>
                  <a:cubicBezTo>
                    <a:pt x="137" y="280"/>
                    <a:pt x="137" y="280"/>
                    <a:pt x="137" y="280"/>
                  </a:cubicBezTo>
                  <a:cubicBezTo>
                    <a:pt x="137" y="271"/>
                    <a:pt x="137" y="271"/>
                    <a:pt x="137" y="271"/>
                  </a:cubicBezTo>
                  <a:cubicBezTo>
                    <a:pt x="137" y="266"/>
                    <a:pt x="133" y="262"/>
                    <a:pt x="127" y="262"/>
                  </a:cubicBezTo>
                  <a:cubicBezTo>
                    <a:pt x="122" y="262"/>
                    <a:pt x="118" y="266"/>
                    <a:pt x="118" y="271"/>
                  </a:cubicBezTo>
                  <a:cubicBezTo>
                    <a:pt x="118" y="280"/>
                    <a:pt x="118" y="280"/>
                    <a:pt x="118" y="280"/>
                  </a:cubicBezTo>
                  <a:cubicBezTo>
                    <a:pt x="45" y="354"/>
                    <a:pt x="45" y="354"/>
                    <a:pt x="45" y="354"/>
                  </a:cubicBezTo>
                  <a:cubicBezTo>
                    <a:pt x="19" y="354"/>
                    <a:pt x="19" y="354"/>
                    <a:pt x="19" y="354"/>
                  </a:cubicBezTo>
                  <a:cubicBezTo>
                    <a:pt x="19" y="316"/>
                    <a:pt x="19" y="316"/>
                    <a:pt x="19" y="316"/>
                  </a:cubicBezTo>
                  <a:cubicBezTo>
                    <a:pt x="19" y="254"/>
                    <a:pt x="69" y="213"/>
                    <a:pt x="100" y="194"/>
                  </a:cubicBezTo>
                  <a:cubicBezTo>
                    <a:pt x="102" y="192"/>
                    <a:pt x="104" y="189"/>
                    <a:pt x="104" y="186"/>
                  </a:cubicBezTo>
                  <a:cubicBezTo>
                    <a:pt x="104" y="183"/>
                    <a:pt x="102" y="180"/>
                    <a:pt x="100" y="178"/>
                  </a:cubicBezTo>
                  <a:cubicBezTo>
                    <a:pt x="76" y="163"/>
                    <a:pt x="20" y="121"/>
                    <a:pt x="20" y="56"/>
                  </a:cubicBezTo>
                  <a:cubicBezTo>
                    <a:pt x="20" y="19"/>
                    <a:pt x="20" y="19"/>
                    <a:pt x="20" y="19"/>
                  </a:cubicBezTo>
                  <a:cubicBezTo>
                    <a:pt x="236" y="19"/>
                    <a:pt x="236" y="19"/>
                    <a:pt x="236" y="19"/>
                  </a:cubicBezTo>
                  <a:cubicBezTo>
                    <a:pt x="236" y="56"/>
                    <a:pt x="236" y="56"/>
                    <a:pt x="236" y="56"/>
                  </a:cubicBezTo>
                  <a:cubicBezTo>
                    <a:pt x="236" y="118"/>
                    <a:pt x="185" y="159"/>
                    <a:pt x="155" y="17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2" name="Freeform 167"/>
            <p:cNvSpPr>
              <a:spLocks noEditPoints="1"/>
            </p:cNvSpPr>
            <p:nvPr/>
          </p:nvSpPr>
          <p:spPr bwMode="auto">
            <a:xfrm>
              <a:off x="1566864" y="3155951"/>
              <a:ext cx="147638" cy="77788"/>
            </a:xfrm>
            <a:custGeom>
              <a:avLst/>
              <a:gdLst>
                <a:gd name="T0" fmla="*/ 138 w 148"/>
                <a:gd name="T1" fmla="*/ 0 h 78"/>
                <a:gd name="T2" fmla="*/ 10 w 148"/>
                <a:gd name="T3" fmla="*/ 0 h 78"/>
                <a:gd name="T4" fmla="*/ 2 w 148"/>
                <a:gd name="T5" fmla="*/ 5 h 78"/>
                <a:gd name="T6" fmla="*/ 2 w 148"/>
                <a:gd name="T7" fmla="*/ 14 h 78"/>
                <a:gd name="T8" fmla="*/ 65 w 148"/>
                <a:gd name="T9" fmla="*/ 75 h 78"/>
                <a:gd name="T10" fmla="*/ 67 w 148"/>
                <a:gd name="T11" fmla="*/ 76 h 78"/>
                <a:gd name="T12" fmla="*/ 72 w 148"/>
                <a:gd name="T13" fmla="*/ 78 h 78"/>
                <a:gd name="T14" fmla="*/ 78 w 148"/>
                <a:gd name="T15" fmla="*/ 76 h 78"/>
                <a:gd name="T16" fmla="*/ 88 w 148"/>
                <a:gd name="T17" fmla="*/ 69 h 78"/>
                <a:gd name="T18" fmla="*/ 146 w 148"/>
                <a:gd name="T19" fmla="*/ 14 h 78"/>
                <a:gd name="T20" fmla="*/ 147 w 148"/>
                <a:gd name="T21" fmla="*/ 5 h 78"/>
                <a:gd name="T22" fmla="*/ 138 w 148"/>
                <a:gd name="T23" fmla="*/ 0 h 78"/>
                <a:gd name="T24" fmla="*/ 77 w 148"/>
                <a:gd name="T25" fmla="*/ 54 h 78"/>
                <a:gd name="T26" fmla="*/ 72 w 148"/>
                <a:gd name="T27" fmla="*/ 57 h 78"/>
                <a:gd name="T28" fmla="*/ 28 w 148"/>
                <a:gd name="T29" fmla="*/ 19 h 78"/>
                <a:gd name="T30" fmla="*/ 120 w 148"/>
                <a:gd name="T31" fmla="*/ 19 h 78"/>
                <a:gd name="T32" fmla="*/ 77 w 148"/>
                <a:gd name="T33" fmla="*/ 54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48" h="78">
                  <a:moveTo>
                    <a:pt x="138" y="0"/>
                  </a:moveTo>
                  <a:cubicBezTo>
                    <a:pt x="10" y="0"/>
                    <a:pt x="10" y="0"/>
                    <a:pt x="10" y="0"/>
                  </a:cubicBezTo>
                  <a:cubicBezTo>
                    <a:pt x="6" y="0"/>
                    <a:pt x="3" y="2"/>
                    <a:pt x="2" y="5"/>
                  </a:cubicBezTo>
                  <a:cubicBezTo>
                    <a:pt x="0" y="8"/>
                    <a:pt x="0" y="11"/>
                    <a:pt x="2" y="14"/>
                  </a:cubicBezTo>
                  <a:cubicBezTo>
                    <a:pt x="18" y="41"/>
                    <a:pt x="41" y="58"/>
                    <a:pt x="65" y="75"/>
                  </a:cubicBezTo>
                  <a:cubicBezTo>
                    <a:pt x="67" y="76"/>
                    <a:pt x="67" y="76"/>
                    <a:pt x="67" y="76"/>
                  </a:cubicBezTo>
                  <a:cubicBezTo>
                    <a:pt x="69" y="78"/>
                    <a:pt x="70" y="78"/>
                    <a:pt x="72" y="78"/>
                  </a:cubicBezTo>
                  <a:cubicBezTo>
                    <a:pt x="74" y="78"/>
                    <a:pt x="76" y="78"/>
                    <a:pt x="78" y="76"/>
                  </a:cubicBezTo>
                  <a:cubicBezTo>
                    <a:pt x="81" y="74"/>
                    <a:pt x="85" y="72"/>
                    <a:pt x="88" y="69"/>
                  </a:cubicBezTo>
                  <a:cubicBezTo>
                    <a:pt x="110" y="54"/>
                    <a:pt x="132" y="38"/>
                    <a:pt x="146" y="14"/>
                  </a:cubicBezTo>
                  <a:cubicBezTo>
                    <a:pt x="148" y="11"/>
                    <a:pt x="148" y="8"/>
                    <a:pt x="147" y="5"/>
                  </a:cubicBezTo>
                  <a:cubicBezTo>
                    <a:pt x="145" y="2"/>
                    <a:pt x="142" y="0"/>
                    <a:pt x="138" y="0"/>
                  </a:cubicBezTo>
                  <a:close/>
                  <a:moveTo>
                    <a:pt x="77" y="54"/>
                  </a:moveTo>
                  <a:cubicBezTo>
                    <a:pt x="76" y="55"/>
                    <a:pt x="74" y="56"/>
                    <a:pt x="72" y="57"/>
                  </a:cubicBezTo>
                  <a:cubicBezTo>
                    <a:pt x="55" y="45"/>
                    <a:pt x="40" y="34"/>
                    <a:pt x="28" y="19"/>
                  </a:cubicBezTo>
                  <a:cubicBezTo>
                    <a:pt x="120" y="19"/>
                    <a:pt x="120" y="19"/>
                    <a:pt x="120" y="19"/>
                  </a:cubicBezTo>
                  <a:cubicBezTo>
                    <a:pt x="108" y="32"/>
                    <a:pt x="93" y="43"/>
                    <a:pt x="77" y="54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3" name="Freeform 168"/>
            <p:cNvSpPr>
              <a:spLocks/>
            </p:cNvSpPr>
            <p:nvPr/>
          </p:nvSpPr>
          <p:spPr bwMode="auto">
            <a:xfrm>
              <a:off x="1498601" y="3444876"/>
              <a:ext cx="279400" cy="17463"/>
            </a:xfrm>
            <a:custGeom>
              <a:avLst/>
              <a:gdLst>
                <a:gd name="T0" fmla="*/ 272 w 281"/>
                <a:gd name="T1" fmla="*/ 0 h 18"/>
                <a:gd name="T2" fmla="*/ 9 w 281"/>
                <a:gd name="T3" fmla="*/ 0 h 18"/>
                <a:gd name="T4" fmla="*/ 0 w 281"/>
                <a:gd name="T5" fmla="*/ 9 h 18"/>
                <a:gd name="T6" fmla="*/ 9 w 281"/>
                <a:gd name="T7" fmla="*/ 18 h 18"/>
                <a:gd name="T8" fmla="*/ 272 w 281"/>
                <a:gd name="T9" fmla="*/ 18 h 18"/>
                <a:gd name="T10" fmla="*/ 281 w 281"/>
                <a:gd name="T11" fmla="*/ 9 h 18"/>
                <a:gd name="T12" fmla="*/ 272 w 281"/>
                <a:gd name="T13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1" h="18">
                  <a:moveTo>
                    <a:pt x="272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4"/>
                    <a:pt x="4" y="18"/>
                    <a:pt x="9" y="18"/>
                  </a:cubicBezTo>
                  <a:cubicBezTo>
                    <a:pt x="272" y="18"/>
                    <a:pt x="272" y="18"/>
                    <a:pt x="272" y="18"/>
                  </a:cubicBezTo>
                  <a:cubicBezTo>
                    <a:pt x="277" y="18"/>
                    <a:pt x="281" y="14"/>
                    <a:pt x="281" y="9"/>
                  </a:cubicBezTo>
                  <a:cubicBezTo>
                    <a:pt x="281" y="4"/>
                    <a:pt x="277" y="0"/>
                    <a:pt x="27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4" name="Freeform 169"/>
            <p:cNvSpPr>
              <a:spLocks/>
            </p:cNvSpPr>
            <p:nvPr/>
          </p:nvSpPr>
          <p:spPr bwMode="auto">
            <a:xfrm>
              <a:off x="1628776" y="3287713"/>
              <a:ext cx="19050" cy="30163"/>
            </a:xfrm>
            <a:custGeom>
              <a:avLst/>
              <a:gdLst>
                <a:gd name="T0" fmla="*/ 9 w 19"/>
                <a:gd name="T1" fmla="*/ 0 h 31"/>
                <a:gd name="T2" fmla="*/ 0 w 19"/>
                <a:gd name="T3" fmla="*/ 9 h 31"/>
                <a:gd name="T4" fmla="*/ 0 w 19"/>
                <a:gd name="T5" fmla="*/ 22 h 31"/>
                <a:gd name="T6" fmla="*/ 9 w 19"/>
                <a:gd name="T7" fmla="*/ 31 h 31"/>
                <a:gd name="T8" fmla="*/ 19 w 19"/>
                <a:gd name="T9" fmla="*/ 22 h 31"/>
                <a:gd name="T10" fmla="*/ 19 w 19"/>
                <a:gd name="T11" fmla="*/ 9 h 31"/>
                <a:gd name="T12" fmla="*/ 9 w 19"/>
                <a:gd name="T13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" h="31">
                  <a:moveTo>
                    <a:pt x="9" y="0"/>
                  </a:moveTo>
                  <a:cubicBezTo>
                    <a:pt x="4" y="0"/>
                    <a:pt x="0" y="4"/>
                    <a:pt x="0" y="9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27"/>
                    <a:pt x="4" y="31"/>
                    <a:pt x="9" y="31"/>
                  </a:cubicBezTo>
                  <a:cubicBezTo>
                    <a:pt x="15" y="31"/>
                    <a:pt x="19" y="27"/>
                    <a:pt x="19" y="22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19" y="4"/>
                    <a:pt x="15" y="0"/>
                    <a:pt x="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5" name="Freeform 170"/>
            <p:cNvSpPr>
              <a:spLocks/>
            </p:cNvSpPr>
            <p:nvPr/>
          </p:nvSpPr>
          <p:spPr bwMode="auto">
            <a:xfrm>
              <a:off x="1628776" y="3248026"/>
              <a:ext cx="19050" cy="31750"/>
            </a:xfrm>
            <a:custGeom>
              <a:avLst/>
              <a:gdLst>
                <a:gd name="T0" fmla="*/ 9 w 19"/>
                <a:gd name="T1" fmla="*/ 0 h 32"/>
                <a:gd name="T2" fmla="*/ 0 w 19"/>
                <a:gd name="T3" fmla="*/ 10 h 32"/>
                <a:gd name="T4" fmla="*/ 0 w 19"/>
                <a:gd name="T5" fmla="*/ 23 h 32"/>
                <a:gd name="T6" fmla="*/ 9 w 19"/>
                <a:gd name="T7" fmla="*/ 32 h 32"/>
                <a:gd name="T8" fmla="*/ 19 w 19"/>
                <a:gd name="T9" fmla="*/ 23 h 32"/>
                <a:gd name="T10" fmla="*/ 19 w 19"/>
                <a:gd name="T11" fmla="*/ 10 h 32"/>
                <a:gd name="T12" fmla="*/ 9 w 19"/>
                <a:gd name="T13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" h="32">
                  <a:moveTo>
                    <a:pt x="9" y="0"/>
                  </a:moveTo>
                  <a:cubicBezTo>
                    <a:pt x="4" y="0"/>
                    <a:pt x="0" y="4"/>
                    <a:pt x="0" y="10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28"/>
                    <a:pt x="4" y="32"/>
                    <a:pt x="9" y="32"/>
                  </a:cubicBezTo>
                  <a:cubicBezTo>
                    <a:pt x="15" y="32"/>
                    <a:pt x="19" y="28"/>
                    <a:pt x="19" y="23"/>
                  </a:cubicBezTo>
                  <a:cubicBezTo>
                    <a:pt x="19" y="10"/>
                    <a:pt x="19" y="10"/>
                    <a:pt x="19" y="10"/>
                  </a:cubicBezTo>
                  <a:cubicBezTo>
                    <a:pt x="19" y="4"/>
                    <a:pt x="15" y="0"/>
                    <a:pt x="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206" name="Freeform 171"/>
          <p:cNvSpPr>
            <a:spLocks noEditPoints="1"/>
          </p:cNvSpPr>
          <p:nvPr/>
        </p:nvSpPr>
        <p:spPr bwMode="auto">
          <a:xfrm>
            <a:off x="3007785" y="4053418"/>
            <a:ext cx="493184" cy="563033"/>
          </a:xfrm>
          <a:custGeom>
            <a:avLst/>
            <a:gdLst>
              <a:gd name="T0" fmla="*/ 320 w 372"/>
              <a:gd name="T1" fmla="*/ 170 h 424"/>
              <a:gd name="T2" fmla="*/ 186 w 372"/>
              <a:gd name="T3" fmla="*/ 0 h 424"/>
              <a:gd name="T4" fmla="*/ 52 w 372"/>
              <a:gd name="T5" fmla="*/ 170 h 424"/>
              <a:gd name="T6" fmla="*/ 0 w 372"/>
              <a:gd name="T7" fmla="*/ 205 h 424"/>
              <a:gd name="T8" fmla="*/ 35 w 372"/>
              <a:gd name="T9" fmla="*/ 424 h 424"/>
              <a:gd name="T10" fmla="*/ 372 w 372"/>
              <a:gd name="T11" fmla="*/ 389 h 424"/>
              <a:gd name="T12" fmla="*/ 337 w 372"/>
              <a:gd name="T13" fmla="*/ 170 h 424"/>
              <a:gd name="T14" fmla="*/ 262 w 372"/>
              <a:gd name="T15" fmla="*/ 280 h 424"/>
              <a:gd name="T16" fmla="*/ 254 w 372"/>
              <a:gd name="T17" fmla="*/ 340 h 424"/>
              <a:gd name="T18" fmla="*/ 124 w 372"/>
              <a:gd name="T19" fmla="*/ 340 h 424"/>
              <a:gd name="T20" fmla="*/ 236 w 372"/>
              <a:gd name="T21" fmla="*/ 280 h 424"/>
              <a:gd name="T22" fmla="*/ 124 w 372"/>
              <a:gd name="T23" fmla="*/ 340 h 424"/>
              <a:gd name="T24" fmla="*/ 105 w 372"/>
              <a:gd name="T25" fmla="*/ 280 h 424"/>
              <a:gd name="T26" fmla="*/ 97 w 372"/>
              <a:gd name="T27" fmla="*/ 340 h 424"/>
              <a:gd name="T28" fmla="*/ 19 w 372"/>
              <a:gd name="T29" fmla="*/ 280 h 424"/>
              <a:gd name="T30" fmla="*/ 19 w 372"/>
              <a:gd name="T31" fmla="*/ 340 h 424"/>
              <a:gd name="T32" fmla="*/ 341 w 372"/>
              <a:gd name="T33" fmla="*/ 280 h 424"/>
              <a:gd name="T34" fmla="*/ 354 w 372"/>
              <a:gd name="T35" fmla="*/ 340 h 424"/>
              <a:gd name="T36" fmla="*/ 341 w 372"/>
              <a:gd name="T37" fmla="*/ 280 h 424"/>
              <a:gd name="T38" fmla="*/ 186 w 372"/>
              <a:gd name="T39" fmla="*/ 18 h 424"/>
              <a:gd name="T40" fmla="*/ 301 w 372"/>
              <a:gd name="T41" fmla="*/ 170 h 424"/>
              <a:gd name="T42" fmla="*/ 268 w 372"/>
              <a:gd name="T43" fmla="*/ 133 h 424"/>
              <a:gd name="T44" fmla="*/ 105 w 372"/>
              <a:gd name="T45" fmla="*/ 133 h 424"/>
              <a:gd name="T46" fmla="*/ 71 w 372"/>
              <a:gd name="T47" fmla="*/ 170 h 424"/>
              <a:gd name="T48" fmla="*/ 249 w 372"/>
              <a:gd name="T49" fmla="*/ 170 h 424"/>
              <a:gd name="T50" fmla="*/ 123 w 372"/>
              <a:gd name="T51" fmla="*/ 133 h 424"/>
              <a:gd name="T52" fmla="*/ 249 w 372"/>
              <a:gd name="T53" fmla="*/ 133 h 424"/>
              <a:gd name="T54" fmla="*/ 35 w 372"/>
              <a:gd name="T55" fmla="*/ 189 h 424"/>
              <a:gd name="T56" fmla="*/ 354 w 372"/>
              <a:gd name="T57" fmla="*/ 205 h 424"/>
              <a:gd name="T58" fmla="*/ 19 w 372"/>
              <a:gd name="T59" fmla="*/ 262 h 424"/>
              <a:gd name="T60" fmla="*/ 35 w 372"/>
              <a:gd name="T61" fmla="*/ 189 h 424"/>
              <a:gd name="T62" fmla="*/ 35 w 372"/>
              <a:gd name="T63" fmla="*/ 406 h 424"/>
              <a:gd name="T64" fmla="*/ 19 w 372"/>
              <a:gd name="T65" fmla="*/ 359 h 424"/>
              <a:gd name="T66" fmla="*/ 354 w 372"/>
              <a:gd name="T67" fmla="*/ 389 h 4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372" h="424">
                <a:moveTo>
                  <a:pt x="337" y="170"/>
                </a:moveTo>
                <a:cubicBezTo>
                  <a:pt x="320" y="170"/>
                  <a:pt x="320" y="170"/>
                  <a:pt x="320" y="170"/>
                </a:cubicBezTo>
                <a:cubicBezTo>
                  <a:pt x="320" y="133"/>
                  <a:pt x="320" y="133"/>
                  <a:pt x="320" y="133"/>
                </a:cubicBezTo>
                <a:cubicBezTo>
                  <a:pt x="320" y="60"/>
                  <a:pt x="260" y="0"/>
                  <a:pt x="186" y="0"/>
                </a:cubicBezTo>
                <a:cubicBezTo>
                  <a:pt x="112" y="0"/>
                  <a:pt x="52" y="60"/>
                  <a:pt x="52" y="133"/>
                </a:cubicBezTo>
                <a:cubicBezTo>
                  <a:pt x="52" y="170"/>
                  <a:pt x="52" y="170"/>
                  <a:pt x="52" y="170"/>
                </a:cubicBezTo>
                <a:cubicBezTo>
                  <a:pt x="35" y="170"/>
                  <a:pt x="35" y="170"/>
                  <a:pt x="35" y="170"/>
                </a:cubicBezTo>
                <a:cubicBezTo>
                  <a:pt x="16" y="170"/>
                  <a:pt x="0" y="186"/>
                  <a:pt x="0" y="205"/>
                </a:cubicBezTo>
                <a:cubicBezTo>
                  <a:pt x="0" y="389"/>
                  <a:pt x="0" y="389"/>
                  <a:pt x="0" y="389"/>
                </a:cubicBezTo>
                <a:cubicBezTo>
                  <a:pt x="0" y="409"/>
                  <a:pt x="16" y="424"/>
                  <a:pt x="35" y="424"/>
                </a:cubicBezTo>
                <a:cubicBezTo>
                  <a:pt x="337" y="424"/>
                  <a:pt x="337" y="424"/>
                  <a:pt x="337" y="424"/>
                </a:cubicBezTo>
                <a:cubicBezTo>
                  <a:pt x="356" y="424"/>
                  <a:pt x="372" y="409"/>
                  <a:pt x="372" y="389"/>
                </a:cubicBezTo>
                <a:cubicBezTo>
                  <a:pt x="372" y="205"/>
                  <a:pt x="372" y="205"/>
                  <a:pt x="372" y="205"/>
                </a:cubicBezTo>
                <a:cubicBezTo>
                  <a:pt x="372" y="186"/>
                  <a:pt x="356" y="170"/>
                  <a:pt x="337" y="170"/>
                </a:cubicBezTo>
                <a:close/>
                <a:moveTo>
                  <a:pt x="202" y="340"/>
                </a:moveTo>
                <a:cubicBezTo>
                  <a:pt x="262" y="280"/>
                  <a:pt x="262" y="280"/>
                  <a:pt x="262" y="280"/>
                </a:cubicBezTo>
                <a:cubicBezTo>
                  <a:pt x="314" y="280"/>
                  <a:pt x="314" y="280"/>
                  <a:pt x="314" y="280"/>
                </a:cubicBezTo>
                <a:cubicBezTo>
                  <a:pt x="254" y="340"/>
                  <a:pt x="254" y="340"/>
                  <a:pt x="254" y="340"/>
                </a:cubicBezTo>
                <a:lnTo>
                  <a:pt x="202" y="340"/>
                </a:lnTo>
                <a:close/>
                <a:moveTo>
                  <a:pt x="124" y="340"/>
                </a:moveTo>
                <a:cubicBezTo>
                  <a:pt x="183" y="280"/>
                  <a:pt x="183" y="280"/>
                  <a:pt x="183" y="280"/>
                </a:cubicBezTo>
                <a:cubicBezTo>
                  <a:pt x="236" y="280"/>
                  <a:pt x="236" y="280"/>
                  <a:pt x="236" y="280"/>
                </a:cubicBezTo>
                <a:cubicBezTo>
                  <a:pt x="176" y="340"/>
                  <a:pt x="176" y="340"/>
                  <a:pt x="176" y="340"/>
                </a:cubicBezTo>
                <a:lnTo>
                  <a:pt x="124" y="340"/>
                </a:lnTo>
                <a:close/>
                <a:moveTo>
                  <a:pt x="45" y="340"/>
                </a:moveTo>
                <a:cubicBezTo>
                  <a:pt x="105" y="280"/>
                  <a:pt x="105" y="280"/>
                  <a:pt x="105" y="280"/>
                </a:cubicBezTo>
                <a:cubicBezTo>
                  <a:pt x="157" y="280"/>
                  <a:pt x="157" y="280"/>
                  <a:pt x="157" y="280"/>
                </a:cubicBezTo>
                <a:cubicBezTo>
                  <a:pt x="97" y="340"/>
                  <a:pt x="97" y="340"/>
                  <a:pt x="97" y="340"/>
                </a:cubicBezTo>
                <a:lnTo>
                  <a:pt x="45" y="340"/>
                </a:lnTo>
                <a:close/>
                <a:moveTo>
                  <a:pt x="19" y="280"/>
                </a:moveTo>
                <a:cubicBezTo>
                  <a:pt x="78" y="280"/>
                  <a:pt x="78" y="280"/>
                  <a:pt x="78" y="280"/>
                </a:cubicBezTo>
                <a:cubicBezTo>
                  <a:pt x="19" y="340"/>
                  <a:pt x="19" y="340"/>
                  <a:pt x="19" y="340"/>
                </a:cubicBezTo>
                <a:lnTo>
                  <a:pt x="19" y="280"/>
                </a:lnTo>
                <a:close/>
                <a:moveTo>
                  <a:pt x="341" y="280"/>
                </a:moveTo>
                <a:cubicBezTo>
                  <a:pt x="354" y="280"/>
                  <a:pt x="354" y="280"/>
                  <a:pt x="354" y="280"/>
                </a:cubicBezTo>
                <a:cubicBezTo>
                  <a:pt x="354" y="340"/>
                  <a:pt x="354" y="340"/>
                  <a:pt x="354" y="340"/>
                </a:cubicBezTo>
                <a:cubicBezTo>
                  <a:pt x="281" y="340"/>
                  <a:pt x="281" y="340"/>
                  <a:pt x="281" y="340"/>
                </a:cubicBezTo>
                <a:lnTo>
                  <a:pt x="341" y="280"/>
                </a:lnTo>
                <a:close/>
                <a:moveTo>
                  <a:pt x="71" y="133"/>
                </a:moveTo>
                <a:cubicBezTo>
                  <a:pt x="71" y="70"/>
                  <a:pt x="123" y="18"/>
                  <a:pt x="186" y="18"/>
                </a:cubicBezTo>
                <a:cubicBezTo>
                  <a:pt x="250" y="18"/>
                  <a:pt x="301" y="70"/>
                  <a:pt x="301" y="133"/>
                </a:cubicBezTo>
                <a:cubicBezTo>
                  <a:pt x="301" y="170"/>
                  <a:pt x="301" y="170"/>
                  <a:pt x="301" y="170"/>
                </a:cubicBezTo>
                <a:cubicBezTo>
                  <a:pt x="268" y="170"/>
                  <a:pt x="268" y="170"/>
                  <a:pt x="268" y="170"/>
                </a:cubicBezTo>
                <a:cubicBezTo>
                  <a:pt x="268" y="133"/>
                  <a:pt x="268" y="133"/>
                  <a:pt x="268" y="133"/>
                </a:cubicBezTo>
                <a:cubicBezTo>
                  <a:pt x="268" y="89"/>
                  <a:pt x="231" y="52"/>
                  <a:pt x="186" y="52"/>
                </a:cubicBezTo>
                <a:cubicBezTo>
                  <a:pt x="141" y="52"/>
                  <a:pt x="105" y="89"/>
                  <a:pt x="105" y="133"/>
                </a:cubicBezTo>
                <a:cubicBezTo>
                  <a:pt x="105" y="170"/>
                  <a:pt x="105" y="170"/>
                  <a:pt x="105" y="170"/>
                </a:cubicBezTo>
                <a:cubicBezTo>
                  <a:pt x="71" y="170"/>
                  <a:pt x="71" y="170"/>
                  <a:pt x="71" y="170"/>
                </a:cubicBezTo>
                <a:lnTo>
                  <a:pt x="71" y="133"/>
                </a:lnTo>
                <a:close/>
                <a:moveTo>
                  <a:pt x="249" y="170"/>
                </a:moveTo>
                <a:cubicBezTo>
                  <a:pt x="123" y="170"/>
                  <a:pt x="123" y="170"/>
                  <a:pt x="123" y="170"/>
                </a:cubicBezTo>
                <a:cubicBezTo>
                  <a:pt x="123" y="133"/>
                  <a:pt x="123" y="133"/>
                  <a:pt x="123" y="133"/>
                </a:cubicBezTo>
                <a:cubicBezTo>
                  <a:pt x="123" y="99"/>
                  <a:pt x="152" y="71"/>
                  <a:pt x="186" y="71"/>
                </a:cubicBezTo>
                <a:cubicBezTo>
                  <a:pt x="221" y="71"/>
                  <a:pt x="249" y="99"/>
                  <a:pt x="249" y="133"/>
                </a:cubicBezTo>
                <a:lnTo>
                  <a:pt x="249" y="170"/>
                </a:lnTo>
                <a:close/>
                <a:moveTo>
                  <a:pt x="35" y="189"/>
                </a:moveTo>
                <a:cubicBezTo>
                  <a:pt x="337" y="189"/>
                  <a:pt x="337" y="189"/>
                  <a:pt x="337" y="189"/>
                </a:cubicBezTo>
                <a:cubicBezTo>
                  <a:pt x="346" y="189"/>
                  <a:pt x="354" y="196"/>
                  <a:pt x="354" y="205"/>
                </a:cubicBezTo>
                <a:cubicBezTo>
                  <a:pt x="354" y="262"/>
                  <a:pt x="354" y="262"/>
                  <a:pt x="354" y="262"/>
                </a:cubicBezTo>
                <a:cubicBezTo>
                  <a:pt x="19" y="262"/>
                  <a:pt x="19" y="262"/>
                  <a:pt x="19" y="262"/>
                </a:cubicBezTo>
                <a:cubicBezTo>
                  <a:pt x="19" y="205"/>
                  <a:pt x="19" y="205"/>
                  <a:pt x="19" y="205"/>
                </a:cubicBezTo>
                <a:cubicBezTo>
                  <a:pt x="19" y="196"/>
                  <a:pt x="26" y="189"/>
                  <a:pt x="35" y="189"/>
                </a:cubicBezTo>
                <a:close/>
                <a:moveTo>
                  <a:pt x="337" y="406"/>
                </a:moveTo>
                <a:cubicBezTo>
                  <a:pt x="35" y="406"/>
                  <a:pt x="35" y="406"/>
                  <a:pt x="35" y="406"/>
                </a:cubicBezTo>
                <a:cubicBezTo>
                  <a:pt x="26" y="406"/>
                  <a:pt x="19" y="398"/>
                  <a:pt x="19" y="389"/>
                </a:cubicBezTo>
                <a:cubicBezTo>
                  <a:pt x="19" y="359"/>
                  <a:pt x="19" y="359"/>
                  <a:pt x="19" y="359"/>
                </a:cubicBezTo>
                <a:cubicBezTo>
                  <a:pt x="354" y="359"/>
                  <a:pt x="354" y="359"/>
                  <a:pt x="354" y="359"/>
                </a:cubicBezTo>
                <a:cubicBezTo>
                  <a:pt x="354" y="389"/>
                  <a:pt x="354" y="389"/>
                  <a:pt x="354" y="389"/>
                </a:cubicBezTo>
                <a:cubicBezTo>
                  <a:pt x="354" y="398"/>
                  <a:pt x="346" y="406"/>
                  <a:pt x="337" y="406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254" name="Group 253"/>
          <p:cNvGrpSpPr/>
          <p:nvPr/>
        </p:nvGrpSpPr>
        <p:grpSpPr>
          <a:xfrm>
            <a:off x="6309786" y="4053417"/>
            <a:ext cx="601133" cy="563035"/>
            <a:chOff x="4732339" y="3040063"/>
            <a:chExt cx="450850" cy="422276"/>
          </a:xfrm>
          <a:solidFill>
            <a:schemeClr val="accent1"/>
          </a:solidFill>
        </p:grpSpPr>
        <p:sp>
          <p:nvSpPr>
            <p:cNvPr id="207" name="Freeform 172"/>
            <p:cNvSpPr>
              <a:spLocks/>
            </p:cNvSpPr>
            <p:nvPr/>
          </p:nvSpPr>
          <p:spPr bwMode="auto">
            <a:xfrm>
              <a:off x="4837114" y="3040063"/>
              <a:ext cx="241300" cy="17463"/>
            </a:xfrm>
            <a:custGeom>
              <a:avLst/>
              <a:gdLst>
                <a:gd name="T0" fmla="*/ 10 w 242"/>
                <a:gd name="T1" fmla="*/ 18 h 18"/>
                <a:gd name="T2" fmla="*/ 232 w 242"/>
                <a:gd name="T3" fmla="*/ 18 h 18"/>
                <a:gd name="T4" fmla="*/ 242 w 242"/>
                <a:gd name="T5" fmla="*/ 9 h 18"/>
                <a:gd name="T6" fmla="*/ 232 w 242"/>
                <a:gd name="T7" fmla="*/ 0 h 18"/>
                <a:gd name="T8" fmla="*/ 10 w 242"/>
                <a:gd name="T9" fmla="*/ 0 h 18"/>
                <a:gd name="T10" fmla="*/ 0 w 242"/>
                <a:gd name="T11" fmla="*/ 9 h 18"/>
                <a:gd name="T12" fmla="*/ 10 w 242"/>
                <a:gd name="T13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2" h="18">
                  <a:moveTo>
                    <a:pt x="10" y="18"/>
                  </a:moveTo>
                  <a:cubicBezTo>
                    <a:pt x="232" y="18"/>
                    <a:pt x="232" y="18"/>
                    <a:pt x="232" y="18"/>
                  </a:cubicBezTo>
                  <a:cubicBezTo>
                    <a:pt x="237" y="18"/>
                    <a:pt x="242" y="14"/>
                    <a:pt x="242" y="9"/>
                  </a:cubicBezTo>
                  <a:cubicBezTo>
                    <a:pt x="242" y="4"/>
                    <a:pt x="237" y="0"/>
                    <a:pt x="232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4"/>
                    <a:pt x="4" y="18"/>
                    <a:pt x="10" y="1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8" name="Freeform 173"/>
            <p:cNvSpPr>
              <a:spLocks noEditPoints="1"/>
            </p:cNvSpPr>
            <p:nvPr/>
          </p:nvSpPr>
          <p:spPr bwMode="auto">
            <a:xfrm>
              <a:off x="4732339" y="3065463"/>
              <a:ext cx="450850" cy="331788"/>
            </a:xfrm>
            <a:custGeom>
              <a:avLst/>
              <a:gdLst>
                <a:gd name="T0" fmla="*/ 438 w 452"/>
                <a:gd name="T1" fmla="*/ 29 h 333"/>
                <a:gd name="T2" fmla="*/ 363 w 452"/>
                <a:gd name="T3" fmla="*/ 0 h 333"/>
                <a:gd name="T4" fmla="*/ 337 w 452"/>
                <a:gd name="T5" fmla="*/ 0 h 333"/>
                <a:gd name="T6" fmla="*/ 115 w 452"/>
                <a:gd name="T7" fmla="*/ 0 h 333"/>
                <a:gd name="T8" fmla="*/ 88 w 452"/>
                <a:gd name="T9" fmla="*/ 0 h 333"/>
                <a:gd name="T10" fmla="*/ 14 w 452"/>
                <a:gd name="T11" fmla="*/ 29 h 333"/>
                <a:gd name="T12" fmla="*/ 7 w 452"/>
                <a:gd name="T13" fmla="*/ 91 h 333"/>
                <a:gd name="T14" fmla="*/ 83 w 452"/>
                <a:gd name="T15" fmla="*/ 187 h 333"/>
                <a:gd name="T16" fmla="*/ 88 w 452"/>
                <a:gd name="T17" fmla="*/ 189 h 333"/>
                <a:gd name="T18" fmla="*/ 96 w 452"/>
                <a:gd name="T19" fmla="*/ 185 h 333"/>
                <a:gd name="T20" fmla="*/ 94 w 452"/>
                <a:gd name="T21" fmla="*/ 172 h 333"/>
                <a:gd name="T22" fmla="*/ 25 w 452"/>
                <a:gd name="T23" fmla="*/ 85 h 333"/>
                <a:gd name="T24" fmla="*/ 29 w 452"/>
                <a:gd name="T25" fmla="*/ 40 h 333"/>
                <a:gd name="T26" fmla="*/ 88 w 452"/>
                <a:gd name="T27" fmla="*/ 19 h 333"/>
                <a:gd name="T28" fmla="*/ 105 w 452"/>
                <a:gd name="T29" fmla="*/ 19 h 333"/>
                <a:gd name="T30" fmla="*/ 105 w 452"/>
                <a:gd name="T31" fmla="*/ 140 h 333"/>
                <a:gd name="T32" fmla="*/ 210 w 452"/>
                <a:gd name="T33" fmla="*/ 290 h 333"/>
                <a:gd name="T34" fmla="*/ 210 w 452"/>
                <a:gd name="T35" fmla="*/ 291 h 333"/>
                <a:gd name="T36" fmla="*/ 210 w 452"/>
                <a:gd name="T37" fmla="*/ 324 h 333"/>
                <a:gd name="T38" fmla="*/ 219 w 452"/>
                <a:gd name="T39" fmla="*/ 333 h 333"/>
                <a:gd name="T40" fmla="*/ 229 w 452"/>
                <a:gd name="T41" fmla="*/ 324 h 333"/>
                <a:gd name="T42" fmla="*/ 229 w 452"/>
                <a:gd name="T43" fmla="*/ 291 h 333"/>
                <a:gd name="T44" fmla="*/ 229 w 452"/>
                <a:gd name="T45" fmla="*/ 290 h 333"/>
                <a:gd name="T46" fmla="*/ 347 w 452"/>
                <a:gd name="T47" fmla="*/ 140 h 333"/>
                <a:gd name="T48" fmla="*/ 347 w 452"/>
                <a:gd name="T49" fmla="*/ 19 h 333"/>
                <a:gd name="T50" fmla="*/ 363 w 452"/>
                <a:gd name="T51" fmla="*/ 19 h 333"/>
                <a:gd name="T52" fmla="*/ 423 w 452"/>
                <a:gd name="T53" fmla="*/ 40 h 333"/>
                <a:gd name="T54" fmla="*/ 427 w 452"/>
                <a:gd name="T55" fmla="*/ 85 h 333"/>
                <a:gd name="T56" fmla="*/ 358 w 452"/>
                <a:gd name="T57" fmla="*/ 172 h 333"/>
                <a:gd name="T58" fmla="*/ 356 w 452"/>
                <a:gd name="T59" fmla="*/ 185 h 333"/>
                <a:gd name="T60" fmla="*/ 363 w 452"/>
                <a:gd name="T61" fmla="*/ 189 h 333"/>
                <a:gd name="T62" fmla="*/ 369 w 452"/>
                <a:gd name="T63" fmla="*/ 187 h 333"/>
                <a:gd name="T64" fmla="*/ 444 w 452"/>
                <a:gd name="T65" fmla="*/ 91 h 333"/>
                <a:gd name="T66" fmla="*/ 438 w 452"/>
                <a:gd name="T67" fmla="*/ 29 h 333"/>
                <a:gd name="T68" fmla="*/ 328 w 452"/>
                <a:gd name="T69" fmla="*/ 140 h 333"/>
                <a:gd name="T70" fmla="*/ 220 w 452"/>
                <a:gd name="T71" fmla="*/ 274 h 333"/>
                <a:gd name="T72" fmla="*/ 124 w 452"/>
                <a:gd name="T73" fmla="*/ 140 h 333"/>
                <a:gd name="T74" fmla="*/ 124 w 452"/>
                <a:gd name="T75" fmla="*/ 19 h 333"/>
                <a:gd name="T76" fmla="*/ 328 w 452"/>
                <a:gd name="T77" fmla="*/ 19 h 333"/>
                <a:gd name="T78" fmla="*/ 328 w 452"/>
                <a:gd name="T79" fmla="*/ 140 h 3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452" h="333">
                  <a:moveTo>
                    <a:pt x="438" y="29"/>
                  </a:moveTo>
                  <a:cubicBezTo>
                    <a:pt x="428" y="16"/>
                    <a:pt x="408" y="0"/>
                    <a:pt x="363" y="0"/>
                  </a:cubicBezTo>
                  <a:cubicBezTo>
                    <a:pt x="337" y="0"/>
                    <a:pt x="337" y="0"/>
                    <a:pt x="337" y="0"/>
                  </a:cubicBezTo>
                  <a:cubicBezTo>
                    <a:pt x="115" y="0"/>
                    <a:pt x="115" y="0"/>
                    <a:pt x="115" y="0"/>
                  </a:cubicBezTo>
                  <a:cubicBezTo>
                    <a:pt x="88" y="0"/>
                    <a:pt x="88" y="0"/>
                    <a:pt x="88" y="0"/>
                  </a:cubicBezTo>
                  <a:cubicBezTo>
                    <a:pt x="44" y="0"/>
                    <a:pt x="23" y="16"/>
                    <a:pt x="14" y="29"/>
                  </a:cubicBezTo>
                  <a:cubicBezTo>
                    <a:pt x="2" y="46"/>
                    <a:pt x="0" y="67"/>
                    <a:pt x="7" y="91"/>
                  </a:cubicBezTo>
                  <a:cubicBezTo>
                    <a:pt x="19" y="126"/>
                    <a:pt x="58" y="168"/>
                    <a:pt x="83" y="187"/>
                  </a:cubicBezTo>
                  <a:cubicBezTo>
                    <a:pt x="84" y="188"/>
                    <a:pt x="86" y="189"/>
                    <a:pt x="88" y="189"/>
                  </a:cubicBezTo>
                  <a:cubicBezTo>
                    <a:pt x="91" y="189"/>
                    <a:pt x="94" y="188"/>
                    <a:pt x="96" y="185"/>
                  </a:cubicBezTo>
                  <a:cubicBezTo>
                    <a:pt x="99" y="181"/>
                    <a:pt x="98" y="175"/>
                    <a:pt x="94" y="172"/>
                  </a:cubicBezTo>
                  <a:cubicBezTo>
                    <a:pt x="72" y="155"/>
                    <a:pt x="36" y="116"/>
                    <a:pt x="25" y="85"/>
                  </a:cubicBezTo>
                  <a:cubicBezTo>
                    <a:pt x="19" y="67"/>
                    <a:pt x="21" y="51"/>
                    <a:pt x="29" y="40"/>
                  </a:cubicBezTo>
                  <a:cubicBezTo>
                    <a:pt x="39" y="26"/>
                    <a:pt x="60" y="19"/>
                    <a:pt x="88" y="19"/>
                  </a:cubicBezTo>
                  <a:cubicBezTo>
                    <a:pt x="105" y="19"/>
                    <a:pt x="105" y="19"/>
                    <a:pt x="105" y="19"/>
                  </a:cubicBezTo>
                  <a:cubicBezTo>
                    <a:pt x="105" y="140"/>
                    <a:pt x="105" y="140"/>
                    <a:pt x="105" y="140"/>
                  </a:cubicBezTo>
                  <a:cubicBezTo>
                    <a:pt x="105" y="227"/>
                    <a:pt x="188" y="278"/>
                    <a:pt x="210" y="290"/>
                  </a:cubicBezTo>
                  <a:cubicBezTo>
                    <a:pt x="210" y="290"/>
                    <a:pt x="210" y="291"/>
                    <a:pt x="210" y="291"/>
                  </a:cubicBezTo>
                  <a:cubicBezTo>
                    <a:pt x="210" y="324"/>
                    <a:pt x="210" y="324"/>
                    <a:pt x="210" y="324"/>
                  </a:cubicBezTo>
                  <a:cubicBezTo>
                    <a:pt x="210" y="329"/>
                    <a:pt x="214" y="333"/>
                    <a:pt x="219" y="333"/>
                  </a:cubicBezTo>
                  <a:cubicBezTo>
                    <a:pt x="225" y="333"/>
                    <a:pt x="229" y="329"/>
                    <a:pt x="229" y="324"/>
                  </a:cubicBezTo>
                  <a:cubicBezTo>
                    <a:pt x="229" y="291"/>
                    <a:pt x="229" y="291"/>
                    <a:pt x="229" y="291"/>
                  </a:cubicBezTo>
                  <a:cubicBezTo>
                    <a:pt x="229" y="291"/>
                    <a:pt x="229" y="290"/>
                    <a:pt x="229" y="290"/>
                  </a:cubicBezTo>
                  <a:cubicBezTo>
                    <a:pt x="253" y="278"/>
                    <a:pt x="347" y="227"/>
                    <a:pt x="347" y="140"/>
                  </a:cubicBezTo>
                  <a:cubicBezTo>
                    <a:pt x="347" y="19"/>
                    <a:pt x="347" y="19"/>
                    <a:pt x="347" y="19"/>
                  </a:cubicBezTo>
                  <a:cubicBezTo>
                    <a:pt x="363" y="19"/>
                    <a:pt x="363" y="19"/>
                    <a:pt x="363" y="19"/>
                  </a:cubicBezTo>
                  <a:cubicBezTo>
                    <a:pt x="392" y="19"/>
                    <a:pt x="413" y="26"/>
                    <a:pt x="423" y="40"/>
                  </a:cubicBezTo>
                  <a:cubicBezTo>
                    <a:pt x="431" y="51"/>
                    <a:pt x="432" y="67"/>
                    <a:pt x="427" y="85"/>
                  </a:cubicBezTo>
                  <a:cubicBezTo>
                    <a:pt x="419" y="109"/>
                    <a:pt x="378" y="156"/>
                    <a:pt x="358" y="172"/>
                  </a:cubicBezTo>
                  <a:cubicBezTo>
                    <a:pt x="354" y="175"/>
                    <a:pt x="353" y="181"/>
                    <a:pt x="356" y="185"/>
                  </a:cubicBezTo>
                  <a:cubicBezTo>
                    <a:pt x="358" y="188"/>
                    <a:pt x="361" y="189"/>
                    <a:pt x="363" y="189"/>
                  </a:cubicBezTo>
                  <a:cubicBezTo>
                    <a:pt x="365" y="189"/>
                    <a:pt x="368" y="188"/>
                    <a:pt x="369" y="187"/>
                  </a:cubicBezTo>
                  <a:cubicBezTo>
                    <a:pt x="392" y="169"/>
                    <a:pt x="435" y="119"/>
                    <a:pt x="444" y="91"/>
                  </a:cubicBezTo>
                  <a:cubicBezTo>
                    <a:pt x="452" y="67"/>
                    <a:pt x="450" y="46"/>
                    <a:pt x="438" y="29"/>
                  </a:cubicBezTo>
                  <a:close/>
                  <a:moveTo>
                    <a:pt x="328" y="140"/>
                  </a:moveTo>
                  <a:cubicBezTo>
                    <a:pt x="328" y="217"/>
                    <a:pt x="240" y="264"/>
                    <a:pt x="220" y="274"/>
                  </a:cubicBezTo>
                  <a:cubicBezTo>
                    <a:pt x="201" y="264"/>
                    <a:pt x="124" y="217"/>
                    <a:pt x="124" y="140"/>
                  </a:cubicBezTo>
                  <a:cubicBezTo>
                    <a:pt x="124" y="19"/>
                    <a:pt x="124" y="19"/>
                    <a:pt x="124" y="19"/>
                  </a:cubicBezTo>
                  <a:cubicBezTo>
                    <a:pt x="328" y="19"/>
                    <a:pt x="328" y="19"/>
                    <a:pt x="328" y="19"/>
                  </a:cubicBezTo>
                  <a:lnTo>
                    <a:pt x="328" y="14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9" name="Freeform 174"/>
            <p:cNvSpPr>
              <a:spLocks noEditPoints="1"/>
            </p:cNvSpPr>
            <p:nvPr/>
          </p:nvSpPr>
          <p:spPr bwMode="auto">
            <a:xfrm>
              <a:off x="4849814" y="3403601"/>
              <a:ext cx="201613" cy="58738"/>
            </a:xfrm>
            <a:custGeom>
              <a:avLst/>
              <a:gdLst>
                <a:gd name="T0" fmla="*/ 173 w 202"/>
                <a:gd name="T1" fmla="*/ 0 h 58"/>
                <a:gd name="T2" fmla="*/ 29 w 202"/>
                <a:gd name="T3" fmla="*/ 0 h 58"/>
                <a:gd name="T4" fmla="*/ 0 w 202"/>
                <a:gd name="T5" fmla="*/ 29 h 58"/>
                <a:gd name="T6" fmla="*/ 0 w 202"/>
                <a:gd name="T7" fmla="*/ 49 h 58"/>
                <a:gd name="T8" fmla="*/ 10 w 202"/>
                <a:gd name="T9" fmla="*/ 58 h 58"/>
                <a:gd name="T10" fmla="*/ 193 w 202"/>
                <a:gd name="T11" fmla="*/ 58 h 58"/>
                <a:gd name="T12" fmla="*/ 202 w 202"/>
                <a:gd name="T13" fmla="*/ 49 h 58"/>
                <a:gd name="T14" fmla="*/ 202 w 202"/>
                <a:gd name="T15" fmla="*/ 30 h 58"/>
                <a:gd name="T16" fmla="*/ 173 w 202"/>
                <a:gd name="T17" fmla="*/ 0 h 58"/>
                <a:gd name="T18" fmla="*/ 184 w 202"/>
                <a:gd name="T19" fmla="*/ 40 h 58"/>
                <a:gd name="T20" fmla="*/ 19 w 202"/>
                <a:gd name="T21" fmla="*/ 40 h 58"/>
                <a:gd name="T22" fmla="*/ 19 w 202"/>
                <a:gd name="T23" fmla="*/ 29 h 58"/>
                <a:gd name="T24" fmla="*/ 29 w 202"/>
                <a:gd name="T25" fmla="*/ 19 h 58"/>
                <a:gd name="T26" fmla="*/ 173 w 202"/>
                <a:gd name="T27" fmla="*/ 19 h 58"/>
                <a:gd name="T28" fmla="*/ 184 w 202"/>
                <a:gd name="T29" fmla="*/ 30 h 58"/>
                <a:gd name="T30" fmla="*/ 184 w 202"/>
                <a:gd name="T31" fmla="*/ 40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02" h="58">
                  <a:moveTo>
                    <a:pt x="173" y="0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13" y="0"/>
                    <a:pt x="0" y="13"/>
                    <a:pt x="0" y="29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54"/>
                    <a:pt x="4" y="58"/>
                    <a:pt x="10" y="58"/>
                  </a:cubicBezTo>
                  <a:cubicBezTo>
                    <a:pt x="193" y="58"/>
                    <a:pt x="193" y="58"/>
                    <a:pt x="193" y="58"/>
                  </a:cubicBezTo>
                  <a:cubicBezTo>
                    <a:pt x="198" y="58"/>
                    <a:pt x="202" y="54"/>
                    <a:pt x="202" y="49"/>
                  </a:cubicBezTo>
                  <a:cubicBezTo>
                    <a:pt x="202" y="30"/>
                    <a:pt x="202" y="30"/>
                    <a:pt x="202" y="30"/>
                  </a:cubicBezTo>
                  <a:cubicBezTo>
                    <a:pt x="202" y="14"/>
                    <a:pt x="190" y="0"/>
                    <a:pt x="173" y="0"/>
                  </a:cubicBezTo>
                  <a:close/>
                  <a:moveTo>
                    <a:pt x="184" y="40"/>
                  </a:moveTo>
                  <a:cubicBezTo>
                    <a:pt x="19" y="40"/>
                    <a:pt x="19" y="40"/>
                    <a:pt x="19" y="40"/>
                  </a:cubicBezTo>
                  <a:cubicBezTo>
                    <a:pt x="19" y="29"/>
                    <a:pt x="19" y="29"/>
                    <a:pt x="19" y="29"/>
                  </a:cubicBezTo>
                  <a:cubicBezTo>
                    <a:pt x="19" y="23"/>
                    <a:pt x="23" y="19"/>
                    <a:pt x="29" y="19"/>
                  </a:cubicBezTo>
                  <a:cubicBezTo>
                    <a:pt x="173" y="19"/>
                    <a:pt x="173" y="19"/>
                    <a:pt x="173" y="19"/>
                  </a:cubicBezTo>
                  <a:cubicBezTo>
                    <a:pt x="179" y="19"/>
                    <a:pt x="184" y="24"/>
                    <a:pt x="184" y="30"/>
                  </a:cubicBezTo>
                  <a:lnTo>
                    <a:pt x="184" y="4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55" name="Group 254"/>
          <p:cNvGrpSpPr/>
          <p:nvPr/>
        </p:nvGrpSpPr>
        <p:grpSpPr>
          <a:xfrm>
            <a:off x="7476069" y="4053418"/>
            <a:ext cx="486833" cy="563033"/>
            <a:chOff x="5607051" y="3040063"/>
            <a:chExt cx="365125" cy="422275"/>
          </a:xfrm>
          <a:solidFill>
            <a:schemeClr val="accent1"/>
          </a:solidFill>
        </p:grpSpPr>
        <p:sp>
          <p:nvSpPr>
            <p:cNvPr id="210" name="Freeform 175"/>
            <p:cNvSpPr>
              <a:spLocks noEditPoints="1"/>
            </p:cNvSpPr>
            <p:nvPr/>
          </p:nvSpPr>
          <p:spPr bwMode="auto">
            <a:xfrm>
              <a:off x="5632451" y="3052763"/>
              <a:ext cx="188913" cy="239713"/>
            </a:xfrm>
            <a:custGeom>
              <a:avLst/>
              <a:gdLst>
                <a:gd name="T0" fmla="*/ 171 w 189"/>
                <a:gd name="T1" fmla="*/ 232 h 241"/>
                <a:gd name="T2" fmla="*/ 180 w 189"/>
                <a:gd name="T3" fmla="*/ 241 h 241"/>
                <a:gd name="T4" fmla="*/ 189 w 189"/>
                <a:gd name="T5" fmla="*/ 232 h 241"/>
                <a:gd name="T6" fmla="*/ 189 w 189"/>
                <a:gd name="T7" fmla="*/ 35 h 241"/>
                <a:gd name="T8" fmla="*/ 189 w 189"/>
                <a:gd name="T9" fmla="*/ 35 h 241"/>
                <a:gd name="T10" fmla="*/ 154 w 189"/>
                <a:gd name="T11" fmla="*/ 0 h 241"/>
                <a:gd name="T12" fmla="*/ 10 w 189"/>
                <a:gd name="T13" fmla="*/ 0 h 241"/>
                <a:gd name="T14" fmla="*/ 0 w 189"/>
                <a:gd name="T15" fmla="*/ 9 h 241"/>
                <a:gd name="T16" fmla="*/ 0 w 189"/>
                <a:gd name="T17" fmla="*/ 206 h 241"/>
                <a:gd name="T18" fmla="*/ 10 w 189"/>
                <a:gd name="T19" fmla="*/ 215 h 241"/>
                <a:gd name="T20" fmla="*/ 154 w 189"/>
                <a:gd name="T21" fmla="*/ 215 h 241"/>
                <a:gd name="T22" fmla="*/ 171 w 189"/>
                <a:gd name="T23" fmla="*/ 232 h 241"/>
                <a:gd name="T24" fmla="*/ 19 w 189"/>
                <a:gd name="T25" fmla="*/ 196 h 241"/>
                <a:gd name="T26" fmla="*/ 19 w 189"/>
                <a:gd name="T27" fmla="*/ 18 h 241"/>
                <a:gd name="T28" fmla="*/ 154 w 189"/>
                <a:gd name="T29" fmla="*/ 18 h 241"/>
                <a:gd name="T30" fmla="*/ 171 w 189"/>
                <a:gd name="T31" fmla="*/ 35 h 241"/>
                <a:gd name="T32" fmla="*/ 171 w 189"/>
                <a:gd name="T33" fmla="*/ 200 h 241"/>
                <a:gd name="T34" fmla="*/ 154 w 189"/>
                <a:gd name="T35" fmla="*/ 196 h 241"/>
                <a:gd name="T36" fmla="*/ 19 w 189"/>
                <a:gd name="T37" fmla="*/ 196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89" h="241">
                  <a:moveTo>
                    <a:pt x="171" y="232"/>
                  </a:moveTo>
                  <a:cubicBezTo>
                    <a:pt x="171" y="237"/>
                    <a:pt x="175" y="241"/>
                    <a:pt x="180" y="241"/>
                  </a:cubicBezTo>
                  <a:cubicBezTo>
                    <a:pt x="185" y="241"/>
                    <a:pt x="189" y="237"/>
                    <a:pt x="189" y="232"/>
                  </a:cubicBezTo>
                  <a:cubicBezTo>
                    <a:pt x="189" y="35"/>
                    <a:pt x="189" y="35"/>
                    <a:pt x="189" y="35"/>
                  </a:cubicBezTo>
                  <a:cubicBezTo>
                    <a:pt x="189" y="35"/>
                    <a:pt x="189" y="35"/>
                    <a:pt x="189" y="35"/>
                  </a:cubicBezTo>
                  <a:cubicBezTo>
                    <a:pt x="189" y="21"/>
                    <a:pt x="179" y="0"/>
                    <a:pt x="154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206"/>
                    <a:pt x="0" y="206"/>
                    <a:pt x="0" y="206"/>
                  </a:cubicBezTo>
                  <a:cubicBezTo>
                    <a:pt x="0" y="211"/>
                    <a:pt x="5" y="215"/>
                    <a:pt x="10" y="215"/>
                  </a:cubicBezTo>
                  <a:cubicBezTo>
                    <a:pt x="154" y="215"/>
                    <a:pt x="154" y="215"/>
                    <a:pt x="154" y="215"/>
                  </a:cubicBezTo>
                  <a:cubicBezTo>
                    <a:pt x="158" y="215"/>
                    <a:pt x="171" y="216"/>
                    <a:pt x="171" y="232"/>
                  </a:cubicBezTo>
                  <a:close/>
                  <a:moveTo>
                    <a:pt x="19" y="196"/>
                  </a:moveTo>
                  <a:cubicBezTo>
                    <a:pt x="19" y="18"/>
                    <a:pt x="19" y="18"/>
                    <a:pt x="19" y="18"/>
                  </a:cubicBezTo>
                  <a:cubicBezTo>
                    <a:pt x="154" y="18"/>
                    <a:pt x="154" y="18"/>
                    <a:pt x="154" y="18"/>
                  </a:cubicBezTo>
                  <a:cubicBezTo>
                    <a:pt x="169" y="18"/>
                    <a:pt x="171" y="31"/>
                    <a:pt x="171" y="35"/>
                  </a:cubicBezTo>
                  <a:cubicBezTo>
                    <a:pt x="171" y="200"/>
                    <a:pt x="171" y="200"/>
                    <a:pt x="171" y="200"/>
                  </a:cubicBezTo>
                  <a:cubicBezTo>
                    <a:pt x="165" y="197"/>
                    <a:pt x="159" y="196"/>
                    <a:pt x="154" y="196"/>
                  </a:cubicBezTo>
                  <a:lnTo>
                    <a:pt x="19" y="196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11" name="Freeform 176"/>
            <p:cNvSpPr>
              <a:spLocks/>
            </p:cNvSpPr>
            <p:nvPr/>
          </p:nvSpPr>
          <p:spPr bwMode="auto">
            <a:xfrm>
              <a:off x="5737226" y="3090863"/>
              <a:ext cx="234950" cy="241300"/>
            </a:xfrm>
            <a:custGeom>
              <a:avLst/>
              <a:gdLst>
                <a:gd name="T0" fmla="*/ 178 w 236"/>
                <a:gd name="T1" fmla="*/ 126 h 241"/>
                <a:gd name="T2" fmla="*/ 234 w 236"/>
                <a:gd name="T3" fmla="*/ 25 h 241"/>
                <a:gd name="T4" fmla="*/ 231 w 236"/>
                <a:gd name="T5" fmla="*/ 7 h 241"/>
                <a:gd name="T6" fmla="*/ 217 w 236"/>
                <a:gd name="T7" fmla="*/ 0 h 241"/>
                <a:gd name="T8" fmla="*/ 102 w 236"/>
                <a:gd name="T9" fmla="*/ 0 h 241"/>
                <a:gd name="T10" fmla="*/ 92 w 236"/>
                <a:gd name="T11" fmla="*/ 9 h 241"/>
                <a:gd name="T12" fmla="*/ 102 w 236"/>
                <a:gd name="T13" fmla="*/ 19 h 241"/>
                <a:gd name="T14" fmla="*/ 216 w 236"/>
                <a:gd name="T15" fmla="*/ 19 h 241"/>
                <a:gd name="T16" fmla="*/ 216 w 236"/>
                <a:gd name="T17" fmla="*/ 19 h 241"/>
                <a:gd name="T18" fmla="*/ 158 w 236"/>
                <a:gd name="T19" fmla="*/ 121 h 241"/>
                <a:gd name="T20" fmla="*/ 159 w 236"/>
                <a:gd name="T21" fmla="*/ 132 h 241"/>
                <a:gd name="T22" fmla="*/ 216 w 236"/>
                <a:gd name="T23" fmla="*/ 222 h 241"/>
                <a:gd name="T24" fmla="*/ 216 w 236"/>
                <a:gd name="T25" fmla="*/ 223 h 241"/>
                <a:gd name="T26" fmla="*/ 36 w 236"/>
                <a:gd name="T27" fmla="*/ 223 h 241"/>
                <a:gd name="T28" fmla="*/ 36 w 236"/>
                <a:gd name="T29" fmla="*/ 223 h 241"/>
                <a:gd name="T30" fmla="*/ 23 w 236"/>
                <a:gd name="T31" fmla="*/ 218 h 241"/>
                <a:gd name="T32" fmla="*/ 19 w 236"/>
                <a:gd name="T33" fmla="*/ 206 h 241"/>
                <a:gd name="T34" fmla="*/ 9 w 236"/>
                <a:gd name="T35" fmla="*/ 197 h 241"/>
                <a:gd name="T36" fmla="*/ 0 w 236"/>
                <a:gd name="T37" fmla="*/ 206 h 241"/>
                <a:gd name="T38" fmla="*/ 10 w 236"/>
                <a:gd name="T39" fmla="*/ 232 h 241"/>
                <a:gd name="T40" fmla="*/ 35 w 236"/>
                <a:gd name="T41" fmla="*/ 241 h 241"/>
                <a:gd name="T42" fmla="*/ 36 w 236"/>
                <a:gd name="T43" fmla="*/ 241 h 241"/>
                <a:gd name="T44" fmla="*/ 217 w 236"/>
                <a:gd name="T45" fmla="*/ 241 h 241"/>
                <a:gd name="T46" fmla="*/ 231 w 236"/>
                <a:gd name="T47" fmla="*/ 235 h 241"/>
                <a:gd name="T48" fmla="*/ 234 w 236"/>
                <a:gd name="T49" fmla="*/ 217 h 241"/>
                <a:gd name="T50" fmla="*/ 178 w 236"/>
                <a:gd name="T51" fmla="*/ 126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36" h="241">
                  <a:moveTo>
                    <a:pt x="178" y="126"/>
                  </a:moveTo>
                  <a:cubicBezTo>
                    <a:pt x="190" y="107"/>
                    <a:pt x="227" y="49"/>
                    <a:pt x="234" y="25"/>
                  </a:cubicBezTo>
                  <a:cubicBezTo>
                    <a:pt x="236" y="20"/>
                    <a:pt x="236" y="13"/>
                    <a:pt x="231" y="7"/>
                  </a:cubicBezTo>
                  <a:cubicBezTo>
                    <a:pt x="228" y="2"/>
                    <a:pt x="223" y="0"/>
                    <a:pt x="217" y="0"/>
                  </a:cubicBezTo>
                  <a:cubicBezTo>
                    <a:pt x="102" y="0"/>
                    <a:pt x="102" y="0"/>
                    <a:pt x="102" y="0"/>
                  </a:cubicBezTo>
                  <a:cubicBezTo>
                    <a:pt x="97" y="0"/>
                    <a:pt x="92" y="4"/>
                    <a:pt x="92" y="9"/>
                  </a:cubicBezTo>
                  <a:cubicBezTo>
                    <a:pt x="92" y="15"/>
                    <a:pt x="97" y="19"/>
                    <a:pt x="102" y="19"/>
                  </a:cubicBezTo>
                  <a:cubicBezTo>
                    <a:pt x="216" y="19"/>
                    <a:pt x="216" y="19"/>
                    <a:pt x="216" y="19"/>
                  </a:cubicBezTo>
                  <a:cubicBezTo>
                    <a:pt x="216" y="19"/>
                    <a:pt x="216" y="19"/>
                    <a:pt x="216" y="19"/>
                  </a:cubicBezTo>
                  <a:cubicBezTo>
                    <a:pt x="210" y="40"/>
                    <a:pt x="172" y="100"/>
                    <a:pt x="158" y="121"/>
                  </a:cubicBezTo>
                  <a:cubicBezTo>
                    <a:pt x="156" y="124"/>
                    <a:pt x="156" y="129"/>
                    <a:pt x="159" y="132"/>
                  </a:cubicBezTo>
                  <a:cubicBezTo>
                    <a:pt x="173" y="150"/>
                    <a:pt x="210" y="202"/>
                    <a:pt x="216" y="222"/>
                  </a:cubicBezTo>
                  <a:cubicBezTo>
                    <a:pt x="216" y="222"/>
                    <a:pt x="216" y="223"/>
                    <a:pt x="216" y="223"/>
                  </a:cubicBezTo>
                  <a:cubicBezTo>
                    <a:pt x="36" y="223"/>
                    <a:pt x="36" y="223"/>
                    <a:pt x="36" y="223"/>
                  </a:cubicBezTo>
                  <a:cubicBezTo>
                    <a:pt x="36" y="223"/>
                    <a:pt x="36" y="223"/>
                    <a:pt x="36" y="223"/>
                  </a:cubicBezTo>
                  <a:cubicBezTo>
                    <a:pt x="35" y="223"/>
                    <a:pt x="28" y="223"/>
                    <a:pt x="23" y="218"/>
                  </a:cubicBezTo>
                  <a:cubicBezTo>
                    <a:pt x="20" y="215"/>
                    <a:pt x="19" y="211"/>
                    <a:pt x="19" y="206"/>
                  </a:cubicBezTo>
                  <a:cubicBezTo>
                    <a:pt x="19" y="201"/>
                    <a:pt x="14" y="197"/>
                    <a:pt x="9" y="197"/>
                  </a:cubicBezTo>
                  <a:cubicBezTo>
                    <a:pt x="4" y="197"/>
                    <a:pt x="0" y="201"/>
                    <a:pt x="0" y="206"/>
                  </a:cubicBezTo>
                  <a:cubicBezTo>
                    <a:pt x="0" y="219"/>
                    <a:pt x="5" y="227"/>
                    <a:pt x="10" y="232"/>
                  </a:cubicBezTo>
                  <a:cubicBezTo>
                    <a:pt x="19" y="241"/>
                    <a:pt x="32" y="241"/>
                    <a:pt x="35" y="241"/>
                  </a:cubicBezTo>
                  <a:cubicBezTo>
                    <a:pt x="36" y="241"/>
                    <a:pt x="36" y="241"/>
                    <a:pt x="36" y="241"/>
                  </a:cubicBezTo>
                  <a:cubicBezTo>
                    <a:pt x="217" y="241"/>
                    <a:pt x="217" y="241"/>
                    <a:pt x="217" y="241"/>
                  </a:cubicBezTo>
                  <a:cubicBezTo>
                    <a:pt x="223" y="241"/>
                    <a:pt x="228" y="239"/>
                    <a:pt x="231" y="235"/>
                  </a:cubicBezTo>
                  <a:cubicBezTo>
                    <a:pt x="236" y="229"/>
                    <a:pt x="236" y="221"/>
                    <a:pt x="234" y="217"/>
                  </a:cubicBezTo>
                  <a:cubicBezTo>
                    <a:pt x="227" y="193"/>
                    <a:pt x="190" y="142"/>
                    <a:pt x="178" y="126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12" name="Freeform 177"/>
            <p:cNvSpPr>
              <a:spLocks/>
            </p:cNvSpPr>
            <p:nvPr/>
          </p:nvSpPr>
          <p:spPr bwMode="auto">
            <a:xfrm>
              <a:off x="5607051" y="3040063"/>
              <a:ext cx="19050" cy="422275"/>
            </a:xfrm>
            <a:custGeom>
              <a:avLst/>
              <a:gdLst>
                <a:gd name="T0" fmla="*/ 10 w 19"/>
                <a:gd name="T1" fmla="*/ 0 h 424"/>
                <a:gd name="T2" fmla="*/ 0 w 19"/>
                <a:gd name="T3" fmla="*/ 9 h 424"/>
                <a:gd name="T4" fmla="*/ 0 w 19"/>
                <a:gd name="T5" fmla="*/ 415 h 424"/>
                <a:gd name="T6" fmla="*/ 10 w 19"/>
                <a:gd name="T7" fmla="*/ 424 h 424"/>
                <a:gd name="T8" fmla="*/ 19 w 19"/>
                <a:gd name="T9" fmla="*/ 415 h 424"/>
                <a:gd name="T10" fmla="*/ 19 w 19"/>
                <a:gd name="T11" fmla="*/ 9 h 424"/>
                <a:gd name="T12" fmla="*/ 10 w 19"/>
                <a:gd name="T13" fmla="*/ 0 h 4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" h="424">
                  <a:moveTo>
                    <a:pt x="10" y="0"/>
                  </a:moveTo>
                  <a:cubicBezTo>
                    <a:pt x="4" y="0"/>
                    <a:pt x="0" y="4"/>
                    <a:pt x="0" y="9"/>
                  </a:cubicBezTo>
                  <a:cubicBezTo>
                    <a:pt x="0" y="415"/>
                    <a:pt x="0" y="415"/>
                    <a:pt x="0" y="415"/>
                  </a:cubicBezTo>
                  <a:cubicBezTo>
                    <a:pt x="0" y="420"/>
                    <a:pt x="4" y="424"/>
                    <a:pt x="10" y="424"/>
                  </a:cubicBezTo>
                  <a:cubicBezTo>
                    <a:pt x="15" y="424"/>
                    <a:pt x="19" y="420"/>
                    <a:pt x="19" y="415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19" y="4"/>
                    <a:pt x="15" y="0"/>
                    <a:pt x="1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56" name="Group 255"/>
          <p:cNvGrpSpPr/>
          <p:nvPr/>
        </p:nvGrpSpPr>
        <p:grpSpPr>
          <a:xfrm>
            <a:off x="8362952" y="4053417"/>
            <a:ext cx="721784" cy="563035"/>
            <a:chOff x="6272214" y="3040063"/>
            <a:chExt cx="541338" cy="422276"/>
          </a:xfrm>
          <a:solidFill>
            <a:schemeClr val="accent1"/>
          </a:solidFill>
        </p:grpSpPr>
        <p:sp>
          <p:nvSpPr>
            <p:cNvPr id="213" name="Freeform 178"/>
            <p:cNvSpPr>
              <a:spLocks/>
            </p:cNvSpPr>
            <p:nvPr/>
          </p:nvSpPr>
          <p:spPr bwMode="auto">
            <a:xfrm>
              <a:off x="6272214" y="3143251"/>
              <a:ext cx="541338" cy="319088"/>
            </a:xfrm>
            <a:custGeom>
              <a:avLst/>
              <a:gdLst>
                <a:gd name="T0" fmla="*/ 543 w 544"/>
                <a:gd name="T1" fmla="*/ 236 h 320"/>
                <a:gd name="T2" fmla="*/ 478 w 544"/>
                <a:gd name="T3" fmla="*/ 7 h 320"/>
                <a:gd name="T4" fmla="*/ 472 w 544"/>
                <a:gd name="T5" fmla="*/ 1 h 320"/>
                <a:gd name="T6" fmla="*/ 464 w 544"/>
                <a:gd name="T7" fmla="*/ 2 h 320"/>
                <a:gd name="T8" fmla="*/ 399 w 544"/>
                <a:gd name="T9" fmla="*/ 38 h 320"/>
                <a:gd name="T10" fmla="*/ 395 w 544"/>
                <a:gd name="T11" fmla="*/ 51 h 320"/>
                <a:gd name="T12" fmla="*/ 408 w 544"/>
                <a:gd name="T13" fmla="*/ 54 h 320"/>
                <a:gd name="T14" fmla="*/ 463 w 544"/>
                <a:gd name="T15" fmla="*/ 24 h 320"/>
                <a:gd name="T16" fmla="*/ 523 w 544"/>
                <a:gd name="T17" fmla="*/ 235 h 320"/>
                <a:gd name="T18" fmla="*/ 423 w 544"/>
                <a:gd name="T19" fmla="*/ 296 h 320"/>
                <a:gd name="T20" fmla="*/ 399 w 544"/>
                <a:gd name="T21" fmla="*/ 100 h 320"/>
                <a:gd name="T22" fmla="*/ 389 w 544"/>
                <a:gd name="T23" fmla="*/ 92 h 320"/>
                <a:gd name="T24" fmla="*/ 380 w 544"/>
                <a:gd name="T25" fmla="*/ 103 h 320"/>
                <a:gd name="T26" fmla="*/ 405 w 544"/>
                <a:gd name="T27" fmla="*/ 298 h 320"/>
                <a:gd name="T28" fmla="*/ 281 w 544"/>
                <a:gd name="T29" fmla="*/ 265 h 320"/>
                <a:gd name="T30" fmla="*/ 281 w 544"/>
                <a:gd name="T31" fmla="*/ 231 h 320"/>
                <a:gd name="T32" fmla="*/ 272 w 544"/>
                <a:gd name="T33" fmla="*/ 222 h 320"/>
                <a:gd name="T34" fmla="*/ 262 w 544"/>
                <a:gd name="T35" fmla="*/ 231 h 320"/>
                <a:gd name="T36" fmla="*/ 262 w 544"/>
                <a:gd name="T37" fmla="*/ 265 h 320"/>
                <a:gd name="T38" fmla="*/ 139 w 544"/>
                <a:gd name="T39" fmla="*/ 298 h 320"/>
                <a:gd name="T40" fmla="*/ 163 w 544"/>
                <a:gd name="T41" fmla="*/ 103 h 320"/>
                <a:gd name="T42" fmla="*/ 155 w 544"/>
                <a:gd name="T43" fmla="*/ 92 h 320"/>
                <a:gd name="T44" fmla="*/ 145 w 544"/>
                <a:gd name="T45" fmla="*/ 100 h 320"/>
                <a:gd name="T46" fmla="*/ 120 w 544"/>
                <a:gd name="T47" fmla="*/ 296 h 320"/>
                <a:gd name="T48" fmla="*/ 21 w 544"/>
                <a:gd name="T49" fmla="*/ 235 h 320"/>
                <a:gd name="T50" fmla="*/ 81 w 544"/>
                <a:gd name="T51" fmla="*/ 24 h 320"/>
                <a:gd name="T52" fmla="*/ 136 w 544"/>
                <a:gd name="T53" fmla="*/ 54 h 320"/>
                <a:gd name="T54" fmla="*/ 148 w 544"/>
                <a:gd name="T55" fmla="*/ 51 h 320"/>
                <a:gd name="T56" fmla="*/ 145 w 544"/>
                <a:gd name="T57" fmla="*/ 38 h 320"/>
                <a:gd name="T58" fmla="*/ 80 w 544"/>
                <a:gd name="T59" fmla="*/ 2 h 320"/>
                <a:gd name="T60" fmla="*/ 72 w 544"/>
                <a:gd name="T61" fmla="*/ 1 h 320"/>
                <a:gd name="T62" fmla="*/ 66 w 544"/>
                <a:gd name="T63" fmla="*/ 7 h 320"/>
                <a:gd name="T64" fmla="*/ 1 w 544"/>
                <a:gd name="T65" fmla="*/ 236 h 320"/>
                <a:gd name="T66" fmla="*/ 5 w 544"/>
                <a:gd name="T67" fmla="*/ 247 h 320"/>
                <a:gd name="T68" fmla="*/ 123 w 544"/>
                <a:gd name="T69" fmla="*/ 319 h 320"/>
                <a:gd name="T70" fmla="*/ 123 w 544"/>
                <a:gd name="T71" fmla="*/ 319 h 320"/>
                <a:gd name="T72" fmla="*/ 123 w 544"/>
                <a:gd name="T73" fmla="*/ 319 h 320"/>
                <a:gd name="T74" fmla="*/ 124 w 544"/>
                <a:gd name="T75" fmla="*/ 320 h 320"/>
                <a:gd name="T76" fmla="*/ 125 w 544"/>
                <a:gd name="T77" fmla="*/ 320 h 320"/>
                <a:gd name="T78" fmla="*/ 126 w 544"/>
                <a:gd name="T79" fmla="*/ 320 h 320"/>
                <a:gd name="T80" fmla="*/ 126 w 544"/>
                <a:gd name="T81" fmla="*/ 320 h 320"/>
                <a:gd name="T82" fmla="*/ 128 w 544"/>
                <a:gd name="T83" fmla="*/ 320 h 320"/>
                <a:gd name="T84" fmla="*/ 128 w 544"/>
                <a:gd name="T85" fmla="*/ 320 h 320"/>
                <a:gd name="T86" fmla="*/ 130 w 544"/>
                <a:gd name="T87" fmla="*/ 320 h 320"/>
                <a:gd name="T88" fmla="*/ 130 w 544"/>
                <a:gd name="T89" fmla="*/ 320 h 320"/>
                <a:gd name="T90" fmla="*/ 130 w 544"/>
                <a:gd name="T91" fmla="*/ 320 h 320"/>
                <a:gd name="T92" fmla="*/ 272 w 544"/>
                <a:gd name="T93" fmla="*/ 281 h 320"/>
                <a:gd name="T94" fmla="*/ 413 w 544"/>
                <a:gd name="T95" fmla="*/ 320 h 320"/>
                <a:gd name="T96" fmla="*/ 414 w 544"/>
                <a:gd name="T97" fmla="*/ 320 h 320"/>
                <a:gd name="T98" fmla="*/ 414 w 544"/>
                <a:gd name="T99" fmla="*/ 320 h 320"/>
                <a:gd name="T100" fmla="*/ 416 w 544"/>
                <a:gd name="T101" fmla="*/ 320 h 320"/>
                <a:gd name="T102" fmla="*/ 416 w 544"/>
                <a:gd name="T103" fmla="*/ 320 h 320"/>
                <a:gd name="T104" fmla="*/ 417 w 544"/>
                <a:gd name="T105" fmla="*/ 320 h 320"/>
                <a:gd name="T106" fmla="*/ 418 w 544"/>
                <a:gd name="T107" fmla="*/ 320 h 320"/>
                <a:gd name="T108" fmla="*/ 419 w 544"/>
                <a:gd name="T109" fmla="*/ 320 h 320"/>
                <a:gd name="T110" fmla="*/ 419 w 544"/>
                <a:gd name="T111" fmla="*/ 320 h 320"/>
                <a:gd name="T112" fmla="*/ 420 w 544"/>
                <a:gd name="T113" fmla="*/ 319 h 320"/>
                <a:gd name="T114" fmla="*/ 421 w 544"/>
                <a:gd name="T115" fmla="*/ 319 h 320"/>
                <a:gd name="T116" fmla="*/ 421 w 544"/>
                <a:gd name="T117" fmla="*/ 319 h 320"/>
                <a:gd name="T118" fmla="*/ 539 w 544"/>
                <a:gd name="T119" fmla="*/ 247 h 320"/>
                <a:gd name="T120" fmla="*/ 543 w 544"/>
                <a:gd name="T121" fmla="*/ 236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44" h="320">
                  <a:moveTo>
                    <a:pt x="543" y="236"/>
                  </a:moveTo>
                  <a:cubicBezTo>
                    <a:pt x="478" y="7"/>
                    <a:pt x="478" y="7"/>
                    <a:pt x="478" y="7"/>
                  </a:cubicBezTo>
                  <a:cubicBezTo>
                    <a:pt x="477" y="4"/>
                    <a:pt x="475" y="2"/>
                    <a:pt x="472" y="1"/>
                  </a:cubicBezTo>
                  <a:cubicBezTo>
                    <a:pt x="469" y="0"/>
                    <a:pt x="466" y="0"/>
                    <a:pt x="464" y="2"/>
                  </a:cubicBezTo>
                  <a:cubicBezTo>
                    <a:pt x="399" y="38"/>
                    <a:pt x="399" y="38"/>
                    <a:pt x="399" y="38"/>
                  </a:cubicBezTo>
                  <a:cubicBezTo>
                    <a:pt x="394" y="41"/>
                    <a:pt x="393" y="46"/>
                    <a:pt x="395" y="51"/>
                  </a:cubicBezTo>
                  <a:cubicBezTo>
                    <a:pt x="398" y="55"/>
                    <a:pt x="404" y="57"/>
                    <a:pt x="408" y="54"/>
                  </a:cubicBezTo>
                  <a:cubicBezTo>
                    <a:pt x="463" y="24"/>
                    <a:pt x="463" y="24"/>
                    <a:pt x="463" y="24"/>
                  </a:cubicBezTo>
                  <a:cubicBezTo>
                    <a:pt x="523" y="235"/>
                    <a:pt x="523" y="235"/>
                    <a:pt x="523" y="235"/>
                  </a:cubicBezTo>
                  <a:cubicBezTo>
                    <a:pt x="423" y="296"/>
                    <a:pt x="423" y="296"/>
                    <a:pt x="423" y="296"/>
                  </a:cubicBezTo>
                  <a:cubicBezTo>
                    <a:pt x="399" y="100"/>
                    <a:pt x="399" y="100"/>
                    <a:pt x="399" y="100"/>
                  </a:cubicBezTo>
                  <a:cubicBezTo>
                    <a:pt x="398" y="95"/>
                    <a:pt x="394" y="92"/>
                    <a:pt x="389" y="92"/>
                  </a:cubicBezTo>
                  <a:cubicBezTo>
                    <a:pt x="383" y="93"/>
                    <a:pt x="380" y="98"/>
                    <a:pt x="380" y="103"/>
                  </a:cubicBezTo>
                  <a:cubicBezTo>
                    <a:pt x="405" y="298"/>
                    <a:pt x="405" y="298"/>
                    <a:pt x="405" y="298"/>
                  </a:cubicBezTo>
                  <a:cubicBezTo>
                    <a:pt x="281" y="265"/>
                    <a:pt x="281" y="265"/>
                    <a:pt x="281" y="265"/>
                  </a:cubicBezTo>
                  <a:cubicBezTo>
                    <a:pt x="281" y="231"/>
                    <a:pt x="281" y="231"/>
                    <a:pt x="281" y="231"/>
                  </a:cubicBezTo>
                  <a:cubicBezTo>
                    <a:pt x="281" y="226"/>
                    <a:pt x="277" y="222"/>
                    <a:pt x="272" y="222"/>
                  </a:cubicBezTo>
                  <a:cubicBezTo>
                    <a:pt x="267" y="222"/>
                    <a:pt x="262" y="226"/>
                    <a:pt x="262" y="231"/>
                  </a:cubicBezTo>
                  <a:cubicBezTo>
                    <a:pt x="262" y="265"/>
                    <a:pt x="262" y="265"/>
                    <a:pt x="262" y="265"/>
                  </a:cubicBezTo>
                  <a:cubicBezTo>
                    <a:pt x="139" y="298"/>
                    <a:pt x="139" y="298"/>
                    <a:pt x="139" y="298"/>
                  </a:cubicBezTo>
                  <a:cubicBezTo>
                    <a:pt x="163" y="103"/>
                    <a:pt x="163" y="103"/>
                    <a:pt x="163" y="103"/>
                  </a:cubicBezTo>
                  <a:cubicBezTo>
                    <a:pt x="164" y="98"/>
                    <a:pt x="160" y="93"/>
                    <a:pt x="155" y="92"/>
                  </a:cubicBezTo>
                  <a:cubicBezTo>
                    <a:pt x="150" y="92"/>
                    <a:pt x="145" y="95"/>
                    <a:pt x="145" y="100"/>
                  </a:cubicBezTo>
                  <a:cubicBezTo>
                    <a:pt x="120" y="296"/>
                    <a:pt x="120" y="296"/>
                    <a:pt x="120" y="296"/>
                  </a:cubicBezTo>
                  <a:cubicBezTo>
                    <a:pt x="21" y="235"/>
                    <a:pt x="21" y="235"/>
                    <a:pt x="21" y="235"/>
                  </a:cubicBezTo>
                  <a:cubicBezTo>
                    <a:pt x="81" y="24"/>
                    <a:pt x="81" y="24"/>
                    <a:pt x="81" y="24"/>
                  </a:cubicBezTo>
                  <a:cubicBezTo>
                    <a:pt x="136" y="54"/>
                    <a:pt x="136" y="54"/>
                    <a:pt x="136" y="54"/>
                  </a:cubicBezTo>
                  <a:cubicBezTo>
                    <a:pt x="140" y="57"/>
                    <a:pt x="146" y="55"/>
                    <a:pt x="148" y="51"/>
                  </a:cubicBezTo>
                  <a:cubicBezTo>
                    <a:pt x="151" y="46"/>
                    <a:pt x="149" y="41"/>
                    <a:pt x="145" y="38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7" y="0"/>
                    <a:pt x="74" y="0"/>
                    <a:pt x="72" y="1"/>
                  </a:cubicBezTo>
                  <a:cubicBezTo>
                    <a:pt x="69" y="2"/>
                    <a:pt x="67" y="4"/>
                    <a:pt x="66" y="7"/>
                  </a:cubicBezTo>
                  <a:cubicBezTo>
                    <a:pt x="1" y="236"/>
                    <a:pt x="1" y="236"/>
                    <a:pt x="1" y="236"/>
                  </a:cubicBezTo>
                  <a:cubicBezTo>
                    <a:pt x="0" y="241"/>
                    <a:pt x="1" y="245"/>
                    <a:pt x="5" y="247"/>
                  </a:cubicBezTo>
                  <a:cubicBezTo>
                    <a:pt x="123" y="319"/>
                    <a:pt x="123" y="319"/>
                    <a:pt x="123" y="319"/>
                  </a:cubicBezTo>
                  <a:cubicBezTo>
                    <a:pt x="123" y="319"/>
                    <a:pt x="123" y="319"/>
                    <a:pt x="123" y="319"/>
                  </a:cubicBezTo>
                  <a:cubicBezTo>
                    <a:pt x="123" y="319"/>
                    <a:pt x="123" y="319"/>
                    <a:pt x="123" y="319"/>
                  </a:cubicBezTo>
                  <a:cubicBezTo>
                    <a:pt x="124" y="319"/>
                    <a:pt x="124" y="320"/>
                    <a:pt x="124" y="320"/>
                  </a:cubicBezTo>
                  <a:cubicBezTo>
                    <a:pt x="124" y="320"/>
                    <a:pt x="125" y="320"/>
                    <a:pt x="125" y="320"/>
                  </a:cubicBezTo>
                  <a:cubicBezTo>
                    <a:pt x="125" y="320"/>
                    <a:pt x="125" y="320"/>
                    <a:pt x="126" y="320"/>
                  </a:cubicBezTo>
                  <a:cubicBezTo>
                    <a:pt x="126" y="320"/>
                    <a:pt x="126" y="320"/>
                    <a:pt x="126" y="320"/>
                  </a:cubicBezTo>
                  <a:cubicBezTo>
                    <a:pt x="127" y="320"/>
                    <a:pt x="127" y="320"/>
                    <a:pt x="128" y="320"/>
                  </a:cubicBezTo>
                  <a:cubicBezTo>
                    <a:pt x="128" y="320"/>
                    <a:pt x="128" y="320"/>
                    <a:pt x="128" y="320"/>
                  </a:cubicBezTo>
                  <a:cubicBezTo>
                    <a:pt x="128" y="320"/>
                    <a:pt x="129" y="320"/>
                    <a:pt x="130" y="320"/>
                  </a:cubicBezTo>
                  <a:cubicBezTo>
                    <a:pt x="130" y="320"/>
                    <a:pt x="130" y="320"/>
                    <a:pt x="130" y="320"/>
                  </a:cubicBezTo>
                  <a:cubicBezTo>
                    <a:pt x="130" y="320"/>
                    <a:pt x="130" y="320"/>
                    <a:pt x="130" y="320"/>
                  </a:cubicBezTo>
                  <a:cubicBezTo>
                    <a:pt x="272" y="281"/>
                    <a:pt x="272" y="281"/>
                    <a:pt x="272" y="281"/>
                  </a:cubicBezTo>
                  <a:cubicBezTo>
                    <a:pt x="413" y="320"/>
                    <a:pt x="413" y="320"/>
                    <a:pt x="413" y="320"/>
                  </a:cubicBezTo>
                  <a:cubicBezTo>
                    <a:pt x="414" y="320"/>
                    <a:pt x="414" y="320"/>
                    <a:pt x="414" y="320"/>
                  </a:cubicBezTo>
                  <a:cubicBezTo>
                    <a:pt x="414" y="320"/>
                    <a:pt x="414" y="320"/>
                    <a:pt x="414" y="320"/>
                  </a:cubicBezTo>
                  <a:cubicBezTo>
                    <a:pt x="414" y="320"/>
                    <a:pt x="415" y="320"/>
                    <a:pt x="416" y="320"/>
                  </a:cubicBezTo>
                  <a:cubicBezTo>
                    <a:pt x="416" y="320"/>
                    <a:pt x="416" y="320"/>
                    <a:pt x="416" y="320"/>
                  </a:cubicBezTo>
                  <a:cubicBezTo>
                    <a:pt x="416" y="320"/>
                    <a:pt x="417" y="320"/>
                    <a:pt x="417" y="320"/>
                  </a:cubicBezTo>
                  <a:cubicBezTo>
                    <a:pt x="418" y="320"/>
                    <a:pt x="418" y="320"/>
                    <a:pt x="418" y="320"/>
                  </a:cubicBezTo>
                  <a:cubicBezTo>
                    <a:pt x="418" y="320"/>
                    <a:pt x="419" y="320"/>
                    <a:pt x="419" y="320"/>
                  </a:cubicBezTo>
                  <a:cubicBezTo>
                    <a:pt x="419" y="320"/>
                    <a:pt x="419" y="320"/>
                    <a:pt x="419" y="320"/>
                  </a:cubicBezTo>
                  <a:cubicBezTo>
                    <a:pt x="420" y="320"/>
                    <a:pt x="420" y="319"/>
                    <a:pt x="420" y="319"/>
                  </a:cubicBezTo>
                  <a:cubicBezTo>
                    <a:pt x="421" y="319"/>
                    <a:pt x="421" y="319"/>
                    <a:pt x="421" y="319"/>
                  </a:cubicBezTo>
                  <a:cubicBezTo>
                    <a:pt x="421" y="319"/>
                    <a:pt x="421" y="319"/>
                    <a:pt x="421" y="319"/>
                  </a:cubicBezTo>
                  <a:cubicBezTo>
                    <a:pt x="539" y="247"/>
                    <a:pt x="539" y="247"/>
                    <a:pt x="539" y="247"/>
                  </a:cubicBezTo>
                  <a:cubicBezTo>
                    <a:pt x="542" y="245"/>
                    <a:pt x="544" y="241"/>
                    <a:pt x="543" y="236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14" name="Freeform 179"/>
            <p:cNvSpPr>
              <a:spLocks noEditPoints="1"/>
            </p:cNvSpPr>
            <p:nvPr/>
          </p:nvSpPr>
          <p:spPr bwMode="auto">
            <a:xfrm>
              <a:off x="6429376" y="3040063"/>
              <a:ext cx="227013" cy="311150"/>
            </a:xfrm>
            <a:custGeom>
              <a:avLst/>
              <a:gdLst>
                <a:gd name="T0" fmla="*/ 107 w 228"/>
                <a:gd name="T1" fmla="*/ 311 h 313"/>
                <a:gd name="T2" fmla="*/ 114 w 228"/>
                <a:gd name="T3" fmla="*/ 313 h 313"/>
                <a:gd name="T4" fmla="*/ 120 w 228"/>
                <a:gd name="T5" fmla="*/ 311 h 313"/>
                <a:gd name="T6" fmla="*/ 228 w 228"/>
                <a:gd name="T7" fmla="*/ 114 h 313"/>
                <a:gd name="T8" fmla="*/ 114 w 228"/>
                <a:gd name="T9" fmla="*/ 0 h 313"/>
                <a:gd name="T10" fmla="*/ 0 w 228"/>
                <a:gd name="T11" fmla="*/ 114 h 313"/>
                <a:gd name="T12" fmla="*/ 107 w 228"/>
                <a:gd name="T13" fmla="*/ 311 h 313"/>
                <a:gd name="T14" fmla="*/ 114 w 228"/>
                <a:gd name="T15" fmla="*/ 18 h 313"/>
                <a:gd name="T16" fmla="*/ 209 w 228"/>
                <a:gd name="T17" fmla="*/ 114 h 313"/>
                <a:gd name="T18" fmla="*/ 114 w 228"/>
                <a:gd name="T19" fmla="*/ 291 h 313"/>
                <a:gd name="T20" fmla="*/ 18 w 228"/>
                <a:gd name="T21" fmla="*/ 114 h 313"/>
                <a:gd name="T22" fmla="*/ 114 w 228"/>
                <a:gd name="T23" fmla="*/ 18 h 3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28" h="313">
                  <a:moveTo>
                    <a:pt x="107" y="311"/>
                  </a:moveTo>
                  <a:cubicBezTo>
                    <a:pt x="109" y="312"/>
                    <a:pt x="112" y="313"/>
                    <a:pt x="114" y="313"/>
                  </a:cubicBezTo>
                  <a:cubicBezTo>
                    <a:pt x="116" y="313"/>
                    <a:pt x="118" y="312"/>
                    <a:pt x="120" y="311"/>
                  </a:cubicBezTo>
                  <a:cubicBezTo>
                    <a:pt x="125" y="307"/>
                    <a:pt x="228" y="212"/>
                    <a:pt x="228" y="114"/>
                  </a:cubicBezTo>
                  <a:cubicBezTo>
                    <a:pt x="228" y="50"/>
                    <a:pt x="178" y="0"/>
                    <a:pt x="114" y="0"/>
                  </a:cubicBezTo>
                  <a:cubicBezTo>
                    <a:pt x="50" y="0"/>
                    <a:pt x="0" y="50"/>
                    <a:pt x="0" y="114"/>
                  </a:cubicBezTo>
                  <a:cubicBezTo>
                    <a:pt x="0" y="210"/>
                    <a:pt x="103" y="307"/>
                    <a:pt x="107" y="311"/>
                  </a:cubicBezTo>
                  <a:close/>
                  <a:moveTo>
                    <a:pt x="114" y="18"/>
                  </a:moveTo>
                  <a:cubicBezTo>
                    <a:pt x="168" y="18"/>
                    <a:pt x="209" y="59"/>
                    <a:pt x="209" y="114"/>
                  </a:cubicBezTo>
                  <a:cubicBezTo>
                    <a:pt x="209" y="190"/>
                    <a:pt x="136" y="269"/>
                    <a:pt x="114" y="291"/>
                  </a:cubicBezTo>
                  <a:cubicBezTo>
                    <a:pt x="92" y="268"/>
                    <a:pt x="18" y="189"/>
                    <a:pt x="18" y="114"/>
                  </a:cubicBezTo>
                  <a:cubicBezTo>
                    <a:pt x="18" y="59"/>
                    <a:pt x="59" y="18"/>
                    <a:pt x="114" y="1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15" name="Freeform 180"/>
            <p:cNvSpPr>
              <a:spLocks noEditPoints="1"/>
            </p:cNvSpPr>
            <p:nvPr/>
          </p:nvSpPr>
          <p:spPr bwMode="auto">
            <a:xfrm>
              <a:off x="6480176" y="3090863"/>
              <a:ext cx="123825" cy="123825"/>
            </a:xfrm>
            <a:custGeom>
              <a:avLst/>
              <a:gdLst>
                <a:gd name="T0" fmla="*/ 124 w 124"/>
                <a:gd name="T1" fmla="*/ 62 h 124"/>
                <a:gd name="T2" fmla="*/ 62 w 124"/>
                <a:gd name="T3" fmla="*/ 0 h 124"/>
                <a:gd name="T4" fmla="*/ 0 w 124"/>
                <a:gd name="T5" fmla="*/ 62 h 124"/>
                <a:gd name="T6" fmla="*/ 62 w 124"/>
                <a:gd name="T7" fmla="*/ 124 h 124"/>
                <a:gd name="T8" fmla="*/ 124 w 124"/>
                <a:gd name="T9" fmla="*/ 62 h 124"/>
                <a:gd name="T10" fmla="*/ 62 w 124"/>
                <a:gd name="T11" fmla="*/ 105 h 124"/>
                <a:gd name="T12" fmla="*/ 19 w 124"/>
                <a:gd name="T13" fmla="*/ 62 h 124"/>
                <a:gd name="T14" fmla="*/ 62 w 124"/>
                <a:gd name="T15" fmla="*/ 19 h 124"/>
                <a:gd name="T16" fmla="*/ 105 w 124"/>
                <a:gd name="T17" fmla="*/ 62 h 124"/>
                <a:gd name="T18" fmla="*/ 62 w 124"/>
                <a:gd name="T19" fmla="*/ 105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4" h="124">
                  <a:moveTo>
                    <a:pt x="124" y="62"/>
                  </a:moveTo>
                  <a:cubicBezTo>
                    <a:pt x="124" y="28"/>
                    <a:pt x="96" y="0"/>
                    <a:pt x="62" y="0"/>
                  </a:cubicBezTo>
                  <a:cubicBezTo>
                    <a:pt x="28" y="0"/>
                    <a:pt x="0" y="28"/>
                    <a:pt x="0" y="62"/>
                  </a:cubicBezTo>
                  <a:cubicBezTo>
                    <a:pt x="0" y="96"/>
                    <a:pt x="28" y="124"/>
                    <a:pt x="62" y="124"/>
                  </a:cubicBezTo>
                  <a:cubicBezTo>
                    <a:pt x="96" y="124"/>
                    <a:pt x="124" y="96"/>
                    <a:pt x="124" y="62"/>
                  </a:cubicBezTo>
                  <a:close/>
                  <a:moveTo>
                    <a:pt x="62" y="105"/>
                  </a:moveTo>
                  <a:cubicBezTo>
                    <a:pt x="38" y="105"/>
                    <a:pt x="19" y="86"/>
                    <a:pt x="19" y="62"/>
                  </a:cubicBezTo>
                  <a:cubicBezTo>
                    <a:pt x="19" y="38"/>
                    <a:pt x="38" y="19"/>
                    <a:pt x="62" y="19"/>
                  </a:cubicBezTo>
                  <a:cubicBezTo>
                    <a:pt x="86" y="19"/>
                    <a:pt x="105" y="38"/>
                    <a:pt x="105" y="62"/>
                  </a:cubicBezTo>
                  <a:cubicBezTo>
                    <a:pt x="105" y="86"/>
                    <a:pt x="86" y="105"/>
                    <a:pt x="62" y="105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57" name="Group 256"/>
          <p:cNvGrpSpPr/>
          <p:nvPr/>
        </p:nvGrpSpPr>
        <p:grpSpPr>
          <a:xfrm>
            <a:off x="10517719" y="4051302"/>
            <a:ext cx="738717" cy="565151"/>
            <a:chOff x="7888289" y="3038476"/>
            <a:chExt cx="554038" cy="423863"/>
          </a:xfrm>
          <a:solidFill>
            <a:schemeClr val="accent1"/>
          </a:solidFill>
        </p:grpSpPr>
        <p:sp>
          <p:nvSpPr>
            <p:cNvPr id="216" name="Freeform 181"/>
            <p:cNvSpPr>
              <a:spLocks noEditPoints="1"/>
            </p:cNvSpPr>
            <p:nvPr/>
          </p:nvSpPr>
          <p:spPr bwMode="auto">
            <a:xfrm>
              <a:off x="7915276" y="3222626"/>
              <a:ext cx="501650" cy="239713"/>
            </a:xfrm>
            <a:custGeom>
              <a:avLst/>
              <a:gdLst>
                <a:gd name="T0" fmla="*/ 494 w 504"/>
                <a:gd name="T1" fmla="*/ 0 h 241"/>
                <a:gd name="T2" fmla="*/ 10 w 504"/>
                <a:gd name="T3" fmla="*/ 0 h 241"/>
                <a:gd name="T4" fmla="*/ 2 w 504"/>
                <a:gd name="T5" fmla="*/ 4 h 241"/>
                <a:gd name="T6" fmla="*/ 1 w 504"/>
                <a:gd name="T7" fmla="*/ 12 h 241"/>
                <a:gd name="T8" fmla="*/ 53 w 504"/>
                <a:gd name="T9" fmla="*/ 221 h 241"/>
                <a:gd name="T10" fmla="*/ 53 w 504"/>
                <a:gd name="T11" fmla="*/ 222 h 241"/>
                <a:gd name="T12" fmla="*/ 75 w 504"/>
                <a:gd name="T13" fmla="*/ 241 h 241"/>
                <a:gd name="T14" fmla="*/ 429 w 504"/>
                <a:gd name="T15" fmla="*/ 241 h 241"/>
                <a:gd name="T16" fmla="*/ 451 w 504"/>
                <a:gd name="T17" fmla="*/ 222 h 241"/>
                <a:gd name="T18" fmla="*/ 451 w 504"/>
                <a:gd name="T19" fmla="*/ 221 h 241"/>
                <a:gd name="T20" fmla="*/ 504 w 504"/>
                <a:gd name="T21" fmla="*/ 12 h 241"/>
                <a:gd name="T22" fmla="*/ 502 w 504"/>
                <a:gd name="T23" fmla="*/ 4 h 241"/>
                <a:gd name="T24" fmla="*/ 494 w 504"/>
                <a:gd name="T25" fmla="*/ 0 h 241"/>
                <a:gd name="T26" fmla="*/ 433 w 504"/>
                <a:gd name="T27" fmla="*/ 217 h 241"/>
                <a:gd name="T28" fmla="*/ 429 w 504"/>
                <a:gd name="T29" fmla="*/ 223 h 241"/>
                <a:gd name="T30" fmla="*/ 75 w 504"/>
                <a:gd name="T31" fmla="*/ 223 h 241"/>
                <a:gd name="T32" fmla="*/ 71 w 504"/>
                <a:gd name="T33" fmla="*/ 217 h 241"/>
                <a:gd name="T34" fmla="*/ 22 w 504"/>
                <a:gd name="T35" fmla="*/ 19 h 241"/>
                <a:gd name="T36" fmla="*/ 482 w 504"/>
                <a:gd name="T37" fmla="*/ 19 h 241"/>
                <a:gd name="T38" fmla="*/ 433 w 504"/>
                <a:gd name="T39" fmla="*/ 217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04" h="241">
                  <a:moveTo>
                    <a:pt x="494" y="0"/>
                  </a:moveTo>
                  <a:cubicBezTo>
                    <a:pt x="10" y="0"/>
                    <a:pt x="10" y="0"/>
                    <a:pt x="10" y="0"/>
                  </a:cubicBezTo>
                  <a:cubicBezTo>
                    <a:pt x="7" y="0"/>
                    <a:pt x="4" y="1"/>
                    <a:pt x="2" y="4"/>
                  </a:cubicBezTo>
                  <a:cubicBezTo>
                    <a:pt x="1" y="6"/>
                    <a:pt x="0" y="9"/>
                    <a:pt x="1" y="12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3" y="221"/>
                    <a:pt x="53" y="221"/>
                    <a:pt x="53" y="222"/>
                  </a:cubicBezTo>
                  <a:cubicBezTo>
                    <a:pt x="57" y="235"/>
                    <a:pt x="64" y="241"/>
                    <a:pt x="75" y="241"/>
                  </a:cubicBezTo>
                  <a:cubicBezTo>
                    <a:pt x="429" y="241"/>
                    <a:pt x="429" y="241"/>
                    <a:pt x="429" y="241"/>
                  </a:cubicBezTo>
                  <a:cubicBezTo>
                    <a:pt x="440" y="241"/>
                    <a:pt x="447" y="235"/>
                    <a:pt x="451" y="222"/>
                  </a:cubicBezTo>
                  <a:cubicBezTo>
                    <a:pt x="451" y="221"/>
                    <a:pt x="451" y="221"/>
                    <a:pt x="451" y="221"/>
                  </a:cubicBezTo>
                  <a:cubicBezTo>
                    <a:pt x="504" y="12"/>
                    <a:pt x="504" y="12"/>
                    <a:pt x="504" y="12"/>
                  </a:cubicBezTo>
                  <a:cubicBezTo>
                    <a:pt x="504" y="9"/>
                    <a:pt x="504" y="6"/>
                    <a:pt x="502" y="4"/>
                  </a:cubicBezTo>
                  <a:cubicBezTo>
                    <a:pt x="500" y="1"/>
                    <a:pt x="497" y="0"/>
                    <a:pt x="494" y="0"/>
                  </a:cubicBezTo>
                  <a:close/>
                  <a:moveTo>
                    <a:pt x="433" y="217"/>
                  </a:moveTo>
                  <a:cubicBezTo>
                    <a:pt x="431" y="223"/>
                    <a:pt x="430" y="223"/>
                    <a:pt x="429" y="223"/>
                  </a:cubicBezTo>
                  <a:cubicBezTo>
                    <a:pt x="75" y="223"/>
                    <a:pt x="75" y="223"/>
                    <a:pt x="75" y="223"/>
                  </a:cubicBezTo>
                  <a:cubicBezTo>
                    <a:pt x="74" y="223"/>
                    <a:pt x="73" y="223"/>
                    <a:pt x="71" y="217"/>
                  </a:cubicBezTo>
                  <a:cubicBezTo>
                    <a:pt x="22" y="19"/>
                    <a:pt x="22" y="19"/>
                    <a:pt x="22" y="19"/>
                  </a:cubicBezTo>
                  <a:cubicBezTo>
                    <a:pt x="482" y="19"/>
                    <a:pt x="482" y="19"/>
                    <a:pt x="482" y="19"/>
                  </a:cubicBezTo>
                  <a:lnTo>
                    <a:pt x="433" y="217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17" name="Freeform 182"/>
            <p:cNvSpPr>
              <a:spLocks/>
            </p:cNvSpPr>
            <p:nvPr/>
          </p:nvSpPr>
          <p:spPr bwMode="auto">
            <a:xfrm>
              <a:off x="8123239" y="3273426"/>
              <a:ext cx="19050" cy="136525"/>
            </a:xfrm>
            <a:custGeom>
              <a:avLst/>
              <a:gdLst>
                <a:gd name="T0" fmla="*/ 9 w 19"/>
                <a:gd name="T1" fmla="*/ 137 h 137"/>
                <a:gd name="T2" fmla="*/ 19 w 19"/>
                <a:gd name="T3" fmla="*/ 128 h 137"/>
                <a:gd name="T4" fmla="*/ 19 w 19"/>
                <a:gd name="T5" fmla="*/ 10 h 137"/>
                <a:gd name="T6" fmla="*/ 9 w 19"/>
                <a:gd name="T7" fmla="*/ 0 h 137"/>
                <a:gd name="T8" fmla="*/ 0 w 19"/>
                <a:gd name="T9" fmla="*/ 10 h 137"/>
                <a:gd name="T10" fmla="*/ 0 w 19"/>
                <a:gd name="T11" fmla="*/ 128 h 137"/>
                <a:gd name="T12" fmla="*/ 9 w 19"/>
                <a:gd name="T13" fmla="*/ 137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" h="137">
                  <a:moveTo>
                    <a:pt x="9" y="137"/>
                  </a:moveTo>
                  <a:cubicBezTo>
                    <a:pt x="14" y="137"/>
                    <a:pt x="19" y="133"/>
                    <a:pt x="19" y="128"/>
                  </a:cubicBezTo>
                  <a:cubicBezTo>
                    <a:pt x="19" y="10"/>
                    <a:pt x="19" y="10"/>
                    <a:pt x="19" y="10"/>
                  </a:cubicBezTo>
                  <a:cubicBezTo>
                    <a:pt x="19" y="5"/>
                    <a:pt x="14" y="0"/>
                    <a:pt x="9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128"/>
                    <a:pt x="0" y="128"/>
                    <a:pt x="0" y="128"/>
                  </a:cubicBezTo>
                  <a:cubicBezTo>
                    <a:pt x="0" y="133"/>
                    <a:pt x="4" y="137"/>
                    <a:pt x="9" y="137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18" name="Freeform 183"/>
            <p:cNvSpPr>
              <a:spLocks/>
            </p:cNvSpPr>
            <p:nvPr/>
          </p:nvSpPr>
          <p:spPr bwMode="auto">
            <a:xfrm>
              <a:off x="8020051" y="3273426"/>
              <a:ext cx="31750" cy="136525"/>
            </a:xfrm>
            <a:custGeom>
              <a:avLst/>
              <a:gdLst>
                <a:gd name="T0" fmla="*/ 13 w 32"/>
                <a:gd name="T1" fmla="*/ 129 h 137"/>
                <a:gd name="T2" fmla="*/ 23 w 32"/>
                <a:gd name="T3" fmla="*/ 137 h 137"/>
                <a:gd name="T4" fmla="*/ 24 w 32"/>
                <a:gd name="T5" fmla="*/ 137 h 137"/>
                <a:gd name="T6" fmla="*/ 32 w 32"/>
                <a:gd name="T7" fmla="*/ 127 h 137"/>
                <a:gd name="T8" fmla="*/ 19 w 32"/>
                <a:gd name="T9" fmla="*/ 9 h 137"/>
                <a:gd name="T10" fmla="*/ 8 w 32"/>
                <a:gd name="T11" fmla="*/ 0 h 137"/>
                <a:gd name="T12" fmla="*/ 0 w 32"/>
                <a:gd name="T13" fmla="*/ 11 h 137"/>
                <a:gd name="T14" fmla="*/ 13 w 32"/>
                <a:gd name="T15" fmla="*/ 129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2" h="137">
                  <a:moveTo>
                    <a:pt x="13" y="129"/>
                  </a:moveTo>
                  <a:cubicBezTo>
                    <a:pt x="14" y="134"/>
                    <a:pt x="18" y="137"/>
                    <a:pt x="23" y="137"/>
                  </a:cubicBezTo>
                  <a:cubicBezTo>
                    <a:pt x="23" y="137"/>
                    <a:pt x="23" y="137"/>
                    <a:pt x="24" y="137"/>
                  </a:cubicBezTo>
                  <a:cubicBezTo>
                    <a:pt x="29" y="136"/>
                    <a:pt x="32" y="132"/>
                    <a:pt x="32" y="127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18" y="4"/>
                    <a:pt x="14" y="0"/>
                    <a:pt x="8" y="0"/>
                  </a:cubicBezTo>
                  <a:cubicBezTo>
                    <a:pt x="3" y="1"/>
                    <a:pt x="0" y="6"/>
                    <a:pt x="0" y="11"/>
                  </a:cubicBezTo>
                  <a:lnTo>
                    <a:pt x="13" y="129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19" name="Freeform 184"/>
            <p:cNvSpPr>
              <a:spLocks/>
            </p:cNvSpPr>
            <p:nvPr/>
          </p:nvSpPr>
          <p:spPr bwMode="auto">
            <a:xfrm>
              <a:off x="8202614" y="3273426"/>
              <a:ext cx="17463" cy="136525"/>
            </a:xfrm>
            <a:custGeom>
              <a:avLst/>
              <a:gdLst>
                <a:gd name="T0" fmla="*/ 9 w 18"/>
                <a:gd name="T1" fmla="*/ 137 h 137"/>
                <a:gd name="T2" fmla="*/ 18 w 18"/>
                <a:gd name="T3" fmla="*/ 128 h 137"/>
                <a:gd name="T4" fmla="*/ 18 w 18"/>
                <a:gd name="T5" fmla="*/ 10 h 137"/>
                <a:gd name="T6" fmla="*/ 9 w 18"/>
                <a:gd name="T7" fmla="*/ 0 h 137"/>
                <a:gd name="T8" fmla="*/ 0 w 18"/>
                <a:gd name="T9" fmla="*/ 10 h 137"/>
                <a:gd name="T10" fmla="*/ 0 w 18"/>
                <a:gd name="T11" fmla="*/ 128 h 137"/>
                <a:gd name="T12" fmla="*/ 9 w 18"/>
                <a:gd name="T13" fmla="*/ 137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137">
                  <a:moveTo>
                    <a:pt x="9" y="137"/>
                  </a:moveTo>
                  <a:cubicBezTo>
                    <a:pt x="14" y="137"/>
                    <a:pt x="18" y="133"/>
                    <a:pt x="18" y="128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18" y="5"/>
                    <a:pt x="14" y="0"/>
                    <a:pt x="9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128"/>
                    <a:pt x="0" y="128"/>
                    <a:pt x="0" y="128"/>
                  </a:cubicBezTo>
                  <a:cubicBezTo>
                    <a:pt x="0" y="133"/>
                    <a:pt x="4" y="137"/>
                    <a:pt x="9" y="137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0" name="Freeform 185"/>
            <p:cNvSpPr>
              <a:spLocks/>
            </p:cNvSpPr>
            <p:nvPr/>
          </p:nvSpPr>
          <p:spPr bwMode="auto">
            <a:xfrm>
              <a:off x="8280401" y="3273426"/>
              <a:ext cx="31750" cy="136525"/>
            </a:xfrm>
            <a:custGeom>
              <a:avLst/>
              <a:gdLst>
                <a:gd name="T0" fmla="*/ 8 w 32"/>
                <a:gd name="T1" fmla="*/ 137 h 137"/>
                <a:gd name="T2" fmla="*/ 10 w 32"/>
                <a:gd name="T3" fmla="*/ 137 h 137"/>
                <a:gd name="T4" fmla="*/ 19 w 32"/>
                <a:gd name="T5" fmla="*/ 129 h 137"/>
                <a:gd name="T6" fmla="*/ 32 w 32"/>
                <a:gd name="T7" fmla="*/ 11 h 137"/>
                <a:gd name="T8" fmla="*/ 24 w 32"/>
                <a:gd name="T9" fmla="*/ 0 h 137"/>
                <a:gd name="T10" fmla="*/ 13 w 32"/>
                <a:gd name="T11" fmla="*/ 9 h 137"/>
                <a:gd name="T12" fmla="*/ 0 w 32"/>
                <a:gd name="T13" fmla="*/ 127 h 137"/>
                <a:gd name="T14" fmla="*/ 8 w 32"/>
                <a:gd name="T15" fmla="*/ 137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2" h="137">
                  <a:moveTo>
                    <a:pt x="8" y="137"/>
                  </a:moveTo>
                  <a:cubicBezTo>
                    <a:pt x="9" y="137"/>
                    <a:pt x="9" y="137"/>
                    <a:pt x="10" y="137"/>
                  </a:cubicBezTo>
                  <a:cubicBezTo>
                    <a:pt x="14" y="137"/>
                    <a:pt x="18" y="134"/>
                    <a:pt x="19" y="129"/>
                  </a:cubicBezTo>
                  <a:cubicBezTo>
                    <a:pt x="32" y="11"/>
                    <a:pt x="32" y="11"/>
                    <a:pt x="32" y="11"/>
                  </a:cubicBezTo>
                  <a:cubicBezTo>
                    <a:pt x="32" y="6"/>
                    <a:pt x="29" y="1"/>
                    <a:pt x="24" y="0"/>
                  </a:cubicBezTo>
                  <a:cubicBezTo>
                    <a:pt x="19" y="0"/>
                    <a:pt x="14" y="4"/>
                    <a:pt x="13" y="9"/>
                  </a:cubicBezTo>
                  <a:cubicBezTo>
                    <a:pt x="0" y="127"/>
                    <a:pt x="0" y="127"/>
                    <a:pt x="0" y="127"/>
                  </a:cubicBezTo>
                  <a:cubicBezTo>
                    <a:pt x="0" y="132"/>
                    <a:pt x="3" y="136"/>
                    <a:pt x="8" y="137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1" name="Freeform 186"/>
            <p:cNvSpPr>
              <a:spLocks/>
            </p:cNvSpPr>
            <p:nvPr/>
          </p:nvSpPr>
          <p:spPr bwMode="auto">
            <a:xfrm>
              <a:off x="8207376" y="3038476"/>
              <a:ext cx="144463" cy="161925"/>
            </a:xfrm>
            <a:custGeom>
              <a:avLst/>
              <a:gdLst>
                <a:gd name="T0" fmla="*/ 128 w 145"/>
                <a:gd name="T1" fmla="*/ 161 h 164"/>
                <a:gd name="T2" fmla="*/ 135 w 145"/>
                <a:gd name="T3" fmla="*/ 164 h 164"/>
                <a:gd name="T4" fmla="*/ 141 w 145"/>
                <a:gd name="T5" fmla="*/ 162 h 164"/>
                <a:gd name="T6" fmla="*/ 142 w 145"/>
                <a:gd name="T7" fmla="*/ 149 h 164"/>
                <a:gd name="T8" fmla="*/ 18 w 145"/>
                <a:gd name="T9" fmla="*/ 5 h 164"/>
                <a:gd name="T10" fmla="*/ 4 w 145"/>
                <a:gd name="T11" fmla="*/ 4 h 164"/>
                <a:gd name="T12" fmla="*/ 3 w 145"/>
                <a:gd name="T13" fmla="*/ 17 h 164"/>
                <a:gd name="T14" fmla="*/ 128 w 145"/>
                <a:gd name="T15" fmla="*/ 161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5" h="164">
                  <a:moveTo>
                    <a:pt x="128" y="161"/>
                  </a:moveTo>
                  <a:cubicBezTo>
                    <a:pt x="130" y="163"/>
                    <a:pt x="132" y="164"/>
                    <a:pt x="135" y="164"/>
                  </a:cubicBezTo>
                  <a:cubicBezTo>
                    <a:pt x="137" y="164"/>
                    <a:pt x="139" y="164"/>
                    <a:pt x="141" y="162"/>
                  </a:cubicBezTo>
                  <a:cubicBezTo>
                    <a:pt x="145" y="159"/>
                    <a:pt x="145" y="153"/>
                    <a:pt x="142" y="149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4" y="1"/>
                    <a:pt x="8" y="0"/>
                    <a:pt x="4" y="4"/>
                  </a:cubicBezTo>
                  <a:cubicBezTo>
                    <a:pt x="0" y="7"/>
                    <a:pt x="0" y="13"/>
                    <a:pt x="3" y="17"/>
                  </a:cubicBezTo>
                  <a:lnTo>
                    <a:pt x="128" y="16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2" name="Freeform 187"/>
            <p:cNvSpPr>
              <a:spLocks/>
            </p:cNvSpPr>
            <p:nvPr/>
          </p:nvSpPr>
          <p:spPr bwMode="auto">
            <a:xfrm>
              <a:off x="7993064" y="3038476"/>
              <a:ext cx="138113" cy="161925"/>
            </a:xfrm>
            <a:custGeom>
              <a:avLst/>
              <a:gdLst>
                <a:gd name="T0" fmla="*/ 10 w 139"/>
                <a:gd name="T1" fmla="*/ 164 h 164"/>
                <a:gd name="T2" fmla="*/ 18 w 139"/>
                <a:gd name="T3" fmla="*/ 161 h 164"/>
                <a:gd name="T4" fmla="*/ 135 w 139"/>
                <a:gd name="T5" fmla="*/ 17 h 164"/>
                <a:gd name="T6" fmla="*/ 134 w 139"/>
                <a:gd name="T7" fmla="*/ 4 h 164"/>
                <a:gd name="T8" fmla="*/ 121 w 139"/>
                <a:gd name="T9" fmla="*/ 5 h 164"/>
                <a:gd name="T10" fmla="*/ 3 w 139"/>
                <a:gd name="T11" fmla="*/ 149 h 164"/>
                <a:gd name="T12" fmla="*/ 4 w 139"/>
                <a:gd name="T13" fmla="*/ 162 h 164"/>
                <a:gd name="T14" fmla="*/ 10 w 139"/>
                <a:gd name="T15" fmla="*/ 164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9" h="164">
                  <a:moveTo>
                    <a:pt x="10" y="164"/>
                  </a:moveTo>
                  <a:cubicBezTo>
                    <a:pt x="13" y="164"/>
                    <a:pt x="16" y="163"/>
                    <a:pt x="18" y="161"/>
                  </a:cubicBezTo>
                  <a:cubicBezTo>
                    <a:pt x="135" y="17"/>
                    <a:pt x="135" y="17"/>
                    <a:pt x="135" y="17"/>
                  </a:cubicBezTo>
                  <a:cubicBezTo>
                    <a:pt x="139" y="13"/>
                    <a:pt x="138" y="7"/>
                    <a:pt x="134" y="4"/>
                  </a:cubicBezTo>
                  <a:cubicBezTo>
                    <a:pt x="130" y="0"/>
                    <a:pt x="124" y="1"/>
                    <a:pt x="121" y="5"/>
                  </a:cubicBezTo>
                  <a:cubicBezTo>
                    <a:pt x="3" y="149"/>
                    <a:pt x="3" y="149"/>
                    <a:pt x="3" y="149"/>
                  </a:cubicBezTo>
                  <a:cubicBezTo>
                    <a:pt x="0" y="153"/>
                    <a:pt x="0" y="159"/>
                    <a:pt x="4" y="162"/>
                  </a:cubicBezTo>
                  <a:cubicBezTo>
                    <a:pt x="6" y="164"/>
                    <a:pt x="8" y="164"/>
                    <a:pt x="10" y="164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3" name="Freeform 188"/>
            <p:cNvSpPr>
              <a:spLocks/>
            </p:cNvSpPr>
            <p:nvPr/>
          </p:nvSpPr>
          <p:spPr bwMode="auto">
            <a:xfrm>
              <a:off x="8370889" y="3170238"/>
              <a:ext cx="71438" cy="17463"/>
            </a:xfrm>
            <a:custGeom>
              <a:avLst/>
              <a:gdLst>
                <a:gd name="T0" fmla="*/ 62 w 71"/>
                <a:gd name="T1" fmla="*/ 0 h 18"/>
                <a:gd name="T2" fmla="*/ 9 w 71"/>
                <a:gd name="T3" fmla="*/ 0 h 18"/>
                <a:gd name="T4" fmla="*/ 0 w 71"/>
                <a:gd name="T5" fmla="*/ 9 h 18"/>
                <a:gd name="T6" fmla="*/ 9 w 71"/>
                <a:gd name="T7" fmla="*/ 18 h 18"/>
                <a:gd name="T8" fmla="*/ 62 w 71"/>
                <a:gd name="T9" fmla="*/ 18 h 18"/>
                <a:gd name="T10" fmla="*/ 71 w 71"/>
                <a:gd name="T11" fmla="*/ 9 h 18"/>
                <a:gd name="T12" fmla="*/ 62 w 71"/>
                <a:gd name="T13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1" h="18">
                  <a:moveTo>
                    <a:pt x="62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4"/>
                    <a:pt x="4" y="18"/>
                    <a:pt x="9" y="18"/>
                  </a:cubicBezTo>
                  <a:cubicBezTo>
                    <a:pt x="62" y="18"/>
                    <a:pt x="62" y="18"/>
                    <a:pt x="62" y="18"/>
                  </a:cubicBezTo>
                  <a:cubicBezTo>
                    <a:pt x="67" y="18"/>
                    <a:pt x="71" y="14"/>
                    <a:pt x="71" y="9"/>
                  </a:cubicBezTo>
                  <a:cubicBezTo>
                    <a:pt x="71" y="4"/>
                    <a:pt x="67" y="0"/>
                    <a:pt x="6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4" name="Freeform 189"/>
            <p:cNvSpPr>
              <a:spLocks/>
            </p:cNvSpPr>
            <p:nvPr/>
          </p:nvSpPr>
          <p:spPr bwMode="auto">
            <a:xfrm>
              <a:off x="8058151" y="3170238"/>
              <a:ext cx="228600" cy="17463"/>
            </a:xfrm>
            <a:custGeom>
              <a:avLst/>
              <a:gdLst>
                <a:gd name="T0" fmla="*/ 10 w 229"/>
                <a:gd name="T1" fmla="*/ 0 h 18"/>
                <a:gd name="T2" fmla="*/ 0 w 229"/>
                <a:gd name="T3" fmla="*/ 9 h 18"/>
                <a:gd name="T4" fmla="*/ 10 w 229"/>
                <a:gd name="T5" fmla="*/ 18 h 18"/>
                <a:gd name="T6" fmla="*/ 219 w 229"/>
                <a:gd name="T7" fmla="*/ 18 h 18"/>
                <a:gd name="T8" fmla="*/ 229 w 229"/>
                <a:gd name="T9" fmla="*/ 9 h 18"/>
                <a:gd name="T10" fmla="*/ 219 w 229"/>
                <a:gd name="T11" fmla="*/ 0 h 18"/>
                <a:gd name="T12" fmla="*/ 10 w 229"/>
                <a:gd name="T13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9" h="18">
                  <a:moveTo>
                    <a:pt x="10" y="0"/>
                  </a:moveTo>
                  <a:cubicBezTo>
                    <a:pt x="5" y="0"/>
                    <a:pt x="0" y="4"/>
                    <a:pt x="0" y="9"/>
                  </a:cubicBezTo>
                  <a:cubicBezTo>
                    <a:pt x="0" y="14"/>
                    <a:pt x="5" y="18"/>
                    <a:pt x="10" y="18"/>
                  </a:cubicBezTo>
                  <a:cubicBezTo>
                    <a:pt x="219" y="18"/>
                    <a:pt x="219" y="18"/>
                    <a:pt x="219" y="18"/>
                  </a:cubicBezTo>
                  <a:cubicBezTo>
                    <a:pt x="225" y="18"/>
                    <a:pt x="229" y="14"/>
                    <a:pt x="229" y="9"/>
                  </a:cubicBezTo>
                  <a:cubicBezTo>
                    <a:pt x="229" y="4"/>
                    <a:pt x="225" y="0"/>
                    <a:pt x="219" y="0"/>
                  </a:cubicBezTo>
                  <a:lnTo>
                    <a:pt x="10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5" name="Freeform 190"/>
            <p:cNvSpPr>
              <a:spLocks/>
            </p:cNvSpPr>
            <p:nvPr/>
          </p:nvSpPr>
          <p:spPr bwMode="auto">
            <a:xfrm>
              <a:off x="7888289" y="3170238"/>
              <a:ext cx="84138" cy="17463"/>
            </a:xfrm>
            <a:custGeom>
              <a:avLst/>
              <a:gdLst>
                <a:gd name="T0" fmla="*/ 84 w 84"/>
                <a:gd name="T1" fmla="*/ 9 h 18"/>
                <a:gd name="T2" fmla="*/ 75 w 84"/>
                <a:gd name="T3" fmla="*/ 0 h 18"/>
                <a:gd name="T4" fmla="*/ 9 w 84"/>
                <a:gd name="T5" fmla="*/ 0 h 18"/>
                <a:gd name="T6" fmla="*/ 0 w 84"/>
                <a:gd name="T7" fmla="*/ 9 h 18"/>
                <a:gd name="T8" fmla="*/ 9 w 84"/>
                <a:gd name="T9" fmla="*/ 18 h 18"/>
                <a:gd name="T10" fmla="*/ 75 w 84"/>
                <a:gd name="T11" fmla="*/ 18 h 18"/>
                <a:gd name="T12" fmla="*/ 84 w 84"/>
                <a:gd name="T13" fmla="*/ 9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4" h="18">
                  <a:moveTo>
                    <a:pt x="84" y="9"/>
                  </a:moveTo>
                  <a:cubicBezTo>
                    <a:pt x="84" y="4"/>
                    <a:pt x="80" y="0"/>
                    <a:pt x="75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4"/>
                    <a:pt x="4" y="18"/>
                    <a:pt x="9" y="18"/>
                  </a:cubicBezTo>
                  <a:cubicBezTo>
                    <a:pt x="75" y="18"/>
                    <a:pt x="75" y="18"/>
                    <a:pt x="75" y="18"/>
                  </a:cubicBezTo>
                  <a:cubicBezTo>
                    <a:pt x="80" y="18"/>
                    <a:pt x="84" y="14"/>
                    <a:pt x="84" y="9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90" name="Group 289"/>
          <p:cNvGrpSpPr/>
          <p:nvPr/>
        </p:nvGrpSpPr>
        <p:grpSpPr>
          <a:xfrm>
            <a:off x="8449736" y="3147485"/>
            <a:ext cx="563033" cy="565151"/>
            <a:chOff x="6337301" y="2360613"/>
            <a:chExt cx="422275" cy="423863"/>
          </a:xfrm>
          <a:solidFill>
            <a:schemeClr val="accent1"/>
          </a:solidFill>
        </p:grpSpPr>
        <p:sp>
          <p:nvSpPr>
            <p:cNvPr id="226" name="Freeform 191"/>
            <p:cNvSpPr>
              <a:spLocks/>
            </p:cNvSpPr>
            <p:nvPr/>
          </p:nvSpPr>
          <p:spPr bwMode="auto">
            <a:xfrm>
              <a:off x="6337301" y="2360613"/>
              <a:ext cx="422275" cy="423863"/>
            </a:xfrm>
            <a:custGeom>
              <a:avLst/>
              <a:gdLst>
                <a:gd name="T0" fmla="*/ 402 w 425"/>
                <a:gd name="T1" fmla="*/ 0 h 425"/>
                <a:gd name="T2" fmla="*/ 22 w 425"/>
                <a:gd name="T3" fmla="*/ 0 h 425"/>
                <a:gd name="T4" fmla="*/ 0 w 425"/>
                <a:gd name="T5" fmla="*/ 23 h 425"/>
                <a:gd name="T6" fmla="*/ 0 w 425"/>
                <a:gd name="T7" fmla="*/ 141 h 425"/>
                <a:gd name="T8" fmla="*/ 9 w 425"/>
                <a:gd name="T9" fmla="*/ 150 h 425"/>
                <a:gd name="T10" fmla="*/ 19 w 425"/>
                <a:gd name="T11" fmla="*/ 141 h 425"/>
                <a:gd name="T12" fmla="*/ 19 w 425"/>
                <a:gd name="T13" fmla="*/ 23 h 425"/>
                <a:gd name="T14" fmla="*/ 22 w 425"/>
                <a:gd name="T15" fmla="*/ 19 h 425"/>
                <a:gd name="T16" fmla="*/ 402 w 425"/>
                <a:gd name="T17" fmla="*/ 19 h 425"/>
                <a:gd name="T18" fmla="*/ 406 w 425"/>
                <a:gd name="T19" fmla="*/ 23 h 425"/>
                <a:gd name="T20" fmla="*/ 406 w 425"/>
                <a:gd name="T21" fmla="*/ 403 h 425"/>
                <a:gd name="T22" fmla="*/ 402 w 425"/>
                <a:gd name="T23" fmla="*/ 406 h 425"/>
                <a:gd name="T24" fmla="*/ 284 w 425"/>
                <a:gd name="T25" fmla="*/ 406 h 425"/>
                <a:gd name="T26" fmla="*/ 275 w 425"/>
                <a:gd name="T27" fmla="*/ 416 h 425"/>
                <a:gd name="T28" fmla="*/ 284 w 425"/>
                <a:gd name="T29" fmla="*/ 425 h 425"/>
                <a:gd name="T30" fmla="*/ 402 w 425"/>
                <a:gd name="T31" fmla="*/ 425 h 425"/>
                <a:gd name="T32" fmla="*/ 425 w 425"/>
                <a:gd name="T33" fmla="*/ 403 h 425"/>
                <a:gd name="T34" fmla="*/ 425 w 425"/>
                <a:gd name="T35" fmla="*/ 23 h 425"/>
                <a:gd name="T36" fmla="*/ 402 w 425"/>
                <a:gd name="T37" fmla="*/ 0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25" h="425">
                  <a:moveTo>
                    <a:pt x="402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10" y="0"/>
                    <a:pt x="0" y="10"/>
                    <a:pt x="0" y="23"/>
                  </a:cubicBezTo>
                  <a:cubicBezTo>
                    <a:pt x="0" y="141"/>
                    <a:pt x="0" y="141"/>
                    <a:pt x="0" y="141"/>
                  </a:cubicBezTo>
                  <a:cubicBezTo>
                    <a:pt x="0" y="146"/>
                    <a:pt x="4" y="150"/>
                    <a:pt x="9" y="150"/>
                  </a:cubicBezTo>
                  <a:cubicBezTo>
                    <a:pt x="14" y="150"/>
                    <a:pt x="19" y="146"/>
                    <a:pt x="19" y="141"/>
                  </a:cubicBezTo>
                  <a:cubicBezTo>
                    <a:pt x="19" y="23"/>
                    <a:pt x="19" y="23"/>
                    <a:pt x="19" y="23"/>
                  </a:cubicBezTo>
                  <a:cubicBezTo>
                    <a:pt x="19" y="21"/>
                    <a:pt x="20" y="19"/>
                    <a:pt x="22" y="19"/>
                  </a:cubicBezTo>
                  <a:cubicBezTo>
                    <a:pt x="402" y="19"/>
                    <a:pt x="402" y="19"/>
                    <a:pt x="402" y="19"/>
                  </a:cubicBezTo>
                  <a:cubicBezTo>
                    <a:pt x="404" y="19"/>
                    <a:pt x="406" y="21"/>
                    <a:pt x="406" y="23"/>
                  </a:cubicBezTo>
                  <a:cubicBezTo>
                    <a:pt x="406" y="403"/>
                    <a:pt x="406" y="403"/>
                    <a:pt x="406" y="403"/>
                  </a:cubicBezTo>
                  <a:cubicBezTo>
                    <a:pt x="406" y="405"/>
                    <a:pt x="404" y="406"/>
                    <a:pt x="402" y="406"/>
                  </a:cubicBezTo>
                  <a:cubicBezTo>
                    <a:pt x="284" y="406"/>
                    <a:pt x="284" y="406"/>
                    <a:pt x="284" y="406"/>
                  </a:cubicBezTo>
                  <a:cubicBezTo>
                    <a:pt x="279" y="406"/>
                    <a:pt x="275" y="411"/>
                    <a:pt x="275" y="416"/>
                  </a:cubicBezTo>
                  <a:cubicBezTo>
                    <a:pt x="275" y="421"/>
                    <a:pt x="279" y="425"/>
                    <a:pt x="284" y="425"/>
                  </a:cubicBezTo>
                  <a:cubicBezTo>
                    <a:pt x="402" y="425"/>
                    <a:pt x="402" y="425"/>
                    <a:pt x="402" y="425"/>
                  </a:cubicBezTo>
                  <a:cubicBezTo>
                    <a:pt x="415" y="425"/>
                    <a:pt x="425" y="415"/>
                    <a:pt x="425" y="403"/>
                  </a:cubicBezTo>
                  <a:cubicBezTo>
                    <a:pt x="425" y="23"/>
                    <a:pt x="425" y="23"/>
                    <a:pt x="425" y="23"/>
                  </a:cubicBezTo>
                  <a:cubicBezTo>
                    <a:pt x="425" y="10"/>
                    <a:pt x="415" y="0"/>
                    <a:pt x="40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7" name="Freeform 192"/>
            <p:cNvSpPr>
              <a:spLocks noEditPoints="1"/>
            </p:cNvSpPr>
            <p:nvPr/>
          </p:nvSpPr>
          <p:spPr bwMode="auto">
            <a:xfrm>
              <a:off x="6337301" y="2425701"/>
              <a:ext cx="357188" cy="358775"/>
            </a:xfrm>
            <a:custGeom>
              <a:avLst/>
              <a:gdLst>
                <a:gd name="T0" fmla="*/ 341 w 359"/>
                <a:gd name="T1" fmla="*/ 32 h 359"/>
                <a:gd name="T2" fmla="*/ 341 w 359"/>
                <a:gd name="T3" fmla="*/ 114 h 359"/>
                <a:gd name="T4" fmla="*/ 350 w 359"/>
                <a:gd name="T5" fmla="*/ 123 h 359"/>
                <a:gd name="T6" fmla="*/ 359 w 359"/>
                <a:gd name="T7" fmla="*/ 114 h 359"/>
                <a:gd name="T8" fmla="*/ 359 w 359"/>
                <a:gd name="T9" fmla="*/ 9 h 359"/>
                <a:gd name="T10" fmla="*/ 350 w 359"/>
                <a:gd name="T11" fmla="*/ 0 h 359"/>
                <a:gd name="T12" fmla="*/ 245 w 359"/>
                <a:gd name="T13" fmla="*/ 0 h 359"/>
                <a:gd name="T14" fmla="*/ 236 w 359"/>
                <a:gd name="T15" fmla="*/ 9 h 359"/>
                <a:gd name="T16" fmla="*/ 245 w 359"/>
                <a:gd name="T17" fmla="*/ 19 h 359"/>
                <a:gd name="T18" fmla="*/ 327 w 359"/>
                <a:gd name="T19" fmla="*/ 19 h 359"/>
                <a:gd name="T20" fmla="*/ 241 w 359"/>
                <a:gd name="T21" fmla="*/ 105 h 359"/>
                <a:gd name="T22" fmla="*/ 22 w 359"/>
                <a:gd name="T23" fmla="*/ 105 h 359"/>
                <a:gd name="T24" fmla="*/ 0 w 359"/>
                <a:gd name="T25" fmla="*/ 127 h 359"/>
                <a:gd name="T26" fmla="*/ 0 w 359"/>
                <a:gd name="T27" fmla="*/ 337 h 359"/>
                <a:gd name="T28" fmla="*/ 22 w 359"/>
                <a:gd name="T29" fmla="*/ 359 h 359"/>
                <a:gd name="T30" fmla="*/ 232 w 359"/>
                <a:gd name="T31" fmla="*/ 359 h 359"/>
                <a:gd name="T32" fmla="*/ 254 w 359"/>
                <a:gd name="T33" fmla="*/ 337 h 359"/>
                <a:gd name="T34" fmla="*/ 254 w 359"/>
                <a:gd name="T35" fmla="*/ 118 h 359"/>
                <a:gd name="T36" fmla="*/ 341 w 359"/>
                <a:gd name="T37" fmla="*/ 32 h 359"/>
                <a:gd name="T38" fmla="*/ 236 w 359"/>
                <a:gd name="T39" fmla="*/ 337 h 359"/>
                <a:gd name="T40" fmla="*/ 232 w 359"/>
                <a:gd name="T41" fmla="*/ 340 h 359"/>
                <a:gd name="T42" fmla="*/ 22 w 359"/>
                <a:gd name="T43" fmla="*/ 340 h 359"/>
                <a:gd name="T44" fmla="*/ 19 w 359"/>
                <a:gd name="T45" fmla="*/ 337 h 359"/>
                <a:gd name="T46" fmla="*/ 19 w 359"/>
                <a:gd name="T47" fmla="*/ 127 h 359"/>
                <a:gd name="T48" fmla="*/ 22 w 359"/>
                <a:gd name="T49" fmla="*/ 123 h 359"/>
                <a:gd name="T50" fmla="*/ 236 w 359"/>
                <a:gd name="T51" fmla="*/ 123 h 359"/>
                <a:gd name="T52" fmla="*/ 236 w 359"/>
                <a:gd name="T53" fmla="*/ 337 h 3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59" h="359">
                  <a:moveTo>
                    <a:pt x="341" y="32"/>
                  </a:moveTo>
                  <a:cubicBezTo>
                    <a:pt x="341" y="114"/>
                    <a:pt x="341" y="114"/>
                    <a:pt x="341" y="114"/>
                  </a:cubicBezTo>
                  <a:cubicBezTo>
                    <a:pt x="341" y="119"/>
                    <a:pt x="345" y="123"/>
                    <a:pt x="350" y="123"/>
                  </a:cubicBezTo>
                  <a:cubicBezTo>
                    <a:pt x="355" y="123"/>
                    <a:pt x="359" y="119"/>
                    <a:pt x="359" y="114"/>
                  </a:cubicBezTo>
                  <a:cubicBezTo>
                    <a:pt x="359" y="9"/>
                    <a:pt x="359" y="9"/>
                    <a:pt x="359" y="9"/>
                  </a:cubicBezTo>
                  <a:cubicBezTo>
                    <a:pt x="359" y="4"/>
                    <a:pt x="355" y="0"/>
                    <a:pt x="350" y="0"/>
                  </a:cubicBezTo>
                  <a:cubicBezTo>
                    <a:pt x="245" y="0"/>
                    <a:pt x="245" y="0"/>
                    <a:pt x="245" y="0"/>
                  </a:cubicBezTo>
                  <a:cubicBezTo>
                    <a:pt x="240" y="0"/>
                    <a:pt x="236" y="4"/>
                    <a:pt x="236" y="9"/>
                  </a:cubicBezTo>
                  <a:cubicBezTo>
                    <a:pt x="236" y="14"/>
                    <a:pt x="240" y="19"/>
                    <a:pt x="245" y="19"/>
                  </a:cubicBezTo>
                  <a:cubicBezTo>
                    <a:pt x="327" y="19"/>
                    <a:pt x="327" y="19"/>
                    <a:pt x="327" y="19"/>
                  </a:cubicBezTo>
                  <a:cubicBezTo>
                    <a:pt x="241" y="105"/>
                    <a:pt x="241" y="105"/>
                    <a:pt x="241" y="105"/>
                  </a:cubicBezTo>
                  <a:cubicBezTo>
                    <a:pt x="22" y="105"/>
                    <a:pt x="22" y="105"/>
                    <a:pt x="22" y="105"/>
                  </a:cubicBezTo>
                  <a:cubicBezTo>
                    <a:pt x="10" y="105"/>
                    <a:pt x="0" y="115"/>
                    <a:pt x="0" y="127"/>
                  </a:cubicBezTo>
                  <a:cubicBezTo>
                    <a:pt x="0" y="337"/>
                    <a:pt x="0" y="337"/>
                    <a:pt x="0" y="337"/>
                  </a:cubicBezTo>
                  <a:cubicBezTo>
                    <a:pt x="0" y="349"/>
                    <a:pt x="10" y="359"/>
                    <a:pt x="22" y="359"/>
                  </a:cubicBezTo>
                  <a:cubicBezTo>
                    <a:pt x="232" y="359"/>
                    <a:pt x="232" y="359"/>
                    <a:pt x="232" y="359"/>
                  </a:cubicBezTo>
                  <a:cubicBezTo>
                    <a:pt x="244" y="359"/>
                    <a:pt x="254" y="349"/>
                    <a:pt x="254" y="337"/>
                  </a:cubicBezTo>
                  <a:cubicBezTo>
                    <a:pt x="254" y="118"/>
                    <a:pt x="254" y="118"/>
                    <a:pt x="254" y="118"/>
                  </a:cubicBezTo>
                  <a:lnTo>
                    <a:pt x="341" y="32"/>
                  </a:lnTo>
                  <a:close/>
                  <a:moveTo>
                    <a:pt x="236" y="337"/>
                  </a:moveTo>
                  <a:cubicBezTo>
                    <a:pt x="236" y="339"/>
                    <a:pt x="234" y="340"/>
                    <a:pt x="232" y="340"/>
                  </a:cubicBezTo>
                  <a:cubicBezTo>
                    <a:pt x="22" y="340"/>
                    <a:pt x="22" y="340"/>
                    <a:pt x="22" y="340"/>
                  </a:cubicBezTo>
                  <a:cubicBezTo>
                    <a:pt x="20" y="340"/>
                    <a:pt x="19" y="339"/>
                    <a:pt x="19" y="337"/>
                  </a:cubicBezTo>
                  <a:cubicBezTo>
                    <a:pt x="19" y="127"/>
                    <a:pt x="19" y="127"/>
                    <a:pt x="19" y="127"/>
                  </a:cubicBezTo>
                  <a:cubicBezTo>
                    <a:pt x="19" y="125"/>
                    <a:pt x="20" y="123"/>
                    <a:pt x="22" y="123"/>
                  </a:cubicBezTo>
                  <a:cubicBezTo>
                    <a:pt x="236" y="123"/>
                    <a:pt x="236" y="123"/>
                    <a:pt x="236" y="123"/>
                  </a:cubicBezTo>
                  <a:lnTo>
                    <a:pt x="236" y="337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47" name="Group 246"/>
          <p:cNvGrpSpPr/>
          <p:nvPr/>
        </p:nvGrpSpPr>
        <p:grpSpPr>
          <a:xfrm>
            <a:off x="4032253" y="4955118"/>
            <a:ext cx="740833" cy="567268"/>
            <a:chOff x="3024189" y="3716338"/>
            <a:chExt cx="555625" cy="425451"/>
          </a:xfrm>
          <a:solidFill>
            <a:schemeClr val="accent1"/>
          </a:solidFill>
        </p:grpSpPr>
        <p:sp>
          <p:nvSpPr>
            <p:cNvPr id="228" name="Freeform 193"/>
            <p:cNvSpPr>
              <a:spLocks noEditPoints="1"/>
            </p:cNvSpPr>
            <p:nvPr/>
          </p:nvSpPr>
          <p:spPr bwMode="auto">
            <a:xfrm>
              <a:off x="3024189" y="3797301"/>
              <a:ext cx="344488" cy="344488"/>
            </a:xfrm>
            <a:custGeom>
              <a:avLst/>
              <a:gdLst>
                <a:gd name="T0" fmla="*/ 292 w 346"/>
                <a:gd name="T1" fmla="*/ 130 h 346"/>
                <a:gd name="T2" fmla="*/ 287 w 346"/>
                <a:gd name="T3" fmla="*/ 119 h 346"/>
                <a:gd name="T4" fmla="*/ 303 w 346"/>
                <a:gd name="T5" fmla="*/ 59 h 346"/>
                <a:gd name="T6" fmla="*/ 287 w 346"/>
                <a:gd name="T7" fmla="*/ 43 h 346"/>
                <a:gd name="T8" fmla="*/ 233 w 346"/>
                <a:gd name="T9" fmla="*/ 59 h 346"/>
                <a:gd name="T10" fmla="*/ 226 w 346"/>
                <a:gd name="T11" fmla="*/ 59 h 346"/>
                <a:gd name="T12" fmla="*/ 211 w 346"/>
                <a:gd name="T13" fmla="*/ 50 h 346"/>
                <a:gd name="T14" fmla="*/ 173 w 346"/>
                <a:gd name="T15" fmla="*/ 0 h 346"/>
                <a:gd name="T16" fmla="*/ 135 w 346"/>
                <a:gd name="T17" fmla="*/ 50 h 346"/>
                <a:gd name="T18" fmla="*/ 120 w 346"/>
                <a:gd name="T19" fmla="*/ 59 h 346"/>
                <a:gd name="T20" fmla="*/ 114 w 346"/>
                <a:gd name="T21" fmla="*/ 59 h 346"/>
                <a:gd name="T22" fmla="*/ 59 w 346"/>
                <a:gd name="T23" fmla="*/ 43 h 346"/>
                <a:gd name="T24" fmla="*/ 43 w 346"/>
                <a:gd name="T25" fmla="*/ 59 h 346"/>
                <a:gd name="T26" fmla="*/ 60 w 346"/>
                <a:gd name="T27" fmla="*/ 119 h 346"/>
                <a:gd name="T28" fmla="*/ 55 w 346"/>
                <a:gd name="T29" fmla="*/ 130 h 346"/>
                <a:gd name="T30" fmla="*/ 0 w 346"/>
                <a:gd name="T31" fmla="*/ 161 h 346"/>
                <a:gd name="T32" fmla="*/ 16 w 346"/>
                <a:gd name="T33" fmla="*/ 203 h 346"/>
                <a:gd name="T34" fmla="*/ 55 w 346"/>
                <a:gd name="T35" fmla="*/ 215 h 346"/>
                <a:gd name="T36" fmla="*/ 59 w 346"/>
                <a:gd name="T37" fmla="*/ 232 h 346"/>
                <a:gd name="T38" fmla="*/ 44 w 346"/>
                <a:gd name="T39" fmla="*/ 287 h 346"/>
                <a:gd name="T40" fmla="*/ 73 w 346"/>
                <a:gd name="T41" fmla="*/ 308 h 346"/>
                <a:gd name="T42" fmla="*/ 117 w 346"/>
                <a:gd name="T43" fmla="*/ 286 h 346"/>
                <a:gd name="T44" fmla="*/ 130 w 346"/>
                <a:gd name="T45" fmla="*/ 291 h 346"/>
                <a:gd name="T46" fmla="*/ 143 w 346"/>
                <a:gd name="T47" fmla="*/ 329 h 346"/>
                <a:gd name="T48" fmla="*/ 185 w 346"/>
                <a:gd name="T49" fmla="*/ 345 h 346"/>
                <a:gd name="T50" fmla="*/ 215 w 346"/>
                <a:gd name="T51" fmla="*/ 291 h 346"/>
                <a:gd name="T52" fmla="*/ 227 w 346"/>
                <a:gd name="T53" fmla="*/ 286 h 346"/>
                <a:gd name="T54" fmla="*/ 263 w 346"/>
                <a:gd name="T55" fmla="*/ 305 h 346"/>
                <a:gd name="T56" fmla="*/ 287 w 346"/>
                <a:gd name="T57" fmla="*/ 303 h 346"/>
                <a:gd name="T58" fmla="*/ 303 w 346"/>
                <a:gd name="T59" fmla="*/ 287 h 346"/>
                <a:gd name="T60" fmla="*/ 287 w 346"/>
                <a:gd name="T61" fmla="*/ 227 h 346"/>
                <a:gd name="T62" fmla="*/ 292 w 346"/>
                <a:gd name="T63" fmla="*/ 215 h 346"/>
                <a:gd name="T64" fmla="*/ 346 w 346"/>
                <a:gd name="T65" fmla="*/ 184 h 346"/>
                <a:gd name="T66" fmla="*/ 330 w 346"/>
                <a:gd name="T67" fmla="*/ 143 h 346"/>
                <a:gd name="T68" fmla="*/ 291 w 346"/>
                <a:gd name="T69" fmla="*/ 193 h 346"/>
                <a:gd name="T70" fmla="*/ 271 w 346"/>
                <a:gd name="T71" fmla="*/ 242 h 346"/>
                <a:gd name="T72" fmla="*/ 275 w 346"/>
                <a:gd name="T73" fmla="*/ 289 h 346"/>
                <a:gd name="T74" fmla="*/ 272 w 346"/>
                <a:gd name="T75" fmla="*/ 289 h 346"/>
                <a:gd name="T76" fmla="*/ 219 w 346"/>
                <a:gd name="T77" fmla="*/ 269 h 346"/>
                <a:gd name="T78" fmla="*/ 185 w 346"/>
                <a:gd name="T79" fmla="*/ 325 h 346"/>
                <a:gd name="T80" fmla="*/ 163 w 346"/>
                <a:gd name="T81" fmla="*/ 327 h 346"/>
                <a:gd name="T82" fmla="*/ 137 w 346"/>
                <a:gd name="T83" fmla="*/ 273 h 346"/>
                <a:gd name="T84" fmla="*/ 104 w 346"/>
                <a:gd name="T85" fmla="*/ 271 h 346"/>
                <a:gd name="T86" fmla="*/ 72 w 346"/>
                <a:gd name="T87" fmla="*/ 289 h 346"/>
                <a:gd name="T88" fmla="*/ 75 w 346"/>
                <a:gd name="T89" fmla="*/ 242 h 346"/>
                <a:gd name="T90" fmla="*/ 55 w 346"/>
                <a:gd name="T91" fmla="*/ 193 h 346"/>
                <a:gd name="T92" fmla="*/ 19 w 346"/>
                <a:gd name="T93" fmla="*/ 173 h 346"/>
                <a:gd name="T94" fmla="*/ 55 w 346"/>
                <a:gd name="T95" fmla="*/ 152 h 346"/>
                <a:gd name="T96" fmla="*/ 75 w 346"/>
                <a:gd name="T97" fmla="*/ 103 h 346"/>
                <a:gd name="T98" fmla="*/ 72 w 346"/>
                <a:gd name="T99" fmla="*/ 57 h 346"/>
                <a:gd name="T100" fmla="*/ 104 w 346"/>
                <a:gd name="T101" fmla="*/ 75 h 346"/>
                <a:gd name="T102" fmla="*/ 137 w 346"/>
                <a:gd name="T103" fmla="*/ 72 h 346"/>
                <a:gd name="T104" fmla="*/ 163 w 346"/>
                <a:gd name="T105" fmla="*/ 19 h 346"/>
                <a:gd name="T106" fmla="*/ 185 w 346"/>
                <a:gd name="T107" fmla="*/ 20 h 346"/>
                <a:gd name="T108" fmla="*/ 219 w 346"/>
                <a:gd name="T109" fmla="*/ 76 h 346"/>
                <a:gd name="T110" fmla="*/ 272 w 346"/>
                <a:gd name="T111" fmla="*/ 57 h 346"/>
                <a:gd name="T112" fmla="*/ 289 w 346"/>
                <a:gd name="T113" fmla="*/ 71 h 346"/>
                <a:gd name="T114" fmla="*/ 270 w 346"/>
                <a:gd name="T115" fmla="*/ 127 h 346"/>
                <a:gd name="T116" fmla="*/ 325 w 346"/>
                <a:gd name="T117" fmla="*/ 161 h 346"/>
                <a:gd name="T118" fmla="*/ 327 w 346"/>
                <a:gd name="T119" fmla="*/ 183 h 3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46" h="346">
                  <a:moveTo>
                    <a:pt x="330" y="143"/>
                  </a:moveTo>
                  <a:cubicBezTo>
                    <a:pt x="296" y="134"/>
                    <a:pt x="296" y="134"/>
                    <a:pt x="296" y="134"/>
                  </a:cubicBezTo>
                  <a:cubicBezTo>
                    <a:pt x="294" y="134"/>
                    <a:pt x="292" y="132"/>
                    <a:pt x="292" y="130"/>
                  </a:cubicBezTo>
                  <a:cubicBezTo>
                    <a:pt x="291" y="130"/>
                    <a:pt x="291" y="130"/>
                    <a:pt x="291" y="130"/>
                  </a:cubicBezTo>
                  <a:cubicBezTo>
                    <a:pt x="287" y="119"/>
                    <a:pt x="287" y="119"/>
                    <a:pt x="287" y="119"/>
                  </a:cubicBezTo>
                  <a:cubicBezTo>
                    <a:pt x="287" y="119"/>
                    <a:pt x="287" y="119"/>
                    <a:pt x="287" y="119"/>
                  </a:cubicBezTo>
                  <a:cubicBezTo>
                    <a:pt x="286" y="117"/>
                    <a:pt x="286" y="114"/>
                    <a:pt x="287" y="113"/>
                  </a:cubicBezTo>
                  <a:cubicBezTo>
                    <a:pt x="305" y="83"/>
                    <a:pt x="305" y="83"/>
                    <a:pt x="305" y="83"/>
                  </a:cubicBezTo>
                  <a:cubicBezTo>
                    <a:pt x="310" y="76"/>
                    <a:pt x="309" y="65"/>
                    <a:pt x="303" y="59"/>
                  </a:cubicBezTo>
                  <a:cubicBezTo>
                    <a:pt x="303" y="59"/>
                    <a:pt x="303" y="58"/>
                    <a:pt x="303" y="58"/>
                  </a:cubicBezTo>
                  <a:cubicBezTo>
                    <a:pt x="287" y="43"/>
                    <a:pt x="287" y="43"/>
                    <a:pt x="287" y="43"/>
                  </a:cubicBezTo>
                  <a:cubicBezTo>
                    <a:pt x="287" y="43"/>
                    <a:pt x="287" y="43"/>
                    <a:pt x="287" y="43"/>
                  </a:cubicBezTo>
                  <a:cubicBezTo>
                    <a:pt x="283" y="40"/>
                    <a:pt x="278" y="38"/>
                    <a:pt x="273" y="38"/>
                  </a:cubicBezTo>
                  <a:cubicBezTo>
                    <a:pt x="269" y="38"/>
                    <a:pt x="266" y="39"/>
                    <a:pt x="263" y="41"/>
                  </a:cubicBezTo>
                  <a:cubicBezTo>
                    <a:pt x="233" y="59"/>
                    <a:pt x="233" y="59"/>
                    <a:pt x="233" y="59"/>
                  </a:cubicBezTo>
                  <a:cubicBezTo>
                    <a:pt x="232" y="59"/>
                    <a:pt x="231" y="59"/>
                    <a:pt x="229" y="59"/>
                  </a:cubicBezTo>
                  <a:cubicBezTo>
                    <a:pt x="228" y="59"/>
                    <a:pt x="227" y="59"/>
                    <a:pt x="227" y="59"/>
                  </a:cubicBezTo>
                  <a:cubicBezTo>
                    <a:pt x="227" y="59"/>
                    <a:pt x="227" y="59"/>
                    <a:pt x="226" y="59"/>
                  </a:cubicBezTo>
                  <a:cubicBezTo>
                    <a:pt x="216" y="54"/>
                    <a:pt x="216" y="54"/>
                    <a:pt x="216" y="54"/>
                  </a:cubicBezTo>
                  <a:cubicBezTo>
                    <a:pt x="216" y="54"/>
                    <a:pt x="215" y="54"/>
                    <a:pt x="215" y="54"/>
                  </a:cubicBezTo>
                  <a:cubicBezTo>
                    <a:pt x="214" y="54"/>
                    <a:pt x="212" y="51"/>
                    <a:pt x="211" y="50"/>
                  </a:cubicBezTo>
                  <a:cubicBezTo>
                    <a:pt x="203" y="16"/>
                    <a:pt x="203" y="16"/>
                    <a:pt x="203" y="16"/>
                  </a:cubicBezTo>
                  <a:cubicBezTo>
                    <a:pt x="201" y="8"/>
                    <a:pt x="193" y="1"/>
                    <a:pt x="185" y="0"/>
                  </a:cubicBezTo>
                  <a:cubicBezTo>
                    <a:pt x="185" y="0"/>
                    <a:pt x="180" y="0"/>
                    <a:pt x="173" y="0"/>
                  </a:cubicBezTo>
                  <a:cubicBezTo>
                    <a:pt x="166" y="0"/>
                    <a:pt x="162" y="0"/>
                    <a:pt x="161" y="0"/>
                  </a:cubicBezTo>
                  <a:cubicBezTo>
                    <a:pt x="153" y="1"/>
                    <a:pt x="145" y="8"/>
                    <a:pt x="143" y="16"/>
                  </a:cubicBezTo>
                  <a:cubicBezTo>
                    <a:pt x="135" y="50"/>
                    <a:pt x="135" y="50"/>
                    <a:pt x="135" y="50"/>
                  </a:cubicBezTo>
                  <a:cubicBezTo>
                    <a:pt x="134" y="51"/>
                    <a:pt x="132" y="54"/>
                    <a:pt x="131" y="54"/>
                  </a:cubicBezTo>
                  <a:cubicBezTo>
                    <a:pt x="131" y="54"/>
                    <a:pt x="131" y="54"/>
                    <a:pt x="130" y="54"/>
                  </a:cubicBezTo>
                  <a:cubicBezTo>
                    <a:pt x="120" y="59"/>
                    <a:pt x="120" y="59"/>
                    <a:pt x="120" y="59"/>
                  </a:cubicBezTo>
                  <a:cubicBezTo>
                    <a:pt x="120" y="59"/>
                    <a:pt x="119" y="59"/>
                    <a:pt x="119" y="59"/>
                  </a:cubicBezTo>
                  <a:cubicBezTo>
                    <a:pt x="119" y="59"/>
                    <a:pt x="118" y="59"/>
                    <a:pt x="117" y="59"/>
                  </a:cubicBezTo>
                  <a:cubicBezTo>
                    <a:pt x="115" y="59"/>
                    <a:pt x="114" y="59"/>
                    <a:pt x="114" y="59"/>
                  </a:cubicBezTo>
                  <a:cubicBezTo>
                    <a:pt x="84" y="41"/>
                    <a:pt x="84" y="41"/>
                    <a:pt x="84" y="41"/>
                  </a:cubicBezTo>
                  <a:cubicBezTo>
                    <a:pt x="81" y="39"/>
                    <a:pt x="77" y="38"/>
                    <a:pt x="73" y="38"/>
                  </a:cubicBezTo>
                  <a:cubicBezTo>
                    <a:pt x="68" y="38"/>
                    <a:pt x="63" y="40"/>
                    <a:pt x="59" y="43"/>
                  </a:cubicBezTo>
                  <a:cubicBezTo>
                    <a:pt x="59" y="43"/>
                    <a:pt x="59" y="43"/>
                    <a:pt x="59" y="43"/>
                  </a:cubicBezTo>
                  <a:cubicBezTo>
                    <a:pt x="44" y="58"/>
                    <a:pt x="44" y="58"/>
                    <a:pt x="44" y="58"/>
                  </a:cubicBezTo>
                  <a:cubicBezTo>
                    <a:pt x="43" y="58"/>
                    <a:pt x="43" y="59"/>
                    <a:pt x="43" y="59"/>
                  </a:cubicBezTo>
                  <a:cubicBezTo>
                    <a:pt x="37" y="65"/>
                    <a:pt x="36" y="76"/>
                    <a:pt x="41" y="83"/>
                  </a:cubicBezTo>
                  <a:cubicBezTo>
                    <a:pt x="59" y="113"/>
                    <a:pt x="59" y="113"/>
                    <a:pt x="59" y="113"/>
                  </a:cubicBezTo>
                  <a:cubicBezTo>
                    <a:pt x="60" y="114"/>
                    <a:pt x="60" y="117"/>
                    <a:pt x="60" y="119"/>
                  </a:cubicBezTo>
                  <a:cubicBezTo>
                    <a:pt x="59" y="119"/>
                    <a:pt x="59" y="119"/>
                    <a:pt x="59" y="119"/>
                  </a:cubicBezTo>
                  <a:cubicBezTo>
                    <a:pt x="55" y="130"/>
                    <a:pt x="55" y="130"/>
                    <a:pt x="55" y="130"/>
                  </a:cubicBezTo>
                  <a:cubicBezTo>
                    <a:pt x="55" y="130"/>
                    <a:pt x="55" y="130"/>
                    <a:pt x="55" y="130"/>
                  </a:cubicBezTo>
                  <a:cubicBezTo>
                    <a:pt x="54" y="132"/>
                    <a:pt x="52" y="134"/>
                    <a:pt x="51" y="134"/>
                  </a:cubicBezTo>
                  <a:cubicBezTo>
                    <a:pt x="16" y="143"/>
                    <a:pt x="16" y="143"/>
                    <a:pt x="16" y="143"/>
                  </a:cubicBezTo>
                  <a:cubicBezTo>
                    <a:pt x="8" y="145"/>
                    <a:pt x="1" y="152"/>
                    <a:pt x="0" y="161"/>
                  </a:cubicBezTo>
                  <a:cubicBezTo>
                    <a:pt x="0" y="161"/>
                    <a:pt x="0" y="166"/>
                    <a:pt x="0" y="173"/>
                  </a:cubicBezTo>
                  <a:cubicBezTo>
                    <a:pt x="0" y="179"/>
                    <a:pt x="0" y="184"/>
                    <a:pt x="0" y="184"/>
                  </a:cubicBezTo>
                  <a:cubicBezTo>
                    <a:pt x="1" y="193"/>
                    <a:pt x="8" y="201"/>
                    <a:pt x="16" y="203"/>
                  </a:cubicBezTo>
                  <a:cubicBezTo>
                    <a:pt x="50" y="211"/>
                    <a:pt x="50" y="211"/>
                    <a:pt x="50" y="211"/>
                  </a:cubicBezTo>
                  <a:cubicBezTo>
                    <a:pt x="52" y="211"/>
                    <a:pt x="54" y="214"/>
                    <a:pt x="55" y="215"/>
                  </a:cubicBezTo>
                  <a:cubicBezTo>
                    <a:pt x="55" y="215"/>
                    <a:pt x="55" y="215"/>
                    <a:pt x="55" y="215"/>
                  </a:cubicBezTo>
                  <a:cubicBezTo>
                    <a:pt x="59" y="226"/>
                    <a:pt x="59" y="226"/>
                    <a:pt x="59" y="226"/>
                  </a:cubicBezTo>
                  <a:cubicBezTo>
                    <a:pt x="59" y="226"/>
                    <a:pt x="59" y="226"/>
                    <a:pt x="60" y="227"/>
                  </a:cubicBezTo>
                  <a:cubicBezTo>
                    <a:pt x="60" y="228"/>
                    <a:pt x="60" y="231"/>
                    <a:pt x="59" y="232"/>
                  </a:cubicBezTo>
                  <a:cubicBezTo>
                    <a:pt x="41" y="262"/>
                    <a:pt x="41" y="262"/>
                    <a:pt x="41" y="262"/>
                  </a:cubicBezTo>
                  <a:cubicBezTo>
                    <a:pt x="36" y="270"/>
                    <a:pt x="37" y="280"/>
                    <a:pt x="43" y="287"/>
                  </a:cubicBezTo>
                  <a:cubicBezTo>
                    <a:pt x="43" y="287"/>
                    <a:pt x="43" y="287"/>
                    <a:pt x="44" y="287"/>
                  </a:cubicBezTo>
                  <a:cubicBezTo>
                    <a:pt x="59" y="302"/>
                    <a:pt x="59" y="302"/>
                    <a:pt x="59" y="302"/>
                  </a:cubicBezTo>
                  <a:cubicBezTo>
                    <a:pt x="59" y="302"/>
                    <a:pt x="59" y="302"/>
                    <a:pt x="59" y="303"/>
                  </a:cubicBezTo>
                  <a:cubicBezTo>
                    <a:pt x="63" y="306"/>
                    <a:pt x="68" y="308"/>
                    <a:pt x="73" y="308"/>
                  </a:cubicBezTo>
                  <a:cubicBezTo>
                    <a:pt x="77" y="308"/>
                    <a:pt x="81" y="307"/>
                    <a:pt x="84" y="305"/>
                  </a:cubicBezTo>
                  <a:cubicBezTo>
                    <a:pt x="114" y="286"/>
                    <a:pt x="114" y="286"/>
                    <a:pt x="114" y="286"/>
                  </a:cubicBezTo>
                  <a:cubicBezTo>
                    <a:pt x="114" y="286"/>
                    <a:pt x="115" y="286"/>
                    <a:pt x="117" y="286"/>
                  </a:cubicBezTo>
                  <a:cubicBezTo>
                    <a:pt x="118" y="286"/>
                    <a:pt x="119" y="286"/>
                    <a:pt x="119" y="286"/>
                  </a:cubicBezTo>
                  <a:cubicBezTo>
                    <a:pt x="119" y="286"/>
                    <a:pt x="120" y="286"/>
                    <a:pt x="120" y="286"/>
                  </a:cubicBezTo>
                  <a:cubicBezTo>
                    <a:pt x="130" y="291"/>
                    <a:pt x="130" y="291"/>
                    <a:pt x="130" y="291"/>
                  </a:cubicBezTo>
                  <a:cubicBezTo>
                    <a:pt x="131" y="291"/>
                    <a:pt x="131" y="291"/>
                    <a:pt x="131" y="291"/>
                  </a:cubicBezTo>
                  <a:cubicBezTo>
                    <a:pt x="132" y="292"/>
                    <a:pt x="134" y="294"/>
                    <a:pt x="135" y="295"/>
                  </a:cubicBezTo>
                  <a:cubicBezTo>
                    <a:pt x="143" y="329"/>
                    <a:pt x="143" y="329"/>
                    <a:pt x="143" y="329"/>
                  </a:cubicBezTo>
                  <a:cubicBezTo>
                    <a:pt x="145" y="338"/>
                    <a:pt x="153" y="345"/>
                    <a:pt x="161" y="345"/>
                  </a:cubicBezTo>
                  <a:cubicBezTo>
                    <a:pt x="162" y="345"/>
                    <a:pt x="166" y="346"/>
                    <a:pt x="173" y="346"/>
                  </a:cubicBezTo>
                  <a:cubicBezTo>
                    <a:pt x="180" y="346"/>
                    <a:pt x="185" y="345"/>
                    <a:pt x="185" y="345"/>
                  </a:cubicBezTo>
                  <a:cubicBezTo>
                    <a:pt x="193" y="345"/>
                    <a:pt x="201" y="338"/>
                    <a:pt x="203" y="329"/>
                  </a:cubicBezTo>
                  <a:cubicBezTo>
                    <a:pt x="211" y="295"/>
                    <a:pt x="211" y="295"/>
                    <a:pt x="211" y="295"/>
                  </a:cubicBezTo>
                  <a:cubicBezTo>
                    <a:pt x="212" y="294"/>
                    <a:pt x="214" y="292"/>
                    <a:pt x="215" y="291"/>
                  </a:cubicBezTo>
                  <a:cubicBezTo>
                    <a:pt x="215" y="291"/>
                    <a:pt x="216" y="291"/>
                    <a:pt x="216" y="291"/>
                  </a:cubicBezTo>
                  <a:cubicBezTo>
                    <a:pt x="226" y="286"/>
                    <a:pt x="226" y="286"/>
                    <a:pt x="226" y="286"/>
                  </a:cubicBezTo>
                  <a:cubicBezTo>
                    <a:pt x="227" y="286"/>
                    <a:pt x="227" y="286"/>
                    <a:pt x="227" y="286"/>
                  </a:cubicBezTo>
                  <a:cubicBezTo>
                    <a:pt x="227" y="286"/>
                    <a:pt x="228" y="286"/>
                    <a:pt x="229" y="286"/>
                  </a:cubicBezTo>
                  <a:cubicBezTo>
                    <a:pt x="231" y="286"/>
                    <a:pt x="232" y="286"/>
                    <a:pt x="233" y="286"/>
                  </a:cubicBezTo>
                  <a:cubicBezTo>
                    <a:pt x="263" y="305"/>
                    <a:pt x="263" y="305"/>
                    <a:pt x="263" y="305"/>
                  </a:cubicBezTo>
                  <a:cubicBezTo>
                    <a:pt x="266" y="307"/>
                    <a:pt x="269" y="308"/>
                    <a:pt x="273" y="308"/>
                  </a:cubicBezTo>
                  <a:cubicBezTo>
                    <a:pt x="273" y="308"/>
                    <a:pt x="273" y="308"/>
                    <a:pt x="273" y="308"/>
                  </a:cubicBezTo>
                  <a:cubicBezTo>
                    <a:pt x="278" y="308"/>
                    <a:pt x="283" y="306"/>
                    <a:pt x="287" y="303"/>
                  </a:cubicBezTo>
                  <a:cubicBezTo>
                    <a:pt x="287" y="302"/>
                    <a:pt x="287" y="302"/>
                    <a:pt x="287" y="302"/>
                  </a:cubicBezTo>
                  <a:cubicBezTo>
                    <a:pt x="303" y="287"/>
                    <a:pt x="303" y="287"/>
                    <a:pt x="303" y="287"/>
                  </a:cubicBezTo>
                  <a:cubicBezTo>
                    <a:pt x="303" y="287"/>
                    <a:pt x="303" y="287"/>
                    <a:pt x="303" y="287"/>
                  </a:cubicBezTo>
                  <a:cubicBezTo>
                    <a:pt x="309" y="280"/>
                    <a:pt x="310" y="270"/>
                    <a:pt x="305" y="262"/>
                  </a:cubicBezTo>
                  <a:cubicBezTo>
                    <a:pt x="287" y="232"/>
                    <a:pt x="287" y="232"/>
                    <a:pt x="287" y="232"/>
                  </a:cubicBezTo>
                  <a:cubicBezTo>
                    <a:pt x="286" y="231"/>
                    <a:pt x="286" y="228"/>
                    <a:pt x="287" y="227"/>
                  </a:cubicBezTo>
                  <a:cubicBezTo>
                    <a:pt x="287" y="226"/>
                    <a:pt x="287" y="226"/>
                    <a:pt x="287" y="226"/>
                  </a:cubicBezTo>
                  <a:cubicBezTo>
                    <a:pt x="291" y="215"/>
                    <a:pt x="291" y="215"/>
                    <a:pt x="291" y="215"/>
                  </a:cubicBezTo>
                  <a:cubicBezTo>
                    <a:pt x="291" y="215"/>
                    <a:pt x="291" y="215"/>
                    <a:pt x="292" y="215"/>
                  </a:cubicBezTo>
                  <a:cubicBezTo>
                    <a:pt x="292" y="214"/>
                    <a:pt x="294" y="211"/>
                    <a:pt x="296" y="211"/>
                  </a:cubicBezTo>
                  <a:cubicBezTo>
                    <a:pt x="330" y="203"/>
                    <a:pt x="330" y="203"/>
                    <a:pt x="330" y="203"/>
                  </a:cubicBezTo>
                  <a:cubicBezTo>
                    <a:pt x="338" y="201"/>
                    <a:pt x="345" y="193"/>
                    <a:pt x="346" y="184"/>
                  </a:cubicBezTo>
                  <a:cubicBezTo>
                    <a:pt x="346" y="184"/>
                    <a:pt x="346" y="179"/>
                    <a:pt x="346" y="173"/>
                  </a:cubicBezTo>
                  <a:cubicBezTo>
                    <a:pt x="346" y="166"/>
                    <a:pt x="346" y="161"/>
                    <a:pt x="346" y="161"/>
                  </a:cubicBezTo>
                  <a:cubicBezTo>
                    <a:pt x="345" y="152"/>
                    <a:pt x="338" y="145"/>
                    <a:pt x="330" y="143"/>
                  </a:cubicBezTo>
                  <a:close/>
                  <a:moveTo>
                    <a:pt x="327" y="183"/>
                  </a:moveTo>
                  <a:cubicBezTo>
                    <a:pt x="327" y="183"/>
                    <a:pt x="326" y="184"/>
                    <a:pt x="325" y="185"/>
                  </a:cubicBezTo>
                  <a:cubicBezTo>
                    <a:pt x="291" y="193"/>
                    <a:pt x="291" y="193"/>
                    <a:pt x="291" y="193"/>
                  </a:cubicBezTo>
                  <a:cubicBezTo>
                    <a:pt x="284" y="195"/>
                    <a:pt x="277" y="201"/>
                    <a:pt x="274" y="208"/>
                  </a:cubicBezTo>
                  <a:cubicBezTo>
                    <a:pt x="270" y="219"/>
                    <a:pt x="270" y="219"/>
                    <a:pt x="270" y="219"/>
                  </a:cubicBezTo>
                  <a:cubicBezTo>
                    <a:pt x="266" y="226"/>
                    <a:pt x="267" y="235"/>
                    <a:pt x="271" y="242"/>
                  </a:cubicBezTo>
                  <a:cubicBezTo>
                    <a:pt x="289" y="272"/>
                    <a:pt x="289" y="272"/>
                    <a:pt x="289" y="272"/>
                  </a:cubicBezTo>
                  <a:cubicBezTo>
                    <a:pt x="289" y="272"/>
                    <a:pt x="289" y="274"/>
                    <a:pt x="289" y="274"/>
                  </a:cubicBezTo>
                  <a:cubicBezTo>
                    <a:pt x="275" y="289"/>
                    <a:pt x="275" y="289"/>
                    <a:pt x="275" y="289"/>
                  </a:cubicBezTo>
                  <a:cubicBezTo>
                    <a:pt x="274" y="289"/>
                    <a:pt x="274" y="289"/>
                    <a:pt x="273" y="289"/>
                  </a:cubicBezTo>
                  <a:cubicBezTo>
                    <a:pt x="273" y="289"/>
                    <a:pt x="273" y="289"/>
                    <a:pt x="273" y="289"/>
                  </a:cubicBezTo>
                  <a:cubicBezTo>
                    <a:pt x="273" y="289"/>
                    <a:pt x="272" y="289"/>
                    <a:pt x="272" y="289"/>
                  </a:cubicBezTo>
                  <a:cubicBezTo>
                    <a:pt x="242" y="271"/>
                    <a:pt x="242" y="271"/>
                    <a:pt x="242" y="271"/>
                  </a:cubicBezTo>
                  <a:cubicBezTo>
                    <a:pt x="239" y="268"/>
                    <a:pt x="234" y="267"/>
                    <a:pt x="229" y="267"/>
                  </a:cubicBezTo>
                  <a:cubicBezTo>
                    <a:pt x="226" y="267"/>
                    <a:pt x="222" y="268"/>
                    <a:pt x="219" y="269"/>
                  </a:cubicBezTo>
                  <a:cubicBezTo>
                    <a:pt x="209" y="273"/>
                    <a:pt x="209" y="273"/>
                    <a:pt x="209" y="273"/>
                  </a:cubicBezTo>
                  <a:cubicBezTo>
                    <a:pt x="202" y="276"/>
                    <a:pt x="195" y="283"/>
                    <a:pt x="193" y="291"/>
                  </a:cubicBezTo>
                  <a:cubicBezTo>
                    <a:pt x="185" y="325"/>
                    <a:pt x="185" y="325"/>
                    <a:pt x="185" y="325"/>
                  </a:cubicBezTo>
                  <a:cubicBezTo>
                    <a:pt x="185" y="326"/>
                    <a:pt x="184" y="327"/>
                    <a:pt x="183" y="327"/>
                  </a:cubicBezTo>
                  <a:cubicBezTo>
                    <a:pt x="183" y="327"/>
                    <a:pt x="179" y="327"/>
                    <a:pt x="173" y="327"/>
                  </a:cubicBezTo>
                  <a:cubicBezTo>
                    <a:pt x="167" y="327"/>
                    <a:pt x="163" y="327"/>
                    <a:pt x="163" y="327"/>
                  </a:cubicBezTo>
                  <a:cubicBezTo>
                    <a:pt x="163" y="327"/>
                    <a:pt x="161" y="326"/>
                    <a:pt x="161" y="325"/>
                  </a:cubicBezTo>
                  <a:cubicBezTo>
                    <a:pt x="153" y="291"/>
                    <a:pt x="153" y="291"/>
                    <a:pt x="153" y="291"/>
                  </a:cubicBezTo>
                  <a:cubicBezTo>
                    <a:pt x="151" y="283"/>
                    <a:pt x="145" y="276"/>
                    <a:pt x="137" y="273"/>
                  </a:cubicBezTo>
                  <a:cubicBezTo>
                    <a:pt x="127" y="269"/>
                    <a:pt x="127" y="269"/>
                    <a:pt x="127" y="269"/>
                  </a:cubicBezTo>
                  <a:cubicBezTo>
                    <a:pt x="124" y="268"/>
                    <a:pt x="121" y="267"/>
                    <a:pt x="117" y="267"/>
                  </a:cubicBezTo>
                  <a:cubicBezTo>
                    <a:pt x="112" y="267"/>
                    <a:pt x="107" y="268"/>
                    <a:pt x="104" y="271"/>
                  </a:cubicBezTo>
                  <a:cubicBezTo>
                    <a:pt x="74" y="289"/>
                    <a:pt x="74" y="289"/>
                    <a:pt x="74" y="289"/>
                  </a:cubicBezTo>
                  <a:cubicBezTo>
                    <a:pt x="74" y="289"/>
                    <a:pt x="74" y="289"/>
                    <a:pt x="73" y="289"/>
                  </a:cubicBezTo>
                  <a:cubicBezTo>
                    <a:pt x="72" y="289"/>
                    <a:pt x="72" y="289"/>
                    <a:pt x="72" y="289"/>
                  </a:cubicBezTo>
                  <a:cubicBezTo>
                    <a:pt x="57" y="274"/>
                    <a:pt x="57" y="274"/>
                    <a:pt x="57" y="274"/>
                  </a:cubicBezTo>
                  <a:cubicBezTo>
                    <a:pt x="57" y="274"/>
                    <a:pt x="57" y="272"/>
                    <a:pt x="57" y="272"/>
                  </a:cubicBezTo>
                  <a:cubicBezTo>
                    <a:pt x="75" y="242"/>
                    <a:pt x="75" y="242"/>
                    <a:pt x="75" y="242"/>
                  </a:cubicBezTo>
                  <a:cubicBezTo>
                    <a:pt x="79" y="235"/>
                    <a:pt x="80" y="226"/>
                    <a:pt x="77" y="219"/>
                  </a:cubicBezTo>
                  <a:cubicBezTo>
                    <a:pt x="72" y="208"/>
                    <a:pt x="72" y="208"/>
                    <a:pt x="72" y="208"/>
                  </a:cubicBezTo>
                  <a:cubicBezTo>
                    <a:pt x="70" y="201"/>
                    <a:pt x="62" y="195"/>
                    <a:pt x="55" y="193"/>
                  </a:cubicBezTo>
                  <a:cubicBezTo>
                    <a:pt x="21" y="185"/>
                    <a:pt x="21" y="185"/>
                    <a:pt x="21" y="185"/>
                  </a:cubicBezTo>
                  <a:cubicBezTo>
                    <a:pt x="20" y="184"/>
                    <a:pt x="19" y="183"/>
                    <a:pt x="19" y="183"/>
                  </a:cubicBezTo>
                  <a:cubicBezTo>
                    <a:pt x="19" y="183"/>
                    <a:pt x="19" y="179"/>
                    <a:pt x="19" y="173"/>
                  </a:cubicBezTo>
                  <a:cubicBezTo>
                    <a:pt x="19" y="167"/>
                    <a:pt x="19" y="163"/>
                    <a:pt x="19" y="163"/>
                  </a:cubicBezTo>
                  <a:cubicBezTo>
                    <a:pt x="19" y="162"/>
                    <a:pt x="20" y="161"/>
                    <a:pt x="21" y="161"/>
                  </a:cubicBezTo>
                  <a:cubicBezTo>
                    <a:pt x="55" y="152"/>
                    <a:pt x="55" y="152"/>
                    <a:pt x="55" y="152"/>
                  </a:cubicBezTo>
                  <a:cubicBezTo>
                    <a:pt x="62" y="151"/>
                    <a:pt x="70" y="144"/>
                    <a:pt x="72" y="137"/>
                  </a:cubicBezTo>
                  <a:cubicBezTo>
                    <a:pt x="77" y="127"/>
                    <a:pt x="77" y="127"/>
                    <a:pt x="77" y="127"/>
                  </a:cubicBezTo>
                  <a:cubicBezTo>
                    <a:pt x="80" y="120"/>
                    <a:pt x="79" y="110"/>
                    <a:pt x="75" y="103"/>
                  </a:cubicBezTo>
                  <a:cubicBezTo>
                    <a:pt x="57" y="73"/>
                    <a:pt x="57" y="73"/>
                    <a:pt x="57" y="73"/>
                  </a:cubicBezTo>
                  <a:cubicBezTo>
                    <a:pt x="57" y="73"/>
                    <a:pt x="57" y="72"/>
                    <a:pt x="57" y="71"/>
                  </a:cubicBezTo>
                  <a:cubicBezTo>
                    <a:pt x="72" y="57"/>
                    <a:pt x="72" y="57"/>
                    <a:pt x="72" y="57"/>
                  </a:cubicBezTo>
                  <a:cubicBezTo>
                    <a:pt x="72" y="57"/>
                    <a:pt x="72" y="56"/>
                    <a:pt x="73" y="56"/>
                  </a:cubicBezTo>
                  <a:cubicBezTo>
                    <a:pt x="74" y="56"/>
                    <a:pt x="74" y="56"/>
                    <a:pt x="74" y="57"/>
                  </a:cubicBezTo>
                  <a:cubicBezTo>
                    <a:pt x="104" y="75"/>
                    <a:pt x="104" y="75"/>
                    <a:pt x="104" y="75"/>
                  </a:cubicBezTo>
                  <a:cubicBezTo>
                    <a:pt x="107" y="77"/>
                    <a:pt x="112" y="78"/>
                    <a:pt x="117" y="78"/>
                  </a:cubicBezTo>
                  <a:cubicBezTo>
                    <a:pt x="121" y="78"/>
                    <a:pt x="124" y="77"/>
                    <a:pt x="127" y="76"/>
                  </a:cubicBezTo>
                  <a:cubicBezTo>
                    <a:pt x="137" y="72"/>
                    <a:pt x="137" y="72"/>
                    <a:pt x="137" y="72"/>
                  </a:cubicBezTo>
                  <a:cubicBezTo>
                    <a:pt x="145" y="69"/>
                    <a:pt x="151" y="62"/>
                    <a:pt x="153" y="54"/>
                  </a:cubicBezTo>
                  <a:cubicBezTo>
                    <a:pt x="161" y="20"/>
                    <a:pt x="161" y="20"/>
                    <a:pt x="161" y="20"/>
                  </a:cubicBezTo>
                  <a:cubicBezTo>
                    <a:pt x="161" y="20"/>
                    <a:pt x="163" y="19"/>
                    <a:pt x="163" y="19"/>
                  </a:cubicBezTo>
                  <a:cubicBezTo>
                    <a:pt x="163" y="19"/>
                    <a:pt x="167" y="18"/>
                    <a:pt x="173" y="18"/>
                  </a:cubicBezTo>
                  <a:cubicBezTo>
                    <a:pt x="179" y="18"/>
                    <a:pt x="183" y="19"/>
                    <a:pt x="183" y="19"/>
                  </a:cubicBezTo>
                  <a:cubicBezTo>
                    <a:pt x="184" y="19"/>
                    <a:pt x="185" y="20"/>
                    <a:pt x="185" y="20"/>
                  </a:cubicBezTo>
                  <a:cubicBezTo>
                    <a:pt x="193" y="54"/>
                    <a:pt x="193" y="54"/>
                    <a:pt x="193" y="54"/>
                  </a:cubicBezTo>
                  <a:cubicBezTo>
                    <a:pt x="195" y="62"/>
                    <a:pt x="202" y="69"/>
                    <a:pt x="209" y="72"/>
                  </a:cubicBezTo>
                  <a:cubicBezTo>
                    <a:pt x="219" y="76"/>
                    <a:pt x="219" y="76"/>
                    <a:pt x="219" y="76"/>
                  </a:cubicBezTo>
                  <a:cubicBezTo>
                    <a:pt x="222" y="77"/>
                    <a:pt x="226" y="78"/>
                    <a:pt x="229" y="78"/>
                  </a:cubicBezTo>
                  <a:cubicBezTo>
                    <a:pt x="234" y="78"/>
                    <a:pt x="239" y="77"/>
                    <a:pt x="242" y="75"/>
                  </a:cubicBezTo>
                  <a:cubicBezTo>
                    <a:pt x="272" y="57"/>
                    <a:pt x="272" y="57"/>
                    <a:pt x="272" y="57"/>
                  </a:cubicBezTo>
                  <a:cubicBezTo>
                    <a:pt x="272" y="56"/>
                    <a:pt x="273" y="56"/>
                    <a:pt x="273" y="56"/>
                  </a:cubicBezTo>
                  <a:cubicBezTo>
                    <a:pt x="274" y="56"/>
                    <a:pt x="274" y="57"/>
                    <a:pt x="275" y="57"/>
                  </a:cubicBezTo>
                  <a:cubicBezTo>
                    <a:pt x="289" y="71"/>
                    <a:pt x="289" y="71"/>
                    <a:pt x="289" y="71"/>
                  </a:cubicBezTo>
                  <a:cubicBezTo>
                    <a:pt x="289" y="72"/>
                    <a:pt x="289" y="73"/>
                    <a:pt x="289" y="73"/>
                  </a:cubicBezTo>
                  <a:cubicBezTo>
                    <a:pt x="271" y="103"/>
                    <a:pt x="271" y="103"/>
                    <a:pt x="271" y="103"/>
                  </a:cubicBezTo>
                  <a:cubicBezTo>
                    <a:pt x="267" y="110"/>
                    <a:pt x="266" y="120"/>
                    <a:pt x="270" y="127"/>
                  </a:cubicBezTo>
                  <a:cubicBezTo>
                    <a:pt x="274" y="137"/>
                    <a:pt x="274" y="137"/>
                    <a:pt x="274" y="137"/>
                  </a:cubicBezTo>
                  <a:cubicBezTo>
                    <a:pt x="277" y="144"/>
                    <a:pt x="284" y="151"/>
                    <a:pt x="291" y="152"/>
                  </a:cubicBezTo>
                  <a:cubicBezTo>
                    <a:pt x="325" y="161"/>
                    <a:pt x="325" y="161"/>
                    <a:pt x="325" y="161"/>
                  </a:cubicBezTo>
                  <a:cubicBezTo>
                    <a:pt x="326" y="161"/>
                    <a:pt x="327" y="162"/>
                    <a:pt x="327" y="163"/>
                  </a:cubicBezTo>
                  <a:cubicBezTo>
                    <a:pt x="327" y="163"/>
                    <a:pt x="328" y="167"/>
                    <a:pt x="328" y="173"/>
                  </a:cubicBezTo>
                  <a:cubicBezTo>
                    <a:pt x="328" y="179"/>
                    <a:pt x="327" y="183"/>
                    <a:pt x="327" y="183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9" name="Freeform 194"/>
            <p:cNvSpPr>
              <a:spLocks noEditPoints="1"/>
            </p:cNvSpPr>
            <p:nvPr/>
          </p:nvSpPr>
          <p:spPr bwMode="auto">
            <a:xfrm>
              <a:off x="3122614" y="3894138"/>
              <a:ext cx="149225" cy="149225"/>
            </a:xfrm>
            <a:custGeom>
              <a:avLst/>
              <a:gdLst>
                <a:gd name="T0" fmla="*/ 75 w 150"/>
                <a:gd name="T1" fmla="*/ 0 h 150"/>
                <a:gd name="T2" fmla="*/ 0 w 150"/>
                <a:gd name="T3" fmla="*/ 75 h 150"/>
                <a:gd name="T4" fmla="*/ 75 w 150"/>
                <a:gd name="T5" fmla="*/ 150 h 150"/>
                <a:gd name="T6" fmla="*/ 150 w 150"/>
                <a:gd name="T7" fmla="*/ 75 h 150"/>
                <a:gd name="T8" fmla="*/ 75 w 150"/>
                <a:gd name="T9" fmla="*/ 0 h 150"/>
                <a:gd name="T10" fmla="*/ 75 w 150"/>
                <a:gd name="T11" fmla="*/ 131 h 150"/>
                <a:gd name="T12" fmla="*/ 19 w 150"/>
                <a:gd name="T13" fmla="*/ 75 h 150"/>
                <a:gd name="T14" fmla="*/ 75 w 150"/>
                <a:gd name="T15" fmla="*/ 19 h 150"/>
                <a:gd name="T16" fmla="*/ 131 w 150"/>
                <a:gd name="T17" fmla="*/ 75 h 150"/>
                <a:gd name="T18" fmla="*/ 75 w 150"/>
                <a:gd name="T19" fmla="*/ 131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50" h="150">
                  <a:moveTo>
                    <a:pt x="75" y="0"/>
                  </a:moveTo>
                  <a:cubicBezTo>
                    <a:pt x="34" y="0"/>
                    <a:pt x="0" y="33"/>
                    <a:pt x="0" y="75"/>
                  </a:cubicBezTo>
                  <a:cubicBezTo>
                    <a:pt x="0" y="116"/>
                    <a:pt x="34" y="150"/>
                    <a:pt x="75" y="150"/>
                  </a:cubicBezTo>
                  <a:cubicBezTo>
                    <a:pt x="116" y="150"/>
                    <a:pt x="150" y="116"/>
                    <a:pt x="150" y="75"/>
                  </a:cubicBezTo>
                  <a:cubicBezTo>
                    <a:pt x="150" y="33"/>
                    <a:pt x="116" y="0"/>
                    <a:pt x="75" y="0"/>
                  </a:cubicBezTo>
                  <a:close/>
                  <a:moveTo>
                    <a:pt x="75" y="131"/>
                  </a:moveTo>
                  <a:cubicBezTo>
                    <a:pt x="44" y="131"/>
                    <a:pt x="19" y="106"/>
                    <a:pt x="19" y="75"/>
                  </a:cubicBezTo>
                  <a:cubicBezTo>
                    <a:pt x="19" y="44"/>
                    <a:pt x="44" y="19"/>
                    <a:pt x="75" y="19"/>
                  </a:cubicBezTo>
                  <a:cubicBezTo>
                    <a:pt x="106" y="19"/>
                    <a:pt x="131" y="44"/>
                    <a:pt x="131" y="75"/>
                  </a:cubicBezTo>
                  <a:cubicBezTo>
                    <a:pt x="131" y="106"/>
                    <a:pt x="106" y="131"/>
                    <a:pt x="75" y="13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30" name="Freeform 195"/>
            <p:cNvSpPr>
              <a:spLocks noEditPoints="1"/>
            </p:cNvSpPr>
            <p:nvPr/>
          </p:nvSpPr>
          <p:spPr bwMode="auto">
            <a:xfrm>
              <a:off x="3336926" y="3716338"/>
              <a:ext cx="242888" cy="241300"/>
            </a:xfrm>
            <a:custGeom>
              <a:avLst/>
              <a:gdLst>
                <a:gd name="T0" fmla="*/ 212 w 244"/>
                <a:gd name="T1" fmla="*/ 113 h 242"/>
                <a:gd name="T2" fmla="*/ 210 w 244"/>
                <a:gd name="T3" fmla="*/ 104 h 242"/>
                <a:gd name="T4" fmla="*/ 231 w 244"/>
                <a:gd name="T5" fmla="*/ 66 h 242"/>
                <a:gd name="T6" fmla="*/ 223 w 244"/>
                <a:gd name="T7" fmla="*/ 52 h 242"/>
                <a:gd name="T8" fmla="*/ 181 w 244"/>
                <a:gd name="T9" fmla="*/ 53 h 242"/>
                <a:gd name="T10" fmla="*/ 172 w 244"/>
                <a:gd name="T11" fmla="*/ 47 h 242"/>
                <a:gd name="T12" fmla="*/ 172 w 244"/>
                <a:gd name="T13" fmla="*/ 22 h 242"/>
                <a:gd name="T14" fmla="*/ 144 w 244"/>
                <a:gd name="T15" fmla="*/ 1 h 242"/>
                <a:gd name="T16" fmla="*/ 114 w 244"/>
                <a:gd name="T17" fmla="*/ 32 h 242"/>
                <a:gd name="T18" fmla="*/ 105 w 244"/>
                <a:gd name="T19" fmla="*/ 34 h 242"/>
                <a:gd name="T20" fmla="*/ 74 w 244"/>
                <a:gd name="T21" fmla="*/ 11 h 242"/>
                <a:gd name="T22" fmla="*/ 53 w 244"/>
                <a:gd name="T23" fmla="*/ 21 h 242"/>
                <a:gd name="T24" fmla="*/ 53 w 244"/>
                <a:gd name="T25" fmla="*/ 63 h 242"/>
                <a:gd name="T26" fmla="*/ 48 w 244"/>
                <a:gd name="T27" fmla="*/ 71 h 242"/>
                <a:gd name="T28" fmla="*/ 22 w 244"/>
                <a:gd name="T29" fmla="*/ 72 h 242"/>
                <a:gd name="T30" fmla="*/ 1 w 244"/>
                <a:gd name="T31" fmla="*/ 100 h 242"/>
                <a:gd name="T32" fmla="*/ 33 w 244"/>
                <a:gd name="T33" fmla="*/ 130 h 242"/>
                <a:gd name="T34" fmla="*/ 34 w 244"/>
                <a:gd name="T35" fmla="*/ 139 h 242"/>
                <a:gd name="T36" fmla="*/ 13 w 244"/>
                <a:gd name="T37" fmla="*/ 177 h 242"/>
                <a:gd name="T38" fmla="*/ 21 w 244"/>
                <a:gd name="T39" fmla="*/ 191 h 242"/>
                <a:gd name="T40" fmla="*/ 64 w 244"/>
                <a:gd name="T41" fmla="*/ 191 h 242"/>
                <a:gd name="T42" fmla="*/ 72 w 244"/>
                <a:gd name="T43" fmla="*/ 196 h 242"/>
                <a:gd name="T44" fmla="*/ 73 w 244"/>
                <a:gd name="T45" fmla="*/ 222 h 242"/>
                <a:gd name="T46" fmla="*/ 100 w 244"/>
                <a:gd name="T47" fmla="*/ 242 h 242"/>
                <a:gd name="T48" fmla="*/ 130 w 244"/>
                <a:gd name="T49" fmla="*/ 212 h 242"/>
                <a:gd name="T50" fmla="*/ 139 w 244"/>
                <a:gd name="T51" fmla="*/ 210 h 242"/>
                <a:gd name="T52" fmla="*/ 158 w 244"/>
                <a:gd name="T53" fmla="*/ 227 h 242"/>
                <a:gd name="T54" fmla="*/ 178 w 244"/>
                <a:gd name="T55" fmla="*/ 230 h 242"/>
                <a:gd name="T56" fmla="*/ 198 w 244"/>
                <a:gd name="T57" fmla="*/ 203 h 242"/>
                <a:gd name="T58" fmla="*/ 192 w 244"/>
                <a:gd name="T59" fmla="*/ 178 h 242"/>
                <a:gd name="T60" fmla="*/ 198 w 244"/>
                <a:gd name="T61" fmla="*/ 171 h 242"/>
                <a:gd name="T62" fmla="*/ 239 w 244"/>
                <a:gd name="T63" fmla="*/ 160 h 242"/>
                <a:gd name="T64" fmla="*/ 234 w 244"/>
                <a:gd name="T65" fmla="*/ 125 h 242"/>
                <a:gd name="T66" fmla="*/ 198 w 244"/>
                <a:gd name="T67" fmla="*/ 152 h 242"/>
                <a:gd name="T68" fmla="*/ 173 w 244"/>
                <a:gd name="T69" fmla="*/ 185 h 242"/>
                <a:gd name="T70" fmla="*/ 154 w 244"/>
                <a:gd name="T71" fmla="*/ 197 h 242"/>
                <a:gd name="T72" fmla="*/ 113 w 244"/>
                <a:gd name="T73" fmla="*/ 203 h 242"/>
                <a:gd name="T74" fmla="*/ 91 w 244"/>
                <a:gd name="T75" fmla="*/ 221 h 242"/>
                <a:gd name="T76" fmla="*/ 77 w 244"/>
                <a:gd name="T77" fmla="*/ 176 h 242"/>
                <a:gd name="T78" fmla="*/ 30 w 244"/>
                <a:gd name="T79" fmla="*/ 170 h 242"/>
                <a:gd name="T80" fmla="*/ 51 w 244"/>
                <a:gd name="T81" fmla="*/ 128 h 242"/>
                <a:gd name="T82" fmla="*/ 21 w 244"/>
                <a:gd name="T83" fmla="*/ 96 h 242"/>
                <a:gd name="T84" fmla="*/ 63 w 244"/>
                <a:gd name="T85" fmla="*/ 82 h 242"/>
                <a:gd name="T86" fmla="*/ 64 w 244"/>
                <a:gd name="T87" fmla="*/ 36 h 242"/>
                <a:gd name="T88" fmla="*/ 108 w 244"/>
                <a:gd name="T89" fmla="*/ 52 h 242"/>
                <a:gd name="T90" fmla="*/ 142 w 244"/>
                <a:gd name="T91" fmla="*/ 20 h 242"/>
                <a:gd name="T92" fmla="*/ 153 w 244"/>
                <a:gd name="T93" fmla="*/ 46 h 242"/>
                <a:gd name="T94" fmla="*/ 186 w 244"/>
                <a:gd name="T95" fmla="*/ 70 h 242"/>
                <a:gd name="T96" fmla="*/ 197 w 244"/>
                <a:gd name="T97" fmla="*/ 90 h 242"/>
                <a:gd name="T98" fmla="*/ 203 w 244"/>
                <a:gd name="T99" fmla="*/ 131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44" h="242">
                  <a:moveTo>
                    <a:pt x="234" y="125"/>
                  </a:moveTo>
                  <a:cubicBezTo>
                    <a:pt x="212" y="114"/>
                    <a:pt x="212" y="114"/>
                    <a:pt x="212" y="114"/>
                  </a:cubicBezTo>
                  <a:cubicBezTo>
                    <a:pt x="212" y="114"/>
                    <a:pt x="212" y="113"/>
                    <a:pt x="212" y="113"/>
                  </a:cubicBezTo>
                  <a:cubicBezTo>
                    <a:pt x="212" y="113"/>
                    <a:pt x="212" y="113"/>
                    <a:pt x="211" y="113"/>
                  </a:cubicBezTo>
                  <a:cubicBezTo>
                    <a:pt x="210" y="105"/>
                    <a:pt x="210" y="105"/>
                    <a:pt x="210" y="105"/>
                  </a:cubicBezTo>
                  <a:cubicBezTo>
                    <a:pt x="210" y="104"/>
                    <a:pt x="210" y="104"/>
                    <a:pt x="210" y="104"/>
                  </a:cubicBezTo>
                  <a:cubicBezTo>
                    <a:pt x="210" y="104"/>
                    <a:pt x="210" y="103"/>
                    <a:pt x="211" y="103"/>
                  </a:cubicBezTo>
                  <a:cubicBezTo>
                    <a:pt x="228" y="86"/>
                    <a:pt x="228" y="86"/>
                    <a:pt x="228" y="86"/>
                  </a:cubicBezTo>
                  <a:cubicBezTo>
                    <a:pt x="233" y="81"/>
                    <a:pt x="234" y="72"/>
                    <a:pt x="231" y="66"/>
                  </a:cubicBezTo>
                  <a:cubicBezTo>
                    <a:pt x="231" y="66"/>
                    <a:pt x="231" y="65"/>
                    <a:pt x="231" y="65"/>
                  </a:cubicBezTo>
                  <a:cubicBezTo>
                    <a:pt x="223" y="53"/>
                    <a:pt x="223" y="53"/>
                    <a:pt x="223" y="53"/>
                  </a:cubicBezTo>
                  <a:cubicBezTo>
                    <a:pt x="223" y="52"/>
                    <a:pt x="223" y="52"/>
                    <a:pt x="223" y="52"/>
                  </a:cubicBezTo>
                  <a:cubicBezTo>
                    <a:pt x="220" y="47"/>
                    <a:pt x="214" y="45"/>
                    <a:pt x="208" y="45"/>
                  </a:cubicBezTo>
                  <a:cubicBezTo>
                    <a:pt x="207" y="45"/>
                    <a:pt x="205" y="45"/>
                    <a:pt x="204" y="45"/>
                  </a:cubicBezTo>
                  <a:cubicBezTo>
                    <a:pt x="181" y="53"/>
                    <a:pt x="181" y="53"/>
                    <a:pt x="181" y="53"/>
                  </a:cubicBezTo>
                  <a:cubicBezTo>
                    <a:pt x="180" y="53"/>
                    <a:pt x="179" y="52"/>
                    <a:pt x="179" y="52"/>
                  </a:cubicBezTo>
                  <a:cubicBezTo>
                    <a:pt x="179" y="52"/>
                    <a:pt x="179" y="52"/>
                    <a:pt x="179" y="52"/>
                  </a:cubicBezTo>
                  <a:cubicBezTo>
                    <a:pt x="172" y="47"/>
                    <a:pt x="172" y="47"/>
                    <a:pt x="172" y="47"/>
                  </a:cubicBezTo>
                  <a:cubicBezTo>
                    <a:pt x="172" y="47"/>
                    <a:pt x="172" y="47"/>
                    <a:pt x="172" y="47"/>
                  </a:cubicBezTo>
                  <a:cubicBezTo>
                    <a:pt x="172" y="47"/>
                    <a:pt x="171" y="46"/>
                    <a:pt x="171" y="46"/>
                  </a:cubicBezTo>
                  <a:cubicBezTo>
                    <a:pt x="172" y="22"/>
                    <a:pt x="172" y="22"/>
                    <a:pt x="172" y="22"/>
                  </a:cubicBezTo>
                  <a:cubicBezTo>
                    <a:pt x="172" y="14"/>
                    <a:pt x="167" y="7"/>
                    <a:pt x="160" y="5"/>
                  </a:cubicBezTo>
                  <a:cubicBezTo>
                    <a:pt x="160" y="5"/>
                    <a:pt x="157" y="4"/>
                    <a:pt x="152" y="3"/>
                  </a:cubicBezTo>
                  <a:cubicBezTo>
                    <a:pt x="147" y="2"/>
                    <a:pt x="144" y="1"/>
                    <a:pt x="144" y="1"/>
                  </a:cubicBezTo>
                  <a:cubicBezTo>
                    <a:pt x="137" y="0"/>
                    <a:pt x="129" y="4"/>
                    <a:pt x="126" y="10"/>
                  </a:cubicBezTo>
                  <a:cubicBezTo>
                    <a:pt x="115" y="31"/>
                    <a:pt x="115" y="31"/>
                    <a:pt x="115" y="31"/>
                  </a:cubicBezTo>
                  <a:cubicBezTo>
                    <a:pt x="114" y="32"/>
                    <a:pt x="114" y="32"/>
                    <a:pt x="114" y="32"/>
                  </a:cubicBezTo>
                  <a:cubicBezTo>
                    <a:pt x="113" y="32"/>
                    <a:pt x="113" y="32"/>
                    <a:pt x="113" y="32"/>
                  </a:cubicBezTo>
                  <a:cubicBezTo>
                    <a:pt x="105" y="33"/>
                    <a:pt x="105" y="33"/>
                    <a:pt x="105" y="33"/>
                  </a:cubicBezTo>
                  <a:cubicBezTo>
                    <a:pt x="105" y="33"/>
                    <a:pt x="105" y="33"/>
                    <a:pt x="105" y="34"/>
                  </a:cubicBezTo>
                  <a:cubicBezTo>
                    <a:pt x="104" y="34"/>
                    <a:pt x="104" y="33"/>
                    <a:pt x="103" y="33"/>
                  </a:cubicBezTo>
                  <a:cubicBezTo>
                    <a:pt x="86" y="16"/>
                    <a:pt x="86" y="16"/>
                    <a:pt x="86" y="16"/>
                  </a:cubicBezTo>
                  <a:cubicBezTo>
                    <a:pt x="83" y="13"/>
                    <a:pt x="79" y="11"/>
                    <a:pt x="74" y="11"/>
                  </a:cubicBezTo>
                  <a:cubicBezTo>
                    <a:pt x="71" y="11"/>
                    <a:pt x="69" y="12"/>
                    <a:pt x="66" y="13"/>
                  </a:cubicBezTo>
                  <a:cubicBezTo>
                    <a:pt x="66" y="13"/>
                    <a:pt x="66" y="13"/>
                    <a:pt x="66" y="13"/>
                  </a:cubicBezTo>
                  <a:cubicBezTo>
                    <a:pt x="53" y="21"/>
                    <a:pt x="53" y="21"/>
                    <a:pt x="53" y="21"/>
                  </a:cubicBezTo>
                  <a:cubicBezTo>
                    <a:pt x="53" y="21"/>
                    <a:pt x="53" y="21"/>
                    <a:pt x="53" y="21"/>
                  </a:cubicBezTo>
                  <a:cubicBezTo>
                    <a:pt x="47" y="25"/>
                    <a:pt x="44" y="33"/>
                    <a:pt x="46" y="40"/>
                  </a:cubicBezTo>
                  <a:cubicBezTo>
                    <a:pt x="53" y="63"/>
                    <a:pt x="53" y="63"/>
                    <a:pt x="53" y="63"/>
                  </a:cubicBezTo>
                  <a:cubicBezTo>
                    <a:pt x="53" y="64"/>
                    <a:pt x="53" y="64"/>
                    <a:pt x="53" y="64"/>
                  </a:cubicBezTo>
                  <a:cubicBezTo>
                    <a:pt x="53" y="65"/>
                    <a:pt x="53" y="65"/>
                    <a:pt x="52" y="65"/>
                  </a:cubicBezTo>
                  <a:cubicBezTo>
                    <a:pt x="48" y="71"/>
                    <a:pt x="48" y="71"/>
                    <a:pt x="48" y="71"/>
                  </a:cubicBezTo>
                  <a:cubicBezTo>
                    <a:pt x="48" y="72"/>
                    <a:pt x="48" y="71"/>
                    <a:pt x="48" y="72"/>
                  </a:cubicBezTo>
                  <a:cubicBezTo>
                    <a:pt x="47" y="72"/>
                    <a:pt x="47" y="72"/>
                    <a:pt x="46" y="72"/>
                  </a:cubicBezTo>
                  <a:cubicBezTo>
                    <a:pt x="22" y="72"/>
                    <a:pt x="22" y="72"/>
                    <a:pt x="22" y="72"/>
                  </a:cubicBezTo>
                  <a:cubicBezTo>
                    <a:pt x="15" y="72"/>
                    <a:pt x="8" y="77"/>
                    <a:pt x="6" y="84"/>
                  </a:cubicBezTo>
                  <a:cubicBezTo>
                    <a:pt x="5" y="84"/>
                    <a:pt x="4" y="87"/>
                    <a:pt x="3" y="92"/>
                  </a:cubicBezTo>
                  <a:cubicBezTo>
                    <a:pt x="2" y="96"/>
                    <a:pt x="2" y="100"/>
                    <a:pt x="1" y="100"/>
                  </a:cubicBezTo>
                  <a:cubicBezTo>
                    <a:pt x="0" y="107"/>
                    <a:pt x="4" y="115"/>
                    <a:pt x="11" y="118"/>
                  </a:cubicBezTo>
                  <a:cubicBezTo>
                    <a:pt x="32" y="129"/>
                    <a:pt x="32" y="129"/>
                    <a:pt x="32" y="129"/>
                  </a:cubicBezTo>
                  <a:cubicBezTo>
                    <a:pt x="32" y="129"/>
                    <a:pt x="33" y="130"/>
                    <a:pt x="33" y="130"/>
                  </a:cubicBezTo>
                  <a:cubicBezTo>
                    <a:pt x="33" y="130"/>
                    <a:pt x="33" y="131"/>
                    <a:pt x="33" y="131"/>
                  </a:cubicBezTo>
                  <a:cubicBezTo>
                    <a:pt x="34" y="139"/>
                    <a:pt x="34" y="139"/>
                    <a:pt x="34" y="139"/>
                  </a:cubicBezTo>
                  <a:cubicBezTo>
                    <a:pt x="34" y="139"/>
                    <a:pt x="34" y="139"/>
                    <a:pt x="34" y="139"/>
                  </a:cubicBezTo>
                  <a:cubicBezTo>
                    <a:pt x="34" y="139"/>
                    <a:pt x="34" y="140"/>
                    <a:pt x="34" y="140"/>
                  </a:cubicBezTo>
                  <a:cubicBezTo>
                    <a:pt x="16" y="157"/>
                    <a:pt x="16" y="157"/>
                    <a:pt x="16" y="157"/>
                  </a:cubicBezTo>
                  <a:cubicBezTo>
                    <a:pt x="11" y="162"/>
                    <a:pt x="10" y="171"/>
                    <a:pt x="13" y="177"/>
                  </a:cubicBezTo>
                  <a:cubicBezTo>
                    <a:pt x="13" y="178"/>
                    <a:pt x="13" y="178"/>
                    <a:pt x="13" y="178"/>
                  </a:cubicBezTo>
                  <a:cubicBezTo>
                    <a:pt x="21" y="191"/>
                    <a:pt x="21" y="191"/>
                    <a:pt x="21" y="191"/>
                  </a:cubicBezTo>
                  <a:cubicBezTo>
                    <a:pt x="21" y="191"/>
                    <a:pt x="21" y="191"/>
                    <a:pt x="21" y="191"/>
                  </a:cubicBezTo>
                  <a:cubicBezTo>
                    <a:pt x="25" y="196"/>
                    <a:pt x="30" y="199"/>
                    <a:pt x="36" y="199"/>
                  </a:cubicBezTo>
                  <a:cubicBezTo>
                    <a:pt x="38" y="199"/>
                    <a:pt x="39" y="198"/>
                    <a:pt x="41" y="198"/>
                  </a:cubicBezTo>
                  <a:cubicBezTo>
                    <a:pt x="64" y="191"/>
                    <a:pt x="64" y="191"/>
                    <a:pt x="64" y="191"/>
                  </a:cubicBezTo>
                  <a:cubicBezTo>
                    <a:pt x="64" y="191"/>
                    <a:pt x="65" y="191"/>
                    <a:pt x="65" y="191"/>
                  </a:cubicBezTo>
                  <a:cubicBezTo>
                    <a:pt x="65" y="191"/>
                    <a:pt x="65" y="191"/>
                    <a:pt x="65" y="191"/>
                  </a:cubicBezTo>
                  <a:cubicBezTo>
                    <a:pt x="72" y="196"/>
                    <a:pt x="72" y="196"/>
                    <a:pt x="72" y="196"/>
                  </a:cubicBezTo>
                  <a:cubicBezTo>
                    <a:pt x="72" y="196"/>
                    <a:pt x="72" y="196"/>
                    <a:pt x="72" y="196"/>
                  </a:cubicBezTo>
                  <a:cubicBezTo>
                    <a:pt x="72" y="196"/>
                    <a:pt x="73" y="197"/>
                    <a:pt x="73" y="197"/>
                  </a:cubicBezTo>
                  <a:cubicBezTo>
                    <a:pt x="73" y="222"/>
                    <a:pt x="73" y="222"/>
                    <a:pt x="73" y="222"/>
                  </a:cubicBezTo>
                  <a:cubicBezTo>
                    <a:pt x="73" y="229"/>
                    <a:pt x="77" y="236"/>
                    <a:pt x="84" y="238"/>
                  </a:cubicBezTo>
                  <a:cubicBezTo>
                    <a:pt x="84" y="238"/>
                    <a:pt x="88" y="239"/>
                    <a:pt x="92" y="241"/>
                  </a:cubicBezTo>
                  <a:cubicBezTo>
                    <a:pt x="97" y="242"/>
                    <a:pt x="100" y="242"/>
                    <a:pt x="100" y="242"/>
                  </a:cubicBezTo>
                  <a:cubicBezTo>
                    <a:pt x="101" y="242"/>
                    <a:pt x="102" y="242"/>
                    <a:pt x="103" y="242"/>
                  </a:cubicBezTo>
                  <a:cubicBezTo>
                    <a:pt x="109" y="242"/>
                    <a:pt x="116" y="239"/>
                    <a:pt x="119" y="233"/>
                  </a:cubicBezTo>
                  <a:cubicBezTo>
                    <a:pt x="130" y="212"/>
                    <a:pt x="130" y="212"/>
                    <a:pt x="130" y="212"/>
                  </a:cubicBezTo>
                  <a:cubicBezTo>
                    <a:pt x="130" y="212"/>
                    <a:pt x="131" y="211"/>
                    <a:pt x="131" y="211"/>
                  </a:cubicBezTo>
                  <a:cubicBezTo>
                    <a:pt x="131" y="211"/>
                    <a:pt x="131" y="211"/>
                    <a:pt x="131" y="211"/>
                  </a:cubicBezTo>
                  <a:cubicBezTo>
                    <a:pt x="139" y="210"/>
                    <a:pt x="139" y="210"/>
                    <a:pt x="139" y="210"/>
                  </a:cubicBezTo>
                  <a:cubicBezTo>
                    <a:pt x="139" y="210"/>
                    <a:pt x="139" y="210"/>
                    <a:pt x="140" y="210"/>
                  </a:cubicBezTo>
                  <a:cubicBezTo>
                    <a:pt x="140" y="210"/>
                    <a:pt x="141" y="210"/>
                    <a:pt x="141" y="210"/>
                  </a:cubicBezTo>
                  <a:cubicBezTo>
                    <a:pt x="158" y="227"/>
                    <a:pt x="158" y="227"/>
                    <a:pt x="158" y="227"/>
                  </a:cubicBezTo>
                  <a:cubicBezTo>
                    <a:pt x="161" y="231"/>
                    <a:pt x="165" y="232"/>
                    <a:pt x="170" y="232"/>
                  </a:cubicBezTo>
                  <a:cubicBezTo>
                    <a:pt x="173" y="232"/>
                    <a:pt x="176" y="232"/>
                    <a:pt x="178" y="231"/>
                  </a:cubicBezTo>
                  <a:cubicBezTo>
                    <a:pt x="178" y="230"/>
                    <a:pt x="178" y="230"/>
                    <a:pt x="178" y="230"/>
                  </a:cubicBezTo>
                  <a:cubicBezTo>
                    <a:pt x="191" y="223"/>
                    <a:pt x="191" y="223"/>
                    <a:pt x="191" y="223"/>
                  </a:cubicBezTo>
                  <a:cubicBezTo>
                    <a:pt x="191" y="223"/>
                    <a:pt x="192" y="222"/>
                    <a:pt x="192" y="222"/>
                  </a:cubicBezTo>
                  <a:cubicBezTo>
                    <a:pt x="198" y="218"/>
                    <a:pt x="201" y="210"/>
                    <a:pt x="198" y="203"/>
                  </a:cubicBezTo>
                  <a:cubicBezTo>
                    <a:pt x="191" y="180"/>
                    <a:pt x="191" y="180"/>
                    <a:pt x="191" y="180"/>
                  </a:cubicBezTo>
                  <a:cubicBezTo>
                    <a:pt x="191" y="180"/>
                    <a:pt x="191" y="179"/>
                    <a:pt x="191" y="179"/>
                  </a:cubicBezTo>
                  <a:cubicBezTo>
                    <a:pt x="192" y="179"/>
                    <a:pt x="192" y="178"/>
                    <a:pt x="192" y="178"/>
                  </a:cubicBezTo>
                  <a:cubicBezTo>
                    <a:pt x="197" y="172"/>
                    <a:pt x="197" y="172"/>
                    <a:pt x="197" y="172"/>
                  </a:cubicBezTo>
                  <a:cubicBezTo>
                    <a:pt x="197" y="172"/>
                    <a:pt x="197" y="172"/>
                    <a:pt x="197" y="172"/>
                  </a:cubicBezTo>
                  <a:cubicBezTo>
                    <a:pt x="197" y="171"/>
                    <a:pt x="198" y="171"/>
                    <a:pt x="198" y="171"/>
                  </a:cubicBezTo>
                  <a:cubicBezTo>
                    <a:pt x="222" y="171"/>
                    <a:pt x="222" y="171"/>
                    <a:pt x="222" y="171"/>
                  </a:cubicBezTo>
                  <a:cubicBezTo>
                    <a:pt x="222" y="171"/>
                    <a:pt x="222" y="171"/>
                    <a:pt x="222" y="171"/>
                  </a:cubicBezTo>
                  <a:cubicBezTo>
                    <a:pt x="229" y="171"/>
                    <a:pt x="236" y="166"/>
                    <a:pt x="239" y="160"/>
                  </a:cubicBezTo>
                  <a:cubicBezTo>
                    <a:pt x="239" y="159"/>
                    <a:pt x="240" y="156"/>
                    <a:pt x="241" y="152"/>
                  </a:cubicBezTo>
                  <a:cubicBezTo>
                    <a:pt x="242" y="147"/>
                    <a:pt x="243" y="144"/>
                    <a:pt x="243" y="143"/>
                  </a:cubicBezTo>
                  <a:cubicBezTo>
                    <a:pt x="244" y="136"/>
                    <a:pt x="240" y="129"/>
                    <a:pt x="234" y="125"/>
                  </a:cubicBezTo>
                  <a:close/>
                  <a:moveTo>
                    <a:pt x="223" y="147"/>
                  </a:moveTo>
                  <a:cubicBezTo>
                    <a:pt x="222" y="149"/>
                    <a:pt x="222" y="151"/>
                    <a:pt x="221" y="152"/>
                  </a:cubicBezTo>
                  <a:cubicBezTo>
                    <a:pt x="198" y="152"/>
                    <a:pt x="198" y="152"/>
                    <a:pt x="198" y="152"/>
                  </a:cubicBezTo>
                  <a:cubicBezTo>
                    <a:pt x="192" y="152"/>
                    <a:pt x="185" y="156"/>
                    <a:pt x="181" y="161"/>
                  </a:cubicBezTo>
                  <a:cubicBezTo>
                    <a:pt x="177" y="167"/>
                    <a:pt x="177" y="167"/>
                    <a:pt x="177" y="167"/>
                  </a:cubicBezTo>
                  <a:cubicBezTo>
                    <a:pt x="173" y="172"/>
                    <a:pt x="171" y="180"/>
                    <a:pt x="173" y="185"/>
                  </a:cubicBezTo>
                  <a:cubicBezTo>
                    <a:pt x="180" y="207"/>
                    <a:pt x="180" y="207"/>
                    <a:pt x="180" y="207"/>
                  </a:cubicBezTo>
                  <a:cubicBezTo>
                    <a:pt x="170" y="213"/>
                    <a:pt x="170" y="213"/>
                    <a:pt x="170" y="213"/>
                  </a:cubicBezTo>
                  <a:cubicBezTo>
                    <a:pt x="154" y="197"/>
                    <a:pt x="154" y="197"/>
                    <a:pt x="154" y="197"/>
                  </a:cubicBezTo>
                  <a:cubicBezTo>
                    <a:pt x="150" y="193"/>
                    <a:pt x="142" y="190"/>
                    <a:pt x="136" y="191"/>
                  </a:cubicBezTo>
                  <a:cubicBezTo>
                    <a:pt x="129" y="192"/>
                    <a:pt x="129" y="192"/>
                    <a:pt x="129" y="192"/>
                  </a:cubicBezTo>
                  <a:cubicBezTo>
                    <a:pt x="122" y="193"/>
                    <a:pt x="116" y="197"/>
                    <a:pt x="113" y="203"/>
                  </a:cubicBezTo>
                  <a:cubicBezTo>
                    <a:pt x="102" y="224"/>
                    <a:pt x="102" y="224"/>
                    <a:pt x="102" y="224"/>
                  </a:cubicBezTo>
                  <a:cubicBezTo>
                    <a:pt x="101" y="223"/>
                    <a:pt x="99" y="223"/>
                    <a:pt x="97" y="222"/>
                  </a:cubicBezTo>
                  <a:cubicBezTo>
                    <a:pt x="94" y="222"/>
                    <a:pt x="92" y="221"/>
                    <a:pt x="91" y="221"/>
                  </a:cubicBezTo>
                  <a:cubicBezTo>
                    <a:pt x="92" y="198"/>
                    <a:pt x="92" y="198"/>
                    <a:pt x="92" y="198"/>
                  </a:cubicBezTo>
                  <a:cubicBezTo>
                    <a:pt x="92" y="191"/>
                    <a:pt x="88" y="184"/>
                    <a:pt x="83" y="181"/>
                  </a:cubicBezTo>
                  <a:cubicBezTo>
                    <a:pt x="77" y="176"/>
                    <a:pt x="77" y="176"/>
                    <a:pt x="77" y="176"/>
                  </a:cubicBezTo>
                  <a:cubicBezTo>
                    <a:pt x="72" y="173"/>
                    <a:pt x="64" y="171"/>
                    <a:pt x="58" y="173"/>
                  </a:cubicBezTo>
                  <a:cubicBezTo>
                    <a:pt x="36" y="180"/>
                    <a:pt x="36" y="180"/>
                    <a:pt x="36" y="180"/>
                  </a:cubicBezTo>
                  <a:cubicBezTo>
                    <a:pt x="30" y="170"/>
                    <a:pt x="30" y="170"/>
                    <a:pt x="30" y="170"/>
                  </a:cubicBezTo>
                  <a:cubicBezTo>
                    <a:pt x="47" y="154"/>
                    <a:pt x="47" y="154"/>
                    <a:pt x="47" y="154"/>
                  </a:cubicBezTo>
                  <a:cubicBezTo>
                    <a:pt x="51" y="149"/>
                    <a:pt x="54" y="142"/>
                    <a:pt x="52" y="136"/>
                  </a:cubicBezTo>
                  <a:cubicBezTo>
                    <a:pt x="51" y="128"/>
                    <a:pt x="51" y="128"/>
                    <a:pt x="51" y="128"/>
                  </a:cubicBezTo>
                  <a:cubicBezTo>
                    <a:pt x="51" y="122"/>
                    <a:pt x="46" y="116"/>
                    <a:pt x="41" y="113"/>
                  </a:cubicBezTo>
                  <a:cubicBezTo>
                    <a:pt x="20" y="102"/>
                    <a:pt x="20" y="102"/>
                    <a:pt x="20" y="102"/>
                  </a:cubicBezTo>
                  <a:cubicBezTo>
                    <a:pt x="20" y="101"/>
                    <a:pt x="21" y="99"/>
                    <a:pt x="21" y="96"/>
                  </a:cubicBezTo>
                  <a:cubicBezTo>
                    <a:pt x="22" y="94"/>
                    <a:pt x="23" y="92"/>
                    <a:pt x="23" y="91"/>
                  </a:cubicBezTo>
                  <a:cubicBezTo>
                    <a:pt x="46" y="91"/>
                    <a:pt x="46" y="91"/>
                    <a:pt x="46" y="91"/>
                  </a:cubicBezTo>
                  <a:cubicBezTo>
                    <a:pt x="53" y="91"/>
                    <a:pt x="59" y="87"/>
                    <a:pt x="63" y="82"/>
                  </a:cubicBezTo>
                  <a:cubicBezTo>
                    <a:pt x="67" y="76"/>
                    <a:pt x="67" y="76"/>
                    <a:pt x="67" y="76"/>
                  </a:cubicBezTo>
                  <a:cubicBezTo>
                    <a:pt x="71" y="71"/>
                    <a:pt x="73" y="64"/>
                    <a:pt x="71" y="58"/>
                  </a:cubicBezTo>
                  <a:cubicBezTo>
                    <a:pt x="64" y="36"/>
                    <a:pt x="64" y="36"/>
                    <a:pt x="64" y="36"/>
                  </a:cubicBezTo>
                  <a:cubicBezTo>
                    <a:pt x="74" y="30"/>
                    <a:pt x="74" y="30"/>
                    <a:pt x="74" y="30"/>
                  </a:cubicBezTo>
                  <a:cubicBezTo>
                    <a:pt x="90" y="46"/>
                    <a:pt x="90" y="46"/>
                    <a:pt x="90" y="46"/>
                  </a:cubicBezTo>
                  <a:cubicBezTo>
                    <a:pt x="94" y="51"/>
                    <a:pt x="102" y="53"/>
                    <a:pt x="108" y="52"/>
                  </a:cubicBezTo>
                  <a:cubicBezTo>
                    <a:pt x="116" y="51"/>
                    <a:pt x="116" y="51"/>
                    <a:pt x="116" y="51"/>
                  </a:cubicBezTo>
                  <a:cubicBezTo>
                    <a:pt x="122" y="50"/>
                    <a:pt x="128" y="46"/>
                    <a:pt x="131" y="40"/>
                  </a:cubicBezTo>
                  <a:cubicBezTo>
                    <a:pt x="142" y="20"/>
                    <a:pt x="142" y="20"/>
                    <a:pt x="142" y="20"/>
                  </a:cubicBezTo>
                  <a:cubicBezTo>
                    <a:pt x="143" y="20"/>
                    <a:pt x="145" y="20"/>
                    <a:pt x="147" y="21"/>
                  </a:cubicBezTo>
                  <a:cubicBezTo>
                    <a:pt x="150" y="21"/>
                    <a:pt x="152" y="22"/>
                    <a:pt x="153" y="22"/>
                  </a:cubicBezTo>
                  <a:cubicBezTo>
                    <a:pt x="153" y="46"/>
                    <a:pt x="153" y="46"/>
                    <a:pt x="153" y="46"/>
                  </a:cubicBezTo>
                  <a:cubicBezTo>
                    <a:pt x="153" y="52"/>
                    <a:pt x="156" y="59"/>
                    <a:pt x="161" y="62"/>
                  </a:cubicBezTo>
                  <a:cubicBezTo>
                    <a:pt x="168" y="67"/>
                    <a:pt x="168" y="67"/>
                    <a:pt x="168" y="67"/>
                  </a:cubicBezTo>
                  <a:cubicBezTo>
                    <a:pt x="172" y="71"/>
                    <a:pt x="180" y="72"/>
                    <a:pt x="186" y="70"/>
                  </a:cubicBezTo>
                  <a:cubicBezTo>
                    <a:pt x="208" y="64"/>
                    <a:pt x="208" y="64"/>
                    <a:pt x="208" y="64"/>
                  </a:cubicBezTo>
                  <a:cubicBezTo>
                    <a:pt x="214" y="73"/>
                    <a:pt x="214" y="73"/>
                    <a:pt x="214" y="73"/>
                  </a:cubicBezTo>
                  <a:cubicBezTo>
                    <a:pt x="197" y="90"/>
                    <a:pt x="197" y="90"/>
                    <a:pt x="197" y="90"/>
                  </a:cubicBezTo>
                  <a:cubicBezTo>
                    <a:pt x="193" y="94"/>
                    <a:pt x="191" y="101"/>
                    <a:pt x="192" y="108"/>
                  </a:cubicBezTo>
                  <a:cubicBezTo>
                    <a:pt x="193" y="115"/>
                    <a:pt x="193" y="115"/>
                    <a:pt x="193" y="115"/>
                  </a:cubicBezTo>
                  <a:cubicBezTo>
                    <a:pt x="194" y="121"/>
                    <a:pt x="198" y="128"/>
                    <a:pt x="203" y="131"/>
                  </a:cubicBezTo>
                  <a:cubicBezTo>
                    <a:pt x="224" y="141"/>
                    <a:pt x="224" y="141"/>
                    <a:pt x="224" y="141"/>
                  </a:cubicBezTo>
                  <a:cubicBezTo>
                    <a:pt x="224" y="142"/>
                    <a:pt x="224" y="144"/>
                    <a:pt x="223" y="147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31" name="Freeform 196"/>
            <p:cNvSpPr>
              <a:spLocks noEditPoints="1"/>
            </p:cNvSpPr>
            <p:nvPr/>
          </p:nvSpPr>
          <p:spPr bwMode="auto">
            <a:xfrm>
              <a:off x="3416301" y="3797301"/>
              <a:ext cx="82550" cy="82550"/>
            </a:xfrm>
            <a:custGeom>
              <a:avLst/>
              <a:gdLst>
                <a:gd name="T0" fmla="*/ 42 w 84"/>
                <a:gd name="T1" fmla="*/ 0 h 84"/>
                <a:gd name="T2" fmla="*/ 0 w 84"/>
                <a:gd name="T3" fmla="*/ 42 h 84"/>
                <a:gd name="T4" fmla="*/ 42 w 84"/>
                <a:gd name="T5" fmla="*/ 84 h 84"/>
                <a:gd name="T6" fmla="*/ 84 w 84"/>
                <a:gd name="T7" fmla="*/ 42 h 84"/>
                <a:gd name="T8" fmla="*/ 42 w 84"/>
                <a:gd name="T9" fmla="*/ 0 h 84"/>
                <a:gd name="T10" fmla="*/ 42 w 84"/>
                <a:gd name="T11" fmla="*/ 65 h 84"/>
                <a:gd name="T12" fmla="*/ 19 w 84"/>
                <a:gd name="T13" fmla="*/ 42 h 84"/>
                <a:gd name="T14" fmla="*/ 42 w 84"/>
                <a:gd name="T15" fmla="*/ 18 h 84"/>
                <a:gd name="T16" fmla="*/ 66 w 84"/>
                <a:gd name="T17" fmla="*/ 42 h 84"/>
                <a:gd name="T18" fmla="*/ 42 w 84"/>
                <a:gd name="T19" fmla="*/ 65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4" h="84">
                  <a:moveTo>
                    <a:pt x="42" y="0"/>
                  </a:moveTo>
                  <a:cubicBezTo>
                    <a:pt x="19" y="0"/>
                    <a:pt x="0" y="18"/>
                    <a:pt x="0" y="42"/>
                  </a:cubicBezTo>
                  <a:cubicBezTo>
                    <a:pt x="0" y="65"/>
                    <a:pt x="19" y="84"/>
                    <a:pt x="42" y="84"/>
                  </a:cubicBezTo>
                  <a:cubicBezTo>
                    <a:pt x="65" y="84"/>
                    <a:pt x="84" y="65"/>
                    <a:pt x="84" y="42"/>
                  </a:cubicBezTo>
                  <a:cubicBezTo>
                    <a:pt x="84" y="18"/>
                    <a:pt x="65" y="0"/>
                    <a:pt x="42" y="0"/>
                  </a:cubicBezTo>
                  <a:close/>
                  <a:moveTo>
                    <a:pt x="42" y="65"/>
                  </a:moveTo>
                  <a:cubicBezTo>
                    <a:pt x="29" y="65"/>
                    <a:pt x="19" y="55"/>
                    <a:pt x="19" y="42"/>
                  </a:cubicBezTo>
                  <a:cubicBezTo>
                    <a:pt x="19" y="29"/>
                    <a:pt x="29" y="18"/>
                    <a:pt x="42" y="18"/>
                  </a:cubicBezTo>
                  <a:cubicBezTo>
                    <a:pt x="55" y="18"/>
                    <a:pt x="66" y="29"/>
                    <a:pt x="66" y="42"/>
                  </a:cubicBezTo>
                  <a:cubicBezTo>
                    <a:pt x="66" y="55"/>
                    <a:pt x="55" y="65"/>
                    <a:pt x="42" y="65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48" name="Group 247"/>
          <p:cNvGrpSpPr/>
          <p:nvPr/>
        </p:nvGrpSpPr>
        <p:grpSpPr>
          <a:xfrm>
            <a:off x="2995086" y="4955117"/>
            <a:ext cx="611717" cy="567267"/>
            <a:chOff x="2246314" y="3716338"/>
            <a:chExt cx="458788" cy="425450"/>
          </a:xfrm>
          <a:solidFill>
            <a:schemeClr val="accent1"/>
          </a:solidFill>
        </p:grpSpPr>
        <p:sp>
          <p:nvSpPr>
            <p:cNvPr id="232" name="Freeform 197"/>
            <p:cNvSpPr>
              <a:spLocks noEditPoints="1"/>
            </p:cNvSpPr>
            <p:nvPr/>
          </p:nvSpPr>
          <p:spPr bwMode="auto">
            <a:xfrm>
              <a:off x="2246314" y="3743326"/>
              <a:ext cx="425450" cy="274638"/>
            </a:xfrm>
            <a:custGeom>
              <a:avLst/>
              <a:gdLst>
                <a:gd name="T0" fmla="*/ 361 w 428"/>
                <a:gd name="T1" fmla="*/ 6 h 276"/>
                <a:gd name="T2" fmla="*/ 356 w 428"/>
                <a:gd name="T3" fmla="*/ 1 h 276"/>
                <a:gd name="T4" fmla="*/ 348 w 428"/>
                <a:gd name="T5" fmla="*/ 1 h 276"/>
                <a:gd name="T6" fmla="*/ 192 w 428"/>
                <a:gd name="T7" fmla="*/ 83 h 276"/>
                <a:gd name="T8" fmla="*/ 188 w 428"/>
                <a:gd name="T9" fmla="*/ 95 h 276"/>
                <a:gd name="T10" fmla="*/ 190 w 428"/>
                <a:gd name="T11" fmla="*/ 101 h 276"/>
                <a:gd name="T12" fmla="*/ 102 w 428"/>
                <a:gd name="T13" fmla="*/ 149 h 276"/>
                <a:gd name="T14" fmla="*/ 98 w 428"/>
                <a:gd name="T15" fmla="*/ 161 h 276"/>
                <a:gd name="T16" fmla="*/ 100 w 428"/>
                <a:gd name="T17" fmla="*/ 166 h 276"/>
                <a:gd name="T18" fmla="*/ 7 w 428"/>
                <a:gd name="T19" fmla="*/ 211 h 276"/>
                <a:gd name="T20" fmla="*/ 2 w 428"/>
                <a:gd name="T21" fmla="*/ 223 h 276"/>
                <a:gd name="T22" fmla="*/ 22 w 428"/>
                <a:gd name="T23" fmla="*/ 270 h 276"/>
                <a:gd name="T24" fmla="*/ 30 w 428"/>
                <a:gd name="T25" fmla="*/ 276 h 276"/>
                <a:gd name="T26" fmla="*/ 33 w 428"/>
                <a:gd name="T27" fmla="*/ 275 h 276"/>
                <a:gd name="T28" fmla="*/ 131 w 428"/>
                <a:gd name="T29" fmla="*/ 241 h 276"/>
                <a:gd name="T30" fmla="*/ 133 w 428"/>
                <a:gd name="T31" fmla="*/ 245 h 276"/>
                <a:gd name="T32" fmla="*/ 141 w 428"/>
                <a:gd name="T33" fmla="*/ 251 h 276"/>
                <a:gd name="T34" fmla="*/ 144 w 428"/>
                <a:gd name="T35" fmla="*/ 251 h 276"/>
                <a:gd name="T36" fmla="*/ 237 w 428"/>
                <a:gd name="T37" fmla="*/ 224 h 276"/>
                <a:gd name="T38" fmla="*/ 239 w 428"/>
                <a:gd name="T39" fmla="*/ 229 h 276"/>
                <a:gd name="T40" fmla="*/ 248 w 428"/>
                <a:gd name="T41" fmla="*/ 235 h 276"/>
                <a:gd name="T42" fmla="*/ 250 w 428"/>
                <a:gd name="T43" fmla="*/ 235 h 276"/>
                <a:gd name="T44" fmla="*/ 421 w 428"/>
                <a:gd name="T45" fmla="*/ 182 h 276"/>
                <a:gd name="T46" fmla="*/ 426 w 428"/>
                <a:gd name="T47" fmla="*/ 177 h 276"/>
                <a:gd name="T48" fmla="*/ 427 w 428"/>
                <a:gd name="T49" fmla="*/ 170 h 276"/>
                <a:gd name="T50" fmla="*/ 361 w 428"/>
                <a:gd name="T51" fmla="*/ 6 h 276"/>
                <a:gd name="T52" fmla="*/ 36 w 428"/>
                <a:gd name="T53" fmla="*/ 254 h 276"/>
                <a:gd name="T54" fmla="*/ 23 w 428"/>
                <a:gd name="T55" fmla="*/ 224 h 276"/>
                <a:gd name="T56" fmla="*/ 107 w 428"/>
                <a:gd name="T57" fmla="*/ 183 h 276"/>
                <a:gd name="T58" fmla="*/ 124 w 428"/>
                <a:gd name="T59" fmla="*/ 223 h 276"/>
                <a:gd name="T60" fmla="*/ 36 w 428"/>
                <a:gd name="T61" fmla="*/ 254 h 276"/>
                <a:gd name="T62" fmla="*/ 147 w 428"/>
                <a:gd name="T63" fmla="*/ 230 h 276"/>
                <a:gd name="T64" fmla="*/ 118 w 428"/>
                <a:gd name="T65" fmla="*/ 162 h 276"/>
                <a:gd name="T66" fmla="*/ 196 w 428"/>
                <a:gd name="T67" fmla="*/ 119 h 276"/>
                <a:gd name="T68" fmla="*/ 226 w 428"/>
                <a:gd name="T69" fmla="*/ 196 h 276"/>
                <a:gd name="T70" fmla="*/ 230 w 428"/>
                <a:gd name="T71" fmla="*/ 206 h 276"/>
                <a:gd name="T72" fmla="*/ 147 w 428"/>
                <a:gd name="T73" fmla="*/ 230 h 276"/>
                <a:gd name="T74" fmla="*/ 253 w 428"/>
                <a:gd name="T75" fmla="*/ 214 h 276"/>
                <a:gd name="T76" fmla="*/ 252 w 428"/>
                <a:gd name="T77" fmla="*/ 210 h 276"/>
                <a:gd name="T78" fmla="*/ 251 w 428"/>
                <a:gd name="T79" fmla="*/ 209 h 276"/>
                <a:gd name="T80" fmla="*/ 244 w 428"/>
                <a:gd name="T81" fmla="*/ 189 h 276"/>
                <a:gd name="T82" fmla="*/ 208 w 428"/>
                <a:gd name="T83" fmla="*/ 96 h 276"/>
                <a:gd name="T84" fmla="*/ 348 w 428"/>
                <a:gd name="T85" fmla="*/ 23 h 276"/>
                <a:gd name="T86" fmla="*/ 405 w 428"/>
                <a:gd name="T87" fmla="*/ 167 h 276"/>
                <a:gd name="T88" fmla="*/ 253 w 428"/>
                <a:gd name="T89" fmla="*/ 214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428" h="276">
                  <a:moveTo>
                    <a:pt x="361" y="6"/>
                  </a:moveTo>
                  <a:cubicBezTo>
                    <a:pt x="360" y="4"/>
                    <a:pt x="358" y="2"/>
                    <a:pt x="356" y="1"/>
                  </a:cubicBezTo>
                  <a:cubicBezTo>
                    <a:pt x="353" y="0"/>
                    <a:pt x="350" y="0"/>
                    <a:pt x="348" y="1"/>
                  </a:cubicBezTo>
                  <a:cubicBezTo>
                    <a:pt x="192" y="83"/>
                    <a:pt x="192" y="83"/>
                    <a:pt x="192" y="83"/>
                  </a:cubicBezTo>
                  <a:cubicBezTo>
                    <a:pt x="188" y="86"/>
                    <a:pt x="186" y="91"/>
                    <a:pt x="188" y="95"/>
                  </a:cubicBezTo>
                  <a:cubicBezTo>
                    <a:pt x="190" y="101"/>
                    <a:pt x="190" y="101"/>
                    <a:pt x="190" y="101"/>
                  </a:cubicBezTo>
                  <a:cubicBezTo>
                    <a:pt x="102" y="149"/>
                    <a:pt x="102" y="149"/>
                    <a:pt x="102" y="149"/>
                  </a:cubicBezTo>
                  <a:cubicBezTo>
                    <a:pt x="98" y="152"/>
                    <a:pt x="96" y="157"/>
                    <a:pt x="98" y="161"/>
                  </a:cubicBezTo>
                  <a:cubicBezTo>
                    <a:pt x="100" y="166"/>
                    <a:pt x="100" y="166"/>
                    <a:pt x="100" y="166"/>
                  </a:cubicBezTo>
                  <a:cubicBezTo>
                    <a:pt x="7" y="211"/>
                    <a:pt x="7" y="211"/>
                    <a:pt x="7" y="211"/>
                  </a:cubicBezTo>
                  <a:cubicBezTo>
                    <a:pt x="2" y="213"/>
                    <a:pt x="0" y="218"/>
                    <a:pt x="2" y="223"/>
                  </a:cubicBezTo>
                  <a:cubicBezTo>
                    <a:pt x="22" y="270"/>
                    <a:pt x="22" y="270"/>
                    <a:pt x="22" y="270"/>
                  </a:cubicBezTo>
                  <a:cubicBezTo>
                    <a:pt x="23" y="273"/>
                    <a:pt x="27" y="276"/>
                    <a:pt x="30" y="276"/>
                  </a:cubicBezTo>
                  <a:cubicBezTo>
                    <a:pt x="31" y="276"/>
                    <a:pt x="32" y="275"/>
                    <a:pt x="33" y="275"/>
                  </a:cubicBezTo>
                  <a:cubicBezTo>
                    <a:pt x="131" y="241"/>
                    <a:pt x="131" y="241"/>
                    <a:pt x="131" y="241"/>
                  </a:cubicBezTo>
                  <a:cubicBezTo>
                    <a:pt x="133" y="245"/>
                    <a:pt x="133" y="245"/>
                    <a:pt x="133" y="245"/>
                  </a:cubicBezTo>
                  <a:cubicBezTo>
                    <a:pt x="134" y="249"/>
                    <a:pt x="138" y="251"/>
                    <a:pt x="141" y="251"/>
                  </a:cubicBezTo>
                  <a:cubicBezTo>
                    <a:pt x="142" y="251"/>
                    <a:pt x="143" y="251"/>
                    <a:pt x="144" y="251"/>
                  </a:cubicBezTo>
                  <a:cubicBezTo>
                    <a:pt x="237" y="224"/>
                    <a:pt x="237" y="224"/>
                    <a:pt x="237" y="224"/>
                  </a:cubicBezTo>
                  <a:cubicBezTo>
                    <a:pt x="239" y="229"/>
                    <a:pt x="239" y="229"/>
                    <a:pt x="239" y="229"/>
                  </a:cubicBezTo>
                  <a:cubicBezTo>
                    <a:pt x="240" y="233"/>
                    <a:pt x="244" y="235"/>
                    <a:pt x="248" y="235"/>
                  </a:cubicBezTo>
                  <a:cubicBezTo>
                    <a:pt x="248" y="235"/>
                    <a:pt x="249" y="235"/>
                    <a:pt x="250" y="235"/>
                  </a:cubicBezTo>
                  <a:cubicBezTo>
                    <a:pt x="421" y="182"/>
                    <a:pt x="421" y="182"/>
                    <a:pt x="421" y="182"/>
                  </a:cubicBezTo>
                  <a:cubicBezTo>
                    <a:pt x="423" y="181"/>
                    <a:pt x="425" y="180"/>
                    <a:pt x="426" y="177"/>
                  </a:cubicBezTo>
                  <a:cubicBezTo>
                    <a:pt x="427" y="175"/>
                    <a:pt x="428" y="172"/>
                    <a:pt x="427" y="170"/>
                  </a:cubicBezTo>
                  <a:lnTo>
                    <a:pt x="361" y="6"/>
                  </a:lnTo>
                  <a:close/>
                  <a:moveTo>
                    <a:pt x="36" y="254"/>
                  </a:moveTo>
                  <a:cubicBezTo>
                    <a:pt x="23" y="224"/>
                    <a:pt x="23" y="224"/>
                    <a:pt x="23" y="224"/>
                  </a:cubicBezTo>
                  <a:cubicBezTo>
                    <a:pt x="107" y="183"/>
                    <a:pt x="107" y="183"/>
                    <a:pt x="107" y="183"/>
                  </a:cubicBezTo>
                  <a:cubicBezTo>
                    <a:pt x="124" y="223"/>
                    <a:pt x="124" y="223"/>
                    <a:pt x="124" y="223"/>
                  </a:cubicBezTo>
                  <a:lnTo>
                    <a:pt x="36" y="254"/>
                  </a:lnTo>
                  <a:close/>
                  <a:moveTo>
                    <a:pt x="147" y="230"/>
                  </a:moveTo>
                  <a:cubicBezTo>
                    <a:pt x="118" y="162"/>
                    <a:pt x="118" y="162"/>
                    <a:pt x="118" y="162"/>
                  </a:cubicBezTo>
                  <a:cubicBezTo>
                    <a:pt x="196" y="119"/>
                    <a:pt x="196" y="119"/>
                    <a:pt x="196" y="119"/>
                  </a:cubicBezTo>
                  <a:cubicBezTo>
                    <a:pt x="226" y="196"/>
                    <a:pt x="226" y="196"/>
                    <a:pt x="226" y="196"/>
                  </a:cubicBezTo>
                  <a:cubicBezTo>
                    <a:pt x="230" y="206"/>
                    <a:pt x="230" y="206"/>
                    <a:pt x="230" y="206"/>
                  </a:cubicBezTo>
                  <a:lnTo>
                    <a:pt x="147" y="230"/>
                  </a:lnTo>
                  <a:close/>
                  <a:moveTo>
                    <a:pt x="253" y="214"/>
                  </a:moveTo>
                  <a:cubicBezTo>
                    <a:pt x="252" y="210"/>
                    <a:pt x="252" y="210"/>
                    <a:pt x="252" y="210"/>
                  </a:cubicBezTo>
                  <a:cubicBezTo>
                    <a:pt x="252" y="210"/>
                    <a:pt x="252" y="209"/>
                    <a:pt x="251" y="209"/>
                  </a:cubicBezTo>
                  <a:cubicBezTo>
                    <a:pt x="244" y="189"/>
                    <a:pt x="244" y="189"/>
                    <a:pt x="244" y="189"/>
                  </a:cubicBezTo>
                  <a:cubicBezTo>
                    <a:pt x="208" y="96"/>
                    <a:pt x="208" y="96"/>
                    <a:pt x="208" y="96"/>
                  </a:cubicBezTo>
                  <a:cubicBezTo>
                    <a:pt x="348" y="23"/>
                    <a:pt x="348" y="23"/>
                    <a:pt x="348" y="23"/>
                  </a:cubicBezTo>
                  <a:cubicBezTo>
                    <a:pt x="405" y="167"/>
                    <a:pt x="405" y="167"/>
                    <a:pt x="405" y="167"/>
                  </a:cubicBezTo>
                  <a:lnTo>
                    <a:pt x="253" y="21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33" name="Freeform 198"/>
            <p:cNvSpPr>
              <a:spLocks/>
            </p:cNvSpPr>
            <p:nvPr/>
          </p:nvSpPr>
          <p:spPr bwMode="auto">
            <a:xfrm>
              <a:off x="2605089" y="3716338"/>
              <a:ext cx="100013" cy="215900"/>
            </a:xfrm>
            <a:custGeom>
              <a:avLst/>
              <a:gdLst>
                <a:gd name="T0" fmla="*/ 98 w 100"/>
                <a:gd name="T1" fmla="*/ 203 h 216"/>
                <a:gd name="T2" fmla="*/ 20 w 100"/>
                <a:gd name="T3" fmla="*/ 7 h 216"/>
                <a:gd name="T4" fmla="*/ 8 w 100"/>
                <a:gd name="T5" fmla="*/ 2 h 216"/>
                <a:gd name="T6" fmla="*/ 2 w 100"/>
                <a:gd name="T7" fmla="*/ 14 h 216"/>
                <a:gd name="T8" fmla="*/ 81 w 100"/>
                <a:gd name="T9" fmla="*/ 210 h 216"/>
                <a:gd name="T10" fmla="*/ 90 w 100"/>
                <a:gd name="T11" fmla="*/ 216 h 216"/>
                <a:gd name="T12" fmla="*/ 93 w 100"/>
                <a:gd name="T13" fmla="*/ 215 h 216"/>
                <a:gd name="T14" fmla="*/ 98 w 100"/>
                <a:gd name="T15" fmla="*/ 203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0" h="216">
                  <a:moveTo>
                    <a:pt x="98" y="203"/>
                  </a:moveTo>
                  <a:cubicBezTo>
                    <a:pt x="20" y="7"/>
                    <a:pt x="20" y="7"/>
                    <a:pt x="20" y="7"/>
                  </a:cubicBezTo>
                  <a:cubicBezTo>
                    <a:pt x="18" y="2"/>
                    <a:pt x="12" y="0"/>
                    <a:pt x="8" y="2"/>
                  </a:cubicBezTo>
                  <a:cubicBezTo>
                    <a:pt x="3" y="3"/>
                    <a:pt x="0" y="9"/>
                    <a:pt x="2" y="14"/>
                  </a:cubicBezTo>
                  <a:cubicBezTo>
                    <a:pt x="81" y="210"/>
                    <a:pt x="81" y="210"/>
                    <a:pt x="81" y="210"/>
                  </a:cubicBezTo>
                  <a:cubicBezTo>
                    <a:pt x="82" y="214"/>
                    <a:pt x="86" y="216"/>
                    <a:pt x="90" y="216"/>
                  </a:cubicBezTo>
                  <a:cubicBezTo>
                    <a:pt x="91" y="216"/>
                    <a:pt x="92" y="216"/>
                    <a:pt x="93" y="215"/>
                  </a:cubicBezTo>
                  <a:cubicBezTo>
                    <a:pt x="98" y="214"/>
                    <a:pt x="100" y="208"/>
                    <a:pt x="98" y="203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34" name="Freeform 199"/>
            <p:cNvSpPr>
              <a:spLocks noEditPoints="1"/>
            </p:cNvSpPr>
            <p:nvPr/>
          </p:nvSpPr>
          <p:spPr bwMode="auto">
            <a:xfrm>
              <a:off x="2332039" y="3992563"/>
              <a:ext cx="255588" cy="149225"/>
            </a:xfrm>
            <a:custGeom>
              <a:avLst/>
              <a:gdLst>
                <a:gd name="T0" fmla="*/ 177 w 257"/>
                <a:gd name="T1" fmla="*/ 45 h 150"/>
                <a:gd name="T2" fmla="*/ 177 w 257"/>
                <a:gd name="T3" fmla="*/ 30 h 150"/>
                <a:gd name="T4" fmla="*/ 148 w 257"/>
                <a:gd name="T5" fmla="*/ 0 h 150"/>
                <a:gd name="T6" fmla="*/ 109 w 257"/>
                <a:gd name="T7" fmla="*/ 0 h 150"/>
                <a:gd name="T8" fmla="*/ 80 w 257"/>
                <a:gd name="T9" fmla="*/ 29 h 150"/>
                <a:gd name="T10" fmla="*/ 80 w 257"/>
                <a:gd name="T11" fmla="*/ 45 h 150"/>
                <a:gd name="T12" fmla="*/ 4 w 257"/>
                <a:gd name="T13" fmla="*/ 134 h 150"/>
                <a:gd name="T14" fmla="*/ 5 w 257"/>
                <a:gd name="T15" fmla="*/ 148 h 150"/>
                <a:gd name="T16" fmla="*/ 11 w 257"/>
                <a:gd name="T17" fmla="*/ 150 h 150"/>
                <a:gd name="T18" fmla="*/ 18 w 257"/>
                <a:gd name="T19" fmla="*/ 147 h 150"/>
                <a:gd name="T20" fmla="*/ 94 w 257"/>
                <a:gd name="T21" fmla="*/ 58 h 150"/>
                <a:gd name="T22" fmla="*/ 119 w 257"/>
                <a:gd name="T23" fmla="*/ 58 h 150"/>
                <a:gd name="T24" fmla="*/ 119 w 257"/>
                <a:gd name="T25" fmla="*/ 140 h 150"/>
                <a:gd name="T26" fmla="*/ 129 w 257"/>
                <a:gd name="T27" fmla="*/ 150 h 150"/>
                <a:gd name="T28" fmla="*/ 138 w 257"/>
                <a:gd name="T29" fmla="*/ 140 h 150"/>
                <a:gd name="T30" fmla="*/ 138 w 257"/>
                <a:gd name="T31" fmla="*/ 58 h 150"/>
                <a:gd name="T32" fmla="*/ 164 w 257"/>
                <a:gd name="T33" fmla="*/ 58 h 150"/>
                <a:gd name="T34" fmla="*/ 240 w 257"/>
                <a:gd name="T35" fmla="*/ 147 h 150"/>
                <a:gd name="T36" fmla="*/ 247 w 257"/>
                <a:gd name="T37" fmla="*/ 150 h 150"/>
                <a:gd name="T38" fmla="*/ 253 w 257"/>
                <a:gd name="T39" fmla="*/ 148 h 150"/>
                <a:gd name="T40" fmla="*/ 254 w 257"/>
                <a:gd name="T41" fmla="*/ 134 h 150"/>
                <a:gd name="T42" fmla="*/ 177 w 257"/>
                <a:gd name="T43" fmla="*/ 45 h 150"/>
                <a:gd name="T44" fmla="*/ 159 w 257"/>
                <a:gd name="T45" fmla="*/ 39 h 150"/>
                <a:gd name="T46" fmla="*/ 99 w 257"/>
                <a:gd name="T47" fmla="*/ 39 h 150"/>
                <a:gd name="T48" fmla="*/ 99 w 257"/>
                <a:gd name="T49" fmla="*/ 29 h 150"/>
                <a:gd name="T50" fmla="*/ 109 w 257"/>
                <a:gd name="T51" fmla="*/ 19 h 150"/>
                <a:gd name="T52" fmla="*/ 148 w 257"/>
                <a:gd name="T53" fmla="*/ 19 h 150"/>
                <a:gd name="T54" fmla="*/ 159 w 257"/>
                <a:gd name="T55" fmla="*/ 30 h 150"/>
                <a:gd name="T56" fmla="*/ 159 w 257"/>
                <a:gd name="T57" fmla="*/ 39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57" h="150">
                  <a:moveTo>
                    <a:pt x="177" y="45"/>
                  </a:moveTo>
                  <a:cubicBezTo>
                    <a:pt x="177" y="30"/>
                    <a:pt x="177" y="30"/>
                    <a:pt x="177" y="30"/>
                  </a:cubicBezTo>
                  <a:cubicBezTo>
                    <a:pt x="177" y="13"/>
                    <a:pt x="165" y="0"/>
                    <a:pt x="148" y="0"/>
                  </a:cubicBezTo>
                  <a:cubicBezTo>
                    <a:pt x="109" y="0"/>
                    <a:pt x="109" y="0"/>
                    <a:pt x="109" y="0"/>
                  </a:cubicBezTo>
                  <a:cubicBezTo>
                    <a:pt x="93" y="0"/>
                    <a:pt x="80" y="13"/>
                    <a:pt x="80" y="29"/>
                  </a:cubicBezTo>
                  <a:cubicBezTo>
                    <a:pt x="80" y="45"/>
                    <a:pt x="80" y="45"/>
                    <a:pt x="80" y="45"/>
                  </a:cubicBezTo>
                  <a:cubicBezTo>
                    <a:pt x="4" y="134"/>
                    <a:pt x="4" y="134"/>
                    <a:pt x="4" y="134"/>
                  </a:cubicBezTo>
                  <a:cubicBezTo>
                    <a:pt x="0" y="138"/>
                    <a:pt x="1" y="144"/>
                    <a:pt x="5" y="148"/>
                  </a:cubicBezTo>
                  <a:cubicBezTo>
                    <a:pt x="7" y="149"/>
                    <a:pt x="9" y="150"/>
                    <a:pt x="11" y="150"/>
                  </a:cubicBezTo>
                  <a:cubicBezTo>
                    <a:pt x="14" y="150"/>
                    <a:pt x="16" y="149"/>
                    <a:pt x="18" y="147"/>
                  </a:cubicBezTo>
                  <a:cubicBezTo>
                    <a:pt x="94" y="58"/>
                    <a:pt x="94" y="58"/>
                    <a:pt x="94" y="58"/>
                  </a:cubicBezTo>
                  <a:cubicBezTo>
                    <a:pt x="119" y="58"/>
                    <a:pt x="119" y="58"/>
                    <a:pt x="119" y="58"/>
                  </a:cubicBezTo>
                  <a:cubicBezTo>
                    <a:pt x="119" y="140"/>
                    <a:pt x="119" y="140"/>
                    <a:pt x="119" y="140"/>
                  </a:cubicBezTo>
                  <a:cubicBezTo>
                    <a:pt x="119" y="146"/>
                    <a:pt x="124" y="150"/>
                    <a:pt x="129" y="150"/>
                  </a:cubicBezTo>
                  <a:cubicBezTo>
                    <a:pt x="134" y="150"/>
                    <a:pt x="138" y="146"/>
                    <a:pt x="138" y="140"/>
                  </a:cubicBezTo>
                  <a:cubicBezTo>
                    <a:pt x="138" y="58"/>
                    <a:pt x="138" y="58"/>
                    <a:pt x="138" y="58"/>
                  </a:cubicBezTo>
                  <a:cubicBezTo>
                    <a:pt x="164" y="58"/>
                    <a:pt x="164" y="58"/>
                    <a:pt x="164" y="58"/>
                  </a:cubicBezTo>
                  <a:cubicBezTo>
                    <a:pt x="240" y="147"/>
                    <a:pt x="240" y="147"/>
                    <a:pt x="240" y="147"/>
                  </a:cubicBezTo>
                  <a:cubicBezTo>
                    <a:pt x="241" y="149"/>
                    <a:pt x="244" y="150"/>
                    <a:pt x="247" y="150"/>
                  </a:cubicBezTo>
                  <a:cubicBezTo>
                    <a:pt x="249" y="150"/>
                    <a:pt x="251" y="149"/>
                    <a:pt x="253" y="148"/>
                  </a:cubicBezTo>
                  <a:cubicBezTo>
                    <a:pt x="257" y="144"/>
                    <a:pt x="257" y="138"/>
                    <a:pt x="254" y="134"/>
                  </a:cubicBezTo>
                  <a:lnTo>
                    <a:pt x="177" y="45"/>
                  </a:lnTo>
                  <a:close/>
                  <a:moveTo>
                    <a:pt x="159" y="39"/>
                  </a:moveTo>
                  <a:cubicBezTo>
                    <a:pt x="99" y="39"/>
                    <a:pt x="99" y="39"/>
                    <a:pt x="99" y="39"/>
                  </a:cubicBezTo>
                  <a:cubicBezTo>
                    <a:pt x="99" y="29"/>
                    <a:pt x="99" y="29"/>
                    <a:pt x="99" y="29"/>
                  </a:cubicBezTo>
                  <a:cubicBezTo>
                    <a:pt x="99" y="23"/>
                    <a:pt x="103" y="19"/>
                    <a:pt x="109" y="19"/>
                  </a:cubicBezTo>
                  <a:cubicBezTo>
                    <a:pt x="148" y="19"/>
                    <a:pt x="148" y="19"/>
                    <a:pt x="148" y="19"/>
                  </a:cubicBezTo>
                  <a:cubicBezTo>
                    <a:pt x="154" y="19"/>
                    <a:pt x="159" y="24"/>
                    <a:pt x="159" y="30"/>
                  </a:cubicBezTo>
                  <a:lnTo>
                    <a:pt x="159" y="39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46" name="Group 245"/>
          <p:cNvGrpSpPr/>
          <p:nvPr/>
        </p:nvGrpSpPr>
        <p:grpSpPr>
          <a:xfrm>
            <a:off x="5145619" y="4957235"/>
            <a:ext cx="565151" cy="565151"/>
            <a:chOff x="3859214" y="3717926"/>
            <a:chExt cx="423863" cy="423863"/>
          </a:xfrm>
          <a:solidFill>
            <a:schemeClr val="accent1"/>
          </a:solidFill>
        </p:grpSpPr>
        <p:sp>
          <p:nvSpPr>
            <p:cNvPr id="235" name="Freeform 200"/>
            <p:cNvSpPr>
              <a:spLocks noEditPoints="1"/>
            </p:cNvSpPr>
            <p:nvPr/>
          </p:nvSpPr>
          <p:spPr bwMode="auto">
            <a:xfrm>
              <a:off x="3924301" y="3978276"/>
              <a:ext cx="96838" cy="96838"/>
            </a:xfrm>
            <a:custGeom>
              <a:avLst/>
              <a:gdLst>
                <a:gd name="T0" fmla="*/ 49 w 97"/>
                <a:gd name="T1" fmla="*/ 0 h 97"/>
                <a:gd name="T2" fmla="*/ 0 w 97"/>
                <a:gd name="T3" fmla="*/ 49 h 97"/>
                <a:gd name="T4" fmla="*/ 49 w 97"/>
                <a:gd name="T5" fmla="*/ 97 h 97"/>
                <a:gd name="T6" fmla="*/ 97 w 97"/>
                <a:gd name="T7" fmla="*/ 49 h 97"/>
                <a:gd name="T8" fmla="*/ 49 w 97"/>
                <a:gd name="T9" fmla="*/ 0 h 97"/>
                <a:gd name="T10" fmla="*/ 49 w 97"/>
                <a:gd name="T11" fmla="*/ 79 h 97"/>
                <a:gd name="T12" fmla="*/ 19 w 97"/>
                <a:gd name="T13" fmla="*/ 49 h 97"/>
                <a:gd name="T14" fmla="*/ 49 w 97"/>
                <a:gd name="T15" fmla="*/ 19 h 97"/>
                <a:gd name="T16" fmla="*/ 79 w 97"/>
                <a:gd name="T17" fmla="*/ 49 h 97"/>
                <a:gd name="T18" fmla="*/ 49 w 97"/>
                <a:gd name="T19" fmla="*/ 79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7" h="97">
                  <a:moveTo>
                    <a:pt x="49" y="0"/>
                  </a:moveTo>
                  <a:cubicBezTo>
                    <a:pt x="22" y="0"/>
                    <a:pt x="0" y="22"/>
                    <a:pt x="0" y="49"/>
                  </a:cubicBezTo>
                  <a:cubicBezTo>
                    <a:pt x="0" y="75"/>
                    <a:pt x="22" y="97"/>
                    <a:pt x="49" y="97"/>
                  </a:cubicBezTo>
                  <a:cubicBezTo>
                    <a:pt x="76" y="97"/>
                    <a:pt x="97" y="75"/>
                    <a:pt x="97" y="49"/>
                  </a:cubicBezTo>
                  <a:cubicBezTo>
                    <a:pt x="97" y="22"/>
                    <a:pt x="76" y="0"/>
                    <a:pt x="49" y="0"/>
                  </a:cubicBezTo>
                  <a:close/>
                  <a:moveTo>
                    <a:pt x="49" y="79"/>
                  </a:moveTo>
                  <a:cubicBezTo>
                    <a:pt x="32" y="79"/>
                    <a:pt x="19" y="65"/>
                    <a:pt x="19" y="49"/>
                  </a:cubicBezTo>
                  <a:cubicBezTo>
                    <a:pt x="19" y="32"/>
                    <a:pt x="32" y="19"/>
                    <a:pt x="49" y="19"/>
                  </a:cubicBezTo>
                  <a:cubicBezTo>
                    <a:pt x="65" y="19"/>
                    <a:pt x="79" y="32"/>
                    <a:pt x="79" y="49"/>
                  </a:cubicBezTo>
                  <a:cubicBezTo>
                    <a:pt x="79" y="65"/>
                    <a:pt x="65" y="79"/>
                    <a:pt x="49" y="79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36" name="Freeform 201"/>
            <p:cNvSpPr>
              <a:spLocks/>
            </p:cNvSpPr>
            <p:nvPr/>
          </p:nvSpPr>
          <p:spPr bwMode="auto">
            <a:xfrm>
              <a:off x="4043364" y="3765551"/>
              <a:ext cx="168275" cy="149225"/>
            </a:xfrm>
            <a:custGeom>
              <a:avLst/>
              <a:gdLst>
                <a:gd name="T0" fmla="*/ 153 w 169"/>
                <a:gd name="T1" fmla="*/ 4 h 150"/>
                <a:gd name="T2" fmla="*/ 5 w 169"/>
                <a:gd name="T3" fmla="*/ 134 h 150"/>
                <a:gd name="T4" fmla="*/ 4 w 169"/>
                <a:gd name="T5" fmla="*/ 147 h 150"/>
                <a:gd name="T6" fmla="*/ 11 w 169"/>
                <a:gd name="T7" fmla="*/ 150 h 150"/>
                <a:gd name="T8" fmla="*/ 17 w 169"/>
                <a:gd name="T9" fmla="*/ 148 h 150"/>
                <a:gd name="T10" fmla="*/ 165 w 169"/>
                <a:gd name="T11" fmla="*/ 18 h 150"/>
                <a:gd name="T12" fmla="*/ 166 w 169"/>
                <a:gd name="T13" fmla="*/ 5 h 150"/>
                <a:gd name="T14" fmla="*/ 153 w 169"/>
                <a:gd name="T15" fmla="*/ 4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69" h="150">
                  <a:moveTo>
                    <a:pt x="153" y="4"/>
                  </a:moveTo>
                  <a:cubicBezTo>
                    <a:pt x="5" y="134"/>
                    <a:pt x="5" y="134"/>
                    <a:pt x="5" y="134"/>
                  </a:cubicBezTo>
                  <a:cubicBezTo>
                    <a:pt x="1" y="137"/>
                    <a:pt x="0" y="143"/>
                    <a:pt x="4" y="147"/>
                  </a:cubicBezTo>
                  <a:cubicBezTo>
                    <a:pt x="6" y="149"/>
                    <a:pt x="8" y="150"/>
                    <a:pt x="11" y="150"/>
                  </a:cubicBezTo>
                  <a:cubicBezTo>
                    <a:pt x="13" y="150"/>
                    <a:pt x="15" y="149"/>
                    <a:pt x="17" y="148"/>
                  </a:cubicBezTo>
                  <a:cubicBezTo>
                    <a:pt x="165" y="18"/>
                    <a:pt x="165" y="18"/>
                    <a:pt x="165" y="18"/>
                  </a:cubicBezTo>
                  <a:cubicBezTo>
                    <a:pt x="169" y="14"/>
                    <a:pt x="169" y="8"/>
                    <a:pt x="166" y="5"/>
                  </a:cubicBezTo>
                  <a:cubicBezTo>
                    <a:pt x="163" y="1"/>
                    <a:pt x="157" y="0"/>
                    <a:pt x="153" y="4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37" name="Freeform 202"/>
            <p:cNvSpPr>
              <a:spLocks noEditPoints="1"/>
            </p:cNvSpPr>
            <p:nvPr/>
          </p:nvSpPr>
          <p:spPr bwMode="auto">
            <a:xfrm>
              <a:off x="3859214" y="3717926"/>
              <a:ext cx="423863" cy="423863"/>
            </a:xfrm>
            <a:custGeom>
              <a:avLst/>
              <a:gdLst>
                <a:gd name="T0" fmla="*/ 424 w 425"/>
                <a:gd name="T1" fmla="*/ 85 h 425"/>
                <a:gd name="T2" fmla="*/ 424 w 425"/>
                <a:gd name="T3" fmla="*/ 81 h 425"/>
                <a:gd name="T4" fmla="*/ 424 w 425"/>
                <a:gd name="T5" fmla="*/ 22 h 425"/>
                <a:gd name="T6" fmla="*/ 402 w 425"/>
                <a:gd name="T7" fmla="*/ 0 h 425"/>
                <a:gd name="T8" fmla="*/ 352 w 425"/>
                <a:gd name="T9" fmla="*/ 0 h 425"/>
                <a:gd name="T10" fmla="*/ 337 w 425"/>
                <a:gd name="T11" fmla="*/ 5 h 425"/>
                <a:gd name="T12" fmla="*/ 165 w 425"/>
                <a:gd name="T13" fmla="*/ 156 h 425"/>
                <a:gd name="T14" fmla="*/ 136 w 425"/>
                <a:gd name="T15" fmla="*/ 152 h 425"/>
                <a:gd name="T16" fmla="*/ 0 w 425"/>
                <a:gd name="T17" fmla="*/ 289 h 425"/>
                <a:gd name="T18" fmla="*/ 136 w 425"/>
                <a:gd name="T19" fmla="*/ 425 h 425"/>
                <a:gd name="T20" fmla="*/ 267 w 425"/>
                <a:gd name="T21" fmla="*/ 298 h 425"/>
                <a:gd name="T22" fmla="*/ 258 w 425"/>
                <a:gd name="T23" fmla="*/ 249 h 425"/>
                <a:gd name="T24" fmla="*/ 314 w 425"/>
                <a:gd name="T25" fmla="*/ 221 h 425"/>
                <a:gd name="T26" fmla="*/ 320 w 425"/>
                <a:gd name="T27" fmla="*/ 212 h 425"/>
                <a:gd name="T28" fmla="*/ 320 w 425"/>
                <a:gd name="T29" fmla="*/ 163 h 425"/>
                <a:gd name="T30" fmla="*/ 356 w 425"/>
                <a:gd name="T31" fmla="*/ 163 h 425"/>
                <a:gd name="T32" fmla="*/ 357 w 425"/>
                <a:gd name="T33" fmla="*/ 163 h 425"/>
                <a:gd name="T34" fmla="*/ 358 w 425"/>
                <a:gd name="T35" fmla="*/ 163 h 425"/>
                <a:gd name="T36" fmla="*/ 372 w 425"/>
                <a:gd name="T37" fmla="*/ 148 h 425"/>
                <a:gd name="T38" fmla="*/ 372 w 425"/>
                <a:gd name="T39" fmla="*/ 147 h 425"/>
                <a:gd name="T40" fmla="*/ 372 w 425"/>
                <a:gd name="T41" fmla="*/ 147 h 425"/>
                <a:gd name="T42" fmla="*/ 372 w 425"/>
                <a:gd name="T43" fmla="*/ 97 h 425"/>
                <a:gd name="T44" fmla="*/ 408 w 425"/>
                <a:gd name="T45" fmla="*/ 97 h 425"/>
                <a:gd name="T46" fmla="*/ 412 w 425"/>
                <a:gd name="T47" fmla="*/ 98 h 425"/>
                <a:gd name="T48" fmla="*/ 421 w 425"/>
                <a:gd name="T49" fmla="*/ 95 h 425"/>
                <a:gd name="T50" fmla="*/ 424 w 425"/>
                <a:gd name="T51" fmla="*/ 85 h 425"/>
                <a:gd name="T52" fmla="*/ 406 w 425"/>
                <a:gd name="T53" fmla="*/ 79 h 425"/>
                <a:gd name="T54" fmla="*/ 363 w 425"/>
                <a:gd name="T55" fmla="*/ 79 h 425"/>
                <a:gd name="T56" fmla="*/ 353 w 425"/>
                <a:gd name="T57" fmla="*/ 88 h 425"/>
                <a:gd name="T58" fmla="*/ 353 w 425"/>
                <a:gd name="T59" fmla="*/ 144 h 425"/>
                <a:gd name="T60" fmla="*/ 310 w 425"/>
                <a:gd name="T61" fmla="*/ 144 h 425"/>
                <a:gd name="T62" fmla="*/ 301 w 425"/>
                <a:gd name="T63" fmla="*/ 153 h 425"/>
                <a:gd name="T64" fmla="*/ 301 w 425"/>
                <a:gd name="T65" fmla="*/ 207 h 425"/>
                <a:gd name="T66" fmla="*/ 241 w 425"/>
                <a:gd name="T67" fmla="*/ 237 h 425"/>
                <a:gd name="T68" fmla="*/ 236 w 425"/>
                <a:gd name="T69" fmla="*/ 243 h 425"/>
                <a:gd name="T70" fmla="*/ 237 w 425"/>
                <a:gd name="T71" fmla="*/ 251 h 425"/>
                <a:gd name="T72" fmla="*/ 248 w 425"/>
                <a:gd name="T73" fmla="*/ 298 h 425"/>
                <a:gd name="T74" fmla="*/ 136 w 425"/>
                <a:gd name="T75" fmla="*/ 406 h 425"/>
                <a:gd name="T76" fmla="*/ 18 w 425"/>
                <a:gd name="T77" fmla="*/ 289 h 425"/>
                <a:gd name="T78" fmla="*/ 136 w 425"/>
                <a:gd name="T79" fmla="*/ 171 h 425"/>
                <a:gd name="T80" fmla="*/ 166 w 425"/>
                <a:gd name="T81" fmla="*/ 175 h 425"/>
                <a:gd name="T82" fmla="*/ 174 w 425"/>
                <a:gd name="T83" fmla="*/ 173 h 425"/>
                <a:gd name="T84" fmla="*/ 349 w 425"/>
                <a:gd name="T85" fmla="*/ 19 h 425"/>
                <a:gd name="T86" fmla="*/ 352 w 425"/>
                <a:gd name="T87" fmla="*/ 19 h 425"/>
                <a:gd name="T88" fmla="*/ 402 w 425"/>
                <a:gd name="T89" fmla="*/ 19 h 425"/>
                <a:gd name="T90" fmla="*/ 406 w 425"/>
                <a:gd name="T91" fmla="*/ 22 h 425"/>
                <a:gd name="T92" fmla="*/ 406 w 425"/>
                <a:gd name="T93" fmla="*/ 79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425" h="425">
                  <a:moveTo>
                    <a:pt x="424" y="85"/>
                  </a:moveTo>
                  <a:cubicBezTo>
                    <a:pt x="424" y="84"/>
                    <a:pt x="424" y="83"/>
                    <a:pt x="424" y="81"/>
                  </a:cubicBezTo>
                  <a:cubicBezTo>
                    <a:pt x="424" y="22"/>
                    <a:pt x="424" y="22"/>
                    <a:pt x="424" y="22"/>
                  </a:cubicBezTo>
                  <a:cubicBezTo>
                    <a:pt x="424" y="10"/>
                    <a:pt x="415" y="0"/>
                    <a:pt x="402" y="0"/>
                  </a:cubicBezTo>
                  <a:cubicBezTo>
                    <a:pt x="352" y="0"/>
                    <a:pt x="352" y="0"/>
                    <a:pt x="352" y="0"/>
                  </a:cubicBezTo>
                  <a:cubicBezTo>
                    <a:pt x="346" y="0"/>
                    <a:pt x="341" y="2"/>
                    <a:pt x="337" y="5"/>
                  </a:cubicBezTo>
                  <a:cubicBezTo>
                    <a:pt x="165" y="156"/>
                    <a:pt x="165" y="156"/>
                    <a:pt x="165" y="156"/>
                  </a:cubicBezTo>
                  <a:cubicBezTo>
                    <a:pt x="157" y="154"/>
                    <a:pt x="145" y="152"/>
                    <a:pt x="136" y="152"/>
                  </a:cubicBezTo>
                  <a:cubicBezTo>
                    <a:pt x="61" y="152"/>
                    <a:pt x="0" y="213"/>
                    <a:pt x="0" y="289"/>
                  </a:cubicBezTo>
                  <a:cubicBezTo>
                    <a:pt x="0" y="364"/>
                    <a:pt x="61" y="425"/>
                    <a:pt x="136" y="425"/>
                  </a:cubicBezTo>
                  <a:cubicBezTo>
                    <a:pt x="218" y="425"/>
                    <a:pt x="267" y="360"/>
                    <a:pt x="267" y="298"/>
                  </a:cubicBezTo>
                  <a:cubicBezTo>
                    <a:pt x="267" y="280"/>
                    <a:pt x="263" y="262"/>
                    <a:pt x="258" y="249"/>
                  </a:cubicBezTo>
                  <a:cubicBezTo>
                    <a:pt x="314" y="221"/>
                    <a:pt x="314" y="221"/>
                    <a:pt x="314" y="221"/>
                  </a:cubicBezTo>
                  <a:cubicBezTo>
                    <a:pt x="318" y="219"/>
                    <a:pt x="320" y="216"/>
                    <a:pt x="320" y="212"/>
                  </a:cubicBezTo>
                  <a:cubicBezTo>
                    <a:pt x="320" y="163"/>
                    <a:pt x="320" y="163"/>
                    <a:pt x="320" y="163"/>
                  </a:cubicBezTo>
                  <a:cubicBezTo>
                    <a:pt x="356" y="163"/>
                    <a:pt x="356" y="163"/>
                    <a:pt x="356" y="163"/>
                  </a:cubicBezTo>
                  <a:cubicBezTo>
                    <a:pt x="356" y="163"/>
                    <a:pt x="357" y="163"/>
                    <a:pt x="357" y="163"/>
                  </a:cubicBezTo>
                  <a:cubicBezTo>
                    <a:pt x="358" y="163"/>
                    <a:pt x="358" y="163"/>
                    <a:pt x="358" y="163"/>
                  </a:cubicBezTo>
                  <a:cubicBezTo>
                    <a:pt x="369" y="162"/>
                    <a:pt x="372" y="157"/>
                    <a:pt x="372" y="148"/>
                  </a:cubicBezTo>
                  <a:cubicBezTo>
                    <a:pt x="372" y="147"/>
                    <a:pt x="372" y="147"/>
                    <a:pt x="372" y="147"/>
                  </a:cubicBezTo>
                  <a:cubicBezTo>
                    <a:pt x="372" y="147"/>
                    <a:pt x="372" y="147"/>
                    <a:pt x="372" y="147"/>
                  </a:cubicBezTo>
                  <a:cubicBezTo>
                    <a:pt x="372" y="97"/>
                    <a:pt x="372" y="97"/>
                    <a:pt x="372" y="97"/>
                  </a:cubicBezTo>
                  <a:cubicBezTo>
                    <a:pt x="408" y="97"/>
                    <a:pt x="408" y="97"/>
                    <a:pt x="408" y="97"/>
                  </a:cubicBezTo>
                  <a:cubicBezTo>
                    <a:pt x="410" y="97"/>
                    <a:pt x="411" y="97"/>
                    <a:pt x="412" y="98"/>
                  </a:cubicBezTo>
                  <a:cubicBezTo>
                    <a:pt x="413" y="98"/>
                    <a:pt x="418" y="98"/>
                    <a:pt x="421" y="95"/>
                  </a:cubicBezTo>
                  <a:cubicBezTo>
                    <a:pt x="425" y="92"/>
                    <a:pt x="425" y="88"/>
                    <a:pt x="424" y="85"/>
                  </a:cubicBezTo>
                  <a:close/>
                  <a:moveTo>
                    <a:pt x="406" y="79"/>
                  </a:moveTo>
                  <a:cubicBezTo>
                    <a:pt x="363" y="79"/>
                    <a:pt x="363" y="79"/>
                    <a:pt x="363" y="79"/>
                  </a:cubicBezTo>
                  <a:cubicBezTo>
                    <a:pt x="357" y="79"/>
                    <a:pt x="353" y="83"/>
                    <a:pt x="353" y="88"/>
                  </a:cubicBezTo>
                  <a:cubicBezTo>
                    <a:pt x="353" y="144"/>
                    <a:pt x="353" y="144"/>
                    <a:pt x="353" y="144"/>
                  </a:cubicBezTo>
                  <a:cubicBezTo>
                    <a:pt x="310" y="144"/>
                    <a:pt x="310" y="144"/>
                    <a:pt x="310" y="144"/>
                  </a:cubicBezTo>
                  <a:cubicBezTo>
                    <a:pt x="305" y="144"/>
                    <a:pt x="301" y="148"/>
                    <a:pt x="301" y="153"/>
                  </a:cubicBezTo>
                  <a:cubicBezTo>
                    <a:pt x="301" y="207"/>
                    <a:pt x="301" y="207"/>
                    <a:pt x="301" y="207"/>
                  </a:cubicBezTo>
                  <a:cubicBezTo>
                    <a:pt x="241" y="237"/>
                    <a:pt x="241" y="237"/>
                    <a:pt x="241" y="237"/>
                  </a:cubicBezTo>
                  <a:cubicBezTo>
                    <a:pt x="238" y="238"/>
                    <a:pt x="236" y="240"/>
                    <a:pt x="236" y="243"/>
                  </a:cubicBezTo>
                  <a:cubicBezTo>
                    <a:pt x="235" y="246"/>
                    <a:pt x="236" y="248"/>
                    <a:pt x="237" y="251"/>
                  </a:cubicBezTo>
                  <a:cubicBezTo>
                    <a:pt x="243" y="258"/>
                    <a:pt x="248" y="278"/>
                    <a:pt x="248" y="298"/>
                  </a:cubicBezTo>
                  <a:cubicBezTo>
                    <a:pt x="248" y="351"/>
                    <a:pt x="206" y="406"/>
                    <a:pt x="136" y="406"/>
                  </a:cubicBezTo>
                  <a:cubicBezTo>
                    <a:pt x="71" y="406"/>
                    <a:pt x="18" y="353"/>
                    <a:pt x="18" y="289"/>
                  </a:cubicBezTo>
                  <a:cubicBezTo>
                    <a:pt x="18" y="224"/>
                    <a:pt x="71" y="171"/>
                    <a:pt x="136" y="171"/>
                  </a:cubicBezTo>
                  <a:cubicBezTo>
                    <a:pt x="142" y="171"/>
                    <a:pt x="153" y="172"/>
                    <a:pt x="166" y="175"/>
                  </a:cubicBezTo>
                  <a:cubicBezTo>
                    <a:pt x="169" y="176"/>
                    <a:pt x="172" y="175"/>
                    <a:pt x="174" y="173"/>
                  </a:cubicBezTo>
                  <a:cubicBezTo>
                    <a:pt x="349" y="19"/>
                    <a:pt x="349" y="19"/>
                    <a:pt x="349" y="19"/>
                  </a:cubicBezTo>
                  <a:cubicBezTo>
                    <a:pt x="350" y="19"/>
                    <a:pt x="351" y="19"/>
                    <a:pt x="352" y="19"/>
                  </a:cubicBezTo>
                  <a:cubicBezTo>
                    <a:pt x="402" y="19"/>
                    <a:pt x="402" y="19"/>
                    <a:pt x="402" y="19"/>
                  </a:cubicBezTo>
                  <a:cubicBezTo>
                    <a:pt x="404" y="19"/>
                    <a:pt x="406" y="20"/>
                    <a:pt x="406" y="22"/>
                  </a:cubicBezTo>
                  <a:lnTo>
                    <a:pt x="406" y="79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238" name="Freeform 203"/>
          <p:cNvSpPr>
            <a:spLocks/>
          </p:cNvSpPr>
          <p:nvPr/>
        </p:nvSpPr>
        <p:spPr bwMode="auto">
          <a:xfrm>
            <a:off x="6182785" y="4957235"/>
            <a:ext cx="603251" cy="560917"/>
          </a:xfrm>
          <a:custGeom>
            <a:avLst/>
            <a:gdLst>
              <a:gd name="T0" fmla="*/ 429 w 455"/>
              <a:gd name="T1" fmla="*/ 25 h 423"/>
              <a:gd name="T2" fmla="*/ 360 w 455"/>
              <a:gd name="T3" fmla="*/ 0 h 423"/>
              <a:gd name="T4" fmla="*/ 291 w 455"/>
              <a:gd name="T5" fmla="*/ 26 h 423"/>
              <a:gd name="T6" fmla="*/ 38 w 455"/>
              <a:gd name="T7" fmla="*/ 283 h 423"/>
              <a:gd name="T8" fmla="*/ 34 w 455"/>
              <a:gd name="T9" fmla="*/ 404 h 423"/>
              <a:gd name="T10" fmla="*/ 81 w 455"/>
              <a:gd name="T11" fmla="*/ 423 h 423"/>
              <a:gd name="T12" fmla="*/ 157 w 455"/>
              <a:gd name="T13" fmla="*/ 388 h 423"/>
              <a:gd name="T14" fmla="*/ 378 w 455"/>
              <a:gd name="T15" fmla="*/ 164 h 423"/>
              <a:gd name="T16" fmla="*/ 379 w 455"/>
              <a:gd name="T17" fmla="*/ 76 h 423"/>
              <a:gd name="T18" fmla="*/ 291 w 455"/>
              <a:gd name="T19" fmla="*/ 76 h 423"/>
              <a:gd name="T20" fmla="*/ 121 w 455"/>
              <a:gd name="T21" fmla="*/ 254 h 423"/>
              <a:gd name="T22" fmla="*/ 122 w 455"/>
              <a:gd name="T23" fmla="*/ 267 h 423"/>
              <a:gd name="T24" fmla="*/ 135 w 455"/>
              <a:gd name="T25" fmla="*/ 267 h 423"/>
              <a:gd name="T26" fmla="*/ 304 w 455"/>
              <a:gd name="T27" fmla="*/ 89 h 423"/>
              <a:gd name="T28" fmla="*/ 366 w 455"/>
              <a:gd name="T29" fmla="*/ 89 h 423"/>
              <a:gd name="T30" fmla="*/ 365 w 455"/>
              <a:gd name="T31" fmla="*/ 150 h 423"/>
              <a:gd name="T32" fmla="*/ 144 w 455"/>
              <a:gd name="T33" fmla="*/ 375 h 423"/>
              <a:gd name="T34" fmla="*/ 47 w 455"/>
              <a:gd name="T35" fmla="*/ 391 h 423"/>
              <a:gd name="T36" fmla="*/ 51 w 455"/>
              <a:gd name="T37" fmla="*/ 296 h 423"/>
              <a:gd name="T38" fmla="*/ 304 w 455"/>
              <a:gd name="T39" fmla="*/ 39 h 423"/>
              <a:gd name="T40" fmla="*/ 360 w 455"/>
              <a:gd name="T41" fmla="*/ 19 h 423"/>
              <a:gd name="T42" fmla="*/ 416 w 455"/>
              <a:gd name="T43" fmla="*/ 39 h 423"/>
              <a:gd name="T44" fmla="*/ 436 w 455"/>
              <a:gd name="T45" fmla="*/ 94 h 423"/>
              <a:gd name="T46" fmla="*/ 415 w 455"/>
              <a:gd name="T47" fmla="*/ 150 h 423"/>
              <a:gd name="T48" fmla="*/ 220 w 455"/>
              <a:gd name="T49" fmla="*/ 353 h 423"/>
              <a:gd name="T50" fmla="*/ 220 w 455"/>
              <a:gd name="T51" fmla="*/ 367 h 423"/>
              <a:gd name="T52" fmla="*/ 233 w 455"/>
              <a:gd name="T53" fmla="*/ 366 h 423"/>
              <a:gd name="T54" fmla="*/ 428 w 455"/>
              <a:gd name="T55" fmla="*/ 164 h 423"/>
              <a:gd name="T56" fmla="*/ 455 w 455"/>
              <a:gd name="T57" fmla="*/ 94 h 423"/>
              <a:gd name="T58" fmla="*/ 429 w 455"/>
              <a:gd name="T59" fmla="*/ 25 h 4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455" h="423">
                <a:moveTo>
                  <a:pt x="429" y="25"/>
                </a:moveTo>
                <a:cubicBezTo>
                  <a:pt x="413" y="9"/>
                  <a:pt x="388" y="0"/>
                  <a:pt x="360" y="0"/>
                </a:cubicBezTo>
                <a:cubicBezTo>
                  <a:pt x="333" y="0"/>
                  <a:pt x="307" y="10"/>
                  <a:pt x="291" y="26"/>
                </a:cubicBezTo>
                <a:cubicBezTo>
                  <a:pt x="38" y="283"/>
                  <a:pt x="38" y="283"/>
                  <a:pt x="38" y="283"/>
                </a:cubicBezTo>
                <a:cubicBezTo>
                  <a:pt x="2" y="319"/>
                  <a:pt x="0" y="370"/>
                  <a:pt x="34" y="404"/>
                </a:cubicBezTo>
                <a:cubicBezTo>
                  <a:pt x="47" y="417"/>
                  <a:pt x="63" y="423"/>
                  <a:pt x="81" y="423"/>
                </a:cubicBezTo>
                <a:cubicBezTo>
                  <a:pt x="108" y="423"/>
                  <a:pt x="137" y="409"/>
                  <a:pt x="157" y="388"/>
                </a:cubicBezTo>
                <a:cubicBezTo>
                  <a:pt x="378" y="164"/>
                  <a:pt x="378" y="164"/>
                  <a:pt x="378" y="164"/>
                </a:cubicBezTo>
                <a:cubicBezTo>
                  <a:pt x="403" y="139"/>
                  <a:pt x="403" y="100"/>
                  <a:pt x="379" y="76"/>
                </a:cubicBezTo>
                <a:cubicBezTo>
                  <a:pt x="355" y="52"/>
                  <a:pt x="315" y="52"/>
                  <a:pt x="291" y="76"/>
                </a:cubicBezTo>
                <a:cubicBezTo>
                  <a:pt x="121" y="254"/>
                  <a:pt x="121" y="254"/>
                  <a:pt x="121" y="254"/>
                </a:cubicBezTo>
                <a:cubicBezTo>
                  <a:pt x="118" y="257"/>
                  <a:pt x="118" y="263"/>
                  <a:pt x="122" y="267"/>
                </a:cubicBezTo>
                <a:cubicBezTo>
                  <a:pt x="125" y="270"/>
                  <a:pt x="131" y="270"/>
                  <a:pt x="135" y="267"/>
                </a:cubicBezTo>
                <a:cubicBezTo>
                  <a:pt x="304" y="89"/>
                  <a:pt x="304" y="89"/>
                  <a:pt x="304" y="89"/>
                </a:cubicBezTo>
                <a:cubicBezTo>
                  <a:pt x="321" y="72"/>
                  <a:pt x="349" y="72"/>
                  <a:pt x="366" y="89"/>
                </a:cubicBezTo>
                <a:cubicBezTo>
                  <a:pt x="382" y="106"/>
                  <a:pt x="382" y="133"/>
                  <a:pt x="365" y="150"/>
                </a:cubicBezTo>
                <a:cubicBezTo>
                  <a:pt x="144" y="375"/>
                  <a:pt x="144" y="375"/>
                  <a:pt x="144" y="375"/>
                </a:cubicBezTo>
                <a:cubicBezTo>
                  <a:pt x="121" y="398"/>
                  <a:pt x="75" y="418"/>
                  <a:pt x="47" y="391"/>
                </a:cubicBezTo>
                <a:cubicBezTo>
                  <a:pt x="21" y="364"/>
                  <a:pt x="22" y="325"/>
                  <a:pt x="51" y="296"/>
                </a:cubicBezTo>
                <a:cubicBezTo>
                  <a:pt x="304" y="39"/>
                  <a:pt x="304" y="39"/>
                  <a:pt x="304" y="39"/>
                </a:cubicBezTo>
                <a:cubicBezTo>
                  <a:pt x="317" y="26"/>
                  <a:pt x="338" y="19"/>
                  <a:pt x="360" y="19"/>
                </a:cubicBezTo>
                <a:cubicBezTo>
                  <a:pt x="382" y="19"/>
                  <a:pt x="403" y="26"/>
                  <a:pt x="416" y="39"/>
                </a:cubicBezTo>
                <a:cubicBezTo>
                  <a:pt x="429" y="52"/>
                  <a:pt x="436" y="72"/>
                  <a:pt x="436" y="94"/>
                </a:cubicBezTo>
                <a:cubicBezTo>
                  <a:pt x="436" y="117"/>
                  <a:pt x="428" y="137"/>
                  <a:pt x="415" y="150"/>
                </a:cubicBezTo>
                <a:cubicBezTo>
                  <a:pt x="220" y="353"/>
                  <a:pt x="220" y="353"/>
                  <a:pt x="220" y="353"/>
                </a:cubicBezTo>
                <a:cubicBezTo>
                  <a:pt x="216" y="357"/>
                  <a:pt x="216" y="363"/>
                  <a:pt x="220" y="367"/>
                </a:cubicBezTo>
                <a:cubicBezTo>
                  <a:pt x="224" y="370"/>
                  <a:pt x="230" y="370"/>
                  <a:pt x="233" y="366"/>
                </a:cubicBezTo>
                <a:cubicBezTo>
                  <a:pt x="428" y="164"/>
                  <a:pt x="428" y="164"/>
                  <a:pt x="428" y="164"/>
                </a:cubicBezTo>
                <a:cubicBezTo>
                  <a:pt x="445" y="147"/>
                  <a:pt x="454" y="122"/>
                  <a:pt x="455" y="94"/>
                </a:cubicBezTo>
                <a:cubicBezTo>
                  <a:pt x="455" y="67"/>
                  <a:pt x="445" y="42"/>
                  <a:pt x="429" y="25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245" name="Group 244"/>
          <p:cNvGrpSpPr/>
          <p:nvPr/>
        </p:nvGrpSpPr>
        <p:grpSpPr>
          <a:xfrm>
            <a:off x="7423151" y="4957235"/>
            <a:ext cx="554568" cy="565149"/>
            <a:chOff x="5567363" y="3717926"/>
            <a:chExt cx="415926" cy="423862"/>
          </a:xfrm>
          <a:solidFill>
            <a:schemeClr val="accent1"/>
          </a:solidFill>
        </p:grpSpPr>
        <p:sp>
          <p:nvSpPr>
            <p:cNvPr id="239" name="Freeform 204"/>
            <p:cNvSpPr>
              <a:spLocks/>
            </p:cNvSpPr>
            <p:nvPr/>
          </p:nvSpPr>
          <p:spPr bwMode="auto">
            <a:xfrm>
              <a:off x="5761039" y="3717926"/>
              <a:ext cx="222250" cy="220663"/>
            </a:xfrm>
            <a:custGeom>
              <a:avLst/>
              <a:gdLst>
                <a:gd name="T0" fmla="*/ 206 w 224"/>
                <a:gd name="T1" fmla="*/ 18 h 221"/>
                <a:gd name="T2" fmla="*/ 162 w 224"/>
                <a:gd name="T3" fmla="*/ 0 h 221"/>
                <a:gd name="T4" fmla="*/ 118 w 224"/>
                <a:gd name="T5" fmla="*/ 18 h 221"/>
                <a:gd name="T6" fmla="*/ 21 w 224"/>
                <a:gd name="T7" fmla="*/ 115 h 221"/>
                <a:gd name="T8" fmla="*/ 4 w 224"/>
                <a:gd name="T9" fmla="*/ 172 h 221"/>
                <a:gd name="T10" fmla="*/ 15 w 224"/>
                <a:gd name="T11" fmla="*/ 179 h 221"/>
                <a:gd name="T12" fmla="*/ 22 w 224"/>
                <a:gd name="T13" fmla="*/ 168 h 221"/>
                <a:gd name="T14" fmla="*/ 34 w 224"/>
                <a:gd name="T15" fmla="*/ 129 h 221"/>
                <a:gd name="T16" fmla="*/ 131 w 224"/>
                <a:gd name="T17" fmla="*/ 32 h 221"/>
                <a:gd name="T18" fmla="*/ 162 w 224"/>
                <a:gd name="T19" fmla="*/ 19 h 221"/>
                <a:gd name="T20" fmla="*/ 162 w 224"/>
                <a:gd name="T21" fmla="*/ 19 h 221"/>
                <a:gd name="T22" fmla="*/ 193 w 224"/>
                <a:gd name="T23" fmla="*/ 31 h 221"/>
                <a:gd name="T24" fmla="*/ 205 w 224"/>
                <a:gd name="T25" fmla="*/ 62 h 221"/>
                <a:gd name="T26" fmla="*/ 192 w 224"/>
                <a:gd name="T27" fmla="*/ 92 h 221"/>
                <a:gd name="T28" fmla="*/ 95 w 224"/>
                <a:gd name="T29" fmla="*/ 190 h 221"/>
                <a:gd name="T30" fmla="*/ 59 w 224"/>
                <a:gd name="T31" fmla="*/ 202 h 221"/>
                <a:gd name="T32" fmla="*/ 49 w 224"/>
                <a:gd name="T33" fmla="*/ 211 h 221"/>
                <a:gd name="T34" fmla="*/ 57 w 224"/>
                <a:gd name="T35" fmla="*/ 221 h 221"/>
                <a:gd name="T36" fmla="*/ 64 w 224"/>
                <a:gd name="T37" fmla="*/ 221 h 221"/>
                <a:gd name="T38" fmla="*/ 108 w 224"/>
                <a:gd name="T39" fmla="*/ 203 h 221"/>
                <a:gd name="T40" fmla="*/ 205 w 224"/>
                <a:gd name="T41" fmla="*/ 106 h 221"/>
                <a:gd name="T42" fmla="*/ 224 w 224"/>
                <a:gd name="T43" fmla="*/ 62 h 221"/>
                <a:gd name="T44" fmla="*/ 206 w 224"/>
                <a:gd name="T45" fmla="*/ 18 h 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24" h="221">
                  <a:moveTo>
                    <a:pt x="206" y="18"/>
                  </a:moveTo>
                  <a:cubicBezTo>
                    <a:pt x="194" y="6"/>
                    <a:pt x="179" y="0"/>
                    <a:pt x="162" y="0"/>
                  </a:cubicBezTo>
                  <a:cubicBezTo>
                    <a:pt x="145" y="0"/>
                    <a:pt x="130" y="7"/>
                    <a:pt x="118" y="18"/>
                  </a:cubicBezTo>
                  <a:cubicBezTo>
                    <a:pt x="21" y="115"/>
                    <a:pt x="21" y="115"/>
                    <a:pt x="21" y="115"/>
                  </a:cubicBezTo>
                  <a:cubicBezTo>
                    <a:pt x="6" y="130"/>
                    <a:pt x="0" y="151"/>
                    <a:pt x="4" y="172"/>
                  </a:cubicBezTo>
                  <a:cubicBezTo>
                    <a:pt x="5" y="177"/>
                    <a:pt x="10" y="180"/>
                    <a:pt x="15" y="179"/>
                  </a:cubicBezTo>
                  <a:cubicBezTo>
                    <a:pt x="20" y="178"/>
                    <a:pt x="23" y="173"/>
                    <a:pt x="22" y="168"/>
                  </a:cubicBezTo>
                  <a:cubicBezTo>
                    <a:pt x="19" y="154"/>
                    <a:pt x="24" y="139"/>
                    <a:pt x="34" y="129"/>
                  </a:cubicBezTo>
                  <a:cubicBezTo>
                    <a:pt x="131" y="32"/>
                    <a:pt x="131" y="32"/>
                    <a:pt x="131" y="32"/>
                  </a:cubicBezTo>
                  <a:cubicBezTo>
                    <a:pt x="139" y="23"/>
                    <a:pt x="150" y="19"/>
                    <a:pt x="162" y="19"/>
                  </a:cubicBezTo>
                  <a:cubicBezTo>
                    <a:pt x="162" y="19"/>
                    <a:pt x="162" y="19"/>
                    <a:pt x="162" y="19"/>
                  </a:cubicBezTo>
                  <a:cubicBezTo>
                    <a:pt x="174" y="19"/>
                    <a:pt x="185" y="23"/>
                    <a:pt x="193" y="31"/>
                  </a:cubicBezTo>
                  <a:cubicBezTo>
                    <a:pt x="201" y="39"/>
                    <a:pt x="205" y="50"/>
                    <a:pt x="205" y="62"/>
                  </a:cubicBezTo>
                  <a:cubicBezTo>
                    <a:pt x="205" y="73"/>
                    <a:pt x="200" y="84"/>
                    <a:pt x="192" y="92"/>
                  </a:cubicBezTo>
                  <a:cubicBezTo>
                    <a:pt x="95" y="190"/>
                    <a:pt x="95" y="190"/>
                    <a:pt x="95" y="190"/>
                  </a:cubicBezTo>
                  <a:cubicBezTo>
                    <a:pt x="86" y="199"/>
                    <a:pt x="72" y="204"/>
                    <a:pt x="59" y="202"/>
                  </a:cubicBezTo>
                  <a:cubicBezTo>
                    <a:pt x="54" y="202"/>
                    <a:pt x="49" y="205"/>
                    <a:pt x="49" y="211"/>
                  </a:cubicBezTo>
                  <a:cubicBezTo>
                    <a:pt x="48" y="216"/>
                    <a:pt x="52" y="220"/>
                    <a:pt x="57" y="221"/>
                  </a:cubicBezTo>
                  <a:cubicBezTo>
                    <a:pt x="59" y="221"/>
                    <a:pt x="62" y="221"/>
                    <a:pt x="64" y="221"/>
                  </a:cubicBezTo>
                  <a:cubicBezTo>
                    <a:pt x="80" y="221"/>
                    <a:pt x="96" y="215"/>
                    <a:pt x="108" y="203"/>
                  </a:cubicBezTo>
                  <a:cubicBezTo>
                    <a:pt x="205" y="106"/>
                    <a:pt x="205" y="106"/>
                    <a:pt x="205" y="106"/>
                  </a:cubicBezTo>
                  <a:cubicBezTo>
                    <a:pt x="217" y="94"/>
                    <a:pt x="224" y="78"/>
                    <a:pt x="224" y="62"/>
                  </a:cubicBezTo>
                  <a:cubicBezTo>
                    <a:pt x="224" y="45"/>
                    <a:pt x="217" y="30"/>
                    <a:pt x="206" y="1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" name="Freeform 206"/>
            <p:cNvSpPr>
              <a:spLocks/>
            </p:cNvSpPr>
            <p:nvPr/>
          </p:nvSpPr>
          <p:spPr bwMode="auto">
            <a:xfrm>
              <a:off x="5567363" y="3919538"/>
              <a:ext cx="223838" cy="222250"/>
            </a:xfrm>
            <a:custGeom>
              <a:avLst/>
              <a:gdLst>
                <a:gd name="T0" fmla="*/ 208 w 225"/>
                <a:gd name="T1" fmla="*/ 41 h 223"/>
                <a:gd name="T2" fmla="*/ 201 w 225"/>
                <a:gd name="T3" fmla="*/ 53 h 223"/>
                <a:gd name="T4" fmla="*/ 190 w 225"/>
                <a:gd name="T5" fmla="*/ 94 h 223"/>
                <a:gd name="T6" fmla="*/ 92 w 225"/>
                <a:gd name="T7" fmla="*/ 191 h 223"/>
                <a:gd name="T8" fmla="*/ 62 w 225"/>
                <a:gd name="T9" fmla="*/ 204 h 223"/>
                <a:gd name="T10" fmla="*/ 31 w 225"/>
                <a:gd name="T11" fmla="*/ 192 h 223"/>
                <a:gd name="T12" fmla="*/ 19 w 225"/>
                <a:gd name="T13" fmla="*/ 161 h 223"/>
                <a:gd name="T14" fmla="*/ 32 w 225"/>
                <a:gd name="T15" fmla="*/ 130 h 223"/>
                <a:gd name="T16" fmla="*/ 129 w 225"/>
                <a:gd name="T17" fmla="*/ 33 h 223"/>
                <a:gd name="T18" fmla="*/ 165 w 225"/>
                <a:gd name="T19" fmla="*/ 20 h 223"/>
                <a:gd name="T20" fmla="*/ 175 w 225"/>
                <a:gd name="T21" fmla="*/ 12 h 223"/>
                <a:gd name="T22" fmla="*/ 167 w 225"/>
                <a:gd name="T23" fmla="*/ 2 h 223"/>
                <a:gd name="T24" fmla="*/ 115 w 225"/>
                <a:gd name="T25" fmla="*/ 20 h 223"/>
                <a:gd name="T26" fmla="*/ 18 w 225"/>
                <a:gd name="T27" fmla="*/ 117 h 223"/>
                <a:gd name="T28" fmla="*/ 0 w 225"/>
                <a:gd name="T29" fmla="*/ 161 h 223"/>
                <a:gd name="T30" fmla="*/ 18 w 225"/>
                <a:gd name="T31" fmla="*/ 205 h 223"/>
                <a:gd name="T32" fmla="*/ 61 w 225"/>
                <a:gd name="T33" fmla="*/ 223 h 223"/>
                <a:gd name="T34" fmla="*/ 62 w 225"/>
                <a:gd name="T35" fmla="*/ 223 h 223"/>
                <a:gd name="T36" fmla="*/ 106 w 225"/>
                <a:gd name="T37" fmla="*/ 204 h 223"/>
                <a:gd name="T38" fmla="*/ 203 w 225"/>
                <a:gd name="T39" fmla="*/ 107 h 223"/>
                <a:gd name="T40" fmla="*/ 219 w 225"/>
                <a:gd name="T41" fmla="*/ 48 h 223"/>
                <a:gd name="T42" fmla="*/ 208 w 225"/>
                <a:gd name="T43" fmla="*/ 41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25" h="223">
                  <a:moveTo>
                    <a:pt x="208" y="41"/>
                  </a:moveTo>
                  <a:cubicBezTo>
                    <a:pt x="203" y="43"/>
                    <a:pt x="200" y="48"/>
                    <a:pt x="201" y="53"/>
                  </a:cubicBezTo>
                  <a:cubicBezTo>
                    <a:pt x="205" y="68"/>
                    <a:pt x="200" y="83"/>
                    <a:pt x="190" y="94"/>
                  </a:cubicBezTo>
                  <a:cubicBezTo>
                    <a:pt x="92" y="191"/>
                    <a:pt x="92" y="191"/>
                    <a:pt x="92" y="191"/>
                  </a:cubicBezTo>
                  <a:cubicBezTo>
                    <a:pt x="84" y="199"/>
                    <a:pt x="73" y="204"/>
                    <a:pt x="62" y="204"/>
                  </a:cubicBezTo>
                  <a:cubicBezTo>
                    <a:pt x="50" y="204"/>
                    <a:pt x="39" y="200"/>
                    <a:pt x="31" y="192"/>
                  </a:cubicBezTo>
                  <a:cubicBezTo>
                    <a:pt x="23" y="184"/>
                    <a:pt x="19" y="173"/>
                    <a:pt x="19" y="161"/>
                  </a:cubicBezTo>
                  <a:cubicBezTo>
                    <a:pt x="19" y="149"/>
                    <a:pt x="23" y="139"/>
                    <a:pt x="32" y="130"/>
                  </a:cubicBezTo>
                  <a:cubicBezTo>
                    <a:pt x="129" y="33"/>
                    <a:pt x="129" y="33"/>
                    <a:pt x="129" y="33"/>
                  </a:cubicBezTo>
                  <a:cubicBezTo>
                    <a:pt x="138" y="24"/>
                    <a:pt x="151" y="19"/>
                    <a:pt x="165" y="20"/>
                  </a:cubicBezTo>
                  <a:cubicBezTo>
                    <a:pt x="170" y="21"/>
                    <a:pt x="175" y="17"/>
                    <a:pt x="175" y="12"/>
                  </a:cubicBezTo>
                  <a:cubicBezTo>
                    <a:pt x="176" y="7"/>
                    <a:pt x="172" y="2"/>
                    <a:pt x="167" y="2"/>
                  </a:cubicBezTo>
                  <a:cubicBezTo>
                    <a:pt x="148" y="0"/>
                    <a:pt x="129" y="6"/>
                    <a:pt x="115" y="20"/>
                  </a:cubicBezTo>
                  <a:cubicBezTo>
                    <a:pt x="18" y="117"/>
                    <a:pt x="18" y="117"/>
                    <a:pt x="18" y="117"/>
                  </a:cubicBezTo>
                  <a:cubicBezTo>
                    <a:pt x="7" y="129"/>
                    <a:pt x="0" y="144"/>
                    <a:pt x="0" y="161"/>
                  </a:cubicBezTo>
                  <a:cubicBezTo>
                    <a:pt x="0" y="178"/>
                    <a:pt x="6" y="193"/>
                    <a:pt x="18" y="205"/>
                  </a:cubicBezTo>
                  <a:cubicBezTo>
                    <a:pt x="29" y="216"/>
                    <a:pt x="45" y="223"/>
                    <a:pt x="61" y="223"/>
                  </a:cubicBezTo>
                  <a:cubicBezTo>
                    <a:pt x="61" y="223"/>
                    <a:pt x="62" y="223"/>
                    <a:pt x="62" y="223"/>
                  </a:cubicBezTo>
                  <a:cubicBezTo>
                    <a:pt x="78" y="223"/>
                    <a:pt x="94" y="216"/>
                    <a:pt x="106" y="204"/>
                  </a:cubicBezTo>
                  <a:cubicBezTo>
                    <a:pt x="203" y="107"/>
                    <a:pt x="203" y="107"/>
                    <a:pt x="203" y="107"/>
                  </a:cubicBezTo>
                  <a:cubicBezTo>
                    <a:pt x="218" y="92"/>
                    <a:pt x="225" y="70"/>
                    <a:pt x="219" y="48"/>
                  </a:cubicBezTo>
                  <a:cubicBezTo>
                    <a:pt x="218" y="43"/>
                    <a:pt x="213" y="40"/>
                    <a:pt x="208" y="4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" name="Freeform 207"/>
            <p:cNvSpPr>
              <a:spLocks/>
            </p:cNvSpPr>
            <p:nvPr/>
          </p:nvSpPr>
          <p:spPr bwMode="auto">
            <a:xfrm>
              <a:off x="5675313" y="3832225"/>
              <a:ext cx="196850" cy="195263"/>
            </a:xfrm>
            <a:custGeom>
              <a:avLst/>
              <a:gdLst>
                <a:gd name="T0" fmla="*/ 4 w 198"/>
                <a:gd name="T1" fmla="*/ 193 h 196"/>
                <a:gd name="T2" fmla="*/ 11 w 198"/>
                <a:gd name="T3" fmla="*/ 196 h 196"/>
                <a:gd name="T4" fmla="*/ 17 w 198"/>
                <a:gd name="T5" fmla="*/ 193 h 196"/>
                <a:gd name="T6" fmla="*/ 194 w 198"/>
                <a:gd name="T7" fmla="*/ 17 h 196"/>
                <a:gd name="T8" fmla="*/ 194 w 198"/>
                <a:gd name="T9" fmla="*/ 3 h 196"/>
                <a:gd name="T10" fmla="*/ 181 w 198"/>
                <a:gd name="T11" fmla="*/ 3 h 196"/>
                <a:gd name="T12" fmla="*/ 4 w 198"/>
                <a:gd name="T13" fmla="*/ 180 h 196"/>
                <a:gd name="T14" fmla="*/ 4 w 198"/>
                <a:gd name="T15" fmla="*/ 193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8" h="196">
                  <a:moveTo>
                    <a:pt x="4" y="193"/>
                  </a:moveTo>
                  <a:cubicBezTo>
                    <a:pt x="6" y="195"/>
                    <a:pt x="8" y="196"/>
                    <a:pt x="11" y="196"/>
                  </a:cubicBezTo>
                  <a:cubicBezTo>
                    <a:pt x="13" y="196"/>
                    <a:pt x="16" y="195"/>
                    <a:pt x="17" y="193"/>
                  </a:cubicBezTo>
                  <a:cubicBezTo>
                    <a:pt x="194" y="17"/>
                    <a:pt x="194" y="17"/>
                    <a:pt x="194" y="17"/>
                  </a:cubicBezTo>
                  <a:cubicBezTo>
                    <a:pt x="198" y="13"/>
                    <a:pt x="198" y="7"/>
                    <a:pt x="194" y="3"/>
                  </a:cubicBezTo>
                  <a:cubicBezTo>
                    <a:pt x="191" y="0"/>
                    <a:pt x="185" y="0"/>
                    <a:pt x="181" y="3"/>
                  </a:cubicBezTo>
                  <a:cubicBezTo>
                    <a:pt x="4" y="180"/>
                    <a:pt x="4" y="180"/>
                    <a:pt x="4" y="180"/>
                  </a:cubicBezTo>
                  <a:cubicBezTo>
                    <a:pt x="0" y="184"/>
                    <a:pt x="0" y="190"/>
                    <a:pt x="4" y="193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49" name="Group 248"/>
          <p:cNvGrpSpPr/>
          <p:nvPr/>
        </p:nvGrpSpPr>
        <p:grpSpPr>
          <a:xfrm>
            <a:off x="2034118" y="4957234"/>
            <a:ext cx="512233" cy="565151"/>
            <a:chOff x="1525588" y="3717925"/>
            <a:chExt cx="384175" cy="423863"/>
          </a:xfrm>
          <a:solidFill>
            <a:schemeClr val="accent1"/>
          </a:solidFill>
        </p:grpSpPr>
        <p:sp>
          <p:nvSpPr>
            <p:cNvPr id="16" name="Freeform 208"/>
            <p:cNvSpPr>
              <a:spLocks/>
            </p:cNvSpPr>
            <p:nvPr/>
          </p:nvSpPr>
          <p:spPr bwMode="auto">
            <a:xfrm>
              <a:off x="1709738" y="3992563"/>
              <a:ext cx="17463" cy="149225"/>
            </a:xfrm>
            <a:custGeom>
              <a:avLst/>
              <a:gdLst>
                <a:gd name="T0" fmla="*/ 9 w 19"/>
                <a:gd name="T1" fmla="*/ 0 h 150"/>
                <a:gd name="T2" fmla="*/ 0 w 19"/>
                <a:gd name="T3" fmla="*/ 9 h 150"/>
                <a:gd name="T4" fmla="*/ 0 w 19"/>
                <a:gd name="T5" fmla="*/ 140 h 150"/>
                <a:gd name="T6" fmla="*/ 9 w 19"/>
                <a:gd name="T7" fmla="*/ 150 h 150"/>
                <a:gd name="T8" fmla="*/ 19 w 19"/>
                <a:gd name="T9" fmla="*/ 140 h 150"/>
                <a:gd name="T10" fmla="*/ 19 w 19"/>
                <a:gd name="T11" fmla="*/ 9 h 150"/>
                <a:gd name="T12" fmla="*/ 9 w 19"/>
                <a:gd name="T13" fmla="*/ 0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" h="150">
                  <a:moveTo>
                    <a:pt x="9" y="0"/>
                  </a:moveTo>
                  <a:cubicBezTo>
                    <a:pt x="4" y="0"/>
                    <a:pt x="0" y="4"/>
                    <a:pt x="0" y="9"/>
                  </a:cubicBezTo>
                  <a:cubicBezTo>
                    <a:pt x="0" y="140"/>
                    <a:pt x="0" y="140"/>
                    <a:pt x="0" y="140"/>
                  </a:cubicBezTo>
                  <a:cubicBezTo>
                    <a:pt x="0" y="146"/>
                    <a:pt x="4" y="150"/>
                    <a:pt x="9" y="150"/>
                  </a:cubicBezTo>
                  <a:cubicBezTo>
                    <a:pt x="14" y="150"/>
                    <a:pt x="19" y="146"/>
                    <a:pt x="19" y="140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19" y="4"/>
                    <a:pt x="14" y="0"/>
                    <a:pt x="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" name="Freeform 209"/>
            <p:cNvSpPr>
              <a:spLocks/>
            </p:cNvSpPr>
            <p:nvPr/>
          </p:nvSpPr>
          <p:spPr bwMode="auto">
            <a:xfrm>
              <a:off x="1709738" y="3717925"/>
              <a:ext cx="17463" cy="33338"/>
            </a:xfrm>
            <a:custGeom>
              <a:avLst/>
              <a:gdLst>
                <a:gd name="T0" fmla="*/ 9 w 19"/>
                <a:gd name="T1" fmla="*/ 33 h 33"/>
                <a:gd name="T2" fmla="*/ 19 w 19"/>
                <a:gd name="T3" fmla="*/ 23 h 33"/>
                <a:gd name="T4" fmla="*/ 19 w 19"/>
                <a:gd name="T5" fmla="*/ 9 h 33"/>
                <a:gd name="T6" fmla="*/ 9 w 19"/>
                <a:gd name="T7" fmla="*/ 0 h 33"/>
                <a:gd name="T8" fmla="*/ 0 w 19"/>
                <a:gd name="T9" fmla="*/ 9 h 33"/>
                <a:gd name="T10" fmla="*/ 0 w 19"/>
                <a:gd name="T11" fmla="*/ 23 h 33"/>
                <a:gd name="T12" fmla="*/ 9 w 19"/>
                <a:gd name="T13" fmla="*/ 3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" h="33">
                  <a:moveTo>
                    <a:pt x="9" y="33"/>
                  </a:moveTo>
                  <a:cubicBezTo>
                    <a:pt x="14" y="33"/>
                    <a:pt x="19" y="28"/>
                    <a:pt x="19" y="23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28"/>
                    <a:pt x="4" y="33"/>
                    <a:pt x="9" y="33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" name="Freeform 210"/>
            <p:cNvSpPr>
              <a:spLocks noEditPoints="1"/>
            </p:cNvSpPr>
            <p:nvPr/>
          </p:nvSpPr>
          <p:spPr bwMode="auto">
            <a:xfrm>
              <a:off x="1525588" y="3756025"/>
              <a:ext cx="266700" cy="111125"/>
            </a:xfrm>
            <a:custGeom>
              <a:avLst/>
              <a:gdLst>
                <a:gd name="T0" fmla="*/ 268 w 268"/>
                <a:gd name="T1" fmla="*/ 94 h 111"/>
                <a:gd name="T2" fmla="*/ 268 w 268"/>
                <a:gd name="T3" fmla="*/ 17 h 111"/>
                <a:gd name="T4" fmla="*/ 251 w 268"/>
                <a:gd name="T5" fmla="*/ 0 h 111"/>
                <a:gd name="T6" fmla="*/ 70 w 268"/>
                <a:gd name="T7" fmla="*/ 0 h 111"/>
                <a:gd name="T8" fmla="*/ 52 w 268"/>
                <a:gd name="T9" fmla="*/ 7 h 111"/>
                <a:gd name="T10" fmla="*/ 6 w 268"/>
                <a:gd name="T11" fmla="*/ 43 h 111"/>
                <a:gd name="T12" fmla="*/ 5 w 268"/>
                <a:gd name="T13" fmla="*/ 44 h 111"/>
                <a:gd name="T14" fmla="*/ 0 w 268"/>
                <a:gd name="T15" fmla="*/ 55 h 111"/>
                <a:gd name="T16" fmla="*/ 5 w 268"/>
                <a:gd name="T17" fmla="*/ 67 h 111"/>
                <a:gd name="T18" fmla="*/ 6 w 268"/>
                <a:gd name="T19" fmla="*/ 68 h 111"/>
                <a:gd name="T20" fmla="*/ 52 w 268"/>
                <a:gd name="T21" fmla="*/ 104 h 111"/>
                <a:gd name="T22" fmla="*/ 70 w 268"/>
                <a:gd name="T23" fmla="*/ 111 h 111"/>
                <a:gd name="T24" fmla="*/ 251 w 268"/>
                <a:gd name="T25" fmla="*/ 111 h 111"/>
                <a:gd name="T26" fmla="*/ 268 w 268"/>
                <a:gd name="T27" fmla="*/ 94 h 111"/>
                <a:gd name="T28" fmla="*/ 249 w 268"/>
                <a:gd name="T29" fmla="*/ 92 h 111"/>
                <a:gd name="T30" fmla="*/ 70 w 268"/>
                <a:gd name="T31" fmla="*/ 92 h 111"/>
                <a:gd name="T32" fmla="*/ 64 w 268"/>
                <a:gd name="T33" fmla="*/ 90 h 111"/>
                <a:gd name="T34" fmla="*/ 64 w 268"/>
                <a:gd name="T35" fmla="*/ 89 h 111"/>
                <a:gd name="T36" fmla="*/ 21 w 268"/>
                <a:gd name="T37" fmla="*/ 55 h 111"/>
                <a:gd name="T38" fmla="*/ 64 w 268"/>
                <a:gd name="T39" fmla="*/ 22 h 111"/>
                <a:gd name="T40" fmla="*/ 64 w 268"/>
                <a:gd name="T41" fmla="*/ 21 h 111"/>
                <a:gd name="T42" fmla="*/ 70 w 268"/>
                <a:gd name="T43" fmla="*/ 19 h 111"/>
                <a:gd name="T44" fmla="*/ 249 w 268"/>
                <a:gd name="T45" fmla="*/ 19 h 111"/>
                <a:gd name="T46" fmla="*/ 249 w 268"/>
                <a:gd name="T47" fmla="*/ 92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68" h="111">
                  <a:moveTo>
                    <a:pt x="268" y="94"/>
                  </a:moveTo>
                  <a:cubicBezTo>
                    <a:pt x="268" y="17"/>
                    <a:pt x="268" y="17"/>
                    <a:pt x="268" y="17"/>
                  </a:cubicBezTo>
                  <a:cubicBezTo>
                    <a:pt x="268" y="8"/>
                    <a:pt x="260" y="0"/>
                    <a:pt x="251" y="0"/>
                  </a:cubicBezTo>
                  <a:cubicBezTo>
                    <a:pt x="70" y="0"/>
                    <a:pt x="70" y="0"/>
                    <a:pt x="70" y="0"/>
                  </a:cubicBezTo>
                  <a:cubicBezTo>
                    <a:pt x="64" y="0"/>
                    <a:pt x="57" y="3"/>
                    <a:pt x="52" y="7"/>
                  </a:cubicBezTo>
                  <a:cubicBezTo>
                    <a:pt x="6" y="43"/>
                    <a:pt x="6" y="43"/>
                    <a:pt x="6" y="43"/>
                  </a:cubicBezTo>
                  <a:cubicBezTo>
                    <a:pt x="6" y="43"/>
                    <a:pt x="6" y="44"/>
                    <a:pt x="5" y="44"/>
                  </a:cubicBezTo>
                  <a:cubicBezTo>
                    <a:pt x="2" y="47"/>
                    <a:pt x="0" y="51"/>
                    <a:pt x="0" y="55"/>
                  </a:cubicBezTo>
                  <a:cubicBezTo>
                    <a:pt x="0" y="60"/>
                    <a:pt x="2" y="64"/>
                    <a:pt x="5" y="67"/>
                  </a:cubicBezTo>
                  <a:cubicBezTo>
                    <a:pt x="6" y="67"/>
                    <a:pt x="6" y="67"/>
                    <a:pt x="6" y="68"/>
                  </a:cubicBezTo>
                  <a:cubicBezTo>
                    <a:pt x="52" y="104"/>
                    <a:pt x="52" y="104"/>
                    <a:pt x="52" y="104"/>
                  </a:cubicBezTo>
                  <a:cubicBezTo>
                    <a:pt x="57" y="108"/>
                    <a:pt x="64" y="111"/>
                    <a:pt x="70" y="111"/>
                  </a:cubicBezTo>
                  <a:cubicBezTo>
                    <a:pt x="251" y="111"/>
                    <a:pt x="251" y="111"/>
                    <a:pt x="251" y="111"/>
                  </a:cubicBezTo>
                  <a:cubicBezTo>
                    <a:pt x="260" y="111"/>
                    <a:pt x="268" y="103"/>
                    <a:pt x="268" y="94"/>
                  </a:cubicBezTo>
                  <a:close/>
                  <a:moveTo>
                    <a:pt x="249" y="92"/>
                  </a:moveTo>
                  <a:cubicBezTo>
                    <a:pt x="70" y="92"/>
                    <a:pt x="70" y="92"/>
                    <a:pt x="70" y="92"/>
                  </a:cubicBezTo>
                  <a:cubicBezTo>
                    <a:pt x="69" y="92"/>
                    <a:pt x="65" y="91"/>
                    <a:pt x="64" y="90"/>
                  </a:cubicBezTo>
                  <a:cubicBezTo>
                    <a:pt x="64" y="89"/>
                    <a:pt x="64" y="89"/>
                    <a:pt x="64" y="89"/>
                  </a:cubicBezTo>
                  <a:cubicBezTo>
                    <a:pt x="21" y="55"/>
                    <a:pt x="21" y="55"/>
                    <a:pt x="21" y="55"/>
                  </a:cubicBezTo>
                  <a:cubicBezTo>
                    <a:pt x="64" y="22"/>
                    <a:pt x="64" y="22"/>
                    <a:pt x="64" y="22"/>
                  </a:cubicBezTo>
                  <a:cubicBezTo>
                    <a:pt x="64" y="22"/>
                    <a:pt x="64" y="21"/>
                    <a:pt x="64" y="21"/>
                  </a:cubicBezTo>
                  <a:cubicBezTo>
                    <a:pt x="65" y="20"/>
                    <a:pt x="69" y="19"/>
                    <a:pt x="70" y="19"/>
                  </a:cubicBezTo>
                  <a:cubicBezTo>
                    <a:pt x="249" y="19"/>
                    <a:pt x="249" y="19"/>
                    <a:pt x="249" y="19"/>
                  </a:cubicBezTo>
                  <a:lnTo>
                    <a:pt x="249" y="92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" name="Freeform 211"/>
            <p:cNvSpPr>
              <a:spLocks noEditPoints="1"/>
            </p:cNvSpPr>
            <p:nvPr/>
          </p:nvSpPr>
          <p:spPr bwMode="auto">
            <a:xfrm>
              <a:off x="1643063" y="3875088"/>
              <a:ext cx="266700" cy="109538"/>
            </a:xfrm>
            <a:custGeom>
              <a:avLst/>
              <a:gdLst>
                <a:gd name="T0" fmla="*/ 263 w 268"/>
                <a:gd name="T1" fmla="*/ 44 h 111"/>
                <a:gd name="T2" fmla="*/ 262 w 268"/>
                <a:gd name="T3" fmla="*/ 43 h 111"/>
                <a:gd name="T4" fmla="*/ 216 w 268"/>
                <a:gd name="T5" fmla="*/ 7 h 111"/>
                <a:gd name="T6" fmla="*/ 198 w 268"/>
                <a:gd name="T7" fmla="*/ 0 h 111"/>
                <a:gd name="T8" fmla="*/ 17 w 268"/>
                <a:gd name="T9" fmla="*/ 0 h 111"/>
                <a:gd name="T10" fmla="*/ 0 w 268"/>
                <a:gd name="T11" fmla="*/ 16 h 111"/>
                <a:gd name="T12" fmla="*/ 0 w 268"/>
                <a:gd name="T13" fmla="*/ 94 h 111"/>
                <a:gd name="T14" fmla="*/ 17 w 268"/>
                <a:gd name="T15" fmla="*/ 111 h 111"/>
                <a:gd name="T16" fmla="*/ 198 w 268"/>
                <a:gd name="T17" fmla="*/ 111 h 111"/>
                <a:gd name="T18" fmla="*/ 216 w 268"/>
                <a:gd name="T19" fmla="*/ 104 h 111"/>
                <a:gd name="T20" fmla="*/ 262 w 268"/>
                <a:gd name="T21" fmla="*/ 67 h 111"/>
                <a:gd name="T22" fmla="*/ 263 w 268"/>
                <a:gd name="T23" fmla="*/ 67 h 111"/>
                <a:gd name="T24" fmla="*/ 268 w 268"/>
                <a:gd name="T25" fmla="*/ 55 h 111"/>
                <a:gd name="T26" fmla="*/ 263 w 268"/>
                <a:gd name="T27" fmla="*/ 44 h 111"/>
                <a:gd name="T28" fmla="*/ 204 w 268"/>
                <a:gd name="T29" fmla="*/ 89 h 111"/>
                <a:gd name="T30" fmla="*/ 204 w 268"/>
                <a:gd name="T31" fmla="*/ 90 h 111"/>
                <a:gd name="T32" fmla="*/ 198 w 268"/>
                <a:gd name="T33" fmla="*/ 92 h 111"/>
                <a:gd name="T34" fmla="*/ 19 w 268"/>
                <a:gd name="T35" fmla="*/ 92 h 111"/>
                <a:gd name="T36" fmla="*/ 19 w 268"/>
                <a:gd name="T37" fmla="*/ 19 h 111"/>
                <a:gd name="T38" fmla="*/ 198 w 268"/>
                <a:gd name="T39" fmla="*/ 19 h 111"/>
                <a:gd name="T40" fmla="*/ 204 w 268"/>
                <a:gd name="T41" fmla="*/ 21 h 111"/>
                <a:gd name="T42" fmla="*/ 204 w 268"/>
                <a:gd name="T43" fmla="*/ 22 h 111"/>
                <a:gd name="T44" fmla="*/ 247 w 268"/>
                <a:gd name="T45" fmla="*/ 55 h 111"/>
                <a:gd name="T46" fmla="*/ 204 w 268"/>
                <a:gd name="T47" fmla="*/ 89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68" h="111">
                  <a:moveTo>
                    <a:pt x="263" y="44"/>
                  </a:moveTo>
                  <a:cubicBezTo>
                    <a:pt x="262" y="44"/>
                    <a:pt x="262" y="43"/>
                    <a:pt x="262" y="43"/>
                  </a:cubicBezTo>
                  <a:cubicBezTo>
                    <a:pt x="216" y="7"/>
                    <a:pt x="216" y="7"/>
                    <a:pt x="216" y="7"/>
                  </a:cubicBezTo>
                  <a:cubicBezTo>
                    <a:pt x="211" y="3"/>
                    <a:pt x="204" y="0"/>
                    <a:pt x="198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7" y="0"/>
                    <a:pt x="0" y="7"/>
                    <a:pt x="0" y="16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0" y="103"/>
                    <a:pt x="7" y="111"/>
                    <a:pt x="17" y="111"/>
                  </a:cubicBezTo>
                  <a:cubicBezTo>
                    <a:pt x="198" y="111"/>
                    <a:pt x="198" y="111"/>
                    <a:pt x="198" y="111"/>
                  </a:cubicBezTo>
                  <a:cubicBezTo>
                    <a:pt x="204" y="111"/>
                    <a:pt x="211" y="108"/>
                    <a:pt x="216" y="104"/>
                  </a:cubicBezTo>
                  <a:cubicBezTo>
                    <a:pt x="262" y="67"/>
                    <a:pt x="262" y="67"/>
                    <a:pt x="262" y="67"/>
                  </a:cubicBezTo>
                  <a:cubicBezTo>
                    <a:pt x="262" y="67"/>
                    <a:pt x="262" y="67"/>
                    <a:pt x="263" y="67"/>
                  </a:cubicBezTo>
                  <a:cubicBezTo>
                    <a:pt x="266" y="64"/>
                    <a:pt x="268" y="60"/>
                    <a:pt x="268" y="55"/>
                  </a:cubicBezTo>
                  <a:cubicBezTo>
                    <a:pt x="268" y="51"/>
                    <a:pt x="266" y="47"/>
                    <a:pt x="263" y="44"/>
                  </a:cubicBezTo>
                  <a:close/>
                  <a:moveTo>
                    <a:pt x="204" y="89"/>
                  </a:moveTo>
                  <a:cubicBezTo>
                    <a:pt x="204" y="89"/>
                    <a:pt x="204" y="89"/>
                    <a:pt x="204" y="90"/>
                  </a:cubicBezTo>
                  <a:cubicBezTo>
                    <a:pt x="203" y="91"/>
                    <a:pt x="199" y="92"/>
                    <a:pt x="198" y="92"/>
                  </a:cubicBezTo>
                  <a:cubicBezTo>
                    <a:pt x="19" y="92"/>
                    <a:pt x="19" y="92"/>
                    <a:pt x="19" y="92"/>
                  </a:cubicBezTo>
                  <a:cubicBezTo>
                    <a:pt x="19" y="19"/>
                    <a:pt x="19" y="19"/>
                    <a:pt x="19" y="19"/>
                  </a:cubicBezTo>
                  <a:cubicBezTo>
                    <a:pt x="198" y="19"/>
                    <a:pt x="198" y="19"/>
                    <a:pt x="198" y="19"/>
                  </a:cubicBezTo>
                  <a:cubicBezTo>
                    <a:pt x="199" y="19"/>
                    <a:pt x="203" y="20"/>
                    <a:pt x="204" y="21"/>
                  </a:cubicBezTo>
                  <a:cubicBezTo>
                    <a:pt x="204" y="21"/>
                    <a:pt x="204" y="21"/>
                    <a:pt x="204" y="22"/>
                  </a:cubicBezTo>
                  <a:cubicBezTo>
                    <a:pt x="247" y="55"/>
                    <a:pt x="247" y="55"/>
                    <a:pt x="247" y="55"/>
                  </a:cubicBezTo>
                  <a:lnTo>
                    <a:pt x="204" y="89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50" name="Group 249"/>
          <p:cNvGrpSpPr/>
          <p:nvPr/>
        </p:nvGrpSpPr>
        <p:grpSpPr>
          <a:xfrm>
            <a:off x="903818" y="4957234"/>
            <a:ext cx="666751" cy="565151"/>
            <a:chOff x="677863" y="3717925"/>
            <a:chExt cx="500063" cy="423863"/>
          </a:xfrm>
          <a:solidFill>
            <a:schemeClr val="accent1"/>
          </a:solidFill>
        </p:grpSpPr>
        <p:sp>
          <p:nvSpPr>
            <p:cNvPr id="20" name="Freeform 212"/>
            <p:cNvSpPr>
              <a:spLocks noEditPoints="1"/>
            </p:cNvSpPr>
            <p:nvPr/>
          </p:nvSpPr>
          <p:spPr bwMode="auto">
            <a:xfrm>
              <a:off x="677863" y="3717925"/>
              <a:ext cx="500063" cy="423863"/>
            </a:xfrm>
            <a:custGeom>
              <a:avLst/>
              <a:gdLst>
                <a:gd name="T0" fmla="*/ 498 w 503"/>
                <a:gd name="T1" fmla="*/ 146 h 425"/>
                <a:gd name="T2" fmla="*/ 267 w 503"/>
                <a:gd name="T3" fmla="*/ 6 h 425"/>
                <a:gd name="T4" fmla="*/ 251 w 503"/>
                <a:gd name="T5" fmla="*/ 0 h 425"/>
                <a:gd name="T6" fmla="*/ 236 w 503"/>
                <a:gd name="T7" fmla="*/ 6 h 425"/>
                <a:gd name="T8" fmla="*/ 4 w 503"/>
                <a:gd name="T9" fmla="*/ 146 h 425"/>
                <a:gd name="T10" fmla="*/ 0 w 503"/>
                <a:gd name="T11" fmla="*/ 154 h 425"/>
                <a:gd name="T12" fmla="*/ 0 w 503"/>
                <a:gd name="T13" fmla="*/ 401 h 425"/>
                <a:gd name="T14" fmla="*/ 23 w 503"/>
                <a:gd name="T15" fmla="*/ 425 h 425"/>
                <a:gd name="T16" fmla="*/ 479 w 503"/>
                <a:gd name="T17" fmla="*/ 425 h 425"/>
                <a:gd name="T18" fmla="*/ 503 w 503"/>
                <a:gd name="T19" fmla="*/ 401 h 425"/>
                <a:gd name="T20" fmla="*/ 503 w 503"/>
                <a:gd name="T21" fmla="*/ 154 h 425"/>
                <a:gd name="T22" fmla="*/ 498 w 503"/>
                <a:gd name="T23" fmla="*/ 146 h 425"/>
                <a:gd name="T24" fmla="*/ 246 w 503"/>
                <a:gd name="T25" fmla="*/ 21 h 425"/>
                <a:gd name="T26" fmla="*/ 248 w 503"/>
                <a:gd name="T27" fmla="*/ 20 h 425"/>
                <a:gd name="T28" fmla="*/ 251 w 503"/>
                <a:gd name="T29" fmla="*/ 19 h 425"/>
                <a:gd name="T30" fmla="*/ 255 w 503"/>
                <a:gd name="T31" fmla="*/ 20 h 425"/>
                <a:gd name="T32" fmla="*/ 256 w 503"/>
                <a:gd name="T33" fmla="*/ 21 h 425"/>
                <a:gd name="T34" fmla="*/ 478 w 503"/>
                <a:gd name="T35" fmla="*/ 155 h 425"/>
                <a:gd name="T36" fmla="*/ 319 w 503"/>
                <a:gd name="T37" fmla="*/ 250 h 425"/>
                <a:gd name="T38" fmla="*/ 315 w 503"/>
                <a:gd name="T39" fmla="*/ 263 h 425"/>
                <a:gd name="T40" fmla="*/ 323 w 503"/>
                <a:gd name="T41" fmla="*/ 268 h 425"/>
                <a:gd name="T42" fmla="*/ 328 w 503"/>
                <a:gd name="T43" fmla="*/ 266 h 425"/>
                <a:gd name="T44" fmla="*/ 484 w 503"/>
                <a:gd name="T45" fmla="*/ 173 h 425"/>
                <a:gd name="T46" fmla="*/ 484 w 503"/>
                <a:gd name="T47" fmla="*/ 396 h 425"/>
                <a:gd name="T48" fmla="*/ 267 w 503"/>
                <a:gd name="T49" fmla="*/ 251 h 425"/>
                <a:gd name="T50" fmla="*/ 236 w 503"/>
                <a:gd name="T51" fmla="*/ 251 h 425"/>
                <a:gd name="T52" fmla="*/ 18 w 503"/>
                <a:gd name="T53" fmla="*/ 396 h 425"/>
                <a:gd name="T54" fmla="*/ 18 w 503"/>
                <a:gd name="T55" fmla="*/ 173 h 425"/>
                <a:gd name="T56" fmla="*/ 174 w 503"/>
                <a:gd name="T57" fmla="*/ 266 h 425"/>
                <a:gd name="T58" fmla="*/ 179 w 503"/>
                <a:gd name="T59" fmla="*/ 268 h 425"/>
                <a:gd name="T60" fmla="*/ 187 w 503"/>
                <a:gd name="T61" fmla="*/ 263 h 425"/>
                <a:gd name="T62" fmla="*/ 184 w 503"/>
                <a:gd name="T63" fmla="*/ 250 h 425"/>
                <a:gd name="T64" fmla="*/ 25 w 503"/>
                <a:gd name="T65" fmla="*/ 155 h 425"/>
                <a:gd name="T66" fmla="*/ 246 w 503"/>
                <a:gd name="T67" fmla="*/ 21 h 425"/>
                <a:gd name="T68" fmla="*/ 466 w 503"/>
                <a:gd name="T69" fmla="*/ 406 h 425"/>
                <a:gd name="T70" fmla="*/ 37 w 503"/>
                <a:gd name="T71" fmla="*/ 406 h 425"/>
                <a:gd name="T72" fmla="*/ 247 w 503"/>
                <a:gd name="T73" fmla="*/ 266 h 425"/>
                <a:gd name="T74" fmla="*/ 247 w 503"/>
                <a:gd name="T75" fmla="*/ 266 h 425"/>
                <a:gd name="T76" fmla="*/ 255 w 503"/>
                <a:gd name="T77" fmla="*/ 266 h 425"/>
                <a:gd name="T78" fmla="*/ 256 w 503"/>
                <a:gd name="T79" fmla="*/ 266 h 425"/>
                <a:gd name="T80" fmla="*/ 466 w 503"/>
                <a:gd name="T81" fmla="*/ 406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503" h="425">
                  <a:moveTo>
                    <a:pt x="498" y="146"/>
                  </a:moveTo>
                  <a:cubicBezTo>
                    <a:pt x="267" y="6"/>
                    <a:pt x="267" y="6"/>
                    <a:pt x="267" y="6"/>
                  </a:cubicBezTo>
                  <a:cubicBezTo>
                    <a:pt x="263" y="2"/>
                    <a:pt x="257" y="0"/>
                    <a:pt x="251" y="0"/>
                  </a:cubicBezTo>
                  <a:cubicBezTo>
                    <a:pt x="246" y="0"/>
                    <a:pt x="240" y="2"/>
                    <a:pt x="236" y="6"/>
                  </a:cubicBezTo>
                  <a:cubicBezTo>
                    <a:pt x="4" y="146"/>
                    <a:pt x="4" y="146"/>
                    <a:pt x="4" y="146"/>
                  </a:cubicBezTo>
                  <a:cubicBezTo>
                    <a:pt x="1" y="147"/>
                    <a:pt x="0" y="150"/>
                    <a:pt x="0" y="154"/>
                  </a:cubicBezTo>
                  <a:cubicBezTo>
                    <a:pt x="0" y="401"/>
                    <a:pt x="0" y="401"/>
                    <a:pt x="0" y="401"/>
                  </a:cubicBezTo>
                  <a:cubicBezTo>
                    <a:pt x="0" y="414"/>
                    <a:pt x="10" y="425"/>
                    <a:pt x="23" y="425"/>
                  </a:cubicBezTo>
                  <a:cubicBezTo>
                    <a:pt x="479" y="425"/>
                    <a:pt x="479" y="425"/>
                    <a:pt x="479" y="425"/>
                  </a:cubicBezTo>
                  <a:cubicBezTo>
                    <a:pt x="492" y="425"/>
                    <a:pt x="503" y="414"/>
                    <a:pt x="503" y="401"/>
                  </a:cubicBezTo>
                  <a:cubicBezTo>
                    <a:pt x="503" y="154"/>
                    <a:pt x="503" y="154"/>
                    <a:pt x="503" y="154"/>
                  </a:cubicBezTo>
                  <a:cubicBezTo>
                    <a:pt x="503" y="150"/>
                    <a:pt x="501" y="147"/>
                    <a:pt x="498" y="146"/>
                  </a:cubicBezTo>
                  <a:close/>
                  <a:moveTo>
                    <a:pt x="246" y="21"/>
                  </a:moveTo>
                  <a:cubicBezTo>
                    <a:pt x="247" y="21"/>
                    <a:pt x="248" y="21"/>
                    <a:pt x="248" y="20"/>
                  </a:cubicBezTo>
                  <a:cubicBezTo>
                    <a:pt x="249" y="19"/>
                    <a:pt x="251" y="19"/>
                    <a:pt x="251" y="19"/>
                  </a:cubicBezTo>
                  <a:cubicBezTo>
                    <a:pt x="252" y="19"/>
                    <a:pt x="253" y="19"/>
                    <a:pt x="255" y="20"/>
                  </a:cubicBezTo>
                  <a:cubicBezTo>
                    <a:pt x="255" y="21"/>
                    <a:pt x="256" y="21"/>
                    <a:pt x="256" y="21"/>
                  </a:cubicBezTo>
                  <a:cubicBezTo>
                    <a:pt x="478" y="155"/>
                    <a:pt x="478" y="155"/>
                    <a:pt x="478" y="155"/>
                  </a:cubicBezTo>
                  <a:cubicBezTo>
                    <a:pt x="319" y="250"/>
                    <a:pt x="319" y="250"/>
                    <a:pt x="319" y="250"/>
                  </a:cubicBezTo>
                  <a:cubicBezTo>
                    <a:pt x="314" y="253"/>
                    <a:pt x="313" y="259"/>
                    <a:pt x="315" y="263"/>
                  </a:cubicBezTo>
                  <a:cubicBezTo>
                    <a:pt x="317" y="266"/>
                    <a:pt x="320" y="268"/>
                    <a:pt x="323" y="268"/>
                  </a:cubicBezTo>
                  <a:cubicBezTo>
                    <a:pt x="325" y="268"/>
                    <a:pt x="327" y="267"/>
                    <a:pt x="328" y="266"/>
                  </a:cubicBezTo>
                  <a:cubicBezTo>
                    <a:pt x="484" y="173"/>
                    <a:pt x="484" y="173"/>
                    <a:pt x="484" y="173"/>
                  </a:cubicBezTo>
                  <a:cubicBezTo>
                    <a:pt x="484" y="396"/>
                    <a:pt x="484" y="396"/>
                    <a:pt x="484" y="396"/>
                  </a:cubicBezTo>
                  <a:cubicBezTo>
                    <a:pt x="267" y="251"/>
                    <a:pt x="267" y="251"/>
                    <a:pt x="267" y="251"/>
                  </a:cubicBezTo>
                  <a:cubicBezTo>
                    <a:pt x="259" y="245"/>
                    <a:pt x="244" y="245"/>
                    <a:pt x="236" y="251"/>
                  </a:cubicBezTo>
                  <a:cubicBezTo>
                    <a:pt x="18" y="396"/>
                    <a:pt x="18" y="396"/>
                    <a:pt x="18" y="396"/>
                  </a:cubicBezTo>
                  <a:cubicBezTo>
                    <a:pt x="18" y="173"/>
                    <a:pt x="18" y="173"/>
                    <a:pt x="18" y="173"/>
                  </a:cubicBezTo>
                  <a:cubicBezTo>
                    <a:pt x="174" y="266"/>
                    <a:pt x="174" y="266"/>
                    <a:pt x="174" y="266"/>
                  </a:cubicBezTo>
                  <a:cubicBezTo>
                    <a:pt x="176" y="267"/>
                    <a:pt x="178" y="268"/>
                    <a:pt x="179" y="268"/>
                  </a:cubicBezTo>
                  <a:cubicBezTo>
                    <a:pt x="182" y="268"/>
                    <a:pt x="186" y="266"/>
                    <a:pt x="187" y="263"/>
                  </a:cubicBezTo>
                  <a:cubicBezTo>
                    <a:pt x="190" y="259"/>
                    <a:pt x="188" y="253"/>
                    <a:pt x="184" y="250"/>
                  </a:cubicBezTo>
                  <a:cubicBezTo>
                    <a:pt x="25" y="155"/>
                    <a:pt x="25" y="155"/>
                    <a:pt x="25" y="155"/>
                  </a:cubicBezTo>
                  <a:lnTo>
                    <a:pt x="246" y="21"/>
                  </a:lnTo>
                  <a:close/>
                  <a:moveTo>
                    <a:pt x="466" y="406"/>
                  </a:moveTo>
                  <a:cubicBezTo>
                    <a:pt x="37" y="406"/>
                    <a:pt x="37" y="406"/>
                    <a:pt x="37" y="406"/>
                  </a:cubicBezTo>
                  <a:cubicBezTo>
                    <a:pt x="247" y="266"/>
                    <a:pt x="247" y="266"/>
                    <a:pt x="247" y="266"/>
                  </a:cubicBezTo>
                  <a:cubicBezTo>
                    <a:pt x="247" y="266"/>
                    <a:pt x="247" y="266"/>
                    <a:pt x="247" y="266"/>
                  </a:cubicBezTo>
                  <a:cubicBezTo>
                    <a:pt x="249" y="265"/>
                    <a:pt x="254" y="265"/>
                    <a:pt x="255" y="266"/>
                  </a:cubicBezTo>
                  <a:cubicBezTo>
                    <a:pt x="256" y="266"/>
                    <a:pt x="256" y="266"/>
                    <a:pt x="256" y="266"/>
                  </a:cubicBezTo>
                  <a:lnTo>
                    <a:pt x="466" y="406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1" name="Freeform 213"/>
            <p:cNvSpPr>
              <a:spLocks/>
            </p:cNvSpPr>
            <p:nvPr/>
          </p:nvSpPr>
          <p:spPr bwMode="auto">
            <a:xfrm>
              <a:off x="755651" y="3875088"/>
              <a:ext cx="344488" cy="17463"/>
            </a:xfrm>
            <a:custGeom>
              <a:avLst/>
              <a:gdLst>
                <a:gd name="T0" fmla="*/ 10 w 346"/>
                <a:gd name="T1" fmla="*/ 19 h 19"/>
                <a:gd name="T2" fmla="*/ 337 w 346"/>
                <a:gd name="T3" fmla="*/ 19 h 19"/>
                <a:gd name="T4" fmla="*/ 346 w 346"/>
                <a:gd name="T5" fmla="*/ 9 h 19"/>
                <a:gd name="T6" fmla="*/ 337 w 346"/>
                <a:gd name="T7" fmla="*/ 0 h 19"/>
                <a:gd name="T8" fmla="*/ 10 w 346"/>
                <a:gd name="T9" fmla="*/ 0 h 19"/>
                <a:gd name="T10" fmla="*/ 0 w 346"/>
                <a:gd name="T11" fmla="*/ 9 h 19"/>
                <a:gd name="T12" fmla="*/ 10 w 346"/>
                <a:gd name="T13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46" h="19">
                  <a:moveTo>
                    <a:pt x="10" y="19"/>
                  </a:moveTo>
                  <a:cubicBezTo>
                    <a:pt x="337" y="19"/>
                    <a:pt x="337" y="19"/>
                    <a:pt x="337" y="19"/>
                  </a:cubicBezTo>
                  <a:cubicBezTo>
                    <a:pt x="342" y="19"/>
                    <a:pt x="346" y="15"/>
                    <a:pt x="346" y="9"/>
                  </a:cubicBezTo>
                  <a:cubicBezTo>
                    <a:pt x="346" y="4"/>
                    <a:pt x="342" y="0"/>
                    <a:pt x="337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5"/>
                    <a:pt x="4" y="19"/>
                    <a:pt x="10" y="19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42" name="Group 241"/>
          <p:cNvGrpSpPr/>
          <p:nvPr/>
        </p:nvGrpSpPr>
        <p:grpSpPr>
          <a:xfrm>
            <a:off x="10615085" y="4959351"/>
            <a:ext cx="556684" cy="560916"/>
            <a:chOff x="7961313" y="3719513"/>
            <a:chExt cx="417513" cy="420687"/>
          </a:xfrm>
          <a:solidFill>
            <a:schemeClr val="accent1"/>
          </a:solidFill>
        </p:grpSpPr>
        <p:sp>
          <p:nvSpPr>
            <p:cNvPr id="22" name="Freeform 214"/>
            <p:cNvSpPr>
              <a:spLocks noEditPoints="1"/>
            </p:cNvSpPr>
            <p:nvPr/>
          </p:nvSpPr>
          <p:spPr bwMode="auto">
            <a:xfrm>
              <a:off x="7961313" y="3719513"/>
              <a:ext cx="417513" cy="242888"/>
            </a:xfrm>
            <a:custGeom>
              <a:avLst/>
              <a:gdLst>
                <a:gd name="T0" fmla="*/ 19 w 420"/>
                <a:gd name="T1" fmla="*/ 150 h 245"/>
                <a:gd name="T2" fmla="*/ 171 w 420"/>
                <a:gd name="T3" fmla="*/ 236 h 245"/>
                <a:gd name="T4" fmla="*/ 210 w 420"/>
                <a:gd name="T5" fmla="*/ 245 h 245"/>
                <a:gd name="T6" fmla="*/ 249 w 420"/>
                <a:gd name="T7" fmla="*/ 236 h 245"/>
                <a:gd name="T8" fmla="*/ 401 w 420"/>
                <a:gd name="T9" fmla="*/ 150 h 245"/>
                <a:gd name="T10" fmla="*/ 420 w 420"/>
                <a:gd name="T11" fmla="*/ 123 h 245"/>
                <a:gd name="T12" fmla="*/ 401 w 420"/>
                <a:gd name="T13" fmla="*/ 95 h 245"/>
                <a:gd name="T14" fmla="*/ 249 w 420"/>
                <a:gd name="T15" fmla="*/ 9 h 245"/>
                <a:gd name="T16" fmla="*/ 210 w 420"/>
                <a:gd name="T17" fmla="*/ 0 h 245"/>
                <a:gd name="T18" fmla="*/ 171 w 420"/>
                <a:gd name="T19" fmla="*/ 9 h 245"/>
                <a:gd name="T20" fmla="*/ 19 w 420"/>
                <a:gd name="T21" fmla="*/ 95 h 245"/>
                <a:gd name="T22" fmla="*/ 0 w 420"/>
                <a:gd name="T23" fmla="*/ 123 h 245"/>
                <a:gd name="T24" fmla="*/ 19 w 420"/>
                <a:gd name="T25" fmla="*/ 150 h 245"/>
                <a:gd name="T26" fmla="*/ 29 w 420"/>
                <a:gd name="T27" fmla="*/ 111 h 245"/>
                <a:gd name="T28" fmla="*/ 180 w 420"/>
                <a:gd name="T29" fmla="*/ 26 h 245"/>
                <a:gd name="T30" fmla="*/ 210 w 420"/>
                <a:gd name="T31" fmla="*/ 19 h 245"/>
                <a:gd name="T32" fmla="*/ 240 w 420"/>
                <a:gd name="T33" fmla="*/ 26 h 245"/>
                <a:gd name="T34" fmla="*/ 391 w 420"/>
                <a:gd name="T35" fmla="*/ 111 h 245"/>
                <a:gd name="T36" fmla="*/ 401 w 420"/>
                <a:gd name="T37" fmla="*/ 123 h 245"/>
                <a:gd name="T38" fmla="*/ 391 w 420"/>
                <a:gd name="T39" fmla="*/ 134 h 245"/>
                <a:gd name="T40" fmla="*/ 240 w 420"/>
                <a:gd name="T41" fmla="*/ 220 h 245"/>
                <a:gd name="T42" fmla="*/ 210 w 420"/>
                <a:gd name="T43" fmla="*/ 226 h 245"/>
                <a:gd name="T44" fmla="*/ 180 w 420"/>
                <a:gd name="T45" fmla="*/ 220 h 245"/>
                <a:gd name="T46" fmla="*/ 29 w 420"/>
                <a:gd name="T47" fmla="*/ 134 h 245"/>
                <a:gd name="T48" fmla="*/ 19 w 420"/>
                <a:gd name="T49" fmla="*/ 123 h 245"/>
                <a:gd name="T50" fmla="*/ 29 w 420"/>
                <a:gd name="T51" fmla="*/ 11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20" h="245">
                  <a:moveTo>
                    <a:pt x="19" y="150"/>
                  </a:moveTo>
                  <a:cubicBezTo>
                    <a:pt x="171" y="236"/>
                    <a:pt x="171" y="236"/>
                    <a:pt x="171" y="236"/>
                  </a:cubicBezTo>
                  <a:cubicBezTo>
                    <a:pt x="181" y="242"/>
                    <a:pt x="195" y="245"/>
                    <a:pt x="210" y="245"/>
                  </a:cubicBezTo>
                  <a:cubicBezTo>
                    <a:pt x="225" y="245"/>
                    <a:pt x="239" y="242"/>
                    <a:pt x="249" y="236"/>
                  </a:cubicBezTo>
                  <a:cubicBezTo>
                    <a:pt x="401" y="150"/>
                    <a:pt x="401" y="150"/>
                    <a:pt x="401" y="150"/>
                  </a:cubicBezTo>
                  <a:cubicBezTo>
                    <a:pt x="413" y="144"/>
                    <a:pt x="420" y="133"/>
                    <a:pt x="420" y="123"/>
                  </a:cubicBezTo>
                  <a:cubicBezTo>
                    <a:pt x="420" y="112"/>
                    <a:pt x="413" y="102"/>
                    <a:pt x="401" y="95"/>
                  </a:cubicBezTo>
                  <a:cubicBezTo>
                    <a:pt x="249" y="9"/>
                    <a:pt x="249" y="9"/>
                    <a:pt x="249" y="9"/>
                  </a:cubicBezTo>
                  <a:cubicBezTo>
                    <a:pt x="239" y="3"/>
                    <a:pt x="225" y="0"/>
                    <a:pt x="210" y="0"/>
                  </a:cubicBezTo>
                  <a:cubicBezTo>
                    <a:pt x="195" y="0"/>
                    <a:pt x="181" y="3"/>
                    <a:pt x="171" y="9"/>
                  </a:cubicBezTo>
                  <a:cubicBezTo>
                    <a:pt x="19" y="95"/>
                    <a:pt x="19" y="95"/>
                    <a:pt x="19" y="95"/>
                  </a:cubicBezTo>
                  <a:cubicBezTo>
                    <a:pt x="7" y="102"/>
                    <a:pt x="0" y="112"/>
                    <a:pt x="0" y="123"/>
                  </a:cubicBezTo>
                  <a:cubicBezTo>
                    <a:pt x="0" y="133"/>
                    <a:pt x="7" y="144"/>
                    <a:pt x="19" y="150"/>
                  </a:cubicBezTo>
                  <a:close/>
                  <a:moveTo>
                    <a:pt x="29" y="111"/>
                  </a:moveTo>
                  <a:cubicBezTo>
                    <a:pt x="180" y="26"/>
                    <a:pt x="180" y="26"/>
                    <a:pt x="180" y="26"/>
                  </a:cubicBezTo>
                  <a:cubicBezTo>
                    <a:pt x="188" y="21"/>
                    <a:pt x="199" y="19"/>
                    <a:pt x="210" y="19"/>
                  </a:cubicBezTo>
                  <a:cubicBezTo>
                    <a:pt x="221" y="19"/>
                    <a:pt x="232" y="21"/>
                    <a:pt x="240" y="26"/>
                  </a:cubicBezTo>
                  <a:cubicBezTo>
                    <a:pt x="391" y="111"/>
                    <a:pt x="391" y="111"/>
                    <a:pt x="391" y="111"/>
                  </a:cubicBezTo>
                  <a:cubicBezTo>
                    <a:pt x="398" y="115"/>
                    <a:pt x="401" y="119"/>
                    <a:pt x="401" y="123"/>
                  </a:cubicBezTo>
                  <a:cubicBezTo>
                    <a:pt x="401" y="127"/>
                    <a:pt x="398" y="131"/>
                    <a:pt x="391" y="134"/>
                  </a:cubicBezTo>
                  <a:cubicBezTo>
                    <a:pt x="240" y="220"/>
                    <a:pt x="240" y="220"/>
                    <a:pt x="240" y="220"/>
                  </a:cubicBezTo>
                  <a:cubicBezTo>
                    <a:pt x="232" y="224"/>
                    <a:pt x="221" y="226"/>
                    <a:pt x="210" y="226"/>
                  </a:cubicBezTo>
                  <a:cubicBezTo>
                    <a:pt x="199" y="226"/>
                    <a:pt x="188" y="224"/>
                    <a:pt x="180" y="220"/>
                  </a:cubicBezTo>
                  <a:cubicBezTo>
                    <a:pt x="29" y="134"/>
                    <a:pt x="29" y="134"/>
                    <a:pt x="29" y="134"/>
                  </a:cubicBezTo>
                  <a:cubicBezTo>
                    <a:pt x="22" y="131"/>
                    <a:pt x="19" y="127"/>
                    <a:pt x="19" y="123"/>
                  </a:cubicBezTo>
                  <a:cubicBezTo>
                    <a:pt x="19" y="119"/>
                    <a:pt x="22" y="115"/>
                    <a:pt x="29" y="11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3" name="Freeform 215"/>
            <p:cNvSpPr>
              <a:spLocks/>
            </p:cNvSpPr>
            <p:nvPr/>
          </p:nvSpPr>
          <p:spPr bwMode="auto">
            <a:xfrm>
              <a:off x="7961313" y="3900488"/>
              <a:ext cx="417513" cy="152400"/>
            </a:xfrm>
            <a:custGeom>
              <a:avLst/>
              <a:gdLst>
                <a:gd name="T0" fmla="*/ 401 w 420"/>
                <a:gd name="T1" fmla="*/ 2 h 153"/>
                <a:gd name="T2" fmla="*/ 388 w 420"/>
                <a:gd name="T3" fmla="*/ 6 h 153"/>
                <a:gd name="T4" fmla="*/ 391 w 420"/>
                <a:gd name="T5" fmla="*/ 19 h 153"/>
                <a:gd name="T6" fmla="*/ 401 w 420"/>
                <a:gd name="T7" fmla="*/ 30 h 153"/>
                <a:gd name="T8" fmla="*/ 391 w 420"/>
                <a:gd name="T9" fmla="*/ 42 h 153"/>
                <a:gd name="T10" fmla="*/ 240 w 420"/>
                <a:gd name="T11" fmla="*/ 127 h 153"/>
                <a:gd name="T12" fmla="*/ 180 w 420"/>
                <a:gd name="T13" fmla="*/ 127 h 153"/>
                <a:gd name="T14" fmla="*/ 29 w 420"/>
                <a:gd name="T15" fmla="*/ 42 h 153"/>
                <a:gd name="T16" fmla="*/ 19 w 420"/>
                <a:gd name="T17" fmla="*/ 30 h 153"/>
                <a:gd name="T18" fmla="*/ 29 w 420"/>
                <a:gd name="T19" fmla="*/ 19 h 153"/>
                <a:gd name="T20" fmla="*/ 32 w 420"/>
                <a:gd name="T21" fmla="*/ 6 h 153"/>
                <a:gd name="T22" fmla="*/ 19 w 420"/>
                <a:gd name="T23" fmla="*/ 2 h 153"/>
                <a:gd name="T24" fmla="*/ 0 w 420"/>
                <a:gd name="T25" fmla="*/ 30 h 153"/>
                <a:gd name="T26" fmla="*/ 19 w 420"/>
                <a:gd name="T27" fmla="*/ 58 h 153"/>
                <a:gd name="T28" fmla="*/ 171 w 420"/>
                <a:gd name="T29" fmla="*/ 143 h 153"/>
                <a:gd name="T30" fmla="*/ 210 w 420"/>
                <a:gd name="T31" fmla="*/ 153 h 153"/>
                <a:gd name="T32" fmla="*/ 249 w 420"/>
                <a:gd name="T33" fmla="*/ 143 h 153"/>
                <a:gd name="T34" fmla="*/ 401 w 420"/>
                <a:gd name="T35" fmla="*/ 58 h 153"/>
                <a:gd name="T36" fmla="*/ 420 w 420"/>
                <a:gd name="T37" fmla="*/ 30 h 153"/>
                <a:gd name="T38" fmla="*/ 401 w 420"/>
                <a:gd name="T39" fmla="*/ 2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20" h="153">
                  <a:moveTo>
                    <a:pt x="401" y="2"/>
                  </a:moveTo>
                  <a:cubicBezTo>
                    <a:pt x="396" y="0"/>
                    <a:pt x="390" y="1"/>
                    <a:pt x="388" y="6"/>
                  </a:cubicBezTo>
                  <a:cubicBezTo>
                    <a:pt x="385" y="10"/>
                    <a:pt x="387" y="16"/>
                    <a:pt x="391" y="19"/>
                  </a:cubicBezTo>
                  <a:cubicBezTo>
                    <a:pt x="398" y="22"/>
                    <a:pt x="401" y="26"/>
                    <a:pt x="401" y="30"/>
                  </a:cubicBezTo>
                  <a:cubicBezTo>
                    <a:pt x="401" y="34"/>
                    <a:pt x="398" y="38"/>
                    <a:pt x="391" y="42"/>
                  </a:cubicBezTo>
                  <a:cubicBezTo>
                    <a:pt x="240" y="127"/>
                    <a:pt x="240" y="127"/>
                    <a:pt x="240" y="127"/>
                  </a:cubicBezTo>
                  <a:cubicBezTo>
                    <a:pt x="224" y="136"/>
                    <a:pt x="196" y="136"/>
                    <a:pt x="180" y="127"/>
                  </a:cubicBezTo>
                  <a:cubicBezTo>
                    <a:pt x="29" y="42"/>
                    <a:pt x="29" y="42"/>
                    <a:pt x="29" y="42"/>
                  </a:cubicBezTo>
                  <a:cubicBezTo>
                    <a:pt x="22" y="38"/>
                    <a:pt x="19" y="34"/>
                    <a:pt x="19" y="30"/>
                  </a:cubicBezTo>
                  <a:cubicBezTo>
                    <a:pt x="19" y="26"/>
                    <a:pt x="22" y="22"/>
                    <a:pt x="29" y="19"/>
                  </a:cubicBezTo>
                  <a:cubicBezTo>
                    <a:pt x="33" y="16"/>
                    <a:pt x="35" y="10"/>
                    <a:pt x="32" y="6"/>
                  </a:cubicBezTo>
                  <a:cubicBezTo>
                    <a:pt x="30" y="1"/>
                    <a:pt x="24" y="0"/>
                    <a:pt x="19" y="2"/>
                  </a:cubicBezTo>
                  <a:cubicBezTo>
                    <a:pt x="7" y="9"/>
                    <a:pt x="0" y="19"/>
                    <a:pt x="0" y="30"/>
                  </a:cubicBezTo>
                  <a:cubicBezTo>
                    <a:pt x="0" y="41"/>
                    <a:pt x="7" y="51"/>
                    <a:pt x="19" y="58"/>
                  </a:cubicBezTo>
                  <a:cubicBezTo>
                    <a:pt x="171" y="143"/>
                    <a:pt x="171" y="143"/>
                    <a:pt x="171" y="143"/>
                  </a:cubicBezTo>
                  <a:cubicBezTo>
                    <a:pt x="182" y="150"/>
                    <a:pt x="196" y="153"/>
                    <a:pt x="210" y="153"/>
                  </a:cubicBezTo>
                  <a:cubicBezTo>
                    <a:pt x="224" y="153"/>
                    <a:pt x="238" y="150"/>
                    <a:pt x="249" y="143"/>
                  </a:cubicBezTo>
                  <a:cubicBezTo>
                    <a:pt x="401" y="58"/>
                    <a:pt x="401" y="58"/>
                    <a:pt x="401" y="58"/>
                  </a:cubicBezTo>
                  <a:cubicBezTo>
                    <a:pt x="413" y="51"/>
                    <a:pt x="420" y="41"/>
                    <a:pt x="420" y="30"/>
                  </a:cubicBezTo>
                  <a:cubicBezTo>
                    <a:pt x="420" y="19"/>
                    <a:pt x="413" y="9"/>
                    <a:pt x="401" y="2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4" name="Freeform 216"/>
            <p:cNvSpPr>
              <a:spLocks/>
            </p:cNvSpPr>
            <p:nvPr/>
          </p:nvSpPr>
          <p:spPr bwMode="auto">
            <a:xfrm>
              <a:off x="7961313" y="3987800"/>
              <a:ext cx="417513" cy="152400"/>
            </a:xfrm>
            <a:custGeom>
              <a:avLst/>
              <a:gdLst>
                <a:gd name="T0" fmla="*/ 401 w 420"/>
                <a:gd name="T1" fmla="*/ 2 h 153"/>
                <a:gd name="T2" fmla="*/ 388 w 420"/>
                <a:gd name="T3" fmla="*/ 6 h 153"/>
                <a:gd name="T4" fmla="*/ 391 w 420"/>
                <a:gd name="T5" fmla="*/ 19 h 153"/>
                <a:gd name="T6" fmla="*/ 401 w 420"/>
                <a:gd name="T7" fmla="*/ 30 h 153"/>
                <a:gd name="T8" fmla="*/ 391 w 420"/>
                <a:gd name="T9" fmla="*/ 42 h 153"/>
                <a:gd name="T10" fmla="*/ 240 w 420"/>
                <a:gd name="T11" fmla="*/ 127 h 153"/>
                <a:gd name="T12" fmla="*/ 180 w 420"/>
                <a:gd name="T13" fmla="*/ 127 h 153"/>
                <a:gd name="T14" fmla="*/ 29 w 420"/>
                <a:gd name="T15" fmla="*/ 42 h 153"/>
                <a:gd name="T16" fmla="*/ 19 w 420"/>
                <a:gd name="T17" fmla="*/ 30 h 153"/>
                <a:gd name="T18" fmla="*/ 29 w 420"/>
                <a:gd name="T19" fmla="*/ 19 h 153"/>
                <a:gd name="T20" fmla="*/ 32 w 420"/>
                <a:gd name="T21" fmla="*/ 6 h 153"/>
                <a:gd name="T22" fmla="*/ 19 w 420"/>
                <a:gd name="T23" fmla="*/ 2 h 153"/>
                <a:gd name="T24" fmla="*/ 0 w 420"/>
                <a:gd name="T25" fmla="*/ 30 h 153"/>
                <a:gd name="T26" fmla="*/ 19 w 420"/>
                <a:gd name="T27" fmla="*/ 58 h 153"/>
                <a:gd name="T28" fmla="*/ 171 w 420"/>
                <a:gd name="T29" fmla="*/ 143 h 153"/>
                <a:gd name="T30" fmla="*/ 210 w 420"/>
                <a:gd name="T31" fmla="*/ 153 h 153"/>
                <a:gd name="T32" fmla="*/ 249 w 420"/>
                <a:gd name="T33" fmla="*/ 143 h 153"/>
                <a:gd name="T34" fmla="*/ 401 w 420"/>
                <a:gd name="T35" fmla="*/ 58 h 153"/>
                <a:gd name="T36" fmla="*/ 420 w 420"/>
                <a:gd name="T37" fmla="*/ 30 h 153"/>
                <a:gd name="T38" fmla="*/ 401 w 420"/>
                <a:gd name="T39" fmla="*/ 2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20" h="153">
                  <a:moveTo>
                    <a:pt x="401" y="2"/>
                  </a:moveTo>
                  <a:cubicBezTo>
                    <a:pt x="396" y="0"/>
                    <a:pt x="390" y="1"/>
                    <a:pt x="388" y="6"/>
                  </a:cubicBezTo>
                  <a:cubicBezTo>
                    <a:pt x="385" y="10"/>
                    <a:pt x="387" y="16"/>
                    <a:pt x="391" y="19"/>
                  </a:cubicBezTo>
                  <a:cubicBezTo>
                    <a:pt x="398" y="22"/>
                    <a:pt x="401" y="26"/>
                    <a:pt x="401" y="30"/>
                  </a:cubicBezTo>
                  <a:cubicBezTo>
                    <a:pt x="401" y="34"/>
                    <a:pt x="398" y="38"/>
                    <a:pt x="391" y="42"/>
                  </a:cubicBezTo>
                  <a:cubicBezTo>
                    <a:pt x="240" y="127"/>
                    <a:pt x="240" y="127"/>
                    <a:pt x="240" y="127"/>
                  </a:cubicBezTo>
                  <a:cubicBezTo>
                    <a:pt x="224" y="136"/>
                    <a:pt x="196" y="136"/>
                    <a:pt x="180" y="127"/>
                  </a:cubicBezTo>
                  <a:cubicBezTo>
                    <a:pt x="29" y="42"/>
                    <a:pt x="29" y="42"/>
                    <a:pt x="29" y="42"/>
                  </a:cubicBezTo>
                  <a:cubicBezTo>
                    <a:pt x="22" y="38"/>
                    <a:pt x="19" y="34"/>
                    <a:pt x="19" y="30"/>
                  </a:cubicBezTo>
                  <a:cubicBezTo>
                    <a:pt x="19" y="26"/>
                    <a:pt x="22" y="22"/>
                    <a:pt x="29" y="19"/>
                  </a:cubicBezTo>
                  <a:cubicBezTo>
                    <a:pt x="33" y="16"/>
                    <a:pt x="35" y="10"/>
                    <a:pt x="32" y="6"/>
                  </a:cubicBezTo>
                  <a:cubicBezTo>
                    <a:pt x="30" y="1"/>
                    <a:pt x="24" y="0"/>
                    <a:pt x="19" y="2"/>
                  </a:cubicBezTo>
                  <a:cubicBezTo>
                    <a:pt x="7" y="9"/>
                    <a:pt x="0" y="19"/>
                    <a:pt x="0" y="30"/>
                  </a:cubicBezTo>
                  <a:cubicBezTo>
                    <a:pt x="0" y="41"/>
                    <a:pt x="7" y="51"/>
                    <a:pt x="19" y="58"/>
                  </a:cubicBezTo>
                  <a:cubicBezTo>
                    <a:pt x="171" y="143"/>
                    <a:pt x="171" y="143"/>
                    <a:pt x="171" y="143"/>
                  </a:cubicBezTo>
                  <a:cubicBezTo>
                    <a:pt x="182" y="150"/>
                    <a:pt x="196" y="153"/>
                    <a:pt x="210" y="153"/>
                  </a:cubicBezTo>
                  <a:cubicBezTo>
                    <a:pt x="224" y="153"/>
                    <a:pt x="238" y="150"/>
                    <a:pt x="249" y="143"/>
                  </a:cubicBezTo>
                  <a:cubicBezTo>
                    <a:pt x="401" y="58"/>
                    <a:pt x="401" y="58"/>
                    <a:pt x="401" y="58"/>
                  </a:cubicBezTo>
                  <a:cubicBezTo>
                    <a:pt x="413" y="51"/>
                    <a:pt x="420" y="41"/>
                    <a:pt x="420" y="30"/>
                  </a:cubicBezTo>
                  <a:cubicBezTo>
                    <a:pt x="420" y="19"/>
                    <a:pt x="413" y="9"/>
                    <a:pt x="401" y="2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91" name="Group 290"/>
          <p:cNvGrpSpPr/>
          <p:nvPr/>
        </p:nvGrpSpPr>
        <p:grpSpPr>
          <a:xfrm>
            <a:off x="9527118" y="3147485"/>
            <a:ext cx="738717" cy="565151"/>
            <a:chOff x="7145338" y="2360613"/>
            <a:chExt cx="554038" cy="423863"/>
          </a:xfrm>
          <a:solidFill>
            <a:schemeClr val="accent1"/>
          </a:solidFill>
        </p:grpSpPr>
        <p:sp>
          <p:nvSpPr>
            <p:cNvPr id="25" name="Freeform 217"/>
            <p:cNvSpPr>
              <a:spLocks/>
            </p:cNvSpPr>
            <p:nvPr/>
          </p:nvSpPr>
          <p:spPr bwMode="auto">
            <a:xfrm>
              <a:off x="7145338" y="2360613"/>
              <a:ext cx="123825" cy="111125"/>
            </a:xfrm>
            <a:custGeom>
              <a:avLst/>
              <a:gdLst>
                <a:gd name="T0" fmla="*/ 114 w 124"/>
                <a:gd name="T1" fmla="*/ 0 h 111"/>
                <a:gd name="T2" fmla="*/ 23 w 124"/>
                <a:gd name="T3" fmla="*/ 0 h 111"/>
                <a:gd name="T4" fmla="*/ 0 w 124"/>
                <a:gd name="T5" fmla="*/ 23 h 111"/>
                <a:gd name="T6" fmla="*/ 0 w 124"/>
                <a:gd name="T7" fmla="*/ 101 h 111"/>
                <a:gd name="T8" fmla="*/ 10 w 124"/>
                <a:gd name="T9" fmla="*/ 111 h 111"/>
                <a:gd name="T10" fmla="*/ 19 w 124"/>
                <a:gd name="T11" fmla="*/ 101 h 111"/>
                <a:gd name="T12" fmla="*/ 19 w 124"/>
                <a:gd name="T13" fmla="*/ 23 h 111"/>
                <a:gd name="T14" fmla="*/ 23 w 124"/>
                <a:gd name="T15" fmla="*/ 19 h 111"/>
                <a:gd name="T16" fmla="*/ 114 w 124"/>
                <a:gd name="T17" fmla="*/ 19 h 111"/>
                <a:gd name="T18" fmla="*/ 124 w 124"/>
                <a:gd name="T19" fmla="*/ 10 h 111"/>
                <a:gd name="T20" fmla="*/ 114 w 124"/>
                <a:gd name="T21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4" h="111">
                  <a:moveTo>
                    <a:pt x="114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10" y="0"/>
                    <a:pt x="0" y="10"/>
                    <a:pt x="0" y="23"/>
                  </a:cubicBezTo>
                  <a:cubicBezTo>
                    <a:pt x="0" y="101"/>
                    <a:pt x="0" y="101"/>
                    <a:pt x="0" y="101"/>
                  </a:cubicBezTo>
                  <a:cubicBezTo>
                    <a:pt x="0" y="107"/>
                    <a:pt x="4" y="111"/>
                    <a:pt x="10" y="111"/>
                  </a:cubicBezTo>
                  <a:cubicBezTo>
                    <a:pt x="15" y="111"/>
                    <a:pt x="19" y="107"/>
                    <a:pt x="19" y="101"/>
                  </a:cubicBezTo>
                  <a:cubicBezTo>
                    <a:pt x="19" y="23"/>
                    <a:pt x="19" y="23"/>
                    <a:pt x="19" y="23"/>
                  </a:cubicBezTo>
                  <a:cubicBezTo>
                    <a:pt x="19" y="21"/>
                    <a:pt x="21" y="19"/>
                    <a:pt x="23" y="19"/>
                  </a:cubicBezTo>
                  <a:cubicBezTo>
                    <a:pt x="114" y="19"/>
                    <a:pt x="114" y="19"/>
                    <a:pt x="114" y="19"/>
                  </a:cubicBezTo>
                  <a:cubicBezTo>
                    <a:pt x="120" y="19"/>
                    <a:pt x="124" y="15"/>
                    <a:pt x="124" y="10"/>
                  </a:cubicBezTo>
                  <a:cubicBezTo>
                    <a:pt x="124" y="4"/>
                    <a:pt x="120" y="0"/>
                    <a:pt x="11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6" name="Freeform 218"/>
            <p:cNvSpPr>
              <a:spLocks/>
            </p:cNvSpPr>
            <p:nvPr/>
          </p:nvSpPr>
          <p:spPr bwMode="auto">
            <a:xfrm>
              <a:off x="7577138" y="2360613"/>
              <a:ext cx="122238" cy="111125"/>
            </a:xfrm>
            <a:custGeom>
              <a:avLst/>
              <a:gdLst>
                <a:gd name="T0" fmla="*/ 101 w 123"/>
                <a:gd name="T1" fmla="*/ 0 h 111"/>
                <a:gd name="T2" fmla="*/ 9 w 123"/>
                <a:gd name="T3" fmla="*/ 0 h 111"/>
                <a:gd name="T4" fmla="*/ 0 w 123"/>
                <a:gd name="T5" fmla="*/ 10 h 111"/>
                <a:gd name="T6" fmla="*/ 9 w 123"/>
                <a:gd name="T7" fmla="*/ 19 h 111"/>
                <a:gd name="T8" fmla="*/ 101 w 123"/>
                <a:gd name="T9" fmla="*/ 19 h 111"/>
                <a:gd name="T10" fmla="*/ 104 w 123"/>
                <a:gd name="T11" fmla="*/ 23 h 111"/>
                <a:gd name="T12" fmla="*/ 104 w 123"/>
                <a:gd name="T13" fmla="*/ 101 h 111"/>
                <a:gd name="T14" fmla="*/ 114 w 123"/>
                <a:gd name="T15" fmla="*/ 111 h 111"/>
                <a:gd name="T16" fmla="*/ 123 w 123"/>
                <a:gd name="T17" fmla="*/ 101 h 111"/>
                <a:gd name="T18" fmla="*/ 123 w 123"/>
                <a:gd name="T19" fmla="*/ 23 h 111"/>
                <a:gd name="T20" fmla="*/ 101 w 123"/>
                <a:gd name="T21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3" h="111">
                  <a:moveTo>
                    <a:pt x="101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15"/>
                    <a:pt x="4" y="19"/>
                    <a:pt x="9" y="19"/>
                  </a:cubicBezTo>
                  <a:cubicBezTo>
                    <a:pt x="101" y="19"/>
                    <a:pt x="101" y="19"/>
                    <a:pt x="101" y="19"/>
                  </a:cubicBezTo>
                  <a:cubicBezTo>
                    <a:pt x="103" y="19"/>
                    <a:pt x="104" y="21"/>
                    <a:pt x="104" y="23"/>
                  </a:cubicBezTo>
                  <a:cubicBezTo>
                    <a:pt x="104" y="101"/>
                    <a:pt x="104" y="101"/>
                    <a:pt x="104" y="101"/>
                  </a:cubicBezTo>
                  <a:cubicBezTo>
                    <a:pt x="104" y="107"/>
                    <a:pt x="109" y="111"/>
                    <a:pt x="114" y="111"/>
                  </a:cubicBezTo>
                  <a:cubicBezTo>
                    <a:pt x="119" y="111"/>
                    <a:pt x="123" y="107"/>
                    <a:pt x="123" y="101"/>
                  </a:cubicBezTo>
                  <a:cubicBezTo>
                    <a:pt x="123" y="23"/>
                    <a:pt x="123" y="23"/>
                    <a:pt x="123" y="23"/>
                  </a:cubicBezTo>
                  <a:cubicBezTo>
                    <a:pt x="123" y="10"/>
                    <a:pt x="113" y="0"/>
                    <a:pt x="10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7" name="Freeform 219"/>
            <p:cNvSpPr>
              <a:spLocks/>
            </p:cNvSpPr>
            <p:nvPr/>
          </p:nvSpPr>
          <p:spPr bwMode="auto">
            <a:xfrm>
              <a:off x="7577138" y="2674938"/>
              <a:ext cx="122238" cy="109538"/>
            </a:xfrm>
            <a:custGeom>
              <a:avLst/>
              <a:gdLst>
                <a:gd name="T0" fmla="*/ 114 w 123"/>
                <a:gd name="T1" fmla="*/ 0 h 110"/>
                <a:gd name="T2" fmla="*/ 104 w 123"/>
                <a:gd name="T3" fmla="*/ 9 h 110"/>
                <a:gd name="T4" fmla="*/ 104 w 123"/>
                <a:gd name="T5" fmla="*/ 88 h 110"/>
                <a:gd name="T6" fmla="*/ 101 w 123"/>
                <a:gd name="T7" fmla="*/ 91 h 110"/>
                <a:gd name="T8" fmla="*/ 9 w 123"/>
                <a:gd name="T9" fmla="*/ 91 h 110"/>
                <a:gd name="T10" fmla="*/ 0 w 123"/>
                <a:gd name="T11" fmla="*/ 101 h 110"/>
                <a:gd name="T12" fmla="*/ 9 w 123"/>
                <a:gd name="T13" fmla="*/ 110 h 110"/>
                <a:gd name="T14" fmla="*/ 101 w 123"/>
                <a:gd name="T15" fmla="*/ 110 h 110"/>
                <a:gd name="T16" fmla="*/ 123 w 123"/>
                <a:gd name="T17" fmla="*/ 88 h 110"/>
                <a:gd name="T18" fmla="*/ 123 w 123"/>
                <a:gd name="T19" fmla="*/ 9 h 110"/>
                <a:gd name="T20" fmla="*/ 114 w 123"/>
                <a:gd name="T21" fmla="*/ 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3" h="110">
                  <a:moveTo>
                    <a:pt x="114" y="0"/>
                  </a:moveTo>
                  <a:cubicBezTo>
                    <a:pt x="109" y="0"/>
                    <a:pt x="104" y="4"/>
                    <a:pt x="104" y="9"/>
                  </a:cubicBezTo>
                  <a:cubicBezTo>
                    <a:pt x="104" y="88"/>
                    <a:pt x="104" y="88"/>
                    <a:pt x="104" y="88"/>
                  </a:cubicBezTo>
                  <a:cubicBezTo>
                    <a:pt x="104" y="90"/>
                    <a:pt x="103" y="91"/>
                    <a:pt x="101" y="91"/>
                  </a:cubicBezTo>
                  <a:cubicBezTo>
                    <a:pt x="9" y="91"/>
                    <a:pt x="9" y="91"/>
                    <a:pt x="9" y="91"/>
                  </a:cubicBezTo>
                  <a:cubicBezTo>
                    <a:pt x="4" y="91"/>
                    <a:pt x="0" y="96"/>
                    <a:pt x="0" y="101"/>
                  </a:cubicBezTo>
                  <a:cubicBezTo>
                    <a:pt x="0" y="106"/>
                    <a:pt x="4" y="110"/>
                    <a:pt x="9" y="110"/>
                  </a:cubicBezTo>
                  <a:cubicBezTo>
                    <a:pt x="101" y="110"/>
                    <a:pt x="101" y="110"/>
                    <a:pt x="101" y="110"/>
                  </a:cubicBezTo>
                  <a:cubicBezTo>
                    <a:pt x="113" y="110"/>
                    <a:pt x="123" y="100"/>
                    <a:pt x="123" y="88"/>
                  </a:cubicBezTo>
                  <a:cubicBezTo>
                    <a:pt x="123" y="9"/>
                    <a:pt x="123" y="9"/>
                    <a:pt x="123" y="9"/>
                  </a:cubicBezTo>
                  <a:cubicBezTo>
                    <a:pt x="123" y="4"/>
                    <a:pt x="119" y="0"/>
                    <a:pt x="11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8" name="Freeform 220"/>
            <p:cNvSpPr>
              <a:spLocks/>
            </p:cNvSpPr>
            <p:nvPr/>
          </p:nvSpPr>
          <p:spPr bwMode="auto">
            <a:xfrm>
              <a:off x="7145338" y="2674938"/>
              <a:ext cx="123825" cy="109538"/>
            </a:xfrm>
            <a:custGeom>
              <a:avLst/>
              <a:gdLst>
                <a:gd name="T0" fmla="*/ 114 w 124"/>
                <a:gd name="T1" fmla="*/ 91 h 110"/>
                <a:gd name="T2" fmla="*/ 23 w 124"/>
                <a:gd name="T3" fmla="*/ 91 h 110"/>
                <a:gd name="T4" fmla="*/ 19 w 124"/>
                <a:gd name="T5" fmla="*/ 88 h 110"/>
                <a:gd name="T6" fmla="*/ 19 w 124"/>
                <a:gd name="T7" fmla="*/ 9 h 110"/>
                <a:gd name="T8" fmla="*/ 10 w 124"/>
                <a:gd name="T9" fmla="*/ 0 h 110"/>
                <a:gd name="T10" fmla="*/ 0 w 124"/>
                <a:gd name="T11" fmla="*/ 9 h 110"/>
                <a:gd name="T12" fmla="*/ 0 w 124"/>
                <a:gd name="T13" fmla="*/ 88 h 110"/>
                <a:gd name="T14" fmla="*/ 23 w 124"/>
                <a:gd name="T15" fmla="*/ 110 h 110"/>
                <a:gd name="T16" fmla="*/ 114 w 124"/>
                <a:gd name="T17" fmla="*/ 110 h 110"/>
                <a:gd name="T18" fmla="*/ 124 w 124"/>
                <a:gd name="T19" fmla="*/ 101 h 110"/>
                <a:gd name="T20" fmla="*/ 114 w 124"/>
                <a:gd name="T21" fmla="*/ 91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4" h="110">
                  <a:moveTo>
                    <a:pt x="114" y="91"/>
                  </a:moveTo>
                  <a:cubicBezTo>
                    <a:pt x="23" y="91"/>
                    <a:pt x="23" y="91"/>
                    <a:pt x="23" y="91"/>
                  </a:cubicBezTo>
                  <a:cubicBezTo>
                    <a:pt x="21" y="91"/>
                    <a:pt x="19" y="90"/>
                    <a:pt x="19" y="8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88"/>
                    <a:pt x="0" y="88"/>
                    <a:pt x="0" y="88"/>
                  </a:cubicBezTo>
                  <a:cubicBezTo>
                    <a:pt x="0" y="100"/>
                    <a:pt x="10" y="110"/>
                    <a:pt x="23" y="110"/>
                  </a:cubicBezTo>
                  <a:cubicBezTo>
                    <a:pt x="114" y="110"/>
                    <a:pt x="114" y="110"/>
                    <a:pt x="114" y="110"/>
                  </a:cubicBezTo>
                  <a:cubicBezTo>
                    <a:pt x="120" y="110"/>
                    <a:pt x="124" y="106"/>
                    <a:pt x="124" y="101"/>
                  </a:cubicBezTo>
                  <a:cubicBezTo>
                    <a:pt x="124" y="96"/>
                    <a:pt x="120" y="91"/>
                    <a:pt x="114" y="9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9" name="Freeform 221"/>
            <p:cNvSpPr>
              <a:spLocks noEditPoints="1"/>
            </p:cNvSpPr>
            <p:nvPr/>
          </p:nvSpPr>
          <p:spPr bwMode="auto">
            <a:xfrm>
              <a:off x="7380288" y="2530475"/>
              <a:ext cx="84138" cy="84138"/>
            </a:xfrm>
            <a:custGeom>
              <a:avLst/>
              <a:gdLst>
                <a:gd name="T0" fmla="*/ 75 w 84"/>
                <a:gd name="T1" fmla="*/ 0 h 84"/>
                <a:gd name="T2" fmla="*/ 9 w 84"/>
                <a:gd name="T3" fmla="*/ 0 h 84"/>
                <a:gd name="T4" fmla="*/ 0 w 84"/>
                <a:gd name="T5" fmla="*/ 9 h 84"/>
                <a:gd name="T6" fmla="*/ 0 w 84"/>
                <a:gd name="T7" fmla="*/ 74 h 84"/>
                <a:gd name="T8" fmla="*/ 9 w 84"/>
                <a:gd name="T9" fmla="*/ 84 h 84"/>
                <a:gd name="T10" fmla="*/ 75 w 84"/>
                <a:gd name="T11" fmla="*/ 84 h 84"/>
                <a:gd name="T12" fmla="*/ 84 w 84"/>
                <a:gd name="T13" fmla="*/ 74 h 84"/>
                <a:gd name="T14" fmla="*/ 84 w 84"/>
                <a:gd name="T15" fmla="*/ 9 h 84"/>
                <a:gd name="T16" fmla="*/ 75 w 84"/>
                <a:gd name="T17" fmla="*/ 0 h 84"/>
                <a:gd name="T18" fmla="*/ 66 w 84"/>
                <a:gd name="T19" fmla="*/ 65 h 84"/>
                <a:gd name="T20" fmla="*/ 19 w 84"/>
                <a:gd name="T21" fmla="*/ 65 h 84"/>
                <a:gd name="T22" fmla="*/ 19 w 84"/>
                <a:gd name="T23" fmla="*/ 18 h 84"/>
                <a:gd name="T24" fmla="*/ 66 w 84"/>
                <a:gd name="T25" fmla="*/ 18 h 84"/>
                <a:gd name="T26" fmla="*/ 66 w 84"/>
                <a:gd name="T27" fmla="*/ 65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84" h="84">
                  <a:moveTo>
                    <a:pt x="75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74"/>
                    <a:pt x="0" y="74"/>
                    <a:pt x="0" y="74"/>
                  </a:cubicBezTo>
                  <a:cubicBezTo>
                    <a:pt x="0" y="80"/>
                    <a:pt x="4" y="84"/>
                    <a:pt x="9" y="84"/>
                  </a:cubicBezTo>
                  <a:cubicBezTo>
                    <a:pt x="75" y="84"/>
                    <a:pt x="75" y="84"/>
                    <a:pt x="75" y="84"/>
                  </a:cubicBezTo>
                  <a:cubicBezTo>
                    <a:pt x="80" y="84"/>
                    <a:pt x="84" y="80"/>
                    <a:pt x="84" y="74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4" y="4"/>
                    <a:pt x="80" y="0"/>
                    <a:pt x="75" y="0"/>
                  </a:cubicBezTo>
                  <a:close/>
                  <a:moveTo>
                    <a:pt x="66" y="65"/>
                  </a:moveTo>
                  <a:cubicBezTo>
                    <a:pt x="19" y="65"/>
                    <a:pt x="19" y="65"/>
                    <a:pt x="19" y="65"/>
                  </a:cubicBezTo>
                  <a:cubicBezTo>
                    <a:pt x="19" y="18"/>
                    <a:pt x="19" y="18"/>
                    <a:pt x="19" y="18"/>
                  </a:cubicBezTo>
                  <a:cubicBezTo>
                    <a:pt x="66" y="18"/>
                    <a:pt x="66" y="18"/>
                    <a:pt x="66" y="18"/>
                  </a:cubicBezTo>
                  <a:lnTo>
                    <a:pt x="66" y="65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51" name="Group 250"/>
          <p:cNvGrpSpPr/>
          <p:nvPr/>
        </p:nvGrpSpPr>
        <p:grpSpPr>
          <a:xfrm>
            <a:off x="867835" y="4053418"/>
            <a:ext cx="495300" cy="563033"/>
            <a:chOff x="650876" y="3040063"/>
            <a:chExt cx="371475" cy="422275"/>
          </a:xfrm>
          <a:solidFill>
            <a:schemeClr val="accent1"/>
          </a:solidFill>
        </p:grpSpPr>
        <p:sp>
          <p:nvSpPr>
            <p:cNvPr id="30" name="Freeform 222"/>
            <p:cNvSpPr>
              <a:spLocks/>
            </p:cNvSpPr>
            <p:nvPr/>
          </p:nvSpPr>
          <p:spPr bwMode="auto">
            <a:xfrm>
              <a:off x="663576" y="3157538"/>
              <a:ext cx="346075" cy="304800"/>
            </a:xfrm>
            <a:custGeom>
              <a:avLst/>
              <a:gdLst>
                <a:gd name="T0" fmla="*/ 337 w 347"/>
                <a:gd name="T1" fmla="*/ 0 h 307"/>
                <a:gd name="T2" fmla="*/ 328 w 347"/>
                <a:gd name="T3" fmla="*/ 9 h 307"/>
                <a:gd name="T4" fmla="*/ 328 w 347"/>
                <a:gd name="T5" fmla="*/ 283 h 307"/>
                <a:gd name="T6" fmla="*/ 327 w 347"/>
                <a:gd name="T7" fmla="*/ 287 h 307"/>
                <a:gd name="T8" fmla="*/ 320 w 347"/>
                <a:gd name="T9" fmla="*/ 287 h 307"/>
                <a:gd name="T10" fmla="*/ 182 w 347"/>
                <a:gd name="T11" fmla="*/ 166 h 307"/>
                <a:gd name="T12" fmla="*/ 175 w 347"/>
                <a:gd name="T13" fmla="*/ 163 h 307"/>
                <a:gd name="T14" fmla="*/ 168 w 347"/>
                <a:gd name="T15" fmla="*/ 166 h 307"/>
                <a:gd name="T16" fmla="*/ 27 w 347"/>
                <a:gd name="T17" fmla="*/ 287 h 307"/>
                <a:gd name="T18" fmla="*/ 20 w 347"/>
                <a:gd name="T19" fmla="*/ 287 h 307"/>
                <a:gd name="T20" fmla="*/ 19 w 347"/>
                <a:gd name="T21" fmla="*/ 283 h 307"/>
                <a:gd name="T22" fmla="*/ 19 w 347"/>
                <a:gd name="T23" fmla="*/ 9 h 307"/>
                <a:gd name="T24" fmla="*/ 10 w 347"/>
                <a:gd name="T25" fmla="*/ 0 h 307"/>
                <a:gd name="T26" fmla="*/ 0 w 347"/>
                <a:gd name="T27" fmla="*/ 9 h 307"/>
                <a:gd name="T28" fmla="*/ 0 w 347"/>
                <a:gd name="T29" fmla="*/ 283 h 307"/>
                <a:gd name="T30" fmla="*/ 9 w 347"/>
                <a:gd name="T31" fmla="*/ 302 h 307"/>
                <a:gd name="T32" fmla="*/ 24 w 347"/>
                <a:gd name="T33" fmla="*/ 306 h 307"/>
                <a:gd name="T34" fmla="*/ 32 w 347"/>
                <a:gd name="T35" fmla="*/ 305 h 307"/>
                <a:gd name="T36" fmla="*/ 175 w 347"/>
                <a:gd name="T37" fmla="*/ 186 h 307"/>
                <a:gd name="T38" fmla="*/ 315 w 347"/>
                <a:gd name="T39" fmla="*/ 305 h 307"/>
                <a:gd name="T40" fmla="*/ 338 w 347"/>
                <a:gd name="T41" fmla="*/ 302 h 307"/>
                <a:gd name="T42" fmla="*/ 347 w 347"/>
                <a:gd name="T43" fmla="*/ 283 h 307"/>
                <a:gd name="T44" fmla="*/ 347 w 347"/>
                <a:gd name="T45" fmla="*/ 9 h 307"/>
                <a:gd name="T46" fmla="*/ 337 w 347"/>
                <a:gd name="T47" fmla="*/ 0 h 3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47" h="307">
                  <a:moveTo>
                    <a:pt x="337" y="0"/>
                  </a:moveTo>
                  <a:cubicBezTo>
                    <a:pt x="332" y="0"/>
                    <a:pt x="328" y="4"/>
                    <a:pt x="328" y="9"/>
                  </a:cubicBezTo>
                  <a:cubicBezTo>
                    <a:pt x="328" y="283"/>
                    <a:pt x="328" y="283"/>
                    <a:pt x="328" y="283"/>
                  </a:cubicBezTo>
                  <a:cubicBezTo>
                    <a:pt x="328" y="286"/>
                    <a:pt x="327" y="286"/>
                    <a:pt x="327" y="287"/>
                  </a:cubicBezTo>
                  <a:cubicBezTo>
                    <a:pt x="325" y="288"/>
                    <a:pt x="322" y="288"/>
                    <a:pt x="320" y="287"/>
                  </a:cubicBezTo>
                  <a:cubicBezTo>
                    <a:pt x="288" y="278"/>
                    <a:pt x="210" y="197"/>
                    <a:pt x="182" y="166"/>
                  </a:cubicBezTo>
                  <a:cubicBezTo>
                    <a:pt x="180" y="164"/>
                    <a:pt x="178" y="163"/>
                    <a:pt x="175" y="163"/>
                  </a:cubicBezTo>
                  <a:cubicBezTo>
                    <a:pt x="173" y="163"/>
                    <a:pt x="170" y="164"/>
                    <a:pt x="168" y="166"/>
                  </a:cubicBezTo>
                  <a:cubicBezTo>
                    <a:pt x="140" y="197"/>
                    <a:pt x="59" y="278"/>
                    <a:pt x="27" y="287"/>
                  </a:cubicBezTo>
                  <a:cubicBezTo>
                    <a:pt x="25" y="288"/>
                    <a:pt x="22" y="288"/>
                    <a:pt x="20" y="287"/>
                  </a:cubicBezTo>
                  <a:cubicBezTo>
                    <a:pt x="20" y="286"/>
                    <a:pt x="19" y="286"/>
                    <a:pt x="19" y="283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0" y="291"/>
                    <a:pt x="4" y="298"/>
                    <a:pt x="9" y="302"/>
                  </a:cubicBezTo>
                  <a:cubicBezTo>
                    <a:pt x="14" y="305"/>
                    <a:pt x="19" y="306"/>
                    <a:pt x="24" y="306"/>
                  </a:cubicBezTo>
                  <a:cubicBezTo>
                    <a:pt x="27" y="306"/>
                    <a:pt x="30" y="306"/>
                    <a:pt x="32" y="305"/>
                  </a:cubicBezTo>
                  <a:cubicBezTo>
                    <a:pt x="70" y="294"/>
                    <a:pt x="150" y="213"/>
                    <a:pt x="175" y="186"/>
                  </a:cubicBezTo>
                  <a:cubicBezTo>
                    <a:pt x="200" y="213"/>
                    <a:pt x="277" y="294"/>
                    <a:pt x="315" y="305"/>
                  </a:cubicBezTo>
                  <a:cubicBezTo>
                    <a:pt x="321" y="307"/>
                    <a:pt x="330" y="307"/>
                    <a:pt x="338" y="302"/>
                  </a:cubicBezTo>
                  <a:cubicBezTo>
                    <a:pt x="344" y="298"/>
                    <a:pt x="347" y="291"/>
                    <a:pt x="347" y="283"/>
                  </a:cubicBezTo>
                  <a:cubicBezTo>
                    <a:pt x="347" y="9"/>
                    <a:pt x="347" y="9"/>
                    <a:pt x="347" y="9"/>
                  </a:cubicBezTo>
                  <a:cubicBezTo>
                    <a:pt x="347" y="4"/>
                    <a:pt x="343" y="0"/>
                    <a:pt x="33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1" name="Freeform 223"/>
            <p:cNvSpPr>
              <a:spLocks noEditPoints="1"/>
            </p:cNvSpPr>
            <p:nvPr/>
          </p:nvSpPr>
          <p:spPr bwMode="auto">
            <a:xfrm>
              <a:off x="650876" y="3040063"/>
              <a:ext cx="371475" cy="96838"/>
            </a:xfrm>
            <a:custGeom>
              <a:avLst/>
              <a:gdLst>
                <a:gd name="T0" fmla="*/ 350 w 373"/>
                <a:gd name="T1" fmla="*/ 0 h 97"/>
                <a:gd name="T2" fmla="*/ 23 w 373"/>
                <a:gd name="T3" fmla="*/ 0 h 97"/>
                <a:gd name="T4" fmla="*/ 0 w 373"/>
                <a:gd name="T5" fmla="*/ 22 h 97"/>
                <a:gd name="T6" fmla="*/ 0 w 373"/>
                <a:gd name="T7" fmla="*/ 88 h 97"/>
                <a:gd name="T8" fmla="*/ 10 w 373"/>
                <a:gd name="T9" fmla="*/ 97 h 97"/>
                <a:gd name="T10" fmla="*/ 363 w 373"/>
                <a:gd name="T11" fmla="*/ 97 h 97"/>
                <a:gd name="T12" fmla="*/ 373 w 373"/>
                <a:gd name="T13" fmla="*/ 88 h 97"/>
                <a:gd name="T14" fmla="*/ 373 w 373"/>
                <a:gd name="T15" fmla="*/ 22 h 97"/>
                <a:gd name="T16" fmla="*/ 350 w 373"/>
                <a:gd name="T17" fmla="*/ 0 h 97"/>
                <a:gd name="T18" fmla="*/ 354 w 373"/>
                <a:gd name="T19" fmla="*/ 78 h 97"/>
                <a:gd name="T20" fmla="*/ 19 w 373"/>
                <a:gd name="T21" fmla="*/ 78 h 97"/>
                <a:gd name="T22" fmla="*/ 19 w 373"/>
                <a:gd name="T23" fmla="*/ 22 h 97"/>
                <a:gd name="T24" fmla="*/ 23 w 373"/>
                <a:gd name="T25" fmla="*/ 18 h 97"/>
                <a:gd name="T26" fmla="*/ 350 w 373"/>
                <a:gd name="T27" fmla="*/ 18 h 97"/>
                <a:gd name="T28" fmla="*/ 354 w 373"/>
                <a:gd name="T29" fmla="*/ 22 h 97"/>
                <a:gd name="T30" fmla="*/ 354 w 373"/>
                <a:gd name="T31" fmla="*/ 78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73" h="97">
                  <a:moveTo>
                    <a:pt x="350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10" y="0"/>
                    <a:pt x="0" y="10"/>
                    <a:pt x="0" y="22"/>
                  </a:cubicBezTo>
                  <a:cubicBezTo>
                    <a:pt x="0" y="88"/>
                    <a:pt x="0" y="88"/>
                    <a:pt x="0" y="88"/>
                  </a:cubicBezTo>
                  <a:cubicBezTo>
                    <a:pt x="0" y="93"/>
                    <a:pt x="5" y="97"/>
                    <a:pt x="10" y="97"/>
                  </a:cubicBezTo>
                  <a:cubicBezTo>
                    <a:pt x="363" y="97"/>
                    <a:pt x="363" y="97"/>
                    <a:pt x="363" y="97"/>
                  </a:cubicBezTo>
                  <a:cubicBezTo>
                    <a:pt x="369" y="97"/>
                    <a:pt x="373" y="93"/>
                    <a:pt x="373" y="88"/>
                  </a:cubicBezTo>
                  <a:cubicBezTo>
                    <a:pt x="373" y="22"/>
                    <a:pt x="373" y="22"/>
                    <a:pt x="373" y="22"/>
                  </a:cubicBezTo>
                  <a:cubicBezTo>
                    <a:pt x="373" y="10"/>
                    <a:pt x="363" y="0"/>
                    <a:pt x="350" y="0"/>
                  </a:cubicBezTo>
                  <a:close/>
                  <a:moveTo>
                    <a:pt x="354" y="78"/>
                  </a:moveTo>
                  <a:cubicBezTo>
                    <a:pt x="19" y="78"/>
                    <a:pt x="19" y="78"/>
                    <a:pt x="19" y="78"/>
                  </a:cubicBezTo>
                  <a:cubicBezTo>
                    <a:pt x="19" y="22"/>
                    <a:pt x="19" y="22"/>
                    <a:pt x="19" y="22"/>
                  </a:cubicBezTo>
                  <a:cubicBezTo>
                    <a:pt x="19" y="20"/>
                    <a:pt x="21" y="18"/>
                    <a:pt x="23" y="18"/>
                  </a:cubicBezTo>
                  <a:cubicBezTo>
                    <a:pt x="350" y="18"/>
                    <a:pt x="350" y="18"/>
                    <a:pt x="350" y="18"/>
                  </a:cubicBezTo>
                  <a:cubicBezTo>
                    <a:pt x="352" y="18"/>
                    <a:pt x="354" y="20"/>
                    <a:pt x="354" y="22"/>
                  </a:cubicBezTo>
                  <a:lnTo>
                    <a:pt x="354" y="78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32" name="Freeform 224"/>
          <p:cNvSpPr>
            <a:spLocks noEditPoints="1"/>
          </p:cNvSpPr>
          <p:nvPr/>
        </p:nvSpPr>
        <p:spPr bwMode="auto">
          <a:xfrm>
            <a:off x="9476318" y="4053418"/>
            <a:ext cx="615951" cy="563033"/>
          </a:xfrm>
          <a:custGeom>
            <a:avLst/>
            <a:gdLst>
              <a:gd name="T0" fmla="*/ 373 w 464"/>
              <a:gd name="T1" fmla="*/ 197 h 424"/>
              <a:gd name="T2" fmla="*/ 359 w 464"/>
              <a:gd name="T3" fmla="*/ 196 h 424"/>
              <a:gd name="T4" fmla="*/ 309 w 464"/>
              <a:gd name="T5" fmla="*/ 91 h 424"/>
              <a:gd name="T6" fmla="*/ 257 w 464"/>
              <a:gd name="T7" fmla="*/ 91 h 424"/>
              <a:gd name="T8" fmla="*/ 253 w 464"/>
              <a:gd name="T9" fmla="*/ 91 h 424"/>
              <a:gd name="T10" fmla="*/ 255 w 464"/>
              <a:gd name="T11" fmla="*/ 87 h 424"/>
              <a:gd name="T12" fmla="*/ 199 w 464"/>
              <a:gd name="T13" fmla="*/ 0 h 424"/>
              <a:gd name="T14" fmla="*/ 142 w 464"/>
              <a:gd name="T15" fmla="*/ 87 h 424"/>
              <a:gd name="T16" fmla="*/ 145 w 464"/>
              <a:gd name="T17" fmla="*/ 91 h 424"/>
              <a:gd name="T18" fmla="*/ 60 w 464"/>
              <a:gd name="T19" fmla="*/ 91 h 424"/>
              <a:gd name="T20" fmla="*/ 0 w 464"/>
              <a:gd name="T21" fmla="*/ 195 h 424"/>
              <a:gd name="T22" fmla="*/ 21 w 464"/>
              <a:gd name="T23" fmla="*/ 218 h 424"/>
              <a:gd name="T24" fmla="*/ 62 w 464"/>
              <a:gd name="T25" fmla="*/ 202 h 424"/>
              <a:gd name="T26" fmla="*/ 62 w 464"/>
              <a:gd name="T27" fmla="*/ 307 h 424"/>
              <a:gd name="T28" fmla="*/ 21 w 464"/>
              <a:gd name="T29" fmla="*/ 289 h 424"/>
              <a:gd name="T30" fmla="*/ 0 w 464"/>
              <a:gd name="T31" fmla="*/ 312 h 424"/>
              <a:gd name="T32" fmla="*/ 60 w 464"/>
              <a:gd name="T33" fmla="*/ 424 h 424"/>
              <a:gd name="T34" fmla="*/ 141 w 464"/>
              <a:gd name="T35" fmla="*/ 424 h 424"/>
              <a:gd name="T36" fmla="*/ 156 w 464"/>
              <a:gd name="T37" fmla="*/ 387 h 424"/>
              <a:gd name="T38" fmla="*/ 199 w 464"/>
              <a:gd name="T39" fmla="*/ 331 h 424"/>
              <a:gd name="T40" fmla="*/ 241 w 464"/>
              <a:gd name="T41" fmla="*/ 387 h 424"/>
              <a:gd name="T42" fmla="*/ 257 w 464"/>
              <a:gd name="T43" fmla="*/ 424 h 424"/>
              <a:gd name="T44" fmla="*/ 309 w 464"/>
              <a:gd name="T45" fmla="*/ 424 h 424"/>
              <a:gd name="T46" fmla="*/ 359 w 464"/>
              <a:gd name="T47" fmla="*/ 368 h 424"/>
              <a:gd name="T48" fmla="*/ 367 w 464"/>
              <a:gd name="T49" fmla="*/ 302 h 424"/>
              <a:gd name="T50" fmla="*/ 404 w 464"/>
              <a:gd name="T51" fmla="*/ 318 h 424"/>
              <a:gd name="T52" fmla="*/ 409 w 464"/>
              <a:gd name="T53" fmla="*/ 183 h 424"/>
              <a:gd name="T54" fmla="*/ 383 w 464"/>
              <a:gd name="T55" fmla="*/ 291 h 424"/>
              <a:gd name="T56" fmla="*/ 341 w 464"/>
              <a:gd name="T57" fmla="*/ 305 h 424"/>
              <a:gd name="T58" fmla="*/ 341 w 464"/>
              <a:gd name="T59" fmla="*/ 368 h 424"/>
              <a:gd name="T60" fmla="*/ 257 w 464"/>
              <a:gd name="T61" fmla="*/ 406 h 424"/>
              <a:gd name="T62" fmla="*/ 255 w 464"/>
              <a:gd name="T63" fmla="*/ 400 h 424"/>
              <a:gd name="T64" fmla="*/ 199 w 464"/>
              <a:gd name="T65" fmla="*/ 313 h 424"/>
              <a:gd name="T66" fmla="*/ 142 w 464"/>
              <a:gd name="T67" fmla="*/ 400 h 424"/>
              <a:gd name="T68" fmla="*/ 140 w 464"/>
              <a:gd name="T69" fmla="*/ 406 h 424"/>
              <a:gd name="T70" fmla="*/ 19 w 464"/>
              <a:gd name="T71" fmla="*/ 366 h 424"/>
              <a:gd name="T72" fmla="*/ 21 w 464"/>
              <a:gd name="T73" fmla="*/ 308 h 424"/>
              <a:gd name="T74" fmla="*/ 62 w 464"/>
              <a:gd name="T75" fmla="*/ 326 h 424"/>
              <a:gd name="T76" fmla="*/ 62 w 464"/>
              <a:gd name="T77" fmla="*/ 183 h 424"/>
              <a:gd name="T78" fmla="*/ 21 w 464"/>
              <a:gd name="T79" fmla="*/ 200 h 424"/>
              <a:gd name="T80" fmla="*/ 19 w 464"/>
              <a:gd name="T81" fmla="*/ 147 h 424"/>
              <a:gd name="T82" fmla="*/ 141 w 464"/>
              <a:gd name="T83" fmla="*/ 110 h 424"/>
              <a:gd name="T84" fmla="*/ 141 w 464"/>
              <a:gd name="T85" fmla="*/ 110 h 424"/>
              <a:gd name="T86" fmla="*/ 156 w 464"/>
              <a:gd name="T87" fmla="*/ 74 h 424"/>
              <a:gd name="T88" fmla="*/ 199 w 464"/>
              <a:gd name="T89" fmla="*/ 18 h 424"/>
              <a:gd name="T90" fmla="*/ 241 w 464"/>
              <a:gd name="T91" fmla="*/ 74 h 424"/>
              <a:gd name="T92" fmla="*/ 256 w 464"/>
              <a:gd name="T93" fmla="*/ 110 h 424"/>
              <a:gd name="T94" fmla="*/ 309 w 464"/>
              <a:gd name="T95" fmla="*/ 110 h 424"/>
              <a:gd name="T96" fmla="*/ 341 w 464"/>
              <a:gd name="T97" fmla="*/ 197 h 424"/>
              <a:gd name="T98" fmla="*/ 367 w 464"/>
              <a:gd name="T99" fmla="*/ 220 h 424"/>
              <a:gd name="T100" fmla="*/ 409 w 464"/>
              <a:gd name="T101" fmla="*/ 202 h 424"/>
              <a:gd name="T102" fmla="*/ 404 w 464"/>
              <a:gd name="T103" fmla="*/ 299 h 4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464" h="424">
                <a:moveTo>
                  <a:pt x="409" y="183"/>
                </a:moveTo>
                <a:cubicBezTo>
                  <a:pt x="390" y="183"/>
                  <a:pt x="380" y="191"/>
                  <a:pt x="373" y="197"/>
                </a:cubicBezTo>
                <a:cubicBezTo>
                  <a:pt x="371" y="199"/>
                  <a:pt x="368" y="201"/>
                  <a:pt x="367" y="201"/>
                </a:cubicBezTo>
                <a:cubicBezTo>
                  <a:pt x="363" y="201"/>
                  <a:pt x="360" y="197"/>
                  <a:pt x="359" y="196"/>
                </a:cubicBezTo>
                <a:cubicBezTo>
                  <a:pt x="359" y="149"/>
                  <a:pt x="359" y="149"/>
                  <a:pt x="359" y="149"/>
                </a:cubicBezTo>
                <a:cubicBezTo>
                  <a:pt x="359" y="116"/>
                  <a:pt x="338" y="91"/>
                  <a:pt x="309" y="91"/>
                </a:cubicBezTo>
                <a:cubicBezTo>
                  <a:pt x="258" y="91"/>
                  <a:pt x="258" y="91"/>
                  <a:pt x="258" y="91"/>
                </a:cubicBezTo>
                <a:cubicBezTo>
                  <a:pt x="258" y="91"/>
                  <a:pt x="257" y="91"/>
                  <a:pt x="257" y="91"/>
                </a:cubicBezTo>
                <a:cubicBezTo>
                  <a:pt x="257" y="91"/>
                  <a:pt x="257" y="91"/>
                  <a:pt x="257" y="91"/>
                </a:cubicBezTo>
                <a:cubicBezTo>
                  <a:pt x="256" y="91"/>
                  <a:pt x="254" y="91"/>
                  <a:pt x="253" y="91"/>
                </a:cubicBezTo>
                <a:cubicBezTo>
                  <a:pt x="253" y="91"/>
                  <a:pt x="253" y="91"/>
                  <a:pt x="253" y="90"/>
                </a:cubicBezTo>
                <a:cubicBezTo>
                  <a:pt x="253" y="90"/>
                  <a:pt x="254" y="88"/>
                  <a:pt x="255" y="87"/>
                </a:cubicBezTo>
                <a:cubicBezTo>
                  <a:pt x="261" y="81"/>
                  <a:pt x="268" y="73"/>
                  <a:pt x="268" y="54"/>
                </a:cubicBezTo>
                <a:cubicBezTo>
                  <a:pt x="268" y="27"/>
                  <a:pt x="247" y="0"/>
                  <a:pt x="199" y="0"/>
                </a:cubicBezTo>
                <a:cubicBezTo>
                  <a:pt x="151" y="0"/>
                  <a:pt x="129" y="27"/>
                  <a:pt x="129" y="54"/>
                </a:cubicBezTo>
                <a:cubicBezTo>
                  <a:pt x="129" y="73"/>
                  <a:pt x="137" y="81"/>
                  <a:pt x="142" y="87"/>
                </a:cubicBezTo>
                <a:cubicBezTo>
                  <a:pt x="143" y="88"/>
                  <a:pt x="145" y="90"/>
                  <a:pt x="145" y="90"/>
                </a:cubicBezTo>
                <a:cubicBezTo>
                  <a:pt x="145" y="91"/>
                  <a:pt x="145" y="91"/>
                  <a:pt x="145" y="91"/>
                </a:cubicBezTo>
                <a:cubicBezTo>
                  <a:pt x="144" y="91"/>
                  <a:pt x="142" y="91"/>
                  <a:pt x="141" y="91"/>
                </a:cubicBezTo>
                <a:cubicBezTo>
                  <a:pt x="60" y="91"/>
                  <a:pt x="60" y="91"/>
                  <a:pt x="60" y="91"/>
                </a:cubicBezTo>
                <a:cubicBezTo>
                  <a:pt x="28" y="91"/>
                  <a:pt x="0" y="117"/>
                  <a:pt x="0" y="147"/>
                </a:cubicBezTo>
                <a:cubicBezTo>
                  <a:pt x="0" y="195"/>
                  <a:pt x="0" y="195"/>
                  <a:pt x="0" y="195"/>
                </a:cubicBezTo>
                <a:cubicBezTo>
                  <a:pt x="0" y="195"/>
                  <a:pt x="0" y="195"/>
                  <a:pt x="0" y="196"/>
                </a:cubicBezTo>
                <a:cubicBezTo>
                  <a:pt x="1" y="209"/>
                  <a:pt x="9" y="218"/>
                  <a:pt x="21" y="218"/>
                </a:cubicBezTo>
                <a:cubicBezTo>
                  <a:pt x="28" y="218"/>
                  <a:pt x="33" y="214"/>
                  <a:pt x="38" y="211"/>
                </a:cubicBezTo>
                <a:cubicBezTo>
                  <a:pt x="44" y="206"/>
                  <a:pt x="50" y="202"/>
                  <a:pt x="62" y="202"/>
                </a:cubicBezTo>
                <a:cubicBezTo>
                  <a:pt x="83" y="202"/>
                  <a:pt x="105" y="219"/>
                  <a:pt x="105" y="251"/>
                </a:cubicBezTo>
                <a:cubicBezTo>
                  <a:pt x="105" y="284"/>
                  <a:pt x="82" y="307"/>
                  <a:pt x="62" y="307"/>
                </a:cubicBezTo>
                <a:cubicBezTo>
                  <a:pt x="50" y="307"/>
                  <a:pt x="44" y="302"/>
                  <a:pt x="38" y="297"/>
                </a:cubicBezTo>
                <a:cubicBezTo>
                  <a:pt x="34" y="293"/>
                  <a:pt x="28" y="289"/>
                  <a:pt x="21" y="289"/>
                </a:cubicBezTo>
                <a:cubicBezTo>
                  <a:pt x="9" y="289"/>
                  <a:pt x="1" y="298"/>
                  <a:pt x="0" y="312"/>
                </a:cubicBezTo>
                <a:cubicBezTo>
                  <a:pt x="0" y="312"/>
                  <a:pt x="0" y="312"/>
                  <a:pt x="0" y="312"/>
                </a:cubicBezTo>
                <a:cubicBezTo>
                  <a:pt x="0" y="366"/>
                  <a:pt x="0" y="366"/>
                  <a:pt x="0" y="366"/>
                </a:cubicBezTo>
                <a:cubicBezTo>
                  <a:pt x="0" y="396"/>
                  <a:pt x="29" y="424"/>
                  <a:pt x="60" y="424"/>
                </a:cubicBezTo>
                <a:cubicBezTo>
                  <a:pt x="140" y="424"/>
                  <a:pt x="140" y="424"/>
                  <a:pt x="140" y="424"/>
                </a:cubicBezTo>
                <a:cubicBezTo>
                  <a:pt x="141" y="424"/>
                  <a:pt x="141" y="424"/>
                  <a:pt x="141" y="424"/>
                </a:cubicBezTo>
                <a:cubicBezTo>
                  <a:pt x="155" y="424"/>
                  <a:pt x="164" y="416"/>
                  <a:pt x="164" y="403"/>
                </a:cubicBezTo>
                <a:cubicBezTo>
                  <a:pt x="164" y="396"/>
                  <a:pt x="159" y="391"/>
                  <a:pt x="156" y="387"/>
                </a:cubicBezTo>
                <a:cubicBezTo>
                  <a:pt x="152" y="383"/>
                  <a:pt x="148" y="378"/>
                  <a:pt x="148" y="367"/>
                </a:cubicBezTo>
                <a:cubicBezTo>
                  <a:pt x="148" y="345"/>
                  <a:pt x="168" y="331"/>
                  <a:pt x="199" y="331"/>
                </a:cubicBezTo>
                <a:cubicBezTo>
                  <a:pt x="230" y="331"/>
                  <a:pt x="249" y="345"/>
                  <a:pt x="249" y="367"/>
                </a:cubicBezTo>
                <a:cubicBezTo>
                  <a:pt x="249" y="378"/>
                  <a:pt x="246" y="383"/>
                  <a:pt x="241" y="387"/>
                </a:cubicBezTo>
                <a:cubicBezTo>
                  <a:pt x="238" y="391"/>
                  <a:pt x="234" y="396"/>
                  <a:pt x="234" y="403"/>
                </a:cubicBezTo>
                <a:cubicBezTo>
                  <a:pt x="234" y="416"/>
                  <a:pt x="243" y="424"/>
                  <a:pt x="257" y="424"/>
                </a:cubicBezTo>
                <a:cubicBezTo>
                  <a:pt x="257" y="424"/>
                  <a:pt x="257" y="424"/>
                  <a:pt x="257" y="424"/>
                </a:cubicBezTo>
                <a:cubicBezTo>
                  <a:pt x="309" y="424"/>
                  <a:pt x="309" y="424"/>
                  <a:pt x="309" y="424"/>
                </a:cubicBezTo>
                <a:cubicBezTo>
                  <a:pt x="309" y="424"/>
                  <a:pt x="309" y="424"/>
                  <a:pt x="309" y="424"/>
                </a:cubicBezTo>
                <a:cubicBezTo>
                  <a:pt x="338" y="424"/>
                  <a:pt x="359" y="401"/>
                  <a:pt x="359" y="368"/>
                </a:cubicBezTo>
                <a:cubicBezTo>
                  <a:pt x="359" y="308"/>
                  <a:pt x="359" y="308"/>
                  <a:pt x="359" y="308"/>
                </a:cubicBezTo>
                <a:cubicBezTo>
                  <a:pt x="360" y="306"/>
                  <a:pt x="363" y="302"/>
                  <a:pt x="367" y="302"/>
                </a:cubicBezTo>
                <a:cubicBezTo>
                  <a:pt x="368" y="303"/>
                  <a:pt x="369" y="304"/>
                  <a:pt x="371" y="305"/>
                </a:cubicBezTo>
                <a:cubicBezTo>
                  <a:pt x="376" y="310"/>
                  <a:pt x="385" y="318"/>
                  <a:pt x="404" y="318"/>
                </a:cubicBezTo>
                <a:cubicBezTo>
                  <a:pt x="434" y="318"/>
                  <a:pt x="464" y="295"/>
                  <a:pt x="464" y="251"/>
                </a:cubicBezTo>
                <a:cubicBezTo>
                  <a:pt x="464" y="204"/>
                  <a:pt x="436" y="183"/>
                  <a:pt x="409" y="183"/>
                </a:cubicBezTo>
                <a:close/>
                <a:moveTo>
                  <a:pt x="404" y="299"/>
                </a:moveTo>
                <a:cubicBezTo>
                  <a:pt x="392" y="299"/>
                  <a:pt x="388" y="295"/>
                  <a:pt x="383" y="291"/>
                </a:cubicBezTo>
                <a:cubicBezTo>
                  <a:pt x="379" y="288"/>
                  <a:pt x="374" y="284"/>
                  <a:pt x="367" y="284"/>
                </a:cubicBezTo>
                <a:cubicBezTo>
                  <a:pt x="353" y="284"/>
                  <a:pt x="342" y="296"/>
                  <a:pt x="341" y="305"/>
                </a:cubicBezTo>
                <a:cubicBezTo>
                  <a:pt x="341" y="305"/>
                  <a:pt x="341" y="306"/>
                  <a:pt x="341" y="307"/>
                </a:cubicBezTo>
                <a:cubicBezTo>
                  <a:pt x="341" y="368"/>
                  <a:pt x="341" y="368"/>
                  <a:pt x="341" y="368"/>
                </a:cubicBezTo>
                <a:cubicBezTo>
                  <a:pt x="341" y="387"/>
                  <a:pt x="331" y="406"/>
                  <a:pt x="309" y="406"/>
                </a:cubicBezTo>
                <a:cubicBezTo>
                  <a:pt x="257" y="406"/>
                  <a:pt x="257" y="406"/>
                  <a:pt x="257" y="406"/>
                </a:cubicBezTo>
                <a:cubicBezTo>
                  <a:pt x="253" y="406"/>
                  <a:pt x="253" y="404"/>
                  <a:pt x="253" y="403"/>
                </a:cubicBezTo>
                <a:cubicBezTo>
                  <a:pt x="253" y="403"/>
                  <a:pt x="254" y="401"/>
                  <a:pt x="255" y="400"/>
                </a:cubicBezTo>
                <a:cubicBezTo>
                  <a:pt x="261" y="394"/>
                  <a:pt x="268" y="385"/>
                  <a:pt x="268" y="367"/>
                </a:cubicBezTo>
                <a:cubicBezTo>
                  <a:pt x="268" y="340"/>
                  <a:pt x="247" y="313"/>
                  <a:pt x="199" y="313"/>
                </a:cubicBezTo>
                <a:cubicBezTo>
                  <a:pt x="151" y="313"/>
                  <a:pt x="129" y="340"/>
                  <a:pt x="129" y="367"/>
                </a:cubicBezTo>
                <a:cubicBezTo>
                  <a:pt x="129" y="385"/>
                  <a:pt x="137" y="394"/>
                  <a:pt x="142" y="400"/>
                </a:cubicBezTo>
                <a:cubicBezTo>
                  <a:pt x="143" y="401"/>
                  <a:pt x="145" y="403"/>
                  <a:pt x="145" y="403"/>
                </a:cubicBezTo>
                <a:cubicBezTo>
                  <a:pt x="145" y="404"/>
                  <a:pt x="145" y="406"/>
                  <a:pt x="140" y="406"/>
                </a:cubicBezTo>
                <a:cubicBezTo>
                  <a:pt x="60" y="406"/>
                  <a:pt x="60" y="406"/>
                  <a:pt x="60" y="406"/>
                </a:cubicBezTo>
                <a:cubicBezTo>
                  <a:pt x="39" y="406"/>
                  <a:pt x="19" y="386"/>
                  <a:pt x="19" y="366"/>
                </a:cubicBezTo>
                <a:cubicBezTo>
                  <a:pt x="19" y="312"/>
                  <a:pt x="19" y="312"/>
                  <a:pt x="19" y="312"/>
                </a:cubicBezTo>
                <a:cubicBezTo>
                  <a:pt x="19" y="308"/>
                  <a:pt x="20" y="308"/>
                  <a:pt x="21" y="308"/>
                </a:cubicBezTo>
                <a:cubicBezTo>
                  <a:pt x="22" y="308"/>
                  <a:pt x="24" y="310"/>
                  <a:pt x="26" y="311"/>
                </a:cubicBezTo>
                <a:cubicBezTo>
                  <a:pt x="33" y="317"/>
                  <a:pt x="43" y="326"/>
                  <a:pt x="62" y="326"/>
                </a:cubicBezTo>
                <a:cubicBezTo>
                  <a:pt x="92" y="326"/>
                  <a:pt x="124" y="296"/>
                  <a:pt x="124" y="251"/>
                </a:cubicBezTo>
                <a:cubicBezTo>
                  <a:pt x="124" y="207"/>
                  <a:pt x="92" y="183"/>
                  <a:pt x="62" y="183"/>
                </a:cubicBezTo>
                <a:cubicBezTo>
                  <a:pt x="43" y="183"/>
                  <a:pt x="33" y="191"/>
                  <a:pt x="26" y="196"/>
                </a:cubicBezTo>
                <a:cubicBezTo>
                  <a:pt x="25" y="197"/>
                  <a:pt x="22" y="199"/>
                  <a:pt x="21" y="200"/>
                </a:cubicBezTo>
                <a:cubicBezTo>
                  <a:pt x="20" y="200"/>
                  <a:pt x="19" y="200"/>
                  <a:pt x="19" y="195"/>
                </a:cubicBezTo>
                <a:cubicBezTo>
                  <a:pt x="19" y="147"/>
                  <a:pt x="19" y="147"/>
                  <a:pt x="19" y="147"/>
                </a:cubicBezTo>
                <a:cubicBezTo>
                  <a:pt x="19" y="125"/>
                  <a:pt x="41" y="110"/>
                  <a:pt x="60" y="110"/>
                </a:cubicBezTo>
                <a:cubicBezTo>
                  <a:pt x="141" y="110"/>
                  <a:pt x="141" y="110"/>
                  <a:pt x="141" y="110"/>
                </a:cubicBezTo>
                <a:cubicBezTo>
                  <a:pt x="141" y="110"/>
                  <a:pt x="141" y="110"/>
                  <a:pt x="141" y="110"/>
                </a:cubicBezTo>
                <a:cubicBezTo>
                  <a:pt x="141" y="110"/>
                  <a:pt x="141" y="110"/>
                  <a:pt x="141" y="110"/>
                </a:cubicBezTo>
                <a:cubicBezTo>
                  <a:pt x="161" y="109"/>
                  <a:pt x="164" y="97"/>
                  <a:pt x="164" y="90"/>
                </a:cubicBezTo>
                <a:cubicBezTo>
                  <a:pt x="164" y="83"/>
                  <a:pt x="159" y="78"/>
                  <a:pt x="156" y="74"/>
                </a:cubicBezTo>
                <a:cubicBezTo>
                  <a:pt x="152" y="70"/>
                  <a:pt x="148" y="65"/>
                  <a:pt x="148" y="54"/>
                </a:cubicBezTo>
                <a:cubicBezTo>
                  <a:pt x="148" y="32"/>
                  <a:pt x="169" y="18"/>
                  <a:pt x="199" y="18"/>
                </a:cubicBezTo>
                <a:cubicBezTo>
                  <a:pt x="230" y="18"/>
                  <a:pt x="249" y="32"/>
                  <a:pt x="249" y="54"/>
                </a:cubicBezTo>
                <a:cubicBezTo>
                  <a:pt x="249" y="65"/>
                  <a:pt x="246" y="70"/>
                  <a:pt x="241" y="74"/>
                </a:cubicBezTo>
                <a:cubicBezTo>
                  <a:pt x="238" y="78"/>
                  <a:pt x="234" y="83"/>
                  <a:pt x="234" y="90"/>
                </a:cubicBezTo>
                <a:cubicBezTo>
                  <a:pt x="234" y="97"/>
                  <a:pt x="237" y="109"/>
                  <a:pt x="256" y="110"/>
                </a:cubicBezTo>
                <a:cubicBezTo>
                  <a:pt x="256" y="110"/>
                  <a:pt x="256" y="110"/>
                  <a:pt x="257" y="110"/>
                </a:cubicBezTo>
                <a:cubicBezTo>
                  <a:pt x="309" y="110"/>
                  <a:pt x="309" y="110"/>
                  <a:pt x="309" y="110"/>
                </a:cubicBezTo>
                <a:cubicBezTo>
                  <a:pt x="331" y="110"/>
                  <a:pt x="341" y="130"/>
                  <a:pt x="341" y="149"/>
                </a:cubicBezTo>
                <a:cubicBezTo>
                  <a:pt x="341" y="197"/>
                  <a:pt x="341" y="197"/>
                  <a:pt x="341" y="197"/>
                </a:cubicBezTo>
                <a:cubicBezTo>
                  <a:pt x="341" y="197"/>
                  <a:pt x="341" y="198"/>
                  <a:pt x="341" y="199"/>
                </a:cubicBezTo>
                <a:cubicBezTo>
                  <a:pt x="342" y="208"/>
                  <a:pt x="353" y="220"/>
                  <a:pt x="367" y="220"/>
                </a:cubicBezTo>
                <a:cubicBezTo>
                  <a:pt x="374" y="220"/>
                  <a:pt x="379" y="216"/>
                  <a:pt x="384" y="212"/>
                </a:cubicBezTo>
                <a:cubicBezTo>
                  <a:pt x="390" y="207"/>
                  <a:pt x="397" y="202"/>
                  <a:pt x="409" y="202"/>
                </a:cubicBezTo>
                <a:cubicBezTo>
                  <a:pt x="431" y="202"/>
                  <a:pt x="445" y="221"/>
                  <a:pt x="445" y="251"/>
                </a:cubicBezTo>
                <a:cubicBezTo>
                  <a:pt x="445" y="284"/>
                  <a:pt x="424" y="299"/>
                  <a:pt x="404" y="29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243" name="Group 242"/>
          <p:cNvGrpSpPr/>
          <p:nvPr/>
        </p:nvGrpSpPr>
        <p:grpSpPr>
          <a:xfrm>
            <a:off x="9596968" y="4957234"/>
            <a:ext cx="391584" cy="565151"/>
            <a:chOff x="7197726" y="3717925"/>
            <a:chExt cx="293688" cy="423863"/>
          </a:xfrm>
          <a:solidFill>
            <a:schemeClr val="accent1"/>
          </a:solidFill>
        </p:grpSpPr>
        <p:sp>
          <p:nvSpPr>
            <p:cNvPr id="33" name="Freeform 225"/>
            <p:cNvSpPr>
              <a:spLocks/>
            </p:cNvSpPr>
            <p:nvPr/>
          </p:nvSpPr>
          <p:spPr bwMode="auto">
            <a:xfrm>
              <a:off x="7197726" y="3717925"/>
              <a:ext cx="293688" cy="354013"/>
            </a:xfrm>
            <a:custGeom>
              <a:avLst/>
              <a:gdLst>
                <a:gd name="T0" fmla="*/ 248 w 294"/>
                <a:gd name="T1" fmla="*/ 40 h 356"/>
                <a:gd name="T2" fmla="*/ 147 w 294"/>
                <a:gd name="T3" fmla="*/ 0 h 356"/>
                <a:gd name="T4" fmla="*/ 45 w 294"/>
                <a:gd name="T5" fmla="*/ 41 h 356"/>
                <a:gd name="T6" fmla="*/ 0 w 294"/>
                <a:gd name="T7" fmla="*/ 147 h 356"/>
                <a:gd name="T8" fmla="*/ 53 w 294"/>
                <a:gd name="T9" fmla="*/ 259 h 356"/>
                <a:gd name="T10" fmla="*/ 53 w 294"/>
                <a:gd name="T11" fmla="*/ 259 h 356"/>
                <a:gd name="T12" fmla="*/ 53 w 294"/>
                <a:gd name="T13" fmla="*/ 259 h 356"/>
                <a:gd name="T14" fmla="*/ 78 w 294"/>
                <a:gd name="T15" fmla="*/ 301 h 356"/>
                <a:gd name="T16" fmla="*/ 78 w 294"/>
                <a:gd name="T17" fmla="*/ 307 h 356"/>
                <a:gd name="T18" fmla="*/ 78 w 294"/>
                <a:gd name="T19" fmla="*/ 308 h 356"/>
                <a:gd name="T20" fmla="*/ 78 w 294"/>
                <a:gd name="T21" fmla="*/ 310 h 356"/>
                <a:gd name="T22" fmla="*/ 91 w 294"/>
                <a:gd name="T23" fmla="*/ 333 h 356"/>
                <a:gd name="T24" fmla="*/ 92 w 294"/>
                <a:gd name="T25" fmla="*/ 333 h 356"/>
                <a:gd name="T26" fmla="*/ 198 w 294"/>
                <a:gd name="T27" fmla="*/ 356 h 356"/>
                <a:gd name="T28" fmla="*/ 200 w 294"/>
                <a:gd name="T29" fmla="*/ 356 h 356"/>
                <a:gd name="T30" fmla="*/ 209 w 294"/>
                <a:gd name="T31" fmla="*/ 349 h 356"/>
                <a:gd name="T32" fmla="*/ 202 w 294"/>
                <a:gd name="T33" fmla="*/ 338 h 356"/>
                <a:gd name="T34" fmla="*/ 97 w 294"/>
                <a:gd name="T35" fmla="*/ 315 h 356"/>
                <a:gd name="T36" fmla="*/ 97 w 294"/>
                <a:gd name="T37" fmla="*/ 311 h 356"/>
                <a:gd name="T38" fmla="*/ 97 w 294"/>
                <a:gd name="T39" fmla="*/ 308 h 356"/>
                <a:gd name="T40" fmla="*/ 97 w 294"/>
                <a:gd name="T41" fmla="*/ 301 h 356"/>
                <a:gd name="T42" fmla="*/ 66 w 294"/>
                <a:gd name="T43" fmla="*/ 245 h 356"/>
                <a:gd name="T44" fmla="*/ 64 w 294"/>
                <a:gd name="T45" fmla="*/ 244 h 356"/>
                <a:gd name="T46" fmla="*/ 18 w 294"/>
                <a:gd name="T47" fmla="*/ 147 h 356"/>
                <a:gd name="T48" fmla="*/ 147 w 294"/>
                <a:gd name="T49" fmla="*/ 19 h 356"/>
                <a:gd name="T50" fmla="*/ 275 w 294"/>
                <a:gd name="T51" fmla="*/ 147 h 356"/>
                <a:gd name="T52" fmla="*/ 229 w 294"/>
                <a:gd name="T53" fmla="*/ 244 h 356"/>
                <a:gd name="T54" fmla="*/ 228 w 294"/>
                <a:gd name="T55" fmla="*/ 245 h 356"/>
                <a:gd name="T56" fmla="*/ 196 w 294"/>
                <a:gd name="T57" fmla="*/ 301 h 356"/>
                <a:gd name="T58" fmla="*/ 196 w 294"/>
                <a:gd name="T59" fmla="*/ 301 h 356"/>
                <a:gd name="T60" fmla="*/ 143 w 294"/>
                <a:gd name="T61" fmla="*/ 288 h 356"/>
                <a:gd name="T62" fmla="*/ 132 w 294"/>
                <a:gd name="T63" fmla="*/ 295 h 356"/>
                <a:gd name="T64" fmla="*/ 139 w 294"/>
                <a:gd name="T65" fmla="*/ 307 h 356"/>
                <a:gd name="T66" fmla="*/ 193 w 294"/>
                <a:gd name="T67" fmla="*/ 319 h 356"/>
                <a:gd name="T68" fmla="*/ 208 w 294"/>
                <a:gd name="T69" fmla="*/ 317 h 356"/>
                <a:gd name="T70" fmla="*/ 215 w 294"/>
                <a:gd name="T71" fmla="*/ 304 h 356"/>
                <a:gd name="T72" fmla="*/ 215 w 294"/>
                <a:gd name="T73" fmla="*/ 304 h 356"/>
                <a:gd name="T74" fmla="*/ 215 w 294"/>
                <a:gd name="T75" fmla="*/ 303 h 356"/>
                <a:gd name="T76" fmla="*/ 215 w 294"/>
                <a:gd name="T77" fmla="*/ 302 h 356"/>
                <a:gd name="T78" fmla="*/ 215 w 294"/>
                <a:gd name="T79" fmla="*/ 301 h 356"/>
                <a:gd name="T80" fmla="*/ 215 w 294"/>
                <a:gd name="T81" fmla="*/ 301 h 356"/>
                <a:gd name="T82" fmla="*/ 240 w 294"/>
                <a:gd name="T83" fmla="*/ 259 h 356"/>
                <a:gd name="T84" fmla="*/ 241 w 294"/>
                <a:gd name="T85" fmla="*/ 259 h 356"/>
                <a:gd name="T86" fmla="*/ 241 w 294"/>
                <a:gd name="T87" fmla="*/ 259 h 356"/>
                <a:gd name="T88" fmla="*/ 294 w 294"/>
                <a:gd name="T89" fmla="*/ 147 h 356"/>
                <a:gd name="T90" fmla="*/ 248 w 294"/>
                <a:gd name="T91" fmla="*/ 40 h 3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94" h="356">
                  <a:moveTo>
                    <a:pt x="248" y="40"/>
                  </a:moveTo>
                  <a:cubicBezTo>
                    <a:pt x="220" y="14"/>
                    <a:pt x="184" y="0"/>
                    <a:pt x="147" y="0"/>
                  </a:cubicBezTo>
                  <a:cubicBezTo>
                    <a:pt x="109" y="0"/>
                    <a:pt x="72" y="15"/>
                    <a:pt x="45" y="41"/>
                  </a:cubicBezTo>
                  <a:cubicBezTo>
                    <a:pt x="16" y="68"/>
                    <a:pt x="0" y="106"/>
                    <a:pt x="0" y="147"/>
                  </a:cubicBezTo>
                  <a:cubicBezTo>
                    <a:pt x="0" y="192"/>
                    <a:pt x="17" y="229"/>
                    <a:pt x="53" y="259"/>
                  </a:cubicBezTo>
                  <a:cubicBezTo>
                    <a:pt x="53" y="259"/>
                    <a:pt x="53" y="259"/>
                    <a:pt x="53" y="259"/>
                  </a:cubicBezTo>
                  <a:cubicBezTo>
                    <a:pt x="53" y="259"/>
                    <a:pt x="53" y="259"/>
                    <a:pt x="53" y="259"/>
                  </a:cubicBezTo>
                  <a:cubicBezTo>
                    <a:pt x="78" y="286"/>
                    <a:pt x="78" y="291"/>
                    <a:pt x="78" y="301"/>
                  </a:cubicBezTo>
                  <a:cubicBezTo>
                    <a:pt x="78" y="306"/>
                    <a:pt x="78" y="307"/>
                    <a:pt x="78" y="307"/>
                  </a:cubicBezTo>
                  <a:cubicBezTo>
                    <a:pt x="78" y="307"/>
                    <a:pt x="78" y="308"/>
                    <a:pt x="78" y="308"/>
                  </a:cubicBezTo>
                  <a:cubicBezTo>
                    <a:pt x="78" y="309"/>
                    <a:pt x="78" y="310"/>
                    <a:pt x="78" y="310"/>
                  </a:cubicBezTo>
                  <a:cubicBezTo>
                    <a:pt x="78" y="316"/>
                    <a:pt x="78" y="328"/>
                    <a:pt x="91" y="333"/>
                  </a:cubicBezTo>
                  <a:cubicBezTo>
                    <a:pt x="92" y="333"/>
                    <a:pt x="92" y="333"/>
                    <a:pt x="92" y="333"/>
                  </a:cubicBezTo>
                  <a:cubicBezTo>
                    <a:pt x="198" y="356"/>
                    <a:pt x="198" y="356"/>
                    <a:pt x="198" y="356"/>
                  </a:cubicBezTo>
                  <a:cubicBezTo>
                    <a:pt x="199" y="356"/>
                    <a:pt x="200" y="356"/>
                    <a:pt x="200" y="356"/>
                  </a:cubicBezTo>
                  <a:cubicBezTo>
                    <a:pt x="205" y="356"/>
                    <a:pt x="208" y="353"/>
                    <a:pt x="209" y="349"/>
                  </a:cubicBezTo>
                  <a:cubicBezTo>
                    <a:pt x="211" y="344"/>
                    <a:pt x="207" y="339"/>
                    <a:pt x="202" y="338"/>
                  </a:cubicBezTo>
                  <a:cubicBezTo>
                    <a:pt x="97" y="315"/>
                    <a:pt x="97" y="315"/>
                    <a:pt x="97" y="315"/>
                  </a:cubicBezTo>
                  <a:cubicBezTo>
                    <a:pt x="97" y="314"/>
                    <a:pt x="97" y="312"/>
                    <a:pt x="97" y="311"/>
                  </a:cubicBezTo>
                  <a:cubicBezTo>
                    <a:pt x="97" y="310"/>
                    <a:pt x="97" y="309"/>
                    <a:pt x="97" y="308"/>
                  </a:cubicBezTo>
                  <a:cubicBezTo>
                    <a:pt x="97" y="307"/>
                    <a:pt x="97" y="305"/>
                    <a:pt x="97" y="301"/>
                  </a:cubicBezTo>
                  <a:cubicBezTo>
                    <a:pt x="97" y="282"/>
                    <a:pt x="92" y="273"/>
                    <a:pt x="66" y="245"/>
                  </a:cubicBezTo>
                  <a:cubicBezTo>
                    <a:pt x="65" y="245"/>
                    <a:pt x="64" y="244"/>
                    <a:pt x="64" y="244"/>
                  </a:cubicBezTo>
                  <a:cubicBezTo>
                    <a:pt x="34" y="218"/>
                    <a:pt x="18" y="185"/>
                    <a:pt x="18" y="147"/>
                  </a:cubicBezTo>
                  <a:cubicBezTo>
                    <a:pt x="18" y="68"/>
                    <a:pt x="85" y="19"/>
                    <a:pt x="147" y="19"/>
                  </a:cubicBezTo>
                  <a:cubicBezTo>
                    <a:pt x="210" y="19"/>
                    <a:pt x="275" y="67"/>
                    <a:pt x="275" y="147"/>
                  </a:cubicBezTo>
                  <a:cubicBezTo>
                    <a:pt x="275" y="199"/>
                    <a:pt x="249" y="227"/>
                    <a:pt x="229" y="244"/>
                  </a:cubicBezTo>
                  <a:cubicBezTo>
                    <a:pt x="229" y="244"/>
                    <a:pt x="228" y="245"/>
                    <a:pt x="228" y="245"/>
                  </a:cubicBezTo>
                  <a:cubicBezTo>
                    <a:pt x="201" y="274"/>
                    <a:pt x="196" y="282"/>
                    <a:pt x="196" y="301"/>
                  </a:cubicBezTo>
                  <a:cubicBezTo>
                    <a:pt x="196" y="301"/>
                    <a:pt x="196" y="301"/>
                    <a:pt x="196" y="301"/>
                  </a:cubicBezTo>
                  <a:cubicBezTo>
                    <a:pt x="143" y="288"/>
                    <a:pt x="143" y="288"/>
                    <a:pt x="143" y="288"/>
                  </a:cubicBezTo>
                  <a:cubicBezTo>
                    <a:pt x="138" y="287"/>
                    <a:pt x="133" y="290"/>
                    <a:pt x="132" y="295"/>
                  </a:cubicBezTo>
                  <a:cubicBezTo>
                    <a:pt x="131" y="300"/>
                    <a:pt x="134" y="305"/>
                    <a:pt x="139" y="307"/>
                  </a:cubicBezTo>
                  <a:cubicBezTo>
                    <a:pt x="193" y="319"/>
                    <a:pt x="193" y="319"/>
                    <a:pt x="193" y="319"/>
                  </a:cubicBezTo>
                  <a:cubicBezTo>
                    <a:pt x="196" y="320"/>
                    <a:pt x="202" y="322"/>
                    <a:pt x="208" y="317"/>
                  </a:cubicBezTo>
                  <a:cubicBezTo>
                    <a:pt x="211" y="315"/>
                    <a:pt x="214" y="311"/>
                    <a:pt x="215" y="304"/>
                  </a:cubicBezTo>
                  <a:cubicBezTo>
                    <a:pt x="215" y="304"/>
                    <a:pt x="215" y="304"/>
                    <a:pt x="215" y="304"/>
                  </a:cubicBezTo>
                  <a:cubicBezTo>
                    <a:pt x="215" y="304"/>
                    <a:pt x="215" y="304"/>
                    <a:pt x="215" y="303"/>
                  </a:cubicBezTo>
                  <a:cubicBezTo>
                    <a:pt x="215" y="303"/>
                    <a:pt x="215" y="302"/>
                    <a:pt x="215" y="302"/>
                  </a:cubicBezTo>
                  <a:cubicBezTo>
                    <a:pt x="215" y="302"/>
                    <a:pt x="215" y="302"/>
                    <a:pt x="215" y="301"/>
                  </a:cubicBezTo>
                  <a:cubicBezTo>
                    <a:pt x="215" y="301"/>
                    <a:pt x="215" y="301"/>
                    <a:pt x="215" y="301"/>
                  </a:cubicBezTo>
                  <a:cubicBezTo>
                    <a:pt x="215" y="291"/>
                    <a:pt x="215" y="286"/>
                    <a:pt x="240" y="259"/>
                  </a:cubicBezTo>
                  <a:cubicBezTo>
                    <a:pt x="240" y="259"/>
                    <a:pt x="241" y="259"/>
                    <a:pt x="241" y="259"/>
                  </a:cubicBezTo>
                  <a:cubicBezTo>
                    <a:pt x="241" y="259"/>
                    <a:pt x="241" y="259"/>
                    <a:pt x="241" y="259"/>
                  </a:cubicBezTo>
                  <a:cubicBezTo>
                    <a:pt x="276" y="229"/>
                    <a:pt x="294" y="192"/>
                    <a:pt x="294" y="147"/>
                  </a:cubicBezTo>
                  <a:cubicBezTo>
                    <a:pt x="294" y="105"/>
                    <a:pt x="277" y="67"/>
                    <a:pt x="248" y="4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4" name="Freeform 226"/>
            <p:cNvSpPr>
              <a:spLocks/>
            </p:cNvSpPr>
            <p:nvPr/>
          </p:nvSpPr>
          <p:spPr bwMode="auto">
            <a:xfrm>
              <a:off x="7281863" y="4065588"/>
              <a:ext cx="123825" cy="42863"/>
            </a:xfrm>
            <a:custGeom>
              <a:avLst/>
              <a:gdLst>
                <a:gd name="T0" fmla="*/ 117 w 125"/>
                <a:gd name="T1" fmla="*/ 25 h 43"/>
                <a:gd name="T2" fmla="*/ 12 w 125"/>
                <a:gd name="T3" fmla="*/ 1 h 43"/>
                <a:gd name="T4" fmla="*/ 1 w 125"/>
                <a:gd name="T5" fmla="*/ 8 h 43"/>
                <a:gd name="T6" fmla="*/ 8 w 125"/>
                <a:gd name="T7" fmla="*/ 19 h 43"/>
                <a:gd name="T8" fmla="*/ 113 w 125"/>
                <a:gd name="T9" fmla="*/ 43 h 43"/>
                <a:gd name="T10" fmla="*/ 115 w 125"/>
                <a:gd name="T11" fmla="*/ 43 h 43"/>
                <a:gd name="T12" fmla="*/ 124 w 125"/>
                <a:gd name="T13" fmla="*/ 36 h 43"/>
                <a:gd name="T14" fmla="*/ 117 w 125"/>
                <a:gd name="T15" fmla="*/ 25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5" h="43">
                  <a:moveTo>
                    <a:pt x="117" y="25"/>
                  </a:moveTo>
                  <a:cubicBezTo>
                    <a:pt x="12" y="1"/>
                    <a:pt x="12" y="1"/>
                    <a:pt x="12" y="1"/>
                  </a:cubicBezTo>
                  <a:cubicBezTo>
                    <a:pt x="7" y="0"/>
                    <a:pt x="2" y="3"/>
                    <a:pt x="1" y="8"/>
                  </a:cubicBezTo>
                  <a:cubicBezTo>
                    <a:pt x="0" y="13"/>
                    <a:pt x="3" y="18"/>
                    <a:pt x="8" y="19"/>
                  </a:cubicBezTo>
                  <a:cubicBezTo>
                    <a:pt x="113" y="43"/>
                    <a:pt x="113" y="43"/>
                    <a:pt x="113" y="43"/>
                  </a:cubicBezTo>
                  <a:cubicBezTo>
                    <a:pt x="114" y="43"/>
                    <a:pt x="114" y="43"/>
                    <a:pt x="115" y="43"/>
                  </a:cubicBezTo>
                  <a:cubicBezTo>
                    <a:pt x="119" y="43"/>
                    <a:pt x="123" y="40"/>
                    <a:pt x="124" y="36"/>
                  </a:cubicBezTo>
                  <a:cubicBezTo>
                    <a:pt x="125" y="31"/>
                    <a:pt x="122" y="26"/>
                    <a:pt x="117" y="25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5" name="Freeform 227"/>
            <p:cNvSpPr>
              <a:spLocks/>
            </p:cNvSpPr>
            <p:nvPr/>
          </p:nvSpPr>
          <p:spPr bwMode="auto">
            <a:xfrm>
              <a:off x="7288213" y="4102100"/>
              <a:ext cx="104775" cy="39688"/>
            </a:xfrm>
            <a:custGeom>
              <a:avLst/>
              <a:gdLst>
                <a:gd name="T0" fmla="*/ 98 w 106"/>
                <a:gd name="T1" fmla="*/ 20 h 39"/>
                <a:gd name="T2" fmla="*/ 13 w 106"/>
                <a:gd name="T3" fmla="*/ 1 h 39"/>
                <a:gd name="T4" fmla="*/ 2 w 106"/>
                <a:gd name="T5" fmla="*/ 8 h 39"/>
                <a:gd name="T6" fmla="*/ 9 w 106"/>
                <a:gd name="T7" fmla="*/ 19 h 39"/>
                <a:gd name="T8" fmla="*/ 94 w 106"/>
                <a:gd name="T9" fmla="*/ 39 h 39"/>
                <a:gd name="T10" fmla="*/ 96 w 106"/>
                <a:gd name="T11" fmla="*/ 39 h 39"/>
                <a:gd name="T12" fmla="*/ 105 w 106"/>
                <a:gd name="T13" fmla="*/ 31 h 39"/>
                <a:gd name="T14" fmla="*/ 98 w 106"/>
                <a:gd name="T15" fmla="*/ 2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6" h="39">
                  <a:moveTo>
                    <a:pt x="98" y="20"/>
                  </a:moveTo>
                  <a:cubicBezTo>
                    <a:pt x="13" y="1"/>
                    <a:pt x="13" y="1"/>
                    <a:pt x="13" y="1"/>
                  </a:cubicBezTo>
                  <a:cubicBezTo>
                    <a:pt x="8" y="0"/>
                    <a:pt x="3" y="3"/>
                    <a:pt x="2" y="8"/>
                  </a:cubicBezTo>
                  <a:cubicBezTo>
                    <a:pt x="0" y="13"/>
                    <a:pt x="4" y="18"/>
                    <a:pt x="9" y="19"/>
                  </a:cubicBezTo>
                  <a:cubicBezTo>
                    <a:pt x="94" y="39"/>
                    <a:pt x="94" y="39"/>
                    <a:pt x="94" y="39"/>
                  </a:cubicBezTo>
                  <a:cubicBezTo>
                    <a:pt x="95" y="39"/>
                    <a:pt x="95" y="39"/>
                    <a:pt x="96" y="39"/>
                  </a:cubicBezTo>
                  <a:cubicBezTo>
                    <a:pt x="100" y="39"/>
                    <a:pt x="104" y="36"/>
                    <a:pt x="105" y="31"/>
                  </a:cubicBezTo>
                  <a:cubicBezTo>
                    <a:pt x="106" y="26"/>
                    <a:pt x="103" y="21"/>
                    <a:pt x="98" y="2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44" name="Group 243"/>
          <p:cNvGrpSpPr/>
          <p:nvPr/>
        </p:nvGrpSpPr>
        <p:grpSpPr>
          <a:xfrm>
            <a:off x="8447618" y="4957234"/>
            <a:ext cx="740833" cy="565151"/>
            <a:chOff x="6335713" y="3717925"/>
            <a:chExt cx="555625" cy="423863"/>
          </a:xfrm>
          <a:solidFill>
            <a:schemeClr val="accent1"/>
          </a:solidFill>
        </p:grpSpPr>
        <p:sp>
          <p:nvSpPr>
            <p:cNvPr id="36" name="Freeform 228"/>
            <p:cNvSpPr>
              <a:spLocks/>
            </p:cNvSpPr>
            <p:nvPr/>
          </p:nvSpPr>
          <p:spPr bwMode="auto">
            <a:xfrm>
              <a:off x="6624638" y="3717925"/>
              <a:ext cx="266700" cy="369888"/>
            </a:xfrm>
            <a:custGeom>
              <a:avLst/>
              <a:gdLst>
                <a:gd name="T0" fmla="*/ 244 w 267"/>
                <a:gd name="T1" fmla="*/ 0 h 372"/>
                <a:gd name="T2" fmla="*/ 113 w 267"/>
                <a:gd name="T3" fmla="*/ 0 h 372"/>
                <a:gd name="T4" fmla="*/ 85 w 267"/>
                <a:gd name="T5" fmla="*/ 12 h 372"/>
                <a:gd name="T6" fmla="*/ 67 w 267"/>
                <a:gd name="T7" fmla="*/ 30 h 372"/>
                <a:gd name="T8" fmla="*/ 67 w 267"/>
                <a:gd name="T9" fmla="*/ 43 h 372"/>
                <a:gd name="T10" fmla="*/ 80 w 267"/>
                <a:gd name="T11" fmla="*/ 43 h 372"/>
                <a:gd name="T12" fmla="*/ 98 w 267"/>
                <a:gd name="T13" fmla="*/ 25 h 372"/>
                <a:gd name="T14" fmla="*/ 113 w 267"/>
                <a:gd name="T15" fmla="*/ 19 h 372"/>
                <a:gd name="T16" fmla="*/ 244 w 267"/>
                <a:gd name="T17" fmla="*/ 19 h 372"/>
                <a:gd name="T18" fmla="*/ 248 w 267"/>
                <a:gd name="T19" fmla="*/ 22 h 372"/>
                <a:gd name="T20" fmla="*/ 248 w 267"/>
                <a:gd name="T21" fmla="*/ 154 h 372"/>
                <a:gd name="T22" fmla="*/ 241 w 267"/>
                <a:gd name="T23" fmla="*/ 170 h 372"/>
                <a:gd name="T24" fmla="*/ 57 w 267"/>
                <a:gd name="T25" fmla="*/ 353 h 372"/>
                <a:gd name="T26" fmla="*/ 51 w 267"/>
                <a:gd name="T27" fmla="*/ 353 h 372"/>
                <a:gd name="T28" fmla="*/ 17 w 267"/>
                <a:gd name="T29" fmla="*/ 318 h 372"/>
                <a:gd name="T30" fmla="*/ 3 w 267"/>
                <a:gd name="T31" fmla="*/ 318 h 372"/>
                <a:gd name="T32" fmla="*/ 3 w 267"/>
                <a:gd name="T33" fmla="*/ 331 h 372"/>
                <a:gd name="T34" fmla="*/ 38 w 267"/>
                <a:gd name="T35" fmla="*/ 366 h 372"/>
                <a:gd name="T36" fmla="*/ 54 w 267"/>
                <a:gd name="T37" fmla="*/ 372 h 372"/>
                <a:gd name="T38" fmla="*/ 70 w 267"/>
                <a:gd name="T39" fmla="*/ 366 h 372"/>
                <a:gd name="T40" fmla="*/ 255 w 267"/>
                <a:gd name="T41" fmla="*/ 183 h 372"/>
                <a:gd name="T42" fmla="*/ 267 w 267"/>
                <a:gd name="T43" fmla="*/ 154 h 372"/>
                <a:gd name="T44" fmla="*/ 267 w 267"/>
                <a:gd name="T45" fmla="*/ 22 h 372"/>
                <a:gd name="T46" fmla="*/ 244 w 267"/>
                <a:gd name="T47" fmla="*/ 0 h 3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67" h="372">
                  <a:moveTo>
                    <a:pt x="244" y="0"/>
                  </a:moveTo>
                  <a:cubicBezTo>
                    <a:pt x="113" y="0"/>
                    <a:pt x="113" y="0"/>
                    <a:pt x="113" y="0"/>
                  </a:cubicBezTo>
                  <a:cubicBezTo>
                    <a:pt x="104" y="0"/>
                    <a:pt x="91" y="5"/>
                    <a:pt x="85" y="12"/>
                  </a:cubicBezTo>
                  <a:cubicBezTo>
                    <a:pt x="85" y="12"/>
                    <a:pt x="77" y="20"/>
                    <a:pt x="67" y="30"/>
                  </a:cubicBezTo>
                  <a:cubicBezTo>
                    <a:pt x="63" y="33"/>
                    <a:pt x="64" y="39"/>
                    <a:pt x="67" y="43"/>
                  </a:cubicBezTo>
                  <a:cubicBezTo>
                    <a:pt x="71" y="47"/>
                    <a:pt x="77" y="47"/>
                    <a:pt x="80" y="43"/>
                  </a:cubicBezTo>
                  <a:cubicBezTo>
                    <a:pt x="90" y="33"/>
                    <a:pt x="98" y="25"/>
                    <a:pt x="98" y="25"/>
                  </a:cubicBezTo>
                  <a:cubicBezTo>
                    <a:pt x="101" y="22"/>
                    <a:pt x="109" y="19"/>
                    <a:pt x="113" y="19"/>
                  </a:cubicBezTo>
                  <a:cubicBezTo>
                    <a:pt x="244" y="19"/>
                    <a:pt x="244" y="19"/>
                    <a:pt x="244" y="19"/>
                  </a:cubicBezTo>
                  <a:cubicBezTo>
                    <a:pt x="246" y="19"/>
                    <a:pt x="248" y="20"/>
                    <a:pt x="248" y="22"/>
                  </a:cubicBezTo>
                  <a:cubicBezTo>
                    <a:pt x="248" y="154"/>
                    <a:pt x="248" y="154"/>
                    <a:pt x="248" y="154"/>
                  </a:cubicBezTo>
                  <a:cubicBezTo>
                    <a:pt x="248" y="159"/>
                    <a:pt x="245" y="166"/>
                    <a:pt x="241" y="170"/>
                  </a:cubicBezTo>
                  <a:cubicBezTo>
                    <a:pt x="57" y="353"/>
                    <a:pt x="57" y="353"/>
                    <a:pt x="57" y="353"/>
                  </a:cubicBezTo>
                  <a:cubicBezTo>
                    <a:pt x="55" y="354"/>
                    <a:pt x="53" y="354"/>
                    <a:pt x="51" y="353"/>
                  </a:cubicBezTo>
                  <a:cubicBezTo>
                    <a:pt x="17" y="318"/>
                    <a:pt x="17" y="318"/>
                    <a:pt x="17" y="318"/>
                  </a:cubicBezTo>
                  <a:cubicBezTo>
                    <a:pt x="13" y="314"/>
                    <a:pt x="7" y="314"/>
                    <a:pt x="3" y="318"/>
                  </a:cubicBezTo>
                  <a:cubicBezTo>
                    <a:pt x="0" y="321"/>
                    <a:pt x="0" y="327"/>
                    <a:pt x="3" y="331"/>
                  </a:cubicBezTo>
                  <a:cubicBezTo>
                    <a:pt x="38" y="366"/>
                    <a:pt x="38" y="366"/>
                    <a:pt x="38" y="366"/>
                  </a:cubicBezTo>
                  <a:cubicBezTo>
                    <a:pt x="42" y="370"/>
                    <a:pt x="48" y="372"/>
                    <a:pt x="54" y="372"/>
                  </a:cubicBezTo>
                  <a:cubicBezTo>
                    <a:pt x="60" y="372"/>
                    <a:pt x="66" y="370"/>
                    <a:pt x="70" y="366"/>
                  </a:cubicBezTo>
                  <a:cubicBezTo>
                    <a:pt x="255" y="183"/>
                    <a:pt x="255" y="183"/>
                    <a:pt x="255" y="183"/>
                  </a:cubicBezTo>
                  <a:cubicBezTo>
                    <a:pt x="262" y="176"/>
                    <a:pt x="267" y="164"/>
                    <a:pt x="267" y="154"/>
                  </a:cubicBezTo>
                  <a:cubicBezTo>
                    <a:pt x="267" y="22"/>
                    <a:pt x="267" y="22"/>
                    <a:pt x="267" y="22"/>
                  </a:cubicBezTo>
                  <a:cubicBezTo>
                    <a:pt x="267" y="10"/>
                    <a:pt x="257" y="0"/>
                    <a:pt x="24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7" name="Freeform 229"/>
            <p:cNvSpPr>
              <a:spLocks noEditPoints="1"/>
            </p:cNvSpPr>
            <p:nvPr/>
          </p:nvSpPr>
          <p:spPr bwMode="auto">
            <a:xfrm>
              <a:off x="6794501" y="3756025"/>
              <a:ext cx="57150" cy="58738"/>
            </a:xfrm>
            <a:custGeom>
              <a:avLst/>
              <a:gdLst>
                <a:gd name="T0" fmla="*/ 58 w 58"/>
                <a:gd name="T1" fmla="*/ 29 h 58"/>
                <a:gd name="T2" fmla="*/ 29 w 58"/>
                <a:gd name="T3" fmla="*/ 0 h 58"/>
                <a:gd name="T4" fmla="*/ 0 w 58"/>
                <a:gd name="T5" fmla="*/ 29 h 58"/>
                <a:gd name="T6" fmla="*/ 29 w 58"/>
                <a:gd name="T7" fmla="*/ 58 h 58"/>
                <a:gd name="T8" fmla="*/ 58 w 58"/>
                <a:gd name="T9" fmla="*/ 29 h 58"/>
                <a:gd name="T10" fmla="*/ 19 w 58"/>
                <a:gd name="T11" fmla="*/ 29 h 58"/>
                <a:gd name="T12" fmla="*/ 29 w 58"/>
                <a:gd name="T13" fmla="*/ 19 h 58"/>
                <a:gd name="T14" fmla="*/ 39 w 58"/>
                <a:gd name="T15" fmla="*/ 29 h 58"/>
                <a:gd name="T16" fmla="*/ 29 w 58"/>
                <a:gd name="T17" fmla="*/ 40 h 58"/>
                <a:gd name="T18" fmla="*/ 19 w 58"/>
                <a:gd name="T19" fmla="*/ 29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8" h="58">
                  <a:moveTo>
                    <a:pt x="58" y="29"/>
                  </a:moveTo>
                  <a:cubicBezTo>
                    <a:pt x="58" y="13"/>
                    <a:pt x="45" y="0"/>
                    <a:pt x="29" y="0"/>
                  </a:cubicBezTo>
                  <a:cubicBezTo>
                    <a:pt x="13" y="0"/>
                    <a:pt x="0" y="13"/>
                    <a:pt x="0" y="29"/>
                  </a:cubicBezTo>
                  <a:cubicBezTo>
                    <a:pt x="0" y="45"/>
                    <a:pt x="13" y="58"/>
                    <a:pt x="29" y="58"/>
                  </a:cubicBezTo>
                  <a:cubicBezTo>
                    <a:pt x="45" y="58"/>
                    <a:pt x="58" y="45"/>
                    <a:pt x="58" y="29"/>
                  </a:cubicBezTo>
                  <a:close/>
                  <a:moveTo>
                    <a:pt x="19" y="29"/>
                  </a:moveTo>
                  <a:cubicBezTo>
                    <a:pt x="19" y="24"/>
                    <a:pt x="23" y="19"/>
                    <a:pt x="29" y="19"/>
                  </a:cubicBezTo>
                  <a:cubicBezTo>
                    <a:pt x="35" y="19"/>
                    <a:pt x="39" y="24"/>
                    <a:pt x="39" y="29"/>
                  </a:cubicBezTo>
                  <a:cubicBezTo>
                    <a:pt x="39" y="35"/>
                    <a:pt x="35" y="40"/>
                    <a:pt x="29" y="40"/>
                  </a:cubicBezTo>
                  <a:cubicBezTo>
                    <a:pt x="23" y="40"/>
                    <a:pt x="19" y="35"/>
                    <a:pt x="19" y="29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8" name="Freeform 230"/>
            <p:cNvSpPr>
              <a:spLocks noEditPoints="1"/>
            </p:cNvSpPr>
            <p:nvPr/>
          </p:nvSpPr>
          <p:spPr bwMode="auto">
            <a:xfrm>
              <a:off x="6335713" y="3770313"/>
              <a:ext cx="371475" cy="371475"/>
            </a:xfrm>
            <a:custGeom>
              <a:avLst/>
              <a:gdLst>
                <a:gd name="T0" fmla="*/ 374 w 374"/>
                <a:gd name="T1" fmla="*/ 154 h 373"/>
                <a:gd name="T2" fmla="*/ 374 w 374"/>
                <a:gd name="T3" fmla="*/ 23 h 373"/>
                <a:gd name="T4" fmla="*/ 351 w 374"/>
                <a:gd name="T5" fmla="*/ 0 h 373"/>
                <a:gd name="T6" fmla="*/ 220 w 374"/>
                <a:gd name="T7" fmla="*/ 0 h 373"/>
                <a:gd name="T8" fmla="*/ 192 w 374"/>
                <a:gd name="T9" fmla="*/ 13 h 373"/>
                <a:gd name="T10" fmla="*/ 8 w 374"/>
                <a:gd name="T11" fmla="*/ 198 h 373"/>
                <a:gd name="T12" fmla="*/ 9 w 374"/>
                <a:gd name="T13" fmla="*/ 230 h 373"/>
                <a:gd name="T14" fmla="*/ 145 w 374"/>
                <a:gd name="T15" fmla="*/ 366 h 373"/>
                <a:gd name="T16" fmla="*/ 161 w 374"/>
                <a:gd name="T17" fmla="*/ 373 h 373"/>
                <a:gd name="T18" fmla="*/ 177 w 374"/>
                <a:gd name="T19" fmla="*/ 366 h 373"/>
                <a:gd name="T20" fmla="*/ 362 w 374"/>
                <a:gd name="T21" fmla="*/ 183 h 373"/>
                <a:gd name="T22" fmla="*/ 374 w 374"/>
                <a:gd name="T23" fmla="*/ 154 h 373"/>
                <a:gd name="T24" fmla="*/ 355 w 374"/>
                <a:gd name="T25" fmla="*/ 154 h 373"/>
                <a:gd name="T26" fmla="*/ 348 w 374"/>
                <a:gd name="T27" fmla="*/ 170 h 373"/>
                <a:gd name="T28" fmla="*/ 164 w 374"/>
                <a:gd name="T29" fmla="*/ 353 h 373"/>
                <a:gd name="T30" fmla="*/ 161 w 374"/>
                <a:gd name="T31" fmla="*/ 354 h 373"/>
                <a:gd name="T32" fmla="*/ 158 w 374"/>
                <a:gd name="T33" fmla="*/ 353 h 373"/>
                <a:gd name="T34" fmla="*/ 22 w 374"/>
                <a:gd name="T35" fmla="*/ 216 h 373"/>
                <a:gd name="T36" fmla="*/ 22 w 374"/>
                <a:gd name="T37" fmla="*/ 211 h 373"/>
                <a:gd name="T38" fmla="*/ 205 w 374"/>
                <a:gd name="T39" fmla="*/ 26 h 373"/>
                <a:gd name="T40" fmla="*/ 220 w 374"/>
                <a:gd name="T41" fmla="*/ 19 h 373"/>
                <a:gd name="T42" fmla="*/ 351 w 374"/>
                <a:gd name="T43" fmla="*/ 19 h 373"/>
                <a:gd name="T44" fmla="*/ 355 w 374"/>
                <a:gd name="T45" fmla="*/ 23 h 373"/>
                <a:gd name="T46" fmla="*/ 355 w 374"/>
                <a:gd name="T47" fmla="*/ 154 h 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74" h="373">
                  <a:moveTo>
                    <a:pt x="374" y="154"/>
                  </a:moveTo>
                  <a:cubicBezTo>
                    <a:pt x="374" y="23"/>
                    <a:pt x="374" y="23"/>
                    <a:pt x="374" y="23"/>
                  </a:cubicBezTo>
                  <a:cubicBezTo>
                    <a:pt x="374" y="10"/>
                    <a:pt x="364" y="0"/>
                    <a:pt x="351" y="0"/>
                  </a:cubicBezTo>
                  <a:cubicBezTo>
                    <a:pt x="220" y="0"/>
                    <a:pt x="220" y="0"/>
                    <a:pt x="220" y="0"/>
                  </a:cubicBezTo>
                  <a:cubicBezTo>
                    <a:pt x="211" y="0"/>
                    <a:pt x="198" y="6"/>
                    <a:pt x="192" y="13"/>
                  </a:cubicBezTo>
                  <a:cubicBezTo>
                    <a:pt x="8" y="198"/>
                    <a:pt x="8" y="198"/>
                    <a:pt x="8" y="198"/>
                  </a:cubicBezTo>
                  <a:cubicBezTo>
                    <a:pt x="0" y="207"/>
                    <a:pt x="0" y="221"/>
                    <a:pt x="9" y="230"/>
                  </a:cubicBezTo>
                  <a:cubicBezTo>
                    <a:pt x="145" y="366"/>
                    <a:pt x="145" y="366"/>
                    <a:pt x="145" y="366"/>
                  </a:cubicBezTo>
                  <a:cubicBezTo>
                    <a:pt x="149" y="370"/>
                    <a:pt x="155" y="373"/>
                    <a:pt x="161" y="373"/>
                  </a:cubicBezTo>
                  <a:cubicBezTo>
                    <a:pt x="167" y="373"/>
                    <a:pt x="173" y="371"/>
                    <a:pt x="177" y="366"/>
                  </a:cubicBezTo>
                  <a:cubicBezTo>
                    <a:pt x="362" y="183"/>
                    <a:pt x="362" y="183"/>
                    <a:pt x="362" y="183"/>
                  </a:cubicBezTo>
                  <a:cubicBezTo>
                    <a:pt x="369" y="177"/>
                    <a:pt x="374" y="164"/>
                    <a:pt x="374" y="154"/>
                  </a:cubicBezTo>
                  <a:close/>
                  <a:moveTo>
                    <a:pt x="355" y="154"/>
                  </a:moveTo>
                  <a:cubicBezTo>
                    <a:pt x="355" y="159"/>
                    <a:pt x="352" y="167"/>
                    <a:pt x="348" y="170"/>
                  </a:cubicBezTo>
                  <a:cubicBezTo>
                    <a:pt x="164" y="353"/>
                    <a:pt x="164" y="353"/>
                    <a:pt x="164" y="353"/>
                  </a:cubicBezTo>
                  <a:cubicBezTo>
                    <a:pt x="163" y="354"/>
                    <a:pt x="162" y="354"/>
                    <a:pt x="161" y="354"/>
                  </a:cubicBezTo>
                  <a:cubicBezTo>
                    <a:pt x="161" y="354"/>
                    <a:pt x="159" y="354"/>
                    <a:pt x="158" y="353"/>
                  </a:cubicBezTo>
                  <a:cubicBezTo>
                    <a:pt x="22" y="216"/>
                    <a:pt x="22" y="216"/>
                    <a:pt x="22" y="216"/>
                  </a:cubicBezTo>
                  <a:cubicBezTo>
                    <a:pt x="20" y="215"/>
                    <a:pt x="20" y="212"/>
                    <a:pt x="22" y="211"/>
                  </a:cubicBezTo>
                  <a:cubicBezTo>
                    <a:pt x="205" y="26"/>
                    <a:pt x="205" y="26"/>
                    <a:pt x="205" y="26"/>
                  </a:cubicBezTo>
                  <a:cubicBezTo>
                    <a:pt x="208" y="22"/>
                    <a:pt x="216" y="19"/>
                    <a:pt x="220" y="19"/>
                  </a:cubicBezTo>
                  <a:cubicBezTo>
                    <a:pt x="351" y="19"/>
                    <a:pt x="351" y="19"/>
                    <a:pt x="351" y="19"/>
                  </a:cubicBezTo>
                  <a:cubicBezTo>
                    <a:pt x="353" y="19"/>
                    <a:pt x="355" y="21"/>
                    <a:pt x="355" y="23"/>
                  </a:cubicBezTo>
                  <a:lnTo>
                    <a:pt x="355" y="15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9" name="Freeform 231"/>
            <p:cNvSpPr>
              <a:spLocks noEditPoints="1"/>
            </p:cNvSpPr>
            <p:nvPr/>
          </p:nvSpPr>
          <p:spPr bwMode="auto">
            <a:xfrm>
              <a:off x="6610351" y="3810000"/>
              <a:ext cx="58738" cy="57150"/>
            </a:xfrm>
            <a:custGeom>
              <a:avLst/>
              <a:gdLst>
                <a:gd name="T0" fmla="*/ 29 w 58"/>
                <a:gd name="T1" fmla="*/ 0 h 58"/>
                <a:gd name="T2" fmla="*/ 0 w 58"/>
                <a:gd name="T3" fmla="*/ 29 h 58"/>
                <a:gd name="T4" fmla="*/ 29 w 58"/>
                <a:gd name="T5" fmla="*/ 58 h 58"/>
                <a:gd name="T6" fmla="*/ 58 w 58"/>
                <a:gd name="T7" fmla="*/ 29 h 58"/>
                <a:gd name="T8" fmla="*/ 29 w 58"/>
                <a:gd name="T9" fmla="*/ 0 h 58"/>
                <a:gd name="T10" fmla="*/ 29 w 58"/>
                <a:gd name="T11" fmla="*/ 39 h 58"/>
                <a:gd name="T12" fmla="*/ 19 w 58"/>
                <a:gd name="T13" fmla="*/ 29 h 58"/>
                <a:gd name="T14" fmla="*/ 29 w 58"/>
                <a:gd name="T15" fmla="*/ 18 h 58"/>
                <a:gd name="T16" fmla="*/ 39 w 58"/>
                <a:gd name="T17" fmla="*/ 29 h 58"/>
                <a:gd name="T18" fmla="*/ 29 w 58"/>
                <a:gd name="T19" fmla="*/ 39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8" h="58">
                  <a:moveTo>
                    <a:pt x="29" y="0"/>
                  </a:moveTo>
                  <a:cubicBezTo>
                    <a:pt x="13" y="0"/>
                    <a:pt x="0" y="13"/>
                    <a:pt x="0" y="29"/>
                  </a:cubicBezTo>
                  <a:cubicBezTo>
                    <a:pt x="0" y="45"/>
                    <a:pt x="13" y="58"/>
                    <a:pt x="29" y="58"/>
                  </a:cubicBezTo>
                  <a:cubicBezTo>
                    <a:pt x="45" y="58"/>
                    <a:pt x="58" y="45"/>
                    <a:pt x="58" y="29"/>
                  </a:cubicBezTo>
                  <a:cubicBezTo>
                    <a:pt x="58" y="13"/>
                    <a:pt x="45" y="0"/>
                    <a:pt x="29" y="0"/>
                  </a:cubicBezTo>
                  <a:close/>
                  <a:moveTo>
                    <a:pt x="29" y="39"/>
                  </a:moveTo>
                  <a:cubicBezTo>
                    <a:pt x="23" y="39"/>
                    <a:pt x="19" y="34"/>
                    <a:pt x="19" y="29"/>
                  </a:cubicBezTo>
                  <a:cubicBezTo>
                    <a:pt x="19" y="23"/>
                    <a:pt x="23" y="18"/>
                    <a:pt x="29" y="18"/>
                  </a:cubicBezTo>
                  <a:cubicBezTo>
                    <a:pt x="35" y="18"/>
                    <a:pt x="39" y="23"/>
                    <a:pt x="39" y="29"/>
                  </a:cubicBezTo>
                  <a:cubicBezTo>
                    <a:pt x="39" y="34"/>
                    <a:pt x="35" y="39"/>
                    <a:pt x="29" y="39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</p:spTree>
    <p:extLst>
      <p:ext uri="{BB962C8B-B14F-4D97-AF65-F5344CB8AC3E}">
        <p14:creationId xmlns:p14="http://schemas.microsoft.com/office/powerpoint/2010/main" val="3096012251"/>
      </p:ext>
    </p:extLst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6" name="Group 175"/>
          <p:cNvGrpSpPr/>
          <p:nvPr/>
        </p:nvGrpSpPr>
        <p:grpSpPr>
          <a:xfrm>
            <a:off x="791633" y="2279651"/>
            <a:ext cx="482600" cy="567267"/>
            <a:chOff x="593725" y="1709738"/>
            <a:chExt cx="361950" cy="425450"/>
          </a:xfrm>
          <a:solidFill>
            <a:schemeClr val="accent1"/>
          </a:solidFill>
        </p:grpSpPr>
        <p:sp>
          <p:nvSpPr>
            <p:cNvPr id="5" name="Freeform 5"/>
            <p:cNvSpPr>
              <a:spLocks/>
            </p:cNvSpPr>
            <p:nvPr/>
          </p:nvSpPr>
          <p:spPr bwMode="auto">
            <a:xfrm>
              <a:off x="700088" y="1709738"/>
              <a:ext cx="136525" cy="19050"/>
            </a:xfrm>
            <a:custGeom>
              <a:avLst/>
              <a:gdLst>
                <a:gd name="T0" fmla="*/ 9 w 137"/>
                <a:gd name="T1" fmla="*/ 18 h 18"/>
                <a:gd name="T2" fmla="*/ 127 w 137"/>
                <a:gd name="T3" fmla="*/ 18 h 18"/>
                <a:gd name="T4" fmla="*/ 137 w 137"/>
                <a:gd name="T5" fmla="*/ 9 h 18"/>
                <a:gd name="T6" fmla="*/ 127 w 137"/>
                <a:gd name="T7" fmla="*/ 0 h 18"/>
                <a:gd name="T8" fmla="*/ 9 w 137"/>
                <a:gd name="T9" fmla="*/ 0 h 18"/>
                <a:gd name="T10" fmla="*/ 0 w 137"/>
                <a:gd name="T11" fmla="*/ 9 h 18"/>
                <a:gd name="T12" fmla="*/ 9 w 137"/>
                <a:gd name="T13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7" h="18">
                  <a:moveTo>
                    <a:pt x="9" y="18"/>
                  </a:moveTo>
                  <a:cubicBezTo>
                    <a:pt x="127" y="18"/>
                    <a:pt x="127" y="18"/>
                    <a:pt x="127" y="18"/>
                  </a:cubicBezTo>
                  <a:cubicBezTo>
                    <a:pt x="132" y="18"/>
                    <a:pt x="137" y="14"/>
                    <a:pt x="137" y="9"/>
                  </a:cubicBezTo>
                  <a:cubicBezTo>
                    <a:pt x="137" y="4"/>
                    <a:pt x="132" y="0"/>
                    <a:pt x="127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4"/>
                    <a:pt x="4" y="18"/>
                    <a:pt x="9" y="1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" name="Freeform 6"/>
            <p:cNvSpPr>
              <a:spLocks noEditPoints="1"/>
            </p:cNvSpPr>
            <p:nvPr/>
          </p:nvSpPr>
          <p:spPr bwMode="auto">
            <a:xfrm>
              <a:off x="593725" y="1736725"/>
              <a:ext cx="361950" cy="398463"/>
            </a:xfrm>
            <a:custGeom>
              <a:avLst/>
              <a:gdLst>
                <a:gd name="T0" fmla="*/ 347 w 362"/>
                <a:gd name="T1" fmla="*/ 337 h 398"/>
                <a:gd name="T2" fmla="*/ 266 w 362"/>
                <a:gd name="T3" fmla="*/ 207 h 398"/>
                <a:gd name="T4" fmla="*/ 266 w 362"/>
                <a:gd name="T5" fmla="*/ 207 h 398"/>
                <a:gd name="T6" fmla="*/ 265 w 362"/>
                <a:gd name="T7" fmla="*/ 205 h 398"/>
                <a:gd name="T8" fmla="*/ 229 w 362"/>
                <a:gd name="T9" fmla="*/ 104 h 398"/>
                <a:gd name="T10" fmla="*/ 229 w 362"/>
                <a:gd name="T11" fmla="*/ 9 h 398"/>
                <a:gd name="T12" fmla="*/ 220 w 362"/>
                <a:gd name="T13" fmla="*/ 0 h 398"/>
                <a:gd name="T14" fmla="*/ 128 w 362"/>
                <a:gd name="T15" fmla="*/ 0 h 398"/>
                <a:gd name="T16" fmla="*/ 119 w 362"/>
                <a:gd name="T17" fmla="*/ 9 h 398"/>
                <a:gd name="T18" fmla="*/ 119 w 362"/>
                <a:gd name="T19" fmla="*/ 104 h 398"/>
                <a:gd name="T20" fmla="*/ 87 w 362"/>
                <a:gd name="T21" fmla="*/ 208 h 398"/>
                <a:gd name="T22" fmla="*/ 87 w 362"/>
                <a:gd name="T23" fmla="*/ 208 h 398"/>
                <a:gd name="T24" fmla="*/ 14 w 362"/>
                <a:gd name="T25" fmla="*/ 337 h 398"/>
                <a:gd name="T26" fmla="*/ 6 w 362"/>
                <a:gd name="T27" fmla="*/ 380 h 398"/>
                <a:gd name="T28" fmla="*/ 50 w 362"/>
                <a:gd name="T29" fmla="*/ 398 h 398"/>
                <a:gd name="T30" fmla="*/ 312 w 362"/>
                <a:gd name="T31" fmla="*/ 398 h 398"/>
                <a:gd name="T32" fmla="*/ 356 w 362"/>
                <a:gd name="T33" fmla="*/ 380 h 398"/>
                <a:gd name="T34" fmla="*/ 347 w 362"/>
                <a:gd name="T35" fmla="*/ 337 h 398"/>
                <a:gd name="T36" fmla="*/ 138 w 362"/>
                <a:gd name="T37" fmla="*/ 104 h 398"/>
                <a:gd name="T38" fmla="*/ 138 w 362"/>
                <a:gd name="T39" fmla="*/ 18 h 398"/>
                <a:gd name="T40" fmla="*/ 211 w 362"/>
                <a:gd name="T41" fmla="*/ 18 h 398"/>
                <a:gd name="T42" fmla="*/ 211 w 362"/>
                <a:gd name="T43" fmla="*/ 104 h 398"/>
                <a:gd name="T44" fmla="*/ 240 w 362"/>
                <a:gd name="T45" fmla="*/ 200 h 398"/>
                <a:gd name="T46" fmla="*/ 233 w 362"/>
                <a:gd name="T47" fmla="*/ 200 h 398"/>
                <a:gd name="T48" fmla="*/ 183 w 362"/>
                <a:gd name="T49" fmla="*/ 214 h 398"/>
                <a:gd name="T50" fmla="*/ 142 w 362"/>
                <a:gd name="T51" fmla="*/ 226 h 398"/>
                <a:gd name="T52" fmla="*/ 104 w 362"/>
                <a:gd name="T53" fmla="*/ 216 h 398"/>
                <a:gd name="T54" fmla="*/ 138 w 362"/>
                <a:gd name="T55" fmla="*/ 104 h 398"/>
                <a:gd name="T56" fmla="*/ 339 w 362"/>
                <a:gd name="T57" fmla="*/ 371 h 398"/>
                <a:gd name="T58" fmla="*/ 312 w 362"/>
                <a:gd name="T59" fmla="*/ 380 h 398"/>
                <a:gd name="T60" fmla="*/ 50 w 362"/>
                <a:gd name="T61" fmla="*/ 380 h 398"/>
                <a:gd name="T62" fmla="*/ 22 w 362"/>
                <a:gd name="T63" fmla="*/ 371 h 398"/>
                <a:gd name="T64" fmla="*/ 30 w 362"/>
                <a:gd name="T65" fmla="*/ 348 h 398"/>
                <a:gd name="T66" fmla="*/ 30 w 362"/>
                <a:gd name="T67" fmla="*/ 347 h 398"/>
                <a:gd name="T68" fmla="*/ 94 w 362"/>
                <a:gd name="T69" fmla="*/ 232 h 398"/>
                <a:gd name="T70" fmla="*/ 142 w 362"/>
                <a:gd name="T71" fmla="*/ 245 h 398"/>
                <a:gd name="T72" fmla="*/ 192 w 362"/>
                <a:gd name="T73" fmla="*/ 231 h 398"/>
                <a:gd name="T74" fmla="*/ 233 w 362"/>
                <a:gd name="T75" fmla="*/ 219 h 398"/>
                <a:gd name="T76" fmla="*/ 253 w 362"/>
                <a:gd name="T77" fmla="*/ 221 h 398"/>
                <a:gd name="T78" fmla="*/ 331 w 362"/>
                <a:gd name="T79" fmla="*/ 347 h 398"/>
                <a:gd name="T80" fmla="*/ 332 w 362"/>
                <a:gd name="T81" fmla="*/ 348 h 398"/>
                <a:gd name="T82" fmla="*/ 339 w 362"/>
                <a:gd name="T83" fmla="*/ 371 h 3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362" h="398">
                  <a:moveTo>
                    <a:pt x="347" y="337"/>
                  </a:moveTo>
                  <a:cubicBezTo>
                    <a:pt x="266" y="207"/>
                    <a:pt x="266" y="207"/>
                    <a:pt x="266" y="207"/>
                  </a:cubicBezTo>
                  <a:cubicBezTo>
                    <a:pt x="266" y="207"/>
                    <a:pt x="266" y="207"/>
                    <a:pt x="266" y="207"/>
                  </a:cubicBezTo>
                  <a:cubicBezTo>
                    <a:pt x="265" y="205"/>
                    <a:pt x="265" y="205"/>
                    <a:pt x="265" y="205"/>
                  </a:cubicBezTo>
                  <a:cubicBezTo>
                    <a:pt x="259" y="197"/>
                    <a:pt x="229" y="146"/>
                    <a:pt x="229" y="104"/>
                  </a:cubicBezTo>
                  <a:cubicBezTo>
                    <a:pt x="229" y="9"/>
                    <a:pt x="229" y="9"/>
                    <a:pt x="229" y="9"/>
                  </a:cubicBezTo>
                  <a:cubicBezTo>
                    <a:pt x="229" y="4"/>
                    <a:pt x="225" y="0"/>
                    <a:pt x="220" y="0"/>
                  </a:cubicBezTo>
                  <a:cubicBezTo>
                    <a:pt x="128" y="0"/>
                    <a:pt x="128" y="0"/>
                    <a:pt x="128" y="0"/>
                  </a:cubicBezTo>
                  <a:cubicBezTo>
                    <a:pt x="123" y="0"/>
                    <a:pt x="119" y="4"/>
                    <a:pt x="119" y="9"/>
                  </a:cubicBezTo>
                  <a:cubicBezTo>
                    <a:pt x="119" y="104"/>
                    <a:pt x="119" y="104"/>
                    <a:pt x="119" y="104"/>
                  </a:cubicBezTo>
                  <a:cubicBezTo>
                    <a:pt x="119" y="149"/>
                    <a:pt x="87" y="206"/>
                    <a:pt x="87" y="208"/>
                  </a:cubicBezTo>
                  <a:cubicBezTo>
                    <a:pt x="87" y="208"/>
                    <a:pt x="87" y="208"/>
                    <a:pt x="87" y="208"/>
                  </a:cubicBezTo>
                  <a:cubicBezTo>
                    <a:pt x="14" y="337"/>
                    <a:pt x="14" y="337"/>
                    <a:pt x="14" y="337"/>
                  </a:cubicBezTo>
                  <a:cubicBezTo>
                    <a:pt x="0" y="358"/>
                    <a:pt x="1" y="372"/>
                    <a:pt x="6" y="380"/>
                  </a:cubicBezTo>
                  <a:cubicBezTo>
                    <a:pt x="10" y="388"/>
                    <a:pt x="21" y="398"/>
                    <a:pt x="50" y="398"/>
                  </a:cubicBezTo>
                  <a:cubicBezTo>
                    <a:pt x="312" y="398"/>
                    <a:pt x="312" y="398"/>
                    <a:pt x="312" y="398"/>
                  </a:cubicBezTo>
                  <a:cubicBezTo>
                    <a:pt x="340" y="398"/>
                    <a:pt x="351" y="388"/>
                    <a:pt x="356" y="380"/>
                  </a:cubicBezTo>
                  <a:cubicBezTo>
                    <a:pt x="360" y="372"/>
                    <a:pt x="362" y="358"/>
                    <a:pt x="347" y="337"/>
                  </a:cubicBezTo>
                  <a:close/>
                  <a:moveTo>
                    <a:pt x="138" y="104"/>
                  </a:moveTo>
                  <a:cubicBezTo>
                    <a:pt x="138" y="18"/>
                    <a:pt x="138" y="18"/>
                    <a:pt x="138" y="18"/>
                  </a:cubicBezTo>
                  <a:cubicBezTo>
                    <a:pt x="211" y="18"/>
                    <a:pt x="211" y="18"/>
                    <a:pt x="211" y="18"/>
                  </a:cubicBezTo>
                  <a:cubicBezTo>
                    <a:pt x="211" y="104"/>
                    <a:pt x="211" y="104"/>
                    <a:pt x="211" y="104"/>
                  </a:cubicBezTo>
                  <a:cubicBezTo>
                    <a:pt x="211" y="139"/>
                    <a:pt x="228" y="178"/>
                    <a:pt x="240" y="200"/>
                  </a:cubicBezTo>
                  <a:cubicBezTo>
                    <a:pt x="238" y="200"/>
                    <a:pt x="235" y="200"/>
                    <a:pt x="233" y="200"/>
                  </a:cubicBezTo>
                  <a:cubicBezTo>
                    <a:pt x="208" y="200"/>
                    <a:pt x="195" y="208"/>
                    <a:pt x="183" y="214"/>
                  </a:cubicBezTo>
                  <a:cubicBezTo>
                    <a:pt x="172" y="221"/>
                    <a:pt x="162" y="226"/>
                    <a:pt x="142" y="226"/>
                  </a:cubicBezTo>
                  <a:cubicBezTo>
                    <a:pt x="123" y="226"/>
                    <a:pt x="114" y="222"/>
                    <a:pt x="104" y="216"/>
                  </a:cubicBezTo>
                  <a:cubicBezTo>
                    <a:pt x="109" y="206"/>
                    <a:pt x="138" y="151"/>
                    <a:pt x="138" y="104"/>
                  </a:cubicBezTo>
                  <a:close/>
                  <a:moveTo>
                    <a:pt x="339" y="371"/>
                  </a:moveTo>
                  <a:cubicBezTo>
                    <a:pt x="336" y="377"/>
                    <a:pt x="326" y="380"/>
                    <a:pt x="312" y="380"/>
                  </a:cubicBezTo>
                  <a:cubicBezTo>
                    <a:pt x="50" y="380"/>
                    <a:pt x="50" y="380"/>
                    <a:pt x="50" y="380"/>
                  </a:cubicBezTo>
                  <a:cubicBezTo>
                    <a:pt x="35" y="380"/>
                    <a:pt x="25" y="377"/>
                    <a:pt x="22" y="371"/>
                  </a:cubicBezTo>
                  <a:cubicBezTo>
                    <a:pt x="20" y="366"/>
                    <a:pt x="23" y="358"/>
                    <a:pt x="30" y="348"/>
                  </a:cubicBezTo>
                  <a:cubicBezTo>
                    <a:pt x="30" y="347"/>
                    <a:pt x="30" y="347"/>
                    <a:pt x="30" y="347"/>
                  </a:cubicBezTo>
                  <a:cubicBezTo>
                    <a:pt x="94" y="232"/>
                    <a:pt x="94" y="232"/>
                    <a:pt x="94" y="232"/>
                  </a:cubicBezTo>
                  <a:cubicBezTo>
                    <a:pt x="106" y="238"/>
                    <a:pt x="119" y="245"/>
                    <a:pt x="142" y="245"/>
                  </a:cubicBezTo>
                  <a:cubicBezTo>
                    <a:pt x="167" y="245"/>
                    <a:pt x="181" y="237"/>
                    <a:pt x="192" y="231"/>
                  </a:cubicBezTo>
                  <a:cubicBezTo>
                    <a:pt x="203" y="224"/>
                    <a:pt x="213" y="219"/>
                    <a:pt x="233" y="219"/>
                  </a:cubicBezTo>
                  <a:cubicBezTo>
                    <a:pt x="240" y="219"/>
                    <a:pt x="247" y="220"/>
                    <a:pt x="253" y="221"/>
                  </a:cubicBezTo>
                  <a:cubicBezTo>
                    <a:pt x="331" y="347"/>
                    <a:pt x="331" y="347"/>
                    <a:pt x="331" y="347"/>
                  </a:cubicBezTo>
                  <a:cubicBezTo>
                    <a:pt x="331" y="347"/>
                    <a:pt x="332" y="348"/>
                    <a:pt x="332" y="348"/>
                  </a:cubicBezTo>
                  <a:cubicBezTo>
                    <a:pt x="339" y="358"/>
                    <a:pt x="342" y="366"/>
                    <a:pt x="339" y="37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7" name="Freeform 7"/>
          <p:cNvSpPr>
            <a:spLocks noEditPoints="1"/>
          </p:cNvSpPr>
          <p:nvPr/>
        </p:nvSpPr>
        <p:spPr bwMode="auto">
          <a:xfrm>
            <a:off x="7084485" y="2279651"/>
            <a:ext cx="986367" cy="567267"/>
          </a:xfrm>
          <a:custGeom>
            <a:avLst/>
            <a:gdLst>
              <a:gd name="T0" fmla="*/ 531 w 739"/>
              <a:gd name="T1" fmla="*/ 161 h 424"/>
              <a:gd name="T2" fmla="*/ 563 w 739"/>
              <a:gd name="T3" fmla="*/ 31 h 424"/>
              <a:gd name="T4" fmla="*/ 520 w 739"/>
              <a:gd name="T5" fmla="*/ 65 h 424"/>
              <a:gd name="T6" fmla="*/ 520 w 739"/>
              <a:gd name="T7" fmla="*/ 84 h 424"/>
              <a:gd name="T8" fmla="*/ 582 w 739"/>
              <a:gd name="T9" fmla="*/ 21 h 424"/>
              <a:gd name="T10" fmla="*/ 428 w 739"/>
              <a:gd name="T11" fmla="*/ 13 h 424"/>
              <a:gd name="T12" fmla="*/ 421 w 739"/>
              <a:gd name="T13" fmla="*/ 27 h 424"/>
              <a:gd name="T14" fmla="*/ 254 w 739"/>
              <a:gd name="T15" fmla="*/ 80 h 424"/>
              <a:gd name="T16" fmla="*/ 284 w 739"/>
              <a:gd name="T17" fmla="*/ 18 h 424"/>
              <a:gd name="T18" fmla="*/ 284 w 739"/>
              <a:gd name="T19" fmla="*/ 0 h 424"/>
              <a:gd name="T20" fmla="*/ 157 w 739"/>
              <a:gd name="T21" fmla="*/ 9 h 424"/>
              <a:gd name="T22" fmla="*/ 195 w 739"/>
              <a:gd name="T23" fmla="*/ 18 h 424"/>
              <a:gd name="T24" fmla="*/ 201 w 739"/>
              <a:gd name="T25" fmla="*/ 157 h 424"/>
              <a:gd name="T26" fmla="*/ 0 w 739"/>
              <a:gd name="T27" fmla="*/ 284 h 424"/>
              <a:gd name="T28" fmla="*/ 280 w 739"/>
              <a:gd name="T29" fmla="*/ 295 h 424"/>
              <a:gd name="T30" fmla="*/ 411 w 739"/>
              <a:gd name="T31" fmla="*/ 315 h 424"/>
              <a:gd name="T32" fmla="*/ 367 w 739"/>
              <a:gd name="T33" fmla="*/ 336 h 424"/>
              <a:gd name="T34" fmla="*/ 426 w 739"/>
              <a:gd name="T35" fmla="*/ 327 h 424"/>
              <a:gd name="T36" fmla="*/ 429 w 739"/>
              <a:gd name="T37" fmla="*/ 276 h 424"/>
              <a:gd name="T38" fmla="*/ 470 w 739"/>
              <a:gd name="T39" fmla="*/ 103 h 424"/>
              <a:gd name="T40" fmla="*/ 458 w 739"/>
              <a:gd name="T41" fmla="*/ 284 h 424"/>
              <a:gd name="T42" fmla="*/ 739 w 739"/>
              <a:gd name="T43" fmla="*/ 284 h 424"/>
              <a:gd name="T44" fmla="*/ 451 w 739"/>
              <a:gd name="T45" fmla="*/ 98 h 424"/>
              <a:gd name="T46" fmla="*/ 265 w 739"/>
              <a:gd name="T47" fmla="*/ 98 h 424"/>
              <a:gd name="T48" fmla="*/ 250 w 739"/>
              <a:gd name="T49" fmla="*/ 109 h 424"/>
              <a:gd name="T50" fmla="*/ 280 w 739"/>
              <a:gd name="T51" fmla="*/ 276 h 424"/>
              <a:gd name="T52" fmla="*/ 250 w 739"/>
              <a:gd name="T53" fmla="*/ 109 h 424"/>
              <a:gd name="T54" fmla="*/ 155 w 739"/>
              <a:gd name="T55" fmla="*/ 276 h 424"/>
              <a:gd name="T56" fmla="*/ 262 w 739"/>
              <a:gd name="T57" fmla="*/ 276 h 424"/>
              <a:gd name="T58" fmla="*/ 19 w 739"/>
              <a:gd name="T59" fmla="*/ 284 h 424"/>
              <a:gd name="T60" fmla="*/ 191 w 739"/>
              <a:gd name="T61" fmla="*/ 174 h 424"/>
              <a:gd name="T62" fmla="*/ 131 w 739"/>
              <a:gd name="T63" fmla="*/ 290 h 424"/>
              <a:gd name="T64" fmla="*/ 261 w 739"/>
              <a:gd name="T65" fmla="*/ 295 h 424"/>
              <a:gd name="T66" fmla="*/ 599 w 739"/>
              <a:gd name="T67" fmla="*/ 406 h 424"/>
              <a:gd name="T68" fmla="*/ 525 w 739"/>
              <a:gd name="T69" fmla="*/ 187 h 424"/>
              <a:gd name="T70" fmla="*/ 600 w 739"/>
              <a:gd name="T71" fmla="*/ 295 h 424"/>
              <a:gd name="T72" fmla="*/ 608 w 739"/>
              <a:gd name="T73" fmla="*/ 280 h 424"/>
              <a:gd name="T74" fmla="*/ 599 w 739"/>
              <a:gd name="T75" fmla="*/ 162 h 424"/>
              <a:gd name="T76" fmla="*/ 599 w 739"/>
              <a:gd name="T77" fmla="*/ 406 h 4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739" h="424">
                <a:moveTo>
                  <a:pt x="599" y="144"/>
                </a:moveTo>
                <a:cubicBezTo>
                  <a:pt x="574" y="144"/>
                  <a:pt x="551" y="150"/>
                  <a:pt x="531" y="161"/>
                </a:cubicBezTo>
                <a:cubicBezTo>
                  <a:pt x="446" y="31"/>
                  <a:pt x="446" y="31"/>
                  <a:pt x="446" y="31"/>
                </a:cubicBezTo>
                <a:cubicBezTo>
                  <a:pt x="563" y="31"/>
                  <a:pt x="563" y="31"/>
                  <a:pt x="563" y="31"/>
                </a:cubicBezTo>
                <a:cubicBezTo>
                  <a:pt x="563" y="37"/>
                  <a:pt x="561" y="46"/>
                  <a:pt x="555" y="53"/>
                </a:cubicBezTo>
                <a:cubicBezTo>
                  <a:pt x="548" y="61"/>
                  <a:pt x="536" y="65"/>
                  <a:pt x="520" y="65"/>
                </a:cubicBezTo>
                <a:cubicBezTo>
                  <a:pt x="515" y="65"/>
                  <a:pt x="511" y="69"/>
                  <a:pt x="511" y="74"/>
                </a:cubicBezTo>
                <a:cubicBezTo>
                  <a:pt x="511" y="80"/>
                  <a:pt x="515" y="84"/>
                  <a:pt x="520" y="84"/>
                </a:cubicBezTo>
                <a:cubicBezTo>
                  <a:pt x="542" y="84"/>
                  <a:pt x="558" y="77"/>
                  <a:pt x="569" y="65"/>
                </a:cubicBezTo>
                <a:cubicBezTo>
                  <a:pt x="585" y="47"/>
                  <a:pt x="582" y="22"/>
                  <a:pt x="582" y="21"/>
                </a:cubicBezTo>
                <a:cubicBezTo>
                  <a:pt x="581" y="16"/>
                  <a:pt x="577" y="13"/>
                  <a:pt x="573" y="13"/>
                </a:cubicBezTo>
                <a:cubicBezTo>
                  <a:pt x="428" y="13"/>
                  <a:pt x="428" y="13"/>
                  <a:pt x="428" y="13"/>
                </a:cubicBezTo>
                <a:cubicBezTo>
                  <a:pt x="425" y="13"/>
                  <a:pt x="422" y="15"/>
                  <a:pt x="420" y="18"/>
                </a:cubicBezTo>
                <a:cubicBezTo>
                  <a:pt x="419" y="21"/>
                  <a:pt x="419" y="24"/>
                  <a:pt x="421" y="27"/>
                </a:cubicBezTo>
                <a:cubicBezTo>
                  <a:pt x="455" y="80"/>
                  <a:pt x="455" y="80"/>
                  <a:pt x="455" y="80"/>
                </a:cubicBezTo>
                <a:cubicBezTo>
                  <a:pt x="254" y="80"/>
                  <a:pt x="254" y="80"/>
                  <a:pt x="254" y="80"/>
                </a:cubicBezTo>
                <a:cubicBezTo>
                  <a:pt x="217" y="18"/>
                  <a:pt x="217" y="18"/>
                  <a:pt x="217" y="18"/>
                </a:cubicBezTo>
                <a:cubicBezTo>
                  <a:pt x="284" y="18"/>
                  <a:pt x="284" y="18"/>
                  <a:pt x="284" y="18"/>
                </a:cubicBezTo>
                <a:cubicBezTo>
                  <a:pt x="290" y="18"/>
                  <a:pt x="294" y="14"/>
                  <a:pt x="294" y="9"/>
                </a:cubicBezTo>
                <a:cubicBezTo>
                  <a:pt x="294" y="4"/>
                  <a:pt x="290" y="0"/>
                  <a:pt x="284" y="0"/>
                </a:cubicBezTo>
                <a:cubicBezTo>
                  <a:pt x="166" y="0"/>
                  <a:pt x="166" y="0"/>
                  <a:pt x="166" y="0"/>
                </a:cubicBezTo>
                <a:cubicBezTo>
                  <a:pt x="161" y="0"/>
                  <a:pt x="157" y="4"/>
                  <a:pt x="157" y="9"/>
                </a:cubicBezTo>
                <a:cubicBezTo>
                  <a:pt x="157" y="14"/>
                  <a:pt x="161" y="18"/>
                  <a:pt x="166" y="18"/>
                </a:cubicBezTo>
                <a:cubicBezTo>
                  <a:pt x="195" y="18"/>
                  <a:pt x="195" y="18"/>
                  <a:pt x="195" y="18"/>
                </a:cubicBezTo>
                <a:cubicBezTo>
                  <a:pt x="239" y="91"/>
                  <a:pt x="239" y="91"/>
                  <a:pt x="239" y="91"/>
                </a:cubicBezTo>
                <a:cubicBezTo>
                  <a:pt x="201" y="157"/>
                  <a:pt x="201" y="157"/>
                  <a:pt x="201" y="157"/>
                </a:cubicBezTo>
                <a:cubicBezTo>
                  <a:pt x="182" y="149"/>
                  <a:pt x="162" y="144"/>
                  <a:pt x="140" y="144"/>
                </a:cubicBezTo>
                <a:cubicBezTo>
                  <a:pt x="63" y="144"/>
                  <a:pt x="0" y="207"/>
                  <a:pt x="0" y="284"/>
                </a:cubicBezTo>
                <a:cubicBezTo>
                  <a:pt x="0" y="361"/>
                  <a:pt x="63" y="424"/>
                  <a:pt x="140" y="424"/>
                </a:cubicBezTo>
                <a:cubicBezTo>
                  <a:pt x="214" y="424"/>
                  <a:pt x="275" y="367"/>
                  <a:pt x="280" y="295"/>
                </a:cubicBezTo>
                <a:cubicBezTo>
                  <a:pt x="420" y="295"/>
                  <a:pt x="420" y="295"/>
                  <a:pt x="420" y="295"/>
                </a:cubicBezTo>
                <a:cubicBezTo>
                  <a:pt x="419" y="300"/>
                  <a:pt x="417" y="308"/>
                  <a:pt x="411" y="315"/>
                </a:cubicBezTo>
                <a:cubicBezTo>
                  <a:pt x="404" y="323"/>
                  <a:pt x="392" y="327"/>
                  <a:pt x="376" y="327"/>
                </a:cubicBezTo>
                <a:cubicBezTo>
                  <a:pt x="371" y="327"/>
                  <a:pt x="367" y="331"/>
                  <a:pt x="367" y="336"/>
                </a:cubicBezTo>
                <a:cubicBezTo>
                  <a:pt x="367" y="342"/>
                  <a:pt x="371" y="346"/>
                  <a:pt x="376" y="346"/>
                </a:cubicBezTo>
                <a:cubicBezTo>
                  <a:pt x="398" y="346"/>
                  <a:pt x="415" y="339"/>
                  <a:pt x="426" y="327"/>
                </a:cubicBezTo>
                <a:cubicBezTo>
                  <a:pt x="441" y="309"/>
                  <a:pt x="438" y="285"/>
                  <a:pt x="438" y="284"/>
                </a:cubicBezTo>
                <a:cubicBezTo>
                  <a:pt x="438" y="279"/>
                  <a:pt x="434" y="276"/>
                  <a:pt x="429" y="276"/>
                </a:cubicBezTo>
                <a:cubicBezTo>
                  <a:pt x="382" y="276"/>
                  <a:pt x="382" y="276"/>
                  <a:pt x="382" y="276"/>
                </a:cubicBezTo>
                <a:cubicBezTo>
                  <a:pt x="470" y="103"/>
                  <a:pt x="470" y="103"/>
                  <a:pt x="470" y="103"/>
                </a:cubicBezTo>
                <a:cubicBezTo>
                  <a:pt x="515" y="172"/>
                  <a:pt x="515" y="172"/>
                  <a:pt x="515" y="172"/>
                </a:cubicBezTo>
                <a:cubicBezTo>
                  <a:pt x="481" y="197"/>
                  <a:pt x="458" y="238"/>
                  <a:pt x="458" y="284"/>
                </a:cubicBezTo>
                <a:cubicBezTo>
                  <a:pt x="458" y="361"/>
                  <a:pt x="521" y="424"/>
                  <a:pt x="599" y="424"/>
                </a:cubicBezTo>
                <a:cubicBezTo>
                  <a:pt x="676" y="424"/>
                  <a:pt x="739" y="361"/>
                  <a:pt x="739" y="284"/>
                </a:cubicBezTo>
                <a:cubicBezTo>
                  <a:pt x="739" y="207"/>
                  <a:pt x="676" y="144"/>
                  <a:pt x="599" y="144"/>
                </a:cubicBezTo>
                <a:close/>
                <a:moveTo>
                  <a:pt x="451" y="98"/>
                </a:moveTo>
                <a:cubicBezTo>
                  <a:pt x="366" y="266"/>
                  <a:pt x="366" y="266"/>
                  <a:pt x="366" y="266"/>
                </a:cubicBezTo>
                <a:cubicBezTo>
                  <a:pt x="265" y="98"/>
                  <a:pt x="265" y="98"/>
                  <a:pt x="265" y="98"/>
                </a:cubicBezTo>
                <a:lnTo>
                  <a:pt x="451" y="98"/>
                </a:lnTo>
                <a:close/>
                <a:moveTo>
                  <a:pt x="250" y="109"/>
                </a:moveTo>
                <a:cubicBezTo>
                  <a:pt x="350" y="276"/>
                  <a:pt x="350" y="276"/>
                  <a:pt x="350" y="276"/>
                </a:cubicBezTo>
                <a:cubicBezTo>
                  <a:pt x="280" y="276"/>
                  <a:pt x="280" y="276"/>
                  <a:pt x="280" y="276"/>
                </a:cubicBezTo>
                <a:cubicBezTo>
                  <a:pt x="278" y="230"/>
                  <a:pt x="253" y="190"/>
                  <a:pt x="217" y="167"/>
                </a:cubicBezTo>
                <a:lnTo>
                  <a:pt x="250" y="109"/>
                </a:lnTo>
                <a:close/>
                <a:moveTo>
                  <a:pt x="262" y="276"/>
                </a:moveTo>
                <a:cubicBezTo>
                  <a:pt x="155" y="276"/>
                  <a:pt x="155" y="276"/>
                  <a:pt x="155" y="276"/>
                </a:cubicBezTo>
                <a:cubicBezTo>
                  <a:pt x="208" y="183"/>
                  <a:pt x="208" y="183"/>
                  <a:pt x="208" y="183"/>
                </a:cubicBezTo>
                <a:cubicBezTo>
                  <a:pt x="238" y="203"/>
                  <a:pt x="259" y="237"/>
                  <a:pt x="262" y="276"/>
                </a:cubicBezTo>
                <a:close/>
                <a:moveTo>
                  <a:pt x="140" y="406"/>
                </a:moveTo>
                <a:cubicBezTo>
                  <a:pt x="73" y="406"/>
                  <a:pt x="19" y="351"/>
                  <a:pt x="19" y="284"/>
                </a:cubicBezTo>
                <a:cubicBezTo>
                  <a:pt x="19" y="217"/>
                  <a:pt x="73" y="162"/>
                  <a:pt x="140" y="162"/>
                </a:cubicBezTo>
                <a:cubicBezTo>
                  <a:pt x="159" y="162"/>
                  <a:pt x="176" y="166"/>
                  <a:pt x="191" y="174"/>
                </a:cubicBezTo>
                <a:cubicBezTo>
                  <a:pt x="131" y="281"/>
                  <a:pt x="131" y="281"/>
                  <a:pt x="131" y="281"/>
                </a:cubicBezTo>
                <a:cubicBezTo>
                  <a:pt x="129" y="284"/>
                  <a:pt x="129" y="287"/>
                  <a:pt x="131" y="290"/>
                </a:cubicBezTo>
                <a:cubicBezTo>
                  <a:pt x="133" y="293"/>
                  <a:pt x="136" y="295"/>
                  <a:pt x="139" y="295"/>
                </a:cubicBezTo>
                <a:cubicBezTo>
                  <a:pt x="261" y="295"/>
                  <a:pt x="261" y="295"/>
                  <a:pt x="261" y="295"/>
                </a:cubicBezTo>
                <a:cubicBezTo>
                  <a:pt x="256" y="357"/>
                  <a:pt x="204" y="406"/>
                  <a:pt x="140" y="406"/>
                </a:cubicBezTo>
                <a:close/>
                <a:moveTo>
                  <a:pt x="599" y="406"/>
                </a:moveTo>
                <a:cubicBezTo>
                  <a:pt x="532" y="406"/>
                  <a:pt x="477" y="351"/>
                  <a:pt x="477" y="284"/>
                </a:cubicBezTo>
                <a:cubicBezTo>
                  <a:pt x="477" y="245"/>
                  <a:pt x="496" y="210"/>
                  <a:pt x="525" y="187"/>
                </a:cubicBezTo>
                <a:cubicBezTo>
                  <a:pt x="592" y="290"/>
                  <a:pt x="592" y="290"/>
                  <a:pt x="592" y="290"/>
                </a:cubicBezTo>
                <a:cubicBezTo>
                  <a:pt x="594" y="293"/>
                  <a:pt x="597" y="295"/>
                  <a:pt x="600" y="295"/>
                </a:cubicBezTo>
                <a:cubicBezTo>
                  <a:pt x="602" y="295"/>
                  <a:pt x="604" y="294"/>
                  <a:pt x="605" y="293"/>
                </a:cubicBezTo>
                <a:cubicBezTo>
                  <a:pt x="610" y="290"/>
                  <a:pt x="611" y="285"/>
                  <a:pt x="608" y="280"/>
                </a:cubicBezTo>
                <a:cubicBezTo>
                  <a:pt x="541" y="177"/>
                  <a:pt x="541" y="177"/>
                  <a:pt x="541" y="177"/>
                </a:cubicBezTo>
                <a:cubicBezTo>
                  <a:pt x="558" y="168"/>
                  <a:pt x="578" y="162"/>
                  <a:pt x="599" y="162"/>
                </a:cubicBezTo>
                <a:cubicBezTo>
                  <a:pt x="666" y="162"/>
                  <a:pt x="720" y="217"/>
                  <a:pt x="720" y="284"/>
                </a:cubicBezTo>
                <a:cubicBezTo>
                  <a:pt x="720" y="351"/>
                  <a:pt x="666" y="406"/>
                  <a:pt x="599" y="406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" name="Freeform 8"/>
          <p:cNvSpPr>
            <a:spLocks noEditPoints="1"/>
          </p:cNvSpPr>
          <p:nvPr/>
        </p:nvSpPr>
        <p:spPr bwMode="auto">
          <a:xfrm>
            <a:off x="8377767" y="2279651"/>
            <a:ext cx="406400" cy="567267"/>
          </a:xfrm>
          <a:custGeom>
            <a:avLst/>
            <a:gdLst>
              <a:gd name="T0" fmla="*/ 305 w 305"/>
              <a:gd name="T1" fmla="*/ 103 h 424"/>
              <a:gd name="T2" fmla="*/ 278 w 305"/>
              <a:gd name="T3" fmla="*/ 4 h 424"/>
              <a:gd name="T4" fmla="*/ 270 w 305"/>
              <a:gd name="T5" fmla="*/ 0 h 424"/>
              <a:gd name="T6" fmla="*/ 35 w 305"/>
              <a:gd name="T7" fmla="*/ 0 h 424"/>
              <a:gd name="T8" fmla="*/ 27 w 305"/>
              <a:gd name="T9" fmla="*/ 4 h 424"/>
              <a:gd name="T10" fmla="*/ 0 w 305"/>
              <a:gd name="T11" fmla="*/ 103 h 424"/>
              <a:gd name="T12" fmla="*/ 143 w 305"/>
              <a:gd name="T13" fmla="*/ 274 h 424"/>
              <a:gd name="T14" fmla="*/ 143 w 305"/>
              <a:gd name="T15" fmla="*/ 379 h 424"/>
              <a:gd name="T16" fmla="*/ 94 w 305"/>
              <a:gd name="T17" fmla="*/ 379 h 424"/>
              <a:gd name="T18" fmla="*/ 65 w 305"/>
              <a:gd name="T19" fmla="*/ 408 h 424"/>
              <a:gd name="T20" fmla="*/ 65 w 305"/>
              <a:gd name="T21" fmla="*/ 415 h 424"/>
              <a:gd name="T22" fmla="*/ 74 w 305"/>
              <a:gd name="T23" fmla="*/ 424 h 424"/>
              <a:gd name="T24" fmla="*/ 231 w 305"/>
              <a:gd name="T25" fmla="*/ 424 h 424"/>
              <a:gd name="T26" fmla="*/ 241 w 305"/>
              <a:gd name="T27" fmla="*/ 415 h 424"/>
              <a:gd name="T28" fmla="*/ 241 w 305"/>
              <a:gd name="T29" fmla="*/ 409 h 424"/>
              <a:gd name="T30" fmla="*/ 212 w 305"/>
              <a:gd name="T31" fmla="*/ 379 h 424"/>
              <a:gd name="T32" fmla="*/ 162 w 305"/>
              <a:gd name="T33" fmla="*/ 379 h 424"/>
              <a:gd name="T34" fmla="*/ 162 w 305"/>
              <a:gd name="T35" fmla="*/ 274 h 424"/>
              <a:gd name="T36" fmla="*/ 305 w 305"/>
              <a:gd name="T37" fmla="*/ 103 h 424"/>
              <a:gd name="T38" fmla="*/ 222 w 305"/>
              <a:gd name="T39" fmla="*/ 406 h 424"/>
              <a:gd name="T40" fmla="*/ 83 w 305"/>
              <a:gd name="T41" fmla="*/ 406 h 424"/>
              <a:gd name="T42" fmla="*/ 94 w 305"/>
              <a:gd name="T43" fmla="*/ 397 h 424"/>
              <a:gd name="T44" fmla="*/ 212 w 305"/>
              <a:gd name="T45" fmla="*/ 397 h 424"/>
              <a:gd name="T46" fmla="*/ 222 w 305"/>
              <a:gd name="T47" fmla="*/ 406 h 424"/>
              <a:gd name="T48" fmla="*/ 40 w 305"/>
              <a:gd name="T49" fmla="*/ 18 h 424"/>
              <a:gd name="T50" fmla="*/ 265 w 305"/>
              <a:gd name="T51" fmla="*/ 18 h 424"/>
              <a:gd name="T52" fmla="*/ 286 w 305"/>
              <a:gd name="T53" fmla="*/ 96 h 424"/>
              <a:gd name="T54" fmla="*/ 252 w 305"/>
              <a:gd name="T55" fmla="*/ 93 h 424"/>
              <a:gd name="T56" fmla="*/ 168 w 305"/>
              <a:gd name="T57" fmla="*/ 117 h 424"/>
              <a:gd name="T58" fmla="*/ 94 w 305"/>
              <a:gd name="T59" fmla="*/ 139 h 424"/>
              <a:gd name="T60" fmla="*/ 20 w 305"/>
              <a:gd name="T61" fmla="*/ 117 h 424"/>
              <a:gd name="T62" fmla="*/ 19 w 305"/>
              <a:gd name="T63" fmla="*/ 103 h 424"/>
              <a:gd name="T64" fmla="*/ 40 w 305"/>
              <a:gd name="T65" fmla="*/ 18 h 424"/>
              <a:gd name="T66" fmla="*/ 25 w 305"/>
              <a:gd name="T67" fmla="*/ 141 h 424"/>
              <a:gd name="T68" fmla="*/ 94 w 305"/>
              <a:gd name="T69" fmla="*/ 157 h 424"/>
              <a:gd name="T70" fmla="*/ 178 w 305"/>
              <a:gd name="T71" fmla="*/ 133 h 424"/>
              <a:gd name="T72" fmla="*/ 252 w 305"/>
              <a:gd name="T73" fmla="*/ 112 h 424"/>
              <a:gd name="T74" fmla="*/ 285 w 305"/>
              <a:gd name="T75" fmla="*/ 115 h 424"/>
              <a:gd name="T76" fmla="*/ 153 w 305"/>
              <a:gd name="T77" fmla="*/ 256 h 424"/>
              <a:gd name="T78" fmla="*/ 25 w 305"/>
              <a:gd name="T79" fmla="*/ 141 h 4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305" h="424">
                <a:moveTo>
                  <a:pt x="305" y="103"/>
                </a:moveTo>
                <a:cubicBezTo>
                  <a:pt x="305" y="73"/>
                  <a:pt x="296" y="29"/>
                  <a:pt x="278" y="4"/>
                </a:cubicBezTo>
                <a:cubicBezTo>
                  <a:pt x="276" y="1"/>
                  <a:pt x="273" y="0"/>
                  <a:pt x="270" y="0"/>
                </a:cubicBezTo>
                <a:cubicBezTo>
                  <a:pt x="35" y="0"/>
                  <a:pt x="35" y="0"/>
                  <a:pt x="35" y="0"/>
                </a:cubicBezTo>
                <a:cubicBezTo>
                  <a:pt x="32" y="0"/>
                  <a:pt x="29" y="1"/>
                  <a:pt x="27" y="4"/>
                </a:cubicBezTo>
                <a:cubicBezTo>
                  <a:pt x="10" y="29"/>
                  <a:pt x="0" y="73"/>
                  <a:pt x="0" y="103"/>
                </a:cubicBezTo>
                <a:cubicBezTo>
                  <a:pt x="0" y="181"/>
                  <a:pt x="61" y="268"/>
                  <a:pt x="143" y="274"/>
                </a:cubicBezTo>
                <a:cubicBezTo>
                  <a:pt x="143" y="379"/>
                  <a:pt x="143" y="379"/>
                  <a:pt x="143" y="379"/>
                </a:cubicBezTo>
                <a:cubicBezTo>
                  <a:pt x="94" y="379"/>
                  <a:pt x="94" y="379"/>
                  <a:pt x="94" y="379"/>
                </a:cubicBezTo>
                <a:cubicBezTo>
                  <a:pt x="77" y="379"/>
                  <a:pt x="65" y="391"/>
                  <a:pt x="65" y="408"/>
                </a:cubicBezTo>
                <a:cubicBezTo>
                  <a:pt x="65" y="415"/>
                  <a:pt x="65" y="415"/>
                  <a:pt x="65" y="415"/>
                </a:cubicBezTo>
                <a:cubicBezTo>
                  <a:pt x="65" y="420"/>
                  <a:pt x="69" y="424"/>
                  <a:pt x="74" y="424"/>
                </a:cubicBezTo>
                <a:cubicBezTo>
                  <a:pt x="231" y="424"/>
                  <a:pt x="231" y="424"/>
                  <a:pt x="231" y="424"/>
                </a:cubicBezTo>
                <a:cubicBezTo>
                  <a:pt x="236" y="424"/>
                  <a:pt x="241" y="420"/>
                  <a:pt x="241" y="415"/>
                </a:cubicBezTo>
                <a:cubicBezTo>
                  <a:pt x="241" y="409"/>
                  <a:pt x="241" y="409"/>
                  <a:pt x="241" y="409"/>
                </a:cubicBezTo>
                <a:cubicBezTo>
                  <a:pt x="241" y="392"/>
                  <a:pt x="228" y="379"/>
                  <a:pt x="212" y="379"/>
                </a:cubicBezTo>
                <a:cubicBezTo>
                  <a:pt x="162" y="379"/>
                  <a:pt x="162" y="379"/>
                  <a:pt x="162" y="379"/>
                </a:cubicBezTo>
                <a:cubicBezTo>
                  <a:pt x="162" y="274"/>
                  <a:pt x="162" y="274"/>
                  <a:pt x="162" y="274"/>
                </a:cubicBezTo>
                <a:cubicBezTo>
                  <a:pt x="244" y="268"/>
                  <a:pt x="305" y="181"/>
                  <a:pt x="305" y="103"/>
                </a:cubicBezTo>
                <a:close/>
                <a:moveTo>
                  <a:pt x="222" y="406"/>
                </a:moveTo>
                <a:cubicBezTo>
                  <a:pt x="83" y="406"/>
                  <a:pt x="83" y="406"/>
                  <a:pt x="83" y="406"/>
                </a:cubicBezTo>
                <a:cubicBezTo>
                  <a:pt x="84" y="401"/>
                  <a:pt x="88" y="397"/>
                  <a:pt x="94" y="397"/>
                </a:cubicBezTo>
                <a:cubicBezTo>
                  <a:pt x="212" y="397"/>
                  <a:pt x="212" y="397"/>
                  <a:pt x="212" y="397"/>
                </a:cubicBezTo>
                <a:cubicBezTo>
                  <a:pt x="217" y="397"/>
                  <a:pt x="220" y="401"/>
                  <a:pt x="222" y="406"/>
                </a:cubicBezTo>
                <a:close/>
                <a:moveTo>
                  <a:pt x="40" y="18"/>
                </a:moveTo>
                <a:cubicBezTo>
                  <a:pt x="265" y="18"/>
                  <a:pt x="265" y="18"/>
                  <a:pt x="265" y="18"/>
                </a:cubicBezTo>
                <a:cubicBezTo>
                  <a:pt x="278" y="39"/>
                  <a:pt x="285" y="71"/>
                  <a:pt x="286" y="96"/>
                </a:cubicBezTo>
                <a:cubicBezTo>
                  <a:pt x="276" y="94"/>
                  <a:pt x="265" y="93"/>
                  <a:pt x="252" y="93"/>
                </a:cubicBezTo>
                <a:cubicBezTo>
                  <a:pt x="210" y="93"/>
                  <a:pt x="189" y="105"/>
                  <a:pt x="168" y="117"/>
                </a:cubicBezTo>
                <a:cubicBezTo>
                  <a:pt x="149" y="128"/>
                  <a:pt x="131" y="139"/>
                  <a:pt x="94" y="139"/>
                </a:cubicBezTo>
                <a:cubicBezTo>
                  <a:pt x="57" y="139"/>
                  <a:pt x="39" y="128"/>
                  <a:pt x="20" y="117"/>
                </a:cubicBezTo>
                <a:cubicBezTo>
                  <a:pt x="19" y="112"/>
                  <a:pt x="19" y="108"/>
                  <a:pt x="19" y="103"/>
                </a:cubicBezTo>
                <a:cubicBezTo>
                  <a:pt x="19" y="78"/>
                  <a:pt x="26" y="41"/>
                  <a:pt x="40" y="18"/>
                </a:cubicBezTo>
                <a:close/>
                <a:moveTo>
                  <a:pt x="25" y="141"/>
                </a:moveTo>
                <a:cubicBezTo>
                  <a:pt x="41" y="150"/>
                  <a:pt x="61" y="157"/>
                  <a:pt x="94" y="157"/>
                </a:cubicBezTo>
                <a:cubicBezTo>
                  <a:pt x="136" y="157"/>
                  <a:pt x="157" y="145"/>
                  <a:pt x="178" y="133"/>
                </a:cubicBezTo>
                <a:cubicBezTo>
                  <a:pt x="197" y="122"/>
                  <a:pt x="215" y="112"/>
                  <a:pt x="252" y="112"/>
                </a:cubicBezTo>
                <a:cubicBezTo>
                  <a:pt x="265" y="112"/>
                  <a:pt x="276" y="113"/>
                  <a:pt x="285" y="115"/>
                </a:cubicBezTo>
                <a:cubicBezTo>
                  <a:pt x="279" y="183"/>
                  <a:pt x="223" y="256"/>
                  <a:pt x="153" y="256"/>
                </a:cubicBezTo>
                <a:cubicBezTo>
                  <a:pt x="91" y="256"/>
                  <a:pt x="41" y="200"/>
                  <a:pt x="25" y="14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58" name="Group 157"/>
          <p:cNvGrpSpPr/>
          <p:nvPr/>
        </p:nvGrpSpPr>
        <p:grpSpPr>
          <a:xfrm>
            <a:off x="9550400" y="4097867"/>
            <a:ext cx="567267" cy="567267"/>
            <a:chOff x="7162800" y="3073400"/>
            <a:chExt cx="425450" cy="425450"/>
          </a:xfrm>
          <a:solidFill>
            <a:schemeClr val="accent1"/>
          </a:solidFill>
        </p:grpSpPr>
        <p:sp>
          <p:nvSpPr>
            <p:cNvPr id="9" name="Freeform 9"/>
            <p:cNvSpPr>
              <a:spLocks/>
            </p:cNvSpPr>
            <p:nvPr/>
          </p:nvSpPr>
          <p:spPr bwMode="auto">
            <a:xfrm>
              <a:off x="7240588" y="3152775"/>
              <a:ext cx="279400" cy="266700"/>
            </a:xfrm>
            <a:custGeom>
              <a:avLst/>
              <a:gdLst>
                <a:gd name="T0" fmla="*/ 150 w 280"/>
                <a:gd name="T1" fmla="*/ 9 h 267"/>
                <a:gd name="T2" fmla="*/ 140 w 280"/>
                <a:gd name="T3" fmla="*/ 0 h 267"/>
                <a:gd name="T4" fmla="*/ 131 w 280"/>
                <a:gd name="T5" fmla="*/ 9 h 267"/>
                <a:gd name="T6" fmla="*/ 131 w 280"/>
                <a:gd name="T7" fmla="*/ 118 h 267"/>
                <a:gd name="T8" fmla="*/ 9 w 280"/>
                <a:gd name="T9" fmla="*/ 118 h 267"/>
                <a:gd name="T10" fmla="*/ 0 w 280"/>
                <a:gd name="T11" fmla="*/ 127 h 267"/>
                <a:gd name="T12" fmla="*/ 9 w 280"/>
                <a:gd name="T13" fmla="*/ 136 h 267"/>
                <a:gd name="T14" fmla="*/ 131 w 280"/>
                <a:gd name="T15" fmla="*/ 136 h 267"/>
                <a:gd name="T16" fmla="*/ 131 w 280"/>
                <a:gd name="T17" fmla="*/ 258 h 267"/>
                <a:gd name="T18" fmla="*/ 140 w 280"/>
                <a:gd name="T19" fmla="*/ 267 h 267"/>
                <a:gd name="T20" fmla="*/ 150 w 280"/>
                <a:gd name="T21" fmla="*/ 258 h 267"/>
                <a:gd name="T22" fmla="*/ 150 w 280"/>
                <a:gd name="T23" fmla="*/ 136 h 267"/>
                <a:gd name="T24" fmla="*/ 271 w 280"/>
                <a:gd name="T25" fmla="*/ 136 h 267"/>
                <a:gd name="T26" fmla="*/ 280 w 280"/>
                <a:gd name="T27" fmla="*/ 127 h 267"/>
                <a:gd name="T28" fmla="*/ 271 w 280"/>
                <a:gd name="T29" fmla="*/ 118 h 267"/>
                <a:gd name="T30" fmla="*/ 150 w 280"/>
                <a:gd name="T31" fmla="*/ 118 h 267"/>
                <a:gd name="T32" fmla="*/ 150 w 280"/>
                <a:gd name="T33" fmla="*/ 9 h 2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80" h="267">
                  <a:moveTo>
                    <a:pt x="150" y="9"/>
                  </a:moveTo>
                  <a:cubicBezTo>
                    <a:pt x="150" y="4"/>
                    <a:pt x="145" y="0"/>
                    <a:pt x="140" y="0"/>
                  </a:cubicBezTo>
                  <a:cubicBezTo>
                    <a:pt x="135" y="0"/>
                    <a:pt x="131" y="4"/>
                    <a:pt x="131" y="9"/>
                  </a:cubicBezTo>
                  <a:cubicBezTo>
                    <a:pt x="131" y="118"/>
                    <a:pt x="131" y="118"/>
                    <a:pt x="131" y="118"/>
                  </a:cubicBezTo>
                  <a:cubicBezTo>
                    <a:pt x="9" y="118"/>
                    <a:pt x="9" y="118"/>
                    <a:pt x="9" y="118"/>
                  </a:cubicBezTo>
                  <a:cubicBezTo>
                    <a:pt x="4" y="118"/>
                    <a:pt x="0" y="122"/>
                    <a:pt x="0" y="127"/>
                  </a:cubicBezTo>
                  <a:cubicBezTo>
                    <a:pt x="0" y="132"/>
                    <a:pt x="4" y="136"/>
                    <a:pt x="9" y="136"/>
                  </a:cubicBezTo>
                  <a:cubicBezTo>
                    <a:pt x="131" y="136"/>
                    <a:pt x="131" y="136"/>
                    <a:pt x="131" y="136"/>
                  </a:cubicBezTo>
                  <a:cubicBezTo>
                    <a:pt x="131" y="258"/>
                    <a:pt x="131" y="258"/>
                    <a:pt x="131" y="258"/>
                  </a:cubicBezTo>
                  <a:cubicBezTo>
                    <a:pt x="131" y="263"/>
                    <a:pt x="135" y="267"/>
                    <a:pt x="140" y="267"/>
                  </a:cubicBezTo>
                  <a:cubicBezTo>
                    <a:pt x="145" y="267"/>
                    <a:pt x="150" y="263"/>
                    <a:pt x="150" y="258"/>
                  </a:cubicBezTo>
                  <a:cubicBezTo>
                    <a:pt x="150" y="136"/>
                    <a:pt x="150" y="136"/>
                    <a:pt x="150" y="136"/>
                  </a:cubicBezTo>
                  <a:cubicBezTo>
                    <a:pt x="271" y="136"/>
                    <a:pt x="271" y="136"/>
                    <a:pt x="271" y="136"/>
                  </a:cubicBezTo>
                  <a:cubicBezTo>
                    <a:pt x="276" y="136"/>
                    <a:pt x="280" y="132"/>
                    <a:pt x="280" y="127"/>
                  </a:cubicBezTo>
                  <a:cubicBezTo>
                    <a:pt x="280" y="122"/>
                    <a:pt x="276" y="118"/>
                    <a:pt x="271" y="118"/>
                  </a:cubicBezTo>
                  <a:cubicBezTo>
                    <a:pt x="150" y="118"/>
                    <a:pt x="150" y="118"/>
                    <a:pt x="150" y="118"/>
                  </a:cubicBezTo>
                  <a:lnTo>
                    <a:pt x="150" y="9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" name="Freeform 10"/>
            <p:cNvSpPr>
              <a:spLocks noEditPoints="1"/>
            </p:cNvSpPr>
            <p:nvPr/>
          </p:nvSpPr>
          <p:spPr bwMode="auto">
            <a:xfrm>
              <a:off x="7162800" y="3073400"/>
              <a:ext cx="425450" cy="425450"/>
            </a:xfrm>
            <a:custGeom>
              <a:avLst/>
              <a:gdLst>
                <a:gd name="T0" fmla="*/ 416 w 425"/>
                <a:gd name="T1" fmla="*/ 197 h 425"/>
                <a:gd name="T2" fmla="*/ 384 w 425"/>
                <a:gd name="T3" fmla="*/ 197 h 425"/>
                <a:gd name="T4" fmla="*/ 228 w 425"/>
                <a:gd name="T5" fmla="*/ 40 h 425"/>
                <a:gd name="T6" fmla="*/ 228 w 425"/>
                <a:gd name="T7" fmla="*/ 10 h 425"/>
                <a:gd name="T8" fmla="*/ 218 w 425"/>
                <a:gd name="T9" fmla="*/ 0 h 425"/>
                <a:gd name="T10" fmla="*/ 209 w 425"/>
                <a:gd name="T11" fmla="*/ 10 h 425"/>
                <a:gd name="T12" fmla="*/ 209 w 425"/>
                <a:gd name="T13" fmla="*/ 40 h 425"/>
                <a:gd name="T14" fmla="*/ 39 w 425"/>
                <a:gd name="T15" fmla="*/ 197 h 425"/>
                <a:gd name="T16" fmla="*/ 9 w 425"/>
                <a:gd name="T17" fmla="*/ 197 h 425"/>
                <a:gd name="T18" fmla="*/ 0 w 425"/>
                <a:gd name="T19" fmla="*/ 206 h 425"/>
                <a:gd name="T20" fmla="*/ 9 w 425"/>
                <a:gd name="T21" fmla="*/ 215 h 425"/>
                <a:gd name="T22" fmla="*/ 39 w 425"/>
                <a:gd name="T23" fmla="*/ 215 h 425"/>
                <a:gd name="T24" fmla="*/ 209 w 425"/>
                <a:gd name="T25" fmla="*/ 386 h 425"/>
                <a:gd name="T26" fmla="*/ 209 w 425"/>
                <a:gd name="T27" fmla="*/ 416 h 425"/>
                <a:gd name="T28" fmla="*/ 218 w 425"/>
                <a:gd name="T29" fmla="*/ 425 h 425"/>
                <a:gd name="T30" fmla="*/ 228 w 425"/>
                <a:gd name="T31" fmla="*/ 416 h 425"/>
                <a:gd name="T32" fmla="*/ 228 w 425"/>
                <a:gd name="T33" fmla="*/ 385 h 425"/>
                <a:gd name="T34" fmla="*/ 385 w 425"/>
                <a:gd name="T35" fmla="*/ 215 h 425"/>
                <a:gd name="T36" fmla="*/ 416 w 425"/>
                <a:gd name="T37" fmla="*/ 215 h 425"/>
                <a:gd name="T38" fmla="*/ 425 w 425"/>
                <a:gd name="T39" fmla="*/ 206 h 425"/>
                <a:gd name="T40" fmla="*/ 416 w 425"/>
                <a:gd name="T41" fmla="*/ 197 h 425"/>
                <a:gd name="T42" fmla="*/ 212 w 425"/>
                <a:gd name="T43" fmla="*/ 367 h 425"/>
                <a:gd name="T44" fmla="*/ 57 w 425"/>
                <a:gd name="T45" fmla="*/ 213 h 425"/>
                <a:gd name="T46" fmla="*/ 212 w 425"/>
                <a:gd name="T47" fmla="*/ 58 h 425"/>
                <a:gd name="T48" fmla="*/ 366 w 425"/>
                <a:gd name="T49" fmla="*/ 213 h 425"/>
                <a:gd name="T50" fmla="*/ 212 w 425"/>
                <a:gd name="T51" fmla="*/ 367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25" h="425">
                  <a:moveTo>
                    <a:pt x="416" y="197"/>
                  </a:moveTo>
                  <a:cubicBezTo>
                    <a:pt x="384" y="197"/>
                    <a:pt x="384" y="197"/>
                    <a:pt x="384" y="197"/>
                  </a:cubicBezTo>
                  <a:cubicBezTo>
                    <a:pt x="377" y="114"/>
                    <a:pt x="310" y="48"/>
                    <a:pt x="228" y="40"/>
                  </a:cubicBezTo>
                  <a:cubicBezTo>
                    <a:pt x="228" y="10"/>
                    <a:pt x="228" y="10"/>
                    <a:pt x="228" y="10"/>
                  </a:cubicBezTo>
                  <a:cubicBezTo>
                    <a:pt x="228" y="4"/>
                    <a:pt x="223" y="0"/>
                    <a:pt x="218" y="0"/>
                  </a:cubicBezTo>
                  <a:cubicBezTo>
                    <a:pt x="213" y="0"/>
                    <a:pt x="209" y="4"/>
                    <a:pt x="209" y="10"/>
                  </a:cubicBezTo>
                  <a:cubicBezTo>
                    <a:pt x="209" y="40"/>
                    <a:pt x="209" y="40"/>
                    <a:pt x="209" y="40"/>
                  </a:cubicBezTo>
                  <a:cubicBezTo>
                    <a:pt x="120" y="41"/>
                    <a:pt x="47" y="110"/>
                    <a:pt x="39" y="197"/>
                  </a:cubicBezTo>
                  <a:cubicBezTo>
                    <a:pt x="9" y="197"/>
                    <a:pt x="9" y="197"/>
                    <a:pt x="9" y="197"/>
                  </a:cubicBezTo>
                  <a:cubicBezTo>
                    <a:pt x="4" y="197"/>
                    <a:pt x="0" y="201"/>
                    <a:pt x="0" y="206"/>
                  </a:cubicBezTo>
                  <a:cubicBezTo>
                    <a:pt x="0" y="211"/>
                    <a:pt x="4" y="215"/>
                    <a:pt x="9" y="215"/>
                  </a:cubicBezTo>
                  <a:cubicBezTo>
                    <a:pt x="39" y="215"/>
                    <a:pt x="39" y="215"/>
                    <a:pt x="39" y="215"/>
                  </a:cubicBezTo>
                  <a:cubicBezTo>
                    <a:pt x="40" y="309"/>
                    <a:pt x="116" y="384"/>
                    <a:pt x="209" y="386"/>
                  </a:cubicBezTo>
                  <a:cubicBezTo>
                    <a:pt x="209" y="416"/>
                    <a:pt x="209" y="416"/>
                    <a:pt x="209" y="416"/>
                  </a:cubicBezTo>
                  <a:cubicBezTo>
                    <a:pt x="209" y="421"/>
                    <a:pt x="213" y="425"/>
                    <a:pt x="218" y="425"/>
                  </a:cubicBezTo>
                  <a:cubicBezTo>
                    <a:pt x="223" y="425"/>
                    <a:pt x="228" y="421"/>
                    <a:pt x="228" y="416"/>
                  </a:cubicBezTo>
                  <a:cubicBezTo>
                    <a:pt x="228" y="385"/>
                    <a:pt x="228" y="385"/>
                    <a:pt x="228" y="385"/>
                  </a:cubicBezTo>
                  <a:cubicBezTo>
                    <a:pt x="315" y="377"/>
                    <a:pt x="383" y="304"/>
                    <a:pt x="385" y="215"/>
                  </a:cubicBezTo>
                  <a:cubicBezTo>
                    <a:pt x="416" y="215"/>
                    <a:pt x="416" y="215"/>
                    <a:pt x="416" y="215"/>
                  </a:cubicBezTo>
                  <a:cubicBezTo>
                    <a:pt x="421" y="215"/>
                    <a:pt x="425" y="211"/>
                    <a:pt x="425" y="206"/>
                  </a:cubicBezTo>
                  <a:cubicBezTo>
                    <a:pt x="425" y="201"/>
                    <a:pt x="421" y="197"/>
                    <a:pt x="416" y="197"/>
                  </a:cubicBezTo>
                  <a:close/>
                  <a:moveTo>
                    <a:pt x="212" y="367"/>
                  </a:moveTo>
                  <a:cubicBezTo>
                    <a:pt x="127" y="367"/>
                    <a:pt x="57" y="298"/>
                    <a:pt x="57" y="213"/>
                  </a:cubicBezTo>
                  <a:cubicBezTo>
                    <a:pt x="57" y="127"/>
                    <a:pt x="127" y="58"/>
                    <a:pt x="212" y="58"/>
                  </a:cubicBezTo>
                  <a:cubicBezTo>
                    <a:pt x="297" y="58"/>
                    <a:pt x="366" y="127"/>
                    <a:pt x="366" y="213"/>
                  </a:cubicBezTo>
                  <a:cubicBezTo>
                    <a:pt x="366" y="298"/>
                    <a:pt x="297" y="367"/>
                    <a:pt x="212" y="367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50" name="Group 149"/>
          <p:cNvGrpSpPr/>
          <p:nvPr/>
        </p:nvGrpSpPr>
        <p:grpSpPr>
          <a:xfrm>
            <a:off x="4042833" y="5005917"/>
            <a:ext cx="567267" cy="567267"/>
            <a:chOff x="3032125" y="3754438"/>
            <a:chExt cx="425450" cy="425450"/>
          </a:xfrm>
          <a:solidFill>
            <a:schemeClr val="accent1"/>
          </a:solidFill>
        </p:grpSpPr>
        <p:sp>
          <p:nvSpPr>
            <p:cNvPr id="11" name="Freeform 11"/>
            <p:cNvSpPr>
              <a:spLocks noEditPoints="1"/>
            </p:cNvSpPr>
            <p:nvPr/>
          </p:nvSpPr>
          <p:spPr bwMode="auto">
            <a:xfrm>
              <a:off x="3032125" y="3754438"/>
              <a:ext cx="425450" cy="425450"/>
            </a:xfrm>
            <a:custGeom>
              <a:avLst/>
              <a:gdLst>
                <a:gd name="T0" fmla="*/ 213 w 425"/>
                <a:gd name="T1" fmla="*/ 0 h 425"/>
                <a:gd name="T2" fmla="*/ 0 w 425"/>
                <a:gd name="T3" fmla="*/ 213 h 425"/>
                <a:gd name="T4" fmla="*/ 213 w 425"/>
                <a:gd name="T5" fmla="*/ 425 h 425"/>
                <a:gd name="T6" fmla="*/ 425 w 425"/>
                <a:gd name="T7" fmla="*/ 213 h 425"/>
                <a:gd name="T8" fmla="*/ 213 w 425"/>
                <a:gd name="T9" fmla="*/ 0 h 425"/>
                <a:gd name="T10" fmla="*/ 213 w 425"/>
                <a:gd name="T11" fmla="*/ 407 h 425"/>
                <a:gd name="T12" fmla="*/ 19 w 425"/>
                <a:gd name="T13" fmla="*/ 213 h 425"/>
                <a:gd name="T14" fmla="*/ 213 w 425"/>
                <a:gd name="T15" fmla="*/ 19 h 425"/>
                <a:gd name="T16" fmla="*/ 406 w 425"/>
                <a:gd name="T17" fmla="*/ 213 h 425"/>
                <a:gd name="T18" fmla="*/ 213 w 425"/>
                <a:gd name="T19" fmla="*/ 407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25" h="425">
                  <a:moveTo>
                    <a:pt x="213" y="0"/>
                  </a:moveTo>
                  <a:cubicBezTo>
                    <a:pt x="95" y="0"/>
                    <a:pt x="0" y="96"/>
                    <a:pt x="0" y="213"/>
                  </a:cubicBezTo>
                  <a:cubicBezTo>
                    <a:pt x="0" y="330"/>
                    <a:pt x="95" y="425"/>
                    <a:pt x="213" y="425"/>
                  </a:cubicBezTo>
                  <a:cubicBezTo>
                    <a:pt x="330" y="425"/>
                    <a:pt x="425" y="330"/>
                    <a:pt x="425" y="213"/>
                  </a:cubicBezTo>
                  <a:cubicBezTo>
                    <a:pt x="425" y="96"/>
                    <a:pt x="330" y="0"/>
                    <a:pt x="213" y="0"/>
                  </a:cubicBezTo>
                  <a:close/>
                  <a:moveTo>
                    <a:pt x="213" y="407"/>
                  </a:moveTo>
                  <a:cubicBezTo>
                    <a:pt x="106" y="407"/>
                    <a:pt x="19" y="320"/>
                    <a:pt x="19" y="213"/>
                  </a:cubicBezTo>
                  <a:cubicBezTo>
                    <a:pt x="19" y="106"/>
                    <a:pt x="106" y="19"/>
                    <a:pt x="213" y="19"/>
                  </a:cubicBezTo>
                  <a:cubicBezTo>
                    <a:pt x="319" y="19"/>
                    <a:pt x="406" y="106"/>
                    <a:pt x="406" y="213"/>
                  </a:cubicBezTo>
                  <a:cubicBezTo>
                    <a:pt x="406" y="320"/>
                    <a:pt x="319" y="407"/>
                    <a:pt x="213" y="407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" name="Freeform 12"/>
            <p:cNvSpPr>
              <a:spLocks noEditPoints="1"/>
            </p:cNvSpPr>
            <p:nvPr/>
          </p:nvSpPr>
          <p:spPr bwMode="auto">
            <a:xfrm>
              <a:off x="3176588" y="3846513"/>
              <a:ext cx="123825" cy="242888"/>
            </a:xfrm>
            <a:custGeom>
              <a:avLst/>
              <a:gdLst>
                <a:gd name="T0" fmla="*/ 114 w 124"/>
                <a:gd name="T1" fmla="*/ 0 h 242"/>
                <a:gd name="T2" fmla="*/ 79 w 124"/>
                <a:gd name="T3" fmla="*/ 0 h 242"/>
                <a:gd name="T4" fmla="*/ 26 w 124"/>
                <a:gd name="T5" fmla="*/ 60 h 242"/>
                <a:gd name="T6" fmla="*/ 26 w 124"/>
                <a:gd name="T7" fmla="*/ 79 h 242"/>
                <a:gd name="T8" fmla="*/ 10 w 124"/>
                <a:gd name="T9" fmla="*/ 79 h 242"/>
                <a:gd name="T10" fmla="*/ 0 w 124"/>
                <a:gd name="T11" fmla="*/ 88 h 242"/>
                <a:gd name="T12" fmla="*/ 0 w 124"/>
                <a:gd name="T13" fmla="*/ 127 h 242"/>
                <a:gd name="T14" fmla="*/ 10 w 124"/>
                <a:gd name="T15" fmla="*/ 137 h 242"/>
                <a:gd name="T16" fmla="*/ 26 w 124"/>
                <a:gd name="T17" fmla="*/ 137 h 242"/>
                <a:gd name="T18" fmla="*/ 26 w 124"/>
                <a:gd name="T19" fmla="*/ 232 h 242"/>
                <a:gd name="T20" fmla="*/ 36 w 124"/>
                <a:gd name="T21" fmla="*/ 242 h 242"/>
                <a:gd name="T22" fmla="*/ 76 w 124"/>
                <a:gd name="T23" fmla="*/ 242 h 242"/>
                <a:gd name="T24" fmla="*/ 85 w 124"/>
                <a:gd name="T25" fmla="*/ 232 h 242"/>
                <a:gd name="T26" fmla="*/ 85 w 124"/>
                <a:gd name="T27" fmla="*/ 137 h 242"/>
                <a:gd name="T28" fmla="*/ 114 w 124"/>
                <a:gd name="T29" fmla="*/ 137 h 242"/>
                <a:gd name="T30" fmla="*/ 124 w 124"/>
                <a:gd name="T31" fmla="*/ 127 h 242"/>
                <a:gd name="T32" fmla="*/ 124 w 124"/>
                <a:gd name="T33" fmla="*/ 88 h 242"/>
                <a:gd name="T34" fmla="*/ 114 w 124"/>
                <a:gd name="T35" fmla="*/ 79 h 242"/>
                <a:gd name="T36" fmla="*/ 85 w 124"/>
                <a:gd name="T37" fmla="*/ 79 h 242"/>
                <a:gd name="T38" fmla="*/ 85 w 124"/>
                <a:gd name="T39" fmla="*/ 63 h 242"/>
                <a:gd name="T40" fmla="*/ 86 w 124"/>
                <a:gd name="T41" fmla="*/ 58 h 242"/>
                <a:gd name="T42" fmla="*/ 91 w 124"/>
                <a:gd name="T43" fmla="*/ 57 h 242"/>
                <a:gd name="T44" fmla="*/ 114 w 124"/>
                <a:gd name="T45" fmla="*/ 58 h 242"/>
                <a:gd name="T46" fmla="*/ 121 w 124"/>
                <a:gd name="T47" fmla="*/ 56 h 242"/>
                <a:gd name="T48" fmla="*/ 124 w 124"/>
                <a:gd name="T49" fmla="*/ 49 h 242"/>
                <a:gd name="T50" fmla="*/ 124 w 124"/>
                <a:gd name="T51" fmla="*/ 10 h 242"/>
                <a:gd name="T52" fmla="*/ 114 w 124"/>
                <a:gd name="T53" fmla="*/ 0 h 242"/>
                <a:gd name="T54" fmla="*/ 105 w 124"/>
                <a:gd name="T55" fmla="*/ 39 h 242"/>
                <a:gd name="T56" fmla="*/ 91 w 124"/>
                <a:gd name="T57" fmla="*/ 39 h 242"/>
                <a:gd name="T58" fmla="*/ 91 w 124"/>
                <a:gd name="T59" fmla="*/ 39 h 242"/>
                <a:gd name="T60" fmla="*/ 67 w 124"/>
                <a:gd name="T61" fmla="*/ 63 h 242"/>
                <a:gd name="T62" fmla="*/ 66 w 124"/>
                <a:gd name="T63" fmla="*/ 88 h 242"/>
                <a:gd name="T64" fmla="*/ 69 w 124"/>
                <a:gd name="T65" fmla="*/ 95 h 242"/>
                <a:gd name="T66" fmla="*/ 76 w 124"/>
                <a:gd name="T67" fmla="*/ 98 h 242"/>
                <a:gd name="T68" fmla="*/ 105 w 124"/>
                <a:gd name="T69" fmla="*/ 98 h 242"/>
                <a:gd name="T70" fmla="*/ 105 w 124"/>
                <a:gd name="T71" fmla="*/ 118 h 242"/>
                <a:gd name="T72" fmla="*/ 76 w 124"/>
                <a:gd name="T73" fmla="*/ 118 h 242"/>
                <a:gd name="T74" fmla="*/ 66 w 124"/>
                <a:gd name="T75" fmla="*/ 127 h 242"/>
                <a:gd name="T76" fmla="*/ 66 w 124"/>
                <a:gd name="T77" fmla="*/ 223 h 242"/>
                <a:gd name="T78" fmla="*/ 45 w 124"/>
                <a:gd name="T79" fmla="*/ 223 h 242"/>
                <a:gd name="T80" fmla="*/ 45 w 124"/>
                <a:gd name="T81" fmla="*/ 127 h 242"/>
                <a:gd name="T82" fmla="*/ 36 w 124"/>
                <a:gd name="T83" fmla="*/ 118 h 242"/>
                <a:gd name="T84" fmla="*/ 19 w 124"/>
                <a:gd name="T85" fmla="*/ 118 h 242"/>
                <a:gd name="T86" fmla="*/ 19 w 124"/>
                <a:gd name="T87" fmla="*/ 98 h 242"/>
                <a:gd name="T88" fmla="*/ 36 w 124"/>
                <a:gd name="T89" fmla="*/ 98 h 242"/>
                <a:gd name="T90" fmla="*/ 42 w 124"/>
                <a:gd name="T91" fmla="*/ 95 h 242"/>
                <a:gd name="T92" fmla="*/ 45 w 124"/>
                <a:gd name="T93" fmla="*/ 88 h 242"/>
                <a:gd name="T94" fmla="*/ 45 w 124"/>
                <a:gd name="T95" fmla="*/ 60 h 242"/>
                <a:gd name="T96" fmla="*/ 79 w 124"/>
                <a:gd name="T97" fmla="*/ 19 h 242"/>
                <a:gd name="T98" fmla="*/ 105 w 124"/>
                <a:gd name="T99" fmla="*/ 19 h 242"/>
                <a:gd name="T100" fmla="*/ 105 w 124"/>
                <a:gd name="T101" fmla="*/ 39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24" h="242">
                  <a:moveTo>
                    <a:pt x="114" y="0"/>
                  </a:moveTo>
                  <a:cubicBezTo>
                    <a:pt x="79" y="0"/>
                    <a:pt x="79" y="0"/>
                    <a:pt x="79" y="0"/>
                  </a:cubicBezTo>
                  <a:cubicBezTo>
                    <a:pt x="33" y="0"/>
                    <a:pt x="26" y="29"/>
                    <a:pt x="26" y="60"/>
                  </a:cubicBezTo>
                  <a:cubicBezTo>
                    <a:pt x="26" y="79"/>
                    <a:pt x="26" y="79"/>
                    <a:pt x="26" y="79"/>
                  </a:cubicBezTo>
                  <a:cubicBezTo>
                    <a:pt x="10" y="79"/>
                    <a:pt x="10" y="79"/>
                    <a:pt x="10" y="79"/>
                  </a:cubicBezTo>
                  <a:cubicBezTo>
                    <a:pt x="4" y="79"/>
                    <a:pt x="0" y="83"/>
                    <a:pt x="0" y="88"/>
                  </a:cubicBezTo>
                  <a:cubicBezTo>
                    <a:pt x="0" y="127"/>
                    <a:pt x="0" y="127"/>
                    <a:pt x="0" y="127"/>
                  </a:cubicBezTo>
                  <a:cubicBezTo>
                    <a:pt x="0" y="133"/>
                    <a:pt x="4" y="137"/>
                    <a:pt x="10" y="137"/>
                  </a:cubicBezTo>
                  <a:cubicBezTo>
                    <a:pt x="26" y="137"/>
                    <a:pt x="26" y="137"/>
                    <a:pt x="26" y="137"/>
                  </a:cubicBezTo>
                  <a:cubicBezTo>
                    <a:pt x="26" y="232"/>
                    <a:pt x="26" y="232"/>
                    <a:pt x="26" y="232"/>
                  </a:cubicBezTo>
                  <a:cubicBezTo>
                    <a:pt x="26" y="237"/>
                    <a:pt x="31" y="242"/>
                    <a:pt x="36" y="242"/>
                  </a:cubicBezTo>
                  <a:cubicBezTo>
                    <a:pt x="76" y="242"/>
                    <a:pt x="76" y="242"/>
                    <a:pt x="76" y="242"/>
                  </a:cubicBezTo>
                  <a:cubicBezTo>
                    <a:pt x="81" y="242"/>
                    <a:pt x="85" y="237"/>
                    <a:pt x="85" y="232"/>
                  </a:cubicBezTo>
                  <a:cubicBezTo>
                    <a:pt x="85" y="137"/>
                    <a:pt x="85" y="137"/>
                    <a:pt x="85" y="137"/>
                  </a:cubicBezTo>
                  <a:cubicBezTo>
                    <a:pt x="114" y="137"/>
                    <a:pt x="114" y="137"/>
                    <a:pt x="114" y="137"/>
                  </a:cubicBezTo>
                  <a:cubicBezTo>
                    <a:pt x="120" y="137"/>
                    <a:pt x="124" y="133"/>
                    <a:pt x="124" y="127"/>
                  </a:cubicBezTo>
                  <a:cubicBezTo>
                    <a:pt x="124" y="88"/>
                    <a:pt x="124" y="88"/>
                    <a:pt x="124" y="88"/>
                  </a:cubicBezTo>
                  <a:cubicBezTo>
                    <a:pt x="124" y="83"/>
                    <a:pt x="120" y="79"/>
                    <a:pt x="114" y="79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5" y="63"/>
                    <a:pt x="85" y="63"/>
                    <a:pt x="85" y="63"/>
                  </a:cubicBezTo>
                  <a:cubicBezTo>
                    <a:pt x="85" y="62"/>
                    <a:pt x="85" y="59"/>
                    <a:pt x="86" y="58"/>
                  </a:cubicBezTo>
                  <a:cubicBezTo>
                    <a:pt x="86" y="58"/>
                    <a:pt x="88" y="57"/>
                    <a:pt x="91" y="57"/>
                  </a:cubicBezTo>
                  <a:cubicBezTo>
                    <a:pt x="114" y="58"/>
                    <a:pt x="114" y="58"/>
                    <a:pt x="114" y="58"/>
                  </a:cubicBezTo>
                  <a:cubicBezTo>
                    <a:pt x="117" y="58"/>
                    <a:pt x="119" y="57"/>
                    <a:pt x="121" y="56"/>
                  </a:cubicBezTo>
                  <a:cubicBezTo>
                    <a:pt x="123" y="54"/>
                    <a:pt x="124" y="51"/>
                    <a:pt x="124" y="49"/>
                  </a:cubicBezTo>
                  <a:cubicBezTo>
                    <a:pt x="124" y="10"/>
                    <a:pt x="124" y="10"/>
                    <a:pt x="124" y="10"/>
                  </a:cubicBezTo>
                  <a:cubicBezTo>
                    <a:pt x="124" y="4"/>
                    <a:pt x="120" y="0"/>
                    <a:pt x="114" y="0"/>
                  </a:cubicBezTo>
                  <a:close/>
                  <a:moveTo>
                    <a:pt x="105" y="39"/>
                  </a:moveTo>
                  <a:cubicBezTo>
                    <a:pt x="91" y="39"/>
                    <a:pt x="91" y="39"/>
                    <a:pt x="91" y="39"/>
                  </a:cubicBezTo>
                  <a:cubicBezTo>
                    <a:pt x="91" y="39"/>
                    <a:pt x="91" y="39"/>
                    <a:pt x="91" y="39"/>
                  </a:cubicBezTo>
                  <a:cubicBezTo>
                    <a:pt x="67" y="39"/>
                    <a:pt x="67" y="55"/>
                    <a:pt x="67" y="63"/>
                  </a:cubicBezTo>
                  <a:cubicBezTo>
                    <a:pt x="66" y="88"/>
                    <a:pt x="66" y="88"/>
                    <a:pt x="66" y="88"/>
                  </a:cubicBezTo>
                  <a:cubicBezTo>
                    <a:pt x="66" y="91"/>
                    <a:pt x="67" y="93"/>
                    <a:pt x="69" y="95"/>
                  </a:cubicBezTo>
                  <a:cubicBezTo>
                    <a:pt x="71" y="97"/>
                    <a:pt x="73" y="98"/>
                    <a:pt x="76" y="98"/>
                  </a:cubicBezTo>
                  <a:cubicBezTo>
                    <a:pt x="105" y="98"/>
                    <a:pt x="105" y="98"/>
                    <a:pt x="105" y="98"/>
                  </a:cubicBezTo>
                  <a:cubicBezTo>
                    <a:pt x="105" y="118"/>
                    <a:pt x="105" y="118"/>
                    <a:pt x="105" y="118"/>
                  </a:cubicBezTo>
                  <a:cubicBezTo>
                    <a:pt x="76" y="118"/>
                    <a:pt x="76" y="118"/>
                    <a:pt x="76" y="118"/>
                  </a:cubicBezTo>
                  <a:cubicBezTo>
                    <a:pt x="71" y="118"/>
                    <a:pt x="66" y="122"/>
                    <a:pt x="66" y="127"/>
                  </a:cubicBezTo>
                  <a:cubicBezTo>
                    <a:pt x="66" y="223"/>
                    <a:pt x="66" y="223"/>
                    <a:pt x="66" y="223"/>
                  </a:cubicBezTo>
                  <a:cubicBezTo>
                    <a:pt x="45" y="223"/>
                    <a:pt x="45" y="223"/>
                    <a:pt x="45" y="223"/>
                  </a:cubicBezTo>
                  <a:cubicBezTo>
                    <a:pt x="45" y="127"/>
                    <a:pt x="45" y="127"/>
                    <a:pt x="45" y="127"/>
                  </a:cubicBezTo>
                  <a:cubicBezTo>
                    <a:pt x="45" y="122"/>
                    <a:pt x="41" y="118"/>
                    <a:pt x="36" y="118"/>
                  </a:cubicBezTo>
                  <a:cubicBezTo>
                    <a:pt x="19" y="118"/>
                    <a:pt x="19" y="118"/>
                    <a:pt x="19" y="118"/>
                  </a:cubicBezTo>
                  <a:cubicBezTo>
                    <a:pt x="19" y="98"/>
                    <a:pt x="19" y="98"/>
                    <a:pt x="19" y="98"/>
                  </a:cubicBezTo>
                  <a:cubicBezTo>
                    <a:pt x="36" y="98"/>
                    <a:pt x="36" y="98"/>
                    <a:pt x="36" y="98"/>
                  </a:cubicBezTo>
                  <a:cubicBezTo>
                    <a:pt x="38" y="98"/>
                    <a:pt x="41" y="97"/>
                    <a:pt x="42" y="95"/>
                  </a:cubicBezTo>
                  <a:cubicBezTo>
                    <a:pt x="44" y="93"/>
                    <a:pt x="45" y="91"/>
                    <a:pt x="45" y="88"/>
                  </a:cubicBezTo>
                  <a:cubicBezTo>
                    <a:pt x="45" y="60"/>
                    <a:pt x="45" y="60"/>
                    <a:pt x="45" y="60"/>
                  </a:cubicBezTo>
                  <a:cubicBezTo>
                    <a:pt x="45" y="28"/>
                    <a:pt x="52" y="19"/>
                    <a:pt x="79" y="19"/>
                  </a:cubicBezTo>
                  <a:cubicBezTo>
                    <a:pt x="105" y="19"/>
                    <a:pt x="105" y="19"/>
                    <a:pt x="105" y="19"/>
                  </a:cubicBezTo>
                  <a:lnTo>
                    <a:pt x="105" y="39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52" name="Group 151"/>
          <p:cNvGrpSpPr/>
          <p:nvPr/>
        </p:nvGrpSpPr>
        <p:grpSpPr>
          <a:xfrm>
            <a:off x="6210300" y="5005917"/>
            <a:ext cx="567267" cy="567267"/>
            <a:chOff x="4657725" y="3754438"/>
            <a:chExt cx="425450" cy="425450"/>
          </a:xfrm>
          <a:solidFill>
            <a:schemeClr val="accent1"/>
          </a:solidFill>
        </p:grpSpPr>
        <p:sp>
          <p:nvSpPr>
            <p:cNvPr id="13" name="Freeform 13"/>
            <p:cNvSpPr>
              <a:spLocks noEditPoints="1"/>
            </p:cNvSpPr>
            <p:nvPr/>
          </p:nvSpPr>
          <p:spPr bwMode="auto">
            <a:xfrm>
              <a:off x="4657725" y="3754438"/>
              <a:ext cx="425450" cy="425450"/>
            </a:xfrm>
            <a:custGeom>
              <a:avLst/>
              <a:gdLst>
                <a:gd name="T0" fmla="*/ 212 w 425"/>
                <a:gd name="T1" fmla="*/ 0 h 425"/>
                <a:gd name="T2" fmla="*/ 0 w 425"/>
                <a:gd name="T3" fmla="*/ 213 h 425"/>
                <a:gd name="T4" fmla="*/ 212 w 425"/>
                <a:gd name="T5" fmla="*/ 425 h 425"/>
                <a:gd name="T6" fmla="*/ 425 w 425"/>
                <a:gd name="T7" fmla="*/ 213 h 425"/>
                <a:gd name="T8" fmla="*/ 212 w 425"/>
                <a:gd name="T9" fmla="*/ 0 h 425"/>
                <a:gd name="T10" fmla="*/ 212 w 425"/>
                <a:gd name="T11" fmla="*/ 407 h 425"/>
                <a:gd name="T12" fmla="*/ 18 w 425"/>
                <a:gd name="T13" fmla="*/ 213 h 425"/>
                <a:gd name="T14" fmla="*/ 212 w 425"/>
                <a:gd name="T15" fmla="*/ 19 h 425"/>
                <a:gd name="T16" fmla="*/ 406 w 425"/>
                <a:gd name="T17" fmla="*/ 213 h 425"/>
                <a:gd name="T18" fmla="*/ 212 w 425"/>
                <a:gd name="T19" fmla="*/ 407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25" h="425">
                  <a:moveTo>
                    <a:pt x="212" y="0"/>
                  </a:moveTo>
                  <a:cubicBezTo>
                    <a:pt x="95" y="0"/>
                    <a:pt x="0" y="96"/>
                    <a:pt x="0" y="213"/>
                  </a:cubicBezTo>
                  <a:cubicBezTo>
                    <a:pt x="0" y="330"/>
                    <a:pt x="95" y="425"/>
                    <a:pt x="212" y="425"/>
                  </a:cubicBezTo>
                  <a:cubicBezTo>
                    <a:pt x="329" y="425"/>
                    <a:pt x="425" y="330"/>
                    <a:pt x="425" y="213"/>
                  </a:cubicBezTo>
                  <a:cubicBezTo>
                    <a:pt x="425" y="96"/>
                    <a:pt x="329" y="0"/>
                    <a:pt x="212" y="0"/>
                  </a:cubicBezTo>
                  <a:close/>
                  <a:moveTo>
                    <a:pt x="212" y="407"/>
                  </a:moveTo>
                  <a:cubicBezTo>
                    <a:pt x="105" y="407"/>
                    <a:pt x="18" y="320"/>
                    <a:pt x="18" y="213"/>
                  </a:cubicBezTo>
                  <a:cubicBezTo>
                    <a:pt x="18" y="106"/>
                    <a:pt x="105" y="19"/>
                    <a:pt x="212" y="19"/>
                  </a:cubicBezTo>
                  <a:cubicBezTo>
                    <a:pt x="319" y="19"/>
                    <a:pt x="406" y="106"/>
                    <a:pt x="406" y="213"/>
                  </a:cubicBezTo>
                  <a:cubicBezTo>
                    <a:pt x="406" y="320"/>
                    <a:pt x="319" y="407"/>
                    <a:pt x="212" y="407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" name="Freeform 14"/>
            <p:cNvSpPr>
              <a:spLocks noEditPoints="1"/>
            </p:cNvSpPr>
            <p:nvPr/>
          </p:nvSpPr>
          <p:spPr bwMode="auto">
            <a:xfrm>
              <a:off x="4789488" y="3860800"/>
              <a:ext cx="149225" cy="228600"/>
            </a:xfrm>
            <a:custGeom>
              <a:avLst/>
              <a:gdLst>
                <a:gd name="T0" fmla="*/ 97 w 149"/>
                <a:gd name="T1" fmla="*/ 53 h 229"/>
                <a:gd name="T2" fmla="*/ 88 w 149"/>
                <a:gd name="T3" fmla="*/ 0 h 229"/>
                <a:gd name="T4" fmla="*/ 45 w 149"/>
                <a:gd name="T5" fmla="*/ 8 h 229"/>
                <a:gd name="T6" fmla="*/ 26 w 149"/>
                <a:gd name="T7" fmla="*/ 47 h 229"/>
                <a:gd name="T8" fmla="*/ 0 w 149"/>
                <a:gd name="T9" fmla="*/ 66 h 229"/>
                <a:gd name="T10" fmla="*/ 9 w 149"/>
                <a:gd name="T11" fmla="*/ 111 h 229"/>
                <a:gd name="T12" fmla="*/ 26 w 149"/>
                <a:gd name="T13" fmla="*/ 169 h 229"/>
                <a:gd name="T14" fmla="*/ 30 w 149"/>
                <a:gd name="T15" fmla="*/ 188 h 229"/>
                <a:gd name="T16" fmla="*/ 67 w 149"/>
                <a:gd name="T17" fmla="*/ 225 h 229"/>
                <a:gd name="T18" fmla="*/ 118 w 149"/>
                <a:gd name="T19" fmla="*/ 226 h 229"/>
                <a:gd name="T20" fmla="*/ 149 w 149"/>
                <a:gd name="T21" fmla="*/ 208 h 229"/>
                <a:gd name="T22" fmla="*/ 145 w 149"/>
                <a:gd name="T23" fmla="*/ 169 h 229"/>
                <a:gd name="T24" fmla="*/ 113 w 149"/>
                <a:gd name="T25" fmla="*/ 176 h 229"/>
                <a:gd name="T26" fmla="*/ 99 w 149"/>
                <a:gd name="T27" fmla="*/ 162 h 229"/>
                <a:gd name="T28" fmla="*/ 97 w 149"/>
                <a:gd name="T29" fmla="*/ 140 h 229"/>
                <a:gd name="T30" fmla="*/ 140 w 149"/>
                <a:gd name="T31" fmla="*/ 111 h 229"/>
                <a:gd name="T32" fmla="*/ 149 w 149"/>
                <a:gd name="T33" fmla="*/ 62 h 229"/>
                <a:gd name="T34" fmla="*/ 131 w 149"/>
                <a:gd name="T35" fmla="*/ 92 h 229"/>
                <a:gd name="T36" fmla="*/ 78 w 149"/>
                <a:gd name="T37" fmla="*/ 101 h 229"/>
                <a:gd name="T38" fmla="*/ 80 w 149"/>
                <a:gd name="T39" fmla="*/ 162 h 229"/>
                <a:gd name="T40" fmla="*/ 92 w 149"/>
                <a:gd name="T41" fmla="*/ 189 h 229"/>
                <a:gd name="T42" fmla="*/ 131 w 149"/>
                <a:gd name="T43" fmla="*/ 192 h 229"/>
                <a:gd name="T44" fmla="*/ 114 w 149"/>
                <a:gd name="T45" fmla="*/ 208 h 229"/>
                <a:gd name="T46" fmla="*/ 73 w 149"/>
                <a:gd name="T47" fmla="*/ 207 h 229"/>
                <a:gd name="T48" fmla="*/ 47 w 149"/>
                <a:gd name="T49" fmla="*/ 181 h 229"/>
                <a:gd name="T50" fmla="*/ 45 w 149"/>
                <a:gd name="T51" fmla="*/ 169 h 229"/>
                <a:gd name="T52" fmla="*/ 35 w 149"/>
                <a:gd name="T53" fmla="*/ 92 h 229"/>
                <a:gd name="T54" fmla="*/ 19 w 149"/>
                <a:gd name="T55" fmla="*/ 73 h 229"/>
                <a:gd name="T56" fmla="*/ 55 w 149"/>
                <a:gd name="T57" fmla="*/ 41 h 229"/>
                <a:gd name="T58" fmla="*/ 78 w 149"/>
                <a:gd name="T59" fmla="*/ 19 h 229"/>
                <a:gd name="T60" fmla="*/ 88 w 149"/>
                <a:gd name="T61" fmla="*/ 71 h 229"/>
                <a:gd name="T62" fmla="*/ 131 w 149"/>
                <a:gd name="T63" fmla="*/ 92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49" h="229">
                  <a:moveTo>
                    <a:pt x="140" y="53"/>
                  </a:moveTo>
                  <a:cubicBezTo>
                    <a:pt x="97" y="53"/>
                    <a:pt x="97" y="53"/>
                    <a:pt x="97" y="53"/>
                  </a:cubicBezTo>
                  <a:cubicBezTo>
                    <a:pt x="97" y="10"/>
                    <a:pt x="97" y="10"/>
                    <a:pt x="97" y="10"/>
                  </a:cubicBezTo>
                  <a:cubicBezTo>
                    <a:pt x="97" y="4"/>
                    <a:pt x="93" y="0"/>
                    <a:pt x="88" y="0"/>
                  </a:cubicBezTo>
                  <a:cubicBezTo>
                    <a:pt x="54" y="0"/>
                    <a:pt x="54" y="0"/>
                    <a:pt x="54" y="0"/>
                  </a:cubicBezTo>
                  <a:cubicBezTo>
                    <a:pt x="49" y="0"/>
                    <a:pt x="45" y="4"/>
                    <a:pt x="45" y="8"/>
                  </a:cubicBezTo>
                  <a:cubicBezTo>
                    <a:pt x="43" y="18"/>
                    <a:pt x="41" y="26"/>
                    <a:pt x="38" y="32"/>
                  </a:cubicBezTo>
                  <a:cubicBezTo>
                    <a:pt x="35" y="38"/>
                    <a:pt x="31" y="43"/>
                    <a:pt x="26" y="47"/>
                  </a:cubicBezTo>
                  <a:cubicBezTo>
                    <a:pt x="22" y="51"/>
                    <a:pt x="15" y="54"/>
                    <a:pt x="6" y="57"/>
                  </a:cubicBezTo>
                  <a:cubicBezTo>
                    <a:pt x="2" y="58"/>
                    <a:pt x="0" y="62"/>
                    <a:pt x="0" y="66"/>
                  </a:cubicBezTo>
                  <a:cubicBezTo>
                    <a:pt x="0" y="101"/>
                    <a:pt x="0" y="101"/>
                    <a:pt x="0" y="101"/>
                  </a:cubicBezTo>
                  <a:cubicBezTo>
                    <a:pt x="0" y="107"/>
                    <a:pt x="4" y="111"/>
                    <a:pt x="9" y="111"/>
                  </a:cubicBezTo>
                  <a:cubicBezTo>
                    <a:pt x="26" y="111"/>
                    <a:pt x="26" y="111"/>
                    <a:pt x="26" y="111"/>
                  </a:cubicBezTo>
                  <a:cubicBezTo>
                    <a:pt x="26" y="169"/>
                    <a:pt x="26" y="169"/>
                    <a:pt x="26" y="169"/>
                  </a:cubicBezTo>
                  <a:cubicBezTo>
                    <a:pt x="26" y="178"/>
                    <a:pt x="27" y="181"/>
                    <a:pt x="29" y="186"/>
                  </a:cubicBezTo>
                  <a:cubicBezTo>
                    <a:pt x="29" y="187"/>
                    <a:pt x="29" y="187"/>
                    <a:pt x="30" y="188"/>
                  </a:cubicBezTo>
                  <a:cubicBezTo>
                    <a:pt x="30" y="189"/>
                    <a:pt x="37" y="205"/>
                    <a:pt x="45" y="212"/>
                  </a:cubicBezTo>
                  <a:cubicBezTo>
                    <a:pt x="51" y="218"/>
                    <a:pt x="59" y="222"/>
                    <a:pt x="67" y="225"/>
                  </a:cubicBezTo>
                  <a:cubicBezTo>
                    <a:pt x="75" y="227"/>
                    <a:pt x="82" y="229"/>
                    <a:pt x="93" y="229"/>
                  </a:cubicBezTo>
                  <a:cubicBezTo>
                    <a:pt x="102" y="229"/>
                    <a:pt x="110" y="228"/>
                    <a:pt x="118" y="226"/>
                  </a:cubicBezTo>
                  <a:cubicBezTo>
                    <a:pt x="127" y="224"/>
                    <a:pt x="136" y="221"/>
                    <a:pt x="144" y="217"/>
                  </a:cubicBezTo>
                  <a:cubicBezTo>
                    <a:pt x="147" y="215"/>
                    <a:pt x="149" y="212"/>
                    <a:pt x="149" y="208"/>
                  </a:cubicBezTo>
                  <a:cubicBezTo>
                    <a:pt x="149" y="177"/>
                    <a:pt x="149" y="177"/>
                    <a:pt x="149" y="177"/>
                  </a:cubicBezTo>
                  <a:cubicBezTo>
                    <a:pt x="149" y="173"/>
                    <a:pt x="148" y="170"/>
                    <a:pt x="145" y="169"/>
                  </a:cubicBezTo>
                  <a:cubicBezTo>
                    <a:pt x="142" y="167"/>
                    <a:pt x="138" y="167"/>
                    <a:pt x="135" y="169"/>
                  </a:cubicBezTo>
                  <a:cubicBezTo>
                    <a:pt x="126" y="175"/>
                    <a:pt x="122" y="176"/>
                    <a:pt x="113" y="176"/>
                  </a:cubicBezTo>
                  <a:cubicBezTo>
                    <a:pt x="109" y="176"/>
                    <a:pt x="106" y="175"/>
                    <a:pt x="103" y="174"/>
                  </a:cubicBezTo>
                  <a:cubicBezTo>
                    <a:pt x="102" y="171"/>
                    <a:pt x="100" y="165"/>
                    <a:pt x="99" y="162"/>
                  </a:cubicBezTo>
                  <a:cubicBezTo>
                    <a:pt x="99" y="159"/>
                    <a:pt x="98" y="157"/>
                    <a:pt x="98" y="156"/>
                  </a:cubicBezTo>
                  <a:cubicBezTo>
                    <a:pt x="97" y="154"/>
                    <a:pt x="97" y="147"/>
                    <a:pt x="97" y="140"/>
                  </a:cubicBezTo>
                  <a:cubicBezTo>
                    <a:pt x="97" y="111"/>
                    <a:pt x="97" y="111"/>
                    <a:pt x="97" y="111"/>
                  </a:cubicBezTo>
                  <a:cubicBezTo>
                    <a:pt x="140" y="111"/>
                    <a:pt x="140" y="111"/>
                    <a:pt x="140" y="111"/>
                  </a:cubicBezTo>
                  <a:cubicBezTo>
                    <a:pt x="145" y="111"/>
                    <a:pt x="149" y="107"/>
                    <a:pt x="149" y="101"/>
                  </a:cubicBezTo>
                  <a:cubicBezTo>
                    <a:pt x="149" y="62"/>
                    <a:pt x="149" y="62"/>
                    <a:pt x="149" y="62"/>
                  </a:cubicBezTo>
                  <a:cubicBezTo>
                    <a:pt x="149" y="57"/>
                    <a:pt x="145" y="53"/>
                    <a:pt x="140" y="53"/>
                  </a:cubicBezTo>
                  <a:close/>
                  <a:moveTo>
                    <a:pt x="131" y="92"/>
                  </a:moveTo>
                  <a:cubicBezTo>
                    <a:pt x="88" y="92"/>
                    <a:pt x="88" y="92"/>
                    <a:pt x="88" y="92"/>
                  </a:cubicBezTo>
                  <a:cubicBezTo>
                    <a:pt x="83" y="92"/>
                    <a:pt x="78" y="96"/>
                    <a:pt x="78" y="101"/>
                  </a:cubicBezTo>
                  <a:cubicBezTo>
                    <a:pt x="78" y="140"/>
                    <a:pt x="78" y="140"/>
                    <a:pt x="78" y="140"/>
                  </a:cubicBezTo>
                  <a:cubicBezTo>
                    <a:pt x="78" y="151"/>
                    <a:pt x="78" y="157"/>
                    <a:pt x="80" y="162"/>
                  </a:cubicBezTo>
                  <a:cubicBezTo>
                    <a:pt x="80" y="163"/>
                    <a:pt x="81" y="165"/>
                    <a:pt x="81" y="166"/>
                  </a:cubicBezTo>
                  <a:cubicBezTo>
                    <a:pt x="84" y="178"/>
                    <a:pt x="87" y="186"/>
                    <a:pt x="92" y="189"/>
                  </a:cubicBezTo>
                  <a:cubicBezTo>
                    <a:pt x="98" y="193"/>
                    <a:pt x="105" y="195"/>
                    <a:pt x="113" y="195"/>
                  </a:cubicBezTo>
                  <a:cubicBezTo>
                    <a:pt x="119" y="195"/>
                    <a:pt x="125" y="194"/>
                    <a:pt x="131" y="192"/>
                  </a:cubicBezTo>
                  <a:cubicBezTo>
                    <a:pt x="131" y="202"/>
                    <a:pt x="131" y="202"/>
                    <a:pt x="131" y="202"/>
                  </a:cubicBezTo>
                  <a:cubicBezTo>
                    <a:pt x="125" y="205"/>
                    <a:pt x="120" y="206"/>
                    <a:pt x="114" y="208"/>
                  </a:cubicBezTo>
                  <a:cubicBezTo>
                    <a:pt x="107" y="209"/>
                    <a:pt x="100" y="210"/>
                    <a:pt x="93" y="210"/>
                  </a:cubicBezTo>
                  <a:cubicBezTo>
                    <a:pt x="84" y="210"/>
                    <a:pt x="79" y="209"/>
                    <a:pt x="73" y="207"/>
                  </a:cubicBezTo>
                  <a:cubicBezTo>
                    <a:pt x="67" y="205"/>
                    <a:pt x="61" y="202"/>
                    <a:pt x="57" y="198"/>
                  </a:cubicBezTo>
                  <a:cubicBezTo>
                    <a:pt x="54" y="196"/>
                    <a:pt x="49" y="187"/>
                    <a:pt x="47" y="181"/>
                  </a:cubicBezTo>
                  <a:cubicBezTo>
                    <a:pt x="47" y="180"/>
                    <a:pt x="46" y="180"/>
                    <a:pt x="46" y="179"/>
                  </a:cubicBezTo>
                  <a:cubicBezTo>
                    <a:pt x="45" y="176"/>
                    <a:pt x="45" y="175"/>
                    <a:pt x="45" y="169"/>
                  </a:cubicBezTo>
                  <a:cubicBezTo>
                    <a:pt x="45" y="101"/>
                    <a:pt x="45" y="101"/>
                    <a:pt x="45" y="101"/>
                  </a:cubicBezTo>
                  <a:cubicBezTo>
                    <a:pt x="45" y="96"/>
                    <a:pt x="40" y="92"/>
                    <a:pt x="35" y="92"/>
                  </a:cubicBezTo>
                  <a:cubicBezTo>
                    <a:pt x="19" y="92"/>
                    <a:pt x="19" y="92"/>
                    <a:pt x="19" y="92"/>
                  </a:cubicBezTo>
                  <a:cubicBezTo>
                    <a:pt x="19" y="73"/>
                    <a:pt x="19" y="73"/>
                    <a:pt x="19" y="73"/>
                  </a:cubicBezTo>
                  <a:cubicBezTo>
                    <a:pt x="27" y="69"/>
                    <a:pt x="34" y="66"/>
                    <a:pt x="39" y="62"/>
                  </a:cubicBezTo>
                  <a:cubicBezTo>
                    <a:pt x="45" y="56"/>
                    <a:pt x="51" y="49"/>
                    <a:pt x="55" y="41"/>
                  </a:cubicBezTo>
                  <a:cubicBezTo>
                    <a:pt x="58" y="35"/>
                    <a:pt x="60" y="27"/>
                    <a:pt x="62" y="19"/>
                  </a:cubicBezTo>
                  <a:cubicBezTo>
                    <a:pt x="78" y="19"/>
                    <a:pt x="78" y="19"/>
                    <a:pt x="78" y="19"/>
                  </a:cubicBezTo>
                  <a:cubicBezTo>
                    <a:pt x="78" y="62"/>
                    <a:pt x="78" y="62"/>
                    <a:pt x="78" y="62"/>
                  </a:cubicBezTo>
                  <a:cubicBezTo>
                    <a:pt x="78" y="67"/>
                    <a:pt x="83" y="71"/>
                    <a:pt x="88" y="71"/>
                  </a:cubicBezTo>
                  <a:cubicBezTo>
                    <a:pt x="131" y="71"/>
                    <a:pt x="131" y="71"/>
                    <a:pt x="131" y="71"/>
                  </a:cubicBezTo>
                  <a:lnTo>
                    <a:pt x="131" y="92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51" name="Group 150"/>
          <p:cNvGrpSpPr/>
          <p:nvPr/>
        </p:nvGrpSpPr>
        <p:grpSpPr>
          <a:xfrm>
            <a:off x="5126567" y="5005917"/>
            <a:ext cx="567267" cy="567267"/>
            <a:chOff x="3844925" y="3754438"/>
            <a:chExt cx="425450" cy="425450"/>
          </a:xfrm>
          <a:solidFill>
            <a:schemeClr val="accent1"/>
          </a:solidFill>
        </p:grpSpPr>
        <p:sp>
          <p:nvSpPr>
            <p:cNvPr id="15" name="Freeform 15"/>
            <p:cNvSpPr>
              <a:spLocks noEditPoints="1"/>
            </p:cNvSpPr>
            <p:nvPr/>
          </p:nvSpPr>
          <p:spPr bwMode="auto">
            <a:xfrm>
              <a:off x="3844925" y="3754438"/>
              <a:ext cx="425450" cy="425450"/>
            </a:xfrm>
            <a:custGeom>
              <a:avLst/>
              <a:gdLst>
                <a:gd name="T0" fmla="*/ 213 w 425"/>
                <a:gd name="T1" fmla="*/ 0 h 425"/>
                <a:gd name="T2" fmla="*/ 0 w 425"/>
                <a:gd name="T3" fmla="*/ 213 h 425"/>
                <a:gd name="T4" fmla="*/ 213 w 425"/>
                <a:gd name="T5" fmla="*/ 425 h 425"/>
                <a:gd name="T6" fmla="*/ 425 w 425"/>
                <a:gd name="T7" fmla="*/ 213 h 425"/>
                <a:gd name="T8" fmla="*/ 213 w 425"/>
                <a:gd name="T9" fmla="*/ 0 h 425"/>
                <a:gd name="T10" fmla="*/ 213 w 425"/>
                <a:gd name="T11" fmla="*/ 407 h 425"/>
                <a:gd name="T12" fmla="*/ 19 w 425"/>
                <a:gd name="T13" fmla="*/ 213 h 425"/>
                <a:gd name="T14" fmla="*/ 213 w 425"/>
                <a:gd name="T15" fmla="*/ 19 h 425"/>
                <a:gd name="T16" fmla="*/ 407 w 425"/>
                <a:gd name="T17" fmla="*/ 213 h 425"/>
                <a:gd name="T18" fmla="*/ 213 w 425"/>
                <a:gd name="T19" fmla="*/ 407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25" h="425">
                  <a:moveTo>
                    <a:pt x="213" y="0"/>
                  </a:moveTo>
                  <a:cubicBezTo>
                    <a:pt x="96" y="0"/>
                    <a:pt x="0" y="96"/>
                    <a:pt x="0" y="213"/>
                  </a:cubicBezTo>
                  <a:cubicBezTo>
                    <a:pt x="0" y="330"/>
                    <a:pt x="96" y="425"/>
                    <a:pt x="213" y="425"/>
                  </a:cubicBezTo>
                  <a:cubicBezTo>
                    <a:pt x="330" y="425"/>
                    <a:pt x="425" y="330"/>
                    <a:pt x="425" y="213"/>
                  </a:cubicBezTo>
                  <a:cubicBezTo>
                    <a:pt x="425" y="96"/>
                    <a:pt x="330" y="0"/>
                    <a:pt x="213" y="0"/>
                  </a:cubicBezTo>
                  <a:close/>
                  <a:moveTo>
                    <a:pt x="213" y="407"/>
                  </a:moveTo>
                  <a:cubicBezTo>
                    <a:pt x="106" y="407"/>
                    <a:pt x="19" y="320"/>
                    <a:pt x="19" y="213"/>
                  </a:cubicBezTo>
                  <a:cubicBezTo>
                    <a:pt x="19" y="106"/>
                    <a:pt x="106" y="19"/>
                    <a:pt x="213" y="19"/>
                  </a:cubicBezTo>
                  <a:cubicBezTo>
                    <a:pt x="320" y="19"/>
                    <a:pt x="407" y="106"/>
                    <a:pt x="407" y="213"/>
                  </a:cubicBezTo>
                  <a:cubicBezTo>
                    <a:pt x="407" y="320"/>
                    <a:pt x="320" y="407"/>
                    <a:pt x="213" y="407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" name="Freeform 16"/>
            <p:cNvSpPr>
              <a:spLocks noEditPoints="1"/>
            </p:cNvSpPr>
            <p:nvPr/>
          </p:nvSpPr>
          <p:spPr bwMode="auto">
            <a:xfrm>
              <a:off x="3956050" y="3879850"/>
              <a:ext cx="230188" cy="188913"/>
            </a:xfrm>
            <a:custGeom>
              <a:avLst/>
              <a:gdLst>
                <a:gd name="T0" fmla="*/ 221 w 230"/>
                <a:gd name="T1" fmla="*/ 20 h 189"/>
                <a:gd name="T2" fmla="*/ 223 w 230"/>
                <a:gd name="T3" fmla="*/ 15 h 189"/>
                <a:gd name="T4" fmla="*/ 220 w 230"/>
                <a:gd name="T5" fmla="*/ 5 h 189"/>
                <a:gd name="T6" fmla="*/ 209 w 230"/>
                <a:gd name="T7" fmla="*/ 4 h 189"/>
                <a:gd name="T8" fmla="*/ 189 w 230"/>
                <a:gd name="T9" fmla="*/ 13 h 189"/>
                <a:gd name="T10" fmla="*/ 155 w 230"/>
                <a:gd name="T11" fmla="*/ 0 h 189"/>
                <a:gd name="T12" fmla="*/ 103 w 230"/>
                <a:gd name="T13" fmla="*/ 52 h 189"/>
                <a:gd name="T14" fmla="*/ 32 w 230"/>
                <a:gd name="T15" fmla="*/ 11 h 189"/>
                <a:gd name="T16" fmla="*/ 24 w 230"/>
                <a:gd name="T17" fmla="*/ 8 h 189"/>
                <a:gd name="T18" fmla="*/ 17 w 230"/>
                <a:gd name="T19" fmla="*/ 12 h 189"/>
                <a:gd name="T20" fmla="*/ 10 w 230"/>
                <a:gd name="T21" fmla="*/ 39 h 189"/>
                <a:gd name="T22" fmla="*/ 14 w 230"/>
                <a:gd name="T23" fmla="*/ 61 h 189"/>
                <a:gd name="T24" fmla="*/ 14 w 230"/>
                <a:gd name="T25" fmla="*/ 61 h 189"/>
                <a:gd name="T26" fmla="*/ 9 w 230"/>
                <a:gd name="T27" fmla="*/ 69 h 189"/>
                <a:gd name="T28" fmla="*/ 9 w 230"/>
                <a:gd name="T29" fmla="*/ 70 h 189"/>
                <a:gd name="T30" fmla="*/ 26 w 230"/>
                <a:gd name="T31" fmla="*/ 108 h 189"/>
                <a:gd name="T32" fmla="*/ 25 w 230"/>
                <a:gd name="T33" fmla="*/ 115 h 189"/>
                <a:gd name="T34" fmla="*/ 50 w 230"/>
                <a:gd name="T35" fmla="*/ 146 h 189"/>
                <a:gd name="T36" fmla="*/ 20 w 230"/>
                <a:gd name="T37" fmla="*/ 152 h 189"/>
                <a:gd name="T38" fmla="*/ 11 w 230"/>
                <a:gd name="T39" fmla="*/ 151 h 189"/>
                <a:gd name="T40" fmla="*/ 1 w 230"/>
                <a:gd name="T41" fmla="*/ 157 h 189"/>
                <a:gd name="T42" fmla="*/ 5 w 230"/>
                <a:gd name="T43" fmla="*/ 168 h 189"/>
                <a:gd name="T44" fmla="*/ 76 w 230"/>
                <a:gd name="T45" fmla="*/ 189 h 189"/>
                <a:gd name="T46" fmla="*/ 208 w 230"/>
                <a:gd name="T47" fmla="*/ 57 h 189"/>
                <a:gd name="T48" fmla="*/ 208 w 230"/>
                <a:gd name="T49" fmla="*/ 56 h 189"/>
                <a:gd name="T50" fmla="*/ 228 w 230"/>
                <a:gd name="T51" fmla="*/ 35 h 189"/>
                <a:gd name="T52" fmla="*/ 227 w 230"/>
                <a:gd name="T53" fmla="*/ 23 h 189"/>
                <a:gd name="T54" fmla="*/ 221 w 230"/>
                <a:gd name="T55" fmla="*/ 20 h 189"/>
                <a:gd name="T56" fmla="*/ 189 w 230"/>
                <a:gd name="T57" fmla="*/ 57 h 189"/>
                <a:gd name="T58" fmla="*/ 76 w 230"/>
                <a:gd name="T59" fmla="*/ 170 h 189"/>
                <a:gd name="T60" fmla="*/ 47 w 230"/>
                <a:gd name="T61" fmla="*/ 167 h 189"/>
                <a:gd name="T62" fmla="*/ 80 w 230"/>
                <a:gd name="T63" fmla="*/ 150 h 189"/>
                <a:gd name="T64" fmla="*/ 83 w 230"/>
                <a:gd name="T65" fmla="*/ 140 h 189"/>
                <a:gd name="T66" fmla="*/ 74 w 230"/>
                <a:gd name="T67" fmla="*/ 133 h 189"/>
                <a:gd name="T68" fmla="*/ 50 w 230"/>
                <a:gd name="T69" fmla="*/ 122 h 189"/>
                <a:gd name="T70" fmla="*/ 55 w 230"/>
                <a:gd name="T71" fmla="*/ 121 h 189"/>
                <a:gd name="T72" fmla="*/ 62 w 230"/>
                <a:gd name="T73" fmla="*/ 112 h 189"/>
                <a:gd name="T74" fmla="*/ 55 w 230"/>
                <a:gd name="T75" fmla="*/ 103 h 189"/>
                <a:gd name="T76" fmla="*/ 31 w 230"/>
                <a:gd name="T77" fmla="*/ 83 h 189"/>
                <a:gd name="T78" fmla="*/ 38 w 230"/>
                <a:gd name="T79" fmla="*/ 84 h 189"/>
                <a:gd name="T80" fmla="*/ 47 w 230"/>
                <a:gd name="T81" fmla="*/ 77 h 189"/>
                <a:gd name="T82" fmla="*/ 43 w 230"/>
                <a:gd name="T83" fmla="*/ 67 h 189"/>
                <a:gd name="T84" fmla="*/ 28 w 230"/>
                <a:gd name="T85" fmla="*/ 39 h 189"/>
                <a:gd name="T86" fmla="*/ 28 w 230"/>
                <a:gd name="T87" fmla="*/ 35 h 189"/>
                <a:gd name="T88" fmla="*/ 113 w 230"/>
                <a:gd name="T89" fmla="*/ 71 h 189"/>
                <a:gd name="T90" fmla="*/ 121 w 230"/>
                <a:gd name="T91" fmla="*/ 68 h 189"/>
                <a:gd name="T92" fmla="*/ 122 w 230"/>
                <a:gd name="T93" fmla="*/ 60 h 189"/>
                <a:gd name="T94" fmla="*/ 122 w 230"/>
                <a:gd name="T95" fmla="*/ 52 h 189"/>
                <a:gd name="T96" fmla="*/ 155 w 230"/>
                <a:gd name="T97" fmla="*/ 19 h 189"/>
                <a:gd name="T98" fmla="*/ 180 w 230"/>
                <a:gd name="T99" fmla="*/ 29 h 189"/>
                <a:gd name="T100" fmla="*/ 187 w 230"/>
                <a:gd name="T101" fmla="*/ 32 h 189"/>
                <a:gd name="T102" fmla="*/ 186 w 230"/>
                <a:gd name="T103" fmla="*/ 39 h 189"/>
                <a:gd name="T104" fmla="*/ 192 w 230"/>
                <a:gd name="T105" fmla="*/ 45 h 189"/>
                <a:gd name="T106" fmla="*/ 189 w 230"/>
                <a:gd name="T107" fmla="*/ 52 h 189"/>
                <a:gd name="T108" fmla="*/ 189 w 230"/>
                <a:gd name="T109" fmla="*/ 57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30" h="189">
                  <a:moveTo>
                    <a:pt x="221" y="20"/>
                  </a:moveTo>
                  <a:cubicBezTo>
                    <a:pt x="222" y="19"/>
                    <a:pt x="222" y="17"/>
                    <a:pt x="223" y="15"/>
                  </a:cubicBezTo>
                  <a:cubicBezTo>
                    <a:pt x="224" y="12"/>
                    <a:pt x="223" y="8"/>
                    <a:pt x="220" y="5"/>
                  </a:cubicBezTo>
                  <a:cubicBezTo>
                    <a:pt x="217" y="3"/>
                    <a:pt x="213" y="2"/>
                    <a:pt x="209" y="4"/>
                  </a:cubicBezTo>
                  <a:cubicBezTo>
                    <a:pt x="203" y="8"/>
                    <a:pt x="196" y="11"/>
                    <a:pt x="189" y="13"/>
                  </a:cubicBezTo>
                  <a:cubicBezTo>
                    <a:pt x="180" y="5"/>
                    <a:pt x="168" y="0"/>
                    <a:pt x="155" y="0"/>
                  </a:cubicBezTo>
                  <a:cubicBezTo>
                    <a:pt x="127" y="0"/>
                    <a:pt x="103" y="23"/>
                    <a:pt x="103" y="52"/>
                  </a:cubicBezTo>
                  <a:cubicBezTo>
                    <a:pt x="75" y="48"/>
                    <a:pt x="50" y="33"/>
                    <a:pt x="32" y="11"/>
                  </a:cubicBezTo>
                  <a:cubicBezTo>
                    <a:pt x="30" y="9"/>
                    <a:pt x="27" y="8"/>
                    <a:pt x="24" y="8"/>
                  </a:cubicBezTo>
                  <a:cubicBezTo>
                    <a:pt x="21" y="8"/>
                    <a:pt x="18" y="10"/>
                    <a:pt x="17" y="12"/>
                  </a:cubicBezTo>
                  <a:cubicBezTo>
                    <a:pt x="12" y="20"/>
                    <a:pt x="10" y="30"/>
                    <a:pt x="10" y="39"/>
                  </a:cubicBezTo>
                  <a:cubicBezTo>
                    <a:pt x="10" y="47"/>
                    <a:pt x="11" y="54"/>
                    <a:pt x="14" y="61"/>
                  </a:cubicBezTo>
                  <a:cubicBezTo>
                    <a:pt x="14" y="61"/>
                    <a:pt x="14" y="61"/>
                    <a:pt x="14" y="61"/>
                  </a:cubicBezTo>
                  <a:cubicBezTo>
                    <a:pt x="11" y="63"/>
                    <a:pt x="9" y="66"/>
                    <a:pt x="9" y="69"/>
                  </a:cubicBezTo>
                  <a:cubicBezTo>
                    <a:pt x="9" y="70"/>
                    <a:pt x="9" y="70"/>
                    <a:pt x="9" y="70"/>
                  </a:cubicBezTo>
                  <a:cubicBezTo>
                    <a:pt x="9" y="85"/>
                    <a:pt x="15" y="98"/>
                    <a:pt x="26" y="108"/>
                  </a:cubicBezTo>
                  <a:cubicBezTo>
                    <a:pt x="24" y="110"/>
                    <a:pt x="24" y="113"/>
                    <a:pt x="25" y="115"/>
                  </a:cubicBezTo>
                  <a:cubicBezTo>
                    <a:pt x="29" y="129"/>
                    <a:pt x="38" y="139"/>
                    <a:pt x="50" y="146"/>
                  </a:cubicBezTo>
                  <a:cubicBezTo>
                    <a:pt x="41" y="150"/>
                    <a:pt x="31" y="152"/>
                    <a:pt x="20" y="152"/>
                  </a:cubicBezTo>
                  <a:cubicBezTo>
                    <a:pt x="17" y="152"/>
                    <a:pt x="14" y="151"/>
                    <a:pt x="11" y="151"/>
                  </a:cubicBezTo>
                  <a:cubicBezTo>
                    <a:pt x="7" y="151"/>
                    <a:pt x="3" y="153"/>
                    <a:pt x="1" y="157"/>
                  </a:cubicBezTo>
                  <a:cubicBezTo>
                    <a:pt x="0" y="161"/>
                    <a:pt x="1" y="166"/>
                    <a:pt x="5" y="168"/>
                  </a:cubicBezTo>
                  <a:cubicBezTo>
                    <a:pt x="26" y="182"/>
                    <a:pt x="51" y="189"/>
                    <a:pt x="76" y="189"/>
                  </a:cubicBezTo>
                  <a:cubicBezTo>
                    <a:pt x="159" y="189"/>
                    <a:pt x="208" y="122"/>
                    <a:pt x="208" y="57"/>
                  </a:cubicBezTo>
                  <a:cubicBezTo>
                    <a:pt x="208" y="57"/>
                    <a:pt x="208" y="57"/>
                    <a:pt x="208" y="56"/>
                  </a:cubicBezTo>
                  <a:cubicBezTo>
                    <a:pt x="215" y="50"/>
                    <a:pt x="222" y="43"/>
                    <a:pt x="228" y="35"/>
                  </a:cubicBezTo>
                  <a:cubicBezTo>
                    <a:pt x="230" y="31"/>
                    <a:pt x="230" y="27"/>
                    <a:pt x="227" y="23"/>
                  </a:cubicBezTo>
                  <a:cubicBezTo>
                    <a:pt x="225" y="22"/>
                    <a:pt x="223" y="21"/>
                    <a:pt x="221" y="20"/>
                  </a:cubicBezTo>
                  <a:close/>
                  <a:moveTo>
                    <a:pt x="189" y="57"/>
                  </a:moveTo>
                  <a:cubicBezTo>
                    <a:pt x="189" y="113"/>
                    <a:pt x="147" y="170"/>
                    <a:pt x="76" y="170"/>
                  </a:cubicBezTo>
                  <a:cubicBezTo>
                    <a:pt x="66" y="170"/>
                    <a:pt x="57" y="169"/>
                    <a:pt x="47" y="167"/>
                  </a:cubicBezTo>
                  <a:cubicBezTo>
                    <a:pt x="59" y="163"/>
                    <a:pt x="70" y="158"/>
                    <a:pt x="80" y="150"/>
                  </a:cubicBezTo>
                  <a:cubicBezTo>
                    <a:pt x="83" y="147"/>
                    <a:pt x="84" y="143"/>
                    <a:pt x="83" y="140"/>
                  </a:cubicBezTo>
                  <a:cubicBezTo>
                    <a:pt x="81" y="136"/>
                    <a:pt x="78" y="133"/>
                    <a:pt x="74" y="133"/>
                  </a:cubicBezTo>
                  <a:cubicBezTo>
                    <a:pt x="65" y="133"/>
                    <a:pt x="56" y="129"/>
                    <a:pt x="50" y="122"/>
                  </a:cubicBezTo>
                  <a:cubicBezTo>
                    <a:pt x="52" y="122"/>
                    <a:pt x="54" y="121"/>
                    <a:pt x="55" y="121"/>
                  </a:cubicBezTo>
                  <a:cubicBezTo>
                    <a:pt x="60" y="120"/>
                    <a:pt x="63" y="116"/>
                    <a:pt x="62" y="112"/>
                  </a:cubicBezTo>
                  <a:cubicBezTo>
                    <a:pt x="62" y="107"/>
                    <a:pt x="59" y="104"/>
                    <a:pt x="55" y="103"/>
                  </a:cubicBezTo>
                  <a:cubicBezTo>
                    <a:pt x="44" y="101"/>
                    <a:pt x="35" y="93"/>
                    <a:pt x="31" y="83"/>
                  </a:cubicBezTo>
                  <a:cubicBezTo>
                    <a:pt x="33" y="84"/>
                    <a:pt x="35" y="84"/>
                    <a:pt x="38" y="84"/>
                  </a:cubicBezTo>
                  <a:cubicBezTo>
                    <a:pt x="42" y="84"/>
                    <a:pt x="46" y="81"/>
                    <a:pt x="47" y="77"/>
                  </a:cubicBezTo>
                  <a:cubicBezTo>
                    <a:pt x="48" y="73"/>
                    <a:pt x="47" y="69"/>
                    <a:pt x="43" y="67"/>
                  </a:cubicBezTo>
                  <a:cubicBezTo>
                    <a:pt x="34" y="61"/>
                    <a:pt x="28" y="50"/>
                    <a:pt x="28" y="39"/>
                  </a:cubicBezTo>
                  <a:cubicBezTo>
                    <a:pt x="28" y="38"/>
                    <a:pt x="28" y="36"/>
                    <a:pt x="28" y="35"/>
                  </a:cubicBezTo>
                  <a:cubicBezTo>
                    <a:pt x="51" y="57"/>
                    <a:pt x="81" y="70"/>
                    <a:pt x="113" y="71"/>
                  </a:cubicBezTo>
                  <a:cubicBezTo>
                    <a:pt x="116" y="72"/>
                    <a:pt x="119" y="70"/>
                    <a:pt x="121" y="68"/>
                  </a:cubicBezTo>
                  <a:cubicBezTo>
                    <a:pt x="122" y="66"/>
                    <a:pt x="123" y="63"/>
                    <a:pt x="122" y="60"/>
                  </a:cubicBezTo>
                  <a:cubicBezTo>
                    <a:pt x="122" y="57"/>
                    <a:pt x="122" y="55"/>
                    <a:pt x="122" y="52"/>
                  </a:cubicBezTo>
                  <a:cubicBezTo>
                    <a:pt x="122" y="34"/>
                    <a:pt x="137" y="19"/>
                    <a:pt x="155" y="19"/>
                  </a:cubicBezTo>
                  <a:cubicBezTo>
                    <a:pt x="165" y="19"/>
                    <a:pt x="173" y="23"/>
                    <a:pt x="180" y="29"/>
                  </a:cubicBezTo>
                  <a:cubicBezTo>
                    <a:pt x="182" y="31"/>
                    <a:pt x="184" y="32"/>
                    <a:pt x="187" y="32"/>
                  </a:cubicBezTo>
                  <a:cubicBezTo>
                    <a:pt x="186" y="34"/>
                    <a:pt x="185" y="37"/>
                    <a:pt x="186" y="39"/>
                  </a:cubicBezTo>
                  <a:cubicBezTo>
                    <a:pt x="187" y="42"/>
                    <a:pt x="189" y="44"/>
                    <a:pt x="192" y="45"/>
                  </a:cubicBezTo>
                  <a:cubicBezTo>
                    <a:pt x="190" y="47"/>
                    <a:pt x="189" y="49"/>
                    <a:pt x="189" y="52"/>
                  </a:cubicBezTo>
                  <a:cubicBezTo>
                    <a:pt x="189" y="54"/>
                    <a:pt x="189" y="56"/>
                    <a:pt x="189" y="57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54" name="Group 153"/>
          <p:cNvGrpSpPr/>
          <p:nvPr/>
        </p:nvGrpSpPr>
        <p:grpSpPr>
          <a:xfrm>
            <a:off x="8377767" y="5005917"/>
            <a:ext cx="567267" cy="567267"/>
            <a:chOff x="6283325" y="3754438"/>
            <a:chExt cx="425450" cy="425450"/>
          </a:xfrm>
          <a:solidFill>
            <a:schemeClr val="accent1"/>
          </a:solidFill>
        </p:grpSpPr>
        <p:sp>
          <p:nvSpPr>
            <p:cNvPr id="17" name="Freeform 17"/>
            <p:cNvSpPr>
              <a:spLocks noEditPoints="1"/>
            </p:cNvSpPr>
            <p:nvPr/>
          </p:nvSpPr>
          <p:spPr bwMode="auto">
            <a:xfrm>
              <a:off x="6283325" y="3754438"/>
              <a:ext cx="425450" cy="425450"/>
            </a:xfrm>
            <a:custGeom>
              <a:avLst/>
              <a:gdLst>
                <a:gd name="T0" fmla="*/ 213 w 425"/>
                <a:gd name="T1" fmla="*/ 0 h 425"/>
                <a:gd name="T2" fmla="*/ 0 w 425"/>
                <a:gd name="T3" fmla="*/ 213 h 425"/>
                <a:gd name="T4" fmla="*/ 213 w 425"/>
                <a:gd name="T5" fmla="*/ 425 h 425"/>
                <a:gd name="T6" fmla="*/ 425 w 425"/>
                <a:gd name="T7" fmla="*/ 213 h 425"/>
                <a:gd name="T8" fmla="*/ 213 w 425"/>
                <a:gd name="T9" fmla="*/ 0 h 425"/>
                <a:gd name="T10" fmla="*/ 213 w 425"/>
                <a:gd name="T11" fmla="*/ 407 h 425"/>
                <a:gd name="T12" fmla="*/ 19 w 425"/>
                <a:gd name="T13" fmla="*/ 213 h 425"/>
                <a:gd name="T14" fmla="*/ 213 w 425"/>
                <a:gd name="T15" fmla="*/ 19 h 425"/>
                <a:gd name="T16" fmla="*/ 407 w 425"/>
                <a:gd name="T17" fmla="*/ 213 h 425"/>
                <a:gd name="T18" fmla="*/ 213 w 425"/>
                <a:gd name="T19" fmla="*/ 407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25" h="425">
                  <a:moveTo>
                    <a:pt x="213" y="0"/>
                  </a:moveTo>
                  <a:cubicBezTo>
                    <a:pt x="96" y="0"/>
                    <a:pt x="0" y="96"/>
                    <a:pt x="0" y="213"/>
                  </a:cubicBezTo>
                  <a:cubicBezTo>
                    <a:pt x="0" y="330"/>
                    <a:pt x="96" y="425"/>
                    <a:pt x="213" y="425"/>
                  </a:cubicBezTo>
                  <a:cubicBezTo>
                    <a:pt x="330" y="425"/>
                    <a:pt x="425" y="330"/>
                    <a:pt x="425" y="213"/>
                  </a:cubicBezTo>
                  <a:cubicBezTo>
                    <a:pt x="425" y="96"/>
                    <a:pt x="330" y="0"/>
                    <a:pt x="213" y="0"/>
                  </a:cubicBezTo>
                  <a:close/>
                  <a:moveTo>
                    <a:pt x="213" y="407"/>
                  </a:moveTo>
                  <a:cubicBezTo>
                    <a:pt x="106" y="407"/>
                    <a:pt x="19" y="320"/>
                    <a:pt x="19" y="213"/>
                  </a:cubicBezTo>
                  <a:cubicBezTo>
                    <a:pt x="19" y="106"/>
                    <a:pt x="106" y="19"/>
                    <a:pt x="213" y="19"/>
                  </a:cubicBezTo>
                  <a:cubicBezTo>
                    <a:pt x="320" y="19"/>
                    <a:pt x="407" y="106"/>
                    <a:pt x="407" y="213"/>
                  </a:cubicBezTo>
                  <a:cubicBezTo>
                    <a:pt x="407" y="320"/>
                    <a:pt x="320" y="407"/>
                    <a:pt x="213" y="407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" name="Freeform 18"/>
            <p:cNvSpPr>
              <a:spLocks/>
            </p:cNvSpPr>
            <p:nvPr/>
          </p:nvSpPr>
          <p:spPr bwMode="auto">
            <a:xfrm>
              <a:off x="6415088" y="3873500"/>
              <a:ext cx="188913" cy="188913"/>
            </a:xfrm>
            <a:custGeom>
              <a:avLst/>
              <a:gdLst>
                <a:gd name="T0" fmla="*/ 9 w 189"/>
                <a:gd name="T1" fmla="*/ 0 h 188"/>
                <a:gd name="T2" fmla="*/ 0 w 189"/>
                <a:gd name="T3" fmla="*/ 10 h 188"/>
                <a:gd name="T4" fmla="*/ 9 w 189"/>
                <a:gd name="T5" fmla="*/ 19 h 188"/>
                <a:gd name="T6" fmla="*/ 171 w 189"/>
                <a:gd name="T7" fmla="*/ 179 h 188"/>
                <a:gd name="T8" fmla="*/ 180 w 189"/>
                <a:gd name="T9" fmla="*/ 188 h 188"/>
                <a:gd name="T10" fmla="*/ 189 w 189"/>
                <a:gd name="T11" fmla="*/ 179 h 188"/>
                <a:gd name="T12" fmla="*/ 9 w 189"/>
                <a:gd name="T13" fmla="*/ 0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9" h="188">
                  <a:moveTo>
                    <a:pt x="9" y="0"/>
                  </a:moveTo>
                  <a:cubicBezTo>
                    <a:pt x="4" y="0"/>
                    <a:pt x="0" y="4"/>
                    <a:pt x="0" y="10"/>
                  </a:cubicBezTo>
                  <a:cubicBezTo>
                    <a:pt x="0" y="15"/>
                    <a:pt x="4" y="19"/>
                    <a:pt x="9" y="19"/>
                  </a:cubicBezTo>
                  <a:cubicBezTo>
                    <a:pt x="101" y="19"/>
                    <a:pt x="171" y="88"/>
                    <a:pt x="171" y="179"/>
                  </a:cubicBezTo>
                  <a:cubicBezTo>
                    <a:pt x="171" y="184"/>
                    <a:pt x="175" y="188"/>
                    <a:pt x="180" y="188"/>
                  </a:cubicBezTo>
                  <a:cubicBezTo>
                    <a:pt x="185" y="188"/>
                    <a:pt x="189" y="184"/>
                    <a:pt x="189" y="179"/>
                  </a:cubicBezTo>
                  <a:cubicBezTo>
                    <a:pt x="189" y="77"/>
                    <a:pt x="112" y="0"/>
                    <a:pt x="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" name="Freeform 19"/>
            <p:cNvSpPr>
              <a:spLocks/>
            </p:cNvSpPr>
            <p:nvPr/>
          </p:nvSpPr>
          <p:spPr bwMode="auto">
            <a:xfrm>
              <a:off x="6413500" y="3938588"/>
              <a:ext cx="125413" cy="123825"/>
            </a:xfrm>
            <a:custGeom>
              <a:avLst/>
              <a:gdLst>
                <a:gd name="T0" fmla="*/ 10 w 124"/>
                <a:gd name="T1" fmla="*/ 0 h 123"/>
                <a:gd name="T2" fmla="*/ 0 w 124"/>
                <a:gd name="T3" fmla="*/ 9 h 123"/>
                <a:gd name="T4" fmla="*/ 10 w 124"/>
                <a:gd name="T5" fmla="*/ 18 h 123"/>
                <a:gd name="T6" fmla="*/ 80 w 124"/>
                <a:gd name="T7" fmla="*/ 44 h 123"/>
                <a:gd name="T8" fmla="*/ 105 w 124"/>
                <a:gd name="T9" fmla="*/ 114 h 123"/>
                <a:gd name="T10" fmla="*/ 115 w 124"/>
                <a:gd name="T11" fmla="*/ 123 h 123"/>
                <a:gd name="T12" fmla="*/ 115 w 124"/>
                <a:gd name="T13" fmla="*/ 123 h 123"/>
                <a:gd name="T14" fmla="*/ 124 w 124"/>
                <a:gd name="T15" fmla="*/ 114 h 123"/>
                <a:gd name="T16" fmla="*/ 93 w 124"/>
                <a:gd name="T17" fmla="*/ 31 h 123"/>
                <a:gd name="T18" fmla="*/ 10 w 124"/>
                <a:gd name="T19" fmla="*/ 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4" h="123">
                  <a:moveTo>
                    <a:pt x="10" y="0"/>
                  </a:moveTo>
                  <a:cubicBezTo>
                    <a:pt x="5" y="0"/>
                    <a:pt x="0" y="4"/>
                    <a:pt x="0" y="9"/>
                  </a:cubicBezTo>
                  <a:cubicBezTo>
                    <a:pt x="0" y="14"/>
                    <a:pt x="5" y="18"/>
                    <a:pt x="10" y="18"/>
                  </a:cubicBezTo>
                  <a:cubicBezTo>
                    <a:pt x="39" y="18"/>
                    <a:pt x="63" y="27"/>
                    <a:pt x="80" y="44"/>
                  </a:cubicBezTo>
                  <a:cubicBezTo>
                    <a:pt x="96" y="61"/>
                    <a:pt x="105" y="85"/>
                    <a:pt x="105" y="114"/>
                  </a:cubicBezTo>
                  <a:cubicBezTo>
                    <a:pt x="105" y="119"/>
                    <a:pt x="109" y="123"/>
                    <a:pt x="115" y="123"/>
                  </a:cubicBezTo>
                  <a:cubicBezTo>
                    <a:pt x="115" y="123"/>
                    <a:pt x="115" y="123"/>
                    <a:pt x="115" y="123"/>
                  </a:cubicBezTo>
                  <a:cubicBezTo>
                    <a:pt x="120" y="123"/>
                    <a:pt x="124" y="119"/>
                    <a:pt x="124" y="114"/>
                  </a:cubicBezTo>
                  <a:cubicBezTo>
                    <a:pt x="124" y="80"/>
                    <a:pt x="113" y="51"/>
                    <a:pt x="93" y="31"/>
                  </a:cubicBezTo>
                  <a:cubicBezTo>
                    <a:pt x="73" y="11"/>
                    <a:pt x="44" y="0"/>
                    <a:pt x="1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" name="Freeform 20"/>
            <p:cNvSpPr>
              <a:spLocks noEditPoints="1"/>
            </p:cNvSpPr>
            <p:nvPr/>
          </p:nvSpPr>
          <p:spPr bwMode="auto">
            <a:xfrm>
              <a:off x="6413500" y="4003675"/>
              <a:ext cx="58738" cy="57150"/>
            </a:xfrm>
            <a:custGeom>
              <a:avLst/>
              <a:gdLst>
                <a:gd name="T0" fmla="*/ 29 w 58"/>
                <a:gd name="T1" fmla="*/ 0 h 58"/>
                <a:gd name="T2" fmla="*/ 0 w 58"/>
                <a:gd name="T3" fmla="*/ 29 h 58"/>
                <a:gd name="T4" fmla="*/ 29 w 58"/>
                <a:gd name="T5" fmla="*/ 58 h 58"/>
                <a:gd name="T6" fmla="*/ 58 w 58"/>
                <a:gd name="T7" fmla="*/ 29 h 58"/>
                <a:gd name="T8" fmla="*/ 29 w 58"/>
                <a:gd name="T9" fmla="*/ 0 h 58"/>
                <a:gd name="T10" fmla="*/ 29 w 58"/>
                <a:gd name="T11" fmla="*/ 40 h 58"/>
                <a:gd name="T12" fmla="*/ 19 w 58"/>
                <a:gd name="T13" fmla="*/ 29 h 58"/>
                <a:gd name="T14" fmla="*/ 29 w 58"/>
                <a:gd name="T15" fmla="*/ 19 h 58"/>
                <a:gd name="T16" fmla="*/ 40 w 58"/>
                <a:gd name="T17" fmla="*/ 29 h 58"/>
                <a:gd name="T18" fmla="*/ 29 w 58"/>
                <a:gd name="T19" fmla="*/ 40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8" h="58">
                  <a:moveTo>
                    <a:pt x="29" y="0"/>
                  </a:moveTo>
                  <a:cubicBezTo>
                    <a:pt x="13" y="0"/>
                    <a:pt x="0" y="13"/>
                    <a:pt x="0" y="29"/>
                  </a:cubicBezTo>
                  <a:cubicBezTo>
                    <a:pt x="0" y="45"/>
                    <a:pt x="13" y="58"/>
                    <a:pt x="29" y="58"/>
                  </a:cubicBezTo>
                  <a:cubicBezTo>
                    <a:pt x="45" y="58"/>
                    <a:pt x="58" y="45"/>
                    <a:pt x="58" y="29"/>
                  </a:cubicBezTo>
                  <a:cubicBezTo>
                    <a:pt x="58" y="13"/>
                    <a:pt x="45" y="0"/>
                    <a:pt x="29" y="0"/>
                  </a:cubicBezTo>
                  <a:close/>
                  <a:moveTo>
                    <a:pt x="29" y="40"/>
                  </a:moveTo>
                  <a:cubicBezTo>
                    <a:pt x="24" y="40"/>
                    <a:pt x="19" y="35"/>
                    <a:pt x="19" y="29"/>
                  </a:cubicBezTo>
                  <a:cubicBezTo>
                    <a:pt x="19" y="24"/>
                    <a:pt x="24" y="19"/>
                    <a:pt x="29" y="19"/>
                  </a:cubicBezTo>
                  <a:cubicBezTo>
                    <a:pt x="35" y="19"/>
                    <a:pt x="40" y="24"/>
                    <a:pt x="40" y="29"/>
                  </a:cubicBezTo>
                  <a:cubicBezTo>
                    <a:pt x="40" y="35"/>
                    <a:pt x="35" y="40"/>
                    <a:pt x="29" y="4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53" name="Group 152"/>
          <p:cNvGrpSpPr/>
          <p:nvPr/>
        </p:nvGrpSpPr>
        <p:grpSpPr>
          <a:xfrm>
            <a:off x="7294033" y="5005917"/>
            <a:ext cx="567267" cy="567267"/>
            <a:chOff x="5470525" y="3754438"/>
            <a:chExt cx="425450" cy="425450"/>
          </a:xfrm>
          <a:solidFill>
            <a:schemeClr val="accent1"/>
          </a:solidFill>
        </p:grpSpPr>
        <p:sp>
          <p:nvSpPr>
            <p:cNvPr id="21" name="Freeform 21"/>
            <p:cNvSpPr>
              <a:spLocks noEditPoints="1"/>
            </p:cNvSpPr>
            <p:nvPr/>
          </p:nvSpPr>
          <p:spPr bwMode="auto">
            <a:xfrm>
              <a:off x="5470525" y="3754438"/>
              <a:ext cx="425450" cy="425450"/>
            </a:xfrm>
            <a:custGeom>
              <a:avLst/>
              <a:gdLst>
                <a:gd name="T0" fmla="*/ 213 w 425"/>
                <a:gd name="T1" fmla="*/ 0 h 425"/>
                <a:gd name="T2" fmla="*/ 0 w 425"/>
                <a:gd name="T3" fmla="*/ 213 h 425"/>
                <a:gd name="T4" fmla="*/ 213 w 425"/>
                <a:gd name="T5" fmla="*/ 425 h 425"/>
                <a:gd name="T6" fmla="*/ 425 w 425"/>
                <a:gd name="T7" fmla="*/ 213 h 425"/>
                <a:gd name="T8" fmla="*/ 213 w 425"/>
                <a:gd name="T9" fmla="*/ 0 h 425"/>
                <a:gd name="T10" fmla="*/ 213 w 425"/>
                <a:gd name="T11" fmla="*/ 407 h 425"/>
                <a:gd name="T12" fmla="*/ 19 w 425"/>
                <a:gd name="T13" fmla="*/ 213 h 425"/>
                <a:gd name="T14" fmla="*/ 213 w 425"/>
                <a:gd name="T15" fmla="*/ 19 h 425"/>
                <a:gd name="T16" fmla="*/ 406 w 425"/>
                <a:gd name="T17" fmla="*/ 213 h 425"/>
                <a:gd name="T18" fmla="*/ 213 w 425"/>
                <a:gd name="T19" fmla="*/ 407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25" h="425">
                  <a:moveTo>
                    <a:pt x="213" y="0"/>
                  </a:moveTo>
                  <a:cubicBezTo>
                    <a:pt x="95" y="0"/>
                    <a:pt x="0" y="96"/>
                    <a:pt x="0" y="213"/>
                  </a:cubicBezTo>
                  <a:cubicBezTo>
                    <a:pt x="0" y="330"/>
                    <a:pt x="95" y="425"/>
                    <a:pt x="213" y="425"/>
                  </a:cubicBezTo>
                  <a:cubicBezTo>
                    <a:pt x="330" y="425"/>
                    <a:pt x="425" y="330"/>
                    <a:pt x="425" y="213"/>
                  </a:cubicBezTo>
                  <a:cubicBezTo>
                    <a:pt x="425" y="96"/>
                    <a:pt x="330" y="0"/>
                    <a:pt x="213" y="0"/>
                  </a:cubicBezTo>
                  <a:close/>
                  <a:moveTo>
                    <a:pt x="213" y="407"/>
                  </a:moveTo>
                  <a:cubicBezTo>
                    <a:pt x="106" y="407"/>
                    <a:pt x="19" y="320"/>
                    <a:pt x="19" y="213"/>
                  </a:cubicBezTo>
                  <a:cubicBezTo>
                    <a:pt x="19" y="106"/>
                    <a:pt x="106" y="19"/>
                    <a:pt x="213" y="19"/>
                  </a:cubicBezTo>
                  <a:cubicBezTo>
                    <a:pt x="319" y="19"/>
                    <a:pt x="406" y="106"/>
                    <a:pt x="406" y="213"/>
                  </a:cubicBezTo>
                  <a:cubicBezTo>
                    <a:pt x="406" y="320"/>
                    <a:pt x="319" y="407"/>
                    <a:pt x="213" y="407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" name="Freeform 22"/>
            <p:cNvSpPr>
              <a:spLocks noEditPoints="1"/>
            </p:cNvSpPr>
            <p:nvPr/>
          </p:nvSpPr>
          <p:spPr bwMode="auto">
            <a:xfrm>
              <a:off x="5575300" y="3860800"/>
              <a:ext cx="215900" cy="215900"/>
            </a:xfrm>
            <a:custGeom>
              <a:avLst/>
              <a:gdLst>
                <a:gd name="T0" fmla="*/ 0 w 215"/>
                <a:gd name="T1" fmla="*/ 97 h 216"/>
                <a:gd name="T2" fmla="*/ 108 w 215"/>
                <a:gd name="T3" fmla="*/ 216 h 216"/>
                <a:gd name="T4" fmla="*/ 211 w 215"/>
                <a:gd name="T5" fmla="*/ 136 h 216"/>
                <a:gd name="T6" fmla="*/ 186 w 215"/>
                <a:gd name="T7" fmla="*/ 34 h 216"/>
                <a:gd name="T8" fmla="*/ 165 w 215"/>
                <a:gd name="T9" fmla="*/ 45 h 216"/>
                <a:gd name="T10" fmla="*/ 160 w 215"/>
                <a:gd name="T11" fmla="*/ 51 h 216"/>
                <a:gd name="T12" fmla="*/ 153 w 215"/>
                <a:gd name="T13" fmla="*/ 57 h 216"/>
                <a:gd name="T14" fmla="*/ 146 w 215"/>
                <a:gd name="T15" fmla="*/ 63 h 216"/>
                <a:gd name="T16" fmla="*/ 137 w 215"/>
                <a:gd name="T17" fmla="*/ 70 h 216"/>
                <a:gd name="T18" fmla="*/ 128 w 215"/>
                <a:gd name="T19" fmla="*/ 75 h 216"/>
                <a:gd name="T20" fmla="*/ 117 w 215"/>
                <a:gd name="T21" fmla="*/ 80 h 216"/>
                <a:gd name="T22" fmla="*/ 109 w 215"/>
                <a:gd name="T23" fmla="*/ 63 h 216"/>
                <a:gd name="T24" fmla="*/ 100 w 215"/>
                <a:gd name="T25" fmla="*/ 48 h 216"/>
                <a:gd name="T26" fmla="*/ 92 w 215"/>
                <a:gd name="T27" fmla="*/ 34 h 216"/>
                <a:gd name="T28" fmla="*/ 85 w 215"/>
                <a:gd name="T29" fmla="*/ 22 h 216"/>
                <a:gd name="T30" fmla="*/ 67 w 215"/>
                <a:gd name="T31" fmla="*/ 29 h 216"/>
                <a:gd name="T32" fmla="*/ 75 w 215"/>
                <a:gd name="T33" fmla="*/ 41 h 216"/>
                <a:gd name="T34" fmla="*/ 83 w 215"/>
                <a:gd name="T35" fmla="*/ 55 h 216"/>
                <a:gd name="T36" fmla="*/ 91 w 215"/>
                <a:gd name="T37" fmla="*/ 70 h 216"/>
                <a:gd name="T38" fmla="*/ 99 w 215"/>
                <a:gd name="T39" fmla="*/ 86 h 216"/>
                <a:gd name="T40" fmla="*/ 82 w 215"/>
                <a:gd name="T41" fmla="*/ 90 h 216"/>
                <a:gd name="T42" fmla="*/ 63 w 215"/>
                <a:gd name="T43" fmla="*/ 91 h 216"/>
                <a:gd name="T44" fmla="*/ 43 w 215"/>
                <a:gd name="T45" fmla="*/ 92 h 216"/>
                <a:gd name="T46" fmla="*/ 22 w 215"/>
                <a:gd name="T47" fmla="*/ 90 h 216"/>
                <a:gd name="T48" fmla="*/ 19 w 215"/>
                <a:gd name="T49" fmla="*/ 109 h 216"/>
                <a:gd name="T50" fmla="*/ 45 w 215"/>
                <a:gd name="T51" fmla="*/ 110 h 216"/>
                <a:gd name="T52" fmla="*/ 56 w 215"/>
                <a:gd name="T53" fmla="*/ 110 h 216"/>
                <a:gd name="T54" fmla="*/ 89 w 215"/>
                <a:gd name="T55" fmla="*/ 107 h 216"/>
                <a:gd name="T56" fmla="*/ 107 w 215"/>
                <a:gd name="T57" fmla="*/ 103 h 216"/>
                <a:gd name="T58" fmla="*/ 116 w 215"/>
                <a:gd name="T59" fmla="*/ 125 h 216"/>
                <a:gd name="T60" fmla="*/ 104 w 215"/>
                <a:gd name="T61" fmla="*/ 129 h 216"/>
                <a:gd name="T62" fmla="*/ 92 w 215"/>
                <a:gd name="T63" fmla="*/ 135 h 216"/>
                <a:gd name="T64" fmla="*/ 79 w 215"/>
                <a:gd name="T65" fmla="*/ 142 h 216"/>
                <a:gd name="T66" fmla="*/ 68 w 215"/>
                <a:gd name="T67" fmla="*/ 149 h 216"/>
                <a:gd name="T68" fmla="*/ 58 w 215"/>
                <a:gd name="T69" fmla="*/ 158 h 216"/>
                <a:gd name="T70" fmla="*/ 50 w 215"/>
                <a:gd name="T71" fmla="*/ 166 h 216"/>
                <a:gd name="T72" fmla="*/ 45 w 215"/>
                <a:gd name="T73" fmla="*/ 171 h 216"/>
                <a:gd name="T74" fmla="*/ 63 w 215"/>
                <a:gd name="T75" fmla="*/ 179 h 216"/>
                <a:gd name="T76" fmla="*/ 70 w 215"/>
                <a:gd name="T77" fmla="*/ 172 h 216"/>
                <a:gd name="T78" fmla="*/ 79 w 215"/>
                <a:gd name="T79" fmla="*/ 164 h 216"/>
                <a:gd name="T80" fmla="*/ 89 w 215"/>
                <a:gd name="T81" fmla="*/ 158 h 216"/>
                <a:gd name="T82" fmla="*/ 100 w 215"/>
                <a:gd name="T83" fmla="*/ 151 h 216"/>
                <a:gd name="T84" fmla="*/ 112 w 215"/>
                <a:gd name="T85" fmla="*/ 146 h 216"/>
                <a:gd name="T86" fmla="*/ 124 w 215"/>
                <a:gd name="T87" fmla="*/ 147 h 216"/>
                <a:gd name="T88" fmla="*/ 135 w 215"/>
                <a:gd name="T89" fmla="*/ 181 h 216"/>
                <a:gd name="T90" fmla="*/ 59 w 215"/>
                <a:gd name="T91" fmla="*/ 183 h 216"/>
                <a:gd name="T92" fmla="*/ 149 w 215"/>
                <a:gd name="T93" fmla="*/ 161 h 216"/>
                <a:gd name="T94" fmla="*/ 141 w 215"/>
                <a:gd name="T95" fmla="*/ 138 h 216"/>
                <a:gd name="T96" fmla="*/ 164 w 215"/>
                <a:gd name="T97" fmla="*/ 137 h 216"/>
                <a:gd name="T98" fmla="*/ 182 w 215"/>
                <a:gd name="T99" fmla="*/ 139 h 216"/>
                <a:gd name="T100" fmla="*/ 195 w 215"/>
                <a:gd name="T101" fmla="*/ 122 h 216"/>
                <a:gd name="T102" fmla="*/ 175 w 215"/>
                <a:gd name="T103" fmla="*/ 119 h 216"/>
                <a:gd name="T104" fmla="*/ 159 w 215"/>
                <a:gd name="T105" fmla="*/ 118 h 216"/>
                <a:gd name="T106" fmla="*/ 144 w 215"/>
                <a:gd name="T107" fmla="*/ 119 h 216"/>
                <a:gd name="T108" fmla="*/ 134 w 215"/>
                <a:gd name="T109" fmla="*/ 119 h 216"/>
                <a:gd name="T110" fmla="*/ 125 w 215"/>
                <a:gd name="T111" fmla="*/ 97 h 216"/>
                <a:gd name="T112" fmla="*/ 136 w 215"/>
                <a:gd name="T113" fmla="*/ 92 h 216"/>
                <a:gd name="T114" fmla="*/ 147 w 215"/>
                <a:gd name="T115" fmla="*/ 86 h 216"/>
                <a:gd name="T116" fmla="*/ 157 w 215"/>
                <a:gd name="T117" fmla="*/ 78 h 216"/>
                <a:gd name="T118" fmla="*/ 166 w 215"/>
                <a:gd name="T119" fmla="*/ 71 h 216"/>
                <a:gd name="T120" fmla="*/ 174 w 215"/>
                <a:gd name="T121" fmla="*/ 63 h 216"/>
                <a:gd name="T122" fmla="*/ 180 w 215"/>
                <a:gd name="T123" fmla="*/ 56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15" h="216">
                  <a:moveTo>
                    <a:pt x="108" y="0"/>
                  </a:moveTo>
                  <a:cubicBezTo>
                    <a:pt x="93" y="0"/>
                    <a:pt x="80" y="3"/>
                    <a:pt x="67" y="8"/>
                  </a:cubicBezTo>
                  <a:cubicBezTo>
                    <a:pt x="67" y="8"/>
                    <a:pt x="67" y="8"/>
                    <a:pt x="67" y="8"/>
                  </a:cubicBezTo>
                  <a:cubicBezTo>
                    <a:pt x="30" y="24"/>
                    <a:pt x="4" y="58"/>
                    <a:pt x="0" y="97"/>
                  </a:cubicBezTo>
                  <a:cubicBezTo>
                    <a:pt x="0" y="101"/>
                    <a:pt x="0" y="104"/>
                    <a:pt x="0" y="108"/>
                  </a:cubicBezTo>
                  <a:cubicBezTo>
                    <a:pt x="0" y="140"/>
                    <a:pt x="14" y="171"/>
                    <a:pt x="40" y="191"/>
                  </a:cubicBezTo>
                  <a:cubicBezTo>
                    <a:pt x="40" y="191"/>
                    <a:pt x="40" y="191"/>
                    <a:pt x="40" y="191"/>
                  </a:cubicBezTo>
                  <a:cubicBezTo>
                    <a:pt x="59" y="207"/>
                    <a:pt x="83" y="216"/>
                    <a:pt x="108" y="216"/>
                  </a:cubicBezTo>
                  <a:cubicBezTo>
                    <a:pt x="123" y="216"/>
                    <a:pt x="138" y="212"/>
                    <a:pt x="152" y="206"/>
                  </a:cubicBezTo>
                  <a:cubicBezTo>
                    <a:pt x="152" y="206"/>
                    <a:pt x="152" y="206"/>
                    <a:pt x="152" y="206"/>
                  </a:cubicBezTo>
                  <a:cubicBezTo>
                    <a:pt x="152" y="206"/>
                    <a:pt x="152" y="206"/>
                    <a:pt x="152" y="206"/>
                  </a:cubicBezTo>
                  <a:cubicBezTo>
                    <a:pt x="182" y="192"/>
                    <a:pt x="203" y="167"/>
                    <a:pt x="211" y="136"/>
                  </a:cubicBezTo>
                  <a:cubicBezTo>
                    <a:pt x="211" y="136"/>
                    <a:pt x="211" y="136"/>
                    <a:pt x="211" y="136"/>
                  </a:cubicBezTo>
                  <a:cubicBezTo>
                    <a:pt x="211" y="136"/>
                    <a:pt x="211" y="136"/>
                    <a:pt x="211" y="136"/>
                  </a:cubicBezTo>
                  <a:cubicBezTo>
                    <a:pt x="214" y="126"/>
                    <a:pt x="215" y="117"/>
                    <a:pt x="215" y="108"/>
                  </a:cubicBezTo>
                  <a:cubicBezTo>
                    <a:pt x="215" y="81"/>
                    <a:pt x="205" y="54"/>
                    <a:pt x="186" y="34"/>
                  </a:cubicBezTo>
                  <a:cubicBezTo>
                    <a:pt x="165" y="12"/>
                    <a:pt x="137" y="0"/>
                    <a:pt x="108" y="0"/>
                  </a:cubicBezTo>
                  <a:close/>
                  <a:moveTo>
                    <a:pt x="108" y="19"/>
                  </a:moveTo>
                  <a:cubicBezTo>
                    <a:pt x="130" y="19"/>
                    <a:pt x="151" y="27"/>
                    <a:pt x="167" y="42"/>
                  </a:cubicBezTo>
                  <a:cubicBezTo>
                    <a:pt x="166" y="43"/>
                    <a:pt x="166" y="44"/>
                    <a:pt x="165" y="45"/>
                  </a:cubicBezTo>
                  <a:cubicBezTo>
                    <a:pt x="165" y="45"/>
                    <a:pt x="164" y="45"/>
                    <a:pt x="164" y="45"/>
                  </a:cubicBezTo>
                  <a:cubicBezTo>
                    <a:pt x="164" y="46"/>
                    <a:pt x="163" y="47"/>
                    <a:pt x="163" y="48"/>
                  </a:cubicBezTo>
                  <a:cubicBezTo>
                    <a:pt x="162" y="48"/>
                    <a:pt x="162" y="48"/>
                    <a:pt x="162" y="49"/>
                  </a:cubicBezTo>
                  <a:cubicBezTo>
                    <a:pt x="161" y="49"/>
                    <a:pt x="161" y="50"/>
                    <a:pt x="160" y="51"/>
                  </a:cubicBezTo>
                  <a:cubicBezTo>
                    <a:pt x="160" y="51"/>
                    <a:pt x="159" y="51"/>
                    <a:pt x="159" y="51"/>
                  </a:cubicBezTo>
                  <a:cubicBezTo>
                    <a:pt x="158" y="52"/>
                    <a:pt x="157" y="53"/>
                    <a:pt x="156" y="54"/>
                  </a:cubicBezTo>
                  <a:cubicBezTo>
                    <a:pt x="156" y="54"/>
                    <a:pt x="156" y="54"/>
                    <a:pt x="156" y="54"/>
                  </a:cubicBezTo>
                  <a:cubicBezTo>
                    <a:pt x="155" y="55"/>
                    <a:pt x="154" y="56"/>
                    <a:pt x="153" y="57"/>
                  </a:cubicBezTo>
                  <a:cubicBezTo>
                    <a:pt x="153" y="58"/>
                    <a:pt x="153" y="58"/>
                    <a:pt x="152" y="58"/>
                  </a:cubicBezTo>
                  <a:cubicBezTo>
                    <a:pt x="151" y="59"/>
                    <a:pt x="151" y="60"/>
                    <a:pt x="150" y="60"/>
                  </a:cubicBezTo>
                  <a:cubicBezTo>
                    <a:pt x="149" y="61"/>
                    <a:pt x="149" y="61"/>
                    <a:pt x="149" y="61"/>
                  </a:cubicBezTo>
                  <a:cubicBezTo>
                    <a:pt x="148" y="62"/>
                    <a:pt x="147" y="63"/>
                    <a:pt x="146" y="63"/>
                  </a:cubicBezTo>
                  <a:cubicBezTo>
                    <a:pt x="146" y="64"/>
                    <a:pt x="145" y="64"/>
                    <a:pt x="145" y="64"/>
                  </a:cubicBezTo>
                  <a:cubicBezTo>
                    <a:pt x="144" y="65"/>
                    <a:pt x="142" y="66"/>
                    <a:pt x="141" y="67"/>
                  </a:cubicBezTo>
                  <a:cubicBezTo>
                    <a:pt x="141" y="67"/>
                    <a:pt x="141" y="67"/>
                    <a:pt x="141" y="67"/>
                  </a:cubicBezTo>
                  <a:cubicBezTo>
                    <a:pt x="140" y="68"/>
                    <a:pt x="138" y="69"/>
                    <a:pt x="137" y="70"/>
                  </a:cubicBezTo>
                  <a:cubicBezTo>
                    <a:pt x="137" y="70"/>
                    <a:pt x="136" y="70"/>
                    <a:pt x="136" y="71"/>
                  </a:cubicBezTo>
                  <a:cubicBezTo>
                    <a:pt x="135" y="71"/>
                    <a:pt x="134" y="72"/>
                    <a:pt x="133" y="73"/>
                  </a:cubicBezTo>
                  <a:cubicBezTo>
                    <a:pt x="132" y="73"/>
                    <a:pt x="132" y="73"/>
                    <a:pt x="131" y="73"/>
                  </a:cubicBezTo>
                  <a:cubicBezTo>
                    <a:pt x="130" y="74"/>
                    <a:pt x="129" y="75"/>
                    <a:pt x="128" y="75"/>
                  </a:cubicBezTo>
                  <a:cubicBezTo>
                    <a:pt x="127" y="76"/>
                    <a:pt x="127" y="76"/>
                    <a:pt x="126" y="76"/>
                  </a:cubicBezTo>
                  <a:cubicBezTo>
                    <a:pt x="125" y="77"/>
                    <a:pt x="123" y="78"/>
                    <a:pt x="121" y="78"/>
                  </a:cubicBezTo>
                  <a:cubicBezTo>
                    <a:pt x="121" y="78"/>
                    <a:pt x="121" y="79"/>
                    <a:pt x="121" y="79"/>
                  </a:cubicBezTo>
                  <a:cubicBezTo>
                    <a:pt x="119" y="79"/>
                    <a:pt x="118" y="80"/>
                    <a:pt x="117" y="80"/>
                  </a:cubicBezTo>
                  <a:cubicBezTo>
                    <a:pt x="117" y="80"/>
                    <a:pt x="117" y="79"/>
                    <a:pt x="117" y="79"/>
                  </a:cubicBezTo>
                  <a:cubicBezTo>
                    <a:pt x="115" y="77"/>
                    <a:pt x="114" y="75"/>
                    <a:pt x="113" y="72"/>
                  </a:cubicBezTo>
                  <a:cubicBezTo>
                    <a:pt x="113" y="72"/>
                    <a:pt x="113" y="71"/>
                    <a:pt x="112" y="71"/>
                  </a:cubicBezTo>
                  <a:cubicBezTo>
                    <a:pt x="111" y="68"/>
                    <a:pt x="110" y="66"/>
                    <a:pt x="109" y="63"/>
                  </a:cubicBezTo>
                  <a:cubicBezTo>
                    <a:pt x="108" y="63"/>
                    <a:pt x="108" y="62"/>
                    <a:pt x="108" y="62"/>
                  </a:cubicBezTo>
                  <a:cubicBezTo>
                    <a:pt x="107" y="60"/>
                    <a:pt x="106" y="58"/>
                    <a:pt x="105" y="56"/>
                  </a:cubicBezTo>
                  <a:cubicBezTo>
                    <a:pt x="104" y="55"/>
                    <a:pt x="104" y="55"/>
                    <a:pt x="104" y="54"/>
                  </a:cubicBezTo>
                  <a:cubicBezTo>
                    <a:pt x="103" y="52"/>
                    <a:pt x="101" y="50"/>
                    <a:pt x="100" y="48"/>
                  </a:cubicBezTo>
                  <a:cubicBezTo>
                    <a:pt x="100" y="47"/>
                    <a:pt x="100" y="47"/>
                    <a:pt x="100" y="47"/>
                  </a:cubicBezTo>
                  <a:cubicBezTo>
                    <a:pt x="99" y="45"/>
                    <a:pt x="98" y="43"/>
                    <a:pt x="96" y="41"/>
                  </a:cubicBezTo>
                  <a:cubicBezTo>
                    <a:pt x="96" y="41"/>
                    <a:pt x="96" y="40"/>
                    <a:pt x="96" y="40"/>
                  </a:cubicBezTo>
                  <a:cubicBezTo>
                    <a:pt x="94" y="38"/>
                    <a:pt x="93" y="36"/>
                    <a:pt x="92" y="34"/>
                  </a:cubicBezTo>
                  <a:cubicBezTo>
                    <a:pt x="92" y="34"/>
                    <a:pt x="92" y="34"/>
                    <a:pt x="92" y="34"/>
                  </a:cubicBezTo>
                  <a:cubicBezTo>
                    <a:pt x="91" y="32"/>
                    <a:pt x="90" y="30"/>
                    <a:pt x="89" y="28"/>
                  </a:cubicBezTo>
                  <a:cubicBezTo>
                    <a:pt x="88" y="28"/>
                    <a:pt x="88" y="27"/>
                    <a:pt x="88" y="27"/>
                  </a:cubicBezTo>
                  <a:cubicBezTo>
                    <a:pt x="87" y="25"/>
                    <a:pt x="86" y="24"/>
                    <a:pt x="85" y="22"/>
                  </a:cubicBezTo>
                  <a:cubicBezTo>
                    <a:pt x="85" y="22"/>
                    <a:pt x="85" y="22"/>
                    <a:pt x="85" y="22"/>
                  </a:cubicBezTo>
                  <a:cubicBezTo>
                    <a:pt x="92" y="20"/>
                    <a:pt x="100" y="19"/>
                    <a:pt x="108" y="19"/>
                  </a:cubicBezTo>
                  <a:close/>
                  <a:moveTo>
                    <a:pt x="67" y="29"/>
                  </a:moveTo>
                  <a:cubicBezTo>
                    <a:pt x="67" y="29"/>
                    <a:pt x="67" y="29"/>
                    <a:pt x="67" y="29"/>
                  </a:cubicBezTo>
                  <a:cubicBezTo>
                    <a:pt x="68" y="31"/>
                    <a:pt x="69" y="32"/>
                    <a:pt x="70" y="34"/>
                  </a:cubicBezTo>
                  <a:cubicBezTo>
                    <a:pt x="70" y="34"/>
                    <a:pt x="70" y="34"/>
                    <a:pt x="71" y="35"/>
                  </a:cubicBezTo>
                  <a:cubicBezTo>
                    <a:pt x="72" y="36"/>
                    <a:pt x="73" y="38"/>
                    <a:pt x="74" y="40"/>
                  </a:cubicBezTo>
                  <a:cubicBezTo>
                    <a:pt x="74" y="40"/>
                    <a:pt x="74" y="41"/>
                    <a:pt x="75" y="41"/>
                  </a:cubicBezTo>
                  <a:cubicBezTo>
                    <a:pt x="75" y="43"/>
                    <a:pt x="76" y="44"/>
                    <a:pt x="77" y="46"/>
                  </a:cubicBezTo>
                  <a:cubicBezTo>
                    <a:pt x="78" y="46"/>
                    <a:pt x="78" y="47"/>
                    <a:pt x="78" y="47"/>
                  </a:cubicBezTo>
                  <a:cubicBezTo>
                    <a:pt x="79" y="49"/>
                    <a:pt x="81" y="51"/>
                    <a:pt x="82" y="53"/>
                  </a:cubicBezTo>
                  <a:cubicBezTo>
                    <a:pt x="82" y="54"/>
                    <a:pt x="82" y="54"/>
                    <a:pt x="83" y="55"/>
                  </a:cubicBezTo>
                  <a:cubicBezTo>
                    <a:pt x="84" y="56"/>
                    <a:pt x="85" y="58"/>
                    <a:pt x="86" y="60"/>
                  </a:cubicBezTo>
                  <a:cubicBezTo>
                    <a:pt x="86" y="61"/>
                    <a:pt x="86" y="61"/>
                    <a:pt x="86" y="62"/>
                  </a:cubicBezTo>
                  <a:cubicBezTo>
                    <a:pt x="88" y="64"/>
                    <a:pt x="89" y="66"/>
                    <a:pt x="90" y="68"/>
                  </a:cubicBezTo>
                  <a:cubicBezTo>
                    <a:pt x="90" y="69"/>
                    <a:pt x="91" y="69"/>
                    <a:pt x="91" y="70"/>
                  </a:cubicBezTo>
                  <a:cubicBezTo>
                    <a:pt x="92" y="72"/>
                    <a:pt x="93" y="74"/>
                    <a:pt x="94" y="76"/>
                  </a:cubicBezTo>
                  <a:cubicBezTo>
                    <a:pt x="94" y="77"/>
                    <a:pt x="95" y="77"/>
                    <a:pt x="95" y="78"/>
                  </a:cubicBezTo>
                  <a:cubicBezTo>
                    <a:pt x="96" y="80"/>
                    <a:pt x="97" y="83"/>
                    <a:pt x="99" y="85"/>
                  </a:cubicBezTo>
                  <a:cubicBezTo>
                    <a:pt x="99" y="86"/>
                    <a:pt x="99" y="86"/>
                    <a:pt x="99" y="86"/>
                  </a:cubicBezTo>
                  <a:cubicBezTo>
                    <a:pt x="99" y="86"/>
                    <a:pt x="99" y="86"/>
                    <a:pt x="99" y="86"/>
                  </a:cubicBezTo>
                  <a:cubicBezTo>
                    <a:pt x="97" y="87"/>
                    <a:pt x="94" y="87"/>
                    <a:pt x="92" y="88"/>
                  </a:cubicBezTo>
                  <a:cubicBezTo>
                    <a:pt x="91" y="88"/>
                    <a:pt x="90" y="88"/>
                    <a:pt x="89" y="88"/>
                  </a:cubicBezTo>
                  <a:cubicBezTo>
                    <a:pt x="87" y="89"/>
                    <a:pt x="84" y="89"/>
                    <a:pt x="82" y="90"/>
                  </a:cubicBezTo>
                  <a:cubicBezTo>
                    <a:pt x="81" y="90"/>
                    <a:pt x="81" y="90"/>
                    <a:pt x="80" y="90"/>
                  </a:cubicBezTo>
                  <a:cubicBezTo>
                    <a:pt x="78" y="90"/>
                    <a:pt x="76" y="90"/>
                    <a:pt x="74" y="91"/>
                  </a:cubicBezTo>
                  <a:cubicBezTo>
                    <a:pt x="73" y="91"/>
                    <a:pt x="72" y="91"/>
                    <a:pt x="71" y="91"/>
                  </a:cubicBezTo>
                  <a:cubicBezTo>
                    <a:pt x="69" y="91"/>
                    <a:pt x="66" y="91"/>
                    <a:pt x="63" y="91"/>
                  </a:cubicBezTo>
                  <a:cubicBezTo>
                    <a:pt x="63" y="92"/>
                    <a:pt x="62" y="92"/>
                    <a:pt x="61" y="92"/>
                  </a:cubicBezTo>
                  <a:cubicBezTo>
                    <a:pt x="58" y="92"/>
                    <a:pt x="56" y="92"/>
                    <a:pt x="54" y="92"/>
                  </a:cubicBezTo>
                  <a:cubicBezTo>
                    <a:pt x="53" y="92"/>
                    <a:pt x="53" y="92"/>
                    <a:pt x="52" y="92"/>
                  </a:cubicBezTo>
                  <a:cubicBezTo>
                    <a:pt x="49" y="92"/>
                    <a:pt x="46" y="92"/>
                    <a:pt x="43" y="92"/>
                  </a:cubicBezTo>
                  <a:cubicBezTo>
                    <a:pt x="42" y="92"/>
                    <a:pt x="42" y="92"/>
                    <a:pt x="41" y="92"/>
                  </a:cubicBezTo>
                  <a:cubicBezTo>
                    <a:pt x="38" y="91"/>
                    <a:pt x="35" y="91"/>
                    <a:pt x="32" y="91"/>
                  </a:cubicBezTo>
                  <a:cubicBezTo>
                    <a:pt x="31" y="91"/>
                    <a:pt x="31" y="91"/>
                    <a:pt x="31" y="91"/>
                  </a:cubicBezTo>
                  <a:cubicBezTo>
                    <a:pt x="28" y="91"/>
                    <a:pt x="25" y="90"/>
                    <a:pt x="22" y="90"/>
                  </a:cubicBezTo>
                  <a:cubicBezTo>
                    <a:pt x="21" y="90"/>
                    <a:pt x="21" y="90"/>
                    <a:pt x="20" y="90"/>
                  </a:cubicBezTo>
                  <a:cubicBezTo>
                    <a:pt x="26" y="64"/>
                    <a:pt x="43" y="41"/>
                    <a:pt x="67" y="29"/>
                  </a:cubicBezTo>
                  <a:close/>
                  <a:moveTo>
                    <a:pt x="19" y="109"/>
                  </a:moveTo>
                  <a:cubicBezTo>
                    <a:pt x="19" y="109"/>
                    <a:pt x="19" y="109"/>
                    <a:pt x="19" y="109"/>
                  </a:cubicBezTo>
                  <a:cubicBezTo>
                    <a:pt x="23" y="109"/>
                    <a:pt x="27" y="109"/>
                    <a:pt x="31" y="110"/>
                  </a:cubicBezTo>
                  <a:cubicBezTo>
                    <a:pt x="31" y="110"/>
                    <a:pt x="32" y="110"/>
                    <a:pt x="33" y="110"/>
                  </a:cubicBezTo>
                  <a:cubicBezTo>
                    <a:pt x="36" y="110"/>
                    <a:pt x="39" y="110"/>
                    <a:pt x="42" y="110"/>
                  </a:cubicBezTo>
                  <a:cubicBezTo>
                    <a:pt x="43" y="110"/>
                    <a:pt x="44" y="110"/>
                    <a:pt x="45" y="110"/>
                  </a:cubicBezTo>
                  <a:cubicBezTo>
                    <a:pt x="47" y="110"/>
                    <a:pt x="49" y="111"/>
                    <a:pt x="51" y="111"/>
                  </a:cubicBezTo>
                  <a:cubicBezTo>
                    <a:pt x="51" y="111"/>
                    <a:pt x="51" y="111"/>
                    <a:pt x="51" y="111"/>
                  </a:cubicBezTo>
                  <a:cubicBezTo>
                    <a:pt x="52" y="111"/>
                    <a:pt x="53" y="111"/>
                    <a:pt x="53" y="111"/>
                  </a:cubicBezTo>
                  <a:cubicBezTo>
                    <a:pt x="54" y="110"/>
                    <a:pt x="55" y="110"/>
                    <a:pt x="56" y="110"/>
                  </a:cubicBezTo>
                  <a:cubicBezTo>
                    <a:pt x="59" y="110"/>
                    <a:pt x="62" y="110"/>
                    <a:pt x="64" y="110"/>
                  </a:cubicBezTo>
                  <a:cubicBezTo>
                    <a:pt x="65" y="110"/>
                    <a:pt x="66" y="110"/>
                    <a:pt x="67" y="110"/>
                  </a:cubicBezTo>
                  <a:cubicBezTo>
                    <a:pt x="73" y="110"/>
                    <a:pt x="80" y="109"/>
                    <a:pt x="86" y="108"/>
                  </a:cubicBezTo>
                  <a:cubicBezTo>
                    <a:pt x="87" y="108"/>
                    <a:pt x="88" y="108"/>
                    <a:pt x="89" y="107"/>
                  </a:cubicBezTo>
                  <a:cubicBezTo>
                    <a:pt x="91" y="107"/>
                    <a:pt x="93" y="107"/>
                    <a:pt x="96" y="106"/>
                  </a:cubicBezTo>
                  <a:cubicBezTo>
                    <a:pt x="97" y="106"/>
                    <a:pt x="98" y="106"/>
                    <a:pt x="99" y="105"/>
                  </a:cubicBezTo>
                  <a:cubicBezTo>
                    <a:pt x="101" y="105"/>
                    <a:pt x="103" y="104"/>
                    <a:pt x="106" y="104"/>
                  </a:cubicBezTo>
                  <a:cubicBezTo>
                    <a:pt x="106" y="104"/>
                    <a:pt x="107" y="103"/>
                    <a:pt x="107" y="103"/>
                  </a:cubicBezTo>
                  <a:cubicBezTo>
                    <a:pt x="107" y="104"/>
                    <a:pt x="107" y="104"/>
                    <a:pt x="108" y="104"/>
                  </a:cubicBezTo>
                  <a:cubicBezTo>
                    <a:pt x="109" y="107"/>
                    <a:pt x="110" y="109"/>
                    <a:pt x="110" y="111"/>
                  </a:cubicBezTo>
                  <a:cubicBezTo>
                    <a:pt x="111" y="112"/>
                    <a:pt x="111" y="113"/>
                    <a:pt x="112" y="114"/>
                  </a:cubicBezTo>
                  <a:cubicBezTo>
                    <a:pt x="113" y="118"/>
                    <a:pt x="115" y="121"/>
                    <a:pt x="116" y="125"/>
                  </a:cubicBezTo>
                  <a:cubicBezTo>
                    <a:pt x="116" y="125"/>
                    <a:pt x="116" y="125"/>
                    <a:pt x="116" y="125"/>
                  </a:cubicBezTo>
                  <a:cubicBezTo>
                    <a:pt x="115" y="125"/>
                    <a:pt x="114" y="125"/>
                    <a:pt x="113" y="126"/>
                  </a:cubicBezTo>
                  <a:cubicBezTo>
                    <a:pt x="112" y="126"/>
                    <a:pt x="111" y="126"/>
                    <a:pt x="111" y="126"/>
                  </a:cubicBezTo>
                  <a:cubicBezTo>
                    <a:pt x="109" y="127"/>
                    <a:pt x="106" y="128"/>
                    <a:pt x="104" y="129"/>
                  </a:cubicBezTo>
                  <a:cubicBezTo>
                    <a:pt x="104" y="129"/>
                    <a:pt x="103" y="129"/>
                    <a:pt x="103" y="129"/>
                  </a:cubicBezTo>
                  <a:cubicBezTo>
                    <a:pt x="101" y="130"/>
                    <a:pt x="100" y="131"/>
                    <a:pt x="98" y="132"/>
                  </a:cubicBezTo>
                  <a:cubicBezTo>
                    <a:pt x="97" y="132"/>
                    <a:pt x="97" y="132"/>
                    <a:pt x="96" y="132"/>
                  </a:cubicBezTo>
                  <a:cubicBezTo>
                    <a:pt x="94" y="133"/>
                    <a:pt x="93" y="134"/>
                    <a:pt x="92" y="135"/>
                  </a:cubicBezTo>
                  <a:cubicBezTo>
                    <a:pt x="91" y="135"/>
                    <a:pt x="90" y="135"/>
                    <a:pt x="90" y="136"/>
                  </a:cubicBezTo>
                  <a:cubicBezTo>
                    <a:pt x="88" y="136"/>
                    <a:pt x="87" y="137"/>
                    <a:pt x="86" y="138"/>
                  </a:cubicBezTo>
                  <a:cubicBezTo>
                    <a:pt x="85" y="138"/>
                    <a:pt x="84" y="138"/>
                    <a:pt x="84" y="139"/>
                  </a:cubicBezTo>
                  <a:cubicBezTo>
                    <a:pt x="82" y="140"/>
                    <a:pt x="80" y="141"/>
                    <a:pt x="79" y="142"/>
                  </a:cubicBezTo>
                  <a:cubicBezTo>
                    <a:pt x="78" y="142"/>
                    <a:pt x="78" y="142"/>
                    <a:pt x="78" y="143"/>
                  </a:cubicBezTo>
                  <a:cubicBezTo>
                    <a:pt x="76" y="144"/>
                    <a:pt x="75" y="145"/>
                    <a:pt x="73" y="146"/>
                  </a:cubicBezTo>
                  <a:cubicBezTo>
                    <a:pt x="73" y="146"/>
                    <a:pt x="72" y="146"/>
                    <a:pt x="72" y="147"/>
                  </a:cubicBezTo>
                  <a:cubicBezTo>
                    <a:pt x="71" y="148"/>
                    <a:pt x="69" y="148"/>
                    <a:pt x="68" y="149"/>
                  </a:cubicBezTo>
                  <a:cubicBezTo>
                    <a:pt x="68" y="150"/>
                    <a:pt x="67" y="150"/>
                    <a:pt x="67" y="150"/>
                  </a:cubicBezTo>
                  <a:cubicBezTo>
                    <a:pt x="66" y="151"/>
                    <a:pt x="64" y="152"/>
                    <a:pt x="63" y="153"/>
                  </a:cubicBezTo>
                  <a:cubicBezTo>
                    <a:pt x="63" y="154"/>
                    <a:pt x="63" y="154"/>
                    <a:pt x="62" y="154"/>
                  </a:cubicBezTo>
                  <a:cubicBezTo>
                    <a:pt x="61" y="155"/>
                    <a:pt x="59" y="157"/>
                    <a:pt x="58" y="158"/>
                  </a:cubicBezTo>
                  <a:cubicBezTo>
                    <a:pt x="58" y="158"/>
                    <a:pt x="57" y="158"/>
                    <a:pt x="57" y="159"/>
                  </a:cubicBezTo>
                  <a:cubicBezTo>
                    <a:pt x="56" y="160"/>
                    <a:pt x="55" y="161"/>
                    <a:pt x="54" y="162"/>
                  </a:cubicBezTo>
                  <a:cubicBezTo>
                    <a:pt x="53" y="162"/>
                    <a:pt x="53" y="163"/>
                    <a:pt x="52" y="163"/>
                  </a:cubicBezTo>
                  <a:cubicBezTo>
                    <a:pt x="51" y="164"/>
                    <a:pt x="51" y="165"/>
                    <a:pt x="50" y="166"/>
                  </a:cubicBezTo>
                  <a:cubicBezTo>
                    <a:pt x="49" y="166"/>
                    <a:pt x="49" y="166"/>
                    <a:pt x="49" y="167"/>
                  </a:cubicBezTo>
                  <a:cubicBezTo>
                    <a:pt x="48" y="168"/>
                    <a:pt x="47" y="169"/>
                    <a:pt x="46" y="170"/>
                  </a:cubicBezTo>
                  <a:cubicBezTo>
                    <a:pt x="46" y="170"/>
                    <a:pt x="45" y="170"/>
                    <a:pt x="45" y="171"/>
                  </a:cubicBezTo>
                  <a:cubicBezTo>
                    <a:pt x="45" y="171"/>
                    <a:pt x="45" y="171"/>
                    <a:pt x="45" y="171"/>
                  </a:cubicBezTo>
                  <a:cubicBezTo>
                    <a:pt x="28" y="154"/>
                    <a:pt x="19" y="132"/>
                    <a:pt x="19" y="109"/>
                  </a:cubicBezTo>
                  <a:close/>
                  <a:moveTo>
                    <a:pt x="59" y="183"/>
                  </a:moveTo>
                  <a:cubicBezTo>
                    <a:pt x="60" y="182"/>
                    <a:pt x="61" y="181"/>
                    <a:pt x="62" y="180"/>
                  </a:cubicBezTo>
                  <a:cubicBezTo>
                    <a:pt x="62" y="179"/>
                    <a:pt x="63" y="179"/>
                    <a:pt x="63" y="179"/>
                  </a:cubicBezTo>
                  <a:cubicBezTo>
                    <a:pt x="64" y="178"/>
                    <a:pt x="65" y="177"/>
                    <a:pt x="66" y="176"/>
                  </a:cubicBezTo>
                  <a:cubicBezTo>
                    <a:pt x="66" y="176"/>
                    <a:pt x="66" y="176"/>
                    <a:pt x="67" y="175"/>
                  </a:cubicBezTo>
                  <a:cubicBezTo>
                    <a:pt x="68" y="174"/>
                    <a:pt x="68" y="174"/>
                    <a:pt x="69" y="173"/>
                  </a:cubicBezTo>
                  <a:cubicBezTo>
                    <a:pt x="70" y="172"/>
                    <a:pt x="70" y="172"/>
                    <a:pt x="70" y="172"/>
                  </a:cubicBezTo>
                  <a:cubicBezTo>
                    <a:pt x="71" y="171"/>
                    <a:pt x="72" y="170"/>
                    <a:pt x="73" y="169"/>
                  </a:cubicBezTo>
                  <a:cubicBezTo>
                    <a:pt x="74" y="169"/>
                    <a:pt x="74" y="169"/>
                    <a:pt x="74" y="168"/>
                  </a:cubicBezTo>
                  <a:cubicBezTo>
                    <a:pt x="76" y="167"/>
                    <a:pt x="77" y="166"/>
                    <a:pt x="78" y="165"/>
                  </a:cubicBezTo>
                  <a:cubicBezTo>
                    <a:pt x="79" y="165"/>
                    <a:pt x="79" y="165"/>
                    <a:pt x="79" y="164"/>
                  </a:cubicBezTo>
                  <a:cubicBezTo>
                    <a:pt x="80" y="163"/>
                    <a:pt x="82" y="163"/>
                    <a:pt x="83" y="162"/>
                  </a:cubicBezTo>
                  <a:cubicBezTo>
                    <a:pt x="83" y="162"/>
                    <a:pt x="84" y="161"/>
                    <a:pt x="84" y="161"/>
                  </a:cubicBezTo>
                  <a:cubicBezTo>
                    <a:pt x="85" y="160"/>
                    <a:pt x="86" y="159"/>
                    <a:pt x="87" y="159"/>
                  </a:cubicBezTo>
                  <a:cubicBezTo>
                    <a:pt x="88" y="158"/>
                    <a:pt x="88" y="158"/>
                    <a:pt x="89" y="158"/>
                  </a:cubicBezTo>
                  <a:cubicBezTo>
                    <a:pt x="90" y="157"/>
                    <a:pt x="91" y="156"/>
                    <a:pt x="93" y="155"/>
                  </a:cubicBezTo>
                  <a:cubicBezTo>
                    <a:pt x="93" y="155"/>
                    <a:pt x="93" y="155"/>
                    <a:pt x="94" y="155"/>
                  </a:cubicBezTo>
                  <a:cubicBezTo>
                    <a:pt x="95" y="154"/>
                    <a:pt x="97" y="153"/>
                    <a:pt x="99" y="152"/>
                  </a:cubicBezTo>
                  <a:cubicBezTo>
                    <a:pt x="99" y="152"/>
                    <a:pt x="100" y="152"/>
                    <a:pt x="100" y="151"/>
                  </a:cubicBezTo>
                  <a:cubicBezTo>
                    <a:pt x="101" y="151"/>
                    <a:pt x="103" y="150"/>
                    <a:pt x="104" y="149"/>
                  </a:cubicBezTo>
                  <a:cubicBezTo>
                    <a:pt x="105" y="149"/>
                    <a:pt x="105" y="149"/>
                    <a:pt x="106" y="149"/>
                  </a:cubicBezTo>
                  <a:cubicBezTo>
                    <a:pt x="107" y="148"/>
                    <a:pt x="108" y="147"/>
                    <a:pt x="110" y="147"/>
                  </a:cubicBezTo>
                  <a:cubicBezTo>
                    <a:pt x="110" y="147"/>
                    <a:pt x="111" y="146"/>
                    <a:pt x="112" y="146"/>
                  </a:cubicBezTo>
                  <a:cubicBezTo>
                    <a:pt x="113" y="145"/>
                    <a:pt x="115" y="145"/>
                    <a:pt x="116" y="144"/>
                  </a:cubicBezTo>
                  <a:cubicBezTo>
                    <a:pt x="117" y="144"/>
                    <a:pt x="117" y="144"/>
                    <a:pt x="117" y="144"/>
                  </a:cubicBezTo>
                  <a:cubicBezTo>
                    <a:pt x="119" y="143"/>
                    <a:pt x="121" y="143"/>
                    <a:pt x="123" y="142"/>
                  </a:cubicBezTo>
                  <a:cubicBezTo>
                    <a:pt x="123" y="144"/>
                    <a:pt x="124" y="146"/>
                    <a:pt x="124" y="147"/>
                  </a:cubicBezTo>
                  <a:cubicBezTo>
                    <a:pt x="125" y="149"/>
                    <a:pt x="125" y="150"/>
                    <a:pt x="126" y="152"/>
                  </a:cubicBezTo>
                  <a:cubicBezTo>
                    <a:pt x="127" y="156"/>
                    <a:pt x="129" y="161"/>
                    <a:pt x="130" y="165"/>
                  </a:cubicBezTo>
                  <a:cubicBezTo>
                    <a:pt x="130" y="166"/>
                    <a:pt x="130" y="166"/>
                    <a:pt x="131" y="166"/>
                  </a:cubicBezTo>
                  <a:cubicBezTo>
                    <a:pt x="132" y="171"/>
                    <a:pt x="133" y="176"/>
                    <a:pt x="135" y="181"/>
                  </a:cubicBezTo>
                  <a:cubicBezTo>
                    <a:pt x="135" y="183"/>
                    <a:pt x="136" y="184"/>
                    <a:pt x="136" y="186"/>
                  </a:cubicBezTo>
                  <a:cubicBezTo>
                    <a:pt x="136" y="188"/>
                    <a:pt x="137" y="190"/>
                    <a:pt x="137" y="192"/>
                  </a:cubicBezTo>
                  <a:cubicBezTo>
                    <a:pt x="128" y="195"/>
                    <a:pt x="118" y="197"/>
                    <a:pt x="108" y="197"/>
                  </a:cubicBezTo>
                  <a:cubicBezTo>
                    <a:pt x="90" y="197"/>
                    <a:pt x="74" y="192"/>
                    <a:pt x="59" y="183"/>
                  </a:cubicBezTo>
                  <a:close/>
                  <a:moveTo>
                    <a:pt x="155" y="183"/>
                  </a:moveTo>
                  <a:cubicBezTo>
                    <a:pt x="154" y="182"/>
                    <a:pt x="154" y="181"/>
                    <a:pt x="154" y="180"/>
                  </a:cubicBezTo>
                  <a:cubicBezTo>
                    <a:pt x="153" y="178"/>
                    <a:pt x="153" y="177"/>
                    <a:pt x="153" y="176"/>
                  </a:cubicBezTo>
                  <a:cubicBezTo>
                    <a:pt x="151" y="171"/>
                    <a:pt x="150" y="166"/>
                    <a:pt x="149" y="161"/>
                  </a:cubicBezTo>
                  <a:cubicBezTo>
                    <a:pt x="149" y="161"/>
                    <a:pt x="148" y="161"/>
                    <a:pt x="148" y="161"/>
                  </a:cubicBezTo>
                  <a:cubicBezTo>
                    <a:pt x="147" y="156"/>
                    <a:pt x="145" y="151"/>
                    <a:pt x="144" y="146"/>
                  </a:cubicBezTo>
                  <a:cubicBezTo>
                    <a:pt x="143" y="145"/>
                    <a:pt x="143" y="144"/>
                    <a:pt x="142" y="142"/>
                  </a:cubicBezTo>
                  <a:cubicBezTo>
                    <a:pt x="142" y="141"/>
                    <a:pt x="142" y="140"/>
                    <a:pt x="141" y="138"/>
                  </a:cubicBezTo>
                  <a:cubicBezTo>
                    <a:pt x="146" y="138"/>
                    <a:pt x="150" y="137"/>
                    <a:pt x="155" y="137"/>
                  </a:cubicBezTo>
                  <a:cubicBezTo>
                    <a:pt x="155" y="137"/>
                    <a:pt x="156" y="137"/>
                    <a:pt x="156" y="137"/>
                  </a:cubicBezTo>
                  <a:cubicBezTo>
                    <a:pt x="159" y="137"/>
                    <a:pt x="161" y="137"/>
                    <a:pt x="164" y="137"/>
                  </a:cubicBezTo>
                  <a:cubicBezTo>
                    <a:pt x="164" y="137"/>
                    <a:pt x="164" y="137"/>
                    <a:pt x="164" y="137"/>
                  </a:cubicBezTo>
                  <a:cubicBezTo>
                    <a:pt x="167" y="137"/>
                    <a:pt x="170" y="138"/>
                    <a:pt x="173" y="138"/>
                  </a:cubicBezTo>
                  <a:cubicBezTo>
                    <a:pt x="173" y="138"/>
                    <a:pt x="173" y="138"/>
                    <a:pt x="174" y="138"/>
                  </a:cubicBezTo>
                  <a:cubicBezTo>
                    <a:pt x="176" y="138"/>
                    <a:pt x="178" y="138"/>
                    <a:pt x="181" y="139"/>
                  </a:cubicBezTo>
                  <a:cubicBezTo>
                    <a:pt x="181" y="139"/>
                    <a:pt x="182" y="139"/>
                    <a:pt x="182" y="139"/>
                  </a:cubicBezTo>
                  <a:cubicBezTo>
                    <a:pt x="185" y="139"/>
                    <a:pt x="188" y="140"/>
                    <a:pt x="190" y="140"/>
                  </a:cubicBezTo>
                  <a:cubicBezTo>
                    <a:pt x="183" y="158"/>
                    <a:pt x="171" y="173"/>
                    <a:pt x="155" y="183"/>
                  </a:cubicBezTo>
                  <a:close/>
                  <a:moveTo>
                    <a:pt x="195" y="122"/>
                  </a:moveTo>
                  <a:cubicBezTo>
                    <a:pt x="195" y="122"/>
                    <a:pt x="195" y="122"/>
                    <a:pt x="195" y="122"/>
                  </a:cubicBezTo>
                  <a:cubicBezTo>
                    <a:pt x="194" y="122"/>
                    <a:pt x="193" y="122"/>
                    <a:pt x="192" y="122"/>
                  </a:cubicBezTo>
                  <a:cubicBezTo>
                    <a:pt x="190" y="121"/>
                    <a:pt x="187" y="121"/>
                    <a:pt x="185" y="120"/>
                  </a:cubicBezTo>
                  <a:cubicBezTo>
                    <a:pt x="184" y="120"/>
                    <a:pt x="183" y="120"/>
                    <a:pt x="182" y="120"/>
                  </a:cubicBezTo>
                  <a:cubicBezTo>
                    <a:pt x="180" y="120"/>
                    <a:pt x="177" y="119"/>
                    <a:pt x="175" y="119"/>
                  </a:cubicBezTo>
                  <a:cubicBezTo>
                    <a:pt x="174" y="119"/>
                    <a:pt x="173" y="119"/>
                    <a:pt x="173" y="119"/>
                  </a:cubicBezTo>
                  <a:cubicBezTo>
                    <a:pt x="170" y="119"/>
                    <a:pt x="168" y="119"/>
                    <a:pt x="165" y="119"/>
                  </a:cubicBezTo>
                  <a:cubicBezTo>
                    <a:pt x="165" y="119"/>
                    <a:pt x="164" y="119"/>
                    <a:pt x="163" y="119"/>
                  </a:cubicBezTo>
                  <a:cubicBezTo>
                    <a:pt x="162" y="119"/>
                    <a:pt x="161" y="118"/>
                    <a:pt x="159" y="118"/>
                  </a:cubicBezTo>
                  <a:cubicBezTo>
                    <a:pt x="158" y="118"/>
                    <a:pt x="156" y="119"/>
                    <a:pt x="155" y="119"/>
                  </a:cubicBezTo>
                  <a:cubicBezTo>
                    <a:pt x="155" y="119"/>
                    <a:pt x="155" y="119"/>
                    <a:pt x="155" y="119"/>
                  </a:cubicBezTo>
                  <a:cubicBezTo>
                    <a:pt x="152" y="119"/>
                    <a:pt x="149" y="119"/>
                    <a:pt x="146" y="119"/>
                  </a:cubicBezTo>
                  <a:cubicBezTo>
                    <a:pt x="145" y="119"/>
                    <a:pt x="145" y="119"/>
                    <a:pt x="144" y="119"/>
                  </a:cubicBezTo>
                  <a:cubicBezTo>
                    <a:pt x="142" y="119"/>
                    <a:pt x="139" y="120"/>
                    <a:pt x="137" y="120"/>
                  </a:cubicBezTo>
                  <a:cubicBezTo>
                    <a:pt x="136" y="120"/>
                    <a:pt x="136" y="120"/>
                    <a:pt x="135" y="120"/>
                  </a:cubicBezTo>
                  <a:cubicBezTo>
                    <a:pt x="135" y="120"/>
                    <a:pt x="135" y="120"/>
                    <a:pt x="135" y="120"/>
                  </a:cubicBezTo>
                  <a:cubicBezTo>
                    <a:pt x="134" y="120"/>
                    <a:pt x="134" y="120"/>
                    <a:pt x="134" y="119"/>
                  </a:cubicBezTo>
                  <a:cubicBezTo>
                    <a:pt x="133" y="117"/>
                    <a:pt x="132" y="114"/>
                    <a:pt x="131" y="111"/>
                  </a:cubicBezTo>
                  <a:cubicBezTo>
                    <a:pt x="130" y="110"/>
                    <a:pt x="130" y="109"/>
                    <a:pt x="130" y="108"/>
                  </a:cubicBezTo>
                  <a:cubicBezTo>
                    <a:pt x="128" y="105"/>
                    <a:pt x="127" y="101"/>
                    <a:pt x="125" y="97"/>
                  </a:cubicBezTo>
                  <a:cubicBezTo>
                    <a:pt x="125" y="97"/>
                    <a:pt x="125" y="97"/>
                    <a:pt x="125" y="97"/>
                  </a:cubicBezTo>
                  <a:cubicBezTo>
                    <a:pt x="126" y="97"/>
                    <a:pt x="127" y="96"/>
                    <a:pt x="128" y="96"/>
                  </a:cubicBezTo>
                  <a:cubicBezTo>
                    <a:pt x="129" y="96"/>
                    <a:pt x="129" y="95"/>
                    <a:pt x="129" y="95"/>
                  </a:cubicBezTo>
                  <a:cubicBezTo>
                    <a:pt x="131" y="94"/>
                    <a:pt x="133" y="93"/>
                    <a:pt x="135" y="93"/>
                  </a:cubicBezTo>
                  <a:cubicBezTo>
                    <a:pt x="135" y="92"/>
                    <a:pt x="136" y="92"/>
                    <a:pt x="136" y="92"/>
                  </a:cubicBezTo>
                  <a:cubicBezTo>
                    <a:pt x="138" y="91"/>
                    <a:pt x="139" y="90"/>
                    <a:pt x="140" y="90"/>
                  </a:cubicBezTo>
                  <a:cubicBezTo>
                    <a:pt x="141" y="89"/>
                    <a:pt x="141" y="89"/>
                    <a:pt x="142" y="89"/>
                  </a:cubicBezTo>
                  <a:cubicBezTo>
                    <a:pt x="144" y="88"/>
                    <a:pt x="145" y="87"/>
                    <a:pt x="147" y="86"/>
                  </a:cubicBezTo>
                  <a:cubicBezTo>
                    <a:pt x="147" y="86"/>
                    <a:pt x="147" y="86"/>
                    <a:pt x="147" y="86"/>
                  </a:cubicBezTo>
                  <a:cubicBezTo>
                    <a:pt x="149" y="85"/>
                    <a:pt x="150" y="84"/>
                    <a:pt x="152" y="83"/>
                  </a:cubicBezTo>
                  <a:cubicBezTo>
                    <a:pt x="152" y="82"/>
                    <a:pt x="152" y="82"/>
                    <a:pt x="153" y="82"/>
                  </a:cubicBezTo>
                  <a:cubicBezTo>
                    <a:pt x="154" y="81"/>
                    <a:pt x="155" y="80"/>
                    <a:pt x="156" y="79"/>
                  </a:cubicBezTo>
                  <a:cubicBezTo>
                    <a:pt x="157" y="79"/>
                    <a:pt x="157" y="79"/>
                    <a:pt x="157" y="78"/>
                  </a:cubicBezTo>
                  <a:cubicBezTo>
                    <a:pt x="159" y="77"/>
                    <a:pt x="160" y="76"/>
                    <a:pt x="161" y="75"/>
                  </a:cubicBezTo>
                  <a:cubicBezTo>
                    <a:pt x="162" y="75"/>
                    <a:pt x="162" y="75"/>
                    <a:pt x="162" y="75"/>
                  </a:cubicBezTo>
                  <a:cubicBezTo>
                    <a:pt x="163" y="74"/>
                    <a:pt x="164" y="73"/>
                    <a:pt x="165" y="72"/>
                  </a:cubicBezTo>
                  <a:cubicBezTo>
                    <a:pt x="166" y="71"/>
                    <a:pt x="166" y="71"/>
                    <a:pt x="166" y="71"/>
                  </a:cubicBezTo>
                  <a:cubicBezTo>
                    <a:pt x="167" y="70"/>
                    <a:pt x="168" y="69"/>
                    <a:pt x="169" y="68"/>
                  </a:cubicBezTo>
                  <a:cubicBezTo>
                    <a:pt x="169" y="68"/>
                    <a:pt x="170" y="68"/>
                    <a:pt x="170" y="67"/>
                  </a:cubicBezTo>
                  <a:cubicBezTo>
                    <a:pt x="171" y="66"/>
                    <a:pt x="172" y="65"/>
                    <a:pt x="173" y="64"/>
                  </a:cubicBezTo>
                  <a:cubicBezTo>
                    <a:pt x="173" y="64"/>
                    <a:pt x="174" y="63"/>
                    <a:pt x="174" y="63"/>
                  </a:cubicBezTo>
                  <a:cubicBezTo>
                    <a:pt x="175" y="62"/>
                    <a:pt x="175" y="61"/>
                    <a:pt x="176" y="60"/>
                  </a:cubicBezTo>
                  <a:cubicBezTo>
                    <a:pt x="176" y="60"/>
                    <a:pt x="177" y="60"/>
                    <a:pt x="177" y="60"/>
                  </a:cubicBezTo>
                  <a:cubicBezTo>
                    <a:pt x="178" y="59"/>
                    <a:pt x="179" y="57"/>
                    <a:pt x="179" y="56"/>
                  </a:cubicBezTo>
                  <a:cubicBezTo>
                    <a:pt x="179" y="56"/>
                    <a:pt x="180" y="56"/>
                    <a:pt x="180" y="56"/>
                  </a:cubicBezTo>
                  <a:cubicBezTo>
                    <a:pt x="180" y="56"/>
                    <a:pt x="180" y="56"/>
                    <a:pt x="180" y="56"/>
                  </a:cubicBezTo>
                  <a:cubicBezTo>
                    <a:pt x="191" y="71"/>
                    <a:pt x="196" y="89"/>
                    <a:pt x="196" y="108"/>
                  </a:cubicBezTo>
                  <a:cubicBezTo>
                    <a:pt x="196" y="113"/>
                    <a:pt x="196" y="117"/>
                    <a:pt x="195" y="122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55" name="Group 154"/>
          <p:cNvGrpSpPr/>
          <p:nvPr/>
        </p:nvGrpSpPr>
        <p:grpSpPr>
          <a:xfrm>
            <a:off x="9461500" y="5005917"/>
            <a:ext cx="567267" cy="567267"/>
            <a:chOff x="7096125" y="3754438"/>
            <a:chExt cx="425450" cy="425450"/>
          </a:xfrm>
          <a:solidFill>
            <a:schemeClr val="accent1"/>
          </a:solidFill>
        </p:grpSpPr>
        <p:sp>
          <p:nvSpPr>
            <p:cNvPr id="23" name="Freeform 23"/>
            <p:cNvSpPr>
              <a:spLocks noEditPoints="1"/>
            </p:cNvSpPr>
            <p:nvPr/>
          </p:nvSpPr>
          <p:spPr bwMode="auto">
            <a:xfrm>
              <a:off x="7096125" y="3754438"/>
              <a:ext cx="425450" cy="425450"/>
            </a:xfrm>
            <a:custGeom>
              <a:avLst/>
              <a:gdLst>
                <a:gd name="T0" fmla="*/ 212 w 425"/>
                <a:gd name="T1" fmla="*/ 0 h 425"/>
                <a:gd name="T2" fmla="*/ 0 w 425"/>
                <a:gd name="T3" fmla="*/ 213 h 425"/>
                <a:gd name="T4" fmla="*/ 212 w 425"/>
                <a:gd name="T5" fmla="*/ 425 h 425"/>
                <a:gd name="T6" fmla="*/ 425 w 425"/>
                <a:gd name="T7" fmla="*/ 213 h 425"/>
                <a:gd name="T8" fmla="*/ 212 w 425"/>
                <a:gd name="T9" fmla="*/ 0 h 425"/>
                <a:gd name="T10" fmla="*/ 212 w 425"/>
                <a:gd name="T11" fmla="*/ 407 h 425"/>
                <a:gd name="T12" fmla="*/ 18 w 425"/>
                <a:gd name="T13" fmla="*/ 213 h 425"/>
                <a:gd name="T14" fmla="*/ 212 w 425"/>
                <a:gd name="T15" fmla="*/ 19 h 425"/>
                <a:gd name="T16" fmla="*/ 406 w 425"/>
                <a:gd name="T17" fmla="*/ 213 h 425"/>
                <a:gd name="T18" fmla="*/ 212 w 425"/>
                <a:gd name="T19" fmla="*/ 407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25" h="425">
                  <a:moveTo>
                    <a:pt x="212" y="0"/>
                  </a:moveTo>
                  <a:cubicBezTo>
                    <a:pt x="95" y="0"/>
                    <a:pt x="0" y="96"/>
                    <a:pt x="0" y="213"/>
                  </a:cubicBezTo>
                  <a:cubicBezTo>
                    <a:pt x="0" y="330"/>
                    <a:pt x="95" y="425"/>
                    <a:pt x="212" y="425"/>
                  </a:cubicBezTo>
                  <a:cubicBezTo>
                    <a:pt x="329" y="425"/>
                    <a:pt x="425" y="330"/>
                    <a:pt x="425" y="213"/>
                  </a:cubicBezTo>
                  <a:cubicBezTo>
                    <a:pt x="425" y="96"/>
                    <a:pt x="329" y="0"/>
                    <a:pt x="212" y="0"/>
                  </a:cubicBezTo>
                  <a:close/>
                  <a:moveTo>
                    <a:pt x="212" y="407"/>
                  </a:moveTo>
                  <a:cubicBezTo>
                    <a:pt x="105" y="407"/>
                    <a:pt x="18" y="320"/>
                    <a:pt x="18" y="213"/>
                  </a:cubicBezTo>
                  <a:cubicBezTo>
                    <a:pt x="18" y="106"/>
                    <a:pt x="105" y="19"/>
                    <a:pt x="212" y="19"/>
                  </a:cubicBezTo>
                  <a:cubicBezTo>
                    <a:pt x="319" y="19"/>
                    <a:pt x="406" y="106"/>
                    <a:pt x="406" y="213"/>
                  </a:cubicBezTo>
                  <a:cubicBezTo>
                    <a:pt x="406" y="320"/>
                    <a:pt x="319" y="407"/>
                    <a:pt x="212" y="407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4" name="Freeform 24"/>
            <p:cNvSpPr>
              <a:spLocks noEditPoints="1"/>
            </p:cNvSpPr>
            <p:nvPr/>
          </p:nvSpPr>
          <p:spPr bwMode="auto">
            <a:xfrm>
              <a:off x="7202488" y="3873500"/>
              <a:ext cx="134938" cy="215900"/>
            </a:xfrm>
            <a:custGeom>
              <a:avLst/>
              <a:gdLst>
                <a:gd name="T0" fmla="*/ 135 w 135"/>
                <a:gd name="T1" fmla="*/ 10 h 215"/>
                <a:gd name="T2" fmla="*/ 126 w 135"/>
                <a:gd name="T3" fmla="*/ 0 h 215"/>
                <a:gd name="T4" fmla="*/ 70 w 135"/>
                <a:gd name="T5" fmla="*/ 0 h 215"/>
                <a:gd name="T6" fmla="*/ 69 w 135"/>
                <a:gd name="T7" fmla="*/ 0 h 215"/>
                <a:gd name="T8" fmla="*/ 67 w 135"/>
                <a:gd name="T9" fmla="*/ 0 h 215"/>
                <a:gd name="T10" fmla="*/ 12 w 135"/>
                <a:gd name="T11" fmla="*/ 48 h 215"/>
                <a:gd name="T12" fmla="*/ 67 w 135"/>
                <a:gd name="T13" fmla="*/ 95 h 215"/>
                <a:gd name="T14" fmla="*/ 75 w 135"/>
                <a:gd name="T15" fmla="*/ 94 h 215"/>
                <a:gd name="T16" fmla="*/ 75 w 135"/>
                <a:gd name="T17" fmla="*/ 105 h 215"/>
                <a:gd name="T18" fmla="*/ 78 w 135"/>
                <a:gd name="T19" fmla="*/ 115 h 215"/>
                <a:gd name="T20" fmla="*/ 67 w 135"/>
                <a:gd name="T21" fmla="*/ 114 h 215"/>
                <a:gd name="T22" fmla="*/ 0 w 135"/>
                <a:gd name="T23" fmla="*/ 165 h 215"/>
                <a:gd name="T24" fmla="*/ 67 w 135"/>
                <a:gd name="T25" fmla="*/ 215 h 215"/>
                <a:gd name="T26" fmla="*/ 135 w 135"/>
                <a:gd name="T27" fmla="*/ 165 h 215"/>
                <a:gd name="T28" fmla="*/ 115 w 135"/>
                <a:gd name="T29" fmla="*/ 128 h 215"/>
                <a:gd name="T30" fmla="*/ 111 w 135"/>
                <a:gd name="T31" fmla="*/ 125 h 215"/>
                <a:gd name="T32" fmla="*/ 94 w 135"/>
                <a:gd name="T33" fmla="*/ 103 h 215"/>
                <a:gd name="T34" fmla="*/ 98 w 135"/>
                <a:gd name="T35" fmla="*/ 88 h 215"/>
                <a:gd name="T36" fmla="*/ 99 w 135"/>
                <a:gd name="T37" fmla="*/ 86 h 215"/>
                <a:gd name="T38" fmla="*/ 122 w 135"/>
                <a:gd name="T39" fmla="*/ 48 h 215"/>
                <a:gd name="T40" fmla="*/ 111 w 135"/>
                <a:gd name="T41" fmla="*/ 19 h 215"/>
                <a:gd name="T42" fmla="*/ 126 w 135"/>
                <a:gd name="T43" fmla="*/ 19 h 215"/>
                <a:gd name="T44" fmla="*/ 135 w 135"/>
                <a:gd name="T45" fmla="*/ 10 h 215"/>
                <a:gd name="T46" fmla="*/ 67 w 135"/>
                <a:gd name="T47" fmla="*/ 197 h 215"/>
                <a:gd name="T48" fmla="*/ 18 w 135"/>
                <a:gd name="T49" fmla="*/ 165 h 215"/>
                <a:gd name="T50" fmla="*/ 67 w 135"/>
                <a:gd name="T51" fmla="*/ 133 h 215"/>
                <a:gd name="T52" fmla="*/ 116 w 135"/>
                <a:gd name="T53" fmla="*/ 165 h 215"/>
                <a:gd name="T54" fmla="*/ 67 w 135"/>
                <a:gd name="T55" fmla="*/ 197 h 215"/>
                <a:gd name="T56" fmla="*/ 67 w 135"/>
                <a:gd name="T57" fmla="*/ 76 h 215"/>
                <a:gd name="T58" fmla="*/ 30 w 135"/>
                <a:gd name="T59" fmla="*/ 48 h 215"/>
                <a:gd name="T60" fmla="*/ 67 w 135"/>
                <a:gd name="T61" fmla="*/ 19 h 215"/>
                <a:gd name="T62" fmla="*/ 103 w 135"/>
                <a:gd name="T63" fmla="*/ 48 h 215"/>
                <a:gd name="T64" fmla="*/ 67 w 135"/>
                <a:gd name="T65" fmla="*/ 76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35" h="215">
                  <a:moveTo>
                    <a:pt x="135" y="10"/>
                  </a:moveTo>
                  <a:cubicBezTo>
                    <a:pt x="135" y="4"/>
                    <a:pt x="131" y="0"/>
                    <a:pt x="126" y="0"/>
                  </a:cubicBezTo>
                  <a:cubicBezTo>
                    <a:pt x="70" y="0"/>
                    <a:pt x="70" y="0"/>
                    <a:pt x="70" y="0"/>
                  </a:cubicBezTo>
                  <a:cubicBezTo>
                    <a:pt x="70" y="0"/>
                    <a:pt x="69" y="0"/>
                    <a:pt x="69" y="0"/>
                  </a:cubicBezTo>
                  <a:cubicBezTo>
                    <a:pt x="68" y="0"/>
                    <a:pt x="68" y="0"/>
                    <a:pt x="67" y="0"/>
                  </a:cubicBezTo>
                  <a:cubicBezTo>
                    <a:pt x="36" y="0"/>
                    <a:pt x="12" y="22"/>
                    <a:pt x="12" y="48"/>
                  </a:cubicBezTo>
                  <a:cubicBezTo>
                    <a:pt x="12" y="74"/>
                    <a:pt x="36" y="95"/>
                    <a:pt x="67" y="95"/>
                  </a:cubicBezTo>
                  <a:cubicBezTo>
                    <a:pt x="70" y="95"/>
                    <a:pt x="73" y="95"/>
                    <a:pt x="75" y="94"/>
                  </a:cubicBezTo>
                  <a:cubicBezTo>
                    <a:pt x="75" y="98"/>
                    <a:pt x="75" y="101"/>
                    <a:pt x="75" y="105"/>
                  </a:cubicBezTo>
                  <a:cubicBezTo>
                    <a:pt x="76" y="108"/>
                    <a:pt x="77" y="112"/>
                    <a:pt x="78" y="115"/>
                  </a:cubicBezTo>
                  <a:cubicBezTo>
                    <a:pt x="75" y="114"/>
                    <a:pt x="71" y="114"/>
                    <a:pt x="67" y="114"/>
                  </a:cubicBezTo>
                  <a:cubicBezTo>
                    <a:pt x="30" y="114"/>
                    <a:pt x="0" y="137"/>
                    <a:pt x="0" y="165"/>
                  </a:cubicBezTo>
                  <a:cubicBezTo>
                    <a:pt x="0" y="193"/>
                    <a:pt x="30" y="215"/>
                    <a:pt x="67" y="215"/>
                  </a:cubicBezTo>
                  <a:cubicBezTo>
                    <a:pt x="105" y="215"/>
                    <a:pt x="135" y="193"/>
                    <a:pt x="135" y="165"/>
                  </a:cubicBezTo>
                  <a:cubicBezTo>
                    <a:pt x="135" y="150"/>
                    <a:pt x="127" y="138"/>
                    <a:pt x="115" y="128"/>
                  </a:cubicBezTo>
                  <a:cubicBezTo>
                    <a:pt x="114" y="127"/>
                    <a:pt x="113" y="126"/>
                    <a:pt x="111" y="125"/>
                  </a:cubicBezTo>
                  <a:cubicBezTo>
                    <a:pt x="101" y="118"/>
                    <a:pt x="95" y="110"/>
                    <a:pt x="94" y="103"/>
                  </a:cubicBezTo>
                  <a:cubicBezTo>
                    <a:pt x="93" y="95"/>
                    <a:pt x="97" y="89"/>
                    <a:pt x="98" y="88"/>
                  </a:cubicBezTo>
                  <a:cubicBezTo>
                    <a:pt x="98" y="88"/>
                    <a:pt x="99" y="87"/>
                    <a:pt x="99" y="86"/>
                  </a:cubicBezTo>
                  <a:cubicBezTo>
                    <a:pt x="113" y="77"/>
                    <a:pt x="122" y="63"/>
                    <a:pt x="122" y="48"/>
                  </a:cubicBezTo>
                  <a:cubicBezTo>
                    <a:pt x="122" y="37"/>
                    <a:pt x="118" y="27"/>
                    <a:pt x="111" y="19"/>
                  </a:cubicBezTo>
                  <a:cubicBezTo>
                    <a:pt x="126" y="19"/>
                    <a:pt x="126" y="19"/>
                    <a:pt x="126" y="19"/>
                  </a:cubicBezTo>
                  <a:cubicBezTo>
                    <a:pt x="131" y="19"/>
                    <a:pt x="135" y="15"/>
                    <a:pt x="135" y="10"/>
                  </a:cubicBezTo>
                  <a:close/>
                  <a:moveTo>
                    <a:pt x="67" y="197"/>
                  </a:moveTo>
                  <a:cubicBezTo>
                    <a:pt x="41" y="197"/>
                    <a:pt x="18" y="182"/>
                    <a:pt x="18" y="165"/>
                  </a:cubicBezTo>
                  <a:cubicBezTo>
                    <a:pt x="18" y="147"/>
                    <a:pt x="41" y="133"/>
                    <a:pt x="67" y="133"/>
                  </a:cubicBezTo>
                  <a:cubicBezTo>
                    <a:pt x="94" y="133"/>
                    <a:pt x="116" y="147"/>
                    <a:pt x="116" y="165"/>
                  </a:cubicBezTo>
                  <a:cubicBezTo>
                    <a:pt x="116" y="182"/>
                    <a:pt x="94" y="197"/>
                    <a:pt x="67" y="197"/>
                  </a:cubicBezTo>
                  <a:close/>
                  <a:moveTo>
                    <a:pt x="67" y="76"/>
                  </a:moveTo>
                  <a:cubicBezTo>
                    <a:pt x="47" y="76"/>
                    <a:pt x="30" y="63"/>
                    <a:pt x="30" y="48"/>
                  </a:cubicBezTo>
                  <a:cubicBezTo>
                    <a:pt x="30" y="32"/>
                    <a:pt x="47" y="19"/>
                    <a:pt x="67" y="19"/>
                  </a:cubicBezTo>
                  <a:cubicBezTo>
                    <a:pt x="87" y="19"/>
                    <a:pt x="103" y="32"/>
                    <a:pt x="103" y="48"/>
                  </a:cubicBezTo>
                  <a:cubicBezTo>
                    <a:pt x="103" y="63"/>
                    <a:pt x="87" y="76"/>
                    <a:pt x="67" y="76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5" name="Freeform 25"/>
            <p:cNvSpPr>
              <a:spLocks/>
            </p:cNvSpPr>
            <p:nvPr/>
          </p:nvSpPr>
          <p:spPr bwMode="auto">
            <a:xfrm>
              <a:off x="7346950" y="3875088"/>
              <a:ext cx="93663" cy="93663"/>
            </a:xfrm>
            <a:custGeom>
              <a:avLst/>
              <a:gdLst>
                <a:gd name="T0" fmla="*/ 84 w 94"/>
                <a:gd name="T1" fmla="*/ 38 h 94"/>
                <a:gd name="T2" fmla="*/ 56 w 94"/>
                <a:gd name="T3" fmla="*/ 38 h 94"/>
                <a:gd name="T4" fmla="*/ 56 w 94"/>
                <a:gd name="T5" fmla="*/ 9 h 94"/>
                <a:gd name="T6" fmla="*/ 47 w 94"/>
                <a:gd name="T7" fmla="*/ 0 h 94"/>
                <a:gd name="T8" fmla="*/ 37 w 94"/>
                <a:gd name="T9" fmla="*/ 9 h 94"/>
                <a:gd name="T10" fmla="*/ 37 w 94"/>
                <a:gd name="T11" fmla="*/ 38 h 94"/>
                <a:gd name="T12" fmla="*/ 9 w 94"/>
                <a:gd name="T13" fmla="*/ 38 h 94"/>
                <a:gd name="T14" fmla="*/ 0 w 94"/>
                <a:gd name="T15" fmla="*/ 47 h 94"/>
                <a:gd name="T16" fmla="*/ 9 w 94"/>
                <a:gd name="T17" fmla="*/ 56 h 94"/>
                <a:gd name="T18" fmla="*/ 37 w 94"/>
                <a:gd name="T19" fmla="*/ 56 h 94"/>
                <a:gd name="T20" fmla="*/ 37 w 94"/>
                <a:gd name="T21" fmla="*/ 85 h 94"/>
                <a:gd name="T22" fmla="*/ 47 w 94"/>
                <a:gd name="T23" fmla="*/ 94 h 94"/>
                <a:gd name="T24" fmla="*/ 56 w 94"/>
                <a:gd name="T25" fmla="*/ 85 h 94"/>
                <a:gd name="T26" fmla="*/ 56 w 94"/>
                <a:gd name="T27" fmla="*/ 56 h 94"/>
                <a:gd name="T28" fmla="*/ 84 w 94"/>
                <a:gd name="T29" fmla="*/ 56 h 94"/>
                <a:gd name="T30" fmla="*/ 94 w 94"/>
                <a:gd name="T31" fmla="*/ 47 h 94"/>
                <a:gd name="T32" fmla="*/ 84 w 94"/>
                <a:gd name="T33" fmla="*/ 38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4" h="94">
                  <a:moveTo>
                    <a:pt x="84" y="38"/>
                  </a:moveTo>
                  <a:cubicBezTo>
                    <a:pt x="56" y="38"/>
                    <a:pt x="56" y="38"/>
                    <a:pt x="56" y="38"/>
                  </a:cubicBezTo>
                  <a:cubicBezTo>
                    <a:pt x="56" y="9"/>
                    <a:pt x="56" y="9"/>
                    <a:pt x="56" y="9"/>
                  </a:cubicBezTo>
                  <a:cubicBezTo>
                    <a:pt x="56" y="4"/>
                    <a:pt x="52" y="0"/>
                    <a:pt x="47" y="0"/>
                  </a:cubicBezTo>
                  <a:cubicBezTo>
                    <a:pt x="41" y="0"/>
                    <a:pt x="37" y="4"/>
                    <a:pt x="37" y="9"/>
                  </a:cubicBezTo>
                  <a:cubicBezTo>
                    <a:pt x="37" y="38"/>
                    <a:pt x="37" y="38"/>
                    <a:pt x="37" y="38"/>
                  </a:cubicBezTo>
                  <a:cubicBezTo>
                    <a:pt x="9" y="38"/>
                    <a:pt x="9" y="38"/>
                    <a:pt x="9" y="38"/>
                  </a:cubicBezTo>
                  <a:cubicBezTo>
                    <a:pt x="4" y="38"/>
                    <a:pt x="0" y="42"/>
                    <a:pt x="0" y="47"/>
                  </a:cubicBezTo>
                  <a:cubicBezTo>
                    <a:pt x="0" y="52"/>
                    <a:pt x="4" y="56"/>
                    <a:pt x="9" y="56"/>
                  </a:cubicBezTo>
                  <a:cubicBezTo>
                    <a:pt x="37" y="56"/>
                    <a:pt x="37" y="56"/>
                    <a:pt x="37" y="56"/>
                  </a:cubicBezTo>
                  <a:cubicBezTo>
                    <a:pt x="37" y="85"/>
                    <a:pt x="37" y="85"/>
                    <a:pt x="37" y="85"/>
                  </a:cubicBezTo>
                  <a:cubicBezTo>
                    <a:pt x="37" y="90"/>
                    <a:pt x="41" y="94"/>
                    <a:pt x="47" y="94"/>
                  </a:cubicBezTo>
                  <a:cubicBezTo>
                    <a:pt x="52" y="94"/>
                    <a:pt x="56" y="90"/>
                    <a:pt x="56" y="85"/>
                  </a:cubicBezTo>
                  <a:cubicBezTo>
                    <a:pt x="56" y="56"/>
                    <a:pt x="56" y="56"/>
                    <a:pt x="56" y="56"/>
                  </a:cubicBezTo>
                  <a:cubicBezTo>
                    <a:pt x="84" y="56"/>
                    <a:pt x="84" y="56"/>
                    <a:pt x="84" y="56"/>
                  </a:cubicBezTo>
                  <a:cubicBezTo>
                    <a:pt x="89" y="56"/>
                    <a:pt x="94" y="52"/>
                    <a:pt x="94" y="47"/>
                  </a:cubicBezTo>
                  <a:cubicBezTo>
                    <a:pt x="94" y="42"/>
                    <a:pt x="89" y="38"/>
                    <a:pt x="84" y="3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56" name="Group 155"/>
          <p:cNvGrpSpPr/>
          <p:nvPr/>
        </p:nvGrpSpPr>
        <p:grpSpPr>
          <a:xfrm>
            <a:off x="10545233" y="5005917"/>
            <a:ext cx="567267" cy="567267"/>
            <a:chOff x="7908925" y="3754438"/>
            <a:chExt cx="425450" cy="425450"/>
          </a:xfrm>
          <a:solidFill>
            <a:schemeClr val="accent1"/>
          </a:solidFill>
        </p:grpSpPr>
        <p:sp>
          <p:nvSpPr>
            <p:cNvPr id="26" name="Freeform 26"/>
            <p:cNvSpPr>
              <a:spLocks noEditPoints="1"/>
            </p:cNvSpPr>
            <p:nvPr/>
          </p:nvSpPr>
          <p:spPr bwMode="auto">
            <a:xfrm>
              <a:off x="8026400" y="3913188"/>
              <a:ext cx="57150" cy="161925"/>
            </a:xfrm>
            <a:custGeom>
              <a:avLst/>
              <a:gdLst>
                <a:gd name="T0" fmla="*/ 49 w 58"/>
                <a:gd name="T1" fmla="*/ 0 h 162"/>
                <a:gd name="T2" fmla="*/ 10 w 58"/>
                <a:gd name="T3" fmla="*/ 0 h 162"/>
                <a:gd name="T4" fmla="*/ 0 w 58"/>
                <a:gd name="T5" fmla="*/ 9 h 162"/>
                <a:gd name="T6" fmla="*/ 0 w 58"/>
                <a:gd name="T7" fmla="*/ 153 h 162"/>
                <a:gd name="T8" fmla="*/ 10 w 58"/>
                <a:gd name="T9" fmla="*/ 162 h 162"/>
                <a:gd name="T10" fmla="*/ 49 w 58"/>
                <a:gd name="T11" fmla="*/ 162 h 162"/>
                <a:gd name="T12" fmla="*/ 58 w 58"/>
                <a:gd name="T13" fmla="*/ 153 h 162"/>
                <a:gd name="T14" fmla="*/ 58 w 58"/>
                <a:gd name="T15" fmla="*/ 9 h 162"/>
                <a:gd name="T16" fmla="*/ 49 w 58"/>
                <a:gd name="T17" fmla="*/ 0 h 162"/>
                <a:gd name="T18" fmla="*/ 39 w 58"/>
                <a:gd name="T19" fmla="*/ 144 h 162"/>
                <a:gd name="T20" fmla="*/ 19 w 58"/>
                <a:gd name="T21" fmla="*/ 144 h 162"/>
                <a:gd name="T22" fmla="*/ 19 w 58"/>
                <a:gd name="T23" fmla="*/ 18 h 162"/>
                <a:gd name="T24" fmla="*/ 39 w 58"/>
                <a:gd name="T25" fmla="*/ 18 h 162"/>
                <a:gd name="T26" fmla="*/ 39 w 58"/>
                <a:gd name="T27" fmla="*/ 144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8" h="162">
                  <a:moveTo>
                    <a:pt x="49" y="0"/>
                  </a:moveTo>
                  <a:cubicBezTo>
                    <a:pt x="10" y="0"/>
                    <a:pt x="10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0" y="158"/>
                    <a:pt x="5" y="162"/>
                    <a:pt x="10" y="162"/>
                  </a:cubicBezTo>
                  <a:cubicBezTo>
                    <a:pt x="49" y="162"/>
                    <a:pt x="49" y="162"/>
                    <a:pt x="49" y="162"/>
                  </a:cubicBezTo>
                  <a:cubicBezTo>
                    <a:pt x="54" y="162"/>
                    <a:pt x="58" y="158"/>
                    <a:pt x="58" y="153"/>
                  </a:cubicBezTo>
                  <a:cubicBezTo>
                    <a:pt x="58" y="9"/>
                    <a:pt x="58" y="9"/>
                    <a:pt x="58" y="9"/>
                  </a:cubicBezTo>
                  <a:cubicBezTo>
                    <a:pt x="58" y="4"/>
                    <a:pt x="54" y="0"/>
                    <a:pt x="49" y="0"/>
                  </a:cubicBezTo>
                  <a:close/>
                  <a:moveTo>
                    <a:pt x="39" y="144"/>
                  </a:moveTo>
                  <a:cubicBezTo>
                    <a:pt x="19" y="144"/>
                    <a:pt x="19" y="144"/>
                    <a:pt x="19" y="144"/>
                  </a:cubicBezTo>
                  <a:cubicBezTo>
                    <a:pt x="19" y="18"/>
                    <a:pt x="19" y="18"/>
                    <a:pt x="19" y="18"/>
                  </a:cubicBezTo>
                  <a:cubicBezTo>
                    <a:pt x="39" y="18"/>
                    <a:pt x="39" y="18"/>
                    <a:pt x="39" y="18"/>
                  </a:cubicBezTo>
                  <a:lnTo>
                    <a:pt x="39" y="14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7" name="Freeform 27"/>
            <p:cNvSpPr>
              <a:spLocks noEditPoints="1"/>
            </p:cNvSpPr>
            <p:nvPr/>
          </p:nvSpPr>
          <p:spPr bwMode="auto">
            <a:xfrm>
              <a:off x="8026400" y="3846513"/>
              <a:ext cx="58738" cy="58738"/>
            </a:xfrm>
            <a:custGeom>
              <a:avLst/>
              <a:gdLst>
                <a:gd name="T0" fmla="*/ 29 w 58"/>
                <a:gd name="T1" fmla="*/ 0 h 58"/>
                <a:gd name="T2" fmla="*/ 0 w 58"/>
                <a:gd name="T3" fmla="*/ 29 h 58"/>
                <a:gd name="T4" fmla="*/ 29 w 58"/>
                <a:gd name="T5" fmla="*/ 58 h 58"/>
                <a:gd name="T6" fmla="*/ 58 w 58"/>
                <a:gd name="T7" fmla="*/ 29 h 58"/>
                <a:gd name="T8" fmla="*/ 29 w 58"/>
                <a:gd name="T9" fmla="*/ 0 h 58"/>
                <a:gd name="T10" fmla="*/ 29 w 58"/>
                <a:gd name="T11" fmla="*/ 40 h 58"/>
                <a:gd name="T12" fmla="*/ 19 w 58"/>
                <a:gd name="T13" fmla="*/ 29 h 58"/>
                <a:gd name="T14" fmla="*/ 29 w 58"/>
                <a:gd name="T15" fmla="*/ 19 h 58"/>
                <a:gd name="T16" fmla="*/ 39 w 58"/>
                <a:gd name="T17" fmla="*/ 29 h 58"/>
                <a:gd name="T18" fmla="*/ 29 w 58"/>
                <a:gd name="T19" fmla="*/ 40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8" h="58">
                  <a:moveTo>
                    <a:pt x="29" y="0"/>
                  </a:moveTo>
                  <a:cubicBezTo>
                    <a:pt x="13" y="0"/>
                    <a:pt x="0" y="13"/>
                    <a:pt x="0" y="29"/>
                  </a:cubicBezTo>
                  <a:cubicBezTo>
                    <a:pt x="0" y="45"/>
                    <a:pt x="13" y="58"/>
                    <a:pt x="29" y="58"/>
                  </a:cubicBezTo>
                  <a:cubicBezTo>
                    <a:pt x="45" y="58"/>
                    <a:pt x="58" y="45"/>
                    <a:pt x="58" y="29"/>
                  </a:cubicBezTo>
                  <a:cubicBezTo>
                    <a:pt x="58" y="13"/>
                    <a:pt x="45" y="0"/>
                    <a:pt x="29" y="0"/>
                  </a:cubicBezTo>
                  <a:close/>
                  <a:moveTo>
                    <a:pt x="29" y="40"/>
                  </a:moveTo>
                  <a:cubicBezTo>
                    <a:pt x="23" y="40"/>
                    <a:pt x="19" y="35"/>
                    <a:pt x="19" y="29"/>
                  </a:cubicBezTo>
                  <a:cubicBezTo>
                    <a:pt x="19" y="24"/>
                    <a:pt x="23" y="19"/>
                    <a:pt x="29" y="19"/>
                  </a:cubicBezTo>
                  <a:cubicBezTo>
                    <a:pt x="35" y="19"/>
                    <a:pt x="39" y="24"/>
                    <a:pt x="39" y="29"/>
                  </a:cubicBezTo>
                  <a:cubicBezTo>
                    <a:pt x="39" y="35"/>
                    <a:pt x="35" y="40"/>
                    <a:pt x="29" y="4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8" name="Freeform 28"/>
            <p:cNvSpPr>
              <a:spLocks noEditPoints="1"/>
            </p:cNvSpPr>
            <p:nvPr/>
          </p:nvSpPr>
          <p:spPr bwMode="auto">
            <a:xfrm>
              <a:off x="8091488" y="3913188"/>
              <a:ext cx="138113" cy="161925"/>
            </a:xfrm>
            <a:custGeom>
              <a:avLst/>
              <a:gdLst>
                <a:gd name="T0" fmla="*/ 76 w 138"/>
                <a:gd name="T1" fmla="*/ 0 h 162"/>
                <a:gd name="T2" fmla="*/ 56 w 138"/>
                <a:gd name="T3" fmla="*/ 4 h 162"/>
                <a:gd name="T4" fmla="*/ 48 w 138"/>
                <a:gd name="T5" fmla="*/ 0 h 162"/>
                <a:gd name="T6" fmla="*/ 9 w 138"/>
                <a:gd name="T7" fmla="*/ 0 h 162"/>
                <a:gd name="T8" fmla="*/ 0 w 138"/>
                <a:gd name="T9" fmla="*/ 9 h 162"/>
                <a:gd name="T10" fmla="*/ 0 w 138"/>
                <a:gd name="T11" fmla="*/ 153 h 162"/>
                <a:gd name="T12" fmla="*/ 9 w 138"/>
                <a:gd name="T13" fmla="*/ 162 h 162"/>
                <a:gd name="T14" fmla="*/ 48 w 138"/>
                <a:gd name="T15" fmla="*/ 162 h 162"/>
                <a:gd name="T16" fmla="*/ 58 w 138"/>
                <a:gd name="T17" fmla="*/ 153 h 162"/>
                <a:gd name="T18" fmla="*/ 58 w 138"/>
                <a:gd name="T19" fmla="*/ 66 h 162"/>
                <a:gd name="T20" fmla="*/ 58 w 138"/>
                <a:gd name="T21" fmla="*/ 66 h 162"/>
                <a:gd name="T22" fmla="*/ 60 w 138"/>
                <a:gd name="T23" fmla="*/ 60 h 162"/>
                <a:gd name="T24" fmla="*/ 68 w 138"/>
                <a:gd name="T25" fmla="*/ 58 h 162"/>
                <a:gd name="T26" fmla="*/ 78 w 138"/>
                <a:gd name="T27" fmla="*/ 66 h 162"/>
                <a:gd name="T28" fmla="*/ 78 w 138"/>
                <a:gd name="T29" fmla="*/ 153 h 162"/>
                <a:gd name="T30" fmla="*/ 88 w 138"/>
                <a:gd name="T31" fmla="*/ 162 h 162"/>
                <a:gd name="T32" fmla="*/ 129 w 138"/>
                <a:gd name="T33" fmla="*/ 162 h 162"/>
                <a:gd name="T34" fmla="*/ 138 w 138"/>
                <a:gd name="T35" fmla="*/ 153 h 162"/>
                <a:gd name="T36" fmla="*/ 138 w 138"/>
                <a:gd name="T37" fmla="*/ 64 h 162"/>
                <a:gd name="T38" fmla="*/ 76 w 138"/>
                <a:gd name="T39" fmla="*/ 0 h 162"/>
                <a:gd name="T40" fmla="*/ 119 w 138"/>
                <a:gd name="T41" fmla="*/ 144 h 162"/>
                <a:gd name="T42" fmla="*/ 97 w 138"/>
                <a:gd name="T43" fmla="*/ 144 h 162"/>
                <a:gd name="T44" fmla="*/ 97 w 138"/>
                <a:gd name="T45" fmla="*/ 66 h 162"/>
                <a:gd name="T46" fmla="*/ 68 w 138"/>
                <a:gd name="T47" fmla="*/ 39 h 162"/>
                <a:gd name="T48" fmla="*/ 46 w 138"/>
                <a:gd name="T49" fmla="*/ 48 h 162"/>
                <a:gd name="T50" fmla="*/ 39 w 138"/>
                <a:gd name="T51" fmla="*/ 67 h 162"/>
                <a:gd name="T52" fmla="*/ 39 w 138"/>
                <a:gd name="T53" fmla="*/ 144 h 162"/>
                <a:gd name="T54" fmla="*/ 19 w 138"/>
                <a:gd name="T55" fmla="*/ 144 h 162"/>
                <a:gd name="T56" fmla="*/ 19 w 138"/>
                <a:gd name="T57" fmla="*/ 18 h 162"/>
                <a:gd name="T58" fmla="*/ 39 w 138"/>
                <a:gd name="T59" fmla="*/ 18 h 162"/>
                <a:gd name="T60" fmla="*/ 39 w 138"/>
                <a:gd name="T61" fmla="*/ 20 h 162"/>
                <a:gd name="T62" fmla="*/ 44 w 138"/>
                <a:gd name="T63" fmla="*/ 29 h 162"/>
                <a:gd name="T64" fmla="*/ 54 w 138"/>
                <a:gd name="T65" fmla="*/ 28 h 162"/>
                <a:gd name="T66" fmla="*/ 56 w 138"/>
                <a:gd name="T67" fmla="*/ 26 h 162"/>
                <a:gd name="T68" fmla="*/ 76 w 138"/>
                <a:gd name="T69" fmla="*/ 18 h 162"/>
                <a:gd name="T70" fmla="*/ 119 w 138"/>
                <a:gd name="T71" fmla="*/ 64 h 162"/>
                <a:gd name="T72" fmla="*/ 119 w 138"/>
                <a:gd name="T73" fmla="*/ 144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38" h="162">
                  <a:moveTo>
                    <a:pt x="76" y="0"/>
                  </a:moveTo>
                  <a:cubicBezTo>
                    <a:pt x="68" y="0"/>
                    <a:pt x="61" y="1"/>
                    <a:pt x="56" y="4"/>
                  </a:cubicBezTo>
                  <a:cubicBezTo>
                    <a:pt x="54" y="1"/>
                    <a:pt x="52" y="0"/>
                    <a:pt x="48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0" y="158"/>
                    <a:pt x="4" y="162"/>
                    <a:pt x="9" y="162"/>
                  </a:cubicBezTo>
                  <a:cubicBezTo>
                    <a:pt x="48" y="162"/>
                    <a:pt x="48" y="162"/>
                    <a:pt x="48" y="162"/>
                  </a:cubicBezTo>
                  <a:cubicBezTo>
                    <a:pt x="53" y="162"/>
                    <a:pt x="58" y="158"/>
                    <a:pt x="58" y="153"/>
                  </a:cubicBezTo>
                  <a:cubicBezTo>
                    <a:pt x="58" y="66"/>
                    <a:pt x="58" y="66"/>
                    <a:pt x="58" y="66"/>
                  </a:cubicBezTo>
                  <a:cubicBezTo>
                    <a:pt x="58" y="66"/>
                    <a:pt x="58" y="66"/>
                    <a:pt x="58" y="66"/>
                  </a:cubicBezTo>
                  <a:cubicBezTo>
                    <a:pt x="58" y="66"/>
                    <a:pt x="57" y="62"/>
                    <a:pt x="60" y="60"/>
                  </a:cubicBezTo>
                  <a:cubicBezTo>
                    <a:pt x="62" y="58"/>
                    <a:pt x="66" y="58"/>
                    <a:pt x="68" y="58"/>
                  </a:cubicBezTo>
                  <a:cubicBezTo>
                    <a:pt x="77" y="58"/>
                    <a:pt x="78" y="61"/>
                    <a:pt x="78" y="66"/>
                  </a:cubicBezTo>
                  <a:cubicBezTo>
                    <a:pt x="78" y="153"/>
                    <a:pt x="78" y="153"/>
                    <a:pt x="78" y="153"/>
                  </a:cubicBezTo>
                  <a:cubicBezTo>
                    <a:pt x="78" y="158"/>
                    <a:pt x="82" y="162"/>
                    <a:pt x="88" y="162"/>
                  </a:cubicBezTo>
                  <a:cubicBezTo>
                    <a:pt x="129" y="162"/>
                    <a:pt x="129" y="162"/>
                    <a:pt x="129" y="162"/>
                  </a:cubicBezTo>
                  <a:cubicBezTo>
                    <a:pt x="134" y="162"/>
                    <a:pt x="138" y="158"/>
                    <a:pt x="138" y="153"/>
                  </a:cubicBezTo>
                  <a:cubicBezTo>
                    <a:pt x="138" y="64"/>
                    <a:pt x="138" y="64"/>
                    <a:pt x="138" y="64"/>
                  </a:cubicBezTo>
                  <a:cubicBezTo>
                    <a:pt x="138" y="16"/>
                    <a:pt x="104" y="0"/>
                    <a:pt x="76" y="0"/>
                  </a:cubicBezTo>
                  <a:close/>
                  <a:moveTo>
                    <a:pt x="119" y="144"/>
                  </a:moveTo>
                  <a:cubicBezTo>
                    <a:pt x="97" y="144"/>
                    <a:pt x="97" y="144"/>
                    <a:pt x="97" y="144"/>
                  </a:cubicBezTo>
                  <a:cubicBezTo>
                    <a:pt x="97" y="66"/>
                    <a:pt x="97" y="66"/>
                    <a:pt x="97" y="66"/>
                  </a:cubicBezTo>
                  <a:cubicBezTo>
                    <a:pt x="97" y="50"/>
                    <a:pt x="86" y="39"/>
                    <a:pt x="68" y="39"/>
                  </a:cubicBezTo>
                  <a:cubicBezTo>
                    <a:pt x="56" y="39"/>
                    <a:pt x="49" y="44"/>
                    <a:pt x="46" y="48"/>
                  </a:cubicBezTo>
                  <a:cubicBezTo>
                    <a:pt x="39" y="55"/>
                    <a:pt x="39" y="64"/>
                    <a:pt x="39" y="67"/>
                  </a:cubicBezTo>
                  <a:cubicBezTo>
                    <a:pt x="39" y="144"/>
                    <a:pt x="39" y="144"/>
                    <a:pt x="39" y="144"/>
                  </a:cubicBezTo>
                  <a:cubicBezTo>
                    <a:pt x="19" y="144"/>
                    <a:pt x="19" y="144"/>
                    <a:pt x="19" y="144"/>
                  </a:cubicBezTo>
                  <a:cubicBezTo>
                    <a:pt x="19" y="18"/>
                    <a:pt x="19" y="18"/>
                    <a:pt x="19" y="18"/>
                  </a:cubicBezTo>
                  <a:cubicBezTo>
                    <a:pt x="39" y="18"/>
                    <a:pt x="39" y="18"/>
                    <a:pt x="39" y="18"/>
                  </a:cubicBezTo>
                  <a:cubicBezTo>
                    <a:pt x="39" y="20"/>
                    <a:pt x="39" y="20"/>
                    <a:pt x="39" y="20"/>
                  </a:cubicBezTo>
                  <a:cubicBezTo>
                    <a:pt x="39" y="24"/>
                    <a:pt x="41" y="27"/>
                    <a:pt x="44" y="29"/>
                  </a:cubicBezTo>
                  <a:cubicBezTo>
                    <a:pt x="47" y="30"/>
                    <a:pt x="51" y="30"/>
                    <a:pt x="54" y="28"/>
                  </a:cubicBezTo>
                  <a:cubicBezTo>
                    <a:pt x="55" y="27"/>
                    <a:pt x="55" y="27"/>
                    <a:pt x="56" y="26"/>
                  </a:cubicBezTo>
                  <a:cubicBezTo>
                    <a:pt x="61" y="22"/>
                    <a:pt x="66" y="18"/>
                    <a:pt x="76" y="18"/>
                  </a:cubicBezTo>
                  <a:cubicBezTo>
                    <a:pt x="86" y="18"/>
                    <a:pt x="119" y="22"/>
                    <a:pt x="119" y="64"/>
                  </a:cubicBezTo>
                  <a:lnTo>
                    <a:pt x="119" y="14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9" name="Freeform 29"/>
            <p:cNvSpPr>
              <a:spLocks noEditPoints="1"/>
            </p:cNvSpPr>
            <p:nvPr/>
          </p:nvSpPr>
          <p:spPr bwMode="auto">
            <a:xfrm>
              <a:off x="7908925" y="3754438"/>
              <a:ext cx="425450" cy="425450"/>
            </a:xfrm>
            <a:custGeom>
              <a:avLst/>
              <a:gdLst>
                <a:gd name="T0" fmla="*/ 213 w 425"/>
                <a:gd name="T1" fmla="*/ 0 h 425"/>
                <a:gd name="T2" fmla="*/ 0 w 425"/>
                <a:gd name="T3" fmla="*/ 213 h 425"/>
                <a:gd name="T4" fmla="*/ 213 w 425"/>
                <a:gd name="T5" fmla="*/ 425 h 425"/>
                <a:gd name="T6" fmla="*/ 425 w 425"/>
                <a:gd name="T7" fmla="*/ 213 h 425"/>
                <a:gd name="T8" fmla="*/ 213 w 425"/>
                <a:gd name="T9" fmla="*/ 0 h 425"/>
                <a:gd name="T10" fmla="*/ 213 w 425"/>
                <a:gd name="T11" fmla="*/ 407 h 425"/>
                <a:gd name="T12" fmla="*/ 19 w 425"/>
                <a:gd name="T13" fmla="*/ 213 h 425"/>
                <a:gd name="T14" fmla="*/ 213 w 425"/>
                <a:gd name="T15" fmla="*/ 19 h 425"/>
                <a:gd name="T16" fmla="*/ 406 w 425"/>
                <a:gd name="T17" fmla="*/ 213 h 425"/>
                <a:gd name="T18" fmla="*/ 213 w 425"/>
                <a:gd name="T19" fmla="*/ 407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25" h="425">
                  <a:moveTo>
                    <a:pt x="213" y="0"/>
                  </a:moveTo>
                  <a:cubicBezTo>
                    <a:pt x="95" y="0"/>
                    <a:pt x="0" y="96"/>
                    <a:pt x="0" y="213"/>
                  </a:cubicBezTo>
                  <a:cubicBezTo>
                    <a:pt x="0" y="330"/>
                    <a:pt x="95" y="425"/>
                    <a:pt x="213" y="425"/>
                  </a:cubicBezTo>
                  <a:cubicBezTo>
                    <a:pt x="330" y="425"/>
                    <a:pt x="425" y="330"/>
                    <a:pt x="425" y="213"/>
                  </a:cubicBezTo>
                  <a:cubicBezTo>
                    <a:pt x="425" y="96"/>
                    <a:pt x="330" y="0"/>
                    <a:pt x="213" y="0"/>
                  </a:cubicBezTo>
                  <a:close/>
                  <a:moveTo>
                    <a:pt x="213" y="407"/>
                  </a:moveTo>
                  <a:cubicBezTo>
                    <a:pt x="106" y="407"/>
                    <a:pt x="19" y="320"/>
                    <a:pt x="19" y="213"/>
                  </a:cubicBezTo>
                  <a:cubicBezTo>
                    <a:pt x="19" y="106"/>
                    <a:pt x="106" y="19"/>
                    <a:pt x="213" y="19"/>
                  </a:cubicBezTo>
                  <a:cubicBezTo>
                    <a:pt x="319" y="19"/>
                    <a:pt x="406" y="106"/>
                    <a:pt x="406" y="213"/>
                  </a:cubicBezTo>
                  <a:cubicBezTo>
                    <a:pt x="406" y="320"/>
                    <a:pt x="319" y="407"/>
                    <a:pt x="213" y="407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2961217" y="5005917"/>
            <a:ext cx="567267" cy="567267"/>
            <a:chOff x="2220913" y="3754438"/>
            <a:chExt cx="425450" cy="425450"/>
          </a:xfrm>
          <a:solidFill>
            <a:schemeClr val="accent1"/>
          </a:solidFill>
        </p:grpSpPr>
        <p:sp>
          <p:nvSpPr>
            <p:cNvPr id="30" name="Freeform 30"/>
            <p:cNvSpPr>
              <a:spLocks noEditPoints="1"/>
            </p:cNvSpPr>
            <p:nvPr/>
          </p:nvSpPr>
          <p:spPr bwMode="auto">
            <a:xfrm>
              <a:off x="2220913" y="3754438"/>
              <a:ext cx="425450" cy="425450"/>
            </a:xfrm>
            <a:custGeom>
              <a:avLst/>
              <a:gdLst>
                <a:gd name="T0" fmla="*/ 212 w 425"/>
                <a:gd name="T1" fmla="*/ 0 h 425"/>
                <a:gd name="T2" fmla="*/ 0 w 425"/>
                <a:gd name="T3" fmla="*/ 213 h 425"/>
                <a:gd name="T4" fmla="*/ 212 w 425"/>
                <a:gd name="T5" fmla="*/ 425 h 425"/>
                <a:gd name="T6" fmla="*/ 425 w 425"/>
                <a:gd name="T7" fmla="*/ 213 h 425"/>
                <a:gd name="T8" fmla="*/ 212 w 425"/>
                <a:gd name="T9" fmla="*/ 0 h 425"/>
                <a:gd name="T10" fmla="*/ 212 w 425"/>
                <a:gd name="T11" fmla="*/ 407 h 425"/>
                <a:gd name="T12" fmla="*/ 18 w 425"/>
                <a:gd name="T13" fmla="*/ 213 h 425"/>
                <a:gd name="T14" fmla="*/ 212 w 425"/>
                <a:gd name="T15" fmla="*/ 19 h 425"/>
                <a:gd name="T16" fmla="*/ 406 w 425"/>
                <a:gd name="T17" fmla="*/ 213 h 425"/>
                <a:gd name="T18" fmla="*/ 212 w 425"/>
                <a:gd name="T19" fmla="*/ 407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25" h="425">
                  <a:moveTo>
                    <a:pt x="212" y="0"/>
                  </a:moveTo>
                  <a:cubicBezTo>
                    <a:pt x="95" y="0"/>
                    <a:pt x="0" y="96"/>
                    <a:pt x="0" y="213"/>
                  </a:cubicBezTo>
                  <a:cubicBezTo>
                    <a:pt x="0" y="330"/>
                    <a:pt x="95" y="425"/>
                    <a:pt x="212" y="425"/>
                  </a:cubicBezTo>
                  <a:cubicBezTo>
                    <a:pt x="329" y="425"/>
                    <a:pt x="425" y="330"/>
                    <a:pt x="425" y="213"/>
                  </a:cubicBezTo>
                  <a:cubicBezTo>
                    <a:pt x="425" y="96"/>
                    <a:pt x="329" y="0"/>
                    <a:pt x="212" y="0"/>
                  </a:cubicBezTo>
                  <a:close/>
                  <a:moveTo>
                    <a:pt x="212" y="407"/>
                  </a:moveTo>
                  <a:cubicBezTo>
                    <a:pt x="105" y="407"/>
                    <a:pt x="18" y="320"/>
                    <a:pt x="18" y="213"/>
                  </a:cubicBezTo>
                  <a:cubicBezTo>
                    <a:pt x="18" y="106"/>
                    <a:pt x="105" y="19"/>
                    <a:pt x="212" y="19"/>
                  </a:cubicBezTo>
                  <a:cubicBezTo>
                    <a:pt x="319" y="19"/>
                    <a:pt x="406" y="106"/>
                    <a:pt x="406" y="213"/>
                  </a:cubicBezTo>
                  <a:cubicBezTo>
                    <a:pt x="406" y="320"/>
                    <a:pt x="319" y="407"/>
                    <a:pt x="212" y="407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1" name="Freeform 31"/>
            <p:cNvSpPr>
              <a:spLocks/>
            </p:cNvSpPr>
            <p:nvPr/>
          </p:nvSpPr>
          <p:spPr bwMode="auto">
            <a:xfrm>
              <a:off x="2332038" y="4016375"/>
              <a:ext cx="204788" cy="60325"/>
            </a:xfrm>
            <a:custGeom>
              <a:avLst/>
              <a:gdLst>
                <a:gd name="T0" fmla="*/ 102 w 205"/>
                <a:gd name="T1" fmla="*/ 0 h 60"/>
                <a:gd name="T2" fmla="*/ 4 w 205"/>
                <a:gd name="T3" fmla="*/ 43 h 60"/>
                <a:gd name="T4" fmla="*/ 4 w 205"/>
                <a:gd name="T5" fmla="*/ 56 h 60"/>
                <a:gd name="T6" fmla="*/ 18 w 205"/>
                <a:gd name="T7" fmla="*/ 55 h 60"/>
                <a:gd name="T8" fmla="*/ 102 w 205"/>
                <a:gd name="T9" fmla="*/ 18 h 60"/>
                <a:gd name="T10" fmla="*/ 188 w 205"/>
                <a:gd name="T11" fmla="*/ 56 h 60"/>
                <a:gd name="T12" fmla="*/ 195 w 205"/>
                <a:gd name="T13" fmla="*/ 60 h 60"/>
                <a:gd name="T14" fmla="*/ 201 w 205"/>
                <a:gd name="T15" fmla="*/ 57 h 60"/>
                <a:gd name="T16" fmla="*/ 202 w 205"/>
                <a:gd name="T17" fmla="*/ 44 h 60"/>
                <a:gd name="T18" fmla="*/ 102 w 205"/>
                <a:gd name="T19" fmla="*/ 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05" h="60">
                  <a:moveTo>
                    <a:pt x="102" y="0"/>
                  </a:moveTo>
                  <a:cubicBezTo>
                    <a:pt x="65" y="0"/>
                    <a:pt x="29" y="15"/>
                    <a:pt x="4" y="43"/>
                  </a:cubicBezTo>
                  <a:cubicBezTo>
                    <a:pt x="0" y="47"/>
                    <a:pt x="1" y="53"/>
                    <a:pt x="4" y="56"/>
                  </a:cubicBezTo>
                  <a:cubicBezTo>
                    <a:pt x="8" y="60"/>
                    <a:pt x="14" y="59"/>
                    <a:pt x="18" y="55"/>
                  </a:cubicBezTo>
                  <a:cubicBezTo>
                    <a:pt x="39" y="32"/>
                    <a:pt x="70" y="18"/>
                    <a:pt x="102" y="18"/>
                  </a:cubicBezTo>
                  <a:cubicBezTo>
                    <a:pt x="135" y="18"/>
                    <a:pt x="166" y="32"/>
                    <a:pt x="188" y="56"/>
                  </a:cubicBezTo>
                  <a:cubicBezTo>
                    <a:pt x="190" y="59"/>
                    <a:pt x="192" y="60"/>
                    <a:pt x="195" y="60"/>
                  </a:cubicBezTo>
                  <a:cubicBezTo>
                    <a:pt x="197" y="60"/>
                    <a:pt x="199" y="59"/>
                    <a:pt x="201" y="57"/>
                  </a:cubicBezTo>
                  <a:cubicBezTo>
                    <a:pt x="205" y="54"/>
                    <a:pt x="205" y="48"/>
                    <a:pt x="202" y="44"/>
                  </a:cubicBezTo>
                  <a:cubicBezTo>
                    <a:pt x="176" y="16"/>
                    <a:pt x="140" y="0"/>
                    <a:pt x="10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2" name="Freeform 32"/>
            <p:cNvSpPr>
              <a:spLocks noEditPoints="1"/>
            </p:cNvSpPr>
            <p:nvPr/>
          </p:nvSpPr>
          <p:spPr bwMode="auto">
            <a:xfrm>
              <a:off x="2332038" y="3919538"/>
              <a:ext cx="57150" cy="57150"/>
            </a:xfrm>
            <a:custGeom>
              <a:avLst/>
              <a:gdLst>
                <a:gd name="T0" fmla="*/ 29 w 58"/>
                <a:gd name="T1" fmla="*/ 58 h 58"/>
                <a:gd name="T2" fmla="*/ 58 w 58"/>
                <a:gd name="T3" fmla="*/ 29 h 58"/>
                <a:gd name="T4" fmla="*/ 29 w 58"/>
                <a:gd name="T5" fmla="*/ 0 h 58"/>
                <a:gd name="T6" fmla="*/ 0 w 58"/>
                <a:gd name="T7" fmla="*/ 29 h 58"/>
                <a:gd name="T8" fmla="*/ 29 w 58"/>
                <a:gd name="T9" fmla="*/ 58 h 58"/>
                <a:gd name="T10" fmla="*/ 29 w 58"/>
                <a:gd name="T11" fmla="*/ 19 h 58"/>
                <a:gd name="T12" fmla="*/ 39 w 58"/>
                <a:gd name="T13" fmla="*/ 29 h 58"/>
                <a:gd name="T14" fmla="*/ 29 w 58"/>
                <a:gd name="T15" fmla="*/ 40 h 58"/>
                <a:gd name="T16" fmla="*/ 19 w 58"/>
                <a:gd name="T17" fmla="*/ 29 h 58"/>
                <a:gd name="T18" fmla="*/ 29 w 58"/>
                <a:gd name="T19" fmla="*/ 19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8" h="58">
                  <a:moveTo>
                    <a:pt x="29" y="58"/>
                  </a:moveTo>
                  <a:cubicBezTo>
                    <a:pt x="45" y="58"/>
                    <a:pt x="58" y="45"/>
                    <a:pt x="58" y="29"/>
                  </a:cubicBezTo>
                  <a:cubicBezTo>
                    <a:pt x="58" y="13"/>
                    <a:pt x="45" y="0"/>
                    <a:pt x="29" y="0"/>
                  </a:cubicBezTo>
                  <a:cubicBezTo>
                    <a:pt x="13" y="0"/>
                    <a:pt x="0" y="13"/>
                    <a:pt x="0" y="29"/>
                  </a:cubicBezTo>
                  <a:cubicBezTo>
                    <a:pt x="0" y="45"/>
                    <a:pt x="13" y="58"/>
                    <a:pt x="29" y="58"/>
                  </a:cubicBezTo>
                  <a:close/>
                  <a:moveTo>
                    <a:pt x="29" y="19"/>
                  </a:moveTo>
                  <a:cubicBezTo>
                    <a:pt x="35" y="19"/>
                    <a:pt x="39" y="24"/>
                    <a:pt x="39" y="29"/>
                  </a:cubicBezTo>
                  <a:cubicBezTo>
                    <a:pt x="39" y="35"/>
                    <a:pt x="35" y="40"/>
                    <a:pt x="29" y="40"/>
                  </a:cubicBezTo>
                  <a:cubicBezTo>
                    <a:pt x="23" y="40"/>
                    <a:pt x="19" y="35"/>
                    <a:pt x="19" y="29"/>
                  </a:cubicBezTo>
                  <a:cubicBezTo>
                    <a:pt x="19" y="24"/>
                    <a:pt x="23" y="19"/>
                    <a:pt x="29" y="19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3" name="Freeform 33"/>
            <p:cNvSpPr>
              <a:spLocks noEditPoints="1"/>
            </p:cNvSpPr>
            <p:nvPr/>
          </p:nvSpPr>
          <p:spPr bwMode="auto">
            <a:xfrm>
              <a:off x="2474913" y="3919538"/>
              <a:ext cx="58738" cy="57150"/>
            </a:xfrm>
            <a:custGeom>
              <a:avLst/>
              <a:gdLst>
                <a:gd name="T0" fmla="*/ 29 w 58"/>
                <a:gd name="T1" fmla="*/ 58 h 58"/>
                <a:gd name="T2" fmla="*/ 58 w 58"/>
                <a:gd name="T3" fmla="*/ 29 h 58"/>
                <a:gd name="T4" fmla="*/ 29 w 58"/>
                <a:gd name="T5" fmla="*/ 0 h 58"/>
                <a:gd name="T6" fmla="*/ 0 w 58"/>
                <a:gd name="T7" fmla="*/ 29 h 58"/>
                <a:gd name="T8" fmla="*/ 29 w 58"/>
                <a:gd name="T9" fmla="*/ 58 h 58"/>
                <a:gd name="T10" fmla="*/ 29 w 58"/>
                <a:gd name="T11" fmla="*/ 19 h 58"/>
                <a:gd name="T12" fmla="*/ 40 w 58"/>
                <a:gd name="T13" fmla="*/ 29 h 58"/>
                <a:gd name="T14" fmla="*/ 29 w 58"/>
                <a:gd name="T15" fmla="*/ 40 h 58"/>
                <a:gd name="T16" fmla="*/ 19 w 58"/>
                <a:gd name="T17" fmla="*/ 29 h 58"/>
                <a:gd name="T18" fmla="*/ 29 w 58"/>
                <a:gd name="T19" fmla="*/ 19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8" h="58">
                  <a:moveTo>
                    <a:pt x="29" y="58"/>
                  </a:moveTo>
                  <a:cubicBezTo>
                    <a:pt x="45" y="58"/>
                    <a:pt x="58" y="45"/>
                    <a:pt x="58" y="29"/>
                  </a:cubicBezTo>
                  <a:cubicBezTo>
                    <a:pt x="58" y="13"/>
                    <a:pt x="45" y="0"/>
                    <a:pt x="29" y="0"/>
                  </a:cubicBezTo>
                  <a:cubicBezTo>
                    <a:pt x="13" y="0"/>
                    <a:pt x="0" y="13"/>
                    <a:pt x="0" y="29"/>
                  </a:cubicBezTo>
                  <a:cubicBezTo>
                    <a:pt x="0" y="45"/>
                    <a:pt x="13" y="58"/>
                    <a:pt x="29" y="58"/>
                  </a:cubicBezTo>
                  <a:close/>
                  <a:moveTo>
                    <a:pt x="29" y="19"/>
                  </a:moveTo>
                  <a:cubicBezTo>
                    <a:pt x="35" y="19"/>
                    <a:pt x="40" y="24"/>
                    <a:pt x="40" y="29"/>
                  </a:cubicBezTo>
                  <a:cubicBezTo>
                    <a:pt x="40" y="35"/>
                    <a:pt x="35" y="40"/>
                    <a:pt x="29" y="40"/>
                  </a:cubicBezTo>
                  <a:cubicBezTo>
                    <a:pt x="24" y="40"/>
                    <a:pt x="19" y="35"/>
                    <a:pt x="19" y="29"/>
                  </a:cubicBezTo>
                  <a:cubicBezTo>
                    <a:pt x="19" y="24"/>
                    <a:pt x="24" y="19"/>
                    <a:pt x="29" y="19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1875367" y="5005917"/>
            <a:ext cx="567267" cy="567267"/>
            <a:chOff x="1406525" y="3754438"/>
            <a:chExt cx="425450" cy="425450"/>
          </a:xfrm>
          <a:solidFill>
            <a:schemeClr val="accent1"/>
          </a:solidFill>
        </p:grpSpPr>
        <p:sp>
          <p:nvSpPr>
            <p:cNvPr id="34" name="Freeform 34"/>
            <p:cNvSpPr>
              <a:spLocks noEditPoints="1"/>
            </p:cNvSpPr>
            <p:nvPr/>
          </p:nvSpPr>
          <p:spPr bwMode="auto">
            <a:xfrm>
              <a:off x="1406525" y="3754438"/>
              <a:ext cx="425450" cy="425450"/>
            </a:xfrm>
            <a:custGeom>
              <a:avLst/>
              <a:gdLst>
                <a:gd name="T0" fmla="*/ 213 w 425"/>
                <a:gd name="T1" fmla="*/ 0 h 425"/>
                <a:gd name="T2" fmla="*/ 0 w 425"/>
                <a:gd name="T3" fmla="*/ 213 h 425"/>
                <a:gd name="T4" fmla="*/ 213 w 425"/>
                <a:gd name="T5" fmla="*/ 425 h 425"/>
                <a:gd name="T6" fmla="*/ 425 w 425"/>
                <a:gd name="T7" fmla="*/ 213 h 425"/>
                <a:gd name="T8" fmla="*/ 213 w 425"/>
                <a:gd name="T9" fmla="*/ 0 h 425"/>
                <a:gd name="T10" fmla="*/ 213 w 425"/>
                <a:gd name="T11" fmla="*/ 407 h 425"/>
                <a:gd name="T12" fmla="*/ 19 w 425"/>
                <a:gd name="T13" fmla="*/ 213 h 425"/>
                <a:gd name="T14" fmla="*/ 213 w 425"/>
                <a:gd name="T15" fmla="*/ 19 h 425"/>
                <a:gd name="T16" fmla="*/ 407 w 425"/>
                <a:gd name="T17" fmla="*/ 213 h 425"/>
                <a:gd name="T18" fmla="*/ 213 w 425"/>
                <a:gd name="T19" fmla="*/ 407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25" h="425">
                  <a:moveTo>
                    <a:pt x="213" y="0"/>
                  </a:moveTo>
                  <a:cubicBezTo>
                    <a:pt x="96" y="0"/>
                    <a:pt x="0" y="96"/>
                    <a:pt x="0" y="213"/>
                  </a:cubicBezTo>
                  <a:cubicBezTo>
                    <a:pt x="0" y="330"/>
                    <a:pt x="96" y="425"/>
                    <a:pt x="213" y="425"/>
                  </a:cubicBezTo>
                  <a:cubicBezTo>
                    <a:pt x="330" y="425"/>
                    <a:pt x="425" y="330"/>
                    <a:pt x="425" y="213"/>
                  </a:cubicBezTo>
                  <a:cubicBezTo>
                    <a:pt x="425" y="96"/>
                    <a:pt x="330" y="0"/>
                    <a:pt x="213" y="0"/>
                  </a:cubicBezTo>
                  <a:close/>
                  <a:moveTo>
                    <a:pt x="213" y="407"/>
                  </a:moveTo>
                  <a:cubicBezTo>
                    <a:pt x="106" y="407"/>
                    <a:pt x="19" y="320"/>
                    <a:pt x="19" y="213"/>
                  </a:cubicBezTo>
                  <a:cubicBezTo>
                    <a:pt x="19" y="106"/>
                    <a:pt x="106" y="19"/>
                    <a:pt x="213" y="19"/>
                  </a:cubicBezTo>
                  <a:cubicBezTo>
                    <a:pt x="320" y="19"/>
                    <a:pt x="407" y="106"/>
                    <a:pt x="407" y="213"/>
                  </a:cubicBezTo>
                  <a:cubicBezTo>
                    <a:pt x="407" y="320"/>
                    <a:pt x="320" y="407"/>
                    <a:pt x="213" y="407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5" name="Freeform 35"/>
            <p:cNvSpPr>
              <a:spLocks noEditPoints="1"/>
            </p:cNvSpPr>
            <p:nvPr/>
          </p:nvSpPr>
          <p:spPr bwMode="auto">
            <a:xfrm>
              <a:off x="1519238" y="3919538"/>
              <a:ext cx="57150" cy="57150"/>
            </a:xfrm>
            <a:custGeom>
              <a:avLst/>
              <a:gdLst>
                <a:gd name="T0" fmla="*/ 29 w 58"/>
                <a:gd name="T1" fmla="*/ 58 h 58"/>
                <a:gd name="T2" fmla="*/ 58 w 58"/>
                <a:gd name="T3" fmla="*/ 29 h 58"/>
                <a:gd name="T4" fmla="*/ 29 w 58"/>
                <a:gd name="T5" fmla="*/ 0 h 58"/>
                <a:gd name="T6" fmla="*/ 0 w 58"/>
                <a:gd name="T7" fmla="*/ 29 h 58"/>
                <a:gd name="T8" fmla="*/ 29 w 58"/>
                <a:gd name="T9" fmla="*/ 58 h 58"/>
                <a:gd name="T10" fmla="*/ 29 w 58"/>
                <a:gd name="T11" fmla="*/ 19 h 58"/>
                <a:gd name="T12" fmla="*/ 39 w 58"/>
                <a:gd name="T13" fmla="*/ 29 h 58"/>
                <a:gd name="T14" fmla="*/ 29 w 58"/>
                <a:gd name="T15" fmla="*/ 40 h 58"/>
                <a:gd name="T16" fmla="*/ 18 w 58"/>
                <a:gd name="T17" fmla="*/ 29 h 58"/>
                <a:gd name="T18" fmla="*/ 29 w 58"/>
                <a:gd name="T19" fmla="*/ 19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8" h="58">
                  <a:moveTo>
                    <a:pt x="29" y="58"/>
                  </a:moveTo>
                  <a:cubicBezTo>
                    <a:pt x="45" y="58"/>
                    <a:pt x="58" y="45"/>
                    <a:pt x="58" y="29"/>
                  </a:cubicBezTo>
                  <a:cubicBezTo>
                    <a:pt x="58" y="13"/>
                    <a:pt x="45" y="0"/>
                    <a:pt x="29" y="0"/>
                  </a:cubicBezTo>
                  <a:cubicBezTo>
                    <a:pt x="13" y="0"/>
                    <a:pt x="0" y="13"/>
                    <a:pt x="0" y="29"/>
                  </a:cubicBezTo>
                  <a:cubicBezTo>
                    <a:pt x="0" y="45"/>
                    <a:pt x="13" y="58"/>
                    <a:pt x="29" y="58"/>
                  </a:cubicBezTo>
                  <a:close/>
                  <a:moveTo>
                    <a:pt x="29" y="19"/>
                  </a:moveTo>
                  <a:cubicBezTo>
                    <a:pt x="34" y="19"/>
                    <a:pt x="39" y="24"/>
                    <a:pt x="39" y="29"/>
                  </a:cubicBezTo>
                  <a:cubicBezTo>
                    <a:pt x="39" y="35"/>
                    <a:pt x="34" y="40"/>
                    <a:pt x="29" y="40"/>
                  </a:cubicBezTo>
                  <a:cubicBezTo>
                    <a:pt x="23" y="40"/>
                    <a:pt x="18" y="35"/>
                    <a:pt x="18" y="29"/>
                  </a:cubicBezTo>
                  <a:cubicBezTo>
                    <a:pt x="18" y="24"/>
                    <a:pt x="23" y="19"/>
                    <a:pt x="29" y="19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6" name="Freeform 36"/>
            <p:cNvSpPr>
              <a:spLocks noEditPoints="1"/>
            </p:cNvSpPr>
            <p:nvPr/>
          </p:nvSpPr>
          <p:spPr bwMode="auto">
            <a:xfrm>
              <a:off x="1663700" y="3919538"/>
              <a:ext cx="57150" cy="57150"/>
            </a:xfrm>
            <a:custGeom>
              <a:avLst/>
              <a:gdLst>
                <a:gd name="T0" fmla="*/ 29 w 58"/>
                <a:gd name="T1" fmla="*/ 58 h 58"/>
                <a:gd name="T2" fmla="*/ 58 w 58"/>
                <a:gd name="T3" fmla="*/ 29 h 58"/>
                <a:gd name="T4" fmla="*/ 29 w 58"/>
                <a:gd name="T5" fmla="*/ 0 h 58"/>
                <a:gd name="T6" fmla="*/ 0 w 58"/>
                <a:gd name="T7" fmla="*/ 29 h 58"/>
                <a:gd name="T8" fmla="*/ 29 w 58"/>
                <a:gd name="T9" fmla="*/ 58 h 58"/>
                <a:gd name="T10" fmla="*/ 29 w 58"/>
                <a:gd name="T11" fmla="*/ 19 h 58"/>
                <a:gd name="T12" fmla="*/ 39 w 58"/>
                <a:gd name="T13" fmla="*/ 29 h 58"/>
                <a:gd name="T14" fmla="*/ 29 w 58"/>
                <a:gd name="T15" fmla="*/ 40 h 58"/>
                <a:gd name="T16" fmla="*/ 19 w 58"/>
                <a:gd name="T17" fmla="*/ 29 h 58"/>
                <a:gd name="T18" fmla="*/ 29 w 58"/>
                <a:gd name="T19" fmla="*/ 19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8" h="58">
                  <a:moveTo>
                    <a:pt x="29" y="58"/>
                  </a:moveTo>
                  <a:cubicBezTo>
                    <a:pt x="45" y="58"/>
                    <a:pt x="58" y="45"/>
                    <a:pt x="58" y="29"/>
                  </a:cubicBezTo>
                  <a:cubicBezTo>
                    <a:pt x="58" y="13"/>
                    <a:pt x="45" y="0"/>
                    <a:pt x="29" y="0"/>
                  </a:cubicBezTo>
                  <a:cubicBezTo>
                    <a:pt x="13" y="0"/>
                    <a:pt x="0" y="13"/>
                    <a:pt x="0" y="29"/>
                  </a:cubicBezTo>
                  <a:cubicBezTo>
                    <a:pt x="0" y="45"/>
                    <a:pt x="13" y="58"/>
                    <a:pt x="29" y="58"/>
                  </a:cubicBezTo>
                  <a:close/>
                  <a:moveTo>
                    <a:pt x="29" y="19"/>
                  </a:moveTo>
                  <a:cubicBezTo>
                    <a:pt x="35" y="19"/>
                    <a:pt x="39" y="24"/>
                    <a:pt x="39" y="29"/>
                  </a:cubicBezTo>
                  <a:cubicBezTo>
                    <a:pt x="39" y="35"/>
                    <a:pt x="35" y="40"/>
                    <a:pt x="29" y="40"/>
                  </a:cubicBezTo>
                  <a:cubicBezTo>
                    <a:pt x="23" y="40"/>
                    <a:pt x="19" y="35"/>
                    <a:pt x="19" y="29"/>
                  </a:cubicBezTo>
                  <a:cubicBezTo>
                    <a:pt x="19" y="24"/>
                    <a:pt x="23" y="19"/>
                    <a:pt x="29" y="19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7" name="Freeform 37"/>
            <p:cNvSpPr>
              <a:spLocks/>
            </p:cNvSpPr>
            <p:nvPr/>
          </p:nvSpPr>
          <p:spPr bwMode="auto">
            <a:xfrm>
              <a:off x="1520825" y="4041775"/>
              <a:ext cx="204788" cy="60325"/>
            </a:xfrm>
            <a:custGeom>
              <a:avLst/>
              <a:gdLst>
                <a:gd name="T0" fmla="*/ 187 w 205"/>
                <a:gd name="T1" fmla="*/ 5 h 61"/>
                <a:gd name="T2" fmla="*/ 103 w 205"/>
                <a:gd name="T3" fmla="*/ 42 h 61"/>
                <a:gd name="T4" fmla="*/ 17 w 205"/>
                <a:gd name="T5" fmla="*/ 4 h 61"/>
                <a:gd name="T6" fmla="*/ 4 w 205"/>
                <a:gd name="T7" fmla="*/ 3 h 61"/>
                <a:gd name="T8" fmla="*/ 4 w 205"/>
                <a:gd name="T9" fmla="*/ 16 h 61"/>
                <a:gd name="T10" fmla="*/ 103 w 205"/>
                <a:gd name="T11" fmla="*/ 61 h 61"/>
                <a:gd name="T12" fmla="*/ 201 w 205"/>
                <a:gd name="T13" fmla="*/ 18 h 61"/>
                <a:gd name="T14" fmla="*/ 201 w 205"/>
                <a:gd name="T15" fmla="*/ 4 h 61"/>
                <a:gd name="T16" fmla="*/ 187 w 205"/>
                <a:gd name="T17" fmla="*/ 5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05" h="61">
                  <a:moveTo>
                    <a:pt x="187" y="5"/>
                  </a:moveTo>
                  <a:cubicBezTo>
                    <a:pt x="166" y="29"/>
                    <a:pt x="135" y="42"/>
                    <a:pt x="103" y="42"/>
                  </a:cubicBezTo>
                  <a:cubicBezTo>
                    <a:pt x="70" y="42"/>
                    <a:pt x="39" y="28"/>
                    <a:pt x="17" y="4"/>
                  </a:cubicBezTo>
                  <a:cubicBezTo>
                    <a:pt x="14" y="0"/>
                    <a:pt x="8" y="0"/>
                    <a:pt x="4" y="3"/>
                  </a:cubicBezTo>
                  <a:cubicBezTo>
                    <a:pt x="0" y="7"/>
                    <a:pt x="0" y="13"/>
                    <a:pt x="4" y="16"/>
                  </a:cubicBezTo>
                  <a:cubicBezTo>
                    <a:pt x="29" y="45"/>
                    <a:pt x="65" y="61"/>
                    <a:pt x="103" y="61"/>
                  </a:cubicBezTo>
                  <a:cubicBezTo>
                    <a:pt x="140" y="61"/>
                    <a:pt x="176" y="45"/>
                    <a:pt x="201" y="18"/>
                  </a:cubicBezTo>
                  <a:cubicBezTo>
                    <a:pt x="205" y="14"/>
                    <a:pt x="205" y="8"/>
                    <a:pt x="201" y="4"/>
                  </a:cubicBezTo>
                  <a:cubicBezTo>
                    <a:pt x="197" y="1"/>
                    <a:pt x="191" y="1"/>
                    <a:pt x="187" y="5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895351" y="4986867"/>
            <a:ext cx="569384" cy="586317"/>
            <a:chOff x="671513" y="3740150"/>
            <a:chExt cx="427038" cy="439738"/>
          </a:xfrm>
          <a:solidFill>
            <a:schemeClr val="accent1"/>
          </a:solidFill>
        </p:grpSpPr>
        <p:sp>
          <p:nvSpPr>
            <p:cNvPr id="38" name="Freeform 38"/>
            <p:cNvSpPr>
              <a:spLocks/>
            </p:cNvSpPr>
            <p:nvPr/>
          </p:nvSpPr>
          <p:spPr bwMode="auto">
            <a:xfrm>
              <a:off x="801688" y="3795713"/>
              <a:ext cx="296863" cy="384175"/>
            </a:xfrm>
            <a:custGeom>
              <a:avLst/>
              <a:gdLst>
                <a:gd name="T0" fmla="*/ 234 w 297"/>
                <a:gd name="T1" fmla="*/ 23 h 385"/>
                <a:gd name="T2" fmla="*/ 230 w 297"/>
                <a:gd name="T3" fmla="*/ 19 h 385"/>
                <a:gd name="T4" fmla="*/ 287 w 297"/>
                <a:gd name="T5" fmla="*/ 19 h 385"/>
                <a:gd name="T6" fmla="*/ 297 w 297"/>
                <a:gd name="T7" fmla="*/ 9 h 385"/>
                <a:gd name="T8" fmla="*/ 287 w 297"/>
                <a:gd name="T9" fmla="*/ 0 h 385"/>
                <a:gd name="T10" fmla="*/ 209 w 297"/>
                <a:gd name="T11" fmla="*/ 0 h 385"/>
                <a:gd name="T12" fmla="*/ 199 w 297"/>
                <a:gd name="T13" fmla="*/ 9 h 385"/>
                <a:gd name="T14" fmla="*/ 199 w 297"/>
                <a:gd name="T15" fmla="*/ 88 h 385"/>
                <a:gd name="T16" fmla="*/ 209 w 297"/>
                <a:gd name="T17" fmla="*/ 97 h 385"/>
                <a:gd name="T18" fmla="*/ 218 w 297"/>
                <a:gd name="T19" fmla="*/ 88 h 385"/>
                <a:gd name="T20" fmla="*/ 218 w 297"/>
                <a:gd name="T21" fmla="*/ 33 h 385"/>
                <a:gd name="T22" fmla="*/ 221 w 297"/>
                <a:gd name="T23" fmla="*/ 36 h 385"/>
                <a:gd name="T24" fmla="*/ 278 w 297"/>
                <a:gd name="T25" fmla="*/ 173 h 385"/>
                <a:gd name="T26" fmla="*/ 221 w 297"/>
                <a:gd name="T27" fmla="*/ 310 h 385"/>
                <a:gd name="T28" fmla="*/ 14 w 297"/>
                <a:gd name="T29" fmla="*/ 353 h 385"/>
                <a:gd name="T30" fmla="*/ 2 w 297"/>
                <a:gd name="T31" fmla="*/ 359 h 385"/>
                <a:gd name="T32" fmla="*/ 7 w 297"/>
                <a:gd name="T33" fmla="*/ 371 h 385"/>
                <a:gd name="T34" fmla="*/ 84 w 297"/>
                <a:gd name="T35" fmla="*/ 385 h 385"/>
                <a:gd name="T36" fmla="*/ 234 w 297"/>
                <a:gd name="T37" fmla="*/ 323 h 385"/>
                <a:gd name="T38" fmla="*/ 297 w 297"/>
                <a:gd name="T39" fmla="*/ 173 h 385"/>
                <a:gd name="T40" fmla="*/ 234 w 297"/>
                <a:gd name="T41" fmla="*/ 23 h 3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97" h="385">
                  <a:moveTo>
                    <a:pt x="234" y="23"/>
                  </a:moveTo>
                  <a:cubicBezTo>
                    <a:pt x="230" y="19"/>
                    <a:pt x="230" y="19"/>
                    <a:pt x="230" y="19"/>
                  </a:cubicBezTo>
                  <a:cubicBezTo>
                    <a:pt x="287" y="19"/>
                    <a:pt x="287" y="19"/>
                    <a:pt x="287" y="19"/>
                  </a:cubicBezTo>
                  <a:cubicBezTo>
                    <a:pt x="292" y="19"/>
                    <a:pt x="297" y="14"/>
                    <a:pt x="297" y="9"/>
                  </a:cubicBezTo>
                  <a:cubicBezTo>
                    <a:pt x="297" y="4"/>
                    <a:pt x="292" y="0"/>
                    <a:pt x="287" y="0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03" y="0"/>
                    <a:pt x="199" y="4"/>
                    <a:pt x="199" y="9"/>
                  </a:cubicBezTo>
                  <a:cubicBezTo>
                    <a:pt x="199" y="88"/>
                    <a:pt x="199" y="88"/>
                    <a:pt x="199" y="88"/>
                  </a:cubicBezTo>
                  <a:cubicBezTo>
                    <a:pt x="199" y="93"/>
                    <a:pt x="203" y="97"/>
                    <a:pt x="209" y="97"/>
                  </a:cubicBezTo>
                  <a:cubicBezTo>
                    <a:pt x="214" y="97"/>
                    <a:pt x="218" y="93"/>
                    <a:pt x="218" y="88"/>
                  </a:cubicBezTo>
                  <a:cubicBezTo>
                    <a:pt x="218" y="33"/>
                    <a:pt x="218" y="33"/>
                    <a:pt x="218" y="33"/>
                  </a:cubicBezTo>
                  <a:cubicBezTo>
                    <a:pt x="221" y="36"/>
                    <a:pt x="221" y="36"/>
                    <a:pt x="221" y="36"/>
                  </a:cubicBezTo>
                  <a:cubicBezTo>
                    <a:pt x="258" y="73"/>
                    <a:pt x="278" y="121"/>
                    <a:pt x="278" y="173"/>
                  </a:cubicBezTo>
                  <a:cubicBezTo>
                    <a:pt x="278" y="225"/>
                    <a:pt x="258" y="273"/>
                    <a:pt x="221" y="310"/>
                  </a:cubicBezTo>
                  <a:cubicBezTo>
                    <a:pt x="167" y="364"/>
                    <a:pt x="85" y="381"/>
                    <a:pt x="14" y="353"/>
                  </a:cubicBezTo>
                  <a:cubicBezTo>
                    <a:pt x="9" y="352"/>
                    <a:pt x="4" y="354"/>
                    <a:pt x="2" y="359"/>
                  </a:cubicBezTo>
                  <a:cubicBezTo>
                    <a:pt x="0" y="364"/>
                    <a:pt x="2" y="369"/>
                    <a:pt x="7" y="371"/>
                  </a:cubicBezTo>
                  <a:cubicBezTo>
                    <a:pt x="32" y="381"/>
                    <a:pt x="58" y="385"/>
                    <a:pt x="84" y="385"/>
                  </a:cubicBezTo>
                  <a:cubicBezTo>
                    <a:pt x="139" y="385"/>
                    <a:pt x="194" y="364"/>
                    <a:pt x="234" y="323"/>
                  </a:cubicBezTo>
                  <a:cubicBezTo>
                    <a:pt x="275" y="283"/>
                    <a:pt x="297" y="230"/>
                    <a:pt x="297" y="173"/>
                  </a:cubicBezTo>
                  <a:cubicBezTo>
                    <a:pt x="297" y="116"/>
                    <a:pt x="275" y="63"/>
                    <a:pt x="234" y="23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9" name="Freeform 39"/>
            <p:cNvSpPr>
              <a:spLocks/>
            </p:cNvSpPr>
            <p:nvPr/>
          </p:nvSpPr>
          <p:spPr bwMode="auto">
            <a:xfrm>
              <a:off x="671513" y="3740150"/>
              <a:ext cx="293688" cy="401638"/>
            </a:xfrm>
            <a:custGeom>
              <a:avLst/>
              <a:gdLst>
                <a:gd name="T0" fmla="*/ 90 w 294"/>
                <a:gd name="T1" fmla="*/ 304 h 401"/>
                <a:gd name="T2" fmla="*/ 80 w 294"/>
                <a:gd name="T3" fmla="*/ 313 h 401"/>
                <a:gd name="T4" fmla="*/ 80 w 294"/>
                <a:gd name="T5" fmla="*/ 370 h 401"/>
                <a:gd name="T6" fmla="*/ 76 w 294"/>
                <a:gd name="T7" fmla="*/ 365 h 401"/>
                <a:gd name="T8" fmla="*/ 19 w 294"/>
                <a:gd name="T9" fmla="*/ 228 h 401"/>
                <a:gd name="T10" fmla="*/ 76 w 294"/>
                <a:gd name="T11" fmla="*/ 91 h 401"/>
                <a:gd name="T12" fmla="*/ 280 w 294"/>
                <a:gd name="T13" fmla="*/ 47 h 401"/>
                <a:gd name="T14" fmla="*/ 292 w 294"/>
                <a:gd name="T15" fmla="*/ 41 h 401"/>
                <a:gd name="T16" fmla="*/ 287 w 294"/>
                <a:gd name="T17" fmla="*/ 29 h 401"/>
                <a:gd name="T18" fmla="*/ 62 w 294"/>
                <a:gd name="T19" fmla="*/ 78 h 401"/>
                <a:gd name="T20" fmla="*/ 0 w 294"/>
                <a:gd name="T21" fmla="*/ 228 h 401"/>
                <a:gd name="T22" fmla="*/ 62 w 294"/>
                <a:gd name="T23" fmla="*/ 378 h 401"/>
                <a:gd name="T24" fmla="*/ 66 w 294"/>
                <a:gd name="T25" fmla="*/ 382 h 401"/>
                <a:gd name="T26" fmla="*/ 11 w 294"/>
                <a:gd name="T27" fmla="*/ 382 h 401"/>
                <a:gd name="T28" fmla="*/ 2 w 294"/>
                <a:gd name="T29" fmla="*/ 392 h 401"/>
                <a:gd name="T30" fmla="*/ 11 w 294"/>
                <a:gd name="T31" fmla="*/ 401 h 401"/>
                <a:gd name="T32" fmla="*/ 87 w 294"/>
                <a:gd name="T33" fmla="*/ 401 h 401"/>
                <a:gd name="T34" fmla="*/ 89 w 294"/>
                <a:gd name="T35" fmla="*/ 401 h 401"/>
                <a:gd name="T36" fmla="*/ 96 w 294"/>
                <a:gd name="T37" fmla="*/ 399 h 401"/>
                <a:gd name="T38" fmla="*/ 96 w 294"/>
                <a:gd name="T39" fmla="*/ 398 h 401"/>
                <a:gd name="T40" fmla="*/ 99 w 294"/>
                <a:gd name="T41" fmla="*/ 392 h 401"/>
                <a:gd name="T42" fmla="*/ 99 w 294"/>
                <a:gd name="T43" fmla="*/ 313 h 401"/>
                <a:gd name="T44" fmla="*/ 90 w 294"/>
                <a:gd name="T45" fmla="*/ 304 h 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94" h="401">
                  <a:moveTo>
                    <a:pt x="90" y="304"/>
                  </a:moveTo>
                  <a:cubicBezTo>
                    <a:pt x="84" y="304"/>
                    <a:pt x="80" y="308"/>
                    <a:pt x="80" y="313"/>
                  </a:cubicBezTo>
                  <a:cubicBezTo>
                    <a:pt x="80" y="370"/>
                    <a:pt x="80" y="370"/>
                    <a:pt x="80" y="370"/>
                  </a:cubicBezTo>
                  <a:cubicBezTo>
                    <a:pt x="76" y="365"/>
                    <a:pt x="76" y="365"/>
                    <a:pt x="76" y="365"/>
                  </a:cubicBezTo>
                  <a:cubicBezTo>
                    <a:pt x="39" y="329"/>
                    <a:pt x="19" y="280"/>
                    <a:pt x="19" y="228"/>
                  </a:cubicBezTo>
                  <a:cubicBezTo>
                    <a:pt x="19" y="176"/>
                    <a:pt x="39" y="128"/>
                    <a:pt x="76" y="91"/>
                  </a:cubicBezTo>
                  <a:cubicBezTo>
                    <a:pt x="129" y="38"/>
                    <a:pt x="209" y="20"/>
                    <a:pt x="280" y="47"/>
                  </a:cubicBezTo>
                  <a:cubicBezTo>
                    <a:pt x="285" y="48"/>
                    <a:pt x="290" y="46"/>
                    <a:pt x="292" y="41"/>
                  </a:cubicBezTo>
                  <a:cubicBezTo>
                    <a:pt x="294" y="36"/>
                    <a:pt x="292" y="31"/>
                    <a:pt x="287" y="29"/>
                  </a:cubicBezTo>
                  <a:cubicBezTo>
                    <a:pt x="209" y="0"/>
                    <a:pt x="121" y="19"/>
                    <a:pt x="62" y="78"/>
                  </a:cubicBezTo>
                  <a:cubicBezTo>
                    <a:pt x="22" y="118"/>
                    <a:pt x="0" y="171"/>
                    <a:pt x="0" y="228"/>
                  </a:cubicBezTo>
                  <a:cubicBezTo>
                    <a:pt x="0" y="285"/>
                    <a:pt x="22" y="338"/>
                    <a:pt x="62" y="378"/>
                  </a:cubicBezTo>
                  <a:cubicBezTo>
                    <a:pt x="66" y="382"/>
                    <a:pt x="66" y="382"/>
                    <a:pt x="66" y="382"/>
                  </a:cubicBezTo>
                  <a:cubicBezTo>
                    <a:pt x="11" y="382"/>
                    <a:pt x="11" y="382"/>
                    <a:pt x="11" y="382"/>
                  </a:cubicBezTo>
                  <a:cubicBezTo>
                    <a:pt x="6" y="382"/>
                    <a:pt x="2" y="387"/>
                    <a:pt x="2" y="392"/>
                  </a:cubicBezTo>
                  <a:cubicBezTo>
                    <a:pt x="2" y="397"/>
                    <a:pt x="6" y="401"/>
                    <a:pt x="11" y="401"/>
                  </a:cubicBezTo>
                  <a:cubicBezTo>
                    <a:pt x="87" y="401"/>
                    <a:pt x="87" y="401"/>
                    <a:pt x="87" y="401"/>
                  </a:cubicBezTo>
                  <a:cubicBezTo>
                    <a:pt x="88" y="401"/>
                    <a:pt x="89" y="401"/>
                    <a:pt x="89" y="401"/>
                  </a:cubicBezTo>
                  <a:cubicBezTo>
                    <a:pt x="92" y="401"/>
                    <a:pt x="94" y="400"/>
                    <a:pt x="96" y="399"/>
                  </a:cubicBezTo>
                  <a:cubicBezTo>
                    <a:pt x="96" y="399"/>
                    <a:pt x="96" y="399"/>
                    <a:pt x="96" y="398"/>
                  </a:cubicBezTo>
                  <a:cubicBezTo>
                    <a:pt x="98" y="397"/>
                    <a:pt x="99" y="394"/>
                    <a:pt x="99" y="392"/>
                  </a:cubicBezTo>
                  <a:cubicBezTo>
                    <a:pt x="99" y="313"/>
                    <a:pt x="99" y="313"/>
                    <a:pt x="99" y="313"/>
                  </a:cubicBezTo>
                  <a:cubicBezTo>
                    <a:pt x="99" y="308"/>
                    <a:pt x="95" y="304"/>
                    <a:pt x="90" y="304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57" name="Group 156"/>
          <p:cNvGrpSpPr/>
          <p:nvPr/>
        </p:nvGrpSpPr>
        <p:grpSpPr>
          <a:xfrm>
            <a:off x="10651067" y="4097867"/>
            <a:ext cx="529168" cy="567268"/>
            <a:chOff x="7988300" y="3073400"/>
            <a:chExt cx="396876" cy="425451"/>
          </a:xfrm>
          <a:solidFill>
            <a:schemeClr val="accent1"/>
          </a:solidFill>
        </p:grpSpPr>
        <p:sp>
          <p:nvSpPr>
            <p:cNvPr id="40" name="Freeform 40"/>
            <p:cNvSpPr>
              <a:spLocks noEditPoints="1"/>
            </p:cNvSpPr>
            <p:nvPr/>
          </p:nvSpPr>
          <p:spPr bwMode="auto">
            <a:xfrm>
              <a:off x="8001000" y="3098800"/>
              <a:ext cx="371475" cy="374650"/>
            </a:xfrm>
            <a:custGeom>
              <a:avLst/>
              <a:gdLst>
                <a:gd name="T0" fmla="*/ 186 w 372"/>
                <a:gd name="T1" fmla="*/ 0 h 373"/>
                <a:gd name="T2" fmla="*/ 0 w 372"/>
                <a:gd name="T3" fmla="*/ 187 h 373"/>
                <a:gd name="T4" fmla="*/ 186 w 372"/>
                <a:gd name="T5" fmla="*/ 373 h 373"/>
                <a:gd name="T6" fmla="*/ 372 w 372"/>
                <a:gd name="T7" fmla="*/ 187 h 373"/>
                <a:gd name="T8" fmla="*/ 186 w 372"/>
                <a:gd name="T9" fmla="*/ 0 h 373"/>
                <a:gd name="T10" fmla="*/ 186 w 372"/>
                <a:gd name="T11" fmla="*/ 354 h 373"/>
                <a:gd name="T12" fmla="*/ 19 w 372"/>
                <a:gd name="T13" fmla="*/ 187 h 373"/>
                <a:gd name="T14" fmla="*/ 186 w 372"/>
                <a:gd name="T15" fmla="*/ 19 h 373"/>
                <a:gd name="T16" fmla="*/ 354 w 372"/>
                <a:gd name="T17" fmla="*/ 187 h 373"/>
                <a:gd name="T18" fmla="*/ 186 w 372"/>
                <a:gd name="T19" fmla="*/ 354 h 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72" h="373">
                  <a:moveTo>
                    <a:pt x="186" y="0"/>
                  </a:moveTo>
                  <a:cubicBezTo>
                    <a:pt x="83" y="0"/>
                    <a:pt x="0" y="84"/>
                    <a:pt x="0" y="187"/>
                  </a:cubicBezTo>
                  <a:cubicBezTo>
                    <a:pt x="0" y="289"/>
                    <a:pt x="83" y="373"/>
                    <a:pt x="186" y="373"/>
                  </a:cubicBezTo>
                  <a:cubicBezTo>
                    <a:pt x="289" y="373"/>
                    <a:pt x="372" y="289"/>
                    <a:pt x="372" y="187"/>
                  </a:cubicBezTo>
                  <a:cubicBezTo>
                    <a:pt x="372" y="84"/>
                    <a:pt x="289" y="0"/>
                    <a:pt x="186" y="0"/>
                  </a:cubicBezTo>
                  <a:close/>
                  <a:moveTo>
                    <a:pt x="186" y="354"/>
                  </a:moveTo>
                  <a:cubicBezTo>
                    <a:pt x="94" y="354"/>
                    <a:pt x="19" y="279"/>
                    <a:pt x="19" y="187"/>
                  </a:cubicBezTo>
                  <a:cubicBezTo>
                    <a:pt x="19" y="94"/>
                    <a:pt x="94" y="19"/>
                    <a:pt x="186" y="19"/>
                  </a:cubicBezTo>
                  <a:cubicBezTo>
                    <a:pt x="278" y="19"/>
                    <a:pt x="354" y="94"/>
                    <a:pt x="354" y="187"/>
                  </a:cubicBezTo>
                  <a:cubicBezTo>
                    <a:pt x="354" y="279"/>
                    <a:pt x="278" y="354"/>
                    <a:pt x="186" y="354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1" name="Freeform 41"/>
            <p:cNvSpPr>
              <a:spLocks/>
            </p:cNvSpPr>
            <p:nvPr/>
          </p:nvSpPr>
          <p:spPr bwMode="auto">
            <a:xfrm>
              <a:off x="7988300" y="3073400"/>
              <a:ext cx="122238" cy="125413"/>
            </a:xfrm>
            <a:custGeom>
              <a:avLst/>
              <a:gdLst>
                <a:gd name="T0" fmla="*/ 18 w 122"/>
                <a:gd name="T1" fmla="*/ 115 h 125"/>
                <a:gd name="T2" fmla="*/ 18 w 122"/>
                <a:gd name="T3" fmla="*/ 101 h 125"/>
                <a:gd name="T4" fmla="*/ 101 w 122"/>
                <a:gd name="T5" fmla="*/ 19 h 125"/>
                <a:gd name="T6" fmla="*/ 112 w 122"/>
                <a:gd name="T7" fmla="*/ 19 h 125"/>
                <a:gd name="T8" fmla="*/ 122 w 122"/>
                <a:gd name="T9" fmla="*/ 10 h 125"/>
                <a:gd name="T10" fmla="*/ 112 w 122"/>
                <a:gd name="T11" fmla="*/ 0 h 125"/>
                <a:gd name="T12" fmla="*/ 101 w 122"/>
                <a:gd name="T13" fmla="*/ 0 h 125"/>
                <a:gd name="T14" fmla="*/ 0 w 122"/>
                <a:gd name="T15" fmla="*/ 101 h 125"/>
                <a:gd name="T16" fmla="*/ 0 w 122"/>
                <a:gd name="T17" fmla="*/ 115 h 125"/>
                <a:gd name="T18" fmla="*/ 9 w 122"/>
                <a:gd name="T19" fmla="*/ 125 h 125"/>
                <a:gd name="T20" fmla="*/ 18 w 122"/>
                <a:gd name="T21" fmla="*/ 115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2" h="125">
                  <a:moveTo>
                    <a:pt x="18" y="115"/>
                  </a:moveTo>
                  <a:cubicBezTo>
                    <a:pt x="18" y="101"/>
                    <a:pt x="18" y="101"/>
                    <a:pt x="18" y="101"/>
                  </a:cubicBezTo>
                  <a:cubicBezTo>
                    <a:pt x="18" y="56"/>
                    <a:pt x="55" y="19"/>
                    <a:pt x="101" y="19"/>
                  </a:cubicBezTo>
                  <a:cubicBezTo>
                    <a:pt x="112" y="19"/>
                    <a:pt x="112" y="19"/>
                    <a:pt x="112" y="19"/>
                  </a:cubicBezTo>
                  <a:cubicBezTo>
                    <a:pt x="117" y="19"/>
                    <a:pt x="122" y="15"/>
                    <a:pt x="122" y="10"/>
                  </a:cubicBezTo>
                  <a:cubicBezTo>
                    <a:pt x="122" y="4"/>
                    <a:pt x="117" y="0"/>
                    <a:pt x="112" y="0"/>
                  </a:cubicBezTo>
                  <a:cubicBezTo>
                    <a:pt x="101" y="0"/>
                    <a:pt x="101" y="0"/>
                    <a:pt x="101" y="0"/>
                  </a:cubicBezTo>
                  <a:cubicBezTo>
                    <a:pt x="45" y="0"/>
                    <a:pt x="0" y="46"/>
                    <a:pt x="0" y="101"/>
                  </a:cubicBezTo>
                  <a:cubicBezTo>
                    <a:pt x="0" y="115"/>
                    <a:pt x="0" y="115"/>
                    <a:pt x="0" y="115"/>
                  </a:cubicBezTo>
                  <a:cubicBezTo>
                    <a:pt x="0" y="120"/>
                    <a:pt x="4" y="125"/>
                    <a:pt x="9" y="125"/>
                  </a:cubicBezTo>
                  <a:cubicBezTo>
                    <a:pt x="14" y="125"/>
                    <a:pt x="18" y="120"/>
                    <a:pt x="18" y="115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2" name="Freeform 42"/>
            <p:cNvSpPr>
              <a:spLocks/>
            </p:cNvSpPr>
            <p:nvPr/>
          </p:nvSpPr>
          <p:spPr bwMode="auto">
            <a:xfrm>
              <a:off x="8262938" y="3073400"/>
              <a:ext cx="122238" cy="125413"/>
            </a:xfrm>
            <a:custGeom>
              <a:avLst/>
              <a:gdLst>
                <a:gd name="T0" fmla="*/ 21 w 122"/>
                <a:gd name="T1" fmla="*/ 0 h 125"/>
                <a:gd name="T2" fmla="*/ 9 w 122"/>
                <a:gd name="T3" fmla="*/ 0 h 125"/>
                <a:gd name="T4" fmla="*/ 0 w 122"/>
                <a:gd name="T5" fmla="*/ 10 h 125"/>
                <a:gd name="T6" fmla="*/ 9 w 122"/>
                <a:gd name="T7" fmla="*/ 19 h 125"/>
                <a:gd name="T8" fmla="*/ 21 w 122"/>
                <a:gd name="T9" fmla="*/ 19 h 125"/>
                <a:gd name="T10" fmla="*/ 103 w 122"/>
                <a:gd name="T11" fmla="*/ 101 h 125"/>
                <a:gd name="T12" fmla="*/ 103 w 122"/>
                <a:gd name="T13" fmla="*/ 115 h 125"/>
                <a:gd name="T14" fmla="*/ 112 w 122"/>
                <a:gd name="T15" fmla="*/ 125 h 125"/>
                <a:gd name="T16" fmla="*/ 122 w 122"/>
                <a:gd name="T17" fmla="*/ 115 h 125"/>
                <a:gd name="T18" fmla="*/ 122 w 122"/>
                <a:gd name="T19" fmla="*/ 101 h 125"/>
                <a:gd name="T20" fmla="*/ 21 w 122"/>
                <a:gd name="T21" fmla="*/ 0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2" h="125">
                  <a:moveTo>
                    <a:pt x="21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15"/>
                    <a:pt x="4" y="19"/>
                    <a:pt x="9" y="19"/>
                  </a:cubicBezTo>
                  <a:cubicBezTo>
                    <a:pt x="21" y="19"/>
                    <a:pt x="21" y="19"/>
                    <a:pt x="21" y="19"/>
                  </a:cubicBezTo>
                  <a:cubicBezTo>
                    <a:pt x="66" y="19"/>
                    <a:pt x="103" y="56"/>
                    <a:pt x="103" y="101"/>
                  </a:cubicBezTo>
                  <a:cubicBezTo>
                    <a:pt x="103" y="115"/>
                    <a:pt x="103" y="115"/>
                    <a:pt x="103" y="115"/>
                  </a:cubicBezTo>
                  <a:cubicBezTo>
                    <a:pt x="103" y="120"/>
                    <a:pt x="107" y="125"/>
                    <a:pt x="112" y="125"/>
                  </a:cubicBezTo>
                  <a:cubicBezTo>
                    <a:pt x="118" y="125"/>
                    <a:pt x="122" y="120"/>
                    <a:pt x="122" y="115"/>
                  </a:cubicBezTo>
                  <a:cubicBezTo>
                    <a:pt x="122" y="101"/>
                    <a:pt x="122" y="101"/>
                    <a:pt x="122" y="101"/>
                  </a:cubicBezTo>
                  <a:cubicBezTo>
                    <a:pt x="122" y="46"/>
                    <a:pt x="76" y="0"/>
                    <a:pt x="2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3" name="Freeform 43"/>
            <p:cNvSpPr>
              <a:spLocks/>
            </p:cNvSpPr>
            <p:nvPr/>
          </p:nvSpPr>
          <p:spPr bwMode="auto">
            <a:xfrm>
              <a:off x="8170863" y="3189288"/>
              <a:ext cx="84138" cy="177800"/>
            </a:xfrm>
            <a:custGeom>
              <a:avLst/>
              <a:gdLst>
                <a:gd name="T0" fmla="*/ 19 w 84"/>
                <a:gd name="T1" fmla="*/ 99 h 177"/>
                <a:gd name="T2" fmla="*/ 19 w 84"/>
                <a:gd name="T3" fmla="*/ 9 h 177"/>
                <a:gd name="T4" fmla="*/ 9 w 84"/>
                <a:gd name="T5" fmla="*/ 0 h 177"/>
                <a:gd name="T6" fmla="*/ 0 w 84"/>
                <a:gd name="T7" fmla="*/ 9 h 177"/>
                <a:gd name="T8" fmla="*/ 0 w 84"/>
                <a:gd name="T9" fmla="*/ 103 h 177"/>
                <a:gd name="T10" fmla="*/ 3 w 84"/>
                <a:gd name="T11" fmla="*/ 110 h 177"/>
                <a:gd name="T12" fmla="*/ 67 w 84"/>
                <a:gd name="T13" fmla="*/ 174 h 177"/>
                <a:gd name="T14" fmla="*/ 74 w 84"/>
                <a:gd name="T15" fmla="*/ 177 h 177"/>
                <a:gd name="T16" fmla="*/ 81 w 84"/>
                <a:gd name="T17" fmla="*/ 174 h 177"/>
                <a:gd name="T18" fmla="*/ 81 w 84"/>
                <a:gd name="T19" fmla="*/ 161 h 177"/>
                <a:gd name="T20" fmla="*/ 19 w 84"/>
                <a:gd name="T21" fmla="*/ 99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4" h="177">
                  <a:moveTo>
                    <a:pt x="19" y="99"/>
                  </a:moveTo>
                  <a:cubicBezTo>
                    <a:pt x="19" y="9"/>
                    <a:pt x="19" y="9"/>
                    <a:pt x="19" y="9"/>
                  </a:cubicBez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03"/>
                    <a:pt x="0" y="103"/>
                    <a:pt x="0" y="103"/>
                  </a:cubicBezTo>
                  <a:cubicBezTo>
                    <a:pt x="0" y="106"/>
                    <a:pt x="1" y="108"/>
                    <a:pt x="3" y="110"/>
                  </a:cubicBezTo>
                  <a:cubicBezTo>
                    <a:pt x="67" y="174"/>
                    <a:pt x="67" y="174"/>
                    <a:pt x="67" y="174"/>
                  </a:cubicBezTo>
                  <a:cubicBezTo>
                    <a:pt x="69" y="176"/>
                    <a:pt x="71" y="177"/>
                    <a:pt x="74" y="177"/>
                  </a:cubicBezTo>
                  <a:cubicBezTo>
                    <a:pt x="76" y="177"/>
                    <a:pt x="79" y="176"/>
                    <a:pt x="81" y="174"/>
                  </a:cubicBezTo>
                  <a:cubicBezTo>
                    <a:pt x="84" y="171"/>
                    <a:pt x="84" y="165"/>
                    <a:pt x="81" y="161"/>
                  </a:cubicBezTo>
                  <a:lnTo>
                    <a:pt x="19" y="99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4" name="Freeform 44"/>
            <p:cNvSpPr>
              <a:spLocks/>
            </p:cNvSpPr>
            <p:nvPr/>
          </p:nvSpPr>
          <p:spPr bwMode="auto">
            <a:xfrm>
              <a:off x="7999413" y="3427413"/>
              <a:ext cx="60325" cy="71438"/>
            </a:xfrm>
            <a:custGeom>
              <a:avLst/>
              <a:gdLst>
                <a:gd name="T0" fmla="*/ 55 w 60"/>
                <a:gd name="T1" fmla="*/ 3 h 72"/>
                <a:gd name="T2" fmla="*/ 42 w 60"/>
                <a:gd name="T3" fmla="*/ 5 h 72"/>
                <a:gd name="T4" fmla="*/ 3 w 60"/>
                <a:gd name="T5" fmla="*/ 57 h 72"/>
                <a:gd name="T6" fmla="*/ 5 w 60"/>
                <a:gd name="T7" fmla="*/ 70 h 72"/>
                <a:gd name="T8" fmla="*/ 10 w 60"/>
                <a:gd name="T9" fmla="*/ 72 h 72"/>
                <a:gd name="T10" fmla="*/ 18 w 60"/>
                <a:gd name="T11" fmla="*/ 68 h 72"/>
                <a:gd name="T12" fmla="*/ 57 w 60"/>
                <a:gd name="T13" fmla="*/ 16 h 72"/>
                <a:gd name="T14" fmla="*/ 55 w 60"/>
                <a:gd name="T15" fmla="*/ 3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0" h="72">
                  <a:moveTo>
                    <a:pt x="55" y="3"/>
                  </a:moveTo>
                  <a:cubicBezTo>
                    <a:pt x="51" y="0"/>
                    <a:pt x="45" y="1"/>
                    <a:pt x="42" y="5"/>
                  </a:cubicBezTo>
                  <a:cubicBezTo>
                    <a:pt x="3" y="57"/>
                    <a:pt x="3" y="57"/>
                    <a:pt x="3" y="57"/>
                  </a:cubicBezTo>
                  <a:cubicBezTo>
                    <a:pt x="0" y="61"/>
                    <a:pt x="0" y="67"/>
                    <a:pt x="5" y="70"/>
                  </a:cubicBezTo>
                  <a:cubicBezTo>
                    <a:pt x="6" y="71"/>
                    <a:pt x="8" y="72"/>
                    <a:pt x="10" y="72"/>
                  </a:cubicBezTo>
                  <a:cubicBezTo>
                    <a:pt x="13" y="72"/>
                    <a:pt x="16" y="71"/>
                    <a:pt x="18" y="68"/>
                  </a:cubicBezTo>
                  <a:cubicBezTo>
                    <a:pt x="57" y="16"/>
                    <a:pt x="57" y="16"/>
                    <a:pt x="57" y="16"/>
                  </a:cubicBezTo>
                  <a:cubicBezTo>
                    <a:pt x="60" y="12"/>
                    <a:pt x="59" y="6"/>
                    <a:pt x="55" y="3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5" name="Freeform 45"/>
            <p:cNvSpPr>
              <a:spLocks/>
            </p:cNvSpPr>
            <p:nvPr/>
          </p:nvSpPr>
          <p:spPr bwMode="auto">
            <a:xfrm>
              <a:off x="8313738" y="3427413"/>
              <a:ext cx="61913" cy="71438"/>
            </a:xfrm>
            <a:custGeom>
              <a:avLst/>
              <a:gdLst>
                <a:gd name="T0" fmla="*/ 18 w 61"/>
                <a:gd name="T1" fmla="*/ 5 h 72"/>
                <a:gd name="T2" fmla="*/ 5 w 61"/>
                <a:gd name="T3" fmla="*/ 3 h 72"/>
                <a:gd name="T4" fmla="*/ 3 w 61"/>
                <a:gd name="T5" fmla="*/ 16 h 72"/>
                <a:gd name="T6" fmla="*/ 42 w 61"/>
                <a:gd name="T7" fmla="*/ 68 h 72"/>
                <a:gd name="T8" fmla="*/ 50 w 61"/>
                <a:gd name="T9" fmla="*/ 72 h 72"/>
                <a:gd name="T10" fmla="*/ 56 w 61"/>
                <a:gd name="T11" fmla="*/ 70 h 72"/>
                <a:gd name="T12" fmla="*/ 57 w 61"/>
                <a:gd name="T13" fmla="*/ 57 h 72"/>
                <a:gd name="T14" fmla="*/ 18 w 61"/>
                <a:gd name="T15" fmla="*/ 5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1" h="72">
                  <a:moveTo>
                    <a:pt x="18" y="5"/>
                  </a:moveTo>
                  <a:cubicBezTo>
                    <a:pt x="15" y="1"/>
                    <a:pt x="9" y="0"/>
                    <a:pt x="5" y="3"/>
                  </a:cubicBezTo>
                  <a:cubicBezTo>
                    <a:pt x="1" y="6"/>
                    <a:pt x="0" y="12"/>
                    <a:pt x="3" y="16"/>
                  </a:cubicBezTo>
                  <a:cubicBezTo>
                    <a:pt x="42" y="68"/>
                    <a:pt x="42" y="68"/>
                    <a:pt x="42" y="68"/>
                  </a:cubicBezTo>
                  <a:cubicBezTo>
                    <a:pt x="44" y="71"/>
                    <a:pt x="47" y="72"/>
                    <a:pt x="50" y="72"/>
                  </a:cubicBezTo>
                  <a:cubicBezTo>
                    <a:pt x="52" y="72"/>
                    <a:pt x="54" y="71"/>
                    <a:pt x="56" y="70"/>
                  </a:cubicBezTo>
                  <a:cubicBezTo>
                    <a:pt x="60" y="67"/>
                    <a:pt x="61" y="61"/>
                    <a:pt x="57" y="57"/>
                  </a:cubicBezTo>
                  <a:lnTo>
                    <a:pt x="18" y="5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59" name="Group 158"/>
          <p:cNvGrpSpPr/>
          <p:nvPr/>
        </p:nvGrpSpPr>
        <p:grpSpPr>
          <a:xfrm>
            <a:off x="8377767" y="4097867"/>
            <a:ext cx="567267" cy="567267"/>
            <a:chOff x="6283325" y="3073400"/>
            <a:chExt cx="425450" cy="425450"/>
          </a:xfrm>
          <a:solidFill>
            <a:schemeClr val="accent1"/>
          </a:solidFill>
        </p:grpSpPr>
        <p:sp>
          <p:nvSpPr>
            <p:cNvPr id="46" name="Freeform 46"/>
            <p:cNvSpPr>
              <a:spLocks noEditPoints="1"/>
            </p:cNvSpPr>
            <p:nvPr/>
          </p:nvSpPr>
          <p:spPr bwMode="auto">
            <a:xfrm>
              <a:off x="6283325" y="3073400"/>
              <a:ext cx="425450" cy="425450"/>
            </a:xfrm>
            <a:custGeom>
              <a:avLst/>
              <a:gdLst>
                <a:gd name="T0" fmla="*/ 213 w 425"/>
                <a:gd name="T1" fmla="*/ 0 h 425"/>
                <a:gd name="T2" fmla="*/ 0 w 425"/>
                <a:gd name="T3" fmla="*/ 213 h 425"/>
                <a:gd name="T4" fmla="*/ 213 w 425"/>
                <a:gd name="T5" fmla="*/ 425 h 425"/>
                <a:gd name="T6" fmla="*/ 425 w 425"/>
                <a:gd name="T7" fmla="*/ 213 h 425"/>
                <a:gd name="T8" fmla="*/ 213 w 425"/>
                <a:gd name="T9" fmla="*/ 0 h 425"/>
                <a:gd name="T10" fmla="*/ 213 w 425"/>
                <a:gd name="T11" fmla="*/ 406 h 425"/>
                <a:gd name="T12" fmla="*/ 19 w 425"/>
                <a:gd name="T13" fmla="*/ 213 h 425"/>
                <a:gd name="T14" fmla="*/ 213 w 425"/>
                <a:gd name="T15" fmla="*/ 19 h 425"/>
                <a:gd name="T16" fmla="*/ 407 w 425"/>
                <a:gd name="T17" fmla="*/ 213 h 425"/>
                <a:gd name="T18" fmla="*/ 213 w 425"/>
                <a:gd name="T19" fmla="*/ 406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25" h="425">
                  <a:moveTo>
                    <a:pt x="213" y="0"/>
                  </a:moveTo>
                  <a:cubicBezTo>
                    <a:pt x="96" y="0"/>
                    <a:pt x="0" y="95"/>
                    <a:pt x="0" y="213"/>
                  </a:cubicBezTo>
                  <a:cubicBezTo>
                    <a:pt x="0" y="330"/>
                    <a:pt x="96" y="425"/>
                    <a:pt x="213" y="425"/>
                  </a:cubicBezTo>
                  <a:cubicBezTo>
                    <a:pt x="330" y="425"/>
                    <a:pt x="425" y="330"/>
                    <a:pt x="425" y="213"/>
                  </a:cubicBezTo>
                  <a:cubicBezTo>
                    <a:pt x="425" y="95"/>
                    <a:pt x="330" y="0"/>
                    <a:pt x="213" y="0"/>
                  </a:cubicBezTo>
                  <a:close/>
                  <a:moveTo>
                    <a:pt x="213" y="406"/>
                  </a:moveTo>
                  <a:cubicBezTo>
                    <a:pt x="106" y="406"/>
                    <a:pt x="19" y="319"/>
                    <a:pt x="19" y="213"/>
                  </a:cubicBezTo>
                  <a:cubicBezTo>
                    <a:pt x="19" y="106"/>
                    <a:pt x="106" y="19"/>
                    <a:pt x="213" y="19"/>
                  </a:cubicBezTo>
                  <a:cubicBezTo>
                    <a:pt x="320" y="19"/>
                    <a:pt x="407" y="106"/>
                    <a:pt x="407" y="213"/>
                  </a:cubicBezTo>
                  <a:cubicBezTo>
                    <a:pt x="407" y="319"/>
                    <a:pt x="320" y="406"/>
                    <a:pt x="213" y="406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7" name="Freeform 47"/>
            <p:cNvSpPr>
              <a:spLocks/>
            </p:cNvSpPr>
            <p:nvPr/>
          </p:nvSpPr>
          <p:spPr bwMode="auto">
            <a:xfrm>
              <a:off x="6403975" y="3194050"/>
              <a:ext cx="82550" cy="187325"/>
            </a:xfrm>
            <a:custGeom>
              <a:avLst/>
              <a:gdLst>
                <a:gd name="T0" fmla="*/ 60 w 83"/>
                <a:gd name="T1" fmla="*/ 12 h 187"/>
                <a:gd name="T2" fmla="*/ 16 w 83"/>
                <a:gd name="T3" fmla="*/ 8 h 187"/>
                <a:gd name="T4" fmla="*/ 2 w 83"/>
                <a:gd name="T5" fmla="*/ 27 h 187"/>
                <a:gd name="T6" fmla="*/ 6 w 83"/>
                <a:gd name="T7" fmla="*/ 50 h 187"/>
                <a:gd name="T8" fmla="*/ 25 w 83"/>
                <a:gd name="T9" fmla="*/ 65 h 187"/>
                <a:gd name="T10" fmla="*/ 45 w 83"/>
                <a:gd name="T11" fmla="*/ 61 h 187"/>
                <a:gd name="T12" fmla="*/ 48 w 83"/>
                <a:gd name="T13" fmla="*/ 48 h 187"/>
                <a:gd name="T14" fmla="*/ 35 w 83"/>
                <a:gd name="T15" fmla="*/ 45 h 187"/>
                <a:gd name="T16" fmla="*/ 29 w 83"/>
                <a:gd name="T17" fmla="*/ 47 h 187"/>
                <a:gd name="T18" fmla="*/ 22 w 83"/>
                <a:gd name="T19" fmla="*/ 41 h 187"/>
                <a:gd name="T20" fmla="*/ 21 w 83"/>
                <a:gd name="T21" fmla="*/ 31 h 187"/>
                <a:gd name="T22" fmla="*/ 26 w 83"/>
                <a:gd name="T23" fmla="*/ 24 h 187"/>
                <a:gd name="T24" fmla="*/ 48 w 83"/>
                <a:gd name="T25" fmla="*/ 27 h 187"/>
                <a:gd name="T26" fmla="*/ 64 w 83"/>
                <a:gd name="T27" fmla="*/ 73 h 187"/>
                <a:gd name="T28" fmla="*/ 17 w 83"/>
                <a:gd name="T29" fmla="*/ 169 h 187"/>
                <a:gd name="T30" fmla="*/ 12 w 83"/>
                <a:gd name="T31" fmla="*/ 182 h 187"/>
                <a:gd name="T32" fmla="*/ 21 w 83"/>
                <a:gd name="T33" fmla="*/ 187 h 187"/>
                <a:gd name="T34" fmla="*/ 25 w 83"/>
                <a:gd name="T35" fmla="*/ 186 h 187"/>
                <a:gd name="T36" fmla="*/ 83 w 83"/>
                <a:gd name="T37" fmla="*/ 73 h 187"/>
                <a:gd name="T38" fmla="*/ 60 w 83"/>
                <a:gd name="T39" fmla="*/ 12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3" h="187">
                  <a:moveTo>
                    <a:pt x="60" y="12"/>
                  </a:moveTo>
                  <a:cubicBezTo>
                    <a:pt x="46" y="2"/>
                    <a:pt x="29" y="0"/>
                    <a:pt x="16" y="8"/>
                  </a:cubicBezTo>
                  <a:cubicBezTo>
                    <a:pt x="9" y="12"/>
                    <a:pt x="4" y="19"/>
                    <a:pt x="2" y="27"/>
                  </a:cubicBezTo>
                  <a:cubicBezTo>
                    <a:pt x="0" y="35"/>
                    <a:pt x="2" y="43"/>
                    <a:pt x="6" y="50"/>
                  </a:cubicBezTo>
                  <a:cubicBezTo>
                    <a:pt x="11" y="58"/>
                    <a:pt x="18" y="63"/>
                    <a:pt x="25" y="65"/>
                  </a:cubicBezTo>
                  <a:cubicBezTo>
                    <a:pt x="32" y="67"/>
                    <a:pt x="39" y="65"/>
                    <a:pt x="45" y="61"/>
                  </a:cubicBezTo>
                  <a:cubicBezTo>
                    <a:pt x="50" y="58"/>
                    <a:pt x="51" y="53"/>
                    <a:pt x="48" y="48"/>
                  </a:cubicBezTo>
                  <a:cubicBezTo>
                    <a:pt x="46" y="44"/>
                    <a:pt x="40" y="43"/>
                    <a:pt x="35" y="45"/>
                  </a:cubicBezTo>
                  <a:cubicBezTo>
                    <a:pt x="33" y="47"/>
                    <a:pt x="31" y="47"/>
                    <a:pt x="29" y="47"/>
                  </a:cubicBezTo>
                  <a:cubicBezTo>
                    <a:pt x="27" y="46"/>
                    <a:pt x="24" y="44"/>
                    <a:pt x="22" y="41"/>
                  </a:cubicBezTo>
                  <a:cubicBezTo>
                    <a:pt x="20" y="38"/>
                    <a:pt x="20" y="35"/>
                    <a:pt x="21" y="31"/>
                  </a:cubicBezTo>
                  <a:cubicBezTo>
                    <a:pt x="21" y="28"/>
                    <a:pt x="23" y="26"/>
                    <a:pt x="26" y="24"/>
                  </a:cubicBezTo>
                  <a:cubicBezTo>
                    <a:pt x="33" y="19"/>
                    <a:pt x="42" y="22"/>
                    <a:pt x="48" y="27"/>
                  </a:cubicBezTo>
                  <a:cubicBezTo>
                    <a:pt x="59" y="35"/>
                    <a:pt x="64" y="49"/>
                    <a:pt x="64" y="73"/>
                  </a:cubicBezTo>
                  <a:cubicBezTo>
                    <a:pt x="64" y="109"/>
                    <a:pt x="48" y="154"/>
                    <a:pt x="17" y="169"/>
                  </a:cubicBezTo>
                  <a:cubicBezTo>
                    <a:pt x="12" y="172"/>
                    <a:pt x="10" y="177"/>
                    <a:pt x="12" y="182"/>
                  </a:cubicBezTo>
                  <a:cubicBezTo>
                    <a:pt x="14" y="185"/>
                    <a:pt x="17" y="187"/>
                    <a:pt x="21" y="187"/>
                  </a:cubicBezTo>
                  <a:cubicBezTo>
                    <a:pt x="22" y="187"/>
                    <a:pt x="24" y="187"/>
                    <a:pt x="25" y="186"/>
                  </a:cubicBezTo>
                  <a:cubicBezTo>
                    <a:pt x="65" y="166"/>
                    <a:pt x="83" y="113"/>
                    <a:pt x="83" y="73"/>
                  </a:cubicBezTo>
                  <a:cubicBezTo>
                    <a:pt x="83" y="54"/>
                    <a:pt x="80" y="27"/>
                    <a:pt x="60" y="12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8" name="Freeform 48"/>
            <p:cNvSpPr>
              <a:spLocks/>
            </p:cNvSpPr>
            <p:nvPr/>
          </p:nvSpPr>
          <p:spPr bwMode="auto">
            <a:xfrm>
              <a:off x="6508750" y="3194050"/>
              <a:ext cx="80963" cy="187325"/>
            </a:xfrm>
            <a:custGeom>
              <a:avLst/>
              <a:gdLst>
                <a:gd name="T0" fmla="*/ 59 w 82"/>
                <a:gd name="T1" fmla="*/ 12 h 187"/>
                <a:gd name="T2" fmla="*/ 16 w 82"/>
                <a:gd name="T3" fmla="*/ 8 h 187"/>
                <a:gd name="T4" fmla="*/ 2 w 82"/>
                <a:gd name="T5" fmla="*/ 27 h 187"/>
                <a:gd name="T6" fmla="*/ 6 w 82"/>
                <a:gd name="T7" fmla="*/ 50 h 187"/>
                <a:gd name="T8" fmla="*/ 25 w 82"/>
                <a:gd name="T9" fmla="*/ 65 h 187"/>
                <a:gd name="T10" fmla="*/ 45 w 82"/>
                <a:gd name="T11" fmla="*/ 61 h 187"/>
                <a:gd name="T12" fmla="*/ 48 w 82"/>
                <a:gd name="T13" fmla="*/ 48 h 187"/>
                <a:gd name="T14" fmla="*/ 35 w 82"/>
                <a:gd name="T15" fmla="*/ 45 h 187"/>
                <a:gd name="T16" fmla="*/ 29 w 82"/>
                <a:gd name="T17" fmla="*/ 47 h 187"/>
                <a:gd name="T18" fmla="*/ 22 w 82"/>
                <a:gd name="T19" fmla="*/ 41 h 187"/>
                <a:gd name="T20" fmla="*/ 20 w 82"/>
                <a:gd name="T21" fmla="*/ 31 h 187"/>
                <a:gd name="T22" fmla="*/ 26 w 82"/>
                <a:gd name="T23" fmla="*/ 24 h 187"/>
                <a:gd name="T24" fmla="*/ 48 w 82"/>
                <a:gd name="T25" fmla="*/ 27 h 187"/>
                <a:gd name="T26" fmla="*/ 64 w 82"/>
                <a:gd name="T27" fmla="*/ 73 h 187"/>
                <a:gd name="T28" fmla="*/ 16 w 82"/>
                <a:gd name="T29" fmla="*/ 169 h 187"/>
                <a:gd name="T30" fmla="*/ 12 w 82"/>
                <a:gd name="T31" fmla="*/ 182 h 187"/>
                <a:gd name="T32" fmla="*/ 21 w 82"/>
                <a:gd name="T33" fmla="*/ 187 h 187"/>
                <a:gd name="T34" fmla="*/ 25 w 82"/>
                <a:gd name="T35" fmla="*/ 186 h 187"/>
                <a:gd name="T36" fmla="*/ 82 w 82"/>
                <a:gd name="T37" fmla="*/ 73 h 187"/>
                <a:gd name="T38" fmla="*/ 59 w 82"/>
                <a:gd name="T39" fmla="*/ 12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2" h="187">
                  <a:moveTo>
                    <a:pt x="59" y="12"/>
                  </a:moveTo>
                  <a:cubicBezTo>
                    <a:pt x="46" y="2"/>
                    <a:pt x="28" y="0"/>
                    <a:pt x="16" y="8"/>
                  </a:cubicBezTo>
                  <a:cubicBezTo>
                    <a:pt x="9" y="12"/>
                    <a:pt x="4" y="19"/>
                    <a:pt x="2" y="27"/>
                  </a:cubicBezTo>
                  <a:cubicBezTo>
                    <a:pt x="0" y="35"/>
                    <a:pt x="2" y="43"/>
                    <a:pt x="6" y="50"/>
                  </a:cubicBezTo>
                  <a:cubicBezTo>
                    <a:pt x="11" y="58"/>
                    <a:pt x="18" y="63"/>
                    <a:pt x="25" y="65"/>
                  </a:cubicBezTo>
                  <a:cubicBezTo>
                    <a:pt x="32" y="67"/>
                    <a:pt x="39" y="65"/>
                    <a:pt x="45" y="61"/>
                  </a:cubicBezTo>
                  <a:cubicBezTo>
                    <a:pt x="50" y="58"/>
                    <a:pt x="51" y="53"/>
                    <a:pt x="48" y="48"/>
                  </a:cubicBezTo>
                  <a:cubicBezTo>
                    <a:pt x="45" y="44"/>
                    <a:pt x="40" y="43"/>
                    <a:pt x="35" y="45"/>
                  </a:cubicBezTo>
                  <a:cubicBezTo>
                    <a:pt x="33" y="47"/>
                    <a:pt x="31" y="47"/>
                    <a:pt x="29" y="47"/>
                  </a:cubicBezTo>
                  <a:cubicBezTo>
                    <a:pt x="27" y="46"/>
                    <a:pt x="24" y="44"/>
                    <a:pt x="22" y="41"/>
                  </a:cubicBezTo>
                  <a:cubicBezTo>
                    <a:pt x="20" y="38"/>
                    <a:pt x="20" y="35"/>
                    <a:pt x="20" y="31"/>
                  </a:cubicBezTo>
                  <a:cubicBezTo>
                    <a:pt x="21" y="28"/>
                    <a:pt x="23" y="26"/>
                    <a:pt x="26" y="24"/>
                  </a:cubicBezTo>
                  <a:cubicBezTo>
                    <a:pt x="33" y="19"/>
                    <a:pt x="42" y="22"/>
                    <a:pt x="48" y="27"/>
                  </a:cubicBezTo>
                  <a:cubicBezTo>
                    <a:pt x="59" y="35"/>
                    <a:pt x="64" y="49"/>
                    <a:pt x="64" y="73"/>
                  </a:cubicBezTo>
                  <a:cubicBezTo>
                    <a:pt x="64" y="109"/>
                    <a:pt x="47" y="154"/>
                    <a:pt x="16" y="169"/>
                  </a:cubicBezTo>
                  <a:cubicBezTo>
                    <a:pt x="12" y="172"/>
                    <a:pt x="10" y="177"/>
                    <a:pt x="12" y="182"/>
                  </a:cubicBezTo>
                  <a:cubicBezTo>
                    <a:pt x="14" y="185"/>
                    <a:pt x="17" y="187"/>
                    <a:pt x="21" y="187"/>
                  </a:cubicBezTo>
                  <a:cubicBezTo>
                    <a:pt x="22" y="187"/>
                    <a:pt x="23" y="187"/>
                    <a:pt x="25" y="186"/>
                  </a:cubicBezTo>
                  <a:cubicBezTo>
                    <a:pt x="64" y="166"/>
                    <a:pt x="82" y="113"/>
                    <a:pt x="82" y="73"/>
                  </a:cubicBezTo>
                  <a:cubicBezTo>
                    <a:pt x="82" y="54"/>
                    <a:pt x="80" y="27"/>
                    <a:pt x="59" y="12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49" name="Freeform 49"/>
          <p:cNvSpPr>
            <a:spLocks noEditPoints="1"/>
          </p:cNvSpPr>
          <p:nvPr/>
        </p:nvSpPr>
        <p:spPr bwMode="auto">
          <a:xfrm>
            <a:off x="7294033" y="4097867"/>
            <a:ext cx="567267" cy="567267"/>
          </a:xfrm>
          <a:custGeom>
            <a:avLst/>
            <a:gdLst>
              <a:gd name="T0" fmla="*/ 0 w 425"/>
              <a:gd name="T1" fmla="*/ 213 h 425"/>
              <a:gd name="T2" fmla="*/ 425 w 425"/>
              <a:gd name="T3" fmla="*/ 213 h 425"/>
              <a:gd name="T4" fmla="*/ 327 w 425"/>
              <a:gd name="T5" fmla="*/ 369 h 425"/>
              <a:gd name="T6" fmla="*/ 328 w 425"/>
              <a:gd name="T7" fmla="*/ 210 h 425"/>
              <a:gd name="T8" fmla="*/ 301 w 425"/>
              <a:gd name="T9" fmla="*/ 151 h 425"/>
              <a:gd name="T10" fmla="*/ 285 w 425"/>
              <a:gd name="T11" fmla="*/ 161 h 425"/>
              <a:gd name="T12" fmla="*/ 310 w 425"/>
              <a:gd name="T13" fmla="*/ 215 h 425"/>
              <a:gd name="T14" fmla="*/ 303 w 425"/>
              <a:gd name="T15" fmla="*/ 380 h 425"/>
              <a:gd name="T16" fmla="*/ 301 w 425"/>
              <a:gd name="T17" fmla="*/ 385 h 425"/>
              <a:gd name="T18" fmla="*/ 135 w 425"/>
              <a:gd name="T19" fmla="*/ 390 h 425"/>
              <a:gd name="T20" fmla="*/ 273 w 425"/>
              <a:gd name="T21" fmla="*/ 311 h 425"/>
              <a:gd name="T22" fmla="*/ 310 w 425"/>
              <a:gd name="T23" fmla="*/ 259 h 425"/>
              <a:gd name="T24" fmla="*/ 293 w 425"/>
              <a:gd name="T25" fmla="*/ 250 h 425"/>
              <a:gd name="T26" fmla="*/ 259 w 425"/>
              <a:gd name="T27" fmla="*/ 299 h 425"/>
              <a:gd name="T28" fmla="*/ 112 w 425"/>
              <a:gd name="T29" fmla="*/ 375 h 425"/>
              <a:gd name="T30" fmla="*/ 20 w 425"/>
              <a:gd name="T31" fmla="*/ 234 h 425"/>
              <a:gd name="T32" fmla="*/ 157 w 425"/>
              <a:gd name="T33" fmla="*/ 314 h 425"/>
              <a:gd name="T34" fmla="*/ 221 w 425"/>
              <a:gd name="T35" fmla="*/ 320 h 425"/>
              <a:gd name="T36" fmla="*/ 221 w 425"/>
              <a:gd name="T37" fmla="*/ 301 h 425"/>
              <a:gd name="T38" fmla="*/ 99 w 425"/>
              <a:gd name="T39" fmla="*/ 273 h 425"/>
              <a:gd name="T40" fmla="*/ 22 w 425"/>
              <a:gd name="T41" fmla="*/ 206 h 425"/>
              <a:gd name="T42" fmla="*/ 98 w 425"/>
              <a:gd name="T43" fmla="*/ 57 h 425"/>
              <a:gd name="T44" fmla="*/ 97 w 425"/>
              <a:gd name="T45" fmla="*/ 215 h 425"/>
              <a:gd name="T46" fmla="*/ 124 w 425"/>
              <a:gd name="T47" fmla="*/ 274 h 425"/>
              <a:gd name="T48" fmla="*/ 137 w 425"/>
              <a:gd name="T49" fmla="*/ 277 h 425"/>
              <a:gd name="T50" fmla="*/ 136 w 425"/>
              <a:gd name="T51" fmla="*/ 257 h 425"/>
              <a:gd name="T52" fmla="*/ 103 w 425"/>
              <a:gd name="T53" fmla="*/ 144 h 425"/>
              <a:gd name="T54" fmla="*/ 123 w 425"/>
              <a:gd name="T55" fmla="*/ 44 h 425"/>
              <a:gd name="T56" fmla="*/ 213 w 425"/>
              <a:gd name="T57" fmla="*/ 19 h 425"/>
              <a:gd name="T58" fmla="*/ 208 w 425"/>
              <a:gd name="T59" fmla="*/ 68 h 425"/>
              <a:gd name="T60" fmla="*/ 119 w 425"/>
              <a:gd name="T61" fmla="*/ 159 h 425"/>
              <a:gd name="T62" fmla="*/ 119 w 425"/>
              <a:gd name="T63" fmla="*/ 179 h 425"/>
              <a:gd name="T64" fmla="*/ 132 w 425"/>
              <a:gd name="T65" fmla="*/ 175 h 425"/>
              <a:gd name="T66" fmla="*/ 166 w 425"/>
              <a:gd name="T67" fmla="*/ 127 h 425"/>
              <a:gd name="T68" fmla="*/ 313 w 425"/>
              <a:gd name="T69" fmla="*/ 51 h 425"/>
              <a:gd name="T70" fmla="*/ 405 w 425"/>
              <a:gd name="T71" fmla="*/ 191 h 425"/>
              <a:gd name="T72" fmla="*/ 268 w 425"/>
              <a:gd name="T73" fmla="*/ 111 h 425"/>
              <a:gd name="T74" fmla="*/ 195 w 425"/>
              <a:gd name="T75" fmla="*/ 115 h 425"/>
              <a:gd name="T76" fmla="*/ 264 w 425"/>
              <a:gd name="T77" fmla="*/ 129 h 425"/>
              <a:gd name="T78" fmla="*/ 403 w 425"/>
              <a:gd name="T79" fmla="*/ 218 h 425"/>
              <a:gd name="T80" fmla="*/ 406 w 425"/>
              <a:gd name="T81" fmla="*/ 222 h 4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425" h="425">
                <a:moveTo>
                  <a:pt x="213" y="0"/>
                </a:moveTo>
                <a:cubicBezTo>
                  <a:pt x="95" y="0"/>
                  <a:pt x="0" y="95"/>
                  <a:pt x="0" y="213"/>
                </a:cubicBezTo>
                <a:cubicBezTo>
                  <a:pt x="0" y="330"/>
                  <a:pt x="95" y="425"/>
                  <a:pt x="213" y="425"/>
                </a:cubicBezTo>
                <a:cubicBezTo>
                  <a:pt x="330" y="425"/>
                  <a:pt x="425" y="330"/>
                  <a:pt x="425" y="213"/>
                </a:cubicBezTo>
                <a:cubicBezTo>
                  <a:pt x="425" y="95"/>
                  <a:pt x="330" y="0"/>
                  <a:pt x="213" y="0"/>
                </a:cubicBezTo>
                <a:close/>
                <a:moveTo>
                  <a:pt x="327" y="369"/>
                </a:moveTo>
                <a:cubicBezTo>
                  <a:pt x="337" y="340"/>
                  <a:pt x="341" y="311"/>
                  <a:pt x="340" y="281"/>
                </a:cubicBezTo>
                <a:cubicBezTo>
                  <a:pt x="340" y="257"/>
                  <a:pt x="336" y="233"/>
                  <a:pt x="328" y="210"/>
                </a:cubicBezTo>
                <a:cubicBezTo>
                  <a:pt x="322" y="192"/>
                  <a:pt x="315" y="175"/>
                  <a:pt x="306" y="159"/>
                </a:cubicBezTo>
                <a:cubicBezTo>
                  <a:pt x="304" y="156"/>
                  <a:pt x="303" y="154"/>
                  <a:pt x="301" y="151"/>
                </a:cubicBezTo>
                <a:cubicBezTo>
                  <a:pt x="298" y="147"/>
                  <a:pt x="293" y="146"/>
                  <a:pt x="288" y="148"/>
                </a:cubicBezTo>
                <a:cubicBezTo>
                  <a:pt x="284" y="151"/>
                  <a:pt x="283" y="157"/>
                  <a:pt x="285" y="161"/>
                </a:cubicBezTo>
                <a:cubicBezTo>
                  <a:pt x="287" y="163"/>
                  <a:pt x="288" y="166"/>
                  <a:pt x="290" y="168"/>
                </a:cubicBezTo>
                <a:cubicBezTo>
                  <a:pt x="298" y="183"/>
                  <a:pt x="305" y="199"/>
                  <a:pt x="310" y="215"/>
                </a:cubicBezTo>
                <a:cubicBezTo>
                  <a:pt x="317" y="237"/>
                  <a:pt x="321" y="259"/>
                  <a:pt x="322" y="281"/>
                </a:cubicBezTo>
                <a:cubicBezTo>
                  <a:pt x="322" y="315"/>
                  <a:pt x="316" y="348"/>
                  <a:pt x="303" y="380"/>
                </a:cubicBezTo>
                <a:cubicBezTo>
                  <a:pt x="303" y="381"/>
                  <a:pt x="303" y="381"/>
                  <a:pt x="303" y="381"/>
                </a:cubicBezTo>
                <a:cubicBezTo>
                  <a:pt x="302" y="382"/>
                  <a:pt x="301" y="384"/>
                  <a:pt x="301" y="385"/>
                </a:cubicBezTo>
                <a:cubicBezTo>
                  <a:pt x="274" y="399"/>
                  <a:pt x="244" y="406"/>
                  <a:pt x="213" y="406"/>
                </a:cubicBezTo>
                <a:cubicBezTo>
                  <a:pt x="185" y="406"/>
                  <a:pt x="158" y="400"/>
                  <a:pt x="135" y="390"/>
                </a:cubicBezTo>
                <a:cubicBezTo>
                  <a:pt x="164" y="384"/>
                  <a:pt x="192" y="373"/>
                  <a:pt x="217" y="357"/>
                </a:cubicBezTo>
                <a:cubicBezTo>
                  <a:pt x="238" y="345"/>
                  <a:pt x="256" y="329"/>
                  <a:pt x="273" y="311"/>
                </a:cubicBezTo>
                <a:cubicBezTo>
                  <a:pt x="286" y="297"/>
                  <a:pt x="297" y="282"/>
                  <a:pt x="306" y="266"/>
                </a:cubicBezTo>
                <a:cubicBezTo>
                  <a:pt x="307" y="264"/>
                  <a:pt x="309" y="261"/>
                  <a:pt x="310" y="259"/>
                </a:cubicBezTo>
                <a:cubicBezTo>
                  <a:pt x="312" y="254"/>
                  <a:pt x="311" y="248"/>
                  <a:pt x="306" y="246"/>
                </a:cubicBezTo>
                <a:cubicBezTo>
                  <a:pt x="302" y="244"/>
                  <a:pt x="296" y="245"/>
                  <a:pt x="293" y="250"/>
                </a:cubicBezTo>
                <a:cubicBezTo>
                  <a:pt x="292" y="252"/>
                  <a:pt x="291" y="255"/>
                  <a:pt x="290" y="257"/>
                </a:cubicBezTo>
                <a:cubicBezTo>
                  <a:pt x="281" y="272"/>
                  <a:pt x="271" y="286"/>
                  <a:pt x="259" y="299"/>
                </a:cubicBezTo>
                <a:cubicBezTo>
                  <a:pt x="244" y="315"/>
                  <a:pt x="226" y="330"/>
                  <a:pt x="208" y="341"/>
                </a:cubicBezTo>
                <a:cubicBezTo>
                  <a:pt x="179" y="359"/>
                  <a:pt x="147" y="370"/>
                  <a:pt x="112" y="375"/>
                </a:cubicBezTo>
                <a:cubicBezTo>
                  <a:pt x="111" y="375"/>
                  <a:pt x="109" y="375"/>
                  <a:pt x="107" y="375"/>
                </a:cubicBezTo>
                <a:cubicBezTo>
                  <a:pt x="60" y="344"/>
                  <a:pt x="26" y="293"/>
                  <a:pt x="20" y="234"/>
                </a:cubicBezTo>
                <a:cubicBezTo>
                  <a:pt x="40" y="256"/>
                  <a:pt x="63" y="275"/>
                  <a:pt x="90" y="289"/>
                </a:cubicBezTo>
                <a:cubicBezTo>
                  <a:pt x="111" y="301"/>
                  <a:pt x="133" y="309"/>
                  <a:pt x="157" y="314"/>
                </a:cubicBezTo>
                <a:cubicBezTo>
                  <a:pt x="176" y="318"/>
                  <a:pt x="194" y="320"/>
                  <a:pt x="213" y="320"/>
                </a:cubicBezTo>
                <a:cubicBezTo>
                  <a:pt x="215" y="320"/>
                  <a:pt x="218" y="320"/>
                  <a:pt x="221" y="320"/>
                </a:cubicBezTo>
                <a:cubicBezTo>
                  <a:pt x="227" y="320"/>
                  <a:pt x="231" y="316"/>
                  <a:pt x="230" y="310"/>
                </a:cubicBezTo>
                <a:cubicBezTo>
                  <a:pt x="230" y="305"/>
                  <a:pt x="226" y="301"/>
                  <a:pt x="221" y="301"/>
                </a:cubicBezTo>
                <a:cubicBezTo>
                  <a:pt x="201" y="302"/>
                  <a:pt x="181" y="300"/>
                  <a:pt x="161" y="296"/>
                </a:cubicBezTo>
                <a:cubicBezTo>
                  <a:pt x="139" y="291"/>
                  <a:pt x="118" y="283"/>
                  <a:pt x="99" y="273"/>
                </a:cubicBezTo>
                <a:cubicBezTo>
                  <a:pt x="69" y="257"/>
                  <a:pt x="43" y="235"/>
                  <a:pt x="22" y="207"/>
                </a:cubicBezTo>
                <a:cubicBezTo>
                  <a:pt x="22" y="206"/>
                  <a:pt x="22" y="206"/>
                  <a:pt x="22" y="206"/>
                </a:cubicBezTo>
                <a:cubicBezTo>
                  <a:pt x="21" y="205"/>
                  <a:pt x="20" y="204"/>
                  <a:pt x="19" y="203"/>
                </a:cubicBezTo>
                <a:cubicBezTo>
                  <a:pt x="22" y="143"/>
                  <a:pt x="52" y="90"/>
                  <a:pt x="98" y="57"/>
                </a:cubicBezTo>
                <a:cubicBezTo>
                  <a:pt x="88" y="85"/>
                  <a:pt x="84" y="115"/>
                  <a:pt x="85" y="145"/>
                </a:cubicBezTo>
                <a:cubicBezTo>
                  <a:pt x="85" y="168"/>
                  <a:pt x="90" y="192"/>
                  <a:pt x="97" y="215"/>
                </a:cubicBezTo>
                <a:cubicBezTo>
                  <a:pt x="103" y="233"/>
                  <a:pt x="110" y="251"/>
                  <a:pt x="119" y="266"/>
                </a:cubicBezTo>
                <a:cubicBezTo>
                  <a:pt x="121" y="269"/>
                  <a:pt x="122" y="271"/>
                  <a:pt x="124" y="274"/>
                </a:cubicBezTo>
                <a:cubicBezTo>
                  <a:pt x="126" y="277"/>
                  <a:pt x="129" y="278"/>
                  <a:pt x="132" y="278"/>
                </a:cubicBezTo>
                <a:cubicBezTo>
                  <a:pt x="133" y="278"/>
                  <a:pt x="135" y="278"/>
                  <a:pt x="137" y="277"/>
                </a:cubicBezTo>
                <a:cubicBezTo>
                  <a:pt x="141" y="274"/>
                  <a:pt x="142" y="268"/>
                  <a:pt x="140" y="264"/>
                </a:cubicBezTo>
                <a:cubicBezTo>
                  <a:pt x="138" y="262"/>
                  <a:pt x="137" y="259"/>
                  <a:pt x="136" y="257"/>
                </a:cubicBezTo>
                <a:cubicBezTo>
                  <a:pt x="127" y="242"/>
                  <a:pt x="120" y="227"/>
                  <a:pt x="115" y="210"/>
                </a:cubicBezTo>
                <a:cubicBezTo>
                  <a:pt x="108" y="188"/>
                  <a:pt x="104" y="166"/>
                  <a:pt x="103" y="144"/>
                </a:cubicBezTo>
                <a:cubicBezTo>
                  <a:pt x="103" y="110"/>
                  <a:pt x="109" y="77"/>
                  <a:pt x="122" y="45"/>
                </a:cubicBezTo>
                <a:cubicBezTo>
                  <a:pt x="123" y="44"/>
                  <a:pt x="123" y="44"/>
                  <a:pt x="123" y="44"/>
                </a:cubicBezTo>
                <a:cubicBezTo>
                  <a:pt x="123" y="43"/>
                  <a:pt x="124" y="42"/>
                  <a:pt x="124" y="40"/>
                </a:cubicBezTo>
                <a:cubicBezTo>
                  <a:pt x="151" y="27"/>
                  <a:pt x="181" y="19"/>
                  <a:pt x="213" y="19"/>
                </a:cubicBezTo>
                <a:cubicBezTo>
                  <a:pt x="240" y="19"/>
                  <a:pt x="267" y="25"/>
                  <a:pt x="290" y="35"/>
                </a:cubicBezTo>
                <a:cubicBezTo>
                  <a:pt x="261" y="41"/>
                  <a:pt x="233" y="52"/>
                  <a:pt x="208" y="68"/>
                </a:cubicBezTo>
                <a:cubicBezTo>
                  <a:pt x="187" y="80"/>
                  <a:pt x="169" y="96"/>
                  <a:pt x="152" y="114"/>
                </a:cubicBezTo>
                <a:cubicBezTo>
                  <a:pt x="140" y="128"/>
                  <a:pt x="128" y="143"/>
                  <a:pt x="119" y="159"/>
                </a:cubicBezTo>
                <a:cubicBezTo>
                  <a:pt x="118" y="161"/>
                  <a:pt x="116" y="164"/>
                  <a:pt x="115" y="166"/>
                </a:cubicBezTo>
                <a:cubicBezTo>
                  <a:pt x="113" y="171"/>
                  <a:pt x="114" y="177"/>
                  <a:pt x="119" y="179"/>
                </a:cubicBezTo>
                <a:cubicBezTo>
                  <a:pt x="120" y="180"/>
                  <a:pt x="122" y="180"/>
                  <a:pt x="123" y="180"/>
                </a:cubicBezTo>
                <a:cubicBezTo>
                  <a:pt x="127" y="180"/>
                  <a:pt x="130" y="178"/>
                  <a:pt x="132" y="175"/>
                </a:cubicBezTo>
                <a:cubicBezTo>
                  <a:pt x="133" y="173"/>
                  <a:pt x="134" y="171"/>
                  <a:pt x="136" y="168"/>
                </a:cubicBezTo>
                <a:cubicBezTo>
                  <a:pt x="144" y="154"/>
                  <a:pt x="154" y="140"/>
                  <a:pt x="166" y="127"/>
                </a:cubicBezTo>
                <a:cubicBezTo>
                  <a:pt x="181" y="110"/>
                  <a:pt x="199" y="95"/>
                  <a:pt x="217" y="84"/>
                </a:cubicBezTo>
                <a:cubicBezTo>
                  <a:pt x="246" y="66"/>
                  <a:pt x="278" y="55"/>
                  <a:pt x="313" y="51"/>
                </a:cubicBezTo>
                <a:cubicBezTo>
                  <a:pt x="314" y="50"/>
                  <a:pt x="316" y="50"/>
                  <a:pt x="318" y="50"/>
                </a:cubicBezTo>
                <a:cubicBezTo>
                  <a:pt x="365" y="81"/>
                  <a:pt x="399" y="132"/>
                  <a:pt x="405" y="191"/>
                </a:cubicBezTo>
                <a:cubicBezTo>
                  <a:pt x="385" y="169"/>
                  <a:pt x="362" y="150"/>
                  <a:pt x="335" y="136"/>
                </a:cubicBezTo>
                <a:cubicBezTo>
                  <a:pt x="314" y="125"/>
                  <a:pt x="292" y="116"/>
                  <a:pt x="268" y="111"/>
                </a:cubicBezTo>
                <a:cubicBezTo>
                  <a:pt x="246" y="106"/>
                  <a:pt x="225" y="104"/>
                  <a:pt x="204" y="105"/>
                </a:cubicBezTo>
                <a:cubicBezTo>
                  <a:pt x="199" y="105"/>
                  <a:pt x="195" y="110"/>
                  <a:pt x="195" y="115"/>
                </a:cubicBezTo>
                <a:cubicBezTo>
                  <a:pt x="195" y="120"/>
                  <a:pt x="199" y="124"/>
                  <a:pt x="204" y="124"/>
                </a:cubicBezTo>
                <a:cubicBezTo>
                  <a:pt x="224" y="123"/>
                  <a:pt x="244" y="125"/>
                  <a:pt x="264" y="129"/>
                </a:cubicBezTo>
                <a:cubicBezTo>
                  <a:pt x="286" y="134"/>
                  <a:pt x="307" y="142"/>
                  <a:pt x="326" y="152"/>
                </a:cubicBezTo>
                <a:cubicBezTo>
                  <a:pt x="356" y="169"/>
                  <a:pt x="382" y="191"/>
                  <a:pt x="403" y="218"/>
                </a:cubicBezTo>
                <a:cubicBezTo>
                  <a:pt x="404" y="219"/>
                  <a:pt x="404" y="219"/>
                  <a:pt x="404" y="219"/>
                </a:cubicBezTo>
                <a:cubicBezTo>
                  <a:pt x="404" y="220"/>
                  <a:pt x="405" y="221"/>
                  <a:pt x="406" y="222"/>
                </a:cubicBezTo>
                <a:cubicBezTo>
                  <a:pt x="403" y="282"/>
                  <a:pt x="373" y="335"/>
                  <a:pt x="327" y="36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61" name="Group 160"/>
          <p:cNvGrpSpPr/>
          <p:nvPr/>
        </p:nvGrpSpPr>
        <p:grpSpPr>
          <a:xfrm>
            <a:off x="5113867" y="4085167"/>
            <a:ext cx="592668" cy="579967"/>
            <a:chOff x="3835400" y="3063875"/>
            <a:chExt cx="444501" cy="434975"/>
          </a:xfrm>
          <a:solidFill>
            <a:schemeClr val="accent1"/>
          </a:solidFill>
        </p:grpSpPr>
        <p:sp>
          <p:nvSpPr>
            <p:cNvPr id="50" name="Freeform 50"/>
            <p:cNvSpPr>
              <a:spLocks/>
            </p:cNvSpPr>
            <p:nvPr/>
          </p:nvSpPr>
          <p:spPr bwMode="auto">
            <a:xfrm>
              <a:off x="3879850" y="3108325"/>
              <a:ext cx="58738" cy="57150"/>
            </a:xfrm>
            <a:custGeom>
              <a:avLst/>
              <a:gdLst>
                <a:gd name="T0" fmla="*/ 10 w 59"/>
                <a:gd name="T1" fmla="*/ 58 h 58"/>
                <a:gd name="T2" fmla="*/ 17 w 59"/>
                <a:gd name="T3" fmla="*/ 55 h 58"/>
                <a:gd name="T4" fmla="*/ 56 w 59"/>
                <a:gd name="T5" fmla="*/ 17 h 58"/>
                <a:gd name="T6" fmla="*/ 56 w 59"/>
                <a:gd name="T7" fmla="*/ 4 h 58"/>
                <a:gd name="T8" fmla="*/ 42 w 59"/>
                <a:gd name="T9" fmla="*/ 4 h 58"/>
                <a:gd name="T10" fmla="*/ 4 w 59"/>
                <a:gd name="T11" fmla="*/ 42 h 58"/>
                <a:gd name="T12" fmla="*/ 4 w 59"/>
                <a:gd name="T13" fmla="*/ 55 h 58"/>
                <a:gd name="T14" fmla="*/ 10 w 59"/>
                <a:gd name="T15" fmla="*/ 58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9" h="58">
                  <a:moveTo>
                    <a:pt x="10" y="58"/>
                  </a:moveTo>
                  <a:cubicBezTo>
                    <a:pt x="13" y="58"/>
                    <a:pt x="15" y="57"/>
                    <a:pt x="17" y="55"/>
                  </a:cubicBezTo>
                  <a:cubicBezTo>
                    <a:pt x="56" y="17"/>
                    <a:pt x="56" y="17"/>
                    <a:pt x="56" y="17"/>
                  </a:cubicBezTo>
                  <a:cubicBezTo>
                    <a:pt x="59" y="13"/>
                    <a:pt x="59" y="7"/>
                    <a:pt x="56" y="4"/>
                  </a:cubicBezTo>
                  <a:cubicBezTo>
                    <a:pt x="52" y="0"/>
                    <a:pt x="46" y="0"/>
                    <a:pt x="42" y="4"/>
                  </a:cubicBezTo>
                  <a:cubicBezTo>
                    <a:pt x="4" y="42"/>
                    <a:pt x="4" y="42"/>
                    <a:pt x="4" y="42"/>
                  </a:cubicBezTo>
                  <a:cubicBezTo>
                    <a:pt x="0" y="46"/>
                    <a:pt x="0" y="52"/>
                    <a:pt x="4" y="55"/>
                  </a:cubicBezTo>
                  <a:cubicBezTo>
                    <a:pt x="6" y="57"/>
                    <a:pt x="8" y="58"/>
                    <a:pt x="10" y="5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1" name="Freeform 51"/>
            <p:cNvSpPr>
              <a:spLocks/>
            </p:cNvSpPr>
            <p:nvPr/>
          </p:nvSpPr>
          <p:spPr bwMode="auto">
            <a:xfrm>
              <a:off x="4176713" y="3405188"/>
              <a:ext cx="60325" cy="58738"/>
            </a:xfrm>
            <a:custGeom>
              <a:avLst/>
              <a:gdLst>
                <a:gd name="T0" fmla="*/ 43 w 59"/>
                <a:gd name="T1" fmla="*/ 4 h 58"/>
                <a:gd name="T2" fmla="*/ 4 w 59"/>
                <a:gd name="T3" fmla="*/ 42 h 58"/>
                <a:gd name="T4" fmla="*/ 4 w 59"/>
                <a:gd name="T5" fmla="*/ 56 h 58"/>
                <a:gd name="T6" fmla="*/ 11 w 59"/>
                <a:gd name="T7" fmla="*/ 58 h 58"/>
                <a:gd name="T8" fmla="*/ 17 w 59"/>
                <a:gd name="T9" fmla="*/ 56 h 58"/>
                <a:gd name="T10" fmla="*/ 56 w 59"/>
                <a:gd name="T11" fmla="*/ 17 h 58"/>
                <a:gd name="T12" fmla="*/ 56 w 59"/>
                <a:gd name="T13" fmla="*/ 4 h 58"/>
                <a:gd name="T14" fmla="*/ 43 w 59"/>
                <a:gd name="T15" fmla="*/ 4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9" h="58">
                  <a:moveTo>
                    <a:pt x="43" y="4"/>
                  </a:moveTo>
                  <a:cubicBezTo>
                    <a:pt x="4" y="42"/>
                    <a:pt x="4" y="42"/>
                    <a:pt x="4" y="42"/>
                  </a:cubicBezTo>
                  <a:cubicBezTo>
                    <a:pt x="0" y="46"/>
                    <a:pt x="0" y="52"/>
                    <a:pt x="4" y="56"/>
                  </a:cubicBezTo>
                  <a:cubicBezTo>
                    <a:pt x="6" y="57"/>
                    <a:pt x="8" y="58"/>
                    <a:pt x="11" y="58"/>
                  </a:cubicBezTo>
                  <a:cubicBezTo>
                    <a:pt x="13" y="58"/>
                    <a:pt x="15" y="57"/>
                    <a:pt x="17" y="56"/>
                  </a:cubicBezTo>
                  <a:cubicBezTo>
                    <a:pt x="56" y="17"/>
                    <a:pt x="56" y="17"/>
                    <a:pt x="56" y="17"/>
                  </a:cubicBezTo>
                  <a:cubicBezTo>
                    <a:pt x="59" y="13"/>
                    <a:pt x="59" y="7"/>
                    <a:pt x="56" y="4"/>
                  </a:cubicBezTo>
                  <a:cubicBezTo>
                    <a:pt x="52" y="0"/>
                    <a:pt x="46" y="0"/>
                    <a:pt x="43" y="4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2" name="Freeform 52"/>
            <p:cNvSpPr>
              <a:spLocks/>
            </p:cNvSpPr>
            <p:nvPr/>
          </p:nvSpPr>
          <p:spPr bwMode="auto">
            <a:xfrm>
              <a:off x="4183063" y="3109913"/>
              <a:ext cx="55563" cy="55563"/>
            </a:xfrm>
            <a:custGeom>
              <a:avLst/>
              <a:gdLst>
                <a:gd name="T0" fmla="*/ 39 w 56"/>
                <a:gd name="T1" fmla="*/ 52 h 55"/>
                <a:gd name="T2" fmla="*/ 46 w 56"/>
                <a:gd name="T3" fmla="*/ 55 h 55"/>
                <a:gd name="T4" fmla="*/ 52 w 56"/>
                <a:gd name="T5" fmla="*/ 52 h 55"/>
                <a:gd name="T6" fmla="*/ 52 w 56"/>
                <a:gd name="T7" fmla="*/ 39 h 55"/>
                <a:gd name="T8" fmla="*/ 16 w 56"/>
                <a:gd name="T9" fmla="*/ 3 h 55"/>
                <a:gd name="T10" fmla="*/ 3 w 56"/>
                <a:gd name="T11" fmla="*/ 3 h 55"/>
                <a:gd name="T12" fmla="*/ 3 w 56"/>
                <a:gd name="T13" fmla="*/ 16 h 55"/>
                <a:gd name="T14" fmla="*/ 39 w 56"/>
                <a:gd name="T15" fmla="*/ 52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6" h="55">
                  <a:moveTo>
                    <a:pt x="39" y="52"/>
                  </a:moveTo>
                  <a:cubicBezTo>
                    <a:pt x="41" y="54"/>
                    <a:pt x="43" y="55"/>
                    <a:pt x="46" y="55"/>
                  </a:cubicBezTo>
                  <a:cubicBezTo>
                    <a:pt x="48" y="55"/>
                    <a:pt x="51" y="54"/>
                    <a:pt x="52" y="52"/>
                  </a:cubicBezTo>
                  <a:cubicBezTo>
                    <a:pt x="56" y="49"/>
                    <a:pt x="56" y="43"/>
                    <a:pt x="52" y="39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13" y="0"/>
                    <a:pt x="7" y="0"/>
                    <a:pt x="3" y="3"/>
                  </a:cubicBezTo>
                  <a:cubicBezTo>
                    <a:pt x="0" y="7"/>
                    <a:pt x="0" y="13"/>
                    <a:pt x="3" y="16"/>
                  </a:cubicBezTo>
                  <a:lnTo>
                    <a:pt x="39" y="52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3" name="Freeform 53"/>
            <p:cNvSpPr>
              <a:spLocks/>
            </p:cNvSpPr>
            <p:nvPr/>
          </p:nvSpPr>
          <p:spPr bwMode="auto">
            <a:xfrm>
              <a:off x="3881438" y="3411538"/>
              <a:ext cx="57150" cy="55563"/>
            </a:xfrm>
            <a:custGeom>
              <a:avLst/>
              <a:gdLst>
                <a:gd name="T0" fmla="*/ 17 w 56"/>
                <a:gd name="T1" fmla="*/ 4 h 56"/>
                <a:gd name="T2" fmla="*/ 3 w 56"/>
                <a:gd name="T3" fmla="*/ 4 h 56"/>
                <a:gd name="T4" fmla="*/ 3 w 56"/>
                <a:gd name="T5" fmla="*/ 17 h 56"/>
                <a:gd name="T6" fmla="*/ 39 w 56"/>
                <a:gd name="T7" fmla="*/ 53 h 56"/>
                <a:gd name="T8" fmla="*/ 46 w 56"/>
                <a:gd name="T9" fmla="*/ 56 h 56"/>
                <a:gd name="T10" fmla="*/ 53 w 56"/>
                <a:gd name="T11" fmla="*/ 53 h 56"/>
                <a:gd name="T12" fmla="*/ 53 w 56"/>
                <a:gd name="T13" fmla="*/ 40 h 56"/>
                <a:gd name="T14" fmla="*/ 17 w 56"/>
                <a:gd name="T15" fmla="*/ 4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6" h="56">
                  <a:moveTo>
                    <a:pt x="17" y="4"/>
                  </a:moveTo>
                  <a:cubicBezTo>
                    <a:pt x="13" y="0"/>
                    <a:pt x="7" y="0"/>
                    <a:pt x="3" y="4"/>
                  </a:cubicBezTo>
                  <a:cubicBezTo>
                    <a:pt x="0" y="8"/>
                    <a:pt x="0" y="14"/>
                    <a:pt x="3" y="17"/>
                  </a:cubicBezTo>
                  <a:cubicBezTo>
                    <a:pt x="39" y="53"/>
                    <a:pt x="39" y="53"/>
                    <a:pt x="39" y="53"/>
                  </a:cubicBezTo>
                  <a:cubicBezTo>
                    <a:pt x="41" y="55"/>
                    <a:pt x="44" y="56"/>
                    <a:pt x="46" y="56"/>
                  </a:cubicBezTo>
                  <a:cubicBezTo>
                    <a:pt x="48" y="56"/>
                    <a:pt x="51" y="55"/>
                    <a:pt x="53" y="53"/>
                  </a:cubicBezTo>
                  <a:cubicBezTo>
                    <a:pt x="56" y="49"/>
                    <a:pt x="56" y="44"/>
                    <a:pt x="53" y="40"/>
                  </a:cubicBezTo>
                  <a:lnTo>
                    <a:pt x="17" y="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4" name="Freeform 54"/>
            <p:cNvSpPr>
              <a:spLocks noEditPoints="1"/>
            </p:cNvSpPr>
            <p:nvPr/>
          </p:nvSpPr>
          <p:spPr bwMode="auto">
            <a:xfrm>
              <a:off x="3879850" y="3113088"/>
              <a:ext cx="355600" cy="346075"/>
            </a:xfrm>
            <a:custGeom>
              <a:avLst/>
              <a:gdLst>
                <a:gd name="T0" fmla="*/ 112 w 355"/>
                <a:gd name="T1" fmla="*/ 14 h 347"/>
                <a:gd name="T2" fmla="*/ 96 w 355"/>
                <a:gd name="T3" fmla="*/ 21 h 347"/>
                <a:gd name="T4" fmla="*/ 18 w 355"/>
                <a:gd name="T5" fmla="*/ 107 h 347"/>
                <a:gd name="T6" fmla="*/ 18 w 355"/>
                <a:gd name="T7" fmla="*/ 240 h 347"/>
                <a:gd name="T8" fmla="*/ 99 w 355"/>
                <a:gd name="T9" fmla="*/ 328 h 347"/>
                <a:gd name="T10" fmla="*/ 178 w 355"/>
                <a:gd name="T11" fmla="*/ 347 h 347"/>
                <a:gd name="T12" fmla="*/ 260 w 355"/>
                <a:gd name="T13" fmla="*/ 326 h 347"/>
                <a:gd name="T14" fmla="*/ 338 w 355"/>
                <a:gd name="T15" fmla="*/ 240 h 347"/>
                <a:gd name="T16" fmla="*/ 338 w 355"/>
                <a:gd name="T17" fmla="*/ 107 h 347"/>
                <a:gd name="T18" fmla="*/ 263 w 355"/>
                <a:gd name="T19" fmla="*/ 23 h 347"/>
                <a:gd name="T20" fmla="*/ 256 w 355"/>
                <a:gd name="T21" fmla="*/ 151 h 347"/>
                <a:gd name="T22" fmla="*/ 256 w 355"/>
                <a:gd name="T23" fmla="*/ 196 h 347"/>
                <a:gd name="T24" fmla="*/ 235 w 355"/>
                <a:gd name="T25" fmla="*/ 150 h 347"/>
                <a:gd name="T26" fmla="*/ 240 w 355"/>
                <a:gd name="T27" fmla="*/ 170 h 347"/>
                <a:gd name="T28" fmla="*/ 235 w 355"/>
                <a:gd name="T29" fmla="*/ 197 h 347"/>
                <a:gd name="T30" fmla="*/ 202 w 355"/>
                <a:gd name="T31" fmla="*/ 231 h 347"/>
                <a:gd name="T32" fmla="*/ 185 w 355"/>
                <a:gd name="T33" fmla="*/ 235 h 347"/>
                <a:gd name="T34" fmla="*/ 154 w 355"/>
                <a:gd name="T35" fmla="*/ 231 h 347"/>
                <a:gd name="T36" fmla="*/ 120 w 355"/>
                <a:gd name="T37" fmla="*/ 197 h 347"/>
                <a:gd name="T38" fmla="*/ 116 w 355"/>
                <a:gd name="T39" fmla="*/ 166 h 347"/>
                <a:gd name="T40" fmla="*/ 120 w 355"/>
                <a:gd name="T41" fmla="*/ 150 h 347"/>
                <a:gd name="T42" fmla="*/ 154 w 355"/>
                <a:gd name="T43" fmla="*/ 116 h 347"/>
                <a:gd name="T44" fmla="*/ 202 w 355"/>
                <a:gd name="T45" fmla="*/ 116 h 347"/>
                <a:gd name="T46" fmla="*/ 100 w 355"/>
                <a:gd name="T47" fmla="*/ 151 h 347"/>
                <a:gd name="T48" fmla="*/ 100 w 355"/>
                <a:gd name="T49" fmla="*/ 196 h 347"/>
                <a:gd name="T50" fmla="*/ 98 w 355"/>
                <a:gd name="T51" fmla="*/ 151 h 347"/>
                <a:gd name="T52" fmla="*/ 228 w 355"/>
                <a:gd name="T53" fmla="*/ 28 h 347"/>
                <a:gd name="T54" fmla="*/ 191 w 355"/>
                <a:gd name="T55" fmla="*/ 94 h 347"/>
                <a:gd name="T56" fmla="*/ 128 w 355"/>
                <a:gd name="T57" fmla="*/ 28 h 347"/>
                <a:gd name="T58" fmla="*/ 69 w 355"/>
                <a:gd name="T59" fmla="*/ 64 h 347"/>
                <a:gd name="T60" fmla="*/ 138 w 355"/>
                <a:gd name="T61" fmla="*/ 103 h 347"/>
                <a:gd name="T62" fmla="*/ 39 w 355"/>
                <a:gd name="T63" fmla="*/ 106 h 347"/>
                <a:gd name="T64" fmla="*/ 43 w 355"/>
                <a:gd name="T65" fmla="*/ 249 h 347"/>
                <a:gd name="T66" fmla="*/ 121 w 355"/>
                <a:gd name="T67" fmla="*/ 231 h 347"/>
                <a:gd name="T68" fmla="*/ 108 w 355"/>
                <a:gd name="T69" fmla="*/ 311 h 347"/>
                <a:gd name="T70" fmla="*/ 127 w 355"/>
                <a:gd name="T71" fmla="*/ 320 h 347"/>
                <a:gd name="T72" fmla="*/ 173 w 355"/>
                <a:gd name="T73" fmla="*/ 254 h 347"/>
                <a:gd name="T74" fmla="*/ 228 w 355"/>
                <a:gd name="T75" fmla="*/ 320 h 347"/>
                <a:gd name="T76" fmla="*/ 251 w 355"/>
                <a:gd name="T77" fmla="*/ 310 h 347"/>
                <a:gd name="T78" fmla="*/ 217 w 355"/>
                <a:gd name="T79" fmla="*/ 244 h 347"/>
                <a:gd name="T80" fmla="*/ 317 w 355"/>
                <a:gd name="T81" fmla="*/ 241 h 347"/>
                <a:gd name="T82" fmla="*/ 315 w 355"/>
                <a:gd name="T83" fmla="*/ 103 h 347"/>
                <a:gd name="T84" fmla="*/ 235 w 355"/>
                <a:gd name="T85" fmla="*/ 116 h 347"/>
                <a:gd name="T86" fmla="*/ 253 w 355"/>
                <a:gd name="T87" fmla="*/ 39 h 3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355" h="347">
                  <a:moveTo>
                    <a:pt x="244" y="14"/>
                  </a:moveTo>
                  <a:cubicBezTo>
                    <a:pt x="223" y="5"/>
                    <a:pt x="201" y="0"/>
                    <a:pt x="178" y="0"/>
                  </a:cubicBezTo>
                  <a:cubicBezTo>
                    <a:pt x="155" y="0"/>
                    <a:pt x="133" y="5"/>
                    <a:pt x="112" y="14"/>
                  </a:cubicBezTo>
                  <a:cubicBezTo>
                    <a:pt x="112" y="14"/>
                    <a:pt x="112" y="14"/>
                    <a:pt x="112" y="14"/>
                  </a:cubicBezTo>
                  <a:cubicBezTo>
                    <a:pt x="112" y="14"/>
                    <a:pt x="112" y="14"/>
                    <a:pt x="112" y="14"/>
                  </a:cubicBezTo>
                  <a:cubicBezTo>
                    <a:pt x="106" y="16"/>
                    <a:pt x="101" y="18"/>
                    <a:pt x="96" y="21"/>
                  </a:cubicBezTo>
                  <a:cubicBezTo>
                    <a:pt x="81" y="29"/>
                    <a:pt x="67" y="39"/>
                    <a:pt x="55" y="51"/>
                  </a:cubicBezTo>
                  <a:cubicBezTo>
                    <a:pt x="43" y="63"/>
                    <a:pt x="33" y="77"/>
                    <a:pt x="25" y="92"/>
                  </a:cubicBezTo>
                  <a:cubicBezTo>
                    <a:pt x="23" y="96"/>
                    <a:pt x="20" y="101"/>
                    <a:pt x="18" y="107"/>
                  </a:cubicBezTo>
                  <a:cubicBezTo>
                    <a:pt x="18" y="107"/>
                    <a:pt x="18" y="107"/>
                    <a:pt x="18" y="107"/>
                  </a:cubicBezTo>
                  <a:cubicBezTo>
                    <a:pt x="0" y="149"/>
                    <a:pt x="0" y="198"/>
                    <a:pt x="18" y="240"/>
                  </a:cubicBezTo>
                  <a:cubicBezTo>
                    <a:pt x="18" y="240"/>
                    <a:pt x="18" y="240"/>
                    <a:pt x="18" y="240"/>
                  </a:cubicBezTo>
                  <a:cubicBezTo>
                    <a:pt x="21" y="246"/>
                    <a:pt x="24" y="253"/>
                    <a:pt x="27" y="258"/>
                  </a:cubicBezTo>
                  <a:cubicBezTo>
                    <a:pt x="35" y="272"/>
                    <a:pt x="44" y="285"/>
                    <a:pt x="55" y="296"/>
                  </a:cubicBezTo>
                  <a:cubicBezTo>
                    <a:pt x="68" y="309"/>
                    <a:pt x="83" y="320"/>
                    <a:pt x="99" y="328"/>
                  </a:cubicBezTo>
                  <a:cubicBezTo>
                    <a:pt x="103" y="330"/>
                    <a:pt x="107" y="332"/>
                    <a:pt x="112" y="334"/>
                  </a:cubicBezTo>
                  <a:cubicBezTo>
                    <a:pt x="112" y="334"/>
                    <a:pt x="112" y="334"/>
                    <a:pt x="112" y="334"/>
                  </a:cubicBezTo>
                  <a:cubicBezTo>
                    <a:pt x="133" y="342"/>
                    <a:pt x="155" y="347"/>
                    <a:pt x="178" y="347"/>
                  </a:cubicBezTo>
                  <a:cubicBezTo>
                    <a:pt x="201" y="347"/>
                    <a:pt x="223" y="342"/>
                    <a:pt x="244" y="334"/>
                  </a:cubicBezTo>
                  <a:cubicBezTo>
                    <a:pt x="244" y="334"/>
                    <a:pt x="244" y="334"/>
                    <a:pt x="244" y="334"/>
                  </a:cubicBezTo>
                  <a:cubicBezTo>
                    <a:pt x="250" y="331"/>
                    <a:pt x="255" y="329"/>
                    <a:pt x="260" y="326"/>
                  </a:cubicBezTo>
                  <a:cubicBezTo>
                    <a:pt x="275" y="318"/>
                    <a:pt x="288" y="308"/>
                    <a:pt x="300" y="296"/>
                  </a:cubicBezTo>
                  <a:cubicBezTo>
                    <a:pt x="312" y="284"/>
                    <a:pt x="323" y="270"/>
                    <a:pt x="331" y="255"/>
                  </a:cubicBezTo>
                  <a:cubicBezTo>
                    <a:pt x="333" y="251"/>
                    <a:pt x="335" y="246"/>
                    <a:pt x="338" y="240"/>
                  </a:cubicBezTo>
                  <a:cubicBezTo>
                    <a:pt x="338" y="240"/>
                    <a:pt x="338" y="240"/>
                    <a:pt x="338" y="240"/>
                  </a:cubicBezTo>
                  <a:cubicBezTo>
                    <a:pt x="355" y="198"/>
                    <a:pt x="355" y="149"/>
                    <a:pt x="338" y="107"/>
                  </a:cubicBezTo>
                  <a:cubicBezTo>
                    <a:pt x="338" y="107"/>
                    <a:pt x="338" y="107"/>
                    <a:pt x="338" y="107"/>
                  </a:cubicBezTo>
                  <a:cubicBezTo>
                    <a:pt x="336" y="103"/>
                    <a:pt x="334" y="99"/>
                    <a:pt x="332" y="95"/>
                  </a:cubicBezTo>
                  <a:cubicBezTo>
                    <a:pt x="324" y="79"/>
                    <a:pt x="313" y="64"/>
                    <a:pt x="300" y="51"/>
                  </a:cubicBezTo>
                  <a:cubicBezTo>
                    <a:pt x="289" y="40"/>
                    <a:pt x="276" y="30"/>
                    <a:pt x="263" y="23"/>
                  </a:cubicBezTo>
                  <a:cubicBezTo>
                    <a:pt x="257" y="19"/>
                    <a:pt x="251" y="16"/>
                    <a:pt x="244" y="14"/>
                  </a:cubicBezTo>
                  <a:close/>
                  <a:moveTo>
                    <a:pt x="259" y="168"/>
                  </a:moveTo>
                  <a:cubicBezTo>
                    <a:pt x="258" y="163"/>
                    <a:pt x="257" y="157"/>
                    <a:pt x="256" y="151"/>
                  </a:cubicBezTo>
                  <a:cubicBezTo>
                    <a:pt x="324" y="123"/>
                    <a:pt x="324" y="123"/>
                    <a:pt x="324" y="123"/>
                  </a:cubicBezTo>
                  <a:cubicBezTo>
                    <a:pt x="335" y="156"/>
                    <a:pt x="335" y="191"/>
                    <a:pt x="324" y="224"/>
                  </a:cubicBezTo>
                  <a:cubicBezTo>
                    <a:pt x="256" y="196"/>
                    <a:pt x="256" y="196"/>
                    <a:pt x="256" y="196"/>
                  </a:cubicBezTo>
                  <a:cubicBezTo>
                    <a:pt x="257" y="192"/>
                    <a:pt x="258" y="187"/>
                    <a:pt x="258" y="183"/>
                  </a:cubicBezTo>
                  <a:cubicBezTo>
                    <a:pt x="259" y="178"/>
                    <a:pt x="259" y="173"/>
                    <a:pt x="259" y="168"/>
                  </a:cubicBezTo>
                  <a:close/>
                  <a:moveTo>
                    <a:pt x="235" y="150"/>
                  </a:moveTo>
                  <a:cubicBezTo>
                    <a:pt x="235" y="150"/>
                    <a:pt x="235" y="150"/>
                    <a:pt x="235" y="150"/>
                  </a:cubicBezTo>
                  <a:cubicBezTo>
                    <a:pt x="235" y="150"/>
                    <a:pt x="235" y="150"/>
                    <a:pt x="235" y="150"/>
                  </a:cubicBezTo>
                  <a:cubicBezTo>
                    <a:pt x="238" y="156"/>
                    <a:pt x="240" y="163"/>
                    <a:pt x="240" y="170"/>
                  </a:cubicBezTo>
                  <a:cubicBezTo>
                    <a:pt x="240" y="173"/>
                    <a:pt x="240" y="177"/>
                    <a:pt x="240" y="181"/>
                  </a:cubicBezTo>
                  <a:cubicBezTo>
                    <a:pt x="239" y="186"/>
                    <a:pt x="238" y="192"/>
                    <a:pt x="235" y="197"/>
                  </a:cubicBezTo>
                  <a:cubicBezTo>
                    <a:pt x="235" y="197"/>
                    <a:pt x="235" y="197"/>
                    <a:pt x="235" y="197"/>
                  </a:cubicBezTo>
                  <a:cubicBezTo>
                    <a:pt x="235" y="197"/>
                    <a:pt x="235" y="197"/>
                    <a:pt x="235" y="197"/>
                  </a:cubicBezTo>
                  <a:cubicBezTo>
                    <a:pt x="232" y="205"/>
                    <a:pt x="228" y="212"/>
                    <a:pt x="222" y="218"/>
                  </a:cubicBezTo>
                  <a:cubicBezTo>
                    <a:pt x="216" y="223"/>
                    <a:pt x="209" y="228"/>
                    <a:pt x="202" y="231"/>
                  </a:cubicBezTo>
                  <a:cubicBezTo>
                    <a:pt x="202" y="231"/>
                    <a:pt x="202" y="231"/>
                    <a:pt x="202" y="231"/>
                  </a:cubicBezTo>
                  <a:cubicBezTo>
                    <a:pt x="202" y="231"/>
                    <a:pt x="202" y="231"/>
                    <a:pt x="202" y="231"/>
                  </a:cubicBezTo>
                  <a:cubicBezTo>
                    <a:pt x="196" y="233"/>
                    <a:pt x="191" y="235"/>
                    <a:pt x="185" y="235"/>
                  </a:cubicBezTo>
                  <a:cubicBezTo>
                    <a:pt x="181" y="236"/>
                    <a:pt x="178" y="236"/>
                    <a:pt x="174" y="236"/>
                  </a:cubicBezTo>
                  <a:cubicBezTo>
                    <a:pt x="167" y="235"/>
                    <a:pt x="160" y="234"/>
                    <a:pt x="154" y="231"/>
                  </a:cubicBezTo>
                  <a:cubicBezTo>
                    <a:pt x="154" y="231"/>
                    <a:pt x="154" y="231"/>
                    <a:pt x="154" y="231"/>
                  </a:cubicBezTo>
                  <a:cubicBezTo>
                    <a:pt x="154" y="231"/>
                    <a:pt x="154" y="231"/>
                    <a:pt x="154" y="231"/>
                  </a:cubicBezTo>
                  <a:cubicBezTo>
                    <a:pt x="146" y="228"/>
                    <a:pt x="140" y="223"/>
                    <a:pt x="134" y="218"/>
                  </a:cubicBezTo>
                  <a:cubicBezTo>
                    <a:pt x="128" y="212"/>
                    <a:pt x="123" y="205"/>
                    <a:pt x="120" y="197"/>
                  </a:cubicBezTo>
                  <a:cubicBezTo>
                    <a:pt x="120" y="197"/>
                    <a:pt x="120" y="197"/>
                    <a:pt x="120" y="197"/>
                  </a:cubicBezTo>
                  <a:cubicBezTo>
                    <a:pt x="119" y="193"/>
                    <a:pt x="117" y="189"/>
                    <a:pt x="116" y="184"/>
                  </a:cubicBezTo>
                  <a:cubicBezTo>
                    <a:pt x="115" y="178"/>
                    <a:pt x="115" y="172"/>
                    <a:pt x="116" y="166"/>
                  </a:cubicBezTo>
                  <a:cubicBezTo>
                    <a:pt x="117" y="161"/>
                    <a:pt x="118" y="155"/>
                    <a:pt x="120" y="150"/>
                  </a:cubicBezTo>
                  <a:cubicBezTo>
                    <a:pt x="120" y="150"/>
                    <a:pt x="120" y="150"/>
                    <a:pt x="120" y="150"/>
                  </a:cubicBezTo>
                  <a:cubicBezTo>
                    <a:pt x="120" y="150"/>
                    <a:pt x="120" y="150"/>
                    <a:pt x="120" y="150"/>
                  </a:cubicBezTo>
                  <a:cubicBezTo>
                    <a:pt x="124" y="142"/>
                    <a:pt x="128" y="135"/>
                    <a:pt x="134" y="130"/>
                  </a:cubicBezTo>
                  <a:cubicBezTo>
                    <a:pt x="140" y="124"/>
                    <a:pt x="146" y="119"/>
                    <a:pt x="154" y="116"/>
                  </a:cubicBezTo>
                  <a:cubicBezTo>
                    <a:pt x="154" y="116"/>
                    <a:pt x="154" y="116"/>
                    <a:pt x="154" y="116"/>
                  </a:cubicBezTo>
                  <a:cubicBezTo>
                    <a:pt x="159" y="114"/>
                    <a:pt x="165" y="112"/>
                    <a:pt x="171" y="112"/>
                  </a:cubicBezTo>
                  <a:cubicBezTo>
                    <a:pt x="176" y="111"/>
                    <a:pt x="182" y="111"/>
                    <a:pt x="188" y="112"/>
                  </a:cubicBezTo>
                  <a:cubicBezTo>
                    <a:pt x="193" y="113"/>
                    <a:pt x="197" y="114"/>
                    <a:pt x="202" y="116"/>
                  </a:cubicBezTo>
                  <a:cubicBezTo>
                    <a:pt x="209" y="119"/>
                    <a:pt x="216" y="124"/>
                    <a:pt x="222" y="130"/>
                  </a:cubicBezTo>
                  <a:cubicBezTo>
                    <a:pt x="228" y="135"/>
                    <a:pt x="232" y="142"/>
                    <a:pt x="235" y="150"/>
                  </a:cubicBezTo>
                  <a:close/>
                  <a:moveTo>
                    <a:pt x="100" y="151"/>
                  </a:moveTo>
                  <a:cubicBezTo>
                    <a:pt x="99" y="156"/>
                    <a:pt x="98" y="160"/>
                    <a:pt x="97" y="164"/>
                  </a:cubicBezTo>
                  <a:cubicBezTo>
                    <a:pt x="97" y="172"/>
                    <a:pt x="97" y="179"/>
                    <a:pt x="98" y="187"/>
                  </a:cubicBezTo>
                  <a:cubicBezTo>
                    <a:pt x="98" y="190"/>
                    <a:pt x="99" y="193"/>
                    <a:pt x="100" y="196"/>
                  </a:cubicBezTo>
                  <a:cubicBezTo>
                    <a:pt x="32" y="224"/>
                    <a:pt x="32" y="224"/>
                    <a:pt x="32" y="224"/>
                  </a:cubicBezTo>
                  <a:cubicBezTo>
                    <a:pt x="21" y="192"/>
                    <a:pt x="21" y="156"/>
                    <a:pt x="32" y="123"/>
                  </a:cubicBezTo>
                  <a:cubicBezTo>
                    <a:pt x="98" y="151"/>
                    <a:pt x="98" y="151"/>
                    <a:pt x="98" y="151"/>
                  </a:cubicBezTo>
                  <a:lnTo>
                    <a:pt x="100" y="151"/>
                  </a:lnTo>
                  <a:close/>
                  <a:moveTo>
                    <a:pt x="178" y="19"/>
                  </a:moveTo>
                  <a:cubicBezTo>
                    <a:pt x="195" y="19"/>
                    <a:pt x="212" y="22"/>
                    <a:pt x="228" y="28"/>
                  </a:cubicBezTo>
                  <a:cubicBezTo>
                    <a:pt x="211" y="68"/>
                    <a:pt x="211" y="68"/>
                    <a:pt x="211" y="68"/>
                  </a:cubicBezTo>
                  <a:cubicBezTo>
                    <a:pt x="200" y="96"/>
                    <a:pt x="200" y="96"/>
                    <a:pt x="200" y="96"/>
                  </a:cubicBezTo>
                  <a:cubicBezTo>
                    <a:pt x="197" y="95"/>
                    <a:pt x="194" y="94"/>
                    <a:pt x="191" y="94"/>
                  </a:cubicBezTo>
                  <a:cubicBezTo>
                    <a:pt x="184" y="92"/>
                    <a:pt x="176" y="92"/>
                    <a:pt x="168" y="93"/>
                  </a:cubicBezTo>
                  <a:cubicBezTo>
                    <a:pt x="164" y="94"/>
                    <a:pt x="160" y="95"/>
                    <a:pt x="156" y="96"/>
                  </a:cubicBezTo>
                  <a:cubicBezTo>
                    <a:pt x="128" y="28"/>
                    <a:pt x="128" y="28"/>
                    <a:pt x="128" y="28"/>
                  </a:cubicBezTo>
                  <a:cubicBezTo>
                    <a:pt x="144" y="22"/>
                    <a:pt x="161" y="19"/>
                    <a:pt x="178" y="19"/>
                  </a:cubicBezTo>
                  <a:close/>
                  <a:moveTo>
                    <a:pt x="42" y="101"/>
                  </a:moveTo>
                  <a:cubicBezTo>
                    <a:pt x="49" y="87"/>
                    <a:pt x="58" y="75"/>
                    <a:pt x="69" y="64"/>
                  </a:cubicBezTo>
                  <a:cubicBezTo>
                    <a:pt x="79" y="54"/>
                    <a:pt x="92" y="45"/>
                    <a:pt x="105" y="37"/>
                  </a:cubicBezTo>
                  <a:cubicBezTo>
                    <a:pt x="107" y="36"/>
                    <a:pt x="108" y="36"/>
                    <a:pt x="110" y="35"/>
                  </a:cubicBezTo>
                  <a:cubicBezTo>
                    <a:pt x="138" y="103"/>
                    <a:pt x="138" y="103"/>
                    <a:pt x="138" y="103"/>
                  </a:cubicBezTo>
                  <a:cubicBezTo>
                    <a:pt x="132" y="107"/>
                    <a:pt x="126" y="111"/>
                    <a:pt x="121" y="116"/>
                  </a:cubicBezTo>
                  <a:cubicBezTo>
                    <a:pt x="115" y="122"/>
                    <a:pt x="111" y="128"/>
                    <a:pt x="107" y="134"/>
                  </a:cubicBezTo>
                  <a:cubicBezTo>
                    <a:pt x="39" y="106"/>
                    <a:pt x="39" y="106"/>
                    <a:pt x="39" y="106"/>
                  </a:cubicBezTo>
                  <a:cubicBezTo>
                    <a:pt x="40" y="104"/>
                    <a:pt x="41" y="102"/>
                    <a:pt x="42" y="101"/>
                  </a:cubicBezTo>
                  <a:close/>
                  <a:moveTo>
                    <a:pt x="69" y="283"/>
                  </a:moveTo>
                  <a:cubicBezTo>
                    <a:pt x="59" y="273"/>
                    <a:pt x="50" y="262"/>
                    <a:pt x="43" y="249"/>
                  </a:cubicBezTo>
                  <a:cubicBezTo>
                    <a:pt x="42" y="247"/>
                    <a:pt x="40" y="244"/>
                    <a:pt x="39" y="241"/>
                  </a:cubicBezTo>
                  <a:cubicBezTo>
                    <a:pt x="107" y="213"/>
                    <a:pt x="107" y="213"/>
                    <a:pt x="107" y="213"/>
                  </a:cubicBezTo>
                  <a:cubicBezTo>
                    <a:pt x="111" y="220"/>
                    <a:pt x="115" y="226"/>
                    <a:pt x="121" y="231"/>
                  </a:cubicBezTo>
                  <a:cubicBezTo>
                    <a:pt x="126" y="236"/>
                    <a:pt x="132" y="241"/>
                    <a:pt x="138" y="244"/>
                  </a:cubicBezTo>
                  <a:cubicBezTo>
                    <a:pt x="110" y="313"/>
                    <a:pt x="110" y="313"/>
                    <a:pt x="110" y="313"/>
                  </a:cubicBezTo>
                  <a:cubicBezTo>
                    <a:pt x="109" y="312"/>
                    <a:pt x="108" y="312"/>
                    <a:pt x="108" y="311"/>
                  </a:cubicBezTo>
                  <a:cubicBezTo>
                    <a:pt x="93" y="304"/>
                    <a:pt x="80" y="294"/>
                    <a:pt x="69" y="283"/>
                  </a:cubicBezTo>
                  <a:close/>
                  <a:moveTo>
                    <a:pt x="178" y="328"/>
                  </a:moveTo>
                  <a:cubicBezTo>
                    <a:pt x="161" y="328"/>
                    <a:pt x="144" y="325"/>
                    <a:pt x="127" y="320"/>
                  </a:cubicBezTo>
                  <a:cubicBezTo>
                    <a:pt x="136" y="298"/>
                    <a:pt x="136" y="298"/>
                    <a:pt x="136" y="298"/>
                  </a:cubicBezTo>
                  <a:cubicBezTo>
                    <a:pt x="156" y="251"/>
                    <a:pt x="156" y="251"/>
                    <a:pt x="156" y="251"/>
                  </a:cubicBezTo>
                  <a:cubicBezTo>
                    <a:pt x="161" y="253"/>
                    <a:pt x="167" y="254"/>
                    <a:pt x="173" y="254"/>
                  </a:cubicBezTo>
                  <a:cubicBezTo>
                    <a:pt x="177" y="255"/>
                    <a:pt x="182" y="255"/>
                    <a:pt x="187" y="254"/>
                  </a:cubicBezTo>
                  <a:cubicBezTo>
                    <a:pt x="192" y="254"/>
                    <a:pt x="196" y="253"/>
                    <a:pt x="200" y="251"/>
                  </a:cubicBezTo>
                  <a:cubicBezTo>
                    <a:pt x="228" y="320"/>
                    <a:pt x="228" y="320"/>
                    <a:pt x="228" y="320"/>
                  </a:cubicBezTo>
                  <a:cubicBezTo>
                    <a:pt x="212" y="325"/>
                    <a:pt x="195" y="328"/>
                    <a:pt x="178" y="328"/>
                  </a:cubicBezTo>
                  <a:close/>
                  <a:moveTo>
                    <a:pt x="287" y="283"/>
                  </a:moveTo>
                  <a:cubicBezTo>
                    <a:pt x="276" y="294"/>
                    <a:pt x="264" y="303"/>
                    <a:pt x="251" y="310"/>
                  </a:cubicBezTo>
                  <a:cubicBezTo>
                    <a:pt x="249" y="311"/>
                    <a:pt x="247" y="312"/>
                    <a:pt x="246" y="313"/>
                  </a:cubicBezTo>
                  <a:cubicBezTo>
                    <a:pt x="226" y="265"/>
                    <a:pt x="226" y="265"/>
                    <a:pt x="226" y="265"/>
                  </a:cubicBezTo>
                  <a:cubicBezTo>
                    <a:pt x="217" y="244"/>
                    <a:pt x="217" y="244"/>
                    <a:pt x="217" y="244"/>
                  </a:cubicBezTo>
                  <a:cubicBezTo>
                    <a:pt x="224" y="241"/>
                    <a:pt x="230" y="236"/>
                    <a:pt x="235" y="231"/>
                  </a:cubicBezTo>
                  <a:cubicBezTo>
                    <a:pt x="240" y="226"/>
                    <a:pt x="245" y="220"/>
                    <a:pt x="249" y="213"/>
                  </a:cubicBezTo>
                  <a:cubicBezTo>
                    <a:pt x="317" y="241"/>
                    <a:pt x="317" y="241"/>
                    <a:pt x="317" y="241"/>
                  </a:cubicBezTo>
                  <a:cubicBezTo>
                    <a:pt x="316" y="243"/>
                    <a:pt x="315" y="245"/>
                    <a:pt x="314" y="247"/>
                  </a:cubicBezTo>
                  <a:cubicBezTo>
                    <a:pt x="307" y="260"/>
                    <a:pt x="298" y="272"/>
                    <a:pt x="287" y="283"/>
                  </a:cubicBezTo>
                  <a:close/>
                  <a:moveTo>
                    <a:pt x="315" y="103"/>
                  </a:moveTo>
                  <a:cubicBezTo>
                    <a:pt x="316" y="104"/>
                    <a:pt x="316" y="105"/>
                    <a:pt x="317" y="106"/>
                  </a:cubicBezTo>
                  <a:cubicBezTo>
                    <a:pt x="249" y="134"/>
                    <a:pt x="249" y="134"/>
                    <a:pt x="249" y="134"/>
                  </a:cubicBezTo>
                  <a:cubicBezTo>
                    <a:pt x="245" y="128"/>
                    <a:pt x="240" y="122"/>
                    <a:pt x="235" y="116"/>
                  </a:cubicBezTo>
                  <a:cubicBezTo>
                    <a:pt x="230" y="111"/>
                    <a:pt x="224" y="106"/>
                    <a:pt x="217" y="103"/>
                  </a:cubicBezTo>
                  <a:cubicBezTo>
                    <a:pt x="245" y="35"/>
                    <a:pt x="245" y="35"/>
                    <a:pt x="245" y="35"/>
                  </a:cubicBezTo>
                  <a:cubicBezTo>
                    <a:pt x="248" y="36"/>
                    <a:pt x="251" y="37"/>
                    <a:pt x="253" y="39"/>
                  </a:cubicBezTo>
                  <a:cubicBezTo>
                    <a:pt x="266" y="46"/>
                    <a:pt x="277" y="54"/>
                    <a:pt x="287" y="64"/>
                  </a:cubicBezTo>
                  <a:cubicBezTo>
                    <a:pt x="299" y="76"/>
                    <a:pt x="308" y="89"/>
                    <a:pt x="315" y="103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5" name="Freeform 55"/>
            <p:cNvSpPr>
              <a:spLocks/>
            </p:cNvSpPr>
            <p:nvPr/>
          </p:nvSpPr>
          <p:spPr bwMode="auto">
            <a:xfrm>
              <a:off x="3946525" y="3451225"/>
              <a:ext cx="222250" cy="47625"/>
            </a:xfrm>
            <a:custGeom>
              <a:avLst/>
              <a:gdLst>
                <a:gd name="T0" fmla="*/ 207 w 222"/>
                <a:gd name="T1" fmla="*/ 3 h 47"/>
                <a:gd name="T2" fmla="*/ 15 w 222"/>
                <a:gd name="T3" fmla="*/ 3 h 47"/>
                <a:gd name="T4" fmla="*/ 2 w 222"/>
                <a:gd name="T5" fmla="*/ 7 h 47"/>
                <a:gd name="T6" fmla="*/ 6 w 222"/>
                <a:gd name="T7" fmla="*/ 19 h 47"/>
                <a:gd name="T8" fmla="*/ 111 w 222"/>
                <a:gd name="T9" fmla="*/ 47 h 47"/>
                <a:gd name="T10" fmla="*/ 216 w 222"/>
                <a:gd name="T11" fmla="*/ 19 h 47"/>
                <a:gd name="T12" fmla="*/ 219 w 222"/>
                <a:gd name="T13" fmla="*/ 7 h 47"/>
                <a:gd name="T14" fmla="*/ 207 w 222"/>
                <a:gd name="T15" fmla="*/ 3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22" h="47">
                  <a:moveTo>
                    <a:pt x="207" y="3"/>
                  </a:moveTo>
                  <a:cubicBezTo>
                    <a:pt x="148" y="37"/>
                    <a:pt x="74" y="37"/>
                    <a:pt x="15" y="3"/>
                  </a:cubicBezTo>
                  <a:cubicBezTo>
                    <a:pt x="11" y="0"/>
                    <a:pt x="5" y="2"/>
                    <a:pt x="2" y="7"/>
                  </a:cubicBezTo>
                  <a:cubicBezTo>
                    <a:pt x="0" y="11"/>
                    <a:pt x="1" y="17"/>
                    <a:pt x="6" y="19"/>
                  </a:cubicBezTo>
                  <a:cubicBezTo>
                    <a:pt x="38" y="38"/>
                    <a:pt x="75" y="47"/>
                    <a:pt x="111" y="47"/>
                  </a:cubicBezTo>
                  <a:cubicBezTo>
                    <a:pt x="147" y="47"/>
                    <a:pt x="184" y="38"/>
                    <a:pt x="216" y="19"/>
                  </a:cubicBezTo>
                  <a:cubicBezTo>
                    <a:pt x="220" y="17"/>
                    <a:pt x="222" y="11"/>
                    <a:pt x="219" y="7"/>
                  </a:cubicBezTo>
                  <a:cubicBezTo>
                    <a:pt x="217" y="2"/>
                    <a:pt x="211" y="0"/>
                    <a:pt x="207" y="3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6" name="Freeform 56"/>
            <p:cNvSpPr>
              <a:spLocks/>
            </p:cNvSpPr>
            <p:nvPr/>
          </p:nvSpPr>
          <p:spPr bwMode="auto">
            <a:xfrm>
              <a:off x="3835400" y="3175000"/>
              <a:ext cx="57150" cy="220663"/>
            </a:xfrm>
            <a:custGeom>
              <a:avLst/>
              <a:gdLst>
                <a:gd name="T0" fmla="*/ 53 w 56"/>
                <a:gd name="T1" fmla="*/ 207 h 221"/>
                <a:gd name="T2" fmla="*/ 53 w 56"/>
                <a:gd name="T3" fmla="*/ 16 h 221"/>
                <a:gd name="T4" fmla="*/ 50 w 56"/>
                <a:gd name="T5" fmla="*/ 3 h 221"/>
                <a:gd name="T6" fmla="*/ 37 w 56"/>
                <a:gd name="T7" fmla="*/ 7 h 221"/>
                <a:gd name="T8" fmla="*/ 37 w 56"/>
                <a:gd name="T9" fmla="*/ 217 h 221"/>
                <a:gd name="T10" fmla="*/ 45 w 56"/>
                <a:gd name="T11" fmla="*/ 221 h 221"/>
                <a:gd name="T12" fmla="*/ 50 w 56"/>
                <a:gd name="T13" fmla="*/ 220 h 221"/>
                <a:gd name="T14" fmla="*/ 53 w 56"/>
                <a:gd name="T15" fmla="*/ 207 h 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6" h="221">
                  <a:moveTo>
                    <a:pt x="53" y="207"/>
                  </a:moveTo>
                  <a:cubicBezTo>
                    <a:pt x="20" y="148"/>
                    <a:pt x="20" y="75"/>
                    <a:pt x="53" y="16"/>
                  </a:cubicBezTo>
                  <a:cubicBezTo>
                    <a:pt x="56" y="11"/>
                    <a:pt x="54" y="6"/>
                    <a:pt x="50" y="3"/>
                  </a:cubicBezTo>
                  <a:cubicBezTo>
                    <a:pt x="45" y="0"/>
                    <a:pt x="40" y="2"/>
                    <a:pt x="37" y="7"/>
                  </a:cubicBezTo>
                  <a:cubicBezTo>
                    <a:pt x="0" y="71"/>
                    <a:pt x="0" y="152"/>
                    <a:pt x="37" y="217"/>
                  </a:cubicBezTo>
                  <a:cubicBezTo>
                    <a:pt x="39" y="220"/>
                    <a:pt x="42" y="221"/>
                    <a:pt x="45" y="221"/>
                  </a:cubicBezTo>
                  <a:cubicBezTo>
                    <a:pt x="47" y="221"/>
                    <a:pt x="48" y="221"/>
                    <a:pt x="50" y="220"/>
                  </a:cubicBezTo>
                  <a:cubicBezTo>
                    <a:pt x="54" y="218"/>
                    <a:pt x="56" y="212"/>
                    <a:pt x="53" y="207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7" name="Freeform 57"/>
            <p:cNvSpPr>
              <a:spLocks/>
            </p:cNvSpPr>
            <p:nvPr/>
          </p:nvSpPr>
          <p:spPr bwMode="auto">
            <a:xfrm>
              <a:off x="4224338" y="3175000"/>
              <a:ext cx="55563" cy="220663"/>
            </a:xfrm>
            <a:custGeom>
              <a:avLst/>
              <a:gdLst>
                <a:gd name="T0" fmla="*/ 19 w 55"/>
                <a:gd name="T1" fmla="*/ 7 h 221"/>
                <a:gd name="T2" fmla="*/ 6 w 55"/>
                <a:gd name="T3" fmla="*/ 3 h 221"/>
                <a:gd name="T4" fmla="*/ 2 w 55"/>
                <a:gd name="T5" fmla="*/ 16 h 221"/>
                <a:gd name="T6" fmla="*/ 2 w 55"/>
                <a:gd name="T7" fmla="*/ 207 h 221"/>
                <a:gd name="T8" fmla="*/ 6 w 55"/>
                <a:gd name="T9" fmla="*/ 220 h 221"/>
                <a:gd name="T10" fmla="*/ 10 w 55"/>
                <a:gd name="T11" fmla="*/ 221 h 221"/>
                <a:gd name="T12" fmla="*/ 19 w 55"/>
                <a:gd name="T13" fmla="*/ 217 h 221"/>
                <a:gd name="T14" fmla="*/ 19 w 55"/>
                <a:gd name="T15" fmla="*/ 7 h 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5" h="221">
                  <a:moveTo>
                    <a:pt x="19" y="7"/>
                  </a:moveTo>
                  <a:cubicBezTo>
                    <a:pt x="16" y="2"/>
                    <a:pt x="10" y="0"/>
                    <a:pt x="6" y="3"/>
                  </a:cubicBezTo>
                  <a:cubicBezTo>
                    <a:pt x="1" y="6"/>
                    <a:pt x="0" y="11"/>
                    <a:pt x="2" y="16"/>
                  </a:cubicBezTo>
                  <a:cubicBezTo>
                    <a:pt x="36" y="75"/>
                    <a:pt x="36" y="148"/>
                    <a:pt x="2" y="207"/>
                  </a:cubicBezTo>
                  <a:cubicBezTo>
                    <a:pt x="0" y="212"/>
                    <a:pt x="1" y="218"/>
                    <a:pt x="6" y="220"/>
                  </a:cubicBezTo>
                  <a:cubicBezTo>
                    <a:pt x="7" y="221"/>
                    <a:pt x="9" y="221"/>
                    <a:pt x="10" y="221"/>
                  </a:cubicBezTo>
                  <a:cubicBezTo>
                    <a:pt x="14" y="221"/>
                    <a:pt x="17" y="220"/>
                    <a:pt x="19" y="217"/>
                  </a:cubicBezTo>
                  <a:cubicBezTo>
                    <a:pt x="55" y="152"/>
                    <a:pt x="55" y="71"/>
                    <a:pt x="19" y="7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8" name="Freeform 58"/>
            <p:cNvSpPr>
              <a:spLocks/>
            </p:cNvSpPr>
            <p:nvPr/>
          </p:nvSpPr>
          <p:spPr bwMode="auto">
            <a:xfrm>
              <a:off x="3946525" y="3063875"/>
              <a:ext cx="222250" cy="57150"/>
            </a:xfrm>
            <a:custGeom>
              <a:avLst/>
              <a:gdLst>
                <a:gd name="T0" fmla="*/ 15 w 222"/>
                <a:gd name="T1" fmla="*/ 53 h 56"/>
                <a:gd name="T2" fmla="*/ 207 w 222"/>
                <a:gd name="T3" fmla="*/ 53 h 56"/>
                <a:gd name="T4" fmla="*/ 211 w 222"/>
                <a:gd name="T5" fmla="*/ 54 h 56"/>
                <a:gd name="T6" fmla="*/ 219 w 222"/>
                <a:gd name="T7" fmla="*/ 50 h 56"/>
                <a:gd name="T8" fmla="*/ 216 w 222"/>
                <a:gd name="T9" fmla="*/ 37 h 56"/>
                <a:gd name="T10" fmla="*/ 6 w 222"/>
                <a:gd name="T11" fmla="*/ 37 h 56"/>
                <a:gd name="T12" fmla="*/ 2 w 222"/>
                <a:gd name="T13" fmla="*/ 50 h 56"/>
                <a:gd name="T14" fmla="*/ 15 w 222"/>
                <a:gd name="T15" fmla="*/ 53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22" h="56">
                  <a:moveTo>
                    <a:pt x="15" y="53"/>
                  </a:moveTo>
                  <a:cubicBezTo>
                    <a:pt x="74" y="20"/>
                    <a:pt x="148" y="20"/>
                    <a:pt x="207" y="53"/>
                  </a:cubicBezTo>
                  <a:cubicBezTo>
                    <a:pt x="208" y="54"/>
                    <a:pt x="210" y="54"/>
                    <a:pt x="211" y="54"/>
                  </a:cubicBezTo>
                  <a:cubicBezTo>
                    <a:pt x="215" y="54"/>
                    <a:pt x="218" y="53"/>
                    <a:pt x="219" y="50"/>
                  </a:cubicBezTo>
                  <a:cubicBezTo>
                    <a:pt x="222" y="45"/>
                    <a:pt x="220" y="39"/>
                    <a:pt x="216" y="37"/>
                  </a:cubicBezTo>
                  <a:cubicBezTo>
                    <a:pt x="151" y="0"/>
                    <a:pt x="71" y="0"/>
                    <a:pt x="6" y="37"/>
                  </a:cubicBezTo>
                  <a:cubicBezTo>
                    <a:pt x="1" y="39"/>
                    <a:pt x="0" y="45"/>
                    <a:pt x="2" y="50"/>
                  </a:cubicBezTo>
                  <a:cubicBezTo>
                    <a:pt x="5" y="54"/>
                    <a:pt x="11" y="56"/>
                    <a:pt x="15" y="53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60" name="Group 159"/>
          <p:cNvGrpSpPr/>
          <p:nvPr/>
        </p:nvGrpSpPr>
        <p:grpSpPr>
          <a:xfrm>
            <a:off x="6210300" y="4097867"/>
            <a:ext cx="567267" cy="567267"/>
            <a:chOff x="4657725" y="3073400"/>
            <a:chExt cx="425450" cy="425450"/>
          </a:xfrm>
          <a:solidFill>
            <a:schemeClr val="accent1"/>
          </a:solidFill>
        </p:grpSpPr>
        <p:sp>
          <p:nvSpPr>
            <p:cNvPr id="59" name="Freeform 59"/>
            <p:cNvSpPr>
              <a:spLocks noEditPoints="1"/>
            </p:cNvSpPr>
            <p:nvPr/>
          </p:nvSpPr>
          <p:spPr bwMode="auto">
            <a:xfrm>
              <a:off x="4657725" y="3073400"/>
              <a:ext cx="425450" cy="425450"/>
            </a:xfrm>
            <a:custGeom>
              <a:avLst/>
              <a:gdLst>
                <a:gd name="T0" fmla="*/ 212 w 425"/>
                <a:gd name="T1" fmla="*/ 0 h 425"/>
                <a:gd name="T2" fmla="*/ 0 w 425"/>
                <a:gd name="T3" fmla="*/ 213 h 425"/>
                <a:gd name="T4" fmla="*/ 212 w 425"/>
                <a:gd name="T5" fmla="*/ 425 h 425"/>
                <a:gd name="T6" fmla="*/ 425 w 425"/>
                <a:gd name="T7" fmla="*/ 213 h 425"/>
                <a:gd name="T8" fmla="*/ 212 w 425"/>
                <a:gd name="T9" fmla="*/ 0 h 425"/>
                <a:gd name="T10" fmla="*/ 212 w 425"/>
                <a:gd name="T11" fmla="*/ 406 h 425"/>
                <a:gd name="T12" fmla="*/ 18 w 425"/>
                <a:gd name="T13" fmla="*/ 213 h 425"/>
                <a:gd name="T14" fmla="*/ 212 w 425"/>
                <a:gd name="T15" fmla="*/ 19 h 425"/>
                <a:gd name="T16" fmla="*/ 406 w 425"/>
                <a:gd name="T17" fmla="*/ 213 h 425"/>
                <a:gd name="T18" fmla="*/ 212 w 425"/>
                <a:gd name="T19" fmla="*/ 406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25" h="425">
                  <a:moveTo>
                    <a:pt x="212" y="0"/>
                  </a:moveTo>
                  <a:cubicBezTo>
                    <a:pt x="95" y="0"/>
                    <a:pt x="0" y="95"/>
                    <a:pt x="0" y="213"/>
                  </a:cubicBezTo>
                  <a:cubicBezTo>
                    <a:pt x="0" y="330"/>
                    <a:pt x="95" y="425"/>
                    <a:pt x="212" y="425"/>
                  </a:cubicBezTo>
                  <a:cubicBezTo>
                    <a:pt x="329" y="425"/>
                    <a:pt x="425" y="330"/>
                    <a:pt x="425" y="213"/>
                  </a:cubicBezTo>
                  <a:cubicBezTo>
                    <a:pt x="425" y="95"/>
                    <a:pt x="329" y="0"/>
                    <a:pt x="212" y="0"/>
                  </a:cubicBezTo>
                  <a:close/>
                  <a:moveTo>
                    <a:pt x="212" y="406"/>
                  </a:moveTo>
                  <a:cubicBezTo>
                    <a:pt x="105" y="406"/>
                    <a:pt x="18" y="319"/>
                    <a:pt x="18" y="213"/>
                  </a:cubicBezTo>
                  <a:cubicBezTo>
                    <a:pt x="18" y="106"/>
                    <a:pt x="105" y="19"/>
                    <a:pt x="212" y="19"/>
                  </a:cubicBezTo>
                  <a:cubicBezTo>
                    <a:pt x="319" y="19"/>
                    <a:pt x="406" y="106"/>
                    <a:pt x="406" y="213"/>
                  </a:cubicBezTo>
                  <a:cubicBezTo>
                    <a:pt x="406" y="319"/>
                    <a:pt x="319" y="406"/>
                    <a:pt x="212" y="406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0" name="Freeform 60"/>
            <p:cNvSpPr>
              <a:spLocks/>
            </p:cNvSpPr>
            <p:nvPr/>
          </p:nvSpPr>
          <p:spPr bwMode="auto">
            <a:xfrm>
              <a:off x="4854575" y="3189288"/>
              <a:ext cx="84138" cy="177800"/>
            </a:xfrm>
            <a:custGeom>
              <a:avLst/>
              <a:gdLst>
                <a:gd name="T0" fmla="*/ 19 w 84"/>
                <a:gd name="T1" fmla="*/ 99 h 177"/>
                <a:gd name="T2" fmla="*/ 19 w 84"/>
                <a:gd name="T3" fmla="*/ 9 h 177"/>
                <a:gd name="T4" fmla="*/ 10 w 84"/>
                <a:gd name="T5" fmla="*/ 0 h 177"/>
                <a:gd name="T6" fmla="*/ 0 w 84"/>
                <a:gd name="T7" fmla="*/ 9 h 177"/>
                <a:gd name="T8" fmla="*/ 0 w 84"/>
                <a:gd name="T9" fmla="*/ 103 h 177"/>
                <a:gd name="T10" fmla="*/ 3 w 84"/>
                <a:gd name="T11" fmla="*/ 110 h 177"/>
                <a:gd name="T12" fmla="*/ 67 w 84"/>
                <a:gd name="T13" fmla="*/ 174 h 177"/>
                <a:gd name="T14" fmla="*/ 74 w 84"/>
                <a:gd name="T15" fmla="*/ 177 h 177"/>
                <a:gd name="T16" fmla="*/ 81 w 84"/>
                <a:gd name="T17" fmla="*/ 174 h 177"/>
                <a:gd name="T18" fmla="*/ 81 w 84"/>
                <a:gd name="T19" fmla="*/ 161 h 177"/>
                <a:gd name="T20" fmla="*/ 19 w 84"/>
                <a:gd name="T21" fmla="*/ 99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4" h="177">
                  <a:moveTo>
                    <a:pt x="19" y="99"/>
                  </a:moveTo>
                  <a:cubicBezTo>
                    <a:pt x="19" y="9"/>
                    <a:pt x="19" y="9"/>
                    <a:pt x="19" y="9"/>
                  </a:cubicBez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03"/>
                    <a:pt x="0" y="103"/>
                    <a:pt x="0" y="103"/>
                  </a:cubicBezTo>
                  <a:cubicBezTo>
                    <a:pt x="0" y="106"/>
                    <a:pt x="1" y="108"/>
                    <a:pt x="3" y="110"/>
                  </a:cubicBezTo>
                  <a:cubicBezTo>
                    <a:pt x="67" y="174"/>
                    <a:pt x="67" y="174"/>
                    <a:pt x="67" y="174"/>
                  </a:cubicBezTo>
                  <a:cubicBezTo>
                    <a:pt x="69" y="176"/>
                    <a:pt x="72" y="177"/>
                    <a:pt x="74" y="177"/>
                  </a:cubicBezTo>
                  <a:cubicBezTo>
                    <a:pt x="76" y="177"/>
                    <a:pt x="79" y="176"/>
                    <a:pt x="81" y="174"/>
                  </a:cubicBezTo>
                  <a:cubicBezTo>
                    <a:pt x="84" y="171"/>
                    <a:pt x="84" y="165"/>
                    <a:pt x="81" y="161"/>
                  </a:cubicBezTo>
                  <a:lnTo>
                    <a:pt x="19" y="99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1" name="Oval 61"/>
            <p:cNvSpPr>
              <a:spLocks noChangeArrowheads="1"/>
            </p:cNvSpPr>
            <p:nvPr/>
          </p:nvSpPr>
          <p:spPr bwMode="auto">
            <a:xfrm>
              <a:off x="4691063" y="3263900"/>
              <a:ext cx="44450" cy="4445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2" name="Oval 62"/>
            <p:cNvSpPr>
              <a:spLocks noChangeArrowheads="1"/>
            </p:cNvSpPr>
            <p:nvPr/>
          </p:nvSpPr>
          <p:spPr bwMode="auto">
            <a:xfrm>
              <a:off x="5005388" y="3263900"/>
              <a:ext cx="46038" cy="4445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3" name="Oval 63"/>
            <p:cNvSpPr>
              <a:spLocks noChangeArrowheads="1"/>
            </p:cNvSpPr>
            <p:nvPr/>
          </p:nvSpPr>
          <p:spPr bwMode="auto">
            <a:xfrm>
              <a:off x="4848225" y="3106738"/>
              <a:ext cx="46038" cy="4445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4" name="Oval 64"/>
            <p:cNvSpPr>
              <a:spLocks noChangeArrowheads="1"/>
            </p:cNvSpPr>
            <p:nvPr/>
          </p:nvSpPr>
          <p:spPr bwMode="auto">
            <a:xfrm>
              <a:off x="4848225" y="3421063"/>
              <a:ext cx="46038" cy="4445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5" name="Oval 65"/>
            <p:cNvSpPr>
              <a:spLocks noChangeArrowheads="1"/>
            </p:cNvSpPr>
            <p:nvPr/>
          </p:nvSpPr>
          <p:spPr bwMode="auto">
            <a:xfrm>
              <a:off x="4743450" y="3159125"/>
              <a:ext cx="44450" cy="4445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6" name="Oval 66"/>
            <p:cNvSpPr>
              <a:spLocks noChangeArrowheads="1"/>
            </p:cNvSpPr>
            <p:nvPr/>
          </p:nvSpPr>
          <p:spPr bwMode="auto">
            <a:xfrm>
              <a:off x="4953000" y="3368675"/>
              <a:ext cx="44450" cy="4445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7" name="Oval 67"/>
            <p:cNvSpPr>
              <a:spLocks noChangeArrowheads="1"/>
            </p:cNvSpPr>
            <p:nvPr/>
          </p:nvSpPr>
          <p:spPr bwMode="auto">
            <a:xfrm>
              <a:off x="4967288" y="3159125"/>
              <a:ext cx="44450" cy="4445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8" name="Oval 68"/>
            <p:cNvSpPr>
              <a:spLocks noChangeArrowheads="1"/>
            </p:cNvSpPr>
            <p:nvPr/>
          </p:nvSpPr>
          <p:spPr bwMode="auto">
            <a:xfrm>
              <a:off x="4743450" y="3368675"/>
              <a:ext cx="44450" cy="4445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62" name="Group 161"/>
          <p:cNvGrpSpPr/>
          <p:nvPr/>
        </p:nvGrpSpPr>
        <p:grpSpPr>
          <a:xfrm>
            <a:off x="4042833" y="4097867"/>
            <a:ext cx="567267" cy="567267"/>
            <a:chOff x="3032125" y="3073400"/>
            <a:chExt cx="425450" cy="425450"/>
          </a:xfrm>
          <a:solidFill>
            <a:schemeClr val="accent1"/>
          </a:solidFill>
        </p:grpSpPr>
        <p:sp>
          <p:nvSpPr>
            <p:cNvPr id="69" name="Freeform 69"/>
            <p:cNvSpPr>
              <a:spLocks noEditPoints="1"/>
            </p:cNvSpPr>
            <p:nvPr/>
          </p:nvSpPr>
          <p:spPr bwMode="auto">
            <a:xfrm>
              <a:off x="3032125" y="3073400"/>
              <a:ext cx="425450" cy="425450"/>
            </a:xfrm>
            <a:custGeom>
              <a:avLst/>
              <a:gdLst>
                <a:gd name="T0" fmla="*/ 213 w 425"/>
                <a:gd name="T1" fmla="*/ 0 h 425"/>
                <a:gd name="T2" fmla="*/ 0 w 425"/>
                <a:gd name="T3" fmla="*/ 213 h 425"/>
                <a:gd name="T4" fmla="*/ 213 w 425"/>
                <a:gd name="T5" fmla="*/ 425 h 425"/>
                <a:gd name="T6" fmla="*/ 425 w 425"/>
                <a:gd name="T7" fmla="*/ 213 h 425"/>
                <a:gd name="T8" fmla="*/ 213 w 425"/>
                <a:gd name="T9" fmla="*/ 0 h 425"/>
                <a:gd name="T10" fmla="*/ 213 w 425"/>
                <a:gd name="T11" fmla="*/ 406 h 425"/>
                <a:gd name="T12" fmla="*/ 19 w 425"/>
                <a:gd name="T13" fmla="*/ 213 h 425"/>
                <a:gd name="T14" fmla="*/ 213 w 425"/>
                <a:gd name="T15" fmla="*/ 19 h 425"/>
                <a:gd name="T16" fmla="*/ 406 w 425"/>
                <a:gd name="T17" fmla="*/ 213 h 425"/>
                <a:gd name="T18" fmla="*/ 213 w 425"/>
                <a:gd name="T19" fmla="*/ 406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25" h="425">
                  <a:moveTo>
                    <a:pt x="213" y="0"/>
                  </a:moveTo>
                  <a:cubicBezTo>
                    <a:pt x="95" y="0"/>
                    <a:pt x="0" y="95"/>
                    <a:pt x="0" y="213"/>
                  </a:cubicBezTo>
                  <a:cubicBezTo>
                    <a:pt x="0" y="330"/>
                    <a:pt x="95" y="425"/>
                    <a:pt x="213" y="425"/>
                  </a:cubicBezTo>
                  <a:cubicBezTo>
                    <a:pt x="330" y="425"/>
                    <a:pt x="425" y="330"/>
                    <a:pt x="425" y="213"/>
                  </a:cubicBezTo>
                  <a:cubicBezTo>
                    <a:pt x="425" y="95"/>
                    <a:pt x="330" y="0"/>
                    <a:pt x="213" y="0"/>
                  </a:cubicBezTo>
                  <a:close/>
                  <a:moveTo>
                    <a:pt x="213" y="406"/>
                  </a:moveTo>
                  <a:cubicBezTo>
                    <a:pt x="106" y="406"/>
                    <a:pt x="19" y="319"/>
                    <a:pt x="19" y="213"/>
                  </a:cubicBezTo>
                  <a:cubicBezTo>
                    <a:pt x="19" y="106"/>
                    <a:pt x="106" y="19"/>
                    <a:pt x="213" y="19"/>
                  </a:cubicBezTo>
                  <a:cubicBezTo>
                    <a:pt x="319" y="19"/>
                    <a:pt x="406" y="106"/>
                    <a:pt x="406" y="213"/>
                  </a:cubicBezTo>
                  <a:cubicBezTo>
                    <a:pt x="406" y="319"/>
                    <a:pt x="319" y="406"/>
                    <a:pt x="213" y="406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0" name="Freeform 70"/>
            <p:cNvSpPr>
              <a:spLocks noEditPoints="1"/>
            </p:cNvSpPr>
            <p:nvPr/>
          </p:nvSpPr>
          <p:spPr bwMode="auto">
            <a:xfrm>
              <a:off x="3071813" y="3113088"/>
              <a:ext cx="347663" cy="346075"/>
            </a:xfrm>
            <a:custGeom>
              <a:avLst/>
              <a:gdLst>
                <a:gd name="T0" fmla="*/ 174 w 347"/>
                <a:gd name="T1" fmla="*/ 0 h 347"/>
                <a:gd name="T2" fmla="*/ 0 w 347"/>
                <a:gd name="T3" fmla="*/ 174 h 347"/>
                <a:gd name="T4" fmla="*/ 174 w 347"/>
                <a:gd name="T5" fmla="*/ 347 h 347"/>
                <a:gd name="T6" fmla="*/ 347 w 347"/>
                <a:gd name="T7" fmla="*/ 174 h 347"/>
                <a:gd name="T8" fmla="*/ 174 w 347"/>
                <a:gd name="T9" fmla="*/ 0 h 347"/>
                <a:gd name="T10" fmla="*/ 176 w 347"/>
                <a:gd name="T11" fmla="*/ 328 h 347"/>
                <a:gd name="T12" fmla="*/ 176 w 347"/>
                <a:gd name="T13" fmla="*/ 310 h 347"/>
                <a:gd name="T14" fmla="*/ 167 w 347"/>
                <a:gd name="T15" fmla="*/ 301 h 347"/>
                <a:gd name="T16" fmla="*/ 158 w 347"/>
                <a:gd name="T17" fmla="*/ 310 h 347"/>
                <a:gd name="T18" fmla="*/ 158 w 347"/>
                <a:gd name="T19" fmla="*/ 327 h 347"/>
                <a:gd name="T20" fmla="*/ 19 w 347"/>
                <a:gd name="T21" fmla="*/ 176 h 347"/>
                <a:gd name="T22" fmla="*/ 37 w 347"/>
                <a:gd name="T23" fmla="*/ 176 h 347"/>
                <a:gd name="T24" fmla="*/ 46 w 347"/>
                <a:gd name="T25" fmla="*/ 167 h 347"/>
                <a:gd name="T26" fmla="*/ 37 w 347"/>
                <a:gd name="T27" fmla="*/ 158 h 347"/>
                <a:gd name="T28" fmla="*/ 20 w 347"/>
                <a:gd name="T29" fmla="*/ 158 h 347"/>
                <a:gd name="T30" fmla="*/ 158 w 347"/>
                <a:gd name="T31" fmla="*/ 20 h 347"/>
                <a:gd name="T32" fmla="*/ 158 w 347"/>
                <a:gd name="T33" fmla="*/ 37 h 347"/>
                <a:gd name="T34" fmla="*/ 167 w 347"/>
                <a:gd name="T35" fmla="*/ 46 h 347"/>
                <a:gd name="T36" fmla="*/ 176 w 347"/>
                <a:gd name="T37" fmla="*/ 37 h 347"/>
                <a:gd name="T38" fmla="*/ 176 w 347"/>
                <a:gd name="T39" fmla="*/ 19 h 347"/>
                <a:gd name="T40" fmla="*/ 327 w 347"/>
                <a:gd name="T41" fmla="*/ 158 h 347"/>
                <a:gd name="T42" fmla="*/ 310 w 347"/>
                <a:gd name="T43" fmla="*/ 158 h 347"/>
                <a:gd name="T44" fmla="*/ 301 w 347"/>
                <a:gd name="T45" fmla="*/ 167 h 347"/>
                <a:gd name="T46" fmla="*/ 310 w 347"/>
                <a:gd name="T47" fmla="*/ 176 h 347"/>
                <a:gd name="T48" fmla="*/ 328 w 347"/>
                <a:gd name="T49" fmla="*/ 176 h 347"/>
                <a:gd name="T50" fmla="*/ 176 w 347"/>
                <a:gd name="T51" fmla="*/ 328 h 3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47" h="347">
                  <a:moveTo>
                    <a:pt x="174" y="0"/>
                  </a:moveTo>
                  <a:cubicBezTo>
                    <a:pt x="78" y="0"/>
                    <a:pt x="0" y="78"/>
                    <a:pt x="0" y="174"/>
                  </a:cubicBezTo>
                  <a:cubicBezTo>
                    <a:pt x="0" y="269"/>
                    <a:pt x="78" y="347"/>
                    <a:pt x="174" y="347"/>
                  </a:cubicBezTo>
                  <a:cubicBezTo>
                    <a:pt x="269" y="347"/>
                    <a:pt x="347" y="269"/>
                    <a:pt x="347" y="174"/>
                  </a:cubicBezTo>
                  <a:cubicBezTo>
                    <a:pt x="347" y="78"/>
                    <a:pt x="269" y="0"/>
                    <a:pt x="174" y="0"/>
                  </a:cubicBezTo>
                  <a:close/>
                  <a:moveTo>
                    <a:pt x="176" y="328"/>
                  </a:moveTo>
                  <a:cubicBezTo>
                    <a:pt x="176" y="310"/>
                    <a:pt x="176" y="310"/>
                    <a:pt x="176" y="310"/>
                  </a:cubicBezTo>
                  <a:cubicBezTo>
                    <a:pt x="176" y="305"/>
                    <a:pt x="172" y="301"/>
                    <a:pt x="167" y="301"/>
                  </a:cubicBezTo>
                  <a:cubicBezTo>
                    <a:pt x="162" y="301"/>
                    <a:pt x="158" y="305"/>
                    <a:pt x="158" y="310"/>
                  </a:cubicBezTo>
                  <a:cubicBezTo>
                    <a:pt x="158" y="327"/>
                    <a:pt x="158" y="327"/>
                    <a:pt x="158" y="327"/>
                  </a:cubicBezTo>
                  <a:cubicBezTo>
                    <a:pt x="81" y="319"/>
                    <a:pt x="21" y="255"/>
                    <a:pt x="19" y="176"/>
                  </a:cubicBezTo>
                  <a:cubicBezTo>
                    <a:pt x="37" y="176"/>
                    <a:pt x="37" y="176"/>
                    <a:pt x="37" y="176"/>
                  </a:cubicBezTo>
                  <a:cubicBezTo>
                    <a:pt x="42" y="176"/>
                    <a:pt x="46" y="172"/>
                    <a:pt x="46" y="167"/>
                  </a:cubicBezTo>
                  <a:cubicBezTo>
                    <a:pt x="46" y="162"/>
                    <a:pt x="42" y="158"/>
                    <a:pt x="37" y="158"/>
                  </a:cubicBezTo>
                  <a:cubicBezTo>
                    <a:pt x="20" y="158"/>
                    <a:pt x="20" y="158"/>
                    <a:pt x="20" y="158"/>
                  </a:cubicBezTo>
                  <a:cubicBezTo>
                    <a:pt x="27" y="85"/>
                    <a:pt x="85" y="27"/>
                    <a:pt x="158" y="20"/>
                  </a:cubicBezTo>
                  <a:cubicBezTo>
                    <a:pt x="158" y="37"/>
                    <a:pt x="158" y="37"/>
                    <a:pt x="158" y="37"/>
                  </a:cubicBezTo>
                  <a:cubicBezTo>
                    <a:pt x="158" y="42"/>
                    <a:pt x="162" y="46"/>
                    <a:pt x="167" y="46"/>
                  </a:cubicBezTo>
                  <a:cubicBezTo>
                    <a:pt x="172" y="46"/>
                    <a:pt x="176" y="42"/>
                    <a:pt x="176" y="37"/>
                  </a:cubicBezTo>
                  <a:cubicBezTo>
                    <a:pt x="176" y="19"/>
                    <a:pt x="176" y="19"/>
                    <a:pt x="176" y="19"/>
                  </a:cubicBezTo>
                  <a:cubicBezTo>
                    <a:pt x="255" y="21"/>
                    <a:pt x="319" y="81"/>
                    <a:pt x="327" y="158"/>
                  </a:cubicBezTo>
                  <a:cubicBezTo>
                    <a:pt x="310" y="158"/>
                    <a:pt x="310" y="158"/>
                    <a:pt x="310" y="158"/>
                  </a:cubicBezTo>
                  <a:cubicBezTo>
                    <a:pt x="305" y="158"/>
                    <a:pt x="301" y="162"/>
                    <a:pt x="301" y="167"/>
                  </a:cubicBezTo>
                  <a:cubicBezTo>
                    <a:pt x="301" y="172"/>
                    <a:pt x="305" y="176"/>
                    <a:pt x="310" y="176"/>
                  </a:cubicBezTo>
                  <a:cubicBezTo>
                    <a:pt x="328" y="176"/>
                    <a:pt x="328" y="176"/>
                    <a:pt x="328" y="176"/>
                  </a:cubicBezTo>
                  <a:cubicBezTo>
                    <a:pt x="326" y="259"/>
                    <a:pt x="259" y="326"/>
                    <a:pt x="176" y="32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1" name="Freeform 71"/>
            <p:cNvSpPr>
              <a:spLocks noEditPoints="1"/>
            </p:cNvSpPr>
            <p:nvPr/>
          </p:nvSpPr>
          <p:spPr bwMode="auto">
            <a:xfrm>
              <a:off x="3149600" y="3189288"/>
              <a:ext cx="192088" cy="192088"/>
            </a:xfrm>
            <a:custGeom>
              <a:avLst/>
              <a:gdLst>
                <a:gd name="T0" fmla="*/ 178 w 193"/>
                <a:gd name="T1" fmla="*/ 2 h 193"/>
                <a:gd name="T2" fmla="*/ 103 w 193"/>
                <a:gd name="T3" fmla="*/ 56 h 193"/>
                <a:gd name="T4" fmla="*/ 97 w 193"/>
                <a:gd name="T5" fmla="*/ 56 h 193"/>
                <a:gd name="T6" fmla="*/ 54 w 193"/>
                <a:gd name="T7" fmla="*/ 98 h 193"/>
                <a:gd name="T8" fmla="*/ 55 w 193"/>
                <a:gd name="T9" fmla="*/ 104 h 193"/>
                <a:gd name="T10" fmla="*/ 2 w 193"/>
                <a:gd name="T11" fmla="*/ 178 h 193"/>
                <a:gd name="T12" fmla="*/ 3 w 193"/>
                <a:gd name="T13" fmla="*/ 190 h 193"/>
                <a:gd name="T14" fmla="*/ 10 w 193"/>
                <a:gd name="T15" fmla="*/ 193 h 193"/>
                <a:gd name="T16" fmla="*/ 15 w 193"/>
                <a:gd name="T17" fmla="*/ 191 h 193"/>
                <a:gd name="T18" fmla="*/ 88 w 193"/>
                <a:gd name="T19" fmla="*/ 139 h 193"/>
                <a:gd name="T20" fmla="*/ 97 w 193"/>
                <a:gd name="T21" fmla="*/ 140 h 193"/>
                <a:gd name="T22" fmla="*/ 139 w 193"/>
                <a:gd name="T23" fmla="*/ 98 h 193"/>
                <a:gd name="T24" fmla="*/ 138 w 193"/>
                <a:gd name="T25" fmla="*/ 89 h 193"/>
                <a:gd name="T26" fmla="*/ 191 w 193"/>
                <a:gd name="T27" fmla="*/ 15 h 193"/>
                <a:gd name="T28" fmla="*/ 190 w 193"/>
                <a:gd name="T29" fmla="*/ 3 h 193"/>
                <a:gd name="T30" fmla="*/ 178 w 193"/>
                <a:gd name="T31" fmla="*/ 2 h 193"/>
                <a:gd name="T32" fmla="*/ 51 w 193"/>
                <a:gd name="T33" fmla="*/ 142 h 193"/>
                <a:gd name="T34" fmla="*/ 64 w 193"/>
                <a:gd name="T35" fmla="*/ 124 h 193"/>
                <a:gd name="T36" fmla="*/ 69 w 193"/>
                <a:gd name="T37" fmla="*/ 129 h 193"/>
                <a:gd name="T38" fmla="*/ 51 w 193"/>
                <a:gd name="T39" fmla="*/ 142 h 193"/>
                <a:gd name="T40" fmla="*/ 97 w 193"/>
                <a:gd name="T41" fmla="*/ 121 h 193"/>
                <a:gd name="T42" fmla="*/ 73 w 193"/>
                <a:gd name="T43" fmla="*/ 98 h 193"/>
                <a:gd name="T44" fmla="*/ 97 w 193"/>
                <a:gd name="T45" fmla="*/ 74 h 193"/>
                <a:gd name="T46" fmla="*/ 120 w 193"/>
                <a:gd name="T47" fmla="*/ 98 h 193"/>
                <a:gd name="T48" fmla="*/ 97 w 193"/>
                <a:gd name="T49" fmla="*/ 121 h 193"/>
                <a:gd name="T50" fmla="*/ 128 w 193"/>
                <a:gd name="T51" fmla="*/ 70 h 193"/>
                <a:gd name="T52" fmla="*/ 123 w 193"/>
                <a:gd name="T53" fmla="*/ 65 h 193"/>
                <a:gd name="T54" fmla="*/ 142 w 193"/>
                <a:gd name="T55" fmla="*/ 51 h 193"/>
                <a:gd name="T56" fmla="*/ 128 w 193"/>
                <a:gd name="T57" fmla="*/ 70 h 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93" h="193">
                  <a:moveTo>
                    <a:pt x="178" y="2"/>
                  </a:moveTo>
                  <a:cubicBezTo>
                    <a:pt x="103" y="56"/>
                    <a:pt x="103" y="56"/>
                    <a:pt x="103" y="56"/>
                  </a:cubicBezTo>
                  <a:cubicBezTo>
                    <a:pt x="101" y="56"/>
                    <a:pt x="99" y="56"/>
                    <a:pt x="97" y="56"/>
                  </a:cubicBezTo>
                  <a:cubicBezTo>
                    <a:pt x="73" y="56"/>
                    <a:pt x="54" y="74"/>
                    <a:pt x="54" y="98"/>
                  </a:cubicBezTo>
                  <a:cubicBezTo>
                    <a:pt x="54" y="100"/>
                    <a:pt x="55" y="102"/>
                    <a:pt x="55" y="104"/>
                  </a:cubicBezTo>
                  <a:cubicBezTo>
                    <a:pt x="2" y="178"/>
                    <a:pt x="2" y="178"/>
                    <a:pt x="2" y="178"/>
                  </a:cubicBezTo>
                  <a:cubicBezTo>
                    <a:pt x="0" y="182"/>
                    <a:pt x="0" y="187"/>
                    <a:pt x="3" y="190"/>
                  </a:cubicBezTo>
                  <a:cubicBezTo>
                    <a:pt x="5" y="192"/>
                    <a:pt x="7" y="193"/>
                    <a:pt x="10" y="193"/>
                  </a:cubicBezTo>
                  <a:cubicBezTo>
                    <a:pt x="12" y="193"/>
                    <a:pt x="14" y="192"/>
                    <a:pt x="15" y="191"/>
                  </a:cubicBezTo>
                  <a:cubicBezTo>
                    <a:pt x="88" y="139"/>
                    <a:pt x="88" y="139"/>
                    <a:pt x="88" y="139"/>
                  </a:cubicBezTo>
                  <a:cubicBezTo>
                    <a:pt x="91" y="139"/>
                    <a:pt x="93" y="140"/>
                    <a:pt x="97" y="140"/>
                  </a:cubicBezTo>
                  <a:cubicBezTo>
                    <a:pt x="120" y="140"/>
                    <a:pt x="139" y="121"/>
                    <a:pt x="139" y="98"/>
                  </a:cubicBezTo>
                  <a:cubicBezTo>
                    <a:pt x="139" y="95"/>
                    <a:pt x="138" y="92"/>
                    <a:pt x="138" y="89"/>
                  </a:cubicBezTo>
                  <a:cubicBezTo>
                    <a:pt x="191" y="15"/>
                    <a:pt x="191" y="15"/>
                    <a:pt x="191" y="15"/>
                  </a:cubicBezTo>
                  <a:cubicBezTo>
                    <a:pt x="193" y="12"/>
                    <a:pt x="193" y="7"/>
                    <a:pt x="190" y="3"/>
                  </a:cubicBezTo>
                  <a:cubicBezTo>
                    <a:pt x="187" y="0"/>
                    <a:pt x="181" y="0"/>
                    <a:pt x="178" y="2"/>
                  </a:cubicBezTo>
                  <a:close/>
                  <a:moveTo>
                    <a:pt x="51" y="142"/>
                  </a:moveTo>
                  <a:cubicBezTo>
                    <a:pt x="64" y="124"/>
                    <a:pt x="64" y="124"/>
                    <a:pt x="64" y="124"/>
                  </a:cubicBezTo>
                  <a:cubicBezTo>
                    <a:pt x="65" y="126"/>
                    <a:pt x="67" y="128"/>
                    <a:pt x="69" y="129"/>
                  </a:cubicBezTo>
                  <a:lnTo>
                    <a:pt x="51" y="142"/>
                  </a:lnTo>
                  <a:close/>
                  <a:moveTo>
                    <a:pt x="97" y="121"/>
                  </a:moveTo>
                  <a:cubicBezTo>
                    <a:pt x="84" y="121"/>
                    <a:pt x="73" y="111"/>
                    <a:pt x="73" y="98"/>
                  </a:cubicBezTo>
                  <a:cubicBezTo>
                    <a:pt x="73" y="85"/>
                    <a:pt x="84" y="74"/>
                    <a:pt x="97" y="74"/>
                  </a:cubicBezTo>
                  <a:cubicBezTo>
                    <a:pt x="109" y="74"/>
                    <a:pt x="120" y="85"/>
                    <a:pt x="120" y="98"/>
                  </a:cubicBezTo>
                  <a:cubicBezTo>
                    <a:pt x="120" y="111"/>
                    <a:pt x="109" y="121"/>
                    <a:pt x="97" y="121"/>
                  </a:cubicBezTo>
                  <a:close/>
                  <a:moveTo>
                    <a:pt x="128" y="70"/>
                  </a:moveTo>
                  <a:cubicBezTo>
                    <a:pt x="127" y="68"/>
                    <a:pt x="125" y="66"/>
                    <a:pt x="123" y="65"/>
                  </a:cubicBezTo>
                  <a:cubicBezTo>
                    <a:pt x="142" y="51"/>
                    <a:pt x="142" y="51"/>
                    <a:pt x="142" y="51"/>
                  </a:cubicBezTo>
                  <a:lnTo>
                    <a:pt x="128" y="7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72" name="Freeform 72"/>
          <p:cNvSpPr>
            <a:spLocks noEditPoints="1"/>
          </p:cNvSpPr>
          <p:nvPr/>
        </p:nvSpPr>
        <p:spPr bwMode="auto">
          <a:xfrm>
            <a:off x="2961217" y="4097867"/>
            <a:ext cx="567267" cy="567267"/>
          </a:xfrm>
          <a:custGeom>
            <a:avLst/>
            <a:gdLst>
              <a:gd name="T0" fmla="*/ 425 w 425"/>
              <a:gd name="T1" fmla="*/ 213 h 425"/>
              <a:gd name="T2" fmla="*/ 0 w 425"/>
              <a:gd name="T3" fmla="*/ 213 h 425"/>
              <a:gd name="T4" fmla="*/ 0 w 425"/>
              <a:gd name="T5" fmla="*/ 219 h 425"/>
              <a:gd name="T6" fmla="*/ 212 w 425"/>
              <a:gd name="T7" fmla="*/ 425 h 425"/>
              <a:gd name="T8" fmla="*/ 425 w 425"/>
              <a:gd name="T9" fmla="*/ 219 h 425"/>
              <a:gd name="T10" fmla="*/ 280 w 425"/>
              <a:gd name="T11" fmla="*/ 210 h 425"/>
              <a:gd name="T12" fmla="*/ 328 w 425"/>
              <a:gd name="T13" fmla="*/ 128 h 425"/>
              <a:gd name="T14" fmla="*/ 280 w 425"/>
              <a:gd name="T15" fmla="*/ 210 h 425"/>
              <a:gd name="T16" fmla="*/ 166 w 425"/>
              <a:gd name="T17" fmla="*/ 147 h 425"/>
              <a:gd name="T18" fmla="*/ 259 w 425"/>
              <a:gd name="T19" fmla="*/ 147 h 425"/>
              <a:gd name="T20" fmla="*/ 163 w 425"/>
              <a:gd name="T21" fmla="*/ 210 h 425"/>
              <a:gd name="T22" fmla="*/ 259 w 425"/>
              <a:gd name="T23" fmla="*/ 279 h 425"/>
              <a:gd name="T24" fmla="*/ 166 w 425"/>
              <a:gd name="T25" fmla="*/ 279 h 425"/>
              <a:gd name="T26" fmla="*/ 262 w 425"/>
              <a:gd name="T27" fmla="*/ 229 h 425"/>
              <a:gd name="T28" fmla="*/ 247 w 425"/>
              <a:gd name="T29" fmla="*/ 26 h 425"/>
              <a:gd name="T30" fmla="*/ 275 w 425"/>
              <a:gd name="T31" fmla="*/ 125 h 425"/>
              <a:gd name="T32" fmla="*/ 212 w 425"/>
              <a:gd name="T33" fmla="*/ 131 h 425"/>
              <a:gd name="T34" fmla="*/ 212 w 425"/>
              <a:gd name="T35" fmla="*/ 19 h 425"/>
              <a:gd name="T36" fmla="*/ 178 w 425"/>
              <a:gd name="T37" fmla="*/ 26 h 425"/>
              <a:gd name="T38" fmla="*/ 103 w 425"/>
              <a:gd name="T39" fmla="*/ 111 h 425"/>
              <a:gd name="T40" fmla="*/ 147 w 425"/>
              <a:gd name="T41" fmla="*/ 143 h 425"/>
              <a:gd name="T42" fmla="*/ 84 w 425"/>
              <a:gd name="T43" fmla="*/ 210 h 425"/>
              <a:gd name="T44" fmla="*/ 147 w 425"/>
              <a:gd name="T45" fmla="*/ 143 h 425"/>
              <a:gd name="T46" fmla="*/ 19 w 425"/>
              <a:gd name="T47" fmla="*/ 210 h 425"/>
              <a:gd name="T48" fmla="*/ 80 w 425"/>
              <a:gd name="T49" fmla="*/ 121 h 425"/>
              <a:gd name="T50" fmla="*/ 66 w 425"/>
              <a:gd name="T51" fmla="*/ 229 h 425"/>
              <a:gd name="T52" fmla="*/ 52 w 425"/>
              <a:gd name="T53" fmla="*/ 321 h 425"/>
              <a:gd name="T54" fmla="*/ 66 w 425"/>
              <a:gd name="T55" fmla="*/ 229 h 425"/>
              <a:gd name="T56" fmla="*/ 144 w 425"/>
              <a:gd name="T57" fmla="*/ 229 h 425"/>
              <a:gd name="T58" fmla="*/ 97 w 425"/>
              <a:gd name="T59" fmla="*/ 297 h 425"/>
              <a:gd name="T60" fmla="*/ 150 w 425"/>
              <a:gd name="T61" fmla="*/ 301 h 425"/>
              <a:gd name="T62" fmla="*/ 103 w 425"/>
              <a:gd name="T63" fmla="*/ 315 h 425"/>
              <a:gd name="T64" fmla="*/ 168 w 425"/>
              <a:gd name="T65" fmla="*/ 297 h 425"/>
              <a:gd name="T66" fmla="*/ 256 w 425"/>
              <a:gd name="T67" fmla="*/ 297 h 425"/>
              <a:gd name="T68" fmla="*/ 168 w 425"/>
              <a:gd name="T69" fmla="*/ 297 h 425"/>
              <a:gd name="T70" fmla="*/ 275 w 425"/>
              <a:gd name="T71" fmla="*/ 301 h 425"/>
              <a:gd name="T72" fmla="*/ 247 w 425"/>
              <a:gd name="T73" fmla="*/ 399 h 425"/>
              <a:gd name="T74" fmla="*/ 280 w 425"/>
              <a:gd name="T75" fmla="*/ 229 h 425"/>
              <a:gd name="T76" fmla="*/ 328 w 425"/>
              <a:gd name="T77" fmla="*/ 297 h 425"/>
              <a:gd name="T78" fmla="*/ 359 w 425"/>
              <a:gd name="T79" fmla="*/ 229 h 425"/>
              <a:gd name="T80" fmla="*/ 373 w 425"/>
              <a:gd name="T81" fmla="*/ 321 h 425"/>
              <a:gd name="T82" fmla="*/ 359 w 425"/>
              <a:gd name="T83" fmla="*/ 229 h 425"/>
              <a:gd name="T84" fmla="*/ 345 w 425"/>
              <a:gd name="T85" fmla="*/ 121 h 425"/>
              <a:gd name="T86" fmla="*/ 406 w 425"/>
              <a:gd name="T87" fmla="*/ 210 h 425"/>
              <a:gd name="T88" fmla="*/ 361 w 425"/>
              <a:gd name="T89" fmla="*/ 89 h 425"/>
              <a:gd name="T90" fmla="*/ 295 w 425"/>
              <a:gd name="T91" fmla="*/ 38 h 425"/>
              <a:gd name="T92" fmla="*/ 129 w 425"/>
              <a:gd name="T93" fmla="*/ 38 h 425"/>
              <a:gd name="T94" fmla="*/ 63 w 425"/>
              <a:gd name="T95" fmla="*/ 89 h 425"/>
              <a:gd name="T96" fmla="*/ 63 w 425"/>
              <a:gd name="T97" fmla="*/ 336 h 425"/>
              <a:gd name="T98" fmla="*/ 129 w 425"/>
              <a:gd name="T99" fmla="*/ 387 h 425"/>
              <a:gd name="T100" fmla="*/ 295 w 425"/>
              <a:gd name="T101" fmla="*/ 387 h 425"/>
              <a:gd name="T102" fmla="*/ 361 w 425"/>
              <a:gd name="T103" fmla="*/ 336 h 4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425" h="425">
                <a:moveTo>
                  <a:pt x="424" y="218"/>
                </a:moveTo>
                <a:cubicBezTo>
                  <a:pt x="425" y="216"/>
                  <a:pt x="425" y="214"/>
                  <a:pt x="425" y="213"/>
                </a:cubicBezTo>
                <a:cubicBezTo>
                  <a:pt x="425" y="95"/>
                  <a:pt x="329" y="0"/>
                  <a:pt x="212" y="0"/>
                </a:cubicBezTo>
                <a:cubicBezTo>
                  <a:pt x="95" y="0"/>
                  <a:pt x="0" y="95"/>
                  <a:pt x="0" y="213"/>
                </a:cubicBezTo>
                <a:cubicBezTo>
                  <a:pt x="0" y="214"/>
                  <a:pt x="0" y="216"/>
                  <a:pt x="0" y="218"/>
                </a:cubicBezTo>
                <a:cubicBezTo>
                  <a:pt x="0" y="218"/>
                  <a:pt x="0" y="219"/>
                  <a:pt x="0" y="219"/>
                </a:cubicBezTo>
                <a:cubicBezTo>
                  <a:pt x="0" y="220"/>
                  <a:pt x="0" y="220"/>
                  <a:pt x="0" y="221"/>
                </a:cubicBezTo>
                <a:cubicBezTo>
                  <a:pt x="4" y="334"/>
                  <a:pt x="98" y="425"/>
                  <a:pt x="212" y="425"/>
                </a:cubicBezTo>
                <a:cubicBezTo>
                  <a:pt x="326" y="425"/>
                  <a:pt x="420" y="334"/>
                  <a:pt x="424" y="221"/>
                </a:cubicBezTo>
                <a:cubicBezTo>
                  <a:pt x="425" y="220"/>
                  <a:pt x="425" y="220"/>
                  <a:pt x="425" y="219"/>
                </a:cubicBezTo>
                <a:cubicBezTo>
                  <a:pt x="425" y="219"/>
                  <a:pt x="425" y="218"/>
                  <a:pt x="424" y="218"/>
                </a:cubicBezTo>
                <a:close/>
                <a:moveTo>
                  <a:pt x="280" y="210"/>
                </a:moveTo>
                <a:cubicBezTo>
                  <a:pt x="280" y="187"/>
                  <a:pt x="279" y="165"/>
                  <a:pt x="277" y="143"/>
                </a:cubicBezTo>
                <a:cubicBezTo>
                  <a:pt x="295" y="140"/>
                  <a:pt x="312" y="135"/>
                  <a:pt x="328" y="128"/>
                </a:cubicBezTo>
                <a:cubicBezTo>
                  <a:pt x="336" y="153"/>
                  <a:pt x="340" y="181"/>
                  <a:pt x="340" y="210"/>
                </a:cubicBezTo>
                <a:lnTo>
                  <a:pt x="280" y="210"/>
                </a:lnTo>
                <a:close/>
                <a:moveTo>
                  <a:pt x="163" y="210"/>
                </a:moveTo>
                <a:cubicBezTo>
                  <a:pt x="163" y="187"/>
                  <a:pt x="164" y="166"/>
                  <a:pt x="166" y="147"/>
                </a:cubicBezTo>
                <a:cubicBezTo>
                  <a:pt x="181" y="149"/>
                  <a:pt x="196" y="150"/>
                  <a:pt x="212" y="150"/>
                </a:cubicBezTo>
                <a:cubicBezTo>
                  <a:pt x="228" y="150"/>
                  <a:pt x="244" y="149"/>
                  <a:pt x="259" y="147"/>
                </a:cubicBezTo>
                <a:cubicBezTo>
                  <a:pt x="261" y="166"/>
                  <a:pt x="262" y="187"/>
                  <a:pt x="262" y="210"/>
                </a:cubicBezTo>
                <a:lnTo>
                  <a:pt x="163" y="210"/>
                </a:lnTo>
                <a:close/>
                <a:moveTo>
                  <a:pt x="262" y="229"/>
                </a:moveTo>
                <a:cubicBezTo>
                  <a:pt x="261" y="246"/>
                  <a:pt x="260" y="263"/>
                  <a:pt x="259" y="279"/>
                </a:cubicBezTo>
                <a:cubicBezTo>
                  <a:pt x="244" y="276"/>
                  <a:pt x="228" y="275"/>
                  <a:pt x="212" y="275"/>
                </a:cubicBezTo>
                <a:cubicBezTo>
                  <a:pt x="196" y="275"/>
                  <a:pt x="181" y="276"/>
                  <a:pt x="166" y="279"/>
                </a:cubicBezTo>
                <a:cubicBezTo>
                  <a:pt x="164" y="263"/>
                  <a:pt x="163" y="246"/>
                  <a:pt x="163" y="229"/>
                </a:cubicBezTo>
                <a:lnTo>
                  <a:pt x="262" y="229"/>
                </a:lnTo>
                <a:close/>
                <a:moveTo>
                  <a:pt x="275" y="125"/>
                </a:moveTo>
                <a:cubicBezTo>
                  <a:pt x="269" y="84"/>
                  <a:pt x="260" y="49"/>
                  <a:pt x="247" y="26"/>
                </a:cubicBezTo>
                <a:cubicBezTo>
                  <a:pt x="278" y="39"/>
                  <a:pt x="304" y="70"/>
                  <a:pt x="321" y="111"/>
                </a:cubicBezTo>
                <a:cubicBezTo>
                  <a:pt x="307" y="116"/>
                  <a:pt x="291" y="121"/>
                  <a:pt x="275" y="125"/>
                </a:cubicBezTo>
                <a:close/>
                <a:moveTo>
                  <a:pt x="256" y="128"/>
                </a:moveTo>
                <a:cubicBezTo>
                  <a:pt x="242" y="130"/>
                  <a:pt x="227" y="131"/>
                  <a:pt x="212" y="131"/>
                </a:cubicBezTo>
                <a:cubicBezTo>
                  <a:pt x="197" y="131"/>
                  <a:pt x="182" y="130"/>
                  <a:pt x="168" y="128"/>
                </a:cubicBezTo>
                <a:cubicBezTo>
                  <a:pt x="177" y="59"/>
                  <a:pt x="197" y="19"/>
                  <a:pt x="212" y="19"/>
                </a:cubicBezTo>
                <a:cubicBezTo>
                  <a:pt x="227" y="19"/>
                  <a:pt x="247" y="59"/>
                  <a:pt x="256" y="128"/>
                </a:cubicBezTo>
                <a:close/>
                <a:moveTo>
                  <a:pt x="178" y="26"/>
                </a:moveTo>
                <a:cubicBezTo>
                  <a:pt x="164" y="49"/>
                  <a:pt x="155" y="84"/>
                  <a:pt x="150" y="125"/>
                </a:cubicBezTo>
                <a:cubicBezTo>
                  <a:pt x="133" y="121"/>
                  <a:pt x="118" y="116"/>
                  <a:pt x="103" y="111"/>
                </a:cubicBezTo>
                <a:cubicBezTo>
                  <a:pt x="120" y="70"/>
                  <a:pt x="146" y="39"/>
                  <a:pt x="178" y="26"/>
                </a:cubicBezTo>
                <a:close/>
                <a:moveTo>
                  <a:pt x="147" y="143"/>
                </a:moveTo>
                <a:cubicBezTo>
                  <a:pt x="145" y="165"/>
                  <a:pt x="144" y="187"/>
                  <a:pt x="144" y="210"/>
                </a:cubicBezTo>
                <a:cubicBezTo>
                  <a:pt x="84" y="210"/>
                  <a:pt x="84" y="210"/>
                  <a:pt x="84" y="210"/>
                </a:cubicBezTo>
                <a:cubicBezTo>
                  <a:pt x="84" y="181"/>
                  <a:pt x="89" y="153"/>
                  <a:pt x="97" y="128"/>
                </a:cubicBezTo>
                <a:cubicBezTo>
                  <a:pt x="113" y="135"/>
                  <a:pt x="130" y="140"/>
                  <a:pt x="147" y="143"/>
                </a:cubicBezTo>
                <a:close/>
                <a:moveTo>
                  <a:pt x="65" y="210"/>
                </a:moveTo>
                <a:cubicBezTo>
                  <a:pt x="19" y="210"/>
                  <a:pt x="19" y="210"/>
                  <a:pt x="19" y="210"/>
                </a:cubicBezTo>
                <a:cubicBezTo>
                  <a:pt x="19" y="171"/>
                  <a:pt x="31" y="134"/>
                  <a:pt x="52" y="104"/>
                </a:cubicBezTo>
                <a:cubicBezTo>
                  <a:pt x="61" y="110"/>
                  <a:pt x="70" y="116"/>
                  <a:pt x="80" y="121"/>
                </a:cubicBezTo>
                <a:cubicBezTo>
                  <a:pt x="71" y="148"/>
                  <a:pt x="66" y="178"/>
                  <a:pt x="65" y="210"/>
                </a:cubicBezTo>
                <a:close/>
                <a:moveTo>
                  <a:pt x="66" y="229"/>
                </a:moveTo>
                <a:cubicBezTo>
                  <a:pt x="67" y="256"/>
                  <a:pt x="72" y="281"/>
                  <a:pt x="80" y="305"/>
                </a:cubicBezTo>
                <a:cubicBezTo>
                  <a:pt x="70" y="310"/>
                  <a:pt x="61" y="315"/>
                  <a:pt x="52" y="321"/>
                </a:cubicBezTo>
                <a:cubicBezTo>
                  <a:pt x="34" y="294"/>
                  <a:pt x="22" y="263"/>
                  <a:pt x="19" y="229"/>
                </a:cubicBezTo>
                <a:lnTo>
                  <a:pt x="66" y="229"/>
                </a:lnTo>
                <a:close/>
                <a:moveTo>
                  <a:pt x="84" y="229"/>
                </a:moveTo>
                <a:cubicBezTo>
                  <a:pt x="144" y="229"/>
                  <a:pt x="144" y="229"/>
                  <a:pt x="144" y="229"/>
                </a:cubicBezTo>
                <a:cubicBezTo>
                  <a:pt x="144" y="247"/>
                  <a:pt x="146" y="265"/>
                  <a:pt x="147" y="282"/>
                </a:cubicBezTo>
                <a:cubicBezTo>
                  <a:pt x="130" y="285"/>
                  <a:pt x="113" y="290"/>
                  <a:pt x="97" y="297"/>
                </a:cubicBezTo>
                <a:cubicBezTo>
                  <a:pt x="90" y="276"/>
                  <a:pt x="86" y="253"/>
                  <a:pt x="84" y="229"/>
                </a:cubicBezTo>
                <a:close/>
                <a:moveTo>
                  <a:pt x="150" y="301"/>
                </a:moveTo>
                <a:cubicBezTo>
                  <a:pt x="155" y="341"/>
                  <a:pt x="164" y="377"/>
                  <a:pt x="178" y="399"/>
                </a:cubicBezTo>
                <a:cubicBezTo>
                  <a:pt x="146" y="386"/>
                  <a:pt x="120" y="355"/>
                  <a:pt x="103" y="315"/>
                </a:cubicBezTo>
                <a:cubicBezTo>
                  <a:pt x="118" y="309"/>
                  <a:pt x="133" y="304"/>
                  <a:pt x="150" y="301"/>
                </a:cubicBezTo>
                <a:close/>
                <a:moveTo>
                  <a:pt x="168" y="297"/>
                </a:moveTo>
                <a:cubicBezTo>
                  <a:pt x="182" y="295"/>
                  <a:pt x="197" y="294"/>
                  <a:pt x="212" y="294"/>
                </a:cubicBezTo>
                <a:cubicBezTo>
                  <a:pt x="227" y="294"/>
                  <a:pt x="242" y="295"/>
                  <a:pt x="256" y="297"/>
                </a:cubicBezTo>
                <a:cubicBezTo>
                  <a:pt x="247" y="366"/>
                  <a:pt x="227" y="406"/>
                  <a:pt x="212" y="406"/>
                </a:cubicBezTo>
                <a:cubicBezTo>
                  <a:pt x="197" y="406"/>
                  <a:pt x="177" y="366"/>
                  <a:pt x="168" y="297"/>
                </a:cubicBezTo>
                <a:close/>
                <a:moveTo>
                  <a:pt x="247" y="399"/>
                </a:moveTo>
                <a:cubicBezTo>
                  <a:pt x="260" y="377"/>
                  <a:pt x="269" y="341"/>
                  <a:pt x="275" y="301"/>
                </a:cubicBezTo>
                <a:cubicBezTo>
                  <a:pt x="291" y="304"/>
                  <a:pt x="307" y="309"/>
                  <a:pt x="321" y="315"/>
                </a:cubicBezTo>
                <a:cubicBezTo>
                  <a:pt x="304" y="355"/>
                  <a:pt x="278" y="386"/>
                  <a:pt x="247" y="399"/>
                </a:cubicBezTo>
                <a:close/>
                <a:moveTo>
                  <a:pt x="277" y="282"/>
                </a:moveTo>
                <a:cubicBezTo>
                  <a:pt x="279" y="265"/>
                  <a:pt x="280" y="247"/>
                  <a:pt x="280" y="229"/>
                </a:cubicBezTo>
                <a:cubicBezTo>
                  <a:pt x="340" y="229"/>
                  <a:pt x="340" y="229"/>
                  <a:pt x="340" y="229"/>
                </a:cubicBezTo>
                <a:cubicBezTo>
                  <a:pt x="339" y="253"/>
                  <a:pt x="334" y="276"/>
                  <a:pt x="328" y="297"/>
                </a:cubicBezTo>
                <a:cubicBezTo>
                  <a:pt x="312" y="290"/>
                  <a:pt x="295" y="285"/>
                  <a:pt x="277" y="282"/>
                </a:cubicBezTo>
                <a:close/>
                <a:moveTo>
                  <a:pt x="359" y="229"/>
                </a:moveTo>
                <a:cubicBezTo>
                  <a:pt x="405" y="229"/>
                  <a:pt x="405" y="229"/>
                  <a:pt x="405" y="229"/>
                </a:cubicBezTo>
                <a:cubicBezTo>
                  <a:pt x="402" y="263"/>
                  <a:pt x="391" y="294"/>
                  <a:pt x="373" y="321"/>
                </a:cubicBezTo>
                <a:cubicBezTo>
                  <a:pt x="364" y="315"/>
                  <a:pt x="354" y="310"/>
                  <a:pt x="345" y="305"/>
                </a:cubicBezTo>
                <a:cubicBezTo>
                  <a:pt x="352" y="281"/>
                  <a:pt x="357" y="256"/>
                  <a:pt x="359" y="229"/>
                </a:cubicBezTo>
                <a:close/>
                <a:moveTo>
                  <a:pt x="359" y="210"/>
                </a:moveTo>
                <a:cubicBezTo>
                  <a:pt x="359" y="178"/>
                  <a:pt x="354" y="148"/>
                  <a:pt x="345" y="121"/>
                </a:cubicBezTo>
                <a:cubicBezTo>
                  <a:pt x="354" y="116"/>
                  <a:pt x="364" y="110"/>
                  <a:pt x="373" y="104"/>
                </a:cubicBezTo>
                <a:cubicBezTo>
                  <a:pt x="393" y="134"/>
                  <a:pt x="405" y="171"/>
                  <a:pt x="406" y="210"/>
                </a:cubicBezTo>
                <a:lnTo>
                  <a:pt x="359" y="210"/>
                </a:lnTo>
                <a:close/>
                <a:moveTo>
                  <a:pt x="361" y="89"/>
                </a:moveTo>
                <a:cubicBezTo>
                  <a:pt x="354" y="94"/>
                  <a:pt x="346" y="99"/>
                  <a:pt x="338" y="103"/>
                </a:cubicBezTo>
                <a:cubicBezTo>
                  <a:pt x="327" y="77"/>
                  <a:pt x="313" y="55"/>
                  <a:pt x="295" y="38"/>
                </a:cubicBezTo>
                <a:cubicBezTo>
                  <a:pt x="321" y="50"/>
                  <a:pt x="343" y="68"/>
                  <a:pt x="361" y="89"/>
                </a:cubicBezTo>
                <a:close/>
                <a:moveTo>
                  <a:pt x="129" y="38"/>
                </a:moveTo>
                <a:cubicBezTo>
                  <a:pt x="112" y="55"/>
                  <a:pt x="97" y="77"/>
                  <a:pt x="86" y="103"/>
                </a:cubicBezTo>
                <a:cubicBezTo>
                  <a:pt x="78" y="99"/>
                  <a:pt x="70" y="94"/>
                  <a:pt x="63" y="89"/>
                </a:cubicBezTo>
                <a:cubicBezTo>
                  <a:pt x="81" y="68"/>
                  <a:pt x="103" y="50"/>
                  <a:pt x="129" y="38"/>
                </a:cubicBezTo>
                <a:close/>
                <a:moveTo>
                  <a:pt x="63" y="336"/>
                </a:moveTo>
                <a:cubicBezTo>
                  <a:pt x="70" y="331"/>
                  <a:pt x="78" y="327"/>
                  <a:pt x="86" y="322"/>
                </a:cubicBezTo>
                <a:cubicBezTo>
                  <a:pt x="97" y="348"/>
                  <a:pt x="112" y="370"/>
                  <a:pt x="129" y="387"/>
                </a:cubicBezTo>
                <a:cubicBezTo>
                  <a:pt x="103" y="375"/>
                  <a:pt x="81" y="358"/>
                  <a:pt x="63" y="336"/>
                </a:cubicBezTo>
                <a:close/>
                <a:moveTo>
                  <a:pt x="295" y="387"/>
                </a:moveTo>
                <a:cubicBezTo>
                  <a:pt x="313" y="370"/>
                  <a:pt x="327" y="348"/>
                  <a:pt x="338" y="322"/>
                </a:cubicBezTo>
                <a:cubicBezTo>
                  <a:pt x="346" y="327"/>
                  <a:pt x="354" y="331"/>
                  <a:pt x="361" y="336"/>
                </a:cubicBezTo>
                <a:cubicBezTo>
                  <a:pt x="343" y="358"/>
                  <a:pt x="321" y="375"/>
                  <a:pt x="295" y="38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63" name="Group 162"/>
          <p:cNvGrpSpPr/>
          <p:nvPr/>
        </p:nvGrpSpPr>
        <p:grpSpPr>
          <a:xfrm>
            <a:off x="1875367" y="4097867"/>
            <a:ext cx="567267" cy="567267"/>
            <a:chOff x="1406525" y="3073400"/>
            <a:chExt cx="425450" cy="425450"/>
          </a:xfrm>
          <a:solidFill>
            <a:schemeClr val="accent1"/>
          </a:solidFill>
        </p:grpSpPr>
        <p:sp>
          <p:nvSpPr>
            <p:cNvPr id="73" name="Freeform 73"/>
            <p:cNvSpPr>
              <a:spLocks noEditPoints="1"/>
            </p:cNvSpPr>
            <p:nvPr/>
          </p:nvSpPr>
          <p:spPr bwMode="auto">
            <a:xfrm>
              <a:off x="1406525" y="3073400"/>
              <a:ext cx="425450" cy="425450"/>
            </a:xfrm>
            <a:custGeom>
              <a:avLst/>
              <a:gdLst>
                <a:gd name="T0" fmla="*/ 213 w 425"/>
                <a:gd name="T1" fmla="*/ 0 h 425"/>
                <a:gd name="T2" fmla="*/ 0 w 425"/>
                <a:gd name="T3" fmla="*/ 213 h 425"/>
                <a:gd name="T4" fmla="*/ 213 w 425"/>
                <a:gd name="T5" fmla="*/ 425 h 425"/>
                <a:gd name="T6" fmla="*/ 425 w 425"/>
                <a:gd name="T7" fmla="*/ 213 h 425"/>
                <a:gd name="T8" fmla="*/ 213 w 425"/>
                <a:gd name="T9" fmla="*/ 0 h 425"/>
                <a:gd name="T10" fmla="*/ 213 w 425"/>
                <a:gd name="T11" fmla="*/ 406 h 425"/>
                <a:gd name="T12" fmla="*/ 19 w 425"/>
                <a:gd name="T13" fmla="*/ 213 h 425"/>
                <a:gd name="T14" fmla="*/ 213 w 425"/>
                <a:gd name="T15" fmla="*/ 19 h 425"/>
                <a:gd name="T16" fmla="*/ 407 w 425"/>
                <a:gd name="T17" fmla="*/ 213 h 425"/>
                <a:gd name="T18" fmla="*/ 213 w 425"/>
                <a:gd name="T19" fmla="*/ 406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25" h="425">
                  <a:moveTo>
                    <a:pt x="213" y="0"/>
                  </a:moveTo>
                  <a:cubicBezTo>
                    <a:pt x="96" y="0"/>
                    <a:pt x="0" y="95"/>
                    <a:pt x="0" y="213"/>
                  </a:cubicBezTo>
                  <a:cubicBezTo>
                    <a:pt x="0" y="330"/>
                    <a:pt x="96" y="425"/>
                    <a:pt x="213" y="425"/>
                  </a:cubicBezTo>
                  <a:cubicBezTo>
                    <a:pt x="330" y="425"/>
                    <a:pt x="425" y="330"/>
                    <a:pt x="425" y="213"/>
                  </a:cubicBezTo>
                  <a:cubicBezTo>
                    <a:pt x="425" y="95"/>
                    <a:pt x="330" y="0"/>
                    <a:pt x="213" y="0"/>
                  </a:cubicBezTo>
                  <a:close/>
                  <a:moveTo>
                    <a:pt x="213" y="406"/>
                  </a:moveTo>
                  <a:cubicBezTo>
                    <a:pt x="106" y="406"/>
                    <a:pt x="19" y="319"/>
                    <a:pt x="19" y="213"/>
                  </a:cubicBezTo>
                  <a:cubicBezTo>
                    <a:pt x="19" y="106"/>
                    <a:pt x="106" y="19"/>
                    <a:pt x="213" y="19"/>
                  </a:cubicBezTo>
                  <a:cubicBezTo>
                    <a:pt x="320" y="19"/>
                    <a:pt x="407" y="106"/>
                    <a:pt x="407" y="213"/>
                  </a:cubicBezTo>
                  <a:cubicBezTo>
                    <a:pt x="407" y="319"/>
                    <a:pt x="320" y="406"/>
                    <a:pt x="213" y="406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4" name="Freeform 74"/>
            <p:cNvSpPr>
              <a:spLocks/>
            </p:cNvSpPr>
            <p:nvPr/>
          </p:nvSpPr>
          <p:spPr bwMode="auto">
            <a:xfrm>
              <a:off x="1617663" y="3113088"/>
              <a:ext cx="19050" cy="44450"/>
            </a:xfrm>
            <a:custGeom>
              <a:avLst/>
              <a:gdLst>
                <a:gd name="T0" fmla="*/ 9 w 19"/>
                <a:gd name="T1" fmla="*/ 45 h 45"/>
                <a:gd name="T2" fmla="*/ 19 w 19"/>
                <a:gd name="T3" fmla="*/ 36 h 45"/>
                <a:gd name="T4" fmla="*/ 19 w 19"/>
                <a:gd name="T5" fmla="*/ 10 h 45"/>
                <a:gd name="T6" fmla="*/ 9 w 19"/>
                <a:gd name="T7" fmla="*/ 0 h 45"/>
                <a:gd name="T8" fmla="*/ 0 w 19"/>
                <a:gd name="T9" fmla="*/ 10 h 45"/>
                <a:gd name="T10" fmla="*/ 0 w 19"/>
                <a:gd name="T11" fmla="*/ 36 h 45"/>
                <a:gd name="T12" fmla="*/ 9 w 19"/>
                <a:gd name="T13" fmla="*/ 45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" h="45">
                  <a:moveTo>
                    <a:pt x="9" y="45"/>
                  </a:moveTo>
                  <a:cubicBezTo>
                    <a:pt x="15" y="45"/>
                    <a:pt x="19" y="41"/>
                    <a:pt x="19" y="36"/>
                  </a:cubicBezTo>
                  <a:cubicBezTo>
                    <a:pt x="19" y="10"/>
                    <a:pt x="19" y="10"/>
                    <a:pt x="19" y="10"/>
                  </a:cubicBezTo>
                  <a:cubicBezTo>
                    <a:pt x="19" y="5"/>
                    <a:pt x="15" y="0"/>
                    <a:pt x="9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41"/>
                    <a:pt x="4" y="45"/>
                    <a:pt x="9" y="45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5" name="Freeform 75"/>
            <p:cNvSpPr>
              <a:spLocks/>
            </p:cNvSpPr>
            <p:nvPr/>
          </p:nvSpPr>
          <p:spPr bwMode="auto">
            <a:xfrm>
              <a:off x="1447800" y="3270250"/>
              <a:ext cx="44450" cy="19050"/>
            </a:xfrm>
            <a:custGeom>
              <a:avLst/>
              <a:gdLst>
                <a:gd name="T0" fmla="*/ 35 w 45"/>
                <a:gd name="T1" fmla="*/ 0 h 18"/>
                <a:gd name="T2" fmla="*/ 9 w 45"/>
                <a:gd name="T3" fmla="*/ 0 h 18"/>
                <a:gd name="T4" fmla="*/ 0 w 45"/>
                <a:gd name="T5" fmla="*/ 9 h 18"/>
                <a:gd name="T6" fmla="*/ 9 w 45"/>
                <a:gd name="T7" fmla="*/ 18 h 18"/>
                <a:gd name="T8" fmla="*/ 35 w 45"/>
                <a:gd name="T9" fmla="*/ 18 h 18"/>
                <a:gd name="T10" fmla="*/ 45 w 45"/>
                <a:gd name="T11" fmla="*/ 9 h 18"/>
                <a:gd name="T12" fmla="*/ 35 w 45"/>
                <a:gd name="T13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5" h="18">
                  <a:moveTo>
                    <a:pt x="35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4"/>
                    <a:pt x="4" y="18"/>
                    <a:pt x="9" y="18"/>
                  </a:cubicBezTo>
                  <a:cubicBezTo>
                    <a:pt x="35" y="18"/>
                    <a:pt x="35" y="18"/>
                    <a:pt x="35" y="18"/>
                  </a:cubicBezTo>
                  <a:cubicBezTo>
                    <a:pt x="40" y="18"/>
                    <a:pt x="45" y="14"/>
                    <a:pt x="45" y="9"/>
                  </a:cubicBezTo>
                  <a:cubicBezTo>
                    <a:pt x="45" y="4"/>
                    <a:pt x="40" y="0"/>
                    <a:pt x="3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6" name="Freeform 76"/>
            <p:cNvSpPr>
              <a:spLocks/>
            </p:cNvSpPr>
            <p:nvPr/>
          </p:nvSpPr>
          <p:spPr bwMode="auto">
            <a:xfrm>
              <a:off x="1747838" y="3270250"/>
              <a:ext cx="46038" cy="19050"/>
            </a:xfrm>
            <a:custGeom>
              <a:avLst/>
              <a:gdLst>
                <a:gd name="T0" fmla="*/ 36 w 45"/>
                <a:gd name="T1" fmla="*/ 0 h 18"/>
                <a:gd name="T2" fmla="*/ 9 w 45"/>
                <a:gd name="T3" fmla="*/ 0 h 18"/>
                <a:gd name="T4" fmla="*/ 0 w 45"/>
                <a:gd name="T5" fmla="*/ 9 h 18"/>
                <a:gd name="T6" fmla="*/ 9 w 45"/>
                <a:gd name="T7" fmla="*/ 18 h 18"/>
                <a:gd name="T8" fmla="*/ 36 w 45"/>
                <a:gd name="T9" fmla="*/ 18 h 18"/>
                <a:gd name="T10" fmla="*/ 45 w 45"/>
                <a:gd name="T11" fmla="*/ 9 h 18"/>
                <a:gd name="T12" fmla="*/ 36 w 45"/>
                <a:gd name="T13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5" h="18">
                  <a:moveTo>
                    <a:pt x="36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4"/>
                    <a:pt x="4" y="18"/>
                    <a:pt x="9" y="18"/>
                  </a:cubicBezTo>
                  <a:cubicBezTo>
                    <a:pt x="36" y="18"/>
                    <a:pt x="36" y="18"/>
                    <a:pt x="36" y="18"/>
                  </a:cubicBezTo>
                  <a:cubicBezTo>
                    <a:pt x="41" y="18"/>
                    <a:pt x="45" y="14"/>
                    <a:pt x="45" y="9"/>
                  </a:cubicBezTo>
                  <a:cubicBezTo>
                    <a:pt x="45" y="4"/>
                    <a:pt x="41" y="0"/>
                    <a:pt x="3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7" name="Freeform 77"/>
            <p:cNvSpPr>
              <a:spLocks/>
            </p:cNvSpPr>
            <p:nvPr/>
          </p:nvSpPr>
          <p:spPr bwMode="auto">
            <a:xfrm>
              <a:off x="1492250" y="3171825"/>
              <a:ext cx="41275" cy="39688"/>
            </a:xfrm>
            <a:custGeom>
              <a:avLst/>
              <a:gdLst>
                <a:gd name="T0" fmla="*/ 31 w 41"/>
                <a:gd name="T1" fmla="*/ 40 h 40"/>
                <a:gd name="T2" fmla="*/ 37 w 41"/>
                <a:gd name="T3" fmla="*/ 37 h 40"/>
                <a:gd name="T4" fmla="*/ 37 w 41"/>
                <a:gd name="T5" fmla="*/ 24 h 40"/>
                <a:gd name="T6" fmla="*/ 17 w 41"/>
                <a:gd name="T7" fmla="*/ 3 h 40"/>
                <a:gd name="T8" fmla="*/ 3 w 41"/>
                <a:gd name="T9" fmla="*/ 3 h 40"/>
                <a:gd name="T10" fmla="*/ 3 w 41"/>
                <a:gd name="T11" fmla="*/ 16 h 40"/>
                <a:gd name="T12" fmla="*/ 24 w 41"/>
                <a:gd name="T13" fmla="*/ 37 h 40"/>
                <a:gd name="T14" fmla="*/ 31 w 41"/>
                <a:gd name="T15" fmla="*/ 4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1" h="40">
                  <a:moveTo>
                    <a:pt x="31" y="40"/>
                  </a:moveTo>
                  <a:cubicBezTo>
                    <a:pt x="33" y="40"/>
                    <a:pt x="35" y="39"/>
                    <a:pt x="37" y="37"/>
                  </a:cubicBezTo>
                  <a:cubicBezTo>
                    <a:pt x="41" y="33"/>
                    <a:pt x="41" y="27"/>
                    <a:pt x="37" y="24"/>
                  </a:cubicBezTo>
                  <a:cubicBezTo>
                    <a:pt x="17" y="3"/>
                    <a:pt x="17" y="3"/>
                    <a:pt x="17" y="3"/>
                  </a:cubicBezTo>
                  <a:cubicBezTo>
                    <a:pt x="13" y="0"/>
                    <a:pt x="7" y="0"/>
                    <a:pt x="3" y="3"/>
                  </a:cubicBezTo>
                  <a:cubicBezTo>
                    <a:pt x="0" y="7"/>
                    <a:pt x="0" y="13"/>
                    <a:pt x="3" y="16"/>
                  </a:cubicBezTo>
                  <a:cubicBezTo>
                    <a:pt x="24" y="37"/>
                    <a:pt x="24" y="37"/>
                    <a:pt x="24" y="37"/>
                  </a:cubicBezTo>
                  <a:cubicBezTo>
                    <a:pt x="26" y="39"/>
                    <a:pt x="28" y="40"/>
                    <a:pt x="31" y="4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8" name="Freeform 78"/>
            <p:cNvSpPr>
              <a:spLocks/>
            </p:cNvSpPr>
            <p:nvPr/>
          </p:nvSpPr>
          <p:spPr bwMode="auto">
            <a:xfrm>
              <a:off x="1708150" y="3348038"/>
              <a:ext cx="39688" cy="39688"/>
            </a:xfrm>
            <a:custGeom>
              <a:avLst/>
              <a:gdLst>
                <a:gd name="T0" fmla="*/ 17 w 40"/>
                <a:gd name="T1" fmla="*/ 4 h 40"/>
                <a:gd name="T2" fmla="*/ 3 w 40"/>
                <a:gd name="T3" fmla="*/ 4 h 40"/>
                <a:gd name="T4" fmla="*/ 3 w 40"/>
                <a:gd name="T5" fmla="*/ 17 h 40"/>
                <a:gd name="T6" fmla="*/ 23 w 40"/>
                <a:gd name="T7" fmla="*/ 37 h 40"/>
                <a:gd name="T8" fmla="*/ 30 w 40"/>
                <a:gd name="T9" fmla="*/ 40 h 40"/>
                <a:gd name="T10" fmla="*/ 36 w 40"/>
                <a:gd name="T11" fmla="*/ 37 h 40"/>
                <a:gd name="T12" fmla="*/ 36 w 40"/>
                <a:gd name="T13" fmla="*/ 24 h 40"/>
                <a:gd name="T14" fmla="*/ 17 w 40"/>
                <a:gd name="T15" fmla="*/ 4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0" h="40">
                  <a:moveTo>
                    <a:pt x="17" y="4"/>
                  </a:moveTo>
                  <a:cubicBezTo>
                    <a:pt x="13" y="0"/>
                    <a:pt x="7" y="0"/>
                    <a:pt x="3" y="4"/>
                  </a:cubicBezTo>
                  <a:cubicBezTo>
                    <a:pt x="0" y="8"/>
                    <a:pt x="0" y="14"/>
                    <a:pt x="3" y="17"/>
                  </a:cubicBezTo>
                  <a:cubicBezTo>
                    <a:pt x="23" y="37"/>
                    <a:pt x="23" y="37"/>
                    <a:pt x="23" y="37"/>
                  </a:cubicBezTo>
                  <a:cubicBezTo>
                    <a:pt x="25" y="39"/>
                    <a:pt x="27" y="40"/>
                    <a:pt x="30" y="40"/>
                  </a:cubicBezTo>
                  <a:cubicBezTo>
                    <a:pt x="32" y="40"/>
                    <a:pt x="35" y="39"/>
                    <a:pt x="36" y="37"/>
                  </a:cubicBezTo>
                  <a:cubicBezTo>
                    <a:pt x="40" y="33"/>
                    <a:pt x="40" y="27"/>
                    <a:pt x="36" y="24"/>
                  </a:cubicBezTo>
                  <a:lnTo>
                    <a:pt x="17" y="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9" name="Freeform 79"/>
            <p:cNvSpPr>
              <a:spLocks/>
            </p:cNvSpPr>
            <p:nvPr/>
          </p:nvSpPr>
          <p:spPr bwMode="auto">
            <a:xfrm>
              <a:off x="1700213" y="3163888"/>
              <a:ext cx="41275" cy="41275"/>
            </a:xfrm>
            <a:custGeom>
              <a:avLst/>
              <a:gdLst>
                <a:gd name="T0" fmla="*/ 17 w 41"/>
                <a:gd name="T1" fmla="*/ 38 h 40"/>
                <a:gd name="T2" fmla="*/ 38 w 41"/>
                <a:gd name="T3" fmla="*/ 17 h 40"/>
                <a:gd name="T4" fmla="*/ 38 w 41"/>
                <a:gd name="T5" fmla="*/ 4 h 40"/>
                <a:gd name="T6" fmla="*/ 25 w 41"/>
                <a:gd name="T7" fmla="*/ 4 h 40"/>
                <a:gd name="T8" fmla="*/ 4 w 41"/>
                <a:gd name="T9" fmla="*/ 24 h 40"/>
                <a:gd name="T10" fmla="*/ 4 w 41"/>
                <a:gd name="T11" fmla="*/ 38 h 40"/>
                <a:gd name="T12" fmla="*/ 11 w 41"/>
                <a:gd name="T13" fmla="*/ 40 h 40"/>
                <a:gd name="T14" fmla="*/ 17 w 41"/>
                <a:gd name="T15" fmla="*/ 38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1" h="40">
                  <a:moveTo>
                    <a:pt x="17" y="38"/>
                  </a:moveTo>
                  <a:cubicBezTo>
                    <a:pt x="38" y="17"/>
                    <a:pt x="38" y="17"/>
                    <a:pt x="38" y="17"/>
                  </a:cubicBezTo>
                  <a:cubicBezTo>
                    <a:pt x="41" y="13"/>
                    <a:pt x="41" y="7"/>
                    <a:pt x="38" y="4"/>
                  </a:cubicBezTo>
                  <a:cubicBezTo>
                    <a:pt x="34" y="0"/>
                    <a:pt x="28" y="0"/>
                    <a:pt x="25" y="4"/>
                  </a:cubicBezTo>
                  <a:cubicBezTo>
                    <a:pt x="4" y="24"/>
                    <a:pt x="4" y="24"/>
                    <a:pt x="4" y="24"/>
                  </a:cubicBezTo>
                  <a:cubicBezTo>
                    <a:pt x="0" y="28"/>
                    <a:pt x="0" y="34"/>
                    <a:pt x="4" y="38"/>
                  </a:cubicBezTo>
                  <a:cubicBezTo>
                    <a:pt x="6" y="39"/>
                    <a:pt x="8" y="40"/>
                    <a:pt x="11" y="40"/>
                  </a:cubicBezTo>
                  <a:cubicBezTo>
                    <a:pt x="13" y="40"/>
                    <a:pt x="15" y="39"/>
                    <a:pt x="17" y="3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0" name="Freeform 80"/>
            <p:cNvSpPr>
              <a:spLocks/>
            </p:cNvSpPr>
            <p:nvPr/>
          </p:nvSpPr>
          <p:spPr bwMode="auto">
            <a:xfrm>
              <a:off x="1498600" y="3354388"/>
              <a:ext cx="39688" cy="39688"/>
            </a:xfrm>
            <a:custGeom>
              <a:avLst/>
              <a:gdLst>
                <a:gd name="T0" fmla="*/ 23 w 40"/>
                <a:gd name="T1" fmla="*/ 4 h 39"/>
                <a:gd name="T2" fmla="*/ 4 w 40"/>
                <a:gd name="T3" fmla="*/ 23 h 39"/>
                <a:gd name="T4" fmla="*/ 4 w 40"/>
                <a:gd name="T5" fmla="*/ 37 h 39"/>
                <a:gd name="T6" fmla="*/ 10 w 40"/>
                <a:gd name="T7" fmla="*/ 39 h 39"/>
                <a:gd name="T8" fmla="*/ 17 w 40"/>
                <a:gd name="T9" fmla="*/ 37 h 39"/>
                <a:gd name="T10" fmla="*/ 37 w 40"/>
                <a:gd name="T11" fmla="*/ 17 h 39"/>
                <a:gd name="T12" fmla="*/ 37 w 40"/>
                <a:gd name="T13" fmla="*/ 4 h 39"/>
                <a:gd name="T14" fmla="*/ 23 w 40"/>
                <a:gd name="T15" fmla="*/ 4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0" h="39">
                  <a:moveTo>
                    <a:pt x="23" y="4"/>
                  </a:moveTo>
                  <a:cubicBezTo>
                    <a:pt x="4" y="23"/>
                    <a:pt x="4" y="23"/>
                    <a:pt x="4" y="23"/>
                  </a:cubicBezTo>
                  <a:cubicBezTo>
                    <a:pt x="0" y="27"/>
                    <a:pt x="0" y="33"/>
                    <a:pt x="4" y="37"/>
                  </a:cubicBezTo>
                  <a:cubicBezTo>
                    <a:pt x="6" y="38"/>
                    <a:pt x="8" y="39"/>
                    <a:pt x="10" y="39"/>
                  </a:cubicBezTo>
                  <a:cubicBezTo>
                    <a:pt x="13" y="39"/>
                    <a:pt x="15" y="38"/>
                    <a:pt x="17" y="37"/>
                  </a:cubicBezTo>
                  <a:cubicBezTo>
                    <a:pt x="37" y="17"/>
                    <a:pt x="37" y="17"/>
                    <a:pt x="37" y="17"/>
                  </a:cubicBezTo>
                  <a:cubicBezTo>
                    <a:pt x="40" y="13"/>
                    <a:pt x="40" y="7"/>
                    <a:pt x="37" y="4"/>
                  </a:cubicBezTo>
                  <a:cubicBezTo>
                    <a:pt x="33" y="0"/>
                    <a:pt x="27" y="0"/>
                    <a:pt x="23" y="4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1" name="Freeform 81"/>
            <p:cNvSpPr>
              <a:spLocks noEditPoints="1"/>
            </p:cNvSpPr>
            <p:nvPr/>
          </p:nvSpPr>
          <p:spPr bwMode="auto">
            <a:xfrm>
              <a:off x="1581150" y="3216275"/>
              <a:ext cx="107950" cy="104775"/>
            </a:xfrm>
            <a:custGeom>
              <a:avLst/>
              <a:gdLst>
                <a:gd name="T0" fmla="*/ 91 w 108"/>
                <a:gd name="T1" fmla="*/ 4 h 105"/>
                <a:gd name="T2" fmla="*/ 56 w 108"/>
                <a:gd name="T3" fmla="*/ 39 h 105"/>
                <a:gd name="T4" fmla="*/ 39 w 108"/>
                <a:gd name="T5" fmla="*/ 34 h 105"/>
                <a:gd name="T6" fmla="*/ 14 w 108"/>
                <a:gd name="T7" fmla="*/ 44 h 105"/>
                <a:gd name="T8" fmla="*/ 14 w 108"/>
                <a:gd name="T9" fmla="*/ 95 h 105"/>
                <a:gd name="T10" fmla="*/ 39 w 108"/>
                <a:gd name="T11" fmla="*/ 105 h 105"/>
                <a:gd name="T12" fmla="*/ 64 w 108"/>
                <a:gd name="T13" fmla="*/ 95 h 105"/>
                <a:gd name="T14" fmla="*/ 74 w 108"/>
                <a:gd name="T15" fmla="*/ 70 h 105"/>
                <a:gd name="T16" fmla="*/ 70 w 108"/>
                <a:gd name="T17" fmla="*/ 52 h 105"/>
                <a:gd name="T18" fmla="*/ 104 w 108"/>
                <a:gd name="T19" fmla="*/ 17 h 105"/>
                <a:gd name="T20" fmla="*/ 104 w 108"/>
                <a:gd name="T21" fmla="*/ 4 h 105"/>
                <a:gd name="T22" fmla="*/ 91 w 108"/>
                <a:gd name="T23" fmla="*/ 4 h 105"/>
                <a:gd name="T24" fmla="*/ 51 w 108"/>
                <a:gd name="T25" fmla="*/ 82 h 105"/>
                <a:gd name="T26" fmla="*/ 39 w 108"/>
                <a:gd name="T27" fmla="*/ 86 h 105"/>
                <a:gd name="T28" fmla="*/ 27 w 108"/>
                <a:gd name="T29" fmla="*/ 82 h 105"/>
                <a:gd name="T30" fmla="*/ 27 w 108"/>
                <a:gd name="T31" fmla="*/ 58 h 105"/>
                <a:gd name="T32" fmla="*/ 39 w 108"/>
                <a:gd name="T33" fmla="*/ 53 h 105"/>
                <a:gd name="T34" fmla="*/ 51 w 108"/>
                <a:gd name="T35" fmla="*/ 58 h 105"/>
                <a:gd name="T36" fmla="*/ 56 w 108"/>
                <a:gd name="T37" fmla="*/ 70 h 105"/>
                <a:gd name="T38" fmla="*/ 51 w 108"/>
                <a:gd name="T39" fmla="*/ 82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08" h="105">
                  <a:moveTo>
                    <a:pt x="91" y="4"/>
                  </a:moveTo>
                  <a:cubicBezTo>
                    <a:pt x="56" y="39"/>
                    <a:pt x="56" y="39"/>
                    <a:pt x="56" y="39"/>
                  </a:cubicBezTo>
                  <a:cubicBezTo>
                    <a:pt x="51" y="36"/>
                    <a:pt x="45" y="34"/>
                    <a:pt x="39" y="34"/>
                  </a:cubicBezTo>
                  <a:cubicBezTo>
                    <a:pt x="29" y="34"/>
                    <a:pt x="20" y="38"/>
                    <a:pt x="14" y="44"/>
                  </a:cubicBezTo>
                  <a:cubicBezTo>
                    <a:pt x="0" y="58"/>
                    <a:pt x="0" y="81"/>
                    <a:pt x="14" y="95"/>
                  </a:cubicBezTo>
                  <a:cubicBezTo>
                    <a:pt x="20" y="101"/>
                    <a:pt x="29" y="105"/>
                    <a:pt x="39" y="105"/>
                  </a:cubicBezTo>
                  <a:cubicBezTo>
                    <a:pt x="48" y="105"/>
                    <a:pt x="57" y="101"/>
                    <a:pt x="64" y="95"/>
                  </a:cubicBezTo>
                  <a:cubicBezTo>
                    <a:pt x="71" y="88"/>
                    <a:pt x="74" y="79"/>
                    <a:pt x="74" y="70"/>
                  </a:cubicBezTo>
                  <a:cubicBezTo>
                    <a:pt x="74" y="63"/>
                    <a:pt x="73" y="57"/>
                    <a:pt x="70" y="52"/>
                  </a:cubicBezTo>
                  <a:cubicBezTo>
                    <a:pt x="104" y="17"/>
                    <a:pt x="104" y="17"/>
                    <a:pt x="104" y="17"/>
                  </a:cubicBezTo>
                  <a:cubicBezTo>
                    <a:pt x="108" y="14"/>
                    <a:pt x="108" y="8"/>
                    <a:pt x="104" y="4"/>
                  </a:cubicBezTo>
                  <a:cubicBezTo>
                    <a:pt x="101" y="0"/>
                    <a:pt x="95" y="0"/>
                    <a:pt x="91" y="4"/>
                  </a:cubicBezTo>
                  <a:close/>
                  <a:moveTo>
                    <a:pt x="51" y="82"/>
                  </a:moveTo>
                  <a:cubicBezTo>
                    <a:pt x="48" y="85"/>
                    <a:pt x="43" y="86"/>
                    <a:pt x="39" y="86"/>
                  </a:cubicBezTo>
                  <a:cubicBezTo>
                    <a:pt x="34" y="86"/>
                    <a:pt x="30" y="85"/>
                    <a:pt x="27" y="82"/>
                  </a:cubicBezTo>
                  <a:cubicBezTo>
                    <a:pt x="20" y="75"/>
                    <a:pt x="20" y="64"/>
                    <a:pt x="27" y="58"/>
                  </a:cubicBezTo>
                  <a:cubicBezTo>
                    <a:pt x="30" y="55"/>
                    <a:pt x="34" y="53"/>
                    <a:pt x="39" y="53"/>
                  </a:cubicBezTo>
                  <a:cubicBezTo>
                    <a:pt x="43" y="53"/>
                    <a:pt x="48" y="55"/>
                    <a:pt x="51" y="58"/>
                  </a:cubicBezTo>
                  <a:cubicBezTo>
                    <a:pt x="54" y="61"/>
                    <a:pt x="56" y="65"/>
                    <a:pt x="56" y="70"/>
                  </a:cubicBezTo>
                  <a:cubicBezTo>
                    <a:pt x="56" y="74"/>
                    <a:pt x="54" y="78"/>
                    <a:pt x="51" y="82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2" name="Freeform 82"/>
            <p:cNvSpPr>
              <a:spLocks noEditPoints="1"/>
            </p:cNvSpPr>
            <p:nvPr/>
          </p:nvSpPr>
          <p:spPr bwMode="auto">
            <a:xfrm>
              <a:off x="1552575" y="3389313"/>
              <a:ext cx="134938" cy="57150"/>
            </a:xfrm>
            <a:custGeom>
              <a:avLst/>
              <a:gdLst>
                <a:gd name="T0" fmla="*/ 114 w 136"/>
                <a:gd name="T1" fmla="*/ 0 h 58"/>
                <a:gd name="T2" fmla="*/ 22 w 136"/>
                <a:gd name="T3" fmla="*/ 0 h 58"/>
                <a:gd name="T4" fmla="*/ 0 w 136"/>
                <a:gd name="T5" fmla="*/ 22 h 58"/>
                <a:gd name="T6" fmla="*/ 0 w 136"/>
                <a:gd name="T7" fmla="*/ 35 h 58"/>
                <a:gd name="T8" fmla="*/ 22 w 136"/>
                <a:gd name="T9" fmla="*/ 58 h 58"/>
                <a:gd name="T10" fmla="*/ 114 w 136"/>
                <a:gd name="T11" fmla="*/ 58 h 58"/>
                <a:gd name="T12" fmla="*/ 136 w 136"/>
                <a:gd name="T13" fmla="*/ 35 h 58"/>
                <a:gd name="T14" fmla="*/ 136 w 136"/>
                <a:gd name="T15" fmla="*/ 22 h 58"/>
                <a:gd name="T16" fmla="*/ 114 w 136"/>
                <a:gd name="T17" fmla="*/ 0 h 58"/>
                <a:gd name="T18" fmla="*/ 117 w 136"/>
                <a:gd name="T19" fmla="*/ 35 h 58"/>
                <a:gd name="T20" fmla="*/ 114 w 136"/>
                <a:gd name="T21" fmla="*/ 39 h 58"/>
                <a:gd name="T22" fmla="*/ 22 w 136"/>
                <a:gd name="T23" fmla="*/ 39 h 58"/>
                <a:gd name="T24" fmla="*/ 18 w 136"/>
                <a:gd name="T25" fmla="*/ 35 h 58"/>
                <a:gd name="T26" fmla="*/ 18 w 136"/>
                <a:gd name="T27" fmla="*/ 22 h 58"/>
                <a:gd name="T28" fmla="*/ 22 w 136"/>
                <a:gd name="T29" fmla="*/ 18 h 58"/>
                <a:gd name="T30" fmla="*/ 114 w 136"/>
                <a:gd name="T31" fmla="*/ 18 h 58"/>
                <a:gd name="T32" fmla="*/ 117 w 136"/>
                <a:gd name="T33" fmla="*/ 22 h 58"/>
                <a:gd name="T34" fmla="*/ 117 w 136"/>
                <a:gd name="T35" fmla="*/ 35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6" h="58">
                  <a:moveTo>
                    <a:pt x="114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9" y="0"/>
                    <a:pt x="0" y="9"/>
                    <a:pt x="0" y="22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48"/>
                    <a:pt x="9" y="58"/>
                    <a:pt x="22" y="58"/>
                  </a:cubicBezTo>
                  <a:cubicBezTo>
                    <a:pt x="114" y="58"/>
                    <a:pt x="114" y="58"/>
                    <a:pt x="114" y="58"/>
                  </a:cubicBezTo>
                  <a:cubicBezTo>
                    <a:pt x="126" y="58"/>
                    <a:pt x="136" y="48"/>
                    <a:pt x="136" y="35"/>
                  </a:cubicBezTo>
                  <a:cubicBezTo>
                    <a:pt x="136" y="22"/>
                    <a:pt x="136" y="22"/>
                    <a:pt x="136" y="22"/>
                  </a:cubicBezTo>
                  <a:cubicBezTo>
                    <a:pt x="136" y="9"/>
                    <a:pt x="126" y="0"/>
                    <a:pt x="114" y="0"/>
                  </a:cubicBezTo>
                  <a:close/>
                  <a:moveTo>
                    <a:pt x="117" y="35"/>
                  </a:moveTo>
                  <a:cubicBezTo>
                    <a:pt x="117" y="35"/>
                    <a:pt x="117" y="39"/>
                    <a:pt x="114" y="39"/>
                  </a:cubicBezTo>
                  <a:cubicBezTo>
                    <a:pt x="22" y="39"/>
                    <a:pt x="22" y="39"/>
                    <a:pt x="22" y="39"/>
                  </a:cubicBezTo>
                  <a:cubicBezTo>
                    <a:pt x="18" y="39"/>
                    <a:pt x="18" y="35"/>
                    <a:pt x="18" y="35"/>
                  </a:cubicBezTo>
                  <a:cubicBezTo>
                    <a:pt x="18" y="22"/>
                    <a:pt x="18" y="22"/>
                    <a:pt x="18" y="22"/>
                  </a:cubicBezTo>
                  <a:cubicBezTo>
                    <a:pt x="18" y="20"/>
                    <a:pt x="19" y="18"/>
                    <a:pt x="22" y="18"/>
                  </a:cubicBezTo>
                  <a:cubicBezTo>
                    <a:pt x="114" y="18"/>
                    <a:pt x="114" y="18"/>
                    <a:pt x="114" y="18"/>
                  </a:cubicBezTo>
                  <a:cubicBezTo>
                    <a:pt x="116" y="18"/>
                    <a:pt x="117" y="20"/>
                    <a:pt x="117" y="22"/>
                  </a:cubicBezTo>
                  <a:lnTo>
                    <a:pt x="117" y="35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64" name="Group 163"/>
          <p:cNvGrpSpPr/>
          <p:nvPr/>
        </p:nvGrpSpPr>
        <p:grpSpPr>
          <a:xfrm>
            <a:off x="793751" y="4097867"/>
            <a:ext cx="565151" cy="567268"/>
            <a:chOff x="595313" y="3073400"/>
            <a:chExt cx="423863" cy="425451"/>
          </a:xfrm>
          <a:solidFill>
            <a:schemeClr val="accent1"/>
          </a:solidFill>
        </p:grpSpPr>
        <p:sp>
          <p:nvSpPr>
            <p:cNvPr id="83" name="Freeform 83"/>
            <p:cNvSpPr>
              <a:spLocks noEditPoints="1"/>
            </p:cNvSpPr>
            <p:nvPr/>
          </p:nvSpPr>
          <p:spPr bwMode="auto">
            <a:xfrm>
              <a:off x="595313" y="3113088"/>
              <a:ext cx="385763" cy="385763"/>
            </a:xfrm>
            <a:custGeom>
              <a:avLst/>
              <a:gdLst>
                <a:gd name="T0" fmla="*/ 376 w 386"/>
                <a:gd name="T1" fmla="*/ 184 h 386"/>
                <a:gd name="T2" fmla="*/ 202 w 386"/>
                <a:gd name="T3" fmla="*/ 184 h 386"/>
                <a:gd name="T4" fmla="*/ 202 w 386"/>
                <a:gd name="T5" fmla="*/ 10 h 386"/>
                <a:gd name="T6" fmla="*/ 193 w 386"/>
                <a:gd name="T7" fmla="*/ 0 h 386"/>
                <a:gd name="T8" fmla="*/ 0 w 386"/>
                <a:gd name="T9" fmla="*/ 193 h 386"/>
                <a:gd name="T10" fmla="*/ 193 w 386"/>
                <a:gd name="T11" fmla="*/ 386 h 386"/>
                <a:gd name="T12" fmla="*/ 328 w 386"/>
                <a:gd name="T13" fmla="*/ 329 h 386"/>
                <a:gd name="T14" fmla="*/ 386 w 386"/>
                <a:gd name="T15" fmla="*/ 193 h 386"/>
                <a:gd name="T16" fmla="*/ 376 w 386"/>
                <a:gd name="T17" fmla="*/ 184 h 386"/>
                <a:gd name="T18" fmla="*/ 193 w 386"/>
                <a:gd name="T19" fmla="*/ 367 h 386"/>
                <a:gd name="T20" fmla="*/ 19 w 386"/>
                <a:gd name="T21" fmla="*/ 193 h 386"/>
                <a:gd name="T22" fmla="*/ 183 w 386"/>
                <a:gd name="T23" fmla="*/ 19 h 386"/>
                <a:gd name="T24" fmla="*/ 183 w 386"/>
                <a:gd name="T25" fmla="*/ 193 h 386"/>
                <a:gd name="T26" fmla="*/ 193 w 386"/>
                <a:gd name="T27" fmla="*/ 203 h 386"/>
                <a:gd name="T28" fmla="*/ 367 w 386"/>
                <a:gd name="T29" fmla="*/ 203 h 386"/>
                <a:gd name="T30" fmla="*/ 193 w 386"/>
                <a:gd name="T31" fmla="*/ 367 h 3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86" h="386">
                  <a:moveTo>
                    <a:pt x="376" y="184"/>
                  </a:moveTo>
                  <a:cubicBezTo>
                    <a:pt x="202" y="184"/>
                    <a:pt x="202" y="184"/>
                    <a:pt x="202" y="184"/>
                  </a:cubicBezTo>
                  <a:cubicBezTo>
                    <a:pt x="202" y="10"/>
                    <a:pt x="202" y="10"/>
                    <a:pt x="202" y="10"/>
                  </a:cubicBezTo>
                  <a:cubicBezTo>
                    <a:pt x="202" y="5"/>
                    <a:pt x="198" y="0"/>
                    <a:pt x="193" y="0"/>
                  </a:cubicBezTo>
                  <a:cubicBezTo>
                    <a:pt x="87" y="0"/>
                    <a:pt x="0" y="87"/>
                    <a:pt x="0" y="193"/>
                  </a:cubicBezTo>
                  <a:cubicBezTo>
                    <a:pt x="0" y="303"/>
                    <a:pt x="83" y="386"/>
                    <a:pt x="193" y="386"/>
                  </a:cubicBezTo>
                  <a:cubicBezTo>
                    <a:pt x="242" y="386"/>
                    <a:pt x="291" y="365"/>
                    <a:pt x="328" y="329"/>
                  </a:cubicBezTo>
                  <a:cubicBezTo>
                    <a:pt x="365" y="292"/>
                    <a:pt x="386" y="244"/>
                    <a:pt x="386" y="193"/>
                  </a:cubicBezTo>
                  <a:cubicBezTo>
                    <a:pt x="386" y="188"/>
                    <a:pt x="381" y="184"/>
                    <a:pt x="376" y="184"/>
                  </a:cubicBezTo>
                  <a:close/>
                  <a:moveTo>
                    <a:pt x="193" y="367"/>
                  </a:moveTo>
                  <a:cubicBezTo>
                    <a:pt x="94" y="367"/>
                    <a:pt x="19" y="292"/>
                    <a:pt x="19" y="193"/>
                  </a:cubicBezTo>
                  <a:cubicBezTo>
                    <a:pt x="19" y="100"/>
                    <a:pt x="92" y="24"/>
                    <a:pt x="183" y="19"/>
                  </a:cubicBezTo>
                  <a:cubicBezTo>
                    <a:pt x="183" y="193"/>
                    <a:pt x="183" y="193"/>
                    <a:pt x="183" y="193"/>
                  </a:cubicBezTo>
                  <a:cubicBezTo>
                    <a:pt x="183" y="199"/>
                    <a:pt x="188" y="203"/>
                    <a:pt x="193" y="203"/>
                  </a:cubicBezTo>
                  <a:cubicBezTo>
                    <a:pt x="367" y="203"/>
                    <a:pt x="367" y="203"/>
                    <a:pt x="367" y="203"/>
                  </a:cubicBezTo>
                  <a:cubicBezTo>
                    <a:pt x="361" y="292"/>
                    <a:pt x="283" y="367"/>
                    <a:pt x="193" y="367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4" name="Freeform 84"/>
            <p:cNvSpPr>
              <a:spLocks noEditPoints="1"/>
            </p:cNvSpPr>
            <p:nvPr/>
          </p:nvSpPr>
          <p:spPr bwMode="auto">
            <a:xfrm>
              <a:off x="817563" y="3073400"/>
              <a:ext cx="201613" cy="203200"/>
            </a:xfrm>
            <a:custGeom>
              <a:avLst/>
              <a:gdLst>
                <a:gd name="T0" fmla="*/ 9 w 202"/>
                <a:gd name="T1" fmla="*/ 0 h 203"/>
                <a:gd name="T2" fmla="*/ 0 w 202"/>
                <a:gd name="T3" fmla="*/ 10 h 203"/>
                <a:gd name="T4" fmla="*/ 0 w 202"/>
                <a:gd name="T5" fmla="*/ 193 h 203"/>
                <a:gd name="T6" fmla="*/ 9 w 202"/>
                <a:gd name="T7" fmla="*/ 203 h 203"/>
                <a:gd name="T8" fmla="*/ 193 w 202"/>
                <a:gd name="T9" fmla="*/ 203 h 203"/>
                <a:gd name="T10" fmla="*/ 202 w 202"/>
                <a:gd name="T11" fmla="*/ 194 h 203"/>
                <a:gd name="T12" fmla="*/ 202 w 202"/>
                <a:gd name="T13" fmla="*/ 193 h 203"/>
                <a:gd name="T14" fmla="*/ 9 w 202"/>
                <a:gd name="T15" fmla="*/ 0 h 203"/>
                <a:gd name="T16" fmla="*/ 19 w 202"/>
                <a:gd name="T17" fmla="*/ 184 h 203"/>
                <a:gd name="T18" fmla="*/ 19 w 202"/>
                <a:gd name="T19" fmla="*/ 19 h 203"/>
                <a:gd name="T20" fmla="*/ 183 w 202"/>
                <a:gd name="T21" fmla="*/ 184 h 203"/>
                <a:gd name="T22" fmla="*/ 19 w 202"/>
                <a:gd name="T23" fmla="*/ 184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02" h="203">
                  <a:moveTo>
                    <a:pt x="9" y="0"/>
                  </a:moveTo>
                  <a:cubicBezTo>
                    <a:pt x="4" y="0"/>
                    <a:pt x="0" y="4"/>
                    <a:pt x="0" y="10"/>
                  </a:cubicBezTo>
                  <a:cubicBezTo>
                    <a:pt x="0" y="193"/>
                    <a:pt x="0" y="193"/>
                    <a:pt x="0" y="193"/>
                  </a:cubicBezTo>
                  <a:cubicBezTo>
                    <a:pt x="0" y="198"/>
                    <a:pt x="4" y="203"/>
                    <a:pt x="9" y="203"/>
                  </a:cubicBezTo>
                  <a:cubicBezTo>
                    <a:pt x="193" y="203"/>
                    <a:pt x="193" y="203"/>
                    <a:pt x="193" y="203"/>
                  </a:cubicBezTo>
                  <a:cubicBezTo>
                    <a:pt x="198" y="203"/>
                    <a:pt x="202" y="199"/>
                    <a:pt x="202" y="194"/>
                  </a:cubicBezTo>
                  <a:cubicBezTo>
                    <a:pt x="202" y="193"/>
                    <a:pt x="202" y="193"/>
                    <a:pt x="202" y="193"/>
                  </a:cubicBezTo>
                  <a:cubicBezTo>
                    <a:pt x="202" y="87"/>
                    <a:pt x="115" y="0"/>
                    <a:pt x="9" y="0"/>
                  </a:cubicBezTo>
                  <a:close/>
                  <a:moveTo>
                    <a:pt x="19" y="184"/>
                  </a:moveTo>
                  <a:cubicBezTo>
                    <a:pt x="19" y="19"/>
                    <a:pt x="19" y="19"/>
                    <a:pt x="19" y="19"/>
                  </a:cubicBezTo>
                  <a:cubicBezTo>
                    <a:pt x="107" y="24"/>
                    <a:pt x="178" y="95"/>
                    <a:pt x="183" y="184"/>
                  </a:cubicBezTo>
                  <a:lnTo>
                    <a:pt x="19" y="18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70" name="Group 169"/>
          <p:cNvGrpSpPr/>
          <p:nvPr/>
        </p:nvGrpSpPr>
        <p:grpSpPr>
          <a:xfrm>
            <a:off x="10545233" y="3189817"/>
            <a:ext cx="567267" cy="567267"/>
            <a:chOff x="7908925" y="2392363"/>
            <a:chExt cx="425450" cy="425450"/>
          </a:xfrm>
          <a:solidFill>
            <a:schemeClr val="accent1"/>
          </a:solidFill>
        </p:grpSpPr>
        <p:sp>
          <p:nvSpPr>
            <p:cNvPr id="85" name="Freeform 85"/>
            <p:cNvSpPr>
              <a:spLocks noEditPoints="1"/>
            </p:cNvSpPr>
            <p:nvPr/>
          </p:nvSpPr>
          <p:spPr bwMode="auto">
            <a:xfrm>
              <a:off x="7908925" y="2392363"/>
              <a:ext cx="425450" cy="425450"/>
            </a:xfrm>
            <a:custGeom>
              <a:avLst/>
              <a:gdLst>
                <a:gd name="T0" fmla="*/ 213 w 425"/>
                <a:gd name="T1" fmla="*/ 0 h 425"/>
                <a:gd name="T2" fmla="*/ 0 w 425"/>
                <a:gd name="T3" fmla="*/ 212 h 425"/>
                <a:gd name="T4" fmla="*/ 213 w 425"/>
                <a:gd name="T5" fmla="*/ 425 h 425"/>
                <a:gd name="T6" fmla="*/ 425 w 425"/>
                <a:gd name="T7" fmla="*/ 212 h 425"/>
                <a:gd name="T8" fmla="*/ 213 w 425"/>
                <a:gd name="T9" fmla="*/ 0 h 425"/>
                <a:gd name="T10" fmla="*/ 213 w 425"/>
                <a:gd name="T11" fmla="*/ 406 h 425"/>
                <a:gd name="T12" fmla="*/ 19 w 425"/>
                <a:gd name="T13" fmla="*/ 212 h 425"/>
                <a:gd name="T14" fmla="*/ 213 w 425"/>
                <a:gd name="T15" fmla="*/ 19 h 425"/>
                <a:gd name="T16" fmla="*/ 406 w 425"/>
                <a:gd name="T17" fmla="*/ 212 h 425"/>
                <a:gd name="T18" fmla="*/ 213 w 425"/>
                <a:gd name="T19" fmla="*/ 406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25" h="425">
                  <a:moveTo>
                    <a:pt x="213" y="0"/>
                  </a:moveTo>
                  <a:cubicBezTo>
                    <a:pt x="95" y="0"/>
                    <a:pt x="0" y="95"/>
                    <a:pt x="0" y="212"/>
                  </a:cubicBezTo>
                  <a:cubicBezTo>
                    <a:pt x="0" y="329"/>
                    <a:pt x="95" y="425"/>
                    <a:pt x="213" y="425"/>
                  </a:cubicBezTo>
                  <a:cubicBezTo>
                    <a:pt x="330" y="425"/>
                    <a:pt x="425" y="329"/>
                    <a:pt x="425" y="212"/>
                  </a:cubicBezTo>
                  <a:cubicBezTo>
                    <a:pt x="425" y="95"/>
                    <a:pt x="330" y="0"/>
                    <a:pt x="213" y="0"/>
                  </a:cubicBezTo>
                  <a:close/>
                  <a:moveTo>
                    <a:pt x="213" y="406"/>
                  </a:moveTo>
                  <a:cubicBezTo>
                    <a:pt x="106" y="406"/>
                    <a:pt x="19" y="319"/>
                    <a:pt x="19" y="212"/>
                  </a:cubicBezTo>
                  <a:cubicBezTo>
                    <a:pt x="19" y="105"/>
                    <a:pt x="106" y="19"/>
                    <a:pt x="213" y="19"/>
                  </a:cubicBezTo>
                  <a:cubicBezTo>
                    <a:pt x="319" y="19"/>
                    <a:pt x="406" y="105"/>
                    <a:pt x="406" y="212"/>
                  </a:cubicBezTo>
                  <a:cubicBezTo>
                    <a:pt x="406" y="319"/>
                    <a:pt x="319" y="406"/>
                    <a:pt x="213" y="406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6" name="Freeform 86"/>
            <p:cNvSpPr>
              <a:spLocks noEditPoints="1"/>
            </p:cNvSpPr>
            <p:nvPr/>
          </p:nvSpPr>
          <p:spPr bwMode="auto">
            <a:xfrm>
              <a:off x="7961313" y="2444750"/>
              <a:ext cx="320675" cy="300038"/>
            </a:xfrm>
            <a:custGeom>
              <a:avLst/>
              <a:gdLst>
                <a:gd name="T0" fmla="*/ 310 w 320"/>
                <a:gd name="T1" fmla="*/ 157 h 300"/>
                <a:gd name="T2" fmla="*/ 175 w 320"/>
                <a:gd name="T3" fmla="*/ 157 h 300"/>
                <a:gd name="T4" fmla="*/ 243 w 320"/>
                <a:gd name="T5" fmla="*/ 34 h 300"/>
                <a:gd name="T6" fmla="*/ 240 w 320"/>
                <a:gd name="T7" fmla="*/ 22 h 300"/>
                <a:gd name="T8" fmla="*/ 160 w 320"/>
                <a:gd name="T9" fmla="*/ 0 h 300"/>
                <a:gd name="T10" fmla="*/ 80 w 320"/>
                <a:gd name="T11" fmla="*/ 22 h 300"/>
                <a:gd name="T12" fmla="*/ 76 w 320"/>
                <a:gd name="T13" fmla="*/ 34 h 300"/>
                <a:gd name="T14" fmla="*/ 144 w 320"/>
                <a:gd name="T15" fmla="*/ 157 h 300"/>
                <a:gd name="T16" fmla="*/ 9 w 320"/>
                <a:gd name="T17" fmla="*/ 157 h 300"/>
                <a:gd name="T18" fmla="*/ 0 w 320"/>
                <a:gd name="T19" fmla="*/ 167 h 300"/>
                <a:gd name="T20" fmla="*/ 80 w 320"/>
                <a:gd name="T21" fmla="*/ 299 h 300"/>
                <a:gd name="T22" fmla="*/ 84 w 320"/>
                <a:gd name="T23" fmla="*/ 300 h 300"/>
                <a:gd name="T24" fmla="*/ 92 w 320"/>
                <a:gd name="T25" fmla="*/ 296 h 300"/>
                <a:gd name="T26" fmla="*/ 160 w 320"/>
                <a:gd name="T27" fmla="*/ 185 h 300"/>
                <a:gd name="T28" fmla="*/ 227 w 320"/>
                <a:gd name="T29" fmla="*/ 296 h 300"/>
                <a:gd name="T30" fmla="*/ 235 w 320"/>
                <a:gd name="T31" fmla="*/ 300 h 300"/>
                <a:gd name="T32" fmla="*/ 240 w 320"/>
                <a:gd name="T33" fmla="*/ 299 h 300"/>
                <a:gd name="T34" fmla="*/ 320 w 320"/>
                <a:gd name="T35" fmla="*/ 167 h 300"/>
                <a:gd name="T36" fmla="*/ 310 w 320"/>
                <a:gd name="T37" fmla="*/ 157 h 300"/>
                <a:gd name="T38" fmla="*/ 160 w 320"/>
                <a:gd name="T39" fmla="*/ 19 h 300"/>
                <a:gd name="T40" fmla="*/ 222 w 320"/>
                <a:gd name="T41" fmla="*/ 34 h 300"/>
                <a:gd name="T42" fmla="*/ 160 w 320"/>
                <a:gd name="T43" fmla="*/ 147 h 300"/>
                <a:gd name="T44" fmla="*/ 97 w 320"/>
                <a:gd name="T45" fmla="*/ 34 h 300"/>
                <a:gd name="T46" fmla="*/ 160 w 320"/>
                <a:gd name="T47" fmla="*/ 19 h 300"/>
                <a:gd name="T48" fmla="*/ 81 w 320"/>
                <a:gd name="T49" fmla="*/ 278 h 300"/>
                <a:gd name="T50" fmla="*/ 19 w 320"/>
                <a:gd name="T51" fmla="*/ 176 h 300"/>
                <a:gd name="T52" fmla="*/ 143 w 320"/>
                <a:gd name="T53" fmla="*/ 176 h 300"/>
                <a:gd name="T54" fmla="*/ 81 w 320"/>
                <a:gd name="T55" fmla="*/ 278 h 300"/>
                <a:gd name="T56" fmla="*/ 238 w 320"/>
                <a:gd name="T57" fmla="*/ 278 h 300"/>
                <a:gd name="T58" fmla="*/ 176 w 320"/>
                <a:gd name="T59" fmla="*/ 176 h 300"/>
                <a:gd name="T60" fmla="*/ 301 w 320"/>
                <a:gd name="T61" fmla="*/ 176 h 300"/>
                <a:gd name="T62" fmla="*/ 238 w 320"/>
                <a:gd name="T63" fmla="*/ 278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20" h="300">
                  <a:moveTo>
                    <a:pt x="310" y="157"/>
                  </a:moveTo>
                  <a:cubicBezTo>
                    <a:pt x="175" y="157"/>
                    <a:pt x="175" y="157"/>
                    <a:pt x="175" y="157"/>
                  </a:cubicBezTo>
                  <a:cubicBezTo>
                    <a:pt x="243" y="34"/>
                    <a:pt x="243" y="34"/>
                    <a:pt x="243" y="34"/>
                  </a:cubicBezTo>
                  <a:cubicBezTo>
                    <a:pt x="245" y="30"/>
                    <a:pt x="244" y="24"/>
                    <a:pt x="240" y="22"/>
                  </a:cubicBezTo>
                  <a:cubicBezTo>
                    <a:pt x="215" y="8"/>
                    <a:pt x="188" y="0"/>
                    <a:pt x="160" y="0"/>
                  </a:cubicBezTo>
                  <a:cubicBezTo>
                    <a:pt x="132" y="0"/>
                    <a:pt x="104" y="8"/>
                    <a:pt x="80" y="22"/>
                  </a:cubicBezTo>
                  <a:cubicBezTo>
                    <a:pt x="75" y="24"/>
                    <a:pt x="74" y="30"/>
                    <a:pt x="76" y="34"/>
                  </a:cubicBezTo>
                  <a:cubicBezTo>
                    <a:pt x="144" y="157"/>
                    <a:pt x="144" y="157"/>
                    <a:pt x="144" y="157"/>
                  </a:cubicBezTo>
                  <a:cubicBezTo>
                    <a:pt x="9" y="157"/>
                    <a:pt x="9" y="157"/>
                    <a:pt x="9" y="157"/>
                  </a:cubicBezTo>
                  <a:cubicBezTo>
                    <a:pt x="4" y="157"/>
                    <a:pt x="0" y="162"/>
                    <a:pt x="0" y="167"/>
                  </a:cubicBezTo>
                  <a:cubicBezTo>
                    <a:pt x="0" y="222"/>
                    <a:pt x="28" y="269"/>
                    <a:pt x="80" y="299"/>
                  </a:cubicBezTo>
                  <a:cubicBezTo>
                    <a:pt x="81" y="300"/>
                    <a:pt x="83" y="300"/>
                    <a:pt x="84" y="300"/>
                  </a:cubicBezTo>
                  <a:cubicBezTo>
                    <a:pt x="87" y="300"/>
                    <a:pt x="90" y="298"/>
                    <a:pt x="92" y="296"/>
                  </a:cubicBezTo>
                  <a:cubicBezTo>
                    <a:pt x="160" y="185"/>
                    <a:pt x="160" y="185"/>
                    <a:pt x="160" y="185"/>
                  </a:cubicBezTo>
                  <a:cubicBezTo>
                    <a:pt x="227" y="296"/>
                    <a:pt x="227" y="296"/>
                    <a:pt x="227" y="296"/>
                  </a:cubicBezTo>
                  <a:cubicBezTo>
                    <a:pt x="229" y="298"/>
                    <a:pt x="232" y="300"/>
                    <a:pt x="235" y="300"/>
                  </a:cubicBezTo>
                  <a:cubicBezTo>
                    <a:pt x="236" y="300"/>
                    <a:pt x="238" y="300"/>
                    <a:pt x="240" y="299"/>
                  </a:cubicBezTo>
                  <a:cubicBezTo>
                    <a:pt x="291" y="269"/>
                    <a:pt x="320" y="222"/>
                    <a:pt x="320" y="167"/>
                  </a:cubicBezTo>
                  <a:cubicBezTo>
                    <a:pt x="320" y="162"/>
                    <a:pt x="315" y="157"/>
                    <a:pt x="310" y="157"/>
                  </a:cubicBezTo>
                  <a:close/>
                  <a:moveTo>
                    <a:pt x="160" y="19"/>
                  </a:moveTo>
                  <a:cubicBezTo>
                    <a:pt x="181" y="19"/>
                    <a:pt x="203" y="24"/>
                    <a:pt x="222" y="34"/>
                  </a:cubicBezTo>
                  <a:cubicBezTo>
                    <a:pt x="160" y="147"/>
                    <a:pt x="160" y="147"/>
                    <a:pt x="160" y="147"/>
                  </a:cubicBezTo>
                  <a:cubicBezTo>
                    <a:pt x="97" y="34"/>
                    <a:pt x="97" y="34"/>
                    <a:pt x="97" y="34"/>
                  </a:cubicBezTo>
                  <a:cubicBezTo>
                    <a:pt x="116" y="24"/>
                    <a:pt x="138" y="19"/>
                    <a:pt x="160" y="19"/>
                  </a:cubicBezTo>
                  <a:close/>
                  <a:moveTo>
                    <a:pt x="81" y="278"/>
                  </a:moveTo>
                  <a:cubicBezTo>
                    <a:pt x="43" y="253"/>
                    <a:pt x="21" y="218"/>
                    <a:pt x="19" y="176"/>
                  </a:cubicBezTo>
                  <a:cubicBezTo>
                    <a:pt x="143" y="176"/>
                    <a:pt x="143" y="176"/>
                    <a:pt x="143" y="176"/>
                  </a:cubicBezTo>
                  <a:lnTo>
                    <a:pt x="81" y="278"/>
                  </a:lnTo>
                  <a:close/>
                  <a:moveTo>
                    <a:pt x="238" y="278"/>
                  </a:moveTo>
                  <a:cubicBezTo>
                    <a:pt x="176" y="176"/>
                    <a:pt x="176" y="176"/>
                    <a:pt x="176" y="176"/>
                  </a:cubicBezTo>
                  <a:cubicBezTo>
                    <a:pt x="301" y="176"/>
                    <a:pt x="301" y="176"/>
                    <a:pt x="301" y="176"/>
                  </a:cubicBezTo>
                  <a:cubicBezTo>
                    <a:pt x="298" y="218"/>
                    <a:pt x="276" y="253"/>
                    <a:pt x="238" y="27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87" name="Freeform 87"/>
          <p:cNvSpPr>
            <a:spLocks noEditPoints="1"/>
          </p:cNvSpPr>
          <p:nvPr/>
        </p:nvSpPr>
        <p:spPr bwMode="auto">
          <a:xfrm>
            <a:off x="9461501" y="3189817"/>
            <a:ext cx="742951" cy="567267"/>
          </a:xfrm>
          <a:custGeom>
            <a:avLst/>
            <a:gdLst>
              <a:gd name="T0" fmla="*/ 553 w 556"/>
              <a:gd name="T1" fmla="*/ 186 h 425"/>
              <a:gd name="T2" fmla="*/ 538 w 556"/>
              <a:gd name="T3" fmla="*/ 174 h 425"/>
              <a:gd name="T4" fmla="*/ 507 w 556"/>
              <a:gd name="T5" fmla="*/ 209 h 425"/>
              <a:gd name="T6" fmla="*/ 514 w 556"/>
              <a:gd name="T7" fmla="*/ 186 h 425"/>
              <a:gd name="T8" fmla="*/ 499 w 556"/>
              <a:gd name="T9" fmla="*/ 174 h 425"/>
              <a:gd name="T10" fmla="*/ 455 w 556"/>
              <a:gd name="T11" fmla="*/ 209 h 425"/>
              <a:gd name="T12" fmla="*/ 474 w 556"/>
              <a:gd name="T13" fmla="*/ 172 h 425"/>
              <a:gd name="T14" fmla="*/ 431 w 556"/>
              <a:gd name="T15" fmla="*/ 209 h 425"/>
              <a:gd name="T16" fmla="*/ 212 w 556"/>
              <a:gd name="T17" fmla="*/ 0 h 425"/>
              <a:gd name="T18" fmla="*/ 212 w 556"/>
              <a:gd name="T19" fmla="*/ 425 h 425"/>
              <a:gd name="T20" fmla="*/ 431 w 556"/>
              <a:gd name="T21" fmla="*/ 228 h 425"/>
              <a:gd name="T22" fmla="*/ 468 w 556"/>
              <a:gd name="T23" fmla="*/ 268 h 425"/>
              <a:gd name="T24" fmla="*/ 475 w 556"/>
              <a:gd name="T25" fmla="*/ 252 h 425"/>
              <a:gd name="T26" fmla="*/ 469 w 556"/>
              <a:gd name="T27" fmla="*/ 228 h 425"/>
              <a:gd name="T28" fmla="*/ 507 w 556"/>
              <a:gd name="T29" fmla="*/ 268 h 425"/>
              <a:gd name="T30" fmla="*/ 514 w 556"/>
              <a:gd name="T31" fmla="*/ 252 h 425"/>
              <a:gd name="T32" fmla="*/ 507 w 556"/>
              <a:gd name="T33" fmla="*/ 228 h 425"/>
              <a:gd name="T34" fmla="*/ 538 w 556"/>
              <a:gd name="T35" fmla="*/ 264 h 425"/>
              <a:gd name="T36" fmla="*/ 551 w 556"/>
              <a:gd name="T37" fmla="*/ 265 h 425"/>
              <a:gd name="T38" fmla="*/ 525 w 556"/>
              <a:gd name="T39" fmla="*/ 219 h 425"/>
              <a:gd name="T40" fmla="*/ 18 w 556"/>
              <a:gd name="T41" fmla="*/ 212 h 425"/>
              <a:gd name="T42" fmla="*/ 406 w 556"/>
              <a:gd name="T43" fmla="*/ 209 h 425"/>
              <a:gd name="T44" fmla="*/ 212 w 556"/>
              <a:gd name="T45" fmla="*/ 52 h 425"/>
              <a:gd name="T46" fmla="*/ 212 w 556"/>
              <a:gd name="T47" fmla="*/ 372 h 425"/>
              <a:gd name="T48" fmla="*/ 405 w 556"/>
              <a:gd name="T49" fmla="*/ 228 h 425"/>
              <a:gd name="T50" fmla="*/ 320 w 556"/>
              <a:gd name="T51" fmla="*/ 209 h 425"/>
              <a:gd name="T52" fmla="*/ 105 w 556"/>
              <a:gd name="T53" fmla="*/ 212 h 425"/>
              <a:gd name="T54" fmla="*/ 319 w 556"/>
              <a:gd name="T55" fmla="*/ 228 h 425"/>
              <a:gd name="T56" fmla="*/ 212 w 556"/>
              <a:gd name="T57" fmla="*/ 354 h 425"/>
              <a:gd name="T58" fmla="*/ 212 w 556"/>
              <a:gd name="T59" fmla="*/ 71 h 425"/>
              <a:gd name="T60" fmla="*/ 320 w 556"/>
              <a:gd name="T61" fmla="*/ 209 h 425"/>
              <a:gd name="T62" fmla="*/ 212 w 556"/>
              <a:gd name="T63" fmla="*/ 157 h 425"/>
              <a:gd name="T64" fmla="*/ 212 w 556"/>
              <a:gd name="T65" fmla="*/ 268 h 425"/>
              <a:gd name="T66" fmla="*/ 300 w 556"/>
              <a:gd name="T67" fmla="*/ 228 h 425"/>
              <a:gd name="T68" fmla="*/ 123 w 556"/>
              <a:gd name="T69" fmla="*/ 212 h 425"/>
              <a:gd name="T70" fmla="*/ 301 w 556"/>
              <a:gd name="T71" fmla="*/ 209 h 425"/>
              <a:gd name="T72" fmla="*/ 219 w 556"/>
              <a:gd name="T73" fmla="*/ 228 h 425"/>
              <a:gd name="T74" fmla="*/ 212 w 556"/>
              <a:gd name="T75" fmla="*/ 249 h 425"/>
              <a:gd name="T76" fmla="*/ 212 w 556"/>
              <a:gd name="T77" fmla="*/ 176 h 425"/>
              <a:gd name="T78" fmla="*/ 219 w 556"/>
              <a:gd name="T79" fmla="*/ 209 h 425"/>
              <a:gd name="T80" fmla="*/ 219 w 556"/>
              <a:gd name="T81" fmla="*/ 228 h 4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556" h="425">
                <a:moveTo>
                  <a:pt x="525" y="219"/>
                </a:moveTo>
                <a:cubicBezTo>
                  <a:pt x="553" y="186"/>
                  <a:pt x="553" y="186"/>
                  <a:pt x="553" y="186"/>
                </a:cubicBezTo>
                <a:cubicBezTo>
                  <a:pt x="556" y="182"/>
                  <a:pt x="555" y="176"/>
                  <a:pt x="551" y="172"/>
                </a:cubicBezTo>
                <a:cubicBezTo>
                  <a:pt x="548" y="169"/>
                  <a:pt x="542" y="170"/>
                  <a:pt x="538" y="174"/>
                </a:cubicBezTo>
                <a:cubicBezTo>
                  <a:pt x="508" y="210"/>
                  <a:pt x="508" y="210"/>
                  <a:pt x="508" y="210"/>
                </a:cubicBezTo>
                <a:cubicBezTo>
                  <a:pt x="508" y="210"/>
                  <a:pt x="507" y="209"/>
                  <a:pt x="507" y="209"/>
                </a:cubicBezTo>
                <a:cubicBezTo>
                  <a:pt x="494" y="209"/>
                  <a:pt x="494" y="209"/>
                  <a:pt x="494" y="209"/>
                </a:cubicBezTo>
                <a:cubicBezTo>
                  <a:pt x="514" y="186"/>
                  <a:pt x="514" y="186"/>
                  <a:pt x="514" y="186"/>
                </a:cubicBezTo>
                <a:cubicBezTo>
                  <a:pt x="517" y="182"/>
                  <a:pt x="517" y="176"/>
                  <a:pt x="513" y="172"/>
                </a:cubicBezTo>
                <a:cubicBezTo>
                  <a:pt x="509" y="169"/>
                  <a:pt x="503" y="170"/>
                  <a:pt x="499" y="174"/>
                </a:cubicBezTo>
                <a:cubicBezTo>
                  <a:pt x="469" y="209"/>
                  <a:pt x="469" y="209"/>
                  <a:pt x="469" y="209"/>
                </a:cubicBezTo>
                <a:cubicBezTo>
                  <a:pt x="455" y="209"/>
                  <a:pt x="455" y="209"/>
                  <a:pt x="455" y="209"/>
                </a:cubicBezTo>
                <a:cubicBezTo>
                  <a:pt x="475" y="186"/>
                  <a:pt x="475" y="186"/>
                  <a:pt x="475" y="186"/>
                </a:cubicBezTo>
                <a:cubicBezTo>
                  <a:pt x="478" y="182"/>
                  <a:pt x="478" y="176"/>
                  <a:pt x="474" y="172"/>
                </a:cubicBezTo>
                <a:cubicBezTo>
                  <a:pt x="470" y="169"/>
                  <a:pt x="464" y="170"/>
                  <a:pt x="461" y="174"/>
                </a:cubicBezTo>
                <a:cubicBezTo>
                  <a:pt x="431" y="209"/>
                  <a:pt x="431" y="209"/>
                  <a:pt x="431" y="209"/>
                </a:cubicBezTo>
                <a:cubicBezTo>
                  <a:pt x="425" y="209"/>
                  <a:pt x="425" y="209"/>
                  <a:pt x="425" y="209"/>
                </a:cubicBezTo>
                <a:cubicBezTo>
                  <a:pt x="423" y="94"/>
                  <a:pt x="328" y="0"/>
                  <a:pt x="212" y="0"/>
                </a:cubicBezTo>
                <a:cubicBezTo>
                  <a:pt x="95" y="0"/>
                  <a:pt x="0" y="95"/>
                  <a:pt x="0" y="212"/>
                </a:cubicBezTo>
                <a:cubicBezTo>
                  <a:pt x="0" y="329"/>
                  <a:pt x="95" y="425"/>
                  <a:pt x="212" y="425"/>
                </a:cubicBezTo>
                <a:cubicBezTo>
                  <a:pt x="324" y="425"/>
                  <a:pt x="416" y="338"/>
                  <a:pt x="424" y="228"/>
                </a:cubicBezTo>
                <a:cubicBezTo>
                  <a:pt x="431" y="228"/>
                  <a:pt x="431" y="228"/>
                  <a:pt x="431" y="228"/>
                </a:cubicBezTo>
                <a:cubicBezTo>
                  <a:pt x="461" y="264"/>
                  <a:pt x="461" y="264"/>
                  <a:pt x="461" y="264"/>
                </a:cubicBezTo>
                <a:cubicBezTo>
                  <a:pt x="462" y="266"/>
                  <a:pt x="465" y="268"/>
                  <a:pt x="468" y="268"/>
                </a:cubicBezTo>
                <a:cubicBezTo>
                  <a:pt x="470" y="268"/>
                  <a:pt x="472" y="267"/>
                  <a:pt x="474" y="265"/>
                </a:cubicBezTo>
                <a:cubicBezTo>
                  <a:pt x="478" y="262"/>
                  <a:pt x="478" y="256"/>
                  <a:pt x="475" y="252"/>
                </a:cubicBezTo>
                <a:cubicBezTo>
                  <a:pt x="455" y="228"/>
                  <a:pt x="455" y="228"/>
                  <a:pt x="455" y="228"/>
                </a:cubicBezTo>
                <a:cubicBezTo>
                  <a:pt x="469" y="228"/>
                  <a:pt x="469" y="228"/>
                  <a:pt x="469" y="228"/>
                </a:cubicBezTo>
                <a:cubicBezTo>
                  <a:pt x="499" y="264"/>
                  <a:pt x="499" y="264"/>
                  <a:pt x="499" y="264"/>
                </a:cubicBezTo>
                <a:cubicBezTo>
                  <a:pt x="501" y="266"/>
                  <a:pt x="504" y="268"/>
                  <a:pt x="507" y="268"/>
                </a:cubicBezTo>
                <a:cubicBezTo>
                  <a:pt x="509" y="268"/>
                  <a:pt x="511" y="267"/>
                  <a:pt x="513" y="265"/>
                </a:cubicBezTo>
                <a:cubicBezTo>
                  <a:pt x="517" y="262"/>
                  <a:pt x="517" y="256"/>
                  <a:pt x="514" y="252"/>
                </a:cubicBezTo>
                <a:cubicBezTo>
                  <a:pt x="494" y="228"/>
                  <a:pt x="494" y="228"/>
                  <a:pt x="494" y="228"/>
                </a:cubicBezTo>
                <a:cubicBezTo>
                  <a:pt x="507" y="228"/>
                  <a:pt x="507" y="228"/>
                  <a:pt x="507" y="228"/>
                </a:cubicBezTo>
                <a:cubicBezTo>
                  <a:pt x="507" y="228"/>
                  <a:pt x="508" y="228"/>
                  <a:pt x="508" y="228"/>
                </a:cubicBezTo>
                <a:cubicBezTo>
                  <a:pt x="538" y="264"/>
                  <a:pt x="538" y="264"/>
                  <a:pt x="538" y="264"/>
                </a:cubicBezTo>
                <a:cubicBezTo>
                  <a:pt x="540" y="266"/>
                  <a:pt x="543" y="268"/>
                  <a:pt x="545" y="268"/>
                </a:cubicBezTo>
                <a:cubicBezTo>
                  <a:pt x="548" y="268"/>
                  <a:pt x="550" y="267"/>
                  <a:pt x="551" y="265"/>
                </a:cubicBezTo>
                <a:cubicBezTo>
                  <a:pt x="555" y="262"/>
                  <a:pt x="556" y="256"/>
                  <a:pt x="553" y="252"/>
                </a:cubicBezTo>
                <a:lnTo>
                  <a:pt x="525" y="219"/>
                </a:lnTo>
                <a:close/>
                <a:moveTo>
                  <a:pt x="212" y="406"/>
                </a:moveTo>
                <a:cubicBezTo>
                  <a:pt x="105" y="406"/>
                  <a:pt x="18" y="319"/>
                  <a:pt x="18" y="212"/>
                </a:cubicBezTo>
                <a:cubicBezTo>
                  <a:pt x="18" y="105"/>
                  <a:pt x="105" y="19"/>
                  <a:pt x="212" y="19"/>
                </a:cubicBezTo>
                <a:cubicBezTo>
                  <a:pt x="318" y="19"/>
                  <a:pt x="404" y="104"/>
                  <a:pt x="406" y="209"/>
                </a:cubicBezTo>
                <a:cubicBezTo>
                  <a:pt x="372" y="209"/>
                  <a:pt x="372" y="209"/>
                  <a:pt x="372" y="209"/>
                </a:cubicBezTo>
                <a:cubicBezTo>
                  <a:pt x="371" y="123"/>
                  <a:pt x="299" y="52"/>
                  <a:pt x="212" y="52"/>
                </a:cubicBezTo>
                <a:cubicBezTo>
                  <a:pt x="124" y="52"/>
                  <a:pt x="52" y="124"/>
                  <a:pt x="52" y="212"/>
                </a:cubicBezTo>
                <a:cubicBezTo>
                  <a:pt x="52" y="301"/>
                  <a:pt x="124" y="372"/>
                  <a:pt x="212" y="372"/>
                </a:cubicBezTo>
                <a:cubicBezTo>
                  <a:pt x="295" y="372"/>
                  <a:pt x="363" y="309"/>
                  <a:pt x="371" y="228"/>
                </a:cubicBezTo>
                <a:cubicBezTo>
                  <a:pt x="405" y="228"/>
                  <a:pt x="405" y="228"/>
                  <a:pt x="405" y="228"/>
                </a:cubicBezTo>
                <a:cubicBezTo>
                  <a:pt x="397" y="328"/>
                  <a:pt x="314" y="406"/>
                  <a:pt x="212" y="406"/>
                </a:cubicBezTo>
                <a:close/>
                <a:moveTo>
                  <a:pt x="320" y="209"/>
                </a:moveTo>
                <a:cubicBezTo>
                  <a:pt x="318" y="151"/>
                  <a:pt x="271" y="105"/>
                  <a:pt x="212" y="105"/>
                </a:cubicBezTo>
                <a:cubicBezTo>
                  <a:pt x="153" y="105"/>
                  <a:pt x="105" y="153"/>
                  <a:pt x="105" y="212"/>
                </a:cubicBezTo>
                <a:cubicBezTo>
                  <a:pt x="105" y="272"/>
                  <a:pt x="153" y="320"/>
                  <a:pt x="212" y="320"/>
                </a:cubicBezTo>
                <a:cubicBezTo>
                  <a:pt x="266" y="320"/>
                  <a:pt x="311" y="280"/>
                  <a:pt x="319" y="228"/>
                </a:cubicBezTo>
                <a:cubicBezTo>
                  <a:pt x="353" y="228"/>
                  <a:pt x="353" y="228"/>
                  <a:pt x="353" y="228"/>
                </a:cubicBezTo>
                <a:cubicBezTo>
                  <a:pt x="345" y="299"/>
                  <a:pt x="285" y="354"/>
                  <a:pt x="212" y="354"/>
                </a:cubicBezTo>
                <a:cubicBezTo>
                  <a:pt x="134" y="354"/>
                  <a:pt x="71" y="290"/>
                  <a:pt x="71" y="212"/>
                </a:cubicBezTo>
                <a:cubicBezTo>
                  <a:pt x="71" y="134"/>
                  <a:pt x="134" y="71"/>
                  <a:pt x="212" y="71"/>
                </a:cubicBezTo>
                <a:cubicBezTo>
                  <a:pt x="289" y="71"/>
                  <a:pt x="352" y="133"/>
                  <a:pt x="353" y="209"/>
                </a:cubicBezTo>
                <a:lnTo>
                  <a:pt x="320" y="209"/>
                </a:lnTo>
                <a:close/>
                <a:moveTo>
                  <a:pt x="267" y="209"/>
                </a:moveTo>
                <a:cubicBezTo>
                  <a:pt x="266" y="180"/>
                  <a:pt x="242" y="157"/>
                  <a:pt x="212" y="157"/>
                </a:cubicBezTo>
                <a:cubicBezTo>
                  <a:pt x="182" y="157"/>
                  <a:pt x="157" y="182"/>
                  <a:pt x="157" y="212"/>
                </a:cubicBezTo>
                <a:cubicBezTo>
                  <a:pt x="157" y="243"/>
                  <a:pt x="182" y="268"/>
                  <a:pt x="212" y="268"/>
                </a:cubicBezTo>
                <a:cubicBezTo>
                  <a:pt x="237" y="268"/>
                  <a:pt x="258" y="251"/>
                  <a:pt x="265" y="228"/>
                </a:cubicBezTo>
                <a:cubicBezTo>
                  <a:pt x="300" y="228"/>
                  <a:pt x="300" y="228"/>
                  <a:pt x="300" y="228"/>
                </a:cubicBezTo>
                <a:cubicBezTo>
                  <a:pt x="292" y="270"/>
                  <a:pt x="256" y="301"/>
                  <a:pt x="212" y="301"/>
                </a:cubicBezTo>
                <a:cubicBezTo>
                  <a:pt x="163" y="301"/>
                  <a:pt x="123" y="261"/>
                  <a:pt x="123" y="212"/>
                </a:cubicBezTo>
                <a:cubicBezTo>
                  <a:pt x="123" y="163"/>
                  <a:pt x="163" y="123"/>
                  <a:pt x="212" y="123"/>
                </a:cubicBezTo>
                <a:cubicBezTo>
                  <a:pt x="260" y="123"/>
                  <a:pt x="300" y="162"/>
                  <a:pt x="301" y="209"/>
                </a:cubicBezTo>
                <a:lnTo>
                  <a:pt x="267" y="209"/>
                </a:lnTo>
                <a:close/>
                <a:moveTo>
                  <a:pt x="219" y="228"/>
                </a:moveTo>
                <a:cubicBezTo>
                  <a:pt x="245" y="228"/>
                  <a:pt x="245" y="228"/>
                  <a:pt x="245" y="228"/>
                </a:cubicBezTo>
                <a:cubicBezTo>
                  <a:pt x="239" y="240"/>
                  <a:pt x="227" y="249"/>
                  <a:pt x="212" y="249"/>
                </a:cubicBezTo>
                <a:cubicBezTo>
                  <a:pt x="192" y="249"/>
                  <a:pt x="176" y="232"/>
                  <a:pt x="176" y="212"/>
                </a:cubicBezTo>
                <a:cubicBezTo>
                  <a:pt x="176" y="192"/>
                  <a:pt x="192" y="176"/>
                  <a:pt x="212" y="176"/>
                </a:cubicBezTo>
                <a:cubicBezTo>
                  <a:pt x="231" y="176"/>
                  <a:pt x="247" y="191"/>
                  <a:pt x="249" y="209"/>
                </a:cubicBezTo>
                <a:cubicBezTo>
                  <a:pt x="219" y="209"/>
                  <a:pt x="219" y="209"/>
                  <a:pt x="219" y="209"/>
                </a:cubicBezTo>
                <a:cubicBezTo>
                  <a:pt x="214" y="209"/>
                  <a:pt x="209" y="214"/>
                  <a:pt x="209" y="219"/>
                </a:cubicBezTo>
                <a:cubicBezTo>
                  <a:pt x="209" y="224"/>
                  <a:pt x="214" y="228"/>
                  <a:pt x="219" y="228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8" name="Freeform 88"/>
          <p:cNvSpPr>
            <a:spLocks/>
          </p:cNvSpPr>
          <p:nvPr/>
        </p:nvSpPr>
        <p:spPr bwMode="auto">
          <a:xfrm>
            <a:off x="7294034" y="3189817"/>
            <a:ext cx="742951" cy="567267"/>
          </a:xfrm>
          <a:custGeom>
            <a:avLst/>
            <a:gdLst>
              <a:gd name="T0" fmla="*/ 451 w 556"/>
              <a:gd name="T1" fmla="*/ 170 h 425"/>
              <a:gd name="T2" fmla="*/ 405 w 556"/>
              <a:gd name="T3" fmla="*/ 57 h 425"/>
              <a:gd name="T4" fmla="*/ 271 w 556"/>
              <a:gd name="T5" fmla="*/ 0 h 425"/>
              <a:gd name="T6" fmla="*/ 86 w 556"/>
              <a:gd name="T7" fmla="*/ 176 h 425"/>
              <a:gd name="T8" fmla="*/ 0 w 556"/>
              <a:gd name="T9" fmla="*/ 297 h 425"/>
              <a:gd name="T10" fmla="*/ 121 w 556"/>
              <a:gd name="T11" fmla="*/ 425 h 425"/>
              <a:gd name="T12" fmla="*/ 206 w 556"/>
              <a:gd name="T13" fmla="*/ 425 h 425"/>
              <a:gd name="T14" fmla="*/ 215 w 556"/>
              <a:gd name="T15" fmla="*/ 415 h 425"/>
              <a:gd name="T16" fmla="*/ 206 w 556"/>
              <a:gd name="T17" fmla="*/ 406 h 425"/>
              <a:gd name="T18" fmla="*/ 121 w 556"/>
              <a:gd name="T19" fmla="*/ 406 h 425"/>
              <a:gd name="T20" fmla="*/ 19 w 556"/>
              <a:gd name="T21" fmla="*/ 297 h 425"/>
              <a:gd name="T22" fmla="*/ 121 w 556"/>
              <a:gd name="T23" fmla="*/ 189 h 425"/>
              <a:gd name="T24" fmla="*/ 140 w 556"/>
              <a:gd name="T25" fmla="*/ 189 h 425"/>
              <a:gd name="T26" fmla="*/ 150 w 556"/>
              <a:gd name="T27" fmla="*/ 180 h 425"/>
              <a:gd name="T28" fmla="*/ 140 w 556"/>
              <a:gd name="T29" fmla="*/ 170 h 425"/>
              <a:gd name="T30" fmla="*/ 121 w 556"/>
              <a:gd name="T31" fmla="*/ 170 h 425"/>
              <a:gd name="T32" fmla="*/ 105 w 556"/>
              <a:gd name="T33" fmla="*/ 171 h 425"/>
              <a:gd name="T34" fmla="*/ 271 w 556"/>
              <a:gd name="T35" fmla="*/ 19 h 425"/>
              <a:gd name="T36" fmla="*/ 432 w 556"/>
              <a:gd name="T37" fmla="*/ 186 h 425"/>
              <a:gd name="T38" fmla="*/ 432 w 556"/>
              <a:gd name="T39" fmla="*/ 206 h 425"/>
              <a:gd name="T40" fmla="*/ 442 w 556"/>
              <a:gd name="T41" fmla="*/ 215 h 425"/>
              <a:gd name="T42" fmla="*/ 451 w 556"/>
              <a:gd name="T43" fmla="*/ 206 h 425"/>
              <a:gd name="T44" fmla="*/ 451 w 556"/>
              <a:gd name="T45" fmla="*/ 189 h 425"/>
              <a:gd name="T46" fmla="*/ 537 w 556"/>
              <a:gd name="T47" fmla="*/ 297 h 425"/>
              <a:gd name="T48" fmla="*/ 435 w 556"/>
              <a:gd name="T49" fmla="*/ 406 h 425"/>
              <a:gd name="T50" fmla="*/ 337 w 556"/>
              <a:gd name="T51" fmla="*/ 406 h 425"/>
              <a:gd name="T52" fmla="*/ 281 w 556"/>
              <a:gd name="T53" fmla="*/ 350 h 425"/>
              <a:gd name="T54" fmla="*/ 281 w 556"/>
              <a:gd name="T55" fmla="*/ 177 h 425"/>
              <a:gd name="T56" fmla="*/ 329 w 556"/>
              <a:gd name="T57" fmla="*/ 225 h 425"/>
              <a:gd name="T58" fmla="*/ 336 w 556"/>
              <a:gd name="T59" fmla="*/ 228 h 425"/>
              <a:gd name="T60" fmla="*/ 343 w 556"/>
              <a:gd name="T61" fmla="*/ 225 h 425"/>
              <a:gd name="T62" fmla="*/ 343 w 556"/>
              <a:gd name="T63" fmla="*/ 212 h 425"/>
              <a:gd name="T64" fmla="*/ 284 w 556"/>
              <a:gd name="T65" fmla="*/ 154 h 425"/>
              <a:gd name="T66" fmla="*/ 259 w 556"/>
              <a:gd name="T67" fmla="*/ 154 h 425"/>
              <a:gd name="T68" fmla="*/ 200 w 556"/>
              <a:gd name="T69" fmla="*/ 212 h 425"/>
              <a:gd name="T70" fmla="*/ 200 w 556"/>
              <a:gd name="T71" fmla="*/ 225 h 425"/>
              <a:gd name="T72" fmla="*/ 213 w 556"/>
              <a:gd name="T73" fmla="*/ 225 h 425"/>
              <a:gd name="T74" fmla="*/ 262 w 556"/>
              <a:gd name="T75" fmla="*/ 177 h 425"/>
              <a:gd name="T76" fmla="*/ 262 w 556"/>
              <a:gd name="T77" fmla="*/ 350 h 425"/>
              <a:gd name="T78" fmla="*/ 337 w 556"/>
              <a:gd name="T79" fmla="*/ 425 h 425"/>
              <a:gd name="T80" fmla="*/ 435 w 556"/>
              <a:gd name="T81" fmla="*/ 425 h 425"/>
              <a:gd name="T82" fmla="*/ 556 w 556"/>
              <a:gd name="T83" fmla="*/ 297 h 425"/>
              <a:gd name="T84" fmla="*/ 451 w 556"/>
              <a:gd name="T85" fmla="*/ 170 h 4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556" h="425">
                <a:moveTo>
                  <a:pt x="451" y="170"/>
                </a:moveTo>
                <a:cubicBezTo>
                  <a:pt x="447" y="127"/>
                  <a:pt x="432" y="87"/>
                  <a:pt x="405" y="57"/>
                </a:cubicBezTo>
                <a:cubicBezTo>
                  <a:pt x="372" y="20"/>
                  <a:pt x="326" y="0"/>
                  <a:pt x="271" y="0"/>
                </a:cubicBezTo>
                <a:cubicBezTo>
                  <a:pt x="170" y="0"/>
                  <a:pt x="91" y="75"/>
                  <a:pt x="86" y="176"/>
                </a:cubicBezTo>
                <a:cubicBezTo>
                  <a:pt x="30" y="194"/>
                  <a:pt x="0" y="254"/>
                  <a:pt x="0" y="297"/>
                </a:cubicBezTo>
                <a:cubicBezTo>
                  <a:pt x="0" y="365"/>
                  <a:pt x="56" y="425"/>
                  <a:pt x="121" y="425"/>
                </a:cubicBezTo>
                <a:cubicBezTo>
                  <a:pt x="206" y="425"/>
                  <a:pt x="206" y="425"/>
                  <a:pt x="206" y="425"/>
                </a:cubicBezTo>
                <a:cubicBezTo>
                  <a:pt x="211" y="425"/>
                  <a:pt x="215" y="421"/>
                  <a:pt x="215" y="415"/>
                </a:cubicBezTo>
                <a:cubicBezTo>
                  <a:pt x="215" y="410"/>
                  <a:pt x="211" y="406"/>
                  <a:pt x="206" y="406"/>
                </a:cubicBezTo>
                <a:cubicBezTo>
                  <a:pt x="121" y="406"/>
                  <a:pt x="121" y="406"/>
                  <a:pt x="121" y="406"/>
                </a:cubicBezTo>
                <a:cubicBezTo>
                  <a:pt x="66" y="406"/>
                  <a:pt x="19" y="355"/>
                  <a:pt x="19" y="297"/>
                </a:cubicBezTo>
                <a:cubicBezTo>
                  <a:pt x="19" y="259"/>
                  <a:pt x="53" y="189"/>
                  <a:pt x="121" y="189"/>
                </a:cubicBezTo>
                <a:cubicBezTo>
                  <a:pt x="140" y="189"/>
                  <a:pt x="140" y="189"/>
                  <a:pt x="140" y="189"/>
                </a:cubicBezTo>
                <a:cubicBezTo>
                  <a:pt x="146" y="189"/>
                  <a:pt x="150" y="185"/>
                  <a:pt x="150" y="180"/>
                </a:cubicBezTo>
                <a:cubicBezTo>
                  <a:pt x="150" y="174"/>
                  <a:pt x="146" y="170"/>
                  <a:pt x="140" y="170"/>
                </a:cubicBezTo>
                <a:cubicBezTo>
                  <a:pt x="121" y="170"/>
                  <a:pt x="121" y="170"/>
                  <a:pt x="121" y="170"/>
                </a:cubicBezTo>
                <a:cubicBezTo>
                  <a:pt x="115" y="170"/>
                  <a:pt x="110" y="171"/>
                  <a:pt x="105" y="171"/>
                </a:cubicBezTo>
                <a:cubicBezTo>
                  <a:pt x="111" y="95"/>
                  <a:pt x="170" y="19"/>
                  <a:pt x="271" y="19"/>
                </a:cubicBezTo>
                <a:cubicBezTo>
                  <a:pt x="382" y="19"/>
                  <a:pt x="432" y="105"/>
                  <a:pt x="432" y="186"/>
                </a:cubicBezTo>
                <a:cubicBezTo>
                  <a:pt x="432" y="206"/>
                  <a:pt x="432" y="206"/>
                  <a:pt x="432" y="206"/>
                </a:cubicBezTo>
                <a:cubicBezTo>
                  <a:pt x="432" y="211"/>
                  <a:pt x="437" y="215"/>
                  <a:pt x="442" y="215"/>
                </a:cubicBezTo>
                <a:cubicBezTo>
                  <a:pt x="447" y="215"/>
                  <a:pt x="451" y="211"/>
                  <a:pt x="451" y="206"/>
                </a:cubicBezTo>
                <a:cubicBezTo>
                  <a:pt x="451" y="189"/>
                  <a:pt x="451" y="189"/>
                  <a:pt x="451" y="189"/>
                </a:cubicBezTo>
                <a:cubicBezTo>
                  <a:pt x="489" y="195"/>
                  <a:pt x="537" y="236"/>
                  <a:pt x="537" y="297"/>
                </a:cubicBezTo>
                <a:cubicBezTo>
                  <a:pt x="537" y="345"/>
                  <a:pt x="489" y="406"/>
                  <a:pt x="435" y="406"/>
                </a:cubicBezTo>
                <a:cubicBezTo>
                  <a:pt x="337" y="406"/>
                  <a:pt x="337" y="406"/>
                  <a:pt x="337" y="406"/>
                </a:cubicBezTo>
                <a:cubicBezTo>
                  <a:pt x="296" y="406"/>
                  <a:pt x="281" y="391"/>
                  <a:pt x="281" y="350"/>
                </a:cubicBezTo>
                <a:cubicBezTo>
                  <a:pt x="281" y="177"/>
                  <a:pt x="281" y="177"/>
                  <a:pt x="281" y="177"/>
                </a:cubicBezTo>
                <a:cubicBezTo>
                  <a:pt x="329" y="225"/>
                  <a:pt x="329" y="225"/>
                  <a:pt x="329" y="225"/>
                </a:cubicBezTo>
                <a:cubicBezTo>
                  <a:pt x="331" y="227"/>
                  <a:pt x="334" y="228"/>
                  <a:pt x="336" y="228"/>
                </a:cubicBezTo>
                <a:cubicBezTo>
                  <a:pt x="338" y="228"/>
                  <a:pt x="341" y="227"/>
                  <a:pt x="343" y="225"/>
                </a:cubicBezTo>
                <a:cubicBezTo>
                  <a:pt x="346" y="222"/>
                  <a:pt x="346" y="216"/>
                  <a:pt x="343" y="212"/>
                </a:cubicBezTo>
                <a:cubicBezTo>
                  <a:pt x="284" y="154"/>
                  <a:pt x="284" y="154"/>
                  <a:pt x="284" y="154"/>
                </a:cubicBezTo>
                <a:cubicBezTo>
                  <a:pt x="275" y="145"/>
                  <a:pt x="268" y="145"/>
                  <a:pt x="259" y="154"/>
                </a:cubicBezTo>
                <a:cubicBezTo>
                  <a:pt x="200" y="212"/>
                  <a:pt x="200" y="212"/>
                  <a:pt x="200" y="212"/>
                </a:cubicBezTo>
                <a:cubicBezTo>
                  <a:pt x="197" y="216"/>
                  <a:pt x="197" y="222"/>
                  <a:pt x="200" y="225"/>
                </a:cubicBezTo>
                <a:cubicBezTo>
                  <a:pt x="204" y="229"/>
                  <a:pt x="210" y="229"/>
                  <a:pt x="213" y="225"/>
                </a:cubicBezTo>
                <a:cubicBezTo>
                  <a:pt x="262" y="177"/>
                  <a:pt x="262" y="177"/>
                  <a:pt x="262" y="177"/>
                </a:cubicBezTo>
                <a:cubicBezTo>
                  <a:pt x="262" y="350"/>
                  <a:pt x="262" y="350"/>
                  <a:pt x="262" y="350"/>
                </a:cubicBezTo>
                <a:cubicBezTo>
                  <a:pt x="262" y="401"/>
                  <a:pt x="286" y="425"/>
                  <a:pt x="337" y="425"/>
                </a:cubicBezTo>
                <a:cubicBezTo>
                  <a:pt x="435" y="425"/>
                  <a:pt x="435" y="425"/>
                  <a:pt x="435" y="425"/>
                </a:cubicBezTo>
                <a:cubicBezTo>
                  <a:pt x="500" y="425"/>
                  <a:pt x="556" y="355"/>
                  <a:pt x="556" y="297"/>
                </a:cubicBezTo>
                <a:cubicBezTo>
                  <a:pt x="556" y="223"/>
                  <a:pt x="497" y="176"/>
                  <a:pt x="451" y="17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69" name="Group 168"/>
          <p:cNvGrpSpPr/>
          <p:nvPr/>
        </p:nvGrpSpPr>
        <p:grpSpPr>
          <a:xfrm>
            <a:off x="8377768" y="3189817"/>
            <a:ext cx="740833" cy="567267"/>
            <a:chOff x="6283325" y="2392363"/>
            <a:chExt cx="555625" cy="425450"/>
          </a:xfrm>
          <a:solidFill>
            <a:schemeClr val="accent1"/>
          </a:solidFill>
        </p:grpSpPr>
        <p:sp>
          <p:nvSpPr>
            <p:cNvPr id="89" name="Freeform 89"/>
            <p:cNvSpPr>
              <a:spLocks/>
            </p:cNvSpPr>
            <p:nvPr/>
          </p:nvSpPr>
          <p:spPr bwMode="auto">
            <a:xfrm>
              <a:off x="6283325" y="2444750"/>
              <a:ext cx="555625" cy="373063"/>
            </a:xfrm>
            <a:custGeom>
              <a:avLst/>
              <a:gdLst>
                <a:gd name="T0" fmla="*/ 442 w 556"/>
                <a:gd name="T1" fmla="*/ 118 h 373"/>
                <a:gd name="T2" fmla="*/ 433 w 556"/>
                <a:gd name="T3" fmla="*/ 127 h 373"/>
                <a:gd name="T4" fmla="*/ 442 w 556"/>
                <a:gd name="T5" fmla="*/ 136 h 373"/>
                <a:gd name="T6" fmla="*/ 538 w 556"/>
                <a:gd name="T7" fmla="*/ 245 h 373"/>
                <a:gd name="T8" fmla="*/ 436 w 556"/>
                <a:gd name="T9" fmla="*/ 354 h 373"/>
                <a:gd name="T10" fmla="*/ 121 w 556"/>
                <a:gd name="T11" fmla="*/ 354 h 373"/>
                <a:gd name="T12" fmla="*/ 19 w 556"/>
                <a:gd name="T13" fmla="*/ 245 h 373"/>
                <a:gd name="T14" fmla="*/ 121 w 556"/>
                <a:gd name="T15" fmla="*/ 137 h 373"/>
                <a:gd name="T16" fmla="*/ 141 w 556"/>
                <a:gd name="T17" fmla="*/ 137 h 373"/>
                <a:gd name="T18" fmla="*/ 150 w 556"/>
                <a:gd name="T19" fmla="*/ 128 h 373"/>
                <a:gd name="T20" fmla="*/ 141 w 556"/>
                <a:gd name="T21" fmla="*/ 118 h 373"/>
                <a:gd name="T22" fmla="*/ 124 w 556"/>
                <a:gd name="T23" fmla="*/ 118 h 373"/>
                <a:gd name="T24" fmla="*/ 124 w 556"/>
                <a:gd name="T25" fmla="*/ 95 h 373"/>
                <a:gd name="T26" fmla="*/ 200 w 556"/>
                <a:gd name="T27" fmla="*/ 18 h 373"/>
                <a:gd name="T28" fmla="*/ 276 w 556"/>
                <a:gd name="T29" fmla="*/ 95 h 373"/>
                <a:gd name="T30" fmla="*/ 276 w 556"/>
                <a:gd name="T31" fmla="*/ 259 h 373"/>
                <a:gd name="T32" fmla="*/ 226 w 556"/>
                <a:gd name="T33" fmla="*/ 212 h 373"/>
                <a:gd name="T34" fmla="*/ 213 w 556"/>
                <a:gd name="T35" fmla="*/ 213 h 373"/>
                <a:gd name="T36" fmla="*/ 213 w 556"/>
                <a:gd name="T37" fmla="*/ 226 h 373"/>
                <a:gd name="T38" fmla="*/ 272 w 556"/>
                <a:gd name="T39" fmla="*/ 281 h 373"/>
                <a:gd name="T40" fmla="*/ 285 w 556"/>
                <a:gd name="T41" fmla="*/ 288 h 373"/>
                <a:gd name="T42" fmla="*/ 298 w 556"/>
                <a:gd name="T43" fmla="*/ 281 h 373"/>
                <a:gd name="T44" fmla="*/ 357 w 556"/>
                <a:gd name="T45" fmla="*/ 226 h 373"/>
                <a:gd name="T46" fmla="*/ 357 w 556"/>
                <a:gd name="T47" fmla="*/ 213 h 373"/>
                <a:gd name="T48" fmla="*/ 344 w 556"/>
                <a:gd name="T49" fmla="*/ 212 h 373"/>
                <a:gd name="T50" fmla="*/ 294 w 556"/>
                <a:gd name="T51" fmla="*/ 259 h 373"/>
                <a:gd name="T52" fmla="*/ 294 w 556"/>
                <a:gd name="T53" fmla="*/ 95 h 373"/>
                <a:gd name="T54" fmla="*/ 200 w 556"/>
                <a:gd name="T55" fmla="*/ 0 h 373"/>
                <a:gd name="T56" fmla="*/ 105 w 556"/>
                <a:gd name="T57" fmla="*/ 95 h 373"/>
                <a:gd name="T58" fmla="*/ 105 w 556"/>
                <a:gd name="T59" fmla="*/ 119 h 373"/>
                <a:gd name="T60" fmla="*/ 0 w 556"/>
                <a:gd name="T61" fmla="*/ 245 h 373"/>
                <a:gd name="T62" fmla="*/ 37 w 556"/>
                <a:gd name="T63" fmla="*/ 339 h 373"/>
                <a:gd name="T64" fmla="*/ 121 w 556"/>
                <a:gd name="T65" fmla="*/ 373 h 373"/>
                <a:gd name="T66" fmla="*/ 436 w 556"/>
                <a:gd name="T67" fmla="*/ 373 h 373"/>
                <a:gd name="T68" fmla="*/ 520 w 556"/>
                <a:gd name="T69" fmla="*/ 337 h 373"/>
                <a:gd name="T70" fmla="*/ 556 w 556"/>
                <a:gd name="T71" fmla="*/ 245 h 373"/>
                <a:gd name="T72" fmla="*/ 442 w 556"/>
                <a:gd name="T73" fmla="*/ 118 h 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556" h="373">
                  <a:moveTo>
                    <a:pt x="442" y="118"/>
                  </a:moveTo>
                  <a:cubicBezTo>
                    <a:pt x="437" y="118"/>
                    <a:pt x="433" y="122"/>
                    <a:pt x="433" y="127"/>
                  </a:cubicBezTo>
                  <a:cubicBezTo>
                    <a:pt x="433" y="132"/>
                    <a:pt x="437" y="136"/>
                    <a:pt x="442" y="136"/>
                  </a:cubicBezTo>
                  <a:cubicBezTo>
                    <a:pt x="482" y="136"/>
                    <a:pt x="538" y="170"/>
                    <a:pt x="538" y="245"/>
                  </a:cubicBezTo>
                  <a:cubicBezTo>
                    <a:pt x="538" y="306"/>
                    <a:pt x="493" y="354"/>
                    <a:pt x="436" y="354"/>
                  </a:cubicBezTo>
                  <a:cubicBezTo>
                    <a:pt x="121" y="354"/>
                    <a:pt x="121" y="354"/>
                    <a:pt x="121" y="354"/>
                  </a:cubicBezTo>
                  <a:cubicBezTo>
                    <a:pt x="70" y="354"/>
                    <a:pt x="19" y="317"/>
                    <a:pt x="19" y="245"/>
                  </a:cubicBezTo>
                  <a:cubicBezTo>
                    <a:pt x="19" y="193"/>
                    <a:pt x="51" y="137"/>
                    <a:pt x="121" y="137"/>
                  </a:cubicBezTo>
                  <a:cubicBezTo>
                    <a:pt x="141" y="137"/>
                    <a:pt x="141" y="137"/>
                    <a:pt x="141" y="137"/>
                  </a:cubicBezTo>
                  <a:cubicBezTo>
                    <a:pt x="146" y="137"/>
                    <a:pt x="150" y="133"/>
                    <a:pt x="150" y="128"/>
                  </a:cubicBezTo>
                  <a:cubicBezTo>
                    <a:pt x="150" y="122"/>
                    <a:pt x="146" y="118"/>
                    <a:pt x="141" y="118"/>
                  </a:cubicBezTo>
                  <a:cubicBezTo>
                    <a:pt x="124" y="118"/>
                    <a:pt x="124" y="118"/>
                    <a:pt x="124" y="118"/>
                  </a:cubicBezTo>
                  <a:cubicBezTo>
                    <a:pt x="124" y="95"/>
                    <a:pt x="124" y="95"/>
                    <a:pt x="124" y="95"/>
                  </a:cubicBezTo>
                  <a:cubicBezTo>
                    <a:pt x="124" y="48"/>
                    <a:pt x="153" y="18"/>
                    <a:pt x="200" y="18"/>
                  </a:cubicBezTo>
                  <a:cubicBezTo>
                    <a:pt x="242" y="18"/>
                    <a:pt x="276" y="52"/>
                    <a:pt x="276" y="95"/>
                  </a:cubicBezTo>
                  <a:cubicBezTo>
                    <a:pt x="276" y="259"/>
                    <a:pt x="276" y="259"/>
                    <a:pt x="276" y="259"/>
                  </a:cubicBezTo>
                  <a:cubicBezTo>
                    <a:pt x="226" y="212"/>
                    <a:pt x="226" y="212"/>
                    <a:pt x="226" y="212"/>
                  </a:cubicBezTo>
                  <a:cubicBezTo>
                    <a:pt x="222" y="209"/>
                    <a:pt x="216" y="209"/>
                    <a:pt x="213" y="213"/>
                  </a:cubicBezTo>
                  <a:cubicBezTo>
                    <a:pt x="209" y="217"/>
                    <a:pt x="209" y="223"/>
                    <a:pt x="213" y="226"/>
                  </a:cubicBezTo>
                  <a:cubicBezTo>
                    <a:pt x="272" y="281"/>
                    <a:pt x="272" y="281"/>
                    <a:pt x="272" y="281"/>
                  </a:cubicBezTo>
                  <a:cubicBezTo>
                    <a:pt x="277" y="285"/>
                    <a:pt x="281" y="288"/>
                    <a:pt x="285" y="288"/>
                  </a:cubicBezTo>
                  <a:cubicBezTo>
                    <a:pt x="289" y="288"/>
                    <a:pt x="293" y="285"/>
                    <a:pt x="298" y="281"/>
                  </a:cubicBezTo>
                  <a:cubicBezTo>
                    <a:pt x="357" y="226"/>
                    <a:pt x="357" y="226"/>
                    <a:pt x="357" y="226"/>
                  </a:cubicBezTo>
                  <a:cubicBezTo>
                    <a:pt x="361" y="223"/>
                    <a:pt x="361" y="217"/>
                    <a:pt x="357" y="213"/>
                  </a:cubicBezTo>
                  <a:cubicBezTo>
                    <a:pt x="354" y="209"/>
                    <a:pt x="348" y="209"/>
                    <a:pt x="344" y="212"/>
                  </a:cubicBezTo>
                  <a:cubicBezTo>
                    <a:pt x="294" y="259"/>
                    <a:pt x="294" y="259"/>
                    <a:pt x="294" y="259"/>
                  </a:cubicBezTo>
                  <a:cubicBezTo>
                    <a:pt x="294" y="95"/>
                    <a:pt x="294" y="95"/>
                    <a:pt x="294" y="95"/>
                  </a:cubicBezTo>
                  <a:cubicBezTo>
                    <a:pt x="294" y="41"/>
                    <a:pt x="253" y="0"/>
                    <a:pt x="200" y="0"/>
                  </a:cubicBezTo>
                  <a:cubicBezTo>
                    <a:pt x="142" y="0"/>
                    <a:pt x="105" y="37"/>
                    <a:pt x="105" y="95"/>
                  </a:cubicBezTo>
                  <a:cubicBezTo>
                    <a:pt x="105" y="119"/>
                    <a:pt x="105" y="119"/>
                    <a:pt x="105" y="119"/>
                  </a:cubicBezTo>
                  <a:cubicBezTo>
                    <a:pt x="36" y="127"/>
                    <a:pt x="0" y="187"/>
                    <a:pt x="0" y="245"/>
                  </a:cubicBezTo>
                  <a:cubicBezTo>
                    <a:pt x="0" y="283"/>
                    <a:pt x="13" y="315"/>
                    <a:pt x="37" y="339"/>
                  </a:cubicBezTo>
                  <a:cubicBezTo>
                    <a:pt x="59" y="361"/>
                    <a:pt x="89" y="373"/>
                    <a:pt x="121" y="373"/>
                  </a:cubicBezTo>
                  <a:cubicBezTo>
                    <a:pt x="436" y="373"/>
                    <a:pt x="436" y="373"/>
                    <a:pt x="436" y="373"/>
                  </a:cubicBezTo>
                  <a:cubicBezTo>
                    <a:pt x="467" y="373"/>
                    <a:pt x="498" y="360"/>
                    <a:pt x="520" y="337"/>
                  </a:cubicBezTo>
                  <a:cubicBezTo>
                    <a:pt x="544" y="313"/>
                    <a:pt x="556" y="280"/>
                    <a:pt x="556" y="245"/>
                  </a:cubicBezTo>
                  <a:cubicBezTo>
                    <a:pt x="556" y="157"/>
                    <a:pt x="490" y="118"/>
                    <a:pt x="442" y="11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0" name="Freeform 90"/>
            <p:cNvSpPr>
              <a:spLocks/>
            </p:cNvSpPr>
            <p:nvPr/>
          </p:nvSpPr>
          <p:spPr bwMode="auto">
            <a:xfrm>
              <a:off x="6505575" y="2392363"/>
              <a:ext cx="230188" cy="214313"/>
            </a:xfrm>
            <a:custGeom>
              <a:avLst/>
              <a:gdLst>
                <a:gd name="T0" fmla="*/ 219 w 229"/>
                <a:gd name="T1" fmla="*/ 215 h 215"/>
                <a:gd name="T2" fmla="*/ 210 w 229"/>
                <a:gd name="T3" fmla="*/ 206 h 215"/>
                <a:gd name="T4" fmla="*/ 210 w 229"/>
                <a:gd name="T5" fmla="*/ 186 h 215"/>
                <a:gd name="T6" fmla="*/ 49 w 229"/>
                <a:gd name="T7" fmla="*/ 19 h 215"/>
                <a:gd name="T8" fmla="*/ 12 w 229"/>
                <a:gd name="T9" fmla="*/ 22 h 215"/>
                <a:gd name="T10" fmla="*/ 1 w 229"/>
                <a:gd name="T11" fmla="*/ 15 h 215"/>
                <a:gd name="T12" fmla="*/ 9 w 229"/>
                <a:gd name="T13" fmla="*/ 4 h 215"/>
                <a:gd name="T14" fmla="*/ 49 w 229"/>
                <a:gd name="T15" fmla="*/ 0 h 215"/>
                <a:gd name="T16" fmla="*/ 182 w 229"/>
                <a:gd name="T17" fmla="*/ 57 h 215"/>
                <a:gd name="T18" fmla="*/ 229 w 229"/>
                <a:gd name="T19" fmla="*/ 186 h 215"/>
                <a:gd name="T20" fmla="*/ 229 w 229"/>
                <a:gd name="T21" fmla="*/ 206 h 215"/>
                <a:gd name="T22" fmla="*/ 219 w 229"/>
                <a:gd name="T23" fmla="*/ 215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29" h="215">
                  <a:moveTo>
                    <a:pt x="219" y="215"/>
                  </a:moveTo>
                  <a:cubicBezTo>
                    <a:pt x="214" y="215"/>
                    <a:pt x="210" y="211"/>
                    <a:pt x="210" y="206"/>
                  </a:cubicBezTo>
                  <a:cubicBezTo>
                    <a:pt x="210" y="186"/>
                    <a:pt x="210" y="186"/>
                    <a:pt x="210" y="186"/>
                  </a:cubicBezTo>
                  <a:cubicBezTo>
                    <a:pt x="210" y="105"/>
                    <a:pt x="159" y="19"/>
                    <a:pt x="49" y="19"/>
                  </a:cubicBezTo>
                  <a:cubicBezTo>
                    <a:pt x="36" y="19"/>
                    <a:pt x="24" y="20"/>
                    <a:pt x="12" y="22"/>
                  </a:cubicBezTo>
                  <a:cubicBezTo>
                    <a:pt x="7" y="23"/>
                    <a:pt x="2" y="20"/>
                    <a:pt x="1" y="15"/>
                  </a:cubicBezTo>
                  <a:cubicBezTo>
                    <a:pt x="0" y="10"/>
                    <a:pt x="4" y="5"/>
                    <a:pt x="9" y="4"/>
                  </a:cubicBezTo>
                  <a:cubicBezTo>
                    <a:pt x="22" y="1"/>
                    <a:pt x="35" y="0"/>
                    <a:pt x="49" y="0"/>
                  </a:cubicBezTo>
                  <a:cubicBezTo>
                    <a:pt x="103" y="0"/>
                    <a:pt x="149" y="20"/>
                    <a:pt x="182" y="57"/>
                  </a:cubicBezTo>
                  <a:cubicBezTo>
                    <a:pt x="212" y="91"/>
                    <a:pt x="229" y="137"/>
                    <a:pt x="229" y="186"/>
                  </a:cubicBezTo>
                  <a:cubicBezTo>
                    <a:pt x="229" y="206"/>
                    <a:pt x="229" y="206"/>
                    <a:pt x="229" y="206"/>
                  </a:cubicBezTo>
                  <a:cubicBezTo>
                    <a:pt x="229" y="211"/>
                    <a:pt x="224" y="215"/>
                    <a:pt x="219" y="215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91" name="Freeform 91"/>
          <p:cNvSpPr>
            <a:spLocks noEditPoints="1"/>
          </p:cNvSpPr>
          <p:nvPr/>
        </p:nvSpPr>
        <p:spPr bwMode="auto">
          <a:xfrm>
            <a:off x="6210301" y="3189817"/>
            <a:ext cx="742951" cy="567267"/>
          </a:xfrm>
          <a:custGeom>
            <a:avLst/>
            <a:gdLst>
              <a:gd name="T0" fmla="*/ 450 w 556"/>
              <a:gd name="T1" fmla="*/ 170 h 425"/>
              <a:gd name="T2" fmla="*/ 405 w 556"/>
              <a:gd name="T3" fmla="*/ 57 h 425"/>
              <a:gd name="T4" fmla="*/ 271 w 556"/>
              <a:gd name="T5" fmla="*/ 0 h 425"/>
              <a:gd name="T6" fmla="*/ 85 w 556"/>
              <a:gd name="T7" fmla="*/ 176 h 425"/>
              <a:gd name="T8" fmla="*/ 0 w 556"/>
              <a:gd name="T9" fmla="*/ 297 h 425"/>
              <a:gd name="T10" fmla="*/ 120 w 556"/>
              <a:gd name="T11" fmla="*/ 425 h 425"/>
              <a:gd name="T12" fmla="*/ 435 w 556"/>
              <a:gd name="T13" fmla="*/ 425 h 425"/>
              <a:gd name="T14" fmla="*/ 556 w 556"/>
              <a:gd name="T15" fmla="*/ 297 h 425"/>
              <a:gd name="T16" fmla="*/ 450 w 556"/>
              <a:gd name="T17" fmla="*/ 170 h 425"/>
              <a:gd name="T18" fmla="*/ 435 w 556"/>
              <a:gd name="T19" fmla="*/ 406 h 425"/>
              <a:gd name="T20" fmla="*/ 120 w 556"/>
              <a:gd name="T21" fmla="*/ 406 h 425"/>
              <a:gd name="T22" fmla="*/ 18 w 556"/>
              <a:gd name="T23" fmla="*/ 297 h 425"/>
              <a:gd name="T24" fmla="*/ 120 w 556"/>
              <a:gd name="T25" fmla="*/ 189 h 425"/>
              <a:gd name="T26" fmla="*/ 140 w 556"/>
              <a:gd name="T27" fmla="*/ 189 h 425"/>
              <a:gd name="T28" fmla="*/ 149 w 556"/>
              <a:gd name="T29" fmla="*/ 180 h 425"/>
              <a:gd name="T30" fmla="*/ 140 w 556"/>
              <a:gd name="T31" fmla="*/ 170 h 425"/>
              <a:gd name="T32" fmla="*/ 120 w 556"/>
              <a:gd name="T33" fmla="*/ 170 h 425"/>
              <a:gd name="T34" fmla="*/ 104 w 556"/>
              <a:gd name="T35" fmla="*/ 171 h 425"/>
              <a:gd name="T36" fmla="*/ 271 w 556"/>
              <a:gd name="T37" fmla="*/ 19 h 425"/>
              <a:gd name="T38" fmla="*/ 432 w 556"/>
              <a:gd name="T39" fmla="*/ 186 h 425"/>
              <a:gd name="T40" fmla="*/ 432 w 556"/>
              <a:gd name="T41" fmla="*/ 206 h 425"/>
              <a:gd name="T42" fmla="*/ 441 w 556"/>
              <a:gd name="T43" fmla="*/ 215 h 425"/>
              <a:gd name="T44" fmla="*/ 451 w 556"/>
              <a:gd name="T45" fmla="*/ 206 h 425"/>
              <a:gd name="T46" fmla="*/ 451 w 556"/>
              <a:gd name="T47" fmla="*/ 189 h 425"/>
              <a:gd name="T48" fmla="*/ 537 w 556"/>
              <a:gd name="T49" fmla="*/ 297 h 425"/>
              <a:gd name="T50" fmla="*/ 435 w 556"/>
              <a:gd name="T51" fmla="*/ 406 h 4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556" h="425">
                <a:moveTo>
                  <a:pt x="450" y="170"/>
                </a:moveTo>
                <a:cubicBezTo>
                  <a:pt x="447" y="127"/>
                  <a:pt x="431" y="87"/>
                  <a:pt x="405" y="57"/>
                </a:cubicBezTo>
                <a:cubicBezTo>
                  <a:pt x="372" y="20"/>
                  <a:pt x="326" y="0"/>
                  <a:pt x="271" y="0"/>
                </a:cubicBezTo>
                <a:cubicBezTo>
                  <a:pt x="169" y="0"/>
                  <a:pt x="90" y="75"/>
                  <a:pt x="85" y="176"/>
                </a:cubicBezTo>
                <a:cubicBezTo>
                  <a:pt x="30" y="194"/>
                  <a:pt x="0" y="254"/>
                  <a:pt x="0" y="297"/>
                </a:cubicBezTo>
                <a:cubicBezTo>
                  <a:pt x="0" y="365"/>
                  <a:pt x="56" y="425"/>
                  <a:pt x="120" y="425"/>
                </a:cubicBezTo>
                <a:cubicBezTo>
                  <a:pt x="435" y="425"/>
                  <a:pt x="435" y="425"/>
                  <a:pt x="435" y="425"/>
                </a:cubicBezTo>
                <a:cubicBezTo>
                  <a:pt x="500" y="425"/>
                  <a:pt x="556" y="355"/>
                  <a:pt x="556" y="297"/>
                </a:cubicBezTo>
                <a:cubicBezTo>
                  <a:pt x="556" y="223"/>
                  <a:pt x="497" y="176"/>
                  <a:pt x="450" y="170"/>
                </a:cubicBezTo>
                <a:close/>
                <a:moveTo>
                  <a:pt x="435" y="406"/>
                </a:moveTo>
                <a:cubicBezTo>
                  <a:pt x="120" y="406"/>
                  <a:pt x="120" y="406"/>
                  <a:pt x="120" y="406"/>
                </a:cubicBezTo>
                <a:cubicBezTo>
                  <a:pt x="66" y="406"/>
                  <a:pt x="18" y="355"/>
                  <a:pt x="18" y="297"/>
                </a:cubicBezTo>
                <a:cubicBezTo>
                  <a:pt x="18" y="259"/>
                  <a:pt x="53" y="189"/>
                  <a:pt x="120" y="189"/>
                </a:cubicBezTo>
                <a:cubicBezTo>
                  <a:pt x="140" y="189"/>
                  <a:pt x="140" y="189"/>
                  <a:pt x="140" y="189"/>
                </a:cubicBezTo>
                <a:cubicBezTo>
                  <a:pt x="145" y="189"/>
                  <a:pt x="149" y="185"/>
                  <a:pt x="149" y="180"/>
                </a:cubicBezTo>
                <a:cubicBezTo>
                  <a:pt x="149" y="174"/>
                  <a:pt x="145" y="170"/>
                  <a:pt x="140" y="170"/>
                </a:cubicBezTo>
                <a:cubicBezTo>
                  <a:pt x="120" y="170"/>
                  <a:pt x="120" y="170"/>
                  <a:pt x="120" y="170"/>
                </a:cubicBezTo>
                <a:cubicBezTo>
                  <a:pt x="115" y="170"/>
                  <a:pt x="110" y="171"/>
                  <a:pt x="104" y="171"/>
                </a:cubicBezTo>
                <a:cubicBezTo>
                  <a:pt x="111" y="95"/>
                  <a:pt x="170" y="19"/>
                  <a:pt x="271" y="19"/>
                </a:cubicBezTo>
                <a:cubicBezTo>
                  <a:pt x="382" y="19"/>
                  <a:pt x="432" y="105"/>
                  <a:pt x="432" y="186"/>
                </a:cubicBezTo>
                <a:cubicBezTo>
                  <a:pt x="432" y="206"/>
                  <a:pt x="432" y="206"/>
                  <a:pt x="432" y="206"/>
                </a:cubicBezTo>
                <a:cubicBezTo>
                  <a:pt x="432" y="211"/>
                  <a:pt x="436" y="215"/>
                  <a:pt x="441" y="215"/>
                </a:cubicBezTo>
                <a:cubicBezTo>
                  <a:pt x="447" y="215"/>
                  <a:pt x="451" y="211"/>
                  <a:pt x="451" y="206"/>
                </a:cubicBezTo>
                <a:cubicBezTo>
                  <a:pt x="451" y="189"/>
                  <a:pt x="451" y="189"/>
                  <a:pt x="451" y="189"/>
                </a:cubicBezTo>
                <a:cubicBezTo>
                  <a:pt x="489" y="195"/>
                  <a:pt x="537" y="236"/>
                  <a:pt x="537" y="297"/>
                </a:cubicBezTo>
                <a:cubicBezTo>
                  <a:pt x="537" y="345"/>
                  <a:pt x="489" y="406"/>
                  <a:pt x="435" y="406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2" name="Freeform 92"/>
          <p:cNvSpPr>
            <a:spLocks noEditPoints="1"/>
          </p:cNvSpPr>
          <p:nvPr/>
        </p:nvSpPr>
        <p:spPr bwMode="auto">
          <a:xfrm>
            <a:off x="5126567" y="3189818"/>
            <a:ext cx="656167" cy="563033"/>
          </a:xfrm>
          <a:custGeom>
            <a:avLst/>
            <a:gdLst>
              <a:gd name="T0" fmla="*/ 357 w 491"/>
              <a:gd name="T1" fmla="*/ 0 h 423"/>
              <a:gd name="T2" fmla="*/ 267 w 491"/>
              <a:gd name="T3" fmla="*/ 35 h 423"/>
              <a:gd name="T4" fmla="*/ 246 w 491"/>
              <a:gd name="T5" fmla="*/ 60 h 423"/>
              <a:gd name="T6" fmla="*/ 224 w 491"/>
              <a:gd name="T7" fmla="*/ 35 h 423"/>
              <a:gd name="T8" fmla="*/ 134 w 491"/>
              <a:gd name="T9" fmla="*/ 0 h 423"/>
              <a:gd name="T10" fmla="*/ 0 w 491"/>
              <a:gd name="T11" fmla="*/ 134 h 423"/>
              <a:gd name="T12" fmla="*/ 52 w 491"/>
              <a:gd name="T13" fmla="*/ 264 h 423"/>
              <a:gd name="T14" fmla="*/ 240 w 491"/>
              <a:gd name="T15" fmla="*/ 421 h 423"/>
              <a:gd name="T16" fmla="*/ 246 w 491"/>
              <a:gd name="T17" fmla="*/ 423 h 423"/>
              <a:gd name="T18" fmla="*/ 251 w 491"/>
              <a:gd name="T19" fmla="*/ 421 h 423"/>
              <a:gd name="T20" fmla="*/ 439 w 491"/>
              <a:gd name="T21" fmla="*/ 264 h 423"/>
              <a:gd name="T22" fmla="*/ 491 w 491"/>
              <a:gd name="T23" fmla="*/ 134 h 423"/>
              <a:gd name="T24" fmla="*/ 357 w 491"/>
              <a:gd name="T25" fmla="*/ 0 h 423"/>
              <a:gd name="T26" fmla="*/ 425 w 491"/>
              <a:gd name="T27" fmla="*/ 252 h 423"/>
              <a:gd name="T28" fmla="*/ 246 w 491"/>
              <a:gd name="T29" fmla="*/ 402 h 423"/>
              <a:gd name="T30" fmla="*/ 66 w 491"/>
              <a:gd name="T31" fmla="*/ 252 h 423"/>
              <a:gd name="T32" fmla="*/ 19 w 491"/>
              <a:gd name="T33" fmla="*/ 134 h 423"/>
              <a:gd name="T34" fmla="*/ 134 w 491"/>
              <a:gd name="T35" fmla="*/ 19 h 423"/>
              <a:gd name="T36" fmla="*/ 211 w 491"/>
              <a:gd name="T37" fmla="*/ 48 h 423"/>
              <a:gd name="T38" fmla="*/ 237 w 491"/>
              <a:gd name="T39" fmla="*/ 83 h 423"/>
              <a:gd name="T40" fmla="*/ 246 w 491"/>
              <a:gd name="T41" fmla="*/ 88 h 423"/>
              <a:gd name="T42" fmla="*/ 254 w 491"/>
              <a:gd name="T43" fmla="*/ 83 h 423"/>
              <a:gd name="T44" fmla="*/ 280 w 491"/>
              <a:gd name="T45" fmla="*/ 48 h 423"/>
              <a:gd name="T46" fmla="*/ 357 w 491"/>
              <a:gd name="T47" fmla="*/ 19 h 423"/>
              <a:gd name="T48" fmla="*/ 472 w 491"/>
              <a:gd name="T49" fmla="*/ 134 h 423"/>
              <a:gd name="T50" fmla="*/ 425 w 491"/>
              <a:gd name="T51" fmla="*/ 252 h 4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491" h="423">
                <a:moveTo>
                  <a:pt x="357" y="0"/>
                </a:moveTo>
                <a:cubicBezTo>
                  <a:pt x="324" y="0"/>
                  <a:pt x="292" y="12"/>
                  <a:pt x="267" y="35"/>
                </a:cubicBezTo>
                <a:cubicBezTo>
                  <a:pt x="259" y="42"/>
                  <a:pt x="252" y="50"/>
                  <a:pt x="246" y="60"/>
                </a:cubicBezTo>
                <a:cubicBezTo>
                  <a:pt x="239" y="50"/>
                  <a:pt x="232" y="42"/>
                  <a:pt x="224" y="35"/>
                </a:cubicBezTo>
                <a:cubicBezTo>
                  <a:pt x="199" y="12"/>
                  <a:pt x="167" y="0"/>
                  <a:pt x="134" y="0"/>
                </a:cubicBezTo>
                <a:cubicBezTo>
                  <a:pt x="60" y="0"/>
                  <a:pt x="0" y="60"/>
                  <a:pt x="0" y="134"/>
                </a:cubicBezTo>
                <a:cubicBezTo>
                  <a:pt x="0" y="183"/>
                  <a:pt x="16" y="222"/>
                  <a:pt x="52" y="264"/>
                </a:cubicBezTo>
                <a:cubicBezTo>
                  <a:pt x="104" y="325"/>
                  <a:pt x="235" y="417"/>
                  <a:pt x="240" y="421"/>
                </a:cubicBezTo>
                <a:cubicBezTo>
                  <a:pt x="242" y="422"/>
                  <a:pt x="244" y="423"/>
                  <a:pt x="246" y="423"/>
                </a:cubicBezTo>
                <a:cubicBezTo>
                  <a:pt x="247" y="423"/>
                  <a:pt x="249" y="422"/>
                  <a:pt x="251" y="421"/>
                </a:cubicBezTo>
                <a:cubicBezTo>
                  <a:pt x="257" y="417"/>
                  <a:pt x="388" y="325"/>
                  <a:pt x="439" y="264"/>
                </a:cubicBezTo>
                <a:cubicBezTo>
                  <a:pt x="475" y="222"/>
                  <a:pt x="491" y="183"/>
                  <a:pt x="491" y="134"/>
                </a:cubicBezTo>
                <a:cubicBezTo>
                  <a:pt x="491" y="60"/>
                  <a:pt x="431" y="0"/>
                  <a:pt x="357" y="0"/>
                </a:cubicBezTo>
                <a:close/>
                <a:moveTo>
                  <a:pt x="425" y="252"/>
                </a:moveTo>
                <a:cubicBezTo>
                  <a:pt x="381" y="304"/>
                  <a:pt x="271" y="383"/>
                  <a:pt x="246" y="402"/>
                </a:cubicBezTo>
                <a:cubicBezTo>
                  <a:pt x="220" y="383"/>
                  <a:pt x="111" y="304"/>
                  <a:pt x="66" y="252"/>
                </a:cubicBezTo>
                <a:cubicBezTo>
                  <a:pt x="33" y="214"/>
                  <a:pt x="19" y="178"/>
                  <a:pt x="19" y="134"/>
                </a:cubicBezTo>
                <a:cubicBezTo>
                  <a:pt x="19" y="70"/>
                  <a:pt x="71" y="19"/>
                  <a:pt x="134" y="19"/>
                </a:cubicBezTo>
                <a:cubicBezTo>
                  <a:pt x="163" y="19"/>
                  <a:pt x="190" y="29"/>
                  <a:pt x="211" y="48"/>
                </a:cubicBezTo>
                <a:cubicBezTo>
                  <a:pt x="222" y="58"/>
                  <a:pt x="231" y="70"/>
                  <a:pt x="237" y="83"/>
                </a:cubicBezTo>
                <a:cubicBezTo>
                  <a:pt x="239" y="86"/>
                  <a:pt x="242" y="88"/>
                  <a:pt x="246" y="88"/>
                </a:cubicBezTo>
                <a:cubicBezTo>
                  <a:pt x="249" y="88"/>
                  <a:pt x="252" y="86"/>
                  <a:pt x="254" y="83"/>
                </a:cubicBezTo>
                <a:cubicBezTo>
                  <a:pt x="260" y="70"/>
                  <a:pt x="269" y="58"/>
                  <a:pt x="280" y="48"/>
                </a:cubicBezTo>
                <a:cubicBezTo>
                  <a:pt x="301" y="29"/>
                  <a:pt x="328" y="19"/>
                  <a:pt x="357" y="19"/>
                </a:cubicBezTo>
                <a:cubicBezTo>
                  <a:pt x="420" y="19"/>
                  <a:pt x="472" y="70"/>
                  <a:pt x="472" y="134"/>
                </a:cubicBezTo>
                <a:cubicBezTo>
                  <a:pt x="472" y="178"/>
                  <a:pt x="458" y="214"/>
                  <a:pt x="425" y="252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68" name="Group 167"/>
          <p:cNvGrpSpPr/>
          <p:nvPr/>
        </p:nvGrpSpPr>
        <p:grpSpPr>
          <a:xfrm>
            <a:off x="4042834" y="3189817"/>
            <a:ext cx="742951" cy="567267"/>
            <a:chOff x="3032125" y="2392363"/>
            <a:chExt cx="557213" cy="425450"/>
          </a:xfrm>
          <a:solidFill>
            <a:schemeClr val="accent1"/>
          </a:solidFill>
        </p:grpSpPr>
        <p:sp>
          <p:nvSpPr>
            <p:cNvPr id="93" name="Freeform 93"/>
            <p:cNvSpPr>
              <a:spLocks/>
            </p:cNvSpPr>
            <p:nvPr/>
          </p:nvSpPr>
          <p:spPr bwMode="auto">
            <a:xfrm>
              <a:off x="3346450" y="2573338"/>
              <a:ext cx="242888" cy="244475"/>
            </a:xfrm>
            <a:custGeom>
              <a:avLst/>
              <a:gdLst>
                <a:gd name="T0" fmla="*/ 158 w 243"/>
                <a:gd name="T1" fmla="*/ 2 h 243"/>
                <a:gd name="T2" fmla="*/ 146 w 243"/>
                <a:gd name="T3" fmla="*/ 8 h 243"/>
                <a:gd name="T4" fmla="*/ 152 w 243"/>
                <a:gd name="T5" fmla="*/ 20 h 243"/>
                <a:gd name="T6" fmla="*/ 224 w 243"/>
                <a:gd name="T7" fmla="*/ 96 h 243"/>
                <a:gd name="T8" fmla="*/ 176 w 243"/>
                <a:gd name="T9" fmla="*/ 167 h 243"/>
                <a:gd name="T10" fmla="*/ 172 w 243"/>
                <a:gd name="T11" fmla="*/ 174 h 243"/>
                <a:gd name="T12" fmla="*/ 172 w 243"/>
                <a:gd name="T13" fmla="*/ 220 h 243"/>
                <a:gd name="T14" fmla="*/ 136 w 243"/>
                <a:gd name="T15" fmla="*/ 194 h 243"/>
                <a:gd name="T16" fmla="*/ 127 w 243"/>
                <a:gd name="T17" fmla="*/ 191 h 243"/>
                <a:gd name="T18" fmla="*/ 115 w 243"/>
                <a:gd name="T19" fmla="*/ 194 h 243"/>
                <a:gd name="T20" fmla="*/ 96 w 243"/>
                <a:gd name="T21" fmla="*/ 198 h 243"/>
                <a:gd name="T22" fmla="*/ 16 w 243"/>
                <a:gd name="T23" fmla="*/ 173 h 243"/>
                <a:gd name="T24" fmla="*/ 3 w 243"/>
                <a:gd name="T25" fmla="*/ 175 h 243"/>
                <a:gd name="T26" fmla="*/ 5 w 243"/>
                <a:gd name="T27" fmla="*/ 189 h 243"/>
                <a:gd name="T28" fmla="*/ 96 w 243"/>
                <a:gd name="T29" fmla="*/ 217 h 243"/>
                <a:gd name="T30" fmla="*/ 120 w 243"/>
                <a:gd name="T31" fmla="*/ 212 h 243"/>
                <a:gd name="T32" fmla="*/ 126 w 243"/>
                <a:gd name="T33" fmla="*/ 211 h 243"/>
                <a:gd name="T34" fmla="*/ 179 w 243"/>
                <a:gd name="T35" fmla="*/ 243 h 243"/>
                <a:gd name="T36" fmla="*/ 181 w 243"/>
                <a:gd name="T37" fmla="*/ 243 h 243"/>
                <a:gd name="T38" fmla="*/ 187 w 243"/>
                <a:gd name="T39" fmla="*/ 241 h 243"/>
                <a:gd name="T40" fmla="*/ 191 w 243"/>
                <a:gd name="T41" fmla="*/ 233 h 243"/>
                <a:gd name="T42" fmla="*/ 191 w 243"/>
                <a:gd name="T43" fmla="*/ 179 h 243"/>
                <a:gd name="T44" fmla="*/ 243 w 243"/>
                <a:gd name="T45" fmla="*/ 96 h 243"/>
                <a:gd name="T46" fmla="*/ 158 w 243"/>
                <a:gd name="T47" fmla="*/ 2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43" h="243">
                  <a:moveTo>
                    <a:pt x="158" y="2"/>
                  </a:moveTo>
                  <a:cubicBezTo>
                    <a:pt x="153" y="0"/>
                    <a:pt x="148" y="3"/>
                    <a:pt x="146" y="8"/>
                  </a:cubicBezTo>
                  <a:cubicBezTo>
                    <a:pt x="145" y="13"/>
                    <a:pt x="147" y="18"/>
                    <a:pt x="152" y="20"/>
                  </a:cubicBezTo>
                  <a:cubicBezTo>
                    <a:pt x="203" y="36"/>
                    <a:pt x="224" y="58"/>
                    <a:pt x="224" y="96"/>
                  </a:cubicBezTo>
                  <a:cubicBezTo>
                    <a:pt x="224" y="129"/>
                    <a:pt x="194" y="154"/>
                    <a:pt x="176" y="167"/>
                  </a:cubicBezTo>
                  <a:cubicBezTo>
                    <a:pt x="173" y="168"/>
                    <a:pt x="172" y="171"/>
                    <a:pt x="172" y="174"/>
                  </a:cubicBezTo>
                  <a:cubicBezTo>
                    <a:pt x="172" y="220"/>
                    <a:pt x="172" y="220"/>
                    <a:pt x="172" y="220"/>
                  </a:cubicBezTo>
                  <a:cubicBezTo>
                    <a:pt x="162" y="216"/>
                    <a:pt x="148" y="209"/>
                    <a:pt x="136" y="194"/>
                  </a:cubicBezTo>
                  <a:cubicBezTo>
                    <a:pt x="134" y="192"/>
                    <a:pt x="130" y="191"/>
                    <a:pt x="127" y="191"/>
                  </a:cubicBezTo>
                  <a:cubicBezTo>
                    <a:pt x="123" y="192"/>
                    <a:pt x="119" y="193"/>
                    <a:pt x="115" y="194"/>
                  </a:cubicBezTo>
                  <a:cubicBezTo>
                    <a:pt x="109" y="196"/>
                    <a:pt x="102" y="198"/>
                    <a:pt x="96" y="198"/>
                  </a:cubicBezTo>
                  <a:cubicBezTo>
                    <a:pt x="63" y="198"/>
                    <a:pt x="40" y="191"/>
                    <a:pt x="16" y="173"/>
                  </a:cubicBezTo>
                  <a:cubicBezTo>
                    <a:pt x="12" y="170"/>
                    <a:pt x="6" y="171"/>
                    <a:pt x="3" y="175"/>
                  </a:cubicBezTo>
                  <a:cubicBezTo>
                    <a:pt x="0" y="180"/>
                    <a:pt x="1" y="185"/>
                    <a:pt x="5" y="189"/>
                  </a:cubicBezTo>
                  <a:cubicBezTo>
                    <a:pt x="32" y="208"/>
                    <a:pt x="59" y="217"/>
                    <a:pt x="96" y="217"/>
                  </a:cubicBezTo>
                  <a:cubicBezTo>
                    <a:pt x="105" y="217"/>
                    <a:pt x="113" y="214"/>
                    <a:pt x="120" y="212"/>
                  </a:cubicBezTo>
                  <a:cubicBezTo>
                    <a:pt x="122" y="212"/>
                    <a:pt x="124" y="211"/>
                    <a:pt x="126" y="211"/>
                  </a:cubicBezTo>
                  <a:cubicBezTo>
                    <a:pt x="150" y="236"/>
                    <a:pt x="178" y="242"/>
                    <a:pt x="179" y="243"/>
                  </a:cubicBezTo>
                  <a:cubicBezTo>
                    <a:pt x="180" y="243"/>
                    <a:pt x="181" y="243"/>
                    <a:pt x="181" y="243"/>
                  </a:cubicBezTo>
                  <a:cubicBezTo>
                    <a:pt x="183" y="243"/>
                    <a:pt x="185" y="242"/>
                    <a:pt x="187" y="241"/>
                  </a:cubicBezTo>
                  <a:cubicBezTo>
                    <a:pt x="189" y="239"/>
                    <a:pt x="191" y="236"/>
                    <a:pt x="191" y="233"/>
                  </a:cubicBezTo>
                  <a:cubicBezTo>
                    <a:pt x="191" y="179"/>
                    <a:pt x="191" y="179"/>
                    <a:pt x="191" y="179"/>
                  </a:cubicBezTo>
                  <a:cubicBezTo>
                    <a:pt x="224" y="155"/>
                    <a:pt x="243" y="125"/>
                    <a:pt x="243" y="96"/>
                  </a:cubicBezTo>
                  <a:cubicBezTo>
                    <a:pt x="243" y="36"/>
                    <a:pt x="194" y="13"/>
                    <a:pt x="158" y="2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4" name="Freeform 94"/>
            <p:cNvSpPr>
              <a:spLocks noEditPoints="1"/>
            </p:cNvSpPr>
            <p:nvPr/>
          </p:nvSpPr>
          <p:spPr bwMode="auto">
            <a:xfrm>
              <a:off x="3032125" y="2392363"/>
              <a:ext cx="438150" cy="403225"/>
            </a:xfrm>
            <a:custGeom>
              <a:avLst/>
              <a:gdLst>
                <a:gd name="T0" fmla="*/ 438 w 438"/>
                <a:gd name="T1" fmla="*/ 180 h 404"/>
                <a:gd name="T2" fmla="*/ 376 w 438"/>
                <a:gd name="T3" fmla="*/ 52 h 404"/>
                <a:gd name="T4" fmla="*/ 221 w 438"/>
                <a:gd name="T5" fmla="*/ 0 h 404"/>
                <a:gd name="T6" fmla="*/ 0 w 438"/>
                <a:gd name="T7" fmla="*/ 180 h 404"/>
                <a:gd name="T8" fmla="*/ 79 w 438"/>
                <a:gd name="T9" fmla="*/ 309 h 404"/>
                <a:gd name="T10" fmla="*/ 79 w 438"/>
                <a:gd name="T11" fmla="*/ 394 h 404"/>
                <a:gd name="T12" fmla="*/ 83 w 438"/>
                <a:gd name="T13" fmla="*/ 402 h 404"/>
                <a:gd name="T14" fmla="*/ 88 w 438"/>
                <a:gd name="T15" fmla="*/ 404 h 404"/>
                <a:gd name="T16" fmla="*/ 92 w 438"/>
                <a:gd name="T17" fmla="*/ 403 h 404"/>
                <a:gd name="T18" fmla="*/ 177 w 438"/>
                <a:gd name="T19" fmla="*/ 340 h 404"/>
                <a:gd name="T20" fmla="*/ 228 w 438"/>
                <a:gd name="T21" fmla="*/ 346 h 404"/>
                <a:gd name="T22" fmla="*/ 438 w 438"/>
                <a:gd name="T23" fmla="*/ 180 h 404"/>
                <a:gd name="T24" fmla="*/ 228 w 438"/>
                <a:gd name="T25" fmla="*/ 327 h 404"/>
                <a:gd name="T26" fmla="*/ 175 w 438"/>
                <a:gd name="T27" fmla="*/ 321 h 404"/>
                <a:gd name="T28" fmla="*/ 166 w 438"/>
                <a:gd name="T29" fmla="*/ 324 h 404"/>
                <a:gd name="T30" fmla="*/ 97 w 438"/>
                <a:gd name="T31" fmla="*/ 379 h 404"/>
                <a:gd name="T32" fmla="*/ 97 w 438"/>
                <a:gd name="T33" fmla="*/ 304 h 404"/>
                <a:gd name="T34" fmla="*/ 93 w 438"/>
                <a:gd name="T35" fmla="*/ 296 h 404"/>
                <a:gd name="T36" fmla="*/ 19 w 438"/>
                <a:gd name="T37" fmla="*/ 180 h 404"/>
                <a:gd name="T38" fmla="*/ 221 w 438"/>
                <a:gd name="T39" fmla="*/ 19 h 404"/>
                <a:gd name="T40" fmla="*/ 419 w 438"/>
                <a:gd name="T41" fmla="*/ 180 h 404"/>
                <a:gd name="T42" fmla="*/ 228 w 438"/>
                <a:gd name="T43" fmla="*/ 327 h 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38" h="404">
                  <a:moveTo>
                    <a:pt x="438" y="180"/>
                  </a:moveTo>
                  <a:cubicBezTo>
                    <a:pt x="438" y="131"/>
                    <a:pt x="416" y="85"/>
                    <a:pt x="376" y="52"/>
                  </a:cubicBezTo>
                  <a:cubicBezTo>
                    <a:pt x="336" y="18"/>
                    <a:pt x="281" y="0"/>
                    <a:pt x="221" y="0"/>
                  </a:cubicBezTo>
                  <a:cubicBezTo>
                    <a:pt x="97" y="0"/>
                    <a:pt x="0" y="79"/>
                    <a:pt x="0" y="180"/>
                  </a:cubicBezTo>
                  <a:cubicBezTo>
                    <a:pt x="0" y="228"/>
                    <a:pt x="27" y="272"/>
                    <a:pt x="79" y="309"/>
                  </a:cubicBezTo>
                  <a:cubicBezTo>
                    <a:pt x="79" y="394"/>
                    <a:pt x="79" y="394"/>
                    <a:pt x="79" y="394"/>
                  </a:cubicBezTo>
                  <a:cubicBezTo>
                    <a:pt x="79" y="398"/>
                    <a:pt x="80" y="401"/>
                    <a:pt x="83" y="402"/>
                  </a:cubicBezTo>
                  <a:cubicBezTo>
                    <a:pt x="84" y="403"/>
                    <a:pt x="86" y="404"/>
                    <a:pt x="88" y="404"/>
                  </a:cubicBezTo>
                  <a:cubicBezTo>
                    <a:pt x="89" y="404"/>
                    <a:pt x="91" y="403"/>
                    <a:pt x="92" y="403"/>
                  </a:cubicBezTo>
                  <a:cubicBezTo>
                    <a:pt x="94" y="402"/>
                    <a:pt x="138" y="382"/>
                    <a:pt x="177" y="340"/>
                  </a:cubicBezTo>
                  <a:cubicBezTo>
                    <a:pt x="193" y="343"/>
                    <a:pt x="211" y="346"/>
                    <a:pt x="228" y="346"/>
                  </a:cubicBezTo>
                  <a:cubicBezTo>
                    <a:pt x="354" y="346"/>
                    <a:pt x="438" y="279"/>
                    <a:pt x="438" y="180"/>
                  </a:cubicBezTo>
                  <a:close/>
                  <a:moveTo>
                    <a:pt x="228" y="327"/>
                  </a:moveTo>
                  <a:cubicBezTo>
                    <a:pt x="211" y="327"/>
                    <a:pt x="192" y="324"/>
                    <a:pt x="175" y="321"/>
                  </a:cubicBezTo>
                  <a:cubicBezTo>
                    <a:pt x="172" y="320"/>
                    <a:pt x="168" y="322"/>
                    <a:pt x="166" y="324"/>
                  </a:cubicBezTo>
                  <a:cubicBezTo>
                    <a:pt x="142" y="351"/>
                    <a:pt x="114" y="370"/>
                    <a:pt x="97" y="379"/>
                  </a:cubicBezTo>
                  <a:cubicBezTo>
                    <a:pt x="97" y="304"/>
                    <a:pt x="97" y="304"/>
                    <a:pt x="97" y="304"/>
                  </a:cubicBezTo>
                  <a:cubicBezTo>
                    <a:pt x="97" y="301"/>
                    <a:pt x="96" y="298"/>
                    <a:pt x="93" y="296"/>
                  </a:cubicBezTo>
                  <a:cubicBezTo>
                    <a:pt x="59" y="273"/>
                    <a:pt x="19" y="234"/>
                    <a:pt x="19" y="180"/>
                  </a:cubicBezTo>
                  <a:cubicBezTo>
                    <a:pt x="19" y="89"/>
                    <a:pt x="108" y="19"/>
                    <a:pt x="221" y="19"/>
                  </a:cubicBezTo>
                  <a:cubicBezTo>
                    <a:pt x="334" y="19"/>
                    <a:pt x="419" y="88"/>
                    <a:pt x="419" y="180"/>
                  </a:cubicBezTo>
                  <a:cubicBezTo>
                    <a:pt x="419" y="268"/>
                    <a:pt x="342" y="327"/>
                    <a:pt x="228" y="327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5" name="Freeform 95"/>
            <p:cNvSpPr>
              <a:spLocks noEditPoints="1"/>
            </p:cNvSpPr>
            <p:nvPr/>
          </p:nvSpPr>
          <p:spPr bwMode="auto">
            <a:xfrm>
              <a:off x="3222625" y="2543175"/>
              <a:ext cx="58738" cy="58738"/>
            </a:xfrm>
            <a:custGeom>
              <a:avLst/>
              <a:gdLst>
                <a:gd name="T0" fmla="*/ 29 w 58"/>
                <a:gd name="T1" fmla="*/ 0 h 58"/>
                <a:gd name="T2" fmla="*/ 0 w 58"/>
                <a:gd name="T3" fmla="*/ 29 h 58"/>
                <a:gd name="T4" fmla="*/ 29 w 58"/>
                <a:gd name="T5" fmla="*/ 58 h 58"/>
                <a:gd name="T6" fmla="*/ 58 w 58"/>
                <a:gd name="T7" fmla="*/ 29 h 58"/>
                <a:gd name="T8" fmla="*/ 29 w 58"/>
                <a:gd name="T9" fmla="*/ 0 h 58"/>
                <a:gd name="T10" fmla="*/ 29 w 58"/>
                <a:gd name="T11" fmla="*/ 39 h 58"/>
                <a:gd name="T12" fmla="*/ 19 w 58"/>
                <a:gd name="T13" fmla="*/ 29 h 58"/>
                <a:gd name="T14" fmla="*/ 29 w 58"/>
                <a:gd name="T15" fmla="*/ 18 h 58"/>
                <a:gd name="T16" fmla="*/ 39 w 58"/>
                <a:gd name="T17" fmla="*/ 29 h 58"/>
                <a:gd name="T18" fmla="*/ 29 w 58"/>
                <a:gd name="T19" fmla="*/ 39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8" h="58">
                  <a:moveTo>
                    <a:pt x="29" y="0"/>
                  </a:moveTo>
                  <a:cubicBezTo>
                    <a:pt x="13" y="0"/>
                    <a:pt x="0" y="13"/>
                    <a:pt x="0" y="29"/>
                  </a:cubicBezTo>
                  <a:cubicBezTo>
                    <a:pt x="0" y="45"/>
                    <a:pt x="13" y="58"/>
                    <a:pt x="29" y="58"/>
                  </a:cubicBezTo>
                  <a:cubicBezTo>
                    <a:pt x="45" y="58"/>
                    <a:pt x="58" y="45"/>
                    <a:pt x="58" y="29"/>
                  </a:cubicBezTo>
                  <a:cubicBezTo>
                    <a:pt x="58" y="13"/>
                    <a:pt x="45" y="0"/>
                    <a:pt x="29" y="0"/>
                  </a:cubicBezTo>
                  <a:close/>
                  <a:moveTo>
                    <a:pt x="29" y="39"/>
                  </a:moveTo>
                  <a:cubicBezTo>
                    <a:pt x="23" y="39"/>
                    <a:pt x="19" y="34"/>
                    <a:pt x="19" y="29"/>
                  </a:cubicBezTo>
                  <a:cubicBezTo>
                    <a:pt x="19" y="23"/>
                    <a:pt x="23" y="18"/>
                    <a:pt x="29" y="18"/>
                  </a:cubicBezTo>
                  <a:cubicBezTo>
                    <a:pt x="35" y="18"/>
                    <a:pt x="39" y="23"/>
                    <a:pt x="39" y="29"/>
                  </a:cubicBezTo>
                  <a:cubicBezTo>
                    <a:pt x="39" y="34"/>
                    <a:pt x="35" y="39"/>
                    <a:pt x="29" y="39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6" name="Freeform 96"/>
            <p:cNvSpPr>
              <a:spLocks noEditPoints="1"/>
            </p:cNvSpPr>
            <p:nvPr/>
          </p:nvSpPr>
          <p:spPr bwMode="auto">
            <a:xfrm>
              <a:off x="3314700" y="2543175"/>
              <a:ext cx="58738" cy="58738"/>
            </a:xfrm>
            <a:custGeom>
              <a:avLst/>
              <a:gdLst>
                <a:gd name="T0" fmla="*/ 29 w 58"/>
                <a:gd name="T1" fmla="*/ 0 h 58"/>
                <a:gd name="T2" fmla="*/ 0 w 58"/>
                <a:gd name="T3" fmla="*/ 29 h 58"/>
                <a:gd name="T4" fmla="*/ 29 w 58"/>
                <a:gd name="T5" fmla="*/ 58 h 58"/>
                <a:gd name="T6" fmla="*/ 58 w 58"/>
                <a:gd name="T7" fmla="*/ 29 h 58"/>
                <a:gd name="T8" fmla="*/ 29 w 58"/>
                <a:gd name="T9" fmla="*/ 0 h 58"/>
                <a:gd name="T10" fmla="*/ 29 w 58"/>
                <a:gd name="T11" fmla="*/ 39 h 58"/>
                <a:gd name="T12" fmla="*/ 18 w 58"/>
                <a:gd name="T13" fmla="*/ 29 h 58"/>
                <a:gd name="T14" fmla="*/ 29 w 58"/>
                <a:gd name="T15" fmla="*/ 18 h 58"/>
                <a:gd name="T16" fmla="*/ 39 w 58"/>
                <a:gd name="T17" fmla="*/ 29 h 58"/>
                <a:gd name="T18" fmla="*/ 29 w 58"/>
                <a:gd name="T19" fmla="*/ 39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8" h="58">
                  <a:moveTo>
                    <a:pt x="29" y="0"/>
                  </a:moveTo>
                  <a:cubicBezTo>
                    <a:pt x="13" y="0"/>
                    <a:pt x="0" y="13"/>
                    <a:pt x="0" y="29"/>
                  </a:cubicBezTo>
                  <a:cubicBezTo>
                    <a:pt x="0" y="45"/>
                    <a:pt x="13" y="58"/>
                    <a:pt x="29" y="58"/>
                  </a:cubicBezTo>
                  <a:cubicBezTo>
                    <a:pt x="45" y="58"/>
                    <a:pt x="58" y="45"/>
                    <a:pt x="58" y="29"/>
                  </a:cubicBezTo>
                  <a:cubicBezTo>
                    <a:pt x="58" y="13"/>
                    <a:pt x="45" y="0"/>
                    <a:pt x="29" y="0"/>
                  </a:cubicBezTo>
                  <a:close/>
                  <a:moveTo>
                    <a:pt x="29" y="39"/>
                  </a:moveTo>
                  <a:cubicBezTo>
                    <a:pt x="23" y="39"/>
                    <a:pt x="18" y="34"/>
                    <a:pt x="18" y="29"/>
                  </a:cubicBezTo>
                  <a:cubicBezTo>
                    <a:pt x="18" y="23"/>
                    <a:pt x="23" y="18"/>
                    <a:pt x="29" y="18"/>
                  </a:cubicBezTo>
                  <a:cubicBezTo>
                    <a:pt x="34" y="18"/>
                    <a:pt x="39" y="23"/>
                    <a:pt x="39" y="29"/>
                  </a:cubicBezTo>
                  <a:cubicBezTo>
                    <a:pt x="39" y="34"/>
                    <a:pt x="34" y="39"/>
                    <a:pt x="29" y="39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7" name="Freeform 97"/>
            <p:cNvSpPr>
              <a:spLocks noEditPoints="1"/>
            </p:cNvSpPr>
            <p:nvPr/>
          </p:nvSpPr>
          <p:spPr bwMode="auto">
            <a:xfrm>
              <a:off x="3130550" y="2544763"/>
              <a:ext cx="58738" cy="57150"/>
            </a:xfrm>
            <a:custGeom>
              <a:avLst/>
              <a:gdLst>
                <a:gd name="T0" fmla="*/ 29 w 58"/>
                <a:gd name="T1" fmla="*/ 0 h 58"/>
                <a:gd name="T2" fmla="*/ 0 w 58"/>
                <a:gd name="T3" fmla="*/ 29 h 58"/>
                <a:gd name="T4" fmla="*/ 29 w 58"/>
                <a:gd name="T5" fmla="*/ 58 h 58"/>
                <a:gd name="T6" fmla="*/ 58 w 58"/>
                <a:gd name="T7" fmla="*/ 29 h 58"/>
                <a:gd name="T8" fmla="*/ 29 w 58"/>
                <a:gd name="T9" fmla="*/ 0 h 58"/>
                <a:gd name="T10" fmla="*/ 29 w 58"/>
                <a:gd name="T11" fmla="*/ 39 h 58"/>
                <a:gd name="T12" fmla="*/ 19 w 58"/>
                <a:gd name="T13" fmla="*/ 29 h 58"/>
                <a:gd name="T14" fmla="*/ 29 w 58"/>
                <a:gd name="T15" fmla="*/ 18 h 58"/>
                <a:gd name="T16" fmla="*/ 40 w 58"/>
                <a:gd name="T17" fmla="*/ 29 h 58"/>
                <a:gd name="T18" fmla="*/ 29 w 58"/>
                <a:gd name="T19" fmla="*/ 39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8" h="58">
                  <a:moveTo>
                    <a:pt x="29" y="0"/>
                  </a:moveTo>
                  <a:cubicBezTo>
                    <a:pt x="13" y="0"/>
                    <a:pt x="0" y="13"/>
                    <a:pt x="0" y="29"/>
                  </a:cubicBezTo>
                  <a:cubicBezTo>
                    <a:pt x="0" y="45"/>
                    <a:pt x="13" y="58"/>
                    <a:pt x="29" y="58"/>
                  </a:cubicBezTo>
                  <a:cubicBezTo>
                    <a:pt x="45" y="58"/>
                    <a:pt x="58" y="45"/>
                    <a:pt x="58" y="29"/>
                  </a:cubicBezTo>
                  <a:cubicBezTo>
                    <a:pt x="58" y="13"/>
                    <a:pt x="45" y="0"/>
                    <a:pt x="29" y="0"/>
                  </a:cubicBezTo>
                  <a:close/>
                  <a:moveTo>
                    <a:pt x="29" y="39"/>
                  </a:moveTo>
                  <a:cubicBezTo>
                    <a:pt x="24" y="39"/>
                    <a:pt x="19" y="34"/>
                    <a:pt x="19" y="29"/>
                  </a:cubicBezTo>
                  <a:cubicBezTo>
                    <a:pt x="19" y="23"/>
                    <a:pt x="24" y="18"/>
                    <a:pt x="29" y="18"/>
                  </a:cubicBezTo>
                  <a:cubicBezTo>
                    <a:pt x="35" y="18"/>
                    <a:pt x="40" y="23"/>
                    <a:pt x="40" y="29"/>
                  </a:cubicBezTo>
                  <a:cubicBezTo>
                    <a:pt x="40" y="34"/>
                    <a:pt x="35" y="39"/>
                    <a:pt x="29" y="39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67" name="Group 166"/>
          <p:cNvGrpSpPr/>
          <p:nvPr/>
        </p:nvGrpSpPr>
        <p:grpSpPr>
          <a:xfrm>
            <a:off x="2950633" y="3179233"/>
            <a:ext cx="584200" cy="584200"/>
            <a:chOff x="2212975" y="2384425"/>
            <a:chExt cx="438150" cy="438150"/>
          </a:xfrm>
          <a:solidFill>
            <a:schemeClr val="accent1"/>
          </a:solidFill>
        </p:grpSpPr>
        <p:sp>
          <p:nvSpPr>
            <p:cNvPr id="98" name="Freeform 98"/>
            <p:cNvSpPr>
              <a:spLocks noEditPoints="1"/>
            </p:cNvSpPr>
            <p:nvPr/>
          </p:nvSpPr>
          <p:spPr bwMode="auto">
            <a:xfrm>
              <a:off x="2363788" y="2536825"/>
              <a:ext cx="138113" cy="136525"/>
            </a:xfrm>
            <a:custGeom>
              <a:avLst/>
              <a:gdLst>
                <a:gd name="T0" fmla="*/ 1 w 138"/>
                <a:gd name="T1" fmla="*/ 68 h 137"/>
                <a:gd name="T2" fmla="*/ 68 w 138"/>
                <a:gd name="T3" fmla="*/ 137 h 137"/>
                <a:gd name="T4" fmla="*/ 69 w 138"/>
                <a:gd name="T5" fmla="*/ 137 h 137"/>
                <a:gd name="T6" fmla="*/ 69 w 138"/>
                <a:gd name="T7" fmla="*/ 137 h 137"/>
                <a:gd name="T8" fmla="*/ 137 w 138"/>
                <a:gd name="T9" fmla="*/ 69 h 137"/>
                <a:gd name="T10" fmla="*/ 70 w 138"/>
                <a:gd name="T11" fmla="*/ 0 h 137"/>
                <a:gd name="T12" fmla="*/ 69 w 138"/>
                <a:gd name="T13" fmla="*/ 0 h 137"/>
                <a:gd name="T14" fmla="*/ 1 w 138"/>
                <a:gd name="T15" fmla="*/ 68 h 137"/>
                <a:gd name="T16" fmla="*/ 69 w 138"/>
                <a:gd name="T17" fmla="*/ 19 h 137"/>
                <a:gd name="T18" fmla="*/ 70 w 138"/>
                <a:gd name="T19" fmla="*/ 19 h 137"/>
                <a:gd name="T20" fmla="*/ 119 w 138"/>
                <a:gd name="T21" fmla="*/ 69 h 137"/>
                <a:gd name="T22" fmla="*/ 69 w 138"/>
                <a:gd name="T23" fmla="*/ 118 h 137"/>
                <a:gd name="T24" fmla="*/ 69 w 138"/>
                <a:gd name="T25" fmla="*/ 118 h 137"/>
                <a:gd name="T26" fmla="*/ 20 w 138"/>
                <a:gd name="T27" fmla="*/ 68 h 137"/>
                <a:gd name="T28" fmla="*/ 69 w 138"/>
                <a:gd name="T29" fmla="*/ 19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38" h="137">
                  <a:moveTo>
                    <a:pt x="1" y="68"/>
                  </a:moveTo>
                  <a:cubicBezTo>
                    <a:pt x="0" y="105"/>
                    <a:pt x="31" y="136"/>
                    <a:pt x="68" y="137"/>
                  </a:cubicBezTo>
                  <a:cubicBezTo>
                    <a:pt x="69" y="137"/>
                    <a:pt x="69" y="137"/>
                    <a:pt x="69" y="137"/>
                  </a:cubicBezTo>
                  <a:cubicBezTo>
                    <a:pt x="69" y="137"/>
                    <a:pt x="69" y="137"/>
                    <a:pt x="69" y="137"/>
                  </a:cubicBezTo>
                  <a:cubicBezTo>
                    <a:pt x="106" y="137"/>
                    <a:pt x="137" y="106"/>
                    <a:pt x="137" y="69"/>
                  </a:cubicBezTo>
                  <a:cubicBezTo>
                    <a:pt x="138" y="31"/>
                    <a:pt x="108" y="0"/>
                    <a:pt x="70" y="0"/>
                  </a:cubicBezTo>
                  <a:cubicBezTo>
                    <a:pt x="69" y="0"/>
                    <a:pt x="69" y="0"/>
                    <a:pt x="69" y="0"/>
                  </a:cubicBezTo>
                  <a:cubicBezTo>
                    <a:pt x="32" y="0"/>
                    <a:pt x="1" y="30"/>
                    <a:pt x="1" y="68"/>
                  </a:cubicBezTo>
                  <a:close/>
                  <a:moveTo>
                    <a:pt x="69" y="19"/>
                  </a:moveTo>
                  <a:cubicBezTo>
                    <a:pt x="70" y="19"/>
                    <a:pt x="70" y="19"/>
                    <a:pt x="70" y="19"/>
                  </a:cubicBezTo>
                  <a:cubicBezTo>
                    <a:pt x="97" y="19"/>
                    <a:pt x="119" y="41"/>
                    <a:pt x="119" y="69"/>
                  </a:cubicBezTo>
                  <a:cubicBezTo>
                    <a:pt x="118" y="96"/>
                    <a:pt x="96" y="118"/>
                    <a:pt x="69" y="118"/>
                  </a:cubicBezTo>
                  <a:cubicBezTo>
                    <a:pt x="69" y="118"/>
                    <a:pt x="69" y="118"/>
                    <a:pt x="69" y="118"/>
                  </a:cubicBezTo>
                  <a:cubicBezTo>
                    <a:pt x="41" y="118"/>
                    <a:pt x="19" y="95"/>
                    <a:pt x="20" y="68"/>
                  </a:cubicBezTo>
                  <a:cubicBezTo>
                    <a:pt x="20" y="41"/>
                    <a:pt x="42" y="19"/>
                    <a:pt x="69" y="19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9" name="Oval 99"/>
            <p:cNvSpPr>
              <a:spLocks noChangeArrowheads="1"/>
            </p:cNvSpPr>
            <p:nvPr/>
          </p:nvSpPr>
          <p:spPr bwMode="auto">
            <a:xfrm>
              <a:off x="2212975" y="2582863"/>
              <a:ext cx="46038" cy="4445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0" name="Oval 100"/>
            <p:cNvSpPr>
              <a:spLocks noChangeArrowheads="1"/>
            </p:cNvSpPr>
            <p:nvPr/>
          </p:nvSpPr>
          <p:spPr bwMode="auto">
            <a:xfrm>
              <a:off x="2606675" y="2582863"/>
              <a:ext cx="44450" cy="4445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1" name="Oval 101"/>
            <p:cNvSpPr>
              <a:spLocks noChangeArrowheads="1"/>
            </p:cNvSpPr>
            <p:nvPr/>
          </p:nvSpPr>
          <p:spPr bwMode="auto">
            <a:xfrm>
              <a:off x="2409825" y="2384425"/>
              <a:ext cx="46038" cy="4603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2" name="Oval 102"/>
            <p:cNvSpPr>
              <a:spLocks noChangeArrowheads="1"/>
            </p:cNvSpPr>
            <p:nvPr/>
          </p:nvSpPr>
          <p:spPr bwMode="auto">
            <a:xfrm>
              <a:off x="2409825" y="2778125"/>
              <a:ext cx="46038" cy="4445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3" name="Oval 103"/>
            <p:cNvSpPr>
              <a:spLocks noChangeArrowheads="1"/>
            </p:cNvSpPr>
            <p:nvPr/>
          </p:nvSpPr>
          <p:spPr bwMode="auto">
            <a:xfrm>
              <a:off x="2266950" y="2438400"/>
              <a:ext cx="44450" cy="4445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4" name="Oval 104"/>
            <p:cNvSpPr>
              <a:spLocks noChangeArrowheads="1"/>
            </p:cNvSpPr>
            <p:nvPr/>
          </p:nvSpPr>
          <p:spPr bwMode="auto">
            <a:xfrm>
              <a:off x="2554288" y="2725738"/>
              <a:ext cx="46038" cy="4603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5" name="Oval 105"/>
            <p:cNvSpPr>
              <a:spLocks noChangeArrowheads="1"/>
            </p:cNvSpPr>
            <p:nvPr/>
          </p:nvSpPr>
          <p:spPr bwMode="auto">
            <a:xfrm>
              <a:off x="2554288" y="2438400"/>
              <a:ext cx="46038" cy="4445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6" name="Oval 106"/>
            <p:cNvSpPr>
              <a:spLocks noChangeArrowheads="1"/>
            </p:cNvSpPr>
            <p:nvPr/>
          </p:nvSpPr>
          <p:spPr bwMode="auto">
            <a:xfrm>
              <a:off x="2266950" y="2725738"/>
              <a:ext cx="44450" cy="4603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7" name="Freeform 107"/>
            <p:cNvSpPr>
              <a:spLocks noEditPoints="1"/>
            </p:cNvSpPr>
            <p:nvPr/>
          </p:nvSpPr>
          <p:spPr bwMode="auto">
            <a:xfrm>
              <a:off x="2324100" y="2497138"/>
              <a:ext cx="215900" cy="214313"/>
            </a:xfrm>
            <a:custGeom>
              <a:avLst/>
              <a:gdLst>
                <a:gd name="T0" fmla="*/ 206 w 216"/>
                <a:gd name="T1" fmla="*/ 0 h 215"/>
                <a:gd name="T2" fmla="*/ 109 w 216"/>
                <a:gd name="T3" fmla="*/ 0 h 215"/>
                <a:gd name="T4" fmla="*/ 108 w 216"/>
                <a:gd name="T5" fmla="*/ 0 h 215"/>
                <a:gd name="T6" fmla="*/ 1 w 216"/>
                <a:gd name="T7" fmla="*/ 106 h 215"/>
                <a:gd name="T8" fmla="*/ 31 w 216"/>
                <a:gd name="T9" fmla="*/ 183 h 215"/>
                <a:gd name="T10" fmla="*/ 107 w 216"/>
                <a:gd name="T11" fmla="*/ 215 h 215"/>
                <a:gd name="T12" fmla="*/ 108 w 216"/>
                <a:gd name="T13" fmla="*/ 215 h 215"/>
                <a:gd name="T14" fmla="*/ 108 w 216"/>
                <a:gd name="T15" fmla="*/ 215 h 215"/>
                <a:gd name="T16" fmla="*/ 216 w 216"/>
                <a:gd name="T17" fmla="*/ 108 h 215"/>
                <a:gd name="T18" fmla="*/ 216 w 216"/>
                <a:gd name="T19" fmla="*/ 9 h 215"/>
                <a:gd name="T20" fmla="*/ 206 w 216"/>
                <a:gd name="T21" fmla="*/ 0 h 215"/>
                <a:gd name="T22" fmla="*/ 197 w 216"/>
                <a:gd name="T23" fmla="*/ 108 h 215"/>
                <a:gd name="T24" fmla="*/ 108 w 216"/>
                <a:gd name="T25" fmla="*/ 196 h 215"/>
                <a:gd name="T26" fmla="*/ 107 w 216"/>
                <a:gd name="T27" fmla="*/ 196 h 215"/>
                <a:gd name="T28" fmla="*/ 45 w 216"/>
                <a:gd name="T29" fmla="*/ 170 h 215"/>
                <a:gd name="T30" fmla="*/ 19 w 216"/>
                <a:gd name="T31" fmla="*/ 106 h 215"/>
                <a:gd name="T32" fmla="*/ 108 w 216"/>
                <a:gd name="T33" fmla="*/ 18 h 215"/>
                <a:gd name="T34" fmla="*/ 197 w 216"/>
                <a:gd name="T35" fmla="*/ 18 h 215"/>
                <a:gd name="T36" fmla="*/ 197 w 216"/>
                <a:gd name="T37" fmla="*/ 108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16" h="215">
                  <a:moveTo>
                    <a:pt x="206" y="0"/>
                  </a:moveTo>
                  <a:cubicBezTo>
                    <a:pt x="109" y="0"/>
                    <a:pt x="109" y="0"/>
                    <a:pt x="109" y="0"/>
                  </a:cubicBezTo>
                  <a:cubicBezTo>
                    <a:pt x="108" y="0"/>
                    <a:pt x="108" y="0"/>
                    <a:pt x="108" y="0"/>
                  </a:cubicBezTo>
                  <a:cubicBezTo>
                    <a:pt x="49" y="0"/>
                    <a:pt x="1" y="47"/>
                    <a:pt x="1" y="106"/>
                  </a:cubicBezTo>
                  <a:cubicBezTo>
                    <a:pt x="0" y="135"/>
                    <a:pt x="11" y="162"/>
                    <a:pt x="31" y="183"/>
                  </a:cubicBezTo>
                  <a:cubicBezTo>
                    <a:pt x="51" y="203"/>
                    <a:pt x="78" y="215"/>
                    <a:pt x="107" y="215"/>
                  </a:cubicBezTo>
                  <a:cubicBezTo>
                    <a:pt x="108" y="215"/>
                    <a:pt x="108" y="215"/>
                    <a:pt x="108" y="215"/>
                  </a:cubicBezTo>
                  <a:cubicBezTo>
                    <a:pt x="108" y="215"/>
                    <a:pt x="108" y="215"/>
                    <a:pt x="108" y="215"/>
                  </a:cubicBezTo>
                  <a:cubicBezTo>
                    <a:pt x="167" y="215"/>
                    <a:pt x="215" y="167"/>
                    <a:pt x="216" y="108"/>
                  </a:cubicBezTo>
                  <a:cubicBezTo>
                    <a:pt x="216" y="9"/>
                    <a:pt x="216" y="9"/>
                    <a:pt x="216" y="9"/>
                  </a:cubicBezTo>
                  <a:cubicBezTo>
                    <a:pt x="216" y="4"/>
                    <a:pt x="212" y="0"/>
                    <a:pt x="206" y="0"/>
                  </a:cubicBezTo>
                  <a:close/>
                  <a:moveTo>
                    <a:pt x="197" y="108"/>
                  </a:moveTo>
                  <a:cubicBezTo>
                    <a:pt x="197" y="157"/>
                    <a:pt x="157" y="196"/>
                    <a:pt x="108" y="196"/>
                  </a:cubicBezTo>
                  <a:cubicBezTo>
                    <a:pt x="107" y="196"/>
                    <a:pt x="107" y="196"/>
                    <a:pt x="107" y="196"/>
                  </a:cubicBezTo>
                  <a:cubicBezTo>
                    <a:pt x="84" y="196"/>
                    <a:pt x="61" y="186"/>
                    <a:pt x="45" y="170"/>
                  </a:cubicBezTo>
                  <a:cubicBezTo>
                    <a:pt x="28" y="153"/>
                    <a:pt x="19" y="130"/>
                    <a:pt x="19" y="106"/>
                  </a:cubicBezTo>
                  <a:cubicBezTo>
                    <a:pt x="20" y="58"/>
                    <a:pt x="60" y="18"/>
                    <a:pt x="108" y="18"/>
                  </a:cubicBezTo>
                  <a:cubicBezTo>
                    <a:pt x="197" y="18"/>
                    <a:pt x="197" y="18"/>
                    <a:pt x="197" y="18"/>
                  </a:cubicBezTo>
                  <a:lnTo>
                    <a:pt x="197" y="108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66" name="Group 165"/>
          <p:cNvGrpSpPr/>
          <p:nvPr/>
        </p:nvGrpSpPr>
        <p:grpSpPr>
          <a:xfrm>
            <a:off x="2034117" y="3189817"/>
            <a:ext cx="425451" cy="567267"/>
            <a:chOff x="1525588" y="2392363"/>
            <a:chExt cx="319088" cy="425450"/>
          </a:xfrm>
          <a:solidFill>
            <a:schemeClr val="accent1"/>
          </a:solidFill>
        </p:grpSpPr>
        <p:sp>
          <p:nvSpPr>
            <p:cNvPr id="108" name="Freeform 108"/>
            <p:cNvSpPr>
              <a:spLocks noEditPoints="1"/>
            </p:cNvSpPr>
            <p:nvPr/>
          </p:nvSpPr>
          <p:spPr bwMode="auto">
            <a:xfrm>
              <a:off x="1525588" y="2392363"/>
              <a:ext cx="319088" cy="425450"/>
            </a:xfrm>
            <a:custGeom>
              <a:avLst/>
              <a:gdLst>
                <a:gd name="T0" fmla="*/ 160 w 320"/>
                <a:gd name="T1" fmla="*/ 0 h 425"/>
                <a:gd name="T2" fmla="*/ 0 w 320"/>
                <a:gd name="T3" fmla="*/ 160 h 425"/>
                <a:gd name="T4" fmla="*/ 154 w 320"/>
                <a:gd name="T5" fmla="*/ 423 h 425"/>
                <a:gd name="T6" fmla="*/ 160 w 320"/>
                <a:gd name="T7" fmla="*/ 425 h 425"/>
                <a:gd name="T8" fmla="*/ 166 w 320"/>
                <a:gd name="T9" fmla="*/ 423 h 425"/>
                <a:gd name="T10" fmla="*/ 320 w 320"/>
                <a:gd name="T11" fmla="*/ 160 h 425"/>
                <a:gd name="T12" fmla="*/ 160 w 320"/>
                <a:gd name="T13" fmla="*/ 0 h 425"/>
                <a:gd name="T14" fmla="*/ 160 w 320"/>
                <a:gd name="T15" fmla="*/ 403 h 425"/>
                <a:gd name="T16" fmla="*/ 19 w 320"/>
                <a:gd name="T17" fmla="*/ 160 h 425"/>
                <a:gd name="T18" fmla="*/ 160 w 320"/>
                <a:gd name="T19" fmla="*/ 19 h 425"/>
                <a:gd name="T20" fmla="*/ 302 w 320"/>
                <a:gd name="T21" fmla="*/ 160 h 425"/>
                <a:gd name="T22" fmla="*/ 160 w 320"/>
                <a:gd name="T23" fmla="*/ 403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20" h="425">
                  <a:moveTo>
                    <a:pt x="160" y="0"/>
                  </a:moveTo>
                  <a:cubicBezTo>
                    <a:pt x="72" y="0"/>
                    <a:pt x="0" y="72"/>
                    <a:pt x="0" y="160"/>
                  </a:cubicBezTo>
                  <a:cubicBezTo>
                    <a:pt x="0" y="292"/>
                    <a:pt x="148" y="417"/>
                    <a:pt x="154" y="423"/>
                  </a:cubicBezTo>
                  <a:cubicBezTo>
                    <a:pt x="156" y="424"/>
                    <a:pt x="158" y="425"/>
                    <a:pt x="160" y="425"/>
                  </a:cubicBezTo>
                  <a:cubicBezTo>
                    <a:pt x="162" y="425"/>
                    <a:pt x="165" y="424"/>
                    <a:pt x="166" y="423"/>
                  </a:cubicBezTo>
                  <a:cubicBezTo>
                    <a:pt x="173" y="417"/>
                    <a:pt x="320" y="294"/>
                    <a:pt x="320" y="160"/>
                  </a:cubicBezTo>
                  <a:cubicBezTo>
                    <a:pt x="320" y="72"/>
                    <a:pt x="249" y="0"/>
                    <a:pt x="160" y="0"/>
                  </a:cubicBezTo>
                  <a:close/>
                  <a:moveTo>
                    <a:pt x="160" y="403"/>
                  </a:moveTo>
                  <a:cubicBezTo>
                    <a:pt x="133" y="378"/>
                    <a:pt x="19" y="269"/>
                    <a:pt x="19" y="160"/>
                  </a:cubicBezTo>
                  <a:cubicBezTo>
                    <a:pt x="19" y="82"/>
                    <a:pt x="82" y="19"/>
                    <a:pt x="160" y="19"/>
                  </a:cubicBezTo>
                  <a:cubicBezTo>
                    <a:pt x="238" y="19"/>
                    <a:pt x="302" y="82"/>
                    <a:pt x="302" y="160"/>
                  </a:cubicBezTo>
                  <a:cubicBezTo>
                    <a:pt x="302" y="270"/>
                    <a:pt x="188" y="378"/>
                    <a:pt x="160" y="403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9" name="Freeform 109"/>
            <p:cNvSpPr>
              <a:spLocks noEditPoints="1"/>
            </p:cNvSpPr>
            <p:nvPr/>
          </p:nvSpPr>
          <p:spPr bwMode="auto">
            <a:xfrm>
              <a:off x="1603375" y="2470150"/>
              <a:ext cx="163513" cy="163513"/>
            </a:xfrm>
            <a:custGeom>
              <a:avLst/>
              <a:gdLst>
                <a:gd name="T0" fmla="*/ 81 w 163"/>
                <a:gd name="T1" fmla="*/ 0 h 163"/>
                <a:gd name="T2" fmla="*/ 0 w 163"/>
                <a:gd name="T3" fmla="*/ 82 h 163"/>
                <a:gd name="T4" fmla="*/ 81 w 163"/>
                <a:gd name="T5" fmla="*/ 163 h 163"/>
                <a:gd name="T6" fmla="*/ 163 w 163"/>
                <a:gd name="T7" fmla="*/ 82 h 163"/>
                <a:gd name="T8" fmla="*/ 81 w 163"/>
                <a:gd name="T9" fmla="*/ 0 h 163"/>
                <a:gd name="T10" fmla="*/ 81 w 163"/>
                <a:gd name="T11" fmla="*/ 145 h 163"/>
                <a:gd name="T12" fmla="*/ 19 w 163"/>
                <a:gd name="T13" fmla="*/ 82 h 163"/>
                <a:gd name="T14" fmla="*/ 81 w 163"/>
                <a:gd name="T15" fmla="*/ 19 h 163"/>
                <a:gd name="T16" fmla="*/ 144 w 163"/>
                <a:gd name="T17" fmla="*/ 82 h 163"/>
                <a:gd name="T18" fmla="*/ 81 w 163"/>
                <a:gd name="T19" fmla="*/ 145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3" h="163">
                  <a:moveTo>
                    <a:pt x="81" y="0"/>
                  </a:moveTo>
                  <a:cubicBezTo>
                    <a:pt x="36" y="0"/>
                    <a:pt x="0" y="37"/>
                    <a:pt x="0" y="82"/>
                  </a:cubicBezTo>
                  <a:cubicBezTo>
                    <a:pt x="0" y="127"/>
                    <a:pt x="36" y="163"/>
                    <a:pt x="81" y="163"/>
                  </a:cubicBezTo>
                  <a:cubicBezTo>
                    <a:pt x="126" y="163"/>
                    <a:pt x="163" y="127"/>
                    <a:pt x="163" y="82"/>
                  </a:cubicBezTo>
                  <a:cubicBezTo>
                    <a:pt x="163" y="37"/>
                    <a:pt x="126" y="0"/>
                    <a:pt x="81" y="0"/>
                  </a:cubicBezTo>
                  <a:close/>
                  <a:moveTo>
                    <a:pt x="81" y="145"/>
                  </a:moveTo>
                  <a:cubicBezTo>
                    <a:pt x="47" y="145"/>
                    <a:pt x="19" y="116"/>
                    <a:pt x="19" y="82"/>
                  </a:cubicBezTo>
                  <a:cubicBezTo>
                    <a:pt x="19" y="47"/>
                    <a:pt x="47" y="19"/>
                    <a:pt x="81" y="19"/>
                  </a:cubicBezTo>
                  <a:cubicBezTo>
                    <a:pt x="116" y="19"/>
                    <a:pt x="144" y="47"/>
                    <a:pt x="144" y="82"/>
                  </a:cubicBezTo>
                  <a:cubicBezTo>
                    <a:pt x="144" y="116"/>
                    <a:pt x="116" y="145"/>
                    <a:pt x="81" y="145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65" name="Group 164"/>
          <p:cNvGrpSpPr/>
          <p:nvPr/>
        </p:nvGrpSpPr>
        <p:grpSpPr>
          <a:xfrm>
            <a:off x="781051" y="3189817"/>
            <a:ext cx="556684" cy="567267"/>
            <a:chOff x="585788" y="2392363"/>
            <a:chExt cx="417513" cy="425450"/>
          </a:xfrm>
          <a:solidFill>
            <a:schemeClr val="accent1"/>
          </a:solidFill>
        </p:grpSpPr>
        <p:sp>
          <p:nvSpPr>
            <p:cNvPr id="110" name="Freeform 110"/>
            <p:cNvSpPr>
              <a:spLocks noEditPoints="1"/>
            </p:cNvSpPr>
            <p:nvPr/>
          </p:nvSpPr>
          <p:spPr bwMode="auto">
            <a:xfrm>
              <a:off x="585788" y="2392363"/>
              <a:ext cx="417513" cy="425450"/>
            </a:xfrm>
            <a:custGeom>
              <a:avLst/>
              <a:gdLst>
                <a:gd name="T0" fmla="*/ 400 w 417"/>
                <a:gd name="T1" fmla="*/ 106 h 425"/>
                <a:gd name="T2" fmla="*/ 284 w 417"/>
                <a:gd name="T3" fmla="*/ 83 h 425"/>
                <a:gd name="T4" fmla="*/ 133 w 417"/>
                <a:gd name="T5" fmla="*/ 83 h 425"/>
                <a:gd name="T6" fmla="*/ 17 w 417"/>
                <a:gd name="T7" fmla="*/ 106 h 425"/>
                <a:gd name="T8" fmla="*/ 17 w 417"/>
                <a:gd name="T9" fmla="*/ 319 h 425"/>
                <a:gd name="T10" fmla="*/ 86 w 417"/>
                <a:gd name="T11" fmla="*/ 347 h 425"/>
                <a:gd name="T12" fmla="*/ 208 w 417"/>
                <a:gd name="T13" fmla="*/ 425 h 425"/>
                <a:gd name="T14" fmla="*/ 331 w 417"/>
                <a:gd name="T15" fmla="*/ 347 h 425"/>
                <a:gd name="T16" fmla="*/ 400 w 417"/>
                <a:gd name="T17" fmla="*/ 319 h 425"/>
                <a:gd name="T18" fmla="*/ 331 w 417"/>
                <a:gd name="T19" fmla="*/ 96 h 425"/>
                <a:gd name="T20" fmla="*/ 349 w 417"/>
                <a:gd name="T21" fmla="*/ 199 h 425"/>
                <a:gd name="T22" fmla="*/ 289 w 417"/>
                <a:gd name="T23" fmla="*/ 101 h 425"/>
                <a:gd name="T24" fmla="*/ 246 w 417"/>
                <a:gd name="T25" fmla="*/ 278 h 425"/>
                <a:gd name="T26" fmla="*/ 170 w 417"/>
                <a:gd name="T27" fmla="*/ 278 h 425"/>
                <a:gd name="T28" fmla="*/ 133 w 417"/>
                <a:gd name="T29" fmla="*/ 212 h 425"/>
                <a:gd name="T30" fmla="*/ 170 w 417"/>
                <a:gd name="T31" fmla="*/ 147 h 425"/>
                <a:gd name="T32" fmla="*/ 246 w 417"/>
                <a:gd name="T33" fmla="*/ 147 h 425"/>
                <a:gd name="T34" fmla="*/ 284 w 417"/>
                <a:gd name="T35" fmla="*/ 212 h 425"/>
                <a:gd name="T36" fmla="*/ 246 w 417"/>
                <a:gd name="T37" fmla="*/ 278 h 425"/>
                <a:gd name="T38" fmla="*/ 271 w 417"/>
                <a:gd name="T39" fmla="*/ 320 h 425"/>
                <a:gd name="T40" fmla="*/ 256 w 417"/>
                <a:gd name="T41" fmla="*/ 294 h 425"/>
                <a:gd name="T42" fmla="*/ 185 w 417"/>
                <a:gd name="T43" fmla="*/ 307 h 425"/>
                <a:gd name="T44" fmla="*/ 137 w 417"/>
                <a:gd name="T45" fmla="*/ 280 h 425"/>
                <a:gd name="T46" fmla="*/ 185 w 417"/>
                <a:gd name="T47" fmla="*/ 307 h 425"/>
                <a:gd name="T48" fmla="*/ 81 w 417"/>
                <a:gd name="T49" fmla="*/ 212 h 425"/>
                <a:gd name="T50" fmla="*/ 114 w 417"/>
                <a:gd name="T51" fmla="*/ 212 h 425"/>
                <a:gd name="T52" fmla="*/ 137 w 417"/>
                <a:gd name="T53" fmla="*/ 145 h 425"/>
                <a:gd name="T54" fmla="*/ 185 w 417"/>
                <a:gd name="T55" fmla="*/ 117 h 425"/>
                <a:gd name="T56" fmla="*/ 137 w 417"/>
                <a:gd name="T57" fmla="*/ 145 h 425"/>
                <a:gd name="T58" fmla="*/ 271 w 417"/>
                <a:gd name="T59" fmla="*/ 105 h 425"/>
                <a:gd name="T60" fmla="*/ 256 w 417"/>
                <a:gd name="T61" fmla="*/ 130 h 425"/>
                <a:gd name="T62" fmla="*/ 302 w 417"/>
                <a:gd name="T63" fmla="*/ 184 h 425"/>
                <a:gd name="T64" fmla="*/ 302 w 417"/>
                <a:gd name="T65" fmla="*/ 241 h 425"/>
                <a:gd name="T66" fmla="*/ 302 w 417"/>
                <a:gd name="T67" fmla="*/ 184 h 425"/>
                <a:gd name="T68" fmla="*/ 266 w 417"/>
                <a:gd name="T69" fmla="*/ 87 h 425"/>
                <a:gd name="T70" fmla="*/ 151 w 417"/>
                <a:gd name="T71" fmla="*/ 87 h 425"/>
                <a:gd name="T72" fmla="*/ 33 w 417"/>
                <a:gd name="T73" fmla="*/ 115 h 425"/>
                <a:gd name="T74" fmla="*/ 128 w 417"/>
                <a:gd name="T75" fmla="*/ 101 h 425"/>
                <a:gd name="T76" fmla="*/ 68 w 417"/>
                <a:gd name="T77" fmla="*/ 199 h 425"/>
                <a:gd name="T78" fmla="*/ 86 w 417"/>
                <a:gd name="T79" fmla="*/ 328 h 425"/>
                <a:gd name="T80" fmla="*/ 33 w 417"/>
                <a:gd name="T81" fmla="*/ 309 h 425"/>
                <a:gd name="T82" fmla="*/ 117 w 417"/>
                <a:gd name="T83" fmla="*/ 266 h 425"/>
                <a:gd name="T84" fmla="*/ 86 w 417"/>
                <a:gd name="T85" fmla="*/ 328 h 425"/>
                <a:gd name="T86" fmla="*/ 151 w 417"/>
                <a:gd name="T87" fmla="*/ 338 h 425"/>
                <a:gd name="T88" fmla="*/ 266 w 417"/>
                <a:gd name="T89" fmla="*/ 338 h 425"/>
                <a:gd name="T90" fmla="*/ 384 w 417"/>
                <a:gd name="T91" fmla="*/ 309 h 425"/>
                <a:gd name="T92" fmla="*/ 289 w 417"/>
                <a:gd name="T93" fmla="*/ 324 h 425"/>
                <a:gd name="T94" fmla="*/ 349 w 417"/>
                <a:gd name="T95" fmla="*/ 226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17" h="425">
                  <a:moveTo>
                    <a:pt x="362" y="212"/>
                  </a:moveTo>
                  <a:cubicBezTo>
                    <a:pt x="398" y="174"/>
                    <a:pt x="417" y="135"/>
                    <a:pt x="400" y="106"/>
                  </a:cubicBezTo>
                  <a:cubicBezTo>
                    <a:pt x="389" y="87"/>
                    <a:pt x="365" y="77"/>
                    <a:pt x="331" y="77"/>
                  </a:cubicBezTo>
                  <a:cubicBezTo>
                    <a:pt x="316" y="77"/>
                    <a:pt x="300" y="79"/>
                    <a:pt x="284" y="83"/>
                  </a:cubicBezTo>
                  <a:cubicBezTo>
                    <a:pt x="267" y="32"/>
                    <a:pt x="239" y="0"/>
                    <a:pt x="208" y="0"/>
                  </a:cubicBezTo>
                  <a:cubicBezTo>
                    <a:pt x="177" y="0"/>
                    <a:pt x="150" y="32"/>
                    <a:pt x="133" y="83"/>
                  </a:cubicBezTo>
                  <a:cubicBezTo>
                    <a:pt x="116" y="79"/>
                    <a:pt x="101" y="77"/>
                    <a:pt x="86" y="77"/>
                  </a:cubicBezTo>
                  <a:cubicBezTo>
                    <a:pt x="52" y="77"/>
                    <a:pt x="28" y="87"/>
                    <a:pt x="17" y="106"/>
                  </a:cubicBezTo>
                  <a:cubicBezTo>
                    <a:pt x="0" y="135"/>
                    <a:pt x="19" y="174"/>
                    <a:pt x="55" y="212"/>
                  </a:cubicBezTo>
                  <a:cubicBezTo>
                    <a:pt x="19" y="251"/>
                    <a:pt x="0" y="290"/>
                    <a:pt x="17" y="319"/>
                  </a:cubicBezTo>
                  <a:cubicBezTo>
                    <a:pt x="28" y="337"/>
                    <a:pt x="52" y="347"/>
                    <a:pt x="86" y="347"/>
                  </a:cubicBezTo>
                  <a:cubicBezTo>
                    <a:pt x="86" y="347"/>
                    <a:pt x="86" y="347"/>
                    <a:pt x="86" y="347"/>
                  </a:cubicBezTo>
                  <a:cubicBezTo>
                    <a:pt x="101" y="347"/>
                    <a:pt x="116" y="345"/>
                    <a:pt x="133" y="342"/>
                  </a:cubicBezTo>
                  <a:cubicBezTo>
                    <a:pt x="150" y="393"/>
                    <a:pt x="177" y="425"/>
                    <a:pt x="208" y="425"/>
                  </a:cubicBezTo>
                  <a:cubicBezTo>
                    <a:pt x="239" y="425"/>
                    <a:pt x="267" y="393"/>
                    <a:pt x="284" y="342"/>
                  </a:cubicBezTo>
                  <a:cubicBezTo>
                    <a:pt x="300" y="345"/>
                    <a:pt x="316" y="347"/>
                    <a:pt x="331" y="347"/>
                  </a:cubicBezTo>
                  <a:cubicBezTo>
                    <a:pt x="331" y="347"/>
                    <a:pt x="331" y="347"/>
                    <a:pt x="331" y="347"/>
                  </a:cubicBezTo>
                  <a:cubicBezTo>
                    <a:pt x="365" y="347"/>
                    <a:pt x="389" y="337"/>
                    <a:pt x="400" y="319"/>
                  </a:cubicBezTo>
                  <a:cubicBezTo>
                    <a:pt x="417" y="290"/>
                    <a:pt x="398" y="251"/>
                    <a:pt x="362" y="212"/>
                  </a:cubicBezTo>
                  <a:close/>
                  <a:moveTo>
                    <a:pt x="331" y="96"/>
                  </a:moveTo>
                  <a:cubicBezTo>
                    <a:pt x="358" y="96"/>
                    <a:pt x="377" y="103"/>
                    <a:pt x="384" y="115"/>
                  </a:cubicBezTo>
                  <a:cubicBezTo>
                    <a:pt x="395" y="134"/>
                    <a:pt x="380" y="166"/>
                    <a:pt x="349" y="199"/>
                  </a:cubicBezTo>
                  <a:cubicBezTo>
                    <a:pt x="334" y="185"/>
                    <a:pt x="318" y="172"/>
                    <a:pt x="300" y="159"/>
                  </a:cubicBezTo>
                  <a:cubicBezTo>
                    <a:pt x="298" y="138"/>
                    <a:pt x="294" y="118"/>
                    <a:pt x="289" y="101"/>
                  </a:cubicBezTo>
                  <a:cubicBezTo>
                    <a:pt x="304" y="98"/>
                    <a:pt x="318" y="96"/>
                    <a:pt x="331" y="96"/>
                  </a:cubicBezTo>
                  <a:close/>
                  <a:moveTo>
                    <a:pt x="246" y="278"/>
                  </a:moveTo>
                  <a:cubicBezTo>
                    <a:pt x="234" y="285"/>
                    <a:pt x="221" y="292"/>
                    <a:pt x="208" y="297"/>
                  </a:cubicBezTo>
                  <a:cubicBezTo>
                    <a:pt x="196" y="292"/>
                    <a:pt x="183" y="285"/>
                    <a:pt x="170" y="278"/>
                  </a:cubicBezTo>
                  <a:cubicBezTo>
                    <a:pt x="158" y="271"/>
                    <a:pt x="146" y="263"/>
                    <a:pt x="134" y="255"/>
                  </a:cubicBezTo>
                  <a:cubicBezTo>
                    <a:pt x="133" y="242"/>
                    <a:pt x="133" y="227"/>
                    <a:pt x="133" y="212"/>
                  </a:cubicBezTo>
                  <a:cubicBezTo>
                    <a:pt x="133" y="197"/>
                    <a:pt x="133" y="183"/>
                    <a:pt x="134" y="169"/>
                  </a:cubicBezTo>
                  <a:cubicBezTo>
                    <a:pt x="146" y="162"/>
                    <a:pt x="158" y="154"/>
                    <a:pt x="170" y="147"/>
                  </a:cubicBezTo>
                  <a:cubicBezTo>
                    <a:pt x="183" y="139"/>
                    <a:pt x="196" y="133"/>
                    <a:pt x="208" y="127"/>
                  </a:cubicBezTo>
                  <a:cubicBezTo>
                    <a:pt x="221" y="133"/>
                    <a:pt x="234" y="139"/>
                    <a:pt x="246" y="147"/>
                  </a:cubicBezTo>
                  <a:cubicBezTo>
                    <a:pt x="259" y="154"/>
                    <a:pt x="271" y="162"/>
                    <a:pt x="282" y="169"/>
                  </a:cubicBezTo>
                  <a:cubicBezTo>
                    <a:pt x="284" y="183"/>
                    <a:pt x="284" y="197"/>
                    <a:pt x="284" y="212"/>
                  </a:cubicBezTo>
                  <a:cubicBezTo>
                    <a:pt x="284" y="227"/>
                    <a:pt x="284" y="242"/>
                    <a:pt x="282" y="255"/>
                  </a:cubicBezTo>
                  <a:cubicBezTo>
                    <a:pt x="271" y="263"/>
                    <a:pt x="259" y="271"/>
                    <a:pt x="246" y="278"/>
                  </a:cubicBezTo>
                  <a:close/>
                  <a:moveTo>
                    <a:pt x="279" y="280"/>
                  </a:moveTo>
                  <a:cubicBezTo>
                    <a:pt x="277" y="294"/>
                    <a:pt x="274" y="308"/>
                    <a:pt x="271" y="320"/>
                  </a:cubicBezTo>
                  <a:cubicBezTo>
                    <a:pt x="258" y="317"/>
                    <a:pt x="245" y="312"/>
                    <a:pt x="231" y="307"/>
                  </a:cubicBezTo>
                  <a:cubicBezTo>
                    <a:pt x="240" y="303"/>
                    <a:pt x="248" y="299"/>
                    <a:pt x="256" y="294"/>
                  </a:cubicBezTo>
                  <a:cubicBezTo>
                    <a:pt x="264" y="290"/>
                    <a:pt x="272" y="285"/>
                    <a:pt x="279" y="280"/>
                  </a:cubicBezTo>
                  <a:close/>
                  <a:moveTo>
                    <a:pt x="185" y="307"/>
                  </a:moveTo>
                  <a:cubicBezTo>
                    <a:pt x="172" y="312"/>
                    <a:pt x="159" y="317"/>
                    <a:pt x="146" y="320"/>
                  </a:cubicBezTo>
                  <a:cubicBezTo>
                    <a:pt x="142" y="308"/>
                    <a:pt x="140" y="294"/>
                    <a:pt x="137" y="280"/>
                  </a:cubicBezTo>
                  <a:cubicBezTo>
                    <a:pt x="145" y="285"/>
                    <a:pt x="153" y="290"/>
                    <a:pt x="161" y="294"/>
                  </a:cubicBezTo>
                  <a:cubicBezTo>
                    <a:pt x="169" y="299"/>
                    <a:pt x="177" y="303"/>
                    <a:pt x="185" y="307"/>
                  </a:cubicBezTo>
                  <a:close/>
                  <a:moveTo>
                    <a:pt x="115" y="241"/>
                  </a:moveTo>
                  <a:cubicBezTo>
                    <a:pt x="102" y="231"/>
                    <a:pt x="91" y="222"/>
                    <a:pt x="81" y="212"/>
                  </a:cubicBezTo>
                  <a:cubicBezTo>
                    <a:pt x="91" y="203"/>
                    <a:pt x="102" y="193"/>
                    <a:pt x="115" y="184"/>
                  </a:cubicBezTo>
                  <a:cubicBezTo>
                    <a:pt x="114" y="193"/>
                    <a:pt x="114" y="203"/>
                    <a:pt x="114" y="212"/>
                  </a:cubicBezTo>
                  <a:cubicBezTo>
                    <a:pt x="114" y="222"/>
                    <a:pt x="114" y="231"/>
                    <a:pt x="115" y="241"/>
                  </a:cubicBezTo>
                  <a:close/>
                  <a:moveTo>
                    <a:pt x="137" y="145"/>
                  </a:moveTo>
                  <a:cubicBezTo>
                    <a:pt x="140" y="131"/>
                    <a:pt x="142" y="117"/>
                    <a:pt x="146" y="105"/>
                  </a:cubicBezTo>
                  <a:cubicBezTo>
                    <a:pt x="159" y="108"/>
                    <a:pt x="172" y="112"/>
                    <a:pt x="185" y="117"/>
                  </a:cubicBezTo>
                  <a:cubicBezTo>
                    <a:pt x="177" y="122"/>
                    <a:pt x="169" y="126"/>
                    <a:pt x="161" y="130"/>
                  </a:cubicBezTo>
                  <a:cubicBezTo>
                    <a:pt x="153" y="135"/>
                    <a:pt x="145" y="140"/>
                    <a:pt x="137" y="145"/>
                  </a:cubicBezTo>
                  <a:close/>
                  <a:moveTo>
                    <a:pt x="231" y="117"/>
                  </a:moveTo>
                  <a:cubicBezTo>
                    <a:pt x="245" y="112"/>
                    <a:pt x="258" y="108"/>
                    <a:pt x="271" y="105"/>
                  </a:cubicBezTo>
                  <a:cubicBezTo>
                    <a:pt x="274" y="117"/>
                    <a:pt x="277" y="131"/>
                    <a:pt x="279" y="145"/>
                  </a:cubicBezTo>
                  <a:cubicBezTo>
                    <a:pt x="272" y="140"/>
                    <a:pt x="264" y="135"/>
                    <a:pt x="256" y="130"/>
                  </a:cubicBezTo>
                  <a:cubicBezTo>
                    <a:pt x="248" y="126"/>
                    <a:pt x="240" y="122"/>
                    <a:pt x="231" y="117"/>
                  </a:cubicBezTo>
                  <a:close/>
                  <a:moveTo>
                    <a:pt x="302" y="184"/>
                  </a:moveTo>
                  <a:cubicBezTo>
                    <a:pt x="314" y="193"/>
                    <a:pt x="326" y="203"/>
                    <a:pt x="335" y="212"/>
                  </a:cubicBezTo>
                  <a:cubicBezTo>
                    <a:pt x="326" y="222"/>
                    <a:pt x="314" y="231"/>
                    <a:pt x="302" y="241"/>
                  </a:cubicBezTo>
                  <a:cubicBezTo>
                    <a:pt x="303" y="231"/>
                    <a:pt x="303" y="222"/>
                    <a:pt x="303" y="212"/>
                  </a:cubicBezTo>
                  <a:cubicBezTo>
                    <a:pt x="303" y="203"/>
                    <a:pt x="303" y="193"/>
                    <a:pt x="302" y="184"/>
                  </a:cubicBezTo>
                  <a:close/>
                  <a:moveTo>
                    <a:pt x="208" y="19"/>
                  </a:moveTo>
                  <a:cubicBezTo>
                    <a:pt x="229" y="19"/>
                    <a:pt x="251" y="44"/>
                    <a:pt x="266" y="87"/>
                  </a:cubicBezTo>
                  <a:cubicBezTo>
                    <a:pt x="247" y="92"/>
                    <a:pt x="228" y="98"/>
                    <a:pt x="208" y="107"/>
                  </a:cubicBezTo>
                  <a:cubicBezTo>
                    <a:pt x="189" y="98"/>
                    <a:pt x="170" y="92"/>
                    <a:pt x="151" y="87"/>
                  </a:cubicBezTo>
                  <a:cubicBezTo>
                    <a:pt x="166" y="44"/>
                    <a:pt x="188" y="19"/>
                    <a:pt x="208" y="19"/>
                  </a:cubicBezTo>
                  <a:close/>
                  <a:moveTo>
                    <a:pt x="33" y="115"/>
                  </a:moveTo>
                  <a:cubicBezTo>
                    <a:pt x="40" y="103"/>
                    <a:pt x="59" y="96"/>
                    <a:pt x="86" y="96"/>
                  </a:cubicBezTo>
                  <a:cubicBezTo>
                    <a:pt x="99" y="96"/>
                    <a:pt x="113" y="98"/>
                    <a:pt x="128" y="101"/>
                  </a:cubicBezTo>
                  <a:cubicBezTo>
                    <a:pt x="123" y="118"/>
                    <a:pt x="119" y="138"/>
                    <a:pt x="117" y="159"/>
                  </a:cubicBezTo>
                  <a:cubicBezTo>
                    <a:pt x="99" y="172"/>
                    <a:pt x="83" y="185"/>
                    <a:pt x="68" y="199"/>
                  </a:cubicBezTo>
                  <a:cubicBezTo>
                    <a:pt x="37" y="166"/>
                    <a:pt x="22" y="134"/>
                    <a:pt x="33" y="115"/>
                  </a:cubicBezTo>
                  <a:close/>
                  <a:moveTo>
                    <a:pt x="86" y="328"/>
                  </a:moveTo>
                  <a:cubicBezTo>
                    <a:pt x="86" y="328"/>
                    <a:pt x="86" y="328"/>
                    <a:pt x="86" y="328"/>
                  </a:cubicBezTo>
                  <a:cubicBezTo>
                    <a:pt x="59" y="328"/>
                    <a:pt x="40" y="322"/>
                    <a:pt x="33" y="309"/>
                  </a:cubicBezTo>
                  <a:cubicBezTo>
                    <a:pt x="22" y="290"/>
                    <a:pt x="37" y="259"/>
                    <a:pt x="68" y="226"/>
                  </a:cubicBezTo>
                  <a:cubicBezTo>
                    <a:pt x="83" y="239"/>
                    <a:pt x="99" y="253"/>
                    <a:pt x="117" y="266"/>
                  </a:cubicBezTo>
                  <a:cubicBezTo>
                    <a:pt x="119" y="287"/>
                    <a:pt x="123" y="306"/>
                    <a:pt x="128" y="324"/>
                  </a:cubicBezTo>
                  <a:cubicBezTo>
                    <a:pt x="113" y="327"/>
                    <a:pt x="99" y="328"/>
                    <a:pt x="86" y="328"/>
                  </a:cubicBezTo>
                  <a:close/>
                  <a:moveTo>
                    <a:pt x="208" y="406"/>
                  </a:moveTo>
                  <a:cubicBezTo>
                    <a:pt x="188" y="406"/>
                    <a:pt x="166" y="381"/>
                    <a:pt x="151" y="338"/>
                  </a:cubicBezTo>
                  <a:cubicBezTo>
                    <a:pt x="170" y="333"/>
                    <a:pt x="189" y="326"/>
                    <a:pt x="208" y="318"/>
                  </a:cubicBezTo>
                  <a:cubicBezTo>
                    <a:pt x="228" y="326"/>
                    <a:pt x="247" y="333"/>
                    <a:pt x="266" y="338"/>
                  </a:cubicBezTo>
                  <a:cubicBezTo>
                    <a:pt x="251" y="381"/>
                    <a:pt x="229" y="406"/>
                    <a:pt x="208" y="406"/>
                  </a:cubicBezTo>
                  <a:close/>
                  <a:moveTo>
                    <a:pt x="384" y="309"/>
                  </a:moveTo>
                  <a:cubicBezTo>
                    <a:pt x="377" y="322"/>
                    <a:pt x="358" y="328"/>
                    <a:pt x="331" y="328"/>
                  </a:cubicBezTo>
                  <a:cubicBezTo>
                    <a:pt x="318" y="328"/>
                    <a:pt x="304" y="327"/>
                    <a:pt x="289" y="324"/>
                  </a:cubicBezTo>
                  <a:cubicBezTo>
                    <a:pt x="294" y="306"/>
                    <a:pt x="298" y="287"/>
                    <a:pt x="300" y="266"/>
                  </a:cubicBezTo>
                  <a:cubicBezTo>
                    <a:pt x="318" y="253"/>
                    <a:pt x="334" y="239"/>
                    <a:pt x="349" y="226"/>
                  </a:cubicBezTo>
                  <a:cubicBezTo>
                    <a:pt x="380" y="259"/>
                    <a:pt x="395" y="290"/>
                    <a:pt x="384" y="309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1" name="Freeform 111"/>
            <p:cNvSpPr>
              <a:spLocks noEditPoints="1"/>
            </p:cNvSpPr>
            <p:nvPr/>
          </p:nvSpPr>
          <p:spPr bwMode="auto">
            <a:xfrm>
              <a:off x="758825" y="2568575"/>
              <a:ext cx="71438" cy="71438"/>
            </a:xfrm>
            <a:custGeom>
              <a:avLst/>
              <a:gdLst>
                <a:gd name="T0" fmla="*/ 35 w 71"/>
                <a:gd name="T1" fmla="*/ 0 h 71"/>
                <a:gd name="T2" fmla="*/ 0 w 71"/>
                <a:gd name="T3" fmla="*/ 35 h 71"/>
                <a:gd name="T4" fmla="*/ 35 w 71"/>
                <a:gd name="T5" fmla="*/ 71 h 71"/>
                <a:gd name="T6" fmla="*/ 71 w 71"/>
                <a:gd name="T7" fmla="*/ 35 h 71"/>
                <a:gd name="T8" fmla="*/ 35 w 71"/>
                <a:gd name="T9" fmla="*/ 0 h 71"/>
                <a:gd name="T10" fmla="*/ 35 w 71"/>
                <a:gd name="T11" fmla="*/ 52 h 71"/>
                <a:gd name="T12" fmla="*/ 19 w 71"/>
                <a:gd name="T13" fmla="*/ 35 h 71"/>
                <a:gd name="T14" fmla="*/ 35 w 71"/>
                <a:gd name="T15" fmla="*/ 18 h 71"/>
                <a:gd name="T16" fmla="*/ 52 w 71"/>
                <a:gd name="T17" fmla="*/ 35 h 71"/>
                <a:gd name="T18" fmla="*/ 35 w 71"/>
                <a:gd name="T19" fmla="*/ 52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1" h="71">
                  <a:moveTo>
                    <a:pt x="35" y="0"/>
                  </a:moveTo>
                  <a:cubicBezTo>
                    <a:pt x="16" y="0"/>
                    <a:pt x="0" y="16"/>
                    <a:pt x="0" y="35"/>
                  </a:cubicBezTo>
                  <a:cubicBezTo>
                    <a:pt x="0" y="55"/>
                    <a:pt x="16" y="71"/>
                    <a:pt x="35" y="71"/>
                  </a:cubicBezTo>
                  <a:cubicBezTo>
                    <a:pt x="55" y="71"/>
                    <a:pt x="71" y="55"/>
                    <a:pt x="71" y="35"/>
                  </a:cubicBezTo>
                  <a:cubicBezTo>
                    <a:pt x="71" y="16"/>
                    <a:pt x="55" y="0"/>
                    <a:pt x="35" y="0"/>
                  </a:cubicBezTo>
                  <a:close/>
                  <a:moveTo>
                    <a:pt x="35" y="52"/>
                  </a:moveTo>
                  <a:cubicBezTo>
                    <a:pt x="26" y="52"/>
                    <a:pt x="19" y="45"/>
                    <a:pt x="19" y="35"/>
                  </a:cubicBezTo>
                  <a:cubicBezTo>
                    <a:pt x="19" y="26"/>
                    <a:pt x="26" y="18"/>
                    <a:pt x="35" y="18"/>
                  </a:cubicBezTo>
                  <a:cubicBezTo>
                    <a:pt x="45" y="18"/>
                    <a:pt x="52" y="26"/>
                    <a:pt x="52" y="35"/>
                  </a:cubicBezTo>
                  <a:cubicBezTo>
                    <a:pt x="52" y="45"/>
                    <a:pt x="45" y="52"/>
                    <a:pt x="35" y="52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71" name="Group 170"/>
          <p:cNvGrpSpPr/>
          <p:nvPr/>
        </p:nvGrpSpPr>
        <p:grpSpPr>
          <a:xfrm>
            <a:off x="10545233" y="2283885"/>
            <a:ext cx="440267" cy="563033"/>
            <a:chOff x="7908925" y="1712913"/>
            <a:chExt cx="330200" cy="422275"/>
          </a:xfrm>
          <a:solidFill>
            <a:schemeClr val="accent1"/>
          </a:solidFill>
        </p:grpSpPr>
        <p:sp>
          <p:nvSpPr>
            <p:cNvPr id="112" name="Freeform 112"/>
            <p:cNvSpPr>
              <a:spLocks noEditPoints="1"/>
            </p:cNvSpPr>
            <p:nvPr/>
          </p:nvSpPr>
          <p:spPr bwMode="auto">
            <a:xfrm>
              <a:off x="7948613" y="1724025"/>
              <a:ext cx="280988" cy="279400"/>
            </a:xfrm>
            <a:custGeom>
              <a:avLst/>
              <a:gdLst>
                <a:gd name="T0" fmla="*/ 140 w 281"/>
                <a:gd name="T1" fmla="*/ 280 h 280"/>
                <a:gd name="T2" fmla="*/ 281 w 281"/>
                <a:gd name="T3" fmla="*/ 140 h 280"/>
                <a:gd name="T4" fmla="*/ 140 w 281"/>
                <a:gd name="T5" fmla="*/ 0 h 280"/>
                <a:gd name="T6" fmla="*/ 0 w 281"/>
                <a:gd name="T7" fmla="*/ 140 h 280"/>
                <a:gd name="T8" fmla="*/ 140 w 281"/>
                <a:gd name="T9" fmla="*/ 280 h 280"/>
                <a:gd name="T10" fmla="*/ 140 w 281"/>
                <a:gd name="T11" fmla="*/ 18 h 280"/>
                <a:gd name="T12" fmla="*/ 262 w 281"/>
                <a:gd name="T13" fmla="*/ 140 h 280"/>
                <a:gd name="T14" fmla="*/ 140 w 281"/>
                <a:gd name="T15" fmla="*/ 262 h 280"/>
                <a:gd name="T16" fmla="*/ 19 w 281"/>
                <a:gd name="T17" fmla="*/ 140 h 280"/>
                <a:gd name="T18" fmla="*/ 140 w 281"/>
                <a:gd name="T19" fmla="*/ 18 h 2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1" h="280">
                  <a:moveTo>
                    <a:pt x="140" y="280"/>
                  </a:moveTo>
                  <a:cubicBezTo>
                    <a:pt x="218" y="280"/>
                    <a:pt x="281" y="217"/>
                    <a:pt x="281" y="140"/>
                  </a:cubicBezTo>
                  <a:cubicBezTo>
                    <a:pt x="281" y="63"/>
                    <a:pt x="218" y="0"/>
                    <a:pt x="140" y="0"/>
                  </a:cubicBezTo>
                  <a:cubicBezTo>
                    <a:pt x="63" y="0"/>
                    <a:pt x="0" y="63"/>
                    <a:pt x="0" y="140"/>
                  </a:cubicBezTo>
                  <a:cubicBezTo>
                    <a:pt x="0" y="217"/>
                    <a:pt x="63" y="280"/>
                    <a:pt x="140" y="280"/>
                  </a:cubicBezTo>
                  <a:close/>
                  <a:moveTo>
                    <a:pt x="140" y="18"/>
                  </a:moveTo>
                  <a:cubicBezTo>
                    <a:pt x="208" y="18"/>
                    <a:pt x="262" y="73"/>
                    <a:pt x="262" y="140"/>
                  </a:cubicBezTo>
                  <a:cubicBezTo>
                    <a:pt x="262" y="207"/>
                    <a:pt x="208" y="262"/>
                    <a:pt x="140" y="262"/>
                  </a:cubicBezTo>
                  <a:cubicBezTo>
                    <a:pt x="73" y="262"/>
                    <a:pt x="19" y="207"/>
                    <a:pt x="19" y="140"/>
                  </a:cubicBezTo>
                  <a:cubicBezTo>
                    <a:pt x="19" y="73"/>
                    <a:pt x="73" y="18"/>
                    <a:pt x="140" y="1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3" name="Freeform 113"/>
            <p:cNvSpPr>
              <a:spLocks noEditPoints="1"/>
            </p:cNvSpPr>
            <p:nvPr/>
          </p:nvSpPr>
          <p:spPr bwMode="auto">
            <a:xfrm>
              <a:off x="8001000" y="2076450"/>
              <a:ext cx="176213" cy="58738"/>
            </a:xfrm>
            <a:custGeom>
              <a:avLst/>
              <a:gdLst>
                <a:gd name="T0" fmla="*/ 147 w 176"/>
                <a:gd name="T1" fmla="*/ 0 h 58"/>
                <a:gd name="T2" fmla="*/ 30 w 176"/>
                <a:gd name="T3" fmla="*/ 0 h 58"/>
                <a:gd name="T4" fmla="*/ 0 w 176"/>
                <a:gd name="T5" fmla="*/ 29 h 58"/>
                <a:gd name="T6" fmla="*/ 0 w 176"/>
                <a:gd name="T7" fmla="*/ 49 h 58"/>
                <a:gd name="T8" fmla="*/ 10 w 176"/>
                <a:gd name="T9" fmla="*/ 58 h 58"/>
                <a:gd name="T10" fmla="*/ 167 w 176"/>
                <a:gd name="T11" fmla="*/ 58 h 58"/>
                <a:gd name="T12" fmla="*/ 176 w 176"/>
                <a:gd name="T13" fmla="*/ 49 h 58"/>
                <a:gd name="T14" fmla="*/ 176 w 176"/>
                <a:gd name="T15" fmla="*/ 30 h 58"/>
                <a:gd name="T16" fmla="*/ 147 w 176"/>
                <a:gd name="T17" fmla="*/ 0 h 58"/>
                <a:gd name="T18" fmla="*/ 158 w 176"/>
                <a:gd name="T19" fmla="*/ 40 h 58"/>
                <a:gd name="T20" fmla="*/ 19 w 176"/>
                <a:gd name="T21" fmla="*/ 40 h 58"/>
                <a:gd name="T22" fmla="*/ 19 w 176"/>
                <a:gd name="T23" fmla="*/ 29 h 58"/>
                <a:gd name="T24" fmla="*/ 30 w 176"/>
                <a:gd name="T25" fmla="*/ 19 h 58"/>
                <a:gd name="T26" fmla="*/ 147 w 176"/>
                <a:gd name="T27" fmla="*/ 19 h 58"/>
                <a:gd name="T28" fmla="*/ 158 w 176"/>
                <a:gd name="T29" fmla="*/ 30 h 58"/>
                <a:gd name="T30" fmla="*/ 158 w 176"/>
                <a:gd name="T31" fmla="*/ 40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76" h="58">
                  <a:moveTo>
                    <a:pt x="147" y="0"/>
                  </a:moveTo>
                  <a:cubicBezTo>
                    <a:pt x="30" y="0"/>
                    <a:pt x="30" y="0"/>
                    <a:pt x="30" y="0"/>
                  </a:cubicBezTo>
                  <a:cubicBezTo>
                    <a:pt x="13" y="0"/>
                    <a:pt x="0" y="13"/>
                    <a:pt x="0" y="29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54"/>
                    <a:pt x="5" y="58"/>
                    <a:pt x="10" y="58"/>
                  </a:cubicBezTo>
                  <a:cubicBezTo>
                    <a:pt x="167" y="58"/>
                    <a:pt x="167" y="58"/>
                    <a:pt x="167" y="58"/>
                  </a:cubicBezTo>
                  <a:cubicBezTo>
                    <a:pt x="172" y="58"/>
                    <a:pt x="176" y="54"/>
                    <a:pt x="176" y="49"/>
                  </a:cubicBezTo>
                  <a:cubicBezTo>
                    <a:pt x="176" y="30"/>
                    <a:pt x="176" y="30"/>
                    <a:pt x="176" y="30"/>
                  </a:cubicBezTo>
                  <a:cubicBezTo>
                    <a:pt x="176" y="14"/>
                    <a:pt x="164" y="0"/>
                    <a:pt x="147" y="0"/>
                  </a:cubicBezTo>
                  <a:close/>
                  <a:moveTo>
                    <a:pt x="158" y="40"/>
                  </a:moveTo>
                  <a:cubicBezTo>
                    <a:pt x="19" y="40"/>
                    <a:pt x="19" y="40"/>
                    <a:pt x="19" y="40"/>
                  </a:cubicBezTo>
                  <a:cubicBezTo>
                    <a:pt x="19" y="29"/>
                    <a:pt x="19" y="29"/>
                    <a:pt x="19" y="29"/>
                  </a:cubicBezTo>
                  <a:cubicBezTo>
                    <a:pt x="19" y="23"/>
                    <a:pt x="23" y="19"/>
                    <a:pt x="30" y="19"/>
                  </a:cubicBezTo>
                  <a:cubicBezTo>
                    <a:pt x="147" y="19"/>
                    <a:pt x="147" y="19"/>
                    <a:pt x="147" y="19"/>
                  </a:cubicBezTo>
                  <a:cubicBezTo>
                    <a:pt x="153" y="19"/>
                    <a:pt x="158" y="24"/>
                    <a:pt x="158" y="30"/>
                  </a:cubicBezTo>
                  <a:lnTo>
                    <a:pt x="158" y="4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4" name="Freeform 114"/>
            <p:cNvSpPr>
              <a:spLocks/>
            </p:cNvSpPr>
            <p:nvPr/>
          </p:nvSpPr>
          <p:spPr bwMode="auto">
            <a:xfrm>
              <a:off x="7908925" y="1712913"/>
              <a:ext cx="330200" cy="357188"/>
            </a:xfrm>
            <a:custGeom>
              <a:avLst/>
              <a:gdLst>
                <a:gd name="T0" fmla="*/ 327 w 330"/>
                <a:gd name="T1" fmla="*/ 285 h 358"/>
                <a:gd name="T2" fmla="*/ 307 w 330"/>
                <a:gd name="T3" fmla="*/ 265 h 358"/>
                <a:gd name="T4" fmla="*/ 294 w 330"/>
                <a:gd name="T5" fmla="*/ 265 h 358"/>
                <a:gd name="T6" fmla="*/ 180 w 330"/>
                <a:gd name="T7" fmla="*/ 312 h 358"/>
                <a:gd name="T8" fmla="*/ 66 w 330"/>
                <a:gd name="T9" fmla="*/ 265 h 358"/>
                <a:gd name="T10" fmla="*/ 19 w 330"/>
                <a:gd name="T11" fmla="*/ 151 h 358"/>
                <a:gd name="T12" fmla="*/ 66 w 330"/>
                <a:gd name="T13" fmla="*/ 37 h 358"/>
                <a:gd name="T14" fmla="*/ 66 w 330"/>
                <a:gd name="T15" fmla="*/ 24 h 358"/>
                <a:gd name="T16" fmla="*/ 46 w 330"/>
                <a:gd name="T17" fmla="*/ 4 h 358"/>
                <a:gd name="T18" fmla="*/ 33 w 330"/>
                <a:gd name="T19" fmla="*/ 4 h 358"/>
                <a:gd name="T20" fmla="*/ 33 w 330"/>
                <a:gd name="T21" fmla="*/ 17 h 358"/>
                <a:gd name="T22" fmla="*/ 46 w 330"/>
                <a:gd name="T23" fmla="*/ 31 h 358"/>
                <a:gd name="T24" fmla="*/ 0 w 330"/>
                <a:gd name="T25" fmla="*/ 151 h 358"/>
                <a:gd name="T26" fmla="*/ 53 w 330"/>
                <a:gd name="T27" fmla="*/ 278 h 358"/>
                <a:gd name="T28" fmla="*/ 171 w 330"/>
                <a:gd name="T29" fmla="*/ 331 h 358"/>
                <a:gd name="T30" fmla="*/ 171 w 330"/>
                <a:gd name="T31" fmla="*/ 349 h 358"/>
                <a:gd name="T32" fmla="*/ 180 w 330"/>
                <a:gd name="T33" fmla="*/ 358 h 358"/>
                <a:gd name="T34" fmla="*/ 190 w 330"/>
                <a:gd name="T35" fmla="*/ 349 h 358"/>
                <a:gd name="T36" fmla="*/ 190 w 330"/>
                <a:gd name="T37" fmla="*/ 330 h 358"/>
                <a:gd name="T38" fmla="*/ 300 w 330"/>
                <a:gd name="T39" fmla="*/ 285 h 358"/>
                <a:gd name="T40" fmla="*/ 314 w 330"/>
                <a:gd name="T41" fmla="*/ 298 h 358"/>
                <a:gd name="T42" fmla="*/ 327 w 330"/>
                <a:gd name="T43" fmla="*/ 298 h 358"/>
                <a:gd name="T44" fmla="*/ 327 w 330"/>
                <a:gd name="T45" fmla="*/ 285 h 3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30" h="358">
                  <a:moveTo>
                    <a:pt x="327" y="285"/>
                  </a:moveTo>
                  <a:cubicBezTo>
                    <a:pt x="307" y="265"/>
                    <a:pt x="307" y="265"/>
                    <a:pt x="307" y="265"/>
                  </a:cubicBezTo>
                  <a:cubicBezTo>
                    <a:pt x="303" y="261"/>
                    <a:pt x="297" y="261"/>
                    <a:pt x="294" y="265"/>
                  </a:cubicBezTo>
                  <a:cubicBezTo>
                    <a:pt x="263" y="295"/>
                    <a:pt x="223" y="312"/>
                    <a:pt x="180" y="312"/>
                  </a:cubicBezTo>
                  <a:cubicBezTo>
                    <a:pt x="137" y="312"/>
                    <a:pt x="96" y="295"/>
                    <a:pt x="66" y="265"/>
                  </a:cubicBezTo>
                  <a:cubicBezTo>
                    <a:pt x="36" y="234"/>
                    <a:pt x="19" y="194"/>
                    <a:pt x="19" y="151"/>
                  </a:cubicBezTo>
                  <a:cubicBezTo>
                    <a:pt x="19" y="108"/>
                    <a:pt x="36" y="68"/>
                    <a:pt x="66" y="37"/>
                  </a:cubicBezTo>
                  <a:cubicBezTo>
                    <a:pt x="70" y="34"/>
                    <a:pt x="70" y="28"/>
                    <a:pt x="66" y="24"/>
                  </a:cubicBezTo>
                  <a:cubicBezTo>
                    <a:pt x="46" y="4"/>
                    <a:pt x="46" y="4"/>
                    <a:pt x="46" y="4"/>
                  </a:cubicBezTo>
                  <a:cubicBezTo>
                    <a:pt x="42" y="0"/>
                    <a:pt x="36" y="0"/>
                    <a:pt x="33" y="4"/>
                  </a:cubicBezTo>
                  <a:cubicBezTo>
                    <a:pt x="29" y="8"/>
                    <a:pt x="29" y="14"/>
                    <a:pt x="33" y="17"/>
                  </a:cubicBezTo>
                  <a:cubicBezTo>
                    <a:pt x="46" y="31"/>
                    <a:pt x="46" y="31"/>
                    <a:pt x="46" y="31"/>
                  </a:cubicBezTo>
                  <a:cubicBezTo>
                    <a:pt x="16" y="64"/>
                    <a:pt x="0" y="106"/>
                    <a:pt x="0" y="151"/>
                  </a:cubicBezTo>
                  <a:cubicBezTo>
                    <a:pt x="0" y="199"/>
                    <a:pt x="19" y="244"/>
                    <a:pt x="53" y="278"/>
                  </a:cubicBezTo>
                  <a:cubicBezTo>
                    <a:pt x="85" y="310"/>
                    <a:pt x="126" y="328"/>
                    <a:pt x="171" y="331"/>
                  </a:cubicBezTo>
                  <a:cubicBezTo>
                    <a:pt x="171" y="349"/>
                    <a:pt x="171" y="349"/>
                    <a:pt x="171" y="349"/>
                  </a:cubicBezTo>
                  <a:cubicBezTo>
                    <a:pt x="171" y="354"/>
                    <a:pt x="175" y="358"/>
                    <a:pt x="180" y="358"/>
                  </a:cubicBezTo>
                  <a:cubicBezTo>
                    <a:pt x="186" y="358"/>
                    <a:pt x="190" y="354"/>
                    <a:pt x="190" y="349"/>
                  </a:cubicBezTo>
                  <a:cubicBezTo>
                    <a:pt x="190" y="330"/>
                    <a:pt x="190" y="330"/>
                    <a:pt x="190" y="330"/>
                  </a:cubicBezTo>
                  <a:cubicBezTo>
                    <a:pt x="231" y="328"/>
                    <a:pt x="269" y="312"/>
                    <a:pt x="300" y="285"/>
                  </a:cubicBezTo>
                  <a:cubicBezTo>
                    <a:pt x="314" y="298"/>
                    <a:pt x="314" y="298"/>
                    <a:pt x="314" y="298"/>
                  </a:cubicBezTo>
                  <a:cubicBezTo>
                    <a:pt x="317" y="302"/>
                    <a:pt x="323" y="302"/>
                    <a:pt x="327" y="298"/>
                  </a:cubicBezTo>
                  <a:cubicBezTo>
                    <a:pt x="330" y="294"/>
                    <a:pt x="330" y="289"/>
                    <a:pt x="327" y="285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72" name="Group 171"/>
          <p:cNvGrpSpPr/>
          <p:nvPr/>
        </p:nvGrpSpPr>
        <p:grpSpPr>
          <a:xfrm>
            <a:off x="9461501" y="2279651"/>
            <a:ext cx="497417" cy="567267"/>
            <a:chOff x="7096125" y="1709738"/>
            <a:chExt cx="373063" cy="425450"/>
          </a:xfrm>
          <a:solidFill>
            <a:schemeClr val="accent1"/>
          </a:solidFill>
        </p:grpSpPr>
        <p:sp>
          <p:nvSpPr>
            <p:cNvPr id="115" name="Freeform 115"/>
            <p:cNvSpPr>
              <a:spLocks noEditPoints="1"/>
            </p:cNvSpPr>
            <p:nvPr/>
          </p:nvSpPr>
          <p:spPr bwMode="auto">
            <a:xfrm>
              <a:off x="7096125" y="1709738"/>
              <a:ext cx="373063" cy="339725"/>
            </a:xfrm>
            <a:custGeom>
              <a:avLst/>
              <a:gdLst>
                <a:gd name="T0" fmla="*/ 316 w 372"/>
                <a:gd name="T1" fmla="*/ 24 h 339"/>
                <a:gd name="T2" fmla="*/ 186 w 372"/>
                <a:gd name="T3" fmla="*/ 0 h 339"/>
                <a:gd name="T4" fmla="*/ 56 w 372"/>
                <a:gd name="T5" fmla="*/ 24 h 339"/>
                <a:gd name="T6" fmla="*/ 0 w 372"/>
                <a:gd name="T7" fmla="*/ 126 h 339"/>
                <a:gd name="T8" fmla="*/ 181 w 372"/>
                <a:gd name="T9" fmla="*/ 338 h 339"/>
                <a:gd name="T10" fmla="*/ 181 w 372"/>
                <a:gd name="T11" fmla="*/ 338 h 339"/>
                <a:gd name="T12" fmla="*/ 181 w 372"/>
                <a:gd name="T13" fmla="*/ 338 h 339"/>
                <a:gd name="T14" fmla="*/ 181 w 372"/>
                <a:gd name="T15" fmla="*/ 338 h 339"/>
                <a:gd name="T16" fmla="*/ 182 w 372"/>
                <a:gd name="T17" fmla="*/ 338 h 339"/>
                <a:gd name="T18" fmla="*/ 182 w 372"/>
                <a:gd name="T19" fmla="*/ 338 h 339"/>
                <a:gd name="T20" fmla="*/ 183 w 372"/>
                <a:gd name="T21" fmla="*/ 339 h 339"/>
                <a:gd name="T22" fmla="*/ 183 w 372"/>
                <a:gd name="T23" fmla="*/ 339 h 339"/>
                <a:gd name="T24" fmla="*/ 183 w 372"/>
                <a:gd name="T25" fmla="*/ 339 h 339"/>
                <a:gd name="T26" fmla="*/ 183 w 372"/>
                <a:gd name="T27" fmla="*/ 339 h 339"/>
                <a:gd name="T28" fmla="*/ 184 w 372"/>
                <a:gd name="T29" fmla="*/ 339 h 339"/>
                <a:gd name="T30" fmla="*/ 184 w 372"/>
                <a:gd name="T31" fmla="*/ 339 h 339"/>
                <a:gd name="T32" fmla="*/ 185 w 372"/>
                <a:gd name="T33" fmla="*/ 339 h 339"/>
                <a:gd name="T34" fmla="*/ 186 w 372"/>
                <a:gd name="T35" fmla="*/ 339 h 339"/>
                <a:gd name="T36" fmla="*/ 187 w 372"/>
                <a:gd name="T37" fmla="*/ 339 h 339"/>
                <a:gd name="T38" fmla="*/ 188 w 372"/>
                <a:gd name="T39" fmla="*/ 339 h 339"/>
                <a:gd name="T40" fmla="*/ 188 w 372"/>
                <a:gd name="T41" fmla="*/ 339 h 339"/>
                <a:gd name="T42" fmla="*/ 189 w 372"/>
                <a:gd name="T43" fmla="*/ 339 h 339"/>
                <a:gd name="T44" fmla="*/ 189 w 372"/>
                <a:gd name="T45" fmla="*/ 339 h 339"/>
                <a:gd name="T46" fmla="*/ 189 w 372"/>
                <a:gd name="T47" fmla="*/ 339 h 339"/>
                <a:gd name="T48" fmla="*/ 189 w 372"/>
                <a:gd name="T49" fmla="*/ 339 h 339"/>
                <a:gd name="T50" fmla="*/ 190 w 372"/>
                <a:gd name="T51" fmla="*/ 338 h 339"/>
                <a:gd name="T52" fmla="*/ 190 w 372"/>
                <a:gd name="T53" fmla="*/ 338 h 339"/>
                <a:gd name="T54" fmla="*/ 191 w 372"/>
                <a:gd name="T55" fmla="*/ 338 h 339"/>
                <a:gd name="T56" fmla="*/ 191 w 372"/>
                <a:gd name="T57" fmla="*/ 338 h 339"/>
                <a:gd name="T58" fmla="*/ 191 w 372"/>
                <a:gd name="T59" fmla="*/ 338 h 339"/>
                <a:gd name="T60" fmla="*/ 191 w 372"/>
                <a:gd name="T61" fmla="*/ 338 h 339"/>
                <a:gd name="T62" fmla="*/ 372 w 372"/>
                <a:gd name="T63" fmla="*/ 126 h 339"/>
                <a:gd name="T64" fmla="*/ 316 w 372"/>
                <a:gd name="T65" fmla="*/ 24 h 339"/>
                <a:gd name="T66" fmla="*/ 189 w 372"/>
                <a:gd name="T67" fmla="*/ 18 h 339"/>
                <a:gd name="T68" fmla="*/ 236 w 372"/>
                <a:gd name="T69" fmla="*/ 126 h 339"/>
                <a:gd name="T70" fmla="*/ 186 w 372"/>
                <a:gd name="T71" fmla="*/ 309 h 339"/>
                <a:gd name="T72" fmla="*/ 136 w 372"/>
                <a:gd name="T73" fmla="*/ 126 h 339"/>
                <a:gd name="T74" fmla="*/ 183 w 372"/>
                <a:gd name="T75" fmla="*/ 18 h 339"/>
                <a:gd name="T76" fmla="*/ 186 w 372"/>
                <a:gd name="T77" fmla="*/ 18 h 339"/>
                <a:gd name="T78" fmla="*/ 189 w 372"/>
                <a:gd name="T79" fmla="*/ 18 h 339"/>
                <a:gd name="T80" fmla="*/ 139 w 372"/>
                <a:gd name="T81" fmla="*/ 23 h 339"/>
                <a:gd name="T82" fmla="*/ 118 w 372"/>
                <a:gd name="T83" fmla="*/ 126 h 339"/>
                <a:gd name="T84" fmla="*/ 155 w 372"/>
                <a:gd name="T85" fmla="*/ 285 h 339"/>
                <a:gd name="T86" fmla="*/ 71 w 372"/>
                <a:gd name="T87" fmla="*/ 126 h 339"/>
                <a:gd name="T88" fmla="*/ 139 w 372"/>
                <a:gd name="T89" fmla="*/ 23 h 339"/>
                <a:gd name="T90" fmla="*/ 254 w 372"/>
                <a:gd name="T91" fmla="*/ 126 h 339"/>
                <a:gd name="T92" fmla="*/ 233 w 372"/>
                <a:gd name="T93" fmla="*/ 23 h 339"/>
                <a:gd name="T94" fmla="*/ 301 w 372"/>
                <a:gd name="T95" fmla="*/ 126 h 339"/>
                <a:gd name="T96" fmla="*/ 217 w 372"/>
                <a:gd name="T97" fmla="*/ 285 h 339"/>
                <a:gd name="T98" fmla="*/ 254 w 372"/>
                <a:gd name="T99" fmla="*/ 126 h 339"/>
                <a:gd name="T100" fmla="*/ 18 w 372"/>
                <a:gd name="T101" fmla="*/ 126 h 339"/>
                <a:gd name="T102" fmla="*/ 83 w 372"/>
                <a:gd name="T103" fmla="*/ 33 h 339"/>
                <a:gd name="T104" fmla="*/ 52 w 372"/>
                <a:gd name="T105" fmla="*/ 126 h 339"/>
                <a:gd name="T106" fmla="*/ 112 w 372"/>
                <a:gd name="T107" fmla="*/ 263 h 339"/>
                <a:gd name="T108" fmla="*/ 18 w 372"/>
                <a:gd name="T109" fmla="*/ 126 h 339"/>
                <a:gd name="T110" fmla="*/ 260 w 372"/>
                <a:gd name="T111" fmla="*/ 263 h 339"/>
                <a:gd name="T112" fmla="*/ 320 w 372"/>
                <a:gd name="T113" fmla="*/ 126 h 339"/>
                <a:gd name="T114" fmla="*/ 289 w 372"/>
                <a:gd name="T115" fmla="*/ 33 h 339"/>
                <a:gd name="T116" fmla="*/ 354 w 372"/>
                <a:gd name="T117" fmla="*/ 126 h 339"/>
                <a:gd name="T118" fmla="*/ 260 w 372"/>
                <a:gd name="T119" fmla="*/ 263 h 3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72" h="339">
                  <a:moveTo>
                    <a:pt x="316" y="24"/>
                  </a:moveTo>
                  <a:cubicBezTo>
                    <a:pt x="285" y="8"/>
                    <a:pt x="243" y="0"/>
                    <a:pt x="186" y="0"/>
                  </a:cubicBezTo>
                  <a:cubicBezTo>
                    <a:pt x="129" y="0"/>
                    <a:pt x="87" y="8"/>
                    <a:pt x="56" y="24"/>
                  </a:cubicBezTo>
                  <a:cubicBezTo>
                    <a:pt x="19" y="45"/>
                    <a:pt x="0" y="79"/>
                    <a:pt x="0" y="126"/>
                  </a:cubicBezTo>
                  <a:cubicBezTo>
                    <a:pt x="0" y="222"/>
                    <a:pt x="174" y="333"/>
                    <a:pt x="181" y="338"/>
                  </a:cubicBezTo>
                  <a:cubicBezTo>
                    <a:pt x="181" y="338"/>
                    <a:pt x="181" y="338"/>
                    <a:pt x="181" y="338"/>
                  </a:cubicBezTo>
                  <a:cubicBezTo>
                    <a:pt x="181" y="338"/>
                    <a:pt x="181" y="338"/>
                    <a:pt x="181" y="338"/>
                  </a:cubicBezTo>
                  <a:cubicBezTo>
                    <a:pt x="181" y="338"/>
                    <a:pt x="181" y="338"/>
                    <a:pt x="181" y="338"/>
                  </a:cubicBezTo>
                  <a:cubicBezTo>
                    <a:pt x="181" y="338"/>
                    <a:pt x="182" y="338"/>
                    <a:pt x="182" y="338"/>
                  </a:cubicBezTo>
                  <a:cubicBezTo>
                    <a:pt x="182" y="338"/>
                    <a:pt x="182" y="338"/>
                    <a:pt x="182" y="338"/>
                  </a:cubicBezTo>
                  <a:cubicBezTo>
                    <a:pt x="182" y="339"/>
                    <a:pt x="182" y="339"/>
                    <a:pt x="183" y="339"/>
                  </a:cubicBezTo>
                  <a:cubicBezTo>
                    <a:pt x="183" y="339"/>
                    <a:pt x="183" y="339"/>
                    <a:pt x="183" y="339"/>
                  </a:cubicBezTo>
                  <a:cubicBezTo>
                    <a:pt x="183" y="339"/>
                    <a:pt x="183" y="339"/>
                    <a:pt x="183" y="339"/>
                  </a:cubicBezTo>
                  <a:cubicBezTo>
                    <a:pt x="183" y="339"/>
                    <a:pt x="183" y="339"/>
                    <a:pt x="183" y="339"/>
                  </a:cubicBezTo>
                  <a:cubicBezTo>
                    <a:pt x="184" y="339"/>
                    <a:pt x="184" y="339"/>
                    <a:pt x="184" y="339"/>
                  </a:cubicBezTo>
                  <a:cubicBezTo>
                    <a:pt x="184" y="339"/>
                    <a:pt x="184" y="339"/>
                    <a:pt x="184" y="339"/>
                  </a:cubicBezTo>
                  <a:cubicBezTo>
                    <a:pt x="185" y="339"/>
                    <a:pt x="185" y="339"/>
                    <a:pt x="185" y="339"/>
                  </a:cubicBezTo>
                  <a:cubicBezTo>
                    <a:pt x="185" y="339"/>
                    <a:pt x="186" y="339"/>
                    <a:pt x="186" y="339"/>
                  </a:cubicBezTo>
                  <a:cubicBezTo>
                    <a:pt x="186" y="339"/>
                    <a:pt x="187" y="339"/>
                    <a:pt x="187" y="339"/>
                  </a:cubicBezTo>
                  <a:cubicBezTo>
                    <a:pt x="187" y="339"/>
                    <a:pt x="187" y="339"/>
                    <a:pt x="188" y="339"/>
                  </a:cubicBezTo>
                  <a:cubicBezTo>
                    <a:pt x="188" y="339"/>
                    <a:pt x="188" y="339"/>
                    <a:pt x="188" y="339"/>
                  </a:cubicBezTo>
                  <a:cubicBezTo>
                    <a:pt x="188" y="339"/>
                    <a:pt x="188" y="339"/>
                    <a:pt x="189" y="339"/>
                  </a:cubicBezTo>
                  <a:cubicBezTo>
                    <a:pt x="189" y="339"/>
                    <a:pt x="189" y="339"/>
                    <a:pt x="189" y="339"/>
                  </a:cubicBezTo>
                  <a:cubicBezTo>
                    <a:pt x="189" y="339"/>
                    <a:pt x="189" y="339"/>
                    <a:pt x="189" y="339"/>
                  </a:cubicBezTo>
                  <a:cubicBezTo>
                    <a:pt x="189" y="339"/>
                    <a:pt x="189" y="339"/>
                    <a:pt x="189" y="339"/>
                  </a:cubicBezTo>
                  <a:cubicBezTo>
                    <a:pt x="190" y="339"/>
                    <a:pt x="190" y="339"/>
                    <a:pt x="190" y="338"/>
                  </a:cubicBezTo>
                  <a:cubicBezTo>
                    <a:pt x="190" y="338"/>
                    <a:pt x="190" y="338"/>
                    <a:pt x="190" y="338"/>
                  </a:cubicBezTo>
                  <a:cubicBezTo>
                    <a:pt x="190" y="338"/>
                    <a:pt x="191" y="338"/>
                    <a:pt x="191" y="338"/>
                  </a:cubicBezTo>
                  <a:cubicBezTo>
                    <a:pt x="191" y="338"/>
                    <a:pt x="191" y="338"/>
                    <a:pt x="191" y="338"/>
                  </a:cubicBezTo>
                  <a:cubicBezTo>
                    <a:pt x="191" y="338"/>
                    <a:pt x="191" y="338"/>
                    <a:pt x="191" y="338"/>
                  </a:cubicBezTo>
                  <a:cubicBezTo>
                    <a:pt x="191" y="338"/>
                    <a:pt x="191" y="338"/>
                    <a:pt x="191" y="338"/>
                  </a:cubicBezTo>
                  <a:cubicBezTo>
                    <a:pt x="198" y="333"/>
                    <a:pt x="372" y="222"/>
                    <a:pt x="372" y="126"/>
                  </a:cubicBezTo>
                  <a:cubicBezTo>
                    <a:pt x="372" y="79"/>
                    <a:pt x="353" y="45"/>
                    <a:pt x="316" y="24"/>
                  </a:cubicBezTo>
                  <a:close/>
                  <a:moveTo>
                    <a:pt x="189" y="18"/>
                  </a:moveTo>
                  <a:cubicBezTo>
                    <a:pt x="205" y="19"/>
                    <a:pt x="236" y="26"/>
                    <a:pt x="236" y="126"/>
                  </a:cubicBezTo>
                  <a:cubicBezTo>
                    <a:pt x="236" y="194"/>
                    <a:pt x="202" y="274"/>
                    <a:pt x="186" y="309"/>
                  </a:cubicBezTo>
                  <a:cubicBezTo>
                    <a:pt x="170" y="274"/>
                    <a:pt x="136" y="194"/>
                    <a:pt x="136" y="126"/>
                  </a:cubicBezTo>
                  <a:cubicBezTo>
                    <a:pt x="136" y="26"/>
                    <a:pt x="167" y="19"/>
                    <a:pt x="183" y="18"/>
                  </a:cubicBezTo>
                  <a:cubicBezTo>
                    <a:pt x="184" y="18"/>
                    <a:pt x="185" y="18"/>
                    <a:pt x="186" y="18"/>
                  </a:cubicBezTo>
                  <a:cubicBezTo>
                    <a:pt x="187" y="18"/>
                    <a:pt x="188" y="18"/>
                    <a:pt x="189" y="18"/>
                  </a:cubicBezTo>
                  <a:close/>
                  <a:moveTo>
                    <a:pt x="139" y="23"/>
                  </a:moveTo>
                  <a:cubicBezTo>
                    <a:pt x="125" y="44"/>
                    <a:pt x="118" y="78"/>
                    <a:pt x="118" y="126"/>
                  </a:cubicBezTo>
                  <a:cubicBezTo>
                    <a:pt x="118" y="182"/>
                    <a:pt x="138" y="244"/>
                    <a:pt x="155" y="285"/>
                  </a:cubicBezTo>
                  <a:cubicBezTo>
                    <a:pt x="120" y="246"/>
                    <a:pt x="71" y="181"/>
                    <a:pt x="71" y="126"/>
                  </a:cubicBezTo>
                  <a:cubicBezTo>
                    <a:pt x="71" y="68"/>
                    <a:pt x="92" y="35"/>
                    <a:pt x="139" y="23"/>
                  </a:cubicBezTo>
                  <a:close/>
                  <a:moveTo>
                    <a:pt x="254" y="126"/>
                  </a:moveTo>
                  <a:cubicBezTo>
                    <a:pt x="254" y="78"/>
                    <a:pt x="247" y="44"/>
                    <a:pt x="233" y="23"/>
                  </a:cubicBezTo>
                  <a:cubicBezTo>
                    <a:pt x="280" y="35"/>
                    <a:pt x="301" y="68"/>
                    <a:pt x="301" y="126"/>
                  </a:cubicBezTo>
                  <a:cubicBezTo>
                    <a:pt x="301" y="181"/>
                    <a:pt x="252" y="246"/>
                    <a:pt x="217" y="285"/>
                  </a:cubicBezTo>
                  <a:cubicBezTo>
                    <a:pt x="234" y="244"/>
                    <a:pt x="254" y="182"/>
                    <a:pt x="254" y="126"/>
                  </a:cubicBezTo>
                  <a:close/>
                  <a:moveTo>
                    <a:pt x="18" y="126"/>
                  </a:moveTo>
                  <a:cubicBezTo>
                    <a:pt x="18" y="80"/>
                    <a:pt x="39" y="49"/>
                    <a:pt x="83" y="33"/>
                  </a:cubicBezTo>
                  <a:cubicBezTo>
                    <a:pt x="62" y="54"/>
                    <a:pt x="52" y="84"/>
                    <a:pt x="52" y="126"/>
                  </a:cubicBezTo>
                  <a:cubicBezTo>
                    <a:pt x="52" y="172"/>
                    <a:pt x="81" y="223"/>
                    <a:pt x="112" y="263"/>
                  </a:cubicBezTo>
                  <a:cubicBezTo>
                    <a:pt x="67" y="224"/>
                    <a:pt x="18" y="171"/>
                    <a:pt x="18" y="126"/>
                  </a:cubicBezTo>
                  <a:close/>
                  <a:moveTo>
                    <a:pt x="260" y="263"/>
                  </a:moveTo>
                  <a:cubicBezTo>
                    <a:pt x="291" y="223"/>
                    <a:pt x="320" y="172"/>
                    <a:pt x="320" y="126"/>
                  </a:cubicBezTo>
                  <a:cubicBezTo>
                    <a:pt x="320" y="84"/>
                    <a:pt x="310" y="54"/>
                    <a:pt x="289" y="33"/>
                  </a:cubicBezTo>
                  <a:cubicBezTo>
                    <a:pt x="333" y="49"/>
                    <a:pt x="354" y="80"/>
                    <a:pt x="354" y="126"/>
                  </a:cubicBezTo>
                  <a:cubicBezTo>
                    <a:pt x="354" y="171"/>
                    <a:pt x="306" y="224"/>
                    <a:pt x="260" y="263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6" name="Freeform 116"/>
            <p:cNvSpPr>
              <a:spLocks noEditPoints="1"/>
            </p:cNvSpPr>
            <p:nvPr/>
          </p:nvSpPr>
          <p:spPr bwMode="auto">
            <a:xfrm>
              <a:off x="7240588" y="2063750"/>
              <a:ext cx="84138" cy="71438"/>
            </a:xfrm>
            <a:custGeom>
              <a:avLst/>
              <a:gdLst>
                <a:gd name="T0" fmla="*/ 75 w 84"/>
                <a:gd name="T1" fmla="*/ 0 h 71"/>
                <a:gd name="T2" fmla="*/ 9 w 84"/>
                <a:gd name="T3" fmla="*/ 0 h 71"/>
                <a:gd name="T4" fmla="*/ 0 w 84"/>
                <a:gd name="T5" fmla="*/ 10 h 71"/>
                <a:gd name="T6" fmla="*/ 0 w 84"/>
                <a:gd name="T7" fmla="*/ 49 h 71"/>
                <a:gd name="T8" fmla="*/ 22 w 84"/>
                <a:gd name="T9" fmla="*/ 71 h 71"/>
                <a:gd name="T10" fmla="*/ 62 w 84"/>
                <a:gd name="T11" fmla="*/ 71 h 71"/>
                <a:gd name="T12" fmla="*/ 84 w 84"/>
                <a:gd name="T13" fmla="*/ 49 h 71"/>
                <a:gd name="T14" fmla="*/ 84 w 84"/>
                <a:gd name="T15" fmla="*/ 10 h 71"/>
                <a:gd name="T16" fmla="*/ 75 w 84"/>
                <a:gd name="T17" fmla="*/ 0 h 71"/>
                <a:gd name="T18" fmla="*/ 65 w 84"/>
                <a:gd name="T19" fmla="*/ 49 h 71"/>
                <a:gd name="T20" fmla="*/ 62 w 84"/>
                <a:gd name="T21" fmla="*/ 53 h 71"/>
                <a:gd name="T22" fmla="*/ 22 w 84"/>
                <a:gd name="T23" fmla="*/ 53 h 71"/>
                <a:gd name="T24" fmla="*/ 19 w 84"/>
                <a:gd name="T25" fmla="*/ 49 h 71"/>
                <a:gd name="T26" fmla="*/ 19 w 84"/>
                <a:gd name="T27" fmla="*/ 19 h 71"/>
                <a:gd name="T28" fmla="*/ 65 w 84"/>
                <a:gd name="T29" fmla="*/ 19 h 71"/>
                <a:gd name="T30" fmla="*/ 65 w 84"/>
                <a:gd name="T31" fmla="*/ 49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84" h="71">
                  <a:moveTo>
                    <a:pt x="75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62"/>
                    <a:pt x="10" y="71"/>
                    <a:pt x="22" y="71"/>
                  </a:cubicBezTo>
                  <a:cubicBezTo>
                    <a:pt x="62" y="71"/>
                    <a:pt x="62" y="71"/>
                    <a:pt x="62" y="71"/>
                  </a:cubicBezTo>
                  <a:cubicBezTo>
                    <a:pt x="74" y="71"/>
                    <a:pt x="84" y="62"/>
                    <a:pt x="84" y="49"/>
                  </a:cubicBezTo>
                  <a:cubicBezTo>
                    <a:pt x="84" y="10"/>
                    <a:pt x="84" y="10"/>
                    <a:pt x="84" y="10"/>
                  </a:cubicBezTo>
                  <a:cubicBezTo>
                    <a:pt x="84" y="4"/>
                    <a:pt x="80" y="0"/>
                    <a:pt x="75" y="0"/>
                  </a:cubicBezTo>
                  <a:close/>
                  <a:moveTo>
                    <a:pt x="65" y="49"/>
                  </a:moveTo>
                  <a:cubicBezTo>
                    <a:pt x="65" y="51"/>
                    <a:pt x="64" y="53"/>
                    <a:pt x="62" y="53"/>
                  </a:cubicBezTo>
                  <a:cubicBezTo>
                    <a:pt x="22" y="53"/>
                    <a:pt x="22" y="53"/>
                    <a:pt x="22" y="53"/>
                  </a:cubicBezTo>
                  <a:cubicBezTo>
                    <a:pt x="20" y="53"/>
                    <a:pt x="19" y="51"/>
                    <a:pt x="19" y="49"/>
                  </a:cubicBezTo>
                  <a:cubicBezTo>
                    <a:pt x="19" y="19"/>
                    <a:pt x="19" y="19"/>
                    <a:pt x="19" y="19"/>
                  </a:cubicBezTo>
                  <a:cubicBezTo>
                    <a:pt x="65" y="19"/>
                    <a:pt x="65" y="19"/>
                    <a:pt x="65" y="19"/>
                  </a:cubicBezTo>
                  <a:lnTo>
                    <a:pt x="65" y="49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17" name="Freeform 117"/>
          <p:cNvSpPr>
            <a:spLocks/>
          </p:cNvSpPr>
          <p:nvPr/>
        </p:nvSpPr>
        <p:spPr bwMode="auto">
          <a:xfrm>
            <a:off x="5128684" y="2279651"/>
            <a:ext cx="635000" cy="567267"/>
          </a:xfrm>
          <a:custGeom>
            <a:avLst/>
            <a:gdLst>
              <a:gd name="T0" fmla="*/ 475 w 476"/>
              <a:gd name="T1" fmla="*/ 413 h 425"/>
              <a:gd name="T2" fmla="*/ 363 w 476"/>
              <a:gd name="T3" fmla="*/ 333 h 425"/>
              <a:gd name="T4" fmla="*/ 346 w 476"/>
              <a:gd name="T5" fmla="*/ 328 h 425"/>
              <a:gd name="T6" fmla="*/ 303 w 476"/>
              <a:gd name="T7" fmla="*/ 284 h 425"/>
              <a:gd name="T8" fmla="*/ 355 w 476"/>
              <a:gd name="T9" fmla="*/ 201 h 425"/>
              <a:gd name="T10" fmla="*/ 373 w 476"/>
              <a:gd name="T11" fmla="*/ 156 h 425"/>
              <a:gd name="T12" fmla="*/ 364 w 476"/>
              <a:gd name="T13" fmla="*/ 133 h 425"/>
              <a:gd name="T14" fmla="*/ 241 w 476"/>
              <a:gd name="T15" fmla="*/ 0 h 425"/>
              <a:gd name="T16" fmla="*/ 239 w 476"/>
              <a:gd name="T17" fmla="*/ 0 h 425"/>
              <a:gd name="T18" fmla="*/ 115 w 476"/>
              <a:gd name="T19" fmla="*/ 130 h 425"/>
              <a:gd name="T20" fmla="*/ 103 w 476"/>
              <a:gd name="T21" fmla="*/ 156 h 425"/>
              <a:gd name="T22" fmla="*/ 127 w 476"/>
              <a:gd name="T23" fmla="*/ 209 h 425"/>
              <a:gd name="T24" fmla="*/ 173 w 476"/>
              <a:gd name="T25" fmla="*/ 281 h 425"/>
              <a:gd name="T26" fmla="*/ 130 w 476"/>
              <a:gd name="T27" fmla="*/ 326 h 425"/>
              <a:gd name="T28" fmla="*/ 114 w 476"/>
              <a:gd name="T29" fmla="*/ 330 h 425"/>
              <a:gd name="T30" fmla="*/ 1 w 476"/>
              <a:gd name="T31" fmla="*/ 413 h 425"/>
              <a:gd name="T32" fmla="*/ 8 w 476"/>
              <a:gd name="T33" fmla="*/ 424 h 425"/>
              <a:gd name="T34" fmla="*/ 19 w 476"/>
              <a:gd name="T35" fmla="*/ 417 h 425"/>
              <a:gd name="T36" fmla="*/ 119 w 476"/>
              <a:gd name="T37" fmla="*/ 348 h 425"/>
              <a:gd name="T38" fmla="*/ 138 w 476"/>
              <a:gd name="T39" fmla="*/ 343 h 425"/>
              <a:gd name="T40" fmla="*/ 193 w 476"/>
              <a:gd name="T41" fmla="*/ 279 h 425"/>
              <a:gd name="T42" fmla="*/ 190 w 476"/>
              <a:gd name="T43" fmla="*/ 271 h 425"/>
              <a:gd name="T44" fmla="*/ 144 w 476"/>
              <a:gd name="T45" fmla="*/ 201 h 425"/>
              <a:gd name="T46" fmla="*/ 142 w 476"/>
              <a:gd name="T47" fmla="*/ 198 h 425"/>
              <a:gd name="T48" fmla="*/ 122 w 476"/>
              <a:gd name="T49" fmla="*/ 156 h 425"/>
              <a:gd name="T50" fmla="*/ 129 w 476"/>
              <a:gd name="T51" fmla="*/ 143 h 425"/>
              <a:gd name="T52" fmla="*/ 134 w 476"/>
              <a:gd name="T53" fmla="*/ 135 h 425"/>
              <a:gd name="T54" fmla="*/ 239 w 476"/>
              <a:gd name="T55" fmla="*/ 18 h 425"/>
              <a:gd name="T56" fmla="*/ 240 w 476"/>
              <a:gd name="T57" fmla="*/ 18 h 425"/>
              <a:gd name="T58" fmla="*/ 241 w 476"/>
              <a:gd name="T59" fmla="*/ 18 h 425"/>
              <a:gd name="T60" fmla="*/ 346 w 476"/>
              <a:gd name="T61" fmla="*/ 138 h 425"/>
              <a:gd name="T62" fmla="*/ 349 w 476"/>
              <a:gd name="T63" fmla="*/ 145 h 425"/>
              <a:gd name="T64" fmla="*/ 354 w 476"/>
              <a:gd name="T65" fmla="*/ 156 h 425"/>
              <a:gd name="T66" fmla="*/ 339 w 476"/>
              <a:gd name="T67" fmla="*/ 191 h 425"/>
              <a:gd name="T68" fmla="*/ 337 w 476"/>
              <a:gd name="T69" fmla="*/ 194 h 425"/>
              <a:gd name="T70" fmla="*/ 287 w 476"/>
              <a:gd name="T71" fmla="*/ 273 h 425"/>
              <a:gd name="T72" fmla="*/ 283 w 476"/>
              <a:gd name="T73" fmla="*/ 282 h 425"/>
              <a:gd name="T74" fmla="*/ 338 w 476"/>
              <a:gd name="T75" fmla="*/ 346 h 425"/>
              <a:gd name="T76" fmla="*/ 359 w 476"/>
              <a:gd name="T77" fmla="*/ 351 h 425"/>
              <a:gd name="T78" fmla="*/ 457 w 476"/>
              <a:gd name="T79" fmla="*/ 417 h 425"/>
              <a:gd name="T80" fmla="*/ 466 w 476"/>
              <a:gd name="T81" fmla="*/ 424 h 425"/>
              <a:gd name="T82" fmla="*/ 468 w 476"/>
              <a:gd name="T83" fmla="*/ 424 h 425"/>
              <a:gd name="T84" fmla="*/ 475 w 476"/>
              <a:gd name="T85" fmla="*/ 413 h 4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476" h="425">
                <a:moveTo>
                  <a:pt x="475" y="413"/>
                </a:moveTo>
                <a:cubicBezTo>
                  <a:pt x="459" y="354"/>
                  <a:pt x="396" y="340"/>
                  <a:pt x="363" y="333"/>
                </a:cubicBezTo>
                <a:cubicBezTo>
                  <a:pt x="355" y="331"/>
                  <a:pt x="349" y="330"/>
                  <a:pt x="346" y="328"/>
                </a:cubicBezTo>
                <a:cubicBezTo>
                  <a:pt x="323" y="318"/>
                  <a:pt x="308" y="303"/>
                  <a:pt x="303" y="284"/>
                </a:cubicBezTo>
                <a:cubicBezTo>
                  <a:pt x="325" y="264"/>
                  <a:pt x="344" y="234"/>
                  <a:pt x="355" y="201"/>
                </a:cubicBezTo>
                <a:cubicBezTo>
                  <a:pt x="366" y="186"/>
                  <a:pt x="373" y="170"/>
                  <a:pt x="373" y="156"/>
                </a:cubicBezTo>
                <a:cubicBezTo>
                  <a:pt x="373" y="147"/>
                  <a:pt x="370" y="140"/>
                  <a:pt x="364" y="133"/>
                </a:cubicBezTo>
                <a:cubicBezTo>
                  <a:pt x="361" y="59"/>
                  <a:pt x="307" y="1"/>
                  <a:pt x="241" y="0"/>
                </a:cubicBezTo>
                <a:cubicBezTo>
                  <a:pt x="240" y="0"/>
                  <a:pt x="239" y="0"/>
                  <a:pt x="239" y="0"/>
                </a:cubicBezTo>
                <a:cubicBezTo>
                  <a:pt x="174" y="0"/>
                  <a:pt x="121" y="57"/>
                  <a:pt x="115" y="130"/>
                </a:cubicBezTo>
                <a:cubicBezTo>
                  <a:pt x="107" y="136"/>
                  <a:pt x="103" y="145"/>
                  <a:pt x="103" y="156"/>
                </a:cubicBezTo>
                <a:cubicBezTo>
                  <a:pt x="103" y="172"/>
                  <a:pt x="112" y="191"/>
                  <a:pt x="127" y="209"/>
                </a:cubicBezTo>
                <a:cubicBezTo>
                  <a:pt x="138" y="238"/>
                  <a:pt x="154" y="263"/>
                  <a:pt x="173" y="281"/>
                </a:cubicBezTo>
                <a:cubicBezTo>
                  <a:pt x="168" y="301"/>
                  <a:pt x="153" y="316"/>
                  <a:pt x="130" y="326"/>
                </a:cubicBezTo>
                <a:cubicBezTo>
                  <a:pt x="128" y="327"/>
                  <a:pt x="121" y="328"/>
                  <a:pt x="114" y="330"/>
                </a:cubicBezTo>
                <a:cubicBezTo>
                  <a:pt x="80" y="338"/>
                  <a:pt x="17" y="353"/>
                  <a:pt x="1" y="413"/>
                </a:cubicBezTo>
                <a:cubicBezTo>
                  <a:pt x="0" y="418"/>
                  <a:pt x="3" y="423"/>
                  <a:pt x="8" y="424"/>
                </a:cubicBezTo>
                <a:cubicBezTo>
                  <a:pt x="13" y="425"/>
                  <a:pt x="18" y="422"/>
                  <a:pt x="19" y="417"/>
                </a:cubicBezTo>
                <a:cubicBezTo>
                  <a:pt x="33" y="369"/>
                  <a:pt x="86" y="356"/>
                  <a:pt x="119" y="348"/>
                </a:cubicBezTo>
                <a:cubicBezTo>
                  <a:pt x="127" y="346"/>
                  <a:pt x="134" y="345"/>
                  <a:pt x="138" y="343"/>
                </a:cubicBezTo>
                <a:cubicBezTo>
                  <a:pt x="176" y="326"/>
                  <a:pt x="189" y="299"/>
                  <a:pt x="193" y="279"/>
                </a:cubicBezTo>
                <a:cubicBezTo>
                  <a:pt x="193" y="276"/>
                  <a:pt x="192" y="273"/>
                  <a:pt x="190" y="271"/>
                </a:cubicBezTo>
                <a:cubicBezTo>
                  <a:pt x="171" y="254"/>
                  <a:pt x="154" y="229"/>
                  <a:pt x="144" y="201"/>
                </a:cubicBezTo>
                <a:cubicBezTo>
                  <a:pt x="144" y="200"/>
                  <a:pt x="143" y="199"/>
                  <a:pt x="142" y="198"/>
                </a:cubicBezTo>
                <a:cubicBezTo>
                  <a:pt x="129" y="183"/>
                  <a:pt x="122" y="168"/>
                  <a:pt x="122" y="156"/>
                </a:cubicBezTo>
                <a:cubicBezTo>
                  <a:pt x="122" y="150"/>
                  <a:pt x="124" y="146"/>
                  <a:pt x="129" y="143"/>
                </a:cubicBezTo>
                <a:cubicBezTo>
                  <a:pt x="132" y="141"/>
                  <a:pt x="134" y="138"/>
                  <a:pt x="134" y="135"/>
                </a:cubicBezTo>
                <a:cubicBezTo>
                  <a:pt x="137" y="70"/>
                  <a:pt x="183" y="19"/>
                  <a:pt x="239" y="18"/>
                </a:cubicBezTo>
                <a:cubicBezTo>
                  <a:pt x="239" y="18"/>
                  <a:pt x="240" y="18"/>
                  <a:pt x="240" y="18"/>
                </a:cubicBezTo>
                <a:cubicBezTo>
                  <a:pt x="240" y="18"/>
                  <a:pt x="241" y="18"/>
                  <a:pt x="241" y="18"/>
                </a:cubicBezTo>
                <a:cubicBezTo>
                  <a:pt x="298" y="19"/>
                  <a:pt x="344" y="72"/>
                  <a:pt x="346" y="138"/>
                </a:cubicBezTo>
                <a:cubicBezTo>
                  <a:pt x="346" y="140"/>
                  <a:pt x="347" y="143"/>
                  <a:pt x="349" y="145"/>
                </a:cubicBezTo>
                <a:cubicBezTo>
                  <a:pt x="353" y="148"/>
                  <a:pt x="354" y="151"/>
                  <a:pt x="354" y="156"/>
                </a:cubicBezTo>
                <a:cubicBezTo>
                  <a:pt x="354" y="166"/>
                  <a:pt x="349" y="179"/>
                  <a:pt x="339" y="191"/>
                </a:cubicBezTo>
                <a:cubicBezTo>
                  <a:pt x="338" y="192"/>
                  <a:pt x="338" y="193"/>
                  <a:pt x="337" y="194"/>
                </a:cubicBezTo>
                <a:cubicBezTo>
                  <a:pt x="327" y="227"/>
                  <a:pt x="309" y="256"/>
                  <a:pt x="287" y="273"/>
                </a:cubicBezTo>
                <a:cubicBezTo>
                  <a:pt x="284" y="275"/>
                  <a:pt x="283" y="279"/>
                  <a:pt x="283" y="282"/>
                </a:cubicBezTo>
                <a:cubicBezTo>
                  <a:pt x="287" y="302"/>
                  <a:pt x="300" y="329"/>
                  <a:pt x="338" y="346"/>
                </a:cubicBezTo>
                <a:cubicBezTo>
                  <a:pt x="343" y="348"/>
                  <a:pt x="350" y="349"/>
                  <a:pt x="359" y="351"/>
                </a:cubicBezTo>
                <a:cubicBezTo>
                  <a:pt x="390" y="358"/>
                  <a:pt x="444" y="369"/>
                  <a:pt x="457" y="417"/>
                </a:cubicBezTo>
                <a:cubicBezTo>
                  <a:pt x="458" y="422"/>
                  <a:pt x="462" y="424"/>
                  <a:pt x="466" y="424"/>
                </a:cubicBezTo>
                <a:cubicBezTo>
                  <a:pt x="466" y="424"/>
                  <a:pt x="467" y="424"/>
                  <a:pt x="468" y="424"/>
                </a:cubicBezTo>
                <a:cubicBezTo>
                  <a:pt x="473" y="423"/>
                  <a:pt x="476" y="418"/>
                  <a:pt x="475" y="41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73" name="Group 172"/>
          <p:cNvGrpSpPr/>
          <p:nvPr/>
        </p:nvGrpSpPr>
        <p:grpSpPr>
          <a:xfrm>
            <a:off x="4042834" y="2279651"/>
            <a:ext cx="622301" cy="567267"/>
            <a:chOff x="3032125" y="1709738"/>
            <a:chExt cx="466726" cy="425450"/>
          </a:xfrm>
          <a:solidFill>
            <a:schemeClr val="accent1"/>
          </a:solidFill>
        </p:grpSpPr>
        <p:sp>
          <p:nvSpPr>
            <p:cNvPr id="118" name="Freeform 118"/>
            <p:cNvSpPr>
              <a:spLocks/>
            </p:cNvSpPr>
            <p:nvPr/>
          </p:nvSpPr>
          <p:spPr bwMode="auto">
            <a:xfrm>
              <a:off x="3032125" y="1905000"/>
              <a:ext cx="100013" cy="61913"/>
            </a:xfrm>
            <a:custGeom>
              <a:avLst/>
              <a:gdLst>
                <a:gd name="T0" fmla="*/ 90 w 100"/>
                <a:gd name="T1" fmla="*/ 60 h 61"/>
                <a:gd name="T2" fmla="*/ 84 w 100"/>
                <a:gd name="T3" fmla="*/ 57 h 61"/>
                <a:gd name="T4" fmla="*/ 50 w 100"/>
                <a:gd name="T5" fmla="*/ 24 h 61"/>
                <a:gd name="T6" fmla="*/ 17 w 100"/>
                <a:gd name="T7" fmla="*/ 57 h 61"/>
                <a:gd name="T8" fmla="*/ 3 w 100"/>
                <a:gd name="T9" fmla="*/ 57 h 61"/>
                <a:gd name="T10" fmla="*/ 3 w 100"/>
                <a:gd name="T11" fmla="*/ 44 h 61"/>
                <a:gd name="T12" fmla="*/ 43 w 100"/>
                <a:gd name="T13" fmla="*/ 4 h 61"/>
                <a:gd name="T14" fmla="*/ 56 w 100"/>
                <a:gd name="T15" fmla="*/ 4 h 61"/>
                <a:gd name="T16" fmla="*/ 97 w 100"/>
                <a:gd name="T17" fmla="*/ 44 h 61"/>
                <a:gd name="T18" fmla="*/ 97 w 100"/>
                <a:gd name="T19" fmla="*/ 57 h 61"/>
                <a:gd name="T20" fmla="*/ 90 w 100"/>
                <a:gd name="T21" fmla="*/ 60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0" h="61">
                  <a:moveTo>
                    <a:pt x="90" y="60"/>
                  </a:moveTo>
                  <a:cubicBezTo>
                    <a:pt x="88" y="60"/>
                    <a:pt x="85" y="59"/>
                    <a:pt x="84" y="57"/>
                  </a:cubicBezTo>
                  <a:cubicBezTo>
                    <a:pt x="50" y="24"/>
                    <a:pt x="50" y="24"/>
                    <a:pt x="50" y="24"/>
                  </a:cubicBezTo>
                  <a:cubicBezTo>
                    <a:pt x="17" y="57"/>
                    <a:pt x="17" y="57"/>
                    <a:pt x="17" y="57"/>
                  </a:cubicBezTo>
                  <a:cubicBezTo>
                    <a:pt x="13" y="61"/>
                    <a:pt x="7" y="61"/>
                    <a:pt x="3" y="57"/>
                  </a:cubicBezTo>
                  <a:cubicBezTo>
                    <a:pt x="0" y="53"/>
                    <a:pt x="0" y="47"/>
                    <a:pt x="3" y="44"/>
                  </a:cubicBezTo>
                  <a:cubicBezTo>
                    <a:pt x="43" y="4"/>
                    <a:pt x="43" y="4"/>
                    <a:pt x="43" y="4"/>
                  </a:cubicBezTo>
                  <a:cubicBezTo>
                    <a:pt x="47" y="0"/>
                    <a:pt x="53" y="0"/>
                    <a:pt x="56" y="4"/>
                  </a:cubicBezTo>
                  <a:cubicBezTo>
                    <a:pt x="97" y="44"/>
                    <a:pt x="97" y="44"/>
                    <a:pt x="97" y="44"/>
                  </a:cubicBezTo>
                  <a:cubicBezTo>
                    <a:pt x="100" y="48"/>
                    <a:pt x="100" y="54"/>
                    <a:pt x="97" y="57"/>
                  </a:cubicBezTo>
                  <a:cubicBezTo>
                    <a:pt x="95" y="59"/>
                    <a:pt x="93" y="60"/>
                    <a:pt x="90" y="6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9" name="Freeform 119"/>
            <p:cNvSpPr>
              <a:spLocks noEditPoints="1"/>
            </p:cNvSpPr>
            <p:nvPr/>
          </p:nvSpPr>
          <p:spPr bwMode="auto">
            <a:xfrm>
              <a:off x="3071813" y="1709738"/>
              <a:ext cx="427038" cy="425450"/>
            </a:xfrm>
            <a:custGeom>
              <a:avLst/>
              <a:gdLst>
                <a:gd name="T0" fmla="*/ 423 w 427"/>
                <a:gd name="T1" fmla="*/ 239 h 424"/>
                <a:gd name="T2" fmla="*/ 384 w 427"/>
                <a:gd name="T3" fmla="*/ 200 h 424"/>
                <a:gd name="T4" fmla="*/ 377 w 427"/>
                <a:gd name="T5" fmla="*/ 196 h 424"/>
                <a:gd name="T6" fmla="*/ 376 w 427"/>
                <a:gd name="T7" fmla="*/ 196 h 424"/>
                <a:gd name="T8" fmla="*/ 370 w 427"/>
                <a:gd name="T9" fmla="*/ 199 h 424"/>
                <a:gd name="T10" fmla="*/ 330 w 427"/>
                <a:gd name="T11" fmla="*/ 239 h 424"/>
                <a:gd name="T12" fmla="*/ 330 w 427"/>
                <a:gd name="T13" fmla="*/ 252 h 424"/>
                <a:gd name="T14" fmla="*/ 343 w 427"/>
                <a:gd name="T15" fmla="*/ 252 h 424"/>
                <a:gd name="T16" fmla="*/ 367 w 427"/>
                <a:gd name="T17" fmla="*/ 228 h 424"/>
                <a:gd name="T18" fmla="*/ 367 w 427"/>
                <a:gd name="T19" fmla="*/ 232 h 424"/>
                <a:gd name="T20" fmla="*/ 203 w 427"/>
                <a:gd name="T21" fmla="*/ 405 h 424"/>
                <a:gd name="T22" fmla="*/ 203 w 427"/>
                <a:gd name="T23" fmla="*/ 162 h 424"/>
                <a:gd name="T24" fmla="*/ 311 w 427"/>
                <a:gd name="T25" fmla="*/ 162 h 424"/>
                <a:gd name="T26" fmla="*/ 320 w 427"/>
                <a:gd name="T27" fmla="*/ 153 h 424"/>
                <a:gd name="T28" fmla="*/ 311 w 427"/>
                <a:gd name="T29" fmla="*/ 144 h 424"/>
                <a:gd name="T30" fmla="*/ 203 w 427"/>
                <a:gd name="T31" fmla="*/ 144 h 424"/>
                <a:gd name="T32" fmla="*/ 203 w 427"/>
                <a:gd name="T33" fmla="*/ 96 h 424"/>
                <a:gd name="T34" fmla="*/ 242 w 427"/>
                <a:gd name="T35" fmla="*/ 48 h 424"/>
                <a:gd name="T36" fmla="*/ 193 w 427"/>
                <a:gd name="T37" fmla="*/ 0 h 424"/>
                <a:gd name="T38" fmla="*/ 144 w 427"/>
                <a:gd name="T39" fmla="*/ 48 h 424"/>
                <a:gd name="T40" fmla="*/ 184 w 427"/>
                <a:gd name="T41" fmla="*/ 96 h 424"/>
                <a:gd name="T42" fmla="*/ 184 w 427"/>
                <a:gd name="T43" fmla="*/ 144 h 424"/>
                <a:gd name="T44" fmla="*/ 75 w 427"/>
                <a:gd name="T45" fmla="*/ 144 h 424"/>
                <a:gd name="T46" fmla="*/ 66 w 427"/>
                <a:gd name="T47" fmla="*/ 153 h 424"/>
                <a:gd name="T48" fmla="*/ 75 w 427"/>
                <a:gd name="T49" fmla="*/ 162 h 424"/>
                <a:gd name="T50" fmla="*/ 184 w 427"/>
                <a:gd name="T51" fmla="*/ 162 h 424"/>
                <a:gd name="T52" fmla="*/ 184 w 427"/>
                <a:gd name="T53" fmla="*/ 405 h 424"/>
                <a:gd name="T54" fmla="*/ 19 w 427"/>
                <a:gd name="T55" fmla="*/ 232 h 424"/>
                <a:gd name="T56" fmla="*/ 19 w 427"/>
                <a:gd name="T57" fmla="*/ 205 h 424"/>
                <a:gd name="T58" fmla="*/ 10 w 427"/>
                <a:gd name="T59" fmla="*/ 196 h 424"/>
                <a:gd name="T60" fmla="*/ 0 w 427"/>
                <a:gd name="T61" fmla="*/ 205 h 424"/>
                <a:gd name="T62" fmla="*/ 0 w 427"/>
                <a:gd name="T63" fmla="*/ 232 h 424"/>
                <a:gd name="T64" fmla="*/ 193 w 427"/>
                <a:gd name="T65" fmla="*/ 424 h 424"/>
                <a:gd name="T66" fmla="*/ 386 w 427"/>
                <a:gd name="T67" fmla="*/ 232 h 424"/>
                <a:gd name="T68" fmla="*/ 386 w 427"/>
                <a:gd name="T69" fmla="*/ 228 h 424"/>
                <a:gd name="T70" fmla="*/ 410 w 427"/>
                <a:gd name="T71" fmla="*/ 252 h 424"/>
                <a:gd name="T72" fmla="*/ 417 w 427"/>
                <a:gd name="T73" fmla="*/ 255 h 424"/>
                <a:gd name="T74" fmla="*/ 423 w 427"/>
                <a:gd name="T75" fmla="*/ 252 h 424"/>
                <a:gd name="T76" fmla="*/ 423 w 427"/>
                <a:gd name="T77" fmla="*/ 239 h 424"/>
                <a:gd name="T78" fmla="*/ 163 w 427"/>
                <a:gd name="T79" fmla="*/ 48 h 424"/>
                <a:gd name="T80" fmla="*/ 193 w 427"/>
                <a:gd name="T81" fmla="*/ 18 h 424"/>
                <a:gd name="T82" fmla="*/ 223 w 427"/>
                <a:gd name="T83" fmla="*/ 48 h 424"/>
                <a:gd name="T84" fmla="*/ 193 w 427"/>
                <a:gd name="T85" fmla="*/ 78 h 424"/>
                <a:gd name="T86" fmla="*/ 163 w 427"/>
                <a:gd name="T87" fmla="*/ 48 h 4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427" h="424">
                  <a:moveTo>
                    <a:pt x="423" y="239"/>
                  </a:moveTo>
                  <a:cubicBezTo>
                    <a:pt x="384" y="200"/>
                    <a:pt x="384" y="200"/>
                    <a:pt x="384" y="200"/>
                  </a:cubicBezTo>
                  <a:cubicBezTo>
                    <a:pt x="383" y="198"/>
                    <a:pt x="380" y="196"/>
                    <a:pt x="377" y="196"/>
                  </a:cubicBezTo>
                  <a:cubicBezTo>
                    <a:pt x="377" y="196"/>
                    <a:pt x="377" y="196"/>
                    <a:pt x="376" y="196"/>
                  </a:cubicBezTo>
                  <a:cubicBezTo>
                    <a:pt x="374" y="196"/>
                    <a:pt x="372" y="197"/>
                    <a:pt x="370" y="199"/>
                  </a:cubicBezTo>
                  <a:cubicBezTo>
                    <a:pt x="330" y="239"/>
                    <a:pt x="330" y="239"/>
                    <a:pt x="330" y="239"/>
                  </a:cubicBezTo>
                  <a:cubicBezTo>
                    <a:pt x="326" y="242"/>
                    <a:pt x="326" y="248"/>
                    <a:pt x="330" y="252"/>
                  </a:cubicBezTo>
                  <a:cubicBezTo>
                    <a:pt x="334" y="256"/>
                    <a:pt x="339" y="256"/>
                    <a:pt x="343" y="252"/>
                  </a:cubicBezTo>
                  <a:cubicBezTo>
                    <a:pt x="367" y="228"/>
                    <a:pt x="367" y="228"/>
                    <a:pt x="367" y="228"/>
                  </a:cubicBezTo>
                  <a:cubicBezTo>
                    <a:pt x="367" y="232"/>
                    <a:pt x="367" y="232"/>
                    <a:pt x="367" y="232"/>
                  </a:cubicBezTo>
                  <a:cubicBezTo>
                    <a:pt x="367" y="320"/>
                    <a:pt x="290" y="400"/>
                    <a:pt x="203" y="405"/>
                  </a:cubicBezTo>
                  <a:cubicBezTo>
                    <a:pt x="203" y="162"/>
                    <a:pt x="203" y="162"/>
                    <a:pt x="203" y="162"/>
                  </a:cubicBezTo>
                  <a:cubicBezTo>
                    <a:pt x="311" y="162"/>
                    <a:pt x="311" y="162"/>
                    <a:pt x="311" y="162"/>
                  </a:cubicBezTo>
                  <a:cubicBezTo>
                    <a:pt x="316" y="162"/>
                    <a:pt x="320" y="158"/>
                    <a:pt x="320" y="153"/>
                  </a:cubicBezTo>
                  <a:cubicBezTo>
                    <a:pt x="320" y="148"/>
                    <a:pt x="316" y="144"/>
                    <a:pt x="311" y="144"/>
                  </a:cubicBezTo>
                  <a:cubicBezTo>
                    <a:pt x="203" y="144"/>
                    <a:pt x="203" y="144"/>
                    <a:pt x="203" y="144"/>
                  </a:cubicBezTo>
                  <a:cubicBezTo>
                    <a:pt x="203" y="96"/>
                    <a:pt x="203" y="96"/>
                    <a:pt x="203" y="96"/>
                  </a:cubicBezTo>
                  <a:cubicBezTo>
                    <a:pt x="225" y="92"/>
                    <a:pt x="242" y="72"/>
                    <a:pt x="242" y="48"/>
                  </a:cubicBezTo>
                  <a:cubicBezTo>
                    <a:pt x="242" y="21"/>
                    <a:pt x="220" y="0"/>
                    <a:pt x="193" y="0"/>
                  </a:cubicBezTo>
                  <a:cubicBezTo>
                    <a:pt x="166" y="0"/>
                    <a:pt x="144" y="21"/>
                    <a:pt x="144" y="48"/>
                  </a:cubicBezTo>
                  <a:cubicBezTo>
                    <a:pt x="144" y="72"/>
                    <a:pt x="161" y="92"/>
                    <a:pt x="184" y="96"/>
                  </a:cubicBezTo>
                  <a:cubicBezTo>
                    <a:pt x="184" y="144"/>
                    <a:pt x="184" y="144"/>
                    <a:pt x="184" y="144"/>
                  </a:cubicBezTo>
                  <a:cubicBezTo>
                    <a:pt x="75" y="144"/>
                    <a:pt x="75" y="144"/>
                    <a:pt x="75" y="144"/>
                  </a:cubicBezTo>
                  <a:cubicBezTo>
                    <a:pt x="70" y="144"/>
                    <a:pt x="66" y="148"/>
                    <a:pt x="66" y="153"/>
                  </a:cubicBezTo>
                  <a:cubicBezTo>
                    <a:pt x="66" y="158"/>
                    <a:pt x="70" y="162"/>
                    <a:pt x="75" y="162"/>
                  </a:cubicBezTo>
                  <a:cubicBezTo>
                    <a:pt x="184" y="162"/>
                    <a:pt x="184" y="162"/>
                    <a:pt x="184" y="162"/>
                  </a:cubicBezTo>
                  <a:cubicBezTo>
                    <a:pt x="184" y="405"/>
                    <a:pt x="184" y="405"/>
                    <a:pt x="184" y="405"/>
                  </a:cubicBezTo>
                  <a:cubicBezTo>
                    <a:pt x="96" y="400"/>
                    <a:pt x="19" y="320"/>
                    <a:pt x="19" y="232"/>
                  </a:cubicBezTo>
                  <a:cubicBezTo>
                    <a:pt x="19" y="205"/>
                    <a:pt x="19" y="205"/>
                    <a:pt x="19" y="205"/>
                  </a:cubicBezTo>
                  <a:cubicBezTo>
                    <a:pt x="19" y="200"/>
                    <a:pt x="15" y="196"/>
                    <a:pt x="10" y="196"/>
                  </a:cubicBezTo>
                  <a:cubicBezTo>
                    <a:pt x="5" y="196"/>
                    <a:pt x="0" y="200"/>
                    <a:pt x="0" y="205"/>
                  </a:cubicBezTo>
                  <a:cubicBezTo>
                    <a:pt x="0" y="232"/>
                    <a:pt x="0" y="232"/>
                    <a:pt x="0" y="232"/>
                  </a:cubicBezTo>
                  <a:cubicBezTo>
                    <a:pt x="0" y="333"/>
                    <a:pt x="92" y="424"/>
                    <a:pt x="193" y="424"/>
                  </a:cubicBezTo>
                  <a:cubicBezTo>
                    <a:pt x="294" y="424"/>
                    <a:pt x="386" y="333"/>
                    <a:pt x="386" y="232"/>
                  </a:cubicBezTo>
                  <a:cubicBezTo>
                    <a:pt x="386" y="228"/>
                    <a:pt x="386" y="228"/>
                    <a:pt x="386" y="228"/>
                  </a:cubicBezTo>
                  <a:cubicBezTo>
                    <a:pt x="410" y="252"/>
                    <a:pt x="410" y="252"/>
                    <a:pt x="410" y="252"/>
                  </a:cubicBezTo>
                  <a:cubicBezTo>
                    <a:pt x="412" y="254"/>
                    <a:pt x="414" y="255"/>
                    <a:pt x="417" y="255"/>
                  </a:cubicBezTo>
                  <a:cubicBezTo>
                    <a:pt x="419" y="255"/>
                    <a:pt x="422" y="254"/>
                    <a:pt x="423" y="252"/>
                  </a:cubicBezTo>
                  <a:cubicBezTo>
                    <a:pt x="427" y="249"/>
                    <a:pt x="427" y="243"/>
                    <a:pt x="423" y="239"/>
                  </a:cubicBezTo>
                  <a:close/>
                  <a:moveTo>
                    <a:pt x="163" y="48"/>
                  </a:moveTo>
                  <a:cubicBezTo>
                    <a:pt x="163" y="32"/>
                    <a:pt x="177" y="18"/>
                    <a:pt x="193" y="18"/>
                  </a:cubicBezTo>
                  <a:cubicBezTo>
                    <a:pt x="210" y="18"/>
                    <a:pt x="223" y="32"/>
                    <a:pt x="223" y="48"/>
                  </a:cubicBezTo>
                  <a:cubicBezTo>
                    <a:pt x="223" y="65"/>
                    <a:pt x="210" y="78"/>
                    <a:pt x="193" y="78"/>
                  </a:cubicBezTo>
                  <a:cubicBezTo>
                    <a:pt x="177" y="78"/>
                    <a:pt x="163" y="65"/>
                    <a:pt x="163" y="4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74" name="Group 173"/>
          <p:cNvGrpSpPr/>
          <p:nvPr/>
        </p:nvGrpSpPr>
        <p:grpSpPr>
          <a:xfrm>
            <a:off x="2956985" y="2279651"/>
            <a:ext cx="571500" cy="567267"/>
            <a:chOff x="2217738" y="1709738"/>
            <a:chExt cx="428625" cy="425450"/>
          </a:xfrm>
          <a:solidFill>
            <a:schemeClr val="accent1"/>
          </a:solidFill>
        </p:grpSpPr>
        <p:sp>
          <p:nvSpPr>
            <p:cNvPr id="120" name="Freeform 120"/>
            <p:cNvSpPr>
              <a:spLocks/>
            </p:cNvSpPr>
            <p:nvPr/>
          </p:nvSpPr>
          <p:spPr bwMode="auto">
            <a:xfrm>
              <a:off x="2336800" y="1709738"/>
              <a:ext cx="244475" cy="190500"/>
            </a:xfrm>
            <a:custGeom>
              <a:avLst/>
              <a:gdLst>
                <a:gd name="T0" fmla="*/ 133 w 244"/>
                <a:gd name="T1" fmla="*/ 46 h 189"/>
                <a:gd name="T2" fmla="*/ 202 w 244"/>
                <a:gd name="T3" fmla="*/ 166 h 189"/>
                <a:gd name="T4" fmla="*/ 157 w 244"/>
                <a:gd name="T5" fmla="*/ 157 h 189"/>
                <a:gd name="T6" fmla="*/ 146 w 244"/>
                <a:gd name="T7" fmla="*/ 164 h 189"/>
                <a:gd name="T8" fmla="*/ 153 w 244"/>
                <a:gd name="T9" fmla="*/ 175 h 189"/>
                <a:gd name="T10" fmla="*/ 219 w 244"/>
                <a:gd name="T11" fmla="*/ 188 h 189"/>
                <a:gd name="T12" fmla="*/ 219 w 244"/>
                <a:gd name="T13" fmla="*/ 188 h 189"/>
                <a:gd name="T14" fmla="*/ 221 w 244"/>
                <a:gd name="T15" fmla="*/ 189 h 189"/>
                <a:gd name="T16" fmla="*/ 221 w 244"/>
                <a:gd name="T17" fmla="*/ 189 h 189"/>
                <a:gd name="T18" fmla="*/ 221 w 244"/>
                <a:gd name="T19" fmla="*/ 189 h 189"/>
                <a:gd name="T20" fmla="*/ 221 w 244"/>
                <a:gd name="T21" fmla="*/ 189 h 189"/>
                <a:gd name="T22" fmla="*/ 222 w 244"/>
                <a:gd name="T23" fmla="*/ 188 h 189"/>
                <a:gd name="T24" fmla="*/ 223 w 244"/>
                <a:gd name="T25" fmla="*/ 188 h 189"/>
                <a:gd name="T26" fmla="*/ 224 w 244"/>
                <a:gd name="T27" fmla="*/ 188 h 189"/>
                <a:gd name="T28" fmla="*/ 224 w 244"/>
                <a:gd name="T29" fmla="*/ 188 h 189"/>
                <a:gd name="T30" fmla="*/ 225 w 244"/>
                <a:gd name="T31" fmla="*/ 187 h 189"/>
                <a:gd name="T32" fmla="*/ 225 w 244"/>
                <a:gd name="T33" fmla="*/ 187 h 189"/>
                <a:gd name="T34" fmla="*/ 225 w 244"/>
                <a:gd name="T35" fmla="*/ 187 h 189"/>
                <a:gd name="T36" fmla="*/ 225 w 244"/>
                <a:gd name="T37" fmla="*/ 187 h 189"/>
                <a:gd name="T38" fmla="*/ 227 w 244"/>
                <a:gd name="T39" fmla="*/ 186 h 189"/>
                <a:gd name="T40" fmla="*/ 227 w 244"/>
                <a:gd name="T41" fmla="*/ 186 h 189"/>
                <a:gd name="T42" fmla="*/ 228 w 244"/>
                <a:gd name="T43" fmla="*/ 185 h 189"/>
                <a:gd name="T44" fmla="*/ 228 w 244"/>
                <a:gd name="T45" fmla="*/ 185 h 189"/>
                <a:gd name="T46" fmla="*/ 229 w 244"/>
                <a:gd name="T47" fmla="*/ 184 h 189"/>
                <a:gd name="T48" fmla="*/ 229 w 244"/>
                <a:gd name="T49" fmla="*/ 183 h 189"/>
                <a:gd name="T50" fmla="*/ 230 w 244"/>
                <a:gd name="T51" fmla="*/ 182 h 189"/>
                <a:gd name="T52" fmla="*/ 230 w 244"/>
                <a:gd name="T53" fmla="*/ 181 h 189"/>
                <a:gd name="T54" fmla="*/ 230 w 244"/>
                <a:gd name="T55" fmla="*/ 181 h 189"/>
                <a:gd name="T56" fmla="*/ 243 w 244"/>
                <a:gd name="T57" fmla="*/ 116 h 189"/>
                <a:gd name="T58" fmla="*/ 236 w 244"/>
                <a:gd name="T59" fmla="*/ 105 h 189"/>
                <a:gd name="T60" fmla="*/ 225 w 244"/>
                <a:gd name="T61" fmla="*/ 112 h 189"/>
                <a:gd name="T62" fmla="*/ 216 w 244"/>
                <a:gd name="T63" fmla="*/ 153 h 189"/>
                <a:gd name="T64" fmla="*/ 149 w 244"/>
                <a:gd name="T65" fmla="*/ 36 h 189"/>
                <a:gd name="T66" fmla="*/ 96 w 244"/>
                <a:gd name="T67" fmla="*/ 0 h 189"/>
                <a:gd name="T68" fmla="*/ 43 w 244"/>
                <a:gd name="T69" fmla="*/ 36 h 189"/>
                <a:gd name="T70" fmla="*/ 3 w 244"/>
                <a:gd name="T71" fmla="*/ 95 h 189"/>
                <a:gd name="T72" fmla="*/ 6 w 244"/>
                <a:gd name="T73" fmla="*/ 108 h 189"/>
                <a:gd name="T74" fmla="*/ 19 w 244"/>
                <a:gd name="T75" fmla="*/ 106 h 189"/>
                <a:gd name="T76" fmla="*/ 59 w 244"/>
                <a:gd name="T77" fmla="*/ 46 h 189"/>
                <a:gd name="T78" fmla="*/ 59 w 244"/>
                <a:gd name="T79" fmla="*/ 46 h 189"/>
                <a:gd name="T80" fmla="*/ 96 w 244"/>
                <a:gd name="T81" fmla="*/ 18 h 189"/>
                <a:gd name="T82" fmla="*/ 133 w 244"/>
                <a:gd name="T83" fmla="*/ 46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44" h="189">
                  <a:moveTo>
                    <a:pt x="133" y="46"/>
                  </a:moveTo>
                  <a:cubicBezTo>
                    <a:pt x="202" y="166"/>
                    <a:pt x="202" y="166"/>
                    <a:pt x="202" y="166"/>
                  </a:cubicBezTo>
                  <a:cubicBezTo>
                    <a:pt x="157" y="157"/>
                    <a:pt x="157" y="157"/>
                    <a:pt x="157" y="157"/>
                  </a:cubicBezTo>
                  <a:cubicBezTo>
                    <a:pt x="152" y="156"/>
                    <a:pt x="147" y="159"/>
                    <a:pt x="146" y="164"/>
                  </a:cubicBezTo>
                  <a:cubicBezTo>
                    <a:pt x="145" y="169"/>
                    <a:pt x="148" y="174"/>
                    <a:pt x="153" y="175"/>
                  </a:cubicBezTo>
                  <a:cubicBezTo>
                    <a:pt x="219" y="188"/>
                    <a:pt x="219" y="188"/>
                    <a:pt x="219" y="188"/>
                  </a:cubicBezTo>
                  <a:cubicBezTo>
                    <a:pt x="219" y="188"/>
                    <a:pt x="219" y="188"/>
                    <a:pt x="219" y="188"/>
                  </a:cubicBezTo>
                  <a:cubicBezTo>
                    <a:pt x="220" y="189"/>
                    <a:pt x="220" y="189"/>
                    <a:pt x="221" y="189"/>
                  </a:cubicBezTo>
                  <a:cubicBezTo>
                    <a:pt x="221" y="189"/>
                    <a:pt x="221" y="189"/>
                    <a:pt x="221" y="189"/>
                  </a:cubicBezTo>
                  <a:cubicBezTo>
                    <a:pt x="221" y="189"/>
                    <a:pt x="221" y="189"/>
                    <a:pt x="221" y="189"/>
                  </a:cubicBezTo>
                  <a:cubicBezTo>
                    <a:pt x="221" y="189"/>
                    <a:pt x="221" y="189"/>
                    <a:pt x="221" y="189"/>
                  </a:cubicBezTo>
                  <a:cubicBezTo>
                    <a:pt x="221" y="189"/>
                    <a:pt x="222" y="189"/>
                    <a:pt x="222" y="188"/>
                  </a:cubicBezTo>
                  <a:cubicBezTo>
                    <a:pt x="222" y="188"/>
                    <a:pt x="222" y="188"/>
                    <a:pt x="223" y="188"/>
                  </a:cubicBezTo>
                  <a:cubicBezTo>
                    <a:pt x="223" y="188"/>
                    <a:pt x="223" y="188"/>
                    <a:pt x="224" y="188"/>
                  </a:cubicBezTo>
                  <a:cubicBezTo>
                    <a:pt x="224" y="188"/>
                    <a:pt x="224" y="188"/>
                    <a:pt x="224" y="188"/>
                  </a:cubicBezTo>
                  <a:cubicBezTo>
                    <a:pt x="224" y="188"/>
                    <a:pt x="225" y="188"/>
                    <a:pt x="225" y="187"/>
                  </a:cubicBezTo>
                  <a:cubicBezTo>
                    <a:pt x="225" y="187"/>
                    <a:pt x="225" y="187"/>
                    <a:pt x="225" y="187"/>
                  </a:cubicBezTo>
                  <a:cubicBezTo>
                    <a:pt x="225" y="187"/>
                    <a:pt x="225" y="187"/>
                    <a:pt x="225" y="187"/>
                  </a:cubicBezTo>
                  <a:cubicBezTo>
                    <a:pt x="225" y="187"/>
                    <a:pt x="225" y="187"/>
                    <a:pt x="225" y="187"/>
                  </a:cubicBezTo>
                  <a:cubicBezTo>
                    <a:pt x="226" y="187"/>
                    <a:pt x="226" y="187"/>
                    <a:pt x="227" y="186"/>
                  </a:cubicBezTo>
                  <a:cubicBezTo>
                    <a:pt x="227" y="186"/>
                    <a:pt x="227" y="186"/>
                    <a:pt x="227" y="186"/>
                  </a:cubicBezTo>
                  <a:cubicBezTo>
                    <a:pt x="227" y="186"/>
                    <a:pt x="228" y="185"/>
                    <a:pt x="228" y="185"/>
                  </a:cubicBezTo>
                  <a:cubicBezTo>
                    <a:pt x="228" y="185"/>
                    <a:pt x="228" y="185"/>
                    <a:pt x="228" y="185"/>
                  </a:cubicBezTo>
                  <a:cubicBezTo>
                    <a:pt x="229" y="184"/>
                    <a:pt x="229" y="184"/>
                    <a:pt x="229" y="184"/>
                  </a:cubicBezTo>
                  <a:cubicBezTo>
                    <a:pt x="229" y="183"/>
                    <a:pt x="229" y="183"/>
                    <a:pt x="229" y="183"/>
                  </a:cubicBezTo>
                  <a:cubicBezTo>
                    <a:pt x="229" y="183"/>
                    <a:pt x="229" y="182"/>
                    <a:pt x="230" y="182"/>
                  </a:cubicBezTo>
                  <a:cubicBezTo>
                    <a:pt x="230" y="182"/>
                    <a:pt x="230" y="182"/>
                    <a:pt x="230" y="181"/>
                  </a:cubicBezTo>
                  <a:cubicBezTo>
                    <a:pt x="230" y="181"/>
                    <a:pt x="230" y="181"/>
                    <a:pt x="230" y="181"/>
                  </a:cubicBezTo>
                  <a:cubicBezTo>
                    <a:pt x="243" y="116"/>
                    <a:pt x="243" y="116"/>
                    <a:pt x="243" y="116"/>
                  </a:cubicBezTo>
                  <a:cubicBezTo>
                    <a:pt x="244" y="110"/>
                    <a:pt x="241" y="106"/>
                    <a:pt x="236" y="105"/>
                  </a:cubicBezTo>
                  <a:cubicBezTo>
                    <a:pt x="231" y="104"/>
                    <a:pt x="226" y="107"/>
                    <a:pt x="225" y="112"/>
                  </a:cubicBezTo>
                  <a:cubicBezTo>
                    <a:pt x="216" y="153"/>
                    <a:pt x="216" y="153"/>
                    <a:pt x="216" y="153"/>
                  </a:cubicBezTo>
                  <a:cubicBezTo>
                    <a:pt x="149" y="36"/>
                    <a:pt x="149" y="36"/>
                    <a:pt x="149" y="36"/>
                  </a:cubicBezTo>
                  <a:cubicBezTo>
                    <a:pt x="136" y="13"/>
                    <a:pt x="117" y="0"/>
                    <a:pt x="96" y="0"/>
                  </a:cubicBezTo>
                  <a:cubicBezTo>
                    <a:pt x="76" y="0"/>
                    <a:pt x="57" y="12"/>
                    <a:pt x="43" y="36"/>
                  </a:cubicBezTo>
                  <a:cubicBezTo>
                    <a:pt x="3" y="95"/>
                    <a:pt x="3" y="95"/>
                    <a:pt x="3" y="95"/>
                  </a:cubicBezTo>
                  <a:cubicBezTo>
                    <a:pt x="0" y="100"/>
                    <a:pt x="1" y="106"/>
                    <a:pt x="6" y="108"/>
                  </a:cubicBezTo>
                  <a:cubicBezTo>
                    <a:pt x="10" y="111"/>
                    <a:pt x="16" y="110"/>
                    <a:pt x="19" y="106"/>
                  </a:cubicBezTo>
                  <a:cubicBezTo>
                    <a:pt x="59" y="46"/>
                    <a:pt x="59" y="46"/>
                    <a:pt x="59" y="46"/>
                  </a:cubicBezTo>
                  <a:cubicBezTo>
                    <a:pt x="59" y="46"/>
                    <a:pt x="59" y="46"/>
                    <a:pt x="59" y="46"/>
                  </a:cubicBezTo>
                  <a:cubicBezTo>
                    <a:pt x="69" y="28"/>
                    <a:pt x="83" y="18"/>
                    <a:pt x="96" y="18"/>
                  </a:cubicBezTo>
                  <a:cubicBezTo>
                    <a:pt x="110" y="18"/>
                    <a:pt x="123" y="28"/>
                    <a:pt x="133" y="46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1" name="Freeform 121"/>
            <p:cNvSpPr>
              <a:spLocks/>
            </p:cNvSpPr>
            <p:nvPr/>
          </p:nvSpPr>
          <p:spPr bwMode="auto">
            <a:xfrm>
              <a:off x="2217738" y="1854200"/>
              <a:ext cx="141288" cy="241300"/>
            </a:xfrm>
            <a:custGeom>
              <a:avLst/>
              <a:gdLst>
                <a:gd name="T0" fmla="*/ 101 w 140"/>
                <a:gd name="T1" fmla="*/ 31 h 241"/>
                <a:gd name="T2" fmla="*/ 120 w 140"/>
                <a:gd name="T3" fmla="*/ 78 h 241"/>
                <a:gd name="T4" fmla="*/ 129 w 140"/>
                <a:gd name="T5" fmla="*/ 84 h 241"/>
                <a:gd name="T6" fmla="*/ 132 w 140"/>
                <a:gd name="T7" fmla="*/ 83 h 241"/>
                <a:gd name="T8" fmla="*/ 138 w 140"/>
                <a:gd name="T9" fmla="*/ 71 h 241"/>
                <a:gd name="T10" fmla="*/ 111 w 140"/>
                <a:gd name="T11" fmla="*/ 6 h 241"/>
                <a:gd name="T12" fmla="*/ 111 w 140"/>
                <a:gd name="T13" fmla="*/ 5 h 241"/>
                <a:gd name="T14" fmla="*/ 111 w 140"/>
                <a:gd name="T15" fmla="*/ 5 h 241"/>
                <a:gd name="T16" fmla="*/ 110 w 140"/>
                <a:gd name="T17" fmla="*/ 4 h 241"/>
                <a:gd name="T18" fmla="*/ 110 w 140"/>
                <a:gd name="T19" fmla="*/ 3 h 241"/>
                <a:gd name="T20" fmla="*/ 109 w 140"/>
                <a:gd name="T21" fmla="*/ 2 h 241"/>
                <a:gd name="T22" fmla="*/ 109 w 140"/>
                <a:gd name="T23" fmla="*/ 2 h 241"/>
                <a:gd name="T24" fmla="*/ 108 w 140"/>
                <a:gd name="T25" fmla="*/ 1 h 241"/>
                <a:gd name="T26" fmla="*/ 107 w 140"/>
                <a:gd name="T27" fmla="*/ 1 h 241"/>
                <a:gd name="T28" fmla="*/ 107 w 140"/>
                <a:gd name="T29" fmla="*/ 1 h 241"/>
                <a:gd name="T30" fmla="*/ 104 w 140"/>
                <a:gd name="T31" fmla="*/ 0 h 241"/>
                <a:gd name="T32" fmla="*/ 104 w 140"/>
                <a:gd name="T33" fmla="*/ 0 h 241"/>
                <a:gd name="T34" fmla="*/ 102 w 140"/>
                <a:gd name="T35" fmla="*/ 0 h 241"/>
                <a:gd name="T36" fmla="*/ 102 w 140"/>
                <a:gd name="T37" fmla="*/ 0 h 241"/>
                <a:gd name="T38" fmla="*/ 101 w 140"/>
                <a:gd name="T39" fmla="*/ 0 h 241"/>
                <a:gd name="T40" fmla="*/ 35 w 140"/>
                <a:gd name="T41" fmla="*/ 13 h 241"/>
                <a:gd name="T42" fmla="*/ 28 w 140"/>
                <a:gd name="T43" fmla="*/ 24 h 241"/>
                <a:gd name="T44" fmla="*/ 39 w 140"/>
                <a:gd name="T45" fmla="*/ 31 h 241"/>
                <a:gd name="T46" fmla="*/ 84 w 140"/>
                <a:gd name="T47" fmla="*/ 22 h 241"/>
                <a:gd name="T48" fmla="*/ 16 w 140"/>
                <a:gd name="T49" fmla="*/ 142 h 241"/>
                <a:gd name="T50" fmla="*/ 12 w 140"/>
                <a:gd name="T51" fmla="*/ 212 h 241"/>
                <a:gd name="T52" fmla="*/ 70 w 140"/>
                <a:gd name="T53" fmla="*/ 241 h 241"/>
                <a:gd name="T54" fmla="*/ 129 w 140"/>
                <a:gd name="T55" fmla="*/ 241 h 241"/>
                <a:gd name="T56" fmla="*/ 138 w 140"/>
                <a:gd name="T57" fmla="*/ 232 h 241"/>
                <a:gd name="T58" fmla="*/ 129 w 140"/>
                <a:gd name="T59" fmla="*/ 223 h 241"/>
                <a:gd name="T60" fmla="*/ 70 w 140"/>
                <a:gd name="T61" fmla="*/ 223 h 241"/>
                <a:gd name="T62" fmla="*/ 28 w 140"/>
                <a:gd name="T63" fmla="*/ 202 h 241"/>
                <a:gd name="T64" fmla="*/ 32 w 140"/>
                <a:gd name="T65" fmla="*/ 152 h 241"/>
                <a:gd name="T66" fmla="*/ 101 w 140"/>
                <a:gd name="T67" fmla="*/ 3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40" h="241">
                  <a:moveTo>
                    <a:pt x="101" y="31"/>
                  </a:moveTo>
                  <a:cubicBezTo>
                    <a:pt x="120" y="78"/>
                    <a:pt x="120" y="78"/>
                    <a:pt x="120" y="78"/>
                  </a:cubicBezTo>
                  <a:cubicBezTo>
                    <a:pt x="122" y="82"/>
                    <a:pt x="125" y="84"/>
                    <a:pt x="129" y="84"/>
                  </a:cubicBezTo>
                  <a:cubicBezTo>
                    <a:pt x="130" y="84"/>
                    <a:pt x="131" y="84"/>
                    <a:pt x="132" y="83"/>
                  </a:cubicBezTo>
                  <a:cubicBezTo>
                    <a:pt x="137" y="81"/>
                    <a:pt x="140" y="76"/>
                    <a:pt x="138" y="71"/>
                  </a:cubicBezTo>
                  <a:cubicBezTo>
                    <a:pt x="111" y="6"/>
                    <a:pt x="111" y="6"/>
                    <a:pt x="111" y="6"/>
                  </a:cubicBezTo>
                  <a:cubicBezTo>
                    <a:pt x="111" y="5"/>
                    <a:pt x="111" y="5"/>
                    <a:pt x="111" y="5"/>
                  </a:cubicBezTo>
                  <a:cubicBezTo>
                    <a:pt x="111" y="5"/>
                    <a:pt x="111" y="5"/>
                    <a:pt x="111" y="5"/>
                  </a:cubicBezTo>
                  <a:cubicBezTo>
                    <a:pt x="111" y="4"/>
                    <a:pt x="111" y="4"/>
                    <a:pt x="110" y="4"/>
                  </a:cubicBezTo>
                  <a:cubicBezTo>
                    <a:pt x="110" y="3"/>
                    <a:pt x="110" y="3"/>
                    <a:pt x="110" y="3"/>
                  </a:cubicBezTo>
                  <a:cubicBezTo>
                    <a:pt x="110" y="3"/>
                    <a:pt x="110" y="3"/>
                    <a:pt x="109" y="2"/>
                  </a:cubicBezTo>
                  <a:cubicBezTo>
                    <a:pt x="109" y="2"/>
                    <a:pt x="109" y="2"/>
                    <a:pt x="109" y="2"/>
                  </a:cubicBezTo>
                  <a:cubicBezTo>
                    <a:pt x="108" y="2"/>
                    <a:pt x="108" y="1"/>
                    <a:pt x="108" y="1"/>
                  </a:cubicBezTo>
                  <a:cubicBezTo>
                    <a:pt x="108" y="1"/>
                    <a:pt x="108" y="1"/>
                    <a:pt x="107" y="1"/>
                  </a:cubicBezTo>
                  <a:cubicBezTo>
                    <a:pt x="107" y="1"/>
                    <a:pt x="107" y="1"/>
                    <a:pt x="107" y="1"/>
                  </a:cubicBezTo>
                  <a:cubicBezTo>
                    <a:pt x="106" y="0"/>
                    <a:pt x="105" y="0"/>
                    <a:pt x="104" y="0"/>
                  </a:cubicBezTo>
                  <a:cubicBezTo>
                    <a:pt x="104" y="0"/>
                    <a:pt x="104" y="0"/>
                    <a:pt x="104" y="0"/>
                  </a:cubicBezTo>
                  <a:cubicBezTo>
                    <a:pt x="103" y="0"/>
                    <a:pt x="103" y="0"/>
                    <a:pt x="102" y="0"/>
                  </a:cubicBezTo>
                  <a:cubicBezTo>
                    <a:pt x="102" y="0"/>
                    <a:pt x="102" y="0"/>
                    <a:pt x="102" y="0"/>
                  </a:cubicBezTo>
                  <a:cubicBezTo>
                    <a:pt x="101" y="0"/>
                    <a:pt x="101" y="0"/>
                    <a:pt x="101" y="0"/>
                  </a:cubicBezTo>
                  <a:cubicBezTo>
                    <a:pt x="35" y="13"/>
                    <a:pt x="35" y="13"/>
                    <a:pt x="35" y="13"/>
                  </a:cubicBezTo>
                  <a:cubicBezTo>
                    <a:pt x="30" y="14"/>
                    <a:pt x="27" y="19"/>
                    <a:pt x="28" y="24"/>
                  </a:cubicBezTo>
                  <a:cubicBezTo>
                    <a:pt x="29" y="29"/>
                    <a:pt x="34" y="32"/>
                    <a:pt x="39" y="31"/>
                  </a:cubicBezTo>
                  <a:cubicBezTo>
                    <a:pt x="84" y="22"/>
                    <a:pt x="84" y="22"/>
                    <a:pt x="84" y="22"/>
                  </a:cubicBezTo>
                  <a:cubicBezTo>
                    <a:pt x="16" y="142"/>
                    <a:pt x="16" y="142"/>
                    <a:pt x="16" y="142"/>
                  </a:cubicBezTo>
                  <a:cubicBezTo>
                    <a:pt x="2" y="167"/>
                    <a:pt x="0" y="192"/>
                    <a:pt x="12" y="212"/>
                  </a:cubicBezTo>
                  <a:cubicBezTo>
                    <a:pt x="23" y="230"/>
                    <a:pt x="44" y="241"/>
                    <a:pt x="70" y="241"/>
                  </a:cubicBezTo>
                  <a:cubicBezTo>
                    <a:pt x="129" y="241"/>
                    <a:pt x="129" y="241"/>
                    <a:pt x="129" y="241"/>
                  </a:cubicBezTo>
                  <a:cubicBezTo>
                    <a:pt x="134" y="241"/>
                    <a:pt x="138" y="237"/>
                    <a:pt x="138" y="232"/>
                  </a:cubicBezTo>
                  <a:cubicBezTo>
                    <a:pt x="138" y="227"/>
                    <a:pt x="134" y="223"/>
                    <a:pt x="129" y="223"/>
                  </a:cubicBezTo>
                  <a:cubicBezTo>
                    <a:pt x="70" y="223"/>
                    <a:pt x="70" y="223"/>
                    <a:pt x="70" y="223"/>
                  </a:cubicBezTo>
                  <a:cubicBezTo>
                    <a:pt x="51" y="223"/>
                    <a:pt x="36" y="215"/>
                    <a:pt x="28" y="202"/>
                  </a:cubicBezTo>
                  <a:cubicBezTo>
                    <a:pt x="20" y="188"/>
                    <a:pt x="22" y="170"/>
                    <a:pt x="32" y="152"/>
                  </a:cubicBezTo>
                  <a:lnTo>
                    <a:pt x="101" y="3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2" name="Freeform 122"/>
            <p:cNvSpPr>
              <a:spLocks/>
            </p:cNvSpPr>
            <p:nvPr/>
          </p:nvSpPr>
          <p:spPr bwMode="auto">
            <a:xfrm>
              <a:off x="2416175" y="1931988"/>
              <a:ext cx="230188" cy="203200"/>
            </a:xfrm>
            <a:custGeom>
              <a:avLst/>
              <a:gdLst>
                <a:gd name="T0" fmla="*/ 215 w 230"/>
                <a:gd name="T1" fmla="*/ 66 h 203"/>
                <a:gd name="T2" fmla="*/ 189 w 230"/>
                <a:gd name="T3" fmla="*/ 7 h 203"/>
                <a:gd name="T4" fmla="*/ 176 w 230"/>
                <a:gd name="T5" fmla="*/ 2 h 203"/>
                <a:gd name="T6" fmla="*/ 171 w 230"/>
                <a:gd name="T7" fmla="*/ 14 h 203"/>
                <a:gd name="T8" fmla="*/ 198 w 230"/>
                <a:gd name="T9" fmla="*/ 74 h 203"/>
                <a:gd name="T10" fmla="*/ 198 w 230"/>
                <a:gd name="T11" fmla="*/ 75 h 203"/>
                <a:gd name="T12" fmla="*/ 202 w 230"/>
                <a:gd name="T13" fmla="*/ 125 h 203"/>
                <a:gd name="T14" fmla="*/ 160 w 230"/>
                <a:gd name="T15" fmla="*/ 145 h 203"/>
                <a:gd name="T16" fmla="*/ 32 w 230"/>
                <a:gd name="T17" fmla="*/ 146 h 203"/>
                <a:gd name="T18" fmla="*/ 56 w 230"/>
                <a:gd name="T19" fmla="*/ 122 h 203"/>
                <a:gd name="T20" fmla="*/ 56 w 230"/>
                <a:gd name="T21" fmla="*/ 109 h 203"/>
                <a:gd name="T22" fmla="*/ 42 w 230"/>
                <a:gd name="T23" fmla="*/ 109 h 203"/>
                <a:gd name="T24" fmla="*/ 3 w 230"/>
                <a:gd name="T25" fmla="*/ 148 h 203"/>
                <a:gd name="T26" fmla="*/ 0 w 230"/>
                <a:gd name="T27" fmla="*/ 155 h 203"/>
                <a:gd name="T28" fmla="*/ 0 w 230"/>
                <a:gd name="T29" fmla="*/ 155 h 203"/>
                <a:gd name="T30" fmla="*/ 0 w 230"/>
                <a:gd name="T31" fmla="*/ 155 h 203"/>
                <a:gd name="T32" fmla="*/ 4 w 230"/>
                <a:gd name="T33" fmla="*/ 163 h 203"/>
                <a:gd name="T34" fmla="*/ 42 w 230"/>
                <a:gd name="T35" fmla="*/ 201 h 203"/>
                <a:gd name="T36" fmla="*/ 49 w 230"/>
                <a:gd name="T37" fmla="*/ 203 h 203"/>
                <a:gd name="T38" fmla="*/ 56 w 230"/>
                <a:gd name="T39" fmla="*/ 201 h 203"/>
                <a:gd name="T40" fmla="*/ 56 w 230"/>
                <a:gd name="T41" fmla="*/ 187 h 203"/>
                <a:gd name="T42" fmla="*/ 32 w 230"/>
                <a:gd name="T43" fmla="*/ 164 h 203"/>
                <a:gd name="T44" fmla="*/ 160 w 230"/>
                <a:gd name="T45" fmla="*/ 164 h 203"/>
                <a:gd name="T46" fmla="*/ 219 w 230"/>
                <a:gd name="T47" fmla="*/ 134 h 203"/>
                <a:gd name="T48" fmla="*/ 215 w 230"/>
                <a:gd name="T49" fmla="*/ 66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30" h="203">
                  <a:moveTo>
                    <a:pt x="215" y="66"/>
                  </a:moveTo>
                  <a:cubicBezTo>
                    <a:pt x="189" y="7"/>
                    <a:pt x="189" y="7"/>
                    <a:pt x="189" y="7"/>
                  </a:cubicBezTo>
                  <a:cubicBezTo>
                    <a:pt x="186" y="2"/>
                    <a:pt x="181" y="0"/>
                    <a:pt x="176" y="2"/>
                  </a:cubicBezTo>
                  <a:cubicBezTo>
                    <a:pt x="171" y="4"/>
                    <a:pt x="169" y="10"/>
                    <a:pt x="171" y="14"/>
                  </a:cubicBezTo>
                  <a:cubicBezTo>
                    <a:pt x="198" y="74"/>
                    <a:pt x="198" y="74"/>
                    <a:pt x="198" y="74"/>
                  </a:cubicBezTo>
                  <a:cubicBezTo>
                    <a:pt x="198" y="75"/>
                    <a:pt x="198" y="75"/>
                    <a:pt x="198" y="75"/>
                  </a:cubicBezTo>
                  <a:cubicBezTo>
                    <a:pt x="209" y="93"/>
                    <a:pt x="210" y="112"/>
                    <a:pt x="202" y="125"/>
                  </a:cubicBezTo>
                  <a:cubicBezTo>
                    <a:pt x="195" y="138"/>
                    <a:pt x="180" y="145"/>
                    <a:pt x="160" y="145"/>
                  </a:cubicBezTo>
                  <a:cubicBezTo>
                    <a:pt x="32" y="146"/>
                    <a:pt x="32" y="146"/>
                    <a:pt x="32" y="146"/>
                  </a:cubicBezTo>
                  <a:cubicBezTo>
                    <a:pt x="56" y="122"/>
                    <a:pt x="56" y="122"/>
                    <a:pt x="56" y="122"/>
                  </a:cubicBezTo>
                  <a:cubicBezTo>
                    <a:pt x="59" y="118"/>
                    <a:pt x="59" y="112"/>
                    <a:pt x="56" y="109"/>
                  </a:cubicBezTo>
                  <a:cubicBezTo>
                    <a:pt x="52" y="105"/>
                    <a:pt x="46" y="105"/>
                    <a:pt x="42" y="109"/>
                  </a:cubicBezTo>
                  <a:cubicBezTo>
                    <a:pt x="3" y="148"/>
                    <a:pt x="3" y="148"/>
                    <a:pt x="3" y="148"/>
                  </a:cubicBezTo>
                  <a:cubicBezTo>
                    <a:pt x="1" y="150"/>
                    <a:pt x="0" y="152"/>
                    <a:pt x="0" y="155"/>
                  </a:cubicBezTo>
                  <a:cubicBezTo>
                    <a:pt x="0" y="155"/>
                    <a:pt x="0" y="155"/>
                    <a:pt x="0" y="155"/>
                  </a:cubicBezTo>
                  <a:cubicBezTo>
                    <a:pt x="0" y="155"/>
                    <a:pt x="0" y="155"/>
                    <a:pt x="0" y="155"/>
                  </a:cubicBezTo>
                  <a:cubicBezTo>
                    <a:pt x="0" y="158"/>
                    <a:pt x="2" y="161"/>
                    <a:pt x="4" y="163"/>
                  </a:cubicBezTo>
                  <a:cubicBezTo>
                    <a:pt x="42" y="201"/>
                    <a:pt x="42" y="201"/>
                    <a:pt x="42" y="201"/>
                  </a:cubicBezTo>
                  <a:cubicBezTo>
                    <a:pt x="44" y="203"/>
                    <a:pt x="47" y="203"/>
                    <a:pt x="49" y="203"/>
                  </a:cubicBezTo>
                  <a:cubicBezTo>
                    <a:pt x="51" y="203"/>
                    <a:pt x="54" y="203"/>
                    <a:pt x="56" y="201"/>
                  </a:cubicBezTo>
                  <a:cubicBezTo>
                    <a:pt x="59" y="197"/>
                    <a:pt x="59" y="191"/>
                    <a:pt x="56" y="187"/>
                  </a:cubicBezTo>
                  <a:cubicBezTo>
                    <a:pt x="32" y="164"/>
                    <a:pt x="32" y="164"/>
                    <a:pt x="32" y="164"/>
                  </a:cubicBezTo>
                  <a:cubicBezTo>
                    <a:pt x="160" y="164"/>
                    <a:pt x="160" y="164"/>
                    <a:pt x="160" y="164"/>
                  </a:cubicBezTo>
                  <a:cubicBezTo>
                    <a:pt x="187" y="164"/>
                    <a:pt x="208" y="153"/>
                    <a:pt x="219" y="134"/>
                  </a:cubicBezTo>
                  <a:cubicBezTo>
                    <a:pt x="230" y="115"/>
                    <a:pt x="228" y="90"/>
                    <a:pt x="215" y="66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77" name="Group 176"/>
          <p:cNvGrpSpPr/>
          <p:nvPr/>
        </p:nvGrpSpPr>
        <p:grpSpPr>
          <a:xfrm>
            <a:off x="1871134" y="1365251"/>
            <a:ext cx="573617" cy="571500"/>
            <a:chOff x="1403350" y="1023938"/>
            <a:chExt cx="430213" cy="428625"/>
          </a:xfrm>
          <a:solidFill>
            <a:schemeClr val="accent1"/>
          </a:solidFill>
        </p:grpSpPr>
        <p:sp>
          <p:nvSpPr>
            <p:cNvPr id="123" name="Freeform 123"/>
            <p:cNvSpPr>
              <a:spLocks/>
            </p:cNvSpPr>
            <p:nvPr/>
          </p:nvSpPr>
          <p:spPr bwMode="auto">
            <a:xfrm>
              <a:off x="1631950" y="1252538"/>
              <a:ext cx="201613" cy="200025"/>
            </a:xfrm>
            <a:custGeom>
              <a:avLst/>
              <a:gdLst>
                <a:gd name="T0" fmla="*/ 105 w 202"/>
                <a:gd name="T1" fmla="*/ 4 h 199"/>
                <a:gd name="T2" fmla="*/ 92 w 202"/>
                <a:gd name="T3" fmla="*/ 4 h 199"/>
                <a:gd name="T4" fmla="*/ 92 w 202"/>
                <a:gd name="T5" fmla="*/ 17 h 199"/>
                <a:gd name="T6" fmla="*/ 180 w 202"/>
                <a:gd name="T7" fmla="*/ 105 h 199"/>
                <a:gd name="T8" fmla="*/ 179 w 202"/>
                <a:gd name="T9" fmla="*/ 112 h 199"/>
                <a:gd name="T10" fmla="*/ 113 w 202"/>
                <a:gd name="T11" fmla="*/ 178 h 199"/>
                <a:gd name="T12" fmla="*/ 106 w 202"/>
                <a:gd name="T13" fmla="*/ 181 h 199"/>
                <a:gd name="T14" fmla="*/ 106 w 202"/>
                <a:gd name="T15" fmla="*/ 181 h 199"/>
                <a:gd name="T16" fmla="*/ 100 w 202"/>
                <a:gd name="T17" fmla="*/ 178 h 199"/>
                <a:gd name="T18" fmla="*/ 87 w 202"/>
                <a:gd name="T19" fmla="*/ 165 h 199"/>
                <a:gd name="T20" fmla="*/ 133 w 202"/>
                <a:gd name="T21" fmla="*/ 119 h 199"/>
                <a:gd name="T22" fmla="*/ 133 w 202"/>
                <a:gd name="T23" fmla="*/ 106 h 199"/>
                <a:gd name="T24" fmla="*/ 120 w 202"/>
                <a:gd name="T25" fmla="*/ 106 h 199"/>
                <a:gd name="T26" fmla="*/ 74 w 202"/>
                <a:gd name="T27" fmla="*/ 151 h 199"/>
                <a:gd name="T28" fmla="*/ 49 w 202"/>
                <a:gd name="T29" fmla="*/ 125 h 199"/>
                <a:gd name="T30" fmla="*/ 68 w 202"/>
                <a:gd name="T31" fmla="*/ 106 h 199"/>
                <a:gd name="T32" fmla="*/ 68 w 202"/>
                <a:gd name="T33" fmla="*/ 92 h 199"/>
                <a:gd name="T34" fmla="*/ 54 w 202"/>
                <a:gd name="T35" fmla="*/ 92 h 199"/>
                <a:gd name="T36" fmla="*/ 35 w 202"/>
                <a:gd name="T37" fmla="*/ 111 h 199"/>
                <a:gd name="T38" fmla="*/ 17 w 202"/>
                <a:gd name="T39" fmla="*/ 93 h 199"/>
                <a:gd name="T40" fmla="*/ 4 w 202"/>
                <a:gd name="T41" fmla="*/ 93 h 199"/>
                <a:gd name="T42" fmla="*/ 4 w 202"/>
                <a:gd name="T43" fmla="*/ 106 h 199"/>
                <a:gd name="T44" fmla="*/ 87 w 202"/>
                <a:gd name="T45" fmla="*/ 191 h 199"/>
                <a:gd name="T46" fmla="*/ 87 w 202"/>
                <a:gd name="T47" fmla="*/ 192 h 199"/>
                <a:gd name="T48" fmla="*/ 106 w 202"/>
                <a:gd name="T49" fmla="*/ 199 h 199"/>
                <a:gd name="T50" fmla="*/ 106 w 202"/>
                <a:gd name="T51" fmla="*/ 199 h 199"/>
                <a:gd name="T52" fmla="*/ 127 w 202"/>
                <a:gd name="T53" fmla="*/ 192 h 199"/>
                <a:gd name="T54" fmla="*/ 192 w 202"/>
                <a:gd name="T55" fmla="*/ 125 h 199"/>
                <a:gd name="T56" fmla="*/ 193 w 202"/>
                <a:gd name="T57" fmla="*/ 91 h 199"/>
                <a:gd name="T58" fmla="*/ 105 w 202"/>
                <a:gd name="T59" fmla="*/ 4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02" h="199">
                  <a:moveTo>
                    <a:pt x="105" y="4"/>
                  </a:moveTo>
                  <a:cubicBezTo>
                    <a:pt x="101" y="0"/>
                    <a:pt x="96" y="0"/>
                    <a:pt x="92" y="4"/>
                  </a:cubicBezTo>
                  <a:cubicBezTo>
                    <a:pt x="88" y="7"/>
                    <a:pt x="88" y="13"/>
                    <a:pt x="92" y="17"/>
                  </a:cubicBezTo>
                  <a:cubicBezTo>
                    <a:pt x="180" y="105"/>
                    <a:pt x="180" y="105"/>
                    <a:pt x="180" y="105"/>
                  </a:cubicBezTo>
                  <a:cubicBezTo>
                    <a:pt x="181" y="106"/>
                    <a:pt x="181" y="110"/>
                    <a:pt x="179" y="112"/>
                  </a:cubicBezTo>
                  <a:cubicBezTo>
                    <a:pt x="113" y="178"/>
                    <a:pt x="113" y="178"/>
                    <a:pt x="113" y="178"/>
                  </a:cubicBezTo>
                  <a:cubicBezTo>
                    <a:pt x="112" y="179"/>
                    <a:pt x="109" y="181"/>
                    <a:pt x="106" y="181"/>
                  </a:cubicBezTo>
                  <a:cubicBezTo>
                    <a:pt x="106" y="181"/>
                    <a:pt x="106" y="181"/>
                    <a:pt x="106" y="181"/>
                  </a:cubicBezTo>
                  <a:cubicBezTo>
                    <a:pt x="104" y="181"/>
                    <a:pt x="102" y="180"/>
                    <a:pt x="100" y="178"/>
                  </a:cubicBezTo>
                  <a:cubicBezTo>
                    <a:pt x="100" y="178"/>
                    <a:pt x="95" y="173"/>
                    <a:pt x="87" y="165"/>
                  </a:cubicBezTo>
                  <a:cubicBezTo>
                    <a:pt x="133" y="119"/>
                    <a:pt x="133" y="119"/>
                    <a:pt x="133" y="119"/>
                  </a:cubicBezTo>
                  <a:cubicBezTo>
                    <a:pt x="137" y="115"/>
                    <a:pt x="137" y="109"/>
                    <a:pt x="133" y="106"/>
                  </a:cubicBezTo>
                  <a:cubicBezTo>
                    <a:pt x="129" y="102"/>
                    <a:pt x="123" y="102"/>
                    <a:pt x="120" y="106"/>
                  </a:cubicBezTo>
                  <a:cubicBezTo>
                    <a:pt x="74" y="151"/>
                    <a:pt x="74" y="151"/>
                    <a:pt x="74" y="151"/>
                  </a:cubicBezTo>
                  <a:cubicBezTo>
                    <a:pt x="67" y="143"/>
                    <a:pt x="58" y="135"/>
                    <a:pt x="49" y="125"/>
                  </a:cubicBezTo>
                  <a:cubicBezTo>
                    <a:pt x="68" y="106"/>
                    <a:pt x="68" y="106"/>
                    <a:pt x="68" y="106"/>
                  </a:cubicBezTo>
                  <a:cubicBezTo>
                    <a:pt x="71" y="102"/>
                    <a:pt x="71" y="96"/>
                    <a:pt x="68" y="92"/>
                  </a:cubicBezTo>
                  <a:cubicBezTo>
                    <a:pt x="64" y="89"/>
                    <a:pt x="58" y="89"/>
                    <a:pt x="54" y="92"/>
                  </a:cubicBezTo>
                  <a:cubicBezTo>
                    <a:pt x="35" y="111"/>
                    <a:pt x="35" y="111"/>
                    <a:pt x="35" y="111"/>
                  </a:cubicBezTo>
                  <a:cubicBezTo>
                    <a:pt x="30" y="105"/>
                    <a:pt x="24" y="99"/>
                    <a:pt x="17" y="93"/>
                  </a:cubicBezTo>
                  <a:cubicBezTo>
                    <a:pt x="14" y="89"/>
                    <a:pt x="8" y="89"/>
                    <a:pt x="4" y="93"/>
                  </a:cubicBezTo>
                  <a:cubicBezTo>
                    <a:pt x="0" y="97"/>
                    <a:pt x="0" y="103"/>
                    <a:pt x="4" y="106"/>
                  </a:cubicBezTo>
                  <a:cubicBezTo>
                    <a:pt x="53" y="155"/>
                    <a:pt x="86" y="191"/>
                    <a:pt x="87" y="191"/>
                  </a:cubicBezTo>
                  <a:cubicBezTo>
                    <a:pt x="87" y="191"/>
                    <a:pt x="87" y="192"/>
                    <a:pt x="87" y="192"/>
                  </a:cubicBezTo>
                  <a:cubicBezTo>
                    <a:pt x="92" y="197"/>
                    <a:pt x="99" y="199"/>
                    <a:pt x="106" y="199"/>
                  </a:cubicBezTo>
                  <a:cubicBezTo>
                    <a:pt x="106" y="199"/>
                    <a:pt x="106" y="199"/>
                    <a:pt x="106" y="199"/>
                  </a:cubicBezTo>
                  <a:cubicBezTo>
                    <a:pt x="114" y="199"/>
                    <a:pt x="122" y="196"/>
                    <a:pt x="127" y="192"/>
                  </a:cubicBezTo>
                  <a:cubicBezTo>
                    <a:pt x="192" y="125"/>
                    <a:pt x="192" y="125"/>
                    <a:pt x="192" y="125"/>
                  </a:cubicBezTo>
                  <a:cubicBezTo>
                    <a:pt x="201" y="116"/>
                    <a:pt x="202" y="100"/>
                    <a:pt x="193" y="91"/>
                  </a:cubicBezTo>
                  <a:lnTo>
                    <a:pt x="105" y="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4" name="Freeform 124"/>
            <p:cNvSpPr>
              <a:spLocks/>
            </p:cNvSpPr>
            <p:nvPr/>
          </p:nvSpPr>
          <p:spPr bwMode="auto">
            <a:xfrm>
              <a:off x="1403350" y="1023938"/>
              <a:ext cx="206375" cy="204788"/>
            </a:xfrm>
            <a:custGeom>
              <a:avLst/>
              <a:gdLst>
                <a:gd name="T0" fmla="*/ 98 w 205"/>
                <a:gd name="T1" fmla="*/ 203 h 205"/>
                <a:gd name="T2" fmla="*/ 105 w 205"/>
                <a:gd name="T3" fmla="*/ 205 h 205"/>
                <a:gd name="T4" fmla="*/ 112 w 205"/>
                <a:gd name="T5" fmla="*/ 203 h 205"/>
                <a:gd name="T6" fmla="*/ 112 w 205"/>
                <a:gd name="T7" fmla="*/ 189 h 205"/>
                <a:gd name="T8" fmla="*/ 92 w 205"/>
                <a:gd name="T9" fmla="*/ 170 h 205"/>
                <a:gd name="T10" fmla="*/ 111 w 205"/>
                <a:gd name="T11" fmla="*/ 151 h 205"/>
                <a:gd name="T12" fmla="*/ 111 w 205"/>
                <a:gd name="T13" fmla="*/ 138 h 205"/>
                <a:gd name="T14" fmla="*/ 98 w 205"/>
                <a:gd name="T15" fmla="*/ 138 h 205"/>
                <a:gd name="T16" fmla="*/ 79 w 205"/>
                <a:gd name="T17" fmla="*/ 157 h 205"/>
                <a:gd name="T18" fmla="*/ 53 w 205"/>
                <a:gd name="T19" fmla="*/ 131 h 205"/>
                <a:gd name="T20" fmla="*/ 98 w 205"/>
                <a:gd name="T21" fmla="*/ 86 h 205"/>
                <a:gd name="T22" fmla="*/ 98 w 205"/>
                <a:gd name="T23" fmla="*/ 72 h 205"/>
                <a:gd name="T24" fmla="*/ 85 w 205"/>
                <a:gd name="T25" fmla="*/ 72 h 205"/>
                <a:gd name="T26" fmla="*/ 39 w 205"/>
                <a:gd name="T27" fmla="*/ 118 h 205"/>
                <a:gd name="T28" fmla="*/ 26 w 205"/>
                <a:gd name="T29" fmla="*/ 105 h 205"/>
                <a:gd name="T30" fmla="*/ 26 w 205"/>
                <a:gd name="T31" fmla="*/ 92 h 205"/>
                <a:gd name="T32" fmla="*/ 91 w 205"/>
                <a:gd name="T33" fmla="*/ 27 h 205"/>
                <a:gd name="T34" fmla="*/ 104 w 205"/>
                <a:gd name="T35" fmla="*/ 27 h 205"/>
                <a:gd name="T36" fmla="*/ 188 w 205"/>
                <a:gd name="T37" fmla="*/ 115 h 205"/>
                <a:gd name="T38" fmla="*/ 201 w 205"/>
                <a:gd name="T39" fmla="*/ 115 h 205"/>
                <a:gd name="T40" fmla="*/ 201 w 205"/>
                <a:gd name="T41" fmla="*/ 102 h 205"/>
                <a:gd name="T42" fmla="*/ 118 w 205"/>
                <a:gd name="T43" fmla="*/ 14 h 205"/>
                <a:gd name="T44" fmla="*/ 118 w 205"/>
                <a:gd name="T45" fmla="*/ 14 h 205"/>
                <a:gd name="T46" fmla="*/ 78 w 205"/>
                <a:gd name="T47" fmla="*/ 14 h 205"/>
                <a:gd name="T48" fmla="*/ 13 w 205"/>
                <a:gd name="T49" fmla="*/ 79 h 205"/>
                <a:gd name="T50" fmla="*/ 13 w 205"/>
                <a:gd name="T51" fmla="*/ 119 h 205"/>
                <a:gd name="T52" fmla="*/ 98 w 205"/>
                <a:gd name="T53" fmla="*/ 203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05" h="205">
                  <a:moveTo>
                    <a:pt x="98" y="203"/>
                  </a:moveTo>
                  <a:cubicBezTo>
                    <a:pt x="100" y="205"/>
                    <a:pt x="103" y="205"/>
                    <a:pt x="105" y="205"/>
                  </a:cubicBezTo>
                  <a:cubicBezTo>
                    <a:pt x="108" y="205"/>
                    <a:pt x="110" y="205"/>
                    <a:pt x="112" y="203"/>
                  </a:cubicBezTo>
                  <a:cubicBezTo>
                    <a:pt x="115" y="199"/>
                    <a:pt x="115" y="193"/>
                    <a:pt x="112" y="189"/>
                  </a:cubicBezTo>
                  <a:cubicBezTo>
                    <a:pt x="105" y="183"/>
                    <a:pt x="98" y="176"/>
                    <a:pt x="92" y="170"/>
                  </a:cubicBezTo>
                  <a:cubicBezTo>
                    <a:pt x="111" y="151"/>
                    <a:pt x="111" y="151"/>
                    <a:pt x="111" y="151"/>
                  </a:cubicBezTo>
                  <a:cubicBezTo>
                    <a:pt x="115" y="148"/>
                    <a:pt x="115" y="142"/>
                    <a:pt x="111" y="138"/>
                  </a:cubicBezTo>
                  <a:cubicBezTo>
                    <a:pt x="107" y="134"/>
                    <a:pt x="102" y="134"/>
                    <a:pt x="98" y="138"/>
                  </a:cubicBezTo>
                  <a:cubicBezTo>
                    <a:pt x="79" y="157"/>
                    <a:pt x="79" y="157"/>
                    <a:pt x="79" y="157"/>
                  </a:cubicBezTo>
                  <a:cubicBezTo>
                    <a:pt x="69" y="147"/>
                    <a:pt x="60" y="138"/>
                    <a:pt x="53" y="131"/>
                  </a:cubicBezTo>
                  <a:cubicBezTo>
                    <a:pt x="98" y="86"/>
                    <a:pt x="98" y="86"/>
                    <a:pt x="98" y="86"/>
                  </a:cubicBezTo>
                  <a:cubicBezTo>
                    <a:pt x="102" y="82"/>
                    <a:pt x="102" y="76"/>
                    <a:pt x="98" y="72"/>
                  </a:cubicBezTo>
                  <a:cubicBezTo>
                    <a:pt x="94" y="69"/>
                    <a:pt x="88" y="69"/>
                    <a:pt x="85" y="72"/>
                  </a:cubicBezTo>
                  <a:cubicBezTo>
                    <a:pt x="39" y="118"/>
                    <a:pt x="39" y="118"/>
                    <a:pt x="39" y="118"/>
                  </a:cubicBezTo>
                  <a:cubicBezTo>
                    <a:pt x="31" y="110"/>
                    <a:pt x="26" y="105"/>
                    <a:pt x="26" y="105"/>
                  </a:cubicBezTo>
                  <a:cubicBezTo>
                    <a:pt x="26" y="105"/>
                    <a:pt x="20" y="98"/>
                    <a:pt x="26" y="92"/>
                  </a:cubicBezTo>
                  <a:cubicBezTo>
                    <a:pt x="91" y="27"/>
                    <a:pt x="91" y="27"/>
                    <a:pt x="91" y="27"/>
                  </a:cubicBezTo>
                  <a:cubicBezTo>
                    <a:pt x="96" y="23"/>
                    <a:pt x="100" y="22"/>
                    <a:pt x="104" y="27"/>
                  </a:cubicBezTo>
                  <a:cubicBezTo>
                    <a:pt x="107" y="30"/>
                    <a:pt x="140" y="67"/>
                    <a:pt x="188" y="115"/>
                  </a:cubicBezTo>
                  <a:cubicBezTo>
                    <a:pt x="192" y="119"/>
                    <a:pt x="198" y="119"/>
                    <a:pt x="201" y="115"/>
                  </a:cubicBezTo>
                  <a:cubicBezTo>
                    <a:pt x="205" y="111"/>
                    <a:pt x="205" y="105"/>
                    <a:pt x="201" y="102"/>
                  </a:cubicBezTo>
                  <a:cubicBezTo>
                    <a:pt x="151" y="52"/>
                    <a:pt x="118" y="14"/>
                    <a:pt x="118" y="14"/>
                  </a:cubicBezTo>
                  <a:cubicBezTo>
                    <a:pt x="118" y="14"/>
                    <a:pt x="118" y="14"/>
                    <a:pt x="118" y="14"/>
                  </a:cubicBezTo>
                  <a:cubicBezTo>
                    <a:pt x="104" y="0"/>
                    <a:pt x="88" y="4"/>
                    <a:pt x="78" y="14"/>
                  </a:cubicBezTo>
                  <a:cubicBezTo>
                    <a:pt x="13" y="79"/>
                    <a:pt x="13" y="79"/>
                    <a:pt x="13" y="79"/>
                  </a:cubicBezTo>
                  <a:cubicBezTo>
                    <a:pt x="0" y="91"/>
                    <a:pt x="3" y="109"/>
                    <a:pt x="13" y="119"/>
                  </a:cubicBezTo>
                  <a:cubicBezTo>
                    <a:pt x="13" y="119"/>
                    <a:pt x="49" y="153"/>
                    <a:pt x="98" y="203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5" name="Freeform 125"/>
            <p:cNvSpPr>
              <a:spLocks noEditPoints="1"/>
            </p:cNvSpPr>
            <p:nvPr/>
          </p:nvSpPr>
          <p:spPr bwMode="auto">
            <a:xfrm>
              <a:off x="1406525" y="1027113"/>
              <a:ext cx="427038" cy="425450"/>
            </a:xfrm>
            <a:custGeom>
              <a:avLst/>
              <a:gdLst>
                <a:gd name="T0" fmla="*/ 373 w 427"/>
                <a:gd name="T1" fmla="*/ 156 h 425"/>
                <a:gd name="T2" fmla="*/ 420 w 427"/>
                <a:gd name="T3" fmla="*/ 109 h 425"/>
                <a:gd name="T4" fmla="*/ 427 w 427"/>
                <a:gd name="T5" fmla="*/ 92 h 425"/>
                <a:gd name="T6" fmla="*/ 420 w 427"/>
                <a:gd name="T7" fmla="*/ 76 h 425"/>
                <a:gd name="T8" fmla="*/ 351 w 427"/>
                <a:gd name="T9" fmla="*/ 7 h 425"/>
                <a:gd name="T10" fmla="*/ 335 w 427"/>
                <a:gd name="T11" fmla="*/ 0 h 425"/>
                <a:gd name="T12" fmla="*/ 319 w 427"/>
                <a:gd name="T13" fmla="*/ 7 h 425"/>
                <a:gd name="T14" fmla="*/ 270 w 427"/>
                <a:gd name="T15" fmla="*/ 56 h 425"/>
                <a:gd name="T16" fmla="*/ 268 w 427"/>
                <a:gd name="T17" fmla="*/ 58 h 425"/>
                <a:gd name="T18" fmla="*/ 45 w 427"/>
                <a:gd name="T19" fmla="*/ 282 h 425"/>
                <a:gd name="T20" fmla="*/ 42 w 427"/>
                <a:gd name="T21" fmla="*/ 285 h 425"/>
                <a:gd name="T22" fmla="*/ 1 w 427"/>
                <a:gd name="T23" fmla="*/ 413 h 425"/>
                <a:gd name="T24" fmla="*/ 3 w 427"/>
                <a:gd name="T25" fmla="*/ 422 h 425"/>
                <a:gd name="T26" fmla="*/ 10 w 427"/>
                <a:gd name="T27" fmla="*/ 425 h 425"/>
                <a:gd name="T28" fmla="*/ 12 w 427"/>
                <a:gd name="T29" fmla="*/ 424 h 425"/>
                <a:gd name="T30" fmla="*/ 143 w 427"/>
                <a:gd name="T31" fmla="*/ 385 h 425"/>
                <a:gd name="T32" fmla="*/ 147 w 427"/>
                <a:gd name="T33" fmla="*/ 383 h 425"/>
                <a:gd name="T34" fmla="*/ 371 w 427"/>
                <a:gd name="T35" fmla="*/ 158 h 425"/>
                <a:gd name="T36" fmla="*/ 373 w 427"/>
                <a:gd name="T37" fmla="*/ 156 h 425"/>
                <a:gd name="T38" fmla="*/ 332 w 427"/>
                <a:gd name="T39" fmla="*/ 20 h 425"/>
                <a:gd name="T40" fmla="*/ 335 w 427"/>
                <a:gd name="T41" fmla="*/ 19 h 425"/>
                <a:gd name="T42" fmla="*/ 338 w 427"/>
                <a:gd name="T43" fmla="*/ 20 h 425"/>
                <a:gd name="T44" fmla="*/ 407 w 427"/>
                <a:gd name="T45" fmla="*/ 89 h 425"/>
                <a:gd name="T46" fmla="*/ 408 w 427"/>
                <a:gd name="T47" fmla="*/ 92 h 425"/>
                <a:gd name="T48" fmla="*/ 407 w 427"/>
                <a:gd name="T49" fmla="*/ 95 h 425"/>
                <a:gd name="T50" fmla="*/ 365 w 427"/>
                <a:gd name="T51" fmla="*/ 138 h 425"/>
                <a:gd name="T52" fmla="*/ 290 w 427"/>
                <a:gd name="T53" fmla="*/ 63 h 425"/>
                <a:gd name="T54" fmla="*/ 332 w 427"/>
                <a:gd name="T55" fmla="*/ 20 h 425"/>
                <a:gd name="T56" fmla="*/ 124 w 427"/>
                <a:gd name="T57" fmla="*/ 328 h 425"/>
                <a:gd name="T58" fmla="*/ 98 w 427"/>
                <a:gd name="T59" fmla="*/ 328 h 425"/>
                <a:gd name="T60" fmla="*/ 98 w 427"/>
                <a:gd name="T61" fmla="*/ 301 h 425"/>
                <a:gd name="T62" fmla="*/ 299 w 427"/>
                <a:gd name="T63" fmla="*/ 99 h 425"/>
                <a:gd name="T64" fmla="*/ 327 w 427"/>
                <a:gd name="T65" fmla="*/ 127 h 425"/>
                <a:gd name="T66" fmla="*/ 124 w 427"/>
                <a:gd name="T67" fmla="*/ 328 h 425"/>
                <a:gd name="T68" fmla="*/ 277 w 427"/>
                <a:gd name="T69" fmla="*/ 76 h 425"/>
                <a:gd name="T70" fmla="*/ 286 w 427"/>
                <a:gd name="T71" fmla="*/ 86 h 425"/>
                <a:gd name="T72" fmla="*/ 86 w 427"/>
                <a:gd name="T73" fmla="*/ 287 h 425"/>
                <a:gd name="T74" fmla="*/ 70 w 427"/>
                <a:gd name="T75" fmla="*/ 283 h 425"/>
                <a:gd name="T76" fmla="*/ 277 w 427"/>
                <a:gd name="T77" fmla="*/ 76 h 425"/>
                <a:gd name="T78" fmla="*/ 57 w 427"/>
                <a:gd name="T79" fmla="*/ 299 h 425"/>
                <a:gd name="T80" fmla="*/ 79 w 427"/>
                <a:gd name="T81" fmla="*/ 304 h 425"/>
                <a:gd name="T82" fmla="*/ 79 w 427"/>
                <a:gd name="T83" fmla="*/ 337 h 425"/>
                <a:gd name="T84" fmla="*/ 88 w 427"/>
                <a:gd name="T85" fmla="*/ 346 h 425"/>
                <a:gd name="T86" fmla="*/ 121 w 427"/>
                <a:gd name="T87" fmla="*/ 346 h 425"/>
                <a:gd name="T88" fmla="*/ 128 w 427"/>
                <a:gd name="T89" fmla="*/ 371 h 425"/>
                <a:gd name="T90" fmla="*/ 24 w 427"/>
                <a:gd name="T91" fmla="*/ 401 h 425"/>
                <a:gd name="T92" fmla="*/ 57 w 427"/>
                <a:gd name="T93" fmla="*/ 299 h 425"/>
                <a:gd name="T94" fmla="*/ 144 w 427"/>
                <a:gd name="T95" fmla="*/ 360 h 425"/>
                <a:gd name="T96" fmla="*/ 138 w 427"/>
                <a:gd name="T97" fmla="*/ 340 h 425"/>
                <a:gd name="T98" fmla="*/ 341 w 427"/>
                <a:gd name="T99" fmla="*/ 140 h 425"/>
                <a:gd name="T100" fmla="*/ 351 w 427"/>
                <a:gd name="T101" fmla="*/ 151 h 425"/>
                <a:gd name="T102" fmla="*/ 144 w 427"/>
                <a:gd name="T103" fmla="*/ 360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427" h="425">
                  <a:moveTo>
                    <a:pt x="373" y="156"/>
                  </a:moveTo>
                  <a:cubicBezTo>
                    <a:pt x="420" y="109"/>
                    <a:pt x="420" y="109"/>
                    <a:pt x="420" y="109"/>
                  </a:cubicBezTo>
                  <a:cubicBezTo>
                    <a:pt x="424" y="104"/>
                    <a:pt x="427" y="98"/>
                    <a:pt x="427" y="92"/>
                  </a:cubicBezTo>
                  <a:cubicBezTo>
                    <a:pt x="427" y="86"/>
                    <a:pt x="424" y="80"/>
                    <a:pt x="420" y="76"/>
                  </a:cubicBezTo>
                  <a:cubicBezTo>
                    <a:pt x="351" y="7"/>
                    <a:pt x="351" y="7"/>
                    <a:pt x="351" y="7"/>
                  </a:cubicBezTo>
                  <a:cubicBezTo>
                    <a:pt x="347" y="3"/>
                    <a:pt x="341" y="0"/>
                    <a:pt x="335" y="0"/>
                  </a:cubicBezTo>
                  <a:cubicBezTo>
                    <a:pt x="329" y="0"/>
                    <a:pt x="323" y="3"/>
                    <a:pt x="319" y="7"/>
                  </a:cubicBezTo>
                  <a:cubicBezTo>
                    <a:pt x="270" y="56"/>
                    <a:pt x="270" y="56"/>
                    <a:pt x="270" y="56"/>
                  </a:cubicBezTo>
                  <a:cubicBezTo>
                    <a:pt x="269" y="57"/>
                    <a:pt x="269" y="57"/>
                    <a:pt x="268" y="58"/>
                  </a:cubicBezTo>
                  <a:cubicBezTo>
                    <a:pt x="45" y="282"/>
                    <a:pt x="45" y="282"/>
                    <a:pt x="45" y="282"/>
                  </a:cubicBezTo>
                  <a:cubicBezTo>
                    <a:pt x="43" y="283"/>
                    <a:pt x="43" y="284"/>
                    <a:pt x="42" y="285"/>
                  </a:cubicBezTo>
                  <a:cubicBezTo>
                    <a:pt x="1" y="413"/>
                    <a:pt x="1" y="413"/>
                    <a:pt x="1" y="413"/>
                  </a:cubicBezTo>
                  <a:cubicBezTo>
                    <a:pt x="0" y="416"/>
                    <a:pt x="1" y="420"/>
                    <a:pt x="3" y="422"/>
                  </a:cubicBezTo>
                  <a:cubicBezTo>
                    <a:pt x="5" y="424"/>
                    <a:pt x="7" y="425"/>
                    <a:pt x="10" y="425"/>
                  </a:cubicBezTo>
                  <a:cubicBezTo>
                    <a:pt x="11" y="425"/>
                    <a:pt x="12" y="425"/>
                    <a:pt x="12" y="424"/>
                  </a:cubicBezTo>
                  <a:cubicBezTo>
                    <a:pt x="143" y="385"/>
                    <a:pt x="143" y="385"/>
                    <a:pt x="143" y="385"/>
                  </a:cubicBezTo>
                  <a:cubicBezTo>
                    <a:pt x="145" y="385"/>
                    <a:pt x="146" y="384"/>
                    <a:pt x="147" y="383"/>
                  </a:cubicBezTo>
                  <a:cubicBezTo>
                    <a:pt x="371" y="158"/>
                    <a:pt x="371" y="158"/>
                    <a:pt x="371" y="158"/>
                  </a:cubicBezTo>
                  <a:cubicBezTo>
                    <a:pt x="372" y="157"/>
                    <a:pt x="372" y="157"/>
                    <a:pt x="373" y="156"/>
                  </a:cubicBezTo>
                  <a:close/>
                  <a:moveTo>
                    <a:pt x="332" y="20"/>
                  </a:moveTo>
                  <a:cubicBezTo>
                    <a:pt x="333" y="19"/>
                    <a:pt x="334" y="19"/>
                    <a:pt x="335" y="19"/>
                  </a:cubicBezTo>
                  <a:cubicBezTo>
                    <a:pt x="336" y="19"/>
                    <a:pt x="337" y="19"/>
                    <a:pt x="338" y="20"/>
                  </a:cubicBezTo>
                  <a:cubicBezTo>
                    <a:pt x="407" y="89"/>
                    <a:pt x="407" y="89"/>
                    <a:pt x="407" y="89"/>
                  </a:cubicBezTo>
                  <a:cubicBezTo>
                    <a:pt x="408" y="90"/>
                    <a:pt x="408" y="92"/>
                    <a:pt x="408" y="92"/>
                  </a:cubicBezTo>
                  <a:cubicBezTo>
                    <a:pt x="408" y="93"/>
                    <a:pt x="408" y="94"/>
                    <a:pt x="407" y="95"/>
                  </a:cubicBezTo>
                  <a:cubicBezTo>
                    <a:pt x="365" y="138"/>
                    <a:pt x="365" y="138"/>
                    <a:pt x="365" y="138"/>
                  </a:cubicBezTo>
                  <a:cubicBezTo>
                    <a:pt x="290" y="63"/>
                    <a:pt x="290" y="63"/>
                    <a:pt x="290" y="63"/>
                  </a:cubicBezTo>
                  <a:lnTo>
                    <a:pt x="332" y="20"/>
                  </a:lnTo>
                  <a:close/>
                  <a:moveTo>
                    <a:pt x="124" y="328"/>
                  </a:moveTo>
                  <a:cubicBezTo>
                    <a:pt x="98" y="328"/>
                    <a:pt x="98" y="328"/>
                    <a:pt x="98" y="328"/>
                  </a:cubicBezTo>
                  <a:cubicBezTo>
                    <a:pt x="98" y="301"/>
                    <a:pt x="98" y="301"/>
                    <a:pt x="98" y="301"/>
                  </a:cubicBezTo>
                  <a:cubicBezTo>
                    <a:pt x="299" y="99"/>
                    <a:pt x="299" y="99"/>
                    <a:pt x="299" y="99"/>
                  </a:cubicBezTo>
                  <a:cubicBezTo>
                    <a:pt x="327" y="127"/>
                    <a:pt x="327" y="127"/>
                    <a:pt x="327" y="127"/>
                  </a:cubicBezTo>
                  <a:lnTo>
                    <a:pt x="124" y="328"/>
                  </a:lnTo>
                  <a:close/>
                  <a:moveTo>
                    <a:pt x="277" y="76"/>
                  </a:moveTo>
                  <a:cubicBezTo>
                    <a:pt x="286" y="86"/>
                    <a:pt x="286" y="86"/>
                    <a:pt x="286" y="86"/>
                  </a:cubicBezTo>
                  <a:cubicBezTo>
                    <a:pt x="86" y="287"/>
                    <a:pt x="86" y="287"/>
                    <a:pt x="86" y="287"/>
                  </a:cubicBezTo>
                  <a:cubicBezTo>
                    <a:pt x="70" y="283"/>
                    <a:pt x="70" y="283"/>
                    <a:pt x="70" y="283"/>
                  </a:cubicBezTo>
                  <a:lnTo>
                    <a:pt x="277" y="76"/>
                  </a:lnTo>
                  <a:close/>
                  <a:moveTo>
                    <a:pt x="57" y="299"/>
                  </a:moveTo>
                  <a:cubicBezTo>
                    <a:pt x="79" y="304"/>
                    <a:pt x="79" y="304"/>
                    <a:pt x="79" y="304"/>
                  </a:cubicBezTo>
                  <a:cubicBezTo>
                    <a:pt x="79" y="337"/>
                    <a:pt x="79" y="337"/>
                    <a:pt x="79" y="337"/>
                  </a:cubicBezTo>
                  <a:cubicBezTo>
                    <a:pt x="79" y="342"/>
                    <a:pt x="83" y="346"/>
                    <a:pt x="88" y="346"/>
                  </a:cubicBezTo>
                  <a:cubicBezTo>
                    <a:pt x="121" y="346"/>
                    <a:pt x="121" y="346"/>
                    <a:pt x="121" y="346"/>
                  </a:cubicBezTo>
                  <a:cubicBezTo>
                    <a:pt x="128" y="371"/>
                    <a:pt x="128" y="371"/>
                    <a:pt x="128" y="371"/>
                  </a:cubicBezTo>
                  <a:cubicBezTo>
                    <a:pt x="24" y="401"/>
                    <a:pt x="24" y="401"/>
                    <a:pt x="24" y="401"/>
                  </a:cubicBezTo>
                  <a:lnTo>
                    <a:pt x="57" y="299"/>
                  </a:lnTo>
                  <a:close/>
                  <a:moveTo>
                    <a:pt x="144" y="360"/>
                  </a:moveTo>
                  <a:cubicBezTo>
                    <a:pt x="138" y="340"/>
                    <a:pt x="138" y="340"/>
                    <a:pt x="138" y="340"/>
                  </a:cubicBezTo>
                  <a:cubicBezTo>
                    <a:pt x="341" y="140"/>
                    <a:pt x="341" y="140"/>
                    <a:pt x="341" y="140"/>
                  </a:cubicBezTo>
                  <a:cubicBezTo>
                    <a:pt x="351" y="151"/>
                    <a:pt x="351" y="151"/>
                    <a:pt x="351" y="151"/>
                  </a:cubicBezTo>
                  <a:lnTo>
                    <a:pt x="144" y="36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78" name="Group 177"/>
          <p:cNvGrpSpPr/>
          <p:nvPr/>
        </p:nvGrpSpPr>
        <p:grpSpPr>
          <a:xfrm>
            <a:off x="2950633" y="1369484"/>
            <a:ext cx="584200" cy="569384"/>
            <a:chOff x="2212975" y="1027113"/>
            <a:chExt cx="438150" cy="427038"/>
          </a:xfrm>
          <a:solidFill>
            <a:schemeClr val="accent1"/>
          </a:solidFill>
        </p:grpSpPr>
        <p:sp>
          <p:nvSpPr>
            <p:cNvPr id="126" name="Freeform 126"/>
            <p:cNvSpPr>
              <a:spLocks noEditPoints="1"/>
            </p:cNvSpPr>
            <p:nvPr/>
          </p:nvSpPr>
          <p:spPr bwMode="auto">
            <a:xfrm>
              <a:off x="2212975" y="1027113"/>
              <a:ext cx="438150" cy="427038"/>
            </a:xfrm>
            <a:custGeom>
              <a:avLst/>
              <a:gdLst>
                <a:gd name="T0" fmla="*/ 345 w 438"/>
                <a:gd name="T1" fmla="*/ 169 h 426"/>
                <a:gd name="T2" fmla="*/ 424 w 438"/>
                <a:gd name="T3" fmla="*/ 52 h 426"/>
                <a:gd name="T4" fmla="*/ 409 w 438"/>
                <a:gd name="T5" fmla="*/ 49 h 426"/>
                <a:gd name="T6" fmla="*/ 360 w 438"/>
                <a:gd name="T7" fmla="*/ 96 h 426"/>
                <a:gd name="T8" fmla="*/ 337 w 438"/>
                <a:gd name="T9" fmla="*/ 75 h 426"/>
                <a:gd name="T10" fmla="*/ 383 w 438"/>
                <a:gd name="T11" fmla="*/ 23 h 426"/>
                <a:gd name="T12" fmla="*/ 380 w 438"/>
                <a:gd name="T13" fmla="*/ 8 h 426"/>
                <a:gd name="T14" fmla="*/ 288 w 438"/>
                <a:gd name="T15" fmla="*/ 24 h 426"/>
                <a:gd name="T16" fmla="*/ 119 w 438"/>
                <a:gd name="T17" fmla="*/ 261 h 426"/>
                <a:gd name="T18" fmla="*/ 31 w 438"/>
                <a:gd name="T19" fmla="*/ 282 h 426"/>
                <a:gd name="T20" fmla="*/ 21 w 438"/>
                <a:gd name="T21" fmla="*/ 379 h 426"/>
                <a:gd name="T22" fmla="*/ 75 w 438"/>
                <a:gd name="T23" fmla="*/ 331 h 426"/>
                <a:gd name="T24" fmla="*/ 101 w 438"/>
                <a:gd name="T25" fmla="*/ 350 h 426"/>
                <a:gd name="T26" fmla="*/ 55 w 438"/>
                <a:gd name="T27" fmla="*/ 403 h 426"/>
                <a:gd name="T28" fmla="*/ 58 w 438"/>
                <a:gd name="T29" fmla="*/ 418 h 426"/>
                <a:gd name="T30" fmla="*/ 93 w 438"/>
                <a:gd name="T31" fmla="*/ 426 h 426"/>
                <a:gd name="T32" fmla="*/ 171 w 438"/>
                <a:gd name="T33" fmla="*/ 313 h 426"/>
                <a:gd name="T34" fmla="*/ 137 w 438"/>
                <a:gd name="T35" fmla="*/ 388 h 426"/>
                <a:gd name="T36" fmla="*/ 79 w 438"/>
                <a:gd name="T37" fmla="*/ 405 h 426"/>
                <a:gd name="T38" fmla="*/ 115 w 438"/>
                <a:gd name="T39" fmla="*/ 337 h 426"/>
                <a:gd name="T40" fmla="*/ 79 w 438"/>
                <a:gd name="T41" fmla="*/ 310 h 426"/>
                <a:gd name="T42" fmla="*/ 27 w 438"/>
                <a:gd name="T43" fmla="*/ 352 h 426"/>
                <a:gd name="T44" fmla="*/ 93 w 438"/>
                <a:gd name="T45" fmla="*/ 275 h 426"/>
                <a:gd name="T46" fmla="*/ 128 w 438"/>
                <a:gd name="T47" fmla="*/ 278 h 426"/>
                <a:gd name="T48" fmla="*/ 287 w 438"/>
                <a:gd name="T49" fmla="*/ 111 h 426"/>
                <a:gd name="T50" fmla="*/ 345 w 438"/>
                <a:gd name="T51" fmla="*/ 18 h 426"/>
                <a:gd name="T52" fmla="*/ 324 w 438"/>
                <a:gd name="T53" fmla="*/ 55 h 426"/>
                <a:gd name="T54" fmla="*/ 344 w 438"/>
                <a:gd name="T55" fmla="*/ 108 h 426"/>
                <a:gd name="T56" fmla="*/ 377 w 438"/>
                <a:gd name="T57" fmla="*/ 108 h 426"/>
                <a:gd name="T58" fmla="*/ 394 w 438"/>
                <a:gd name="T59" fmla="*/ 130 h 426"/>
                <a:gd name="T60" fmla="*/ 321 w 438"/>
                <a:gd name="T61" fmla="*/ 145 h 426"/>
                <a:gd name="T62" fmla="*/ 154 w 438"/>
                <a:gd name="T63" fmla="*/ 304 h 426"/>
                <a:gd name="T64" fmla="*/ 137 w 438"/>
                <a:gd name="T65" fmla="*/ 388 h 4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38" h="426">
                  <a:moveTo>
                    <a:pt x="320" y="165"/>
                  </a:moveTo>
                  <a:cubicBezTo>
                    <a:pt x="328" y="167"/>
                    <a:pt x="336" y="169"/>
                    <a:pt x="345" y="169"/>
                  </a:cubicBezTo>
                  <a:cubicBezTo>
                    <a:pt x="368" y="169"/>
                    <a:pt x="391" y="159"/>
                    <a:pt x="407" y="143"/>
                  </a:cubicBezTo>
                  <a:cubicBezTo>
                    <a:pt x="431" y="119"/>
                    <a:pt x="438" y="83"/>
                    <a:pt x="424" y="52"/>
                  </a:cubicBezTo>
                  <a:cubicBezTo>
                    <a:pt x="423" y="49"/>
                    <a:pt x="420" y="47"/>
                    <a:pt x="417" y="46"/>
                  </a:cubicBezTo>
                  <a:cubicBezTo>
                    <a:pt x="414" y="46"/>
                    <a:pt x="411" y="47"/>
                    <a:pt x="409" y="49"/>
                  </a:cubicBezTo>
                  <a:cubicBezTo>
                    <a:pt x="363" y="95"/>
                    <a:pt x="363" y="95"/>
                    <a:pt x="363" y="95"/>
                  </a:cubicBezTo>
                  <a:cubicBezTo>
                    <a:pt x="362" y="96"/>
                    <a:pt x="361" y="96"/>
                    <a:pt x="360" y="96"/>
                  </a:cubicBezTo>
                  <a:cubicBezTo>
                    <a:pt x="359" y="96"/>
                    <a:pt x="358" y="96"/>
                    <a:pt x="357" y="95"/>
                  </a:cubicBezTo>
                  <a:cubicBezTo>
                    <a:pt x="337" y="75"/>
                    <a:pt x="337" y="75"/>
                    <a:pt x="337" y="75"/>
                  </a:cubicBezTo>
                  <a:cubicBezTo>
                    <a:pt x="335" y="73"/>
                    <a:pt x="335" y="70"/>
                    <a:pt x="337" y="69"/>
                  </a:cubicBezTo>
                  <a:cubicBezTo>
                    <a:pt x="383" y="23"/>
                    <a:pt x="383" y="23"/>
                    <a:pt x="383" y="23"/>
                  </a:cubicBezTo>
                  <a:cubicBezTo>
                    <a:pt x="385" y="21"/>
                    <a:pt x="386" y="18"/>
                    <a:pt x="386" y="15"/>
                  </a:cubicBezTo>
                  <a:cubicBezTo>
                    <a:pt x="385" y="12"/>
                    <a:pt x="383" y="9"/>
                    <a:pt x="380" y="8"/>
                  </a:cubicBezTo>
                  <a:cubicBezTo>
                    <a:pt x="369" y="2"/>
                    <a:pt x="357" y="0"/>
                    <a:pt x="345" y="0"/>
                  </a:cubicBezTo>
                  <a:cubicBezTo>
                    <a:pt x="324" y="0"/>
                    <a:pt x="304" y="8"/>
                    <a:pt x="288" y="24"/>
                  </a:cubicBezTo>
                  <a:cubicBezTo>
                    <a:pt x="266" y="47"/>
                    <a:pt x="257" y="82"/>
                    <a:pt x="267" y="112"/>
                  </a:cubicBezTo>
                  <a:cubicBezTo>
                    <a:pt x="119" y="261"/>
                    <a:pt x="119" y="261"/>
                    <a:pt x="119" y="261"/>
                  </a:cubicBezTo>
                  <a:cubicBezTo>
                    <a:pt x="111" y="258"/>
                    <a:pt x="102" y="257"/>
                    <a:pt x="93" y="257"/>
                  </a:cubicBezTo>
                  <a:cubicBezTo>
                    <a:pt x="70" y="257"/>
                    <a:pt x="47" y="266"/>
                    <a:pt x="31" y="282"/>
                  </a:cubicBezTo>
                  <a:cubicBezTo>
                    <a:pt x="7" y="306"/>
                    <a:pt x="0" y="342"/>
                    <a:pt x="14" y="374"/>
                  </a:cubicBezTo>
                  <a:cubicBezTo>
                    <a:pt x="15" y="376"/>
                    <a:pt x="18" y="379"/>
                    <a:pt x="21" y="379"/>
                  </a:cubicBezTo>
                  <a:cubicBezTo>
                    <a:pt x="24" y="380"/>
                    <a:pt x="27" y="379"/>
                    <a:pt x="29" y="376"/>
                  </a:cubicBezTo>
                  <a:cubicBezTo>
                    <a:pt x="75" y="331"/>
                    <a:pt x="75" y="331"/>
                    <a:pt x="75" y="331"/>
                  </a:cubicBezTo>
                  <a:cubicBezTo>
                    <a:pt x="77" y="329"/>
                    <a:pt x="80" y="328"/>
                    <a:pt x="81" y="330"/>
                  </a:cubicBezTo>
                  <a:cubicBezTo>
                    <a:pt x="101" y="350"/>
                    <a:pt x="101" y="350"/>
                    <a:pt x="101" y="350"/>
                  </a:cubicBezTo>
                  <a:cubicBezTo>
                    <a:pt x="103" y="352"/>
                    <a:pt x="103" y="355"/>
                    <a:pt x="101" y="357"/>
                  </a:cubicBezTo>
                  <a:cubicBezTo>
                    <a:pt x="55" y="403"/>
                    <a:pt x="55" y="403"/>
                    <a:pt x="55" y="403"/>
                  </a:cubicBezTo>
                  <a:cubicBezTo>
                    <a:pt x="53" y="405"/>
                    <a:pt x="52" y="408"/>
                    <a:pt x="53" y="411"/>
                  </a:cubicBezTo>
                  <a:cubicBezTo>
                    <a:pt x="53" y="414"/>
                    <a:pt x="55" y="416"/>
                    <a:pt x="58" y="418"/>
                  </a:cubicBezTo>
                  <a:cubicBezTo>
                    <a:pt x="69" y="423"/>
                    <a:pt x="81" y="426"/>
                    <a:pt x="93" y="426"/>
                  </a:cubicBezTo>
                  <a:cubicBezTo>
                    <a:pt x="93" y="426"/>
                    <a:pt x="93" y="426"/>
                    <a:pt x="93" y="426"/>
                  </a:cubicBezTo>
                  <a:cubicBezTo>
                    <a:pt x="114" y="426"/>
                    <a:pt x="135" y="417"/>
                    <a:pt x="150" y="401"/>
                  </a:cubicBezTo>
                  <a:cubicBezTo>
                    <a:pt x="173" y="379"/>
                    <a:pt x="181" y="343"/>
                    <a:pt x="171" y="313"/>
                  </a:cubicBezTo>
                  <a:lnTo>
                    <a:pt x="320" y="165"/>
                  </a:lnTo>
                  <a:close/>
                  <a:moveTo>
                    <a:pt x="137" y="388"/>
                  </a:moveTo>
                  <a:cubicBezTo>
                    <a:pt x="125" y="400"/>
                    <a:pt x="109" y="407"/>
                    <a:pt x="93" y="407"/>
                  </a:cubicBezTo>
                  <a:cubicBezTo>
                    <a:pt x="88" y="407"/>
                    <a:pt x="84" y="406"/>
                    <a:pt x="79" y="405"/>
                  </a:cubicBezTo>
                  <a:cubicBezTo>
                    <a:pt x="114" y="370"/>
                    <a:pt x="114" y="370"/>
                    <a:pt x="114" y="370"/>
                  </a:cubicBezTo>
                  <a:cubicBezTo>
                    <a:pt x="123" y="361"/>
                    <a:pt x="124" y="346"/>
                    <a:pt x="115" y="337"/>
                  </a:cubicBezTo>
                  <a:cubicBezTo>
                    <a:pt x="95" y="317"/>
                    <a:pt x="95" y="317"/>
                    <a:pt x="95" y="317"/>
                  </a:cubicBezTo>
                  <a:cubicBezTo>
                    <a:pt x="91" y="312"/>
                    <a:pt x="85" y="310"/>
                    <a:pt x="79" y="310"/>
                  </a:cubicBezTo>
                  <a:cubicBezTo>
                    <a:pt x="73" y="310"/>
                    <a:pt x="66" y="313"/>
                    <a:pt x="62" y="317"/>
                  </a:cubicBezTo>
                  <a:cubicBezTo>
                    <a:pt x="27" y="352"/>
                    <a:pt x="27" y="352"/>
                    <a:pt x="27" y="352"/>
                  </a:cubicBezTo>
                  <a:cubicBezTo>
                    <a:pt x="23" y="332"/>
                    <a:pt x="29" y="311"/>
                    <a:pt x="45" y="295"/>
                  </a:cubicBezTo>
                  <a:cubicBezTo>
                    <a:pt x="57" y="283"/>
                    <a:pt x="75" y="275"/>
                    <a:pt x="93" y="275"/>
                  </a:cubicBezTo>
                  <a:cubicBezTo>
                    <a:pt x="102" y="275"/>
                    <a:pt x="110" y="277"/>
                    <a:pt x="117" y="280"/>
                  </a:cubicBezTo>
                  <a:cubicBezTo>
                    <a:pt x="121" y="282"/>
                    <a:pt x="125" y="281"/>
                    <a:pt x="128" y="278"/>
                  </a:cubicBezTo>
                  <a:cubicBezTo>
                    <a:pt x="285" y="121"/>
                    <a:pt x="285" y="121"/>
                    <a:pt x="285" y="121"/>
                  </a:cubicBezTo>
                  <a:cubicBezTo>
                    <a:pt x="287" y="118"/>
                    <a:pt x="288" y="114"/>
                    <a:pt x="287" y="111"/>
                  </a:cubicBezTo>
                  <a:cubicBezTo>
                    <a:pt x="277" y="87"/>
                    <a:pt x="283" y="56"/>
                    <a:pt x="301" y="37"/>
                  </a:cubicBezTo>
                  <a:cubicBezTo>
                    <a:pt x="313" y="25"/>
                    <a:pt x="329" y="18"/>
                    <a:pt x="345" y="18"/>
                  </a:cubicBezTo>
                  <a:cubicBezTo>
                    <a:pt x="350" y="18"/>
                    <a:pt x="355" y="19"/>
                    <a:pt x="359" y="20"/>
                  </a:cubicBezTo>
                  <a:cubicBezTo>
                    <a:pt x="324" y="55"/>
                    <a:pt x="324" y="55"/>
                    <a:pt x="324" y="55"/>
                  </a:cubicBezTo>
                  <a:cubicBezTo>
                    <a:pt x="315" y="65"/>
                    <a:pt x="315" y="79"/>
                    <a:pt x="324" y="88"/>
                  </a:cubicBezTo>
                  <a:cubicBezTo>
                    <a:pt x="344" y="108"/>
                    <a:pt x="344" y="108"/>
                    <a:pt x="344" y="108"/>
                  </a:cubicBezTo>
                  <a:cubicBezTo>
                    <a:pt x="348" y="112"/>
                    <a:pt x="354" y="115"/>
                    <a:pt x="360" y="115"/>
                  </a:cubicBezTo>
                  <a:cubicBezTo>
                    <a:pt x="366" y="115"/>
                    <a:pt x="372" y="112"/>
                    <a:pt x="377" y="108"/>
                  </a:cubicBezTo>
                  <a:cubicBezTo>
                    <a:pt x="411" y="73"/>
                    <a:pt x="411" y="73"/>
                    <a:pt x="411" y="73"/>
                  </a:cubicBezTo>
                  <a:cubicBezTo>
                    <a:pt x="415" y="93"/>
                    <a:pt x="409" y="115"/>
                    <a:pt x="394" y="130"/>
                  </a:cubicBezTo>
                  <a:cubicBezTo>
                    <a:pt x="381" y="143"/>
                    <a:pt x="363" y="150"/>
                    <a:pt x="345" y="150"/>
                  </a:cubicBezTo>
                  <a:cubicBezTo>
                    <a:pt x="337" y="150"/>
                    <a:pt x="329" y="148"/>
                    <a:pt x="321" y="145"/>
                  </a:cubicBezTo>
                  <a:cubicBezTo>
                    <a:pt x="318" y="144"/>
                    <a:pt x="314" y="144"/>
                    <a:pt x="311" y="147"/>
                  </a:cubicBezTo>
                  <a:cubicBezTo>
                    <a:pt x="154" y="304"/>
                    <a:pt x="154" y="304"/>
                    <a:pt x="154" y="304"/>
                  </a:cubicBezTo>
                  <a:cubicBezTo>
                    <a:pt x="151" y="307"/>
                    <a:pt x="150" y="311"/>
                    <a:pt x="152" y="315"/>
                  </a:cubicBezTo>
                  <a:cubicBezTo>
                    <a:pt x="162" y="339"/>
                    <a:pt x="156" y="370"/>
                    <a:pt x="137" y="38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7" name="Freeform 127"/>
            <p:cNvSpPr>
              <a:spLocks/>
            </p:cNvSpPr>
            <p:nvPr/>
          </p:nvSpPr>
          <p:spPr bwMode="auto">
            <a:xfrm>
              <a:off x="2447925" y="1257300"/>
              <a:ext cx="198438" cy="193675"/>
            </a:xfrm>
            <a:custGeom>
              <a:avLst/>
              <a:gdLst>
                <a:gd name="T0" fmla="*/ 56 w 197"/>
                <a:gd name="T1" fmla="*/ 3 h 194"/>
                <a:gd name="T2" fmla="*/ 43 w 197"/>
                <a:gd name="T3" fmla="*/ 3 h 194"/>
                <a:gd name="T4" fmla="*/ 43 w 197"/>
                <a:gd name="T5" fmla="*/ 16 h 194"/>
                <a:gd name="T6" fmla="*/ 174 w 197"/>
                <a:gd name="T7" fmla="*/ 147 h 194"/>
                <a:gd name="T8" fmla="*/ 174 w 197"/>
                <a:gd name="T9" fmla="*/ 154 h 194"/>
                <a:gd name="T10" fmla="*/ 155 w 197"/>
                <a:gd name="T11" fmla="*/ 174 h 194"/>
                <a:gd name="T12" fmla="*/ 152 w 197"/>
                <a:gd name="T13" fmla="*/ 175 h 194"/>
                <a:gd name="T14" fmla="*/ 152 w 197"/>
                <a:gd name="T15" fmla="*/ 175 h 194"/>
                <a:gd name="T16" fmla="*/ 148 w 197"/>
                <a:gd name="T17" fmla="*/ 174 h 194"/>
                <a:gd name="T18" fmla="*/ 17 w 197"/>
                <a:gd name="T19" fmla="*/ 43 h 194"/>
                <a:gd name="T20" fmla="*/ 4 w 197"/>
                <a:gd name="T21" fmla="*/ 43 h 194"/>
                <a:gd name="T22" fmla="*/ 4 w 197"/>
                <a:gd name="T23" fmla="*/ 56 h 194"/>
                <a:gd name="T24" fmla="*/ 135 w 197"/>
                <a:gd name="T25" fmla="*/ 187 h 194"/>
                <a:gd name="T26" fmla="*/ 152 w 197"/>
                <a:gd name="T27" fmla="*/ 194 h 194"/>
                <a:gd name="T28" fmla="*/ 152 w 197"/>
                <a:gd name="T29" fmla="*/ 194 h 194"/>
                <a:gd name="T30" fmla="*/ 169 w 197"/>
                <a:gd name="T31" fmla="*/ 187 h 194"/>
                <a:gd name="T32" fmla="*/ 187 w 197"/>
                <a:gd name="T33" fmla="*/ 167 h 194"/>
                <a:gd name="T34" fmla="*/ 187 w 197"/>
                <a:gd name="T35" fmla="*/ 134 h 194"/>
                <a:gd name="T36" fmla="*/ 56 w 197"/>
                <a:gd name="T37" fmla="*/ 3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97" h="194">
                  <a:moveTo>
                    <a:pt x="56" y="3"/>
                  </a:moveTo>
                  <a:cubicBezTo>
                    <a:pt x="53" y="0"/>
                    <a:pt x="47" y="0"/>
                    <a:pt x="43" y="3"/>
                  </a:cubicBezTo>
                  <a:cubicBezTo>
                    <a:pt x="39" y="7"/>
                    <a:pt x="39" y="13"/>
                    <a:pt x="43" y="16"/>
                  </a:cubicBezTo>
                  <a:cubicBezTo>
                    <a:pt x="174" y="147"/>
                    <a:pt x="174" y="147"/>
                    <a:pt x="174" y="147"/>
                  </a:cubicBezTo>
                  <a:cubicBezTo>
                    <a:pt x="176" y="149"/>
                    <a:pt x="176" y="152"/>
                    <a:pt x="174" y="154"/>
                  </a:cubicBezTo>
                  <a:cubicBezTo>
                    <a:pt x="155" y="174"/>
                    <a:pt x="155" y="174"/>
                    <a:pt x="155" y="174"/>
                  </a:cubicBezTo>
                  <a:cubicBezTo>
                    <a:pt x="154" y="175"/>
                    <a:pt x="153" y="175"/>
                    <a:pt x="152" y="175"/>
                  </a:cubicBezTo>
                  <a:cubicBezTo>
                    <a:pt x="152" y="175"/>
                    <a:pt x="152" y="175"/>
                    <a:pt x="152" y="175"/>
                  </a:cubicBezTo>
                  <a:cubicBezTo>
                    <a:pt x="151" y="175"/>
                    <a:pt x="149" y="175"/>
                    <a:pt x="148" y="174"/>
                  </a:cubicBezTo>
                  <a:cubicBezTo>
                    <a:pt x="17" y="43"/>
                    <a:pt x="17" y="43"/>
                    <a:pt x="17" y="43"/>
                  </a:cubicBezTo>
                  <a:cubicBezTo>
                    <a:pt x="13" y="39"/>
                    <a:pt x="7" y="39"/>
                    <a:pt x="4" y="43"/>
                  </a:cubicBezTo>
                  <a:cubicBezTo>
                    <a:pt x="0" y="46"/>
                    <a:pt x="0" y="52"/>
                    <a:pt x="4" y="56"/>
                  </a:cubicBezTo>
                  <a:cubicBezTo>
                    <a:pt x="135" y="187"/>
                    <a:pt x="135" y="187"/>
                    <a:pt x="135" y="187"/>
                  </a:cubicBezTo>
                  <a:cubicBezTo>
                    <a:pt x="140" y="191"/>
                    <a:pt x="146" y="194"/>
                    <a:pt x="152" y="194"/>
                  </a:cubicBezTo>
                  <a:cubicBezTo>
                    <a:pt x="152" y="194"/>
                    <a:pt x="152" y="194"/>
                    <a:pt x="152" y="194"/>
                  </a:cubicBezTo>
                  <a:cubicBezTo>
                    <a:pt x="158" y="194"/>
                    <a:pt x="164" y="191"/>
                    <a:pt x="169" y="187"/>
                  </a:cubicBezTo>
                  <a:cubicBezTo>
                    <a:pt x="187" y="167"/>
                    <a:pt x="187" y="167"/>
                    <a:pt x="187" y="167"/>
                  </a:cubicBezTo>
                  <a:cubicBezTo>
                    <a:pt x="197" y="158"/>
                    <a:pt x="197" y="143"/>
                    <a:pt x="187" y="134"/>
                  </a:cubicBezTo>
                  <a:lnTo>
                    <a:pt x="56" y="3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8" name="Freeform 128"/>
            <p:cNvSpPr>
              <a:spLocks noEditPoints="1"/>
            </p:cNvSpPr>
            <p:nvPr/>
          </p:nvSpPr>
          <p:spPr bwMode="auto">
            <a:xfrm>
              <a:off x="2219325" y="1027113"/>
              <a:ext cx="177800" cy="176213"/>
            </a:xfrm>
            <a:custGeom>
              <a:avLst/>
              <a:gdLst>
                <a:gd name="T0" fmla="*/ 43 w 178"/>
                <a:gd name="T1" fmla="*/ 83 h 177"/>
                <a:gd name="T2" fmla="*/ 49 w 178"/>
                <a:gd name="T3" fmla="*/ 85 h 177"/>
                <a:gd name="T4" fmla="*/ 56 w 178"/>
                <a:gd name="T5" fmla="*/ 83 h 177"/>
                <a:gd name="T6" fmla="*/ 62 w 178"/>
                <a:gd name="T7" fmla="*/ 76 h 177"/>
                <a:gd name="T8" fmla="*/ 161 w 178"/>
                <a:gd name="T9" fmla="*/ 174 h 177"/>
                <a:gd name="T10" fmla="*/ 167 w 178"/>
                <a:gd name="T11" fmla="*/ 177 h 177"/>
                <a:gd name="T12" fmla="*/ 174 w 178"/>
                <a:gd name="T13" fmla="*/ 174 h 177"/>
                <a:gd name="T14" fmla="*/ 174 w 178"/>
                <a:gd name="T15" fmla="*/ 161 h 177"/>
                <a:gd name="T16" fmla="*/ 76 w 178"/>
                <a:gd name="T17" fmla="*/ 63 h 177"/>
                <a:gd name="T18" fmla="*/ 82 w 178"/>
                <a:gd name="T19" fmla="*/ 57 h 177"/>
                <a:gd name="T20" fmla="*/ 82 w 178"/>
                <a:gd name="T21" fmla="*/ 43 h 177"/>
                <a:gd name="T22" fmla="*/ 43 w 178"/>
                <a:gd name="T23" fmla="*/ 4 h 177"/>
                <a:gd name="T24" fmla="*/ 30 w 178"/>
                <a:gd name="T25" fmla="*/ 4 h 177"/>
                <a:gd name="T26" fmla="*/ 3 w 178"/>
                <a:gd name="T27" fmla="*/ 30 h 177"/>
                <a:gd name="T28" fmla="*/ 3 w 178"/>
                <a:gd name="T29" fmla="*/ 43 h 177"/>
                <a:gd name="T30" fmla="*/ 43 w 178"/>
                <a:gd name="T31" fmla="*/ 83 h 177"/>
                <a:gd name="T32" fmla="*/ 36 w 178"/>
                <a:gd name="T33" fmla="*/ 24 h 177"/>
                <a:gd name="T34" fmla="*/ 62 w 178"/>
                <a:gd name="T35" fmla="*/ 50 h 177"/>
                <a:gd name="T36" fmla="*/ 49 w 178"/>
                <a:gd name="T37" fmla="*/ 63 h 177"/>
                <a:gd name="T38" fmla="*/ 23 w 178"/>
                <a:gd name="T39" fmla="*/ 37 h 177"/>
                <a:gd name="T40" fmla="*/ 36 w 178"/>
                <a:gd name="T41" fmla="*/ 24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78" h="177">
                  <a:moveTo>
                    <a:pt x="43" y="83"/>
                  </a:moveTo>
                  <a:cubicBezTo>
                    <a:pt x="45" y="85"/>
                    <a:pt x="47" y="85"/>
                    <a:pt x="49" y="85"/>
                  </a:cubicBezTo>
                  <a:cubicBezTo>
                    <a:pt x="52" y="85"/>
                    <a:pt x="54" y="85"/>
                    <a:pt x="56" y="83"/>
                  </a:cubicBezTo>
                  <a:cubicBezTo>
                    <a:pt x="62" y="76"/>
                    <a:pt x="62" y="76"/>
                    <a:pt x="62" y="76"/>
                  </a:cubicBezTo>
                  <a:cubicBezTo>
                    <a:pt x="161" y="174"/>
                    <a:pt x="161" y="174"/>
                    <a:pt x="161" y="174"/>
                  </a:cubicBezTo>
                  <a:cubicBezTo>
                    <a:pt x="163" y="176"/>
                    <a:pt x="165" y="177"/>
                    <a:pt x="167" y="177"/>
                  </a:cubicBezTo>
                  <a:cubicBezTo>
                    <a:pt x="170" y="177"/>
                    <a:pt x="172" y="176"/>
                    <a:pt x="174" y="174"/>
                  </a:cubicBezTo>
                  <a:cubicBezTo>
                    <a:pt x="178" y="171"/>
                    <a:pt x="178" y="165"/>
                    <a:pt x="174" y="161"/>
                  </a:cubicBezTo>
                  <a:cubicBezTo>
                    <a:pt x="76" y="63"/>
                    <a:pt x="76" y="63"/>
                    <a:pt x="76" y="63"/>
                  </a:cubicBezTo>
                  <a:cubicBezTo>
                    <a:pt x="82" y="57"/>
                    <a:pt x="82" y="57"/>
                    <a:pt x="82" y="57"/>
                  </a:cubicBezTo>
                  <a:cubicBezTo>
                    <a:pt x="86" y="53"/>
                    <a:pt x="86" y="47"/>
                    <a:pt x="82" y="43"/>
                  </a:cubicBezTo>
                  <a:cubicBezTo>
                    <a:pt x="43" y="4"/>
                    <a:pt x="43" y="4"/>
                    <a:pt x="43" y="4"/>
                  </a:cubicBezTo>
                  <a:cubicBezTo>
                    <a:pt x="39" y="0"/>
                    <a:pt x="33" y="0"/>
                    <a:pt x="30" y="4"/>
                  </a:cubicBezTo>
                  <a:cubicBezTo>
                    <a:pt x="3" y="30"/>
                    <a:pt x="3" y="30"/>
                    <a:pt x="3" y="30"/>
                  </a:cubicBezTo>
                  <a:cubicBezTo>
                    <a:pt x="0" y="34"/>
                    <a:pt x="0" y="40"/>
                    <a:pt x="3" y="43"/>
                  </a:cubicBezTo>
                  <a:lnTo>
                    <a:pt x="43" y="83"/>
                  </a:lnTo>
                  <a:close/>
                  <a:moveTo>
                    <a:pt x="36" y="24"/>
                  </a:moveTo>
                  <a:cubicBezTo>
                    <a:pt x="62" y="50"/>
                    <a:pt x="62" y="50"/>
                    <a:pt x="62" y="50"/>
                  </a:cubicBezTo>
                  <a:cubicBezTo>
                    <a:pt x="49" y="63"/>
                    <a:pt x="49" y="63"/>
                    <a:pt x="49" y="63"/>
                  </a:cubicBezTo>
                  <a:cubicBezTo>
                    <a:pt x="23" y="37"/>
                    <a:pt x="23" y="37"/>
                    <a:pt x="23" y="37"/>
                  </a:cubicBezTo>
                  <a:lnTo>
                    <a:pt x="36" y="2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79" name="Group 178"/>
          <p:cNvGrpSpPr/>
          <p:nvPr/>
        </p:nvGrpSpPr>
        <p:grpSpPr>
          <a:xfrm>
            <a:off x="4042833" y="1369484"/>
            <a:ext cx="567267" cy="567267"/>
            <a:chOff x="3032125" y="1027113"/>
            <a:chExt cx="425450" cy="425450"/>
          </a:xfrm>
          <a:solidFill>
            <a:schemeClr val="accent1"/>
          </a:solidFill>
        </p:grpSpPr>
        <p:sp>
          <p:nvSpPr>
            <p:cNvPr id="129" name="Freeform 129"/>
            <p:cNvSpPr>
              <a:spLocks noEditPoints="1"/>
            </p:cNvSpPr>
            <p:nvPr/>
          </p:nvSpPr>
          <p:spPr bwMode="auto">
            <a:xfrm>
              <a:off x="3073400" y="1027113"/>
              <a:ext cx="384175" cy="425450"/>
            </a:xfrm>
            <a:custGeom>
              <a:avLst/>
              <a:gdLst>
                <a:gd name="T0" fmla="*/ 293 w 384"/>
                <a:gd name="T1" fmla="*/ 251 h 426"/>
                <a:gd name="T2" fmla="*/ 218 w 384"/>
                <a:gd name="T3" fmla="*/ 221 h 426"/>
                <a:gd name="T4" fmla="*/ 217 w 384"/>
                <a:gd name="T5" fmla="*/ 219 h 426"/>
                <a:gd name="T6" fmla="*/ 16 w 384"/>
                <a:gd name="T7" fmla="*/ 4 h 426"/>
                <a:gd name="T8" fmla="*/ 6 w 384"/>
                <a:gd name="T9" fmla="*/ 2 h 426"/>
                <a:gd name="T10" fmla="*/ 0 w 384"/>
                <a:gd name="T11" fmla="*/ 11 h 426"/>
                <a:gd name="T12" fmla="*/ 147 w 384"/>
                <a:gd name="T13" fmla="*/ 254 h 426"/>
                <a:gd name="T14" fmla="*/ 204 w 384"/>
                <a:gd name="T15" fmla="*/ 318 h 426"/>
                <a:gd name="T16" fmla="*/ 216 w 384"/>
                <a:gd name="T17" fmla="*/ 375 h 426"/>
                <a:gd name="T18" fmla="*/ 293 w 384"/>
                <a:gd name="T19" fmla="*/ 426 h 426"/>
                <a:gd name="T20" fmla="*/ 384 w 384"/>
                <a:gd name="T21" fmla="*/ 336 h 426"/>
                <a:gd name="T22" fmla="*/ 293 w 384"/>
                <a:gd name="T23" fmla="*/ 251 h 426"/>
                <a:gd name="T24" fmla="*/ 20 w 384"/>
                <a:gd name="T25" fmla="*/ 36 h 426"/>
                <a:gd name="T26" fmla="*/ 185 w 384"/>
                <a:gd name="T27" fmla="*/ 212 h 426"/>
                <a:gd name="T28" fmla="*/ 172 w 384"/>
                <a:gd name="T29" fmla="*/ 207 h 426"/>
                <a:gd name="T30" fmla="*/ 152 w 384"/>
                <a:gd name="T31" fmla="*/ 227 h 426"/>
                <a:gd name="T32" fmla="*/ 154 w 384"/>
                <a:gd name="T33" fmla="*/ 236 h 426"/>
                <a:gd name="T34" fmla="*/ 20 w 384"/>
                <a:gd name="T35" fmla="*/ 36 h 426"/>
                <a:gd name="T36" fmla="*/ 293 w 384"/>
                <a:gd name="T37" fmla="*/ 407 h 426"/>
                <a:gd name="T38" fmla="*/ 233 w 384"/>
                <a:gd name="T39" fmla="*/ 368 h 426"/>
                <a:gd name="T40" fmla="*/ 233 w 384"/>
                <a:gd name="T41" fmla="*/ 368 h 426"/>
                <a:gd name="T42" fmla="*/ 223 w 384"/>
                <a:gd name="T43" fmla="*/ 318 h 426"/>
                <a:gd name="T44" fmla="*/ 166 w 384"/>
                <a:gd name="T45" fmla="*/ 246 h 426"/>
                <a:gd name="T46" fmla="*/ 172 w 384"/>
                <a:gd name="T47" fmla="*/ 246 h 426"/>
                <a:gd name="T48" fmla="*/ 191 w 384"/>
                <a:gd name="T49" fmla="*/ 227 h 426"/>
                <a:gd name="T50" fmla="*/ 187 w 384"/>
                <a:gd name="T51" fmla="*/ 214 h 426"/>
                <a:gd name="T52" fmla="*/ 203 w 384"/>
                <a:gd name="T53" fmla="*/ 231 h 426"/>
                <a:gd name="T54" fmla="*/ 293 w 384"/>
                <a:gd name="T55" fmla="*/ 270 h 426"/>
                <a:gd name="T56" fmla="*/ 365 w 384"/>
                <a:gd name="T57" fmla="*/ 336 h 426"/>
                <a:gd name="T58" fmla="*/ 293 w 384"/>
                <a:gd name="T59" fmla="*/ 407 h 4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84" h="426">
                  <a:moveTo>
                    <a:pt x="293" y="251"/>
                  </a:moveTo>
                  <a:cubicBezTo>
                    <a:pt x="237" y="251"/>
                    <a:pt x="219" y="222"/>
                    <a:pt x="218" y="221"/>
                  </a:cubicBezTo>
                  <a:cubicBezTo>
                    <a:pt x="218" y="220"/>
                    <a:pt x="218" y="219"/>
                    <a:pt x="217" y="219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3" y="1"/>
                    <a:pt x="9" y="0"/>
                    <a:pt x="6" y="2"/>
                  </a:cubicBezTo>
                  <a:cubicBezTo>
                    <a:pt x="2" y="3"/>
                    <a:pt x="0" y="7"/>
                    <a:pt x="0" y="11"/>
                  </a:cubicBezTo>
                  <a:cubicBezTo>
                    <a:pt x="0" y="138"/>
                    <a:pt x="85" y="205"/>
                    <a:pt x="147" y="254"/>
                  </a:cubicBezTo>
                  <a:cubicBezTo>
                    <a:pt x="178" y="278"/>
                    <a:pt x="204" y="300"/>
                    <a:pt x="204" y="318"/>
                  </a:cubicBezTo>
                  <a:cubicBezTo>
                    <a:pt x="204" y="337"/>
                    <a:pt x="209" y="361"/>
                    <a:pt x="216" y="375"/>
                  </a:cubicBezTo>
                  <a:cubicBezTo>
                    <a:pt x="229" y="409"/>
                    <a:pt x="255" y="426"/>
                    <a:pt x="293" y="426"/>
                  </a:cubicBezTo>
                  <a:cubicBezTo>
                    <a:pt x="343" y="426"/>
                    <a:pt x="384" y="385"/>
                    <a:pt x="384" y="336"/>
                  </a:cubicBezTo>
                  <a:cubicBezTo>
                    <a:pt x="384" y="288"/>
                    <a:pt x="345" y="251"/>
                    <a:pt x="293" y="251"/>
                  </a:cubicBezTo>
                  <a:close/>
                  <a:moveTo>
                    <a:pt x="20" y="36"/>
                  </a:moveTo>
                  <a:cubicBezTo>
                    <a:pt x="185" y="212"/>
                    <a:pt x="185" y="212"/>
                    <a:pt x="185" y="212"/>
                  </a:cubicBezTo>
                  <a:cubicBezTo>
                    <a:pt x="181" y="209"/>
                    <a:pt x="177" y="207"/>
                    <a:pt x="172" y="207"/>
                  </a:cubicBezTo>
                  <a:cubicBezTo>
                    <a:pt x="161" y="207"/>
                    <a:pt x="152" y="216"/>
                    <a:pt x="152" y="227"/>
                  </a:cubicBezTo>
                  <a:cubicBezTo>
                    <a:pt x="152" y="230"/>
                    <a:pt x="152" y="233"/>
                    <a:pt x="154" y="236"/>
                  </a:cubicBezTo>
                  <a:cubicBezTo>
                    <a:pt x="100" y="193"/>
                    <a:pt x="30" y="136"/>
                    <a:pt x="20" y="36"/>
                  </a:cubicBezTo>
                  <a:close/>
                  <a:moveTo>
                    <a:pt x="293" y="407"/>
                  </a:moveTo>
                  <a:cubicBezTo>
                    <a:pt x="263" y="407"/>
                    <a:pt x="244" y="395"/>
                    <a:pt x="233" y="368"/>
                  </a:cubicBezTo>
                  <a:cubicBezTo>
                    <a:pt x="233" y="368"/>
                    <a:pt x="233" y="368"/>
                    <a:pt x="233" y="368"/>
                  </a:cubicBezTo>
                  <a:cubicBezTo>
                    <a:pt x="228" y="358"/>
                    <a:pt x="223" y="337"/>
                    <a:pt x="223" y="318"/>
                  </a:cubicBezTo>
                  <a:cubicBezTo>
                    <a:pt x="223" y="293"/>
                    <a:pt x="199" y="271"/>
                    <a:pt x="166" y="246"/>
                  </a:cubicBezTo>
                  <a:cubicBezTo>
                    <a:pt x="168" y="246"/>
                    <a:pt x="170" y="246"/>
                    <a:pt x="172" y="246"/>
                  </a:cubicBezTo>
                  <a:cubicBezTo>
                    <a:pt x="182" y="246"/>
                    <a:pt x="191" y="238"/>
                    <a:pt x="191" y="227"/>
                  </a:cubicBezTo>
                  <a:cubicBezTo>
                    <a:pt x="191" y="222"/>
                    <a:pt x="190" y="218"/>
                    <a:pt x="187" y="214"/>
                  </a:cubicBezTo>
                  <a:cubicBezTo>
                    <a:pt x="203" y="231"/>
                    <a:pt x="203" y="231"/>
                    <a:pt x="203" y="231"/>
                  </a:cubicBezTo>
                  <a:cubicBezTo>
                    <a:pt x="207" y="238"/>
                    <a:pt x="231" y="270"/>
                    <a:pt x="293" y="270"/>
                  </a:cubicBezTo>
                  <a:cubicBezTo>
                    <a:pt x="335" y="270"/>
                    <a:pt x="365" y="298"/>
                    <a:pt x="365" y="336"/>
                  </a:cubicBezTo>
                  <a:cubicBezTo>
                    <a:pt x="365" y="375"/>
                    <a:pt x="333" y="407"/>
                    <a:pt x="293" y="407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0" name="Freeform 130"/>
            <p:cNvSpPr>
              <a:spLocks noEditPoints="1"/>
            </p:cNvSpPr>
            <p:nvPr/>
          </p:nvSpPr>
          <p:spPr bwMode="auto">
            <a:xfrm>
              <a:off x="3321050" y="1316038"/>
              <a:ext cx="98425" cy="98425"/>
            </a:xfrm>
            <a:custGeom>
              <a:avLst/>
              <a:gdLst>
                <a:gd name="T0" fmla="*/ 49 w 98"/>
                <a:gd name="T1" fmla="*/ 0 h 98"/>
                <a:gd name="T2" fmla="*/ 0 w 98"/>
                <a:gd name="T3" fmla="*/ 49 h 98"/>
                <a:gd name="T4" fmla="*/ 49 w 98"/>
                <a:gd name="T5" fmla="*/ 98 h 98"/>
                <a:gd name="T6" fmla="*/ 98 w 98"/>
                <a:gd name="T7" fmla="*/ 49 h 98"/>
                <a:gd name="T8" fmla="*/ 49 w 98"/>
                <a:gd name="T9" fmla="*/ 0 h 98"/>
                <a:gd name="T10" fmla="*/ 49 w 98"/>
                <a:gd name="T11" fmla="*/ 79 h 98"/>
                <a:gd name="T12" fmla="*/ 19 w 98"/>
                <a:gd name="T13" fmla="*/ 49 h 98"/>
                <a:gd name="T14" fmla="*/ 49 w 98"/>
                <a:gd name="T15" fmla="*/ 19 h 98"/>
                <a:gd name="T16" fmla="*/ 79 w 98"/>
                <a:gd name="T17" fmla="*/ 49 h 98"/>
                <a:gd name="T18" fmla="*/ 49 w 98"/>
                <a:gd name="T19" fmla="*/ 79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8" h="98">
                  <a:moveTo>
                    <a:pt x="49" y="0"/>
                  </a:moveTo>
                  <a:cubicBezTo>
                    <a:pt x="22" y="0"/>
                    <a:pt x="0" y="22"/>
                    <a:pt x="0" y="49"/>
                  </a:cubicBezTo>
                  <a:cubicBezTo>
                    <a:pt x="0" y="76"/>
                    <a:pt x="22" y="98"/>
                    <a:pt x="49" y="98"/>
                  </a:cubicBezTo>
                  <a:cubicBezTo>
                    <a:pt x="76" y="98"/>
                    <a:pt x="98" y="76"/>
                    <a:pt x="98" y="49"/>
                  </a:cubicBezTo>
                  <a:cubicBezTo>
                    <a:pt x="98" y="22"/>
                    <a:pt x="76" y="0"/>
                    <a:pt x="49" y="0"/>
                  </a:cubicBezTo>
                  <a:close/>
                  <a:moveTo>
                    <a:pt x="49" y="79"/>
                  </a:moveTo>
                  <a:cubicBezTo>
                    <a:pt x="32" y="79"/>
                    <a:pt x="19" y="66"/>
                    <a:pt x="19" y="49"/>
                  </a:cubicBezTo>
                  <a:cubicBezTo>
                    <a:pt x="19" y="33"/>
                    <a:pt x="32" y="19"/>
                    <a:pt x="49" y="19"/>
                  </a:cubicBezTo>
                  <a:cubicBezTo>
                    <a:pt x="65" y="19"/>
                    <a:pt x="79" y="33"/>
                    <a:pt x="79" y="49"/>
                  </a:cubicBezTo>
                  <a:cubicBezTo>
                    <a:pt x="79" y="66"/>
                    <a:pt x="65" y="79"/>
                    <a:pt x="49" y="79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1" name="Freeform 131"/>
            <p:cNvSpPr>
              <a:spLocks/>
            </p:cNvSpPr>
            <p:nvPr/>
          </p:nvSpPr>
          <p:spPr bwMode="auto">
            <a:xfrm>
              <a:off x="3032125" y="1262063"/>
              <a:ext cx="211138" cy="190500"/>
            </a:xfrm>
            <a:custGeom>
              <a:avLst/>
              <a:gdLst>
                <a:gd name="T0" fmla="*/ 192 w 210"/>
                <a:gd name="T1" fmla="*/ 38 h 191"/>
                <a:gd name="T2" fmla="*/ 180 w 210"/>
                <a:gd name="T3" fmla="*/ 49 h 191"/>
                <a:gd name="T4" fmla="*/ 157 w 210"/>
                <a:gd name="T5" fmla="*/ 77 h 191"/>
                <a:gd name="T6" fmla="*/ 151 w 210"/>
                <a:gd name="T7" fmla="*/ 133 h 191"/>
                <a:gd name="T8" fmla="*/ 151 w 210"/>
                <a:gd name="T9" fmla="*/ 133 h 191"/>
                <a:gd name="T10" fmla="*/ 91 w 210"/>
                <a:gd name="T11" fmla="*/ 172 h 191"/>
                <a:gd name="T12" fmla="*/ 19 w 210"/>
                <a:gd name="T13" fmla="*/ 101 h 191"/>
                <a:gd name="T14" fmla="*/ 91 w 210"/>
                <a:gd name="T15" fmla="*/ 35 h 191"/>
                <a:gd name="T16" fmla="*/ 139 w 210"/>
                <a:gd name="T17" fmla="*/ 23 h 191"/>
                <a:gd name="T18" fmla="*/ 147 w 210"/>
                <a:gd name="T19" fmla="*/ 19 h 191"/>
                <a:gd name="T20" fmla="*/ 152 w 210"/>
                <a:gd name="T21" fmla="*/ 7 h 191"/>
                <a:gd name="T22" fmla="*/ 140 w 210"/>
                <a:gd name="T23" fmla="*/ 2 h 191"/>
                <a:gd name="T24" fmla="*/ 131 w 210"/>
                <a:gd name="T25" fmla="*/ 6 h 191"/>
                <a:gd name="T26" fmla="*/ 91 w 210"/>
                <a:gd name="T27" fmla="*/ 16 h 191"/>
                <a:gd name="T28" fmla="*/ 0 w 210"/>
                <a:gd name="T29" fmla="*/ 101 h 191"/>
                <a:gd name="T30" fmla="*/ 91 w 210"/>
                <a:gd name="T31" fmla="*/ 191 h 191"/>
                <a:gd name="T32" fmla="*/ 168 w 210"/>
                <a:gd name="T33" fmla="*/ 140 h 191"/>
                <a:gd name="T34" fmla="*/ 176 w 210"/>
                <a:gd name="T35" fmla="*/ 77 h 191"/>
                <a:gd name="T36" fmla="*/ 191 w 210"/>
                <a:gd name="T37" fmla="*/ 64 h 191"/>
                <a:gd name="T38" fmla="*/ 206 w 210"/>
                <a:gd name="T39" fmla="*/ 50 h 191"/>
                <a:gd name="T40" fmla="*/ 206 w 210"/>
                <a:gd name="T41" fmla="*/ 37 h 191"/>
                <a:gd name="T42" fmla="*/ 192 w 210"/>
                <a:gd name="T43" fmla="*/ 38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10" h="191">
                  <a:moveTo>
                    <a:pt x="192" y="38"/>
                  </a:moveTo>
                  <a:cubicBezTo>
                    <a:pt x="190" y="41"/>
                    <a:pt x="184" y="45"/>
                    <a:pt x="180" y="49"/>
                  </a:cubicBezTo>
                  <a:cubicBezTo>
                    <a:pt x="169" y="57"/>
                    <a:pt x="157" y="65"/>
                    <a:pt x="157" y="77"/>
                  </a:cubicBezTo>
                  <a:cubicBezTo>
                    <a:pt x="157" y="103"/>
                    <a:pt x="155" y="125"/>
                    <a:pt x="151" y="133"/>
                  </a:cubicBezTo>
                  <a:cubicBezTo>
                    <a:pt x="151" y="133"/>
                    <a:pt x="151" y="133"/>
                    <a:pt x="151" y="133"/>
                  </a:cubicBezTo>
                  <a:cubicBezTo>
                    <a:pt x="140" y="160"/>
                    <a:pt x="121" y="172"/>
                    <a:pt x="91" y="172"/>
                  </a:cubicBezTo>
                  <a:cubicBezTo>
                    <a:pt x="51" y="172"/>
                    <a:pt x="19" y="140"/>
                    <a:pt x="19" y="101"/>
                  </a:cubicBezTo>
                  <a:cubicBezTo>
                    <a:pt x="19" y="63"/>
                    <a:pt x="49" y="35"/>
                    <a:pt x="91" y="35"/>
                  </a:cubicBezTo>
                  <a:cubicBezTo>
                    <a:pt x="111" y="35"/>
                    <a:pt x="127" y="28"/>
                    <a:pt x="139" y="23"/>
                  </a:cubicBezTo>
                  <a:cubicBezTo>
                    <a:pt x="142" y="21"/>
                    <a:pt x="144" y="20"/>
                    <a:pt x="147" y="19"/>
                  </a:cubicBezTo>
                  <a:cubicBezTo>
                    <a:pt x="152" y="17"/>
                    <a:pt x="154" y="12"/>
                    <a:pt x="152" y="7"/>
                  </a:cubicBezTo>
                  <a:cubicBezTo>
                    <a:pt x="150" y="2"/>
                    <a:pt x="145" y="0"/>
                    <a:pt x="140" y="2"/>
                  </a:cubicBezTo>
                  <a:cubicBezTo>
                    <a:pt x="137" y="3"/>
                    <a:pt x="134" y="4"/>
                    <a:pt x="131" y="6"/>
                  </a:cubicBezTo>
                  <a:cubicBezTo>
                    <a:pt x="120" y="11"/>
                    <a:pt x="107" y="16"/>
                    <a:pt x="91" y="16"/>
                  </a:cubicBezTo>
                  <a:cubicBezTo>
                    <a:pt x="39" y="16"/>
                    <a:pt x="0" y="53"/>
                    <a:pt x="0" y="101"/>
                  </a:cubicBezTo>
                  <a:cubicBezTo>
                    <a:pt x="0" y="150"/>
                    <a:pt x="41" y="191"/>
                    <a:pt x="91" y="191"/>
                  </a:cubicBezTo>
                  <a:cubicBezTo>
                    <a:pt x="129" y="191"/>
                    <a:pt x="155" y="174"/>
                    <a:pt x="168" y="140"/>
                  </a:cubicBezTo>
                  <a:cubicBezTo>
                    <a:pt x="175" y="126"/>
                    <a:pt x="176" y="95"/>
                    <a:pt x="176" y="77"/>
                  </a:cubicBezTo>
                  <a:cubicBezTo>
                    <a:pt x="177" y="74"/>
                    <a:pt x="186" y="67"/>
                    <a:pt x="191" y="64"/>
                  </a:cubicBezTo>
                  <a:cubicBezTo>
                    <a:pt x="196" y="59"/>
                    <a:pt x="202" y="55"/>
                    <a:pt x="206" y="50"/>
                  </a:cubicBezTo>
                  <a:cubicBezTo>
                    <a:pt x="210" y="47"/>
                    <a:pt x="209" y="41"/>
                    <a:pt x="206" y="37"/>
                  </a:cubicBezTo>
                  <a:cubicBezTo>
                    <a:pt x="202" y="34"/>
                    <a:pt x="196" y="34"/>
                    <a:pt x="192" y="3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2" name="Freeform 132"/>
            <p:cNvSpPr>
              <a:spLocks/>
            </p:cNvSpPr>
            <p:nvPr/>
          </p:nvSpPr>
          <p:spPr bwMode="auto">
            <a:xfrm>
              <a:off x="3254375" y="1027113"/>
              <a:ext cx="161925" cy="220663"/>
            </a:xfrm>
            <a:custGeom>
              <a:avLst/>
              <a:gdLst>
                <a:gd name="T0" fmla="*/ 17 w 162"/>
                <a:gd name="T1" fmla="*/ 170 h 221"/>
                <a:gd name="T2" fmla="*/ 142 w 162"/>
                <a:gd name="T3" fmla="*/ 36 h 221"/>
                <a:gd name="T4" fmla="*/ 49 w 162"/>
                <a:gd name="T5" fmla="*/ 205 h 221"/>
                <a:gd name="T6" fmla="*/ 49 w 162"/>
                <a:gd name="T7" fmla="*/ 218 h 221"/>
                <a:gd name="T8" fmla="*/ 56 w 162"/>
                <a:gd name="T9" fmla="*/ 221 h 221"/>
                <a:gd name="T10" fmla="*/ 62 w 162"/>
                <a:gd name="T11" fmla="*/ 218 h 221"/>
                <a:gd name="T12" fmla="*/ 162 w 162"/>
                <a:gd name="T13" fmla="*/ 11 h 221"/>
                <a:gd name="T14" fmla="*/ 156 w 162"/>
                <a:gd name="T15" fmla="*/ 2 h 221"/>
                <a:gd name="T16" fmla="*/ 146 w 162"/>
                <a:gd name="T17" fmla="*/ 4 h 221"/>
                <a:gd name="T18" fmla="*/ 3 w 162"/>
                <a:gd name="T19" fmla="*/ 157 h 221"/>
                <a:gd name="T20" fmla="*/ 3 w 162"/>
                <a:gd name="T21" fmla="*/ 170 h 221"/>
                <a:gd name="T22" fmla="*/ 17 w 162"/>
                <a:gd name="T23" fmla="*/ 170 h 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2" h="221">
                  <a:moveTo>
                    <a:pt x="17" y="170"/>
                  </a:moveTo>
                  <a:cubicBezTo>
                    <a:pt x="142" y="36"/>
                    <a:pt x="142" y="36"/>
                    <a:pt x="142" y="36"/>
                  </a:cubicBezTo>
                  <a:cubicBezTo>
                    <a:pt x="135" y="117"/>
                    <a:pt x="89" y="168"/>
                    <a:pt x="49" y="205"/>
                  </a:cubicBezTo>
                  <a:cubicBezTo>
                    <a:pt x="46" y="208"/>
                    <a:pt x="45" y="214"/>
                    <a:pt x="49" y="218"/>
                  </a:cubicBezTo>
                  <a:cubicBezTo>
                    <a:pt x="51" y="220"/>
                    <a:pt x="53" y="221"/>
                    <a:pt x="56" y="221"/>
                  </a:cubicBezTo>
                  <a:cubicBezTo>
                    <a:pt x="58" y="221"/>
                    <a:pt x="60" y="220"/>
                    <a:pt x="62" y="218"/>
                  </a:cubicBezTo>
                  <a:cubicBezTo>
                    <a:pt x="105" y="179"/>
                    <a:pt x="162" y="115"/>
                    <a:pt x="162" y="11"/>
                  </a:cubicBezTo>
                  <a:cubicBezTo>
                    <a:pt x="162" y="7"/>
                    <a:pt x="160" y="3"/>
                    <a:pt x="156" y="2"/>
                  </a:cubicBezTo>
                  <a:cubicBezTo>
                    <a:pt x="153" y="0"/>
                    <a:pt x="149" y="1"/>
                    <a:pt x="146" y="4"/>
                  </a:cubicBezTo>
                  <a:cubicBezTo>
                    <a:pt x="3" y="157"/>
                    <a:pt x="3" y="157"/>
                    <a:pt x="3" y="157"/>
                  </a:cubicBezTo>
                  <a:cubicBezTo>
                    <a:pt x="0" y="161"/>
                    <a:pt x="0" y="166"/>
                    <a:pt x="3" y="170"/>
                  </a:cubicBezTo>
                  <a:cubicBezTo>
                    <a:pt x="7" y="174"/>
                    <a:pt x="13" y="173"/>
                    <a:pt x="17" y="17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3" name="Freeform 133"/>
            <p:cNvSpPr>
              <a:spLocks noEditPoints="1"/>
            </p:cNvSpPr>
            <p:nvPr/>
          </p:nvSpPr>
          <p:spPr bwMode="auto">
            <a:xfrm>
              <a:off x="3071813" y="1316038"/>
              <a:ext cx="98425" cy="98425"/>
            </a:xfrm>
            <a:custGeom>
              <a:avLst/>
              <a:gdLst>
                <a:gd name="T0" fmla="*/ 0 w 98"/>
                <a:gd name="T1" fmla="*/ 49 h 98"/>
                <a:gd name="T2" fmla="*/ 49 w 98"/>
                <a:gd name="T3" fmla="*/ 98 h 98"/>
                <a:gd name="T4" fmla="*/ 98 w 98"/>
                <a:gd name="T5" fmla="*/ 49 h 98"/>
                <a:gd name="T6" fmla="*/ 49 w 98"/>
                <a:gd name="T7" fmla="*/ 0 h 98"/>
                <a:gd name="T8" fmla="*/ 0 w 98"/>
                <a:gd name="T9" fmla="*/ 49 h 98"/>
                <a:gd name="T10" fmla="*/ 79 w 98"/>
                <a:gd name="T11" fmla="*/ 49 h 98"/>
                <a:gd name="T12" fmla="*/ 49 w 98"/>
                <a:gd name="T13" fmla="*/ 79 h 98"/>
                <a:gd name="T14" fmla="*/ 19 w 98"/>
                <a:gd name="T15" fmla="*/ 49 h 98"/>
                <a:gd name="T16" fmla="*/ 49 w 98"/>
                <a:gd name="T17" fmla="*/ 19 h 98"/>
                <a:gd name="T18" fmla="*/ 79 w 98"/>
                <a:gd name="T19" fmla="*/ 49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8" h="98">
                  <a:moveTo>
                    <a:pt x="0" y="49"/>
                  </a:moveTo>
                  <a:cubicBezTo>
                    <a:pt x="0" y="76"/>
                    <a:pt x="22" y="98"/>
                    <a:pt x="49" y="98"/>
                  </a:cubicBezTo>
                  <a:cubicBezTo>
                    <a:pt x="76" y="98"/>
                    <a:pt x="98" y="76"/>
                    <a:pt x="98" y="49"/>
                  </a:cubicBezTo>
                  <a:cubicBezTo>
                    <a:pt x="98" y="22"/>
                    <a:pt x="76" y="0"/>
                    <a:pt x="49" y="0"/>
                  </a:cubicBezTo>
                  <a:cubicBezTo>
                    <a:pt x="22" y="0"/>
                    <a:pt x="0" y="22"/>
                    <a:pt x="0" y="49"/>
                  </a:cubicBezTo>
                  <a:close/>
                  <a:moveTo>
                    <a:pt x="79" y="49"/>
                  </a:moveTo>
                  <a:cubicBezTo>
                    <a:pt x="79" y="66"/>
                    <a:pt x="66" y="79"/>
                    <a:pt x="49" y="79"/>
                  </a:cubicBezTo>
                  <a:cubicBezTo>
                    <a:pt x="33" y="79"/>
                    <a:pt x="19" y="66"/>
                    <a:pt x="19" y="49"/>
                  </a:cubicBezTo>
                  <a:cubicBezTo>
                    <a:pt x="19" y="33"/>
                    <a:pt x="33" y="19"/>
                    <a:pt x="49" y="19"/>
                  </a:cubicBezTo>
                  <a:cubicBezTo>
                    <a:pt x="66" y="19"/>
                    <a:pt x="79" y="33"/>
                    <a:pt x="79" y="49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82" name="Group 181"/>
          <p:cNvGrpSpPr/>
          <p:nvPr/>
        </p:nvGrpSpPr>
        <p:grpSpPr>
          <a:xfrm>
            <a:off x="9461500" y="1369484"/>
            <a:ext cx="270933" cy="567267"/>
            <a:chOff x="7096125" y="1027113"/>
            <a:chExt cx="203200" cy="425450"/>
          </a:xfrm>
          <a:solidFill>
            <a:schemeClr val="accent1"/>
          </a:solidFill>
        </p:grpSpPr>
        <p:sp>
          <p:nvSpPr>
            <p:cNvPr id="134" name="Freeform 134"/>
            <p:cNvSpPr>
              <a:spLocks noEditPoints="1"/>
            </p:cNvSpPr>
            <p:nvPr/>
          </p:nvSpPr>
          <p:spPr bwMode="auto">
            <a:xfrm>
              <a:off x="7096125" y="1211263"/>
              <a:ext cx="203200" cy="241300"/>
            </a:xfrm>
            <a:custGeom>
              <a:avLst/>
              <a:gdLst>
                <a:gd name="T0" fmla="*/ 202 w 202"/>
                <a:gd name="T1" fmla="*/ 34 h 241"/>
                <a:gd name="T2" fmla="*/ 202 w 202"/>
                <a:gd name="T3" fmla="*/ 10 h 241"/>
                <a:gd name="T4" fmla="*/ 193 w 202"/>
                <a:gd name="T5" fmla="*/ 0 h 241"/>
                <a:gd name="T6" fmla="*/ 183 w 202"/>
                <a:gd name="T7" fmla="*/ 10 h 241"/>
                <a:gd name="T8" fmla="*/ 183 w 202"/>
                <a:gd name="T9" fmla="*/ 34 h 241"/>
                <a:gd name="T10" fmla="*/ 101 w 202"/>
                <a:gd name="T11" fmla="*/ 118 h 241"/>
                <a:gd name="T12" fmla="*/ 18 w 202"/>
                <a:gd name="T13" fmla="*/ 34 h 241"/>
                <a:gd name="T14" fmla="*/ 18 w 202"/>
                <a:gd name="T15" fmla="*/ 10 h 241"/>
                <a:gd name="T16" fmla="*/ 9 w 202"/>
                <a:gd name="T17" fmla="*/ 0 h 241"/>
                <a:gd name="T18" fmla="*/ 0 w 202"/>
                <a:gd name="T19" fmla="*/ 10 h 241"/>
                <a:gd name="T20" fmla="*/ 0 w 202"/>
                <a:gd name="T21" fmla="*/ 34 h 241"/>
                <a:gd name="T22" fmla="*/ 91 w 202"/>
                <a:gd name="T23" fmla="*/ 136 h 241"/>
                <a:gd name="T24" fmla="*/ 91 w 202"/>
                <a:gd name="T25" fmla="*/ 183 h 241"/>
                <a:gd name="T26" fmla="*/ 55 w 202"/>
                <a:gd name="T27" fmla="*/ 183 h 241"/>
                <a:gd name="T28" fmla="*/ 26 w 202"/>
                <a:gd name="T29" fmla="*/ 212 h 241"/>
                <a:gd name="T30" fmla="*/ 26 w 202"/>
                <a:gd name="T31" fmla="*/ 232 h 241"/>
                <a:gd name="T32" fmla="*/ 35 w 202"/>
                <a:gd name="T33" fmla="*/ 241 h 241"/>
                <a:gd name="T34" fmla="*/ 166 w 202"/>
                <a:gd name="T35" fmla="*/ 241 h 241"/>
                <a:gd name="T36" fmla="*/ 176 w 202"/>
                <a:gd name="T37" fmla="*/ 232 h 241"/>
                <a:gd name="T38" fmla="*/ 176 w 202"/>
                <a:gd name="T39" fmla="*/ 213 h 241"/>
                <a:gd name="T40" fmla="*/ 147 w 202"/>
                <a:gd name="T41" fmla="*/ 183 h 241"/>
                <a:gd name="T42" fmla="*/ 110 w 202"/>
                <a:gd name="T43" fmla="*/ 183 h 241"/>
                <a:gd name="T44" fmla="*/ 110 w 202"/>
                <a:gd name="T45" fmla="*/ 136 h 241"/>
                <a:gd name="T46" fmla="*/ 202 w 202"/>
                <a:gd name="T47" fmla="*/ 34 h 241"/>
                <a:gd name="T48" fmla="*/ 157 w 202"/>
                <a:gd name="T49" fmla="*/ 213 h 241"/>
                <a:gd name="T50" fmla="*/ 157 w 202"/>
                <a:gd name="T51" fmla="*/ 222 h 241"/>
                <a:gd name="T52" fmla="*/ 45 w 202"/>
                <a:gd name="T53" fmla="*/ 222 h 241"/>
                <a:gd name="T54" fmla="*/ 45 w 202"/>
                <a:gd name="T55" fmla="*/ 212 h 241"/>
                <a:gd name="T56" fmla="*/ 55 w 202"/>
                <a:gd name="T57" fmla="*/ 202 h 241"/>
                <a:gd name="T58" fmla="*/ 147 w 202"/>
                <a:gd name="T59" fmla="*/ 202 h 241"/>
                <a:gd name="T60" fmla="*/ 157 w 202"/>
                <a:gd name="T61" fmla="*/ 213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02" h="241">
                  <a:moveTo>
                    <a:pt x="202" y="34"/>
                  </a:moveTo>
                  <a:cubicBezTo>
                    <a:pt x="202" y="10"/>
                    <a:pt x="202" y="10"/>
                    <a:pt x="202" y="10"/>
                  </a:cubicBezTo>
                  <a:cubicBezTo>
                    <a:pt x="202" y="5"/>
                    <a:pt x="198" y="0"/>
                    <a:pt x="193" y="0"/>
                  </a:cubicBezTo>
                  <a:cubicBezTo>
                    <a:pt x="187" y="0"/>
                    <a:pt x="183" y="5"/>
                    <a:pt x="183" y="10"/>
                  </a:cubicBezTo>
                  <a:cubicBezTo>
                    <a:pt x="183" y="34"/>
                    <a:pt x="183" y="34"/>
                    <a:pt x="183" y="34"/>
                  </a:cubicBezTo>
                  <a:cubicBezTo>
                    <a:pt x="183" y="80"/>
                    <a:pt x="146" y="118"/>
                    <a:pt x="101" y="118"/>
                  </a:cubicBezTo>
                  <a:cubicBezTo>
                    <a:pt x="55" y="118"/>
                    <a:pt x="18" y="80"/>
                    <a:pt x="18" y="34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18" y="5"/>
                    <a:pt x="14" y="0"/>
                    <a:pt x="9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34"/>
                    <a:pt x="0" y="34"/>
                    <a:pt x="0" y="34"/>
                  </a:cubicBezTo>
                  <a:cubicBezTo>
                    <a:pt x="0" y="87"/>
                    <a:pt x="40" y="131"/>
                    <a:pt x="91" y="136"/>
                  </a:cubicBezTo>
                  <a:cubicBezTo>
                    <a:pt x="91" y="183"/>
                    <a:pt x="91" y="183"/>
                    <a:pt x="91" y="183"/>
                  </a:cubicBezTo>
                  <a:cubicBezTo>
                    <a:pt x="55" y="183"/>
                    <a:pt x="55" y="183"/>
                    <a:pt x="55" y="183"/>
                  </a:cubicBezTo>
                  <a:cubicBezTo>
                    <a:pt x="38" y="183"/>
                    <a:pt x="26" y="196"/>
                    <a:pt x="26" y="212"/>
                  </a:cubicBezTo>
                  <a:cubicBezTo>
                    <a:pt x="26" y="232"/>
                    <a:pt x="26" y="232"/>
                    <a:pt x="26" y="232"/>
                  </a:cubicBezTo>
                  <a:cubicBezTo>
                    <a:pt x="26" y="237"/>
                    <a:pt x="30" y="241"/>
                    <a:pt x="35" y="241"/>
                  </a:cubicBezTo>
                  <a:cubicBezTo>
                    <a:pt x="166" y="241"/>
                    <a:pt x="166" y="241"/>
                    <a:pt x="166" y="241"/>
                  </a:cubicBezTo>
                  <a:cubicBezTo>
                    <a:pt x="172" y="241"/>
                    <a:pt x="176" y="237"/>
                    <a:pt x="176" y="232"/>
                  </a:cubicBezTo>
                  <a:cubicBezTo>
                    <a:pt x="176" y="213"/>
                    <a:pt x="176" y="213"/>
                    <a:pt x="176" y="213"/>
                  </a:cubicBezTo>
                  <a:cubicBezTo>
                    <a:pt x="176" y="196"/>
                    <a:pt x="163" y="183"/>
                    <a:pt x="147" y="183"/>
                  </a:cubicBezTo>
                  <a:cubicBezTo>
                    <a:pt x="110" y="183"/>
                    <a:pt x="110" y="183"/>
                    <a:pt x="110" y="183"/>
                  </a:cubicBezTo>
                  <a:cubicBezTo>
                    <a:pt x="110" y="136"/>
                    <a:pt x="110" y="136"/>
                    <a:pt x="110" y="136"/>
                  </a:cubicBezTo>
                  <a:cubicBezTo>
                    <a:pt x="162" y="131"/>
                    <a:pt x="202" y="87"/>
                    <a:pt x="202" y="34"/>
                  </a:cubicBezTo>
                  <a:close/>
                  <a:moveTo>
                    <a:pt x="157" y="213"/>
                  </a:moveTo>
                  <a:cubicBezTo>
                    <a:pt x="157" y="222"/>
                    <a:pt x="157" y="222"/>
                    <a:pt x="157" y="222"/>
                  </a:cubicBezTo>
                  <a:cubicBezTo>
                    <a:pt x="45" y="222"/>
                    <a:pt x="45" y="222"/>
                    <a:pt x="45" y="222"/>
                  </a:cubicBezTo>
                  <a:cubicBezTo>
                    <a:pt x="45" y="212"/>
                    <a:pt x="45" y="212"/>
                    <a:pt x="45" y="212"/>
                  </a:cubicBezTo>
                  <a:cubicBezTo>
                    <a:pt x="45" y="206"/>
                    <a:pt x="49" y="202"/>
                    <a:pt x="55" y="202"/>
                  </a:cubicBezTo>
                  <a:cubicBezTo>
                    <a:pt x="147" y="202"/>
                    <a:pt x="147" y="202"/>
                    <a:pt x="147" y="202"/>
                  </a:cubicBezTo>
                  <a:cubicBezTo>
                    <a:pt x="153" y="202"/>
                    <a:pt x="157" y="207"/>
                    <a:pt x="157" y="213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5" name="Freeform 135"/>
            <p:cNvSpPr>
              <a:spLocks noEditPoints="1"/>
            </p:cNvSpPr>
            <p:nvPr/>
          </p:nvSpPr>
          <p:spPr bwMode="auto">
            <a:xfrm>
              <a:off x="7135813" y="1027113"/>
              <a:ext cx="123825" cy="282575"/>
            </a:xfrm>
            <a:custGeom>
              <a:avLst/>
              <a:gdLst>
                <a:gd name="T0" fmla="*/ 62 w 124"/>
                <a:gd name="T1" fmla="*/ 281 h 281"/>
                <a:gd name="T2" fmla="*/ 124 w 124"/>
                <a:gd name="T3" fmla="*/ 218 h 281"/>
                <a:gd name="T4" fmla="*/ 124 w 124"/>
                <a:gd name="T5" fmla="*/ 63 h 281"/>
                <a:gd name="T6" fmla="*/ 62 w 124"/>
                <a:gd name="T7" fmla="*/ 0 h 281"/>
                <a:gd name="T8" fmla="*/ 0 w 124"/>
                <a:gd name="T9" fmla="*/ 63 h 281"/>
                <a:gd name="T10" fmla="*/ 0 w 124"/>
                <a:gd name="T11" fmla="*/ 218 h 281"/>
                <a:gd name="T12" fmla="*/ 62 w 124"/>
                <a:gd name="T13" fmla="*/ 281 h 281"/>
                <a:gd name="T14" fmla="*/ 19 w 124"/>
                <a:gd name="T15" fmla="*/ 63 h 281"/>
                <a:gd name="T16" fmla="*/ 62 w 124"/>
                <a:gd name="T17" fmla="*/ 19 h 281"/>
                <a:gd name="T18" fmla="*/ 105 w 124"/>
                <a:gd name="T19" fmla="*/ 63 h 281"/>
                <a:gd name="T20" fmla="*/ 105 w 124"/>
                <a:gd name="T21" fmla="*/ 218 h 281"/>
                <a:gd name="T22" fmla="*/ 62 w 124"/>
                <a:gd name="T23" fmla="*/ 262 h 281"/>
                <a:gd name="T24" fmla="*/ 19 w 124"/>
                <a:gd name="T25" fmla="*/ 218 h 281"/>
                <a:gd name="T26" fmla="*/ 19 w 124"/>
                <a:gd name="T27" fmla="*/ 63 h 2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24" h="281">
                  <a:moveTo>
                    <a:pt x="62" y="281"/>
                  </a:moveTo>
                  <a:cubicBezTo>
                    <a:pt x="96" y="281"/>
                    <a:pt x="124" y="253"/>
                    <a:pt x="124" y="218"/>
                  </a:cubicBezTo>
                  <a:cubicBezTo>
                    <a:pt x="124" y="63"/>
                    <a:pt x="124" y="63"/>
                    <a:pt x="124" y="63"/>
                  </a:cubicBezTo>
                  <a:cubicBezTo>
                    <a:pt x="124" y="28"/>
                    <a:pt x="96" y="0"/>
                    <a:pt x="62" y="0"/>
                  </a:cubicBezTo>
                  <a:cubicBezTo>
                    <a:pt x="28" y="0"/>
                    <a:pt x="0" y="28"/>
                    <a:pt x="0" y="63"/>
                  </a:cubicBezTo>
                  <a:cubicBezTo>
                    <a:pt x="0" y="218"/>
                    <a:pt x="0" y="218"/>
                    <a:pt x="0" y="218"/>
                  </a:cubicBezTo>
                  <a:cubicBezTo>
                    <a:pt x="0" y="253"/>
                    <a:pt x="28" y="281"/>
                    <a:pt x="62" y="281"/>
                  </a:cubicBezTo>
                  <a:close/>
                  <a:moveTo>
                    <a:pt x="19" y="63"/>
                  </a:moveTo>
                  <a:cubicBezTo>
                    <a:pt x="19" y="39"/>
                    <a:pt x="38" y="19"/>
                    <a:pt x="62" y="19"/>
                  </a:cubicBezTo>
                  <a:cubicBezTo>
                    <a:pt x="86" y="19"/>
                    <a:pt x="105" y="39"/>
                    <a:pt x="105" y="63"/>
                  </a:cubicBezTo>
                  <a:cubicBezTo>
                    <a:pt x="105" y="218"/>
                    <a:pt x="105" y="218"/>
                    <a:pt x="105" y="218"/>
                  </a:cubicBezTo>
                  <a:cubicBezTo>
                    <a:pt x="105" y="243"/>
                    <a:pt x="86" y="262"/>
                    <a:pt x="62" y="262"/>
                  </a:cubicBezTo>
                  <a:cubicBezTo>
                    <a:pt x="38" y="262"/>
                    <a:pt x="19" y="243"/>
                    <a:pt x="19" y="218"/>
                  </a:cubicBezTo>
                  <a:lnTo>
                    <a:pt x="19" y="63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36" name="Freeform 136"/>
          <p:cNvSpPr>
            <a:spLocks noEditPoints="1"/>
          </p:cNvSpPr>
          <p:nvPr/>
        </p:nvSpPr>
        <p:spPr bwMode="auto">
          <a:xfrm>
            <a:off x="5304367" y="1369484"/>
            <a:ext cx="387351" cy="567267"/>
          </a:xfrm>
          <a:custGeom>
            <a:avLst/>
            <a:gdLst>
              <a:gd name="T0" fmla="*/ 263 w 291"/>
              <a:gd name="T1" fmla="*/ 0 h 425"/>
              <a:gd name="T2" fmla="*/ 28 w 291"/>
              <a:gd name="T3" fmla="*/ 0 h 425"/>
              <a:gd name="T4" fmla="*/ 0 w 291"/>
              <a:gd name="T5" fmla="*/ 28 h 425"/>
              <a:gd name="T6" fmla="*/ 0 w 291"/>
              <a:gd name="T7" fmla="*/ 253 h 425"/>
              <a:gd name="T8" fmla="*/ 28 w 291"/>
              <a:gd name="T9" fmla="*/ 281 h 425"/>
              <a:gd name="T10" fmla="*/ 92 w 291"/>
              <a:gd name="T11" fmla="*/ 281 h 425"/>
              <a:gd name="T12" fmla="*/ 93 w 291"/>
              <a:gd name="T13" fmla="*/ 281 h 425"/>
              <a:gd name="T14" fmla="*/ 117 w 291"/>
              <a:gd name="T15" fmla="*/ 298 h 425"/>
              <a:gd name="T16" fmla="*/ 107 w 291"/>
              <a:gd name="T17" fmla="*/ 354 h 425"/>
              <a:gd name="T18" fmla="*/ 107 w 291"/>
              <a:gd name="T19" fmla="*/ 355 h 425"/>
              <a:gd name="T20" fmla="*/ 107 w 291"/>
              <a:gd name="T21" fmla="*/ 355 h 425"/>
              <a:gd name="T22" fmla="*/ 106 w 291"/>
              <a:gd name="T23" fmla="*/ 356 h 425"/>
              <a:gd name="T24" fmla="*/ 106 w 291"/>
              <a:gd name="T25" fmla="*/ 358 h 425"/>
              <a:gd name="T26" fmla="*/ 102 w 291"/>
              <a:gd name="T27" fmla="*/ 375 h 425"/>
              <a:gd name="T28" fmla="*/ 145 w 291"/>
              <a:gd name="T29" fmla="*/ 425 h 425"/>
              <a:gd name="T30" fmla="*/ 189 w 291"/>
              <a:gd name="T31" fmla="*/ 375 h 425"/>
              <a:gd name="T32" fmla="*/ 186 w 291"/>
              <a:gd name="T33" fmla="*/ 358 h 425"/>
              <a:gd name="T34" fmla="*/ 185 w 291"/>
              <a:gd name="T35" fmla="*/ 356 h 425"/>
              <a:gd name="T36" fmla="*/ 184 w 291"/>
              <a:gd name="T37" fmla="*/ 355 h 425"/>
              <a:gd name="T38" fmla="*/ 184 w 291"/>
              <a:gd name="T39" fmla="*/ 355 h 425"/>
              <a:gd name="T40" fmla="*/ 183 w 291"/>
              <a:gd name="T41" fmla="*/ 352 h 425"/>
              <a:gd name="T42" fmla="*/ 174 w 291"/>
              <a:gd name="T43" fmla="*/ 298 h 425"/>
              <a:gd name="T44" fmla="*/ 203 w 291"/>
              <a:gd name="T45" fmla="*/ 281 h 425"/>
              <a:gd name="T46" fmla="*/ 263 w 291"/>
              <a:gd name="T47" fmla="*/ 281 h 425"/>
              <a:gd name="T48" fmla="*/ 291 w 291"/>
              <a:gd name="T49" fmla="*/ 253 h 425"/>
              <a:gd name="T50" fmla="*/ 291 w 291"/>
              <a:gd name="T51" fmla="*/ 28 h 425"/>
              <a:gd name="T52" fmla="*/ 263 w 291"/>
              <a:gd name="T53" fmla="*/ 0 h 425"/>
              <a:gd name="T54" fmla="*/ 19 w 291"/>
              <a:gd name="T55" fmla="*/ 164 h 425"/>
              <a:gd name="T56" fmla="*/ 272 w 291"/>
              <a:gd name="T57" fmla="*/ 164 h 425"/>
              <a:gd name="T58" fmla="*/ 272 w 291"/>
              <a:gd name="T59" fmla="*/ 210 h 425"/>
              <a:gd name="T60" fmla="*/ 19 w 291"/>
              <a:gd name="T61" fmla="*/ 210 h 425"/>
              <a:gd name="T62" fmla="*/ 19 w 291"/>
              <a:gd name="T63" fmla="*/ 164 h 425"/>
              <a:gd name="T64" fmla="*/ 28 w 291"/>
              <a:gd name="T65" fmla="*/ 19 h 425"/>
              <a:gd name="T66" fmla="*/ 263 w 291"/>
              <a:gd name="T67" fmla="*/ 19 h 425"/>
              <a:gd name="T68" fmla="*/ 272 w 291"/>
              <a:gd name="T69" fmla="*/ 28 h 425"/>
              <a:gd name="T70" fmla="*/ 272 w 291"/>
              <a:gd name="T71" fmla="*/ 145 h 425"/>
              <a:gd name="T72" fmla="*/ 19 w 291"/>
              <a:gd name="T73" fmla="*/ 145 h 425"/>
              <a:gd name="T74" fmla="*/ 19 w 291"/>
              <a:gd name="T75" fmla="*/ 28 h 425"/>
              <a:gd name="T76" fmla="*/ 28 w 291"/>
              <a:gd name="T77" fmla="*/ 19 h 425"/>
              <a:gd name="T78" fmla="*/ 263 w 291"/>
              <a:gd name="T79" fmla="*/ 262 h 425"/>
              <a:gd name="T80" fmla="*/ 203 w 291"/>
              <a:gd name="T81" fmla="*/ 262 h 425"/>
              <a:gd name="T82" fmla="*/ 156 w 291"/>
              <a:gd name="T83" fmla="*/ 298 h 425"/>
              <a:gd name="T84" fmla="*/ 166 w 291"/>
              <a:gd name="T85" fmla="*/ 361 h 425"/>
              <a:gd name="T86" fmla="*/ 167 w 291"/>
              <a:gd name="T87" fmla="*/ 363 h 425"/>
              <a:gd name="T88" fmla="*/ 168 w 291"/>
              <a:gd name="T89" fmla="*/ 363 h 425"/>
              <a:gd name="T90" fmla="*/ 168 w 291"/>
              <a:gd name="T91" fmla="*/ 364 h 425"/>
              <a:gd name="T92" fmla="*/ 170 w 291"/>
              <a:gd name="T93" fmla="*/ 375 h 425"/>
              <a:gd name="T94" fmla="*/ 145 w 291"/>
              <a:gd name="T95" fmla="*/ 406 h 425"/>
              <a:gd name="T96" fmla="*/ 121 w 291"/>
              <a:gd name="T97" fmla="*/ 375 h 425"/>
              <a:gd name="T98" fmla="*/ 123 w 291"/>
              <a:gd name="T99" fmla="*/ 364 h 425"/>
              <a:gd name="T100" fmla="*/ 124 w 291"/>
              <a:gd name="T101" fmla="*/ 363 h 425"/>
              <a:gd name="T102" fmla="*/ 124 w 291"/>
              <a:gd name="T103" fmla="*/ 361 h 425"/>
              <a:gd name="T104" fmla="*/ 136 w 291"/>
              <a:gd name="T105" fmla="*/ 298 h 425"/>
              <a:gd name="T106" fmla="*/ 93 w 291"/>
              <a:gd name="T107" fmla="*/ 262 h 425"/>
              <a:gd name="T108" fmla="*/ 28 w 291"/>
              <a:gd name="T109" fmla="*/ 262 h 425"/>
              <a:gd name="T110" fmla="*/ 19 w 291"/>
              <a:gd name="T111" fmla="*/ 253 h 425"/>
              <a:gd name="T112" fmla="*/ 19 w 291"/>
              <a:gd name="T113" fmla="*/ 229 h 425"/>
              <a:gd name="T114" fmla="*/ 272 w 291"/>
              <a:gd name="T115" fmla="*/ 229 h 425"/>
              <a:gd name="T116" fmla="*/ 272 w 291"/>
              <a:gd name="T117" fmla="*/ 253 h 425"/>
              <a:gd name="T118" fmla="*/ 263 w 291"/>
              <a:gd name="T119" fmla="*/ 262 h 4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291" h="425">
                <a:moveTo>
                  <a:pt x="263" y="0"/>
                </a:moveTo>
                <a:cubicBezTo>
                  <a:pt x="28" y="0"/>
                  <a:pt x="28" y="0"/>
                  <a:pt x="28" y="0"/>
                </a:cubicBezTo>
                <a:cubicBezTo>
                  <a:pt x="12" y="0"/>
                  <a:pt x="0" y="13"/>
                  <a:pt x="0" y="28"/>
                </a:cubicBezTo>
                <a:cubicBezTo>
                  <a:pt x="0" y="253"/>
                  <a:pt x="0" y="253"/>
                  <a:pt x="0" y="253"/>
                </a:cubicBezTo>
                <a:cubicBezTo>
                  <a:pt x="0" y="269"/>
                  <a:pt x="12" y="281"/>
                  <a:pt x="28" y="281"/>
                </a:cubicBezTo>
                <a:cubicBezTo>
                  <a:pt x="92" y="281"/>
                  <a:pt x="92" y="281"/>
                  <a:pt x="92" y="281"/>
                </a:cubicBezTo>
                <a:cubicBezTo>
                  <a:pt x="92" y="281"/>
                  <a:pt x="93" y="281"/>
                  <a:pt x="93" y="281"/>
                </a:cubicBezTo>
                <a:cubicBezTo>
                  <a:pt x="98" y="281"/>
                  <a:pt x="117" y="282"/>
                  <a:pt x="117" y="298"/>
                </a:cubicBezTo>
                <a:cubicBezTo>
                  <a:pt x="117" y="332"/>
                  <a:pt x="110" y="348"/>
                  <a:pt x="107" y="354"/>
                </a:cubicBezTo>
                <a:cubicBezTo>
                  <a:pt x="107" y="354"/>
                  <a:pt x="107" y="355"/>
                  <a:pt x="107" y="355"/>
                </a:cubicBezTo>
                <a:cubicBezTo>
                  <a:pt x="107" y="355"/>
                  <a:pt x="107" y="355"/>
                  <a:pt x="107" y="355"/>
                </a:cubicBezTo>
                <a:cubicBezTo>
                  <a:pt x="107" y="356"/>
                  <a:pt x="106" y="356"/>
                  <a:pt x="106" y="356"/>
                </a:cubicBezTo>
                <a:cubicBezTo>
                  <a:pt x="106" y="357"/>
                  <a:pt x="106" y="357"/>
                  <a:pt x="106" y="358"/>
                </a:cubicBezTo>
                <a:cubicBezTo>
                  <a:pt x="103" y="364"/>
                  <a:pt x="102" y="369"/>
                  <a:pt x="102" y="375"/>
                </a:cubicBezTo>
                <a:cubicBezTo>
                  <a:pt x="102" y="405"/>
                  <a:pt x="120" y="425"/>
                  <a:pt x="145" y="425"/>
                </a:cubicBezTo>
                <a:cubicBezTo>
                  <a:pt x="171" y="425"/>
                  <a:pt x="189" y="405"/>
                  <a:pt x="189" y="375"/>
                </a:cubicBezTo>
                <a:cubicBezTo>
                  <a:pt x="189" y="370"/>
                  <a:pt x="188" y="364"/>
                  <a:pt x="186" y="358"/>
                </a:cubicBezTo>
                <a:cubicBezTo>
                  <a:pt x="186" y="357"/>
                  <a:pt x="185" y="356"/>
                  <a:pt x="185" y="356"/>
                </a:cubicBezTo>
                <a:cubicBezTo>
                  <a:pt x="185" y="355"/>
                  <a:pt x="185" y="355"/>
                  <a:pt x="184" y="355"/>
                </a:cubicBezTo>
                <a:cubicBezTo>
                  <a:pt x="184" y="355"/>
                  <a:pt x="184" y="355"/>
                  <a:pt x="184" y="355"/>
                </a:cubicBezTo>
                <a:cubicBezTo>
                  <a:pt x="184" y="354"/>
                  <a:pt x="183" y="353"/>
                  <a:pt x="183" y="352"/>
                </a:cubicBezTo>
                <a:cubicBezTo>
                  <a:pt x="180" y="347"/>
                  <a:pt x="174" y="336"/>
                  <a:pt x="174" y="298"/>
                </a:cubicBezTo>
                <a:cubicBezTo>
                  <a:pt x="174" y="291"/>
                  <a:pt x="182" y="281"/>
                  <a:pt x="203" y="281"/>
                </a:cubicBezTo>
                <a:cubicBezTo>
                  <a:pt x="263" y="281"/>
                  <a:pt x="263" y="281"/>
                  <a:pt x="263" y="281"/>
                </a:cubicBezTo>
                <a:cubicBezTo>
                  <a:pt x="278" y="281"/>
                  <a:pt x="291" y="269"/>
                  <a:pt x="291" y="253"/>
                </a:cubicBezTo>
                <a:cubicBezTo>
                  <a:pt x="291" y="28"/>
                  <a:pt x="291" y="28"/>
                  <a:pt x="291" y="28"/>
                </a:cubicBezTo>
                <a:cubicBezTo>
                  <a:pt x="291" y="13"/>
                  <a:pt x="278" y="0"/>
                  <a:pt x="263" y="0"/>
                </a:cubicBezTo>
                <a:close/>
                <a:moveTo>
                  <a:pt x="19" y="164"/>
                </a:moveTo>
                <a:cubicBezTo>
                  <a:pt x="272" y="164"/>
                  <a:pt x="272" y="164"/>
                  <a:pt x="272" y="164"/>
                </a:cubicBezTo>
                <a:cubicBezTo>
                  <a:pt x="272" y="210"/>
                  <a:pt x="272" y="210"/>
                  <a:pt x="272" y="210"/>
                </a:cubicBezTo>
                <a:cubicBezTo>
                  <a:pt x="19" y="210"/>
                  <a:pt x="19" y="210"/>
                  <a:pt x="19" y="210"/>
                </a:cubicBezTo>
                <a:lnTo>
                  <a:pt x="19" y="164"/>
                </a:lnTo>
                <a:close/>
                <a:moveTo>
                  <a:pt x="28" y="19"/>
                </a:moveTo>
                <a:cubicBezTo>
                  <a:pt x="263" y="19"/>
                  <a:pt x="263" y="19"/>
                  <a:pt x="263" y="19"/>
                </a:cubicBezTo>
                <a:cubicBezTo>
                  <a:pt x="268" y="19"/>
                  <a:pt x="272" y="23"/>
                  <a:pt x="272" y="28"/>
                </a:cubicBezTo>
                <a:cubicBezTo>
                  <a:pt x="272" y="145"/>
                  <a:pt x="272" y="145"/>
                  <a:pt x="272" y="145"/>
                </a:cubicBezTo>
                <a:cubicBezTo>
                  <a:pt x="19" y="145"/>
                  <a:pt x="19" y="145"/>
                  <a:pt x="19" y="145"/>
                </a:cubicBezTo>
                <a:cubicBezTo>
                  <a:pt x="19" y="28"/>
                  <a:pt x="19" y="28"/>
                  <a:pt x="19" y="28"/>
                </a:cubicBezTo>
                <a:cubicBezTo>
                  <a:pt x="19" y="23"/>
                  <a:pt x="23" y="19"/>
                  <a:pt x="28" y="19"/>
                </a:cubicBezTo>
                <a:close/>
                <a:moveTo>
                  <a:pt x="263" y="262"/>
                </a:moveTo>
                <a:cubicBezTo>
                  <a:pt x="203" y="262"/>
                  <a:pt x="203" y="262"/>
                  <a:pt x="203" y="262"/>
                </a:cubicBezTo>
                <a:cubicBezTo>
                  <a:pt x="168" y="262"/>
                  <a:pt x="156" y="284"/>
                  <a:pt x="156" y="298"/>
                </a:cubicBezTo>
                <a:cubicBezTo>
                  <a:pt x="156" y="341"/>
                  <a:pt x="163" y="354"/>
                  <a:pt x="166" y="361"/>
                </a:cubicBezTo>
                <a:cubicBezTo>
                  <a:pt x="167" y="362"/>
                  <a:pt x="167" y="362"/>
                  <a:pt x="167" y="363"/>
                </a:cubicBezTo>
                <a:cubicBezTo>
                  <a:pt x="168" y="363"/>
                  <a:pt x="168" y="363"/>
                  <a:pt x="168" y="363"/>
                </a:cubicBezTo>
                <a:cubicBezTo>
                  <a:pt x="168" y="363"/>
                  <a:pt x="168" y="364"/>
                  <a:pt x="168" y="364"/>
                </a:cubicBezTo>
                <a:cubicBezTo>
                  <a:pt x="169" y="368"/>
                  <a:pt x="170" y="371"/>
                  <a:pt x="170" y="375"/>
                </a:cubicBezTo>
                <a:cubicBezTo>
                  <a:pt x="170" y="390"/>
                  <a:pt x="164" y="406"/>
                  <a:pt x="145" y="406"/>
                </a:cubicBezTo>
                <a:cubicBezTo>
                  <a:pt x="123" y="406"/>
                  <a:pt x="121" y="383"/>
                  <a:pt x="121" y="375"/>
                </a:cubicBezTo>
                <a:cubicBezTo>
                  <a:pt x="121" y="371"/>
                  <a:pt x="122" y="368"/>
                  <a:pt x="123" y="364"/>
                </a:cubicBezTo>
                <a:cubicBezTo>
                  <a:pt x="123" y="364"/>
                  <a:pt x="124" y="363"/>
                  <a:pt x="124" y="363"/>
                </a:cubicBezTo>
                <a:cubicBezTo>
                  <a:pt x="124" y="361"/>
                  <a:pt x="124" y="361"/>
                  <a:pt x="124" y="361"/>
                </a:cubicBezTo>
                <a:cubicBezTo>
                  <a:pt x="128" y="354"/>
                  <a:pt x="136" y="336"/>
                  <a:pt x="136" y="298"/>
                </a:cubicBezTo>
                <a:cubicBezTo>
                  <a:pt x="136" y="273"/>
                  <a:pt x="114" y="262"/>
                  <a:pt x="93" y="262"/>
                </a:cubicBezTo>
                <a:cubicBezTo>
                  <a:pt x="28" y="262"/>
                  <a:pt x="28" y="262"/>
                  <a:pt x="28" y="262"/>
                </a:cubicBezTo>
                <a:cubicBezTo>
                  <a:pt x="23" y="262"/>
                  <a:pt x="19" y="258"/>
                  <a:pt x="19" y="253"/>
                </a:cubicBezTo>
                <a:cubicBezTo>
                  <a:pt x="19" y="229"/>
                  <a:pt x="19" y="229"/>
                  <a:pt x="19" y="229"/>
                </a:cubicBezTo>
                <a:cubicBezTo>
                  <a:pt x="272" y="229"/>
                  <a:pt x="272" y="229"/>
                  <a:pt x="272" y="229"/>
                </a:cubicBezTo>
                <a:cubicBezTo>
                  <a:pt x="272" y="253"/>
                  <a:pt x="272" y="253"/>
                  <a:pt x="272" y="253"/>
                </a:cubicBezTo>
                <a:cubicBezTo>
                  <a:pt x="272" y="258"/>
                  <a:pt x="268" y="262"/>
                  <a:pt x="263" y="262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80" name="Group 179"/>
          <p:cNvGrpSpPr/>
          <p:nvPr/>
        </p:nvGrpSpPr>
        <p:grpSpPr>
          <a:xfrm>
            <a:off x="6210301" y="1369484"/>
            <a:ext cx="571500" cy="567267"/>
            <a:chOff x="4657725" y="1027113"/>
            <a:chExt cx="428625" cy="425450"/>
          </a:xfrm>
          <a:solidFill>
            <a:schemeClr val="accent1"/>
          </a:solidFill>
        </p:grpSpPr>
        <p:sp>
          <p:nvSpPr>
            <p:cNvPr id="137" name="Freeform 137"/>
            <p:cNvSpPr>
              <a:spLocks noEditPoints="1"/>
            </p:cNvSpPr>
            <p:nvPr/>
          </p:nvSpPr>
          <p:spPr bwMode="auto">
            <a:xfrm>
              <a:off x="4697413" y="1068388"/>
              <a:ext cx="201613" cy="201613"/>
            </a:xfrm>
            <a:custGeom>
              <a:avLst/>
              <a:gdLst>
                <a:gd name="T0" fmla="*/ 101 w 202"/>
                <a:gd name="T1" fmla="*/ 0 h 202"/>
                <a:gd name="T2" fmla="*/ 0 w 202"/>
                <a:gd name="T3" fmla="*/ 101 h 202"/>
                <a:gd name="T4" fmla="*/ 101 w 202"/>
                <a:gd name="T5" fmla="*/ 202 h 202"/>
                <a:gd name="T6" fmla="*/ 202 w 202"/>
                <a:gd name="T7" fmla="*/ 101 h 202"/>
                <a:gd name="T8" fmla="*/ 101 w 202"/>
                <a:gd name="T9" fmla="*/ 0 h 202"/>
                <a:gd name="T10" fmla="*/ 101 w 202"/>
                <a:gd name="T11" fmla="*/ 183 h 202"/>
                <a:gd name="T12" fmla="*/ 19 w 202"/>
                <a:gd name="T13" fmla="*/ 101 h 202"/>
                <a:gd name="T14" fmla="*/ 101 w 202"/>
                <a:gd name="T15" fmla="*/ 18 h 202"/>
                <a:gd name="T16" fmla="*/ 183 w 202"/>
                <a:gd name="T17" fmla="*/ 101 h 202"/>
                <a:gd name="T18" fmla="*/ 101 w 202"/>
                <a:gd name="T19" fmla="*/ 183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02" h="202">
                  <a:moveTo>
                    <a:pt x="101" y="0"/>
                  </a:moveTo>
                  <a:cubicBezTo>
                    <a:pt x="45" y="0"/>
                    <a:pt x="0" y="45"/>
                    <a:pt x="0" y="101"/>
                  </a:cubicBezTo>
                  <a:cubicBezTo>
                    <a:pt x="0" y="156"/>
                    <a:pt x="45" y="202"/>
                    <a:pt x="101" y="202"/>
                  </a:cubicBezTo>
                  <a:cubicBezTo>
                    <a:pt x="157" y="202"/>
                    <a:pt x="202" y="156"/>
                    <a:pt x="202" y="101"/>
                  </a:cubicBezTo>
                  <a:cubicBezTo>
                    <a:pt x="202" y="45"/>
                    <a:pt x="157" y="0"/>
                    <a:pt x="101" y="0"/>
                  </a:cubicBezTo>
                  <a:close/>
                  <a:moveTo>
                    <a:pt x="101" y="183"/>
                  </a:moveTo>
                  <a:cubicBezTo>
                    <a:pt x="56" y="183"/>
                    <a:pt x="19" y="146"/>
                    <a:pt x="19" y="101"/>
                  </a:cubicBezTo>
                  <a:cubicBezTo>
                    <a:pt x="19" y="55"/>
                    <a:pt x="56" y="18"/>
                    <a:pt x="101" y="18"/>
                  </a:cubicBezTo>
                  <a:cubicBezTo>
                    <a:pt x="147" y="18"/>
                    <a:pt x="183" y="55"/>
                    <a:pt x="183" y="101"/>
                  </a:cubicBezTo>
                  <a:cubicBezTo>
                    <a:pt x="183" y="146"/>
                    <a:pt x="147" y="183"/>
                    <a:pt x="101" y="183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8" name="Freeform 138"/>
            <p:cNvSpPr>
              <a:spLocks noEditPoints="1"/>
            </p:cNvSpPr>
            <p:nvPr/>
          </p:nvSpPr>
          <p:spPr bwMode="auto">
            <a:xfrm>
              <a:off x="4657725" y="1027113"/>
              <a:ext cx="428625" cy="425450"/>
            </a:xfrm>
            <a:custGeom>
              <a:avLst/>
              <a:gdLst>
                <a:gd name="T0" fmla="*/ 416 w 427"/>
                <a:gd name="T1" fmla="*/ 376 h 425"/>
                <a:gd name="T2" fmla="*/ 305 w 427"/>
                <a:gd name="T3" fmla="*/ 264 h 425"/>
                <a:gd name="T4" fmla="*/ 284 w 427"/>
                <a:gd name="T5" fmla="*/ 256 h 425"/>
                <a:gd name="T6" fmla="*/ 272 w 427"/>
                <a:gd name="T7" fmla="*/ 259 h 425"/>
                <a:gd name="T8" fmla="*/ 246 w 427"/>
                <a:gd name="T9" fmla="*/ 233 h 425"/>
                <a:gd name="T10" fmla="*/ 281 w 427"/>
                <a:gd name="T11" fmla="*/ 141 h 425"/>
                <a:gd name="T12" fmla="*/ 140 w 427"/>
                <a:gd name="T13" fmla="*/ 0 h 425"/>
                <a:gd name="T14" fmla="*/ 0 w 427"/>
                <a:gd name="T15" fmla="*/ 141 h 425"/>
                <a:gd name="T16" fmla="*/ 140 w 427"/>
                <a:gd name="T17" fmla="*/ 281 h 425"/>
                <a:gd name="T18" fmla="*/ 232 w 427"/>
                <a:gd name="T19" fmla="*/ 246 h 425"/>
                <a:gd name="T20" fmla="*/ 258 w 427"/>
                <a:gd name="T21" fmla="*/ 272 h 425"/>
                <a:gd name="T22" fmla="*/ 255 w 427"/>
                <a:gd name="T23" fmla="*/ 285 h 425"/>
                <a:gd name="T24" fmla="*/ 264 w 427"/>
                <a:gd name="T25" fmla="*/ 305 h 425"/>
                <a:gd name="T26" fmla="*/ 375 w 427"/>
                <a:gd name="T27" fmla="*/ 417 h 425"/>
                <a:gd name="T28" fmla="*/ 396 w 427"/>
                <a:gd name="T29" fmla="*/ 425 h 425"/>
                <a:gd name="T30" fmla="*/ 416 w 427"/>
                <a:gd name="T31" fmla="*/ 417 h 425"/>
                <a:gd name="T32" fmla="*/ 416 w 427"/>
                <a:gd name="T33" fmla="*/ 376 h 425"/>
                <a:gd name="T34" fmla="*/ 140 w 427"/>
                <a:gd name="T35" fmla="*/ 262 h 425"/>
                <a:gd name="T36" fmla="*/ 18 w 427"/>
                <a:gd name="T37" fmla="*/ 141 h 425"/>
                <a:gd name="T38" fmla="*/ 140 w 427"/>
                <a:gd name="T39" fmla="*/ 19 h 425"/>
                <a:gd name="T40" fmla="*/ 262 w 427"/>
                <a:gd name="T41" fmla="*/ 141 h 425"/>
                <a:gd name="T42" fmla="*/ 140 w 427"/>
                <a:gd name="T43" fmla="*/ 262 h 425"/>
                <a:gd name="T44" fmla="*/ 403 w 427"/>
                <a:gd name="T45" fmla="*/ 403 h 425"/>
                <a:gd name="T46" fmla="*/ 388 w 427"/>
                <a:gd name="T47" fmla="*/ 403 h 425"/>
                <a:gd name="T48" fmla="*/ 277 w 427"/>
                <a:gd name="T49" fmla="*/ 292 h 425"/>
                <a:gd name="T50" fmla="*/ 274 w 427"/>
                <a:gd name="T51" fmla="*/ 285 h 425"/>
                <a:gd name="T52" fmla="*/ 277 w 427"/>
                <a:gd name="T53" fmla="*/ 278 h 425"/>
                <a:gd name="T54" fmla="*/ 284 w 427"/>
                <a:gd name="T55" fmla="*/ 275 h 425"/>
                <a:gd name="T56" fmla="*/ 292 w 427"/>
                <a:gd name="T57" fmla="*/ 278 h 425"/>
                <a:gd name="T58" fmla="*/ 403 w 427"/>
                <a:gd name="T59" fmla="*/ 389 h 425"/>
                <a:gd name="T60" fmla="*/ 403 w 427"/>
                <a:gd name="T61" fmla="*/ 403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427" h="425">
                  <a:moveTo>
                    <a:pt x="416" y="376"/>
                  </a:moveTo>
                  <a:cubicBezTo>
                    <a:pt x="305" y="264"/>
                    <a:pt x="305" y="264"/>
                    <a:pt x="305" y="264"/>
                  </a:cubicBezTo>
                  <a:cubicBezTo>
                    <a:pt x="299" y="259"/>
                    <a:pt x="292" y="256"/>
                    <a:pt x="284" y="256"/>
                  </a:cubicBezTo>
                  <a:cubicBezTo>
                    <a:pt x="280" y="256"/>
                    <a:pt x="276" y="257"/>
                    <a:pt x="272" y="259"/>
                  </a:cubicBezTo>
                  <a:cubicBezTo>
                    <a:pt x="246" y="233"/>
                    <a:pt x="246" y="233"/>
                    <a:pt x="246" y="233"/>
                  </a:cubicBezTo>
                  <a:cubicBezTo>
                    <a:pt x="267" y="208"/>
                    <a:pt x="281" y="176"/>
                    <a:pt x="281" y="141"/>
                  </a:cubicBezTo>
                  <a:cubicBezTo>
                    <a:pt x="281" y="63"/>
                    <a:pt x="218" y="0"/>
                    <a:pt x="140" y="0"/>
                  </a:cubicBezTo>
                  <a:cubicBezTo>
                    <a:pt x="63" y="0"/>
                    <a:pt x="0" y="63"/>
                    <a:pt x="0" y="141"/>
                  </a:cubicBezTo>
                  <a:cubicBezTo>
                    <a:pt x="0" y="218"/>
                    <a:pt x="63" y="281"/>
                    <a:pt x="140" y="281"/>
                  </a:cubicBezTo>
                  <a:cubicBezTo>
                    <a:pt x="175" y="281"/>
                    <a:pt x="208" y="268"/>
                    <a:pt x="232" y="246"/>
                  </a:cubicBezTo>
                  <a:cubicBezTo>
                    <a:pt x="258" y="272"/>
                    <a:pt x="258" y="272"/>
                    <a:pt x="258" y="272"/>
                  </a:cubicBezTo>
                  <a:cubicBezTo>
                    <a:pt x="256" y="276"/>
                    <a:pt x="255" y="280"/>
                    <a:pt x="255" y="285"/>
                  </a:cubicBezTo>
                  <a:cubicBezTo>
                    <a:pt x="255" y="293"/>
                    <a:pt x="258" y="300"/>
                    <a:pt x="264" y="305"/>
                  </a:cubicBezTo>
                  <a:cubicBezTo>
                    <a:pt x="375" y="417"/>
                    <a:pt x="375" y="417"/>
                    <a:pt x="375" y="417"/>
                  </a:cubicBezTo>
                  <a:cubicBezTo>
                    <a:pt x="381" y="422"/>
                    <a:pt x="388" y="425"/>
                    <a:pt x="396" y="425"/>
                  </a:cubicBezTo>
                  <a:cubicBezTo>
                    <a:pt x="403" y="425"/>
                    <a:pt x="411" y="422"/>
                    <a:pt x="416" y="417"/>
                  </a:cubicBezTo>
                  <a:cubicBezTo>
                    <a:pt x="427" y="405"/>
                    <a:pt x="427" y="387"/>
                    <a:pt x="416" y="376"/>
                  </a:cubicBezTo>
                  <a:close/>
                  <a:moveTo>
                    <a:pt x="140" y="262"/>
                  </a:moveTo>
                  <a:cubicBezTo>
                    <a:pt x="73" y="262"/>
                    <a:pt x="18" y="208"/>
                    <a:pt x="18" y="141"/>
                  </a:cubicBezTo>
                  <a:cubicBezTo>
                    <a:pt x="18" y="74"/>
                    <a:pt x="73" y="19"/>
                    <a:pt x="140" y="19"/>
                  </a:cubicBezTo>
                  <a:cubicBezTo>
                    <a:pt x="207" y="19"/>
                    <a:pt x="262" y="74"/>
                    <a:pt x="262" y="141"/>
                  </a:cubicBezTo>
                  <a:cubicBezTo>
                    <a:pt x="262" y="208"/>
                    <a:pt x="207" y="262"/>
                    <a:pt x="140" y="262"/>
                  </a:cubicBezTo>
                  <a:close/>
                  <a:moveTo>
                    <a:pt x="403" y="403"/>
                  </a:moveTo>
                  <a:cubicBezTo>
                    <a:pt x="399" y="407"/>
                    <a:pt x="392" y="407"/>
                    <a:pt x="388" y="403"/>
                  </a:cubicBezTo>
                  <a:cubicBezTo>
                    <a:pt x="277" y="292"/>
                    <a:pt x="277" y="292"/>
                    <a:pt x="277" y="292"/>
                  </a:cubicBezTo>
                  <a:cubicBezTo>
                    <a:pt x="275" y="290"/>
                    <a:pt x="274" y="288"/>
                    <a:pt x="274" y="285"/>
                  </a:cubicBezTo>
                  <a:cubicBezTo>
                    <a:pt x="274" y="282"/>
                    <a:pt x="275" y="280"/>
                    <a:pt x="277" y="278"/>
                  </a:cubicBezTo>
                  <a:cubicBezTo>
                    <a:pt x="279" y="276"/>
                    <a:pt x="282" y="275"/>
                    <a:pt x="284" y="275"/>
                  </a:cubicBezTo>
                  <a:cubicBezTo>
                    <a:pt x="287" y="275"/>
                    <a:pt x="290" y="276"/>
                    <a:pt x="292" y="278"/>
                  </a:cubicBezTo>
                  <a:cubicBezTo>
                    <a:pt x="403" y="389"/>
                    <a:pt x="403" y="389"/>
                    <a:pt x="403" y="389"/>
                  </a:cubicBezTo>
                  <a:cubicBezTo>
                    <a:pt x="407" y="393"/>
                    <a:pt x="407" y="399"/>
                    <a:pt x="403" y="403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39" name="Freeform 139"/>
          <p:cNvSpPr>
            <a:spLocks noEditPoints="1"/>
          </p:cNvSpPr>
          <p:nvPr/>
        </p:nvSpPr>
        <p:spPr bwMode="auto">
          <a:xfrm>
            <a:off x="793751" y="1369484"/>
            <a:ext cx="567267" cy="567267"/>
          </a:xfrm>
          <a:custGeom>
            <a:avLst/>
            <a:gdLst>
              <a:gd name="T0" fmla="*/ 425 w 426"/>
              <a:gd name="T1" fmla="*/ 420 h 425"/>
              <a:gd name="T2" fmla="*/ 426 w 426"/>
              <a:gd name="T3" fmla="*/ 419 h 425"/>
              <a:gd name="T4" fmla="*/ 426 w 426"/>
              <a:gd name="T5" fmla="*/ 417 h 425"/>
              <a:gd name="T6" fmla="*/ 426 w 426"/>
              <a:gd name="T7" fmla="*/ 415 h 425"/>
              <a:gd name="T8" fmla="*/ 426 w 426"/>
              <a:gd name="T9" fmla="*/ 414 h 425"/>
              <a:gd name="T10" fmla="*/ 426 w 426"/>
              <a:gd name="T11" fmla="*/ 413 h 425"/>
              <a:gd name="T12" fmla="*/ 382 w 426"/>
              <a:gd name="T13" fmla="*/ 282 h 425"/>
              <a:gd name="T14" fmla="*/ 157 w 426"/>
              <a:gd name="T15" fmla="*/ 56 h 425"/>
              <a:gd name="T16" fmla="*/ 92 w 426"/>
              <a:gd name="T17" fmla="*/ 0 h 425"/>
              <a:gd name="T18" fmla="*/ 7 w 426"/>
              <a:gd name="T19" fmla="*/ 76 h 425"/>
              <a:gd name="T20" fmla="*/ 7 w 426"/>
              <a:gd name="T21" fmla="*/ 109 h 425"/>
              <a:gd name="T22" fmla="*/ 55 w 426"/>
              <a:gd name="T23" fmla="*/ 158 h 425"/>
              <a:gd name="T24" fmla="*/ 283 w 426"/>
              <a:gd name="T25" fmla="*/ 385 h 425"/>
              <a:gd name="T26" fmla="*/ 9 w 426"/>
              <a:gd name="T27" fmla="*/ 406 h 425"/>
              <a:gd name="T28" fmla="*/ 9 w 426"/>
              <a:gd name="T29" fmla="*/ 425 h 425"/>
              <a:gd name="T30" fmla="*/ 417 w 426"/>
              <a:gd name="T31" fmla="*/ 425 h 425"/>
              <a:gd name="T32" fmla="*/ 421 w 426"/>
              <a:gd name="T33" fmla="*/ 424 h 425"/>
              <a:gd name="T34" fmla="*/ 422 w 426"/>
              <a:gd name="T35" fmla="*/ 423 h 425"/>
              <a:gd name="T36" fmla="*/ 424 w 426"/>
              <a:gd name="T37" fmla="*/ 422 h 425"/>
              <a:gd name="T38" fmla="*/ 425 w 426"/>
              <a:gd name="T39" fmla="*/ 421 h 425"/>
              <a:gd name="T40" fmla="*/ 299 w 426"/>
              <a:gd name="T41" fmla="*/ 371 h 425"/>
              <a:gd name="T42" fmla="*/ 338 w 426"/>
              <a:gd name="T43" fmla="*/ 346 h 425"/>
              <a:gd name="T44" fmla="*/ 348 w 426"/>
              <a:gd name="T45" fmla="*/ 304 h 425"/>
              <a:gd name="T46" fmla="*/ 403 w 426"/>
              <a:gd name="T47" fmla="*/ 401 h 425"/>
              <a:gd name="T48" fmla="*/ 357 w 426"/>
              <a:gd name="T49" fmla="*/ 283 h 425"/>
              <a:gd name="T50" fmla="*/ 141 w 426"/>
              <a:gd name="T51" fmla="*/ 86 h 425"/>
              <a:gd name="T52" fmla="*/ 127 w 426"/>
              <a:gd name="T53" fmla="*/ 99 h 425"/>
              <a:gd name="T54" fmla="*/ 329 w 426"/>
              <a:gd name="T55" fmla="*/ 328 h 425"/>
              <a:gd name="T56" fmla="*/ 99 w 426"/>
              <a:gd name="T57" fmla="*/ 127 h 425"/>
              <a:gd name="T58" fmla="*/ 19 w 426"/>
              <a:gd name="T59" fmla="*/ 92 h 425"/>
              <a:gd name="T60" fmla="*/ 89 w 426"/>
              <a:gd name="T61" fmla="*/ 20 h 425"/>
              <a:gd name="T62" fmla="*/ 95 w 426"/>
              <a:gd name="T63" fmla="*/ 20 h 425"/>
              <a:gd name="T64" fmla="*/ 62 w 426"/>
              <a:gd name="T65" fmla="*/ 138 h 425"/>
              <a:gd name="T66" fmla="*/ 19 w 426"/>
              <a:gd name="T67" fmla="*/ 92 h 425"/>
              <a:gd name="T68" fmla="*/ 289 w 426"/>
              <a:gd name="T69" fmla="*/ 340 h 425"/>
              <a:gd name="T70" fmla="*/ 75 w 426"/>
              <a:gd name="T71" fmla="*/ 151 h 4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426" h="425">
                <a:moveTo>
                  <a:pt x="425" y="421"/>
                </a:moveTo>
                <a:cubicBezTo>
                  <a:pt x="425" y="421"/>
                  <a:pt x="425" y="421"/>
                  <a:pt x="425" y="420"/>
                </a:cubicBezTo>
                <a:cubicBezTo>
                  <a:pt x="425" y="420"/>
                  <a:pt x="425" y="420"/>
                  <a:pt x="426" y="419"/>
                </a:cubicBezTo>
                <a:cubicBezTo>
                  <a:pt x="426" y="419"/>
                  <a:pt x="426" y="419"/>
                  <a:pt x="426" y="419"/>
                </a:cubicBezTo>
                <a:cubicBezTo>
                  <a:pt x="426" y="418"/>
                  <a:pt x="426" y="418"/>
                  <a:pt x="426" y="417"/>
                </a:cubicBezTo>
                <a:cubicBezTo>
                  <a:pt x="426" y="417"/>
                  <a:pt x="426" y="417"/>
                  <a:pt x="426" y="417"/>
                </a:cubicBezTo>
                <a:cubicBezTo>
                  <a:pt x="426" y="417"/>
                  <a:pt x="426" y="416"/>
                  <a:pt x="426" y="416"/>
                </a:cubicBezTo>
                <a:cubicBezTo>
                  <a:pt x="426" y="416"/>
                  <a:pt x="426" y="416"/>
                  <a:pt x="426" y="415"/>
                </a:cubicBezTo>
                <a:cubicBezTo>
                  <a:pt x="426" y="415"/>
                  <a:pt x="426" y="415"/>
                  <a:pt x="426" y="415"/>
                </a:cubicBezTo>
                <a:cubicBezTo>
                  <a:pt x="426" y="415"/>
                  <a:pt x="426" y="414"/>
                  <a:pt x="426" y="414"/>
                </a:cubicBezTo>
                <a:cubicBezTo>
                  <a:pt x="426" y="414"/>
                  <a:pt x="426" y="413"/>
                  <a:pt x="426" y="413"/>
                </a:cubicBezTo>
                <a:cubicBezTo>
                  <a:pt x="426" y="413"/>
                  <a:pt x="426" y="413"/>
                  <a:pt x="426" y="413"/>
                </a:cubicBezTo>
                <a:cubicBezTo>
                  <a:pt x="385" y="285"/>
                  <a:pt x="385" y="285"/>
                  <a:pt x="385" y="285"/>
                </a:cubicBezTo>
                <a:cubicBezTo>
                  <a:pt x="384" y="284"/>
                  <a:pt x="383" y="283"/>
                  <a:pt x="382" y="282"/>
                </a:cubicBezTo>
                <a:cubicBezTo>
                  <a:pt x="159" y="58"/>
                  <a:pt x="159" y="58"/>
                  <a:pt x="159" y="58"/>
                </a:cubicBezTo>
                <a:cubicBezTo>
                  <a:pt x="158" y="57"/>
                  <a:pt x="158" y="57"/>
                  <a:pt x="157" y="56"/>
                </a:cubicBezTo>
                <a:cubicBezTo>
                  <a:pt x="108" y="7"/>
                  <a:pt x="108" y="7"/>
                  <a:pt x="108" y="7"/>
                </a:cubicBezTo>
                <a:cubicBezTo>
                  <a:pt x="104" y="3"/>
                  <a:pt x="98" y="0"/>
                  <a:pt x="92" y="0"/>
                </a:cubicBezTo>
                <a:cubicBezTo>
                  <a:pt x="86" y="0"/>
                  <a:pt x="80" y="3"/>
                  <a:pt x="75" y="7"/>
                </a:cubicBezTo>
                <a:cubicBezTo>
                  <a:pt x="7" y="76"/>
                  <a:pt x="7" y="76"/>
                  <a:pt x="7" y="76"/>
                </a:cubicBezTo>
                <a:cubicBezTo>
                  <a:pt x="2" y="80"/>
                  <a:pt x="0" y="86"/>
                  <a:pt x="0" y="92"/>
                </a:cubicBezTo>
                <a:cubicBezTo>
                  <a:pt x="0" y="98"/>
                  <a:pt x="2" y="104"/>
                  <a:pt x="7" y="109"/>
                </a:cubicBezTo>
                <a:cubicBezTo>
                  <a:pt x="54" y="156"/>
                  <a:pt x="54" y="156"/>
                  <a:pt x="54" y="156"/>
                </a:cubicBezTo>
                <a:cubicBezTo>
                  <a:pt x="55" y="157"/>
                  <a:pt x="55" y="157"/>
                  <a:pt x="55" y="158"/>
                </a:cubicBezTo>
                <a:cubicBezTo>
                  <a:pt x="279" y="383"/>
                  <a:pt x="279" y="383"/>
                  <a:pt x="279" y="383"/>
                </a:cubicBezTo>
                <a:cubicBezTo>
                  <a:pt x="280" y="384"/>
                  <a:pt x="282" y="385"/>
                  <a:pt x="283" y="385"/>
                </a:cubicBezTo>
                <a:cubicBezTo>
                  <a:pt x="353" y="406"/>
                  <a:pt x="353" y="406"/>
                  <a:pt x="353" y="406"/>
                </a:cubicBezTo>
                <a:cubicBezTo>
                  <a:pt x="9" y="406"/>
                  <a:pt x="9" y="406"/>
                  <a:pt x="9" y="406"/>
                </a:cubicBezTo>
                <a:cubicBezTo>
                  <a:pt x="4" y="406"/>
                  <a:pt x="0" y="410"/>
                  <a:pt x="0" y="415"/>
                </a:cubicBezTo>
                <a:cubicBezTo>
                  <a:pt x="0" y="421"/>
                  <a:pt x="4" y="425"/>
                  <a:pt x="9" y="425"/>
                </a:cubicBezTo>
                <a:cubicBezTo>
                  <a:pt x="417" y="425"/>
                  <a:pt x="417" y="425"/>
                  <a:pt x="417" y="425"/>
                </a:cubicBezTo>
                <a:cubicBezTo>
                  <a:pt x="417" y="425"/>
                  <a:pt x="417" y="425"/>
                  <a:pt x="417" y="425"/>
                </a:cubicBezTo>
                <a:cubicBezTo>
                  <a:pt x="418" y="425"/>
                  <a:pt x="418" y="425"/>
                  <a:pt x="419" y="425"/>
                </a:cubicBezTo>
                <a:cubicBezTo>
                  <a:pt x="419" y="425"/>
                  <a:pt x="420" y="424"/>
                  <a:pt x="421" y="424"/>
                </a:cubicBezTo>
                <a:cubicBezTo>
                  <a:pt x="421" y="424"/>
                  <a:pt x="421" y="424"/>
                  <a:pt x="421" y="424"/>
                </a:cubicBezTo>
                <a:cubicBezTo>
                  <a:pt x="421" y="424"/>
                  <a:pt x="422" y="424"/>
                  <a:pt x="422" y="423"/>
                </a:cubicBezTo>
                <a:cubicBezTo>
                  <a:pt x="422" y="423"/>
                  <a:pt x="422" y="423"/>
                  <a:pt x="422" y="423"/>
                </a:cubicBezTo>
                <a:cubicBezTo>
                  <a:pt x="423" y="423"/>
                  <a:pt x="423" y="422"/>
                  <a:pt x="424" y="422"/>
                </a:cubicBezTo>
                <a:cubicBezTo>
                  <a:pt x="424" y="422"/>
                  <a:pt x="424" y="422"/>
                  <a:pt x="424" y="422"/>
                </a:cubicBezTo>
                <a:cubicBezTo>
                  <a:pt x="424" y="422"/>
                  <a:pt x="424" y="421"/>
                  <a:pt x="425" y="421"/>
                </a:cubicBezTo>
                <a:close/>
                <a:moveTo>
                  <a:pt x="403" y="401"/>
                </a:moveTo>
                <a:cubicBezTo>
                  <a:pt x="299" y="371"/>
                  <a:pt x="299" y="371"/>
                  <a:pt x="299" y="371"/>
                </a:cubicBezTo>
                <a:cubicBezTo>
                  <a:pt x="306" y="346"/>
                  <a:pt x="306" y="346"/>
                  <a:pt x="306" y="346"/>
                </a:cubicBezTo>
                <a:cubicBezTo>
                  <a:pt x="338" y="346"/>
                  <a:pt x="338" y="346"/>
                  <a:pt x="338" y="346"/>
                </a:cubicBezTo>
                <a:cubicBezTo>
                  <a:pt x="344" y="346"/>
                  <a:pt x="348" y="342"/>
                  <a:pt x="348" y="337"/>
                </a:cubicBezTo>
                <a:cubicBezTo>
                  <a:pt x="348" y="304"/>
                  <a:pt x="348" y="304"/>
                  <a:pt x="348" y="304"/>
                </a:cubicBezTo>
                <a:cubicBezTo>
                  <a:pt x="369" y="299"/>
                  <a:pt x="369" y="299"/>
                  <a:pt x="369" y="299"/>
                </a:cubicBezTo>
                <a:lnTo>
                  <a:pt x="403" y="401"/>
                </a:lnTo>
                <a:close/>
                <a:moveTo>
                  <a:pt x="150" y="76"/>
                </a:moveTo>
                <a:cubicBezTo>
                  <a:pt x="357" y="283"/>
                  <a:pt x="357" y="283"/>
                  <a:pt x="357" y="283"/>
                </a:cubicBezTo>
                <a:cubicBezTo>
                  <a:pt x="341" y="287"/>
                  <a:pt x="341" y="287"/>
                  <a:pt x="341" y="287"/>
                </a:cubicBezTo>
                <a:cubicBezTo>
                  <a:pt x="141" y="86"/>
                  <a:pt x="141" y="86"/>
                  <a:pt x="141" y="86"/>
                </a:cubicBezTo>
                <a:lnTo>
                  <a:pt x="150" y="76"/>
                </a:lnTo>
                <a:close/>
                <a:moveTo>
                  <a:pt x="127" y="99"/>
                </a:moveTo>
                <a:cubicBezTo>
                  <a:pt x="329" y="301"/>
                  <a:pt x="329" y="301"/>
                  <a:pt x="329" y="301"/>
                </a:cubicBezTo>
                <a:cubicBezTo>
                  <a:pt x="329" y="328"/>
                  <a:pt x="329" y="328"/>
                  <a:pt x="329" y="328"/>
                </a:cubicBezTo>
                <a:cubicBezTo>
                  <a:pt x="303" y="328"/>
                  <a:pt x="303" y="328"/>
                  <a:pt x="303" y="328"/>
                </a:cubicBezTo>
                <a:cubicBezTo>
                  <a:pt x="99" y="127"/>
                  <a:pt x="99" y="127"/>
                  <a:pt x="99" y="127"/>
                </a:cubicBezTo>
                <a:lnTo>
                  <a:pt x="127" y="99"/>
                </a:lnTo>
                <a:close/>
                <a:moveTo>
                  <a:pt x="19" y="92"/>
                </a:moveTo>
                <a:cubicBezTo>
                  <a:pt x="19" y="92"/>
                  <a:pt x="19" y="90"/>
                  <a:pt x="20" y="89"/>
                </a:cubicBezTo>
                <a:cubicBezTo>
                  <a:pt x="89" y="20"/>
                  <a:pt x="89" y="20"/>
                  <a:pt x="89" y="20"/>
                </a:cubicBezTo>
                <a:cubicBezTo>
                  <a:pt x="90" y="19"/>
                  <a:pt x="91" y="19"/>
                  <a:pt x="92" y="19"/>
                </a:cubicBezTo>
                <a:cubicBezTo>
                  <a:pt x="93" y="19"/>
                  <a:pt x="94" y="19"/>
                  <a:pt x="95" y="20"/>
                </a:cubicBezTo>
                <a:cubicBezTo>
                  <a:pt x="137" y="63"/>
                  <a:pt x="137" y="63"/>
                  <a:pt x="137" y="63"/>
                </a:cubicBezTo>
                <a:cubicBezTo>
                  <a:pt x="62" y="138"/>
                  <a:pt x="62" y="138"/>
                  <a:pt x="62" y="138"/>
                </a:cubicBezTo>
                <a:cubicBezTo>
                  <a:pt x="20" y="95"/>
                  <a:pt x="20" y="95"/>
                  <a:pt x="20" y="95"/>
                </a:cubicBezTo>
                <a:cubicBezTo>
                  <a:pt x="19" y="94"/>
                  <a:pt x="19" y="93"/>
                  <a:pt x="19" y="92"/>
                </a:cubicBezTo>
                <a:close/>
                <a:moveTo>
                  <a:pt x="86" y="140"/>
                </a:moveTo>
                <a:cubicBezTo>
                  <a:pt x="289" y="340"/>
                  <a:pt x="289" y="340"/>
                  <a:pt x="289" y="340"/>
                </a:cubicBezTo>
                <a:cubicBezTo>
                  <a:pt x="283" y="360"/>
                  <a:pt x="283" y="360"/>
                  <a:pt x="283" y="360"/>
                </a:cubicBezTo>
                <a:cubicBezTo>
                  <a:pt x="75" y="151"/>
                  <a:pt x="75" y="151"/>
                  <a:pt x="75" y="151"/>
                </a:cubicBezTo>
                <a:lnTo>
                  <a:pt x="86" y="14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83" name="Group 182"/>
          <p:cNvGrpSpPr/>
          <p:nvPr/>
        </p:nvGrpSpPr>
        <p:grpSpPr>
          <a:xfrm>
            <a:off x="10549467" y="1369484"/>
            <a:ext cx="404284" cy="567267"/>
            <a:chOff x="7912100" y="1027113"/>
            <a:chExt cx="303213" cy="425450"/>
          </a:xfrm>
          <a:solidFill>
            <a:schemeClr val="accent1"/>
          </a:solidFill>
        </p:grpSpPr>
        <p:sp>
          <p:nvSpPr>
            <p:cNvPr id="140" name="Freeform 140"/>
            <p:cNvSpPr>
              <a:spLocks/>
            </p:cNvSpPr>
            <p:nvPr/>
          </p:nvSpPr>
          <p:spPr bwMode="auto">
            <a:xfrm>
              <a:off x="7948613" y="1433513"/>
              <a:ext cx="254000" cy="19050"/>
            </a:xfrm>
            <a:custGeom>
              <a:avLst/>
              <a:gdLst>
                <a:gd name="T0" fmla="*/ 246 w 255"/>
                <a:gd name="T1" fmla="*/ 0 h 19"/>
                <a:gd name="T2" fmla="*/ 10 w 255"/>
                <a:gd name="T3" fmla="*/ 0 h 19"/>
                <a:gd name="T4" fmla="*/ 0 w 255"/>
                <a:gd name="T5" fmla="*/ 10 h 19"/>
                <a:gd name="T6" fmla="*/ 10 w 255"/>
                <a:gd name="T7" fmla="*/ 19 h 19"/>
                <a:gd name="T8" fmla="*/ 246 w 255"/>
                <a:gd name="T9" fmla="*/ 19 h 19"/>
                <a:gd name="T10" fmla="*/ 255 w 255"/>
                <a:gd name="T11" fmla="*/ 10 h 19"/>
                <a:gd name="T12" fmla="*/ 246 w 255"/>
                <a:gd name="T1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55" h="19">
                  <a:moveTo>
                    <a:pt x="246" y="0"/>
                  </a:moveTo>
                  <a:cubicBezTo>
                    <a:pt x="10" y="0"/>
                    <a:pt x="10" y="0"/>
                    <a:pt x="10" y="0"/>
                  </a:cubicBezTo>
                  <a:cubicBezTo>
                    <a:pt x="5" y="0"/>
                    <a:pt x="0" y="5"/>
                    <a:pt x="0" y="10"/>
                  </a:cubicBezTo>
                  <a:cubicBezTo>
                    <a:pt x="0" y="15"/>
                    <a:pt x="5" y="19"/>
                    <a:pt x="10" y="19"/>
                  </a:cubicBezTo>
                  <a:cubicBezTo>
                    <a:pt x="246" y="19"/>
                    <a:pt x="246" y="19"/>
                    <a:pt x="246" y="19"/>
                  </a:cubicBezTo>
                  <a:cubicBezTo>
                    <a:pt x="251" y="19"/>
                    <a:pt x="255" y="15"/>
                    <a:pt x="255" y="10"/>
                  </a:cubicBezTo>
                  <a:cubicBezTo>
                    <a:pt x="255" y="5"/>
                    <a:pt x="251" y="0"/>
                    <a:pt x="24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1" name="Freeform 141"/>
            <p:cNvSpPr>
              <a:spLocks/>
            </p:cNvSpPr>
            <p:nvPr/>
          </p:nvSpPr>
          <p:spPr bwMode="auto">
            <a:xfrm>
              <a:off x="7912100" y="1027113"/>
              <a:ext cx="277813" cy="400050"/>
            </a:xfrm>
            <a:custGeom>
              <a:avLst/>
              <a:gdLst>
                <a:gd name="T0" fmla="*/ 68 w 278"/>
                <a:gd name="T1" fmla="*/ 189 h 399"/>
                <a:gd name="T2" fmla="*/ 105 w 278"/>
                <a:gd name="T3" fmla="*/ 165 h 399"/>
                <a:gd name="T4" fmla="*/ 134 w 278"/>
                <a:gd name="T5" fmla="*/ 168 h 399"/>
                <a:gd name="T6" fmla="*/ 92 w 278"/>
                <a:gd name="T7" fmla="*/ 230 h 399"/>
                <a:gd name="T8" fmla="*/ 40 w 278"/>
                <a:gd name="T9" fmla="*/ 337 h 399"/>
                <a:gd name="T10" fmla="*/ 66 w 278"/>
                <a:gd name="T11" fmla="*/ 396 h 399"/>
                <a:gd name="T12" fmla="*/ 72 w 278"/>
                <a:gd name="T13" fmla="*/ 399 h 399"/>
                <a:gd name="T14" fmla="*/ 255 w 278"/>
                <a:gd name="T15" fmla="*/ 399 h 399"/>
                <a:gd name="T16" fmla="*/ 265 w 278"/>
                <a:gd name="T17" fmla="*/ 390 h 399"/>
                <a:gd name="T18" fmla="*/ 255 w 278"/>
                <a:gd name="T19" fmla="*/ 380 h 399"/>
                <a:gd name="T20" fmla="*/ 76 w 278"/>
                <a:gd name="T21" fmla="*/ 380 h 399"/>
                <a:gd name="T22" fmla="*/ 59 w 278"/>
                <a:gd name="T23" fmla="*/ 336 h 399"/>
                <a:gd name="T24" fmla="*/ 104 w 278"/>
                <a:gd name="T25" fmla="*/ 244 h 399"/>
                <a:gd name="T26" fmla="*/ 153 w 278"/>
                <a:gd name="T27" fmla="*/ 160 h 399"/>
                <a:gd name="T28" fmla="*/ 170 w 278"/>
                <a:gd name="T29" fmla="*/ 145 h 399"/>
                <a:gd name="T30" fmla="*/ 179 w 278"/>
                <a:gd name="T31" fmla="*/ 97 h 399"/>
                <a:gd name="T32" fmla="*/ 166 w 278"/>
                <a:gd name="T33" fmla="*/ 93 h 399"/>
                <a:gd name="T34" fmla="*/ 162 w 278"/>
                <a:gd name="T35" fmla="*/ 105 h 399"/>
                <a:gd name="T36" fmla="*/ 155 w 278"/>
                <a:gd name="T37" fmla="*/ 135 h 399"/>
                <a:gd name="T38" fmla="*/ 133 w 278"/>
                <a:gd name="T39" fmla="*/ 149 h 399"/>
                <a:gd name="T40" fmla="*/ 110 w 278"/>
                <a:gd name="T41" fmla="*/ 146 h 399"/>
                <a:gd name="T42" fmla="*/ 99 w 278"/>
                <a:gd name="T43" fmla="*/ 146 h 399"/>
                <a:gd name="T44" fmla="*/ 58 w 278"/>
                <a:gd name="T45" fmla="*/ 173 h 399"/>
                <a:gd name="T46" fmla="*/ 50 w 278"/>
                <a:gd name="T47" fmla="*/ 174 h 399"/>
                <a:gd name="T48" fmla="*/ 25 w 278"/>
                <a:gd name="T49" fmla="*/ 149 h 399"/>
                <a:gd name="T50" fmla="*/ 25 w 278"/>
                <a:gd name="T51" fmla="*/ 139 h 399"/>
                <a:gd name="T52" fmla="*/ 26 w 278"/>
                <a:gd name="T53" fmla="*/ 138 h 399"/>
                <a:gd name="T54" fmla="*/ 96 w 278"/>
                <a:gd name="T55" fmla="*/ 56 h 399"/>
                <a:gd name="T56" fmla="*/ 96 w 278"/>
                <a:gd name="T57" fmla="*/ 49 h 399"/>
                <a:gd name="T58" fmla="*/ 91 w 278"/>
                <a:gd name="T59" fmla="*/ 28 h 399"/>
                <a:gd name="T60" fmla="*/ 149 w 278"/>
                <a:gd name="T61" fmla="*/ 45 h 399"/>
                <a:gd name="T62" fmla="*/ 259 w 278"/>
                <a:gd name="T63" fmla="*/ 173 h 399"/>
                <a:gd name="T64" fmla="*/ 233 w 278"/>
                <a:gd name="T65" fmla="*/ 308 h 399"/>
                <a:gd name="T66" fmla="*/ 239 w 278"/>
                <a:gd name="T67" fmla="*/ 320 h 399"/>
                <a:gd name="T68" fmla="*/ 242 w 278"/>
                <a:gd name="T69" fmla="*/ 320 h 399"/>
                <a:gd name="T70" fmla="*/ 251 w 278"/>
                <a:gd name="T71" fmla="*/ 314 h 399"/>
                <a:gd name="T72" fmla="*/ 278 w 278"/>
                <a:gd name="T73" fmla="*/ 173 h 399"/>
                <a:gd name="T74" fmla="*/ 149 w 278"/>
                <a:gd name="T75" fmla="*/ 27 h 399"/>
                <a:gd name="T76" fmla="*/ 84 w 278"/>
                <a:gd name="T77" fmla="*/ 2 h 399"/>
                <a:gd name="T78" fmla="*/ 74 w 278"/>
                <a:gd name="T79" fmla="*/ 1 h 399"/>
                <a:gd name="T80" fmla="*/ 69 w 278"/>
                <a:gd name="T81" fmla="*/ 10 h 399"/>
                <a:gd name="T82" fmla="*/ 77 w 278"/>
                <a:gd name="T83" fmla="*/ 50 h 399"/>
                <a:gd name="T84" fmla="*/ 14 w 278"/>
                <a:gd name="T85" fmla="*/ 124 h 399"/>
                <a:gd name="T86" fmla="*/ 8 w 278"/>
                <a:gd name="T87" fmla="*/ 157 h 399"/>
                <a:gd name="T88" fmla="*/ 45 w 278"/>
                <a:gd name="T89" fmla="*/ 192 h 399"/>
                <a:gd name="T90" fmla="*/ 68 w 278"/>
                <a:gd name="T91" fmla="*/ 189 h 3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78" h="399">
                  <a:moveTo>
                    <a:pt x="68" y="189"/>
                  </a:moveTo>
                  <a:cubicBezTo>
                    <a:pt x="81" y="181"/>
                    <a:pt x="97" y="170"/>
                    <a:pt x="105" y="165"/>
                  </a:cubicBezTo>
                  <a:cubicBezTo>
                    <a:pt x="114" y="169"/>
                    <a:pt x="124" y="170"/>
                    <a:pt x="134" y="168"/>
                  </a:cubicBezTo>
                  <a:cubicBezTo>
                    <a:pt x="133" y="186"/>
                    <a:pt x="125" y="200"/>
                    <a:pt x="92" y="230"/>
                  </a:cubicBezTo>
                  <a:cubicBezTo>
                    <a:pt x="59" y="260"/>
                    <a:pt x="40" y="300"/>
                    <a:pt x="40" y="337"/>
                  </a:cubicBezTo>
                  <a:cubicBezTo>
                    <a:pt x="40" y="361"/>
                    <a:pt x="49" y="381"/>
                    <a:pt x="66" y="396"/>
                  </a:cubicBezTo>
                  <a:cubicBezTo>
                    <a:pt x="67" y="398"/>
                    <a:pt x="70" y="399"/>
                    <a:pt x="72" y="399"/>
                  </a:cubicBezTo>
                  <a:cubicBezTo>
                    <a:pt x="255" y="399"/>
                    <a:pt x="255" y="399"/>
                    <a:pt x="255" y="399"/>
                  </a:cubicBezTo>
                  <a:cubicBezTo>
                    <a:pt x="261" y="399"/>
                    <a:pt x="265" y="395"/>
                    <a:pt x="265" y="390"/>
                  </a:cubicBezTo>
                  <a:cubicBezTo>
                    <a:pt x="265" y="384"/>
                    <a:pt x="261" y="380"/>
                    <a:pt x="255" y="380"/>
                  </a:cubicBezTo>
                  <a:cubicBezTo>
                    <a:pt x="76" y="380"/>
                    <a:pt x="76" y="380"/>
                    <a:pt x="76" y="380"/>
                  </a:cubicBezTo>
                  <a:cubicBezTo>
                    <a:pt x="65" y="369"/>
                    <a:pt x="59" y="354"/>
                    <a:pt x="59" y="336"/>
                  </a:cubicBezTo>
                  <a:cubicBezTo>
                    <a:pt x="59" y="306"/>
                    <a:pt x="76" y="270"/>
                    <a:pt x="104" y="244"/>
                  </a:cubicBezTo>
                  <a:cubicBezTo>
                    <a:pt x="143" y="208"/>
                    <a:pt x="153" y="191"/>
                    <a:pt x="153" y="160"/>
                  </a:cubicBezTo>
                  <a:cubicBezTo>
                    <a:pt x="160" y="156"/>
                    <a:pt x="166" y="151"/>
                    <a:pt x="170" y="145"/>
                  </a:cubicBezTo>
                  <a:cubicBezTo>
                    <a:pt x="182" y="128"/>
                    <a:pt x="185" y="111"/>
                    <a:pt x="179" y="97"/>
                  </a:cubicBezTo>
                  <a:cubicBezTo>
                    <a:pt x="176" y="93"/>
                    <a:pt x="171" y="91"/>
                    <a:pt x="166" y="93"/>
                  </a:cubicBezTo>
                  <a:cubicBezTo>
                    <a:pt x="162" y="95"/>
                    <a:pt x="160" y="101"/>
                    <a:pt x="162" y="105"/>
                  </a:cubicBezTo>
                  <a:cubicBezTo>
                    <a:pt x="166" y="114"/>
                    <a:pt x="161" y="126"/>
                    <a:pt x="155" y="135"/>
                  </a:cubicBezTo>
                  <a:cubicBezTo>
                    <a:pt x="150" y="141"/>
                    <a:pt x="142" y="146"/>
                    <a:pt x="133" y="149"/>
                  </a:cubicBezTo>
                  <a:cubicBezTo>
                    <a:pt x="124" y="151"/>
                    <a:pt x="116" y="150"/>
                    <a:pt x="110" y="146"/>
                  </a:cubicBezTo>
                  <a:cubicBezTo>
                    <a:pt x="107" y="144"/>
                    <a:pt x="103" y="144"/>
                    <a:pt x="99" y="146"/>
                  </a:cubicBezTo>
                  <a:cubicBezTo>
                    <a:pt x="99" y="146"/>
                    <a:pt x="76" y="162"/>
                    <a:pt x="58" y="173"/>
                  </a:cubicBezTo>
                  <a:cubicBezTo>
                    <a:pt x="56" y="175"/>
                    <a:pt x="53" y="175"/>
                    <a:pt x="50" y="174"/>
                  </a:cubicBezTo>
                  <a:cubicBezTo>
                    <a:pt x="41" y="171"/>
                    <a:pt x="30" y="159"/>
                    <a:pt x="25" y="149"/>
                  </a:cubicBezTo>
                  <a:cubicBezTo>
                    <a:pt x="22" y="143"/>
                    <a:pt x="24" y="140"/>
                    <a:pt x="25" y="139"/>
                  </a:cubicBezTo>
                  <a:cubicBezTo>
                    <a:pt x="26" y="139"/>
                    <a:pt x="26" y="139"/>
                    <a:pt x="26" y="138"/>
                  </a:cubicBezTo>
                  <a:cubicBezTo>
                    <a:pt x="72" y="99"/>
                    <a:pt x="95" y="58"/>
                    <a:pt x="96" y="56"/>
                  </a:cubicBezTo>
                  <a:cubicBezTo>
                    <a:pt x="97" y="54"/>
                    <a:pt x="97" y="51"/>
                    <a:pt x="96" y="49"/>
                  </a:cubicBezTo>
                  <a:cubicBezTo>
                    <a:pt x="95" y="45"/>
                    <a:pt x="93" y="37"/>
                    <a:pt x="91" y="28"/>
                  </a:cubicBezTo>
                  <a:cubicBezTo>
                    <a:pt x="105" y="36"/>
                    <a:pt x="126" y="45"/>
                    <a:pt x="149" y="45"/>
                  </a:cubicBezTo>
                  <a:cubicBezTo>
                    <a:pt x="182" y="45"/>
                    <a:pt x="259" y="58"/>
                    <a:pt x="259" y="173"/>
                  </a:cubicBezTo>
                  <a:cubicBezTo>
                    <a:pt x="259" y="174"/>
                    <a:pt x="259" y="238"/>
                    <a:pt x="233" y="308"/>
                  </a:cubicBezTo>
                  <a:cubicBezTo>
                    <a:pt x="232" y="313"/>
                    <a:pt x="234" y="318"/>
                    <a:pt x="239" y="320"/>
                  </a:cubicBezTo>
                  <a:cubicBezTo>
                    <a:pt x="240" y="320"/>
                    <a:pt x="241" y="320"/>
                    <a:pt x="242" y="320"/>
                  </a:cubicBezTo>
                  <a:cubicBezTo>
                    <a:pt x="246" y="320"/>
                    <a:pt x="250" y="318"/>
                    <a:pt x="251" y="314"/>
                  </a:cubicBezTo>
                  <a:cubicBezTo>
                    <a:pt x="278" y="241"/>
                    <a:pt x="278" y="176"/>
                    <a:pt x="278" y="173"/>
                  </a:cubicBezTo>
                  <a:cubicBezTo>
                    <a:pt x="278" y="37"/>
                    <a:pt x="179" y="27"/>
                    <a:pt x="149" y="27"/>
                  </a:cubicBezTo>
                  <a:cubicBezTo>
                    <a:pt x="117" y="27"/>
                    <a:pt x="85" y="2"/>
                    <a:pt x="84" y="2"/>
                  </a:cubicBezTo>
                  <a:cubicBezTo>
                    <a:pt x="81" y="0"/>
                    <a:pt x="78" y="0"/>
                    <a:pt x="74" y="1"/>
                  </a:cubicBezTo>
                  <a:cubicBezTo>
                    <a:pt x="71" y="3"/>
                    <a:pt x="69" y="6"/>
                    <a:pt x="69" y="10"/>
                  </a:cubicBezTo>
                  <a:cubicBezTo>
                    <a:pt x="69" y="22"/>
                    <a:pt x="75" y="42"/>
                    <a:pt x="77" y="50"/>
                  </a:cubicBezTo>
                  <a:cubicBezTo>
                    <a:pt x="71" y="61"/>
                    <a:pt x="50" y="93"/>
                    <a:pt x="14" y="124"/>
                  </a:cubicBezTo>
                  <a:cubicBezTo>
                    <a:pt x="8" y="128"/>
                    <a:pt x="0" y="140"/>
                    <a:pt x="8" y="157"/>
                  </a:cubicBezTo>
                  <a:cubicBezTo>
                    <a:pt x="13" y="168"/>
                    <a:pt x="27" y="187"/>
                    <a:pt x="45" y="192"/>
                  </a:cubicBezTo>
                  <a:cubicBezTo>
                    <a:pt x="53" y="194"/>
                    <a:pt x="61" y="193"/>
                    <a:pt x="68" y="189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2" name="Freeform 142"/>
            <p:cNvSpPr>
              <a:spLocks/>
            </p:cNvSpPr>
            <p:nvPr/>
          </p:nvSpPr>
          <p:spPr bwMode="auto">
            <a:xfrm>
              <a:off x="8053388" y="1027113"/>
              <a:ext cx="161925" cy="282575"/>
            </a:xfrm>
            <a:custGeom>
              <a:avLst/>
              <a:gdLst>
                <a:gd name="T0" fmla="*/ 10 w 163"/>
                <a:gd name="T1" fmla="*/ 19 h 281"/>
                <a:gd name="T2" fmla="*/ 79 w 163"/>
                <a:gd name="T3" fmla="*/ 36 h 281"/>
                <a:gd name="T4" fmla="*/ 144 w 163"/>
                <a:gd name="T5" fmla="*/ 173 h 281"/>
                <a:gd name="T6" fmla="*/ 132 w 163"/>
                <a:gd name="T7" fmla="*/ 269 h 281"/>
                <a:gd name="T8" fmla="*/ 138 w 163"/>
                <a:gd name="T9" fmla="*/ 281 h 281"/>
                <a:gd name="T10" fmla="*/ 141 w 163"/>
                <a:gd name="T11" fmla="*/ 281 h 281"/>
                <a:gd name="T12" fmla="*/ 150 w 163"/>
                <a:gd name="T13" fmla="*/ 274 h 281"/>
                <a:gd name="T14" fmla="*/ 163 w 163"/>
                <a:gd name="T15" fmla="*/ 173 h 281"/>
                <a:gd name="T16" fmla="*/ 90 w 163"/>
                <a:gd name="T17" fmla="*/ 21 h 281"/>
                <a:gd name="T18" fmla="*/ 10 w 163"/>
                <a:gd name="T19" fmla="*/ 0 h 281"/>
                <a:gd name="T20" fmla="*/ 0 w 163"/>
                <a:gd name="T21" fmla="*/ 10 h 281"/>
                <a:gd name="T22" fmla="*/ 10 w 163"/>
                <a:gd name="T23" fmla="*/ 19 h 2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3" h="281">
                  <a:moveTo>
                    <a:pt x="10" y="19"/>
                  </a:moveTo>
                  <a:cubicBezTo>
                    <a:pt x="40" y="19"/>
                    <a:pt x="61" y="24"/>
                    <a:pt x="79" y="36"/>
                  </a:cubicBezTo>
                  <a:cubicBezTo>
                    <a:pt x="109" y="56"/>
                    <a:pt x="144" y="97"/>
                    <a:pt x="144" y="173"/>
                  </a:cubicBezTo>
                  <a:cubicBezTo>
                    <a:pt x="144" y="192"/>
                    <a:pt x="144" y="218"/>
                    <a:pt x="132" y="269"/>
                  </a:cubicBezTo>
                  <a:cubicBezTo>
                    <a:pt x="130" y="274"/>
                    <a:pt x="133" y="279"/>
                    <a:pt x="138" y="281"/>
                  </a:cubicBezTo>
                  <a:cubicBezTo>
                    <a:pt x="139" y="281"/>
                    <a:pt x="140" y="281"/>
                    <a:pt x="141" y="281"/>
                  </a:cubicBezTo>
                  <a:cubicBezTo>
                    <a:pt x="145" y="281"/>
                    <a:pt x="149" y="278"/>
                    <a:pt x="150" y="274"/>
                  </a:cubicBezTo>
                  <a:cubicBezTo>
                    <a:pt x="163" y="220"/>
                    <a:pt x="163" y="193"/>
                    <a:pt x="163" y="173"/>
                  </a:cubicBezTo>
                  <a:cubicBezTo>
                    <a:pt x="163" y="84"/>
                    <a:pt x="117" y="39"/>
                    <a:pt x="90" y="21"/>
                  </a:cubicBezTo>
                  <a:cubicBezTo>
                    <a:pt x="68" y="6"/>
                    <a:pt x="44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15"/>
                    <a:pt x="4" y="19"/>
                    <a:pt x="10" y="19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43" name="Freeform 143"/>
          <p:cNvSpPr>
            <a:spLocks/>
          </p:cNvSpPr>
          <p:nvPr/>
        </p:nvSpPr>
        <p:spPr bwMode="auto">
          <a:xfrm>
            <a:off x="6210300" y="2279651"/>
            <a:ext cx="635000" cy="567267"/>
          </a:xfrm>
          <a:custGeom>
            <a:avLst/>
            <a:gdLst>
              <a:gd name="T0" fmla="*/ 475 w 476"/>
              <a:gd name="T1" fmla="*/ 413 h 425"/>
              <a:gd name="T2" fmla="*/ 363 w 476"/>
              <a:gd name="T3" fmla="*/ 333 h 425"/>
              <a:gd name="T4" fmla="*/ 346 w 476"/>
              <a:gd name="T5" fmla="*/ 328 h 425"/>
              <a:gd name="T6" fmla="*/ 306 w 476"/>
              <a:gd name="T7" fmla="*/ 291 h 425"/>
              <a:gd name="T8" fmla="*/ 395 w 476"/>
              <a:gd name="T9" fmla="*/ 269 h 425"/>
              <a:gd name="T10" fmla="*/ 398 w 476"/>
              <a:gd name="T11" fmla="*/ 261 h 425"/>
              <a:gd name="T12" fmla="*/ 394 w 476"/>
              <a:gd name="T13" fmla="*/ 254 h 425"/>
              <a:gd name="T14" fmla="*/ 359 w 476"/>
              <a:gd name="T15" fmla="*/ 138 h 425"/>
              <a:gd name="T16" fmla="*/ 326 w 476"/>
              <a:gd name="T17" fmla="*/ 41 h 425"/>
              <a:gd name="T18" fmla="*/ 242 w 476"/>
              <a:gd name="T19" fmla="*/ 0 h 425"/>
              <a:gd name="T20" fmla="*/ 239 w 476"/>
              <a:gd name="T21" fmla="*/ 0 h 425"/>
              <a:gd name="T22" fmla="*/ 118 w 476"/>
              <a:gd name="T23" fmla="*/ 135 h 425"/>
              <a:gd name="T24" fmla="*/ 83 w 476"/>
              <a:gd name="T25" fmla="*/ 251 h 425"/>
              <a:gd name="T26" fmla="*/ 78 w 476"/>
              <a:gd name="T27" fmla="*/ 258 h 425"/>
              <a:gd name="T28" fmla="*/ 82 w 476"/>
              <a:gd name="T29" fmla="*/ 266 h 425"/>
              <a:gd name="T30" fmla="*/ 170 w 476"/>
              <a:gd name="T31" fmla="*/ 290 h 425"/>
              <a:gd name="T32" fmla="*/ 131 w 476"/>
              <a:gd name="T33" fmla="*/ 326 h 425"/>
              <a:gd name="T34" fmla="*/ 115 w 476"/>
              <a:gd name="T35" fmla="*/ 330 h 425"/>
              <a:gd name="T36" fmla="*/ 2 w 476"/>
              <a:gd name="T37" fmla="*/ 413 h 425"/>
              <a:gd name="T38" fmla="*/ 8 w 476"/>
              <a:gd name="T39" fmla="*/ 424 h 425"/>
              <a:gd name="T40" fmla="*/ 20 w 476"/>
              <a:gd name="T41" fmla="*/ 417 h 425"/>
              <a:gd name="T42" fmla="*/ 119 w 476"/>
              <a:gd name="T43" fmla="*/ 348 h 425"/>
              <a:gd name="T44" fmla="*/ 138 w 476"/>
              <a:gd name="T45" fmla="*/ 343 h 425"/>
              <a:gd name="T46" fmla="*/ 193 w 476"/>
              <a:gd name="T47" fmla="*/ 279 h 425"/>
              <a:gd name="T48" fmla="*/ 190 w 476"/>
              <a:gd name="T49" fmla="*/ 271 h 425"/>
              <a:gd name="T50" fmla="*/ 181 w 476"/>
              <a:gd name="T51" fmla="*/ 269 h 425"/>
              <a:gd name="T52" fmla="*/ 104 w 476"/>
              <a:gd name="T53" fmla="*/ 258 h 425"/>
              <a:gd name="T54" fmla="*/ 136 w 476"/>
              <a:gd name="T55" fmla="*/ 135 h 425"/>
              <a:gd name="T56" fmla="*/ 239 w 476"/>
              <a:gd name="T57" fmla="*/ 18 h 425"/>
              <a:gd name="T58" fmla="*/ 240 w 476"/>
              <a:gd name="T59" fmla="*/ 18 h 425"/>
              <a:gd name="T60" fmla="*/ 241 w 476"/>
              <a:gd name="T61" fmla="*/ 18 h 425"/>
              <a:gd name="T62" fmla="*/ 340 w 476"/>
              <a:gd name="T63" fmla="*/ 138 h 425"/>
              <a:gd name="T64" fmla="*/ 373 w 476"/>
              <a:gd name="T65" fmla="*/ 261 h 425"/>
              <a:gd name="T66" fmla="*/ 294 w 476"/>
              <a:gd name="T67" fmla="*/ 271 h 425"/>
              <a:gd name="T68" fmla="*/ 286 w 476"/>
              <a:gd name="T69" fmla="*/ 274 h 425"/>
              <a:gd name="T70" fmla="*/ 284 w 476"/>
              <a:gd name="T71" fmla="*/ 282 h 425"/>
              <a:gd name="T72" fmla="*/ 339 w 476"/>
              <a:gd name="T73" fmla="*/ 346 h 425"/>
              <a:gd name="T74" fmla="*/ 359 w 476"/>
              <a:gd name="T75" fmla="*/ 351 h 425"/>
              <a:gd name="T76" fmla="*/ 457 w 476"/>
              <a:gd name="T77" fmla="*/ 417 h 425"/>
              <a:gd name="T78" fmla="*/ 466 w 476"/>
              <a:gd name="T79" fmla="*/ 424 h 425"/>
              <a:gd name="T80" fmla="*/ 468 w 476"/>
              <a:gd name="T81" fmla="*/ 424 h 425"/>
              <a:gd name="T82" fmla="*/ 475 w 476"/>
              <a:gd name="T83" fmla="*/ 413 h 4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476" h="425">
                <a:moveTo>
                  <a:pt x="475" y="413"/>
                </a:moveTo>
                <a:cubicBezTo>
                  <a:pt x="459" y="354"/>
                  <a:pt x="397" y="340"/>
                  <a:pt x="363" y="333"/>
                </a:cubicBezTo>
                <a:cubicBezTo>
                  <a:pt x="356" y="331"/>
                  <a:pt x="349" y="330"/>
                  <a:pt x="346" y="328"/>
                </a:cubicBezTo>
                <a:cubicBezTo>
                  <a:pt x="326" y="320"/>
                  <a:pt x="312" y="307"/>
                  <a:pt x="306" y="291"/>
                </a:cubicBezTo>
                <a:cubicBezTo>
                  <a:pt x="366" y="294"/>
                  <a:pt x="394" y="270"/>
                  <a:pt x="395" y="269"/>
                </a:cubicBezTo>
                <a:cubicBezTo>
                  <a:pt x="398" y="267"/>
                  <a:pt x="399" y="264"/>
                  <a:pt x="398" y="261"/>
                </a:cubicBezTo>
                <a:cubicBezTo>
                  <a:pt x="398" y="258"/>
                  <a:pt x="396" y="255"/>
                  <a:pt x="394" y="254"/>
                </a:cubicBezTo>
                <a:cubicBezTo>
                  <a:pt x="359" y="234"/>
                  <a:pt x="359" y="164"/>
                  <a:pt x="359" y="138"/>
                </a:cubicBezTo>
                <a:cubicBezTo>
                  <a:pt x="359" y="101"/>
                  <a:pt x="347" y="67"/>
                  <a:pt x="326" y="41"/>
                </a:cubicBezTo>
                <a:cubicBezTo>
                  <a:pt x="304" y="15"/>
                  <a:pt x="274" y="0"/>
                  <a:pt x="242" y="0"/>
                </a:cubicBezTo>
                <a:cubicBezTo>
                  <a:pt x="241" y="0"/>
                  <a:pt x="240" y="0"/>
                  <a:pt x="239" y="0"/>
                </a:cubicBezTo>
                <a:cubicBezTo>
                  <a:pt x="172" y="0"/>
                  <a:pt x="118" y="61"/>
                  <a:pt x="118" y="135"/>
                </a:cubicBezTo>
                <a:cubicBezTo>
                  <a:pt x="118" y="161"/>
                  <a:pt x="118" y="231"/>
                  <a:pt x="83" y="251"/>
                </a:cubicBezTo>
                <a:cubicBezTo>
                  <a:pt x="80" y="252"/>
                  <a:pt x="79" y="255"/>
                  <a:pt x="78" y="258"/>
                </a:cubicBezTo>
                <a:cubicBezTo>
                  <a:pt x="78" y="261"/>
                  <a:pt x="79" y="264"/>
                  <a:pt x="82" y="266"/>
                </a:cubicBezTo>
                <a:cubicBezTo>
                  <a:pt x="84" y="268"/>
                  <a:pt x="122" y="297"/>
                  <a:pt x="170" y="290"/>
                </a:cubicBezTo>
                <a:cubicBezTo>
                  <a:pt x="163" y="305"/>
                  <a:pt x="150" y="317"/>
                  <a:pt x="131" y="326"/>
                </a:cubicBezTo>
                <a:cubicBezTo>
                  <a:pt x="128" y="327"/>
                  <a:pt x="122" y="328"/>
                  <a:pt x="115" y="330"/>
                </a:cubicBezTo>
                <a:cubicBezTo>
                  <a:pt x="81" y="338"/>
                  <a:pt x="18" y="353"/>
                  <a:pt x="2" y="413"/>
                </a:cubicBezTo>
                <a:cubicBezTo>
                  <a:pt x="0" y="418"/>
                  <a:pt x="3" y="423"/>
                  <a:pt x="8" y="424"/>
                </a:cubicBezTo>
                <a:cubicBezTo>
                  <a:pt x="13" y="425"/>
                  <a:pt x="18" y="422"/>
                  <a:pt x="20" y="417"/>
                </a:cubicBezTo>
                <a:cubicBezTo>
                  <a:pt x="33" y="369"/>
                  <a:pt x="87" y="356"/>
                  <a:pt x="119" y="348"/>
                </a:cubicBezTo>
                <a:cubicBezTo>
                  <a:pt x="127" y="346"/>
                  <a:pt x="134" y="345"/>
                  <a:pt x="138" y="343"/>
                </a:cubicBezTo>
                <a:cubicBezTo>
                  <a:pt x="177" y="326"/>
                  <a:pt x="189" y="299"/>
                  <a:pt x="193" y="279"/>
                </a:cubicBezTo>
                <a:cubicBezTo>
                  <a:pt x="194" y="276"/>
                  <a:pt x="193" y="273"/>
                  <a:pt x="190" y="271"/>
                </a:cubicBezTo>
                <a:cubicBezTo>
                  <a:pt x="188" y="269"/>
                  <a:pt x="184" y="268"/>
                  <a:pt x="181" y="269"/>
                </a:cubicBezTo>
                <a:cubicBezTo>
                  <a:pt x="149" y="279"/>
                  <a:pt x="119" y="267"/>
                  <a:pt x="104" y="258"/>
                </a:cubicBezTo>
                <a:cubicBezTo>
                  <a:pt x="136" y="228"/>
                  <a:pt x="136" y="164"/>
                  <a:pt x="136" y="135"/>
                </a:cubicBezTo>
                <a:cubicBezTo>
                  <a:pt x="136" y="71"/>
                  <a:pt x="183" y="19"/>
                  <a:pt x="239" y="18"/>
                </a:cubicBezTo>
                <a:cubicBezTo>
                  <a:pt x="240" y="18"/>
                  <a:pt x="240" y="18"/>
                  <a:pt x="240" y="18"/>
                </a:cubicBezTo>
                <a:cubicBezTo>
                  <a:pt x="240" y="18"/>
                  <a:pt x="241" y="18"/>
                  <a:pt x="241" y="18"/>
                </a:cubicBezTo>
                <a:cubicBezTo>
                  <a:pt x="298" y="19"/>
                  <a:pt x="340" y="70"/>
                  <a:pt x="340" y="138"/>
                </a:cubicBezTo>
                <a:cubicBezTo>
                  <a:pt x="340" y="166"/>
                  <a:pt x="340" y="230"/>
                  <a:pt x="373" y="261"/>
                </a:cubicBezTo>
                <a:cubicBezTo>
                  <a:pt x="360" y="268"/>
                  <a:pt x="334" y="276"/>
                  <a:pt x="294" y="271"/>
                </a:cubicBezTo>
                <a:cubicBezTo>
                  <a:pt x="291" y="271"/>
                  <a:pt x="288" y="272"/>
                  <a:pt x="286" y="274"/>
                </a:cubicBezTo>
                <a:cubicBezTo>
                  <a:pt x="284" y="276"/>
                  <a:pt x="283" y="279"/>
                  <a:pt x="284" y="282"/>
                </a:cubicBezTo>
                <a:cubicBezTo>
                  <a:pt x="287" y="302"/>
                  <a:pt x="300" y="329"/>
                  <a:pt x="339" y="346"/>
                </a:cubicBezTo>
                <a:cubicBezTo>
                  <a:pt x="343" y="348"/>
                  <a:pt x="350" y="349"/>
                  <a:pt x="359" y="351"/>
                </a:cubicBezTo>
                <a:cubicBezTo>
                  <a:pt x="391" y="358"/>
                  <a:pt x="444" y="369"/>
                  <a:pt x="457" y="417"/>
                </a:cubicBezTo>
                <a:cubicBezTo>
                  <a:pt x="458" y="422"/>
                  <a:pt x="462" y="424"/>
                  <a:pt x="466" y="424"/>
                </a:cubicBezTo>
                <a:cubicBezTo>
                  <a:pt x="467" y="424"/>
                  <a:pt x="468" y="424"/>
                  <a:pt x="468" y="424"/>
                </a:cubicBezTo>
                <a:cubicBezTo>
                  <a:pt x="473" y="423"/>
                  <a:pt x="476" y="418"/>
                  <a:pt x="475" y="41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75" name="Group 174"/>
          <p:cNvGrpSpPr/>
          <p:nvPr/>
        </p:nvGrpSpPr>
        <p:grpSpPr>
          <a:xfrm>
            <a:off x="1907117" y="2279651"/>
            <a:ext cx="628651" cy="567267"/>
            <a:chOff x="1430338" y="1709738"/>
            <a:chExt cx="471488" cy="425450"/>
          </a:xfrm>
          <a:solidFill>
            <a:schemeClr val="accent1"/>
          </a:solidFill>
        </p:grpSpPr>
        <p:sp>
          <p:nvSpPr>
            <p:cNvPr id="144" name="Freeform 144"/>
            <p:cNvSpPr>
              <a:spLocks noEditPoints="1"/>
            </p:cNvSpPr>
            <p:nvPr/>
          </p:nvSpPr>
          <p:spPr bwMode="auto">
            <a:xfrm>
              <a:off x="1430338" y="1709738"/>
              <a:ext cx="471488" cy="425450"/>
            </a:xfrm>
            <a:custGeom>
              <a:avLst/>
              <a:gdLst>
                <a:gd name="T0" fmla="*/ 454 w 471"/>
                <a:gd name="T1" fmla="*/ 317 h 424"/>
                <a:gd name="T2" fmla="*/ 293 w 471"/>
                <a:gd name="T3" fmla="*/ 40 h 424"/>
                <a:gd name="T4" fmla="*/ 236 w 471"/>
                <a:gd name="T5" fmla="*/ 0 h 424"/>
                <a:gd name="T6" fmla="*/ 178 w 471"/>
                <a:gd name="T7" fmla="*/ 40 h 424"/>
                <a:gd name="T8" fmla="*/ 17 w 471"/>
                <a:gd name="T9" fmla="*/ 317 h 424"/>
                <a:gd name="T10" fmla="*/ 13 w 471"/>
                <a:gd name="T11" fmla="*/ 392 h 424"/>
                <a:gd name="T12" fmla="*/ 76 w 471"/>
                <a:gd name="T13" fmla="*/ 424 h 424"/>
                <a:gd name="T14" fmla="*/ 395 w 471"/>
                <a:gd name="T15" fmla="*/ 424 h 424"/>
                <a:gd name="T16" fmla="*/ 395 w 471"/>
                <a:gd name="T17" fmla="*/ 424 h 424"/>
                <a:gd name="T18" fmla="*/ 459 w 471"/>
                <a:gd name="T19" fmla="*/ 392 h 424"/>
                <a:gd name="T20" fmla="*/ 454 w 471"/>
                <a:gd name="T21" fmla="*/ 317 h 424"/>
                <a:gd name="T22" fmla="*/ 442 w 471"/>
                <a:gd name="T23" fmla="*/ 383 h 424"/>
                <a:gd name="T24" fmla="*/ 395 w 471"/>
                <a:gd name="T25" fmla="*/ 406 h 424"/>
                <a:gd name="T26" fmla="*/ 76 w 471"/>
                <a:gd name="T27" fmla="*/ 406 h 424"/>
                <a:gd name="T28" fmla="*/ 29 w 471"/>
                <a:gd name="T29" fmla="*/ 383 h 424"/>
                <a:gd name="T30" fmla="*/ 33 w 471"/>
                <a:gd name="T31" fmla="*/ 326 h 424"/>
                <a:gd name="T32" fmla="*/ 194 w 471"/>
                <a:gd name="T33" fmla="*/ 49 h 424"/>
                <a:gd name="T34" fmla="*/ 236 w 471"/>
                <a:gd name="T35" fmla="*/ 18 h 424"/>
                <a:gd name="T36" fmla="*/ 277 w 471"/>
                <a:gd name="T37" fmla="*/ 49 h 424"/>
                <a:gd name="T38" fmla="*/ 438 w 471"/>
                <a:gd name="T39" fmla="*/ 326 h 424"/>
                <a:gd name="T40" fmla="*/ 442 w 471"/>
                <a:gd name="T41" fmla="*/ 383 h 4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71" h="424">
                  <a:moveTo>
                    <a:pt x="454" y="317"/>
                  </a:moveTo>
                  <a:cubicBezTo>
                    <a:pt x="293" y="40"/>
                    <a:pt x="293" y="40"/>
                    <a:pt x="293" y="40"/>
                  </a:cubicBezTo>
                  <a:cubicBezTo>
                    <a:pt x="278" y="14"/>
                    <a:pt x="258" y="0"/>
                    <a:pt x="236" y="0"/>
                  </a:cubicBezTo>
                  <a:cubicBezTo>
                    <a:pt x="213" y="0"/>
                    <a:pt x="193" y="14"/>
                    <a:pt x="178" y="40"/>
                  </a:cubicBezTo>
                  <a:cubicBezTo>
                    <a:pt x="17" y="317"/>
                    <a:pt x="17" y="317"/>
                    <a:pt x="17" y="317"/>
                  </a:cubicBezTo>
                  <a:cubicBezTo>
                    <a:pt x="2" y="343"/>
                    <a:pt x="0" y="370"/>
                    <a:pt x="13" y="392"/>
                  </a:cubicBezTo>
                  <a:cubicBezTo>
                    <a:pt x="24" y="413"/>
                    <a:pt x="48" y="424"/>
                    <a:pt x="76" y="424"/>
                  </a:cubicBezTo>
                  <a:cubicBezTo>
                    <a:pt x="395" y="424"/>
                    <a:pt x="395" y="424"/>
                    <a:pt x="395" y="424"/>
                  </a:cubicBezTo>
                  <a:cubicBezTo>
                    <a:pt x="395" y="424"/>
                    <a:pt x="395" y="424"/>
                    <a:pt x="395" y="424"/>
                  </a:cubicBezTo>
                  <a:cubicBezTo>
                    <a:pt x="424" y="424"/>
                    <a:pt x="447" y="413"/>
                    <a:pt x="459" y="392"/>
                  </a:cubicBezTo>
                  <a:cubicBezTo>
                    <a:pt x="471" y="371"/>
                    <a:pt x="469" y="343"/>
                    <a:pt x="454" y="317"/>
                  </a:cubicBezTo>
                  <a:close/>
                  <a:moveTo>
                    <a:pt x="442" y="383"/>
                  </a:moveTo>
                  <a:cubicBezTo>
                    <a:pt x="434" y="397"/>
                    <a:pt x="417" y="406"/>
                    <a:pt x="395" y="406"/>
                  </a:cubicBezTo>
                  <a:cubicBezTo>
                    <a:pt x="76" y="406"/>
                    <a:pt x="76" y="406"/>
                    <a:pt x="76" y="406"/>
                  </a:cubicBezTo>
                  <a:cubicBezTo>
                    <a:pt x="54" y="406"/>
                    <a:pt x="37" y="397"/>
                    <a:pt x="29" y="383"/>
                  </a:cubicBezTo>
                  <a:cubicBezTo>
                    <a:pt x="20" y="367"/>
                    <a:pt x="21" y="346"/>
                    <a:pt x="33" y="326"/>
                  </a:cubicBezTo>
                  <a:cubicBezTo>
                    <a:pt x="194" y="49"/>
                    <a:pt x="194" y="49"/>
                    <a:pt x="194" y="49"/>
                  </a:cubicBezTo>
                  <a:cubicBezTo>
                    <a:pt x="205" y="29"/>
                    <a:pt x="220" y="18"/>
                    <a:pt x="236" y="18"/>
                  </a:cubicBezTo>
                  <a:cubicBezTo>
                    <a:pt x="251" y="18"/>
                    <a:pt x="266" y="29"/>
                    <a:pt x="277" y="49"/>
                  </a:cubicBezTo>
                  <a:cubicBezTo>
                    <a:pt x="438" y="326"/>
                    <a:pt x="438" y="326"/>
                    <a:pt x="438" y="326"/>
                  </a:cubicBezTo>
                  <a:cubicBezTo>
                    <a:pt x="450" y="347"/>
                    <a:pt x="451" y="367"/>
                    <a:pt x="442" y="383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5" name="Freeform 145"/>
            <p:cNvSpPr>
              <a:spLocks/>
            </p:cNvSpPr>
            <p:nvPr/>
          </p:nvSpPr>
          <p:spPr bwMode="auto">
            <a:xfrm>
              <a:off x="1657350" y="1827213"/>
              <a:ext cx="19050" cy="150813"/>
            </a:xfrm>
            <a:custGeom>
              <a:avLst/>
              <a:gdLst>
                <a:gd name="T0" fmla="*/ 10 w 19"/>
                <a:gd name="T1" fmla="*/ 150 h 150"/>
                <a:gd name="T2" fmla="*/ 19 w 19"/>
                <a:gd name="T3" fmla="*/ 141 h 150"/>
                <a:gd name="T4" fmla="*/ 19 w 19"/>
                <a:gd name="T5" fmla="*/ 10 h 150"/>
                <a:gd name="T6" fmla="*/ 10 w 19"/>
                <a:gd name="T7" fmla="*/ 0 h 150"/>
                <a:gd name="T8" fmla="*/ 0 w 19"/>
                <a:gd name="T9" fmla="*/ 10 h 150"/>
                <a:gd name="T10" fmla="*/ 0 w 19"/>
                <a:gd name="T11" fmla="*/ 141 h 150"/>
                <a:gd name="T12" fmla="*/ 10 w 19"/>
                <a:gd name="T13" fmla="*/ 150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" h="150">
                  <a:moveTo>
                    <a:pt x="10" y="150"/>
                  </a:moveTo>
                  <a:cubicBezTo>
                    <a:pt x="15" y="150"/>
                    <a:pt x="19" y="146"/>
                    <a:pt x="19" y="141"/>
                  </a:cubicBezTo>
                  <a:cubicBezTo>
                    <a:pt x="19" y="10"/>
                    <a:pt x="19" y="10"/>
                    <a:pt x="19" y="10"/>
                  </a:cubicBezTo>
                  <a:cubicBezTo>
                    <a:pt x="19" y="5"/>
                    <a:pt x="15" y="0"/>
                    <a:pt x="10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141"/>
                    <a:pt x="0" y="141"/>
                    <a:pt x="0" y="141"/>
                  </a:cubicBezTo>
                  <a:cubicBezTo>
                    <a:pt x="0" y="146"/>
                    <a:pt x="4" y="150"/>
                    <a:pt x="10" y="15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6" name="Freeform 146"/>
            <p:cNvSpPr>
              <a:spLocks noEditPoints="1"/>
            </p:cNvSpPr>
            <p:nvPr/>
          </p:nvSpPr>
          <p:spPr bwMode="auto">
            <a:xfrm>
              <a:off x="1636713" y="2005013"/>
              <a:ext cx="58738" cy="57150"/>
            </a:xfrm>
            <a:custGeom>
              <a:avLst/>
              <a:gdLst>
                <a:gd name="T0" fmla="*/ 29 w 58"/>
                <a:gd name="T1" fmla="*/ 0 h 58"/>
                <a:gd name="T2" fmla="*/ 0 w 58"/>
                <a:gd name="T3" fmla="*/ 29 h 58"/>
                <a:gd name="T4" fmla="*/ 29 w 58"/>
                <a:gd name="T5" fmla="*/ 58 h 58"/>
                <a:gd name="T6" fmla="*/ 58 w 58"/>
                <a:gd name="T7" fmla="*/ 29 h 58"/>
                <a:gd name="T8" fmla="*/ 29 w 58"/>
                <a:gd name="T9" fmla="*/ 0 h 58"/>
                <a:gd name="T10" fmla="*/ 29 w 58"/>
                <a:gd name="T11" fmla="*/ 40 h 58"/>
                <a:gd name="T12" fmla="*/ 18 w 58"/>
                <a:gd name="T13" fmla="*/ 29 h 58"/>
                <a:gd name="T14" fmla="*/ 29 w 58"/>
                <a:gd name="T15" fmla="*/ 19 h 58"/>
                <a:gd name="T16" fmla="*/ 39 w 58"/>
                <a:gd name="T17" fmla="*/ 29 h 58"/>
                <a:gd name="T18" fmla="*/ 29 w 58"/>
                <a:gd name="T19" fmla="*/ 40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8" h="58">
                  <a:moveTo>
                    <a:pt x="29" y="0"/>
                  </a:moveTo>
                  <a:cubicBezTo>
                    <a:pt x="13" y="0"/>
                    <a:pt x="0" y="13"/>
                    <a:pt x="0" y="29"/>
                  </a:cubicBezTo>
                  <a:cubicBezTo>
                    <a:pt x="0" y="45"/>
                    <a:pt x="13" y="58"/>
                    <a:pt x="29" y="58"/>
                  </a:cubicBezTo>
                  <a:cubicBezTo>
                    <a:pt x="45" y="58"/>
                    <a:pt x="58" y="45"/>
                    <a:pt x="58" y="29"/>
                  </a:cubicBezTo>
                  <a:cubicBezTo>
                    <a:pt x="58" y="13"/>
                    <a:pt x="45" y="0"/>
                    <a:pt x="29" y="0"/>
                  </a:cubicBezTo>
                  <a:close/>
                  <a:moveTo>
                    <a:pt x="29" y="40"/>
                  </a:moveTo>
                  <a:cubicBezTo>
                    <a:pt x="23" y="40"/>
                    <a:pt x="18" y="35"/>
                    <a:pt x="18" y="29"/>
                  </a:cubicBezTo>
                  <a:cubicBezTo>
                    <a:pt x="18" y="24"/>
                    <a:pt x="23" y="19"/>
                    <a:pt x="29" y="19"/>
                  </a:cubicBezTo>
                  <a:cubicBezTo>
                    <a:pt x="34" y="19"/>
                    <a:pt x="39" y="24"/>
                    <a:pt x="39" y="29"/>
                  </a:cubicBezTo>
                  <a:cubicBezTo>
                    <a:pt x="39" y="35"/>
                    <a:pt x="34" y="40"/>
                    <a:pt x="29" y="4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81" name="Group 180"/>
          <p:cNvGrpSpPr/>
          <p:nvPr/>
        </p:nvGrpSpPr>
        <p:grpSpPr>
          <a:xfrm>
            <a:off x="7294034" y="1369485"/>
            <a:ext cx="410633" cy="565151"/>
            <a:chOff x="5470525" y="1027113"/>
            <a:chExt cx="307975" cy="423863"/>
          </a:xfrm>
          <a:solidFill>
            <a:schemeClr val="accent1"/>
          </a:solidFill>
        </p:grpSpPr>
        <p:sp>
          <p:nvSpPr>
            <p:cNvPr id="147" name="Freeform 147"/>
            <p:cNvSpPr>
              <a:spLocks noEditPoints="1"/>
            </p:cNvSpPr>
            <p:nvPr/>
          </p:nvSpPr>
          <p:spPr bwMode="auto">
            <a:xfrm>
              <a:off x="5470525" y="1119188"/>
              <a:ext cx="307975" cy="331788"/>
            </a:xfrm>
            <a:custGeom>
              <a:avLst/>
              <a:gdLst>
                <a:gd name="T0" fmla="*/ 307 w 309"/>
                <a:gd name="T1" fmla="*/ 319 h 332"/>
                <a:gd name="T2" fmla="*/ 252 w 309"/>
                <a:gd name="T3" fmla="*/ 214 h 332"/>
                <a:gd name="T4" fmla="*/ 286 w 309"/>
                <a:gd name="T5" fmla="*/ 187 h 332"/>
                <a:gd name="T6" fmla="*/ 286 w 309"/>
                <a:gd name="T7" fmla="*/ 137 h 332"/>
                <a:gd name="T8" fmla="*/ 261 w 309"/>
                <a:gd name="T9" fmla="*/ 126 h 332"/>
                <a:gd name="T10" fmla="*/ 236 w 309"/>
                <a:gd name="T11" fmla="*/ 137 h 332"/>
                <a:gd name="T12" fmla="*/ 219 w 309"/>
                <a:gd name="T13" fmla="*/ 151 h 332"/>
                <a:gd name="T14" fmla="*/ 191 w 309"/>
                <a:gd name="T15" fmla="*/ 97 h 332"/>
                <a:gd name="T16" fmla="*/ 210 w 309"/>
                <a:gd name="T17" fmla="*/ 55 h 332"/>
                <a:gd name="T18" fmla="*/ 155 w 309"/>
                <a:gd name="T19" fmla="*/ 0 h 332"/>
                <a:gd name="T20" fmla="*/ 100 w 309"/>
                <a:gd name="T21" fmla="*/ 55 h 332"/>
                <a:gd name="T22" fmla="*/ 119 w 309"/>
                <a:gd name="T23" fmla="*/ 97 h 332"/>
                <a:gd name="T24" fmla="*/ 90 w 309"/>
                <a:gd name="T25" fmla="*/ 151 h 332"/>
                <a:gd name="T26" fmla="*/ 73 w 309"/>
                <a:gd name="T27" fmla="*/ 137 h 332"/>
                <a:gd name="T28" fmla="*/ 48 w 309"/>
                <a:gd name="T29" fmla="*/ 126 h 332"/>
                <a:gd name="T30" fmla="*/ 23 w 309"/>
                <a:gd name="T31" fmla="*/ 137 h 332"/>
                <a:gd name="T32" fmla="*/ 23 w 309"/>
                <a:gd name="T33" fmla="*/ 187 h 332"/>
                <a:gd name="T34" fmla="*/ 57 w 309"/>
                <a:gd name="T35" fmla="*/ 214 h 332"/>
                <a:gd name="T36" fmla="*/ 2 w 309"/>
                <a:gd name="T37" fmla="*/ 319 h 332"/>
                <a:gd name="T38" fmla="*/ 6 w 309"/>
                <a:gd name="T39" fmla="*/ 331 h 332"/>
                <a:gd name="T40" fmla="*/ 10 w 309"/>
                <a:gd name="T41" fmla="*/ 332 h 332"/>
                <a:gd name="T42" fmla="*/ 19 w 309"/>
                <a:gd name="T43" fmla="*/ 327 h 332"/>
                <a:gd name="T44" fmla="*/ 74 w 309"/>
                <a:gd name="T45" fmla="*/ 223 h 332"/>
                <a:gd name="T46" fmla="*/ 155 w 309"/>
                <a:gd name="T47" fmla="*/ 241 h 332"/>
                <a:gd name="T48" fmla="*/ 236 w 309"/>
                <a:gd name="T49" fmla="*/ 223 h 332"/>
                <a:gd name="T50" fmla="*/ 290 w 309"/>
                <a:gd name="T51" fmla="*/ 327 h 332"/>
                <a:gd name="T52" fmla="*/ 299 w 309"/>
                <a:gd name="T53" fmla="*/ 332 h 332"/>
                <a:gd name="T54" fmla="*/ 303 w 309"/>
                <a:gd name="T55" fmla="*/ 331 h 332"/>
                <a:gd name="T56" fmla="*/ 307 w 309"/>
                <a:gd name="T57" fmla="*/ 319 h 332"/>
                <a:gd name="T58" fmla="*/ 155 w 309"/>
                <a:gd name="T59" fmla="*/ 19 h 332"/>
                <a:gd name="T60" fmla="*/ 191 w 309"/>
                <a:gd name="T61" fmla="*/ 55 h 332"/>
                <a:gd name="T62" fmla="*/ 155 w 309"/>
                <a:gd name="T63" fmla="*/ 91 h 332"/>
                <a:gd name="T64" fmla="*/ 119 w 309"/>
                <a:gd name="T65" fmla="*/ 55 h 332"/>
                <a:gd name="T66" fmla="*/ 155 w 309"/>
                <a:gd name="T67" fmla="*/ 19 h 332"/>
                <a:gd name="T68" fmla="*/ 135 w 309"/>
                <a:gd name="T69" fmla="*/ 106 h 332"/>
                <a:gd name="T70" fmla="*/ 155 w 309"/>
                <a:gd name="T71" fmla="*/ 110 h 332"/>
                <a:gd name="T72" fmla="*/ 175 w 309"/>
                <a:gd name="T73" fmla="*/ 106 h 332"/>
                <a:gd name="T74" fmla="*/ 203 w 309"/>
                <a:gd name="T75" fmla="*/ 160 h 332"/>
                <a:gd name="T76" fmla="*/ 155 w 309"/>
                <a:gd name="T77" fmla="*/ 170 h 332"/>
                <a:gd name="T78" fmla="*/ 107 w 309"/>
                <a:gd name="T79" fmla="*/ 160 h 332"/>
                <a:gd name="T80" fmla="*/ 135 w 309"/>
                <a:gd name="T81" fmla="*/ 106 h 332"/>
                <a:gd name="T82" fmla="*/ 36 w 309"/>
                <a:gd name="T83" fmla="*/ 174 h 332"/>
                <a:gd name="T84" fmla="*/ 36 w 309"/>
                <a:gd name="T85" fmla="*/ 150 h 332"/>
                <a:gd name="T86" fmla="*/ 48 w 309"/>
                <a:gd name="T87" fmla="*/ 145 h 332"/>
                <a:gd name="T88" fmla="*/ 60 w 309"/>
                <a:gd name="T89" fmla="*/ 150 h 332"/>
                <a:gd name="T90" fmla="*/ 155 w 309"/>
                <a:gd name="T91" fmla="*/ 189 h 332"/>
                <a:gd name="T92" fmla="*/ 249 w 309"/>
                <a:gd name="T93" fmla="*/ 150 h 332"/>
                <a:gd name="T94" fmla="*/ 261 w 309"/>
                <a:gd name="T95" fmla="*/ 145 h 332"/>
                <a:gd name="T96" fmla="*/ 273 w 309"/>
                <a:gd name="T97" fmla="*/ 150 h 332"/>
                <a:gd name="T98" fmla="*/ 273 w 309"/>
                <a:gd name="T99" fmla="*/ 174 h 332"/>
                <a:gd name="T100" fmla="*/ 155 w 309"/>
                <a:gd name="T101" fmla="*/ 223 h 332"/>
                <a:gd name="T102" fmla="*/ 36 w 309"/>
                <a:gd name="T103" fmla="*/ 174 h 3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09" h="332">
                  <a:moveTo>
                    <a:pt x="307" y="319"/>
                  </a:moveTo>
                  <a:cubicBezTo>
                    <a:pt x="252" y="214"/>
                    <a:pt x="252" y="214"/>
                    <a:pt x="252" y="214"/>
                  </a:cubicBezTo>
                  <a:cubicBezTo>
                    <a:pt x="264" y="206"/>
                    <a:pt x="276" y="197"/>
                    <a:pt x="286" y="187"/>
                  </a:cubicBezTo>
                  <a:cubicBezTo>
                    <a:pt x="300" y="173"/>
                    <a:pt x="300" y="151"/>
                    <a:pt x="286" y="137"/>
                  </a:cubicBezTo>
                  <a:cubicBezTo>
                    <a:pt x="280" y="130"/>
                    <a:pt x="271" y="126"/>
                    <a:pt x="261" y="126"/>
                  </a:cubicBezTo>
                  <a:cubicBezTo>
                    <a:pt x="252" y="126"/>
                    <a:pt x="243" y="130"/>
                    <a:pt x="236" y="137"/>
                  </a:cubicBezTo>
                  <a:cubicBezTo>
                    <a:pt x="231" y="142"/>
                    <a:pt x="225" y="147"/>
                    <a:pt x="219" y="151"/>
                  </a:cubicBezTo>
                  <a:cubicBezTo>
                    <a:pt x="191" y="97"/>
                    <a:pt x="191" y="97"/>
                    <a:pt x="191" y="97"/>
                  </a:cubicBezTo>
                  <a:cubicBezTo>
                    <a:pt x="202" y="87"/>
                    <a:pt x="210" y="72"/>
                    <a:pt x="210" y="55"/>
                  </a:cubicBezTo>
                  <a:cubicBezTo>
                    <a:pt x="210" y="25"/>
                    <a:pt x="185" y="0"/>
                    <a:pt x="155" y="0"/>
                  </a:cubicBezTo>
                  <a:cubicBezTo>
                    <a:pt x="125" y="0"/>
                    <a:pt x="100" y="25"/>
                    <a:pt x="100" y="55"/>
                  </a:cubicBezTo>
                  <a:cubicBezTo>
                    <a:pt x="100" y="72"/>
                    <a:pt x="107" y="87"/>
                    <a:pt x="119" y="97"/>
                  </a:cubicBezTo>
                  <a:cubicBezTo>
                    <a:pt x="90" y="151"/>
                    <a:pt x="90" y="151"/>
                    <a:pt x="90" y="151"/>
                  </a:cubicBezTo>
                  <a:cubicBezTo>
                    <a:pt x="84" y="147"/>
                    <a:pt x="79" y="142"/>
                    <a:pt x="73" y="137"/>
                  </a:cubicBezTo>
                  <a:cubicBezTo>
                    <a:pt x="67" y="130"/>
                    <a:pt x="58" y="126"/>
                    <a:pt x="48" y="126"/>
                  </a:cubicBezTo>
                  <a:cubicBezTo>
                    <a:pt x="39" y="126"/>
                    <a:pt x="30" y="130"/>
                    <a:pt x="23" y="137"/>
                  </a:cubicBezTo>
                  <a:cubicBezTo>
                    <a:pt x="9" y="151"/>
                    <a:pt x="9" y="173"/>
                    <a:pt x="23" y="187"/>
                  </a:cubicBezTo>
                  <a:cubicBezTo>
                    <a:pt x="33" y="197"/>
                    <a:pt x="45" y="206"/>
                    <a:pt x="57" y="214"/>
                  </a:cubicBezTo>
                  <a:cubicBezTo>
                    <a:pt x="2" y="319"/>
                    <a:pt x="2" y="319"/>
                    <a:pt x="2" y="319"/>
                  </a:cubicBezTo>
                  <a:cubicBezTo>
                    <a:pt x="0" y="323"/>
                    <a:pt x="2" y="329"/>
                    <a:pt x="6" y="331"/>
                  </a:cubicBezTo>
                  <a:cubicBezTo>
                    <a:pt x="7" y="332"/>
                    <a:pt x="9" y="332"/>
                    <a:pt x="10" y="332"/>
                  </a:cubicBezTo>
                  <a:cubicBezTo>
                    <a:pt x="14" y="332"/>
                    <a:pt x="17" y="331"/>
                    <a:pt x="19" y="327"/>
                  </a:cubicBezTo>
                  <a:cubicBezTo>
                    <a:pt x="74" y="223"/>
                    <a:pt x="74" y="223"/>
                    <a:pt x="74" y="223"/>
                  </a:cubicBezTo>
                  <a:cubicBezTo>
                    <a:pt x="99" y="235"/>
                    <a:pt x="126" y="241"/>
                    <a:pt x="155" y="241"/>
                  </a:cubicBezTo>
                  <a:cubicBezTo>
                    <a:pt x="183" y="241"/>
                    <a:pt x="211" y="235"/>
                    <a:pt x="236" y="223"/>
                  </a:cubicBezTo>
                  <a:cubicBezTo>
                    <a:pt x="290" y="327"/>
                    <a:pt x="290" y="327"/>
                    <a:pt x="290" y="327"/>
                  </a:cubicBezTo>
                  <a:cubicBezTo>
                    <a:pt x="292" y="331"/>
                    <a:pt x="295" y="332"/>
                    <a:pt x="299" y="332"/>
                  </a:cubicBezTo>
                  <a:cubicBezTo>
                    <a:pt x="300" y="332"/>
                    <a:pt x="302" y="332"/>
                    <a:pt x="303" y="331"/>
                  </a:cubicBezTo>
                  <a:cubicBezTo>
                    <a:pt x="308" y="329"/>
                    <a:pt x="309" y="323"/>
                    <a:pt x="307" y="319"/>
                  </a:cubicBezTo>
                  <a:close/>
                  <a:moveTo>
                    <a:pt x="155" y="19"/>
                  </a:moveTo>
                  <a:cubicBezTo>
                    <a:pt x="175" y="19"/>
                    <a:pt x="191" y="35"/>
                    <a:pt x="191" y="55"/>
                  </a:cubicBezTo>
                  <a:cubicBezTo>
                    <a:pt x="191" y="75"/>
                    <a:pt x="175" y="91"/>
                    <a:pt x="155" y="91"/>
                  </a:cubicBezTo>
                  <a:cubicBezTo>
                    <a:pt x="135" y="91"/>
                    <a:pt x="119" y="75"/>
                    <a:pt x="119" y="55"/>
                  </a:cubicBezTo>
                  <a:cubicBezTo>
                    <a:pt x="119" y="35"/>
                    <a:pt x="135" y="19"/>
                    <a:pt x="155" y="19"/>
                  </a:cubicBezTo>
                  <a:close/>
                  <a:moveTo>
                    <a:pt x="135" y="106"/>
                  </a:moveTo>
                  <a:cubicBezTo>
                    <a:pt x="141" y="109"/>
                    <a:pt x="148" y="110"/>
                    <a:pt x="155" y="110"/>
                  </a:cubicBezTo>
                  <a:cubicBezTo>
                    <a:pt x="162" y="110"/>
                    <a:pt x="168" y="109"/>
                    <a:pt x="175" y="106"/>
                  </a:cubicBezTo>
                  <a:cubicBezTo>
                    <a:pt x="203" y="160"/>
                    <a:pt x="203" y="160"/>
                    <a:pt x="203" y="160"/>
                  </a:cubicBezTo>
                  <a:cubicBezTo>
                    <a:pt x="188" y="167"/>
                    <a:pt x="172" y="170"/>
                    <a:pt x="155" y="170"/>
                  </a:cubicBezTo>
                  <a:cubicBezTo>
                    <a:pt x="138" y="170"/>
                    <a:pt x="122" y="167"/>
                    <a:pt x="107" y="160"/>
                  </a:cubicBezTo>
                  <a:lnTo>
                    <a:pt x="135" y="106"/>
                  </a:lnTo>
                  <a:close/>
                  <a:moveTo>
                    <a:pt x="36" y="174"/>
                  </a:moveTo>
                  <a:cubicBezTo>
                    <a:pt x="30" y="167"/>
                    <a:pt x="30" y="156"/>
                    <a:pt x="36" y="150"/>
                  </a:cubicBezTo>
                  <a:cubicBezTo>
                    <a:pt x="39" y="147"/>
                    <a:pt x="44" y="145"/>
                    <a:pt x="48" y="145"/>
                  </a:cubicBezTo>
                  <a:cubicBezTo>
                    <a:pt x="53" y="145"/>
                    <a:pt x="57" y="147"/>
                    <a:pt x="60" y="150"/>
                  </a:cubicBezTo>
                  <a:cubicBezTo>
                    <a:pt x="85" y="175"/>
                    <a:pt x="119" y="189"/>
                    <a:pt x="155" y="189"/>
                  </a:cubicBezTo>
                  <a:cubicBezTo>
                    <a:pt x="191" y="189"/>
                    <a:pt x="224" y="175"/>
                    <a:pt x="249" y="150"/>
                  </a:cubicBezTo>
                  <a:cubicBezTo>
                    <a:pt x="253" y="147"/>
                    <a:pt x="257" y="145"/>
                    <a:pt x="261" y="145"/>
                  </a:cubicBezTo>
                  <a:cubicBezTo>
                    <a:pt x="266" y="145"/>
                    <a:pt x="270" y="147"/>
                    <a:pt x="273" y="150"/>
                  </a:cubicBezTo>
                  <a:cubicBezTo>
                    <a:pt x="280" y="156"/>
                    <a:pt x="280" y="167"/>
                    <a:pt x="273" y="174"/>
                  </a:cubicBezTo>
                  <a:cubicBezTo>
                    <a:pt x="242" y="205"/>
                    <a:pt x="200" y="223"/>
                    <a:pt x="155" y="223"/>
                  </a:cubicBezTo>
                  <a:cubicBezTo>
                    <a:pt x="110" y="223"/>
                    <a:pt x="68" y="205"/>
                    <a:pt x="36" y="174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8" name="Freeform 148"/>
            <p:cNvSpPr>
              <a:spLocks noEditPoints="1"/>
            </p:cNvSpPr>
            <p:nvPr/>
          </p:nvSpPr>
          <p:spPr bwMode="auto">
            <a:xfrm>
              <a:off x="5602288" y="1027113"/>
              <a:ext cx="44450" cy="84138"/>
            </a:xfrm>
            <a:custGeom>
              <a:avLst/>
              <a:gdLst>
                <a:gd name="T0" fmla="*/ 9 w 45"/>
                <a:gd name="T1" fmla="*/ 58 h 84"/>
                <a:gd name="T2" fmla="*/ 13 w 45"/>
                <a:gd name="T3" fmla="*/ 58 h 84"/>
                <a:gd name="T4" fmla="*/ 13 w 45"/>
                <a:gd name="T5" fmla="*/ 75 h 84"/>
                <a:gd name="T6" fmla="*/ 23 w 45"/>
                <a:gd name="T7" fmla="*/ 84 h 84"/>
                <a:gd name="T8" fmla="*/ 32 w 45"/>
                <a:gd name="T9" fmla="*/ 75 h 84"/>
                <a:gd name="T10" fmla="*/ 32 w 45"/>
                <a:gd name="T11" fmla="*/ 58 h 84"/>
                <a:gd name="T12" fmla="*/ 36 w 45"/>
                <a:gd name="T13" fmla="*/ 58 h 84"/>
                <a:gd name="T14" fmla="*/ 45 w 45"/>
                <a:gd name="T15" fmla="*/ 49 h 84"/>
                <a:gd name="T16" fmla="*/ 45 w 45"/>
                <a:gd name="T17" fmla="*/ 10 h 84"/>
                <a:gd name="T18" fmla="*/ 36 w 45"/>
                <a:gd name="T19" fmla="*/ 0 h 84"/>
                <a:gd name="T20" fmla="*/ 9 w 45"/>
                <a:gd name="T21" fmla="*/ 0 h 84"/>
                <a:gd name="T22" fmla="*/ 0 w 45"/>
                <a:gd name="T23" fmla="*/ 10 h 84"/>
                <a:gd name="T24" fmla="*/ 0 w 45"/>
                <a:gd name="T25" fmla="*/ 49 h 84"/>
                <a:gd name="T26" fmla="*/ 9 w 45"/>
                <a:gd name="T27" fmla="*/ 58 h 84"/>
                <a:gd name="T28" fmla="*/ 19 w 45"/>
                <a:gd name="T29" fmla="*/ 19 h 84"/>
                <a:gd name="T30" fmla="*/ 26 w 45"/>
                <a:gd name="T31" fmla="*/ 19 h 84"/>
                <a:gd name="T32" fmla="*/ 26 w 45"/>
                <a:gd name="T33" fmla="*/ 40 h 84"/>
                <a:gd name="T34" fmla="*/ 19 w 45"/>
                <a:gd name="T35" fmla="*/ 40 h 84"/>
                <a:gd name="T36" fmla="*/ 19 w 45"/>
                <a:gd name="T37" fmla="*/ 19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5" h="84">
                  <a:moveTo>
                    <a:pt x="9" y="58"/>
                  </a:moveTo>
                  <a:cubicBezTo>
                    <a:pt x="13" y="58"/>
                    <a:pt x="13" y="58"/>
                    <a:pt x="13" y="58"/>
                  </a:cubicBezTo>
                  <a:cubicBezTo>
                    <a:pt x="13" y="75"/>
                    <a:pt x="13" y="75"/>
                    <a:pt x="13" y="75"/>
                  </a:cubicBezTo>
                  <a:cubicBezTo>
                    <a:pt x="13" y="80"/>
                    <a:pt x="18" y="84"/>
                    <a:pt x="23" y="84"/>
                  </a:cubicBezTo>
                  <a:cubicBezTo>
                    <a:pt x="28" y="84"/>
                    <a:pt x="32" y="80"/>
                    <a:pt x="32" y="75"/>
                  </a:cubicBezTo>
                  <a:cubicBezTo>
                    <a:pt x="32" y="58"/>
                    <a:pt x="32" y="58"/>
                    <a:pt x="32" y="58"/>
                  </a:cubicBezTo>
                  <a:cubicBezTo>
                    <a:pt x="36" y="58"/>
                    <a:pt x="36" y="58"/>
                    <a:pt x="36" y="58"/>
                  </a:cubicBezTo>
                  <a:cubicBezTo>
                    <a:pt x="41" y="58"/>
                    <a:pt x="45" y="54"/>
                    <a:pt x="45" y="49"/>
                  </a:cubicBezTo>
                  <a:cubicBezTo>
                    <a:pt x="45" y="10"/>
                    <a:pt x="45" y="10"/>
                    <a:pt x="45" y="10"/>
                  </a:cubicBezTo>
                  <a:cubicBezTo>
                    <a:pt x="45" y="4"/>
                    <a:pt x="41" y="0"/>
                    <a:pt x="36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54"/>
                    <a:pt x="4" y="58"/>
                    <a:pt x="9" y="58"/>
                  </a:cubicBezTo>
                  <a:close/>
                  <a:moveTo>
                    <a:pt x="19" y="19"/>
                  </a:moveTo>
                  <a:cubicBezTo>
                    <a:pt x="26" y="19"/>
                    <a:pt x="26" y="19"/>
                    <a:pt x="26" y="19"/>
                  </a:cubicBezTo>
                  <a:cubicBezTo>
                    <a:pt x="26" y="40"/>
                    <a:pt x="26" y="40"/>
                    <a:pt x="26" y="40"/>
                  </a:cubicBezTo>
                  <a:cubicBezTo>
                    <a:pt x="19" y="40"/>
                    <a:pt x="19" y="40"/>
                    <a:pt x="19" y="40"/>
                  </a:cubicBezTo>
                  <a:lnTo>
                    <a:pt x="19" y="19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49" name="Freeform 149"/>
          <p:cNvSpPr>
            <a:spLocks noEditPoints="1"/>
          </p:cNvSpPr>
          <p:nvPr/>
        </p:nvSpPr>
        <p:spPr bwMode="auto">
          <a:xfrm>
            <a:off x="8377768" y="1369484"/>
            <a:ext cx="740833" cy="567267"/>
          </a:xfrm>
          <a:custGeom>
            <a:avLst/>
            <a:gdLst>
              <a:gd name="T0" fmla="*/ 514 w 556"/>
              <a:gd name="T1" fmla="*/ 0 h 425"/>
              <a:gd name="T2" fmla="*/ 472 w 556"/>
              <a:gd name="T3" fmla="*/ 42 h 425"/>
              <a:gd name="T4" fmla="*/ 484 w 556"/>
              <a:gd name="T5" fmla="*/ 72 h 425"/>
              <a:gd name="T6" fmla="*/ 372 w 556"/>
              <a:gd name="T7" fmla="*/ 252 h 425"/>
              <a:gd name="T8" fmla="*/ 357 w 556"/>
              <a:gd name="T9" fmla="*/ 249 h 425"/>
              <a:gd name="T10" fmla="*/ 328 w 556"/>
              <a:gd name="T11" fmla="*/ 261 h 425"/>
              <a:gd name="T12" fmla="*/ 213 w 556"/>
              <a:gd name="T13" fmla="*/ 188 h 425"/>
              <a:gd name="T14" fmla="*/ 216 w 556"/>
              <a:gd name="T15" fmla="*/ 173 h 425"/>
              <a:gd name="T16" fmla="*/ 174 w 556"/>
              <a:gd name="T17" fmla="*/ 131 h 425"/>
              <a:gd name="T18" fmla="*/ 131 w 556"/>
              <a:gd name="T19" fmla="*/ 173 h 425"/>
              <a:gd name="T20" fmla="*/ 144 w 556"/>
              <a:gd name="T21" fmla="*/ 204 h 425"/>
              <a:gd name="T22" fmla="*/ 56 w 556"/>
              <a:gd name="T23" fmla="*/ 343 h 425"/>
              <a:gd name="T24" fmla="*/ 43 w 556"/>
              <a:gd name="T25" fmla="*/ 341 h 425"/>
              <a:gd name="T26" fmla="*/ 0 w 556"/>
              <a:gd name="T27" fmla="*/ 383 h 425"/>
              <a:gd name="T28" fmla="*/ 43 w 556"/>
              <a:gd name="T29" fmla="*/ 425 h 425"/>
              <a:gd name="T30" fmla="*/ 85 w 556"/>
              <a:gd name="T31" fmla="*/ 383 h 425"/>
              <a:gd name="T32" fmla="*/ 72 w 556"/>
              <a:gd name="T33" fmla="*/ 353 h 425"/>
              <a:gd name="T34" fmla="*/ 160 w 556"/>
              <a:gd name="T35" fmla="*/ 213 h 425"/>
              <a:gd name="T36" fmla="*/ 174 w 556"/>
              <a:gd name="T37" fmla="*/ 215 h 425"/>
              <a:gd name="T38" fmla="*/ 203 w 556"/>
              <a:gd name="T39" fmla="*/ 204 h 425"/>
              <a:gd name="T40" fmla="*/ 318 w 556"/>
              <a:gd name="T41" fmla="*/ 277 h 425"/>
              <a:gd name="T42" fmla="*/ 315 w 556"/>
              <a:gd name="T43" fmla="*/ 291 h 425"/>
              <a:gd name="T44" fmla="*/ 357 w 556"/>
              <a:gd name="T45" fmla="*/ 333 h 425"/>
              <a:gd name="T46" fmla="*/ 399 w 556"/>
              <a:gd name="T47" fmla="*/ 291 h 425"/>
              <a:gd name="T48" fmla="*/ 387 w 556"/>
              <a:gd name="T49" fmla="*/ 262 h 425"/>
              <a:gd name="T50" fmla="*/ 500 w 556"/>
              <a:gd name="T51" fmla="*/ 82 h 425"/>
              <a:gd name="T52" fmla="*/ 514 w 556"/>
              <a:gd name="T53" fmla="*/ 84 h 425"/>
              <a:gd name="T54" fmla="*/ 556 w 556"/>
              <a:gd name="T55" fmla="*/ 42 h 425"/>
              <a:gd name="T56" fmla="*/ 514 w 556"/>
              <a:gd name="T57" fmla="*/ 0 h 425"/>
              <a:gd name="T58" fmla="*/ 43 w 556"/>
              <a:gd name="T59" fmla="*/ 406 h 425"/>
              <a:gd name="T60" fmla="*/ 19 w 556"/>
              <a:gd name="T61" fmla="*/ 383 h 425"/>
              <a:gd name="T62" fmla="*/ 43 w 556"/>
              <a:gd name="T63" fmla="*/ 360 h 425"/>
              <a:gd name="T64" fmla="*/ 66 w 556"/>
              <a:gd name="T65" fmla="*/ 383 h 425"/>
              <a:gd name="T66" fmla="*/ 43 w 556"/>
              <a:gd name="T67" fmla="*/ 406 h 425"/>
              <a:gd name="T68" fmla="*/ 174 w 556"/>
              <a:gd name="T69" fmla="*/ 197 h 425"/>
              <a:gd name="T70" fmla="*/ 150 w 556"/>
              <a:gd name="T71" fmla="*/ 173 h 425"/>
              <a:gd name="T72" fmla="*/ 174 w 556"/>
              <a:gd name="T73" fmla="*/ 150 h 425"/>
              <a:gd name="T74" fmla="*/ 197 w 556"/>
              <a:gd name="T75" fmla="*/ 173 h 425"/>
              <a:gd name="T76" fmla="*/ 174 w 556"/>
              <a:gd name="T77" fmla="*/ 197 h 425"/>
              <a:gd name="T78" fmla="*/ 357 w 556"/>
              <a:gd name="T79" fmla="*/ 315 h 425"/>
              <a:gd name="T80" fmla="*/ 334 w 556"/>
              <a:gd name="T81" fmla="*/ 291 h 425"/>
              <a:gd name="T82" fmla="*/ 357 w 556"/>
              <a:gd name="T83" fmla="*/ 268 h 425"/>
              <a:gd name="T84" fmla="*/ 380 w 556"/>
              <a:gd name="T85" fmla="*/ 291 h 425"/>
              <a:gd name="T86" fmla="*/ 357 w 556"/>
              <a:gd name="T87" fmla="*/ 315 h 425"/>
              <a:gd name="T88" fmla="*/ 514 w 556"/>
              <a:gd name="T89" fmla="*/ 66 h 425"/>
              <a:gd name="T90" fmla="*/ 491 w 556"/>
              <a:gd name="T91" fmla="*/ 42 h 425"/>
              <a:gd name="T92" fmla="*/ 514 w 556"/>
              <a:gd name="T93" fmla="*/ 19 h 425"/>
              <a:gd name="T94" fmla="*/ 538 w 556"/>
              <a:gd name="T95" fmla="*/ 42 h 425"/>
              <a:gd name="T96" fmla="*/ 514 w 556"/>
              <a:gd name="T97" fmla="*/ 66 h 4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556" h="425">
                <a:moveTo>
                  <a:pt x="514" y="0"/>
                </a:moveTo>
                <a:cubicBezTo>
                  <a:pt x="491" y="0"/>
                  <a:pt x="472" y="19"/>
                  <a:pt x="472" y="42"/>
                </a:cubicBezTo>
                <a:cubicBezTo>
                  <a:pt x="472" y="54"/>
                  <a:pt x="477" y="65"/>
                  <a:pt x="484" y="72"/>
                </a:cubicBezTo>
                <a:cubicBezTo>
                  <a:pt x="372" y="252"/>
                  <a:pt x="372" y="252"/>
                  <a:pt x="372" y="252"/>
                </a:cubicBezTo>
                <a:cubicBezTo>
                  <a:pt x="367" y="250"/>
                  <a:pt x="362" y="249"/>
                  <a:pt x="357" y="249"/>
                </a:cubicBezTo>
                <a:cubicBezTo>
                  <a:pt x="346" y="249"/>
                  <a:pt x="335" y="254"/>
                  <a:pt x="328" y="261"/>
                </a:cubicBezTo>
                <a:cubicBezTo>
                  <a:pt x="213" y="188"/>
                  <a:pt x="213" y="188"/>
                  <a:pt x="213" y="188"/>
                </a:cubicBezTo>
                <a:cubicBezTo>
                  <a:pt x="215" y="184"/>
                  <a:pt x="216" y="179"/>
                  <a:pt x="216" y="173"/>
                </a:cubicBezTo>
                <a:cubicBezTo>
                  <a:pt x="216" y="150"/>
                  <a:pt x="197" y="131"/>
                  <a:pt x="174" y="131"/>
                </a:cubicBezTo>
                <a:cubicBezTo>
                  <a:pt x="150" y="131"/>
                  <a:pt x="131" y="150"/>
                  <a:pt x="131" y="173"/>
                </a:cubicBezTo>
                <a:cubicBezTo>
                  <a:pt x="131" y="185"/>
                  <a:pt x="136" y="196"/>
                  <a:pt x="144" y="204"/>
                </a:cubicBezTo>
                <a:cubicBezTo>
                  <a:pt x="56" y="343"/>
                  <a:pt x="56" y="343"/>
                  <a:pt x="56" y="343"/>
                </a:cubicBezTo>
                <a:cubicBezTo>
                  <a:pt x="52" y="342"/>
                  <a:pt x="47" y="341"/>
                  <a:pt x="43" y="341"/>
                </a:cubicBezTo>
                <a:cubicBezTo>
                  <a:pt x="19" y="341"/>
                  <a:pt x="0" y="360"/>
                  <a:pt x="0" y="383"/>
                </a:cubicBezTo>
                <a:cubicBezTo>
                  <a:pt x="0" y="406"/>
                  <a:pt x="19" y="425"/>
                  <a:pt x="43" y="425"/>
                </a:cubicBezTo>
                <a:cubicBezTo>
                  <a:pt x="66" y="425"/>
                  <a:pt x="85" y="406"/>
                  <a:pt x="85" y="383"/>
                </a:cubicBezTo>
                <a:cubicBezTo>
                  <a:pt x="85" y="371"/>
                  <a:pt x="80" y="361"/>
                  <a:pt x="72" y="353"/>
                </a:cubicBezTo>
                <a:cubicBezTo>
                  <a:pt x="160" y="213"/>
                  <a:pt x="160" y="213"/>
                  <a:pt x="160" y="213"/>
                </a:cubicBezTo>
                <a:cubicBezTo>
                  <a:pt x="164" y="215"/>
                  <a:pt x="169" y="215"/>
                  <a:pt x="174" y="215"/>
                </a:cubicBezTo>
                <a:cubicBezTo>
                  <a:pt x="185" y="215"/>
                  <a:pt x="195" y="211"/>
                  <a:pt x="203" y="204"/>
                </a:cubicBezTo>
                <a:cubicBezTo>
                  <a:pt x="318" y="277"/>
                  <a:pt x="318" y="277"/>
                  <a:pt x="318" y="277"/>
                </a:cubicBezTo>
                <a:cubicBezTo>
                  <a:pt x="316" y="281"/>
                  <a:pt x="315" y="286"/>
                  <a:pt x="315" y="291"/>
                </a:cubicBezTo>
                <a:cubicBezTo>
                  <a:pt x="315" y="315"/>
                  <a:pt x="334" y="333"/>
                  <a:pt x="357" y="333"/>
                </a:cubicBezTo>
                <a:cubicBezTo>
                  <a:pt x="380" y="333"/>
                  <a:pt x="399" y="315"/>
                  <a:pt x="399" y="291"/>
                </a:cubicBezTo>
                <a:cubicBezTo>
                  <a:pt x="399" y="280"/>
                  <a:pt x="395" y="270"/>
                  <a:pt x="387" y="262"/>
                </a:cubicBezTo>
                <a:cubicBezTo>
                  <a:pt x="500" y="82"/>
                  <a:pt x="500" y="82"/>
                  <a:pt x="500" y="82"/>
                </a:cubicBezTo>
                <a:cubicBezTo>
                  <a:pt x="505" y="84"/>
                  <a:pt x="509" y="84"/>
                  <a:pt x="514" y="84"/>
                </a:cubicBezTo>
                <a:cubicBezTo>
                  <a:pt x="537" y="84"/>
                  <a:pt x="556" y="66"/>
                  <a:pt x="556" y="42"/>
                </a:cubicBezTo>
                <a:cubicBezTo>
                  <a:pt x="556" y="19"/>
                  <a:pt x="537" y="0"/>
                  <a:pt x="514" y="0"/>
                </a:cubicBezTo>
                <a:close/>
                <a:moveTo>
                  <a:pt x="43" y="406"/>
                </a:moveTo>
                <a:cubicBezTo>
                  <a:pt x="30" y="406"/>
                  <a:pt x="19" y="396"/>
                  <a:pt x="19" y="383"/>
                </a:cubicBezTo>
                <a:cubicBezTo>
                  <a:pt x="19" y="370"/>
                  <a:pt x="30" y="360"/>
                  <a:pt x="43" y="360"/>
                </a:cubicBezTo>
                <a:cubicBezTo>
                  <a:pt x="55" y="360"/>
                  <a:pt x="66" y="370"/>
                  <a:pt x="66" y="383"/>
                </a:cubicBezTo>
                <a:cubicBezTo>
                  <a:pt x="66" y="396"/>
                  <a:pt x="55" y="406"/>
                  <a:pt x="43" y="406"/>
                </a:cubicBezTo>
                <a:close/>
                <a:moveTo>
                  <a:pt x="174" y="197"/>
                </a:moveTo>
                <a:cubicBezTo>
                  <a:pt x="161" y="197"/>
                  <a:pt x="150" y="186"/>
                  <a:pt x="150" y="173"/>
                </a:cubicBezTo>
                <a:cubicBezTo>
                  <a:pt x="150" y="160"/>
                  <a:pt x="161" y="150"/>
                  <a:pt x="174" y="150"/>
                </a:cubicBezTo>
                <a:cubicBezTo>
                  <a:pt x="186" y="150"/>
                  <a:pt x="197" y="160"/>
                  <a:pt x="197" y="173"/>
                </a:cubicBezTo>
                <a:cubicBezTo>
                  <a:pt x="197" y="186"/>
                  <a:pt x="186" y="197"/>
                  <a:pt x="174" y="197"/>
                </a:cubicBezTo>
                <a:close/>
                <a:moveTo>
                  <a:pt x="357" y="315"/>
                </a:moveTo>
                <a:cubicBezTo>
                  <a:pt x="344" y="315"/>
                  <a:pt x="334" y="304"/>
                  <a:pt x="334" y="291"/>
                </a:cubicBezTo>
                <a:cubicBezTo>
                  <a:pt x="334" y="278"/>
                  <a:pt x="344" y="268"/>
                  <a:pt x="357" y="268"/>
                </a:cubicBezTo>
                <a:cubicBezTo>
                  <a:pt x="370" y="268"/>
                  <a:pt x="380" y="278"/>
                  <a:pt x="380" y="291"/>
                </a:cubicBezTo>
                <a:cubicBezTo>
                  <a:pt x="380" y="304"/>
                  <a:pt x="370" y="315"/>
                  <a:pt x="357" y="315"/>
                </a:cubicBezTo>
                <a:close/>
                <a:moveTo>
                  <a:pt x="514" y="66"/>
                </a:moveTo>
                <a:cubicBezTo>
                  <a:pt x="501" y="66"/>
                  <a:pt x="491" y="55"/>
                  <a:pt x="491" y="42"/>
                </a:cubicBezTo>
                <a:cubicBezTo>
                  <a:pt x="491" y="29"/>
                  <a:pt x="501" y="19"/>
                  <a:pt x="514" y="19"/>
                </a:cubicBezTo>
                <a:cubicBezTo>
                  <a:pt x="527" y="19"/>
                  <a:pt x="538" y="29"/>
                  <a:pt x="538" y="42"/>
                </a:cubicBezTo>
                <a:cubicBezTo>
                  <a:pt x="538" y="55"/>
                  <a:pt x="527" y="66"/>
                  <a:pt x="514" y="66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</p:spTree>
    <p:extLst>
      <p:ext uri="{BB962C8B-B14F-4D97-AF65-F5344CB8AC3E}">
        <p14:creationId xmlns:p14="http://schemas.microsoft.com/office/powerpoint/2010/main" val="3078080518"/>
      </p:ext>
    </p:extLst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" name="Freeform 58"/>
          <p:cNvSpPr>
            <a:spLocks noEditPoints="1"/>
          </p:cNvSpPr>
          <p:nvPr/>
        </p:nvSpPr>
        <p:spPr bwMode="auto">
          <a:xfrm>
            <a:off x="840317" y="931335"/>
            <a:ext cx="577851" cy="577851"/>
          </a:xfrm>
          <a:custGeom>
            <a:avLst/>
            <a:gdLst>
              <a:gd name="T0" fmla="*/ 351 w 353"/>
              <a:gd name="T1" fmla="*/ 171 h 353"/>
              <a:gd name="T2" fmla="*/ 289 w 353"/>
              <a:gd name="T3" fmla="*/ 109 h 353"/>
              <a:gd name="T4" fmla="*/ 289 w 353"/>
              <a:gd name="T5" fmla="*/ 24 h 353"/>
              <a:gd name="T6" fmla="*/ 281 w 353"/>
              <a:gd name="T7" fmla="*/ 16 h 353"/>
              <a:gd name="T8" fmla="*/ 233 w 353"/>
              <a:gd name="T9" fmla="*/ 16 h 353"/>
              <a:gd name="T10" fmla="*/ 225 w 353"/>
              <a:gd name="T11" fmla="*/ 24 h 353"/>
              <a:gd name="T12" fmla="*/ 225 w 353"/>
              <a:gd name="T13" fmla="*/ 45 h 353"/>
              <a:gd name="T14" fmla="*/ 182 w 353"/>
              <a:gd name="T15" fmla="*/ 2 h 353"/>
              <a:gd name="T16" fmla="*/ 177 w 353"/>
              <a:gd name="T17" fmla="*/ 0 h 353"/>
              <a:gd name="T18" fmla="*/ 171 w 353"/>
              <a:gd name="T19" fmla="*/ 2 h 353"/>
              <a:gd name="T20" fmla="*/ 2 w 353"/>
              <a:gd name="T21" fmla="*/ 171 h 353"/>
              <a:gd name="T22" fmla="*/ 0 w 353"/>
              <a:gd name="T23" fmla="*/ 176 h 353"/>
              <a:gd name="T24" fmla="*/ 8 w 353"/>
              <a:gd name="T25" fmla="*/ 184 h 353"/>
              <a:gd name="T26" fmla="*/ 14 w 353"/>
              <a:gd name="T27" fmla="*/ 182 h 353"/>
              <a:gd name="T28" fmla="*/ 48 w 353"/>
              <a:gd name="T29" fmla="*/ 148 h 353"/>
              <a:gd name="T30" fmla="*/ 48 w 353"/>
              <a:gd name="T31" fmla="*/ 345 h 353"/>
              <a:gd name="T32" fmla="*/ 56 w 353"/>
              <a:gd name="T33" fmla="*/ 353 h 353"/>
              <a:gd name="T34" fmla="*/ 297 w 353"/>
              <a:gd name="T35" fmla="*/ 353 h 353"/>
              <a:gd name="T36" fmla="*/ 305 w 353"/>
              <a:gd name="T37" fmla="*/ 345 h 353"/>
              <a:gd name="T38" fmla="*/ 305 w 353"/>
              <a:gd name="T39" fmla="*/ 148 h 353"/>
              <a:gd name="T40" fmla="*/ 339 w 353"/>
              <a:gd name="T41" fmla="*/ 182 h 353"/>
              <a:gd name="T42" fmla="*/ 345 w 353"/>
              <a:gd name="T43" fmla="*/ 184 h 353"/>
              <a:gd name="T44" fmla="*/ 353 w 353"/>
              <a:gd name="T45" fmla="*/ 176 h 353"/>
              <a:gd name="T46" fmla="*/ 351 w 353"/>
              <a:gd name="T47" fmla="*/ 171 h 353"/>
              <a:gd name="T48" fmla="*/ 241 w 353"/>
              <a:gd name="T49" fmla="*/ 32 h 353"/>
              <a:gd name="T50" fmla="*/ 273 w 353"/>
              <a:gd name="T51" fmla="*/ 32 h 353"/>
              <a:gd name="T52" fmla="*/ 273 w 353"/>
              <a:gd name="T53" fmla="*/ 93 h 353"/>
              <a:gd name="T54" fmla="*/ 241 w 353"/>
              <a:gd name="T55" fmla="*/ 61 h 353"/>
              <a:gd name="T56" fmla="*/ 241 w 353"/>
              <a:gd name="T57" fmla="*/ 32 h 353"/>
              <a:gd name="T58" fmla="*/ 128 w 353"/>
              <a:gd name="T59" fmla="*/ 337 h 353"/>
              <a:gd name="T60" fmla="*/ 64 w 353"/>
              <a:gd name="T61" fmla="*/ 337 h 353"/>
              <a:gd name="T62" fmla="*/ 64 w 353"/>
              <a:gd name="T63" fmla="*/ 321 h 353"/>
              <a:gd name="T64" fmla="*/ 128 w 353"/>
              <a:gd name="T65" fmla="*/ 321 h 353"/>
              <a:gd name="T66" fmla="*/ 128 w 353"/>
              <a:gd name="T67" fmla="*/ 337 h 353"/>
              <a:gd name="T68" fmla="*/ 209 w 353"/>
              <a:gd name="T69" fmla="*/ 337 h 353"/>
              <a:gd name="T70" fmla="*/ 144 w 353"/>
              <a:gd name="T71" fmla="*/ 337 h 353"/>
              <a:gd name="T72" fmla="*/ 144 w 353"/>
              <a:gd name="T73" fmla="*/ 208 h 353"/>
              <a:gd name="T74" fmla="*/ 209 w 353"/>
              <a:gd name="T75" fmla="*/ 208 h 353"/>
              <a:gd name="T76" fmla="*/ 209 w 353"/>
              <a:gd name="T77" fmla="*/ 337 h 353"/>
              <a:gd name="T78" fmla="*/ 289 w 353"/>
              <a:gd name="T79" fmla="*/ 337 h 353"/>
              <a:gd name="T80" fmla="*/ 225 w 353"/>
              <a:gd name="T81" fmla="*/ 337 h 353"/>
              <a:gd name="T82" fmla="*/ 225 w 353"/>
              <a:gd name="T83" fmla="*/ 321 h 353"/>
              <a:gd name="T84" fmla="*/ 289 w 353"/>
              <a:gd name="T85" fmla="*/ 321 h 353"/>
              <a:gd name="T86" fmla="*/ 289 w 353"/>
              <a:gd name="T87" fmla="*/ 337 h 353"/>
              <a:gd name="T88" fmla="*/ 289 w 353"/>
              <a:gd name="T89" fmla="*/ 305 h 353"/>
              <a:gd name="T90" fmla="*/ 225 w 353"/>
              <a:gd name="T91" fmla="*/ 305 h 353"/>
              <a:gd name="T92" fmla="*/ 225 w 353"/>
              <a:gd name="T93" fmla="*/ 200 h 353"/>
              <a:gd name="T94" fmla="*/ 217 w 353"/>
              <a:gd name="T95" fmla="*/ 192 h 353"/>
              <a:gd name="T96" fmla="*/ 136 w 353"/>
              <a:gd name="T97" fmla="*/ 192 h 353"/>
              <a:gd name="T98" fmla="*/ 128 w 353"/>
              <a:gd name="T99" fmla="*/ 200 h 353"/>
              <a:gd name="T100" fmla="*/ 128 w 353"/>
              <a:gd name="T101" fmla="*/ 305 h 353"/>
              <a:gd name="T102" fmla="*/ 64 w 353"/>
              <a:gd name="T103" fmla="*/ 305 h 353"/>
              <a:gd name="T104" fmla="*/ 64 w 353"/>
              <a:gd name="T105" fmla="*/ 132 h 353"/>
              <a:gd name="T106" fmla="*/ 177 w 353"/>
              <a:gd name="T107" fmla="*/ 19 h 353"/>
              <a:gd name="T108" fmla="*/ 289 w 353"/>
              <a:gd name="T109" fmla="*/ 132 h 353"/>
              <a:gd name="T110" fmla="*/ 289 w 353"/>
              <a:gd name="T111" fmla="*/ 305 h 353"/>
              <a:gd name="T112" fmla="*/ 185 w 353"/>
              <a:gd name="T113" fmla="*/ 289 h 353"/>
              <a:gd name="T114" fmla="*/ 193 w 353"/>
              <a:gd name="T115" fmla="*/ 281 h 353"/>
              <a:gd name="T116" fmla="*/ 185 w 353"/>
              <a:gd name="T117" fmla="*/ 273 h 353"/>
              <a:gd name="T118" fmla="*/ 177 w 353"/>
              <a:gd name="T119" fmla="*/ 281 h 353"/>
              <a:gd name="T120" fmla="*/ 185 w 353"/>
              <a:gd name="T121" fmla="*/ 289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353" h="353">
                <a:moveTo>
                  <a:pt x="351" y="171"/>
                </a:moveTo>
                <a:cubicBezTo>
                  <a:pt x="289" y="109"/>
                  <a:pt x="289" y="109"/>
                  <a:pt x="289" y="109"/>
                </a:cubicBezTo>
                <a:cubicBezTo>
                  <a:pt x="289" y="24"/>
                  <a:pt x="289" y="24"/>
                  <a:pt x="289" y="24"/>
                </a:cubicBezTo>
                <a:cubicBezTo>
                  <a:pt x="289" y="19"/>
                  <a:pt x="285" y="16"/>
                  <a:pt x="281" y="16"/>
                </a:cubicBezTo>
                <a:cubicBezTo>
                  <a:pt x="233" y="16"/>
                  <a:pt x="233" y="16"/>
                  <a:pt x="233" y="16"/>
                </a:cubicBezTo>
                <a:cubicBezTo>
                  <a:pt x="228" y="16"/>
                  <a:pt x="225" y="19"/>
                  <a:pt x="225" y="24"/>
                </a:cubicBezTo>
                <a:cubicBezTo>
                  <a:pt x="225" y="45"/>
                  <a:pt x="225" y="45"/>
                  <a:pt x="225" y="45"/>
                </a:cubicBezTo>
                <a:cubicBezTo>
                  <a:pt x="182" y="2"/>
                  <a:pt x="182" y="2"/>
                  <a:pt x="182" y="2"/>
                </a:cubicBezTo>
                <a:cubicBezTo>
                  <a:pt x="181" y="1"/>
                  <a:pt x="179" y="0"/>
                  <a:pt x="177" y="0"/>
                </a:cubicBezTo>
                <a:cubicBezTo>
                  <a:pt x="174" y="0"/>
                  <a:pt x="172" y="1"/>
                  <a:pt x="171" y="2"/>
                </a:cubicBezTo>
                <a:cubicBezTo>
                  <a:pt x="2" y="171"/>
                  <a:pt x="2" y="171"/>
                  <a:pt x="2" y="171"/>
                </a:cubicBezTo>
                <a:cubicBezTo>
                  <a:pt x="1" y="172"/>
                  <a:pt x="0" y="174"/>
                  <a:pt x="0" y="176"/>
                </a:cubicBezTo>
                <a:cubicBezTo>
                  <a:pt x="0" y="181"/>
                  <a:pt x="3" y="184"/>
                  <a:pt x="8" y="184"/>
                </a:cubicBezTo>
                <a:cubicBezTo>
                  <a:pt x="10" y="184"/>
                  <a:pt x="12" y="184"/>
                  <a:pt x="14" y="182"/>
                </a:cubicBezTo>
                <a:cubicBezTo>
                  <a:pt x="48" y="148"/>
                  <a:pt x="48" y="148"/>
                  <a:pt x="48" y="148"/>
                </a:cubicBezTo>
                <a:cubicBezTo>
                  <a:pt x="48" y="345"/>
                  <a:pt x="48" y="345"/>
                  <a:pt x="48" y="345"/>
                </a:cubicBezTo>
                <a:cubicBezTo>
                  <a:pt x="48" y="349"/>
                  <a:pt x="52" y="353"/>
                  <a:pt x="56" y="353"/>
                </a:cubicBezTo>
                <a:cubicBezTo>
                  <a:pt x="297" y="353"/>
                  <a:pt x="297" y="353"/>
                  <a:pt x="297" y="353"/>
                </a:cubicBezTo>
                <a:cubicBezTo>
                  <a:pt x="301" y="353"/>
                  <a:pt x="305" y="349"/>
                  <a:pt x="305" y="345"/>
                </a:cubicBezTo>
                <a:cubicBezTo>
                  <a:pt x="305" y="148"/>
                  <a:pt x="305" y="148"/>
                  <a:pt x="305" y="148"/>
                </a:cubicBezTo>
                <a:cubicBezTo>
                  <a:pt x="339" y="182"/>
                  <a:pt x="339" y="182"/>
                  <a:pt x="339" y="182"/>
                </a:cubicBezTo>
                <a:cubicBezTo>
                  <a:pt x="341" y="184"/>
                  <a:pt x="343" y="184"/>
                  <a:pt x="345" y="184"/>
                </a:cubicBezTo>
                <a:cubicBezTo>
                  <a:pt x="350" y="184"/>
                  <a:pt x="353" y="181"/>
                  <a:pt x="353" y="176"/>
                </a:cubicBezTo>
                <a:cubicBezTo>
                  <a:pt x="353" y="174"/>
                  <a:pt x="352" y="172"/>
                  <a:pt x="351" y="171"/>
                </a:cubicBezTo>
                <a:moveTo>
                  <a:pt x="241" y="32"/>
                </a:moveTo>
                <a:cubicBezTo>
                  <a:pt x="273" y="32"/>
                  <a:pt x="273" y="32"/>
                  <a:pt x="273" y="32"/>
                </a:cubicBezTo>
                <a:cubicBezTo>
                  <a:pt x="273" y="93"/>
                  <a:pt x="273" y="93"/>
                  <a:pt x="273" y="93"/>
                </a:cubicBezTo>
                <a:cubicBezTo>
                  <a:pt x="241" y="61"/>
                  <a:pt x="241" y="61"/>
                  <a:pt x="241" y="61"/>
                </a:cubicBezTo>
                <a:lnTo>
                  <a:pt x="241" y="32"/>
                </a:lnTo>
                <a:close/>
                <a:moveTo>
                  <a:pt x="128" y="337"/>
                </a:moveTo>
                <a:cubicBezTo>
                  <a:pt x="64" y="337"/>
                  <a:pt x="64" y="337"/>
                  <a:pt x="64" y="337"/>
                </a:cubicBezTo>
                <a:cubicBezTo>
                  <a:pt x="64" y="321"/>
                  <a:pt x="64" y="321"/>
                  <a:pt x="64" y="321"/>
                </a:cubicBezTo>
                <a:cubicBezTo>
                  <a:pt x="128" y="321"/>
                  <a:pt x="128" y="321"/>
                  <a:pt x="128" y="321"/>
                </a:cubicBezTo>
                <a:lnTo>
                  <a:pt x="128" y="337"/>
                </a:lnTo>
                <a:close/>
                <a:moveTo>
                  <a:pt x="209" y="337"/>
                </a:moveTo>
                <a:cubicBezTo>
                  <a:pt x="144" y="337"/>
                  <a:pt x="144" y="337"/>
                  <a:pt x="144" y="337"/>
                </a:cubicBezTo>
                <a:cubicBezTo>
                  <a:pt x="144" y="208"/>
                  <a:pt x="144" y="208"/>
                  <a:pt x="144" y="208"/>
                </a:cubicBezTo>
                <a:cubicBezTo>
                  <a:pt x="209" y="208"/>
                  <a:pt x="209" y="208"/>
                  <a:pt x="209" y="208"/>
                </a:cubicBezTo>
                <a:lnTo>
                  <a:pt x="209" y="337"/>
                </a:lnTo>
                <a:close/>
                <a:moveTo>
                  <a:pt x="289" y="337"/>
                </a:moveTo>
                <a:cubicBezTo>
                  <a:pt x="225" y="337"/>
                  <a:pt x="225" y="337"/>
                  <a:pt x="225" y="337"/>
                </a:cubicBezTo>
                <a:cubicBezTo>
                  <a:pt x="225" y="321"/>
                  <a:pt x="225" y="321"/>
                  <a:pt x="225" y="321"/>
                </a:cubicBezTo>
                <a:cubicBezTo>
                  <a:pt x="289" y="321"/>
                  <a:pt x="289" y="321"/>
                  <a:pt x="289" y="321"/>
                </a:cubicBezTo>
                <a:lnTo>
                  <a:pt x="289" y="337"/>
                </a:lnTo>
                <a:close/>
                <a:moveTo>
                  <a:pt x="289" y="305"/>
                </a:moveTo>
                <a:cubicBezTo>
                  <a:pt x="225" y="305"/>
                  <a:pt x="225" y="305"/>
                  <a:pt x="225" y="305"/>
                </a:cubicBezTo>
                <a:cubicBezTo>
                  <a:pt x="225" y="200"/>
                  <a:pt x="225" y="200"/>
                  <a:pt x="225" y="200"/>
                </a:cubicBezTo>
                <a:cubicBezTo>
                  <a:pt x="225" y="196"/>
                  <a:pt x="221" y="192"/>
                  <a:pt x="217" y="192"/>
                </a:cubicBezTo>
                <a:cubicBezTo>
                  <a:pt x="136" y="192"/>
                  <a:pt x="136" y="192"/>
                  <a:pt x="136" y="192"/>
                </a:cubicBezTo>
                <a:cubicBezTo>
                  <a:pt x="132" y="192"/>
                  <a:pt x="128" y="196"/>
                  <a:pt x="128" y="200"/>
                </a:cubicBezTo>
                <a:cubicBezTo>
                  <a:pt x="128" y="305"/>
                  <a:pt x="128" y="305"/>
                  <a:pt x="128" y="305"/>
                </a:cubicBezTo>
                <a:cubicBezTo>
                  <a:pt x="64" y="305"/>
                  <a:pt x="64" y="305"/>
                  <a:pt x="64" y="305"/>
                </a:cubicBezTo>
                <a:cubicBezTo>
                  <a:pt x="64" y="132"/>
                  <a:pt x="64" y="132"/>
                  <a:pt x="64" y="132"/>
                </a:cubicBezTo>
                <a:cubicBezTo>
                  <a:pt x="177" y="19"/>
                  <a:pt x="177" y="19"/>
                  <a:pt x="177" y="19"/>
                </a:cubicBezTo>
                <a:cubicBezTo>
                  <a:pt x="289" y="132"/>
                  <a:pt x="289" y="132"/>
                  <a:pt x="289" y="132"/>
                </a:cubicBezTo>
                <a:lnTo>
                  <a:pt x="289" y="305"/>
                </a:lnTo>
                <a:close/>
                <a:moveTo>
                  <a:pt x="185" y="289"/>
                </a:moveTo>
                <a:cubicBezTo>
                  <a:pt x="189" y="289"/>
                  <a:pt x="193" y="285"/>
                  <a:pt x="193" y="281"/>
                </a:cubicBezTo>
                <a:cubicBezTo>
                  <a:pt x="193" y="276"/>
                  <a:pt x="189" y="273"/>
                  <a:pt x="185" y="273"/>
                </a:cubicBezTo>
                <a:cubicBezTo>
                  <a:pt x="180" y="273"/>
                  <a:pt x="177" y="276"/>
                  <a:pt x="177" y="281"/>
                </a:cubicBezTo>
                <a:cubicBezTo>
                  <a:pt x="177" y="285"/>
                  <a:pt x="180" y="289"/>
                  <a:pt x="185" y="289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0" name="Freeform 59"/>
          <p:cNvSpPr>
            <a:spLocks noEditPoints="1"/>
          </p:cNvSpPr>
          <p:nvPr/>
        </p:nvSpPr>
        <p:spPr bwMode="auto">
          <a:xfrm>
            <a:off x="1943100" y="931335"/>
            <a:ext cx="577851" cy="577851"/>
          </a:xfrm>
          <a:custGeom>
            <a:avLst/>
            <a:gdLst>
              <a:gd name="T0" fmla="*/ 289 w 353"/>
              <a:gd name="T1" fmla="*/ 176 h 353"/>
              <a:gd name="T2" fmla="*/ 305 w 353"/>
              <a:gd name="T3" fmla="*/ 176 h 353"/>
              <a:gd name="T4" fmla="*/ 121 w 353"/>
              <a:gd name="T5" fmla="*/ 274 h 353"/>
              <a:gd name="T6" fmla="*/ 113 w 353"/>
              <a:gd name="T7" fmla="*/ 288 h 353"/>
              <a:gd name="T8" fmla="*/ 121 w 353"/>
              <a:gd name="T9" fmla="*/ 274 h 353"/>
              <a:gd name="T10" fmla="*/ 66 w 353"/>
              <a:gd name="T11" fmla="*/ 241 h 353"/>
              <a:gd name="T12" fmla="*/ 80 w 353"/>
              <a:gd name="T13" fmla="*/ 233 h 353"/>
              <a:gd name="T14" fmla="*/ 113 w 353"/>
              <a:gd name="T15" fmla="*/ 65 h 353"/>
              <a:gd name="T16" fmla="*/ 121 w 353"/>
              <a:gd name="T17" fmla="*/ 79 h 353"/>
              <a:gd name="T18" fmla="*/ 113 w 353"/>
              <a:gd name="T19" fmla="*/ 65 h 353"/>
              <a:gd name="T20" fmla="*/ 48 w 353"/>
              <a:gd name="T21" fmla="*/ 176 h 353"/>
              <a:gd name="T22" fmla="*/ 64 w 353"/>
              <a:gd name="T23" fmla="*/ 176 h 353"/>
              <a:gd name="T24" fmla="*/ 233 w 353"/>
              <a:gd name="T25" fmla="*/ 79 h 353"/>
              <a:gd name="T26" fmla="*/ 241 w 353"/>
              <a:gd name="T27" fmla="*/ 65 h 353"/>
              <a:gd name="T28" fmla="*/ 233 w 353"/>
              <a:gd name="T29" fmla="*/ 79 h 353"/>
              <a:gd name="T30" fmla="*/ 66 w 353"/>
              <a:gd name="T31" fmla="*/ 112 h 353"/>
              <a:gd name="T32" fmla="*/ 80 w 353"/>
              <a:gd name="T33" fmla="*/ 120 h 353"/>
              <a:gd name="T34" fmla="*/ 285 w 353"/>
              <a:gd name="T35" fmla="*/ 230 h 353"/>
              <a:gd name="T36" fmla="*/ 277 w 353"/>
              <a:gd name="T37" fmla="*/ 244 h 353"/>
              <a:gd name="T38" fmla="*/ 285 w 353"/>
              <a:gd name="T39" fmla="*/ 230 h 353"/>
              <a:gd name="T40" fmla="*/ 169 w 353"/>
              <a:gd name="T41" fmla="*/ 297 h 353"/>
              <a:gd name="T42" fmla="*/ 185 w 353"/>
              <a:gd name="T43" fmla="*/ 297 h 353"/>
              <a:gd name="T44" fmla="*/ 277 w 353"/>
              <a:gd name="T45" fmla="*/ 109 h 353"/>
              <a:gd name="T46" fmla="*/ 285 w 353"/>
              <a:gd name="T47" fmla="*/ 123 h 353"/>
              <a:gd name="T48" fmla="*/ 277 w 353"/>
              <a:gd name="T49" fmla="*/ 109 h 353"/>
              <a:gd name="T50" fmla="*/ 208 w 353"/>
              <a:gd name="T51" fmla="*/ 168 h 353"/>
              <a:gd name="T52" fmla="*/ 185 w 353"/>
              <a:gd name="T53" fmla="*/ 56 h 353"/>
              <a:gd name="T54" fmla="*/ 169 w 353"/>
              <a:gd name="T55" fmla="*/ 56 h 353"/>
              <a:gd name="T56" fmla="*/ 145 w 353"/>
              <a:gd name="T57" fmla="*/ 176 h 353"/>
              <a:gd name="T58" fmla="*/ 208 w 353"/>
              <a:gd name="T59" fmla="*/ 184 h 353"/>
              <a:gd name="T60" fmla="*/ 257 w 353"/>
              <a:gd name="T61" fmla="*/ 176 h 353"/>
              <a:gd name="T62" fmla="*/ 177 w 353"/>
              <a:gd name="T63" fmla="*/ 192 h 353"/>
              <a:gd name="T64" fmla="*/ 177 w 353"/>
              <a:gd name="T65" fmla="*/ 160 h 353"/>
              <a:gd name="T66" fmla="*/ 177 w 353"/>
              <a:gd name="T67" fmla="*/ 192 h 353"/>
              <a:gd name="T68" fmla="*/ 230 w 353"/>
              <a:gd name="T69" fmla="*/ 285 h 353"/>
              <a:gd name="T70" fmla="*/ 244 w 353"/>
              <a:gd name="T71" fmla="*/ 277 h 353"/>
              <a:gd name="T72" fmla="*/ 177 w 353"/>
              <a:gd name="T73" fmla="*/ 0 h 353"/>
              <a:gd name="T74" fmla="*/ 177 w 353"/>
              <a:gd name="T75" fmla="*/ 353 h 353"/>
              <a:gd name="T76" fmla="*/ 177 w 353"/>
              <a:gd name="T77" fmla="*/ 0 h 353"/>
              <a:gd name="T78" fmla="*/ 16 w 353"/>
              <a:gd name="T79" fmla="*/ 176 h 353"/>
              <a:gd name="T80" fmla="*/ 337 w 353"/>
              <a:gd name="T81" fmla="*/ 176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353" h="353">
                <a:moveTo>
                  <a:pt x="297" y="168"/>
                </a:moveTo>
                <a:cubicBezTo>
                  <a:pt x="293" y="168"/>
                  <a:pt x="289" y="172"/>
                  <a:pt x="289" y="176"/>
                </a:cubicBezTo>
                <a:cubicBezTo>
                  <a:pt x="289" y="181"/>
                  <a:pt x="293" y="184"/>
                  <a:pt x="297" y="184"/>
                </a:cubicBezTo>
                <a:cubicBezTo>
                  <a:pt x="302" y="184"/>
                  <a:pt x="305" y="181"/>
                  <a:pt x="305" y="176"/>
                </a:cubicBezTo>
                <a:cubicBezTo>
                  <a:pt x="305" y="172"/>
                  <a:pt x="302" y="168"/>
                  <a:pt x="297" y="168"/>
                </a:cubicBezTo>
                <a:moveTo>
                  <a:pt x="121" y="274"/>
                </a:moveTo>
                <a:cubicBezTo>
                  <a:pt x="117" y="271"/>
                  <a:pt x="112" y="273"/>
                  <a:pt x="110" y="277"/>
                </a:cubicBezTo>
                <a:cubicBezTo>
                  <a:pt x="107" y="280"/>
                  <a:pt x="109" y="285"/>
                  <a:pt x="113" y="288"/>
                </a:cubicBezTo>
                <a:cubicBezTo>
                  <a:pt x="116" y="290"/>
                  <a:pt x="121" y="289"/>
                  <a:pt x="124" y="285"/>
                </a:cubicBezTo>
                <a:cubicBezTo>
                  <a:pt x="126" y="281"/>
                  <a:pt x="124" y="276"/>
                  <a:pt x="121" y="274"/>
                </a:cubicBezTo>
                <a:moveTo>
                  <a:pt x="69" y="230"/>
                </a:moveTo>
                <a:cubicBezTo>
                  <a:pt x="65" y="232"/>
                  <a:pt x="63" y="237"/>
                  <a:pt x="66" y="241"/>
                </a:cubicBezTo>
                <a:cubicBezTo>
                  <a:pt x="68" y="244"/>
                  <a:pt x="73" y="246"/>
                  <a:pt x="77" y="244"/>
                </a:cubicBezTo>
                <a:cubicBezTo>
                  <a:pt x="80" y="241"/>
                  <a:pt x="82" y="236"/>
                  <a:pt x="80" y="233"/>
                </a:cubicBezTo>
                <a:cubicBezTo>
                  <a:pt x="77" y="229"/>
                  <a:pt x="72" y="227"/>
                  <a:pt x="69" y="230"/>
                </a:cubicBezTo>
                <a:moveTo>
                  <a:pt x="113" y="65"/>
                </a:moveTo>
                <a:cubicBezTo>
                  <a:pt x="109" y="67"/>
                  <a:pt x="107" y="72"/>
                  <a:pt x="110" y="76"/>
                </a:cubicBezTo>
                <a:cubicBezTo>
                  <a:pt x="112" y="80"/>
                  <a:pt x="117" y="81"/>
                  <a:pt x="121" y="79"/>
                </a:cubicBezTo>
                <a:cubicBezTo>
                  <a:pt x="124" y="77"/>
                  <a:pt x="126" y="72"/>
                  <a:pt x="124" y="68"/>
                </a:cubicBezTo>
                <a:cubicBezTo>
                  <a:pt x="121" y="64"/>
                  <a:pt x="116" y="63"/>
                  <a:pt x="113" y="65"/>
                </a:cubicBezTo>
                <a:moveTo>
                  <a:pt x="56" y="168"/>
                </a:moveTo>
                <a:cubicBezTo>
                  <a:pt x="52" y="168"/>
                  <a:pt x="48" y="172"/>
                  <a:pt x="48" y="176"/>
                </a:cubicBezTo>
                <a:cubicBezTo>
                  <a:pt x="48" y="181"/>
                  <a:pt x="52" y="184"/>
                  <a:pt x="56" y="184"/>
                </a:cubicBezTo>
                <a:cubicBezTo>
                  <a:pt x="61" y="184"/>
                  <a:pt x="64" y="181"/>
                  <a:pt x="64" y="176"/>
                </a:cubicBezTo>
                <a:cubicBezTo>
                  <a:pt x="64" y="172"/>
                  <a:pt x="61" y="168"/>
                  <a:pt x="56" y="168"/>
                </a:cubicBezTo>
                <a:moveTo>
                  <a:pt x="233" y="79"/>
                </a:moveTo>
                <a:cubicBezTo>
                  <a:pt x="237" y="81"/>
                  <a:pt x="242" y="80"/>
                  <a:pt x="244" y="76"/>
                </a:cubicBezTo>
                <a:cubicBezTo>
                  <a:pt x="246" y="72"/>
                  <a:pt x="245" y="67"/>
                  <a:pt x="241" y="65"/>
                </a:cubicBezTo>
                <a:cubicBezTo>
                  <a:pt x="237" y="63"/>
                  <a:pt x="232" y="64"/>
                  <a:pt x="230" y="68"/>
                </a:cubicBezTo>
                <a:cubicBezTo>
                  <a:pt x="228" y="72"/>
                  <a:pt x="229" y="77"/>
                  <a:pt x="233" y="79"/>
                </a:cubicBezTo>
                <a:moveTo>
                  <a:pt x="77" y="109"/>
                </a:moveTo>
                <a:cubicBezTo>
                  <a:pt x="73" y="107"/>
                  <a:pt x="68" y="108"/>
                  <a:pt x="66" y="112"/>
                </a:cubicBezTo>
                <a:cubicBezTo>
                  <a:pt x="63" y="116"/>
                  <a:pt x="65" y="121"/>
                  <a:pt x="69" y="123"/>
                </a:cubicBezTo>
                <a:cubicBezTo>
                  <a:pt x="72" y="125"/>
                  <a:pt x="77" y="124"/>
                  <a:pt x="80" y="120"/>
                </a:cubicBezTo>
                <a:cubicBezTo>
                  <a:pt x="82" y="116"/>
                  <a:pt x="80" y="111"/>
                  <a:pt x="77" y="109"/>
                </a:cubicBezTo>
                <a:moveTo>
                  <a:pt x="285" y="230"/>
                </a:moveTo>
                <a:cubicBezTo>
                  <a:pt x="281" y="227"/>
                  <a:pt x="276" y="229"/>
                  <a:pt x="274" y="233"/>
                </a:cubicBezTo>
                <a:cubicBezTo>
                  <a:pt x="272" y="236"/>
                  <a:pt x="273" y="241"/>
                  <a:pt x="277" y="244"/>
                </a:cubicBezTo>
                <a:cubicBezTo>
                  <a:pt x="281" y="246"/>
                  <a:pt x="286" y="244"/>
                  <a:pt x="288" y="241"/>
                </a:cubicBezTo>
                <a:cubicBezTo>
                  <a:pt x="290" y="237"/>
                  <a:pt x="289" y="232"/>
                  <a:pt x="285" y="230"/>
                </a:cubicBezTo>
                <a:moveTo>
                  <a:pt x="177" y="289"/>
                </a:moveTo>
                <a:cubicBezTo>
                  <a:pt x="172" y="289"/>
                  <a:pt x="169" y="292"/>
                  <a:pt x="169" y="297"/>
                </a:cubicBezTo>
                <a:cubicBezTo>
                  <a:pt x="169" y="301"/>
                  <a:pt x="172" y="305"/>
                  <a:pt x="177" y="305"/>
                </a:cubicBezTo>
                <a:cubicBezTo>
                  <a:pt x="181" y="305"/>
                  <a:pt x="185" y="301"/>
                  <a:pt x="185" y="297"/>
                </a:cubicBezTo>
                <a:cubicBezTo>
                  <a:pt x="185" y="292"/>
                  <a:pt x="181" y="289"/>
                  <a:pt x="177" y="289"/>
                </a:cubicBezTo>
                <a:moveTo>
                  <a:pt x="277" y="109"/>
                </a:moveTo>
                <a:cubicBezTo>
                  <a:pt x="273" y="111"/>
                  <a:pt x="272" y="116"/>
                  <a:pt x="274" y="120"/>
                </a:cubicBezTo>
                <a:cubicBezTo>
                  <a:pt x="276" y="124"/>
                  <a:pt x="281" y="125"/>
                  <a:pt x="285" y="123"/>
                </a:cubicBezTo>
                <a:cubicBezTo>
                  <a:pt x="289" y="121"/>
                  <a:pt x="290" y="116"/>
                  <a:pt x="288" y="112"/>
                </a:cubicBezTo>
                <a:cubicBezTo>
                  <a:pt x="286" y="108"/>
                  <a:pt x="281" y="107"/>
                  <a:pt x="277" y="109"/>
                </a:cubicBezTo>
                <a:moveTo>
                  <a:pt x="249" y="168"/>
                </a:moveTo>
                <a:cubicBezTo>
                  <a:pt x="208" y="168"/>
                  <a:pt x="208" y="168"/>
                  <a:pt x="208" y="168"/>
                </a:cubicBezTo>
                <a:cubicBezTo>
                  <a:pt x="205" y="157"/>
                  <a:pt x="196" y="148"/>
                  <a:pt x="185" y="145"/>
                </a:cubicBezTo>
                <a:cubicBezTo>
                  <a:pt x="185" y="56"/>
                  <a:pt x="185" y="56"/>
                  <a:pt x="185" y="56"/>
                </a:cubicBezTo>
                <a:cubicBezTo>
                  <a:pt x="185" y="52"/>
                  <a:pt x="181" y="48"/>
                  <a:pt x="177" y="48"/>
                </a:cubicBezTo>
                <a:cubicBezTo>
                  <a:pt x="172" y="48"/>
                  <a:pt x="169" y="52"/>
                  <a:pt x="169" y="56"/>
                </a:cubicBezTo>
                <a:cubicBezTo>
                  <a:pt x="169" y="145"/>
                  <a:pt x="169" y="145"/>
                  <a:pt x="169" y="145"/>
                </a:cubicBezTo>
                <a:cubicBezTo>
                  <a:pt x="155" y="149"/>
                  <a:pt x="145" y="161"/>
                  <a:pt x="145" y="176"/>
                </a:cubicBezTo>
                <a:cubicBezTo>
                  <a:pt x="145" y="194"/>
                  <a:pt x="159" y="208"/>
                  <a:pt x="177" y="208"/>
                </a:cubicBezTo>
                <a:cubicBezTo>
                  <a:pt x="192" y="208"/>
                  <a:pt x="204" y="198"/>
                  <a:pt x="208" y="184"/>
                </a:cubicBezTo>
                <a:cubicBezTo>
                  <a:pt x="249" y="184"/>
                  <a:pt x="249" y="184"/>
                  <a:pt x="249" y="184"/>
                </a:cubicBezTo>
                <a:cubicBezTo>
                  <a:pt x="254" y="184"/>
                  <a:pt x="257" y="181"/>
                  <a:pt x="257" y="176"/>
                </a:cubicBezTo>
                <a:cubicBezTo>
                  <a:pt x="257" y="172"/>
                  <a:pt x="254" y="168"/>
                  <a:pt x="249" y="168"/>
                </a:cubicBezTo>
                <a:moveTo>
                  <a:pt x="177" y="192"/>
                </a:moveTo>
                <a:cubicBezTo>
                  <a:pt x="168" y="192"/>
                  <a:pt x="161" y="185"/>
                  <a:pt x="161" y="176"/>
                </a:cubicBezTo>
                <a:cubicBezTo>
                  <a:pt x="161" y="168"/>
                  <a:pt x="168" y="160"/>
                  <a:pt x="177" y="160"/>
                </a:cubicBezTo>
                <a:cubicBezTo>
                  <a:pt x="186" y="160"/>
                  <a:pt x="193" y="168"/>
                  <a:pt x="193" y="176"/>
                </a:cubicBezTo>
                <a:cubicBezTo>
                  <a:pt x="193" y="185"/>
                  <a:pt x="186" y="192"/>
                  <a:pt x="177" y="192"/>
                </a:cubicBezTo>
                <a:moveTo>
                  <a:pt x="233" y="274"/>
                </a:moveTo>
                <a:cubicBezTo>
                  <a:pt x="229" y="276"/>
                  <a:pt x="228" y="281"/>
                  <a:pt x="230" y="285"/>
                </a:cubicBezTo>
                <a:cubicBezTo>
                  <a:pt x="232" y="289"/>
                  <a:pt x="237" y="290"/>
                  <a:pt x="241" y="288"/>
                </a:cubicBezTo>
                <a:cubicBezTo>
                  <a:pt x="245" y="285"/>
                  <a:pt x="246" y="280"/>
                  <a:pt x="244" y="277"/>
                </a:cubicBezTo>
                <a:cubicBezTo>
                  <a:pt x="242" y="273"/>
                  <a:pt x="237" y="271"/>
                  <a:pt x="233" y="274"/>
                </a:cubicBezTo>
                <a:moveTo>
                  <a:pt x="177" y="0"/>
                </a:moveTo>
                <a:cubicBezTo>
                  <a:pt x="79" y="0"/>
                  <a:pt x="0" y="79"/>
                  <a:pt x="0" y="176"/>
                </a:cubicBezTo>
                <a:cubicBezTo>
                  <a:pt x="0" y="274"/>
                  <a:pt x="79" y="353"/>
                  <a:pt x="177" y="353"/>
                </a:cubicBezTo>
                <a:cubicBezTo>
                  <a:pt x="274" y="353"/>
                  <a:pt x="353" y="274"/>
                  <a:pt x="353" y="176"/>
                </a:cubicBezTo>
                <a:cubicBezTo>
                  <a:pt x="353" y="79"/>
                  <a:pt x="274" y="0"/>
                  <a:pt x="177" y="0"/>
                </a:cubicBezTo>
                <a:moveTo>
                  <a:pt x="177" y="337"/>
                </a:moveTo>
                <a:cubicBezTo>
                  <a:pt x="88" y="337"/>
                  <a:pt x="16" y="265"/>
                  <a:pt x="16" y="176"/>
                </a:cubicBezTo>
                <a:cubicBezTo>
                  <a:pt x="16" y="88"/>
                  <a:pt x="88" y="16"/>
                  <a:pt x="177" y="16"/>
                </a:cubicBezTo>
                <a:cubicBezTo>
                  <a:pt x="266" y="16"/>
                  <a:pt x="337" y="88"/>
                  <a:pt x="337" y="176"/>
                </a:cubicBezTo>
                <a:cubicBezTo>
                  <a:pt x="337" y="265"/>
                  <a:pt x="266" y="337"/>
                  <a:pt x="177" y="337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1" name="Freeform 60"/>
          <p:cNvSpPr>
            <a:spLocks noEditPoints="1"/>
          </p:cNvSpPr>
          <p:nvPr/>
        </p:nvSpPr>
        <p:spPr bwMode="auto">
          <a:xfrm>
            <a:off x="3048000" y="931335"/>
            <a:ext cx="577851" cy="577851"/>
          </a:xfrm>
          <a:custGeom>
            <a:avLst/>
            <a:gdLst>
              <a:gd name="T0" fmla="*/ 176 w 353"/>
              <a:gd name="T1" fmla="*/ 32 h 353"/>
              <a:gd name="T2" fmla="*/ 32 w 353"/>
              <a:gd name="T3" fmla="*/ 176 h 353"/>
              <a:gd name="T4" fmla="*/ 176 w 353"/>
              <a:gd name="T5" fmla="*/ 321 h 353"/>
              <a:gd name="T6" fmla="*/ 321 w 353"/>
              <a:gd name="T7" fmla="*/ 176 h 353"/>
              <a:gd name="T8" fmla="*/ 176 w 353"/>
              <a:gd name="T9" fmla="*/ 32 h 353"/>
              <a:gd name="T10" fmla="*/ 176 w 353"/>
              <a:gd name="T11" fmla="*/ 305 h 353"/>
              <a:gd name="T12" fmla="*/ 48 w 353"/>
              <a:gd name="T13" fmla="*/ 176 h 353"/>
              <a:gd name="T14" fmla="*/ 176 w 353"/>
              <a:gd name="T15" fmla="*/ 48 h 353"/>
              <a:gd name="T16" fmla="*/ 305 w 353"/>
              <a:gd name="T17" fmla="*/ 176 h 353"/>
              <a:gd name="T18" fmla="*/ 176 w 353"/>
              <a:gd name="T19" fmla="*/ 305 h 353"/>
              <a:gd name="T20" fmla="*/ 176 w 353"/>
              <a:gd name="T21" fmla="*/ 0 h 353"/>
              <a:gd name="T22" fmla="*/ 0 w 353"/>
              <a:gd name="T23" fmla="*/ 176 h 353"/>
              <a:gd name="T24" fmla="*/ 176 w 353"/>
              <a:gd name="T25" fmla="*/ 353 h 353"/>
              <a:gd name="T26" fmla="*/ 353 w 353"/>
              <a:gd name="T27" fmla="*/ 176 h 353"/>
              <a:gd name="T28" fmla="*/ 176 w 353"/>
              <a:gd name="T29" fmla="*/ 0 h 353"/>
              <a:gd name="T30" fmla="*/ 176 w 353"/>
              <a:gd name="T31" fmla="*/ 337 h 353"/>
              <a:gd name="T32" fmla="*/ 16 w 353"/>
              <a:gd name="T33" fmla="*/ 176 h 353"/>
              <a:gd name="T34" fmla="*/ 176 w 353"/>
              <a:gd name="T35" fmla="*/ 16 h 353"/>
              <a:gd name="T36" fmla="*/ 337 w 353"/>
              <a:gd name="T37" fmla="*/ 176 h 353"/>
              <a:gd name="T38" fmla="*/ 176 w 353"/>
              <a:gd name="T39" fmla="*/ 337 h 353"/>
              <a:gd name="T40" fmla="*/ 232 w 353"/>
              <a:gd name="T41" fmla="*/ 168 h 353"/>
              <a:gd name="T42" fmla="*/ 207 w 353"/>
              <a:gd name="T43" fmla="*/ 168 h 353"/>
              <a:gd name="T44" fmla="*/ 184 w 353"/>
              <a:gd name="T45" fmla="*/ 145 h 353"/>
              <a:gd name="T46" fmla="*/ 184 w 353"/>
              <a:gd name="T47" fmla="*/ 88 h 353"/>
              <a:gd name="T48" fmla="*/ 176 w 353"/>
              <a:gd name="T49" fmla="*/ 80 h 353"/>
              <a:gd name="T50" fmla="*/ 168 w 353"/>
              <a:gd name="T51" fmla="*/ 88 h 353"/>
              <a:gd name="T52" fmla="*/ 168 w 353"/>
              <a:gd name="T53" fmla="*/ 145 h 353"/>
              <a:gd name="T54" fmla="*/ 144 w 353"/>
              <a:gd name="T55" fmla="*/ 176 h 353"/>
              <a:gd name="T56" fmla="*/ 176 w 353"/>
              <a:gd name="T57" fmla="*/ 208 h 353"/>
              <a:gd name="T58" fmla="*/ 207 w 353"/>
              <a:gd name="T59" fmla="*/ 184 h 353"/>
              <a:gd name="T60" fmla="*/ 232 w 353"/>
              <a:gd name="T61" fmla="*/ 184 h 353"/>
              <a:gd name="T62" fmla="*/ 240 w 353"/>
              <a:gd name="T63" fmla="*/ 176 h 353"/>
              <a:gd name="T64" fmla="*/ 232 w 353"/>
              <a:gd name="T65" fmla="*/ 168 h 353"/>
              <a:gd name="T66" fmla="*/ 176 w 353"/>
              <a:gd name="T67" fmla="*/ 192 h 353"/>
              <a:gd name="T68" fmla="*/ 160 w 353"/>
              <a:gd name="T69" fmla="*/ 176 h 353"/>
              <a:gd name="T70" fmla="*/ 176 w 353"/>
              <a:gd name="T71" fmla="*/ 160 h 353"/>
              <a:gd name="T72" fmla="*/ 192 w 353"/>
              <a:gd name="T73" fmla="*/ 176 h 353"/>
              <a:gd name="T74" fmla="*/ 176 w 353"/>
              <a:gd name="T75" fmla="*/ 192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353" h="353">
                <a:moveTo>
                  <a:pt x="176" y="32"/>
                </a:moveTo>
                <a:cubicBezTo>
                  <a:pt x="96" y="32"/>
                  <a:pt x="32" y="97"/>
                  <a:pt x="32" y="176"/>
                </a:cubicBezTo>
                <a:cubicBezTo>
                  <a:pt x="32" y="256"/>
                  <a:pt x="96" y="321"/>
                  <a:pt x="176" y="321"/>
                </a:cubicBezTo>
                <a:cubicBezTo>
                  <a:pt x="256" y="321"/>
                  <a:pt x="321" y="256"/>
                  <a:pt x="321" y="176"/>
                </a:cubicBezTo>
                <a:cubicBezTo>
                  <a:pt x="321" y="97"/>
                  <a:pt x="256" y="32"/>
                  <a:pt x="176" y="32"/>
                </a:cubicBezTo>
                <a:moveTo>
                  <a:pt x="176" y="305"/>
                </a:moveTo>
                <a:cubicBezTo>
                  <a:pt x="105" y="305"/>
                  <a:pt x="48" y="247"/>
                  <a:pt x="48" y="176"/>
                </a:cubicBezTo>
                <a:cubicBezTo>
                  <a:pt x="48" y="105"/>
                  <a:pt x="105" y="48"/>
                  <a:pt x="176" y="48"/>
                </a:cubicBezTo>
                <a:cubicBezTo>
                  <a:pt x="247" y="48"/>
                  <a:pt x="305" y="105"/>
                  <a:pt x="305" y="176"/>
                </a:cubicBezTo>
                <a:cubicBezTo>
                  <a:pt x="305" y="247"/>
                  <a:pt x="247" y="305"/>
                  <a:pt x="176" y="305"/>
                </a:cubicBezTo>
                <a:moveTo>
                  <a:pt x="176" y="0"/>
                </a:moveTo>
                <a:cubicBezTo>
                  <a:pt x="79" y="0"/>
                  <a:pt x="0" y="79"/>
                  <a:pt x="0" y="176"/>
                </a:cubicBezTo>
                <a:cubicBezTo>
                  <a:pt x="0" y="274"/>
                  <a:pt x="79" y="353"/>
                  <a:pt x="176" y="353"/>
                </a:cubicBezTo>
                <a:cubicBezTo>
                  <a:pt x="274" y="353"/>
                  <a:pt x="353" y="274"/>
                  <a:pt x="353" y="176"/>
                </a:cubicBezTo>
                <a:cubicBezTo>
                  <a:pt x="353" y="79"/>
                  <a:pt x="274" y="0"/>
                  <a:pt x="176" y="0"/>
                </a:cubicBezTo>
                <a:moveTo>
                  <a:pt x="176" y="337"/>
                </a:moveTo>
                <a:cubicBezTo>
                  <a:pt x="87" y="337"/>
                  <a:pt x="16" y="265"/>
                  <a:pt x="16" y="176"/>
                </a:cubicBezTo>
                <a:cubicBezTo>
                  <a:pt x="16" y="88"/>
                  <a:pt x="87" y="16"/>
                  <a:pt x="176" y="16"/>
                </a:cubicBezTo>
                <a:cubicBezTo>
                  <a:pt x="265" y="16"/>
                  <a:pt x="337" y="88"/>
                  <a:pt x="337" y="176"/>
                </a:cubicBezTo>
                <a:cubicBezTo>
                  <a:pt x="337" y="265"/>
                  <a:pt x="265" y="337"/>
                  <a:pt x="176" y="337"/>
                </a:cubicBezTo>
                <a:moveTo>
                  <a:pt x="232" y="168"/>
                </a:moveTo>
                <a:cubicBezTo>
                  <a:pt x="207" y="168"/>
                  <a:pt x="207" y="168"/>
                  <a:pt x="207" y="168"/>
                </a:cubicBezTo>
                <a:cubicBezTo>
                  <a:pt x="204" y="157"/>
                  <a:pt x="195" y="148"/>
                  <a:pt x="184" y="145"/>
                </a:cubicBezTo>
                <a:cubicBezTo>
                  <a:pt x="184" y="88"/>
                  <a:pt x="184" y="88"/>
                  <a:pt x="184" y="88"/>
                </a:cubicBezTo>
                <a:cubicBezTo>
                  <a:pt x="184" y="84"/>
                  <a:pt x="181" y="80"/>
                  <a:pt x="176" y="80"/>
                </a:cubicBezTo>
                <a:cubicBezTo>
                  <a:pt x="172" y="80"/>
                  <a:pt x="168" y="84"/>
                  <a:pt x="168" y="88"/>
                </a:cubicBezTo>
                <a:cubicBezTo>
                  <a:pt x="168" y="145"/>
                  <a:pt x="168" y="145"/>
                  <a:pt x="168" y="145"/>
                </a:cubicBezTo>
                <a:cubicBezTo>
                  <a:pt x="154" y="149"/>
                  <a:pt x="144" y="161"/>
                  <a:pt x="144" y="176"/>
                </a:cubicBezTo>
                <a:cubicBezTo>
                  <a:pt x="144" y="194"/>
                  <a:pt x="158" y="208"/>
                  <a:pt x="176" y="208"/>
                </a:cubicBezTo>
                <a:cubicBezTo>
                  <a:pt x="191" y="208"/>
                  <a:pt x="204" y="198"/>
                  <a:pt x="207" y="184"/>
                </a:cubicBezTo>
                <a:cubicBezTo>
                  <a:pt x="232" y="184"/>
                  <a:pt x="232" y="184"/>
                  <a:pt x="232" y="184"/>
                </a:cubicBezTo>
                <a:cubicBezTo>
                  <a:pt x="237" y="184"/>
                  <a:pt x="240" y="181"/>
                  <a:pt x="240" y="176"/>
                </a:cubicBezTo>
                <a:cubicBezTo>
                  <a:pt x="240" y="172"/>
                  <a:pt x="237" y="168"/>
                  <a:pt x="232" y="168"/>
                </a:cubicBezTo>
                <a:moveTo>
                  <a:pt x="176" y="192"/>
                </a:moveTo>
                <a:cubicBezTo>
                  <a:pt x="167" y="192"/>
                  <a:pt x="160" y="185"/>
                  <a:pt x="160" y="176"/>
                </a:cubicBezTo>
                <a:cubicBezTo>
                  <a:pt x="160" y="168"/>
                  <a:pt x="167" y="160"/>
                  <a:pt x="176" y="160"/>
                </a:cubicBezTo>
                <a:cubicBezTo>
                  <a:pt x="185" y="160"/>
                  <a:pt x="192" y="168"/>
                  <a:pt x="192" y="176"/>
                </a:cubicBezTo>
                <a:cubicBezTo>
                  <a:pt x="192" y="185"/>
                  <a:pt x="185" y="192"/>
                  <a:pt x="176" y="192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2" name="Freeform 61"/>
          <p:cNvSpPr>
            <a:spLocks noEditPoints="1"/>
          </p:cNvSpPr>
          <p:nvPr/>
        </p:nvSpPr>
        <p:spPr bwMode="auto">
          <a:xfrm>
            <a:off x="4231218" y="931335"/>
            <a:ext cx="419100" cy="577851"/>
          </a:xfrm>
          <a:custGeom>
            <a:avLst/>
            <a:gdLst>
              <a:gd name="T0" fmla="*/ 129 w 257"/>
              <a:gd name="T1" fmla="*/ 208 h 353"/>
              <a:gd name="T2" fmla="*/ 96 w 257"/>
              <a:gd name="T3" fmla="*/ 241 h 353"/>
              <a:gd name="T4" fmla="*/ 105 w 257"/>
              <a:gd name="T5" fmla="*/ 262 h 353"/>
              <a:gd name="T6" fmla="*/ 104 w 257"/>
              <a:gd name="T7" fmla="*/ 265 h 353"/>
              <a:gd name="T8" fmla="*/ 129 w 257"/>
              <a:gd name="T9" fmla="*/ 289 h 353"/>
              <a:gd name="T10" fmla="*/ 153 w 257"/>
              <a:gd name="T11" fmla="*/ 265 h 353"/>
              <a:gd name="T12" fmla="*/ 152 w 257"/>
              <a:gd name="T13" fmla="*/ 262 h 353"/>
              <a:gd name="T14" fmla="*/ 161 w 257"/>
              <a:gd name="T15" fmla="*/ 241 h 353"/>
              <a:gd name="T16" fmla="*/ 129 w 257"/>
              <a:gd name="T17" fmla="*/ 208 h 353"/>
              <a:gd name="T18" fmla="*/ 137 w 257"/>
              <a:gd name="T19" fmla="*/ 254 h 353"/>
              <a:gd name="T20" fmla="*/ 137 w 257"/>
              <a:gd name="T21" fmla="*/ 265 h 353"/>
              <a:gd name="T22" fmla="*/ 129 w 257"/>
              <a:gd name="T23" fmla="*/ 273 h 353"/>
              <a:gd name="T24" fmla="*/ 120 w 257"/>
              <a:gd name="T25" fmla="*/ 265 h 353"/>
              <a:gd name="T26" fmla="*/ 120 w 257"/>
              <a:gd name="T27" fmla="*/ 254 h 353"/>
              <a:gd name="T28" fmla="*/ 112 w 257"/>
              <a:gd name="T29" fmla="*/ 241 h 353"/>
              <a:gd name="T30" fmla="*/ 129 w 257"/>
              <a:gd name="T31" fmla="*/ 225 h 353"/>
              <a:gd name="T32" fmla="*/ 145 w 257"/>
              <a:gd name="T33" fmla="*/ 241 h 353"/>
              <a:gd name="T34" fmla="*/ 137 w 257"/>
              <a:gd name="T35" fmla="*/ 254 h 353"/>
              <a:gd name="T36" fmla="*/ 225 w 257"/>
              <a:gd name="T37" fmla="*/ 144 h 353"/>
              <a:gd name="T38" fmla="*/ 225 w 257"/>
              <a:gd name="T39" fmla="*/ 96 h 353"/>
              <a:gd name="T40" fmla="*/ 129 w 257"/>
              <a:gd name="T41" fmla="*/ 0 h 353"/>
              <a:gd name="T42" fmla="*/ 32 w 257"/>
              <a:gd name="T43" fmla="*/ 96 h 353"/>
              <a:gd name="T44" fmla="*/ 32 w 257"/>
              <a:gd name="T45" fmla="*/ 144 h 353"/>
              <a:gd name="T46" fmla="*/ 0 w 257"/>
              <a:gd name="T47" fmla="*/ 176 h 353"/>
              <a:gd name="T48" fmla="*/ 0 w 257"/>
              <a:gd name="T49" fmla="*/ 321 h 353"/>
              <a:gd name="T50" fmla="*/ 32 w 257"/>
              <a:gd name="T51" fmla="*/ 353 h 353"/>
              <a:gd name="T52" fmla="*/ 225 w 257"/>
              <a:gd name="T53" fmla="*/ 353 h 353"/>
              <a:gd name="T54" fmla="*/ 257 w 257"/>
              <a:gd name="T55" fmla="*/ 321 h 353"/>
              <a:gd name="T56" fmla="*/ 257 w 257"/>
              <a:gd name="T57" fmla="*/ 176 h 353"/>
              <a:gd name="T58" fmla="*/ 225 w 257"/>
              <a:gd name="T59" fmla="*/ 144 h 353"/>
              <a:gd name="T60" fmla="*/ 48 w 257"/>
              <a:gd name="T61" fmla="*/ 96 h 353"/>
              <a:gd name="T62" fmla="*/ 129 w 257"/>
              <a:gd name="T63" fmla="*/ 16 h 353"/>
              <a:gd name="T64" fmla="*/ 209 w 257"/>
              <a:gd name="T65" fmla="*/ 96 h 353"/>
              <a:gd name="T66" fmla="*/ 209 w 257"/>
              <a:gd name="T67" fmla="*/ 144 h 353"/>
              <a:gd name="T68" fmla="*/ 48 w 257"/>
              <a:gd name="T69" fmla="*/ 144 h 353"/>
              <a:gd name="T70" fmla="*/ 48 w 257"/>
              <a:gd name="T71" fmla="*/ 96 h 353"/>
              <a:gd name="T72" fmla="*/ 241 w 257"/>
              <a:gd name="T73" fmla="*/ 321 h 353"/>
              <a:gd name="T74" fmla="*/ 225 w 257"/>
              <a:gd name="T75" fmla="*/ 337 h 353"/>
              <a:gd name="T76" fmla="*/ 32 w 257"/>
              <a:gd name="T77" fmla="*/ 337 h 353"/>
              <a:gd name="T78" fmla="*/ 16 w 257"/>
              <a:gd name="T79" fmla="*/ 321 h 353"/>
              <a:gd name="T80" fmla="*/ 16 w 257"/>
              <a:gd name="T81" fmla="*/ 176 h 353"/>
              <a:gd name="T82" fmla="*/ 32 w 257"/>
              <a:gd name="T83" fmla="*/ 160 h 353"/>
              <a:gd name="T84" fmla="*/ 225 w 257"/>
              <a:gd name="T85" fmla="*/ 160 h 353"/>
              <a:gd name="T86" fmla="*/ 241 w 257"/>
              <a:gd name="T87" fmla="*/ 176 h 353"/>
              <a:gd name="T88" fmla="*/ 241 w 257"/>
              <a:gd name="T89" fmla="*/ 321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257" h="353">
                <a:moveTo>
                  <a:pt x="129" y="208"/>
                </a:moveTo>
                <a:cubicBezTo>
                  <a:pt x="111" y="208"/>
                  <a:pt x="96" y="223"/>
                  <a:pt x="96" y="241"/>
                </a:cubicBezTo>
                <a:cubicBezTo>
                  <a:pt x="96" y="249"/>
                  <a:pt x="100" y="256"/>
                  <a:pt x="105" y="262"/>
                </a:cubicBezTo>
                <a:cubicBezTo>
                  <a:pt x="105" y="263"/>
                  <a:pt x="104" y="264"/>
                  <a:pt x="104" y="265"/>
                </a:cubicBezTo>
                <a:cubicBezTo>
                  <a:pt x="104" y="278"/>
                  <a:pt x="115" y="289"/>
                  <a:pt x="129" y="289"/>
                </a:cubicBezTo>
                <a:cubicBezTo>
                  <a:pt x="142" y="289"/>
                  <a:pt x="153" y="278"/>
                  <a:pt x="153" y="265"/>
                </a:cubicBezTo>
                <a:cubicBezTo>
                  <a:pt x="153" y="264"/>
                  <a:pt x="152" y="263"/>
                  <a:pt x="152" y="262"/>
                </a:cubicBezTo>
                <a:cubicBezTo>
                  <a:pt x="157" y="256"/>
                  <a:pt x="161" y="249"/>
                  <a:pt x="161" y="241"/>
                </a:cubicBezTo>
                <a:cubicBezTo>
                  <a:pt x="161" y="223"/>
                  <a:pt x="146" y="208"/>
                  <a:pt x="129" y="208"/>
                </a:cubicBezTo>
                <a:moveTo>
                  <a:pt x="137" y="254"/>
                </a:moveTo>
                <a:cubicBezTo>
                  <a:pt x="137" y="265"/>
                  <a:pt x="137" y="265"/>
                  <a:pt x="137" y="265"/>
                </a:cubicBezTo>
                <a:cubicBezTo>
                  <a:pt x="137" y="269"/>
                  <a:pt x="133" y="273"/>
                  <a:pt x="129" y="273"/>
                </a:cubicBezTo>
                <a:cubicBezTo>
                  <a:pt x="124" y="273"/>
                  <a:pt x="120" y="269"/>
                  <a:pt x="120" y="265"/>
                </a:cubicBezTo>
                <a:cubicBezTo>
                  <a:pt x="120" y="254"/>
                  <a:pt x="120" y="254"/>
                  <a:pt x="120" y="254"/>
                </a:cubicBezTo>
                <a:cubicBezTo>
                  <a:pt x="116" y="252"/>
                  <a:pt x="112" y="247"/>
                  <a:pt x="112" y="241"/>
                </a:cubicBezTo>
                <a:cubicBezTo>
                  <a:pt x="112" y="232"/>
                  <a:pt x="120" y="225"/>
                  <a:pt x="129" y="225"/>
                </a:cubicBezTo>
                <a:cubicBezTo>
                  <a:pt x="137" y="225"/>
                  <a:pt x="145" y="232"/>
                  <a:pt x="145" y="241"/>
                </a:cubicBezTo>
                <a:cubicBezTo>
                  <a:pt x="145" y="247"/>
                  <a:pt x="141" y="252"/>
                  <a:pt x="137" y="254"/>
                </a:cubicBezTo>
                <a:moveTo>
                  <a:pt x="225" y="144"/>
                </a:moveTo>
                <a:cubicBezTo>
                  <a:pt x="225" y="96"/>
                  <a:pt x="225" y="96"/>
                  <a:pt x="225" y="96"/>
                </a:cubicBezTo>
                <a:cubicBezTo>
                  <a:pt x="225" y="43"/>
                  <a:pt x="182" y="0"/>
                  <a:pt x="129" y="0"/>
                </a:cubicBezTo>
                <a:cubicBezTo>
                  <a:pt x="75" y="0"/>
                  <a:pt x="32" y="43"/>
                  <a:pt x="32" y="96"/>
                </a:cubicBezTo>
                <a:cubicBezTo>
                  <a:pt x="32" y="144"/>
                  <a:pt x="32" y="144"/>
                  <a:pt x="32" y="144"/>
                </a:cubicBezTo>
                <a:cubicBezTo>
                  <a:pt x="14" y="144"/>
                  <a:pt x="0" y="159"/>
                  <a:pt x="0" y="176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4" y="353"/>
                  <a:pt x="32" y="353"/>
                </a:cubicBezTo>
                <a:cubicBezTo>
                  <a:pt x="225" y="353"/>
                  <a:pt x="225" y="353"/>
                  <a:pt x="225" y="353"/>
                </a:cubicBezTo>
                <a:cubicBezTo>
                  <a:pt x="243" y="353"/>
                  <a:pt x="257" y="339"/>
                  <a:pt x="257" y="321"/>
                </a:cubicBezTo>
                <a:cubicBezTo>
                  <a:pt x="257" y="176"/>
                  <a:pt x="257" y="176"/>
                  <a:pt x="257" y="176"/>
                </a:cubicBezTo>
                <a:cubicBezTo>
                  <a:pt x="257" y="159"/>
                  <a:pt x="243" y="144"/>
                  <a:pt x="225" y="144"/>
                </a:cubicBezTo>
                <a:moveTo>
                  <a:pt x="48" y="96"/>
                </a:moveTo>
                <a:cubicBezTo>
                  <a:pt x="48" y="52"/>
                  <a:pt x="84" y="16"/>
                  <a:pt x="129" y="16"/>
                </a:cubicBezTo>
                <a:cubicBezTo>
                  <a:pt x="173" y="16"/>
                  <a:pt x="209" y="52"/>
                  <a:pt x="209" y="96"/>
                </a:cubicBezTo>
                <a:cubicBezTo>
                  <a:pt x="209" y="144"/>
                  <a:pt x="209" y="144"/>
                  <a:pt x="209" y="144"/>
                </a:cubicBezTo>
                <a:cubicBezTo>
                  <a:pt x="48" y="144"/>
                  <a:pt x="48" y="144"/>
                  <a:pt x="48" y="144"/>
                </a:cubicBezTo>
                <a:lnTo>
                  <a:pt x="48" y="96"/>
                </a:lnTo>
                <a:close/>
                <a:moveTo>
                  <a:pt x="241" y="321"/>
                </a:moveTo>
                <a:cubicBezTo>
                  <a:pt x="241" y="330"/>
                  <a:pt x="234" y="337"/>
                  <a:pt x="225" y="337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23" y="337"/>
                  <a:pt x="16" y="330"/>
                  <a:pt x="16" y="321"/>
                </a:cubicBezTo>
                <a:cubicBezTo>
                  <a:pt x="16" y="176"/>
                  <a:pt x="16" y="176"/>
                  <a:pt x="16" y="176"/>
                </a:cubicBezTo>
                <a:cubicBezTo>
                  <a:pt x="16" y="168"/>
                  <a:pt x="23" y="160"/>
                  <a:pt x="32" y="160"/>
                </a:cubicBezTo>
                <a:cubicBezTo>
                  <a:pt x="225" y="160"/>
                  <a:pt x="225" y="160"/>
                  <a:pt x="225" y="160"/>
                </a:cubicBezTo>
                <a:cubicBezTo>
                  <a:pt x="234" y="160"/>
                  <a:pt x="241" y="168"/>
                  <a:pt x="241" y="176"/>
                </a:cubicBezTo>
                <a:lnTo>
                  <a:pt x="241" y="32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3" name="Freeform 62"/>
          <p:cNvSpPr>
            <a:spLocks noEditPoints="1"/>
          </p:cNvSpPr>
          <p:nvPr/>
        </p:nvSpPr>
        <p:spPr bwMode="auto">
          <a:xfrm>
            <a:off x="5334001" y="931335"/>
            <a:ext cx="421217" cy="577851"/>
          </a:xfrm>
          <a:custGeom>
            <a:avLst/>
            <a:gdLst>
              <a:gd name="T0" fmla="*/ 225 w 257"/>
              <a:gd name="T1" fmla="*/ 144 h 353"/>
              <a:gd name="T2" fmla="*/ 225 w 257"/>
              <a:gd name="T3" fmla="*/ 96 h 353"/>
              <a:gd name="T4" fmla="*/ 129 w 257"/>
              <a:gd name="T5" fmla="*/ 0 h 353"/>
              <a:gd name="T6" fmla="*/ 33 w 257"/>
              <a:gd name="T7" fmla="*/ 96 h 353"/>
              <a:gd name="T8" fmla="*/ 41 w 257"/>
              <a:gd name="T9" fmla="*/ 104 h 353"/>
              <a:gd name="T10" fmla="*/ 49 w 257"/>
              <a:gd name="T11" fmla="*/ 96 h 353"/>
              <a:gd name="T12" fmla="*/ 129 w 257"/>
              <a:gd name="T13" fmla="*/ 16 h 353"/>
              <a:gd name="T14" fmla="*/ 209 w 257"/>
              <a:gd name="T15" fmla="*/ 96 h 353"/>
              <a:gd name="T16" fmla="*/ 209 w 257"/>
              <a:gd name="T17" fmla="*/ 144 h 353"/>
              <a:gd name="T18" fmla="*/ 33 w 257"/>
              <a:gd name="T19" fmla="*/ 144 h 353"/>
              <a:gd name="T20" fmla="*/ 0 w 257"/>
              <a:gd name="T21" fmla="*/ 176 h 353"/>
              <a:gd name="T22" fmla="*/ 0 w 257"/>
              <a:gd name="T23" fmla="*/ 321 h 353"/>
              <a:gd name="T24" fmla="*/ 33 w 257"/>
              <a:gd name="T25" fmla="*/ 353 h 353"/>
              <a:gd name="T26" fmla="*/ 225 w 257"/>
              <a:gd name="T27" fmla="*/ 353 h 353"/>
              <a:gd name="T28" fmla="*/ 257 w 257"/>
              <a:gd name="T29" fmla="*/ 321 h 353"/>
              <a:gd name="T30" fmla="*/ 257 w 257"/>
              <a:gd name="T31" fmla="*/ 176 h 353"/>
              <a:gd name="T32" fmla="*/ 225 w 257"/>
              <a:gd name="T33" fmla="*/ 144 h 353"/>
              <a:gd name="T34" fmla="*/ 241 w 257"/>
              <a:gd name="T35" fmla="*/ 321 h 353"/>
              <a:gd name="T36" fmla="*/ 225 w 257"/>
              <a:gd name="T37" fmla="*/ 337 h 353"/>
              <a:gd name="T38" fmla="*/ 33 w 257"/>
              <a:gd name="T39" fmla="*/ 337 h 353"/>
              <a:gd name="T40" fmla="*/ 16 w 257"/>
              <a:gd name="T41" fmla="*/ 321 h 353"/>
              <a:gd name="T42" fmla="*/ 16 w 257"/>
              <a:gd name="T43" fmla="*/ 176 h 353"/>
              <a:gd name="T44" fmla="*/ 33 w 257"/>
              <a:gd name="T45" fmla="*/ 160 h 353"/>
              <a:gd name="T46" fmla="*/ 225 w 257"/>
              <a:gd name="T47" fmla="*/ 160 h 353"/>
              <a:gd name="T48" fmla="*/ 241 w 257"/>
              <a:gd name="T49" fmla="*/ 176 h 353"/>
              <a:gd name="T50" fmla="*/ 241 w 257"/>
              <a:gd name="T51" fmla="*/ 321 h 353"/>
              <a:gd name="T52" fmla="*/ 129 w 257"/>
              <a:gd name="T53" fmla="*/ 208 h 353"/>
              <a:gd name="T54" fmla="*/ 97 w 257"/>
              <a:gd name="T55" fmla="*/ 241 h 353"/>
              <a:gd name="T56" fmla="*/ 105 w 257"/>
              <a:gd name="T57" fmla="*/ 262 h 353"/>
              <a:gd name="T58" fmla="*/ 105 w 257"/>
              <a:gd name="T59" fmla="*/ 265 h 353"/>
              <a:gd name="T60" fmla="*/ 129 w 257"/>
              <a:gd name="T61" fmla="*/ 289 h 353"/>
              <a:gd name="T62" fmla="*/ 153 w 257"/>
              <a:gd name="T63" fmla="*/ 265 h 353"/>
              <a:gd name="T64" fmla="*/ 153 w 257"/>
              <a:gd name="T65" fmla="*/ 262 h 353"/>
              <a:gd name="T66" fmla="*/ 161 w 257"/>
              <a:gd name="T67" fmla="*/ 241 h 353"/>
              <a:gd name="T68" fmla="*/ 129 w 257"/>
              <a:gd name="T69" fmla="*/ 208 h 353"/>
              <a:gd name="T70" fmla="*/ 137 w 257"/>
              <a:gd name="T71" fmla="*/ 254 h 353"/>
              <a:gd name="T72" fmla="*/ 137 w 257"/>
              <a:gd name="T73" fmla="*/ 265 h 353"/>
              <a:gd name="T74" fmla="*/ 129 w 257"/>
              <a:gd name="T75" fmla="*/ 273 h 353"/>
              <a:gd name="T76" fmla="*/ 121 w 257"/>
              <a:gd name="T77" fmla="*/ 265 h 353"/>
              <a:gd name="T78" fmla="*/ 121 w 257"/>
              <a:gd name="T79" fmla="*/ 254 h 353"/>
              <a:gd name="T80" fmla="*/ 113 w 257"/>
              <a:gd name="T81" fmla="*/ 241 h 353"/>
              <a:gd name="T82" fmla="*/ 129 w 257"/>
              <a:gd name="T83" fmla="*/ 225 h 353"/>
              <a:gd name="T84" fmla="*/ 145 w 257"/>
              <a:gd name="T85" fmla="*/ 241 h 353"/>
              <a:gd name="T86" fmla="*/ 137 w 257"/>
              <a:gd name="T87" fmla="*/ 254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257" h="353">
                <a:moveTo>
                  <a:pt x="225" y="144"/>
                </a:moveTo>
                <a:cubicBezTo>
                  <a:pt x="225" y="96"/>
                  <a:pt x="225" y="96"/>
                  <a:pt x="225" y="96"/>
                </a:cubicBezTo>
                <a:cubicBezTo>
                  <a:pt x="225" y="43"/>
                  <a:pt x="182" y="0"/>
                  <a:pt x="129" y="0"/>
                </a:cubicBezTo>
                <a:cubicBezTo>
                  <a:pt x="76" y="0"/>
                  <a:pt x="33" y="43"/>
                  <a:pt x="33" y="96"/>
                </a:cubicBezTo>
                <a:cubicBezTo>
                  <a:pt x="33" y="101"/>
                  <a:pt x="36" y="104"/>
                  <a:pt x="41" y="104"/>
                </a:cubicBezTo>
                <a:cubicBezTo>
                  <a:pt x="45" y="104"/>
                  <a:pt x="49" y="101"/>
                  <a:pt x="49" y="96"/>
                </a:cubicBezTo>
                <a:cubicBezTo>
                  <a:pt x="49" y="52"/>
                  <a:pt x="84" y="16"/>
                  <a:pt x="129" y="16"/>
                </a:cubicBezTo>
                <a:cubicBezTo>
                  <a:pt x="173" y="16"/>
                  <a:pt x="209" y="52"/>
                  <a:pt x="209" y="96"/>
                </a:cubicBezTo>
                <a:cubicBezTo>
                  <a:pt x="209" y="144"/>
                  <a:pt x="209" y="144"/>
                  <a:pt x="209" y="144"/>
                </a:cubicBezTo>
                <a:cubicBezTo>
                  <a:pt x="33" y="144"/>
                  <a:pt x="33" y="144"/>
                  <a:pt x="33" y="144"/>
                </a:cubicBezTo>
                <a:cubicBezTo>
                  <a:pt x="15" y="144"/>
                  <a:pt x="0" y="159"/>
                  <a:pt x="0" y="176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5" y="353"/>
                  <a:pt x="33" y="353"/>
                </a:cubicBezTo>
                <a:cubicBezTo>
                  <a:pt x="225" y="353"/>
                  <a:pt x="225" y="353"/>
                  <a:pt x="225" y="353"/>
                </a:cubicBezTo>
                <a:cubicBezTo>
                  <a:pt x="243" y="353"/>
                  <a:pt x="257" y="339"/>
                  <a:pt x="257" y="321"/>
                </a:cubicBezTo>
                <a:cubicBezTo>
                  <a:pt x="257" y="176"/>
                  <a:pt x="257" y="176"/>
                  <a:pt x="257" y="176"/>
                </a:cubicBezTo>
                <a:cubicBezTo>
                  <a:pt x="257" y="159"/>
                  <a:pt x="243" y="144"/>
                  <a:pt x="225" y="144"/>
                </a:cubicBezTo>
                <a:moveTo>
                  <a:pt x="241" y="321"/>
                </a:moveTo>
                <a:cubicBezTo>
                  <a:pt x="241" y="330"/>
                  <a:pt x="234" y="337"/>
                  <a:pt x="225" y="337"/>
                </a:cubicBezTo>
                <a:cubicBezTo>
                  <a:pt x="33" y="337"/>
                  <a:pt x="33" y="337"/>
                  <a:pt x="33" y="337"/>
                </a:cubicBezTo>
                <a:cubicBezTo>
                  <a:pt x="24" y="337"/>
                  <a:pt x="16" y="330"/>
                  <a:pt x="16" y="321"/>
                </a:cubicBezTo>
                <a:cubicBezTo>
                  <a:pt x="16" y="176"/>
                  <a:pt x="16" y="176"/>
                  <a:pt x="16" y="176"/>
                </a:cubicBezTo>
                <a:cubicBezTo>
                  <a:pt x="16" y="168"/>
                  <a:pt x="24" y="160"/>
                  <a:pt x="33" y="160"/>
                </a:cubicBezTo>
                <a:cubicBezTo>
                  <a:pt x="225" y="160"/>
                  <a:pt x="225" y="160"/>
                  <a:pt x="225" y="160"/>
                </a:cubicBezTo>
                <a:cubicBezTo>
                  <a:pt x="234" y="160"/>
                  <a:pt x="241" y="168"/>
                  <a:pt x="241" y="176"/>
                </a:cubicBezTo>
                <a:lnTo>
                  <a:pt x="241" y="321"/>
                </a:lnTo>
                <a:close/>
                <a:moveTo>
                  <a:pt x="129" y="208"/>
                </a:moveTo>
                <a:cubicBezTo>
                  <a:pt x="111" y="208"/>
                  <a:pt x="97" y="223"/>
                  <a:pt x="97" y="241"/>
                </a:cubicBezTo>
                <a:cubicBezTo>
                  <a:pt x="97" y="249"/>
                  <a:pt x="100" y="256"/>
                  <a:pt x="105" y="262"/>
                </a:cubicBezTo>
                <a:cubicBezTo>
                  <a:pt x="105" y="263"/>
                  <a:pt x="105" y="264"/>
                  <a:pt x="105" y="265"/>
                </a:cubicBezTo>
                <a:cubicBezTo>
                  <a:pt x="105" y="278"/>
                  <a:pt x="116" y="289"/>
                  <a:pt x="129" y="289"/>
                </a:cubicBezTo>
                <a:cubicBezTo>
                  <a:pt x="142" y="289"/>
                  <a:pt x="153" y="278"/>
                  <a:pt x="153" y="265"/>
                </a:cubicBezTo>
                <a:cubicBezTo>
                  <a:pt x="153" y="264"/>
                  <a:pt x="153" y="263"/>
                  <a:pt x="153" y="262"/>
                </a:cubicBezTo>
                <a:cubicBezTo>
                  <a:pt x="158" y="256"/>
                  <a:pt x="161" y="249"/>
                  <a:pt x="161" y="241"/>
                </a:cubicBezTo>
                <a:cubicBezTo>
                  <a:pt x="161" y="223"/>
                  <a:pt x="147" y="208"/>
                  <a:pt x="129" y="208"/>
                </a:cubicBezTo>
                <a:moveTo>
                  <a:pt x="137" y="254"/>
                </a:moveTo>
                <a:cubicBezTo>
                  <a:pt x="137" y="265"/>
                  <a:pt x="137" y="265"/>
                  <a:pt x="137" y="265"/>
                </a:cubicBezTo>
                <a:cubicBezTo>
                  <a:pt x="137" y="269"/>
                  <a:pt x="133" y="273"/>
                  <a:pt x="129" y="273"/>
                </a:cubicBezTo>
                <a:cubicBezTo>
                  <a:pt x="124" y="273"/>
                  <a:pt x="121" y="269"/>
                  <a:pt x="121" y="265"/>
                </a:cubicBezTo>
                <a:cubicBezTo>
                  <a:pt x="121" y="254"/>
                  <a:pt x="121" y="254"/>
                  <a:pt x="121" y="254"/>
                </a:cubicBezTo>
                <a:cubicBezTo>
                  <a:pt x="116" y="252"/>
                  <a:pt x="113" y="247"/>
                  <a:pt x="113" y="241"/>
                </a:cubicBezTo>
                <a:cubicBezTo>
                  <a:pt x="113" y="232"/>
                  <a:pt x="120" y="225"/>
                  <a:pt x="129" y="225"/>
                </a:cubicBezTo>
                <a:cubicBezTo>
                  <a:pt x="138" y="225"/>
                  <a:pt x="145" y="232"/>
                  <a:pt x="145" y="241"/>
                </a:cubicBezTo>
                <a:cubicBezTo>
                  <a:pt x="145" y="247"/>
                  <a:pt x="142" y="252"/>
                  <a:pt x="137" y="254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4" name="Freeform 63"/>
          <p:cNvSpPr>
            <a:spLocks noEditPoints="1"/>
          </p:cNvSpPr>
          <p:nvPr/>
        </p:nvSpPr>
        <p:spPr bwMode="auto">
          <a:xfrm>
            <a:off x="6413501" y="931335"/>
            <a:ext cx="472017" cy="577851"/>
          </a:xfrm>
          <a:custGeom>
            <a:avLst/>
            <a:gdLst>
              <a:gd name="T0" fmla="*/ 257 w 289"/>
              <a:gd name="T1" fmla="*/ 0 h 353"/>
              <a:gd name="T2" fmla="*/ 32 w 289"/>
              <a:gd name="T3" fmla="*/ 0 h 353"/>
              <a:gd name="T4" fmla="*/ 0 w 289"/>
              <a:gd name="T5" fmla="*/ 32 h 353"/>
              <a:gd name="T6" fmla="*/ 0 w 289"/>
              <a:gd name="T7" fmla="*/ 321 h 353"/>
              <a:gd name="T8" fmla="*/ 32 w 289"/>
              <a:gd name="T9" fmla="*/ 353 h 353"/>
              <a:gd name="T10" fmla="*/ 257 w 289"/>
              <a:gd name="T11" fmla="*/ 353 h 353"/>
              <a:gd name="T12" fmla="*/ 289 w 289"/>
              <a:gd name="T13" fmla="*/ 321 h 353"/>
              <a:gd name="T14" fmla="*/ 289 w 289"/>
              <a:gd name="T15" fmla="*/ 32 h 353"/>
              <a:gd name="T16" fmla="*/ 257 w 289"/>
              <a:gd name="T17" fmla="*/ 0 h 353"/>
              <a:gd name="T18" fmla="*/ 192 w 289"/>
              <a:gd name="T19" fmla="*/ 16 h 353"/>
              <a:gd name="T20" fmla="*/ 224 w 289"/>
              <a:gd name="T21" fmla="*/ 16 h 353"/>
              <a:gd name="T22" fmla="*/ 224 w 289"/>
              <a:gd name="T23" fmla="*/ 72 h 353"/>
              <a:gd name="T24" fmla="*/ 208 w 289"/>
              <a:gd name="T25" fmla="*/ 56 h 353"/>
              <a:gd name="T26" fmla="*/ 192 w 289"/>
              <a:gd name="T27" fmla="*/ 72 h 353"/>
              <a:gd name="T28" fmla="*/ 192 w 289"/>
              <a:gd name="T29" fmla="*/ 16 h 353"/>
              <a:gd name="T30" fmla="*/ 64 w 289"/>
              <a:gd name="T31" fmla="*/ 337 h 353"/>
              <a:gd name="T32" fmla="*/ 32 w 289"/>
              <a:gd name="T33" fmla="*/ 337 h 353"/>
              <a:gd name="T34" fmla="*/ 16 w 289"/>
              <a:gd name="T35" fmla="*/ 321 h 353"/>
              <a:gd name="T36" fmla="*/ 16 w 289"/>
              <a:gd name="T37" fmla="*/ 32 h 353"/>
              <a:gd name="T38" fmla="*/ 32 w 289"/>
              <a:gd name="T39" fmla="*/ 16 h 353"/>
              <a:gd name="T40" fmla="*/ 64 w 289"/>
              <a:gd name="T41" fmla="*/ 16 h 353"/>
              <a:gd name="T42" fmla="*/ 64 w 289"/>
              <a:gd name="T43" fmla="*/ 337 h 353"/>
              <a:gd name="T44" fmla="*/ 273 w 289"/>
              <a:gd name="T45" fmla="*/ 321 h 353"/>
              <a:gd name="T46" fmla="*/ 257 w 289"/>
              <a:gd name="T47" fmla="*/ 337 h 353"/>
              <a:gd name="T48" fmla="*/ 80 w 289"/>
              <a:gd name="T49" fmla="*/ 337 h 353"/>
              <a:gd name="T50" fmla="*/ 80 w 289"/>
              <a:gd name="T51" fmla="*/ 16 h 353"/>
              <a:gd name="T52" fmla="*/ 176 w 289"/>
              <a:gd name="T53" fmla="*/ 16 h 353"/>
              <a:gd name="T54" fmla="*/ 176 w 289"/>
              <a:gd name="T55" fmla="*/ 112 h 353"/>
              <a:gd name="T56" fmla="*/ 208 w 289"/>
              <a:gd name="T57" fmla="*/ 80 h 353"/>
              <a:gd name="T58" fmla="*/ 241 w 289"/>
              <a:gd name="T59" fmla="*/ 112 h 353"/>
              <a:gd name="T60" fmla="*/ 241 w 289"/>
              <a:gd name="T61" fmla="*/ 16 h 353"/>
              <a:gd name="T62" fmla="*/ 257 w 289"/>
              <a:gd name="T63" fmla="*/ 16 h 353"/>
              <a:gd name="T64" fmla="*/ 273 w 289"/>
              <a:gd name="T65" fmla="*/ 32 h 353"/>
              <a:gd name="T66" fmla="*/ 273 w 289"/>
              <a:gd name="T67" fmla="*/ 321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289" h="353">
                <a:moveTo>
                  <a:pt x="257" y="0"/>
                </a:move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4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4" y="353"/>
                  <a:pt x="32" y="353"/>
                </a:cubicBezTo>
                <a:cubicBezTo>
                  <a:pt x="257" y="353"/>
                  <a:pt x="257" y="353"/>
                  <a:pt x="257" y="353"/>
                </a:cubicBezTo>
                <a:cubicBezTo>
                  <a:pt x="274" y="353"/>
                  <a:pt x="289" y="339"/>
                  <a:pt x="289" y="321"/>
                </a:cubicBezTo>
                <a:cubicBezTo>
                  <a:pt x="289" y="32"/>
                  <a:pt x="289" y="32"/>
                  <a:pt x="289" y="32"/>
                </a:cubicBezTo>
                <a:cubicBezTo>
                  <a:pt x="289" y="14"/>
                  <a:pt x="274" y="0"/>
                  <a:pt x="257" y="0"/>
                </a:cubicBezTo>
                <a:moveTo>
                  <a:pt x="192" y="16"/>
                </a:moveTo>
                <a:cubicBezTo>
                  <a:pt x="224" y="16"/>
                  <a:pt x="224" y="16"/>
                  <a:pt x="224" y="16"/>
                </a:cubicBezTo>
                <a:cubicBezTo>
                  <a:pt x="224" y="72"/>
                  <a:pt x="224" y="72"/>
                  <a:pt x="224" y="72"/>
                </a:cubicBezTo>
                <a:cubicBezTo>
                  <a:pt x="208" y="56"/>
                  <a:pt x="208" y="56"/>
                  <a:pt x="208" y="56"/>
                </a:cubicBezTo>
                <a:cubicBezTo>
                  <a:pt x="192" y="72"/>
                  <a:pt x="192" y="72"/>
                  <a:pt x="192" y="72"/>
                </a:cubicBezTo>
                <a:lnTo>
                  <a:pt x="192" y="16"/>
                </a:lnTo>
                <a:close/>
                <a:moveTo>
                  <a:pt x="64" y="337"/>
                </a:moveTo>
                <a:cubicBezTo>
                  <a:pt x="32" y="337"/>
                  <a:pt x="32" y="337"/>
                  <a:pt x="32" y="337"/>
                </a:cubicBezTo>
                <a:cubicBezTo>
                  <a:pt x="23" y="337"/>
                  <a:pt x="16" y="330"/>
                  <a:pt x="16" y="32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3"/>
                  <a:pt x="23" y="16"/>
                  <a:pt x="32" y="16"/>
                </a:cubicBezTo>
                <a:cubicBezTo>
                  <a:pt x="64" y="16"/>
                  <a:pt x="64" y="16"/>
                  <a:pt x="64" y="16"/>
                </a:cubicBezTo>
                <a:lnTo>
                  <a:pt x="64" y="337"/>
                </a:lnTo>
                <a:close/>
                <a:moveTo>
                  <a:pt x="273" y="321"/>
                </a:moveTo>
                <a:cubicBezTo>
                  <a:pt x="273" y="330"/>
                  <a:pt x="265" y="337"/>
                  <a:pt x="257" y="337"/>
                </a:cubicBezTo>
                <a:cubicBezTo>
                  <a:pt x="80" y="337"/>
                  <a:pt x="80" y="337"/>
                  <a:pt x="80" y="337"/>
                </a:cubicBezTo>
                <a:cubicBezTo>
                  <a:pt x="80" y="16"/>
                  <a:pt x="80" y="16"/>
                  <a:pt x="80" y="16"/>
                </a:cubicBezTo>
                <a:cubicBezTo>
                  <a:pt x="176" y="16"/>
                  <a:pt x="176" y="16"/>
                  <a:pt x="176" y="16"/>
                </a:cubicBezTo>
                <a:cubicBezTo>
                  <a:pt x="176" y="112"/>
                  <a:pt x="176" y="112"/>
                  <a:pt x="176" y="112"/>
                </a:cubicBezTo>
                <a:cubicBezTo>
                  <a:pt x="208" y="80"/>
                  <a:pt x="208" y="80"/>
                  <a:pt x="208" y="80"/>
                </a:cubicBezTo>
                <a:cubicBezTo>
                  <a:pt x="241" y="112"/>
                  <a:pt x="241" y="112"/>
                  <a:pt x="241" y="112"/>
                </a:cubicBezTo>
                <a:cubicBezTo>
                  <a:pt x="241" y="16"/>
                  <a:pt x="241" y="16"/>
                  <a:pt x="241" y="16"/>
                </a:cubicBezTo>
                <a:cubicBezTo>
                  <a:pt x="257" y="16"/>
                  <a:pt x="257" y="16"/>
                  <a:pt x="257" y="16"/>
                </a:cubicBezTo>
                <a:cubicBezTo>
                  <a:pt x="265" y="16"/>
                  <a:pt x="273" y="23"/>
                  <a:pt x="273" y="32"/>
                </a:cubicBezTo>
                <a:lnTo>
                  <a:pt x="273" y="32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5" name="Freeform 64"/>
          <p:cNvSpPr>
            <a:spLocks noEditPoints="1"/>
          </p:cNvSpPr>
          <p:nvPr/>
        </p:nvSpPr>
        <p:spPr bwMode="auto">
          <a:xfrm>
            <a:off x="7516284" y="931335"/>
            <a:ext cx="474133" cy="577851"/>
          </a:xfrm>
          <a:custGeom>
            <a:avLst/>
            <a:gdLst>
              <a:gd name="T0" fmla="*/ 48 w 289"/>
              <a:gd name="T1" fmla="*/ 0 h 353"/>
              <a:gd name="T2" fmla="*/ 16 w 289"/>
              <a:gd name="T3" fmla="*/ 48 h 353"/>
              <a:gd name="T4" fmla="*/ 0 w 289"/>
              <a:gd name="T5" fmla="*/ 56 h 353"/>
              <a:gd name="T6" fmla="*/ 16 w 289"/>
              <a:gd name="T7" fmla="*/ 64 h 353"/>
              <a:gd name="T8" fmla="*/ 8 w 289"/>
              <a:gd name="T9" fmla="*/ 96 h 353"/>
              <a:gd name="T10" fmla="*/ 8 w 289"/>
              <a:gd name="T11" fmla="*/ 112 h 353"/>
              <a:gd name="T12" fmla="*/ 16 w 289"/>
              <a:gd name="T13" fmla="*/ 144 h 353"/>
              <a:gd name="T14" fmla="*/ 0 w 289"/>
              <a:gd name="T15" fmla="*/ 152 h 353"/>
              <a:gd name="T16" fmla="*/ 16 w 289"/>
              <a:gd name="T17" fmla="*/ 160 h 353"/>
              <a:gd name="T18" fmla="*/ 8 w 289"/>
              <a:gd name="T19" fmla="*/ 192 h 353"/>
              <a:gd name="T20" fmla="*/ 8 w 289"/>
              <a:gd name="T21" fmla="*/ 208 h 353"/>
              <a:gd name="T22" fmla="*/ 16 w 289"/>
              <a:gd name="T23" fmla="*/ 241 h 353"/>
              <a:gd name="T24" fmla="*/ 0 w 289"/>
              <a:gd name="T25" fmla="*/ 249 h 353"/>
              <a:gd name="T26" fmla="*/ 16 w 289"/>
              <a:gd name="T27" fmla="*/ 257 h 353"/>
              <a:gd name="T28" fmla="*/ 8 w 289"/>
              <a:gd name="T29" fmla="*/ 289 h 353"/>
              <a:gd name="T30" fmla="*/ 8 w 289"/>
              <a:gd name="T31" fmla="*/ 305 h 353"/>
              <a:gd name="T32" fmla="*/ 16 w 289"/>
              <a:gd name="T33" fmla="*/ 321 h 353"/>
              <a:gd name="T34" fmla="*/ 257 w 289"/>
              <a:gd name="T35" fmla="*/ 353 h 353"/>
              <a:gd name="T36" fmla="*/ 289 w 289"/>
              <a:gd name="T37" fmla="*/ 32 h 353"/>
              <a:gd name="T38" fmla="*/ 80 w 289"/>
              <a:gd name="T39" fmla="*/ 337 h 353"/>
              <a:gd name="T40" fmla="*/ 32 w 289"/>
              <a:gd name="T41" fmla="*/ 321 h 353"/>
              <a:gd name="T42" fmla="*/ 40 w 289"/>
              <a:gd name="T43" fmla="*/ 305 h 353"/>
              <a:gd name="T44" fmla="*/ 40 w 289"/>
              <a:gd name="T45" fmla="*/ 289 h 353"/>
              <a:gd name="T46" fmla="*/ 32 w 289"/>
              <a:gd name="T47" fmla="*/ 257 h 353"/>
              <a:gd name="T48" fmla="*/ 48 w 289"/>
              <a:gd name="T49" fmla="*/ 249 h 353"/>
              <a:gd name="T50" fmla="*/ 32 w 289"/>
              <a:gd name="T51" fmla="*/ 241 h 353"/>
              <a:gd name="T52" fmla="*/ 40 w 289"/>
              <a:gd name="T53" fmla="*/ 208 h 353"/>
              <a:gd name="T54" fmla="*/ 40 w 289"/>
              <a:gd name="T55" fmla="*/ 192 h 353"/>
              <a:gd name="T56" fmla="*/ 32 w 289"/>
              <a:gd name="T57" fmla="*/ 160 h 353"/>
              <a:gd name="T58" fmla="*/ 48 w 289"/>
              <a:gd name="T59" fmla="*/ 152 h 353"/>
              <a:gd name="T60" fmla="*/ 32 w 289"/>
              <a:gd name="T61" fmla="*/ 144 h 353"/>
              <a:gd name="T62" fmla="*/ 40 w 289"/>
              <a:gd name="T63" fmla="*/ 112 h 353"/>
              <a:gd name="T64" fmla="*/ 40 w 289"/>
              <a:gd name="T65" fmla="*/ 96 h 353"/>
              <a:gd name="T66" fmla="*/ 32 w 289"/>
              <a:gd name="T67" fmla="*/ 64 h 353"/>
              <a:gd name="T68" fmla="*/ 48 w 289"/>
              <a:gd name="T69" fmla="*/ 56 h 353"/>
              <a:gd name="T70" fmla="*/ 32 w 289"/>
              <a:gd name="T71" fmla="*/ 48 h 353"/>
              <a:gd name="T72" fmla="*/ 48 w 289"/>
              <a:gd name="T73" fmla="*/ 16 h 353"/>
              <a:gd name="T74" fmla="*/ 80 w 289"/>
              <a:gd name="T75" fmla="*/ 337 h 353"/>
              <a:gd name="T76" fmla="*/ 257 w 289"/>
              <a:gd name="T77" fmla="*/ 337 h 353"/>
              <a:gd name="T78" fmla="*/ 96 w 289"/>
              <a:gd name="T79" fmla="*/ 16 h 353"/>
              <a:gd name="T80" fmla="*/ 273 w 289"/>
              <a:gd name="T81" fmla="*/ 32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289" h="353">
                <a:moveTo>
                  <a:pt x="257" y="0"/>
                </a:moveTo>
                <a:cubicBezTo>
                  <a:pt x="48" y="0"/>
                  <a:pt x="48" y="0"/>
                  <a:pt x="48" y="0"/>
                </a:cubicBezTo>
                <a:cubicBezTo>
                  <a:pt x="30" y="0"/>
                  <a:pt x="16" y="14"/>
                  <a:pt x="16" y="32"/>
                </a:cubicBezTo>
                <a:cubicBezTo>
                  <a:pt x="16" y="48"/>
                  <a:pt x="16" y="48"/>
                  <a:pt x="16" y="48"/>
                </a:cubicBezTo>
                <a:cubicBezTo>
                  <a:pt x="8" y="48"/>
                  <a:pt x="8" y="48"/>
                  <a:pt x="8" y="48"/>
                </a:cubicBezTo>
                <a:cubicBezTo>
                  <a:pt x="4" y="48"/>
                  <a:pt x="0" y="52"/>
                  <a:pt x="0" y="56"/>
                </a:cubicBezTo>
                <a:cubicBezTo>
                  <a:pt x="0" y="60"/>
                  <a:pt x="4" y="64"/>
                  <a:pt x="8" y="64"/>
                </a:cubicBezTo>
                <a:cubicBezTo>
                  <a:pt x="16" y="64"/>
                  <a:pt x="16" y="64"/>
                  <a:pt x="16" y="64"/>
                </a:cubicBezTo>
                <a:cubicBezTo>
                  <a:pt x="16" y="96"/>
                  <a:pt x="16" y="96"/>
                  <a:pt x="16" y="96"/>
                </a:cubicBezTo>
                <a:cubicBezTo>
                  <a:pt x="8" y="96"/>
                  <a:pt x="8" y="96"/>
                  <a:pt x="8" y="96"/>
                </a:cubicBezTo>
                <a:cubicBezTo>
                  <a:pt x="4" y="96"/>
                  <a:pt x="0" y="100"/>
                  <a:pt x="0" y="104"/>
                </a:cubicBezTo>
                <a:cubicBezTo>
                  <a:pt x="0" y="109"/>
                  <a:pt x="4" y="112"/>
                  <a:pt x="8" y="112"/>
                </a:cubicBezTo>
                <a:cubicBezTo>
                  <a:pt x="16" y="112"/>
                  <a:pt x="16" y="112"/>
                  <a:pt x="16" y="112"/>
                </a:cubicBezTo>
                <a:cubicBezTo>
                  <a:pt x="16" y="144"/>
                  <a:pt x="16" y="144"/>
                  <a:pt x="16" y="144"/>
                </a:cubicBezTo>
                <a:cubicBezTo>
                  <a:pt x="8" y="144"/>
                  <a:pt x="8" y="144"/>
                  <a:pt x="8" y="144"/>
                </a:cubicBezTo>
                <a:cubicBezTo>
                  <a:pt x="4" y="144"/>
                  <a:pt x="0" y="148"/>
                  <a:pt x="0" y="152"/>
                </a:cubicBezTo>
                <a:cubicBezTo>
                  <a:pt x="0" y="157"/>
                  <a:pt x="4" y="160"/>
                  <a:pt x="8" y="160"/>
                </a:cubicBezTo>
                <a:cubicBezTo>
                  <a:pt x="16" y="160"/>
                  <a:pt x="16" y="160"/>
                  <a:pt x="16" y="160"/>
                </a:cubicBezTo>
                <a:cubicBezTo>
                  <a:pt x="16" y="192"/>
                  <a:pt x="16" y="192"/>
                  <a:pt x="16" y="192"/>
                </a:cubicBezTo>
                <a:cubicBezTo>
                  <a:pt x="8" y="192"/>
                  <a:pt x="8" y="192"/>
                  <a:pt x="8" y="192"/>
                </a:cubicBezTo>
                <a:cubicBezTo>
                  <a:pt x="4" y="192"/>
                  <a:pt x="0" y="196"/>
                  <a:pt x="0" y="200"/>
                </a:cubicBezTo>
                <a:cubicBezTo>
                  <a:pt x="0" y="205"/>
                  <a:pt x="4" y="208"/>
                  <a:pt x="8" y="208"/>
                </a:cubicBezTo>
                <a:cubicBezTo>
                  <a:pt x="16" y="208"/>
                  <a:pt x="16" y="208"/>
                  <a:pt x="16" y="208"/>
                </a:cubicBezTo>
                <a:cubicBezTo>
                  <a:pt x="16" y="241"/>
                  <a:pt x="16" y="241"/>
                  <a:pt x="16" y="241"/>
                </a:cubicBezTo>
                <a:cubicBezTo>
                  <a:pt x="8" y="241"/>
                  <a:pt x="8" y="241"/>
                  <a:pt x="8" y="241"/>
                </a:cubicBezTo>
                <a:cubicBezTo>
                  <a:pt x="4" y="241"/>
                  <a:pt x="0" y="244"/>
                  <a:pt x="0" y="249"/>
                </a:cubicBezTo>
                <a:cubicBezTo>
                  <a:pt x="0" y="253"/>
                  <a:pt x="4" y="257"/>
                  <a:pt x="8" y="257"/>
                </a:cubicBezTo>
                <a:cubicBezTo>
                  <a:pt x="16" y="257"/>
                  <a:pt x="16" y="257"/>
                  <a:pt x="16" y="257"/>
                </a:cubicBezTo>
                <a:cubicBezTo>
                  <a:pt x="16" y="289"/>
                  <a:pt x="16" y="289"/>
                  <a:pt x="16" y="289"/>
                </a:cubicBezTo>
                <a:cubicBezTo>
                  <a:pt x="8" y="289"/>
                  <a:pt x="8" y="289"/>
                  <a:pt x="8" y="289"/>
                </a:cubicBezTo>
                <a:cubicBezTo>
                  <a:pt x="4" y="289"/>
                  <a:pt x="0" y="292"/>
                  <a:pt x="0" y="297"/>
                </a:cubicBezTo>
                <a:cubicBezTo>
                  <a:pt x="0" y="301"/>
                  <a:pt x="4" y="305"/>
                  <a:pt x="8" y="305"/>
                </a:cubicBezTo>
                <a:cubicBezTo>
                  <a:pt x="16" y="305"/>
                  <a:pt x="16" y="305"/>
                  <a:pt x="16" y="305"/>
                </a:cubicBezTo>
                <a:cubicBezTo>
                  <a:pt x="16" y="321"/>
                  <a:pt x="16" y="321"/>
                  <a:pt x="16" y="321"/>
                </a:cubicBezTo>
                <a:cubicBezTo>
                  <a:pt x="16" y="339"/>
                  <a:pt x="30" y="353"/>
                  <a:pt x="48" y="353"/>
                </a:cubicBezTo>
                <a:cubicBezTo>
                  <a:pt x="257" y="353"/>
                  <a:pt x="257" y="353"/>
                  <a:pt x="257" y="353"/>
                </a:cubicBezTo>
                <a:cubicBezTo>
                  <a:pt x="275" y="353"/>
                  <a:pt x="289" y="339"/>
                  <a:pt x="289" y="321"/>
                </a:cubicBezTo>
                <a:cubicBezTo>
                  <a:pt x="289" y="32"/>
                  <a:pt x="289" y="32"/>
                  <a:pt x="289" y="32"/>
                </a:cubicBezTo>
                <a:cubicBezTo>
                  <a:pt x="289" y="14"/>
                  <a:pt x="275" y="0"/>
                  <a:pt x="257" y="0"/>
                </a:cubicBezTo>
                <a:moveTo>
                  <a:pt x="80" y="337"/>
                </a:moveTo>
                <a:cubicBezTo>
                  <a:pt x="48" y="337"/>
                  <a:pt x="48" y="337"/>
                  <a:pt x="48" y="337"/>
                </a:cubicBezTo>
                <a:cubicBezTo>
                  <a:pt x="39" y="337"/>
                  <a:pt x="32" y="330"/>
                  <a:pt x="32" y="321"/>
                </a:cubicBezTo>
                <a:cubicBezTo>
                  <a:pt x="32" y="305"/>
                  <a:pt x="32" y="305"/>
                  <a:pt x="32" y="305"/>
                </a:cubicBezTo>
                <a:cubicBezTo>
                  <a:pt x="40" y="305"/>
                  <a:pt x="40" y="305"/>
                  <a:pt x="40" y="305"/>
                </a:cubicBezTo>
                <a:cubicBezTo>
                  <a:pt x="45" y="305"/>
                  <a:pt x="48" y="301"/>
                  <a:pt x="48" y="297"/>
                </a:cubicBezTo>
                <a:cubicBezTo>
                  <a:pt x="48" y="292"/>
                  <a:pt x="45" y="289"/>
                  <a:pt x="40" y="289"/>
                </a:cubicBezTo>
                <a:cubicBezTo>
                  <a:pt x="32" y="289"/>
                  <a:pt x="32" y="289"/>
                  <a:pt x="32" y="289"/>
                </a:cubicBezTo>
                <a:cubicBezTo>
                  <a:pt x="32" y="257"/>
                  <a:pt x="32" y="257"/>
                  <a:pt x="32" y="257"/>
                </a:cubicBezTo>
                <a:cubicBezTo>
                  <a:pt x="40" y="257"/>
                  <a:pt x="40" y="257"/>
                  <a:pt x="40" y="257"/>
                </a:cubicBezTo>
                <a:cubicBezTo>
                  <a:pt x="45" y="257"/>
                  <a:pt x="48" y="253"/>
                  <a:pt x="48" y="249"/>
                </a:cubicBezTo>
                <a:cubicBezTo>
                  <a:pt x="48" y="244"/>
                  <a:pt x="45" y="241"/>
                  <a:pt x="40" y="241"/>
                </a:cubicBezTo>
                <a:cubicBezTo>
                  <a:pt x="32" y="241"/>
                  <a:pt x="32" y="241"/>
                  <a:pt x="32" y="241"/>
                </a:cubicBezTo>
                <a:cubicBezTo>
                  <a:pt x="32" y="208"/>
                  <a:pt x="32" y="208"/>
                  <a:pt x="32" y="208"/>
                </a:cubicBezTo>
                <a:cubicBezTo>
                  <a:pt x="40" y="208"/>
                  <a:pt x="40" y="208"/>
                  <a:pt x="40" y="208"/>
                </a:cubicBezTo>
                <a:cubicBezTo>
                  <a:pt x="45" y="208"/>
                  <a:pt x="48" y="205"/>
                  <a:pt x="48" y="200"/>
                </a:cubicBezTo>
                <a:cubicBezTo>
                  <a:pt x="48" y="196"/>
                  <a:pt x="45" y="192"/>
                  <a:pt x="40" y="192"/>
                </a:cubicBezTo>
                <a:cubicBezTo>
                  <a:pt x="32" y="192"/>
                  <a:pt x="32" y="192"/>
                  <a:pt x="32" y="192"/>
                </a:cubicBezTo>
                <a:cubicBezTo>
                  <a:pt x="32" y="160"/>
                  <a:pt x="32" y="160"/>
                  <a:pt x="32" y="160"/>
                </a:cubicBezTo>
                <a:cubicBezTo>
                  <a:pt x="40" y="160"/>
                  <a:pt x="40" y="160"/>
                  <a:pt x="40" y="160"/>
                </a:cubicBezTo>
                <a:cubicBezTo>
                  <a:pt x="45" y="160"/>
                  <a:pt x="48" y="157"/>
                  <a:pt x="48" y="152"/>
                </a:cubicBezTo>
                <a:cubicBezTo>
                  <a:pt x="48" y="148"/>
                  <a:pt x="45" y="144"/>
                  <a:pt x="40" y="144"/>
                </a:cubicBezTo>
                <a:cubicBezTo>
                  <a:pt x="32" y="144"/>
                  <a:pt x="32" y="144"/>
                  <a:pt x="32" y="144"/>
                </a:cubicBezTo>
                <a:cubicBezTo>
                  <a:pt x="32" y="112"/>
                  <a:pt x="32" y="112"/>
                  <a:pt x="32" y="112"/>
                </a:cubicBezTo>
                <a:cubicBezTo>
                  <a:pt x="40" y="112"/>
                  <a:pt x="40" y="112"/>
                  <a:pt x="40" y="112"/>
                </a:cubicBezTo>
                <a:cubicBezTo>
                  <a:pt x="45" y="112"/>
                  <a:pt x="48" y="109"/>
                  <a:pt x="48" y="104"/>
                </a:cubicBezTo>
                <a:cubicBezTo>
                  <a:pt x="48" y="100"/>
                  <a:pt x="45" y="96"/>
                  <a:pt x="40" y="96"/>
                </a:cubicBezTo>
                <a:cubicBezTo>
                  <a:pt x="32" y="96"/>
                  <a:pt x="32" y="96"/>
                  <a:pt x="32" y="96"/>
                </a:cubicBezTo>
                <a:cubicBezTo>
                  <a:pt x="32" y="64"/>
                  <a:pt x="32" y="64"/>
                  <a:pt x="32" y="64"/>
                </a:cubicBezTo>
                <a:cubicBezTo>
                  <a:pt x="40" y="64"/>
                  <a:pt x="40" y="64"/>
                  <a:pt x="40" y="64"/>
                </a:cubicBezTo>
                <a:cubicBezTo>
                  <a:pt x="45" y="64"/>
                  <a:pt x="48" y="60"/>
                  <a:pt x="48" y="56"/>
                </a:cubicBezTo>
                <a:cubicBezTo>
                  <a:pt x="48" y="52"/>
                  <a:pt x="45" y="48"/>
                  <a:pt x="40" y="48"/>
                </a:cubicBezTo>
                <a:cubicBezTo>
                  <a:pt x="32" y="48"/>
                  <a:pt x="32" y="48"/>
                  <a:pt x="32" y="48"/>
                </a:cubicBezTo>
                <a:cubicBezTo>
                  <a:pt x="32" y="32"/>
                  <a:pt x="32" y="32"/>
                  <a:pt x="32" y="32"/>
                </a:cubicBezTo>
                <a:cubicBezTo>
                  <a:pt x="32" y="23"/>
                  <a:pt x="39" y="16"/>
                  <a:pt x="48" y="16"/>
                </a:cubicBezTo>
                <a:cubicBezTo>
                  <a:pt x="80" y="16"/>
                  <a:pt x="80" y="16"/>
                  <a:pt x="80" y="16"/>
                </a:cubicBezTo>
                <a:lnTo>
                  <a:pt x="80" y="337"/>
                </a:lnTo>
                <a:close/>
                <a:moveTo>
                  <a:pt x="273" y="321"/>
                </a:moveTo>
                <a:cubicBezTo>
                  <a:pt x="273" y="330"/>
                  <a:pt x="266" y="337"/>
                  <a:pt x="257" y="337"/>
                </a:cubicBezTo>
                <a:cubicBezTo>
                  <a:pt x="96" y="337"/>
                  <a:pt x="96" y="337"/>
                  <a:pt x="96" y="337"/>
                </a:cubicBezTo>
                <a:cubicBezTo>
                  <a:pt x="96" y="16"/>
                  <a:pt x="96" y="16"/>
                  <a:pt x="96" y="16"/>
                </a:cubicBezTo>
                <a:cubicBezTo>
                  <a:pt x="257" y="16"/>
                  <a:pt x="257" y="16"/>
                  <a:pt x="257" y="16"/>
                </a:cubicBezTo>
                <a:cubicBezTo>
                  <a:pt x="266" y="16"/>
                  <a:pt x="273" y="23"/>
                  <a:pt x="273" y="32"/>
                </a:cubicBezTo>
                <a:lnTo>
                  <a:pt x="273" y="32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6" name="Freeform 65"/>
          <p:cNvSpPr>
            <a:spLocks noEditPoints="1"/>
          </p:cNvSpPr>
          <p:nvPr/>
        </p:nvSpPr>
        <p:spPr bwMode="auto">
          <a:xfrm>
            <a:off x="8619067" y="931335"/>
            <a:ext cx="474133" cy="577851"/>
          </a:xfrm>
          <a:custGeom>
            <a:avLst/>
            <a:gdLst>
              <a:gd name="T0" fmla="*/ 169 w 289"/>
              <a:gd name="T1" fmla="*/ 265 h 353"/>
              <a:gd name="T2" fmla="*/ 73 w 289"/>
              <a:gd name="T3" fmla="*/ 265 h 353"/>
              <a:gd name="T4" fmla="*/ 65 w 289"/>
              <a:gd name="T5" fmla="*/ 273 h 353"/>
              <a:gd name="T6" fmla="*/ 73 w 289"/>
              <a:gd name="T7" fmla="*/ 281 h 353"/>
              <a:gd name="T8" fmla="*/ 169 w 289"/>
              <a:gd name="T9" fmla="*/ 281 h 353"/>
              <a:gd name="T10" fmla="*/ 177 w 289"/>
              <a:gd name="T11" fmla="*/ 273 h 353"/>
              <a:gd name="T12" fmla="*/ 169 w 289"/>
              <a:gd name="T13" fmla="*/ 265 h 353"/>
              <a:gd name="T14" fmla="*/ 73 w 289"/>
              <a:gd name="T15" fmla="*/ 88 h 353"/>
              <a:gd name="T16" fmla="*/ 113 w 289"/>
              <a:gd name="T17" fmla="*/ 88 h 353"/>
              <a:gd name="T18" fmla="*/ 121 w 289"/>
              <a:gd name="T19" fmla="*/ 80 h 353"/>
              <a:gd name="T20" fmla="*/ 113 w 289"/>
              <a:gd name="T21" fmla="*/ 72 h 353"/>
              <a:gd name="T22" fmla="*/ 73 w 289"/>
              <a:gd name="T23" fmla="*/ 72 h 353"/>
              <a:gd name="T24" fmla="*/ 65 w 289"/>
              <a:gd name="T25" fmla="*/ 80 h 353"/>
              <a:gd name="T26" fmla="*/ 73 w 289"/>
              <a:gd name="T27" fmla="*/ 88 h 353"/>
              <a:gd name="T28" fmla="*/ 217 w 289"/>
              <a:gd name="T29" fmla="*/ 200 h 353"/>
              <a:gd name="T30" fmla="*/ 73 w 289"/>
              <a:gd name="T31" fmla="*/ 200 h 353"/>
              <a:gd name="T32" fmla="*/ 65 w 289"/>
              <a:gd name="T33" fmla="*/ 208 h 353"/>
              <a:gd name="T34" fmla="*/ 73 w 289"/>
              <a:gd name="T35" fmla="*/ 217 h 353"/>
              <a:gd name="T36" fmla="*/ 217 w 289"/>
              <a:gd name="T37" fmla="*/ 217 h 353"/>
              <a:gd name="T38" fmla="*/ 225 w 289"/>
              <a:gd name="T39" fmla="*/ 208 h 353"/>
              <a:gd name="T40" fmla="*/ 217 w 289"/>
              <a:gd name="T41" fmla="*/ 200 h 353"/>
              <a:gd name="T42" fmla="*/ 65 w 289"/>
              <a:gd name="T43" fmla="*/ 144 h 353"/>
              <a:gd name="T44" fmla="*/ 73 w 289"/>
              <a:gd name="T45" fmla="*/ 152 h 353"/>
              <a:gd name="T46" fmla="*/ 217 w 289"/>
              <a:gd name="T47" fmla="*/ 152 h 353"/>
              <a:gd name="T48" fmla="*/ 225 w 289"/>
              <a:gd name="T49" fmla="*/ 144 h 353"/>
              <a:gd name="T50" fmla="*/ 217 w 289"/>
              <a:gd name="T51" fmla="*/ 136 h 353"/>
              <a:gd name="T52" fmla="*/ 73 w 289"/>
              <a:gd name="T53" fmla="*/ 136 h 353"/>
              <a:gd name="T54" fmla="*/ 65 w 289"/>
              <a:gd name="T55" fmla="*/ 144 h 353"/>
              <a:gd name="T56" fmla="*/ 209 w 289"/>
              <a:gd name="T57" fmla="*/ 0 h 353"/>
              <a:gd name="T58" fmla="*/ 32 w 289"/>
              <a:gd name="T59" fmla="*/ 0 h 353"/>
              <a:gd name="T60" fmla="*/ 0 w 289"/>
              <a:gd name="T61" fmla="*/ 32 h 353"/>
              <a:gd name="T62" fmla="*/ 0 w 289"/>
              <a:gd name="T63" fmla="*/ 321 h 353"/>
              <a:gd name="T64" fmla="*/ 32 w 289"/>
              <a:gd name="T65" fmla="*/ 353 h 353"/>
              <a:gd name="T66" fmla="*/ 257 w 289"/>
              <a:gd name="T67" fmla="*/ 353 h 353"/>
              <a:gd name="T68" fmla="*/ 289 w 289"/>
              <a:gd name="T69" fmla="*/ 321 h 353"/>
              <a:gd name="T70" fmla="*/ 289 w 289"/>
              <a:gd name="T71" fmla="*/ 88 h 353"/>
              <a:gd name="T72" fmla="*/ 209 w 289"/>
              <a:gd name="T73" fmla="*/ 0 h 353"/>
              <a:gd name="T74" fmla="*/ 273 w 289"/>
              <a:gd name="T75" fmla="*/ 321 h 353"/>
              <a:gd name="T76" fmla="*/ 257 w 289"/>
              <a:gd name="T77" fmla="*/ 337 h 353"/>
              <a:gd name="T78" fmla="*/ 32 w 289"/>
              <a:gd name="T79" fmla="*/ 337 h 353"/>
              <a:gd name="T80" fmla="*/ 16 w 289"/>
              <a:gd name="T81" fmla="*/ 321 h 353"/>
              <a:gd name="T82" fmla="*/ 16 w 289"/>
              <a:gd name="T83" fmla="*/ 32 h 353"/>
              <a:gd name="T84" fmla="*/ 32 w 289"/>
              <a:gd name="T85" fmla="*/ 16 h 353"/>
              <a:gd name="T86" fmla="*/ 177 w 289"/>
              <a:gd name="T87" fmla="*/ 16 h 353"/>
              <a:gd name="T88" fmla="*/ 177 w 289"/>
              <a:gd name="T89" fmla="*/ 96 h 353"/>
              <a:gd name="T90" fmla="*/ 193 w 289"/>
              <a:gd name="T91" fmla="*/ 112 h 353"/>
              <a:gd name="T92" fmla="*/ 273 w 289"/>
              <a:gd name="T93" fmla="*/ 112 h 353"/>
              <a:gd name="T94" fmla="*/ 273 w 289"/>
              <a:gd name="T95" fmla="*/ 321 h 353"/>
              <a:gd name="T96" fmla="*/ 193 w 289"/>
              <a:gd name="T97" fmla="*/ 96 h 353"/>
              <a:gd name="T98" fmla="*/ 193 w 289"/>
              <a:gd name="T99" fmla="*/ 16 h 353"/>
              <a:gd name="T100" fmla="*/ 201 w 289"/>
              <a:gd name="T101" fmla="*/ 16 h 353"/>
              <a:gd name="T102" fmla="*/ 273 w 289"/>
              <a:gd name="T103" fmla="*/ 96 h 353"/>
              <a:gd name="T104" fmla="*/ 193 w 289"/>
              <a:gd name="T105" fmla="*/ 96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289" h="353">
                <a:moveTo>
                  <a:pt x="169" y="265"/>
                </a:moveTo>
                <a:cubicBezTo>
                  <a:pt x="73" y="265"/>
                  <a:pt x="73" y="265"/>
                  <a:pt x="73" y="265"/>
                </a:cubicBezTo>
                <a:cubicBezTo>
                  <a:pt x="68" y="265"/>
                  <a:pt x="65" y="268"/>
                  <a:pt x="65" y="273"/>
                </a:cubicBezTo>
                <a:cubicBezTo>
                  <a:pt x="65" y="277"/>
                  <a:pt x="68" y="281"/>
                  <a:pt x="73" y="281"/>
                </a:cubicBezTo>
                <a:cubicBezTo>
                  <a:pt x="169" y="281"/>
                  <a:pt x="169" y="281"/>
                  <a:pt x="169" y="281"/>
                </a:cubicBezTo>
                <a:cubicBezTo>
                  <a:pt x="173" y="281"/>
                  <a:pt x="177" y="277"/>
                  <a:pt x="177" y="273"/>
                </a:cubicBezTo>
                <a:cubicBezTo>
                  <a:pt x="177" y="268"/>
                  <a:pt x="173" y="265"/>
                  <a:pt x="169" y="265"/>
                </a:cubicBezTo>
                <a:moveTo>
                  <a:pt x="73" y="88"/>
                </a:moveTo>
                <a:cubicBezTo>
                  <a:pt x="113" y="88"/>
                  <a:pt x="113" y="88"/>
                  <a:pt x="113" y="88"/>
                </a:cubicBezTo>
                <a:cubicBezTo>
                  <a:pt x="117" y="88"/>
                  <a:pt x="121" y="84"/>
                  <a:pt x="121" y="80"/>
                </a:cubicBezTo>
                <a:cubicBezTo>
                  <a:pt x="121" y="76"/>
                  <a:pt x="117" y="72"/>
                  <a:pt x="113" y="72"/>
                </a:cubicBezTo>
                <a:cubicBezTo>
                  <a:pt x="73" y="72"/>
                  <a:pt x="73" y="72"/>
                  <a:pt x="73" y="72"/>
                </a:cubicBezTo>
                <a:cubicBezTo>
                  <a:pt x="68" y="72"/>
                  <a:pt x="65" y="76"/>
                  <a:pt x="65" y="80"/>
                </a:cubicBezTo>
                <a:cubicBezTo>
                  <a:pt x="65" y="84"/>
                  <a:pt x="68" y="88"/>
                  <a:pt x="73" y="88"/>
                </a:cubicBezTo>
                <a:moveTo>
                  <a:pt x="217" y="200"/>
                </a:moveTo>
                <a:cubicBezTo>
                  <a:pt x="73" y="200"/>
                  <a:pt x="73" y="200"/>
                  <a:pt x="73" y="200"/>
                </a:cubicBezTo>
                <a:cubicBezTo>
                  <a:pt x="68" y="200"/>
                  <a:pt x="65" y="204"/>
                  <a:pt x="65" y="208"/>
                </a:cubicBezTo>
                <a:cubicBezTo>
                  <a:pt x="65" y="213"/>
                  <a:pt x="68" y="217"/>
                  <a:pt x="73" y="217"/>
                </a:cubicBezTo>
                <a:cubicBezTo>
                  <a:pt x="217" y="217"/>
                  <a:pt x="217" y="217"/>
                  <a:pt x="217" y="217"/>
                </a:cubicBezTo>
                <a:cubicBezTo>
                  <a:pt x="222" y="217"/>
                  <a:pt x="225" y="213"/>
                  <a:pt x="225" y="208"/>
                </a:cubicBezTo>
                <a:cubicBezTo>
                  <a:pt x="225" y="204"/>
                  <a:pt x="222" y="200"/>
                  <a:pt x="217" y="200"/>
                </a:cubicBezTo>
                <a:moveTo>
                  <a:pt x="65" y="144"/>
                </a:moveTo>
                <a:cubicBezTo>
                  <a:pt x="65" y="149"/>
                  <a:pt x="68" y="152"/>
                  <a:pt x="73" y="152"/>
                </a:cubicBezTo>
                <a:cubicBezTo>
                  <a:pt x="217" y="152"/>
                  <a:pt x="217" y="152"/>
                  <a:pt x="217" y="152"/>
                </a:cubicBezTo>
                <a:cubicBezTo>
                  <a:pt x="222" y="152"/>
                  <a:pt x="225" y="149"/>
                  <a:pt x="225" y="144"/>
                </a:cubicBezTo>
                <a:cubicBezTo>
                  <a:pt x="225" y="140"/>
                  <a:pt x="222" y="136"/>
                  <a:pt x="217" y="136"/>
                </a:cubicBezTo>
                <a:cubicBezTo>
                  <a:pt x="73" y="136"/>
                  <a:pt x="73" y="136"/>
                  <a:pt x="73" y="136"/>
                </a:cubicBezTo>
                <a:cubicBezTo>
                  <a:pt x="68" y="136"/>
                  <a:pt x="65" y="140"/>
                  <a:pt x="65" y="144"/>
                </a:cubicBezTo>
                <a:moveTo>
                  <a:pt x="209" y="0"/>
                </a:moveTo>
                <a:cubicBezTo>
                  <a:pt x="32" y="0"/>
                  <a:pt x="32" y="0"/>
                  <a:pt x="32" y="0"/>
                </a:cubicBezTo>
                <a:cubicBezTo>
                  <a:pt x="15" y="0"/>
                  <a:pt x="0" y="14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5" y="353"/>
                  <a:pt x="32" y="353"/>
                </a:cubicBezTo>
                <a:cubicBezTo>
                  <a:pt x="257" y="353"/>
                  <a:pt x="257" y="353"/>
                  <a:pt x="257" y="353"/>
                </a:cubicBezTo>
                <a:cubicBezTo>
                  <a:pt x="275" y="353"/>
                  <a:pt x="289" y="339"/>
                  <a:pt x="289" y="321"/>
                </a:cubicBezTo>
                <a:cubicBezTo>
                  <a:pt x="289" y="88"/>
                  <a:pt x="289" y="88"/>
                  <a:pt x="289" y="88"/>
                </a:cubicBezTo>
                <a:lnTo>
                  <a:pt x="209" y="0"/>
                </a:lnTo>
                <a:close/>
                <a:moveTo>
                  <a:pt x="273" y="321"/>
                </a:moveTo>
                <a:cubicBezTo>
                  <a:pt x="273" y="330"/>
                  <a:pt x="266" y="337"/>
                  <a:pt x="257" y="337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24" y="337"/>
                  <a:pt x="16" y="330"/>
                  <a:pt x="16" y="32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3"/>
                  <a:pt x="24" y="16"/>
                  <a:pt x="32" y="16"/>
                </a:cubicBezTo>
                <a:cubicBezTo>
                  <a:pt x="177" y="16"/>
                  <a:pt x="177" y="16"/>
                  <a:pt x="177" y="16"/>
                </a:cubicBezTo>
                <a:cubicBezTo>
                  <a:pt x="177" y="96"/>
                  <a:pt x="177" y="96"/>
                  <a:pt x="177" y="96"/>
                </a:cubicBezTo>
                <a:cubicBezTo>
                  <a:pt x="177" y="105"/>
                  <a:pt x="184" y="112"/>
                  <a:pt x="193" y="112"/>
                </a:cubicBezTo>
                <a:cubicBezTo>
                  <a:pt x="273" y="112"/>
                  <a:pt x="273" y="112"/>
                  <a:pt x="273" y="112"/>
                </a:cubicBezTo>
                <a:lnTo>
                  <a:pt x="273" y="321"/>
                </a:lnTo>
                <a:close/>
                <a:moveTo>
                  <a:pt x="193" y="96"/>
                </a:moveTo>
                <a:cubicBezTo>
                  <a:pt x="193" y="16"/>
                  <a:pt x="193" y="16"/>
                  <a:pt x="193" y="16"/>
                </a:cubicBezTo>
                <a:cubicBezTo>
                  <a:pt x="201" y="16"/>
                  <a:pt x="201" y="16"/>
                  <a:pt x="201" y="16"/>
                </a:cubicBezTo>
                <a:cubicBezTo>
                  <a:pt x="273" y="96"/>
                  <a:pt x="273" y="96"/>
                  <a:pt x="273" y="96"/>
                </a:cubicBezTo>
                <a:lnTo>
                  <a:pt x="193" y="96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7" name="Freeform 66"/>
          <p:cNvSpPr>
            <a:spLocks noEditPoints="1"/>
          </p:cNvSpPr>
          <p:nvPr/>
        </p:nvSpPr>
        <p:spPr bwMode="auto">
          <a:xfrm>
            <a:off x="9723967" y="931335"/>
            <a:ext cx="474133" cy="577851"/>
          </a:xfrm>
          <a:custGeom>
            <a:avLst/>
            <a:gdLst>
              <a:gd name="T0" fmla="*/ 56 w 289"/>
              <a:gd name="T1" fmla="*/ 241 h 353"/>
              <a:gd name="T2" fmla="*/ 56 w 289"/>
              <a:gd name="T3" fmla="*/ 257 h 353"/>
              <a:gd name="T4" fmla="*/ 160 w 289"/>
              <a:gd name="T5" fmla="*/ 249 h 353"/>
              <a:gd name="T6" fmla="*/ 120 w 289"/>
              <a:gd name="T7" fmla="*/ 289 h 353"/>
              <a:gd name="T8" fmla="*/ 48 w 289"/>
              <a:gd name="T9" fmla="*/ 297 h 353"/>
              <a:gd name="T10" fmla="*/ 120 w 289"/>
              <a:gd name="T11" fmla="*/ 305 h 353"/>
              <a:gd name="T12" fmla="*/ 120 w 289"/>
              <a:gd name="T13" fmla="*/ 289 h 353"/>
              <a:gd name="T14" fmla="*/ 88 w 289"/>
              <a:gd name="T15" fmla="*/ 160 h 353"/>
              <a:gd name="T16" fmla="*/ 88 w 289"/>
              <a:gd name="T17" fmla="*/ 144 h 353"/>
              <a:gd name="T18" fmla="*/ 48 w 289"/>
              <a:gd name="T19" fmla="*/ 152 h 353"/>
              <a:gd name="T20" fmla="*/ 48 w 289"/>
              <a:gd name="T21" fmla="*/ 200 h 353"/>
              <a:gd name="T22" fmla="*/ 152 w 289"/>
              <a:gd name="T23" fmla="*/ 208 h 353"/>
              <a:gd name="T24" fmla="*/ 152 w 289"/>
              <a:gd name="T25" fmla="*/ 192 h 353"/>
              <a:gd name="T26" fmla="*/ 48 w 289"/>
              <a:gd name="T27" fmla="*/ 200 h 353"/>
              <a:gd name="T28" fmla="*/ 112 w 289"/>
              <a:gd name="T29" fmla="*/ 0 h 353"/>
              <a:gd name="T30" fmla="*/ 80 w 289"/>
              <a:gd name="T31" fmla="*/ 56 h 353"/>
              <a:gd name="T32" fmla="*/ 96 w 289"/>
              <a:gd name="T33" fmla="*/ 56 h 353"/>
              <a:gd name="T34" fmla="*/ 112 w 289"/>
              <a:gd name="T35" fmla="*/ 16 h 353"/>
              <a:gd name="T36" fmla="*/ 208 w 289"/>
              <a:gd name="T37" fmla="*/ 64 h 353"/>
              <a:gd name="T38" fmla="*/ 273 w 289"/>
              <a:gd name="T39" fmla="*/ 80 h 353"/>
              <a:gd name="T40" fmla="*/ 257 w 289"/>
              <a:gd name="T41" fmla="*/ 257 h 353"/>
              <a:gd name="T42" fmla="*/ 224 w 289"/>
              <a:gd name="T43" fmla="*/ 265 h 353"/>
              <a:gd name="T44" fmla="*/ 257 w 289"/>
              <a:gd name="T45" fmla="*/ 273 h 353"/>
              <a:gd name="T46" fmla="*/ 289 w 289"/>
              <a:gd name="T47" fmla="*/ 64 h 353"/>
              <a:gd name="T48" fmla="*/ 224 w 289"/>
              <a:gd name="T49" fmla="*/ 64 h 353"/>
              <a:gd name="T50" fmla="*/ 266 w 289"/>
              <a:gd name="T51" fmla="*/ 64 h 353"/>
              <a:gd name="T52" fmla="*/ 32 w 289"/>
              <a:gd name="T53" fmla="*/ 80 h 353"/>
              <a:gd name="T54" fmla="*/ 0 w 289"/>
              <a:gd name="T55" fmla="*/ 321 h 353"/>
              <a:gd name="T56" fmla="*/ 176 w 289"/>
              <a:gd name="T57" fmla="*/ 353 h 353"/>
              <a:gd name="T58" fmla="*/ 208 w 289"/>
              <a:gd name="T59" fmla="*/ 144 h 353"/>
              <a:gd name="T60" fmla="*/ 32 w 289"/>
              <a:gd name="T61" fmla="*/ 80 h 353"/>
              <a:gd name="T62" fmla="*/ 176 w 289"/>
              <a:gd name="T63" fmla="*/ 337 h 353"/>
              <a:gd name="T64" fmla="*/ 16 w 289"/>
              <a:gd name="T65" fmla="*/ 321 h 353"/>
              <a:gd name="T66" fmla="*/ 32 w 289"/>
              <a:gd name="T67" fmla="*/ 96 h 353"/>
              <a:gd name="T68" fmla="*/ 128 w 289"/>
              <a:gd name="T69" fmla="*/ 144 h 353"/>
              <a:gd name="T70" fmla="*/ 192 w 289"/>
              <a:gd name="T71" fmla="*/ 160 h 353"/>
              <a:gd name="T72" fmla="*/ 144 w 289"/>
              <a:gd name="T73" fmla="*/ 144 h 353"/>
              <a:gd name="T74" fmla="*/ 186 w 289"/>
              <a:gd name="T75" fmla="*/ 144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289" h="353">
                <a:moveTo>
                  <a:pt x="152" y="241"/>
                </a:moveTo>
                <a:cubicBezTo>
                  <a:pt x="56" y="241"/>
                  <a:pt x="56" y="241"/>
                  <a:pt x="56" y="241"/>
                </a:cubicBezTo>
                <a:cubicBezTo>
                  <a:pt x="51" y="241"/>
                  <a:pt x="48" y="244"/>
                  <a:pt x="48" y="249"/>
                </a:cubicBezTo>
                <a:cubicBezTo>
                  <a:pt x="48" y="253"/>
                  <a:pt x="51" y="257"/>
                  <a:pt x="56" y="257"/>
                </a:cubicBezTo>
                <a:cubicBezTo>
                  <a:pt x="152" y="257"/>
                  <a:pt x="152" y="257"/>
                  <a:pt x="152" y="257"/>
                </a:cubicBezTo>
                <a:cubicBezTo>
                  <a:pt x="157" y="257"/>
                  <a:pt x="160" y="253"/>
                  <a:pt x="160" y="249"/>
                </a:cubicBezTo>
                <a:cubicBezTo>
                  <a:pt x="160" y="244"/>
                  <a:pt x="157" y="241"/>
                  <a:pt x="152" y="241"/>
                </a:cubicBezTo>
                <a:moveTo>
                  <a:pt x="120" y="289"/>
                </a:moveTo>
                <a:cubicBezTo>
                  <a:pt x="56" y="289"/>
                  <a:pt x="56" y="289"/>
                  <a:pt x="56" y="289"/>
                </a:cubicBezTo>
                <a:cubicBezTo>
                  <a:pt x="51" y="289"/>
                  <a:pt x="48" y="292"/>
                  <a:pt x="48" y="297"/>
                </a:cubicBezTo>
                <a:cubicBezTo>
                  <a:pt x="48" y="301"/>
                  <a:pt x="51" y="305"/>
                  <a:pt x="56" y="305"/>
                </a:cubicBezTo>
                <a:cubicBezTo>
                  <a:pt x="120" y="305"/>
                  <a:pt x="120" y="305"/>
                  <a:pt x="120" y="305"/>
                </a:cubicBezTo>
                <a:cubicBezTo>
                  <a:pt x="125" y="305"/>
                  <a:pt x="128" y="301"/>
                  <a:pt x="128" y="297"/>
                </a:cubicBezTo>
                <a:cubicBezTo>
                  <a:pt x="128" y="292"/>
                  <a:pt x="125" y="289"/>
                  <a:pt x="120" y="289"/>
                </a:cubicBezTo>
                <a:moveTo>
                  <a:pt x="56" y="160"/>
                </a:moveTo>
                <a:cubicBezTo>
                  <a:pt x="88" y="160"/>
                  <a:pt x="88" y="160"/>
                  <a:pt x="88" y="160"/>
                </a:cubicBezTo>
                <a:cubicBezTo>
                  <a:pt x="92" y="160"/>
                  <a:pt x="96" y="157"/>
                  <a:pt x="96" y="152"/>
                </a:cubicBezTo>
                <a:cubicBezTo>
                  <a:pt x="96" y="148"/>
                  <a:pt x="92" y="144"/>
                  <a:pt x="88" y="144"/>
                </a:cubicBezTo>
                <a:cubicBezTo>
                  <a:pt x="56" y="144"/>
                  <a:pt x="56" y="144"/>
                  <a:pt x="56" y="144"/>
                </a:cubicBezTo>
                <a:cubicBezTo>
                  <a:pt x="51" y="144"/>
                  <a:pt x="48" y="148"/>
                  <a:pt x="48" y="152"/>
                </a:cubicBezTo>
                <a:cubicBezTo>
                  <a:pt x="48" y="157"/>
                  <a:pt x="51" y="160"/>
                  <a:pt x="56" y="160"/>
                </a:cubicBezTo>
                <a:moveTo>
                  <a:pt x="48" y="200"/>
                </a:moveTo>
                <a:cubicBezTo>
                  <a:pt x="48" y="205"/>
                  <a:pt x="51" y="208"/>
                  <a:pt x="56" y="208"/>
                </a:cubicBezTo>
                <a:cubicBezTo>
                  <a:pt x="152" y="208"/>
                  <a:pt x="152" y="208"/>
                  <a:pt x="152" y="208"/>
                </a:cubicBezTo>
                <a:cubicBezTo>
                  <a:pt x="157" y="208"/>
                  <a:pt x="160" y="205"/>
                  <a:pt x="160" y="200"/>
                </a:cubicBezTo>
                <a:cubicBezTo>
                  <a:pt x="160" y="196"/>
                  <a:pt x="157" y="192"/>
                  <a:pt x="152" y="192"/>
                </a:cubicBezTo>
                <a:cubicBezTo>
                  <a:pt x="56" y="192"/>
                  <a:pt x="56" y="192"/>
                  <a:pt x="56" y="192"/>
                </a:cubicBezTo>
                <a:cubicBezTo>
                  <a:pt x="51" y="192"/>
                  <a:pt x="48" y="196"/>
                  <a:pt x="48" y="200"/>
                </a:cubicBezTo>
                <a:moveTo>
                  <a:pt x="232" y="0"/>
                </a:moveTo>
                <a:cubicBezTo>
                  <a:pt x="112" y="0"/>
                  <a:pt x="112" y="0"/>
                  <a:pt x="112" y="0"/>
                </a:cubicBezTo>
                <a:cubicBezTo>
                  <a:pt x="94" y="0"/>
                  <a:pt x="80" y="14"/>
                  <a:pt x="80" y="32"/>
                </a:cubicBezTo>
                <a:cubicBezTo>
                  <a:pt x="80" y="56"/>
                  <a:pt x="80" y="56"/>
                  <a:pt x="80" y="56"/>
                </a:cubicBezTo>
                <a:cubicBezTo>
                  <a:pt x="80" y="60"/>
                  <a:pt x="84" y="64"/>
                  <a:pt x="88" y="64"/>
                </a:cubicBezTo>
                <a:cubicBezTo>
                  <a:pt x="92" y="64"/>
                  <a:pt x="96" y="60"/>
                  <a:pt x="96" y="56"/>
                </a:cubicBezTo>
                <a:cubicBezTo>
                  <a:pt x="96" y="32"/>
                  <a:pt x="96" y="32"/>
                  <a:pt x="96" y="32"/>
                </a:cubicBezTo>
                <a:cubicBezTo>
                  <a:pt x="96" y="23"/>
                  <a:pt x="103" y="16"/>
                  <a:pt x="112" y="16"/>
                </a:cubicBezTo>
                <a:cubicBezTo>
                  <a:pt x="208" y="16"/>
                  <a:pt x="208" y="16"/>
                  <a:pt x="208" y="16"/>
                </a:cubicBezTo>
                <a:cubicBezTo>
                  <a:pt x="208" y="64"/>
                  <a:pt x="208" y="64"/>
                  <a:pt x="208" y="64"/>
                </a:cubicBezTo>
                <a:cubicBezTo>
                  <a:pt x="208" y="73"/>
                  <a:pt x="216" y="80"/>
                  <a:pt x="224" y="80"/>
                </a:cubicBezTo>
                <a:cubicBezTo>
                  <a:pt x="273" y="80"/>
                  <a:pt x="273" y="80"/>
                  <a:pt x="273" y="80"/>
                </a:cubicBezTo>
                <a:cubicBezTo>
                  <a:pt x="273" y="241"/>
                  <a:pt x="273" y="241"/>
                  <a:pt x="273" y="241"/>
                </a:cubicBezTo>
                <a:cubicBezTo>
                  <a:pt x="273" y="249"/>
                  <a:pt x="265" y="257"/>
                  <a:pt x="257" y="257"/>
                </a:cubicBezTo>
                <a:cubicBezTo>
                  <a:pt x="232" y="257"/>
                  <a:pt x="232" y="257"/>
                  <a:pt x="232" y="257"/>
                </a:cubicBezTo>
                <a:cubicBezTo>
                  <a:pt x="228" y="257"/>
                  <a:pt x="224" y="260"/>
                  <a:pt x="224" y="265"/>
                </a:cubicBezTo>
                <a:cubicBezTo>
                  <a:pt x="224" y="269"/>
                  <a:pt x="228" y="273"/>
                  <a:pt x="232" y="273"/>
                </a:cubicBezTo>
                <a:cubicBezTo>
                  <a:pt x="257" y="273"/>
                  <a:pt x="257" y="273"/>
                  <a:pt x="257" y="273"/>
                </a:cubicBezTo>
                <a:cubicBezTo>
                  <a:pt x="274" y="273"/>
                  <a:pt x="289" y="258"/>
                  <a:pt x="289" y="241"/>
                </a:cubicBezTo>
                <a:cubicBezTo>
                  <a:pt x="289" y="64"/>
                  <a:pt x="289" y="64"/>
                  <a:pt x="289" y="64"/>
                </a:cubicBezTo>
                <a:lnTo>
                  <a:pt x="232" y="0"/>
                </a:lnTo>
                <a:close/>
                <a:moveTo>
                  <a:pt x="224" y="64"/>
                </a:moveTo>
                <a:cubicBezTo>
                  <a:pt x="224" y="17"/>
                  <a:pt x="224" y="17"/>
                  <a:pt x="224" y="17"/>
                </a:cubicBezTo>
                <a:cubicBezTo>
                  <a:pt x="266" y="64"/>
                  <a:pt x="266" y="64"/>
                  <a:pt x="266" y="64"/>
                </a:cubicBezTo>
                <a:lnTo>
                  <a:pt x="224" y="64"/>
                </a:lnTo>
                <a:close/>
                <a:moveTo>
                  <a:pt x="32" y="80"/>
                </a:moveTo>
                <a:cubicBezTo>
                  <a:pt x="14" y="80"/>
                  <a:pt x="0" y="94"/>
                  <a:pt x="0" y="11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4" y="353"/>
                  <a:pt x="32" y="353"/>
                </a:cubicBezTo>
                <a:cubicBezTo>
                  <a:pt x="176" y="353"/>
                  <a:pt x="176" y="353"/>
                  <a:pt x="176" y="353"/>
                </a:cubicBezTo>
                <a:cubicBezTo>
                  <a:pt x="194" y="353"/>
                  <a:pt x="208" y="339"/>
                  <a:pt x="208" y="321"/>
                </a:cubicBezTo>
                <a:cubicBezTo>
                  <a:pt x="208" y="144"/>
                  <a:pt x="208" y="144"/>
                  <a:pt x="208" y="144"/>
                </a:cubicBezTo>
                <a:cubicBezTo>
                  <a:pt x="152" y="80"/>
                  <a:pt x="152" y="80"/>
                  <a:pt x="152" y="80"/>
                </a:cubicBezTo>
                <a:lnTo>
                  <a:pt x="32" y="80"/>
                </a:lnTo>
                <a:close/>
                <a:moveTo>
                  <a:pt x="192" y="321"/>
                </a:moveTo>
                <a:cubicBezTo>
                  <a:pt x="192" y="330"/>
                  <a:pt x="185" y="337"/>
                  <a:pt x="176" y="337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23" y="337"/>
                  <a:pt x="16" y="330"/>
                  <a:pt x="16" y="321"/>
                </a:cubicBezTo>
                <a:cubicBezTo>
                  <a:pt x="16" y="112"/>
                  <a:pt x="16" y="112"/>
                  <a:pt x="16" y="112"/>
                </a:cubicBezTo>
                <a:cubicBezTo>
                  <a:pt x="16" y="103"/>
                  <a:pt x="23" y="96"/>
                  <a:pt x="32" y="96"/>
                </a:cubicBezTo>
                <a:cubicBezTo>
                  <a:pt x="128" y="96"/>
                  <a:pt x="128" y="96"/>
                  <a:pt x="128" y="96"/>
                </a:cubicBezTo>
                <a:cubicBezTo>
                  <a:pt x="128" y="144"/>
                  <a:pt x="128" y="144"/>
                  <a:pt x="128" y="144"/>
                </a:cubicBezTo>
                <a:cubicBezTo>
                  <a:pt x="128" y="153"/>
                  <a:pt x="135" y="160"/>
                  <a:pt x="144" y="160"/>
                </a:cubicBezTo>
                <a:cubicBezTo>
                  <a:pt x="192" y="160"/>
                  <a:pt x="192" y="160"/>
                  <a:pt x="192" y="160"/>
                </a:cubicBezTo>
                <a:lnTo>
                  <a:pt x="192" y="321"/>
                </a:lnTo>
                <a:close/>
                <a:moveTo>
                  <a:pt x="144" y="144"/>
                </a:moveTo>
                <a:cubicBezTo>
                  <a:pt x="144" y="97"/>
                  <a:pt x="144" y="97"/>
                  <a:pt x="144" y="97"/>
                </a:cubicBezTo>
                <a:cubicBezTo>
                  <a:pt x="186" y="144"/>
                  <a:pt x="186" y="144"/>
                  <a:pt x="186" y="144"/>
                </a:cubicBezTo>
                <a:lnTo>
                  <a:pt x="144" y="144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8" name="Freeform 67"/>
          <p:cNvSpPr>
            <a:spLocks noEditPoints="1"/>
          </p:cNvSpPr>
          <p:nvPr/>
        </p:nvSpPr>
        <p:spPr bwMode="auto">
          <a:xfrm>
            <a:off x="10828868" y="931335"/>
            <a:ext cx="472017" cy="577851"/>
          </a:xfrm>
          <a:custGeom>
            <a:avLst/>
            <a:gdLst>
              <a:gd name="T0" fmla="*/ 209 w 289"/>
              <a:gd name="T1" fmla="*/ 0 h 353"/>
              <a:gd name="T2" fmla="*/ 32 w 289"/>
              <a:gd name="T3" fmla="*/ 0 h 353"/>
              <a:gd name="T4" fmla="*/ 0 w 289"/>
              <a:gd name="T5" fmla="*/ 32 h 353"/>
              <a:gd name="T6" fmla="*/ 0 w 289"/>
              <a:gd name="T7" fmla="*/ 321 h 353"/>
              <a:gd name="T8" fmla="*/ 32 w 289"/>
              <a:gd name="T9" fmla="*/ 353 h 353"/>
              <a:gd name="T10" fmla="*/ 257 w 289"/>
              <a:gd name="T11" fmla="*/ 353 h 353"/>
              <a:gd name="T12" fmla="*/ 289 w 289"/>
              <a:gd name="T13" fmla="*/ 321 h 353"/>
              <a:gd name="T14" fmla="*/ 289 w 289"/>
              <a:gd name="T15" fmla="*/ 88 h 353"/>
              <a:gd name="T16" fmla="*/ 209 w 289"/>
              <a:gd name="T17" fmla="*/ 0 h 353"/>
              <a:gd name="T18" fmla="*/ 273 w 289"/>
              <a:gd name="T19" fmla="*/ 321 h 353"/>
              <a:gd name="T20" fmla="*/ 257 w 289"/>
              <a:gd name="T21" fmla="*/ 337 h 353"/>
              <a:gd name="T22" fmla="*/ 32 w 289"/>
              <a:gd name="T23" fmla="*/ 337 h 353"/>
              <a:gd name="T24" fmla="*/ 16 w 289"/>
              <a:gd name="T25" fmla="*/ 321 h 353"/>
              <a:gd name="T26" fmla="*/ 16 w 289"/>
              <a:gd name="T27" fmla="*/ 32 h 353"/>
              <a:gd name="T28" fmla="*/ 32 w 289"/>
              <a:gd name="T29" fmla="*/ 16 h 353"/>
              <a:gd name="T30" fmla="*/ 177 w 289"/>
              <a:gd name="T31" fmla="*/ 16 h 353"/>
              <a:gd name="T32" fmla="*/ 177 w 289"/>
              <a:gd name="T33" fmla="*/ 96 h 353"/>
              <a:gd name="T34" fmla="*/ 193 w 289"/>
              <a:gd name="T35" fmla="*/ 112 h 353"/>
              <a:gd name="T36" fmla="*/ 273 w 289"/>
              <a:gd name="T37" fmla="*/ 112 h 353"/>
              <a:gd name="T38" fmla="*/ 273 w 289"/>
              <a:gd name="T39" fmla="*/ 321 h 353"/>
              <a:gd name="T40" fmla="*/ 193 w 289"/>
              <a:gd name="T41" fmla="*/ 96 h 353"/>
              <a:gd name="T42" fmla="*/ 193 w 289"/>
              <a:gd name="T43" fmla="*/ 16 h 353"/>
              <a:gd name="T44" fmla="*/ 201 w 289"/>
              <a:gd name="T45" fmla="*/ 16 h 353"/>
              <a:gd name="T46" fmla="*/ 273 w 289"/>
              <a:gd name="T47" fmla="*/ 96 h 353"/>
              <a:gd name="T48" fmla="*/ 193 w 289"/>
              <a:gd name="T49" fmla="*/ 96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289" h="353">
                <a:moveTo>
                  <a:pt x="209" y="0"/>
                </a:move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4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4" y="353"/>
                  <a:pt x="32" y="353"/>
                </a:cubicBezTo>
                <a:cubicBezTo>
                  <a:pt x="257" y="353"/>
                  <a:pt x="257" y="353"/>
                  <a:pt x="257" y="353"/>
                </a:cubicBezTo>
                <a:cubicBezTo>
                  <a:pt x="275" y="353"/>
                  <a:pt x="289" y="339"/>
                  <a:pt x="289" y="321"/>
                </a:cubicBezTo>
                <a:cubicBezTo>
                  <a:pt x="289" y="88"/>
                  <a:pt x="289" y="88"/>
                  <a:pt x="289" y="88"/>
                </a:cubicBezTo>
                <a:lnTo>
                  <a:pt x="209" y="0"/>
                </a:lnTo>
                <a:close/>
                <a:moveTo>
                  <a:pt x="273" y="321"/>
                </a:moveTo>
                <a:cubicBezTo>
                  <a:pt x="273" y="330"/>
                  <a:pt x="266" y="337"/>
                  <a:pt x="257" y="337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23" y="337"/>
                  <a:pt x="16" y="330"/>
                  <a:pt x="16" y="32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3"/>
                  <a:pt x="23" y="16"/>
                  <a:pt x="32" y="16"/>
                </a:cubicBezTo>
                <a:cubicBezTo>
                  <a:pt x="177" y="16"/>
                  <a:pt x="177" y="16"/>
                  <a:pt x="177" y="16"/>
                </a:cubicBezTo>
                <a:cubicBezTo>
                  <a:pt x="177" y="96"/>
                  <a:pt x="177" y="96"/>
                  <a:pt x="177" y="96"/>
                </a:cubicBezTo>
                <a:cubicBezTo>
                  <a:pt x="177" y="105"/>
                  <a:pt x="184" y="112"/>
                  <a:pt x="193" y="112"/>
                </a:cubicBezTo>
                <a:cubicBezTo>
                  <a:pt x="273" y="112"/>
                  <a:pt x="273" y="112"/>
                  <a:pt x="273" y="112"/>
                </a:cubicBezTo>
                <a:lnTo>
                  <a:pt x="273" y="321"/>
                </a:lnTo>
                <a:close/>
                <a:moveTo>
                  <a:pt x="193" y="96"/>
                </a:moveTo>
                <a:cubicBezTo>
                  <a:pt x="193" y="16"/>
                  <a:pt x="193" y="16"/>
                  <a:pt x="193" y="16"/>
                </a:cubicBezTo>
                <a:cubicBezTo>
                  <a:pt x="201" y="16"/>
                  <a:pt x="201" y="16"/>
                  <a:pt x="201" y="16"/>
                </a:cubicBezTo>
                <a:cubicBezTo>
                  <a:pt x="273" y="96"/>
                  <a:pt x="273" y="96"/>
                  <a:pt x="273" y="96"/>
                </a:cubicBezTo>
                <a:lnTo>
                  <a:pt x="193" y="96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9" name="Freeform 68"/>
          <p:cNvSpPr>
            <a:spLocks noEditPoints="1"/>
          </p:cNvSpPr>
          <p:nvPr/>
        </p:nvSpPr>
        <p:spPr bwMode="auto">
          <a:xfrm>
            <a:off x="893234" y="2036235"/>
            <a:ext cx="472017" cy="577851"/>
          </a:xfrm>
          <a:custGeom>
            <a:avLst/>
            <a:gdLst>
              <a:gd name="T0" fmla="*/ 233 w 289"/>
              <a:gd name="T1" fmla="*/ 0 h 353"/>
              <a:gd name="T2" fmla="*/ 112 w 289"/>
              <a:gd name="T3" fmla="*/ 0 h 353"/>
              <a:gd name="T4" fmla="*/ 80 w 289"/>
              <a:gd name="T5" fmla="*/ 32 h 353"/>
              <a:gd name="T6" fmla="*/ 80 w 289"/>
              <a:gd name="T7" fmla="*/ 56 h 353"/>
              <a:gd name="T8" fmla="*/ 88 w 289"/>
              <a:gd name="T9" fmla="*/ 64 h 353"/>
              <a:gd name="T10" fmla="*/ 96 w 289"/>
              <a:gd name="T11" fmla="*/ 56 h 353"/>
              <a:gd name="T12" fmla="*/ 96 w 289"/>
              <a:gd name="T13" fmla="*/ 32 h 353"/>
              <a:gd name="T14" fmla="*/ 112 w 289"/>
              <a:gd name="T15" fmla="*/ 16 h 353"/>
              <a:gd name="T16" fmla="*/ 209 w 289"/>
              <a:gd name="T17" fmla="*/ 16 h 353"/>
              <a:gd name="T18" fmla="*/ 209 w 289"/>
              <a:gd name="T19" fmla="*/ 64 h 353"/>
              <a:gd name="T20" fmla="*/ 225 w 289"/>
              <a:gd name="T21" fmla="*/ 80 h 353"/>
              <a:gd name="T22" fmla="*/ 273 w 289"/>
              <a:gd name="T23" fmla="*/ 80 h 353"/>
              <a:gd name="T24" fmla="*/ 273 w 289"/>
              <a:gd name="T25" fmla="*/ 241 h 353"/>
              <a:gd name="T26" fmla="*/ 257 w 289"/>
              <a:gd name="T27" fmla="*/ 257 h 353"/>
              <a:gd name="T28" fmla="*/ 233 w 289"/>
              <a:gd name="T29" fmla="*/ 257 h 353"/>
              <a:gd name="T30" fmla="*/ 225 w 289"/>
              <a:gd name="T31" fmla="*/ 265 h 353"/>
              <a:gd name="T32" fmla="*/ 233 w 289"/>
              <a:gd name="T33" fmla="*/ 273 h 353"/>
              <a:gd name="T34" fmla="*/ 257 w 289"/>
              <a:gd name="T35" fmla="*/ 273 h 353"/>
              <a:gd name="T36" fmla="*/ 289 w 289"/>
              <a:gd name="T37" fmla="*/ 241 h 353"/>
              <a:gd name="T38" fmla="*/ 289 w 289"/>
              <a:gd name="T39" fmla="*/ 64 h 353"/>
              <a:gd name="T40" fmla="*/ 233 w 289"/>
              <a:gd name="T41" fmla="*/ 0 h 353"/>
              <a:gd name="T42" fmla="*/ 225 w 289"/>
              <a:gd name="T43" fmla="*/ 64 h 353"/>
              <a:gd name="T44" fmla="*/ 225 w 289"/>
              <a:gd name="T45" fmla="*/ 17 h 353"/>
              <a:gd name="T46" fmla="*/ 267 w 289"/>
              <a:gd name="T47" fmla="*/ 64 h 353"/>
              <a:gd name="T48" fmla="*/ 225 w 289"/>
              <a:gd name="T49" fmla="*/ 64 h 353"/>
              <a:gd name="T50" fmla="*/ 32 w 289"/>
              <a:gd name="T51" fmla="*/ 80 h 353"/>
              <a:gd name="T52" fmla="*/ 0 w 289"/>
              <a:gd name="T53" fmla="*/ 112 h 353"/>
              <a:gd name="T54" fmla="*/ 0 w 289"/>
              <a:gd name="T55" fmla="*/ 321 h 353"/>
              <a:gd name="T56" fmla="*/ 32 w 289"/>
              <a:gd name="T57" fmla="*/ 353 h 353"/>
              <a:gd name="T58" fmla="*/ 177 w 289"/>
              <a:gd name="T59" fmla="*/ 353 h 353"/>
              <a:gd name="T60" fmla="*/ 209 w 289"/>
              <a:gd name="T61" fmla="*/ 321 h 353"/>
              <a:gd name="T62" fmla="*/ 209 w 289"/>
              <a:gd name="T63" fmla="*/ 145 h 353"/>
              <a:gd name="T64" fmla="*/ 153 w 289"/>
              <a:gd name="T65" fmla="*/ 80 h 353"/>
              <a:gd name="T66" fmla="*/ 32 w 289"/>
              <a:gd name="T67" fmla="*/ 80 h 353"/>
              <a:gd name="T68" fmla="*/ 193 w 289"/>
              <a:gd name="T69" fmla="*/ 321 h 353"/>
              <a:gd name="T70" fmla="*/ 177 w 289"/>
              <a:gd name="T71" fmla="*/ 337 h 353"/>
              <a:gd name="T72" fmla="*/ 32 w 289"/>
              <a:gd name="T73" fmla="*/ 337 h 353"/>
              <a:gd name="T74" fmla="*/ 16 w 289"/>
              <a:gd name="T75" fmla="*/ 321 h 353"/>
              <a:gd name="T76" fmla="*/ 16 w 289"/>
              <a:gd name="T77" fmla="*/ 112 h 353"/>
              <a:gd name="T78" fmla="*/ 32 w 289"/>
              <a:gd name="T79" fmla="*/ 96 h 353"/>
              <a:gd name="T80" fmla="*/ 128 w 289"/>
              <a:gd name="T81" fmla="*/ 96 h 353"/>
              <a:gd name="T82" fmla="*/ 128 w 289"/>
              <a:gd name="T83" fmla="*/ 145 h 353"/>
              <a:gd name="T84" fmla="*/ 145 w 289"/>
              <a:gd name="T85" fmla="*/ 161 h 353"/>
              <a:gd name="T86" fmla="*/ 193 w 289"/>
              <a:gd name="T87" fmla="*/ 161 h 353"/>
              <a:gd name="T88" fmla="*/ 193 w 289"/>
              <a:gd name="T89" fmla="*/ 321 h 353"/>
              <a:gd name="T90" fmla="*/ 145 w 289"/>
              <a:gd name="T91" fmla="*/ 145 h 353"/>
              <a:gd name="T92" fmla="*/ 145 w 289"/>
              <a:gd name="T93" fmla="*/ 98 h 353"/>
              <a:gd name="T94" fmla="*/ 186 w 289"/>
              <a:gd name="T95" fmla="*/ 145 h 353"/>
              <a:gd name="T96" fmla="*/ 145 w 289"/>
              <a:gd name="T97" fmla="*/ 145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289" h="353">
                <a:moveTo>
                  <a:pt x="233" y="0"/>
                </a:moveTo>
                <a:cubicBezTo>
                  <a:pt x="112" y="0"/>
                  <a:pt x="112" y="0"/>
                  <a:pt x="112" y="0"/>
                </a:cubicBezTo>
                <a:cubicBezTo>
                  <a:pt x="95" y="0"/>
                  <a:pt x="80" y="14"/>
                  <a:pt x="80" y="32"/>
                </a:cubicBezTo>
                <a:cubicBezTo>
                  <a:pt x="80" y="56"/>
                  <a:pt x="80" y="56"/>
                  <a:pt x="80" y="56"/>
                </a:cubicBezTo>
                <a:cubicBezTo>
                  <a:pt x="80" y="61"/>
                  <a:pt x="84" y="64"/>
                  <a:pt x="88" y="64"/>
                </a:cubicBezTo>
                <a:cubicBezTo>
                  <a:pt x="93" y="64"/>
                  <a:pt x="96" y="61"/>
                  <a:pt x="96" y="56"/>
                </a:cubicBezTo>
                <a:cubicBezTo>
                  <a:pt x="96" y="32"/>
                  <a:pt x="96" y="32"/>
                  <a:pt x="96" y="32"/>
                </a:cubicBezTo>
                <a:cubicBezTo>
                  <a:pt x="96" y="23"/>
                  <a:pt x="104" y="16"/>
                  <a:pt x="112" y="16"/>
                </a:cubicBezTo>
                <a:cubicBezTo>
                  <a:pt x="209" y="16"/>
                  <a:pt x="209" y="16"/>
                  <a:pt x="209" y="16"/>
                </a:cubicBezTo>
                <a:cubicBezTo>
                  <a:pt x="209" y="64"/>
                  <a:pt x="209" y="64"/>
                  <a:pt x="209" y="64"/>
                </a:cubicBezTo>
                <a:cubicBezTo>
                  <a:pt x="209" y="73"/>
                  <a:pt x="216" y="80"/>
                  <a:pt x="225" y="80"/>
                </a:cubicBezTo>
                <a:cubicBezTo>
                  <a:pt x="273" y="80"/>
                  <a:pt x="273" y="80"/>
                  <a:pt x="273" y="80"/>
                </a:cubicBezTo>
                <a:cubicBezTo>
                  <a:pt x="273" y="241"/>
                  <a:pt x="273" y="241"/>
                  <a:pt x="273" y="241"/>
                </a:cubicBezTo>
                <a:cubicBezTo>
                  <a:pt x="273" y="250"/>
                  <a:pt x="266" y="257"/>
                  <a:pt x="257" y="257"/>
                </a:cubicBezTo>
                <a:cubicBezTo>
                  <a:pt x="233" y="257"/>
                  <a:pt x="233" y="257"/>
                  <a:pt x="233" y="257"/>
                </a:cubicBezTo>
                <a:cubicBezTo>
                  <a:pt x="228" y="257"/>
                  <a:pt x="225" y="261"/>
                  <a:pt x="225" y="265"/>
                </a:cubicBezTo>
                <a:cubicBezTo>
                  <a:pt x="225" y="269"/>
                  <a:pt x="228" y="273"/>
                  <a:pt x="233" y="273"/>
                </a:cubicBezTo>
                <a:cubicBezTo>
                  <a:pt x="257" y="273"/>
                  <a:pt x="257" y="273"/>
                  <a:pt x="257" y="273"/>
                </a:cubicBezTo>
                <a:cubicBezTo>
                  <a:pt x="275" y="273"/>
                  <a:pt x="289" y="259"/>
                  <a:pt x="289" y="241"/>
                </a:cubicBezTo>
                <a:cubicBezTo>
                  <a:pt x="289" y="64"/>
                  <a:pt x="289" y="64"/>
                  <a:pt x="289" y="64"/>
                </a:cubicBezTo>
                <a:lnTo>
                  <a:pt x="233" y="0"/>
                </a:lnTo>
                <a:close/>
                <a:moveTo>
                  <a:pt x="225" y="64"/>
                </a:moveTo>
                <a:cubicBezTo>
                  <a:pt x="225" y="17"/>
                  <a:pt x="225" y="17"/>
                  <a:pt x="225" y="17"/>
                </a:cubicBezTo>
                <a:cubicBezTo>
                  <a:pt x="267" y="64"/>
                  <a:pt x="267" y="64"/>
                  <a:pt x="267" y="64"/>
                </a:cubicBezTo>
                <a:lnTo>
                  <a:pt x="225" y="64"/>
                </a:lnTo>
                <a:close/>
                <a:moveTo>
                  <a:pt x="32" y="80"/>
                </a:moveTo>
                <a:cubicBezTo>
                  <a:pt x="14" y="80"/>
                  <a:pt x="0" y="95"/>
                  <a:pt x="0" y="11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4" y="353"/>
                  <a:pt x="32" y="353"/>
                </a:cubicBezTo>
                <a:cubicBezTo>
                  <a:pt x="177" y="353"/>
                  <a:pt x="177" y="353"/>
                  <a:pt x="177" y="353"/>
                </a:cubicBezTo>
                <a:cubicBezTo>
                  <a:pt x="194" y="353"/>
                  <a:pt x="209" y="339"/>
                  <a:pt x="209" y="321"/>
                </a:cubicBezTo>
                <a:cubicBezTo>
                  <a:pt x="209" y="145"/>
                  <a:pt x="209" y="145"/>
                  <a:pt x="209" y="145"/>
                </a:cubicBezTo>
                <a:cubicBezTo>
                  <a:pt x="153" y="80"/>
                  <a:pt x="153" y="80"/>
                  <a:pt x="153" y="80"/>
                </a:cubicBezTo>
                <a:lnTo>
                  <a:pt x="32" y="80"/>
                </a:lnTo>
                <a:close/>
                <a:moveTo>
                  <a:pt x="193" y="321"/>
                </a:moveTo>
                <a:cubicBezTo>
                  <a:pt x="193" y="330"/>
                  <a:pt x="185" y="337"/>
                  <a:pt x="177" y="337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23" y="337"/>
                  <a:pt x="16" y="330"/>
                  <a:pt x="16" y="321"/>
                </a:cubicBezTo>
                <a:cubicBezTo>
                  <a:pt x="16" y="112"/>
                  <a:pt x="16" y="112"/>
                  <a:pt x="16" y="112"/>
                </a:cubicBezTo>
                <a:cubicBezTo>
                  <a:pt x="16" y="104"/>
                  <a:pt x="23" y="96"/>
                  <a:pt x="32" y="96"/>
                </a:cubicBezTo>
                <a:cubicBezTo>
                  <a:pt x="128" y="96"/>
                  <a:pt x="128" y="96"/>
                  <a:pt x="128" y="96"/>
                </a:cubicBezTo>
                <a:cubicBezTo>
                  <a:pt x="128" y="145"/>
                  <a:pt x="128" y="145"/>
                  <a:pt x="128" y="145"/>
                </a:cubicBezTo>
                <a:cubicBezTo>
                  <a:pt x="128" y="153"/>
                  <a:pt x="136" y="161"/>
                  <a:pt x="145" y="161"/>
                </a:cubicBezTo>
                <a:cubicBezTo>
                  <a:pt x="193" y="161"/>
                  <a:pt x="193" y="161"/>
                  <a:pt x="193" y="161"/>
                </a:cubicBezTo>
                <a:lnTo>
                  <a:pt x="193" y="321"/>
                </a:lnTo>
                <a:close/>
                <a:moveTo>
                  <a:pt x="145" y="145"/>
                </a:moveTo>
                <a:cubicBezTo>
                  <a:pt x="145" y="98"/>
                  <a:pt x="145" y="98"/>
                  <a:pt x="145" y="98"/>
                </a:cubicBezTo>
                <a:cubicBezTo>
                  <a:pt x="186" y="145"/>
                  <a:pt x="186" y="145"/>
                  <a:pt x="186" y="145"/>
                </a:cubicBezTo>
                <a:lnTo>
                  <a:pt x="145" y="145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0" name="Freeform 69"/>
          <p:cNvSpPr>
            <a:spLocks noEditPoints="1"/>
          </p:cNvSpPr>
          <p:nvPr/>
        </p:nvSpPr>
        <p:spPr bwMode="auto">
          <a:xfrm>
            <a:off x="1943100" y="2036235"/>
            <a:ext cx="577851" cy="577851"/>
          </a:xfrm>
          <a:custGeom>
            <a:avLst/>
            <a:gdLst>
              <a:gd name="T0" fmla="*/ 72 w 353"/>
              <a:gd name="T1" fmla="*/ 96 h 353"/>
              <a:gd name="T2" fmla="*/ 169 w 353"/>
              <a:gd name="T3" fmla="*/ 96 h 353"/>
              <a:gd name="T4" fmla="*/ 177 w 353"/>
              <a:gd name="T5" fmla="*/ 88 h 353"/>
              <a:gd name="T6" fmla="*/ 169 w 353"/>
              <a:gd name="T7" fmla="*/ 80 h 353"/>
              <a:gd name="T8" fmla="*/ 72 w 353"/>
              <a:gd name="T9" fmla="*/ 80 h 353"/>
              <a:gd name="T10" fmla="*/ 64 w 353"/>
              <a:gd name="T11" fmla="*/ 88 h 353"/>
              <a:gd name="T12" fmla="*/ 72 w 353"/>
              <a:gd name="T13" fmla="*/ 96 h 353"/>
              <a:gd name="T14" fmla="*/ 72 w 353"/>
              <a:gd name="T15" fmla="*/ 145 h 353"/>
              <a:gd name="T16" fmla="*/ 281 w 353"/>
              <a:gd name="T17" fmla="*/ 145 h 353"/>
              <a:gd name="T18" fmla="*/ 289 w 353"/>
              <a:gd name="T19" fmla="*/ 137 h 353"/>
              <a:gd name="T20" fmla="*/ 281 w 353"/>
              <a:gd name="T21" fmla="*/ 129 h 353"/>
              <a:gd name="T22" fmla="*/ 72 w 353"/>
              <a:gd name="T23" fmla="*/ 129 h 353"/>
              <a:gd name="T24" fmla="*/ 64 w 353"/>
              <a:gd name="T25" fmla="*/ 137 h 353"/>
              <a:gd name="T26" fmla="*/ 72 w 353"/>
              <a:gd name="T27" fmla="*/ 145 h 353"/>
              <a:gd name="T28" fmla="*/ 337 w 353"/>
              <a:gd name="T29" fmla="*/ 0 h 353"/>
              <a:gd name="T30" fmla="*/ 16 w 353"/>
              <a:gd name="T31" fmla="*/ 0 h 353"/>
              <a:gd name="T32" fmla="*/ 0 w 353"/>
              <a:gd name="T33" fmla="*/ 16 h 353"/>
              <a:gd name="T34" fmla="*/ 0 w 353"/>
              <a:gd name="T35" fmla="*/ 273 h 353"/>
              <a:gd name="T36" fmla="*/ 81 w 353"/>
              <a:gd name="T37" fmla="*/ 353 h 353"/>
              <a:gd name="T38" fmla="*/ 337 w 353"/>
              <a:gd name="T39" fmla="*/ 353 h 353"/>
              <a:gd name="T40" fmla="*/ 353 w 353"/>
              <a:gd name="T41" fmla="*/ 337 h 353"/>
              <a:gd name="T42" fmla="*/ 353 w 353"/>
              <a:gd name="T43" fmla="*/ 16 h 353"/>
              <a:gd name="T44" fmla="*/ 337 w 353"/>
              <a:gd name="T45" fmla="*/ 0 h 353"/>
              <a:gd name="T46" fmla="*/ 81 w 353"/>
              <a:gd name="T47" fmla="*/ 329 h 353"/>
              <a:gd name="T48" fmla="*/ 24 w 353"/>
              <a:gd name="T49" fmla="*/ 273 h 353"/>
              <a:gd name="T50" fmla="*/ 81 w 353"/>
              <a:gd name="T51" fmla="*/ 273 h 353"/>
              <a:gd name="T52" fmla="*/ 81 w 353"/>
              <a:gd name="T53" fmla="*/ 329 h 353"/>
              <a:gd name="T54" fmla="*/ 337 w 353"/>
              <a:gd name="T55" fmla="*/ 337 h 353"/>
              <a:gd name="T56" fmla="*/ 97 w 353"/>
              <a:gd name="T57" fmla="*/ 337 h 353"/>
              <a:gd name="T58" fmla="*/ 97 w 353"/>
              <a:gd name="T59" fmla="*/ 265 h 353"/>
              <a:gd name="T60" fmla="*/ 89 w 353"/>
              <a:gd name="T61" fmla="*/ 257 h 353"/>
              <a:gd name="T62" fmla="*/ 16 w 353"/>
              <a:gd name="T63" fmla="*/ 257 h 353"/>
              <a:gd name="T64" fmla="*/ 16 w 353"/>
              <a:gd name="T65" fmla="*/ 16 h 353"/>
              <a:gd name="T66" fmla="*/ 337 w 353"/>
              <a:gd name="T67" fmla="*/ 16 h 353"/>
              <a:gd name="T68" fmla="*/ 337 w 353"/>
              <a:gd name="T69" fmla="*/ 337 h 353"/>
              <a:gd name="T70" fmla="*/ 72 w 353"/>
              <a:gd name="T71" fmla="*/ 193 h 353"/>
              <a:gd name="T72" fmla="*/ 233 w 353"/>
              <a:gd name="T73" fmla="*/ 193 h 353"/>
              <a:gd name="T74" fmla="*/ 241 w 353"/>
              <a:gd name="T75" fmla="*/ 185 h 353"/>
              <a:gd name="T76" fmla="*/ 233 w 353"/>
              <a:gd name="T77" fmla="*/ 177 h 353"/>
              <a:gd name="T78" fmla="*/ 72 w 353"/>
              <a:gd name="T79" fmla="*/ 177 h 353"/>
              <a:gd name="T80" fmla="*/ 64 w 353"/>
              <a:gd name="T81" fmla="*/ 185 h 353"/>
              <a:gd name="T82" fmla="*/ 72 w 353"/>
              <a:gd name="T83" fmla="*/ 193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353" h="353">
                <a:moveTo>
                  <a:pt x="72" y="96"/>
                </a:moveTo>
                <a:cubicBezTo>
                  <a:pt x="169" y="96"/>
                  <a:pt x="169" y="96"/>
                  <a:pt x="169" y="96"/>
                </a:cubicBezTo>
                <a:cubicBezTo>
                  <a:pt x="173" y="96"/>
                  <a:pt x="177" y="93"/>
                  <a:pt x="177" y="88"/>
                </a:cubicBezTo>
                <a:cubicBezTo>
                  <a:pt x="177" y="84"/>
                  <a:pt x="173" y="80"/>
                  <a:pt x="169" y="80"/>
                </a:cubicBezTo>
                <a:cubicBezTo>
                  <a:pt x="72" y="80"/>
                  <a:pt x="72" y="80"/>
                  <a:pt x="72" y="80"/>
                </a:cubicBezTo>
                <a:cubicBezTo>
                  <a:pt x="68" y="80"/>
                  <a:pt x="64" y="84"/>
                  <a:pt x="64" y="88"/>
                </a:cubicBezTo>
                <a:cubicBezTo>
                  <a:pt x="64" y="93"/>
                  <a:pt x="68" y="96"/>
                  <a:pt x="72" y="96"/>
                </a:cubicBezTo>
                <a:moveTo>
                  <a:pt x="72" y="145"/>
                </a:moveTo>
                <a:cubicBezTo>
                  <a:pt x="281" y="145"/>
                  <a:pt x="281" y="145"/>
                  <a:pt x="281" y="145"/>
                </a:cubicBezTo>
                <a:cubicBezTo>
                  <a:pt x="286" y="145"/>
                  <a:pt x="289" y="141"/>
                  <a:pt x="289" y="137"/>
                </a:cubicBezTo>
                <a:cubicBezTo>
                  <a:pt x="289" y="132"/>
                  <a:pt x="286" y="129"/>
                  <a:pt x="281" y="129"/>
                </a:cubicBezTo>
                <a:cubicBezTo>
                  <a:pt x="72" y="129"/>
                  <a:pt x="72" y="129"/>
                  <a:pt x="72" y="129"/>
                </a:cubicBezTo>
                <a:cubicBezTo>
                  <a:pt x="68" y="129"/>
                  <a:pt x="64" y="132"/>
                  <a:pt x="64" y="137"/>
                </a:cubicBezTo>
                <a:cubicBezTo>
                  <a:pt x="64" y="141"/>
                  <a:pt x="68" y="145"/>
                  <a:pt x="72" y="145"/>
                </a:cubicBezTo>
                <a:moveTo>
                  <a:pt x="337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273"/>
                  <a:pt x="0" y="273"/>
                  <a:pt x="0" y="273"/>
                </a:cubicBezTo>
                <a:cubicBezTo>
                  <a:pt x="81" y="353"/>
                  <a:pt x="81" y="353"/>
                  <a:pt x="81" y="353"/>
                </a:cubicBezTo>
                <a:cubicBezTo>
                  <a:pt x="337" y="353"/>
                  <a:pt x="337" y="353"/>
                  <a:pt x="337" y="353"/>
                </a:cubicBezTo>
                <a:cubicBezTo>
                  <a:pt x="346" y="353"/>
                  <a:pt x="353" y="346"/>
                  <a:pt x="353" y="337"/>
                </a:cubicBezTo>
                <a:cubicBezTo>
                  <a:pt x="353" y="16"/>
                  <a:pt x="353" y="16"/>
                  <a:pt x="353" y="16"/>
                </a:cubicBezTo>
                <a:cubicBezTo>
                  <a:pt x="353" y="7"/>
                  <a:pt x="346" y="0"/>
                  <a:pt x="337" y="0"/>
                </a:cubicBezTo>
                <a:moveTo>
                  <a:pt x="81" y="329"/>
                </a:moveTo>
                <a:cubicBezTo>
                  <a:pt x="24" y="273"/>
                  <a:pt x="24" y="273"/>
                  <a:pt x="24" y="273"/>
                </a:cubicBezTo>
                <a:cubicBezTo>
                  <a:pt x="81" y="273"/>
                  <a:pt x="81" y="273"/>
                  <a:pt x="81" y="273"/>
                </a:cubicBezTo>
                <a:lnTo>
                  <a:pt x="81" y="329"/>
                </a:lnTo>
                <a:close/>
                <a:moveTo>
                  <a:pt x="337" y="337"/>
                </a:moveTo>
                <a:cubicBezTo>
                  <a:pt x="97" y="337"/>
                  <a:pt x="97" y="337"/>
                  <a:pt x="97" y="337"/>
                </a:cubicBezTo>
                <a:cubicBezTo>
                  <a:pt x="97" y="265"/>
                  <a:pt x="97" y="265"/>
                  <a:pt x="97" y="265"/>
                </a:cubicBezTo>
                <a:cubicBezTo>
                  <a:pt x="97" y="261"/>
                  <a:pt x="93" y="257"/>
                  <a:pt x="89" y="257"/>
                </a:cubicBezTo>
                <a:cubicBezTo>
                  <a:pt x="16" y="257"/>
                  <a:pt x="16" y="257"/>
                  <a:pt x="16" y="257"/>
                </a:cubicBezTo>
                <a:cubicBezTo>
                  <a:pt x="16" y="16"/>
                  <a:pt x="16" y="16"/>
                  <a:pt x="16" y="16"/>
                </a:cubicBezTo>
                <a:cubicBezTo>
                  <a:pt x="337" y="16"/>
                  <a:pt x="337" y="16"/>
                  <a:pt x="337" y="16"/>
                </a:cubicBezTo>
                <a:lnTo>
                  <a:pt x="337" y="337"/>
                </a:lnTo>
                <a:close/>
                <a:moveTo>
                  <a:pt x="72" y="193"/>
                </a:moveTo>
                <a:cubicBezTo>
                  <a:pt x="233" y="193"/>
                  <a:pt x="233" y="193"/>
                  <a:pt x="233" y="193"/>
                </a:cubicBezTo>
                <a:cubicBezTo>
                  <a:pt x="237" y="193"/>
                  <a:pt x="241" y="189"/>
                  <a:pt x="241" y="185"/>
                </a:cubicBezTo>
                <a:cubicBezTo>
                  <a:pt x="241" y="180"/>
                  <a:pt x="237" y="177"/>
                  <a:pt x="233" y="177"/>
                </a:cubicBezTo>
                <a:cubicBezTo>
                  <a:pt x="72" y="177"/>
                  <a:pt x="72" y="177"/>
                  <a:pt x="72" y="177"/>
                </a:cubicBezTo>
                <a:cubicBezTo>
                  <a:pt x="68" y="177"/>
                  <a:pt x="64" y="180"/>
                  <a:pt x="64" y="185"/>
                </a:cubicBezTo>
                <a:cubicBezTo>
                  <a:pt x="64" y="189"/>
                  <a:pt x="68" y="193"/>
                  <a:pt x="72" y="193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1" name="Freeform 70"/>
          <p:cNvSpPr>
            <a:spLocks noEditPoints="1"/>
          </p:cNvSpPr>
          <p:nvPr/>
        </p:nvSpPr>
        <p:spPr bwMode="auto">
          <a:xfrm>
            <a:off x="3100918" y="2036235"/>
            <a:ext cx="472017" cy="577851"/>
          </a:xfrm>
          <a:custGeom>
            <a:avLst/>
            <a:gdLst>
              <a:gd name="T0" fmla="*/ 144 w 289"/>
              <a:gd name="T1" fmla="*/ 145 h 353"/>
              <a:gd name="T2" fmla="*/ 144 w 289"/>
              <a:gd name="T3" fmla="*/ 129 h 353"/>
              <a:gd name="T4" fmla="*/ 40 w 289"/>
              <a:gd name="T5" fmla="*/ 137 h 353"/>
              <a:gd name="T6" fmla="*/ 273 w 289"/>
              <a:gd name="T7" fmla="*/ 32 h 353"/>
              <a:gd name="T8" fmla="*/ 232 w 289"/>
              <a:gd name="T9" fmla="*/ 8 h 353"/>
              <a:gd name="T10" fmla="*/ 216 w 289"/>
              <a:gd name="T11" fmla="*/ 8 h 353"/>
              <a:gd name="T12" fmla="*/ 200 w 289"/>
              <a:gd name="T13" fmla="*/ 32 h 353"/>
              <a:gd name="T14" fmla="*/ 192 w 289"/>
              <a:gd name="T15" fmla="*/ 0 h 353"/>
              <a:gd name="T16" fmla="*/ 184 w 289"/>
              <a:gd name="T17" fmla="*/ 32 h 353"/>
              <a:gd name="T18" fmla="*/ 168 w 289"/>
              <a:gd name="T19" fmla="*/ 8 h 353"/>
              <a:gd name="T20" fmla="*/ 152 w 289"/>
              <a:gd name="T21" fmla="*/ 8 h 353"/>
              <a:gd name="T22" fmla="*/ 136 w 289"/>
              <a:gd name="T23" fmla="*/ 32 h 353"/>
              <a:gd name="T24" fmla="*/ 128 w 289"/>
              <a:gd name="T25" fmla="*/ 0 h 353"/>
              <a:gd name="T26" fmla="*/ 120 w 289"/>
              <a:gd name="T27" fmla="*/ 32 h 353"/>
              <a:gd name="T28" fmla="*/ 104 w 289"/>
              <a:gd name="T29" fmla="*/ 8 h 353"/>
              <a:gd name="T30" fmla="*/ 88 w 289"/>
              <a:gd name="T31" fmla="*/ 8 h 353"/>
              <a:gd name="T32" fmla="*/ 72 w 289"/>
              <a:gd name="T33" fmla="*/ 32 h 353"/>
              <a:gd name="T34" fmla="*/ 64 w 289"/>
              <a:gd name="T35" fmla="*/ 0 h 353"/>
              <a:gd name="T36" fmla="*/ 56 w 289"/>
              <a:gd name="T37" fmla="*/ 32 h 353"/>
              <a:gd name="T38" fmla="*/ 0 w 289"/>
              <a:gd name="T39" fmla="*/ 48 h 353"/>
              <a:gd name="T40" fmla="*/ 16 w 289"/>
              <a:gd name="T41" fmla="*/ 353 h 353"/>
              <a:gd name="T42" fmla="*/ 289 w 289"/>
              <a:gd name="T43" fmla="*/ 337 h 353"/>
              <a:gd name="T44" fmla="*/ 273 w 289"/>
              <a:gd name="T45" fmla="*/ 32 h 353"/>
              <a:gd name="T46" fmla="*/ 16 w 289"/>
              <a:gd name="T47" fmla="*/ 289 h 353"/>
              <a:gd name="T48" fmla="*/ 16 w 289"/>
              <a:gd name="T49" fmla="*/ 337 h 353"/>
              <a:gd name="T50" fmla="*/ 88 w 289"/>
              <a:gd name="T51" fmla="*/ 337 h 353"/>
              <a:gd name="T52" fmla="*/ 16 w 289"/>
              <a:gd name="T53" fmla="*/ 48 h 353"/>
              <a:gd name="T54" fmla="*/ 56 w 289"/>
              <a:gd name="T55" fmla="*/ 72 h 353"/>
              <a:gd name="T56" fmla="*/ 72 w 289"/>
              <a:gd name="T57" fmla="*/ 72 h 353"/>
              <a:gd name="T58" fmla="*/ 88 w 289"/>
              <a:gd name="T59" fmla="*/ 48 h 353"/>
              <a:gd name="T60" fmla="*/ 96 w 289"/>
              <a:gd name="T61" fmla="*/ 80 h 353"/>
              <a:gd name="T62" fmla="*/ 104 w 289"/>
              <a:gd name="T63" fmla="*/ 48 h 353"/>
              <a:gd name="T64" fmla="*/ 120 w 289"/>
              <a:gd name="T65" fmla="*/ 72 h 353"/>
              <a:gd name="T66" fmla="*/ 136 w 289"/>
              <a:gd name="T67" fmla="*/ 72 h 353"/>
              <a:gd name="T68" fmla="*/ 152 w 289"/>
              <a:gd name="T69" fmla="*/ 48 h 353"/>
              <a:gd name="T70" fmla="*/ 160 w 289"/>
              <a:gd name="T71" fmla="*/ 80 h 353"/>
              <a:gd name="T72" fmla="*/ 168 w 289"/>
              <a:gd name="T73" fmla="*/ 48 h 353"/>
              <a:gd name="T74" fmla="*/ 184 w 289"/>
              <a:gd name="T75" fmla="*/ 72 h 353"/>
              <a:gd name="T76" fmla="*/ 200 w 289"/>
              <a:gd name="T77" fmla="*/ 72 h 353"/>
              <a:gd name="T78" fmla="*/ 216 w 289"/>
              <a:gd name="T79" fmla="*/ 48 h 353"/>
              <a:gd name="T80" fmla="*/ 224 w 289"/>
              <a:gd name="T81" fmla="*/ 80 h 353"/>
              <a:gd name="T82" fmla="*/ 232 w 289"/>
              <a:gd name="T83" fmla="*/ 48 h 353"/>
              <a:gd name="T84" fmla="*/ 273 w 289"/>
              <a:gd name="T85" fmla="*/ 337 h 353"/>
              <a:gd name="T86" fmla="*/ 48 w 289"/>
              <a:gd name="T87" fmla="*/ 193 h 353"/>
              <a:gd name="T88" fmla="*/ 249 w 289"/>
              <a:gd name="T89" fmla="*/ 185 h 353"/>
              <a:gd name="T90" fmla="*/ 48 w 289"/>
              <a:gd name="T91" fmla="*/ 177 h 353"/>
              <a:gd name="T92" fmla="*/ 192 w 289"/>
              <a:gd name="T93" fmla="*/ 225 h 353"/>
              <a:gd name="T94" fmla="*/ 40 w 289"/>
              <a:gd name="T95" fmla="*/ 233 h 353"/>
              <a:gd name="T96" fmla="*/ 192 w 289"/>
              <a:gd name="T97" fmla="*/ 241 h 353"/>
              <a:gd name="T98" fmla="*/ 192 w 289"/>
              <a:gd name="T99" fmla="*/ 225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289" h="353">
                <a:moveTo>
                  <a:pt x="48" y="145"/>
                </a:moveTo>
                <a:cubicBezTo>
                  <a:pt x="144" y="145"/>
                  <a:pt x="144" y="145"/>
                  <a:pt x="144" y="145"/>
                </a:cubicBezTo>
                <a:cubicBezTo>
                  <a:pt x="149" y="145"/>
                  <a:pt x="152" y="141"/>
                  <a:pt x="152" y="137"/>
                </a:cubicBezTo>
                <a:cubicBezTo>
                  <a:pt x="152" y="132"/>
                  <a:pt x="149" y="129"/>
                  <a:pt x="144" y="129"/>
                </a:cubicBezTo>
                <a:cubicBezTo>
                  <a:pt x="48" y="129"/>
                  <a:pt x="48" y="129"/>
                  <a:pt x="48" y="129"/>
                </a:cubicBezTo>
                <a:cubicBezTo>
                  <a:pt x="43" y="129"/>
                  <a:pt x="40" y="132"/>
                  <a:pt x="40" y="137"/>
                </a:cubicBezTo>
                <a:cubicBezTo>
                  <a:pt x="40" y="141"/>
                  <a:pt x="43" y="145"/>
                  <a:pt x="48" y="145"/>
                </a:cubicBezTo>
                <a:moveTo>
                  <a:pt x="273" y="32"/>
                </a:moveTo>
                <a:cubicBezTo>
                  <a:pt x="232" y="32"/>
                  <a:pt x="232" y="32"/>
                  <a:pt x="232" y="32"/>
                </a:cubicBezTo>
                <a:cubicBezTo>
                  <a:pt x="232" y="8"/>
                  <a:pt x="232" y="8"/>
                  <a:pt x="232" y="8"/>
                </a:cubicBezTo>
                <a:cubicBezTo>
                  <a:pt x="232" y="4"/>
                  <a:pt x="229" y="0"/>
                  <a:pt x="224" y="0"/>
                </a:cubicBezTo>
                <a:cubicBezTo>
                  <a:pt x="220" y="0"/>
                  <a:pt x="216" y="4"/>
                  <a:pt x="216" y="8"/>
                </a:cubicBezTo>
                <a:cubicBezTo>
                  <a:pt x="216" y="32"/>
                  <a:pt x="216" y="32"/>
                  <a:pt x="216" y="32"/>
                </a:cubicBezTo>
                <a:cubicBezTo>
                  <a:pt x="200" y="32"/>
                  <a:pt x="200" y="32"/>
                  <a:pt x="200" y="32"/>
                </a:cubicBezTo>
                <a:cubicBezTo>
                  <a:pt x="200" y="8"/>
                  <a:pt x="200" y="8"/>
                  <a:pt x="200" y="8"/>
                </a:cubicBezTo>
                <a:cubicBezTo>
                  <a:pt x="200" y="4"/>
                  <a:pt x="197" y="0"/>
                  <a:pt x="192" y="0"/>
                </a:cubicBezTo>
                <a:cubicBezTo>
                  <a:pt x="188" y="0"/>
                  <a:pt x="184" y="4"/>
                  <a:pt x="184" y="8"/>
                </a:cubicBezTo>
                <a:cubicBezTo>
                  <a:pt x="184" y="32"/>
                  <a:pt x="184" y="32"/>
                  <a:pt x="184" y="32"/>
                </a:cubicBezTo>
                <a:cubicBezTo>
                  <a:pt x="168" y="32"/>
                  <a:pt x="168" y="32"/>
                  <a:pt x="168" y="32"/>
                </a:cubicBezTo>
                <a:cubicBezTo>
                  <a:pt x="168" y="8"/>
                  <a:pt x="168" y="8"/>
                  <a:pt x="168" y="8"/>
                </a:cubicBezTo>
                <a:cubicBezTo>
                  <a:pt x="168" y="4"/>
                  <a:pt x="165" y="0"/>
                  <a:pt x="160" y="0"/>
                </a:cubicBezTo>
                <a:cubicBezTo>
                  <a:pt x="156" y="0"/>
                  <a:pt x="152" y="4"/>
                  <a:pt x="152" y="8"/>
                </a:cubicBezTo>
                <a:cubicBezTo>
                  <a:pt x="152" y="32"/>
                  <a:pt x="152" y="32"/>
                  <a:pt x="152" y="32"/>
                </a:cubicBezTo>
                <a:cubicBezTo>
                  <a:pt x="136" y="32"/>
                  <a:pt x="136" y="32"/>
                  <a:pt x="136" y="32"/>
                </a:cubicBezTo>
                <a:cubicBezTo>
                  <a:pt x="136" y="8"/>
                  <a:pt x="136" y="8"/>
                  <a:pt x="136" y="8"/>
                </a:cubicBezTo>
                <a:cubicBezTo>
                  <a:pt x="136" y="4"/>
                  <a:pt x="133" y="0"/>
                  <a:pt x="128" y="0"/>
                </a:cubicBezTo>
                <a:cubicBezTo>
                  <a:pt x="124" y="0"/>
                  <a:pt x="120" y="4"/>
                  <a:pt x="120" y="8"/>
                </a:cubicBezTo>
                <a:cubicBezTo>
                  <a:pt x="120" y="32"/>
                  <a:pt x="120" y="32"/>
                  <a:pt x="120" y="32"/>
                </a:cubicBezTo>
                <a:cubicBezTo>
                  <a:pt x="104" y="32"/>
                  <a:pt x="104" y="32"/>
                  <a:pt x="104" y="32"/>
                </a:cubicBezTo>
                <a:cubicBezTo>
                  <a:pt x="104" y="8"/>
                  <a:pt x="104" y="8"/>
                  <a:pt x="104" y="8"/>
                </a:cubicBezTo>
                <a:cubicBezTo>
                  <a:pt x="104" y="4"/>
                  <a:pt x="100" y="0"/>
                  <a:pt x="96" y="0"/>
                </a:cubicBezTo>
                <a:cubicBezTo>
                  <a:pt x="92" y="0"/>
                  <a:pt x="88" y="4"/>
                  <a:pt x="88" y="8"/>
                </a:cubicBezTo>
                <a:cubicBezTo>
                  <a:pt x="88" y="32"/>
                  <a:pt x="88" y="32"/>
                  <a:pt x="88" y="32"/>
                </a:cubicBezTo>
                <a:cubicBezTo>
                  <a:pt x="72" y="32"/>
                  <a:pt x="72" y="32"/>
                  <a:pt x="72" y="32"/>
                </a:cubicBezTo>
                <a:cubicBezTo>
                  <a:pt x="72" y="8"/>
                  <a:pt x="72" y="8"/>
                  <a:pt x="72" y="8"/>
                </a:cubicBezTo>
                <a:cubicBezTo>
                  <a:pt x="72" y="4"/>
                  <a:pt x="68" y="0"/>
                  <a:pt x="64" y="0"/>
                </a:cubicBezTo>
                <a:cubicBezTo>
                  <a:pt x="59" y="0"/>
                  <a:pt x="56" y="4"/>
                  <a:pt x="56" y="8"/>
                </a:cubicBezTo>
                <a:cubicBezTo>
                  <a:pt x="56" y="32"/>
                  <a:pt x="56" y="32"/>
                  <a:pt x="56" y="32"/>
                </a:cubicBezTo>
                <a:cubicBezTo>
                  <a:pt x="16" y="32"/>
                  <a:pt x="16" y="32"/>
                  <a:pt x="16" y="32"/>
                </a:cubicBezTo>
                <a:cubicBezTo>
                  <a:pt x="7" y="32"/>
                  <a:pt x="0" y="39"/>
                  <a:pt x="0" y="48"/>
                </a:cubicBezTo>
                <a:cubicBezTo>
                  <a:pt x="0" y="337"/>
                  <a:pt x="0" y="337"/>
                  <a:pt x="0" y="337"/>
                </a:cubicBezTo>
                <a:cubicBezTo>
                  <a:pt x="0" y="346"/>
                  <a:pt x="7" y="353"/>
                  <a:pt x="16" y="353"/>
                </a:cubicBezTo>
                <a:cubicBezTo>
                  <a:pt x="273" y="353"/>
                  <a:pt x="273" y="353"/>
                  <a:pt x="273" y="353"/>
                </a:cubicBezTo>
                <a:cubicBezTo>
                  <a:pt x="281" y="353"/>
                  <a:pt x="289" y="346"/>
                  <a:pt x="289" y="337"/>
                </a:cubicBezTo>
                <a:cubicBezTo>
                  <a:pt x="289" y="48"/>
                  <a:pt x="289" y="48"/>
                  <a:pt x="289" y="48"/>
                </a:cubicBezTo>
                <a:cubicBezTo>
                  <a:pt x="289" y="39"/>
                  <a:pt x="281" y="32"/>
                  <a:pt x="273" y="32"/>
                </a:cubicBezTo>
                <a:moveTo>
                  <a:pt x="16" y="337"/>
                </a:moveTo>
                <a:cubicBezTo>
                  <a:pt x="16" y="289"/>
                  <a:pt x="16" y="289"/>
                  <a:pt x="16" y="289"/>
                </a:cubicBezTo>
                <a:cubicBezTo>
                  <a:pt x="64" y="337"/>
                  <a:pt x="64" y="337"/>
                  <a:pt x="64" y="337"/>
                </a:cubicBezTo>
                <a:lnTo>
                  <a:pt x="16" y="337"/>
                </a:lnTo>
                <a:close/>
                <a:moveTo>
                  <a:pt x="273" y="337"/>
                </a:moveTo>
                <a:cubicBezTo>
                  <a:pt x="88" y="337"/>
                  <a:pt x="88" y="337"/>
                  <a:pt x="88" y="337"/>
                </a:cubicBezTo>
                <a:cubicBezTo>
                  <a:pt x="16" y="265"/>
                  <a:pt x="16" y="265"/>
                  <a:pt x="16" y="265"/>
                </a:cubicBezTo>
                <a:cubicBezTo>
                  <a:pt x="16" y="48"/>
                  <a:pt x="16" y="48"/>
                  <a:pt x="16" y="48"/>
                </a:cubicBezTo>
                <a:cubicBezTo>
                  <a:pt x="56" y="48"/>
                  <a:pt x="56" y="48"/>
                  <a:pt x="56" y="48"/>
                </a:cubicBezTo>
                <a:cubicBezTo>
                  <a:pt x="56" y="72"/>
                  <a:pt x="56" y="72"/>
                  <a:pt x="56" y="72"/>
                </a:cubicBezTo>
                <a:cubicBezTo>
                  <a:pt x="56" y="77"/>
                  <a:pt x="59" y="80"/>
                  <a:pt x="64" y="80"/>
                </a:cubicBezTo>
                <a:cubicBezTo>
                  <a:pt x="68" y="80"/>
                  <a:pt x="72" y="77"/>
                  <a:pt x="72" y="72"/>
                </a:cubicBezTo>
                <a:cubicBezTo>
                  <a:pt x="72" y="48"/>
                  <a:pt x="72" y="48"/>
                  <a:pt x="72" y="48"/>
                </a:cubicBezTo>
                <a:cubicBezTo>
                  <a:pt x="88" y="48"/>
                  <a:pt x="88" y="48"/>
                  <a:pt x="88" y="48"/>
                </a:cubicBezTo>
                <a:cubicBezTo>
                  <a:pt x="88" y="72"/>
                  <a:pt x="88" y="72"/>
                  <a:pt x="88" y="72"/>
                </a:cubicBezTo>
                <a:cubicBezTo>
                  <a:pt x="88" y="77"/>
                  <a:pt x="92" y="80"/>
                  <a:pt x="96" y="80"/>
                </a:cubicBezTo>
                <a:cubicBezTo>
                  <a:pt x="100" y="80"/>
                  <a:pt x="104" y="77"/>
                  <a:pt x="104" y="72"/>
                </a:cubicBezTo>
                <a:cubicBezTo>
                  <a:pt x="104" y="48"/>
                  <a:pt x="104" y="48"/>
                  <a:pt x="104" y="48"/>
                </a:cubicBezTo>
                <a:cubicBezTo>
                  <a:pt x="120" y="48"/>
                  <a:pt x="120" y="48"/>
                  <a:pt x="120" y="48"/>
                </a:cubicBezTo>
                <a:cubicBezTo>
                  <a:pt x="120" y="72"/>
                  <a:pt x="120" y="72"/>
                  <a:pt x="120" y="72"/>
                </a:cubicBezTo>
                <a:cubicBezTo>
                  <a:pt x="120" y="77"/>
                  <a:pt x="124" y="80"/>
                  <a:pt x="128" y="80"/>
                </a:cubicBezTo>
                <a:cubicBezTo>
                  <a:pt x="133" y="80"/>
                  <a:pt x="136" y="77"/>
                  <a:pt x="136" y="72"/>
                </a:cubicBezTo>
                <a:cubicBezTo>
                  <a:pt x="136" y="48"/>
                  <a:pt x="136" y="48"/>
                  <a:pt x="136" y="48"/>
                </a:cubicBezTo>
                <a:cubicBezTo>
                  <a:pt x="152" y="48"/>
                  <a:pt x="152" y="48"/>
                  <a:pt x="152" y="48"/>
                </a:cubicBezTo>
                <a:cubicBezTo>
                  <a:pt x="152" y="72"/>
                  <a:pt x="152" y="72"/>
                  <a:pt x="152" y="72"/>
                </a:cubicBezTo>
                <a:cubicBezTo>
                  <a:pt x="152" y="77"/>
                  <a:pt x="156" y="80"/>
                  <a:pt x="160" y="80"/>
                </a:cubicBezTo>
                <a:cubicBezTo>
                  <a:pt x="165" y="80"/>
                  <a:pt x="168" y="77"/>
                  <a:pt x="168" y="72"/>
                </a:cubicBezTo>
                <a:cubicBezTo>
                  <a:pt x="168" y="48"/>
                  <a:pt x="168" y="48"/>
                  <a:pt x="168" y="48"/>
                </a:cubicBezTo>
                <a:cubicBezTo>
                  <a:pt x="184" y="48"/>
                  <a:pt x="184" y="48"/>
                  <a:pt x="184" y="48"/>
                </a:cubicBezTo>
                <a:cubicBezTo>
                  <a:pt x="184" y="72"/>
                  <a:pt x="184" y="72"/>
                  <a:pt x="184" y="72"/>
                </a:cubicBezTo>
                <a:cubicBezTo>
                  <a:pt x="184" y="77"/>
                  <a:pt x="188" y="80"/>
                  <a:pt x="192" y="80"/>
                </a:cubicBezTo>
                <a:cubicBezTo>
                  <a:pt x="197" y="80"/>
                  <a:pt x="200" y="77"/>
                  <a:pt x="200" y="72"/>
                </a:cubicBezTo>
                <a:cubicBezTo>
                  <a:pt x="200" y="48"/>
                  <a:pt x="200" y="48"/>
                  <a:pt x="200" y="48"/>
                </a:cubicBezTo>
                <a:cubicBezTo>
                  <a:pt x="216" y="48"/>
                  <a:pt x="216" y="48"/>
                  <a:pt x="216" y="48"/>
                </a:cubicBezTo>
                <a:cubicBezTo>
                  <a:pt x="216" y="72"/>
                  <a:pt x="216" y="72"/>
                  <a:pt x="216" y="72"/>
                </a:cubicBezTo>
                <a:cubicBezTo>
                  <a:pt x="216" y="77"/>
                  <a:pt x="220" y="80"/>
                  <a:pt x="224" y="80"/>
                </a:cubicBezTo>
                <a:cubicBezTo>
                  <a:pt x="229" y="80"/>
                  <a:pt x="232" y="77"/>
                  <a:pt x="232" y="72"/>
                </a:cubicBezTo>
                <a:cubicBezTo>
                  <a:pt x="232" y="48"/>
                  <a:pt x="232" y="48"/>
                  <a:pt x="232" y="48"/>
                </a:cubicBezTo>
                <a:cubicBezTo>
                  <a:pt x="273" y="48"/>
                  <a:pt x="273" y="48"/>
                  <a:pt x="273" y="48"/>
                </a:cubicBezTo>
                <a:lnTo>
                  <a:pt x="273" y="337"/>
                </a:lnTo>
                <a:close/>
                <a:moveTo>
                  <a:pt x="40" y="185"/>
                </a:moveTo>
                <a:cubicBezTo>
                  <a:pt x="40" y="189"/>
                  <a:pt x="43" y="193"/>
                  <a:pt x="48" y="193"/>
                </a:cubicBezTo>
                <a:cubicBezTo>
                  <a:pt x="241" y="193"/>
                  <a:pt x="241" y="193"/>
                  <a:pt x="241" y="193"/>
                </a:cubicBezTo>
                <a:cubicBezTo>
                  <a:pt x="245" y="193"/>
                  <a:pt x="249" y="189"/>
                  <a:pt x="249" y="185"/>
                </a:cubicBezTo>
                <a:cubicBezTo>
                  <a:pt x="249" y="180"/>
                  <a:pt x="245" y="177"/>
                  <a:pt x="241" y="177"/>
                </a:cubicBezTo>
                <a:cubicBezTo>
                  <a:pt x="48" y="177"/>
                  <a:pt x="48" y="177"/>
                  <a:pt x="48" y="177"/>
                </a:cubicBezTo>
                <a:cubicBezTo>
                  <a:pt x="43" y="177"/>
                  <a:pt x="40" y="180"/>
                  <a:pt x="40" y="185"/>
                </a:cubicBezTo>
                <a:moveTo>
                  <a:pt x="192" y="225"/>
                </a:moveTo>
                <a:cubicBezTo>
                  <a:pt x="48" y="225"/>
                  <a:pt x="48" y="225"/>
                  <a:pt x="48" y="225"/>
                </a:cubicBezTo>
                <a:cubicBezTo>
                  <a:pt x="43" y="225"/>
                  <a:pt x="40" y="228"/>
                  <a:pt x="40" y="233"/>
                </a:cubicBezTo>
                <a:cubicBezTo>
                  <a:pt x="40" y="237"/>
                  <a:pt x="43" y="241"/>
                  <a:pt x="48" y="241"/>
                </a:cubicBezTo>
                <a:cubicBezTo>
                  <a:pt x="192" y="241"/>
                  <a:pt x="192" y="241"/>
                  <a:pt x="192" y="241"/>
                </a:cubicBezTo>
                <a:cubicBezTo>
                  <a:pt x="197" y="241"/>
                  <a:pt x="200" y="237"/>
                  <a:pt x="200" y="233"/>
                </a:cubicBezTo>
                <a:cubicBezTo>
                  <a:pt x="200" y="228"/>
                  <a:pt x="197" y="225"/>
                  <a:pt x="192" y="225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2" name="Freeform 71"/>
          <p:cNvSpPr>
            <a:spLocks noEditPoints="1"/>
          </p:cNvSpPr>
          <p:nvPr/>
        </p:nvSpPr>
        <p:spPr bwMode="auto">
          <a:xfrm>
            <a:off x="4203700" y="2036235"/>
            <a:ext cx="474133" cy="577851"/>
          </a:xfrm>
          <a:custGeom>
            <a:avLst/>
            <a:gdLst>
              <a:gd name="T0" fmla="*/ 56 w 289"/>
              <a:gd name="T1" fmla="*/ 177 h 353"/>
              <a:gd name="T2" fmla="*/ 153 w 289"/>
              <a:gd name="T3" fmla="*/ 177 h 353"/>
              <a:gd name="T4" fmla="*/ 161 w 289"/>
              <a:gd name="T5" fmla="*/ 169 h 353"/>
              <a:gd name="T6" fmla="*/ 153 w 289"/>
              <a:gd name="T7" fmla="*/ 161 h 353"/>
              <a:gd name="T8" fmla="*/ 56 w 289"/>
              <a:gd name="T9" fmla="*/ 161 h 353"/>
              <a:gd name="T10" fmla="*/ 48 w 289"/>
              <a:gd name="T11" fmla="*/ 169 h 353"/>
              <a:gd name="T12" fmla="*/ 56 w 289"/>
              <a:gd name="T13" fmla="*/ 177 h 353"/>
              <a:gd name="T14" fmla="*/ 56 w 289"/>
              <a:gd name="T15" fmla="*/ 225 h 353"/>
              <a:gd name="T16" fmla="*/ 233 w 289"/>
              <a:gd name="T17" fmla="*/ 225 h 353"/>
              <a:gd name="T18" fmla="*/ 241 w 289"/>
              <a:gd name="T19" fmla="*/ 217 h 353"/>
              <a:gd name="T20" fmla="*/ 233 w 289"/>
              <a:gd name="T21" fmla="*/ 209 h 353"/>
              <a:gd name="T22" fmla="*/ 56 w 289"/>
              <a:gd name="T23" fmla="*/ 209 h 353"/>
              <a:gd name="T24" fmla="*/ 48 w 289"/>
              <a:gd name="T25" fmla="*/ 217 h 353"/>
              <a:gd name="T26" fmla="*/ 56 w 289"/>
              <a:gd name="T27" fmla="*/ 225 h 353"/>
              <a:gd name="T28" fmla="*/ 56 w 289"/>
              <a:gd name="T29" fmla="*/ 273 h 353"/>
              <a:gd name="T30" fmla="*/ 201 w 289"/>
              <a:gd name="T31" fmla="*/ 273 h 353"/>
              <a:gd name="T32" fmla="*/ 209 w 289"/>
              <a:gd name="T33" fmla="*/ 265 h 353"/>
              <a:gd name="T34" fmla="*/ 201 w 289"/>
              <a:gd name="T35" fmla="*/ 257 h 353"/>
              <a:gd name="T36" fmla="*/ 56 w 289"/>
              <a:gd name="T37" fmla="*/ 257 h 353"/>
              <a:gd name="T38" fmla="*/ 48 w 289"/>
              <a:gd name="T39" fmla="*/ 265 h 353"/>
              <a:gd name="T40" fmla="*/ 56 w 289"/>
              <a:gd name="T41" fmla="*/ 273 h 353"/>
              <a:gd name="T42" fmla="*/ 273 w 289"/>
              <a:gd name="T43" fmla="*/ 48 h 353"/>
              <a:gd name="T44" fmla="*/ 209 w 289"/>
              <a:gd name="T45" fmla="*/ 48 h 353"/>
              <a:gd name="T46" fmla="*/ 209 w 289"/>
              <a:gd name="T47" fmla="*/ 32 h 353"/>
              <a:gd name="T48" fmla="*/ 193 w 289"/>
              <a:gd name="T49" fmla="*/ 16 h 353"/>
              <a:gd name="T50" fmla="*/ 161 w 289"/>
              <a:gd name="T51" fmla="*/ 16 h 353"/>
              <a:gd name="T52" fmla="*/ 145 w 289"/>
              <a:gd name="T53" fmla="*/ 0 h 353"/>
              <a:gd name="T54" fmla="*/ 128 w 289"/>
              <a:gd name="T55" fmla="*/ 16 h 353"/>
              <a:gd name="T56" fmla="*/ 96 w 289"/>
              <a:gd name="T57" fmla="*/ 16 h 353"/>
              <a:gd name="T58" fmla="*/ 80 w 289"/>
              <a:gd name="T59" fmla="*/ 32 h 353"/>
              <a:gd name="T60" fmla="*/ 80 w 289"/>
              <a:gd name="T61" fmla="*/ 48 h 353"/>
              <a:gd name="T62" fmla="*/ 16 w 289"/>
              <a:gd name="T63" fmla="*/ 48 h 353"/>
              <a:gd name="T64" fmla="*/ 0 w 289"/>
              <a:gd name="T65" fmla="*/ 64 h 353"/>
              <a:gd name="T66" fmla="*/ 0 w 289"/>
              <a:gd name="T67" fmla="*/ 337 h 353"/>
              <a:gd name="T68" fmla="*/ 16 w 289"/>
              <a:gd name="T69" fmla="*/ 353 h 353"/>
              <a:gd name="T70" fmla="*/ 273 w 289"/>
              <a:gd name="T71" fmla="*/ 353 h 353"/>
              <a:gd name="T72" fmla="*/ 289 w 289"/>
              <a:gd name="T73" fmla="*/ 337 h 353"/>
              <a:gd name="T74" fmla="*/ 289 w 289"/>
              <a:gd name="T75" fmla="*/ 64 h 353"/>
              <a:gd name="T76" fmla="*/ 273 w 289"/>
              <a:gd name="T77" fmla="*/ 48 h 353"/>
              <a:gd name="T78" fmla="*/ 96 w 289"/>
              <a:gd name="T79" fmla="*/ 32 h 353"/>
              <a:gd name="T80" fmla="*/ 193 w 289"/>
              <a:gd name="T81" fmla="*/ 32 h 353"/>
              <a:gd name="T82" fmla="*/ 193 w 289"/>
              <a:gd name="T83" fmla="*/ 64 h 353"/>
              <a:gd name="T84" fmla="*/ 96 w 289"/>
              <a:gd name="T85" fmla="*/ 64 h 353"/>
              <a:gd name="T86" fmla="*/ 96 w 289"/>
              <a:gd name="T87" fmla="*/ 32 h 353"/>
              <a:gd name="T88" fmla="*/ 273 w 289"/>
              <a:gd name="T89" fmla="*/ 337 h 353"/>
              <a:gd name="T90" fmla="*/ 16 w 289"/>
              <a:gd name="T91" fmla="*/ 337 h 353"/>
              <a:gd name="T92" fmla="*/ 16 w 289"/>
              <a:gd name="T93" fmla="*/ 112 h 353"/>
              <a:gd name="T94" fmla="*/ 273 w 289"/>
              <a:gd name="T95" fmla="*/ 112 h 353"/>
              <a:gd name="T96" fmla="*/ 273 w 289"/>
              <a:gd name="T97" fmla="*/ 337 h 353"/>
              <a:gd name="T98" fmla="*/ 273 w 289"/>
              <a:gd name="T99" fmla="*/ 96 h 353"/>
              <a:gd name="T100" fmla="*/ 16 w 289"/>
              <a:gd name="T101" fmla="*/ 96 h 353"/>
              <a:gd name="T102" fmla="*/ 16 w 289"/>
              <a:gd name="T103" fmla="*/ 64 h 353"/>
              <a:gd name="T104" fmla="*/ 80 w 289"/>
              <a:gd name="T105" fmla="*/ 64 h 353"/>
              <a:gd name="T106" fmla="*/ 96 w 289"/>
              <a:gd name="T107" fmla="*/ 80 h 353"/>
              <a:gd name="T108" fmla="*/ 193 w 289"/>
              <a:gd name="T109" fmla="*/ 80 h 353"/>
              <a:gd name="T110" fmla="*/ 209 w 289"/>
              <a:gd name="T111" fmla="*/ 64 h 353"/>
              <a:gd name="T112" fmla="*/ 273 w 289"/>
              <a:gd name="T113" fmla="*/ 64 h 353"/>
              <a:gd name="T114" fmla="*/ 273 w 289"/>
              <a:gd name="T115" fmla="*/ 96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289" h="353">
                <a:moveTo>
                  <a:pt x="56" y="177"/>
                </a:moveTo>
                <a:cubicBezTo>
                  <a:pt x="153" y="177"/>
                  <a:pt x="153" y="177"/>
                  <a:pt x="153" y="177"/>
                </a:cubicBezTo>
                <a:cubicBezTo>
                  <a:pt x="157" y="177"/>
                  <a:pt x="161" y="173"/>
                  <a:pt x="161" y="169"/>
                </a:cubicBezTo>
                <a:cubicBezTo>
                  <a:pt x="161" y="164"/>
                  <a:pt x="157" y="161"/>
                  <a:pt x="153" y="161"/>
                </a:cubicBezTo>
                <a:cubicBezTo>
                  <a:pt x="56" y="161"/>
                  <a:pt x="56" y="161"/>
                  <a:pt x="56" y="161"/>
                </a:cubicBezTo>
                <a:cubicBezTo>
                  <a:pt x="52" y="161"/>
                  <a:pt x="48" y="164"/>
                  <a:pt x="48" y="169"/>
                </a:cubicBezTo>
                <a:cubicBezTo>
                  <a:pt x="48" y="173"/>
                  <a:pt x="52" y="177"/>
                  <a:pt x="56" y="177"/>
                </a:cubicBezTo>
                <a:moveTo>
                  <a:pt x="56" y="225"/>
                </a:moveTo>
                <a:cubicBezTo>
                  <a:pt x="233" y="225"/>
                  <a:pt x="233" y="225"/>
                  <a:pt x="233" y="225"/>
                </a:cubicBezTo>
                <a:cubicBezTo>
                  <a:pt x="237" y="225"/>
                  <a:pt x="241" y="221"/>
                  <a:pt x="241" y="217"/>
                </a:cubicBezTo>
                <a:cubicBezTo>
                  <a:pt x="241" y="212"/>
                  <a:pt x="237" y="209"/>
                  <a:pt x="233" y="209"/>
                </a:cubicBezTo>
                <a:cubicBezTo>
                  <a:pt x="56" y="209"/>
                  <a:pt x="56" y="209"/>
                  <a:pt x="56" y="209"/>
                </a:cubicBezTo>
                <a:cubicBezTo>
                  <a:pt x="52" y="209"/>
                  <a:pt x="48" y="212"/>
                  <a:pt x="48" y="217"/>
                </a:cubicBezTo>
                <a:cubicBezTo>
                  <a:pt x="48" y="221"/>
                  <a:pt x="52" y="225"/>
                  <a:pt x="56" y="225"/>
                </a:cubicBezTo>
                <a:moveTo>
                  <a:pt x="56" y="273"/>
                </a:moveTo>
                <a:cubicBezTo>
                  <a:pt x="201" y="273"/>
                  <a:pt x="201" y="273"/>
                  <a:pt x="201" y="273"/>
                </a:cubicBezTo>
                <a:cubicBezTo>
                  <a:pt x="205" y="273"/>
                  <a:pt x="209" y="269"/>
                  <a:pt x="209" y="265"/>
                </a:cubicBezTo>
                <a:cubicBezTo>
                  <a:pt x="209" y="261"/>
                  <a:pt x="205" y="257"/>
                  <a:pt x="201" y="257"/>
                </a:cubicBezTo>
                <a:cubicBezTo>
                  <a:pt x="56" y="257"/>
                  <a:pt x="56" y="257"/>
                  <a:pt x="56" y="257"/>
                </a:cubicBezTo>
                <a:cubicBezTo>
                  <a:pt x="52" y="257"/>
                  <a:pt x="48" y="261"/>
                  <a:pt x="48" y="265"/>
                </a:cubicBezTo>
                <a:cubicBezTo>
                  <a:pt x="48" y="269"/>
                  <a:pt x="52" y="273"/>
                  <a:pt x="56" y="273"/>
                </a:cubicBezTo>
                <a:moveTo>
                  <a:pt x="273" y="48"/>
                </a:moveTo>
                <a:cubicBezTo>
                  <a:pt x="209" y="48"/>
                  <a:pt x="209" y="48"/>
                  <a:pt x="209" y="48"/>
                </a:cubicBezTo>
                <a:cubicBezTo>
                  <a:pt x="209" y="32"/>
                  <a:pt x="209" y="32"/>
                  <a:pt x="209" y="32"/>
                </a:cubicBezTo>
                <a:cubicBezTo>
                  <a:pt x="209" y="23"/>
                  <a:pt x="202" y="16"/>
                  <a:pt x="193" y="16"/>
                </a:cubicBezTo>
                <a:cubicBezTo>
                  <a:pt x="161" y="16"/>
                  <a:pt x="161" y="16"/>
                  <a:pt x="161" y="16"/>
                </a:cubicBezTo>
                <a:cubicBezTo>
                  <a:pt x="161" y="7"/>
                  <a:pt x="153" y="0"/>
                  <a:pt x="145" y="0"/>
                </a:cubicBezTo>
                <a:cubicBezTo>
                  <a:pt x="136" y="0"/>
                  <a:pt x="128" y="7"/>
                  <a:pt x="128" y="16"/>
                </a:cubicBezTo>
                <a:cubicBezTo>
                  <a:pt x="96" y="16"/>
                  <a:pt x="96" y="16"/>
                  <a:pt x="96" y="16"/>
                </a:cubicBezTo>
                <a:cubicBezTo>
                  <a:pt x="87" y="16"/>
                  <a:pt x="80" y="23"/>
                  <a:pt x="80" y="32"/>
                </a:cubicBezTo>
                <a:cubicBezTo>
                  <a:pt x="80" y="48"/>
                  <a:pt x="80" y="48"/>
                  <a:pt x="80" y="48"/>
                </a:cubicBezTo>
                <a:cubicBezTo>
                  <a:pt x="16" y="48"/>
                  <a:pt x="16" y="48"/>
                  <a:pt x="16" y="48"/>
                </a:cubicBezTo>
                <a:cubicBezTo>
                  <a:pt x="7" y="48"/>
                  <a:pt x="0" y="55"/>
                  <a:pt x="0" y="64"/>
                </a:cubicBezTo>
                <a:cubicBezTo>
                  <a:pt x="0" y="337"/>
                  <a:pt x="0" y="337"/>
                  <a:pt x="0" y="337"/>
                </a:cubicBezTo>
                <a:cubicBezTo>
                  <a:pt x="0" y="346"/>
                  <a:pt x="7" y="353"/>
                  <a:pt x="16" y="353"/>
                </a:cubicBezTo>
                <a:cubicBezTo>
                  <a:pt x="273" y="353"/>
                  <a:pt x="273" y="353"/>
                  <a:pt x="273" y="353"/>
                </a:cubicBezTo>
                <a:cubicBezTo>
                  <a:pt x="282" y="353"/>
                  <a:pt x="289" y="346"/>
                  <a:pt x="289" y="337"/>
                </a:cubicBezTo>
                <a:cubicBezTo>
                  <a:pt x="289" y="64"/>
                  <a:pt x="289" y="64"/>
                  <a:pt x="289" y="64"/>
                </a:cubicBezTo>
                <a:cubicBezTo>
                  <a:pt x="289" y="55"/>
                  <a:pt x="282" y="48"/>
                  <a:pt x="273" y="48"/>
                </a:cubicBezTo>
                <a:moveTo>
                  <a:pt x="96" y="32"/>
                </a:moveTo>
                <a:cubicBezTo>
                  <a:pt x="193" y="32"/>
                  <a:pt x="193" y="32"/>
                  <a:pt x="193" y="32"/>
                </a:cubicBezTo>
                <a:cubicBezTo>
                  <a:pt x="193" y="64"/>
                  <a:pt x="193" y="64"/>
                  <a:pt x="193" y="64"/>
                </a:cubicBezTo>
                <a:cubicBezTo>
                  <a:pt x="96" y="64"/>
                  <a:pt x="96" y="64"/>
                  <a:pt x="96" y="64"/>
                </a:cubicBezTo>
                <a:lnTo>
                  <a:pt x="96" y="32"/>
                </a:lnTo>
                <a:close/>
                <a:moveTo>
                  <a:pt x="273" y="337"/>
                </a:moveTo>
                <a:cubicBezTo>
                  <a:pt x="16" y="337"/>
                  <a:pt x="16" y="337"/>
                  <a:pt x="16" y="337"/>
                </a:cubicBezTo>
                <a:cubicBezTo>
                  <a:pt x="16" y="112"/>
                  <a:pt x="16" y="112"/>
                  <a:pt x="16" y="112"/>
                </a:cubicBezTo>
                <a:cubicBezTo>
                  <a:pt x="273" y="112"/>
                  <a:pt x="273" y="112"/>
                  <a:pt x="273" y="112"/>
                </a:cubicBezTo>
                <a:lnTo>
                  <a:pt x="273" y="337"/>
                </a:lnTo>
                <a:close/>
                <a:moveTo>
                  <a:pt x="273" y="96"/>
                </a:moveTo>
                <a:cubicBezTo>
                  <a:pt x="16" y="96"/>
                  <a:pt x="16" y="96"/>
                  <a:pt x="16" y="96"/>
                </a:cubicBezTo>
                <a:cubicBezTo>
                  <a:pt x="16" y="64"/>
                  <a:pt x="16" y="64"/>
                  <a:pt x="16" y="64"/>
                </a:cubicBezTo>
                <a:cubicBezTo>
                  <a:pt x="80" y="64"/>
                  <a:pt x="80" y="64"/>
                  <a:pt x="80" y="64"/>
                </a:cubicBezTo>
                <a:cubicBezTo>
                  <a:pt x="80" y="73"/>
                  <a:pt x="87" y="80"/>
                  <a:pt x="96" y="80"/>
                </a:cubicBezTo>
                <a:cubicBezTo>
                  <a:pt x="193" y="80"/>
                  <a:pt x="193" y="80"/>
                  <a:pt x="193" y="80"/>
                </a:cubicBezTo>
                <a:cubicBezTo>
                  <a:pt x="202" y="80"/>
                  <a:pt x="209" y="73"/>
                  <a:pt x="209" y="64"/>
                </a:cubicBezTo>
                <a:cubicBezTo>
                  <a:pt x="273" y="64"/>
                  <a:pt x="273" y="64"/>
                  <a:pt x="273" y="64"/>
                </a:cubicBezTo>
                <a:lnTo>
                  <a:pt x="273" y="96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3" name="Freeform 72"/>
          <p:cNvSpPr>
            <a:spLocks/>
          </p:cNvSpPr>
          <p:nvPr/>
        </p:nvSpPr>
        <p:spPr bwMode="auto">
          <a:xfrm>
            <a:off x="5255684" y="2127251"/>
            <a:ext cx="577851" cy="393700"/>
          </a:xfrm>
          <a:custGeom>
            <a:avLst/>
            <a:gdLst>
              <a:gd name="T0" fmla="*/ 353 w 353"/>
              <a:gd name="T1" fmla="*/ 8 h 241"/>
              <a:gd name="T2" fmla="*/ 345 w 353"/>
              <a:gd name="T3" fmla="*/ 0 h 241"/>
              <a:gd name="T4" fmla="*/ 340 w 353"/>
              <a:gd name="T5" fmla="*/ 3 h 241"/>
              <a:gd name="T6" fmla="*/ 340 w 353"/>
              <a:gd name="T7" fmla="*/ 3 h 241"/>
              <a:gd name="T8" fmla="*/ 129 w 353"/>
              <a:gd name="T9" fmla="*/ 222 h 241"/>
              <a:gd name="T10" fmla="*/ 14 w 353"/>
              <a:gd name="T11" fmla="*/ 107 h 241"/>
              <a:gd name="T12" fmla="*/ 8 w 353"/>
              <a:gd name="T13" fmla="*/ 105 h 241"/>
              <a:gd name="T14" fmla="*/ 0 w 353"/>
              <a:gd name="T15" fmla="*/ 113 h 241"/>
              <a:gd name="T16" fmla="*/ 3 w 353"/>
              <a:gd name="T17" fmla="*/ 118 h 241"/>
              <a:gd name="T18" fmla="*/ 123 w 353"/>
              <a:gd name="T19" fmla="*/ 239 h 241"/>
              <a:gd name="T20" fmla="*/ 129 w 353"/>
              <a:gd name="T21" fmla="*/ 241 h 241"/>
              <a:gd name="T22" fmla="*/ 134 w 353"/>
              <a:gd name="T23" fmla="*/ 239 h 241"/>
              <a:gd name="T24" fmla="*/ 134 w 353"/>
              <a:gd name="T25" fmla="*/ 239 h 241"/>
              <a:gd name="T26" fmla="*/ 351 w 353"/>
              <a:gd name="T27" fmla="*/ 14 h 241"/>
              <a:gd name="T28" fmla="*/ 351 w 353"/>
              <a:gd name="T29" fmla="*/ 14 h 241"/>
              <a:gd name="T30" fmla="*/ 353 w 353"/>
              <a:gd name="T31" fmla="*/ 8 h 2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353" h="241">
                <a:moveTo>
                  <a:pt x="353" y="8"/>
                </a:moveTo>
                <a:cubicBezTo>
                  <a:pt x="353" y="4"/>
                  <a:pt x="350" y="0"/>
                  <a:pt x="345" y="0"/>
                </a:cubicBezTo>
                <a:cubicBezTo>
                  <a:pt x="343" y="0"/>
                  <a:pt x="341" y="1"/>
                  <a:pt x="340" y="3"/>
                </a:cubicBezTo>
                <a:cubicBezTo>
                  <a:pt x="340" y="3"/>
                  <a:pt x="340" y="3"/>
                  <a:pt x="340" y="3"/>
                </a:cubicBezTo>
                <a:cubicBezTo>
                  <a:pt x="129" y="222"/>
                  <a:pt x="129" y="222"/>
                  <a:pt x="129" y="222"/>
                </a:cubicBezTo>
                <a:cubicBezTo>
                  <a:pt x="14" y="107"/>
                  <a:pt x="14" y="107"/>
                  <a:pt x="14" y="107"/>
                </a:cubicBezTo>
                <a:cubicBezTo>
                  <a:pt x="12" y="106"/>
                  <a:pt x="10" y="105"/>
                  <a:pt x="8" y="105"/>
                </a:cubicBezTo>
                <a:cubicBezTo>
                  <a:pt x="4" y="105"/>
                  <a:pt x="0" y="108"/>
                  <a:pt x="0" y="113"/>
                </a:cubicBezTo>
                <a:cubicBezTo>
                  <a:pt x="0" y="115"/>
                  <a:pt x="1" y="117"/>
                  <a:pt x="3" y="118"/>
                </a:cubicBezTo>
                <a:cubicBezTo>
                  <a:pt x="123" y="239"/>
                  <a:pt x="123" y="239"/>
                  <a:pt x="123" y="239"/>
                </a:cubicBezTo>
                <a:cubicBezTo>
                  <a:pt x="124" y="240"/>
                  <a:pt x="126" y="241"/>
                  <a:pt x="129" y="241"/>
                </a:cubicBezTo>
                <a:cubicBezTo>
                  <a:pt x="131" y="241"/>
                  <a:pt x="133" y="240"/>
                  <a:pt x="134" y="239"/>
                </a:cubicBezTo>
                <a:cubicBezTo>
                  <a:pt x="134" y="239"/>
                  <a:pt x="134" y="239"/>
                  <a:pt x="134" y="239"/>
                </a:cubicBezTo>
                <a:cubicBezTo>
                  <a:pt x="351" y="14"/>
                  <a:pt x="351" y="14"/>
                  <a:pt x="351" y="14"/>
                </a:cubicBezTo>
                <a:cubicBezTo>
                  <a:pt x="351" y="14"/>
                  <a:pt x="351" y="14"/>
                  <a:pt x="351" y="14"/>
                </a:cubicBezTo>
                <a:cubicBezTo>
                  <a:pt x="353" y="12"/>
                  <a:pt x="353" y="10"/>
                  <a:pt x="353" y="8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4" name="Freeform 73"/>
          <p:cNvSpPr>
            <a:spLocks noEditPoints="1"/>
          </p:cNvSpPr>
          <p:nvPr/>
        </p:nvSpPr>
        <p:spPr bwMode="auto">
          <a:xfrm>
            <a:off x="6360584" y="2036235"/>
            <a:ext cx="577851" cy="577851"/>
          </a:xfrm>
          <a:custGeom>
            <a:avLst/>
            <a:gdLst>
              <a:gd name="T0" fmla="*/ 176 w 353"/>
              <a:gd name="T1" fmla="*/ 221 h 353"/>
              <a:gd name="T2" fmla="*/ 102 w 353"/>
              <a:gd name="T3" fmla="*/ 147 h 353"/>
              <a:gd name="T4" fmla="*/ 96 w 353"/>
              <a:gd name="T5" fmla="*/ 145 h 353"/>
              <a:gd name="T6" fmla="*/ 88 w 353"/>
              <a:gd name="T7" fmla="*/ 153 h 353"/>
              <a:gd name="T8" fmla="*/ 90 w 353"/>
              <a:gd name="T9" fmla="*/ 158 h 353"/>
              <a:gd name="T10" fmla="*/ 170 w 353"/>
              <a:gd name="T11" fmla="*/ 239 h 353"/>
              <a:gd name="T12" fmla="*/ 176 w 353"/>
              <a:gd name="T13" fmla="*/ 241 h 353"/>
              <a:gd name="T14" fmla="*/ 182 w 353"/>
              <a:gd name="T15" fmla="*/ 238 h 353"/>
              <a:gd name="T16" fmla="*/ 182 w 353"/>
              <a:gd name="T17" fmla="*/ 238 h 353"/>
              <a:gd name="T18" fmla="*/ 316 w 353"/>
              <a:gd name="T19" fmla="*/ 98 h 353"/>
              <a:gd name="T20" fmla="*/ 316 w 353"/>
              <a:gd name="T21" fmla="*/ 98 h 353"/>
              <a:gd name="T22" fmla="*/ 328 w 353"/>
              <a:gd name="T23" fmla="*/ 86 h 353"/>
              <a:gd name="T24" fmla="*/ 327 w 353"/>
              <a:gd name="T25" fmla="*/ 86 h 353"/>
              <a:gd name="T26" fmla="*/ 351 w 353"/>
              <a:gd name="T27" fmla="*/ 62 h 353"/>
              <a:gd name="T28" fmla="*/ 351 w 353"/>
              <a:gd name="T29" fmla="*/ 62 h 353"/>
              <a:gd name="T30" fmla="*/ 353 w 353"/>
              <a:gd name="T31" fmla="*/ 56 h 353"/>
              <a:gd name="T32" fmla="*/ 345 w 353"/>
              <a:gd name="T33" fmla="*/ 48 h 353"/>
              <a:gd name="T34" fmla="*/ 339 w 353"/>
              <a:gd name="T35" fmla="*/ 51 h 353"/>
              <a:gd name="T36" fmla="*/ 339 w 353"/>
              <a:gd name="T37" fmla="*/ 51 h 353"/>
              <a:gd name="T38" fmla="*/ 318 w 353"/>
              <a:gd name="T39" fmla="*/ 72 h 353"/>
              <a:gd name="T40" fmla="*/ 318 w 353"/>
              <a:gd name="T41" fmla="*/ 72 h 353"/>
              <a:gd name="T42" fmla="*/ 307 w 353"/>
              <a:gd name="T43" fmla="*/ 84 h 353"/>
              <a:gd name="T44" fmla="*/ 307 w 353"/>
              <a:gd name="T45" fmla="*/ 84 h 353"/>
              <a:gd name="T46" fmla="*/ 176 w 353"/>
              <a:gd name="T47" fmla="*/ 221 h 353"/>
              <a:gd name="T48" fmla="*/ 339 w 353"/>
              <a:gd name="T49" fmla="*/ 109 h 353"/>
              <a:gd name="T50" fmla="*/ 327 w 353"/>
              <a:gd name="T51" fmla="*/ 109 h 353"/>
              <a:gd name="T52" fmla="*/ 325 w 353"/>
              <a:gd name="T53" fmla="*/ 117 h 353"/>
              <a:gd name="T54" fmla="*/ 325 w 353"/>
              <a:gd name="T55" fmla="*/ 117 h 353"/>
              <a:gd name="T56" fmla="*/ 337 w 353"/>
              <a:gd name="T57" fmla="*/ 177 h 353"/>
              <a:gd name="T58" fmla="*/ 176 w 353"/>
              <a:gd name="T59" fmla="*/ 337 h 353"/>
              <a:gd name="T60" fmla="*/ 16 w 353"/>
              <a:gd name="T61" fmla="*/ 177 h 353"/>
              <a:gd name="T62" fmla="*/ 176 w 353"/>
              <a:gd name="T63" fmla="*/ 16 h 353"/>
              <a:gd name="T64" fmla="*/ 292 w 353"/>
              <a:gd name="T65" fmla="*/ 65 h 353"/>
              <a:gd name="T66" fmla="*/ 292 w 353"/>
              <a:gd name="T67" fmla="*/ 65 h 353"/>
              <a:gd name="T68" fmla="*/ 303 w 353"/>
              <a:gd name="T69" fmla="*/ 65 h 353"/>
              <a:gd name="T70" fmla="*/ 303 w 353"/>
              <a:gd name="T71" fmla="*/ 54 h 353"/>
              <a:gd name="T72" fmla="*/ 302 w 353"/>
              <a:gd name="T73" fmla="*/ 53 h 353"/>
              <a:gd name="T74" fmla="*/ 176 w 353"/>
              <a:gd name="T75" fmla="*/ 0 h 353"/>
              <a:gd name="T76" fmla="*/ 0 w 353"/>
              <a:gd name="T77" fmla="*/ 177 h 353"/>
              <a:gd name="T78" fmla="*/ 176 w 353"/>
              <a:gd name="T79" fmla="*/ 353 h 353"/>
              <a:gd name="T80" fmla="*/ 353 w 353"/>
              <a:gd name="T81" fmla="*/ 177 h 353"/>
              <a:gd name="T82" fmla="*/ 341 w 353"/>
              <a:gd name="T83" fmla="*/ 112 h 353"/>
              <a:gd name="T84" fmla="*/ 339 w 353"/>
              <a:gd name="T85" fmla="*/ 109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353" h="353">
                <a:moveTo>
                  <a:pt x="176" y="221"/>
                </a:moveTo>
                <a:cubicBezTo>
                  <a:pt x="102" y="147"/>
                  <a:pt x="102" y="147"/>
                  <a:pt x="102" y="147"/>
                </a:cubicBezTo>
                <a:cubicBezTo>
                  <a:pt x="100" y="146"/>
                  <a:pt x="98" y="145"/>
                  <a:pt x="96" y="145"/>
                </a:cubicBezTo>
                <a:cubicBezTo>
                  <a:pt x="91" y="145"/>
                  <a:pt x="88" y="148"/>
                  <a:pt x="88" y="153"/>
                </a:cubicBezTo>
                <a:cubicBezTo>
                  <a:pt x="88" y="155"/>
                  <a:pt x="89" y="157"/>
                  <a:pt x="90" y="158"/>
                </a:cubicBezTo>
                <a:cubicBezTo>
                  <a:pt x="170" y="239"/>
                  <a:pt x="170" y="239"/>
                  <a:pt x="170" y="239"/>
                </a:cubicBezTo>
                <a:cubicBezTo>
                  <a:pt x="172" y="240"/>
                  <a:pt x="174" y="241"/>
                  <a:pt x="176" y="241"/>
                </a:cubicBezTo>
                <a:cubicBezTo>
                  <a:pt x="178" y="241"/>
                  <a:pt x="180" y="240"/>
                  <a:pt x="182" y="238"/>
                </a:cubicBezTo>
                <a:cubicBezTo>
                  <a:pt x="182" y="238"/>
                  <a:pt x="182" y="238"/>
                  <a:pt x="182" y="238"/>
                </a:cubicBezTo>
                <a:cubicBezTo>
                  <a:pt x="316" y="98"/>
                  <a:pt x="316" y="98"/>
                  <a:pt x="316" y="98"/>
                </a:cubicBezTo>
                <a:cubicBezTo>
                  <a:pt x="316" y="98"/>
                  <a:pt x="316" y="98"/>
                  <a:pt x="316" y="98"/>
                </a:cubicBezTo>
                <a:cubicBezTo>
                  <a:pt x="328" y="86"/>
                  <a:pt x="328" y="86"/>
                  <a:pt x="328" y="86"/>
                </a:cubicBezTo>
                <a:cubicBezTo>
                  <a:pt x="328" y="86"/>
                  <a:pt x="328" y="86"/>
                  <a:pt x="327" y="86"/>
                </a:cubicBezTo>
                <a:cubicBezTo>
                  <a:pt x="351" y="62"/>
                  <a:pt x="351" y="62"/>
                  <a:pt x="351" y="62"/>
                </a:cubicBezTo>
                <a:cubicBezTo>
                  <a:pt x="351" y="62"/>
                  <a:pt x="351" y="62"/>
                  <a:pt x="351" y="62"/>
                </a:cubicBezTo>
                <a:cubicBezTo>
                  <a:pt x="352" y="60"/>
                  <a:pt x="353" y="58"/>
                  <a:pt x="353" y="56"/>
                </a:cubicBezTo>
                <a:cubicBezTo>
                  <a:pt x="353" y="52"/>
                  <a:pt x="349" y="48"/>
                  <a:pt x="345" y="48"/>
                </a:cubicBezTo>
                <a:cubicBezTo>
                  <a:pt x="342" y="48"/>
                  <a:pt x="340" y="49"/>
                  <a:pt x="339" y="51"/>
                </a:cubicBezTo>
                <a:cubicBezTo>
                  <a:pt x="339" y="51"/>
                  <a:pt x="339" y="51"/>
                  <a:pt x="339" y="51"/>
                </a:cubicBezTo>
                <a:cubicBezTo>
                  <a:pt x="318" y="72"/>
                  <a:pt x="318" y="72"/>
                  <a:pt x="318" y="72"/>
                </a:cubicBezTo>
                <a:cubicBezTo>
                  <a:pt x="318" y="72"/>
                  <a:pt x="318" y="72"/>
                  <a:pt x="318" y="72"/>
                </a:cubicBezTo>
                <a:cubicBezTo>
                  <a:pt x="307" y="84"/>
                  <a:pt x="307" y="84"/>
                  <a:pt x="307" y="84"/>
                </a:cubicBezTo>
                <a:cubicBezTo>
                  <a:pt x="307" y="84"/>
                  <a:pt x="307" y="84"/>
                  <a:pt x="307" y="84"/>
                </a:cubicBezTo>
                <a:lnTo>
                  <a:pt x="176" y="221"/>
                </a:lnTo>
                <a:close/>
                <a:moveTo>
                  <a:pt x="339" y="109"/>
                </a:moveTo>
                <a:cubicBezTo>
                  <a:pt x="335" y="106"/>
                  <a:pt x="330" y="106"/>
                  <a:pt x="327" y="109"/>
                </a:cubicBezTo>
                <a:cubicBezTo>
                  <a:pt x="325" y="111"/>
                  <a:pt x="324" y="115"/>
                  <a:pt x="325" y="117"/>
                </a:cubicBezTo>
                <a:cubicBezTo>
                  <a:pt x="325" y="117"/>
                  <a:pt x="325" y="117"/>
                  <a:pt x="325" y="117"/>
                </a:cubicBezTo>
                <a:cubicBezTo>
                  <a:pt x="333" y="136"/>
                  <a:pt x="337" y="156"/>
                  <a:pt x="337" y="177"/>
                </a:cubicBezTo>
                <a:cubicBezTo>
                  <a:pt x="337" y="265"/>
                  <a:pt x="265" y="337"/>
                  <a:pt x="176" y="337"/>
                </a:cubicBezTo>
                <a:cubicBezTo>
                  <a:pt x="88" y="337"/>
                  <a:pt x="16" y="265"/>
                  <a:pt x="16" y="177"/>
                </a:cubicBezTo>
                <a:cubicBezTo>
                  <a:pt x="16" y="88"/>
                  <a:pt x="88" y="16"/>
                  <a:pt x="176" y="16"/>
                </a:cubicBezTo>
                <a:cubicBezTo>
                  <a:pt x="222" y="16"/>
                  <a:pt x="262" y="35"/>
                  <a:pt x="292" y="65"/>
                </a:cubicBezTo>
                <a:cubicBezTo>
                  <a:pt x="292" y="65"/>
                  <a:pt x="292" y="65"/>
                  <a:pt x="292" y="65"/>
                </a:cubicBezTo>
                <a:cubicBezTo>
                  <a:pt x="295" y="68"/>
                  <a:pt x="300" y="68"/>
                  <a:pt x="303" y="65"/>
                </a:cubicBezTo>
                <a:cubicBezTo>
                  <a:pt x="306" y="62"/>
                  <a:pt x="306" y="57"/>
                  <a:pt x="303" y="54"/>
                </a:cubicBezTo>
                <a:cubicBezTo>
                  <a:pt x="302" y="53"/>
                  <a:pt x="302" y="53"/>
                  <a:pt x="302" y="53"/>
                </a:cubicBezTo>
                <a:cubicBezTo>
                  <a:pt x="270" y="20"/>
                  <a:pt x="225" y="0"/>
                  <a:pt x="176" y="0"/>
                </a:cubicBezTo>
                <a:cubicBezTo>
                  <a:pt x="79" y="0"/>
                  <a:pt x="0" y="79"/>
                  <a:pt x="0" y="177"/>
                </a:cubicBezTo>
                <a:cubicBezTo>
                  <a:pt x="0" y="274"/>
                  <a:pt x="79" y="353"/>
                  <a:pt x="176" y="353"/>
                </a:cubicBezTo>
                <a:cubicBezTo>
                  <a:pt x="274" y="353"/>
                  <a:pt x="353" y="274"/>
                  <a:pt x="353" y="177"/>
                </a:cubicBezTo>
                <a:cubicBezTo>
                  <a:pt x="353" y="154"/>
                  <a:pt x="348" y="132"/>
                  <a:pt x="341" y="112"/>
                </a:cubicBezTo>
                <a:cubicBezTo>
                  <a:pt x="340" y="111"/>
                  <a:pt x="340" y="110"/>
                  <a:pt x="339" y="109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5" name="Freeform 74"/>
          <p:cNvSpPr>
            <a:spLocks/>
          </p:cNvSpPr>
          <p:nvPr/>
        </p:nvSpPr>
        <p:spPr bwMode="auto">
          <a:xfrm>
            <a:off x="7516284" y="2087035"/>
            <a:ext cx="474133" cy="474133"/>
          </a:xfrm>
          <a:custGeom>
            <a:avLst/>
            <a:gdLst>
              <a:gd name="T0" fmla="*/ 156 w 289"/>
              <a:gd name="T1" fmla="*/ 145 h 289"/>
              <a:gd name="T2" fmla="*/ 287 w 289"/>
              <a:gd name="T3" fmla="*/ 14 h 289"/>
              <a:gd name="T4" fmla="*/ 289 w 289"/>
              <a:gd name="T5" fmla="*/ 8 h 289"/>
              <a:gd name="T6" fmla="*/ 281 w 289"/>
              <a:gd name="T7" fmla="*/ 0 h 289"/>
              <a:gd name="T8" fmla="*/ 275 w 289"/>
              <a:gd name="T9" fmla="*/ 3 h 289"/>
              <a:gd name="T10" fmla="*/ 144 w 289"/>
              <a:gd name="T11" fmla="*/ 133 h 289"/>
              <a:gd name="T12" fmla="*/ 14 w 289"/>
              <a:gd name="T13" fmla="*/ 3 h 289"/>
              <a:gd name="T14" fmla="*/ 8 w 289"/>
              <a:gd name="T15" fmla="*/ 0 h 289"/>
              <a:gd name="T16" fmla="*/ 0 w 289"/>
              <a:gd name="T17" fmla="*/ 8 h 289"/>
              <a:gd name="T18" fmla="*/ 2 w 289"/>
              <a:gd name="T19" fmla="*/ 14 h 289"/>
              <a:gd name="T20" fmla="*/ 133 w 289"/>
              <a:gd name="T21" fmla="*/ 145 h 289"/>
              <a:gd name="T22" fmla="*/ 2 w 289"/>
              <a:gd name="T23" fmla="*/ 276 h 289"/>
              <a:gd name="T24" fmla="*/ 0 w 289"/>
              <a:gd name="T25" fmla="*/ 281 h 289"/>
              <a:gd name="T26" fmla="*/ 8 w 289"/>
              <a:gd name="T27" fmla="*/ 289 h 289"/>
              <a:gd name="T28" fmla="*/ 14 w 289"/>
              <a:gd name="T29" fmla="*/ 287 h 289"/>
              <a:gd name="T30" fmla="*/ 144 w 289"/>
              <a:gd name="T31" fmla="*/ 156 h 289"/>
              <a:gd name="T32" fmla="*/ 275 w 289"/>
              <a:gd name="T33" fmla="*/ 287 h 289"/>
              <a:gd name="T34" fmla="*/ 281 w 289"/>
              <a:gd name="T35" fmla="*/ 289 h 289"/>
              <a:gd name="T36" fmla="*/ 289 w 289"/>
              <a:gd name="T37" fmla="*/ 281 h 289"/>
              <a:gd name="T38" fmla="*/ 287 w 289"/>
              <a:gd name="T39" fmla="*/ 276 h 289"/>
              <a:gd name="T40" fmla="*/ 156 w 289"/>
              <a:gd name="T41" fmla="*/ 145 h 2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289" h="289">
                <a:moveTo>
                  <a:pt x="156" y="145"/>
                </a:moveTo>
                <a:cubicBezTo>
                  <a:pt x="287" y="14"/>
                  <a:pt x="287" y="14"/>
                  <a:pt x="287" y="14"/>
                </a:cubicBezTo>
                <a:cubicBezTo>
                  <a:pt x="288" y="12"/>
                  <a:pt x="289" y="10"/>
                  <a:pt x="289" y="8"/>
                </a:cubicBezTo>
                <a:cubicBezTo>
                  <a:pt x="289" y="4"/>
                  <a:pt x="285" y="0"/>
                  <a:pt x="281" y="0"/>
                </a:cubicBezTo>
                <a:cubicBezTo>
                  <a:pt x="279" y="0"/>
                  <a:pt x="277" y="1"/>
                  <a:pt x="275" y="3"/>
                </a:cubicBezTo>
                <a:cubicBezTo>
                  <a:pt x="144" y="133"/>
                  <a:pt x="144" y="133"/>
                  <a:pt x="144" y="133"/>
                </a:cubicBezTo>
                <a:cubicBezTo>
                  <a:pt x="14" y="3"/>
                  <a:pt x="14" y="3"/>
                  <a:pt x="14" y="3"/>
                </a:cubicBezTo>
                <a:cubicBezTo>
                  <a:pt x="12" y="1"/>
                  <a:pt x="10" y="0"/>
                  <a:pt x="8" y="0"/>
                </a:cubicBezTo>
                <a:cubicBezTo>
                  <a:pt x="4" y="0"/>
                  <a:pt x="0" y="4"/>
                  <a:pt x="0" y="8"/>
                </a:cubicBezTo>
                <a:cubicBezTo>
                  <a:pt x="0" y="10"/>
                  <a:pt x="1" y="12"/>
                  <a:pt x="2" y="14"/>
                </a:cubicBezTo>
                <a:cubicBezTo>
                  <a:pt x="133" y="145"/>
                  <a:pt x="133" y="145"/>
                  <a:pt x="133" y="145"/>
                </a:cubicBezTo>
                <a:cubicBezTo>
                  <a:pt x="2" y="276"/>
                  <a:pt x="2" y="276"/>
                  <a:pt x="2" y="276"/>
                </a:cubicBezTo>
                <a:cubicBezTo>
                  <a:pt x="1" y="277"/>
                  <a:pt x="0" y="279"/>
                  <a:pt x="0" y="281"/>
                </a:cubicBezTo>
                <a:cubicBezTo>
                  <a:pt x="0" y="286"/>
                  <a:pt x="4" y="289"/>
                  <a:pt x="8" y="289"/>
                </a:cubicBezTo>
                <a:cubicBezTo>
                  <a:pt x="10" y="289"/>
                  <a:pt x="12" y="288"/>
                  <a:pt x="14" y="287"/>
                </a:cubicBezTo>
                <a:cubicBezTo>
                  <a:pt x="144" y="156"/>
                  <a:pt x="144" y="156"/>
                  <a:pt x="144" y="156"/>
                </a:cubicBezTo>
                <a:cubicBezTo>
                  <a:pt x="275" y="287"/>
                  <a:pt x="275" y="287"/>
                  <a:pt x="275" y="287"/>
                </a:cubicBezTo>
                <a:cubicBezTo>
                  <a:pt x="277" y="288"/>
                  <a:pt x="279" y="289"/>
                  <a:pt x="281" y="289"/>
                </a:cubicBezTo>
                <a:cubicBezTo>
                  <a:pt x="285" y="289"/>
                  <a:pt x="289" y="286"/>
                  <a:pt x="289" y="281"/>
                </a:cubicBezTo>
                <a:cubicBezTo>
                  <a:pt x="289" y="279"/>
                  <a:pt x="288" y="277"/>
                  <a:pt x="287" y="276"/>
                </a:cubicBezTo>
                <a:lnTo>
                  <a:pt x="156" y="145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6" name="Freeform 75"/>
          <p:cNvSpPr>
            <a:spLocks noEditPoints="1"/>
          </p:cNvSpPr>
          <p:nvPr/>
        </p:nvSpPr>
        <p:spPr bwMode="auto">
          <a:xfrm>
            <a:off x="8568267" y="2036235"/>
            <a:ext cx="577851" cy="577851"/>
          </a:xfrm>
          <a:custGeom>
            <a:avLst/>
            <a:gdLst>
              <a:gd name="T0" fmla="*/ 48 w 353"/>
              <a:gd name="T1" fmla="*/ 145 h 353"/>
              <a:gd name="T2" fmla="*/ 32 w 353"/>
              <a:gd name="T3" fmla="*/ 129 h 353"/>
              <a:gd name="T4" fmla="*/ 32 w 353"/>
              <a:gd name="T5" fmla="*/ 80 h 353"/>
              <a:gd name="T6" fmla="*/ 48 w 353"/>
              <a:gd name="T7" fmla="*/ 64 h 353"/>
              <a:gd name="T8" fmla="*/ 32 w 353"/>
              <a:gd name="T9" fmla="*/ 80 h 353"/>
              <a:gd name="T10" fmla="*/ 48 w 353"/>
              <a:gd name="T11" fmla="*/ 112 h 353"/>
              <a:gd name="T12" fmla="*/ 32 w 353"/>
              <a:gd name="T13" fmla="*/ 96 h 353"/>
              <a:gd name="T14" fmla="*/ 48 w 353"/>
              <a:gd name="T15" fmla="*/ 209 h 353"/>
              <a:gd name="T16" fmla="*/ 32 w 353"/>
              <a:gd name="T17" fmla="*/ 225 h 353"/>
              <a:gd name="T18" fmla="*/ 48 w 353"/>
              <a:gd name="T19" fmla="*/ 209 h 353"/>
              <a:gd name="T20" fmla="*/ 32 w 353"/>
              <a:gd name="T21" fmla="*/ 241 h 353"/>
              <a:gd name="T22" fmla="*/ 48 w 353"/>
              <a:gd name="T23" fmla="*/ 257 h 353"/>
              <a:gd name="T24" fmla="*/ 32 w 353"/>
              <a:gd name="T25" fmla="*/ 48 h 353"/>
              <a:gd name="T26" fmla="*/ 48 w 353"/>
              <a:gd name="T27" fmla="*/ 32 h 353"/>
              <a:gd name="T28" fmla="*/ 32 w 353"/>
              <a:gd name="T29" fmla="*/ 48 h 353"/>
              <a:gd name="T30" fmla="*/ 32 w 353"/>
              <a:gd name="T31" fmla="*/ 273 h 353"/>
              <a:gd name="T32" fmla="*/ 48 w 353"/>
              <a:gd name="T33" fmla="*/ 289 h 353"/>
              <a:gd name="T34" fmla="*/ 48 w 353"/>
              <a:gd name="T35" fmla="*/ 305 h 353"/>
              <a:gd name="T36" fmla="*/ 32 w 353"/>
              <a:gd name="T37" fmla="*/ 321 h 353"/>
              <a:gd name="T38" fmla="*/ 48 w 353"/>
              <a:gd name="T39" fmla="*/ 305 h 353"/>
              <a:gd name="T40" fmla="*/ 305 w 353"/>
              <a:gd name="T41" fmla="*/ 305 h 353"/>
              <a:gd name="T42" fmla="*/ 321 w 353"/>
              <a:gd name="T43" fmla="*/ 321 h 353"/>
              <a:gd name="T44" fmla="*/ 321 w 353"/>
              <a:gd name="T45" fmla="*/ 273 h 353"/>
              <a:gd name="T46" fmla="*/ 305 w 353"/>
              <a:gd name="T47" fmla="*/ 289 h 353"/>
              <a:gd name="T48" fmla="*/ 321 w 353"/>
              <a:gd name="T49" fmla="*/ 273 h 353"/>
              <a:gd name="T50" fmla="*/ 321 w 353"/>
              <a:gd name="T51" fmla="*/ 145 h 353"/>
              <a:gd name="T52" fmla="*/ 305 w 353"/>
              <a:gd name="T53" fmla="*/ 129 h 353"/>
              <a:gd name="T54" fmla="*/ 305 w 353"/>
              <a:gd name="T55" fmla="*/ 112 h 353"/>
              <a:gd name="T56" fmla="*/ 321 w 353"/>
              <a:gd name="T57" fmla="*/ 96 h 353"/>
              <a:gd name="T58" fmla="*/ 305 w 353"/>
              <a:gd name="T59" fmla="*/ 112 h 353"/>
              <a:gd name="T60" fmla="*/ 305 w 353"/>
              <a:gd name="T61" fmla="*/ 241 h 353"/>
              <a:gd name="T62" fmla="*/ 321 w 353"/>
              <a:gd name="T63" fmla="*/ 257 h 353"/>
              <a:gd name="T64" fmla="*/ 321 w 353"/>
              <a:gd name="T65" fmla="*/ 0 h 353"/>
              <a:gd name="T66" fmla="*/ 0 w 353"/>
              <a:gd name="T67" fmla="*/ 32 h 353"/>
              <a:gd name="T68" fmla="*/ 32 w 353"/>
              <a:gd name="T69" fmla="*/ 353 h 353"/>
              <a:gd name="T70" fmla="*/ 353 w 353"/>
              <a:gd name="T71" fmla="*/ 321 h 353"/>
              <a:gd name="T72" fmla="*/ 321 w 353"/>
              <a:gd name="T73" fmla="*/ 0 h 353"/>
              <a:gd name="T74" fmla="*/ 32 w 353"/>
              <a:gd name="T75" fmla="*/ 337 h 353"/>
              <a:gd name="T76" fmla="*/ 16 w 353"/>
              <a:gd name="T77" fmla="*/ 185 h 353"/>
              <a:gd name="T78" fmla="*/ 64 w 353"/>
              <a:gd name="T79" fmla="*/ 337 h 353"/>
              <a:gd name="T80" fmla="*/ 16 w 353"/>
              <a:gd name="T81" fmla="*/ 169 h 353"/>
              <a:gd name="T82" fmla="*/ 32 w 353"/>
              <a:gd name="T83" fmla="*/ 16 h 353"/>
              <a:gd name="T84" fmla="*/ 64 w 353"/>
              <a:gd name="T85" fmla="*/ 169 h 353"/>
              <a:gd name="T86" fmla="*/ 80 w 353"/>
              <a:gd name="T87" fmla="*/ 337 h 353"/>
              <a:gd name="T88" fmla="*/ 273 w 353"/>
              <a:gd name="T89" fmla="*/ 185 h 353"/>
              <a:gd name="T90" fmla="*/ 273 w 353"/>
              <a:gd name="T91" fmla="*/ 169 h 353"/>
              <a:gd name="T92" fmla="*/ 80 w 353"/>
              <a:gd name="T93" fmla="*/ 16 h 353"/>
              <a:gd name="T94" fmla="*/ 273 w 353"/>
              <a:gd name="T95" fmla="*/ 169 h 353"/>
              <a:gd name="T96" fmla="*/ 321 w 353"/>
              <a:gd name="T97" fmla="*/ 337 h 353"/>
              <a:gd name="T98" fmla="*/ 289 w 353"/>
              <a:gd name="T99" fmla="*/ 185 h 353"/>
              <a:gd name="T100" fmla="*/ 337 w 353"/>
              <a:gd name="T101" fmla="*/ 321 h 353"/>
              <a:gd name="T102" fmla="*/ 289 w 353"/>
              <a:gd name="T103" fmla="*/ 169 h 353"/>
              <a:gd name="T104" fmla="*/ 321 w 353"/>
              <a:gd name="T105" fmla="*/ 16 h 353"/>
              <a:gd name="T106" fmla="*/ 337 w 353"/>
              <a:gd name="T107" fmla="*/ 169 h 353"/>
              <a:gd name="T108" fmla="*/ 321 w 353"/>
              <a:gd name="T109" fmla="*/ 48 h 353"/>
              <a:gd name="T110" fmla="*/ 305 w 353"/>
              <a:gd name="T111" fmla="*/ 32 h 353"/>
              <a:gd name="T112" fmla="*/ 321 w 353"/>
              <a:gd name="T113" fmla="*/ 209 h 353"/>
              <a:gd name="T114" fmla="*/ 305 w 353"/>
              <a:gd name="T115" fmla="*/ 225 h 353"/>
              <a:gd name="T116" fmla="*/ 321 w 353"/>
              <a:gd name="T117" fmla="*/ 209 h 353"/>
              <a:gd name="T118" fmla="*/ 321 w 353"/>
              <a:gd name="T119" fmla="*/ 80 h 353"/>
              <a:gd name="T120" fmla="*/ 305 w 353"/>
              <a:gd name="T121" fmla="*/ 64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353" h="353">
                <a:moveTo>
                  <a:pt x="32" y="145"/>
                </a:moveTo>
                <a:cubicBezTo>
                  <a:pt x="48" y="145"/>
                  <a:pt x="48" y="145"/>
                  <a:pt x="48" y="145"/>
                </a:cubicBezTo>
                <a:cubicBezTo>
                  <a:pt x="48" y="129"/>
                  <a:pt x="48" y="129"/>
                  <a:pt x="48" y="129"/>
                </a:cubicBezTo>
                <a:cubicBezTo>
                  <a:pt x="32" y="129"/>
                  <a:pt x="32" y="129"/>
                  <a:pt x="32" y="129"/>
                </a:cubicBezTo>
                <a:lnTo>
                  <a:pt x="32" y="145"/>
                </a:lnTo>
                <a:close/>
                <a:moveTo>
                  <a:pt x="32" y="80"/>
                </a:moveTo>
                <a:cubicBezTo>
                  <a:pt x="48" y="80"/>
                  <a:pt x="48" y="80"/>
                  <a:pt x="48" y="80"/>
                </a:cubicBezTo>
                <a:cubicBezTo>
                  <a:pt x="48" y="64"/>
                  <a:pt x="48" y="64"/>
                  <a:pt x="48" y="64"/>
                </a:cubicBezTo>
                <a:cubicBezTo>
                  <a:pt x="32" y="64"/>
                  <a:pt x="32" y="64"/>
                  <a:pt x="32" y="64"/>
                </a:cubicBezTo>
                <a:lnTo>
                  <a:pt x="32" y="80"/>
                </a:lnTo>
                <a:close/>
                <a:moveTo>
                  <a:pt x="32" y="112"/>
                </a:moveTo>
                <a:cubicBezTo>
                  <a:pt x="48" y="112"/>
                  <a:pt x="48" y="112"/>
                  <a:pt x="48" y="112"/>
                </a:cubicBezTo>
                <a:cubicBezTo>
                  <a:pt x="48" y="96"/>
                  <a:pt x="48" y="96"/>
                  <a:pt x="48" y="96"/>
                </a:cubicBezTo>
                <a:cubicBezTo>
                  <a:pt x="32" y="96"/>
                  <a:pt x="32" y="96"/>
                  <a:pt x="32" y="96"/>
                </a:cubicBezTo>
                <a:lnTo>
                  <a:pt x="32" y="112"/>
                </a:lnTo>
                <a:close/>
                <a:moveTo>
                  <a:pt x="48" y="209"/>
                </a:moveTo>
                <a:cubicBezTo>
                  <a:pt x="32" y="209"/>
                  <a:pt x="32" y="209"/>
                  <a:pt x="32" y="209"/>
                </a:cubicBezTo>
                <a:cubicBezTo>
                  <a:pt x="32" y="225"/>
                  <a:pt x="32" y="225"/>
                  <a:pt x="32" y="225"/>
                </a:cubicBezTo>
                <a:cubicBezTo>
                  <a:pt x="48" y="225"/>
                  <a:pt x="48" y="225"/>
                  <a:pt x="48" y="225"/>
                </a:cubicBezTo>
                <a:lnTo>
                  <a:pt x="48" y="209"/>
                </a:lnTo>
                <a:close/>
                <a:moveTo>
                  <a:pt x="48" y="241"/>
                </a:moveTo>
                <a:cubicBezTo>
                  <a:pt x="32" y="241"/>
                  <a:pt x="32" y="241"/>
                  <a:pt x="32" y="241"/>
                </a:cubicBezTo>
                <a:cubicBezTo>
                  <a:pt x="32" y="257"/>
                  <a:pt x="32" y="257"/>
                  <a:pt x="32" y="257"/>
                </a:cubicBezTo>
                <a:cubicBezTo>
                  <a:pt x="48" y="257"/>
                  <a:pt x="48" y="257"/>
                  <a:pt x="48" y="257"/>
                </a:cubicBezTo>
                <a:lnTo>
                  <a:pt x="48" y="241"/>
                </a:lnTo>
                <a:close/>
                <a:moveTo>
                  <a:pt x="32" y="48"/>
                </a:moveTo>
                <a:cubicBezTo>
                  <a:pt x="48" y="48"/>
                  <a:pt x="48" y="48"/>
                  <a:pt x="48" y="48"/>
                </a:cubicBezTo>
                <a:cubicBezTo>
                  <a:pt x="48" y="32"/>
                  <a:pt x="48" y="32"/>
                  <a:pt x="48" y="32"/>
                </a:cubicBezTo>
                <a:cubicBezTo>
                  <a:pt x="32" y="32"/>
                  <a:pt x="32" y="32"/>
                  <a:pt x="32" y="32"/>
                </a:cubicBezTo>
                <a:lnTo>
                  <a:pt x="32" y="48"/>
                </a:lnTo>
                <a:close/>
                <a:moveTo>
                  <a:pt x="48" y="273"/>
                </a:moveTo>
                <a:cubicBezTo>
                  <a:pt x="32" y="273"/>
                  <a:pt x="32" y="273"/>
                  <a:pt x="32" y="273"/>
                </a:cubicBezTo>
                <a:cubicBezTo>
                  <a:pt x="32" y="289"/>
                  <a:pt x="32" y="289"/>
                  <a:pt x="32" y="289"/>
                </a:cubicBezTo>
                <a:cubicBezTo>
                  <a:pt x="48" y="289"/>
                  <a:pt x="48" y="289"/>
                  <a:pt x="48" y="289"/>
                </a:cubicBezTo>
                <a:lnTo>
                  <a:pt x="48" y="273"/>
                </a:lnTo>
                <a:close/>
                <a:moveTo>
                  <a:pt x="48" y="305"/>
                </a:moveTo>
                <a:cubicBezTo>
                  <a:pt x="32" y="305"/>
                  <a:pt x="32" y="305"/>
                  <a:pt x="32" y="305"/>
                </a:cubicBezTo>
                <a:cubicBezTo>
                  <a:pt x="32" y="321"/>
                  <a:pt x="32" y="321"/>
                  <a:pt x="32" y="321"/>
                </a:cubicBezTo>
                <a:cubicBezTo>
                  <a:pt x="48" y="321"/>
                  <a:pt x="48" y="321"/>
                  <a:pt x="48" y="321"/>
                </a:cubicBezTo>
                <a:lnTo>
                  <a:pt x="48" y="305"/>
                </a:lnTo>
                <a:close/>
                <a:moveTo>
                  <a:pt x="321" y="305"/>
                </a:moveTo>
                <a:cubicBezTo>
                  <a:pt x="305" y="305"/>
                  <a:pt x="305" y="305"/>
                  <a:pt x="305" y="305"/>
                </a:cubicBezTo>
                <a:cubicBezTo>
                  <a:pt x="305" y="321"/>
                  <a:pt x="305" y="321"/>
                  <a:pt x="305" y="321"/>
                </a:cubicBezTo>
                <a:cubicBezTo>
                  <a:pt x="321" y="321"/>
                  <a:pt x="321" y="321"/>
                  <a:pt x="321" y="321"/>
                </a:cubicBezTo>
                <a:lnTo>
                  <a:pt x="321" y="305"/>
                </a:lnTo>
                <a:close/>
                <a:moveTo>
                  <a:pt x="321" y="273"/>
                </a:moveTo>
                <a:cubicBezTo>
                  <a:pt x="305" y="273"/>
                  <a:pt x="305" y="273"/>
                  <a:pt x="305" y="273"/>
                </a:cubicBezTo>
                <a:cubicBezTo>
                  <a:pt x="305" y="289"/>
                  <a:pt x="305" y="289"/>
                  <a:pt x="305" y="289"/>
                </a:cubicBezTo>
                <a:cubicBezTo>
                  <a:pt x="321" y="289"/>
                  <a:pt x="321" y="289"/>
                  <a:pt x="321" y="289"/>
                </a:cubicBezTo>
                <a:lnTo>
                  <a:pt x="321" y="273"/>
                </a:lnTo>
                <a:close/>
                <a:moveTo>
                  <a:pt x="305" y="145"/>
                </a:moveTo>
                <a:cubicBezTo>
                  <a:pt x="321" y="145"/>
                  <a:pt x="321" y="145"/>
                  <a:pt x="321" y="145"/>
                </a:cubicBezTo>
                <a:cubicBezTo>
                  <a:pt x="321" y="129"/>
                  <a:pt x="321" y="129"/>
                  <a:pt x="321" y="129"/>
                </a:cubicBezTo>
                <a:cubicBezTo>
                  <a:pt x="305" y="129"/>
                  <a:pt x="305" y="129"/>
                  <a:pt x="305" y="129"/>
                </a:cubicBezTo>
                <a:lnTo>
                  <a:pt x="305" y="145"/>
                </a:lnTo>
                <a:close/>
                <a:moveTo>
                  <a:pt x="305" y="112"/>
                </a:moveTo>
                <a:cubicBezTo>
                  <a:pt x="321" y="112"/>
                  <a:pt x="321" y="112"/>
                  <a:pt x="321" y="112"/>
                </a:cubicBezTo>
                <a:cubicBezTo>
                  <a:pt x="321" y="96"/>
                  <a:pt x="321" y="96"/>
                  <a:pt x="321" y="96"/>
                </a:cubicBezTo>
                <a:cubicBezTo>
                  <a:pt x="305" y="96"/>
                  <a:pt x="305" y="96"/>
                  <a:pt x="305" y="96"/>
                </a:cubicBezTo>
                <a:lnTo>
                  <a:pt x="305" y="112"/>
                </a:lnTo>
                <a:close/>
                <a:moveTo>
                  <a:pt x="321" y="241"/>
                </a:moveTo>
                <a:cubicBezTo>
                  <a:pt x="305" y="241"/>
                  <a:pt x="305" y="241"/>
                  <a:pt x="305" y="241"/>
                </a:cubicBezTo>
                <a:cubicBezTo>
                  <a:pt x="305" y="257"/>
                  <a:pt x="305" y="257"/>
                  <a:pt x="305" y="257"/>
                </a:cubicBezTo>
                <a:cubicBezTo>
                  <a:pt x="321" y="257"/>
                  <a:pt x="321" y="257"/>
                  <a:pt x="321" y="257"/>
                </a:cubicBezTo>
                <a:lnTo>
                  <a:pt x="321" y="241"/>
                </a:lnTo>
                <a:close/>
                <a:moveTo>
                  <a:pt x="321" y="0"/>
                </a:moveTo>
                <a:cubicBezTo>
                  <a:pt x="32" y="0"/>
                  <a:pt x="32" y="0"/>
                  <a:pt x="32" y="0"/>
                </a:cubicBezTo>
                <a:cubicBezTo>
                  <a:pt x="15" y="0"/>
                  <a:pt x="0" y="14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5" y="353"/>
                  <a:pt x="32" y="353"/>
                </a:cubicBezTo>
                <a:cubicBezTo>
                  <a:pt x="321" y="353"/>
                  <a:pt x="321" y="353"/>
                  <a:pt x="321" y="353"/>
                </a:cubicBezTo>
                <a:cubicBezTo>
                  <a:pt x="339" y="353"/>
                  <a:pt x="353" y="339"/>
                  <a:pt x="353" y="321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14"/>
                  <a:pt x="339" y="0"/>
                  <a:pt x="321" y="0"/>
                </a:cubicBezTo>
                <a:moveTo>
                  <a:pt x="64" y="337"/>
                </a:moveTo>
                <a:cubicBezTo>
                  <a:pt x="32" y="337"/>
                  <a:pt x="32" y="337"/>
                  <a:pt x="32" y="337"/>
                </a:cubicBezTo>
                <a:cubicBezTo>
                  <a:pt x="23" y="337"/>
                  <a:pt x="16" y="330"/>
                  <a:pt x="16" y="321"/>
                </a:cubicBezTo>
                <a:cubicBezTo>
                  <a:pt x="16" y="185"/>
                  <a:pt x="16" y="185"/>
                  <a:pt x="16" y="185"/>
                </a:cubicBezTo>
                <a:cubicBezTo>
                  <a:pt x="64" y="185"/>
                  <a:pt x="64" y="185"/>
                  <a:pt x="64" y="185"/>
                </a:cubicBezTo>
                <a:lnTo>
                  <a:pt x="64" y="337"/>
                </a:lnTo>
                <a:close/>
                <a:moveTo>
                  <a:pt x="64" y="169"/>
                </a:moveTo>
                <a:cubicBezTo>
                  <a:pt x="16" y="169"/>
                  <a:pt x="16" y="169"/>
                  <a:pt x="16" y="169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3"/>
                  <a:pt x="23" y="16"/>
                  <a:pt x="32" y="16"/>
                </a:cubicBezTo>
                <a:cubicBezTo>
                  <a:pt x="64" y="16"/>
                  <a:pt x="64" y="16"/>
                  <a:pt x="64" y="16"/>
                </a:cubicBezTo>
                <a:lnTo>
                  <a:pt x="64" y="169"/>
                </a:lnTo>
                <a:close/>
                <a:moveTo>
                  <a:pt x="273" y="337"/>
                </a:moveTo>
                <a:cubicBezTo>
                  <a:pt x="80" y="337"/>
                  <a:pt x="80" y="337"/>
                  <a:pt x="80" y="337"/>
                </a:cubicBezTo>
                <a:cubicBezTo>
                  <a:pt x="80" y="185"/>
                  <a:pt x="80" y="185"/>
                  <a:pt x="80" y="185"/>
                </a:cubicBezTo>
                <a:cubicBezTo>
                  <a:pt x="273" y="185"/>
                  <a:pt x="273" y="185"/>
                  <a:pt x="273" y="185"/>
                </a:cubicBezTo>
                <a:lnTo>
                  <a:pt x="273" y="337"/>
                </a:lnTo>
                <a:close/>
                <a:moveTo>
                  <a:pt x="273" y="169"/>
                </a:moveTo>
                <a:cubicBezTo>
                  <a:pt x="80" y="169"/>
                  <a:pt x="80" y="169"/>
                  <a:pt x="80" y="169"/>
                </a:cubicBezTo>
                <a:cubicBezTo>
                  <a:pt x="80" y="16"/>
                  <a:pt x="80" y="16"/>
                  <a:pt x="80" y="16"/>
                </a:cubicBezTo>
                <a:cubicBezTo>
                  <a:pt x="273" y="16"/>
                  <a:pt x="273" y="16"/>
                  <a:pt x="273" y="16"/>
                </a:cubicBezTo>
                <a:lnTo>
                  <a:pt x="273" y="169"/>
                </a:lnTo>
                <a:close/>
                <a:moveTo>
                  <a:pt x="337" y="321"/>
                </a:moveTo>
                <a:cubicBezTo>
                  <a:pt x="337" y="330"/>
                  <a:pt x="330" y="337"/>
                  <a:pt x="321" y="337"/>
                </a:cubicBezTo>
                <a:cubicBezTo>
                  <a:pt x="289" y="337"/>
                  <a:pt x="289" y="337"/>
                  <a:pt x="289" y="337"/>
                </a:cubicBezTo>
                <a:cubicBezTo>
                  <a:pt x="289" y="185"/>
                  <a:pt x="289" y="185"/>
                  <a:pt x="289" y="185"/>
                </a:cubicBezTo>
                <a:cubicBezTo>
                  <a:pt x="337" y="185"/>
                  <a:pt x="337" y="185"/>
                  <a:pt x="337" y="185"/>
                </a:cubicBezTo>
                <a:lnTo>
                  <a:pt x="337" y="321"/>
                </a:lnTo>
                <a:close/>
                <a:moveTo>
                  <a:pt x="337" y="169"/>
                </a:moveTo>
                <a:cubicBezTo>
                  <a:pt x="289" y="169"/>
                  <a:pt x="289" y="169"/>
                  <a:pt x="289" y="169"/>
                </a:cubicBezTo>
                <a:cubicBezTo>
                  <a:pt x="289" y="16"/>
                  <a:pt x="289" y="16"/>
                  <a:pt x="289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3"/>
                  <a:pt x="337" y="32"/>
                </a:cubicBezTo>
                <a:lnTo>
                  <a:pt x="337" y="169"/>
                </a:lnTo>
                <a:close/>
                <a:moveTo>
                  <a:pt x="305" y="48"/>
                </a:moveTo>
                <a:cubicBezTo>
                  <a:pt x="321" y="48"/>
                  <a:pt x="321" y="48"/>
                  <a:pt x="321" y="48"/>
                </a:cubicBezTo>
                <a:cubicBezTo>
                  <a:pt x="321" y="32"/>
                  <a:pt x="321" y="32"/>
                  <a:pt x="321" y="32"/>
                </a:cubicBezTo>
                <a:cubicBezTo>
                  <a:pt x="305" y="32"/>
                  <a:pt x="305" y="32"/>
                  <a:pt x="305" y="32"/>
                </a:cubicBezTo>
                <a:lnTo>
                  <a:pt x="305" y="48"/>
                </a:lnTo>
                <a:close/>
                <a:moveTo>
                  <a:pt x="321" y="209"/>
                </a:moveTo>
                <a:cubicBezTo>
                  <a:pt x="305" y="209"/>
                  <a:pt x="305" y="209"/>
                  <a:pt x="305" y="209"/>
                </a:cubicBezTo>
                <a:cubicBezTo>
                  <a:pt x="305" y="225"/>
                  <a:pt x="305" y="225"/>
                  <a:pt x="305" y="225"/>
                </a:cubicBezTo>
                <a:cubicBezTo>
                  <a:pt x="321" y="225"/>
                  <a:pt x="321" y="225"/>
                  <a:pt x="321" y="225"/>
                </a:cubicBezTo>
                <a:lnTo>
                  <a:pt x="321" y="209"/>
                </a:lnTo>
                <a:close/>
                <a:moveTo>
                  <a:pt x="305" y="80"/>
                </a:moveTo>
                <a:cubicBezTo>
                  <a:pt x="321" y="80"/>
                  <a:pt x="321" y="80"/>
                  <a:pt x="321" y="80"/>
                </a:cubicBezTo>
                <a:cubicBezTo>
                  <a:pt x="321" y="64"/>
                  <a:pt x="321" y="64"/>
                  <a:pt x="321" y="64"/>
                </a:cubicBezTo>
                <a:cubicBezTo>
                  <a:pt x="305" y="64"/>
                  <a:pt x="305" y="64"/>
                  <a:pt x="305" y="64"/>
                </a:cubicBezTo>
                <a:lnTo>
                  <a:pt x="305" y="8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7" name="Freeform 76"/>
          <p:cNvSpPr>
            <a:spLocks noEditPoints="1"/>
          </p:cNvSpPr>
          <p:nvPr/>
        </p:nvSpPr>
        <p:spPr bwMode="auto">
          <a:xfrm>
            <a:off x="9673167" y="2036235"/>
            <a:ext cx="577851" cy="577851"/>
          </a:xfrm>
          <a:custGeom>
            <a:avLst/>
            <a:gdLst>
              <a:gd name="T0" fmla="*/ 32 w 353"/>
              <a:gd name="T1" fmla="*/ 305 h 353"/>
              <a:gd name="T2" fmla="*/ 48 w 353"/>
              <a:gd name="T3" fmla="*/ 321 h 353"/>
              <a:gd name="T4" fmla="*/ 48 w 353"/>
              <a:gd name="T5" fmla="*/ 241 h 353"/>
              <a:gd name="T6" fmla="*/ 32 w 353"/>
              <a:gd name="T7" fmla="*/ 257 h 353"/>
              <a:gd name="T8" fmla="*/ 48 w 353"/>
              <a:gd name="T9" fmla="*/ 241 h 353"/>
              <a:gd name="T10" fmla="*/ 48 w 353"/>
              <a:gd name="T11" fmla="*/ 112 h 353"/>
              <a:gd name="T12" fmla="*/ 32 w 353"/>
              <a:gd name="T13" fmla="*/ 96 h 353"/>
              <a:gd name="T14" fmla="*/ 48 w 353"/>
              <a:gd name="T15" fmla="*/ 273 h 353"/>
              <a:gd name="T16" fmla="*/ 32 w 353"/>
              <a:gd name="T17" fmla="*/ 289 h 353"/>
              <a:gd name="T18" fmla="*/ 48 w 353"/>
              <a:gd name="T19" fmla="*/ 273 h 353"/>
              <a:gd name="T20" fmla="*/ 48 w 353"/>
              <a:gd name="T21" fmla="*/ 177 h 353"/>
              <a:gd name="T22" fmla="*/ 32 w 353"/>
              <a:gd name="T23" fmla="*/ 161 h 353"/>
              <a:gd name="T24" fmla="*/ 32 w 353"/>
              <a:gd name="T25" fmla="*/ 145 h 353"/>
              <a:gd name="T26" fmla="*/ 48 w 353"/>
              <a:gd name="T27" fmla="*/ 129 h 353"/>
              <a:gd name="T28" fmla="*/ 32 w 353"/>
              <a:gd name="T29" fmla="*/ 145 h 353"/>
              <a:gd name="T30" fmla="*/ 32 w 353"/>
              <a:gd name="T31" fmla="*/ 64 h 353"/>
              <a:gd name="T32" fmla="*/ 0 w 353"/>
              <a:gd name="T33" fmla="*/ 321 h 353"/>
              <a:gd name="T34" fmla="*/ 256 w 353"/>
              <a:gd name="T35" fmla="*/ 353 h 353"/>
              <a:gd name="T36" fmla="*/ 289 w 353"/>
              <a:gd name="T37" fmla="*/ 96 h 353"/>
              <a:gd name="T38" fmla="*/ 64 w 353"/>
              <a:gd name="T39" fmla="*/ 337 h 353"/>
              <a:gd name="T40" fmla="*/ 16 w 353"/>
              <a:gd name="T41" fmla="*/ 321 h 353"/>
              <a:gd name="T42" fmla="*/ 64 w 353"/>
              <a:gd name="T43" fmla="*/ 217 h 353"/>
              <a:gd name="T44" fmla="*/ 64 w 353"/>
              <a:gd name="T45" fmla="*/ 201 h 353"/>
              <a:gd name="T46" fmla="*/ 16 w 353"/>
              <a:gd name="T47" fmla="*/ 96 h 353"/>
              <a:gd name="T48" fmla="*/ 64 w 353"/>
              <a:gd name="T49" fmla="*/ 80 h 353"/>
              <a:gd name="T50" fmla="*/ 208 w 353"/>
              <a:gd name="T51" fmla="*/ 337 h 353"/>
              <a:gd name="T52" fmla="*/ 80 w 353"/>
              <a:gd name="T53" fmla="*/ 217 h 353"/>
              <a:gd name="T54" fmla="*/ 208 w 353"/>
              <a:gd name="T55" fmla="*/ 337 h 353"/>
              <a:gd name="T56" fmla="*/ 80 w 353"/>
              <a:gd name="T57" fmla="*/ 201 h 353"/>
              <a:gd name="T58" fmla="*/ 208 w 353"/>
              <a:gd name="T59" fmla="*/ 80 h 353"/>
              <a:gd name="T60" fmla="*/ 272 w 353"/>
              <a:gd name="T61" fmla="*/ 321 h 353"/>
              <a:gd name="T62" fmla="*/ 224 w 353"/>
              <a:gd name="T63" fmla="*/ 337 h 353"/>
              <a:gd name="T64" fmla="*/ 272 w 353"/>
              <a:gd name="T65" fmla="*/ 217 h 353"/>
              <a:gd name="T66" fmla="*/ 272 w 353"/>
              <a:gd name="T67" fmla="*/ 201 h 353"/>
              <a:gd name="T68" fmla="*/ 224 w 353"/>
              <a:gd name="T69" fmla="*/ 80 h 353"/>
              <a:gd name="T70" fmla="*/ 272 w 353"/>
              <a:gd name="T71" fmla="*/ 96 h 353"/>
              <a:gd name="T72" fmla="*/ 240 w 353"/>
              <a:gd name="T73" fmla="*/ 112 h 353"/>
              <a:gd name="T74" fmla="*/ 256 w 353"/>
              <a:gd name="T75" fmla="*/ 96 h 353"/>
              <a:gd name="T76" fmla="*/ 240 w 353"/>
              <a:gd name="T77" fmla="*/ 112 h 353"/>
              <a:gd name="T78" fmla="*/ 96 w 353"/>
              <a:gd name="T79" fmla="*/ 0 h 353"/>
              <a:gd name="T80" fmla="*/ 64 w 353"/>
              <a:gd name="T81" fmla="*/ 40 h 353"/>
              <a:gd name="T82" fmla="*/ 80 w 353"/>
              <a:gd name="T83" fmla="*/ 40 h 353"/>
              <a:gd name="T84" fmla="*/ 96 w 353"/>
              <a:gd name="T85" fmla="*/ 16 h 353"/>
              <a:gd name="T86" fmla="*/ 337 w 353"/>
              <a:gd name="T87" fmla="*/ 32 h 353"/>
              <a:gd name="T88" fmla="*/ 321 w 353"/>
              <a:gd name="T89" fmla="*/ 273 h 353"/>
              <a:gd name="T90" fmla="*/ 305 w 353"/>
              <a:gd name="T91" fmla="*/ 281 h 353"/>
              <a:gd name="T92" fmla="*/ 321 w 353"/>
              <a:gd name="T93" fmla="*/ 289 h 353"/>
              <a:gd name="T94" fmla="*/ 353 w 353"/>
              <a:gd name="T95" fmla="*/ 32 h 353"/>
              <a:gd name="T96" fmla="*/ 240 w 353"/>
              <a:gd name="T97" fmla="*/ 145 h 353"/>
              <a:gd name="T98" fmla="*/ 256 w 353"/>
              <a:gd name="T99" fmla="*/ 129 h 353"/>
              <a:gd name="T100" fmla="*/ 240 w 353"/>
              <a:gd name="T101" fmla="*/ 145 h 353"/>
              <a:gd name="T102" fmla="*/ 240 w 353"/>
              <a:gd name="T103" fmla="*/ 273 h 353"/>
              <a:gd name="T104" fmla="*/ 256 w 353"/>
              <a:gd name="T105" fmla="*/ 289 h 353"/>
              <a:gd name="T106" fmla="*/ 240 w 353"/>
              <a:gd name="T107" fmla="*/ 177 h 353"/>
              <a:gd name="T108" fmla="*/ 256 w 353"/>
              <a:gd name="T109" fmla="*/ 161 h 353"/>
              <a:gd name="T110" fmla="*/ 240 w 353"/>
              <a:gd name="T111" fmla="*/ 177 h 353"/>
              <a:gd name="T112" fmla="*/ 240 w 353"/>
              <a:gd name="T113" fmla="*/ 241 h 353"/>
              <a:gd name="T114" fmla="*/ 256 w 353"/>
              <a:gd name="T115" fmla="*/ 257 h 353"/>
              <a:gd name="T116" fmla="*/ 256 w 353"/>
              <a:gd name="T117" fmla="*/ 305 h 353"/>
              <a:gd name="T118" fmla="*/ 240 w 353"/>
              <a:gd name="T119" fmla="*/ 321 h 353"/>
              <a:gd name="T120" fmla="*/ 256 w 353"/>
              <a:gd name="T121" fmla="*/ 305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353" h="353">
                <a:moveTo>
                  <a:pt x="48" y="305"/>
                </a:moveTo>
                <a:cubicBezTo>
                  <a:pt x="32" y="305"/>
                  <a:pt x="32" y="305"/>
                  <a:pt x="32" y="305"/>
                </a:cubicBezTo>
                <a:cubicBezTo>
                  <a:pt x="32" y="321"/>
                  <a:pt x="32" y="321"/>
                  <a:pt x="32" y="321"/>
                </a:cubicBezTo>
                <a:cubicBezTo>
                  <a:pt x="48" y="321"/>
                  <a:pt x="48" y="321"/>
                  <a:pt x="48" y="321"/>
                </a:cubicBezTo>
                <a:lnTo>
                  <a:pt x="48" y="305"/>
                </a:lnTo>
                <a:close/>
                <a:moveTo>
                  <a:pt x="48" y="241"/>
                </a:moveTo>
                <a:cubicBezTo>
                  <a:pt x="32" y="241"/>
                  <a:pt x="32" y="241"/>
                  <a:pt x="32" y="241"/>
                </a:cubicBezTo>
                <a:cubicBezTo>
                  <a:pt x="32" y="257"/>
                  <a:pt x="32" y="257"/>
                  <a:pt x="32" y="257"/>
                </a:cubicBezTo>
                <a:cubicBezTo>
                  <a:pt x="48" y="257"/>
                  <a:pt x="48" y="257"/>
                  <a:pt x="48" y="257"/>
                </a:cubicBezTo>
                <a:lnTo>
                  <a:pt x="48" y="241"/>
                </a:lnTo>
                <a:close/>
                <a:moveTo>
                  <a:pt x="32" y="112"/>
                </a:moveTo>
                <a:cubicBezTo>
                  <a:pt x="48" y="112"/>
                  <a:pt x="48" y="112"/>
                  <a:pt x="48" y="112"/>
                </a:cubicBezTo>
                <a:cubicBezTo>
                  <a:pt x="48" y="96"/>
                  <a:pt x="48" y="96"/>
                  <a:pt x="48" y="96"/>
                </a:cubicBezTo>
                <a:cubicBezTo>
                  <a:pt x="32" y="96"/>
                  <a:pt x="32" y="96"/>
                  <a:pt x="32" y="96"/>
                </a:cubicBezTo>
                <a:lnTo>
                  <a:pt x="32" y="112"/>
                </a:lnTo>
                <a:close/>
                <a:moveTo>
                  <a:pt x="48" y="273"/>
                </a:moveTo>
                <a:cubicBezTo>
                  <a:pt x="32" y="273"/>
                  <a:pt x="32" y="273"/>
                  <a:pt x="32" y="273"/>
                </a:cubicBezTo>
                <a:cubicBezTo>
                  <a:pt x="32" y="289"/>
                  <a:pt x="32" y="289"/>
                  <a:pt x="32" y="289"/>
                </a:cubicBezTo>
                <a:cubicBezTo>
                  <a:pt x="48" y="289"/>
                  <a:pt x="48" y="289"/>
                  <a:pt x="48" y="289"/>
                </a:cubicBezTo>
                <a:lnTo>
                  <a:pt x="48" y="273"/>
                </a:lnTo>
                <a:close/>
                <a:moveTo>
                  <a:pt x="32" y="177"/>
                </a:moveTo>
                <a:cubicBezTo>
                  <a:pt x="48" y="177"/>
                  <a:pt x="48" y="177"/>
                  <a:pt x="48" y="177"/>
                </a:cubicBezTo>
                <a:cubicBezTo>
                  <a:pt x="48" y="161"/>
                  <a:pt x="48" y="161"/>
                  <a:pt x="48" y="161"/>
                </a:cubicBezTo>
                <a:cubicBezTo>
                  <a:pt x="32" y="161"/>
                  <a:pt x="32" y="161"/>
                  <a:pt x="32" y="161"/>
                </a:cubicBezTo>
                <a:lnTo>
                  <a:pt x="32" y="177"/>
                </a:lnTo>
                <a:close/>
                <a:moveTo>
                  <a:pt x="32" y="145"/>
                </a:moveTo>
                <a:cubicBezTo>
                  <a:pt x="48" y="145"/>
                  <a:pt x="48" y="145"/>
                  <a:pt x="48" y="145"/>
                </a:cubicBezTo>
                <a:cubicBezTo>
                  <a:pt x="48" y="129"/>
                  <a:pt x="48" y="129"/>
                  <a:pt x="48" y="129"/>
                </a:cubicBezTo>
                <a:cubicBezTo>
                  <a:pt x="32" y="129"/>
                  <a:pt x="32" y="129"/>
                  <a:pt x="32" y="129"/>
                </a:cubicBezTo>
                <a:lnTo>
                  <a:pt x="32" y="145"/>
                </a:lnTo>
                <a:close/>
                <a:moveTo>
                  <a:pt x="256" y="64"/>
                </a:moveTo>
                <a:cubicBezTo>
                  <a:pt x="32" y="64"/>
                  <a:pt x="32" y="64"/>
                  <a:pt x="32" y="64"/>
                </a:cubicBezTo>
                <a:cubicBezTo>
                  <a:pt x="14" y="64"/>
                  <a:pt x="0" y="79"/>
                  <a:pt x="0" y="96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4" y="353"/>
                  <a:pt x="32" y="353"/>
                </a:cubicBezTo>
                <a:cubicBezTo>
                  <a:pt x="256" y="353"/>
                  <a:pt x="256" y="353"/>
                  <a:pt x="256" y="353"/>
                </a:cubicBezTo>
                <a:cubicBezTo>
                  <a:pt x="274" y="353"/>
                  <a:pt x="289" y="339"/>
                  <a:pt x="289" y="321"/>
                </a:cubicBezTo>
                <a:cubicBezTo>
                  <a:pt x="289" y="96"/>
                  <a:pt x="289" y="96"/>
                  <a:pt x="289" y="96"/>
                </a:cubicBezTo>
                <a:cubicBezTo>
                  <a:pt x="289" y="79"/>
                  <a:pt x="274" y="64"/>
                  <a:pt x="256" y="64"/>
                </a:cubicBezTo>
                <a:moveTo>
                  <a:pt x="64" y="337"/>
                </a:moveTo>
                <a:cubicBezTo>
                  <a:pt x="32" y="337"/>
                  <a:pt x="32" y="337"/>
                  <a:pt x="32" y="337"/>
                </a:cubicBezTo>
                <a:cubicBezTo>
                  <a:pt x="23" y="337"/>
                  <a:pt x="16" y="330"/>
                  <a:pt x="16" y="321"/>
                </a:cubicBezTo>
                <a:cubicBezTo>
                  <a:pt x="16" y="217"/>
                  <a:pt x="16" y="217"/>
                  <a:pt x="16" y="217"/>
                </a:cubicBezTo>
                <a:cubicBezTo>
                  <a:pt x="64" y="217"/>
                  <a:pt x="64" y="217"/>
                  <a:pt x="64" y="217"/>
                </a:cubicBezTo>
                <a:lnTo>
                  <a:pt x="64" y="337"/>
                </a:lnTo>
                <a:close/>
                <a:moveTo>
                  <a:pt x="64" y="201"/>
                </a:moveTo>
                <a:cubicBezTo>
                  <a:pt x="16" y="201"/>
                  <a:pt x="16" y="201"/>
                  <a:pt x="16" y="201"/>
                </a:cubicBezTo>
                <a:cubicBezTo>
                  <a:pt x="16" y="96"/>
                  <a:pt x="16" y="96"/>
                  <a:pt x="16" y="96"/>
                </a:cubicBezTo>
                <a:cubicBezTo>
                  <a:pt x="16" y="88"/>
                  <a:pt x="23" y="80"/>
                  <a:pt x="32" y="80"/>
                </a:cubicBezTo>
                <a:cubicBezTo>
                  <a:pt x="64" y="80"/>
                  <a:pt x="64" y="80"/>
                  <a:pt x="64" y="80"/>
                </a:cubicBezTo>
                <a:lnTo>
                  <a:pt x="64" y="201"/>
                </a:lnTo>
                <a:close/>
                <a:moveTo>
                  <a:pt x="208" y="337"/>
                </a:moveTo>
                <a:cubicBezTo>
                  <a:pt x="80" y="337"/>
                  <a:pt x="80" y="337"/>
                  <a:pt x="80" y="337"/>
                </a:cubicBezTo>
                <a:cubicBezTo>
                  <a:pt x="80" y="217"/>
                  <a:pt x="80" y="217"/>
                  <a:pt x="80" y="217"/>
                </a:cubicBezTo>
                <a:cubicBezTo>
                  <a:pt x="208" y="217"/>
                  <a:pt x="208" y="217"/>
                  <a:pt x="208" y="217"/>
                </a:cubicBezTo>
                <a:lnTo>
                  <a:pt x="208" y="337"/>
                </a:lnTo>
                <a:close/>
                <a:moveTo>
                  <a:pt x="208" y="201"/>
                </a:moveTo>
                <a:cubicBezTo>
                  <a:pt x="80" y="201"/>
                  <a:pt x="80" y="201"/>
                  <a:pt x="80" y="201"/>
                </a:cubicBezTo>
                <a:cubicBezTo>
                  <a:pt x="80" y="80"/>
                  <a:pt x="80" y="80"/>
                  <a:pt x="80" y="80"/>
                </a:cubicBezTo>
                <a:cubicBezTo>
                  <a:pt x="208" y="80"/>
                  <a:pt x="208" y="80"/>
                  <a:pt x="208" y="80"/>
                </a:cubicBezTo>
                <a:lnTo>
                  <a:pt x="208" y="201"/>
                </a:lnTo>
                <a:close/>
                <a:moveTo>
                  <a:pt x="272" y="321"/>
                </a:moveTo>
                <a:cubicBezTo>
                  <a:pt x="272" y="330"/>
                  <a:pt x="265" y="337"/>
                  <a:pt x="256" y="337"/>
                </a:cubicBezTo>
                <a:cubicBezTo>
                  <a:pt x="224" y="337"/>
                  <a:pt x="224" y="337"/>
                  <a:pt x="224" y="337"/>
                </a:cubicBezTo>
                <a:cubicBezTo>
                  <a:pt x="224" y="217"/>
                  <a:pt x="224" y="217"/>
                  <a:pt x="224" y="217"/>
                </a:cubicBezTo>
                <a:cubicBezTo>
                  <a:pt x="272" y="217"/>
                  <a:pt x="272" y="217"/>
                  <a:pt x="272" y="217"/>
                </a:cubicBezTo>
                <a:lnTo>
                  <a:pt x="272" y="321"/>
                </a:lnTo>
                <a:close/>
                <a:moveTo>
                  <a:pt x="272" y="201"/>
                </a:moveTo>
                <a:cubicBezTo>
                  <a:pt x="224" y="201"/>
                  <a:pt x="224" y="201"/>
                  <a:pt x="224" y="201"/>
                </a:cubicBezTo>
                <a:cubicBezTo>
                  <a:pt x="224" y="80"/>
                  <a:pt x="224" y="80"/>
                  <a:pt x="224" y="80"/>
                </a:cubicBezTo>
                <a:cubicBezTo>
                  <a:pt x="256" y="80"/>
                  <a:pt x="256" y="80"/>
                  <a:pt x="256" y="80"/>
                </a:cubicBezTo>
                <a:cubicBezTo>
                  <a:pt x="265" y="80"/>
                  <a:pt x="272" y="88"/>
                  <a:pt x="272" y="96"/>
                </a:cubicBezTo>
                <a:lnTo>
                  <a:pt x="272" y="201"/>
                </a:lnTo>
                <a:close/>
                <a:moveTo>
                  <a:pt x="240" y="112"/>
                </a:moveTo>
                <a:cubicBezTo>
                  <a:pt x="256" y="112"/>
                  <a:pt x="256" y="112"/>
                  <a:pt x="256" y="112"/>
                </a:cubicBezTo>
                <a:cubicBezTo>
                  <a:pt x="256" y="96"/>
                  <a:pt x="256" y="96"/>
                  <a:pt x="256" y="96"/>
                </a:cubicBezTo>
                <a:cubicBezTo>
                  <a:pt x="240" y="96"/>
                  <a:pt x="240" y="96"/>
                  <a:pt x="240" y="96"/>
                </a:cubicBezTo>
                <a:lnTo>
                  <a:pt x="240" y="112"/>
                </a:lnTo>
                <a:close/>
                <a:moveTo>
                  <a:pt x="321" y="0"/>
                </a:moveTo>
                <a:cubicBezTo>
                  <a:pt x="96" y="0"/>
                  <a:pt x="96" y="0"/>
                  <a:pt x="96" y="0"/>
                </a:cubicBezTo>
                <a:cubicBezTo>
                  <a:pt x="78" y="0"/>
                  <a:pt x="64" y="14"/>
                  <a:pt x="64" y="32"/>
                </a:cubicBezTo>
                <a:cubicBezTo>
                  <a:pt x="64" y="40"/>
                  <a:pt x="64" y="40"/>
                  <a:pt x="64" y="40"/>
                </a:cubicBezTo>
                <a:cubicBezTo>
                  <a:pt x="64" y="45"/>
                  <a:pt x="67" y="48"/>
                  <a:pt x="72" y="48"/>
                </a:cubicBezTo>
                <a:cubicBezTo>
                  <a:pt x="76" y="48"/>
                  <a:pt x="80" y="45"/>
                  <a:pt x="80" y="40"/>
                </a:cubicBezTo>
                <a:cubicBezTo>
                  <a:pt x="80" y="32"/>
                  <a:pt x="80" y="32"/>
                  <a:pt x="80" y="32"/>
                </a:cubicBezTo>
                <a:cubicBezTo>
                  <a:pt x="80" y="23"/>
                  <a:pt x="87" y="16"/>
                  <a:pt x="96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3"/>
                  <a:pt x="337" y="32"/>
                </a:cubicBezTo>
                <a:cubicBezTo>
                  <a:pt x="337" y="257"/>
                  <a:pt x="337" y="257"/>
                  <a:pt x="337" y="257"/>
                </a:cubicBezTo>
                <a:cubicBezTo>
                  <a:pt x="337" y="266"/>
                  <a:pt x="330" y="273"/>
                  <a:pt x="321" y="273"/>
                </a:cubicBezTo>
                <a:cubicBezTo>
                  <a:pt x="313" y="273"/>
                  <a:pt x="313" y="273"/>
                  <a:pt x="313" y="273"/>
                </a:cubicBezTo>
                <a:cubicBezTo>
                  <a:pt x="308" y="273"/>
                  <a:pt x="305" y="277"/>
                  <a:pt x="305" y="281"/>
                </a:cubicBezTo>
                <a:cubicBezTo>
                  <a:pt x="305" y="286"/>
                  <a:pt x="308" y="289"/>
                  <a:pt x="313" y="289"/>
                </a:cubicBezTo>
                <a:cubicBezTo>
                  <a:pt x="321" y="289"/>
                  <a:pt x="321" y="289"/>
                  <a:pt x="321" y="289"/>
                </a:cubicBezTo>
                <a:cubicBezTo>
                  <a:pt x="338" y="289"/>
                  <a:pt x="353" y="275"/>
                  <a:pt x="353" y="257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14"/>
                  <a:pt x="338" y="0"/>
                  <a:pt x="321" y="0"/>
                </a:cubicBezTo>
                <a:moveTo>
                  <a:pt x="240" y="145"/>
                </a:moveTo>
                <a:cubicBezTo>
                  <a:pt x="256" y="145"/>
                  <a:pt x="256" y="145"/>
                  <a:pt x="256" y="145"/>
                </a:cubicBezTo>
                <a:cubicBezTo>
                  <a:pt x="256" y="129"/>
                  <a:pt x="256" y="129"/>
                  <a:pt x="256" y="129"/>
                </a:cubicBezTo>
                <a:cubicBezTo>
                  <a:pt x="240" y="129"/>
                  <a:pt x="240" y="129"/>
                  <a:pt x="240" y="129"/>
                </a:cubicBezTo>
                <a:lnTo>
                  <a:pt x="240" y="145"/>
                </a:lnTo>
                <a:close/>
                <a:moveTo>
                  <a:pt x="256" y="273"/>
                </a:moveTo>
                <a:cubicBezTo>
                  <a:pt x="240" y="273"/>
                  <a:pt x="240" y="273"/>
                  <a:pt x="240" y="273"/>
                </a:cubicBezTo>
                <a:cubicBezTo>
                  <a:pt x="240" y="289"/>
                  <a:pt x="240" y="289"/>
                  <a:pt x="240" y="289"/>
                </a:cubicBezTo>
                <a:cubicBezTo>
                  <a:pt x="256" y="289"/>
                  <a:pt x="256" y="289"/>
                  <a:pt x="256" y="289"/>
                </a:cubicBezTo>
                <a:lnTo>
                  <a:pt x="256" y="273"/>
                </a:lnTo>
                <a:close/>
                <a:moveTo>
                  <a:pt x="240" y="177"/>
                </a:moveTo>
                <a:cubicBezTo>
                  <a:pt x="256" y="177"/>
                  <a:pt x="256" y="177"/>
                  <a:pt x="256" y="177"/>
                </a:cubicBezTo>
                <a:cubicBezTo>
                  <a:pt x="256" y="161"/>
                  <a:pt x="256" y="161"/>
                  <a:pt x="256" y="161"/>
                </a:cubicBezTo>
                <a:cubicBezTo>
                  <a:pt x="240" y="161"/>
                  <a:pt x="240" y="161"/>
                  <a:pt x="240" y="161"/>
                </a:cubicBezTo>
                <a:lnTo>
                  <a:pt x="240" y="177"/>
                </a:lnTo>
                <a:close/>
                <a:moveTo>
                  <a:pt x="256" y="241"/>
                </a:moveTo>
                <a:cubicBezTo>
                  <a:pt x="240" y="241"/>
                  <a:pt x="240" y="241"/>
                  <a:pt x="240" y="241"/>
                </a:cubicBezTo>
                <a:cubicBezTo>
                  <a:pt x="240" y="257"/>
                  <a:pt x="240" y="257"/>
                  <a:pt x="240" y="257"/>
                </a:cubicBezTo>
                <a:cubicBezTo>
                  <a:pt x="256" y="257"/>
                  <a:pt x="256" y="257"/>
                  <a:pt x="256" y="257"/>
                </a:cubicBezTo>
                <a:lnTo>
                  <a:pt x="256" y="241"/>
                </a:lnTo>
                <a:close/>
                <a:moveTo>
                  <a:pt x="256" y="305"/>
                </a:moveTo>
                <a:cubicBezTo>
                  <a:pt x="240" y="305"/>
                  <a:pt x="240" y="305"/>
                  <a:pt x="240" y="305"/>
                </a:cubicBezTo>
                <a:cubicBezTo>
                  <a:pt x="240" y="321"/>
                  <a:pt x="240" y="321"/>
                  <a:pt x="240" y="321"/>
                </a:cubicBezTo>
                <a:cubicBezTo>
                  <a:pt x="256" y="321"/>
                  <a:pt x="256" y="321"/>
                  <a:pt x="256" y="321"/>
                </a:cubicBezTo>
                <a:lnTo>
                  <a:pt x="256" y="305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8" name="Freeform 77"/>
          <p:cNvSpPr>
            <a:spLocks noEditPoints="1"/>
          </p:cNvSpPr>
          <p:nvPr/>
        </p:nvSpPr>
        <p:spPr bwMode="auto">
          <a:xfrm>
            <a:off x="10775951" y="2036235"/>
            <a:ext cx="577851" cy="577851"/>
          </a:xfrm>
          <a:custGeom>
            <a:avLst/>
            <a:gdLst>
              <a:gd name="T0" fmla="*/ 48 w 353"/>
              <a:gd name="T1" fmla="*/ 64 h 353"/>
              <a:gd name="T2" fmla="*/ 32 w 353"/>
              <a:gd name="T3" fmla="*/ 112 h 353"/>
              <a:gd name="T4" fmla="*/ 32 w 353"/>
              <a:gd name="T5" fmla="*/ 96 h 353"/>
              <a:gd name="T6" fmla="*/ 32 w 353"/>
              <a:gd name="T7" fmla="*/ 305 h 353"/>
              <a:gd name="T8" fmla="*/ 48 w 353"/>
              <a:gd name="T9" fmla="*/ 305 h 353"/>
              <a:gd name="T10" fmla="*/ 32 w 353"/>
              <a:gd name="T11" fmla="*/ 257 h 353"/>
              <a:gd name="T12" fmla="*/ 48 w 353"/>
              <a:gd name="T13" fmla="*/ 209 h 353"/>
              <a:gd name="T14" fmla="*/ 48 w 353"/>
              <a:gd name="T15" fmla="*/ 225 h 353"/>
              <a:gd name="T16" fmla="*/ 32 w 353"/>
              <a:gd name="T17" fmla="*/ 273 h 353"/>
              <a:gd name="T18" fmla="*/ 48 w 353"/>
              <a:gd name="T19" fmla="*/ 273 h 353"/>
              <a:gd name="T20" fmla="*/ 48 w 353"/>
              <a:gd name="T21" fmla="*/ 129 h 353"/>
              <a:gd name="T22" fmla="*/ 32 w 353"/>
              <a:gd name="T23" fmla="*/ 48 h 353"/>
              <a:gd name="T24" fmla="*/ 32 w 353"/>
              <a:gd name="T25" fmla="*/ 32 h 353"/>
              <a:gd name="T26" fmla="*/ 321 w 353"/>
              <a:gd name="T27" fmla="*/ 80 h 353"/>
              <a:gd name="T28" fmla="*/ 305 w 353"/>
              <a:gd name="T29" fmla="*/ 80 h 353"/>
              <a:gd name="T30" fmla="*/ 321 w 353"/>
              <a:gd name="T31" fmla="*/ 96 h 353"/>
              <a:gd name="T32" fmla="*/ 305 w 353"/>
              <a:gd name="T33" fmla="*/ 145 h 353"/>
              <a:gd name="T34" fmla="*/ 305 w 353"/>
              <a:gd name="T35" fmla="*/ 129 h 353"/>
              <a:gd name="T36" fmla="*/ 32 w 353"/>
              <a:gd name="T37" fmla="*/ 0 h 353"/>
              <a:gd name="T38" fmla="*/ 32 w 353"/>
              <a:gd name="T39" fmla="*/ 353 h 353"/>
              <a:gd name="T40" fmla="*/ 353 w 353"/>
              <a:gd name="T41" fmla="*/ 32 h 353"/>
              <a:gd name="T42" fmla="*/ 32 w 353"/>
              <a:gd name="T43" fmla="*/ 337 h 353"/>
              <a:gd name="T44" fmla="*/ 64 w 353"/>
              <a:gd name="T45" fmla="*/ 185 h 353"/>
              <a:gd name="T46" fmla="*/ 16 w 353"/>
              <a:gd name="T47" fmla="*/ 169 h 353"/>
              <a:gd name="T48" fmla="*/ 64 w 353"/>
              <a:gd name="T49" fmla="*/ 16 h 353"/>
              <a:gd name="T50" fmla="*/ 80 w 353"/>
              <a:gd name="T51" fmla="*/ 337 h 353"/>
              <a:gd name="T52" fmla="*/ 273 w 353"/>
              <a:gd name="T53" fmla="*/ 337 h 353"/>
              <a:gd name="T54" fmla="*/ 289 w 353"/>
              <a:gd name="T55" fmla="*/ 337 h 353"/>
              <a:gd name="T56" fmla="*/ 337 w 353"/>
              <a:gd name="T57" fmla="*/ 321 h 353"/>
              <a:gd name="T58" fmla="*/ 289 w 353"/>
              <a:gd name="T59" fmla="*/ 16 h 353"/>
              <a:gd name="T60" fmla="*/ 337 w 353"/>
              <a:gd name="T61" fmla="*/ 169 h 353"/>
              <a:gd name="T62" fmla="*/ 321 w 353"/>
              <a:gd name="T63" fmla="*/ 32 h 353"/>
              <a:gd name="T64" fmla="*/ 321 w 353"/>
              <a:gd name="T65" fmla="*/ 273 h 353"/>
              <a:gd name="T66" fmla="*/ 321 w 353"/>
              <a:gd name="T67" fmla="*/ 289 h 353"/>
              <a:gd name="T68" fmla="*/ 305 w 353"/>
              <a:gd name="T69" fmla="*/ 209 h 353"/>
              <a:gd name="T70" fmla="*/ 321 w 353"/>
              <a:gd name="T71" fmla="*/ 209 h 353"/>
              <a:gd name="T72" fmla="*/ 305 w 353"/>
              <a:gd name="T73" fmla="*/ 257 h 353"/>
              <a:gd name="T74" fmla="*/ 321 w 353"/>
              <a:gd name="T75" fmla="*/ 305 h 353"/>
              <a:gd name="T76" fmla="*/ 321 w 353"/>
              <a:gd name="T77" fmla="*/ 321 h 353"/>
              <a:gd name="T78" fmla="*/ 141 w 353"/>
              <a:gd name="T79" fmla="*/ 239 h 353"/>
              <a:gd name="T80" fmla="*/ 230 w 353"/>
              <a:gd name="T81" fmla="*/ 183 h 353"/>
              <a:gd name="T82" fmla="*/ 230 w 353"/>
              <a:gd name="T83" fmla="*/ 170 h 353"/>
              <a:gd name="T84" fmla="*/ 136 w 353"/>
              <a:gd name="T85" fmla="*/ 112 h 353"/>
              <a:gd name="T86" fmla="*/ 136 w 353"/>
              <a:gd name="T87" fmla="*/ 241 h 353"/>
              <a:gd name="T88" fmla="*/ 144 w 353"/>
              <a:gd name="T89" fmla="*/ 218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353" h="353">
                <a:moveTo>
                  <a:pt x="32" y="80"/>
                </a:moveTo>
                <a:cubicBezTo>
                  <a:pt x="48" y="80"/>
                  <a:pt x="48" y="80"/>
                  <a:pt x="48" y="80"/>
                </a:cubicBezTo>
                <a:cubicBezTo>
                  <a:pt x="48" y="64"/>
                  <a:pt x="48" y="64"/>
                  <a:pt x="48" y="64"/>
                </a:cubicBezTo>
                <a:cubicBezTo>
                  <a:pt x="32" y="64"/>
                  <a:pt x="32" y="64"/>
                  <a:pt x="32" y="64"/>
                </a:cubicBezTo>
                <a:lnTo>
                  <a:pt x="32" y="80"/>
                </a:lnTo>
                <a:close/>
                <a:moveTo>
                  <a:pt x="32" y="112"/>
                </a:moveTo>
                <a:cubicBezTo>
                  <a:pt x="48" y="112"/>
                  <a:pt x="48" y="112"/>
                  <a:pt x="48" y="112"/>
                </a:cubicBezTo>
                <a:cubicBezTo>
                  <a:pt x="48" y="96"/>
                  <a:pt x="48" y="96"/>
                  <a:pt x="48" y="96"/>
                </a:cubicBezTo>
                <a:cubicBezTo>
                  <a:pt x="32" y="96"/>
                  <a:pt x="32" y="96"/>
                  <a:pt x="32" y="96"/>
                </a:cubicBezTo>
                <a:lnTo>
                  <a:pt x="32" y="112"/>
                </a:lnTo>
                <a:close/>
                <a:moveTo>
                  <a:pt x="48" y="305"/>
                </a:moveTo>
                <a:cubicBezTo>
                  <a:pt x="32" y="305"/>
                  <a:pt x="32" y="305"/>
                  <a:pt x="32" y="305"/>
                </a:cubicBezTo>
                <a:cubicBezTo>
                  <a:pt x="32" y="321"/>
                  <a:pt x="32" y="321"/>
                  <a:pt x="32" y="321"/>
                </a:cubicBezTo>
                <a:cubicBezTo>
                  <a:pt x="48" y="321"/>
                  <a:pt x="48" y="321"/>
                  <a:pt x="48" y="321"/>
                </a:cubicBezTo>
                <a:lnTo>
                  <a:pt x="48" y="305"/>
                </a:lnTo>
                <a:close/>
                <a:moveTo>
                  <a:pt x="48" y="241"/>
                </a:moveTo>
                <a:cubicBezTo>
                  <a:pt x="32" y="241"/>
                  <a:pt x="32" y="241"/>
                  <a:pt x="32" y="241"/>
                </a:cubicBezTo>
                <a:cubicBezTo>
                  <a:pt x="32" y="257"/>
                  <a:pt x="32" y="257"/>
                  <a:pt x="32" y="257"/>
                </a:cubicBezTo>
                <a:cubicBezTo>
                  <a:pt x="48" y="257"/>
                  <a:pt x="48" y="257"/>
                  <a:pt x="48" y="257"/>
                </a:cubicBezTo>
                <a:lnTo>
                  <a:pt x="48" y="241"/>
                </a:lnTo>
                <a:close/>
                <a:moveTo>
                  <a:pt x="48" y="209"/>
                </a:moveTo>
                <a:cubicBezTo>
                  <a:pt x="32" y="209"/>
                  <a:pt x="32" y="209"/>
                  <a:pt x="32" y="209"/>
                </a:cubicBezTo>
                <a:cubicBezTo>
                  <a:pt x="32" y="225"/>
                  <a:pt x="32" y="225"/>
                  <a:pt x="32" y="225"/>
                </a:cubicBezTo>
                <a:cubicBezTo>
                  <a:pt x="48" y="225"/>
                  <a:pt x="48" y="225"/>
                  <a:pt x="48" y="225"/>
                </a:cubicBezTo>
                <a:lnTo>
                  <a:pt x="48" y="209"/>
                </a:lnTo>
                <a:close/>
                <a:moveTo>
                  <a:pt x="48" y="273"/>
                </a:moveTo>
                <a:cubicBezTo>
                  <a:pt x="32" y="273"/>
                  <a:pt x="32" y="273"/>
                  <a:pt x="32" y="273"/>
                </a:cubicBezTo>
                <a:cubicBezTo>
                  <a:pt x="32" y="289"/>
                  <a:pt x="32" y="289"/>
                  <a:pt x="32" y="289"/>
                </a:cubicBezTo>
                <a:cubicBezTo>
                  <a:pt x="48" y="289"/>
                  <a:pt x="48" y="289"/>
                  <a:pt x="48" y="289"/>
                </a:cubicBezTo>
                <a:lnTo>
                  <a:pt x="48" y="273"/>
                </a:lnTo>
                <a:close/>
                <a:moveTo>
                  <a:pt x="32" y="145"/>
                </a:moveTo>
                <a:cubicBezTo>
                  <a:pt x="48" y="145"/>
                  <a:pt x="48" y="145"/>
                  <a:pt x="48" y="145"/>
                </a:cubicBezTo>
                <a:cubicBezTo>
                  <a:pt x="48" y="129"/>
                  <a:pt x="48" y="129"/>
                  <a:pt x="48" y="129"/>
                </a:cubicBezTo>
                <a:cubicBezTo>
                  <a:pt x="32" y="129"/>
                  <a:pt x="32" y="129"/>
                  <a:pt x="32" y="129"/>
                </a:cubicBezTo>
                <a:lnTo>
                  <a:pt x="32" y="145"/>
                </a:lnTo>
                <a:close/>
                <a:moveTo>
                  <a:pt x="32" y="48"/>
                </a:moveTo>
                <a:cubicBezTo>
                  <a:pt x="48" y="48"/>
                  <a:pt x="48" y="48"/>
                  <a:pt x="48" y="48"/>
                </a:cubicBezTo>
                <a:cubicBezTo>
                  <a:pt x="48" y="32"/>
                  <a:pt x="48" y="32"/>
                  <a:pt x="48" y="32"/>
                </a:cubicBezTo>
                <a:cubicBezTo>
                  <a:pt x="32" y="32"/>
                  <a:pt x="32" y="32"/>
                  <a:pt x="32" y="32"/>
                </a:cubicBezTo>
                <a:lnTo>
                  <a:pt x="32" y="48"/>
                </a:lnTo>
                <a:close/>
                <a:moveTo>
                  <a:pt x="305" y="80"/>
                </a:moveTo>
                <a:cubicBezTo>
                  <a:pt x="321" y="80"/>
                  <a:pt x="321" y="80"/>
                  <a:pt x="321" y="80"/>
                </a:cubicBezTo>
                <a:cubicBezTo>
                  <a:pt x="321" y="64"/>
                  <a:pt x="321" y="64"/>
                  <a:pt x="321" y="64"/>
                </a:cubicBezTo>
                <a:cubicBezTo>
                  <a:pt x="305" y="64"/>
                  <a:pt x="305" y="64"/>
                  <a:pt x="305" y="64"/>
                </a:cubicBezTo>
                <a:lnTo>
                  <a:pt x="305" y="80"/>
                </a:lnTo>
                <a:close/>
                <a:moveTo>
                  <a:pt x="305" y="112"/>
                </a:moveTo>
                <a:cubicBezTo>
                  <a:pt x="321" y="112"/>
                  <a:pt x="321" y="112"/>
                  <a:pt x="321" y="112"/>
                </a:cubicBezTo>
                <a:cubicBezTo>
                  <a:pt x="321" y="96"/>
                  <a:pt x="321" y="96"/>
                  <a:pt x="321" y="96"/>
                </a:cubicBezTo>
                <a:cubicBezTo>
                  <a:pt x="305" y="96"/>
                  <a:pt x="305" y="96"/>
                  <a:pt x="305" y="96"/>
                </a:cubicBezTo>
                <a:lnTo>
                  <a:pt x="305" y="112"/>
                </a:lnTo>
                <a:close/>
                <a:moveTo>
                  <a:pt x="305" y="145"/>
                </a:moveTo>
                <a:cubicBezTo>
                  <a:pt x="321" y="145"/>
                  <a:pt x="321" y="145"/>
                  <a:pt x="321" y="145"/>
                </a:cubicBezTo>
                <a:cubicBezTo>
                  <a:pt x="321" y="129"/>
                  <a:pt x="321" y="129"/>
                  <a:pt x="321" y="129"/>
                </a:cubicBezTo>
                <a:cubicBezTo>
                  <a:pt x="305" y="129"/>
                  <a:pt x="305" y="129"/>
                  <a:pt x="305" y="129"/>
                </a:cubicBezTo>
                <a:lnTo>
                  <a:pt x="305" y="145"/>
                </a:lnTo>
                <a:close/>
                <a:moveTo>
                  <a:pt x="321" y="0"/>
                </a:move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4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4" y="353"/>
                  <a:pt x="32" y="353"/>
                </a:cubicBezTo>
                <a:cubicBezTo>
                  <a:pt x="321" y="353"/>
                  <a:pt x="321" y="353"/>
                  <a:pt x="321" y="353"/>
                </a:cubicBezTo>
                <a:cubicBezTo>
                  <a:pt x="339" y="353"/>
                  <a:pt x="353" y="339"/>
                  <a:pt x="353" y="321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14"/>
                  <a:pt x="339" y="0"/>
                  <a:pt x="321" y="0"/>
                </a:cubicBezTo>
                <a:moveTo>
                  <a:pt x="64" y="337"/>
                </a:moveTo>
                <a:cubicBezTo>
                  <a:pt x="32" y="337"/>
                  <a:pt x="32" y="337"/>
                  <a:pt x="32" y="337"/>
                </a:cubicBezTo>
                <a:cubicBezTo>
                  <a:pt x="23" y="337"/>
                  <a:pt x="16" y="330"/>
                  <a:pt x="16" y="321"/>
                </a:cubicBezTo>
                <a:cubicBezTo>
                  <a:pt x="16" y="185"/>
                  <a:pt x="16" y="185"/>
                  <a:pt x="16" y="185"/>
                </a:cubicBezTo>
                <a:cubicBezTo>
                  <a:pt x="64" y="185"/>
                  <a:pt x="64" y="185"/>
                  <a:pt x="64" y="185"/>
                </a:cubicBezTo>
                <a:lnTo>
                  <a:pt x="64" y="337"/>
                </a:lnTo>
                <a:close/>
                <a:moveTo>
                  <a:pt x="64" y="169"/>
                </a:moveTo>
                <a:cubicBezTo>
                  <a:pt x="16" y="169"/>
                  <a:pt x="16" y="169"/>
                  <a:pt x="16" y="169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3"/>
                  <a:pt x="23" y="16"/>
                  <a:pt x="32" y="16"/>
                </a:cubicBezTo>
                <a:cubicBezTo>
                  <a:pt x="64" y="16"/>
                  <a:pt x="64" y="16"/>
                  <a:pt x="64" y="16"/>
                </a:cubicBezTo>
                <a:lnTo>
                  <a:pt x="64" y="169"/>
                </a:lnTo>
                <a:close/>
                <a:moveTo>
                  <a:pt x="273" y="337"/>
                </a:moveTo>
                <a:cubicBezTo>
                  <a:pt x="80" y="337"/>
                  <a:pt x="80" y="337"/>
                  <a:pt x="80" y="337"/>
                </a:cubicBezTo>
                <a:cubicBezTo>
                  <a:pt x="80" y="16"/>
                  <a:pt x="80" y="16"/>
                  <a:pt x="80" y="16"/>
                </a:cubicBezTo>
                <a:cubicBezTo>
                  <a:pt x="273" y="16"/>
                  <a:pt x="273" y="16"/>
                  <a:pt x="273" y="16"/>
                </a:cubicBezTo>
                <a:lnTo>
                  <a:pt x="273" y="337"/>
                </a:lnTo>
                <a:close/>
                <a:moveTo>
                  <a:pt x="337" y="321"/>
                </a:moveTo>
                <a:cubicBezTo>
                  <a:pt x="337" y="330"/>
                  <a:pt x="330" y="337"/>
                  <a:pt x="321" y="337"/>
                </a:cubicBezTo>
                <a:cubicBezTo>
                  <a:pt x="289" y="337"/>
                  <a:pt x="289" y="337"/>
                  <a:pt x="289" y="337"/>
                </a:cubicBezTo>
                <a:cubicBezTo>
                  <a:pt x="289" y="185"/>
                  <a:pt x="289" y="185"/>
                  <a:pt x="289" y="185"/>
                </a:cubicBezTo>
                <a:cubicBezTo>
                  <a:pt x="337" y="185"/>
                  <a:pt x="337" y="185"/>
                  <a:pt x="337" y="185"/>
                </a:cubicBezTo>
                <a:lnTo>
                  <a:pt x="337" y="321"/>
                </a:lnTo>
                <a:close/>
                <a:moveTo>
                  <a:pt x="337" y="169"/>
                </a:moveTo>
                <a:cubicBezTo>
                  <a:pt x="289" y="169"/>
                  <a:pt x="289" y="169"/>
                  <a:pt x="289" y="169"/>
                </a:cubicBezTo>
                <a:cubicBezTo>
                  <a:pt x="289" y="16"/>
                  <a:pt x="289" y="16"/>
                  <a:pt x="289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3"/>
                  <a:pt x="337" y="32"/>
                </a:cubicBezTo>
                <a:lnTo>
                  <a:pt x="337" y="169"/>
                </a:lnTo>
                <a:close/>
                <a:moveTo>
                  <a:pt x="305" y="48"/>
                </a:moveTo>
                <a:cubicBezTo>
                  <a:pt x="321" y="48"/>
                  <a:pt x="321" y="48"/>
                  <a:pt x="321" y="48"/>
                </a:cubicBezTo>
                <a:cubicBezTo>
                  <a:pt x="321" y="32"/>
                  <a:pt x="321" y="32"/>
                  <a:pt x="321" y="32"/>
                </a:cubicBezTo>
                <a:cubicBezTo>
                  <a:pt x="305" y="32"/>
                  <a:pt x="305" y="32"/>
                  <a:pt x="305" y="32"/>
                </a:cubicBezTo>
                <a:lnTo>
                  <a:pt x="305" y="48"/>
                </a:lnTo>
                <a:close/>
                <a:moveTo>
                  <a:pt x="321" y="273"/>
                </a:moveTo>
                <a:cubicBezTo>
                  <a:pt x="305" y="273"/>
                  <a:pt x="305" y="273"/>
                  <a:pt x="305" y="273"/>
                </a:cubicBezTo>
                <a:cubicBezTo>
                  <a:pt x="305" y="289"/>
                  <a:pt x="305" y="289"/>
                  <a:pt x="305" y="289"/>
                </a:cubicBezTo>
                <a:cubicBezTo>
                  <a:pt x="321" y="289"/>
                  <a:pt x="321" y="289"/>
                  <a:pt x="321" y="289"/>
                </a:cubicBezTo>
                <a:lnTo>
                  <a:pt x="321" y="273"/>
                </a:lnTo>
                <a:close/>
                <a:moveTo>
                  <a:pt x="321" y="209"/>
                </a:moveTo>
                <a:cubicBezTo>
                  <a:pt x="305" y="209"/>
                  <a:pt x="305" y="209"/>
                  <a:pt x="305" y="209"/>
                </a:cubicBezTo>
                <a:cubicBezTo>
                  <a:pt x="305" y="225"/>
                  <a:pt x="305" y="225"/>
                  <a:pt x="305" y="225"/>
                </a:cubicBezTo>
                <a:cubicBezTo>
                  <a:pt x="321" y="225"/>
                  <a:pt x="321" y="225"/>
                  <a:pt x="321" y="225"/>
                </a:cubicBezTo>
                <a:lnTo>
                  <a:pt x="321" y="209"/>
                </a:lnTo>
                <a:close/>
                <a:moveTo>
                  <a:pt x="321" y="241"/>
                </a:moveTo>
                <a:cubicBezTo>
                  <a:pt x="305" y="241"/>
                  <a:pt x="305" y="241"/>
                  <a:pt x="305" y="241"/>
                </a:cubicBezTo>
                <a:cubicBezTo>
                  <a:pt x="305" y="257"/>
                  <a:pt x="305" y="257"/>
                  <a:pt x="305" y="257"/>
                </a:cubicBezTo>
                <a:cubicBezTo>
                  <a:pt x="321" y="257"/>
                  <a:pt x="321" y="257"/>
                  <a:pt x="321" y="257"/>
                </a:cubicBezTo>
                <a:lnTo>
                  <a:pt x="321" y="241"/>
                </a:lnTo>
                <a:close/>
                <a:moveTo>
                  <a:pt x="321" y="305"/>
                </a:moveTo>
                <a:cubicBezTo>
                  <a:pt x="305" y="305"/>
                  <a:pt x="305" y="305"/>
                  <a:pt x="305" y="305"/>
                </a:cubicBezTo>
                <a:cubicBezTo>
                  <a:pt x="305" y="321"/>
                  <a:pt x="305" y="321"/>
                  <a:pt x="305" y="321"/>
                </a:cubicBezTo>
                <a:cubicBezTo>
                  <a:pt x="321" y="321"/>
                  <a:pt x="321" y="321"/>
                  <a:pt x="321" y="321"/>
                </a:cubicBezTo>
                <a:lnTo>
                  <a:pt x="321" y="305"/>
                </a:lnTo>
                <a:close/>
                <a:moveTo>
                  <a:pt x="136" y="241"/>
                </a:moveTo>
                <a:cubicBezTo>
                  <a:pt x="138" y="241"/>
                  <a:pt x="140" y="240"/>
                  <a:pt x="141" y="239"/>
                </a:cubicBezTo>
                <a:cubicBezTo>
                  <a:pt x="141" y="239"/>
                  <a:pt x="141" y="239"/>
                  <a:pt x="141" y="239"/>
                </a:cubicBezTo>
                <a:cubicBezTo>
                  <a:pt x="230" y="183"/>
                  <a:pt x="230" y="183"/>
                  <a:pt x="230" y="183"/>
                </a:cubicBezTo>
                <a:cubicBezTo>
                  <a:pt x="230" y="183"/>
                  <a:pt x="230" y="183"/>
                  <a:pt x="230" y="183"/>
                </a:cubicBezTo>
                <a:cubicBezTo>
                  <a:pt x="231" y="181"/>
                  <a:pt x="233" y="179"/>
                  <a:pt x="233" y="177"/>
                </a:cubicBezTo>
                <a:cubicBezTo>
                  <a:pt x="233" y="174"/>
                  <a:pt x="231" y="172"/>
                  <a:pt x="230" y="171"/>
                </a:cubicBezTo>
                <a:cubicBezTo>
                  <a:pt x="230" y="170"/>
                  <a:pt x="230" y="170"/>
                  <a:pt x="230" y="170"/>
                </a:cubicBezTo>
                <a:cubicBezTo>
                  <a:pt x="141" y="114"/>
                  <a:pt x="141" y="114"/>
                  <a:pt x="141" y="114"/>
                </a:cubicBezTo>
                <a:cubicBezTo>
                  <a:pt x="141" y="114"/>
                  <a:pt x="141" y="114"/>
                  <a:pt x="141" y="114"/>
                </a:cubicBezTo>
                <a:cubicBezTo>
                  <a:pt x="140" y="113"/>
                  <a:pt x="138" y="112"/>
                  <a:pt x="136" y="112"/>
                </a:cubicBezTo>
                <a:cubicBezTo>
                  <a:pt x="132" y="112"/>
                  <a:pt x="128" y="116"/>
                  <a:pt x="128" y="121"/>
                </a:cubicBezTo>
                <a:cubicBezTo>
                  <a:pt x="128" y="233"/>
                  <a:pt x="128" y="233"/>
                  <a:pt x="128" y="233"/>
                </a:cubicBezTo>
                <a:cubicBezTo>
                  <a:pt x="128" y="237"/>
                  <a:pt x="132" y="241"/>
                  <a:pt x="136" y="241"/>
                </a:cubicBezTo>
                <a:moveTo>
                  <a:pt x="144" y="135"/>
                </a:moveTo>
                <a:cubicBezTo>
                  <a:pt x="210" y="177"/>
                  <a:pt x="210" y="177"/>
                  <a:pt x="210" y="177"/>
                </a:cubicBezTo>
                <a:cubicBezTo>
                  <a:pt x="144" y="218"/>
                  <a:pt x="144" y="218"/>
                  <a:pt x="144" y="218"/>
                </a:cubicBezTo>
                <a:lnTo>
                  <a:pt x="144" y="135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9" name="Freeform 78"/>
          <p:cNvSpPr>
            <a:spLocks noEditPoints="1"/>
          </p:cNvSpPr>
          <p:nvPr/>
        </p:nvSpPr>
        <p:spPr bwMode="auto">
          <a:xfrm>
            <a:off x="840317" y="3139018"/>
            <a:ext cx="577851" cy="579967"/>
          </a:xfrm>
          <a:custGeom>
            <a:avLst/>
            <a:gdLst>
              <a:gd name="T0" fmla="*/ 177 w 353"/>
              <a:gd name="T1" fmla="*/ 0 h 354"/>
              <a:gd name="T2" fmla="*/ 0 w 353"/>
              <a:gd name="T3" fmla="*/ 177 h 354"/>
              <a:gd name="T4" fmla="*/ 177 w 353"/>
              <a:gd name="T5" fmla="*/ 354 h 354"/>
              <a:gd name="T6" fmla="*/ 353 w 353"/>
              <a:gd name="T7" fmla="*/ 177 h 354"/>
              <a:gd name="T8" fmla="*/ 177 w 353"/>
              <a:gd name="T9" fmla="*/ 0 h 354"/>
              <a:gd name="T10" fmla="*/ 337 w 353"/>
              <a:gd name="T11" fmla="*/ 169 h 354"/>
              <a:gd name="T12" fmla="*/ 196 w 353"/>
              <a:gd name="T13" fmla="*/ 169 h 354"/>
              <a:gd name="T14" fmla="*/ 295 w 353"/>
              <a:gd name="T15" fmla="*/ 69 h 354"/>
              <a:gd name="T16" fmla="*/ 337 w 353"/>
              <a:gd name="T17" fmla="*/ 169 h 354"/>
              <a:gd name="T18" fmla="*/ 177 w 353"/>
              <a:gd name="T19" fmla="*/ 338 h 354"/>
              <a:gd name="T20" fmla="*/ 16 w 353"/>
              <a:gd name="T21" fmla="*/ 177 h 354"/>
              <a:gd name="T22" fmla="*/ 177 w 353"/>
              <a:gd name="T23" fmla="*/ 16 h 354"/>
              <a:gd name="T24" fmla="*/ 284 w 353"/>
              <a:gd name="T25" fmla="*/ 58 h 354"/>
              <a:gd name="T26" fmla="*/ 171 w 353"/>
              <a:gd name="T27" fmla="*/ 171 h 354"/>
              <a:gd name="T28" fmla="*/ 168 w 353"/>
              <a:gd name="T29" fmla="*/ 177 h 354"/>
              <a:gd name="T30" fmla="*/ 177 w 353"/>
              <a:gd name="T31" fmla="*/ 185 h 354"/>
              <a:gd name="T32" fmla="*/ 337 w 353"/>
              <a:gd name="T33" fmla="*/ 185 h 354"/>
              <a:gd name="T34" fmla="*/ 177 w 353"/>
              <a:gd name="T35" fmla="*/ 338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353" h="354">
                <a:moveTo>
                  <a:pt x="177" y="0"/>
                </a:moveTo>
                <a:cubicBezTo>
                  <a:pt x="79" y="0"/>
                  <a:pt x="0" y="80"/>
                  <a:pt x="0" y="177"/>
                </a:cubicBezTo>
                <a:cubicBezTo>
                  <a:pt x="0" y="275"/>
                  <a:pt x="79" y="354"/>
                  <a:pt x="177" y="354"/>
                </a:cubicBezTo>
                <a:cubicBezTo>
                  <a:pt x="274" y="354"/>
                  <a:pt x="353" y="275"/>
                  <a:pt x="353" y="177"/>
                </a:cubicBezTo>
                <a:cubicBezTo>
                  <a:pt x="353" y="80"/>
                  <a:pt x="274" y="0"/>
                  <a:pt x="177" y="0"/>
                </a:cubicBezTo>
                <a:moveTo>
                  <a:pt x="337" y="169"/>
                </a:moveTo>
                <a:cubicBezTo>
                  <a:pt x="196" y="169"/>
                  <a:pt x="196" y="169"/>
                  <a:pt x="196" y="169"/>
                </a:cubicBezTo>
                <a:cubicBezTo>
                  <a:pt x="295" y="69"/>
                  <a:pt x="295" y="69"/>
                  <a:pt x="295" y="69"/>
                </a:cubicBezTo>
                <a:cubicBezTo>
                  <a:pt x="319" y="96"/>
                  <a:pt x="335" y="131"/>
                  <a:pt x="337" y="169"/>
                </a:cubicBezTo>
                <a:moveTo>
                  <a:pt x="177" y="338"/>
                </a:moveTo>
                <a:cubicBezTo>
                  <a:pt x="88" y="338"/>
                  <a:pt x="16" y="266"/>
                  <a:pt x="16" y="177"/>
                </a:cubicBezTo>
                <a:cubicBezTo>
                  <a:pt x="16" y="88"/>
                  <a:pt x="88" y="16"/>
                  <a:pt x="177" y="16"/>
                </a:cubicBezTo>
                <a:cubicBezTo>
                  <a:pt x="218" y="16"/>
                  <a:pt x="256" y="32"/>
                  <a:pt x="284" y="58"/>
                </a:cubicBezTo>
                <a:cubicBezTo>
                  <a:pt x="171" y="171"/>
                  <a:pt x="171" y="171"/>
                  <a:pt x="171" y="171"/>
                </a:cubicBezTo>
                <a:cubicBezTo>
                  <a:pt x="169" y="173"/>
                  <a:pt x="168" y="175"/>
                  <a:pt x="168" y="177"/>
                </a:cubicBezTo>
                <a:cubicBezTo>
                  <a:pt x="168" y="181"/>
                  <a:pt x="172" y="185"/>
                  <a:pt x="177" y="185"/>
                </a:cubicBezTo>
                <a:cubicBezTo>
                  <a:pt x="337" y="185"/>
                  <a:pt x="337" y="185"/>
                  <a:pt x="337" y="185"/>
                </a:cubicBezTo>
                <a:cubicBezTo>
                  <a:pt x="332" y="270"/>
                  <a:pt x="262" y="338"/>
                  <a:pt x="177" y="338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0" name="Freeform 79"/>
          <p:cNvSpPr>
            <a:spLocks noEditPoints="1"/>
          </p:cNvSpPr>
          <p:nvPr/>
        </p:nvSpPr>
        <p:spPr bwMode="auto">
          <a:xfrm>
            <a:off x="1943100" y="3194052"/>
            <a:ext cx="577851" cy="472017"/>
          </a:xfrm>
          <a:custGeom>
            <a:avLst/>
            <a:gdLst>
              <a:gd name="T0" fmla="*/ 56 w 353"/>
              <a:gd name="T1" fmla="*/ 176 h 289"/>
              <a:gd name="T2" fmla="*/ 8 w 353"/>
              <a:gd name="T3" fmla="*/ 176 h 289"/>
              <a:gd name="T4" fmla="*/ 0 w 353"/>
              <a:gd name="T5" fmla="*/ 184 h 289"/>
              <a:gd name="T6" fmla="*/ 0 w 353"/>
              <a:gd name="T7" fmla="*/ 281 h 289"/>
              <a:gd name="T8" fmla="*/ 8 w 353"/>
              <a:gd name="T9" fmla="*/ 289 h 289"/>
              <a:gd name="T10" fmla="*/ 56 w 353"/>
              <a:gd name="T11" fmla="*/ 289 h 289"/>
              <a:gd name="T12" fmla="*/ 64 w 353"/>
              <a:gd name="T13" fmla="*/ 281 h 289"/>
              <a:gd name="T14" fmla="*/ 64 w 353"/>
              <a:gd name="T15" fmla="*/ 184 h 289"/>
              <a:gd name="T16" fmla="*/ 56 w 353"/>
              <a:gd name="T17" fmla="*/ 176 h 289"/>
              <a:gd name="T18" fmla="*/ 48 w 353"/>
              <a:gd name="T19" fmla="*/ 272 h 289"/>
              <a:gd name="T20" fmla="*/ 16 w 353"/>
              <a:gd name="T21" fmla="*/ 272 h 289"/>
              <a:gd name="T22" fmla="*/ 16 w 353"/>
              <a:gd name="T23" fmla="*/ 192 h 289"/>
              <a:gd name="T24" fmla="*/ 48 w 353"/>
              <a:gd name="T25" fmla="*/ 192 h 289"/>
              <a:gd name="T26" fmla="*/ 48 w 353"/>
              <a:gd name="T27" fmla="*/ 272 h 289"/>
              <a:gd name="T28" fmla="*/ 249 w 353"/>
              <a:gd name="T29" fmla="*/ 128 h 289"/>
              <a:gd name="T30" fmla="*/ 201 w 353"/>
              <a:gd name="T31" fmla="*/ 128 h 289"/>
              <a:gd name="T32" fmla="*/ 193 w 353"/>
              <a:gd name="T33" fmla="*/ 136 h 289"/>
              <a:gd name="T34" fmla="*/ 193 w 353"/>
              <a:gd name="T35" fmla="*/ 281 h 289"/>
              <a:gd name="T36" fmla="*/ 201 w 353"/>
              <a:gd name="T37" fmla="*/ 289 h 289"/>
              <a:gd name="T38" fmla="*/ 249 w 353"/>
              <a:gd name="T39" fmla="*/ 289 h 289"/>
              <a:gd name="T40" fmla="*/ 257 w 353"/>
              <a:gd name="T41" fmla="*/ 281 h 289"/>
              <a:gd name="T42" fmla="*/ 257 w 353"/>
              <a:gd name="T43" fmla="*/ 136 h 289"/>
              <a:gd name="T44" fmla="*/ 249 w 353"/>
              <a:gd name="T45" fmla="*/ 128 h 289"/>
              <a:gd name="T46" fmla="*/ 241 w 353"/>
              <a:gd name="T47" fmla="*/ 272 h 289"/>
              <a:gd name="T48" fmla="*/ 209 w 353"/>
              <a:gd name="T49" fmla="*/ 272 h 289"/>
              <a:gd name="T50" fmla="*/ 209 w 353"/>
              <a:gd name="T51" fmla="*/ 144 h 289"/>
              <a:gd name="T52" fmla="*/ 241 w 353"/>
              <a:gd name="T53" fmla="*/ 144 h 289"/>
              <a:gd name="T54" fmla="*/ 241 w 353"/>
              <a:gd name="T55" fmla="*/ 272 h 289"/>
              <a:gd name="T56" fmla="*/ 153 w 353"/>
              <a:gd name="T57" fmla="*/ 32 h 289"/>
              <a:gd name="T58" fmla="*/ 105 w 353"/>
              <a:gd name="T59" fmla="*/ 32 h 289"/>
              <a:gd name="T60" fmla="*/ 97 w 353"/>
              <a:gd name="T61" fmla="*/ 40 h 289"/>
              <a:gd name="T62" fmla="*/ 97 w 353"/>
              <a:gd name="T63" fmla="*/ 281 h 289"/>
              <a:gd name="T64" fmla="*/ 105 w 353"/>
              <a:gd name="T65" fmla="*/ 289 h 289"/>
              <a:gd name="T66" fmla="*/ 153 w 353"/>
              <a:gd name="T67" fmla="*/ 289 h 289"/>
              <a:gd name="T68" fmla="*/ 161 w 353"/>
              <a:gd name="T69" fmla="*/ 281 h 289"/>
              <a:gd name="T70" fmla="*/ 161 w 353"/>
              <a:gd name="T71" fmla="*/ 40 h 289"/>
              <a:gd name="T72" fmla="*/ 153 w 353"/>
              <a:gd name="T73" fmla="*/ 32 h 289"/>
              <a:gd name="T74" fmla="*/ 145 w 353"/>
              <a:gd name="T75" fmla="*/ 272 h 289"/>
              <a:gd name="T76" fmla="*/ 113 w 353"/>
              <a:gd name="T77" fmla="*/ 272 h 289"/>
              <a:gd name="T78" fmla="*/ 113 w 353"/>
              <a:gd name="T79" fmla="*/ 48 h 289"/>
              <a:gd name="T80" fmla="*/ 145 w 353"/>
              <a:gd name="T81" fmla="*/ 48 h 289"/>
              <a:gd name="T82" fmla="*/ 145 w 353"/>
              <a:gd name="T83" fmla="*/ 272 h 289"/>
              <a:gd name="T84" fmla="*/ 345 w 353"/>
              <a:gd name="T85" fmla="*/ 0 h 289"/>
              <a:gd name="T86" fmla="*/ 297 w 353"/>
              <a:gd name="T87" fmla="*/ 0 h 289"/>
              <a:gd name="T88" fmla="*/ 289 w 353"/>
              <a:gd name="T89" fmla="*/ 8 h 289"/>
              <a:gd name="T90" fmla="*/ 289 w 353"/>
              <a:gd name="T91" fmla="*/ 281 h 289"/>
              <a:gd name="T92" fmla="*/ 297 w 353"/>
              <a:gd name="T93" fmla="*/ 289 h 289"/>
              <a:gd name="T94" fmla="*/ 345 w 353"/>
              <a:gd name="T95" fmla="*/ 289 h 289"/>
              <a:gd name="T96" fmla="*/ 353 w 353"/>
              <a:gd name="T97" fmla="*/ 281 h 289"/>
              <a:gd name="T98" fmla="*/ 353 w 353"/>
              <a:gd name="T99" fmla="*/ 8 h 289"/>
              <a:gd name="T100" fmla="*/ 345 w 353"/>
              <a:gd name="T101" fmla="*/ 0 h 289"/>
              <a:gd name="T102" fmla="*/ 337 w 353"/>
              <a:gd name="T103" fmla="*/ 272 h 289"/>
              <a:gd name="T104" fmla="*/ 305 w 353"/>
              <a:gd name="T105" fmla="*/ 272 h 289"/>
              <a:gd name="T106" fmla="*/ 305 w 353"/>
              <a:gd name="T107" fmla="*/ 16 h 289"/>
              <a:gd name="T108" fmla="*/ 337 w 353"/>
              <a:gd name="T109" fmla="*/ 16 h 289"/>
              <a:gd name="T110" fmla="*/ 337 w 353"/>
              <a:gd name="T111" fmla="*/ 272 h 2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353" h="289">
                <a:moveTo>
                  <a:pt x="56" y="176"/>
                </a:moveTo>
                <a:cubicBezTo>
                  <a:pt x="8" y="176"/>
                  <a:pt x="8" y="176"/>
                  <a:pt x="8" y="176"/>
                </a:cubicBezTo>
                <a:cubicBezTo>
                  <a:pt x="4" y="176"/>
                  <a:pt x="0" y="180"/>
                  <a:pt x="0" y="184"/>
                </a:cubicBezTo>
                <a:cubicBezTo>
                  <a:pt x="0" y="281"/>
                  <a:pt x="0" y="281"/>
                  <a:pt x="0" y="281"/>
                </a:cubicBezTo>
                <a:cubicBezTo>
                  <a:pt x="0" y="285"/>
                  <a:pt x="4" y="289"/>
                  <a:pt x="8" y="289"/>
                </a:cubicBezTo>
                <a:cubicBezTo>
                  <a:pt x="56" y="289"/>
                  <a:pt x="56" y="289"/>
                  <a:pt x="56" y="289"/>
                </a:cubicBezTo>
                <a:cubicBezTo>
                  <a:pt x="61" y="289"/>
                  <a:pt x="64" y="285"/>
                  <a:pt x="64" y="281"/>
                </a:cubicBezTo>
                <a:cubicBezTo>
                  <a:pt x="64" y="184"/>
                  <a:pt x="64" y="184"/>
                  <a:pt x="64" y="184"/>
                </a:cubicBezTo>
                <a:cubicBezTo>
                  <a:pt x="64" y="180"/>
                  <a:pt x="61" y="176"/>
                  <a:pt x="56" y="176"/>
                </a:cubicBezTo>
                <a:moveTo>
                  <a:pt x="48" y="272"/>
                </a:moveTo>
                <a:cubicBezTo>
                  <a:pt x="16" y="272"/>
                  <a:pt x="16" y="272"/>
                  <a:pt x="16" y="272"/>
                </a:cubicBezTo>
                <a:cubicBezTo>
                  <a:pt x="16" y="192"/>
                  <a:pt x="16" y="192"/>
                  <a:pt x="16" y="192"/>
                </a:cubicBezTo>
                <a:cubicBezTo>
                  <a:pt x="48" y="192"/>
                  <a:pt x="48" y="192"/>
                  <a:pt x="48" y="192"/>
                </a:cubicBezTo>
                <a:lnTo>
                  <a:pt x="48" y="272"/>
                </a:lnTo>
                <a:close/>
                <a:moveTo>
                  <a:pt x="249" y="128"/>
                </a:moveTo>
                <a:cubicBezTo>
                  <a:pt x="201" y="128"/>
                  <a:pt x="201" y="128"/>
                  <a:pt x="201" y="128"/>
                </a:cubicBezTo>
                <a:cubicBezTo>
                  <a:pt x="196" y="128"/>
                  <a:pt x="193" y="132"/>
                  <a:pt x="193" y="136"/>
                </a:cubicBezTo>
                <a:cubicBezTo>
                  <a:pt x="193" y="281"/>
                  <a:pt x="193" y="281"/>
                  <a:pt x="193" y="281"/>
                </a:cubicBezTo>
                <a:cubicBezTo>
                  <a:pt x="193" y="285"/>
                  <a:pt x="196" y="289"/>
                  <a:pt x="201" y="289"/>
                </a:cubicBezTo>
                <a:cubicBezTo>
                  <a:pt x="249" y="289"/>
                  <a:pt x="249" y="289"/>
                  <a:pt x="249" y="289"/>
                </a:cubicBezTo>
                <a:cubicBezTo>
                  <a:pt x="254" y="289"/>
                  <a:pt x="257" y="285"/>
                  <a:pt x="257" y="281"/>
                </a:cubicBezTo>
                <a:cubicBezTo>
                  <a:pt x="257" y="136"/>
                  <a:pt x="257" y="136"/>
                  <a:pt x="257" y="136"/>
                </a:cubicBezTo>
                <a:cubicBezTo>
                  <a:pt x="257" y="132"/>
                  <a:pt x="254" y="128"/>
                  <a:pt x="249" y="128"/>
                </a:cubicBezTo>
                <a:moveTo>
                  <a:pt x="241" y="272"/>
                </a:moveTo>
                <a:cubicBezTo>
                  <a:pt x="209" y="272"/>
                  <a:pt x="209" y="272"/>
                  <a:pt x="209" y="272"/>
                </a:cubicBezTo>
                <a:cubicBezTo>
                  <a:pt x="209" y="144"/>
                  <a:pt x="209" y="144"/>
                  <a:pt x="209" y="144"/>
                </a:cubicBezTo>
                <a:cubicBezTo>
                  <a:pt x="241" y="144"/>
                  <a:pt x="241" y="144"/>
                  <a:pt x="241" y="144"/>
                </a:cubicBezTo>
                <a:lnTo>
                  <a:pt x="241" y="272"/>
                </a:lnTo>
                <a:close/>
                <a:moveTo>
                  <a:pt x="153" y="32"/>
                </a:moveTo>
                <a:cubicBezTo>
                  <a:pt x="105" y="32"/>
                  <a:pt x="105" y="32"/>
                  <a:pt x="105" y="32"/>
                </a:cubicBezTo>
                <a:cubicBezTo>
                  <a:pt x="100" y="32"/>
                  <a:pt x="97" y="35"/>
                  <a:pt x="97" y="40"/>
                </a:cubicBezTo>
                <a:cubicBezTo>
                  <a:pt x="97" y="281"/>
                  <a:pt x="97" y="281"/>
                  <a:pt x="97" y="281"/>
                </a:cubicBezTo>
                <a:cubicBezTo>
                  <a:pt x="97" y="285"/>
                  <a:pt x="100" y="289"/>
                  <a:pt x="105" y="289"/>
                </a:cubicBezTo>
                <a:cubicBezTo>
                  <a:pt x="153" y="289"/>
                  <a:pt x="153" y="289"/>
                  <a:pt x="153" y="289"/>
                </a:cubicBezTo>
                <a:cubicBezTo>
                  <a:pt x="157" y="289"/>
                  <a:pt x="161" y="285"/>
                  <a:pt x="161" y="281"/>
                </a:cubicBezTo>
                <a:cubicBezTo>
                  <a:pt x="161" y="40"/>
                  <a:pt x="161" y="40"/>
                  <a:pt x="161" y="40"/>
                </a:cubicBezTo>
                <a:cubicBezTo>
                  <a:pt x="161" y="35"/>
                  <a:pt x="157" y="32"/>
                  <a:pt x="153" y="32"/>
                </a:cubicBezTo>
                <a:moveTo>
                  <a:pt x="145" y="272"/>
                </a:moveTo>
                <a:cubicBezTo>
                  <a:pt x="113" y="272"/>
                  <a:pt x="113" y="272"/>
                  <a:pt x="113" y="272"/>
                </a:cubicBezTo>
                <a:cubicBezTo>
                  <a:pt x="113" y="48"/>
                  <a:pt x="113" y="48"/>
                  <a:pt x="113" y="48"/>
                </a:cubicBezTo>
                <a:cubicBezTo>
                  <a:pt x="145" y="48"/>
                  <a:pt x="145" y="48"/>
                  <a:pt x="145" y="48"/>
                </a:cubicBezTo>
                <a:lnTo>
                  <a:pt x="145" y="272"/>
                </a:lnTo>
                <a:close/>
                <a:moveTo>
                  <a:pt x="345" y="0"/>
                </a:moveTo>
                <a:cubicBezTo>
                  <a:pt x="297" y="0"/>
                  <a:pt x="297" y="0"/>
                  <a:pt x="297" y="0"/>
                </a:cubicBezTo>
                <a:cubicBezTo>
                  <a:pt x="293" y="0"/>
                  <a:pt x="289" y="3"/>
                  <a:pt x="289" y="8"/>
                </a:cubicBezTo>
                <a:cubicBezTo>
                  <a:pt x="289" y="281"/>
                  <a:pt x="289" y="281"/>
                  <a:pt x="289" y="281"/>
                </a:cubicBezTo>
                <a:cubicBezTo>
                  <a:pt x="289" y="285"/>
                  <a:pt x="293" y="289"/>
                  <a:pt x="297" y="289"/>
                </a:cubicBezTo>
                <a:cubicBezTo>
                  <a:pt x="345" y="289"/>
                  <a:pt x="345" y="289"/>
                  <a:pt x="345" y="289"/>
                </a:cubicBezTo>
                <a:cubicBezTo>
                  <a:pt x="350" y="289"/>
                  <a:pt x="353" y="285"/>
                  <a:pt x="353" y="281"/>
                </a:cubicBezTo>
                <a:cubicBezTo>
                  <a:pt x="353" y="8"/>
                  <a:pt x="353" y="8"/>
                  <a:pt x="353" y="8"/>
                </a:cubicBezTo>
                <a:cubicBezTo>
                  <a:pt x="353" y="3"/>
                  <a:pt x="350" y="0"/>
                  <a:pt x="345" y="0"/>
                </a:cubicBezTo>
                <a:moveTo>
                  <a:pt x="337" y="272"/>
                </a:moveTo>
                <a:cubicBezTo>
                  <a:pt x="305" y="272"/>
                  <a:pt x="305" y="272"/>
                  <a:pt x="305" y="272"/>
                </a:cubicBezTo>
                <a:cubicBezTo>
                  <a:pt x="305" y="16"/>
                  <a:pt x="305" y="16"/>
                  <a:pt x="305" y="16"/>
                </a:cubicBezTo>
                <a:cubicBezTo>
                  <a:pt x="337" y="16"/>
                  <a:pt x="337" y="16"/>
                  <a:pt x="337" y="16"/>
                </a:cubicBezTo>
                <a:lnTo>
                  <a:pt x="337" y="272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1" name="Freeform 80"/>
          <p:cNvSpPr>
            <a:spLocks noEditPoints="1"/>
          </p:cNvSpPr>
          <p:nvPr/>
        </p:nvSpPr>
        <p:spPr bwMode="auto">
          <a:xfrm>
            <a:off x="3048000" y="3139018"/>
            <a:ext cx="577851" cy="579967"/>
          </a:xfrm>
          <a:custGeom>
            <a:avLst/>
            <a:gdLst>
              <a:gd name="T0" fmla="*/ 176 w 353"/>
              <a:gd name="T1" fmla="*/ 0 h 354"/>
              <a:gd name="T2" fmla="*/ 0 w 353"/>
              <a:gd name="T3" fmla="*/ 177 h 354"/>
              <a:gd name="T4" fmla="*/ 176 w 353"/>
              <a:gd name="T5" fmla="*/ 354 h 354"/>
              <a:gd name="T6" fmla="*/ 353 w 353"/>
              <a:gd name="T7" fmla="*/ 177 h 354"/>
              <a:gd name="T8" fmla="*/ 176 w 353"/>
              <a:gd name="T9" fmla="*/ 0 h 354"/>
              <a:gd name="T10" fmla="*/ 176 w 353"/>
              <a:gd name="T11" fmla="*/ 16 h 354"/>
              <a:gd name="T12" fmla="*/ 284 w 353"/>
              <a:gd name="T13" fmla="*/ 58 h 354"/>
              <a:gd name="T14" fmla="*/ 244 w 353"/>
              <a:gd name="T15" fmla="*/ 98 h 354"/>
              <a:gd name="T16" fmla="*/ 176 w 353"/>
              <a:gd name="T17" fmla="*/ 73 h 354"/>
              <a:gd name="T18" fmla="*/ 108 w 353"/>
              <a:gd name="T19" fmla="*/ 98 h 354"/>
              <a:gd name="T20" fmla="*/ 69 w 353"/>
              <a:gd name="T21" fmla="*/ 58 h 354"/>
              <a:gd name="T22" fmla="*/ 176 w 353"/>
              <a:gd name="T23" fmla="*/ 16 h 354"/>
              <a:gd name="T24" fmla="*/ 264 w 353"/>
              <a:gd name="T25" fmla="*/ 177 h 354"/>
              <a:gd name="T26" fmla="*/ 176 w 353"/>
              <a:gd name="T27" fmla="*/ 265 h 354"/>
              <a:gd name="T28" fmla="*/ 88 w 353"/>
              <a:gd name="T29" fmla="*/ 177 h 354"/>
              <a:gd name="T30" fmla="*/ 176 w 353"/>
              <a:gd name="T31" fmla="*/ 89 h 354"/>
              <a:gd name="T32" fmla="*/ 264 w 353"/>
              <a:gd name="T33" fmla="*/ 177 h 354"/>
              <a:gd name="T34" fmla="*/ 16 w 353"/>
              <a:gd name="T35" fmla="*/ 177 h 354"/>
              <a:gd name="T36" fmla="*/ 57 w 353"/>
              <a:gd name="T37" fmla="*/ 69 h 354"/>
              <a:gd name="T38" fmla="*/ 97 w 353"/>
              <a:gd name="T39" fmla="*/ 109 h 354"/>
              <a:gd name="T40" fmla="*/ 72 w 353"/>
              <a:gd name="T41" fmla="*/ 177 h 354"/>
              <a:gd name="T42" fmla="*/ 97 w 353"/>
              <a:gd name="T43" fmla="*/ 245 h 354"/>
              <a:gd name="T44" fmla="*/ 57 w 353"/>
              <a:gd name="T45" fmla="*/ 285 h 354"/>
              <a:gd name="T46" fmla="*/ 16 w 353"/>
              <a:gd name="T47" fmla="*/ 177 h 354"/>
              <a:gd name="T48" fmla="*/ 176 w 353"/>
              <a:gd name="T49" fmla="*/ 338 h 354"/>
              <a:gd name="T50" fmla="*/ 69 w 353"/>
              <a:gd name="T51" fmla="*/ 296 h 354"/>
              <a:gd name="T52" fmla="*/ 108 w 353"/>
              <a:gd name="T53" fmla="*/ 256 h 354"/>
              <a:gd name="T54" fmla="*/ 176 w 353"/>
              <a:gd name="T55" fmla="*/ 281 h 354"/>
              <a:gd name="T56" fmla="*/ 244 w 353"/>
              <a:gd name="T57" fmla="*/ 256 h 354"/>
              <a:gd name="T58" fmla="*/ 284 w 353"/>
              <a:gd name="T59" fmla="*/ 296 h 354"/>
              <a:gd name="T60" fmla="*/ 176 w 353"/>
              <a:gd name="T61" fmla="*/ 338 h 354"/>
              <a:gd name="T62" fmla="*/ 295 w 353"/>
              <a:gd name="T63" fmla="*/ 285 h 354"/>
              <a:gd name="T64" fmla="*/ 255 w 353"/>
              <a:gd name="T65" fmla="*/ 245 h 354"/>
              <a:gd name="T66" fmla="*/ 281 w 353"/>
              <a:gd name="T67" fmla="*/ 177 h 354"/>
              <a:gd name="T68" fmla="*/ 255 w 353"/>
              <a:gd name="T69" fmla="*/ 109 h 354"/>
              <a:gd name="T70" fmla="*/ 295 w 353"/>
              <a:gd name="T71" fmla="*/ 69 h 354"/>
              <a:gd name="T72" fmla="*/ 337 w 353"/>
              <a:gd name="T73" fmla="*/ 177 h 354"/>
              <a:gd name="T74" fmla="*/ 295 w 353"/>
              <a:gd name="T75" fmla="*/ 285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353" h="354">
                <a:moveTo>
                  <a:pt x="176" y="0"/>
                </a:moveTo>
                <a:cubicBezTo>
                  <a:pt x="79" y="0"/>
                  <a:pt x="0" y="79"/>
                  <a:pt x="0" y="177"/>
                </a:cubicBezTo>
                <a:cubicBezTo>
                  <a:pt x="0" y="275"/>
                  <a:pt x="79" y="354"/>
                  <a:pt x="176" y="354"/>
                </a:cubicBezTo>
                <a:cubicBezTo>
                  <a:pt x="274" y="354"/>
                  <a:pt x="353" y="275"/>
                  <a:pt x="353" y="177"/>
                </a:cubicBezTo>
                <a:cubicBezTo>
                  <a:pt x="353" y="79"/>
                  <a:pt x="274" y="0"/>
                  <a:pt x="176" y="0"/>
                </a:cubicBezTo>
                <a:moveTo>
                  <a:pt x="176" y="16"/>
                </a:moveTo>
                <a:cubicBezTo>
                  <a:pt x="218" y="16"/>
                  <a:pt x="255" y="32"/>
                  <a:pt x="284" y="58"/>
                </a:cubicBezTo>
                <a:cubicBezTo>
                  <a:pt x="244" y="98"/>
                  <a:pt x="244" y="98"/>
                  <a:pt x="244" y="98"/>
                </a:cubicBezTo>
                <a:cubicBezTo>
                  <a:pt x="226" y="82"/>
                  <a:pt x="202" y="73"/>
                  <a:pt x="176" y="73"/>
                </a:cubicBezTo>
                <a:cubicBezTo>
                  <a:pt x="150" y="73"/>
                  <a:pt x="127" y="82"/>
                  <a:pt x="108" y="98"/>
                </a:cubicBezTo>
                <a:cubicBezTo>
                  <a:pt x="69" y="58"/>
                  <a:pt x="69" y="58"/>
                  <a:pt x="69" y="58"/>
                </a:cubicBezTo>
                <a:cubicBezTo>
                  <a:pt x="97" y="32"/>
                  <a:pt x="135" y="16"/>
                  <a:pt x="176" y="16"/>
                </a:cubicBezTo>
                <a:moveTo>
                  <a:pt x="264" y="177"/>
                </a:moveTo>
                <a:cubicBezTo>
                  <a:pt x="264" y="226"/>
                  <a:pt x="225" y="265"/>
                  <a:pt x="176" y="265"/>
                </a:cubicBezTo>
                <a:cubicBezTo>
                  <a:pt x="127" y="265"/>
                  <a:pt x="88" y="226"/>
                  <a:pt x="88" y="177"/>
                </a:cubicBezTo>
                <a:cubicBezTo>
                  <a:pt x="88" y="128"/>
                  <a:pt x="127" y="89"/>
                  <a:pt x="176" y="89"/>
                </a:cubicBezTo>
                <a:cubicBezTo>
                  <a:pt x="225" y="89"/>
                  <a:pt x="264" y="128"/>
                  <a:pt x="264" y="177"/>
                </a:cubicBezTo>
                <a:moveTo>
                  <a:pt x="16" y="177"/>
                </a:moveTo>
                <a:cubicBezTo>
                  <a:pt x="16" y="136"/>
                  <a:pt x="31" y="98"/>
                  <a:pt x="57" y="69"/>
                </a:cubicBezTo>
                <a:cubicBezTo>
                  <a:pt x="97" y="109"/>
                  <a:pt x="97" y="109"/>
                  <a:pt x="97" y="109"/>
                </a:cubicBezTo>
                <a:cubicBezTo>
                  <a:pt x="81" y="127"/>
                  <a:pt x="72" y="151"/>
                  <a:pt x="72" y="177"/>
                </a:cubicBezTo>
                <a:cubicBezTo>
                  <a:pt x="72" y="203"/>
                  <a:pt x="81" y="227"/>
                  <a:pt x="97" y="245"/>
                </a:cubicBezTo>
                <a:cubicBezTo>
                  <a:pt x="57" y="285"/>
                  <a:pt x="57" y="285"/>
                  <a:pt x="57" y="285"/>
                </a:cubicBezTo>
                <a:cubicBezTo>
                  <a:pt x="31" y="256"/>
                  <a:pt x="16" y="218"/>
                  <a:pt x="16" y="177"/>
                </a:cubicBezTo>
                <a:moveTo>
                  <a:pt x="176" y="338"/>
                </a:moveTo>
                <a:cubicBezTo>
                  <a:pt x="135" y="338"/>
                  <a:pt x="97" y="322"/>
                  <a:pt x="69" y="296"/>
                </a:cubicBezTo>
                <a:cubicBezTo>
                  <a:pt x="108" y="256"/>
                  <a:pt x="108" y="256"/>
                  <a:pt x="108" y="256"/>
                </a:cubicBezTo>
                <a:cubicBezTo>
                  <a:pt x="127" y="272"/>
                  <a:pt x="150" y="281"/>
                  <a:pt x="176" y="281"/>
                </a:cubicBezTo>
                <a:cubicBezTo>
                  <a:pt x="202" y="281"/>
                  <a:pt x="226" y="272"/>
                  <a:pt x="244" y="256"/>
                </a:cubicBezTo>
                <a:cubicBezTo>
                  <a:pt x="284" y="296"/>
                  <a:pt x="284" y="296"/>
                  <a:pt x="284" y="296"/>
                </a:cubicBezTo>
                <a:cubicBezTo>
                  <a:pt x="255" y="322"/>
                  <a:pt x="218" y="338"/>
                  <a:pt x="176" y="338"/>
                </a:cubicBezTo>
                <a:moveTo>
                  <a:pt x="295" y="285"/>
                </a:moveTo>
                <a:cubicBezTo>
                  <a:pt x="255" y="245"/>
                  <a:pt x="255" y="245"/>
                  <a:pt x="255" y="245"/>
                </a:cubicBezTo>
                <a:cubicBezTo>
                  <a:pt x="271" y="227"/>
                  <a:pt x="281" y="203"/>
                  <a:pt x="281" y="177"/>
                </a:cubicBezTo>
                <a:cubicBezTo>
                  <a:pt x="281" y="151"/>
                  <a:pt x="271" y="127"/>
                  <a:pt x="255" y="109"/>
                </a:cubicBezTo>
                <a:cubicBezTo>
                  <a:pt x="295" y="69"/>
                  <a:pt x="295" y="69"/>
                  <a:pt x="295" y="69"/>
                </a:cubicBezTo>
                <a:cubicBezTo>
                  <a:pt x="321" y="98"/>
                  <a:pt x="337" y="136"/>
                  <a:pt x="337" y="177"/>
                </a:cubicBezTo>
                <a:cubicBezTo>
                  <a:pt x="337" y="218"/>
                  <a:pt x="321" y="256"/>
                  <a:pt x="295" y="285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2" name="Freeform 81"/>
          <p:cNvSpPr>
            <a:spLocks noEditPoints="1"/>
          </p:cNvSpPr>
          <p:nvPr/>
        </p:nvSpPr>
        <p:spPr bwMode="auto">
          <a:xfrm>
            <a:off x="4150785" y="3363385"/>
            <a:ext cx="579967" cy="131233"/>
          </a:xfrm>
          <a:custGeom>
            <a:avLst/>
            <a:gdLst>
              <a:gd name="T0" fmla="*/ 40 w 353"/>
              <a:gd name="T1" fmla="*/ 0 h 80"/>
              <a:gd name="T2" fmla="*/ 0 w 353"/>
              <a:gd name="T3" fmla="*/ 40 h 80"/>
              <a:gd name="T4" fmla="*/ 40 w 353"/>
              <a:gd name="T5" fmla="*/ 80 h 80"/>
              <a:gd name="T6" fmla="*/ 80 w 353"/>
              <a:gd name="T7" fmla="*/ 40 h 80"/>
              <a:gd name="T8" fmla="*/ 40 w 353"/>
              <a:gd name="T9" fmla="*/ 0 h 80"/>
              <a:gd name="T10" fmla="*/ 40 w 353"/>
              <a:gd name="T11" fmla="*/ 64 h 80"/>
              <a:gd name="T12" fmla="*/ 16 w 353"/>
              <a:gd name="T13" fmla="*/ 40 h 80"/>
              <a:gd name="T14" fmla="*/ 40 w 353"/>
              <a:gd name="T15" fmla="*/ 16 h 80"/>
              <a:gd name="T16" fmla="*/ 64 w 353"/>
              <a:gd name="T17" fmla="*/ 40 h 80"/>
              <a:gd name="T18" fmla="*/ 40 w 353"/>
              <a:gd name="T19" fmla="*/ 64 h 80"/>
              <a:gd name="T20" fmla="*/ 177 w 353"/>
              <a:gd name="T21" fmla="*/ 0 h 80"/>
              <a:gd name="T22" fmla="*/ 136 w 353"/>
              <a:gd name="T23" fmla="*/ 40 h 80"/>
              <a:gd name="T24" fmla="*/ 177 w 353"/>
              <a:gd name="T25" fmla="*/ 80 h 80"/>
              <a:gd name="T26" fmla="*/ 217 w 353"/>
              <a:gd name="T27" fmla="*/ 40 h 80"/>
              <a:gd name="T28" fmla="*/ 177 w 353"/>
              <a:gd name="T29" fmla="*/ 0 h 80"/>
              <a:gd name="T30" fmla="*/ 177 w 353"/>
              <a:gd name="T31" fmla="*/ 64 h 80"/>
              <a:gd name="T32" fmla="*/ 152 w 353"/>
              <a:gd name="T33" fmla="*/ 40 h 80"/>
              <a:gd name="T34" fmla="*/ 177 w 353"/>
              <a:gd name="T35" fmla="*/ 16 h 80"/>
              <a:gd name="T36" fmla="*/ 201 w 353"/>
              <a:gd name="T37" fmla="*/ 40 h 80"/>
              <a:gd name="T38" fmla="*/ 177 w 353"/>
              <a:gd name="T39" fmla="*/ 64 h 80"/>
              <a:gd name="T40" fmla="*/ 313 w 353"/>
              <a:gd name="T41" fmla="*/ 0 h 80"/>
              <a:gd name="T42" fmla="*/ 273 w 353"/>
              <a:gd name="T43" fmla="*/ 40 h 80"/>
              <a:gd name="T44" fmla="*/ 313 w 353"/>
              <a:gd name="T45" fmla="*/ 80 h 80"/>
              <a:gd name="T46" fmla="*/ 353 w 353"/>
              <a:gd name="T47" fmla="*/ 40 h 80"/>
              <a:gd name="T48" fmla="*/ 313 w 353"/>
              <a:gd name="T49" fmla="*/ 0 h 80"/>
              <a:gd name="T50" fmla="*/ 313 w 353"/>
              <a:gd name="T51" fmla="*/ 64 h 80"/>
              <a:gd name="T52" fmla="*/ 289 w 353"/>
              <a:gd name="T53" fmla="*/ 40 h 80"/>
              <a:gd name="T54" fmla="*/ 313 w 353"/>
              <a:gd name="T55" fmla="*/ 16 h 80"/>
              <a:gd name="T56" fmla="*/ 337 w 353"/>
              <a:gd name="T57" fmla="*/ 40 h 80"/>
              <a:gd name="T58" fmla="*/ 313 w 353"/>
              <a:gd name="T59" fmla="*/ 64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353" h="80">
                <a:moveTo>
                  <a:pt x="40" y="0"/>
                </a:moveTo>
                <a:cubicBezTo>
                  <a:pt x="18" y="0"/>
                  <a:pt x="0" y="18"/>
                  <a:pt x="0" y="40"/>
                </a:cubicBezTo>
                <a:cubicBezTo>
                  <a:pt x="0" y="62"/>
                  <a:pt x="18" y="80"/>
                  <a:pt x="40" y="80"/>
                </a:cubicBezTo>
                <a:cubicBezTo>
                  <a:pt x="62" y="80"/>
                  <a:pt x="80" y="62"/>
                  <a:pt x="80" y="40"/>
                </a:cubicBezTo>
                <a:cubicBezTo>
                  <a:pt x="80" y="18"/>
                  <a:pt x="62" y="0"/>
                  <a:pt x="40" y="0"/>
                </a:cubicBezTo>
                <a:moveTo>
                  <a:pt x="40" y="64"/>
                </a:moveTo>
                <a:cubicBezTo>
                  <a:pt x="27" y="64"/>
                  <a:pt x="16" y="53"/>
                  <a:pt x="16" y="40"/>
                </a:cubicBezTo>
                <a:cubicBezTo>
                  <a:pt x="16" y="27"/>
                  <a:pt x="27" y="16"/>
                  <a:pt x="40" y="16"/>
                </a:cubicBezTo>
                <a:cubicBezTo>
                  <a:pt x="53" y="16"/>
                  <a:pt x="64" y="27"/>
                  <a:pt x="64" y="40"/>
                </a:cubicBezTo>
                <a:cubicBezTo>
                  <a:pt x="64" y="53"/>
                  <a:pt x="53" y="64"/>
                  <a:pt x="40" y="64"/>
                </a:cubicBezTo>
                <a:moveTo>
                  <a:pt x="177" y="0"/>
                </a:moveTo>
                <a:cubicBezTo>
                  <a:pt x="154" y="0"/>
                  <a:pt x="136" y="18"/>
                  <a:pt x="136" y="40"/>
                </a:cubicBezTo>
                <a:cubicBezTo>
                  <a:pt x="136" y="62"/>
                  <a:pt x="154" y="80"/>
                  <a:pt x="177" y="80"/>
                </a:cubicBezTo>
                <a:cubicBezTo>
                  <a:pt x="199" y="80"/>
                  <a:pt x="217" y="62"/>
                  <a:pt x="217" y="40"/>
                </a:cubicBezTo>
                <a:cubicBezTo>
                  <a:pt x="217" y="18"/>
                  <a:pt x="199" y="0"/>
                  <a:pt x="177" y="0"/>
                </a:cubicBezTo>
                <a:moveTo>
                  <a:pt x="177" y="64"/>
                </a:moveTo>
                <a:cubicBezTo>
                  <a:pt x="163" y="64"/>
                  <a:pt x="152" y="53"/>
                  <a:pt x="152" y="40"/>
                </a:cubicBezTo>
                <a:cubicBezTo>
                  <a:pt x="152" y="27"/>
                  <a:pt x="163" y="16"/>
                  <a:pt x="177" y="16"/>
                </a:cubicBezTo>
                <a:cubicBezTo>
                  <a:pt x="190" y="16"/>
                  <a:pt x="201" y="27"/>
                  <a:pt x="201" y="40"/>
                </a:cubicBezTo>
                <a:cubicBezTo>
                  <a:pt x="201" y="53"/>
                  <a:pt x="190" y="64"/>
                  <a:pt x="177" y="64"/>
                </a:cubicBezTo>
                <a:moveTo>
                  <a:pt x="313" y="0"/>
                </a:moveTo>
                <a:cubicBezTo>
                  <a:pt x="291" y="0"/>
                  <a:pt x="273" y="18"/>
                  <a:pt x="273" y="40"/>
                </a:cubicBezTo>
                <a:cubicBezTo>
                  <a:pt x="273" y="62"/>
                  <a:pt x="291" y="80"/>
                  <a:pt x="313" y="80"/>
                </a:cubicBezTo>
                <a:cubicBezTo>
                  <a:pt x="335" y="80"/>
                  <a:pt x="353" y="62"/>
                  <a:pt x="353" y="40"/>
                </a:cubicBezTo>
                <a:cubicBezTo>
                  <a:pt x="353" y="18"/>
                  <a:pt x="335" y="0"/>
                  <a:pt x="313" y="0"/>
                </a:cubicBezTo>
                <a:moveTo>
                  <a:pt x="313" y="64"/>
                </a:moveTo>
                <a:cubicBezTo>
                  <a:pt x="300" y="64"/>
                  <a:pt x="289" y="53"/>
                  <a:pt x="289" y="40"/>
                </a:cubicBezTo>
                <a:cubicBezTo>
                  <a:pt x="289" y="27"/>
                  <a:pt x="300" y="16"/>
                  <a:pt x="313" y="16"/>
                </a:cubicBezTo>
                <a:cubicBezTo>
                  <a:pt x="326" y="16"/>
                  <a:pt x="337" y="27"/>
                  <a:pt x="337" y="40"/>
                </a:cubicBezTo>
                <a:cubicBezTo>
                  <a:pt x="337" y="53"/>
                  <a:pt x="326" y="64"/>
                  <a:pt x="313" y="64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3" name="Freeform 82"/>
          <p:cNvSpPr>
            <a:spLocks noEditPoints="1"/>
          </p:cNvSpPr>
          <p:nvPr/>
        </p:nvSpPr>
        <p:spPr bwMode="auto">
          <a:xfrm>
            <a:off x="5255684" y="3139018"/>
            <a:ext cx="577851" cy="579967"/>
          </a:xfrm>
          <a:custGeom>
            <a:avLst/>
            <a:gdLst>
              <a:gd name="T0" fmla="*/ 265 w 353"/>
              <a:gd name="T1" fmla="*/ 153 h 354"/>
              <a:gd name="T2" fmla="*/ 241 w 353"/>
              <a:gd name="T3" fmla="*/ 177 h 354"/>
              <a:gd name="T4" fmla="*/ 265 w 353"/>
              <a:gd name="T5" fmla="*/ 201 h 354"/>
              <a:gd name="T6" fmla="*/ 289 w 353"/>
              <a:gd name="T7" fmla="*/ 177 h 354"/>
              <a:gd name="T8" fmla="*/ 265 w 353"/>
              <a:gd name="T9" fmla="*/ 153 h 354"/>
              <a:gd name="T10" fmla="*/ 265 w 353"/>
              <a:gd name="T11" fmla="*/ 185 h 354"/>
              <a:gd name="T12" fmla="*/ 257 w 353"/>
              <a:gd name="T13" fmla="*/ 177 h 354"/>
              <a:gd name="T14" fmla="*/ 265 w 353"/>
              <a:gd name="T15" fmla="*/ 169 h 354"/>
              <a:gd name="T16" fmla="*/ 273 w 353"/>
              <a:gd name="T17" fmla="*/ 177 h 354"/>
              <a:gd name="T18" fmla="*/ 265 w 353"/>
              <a:gd name="T19" fmla="*/ 185 h 354"/>
              <a:gd name="T20" fmla="*/ 89 w 353"/>
              <a:gd name="T21" fmla="*/ 153 h 354"/>
              <a:gd name="T22" fmla="*/ 64 w 353"/>
              <a:gd name="T23" fmla="*/ 177 h 354"/>
              <a:gd name="T24" fmla="*/ 89 w 353"/>
              <a:gd name="T25" fmla="*/ 201 h 354"/>
              <a:gd name="T26" fmla="*/ 113 w 353"/>
              <a:gd name="T27" fmla="*/ 177 h 354"/>
              <a:gd name="T28" fmla="*/ 89 w 353"/>
              <a:gd name="T29" fmla="*/ 153 h 354"/>
              <a:gd name="T30" fmla="*/ 89 w 353"/>
              <a:gd name="T31" fmla="*/ 185 h 354"/>
              <a:gd name="T32" fmla="*/ 81 w 353"/>
              <a:gd name="T33" fmla="*/ 177 h 354"/>
              <a:gd name="T34" fmla="*/ 89 w 353"/>
              <a:gd name="T35" fmla="*/ 169 h 354"/>
              <a:gd name="T36" fmla="*/ 97 w 353"/>
              <a:gd name="T37" fmla="*/ 177 h 354"/>
              <a:gd name="T38" fmla="*/ 89 w 353"/>
              <a:gd name="T39" fmla="*/ 185 h 354"/>
              <a:gd name="T40" fmla="*/ 177 w 353"/>
              <a:gd name="T41" fmla="*/ 153 h 354"/>
              <a:gd name="T42" fmla="*/ 153 w 353"/>
              <a:gd name="T43" fmla="*/ 177 h 354"/>
              <a:gd name="T44" fmla="*/ 177 w 353"/>
              <a:gd name="T45" fmla="*/ 201 h 354"/>
              <a:gd name="T46" fmla="*/ 201 w 353"/>
              <a:gd name="T47" fmla="*/ 177 h 354"/>
              <a:gd name="T48" fmla="*/ 177 w 353"/>
              <a:gd name="T49" fmla="*/ 153 h 354"/>
              <a:gd name="T50" fmla="*/ 177 w 353"/>
              <a:gd name="T51" fmla="*/ 185 h 354"/>
              <a:gd name="T52" fmla="*/ 169 w 353"/>
              <a:gd name="T53" fmla="*/ 177 h 354"/>
              <a:gd name="T54" fmla="*/ 177 w 353"/>
              <a:gd name="T55" fmla="*/ 169 h 354"/>
              <a:gd name="T56" fmla="*/ 185 w 353"/>
              <a:gd name="T57" fmla="*/ 177 h 354"/>
              <a:gd name="T58" fmla="*/ 177 w 353"/>
              <a:gd name="T59" fmla="*/ 185 h 354"/>
              <a:gd name="T60" fmla="*/ 177 w 353"/>
              <a:gd name="T61" fmla="*/ 0 h 354"/>
              <a:gd name="T62" fmla="*/ 0 w 353"/>
              <a:gd name="T63" fmla="*/ 177 h 354"/>
              <a:gd name="T64" fmla="*/ 177 w 353"/>
              <a:gd name="T65" fmla="*/ 354 h 354"/>
              <a:gd name="T66" fmla="*/ 353 w 353"/>
              <a:gd name="T67" fmla="*/ 177 h 354"/>
              <a:gd name="T68" fmla="*/ 177 w 353"/>
              <a:gd name="T69" fmla="*/ 0 h 354"/>
              <a:gd name="T70" fmla="*/ 177 w 353"/>
              <a:gd name="T71" fmla="*/ 338 h 354"/>
              <a:gd name="T72" fmla="*/ 16 w 353"/>
              <a:gd name="T73" fmla="*/ 177 h 354"/>
              <a:gd name="T74" fmla="*/ 177 w 353"/>
              <a:gd name="T75" fmla="*/ 16 h 354"/>
              <a:gd name="T76" fmla="*/ 337 w 353"/>
              <a:gd name="T77" fmla="*/ 177 h 354"/>
              <a:gd name="T78" fmla="*/ 177 w 353"/>
              <a:gd name="T79" fmla="*/ 338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353" h="354">
                <a:moveTo>
                  <a:pt x="265" y="153"/>
                </a:moveTo>
                <a:cubicBezTo>
                  <a:pt x="252" y="153"/>
                  <a:pt x="241" y="164"/>
                  <a:pt x="241" y="177"/>
                </a:cubicBezTo>
                <a:cubicBezTo>
                  <a:pt x="241" y="190"/>
                  <a:pt x="252" y="201"/>
                  <a:pt x="265" y="201"/>
                </a:cubicBezTo>
                <a:cubicBezTo>
                  <a:pt x="278" y="201"/>
                  <a:pt x="289" y="190"/>
                  <a:pt x="289" y="177"/>
                </a:cubicBezTo>
                <a:cubicBezTo>
                  <a:pt x="289" y="164"/>
                  <a:pt x="278" y="153"/>
                  <a:pt x="265" y="153"/>
                </a:cubicBezTo>
                <a:moveTo>
                  <a:pt x="265" y="185"/>
                </a:moveTo>
                <a:cubicBezTo>
                  <a:pt x="261" y="185"/>
                  <a:pt x="257" y="181"/>
                  <a:pt x="257" y="177"/>
                </a:cubicBezTo>
                <a:cubicBezTo>
                  <a:pt x="257" y="173"/>
                  <a:pt x="261" y="169"/>
                  <a:pt x="265" y="169"/>
                </a:cubicBezTo>
                <a:cubicBezTo>
                  <a:pt x="270" y="169"/>
                  <a:pt x="273" y="173"/>
                  <a:pt x="273" y="177"/>
                </a:cubicBezTo>
                <a:cubicBezTo>
                  <a:pt x="273" y="181"/>
                  <a:pt x="270" y="185"/>
                  <a:pt x="265" y="185"/>
                </a:cubicBezTo>
                <a:moveTo>
                  <a:pt x="89" y="153"/>
                </a:moveTo>
                <a:cubicBezTo>
                  <a:pt x="75" y="153"/>
                  <a:pt x="64" y="164"/>
                  <a:pt x="64" y="177"/>
                </a:cubicBezTo>
                <a:cubicBezTo>
                  <a:pt x="64" y="190"/>
                  <a:pt x="75" y="201"/>
                  <a:pt x="89" y="201"/>
                </a:cubicBezTo>
                <a:cubicBezTo>
                  <a:pt x="102" y="201"/>
                  <a:pt x="113" y="190"/>
                  <a:pt x="113" y="177"/>
                </a:cubicBezTo>
                <a:cubicBezTo>
                  <a:pt x="113" y="164"/>
                  <a:pt x="102" y="153"/>
                  <a:pt x="89" y="153"/>
                </a:cubicBezTo>
                <a:moveTo>
                  <a:pt x="89" y="185"/>
                </a:moveTo>
                <a:cubicBezTo>
                  <a:pt x="84" y="185"/>
                  <a:pt x="81" y="181"/>
                  <a:pt x="81" y="177"/>
                </a:cubicBezTo>
                <a:cubicBezTo>
                  <a:pt x="81" y="173"/>
                  <a:pt x="84" y="169"/>
                  <a:pt x="89" y="169"/>
                </a:cubicBezTo>
                <a:cubicBezTo>
                  <a:pt x="93" y="169"/>
                  <a:pt x="97" y="173"/>
                  <a:pt x="97" y="177"/>
                </a:cubicBezTo>
                <a:cubicBezTo>
                  <a:pt x="97" y="181"/>
                  <a:pt x="93" y="185"/>
                  <a:pt x="89" y="185"/>
                </a:cubicBezTo>
                <a:moveTo>
                  <a:pt x="177" y="153"/>
                </a:moveTo>
                <a:cubicBezTo>
                  <a:pt x="164" y="153"/>
                  <a:pt x="153" y="164"/>
                  <a:pt x="153" y="177"/>
                </a:cubicBezTo>
                <a:cubicBezTo>
                  <a:pt x="153" y="190"/>
                  <a:pt x="164" y="201"/>
                  <a:pt x="177" y="201"/>
                </a:cubicBezTo>
                <a:cubicBezTo>
                  <a:pt x="190" y="201"/>
                  <a:pt x="201" y="190"/>
                  <a:pt x="201" y="177"/>
                </a:cubicBezTo>
                <a:cubicBezTo>
                  <a:pt x="201" y="164"/>
                  <a:pt x="190" y="153"/>
                  <a:pt x="177" y="153"/>
                </a:cubicBezTo>
                <a:moveTo>
                  <a:pt x="177" y="185"/>
                </a:moveTo>
                <a:cubicBezTo>
                  <a:pt x="172" y="185"/>
                  <a:pt x="169" y="181"/>
                  <a:pt x="169" y="177"/>
                </a:cubicBezTo>
                <a:cubicBezTo>
                  <a:pt x="169" y="173"/>
                  <a:pt x="172" y="169"/>
                  <a:pt x="177" y="169"/>
                </a:cubicBezTo>
                <a:cubicBezTo>
                  <a:pt x="181" y="169"/>
                  <a:pt x="185" y="173"/>
                  <a:pt x="185" y="177"/>
                </a:cubicBezTo>
                <a:cubicBezTo>
                  <a:pt x="185" y="181"/>
                  <a:pt x="181" y="185"/>
                  <a:pt x="177" y="185"/>
                </a:cubicBezTo>
                <a:moveTo>
                  <a:pt x="177" y="0"/>
                </a:moveTo>
                <a:cubicBezTo>
                  <a:pt x="79" y="0"/>
                  <a:pt x="0" y="80"/>
                  <a:pt x="0" y="177"/>
                </a:cubicBezTo>
                <a:cubicBezTo>
                  <a:pt x="0" y="275"/>
                  <a:pt x="79" y="354"/>
                  <a:pt x="177" y="354"/>
                </a:cubicBezTo>
                <a:cubicBezTo>
                  <a:pt x="274" y="354"/>
                  <a:pt x="353" y="275"/>
                  <a:pt x="353" y="177"/>
                </a:cubicBezTo>
                <a:cubicBezTo>
                  <a:pt x="353" y="80"/>
                  <a:pt x="274" y="0"/>
                  <a:pt x="177" y="0"/>
                </a:cubicBezTo>
                <a:moveTo>
                  <a:pt x="177" y="338"/>
                </a:moveTo>
                <a:cubicBezTo>
                  <a:pt x="88" y="338"/>
                  <a:pt x="16" y="266"/>
                  <a:pt x="16" y="177"/>
                </a:cubicBezTo>
                <a:cubicBezTo>
                  <a:pt x="16" y="88"/>
                  <a:pt x="88" y="16"/>
                  <a:pt x="177" y="16"/>
                </a:cubicBezTo>
                <a:cubicBezTo>
                  <a:pt x="266" y="16"/>
                  <a:pt x="337" y="88"/>
                  <a:pt x="337" y="177"/>
                </a:cubicBezTo>
                <a:cubicBezTo>
                  <a:pt x="337" y="266"/>
                  <a:pt x="266" y="338"/>
                  <a:pt x="177" y="338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4" name="Freeform 83"/>
          <p:cNvSpPr>
            <a:spLocks noEditPoints="1"/>
          </p:cNvSpPr>
          <p:nvPr/>
        </p:nvSpPr>
        <p:spPr bwMode="auto">
          <a:xfrm>
            <a:off x="6360584" y="3139018"/>
            <a:ext cx="577851" cy="579967"/>
          </a:xfrm>
          <a:custGeom>
            <a:avLst/>
            <a:gdLst>
              <a:gd name="T0" fmla="*/ 88 w 353"/>
              <a:gd name="T1" fmla="*/ 265 h 354"/>
              <a:gd name="T2" fmla="*/ 156 w 353"/>
              <a:gd name="T3" fmla="*/ 254 h 354"/>
              <a:gd name="T4" fmla="*/ 341 w 353"/>
              <a:gd name="T5" fmla="*/ 69 h 354"/>
              <a:gd name="T6" fmla="*/ 353 w 353"/>
              <a:gd name="T7" fmla="*/ 41 h 354"/>
              <a:gd name="T8" fmla="*/ 313 w 353"/>
              <a:gd name="T9" fmla="*/ 0 h 354"/>
              <a:gd name="T10" fmla="*/ 284 w 353"/>
              <a:gd name="T11" fmla="*/ 12 h 354"/>
              <a:gd name="T12" fmla="*/ 100 w 353"/>
              <a:gd name="T13" fmla="*/ 197 h 354"/>
              <a:gd name="T14" fmla="*/ 88 w 353"/>
              <a:gd name="T15" fmla="*/ 265 h 354"/>
              <a:gd name="T16" fmla="*/ 296 w 353"/>
              <a:gd name="T17" fmla="*/ 24 h 354"/>
              <a:gd name="T18" fmla="*/ 313 w 353"/>
              <a:gd name="T19" fmla="*/ 16 h 354"/>
              <a:gd name="T20" fmla="*/ 337 w 353"/>
              <a:gd name="T21" fmla="*/ 41 h 354"/>
              <a:gd name="T22" fmla="*/ 330 w 353"/>
              <a:gd name="T23" fmla="*/ 58 h 354"/>
              <a:gd name="T24" fmla="*/ 319 w 353"/>
              <a:gd name="T25" fmla="*/ 68 h 354"/>
              <a:gd name="T26" fmla="*/ 285 w 353"/>
              <a:gd name="T27" fmla="*/ 34 h 354"/>
              <a:gd name="T28" fmla="*/ 296 w 353"/>
              <a:gd name="T29" fmla="*/ 24 h 354"/>
              <a:gd name="T30" fmla="*/ 274 w 353"/>
              <a:gd name="T31" fmla="*/ 45 h 354"/>
              <a:gd name="T32" fmla="*/ 308 w 353"/>
              <a:gd name="T33" fmla="*/ 79 h 354"/>
              <a:gd name="T34" fmla="*/ 160 w 353"/>
              <a:gd name="T35" fmla="*/ 227 h 354"/>
              <a:gd name="T36" fmla="*/ 160 w 353"/>
              <a:gd name="T37" fmla="*/ 193 h 354"/>
              <a:gd name="T38" fmla="*/ 126 w 353"/>
              <a:gd name="T39" fmla="*/ 193 h 354"/>
              <a:gd name="T40" fmla="*/ 274 w 353"/>
              <a:gd name="T41" fmla="*/ 45 h 354"/>
              <a:gd name="T42" fmla="*/ 114 w 353"/>
              <a:gd name="T43" fmla="*/ 209 h 354"/>
              <a:gd name="T44" fmla="*/ 144 w 353"/>
              <a:gd name="T45" fmla="*/ 209 h 354"/>
              <a:gd name="T46" fmla="*/ 144 w 353"/>
              <a:gd name="T47" fmla="*/ 239 h 354"/>
              <a:gd name="T48" fmla="*/ 108 w 353"/>
              <a:gd name="T49" fmla="*/ 245 h 354"/>
              <a:gd name="T50" fmla="*/ 114 w 353"/>
              <a:gd name="T51" fmla="*/ 209 h 354"/>
              <a:gd name="T52" fmla="*/ 345 w 353"/>
              <a:gd name="T53" fmla="*/ 121 h 354"/>
              <a:gd name="T54" fmla="*/ 337 w 353"/>
              <a:gd name="T55" fmla="*/ 129 h 354"/>
              <a:gd name="T56" fmla="*/ 337 w 353"/>
              <a:gd name="T57" fmla="*/ 305 h 354"/>
              <a:gd name="T58" fmla="*/ 305 w 353"/>
              <a:gd name="T59" fmla="*/ 338 h 354"/>
              <a:gd name="T60" fmla="*/ 48 w 353"/>
              <a:gd name="T61" fmla="*/ 338 h 354"/>
              <a:gd name="T62" fmla="*/ 16 w 353"/>
              <a:gd name="T63" fmla="*/ 305 h 354"/>
              <a:gd name="T64" fmla="*/ 16 w 353"/>
              <a:gd name="T65" fmla="*/ 49 h 354"/>
              <a:gd name="T66" fmla="*/ 48 w 353"/>
              <a:gd name="T67" fmla="*/ 16 h 354"/>
              <a:gd name="T68" fmla="*/ 224 w 353"/>
              <a:gd name="T69" fmla="*/ 16 h 354"/>
              <a:gd name="T70" fmla="*/ 232 w 353"/>
              <a:gd name="T71" fmla="*/ 8 h 354"/>
              <a:gd name="T72" fmla="*/ 224 w 353"/>
              <a:gd name="T73" fmla="*/ 0 h 354"/>
              <a:gd name="T74" fmla="*/ 48 w 353"/>
              <a:gd name="T75" fmla="*/ 0 h 354"/>
              <a:gd name="T76" fmla="*/ 0 w 353"/>
              <a:gd name="T77" fmla="*/ 49 h 354"/>
              <a:gd name="T78" fmla="*/ 0 w 353"/>
              <a:gd name="T79" fmla="*/ 305 h 354"/>
              <a:gd name="T80" fmla="*/ 48 w 353"/>
              <a:gd name="T81" fmla="*/ 354 h 354"/>
              <a:gd name="T82" fmla="*/ 305 w 353"/>
              <a:gd name="T83" fmla="*/ 354 h 354"/>
              <a:gd name="T84" fmla="*/ 353 w 353"/>
              <a:gd name="T85" fmla="*/ 305 h 354"/>
              <a:gd name="T86" fmla="*/ 353 w 353"/>
              <a:gd name="T87" fmla="*/ 129 h 354"/>
              <a:gd name="T88" fmla="*/ 345 w 353"/>
              <a:gd name="T89" fmla="*/ 121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353" h="354">
                <a:moveTo>
                  <a:pt x="88" y="265"/>
                </a:moveTo>
                <a:cubicBezTo>
                  <a:pt x="156" y="254"/>
                  <a:pt x="156" y="254"/>
                  <a:pt x="156" y="254"/>
                </a:cubicBezTo>
                <a:cubicBezTo>
                  <a:pt x="341" y="69"/>
                  <a:pt x="341" y="69"/>
                  <a:pt x="341" y="69"/>
                </a:cubicBezTo>
                <a:cubicBezTo>
                  <a:pt x="348" y="62"/>
                  <a:pt x="353" y="52"/>
                  <a:pt x="353" y="41"/>
                </a:cubicBezTo>
                <a:cubicBezTo>
                  <a:pt x="353" y="18"/>
                  <a:pt x="335" y="0"/>
                  <a:pt x="313" y="0"/>
                </a:cubicBezTo>
                <a:cubicBezTo>
                  <a:pt x="302" y="0"/>
                  <a:pt x="292" y="5"/>
                  <a:pt x="284" y="12"/>
                </a:cubicBezTo>
                <a:cubicBezTo>
                  <a:pt x="100" y="197"/>
                  <a:pt x="100" y="197"/>
                  <a:pt x="100" y="197"/>
                </a:cubicBezTo>
                <a:lnTo>
                  <a:pt x="88" y="265"/>
                </a:lnTo>
                <a:close/>
                <a:moveTo>
                  <a:pt x="296" y="24"/>
                </a:moveTo>
                <a:cubicBezTo>
                  <a:pt x="300" y="19"/>
                  <a:pt x="306" y="16"/>
                  <a:pt x="313" y="16"/>
                </a:cubicBezTo>
                <a:cubicBezTo>
                  <a:pt x="326" y="16"/>
                  <a:pt x="337" y="27"/>
                  <a:pt x="337" y="41"/>
                </a:cubicBezTo>
                <a:cubicBezTo>
                  <a:pt x="337" y="47"/>
                  <a:pt x="334" y="53"/>
                  <a:pt x="330" y="58"/>
                </a:cubicBezTo>
                <a:cubicBezTo>
                  <a:pt x="319" y="68"/>
                  <a:pt x="319" y="68"/>
                  <a:pt x="319" y="68"/>
                </a:cubicBezTo>
                <a:cubicBezTo>
                  <a:pt x="285" y="34"/>
                  <a:pt x="285" y="34"/>
                  <a:pt x="285" y="34"/>
                </a:cubicBezTo>
                <a:lnTo>
                  <a:pt x="296" y="24"/>
                </a:lnTo>
                <a:close/>
                <a:moveTo>
                  <a:pt x="274" y="45"/>
                </a:moveTo>
                <a:cubicBezTo>
                  <a:pt x="308" y="79"/>
                  <a:pt x="308" y="79"/>
                  <a:pt x="308" y="79"/>
                </a:cubicBezTo>
                <a:cubicBezTo>
                  <a:pt x="160" y="227"/>
                  <a:pt x="160" y="227"/>
                  <a:pt x="160" y="227"/>
                </a:cubicBezTo>
                <a:cubicBezTo>
                  <a:pt x="160" y="193"/>
                  <a:pt x="160" y="193"/>
                  <a:pt x="160" y="193"/>
                </a:cubicBezTo>
                <a:cubicBezTo>
                  <a:pt x="126" y="193"/>
                  <a:pt x="126" y="193"/>
                  <a:pt x="126" y="193"/>
                </a:cubicBezTo>
                <a:lnTo>
                  <a:pt x="274" y="45"/>
                </a:lnTo>
                <a:close/>
                <a:moveTo>
                  <a:pt x="114" y="209"/>
                </a:moveTo>
                <a:cubicBezTo>
                  <a:pt x="144" y="209"/>
                  <a:pt x="144" y="209"/>
                  <a:pt x="144" y="209"/>
                </a:cubicBezTo>
                <a:cubicBezTo>
                  <a:pt x="144" y="239"/>
                  <a:pt x="144" y="239"/>
                  <a:pt x="144" y="239"/>
                </a:cubicBezTo>
                <a:cubicBezTo>
                  <a:pt x="108" y="245"/>
                  <a:pt x="108" y="245"/>
                  <a:pt x="108" y="245"/>
                </a:cubicBezTo>
                <a:lnTo>
                  <a:pt x="114" y="209"/>
                </a:lnTo>
                <a:close/>
                <a:moveTo>
                  <a:pt x="345" y="121"/>
                </a:moveTo>
                <a:cubicBezTo>
                  <a:pt x="340" y="121"/>
                  <a:pt x="337" y="124"/>
                  <a:pt x="337" y="129"/>
                </a:cubicBezTo>
                <a:cubicBezTo>
                  <a:pt x="337" y="305"/>
                  <a:pt x="337" y="305"/>
                  <a:pt x="337" y="305"/>
                </a:cubicBezTo>
                <a:cubicBezTo>
                  <a:pt x="337" y="323"/>
                  <a:pt x="322" y="338"/>
                  <a:pt x="305" y="338"/>
                </a:cubicBezTo>
                <a:cubicBezTo>
                  <a:pt x="48" y="338"/>
                  <a:pt x="48" y="338"/>
                  <a:pt x="48" y="338"/>
                </a:cubicBezTo>
                <a:cubicBezTo>
                  <a:pt x="30" y="338"/>
                  <a:pt x="16" y="323"/>
                  <a:pt x="16" y="305"/>
                </a:cubicBezTo>
                <a:cubicBezTo>
                  <a:pt x="16" y="49"/>
                  <a:pt x="16" y="49"/>
                  <a:pt x="16" y="49"/>
                </a:cubicBezTo>
                <a:cubicBezTo>
                  <a:pt x="16" y="31"/>
                  <a:pt x="30" y="16"/>
                  <a:pt x="48" y="16"/>
                </a:cubicBezTo>
                <a:cubicBezTo>
                  <a:pt x="224" y="16"/>
                  <a:pt x="224" y="16"/>
                  <a:pt x="224" y="16"/>
                </a:cubicBezTo>
                <a:cubicBezTo>
                  <a:pt x="229" y="16"/>
                  <a:pt x="232" y="13"/>
                  <a:pt x="232" y="8"/>
                </a:cubicBezTo>
                <a:cubicBezTo>
                  <a:pt x="232" y="4"/>
                  <a:pt x="229" y="0"/>
                  <a:pt x="224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21" y="0"/>
                  <a:pt x="0" y="22"/>
                  <a:pt x="0" y="49"/>
                </a:cubicBezTo>
                <a:cubicBezTo>
                  <a:pt x="0" y="305"/>
                  <a:pt x="0" y="305"/>
                  <a:pt x="0" y="305"/>
                </a:cubicBezTo>
                <a:cubicBezTo>
                  <a:pt x="0" y="332"/>
                  <a:pt x="21" y="354"/>
                  <a:pt x="48" y="354"/>
                </a:cubicBezTo>
                <a:cubicBezTo>
                  <a:pt x="305" y="354"/>
                  <a:pt x="305" y="354"/>
                  <a:pt x="305" y="354"/>
                </a:cubicBezTo>
                <a:cubicBezTo>
                  <a:pt x="331" y="354"/>
                  <a:pt x="353" y="332"/>
                  <a:pt x="353" y="305"/>
                </a:cubicBezTo>
                <a:cubicBezTo>
                  <a:pt x="353" y="129"/>
                  <a:pt x="353" y="129"/>
                  <a:pt x="353" y="129"/>
                </a:cubicBezTo>
                <a:cubicBezTo>
                  <a:pt x="353" y="124"/>
                  <a:pt x="349" y="121"/>
                  <a:pt x="345" y="121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5" name="Freeform 84"/>
          <p:cNvSpPr>
            <a:spLocks noEditPoints="1"/>
          </p:cNvSpPr>
          <p:nvPr/>
        </p:nvSpPr>
        <p:spPr bwMode="auto">
          <a:xfrm>
            <a:off x="7463367" y="3139018"/>
            <a:ext cx="577851" cy="579967"/>
          </a:xfrm>
          <a:custGeom>
            <a:avLst/>
            <a:gdLst>
              <a:gd name="T0" fmla="*/ 289 w 353"/>
              <a:gd name="T1" fmla="*/ 0 h 354"/>
              <a:gd name="T2" fmla="*/ 243 w 353"/>
              <a:gd name="T3" fmla="*/ 19 h 354"/>
              <a:gd name="T4" fmla="*/ 27 w 353"/>
              <a:gd name="T5" fmla="*/ 236 h 354"/>
              <a:gd name="T6" fmla="*/ 0 w 353"/>
              <a:gd name="T7" fmla="*/ 354 h 354"/>
              <a:gd name="T8" fmla="*/ 118 w 353"/>
              <a:gd name="T9" fmla="*/ 327 h 354"/>
              <a:gd name="T10" fmla="*/ 334 w 353"/>
              <a:gd name="T11" fmla="*/ 110 h 354"/>
              <a:gd name="T12" fmla="*/ 353 w 353"/>
              <a:gd name="T13" fmla="*/ 65 h 354"/>
              <a:gd name="T14" fmla="*/ 289 w 353"/>
              <a:gd name="T15" fmla="*/ 0 h 354"/>
              <a:gd name="T16" fmla="*/ 104 w 353"/>
              <a:gd name="T17" fmla="*/ 312 h 354"/>
              <a:gd name="T18" fmla="*/ 48 w 353"/>
              <a:gd name="T19" fmla="*/ 325 h 354"/>
              <a:gd name="T20" fmla="*/ 48 w 353"/>
              <a:gd name="T21" fmla="*/ 305 h 354"/>
              <a:gd name="T22" fmla="*/ 29 w 353"/>
              <a:gd name="T23" fmla="*/ 305 h 354"/>
              <a:gd name="T24" fmla="*/ 42 w 353"/>
              <a:gd name="T25" fmla="*/ 249 h 354"/>
              <a:gd name="T26" fmla="*/ 104 w 353"/>
              <a:gd name="T27" fmla="*/ 249 h 354"/>
              <a:gd name="T28" fmla="*/ 104 w 353"/>
              <a:gd name="T29" fmla="*/ 312 h 354"/>
              <a:gd name="T30" fmla="*/ 120 w 353"/>
              <a:gd name="T31" fmla="*/ 301 h 354"/>
              <a:gd name="T32" fmla="*/ 120 w 353"/>
              <a:gd name="T33" fmla="*/ 241 h 354"/>
              <a:gd name="T34" fmla="*/ 112 w 353"/>
              <a:gd name="T35" fmla="*/ 233 h 354"/>
              <a:gd name="T36" fmla="*/ 52 w 353"/>
              <a:gd name="T37" fmla="*/ 233 h 354"/>
              <a:gd name="T38" fmla="*/ 225 w 353"/>
              <a:gd name="T39" fmla="*/ 60 h 354"/>
              <a:gd name="T40" fmla="*/ 293 w 353"/>
              <a:gd name="T41" fmla="*/ 128 h 354"/>
              <a:gd name="T42" fmla="*/ 120 w 353"/>
              <a:gd name="T43" fmla="*/ 301 h 354"/>
              <a:gd name="T44" fmla="*/ 323 w 353"/>
              <a:gd name="T45" fmla="*/ 99 h 354"/>
              <a:gd name="T46" fmla="*/ 305 w 353"/>
              <a:gd name="T47" fmla="*/ 117 h 354"/>
              <a:gd name="T48" fmla="*/ 236 w 353"/>
              <a:gd name="T49" fmla="*/ 49 h 354"/>
              <a:gd name="T50" fmla="*/ 255 w 353"/>
              <a:gd name="T51" fmla="*/ 31 h 354"/>
              <a:gd name="T52" fmla="*/ 289 w 353"/>
              <a:gd name="T53" fmla="*/ 16 h 354"/>
              <a:gd name="T54" fmla="*/ 337 w 353"/>
              <a:gd name="T55" fmla="*/ 65 h 354"/>
              <a:gd name="T56" fmla="*/ 323 w 353"/>
              <a:gd name="T57" fmla="*/ 99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353" h="354">
                <a:moveTo>
                  <a:pt x="289" y="0"/>
                </a:moveTo>
                <a:cubicBezTo>
                  <a:pt x="271" y="0"/>
                  <a:pt x="255" y="8"/>
                  <a:pt x="243" y="19"/>
                </a:cubicBezTo>
                <a:cubicBezTo>
                  <a:pt x="27" y="236"/>
                  <a:pt x="27" y="236"/>
                  <a:pt x="27" y="236"/>
                </a:cubicBezTo>
                <a:cubicBezTo>
                  <a:pt x="0" y="354"/>
                  <a:pt x="0" y="354"/>
                  <a:pt x="0" y="354"/>
                </a:cubicBezTo>
                <a:cubicBezTo>
                  <a:pt x="118" y="327"/>
                  <a:pt x="118" y="327"/>
                  <a:pt x="118" y="327"/>
                </a:cubicBezTo>
                <a:cubicBezTo>
                  <a:pt x="334" y="110"/>
                  <a:pt x="334" y="110"/>
                  <a:pt x="334" y="110"/>
                </a:cubicBezTo>
                <a:cubicBezTo>
                  <a:pt x="346" y="98"/>
                  <a:pt x="353" y="82"/>
                  <a:pt x="353" y="65"/>
                </a:cubicBezTo>
                <a:cubicBezTo>
                  <a:pt x="353" y="29"/>
                  <a:pt x="324" y="0"/>
                  <a:pt x="289" y="0"/>
                </a:cubicBezTo>
                <a:moveTo>
                  <a:pt x="104" y="312"/>
                </a:moveTo>
                <a:cubicBezTo>
                  <a:pt x="48" y="325"/>
                  <a:pt x="48" y="325"/>
                  <a:pt x="48" y="325"/>
                </a:cubicBezTo>
                <a:cubicBezTo>
                  <a:pt x="48" y="305"/>
                  <a:pt x="48" y="305"/>
                  <a:pt x="48" y="305"/>
                </a:cubicBezTo>
                <a:cubicBezTo>
                  <a:pt x="29" y="305"/>
                  <a:pt x="29" y="305"/>
                  <a:pt x="29" y="305"/>
                </a:cubicBezTo>
                <a:cubicBezTo>
                  <a:pt x="42" y="249"/>
                  <a:pt x="42" y="249"/>
                  <a:pt x="42" y="249"/>
                </a:cubicBezTo>
                <a:cubicBezTo>
                  <a:pt x="104" y="249"/>
                  <a:pt x="104" y="249"/>
                  <a:pt x="104" y="249"/>
                </a:cubicBezTo>
                <a:lnTo>
                  <a:pt x="104" y="312"/>
                </a:lnTo>
                <a:close/>
                <a:moveTo>
                  <a:pt x="120" y="301"/>
                </a:moveTo>
                <a:cubicBezTo>
                  <a:pt x="120" y="241"/>
                  <a:pt x="120" y="241"/>
                  <a:pt x="120" y="241"/>
                </a:cubicBezTo>
                <a:cubicBezTo>
                  <a:pt x="120" y="237"/>
                  <a:pt x="117" y="233"/>
                  <a:pt x="112" y="233"/>
                </a:cubicBezTo>
                <a:cubicBezTo>
                  <a:pt x="52" y="233"/>
                  <a:pt x="52" y="233"/>
                  <a:pt x="52" y="233"/>
                </a:cubicBezTo>
                <a:cubicBezTo>
                  <a:pt x="225" y="60"/>
                  <a:pt x="225" y="60"/>
                  <a:pt x="225" y="60"/>
                </a:cubicBezTo>
                <a:cubicBezTo>
                  <a:pt x="293" y="128"/>
                  <a:pt x="293" y="128"/>
                  <a:pt x="293" y="128"/>
                </a:cubicBezTo>
                <a:lnTo>
                  <a:pt x="120" y="301"/>
                </a:lnTo>
                <a:close/>
                <a:moveTo>
                  <a:pt x="323" y="99"/>
                </a:moveTo>
                <a:cubicBezTo>
                  <a:pt x="305" y="117"/>
                  <a:pt x="305" y="117"/>
                  <a:pt x="305" y="117"/>
                </a:cubicBezTo>
                <a:cubicBezTo>
                  <a:pt x="236" y="49"/>
                  <a:pt x="236" y="49"/>
                  <a:pt x="236" y="49"/>
                </a:cubicBezTo>
                <a:cubicBezTo>
                  <a:pt x="255" y="31"/>
                  <a:pt x="255" y="31"/>
                  <a:pt x="255" y="31"/>
                </a:cubicBezTo>
                <a:cubicBezTo>
                  <a:pt x="255" y="31"/>
                  <a:pt x="268" y="16"/>
                  <a:pt x="289" y="16"/>
                </a:cubicBezTo>
                <a:cubicBezTo>
                  <a:pt x="315" y="16"/>
                  <a:pt x="337" y="38"/>
                  <a:pt x="337" y="65"/>
                </a:cubicBezTo>
                <a:cubicBezTo>
                  <a:pt x="337" y="78"/>
                  <a:pt x="332" y="90"/>
                  <a:pt x="323" y="99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6" name="Freeform 85"/>
          <p:cNvSpPr>
            <a:spLocks noEditPoints="1"/>
          </p:cNvSpPr>
          <p:nvPr/>
        </p:nvSpPr>
        <p:spPr bwMode="auto">
          <a:xfrm>
            <a:off x="8568267" y="3164418"/>
            <a:ext cx="577851" cy="529167"/>
          </a:xfrm>
          <a:custGeom>
            <a:avLst/>
            <a:gdLst>
              <a:gd name="T0" fmla="*/ 177 w 353"/>
              <a:gd name="T1" fmla="*/ 0 h 322"/>
              <a:gd name="T2" fmla="*/ 0 w 353"/>
              <a:gd name="T3" fmla="*/ 145 h 322"/>
              <a:gd name="T4" fmla="*/ 50 w 353"/>
              <a:gd name="T5" fmla="*/ 246 h 322"/>
              <a:gd name="T6" fmla="*/ 32 w 353"/>
              <a:gd name="T7" fmla="*/ 322 h 322"/>
              <a:gd name="T8" fmla="*/ 127 w 353"/>
              <a:gd name="T9" fmla="*/ 284 h 322"/>
              <a:gd name="T10" fmla="*/ 177 w 353"/>
              <a:gd name="T11" fmla="*/ 289 h 322"/>
              <a:gd name="T12" fmla="*/ 353 w 353"/>
              <a:gd name="T13" fmla="*/ 145 h 322"/>
              <a:gd name="T14" fmla="*/ 177 w 353"/>
              <a:gd name="T15" fmla="*/ 0 h 322"/>
              <a:gd name="T16" fmla="*/ 177 w 353"/>
              <a:gd name="T17" fmla="*/ 273 h 322"/>
              <a:gd name="T18" fmla="*/ 131 w 353"/>
              <a:gd name="T19" fmla="*/ 268 h 322"/>
              <a:gd name="T20" fmla="*/ 127 w 353"/>
              <a:gd name="T21" fmla="*/ 268 h 322"/>
              <a:gd name="T22" fmla="*/ 121 w 353"/>
              <a:gd name="T23" fmla="*/ 269 h 322"/>
              <a:gd name="T24" fmla="*/ 55 w 353"/>
              <a:gd name="T25" fmla="*/ 295 h 322"/>
              <a:gd name="T26" fmla="*/ 66 w 353"/>
              <a:gd name="T27" fmla="*/ 249 h 322"/>
              <a:gd name="T28" fmla="*/ 61 w 353"/>
              <a:gd name="T29" fmla="*/ 233 h 322"/>
              <a:gd name="T30" fmla="*/ 16 w 353"/>
              <a:gd name="T31" fmla="*/ 145 h 322"/>
              <a:gd name="T32" fmla="*/ 177 w 353"/>
              <a:gd name="T33" fmla="*/ 17 h 322"/>
              <a:gd name="T34" fmla="*/ 337 w 353"/>
              <a:gd name="T35" fmla="*/ 145 h 322"/>
              <a:gd name="T36" fmla="*/ 177 w 353"/>
              <a:gd name="T37" fmla="*/ 273 h 3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353" h="322">
                <a:moveTo>
                  <a:pt x="177" y="0"/>
                </a:moveTo>
                <a:cubicBezTo>
                  <a:pt x="79" y="0"/>
                  <a:pt x="0" y="65"/>
                  <a:pt x="0" y="145"/>
                </a:cubicBezTo>
                <a:cubicBezTo>
                  <a:pt x="0" y="184"/>
                  <a:pt x="19" y="220"/>
                  <a:pt x="50" y="246"/>
                </a:cubicBezTo>
                <a:cubicBezTo>
                  <a:pt x="32" y="322"/>
                  <a:pt x="32" y="322"/>
                  <a:pt x="32" y="322"/>
                </a:cubicBezTo>
                <a:cubicBezTo>
                  <a:pt x="127" y="284"/>
                  <a:pt x="127" y="284"/>
                  <a:pt x="127" y="284"/>
                </a:cubicBezTo>
                <a:cubicBezTo>
                  <a:pt x="143" y="287"/>
                  <a:pt x="160" y="289"/>
                  <a:pt x="177" y="289"/>
                </a:cubicBezTo>
                <a:cubicBezTo>
                  <a:pt x="274" y="289"/>
                  <a:pt x="353" y="225"/>
                  <a:pt x="353" y="145"/>
                </a:cubicBezTo>
                <a:cubicBezTo>
                  <a:pt x="353" y="65"/>
                  <a:pt x="274" y="0"/>
                  <a:pt x="177" y="0"/>
                </a:cubicBezTo>
                <a:moveTo>
                  <a:pt x="177" y="273"/>
                </a:moveTo>
                <a:cubicBezTo>
                  <a:pt x="162" y="273"/>
                  <a:pt x="146" y="272"/>
                  <a:pt x="131" y="268"/>
                </a:cubicBezTo>
                <a:cubicBezTo>
                  <a:pt x="130" y="268"/>
                  <a:pt x="129" y="268"/>
                  <a:pt x="127" y="268"/>
                </a:cubicBezTo>
                <a:cubicBezTo>
                  <a:pt x="125" y="268"/>
                  <a:pt x="123" y="268"/>
                  <a:pt x="121" y="269"/>
                </a:cubicBezTo>
                <a:cubicBezTo>
                  <a:pt x="55" y="295"/>
                  <a:pt x="55" y="295"/>
                  <a:pt x="55" y="295"/>
                </a:cubicBezTo>
                <a:cubicBezTo>
                  <a:pt x="66" y="249"/>
                  <a:pt x="66" y="249"/>
                  <a:pt x="66" y="249"/>
                </a:cubicBezTo>
                <a:cubicBezTo>
                  <a:pt x="67" y="243"/>
                  <a:pt x="65" y="237"/>
                  <a:pt x="61" y="233"/>
                </a:cubicBezTo>
                <a:cubicBezTo>
                  <a:pt x="32" y="209"/>
                  <a:pt x="16" y="178"/>
                  <a:pt x="16" y="145"/>
                </a:cubicBezTo>
                <a:cubicBezTo>
                  <a:pt x="16" y="74"/>
                  <a:pt x="88" y="17"/>
                  <a:pt x="177" y="17"/>
                </a:cubicBezTo>
                <a:cubicBezTo>
                  <a:pt x="265" y="17"/>
                  <a:pt x="337" y="74"/>
                  <a:pt x="337" y="145"/>
                </a:cubicBezTo>
                <a:cubicBezTo>
                  <a:pt x="337" y="216"/>
                  <a:pt x="265" y="273"/>
                  <a:pt x="177" y="273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7" name="Freeform 86"/>
          <p:cNvSpPr>
            <a:spLocks noEditPoints="1"/>
          </p:cNvSpPr>
          <p:nvPr/>
        </p:nvSpPr>
        <p:spPr bwMode="auto">
          <a:xfrm>
            <a:off x="9673167" y="3164418"/>
            <a:ext cx="577851" cy="529167"/>
          </a:xfrm>
          <a:custGeom>
            <a:avLst/>
            <a:gdLst>
              <a:gd name="T0" fmla="*/ 96 w 353"/>
              <a:gd name="T1" fmla="*/ 121 h 322"/>
              <a:gd name="T2" fmla="*/ 72 w 353"/>
              <a:gd name="T3" fmla="*/ 145 h 322"/>
              <a:gd name="T4" fmla="*/ 96 w 353"/>
              <a:gd name="T5" fmla="*/ 169 h 322"/>
              <a:gd name="T6" fmla="*/ 120 w 353"/>
              <a:gd name="T7" fmla="*/ 145 h 322"/>
              <a:gd name="T8" fmla="*/ 96 w 353"/>
              <a:gd name="T9" fmla="*/ 121 h 322"/>
              <a:gd name="T10" fmla="*/ 176 w 353"/>
              <a:gd name="T11" fmla="*/ 121 h 322"/>
              <a:gd name="T12" fmla="*/ 152 w 353"/>
              <a:gd name="T13" fmla="*/ 145 h 322"/>
              <a:gd name="T14" fmla="*/ 176 w 353"/>
              <a:gd name="T15" fmla="*/ 169 h 322"/>
              <a:gd name="T16" fmla="*/ 200 w 353"/>
              <a:gd name="T17" fmla="*/ 145 h 322"/>
              <a:gd name="T18" fmla="*/ 176 w 353"/>
              <a:gd name="T19" fmla="*/ 121 h 322"/>
              <a:gd name="T20" fmla="*/ 176 w 353"/>
              <a:gd name="T21" fmla="*/ 0 h 322"/>
              <a:gd name="T22" fmla="*/ 0 w 353"/>
              <a:gd name="T23" fmla="*/ 145 h 322"/>
              <a:gd name="T24" fmla="*/ 50 w 353"/>
              <a:gd name="T25" fmla="*/ 246 h 322"/>
              <a:gd name="T26" fmla="*/ 32 w 353"/>
              <a:gd name="T27" fmla="*/ 322 h 322"/>
              <a:gd name="T28" fmla="*/ 127 w 353"/>
              <a:gd name="T29" fmla="*/ 284 h 322"/>
              <a:gd name="T30" fmla="*/ 176 w 353"/>
              <a:gd name="T31" fmla="*/ 289 h 322"/>
              <a:gd name="T32" fmla="*/ 353 w 353"/>
              <a:gd name="T33" fmla="*/ 145 h 322"/>
              <a:gd name="T34" fmla="*/ 176 w 353"/>
              <a:gd name="T35" fmla="*/ 0 h 322"/>
              <a:gd name="T36" fmla="*/ 176 w 353"/>
              <a:gd name="T37" fmla="*/ 273 h 322"/>
              <a:gd name="T38" fmla="*/ 130 w 353"/>
              <a:gd name="T39" fmla="*/ 268 h 322"/>
              <a:gd name="T40" fmla="*/ 127 w 353"/>
              <a:gd name="T41" fmla="*/ 268 h 322"/>
              <a:gd name="T42" fmla="*/ 121 w 353"/>
              <a:gd name="T43" fmla="*/ 269 h 322"/>
              <a:gd name="T44" fmla="*/ 54 w 353"/>
              <a:gd name="T45" fmla="*/ 295 h 322"/>
              <a:gd name="T46" fmla="*/ 65 w 353"/>
              <a:gd name="T47" fmla="*/ 249 h 322"/>
              <a:gd name="T48" fmla="*/ 60 w 353"/>
              <a:gd name="T49" fmla="*/ 233 h 322"/>
              <a:gd name="T50" fmla="*/ 16 w 353"/>
              <a:gd name="T51" fmla="*/ 145 h 322"/>
              <a:gd name="T52" fmla="*/ 176 w 353"/>
              <a:gd name="T53" fmla="*/ 17 h 322"/>
              <a:gd name="T54" fmla="*/ 337 w 353"/>
              <a:gd name="T55" fmla="*/ 145 h 322"/>
              <a:gd name="T56" fmla="*/ 176 w 353"/>
              <a:gd name="T57" fmla="*/ 273 h 322"/>
              <a:gd name="T58" fmla="*/ 256 w 353"/>
              <a:gd name="T59" fmla="*/ 121 h 322"/>
              <a:gd name="T60" fmla="*/ 232 w 353"/>
              <a:gd name="T61" fmla="*/ 145 h 322"/>
              <a:gd name="T62" fmla="*/ 256 w 353"/>
              <a:gd name="T63" fmla="*/ 169 h 322"/>
              <a:gd name="T64" fmla="*/ 281 w 353"/>
              <a:gd name="T65" fmla="*/ 145 h 322"/>
              <a:gd name="T66" fmla="*/ 256 w 353"/>
              <a:gd name="T67" fmla="*/ 121 h 3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353" h="322">
                <a:moveTo>
                  <a:pt x="96" y="121"/>
                </a:moveTo>
                <a:cubicBezTo>
                  <a:pt x="83" y="121"/>
                  <a:pt x="72" y="132"/>
                  <a:pt x="72" y="145"/>
                </a:cubicBezTo>
                <a:cubicBezTo>
                  <a:pt x="72" y="158"/>
                  <a:pt x="83" y="169"/>
                  <a:pt x="96" y="169"/>
                </a:cubicBezTo>
                <a:cubicBezTo>
                  <a:pt x="109" y="169"/>
                  <a:pt x="120" y="158"/>
                  <a:pt x="120" y="145"/>
                </a:cubicBezTo>
                <a:cubicBezTo>
                  <a:pt x="120" y="132"/>
                  <a:pt x="109" y="121"/>
                  <a:pt x="96" y="121"/>
                </a:cubicBezTo>
                <a:moveTo>
                  <a:pt x="176" y="121"/>
                </a:moveTo>
                <a:cubicBezTo>
                  <a:pt x="163" y="121"/>
                  <a:pt x="152" y="132"/>
                  <a:pt x="152" y="145"/>
                </a:cubicBezTo>
                <a:cubicBezTo>
                  <a:pt x="152" y="158"/>
                  <a:pt x="163" y="169"/>
                  <a:pt x="176" y="169"/>
                </a:cubicBezTo>
                <a:cubicBezTo>
                  <a:pt x="189" y="169"/>
                  <a:pt x="200" y="158"/>
                  <a:pt x="200" y="145"/>
                </a:cubicBezTo>
                <a:cubicBezTo>
                  <a:pt x="200" y="132"/>
                  <a:pt x="189" y="121"/>
                  <a:pt x="176" y="121"/>
                </a:cubicBezTo>
                <a:moveTo>
                  <a:pt x="176" y="0"/>
                </a:moveTo>
                <a:cubicBezTo>
                  <a:pt x="79" y="0"/>
                  <a:pt x="0" y="65"/>
                  <a:pt x="0" y="145"/>
                </a:cubicBezTo>
                <a:cubicBezTo>
                  <a:pt x="0" y="184"/>
                  <a:pt x="19" y="220"/>
                  <a:pt x="50" y="246"/>
                </a:cubicBezTo>
                <a:cubicBezTo>
                  <a:pt x="32" y="322"/>
                  <a:pt x="32" y="322"/>
                  <a:pt x="32" y="322"/>
                </a:cubicBezTo>
                <a:cubicBezTo>
                  <a:pt x="127" y="284"/>
                  <a:pt x="127" y="284"/>
                  <a:pt x="127" y="284"/>
                </a:cubicBezTo>
                <a:cubicBezTo>
                  <a:pt x="142" y="287"/>
                  <a:pt x="159" y="289"/>
                  <a:pt x="176" y="289"/>
                </a:cubicBezTo>
                <a:cubicBezTo>
                  <a:pt x="274" y="289"/>
                  <a:pt x="353" y="225"/>
                  <a:pt x="353" y="145"/>
                </a:cubicBezTo>
                <a:cubicBezTo>
                  <a:pt x="353" y="65"/>
                  <a:pt x="274" y="0"/>
                  <a:pt x="176" y="0"/>
                </a:cubicBezTo>
                <a:moveTo>
                  <a:pt x="176" y="273"/>
                </a:moveTo>
                <a:cubicBezTo>
                  <a:pt x="161" y="273"/>
                  <a:pt x="145" y="272"/>
                  <a:pt x="130" y="268"/>
                </a:cubicBezTo>
                <a:cubicBezTo>
                  <a:pt x="129" y="268"/>
                  <a:pt x="128" y="268"/>
                  <a:pt x="127" y="268"/>
                </a:cubicBezTo>
                <a:cubicBezTo>
                  <a:pt x="125" y="268"/>
                  <a:pt x="123" y="268"/>
                  <a:pt x="121" y="269"/>
                </a:cubicBezTo>
                <a:cubicBezTo>
                  <a:pt x="54" y="295"/>
                  <a:pt x="54" y="295"/>
                  <a:pt x="54" y="295"/>
                </a:cubicBezTo>
                <a:cubicBezTo>
                  <a:pt x="65" y="249"/>
                  <a:pt x="65" y="249"/>
                  <a:pt x="65" y="249"/>
                </a:cubicBezTo>
                <a:cubicBezTo>
                  <a:pt x="67" y="243"/>
                  <a:pt x="65" y="237"/>
                  <a:pt x="60" y="233"/>
                </a:cubicBezTo>
                <a:cubicBezTo>
                  <a:pt x="31" y="209"/>
                  <a:pt x="16" y="178"/>
                  <a:pt x="16" y="145"/>
                </a:cubicBezTo>
                <a:cubicBezTo>
                  <a:pt x="16" y="74"/>
                  <a:pt x="88" y="17"/>
                  <a:pt x="176" y="17"/>
                </a:cubicBezTo>
                <a:cubicBezTo>
                  <a:pt x="265" y="17"/>
                  <a:pt x="337" y="74"/>
                  <a:pt x="337" y="145"/>
                </a:cubicBezTo>
                <a:cubicBezTo>
                  <a:pt x="337" y="216"/>
                  <a:pt x="265" y="273"/>
                  <a:pt x="176" y="273"/>
                </a:cubicBezTo>
                <a:moveTo>
                  <a:pt x="256" y="121"/>
                </a:moveTo>
                <a:cubicBezTo>
                  <a:pt x="243" y="121"/>
                  <a:pt x="232" y="132"/>
                  <a:pt x="232" y="145"/>
                </a:cubicBezTo>
                <a:cubicBezTo>
                  <a:pt x="232" y="158"/>
                  <a:pt x="243" y="169"/>
                  <a:pt x="256" y="169"/>
                </a:cubicBezTo>
                <a:cubicBezTo>
                  <a:pt x="270" y="169"/>
                  <a:pt x="281" y="158"/>
                  <a:pt x="281" y="145"/>
                </a:cubicBezTo>
                <a:cubicBezTo>
                  <a:pt x="281" y="132"/>
                  <a:pt x="270" y="121"/>
                  <a:pt x="256" y="121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8" name="Freeform 87"/>
          <p:cNvSpPr>
            <a:spLocks noEditPoints="1"/>
          </p:cNvSpPr>
          <p:nvPr/>
        </p:nvSpPr>
        <p:spPr bwMode="auto">
          <a:xfrm>
            <a:off x="10775951" y="3164418"/>
            <a:ext cx="577851" cy="529167"/>
          </a:xfrm>
          <a:custGeom>
            <a:avLst/>
            <a:gdLst>
              <a:gd name="T0" fmla="*/ 353 w 353"/>
              <a:gd name="T1" fmla="*/ 109 h 322"/>
              <a:gd name="T2" fmla="*/ 225 w 353"/>
              <a:gd name="T3" fmla="*/ 0 h 322"/>
              <a:gd name="T4" fmla="*/ 107 w 353"/>
              <a:gd name="T5" fmla="*/ 66 h 322"/>
              <a:gd name="T6" fmla="*/ 126 w 353"/>
              <a:gd name="T7" fmla="*/ 65 h 322"/>
              <a:gd name="T8" fmla="*/ 225 w 353"/>
              <a:gd name="T9" fmla="*/ 17 h 322"/>
              <a:gd name="T10" fmla="*/ 337 w 353"/>
              <a:gd name="T11" fmla="*/ 109 h 322"/>
              <a:gd name="T12" fmla="*/ 303 w 353"/>
              <a:gd name="T13" fmla="*/ 175 h 322"/>
              <a:gd name="T14" fmla="*/ 298 w 353"/>
              <a:gd name="T15" fmla="*/ 191 h 322"/>
              <a:gd name="T16" fmla="*/ 305 w 353"/>
              <a:gd name="T17" fmla="*/ 215 h 322"/>
              <a:gd name="T18" fmla="*/ 272 w 353"/>
              <a:gd name="T19" fmla="*/ 202 h 322"/>
              <a:gd name="T20" fmla="*/ 268 w 353"/>
              <a:gd name="T21" fmla="*/ 218 h 322"/>
              <a:gd name="T22" fmla="*/ 329 w 353"/>
              <a:gd name="T23" fmla="*/ 241 h 322"/>
              <a:gd name="T24" fmla="*/ 314 w 353"/>
              <a:gd name="T25" fmla="*/ 187 h 322"/>
              <a:gd name="T26" fmla="*/ 353 w 353"/>
              <a:gd name="T27" fmla="*/ 109 h 322"/>
              <a:gd name="T28" fmla="*/ 128 w 353"/>
              <a:gd name="T29" fmla="*/ 81 h 322"/>
              <a:gd name="T30" fmla="*/ 0 w 353"/>
              <a:gd name="T31" fmla="*/ 189 h 322"/>
              <a:gd name="T32" fmla="*/ 39 w 353"/>
              <a:gd name="T33" fmla="*/ 267 h 322"/>
              <a:gd name="T34" fmla="*/ 24 w 353"/>
              <a:gd name="T35" fmla="*/ 322 h 322"/>
              <a:gd name="T36" fmla="*/ 96 w 353"/>
              <a:gd name="T37" fmla="*/ 294 h 322"/>
              <a:gd name="T38" fmla="*/ 128 w 353"/>
              <a:gd name="T39" fmla="*/ 298 h 322"/>
              <a:gd name="T40" fmla="*/ 257 w 353"/>
              <a:gd name="T41" fmla="*/ 189 h 322"/>
              <a:gd name="T42" fmla="*/ 128 w 353"/>
              <a:gd name="T43" fmla="*/ 81 h 322"/>
              <a:gd name="T44" fmla="*/ 128 w 353"/>
              <a:gd name="T45" fmla="*/ 281 h 322"/>
              <a:gd name="T46" fmla="*/ 99 w 353"/>
              <a:gd name="T47" fmla="*/ 278 h 322"/>
              <a:gd name="T48" fmla="*/ 96 w 353"/>
              <a:gd name="T49" fmla="*/ 278 h 322"/>
              <a:gd name="T50" fmla="*/ 90 w 353"/>
              <a:gd name="T51" fmla="*/ 279 h 322"/>
              <a:gd name="T52" fmla="*/ 48 w 353"/>
              <a:gd name="T53" fmla="*/ 295 h 322"/>
              <a:gd name="T54" fmla="*/ 55 w 353"/>
              <a:gd name="T55" fmla="*/ 272 h 322"/>
              <a:gd name="T56" fmla="*/ 50 w 353"/>
              <a:gd name="T57" fmla="*/ 255 h 322"/>
              <a:gd name="T58" fmla="*/ 16 w 353"/>
              <a:gd name="T59" fmla="*/ 189 h 322"/>
              <a:gd name="T60" fmla="*/ 128 w 353"/>
              <a:gd name="T61" fmla="*/ 97 h 322"/>
              <a:gd name="T62" fmla="*/ 241 w 353"/>
              <a:gd name="T63" fmla="*/ 189 h 322"/>
              <a:gd name="T64" fmla="*/ 128 w 353"/>
              <a:gd name="T65" fmla="*/ 281 h 3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353" h="322">
                <a:moveTo>
                  <a:pt x="353" y="109"/>
                </a:moveTo>
                <a:cubicBezTo>
                  <a:pt x="353" y="49"/>
                  <a:pt x="296" y="0"/>
                  <a:pt x="225" y="0"/>
                </a:cubicBezTo>
                <a:cubicBezTo>
                  <a:pt x="172" y="0"/>
                  <a:pt x="126" y="28"/>
                  <a:pt x="107" y="66"/>
                </a:cubicBezTo>
                <a:cubicBezTo>
                  <a:pt x="113" y="65"/>
                  <a:pt x="119" y="65"/>
                  <a:pt x="126" y="65"/>
                </a:cubicBezTo>
                <a:cubicBezTo>
                  <a:pt x="145" y="36"/>
                  <a:pt x="182" y="17"/>
                  <a:pt x="225" y="17"/>
                </a:cubicBezTo>
                <a:cubicBezTo>
                  <a:pt x="287" y="17"/>
                  <a:pt x="337" y="58"/>
                  <a:pt x="337" y="109"/>
                </a:cubicBezTo>
                <a:cubicBezTo>
                  <a:pt x="337" y="134"/>
                  <a:pt x="325" y="157"/>
                  <a:pt x="303" y="175"/>
                </a:cubicBezTo>
                <a:cubicBezTo>
                  <a:pt x="298" y="179"/>
                  <a:pt x="296" y="185"/>
                  <a:pt x="298" y="191"/>
                </a:cubicBezTo>
                <a:cubicBezTo>
                  <a:pt x="305" y="215"/>
                  <a:pt x="305" y="215"/>
                  <a:pt x="305" y="215"/>
                </a:cubicBezTo>
                <a:cubicBezTo>
                  <a:pt x="272" y="202"/>
                  <a:pt x="272" y="202"/>
                  <a:pt x="272" y="202"/>
                </a:cubicBezTo>
                <a:cubicBezTo>
                  <a:pt x="271" y="207"/>
                  <a:pt x="270" y="213"/>
                  <a:pt x="268" y="218"/>
                </a:cubicBezTo>
                <a:cubicBezTo>
                  <a:pt x="329" y="241"/>
                  <a:pt x="329" y="241"/>
                  <a:pt x="329" y="241"/>
                </a:cubicBezTo>
                <a:cubicBezTo>
                  <a:pt x="314" y="187"/>
                  <a:pt x="314" y="187"/>
                  <a:pt x="314" y="187"/>
                </a:cubicBezTo>
                <a:cubicBezTo>
                  <a:pt x="338" y="167"/>
                  <a:pt x="353" y="140"/>
                  <a:pt x="353" y="109"/>
                </a:cubicBezTo>
                <a:moveTo>
                  <a:pt x="128" y="81"/>
                </a:moveTo>
                <a:cubicBezTo>
                  <a:pt x="57" y="81"/>
                  <a:pt x="0" y="129"/>
                  <a:pt x="0" y="189"/>
                </a:cubicBezTo>
                <a:cubicBezTo>
                  <a:pt x="0" y="220"/>
                  <a:pt x="15" y="248"/>
                  <a:pt x="39" y="267"/>
                </a:cubicBezTo>
                <a:cubicBezTo>
                  <a:pt x="24" y="322"/>
                  <a:pt x="24" y="322"/>
                  <a:pt x="24" y="322"/>
                </a:cubicBezTo>
                <a:cubicBezTo>
                  <a:pt x="96" y="294"/>
                  <a:pt x="96" y="294"/>
                  <a:pt x="96" y="294"/>
                </a:cubicBezTo>
                <a:cubicBezTo>
                  <a:pt x="106" y="296"/>
                  <a:pt x="117" y="298"/>
                  <a:pt x="128" y="298"/>
                </a:cubicBezTo>
                <a:cubicBezTo>
                  <a:pt x="199" y="298"/>
                  <a:pt x="257" y="249"/>
                  <a:pt x="257" y="189"/>
                </a:cubicBezTo>
                <a:cubicBezTo>
                  <a:pt x="257" y="129"/>
                  <a:pt x="199" y="81"/>
                  <a:pt x="128" y="81"/>
                </a:cubicBezTo>
                <a:moveTo>
                  <a:pt x="128" y="281"/>
                </a:moveTo>
                <a:cubicBezTo>
                  <a:pt x="119" y="281"/>
                  <a:pt x="109" y="280"/>
                  <a:pt x="99" y="278"/>
                </a:cubicBezTo>
                <a:cubicBezTo>
                  <a:pt x="98" y="278"/>
                  <a:pt x="97" y="278"/>
                  <a:pt x="96" y="278"/>
                </a:cubicBezTo>
                <a:cubicBezTo>
                  <a:pt x="94" y="278"/>
                  <a:pt x="92" y="278"/>
                  <a:pt x="90" y="279"/>
                </a:cubicBezTo>
                <a:cubicBezTo>
                  <a:pt x="48" y="295"/>
                  <a:pt x="48" y="295"/>
                  <a:pt x="48" y="295"/>
                </a:cubicBezTo>
                <a:cubicBezTo>
                  <a:pt x="55" y="272"/>
                  <a:pt x="55" y="272"/>
                  <a:pt x="55" y="272"/>
                </a:cubicBezTo>
                <a:cubicBezTo>
                  <a:pt x="57" y="266"/>
                  <a:pt x="55" y="259"/>
                  <a:pt x="50" y="255"/>
                </a:cubicBezTo>
                <a:cubicBezTo>
                  <a:pt x="28" y="237"/>
                  <a:pt x="16" y="214"/>
                  <a:pt x="16" y="189"/>
                </a:cubicBezTo>
                <a:cubicBezTo>
                  <a:pt x="16" y="138"/>
                  <a:pt x="66" y="97"/>
                  <a:pt x="128" y="97"/>
                </a:cubicBezTo>
                <a:cubicBezTo>
                  <a:pt x="190" y="97"/>
                  <a:pt x="241" y="138"/>
                  <a:pt x="241" y="189"/>
                </a:cubicBezTo>
                <a:cubicBezTo>
                  <a:pt x="241" y="240"/>
                  <a:pt x="190" y="281"/>
                  <a:pt x="128" y="281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9" name="Freeform 88"/>
          <p:cNvSpPr>
            <a:spLocks noEditPoints="1"/>
          </p:cNvSpPr>
          <p:nvPr/>
        </p:nvSpPr>
        <p:spPr bwMode="auto">
          <a:xfrm>
            <a:off x="840317" y="4243917"/>
            <a:ext cx="577851" cy="577851"/>
          </a:xfrm>
          <a:custGeom>
            <a:avLst/>
            <a:gdLst>
              <a:gd name="T0" fmla="*/ 177 w 353"/>
              <a:gd name="T1" fmla="*/ 0 h 353"/>
              <a:gd name="T2" fmla="*/ 0 w 353"/>
              <a:gd name="T3" fmla="*/ 176 h 353"/>
              <a:gd name="T4" fmla="*/ 177 w 353"/>
              <a:gd name="T5" fmla="*/ 353 h 353"/>
              <a:gd name="T6" fmla="*/ 353 w 353"/>
              <a:gd name="T7" fmla="*/ 176 h 353"/>
              <a:gd name="T8" fmla="*/ 177 w 353"/>
              <a:gd name="T9" fmla="*/ 0 h 353"/>
              <a:gd name="T10" fmla="*/ 177 w 353"/>
              <a:gd name="T11" fmla="*/ 337 h 353"/>
              <a:gd name="T12" fmla="*/ 16 w 353"/>
              <a:gd name="T13" fmla="*/ 176 h 353"/>
              <a:gd name="T14" fmla="*/ 58 w 353"/>
              <a:gd name="T15" fmla="*/ 69 h 353"/>
              <a:gd name="T16" fmla="*/ 284 w 353"/>
              <a:gd name="T17" fmla="*/ 295 h 353"/>
              <a:gd name="T18" fmla="*/ 177 w 353"/>
              <a:gd name="T19" fmla="*/ 337 h 353"/>
              <a:gd name="T20" fmla="*/ 295 w 353"/>
              <a:gd name="T21" fmla="*/ 284 h 353"/>
              <a:gd name="T22" fmla="*/ 69 w 353"/>
              <a:gd name="T23" fmla="*/ 57 h 353"/>
              <a:gd name="T24" fmla="*/ 177 w 353"/>
              <a:gd name="T25" fmla="*/ 16 h 353"/>
              <a:gd name="T26" fmla="*/ 337 w 353"/>
              <a:gd name="T27" fmla="*/ 176 h 353"/>
              <a:gd name="T28" fmla="*/ 295 w 353"/>
              <a:gd name="T29" fmla="*/ 284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353" h="353">
                <a:moveTo>
                  <a:pt x="177" y="0"/>
                </a:moveTo>
                <a:cubicBezTo>
                  <a:pt x="79" y="0"/>
                  <a:pt x="0" y="79"/>
                  <a:pt x="0" y="176"/>
                </a:cubicBezTo>
                <a:cubicBezTo>
                  <a:pt x="0" y="274"/>
                  <a:pt x="79" y="353"/>
                  <a:pt x="177" y="353"/>
                </a:cubicBezTo>
                <a:cubicBezTo>
                  <a:pt x="274" y="353"/>
                  <a:pt x="353" y="274"/>
                  <a:pt x="353" y="176"/>
                </a:cubicBezTo>
                <a:cubicBezTo>
                  <a:pt x="353" y="79"/>
                  <a:pt x="274" y="0"/>
                  <a:pt x="177" y="0"/>
                </a:cubicBezTo>
                <a:moveTo>
                  <a:pt x="177" y="337"/>
                </a:moveTo>
                <a:cubicBezTo>
                  <a:pt x="88" y="337"/>
                  <a:pt x="16" y="265"/>
                  <a:pt x="16" y="176"/>
                </a:cubicBezTo>
                <a:cubicBezTo>
                  <a:pt x="16" y="135"/>
                  <a:pt x="32" y="97"/>
                  <a:pt x="58" y="69"/>
                </a:cubicBezTo>
                <a:cubicBezTo>
                  <a:pt x="284" y="295"/>
                  <a:pt x="284" y="295"/>
                  <a:pt x="284" y="295"/>
                </a:cubicBezTo>
                <a:cubicBezTo>
                  <a:pt x="256" y="321"/>
                  <a:pt x="218" y="337"/>
                  <a:pt x="177" y="337"/>
                </a:cubicBezTo>
                <a:moveTo>
                  <a:pt x="295" y="284"/>
                </a:moveTo>
                <a:cubicBezTo>
                  <a:pt x="69" y="57"/>
                  <a:pt x="69" y="57"/>
                  <a:pt x="69" y="57"/>
                </a:cubicBezTo>
                <a:cubicBezTo>
                  <a:pt x="97" y="32"/>
                  <a:pt x="135" y="16"/>
                  <a:pt x="177" y="16"/>
                </a:cubicBezTo>
                <a:cubicBezTo>
                  <a:pt x="265" y="16"/>
                  <a:pt x="337" y="88"/>
                  <a:pt x="337" y="176"/>
                </a:cubicBezTo>
                <a:cubicBezTo>
                  <a:pt x="337" y="218"/>
                  <a:pt x="321" y="255"/>
                  <a:pt x="295" y="284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0" name="Freeform 89"/>
          <p:cNvSpPr>
            <a:spLocks noEditPoints="1"/>
          </p:cNvSpPr>
          <p:nvPr/>
        </p:nvSpPr>
        <p:spPr bwMode="auto">
          <a:xfrm>
            <a:off x="1943100" y="4243917"/>
            <a:ext cx="577851" cy="577851"/>
          </a:xfrm>
          <a:custGeom>
            <a:avLst/>
            <a:gdLst>
              <a:gd name="T0" fmla="*/ 200 w 353"/>
              <a:gd name="T1" fmla="*/ 249 h 353"/>
              <a:gd name="T2" fmla="*/ 190 w 353"/>
              <a:gd name="T3" fmla="*/ 246 h 353"/>
              <a:gd name="T4" fmla="*/ 187 w 353"/>
              <a:gd name="T5" fmla="*/ 238 h 353"/>
              <a:gd name="T6" fmla="*/ 188 w 353"/>
              <a:gd name="T7" fmla="*/ 230 h 353"/>
              <a:gd name="T8" fmla="*/ 190 w 353"/>
              <a:gd name="T9" fmla="*/ 221 h 353"/>
              <a:gd name="T10" fmla="*/ 200 w 353"/>
              <a:gd name="T11" fmla="*/ 188 h 353"/>
              <a:gd name="T12" fmla="*/ 201 w 353"/>
              <a:gd name="T13" fmla="*/ 178 h 353"/>
              <a:gd name="T14" fmla="*/ 202 w 353"/>
              <a:gd name="T15" fmla="*/ 171 h 353"/>
              <a:gd name="T16" fmla="*/ 195 w 353"/>
              <a:gd name="T17" fmla="*/ 154 h 353"/>
              <a:gd name="T18" fmla="*/ 173 w 353"/>
              <a:gd name="T19" fmla="*/ 148 h 353"/>
              <a:gd name="T20" fmla="*/ 157 w 353"/>
              <a:gd name="T21" fmla="*/ 150 h 353"/>
              <a:gd name="T22" fmla="*/ 139 w 353"/>
              <a:gd name="T23" fmla="*/ 157 h 353"/>
              <a:gd name="T24" fmla="*/ 137 w 353"/>
              <a:gd name="T25" fmla="*/ 167 h 353"/>
              <a:gd name="T26" fmla="*/ 143 w 353"/>
              <a:gd name="T27" fmla="*/ 165 h 353"/>
              <a:gd name="T28" fmla="*/ 151 w 353"/>
              <a:gd name="T29" fmla="*/ 164 h 353"/>
              <a:gd name="T30" fmla="*/ 161 w 353"/>
              <a:gd name="T31" fmla="*/ 166 h 353"/>
              <a:gd name="T32" fmla="*/ 164 w 353"/>
              <a:gd name="T33" fmla="*/ 175 h 353"/>
              <a:gd name="T34" fmla="*/ 163 w 353"/>
              <a:gd name="T35" fmla="*/ 182 h 353"/>
              <a:gd name="T36" fmla="*/ 161 w 353"/>
              <a:gd name="T37" fmla="*/ 191 h 353"/>
              <a:gd name="T38" fmla="*/ 151 w 353"/>
              <a:gd name="T39" fmla="*/ 224 h 353"/>
              <a:gd name="T40" fmla="*/ 149 w 353"/>
              <a:gd name="T41" fmla="*/ 233 h 353"/>
              <a:gd name="T42" fmla="*/ 149 w 353"/>
              <a:gd name="T43" fmla="*/ 241 h 353"/>
              <a:gd name="T44" fmla="*/ 157 w 353"/>
              <a:gd name="T45" fmla="*/ 258 h 353"/>
              <a:gd name="T46" fmla="*/ 178 w 353"/>
              <a:gd name="T47" fmla="*/ 265 h 353"/>
              <a:gd name="T48" fmla="*/ 194 w 353"/>
              <a:gd name="T49" fmla="*/ 262 h 353"/>
              <a:gd name="T50" fmla="*/ 212 w 353"/>
              <a:gd name="T51" fmla="*/ 256 h 353"/>
              <a:gd name="T52" fmla="*/ 215 w 353"/>
              <a:gd name="T53" fmla="*/ 246 h 353"/>
              <a:gd name="T54" fmla="*/ 208 w 353"/>
              <a:gd name="T55" fmla="*/ 248 h 353"/>
              <a:gd name="T56" fmla="*/ 200 w 353"/>
              <a:gd name="T57" fmla="*/ 249 h 353"/>
              <a:gd name="T58" fmla="*/ 194 w 353"/>
              <a:gd name="T59" fmla="*/ 88 h 353"/>
              <a:gd name="T60" fmla="*/ 178 w 353"/>
              <a:gd name="T61" fmla="*/ 94 h 353"/>
              <a:gd name="T62" fmla="*/ 172 w 353"/>
              <a:gd name="T63" fmla="*/ 109 h 353"/>
              <a:gd name="T64" fmla="*/ 178 w 353"/>
              <a:gd name="T65" fmla="*/ 123 h 353"/>
              <a:gd name="T66" fmla="*/ 194 w 353"/>
              <a:gd name="T67" fmla="*/ 129 h 353"/>
              <a:gd name="T68" fmla="*/ 210 w 353"/>
              <a:gd name="T69" fmla="*/ 123 h 353"/>
              <a:gd name="T70" fmla="*/ 217 w 353"/>
              <a:gd name="T71" fmla="*/ 109 h 353"/>
              <a:gd name="T72" fmla="*/ 210 w 353"/>
              <a:gd name="T73" fmla="*/ 94 h 353"/>
              <a:gd name="T74" fmla="*/ 194 w 353"/>
              <a:gd name="T75" fmla="*/ 88 h 353"/>
              <a:gd name="T76" fmla="*/ 177 w 353"/>
              <a:gd name="T77" fmla="*/ 0 h 353"/>
              <a:gd name="T78" fmla="*/ 0 w 353"/>
              <a:gd name="T79" fmla="*/ 176 h 353"/>
              <a:gd name="T80" fmla="*/ 177 w 353"/>
              <a:gd name="T81" fmla="*/ 353 h 353"/>
              <a:gd name="T82" fmla="*/ 353 w 353"/>
              <a:gd name="T83" fmla="*/ 176 h 353"/>
              <a:gd name="T84" fmla="*/ 177 w 353"/>
              <a:gd name="T85" fmla="*/ 0 h 353"/>
              <a:gd name="T86" fmla="*/ 177 w 353"/>
              <a:gd name="T87" fmla="*/ 337 h 353"/>
              <a:gd name="T88" fmla="*/ 16 w 353"/>
              <a:gd name="T89" fmla="*/ 176 h 353"/>
              <a:gd name="T90" fmla="*/ 177 w 353"/>
              <a:gd name="T91" fmla="*/ 16 h 353"/>
              <a:gd name="T92" fmla="*/ 337 w 353"/>
              <a:gd name="T93" fmla="*/ 176 h 353"/>
              <a:gd name="T94" fmla="*/ 177 w 353"/>
              <a:gd name="T95" fmla="*/ 337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53" h="353">
                <a:moveTo>
                  <a:pt x="200" y="249"/>
                </a:moveTo>
                <a:cubicBezTo>
                  <a:pt x="196" y="249"/>
                  <a:pt x="192" y="248"/>
                  <a:pt x="190" y="246"/>
                </a:cubicBezTo>
                <a:cubicBezTo>
                  <a:pt x="188" y="245"/>
                  <a:pt x="187" y="242"/>
                  <a:pt x="187" y="238"/>
                </a:cubicBezTo>
                <a:cubicBezTo>
                  <a:pt x="187" y="236"/>
                  <a:pt x="187" y="233"/>
                  <a:pt x="188" y="230"/>
                </a:cubicBezTo>
                <a:cubicBezTo>
                  <a:pt x="189" y="227"/>
                  <a:pt x="189" y="224"/>
                  <a:pt x="190" y="221"/>
                </a:cubicBezTo>
                <a:cubicBezTo>
                  <a:pt x="200" y="188"/>
                  <a:pt x="200" y="188"/>
                  <a:pt x="200" y="188"/>
                </a:cubicBezTo>
                <a:cubicBezTo>
                  <a:pt x="200" y="185"/>
                  <a:pt x="201" y="182"/>
                  <a:pt x="201" y="178"/>
                </a:cubicBezTo>
                <a:cubicBezTo>
                  <a:pt x="202" y="175"/>
                  <a:pt x="202" y="172"/>
                  <a:pt x="202" y="171"/>
                </a:cubicBezTo>
                <a:cubicBezTo>
                  <a:pt x="202" y="164"/>
                  <a:pt x="199" y="159"/>
                  <a:pt x="195" y="154"/>
                </a:cubicBezTo>
                <a:cubicBezTo>
                  <a:pt x="190" y="150"/>
                  <a:pt x="182" y="148"/>
                  <a:pt x="173" y="148"/>
                </a:cubicBezTo>
                <a:cubicBezTo>
                  <a:pt x="168" y="148"/>
                  <a:pt x="163" y="149"/>
                  <a:pt x="157" y="150"/>
                </a:cubicBezTo>
                <a:cubicBezTo>
                  <a:pt x="151" y="152"/>
                  <a:pt x="145" y="154"/>
                  <a:pt x="139" y="157"/>
                </a:cubicBezTo>
                <a:cubicBezTo>
                  <a:pt x="137" y="167"/>
                  <a:pt x="137" y="167"/>
                  <a:pt x="137" y="167"/>
                </a:cubicBezTo>
                <a:cubicBezTo>
                  <a:pt x="139" y="166"/>
                  <a:pt x="141" y="165"/>
                  <a:pt x="143" y="165"/>
                </a:cubicBezTo>
                <a:cubicBezTo>
                  <a:pt x="146" y="164"/>
                  <a:pt x="148" y="164"/>
                  <a:pt x="151" y="164"/>
                </a:cubicBezTo>
                <a:cubicBezTo>
                  <a:pt x="156" y="164"/>
                  <a:pt x="159" y="164"/>
                  <a:pt x="161" y="166"/>
                </a:cubicBezTo>
                <a:cubicBezTo>
                  <a:pt x="163" y="168"/>
                  <a:pt x="164" y="171"/>
                  <a:pt x="164" y="175"/>
                </a:cubicBezTo>
                <a:cubicBezTo>
                  <a:pt x="164" y="177"/>
                  <a:pt x="164" y="180"/>
                  <a:pt x="163" y="182"/>
                </a:cubicBezTo>
                <a:cubicBezTo>
                  <a:pt x="162" y="185"/>
                  <a:pt x="162" y="188"/>
                  <a:pt x="161" y="191"/>
                </a:cubicBezTo>
                <a:cubicBezTo>
                  <a:pt x="151" y="224"/>
                  <a:pt x="151" y="224"/>
                  <a:pt x="151" y="224"/>
                </a:cubicBezTo>
                <a:cubicBezTo>
                  <a:pt x="150" y="228"/>
                  <a:pt x="150" y="231"/>
                  <a:pt x="149" y="233"/>
                </a:cubicBezTo>
                <a:cubicBezTo>
                  <a:pt x="149" y="236"/>
                  <a:pt x="149" y="239"/>
                  <a:pt x="149" y="241"/>
                </a:cubicBezTo>
                <a:cubicBezTo>
                  <a:pt x="149" y="248"/>
                  <a:pt x="151" y="254"/>
                  <a:pt x="157" y="258"/>
                </a:cubicBezTo>
                <a:cubicBezTo>
                  <a:pt x="162" y="262"/>
                  <a:pt x="169" y="265"/>
                  <a:pt x="178" y="265"/>
                </a:cubicBezTo>
                <a:cubicBezTo>
                  <a:pt x="184" y="265"/>
                  <a:pt x="189" y="264"/>
                  <a:pt x="194" y="262"/>
                </a:cubicBezTo>
                <a:cubicBezTo>
                  <a:pt x="198" y="261"/>
                  <a:pt x="204" y="259"/>
                  <a:pt x="212" y="256"/>
                </a:cubicBezTo>
                <a:cubicBezTo>
                  <a:pt x="215" y="246"/>
                  <a:pt x="215" y="246"/>
                  <a:pt x="215" y="246"/>
                </a:cubicBezTo>
                <a:cubicBezTo>
                  <a:pt x="213" y="246"/>
                  <a:pt x="211" y="247"/>
                  <a:pt x="208" y="248"/>
                </a:cubicBezTo>
                <a:cubicBezTo>
                  <a:pt x="205" y="248"/>
                  <a:pt x="203" y="249"/>
                  <a:pt x="200" y="249"/>
                </a:cubicBezTo>
                <a:moveTo>
                  <a:pt x="194" y="88"/>
                </a:moveTo>
                <a:cubicBezTo>
                  <a:pt x="188" y="88"/>
                  <a:pt x="183" y="90"/>
                  <a:pt x="178" y="94"/>
                </a:cubicBezTo>
                <a:cubicBezTo>
                  <a:pt x="174" y="98"/>
                  <a:pt x="172" y="103"/>
                  <a:pt x="172" y="109"/>
                </a:cubicBezTo>
                <a:cubicBezTo>
                  <a:pt x="172" y="114"/>
                  <a:pt x="174" y="119"/>
                  <a:pt x="178" y="123"/>
                </a:cubicBezTo>
                <a:cubicBezTo>
                  <a:pt x="183" y="127"/>
                  <a:pt x="188" y="129"/>
                  <a:pt x="194" y="129"/>
                </a:cubicBezTo>
                <a:cubicBezTo>
                  <a:pt x="201" y="129"/>
                  <a:pt x="206" y="127"/>
                  <a:pt x="210" y="123"/>
                </a:cubicBezTo>
                <a:cubicBezTo>
                  <a:pt x="215" y="119"/>
                  <a:pt x="217" y="114"/>
                  <a:pt x="217" y="109"/>
                </a:cubicBezTo>
                <a:cubicBezTo>
                  <a:pt x="217" y="103"/>
                  <a:pt x="215" y="98"/>
                  <a:pt x="210" y="94"/>
                </a:cubicBezTo>
                <a:cubicBezTo>
                  <a:pt x="206" y="90"/>
                  <a:pt x="201" y="88"/>
                  <a:pt x="194" y="88"/>
                </a:cubicBezTo>
                <a:moveTo>
                  <a:pt x="177" y="0"/>
                </a:moveTo>
                <a:cubicBezTo>
                  <a:pt x="79" y="0"/>
                  <a:pt x="0" y="79"/>
                  <a:pt x="0" y="176"/>
                </a:cubicBezTo>
                <a:cubicBezTo>
                  <a:pt x="0" y="274"/>
                  <a:pt x="79" y="353"/>
                  <a:pt x="177" y="353"/>
                </a:cubicBezTo>
                <a:cubicBezTo>
                  <a:pt x="274" y="353"/>
                  <a:pt x="353" y="274"/>
                  <a:pt x="353" y="176"/>
                </a:cubicBezTo>
                <a:cubicBezTo>
                  <a:pt x="353" y="79"/>
                  <a:pt x="274" y="0"/>
                  <a:pt x="177" y="0"/>
                </a:cubicBezTo>
                <a:moveTo>
                  <a:pt x="177" y="337"/>
                </a:moveTo>
                <a:cubicBezTo>
                  <a:pt x="88" y="337"/>
                  <a:pt x="16" y="265"/>
                  <a:pt x="16" y="176"/>
                </a:cubicBezTo>
                <a:cubicBezTo>
                  <a:pt x="16" y="88"/>
                  <a:pt x="88" y="16"/>
                  <a:pt x="177" y="16"/>
                </a:cubicBezTo>
                <a:cubicBezTo>
                  <a:pt x="266" y="16"/>
                  <a:pt x="337" y="88"/>
                  <a:pt x="337" y="176"/>
                </a:cubicBezTo>
                <a:cubicBezTo>
                  <a:pt x="337" y="265"/>
                  <a:pt x="266" y="337"/>
                  <a:pt x="177" y="337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1" name="Freeform 90"/>
          <p:cNvSpPr>
            <a:spLocks noEditPoints="1"/>
          </p:cNvSpPr>
          <p:nvPr/>
        </p:nvSpPr>
        <p:spPr bwMode="auto">
          <a:xfrm>
            <a:off x="3048000" y="4243917"/>
            <a:ext cx="577851" cy="577851"/>
          </a:xfrm>
          <a:custGeom>
            <a:avLst/>
            <a:gdLst>
              <a:gd name="T0" fmla="*/ 176 w 353"/>
              <a:gd name="T1" fmla="*/ 0 h 353"/>
              <a:gd name="T2" fmla="*/ 0 w 353"/>
              <a:gd name="T3" fmla="*/ 176 h 353"/>
              <a:gd name="T4" fmla="*/ 176 w 353"/>
              <a:gd name="T5" fmla="*/ 353 h 353"/>
              <a:gd name="T6" fmla="*/ 353 w 353"/>
              <a:gd name="T7" fmla="*/ 176 h 353"/>
              <a:gd name="T8" fmla="*/ 176 w 353"/>
              <a:gd name="T9" fmla="*/ 0 h 353"/>
              <a:gd name="T10" fmla="*/ 176 w 353"/>
              <a:gd name="T11" fmla="*/ 337 h 353"/>
              <a:gd name="T12" fmla="*/ 16 w 353"/>
              <a:gd name="T13" fmla="*/ 176 h 353"/>
              <a:gd name="T14" fmla="*/ 176 w 353"/>
              <a:gd name="T15" fmla="*/ 16 h 353"/>
              <a:gd name="T16" fmla="*/ 337 w 353"/>
              <a:gd name="T17" fmla="*/ 176 h 353"/>
              <a:gd name="T18" fmla="*/ 176 w 353"/>
              <a:gd name="T19" fmla="*/ 337 h 353"/>
              <a:gd name="T20" fmla="*/ 166 w 353"/>
              <a:gd name="T21" fmla="*/ 257 h 353"/>
              <a:gd name="T22" fmla="*/ 189 w 353"/>
              <a:gd name="T23" fmla="*/ 257 h 353"/>
              <a:gd name="T24" fmla="*/ 189 w 353"/>
              <a:gd name="T25" fmla="*/ 230 h 353"/>
              <a:gd name="T26" fmla="*/ 166 w 353"/>
              <a:gd name="T27" fmla="*/ 230 h 353"/>
              <a:gd name="T28" fmla="*/ 166 w 353"/>
              <a:gd name="T29" fmla="*/ 257 h 353"/>
              <a:gd name="T30" fmla="*/ 212 w 353"/>
              <a:gd name="T31" fmla="*/ 107 h 353"/>
              <a:gd name="T32" fmla="*/ 197 w 353"/>
              <a:gd name="T33" fmla="*/ 99 h 353"/>
              <a:gd name="T34" fmla="*/ 179 w 353"/>
              <a:gd name="T35" fmla="*/ 96 h 353"/>
              <a:gd name="T36" fmla="*/ 157 w 353"/>
              <a:gd name="T37" fmla="*/ 100 h 353"/>
              <a:gd name="T38" fmla="*/ 141 w 353"/>
              <a:gd name="T39" fmla="*/ 110 h 353"/>
              <a:gd name="T40" fmla="*/ 130 w 353"/>
              <a:gd name="T41" fmla="*/ 127 h 353"/>
              <a:gd name="T42" fmla="*/ 127 w 353"/>
              <a:gd name="T43" fmla="*/ 149 h 353"/>
              <a:gd name="T44" fmla="*/ 127 w 353"/>
              <a:gd name="T45" fmla="*/ 150 h 353"/>
              <a:gd name="T46" fmla="*/ 145 w 353"/>
              <a:gd name="T47" fmla="*/ 150 h 353"/>
              <a:gd name="T48" fmla="*/ 145 w 353"/>
              <a:gd name="T49" fmla="*/ 148 h 353"/>
              <a:gd name="T50" fmla="*/ 147 w 353"/>
              <a:gd name="T51" fmla="*/ 134 h 353"/>
              <a:gd name="T52" fmla="*/ 153 w 353"/>
              <a:gd name="T53" fmla="*/ 122 h 353"/>
              <a:gd name="T54" fmla="*/ 163 w 353"/>
              <a:gd name="T55" fmla="*/ 114 h 353"/>
              <a:gd name="T56" fmla="*/ 178 w 353"/>
              <a:gd name="T57" fmla="*/ 111 h 353"/>
              <a:gd name="T58" fmla="*/ 190 w 353"/>
              <a:gd name="T59" fmla="*/ 113 h 353"/>
              <a:gd name="T60" fmla="*/ 199 w 353"/>
              <a:gd name="T61" fmla="*/ 119 h 353"/>
              <a:gd name="T62" fmla="*/ 206 w 353"/>
              <a:gd name="T63" fmla="*/ 127 h 353"/>
              <a:gd name="T64" fmla="*/ 208 w 353"/>
              <a:gd name="T65" fmla="*/ 138 h 353"/>
              <a:gd name="T66" fmla="*/ 204 w 353"/>
              <a:gd name="T67" fmla="*/ 153 h 353"/>
              <a:gd name="T68" fmla="*/ 194 w 353"/>
              <a:gd name="T69" fmla="*/ 165 h 353"/>
              <a:gd name="T70" fmla="*/ 182 w 353"/>
              <a:gd name="T71" fmla="*/ 176 h 353"/>
              <a:gd name="T72" fmla="*/ 174 w 353"/>
              <a:gd name="T73" fmla="*/ 187 h 353"/>
              <a:gd name="T74" fmla="*/ 169 w 353"/>
              <a:gd name="T75" fmla="*/ 199 h 353"/>
              <a:gd name="T76" fmla="*/ 168 w 353"/>
              <a:gd name="T77" fmla="*/ 216 h 353"/>
              <a:gd name="T78" fmla="*/ 168 w 353"/>
              <a:gd name="T79" fmla="*/ 218 h 353"/>
              <a:gd name="T80" fmla="*/ 186 w 353"/>
              <a:gd name="T81" fmla="*/ 218 h 353"/>
              <a:gd name="T82" fmla="*/ 186 w 353"/>
              <a:gd name="T83" fmla="*/ 216 h 353"/>
              <a:gd name="T84" fmla="*/ 187 w 353"/>
              <a:gd name="T85" fmla="*/ 201 h 353"/>
              <a:gd name="T86" fmla="*/ 189 w 353"/>
              <a:gd name="T87" fmla="*/ 193 h 353"/>
              <a:gd name="T88" fmla="*/ 195 w 353"/>
              <a:gd name="T89" fmla="*/ 186 h 353"/>
              <a:gd name="T90" fmla="*/ 206 w 353"/>
              <a:gd name="T91" fmla="*/ 176 h 353"/>
              <a:gd name="T92" fmla="*/ 220 w 353"/>
              <a:gd name="T93" fmla="*/ 159 h 353"/>
              <a:gd name="T94" fmla="*/ 226 w 353"/>
              <a:gd name="T95" fmla="*/ 138 h 353"/>
              <a:gd name="T96" fmla="*/ 222 w 353"/>
              <a:gd name="T97" fmla="*/ 120 h 353"/>
              <a:gd name="T98" fmla="*/ 212 w 353"/>
              <a:gd name="T99" fmla="*/ 107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353" h="353">
                <a:moveTo>
                  <a:pt x="176" y="0"/>
                </a:moveTo>
                <a:cubicBezTo>
                  <a:pt x="79" y="0"/>
                  <a:pt x="0" y="79"/>
                  <a:pt x="0" y="176"/>
                </a:cubicBezTo>
                <a:cubicBezTo>
                  <a:pt x="0" y="274"/>
                  <a:pt x="79" y="353"/>
                  <a:pt x="176" y="353"/>
                </a:cubicBezTo>
                <a:cubicBezTo>
                  <a:pt x="274" y="353"/>
                  <a:pt x="353" y="274"/>
                  <a:pt x="353" y="176"/>
                </a:cubicBezTo>
                <a:cubicBezTo>
                  <a:pt x="353" y="79"/>
                  <a:pt x="274" y="0"/>
                  <a:pt x="176" y="0"/>
                </a:cubicBezTo>
                <a:moveTo>
                  <a:pt x="176" y="337"/>
                </a:moveTo>
                <a:cubicBezTo>
                  <a:pt x="88" y="337"/>
                  <a:pt x="16" y="265"/>
                  <a:pt x="16" y="176"/>
                </a:cubicBezTo>
                <a:cubicBezTo>
                  <a:pt x="16" y="88"/>
                  <a:pt x="88" y="16"/>
                  <a:pt x="176" y="16"/>
                </a:cubicBezTo>
                <a:cubicBezTo>
                  <a:pt x="265" y="16"/>
                  <a:pt x="337" y="88"/>
                  <a:pt x="337" y="176"/>
                </a:cubicBezTo>
                <a:cubicBezTo>
                  <a:pt x="337" y="265"/>
                  <a:pt x="265" y="337"/>
                  <a:pt x="176" y="337"/>
                </a:cubicBezTo>
                <a:moveTo>
                  <a:pt x="166" y="257"/>
                </a:moveTo>
                <a:cubicBezTo>
                  <a:pt x="189" y="257"/>
                  <a:pt x="189" y="257"/>
                  <a:pt x="189" y="257"/>
                </a:cubicBezTo>
                <a:cubicBezTo>
                  <a:pt x="189" y="230"/>
                  <a:pt x="189" y="230"/>
                  <a:pt x="189" y="230"/>
                </a:cubicBezTo>
                <a:cubicBezTo>
                  <a:pt x="166" y="230"/>
                  <a:pt x="166" y="230"/>
                  <a:pt x="166" y="230"/>
                </a:cubicBezTo>
                <a:lnTo>
                  <a:pt x="166" y="257"/>
                </a:lnTo>
                <a:close/>
                <a:moveTo>
                  <a:pt x="212" y="107"/>
                </a:moveTo>
                <a:cubicBezTo>
                  <a:pt x="208" y="103"/>
                  <a:pt x="203" y="101"/>
                  <a:pt x="197" y="99"/>
                </a:cubicBezTo>
                <a:cubicBezTo>
                  <a:pt x="192" y="97"/>
                  <a:pt x="185" y="96"/>
                  <a:pt x="179" y="96"/>
                </a:cubicBezTo>
                <a:cubicBezTo>
                  <a:pt x="171" y="96"/>
                  <a:pt x="163" y="97"/>
                  <a:pt x="157" y="100"/>
                </a:cubicBezTo>
                <a:cubicBezTo>
                  <a:pt x="151" y="102"/>
                  <a:pt x="145" y="106"/>
                  <a:pt x="141" y="110"/>
                </a:cubicBezTo>
                <a:cubicBezTo>
                  <a:pt x="136" y="115"/>
                  <a:pt x="133" y="121"/>
                  <a:pt x="130" y="127"/>
                </a:cubicBezTo>
                <a:cubicBezTo>
                  <a:pt x="128" y="134"/>
                  <a:pt x="127" y="141"/>
                  <a:pt x="127" y="149"/>
                </a:cubicBezTo>
                <a:cubicBezTo>
                  <a:pt x="127" y="150"/>
                  <a:pt x="127" y="150"/>
                  <a:pt x="127" y="150"/>
                </a:cubicBezTo>
                <a:cubicBezTo>
                  <a:pt x="145" y="150"/>
                  <a:pt x="145" y="150"/>
                  <a:pt x="145" y="150"/>
                </a:cubicBezTo>
                <a:cubicBezTo>
                  <a:pt x="145" y="148"/>
                  <a:pt x="145" y="148"/>
                  <a:pt x="145" y="148"/>
                </a:cubicBezTo>
                <a:cubicBezTo>
                  <a:pt x="145" y="143"/>
                  <a:pt x="145" y="138"/>
                  <a:pt x="147" y="134"/>
                </a:cubicBezTo>
                <a:cubicBezTo>
                  <a:pt x="148" y="129"/>
                  <a:pt x="150" y="125"/>
                  <a:pt x="153" y="122"/>
                </a:cubicBezTo>
                <a:cubicBezTo>
                  <a:pt x="156" y="119"/>
                  <a:pt x="159" y="116"/>
                  <a:pt x="163" y="114"/>
                </a:cubicBezTo>
                <a:cubicBezTo>
                  <a:pt x="168" y="112"/>
                  <a:pt x="173" y="111"/>
                  <a:pt x="178" y="111"/>
                </a:cubicBezTo>
                <a:cubicBezTo>
                  <a:pt x="182" y="111"/>
                  <a:pt x="186" y="112"/>
                  <a:pt x="190" y="113"/>
                </a:cubicBezTo>
                <a:cubicBezTo>
                  <a:pt x="193" y="115"/>
                  <a:pt x="197" y="117"/>
                  <a:pt x="199" y="119"/>
                </a:cubicBezTo>
                <a:cubicBezTo>
                  <a:pt x="202" y="121"/>
                  <a:pt x="204" y="124"/>
                  <a:pt x="206" y="127"/>
                </a:cubicBezTo>
                <a:cubicBezTo>
                  <a:pt x="207" y="131"/>
                  <a:pt x="208" y="134"/>
                  <a:pt x="208" y="138"/>
                </a:cubicBezTo>
                <a:cubicBezTo>
                  <a:pt x="208" y="144"/>
                  <a:pt x="207" y="148"/>
                  <a:pt x="204" y="153"/>
                </a:cubicBezTo>
                <a:cubicBezTo>
                  <a:pt x="202" y="157"/>
                  <a:pt x="198" y="161"/>
                  <a:pt x="194" y="165"/>
                </a:cubicBezTo>
                <a:cubicBezTo>
                  <a:pt x="190" y="169"/>
                  <a:pt x="186" y="173"/>
                  <a:pt x="182" y="176"/>
                </a:cubicBezTo>
                <a:cubicBezTo>
                  <a:pt x="179" y="179"/>
                  <a:pt x="176" y="183"/>
                  <a:pt x="174" y="187"/>
                </a:cubicBezTo>
                <a:cubicBezTo>
                  <a:pt x="172" y="190"/>
                  <a:pt x="170" y="195"/>
                  <a:pt x="169" y="199"/>
                </a:cubicBezTo>
                <a:cubicBezTo>
                  <a:pt x="168" y="204"/>
                  <a:pt x="168" y="210"/>
                  <a:pt x="168" y="216"/>
                </a:cubicBezTo>
                <a:cubicBezTo>
                  <a:pt x="168" y="218"/>
                  <a:pt x="168" y="218"/>
                  <a:pt x="168" y="218"/>
                </a:cubicBezTo>
                <a:cubicBezTo>
                  <a:pt x="186" y="218"/>
                  <a:pt x="186" y="218"/>
                  <a:pt x="186" y="218"/>
                </a:cubicBezTo>
                <a:cubicBezTo>
                  <a:pt x="186" y="216"/>
                  <a:pt x="186" y="216"/>
                  <a:pt x="186" y="216"/>
                </a:cubicBezTo>
                <a:cubicBezTo>
                  <a:pt x="186" y="210"/>
                  <a:pt x="187" y="205"/>
                  <a:pt x="187" y="201"/>
                </a:cubicBezTo>
                <a:cubicBezTo>
                  <a:pt x="187" y="198"/>
                  <a:pt x="188" y="195"/>
                  <a:pt x="189" y="193"/>
                </a:cubicBezTo>
                <a:cubicBezTo>
                  <a:pt x="191" y="191"/>
                  <a:pt x="193" y="188"/>
                  <a:pt x="195" y="186"/>
                </a:cubicBezTo>
                <a:cubicBezTo>
                  <a:pt x="198" y="184"/>
                  <a:pt x="202" y="180"/>
                  <a:pt x="206" y="176"/>
                </a:cubicBezTo>
                <a:cubicBezTo>
                  <a:pt x="212" y="170"/>
                  <a:pt x="217" y="165"/>
                  <a:pt x="220" y="159"/>
                </a:cubicBezTo>
                <a:cubicBezTo>
                  <a:pt x="224" y="153"/>
                  <a:pt x="226" y="146"/>
                  <a:pt x="226" y="138"/>
                </a:cubicBezTo>
                <a:cubicBezTo>
                  <a:pt x="226" y="131"/>
                  <a:pt x="225" y="125"/>
                  <a:pt x="222" y="120"/>
                </a:cubicBezTo>
                <a:cubicBezTo>
                  <a:pt x="220" y="115"/>
                  <a:pt x="216" y="111"/>
                  <a:pt x="212" y="107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2" name="Freeform 91"/>
          <p:cNvSpPr>
            <a:spLocks noEditPoints="1"/>
          </p:cNvSpPr>
          <p:nvPr/>
        </p:nvSpPr>
        <p:spPr bwMode="auto">
          <a:xfrm>
            <a:off x="4150785" y="4243917"/>
            <a:ext cx="579967" cy="577851"/>
          </a:xfrm>
          <a:custGeom>
            <a:avLst/>
            <a:gdLst>
              <a:gd name="T0" fmla="*/ 177 w 353"/>
              <a:gd name="T1" fmla="*/ 225 h 353"/>
              <a:gd name="T2" fmla="*/ 160 w 353"/>
              <a:gd name="T3" fmla="*/ 241 h 353"/>
              <a:gd name="T4" fmla="*/ 177 w 353"/>
              <a:gd name="T5" fmla="*/ 257 h 353"/>
              <a:gd name="T6" fmla="*/ 193 w 353"/>
              <a:gd name="T7" fmla="*/ 241 h 353"/>
              <a:gd name="T8" fmla="*/ 177 w 353"/>
              <a:gd name="T9" fmla="*/ 225 h 353"/>
              <a:gd name="T10" fmla="*/ 193 w 353"/>
              <a:gd name="T11" fmla="*/ 96 h 353"/>
              <a:gd name="T12" fmla="*/ 160 w 353"/>
              <a:gd name="T13" fmla="*/ 96 h 353"/>
              <a:gd name="T14" fmla="*/ 152 w 353"/>
              <a:gd name="T15" fmla="*/ 104 h 353"/>
              <a:gd name="T16" fmla="*/ 153 w 353"/>
              <a:gd name="T17" fmla="*/ 105 h 353"/>
              <a:gd name="T18" fmla="*/ 152 w 353"/>
              <a:gd name="T19" fmla="*/ 105 h 353"/>
              <a:gd name="T20" fmla="*/ 160 w 353"/>
              <a:gd name="T21" fmla="*/ 201 h 353"/>
              <a:gd name="T22" fmla="*/ 161 w 353"/>
              <a:gd name="T23" fmla="*/ 201 h 353"/>
              <a:gd name="T24" fmla="*/ 168 w 353"/>
              <a:gd name="T25" fmla="*/ 208 h 353"/>
              <a:gd name="T26" fmla="*/ 185 w 353"/>
              <a:gd name="T27" fmla="*/ 208 h 353"/>
              <a:gd name="T28" fmla="*/ 192 w 353"/>
              <a:gd name="T29" fmla="*/ 201 h 353"/>
              <a:gd name="T30" fmla="*/ 193 w 353"/>
              <a:gd name="T31" fmla="*/ 201 h 353"/>
              <a:gd name="T32" fmla="*/ 201 w 353"/>
              <a:gd name="T33" fmla="*/ 105 h 353"/>
              <a:gd name="T34" fmla="*/ 200 w 353"/>
              <a:gd name="T35" fmla="*/ 105 h 353"/>
              <a:gd name="T36" fmla="*/ 201 w 353"/>
              <a:gd name="T37" fmla="*/ 104 h 353"/>
              <a:gd name="T38" fmla="*/ 193 w 353"/>
              <a:gd name="T39" fmla="*/ 96 h 353"/>
              <a:gd name="T40" fmla="*/ 177 w 353"/>
              <a:gd name="T41" fmla="*/ 0 h 353"/>
              <a:gd name="T42" fmla="*/ 0 w 353"/>
              <a:gd name="T43" fmla="*/ 176 h 353"/>
              <a:gd name="T44" fmla="*/ 177 w 353"/>
              <a:gd name="T45" fmla="*/ 353 h 353"/>
              <a:gd name="T46" fmla="*/ 353 w 353"/>
              <a:gd name="T47" fmla="*/ 176 h 353"/>
              <a:gd name="T48" fmla="*/ 177 w 353"/>
              <a:gd name="T49" fmla="*/ 0 h 353"/>
              <a:gd name="T50" fmla="*/ 177 w 353"/>
              <a:gd name="T51" fmla="*/ 337 h 353"/>
              <a:gd name="T52" fmla="*/ 16 w 353"/>
              <a:gd name="T53" fmla="*/ 176 h 353"/>
              <a:gd name="T54" fmla="*/ 177 w 353"/>
              <a:gd name="T55" fmla="*/ 16 h 353"/>
              <a:gd name="T56" fmla="*/ 337 w 353"/>
              <a:gd name="T57" fmla="*/ 176 h 353"/>
              <a:gd name="T58" fmla="*/ 177 w 353"/>
              <a:gd name="T59" fmla="*/ 337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353" h="353">
                <a:moveTo>
                  <a:pt x="177" y="225"/>
                </a:moveTo>
                <a:cubicBezTo>
                  <a:pt x="168" y="225"/>
                  <a:pt x="160" y="232"/>
                  <a:pt x="160" y="241"/>
                </a:cubicBezTo>
                <a:cubicBezTo>
                  <a:pt x="160" y="249"/>
                  <a:pt x="168" y="257"/>
                  <a:pt x="177" y="257"/>
                </a:cubicBezTo>
                <a:cubicBezTo>
                  <a:pt x="185" y="257"/>
                  <a:pt x="193" y="249"/>
                  <a:pt x="193" y="241"/>
                </a:cubicBezTo>
                <a:cubicBezTo>
                  <a:pt x="193" y="232"/>
                  <a:pt x="185" y="225"/>
                  <a:pt x="177" y="225"/>
                </a:cubicBezTo>
                <a:moveTo>
                  <a:pt x="193" y="96"/>
                </a:moveTo>
                <a:cubicBezTo>
                  <a:pt x="160" y="96"/>
                  <a:pt x="160" y="96"/>
                  <a:pt x="160" y="96"/>
                </a:cubicBezTo>
                <a:cubicBezTo>
                  <a:pt x="156" y="96"/>
                  <a:pt x="152" y="100"/>
                  <a:pt x="152" y="104"/>
                </a:cubicBezTo>
                <a:cubicBezTo>
                  <a:pt x="152" y="104"/>
                  <a:pt x="153" y="104"/>
                  <a:pt x="153" y="105"/>
                </a:cubicBezTo>
                <a:cubicBezTo>
                  <a:pt x="152" y="105"/>
                  <a:pt x="152" y="105"/>
                  <a:pt x="152" y="105"/>
                </a:cubicBezTo>
                <a:cubicBezTo>
                  <a:pt x="160" y="201"/>
                  <a:pt x="160" y="201"/>
                  <a:pt x="160" y="201"/>
                </a:cubicBezTo>
                <a:cubicBezTo>
                  <a:pt x="161" y="201"/>
                  <a:pt x="161" y="201"/>
                  <a:pt x="161" y="201"/>
                </a:cubicBezTo>
                <a:cubicBezTo>
                  <a:pt x="161" y="205"/>
                  <a:pt x="164" y="208"/>
                  <a:pt x="168" y="208"/>
                </a:cubicBezTo>
                <a:cubicBezTo>
                  <a:pt x="185" y="208"/>
                  <a:pt x="185" y="208"/>
                  <a:pt x="185" y="208"/>
                </a:cubicBezTo>
                <a:cubicBezTo>
                  <a:pt x="189" y="208"/>
                  <a:pt x="192" y="205"/>
                  <a:pt x="192" y="201"/>
                </a:cubicBezTo>
                <a:cubicBezTo>
                  <a:pt x="193" y="201"/>
                  <a:pt x="193" y="201"/>
                  <a:pt x="193" y="201"/>
                </a:cubicBezTo>
                <a:cubicBezTo>
                  <a:pt x="201" y="105"/>
                  <a:pt x="201" y="105"/>
                  <a:pt x="201" y="105"/>
                </a:cubicBezTo>
                <a:cubicBezTo>
                  <a:pt x="200" y="105"/>
                  <a:pt x="200" y="105"/>
                  <a:pt x="200" y="105"/>
                </a:cubicBezTo>
                <a:cubicBezTo>
                  <a:pt x="200" y="104"/>
                  <a:pt x="201" y="104"/>
                  <a:pt x="201" y="104"/>
                </a:cubicBezTo>
                <a:cubicBezTo>
                  <a:pt x="201" y="100"/>
                  <a:pt x="197" y="96"/>
                  <a:pt x="193" y="96"/>
                </a:cubicBezTo>
                <a:moveTo>
                  <a:pt x="177" y="0"/>
                </a:moveTo>
                <a:cubicBezTo>
                  <a:pt x="79" y="0"/>
                  <a:pt x="0" y="79"/>
                  <a:pt x="0" y="176"/>
                </a:cubicBezTo>
                <a:cubicBezTo>
                  <a:pt x="0" y="274"/>
                  <a:pt x="79" y="353"/>
                  <a:pt x="177" y="353"/>
                </a:cubicBezTo>
                <a:cubicBezTo>
                  <a:pt x="274" y="353"/>
                  <a:pt x="353" y="274"/>
                  <a:pt x="353" y="176"/>
                </a:cubicBezTo>
                <a:cubicBezTo>
                  <a:pt x="353" y="79"/>
                  <a:pt x="274" y="0"/>
                  <a:pt x="177" y="0"/>
                </a:cubicBezTo>
                <a:moveTo>
                  <a:pt x="177" y="337"/>
                </a:moveTo>
                <a:cubicBezTo>
                  <a:pt x="88" y="337"/>
                  <a:pt x="16" y="265"/>
                  <a:pt x="16" y="176"/>
                </a:cubicBezTo>
                <a:cubicBezTo>
                  <a:pt x="16" y="88"/>
                  <a:pt x="88" y="16"/>
                  <a:pt x="177" y="16"/>
                </a:cubicBezTo>
                <a:cubicBezTo>
                  <a:pt x="265" y="16"/>
                  <a:pt x="337" y="88"/>
                  <a:pt x="337" y="176"/>
                </a:cubicBezTo>
                <a:cubicBezTo>
                  <a:pt x="337" y="265"/>
                  <a:pt x="265" y="337"/>
                  <a:pt x="177" y="337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3" name="Freeform 92"/>
          <p:cNvSpPr>
            <a:spLocks noEditPoints="1"/>
          </p:cNvSpPr>
          <p:nvPr/>
        </p:nvSpPr>
        <p:spPr bwMode="auto">
          <a:xfrm>
            <a:off x="5255684" y="4296835"/>
            <a:ext cx="577851" cy="474133"/>
          </a:xfrm>
          <a:custGeom>
            <a:avLst/>
            <a:gdLst>
              <a:gd name="T0" fmla="*/ 337 w 353"/>
              <a:gd name="T1" fmla="*/ 64 h 289"/>
              <a:gd name="T2" fmla="*/ 81 w 353"/>
              <a:gd name="T3" fmla="*/ 64 h 289"/>
              <a:gd name="T4" fmla="*/ 64 w 353"/>
              <a:gd name="T5" fmla="*/ 80 h 289"/>
              <a:gd name="T6" fmla="*/ 64 w 353"/>
              <a:gd name="T7" fmla="*/ 273 h 289"/>
              <a:gd name="T8" fmla="*/ 81 w 353"/>
              <a:gd name="T9" fmla="*/ 289 h 289"/>
              <a:gd name="T10" fmla="*/ 337 w 353"/>
              <a:gd name="T11" fmla="*/ 289 h 289"/>
              <a:gd name="T12" fmla="*/ 353 w 353"/>
              <a:gd name="T13" fmla="*/ 273 h 289"/>
              <a:gd name="T14" fmla="*/ 353 w 353"/>
              <a:gd name="T15" fmla="*/ 80 h 289"/>
              <a:gd name="T16" fmla="*/ 337 w 353"/>
              <a:gd name="T17" fmla="*/ 64 h 289"/>
              <a:gd name="T18" fmla="*/ 337 w 353"/>
              <a:gd name="T19" fmla="*/ 273 h 289"/>
              <a:gd name="T20" fmla="*/ 81 w 353"/>
              <a:gd name="T21" fmla="*/ 273 h 289"/>
              <a:gd name="T22" fmla="*/ 81 w 353"/>
              <a:gd name="T23" fmla="*/ 80 h 289"/>
              <a:gd name="T24" fmla="*/ 337 w 353"/>
              <a:gd name="T25" fmla="*/ 80 h 289"/>
              <a:gd name="T26" fmla="*/ 337 w 353"/>
              <a:gd name="T27" fmla="*/ 273 h 289"/>
              <a:gd name="T28" fmla="*/ 40 w 353"/>
              <a:gd name="T29" fmla="*/ 209 h 289"/>
              <a:gd name="T30" fmla="*/ 16 w 353"/>
              <a:gd name="T31" fmla="*/ 209 h 289"/>
              <a:gd name="T32" fmla="*/ 16 w 353"/>
              <a:gd name="T33" fmla="*/ 16 h 289"/>
              <a:gd name="T34" fmla="*/ 273 w 353"/>
              <a:gd name="T35" fmla="*/ 16 h 289"/>
              <a:gd name="T36" fmla="*/ 273 w 353"/>
              <a:gd name="T37" fmla="*/ 40 h 289"/>
              <a:gd name="T38" fmla="*/ 281 w 353"/>
              <a:gd name="T39" fmla="*/ 48 h 289"/>
              <a:gd name="T40" fmla="*/ 289 w 353"/>
              <a:gd name="T41" fmla="*/ 40 h 289"/>
              <a:gd name="T42" fmla="*/ 289 w 353"/>
              <a:gd name="T43" fmla="*/ 16 h 289"/>
              <a:gd name="T44" fmla="*/ 273 w 353"/>
              <a:gd name="T45" fmla="*/ 0 h 289"/>
              <a:gd name="T46" fmla="*/ 16 w 353"/>
              <a:gd name="T47" fmla="*/ 0 h 289"/>
              <a:gd name="T48" fmla="*/ 0 w 353"/>
              <a:gd name="T49" fmla="*/ 16 h 289"/>
              <a:gd name="T50" fmla="*/ 0 w 353"/>
              <a:gd name="T51" fmla="*/ 209 h 289"/>
              <a:gd name="T52" fmla="*/ 16 w 353"/>
              <a:gd name="T53" fmla="*/ 225 h 289"/>
              <a:gd name="T54" fmla="*/ 40 w 353"/>
              <a:gd name="T55" fmla="*/ 225 h 289"/>
              <a:gd name="T56" fmla="*/ 48 w 353"/>
              <a:gd name="T57" fmla="*/ 217 h 289"/>
              <a:gd name="T58" fmla="*/ 40 w 353"/>
              <a:gd name="T59" fmla="*/ 209 h 2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353" h="289">
                <a:moveTo>
                  <a:pt x="337" y="64"/>
                </a:moveTo>
                <a:cubicBezTo>
                  <a:pt x="81" y="64"/>
                  <a:pt x="81" y="64"/>
                  <a:pt x="81" y="64"/>
                </a:cubicBezTo>
                <a:cubicBezTo>
                  <a:pt x="72" y="64"/>
                  <a:pt x="64" y="71"/>
                  <a:pt x="64" y="80"/>
                </a:cubicBezTo>
                <a:cubicBezTo>
                  <a:pt x="64" y="273"/>
                  <a:pt x="64" y="273"/>
                  <a:pt x="64" y="273"/>
                </a:cubicBezTo>
                <a:cubicBezTo>
                  <a:pt x="64" y="282"/>
                  <a:pt x="72" y="289"/>
                  <a:pt x="81" y="289"/>
                </a:cubicBezTo>
                <a:cubicBezTo>
                  <a:pt x="337" y="289"/>
                  <a:pt x="337" y="289"/>
                  <a:pt x="337" y="289"/>
                </a:cubicBezTo>
                <a:cubicBezTo>
                  <a:pt x="346" y="289"/>
                  <a:pt x="353" y="282"/>
                  <a:pt x="353" y="273"/>
                </a:cubicBezTo>
                <a:cubicBezTo>
                  <a:pt x="353" y="80"/>
                  <a:pt x="353" y="80"/>
                  <a:pt x="353" y="80"/>
                </a:cubicBezTo>
                <a:cubicBezTo>
                  <a:pt x="353" y="71"/>
                  <a:pt x="346" y="64"/>
                  <a:pt x="337" y="64"/>
                </a:cubicBezTo>
                <a:moveTo>
                  <a:pt x="337" y="273"/>
                </a:moveTo>
                <a:cubicBezTo>
                  <a:pt x="81" y="273"/>
                  <a:pt x="81" y="273"/>
                  <a:pt x="81" y="273"/>
                </a:cubicBezTo>
                <a:cubicBezTo>
                  <a:pt x="81" y="80"/>
                  <a:pt x="81" y="80"/>
                  <a:pt x="81" y="80"/>
                </a:cubicBezTo>
                <a:cubicBezTo>
                  <a:pt x="337" y="80"/>
                  <a:pt x="337" y="80"/>
                  <a:pt x="337" y="80"/>
                </a:cubicBezTo>
                <a:lnTo>
                  <a:pt x="337" y="273"/>
                </a:lnTo>
                <a:close/>
                <a:moveTo>
                  <a:pt x="40" y="209"/>
                </a:moveTo>
                <a:cubicBezTo>
                  <a:pt x="16" y="209"/>
                  <a:pt x="16" y="209"/>
                  <a:pt x="16" y="209"/>
                </a:cubicBezTo>
                <a:cubicBezTo>
                  <a:pt x="16" y="16"/>
                  <a:pt x="16" y="16"/>
                  <a:pt x="16" y="16"/>
                </a:cubicBezTo>
                <a:cubicBezTo>
                  <a:pt x="273" y="16"/>
                  <a:pt x="273" y="16"/>
                  <a:pt x="273" y="16"/>
                </a:cubicBezTo>
                <a:cubicBezTo>
                  <a:pt x="273" y="40"/>
                  <a:pt x="273" y="40"/>
                  <a:pt x="273" y="40"/>
                </a:cubicBezTo>
                <a:cubicBezTo>
                  <a:pt x="273" y="44"/>
                  <a:pt x="277" y="48"/>
                  <a:pt x="281" y="48"/>
                </a:cubicBezTo>
                <a:cubicBezTo>
                  <a:pt x="286" y="48"/>
                  <a:pt x="289" y="44"/>
                  <a:pt x="289" y="40"/>
                </a:cubicBezTo>
                <a:cubicBezTo>
                  <a:pt x="289" y="16"/>
                  <a:pt x="289" y="16"/>
                  <a:pt x="289" y="16"/>
                </a:cubicBezTo>
                <a:cubicBezTo>
                  <a:pt x="289" y="7"/>
                  <a:pt x="282" y="0"/>
                  <a:pt x="273" y="0"/>
                </a:cubicBez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209"/>
                  <a:pt x="0" y="209"/>
                  <a:pt x="0" y="209"/>
                </a:cubicBezTo>
                <a:cubicBezTo>
                  <a:pt x="0" y="217"/>
                  <a:pt x="7" y="225"/>
                  <a:pt x="16" y="225"/>
                </a:cubicBezTo>
                <a:cubicBezTo>
                  <a:pt x="40" y="225"/>
                  <a:pt x="40" y="225"/>
                  <a:pt x="40" y="225"/>
                </a:cubicBezTo>
                <a:cubicBezTo>
                  <a:pt x="45" y="225"/>
                  <a:pt x="48" y="221"/>
                  <a:pt x="48" y="217"/>
                </a:cubicBezTo>
                <a:cubicBezTo>
                  <a:pt x="48" y="212"/>
                  <a:pt x="45" y="209"/>
                  <a:pt x="40" y="209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4" name="Freeform 93"/>
          <p:cNvSpPr>
            <a:spLocks noEditPoints="1"/>
          </p:cNvSpPr>
          <p:nvPr/>
        </p:nvSpPr>
        <p:spPr bwMode="auto">
          <a:xfrm>
            <a:off x="6360584" y="4243917"/>
            <a:ext cx="577851" cy="577851"/>
          </a:xfrm>
          <a:custGeom>
            <a:avLst/>
            <a:gdLst>
              <a:gd name="T0" fmla="*/ 337 w 353"/>
              <a:gd name="T1" fmla="*/ 64 h 353"/>
              <a:gd name="T2" fmla="*/ 80 w 353"/>
              <a:gd name="T3" fmla="*/ 64 h 353"/>
              <a:gd name="T4" fmla="*/ 64 w 353"/>
              <a:gd name="T5" fmla="*/ 80 h 353"/>
              <a:gd name="T6" fmla="*/ 64 w 353"/>
              <a:gd name="T7" fmla="*/ 337 h 353"/>
              <a:gd name="T8" fmla="*/ 80 w 353"/>
              <a:gd name="T9" fmla="*/ 353 h 353"/>
              <a:gd name="T10" fmla="*/ 337 w 353"/>
              <a:gd name="T11" fmla="*/ 353 h 353"/>
              <a:gd name="T12" fmla="*/ 353 w 353"/>
              <a:gd name="T13" fmla="*/ 337 h 353"/>
              <a:gd name="T14" fmla="*/ 353 w 353"/>
              <a:gd name="T15" fmla="*/ 80 h 353"/>
              <a:gd name="T16" fmla="*/ 337 w 353"/>
              <a:gd name="T17" fmla="*/ 64 h 353"/>
              <a:gd name="T18" fmla="*/ 337 w 353"/>
              <a:gd name="T19" fmla="*/ 337 h 353"/>
              <a:gd name="T20" fmla="*/ 80 w 353"/>
              <a:gd name="T21" fmla="*/ 337 h 353"/>
              <a:gd name="T22" fmla="*/ 80 w 353"/>
              <a:gd name="T23" fmla="*/ 289 h 353"/>
              <a:gd name="T24" fmla="*/ 337 w 353"/>
              <a:gd name="T25" fmla="*/ 289 h 353"/>
              <a:gd name="T26" fmla="*/ 337 w 353"/>
              <a:gd name="T27" fmla="*/ 337 h 353"/>
              <a:gd name="T28" fmla="*/ 337 w 353"/>
              <a:gd name="T29" fmla="*/ 273 h 353"/>
              <a:gd name="T30" fmla="*/ 80 w 353"/>
              <a:gd name="T31" fmla="*/ 273 h 353"/>
              <a:gd name="T32" fmla="*/ 80 w 353"/>
              <a:gd name="T33" fmla="*/ 80 h 353"/>
              <a:gd name="T34" fmla="*/ 337 w 353"/>
              <a:gd name="T35" fmla="*/ 80 h 353"/>
              <a:gd name="T36" fmla="*/ 337 w 353"/>
              <a:gd name="T37" fmla="*/ 273 h 353"/>
              <a:gd name="T38" fmla="*/ 40 w 353"/>
              <a:gd name="T39" fmla="*/ 225 h 353"/>
              <a:gd name="T40" fmla="*/ 48 w 353"/>
              <a:gd name="T41" fmla="*/ 217 h 353"/>
              <a:gd name="T42" fmla="*/ 40 w 353"/>
              <a:gd name="T43" fmla="*/ 208 h 353"/>
              <a:gd name="T44" fmla="*/ 16 w 353"/>
              <a:gd name="T45" fmla="*/ 208 h 353"/>
              <a:gd name="T46" fmla="*/ 16 w 353"/>
              <a:gd name="T47" fmla="*/ 16 h 353"/>
              <a:gd name="T48" fmla="*/ 273 w 353"/>
              <a:gd name="T49" fmla="*/ 16 h 353"/>
              <a:gd name="T50" fmla="*/ 273 w 353"/>
              <a:gd name="T51" fmla="*/ 40 h 353"/>
              <a:gd name="T52" fmla="*/ 281 w 353"/>
              <a:gd name="T53" fmla="*/ 48 h 353"/>
              <a:gd name="T54" fmla="*/ 289 w 353"/>
              <a:gd name="T55" fmla="*/ 40 h 353"/>
              <a:gd name="T56" fmla="*/ 289 w 353"/>
              <a:gd name="T57" fmla="*/ 16 h 353"/>
              <a:gd name="T58" fmla="*/ 273 w 353"/>
              <a:gd name="T59" fmla="*/ 0 h 353"/>
              <a:gd name="T60" fmla="*/ 16 w 353"/>
              <a:gd name="T61" fmla="*/ 0 h 353"/>
              <a:gd name="T62" fmla="*/ 0 w 353"/>
              <a:gd name="T63" fmla="*/ 16 h 353"/>
              <a:gd name="T64" fmla="*/ 0 w 353"/>
              <a:gd name="T65" fmla="*/ 273 h 353"/>
              <a:gd name="T66" fmla="*/ 16 w 353"/>
              <a:gd name="T67" fmla="*/ 289 h 353"/>
              <a:gd name="T68" fmla="*/ 40 w 353"/>
              <a:gd name="T69" fmla="*/ 289 h 353"/>
              <a:gd name="T70" fmla="*/ 48 w 353"/>
              <a:gd name="T71" fmla="*/ 281 h 353"/>
              <a:gd name="T72" fmla="*/ 40 w 353"/>
              <a:gd name="T73" fmla="*/ 273 h 353"/>
              <a:gd name="T74" fmla="*/ 16 w 353"/>
              <a:gd name="T75" fmla="*/ 273 h 353"/>
              <a:gd name="T76" fmla="*/ 16 w 353"/>
              <a:gd name="T77" fmla="*/ 225 h 353"/>
              <a:gd name="T78" fmla="*/ 40 w 353"/>
              <a:gd name="T79" fmla="*/ 225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353" h="353">
                <a:moveTo>
                  <a:pt x="337" y="64"/>
                </a:moveTo>
                <a:cubicBezTo>
                  <a:pt x="80" y="64"/>
                  <a:pt x="80" y="64"/>
                  <a:pt x="80" y="64"/>
                </a:cubicBezTo>
                <a:cubicBezTo>
                  <a:pt x="71" y="64"/>
                  <a:pt x="64" y="71"/>
                  <a:pt x="64" y="80"/>
                </a:cubicBezTo>
                <a:cubicBezTo>
                  <a:pt x="64" y="337"/>
                  <a:pt x="64" y="337"/>
                  <a:pt x="64" y="337"/>
                </a:cubicBezTo>
                <a:cubicBezTo>
                  <a:pt x="64" y="346"/>
                  <a:pt x="71" y="353"/>
                  <a:pt x="80" y="353"/>
                </a:cubicBezTo>
                <a:cubicBezTo>
                  <a:pt x="337" y="353"/>
                  <a:pt x="337" y="353"/>
                  <a:pt x="337" y="353"/>
                </a:cubicBezTo>
                <a:cubicBezTo>
                  <a:pt x="346" y="353"/>
                  <a:pt x="353" y="346"/>
                  <a:pt x="353" y="337"/>
                </a:cubicBezTo>
                <a:cubicBezTo>
                  <a:pt x="353" y="80"/>
                  <a:pt x="353" y="80"/>
                  <a:pt x="353" y="80"/>
                </a:cubicBezTo>
                <a:cubicBezTo>
                  <a:pt x="353" y="71"/>
                  <a:pt x="346" y="64"/>
                  <a:pt x="337" y="64"/>
                </a:cubicBezTo>
                <a:moveTo>
                  <a:pt x="337" y="337"/>
                </a:moveTo>
                <a:cubicBezTo>
                  <a:pt x="80" y="337"/>
                  <a:pt x="80" y="337"/>
                  <a:pt x="80" y="337"/>
                </a:cubicBezTo>
                <a:cubicBezTo>
                  <a:pt x="80" y="289"/>
                  <a:pt x="80" y="289"/>
                  <a:pt x="80" y="289"/>
                </a:cubicBezTo>
                <a:cubicBezTo>
                  <a:pt x="337" y="289"/>
                  <a:pt x="337" y="289"/>
                  <a:pt x="337" y="289"/>
                </a:cubicBezTo>
                <a:lnTo>
                  <a:pt x="337" y="337"/>
                </a:lnTo>
                <a:close/>
                <a:moveTo>
                  <a:pt x="337" y="273"/>
                </a:moveTo>
                <a:cubicBezTo>
                  <a:pt x="80" y="273"/>
                  <a:pt x="80" y="273"/>
                  <a:pt x="80" y="273"/>
                </a:cubicBezTo>
                <a:cubicBezTo>
                  <a:pt x="80" y="80"/>
                  <a:pt x="80" y="80"/>
                  <a:pt x="80" y="80"/>
                </a:cubicBezTo>
                <a:cubicBezTo>
                  <a:pt x="337" y="80"/>
                  <a:pt x="337" y="80"/>
                  <a:pt x="337" y="80"/>
                </a:cubicBezTo>
                <a:lnTo>
                  <a:pt x="337" y="273"/>
                </a:lnTo>
                <a:close/>
                <a:moveTo>
                  <a:pt x="40" y="225"/>
                </a:moveTo>
                <a:cubicBezTo>
                  <a:pt x="44" y="225"/>
                  <a:pt x="48" y="221"/>
                  <a:pt x="48" y="217"/>
                </a:cubicBezTo>
                <a:cubicBezTo>
                  <a:pt x="48" y="212"/>
                  <a:pt x="44" y="208"/>
                  <a:pt x="40" y="208"/>
                </a:cubicBezTo>
                <a:cubicBezTo>
                  <a:pt x="16" y="208"/>
                  <a:pt x="16" y="208"/>
                  <a:pt x="16" y="208"/>
                </a:cubicBezTo>
                <a:cubicBezTo>
                  <a:pt x="16" y="16"/>
                  <a:pt x="16" y="16"/>
                  <a:pt x="16" y="16"/>
                </a:cubicBezTo>
                <a:cubicBezTo>
                  <a:pt x="273" y="16"/>
                  <a:pt x="273" y="16"/>
                  <a:pt x="273" y="16"/>
                </a:cubicBezTo>
                <a:cubicBezTo>
                  <a:pt x="273" y="40"/>
                  <a:pt x="273" y="40"/>
                  <a:pt x="273" y="40"/>
                </a:cubicBezTo>
                <a:cubicBezTo>
                  <a:pt x="273" y="44"/>
                  <a:pt x="276" y="48"/>
                  <a:pt x="281" y="48"/>
                </a:cubicBezTo>
                <a:cubicBezTo>
                  <a:pt x="285" y="48"/>
                  <a:pt x="289" y="44"/>
                  <a:pt x="289" y="40"/>
                </a:cubicBezTo>
                <a:cubicBezTo>
                  <a:pt x="289" y="16"/>
                  <a:pt x="289" y="16"/>
                  <a:pt x="289" y="16"/>
                </a:cubicBezTo>
                <a:cubicBezTo>
                  <a:pt x="289" y="7"/>
                  <a:pt x="281" y="0"/>
                  <a:pt x="273" y="0"/>
                </a:cubicBez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273"/>
                  <a:pt x="0" y="273"/>
                  <a:pt x="0" y="273"/>
                </a:cubicBezTo>
                <a:cubicBezTo>
                  <a:pt x="0" y="282"/>
                  <a:pt x="7" y="289"/>
                  <a:pt x="16" y="289"/>
                </a:cubicBezTo>
                <a:cubicBezTo>
                  <a:pt x="40" y="289"/>
                  <a:pt x="40" y="289"/>
                  <a:pt x="40" y="289"/>
                </a:cubicBezTo>
                <a:cubicBezTo>
                  <a:pt x="44" y="289"/>
                  <a:pt x="48" y="285"/>
                  <a:pt x="48" y="281"/>
                </a:cubicBezTo>
                <a:cubicBezTo>
                  <a:pt x="48" y="276"/>
                  <a:pt x="44" y="273"/>
                  <a:pt x="40" y="273"/>
                </a:cubicBezTo>
                <a:cubicBezTo>
                  <a:pt x="16" y="273"/>
                  <a:pt x="16" y="273"/>
                  <a:pt x="16" y="273"/>
                </a:cubicBezTo>
                <a:cubicBezTo>
                  <a:pt x="16" y="225"/>
                  <a:pt x="16" y="225"/>
                  <a:pt x="16" y="225"/>
                </a:cubicBezTo>
                <a:lnTo>
                  <a:pt x="40" y="225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5" name="Freeform 94"/>
          <p:cNvSpPr>
            <a:spLocks noEditPoints="1"/>
          </p:cNvSpPr>
          <p:nvPr/>
        </p:nvSpPr>
        <p:spPr bwMode="auto">
          <a:xfrm>
            <a:off x="7463367" y="4296835"/>
            <a:ext cx="577851" cy="474133"/>
          </a:xfrm>
          <a:custGeom>
            <a:avLst/>
            <a:gdLst>
              <a:gd name="T0" fmla="*/ 72 w 353"/>
              <a:gd name="T1" fmla="*/ 16 h 289"/>
              <a:gd name="T2" fmla="*/ 281 w 353"/>
              <a:gd name="T3" fmla="*/ 16 h 289"/>
              <a:gd name="T4" fmla="*/ 289 w 353"/>
              <a:gd name="T5" fmla="*/ 8 h 289"/>
              <a:gd name="T6" fmla="*/ 281 w 353"/>
              <a:gd name="T7" fmla="*/ 0 h 289"/>
              <a:gd name="T8" fmla="*/ 72 w 353"/>
              <a:gd name="T9" fmla="*/ 0 h 289"/>
              <a:gd name="T10" fmla="*/ 64 w 353"/>
              <a:gd name="T11" fmla="*/ 8 h 289"/>
              <a:gd name="T12" fmla="*/ 72 w 353"/>
              <a:gd name="T13" fmla="*/ 16 h 289"/>
              <a:gd name="T14" fmla="*/ 337 w 353"/>
              <a:gd name="T15" fmla="*/ 64 h 289"/>
              <a:gd name="T16" fmla="*/ 16 w 353"/>
              <a:gd name="T17" fmla="*/ 64 h 289"/>
              <a:gd name="T18" fmla="*/ 0 w 353"/>
              <a:gd name="T19" fmla="*/ 80 h 289"/>
              <a:gd name="T20" fmla="*/ 0 w 353"/>
              <a:gd name="T21" fmla="*/ 273 h 289"/>
              <a:gd name="T22" fmla="*/ 16 w 353"/>
              <a:gd name="T23" fmla="*/ 289 h 289"/>
              <a:gd name="T24" fmla="*/ 337 w 353"/>
              <a:gd name="T25" fmla="*/ 289 h 289"/>
              <a:gd name="T26" fmla="*/ 353 w 353"/>
              <a:gd name="T27" fmla="*/ 273 h 289"/>
              <a:gd name="T28" fmla="*/ 353 w 353"/>
              <a:gd name="T29" fmla="*/ 80 h 289"/>
              <a:gd name="T30" fmla="*/ 337 w 353"/>
              <a:gd name="T31" fmla="*/ 64 h 289"/>
              <a:gd name="T32" fmla="*/ 337 w 353"/>
              <a:gd name="T33" fmla="*/ 273 h 289"/>
              <a:gd name="T34" fmla="*/ 16 w 353"/>
              <a:gd name="T35" fmla="*/ 273 h 289"/>
              <a:gd name="T36" fmla="*/ 16 w 353"/>
              <a:gd name="T37" fmla="*/ 80 h 289"/>
              <a:gd name="T38" fmla="*/ 337 w 353"/>
              <a:gd name="T39" fmla="*/ 80 h 289"/>
              <a:gd name="T40" fmla="*/ 337 w 353"/>
              <a:gd name="T41" fmla="*/ 273 h 289"/>
              <a:gd name="T42" fmla="*/ 40 w 353"/>
              <a:gd name="T43" fmla="*/ 48 h 289"/>
              <a:gd name="T44" fmla="*/ 313 w 353"/>
              <a:gd name="T45" fmla="*/ 48 h 289"/>
              <a:gd name="T46" fmla="*/ 321 w 353"/>
              <a:gd name="T47" fmla="*/ 40 h 289"/>
              <a:gd name="T48" fmla="*/ 313 w 353"/>
              <a:gd name="T49" fmla="*/ 32 h 289"/>
              <a:gd name="T50" fmla="*/ 40 w 353"/>
              <a:gd name="T51" fmla="*/ 32 h 289"/>
              <a:gd name="T52" fmla="*/ 32 w 353"/>
              <a:gd name="T53" fmla="*/ 40 h 289"/>
              <a:gd name="T54" fmla="*/ 40 w 353"/>
              <a:gd name="T55" fmla="*/ 48 h 2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353" h="289">
                <a:moveTo>
                  <a:pt x="72" y="16"/>
                </a:moveTo>
                <a:cubicBezTo>
                  <a:pt x="281" y="16"/>
                  <a:pt x="281" y="16"/>
                  <a:pt x="281" y="16"/>
                </a:cubicBezTo>
                <a:cubicBezTo>
                  <a:pt x="285" y="16"/>
                  <a:pt x="289" y="12"/>
                  <a:pt x="289" y="8"/>
                </a:cubicBezTo>
                <a:cubicBezTo>
                  <a:pt x="289" y="3"/>
                  <a:pt x="285" y="0"/>
                  <a:pt x="281" y="0"/>
                </a:cubicBezTo>
                <a:cubicBezTo>
                  <a:pt x="72" y="0"/>
                  <a:pt x="72" y="0"/>
                  <a:pt x="72" y="0"/>
                </a:cubicBezTo>
                <a:cubicBezTo>
                  <a:pt x="68" y="0"/>
                  <a:pt x="64" y="3"/>
                  <a:pt x="64" y="8"/>
                </a:cubicBezTo>
                <a:cubicBezTo>
                  <a:pt x="64" y="12"/>
                  <a:pt x="68" y="16"/>
                  <a:pt x="72" y="16"/>
                </a:cubicBezTo>
                <a:moveTo>
                  <a:pt x="337" y="64"/>
                </a:moveTo>
                <a:cubicBezTo>
                  <a:pt x="16" y="64"/>
                  <a:pt x="16" y="64"/>
                  <a:pt x="16" y="64"/>
                </a:cubicBezTo>
                <a:cubicBezTo>
                  <a:pt x="7" y="64"/>
                  <a:pt x="0" y="71"/>
                  <a:pt x="0" y="80"/>
                </a:cubicBezTo>
                <a:cubicBezTo>
                  <a:pt x="0" y="273"/>
                  <a:pt x="0" y="273"/>
                  <a:pt x="0" y="273"/>
                </a:cubicBezTo>
                <a:cubicBezTo>
                  <a:pt x="0" y="282"/>
                  <a:pt x="7" y="289"/>
                  <a:pt x="16" y="289"/>
                </a:cubicBezTo>
                <a:cubicBezTo>
                  <a:pt x="337" y="289"/>
                  <a:pt x="337" y="289"/>
                  <a:pt x="337" y="289"/>
                </a:cubicBezTo>
                <a:cubicBezTo>
                  <a:pt x="346" y="289"/>
                  <a:pt x="353" y="282"/>
                  <a:pt x="353" y="273"/>
                </a:cubicBezTo>
                <a:cubicBezTo>
                  <a:pt x="353" y="80"/>
                  <a:pt x="353" y="80"/>
                  <a:pt x="353" y="80"/>
                </a:cubicBezTo>
                <a:cubicBezTo>
                  <a:pt x="353" y="71"/>
                  <a:pt x="346" y="64"/>
                  <a:pt x="337" y="64"/>
                </a:cubicBezTo>
                <a:moveTo>
                  <a:pt x="337" y="273"/>
                </a:moveTo>
                <a:cubicBezTo>
                  <a:pt x="16" y="273"/>
                  <a:pt x="16" y="273"/>
                  <a:pt x="16" y="273"/>
                </a:cubicBezTo>
                <a:cubicBezTo>
                  <a:pt x="16" y="80"/>
                  <a:pt x="16" y="80"/>
                  <a:pt x="16" y="80"/>
                </a:cubicBezTo>
                <a:cubicBezTo>
                  <a:pt x="337" y="80"/>
                  <a:pt x="337" y="80"/>
                  <a:pt x="337" y="80"/>
                </a:cubicBezTo>
                <a:lnTo>
                  <a:pt x="337" y="273"/>
                </a:lnTo>
                <a:close/>
                <a:moveTo>
                  <a:pt x="40" y="48"/>
                </a:moveTo>
                <a:cubicBezTo>
                  <a:pt x="313" y="48"/>
                  <a:pt x="313" y="48"/>
                  <a:pt x="313" y="48"/>
                </a:cubicBezTo>
                <a:cubicBezTo>
                  <a:pt x="317" y="48"/>
                  <a:pt x="321" y="44"/>
                  <a:pt x="321" y="40"/>
                </a:cubicBezTo>
                <a:cubicBezTo>
                  <a:pt x="321" y="36"/>
                  <a:pt x="317" y="32"/>
                  <a:pt x="313" y="32"/>
                </a:cubicBezTo>
                <a:cubicBezTo>
                  <a:pt x="40" y="32"/>
                  <a:pt x="40" y="32"/>
                  <a:pt x="40" y="32"/>
                </a:cubicBezTo>
                <a:cubicBezTo>
                  <a:pt x="36" y="32"/>
                  <a:pt x="32" y="36"/>
                  <a:pt x="32" y="40"/>
                </a:cubicBezTo>
                <a:cubicBezTo>
                  <a:pt x="32" y="44"/>
                  <a:pt x="36" y="48"/>
                  <a:pt x="40" y="48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6" name="Freeform 95"/>
          <p:cNvSpPr>
            <a:spLocks noEditPoints="1"/>
          </p:cNvSpPr>
          <p:nvPr/>
        </p:nvSpPr>
        <p:spPr bwMode="auto">
          <a:xfrm>
            <a:off x="8568267" y="4243917"/>
            <a:ext cx="577851" cy="577851"/>
          </a:xfrm>
          <a:custGeom>
            <a:avLst/>
            <a:gdLst>
              <a:gd name="T0" fmla="*/ 89 w 353"/>
              <a:gd name="T1" fmla="*/ 128 h 353"/>
              <a:gd name="T2" fmla="*/ 129 w 353"/>
              <a:gd name="T3" fmla="*/ 88 h 353"/>
              <a:gd name="T4" fmla="*/ 89 w 353"/>
              <a:gd name="T5" fmla="*/ 48 h 353"/>
              <a:gd name="T6" fmla="*/ 48 w 353"/>
              <a:gd name="T7" fmla="*/ 88 h 353"/>
              <a:gd name="T8" fmla="*/ 89 w 353"/>
              <a:gd name="T9" fmla="*/ 128 h 353"/>
              <a:gd name="T10" fmla="*/ 89 w 353"/>
              <a:gd name="T11" fmla="*/ 64 h 353"/>
              <a:gd name="T12" fmla="*/ 113 w 353"/>
              <a:gd name="T13" fmla="*/ 88 h 353"/>
              <a:gd name="T14" fmla="*/ 89 w 353"/>
              <a:gd name="T15" fmla="*/ 112 h 353"/>
              <a:gd name="T16" fmla="*/ 64 w 353"/>
              <a:gd name="T17" fmla="*/ 88 h 353"/>
              <a:gd name="T18" fmla="*/ 89 w 353"/>
              <a:gd name="T19" fmla="*/ 64 h 353"/>
              <a:gd name="T20" fmla="*/ 305 w 353"/>
              <a:gd name="T21" fmla="*/ 294 h 353"/>
              <a:gd name="T22" fmla="*/ 305 w 353"/>
              <a:gd name="T23" fmla="*/ 294 h 353"/>
              <a:gd name="T24" fmla="*/ 303 w 353"/>
              <a:gd name="T25" fmla="*/ 291 h 353"/>
              <a:gd name="T26" fmla="*/ 232 w 353"/>
              <a:gd name="T27" fmla="*/ 189 h 353"/>
              <a:gd name="T28" fmla="*/ 232 w 353"/>
              <a:gd name="T29" fmla="*/ 189 h 353"/>
              <a:gd name="T30" fmla="*/ 225 w 353"/>
              <a:gd name="T31" fmla="*/ 184 h 353"/>
              <a:gd name="T32" fmla="*/ 219 w 353"/>
              <a:gd name="T33" fmla="*/ 187 h 353"/>
              <a:gd name="T34" fmla="*/ 186 w 353"/>
              <a:gd name="T35" fmla="*/ 220 h 353"/>
              <a:gd name="T36" fmla="*/ 144 w 353"/>
              <a:gd name="T37" fmla="*/ 157 h 353"/>
              <a:gd name="T38" fmla="*/ 137 w 353"/>
              <a:gd name="T39" fmla="*/ 152 h 353"/>
              <a:gd name="T40" fmla="*/ 130 w 353"/>
              <a:gd name="T41" fmla="*/ 156 h 353"/>
              <a:gd name="T42" fmla="*/ 130 w 353"/>
              <a:gd name="T43" fmla="*/ 156 h 353"/>
              <a:gd name="T44" fmla="*/ 50 w 353"/>
              <a:gd name="T45" fmla="*/ 292 h 353"/>
              <a:gd name="T46" fmla="*/ 50 w 353"/>
              <a:gd name="T47" fmla="*/ 292 h 353"/>
              <a:gd name="T48" fmla="*/ 48 w 353"/>
              <a:gd name="T49" fmla="*/ 297 h 353"/>
              <a:gd name="T50" fmla="*/ 56 w 353"/>
              <a:gd name="T51" fmla="*/ 305 h 353"/>
              <a:gd name="T52" fmla="*/ 297 w 353"/>
              <a:gd name="T53" fmla="*/ 305 h 353"/>
              <a:gd name="T54" fmla="*/ 305 w 353"/>
              <a:gd name="T55" fmla="*/ 297 h 353"/>
              <a:gd name="T56" fmla="*/ 305 w 353"/>
              <a:gd name="T57" fmla="*/ 294 h 353"/>
              <a:gd name="T58" fmla="*/ 70 w 353"/>
              <a:gd name="T59" fmla="*/ 289 h 353"/>
              <a:gd name="T60" fmla="*/ 137 w 353"/>
              <a:gd name="T61" fmla="*/ 175 h 353"/>
              <a:gd name="T62" fmla="*/ 177 w 353"/>
              <a:gd name="T63" fmla="*/ 236 h 353"/>
              <a:gd name="T64" fmla="*/ 179 w 353"/>
              <a:gd name="T65" fmla="*/ 238 h 353"/>
              <a:gd name="T66" fmla="*/ 179 w 353"/>
              <a:gd name="T67" fmla="*/ 238 h 353"/>
              <a:gd name="T68" fmla="*/ 185 w 353"/>
              <a:gd name="T69" fmla="*/ 241 h 353"/>
              <a:gd name="T70" fmla="*/ 191 w 353"/>
              <a:gd name="T71" fmla="*/ 238 h 353"/>
              <a:gd name="T72" fmla="*/ 224 w 353"/>
              <a:gd name="T73" fmla="*/ 205 h 353"/>
              <a:gd name="T74" fmla="*/ 282 w 353"/>
              <a:gd name="T75" fmla="*/ 289 h 353"/>
              <a:gd name="T76" fmla="*/ 70 w 353"/>
              <a:gd name="T77" fmla="*/ 289 h 353"/>
              <a:gd name="T78" fmla="*/ 321 w 353"/>
              <a:gd name="T79" fmla="*/ 0 h 353"/>
              <a:gd name="T80" fmla="*/ 32 w 353"/>
              <a:gd name="T81" fmla="*/ 0 h 353"/>
              <a:gd name="T82" fmla="*/ 0 w 353"/>
              <a:gd name="T83" fmla="*/ 32 h 353"/>
              <a:gd name="T84" fmla="*/ 0 w 353"/>
              <a:gd name="T85" fmla="*/ 321 h 353"/>
              <a:gd name="T86" fmla="*/ 32 w 353"/>
              <a:gd name="T87" fmla="*/ 353 h 353"/>
              <a:gd name="T88" fmla="*/ 321 w 353"/>
              <a:gd name="T89" fmla="*/ 353 h 353"/>
              <a:gd name="T90" fmla="*/ 353 w 353"/>
              <a:gd name="T91" fmla="*/ 321 h 353"/>
              <a:gd name="T92" fmla="*/ 353 w 353"/>
              <a:gd name="T93" fmla="*/ 32 h 353"/>
              <a:gd name="T94" fmla="*/ 321 w 353"/>
              <a:gd name="T95" fmla="*/ 0 h 353"/>
              <a:gd name="T96" fmla="*/ 337 w 353"/>
              <a:gd name="T97" fmla="*/ 321 h 353"/>
              <a:gd name="T98" fmla="*/ 321 w 353"/>
              <a:gd name="T99" fmla="*/ 337 h 353"/>
              <a:gd name="T100" fmla="*/ 32 w 353"/>
              <a:gd name="T101" fmla="*/ 337 h 353"/>
              <a:gd name="T102" fmla="*/ 16 w 353"/>
              <a:gd name="T103" fmla="*/ 321 h 353"/>
              <a:gd name="T104" fmla="*/ 16 w 353"/>
              <a:gd name="T105" fmla="*/ 32 h 353"/>
              <a:gd name="T106" fmla="*/ 32 w 353"/>
              <a:gd name="T107" fmla="*/ 16 h 353"/>
              <a:gd name="T108" fmla="*/ 321 w 353"/>
              <a:gd name="T109" fmla="*/ 16 h 353"/>
              <a:gd name="T110" fmla="*/ 337 w 353"/>
              <a:gd name="T111" fmla="*/ 32 h 353"/>
              <a:gd name="T112" fmla="*/ 337 w 353"/>
              <a:gd name="T113" fmla="*/ 321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353" h="353">
                <a:moveTo>
                  <a:pt x="89" y="128"/>
                </a:moveTo>
                <a:cubicBezTo>
                  <a:pt x="111" y="128"/>
                  <a:pt x="129" y="110"/>
                  <a:pt x="129" y="88"/>
                </a:cubicBezTo>
                <a:cubicBezTo>
                  <a:pt x="129" y="66"/>
                  <a:pt x="111" y="48"/>
                  <a:pt x="89" y="48"/>
                </a:cubicBezTo>
                <a:cubicBezTo>
                  <a:pt x="66" y="48"/>
                  <a:pt x="48" y="66"/>
                  <a:pt x="48" y="88"/>
                </a:cubicBezTo>
                <a:cubicBezTo>
                  <a:pt x="48" y="110"/>
                  <a:pt x="66" y="128"/>
                  <a:pt x="89" y="128"/>
                </a:cubicBezTo>
                <a:moveTo>
                  <a:pt x="89" y="64"/>
                </a:moveTo>
                <a:cubicBezTo>
                  <a:pt x="102" y="64"/>
                  <a:pt x="113" y="75"/>
                  <a:pt x="113" y="88"/>
                </a:cubicBezTo>
                <a:cubicBezTo>
                  <a:pt x="113" y="101"/>
                  <a:pt x="102" y="112"/>
                  <a:pt x="89" y="112"/>
                </a:cubicBezTo>
                <a:cubicBezTo>
                  <a:pt x="75" y="112"/>
                  <a:pt x="64" y="101"/>
                  <a:pt x="64" y="88"/>
                </a:cubicBezTo>
                <a:cubicBezTo>
                  <a:pt x="64" y="75"/>
                  <a:pt x="75" y="64"/>
                  <a:pt x="89" y="64"/>
                </a:cubicBezTo>
                <a:moveTo>
                  <a:pt x="305" y="294"/>
                </a:moveTo>
                <a:cubicBezTo>
                  <a:pt x="305" y="294"/>
                  <a:pt x="305" y="294"/>
                  <a:pt x="305" y="294"/>
                </a:cubicBezTo>
                <a:cubicBezTo>
                  <a:pt x="304" y="293"/>
                  <a:pt x="304" y="292"/>
                  <a:pt x="303" y="291"/>
                </a:cubicBezTo>
                <a:cubicBezTo>
                  <a:pt x="232" y="189"/>
                  <a:pt x="232" y="189"/>
                  <a:pt x="232" y="189"/>
                </a:cubicBezTo>
                <a:cubicBezTo>
                  <a:pt x="232" y="189"/>
                  <a:pt x="232" y="189"/>
                  <a:pt x="232" y="189"/>
                </a:cubicBezTo>
                <a:cubicBezTo>
                  <a:pt x="231" y="187"/>
                  <a:pt x="228" y="184"/>
                  <a:pt x="225" y="184"/>
                </a:cubicBezTo>
                <a:cubicBezTo>
                  <a:pt x="223" y="184"/>
                  <a:pt x="221" y="185"/>
                  <a:pt x="219" y="187"/>
                </a:cubicBezTo>
                <a:cubicBezTo>
                  <a:pt x="186" y="220"/>
                  <a:pt x="186" y="220"/>
                  <a:pt x="186" y="220"/>
                </a:cubicBezTo>
                <a:cubicBezTo>
                  <a:pt x="144" y="157"/>
                  <a:pt x="144" y="157"/>
                  <a:pt x="144" y="157"/>
                </a:cubicBezTo>
                <a:cubicBezTo>
                  <a:pt x="143" y="154"/>
                  <a:pt x="140" y="152"/>
                  <a:pt x="137" y="152"/>
                </a:cubicBezTo>
                <a:cubicBezTo>
                  <a:pt x="134" y="152"/>
                  <a:pt x="132" y="154"/>
                  <a:pt x="130" y="156"/>
                </a:cubicBezTo>
                <a:cubicBezTo>
                  <a:pt x="130" y="156"/>
                  <a:pt x="130" y="156"/>
                  <a:pt x="130" y="156"/>
                </a:cubicBezTo>
                <a:cubicBezTo>
                  <a:pt x="50" y="292"/>
                  <a:pt x="50" y="292"/>
                  <a:pt x="50" y="292"/>
                </a:cubicBezTo>
                <a:cubicBezTo>
                  <a:pt x="50" y="292"/>
                  <a:pt x="50" y="292"/>
                  <a:pt x="50" y="292"/>
                </a:cubicBezTo>
                <a:cubicBezTo>
                  <a:pt x="49" y="294"/>
                  <a:pt x="48" y="295"/>
                  <a:pt x="48" y="297"/>
                </a:cubicBezTo>
                <a:cubicBezTo>
                  <a:pt x="48" y="301"/>
                  <a:pt x="52" y="305"/>
                  <a:pt x="56" y="305"/>
                </a:cubicBezTo>
                <a:cubicBezTo>
                  <a:pt x="297" y="305"/>
                  <a:pt x="297" y="305"/>
                  <a:pt x="297" y="305"/>
                </a:cubicBezTo>
                <a:cubicBezTo>
                  <a:pt x="302" y="305"/>
                  <a:pt x="305" y="301"/>
                  <a:pt x="305" y="297"/>
                </a:cubicBezTo>
                <a:cubicBezTo>
                  <a:pt x="305" y="296"/>
                  <a:pt x="305" y="295"/>
                  <a:pt x="305" y="294"/>
                </a:cubicBezTo>
                <a:close/>
                <a:moveTo>
                  <a:pt x="70" y="289"/>
                </a:moveTo>
                <a:cubicBezTo>
                  <a:pt x="137" y="175"/>
                  <a:pt x="137" y="175"/>
                  <a:pt x="137" y="175"/>
                </a:cubicBezTo>
                <a:cubicBezTo>
                  <a:pt x="177" y="236"/>
                  <a:pt x="177" y="236"/>
                  <a:pt x="177" y="236"/>
                </a:cubicBezTo>
                <a:cubicBezTo>
                  <a:pt x="178" y="237"/>
                  <a:pt x="178" y="237"/>
                  <a:pt x="179" y="238"/>
                </a:cubicBezTo>
                <a:cubicBezTo>
                  <a:pt x="179" y="238"/>
                  <a:pt x="179" y="238"/>
                  <a:pt x="179" y="238"/>
                </a:cubicBezTo>
                <a:cubicBezTo>
                  <a:pt x="181" y="240"/>
                  <a:pt x="183" y="241"/>
                  <a:pt x="185" y="241"/>
                </a:cubicBezTo>
                <a:cubicBezTo>
                  <a:pt x="187" y="241"/>
                  <a:pt x="189" y="240"/>
                  <a:pt x="191" y="238"/>
                </a:cubicBezTo>
                <a:cubicBezTo>
                  <a:pt x="224" y="205"/>
                  <a:pt x="224" y="205"/>
                  <a:pt x="224" y="205"/>
                </a:cubicBezTo>
                <a:cubicBezTo>
                  <a:pt x="282" y="289"/>
                  <a:pt x="282" y="289"/>
                  <a:pt x="282" y="289"/>
                </a:cubicBezTo>
                <a:lnTo>
                  <a:pt x="70" y="289"/>
                </a:lnTo>
                <a:close/>
                <a:moveTo>
                  <a:pt x="321" y="0"/>
                </a:moveTo>
                <a:cubicBezTo>
                  <a:pt x="32" y="0"/>
                  <a:pt x="32" y="0"/>
                  <a:pt x="32" y="0"/>
                </a:cubicBezTo>
                <a:cubicBezTo>
                  <a:pt x="15" y="0"/>
                  <a:pt x="0" y="14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5" y="353"/>
                  <a:pt x="32" y="353"/>
                </a:cubicBezTo>
                <a:cubicBezTo>
                  <a:pt x="321" y="353"/>
                  <a:pt x="321" y="353"/>
                  <a:pt x="321" y="353"/>
                </a:cubicBezTo>
                <a:cubicBezTo>
                  <a:pt x="339" y="353"/>
                  <a:pt x="353" y="339"/>
                  <a:pt x="353" y="321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14"/>
                  <a:pt x="339" y="0"/>
                  <a:pt x="321" y="0"/>
                </a:cubicBezTo>
                <a:moveTo>
                  <a:pt x="337" y="321"/>
                </a:moveTo>
                <a:cubicBezTo>
                  <a:pt x="337" y="330"/>
                  <a:pt x="330" y="337"/>
                  <a:pt x="321" y="337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23" y="337"/>
                  <a:pt x="16" y="330"/>
                  <a:pt x="16" y="32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3"/>
                  <a:pt x="23" y="16"/>
                  <a:pt x="32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3"/>
                  <a:pt x="337" y="32"/>
                </a:cubicBezTo>
                <a:lnTo>
                  <a:pt x="337" y="32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7" name="Freeform 96"/>
          <p:cNvSpPr>
            <a:spLocks noEditPoints="1"/>
          </p:cNvSpPr>
          <p:nvPr/>
        </p:nvSpPr>
        <p:spPr bwMode="auto">
          <a:xfrm>
            <a:off x="9673167" y="4243917"/>
            <a:ext cx="577851" cy="577851"/>
          </a:xfrm>
          <a:custGeom>
            <a:avLst/>
            <a:gdLst>
              <a:gd name="T0" fmla="*/ 32 w 353"/>
              <a:gd name="T1" fmla="*/ 64 h 353"/>
              <a:gd name="T2" fmla="*/ 0 w 353"/>
              <a:gd name="T3" fmla="*/ 321 h 353"/>
              <a:gd name="T4" fmla="*/ 256 w 353"/>
              <a:gd name="T5" fmla="*/ 353 h 353"/>
              <a:gd name="T6" fmla="*/ 289 w 353"/>
              <a:gd name="T7" fmla="*/ 96 h 353"/>
              <a:gd name="T8" fmla="*/ 272 w 353"/>
              <a:gd name="T9" fmla="*/ 321 h 353"/>
              <a:gd name="T10" fmla="*/ 32 w 353"/>
              <a:gd name="T11" fmla="*/ 337 h 353"/>
              <a:gd name="T12" fmla="*/ 16 w 353"/>
              <a:gd name="T13" fmla="*/ 96 h 353"/>
              <a:gd name="T14" fmla="*/ 256 w 353"/>
              <a:gd name="T15" fmla="*/ 80 h 353"/>
              <a:gd name="T16" fmla="*/ 272 w 353"/>
              <a:gd name="T17" fmla="*/ 321 h 353"/>
              <a:gd name="T18" fmla="*/ 112 w 353"/>
              <a:gd name="T19" fmla="*/ 144 h 353"/>
              <a:gd name="T20" fmla="*/ 48 w 353"/>
              <a:gd name="T21" fmla="*/ 144 h 353"/>
              <a:gd name="T22" fmla="*/ 80 w 353"/>
              <a:gd name="T23" fmla="*/ 128 h 353"/>
              <a:gd name="T24" fmla="*/ 80 w 353"/>
              <a:gd name="T25" fmla="*/ 160 h 353"/>
              <a:gd name="T26" fmla="*/ 80 w 353"/>
              <a:gd name="T27" fmla="*/ 128 h 353"/>
              <a:gd name="T28" fmla="*/ 240 w 353"/>
              <a:gd name="T29" fmla="*/ 294 h 353"/>
              <a:gd name="T30" fmla="*/ 192 w 353"/>
              <a:gd name="T31" fmla="*/ 214 h 353"/>
              <a:gd name="T32" fmla="*/ 184 w 353"/>
              <a:gd name="T33" fmla="*/ 208 h 353"/>
              <a:gd name="T34" fmla="*/ 153 w 353"/>
              <a:gd name="T35" fmla="*/ 236 h 353"/>
              <a:gd name="T36" fmla="*/ 120 w 353"/>
              <a:gd name="T37" fmla="*/ 192 h 353"/>
              <a:gd name="T38" fmla="*/ 113 w 353"/>
              <a:gd name="T39" fmla="*/ 196 h 353"/>
              <a:gd name="T40" fmla="*/ 49 w 353"/>
              <a:gd name="T41" fmla="*/ 292 h 353"/>
              <a:gd name="T42" fmla="*/ 56 w 353"/>
              <a:gd name="T43" fmla="*/ 305 h 353"/>
              <a:gd name="T44" fmla="*/ 240 w 353"/>
              <a:gd name="T45" fmla="*/ 297 h 353"/>
              <a:gd name="T46" fmla="*/ 71 w 353"/>
              <a:gd name="T47" fmla="*/ 289 h 353"/>
              <a:gd name="T48" fmla="*/ 145 w 353"/>
              <a:gd name="T49" fmla="*/ 252 h 353"/>
              <a:gd name="T50" fmla="*/ 158 w 353"/>
              <a:gd name="T51" fmla="*/ 254 h 353"/>
              <a:gd name="T52" fmla="*/ 218 w 353"/>
              <a:gd name="T53" fmla="*/ 289 h 353"/>
              <a:gd name="T54" fmla="*/ 321 w 353"/>
              <a:gd name="T55" fmla="*/ 0 h 353"/>
              <a:gd name="T56" fmla="*/ 64 w 353"/>
              <a:gd name="T57" fmla="*/ 32 h 353"/>
              <a:gd name="T58" fmla="*/ 72 w 353"/>
              <a:gd name="T59" fmla="*/ 48 h 353"/>
              <a:gd name="T60" fmla="*/ 80 w 353"/>
              <a:gd name="T61" fmla="*/ 32 h 353"/>
              <a:gd name="T62" fmla="*/ 321 w 353"/>
              <a:gd name="T63" fmla="*/ 16 h 353"/>
              <a:gd name="T64" fmla="*/ 337 w 353"/>
              <a:gd name="T65" fmla="*/ 257 h 353"/>
              <a:gd name="T66" fmla="*/ 313 w 353"/>
              <a:gd name="T67" fmla="*/ 273 h 353"/>
              <a:gd name="T68" fmla="*/ 313 w 353"/>
              <a:gd name="T69" fmla="*/ 289 h 353"/>
              <a:gd name="T70" fmla="*/ 353 w 353"/>
              <a:gd name="T71" fmla="*/ 257 h 353"/>
              <a:gd name="T72" fmla="*/ 321 w 353"/>
              <a:gd name="T73" fmla="*/ 0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353" h="353">
                <a:moveTo>
                  <a:pt x="256" y="64"/>
                </a:moveTo>
                <a:cubicBezTo>
                  <a:pt x="32" y="64"/>
                  <a:pt x="32" y="64"/>
                  <a:pt x="32" y="64"/>
                </a:cubicBezTo>
                <a:cubicBezTo>
                  <a:pt x="14" y="64"/>
                  <a:pt x="0" y="78"/>
                  <a:pt x="0" y="96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4" y="353"/>
                  <a:pt x="32" y="353"/>
                </a:cubicBezTo>
                <a:cubicBezTo>
                  <a:pt x="256" y="353"/>
                  <a:pt x="256" y="353"/>
                  <a:pt x="256" y="353"/>
                </a:cubicBezTo>
                <a:cubicBezTo>
                  <a:pt x="274" y="353"/>
                  <a:pt x="289" y="339"/>
                  <a:pt x="289" y="321"/>
                </a:cubicBezTo>
                <a:cubicBezTo>
                  <a:pt x="289" y="96"/>
                  <a:pt x="289" y="96"/>
                  <a:pt x="289" y="96"/>
                </a:cubicBezTo>
                <a:cubicBezTo>
                  <a:pt x="289" y="78"/>
                  <a:pt x="274" y="64"/>
                  <a:pt x="256" y="64"/>
                </a:cubicBezTo>
                <a:moveTo>
                  <a:pt x="272" y="321"/>
                </a:moveTo>
                <a:cubicBezTo>
                  <a:pt x="272" y="330"/>
                  <a:pt x="265" y="337"/>
                  <a:pt x="256" y="337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23" y="337"/>
                  <a:pt x="16" y="330"/>
                  <a:pt x="16" y="321"/>
                </a:cubicBezTo>
                <a:cubicBezTo>
                  <a:pt x="16" y="96"/>
                  <a:pt x="16" y="96"/>
                  <a:pt x="16" y="96"/>
                </a:cubicBezTo>
                <a:cubicBezTo>
                  <a:pt x="16" y="87"/>
                  <a:pt x="23" y="80"/>
                  <a:pt x="32" y="80"/>
                </a:cubicBezTo>
                <a:cubicBezTo>
                  <a:pt x="256" y="80"/>
                  <a:pt x="256" y="80"/>
                  <a:pt x="256" y="80"/>
                </a:cubicBezTo>
                <a:cubicBezTo>
                  <a:pt x="265" y="80"/>
                  <a:pt x="272" y="87"/>
                  <a:pt x="272" y="96"/>
                </a:cubicBezTo>
                <a:lnTo>
                  <a:pt x="272" y="321"/>
                </a:lnTo>
                <a:close/>
                <a:moveTo>
                  <a:pt x="80" y="176"/>
                </a:moveTo>
                <a:cubicBezTo>
                  <a:pt x="98" y="176"/>
                  <a:pt x="112" y="162"/>
                  <a:pt x="112" y="144"/>
                </a:cubicBezTo>
                <a:cubicBezTo>
                  <a:pt x="112" y="127"/>
                  <a:pt x="98" y="112"/>
                  <a:pt x="80" y="112"/>
                </a:cubicBezTo>
                <a:cubicBezTo>
                  <a:pt x="62" y="112"/>
                  <a:pt x="48" y="127"/>
                  <a:pt x="48" y="144"/>
                </a:cubicBezTo>
                <a:cubicBezTo>
                  <a:pt x="48" y="162"/>
                  <a:pt x="62" y="176"/>
                  <a:pt x="80" y="176"/>
                </a:cubicBezTo>
                <a:moveTo>
                  <a:pt x="80" y="128"/>
                </a:moveTo>
                <a:cubicBezTo>
                  <a:pt x="89" y="128"/>
                  <a:pt x="96" y="135"/>
                  <a:pt x="96" y="144"/>
                </a:cubicBezTo>
                <a:cubicBezTo>
                  <a:pt x="96" y="153"/>
                  <a:pt x="89" y="160"/>
                  <a:pt x="80" y="160"/>
                </a:cubicBezTo>
                <a:cubicBezTo>
                  <a:pt x="71" y="160"/>
                  <a:pt x="64" y="153"/>
                  <a:pt x="64" y="144"/>
                </a:cubicBezTo>
                <a:cubicBezTo>
                  <a:pt x="64" y="135"/>
                  <a:pt x="71" y="128"/>
                  <a:pt x="80" y="128"/>
                </a:cubicBezTo>
                <a:moveTo>
                  <a:pt x="240" y="294"/>
                </a:moveTo>
                <a:cubicBezTo>
                  <a:pt x="240" y="294"/>
                  <a:pt x="240" y="294"/>
                  <a:pt x="240" y="294"/>
                </a:cubicBezTo>
                <a:cubicBezTo>
                  <a:pt x="240" y="294"/>
                  <a:pt x="240" y="293"/>
                  <a:pt x="239" y="293"/>
                </a:cubicBezTo>
                <a:cubicBezTo>
                  <a:pt x="192" y="214"/>
                  <a:pt x="192" y="214"/>
                  <a:pt x="192" y="214"/>
                </a:cubicBezTo>
                <a:cubicBezTo>
                  <a:pt x="192" y="214"/>
                  <a:pt x="192" y="214"/>
                  <a:pt x="192" y="214"/>
                </a:cubicBezTo>
                <a:cubicBezTo>
                  <a:pt x="190" y="211"/>
                  <a:pt x="188" y="208"/>
                  <a:pt x="184" y="208"/>
                </a:cubicBezTo>
                <a:cubicBezTo>
                  <a:pt x="182" y="208"/>
                  <a:pt x="180" y="209"/>
                  <a:pt x="179" y="211"/>
                </a:cubicBezTo>
                <a:cubicBezTo>
                  <a:pt x="153" y="236"/>
                  <a:pt x="153" y="236"/>
                  <a:pt x="153" y="236"/>
                </a:cubicBezTo>
                <a:cubicBezTo>
                  <a:pt x="127" y="197"/>
                  <a:pt x="127" y="197"/>
                  <a:pt x="127" y="197"/>
                </a:cubicBezTo>
                <a:cubicBezTo>
                  <a:pt x="126" y="194"/>
                  <a:pt x="123" y="192"/>
                  <a:pt x="120" y="192"/>
                </a:cubicBezTo>
                <a:cubicBezTo>
                  <a:pt x="117" y="192"/>
                  <a:pt x="115" y="194"/>
                  <a:pt x="113" y="196"/>
                </a:cubicBezTo>
                <a:cubicBezTo>
                  <a:pt x="113" y="196"/>
                  <a:pt x="113" y="196"/>
                  <a:pt x="113" y="196"/>
                </a:cubicBezTo>
                <a:cubicBezTo>
                  <a:pt x="49" y="292"/>
                  <a:pt x="49" y="292"/>
                  <a:pt x="49" y="292"/>
                </a:cubicBezTo>
                <a:cubicBezTo>
                  <a:pt x="49" y="292"/>
                  <a:pt x="49" y="292"/>
                  <a:pt x="49" y="292"/>
                </a:cubicBezTo>
                <a:cubicBezTo>
                  <a:pt x="48" y="294"/>
                  <a:pt x="48" y="295"/>
                  <a:pt x="48" y="297"/>
                </a:cubicBezTo>
                <a:cubicBezTo>
                  <a:pt x="48" y="301"/>
                  <a:pt x="51" y="305"/>
                  <a:pt x="56" y="305"/>
                </a:cubicBezTo>
                <a:cubicBezTo>
                  <a:pt x="232" y="305"/>
                  <a:pt x="232" y="305"/>
                  <a:pt x="232" y="305"/>
                </a:cubicBezTo>
                <a:cubicBezTo>
                  <a:pt x="237" y="305"/>
                  <a:pt x="240" y="301"/>
                  <a:pt x="240" y="297"/>
                </a:cubicBezTo>
                <a:cubicBezTo>
                  <a:pt x="240" y="296"/>
                  <a:pt x="240" y="295"/>
                  <a:pt x="240" y="294"/>
                </a:cubicBezTo>
                <a:close/>
                <a:moveTo>
                  <a:pt x="71" y="289"/>
                </a:moveTo>
                <a:cubicBezTo>
                  <a:pt x="120" y="215"/>
                  <a:pt x="120" y="215"/>
                  <a:pt x="120" y="215"/>
                </a:cubicBezTo>
                <a:cubicBezTo>
                  <a:pt x="145" y="252"/>
                  <a:pt x="145" y="252"/>
                  <a:pt x="145" y="252"/>
                </a:cubicBezTo>
                <a:cubicBezTo>
                  <a:pt x="146" y="255"/>
                  <a:pt x="149" y="257"/>
                  <a:pt x="152" y="257"/>
                </a:cubicBezTo>
                <a:cubicBezTo>
                  <a:pt x="154" y="257"/>
                  <a:pt x="156" y="256"/>
                  <a:pt x="158" y="254"/>
                </a:cubicBezTo>
                <a:cubicBezTo>
                  <a:pt x="183" y="229"/>
                  <a:pt x="183" y="229"/>
                  <a:pt x="183" y="229"/>
                </a:cubicBezTo>
                <a:cubicBezTo>
                  <a:pt x="218" y="289"/>
                  <a:pt x="218" y="289"/>
                  <a:pt x="218" y="289"/>
                </a:cubicBezTo>
                <a:lnTo>
                  <a:pt x="71" y="289"/>
                </a:lnTo>
                <a:close/>
                <a:moveTo>
                  <a:pt x="321" y="0"/>
                </a:moveTo>
                <a:cubicBezTo>
                  <a:pt x="96" y="0"/>
                  <a:pt x="96" y="0"/>
                  <a:pt x="96" y="0"/>
                </a:cubicBezTo>
                <a:cubicBezTo>
                  <a:pt x="78" y="0"/>
                  <a:pt x="64" y="14"/>
                  <a:pt x="64" y="32"/>
                </a:cubicBezTo>
                <a:cubicBezTo>
                  <a:pt x="64" y="40"/>
                  <a:pt x="64" y="40"/>
                  <a:pt x="64" y="40"/>
                </a:cubicBezTo>
                <a:cubicBezTo>
                  <a:pt x="64" y="44"/>
                  <a:pt x="67" y="48"/>
                  <a:pt x="72" y="48"/>
                </a:cubicBezTo>
                <a:cubicBezTo>
                  <a:pt x="76" y="48"/>
                  <a:pt x="80" y="44"/>
                  <a:pt x="80" y="40"/>
                </a:cubicBezTo>
                <a:cubicBezTo>
                  <a:pt x="80" y="32"/>
                  <a:pt x="80" y="32"/>
                  <a:pt x="80" y="32"/>
                </a:cubicBezTo>
                <a:cubicBezTo>
                  <a:pt x="80" y="23"/>
                  <a:pt x="87" y="16"/>
                  <a:pt x="96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3"/>
                  <a:pt x="337" y="32"/>
                </a:cubicBezTo>
                <a:cubicBezTo>
                  <a:pt x="337" y="257"/>
                  <a:pt x="337" y="257"/>
                  <a:pt x="337" y="257"/>
                </a:cubicBezTo>
                <a:cubicBezTo>
                  <a:pt x="337" y="266"/>
                  <a:pt x="330" y="273"/>
                  <a:pt x="321" y="273"/>
                </a:cubicBezTo>
                <a:cubicBezTo>
                  <a:pt x="313" y="273"/>
                  <a:pt x="313" y="273"/>
                  <a:pt x="313" y="273"/>
                </a:cubicBezTo>
                <a:cubicBezTo>
                  <a:pt x="308" y="273"/>
                  <a:pt x="305" y="276"/>
                  <a:pt x="305" y="281"/>
                </a:cubicBezTo>
                <a:cubicBezTo>
                  <a:pt x="305" y="285"/>
                  <a:pt x="308" y="289"/>
                  <a:pt x="313" y="289"/>
                </a:cubicBezTo>
                <a:cubicBezTo>
                  <a:pt x="321" y="289"/>
                  <a:pt x="321" y="289"/>
                  <a:pt x="321" y="289"/>
                </a:cubicBezTo>
                <a:cubicBezTo>
                  <a:pt x="338" y="289"/>
                  <a:pt x="353" y="274"/>
                  <a:pt x="353" y="257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14"/>
                  <a:pt x="338" y="0"/>
                  <a:pt x="321" y="0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8" name="Freeform 97"/>
          <p:cNvSpPr>
            <a:spLocks noEditPoints="1"/>
          </p:cNvSpPr>
          <p:nvPr/>
        </p:nvSpPr>
        <p:spPr bwMode="auto">
          <a:xfrm>
            <a:off x="10775951" y="4243917"/>
            <a:ext cx="577851" cy="577851"/>
          </a:xfrm>
          <a:custGeom>
            <a:avLst/>
            <a:gdLst>
              <a:gd name="T0" fmla="*/ 337 w 353"/>
              <a:gd name="T1" fmla="*/ 8 h 353"/>
              <a:gd name="T2" fmla="*/ 16 w 353"/>
              <a:gd name="T3" fmla="*/ 8 h 353"/>
              <a:gd name="T4" fmla="*/ 0 w 353"/>
              <a:gd name="T5" fmla="*/ 40 h 353"/>
              <a:gd name="T6" fmla="*/ 16 w 353"/>
              <a:gd name="T7" fmla="*/ 345 h 353"/>
              <a:gd name="T8" fmla="*/ 337 w 353"/>
              <a:gd name="T9" fmla="*/ 345 h 353"/>
              <a:gd name="T10" fmla="*/ 353 w 353"/>
              <a:gd name="T11" fmla="*/ 40 h 353"/>
              <a:gd name="T12" fmla="*/ 160 w 353"/>
              <a:gd name="T13" fmla="*/ 337 h 353"/>
              <a:gd name="T14" fmla="*/ 193 w 353"/>
              <a:gd name="T15" fmla="*/ 337 h 353"/>
              <a:gd name="T16" fmla="*/ 209 w 353"/>
              <a:gd name="T17" fmla="*/ 249 h 353"/>
              <a:gd name="T18" fmla="*/ 144 w 353"/>
              <a:gd name="T19" fmla="*/ 249 h 353"/>
              <a:gd name="T20" fmla="*/ 32 w 353"/>
              <a:gd name="T21" fmla="*/ 48 h 353"/>
              <a:gd name="T22" fmla="*/ 321 w 353"/>
              <a:gd name="T23" fmla="*/ 32 h 353"/>
              <a:gd name="T24" fmla="*/ 321 w 353"/>
              <a:gd name="T25" fmla="*/ 16 h 353"/>
              <a:gd name="T26" fmla="*/ 281 w 353"/>
              <a:gd name="T27" fmla="*/ 144 h 353"/>
              <a:gd name="T28" fmla="*/ 281 w 353"/>
              <a:gd name="T29" fmla="*/ 80 h 353"/>
              <a:gd name="T30" fmla="*/ 225 w 353"/>
              <a:gd name="T31" fmla="*/ 136 h 353"/>
              <a:gd name="T32" fmla="*/ 273 w 353"/>
              <a:gd name="T33" fmla="*/ 96 h 353"/>
              <a:gd name="T34" fmla="*/ 241 w 353"/>
              <a:gd name="T35" fmla="*/ 96 h 353"/>
              <a:gd name="T36" fmla="*/ 128 w 353"/>
              <a:gd name="T37" fmla="*/ 136 h 353"/>
              <a:gd name="T38" fmla="*/ 72 w 353"/>
              <a:gd name="T39" fmla="*/ 80 h 353"/>
              <a:gd name="T40" fmla="*/ 72 w 353"/>
              <a:gd name="T41" fmla="*/ 144 h 353"/>
              <a:gd name="T42" fmla="*/ 112 w 353"/>
              <a:gd name="T43" fmla="*/ 128 h 353"/>
              <a:gd name="T44" fmla="*/ 72 w 353"/>
              <a:gd name="T45" fmla="*/ 225 h 353"/>
              <a:gd name="T46" fmla="*/ 128 w 353"/>
              <a:gd name="T47" fmla="*/ 168 h 353"/>
              <a:gd name="T48" fmla="*/ 64 w 353"/>
              <a:gd name="T49" fmla="*/ 168 h 353"/>
              <a:gd name="T50" fmla="*/ 80 w 353"/>
              <a:gd name="T51" fmla="*/ 176 h 353"/>
              <a:gd name="T52" fmla="*/ 80 w 353"/>
              <a:gd name="T53" fmla="*/ 208 h 353"/>
              <a:gd name="T54" fmla="*/ 281 w 353"/>
              <a:gd name="T55" fmla="*/ 225 h 353"/>
              <a:gd name="T56" fmla="*/ 281 w 353"/>
              <a:gd name="T57" fmla="*/ 160 h 353"/>
              <a:gd name="T58" fmla="*/ 225 w 353"/>
              <a:gd name="T59" fmla="*/ 217 h 353"/>
              <a:gd name="T60" fmla="*/ 273 w 353"/>
              <a:gd name="T61" fmla="*/ 176 h 353"/>
              <a:gd name="T62" fmla="*/ 241 w 353"/>
              <a:gd name="T63" fmla="*/ 176 h 353"/>
              <a:gd name="T64" fmla="*/ 128 w 353"/>
              <a:gd name="T65" fmla="*/ 297 h 353"/>
              <a:gd name="T66" fmla="*/ 72 w 353"/>
              <a:gd name="T67" fmla="*/ 241 h 353"/>
              <a:gd name="T68" fmla="*/ 72 w 353"/>
              <a:gd name="T69" fmla="*/ 305 h 353"/>
              <a:gd name="T70" fmla="*/ 112 w 353"/>
              <a:gd name="T71" fmla="*/ 289 h 353"/>
              <a:gd name="T72" fmla="*/ 152 w 353"/>
              <a:gd name="T73" fmla="*/ 144 h 353"/>
              <a:gd name="T74" fmla="*/ 209 w 353"/>
              <a:gd name="T75" fmla="*/ 88 h 353"/>
              <a:gd name="T76" fmla="*/ 144 w 353"/>
              <a:gd name="T77" fmla="*/ 88 h 353"/>
              <a:gd name="T78" fmla="*/ 160 w 353"/>
              <a:gd name="T79" fmla="*/ 96 h 353"/>
              <a:gd name="T80" fmla="*/ 160 w 353"/>
              <a:gd name="T81" fmla="*/ 128 h 353"/>
              <a:gd name="T82" fmla="*/ 281 w 353"/>
              <a:gd name="T83" fmla="*/ 305 h 353"/>
              <a:gd name="T84" fmla="*/ 281 w 353"/>
              <a:gd name="T85" fmla="*/ 241 h 353"/>
              <a:gd name="T86" fmla="*/ 225 w 353"/>
              <a:gd name="T87" fmla="*/ 297 h 353"/>
              <a:gd name="T88" fmla="*/ 273 w 353"/>
              <a:gd name="T89" fmla="*/ 257 h 353"/>
              <a:gd name="T90" fmla="*/ 241 w 353"/>
              <a:gd name="T91" fmla="*/ 257 h 353"/>
              <a:gd name="T92" fmla="*/ 209 w 353"/>
              <a:gd name="T93" fmla="*/ 217 h 353"/>
              <a:gd name="T94" fmla="*/ 152 w 353"/>
              <a:gd name="T95" fmla="*/ 160 h 353"/>
              <a:gd name="T96" fmla="*/ 152 w 353"/>
              <a:gd name="T97" fmla="*/ 225 h 353"/>
              <a:gd name="T98" fmla="*/ 193 w 353"/>
              <a:gd name="T99" fmla="*/ 208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353" h="353">
                <a:moveTo>
                  <a:pt x="345" y="32"/>
                </a:moveTo>
                <a:cubicBezTo>
                  <a:pt x="337" y="32"/>
                  <a:pt x="337" y="32"/>
                  <a:pt x="337" y="32"/>
                </a:cubicBezTo>
                <a:cubicBezTo>
                  <a:pt x="337" y="8"/>
                  <a:pt x="337" y="8"/>
                  <a:pt x="337" y="8"/>
                </a:cubicBezTo>
                <a:cubicBezTo>
                  <a:pt x="337" y="3"/>
                  <a:pt x="333" y="0"/>
                  <a:pt x="329" y="0"/>
                </a:cubicBezTo>
                <a:cubicBezTo>
                  <a:pt x="24" y="0"/>
                  <a:pt x="24" y="0"/>
                  <a:pt x="24" y="0"/>
                </a:cubicBezTo>
                <a:cubicBezTo>
                  <a:pt x="20" y="0"/>
                  <a:pt x="16" y="3"/>
                  <a:pt x="16" y="8"/>
                </a:cubicBezTo>
                <a:cubicBezTo>
                  <a:pt x="16" y="32"/>
                  <a:pt x="16" y="32"/>
                  <a:pt x="16" y="32"/>
                </a:cubicBezTo>
                <a:cubicBezTo>
                  <a:pt x="8" y="32"/>
                  <a:pt x="8" y="32"/>
                  <a:pt x="8" y="32"/>
                </a:cubicBezTo>
                <a:cubicBezTo>
                  <a:pt x="3" y="32"/>
                  <a:pt x="0" y="35"/>
                  <a:pt x="0" y="40"/>
                </a:cubicBezTo>
                <a:cubicBezTo>
                  <a:pt x="0" y="44"/>
                  <a:pt x="3" y="48"/>
                  <a:pt x="8" y="48"/>
                </a:cubicBezTo>
                <a:cubicBezTo>
                  <a:pt x="16" y="48"/>
                  <a:pt x="16" y="48"/>
                  <a:pt x="16" y="48"/>
                </a:cubicBezTo>
                <a:cubicBezTo>
                  <a:pt x="16" y="345"/>
                  <a:pt x="16" y="345"/>
                  <a:pt x="16" y="345"/>
                </a:cubicBezTo>
                <a:cubicBezTo>
                  <a:pt x="16" y="349"/>
                  <a:pt x="20" y="353"/>
                  <a:pt x="24" y="353"/>
                </a:cubicBezTo>
                <a:cubicBezTo>
                  <a:pt x="329" y="353"/>
                  <a:pt x="329" y="353"/>
                  <a:pt x="329" y="353"/>
                </a:cubicBezTo>
                <a:cubicBezTo>
                  <a:pt x="333" y="353"/>
                  <a:pt x="337" y="349"/>
                  <a:pt x="337" y="345"/>
                </a:cubicBezTo>
                <a:cubicBezTo>
                  <a:pt x="337" y="48"/>
                  <a:pt x="337" y="48"/>
                  <a:pt x="337" y="48"/>
                </a:cubicBezTo>
                <a:cubicBezTo>
                  <a:pt x="345" y="48"/>
                  <a:pt x="345" y="48"/>
                  <a:pt x="345" y="48"/>
                </a:cubicBezTo>
                <a:cubicBezTo>
                  <a:pt x="350" y="48"/>
                  <a:pt x="353" y="44"/>
                  <a:pt x="353" y="40"/>
                </a:cubicBezTo>
                <a:cubicBezTo>
                  <a:pt x="353" y="35"/>
                  <a:pt x="350" y="32"/>
                  <a:pt x="345" y="32"/>
                </a:cubicBezTo>
                <a:moveTo>
                  <a:pt x="193" y="337"/>
                </a:moveTo>
                <a:cubicBezTo>
                  <a:pt x="160" y="337"/>
                  <a:pt x="160" y="337"/>
                  <a:pt x="160" y="337"/>
                </a:cubicBezTo>
                <a:cubicBezTo>
                  <a:pt x="160" y="257"/>
                  <a:pt x="160" y="257"/>
                  <a:pt x="160" y="257"/>
                </a:cubicBezTo>
                <a:cubicBezTo>
                  <a:pt x="193" y="257"/>
                  <a:pt x="193" y="257"/>
                  <a:pt x="193" y="257"/>
                </a:cubicBezTo>
                <a:lnTo>
                  <a:pt x="193" y="337"/>
                </a:lnTo>
                <a:close/>
                <a:moveTo>
                  <a:pt x="321" y="337"/>
                </a:moveTo>
                <a:cubicBezTo>
                  <a:pt x="209" y="337"/>
                  <a:pt x="209" y="337"/>
                  <a:pt x="209" y="337"/>
                </a:cubicBezTo>
                <a:cubicBezTo>
                  <a:pt x="209" y="249"/>
                  <a:pt x="209" y="249"/>
                  <a:pt x="209" y="249"/>
                </a:cubicBezTo>
                <a:cubicBezTo>
                  <a:pt x="209" y="244"/>
                  <a:pt x="205" y="241"/>
                  <a:pt x="201" y="241"/>
                </a:cubicBezTo>
                <a:cubicBezTo>
                  <a:pt x="152" y="241"/>
                  <a:pt x="152" y="241"/>
                  <a:pt x="152" y="241"/>
                </a:cubicBezTo>
                <a:cubicBezTo>
                  <a:pt x="148" y="241"/>
                  <a:pt x="144" y="244"/>
                  <a:pt x="144" y="249"/>
                </a:cubicBezTo>
                <a:cubicBezTo>
                  <a:pt x="144" y="337"/>
                  <a:pt x="144" y="337"/>
                  <a:pt x="144" y="337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32" y="48"/>
                  <a:pt x="32" y="48"/>
                  <a:pt x="32" y="48"/>
                </a:cubicBezTo>
                <a:cubicBezTo>
                  <a:pt x="321" y="48"/>
                  <a:pt x="321" y="48"/>
                  <a:pt x="321" y="48"/>
                </a:cubicBezTo>
                <a:lnTo>
                  <a:pt x="321" y="337"/>
                </a:lnTo>
                <a:close/>
                <a:moveTo>
                  <a:pt x="321" y="32"/>
                </a:moveTo>
                <a:cubicBezTo>
                  <a:pt x="32" y="32"/>
                  <a:pt x="32" y="32"/>
                  <a:pt x="32" y="32"/>
                </a:cubicBezTo>
                <a:cubicBezTo>
                  <a:pt x="32" y="16"/>
                  <a:pt x="32" y="16"/>
                  <a:pt x="32" y="16"/>
                </a:cubicBezTo>
                <a:cubicBezTo>
                  <a:pt x="321" y="16"/>
                  <a:pt x="321" y="16"/>
                  <a:pt x="321" y="16"/>
                </a:cubicBezTo>
                <a:lnTo>
                  <a:pt x="321" y="32"/>
                </a:lnTo>
                <a:close/>
                <a:moveTo>
                  <a:pt x="233" y="144"/>
                </a:moveTo>
                <a:cubicBezTo>
                  <a:pt x="281" y="144"/>
                  <a:pt x="281" y="144"/>
                  <a:pt x="281" y="144"/>
                </a:cubicBezTo>
                <a:cubicBezTo>
                  <a:pt x="285" y="144"/>
                  <a:pt x="289" y="141"/>
                  <a:pt x="289" y="136"/>
                </a:cubicBezTo>
                <a:cubicBezTo>
                  <a:pt x="289" y="88"/>
                  <a:pt x="289" y="88"/>
                  <a:pt x="289" y="88"/>
                </a:cubicBezTo>
                <a:cubicBezTo>
                  <a:pt x="289" y="84"/>
                  <a:pt x="285" y="80"/>
                  <a:pt x="281" y="80"/>
                </a:cubicBezTo>
                <a:cubicBezTo>
                  <a:pt x="233" y="80"/>
                  <a:pt x="233" y="80"/>
                  <a:pt x="233" y="80"/>
                </a:cubicBezTo>
                <a:cubicBezTo>
                  <a:pt x="228" y="80"/>
                  <a:pt x="225" y="84"/>
                  <a:pt x="225" y="88"/>
                </a:cubicBezTo>
                <a:cubicBezTo>
                  <a:pt x="225" y="136"/>
                  <a:pt x="225" y="136"/>
                  <a:pt x="225" y="136"/>
                </a:cubicBezTo>
                <a:cubicBezTo>
                  <a:pt x="225" y="141"/>
                  <a:pt x="228" y="144"/>
                  <a:pt x="233" y="144"/>
                </a:cubicBezTo>
                <a:moveTo>
                  <a:pt x="241" y="96"/>
                </a:moveTo>
                <a:cubicBezTo>
                  <a:pt x="273" y="96"/>
                  <a:pt x="273" y="96"/>
                  <a:pt x="273" y="96"/>
                </a:cubicBezTo>
                <a:cubicBezTo>
                  <a:pt x="273" y="128"/>
                  <a:pt x="273" y="128"/>
                  <a:pt x="273" y="128"/>
                </a:cubicBezTo>
                <a:cubicBezTo>
                  <a:pt x="241" y="128"/>
                  <a:pt x="241" y="128"/>
                  <a:pt x="241" y="128"/>
                </a:cubicBezTo>
                <a:lnTo>
                  <a:pt x="241" y="96"/>
                </a:lnTo>
                <a:close/>
                <a:moveTo>
                  <a:pt x="72" y="144"/>
                </a:moveTo>
                <a:cubicBezTo>
                  <a:pt x="120" y="144"/>
                  <a:pt x="120" y="144"/>
                  <a:pt x="120" y="144"/>
                </a:cubicBezTo>
                <a:cubicBezTo>
                  <a:pt x="125" y="144"/>
                  <a:pt x="128" y="141"/>
                  <a:pt x="128" y="136"/>
                </a:cubicBezTo>
                <a:cubicBezTo>
                  <a:pt x="128" y="88"/>
                  <a:pt x="128" y="88"/>
                  <a:pt x="128" y="88"/>
                </a:cubicBezTo>
                <a:cubicBezTo>
                  <a:pt x="128" y="84"/>
                  <a:pt x="125" y="80"/>
                  <a:pt x="120" y="80"/>
                </a:cubicBezTo>
                <a:cubicBezTo>
                  <a:pt x="72" y="80"/>
                  <a:pt x="72" y="80"/>
                  <a:pt x="72" y="80"/>
                </a:cubicBezTo>
                <a:cubicBezTo>
                  <a:pt x="68" y="80"/>
                  <a:pt x="64" y="84"/>
                  <a:pt x="64" y="88"/>
                </a:cubicBezTo>
                <a:cubicBezTo>
                  <a:pt x="64" y="136"/>
                  <a:pt x="64" y="136"/>
                  <a:pt x="64" y="136"/>
                </a:cubicBezTo>
                <a:cubicBezTo>
                  <a:pt x="64" y="141"/>
                  <a:pt x="68" y="144"/>
                  <a:pt x="72" y="144"/>
                </a:cubicBezTo>
                <a:moveTo>
                  <a:pt x="80" y="96"/>
                </a:moveTo>
                <a:cubicBezTo>
                  <a:pt x="112" y="96"/>
                  <a:pt x="112" y="96"/>
                  <a:pt x="112" y="96"/>
                </a:cubicBezTo>
                <a:cubicBezTo>
                  <a:pt x="112" y="128"/>
                  <a:pt x="112" y="128"/>
                  <a:pt x="112" y="128"/>
                </a:cubicBezTo>
                <a:cubicBezTo>
                  <a:pt x="80" y="128"/>
                  <a:pt x="80" y="128"/>
                  <a:pt x="80" y="128"/>
                </a:cubicBezTo>
                <a:lnTo>
                  <a:pt x="80" y="96"/>
                </a:lnTo>
                <a:close/>
                <a:moveTo>
                  <a:pt x="72" y="225"/>
                </a:moveTo>
                <a:cubicBezTo>
                  <a:pt x="120" y="225"/>
                  <a:pt x="120" y="225"/>
                  <a:pt x="120" y="225"/>
                </a:cubicBezTo>
                <a:cubicBezTo>
                  <a:pt x="125" y="225"/>
                  <a:pt x="128" y="221"/>
                  <a:pt x="128" y="217"/>
                </a:cubicBezTo>
                <a:cubicBezTo>
                  <a:pt x="128" y="168"/>
                  <a:pt x="128" y="168"/>
                  <a:pt x="128" y="168"/>
                </a:cubicBezTo>
                <a:cubicBezTo>
                  <a:pt x="128" y="164"/>
                  <a:pt x="125" y="160"/>
                  <a:pt x="120" y="160"/>
                </a:cubicBezTo>
                <a:cubicBezTo>
                  <a:pt x="72" y="160"/>
                  <a:pt x="72" y="160"/>
                  <a:pt x="72" y="160"/>
                </a:cubicBezTo>
                <a:cubicBezTo>
                  <a:pt x="68" y="160"/>
                  <a:pt x="64" y="164"/>
                  <a:pt x="64" y="168"/>
                </a:cubicBezTo>
                <a:cubicBezTo>
                  <a:pt x="64" y="217"/>
                  <a:pt x="64" y="217"/>
                  <a:pt x="64" y="217"/>
                </a:cubicBezTo>
                <a:cubicBezTo>
                  <a:pt x="64" y="221"/>
                  <a:pt x="68" y="225"/>
                  <a:pt x="72" y="225"/>
                </a:cubicBezTo>
                <a:moveTo>
                  <a:pt x="80" y="176"/>
                </a:moveTo>
                <a:cubicBezTo>
                  <a:pt x="112" y="176"/>
                  <a:pt x="112" y="176"/>
                  <a:pt x="112" y="176"/>
                </a:cubicBezTo>
                <a:cubicBezTo>
                  <a:pt x="112" y="208"/>
                  <a:pt x="112" y="208"/>
                  <a:pt x="112" y="208"/>
                </a:cubicBezTo>
                <a:cubicBezTo>
                  <a:pt x="80" y="208"/>
                  <a:pt x="80" y="208"/>
                  <a:pt x="80" y="208"/>
                </a:cubicBezTo>
                <a:lnTo>
                  <a:pt x="80" y="176"/>
                </a:lnTo>
                <a:close/>
                <a:moveTo>
                  <a:pt x="233" y="225"/>
                </a:moveTo>
                <a:cubicBezTo>
                  <a:pt x="281" y="225"/>
                  <a:pt x="281" y="225"/>
                  <a:pt x="281" y="225"/>
                </a:cubicBezTo>
                <a:cubicBezTo>
                  <a:pt x="285" y="225"/>
                  <a:pt x="289" y="221"/>
                  <a:pt x="289" y="217"/>
                </a:cubicBezTo>
                <a:cubicBezTo>
                  <a:pt x="289" y="168"/>
                  <a:pt x="289" y="168"/>
                  <a:pt x="289" y="168"/>
                </a:cubicBezTo>
                <a:cubicBezTo>
                  <a:pt x="289" y="164"/>
                  <a:pt x="285" y="160"/>
                  <a:pt x="281" y="160"/>
                </a:cubicBezTo>
                <a:cubicBezTo>
                  <a:pt x="233" y="160"/>
                  <a:pt x="233" y="160"/>
                  <a:pt x="233" y="160"/>
                </a:cubicBezTo>
                <a:cubicBezTo>
                  <a:pt x="228" y="160"/>
                  <a:pt x="225" y="164"/>
                  <a:pt x="225" y="168"/>
                </a:cubicBezTo>
                <a:cubicBezTo>
                  <a:pt x="225" y="217"/>
                  <a:pt x="225" y="217"/>
                  <a:pt x="225" y="217"/>
                </a:cubicBezTo>
                <a:cubicBezTo>
                  <a:pt x="225" y="221"/>
                  <a:pt x="228" y="225"/>
                  <a:pt x="233" y="225"/>
                </a:cubicBezTo>
                <a:moveTo>
                  <a:pt x="241" y="176"/>
                </a:moveTo>
                <a:cubicBezTo>
                  <a:pt x="273" y="176"/>
                  <a:pt x="273" y="176"/>
                  <a:pt x="273" y="176"/>
                </a:cubicBezTo>
                <a:cubicBezTo>
                  <a:pt x="273" y="208"/>
                  <a:pt x="273" y="208"/>
                  <a:pt x="273" y="208"/>
                </a:cubicBezTo>
                <a:cubicBezTo>
                  <a:pt x="241" y="208"/>
                  <a:pt x="241" y="208"/>
                  <a:pt x="241" y="208"/>
                </a:cubicBezTo>
                <a:lnTo>
                  <a:pt x="241" y="176"/>
                </a:lnTo>
                <a:close/>
                <a:moveTo>
                  <a:pt x="72" y="305"/>
                </a:moveTo>
                <a:cubicBezTo>
                  <a:pt x="120" y="305"/>
                  <a:pt x="120" y="305"/>
                  <a:pt x="120" y="305"/>
                </a:cubicBezTo>
                <a:cubicBezTo>
                  <a:pt x="125" y="305"/>
                  <a:pt x="128" y="301"/>
                  <a:pt x="128" y="297"/>
                </a:cubicBezTo>
                <a:cubicBezTo>
                  <a:pt x="128" y="249"/>
                  <a:pt x="128" y="249"/>
                  <a:pt x="128" y="249"/>
                </a:cubicBezTo>
                <a:cubicBezTo>
                  <a:pt x="128" y="244"/>
                  <a:pt x="125" y="241"/>
                  <a:pt x="120" y="241"/>
                </a:cubicBezTo>
                <a:cubicBezTo>
                  <a:pt x="72" y="241"/>
                  <a:pt x="72" y="241"/>
                  <a:pt x="72" y="241"/>
                </a:cubicBezTo>
                <a:cubicBezTo>
                  <a:pt x="68" y="241"/>
                  <a:pt x="64" y="244"/>
                  <a:pt x="64" y="249"/>
                </a:cubicBezTo>
                <a:cubicBezTo>
                  <a:pt x="64" y="297"/>
                  <a:pt x="64" y="297"/>
                  <a:pt x="64" y="297"/>
                </a:cubicBezTo>
                <a:cubicBezTo>
                  <a:pt x="64" y="301"/>
                  <a:pt x="68" y="305"/>
                  <a:pt x="72" y="305"/>
                </a:cubicBezTo>
                <a:moveTo>
                  <a:pt x="80" y="257"/>
                </a:moveTo>
                <a:cubicBezTo>
                  <a:pt x="112" y="257"/>
                  <a:pt x="112" y="257"/>
                  <a:pt x="112" y="257"/>
                </a:cubicBezTo>
                <a:cubicBezTo>
                  <a:pt x="112" y="289"/>
                  <a:pt x="112" y="289"/>
                  <a:pt x="112" y="289"/>
                </a:cubicBezTo>
                <a:cubicBezTo>
                  <a:pt x="80" y="289"/>
                  <a:pt x="80" y="289"/>
                  <a:pt x="80" y="289"/>
                </a:cubicBezTo>
                <a:lnTo>
                  <a:pt x="80" y="257"/>
                </a:lnTo>
                <a:close/>
                <a:moveTo>
                  <a:pt x="152" y="144"/>
                </a:moveTo>
                <a:cubicBezTo>
                  <a:pt x="201" y="144"/>
                  <a:pt x="201" y="144"/>
                  <a:pt x="201" y="144"/>
                </a:cubicBezTo>
                <a:cubicBezTo>
                  <a:pt x="205" y="144"/>
                  <a:pt x="209" y="141"/>
                  <a:pt x="209" y="136"/>
                </a:cubicBezTo>
                <a:cubicBezTo>
                  <a:pt x="209" y="88"/>
                  <a:pt x="209" y="88"/>
                  <a:pt x="209" y="88"/>
                </a:cubicBezTo>
                <a:cubicBezTo>
                  <a:pt x="209" y="84"/>
                  <a:pt x="205" y="80"/>
                  <a:pt x="201" y="80"/>
                </a:cubicBezTo>
                <a:cubicBezTo>
                  <a:pt x="152" y="80"/>
                  <a:pt x="152" y="80"/>
                  <a:pt x="152" y="80"/>
                </a:cubicBezTo>
                <a:cubicBezTo>
                  <a:pt x="148" y="80"/>
                  <a:pt x="144" y="84"/>
                  <a:pt x="144" y="88"/>
                </a:cubicBezTo>
                <a:cubicBezTo>
                  <a:pt x="144" y="136"/>
                  <a:pt x="144" y="136"/>
                  <a:pt x="144" y="136"/>
                </a:cubicBezTo>
                <a:cubicBezTo>
                  <a:pt x="144" y="141"/>
                  <a:pt x="148" y="144"/>
                  <a:pt x="152" y="144"/>
                </a:cubicBezTo>
                <a:moveTo>
                  <a:pt x="160" y="96"/>
                </a:moveTo>
                <a:cubicBezTo>
                  <a:pt x="193" y="96"/>
                  <a:pt x="193" y="96"/>
                  <a:pt x="193" y="96"/>
                </a:cubicBezTo>
                <a:cubicBezTo>
                  <a:pt x="193" y="128"/>
                  <a:pt x="193" y="128"/>
                  <a:pt x="193" y="128"/>
                </a:cubicBezTo>
                <a:cubicBezTo>
                  <a:pt x="160" y="128"/>
                  <a:pt x="160" y="128"/>
                  <a:pt x="160" y="128"/>
                </a:cubicBezTo>
                <a:lnTo>
                  <a:pt x="160" y="96"/>
                </a:lnTo>
                <a:close/>
                <a:moveTo>
                  <a:pt x="233" y="305"/>
                </a:moveTo>
                <a:cubicBezTo>
                  <a:pt x="281" y="305"/>
                  <a:pt x="281" y="305"/>
                  <a:pt x="281" y="305"/>
                </a:cubicBezTo>
                <a:cubicBezTo>
                  <a:pt x="285" y="305"/>
                  <a:pt x="289" y="301"/>
                  <a:pt x="289" y="297"/>
                </a:cubicBezTo>
                <a:cubicBezTo>
                  <a:pt x="289" y="249"/>
                  <a:pt x="289" y="249"/>
                  <a:pt x="289" y="249"/>
                </a:cubicBezTo>
                <a:cubicBezTo>
                  <a:pt x="289" y="244"/>
                  <a:pt x="285" y="241"/>
                  <a:pt x="281" y="241"/>
                </a:cubicBezTo>
                <a:cubicBezTo>
                  <a:pt x="233" y="241"/>
                  <a:pt x="233" y="241"/>
                  <a:pt x="233" y="241"/>
                </a:cubicBezTo>
                <a:cubicBezTo>
                  <a:pt x="228" y="241"/>
                  <a:pt x="225" y="244"/>
                  <a:pt x="225" y="249"/>
                </a:cubicBezTo>
                <a:cubicBezTo>
                  <a:pt x="225" y="297"/>
                  <a:pt x="225" y="297"/>
                  <a:pt x="225" y="297"/>
                </a:cubicBezTo>
                <a:cubicBezTo>
                  <a:pt x="225" y="301"/>
                  <a:pt x="228" y="305"/>
                  <a:pt x="233" y="305"/>
                </a:cubicBezTo>
                <a:moveTo>
                  <a:pt x="241" y="257"/>
                </a:moveTo>
                <a:cubicBezTo>
                  <a:pt x="273" y="257"/>
                  <a:pt x="273" y="257"/>
                  <a:pt x="273" y="257"/>
                </a:cubicBezTo>
                <a:cubicBezTo>
                  <a:pt x="273" y="289"/>
                  <a:pt x="273" y="289"/>
                  <a:pt x="273" y="289"/>
                </a:cubicBezTo>
                <a:cubicBezTo>
                  <a:pt x="241" y="289"/>
                  <a:pt x="241" y="289"/>
                  <a:pt x="241" y="289"/>
                </a:cubicBezTo>
                <a:lnTo>
                  <a:pt x="241" y="257"/>
                </a:lnTo>
                <a:close/>
                <a:moveTo>
                  <a:pt x="152" y="225"/>
                </a:moveTo>
                <a:cubicBezTo>
                  <a:pt x="201" y="225"/>
                  <a:pt x="201" y="225"/>
                  <a:pt x="201" y="225"/>
                </a:cubicBezTo>
                <a:cubicBezTo>
                  <a:pt x="205" y="225"/>
                  <a:pt x="209" y="221"/>
                  <a:pt x="209" y="217"/>
                </a:cubicBezTo>
                <a:cubicBezTo>
                  <a:pt x="209" y="168"/>
                  <a:pt x="209" y="168"/>
                  <a:pt x="209" y="168"/>
                </a:cubicBezTo>
                <a:cubicBezTo>
                  <a:pt x="209" y="164"/>
                  <a:pt x="205" y="160"/>
                  <a:pt x="201" y="160"/>
                </a:cubicBezTo>
                <a:cubicBezTo>
                  <a:pt x="152" y="160"/>
                  <a:pt x="152" y="160"/>
                  <a:pt x="152" y="160"/>
                </a:cubicBezTo>
                <a:cubicBezTo>
                  <a:pt x="148" y="160"/>
                  <a:pt x="144" y="164"/>
                  <a:pt x="144" y="168"/>
                </a:cubicBezTo>
                <a:cubicBezTo>
                  <a:pt x="144" y="217"/>
                  <a:pt x="144" y="217"/>
                  <a:pt x="144" y="217"/>
                </a:cubicBezTo>
                <a:cubicBezTo>
                  <a:pt x="144" y="221"/>
                  <a:pt x="148" y="225"/>
                  <a:pt x="152" y="225"/>
                </a:cubicBezTo>
                <a:moveTo>
                  <a:pt x="160" y="176"/>
                </a:moveTo>
                <a:cubicBezTo>
                  <a:pt x="193" y="176"/>
                  <a:pt x="193" y="176"/>
                  <a:pt x="193" y="176"/>
                </a:cubicBezTo>
                <a:cubicBezTo>
                  <a:pt x="193" y="208"/>
                  <a:pt x="193" y="208"/>
                  <a:pt x="193" y="208"/>
                </a:cubicBezTo>
                <a:cubicBezTo>
                  <a:pt x="160" y="208"/>
                  <a:pt x="160" y="208"/>
                  <a:pt x="160" y="208"/>
                </a:cubicBezTo>
                <a:lnTo>
                  <a:pt x="160" y="176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9" name="Freeform 98"/>
          <p:cNvSpPr>
            <a:spLocks noEditPoints="1"/>
          </p:cNvSpPr>
          <p:nvPr/>
        </p:nvSpPr>
        <p:spPr bwMode="auto">
          <a:xfrm>
            <a:off x="840317" y="5399618"/>
            <a:ext cx="577851" cy="474133"/>
          </a:xfrm>
          <a:custGeom>
            <a:avLst/>
            <a:gdLst>
              <a:gd name="T0" fmla="*/ 337 w 353"/>
              <a:gd name="T1" fmla="*/ 0 h 289"/>
              <a:gd name="T2" fmla="*/ 16 w 353"/>
              <a:gd name="T3" fmla="*/ 0 h 289"/>
              <a:gd name="T4" fmla="*/ 0 w 353"/>
              <a:gd name="T5" fmla="*/ 16 h 289"/>
              <a:gd name="T6" fmla="*/ 0 w 353"/>
              <a:gd name="T7" fmla="*/ 48 h 289"/>
              <a:gd name="T8" fmla="*/ 16 w 353"/>
              <a:gd name="T9" fmla="*/ 64 h 289"/>
              <a:gd name="T10" fmla="*/ 32 w 353"/>
              <a:gd name="T11" fmla="*/ 64 h 289"/>
              <a:gd name="T12" fmla="*/ 32 w 353"/>
              <a:gd name="T13" fmla="*/ 273 h 289"/>
              <a:gd name="T14" fmla="*/ 48 w 353"/>
              <a:gd name="T15" fmla="*/ 289 h 289"/>
              <a:gd name="T16" fmla="*/ 305 w 353"/>
              <a:gd name="T17" fmla="*/ 289 h 289"/>
              <a:gd name="T18" fmla="*/ 321 w 353"/>
              <a:gd name="T19" fmla="*/ 273 h 289"/>
              <a:gd name="T20" fmla="*/ 321 w 353"/>
              <a:gd name="T21" fmla="*/ 64 h 289"/>
              <a:gd name="T22" fmla="*/ 337 w 353"/>
              <a:gd name="T23" fmla="*/ 64 h 289"/>
              <a:gd name="T24" fmla="*/ 353 w 353"/>
              <a:gd name="T25" fmla="*/ 48 h 289"/>
              <a:gd name="T26" fmla="*/ 353 w 353"/>
              <a:gd name="T27" fmla="*/ 16 h 289"/>
              <a:gd name="T28" fmla="*/ 337 w 353"/>
              <a:gd name="T29" fmla="*/ 0 h 289"/>
              <a:gd name="T30" fmla="*/ 305 w 353"/>
              <a:gd name="T31" fmla="*/ 273 h 289"/>
              <a:gd name="T32" fmla="*/ 48 w 353"/>
              <a:gd name="T33" fmla="*/ 273 h 289"/>
              <a:gd name="T34" fmla="*/ 48 w 353"/>
              <a:gd name="T35" fmla="*/ 64 h 289"/>
              <a:gd name="T36" fmla="*/ 305 w 353"/>
              <a:gd name="T37" fmla="*/ 64 h 289"/>
              <a:gd name="T38" fmla="*/ 305 w 353"/>
              <a:gd name="T39" fmla="*/ 273 h 289"/>
              <a:gd name="T40" fmla="*/ 337 w 353"/>
              <a:gd name="T41" fmla="*/ 48 h 289"/>
              <a:gd name="T42" fmla="*/ 16 w 353"/>
              <a:gd name="T43" fmla="*/ 48 h 289"/>
              <a:gd name="T44" fmla="*/ 16 w 353"/>
              <a:gd name="T45" fmla="*/ 16 h 289"/>
              <a:gd name="T46" fmla="*/ 337 w 353"/>
              <a:gd name="T47" fmla="*/ 16 h 289"/>
              <a:gd name="T48" fmla="*/ 337 w 353"/>
              <a:gd name="T49" fmla="*/ 48 h 289"/>
              <a:gd name="T50" fmla="*/ 128 w 353"/>
              <a:gd name="T51" fmla="*/ 145 h 289"/>
              <a:gd name="T52" fmla="*/ 225 w 353"/>
              <a:gd name="T53" fmla="*/ 145 h 289"/>
              <a:gd name="T54" fmla="*/ 241 w 353"/>
              <a:gd name="T55" fmla="*/ 129 h 289"/>
              <a:gd name="T56" fmla="*/ 241 w 353"/>
              <a:gd name="T57" fmla="*/ 113 h 289"/>
              <a:gd name="T58" fmla="*/ 225 w 353"/>
              <a:gd name="T59" fmla="*/ 97 h 289"/>
              <a:gd name="T60" fmla="*/ 128 w 353"/>
              <a:gd name="T61" fmla="*/ 97 h 289"/>
              <a:gd name="T62" fmla="*/ 112 w 353"/>
              <a:gd name="T63" fmla="*/ 113 h 289"/>
              <a:gd name="T64" fmla="*/ 112 w 353"/>
              <a:gd name="T65" fmla="*/ 129 h 289"/>
              <a:gd name="T66" fmla="*/ 128 w 353"/>
              <a:gd name="T67" fmla="*/ 145 h 289"/>
              <a:gd name="T68" fmla="*/ 128 w 353"/>
              <a:gd name="T69" fmla="*/ 113 h 289"/>
              <a:gd name="T70" fmla="*/ 225 w 353"/>
              <a:gd name="T71" fmla="*/ 113 h 289"/>
              <a:gd name="T72" fmla="*/ 225 w 353"/>
              <a:gd name="T73" fmla="*/ 129 h 289"/>
              <a:gd name="T74" fmla="*/ 128 w 353"/>
              <a:gd name="T75" fmla="*/ 129 h 289"/>
              <a:gd name="T76" fmla="*/ 128 w 353"/>
              <a:gd name="T77" fmla="*/ 113 h 2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353" h="289">
                <a:moveTo>
                  <a:pt x="337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48"/>
                  <a:pt x="0" y="48"/>
                  <a:pt x="0" y="48"/>
                </a:cubicBezTo>
                <a:cubicBezTo>
                  <a:pt x="0" y="57"/>
                  <a:pt x="7" y="64"/>
                  <a:pt x="16" y="64"/>
                </a:cubicBezTo>
                <a:cubicBezTo>
                  <a:pt x="32" y="64"/>
                  <a:pt x="32" y="64"/>
                  <a:pt x="32" y="64"/>
                </a:cubicBezTo>
                <a:cubicBezTo>
                  <a:pt x="32" y="273"/>
                  <a:pt x="32" y="273"/>
                  <a:pt x="32" y="273"/>
                </a:cubicBezTo>
                <a:cubicBezTo>
                  <a:pt x="32" y="282"/>
                  <a:pt x="39" y="289"/>
                  <a:pt x="48" y="289"/>
                </a:cubicBezTo>
                <a:cubicBezTo>
                  <a:pt x="305" y="289"/>
                  <a:pt x="305" y="289"/>
                  <a:pt x="305" y="289"/>
                </a:cubicBezTo>
                <a:cubicBezTo>
                  <a:pt x="314" y="289"/>
                  <a:pt x="321" y="282"/>
                  <a:pt x="321" y="273"/>
                </a:cubicBezTo>
                <a:cubicBezTo>
                  <a:pt x="321" y="64"/>
                  <a:pt x="321" y="64"/>
                  <a:pt x="321" y="64"/>
                </a:cubicBezTo>
                <a:cubicBezTo>
                  <a:pt x="337" y="64"/>
                  <a:pt x="337" y="64"/>
                  <a:pt x="337" y="64"/>
                </a:cubicBezTo>
                <a:cubicBezTo>
                  <a:pt x="346" y="64"/>
                  <a:pt x="353" y="57"/>
                  <a:pt x="353" y="48"/>
                </a:cubicBezTo>
                <a:cubicBezTo>
                  <a:pt x="353" y="16"/>
                  <a:pt x="353" y="16"/>
                  <a:pt x="353" y="16"/>
                </a:cubicBezTo>
                <a:cubicBezTo>
                  <a:pt x="353" y="7"/>
                  <a:pt x="346" y="0"/>
                  <a:pt x="337" y="0"/>
                </a:cubicBezTo>
                <a:moveTo>
                  <a:pt x="305" y="273"/>
                </a:moveTo>
                <a:cubicBezTo>
                  <a:pt x="48" y="273"/>
                  <a:pt x="48" y="273"/>
                  <a:pt x="48" y="273"/>
                </a:cubicBezTo>
                <a:cubicBezTo>
                  <a:pt x="48" y="64"/>
                  <a:pt x="48" y="64"/>
                  <a:pt x="48" y="64"/>
                </a:cubicBezTo>
                <a:cubicBezTo>
                  <a:pt x="305" y="64"/>
                  <a:pt x="305" y="64"/>
                  <a:pt x="305" y="64"/>
                </a:cubicBezTo>
                <a:lnTo>
                  <a:pt x="305" y="273"/>
                </a:lnTo>
                <a:close/>
                <a:moveTo>
                  <a:pt x="337" y="48"/>
                </a:moveTo>
                <a:cubicBezTo>
                  <a:pt x="16" y="48"/>
                  <a:pt x="16" y="48"/>
                  <a:pt x="16" y="48"/>
                </a:cubicBezTo>
                <a:cubicBezTo>
                  <a:pt x="16" y="16"/>
                  <a:pt x="16" y="16"/>
                  <a:pt x="16" y="16"/>
                </a:cubicBezTo>
                <a:cubicBezTo>
                  <a:pt x="337" y="16"/>
                  <a:pt x="337" y="16"/>
                  <a:pt x="337" y="16"/>
                </a:cubicBezTo>
                <a:lnTo>
                  <a:pt x="337" y="48"/>
                </a:lnTo>
                <a:close/>
                <a:moveTo>
                  <a:pt x="128" y="145"/>
                </a:moveTo>
                <a:cubicBezTo>
                  <a:pt x="225" y="145"/>
                  <a:pt x="225" y="145"/>
                  <a:pt x="225" y="145"/>
                </a:cubicBezTo>
                <a:cubicBezTo>
                  <a:pt x="234" y="145"/>
                  <a:pt x="241" y="138"/>
                  <a:pt x="241" y="129"/>
                </a:cubicBezTo>
                <a:cubicBezTo>
                  <a:pt x="241" y="113"/>
                  <a:pt x="241" y="113"/>
                  <a:pt x="241" y="113"/>
                </a:cubicBezTo>
                <a:cubicBezTo>
                  <a:pt x="241" y="104"/>
                  <a:pt x="234" y="97"/>
                  <a:pt x="225" y="97"/>
                </a:cubicBezTo>
                <a:cubicBezTo>
                  <a:pt x="128" y="97"/>
                  <a:pt x="128" y="97"/>
                  <a:pt x="128" y="97"/>
                </a:cubicBezTo>
                <a:cubicBezTo>
                  <a:pt x="119" y="97"/>
                  <a:pt x="112" y="104"/>
                  <a:pt x="112" y="113"/>
                </a:cubicBezTo>
                <a:cubicBezTo>
                  <a:pt x="112" y="129"/>
                  <a:pt x="112" y="129"/>
                  <a:pt x="112" y="129"/>
                </a:cubicBezTo>
                <a:cubicBezTo>
                  <a:pt x="112" y="138"/>
                  <a:pt x="119" y="145"/>
                  <a:pt x="128" y="145"/>
                </a:cubicBezTo>
                <a:moveTo>
                  <a:pt x="128" y="113"/>
                </a:moveTo>
                <a:cubicBezTo>
                  <a:pt x="225" y="113"/>
                  <a:pt x="225" y="113"/>
                  <a:pt x="225" y="113"/>
                </a:cubicBezTo>
                <a:cubicBezTo>
                  <a:pt x="225" y="129"/>
                  <a:pt x="225" y="129"/>
                  <a:pt x="225" y="129"/>
                </a:cubicBezTo>
                <a:cubicBezTo>
                  <a:pt x="128" y="129"/>
                  <a:pt x="128" y="129"/>
                  <a:pt x="128" y="129"/>
                </a:cubicBezTo>
                <a:lnTo>
                  <a:pt x="128" y="113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00" name="Freeform 99"/>
          <p:cNvSpPr>
            <a:spLocks noEditPoints="1"/>
          </p:cNvSpPr>
          <p:nvPr/>
        </p:nvSpPr>
        <p:spPr bwMode="auto">
          <a:xfrm>
            <a:off x="1943100" y="5399618"/>
            <a:ext cx="577851" cy="474133"/>
          </a:xfrm>
          <a:custGeom>
            <a:avLst/>
            <a:gdLst>
              <a:gd name="T0" fmla="*/ 249 w 353"/>
              <a:gd name="T1" fmla="*/ 193 h 289"/>
              <a:gd name="T2" fmla="*/ 273 w 353"/>
              <a:gd name="T3" fmla="*/ 169 h 289"/>
              <a:gd name="T4" fmla="*/ 249 w 353"/>
              <a:gd name="T5" fmla="*/ 145 h 289"/>
              <a:gd name="T6" fmla="*/ 225 w 353"/>
              <a:gd name="T7" fmla="*/ 169 h 289"/>
              <a:gd name="T8" fmla="*/ 249 w 353"/>
              <a:gd name="T9" fmla="*/ 193 h 289"/>
              <a:gd name="T10" fmla="*/ 249 w 353"/>
              <a:gd name="T11" fmla="*/ 161 h 289"/>
              <a:gd name="T12" fmla="*/ 257 w 353"/>
              <a:gd name="T13" fmla="*/ 169 h 289"/>
              <a:gd name="T14" fmla="*/ 249 w 353"/>
              <a:gd name="T15" fmla="*/ 177 h 289"/>
              <a:gd name="T16" fmla="*/ 241 w 353"/>
              <a:gd name="T17" fmla="*/ 169 h 289"/>
              <a:gd name="T18" fmla="*/ 249 w 353"/>
              <a:gd name="T19" fmla="*/ 161 h 289"/>
              <a:gd name="T20" fmla="*/ 177 w 353"/>
              <a:gd name="T21" fmla="*/ 193 h 289"/>
              <a:gd name="T22" fmla="*/ 201 w 353"/>
              <a:gd name="T23" fmla="*/ 169 h 289"/>
              <a:gd name="T24" fmla="*/ 177 w 353"/>
              <a:gd name="T25" fmla="*/ 145 h 289"/>
              <a:gd name="T26" fmla="*/ 153 w 353"/>
              <a:gd name="T27" fmla="*/ 169 h 289"/>
              <a:gd name="T28" fmla="*/ 177 w 353"/>
              <a:gd name="T29" fmla="*/ 193 h 289"/>
              <a:gd name="T30" fmla="*/ 177 w 353"/>
              <a:gd name="T31" fmla="*/ 161 h 289"/>
              <a:gd name="T32" fmla="*/ 185 w 353"/>
              <a:gd name="T33" fmla="*/ 169 h 289"/>
              <a:gd name="T34" fmla="*/ 177 w 353"/>
              <a:gd name="T35" fmla="*/ 177 h 289"/>
              <a:gd name="T36" fmla="*/ 169 w 353"/>
              <a:gd name="T37" fmla="*/ 169 h 289"/>
              <a:gd name="T38" fmla="*/ 177 w 353"/>
              <a:gd name="T39" fmla="*/ 161 h 289"/>
              <a:gd name="T40" fmla="*/ 337 w 353"/>
              <a:gd name="T41" fmla="*/ 0 h 289"/>
              <a:gd name="T42" fmla="*/ 16 w 353"/>
              <a:gd name="T43" fmla="*/ 0 h 289"/>
              <a:gd name="T44" fmla="*/ 0 w 353"/>
              <a:gd name="T45" fmla="*/ 16 h 289"/>
              <a:gd name="T46" fmla="*/ 0 w 353"/>
              <a:gd name="T47" fmla="*/ 48 h 289"/>
              <a:gd name="T48" fmla="*/ 16 w 353"/>
              <a:gd name="T49" fmla="*/ 64 h 289"/>
              <a:gd name="T50" fmla="*/ 32 w 353"/>
              <a:gd name="T51" fmla="*/ 64 h 289"/>
              <a:gd name="T52" fmla="*/ 32 w 353"/>
              <a:gd name="T53" fmla="*/ 273 h 289"/>
              <a:gd name="T54" fmla="*/ 48 w 353"/>
              <a:gd name="T55" fmla="*/ 289 h 289"/>
              <a:gd name="T56" fmla="*/ 305 w 353"/>
              <a:gd name="T57" fmla="*/ 289 h 289"/>
              <a:gd name="T58" fmla="*/ 321 w 353"/>
              <a:gd name="T59" fmla="*/ 273 h 289"/>
              <a:gd name="T60" fmla="*/ 321 w 353"/>
              <a:gd name="T61" fmla="*/ 64 h 289"/>
              <a:gd name="T62" fmla="*/ 337 w 353"/>
              <a:gd name="T63" fmla="*/ 64 h 289"/>
              <a:gd name="T64" fmla="*/ 353 w 353"/>
              <a:gd name="T65" fmla="*/ 48 h 289"/>
              <a:gd name="T66" fmla="*/ 353 w 353"/>
              <a:gd name="T67" fmla="*/ 16 h 289"/>
              <a:gd name="T68" fmla="*/ 337 w 353"/>
              <a:gd name="T69" fmla="*/ 0 h 289"/>
              <a:gd name="T70" fmla="*/ 305 w 353"/>
              <a:gd name="T71" fmla="*/ 273 h 289"/>
              <a:gd name="T72" fmla="*/ 48 w 353"/>
              <a:gd name="T73" fmla="*/ 273 h 289"/>
              <a:gd name="T74" fmla="*/ 48 w 353"/>
              <a:gd name="T75" fmla="*/ 64 h 289"/>
              <a:gd name="T76" fmla="*/ 305 w 353"/>
              <a:gd name="T77" fmla="*/ 64 h 289"/>
              <a:gd name="T78" fmla="*/ 305 w 353"/>
              <a:gd name="T79" fmla="*/ 273 h 289"/>
              <a:gd name="T80" fmla="*/ 337 w 353"/>
              <a:gd name="T81" fmla="*/ 48 h 289"/>
              <a:gd name="T82" fmla="*/ 16 w 353"/>
              <a:gd name="T83" fmla="*/ 48 h 289"/>
              <a:gd name="T84" fmla="*/ 16 w 353"/>
              <a:gd name="T85" fmla="*/ 16 h 289"/>
              <a:gd name="T86" fmla="*/ 337 w 353"/>
              <a:gd name="T87" fmla="*/ 16 h 289"/>
              <a:gd name="T88" fmla="*/ 337 w 353"/>
              <a:gd name="T89" fmla="*/ 48 h 289"/>
              <a:gd name="T90" fmla="*/ 105 w 353"/>
              <a:gd name="T91" fmla="*/ 193 h 289"/>
              <a:gd name="T92" fmla="*/ 129 w 353"/>
              <a:gd name="T93" fmla="*/ 169 h 289"/>
              <a:gd name="T94" fmla="*/ 105 w 353"/>
              <a:gd name="T95" fmla="*/ 145 h 289"/>
              <a:gd name="T96" fmla="*/ 81 w 353"/>
              <a:gd name="T97" fmla="*/ 169 h 289"/>
              <a:gd name="T98" fmla="*/ 105 w 353"/>
              <a:gd name="T99" fmla="*/ 193 h 289"/>
              <a:gd name="T100" fmla="*/ 105 w 353"/>
              <a:gd name="T101" fmla="*/ 161 h 289"/>
              <a:gd name="T102" fmla="*/ 113 w 353"/>
              <a:gd name="T103" fmla="*/ 169 h 289"/>
              <a:gd name="T104" fmla="*/ 105 w 353"/>
              <a:gd name="T105" fmla="*/ 177 h 289"/>
              <a:gd name="T106" fmla="*/ 97 w 353"/>
              <a:gd name="T107" fmla="*/ 169 h 289"/>
              <a:gd name="T108" fmla="*/ 105 w 353"/>
              <a:gd name="T109" fmla="*/ 161 h 2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353" h="289">
                <a:moveTo>
                  <a:pt x="249" y="193"/>
                </a:moveTo>
                <a:cubicBezTo>
                  <a:pt x="262" y="193"/>
                  <a:pt x="273" y="182"/>
                  <a:pt x="273" y="169"/>
                </a:cubicBezTo>
                <a:cubicBezTo>
                  <a:pt x="273" y="155"/>
                  <a:pt x="262" y="145"/>
                  <a:pt x="249" y="145"/>
                </a:cubicBezTo>
                <a:cubicBezTo>
                  <a:pt x="236" y="145"/>
                  <a:pt x="225" y="155"/>
                  <a:pt x="225" y="169"/>
                </a:cubicBezTo>
                <a:cubicBezTo>
                  <a:pt x="225" y="182"/>
                  <a:pt x="236" y="193"/>
                  <a:pt x="249" y="193"/>
                </a:cubicBezTo>
                <a:moveTo>
                  <a:pt x="249" y="161"/>
                </a:moveTo>
                <a:cubicBezTo>
                  <a:pt x="254" y="161"/>
                  <a:pt x="257" y="164"/>
                  <a:pt x="257" y="169"/>
                </a:cubicBezTo>
                <a:cubicBezTo>
                  <a:pt x="257" y="173"/>
                  <a:pt x="254" y="177"/>
                  <a:pt x="249" y="177"/>
                </a:cubicBezTo>
                <a:cubicBezTo>
                  <a:pt x="245" y="177"/>
                  <a:pt x="241" y="173"/>
                  <a:pt x="241" y="169"/>
                </a:cubicBezTo>
                <a:cubicBezTo>
                  <a:pt x="241" y="164"/>
                  <a:pt x="245" y="161"/>
                  <a:pt x="249" y="161"/>
                </a:cubicBezTo>
                <a:moveTo>
                  <a:pt x="177" y="193"/>
                </a:moveTo>
                <a:cubicBezTo>
                  <a:pt x="190" y="193"/>
                  <a:pt x="201" y="182"/>
                  <a:pt x="201" y="169"/>
                </a:cubicBezTo>
                <a:cubicBezTo>
                  <a:pt x="201" y="155"/>
                  <a:pt x="190" y="145"/>
                  <a:pt x="177" y="145"/>
                </a:cubicBezTo>
                <a:cubicBezTo>
                  <a:pt x="164" y="145"/>
                  <a:pt x="153" y="155"/>
                  <a:pt x="153" y="169"/>
                </a:cubicBezTo>
                <a:cubicBezTo>
                  <a:pt x="153" y="182"/>
                  <a:pt x="164" y="193"/>
                  <a:pt x="177" y="193"/>
                </a:cubicBezTo>
                <a:moveTo>
                  <a:pt x="177" y="161"/>
                </a:moveTo>
                <a:cubicBezTo>
                  <a:pt x="181" y="161"/>
                  <a:pt x="185" y="164"/>
                  <a:pt x="185" y="169"/>
                </a:cubicBezTo>
                <a:cubicBezTo>
                  <a:pt x="185" y="173"/>
                  <a:pt x="181" y="177"/>
                  <a:pt x="177" y="177"/>
                </a:cubicBezTo>
                <a:cubicBezTo>
                  <a:pt x="172" y="177"/>
                  <a:pt x="169" y="173"/>
                  <a:pt x="169" y="169"/>
                </a:cubicBezTo>
                <a:cubicBezTo>
                  <a:pt x="169" y="164"/>
                  <a:pt x="172" y="161"/>
                  <a:pt x="177" y="161"/>
                </a:cubicBezTo>
                <a:moveTo>
                  <a:pt x="337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48"/>
                  <a:pt x="0" y="48"/>
                  <a:pt x="0" y="48"/>
                </a:cubicBezTo>
                <a:cubicBezTo>
                  <a:pt x="0" y="57"/>
                  <a:pt x="7" y="64"/>
                  <a:pt x="16" y="64"/>
                </a:cubicBezTo>
                <a:cubicBezTo>
                  <a:pt x="32" y="64"/>
                  <a:pt x="32" y="64"/>
                  <a:pt x="32" y="64"/>
                </a:cubicBezTo>
                <a:cubicBezTo>
                  <a:pt x="32" y="273"/>
                  <a:pt x="32" y="273"/>
                  <a:pt x="32" y="273"/>
                </a:cubicBezTo>
                <a:cubicBezTo>
                  <a:pt x="32" y="282"/>
                  <a:pt x="40" y="289"/>
                  <a:pt x="48" y="289"/>
                </a:cubicBezTo>
                <a:cubicBezTo>
                  <a:pt x="305" y="289"/>
                  <a:pt x="305" y="289"/>
                  <a:pt x="305" y="289"/>
                </a:cubicBezTo>
                <a:cubicBezTo>
                  <a:pt x="314" y="289"/>
                  <a:pt x="321" y="282"/>
                  <a:pt x="321" y="273"/>
                </a:cubicBezTo>
                <a:cubicBezTo>
                  <a:pt x="321" y="64"/>
                  <a:pt x="321" y="64"/>
                  <a:pt x="321" y="64"/>
                </a:cubicBezTo>
                <a:cubicBezTo>
                  <a:pt x="337" y="64"/>
                  <a:pt x="337" y="64"/>
                  <a:pt x="337" y="64"/>
                </a:cubicBezTo>
                <a:cubicBezTo>
                  <a:pt x="346" y="64"/>
                  <a:pt x="353" y="57"/>
                  <a:pt x="353" y="48"/>
                </a:cubicBezTo>
                <a:cubicBezTo>
                  <a:pt x="353" y="16"/>
                  <a:pt x="353" y="16"/>
                  <a:pt x="353" y="16"/>
                </a:cubicBezTo>
                <a:cubicBezTo>
                  <a:pt x="353" y="7"/>
                  <a:pt x="346" y="0"/>
                  <a:pt x="337" y="0"/>
                </a:cubicBezTo>
                <a:moveTo>
                  <a:pt x="305" y="273"/>
                </a:moveTo>
                <a:cubicBezTo>
                  <a:pt x="48" y="273"/>
                  <a:pt x="48" y="273"/>
                  <a:pt x="48" y="273"/>
                </a:cubicBezTo>
                <a:cubicBezTo>
                  <a:pt x="48" y="64"/>
                  <a:pt x="48" y="64"/>
                  <a:pt x="48" y="64"/>
                </a:cubicBezTo>
                <a:cubicBezTo>
                  <a:pt x="305" y="64"/>
                  <a:pt x="305" y="64"/>
                  <a:pt x="305" y="64"/>
                </a:cubicBezTo>
                <a:lnTo>
                  <a:pt x="305" y="273"/>
                </a:lnTo>
                <a:close/>
                <a:moveTo>
                  <a:pt x="337" y="48"/>
                </a:moveTo>
                <a:cubicBezTo>
                  <a:pt x="16" y="48"/>
                  <a:pt x="16" y="48"/>
                  <a:pt x="16" y="48"/>
                </a:cubicBezTo>
                <a:cubicBezTo>
                  <a:pt x="16" y="16"/>
                  <a:pt x="16" y="16"/>
                  <a:pt x="16" y="16"/>
                </a:cubicBezTo>
                <a:cubicBezTo>
                  <a:pt x="337" y="16"/>
                  <a:pt x="337" y="16"/>
                  <a:pt x="337" y="16"/>
                </a:cubicBezTo>
                <a:lnTo>
                  <a:pt x="337" y="48"/>
                </a:lnTo>
                <a:close/>
                <a:moveTo>
                  <a:pt x="105" y="193"/>
                </a:moveTo>
                <a:cubicBezTo>
                  <a:pt x="118" y="193"/>
                  <a:pt x="129" y="182"/>
                  <a:pt x="129" y="169"/>
                </a:cubicBezTo>
                <a:cubicBezTo>
                  <a:pt x="129" y="155"/>
                  <a:pt x="118" y="145"/>
                  <a:pt x="105" y="145"/>
                </a:cubicBezTo>
                <a:cubicBezTo>
                  <a:pt x="91" y="145"/>
                  <a:pt x="81" y="155"/>
                  <a:pt x="81" y="169"/>
                </a:cubicBezTo>
                <a:cubicBezTo>
                  <a:pt x="81" y="182"/>
                  <a:pt x="91" y="193"/>
                  <a:pt x="105" y="193"/>
                </a:cubicBezTo>
                <a:moveTo>
                  <a:pt x="105" y="161"/>
                </a:moveTo>
                <a:cubicBezTo>
                  <a:pt x="109" y="161"/>
                  <a:pt x="113" y="164"/>
                  <a:pt x="113" y="169"/>
                </a:cubicBezTo>
                <a:cubicBezTo>
                  <a:pt x="113" y="173"/>
                  <a:pt x="109" y="177"/>
                  <a:pt x="105" y="177"/>
                </a:cubicBezTo>
                <a:cubicBezTo>
                  <a:pt x="100" y="177"/>
                  <a:pt x="97" y="173"/>
                  <a:pt x="97" y="169"/>
                </a:cubicBezTo>
                <a:cubicBezTo>
                  <a:pt x="97" y="164"/>
                  <a:pt x="100" y="161"/>
                  <a:pt x="105" y="161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01" name="Freeform 100"/>
          <p:cNvSpPr>
            <a:spLocks noEditPoints="1"/>
          </p:cNvSpPr>
          <p:nvPr/>
        </p:nvSpPr>
        <p:spPr bwMode="auto">
          <a:xfrm>
            <a:off x="3048000" y="5348817"/>
            <a:ext cx="577851" cy="577851"/>
          </a:xfrm>
          <a:custGeom>
            <a:avLst/>
            <a:gdLst>
              <a:gd name="T0" fmla="*/ 128 w 353"/>
              <a:gd name="T1" fmla="*/ 193 h 353"/>
              <a:gd name="T2" fmla="*/ 120 w 353"/>
              <a:gd name="T3" fmla="*/ 201 h 353"/>
              <a:gd name="T4" fmla="*/ 122 w 353"/>
              <a:gd name="T5" fmla="*/ 206 h 353"/>
              <a:gd name="T6" fmla="*/ 170 w 353"/>
              <a:gd name="T7" fmla="*/ 255 h 353"/>
              <a:gd name="T8" fmla="*/ 176 w 353"/>
              <a:gd name="T9" fmla="*/ 257 h 353"/>
              <a:gd name="T10" fmla="*/ 182 w 353"/>
              <a:gd name="T11" fmla="*/ 255 h 353"/>
              <a:gd name="T12" fmla="*/ 230 w 353"/>
              <a:gd name="T13" fmla="*/ 206 h 353"/>
              <a:gd name="T14" fmla="*/ 232 w 353"/>
              <a:gd name="T15" fmla="*/ 201 h 353"/>
              <a:gd name="T16" fmla="*/ 224 w 353"/>
              <a:gd name="T17" fmla="*/ 193 h 353"/>
              <a:gd name="T18" fmla="*/ 219 w 353"/>
              <a:gd name="T19" fmla="*/ 195 h 353"/>
              <a:gd name="T20" fmla="*/ 184 w 353"/>
              <a:gd name="T21" fmla="*/ 230 h 353"/>
              <a:gd name="T22" fmla="*/ 184 w 353"/>
              <a:gd name="T23" fmla="*/ 8 h 353"/>
              <a:gd name="T24" fmla="*/ 184 w 353"/>
              <a:gd name="T25" fmla="*/ 8 h 353"/>
              <a:gd name="T26" fmla="*/ 176 w 353"/>
              <a:gd name="T27" fmla="*/ 0 h 353"/>
              <a:gd name="T28" fmla="*/ 168 w 353"/>
              <a:gd name="T29" fmla="*/ 8 h 353"/>
              <a:gd name="T30" fmla="*/ 168 w 353"/>
              <a:gd name="T31" fmla="*/ 230 h 353"/>
              <a:gd name="T32" fmla="*/ 134 w 353"/>
              <a:gd name="T33" fmla="*/ 195 h 353"/>
              <a:gd name="T34" fmla="*/ 128 w 353"/>
              <a:gd name="T35" fmla="*/ 193 h 353"/>
              <a:gd name="T36" fmla="*/ 337 w 353"/>
              <a:gd name="T37" fmla="*/ 80 h 353"/>
              <a:gd name="T38" fmla="*/ 208 w 353"/>
              <a:gd name="T39" fmla="*/ 80 h 353"/>
              <a:gd name="T40" fmla="*/ 200 w 353"/>
              <a:gd name="T41" fmla="*/ 88 h 353"/>
              <a:gd name="T42" fmla="*/ 208 w 353"/>
              <a:gd name="T43" fmla="*/ 96 h 353"/>
              <a:gd name="T44" fmla="*/ 337 w 353"/>
              <a:gd name="T45" fmla="*/ 96 h 353"/>
              <a:gd name="T46" fmla="*/ 337 w 353"/>
              <a:gd name="T47" fmla="*/ 129 h 353"/>
              <a:gd name="T48" fmla="*/ 208 w 353"/>
              <a:gd name="T49" fmla="*/ 129 h 353"/>
              <a:gd name="T50" fmla="*/ 200 w 353"/>
              <a:gd name="T51" fmla="*/ 137 h 353"/>
              <a:gd name="T52" fmla="*/ 208 w 353"/>
              <a:gd name="T53" fmla="*/ 145 h 353"/>
              <a:gd name="T54" fmla="*/ 305 w 353"/>
              <a:gd name="T55" fmla="*/ 145 h 353"/>
              <a:gd name="T56" fmla="*/ 305 w 353"/>
              <a:gd name="T57" fmla="*/ 337 h 353"/>
              <a:gd name="T58" fmla="*/ 48 w 353"/>
              <a:gd name="T59" fmla="*/ 337 h 353"/>
              <a:gd name="T60" fmla="*/ 48 w 353"/>
              <a:gd name="T61" fmla="*/ 145 h 353"/>
              <a:gd name="T62" fmla="*/ 144 w 353"/>
              <a:gd name="T63" fmla="*/ 145 h 353"/>
              <a:gd name="T64" fmla="*/ 152 w 353"/>
              <a:gd name="T65" fmla="*/ 137 h 353"/>
              <a:gd name="T66" fmla="*/ 144 w 353"/>
              <a:gd name="T67" fmla="*/ 129 h 353"/>
              <a:gd name="T68" fmla="*/ 16 w 353"/>
              <a:gd name="T69" fmla="*/ 129 h 353"/>
              <a:gd name="T70" fmla="*/ 16 w 353"/>
              <a:gd name="T71" fmla="*/ 96 h 353"/>
              <a:gd name="T72" fmla="*/ 144 w 353"/>
              <a:gd name="T73" fmla="*/ 96 h 353"/>
              <a:gd name="T74" fmla="*/ 152 w 353"/>
              <a:gd name="T75" fmla="*/ 88 h 353"/>
              <a:gd name="T76" fmla="*/ 144 w 353"/>
              <a:gd name="T77" fmla="*/ 80 h 353"/>
              <a:gd name="T78" fmla="*/ 16 w 353"/>
              <a:gd name="T79" fmla="*/ 80 h 353"/>
              <a:gd name="T80" fmla="*/ 0 w 353"/>
              <a:gd name="T81" fmla="*/ 96 h 353"/>
              <a:gd name="T82" fmla="*/ 0 w 353"/>
              <a:gd name="T83" fmla="*/ 129 h 353"/>
              <a:gd name="T84" fmla="*/ 16 w 353"/>
              <a:gd name="T85" fmla="*/ 145 h 353"/>
              <a:gd name="T86" fmla="*/ 32 w 353"/>
              <a:gd name="T87" fmla="*/ 145 h 353"/>
              <a:gd name="T88" fmla="*/ 32 w 353"/>
              <a:gd name="T89" fmla="*/ 337 h 353"/>
              <a:gd name="T90" fmla="*/ 48 w 353"/>
              <a:gd name="T91" fmla="*/ 353 h 353"/>
              <a:gd name="T92" fmla="*/ 305 w 353"/>
              <a:gd name="T93" fmla="*/ 353 h 353"/>
              <a:gd name="T94" fmla="*/ 321 w 353"/>
              <a:gd name="T95" fmla="*/ 337 h 353"/>
              <a:gd name="T96" fmla="*/ 321 w 353"/>
              <a:gd name="T97" fmla="*/ 145 h 353"/>
              <a:gd name="T98" fmla="*/ 337 w 353"/>
              <a:gd name="T99" fmla="*/ 145 h 353"/>
              <a:gd name="T100" fmla="*/ 353 w 353"/>
              <a:gd name="T101" fmla="*/ 129 h 353"/>
              <a:gd name="T102" fmla="*/ 353 w 353"/>
              <a:gd name="T103" fmla="*/ 96 h 353"/>
              <a:gd name="T104" fmla="*/ 337 w 353"/>
              <a:gd name="T105" fmla="*/ 80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353" h="353">
                <a:moveTo>
                  <a:pt x="128" y="193"/>
                </a:moveTo>
                <a:cubicBezTo>
                  <a:pt x="124" y="193"/>
                  <a:pt x="120" y="196"/>
                  <a:pt x="120" y="201"/>
                </a:cubicBezTo>
                <a:cubicBezTo>
                  <a:pt x="120" y="203"/>
                  <a:pt x="121" y="205"/>
                  <a:pt x="122" y="206"/>
                </a:cubicBezTo>
                <a:cubicBezTo>
                  <a:pt x="170" y="255"/>
                  <a:pt x="170" y="255"/>
                  <a:pt x="170" y="255"/>
                </a:cubicBezTo>
                <a:cubicBezTo>
                  <a:pt x="172" y="256"/>
                  <a:pt x="174" y="257"/>
                  <a:pt x="176" y="257"/>
                </a:cubicBezTo>
                <a:cubicBezTo>
                  <a:pt x="178" y="257"/>
                  <a:pt x="180" y="256"/>
                  <a:pt x="182" y="255"/>
                </a:cubicBezTo>
                <a:cubicBezTo>
                  <a:pt x="230" y="206"/>
                  <a:pt x="230" y="206"/>
                  <a:pt x="230" y="206"/>
                </a:cubicBezTo>
                <a:cubicBezTo>
                  <a:pt x="231" y="205"/>
                  <a:pt x="232" y="203"/>
                  <a:pt x="232" y="201"/>
                </a:cubicBezTo>
                <a:cubicBezTo>
                  <a:pt x="232" y="196"/>
                  <a:pt x="229" y="193"/>
                  <a:pt x="224" y="193"/>
                </a:cubicBezTo>
                <a:cubicBezTo>
                  <a:pt x="222" y="193"/>
                  <a:pt x="220" y="194"/>
                  <a:pt x="219" y="195"/>
                </a:cubicBezTo>
                <a:cubicBezTo>
                  <a:pt x="184" y="230"/>
                  <a:pt x="184" y="230"/>
                  <a:pt x="184" y="230"/>
                </a:cubicBezTo>
                <a:cubicBezTo>
                  <a:pt x="184" y="8"/>
                  <a:pt x="184" y="8"/>
                  <a:pt x="184" y="8"/>
                </a:cubicBezTo>
                <a:cubicBezTo>
                  <a:pt x="184" y="8"/>
                  <a:pt x="184" y="8"/>
                  <a:pt x="184" y="8"/>
                </a:cubicBezTo>
                <a:cubicBezTo>
                  <a:pt x="184" y="4"/>
                  <a:pt x="181" y="0"/>
                  <a:pt x="176" y="0"/>
                </a:cubicBezTo>
                <a:cubicBezTo>
                  <a:pt x="172" y="0"/>
                  <a:pt x="168" y="4"/>
                  <a:pt x="168" y="8"/>
                </a:cubicBezTo>
                <a:cubicBezTo>
                  <a:pt x="168" y="230"/>
                  <a:pt x="168" y="230"/>
                  <a:pt x="168" y="230"/>
                </a:cubicBezTo>
                <a:cubicBezTo>
                  <a:pt x="134" y="195"/>
                  <a:pt x="134" y="195"/>
                  <a:pt x="134" y="195"/>
                </a:cubicBezTo>
                <a:cubicBezTo>
                  <a:pt x="132" y="194"/>
                  <a:pt x="130" y="193"/>
                  <a:pt x="128" y="193"/>
                </a:cubicBezTo>
                <a:moveTo>
                  <a:pt x="337" y="80"/>
                </a:moveTo>
                <a:cubicBezTo>
                  <a:pt x="208" y="80"/>
                  <a:pt x="208" y="80"/>
                  <a:pt x="208" y="80"/>
                </a:cubicBezTo>
                <a:cubicBezTo>
                  <a:pt x="204" y="80"/>
                  <a:pt x="200" y="84"/>
                  <a:pt x="200" y="88"/>
                </a:cubicBezTo>
                <a:cubicBezTo>
                  <a:pt x="200" y="93"/>
                  <a:pt x="204" y="96"/>
                  <a:pt x="208" y="96"/>
                </a:cubicBezTo>
                <a:cubicBezTo>
                  <a:pt x="337" y="96"/>
                  <a:pt x="337" y="96"/>
                  <a:pt x="337" y="96"/>
                </a:cubicBezTo>
                <a:cubicBezTo>
                  <a:pt x="337" y="129"/>
                  <a:pt x="337" y="129"/>
                  <a:pt x="337" y="129"/>
                </a:cubicBezTo>
                <a:cubicBezTo>
                  <a:pt x="208" y="129"/>
                  <a:pt x="208" y="129"/>
                  <a:pt x="208" y="129"/>
                </a:cubicBezTo>
                <a:cubicBezTo>
                  <a:pt x="204" y="129"/>
                  <a:pt x="200" y="132"/>
                  <a:pt x="200" y="137"/>
                </a:cubicBezTo>
                <a:cubicBezTo>
                  <a:pt x="200" y="141"/>
                  <a:pt x="204" y="145"/>
                  <a:pt x="208" y="145"/>
                </a:cubicBezTo>
                <a:cubicBezTo>
                  <a:pt x="305" y="145"/>
                  <a:pt x="305" y="145"/>
                  <a:pt x="305" y="145"/>
                </a:cubicBezTo>
                <a:cubicBezTo>
                  <a:pt x="305" y="337"/>
                  <a:pt x="305" y="337"/>
                  <a:pt x="305" y="337"/>
                </a:cubicBezTo>
                <a:cubicBezTo>
                  <a:pt x="48" y="337"/>
                  <a:pt x="48" y="337"/>
                  <a:pt x="48" y="337"/>
                </a:cubicBezTo>
                <a:cubicBezTo>
                  <a:pt x="48" y="145"/>
                  <a:pt x="48" y="145"/>
                  <a:pt x="48" y="145"/>
                </a:cubicBezTo>
                <a:cubicBezTo>
                  <a:pt x="144" y="145"/>
                  <a:pt x="144" y="145"/>
                  <a:pt x="144" y="145"/>
                </a:cubicBezTo>
                <a:cubicBezTo>
                  <a:pt x="148" y="145"/>
                  <a:pt x="152" y="141"/>
                  <a:pt x="152" y="137"/>
                </a:cubicBezTo>
                <a:cubicBezTo>
                  <a:pt x="152" y="132"/>
                  <a:pt x="148" y="129"/>
                  <a:pt x="144" y="129"/>
                </a:cubicBezTo>
                <a:cubicBezTo>
                  <a:pt x="16" y="129"/>
                  <a:pt x="16" y="129"/>
                  <a:pt x="16" y="129"/>
                </a:cubicBezTo>
                <a:cubicBezTo>
                  <a:pt x="16" y="96"/>
                  <a:pt x="16" y="96"/>
                  <a:pt x="16" y="96"/>
                </a:cubicBezTo>
                <a:cubicBezTo>
                  <a:pt x="144" y="96"/>
                  <a:pt x="144" y="96"/>
                  <a:pt x="144" y="96"/>
                </a:cubicBezTo>
                <a:cubicBezTo>
                  <a:pt x="148" y="96"/>
                  <a:pt x="152" y="93"/>
                  <a:pt x="152" y="88"/>
                </a:cubicBezTo>
                <a:cubicBezTo>
                  <a:pt x="152" y="84"/>
                  <a:pt x="148" y="80"/>
                  <a:pt x="144" y="80"/>
                </a:cubicBezTo>
                <a:cubicBezTo>
                  <a:pt x="16" y="80"/>
                  <a:pt x="16" y="80"/>
                  <a:pt x="16" y="80"/>
                </a:cubicBezTo>
                <a:cubicBezTo>
                  <a:pt x="7" y="80"/>
                  <a:pt x="0" y="88"/>
                  <a:pt x="0" y="96"/>
                </a:cubicBezTo>
                <a:cubicBezTo>
                  <a:pt x="0" y="129"/>
                  <a:pt x="0" y="129"/>
                  <a:pt x="0" y="129"/>
                </a:cubicBezTo>
                <a:cubicBezTo>
                  <a:pt x="0" y="137"/>
                  <a:pt x="7" y="145"/>
                  <a:pt x="16" y="145"/>
                </a:cubicBezTo>
                <a:cubicBezTo>
                  <a:pt x="32" y="145"/>
                  <a:pt x="32" y="145"/>
                  <a:pt x="32" y="145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32" y="346"/>
                  <a:pt x="39" y="353"/>
                  <a:pt x="48" y="353"/>
                </a:cubicBezTo>
                <a:cubicBezTo>
                  <a:pt x="305" y="353"/>
                  <a:pt x="305" y="353"/>
                  <a:pt x="305" y="353"/>
                </a:cubicBezTo>
                <a:cubicBezTo>
                  <a:pt x="313" y="353"/>
                  <a:pt x="321" y="346"/>
                  <a:pt x="321" y="337"/>
                </a:cubicBezTo>
                <a:cubicBezTo>
                  <a:pt x="321" y="145"/>
                  <a:pt x="321" y="145"/>
                  <a:pt x="321" y="145"/>
                </a:cubicBezTo>
                <a:cubicBezTo>
                  <a:pt x="337" y="145"/>
                  <a:pt x="337" y="145"/>
                  <a:pt x="337" y="145"/>
                </a:cubicBezTo>
                <a:cubicBezTo>
                  <a:pt x="346" y="145"/>
                  <a:pt x="353" y="137"/>
                  <a:pt x="353" y="129"/>
                </a:cubicBezTo>
                <a:cubicBezTo>
                  <a:pt x="353" y="96"/>
                  <a:pt x="353" y="96"/>
                  <a:pt x="353" y="96"/>
                </a:cubicBezTo>
                <a:cubicBezTo>
                  <a:pt x="353" y="88"/>
                  <a:pt x="346" y="80"/>
                  <a:pt x="337" y="80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02" name="Freeform 101"/>
          <p:cNvSpPr>
            <a:spLocks noEditPoints="1"/>
          </p:cNvSpPr>
          <p:nvPr/>
        </p:nvSpPr>
        <p:spPr bwMode="auto">
          <a:xfrm>
            <a:off x="4150785" y="5348817"/>
            <a:ext cx="579967" cy="577851"/>
          </a:xfrm>
          <a:custGeom>
            <a:avLst/>
            <a:gdLst>
              <a:gd name="T0" fmla="*/ 128 w 353"/>
              <a:gd name="T1" fmla="*/ 64 h 353"/>
              <a:gd name="T2" fmla="*/ 134 w 353"/>
              <a:gd name="T3" fmla="*/ 62 h 353"/>
              <a:gd name="T4" fmla="*/ 168 w 353"/>
              <a:gd name="T5" fmla="*/ 27 h 353"/>
              <a:gd name="T6" fmla="*/ 168 w 353"/>
              <a:gd name="T7" fmla="*/ 249 h 353"/>
              <a:gd name="T8" fmla="*/ 168 w 353"/>
              <a:gd name="T9" fmla="*/ 249 h 353"/>
              <a:gd name="T10" fmla="*/ 177 w 353"/>
              <a:gd name="T11" fmla="*/ 257 h 353"/>
              <a:gd name="T12" fmla="*/ 185 w 353"/>
              <a:gd name="T13" fmla="*/ 249 h 353"/>
              <a:gd name="T14" fmla="*/ 185 w 353"/>
              <a:gd name="T15" fmla="*/ 27 h 353"/>
              <a:gd name="T16" fmla="*/ 219 w 353"/>
              <a:gd name="T17" fmla="*/ 62 h 353"/>
              <a:gd name="T18" fmla="*/ 225 w 353"/>
              <a:gd name="T19" fmla="*/ 64 h 353"/>
              <a:gd name="T20" fmla="*/ 233 w 353"/>
              <a:gd name="T21" fmla="*/ 56 h 353"/>
              <a:gd name="T22" fmla="*/ 230 w 353"/>
              <a:gd name="T23" fmla="*/ 51 h 353"/>
              <a:gd name="T24" fmla="*/ 182 w 353"/>
              <a:gd name="T25" fmla="*/ 2 h 353"/>
              <a:gd name="T26" fmla="*/ 177 w 353"/>
              <a:gd name="T27" fmla="*/ 0 h 353"/>
              <a:gd name="T28" fmla="*/ 171 w 353"/>
              <a:gd name="T29" fmla="*/ 2 h 353"/>
              <a:gd name="T30" fmla="*/ 123 w 353"/>
              <a:gd name="T31" fmla="*/ 51 h 353"/>
              <a:gd name="T32" fmla="*/ 120 w 353"/>
              <a:gd name="T33" fmla="*/ 56 h 353"/>
              <a:gd name="T34" fmla="*/ 128 w 353"/>
              <a:gd name="T35" fmla="*/ 64 h 353"/>
              <a:gd name="T36" fmla="*/ 337 w 353"/>
              <a:gd name="T37" fmla="*/ 80 h 353"/>
              <a:gd name="T38" fmla="*/ 209 w 353"/>
              <a:gd name="T39" fmla="*/ 80 h 353"/>
              <a:gd name="T40" fmla="*/ 201 w 353"/>
              <a:gd name="T41" fmla="*/ 88 h 353"/>
              <a:gd name="T42" fmla="*/ 209 w 353"/>
              <a:gd name="T43" fmla="*/ 96 h 353"/>
              <a:gd name="T44" fmla="*/ 337 w 353"/>
              <a:gd name="T45" fmla="*/ 96 h 353"/>
              <a:gd name="T46" fmla="*/ 337 w 353"/>
              <a:gd name="T47" fmla="*/ 129 h 353"/>
              <a:gd name="T48" fmla="*/ 209 w 353"/>
              <a:gd name="T49" fmla="*/ 129 h 353"/>
              <a:gd name="T50" fmla="*/ 201 w 353"/>
              <a:gd name="T51" fmla="*/ 137 h 353"/>
              <a:gd name="T52" fmla="*/ 209 w 353"/>
              <a:gd name="T53" fmla="*/ 145 h 353"/>
              <a:gd name="T54" fmla="*/ 305 w 353"/>
              <a:gd name="T55" fmla="*/ 145 h 353"/>
              <a:gd name="T56" fmla="*/ 305 w 353"/>
              <a:gd name="T57" fmla="*/ 337 h 353"/>
              <a:gd name="T58" fmla="*/ 48 w 353"/>
              <a:gd name="T59" fmla="*/ 337 h 353"/>
              <a:gd name="T60" fmla="*/ 48 w 353"/>
              <a:gd name="T61" fmla="*/ 145 h 353"/>
              <a:gd name="T62" fmla="*/ 144 w 353"/>
              <a:gd name="T63" fmla="*/ 145 h 353"/>
              <a:gd name="T64" fmla="*/ 152 w 353"/>
              <a:gd name="T65" fmla="*/ 137 h 353"/>
              <a:gd name="T66" fmla="*/ 144 w 353"/>
              <a:gd name="T67" fmla="*/ 129 h 353"/>
              <a:gd name="T68" fmla="*/ 16 w 353"/>
              <a:gd name="T69" fmla="*/ 129 h 353"/>
              <a:gd name="T70" fmla="*/ 16 w 353"/>
              <a:gd name="T71" fmla="*/ 96 h 353"/>
              <a:gd name="T72" fmla="*/ 144 w 353"/>
              <a:gd name="T73" fmla="*/ 96 h 353"/>
              <a:gd name="T74" fmla="*/ 152 w 353"/>
              <a:gd name="T75" fmla="*/ 88 h 353"/>
              <a:gd name="T76" fmla="*/ 144 w 353"/>
              <a:gd name="T77" fmla="*/ 80 h 353"/>
              <a:gd name="T78" fmla="*/ 16 w 353"/>
              <a:gd name="T79" fmla="*/ 80 h 353"/>
              <a:gd name="T80" fmla="*/ 0 w 353"/>
              <a:gd name="T81" fmla="*/ 96 h 353"/>
              <a:gd name="T82" fmla="*/ 0 w 353"/>
              <a:gd name="T83" fmla="*/ 129 h 353"/>
              <a:gd name="T84" fmla="*/ 16 w 353"/>
              <a:gd name="T85" fmla="*/ 145 h 353"/>
              <a:gd name="T86" fmla="*/ 32 w 353"/>
              <a:gd name="T87" fmla="*/ 145 h 353"/>
              <a:gd name="T88" fmla="*/ 32 w 353"/>
              <a:gd name="T89" fmla="*/ 337 h 353"/>
              <a:gd name="T90" fmla="*/ 48 w 353"/>
              <a:gd name="T91" fmla="*/ 353 h 353"/>
              <a:gd name="T92" fmla="*/ 305 w 353"/>
              <a:gd name="T93" fmla="*/ 353 h 353"/>
              <a:gd name="T94" fmla="*/ 321 w 353"/>
              <a:gd name="T95" fmla="*/ 337 h 353"/>
              <a:gd name="T96" fmla="*/ 321 w 353"/>
              <a:gd name="T97" fmla="*/ 145 h 353"/>
              <a:gd name="T98" fmla="*/ 337 w 353"/>
              <a:gd name="T99" fmla="*/ 145 h 353"/>
              <a:gd name="T100" fmla="*/ 353 w 353"/>
              <a:gd name="T101" fmla="*/ 129 h 353"/>
              <a:gd name="T102" fmla="*/ 353 w 353"/>
              <a:gd name="T103" fmla="*/ 96 h 353"/>
              <a:gd name="T104" fmla="*/ 337 w 353"/>
              <a:gd name="T105" fmla="*/ 80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353" h="353">
                <a:moveTo>
                  <a:pt x="128" y="64"/>
                </a:moveTo>
                <a:cubicBezTo>
                  <a:pt x="131" y="64"/>
                  <a:pt x="133" y="63"/>
                  <a:pt x="134" y="62"/>
                </a:cubicBezTo>
                <a:cubicBezTo>
                  <a:pt x="168" y="27"/>
                  <a:pt x="168" y="27"/>
                  <a:pt x="168" y="27"/>
                </a:cubicBezTo>
                <a:cubicBezTo>
                  <a:pt x="168" y="249"/>
                  <a:pt x="168" y="249"/>
                  <a:pt x="168" y="249"/>
                </a:cubicBezTo>
                <a:cubicBezTo>
                  <a:pt x="168" y="249"/>
                  <a:pt x="168" y="249"/>
                  <a:pt x="168" y="249"/>
                </a:cubicBezTo>
                <a:cubicBezTo>
                  <a:pt x="168" y="253"/>
                  <a:pt x="172" y="257"/>
                  <a:pt x="177" y="257"/>
                </a:cubicBezTo>
                <a:cubicBezTo>
                  <a:pt x="181" y="257"/>
                  <a:pt x="185" y="253"/>
                  <a:pt x="185" y="249"/>
                </a:cubicBezTo>
                <a:cubicBezTo>
                  <a:pt x="185" y="27"/>
                  <a:pt x="185" y="27"/>
                  <a:pt x="185" y="27"/>
                </a:cubicBezTo>
                <a:cubicBezTo>
                  <a:pt x="219" y="62"/>
                  <a:pt x="219" y="62"/>
                  <a:pt x="219" y="62"/>
                </a:cubicBezTo>
                <a:cubicBezTo>
                  <a:pt x="220" y="63"/>
                  <a:pt x="222" y="64"/>
                  <a:pt x="225" y="64"/>
                </a:cubicBezTo>
                <a:cubicBezTo>
                  <a:pt x="229" y="64"/>
                  <a:pt x="233" y="61"/>
                  <a:pt x="233" y="56"/>
                </a:cubicBezTo>
                <a:cubicBezTo>
                  <a:pt x="233" y="54"/>
                  <a:pt x="232" y="52"/>
                  <a:pt x="230" y="51"/>
                </a:cubicBezTo>
                <a:cubicBezTo>
                  <a:pt x="182" y="2"/>
                  <a:pt x="182" y="2"/>
                  <a:pt x="182" y="2"/>
                </a:cubicBezTo>
                <a:cubicBezTo>
                  <a:pt x="181" y="1"/>
                  <a:pt x="179" y="0"/>
                  <a:pt x="177" y="0"/>
                </a:cubicBezTo>
                <a:cubicBezTo>
                  <a:pt x="174" y="0"/>
                  <a:pt x="172" y="1"/>
                  <a:pt x="171" y="2"/>
                </a:cubicBezTo>
                <a:cubicBezTo>
                  <a:pt x="123" y="51"/>
                  <a:pt x="123" y="51"/>
                  <a:pt x="123" y="51"/>
                </a:cubicBezTo>
                <a:cubicBezTo>
                  <a:pt x="121" y="52"/>
                  <a:pt x="120" y="54"/>
                  <a:pt x="120" y="56"/>
                </a:cubicBezTo>
                <a:cubicBezTo>
                  <a:pt x="120" y="61"/>
                  <a:pt x="124" y="64"/>
                  <a:pt x="128" y="64"/>
                </a:cubicBezTo>
                <a:moveTo>
                  <a:pt x="337" y="80"/>
                </a:moveTo>
                <a:cubicBezTo>
                  <a:pt x="209" y="80"/>
                  <a:pt x="209" y="80"/>
                  <a:pt x="209" y="80"/>
                </a:cubicBezTo>
                <a:cubicBezTo>
                  <a:pt x="204" y="80"/>
                  <a:pt x="201" y="84"/>
                  <a:pt x="201" y="88"/>
                </a:cubicBezTo>
                <a:cubicBezTo>
                  <a:pt x="201" y="93"/>
                  <a:pt x="204" y="96"/>
                  <a:pt x="209" y="96"/>
                </a:cubicBezTo>
                <a:cubicBezTo>
                  <a:pt x="337" y="96"/>
                  <a:pt x="337" y="96"/>
                  <a:pt x="337" y="96"/>
                </a:cubicBezTo>
                <a:cubicBezTo>
                  <a:pt x="337" y="129"/>
                  <a:pt x="337" y="129"/>
                  <a:pt x="337" y="129"/>
                </a:cubicBezTo>
                <a:cubicBezTo>
                  <a:pt x="209" y="129"/>
                  <a:pt x="209" y="129"/>
                  <a:pt x="209" y="129"/>
                </a:cubicBezTo>
                <a:cubicBezTo>
                  <a:pt x="204" y="129"/>
                  <a:pt x="201" y="132"/>
                  <a:pt x="201" y="137"/>
                </a:cubicBezTo>
                <a:cubicBezTo>
                  <a:pt x="201" y="141"/>
                  <a:pt x="204" y="145"/>
                  <a:pt x="209" y="145"/>
                </a:cubicBezTo>
                <a:cubicBezTo>
                  <a:pt x="305" y="145"/>
                  <a:pt x="305" y="145"/>
                  <a:pt x="305" y="145"/>
                </a:cubicBezTo>
                <a:cubicBezTo>
                  <a:pt x="305" y="337"/>
                  <a:pt x="305" y="337"/>
                  <a:pt x="305" y="337"/>
                </a:cubicBezTo>
                <a:cubicBezTo>
                  <a:pt x="48" y="337"/>
                  <a:pt x="48" y="337"/>
                  <a:pt x="48" y="337"/>
                </a:cubicBezTo>
                <a:cubicBezTo>
                  <a:pt x="48" y="145"/>
                  <a:pt x="48" y="145"/>
                  <a:pt x="48" y="145"/>
                </a:cubicBezTo>
                <a:cubicBezTo>
                  <a:pt x="144" y="145"/>
                  <a:pt x="144" y="145"/>
                  <a:pt x="144" y="145"/>
                </a:cubicBezTo>
                <a:cubicBezTo>
                  <a:pt x="149" y="145"/>
                  <a:pt x="152" y="141"/>
                  <a:pt x="152" y="137"/>
                </a:cubicBezTo>
                <a:cubicBezTo>
                  <a:pt x="152" y="132"/>
                  <a:pt x="149" y="129"/>
                  <a:pt x="144" y="129"/>
                </a:cubicBezTo>
                <a:cubicBezTo>
                  <a:pt x="16" y="129"/>
                  <a:pt x="16" y="129"/>
                  <a:pt x="16" y="129"/>
                </a:cubicBezTo>
                <a:cubicBezTo>
                  <a:pt x="16" y="96"/>
                  <a:pt x="16" y="96"/>
                  <a:pt x="16" y="96"/>
                </a:cubicBezTo>
                <a:cubicBezTo>
                  <a:pt x="144" y="96"/>
                  <a:pt x="144" y="96"/>
                  <a:pt x="144" y="96"/>
                </a:cubicBezTo>
                <a:cubicBezTo>
                  <a:pt x="149" y="96"/>
                  <a:pt x="152" y="93"/>
                  <a:pt x="152" y="88"/>
                </a:cubicBezTo>
                <a:cubicBezTo>
                  <a:pt x="152" y="84"/>
                  <a:pt x="149" y="80"/>
                  <a:pt x="144" y="80"/>
                </a:cubicBezTo>
                <a:cubicBezTo>
                  <a:pt x="16" y="80"/>
                  <a:pt x="16" y="80"/>
                  <a:pt x="16" y="80"/>
                </a:cubicBezTo>
                <a:cubicBezTo>
                  <a:pt x="7" y="80"/>
                  <a:pt x="0" y="88"/>
                  <a:pt x="0" y="96"/>
                </a:cubicBezTo>
                <a:cubicBezTo>
                  <a:pt x="0" y="129"/>
                  <a:pt x="0" y="129"/>
                  <a:pt x="0" y="129"/>
                </a:cubicBezTo>
                <a:cubicBezTo>
                  <a:pt x="0" y="137"/>
                  <a:pt x="7" y="145"/>
                  <a:pt x="16" y="145"/>
                </a:cubicBezTo>
                <a:cubicBezTo>
                  <a:pt x="32" y="145"/>
                  <a:pt x="32" y="145"/>
                  <a:pt x="32" y="145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32" y="346"/>
                  <a:pt x="39" y="353"/>
                  <a:pt x="48" y="353"/>
                </a:cubicBezTo>
                <a:cubicBezTo>
                  <a:pt x="305" y="353"/>
                  <a:pt x="305" y="353"/>
                  <a:pt x="305" y="353"/>
                </a:cubicBezTo>
                <a:cubicBezTo>
                  <a:pt x="314" y="353"/>
                  <a:pt x="321" y="346"/>
                  <a:pt x="321" y="337"/>
                </a:cubicBezTo>
                <a:cubicBezTo>
                  <a:pt x="321" y="145"/>
                  <a:pt x="321" y="145"/>
                  <a:pt x="321" y="145"/>
                </a:cubicBezTo>
                <a:cubicBezTo>
                  <a:pt x="337" y="145"/>
                  <a:pt x="337" y="145"/>
                  <a:pt x="337" y="145"/>
                </a:cubicBezTo>
                <a:cubicBezTo>
                  <a:pt x="346" y="145"/>
                  <a:pt x="353" y="137"/>
                  <a:pt x="353" y="129"/>
                </a:cubicBezTo>
                <a:cubicBezTo>
                  <a:pt x="353" y="96"/>
                  <a:pt x="353" y="96"/>
                  <a:pt x="353" y="96"/>
                </a:cubicBezTo>
                <a:cubicBezTo>
                  <a:pt x="353" y="88"/>
                  <a:pt x="346" y="80"/>
                  <a:pt x="337" y="80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03" name="Freeform 102"/>
          <p:cNvSpPr>
            <a:spLocks noEditPoints="1"/>
          </p:cNvSpPr>
          <p:nvPr/>
        </p:nvSpPr>
        <p:spPr bwMode="auto">
          <a:xfrm>
            <a:off x="5255684" y="5348817"/>
            <a:ext cx="577851" cy="577851"/>
          </a:xfrm>
          <a:custGeom>
            <a:avLst/>
            <a:gdLst>
              <a:gd name="T0" fmla="*/ 225 w 353"/>
              <a:gd name="T1" fmla="*/ 241 h 353"/>
              <a:gd name="T2" fmla="*/ 241 w 353"/>
              <a:gd name="T3" fmla="*/ 209 h 353"/>
              <a:gd name="T4" fmla="*/ 129 w 353"/>
              <a:gd name="T5" fmla="*/ 193 h 353"/>
              <a:gd name="T6" fmla="*/ 113 w 353"/>
              <a:gd name="T7" fmla="*/ 225 h 353"/>
              <a:gd name="T8" fmla="*/ 129 w 353"/>
              <a:gd name="T9" fmla="*/ 209 h 353"/>
              <a:gd name="T10" fmla="*/ 225 w 353"/>
              <a:gd name="T11" fmla="*/ 225 h 353"/>
              <a:gd name="T12" fmla="*/ 129 w 353"/>
              <a:gd name="T13" fmla="*/ 209 h 353"/>
              <a:gd name="T14" fmla="*/ 305 w 353"/>
              <a:gd name="T15" fmla="*/ 96 h 353"/>
              <a:gd name="T16" fmla="*/ 289 w 353"/>
              <a:gd name="T17" fmla="*/ 16 h 353"/>
              <a:gd name="T18" fmla="*/ 209 w 353"/>
              <a:gd name="T19" fmla="*/ 0 h 353"/>
              <a:gd name="T20" fmla="*/ 48 w 353"/>
              <a:gd name="T21" fmla="*/ 16 h 353"/>
              <a:gd name="T22" fmla="*/ 16 w 353"/>
              <a:gd name="T23" fmla="*/ 96 h 353"/>
              <a:gd name="T24" fmla="*/ 0 w 353"/>
              <a:gd name="T25" fmla="*/ 145 h 353"/>
              <a:gd name="T26" fmla="*/ 32 w 353"/>
              <a:gd name="T27" fmla="*/ 161 h 353"/>
              <a:gd name="T28" fmla="*/ 48 w 353"/>
              <a:gd name="T29" fmla="*/ 353 h 353"/>
              <a:gd name="T30" fmla="*/ 321 w 353"/>
              <a:gd name="T31" fmla="*/ 337 h 353"/>
              <a:gd name="T32" fmla="*/ 337 w 353"/>
              <a:gd name="T33" fmla="*/ 161 h 353"/>
              <a:gd name="T34" fmla="*/ 353 w 353"/>
              <a:gd name="T35" fmla="*/ 112 h 353"/>
              <a:gd name="T36" fmla="*/ 289 w 353"/>
              <a:gd name="T37" fmla="*/ 32 h 353"/>
              <a:gd name="T38" fmla="*/ 257 w 353"/>
              <a:gd name="T39" fmla="*/ 96 h 353"/>
              <a:gd name="T40" fmla="*/ 241 w 353"/>
              <a:gd name="T41" fmla="*/ 32 h 353"/>
              <a:gd name="T42" fmla="*/ 209 w 353"/>
              <a:gd name="T43" fmla="*/ 24 h 353"/>
              <a:gd name="T44" fmla="*/ 209 w 353"/>
              <a:gd name="T45" fmla="*/ 48 h 353"/>
              <a:gd name="T46" fmla="*/ 64 w 353"/>
              <a:gd name="T47" fmla="*/ 16 h 353"/>
              <a:gd name="T48" fmla="*/ 193 w 353"/>
              <a:gd name="T49" fmla="*/ 56 h 353"/>
              <a:gd name="T50" fmla="*/ 241 w 353"/>
              <a:gd name="T51" fmla="*/ 64 h 353"/>
              <a:gd name="T52" fmla="*/ 64 w 353"/>
              <a:gd name="T53" fmla="*/ 96 h 353"/>
              <a:gd name="T54" fmla="*/ 305 w 353"/>
              <a:gd name="T55" fmla="*/ 337 h 353"/>
              <a:gd name="T56" fmla="*/ 48 w 353"/>
              <a:gd name="T57" fmla="*/ 161 h 353"/>
              <a:gd name="T58" fmla="*/ 305 w 353"/>
              <a:gd name="T59" fmla="*/ 337 h 353"/>
              <a:gd name="T60" fmla="*/ 16 w 353"/>
              <a:gd name="T61" fmla="*/ 145 h 353"/>
              <a:gd name="T62" fmla="*/ 337 w 353"/>
              <a:gd name="T63" fmla="*/ 112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353" h="353">
                <a:moveTo>
                  <a:pt x="129" y="241"/>
                </a:moveTo>
                <a:cubicBezTo>
                  <a:pt x="225" y="241"/>
                  <a:pt x="225" y="241"/>
                  <a:pt x="225" y="241"/>
                </a:cubicBezTo>
                <a:cubicBezTo>
                  <a:pt x="234" y="241"/>
                  <a:pt x="241" y="234"/>
                  <a:pt x="241" y="225"/>
                </a:cubicBezTo>
                <a:cubicBezTo>
                  <a:pt x="241" y="209"/>
                  <a:pt x="241" y="209"/>
                  <a:pt x="241" y="209"/>
                </a:cubicBezTo>
                <a:cubicBezTo>
                  <a:pt x="241" y="200"/>
                  <a:pt x="234" y="193"/>
                  <a:pt x="225" y="193"/>
                </a:cubicBezTo>
                <a:cubicBezTo>
                  <a:pt x="129" y="193"/>
                  <a:pt x="129" y="193"/>
                  <a:pt x="129" y="193"/>
                </a:cubicBezTo>
                <a:cubicBezTo>
                  <a:pt x="120" y="193"/>
                  <a:pt x="113" y="200"/>
                  <a:pt x="113" y="209"/>
                </a:cubicBezTo>
                <a:cubicBezTo>
                  <a:pt x="113" y="225"/>
                  <a:pt x="113" y="225"/>
                  <a:pt x="113" y="225"/>
                </a:cubicBezTo>
                <a:cubicBezTo>
                  <a:pt x="113" y="234"/>
                  <a:pt x="120" y="241"/>
                  <a:pt x="129" y="241"/>
                </a:cubicBezTo>
                <a:moveTo>
                  <a:pt x="129" y="209"/>
                </a:moveTo>
                <a:cubicBezTo>
                  <a:pt x="225" y="209"/>
                  <a:pt x="225" y="209"/>
                  <a:pt x="225" y="209"/>
                </a:cubicBezTo>
                <a:cubicBezTo>
                  <a:pt x="225" y="225"/>
                  <a:pt x="225" y="225"/>
                  <a:pt x="225" y="225"/>
                </a:cubicBezTo>
                <a:cubicBezTo>
                  <a:pt x="129" y="225"/>
                  <a:pt x="129" y="225"/>
                  <a:pt x="129" y="225"/>
                </a:cubicBezTo>
                <a:lnTo>
                  <a:pt x="129" y="209"/>
                </a:lnTo>
                <a:close/>
                <a:moveTo>
                  <a:pt x="337" y="96"/>
                </a:moveTo>
                <a:cubicBezTo>
                  <a:pt x="305" y="96"/>
                  <a:pt x="305" y="96"/>
                  <a:pt x="305" y="96"/>
                </a:cubicBezTo>
                <a:cubicBezTo>
                  <a:pt x="305" y="32"/>
                  <a:pt x="305" y="32"/>
                  <a:pt x="305" y="32"/>
                </a:cubicBezTo>
                <a:cubicBezTo>
                  <a:pt x="305" y="23"/>
                  <a:pt x="298" y="16"/>
                  <a:pt x="289" y="16"/>
                </a:cubicBezTo>
                <a:cubicBezTo>
                  <a:pt x="225" y="16"/>
                  <a:pt x="225" y="16"/>
                  <a:pt x="225" y="16"/>
                </a:cubicBezTo>
                <a:cubicBezTo>
                  <a:pt x="209" y="0"/>
                  <a:pt x="209" y="0"/>
                  <a:pt x="209" y="0"/>
                </a:cubicBezTo>
                <a:cubicBezTo>
                  <a:pt x="64" y="0"/>
                  <a:pt x="64" y="0"/>
                  <a:pt x="64" y="0"/>
                </a:cubicBezTo>
                <a:cubicBezTo>
                  <a:pt x="56" y="0"/>
                  <a:pt x="48" y="7"/>
                  <a:pt x="48" y="16"/>
                </a:cubicBezTo>
                <a:cubicBezTo>
                  <a:pt x="48" y="96"/>
                  <a:pt x="48" y="96"/>
                  <a:pt x="48" y="96"/>
                </a:cubicBezTo>
                <a:cubicBezTo>
                  <a:pt x="16" y="96"/>
                  <a:pt x="16" y="96"/>
                  <a:pt x="16" y="96"/>
                </a:cubicBezTo>
                <a:cubicBezTo>
                  <a:pt x="7" y="96"/>
                  <a:pt x="0" y="104"/>
                  <a:pt x="0" y="112"/>
                </a:cubicBezTo>
                <a:cubicBezTo>
                  <a:pt x="0" y="145"/>
                  <a:pt x="0" y="145"/>
                  <a:pt x="0" y="145"/>
                </a:cubicBezTo>
                <a:cubicBezTo>
                  <a:pt x="0" y="153"/>
                  <a:pt x="7" y="161"/>
                  <a:pt x="16" y="161"/>
                </a:cubicBezTo>
                <a:cubicBezTo>
                  <a:pt x="32" y="161"/>
                  <a:pt x="32" y="161"/>
                  <a:pt x="32" y="161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32" y="346"/>
                  <a:pt x="40" y="353"/>
                  <a:pt x="48" y="353"/>
                </a:cubicBezTo>
                <a:cubicBezTo>
                  <a:pt x="305" y="353"/>
                  <a:pt x="305" y="353"/>
                  <a:pt x="305" y="353"/>
                </a:cubicBezTo>
                <a:cubicBezTo>
                  <a:pt x="314" y="353"/>
                  <a:pt x="321" y="346"/>
                  <a:pt x="321" y="337"/>
                </a:cubicBezTo>
                <a:cubicBezTo>
                  <a:pt x="321" y="161"/>
                  <a:pt x="321" y="161"/>
                  <a:pt x="321" y="161"/>
                </a:cubicBezTo>
                <a:cubicBezTo>
                  <a:pt x="337" y="161"/>
                  <a:pt x="337" y="161"/>
                  <a:pt x="337" y="161"/>
                </a:cubicBezTo>
                <a:cubicBezTo>
                  <a:pt x="346" y="161"/>
                  <a:pt x="353" y="153"/>
                  <a:pt x="353" y="145"/>
                </a:cubicBezTo>
                <a:cubicBezTo>
                  <a:pt x="353" y="112"/>
                  <a:pt x="353" y="112"/>
                  <a:pt x="353" y="112"/>
                </a:cubicBezTo>
                <a:cubicBezTo>
                  <a:pt x="353" y="104"/>
                  <a:pt x="346" y="96"/>
                  <a:pt x="337" y="96"/>
                </a:cubicBezTo>
                <a:moveTo>
                  <a:pt x="289" y="32"/>
                </a:moveTo>
                <a:cubicBezTo>
                  <a:pt x="289" y="96"/>
                  <a:pt x="289" y="96"/>
                  <a:pt x="289" y="96"/>
                </a:cubicBezTo>
                <a:cubicBezTo>
                  <a:pt x="257" y="96"/>
                  <a:pt x="257" y="96"/>
                  <a:pt x="257" y="96"/>
                </a:cubicBezTo>
                <a:cubicBezTo>
                  <a:pt x="257" y="48"/>
                  <a:pt x="257" y="48"/>
                  <a:pt x="257" y="48"/>
                </a:cubicBezTo>
                <a:cubicBezTo>
                  <a:pt x="241" y="32"/>
                  <a:pt x="241" y="32"/>
                  <a:pt x="241" y="32"/>
                </a:cubicBezTo>
                <a:lnTo>
                  <a:pt x="289" y="32"/>
                </a:lnTo>
                <a:close/>
                <a:moveTo>
                  <a:pt x="209" y="24"/>
                </a:moveTo>
                <a:cubicBezTo>
                  <a:pt x="233" y="48"/>
                  <a:pt x="233" y="48"/>
                  <a:pt x="233" y="48"/>
                </a:cubicBezTo>
                <a:cubicBezTo>
                  <a:pt x="209" y="48"/>
                  <a:pt x="209" y="48"/>
                  <a:pt x="209" y="48"/>
                </a:cubicBezTo>
                <a:lnTo>
                  <a:pt x="209" y="24"/>
                </a:lnTo>
                <a:close/>
                <a:moveTo>
                  <a:pt x="64" y="16"/>
                </a:moveTo>
                <a:cubicBezTo>
                  <a:pt x="193" y="16"/>
                  <a:pt x="193" y="16"/>
                  <a:pt x="193" y="16"/>
                </a:cubicBezTo>
                <a:cubicBezTo>
                  <a:pt x="193" y="56"/>
                  <a:pt x="193" y="56"/>
                  <a:pt x="193" y="56"/>
                </a:cubicBezTo>
                <a:cubicBezTo>
                  <a:pt x="193" y="61"/>
                  <a:pt x="196" y="64"/>
                  <a:pt x="201" y="64"/>
                </a:cubicBezTo>
                <a:cubicBezTo>
                  <a:pt x="241" y="64"/>
                  <a:pt x="241" y="64"/>
                  <a:pt x="241" y="64"/>
                </a:cubicBezTo>
                <a:cubicBezTo>
                  <a:pt x="241" y="96"/>
                  <a:pt x="241" y="96"/>
                  <a:pt x="241" y="96"/>
                </a:cubicBezTo>
                <a:cubicBezTo>
                  <a:pt x="64" y="96"/>
                  <a:pt x="64" y="96"/>
                  <a:pt x="64" y="96"/>
                </a:cubicBezTo>
                <a:lnTo>
                  <a:pt x="64" y="16"/>
                </a:lnTo>
                <a:close/>
                <a:moveTo>
                  <a:pt x="305" y="337"/>
                </a:moveTo>
                <a:cubicBezTo>
                  <a:pt x="48" y="337"/>
                  <a:pt x="48" y="337"/>
                  <a:pt x="48" y="337"/>
                </a:cubicBezTo>
                <a:cubicBezTo>
                  <a:pt x="48" y="161"/>
                  <a:pt x="48" y="161"/>
                  <a:pt x="48" y="161"/>
                </a:cubicBezTo>
                <a:cubicBezTo>
                  <a:pt x="305" y="161"/>
                  <a:pt x="305" y="161"/>
                  <a:pt x="305" y="161"/>
                </a:cubicBezTo>
                <a:lnTo>
                  <a:pt x="305" y="337"/>
                </a:lnTo>
                <a:close/>
                <a:moveTo>
                  <a:pt x="337" y="145"/>
                </a:moveTo>
                <a:cubicBezTo>
                  <a:pt x="16" y="145"/>
                  <a:pt x="16" y="145"/>
                  <a:pt x="16" y="145"/>
                </a:cubicBezTo>
                <a:cubicBezTo>
                  <a:pt x="16" y="112"/>
                  <a:pt x="16" y="112"/>
                  <a:pt x="16" y="112"/>
                </a:cubicBezTo>
                <a:cubicBezTo>
                  <a:pt x="337" y="112"/>
                  <a:pt x="337" y="112"/>
                  <a:pt x="337" y="112"/>
                </a:cubicBezTo>
                <a:lnTo>
                  <a:pt x="337" y="145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04" name="Freeform 103"/>
          <p:cNvSpPr>
            <a:spLocks noEditPoints="1"/>
          </p:cNvSpPr>
          <p:nvPr/>
        </p:nvSpPr>
        <p:spPr bwMode="auto">
          <a:xfrm>
            <a:off x="6360584" y="5355169"/>
            <a:ext cx="577851" cy="571500"/>
          </a:xfrm>
          <a:custGeom>
            <a:avLst/>
            <a:gdLst>
              <a:gd name="T0" fmla="*/ 224 w 353"/>
              <a:gd name="T1" fmla="*/ 237 h 349"/>
              <a:gd name="T2" fmla="*/ 240 w 353"/>
              <a:gd name="T3" fmla="*/ 205 h 349"/>
              <a:gd name="T4" fmla="*/ 128 w 353"/>
              <a:gd name="T5" fmla="*/ 189 h 349"/>
              <a:gd name="T6" fmla="*/ 112 w 353"/>
              <a:gd name="T7" fmla="*/ 221 h 349"/>
              <a:gd name="T8" fmla="*/ 128 w 353"/>
              <a:gd name="T9" fmla="*/ 205 h 349"/>
              <a:gd name="T10" fmla="*/ 224 w 353"/>
              <a:gd name="T11" fmla="*/ 221 h 349"/>
              <a:gd name="T12" fmla="*/ 128 w 353"/>
              <a:gd name="T13" fmla="*/ 205 h 349"/>
              <a:gd name="T14" fmla="*/ 305 w 353"/>
              <a:gd name="T15" fmla="*/ 92 h 349"/>
              <a:gd name="T16" fmla="*/ 256 w 353"/>
              <a:gd name="T17" fmla="*/ 33 h 349"/>
              <a:gd name="T18" fmla="*/ 141 w 353"/>
              <a:gd name="T19" fmla="*/ 8 h 349"/>
              <a:gd name="T20" fmla="*/ 55 w 353"/>
              <a:gd name="T21" fmla="*/ 92 h 349"/>
              <a:gd name="T22" fmla="*/ 0 w 353"/>
              <a:gd name="T23" fmla="*/ 108 h 349"/>
              <a:gd name="T24" fmla="*/ 16 w 353"/>
              <a:gd name="T25" fmla="*/ 157 h 349"/>
              <a:gd name="T26" fmla="*/ 32 w 353"/>
              <a:gd name="T27" fmla="*/ 333 h 349"/>
              <a:gd name="T28" fmla="*/ 305 w 353"/>
              <a:gd name="T29" fmla="*/ 349 h 349"/>
              <a:gd name="T30" fmla="*/ 321 w 353"/>
              <a:gd name="T31" fmla="*/ 157 h 349"/>
              <a:gd name="T32" fmla="*/ 353 w 353"/>
              <a:gd name="T33" fmla="*/ 141 h 349"/>
              <a:gd name="T34" fmla="*/ 337 w 353"/>
              <a:gd name="T35" fmla="*/ 92 h 349"/>
              <a:gd name="T36" fmla="*/ 280 w 353"/>
              <a:gd name="T37" fmla="*/ 60 h 349"/>
              <a:gd name="T38" fmla="*/ 286 w 353"/>
              <a:gd name="T39" fmla="*/ 92 h 349"/>
              <a:gd name="T40" fmla="*/ 268 w 353"/>
              <a:gd name="T41" fmla="*/ 80 h 349"/>
              <a:gd name="T42" fmla="*/ 249 w 353"/>
              <a:gd name="T43" fmla="*/ 68 h 349"/>
              <a:gd name="T44" fmla="*/ 230 w 353"/>
              <a:gd name="T45" fmla="*/ 60 h 349"/>
              <a:gd name="T46" fmla="*/ 260 w 353"/>
              <a:gd name="T47" fmla="*/ 49 h 349"/>
              <a:gd name="T48" fmla="*/ 148 w 353"/>
              <a:gd name="T49" fmla="*/ 92 h 349"/>
              <a:gd name="T50" fmla="*/ 254 w 353"/>
              <a:gd name="T51" fmla="*/ 92 h 349"/>
              <a:gd name="T52" fmla="*/ 133 w 353"/>
              <a:gd name="T53" fmla="*/ 22 h 349"/>
              <a:gd name="T54" fmla="*/ 129 w 353"/>
              <a:gd name="T55" fmla="*/ 92 h 349"/>
              <a:gd name="T56" fmla="*/ 93 w 353"/>
              <a:gd name="T57" fmla="*/ 92 h 349"/>
              <a:gd name="T58" fmla="*/ 74 w 353"/>
              <a:gd name="T59" fmla="*/ 92 h 349"/>
              <a:gd name="T60" fmla="*/ 305 w 353"/>
              <a:gd name="T61" fmla="*/ 333 h 349"/>
              <a:gd name="T62" fmla="*/ 48 w 353"/>
              <a:gd name="T63" fmla="*/ 157 h 349"/>
              <a:gd name="T64" fmla="*/ 305 w 353"/>
              <a:gd name="T65" fmla="*/ 333 h 349"/>
              <a:gd name="T66" fmla="*/ 16 w 353"/>
              <a:gd name="T67" fmla="*/ 141 h 349"/>
              <a:gd name="T68" fmla="*/ 337 w 353"/>
              <a:gd name="T69" fmla="*/ 108 h 349"/>
              <a:gd name="T70" fmla="*/ 139 w 353"/>
              <a:gd name="T71" fmla="*/ 44 h 349"/>
              <a:gd name="T72" fmla="*/ 117 w 353"/>
              <a:gd name="T73" fmla="*/ 50 h 349"/>
              <a:gd name="T74" fmla="*/ 139 w 353"/>
              <a:gd name="T75" fmla="*/ 44 h 349"/>
              <a:gd name="T76" fmla="*/ 109 w 353"/>
              <a:gd name="T77" fmla="*/ 64 h 349"/>
              <a:gd name="T78" fmla="*/ 115 w 353"/>
              <a:gd name="T79" fmla="*/ 86 h 3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353" h="349">
                <a:moveTo>
                  <a:pt x="128" y="237"/>
                </a:moveTo>
                <a:cubicBezTo>
                  <a:pt x="224" y="237"/>
                  <a:pt x="224" y="237"/>
                  <a:pt x="224" y="237"/>
                </a:cubicBezTo>
                <a:cubicBezTo>
                  <a:pt x="233" y="237"/>
                  <a:pt x="240" y="230"/>
                  <a:pt x="240" y="221"/>
                </a:cubicBezTo>
                <a:cubicBezTo>
                  <a:pt x="240" y="205"/>
                  <a:pt x="240" y="205"/>
                  <a:pt x="240" y="205"/>
                </a:cubicBezTo>
                <a:cubicBezTo>
                  <a:pt x="240" y="196"/>
                  <a:pt x="233" y="189"/>
                  <a:pt x="224" y="189"/>
                </a:cubicBezTo>
                <a:cubicBezTo>
                  <a:pt x="128" y="189"/>
                  <a:pt x="128" y="189"/>
                  <a:pt x="128" y="189"/>
                </a:cubicBezTo>
                <a:cubicBezTo>
                  <a:pt x="119" y="189"/>
                  <a:pt x="112" y="196"/>
                  <a:pt x="112" y="205"/>
                </a:cubicBezTo>
                <a:cubicBezTo>
                  <a:pt x="112" y="221"/>
                  <a:pt x="112" y="221"/>
                  <a:pt x="112" y="221"/>
                </a:cubicBezTo>
                <a:cubicBezTo>
                  <a:pt x="112" y="230"/>
                  <a:pt x="119" y="237"/>
                  <a:pt x="128" y="237"/>
                </a:cubicBezTo>
                <a:moveTo>
                  <a:pt x="128" y="205"/>
                </a:moveTo>
                <a:cubicBezTo>
                  <a:pt x="224" y="205"/>
                  <a:pt x="224" y="205"/>
                  <a:pt x="224" y="205"/>
                </a:cubicBezTo>
                <a:cubicBezTo>
                  <a:pt x="224" y="221"/>
                  <a:pt x="224" y="221"/>
                  <a:pt x="224" y="221"/>
                </a:cubicBezTo>
                <a:cubicBezTo>
                  <a:pt x="128" y="221"/>
                  <a:pt x="128" y="221"/>
                  <a:pt x="128" y="221"/>
                </a:cubicBezTo>
                <a:lnTo>
                  <a:pt x="128" y="205"/>
                </a:lnTo>
                <a:close/>
                <a:moveTo>
                  <a:pt x="337" y="92"/>
                </a:moveTo>
                <a:cubicBezTo>
                  <a:pt x="305" y="92"/>
                  <a:pt x="305" y="92"/>
                  <a:pt x="305" y="92"/>
                </a:cubicBezTo>
                <a:cubicBezTo>
                  <a:pt x="295" y="56"/>
                  <a:pt x="295" y="56"/>
                  <a:pt x="295" y="56"/>
                </a:cubicBezTo>
                <a:cubicBezTo>
                  <a:pt x="291" y="39"/>
                  <a:pt x="273" y="29"/>
                  <a:pt x="256" y="33"/>
                </a:cubicBezTo>
                <a:cubicBezTo>
                  <a:pt x="207" y="46"/>
                  <a:pt x="207" y="46"/>
                  <a:pt x="207" y="46"/>
                </a:cubicBezTo>
                <a:cubicBezTo>
                  <a:pt x="141" y="8"/>
                  <a:pt x="141" y="8"/>
                  <a:pt x="141" y="8"/>
                </a:cubicBezTo>
                <a:cubicBezTo>
                  <a:pt x="126" y="0"/>
                  <a:pt x="106" y="5"/>
                  <a:pt x="97" y="20"/>
                </a:cubicBezTo>
                <a:cubicBezTo>
                  <a:pt x="55" y="92"/>
                  <a:pt x="55" y="92"/>
                  <a:pt x="55" y="92"/>
                </a:cubicBezTo>
                <a:cubicBezTo>
                  <a:pt x="16" y="92"/>
                  <a:pt x="16" y="92"/>
                  <a:pt x="16" y="92"/>
                </a:cubicBezTo>
                <a:cubicBezTo>
                  <a:pt x="7" y="92"/>
                  <a:pt x="0" y="100"/>
                  <a:pt x="0" y="108"/>
                </a:cubicBezTo>
                <a:cubicBezTo>
                  <a:pt x="0" y="141"/>
                  <a:pt x="0" y="141"/>
                  <a:pt x="0" y="141"/>
                </a:cubicBezTo>
                <a:cubicBezTo>
                  <a:pt x="0" y="149"/>
                  <a:pt x="7" y="157"/>
                  <a:pt x="16" y="157"/>
                </a:cubicBezTo>
                <a:cubicBezTo>
                  <a:pt x="32" y="157"/>
                  <a:pt x="32" y="157"/>
                  <a:pt x="32" y="157"/>
                </a:cubicBezTo>
                <a:cubicBezTo>
                  <a:pt x="32" y="333"/>
                  <a:pt x="32" y="333"/>
                  <a:pt x="32" y="333"/>
                </a:cubicBezTo>
                <a:cubicBezTo>
                  <a:pt x="32" y="342"/>
                  <a:pt x="39" y="349"/>
                  <a:pt x="48" y="349"/>
                </a:cubicBezTo>
                <a:cubicBezTo>
                  <a:pt x="305" y="349"/>
                  <a:pt x="305" y="349"/>
                  <a:pt x="305" y="349"/>
                </a:cubicBezTo>
                <a:cubicBezTo>
                  <a:pt x="313" y="349"/>
                  <a:pt x="321" y="342"/>
                  <a:pt x="321" y="333"/>
                </a:cubicBezTo>
                <a:cubicBezTo>
                  <a:pt x="321" y="157"/>
                  <a:pt x="321" y="157"/>
                  <a:pt x="321" y="157"/>
                </a:cubicBezTo>
                <a:cubicBezTo>
                  <a:pt x="337" y="157"/>
                  <a:pt x="337" y="157"/>
                  <a:pt x="337" y="157"/>
                </a:cubicBezTo>
                <a:cubicBezTo>
                  <a:pt x="346" y="157"/>
                  <a:pt x="353" y="149"/>
                  <a:pt x="353" y="141"/>
                </a:cubicBezTo>
                <a:cubicBezTo>
                  <a:pt x="353" y="108"/>
                  <a:pt x="353" y="108"/>
                  <a:pt x="353" y="108"/>
                </a:cubicBezTo>
                <a:cubicBezTo>
                  <a:pt x="353" y="100"/>
                  <a:pt x="346" y="92"/>
                  <a:pt x="337" y="92"/>
                </a:cubicBezTo>
                <a:moveTo>
                  <a:pt x="260" y="49"/>
                </a:moveTo>
                <a:cubicBezTo>
                  <a:pt x="269" y="46"/>
                  <a:pt x="277" y="52"/>
                  <a:pt x="280" y="60"/>
                </a:cubicBezTo>
                <a:cubicBezTo>
                  <a:pt x="288" y="92"/>
                  <a:pt x="288" y="92"/>
                  <a:pt x="288" y="92"/>
                </a:cubicBezTo>
                <a:cubicBezTo>
                  <a:pt x="286" y="92"/>
                  <a:pt x="286" y="92"/>
                  <a:pt x="286" y="92"/>
                </a:cubicBezTo>
                <a:cubicBezTo>
                  <a:pt x="266" y="81"/>
                  <a:pt x="266" y="81"/>
                  <a:pt x="266" y="81"/>
                </a:cubicBezTo>
                <a:cubicBezTo>
                  <a:pt x="268" y="80"/>
                  <a:pt x="268" y="80"/>
                  <a:pt x="268" y="80"/>
                </a:cubicBezTo>
                <a:cubicBezTo>
                  <a:pt x="264" y="64"/>
                  <a:pt x="264" y="64"/>
                  <a:pt x="264" y="64"/>
                </a:cubicBezTo>
                <a:cubicBezTo>
                  <a:pt x="249" y="68"/>
                  <a:pt x="249" y="68"/>
                  <a:pt x="249" y="68"/>
                </a:cubicBezTo>
                <a:cubicBezTo>
                  <a:pt x="249" y="71"/>
                  <a:pt x="249" y="71"/>
                  <a:pt x="249" y="71"/>
                </a:cubicBezTo>
                <a:cubicBezTo>
                  <a:pt x="230" y="60"/>
                  <a:pt x="230" y="60"/>
                  <a:pt x="230" y="60"/>
                </a:cubicBezTo>
                <a:cubicBezTo>
                  <a:pt x="229" y="57"/>
                  <a:pt x="229" y="57"/>
                  <a:pt x="229" y="57"/>
                </a:cubicBezTo>
                <a:lnTo>
                  <a:pt x="260" y="49"/>
                </a:lnTo>
                <a:close/>
                <a:moveTo>
                  <a:pt x="254" y="92"/>
                </a:moveTo>
                <a:cubicBezTo>
                  <a:pt x="148" y="92"/>
                  <a:pt x="148" y="92"/>
                  <a:pt x="148" y="92"/>
                </a:cubicBezTo>
                <a:cubicBezTo>
                  <a:pt x="175" y="46"/>
                  <a:pt x="175" y="46"/>
                  <a:pt x="175" y="46"/>
                </a:cubicBezTo>
                <a:lnTo>
                  <a:pt x="254" y="92"/>
                </a:lnTo>
                <a:close/>
                <a:moveTo>
                  <a:pt x="111" y="28"/>
                </a:moveTo>
                <a:cubicBezTo>
                  <a:pt x="115" y="21"/>
                  <a:pt x="125" y="18"/>
                  <a:pt x="133" y="22"/>
                </a:cubicBezTo>
                <a:cubicBezTo>
                  <a:pt x="161" y="38"/>
                  <a:pt x="161" y="38"/>
                  <a:pt x="161" y="38"/>
                </a:cubicBezTo>
                <a:cubicBezTo>
                  <a:pt x="129" y="92"/>
                  <a:pt x="129" y="92"/>
                  <a:pt x="129" y="92"/>
                </a:cubicBezTo>
                <a:cubicBezTo>
                  <a:pt x="94" y="92"/>
                  <a:pt x="94" y="92"/>
                  <a:pt x="94" y="92"/>
                </a:cubicBezTo>
                <a:cubicBezTo>
                  <a:pt x="93" y="92"/>
                  <a:pt x="93" y="92"/>
                  <a:pt x="93" y="92"/>
                </a:cubicBezTo>
                <a:cubicBezTo>
                  <a:pt x="92" y="92"/>
                  <a:pt x="92" y="92"/>
                  <a:pt x="92" y="92"/>
                </a:cubicBezTo>
                <a:cubicBezTo>
                  <a:pt x="74" y="92"/>
                  <a:pt x="74" y="92"/>
                  <a:pt x="74" y="92"/>
                </a:cubicBezTo>
                <a:lnTo>
                  <a:pt x="111" y="28"/>
                </a:lnTo>
                <a:close/>
                <a:moveTo>
                  <a:pt x="305" y="333"/>
                </a:moveTo>
                <a:cubicBezTo>
                  <a:pt x="48" y="333"/>
                  <a:pt x="48" y="333"/>
                  <a:pt x="48" y="333"/>
                </a:cubicBezTo>
                <a:cubicBezTo>
                  <a:pt x="48" y="157"/>
                  <a:pt x="48" y="157"/>
                  <a:pt x="48" y="157"/>
                </a:cubicBezTo>
                <a:cubicBezTo>
                  <a:pt x="305" y="157"/>
                  <a:pt x="305" y="157"/>
                  <a:pt x="305" y="157"/>
                </a:cubicBezTo>
                <a:lnTo>
                  <a:pt x="305" y="333"/>
                </a:lnTo>
                <a:close/>
                <a:moveTo>
                  <a:pt x="337" y="141"/>
                </a:moveTo>
                <a:cubicBezTo>
                  <a:pt x="16" y="141"/>
                  <a:pt x="16" y="141"/>
                  <a:pt x="16" y="141"/>
                </a:cubicBezTo>
                <a:cubicBezTo>
                  <a:pt x="16" y="108"/>
                  <a:pt x="16" y="108"/>
                  <a:pt x="16" y="108"/>
                </a:cubicBezTo>
                <a:cubicBezTo>
                  <a:pt x="337" y="108"/>
                  <a:pt x="337" y="108"/>
                  <a:pt x="337" y="108"/>
                </a:cubicBezTo>
                <a:lnTo>
                  <a:pt x="337" y="141"/>
                </a:lnTo>
                <a:close/>
                <a:moveTo>
                  <a:pt x="139" y="44"/>
                </a:moveTo>
                <a:cubicBezTo>
                  <a:pt x="125" y="36"/>
                  <a:pt x="125" y="36"/>
                  <a:pt x="125" y="36"/>
                </a:cubicBezTo>
                <a:cubicBezTo>
                  <a:pt x="117" y="50"/>
                  <a:pt x="117" y="50"/>
                  <a:pt x="117" y="50"/>
                </a:cubicBezTo>
                <a:cubicBezTo>
                  <a:pt x="131" y="58"/>
                  <a:pt x="131" y="58"/>
                  <a:pt x="131" y="58"/>
                </a:cubicBezTo>
                <a:lnTo>
                  <a:pt x="139" y="44"/>
                </a:lnTo>
                <a:close/>
                <a:moveTo>
                  <a:pt x="123" y="72"/>
                </a:moveTo>
                <a:cubicBezTo>
                  <a:pt x="109" y="64"/>
                  <a:pt x="109" y="64"/>
                  <a:pt x="109" y="64"/>
                </a:cubicBezTo>
                <a:cubicBezTo>
                  <a:pt x="101" y="78"/>
                  <a:pt x="101" y="78"/>
                  <a:pt x="101" y="78"/>
                </a:cubicBezTo>
                <a:cubicBezTo>
                  <a:pt x="115" y="86"/>
                  <a:pt x="115" y="86"/>
                  <a:pt x="115" y="86"/>
                </a:cubicBezTo>
                <a:lnTo>
                  <a:pt x="123" y="72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05" name="Freeform 104"/>
          <p:cNvSpPr>
            <a:spLocks noEditPoints="1"/>
          </p:cNvSpPr>
          <p:nvPr/>
        </p:nvSpPr>
        <p:spPr bwMode="auto">
          <a:xfrm>
            <a:off x="7463367" y="5348817"/>
            <a:ext cx="577851" cy="577851"/>
          </a:xfrm>
          <a:custGeom>
            <a:avLst/>
            <a:gdLst>
              <a:gd name="T0" fmla="*/ 351 w 353"/>
              <a:gd name="T1" fmla="*/ 340 h 353"/>
              <a:gd name="T2" fmla="*/ 266 w 353"/>
              <a:gd name="T3" fmla="*/ 255 h 353"/>
              <a:gd name="T4" fmla="*/ 305 w 353"/>
              <a:gd name="T5" fmla="*/ 153 h 353"/>
              <a:gd name="T6" fmla="*/ 152 w 353"/>
              <a:gd name="T7" fmla="*/ 0 h 353"/>
              <a:gd name="T8" fmla="*/ 0 w 353"/>
              <a:gd name="T9" fmla="*/ 153 h 353"/>
              <a:gd name="T10" fmla="*/ 152 w 353"/>
              <a:gd name="T11" fmla="*/ 305 h 353"/>
              <a:gd name="T12" fmla="*/ 254 w 353"/>
              <a:gd name="T13" fmla="*/ 266 h 353"/>
              <a:gd name="T14" fmla="*/ 339 w 353"/>
              <a:gd name="T15" fmla="*/ 351 h 353"/>
              <a:gd name="T16" fmla="*/ 345 w 353"/>
              <a:gd name="T17" fmla="*/ 353 h 353"/>
              <a:gd name="T18" fmla="*/ 353 w 353"/>
              <a:gd name="T19" fmla="*/ 345 h 353"/>
              <a:gd name="T20" fmla="*/ 351 w 353"/>
              <a:gd name="T21" fmla="*/ 340 h 353"/>
              <a:gd name="T22" fmla="*/ 152 w 353"/>
              <a:gd name="T23" fmla="*/ 289 h 353"/>
              <a:gd name="T24" fmla="*/ 16 w 353"/>
              <a:gd name="T25" fmla="*/ 153 h 353"/>
              <a:gd name="T26" fmla="*/ 152 w 353"/>
              <a:gd name="T27" fmla="*/ 16 h 353"/>
              <a:gd name="T28" fmla="*/ 289 w 353"/>
              <a:gd name="T29" fmla="*/ 153 h 353"/>
              <a:gd name="T30" fmla="*/ 152 w 353"/>
              <a:gd name="T31" fmla="*/ 289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353" h="353">
                <a:moveTo>
                  <a:pt x="351" y="340"/>
                </a:moveTo>
                <a:cubicBezTo>
                  <a:pt x="266" y="255"/>
                  <a:pt x="266" y="255"/>
                  <a:pt x="266" y="255"/>
                </a:cubicBezTo>
                <a:cubicBezTo>
                  <a:pt x="290" y="228"/>
                  <a:pt x="305" y="192"/>
                  <a:pt x="305" y="153"/>
                </a:cubicBezTo>
                <a:cubicBezTo>
                  <a:pt x="305" y="68"/>
                  <a:pt x="237" y="0"/>
                  <a:pt x="152" y="0"/>
                </a:cubicBezTo>
                <a:cubicBezTo>
                  <a:pt x="68" y="0"/>
                  <a:pt x="0" y="68"/>
                  <a:pt x="0" y="153"/>
                </a:cubicBezTo>
                <a:cubicBezTo>
                  <a:pt x="0" y="237"/>
                  <a:pt x="68" y="305"/>
                  <a:pt x="152" y="305"/>
                </a:cubicBezTo>
                <a:cubicBezTo>
                  <a:pt x="192" y="305"/>
                  <a:pt x="227" y="290"/>
                  <a:pt x="254" y="266"/>
                </a:cubicBezTo>
                <a:cubicBezTo>
                  <a:pt x="339" y="351"/>
                  <a:pt x="339" y="351"/>
                  <a:pt x="339" y="351"/>
                </a:cubicBezTo>
                <a:cubicBezTo>
                  <a:pt x="341" y="352"/>
                  <a:pt x="343" y="353"/>
                  <a:pt x="345" y="353"/>
                </a:cubicBezTo>
                <a:cubicBezTo>
                  <a:pt x="350" y="353"/>
                  <a:pt x="353" y="350"/>
                  <a:pt x="353" y="345"/>
                </a:cubicBezTo>
                <a:cubicBezTo>
                  <a:pt x="353" y="343"/>
                  <a:pt x="352" y="341"/>
                  <a:pt x="351" y="340"/>
                </a:cubicBezTo>
                <a:moveTo>
                  <a:pt x="152" y="289"/>
                </a:moveTo>
                <a:cubicBezTo>
                  <a:pt x="77" y="289"/>
                  <a:pt x="16" y="228"/>
                  <a:pt x="16" y="153"/>
                </a:cubicBezTo>
                <a:cubicBezTo>
                  <a:pt x="16" y="77"/>
                  <a:pt x="77" y="16"/>
                  <a:pt x="152" y="16"/>
                </a:cubicBezTo>
                <a:cubicBezTo>
                  <a:pt x="228" y="16"/>
                  <a:pt x="289" y="77"/>
                  <a:pt x="289" y="153"/>
                </a:cubicBezTo>
                <a:cubicBezTo>
                  <a:pt x="289" y="228"/>
                  <a:pt x="228" y="289"/>
                  <a:pt x="152" y="289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06" name="Freeform 105"/>
          <p:cNvSpPr>
            <a:spLocks noEditPoints="1"/>
          </p:cNvSpPr>
          <p:nvPr/>
        </p:nvSpPr>
        <p:spPr bwMode="auto">
          <a:xfrm>
            <a:off x="8568267" y="5348817"/>
            <a:ext cx="577851" cy="577851"/>
          </a:xfrm>
          <a:custGeom>
            <a:avLst/>
            <a:gdLst>
              <a:gd name="T0" fmla="*/ 225 w 353"/>
              <a:gd name="T1" fmla="*/ 145 h 353"/>
              <a:gd name="T2" fmla="*/ 161 w 353"/>
              <a:gd name="T3" fmla="*/ 145 h 353"/>
              <a:gd name="T4" fmla="*/ 161 w 353"/>
              <a:gd name="T5" fmla="*/ 80 h 353"/>
              <a:gd name="T6" fmla="*/ 153 w 353"/>
              <a:gd name="T7" fmla="*/ 72 h 353"/>
              <a:gd name="T8" fmla="*/ 145 w 353"/>
              <a:gd name="T9" fmla="*/ 80 h 353"/>
              <a:gd name="T10" fmla="*/ 145 w 353"/>
              <a:gd name="T11" fmla="*/ 145 h 353"/>
              <a:gd name="T12" fmla="*/ 80 w 353"/>
              <a:gd name="T13" fmla="*/ 145 h 353"/>
              <a:gd name="T14" fmla="*/ 72 w 353"/>
              <a:gd name="T15" fmla="*/ 153 h 353"/>
              <a:gd name="T16" fmla="*/ 80 w 353"/>
              <a:gd name="T17" fmla="*/ 161 h 353"/>
              <a:gd name="T18" fmla="*/ 145 w 353"/>
              <a:gd name="T19" fmla="*/ 161 h 353"/>
              <a:gd name="T20" fmla="*/ 145 w 353"/>
              <a:gd name="T21" fmla="*/ 225 h 353"/>
              <a:gd name="T22" fmla="*/ 153 w 353"/>
              <a:gd name="T23" fmla="*/ 233 h 353"/>
              <a:gd name="T24" fmla="*/ 161 w 353"/>
              <a:gd name="T25" fmla="*/ 225 h 353"/>
              <a:gd name="T26" fmla="*/ 161 w 353"/>
              <a:gd name="T27" fmla="*/ 161 h 353"/>
              <a:gd name="T28" fmla="*/ 225 w 353"/>
              <a:gd name="T29" fmla="*/ 161 h 353"/>
              <a:gd name="T30" fmla="*/ 233 w 353"/>
              <a:gd name="T31" fmla="*/ 153 h 353"/>
              <a:gd name="T32" fmla="*/ 225 w 353"/>
              <a:gd name="T33" fmla="*/ 145 h 353"/>
              <a:gd name="T34" fmla="*/ 351 w 353"/>
              <a:gd name="T35" fmla="*/ 340 h 353"/>
              <a:gd name="T36" fmla="*/ 266 w 353"/>
              <a:gd name="T37" fmla="*/ 255 h 353"/>
              <a:gd name="T38" fmla="*/ 305 w 353"/>
              <a:gd name="T39" fmla="*/ 153 h 353"/>
              <a:gd name="T40" fmla="*/ 153 w 353"/>
              <a:gd name="T41" fmla="*/ 0 h 353"/>
              <a:gd name="T42" fmla="*/ 0 w 353"/>
              <a:gd name="T43" fmla="*/ 153 h 353"/>
              <a:gd name="T44" fmla="*/ 153 w 353"/>
              <a:gd name="T45" fmla="*/ 305 h 353"/>
              <a:gd name="T46" fmla="*/ 255 w 353"/>
              <a:gd name="T47" fmla="*/ 266 h 353"/>
              <a:gd name="T48" fmla="*/ 340 w 353"/>
              <a:gd name="T49" fmla="*/ 351 h 353"/>
              <a:gd name="T50" fmla="*/ 345 w 353"/>
              <a:gd name="T51" fmla="*/ 353 h 353"/>
              <a:gd name="T52" fmla="*/ 353 w 353"/>
              <a:gd name="T53" fmla="*/ 345 h 353"/>
              <a:gd name="T54" fmla="*/ 351 w 353"/>
              <a:gd name="T55" fmla="*/ 340 h 353"/>
              <a:gd name="T56" fmla="*/ 153 w 353"/>
              <a:gd name="T57" fmla="*/ 289 h 353"/>
              <a:gd name="T58" fmla="*/ 16 w 353"/>
              <a:gd name="T59" fmla="*/ 153 h 353"/>
              <a:gd name="T60" fmla="*/ 153 w 353"/>
              <a:gd name="T61" fmla="*/ 16 h 353"/>
              <a:gd name="T62" fmla="*/ 289 w 353"/>
              <a:gd name="T63" fmla="*/ 153 h 353"/>
              <a:gd name="T64" fmla="*/ 153 w 353"/>
              <a:gd name="T65" fmla="*/ 289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353" h="353">
                <a:moveTo>
                  <a:pt x="225" y="145"/>
                </a:moveTo>
                <a:cubicBezTo>
                  <a:pt x="161" y="145"/>
                  <a:pt x="161" y="145"/>
                  <a:pt x="161" y="145"/>
                </a:cubicBezTo>
                <a:cubicBezTo>
                  <a:pt x="161" y="80"/>
                  <a:pt x="161" y="80"/>
                  <a:pt x="161" y="80"/>
                </a:cubicBezTo>
                <a:cubicBezTo>
                  <a:pt x="161" y="76"/>
                  <a:pt x="157" y="72"/>
                  <a:pt x="153" y="72"/>
                </a:cubicBezTo>
                <a:cubicBezTo>
                  <a:pt x="148" y="72"/>
                  <a:pt x="145" y="76"/>
                  <a:pt x="145" y="80"/>
                </a:cubicBezTo>
                <a:cubicBezTo>
                  <a:pt x="145" y="145"/>
                  <a:pt x="145" y="145"/>
                  <a:pt x="145" y="145"/>
                </a:cubicBezTo>
                <a:cubicBezTo>
                  <a:pt x="80" y="145"/>
                  <a:pt x="80" y="145"/>
                  <a:pt x="80" y="145"/>
                </a:cubicBezTo>
                <a:cubicBezTo>
                  <a:pt x="76" y="145"/>
                  <a:pt x="72" y="148"/>
                  <a:pt x="72" y="153"/>
                </a:cubicBezTo>
                <a:cubicBezTo>
                  <a:pt x="72" y="157"/>
                  <a:pt x="76" y="161"/>
                  <a:pt x="80" y="161"/>
                </a:cubicBezTo>
                <a:cubicBezTo>
                  <a:pt x="145" y="161"/>
                  <a:pt x="145" y="161"/>
                  <a:pt x="145" y="161"/>
                </a:cubicBezTo>
                <a:cubicBezTo>
                  <a:pt x="145" y="225"/>
                  <a:pt x="145" y="225"/>
                  <a:pt x="145" y="225"/>
                </a:cubicBezTo>
                <a:cubicBezTo>
                  <a:pt x="145" y="229"/>
                  <a:pt x="148" y="233"/>
                  <a:pt x="153" y="233"/>
                </a:cubicBezTo>
                <a:cubicBezTo>
                  <a:pt x="157" y="233"/>
                  <a:pt x="161" y="229"/>
                  <a:pt x="161" y="225"/>
                </a:cubicBezTo>
                <a:cubicBezTo>
                  <a:pt x="161" y="161"/>
                  <a:pt x="161" y="161"/>
                  <a:pt x="161" y="161"/>
                </a:cubicBezTo>
                <a:cubicBezTo>
                  <a:pt x="225" y="161"/>
                  <a:pt x="225" y="161"/>
                  <a:pt x="225" y="161"/>
                </a:cubicBezTo>
                <a:cubicBezTo>
                  <a:pt x="229" y="161"/>
                  <a:pt x="233" y="157"/>
                  <a:pt x="233" y="153"/>
                </a:cubicBezTo>
                <a:cubicBezTo>
                  <a:pt x="233" y="148"/>
                  <a:pt x="229" y="145"/>
                  <a:pt x="225" y="145"/>
                </a:cubicBezTo>
                <a:moveTo>
                  <a:pt x="351" y="340"/>
                </a:moveTo>
                <a:cubicBezTo>
                  <a:pt x="266" y="255"/>
                  <a:pt x="266" y="255"/>
                  <a:pt x="266" y="255"/>
                </a:cubicBezTo>
                <a:cubicBezTo>
                  <a:pt x="290" y="228"/>
                  <a:pt x="305" y="192"/>
                  <a:pt x="305" y="153"/>
                </a:cubicBezTo>
                <a:cubicBezTo>
                  <a:pt x="305" y="68"/>
                  <a:pt x="237" y="0"/>
                  <a:pt x="153" y="0"/>
                </a:cubicBezTo>
                <a:cubicBezTo>
                  <a:pt x="69" y="0"/>
                  <a:pt x="0" y="68"/>
                  <a:pt x="0" y="153"/>
                </a:cubicBezTo>
                <a:cubicBezTo>
                  <a:pt x="0" y="237"/>
                  <a:pt x="69" y="305"/>
                  <a:pt x="153" y="305"/>
                </a:cubicBezTo>
                <a:cubicBezTo>
                  <a:pt x="192" y="305"/>
                  <a:pt x="228" y="290"/>
                  <a:pt x="255" y="266"/>
                </a:cubicBezTo>
                <a:cubicBezTo>
                  <a:pt x="340" y="351"/>
                  <a:pt x="340" y="351"/>
                  <a:pt x="340" y="351"/>
                </a:cubicBezTo>
                <a:cubicBezTo>
                  <a:pt x="341" y="352"/>
                  <a:pt x="343" y="353"/>
                  <a:pt x="345" y="353"/>
                </a:cubicBezTo>
                <a:cubicBezTo>
                  <a:pt x="350" y="353"/>
                  <a:pt x="353" y="350"/>
                  <a:pt x="353" y="345"/>
                </a:cubicBezTo>
                <a:cubicBezTo>
                  <a:pt x="353" y="343"/>
                  <a:pt x="353" y="341"/>
                  <a:pt x="351" y="340"/>
                </a:cubicBezTo>
                <a:moveTo>
                  <a:pt x="153" y="289"/>
                </a:moveTo>
                <a:cubicBezTo>
                  <a:pt x="77" y="289"/>
                  <a:pt x="16" y="228"/>
                  <a:pt x="16" y="153"/>
                </a:cubicBezTo>
                <a:cubicBezTo>
                  <a:pt x="16" y="77"/>
                  <a:pt x="77" y="16"/>
                  <a:pt x="153" y="16"/>
                </a:cubicBezTo>
                <a:cubicBezTo>
                  <a:pt x="228" y="16"/>
                  <a:pt x="289" y="77"/>
                  <a:pt x="289" y="153"/>
                </a:cubicBezTo>
                <a:cubicBezTo>
                  <a:pt x="289" y="228"/>
                  <a:pt x="228" y="289"/>
                  <a:pt x="153" y="289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07" name="Freeform 106"/>
          <p:cNvSpPr>
            <a:spLocks noEditPoints="1"/>
          </p:cNvSpPr>
          <p:nvPr/>
        </p:nvSpPr>
        <p:spPr bwMode="auto">
          <a:xfrm>
            <a:off x="9673167" y="5348817"/>
            <a:ext cx="577851" cy="577851"/>
          </a:xfrm>
          <a:custGeom>
            <a:avLst/>
            <a:gdLst>
              <a:gd name="T0" fmla="*/ 224 w 353"/>
              <a:gd name="T1" fmla="*/ 145 h 353"/>
              <a:gd name="T2" fmla="*/ 80 w 353"/>
              <a:gd name="T3" fmla="*/ 145 h 353"/>
              <a:gd name="T4" fmla="*/ 72 w 353"/>
              <a:gd name="T5" fmla="*/ 153 h 353"/>
              <a:gd name="T6" fmla="*/ 80 w 353"/>
              <a:gd name="T7" fmla="*/ 161 h 353"/>
              <a:gd name="T8" fmla="*/ 224 w 353"/>
              <a:gd name="T9" fmla="*/ 161 h 353"/>
              <a:gd name="T10" fmla="*/ 232 w 353"/>
              <a:gd name="T11" fmla="*/ 153 h 353"/>
              <a:gd name="T12" fmla="*/ 224 w 353"/>
              <a:gd name="T13" fmla="*/ 145 h 353"/>
              <a:gd name="T14" fmla="*/ 350 w 353"/>
              <a:gd name="T15" fmla="*/ 340 h 353"/>
              <a:gd name="T16" fmla="*/ 265 w 353"/>
              <a:gd name="T17" fmla="*/ 255 h 353"/>
              <a:gd name="T18" fmla="*/ 305 w 353"/>
              <a:gd name="T19" fmla="*/ 153 h 353"/>
              <a:gd name="T20" fmla="*/ 152 w 353"/>
              <a:gd name="T21" fmla="*/ 0 h 353"/>
              <a:gd name="T22" fmla="*/ 0 w 353"/>
              <a:gd name="T23" fmla="*/ 153 h 353"/>
              <a:gd name="T24" fmla="*/ 152 w 353"/>
              <a:gd name="T25" fmla="*/ 305 h 353"/>
              <a:gd name="T26" fmla="*/ 254 w 353"/>
              <a:gd name="T27" fmla="*/ 266 h 353"/>
              <a:gd name="T28" fmla="*/ 339 w 353"/>
              <a:gd name="T29" fmla="*/ 351 h 353"/>
              <a:gd name="T30" fmla="*/ 345 w 353"/>
              <a:gd name="T31" fmla="*/ 353 h 353"/>
              <a:gd name="T32" fmla="*/ 353 w 353"/>
              <a:gd name="T33" fmla="*/ 345 h 353"/>
              <a:gd name="T34" fmla="*/ 350 w 353"/>
              <a:gd name="T35" fmla="*/ 340 h 353"/>
              <a:gd name="T36" fmla="*/ 152 w 353"/>
              <a:gd name="T37" fmla="*/ 289 h 353"/>
              <a:gd name="T38" fmla="*/ 16 w 353"/>
              <a:gd name="T39" fmla="*/ 153 h 353"/>
              <a:gd name="T40" fmla="*/ 152 w 353"/>
              <a:gd name="T41" fmla="*/ 16 h 353"/>
              <a:gd name="T42" fmla="*/ 289 w 353"/>
              <a:gd name="T43" fmla="*/ 153 h 353"/>
              <a:gd name="T44" fmla="*/ 152 w 353"/>
              <a:gd name="T45" fmla="*/ 289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353" h="353">
                <a:moveTo>
                  <a:pt x="224" y="145"/>
                </a:moveTo>
                <a:cubicBezTo>
                  <a:pt x="80" y="145"/>
                  <a:pt x="80" y="145"/>
                  <a:pt x="80" y="145"/>
                </a:cubicBezTo>
                <a:cubicBezTo>
                  <a:pt x="75" y="145"/>
                  <a:pt x="72" y="148"/>
                  <a:pt x="72" y="153"/>
                </a:cubicBezTo>
                <a:cubicBezTo>
                  <a:pt x="72" y="157"/>
                  <a:pt x="75" y="161"/>
                  <a:pt x="80" y="161"/>
                </a:cubicBezTo>
                <a:cubicBezTo>
                  <a:pt x="224" y="161"/>
                  <a:pt x="224" y="161"/>
                  <a:pt x="224" y="161"/>
                </a:cubicBezTo>
                <a:cubicBezTo>
                  <a:pt x="229" y="161"/>
                  <a:pt x="232" y="157"/>
                  <a:pt x="232" y="153"/>
                </a:cubicBezTo>
                <a:cubicBezTo>
                  <a:pt x="232" y="148"/>
                  <a:pt x="229" y="145"/>
                  <a:pt x="224" y="145"/>
                </a:cubicBezTo>
                <a:moveTo>
                  <a:pt x="350" y="340"/>
                </a:moveTo>
                <a:cubicBezTo>
                  <a:pt x="265" y="255"/>
                  <a:pt x="265" y="255"/>
                  <a:pt x="265" y="255"/>
                </a:cubicBezTo>
                <a:cubicBezTo>
                  <a:pt x="290" y="228"/>
                  <a:pt x="305" y="192"/>
                  <a:pt x="305" y="153"/>
                </a:cubicBezTo>
                <a:cubicBezTo>
                  <a:pt x="305" y="68"/>
                  <a:pt x="236" y="0"/>
                  <a:pt x="152" y="0"/>
                </a:cubicBezTo>
                <a:cubicBezTo>
                  <a:pt x="68" y="0"/>
                  <a:pt x="0" y="68"/>
                  <a:pt x="0" y="153"/>
                </a:cubicBezTo>
                <a:cubicBezTo>
                  <a:pt x="0" y="237"/>
                  <a:pt x="68" y="305"/>
                  <a:pt x="152" y="305"/>
                </a:cubicBezTo>
                <a:cubicBezTo>
                  <a:pt x="191" y="305"/>
                  <a:pt x="227" y="290"/>
                  <a:pt x="254" y="266"/>
                </a:cubicBezTo>
                <a:cubicBezTo>
                  <a:pt x="339" y="351"/>
                  <a:pt x="339" y="351"/>
                  <a:pt x="339" y="351"/>
                </a:cubicBezTo>
                <a:cubicBezTo>
                  <a:pt x="341" y="352"/>
                  <a:pt x="343" y="353"/>
                  <a:pt x="345" y="353"/>
                </a:cubicBezTo>
                <a:cubicBezTo>
                  <a:pt x="349" y="353"/>
                  <a:pt x="353" y="350"/>
                  <a:pt x="353" y="345"/>
                </a:cubicBezTo>
                <a:cubicBezTo>
                  <a:pt x="353" y="343"/>
                  <a:pt x="352" y="341"/>
                  <a:pt x="350" y="340"/>
                </a:cubicBezTo>
                <a:moveTo>
                  <a:pt x="152" y="289"/>
                </a:moveTo>
                <a:cubicBezTo>
                  <a:pt x="77" y="289"/>
                  <a:pt x="16" y="228"/>
                  <a:pt x="16" y="153"/>
                </a:cubicBezTo>
                <a:cubicBezTo>
                  <a:pt x="16" y="77"/>
                  <a:pt x="77" y="16"/>
                  <a:pt x="152" y="16"/>
                </a:cubicBezTo>
                <a:cubicBezTo>
                  <a:pt x="227" y="16"/>
                  <a:pt x="289" y="77"/>
                  <a:pt x="289" y="153"/>
                </a:cubicBezTo>
                <a:cubicBezTo>
                  <a:pt x="289" y="228"/>
                  <a:pt x="227" y="289"/>
                  <a:pt x="152" y="289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08" name="Freeform 107"/>
          <p:cNvSpPr>
            <a:spLocks noEditPoints="1"/>
          </p:cNvSpPr>
          <p:nvPr/>
        </p:nvSpPr>
        <p:spPr bwMode="auto">
          <a:xfrm>
            <a:off x="10801351" y="5348817"/>
            <a:ext cx="527051" cy="577851"/>
          </a:xfrm>
          <a:custGeom>
            <a:avLst/>
            <a:gdLst>
              <a:gd name="T0" fmla="*/ 160 w 321"/>
              <a:gd name="T1" fmla="*/ 0 h 353"/>
              <a:gd name="T2" fmla="*/ 0 w 321"/>
              <a:gd name="T3" fmla="*/ 48 h 353"/>
              <a:gd name="T4" fmla="*/ 128 w 321"/>
              <a:gd name="T5" fmla="*/ 241 h 353"/>
              <a:gd name="T6" fmla="*/ 128 w 321"/>
              <a:gd name="T7" fmla="*/ 249 h 353"/>
              <a:gd name="T8" fmla="*/ 128 w 321"/>
              <a:gd name="T9" fmla="*/ 249 h 353"/>
              <a:gd name="T10" fmla="*/ 128 w 321"/>
              <a:gd name="T11" fmla="*/ 249 h 353"/>
              <a:gd name="T12" fmla="*/ 129 w 321"/>
              <a:gd name="T13" fmla="*/ 280 h 353"/>
              <a:gd name="T14" fmla="*/ 128 w 321"/>
              <a:gd name="T15" fmla="*/ 281 h 353"/>
              <a:gd name="T16" fmla="*/ 129 w 321"/>
              <a:gd name="T17" fmla="*/ 282 h 353"/>
              <a:gd name="T18" fmla="*/ 160 w 321"/>
              <a:gd name="T19" fmla="*/ 353 h 353"/>
              <a:gd name="T20" fmla="*/ 193 w 321"/>
              <a:gd name="T21" fmla="*/ 241 h 353"/>
              <a:gd name="T22" fmla="*/ 321 w 321"/>
              <a:gd name="T23" fmla="*/ 48 h 353"/>
              <a:gd name="T24" fmla="*/ 160 w 321"/>
              <a:gd name="T25" fmla="*/ 0 h 353"/>
              <a:gd name="T26" fmla="*/ 242 w 321"/>
              <a:gd name="T27" fmla="*/ 142 h 353"/>
              <a:gd name="T28" fmla="*/ 177 w 321"/>
              <a:gd name="T29" fmla="*/ 241 h 353"/>
              <a:gd name="T30" fmla="*/ 173 w 321"/>
              <a:gd name="T31" fmla="*/ 329 h 353"/>
              <a:gd name="T32" fmla="*/ 160 w 321"/>
              <a:gd name="T33" fmla="*/ 337 h 353"/>
              <a:gd name="T34" fmla="*/ 148 w 321"/>
              <a:gd name="T35" fmla="*/ 329 h 353"/>
              <a:gd name="T36" fmla="*/ 145 w 321"/>
              <a:gd name="T37" fmla="*/ 289 h 353"/>
              <a:gd name="T38" fmla="*/ 152 w 321"/>
              <a:gd name="T39" fmla="*/ 289 h 353"/>
              <a:gd name="T40" fmla="*/ 160 w 321"/>
              <a:gd name="T41" fmla="*/ 281 h 353"/>
              <a:gd name="T42" fmla="*/ 152 w 321"/>
              <a:gd name="T43" fmla="*/ 273 h 353"/>
              <a:gd name="T44" fmla="*/ 145 w 321"/>
              <a:gd name="T45" fmla="*/ 273 h 353"/>
              <a:gd name="T46" fmla="*/ 144 w 321"/>
              <a:gd name="T47" fmla="*/ 257 h 353"/>
              <a:gd name="T48" fmla="*/ 152 w 321"/>
              <a:gd name="T49" fmla="*/ 257 h 353"/>
              <a:gd name="T50" fmla="*/ 160 w 321"/>
              <a:gd name="T51" fmla="*/ 249 h 353"/>
              <a:gd name="T52" fmla="*/ 152 w 321"/>
              <a:gd name="T53" fmla="*/ 241 h 353"/>
              <a:gd name="T54" fmla="*/ 144 w 321"/>
              <a:gd name="T55" fmla="*/ 241 h 353"/>
              <a:gd name="T56" fmla="*/ 79 w 321"/>
              <a:gd name="T57" fmla="*/ 142 h 353"/>
              <a:gd name="T58" fmla="*/ 19 w 321"/>
              <a:gd name="T59" fmla="*/ 71 h 353"/>
              <a:gd name="T60" fmla="*/ 160 w 321"/>
              <a:gd name="T61" fmla="*/ 96 h 353"/>
              <a:gd name="T62" fmla="*/ 302 w 321"/>
              <a:gd name="T63" fmla="*/ 71 h 353"/>
              <a:gd name="T64" fmla="*/ 242 w 321"/>
              <a:gd name="T65" fmla="*/ 142 h 353"/>
              <a:gd name="T66" fmla="*/ 160 w 321"/>
              <a:gd name="T67" fmla="*/ 80 h 353"/>
              <a:gd name="T68" fmla="*/ 16 w 321"/>
              <a:gd name="T69" fmla="*/ 48 h 353"/>
              <a:gd name="T70" fmla="*/ 160 w 321"/>
              <a:gd name="T71" fmla="*/ 16 h 353"/>
              <a:gd name="T72" fmla="*/ 305 w 321"/>
              <a:gd name="T73" fmla="*/ 48 h 353"/>
              <a:gd name="T74" fmla="*/ 160 w 321"/>
              <a:gd name="T75" fmla="*/ 80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321" h="353">
                <a:moveTo>
                  <a:pt x="160" y="0"/>
                </a:moveTo>
                <a:cubicBezTo>
                  <a:pt x="72" y="0"/>
                  <a:pt x="0" y="22"/>
                  <a:pt x="0" y="48"/>
                </a:cubicBezTo>
                <a:cubicBezTo>
                  <a:pt x="0" y="145"/>
                  <a:pt x="128" y="161"/>
                  <a:pt x="128" y="241"/>
                </a:cubicBezTo>
                <a:cubicBezTo>
                  <a:pt x="128" y="249"/>
                  <a:pt x="128" y="249"/>
                  <a:pt x="128" y="249"/>
                </a:cubicBezTo>
                <a:cubicBezTo>
                  <a:pt x="128" y="249"/>
                  <a:pt x="128" y="249"/>
                  <a:pt x="128" y="249"/>
                </a:cubicBezTo>
                <a:cubicBezTo>
                  <a:pt x="128" y="249"/>
                  <a:pt x="128" y="249"/>
                  <a:pt x="128" y="249"/>
                </a:cubicBezTo>
                <a:cubicBezTo>
                  <a:pt x="128" y="261"/>
                  <a:pt x="128" y="271"/>
                  <a:pt x="129" y="280"/>
                </a:cubicBezTo>
                <a:cubicBezTo>
                  <a:pt x="128" y="281"/>
                  <a:pt x="128" y="281"/>
                  <a:pt x="128" y="281"/>
                </a:cubicBezTo>
                <a:cubicBezTo>
                  <a:pt x="128" y="281"/>
                  <a:pt x="129" y="282"/>
                  <a:pt x="129" y="282"/>
                </a:cubicBezTo>
                <a:cubicBezTo>
                  <a:pt x="129" y="342"/>
                  <a:pt x="134" y="353"/>
                  <a:pt x="160" y="353"/>
                </a:cubicBezTo>
                <a:cubicBezTo>
                  <a:pt x="193" y="353"/>
                  <a:pt x="193" y="337"/>
                  <a:pt x="193" y="241"/>
                </a:cubicBezTo>
                <a:cubicBezTo>
                  <a:pt x="193" y="161"/>
                  <a:pt x="321" y="145"/>
                  <a:pt x="321" y="48"/>
                </a:cubicBezTo>
                <a:cubicBezTo>
                  <a:pt x="321" y="22"/>
                  <a:pt x="249" y="0"/>
                  <a:pt x="160" y="0"/>
                </a:cubicBezTo>
                <a:moveTo>
                  <a:pt x="242" y="142"/>
                </a:moveTo>
                <a:cubicBezTo>
                  <a:pt x="210" y="168"/>
                  <a:pt x="177" y="195"/>
                  <a:pt x="177" y="241"/>
                </a:cubicBezTo>
                <a:cubicBezTo>
                  <a:pt x="177" y="287"/>
                  <a:pt x="177" y="315"/>
                  <a:pt x="173" y="329"/>
                </a:cubicBezTo>
                <a:cubicBezTo>
                  <a:pt x="171" y="337"/>
                  <a:pt x="171" y="337"/>
                  <a:pt x="160" y="337"/>
                </a:cubicBezTo>
                <a:cubicBezTo>
                  <a:pt x="150" y="337"/>
                  <a:pt x="150" y="337"/>
                  <a:pt x="148" y="329"/>
                </a:cubicBezTo>
                <a:cubicBezTo>
                  <a:pt x="146" y="321"/>
                  <a:pt x="145" y="308"/>
                  <a:pt x="145" y="289"/>
                </a:cubicBezTo>
                <a:cubicBezTo>
                  <a:pt x="152" y="289"/>
                  <a:pt x="152" y="289"/>
                  <a:pt x="152" y="289"/>
                </a:cubicBezTo>
                <a:cubicBezTo>
                  <a:pt x="157" y="289"/>
                  <a:pt x="160" y="285"/>
                  <a:pt x="160" y="281"/>
                </a:cubicBezTo>
                <a:cubicBezTo>
                  <a:pt x="160" y="277"/>
                  <a:pt x="157" y="273"/>
                  <a:pt x="152" y="273"/>
                </a:cubicBezTo>
                <a:cubicBezTo>
                  <a:pt x="145" y="273"/>
                  <a:pt x="145" y="273"/>
                  <a:pt x="145" y="273"/>
                </a:cubicBezTo>
                <a:cubicBezTo>
                  <a:pt x="144" y="268"/>
                  <a:pt x="144" y="263"/>
                  <a:pt x="144" y="257"/>
                </a:cubicBezTo>
                <a:cubicBezTo>
                  <a:pt x="152" y="257"/>
                  <a:pt x="152" y="257"/>
                  <a:pt x="152" y="257"/>
                </a:cubicBezTo>
                <a:cubicBezTo>
                  <a:pt x="157" y="257"/>
                  <a:pt x="160" y="253"/>
                  <a:pt x="160" y="249"/>
                </a:cubicBezTo>
                <a:cubicBezTo>
                  <a:pt x="160" y="245"/>
                  <a:pt x="157" y="241"/>
                  <a:pt x="152" y="241"/>
                </a:cubicBezTo>
                <a:cubicBezTo>
                  <a:pt x="144" y="241"/>
                  <a:pt x="144" y="241"/>
                  <a:pt x="144" y="241"/>
                </a:cubicBezTo>
                <a:cubicBezTo>
                  <a:pt x="144" y="195"/>
                  <a:pt x="111" y="168"/>
                  <a:pt x="79" y="142"/>
                </a:cubicBezTo>
                <a:cubicBezTo>
                  <a:pt x="53" y="121"/>
                  <a:pt x="28" y="100"/>
                  <a:pt x="19" y="71"/>
                </a:cubicBezTo>
                <a:cubicBezTo>
                  <a:pt x="46" y="86"/>
                  <a:pt x="99" y="96"/>
                  <a:pt x="160" y="96"/>
                </a:cubicBezTo>
                <a:cubicBezTo>
                  <a:pt x="222" y="96"/>
                  <a:pt x="275" y="86"/>
                  <a:pt x="302" y="71"/>
                </a:cubicBezTo>
                <a:cubicBezTo>
                  <a:pt x="293" y="101"/>
                  <a:pt x="268" y="121"/>
                  <a:pt x="242" y="142"/>
                </a:cubicBezTo>
                <a:moveTo>
                  <a:pt x="160" y="80"/>
                </a:moveTo>
                <a:cubicBezTo>
                  <a:pt x="81" y="80"/>
                  <a:pt x="16" y="66"/>
                  <a:pt x="16" y="48"/>
                </a:cubicBezTo>
                <a:cubicBezTo>
                  <a:pt x="16" y="31"/>
                  <a:pt x="81" y="16"/>
                  <a:pt x="160" y="16"/>
                </a:cubicBezTo>
                <a:cubicBezTo>
                  <a:pt x="240" y="16"/>
                  <a:pt x="305" y="31"/>
                  <a:pt x="305" y="48"/>
                </a:cubicBezTo>
                <a:cubicBezTo>
                  <a:pt x="305" y="66"/>
                  <a:pt x="240" y="80"/>
                  <a:pt x="160" y="80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</p:spTree>
    <p:extLst>
      <p:ext uri="{BB962C8B-B14F-4D97-AF65-F5344CB8AC3E}">
        <p14:creationId xmlns:p14="http://schemas.microsoft.com/office/powerpoint/2010/main" val="1082132004"/>
      </p:ext>
    </p:extLst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" name="Freeform 68"/>
          <p:cNvSpPr>
            <a:spLocks noEditPoints="1"/>
          </p:cNvSpPr>
          <p:nvPr/>
        </p:nvSpPr>
        <p:spPr bwMode="auto">
          <a:xfrm>
            <a:off x="806451" y="916517"/>
            <a:ext cx="575733" cy="577851"/>
          </a:xfrm>
          <a:custGeom>
            <a:avLst/>
            <a:gdLst>
              <a:gd name="T0" fmla="*/ 321 w 353"/>
              <a:gd name="T1" fmla="*/ 49 h 354"/>
              <a:gd name="T2" fmla="*/ 160 w 353"/>
              <a:gd name="T3" fmla="*/ 0 h 354"/>
              <a:gd name="T4" fmla="*/ 0 w 353"/>
              <a:gd name="T5" fmla="*/ 49 h 354"/>
              <a:gd name="T6" fmla="*/ 128 w 353"/>
              <a:gd name="T7" fmla="*/ 241 h 354"/>
              <a:gd name="T8" fmla="*/ 128 w 353"/>
              <a:gd name="T9" fmla="*/ 249 h 354"/>
              <a:gd name="T10" fmla="*/ 128 w 353"/>
              <a:gd name="T11" fmla="*/ 249 h 354"/>
              <a:gd name="T12" fmla="*/ 128 w 353"/>
              <a:gd name="T13" fmla="*/ 249 h 354"/>
              <a:gd name="T14" fmla="*/ 128 w 353"/>
              <a:gd name="T15" fmla="*/ 281 h 354"/>
              <a:gd name="T16" fmla="*/ 128 w 353"/>
              <a:gd name="T17" fmla="*/ 281 h 354"/>
              <a:gd name="T18" fmla="*/ 128 w 353"/>
              <a:gd name="T19" fmla="*/ 282 h 354"/>
              <a:gd name="T20" fmla="*/ 160 w 353"/>
              <a:gd name="T21" fmla="*/ 354 h 354"/>
              <a:gd name="T22" fmla="*/ 193 w 353"/>
              <a:gd name="T23" fmla="*/ 241 h 354"/>
              <a:gd name="T24" fmla="*/ 321 w 353"/>
              <a:gd name="T25" fmla="*/ 49 h 354"/>
              <a:gd name="T26" fmla="*/ 16 w 353"/>
              <a:gd name="T27" fmla="*/ 49 h 354"/>
              <a:gd name="T28" fmla="*/ 160 w 353"/>
              <a:gd name="T29" fmla="*/ 16 h 354"/>
              <a:gd name="T30" fmla="*/ 305 w 353"/>
              <a:gd name="T31" fmla="*/ 49 h 354"/>
              <a:gd name="T32" fmla="*/ 160 w 353"/>
              <a:gd name="T33" fmla="*/ 81 h 354"/>
              <a:gd name="T34" fmla="*/ 16 w 353"/>
              <a:gd name="T35" fmla="*/ 49 h 354"/>
              <a:gd name="T36" fmla="*/ 242 w 353"/>
              <a:gd name="T37" fmla="*/ 142 h 354"/>
              <a:gd name="T38" fmla="*/ 177 w 353"/>
              <a:gd name="T39" fmla="*/ 241 h 354"/>
              <a:gd name="T40" fmla="*/ 173 w 353"/>
              <a:gd name="T41" fmla="*/ 330 h 354"/>
              <a:gd name="T42" fmla="*/ 160 w 353"/>
              <a:gd name="T43" fmla="*/ 338 h 354"/>
              <a:gd name="T44" fmla="*/ 148 w 353"/>
              <a:gd name="T45" fmla="*/ 330 h 354"/>
              <a:gd name="T46" fmla="*/ 145 w 353"/>
              <a:gd name="T47" fmla="*/ 289 h 354"/>
              <a:gd name="T48" fmla="*/ 152 w 353"/>
              <a:gd name="T49" fmla="*/ 289 h 354"/>
              <a:gd name="T50" fmla="*/ 160 w 353"/>
              <a:gd name="T51" fmla="*/ 281 h 354"/>
              <a:gd name="T52" fmla="*/ 152 w 353"/>
              <a:gd name="T53" fmla="*/ 273 h 354"/>
              <a:gd name="T54" fmla="*/ 144 w 353"/>
              <a:gd name="T55" fmla="*/ 273 h 354"/>
              <a:gd name="T56" fmla="*/ 144 w 353"/>
              <a:gd name="T57" fmla="*/ 257 h 354"/>
              <a:gd name="T58" fmla="*/ 152 w 353"/>
              <a:gd name="T59" fmla="*/ 257 h 354"/>
              <a:gd name="T60" fmla="*/ 160 w 353"/>
              <a:gd name="T61" fmla="*/ 249 h 354"/>
              <a:gd name="T62" fmla="*/ 152 w 353"/>
              <a:gd name="T63" fmla="*/ 241 h 354"/>
              <a:gd name="T64" fmla="*/ 144 w 353"/>
              <a:gd name="T65" fmla="*/ 241 h 354"/>
              <a:gd name="T66" fmla="*/ 79 w 353"/>
              <a:gd name="T67" fmla="*/ 142 h 354"/>
              <a:gd name="T68" fmla="*/ 19 w 353"/>
              <a:gd name="T69" fmla="*/ 71 h 354"/>
              <a:gd name="T70" fmla="*/ 160 w 353"/>
              <a:gd name="T71" fmla="*/ 97 h 354"/>
              <a:gd name="T72" fmla="*/ 302 w 353"/>
              <a:gd name="T73" fmla="*/ 72 h 354"/>
              <a:gd name="T74" fmla="*/ 242 w 353"/>
              <a:gd name="T75" fmla="*/ 142 h 354"/>
              <a:gd name="T76" fmla="*/ 345 w 353"/>
              <a:gd name="T77" fmla="*/ 241 h 354"/>
              <a:gd name="T78" fmla="*/ 305 w 353"/>
              <a:gd name="T79" fmla="*/ 241 h 354"/>
              <a:gd name="T80" fmla="*/ 305 w 353"/>
              <a:gd name="T81" fmla="*/ 201 h 354"/>
              <a:gd name="T82" fmla="*/ 297 w 353"/>
              <a:gd name="T83" fmla="*/ 193 h 354"/>
              <a:gd name="T84" fmla="*/ 289 w 353"/>
              <a:gd name="T85" fmla="*/ 201 h 354"/>
              <a:gd name="T86" fmla="*/ 289 w 353"/>
              <a:gd name="T87" fmla="*/ 241 h 354"/>
              <a:gd name="T88" fmla="*/ 249 w 353"/>
              <a:gd name="T89" fmla="*/ 241 h 354"/>
              <a:gd name="T90" fmla="*/ 241 w 353"/>
              <a:gd name="T91" fmla="*/ 249 h 354"/>
              <a:gd name="T92" fmla="*/ 249 w 353"/>
              <a:gd name="T93" fmla="*/ 257 h 354"/>
              <a:gd name="T94" fmla="*/ 289 w 353"/>
              <a:gd name="T95" fmla="*/ 257 h 354"/>
              <a:gd name="T96" fmla="*/ 289 w 353"/>
              <a:gd name="T97" fmla="*/ 297 h 354"/>
              <a:gd name="T98" fmla="*/ 297 w 353"/>
              <a:gd name="T99" fmla="*/ 305 h 354"/>
              <a:gd name="T100" fmla="*/ 305 w 353"/>
              <a:gd name="T101" fmla="*/ 297 h 354"/>
              <a:gd name="T102" fmla="*/ 305 w 353"/>
              <a:gd name="T103" fmla="*/ 257 h 354"/>
              <a:gd name="T104" fmla="*/ 345 w 353"/>
              <a:gd name="T105" fmla="*/ 257 h 354"/>
              <a:gd name="T106" fmla="*/ 353 w 353"/>
              <a:gd name="T107" fmla="*/ 249 h 354"/>
              <a:gd name="T108" fmla="*/ 345 w 353"/>
              <a:gd name="T109" fmla="*/ 241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353" h="354">
                <a:moveTo>
                  <a:pt x="321" y="49"/>
                </a:moveTo>
                <a:cubicBezTo>
                  <a:pt x="321" y="22"/>
                  <a:pt x="249" y="0"/>
                  <a:pt x="160" y="0"/>
                </a:cubicBezTo>
                <a:cubicBezTo>
                  <a:pt x="72" y="0"/>
                  <a:pt x="0" y="22"/>
                  <a:pt x="0" y="49"/>
                </a:cubicBezTo>
                <a:cubicBezTo>
                  <a:pt x="0" y="145"/>
                  <a:pt x="128" y="161"/>
                  <a:pt x="128" y="241"/>
                </a:cubicBezTo>
                <a:cubicBezTo>
                  <a:pt x="128" y="244"/>
                  <a:pt x="128" y="247"/>
                  <a:pt x="128" y="249"/>
                </a:cubicBezTo>
                <a:cubicBezTo>
                  <a:pt x="128" y="249"/>
                  <a:pt x="128" y="249"/>
                  <a:pt x="128" y="249"/>
                </a:cubicBezTo>
                <a:cubicBezTo>
                  <a:pt x="128" y="249"/>
                  <a:pt x="128" y="249"/>
                  <a:pt x="128" y="249"/>
                </a:cubicBezTo>
                <a:cubicBezTo>
                  <a:pt x="128" y="261"/>
                  <a:pt x="128" y="271"/>
                  <a:pt x="128" y="281"/>
                </a:cubicBezTo>
                <a:cubicBezTo>
                  <a:pt x="128" y="281"/>
                  <a:pt x="128" y="281"/>
                  <a:pt x="128" y="281"/>
                </a:cubicBezTo>
                <a:cubicBezTo>
                  <a:pt x="128" y="282"/>
                  <a:pt x="128" y="282"/>
                  <a:pt x="128" y="282"/>
                </a:cubicBezTo>
                <a:cubicBezTo>
                  <a:pt x="129" y="342"/>
                  <a:pt x="134" y="354"/>
                  <a:pt x="160" y="354"/>
                </a:cubicBezTo>
                <a:cubicBezTo>
                  <a:pt x="193" y="354"/>
                  <a:pt x="193" y="338"/>
                  <a:pt x="193" y="241"/>
                </a:cubicBezTo>
                <a:cubicBezTo>
                  <a:pt x="193" y="161"/>
                  <a:pt x="321" y="145"/>
                  <a:pt x="321" y="49"/>
                </a:cubicBezTo>
                <a:moveTo>
                  <a:pt x="16" y="49"/>
                </a:moveTo>
                <a:cubicBezTo>
                  <a:pt x="16" y="31"/>
                  <a:pt x="81" y="16"/>
                  <a:pt x="160" y="16"/>
                </a:cubicBezTo>
                <a:cubicBezTo>
                  <a:pt x="240" y="16"/>
                  <a:pt x="305" y="31"/>
                  <a:pt x="305" y="49"/>
                </a:cubicBezTo>
                <a:cubicBezTo>
                  <a:pt x="305" y="66"/>
                  <a:pt x="240" y="81"/>
                  <a:pt x="160" y="81"/>
                </a:cubicBezTo>
                <a:cubicBezTo>
                  <a:pt x="81" y="81"/>
                  <a:pt x="16" y="66"/>
                  <a:pt x="16" y="49"/>
                </a:cubicBezTo>
                <a:moveTo>
                  <a:pt x="242" y="142"/>
                </a:moveTo>
                <a:cubicBezTo>
                  <a:pt x="210" y="168"/>
                  <a:pt x="177" y="195"/>
                  <a:pt x="177" y="241"/>
                </a:cubicBezTo>
                <a:cubicBezTo>
                  <a:pt x="177" y="288"/>
                  <a:pt x="177" y="316"/>
                  <a:pt x="173" y="330"/>
                </a:cubicBezTo>
                <a:cubicBezTo>
                  <a:pt x="171" y="337"/>
                  <a:pt x="171" y="338"/>
                  <a:pt x="160" y="338"/>
                </a:cubicBezTo>
                <a:cubicBezTo>
                  <a:pt x="150" y="338"/>
                  <a:pt x="150" y="337"/>
                  <a:pt x="148" y="330"/>
                </a:cubicBezTo>
                <a:cubicBezTo>
                  <a:pt x="146" y="321"/>
                  <a:pt x="145" y="308"/>
                  <a:pt x="145" y="289"/>
                </a:cubicBezTo>
                <a:cubicBezTo>
                  <a:pt x="152" y="289"/>
                  <a:pt x="152" y="289"/>
                  <a:pt x="152" y="289"/>
                </a:cubicBezTo>
                <a:cubicBezTo>
                  <a:pt x="157" y="289"/>
                  <a:pt x="160" y="286"/>
                  <a:pt x="160" y="281"/>
                </a:cubicBezTo>
                <a:cubicBezTo>
                  <a:pt x="160" y="277"/>
                  <a:pt x="157" y="273"/>
                  <a:pt x="152" y="273"/>
                </a:cubicBezTo>
                <a:cubicBezTo>
                  <a:pt x="144" y="273"/>
                  <a:pt x="144" y="273"/>
                  <a:pt x="144" y="273"/>
                </a:cubicBezTo>
                <a:cubicBezTo>
                  <a:pt x="144" y="268"/>
                  <a:pt x="144" y="263"/>
                  <a:pt x="144" y="257"/>
                </a:cubicBezTo>
                <a:cubicBezTo>
                  <a:pt x="152" y="257"/>
                  <a:pt x="152" y="257"/>
                  <a:pt x="152" y="257"/>
                </a:cubicBezTo>
                <a:cubicBezTo>
                  <a:pt x="157" y="257"/>
                  <a:pt x="160" y="254"/>
                  <a:pt x="160" y="249"/>
                </a:cubicBezTo>
                <a:cubicBezTo>
                  <a:pt x="160" y="245"/>
                  <a:pt x="157" y="241"/>
                  <a:pt x="152" y="241"/>
                </a:cubicBezTo>
                <a:cubicBezTo>
                  <a:pt x="144" y="241"/>
                  <a:pt x="144" y="241"/>
                  <a:pt x="144" y="241"/>
                </a:cubicBezTo>
                <a:cubicBezTo>
                  <a:pt x="144" y="195"/>
                  <a:pt x="111" y="168"/>
                  <a:pt x="79" y="142"/>
                </a:cubicBezTo>
                <a:cubicBezTo>
                  <a:pt x="53" y="121"/>
                  <a:pt x="28" y="101"/>
                  <a:pt x="19" y="71"/>
                </a:cubicBezTo>
                <a:cubicBezTo>
                  <a:pt x="46" y="87"/>
                  <a:pt x="99" y="97"/>
                  <a:pt x="160" y="97"/>
                </a:cubicBezTo>
                <a:cubicBezTo>
                  <a:pt x="221" y="97"/>
                  <a:pt x="275" y="87"/>
                  <a:pt x="302" y="72"/>
                </a:cubicBezTo>
                <a:cubicBezTo>
                  <a:pt x="293" y="101"/>
                  <a:pt x="268" y="121"/>
                  <a:pt x="242" y="142"/>
                </a:cubicBezTo>
                <a:moveTo>
                  <a:pt x="345" y="241"/>
                </a:moveTo>
                <a:cubicBezTo>
                  <a:pt x="305" y="241"/>
                  <a:pt x="305" y="241"/>
                  <a:pt x="305" y="241"/>
                </a:cubicBezTo>
                <a:cubicBezTo>
                  <a:pt x="305" y="201"/>
                  <a:pt x="305" y="201"/>
                  <a:pt x="305" y="201"/>
                </a:cubicBezTo>
                <a:cubicBezTo>
                  <a:pt x="305" y="197"/>
                  <a:pt x="301" y="193"/>
                  <a:pt x="297" y="193"/>
                </a:cubicBezTo>
                <a:cubicBezTo>
                  <a:pt x="292" y="193"/>
                  <a:pt x="289" y="197"/>
                  <a:pt x="289" y="201"/>
                </a:cubicBezTo>
                <a:cubicBezTo>
                  <a:pt x="289" y="241"/>
                  <a:pt x="289" y="241"/>
                  <a:pt x="289" y="241"/>
                </a:cubicBezTo>
                <a:cubicBezTo>
                  <a:pt x="249" y="241"/>
                  <a:pt x="249" y="241"/>
                  <a:pt x="249" y="241"/>
                </a:cubicBezTo>
                <a:cubicBezTo>
                  <a:pt x="244" y="241"/>
                  <a:pt x="241" y="245"/>
                  <a:pt x="241" y="249"/>
                </a:cubicBezTo>
                <a:cubicBezTo>
                  <a:pt x="241" y="254"/>
                  <a:pt x="244" y="257"/>
                  <a:pt x="249" y="257"/>
                </a:cubicBezTo>
                <a:cubicBezTo>
                  <a:pt x="289" y="257"/>
                  <a:pt x="289" y="257"/>
                  <a:pt x="289" y="257"/>
                </a:cubicBezTo>
                <a:cubicBezTo>
                  <a:pt x="289" y="297"/>
                  <a:pt x="289" y="297"/>
                  <a:pt x="289" y="297"/>
                </a:cubicBezTo>
                <a:cubicBezTo>
                  <a:pt x="289" y="302"/>
                  <a:pt x="292" y="305"/>
                  <a:pt x="297" y="305"/>
                </a:cubicBezTo>
                <a:cubicBezTo>
                  <a:pt x="301" y="305"/>
                  <a:pt x="305" y="302"/>
                  <a:pt x="305" y="297"/>
                </a:cubicBezTo>
                <a:cubicBezTo>
                  <a:pt x="305" y="257"/>
                  <a:pt x="305" y="257"/>
                  <a:pt x="305" y="257"/>
                </a:cubicBezTo>
                <a:cubicBezTo>
                  <a:pt x="345" y="257"/>
                  <a:pt x="345" y="257"/>
                  <a:pt x="345" y="257"/>
                </a:cubicBezTo>
                <a:cubicBezTo>
                  <a:pt x="350" y="257"/>
                  <a:pt x="353" y="254"/>
                  <a:pt x="353" y="249"/>
                </a:cubicBezTo>
                <a:cubicBezTo>
                  <a:pt x="353" y="245"/>
                  <a:pt x="350" y="241"/>
                  <a:pt x="345" y="241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9" name="Freeform 69"/>
          <p:cNvSpPr>
            <a:spLocks noEditPoints="1"/>
          </p:cNvSpPr>
          <p:nvPr/>
        </p:nvSpPr>
        <p:spPr bwMode="auto">
          <a:xfrm>
            <a:off x="1905000" y="916517"/>
            <a:ext cx="575733" cy="577851"/>
          </a:xfrm>
          <a:custGeom>
            <a:avLst/>
            <a:gdLst>
              <a:gd name="T0" fmla="*/ 321 w 353"/>
              <a:gd name="T1" fmla="*/ 49 h 354"/>
              <a:gd name="T2" fmla="*/ 161 w 353"/>
              <a:gd name="T3" fmla="*/ 0 h 354"/>
              <a:gd name="T4" fmla="*/ 0 w 353"/>
              <a:gd name="T5" fmla="*/ 49 h 354"/>
              <a:gd name="T6" fmla="*/ 129 w 353"/>
              <a:gd name="T7" fmla="*/ 241 h 354"/>
              <a:gd name="T8" fmla="*/ 129 w 353"/>
              <a:gd name="T9" fmla="*/ 249 h 354"/>
              <a:gd name="T10" fmla="*/ 129 w 353"/>
              <a:gd name="T11" fmla="*/ 249 h 354"/>
              <a:gd name="T12" fmla="*/ 129 w 353"/>
              <a:gd name="T13" fmla="*/ 249 h 354"/>
              <a:gd name="T14" fmla="*/ 129 w 353"/>
              <a:gd name="T15" fmla="*/ 281 h 354"/>
              <a:gd name="T16" fmla="*/ 129 w 353"/>
              <a:gd name="T17" fmla="*/ 281 h 354"/>
              <a:gd name="T18" fmla="*/ 129 w 353"/>
              <a:gd name="T19" fmla="*/ 282 h 354"/>
              <a:gd name="T20" fmla="*/ 161 w 353"/>
              <a:gd name="T21" fmla="*/ 354 h 354"/>
              <a:gd name="T22" fmla="*/ 193 w 353"/>
              <a:gd name="T23" fmla="*/ 241 h 354"/>
              <a:gd name="T24" fmla="*/ 321 w 353"/>
              <a:gd name="T25" fmla="*/ 49 h 354"/>
              <a:gd name="T26" fmla="*/ 16 w 353"/>
              <a:gd name="T27" fmla="*/ 49 h 354"/>
              <a:gd name="T28" fmla="*/ 161 w 353"/>
              <a:gd name="T29" fmla="*/ 16 h 354"/>
              <a:gd name="T30" fmla="*/ 305 w 353"/>
              <a:gd name="T31" fmla="*/ 49 h 354"/>
              <a:gd name="T32" fmla="*/ 161 w 353"/>
              <a:gd name="T33" fmla="*/ 81 h 354"/>
              <a:gd name="T34" fmla="*/ 16 w 353"/>
              <a:gd name="T35" fmla="*/ 49 h 354"/>
              <a:gd name="T36" fmla="*/ 243 w 353"/>
              <a:gd name="T37" fmla="*/ 142 h 354"/>
              <a:gd name="T38" fmla="*/ 177 w 353"/>
              <a:gd name="T39" fmla="*/ 241 h 354"/>
              <a:gd name="T40" fmla="*/ 173 w 353"/>
              <a:gd name="T41" fmla="*/ 330 h 354"/>
              <a:gd name="T42" fmla="*/ 161 w 353"/>
              <a:gd name="T43" fmla="*/ 338 h 354"/>
              <a:gd name="T44" fmla="*/ 148 w 353"/>
              <a:gd name="T45" fmla="*/ 330 h 354"/>
              <a:gd name="T46" fmla="*/ 145 w 353"/>
              <a:gd name="T47" fmla="*/ 289 h 354"/>
              <a:gd name="T48" fmla="*/ 153 w 353"/>
              <a:gd name="T49" fmla="*/ 289 h 354"/>
              <a:gd name="T50" fmla="*/ 161 w 353"/>
              <a:gd name="T51" fmla="*/ 281 h 354"/>
              <a:gd name="T52" fmla="*/ 153 w 353"/>
              <a:gd name="T53" fmla="*/ 273 h 354"/>
              <a:gd name="T54" fmla="*/ 145 w 353"/>
              <a:gd name="T55" fmla="*/ 273 h 354"/>
              <a:gd name="T56" fmla="*/ 145 w 353"/>
              <a:gd name="T57" fmla="*/ 257 h 354"/>
              <a:gd name="T58" fmla="*/ 153 w 353"/>
              <a:gd name="T59" fmla="*/ 257 h 354"/>
              <a:gd name="T60" fmla="*/ 161 w 353"/>
              <a:gd name="T61" fmla="*/ 249 h 354"/>
              <a:gd name="T62" fmla="*/ 153 w 353"/>
              <a:gd name="T63" fmla="*/ 241 h 354"/>
              <a:gd name="T64" fmla="*/ 145 w 353"/>
              <a:gd name="T65" fmla="*/ 241 h 354"/>
              <a:gd name="T66" fmla="*/ 79 w 353"/>
              <a:gd name="T67" fmla="*/ 142 h 354"/>
              <a:gd name="T68" fmla="*/ 19 w 353"/>
              <a:gd name="T69" fmla="*/ 71 h 354"/>
              <a:gd name="T70" fmla="*/ 161 w 353"/>
              <a:gd name="T71" fmla="*/ 97 h 354"/>
              <a:gd name="T72" fmla="*/ 302 w 353"/>
              <a:gd name="T73" fmla="*/ 72 h 354"/>
              <a:gd name="T74" fmla="*/ 243 w 353"/>
              <a:gd name="T75" fmla="*/ 142 h 354"/>
              <a:gd name="T76" fmla="*/ 345 w 353"/>
              <a:gd name="T77" fmla="*/ 241 h 354"/>
              <a:gd name="T78" fmla="*/ 249 w 353"/>
              <a:gd name="T79" fmla="*/ 241 h 354"/>
              <a:gd name="T80" fmla="*/ 241 w 353"/>
              <a:gd name="T81" fmla="*/ 249 h 354"/>
              <a:gd name="T82" fmla="*/ 249 w 353"/>
              <a:gd name="T83" fmla="*/ 257 h 354"/>
              <a:gd name="T84" fmla="*/ 345 w 353"/>
              <a:gd name="T85" fmla="*/ 257 h 354"/>
              <a:gd name="T86" fmla="*/ 353 w 353"/>
              <a:gd name="T87" fmla="*/ 249 h 354"/>
              <a:gd name="T88" fmla="*/ 345 w 353"/>
              <a:gd name="T89" fmla="*/ 241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353" h="354">
                <a:moveTo>
                  <a:pt x="321" y="49"/>
                </a:moveTo>
                <a:cubicBezTo>
                  <a:pt x="321" y="22"/>
                  <a:pt x="249" y="0"/>
                  <a:pt x="161" y="0"/>
                </a:cubicBezTo>
                <a:cubicBezTo>
                  <a:pt x="72" y="0"/>
                  <a:pt x="0" y="22"/>
                  <a:pt x="0" y="49"/>
                </a:cubicBezTo>
                <a:cubicBezTo>
                  <a:pt x="0" y="145"/>
                  <a:pt x="129" y="161"/>
                  <a:pt x="129" y="241"/>
                </a:cubicBezTo>
                <a:cubicBezTo>
                  <a:pt x="129" y="244"/>
                  <a:pt x="129" y="247"/>
                  <a:pt x="129" y="249"/>
                </a:cubicBezTo>
                <a:cubicBezTo>
                  <a:pt x="129" y="249"/>
                  <a:pt x="129" y="249"/>
                  <a:pt x="129" y="249"/>
                </a:cubicBezTo>
                <a:cubicBezTo>
                  <a:pt x="129" y="249"/>
                  <a:pt x="129" y="249"/>
                  <a:pt x="129" y="249"/>
                </a:cubicBezTo>
                <a:cubicBezTo>
                  <a:pt x="129" y="261"/>
                  <a:pt x="129" y="271"/>
                  <a:pt x="129" y="281"/>
                </a:cubicBezTo>
                <a:cubicBezTo>
                  <a:pt x="129" y="281"/>
                  <a:pt x="129" y="281"/>
                  <a:pt x="129" y="281"/>
                </a:cubicBezTo>
                <a:cubicBezTo>
                  <a:pt x="129" y="282"/>
                  <a:pt x="129" y="282"/>
                  <a:pt x="129" y="282"/>
                </a:cubicBezTo>
                <a:cubicBezTo>
                  <a:pt x="130" y="342"/>
                  <a:pt x="134" y="354"/>
                  <a:pt x="161" y="354"/>
                </a:cubicBezTo>
                <a:cubicBezTo>
                  <a:pt x="193" y="354"/>
                  <a:pt x="193" y="338"/>
                  <a:pt x="193" y="241"/>
                </a:cubicBezTo>
                <a:cubicBezTo>
                  <a:pt x="193" y="161"/>
                  <a:pt x="321" y="145"/>
                  <a:pt x="321" y="49"/>
                </a:cubicBezTo>
                <a:moveTo>
                  <a:pt x="16" y="49"/>
                </a:moveTo>
                <a:cubicBezTo>
                  <a:pt x="16" y="31"/>
                  <a:pt x="81" y="16"/>
                  <a:pt x="161" y="16"/>
                </a:cubicBezTo>
                <a:cubicBezTo>
                  <a:pt x="241" y="16"/>
                  <a:pt x="305" y="31"/>
                  <a:pt x="305" y="49"/>
                </a:cubicBezTo>
                <a:cubicBezTo>
                  <a:pt x="305" y="66"/>
                  <a:pt x="241" y="81"/>
                  <a:pt x="161" y="81"/>
                </a:cubicBezTo>
                <a:cubicBezTo>
                  <a:pt x="81" y="81"/>
                  <a:pt x="16" y="66"/>
                  <a:pt x="16" y="49"/>
                </a:cubicBezTo>
                <a:moveTo>
                  <a:pt x="243" y="142"/>
                </a:moveTo>
                <a:cubicBezTo>
                  <a:pt x="210" y="168"/>
                  <a:pt x="177" y="195"/>
                  <a:pt x="177" y="241"/>
                </a:cubicBezTo>
                <a:cubicBezTo>
                  <a:pt x="177" y="288"/>
                  <a:pt x="177" y="316"/>
                  <a:pt x="173" y="330"/>
                </a:cubicBezTo>
                <a:cubicBezTo>
                  <a:pt x="172" y="337"/>
                  <a:pt x="171" y="338"/>
                  <a:pt x="161" y="338"/>
                </a:cubicBezTo>
                <a:cubicBezTo>
                  <a:pt x="150" y="338"/>
                  <a:pt x="150" y="337"/>
                  <a:pt x="148" y="330"/>
                </a:cubicBezTo>
                <a:cubicBezTo>
                  <a:pt x="146" y="321"/>
                  <a:pt x="145" y="308"/>
                  <a:pt x="145" y="289"/>
                </a:cubicBezTo>
                <a:cubicBezTo>
                  <a:pt x="153" y="289"/>
                  <a:pt x="153" y="289"/>
                  <a:pt x="153" y="289"/>
                </a:cubicBezTo>
                <a:cubicBezTo>
                  <a:pt x="157" y="289"/>
                  <a:pt x="161" y="286"/>
                  <a:pt x="161" y="281"/>
                </a:cubicBezTo>
                <a:cubicBezTo>
                  <a:pt x="161" y="277"/>
                  <a:pt x="157" y="273"/>
                  <a:pt x="153" y="273"/>
                </a:cubicBezTo>
                <a:cubicBezTo>
                  <a:pt x="145" y="273"/>
                  <a:pt x="145" y="273"/>
                  <a:pt x="145" y="273"/>
                </a:cubicBezTo>
                <a:cubicBezTo>
                  <a:pt x="145" y="268"/>
                  <a:pt x="145" y="263"/>
                  <a:pt x="145" y="257"/>
                </a:cubicBezTo>
                <a:cubicBezTo>
                  <a:pt x="153" y="257"/>
                  <a:pt x="153" y="257"/>
                  <a:pt x="153" y="257"/>
                </a:cubicBezTo>
                <a:cubicBezTo>
                  <a:pt x="157" y="257"/>
                  <a:pt x="161" y="254"/>
                  <a:pt x="161" y="249"/>
                </a:cubicBezTo>
                <a:cubicBezTo>
                  <a:pt x="161" y="245"/>
                  <a:pt x="157" y="241"/>
                  <a:pt x="153" y="241"/>
                </a:cubicBezTo>
                <a:cubicBezTo>
                  <a:pt x="145" y="241"/>
                  <a:pt x="145" y="241"/>
                  <a:pt x="145" y="241"/>
                </a:cubicBezTo>
                <a:cubicBezTo>
                  <a:pt x="145" y="195"/>
                  <a:pt x="111" y="168"/>
                  <a:pt x="79" y="142"/>
                </a:cubicBezTo>
                <a:cubicBezTo>
                  <a:pt x="53" y="121"/>
                  <a:pt x="28" y="101"/>
                  <a:pt x="19" y="71"/>
                </a:cubicBezTo>
                <a:cubicBezTo>
                  <a:pt x="47" y="87"/>
                  <a:pt x="100" y="97"/>
                  <a:pt x="161" y="97"/>
                </a:cubicBezTo>
                <a:cubicBezTo>
                  <a:pt x="222" y="97"/>
                  <a:pt x="275" y="87"/>
                  <a:pt x="302" y="72"/>
                </a:cubicBezTo>
                <a:cubicBezTo>
                  <a:pt x="293" y="101"/>
                  <a:pt x="269" y="121"/>
                  <a:pt x="243" y="142"/>
                </a:cubicBezTo>
                <a:moveTo>
                  <a:pt x="345" y="241"/>
                </a:moveTo>
                <a:cubicBezTo>
                  <a:pt x="249" y="241"/>
                  <a:pt x="249" y="241"/>
                  <a:pt x="249" y="241"/>
                </a:cubicBezTo>
                <a:cubicBezTo>
                  <a:pt x="245" y="241"/>
                  <a:pt x="241" y="245"/>
                  <a:pt x="241" y="249"/>
                </a:cubicBezTo>
                <a:cubicBezTo>
                  <a:pt x="241" y="254"/>
                  <a:pt x="245" y="257"/>
                  <a:pt x="249" y="257"/>
                </a:cubicBezTo>
                <a:cubicBezTo>
                  <a:pt x="345" y="257"/>
                  <a:pt x="345" y="257"/>
                  <a:pt x="345" y="257"/>
                </a:cubicBezTo>
                <a:cubicBezTo>
                  <a:pt x="350" y="257"/>
                  <a:pt x="353" y="254"/>
                  <a:pt x="353" y="249"/>
                </a:cubicBezTo>
                <a:cubicBezTo>
                  <a:pt x="353" y="245"/>
                  <a:pt x="350" y="241"/>
                  <a:pt x="345" y="241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0" name="Freeform 70"/>
          <p:cNvSpPr>
            <a:spLocks noEditPoints="1"/>
          </p:cNvSpPr>
          <p:nvPr/>
        </p:nvSpPr>
        <p:spPr bwMode="auto">
          <a:xfrm>
            <a:off x="3033185" y="916517"/>
            <a:ext cx="522817" cy="577851"/>
          </a:xfrm>
          <a:custGeom>
            <a:avLst/>
            <a:gdLst>
              <a:gd name="T0" fmla="*/ 313 w 321"/>
              <a:gd name="T1" fmla="*/ 0 h 354"/>
              <a:gd name="T2" fmla="*/ 312 w 321"/>
              <a:gd name="T3" fmla="*/ 1 h 354"/>
              <a:gd name="T4" fmla="*/ 311 w 321"/>
              <a:gd name="T5" fmla="*/ 1 h 354"/>
              <a:gd name="T6" fmla="*/ 103 w 321"/>
              <a:gd name="T7" fmla="*/ 33 h 354"/>
              <a:gd name="T8" fmla="*/ 103 w 321"/>
              <a:gd name="T9" fmla="*/ 33 h 354"/>
              <a:gd name="T10" fmla="*/ 96 w 321"/>
              <a:gd name="T11" fmla="*/ 41 h 354"/>
              <a:gd name="T12" fmla="*/ 96 w 321"/>
              <a:gd name="T13" fmla="*/ 282 h 354"/>
              <a:gd name="T14" fmla="*/ 72 w 321"/>
              <a:gd name="T15" fmla="*/ 273 h 354"/>
              <a:gd name="T16" fmla="*/ 40 w 321"/>
              <a:gd name="T17" fmla="*/ 273 h 354"/>
              <a:gd name="T18" fmla="*/ 0 w 321"/>
              <a:gd name="T19" fmla="*/ 314 h 354"/>
              <a:gd name="T20" fmla="*/ 40 w 321"/>
              <a:gd name="T21" fmla="*/ 354 h 354"/>
              <a:gd name="T22" fmla="*/ 72 w 321"/>
              <a:gd name="T23" fmla="*/ 354 h 354"/>
              <a:gd name="T24" fmla="*/ 112 w 321"/>
              <a:gd name="T25" fmla="*/ 314 h 354"/>
              <a:gd name="T26" fmla="*/ 112 w 321"/>
              <a:gd name="T27" fmla="*/ 128 h 354"/>
              <a:gd name="T28" fmla="*/ 305 w 321"/>
              <a:gd name="T29" fmla="*/ 98 h 354"/>
              <a:gd name="T30" fmla="*/ 305 w 321"/>
              <a:gd name="T31" fmla="*/ 233 h 354"/>
              <a:gd name="T32" fmla="*/ 281 w 321"/>
              <a:gd name="T33" fmla="*/ 225 h 354"/>
              <a:gd name="T34" fmla="*/ 248 w 321"/>
              <a:gd name="T35" fmla="*/ 225 h 354"/>
              <a:gd name="T36" fmla="*/ 208 w 321"/>
              <a:gd name="T37" fmla="*/ 265 h 354"/>
              <a:gd name="T38" fmla="*/ 248 w 321"/>
              <a:gd name="T39" fmla="*/ 305 h 354"/>
              <a:gd name="T40" fmla="*/ 281 w 321"/>
              <a:gd name="T41" fmla="*/ 305 h 354"/>
              <a:gd name="T42" fmla="*/ 321 w 321"/>
              <a:gd name="T43" fmla="*/ 265 h 354"/>
              <a:gd name="T44" fmla="*/ 321 w 321"/>
              <a:gd name="T45" fmla="*/ 8 h 354"/>
              <a:gd name="T46" fmla="*/ 313 w 321"/>
              <a:gd name="T47" fmla="*/ 0 h 354"/>
              <a:gd name="T48" fmla="*/ 72 w 321"/>
              <a:gd name="T49" fmla="*/ 338 h 354"/>
              <a:gd name="T50" fmla="*/ 40 w 321"/>
              <a:gd name="T51" fmla="*/ 338 h 354"/>
              <a:gd name="T52" fmla="*/ 16 w 321"/>
              <a:gd name="T53" fmla="*/ 314 h 354"/>
              <a:gd name="T54" fmla="*/ 40 w 321"/>
              <a:gd name="T55" fmla="*/ 289 h 354"/>
              <a:gd name="T56" fmla="*/ 72 w 321"/>
              <a:gd name="T57" fmla="*/ 289 h 354"/>
              <a:gd name="T58" fmla="*/ 96 w 321"/>
              <a:gd name="T59" fmla="*/ 314 h 354"/>
              <a:gd name="T60" fmla="*/ 72 w 321"/>
              <a:gd name="T61" fmla="*/ 338 h 354"/>
              <a:gd name="T62" fmla="*/ 281 w 321"/>
              <a:gd name="T63" fmla="*/ 289 h 354"/>
              <a:gd name="T64" fmla="*/ 248 w 321"/>
              <a:gd name="T65" fmla="*/ 289 h 354"/>
              <a:gd name="T66" fmla="*/ 224 w 321"/>
              <a:gd name="T67" fmla="*/ 265 h 354"/>
              <a:gd name="T68" fmla="*/ 248 w 321"/>
              <a:gd name="T69" fmla="*/ 241 h 354"/>
              <a:gd name="T70" fmla="*/ 281 w 321"/>
              <a:gd name="T71" fmla="*/ 241 h 354"/>
              <a:gd name="T72" fmla="*/ 305 w 321"/>
              <a:gd name="T73" fmla="*/ 265 h 354"/>
              <a:gd name="T74" fmla="*/ 281 w 321"/>
              <a:gd name="T75" fmla="*/ 289 h 354"/>
              <a:gd name="T76" fmla="*/ 305 w 321"/>
              <a:gd name="T77" fmla="*/ 82 h 354"/>
              <a:gd name="T78" fmla="*/ 112 w 321"/>
              <a:gd name="T79" fmla="*/ 111 h 354"/>
              <a:gd name="T80" fmla="*/ 112 w 321"/>
              <a:gd name="T81" fmla="*/ 47 h 354"/>
              <a:gd name="T82" fmla="*/ 305 w 321"/>
              <a:gd name="T83" fmla="*/ 18 h 354"/>
              <a:gd name="T84" fmla="*/ 305 w 321"/>
              <a:gd name="T85" fmla="*/ 82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321" h="354">
                <a:moveTo>
                  <a:pt x="313" y="0"/>
                </a:moveTo>
                <a:cubicBezTo>
                  <a:pt x="312" y="0"/>
                  <a:pt x="312" y="1"/>
                  <a:pt x="312" y="1"/>
                </a:cubicBezTo>
                <a:cubicBezTo>
                  <a:pt x="311" y="1"/>
                  <a:pt x="311" y="1"/>
                  <a:pt x="311" y="1"/>
                </a:cubicBezTo>
                <a:cubicBezTo>
                  <a:pt x="103" y="33"/>
                  <a:pt x="103" y="33"/>
                  <a:pt x="103" y="33"/>
                </a:cubicBezTo>
                <a:cubicBezTo>
                  <a:pt x="103" y="33"/>
                  <a:pt x="103" y="33"/>
                  <a:pt x="103" y="33"/>
                </a:cubicBezTo>
                <a:cubicBezTo>
                  <a:pt x="99" y="33"/>
                  <a:pt x="96" y="37"/>
                  <a:pt x="96" y="41"/>
                </a:cubicBezTo>
                <a:cubicBezTo>
                  <a:pt x="96" y="282"/>
                  <a:pt x="96" y="282"/>
                  <a:pt x="96" y="282"/>
                </a:cubicBezTo>
                <a:cubicBezTo>
                  <a:pt x="89" y="276"/>
                  <a:pt x="81" y="273"/>
                  <a:pt x="72" y="273"/>
                </a:cubicBezTo>
                <a:cubicBezTo>
                  <a:pt x="40" y="273"/>
                  <a:pt x="40" y="273"/>
                  <a:pt x="40" y="273"/>
                </a:cubicBezTo>
                <a:cubicBezTo>
                  <a:pt x="18" y="273"/>
                  <a:pt x="0" y="291"/>
                  <a:pt x="0" y="314"/>
                </a:cubicBezTo>
                <a:cubicBezTo>
                  <a:pt x="0" y="336"/>
                  <a:pt x="18" y="354"/>
                  <a:pt x="40" y="354"/>
                </a:cubicBezTo>
                <a:cubicBezTo>
                  <a:pt x="72" y="354"/>
                  <a:pt x="72" y="354"/>
                  <a:pt x="72" y="354"/>
                </a:cubicBezTo>
                <a:cubicBezTo>
                  <a:pt x="94" y="354"/>
                  <a:pt x="112" y="336"/>
                  <a:pt x="112" y="314"/>
                </a:cubicBezTo>
                <a:cubicBezTo>
                  <a:pt x="112" y="128"/>
                  <a:pt x="112" y="128"/>
                  <a:pt x="112" y="128"/>
                </a:cubicBezTo>
                <a:cubicBezTo>
                  <a:pt x="305" y="98"/>
                  <a:pt x="305" y="98"/>
                  <a:pt x="305" y="98"/>
                </a:cubicBezTo>
                <a:cubicBezTo>
                  <a:pt x="305" y="233"/>
                  <a:pt x="305" y="233"/>
                  <a:pt x="305" y="233"/>
                </a:cubicBezTo>
                <a:cubicBezTo>
                  <a:pt x="298" y="228"/>
                  <a:pt x="290" y="225"/>
                  <a:pt x="281" y="225"/>
                </a:cubicBezTo>
                <a:cubicBezTo>
                  <a:pt x="248" y="225"/>
                  <a:pt x="248" y="225"/>
                  <a:pt x="248" y="225"/>
                </a:cubicBezTo>
                <a:cubicBezTo>
                  <a:pt x="226" y="225"/>
                  <a:pt x="208" y="243"/>
                  <a:pt x="208" y="265"/>
                </a:cubicBezTo>
                <a:cubicBezTo>
                  <a:pt x="208" y="288"/>
                  <a:pt x="226" y="305"/>
                  <a:pt x="248" y="305"/>
                </a:cubicBezTo>
                <a:cubicBezTo>
                  <a:pt x="281" y="305"/>
                  <a:pt x="281" y="305"/>
                  <a:pt x="281" y="305"/>
                </a:cubicBezTo>
                <a:cubicBezTo>
                  <a:pt x="303" y="305"/>
                  <a:pt x="321" y="288"/>
                  <a:pt x="321" y="265"/>
                </a:cubicBezTo>
                <a:cubicBezTo>
                  <a:pt x="321" y="8"/>
                  <a:pt x="321" y="8"/>
                  <a:pt x="321" y="8"/>
                </a:cubicBezTo>
                <a:cubicBezTo>
                  <a:pt x="321" y="4"/>
                  <a:pt x="317" y="0"/>
                  <a:pt x="313" y="0"/>
                </a:cubicBezTo>
                <a:moveTo>
                  <a:pt x="72" y="338"/>
                </a:moveTo>
                <a:cubicBezTo>
                  <a:pt x="40" y="338"/>
                  <a:pt x="40" y="338"/>
                  <a:pt x="40" y="338"/>
                </a:cubicBezTo>
                <a:cubicBezTo>
                  <a:pt x="26" y="338"/>
                  <a:pt x="16" y="327"/>
                  <a:pt x="16" y="314"/>
                </a:cubicBezTo>
                <a:cubicBezTo>
                  <a:pt x="16" y="300"/>
                  <a:pt x="26" y="289"/>
                  <a:pt x="40" y="289"/>
                </a:cubicBezTo>
                <a:cubicBezTo>
                  <a:pt x="72" y="289"/>
                  <a:pt x="72" y="289"/>
                  <a:pt x="72" y="289"/>
                </a:cubicBezTo>
                <a:cubicBezTo>
                  <a:pt x="85" y="289"/>
                  <a:pt x="96" y="300"/>
                  <a:pt x="96" y="314"/>
                </a:cubicBezTo>
                <a:cubicBezTo>
                  <a:pt x="96" y="327"/>
                  <a:pt x="85" y="338"/>
                  <a:pt x="72" y="338"/>
                </a:cubicBezTo>
                <a:moveTo>
                  <a:pt x="281" y="289"/>
                </a:moveTo>
                <a:cubicBezTo>
                  <a:pt x="248" y="289"/>
                  <a:pt x="248" y="289"/>
                  <a:pt x="248" y="289"/>
                </a:cubicBezTo>
                <a:cubicBezTo>
                  <a:pt x="235" y="289"/>
                  <a:pt x="224" y="279"/>
                  <a:pt x="224" y="265"/>
                </a:cubicBezTo>
                <a:cubicBezTo>
                  <a:pt x="224" y="252"/>
                  <a:pt x="235" y="241"/>
                  <a:pt x="248" y="241"/>
                </a:cubicBezTo>
                <a:cubicBezTo>
                  <a:pt x="281" y="241"/>
                  <a:pt x="281" y="241"/>
                  <a:pt x="281" y="241"/>
                </a:cubicBezTo>
                <a:cubicBezTo>
                  <a:pt x="294" y="241"/>
                  <a:pt x="305" y="252"/>
                  <a:pt x="305" y="265"/>
                </a:cubicBezTo>
                <a:cubicBezTo>
                  <a:pt x="305" y="279"/>
                  <a:pt x="294" y="289"/>
                  <a:pt x="281" y="289"/>
                </a:cubicBezTo>
                <a:moveTo>
                  <a:pt x="305" y="82"/>
                </a:moveTo>
                <a:cubicBezTo>
                  <a:pt x="112" y="111"/>
                  <a:pt x="112" y="111"/>
                  <a:pt x="112" y="111"/>
                </a:cubicBezTo>
                <a:cubicBezTo>
                  <a:pt x="112" y="47"/>
                  <a:pt x="112" y="47"/>
                  <a:pt x="112" y="47"/>
                </a:cubicBezTo>
                <a:cubicBezTo>
                  <a:pt x="305" y="18"/>
                  <a:pt x="305" y="18"/>
                  <a:pt x="305" y="18"/>
                </a:cubicBezTo>
                <a:lnTo>
                  <a:pt x="305" y="82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1" name="Freeform 71"/>
          <p:cNvSpPr>
            <a:spLocks noEditPoints="1"/>
          </p:cNvSpPr>
          <p:nvPr/>
        </p:nvSpPr>
        <p:spPr bwMode="auto">
          <a:xfrm>
            <a:off x="4210051" y="916517"/>
            <a:ext cx="366184" cy="577851"/>
          </a:xfrm>
          <a:custGeom>
            <a:avLst/>
            <a:gdLst>
              <a:gd name="T0" fmla="*/ 217 w 225"/>
              <a:gd name="T1" fmla="*/ 16 h 354"/>
              <a:gd name="T2" fmla="*/ 216 w 225"/>
              <a:gd name="T3" fmla="*/ 17 h 354"/>
              <a:gd name="T4" fmla="*/ 216 w 225"/>
              <a:gd name="T5" fmla="*/ 17 h 354"/>
              <a:gd name="T6" fmla="*/ 108 w 225"/>
              <a:gd name="T7" fmla="*/ 1 h 354"/>
              <a:gd name="T8" fmla="*/ 104 w 225"/>
              <a:gd name="T9" fmla="*/ 0 h 354"/>
              <a:gd name="T10" fmla="*/ 104 w 225"/>
              <a:gd name="T11" fmla="*/ 1 h 354"/>
              <a:gd name="T12" fmla="*/ 103 w 225"/>
              <a:gd name="T13" fmla="*/ 1 h 354"/>
              <a:gd name="T14" fmla="*/ 103 w 225"/>
              <a:gd name="T15" fmla="*/ 1 h 354"/>
              <a:gd name="T16" fmla="*/ 96 w 225"/>
              <a:gd name="T17" fmla="*/ 8 h 354"/>
              <a:gd name="T18" fmla="*/ 96 w 225"/>
              <a:gd name="T19" fmla="*/ 282 h 354"/>
              <a:gd name="T20" fmla="*/ 72 w 225"/>
              <a:gd name="T21" fmla="*/ 273 h 354"/>
              <a:gd name="T22" fmla="*/ 40 w 225"/>
              <a:gd name="T23" fmla="*/ 273 h 354"/>
              <a:gd name="T24" fmla="*/ 0 w 225"/>
              <a:gd name="T25" fmla="*/ 314 h 354"/>
              <a:gd name="T26" fmla="*/ 40 w 225"/>
              <a:gd name="T27" fmla="*/ 354 h 354"/>
              <a:gd name="T28" fmla="*/ 72 w 225"/>
              <a:gd name="T29" fmla="*/ 354 h 354"/>
              <a:gd name="T30" fmla="*/ 113 w 225"/>
              <a:gd name="T31" fmla="*/ 314 h 354"/>
              <a:gd name="T32" fmla="*/ 113 w 225"/>
              <a:gd name="T33" fmla="*/ 98 h 354"/>
              <a:gd name="T34" fmla="*/ 214 w 225"/>
              <a:gd name="T35" fmla="*/ 112 h 354"/>
              <a:gd name="T36" fmla="*/ 217 w 225"/>
              <a:gd name="T37" fmla="*/ 113 h 354"/>
              <a:gd name="T38" fmla="*/ 218 w 225"/>
              <a:gd name="T39" fmla="*/ 113 h 354"/>
              <a:gd name="T40" fmla="*/ 218 w 225"/>
              <a:gd name="T41" fmla="*/ 113 h 354"/>
              <a:gd name="T42" fmla="*/ 218 w 225"/>
              <a:gd name="T43" fmla="*/ 113 h 354"/>
              <a:gd name="T44" fmla="*/ 225 w 225"/>
              <a:gd name="T45" fmla="*/ 105 h 354"/>
              <a:gd name="T46" fmla="*/ 225 w 225"/>
              <a:gd name="T47" fmla="*/ 25 h 354"/>
              <a:gd name="T48" fmla="*/ 217 w 225"/>
              <a:gd name="T49" fmla="*/ 16 h 354"/>
              <a:gd name="T50" fmla="*/ 72 w 225"/>
              <a:gd name="T51" fmla="*/ 338 h 354"/>
              <a:gd name="T52" fmla="*/ 40 w 225"/>
              <a:gd name="T53" fmla="*/ 338 h 354"/>
              <a:gd name="T54" fmla="*/ 16 w 225"/>
              <a:gd name="T55" fmla="*/ 314 h 354"/>
              <a:gd name="T56" fmla="*/ 40 w 225"/>
              <a:gd name="T57" fmla="*/ 289 h 354"/>
              <a:gd name="T58" fmla="*/ 72 w 225"/>
              <a:gd name="T59" fmla="*/ 289 h 354"/>
              <a:gd name="T60" fmla="*/ 96 w 225"/>
              <a:gd name="T61" fmla="*/ 314 h 354"/>
              <a:gd name="T62" fmla="*/ 72 w 225"/>
              <a:gd name="T63" fmla="*/ 338 h 354"/>
              <a:gd name="T64" fmla="*/ 209 w 225"/>
              <a:gd name="T65" fmla="*/ 96 h 354"/>
              <a:gd name="T66" fmla="*/ 113 w 225"/>
              <a:gd name="T67" fmla="*/ 82 h 354"/>
              <a:gd name="T68" fmla="*/ 113 w 225"/>
              <a:gd name="T69" fmla="*/ 17 h 354"/>
              <a:gd name="T70" fmla="*/ 209 w 225"/>
              <a:gd name="T71" fmla="*/ 31 h 354"/>
              <a:gd name="T72" fmla="*/ 209 w 225"/>
              <a:gd name="T73" fmla="*/ 96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225" h="354">
                <a:moveTo>
                  <a:pt x="217" y="16"/>
                </a:moveTo>
                <a:cubicBezTo>
                  <a:pt x="216" y="16"/>
                  <a:pt x="216" y="17"/>
                  <a:pt x="216" y="17"/>
                </a:cubicBezTo>
                <a:cubicBezTo>
                  <a:pt x="216" y="17"/>
                  <a:pt x="216" y="17"/>
                  <a:pt x="216" y="17"/>
                </a:cubicBezTo>
                <a:cubicBezTo>
                  <a:pt x="108" y="1"/>
                  <a:pt x="108" y="1"/>
                  <a:pt x="108" y="1"/>
                </a:cubicBezTo>
                <a:cubicBezTo>
                  <a:pt x="107" y="1"/>
                  <a:pt x="106" y="0"/>
                  <a:pt x="104" y="0"/>
                </a:cubicBezTo>
                <a:cubicBezTo>
                  <a:pt x="104" y="0"/>
                  <a:pt x="104" y="1"/>
                  <a:pt x="104" y="1"/>
                </a:cubicBezTo>
                <a:cubicBezTo>
                  <a:pt x="103" y="1"/>
                  <a:pt x="103" y="1"/>
                  <a:pt x="103" y="1"/>
                </a:cubicBezTo>
                <a:cubicBezTo>
                  <a:pt x="103" y="1"/>
                  <a:pt x="103" y="1"/>
                  <a:pt x="103" y="1"/>
                </a:cubicBezTo>
                <a:cubicBezTo>
                  <a:pt x="99" y="1"/>
                  <a:pt x="96" y="4"/>
                  <a:pt x="96" y="8"/>
                </a:cubicBezTo>
                <a:cubicBezTo>
                  <a:pt x="96" y="282"/>
                  <a:pt x="96" y="282"/>
                  <a:pt x="96" y="282"/>
                </a:cubicBezTo>
                <a:cubicBezTo>
                  <a:pt x="90" y="276"/>
                  <a:pt x="81" y="273"/>
                  <a:pt x="72" y="273"/>
                </a:cubicBezTo>
                <a:cubicBezTo>
                  <a:pt x="40" y="273"/>
                  <a:pt x="40" y="273"/>
                  <a:pt x="40" y="273"/>
                </a:cubicBezTo>
                <a:cubicBezTo>
                  <a:pt x="18" y="273"/>
                  <a:pt x="0" y="291"/>
                  <a:pt x="0" y="314"/>
                </a:cubicBezTo>
                <a:cubicBezTo>
                  <a:pt x="0" y="336"/>
                  <a:pt x="18" y="354"/>
                  <a:pt x="40" y="354"/>
                </a:cubicBezTo>
                <a:cubicBezTo>
                  <a:pt x="72" y="354"/>
                  <a:pt x="72" y="354"/>
                  <a:pt x="72" y="354"/>
                </a:cubicBezTo>
                <a:cubicBezTo>
                  <a:pt x="95" y="354"/>
                  <a:pt x="113" y="336"/>
                  <a:pt x="113" y="314"/>
                </a:cubicBezTo>
                <a:cubicBezTo>
                  <a:pt x="113" y="98"/>
                  <a:pt x="113" y="98"/>
                  <a:pt x="113" y="98"/>
                </a:cubicBezTo>
                <a:cubicBezTo>
                  <a:pt x="214" y="112"/>
                  <a:pt x="214" y="112"/>
                  <a:pt x="214" y="112"/>
                </a:cubicBezTo>
                <a:cubicBezTo>
                  <a:pt x="215" y="113"/>
                  <a:pt x="216" y="113"/>
                  <a:pt x="217" y="113"/>
                </a:cubicBezTo>
                <a:cubicBezTo>
                  <a:pt x="217" y="113"/>
                  <a:pt x="217" y="113"/>
                  <a:pt x="218" y="113"/>
                </a:cubicBezTo>
                <a:cubicBezTo>
                  <a:pt x="218" y="113"/>
                  <a:pt x="218" y="113"/>
                  <a:pt x="218" y="113"/>
                </a:cubicBezTo>
                <a:cubicBezTo>
                  <a:pt x="218" y="113"/>
                  <a:pt x="218" y="113"/>
                  <a:pt x="218" y="113"/>
                </a:cubicBezTo>
                <a:cubicBezTo>
                  <a:pt x="222" y="112"/>
                  <a:pt x="225" y="109"/>
                  <a:pt x="225" y="105"/>
                </a:cubicBezTo>
                <a:cubicBezTo>
                  <a:pt x="225" y="25"/>
                  <a:pt x="225" y="25"/>
                  <a:pt x="225" y="25"/>
                </a:cubicBezTo>
                <a:cubicBezTo>
                  <a:pt x="225" y="20"/>
                  <a:pt x="221" y="16"/>
                  <a:pt x="217" y="16"/>
                </a:cubicBezTo>
                <a:moveTo>
                  <a:pt x="72" y="338"/>
                </a:moveTo>
                <a:cubicBezTo>
                  <a:pt x="40" y="338"/>
                  <a:pt x="40" y="338"/>
                  <a:pt x="40" y="338"/>
                </a:cubicBezTo>
                <a:cubicBezTo>
                  <a:pt x="27" y="338"/>
                  <a:pt x="16" y="327"/>
                  <a:pt x="16" y="314"/>
                </a:cubicBezTo>
                <a:cubicBezTo>
                  <a:pt x="16" y="300"/>
                  <a:pt x="27" y="289"/>
                  <a:pt x="40" y="289"/>
                </a:cubicBezTo>
                <a:cubicBezTo>
                  <a:pt x="72" y="289"/>
                  <a:pt x="72" y="289"/>
                  <a:pt x="72" y="289"/>
                </a:cubicBezTo>
                <a:cubicBezTo>
                  <a:pt x="86" y="289"/>
                  <a:pt x="96" y="300"/>
                  <a:pt x="96" y="314"/>
                </a:cubicBezTo>
                <a:cubicBezTo>
                  <a:pt x="96" y="327"/>
                  <a:pt x="86" y="338"/>
                  <a:pt x="72" y="338"/>
                </a:cubicBezTo>
                <a:moveTo>
                  <a:pt x="209" y="96"/>
                </a:moveTo>
                <a:cubicBezTo>
                  <a:pt x="113" y="82"/>
                  <a:pt x="113" y="82"/>
                  <a:pt x="113" y="82"/>
                </a:cubicBezTo>
                <a:cubicBezTo>
                  <a:pt x="113" y="17"/>
                  <a:pt x="113" y="17"/>
                  <a:pt x="113" y="17"/>
                </a:cubicBezTo>
                <a:cubicBezTo>
                  <a:pt x="209" y="31"/>
                  <a:pt x="209" y="31"/>
                  <a:pt x="209" y="31"/>
                </a:cubicBezTo>
                <a:lnTo>
                  <a:pt x="209" y="96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2" name="Freeform 72"/>
          <p:cNvSpPr>
            <a:spLocks noEditPoints="1"/>
          </p:cNvSpPr>
          <p:nvPr/>
        </p:nvSpPr>
        <p:spPr bwMode="auto">
          <a:xfrm>
            <a:off x="5204884" y="916517"/>
            <a:ext cx="575733" cy="577851"/>
          </a:xfrm>
          <a:custGeom>
            <a:avLst/>
            <a:gdLst>
              <a:gd name="T0" fmla="*/ 272 w 272"/>
              <a:gd name="T1" fmla="*/ 99 h 273"/>
              <a:gd name="T2" fmla="*/ 173 w 272"/>
              <a:gd name="T3" fmla="*/ 99 h 273"/>
              <a:gd name="T4" fmla="*/ 136 w 272"/>
              <a:gd name="T5" fmla="*/ 0 h 273"/>
              <a:gd name="T6" fmla="*/ 99 w 272"/>
              <a:gd name="T7" fmla="*/ 99 h 273"/>
              <a:gd name="T8" fmla="*/ 0 w 272"/>
              <a:gd name="T9" fmla="*/ 99 h 273"/>
              <a:gd name="T10" fmla="*/ 81 w 272"/>
              <a:gd name="T11" fmla="*/ 161 h 273"/>
              <a:gd name="T12" fmla="*/ 43 w 272"/>
              <a:gd name="T13" fmla="*/ 273 h 273"/>
              <a:gd name="T14" fmla="*/ 136 w 272"/>
              <a:gd name="T15" fmla="*/ 204 h 273"/>
              <a:gd name="T16" fmla="*/ 229 w 272"/>
              <a:gd name="T17" fmla="*/ 273 h 273"/>
              <a:gd name="T18" fmla="*/ 192 w 272"/>
              <a:gd name="T19" fmla="*/ 161 h 273"/>
              <a:gd name="T20" fmla="*/ 272 w 272"/>
              <a:gd name="T21" fmla="*/ 99 h 273"/>
              <a:gd name="T22" fmla="*/ 205 w 272"/>
              <a:gd name="T23" fmla="*/ 240 h 273"/>
              <a:gd name="T24" fmla="*/ 143 w 272"/>
              <a:gd name="T25" fmla="*/ 194 h 273"/>
              <a:gd name="T26" fmla="*/ 136 w 272"/>
              <a:gd name="T27" fmla="*/ 189 h 273"/>
              <a:gd name="T28" fmla="*/ 129 w 272"/>
              <a:gd name="T29" fmla="*/ 194 h 273"/>
              <a:gd name="T30" fmla="*/ 68 w 272"/>
              <a:gd name="T31" fmla="*/ 240 h 273"/>
              <a:gd name="T32" fmla="*/ 92 w 272"/>
              <a:gd name="T33" fmla="*/ 165 h 273"/>
              <a:gd name="T34" fmla="*/ 95 w 272"/>
              <a:gd name="T35" fmla="*/ 156 h 273"/>
              <a:gd name="T36" fmla="*/ 88 w 272"/>
              <a:gd name="T37" fmla="*/ 151 h 273"/>
              <a:gd name="T38" fmla="*/ 36 w 272"/>
              <a:gd name="T39" fmla="*/ 112 h 273"/>
              <a:gd name="T40" fmla="*/ 108 w 272"/>
              <a:gd name="T41" fmla="*/ 112 h 273"/>
              <a:gd name="T42" fmla="*/ 111 w 272"/>
              <a:gd name="T43" fmla="*/ 104 h 273"/>
              <a:gd name="T44" fmla="*/ 136 w 272"/>
              <a:gd name="T45" fmla="*/ 35 h 273"/>
              <a:gd name="T46" fmla="*/ 162 w 272"/>
              <a:gd name="T47" fmla="*/ 104 h 273"/>
              <a:gd name="T48" fmla="*/ 165 w 272"/>
              <a:gd name="T49" fmla="*/ 112 h 273"/>
              <a:gd name="T50" fmla="*/ 236 w 272"/>
              <a:gd name="T51" fmla="*/ 112 h 273"/>
              <a:gd name="T52" fmla="*/ 184 w 272"/>
              <a:gd name="T53" fmla="*/ 151 h 273"/>
              <a:gd name="T54" fmla="*/ 177 w 272"/>
              <a:gd name="T55" fmla="*/ 156 h 273"/>
              <a:gd name="T56" fmla="*/ 205 w 272"/>
              <a:gd name="T57" fmla="*/ 240 h 2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272" h="273">
                <a:moveTo>
                  <a:pt x="272" y="99"/>
                </a:moveTo>
                <a:lnTo>
                  <a:pt x="173" y="99"/>
                </a:lnTo>
                <a:lnTo>
                  <a:pt x="136" y="0"/>
                </a:lnTo>
                <a:lnTo>
                  <a:pt x="99" y="99"/>
                </a:lnTo>
                <a:lnTo>
                  <a:pt x="0" y="99"/>
                </a:lnTo>
                <a:lnTo>
                  <a:pt x="81" y="161"/>
                </a:lnTo>
                <a:lnTo>
                  <a:pt x="43" y="273"/>
                </a:lnTo>
                <a:lnTo>
                  <a:pt x="136" y="204"/>
                </a:lnTo>
                <a:lnTo>
                  <a:pt x="229" y="273"/>
                </a:lnTo>
                <a:lnTo>
                  <a:pt x="192" y="161"/>
                </a:lnTo>
                <a:lnTo>
                  <a:pt x="272" y="99"/>
                </a:lnTo>
                <a:close/>
                <a:moveTo>
                  <a:pt x="205" y="240"/>
                </a:moveTo>
                <a:lnTo>
                  <a:pt x="143" y="194"/>
                </a:lnTo>
                <a:lnTo>
                  <a:pt x="136" y="189"/>
                </a:lnTo>
                <a:lnTo>
                  <a:pt x="129" y="194"/>
                </a:lnTo>
                <a:lnTo>
                  <a:pt x="68" y="240"/>
                </a:lnTo>
                <a:lnTo>
                  <a:pt x="92" y="165"/>
                </a:lnTo>
                <a:lnTo>
                  <a:pt x="95" y="156"/>
                </a:lnTo>
                <a:lnTo>
                  <a:pt x="88" y="151"/>
                </a:lnTo>
                <a:lnTo>
                  <a:pt x="36" y="112"/>
                </a:lnTo>
                <a:lnTo>
                  <a:pt x="108" y="112"/>
                </a:lnTo>
                <a:lnTo>
                  <a:pt x="111" y="104"/>
                </a:lnTo>
                <a:lnTo>
                  <a:pt x="136" y="35"/>
                </a:lnTo>
                <a:lnTo>
                  <a:pt x="162" y="104"/>
                </a:lnTo>
                <a:lnTo>
                  <a:pt x="165" y="112"/>
                </a:lnTo>
                <a:lnTo>
                  <a:pt x="236" y="112"/>
                </a:lnTo>
                <a:lnTo>
                  <a:pt x="184" y="151"/>
                </a:lnTo>
                <a:lnTo>
                  <a:pt x="177" y="156"/>
                </a:lnTo>
                <a:lnTo>
                  <a:pt x="205" y="24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3" name="Freeform 73"/>
          <p:cNvSpPr>
            <a:spLocks noEditPoints="1"/>
          </p:cNvSpPr>
          <p:nvPr/>
        </p:nvSpPr>
        <p:spPr bwMode="auto">
          <a:xfrm>
            <a:off x="6305551" y="916517"/>
            <a:ext cx="575733" cy="577851"/>
          </a:xfrm>
          <a:custGeom>
            <a:avLst/>
            <a:gdLst>
              <a:gd name="T0" fmla="*/ 272 w 272"/>
              <a:gd name="T1" fmla="*/ 50 h 273"/>
              <a:gd name="T2" fmla="*/ 223 w 272"/>
              <a:gd name="T3" fmla="*/ 50 h 273"/>
              <a:gd name="T4" fmla="*/ 203 w 272"/>
              <a:gd name="T5" fmla="*/ 0 h 273"/>
              <a:gd name="T6" fmla="*/ 185 w 272"/>
              <a:gd name="T7" fmla="*/ 50 h 273"/>
              <a:gd name="T8" fmla="*/ 136 w 272"/>
              <a:gd name="T9" fmla="*/ 50 h 273"/>
              <a:gd name="T10" fmla="*/ 176 w 272"/>
              <a:gd name="T11" fmla="*/ 81 h 273"/>
              <a:gd name="T12" fmla="*/ 157 w 272"/>
              <a:gd name="T13" fmla="*/ 136 h 273"/>
              <a:gd name="T14" fmla="*/ 203 w 272"/>
              <a:gd name="T15" fmla="*/ 102 h 273"/>
              <a:gd name="T16" fmla="*/ 250 w 272"/>
              <a:gd name="T17" fmla="*/ 136 h 273"/>
              <a:gd name="T18" fmla="*/ 232 w 272"/>
              <a:gd name="T19" fmla="*/ 81 h 273"/>
              <a:gd name="T20" fmla="*/ 272 w 272"/>
              <a:gd name="T21" fmla="*/ 50 h 273"/>
              <a:gd name="T22" fmla="*/ 211 w 272"/>
              <a:gd name="T23" fmla="*/ 92 h 273"/>
              <a:gd name="T24" fmla="*/ 203 w 272"/>
              <a:gd name="T25" fmla="*/ 87 h 273"/>
              <a:gd name="T26" fmla="*/ 196 w 272"/>
              <a:gd name="T27" fmla="*/ 92 h 273"/>
              <a:gd name="T28" fmla="*/ 181 w 272"/>
              <a:gd name="T29" fmla="*/ 103 h 273"/>
              <a:gd name="T30" fmla="*/ 188 w 272"/>
              <a:gd name="T31" fmla="*/ 85 h 273"/>
              <a:gd name="T32" fmla="*/ 190 w 272"/>
              <a:gd name="T33" fmla="*/ 76 h 273"/>
              <a:gd name="T34" fmla="*/ 183 w 272"/>
              <a:gd name="T35" fmla="*/ 71 h 273"/>
              <a:gd name="T36" fmla="*/ 172 w 272"/>
              <a:gd name="T37" fmla="*/ 62 h 273"/>
              <a:gd name="T38" fmla="*/ 194 w 272"/>
              <a:gd name="T39" fmla="*/ 62 h 273"/>
              <a:gd name="T40" fmla="*/ 196 w 272"/>
              <a:gd name="T41" fmla="*/ 54 h 273"/>
              <a:gd name="T42" fmla="*/ 203 w 272"/>
              <a:gd name="T43" fmla="*/ 35 h 273"/>
              <a:gd name="T44" fmla="*/ 211 w 272"/>
              <a:gd name="T45" fmla="*/ 54 h 273"/>
              <a:gd name="T46" fmla="*/ 213 w 272"/>
              <a:gd name="T47" fmla="*/ 62 h 273"/>
              <a:gd name="T48" fmla="*/ 236 w 272"/>
              <a:gd name="T49" fmla="*/ 62 h 273"/>
              <a:gd name="T50" fmla="*/ 224 w 272"/>
              <a:gd name="T51" fmla="*/ 71 h 273"/>
              <a:gd name="T52" fmla="*/ 217 w 272"/>
              <a:gd name="T53" fmla="*/ 76 h 273"/>
              <a:gd name="T54" fmla="*/ 220 w 272"/>
              <a:gd name="T55" fmla="*/ 85 h 273"/>
              <a:gd name="T56" fmla="*/ 226 w 272"/>
              <a:gd name="T57" fmla="*/ 103 h 273"/>
              <a:gd name="T58" fmla="*/ 211 w 272"/>
              <a:gd name="T59" fmla="*/ 92 h 273"/>
              <a:gd name="T60" fmla="*/ 118 w 272"/>
              <a:gd name="T61" fmla="*/ 155 h 273"/>
              <a:gd name="T62" fmla="*/ 92 w 272"/>
              <a:gd name="T63" fmla="*/ 87 h 273"/>
              <a:gd name="T64" fmla="*/ 67 w 272"/>
              <a:gd name="T65" fmla="*/ 155 h 273"/>
              <a:gd name="T66" fmla="*/ 0 w 272"/>
              <a:gd name="T67" fmla="*/ 155 h 273"/>
              <a:gd name="T68" fmla="*/ 55 w 272"/>
              <a:gd name="T69" fmla="*/ 196 h 273"/>
              <a:gd name="T70" fmla="*/ 29 w 272"/>
              <a:gd name="T71" fmla="*/ 273 h 273"/>
              <a:gd name="T72" fmla="*/ 92 w 272"/>
              <a:gd name="T73" fmla="*/ 226 h 273"/>
              <a:gd name="T74" fmla="*/ 156 w 272"/>
              <a:gd name="T75" fmla="*/ 273 h 273"/>
              <a:gd name="T76" fmla="*/ 130 w 272"/>
              <a:gd name="T77" fmla="*/ 196 h 273"/>
              <a:gd name="T78" fmla="*/ 185 w 272"/>
              <a:gd name="T79" fmla="*/ 155 h 273"/>
              <a:gd name="T80" fmla="*/ 118 w 272"/>
              <a:gd name="T81" fmla="*/ 155 h 273"/>
              <a:gd name="T82" fmla="*/ 119 w 272"/>
              <a:gd name="T83" fmla="*/ 200 h 273"/>
              <a:gd name="T84" fmla="*/ 132 w 272"/>
              <a:gd name="T85" fmla="*/ 240 h 273"/>
              <a:gd name="T86" fmla="*/ 99 w 272"/>
              <a:gd name="T87" fmla="*/ 216 h 273"/>
              <a:gd name="T88" fmla="*/ 92 w 272"/>
              <a:gd name="T89" fmla="*/ 211 h 273"/>
              <a:gd name="T90" fmla="*/ 85 w 272"/>
              <a:gd name="T91" fmla="*/ 216 h 273"/>
              <a:gd name="T92" fmla="*/ 53 w 272"/>
              <a:gd name="T93" fmla="*/ 240 h 273"/>
              <a:gd name="T94" fmla="*/ 66 w 272"/>
              <a:gd name="T95" fmla="*/ 200 h 273"/>
              <a:gd name="T96" fmla="*/ 69 w 272"/>
              <a:gd name="T97" fmla="*/ 192 h 273"/>
              <a:gd name="T98" fmla="*/ 62 w 272"/>
              <a:gd name="T99" fmla="*/ 186 h 273"/>
              <a:gd name="T100" fmla="*/ 36 w 272"/>
              <a:gd name="T101" fmla="*/ 167 h 273"/>
              <a:gd name="T102" fmla="*/ 75 w 272"/>
              <a:gd name="T103" fmla="*/ 167 h 273"/>
              <a:gd name="T104" fmla="*/ 79 w 272"/>
              <a:gd name="T105" fmla="*/ 159 h 273"/>
              <a:gd name="T106" fmla="*/ 92 w 272"/>
              <a:gd name="T107" fmla="*/ 122 h 273"/>
              <a:gd name="T108" fmla="*/ 106 w 272"/>
              <a:gd name="T109" fmla="*/ 159 h 273"/>
              <a:gd name="T110" fmla="*/ 109 w 272"/>
              <a:gd name="T111" fmla="*/ 167 h 273"/>
              <a:gd name="T112" fmla="*/ 149 w 272"/>
              <a:gd name="T113" fmla="*/ 167 h 273"/>
              <a:gd name="T114" fmla="*/ 123 w 272"/>
              <a:gd name="T115" fmla="*/ 186 h 273"/>
              <a:gd name="T116" fmla="*/ 116 w 272"/>
              <a:gd name="T117" fmla="*/ 192 h 273"/>
              <a:gd name="T118" fmla="*/ 119 w 272"/>
              <a:gd name="T119" fmla="*/ 200 h 2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272" h="273">
                <a:moveTo>
                  <a:pt x="272" y="50"/>
                </a:moveTo>
                <a:lnTo>
                  <a:pt x="223" y="50"/>
                </a:lnTo>
                <a:lnTo>
                  <a:pt x="203" y="0"/>
                </a:lnTo>
                <a:lnTo>
                  <a:pt x="185" y="50"/>
                </a:lnTo>
                <a:lnTo>
                  <a:pt x="136" y="50"/>
                </a:lnTo>
                <a:lnTo>
                  <a:pt x="176" y="81"/>
                </a:lnTo>
                <a:lnTo>
                  <a:pt x="157" y="136"/>
                </a:lnTo>
                <a:lnTo>
                  <a:pt x="203" y="102"/>
                </a:lnTo>
                <a:lnTo>
                  <a:pt x="250" y="136"/>
                </a:lnTo>
                <a:lnTo>
                  <a:pt x="232" y="81"/>
                </a:lnTo>
                <a:lnTo>
                  <a:pt x="272" y="50"/>
                </a:lnTo>
                <a:close/>
                <a:moveTo>
                  <a:pt x="211" y="92"/>
                </a:moveTo>
                <a:lnTo>
                  <a:pt x="203" y="87"/>
                </a:lnTo>
                <a:lnTo>
                  <a:pt x="196" y="92"/>
                </a:lnTo>
                <a:lnTo>
                  <a:pt x="181" y="103"/>
                </a:lnTo>
                <a:lnTo>
                  <a:pt x="188" y="85"/>
                </a:lnTo>
                <a:lnTo>
                  <a:pt x="190" y="76"/>
                </a:lnTo>
                <a:lnTo>
                  <a:pt x="183" y="71"/>
                </a:lnTo>
                <a:lnTo>
                  <a:pt x="172" y="62"/>
                </a:lnTo>
                <a:lnTo>
                  <a:pt x="194" y="62"/>
                </a:lnTo>
                <a:lnTo>
                  <a:pt x="196" y="54"/>
                </a:lnTo>
                <a:lnTo>
                  <a:pt x="203" y="35"/>
                </a:lnTo>
                <a:lnTo>
                  <a:pt x="211" y="54"/>
                </a:lnTo>
                <a:lnTo>
                  <a:pt x="213" y="62"/>
                </a:lnTo>
                <a:lnTo>
                  <a:pt x="236" y="62"/>
                </a:lnTo>
                <a:lnTo>
                  <a:pt x="224" y="71"/>
                </a:lnTo>
                <a:lnTo>
                  <a:pt x="217" y="76"/>
                </a:lnTo>
                <a:lnTo>
                  <a:pt x="220" y="85"/>
                </a:lnTo>
                <a:lnTo>
                  <a:pt x="226" y="103"/>
                </a:lnTo>
                <a:lnTo>
                  <a:pt x="211" y="92"/>
                </a:lnTo>
                <a:close/>
                <a:moveTo>
                  <a:pt x="118" y="155"/>
                </a:moveTo>
                <a:lnTo>
                  <a:pt x="92" y="87"/>
                </a:lnTo>
                <a:lnTo>
                  <a:pt x="67" y="155"/>
                </a:lnTo>
                <a:lnTo>
                  <a:pt x="0" y="155"/>
                </a:lnTo>
                <a:lnTo>
                  <a:pt x="55" y="196"/>
                </a:lnTo>
                <a:lnTo>
                  <a:pt x="29" y="273"/>
                </a:lnTo>
                <a:lnTo>
                  <a:pt x="92" y="226"/>
                </a:lnTo>
                <a:lnTo>
                  <a:pt x="156" y="273"/>
                </a:lnTo>
                <a:lnTo>
                  <a:pt x="130" y="196"/>
                </a:lnTo>
                <a:lnTo>
                  <a:pt x="185" y="155"/>
                </a:lnTo>
                <a:lnTo>
                  <a:pt x="118" y="155"/>
                </a:lnTo>
                <a:close/>
                <a:moveTo>
                  <a:pt x="119" y="200"/>
                </a:moveTo>
                <a:lnTo>
                  <a:pt x="132" y="240"/>
                </a:lnTo>
                <a:lnTo>
                  <a:pt x="99" y="216"/>
                </a:lnTo>
                <a:lnTo>
                  <a:pt x="92" y="211"/>
                </a:lnTo>
                <a:lnTo>
                  <a:pt x="85" y="216"/>
                </a:lnTo>
                <a:lnTo>
                  <a:pt x="53" y="240"/>
                </a:lnTo>
                <a:lnTo>
                  <a:pt x="66" y="200"/>
                </a:lnTo>
                <a:lnTo>
                  <a:pt x="69" y="192"/>
                </a:lnTo>
                <a:lnTo>
                  <a:pt x="62" y="186"/>
                </a:lnTo>
                <a:lnTo>
                  <a:pt x="36" y="167"/>
                </a:lnTo>
                <a:lnTo>
                  <a:pt x="75" y="167"/>
                </a:lnTo>
                <a:lnTo>
                  <a:pt x="79" y="159"/>
                </a:lnTo>
                <a:lnTo>
                  <a:pt x="92" y="122"/>
                </a:lnTo>
                <a:lnTo>
                  <a:pt x="106" y="159"/>
                </a:lnTo>
                <a:lnTo>
                  <a:pt x="109" y="167"/>
                </a:lnTo>
                <a:lnTo>
                  <a:pt x="149" y="167"/>
                </a:lnTo>
                <a:lnTo>
                  <a:pt x="123" y="186"/>
                </a:lnTo>
                <a:lnTo>
                  <a:pt x="116" y="192"/>
                </a:lnTo>
                <a:lnTo>
                  <a:pt x="119" y="20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4" name="Freeform 74"/>
          <p:cNvSpPr>
            <a:spLocks noEditPoints="1"/>
          </p:cNvSpPr>
          <p:nvPr/>
        </p:nvSpPr>
        <p:spPr bwMode="auto">
          <a:xfrm>
            <a:off x="7404100" y="916517"/>
            <a:ext cx="575733" cy="577851"/>
          </a:xfrm>
          <a:custGeom>
            <a:avLst/>
            <a:gdLst>
              <a:gd name="T0" fmla="*/ 176 w 353"/>
              <a:gd name="T1" fmla="*/ 0 h 354"/>
              <a:gd name="T2" fmla="*/ 0 w 353"/>
              <a:gd name="T3" fmla="*/ 177 h 354"/>
              <a:gd name="T4" fmla="*/ 176 w 353"/>
              <a:gd name="T5" fmla="*/ 354 h 354"/>
              <a:gd name="T6" fmla="*/ 353 w 353"/>
              <a:gd name="T7" fmla="*/ 177 h 354"/>
              <a:gd name="T8" fmla="*/ 176 w 353"/>
              <a:gd name="T9" fmla="*/ 0 h 354"/>
              <a:gd name="T10" fmla="*/ 176 w 353"/>
              <a:gd name="T11" fmla="*/ 338 h 354"/>
              <a:gd name="T12" fmla="*/ 16 w 353"/>
              <a:gd name="T13" fmla="*/ 177 h 354"/>
              <a:gd name="T14" fmla="*/ 176 w 353"/>
              <a:gd name="T15" fmla="*/ 16 h 354"/>
              <a:gd name="T16" fmla="*/ 337 w 353"/>
              <a:gd name="T17" fmla="*/ 177 h 354"/>
              <a:gd name="T18" fmla="*/ 176 w 353"/>
              <a:gd name="T19" fmla="*/ 338 h 354"/>
              <a:gd name="T20" fmla="*/ 200 w 353"/>
              <a:gd name="T21" fmla="*/ 145 h 354"/>
              <a:gd name="T22" fmla="*/ 172 w 353"/>
              <a:gd name="T23" fmla="*/ 72 h 354"/>
              <a:gd name="T24" fmla="*/ 145 w 353"/>
              <a:gd name="T25" fmla="*/ 145 h 354"/>
              <a:gd name="T26" fmla="*/ 72 w 353"/>
              <a:gd name="T27" fmla="*/ 145 h 354"/>
              <a:gd name="T28" fmla="*/ 131 w 353"/>
              <a:gd name="T29" fmla="*/ 191 h 354"/>
              <a:gd name="T30" fmla="*/ 104 w 353"/>
              <a:gd name="T31" fmla="*/ 273 h 354"/>
              <a:gd name="T32" fmla="*/ 172 w 353"/>
              <a:gd name="T33" fmla="*/ 223 h 354"/>
              <a:gd name="T34" fmla="*/ 241 w 353"/>
              <a:gd name="T35" fmla="*/ 273 h 354"/>
              <a:gd name="T36" fmla="*/ 214 w 353"/>
              <a:gd name="T37" fmla="*/ 191 h 354"/>
              <a:gd name="T38" fmla="*/ 273 w 353"/>
              <a:gd name="T39" fmla="*/ 145 h 354"/>
              <a:gd name="T40" fmla="*/ 200 w 353"/>
              <a:gd name="T41" fmla="*/ 145 h 354"/>
              <a:gd name="T42" fmla="*/ 198 w 353"/>
              <a:gd name="T43" fmla="*/ 196 h 354"/>
              <a:gd name="T44" fmla="*/ 210 w 353"/>
              <a:gd name="T45" fmla="*/ 230 h 354"/>
              <a:gd name="T46" fmla="*/ 182 w 353"/>
              <a:gd name="T47" fmla="*/ 210 h 354"/>
              <a:gd name="T48" fmla="*/ 172 w 353"/>
              <a:gd name="T49" fmla="*/ 203 h 354"/>
              <a:gd name="T50" fmla="*/ 163 w 353"/>
              <a:gd name="T51" fmla="*/ 210 h 354"/>
              <a:gd name="T52" fmla="*/ 135 w 353"/>
              <a:gd name="T53" fmla="*/ 230 h 354"/>
              <a:gd name="T54" fmla="*/ 147 w 353"/>
              <a:gd name="T55" fmla="*/ 196 h 354"/>
              <a:gd name="T56" fmla="*/ 150 w 353"/>
              <a:gd name="T57" fmla="*/ 185 h 354"/>
              <a:gd name="T58" fmla="*/ 141 w 353"/>
              <a:gd name="T59" fmla="*/ 178 h 354"/>
              <a:gd name="T60" fmla="*/ 119 w 353"/>
              <a:gd name="T61" fmla="*/ 161 h 354"/>
              <a:gd name="T62" fmla="*/ 156 w 353"/>
              <a:gd name="T63" fmla="*/ 161 h 354"/>
              <a:gd name="T64" fmla="*/ 160 w 353"/>
              <a:gd name="T65" fmla="*/ 150 h 354"/>
              <a:gd name="T66" fmla="*/ 172 w 353"/>
              <a:gd name="T67" fmla="*/ 118 h 354"/>
              <a:gd name="T68" fmla="*/ 185 w 353"/>
              <a:gd name="T69" fmla="*/ 150 h 354"/>
              <a:gd name="T70" fmla="*/ 189 w 353"/>
              <a:gd name="T71" fmla="*/ 161 h 354"/>
              <a:gd name="T72" fmla="*/ 226 w 353"/>
              <a:gd name="T73" fmla="*/ 161 h 354"/>
              <a:gd name="T74" fmla="*/ 204 w 353"/>
              <a:gd name="T75" fmla="*/ 178 h 354"/>
              <a:gd name="T76" fmla="*/ 195 w 353"/>
              <a:gd name="T77" fmla="*/ 185 h 354"/>
              <a:gd name="T78" fmla="*/ 198 w 353"/>
              <a:gd name="T79" fmla="*/ 196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353" h="354">
                <a:moveTo>
                  <a:pt x="176" y="0"/>
                </a:moveTo>
                <a:cubicBezTo>
                  <a:pt x="79" y="0"/>
                  <a:pt x="0" y="79"/>
                  <a:pt x="0" y="177"/>
                </a:cubicBezTo>
                <a:cubicBezTo>
                  <a:pt x="0" y="275"/>
                  <a:pt x="79" y="354"/>
                  <a:pt x="176" y="354"/>
                </a:cubicBezTo>
                <a:cubicBezTo>
                  <a:pt x="274" y="354"/>
                  <a:pt x="353" y="275"/>
                  <a:pt x="353" y="177"/>
                </a:cubicBezTo>
                <a:cubicBezTo>
                  <a:pt x="353" y="79"/>
                  <a:pt x="274" y="0"/>
                  <a:pt x="176" y="0"/>
                </a:cubicBezTo>
                <a:moveTo>
                  <a:pt x="176" y="338"/>
                </a:moveTo>
                <a:cubicBezTo>
                  <a:pt x="88" y="338"/>
                  <a:pt x="16" y="266"/>
                  <a:pt x="16" y="177"/>
                </a:cubicBezTo>
                <a:cubicBezTo>
                  <a:pt x="16" y="88"/>
                  <a:pt x="88" y="16"/>
                  <a:pt x="176" y="16"/>
                </a:cubicBezTo>
                <a:cubicBezTo>
                  <a:pt x="265" y="16"/>
                  <a:pt x="337" y="88"/>
                  <a:pt x="337" y="177"/>
                </a:cubicBezTo>
                <a:cubicBezTo>
                  <a:pt x="337" y="266"/>
                  <a:pt x="265" y="338"/>
                  <a:pt x="176" y="338"/>
                </a:cubicBezTo>
                <a:moveTo>
                  <a:pt x="200" y="145"/>
                </a:moveTo>
                <a:cubicBezTo>
                  <a:pt x="172" y="72"/>
                  <a:pt x="172" y="72"/>
                  <a:pt x="172" y="72"/>
                </a:cubicBezTo>
                <a:cubicBezTo>
                  <a:pt x="145" y="145"/>
                  <a:pt x="145" y="145"/>
                  <a:pt x="145" y="145"/>
                </a:cubicBezTo>
                <a:cubicBezTo>
                  <a:pt x="72" y="145"/>
                  <a:pt x="72" y="145"/>
                  <a:pt x="72" y="145"/>
                </a:cubicBezTo>
                <a:cubicBezTo>
                  <a:pt x="131" y="191"/>
                  <a:pt x="131" y="191"/>
                  <a:pt x="131" y="191"/>
                </a:cubicBezTo>
                <a:cubicBezTo>
                  <a:pt x="104" y="273"/>
                  <a:pt x="104" y="273"/>
                  <a:pt x="104" y="273"/>
                </a:cubicBezTo>
                <a:cubicBezTo>
                  <a:pt x="172" y="223"/>
                  <a:pt x="172" y="223"/>
                  <a:pt x="172" y="223"/>
                </a:cubicBezTo>
                <a:cubicBezTo>
                  <a:pt x="241" y="273"/>
                  <a:pt x="241" y="273"/>
                  <a:pt x="241" y="273"/>
                </a:cubicBezTo>
                <a:cubicBezTo>
                  <a:pt x="214" y="191"/>
                  <a:pt x="214" y="191"/>
                  <a:pt x="214" y="191"/>
                </a:cubicBezTo>
                <a:cubicBezTo>
                  <a:pt x="273" y="145"/>
                  <a:pt x="273" y="145"/>
                  <a:pt x="273" y="145"/>
                </a:cubicBezTo>
                <a:lnTo>
                  <a:pt x="200" y="145"/>
                </a:lnTo>
                <a:close/>
                <a:moveTo>
                  <a:pt x="198" y="196"/>
                </a:moveTo>
                <a:cubicBezTo>
                  <a:pt x="210" y="230"/>
                  <a:pt x="210" y="230"/>
                  <a:pt x="210" y="230"/>
                </a:cubicBezTo>
                <a:cubicBezTo>
                  <a:pt x="182" y="210"/>
                  <a:pt x="182" y="210"/>
                  <a:pt x="182" y="210"/>
                </a:cubicBezTo>
                <a:cubicBezTo>
                  <a:pt x="172" y="203"/>
                  <a:pt x="172" y="203"/>
                  <a:pt x="172" y="203"/>
                </a:cubicBezTo>
                <a:cubicBezTo>
                  <a:pt x="163" y="210"/>
                  <a:pt x="163" y="210"/>
                  <a:pt x="163" y="210"/>
                </a:cubicBezTo>
                <a:cubicBezTo>
                  <a:pt x="135" y="230"/>
                  <a:pt x="135" y="230"/>
                  <a:pt x="135" y="230"/>
                </a:cubicBezTo>
                <a:cubicBezTo>
                  <a:pt x="147" y="196"/>
                  <a:pt x="147" y="196"/>
                  <a:pt x="147" y="196"/>
                </a:cubicBezTo>
                <a:cubicBezTo>
                  <a:pt x="150" y="185"/>
                  <a:pt x="150" y="185"/>
                  <a:pt x="150" y="185"/>
                </a:cubicBezTo>
                <a:cubicBezTo>
                  <a:pt x="141" y="178"/>
                  <a:pt x="141" y="178"/>
                  <a:pt x="141" y="178"/>
                </a:cubicBezTo>
                <a:cubicBezTo>
                  <a:pt x="119" y="161"/>
                  <a:pt x="119" y="161"/>
                  <a:pt x="119" y="161"/>
                </a:cubicBezTo>
                <a:cubicBezTo>
                  <a:pt x="156" y="161"/>
                  <a:pt x="156" y="161"/>
                  <a:pt x="156" y="161"/>
                </a:cubicBezTo>
                <a:cubicBezTo>
                  <a:pt x="160" y="150"/>
                  <a:pt x="160" y="150"/>
                  <a:pt x="160" y="150"/>
                </a:cubicBezTo>
                <a:cubicBezTo>
                  <a:pt x="172" y="118"/>
                  <a:pt x="172" y="118"/>
                  <a:pt x="172" y="118"/>
                </a:cubicBezTo>
                <a:cubicBezTo>
                  <a:pt x="185" y="150"/>
                  <a:pt x="185" y="150"/>
                  <a:pt x="185" y="150"/>
                </a:cubicBezTo>
                <a:cubicBezTo>
                  <a:pt x="189" y="161"/>
                  <a:pt x="189" y="161"/>
                  <a:pt x="189" y="161"/>
                </a:cubicBezTo>
                <a:cubicBezTo>
                  <a:pt x="226" y="161"/>
                  <a:pt x="226" y="161"/>
                  <a:pt x="226" y="161"/>
                </a:cubicBezTo>
                <a:cubicBezTo>
                  <a:pt x="204" y="178"/>
                  <a:pt x="204" y="178"/>
                  <a:pt x="204" y="178"/>
                </a:cubicBezTo>
                <a:cubicBezTo>
                  <a:pt x="195" y="185"/>
                  <a:pt x="195" y="185"/>
                  <a:pt x="195" y="185"/>
                </a:cubicBezTo>
                <a:lnTo>
                  <a:pt x="198" y="196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5" name="Freeform 75"/>
          <p:cNvSpPr>
            <a:spLocks noEditPoints="1"/>
          </p:cNvSpPr>
          <p:nvPr/>
        </p:nvSpPr>
        <p:spPr bwMode="auto">
          <a:xfrm>
            <a:off x="8504767" y="916517"/>
            <a:ext cx="575733" cy="577851"/>
          </a:xfrm>
          <a:custGeom>
            <a:avLst/>
            <a:gdLst>
              <a:gd name="T0" fmla="*/ 153 w 353"/>
              <a:gd name="T1" fmla="*/ 265 h 354"/>
              <a:gd name="T2" fmla="*/ 153 w 353"/>
              <a:gd name="T3" fmla="*/ 281 h 354"/>
              <a:gd name="T4" fmla="*/ 305 w 353"/>
              <a:gd name="T5" fmla="*/ 273 h 354"/>
              <a:gd name="T6" fmla="*/ 80 w 353"/>
              <a:gd name="T7" fmla="*/ 49 h 354"/>
              <a:gd name="T8" fmla="*/ 48 w 353"/>
              <a:gd name="T9" fmla="*/ 72 h 354"/>
              <a:gd name="T10" fmla="*/ 59 w 353"/>
              <a:gd name="T11" fmla="*/ 113 h 354"/>
              <a:gd name="T12" fmla="*/ 102 w 353"/>
              <a:gd name="T13" fmla="*/ 113 h 354"/>
              <a:gd name="T14" fmla="*/ 113 w 353"/>
              <a:gd name="T15" fmla="*/ 72 h 354"/>
              <a:gd name="T16" fmla="*/ 80 w 353"/>
              <a:gd name="T17" fmla="*/ 49 h 354"/>
              <a:gd name="T18" fmla="*/ 72 w 353"/>
              <a:gd name="T19" fmla="*/ 168 h 354"/>
              <a:gd name="T20" fmla="*/ 67 w 353"/>
              <a:gd name="T21" fmla="*/ 183 h 354"/>
              <a:gd name="T22" fmla="*/ 80 w 353"/>
              <a:gd name="T23" fmla="*/ 193 h 354"/>
              <a:gd name="T24" fmla="*/ 94 w 353"/>
              <a:gd name="T25" fmla="*/ 183 h 354"/>
              <a:gd name="T26" fmla="*/ 89 w 353"/>
              <a:gd name="T27" fmla="*/ 168 h 354"/>
              <a:gd name="T28" fmla="*/ 89 w 353"/>
              <a:gd name="T29" fmla="*/ 265 h 354"/>
              <a:gd name="T30" fmla="*/ 72 w 353"/>
              <a:gd name="T31" fmla="*/ 265 h 354"/>
              <a:gd name="T32" fmla="*/ 67 w 353"/>
              <a:gd name="T33" fmla="*/ 279 h 354"/>
              <a:gd name="T34" fmla="*/ 80 w 353"/>
              <a:gd name="T35" fmla="*/ 289 h 354"/>
              <a:gd name="T36" fmla="*/ 94 w 353"/>
              <a:gd name="T37" fmla="*/ 279 h 354"/>
              <a:gd name="T38" fmla="*/ 89 w 353"/>
              <a:gd name="T39" fmla="*/ 265 h 354"/>
              <a:gd name="T40" fmla="*/ 153 w 353"/>
              <a:gd name="T41" fmla="*/ 169 h 354"/>
              <a:gd name="T42" fmla="*/ 153 w 353"/>
              <a:gd name="T43" fmla="*/ 185 h 354"/>
              <a:gd name="T44" fmla="*/ 305 w 353"/>
              <a:gd name="T45" fmla="*/ 177 h 354"/>
              <a:gd name="T46" fmla="*/ 321 w 353"/>
              <a:gd name="T47" fmla="*/ 0 h 354"/>
              <a:gd name="T48" fmla="*/ 0 w 353"/>
              <a:gd name="T49" fmla="*/ 33 h 354"/>
              <a:gd name="T50" fmla="*/ 32 w 353"/>
              <a:gd name="T51" fmla="*/ 354 h 354"/>
              <a:gd name="T52" fmla="*/ 353 w 353"/>
              <a:gd name="T53" fmla="*/ 322 h 354"/>
              <a:gd name="T54" fmla="*/ 321 w 353"/>
              <a:gd name="T55" fmla="*/ 0 h 354"/>
              <a:gd name="T56" fmla="*/ 321 w 353"/>
              <a:gd name="T57" fmla="*/ 338 h 354"/>
              <a:gd name="T58" fmla="*/ 16 w 353"/>
              <a:gd name="T59" fmla="*/ 322 h 354"/>
              <a:gd name="T60" fmla="*/ 32 w 353"/>
              <a:gd name="T61" fmla="*/ 16 h 354"/>
              <a:gd name="T62" fmla="*/ 337 w 353"/>
              <a:gd name="T63" fmla="*/ 33 h 354"/>
              <a:gd name="T64" fmla="*/ 297 w 353"/>
              <a:gd name="T65" fmla="*/ 73 h 354"/>
              <a:gd name="T66" fmla="*/ 145 w 353"/>
              <a:gd name="T67" fmla="*/ 81 h 354"/>
              <a:gd name="T68" fmla="*/ 297 w 353"/>
              <a:gd name="T69" fmla="*/ 89 h 354"/>
              <a:gd name="T70" fmla="*/ 297 w 353"/>
              <a:gd name="T71" fmla="*/ 73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353" h="354">
                <a:moveTo>
                  <a:pt x="297" y="265"/>
                </a:moveTo>
                <a:cubicBezTo>
                  <a:pt x="153" y="265"/>
                  <a:pt x="153" y="265"/>
                  <a:pt x="153" y="265"/>
                </a:cubicBezTo>
                <a:cubicBezTo>
                  <a:pt x="148" y="265"/>
                  <a:pt x="145" y="269"/>
                  <a:pt x="145" y="273"/>
                </a:cubicBezTo>
                <a:cubicBezTo>
                  <a:pt x="145" y="278"/>
                  <a:pt x="148" y="281"/>
                  <a:pt x="153" y="281"/>
                </a:cubicBezTo>
                <a:cubicBezTo>
                  <a:pt x="297" y="281"/>
                  <a:pt x="297" y="281"/>
                  <a:pt x="297" y="281"/>
                </a:cubicBezTo>
                <a:cubicBezTo>
                  <a:pt x="302" y="281"/>
                  <a:pt x="305" y="278"/>
                  <a:pt x="305" y="273"/>
                </a:cubicBezTo>
                <a:cubicBezTo>
                  <a:pt x="305" y="269"/>
                  <a:pt x="302" y="265"/>
                  <a:pt x="297" y="265"/>
                </a:cubicBezTo>
                <a:moveTo>
                  <a:pt x="80" y="49"/>
                </a:moveTo>
                <a:cubicBezTo>
                  <a:pt x="72" y="72"/>
                  <a:pt x="72" y="72"/>
                  <a:pt x="72" y="72"/>
                </a:cubicBezTo>
                <a:cubicBezTo>
                  <a:pt x="48" y="72"/>
                  <a:pt x="48" y="72"/>
                  <a:pt x="48" y="72"/>
                </a:cubicBezTo>
                <a:cubicBezTo>
                  <a:pt x="67" y="87"/>
                  <a:pt x="67" y="87"/>
                  <a:pt x="67" y="87"/>
                </a:cubicBezTo>
                <a:cubicBezTo>
                  <a:pt x="59" y="113"/>
                  <a:pt x="59" y="113"/>
                  <a:pt x="59" y="113"/>
                </a:cubicBezTo>
                <a:cubicBezTo>
                  <a:pt x="80" y="97"/>
                  <a:pt x="80" y="97"/>
                  <a:pt x="80" y="97"/>
                </a:cubicBezTo>
                <a:cubicBezTo>
                  <a:pt x="102" y="113"/>
                  <a:pt x="102" y="113"/>
                  <a:pt x="102" y="113"/>
                </a:cubicBezTo>
                <a:cubicBezTo>
                  <a:pt x="94" y="87"/>
                  <a:pt x="94" y="87"/>
                  <a:pt x="94" y="87"/>
                </a:cubicBezTo>
                <a:cubicBezTo>
                  <a:pt x="113" y="72"/>
                  <a:pt x="113" y="72"/>
                  <a:pt x="113" y="72"/>
                </a:cubicBezTo>
                <a:cubicBezTo>
                  <a:pt x="89" y="72"/>
                  <a:pt x="89" y="72"/>
                  <a:pt x="89" y="72"/>
                </a:cubicBezTo>
                <a:lnTo>
                  <a:pt x="80" y="49"/>
                </a:lnTo>
                <a:close/>
                <a:moveTo>
                  <a:pt x="80" y="145"/>
                </a:moveTo>
                <a:cubicBezTo>
                  <a:pt x="72" y="168"/>
                  <a:pt x="72" y="168"/>
                  <a:pt x="72" y="168"/>
                </a:cubicBezTo>
                <a:cubicBezTo>
                  <a:pt x="48" y="168"/>
                  <a:pt x="48" y="168"/>
                  <a:pt x="48" y="168"/>
                </a:cubicBezTo>
                <a:cubicBezTo>
                  <a:pt x="67" y="183"/>
                  <a:pt x="67" y="183"/>
                  <a:pt x="67" y="183"/>
                </a:cubicBezTo>
                <a:cubicBezTo>
                  <a:pt x="59" y="209"/>
                  <a:pt x="59" y="209"/>
                  <a:pt x="59" y="209"/>
                </a:cubicBezTo>
                <a:cubicBezTo>
                  <a:pt x="80" y="193"/>
                  <a:pt x="80" y="193"/>
                  <a:pt x="80" y="193"/>
                </a:cubicBezTo>
                <a:cubicBezTo>
                  <a:pt x="102" y="209"/>
                  <a:pt x="102" y="209"/>
                  <a:pt x="102" y="209"/>
                </a:cubicBezTo>
                <a:cubicBezTo>
                  <a:pt x="94" y="183"/>
                  <a:pt x="94" y="183"/>
                  <a:pt x="94" y="183"/>
                </a:cubicBezTo>
                <a:cubicBezTo>
                  <a:pt x="113" y="168"/>
                  <a:pt x="113" y="168"/>
                  <a:pt x="113" y="168"/>
                </a:cubicBezTo>
                <a:cubicBezTo>
                  <a:pt x="89" y="168"/>
                  <a:pt x="89" y="168"/>
                  <a:pt x="89" y="168"/>
                </a:cubicBezTo>
                <a:lnTo>
                  <a:pt x="80" y="145"/>
                </a:lnTo>
                <a:close/>
                <a:moveTo>
                  <a:pt x="89" y="265"/>
                </a:moveTo>
                <a:cubicBezTo>
                  <a:pt x="80" y="241"/>
                  <a:pt x="80" y="241"/>
                  <a:pt x="80" y="241"/>
                </a:cubicBezTo>
                <a:cubicBezTo>
                  <a:pt x="72" y="265"/>
                  <a:pt x="72" y="265"/>
                  <a:pt x="72" y="265"/>
                </a:cubicBezTo>
                <a:cubicBezTo>
                  <a:pt x="48" y="265"/>
                  <a:pt x="48" y="265"/>
                  <a:pt x="48" y="265"/>
                </a:cubicBezTo>
                <a:cubicBezTo>
                  <a:pt x="67" y="279"/>
                  <a:pt x="67" y="279"/>
                  <a:pt x="67" y="279"/>
                </a:cubicBezTo>
                <a:cubicBezTo>
                  <a:pt x="59" y="305"/>
                  <a:pt x="59" y="305"/>
                  <a:pt x="59" y="305"/>
                </a:cubicBezTo>
                <a:cubicBezTo>
                  <a:pt x="80" y="289"/>
                  <a:pt x="80" y="289"/>
                  <a:pt x="80" y="289"/>
                </a:cubicBezTo>
                <a:cubicBezTo>
                  <a:pt x="102" y="305"/>
                  <a:pt x="102" y="305"/>
                  <a:pt x="102" y="305"/>
                </a:cubicBezTo>
                <a:cubicBezTo>
                  <a:pt x="94" y="279"/>
                  <a:pt x="94" y="279"/>
                  <a:pt x="94" y="279"/>
                </a:cubicBezTo>
                <a:cubicBezTo>
                  <a:pt x="113" y="265"/>
                  <a:pt x="113" y="265"/>
                  <a:pt x="113" y="265"/>
                </a:cubicBezTo>
                <a:lnTo>
                  <a:pt x="89" y="265"/>
                </a:lnTo>
                <a:close/>
                <a:moveTo>
                  <a:pt x="297" y="169"/>
                </a:moveTo>
                <a:cubicBezTo>
                  <a:pt x="153" y="169"/>
                  <a:pt x="153" y="169"/>
                  <a:pt x="153" y="169"/>
                </a:cubicBezTo>
                <a:cubicBezTo>
                  <a:pt x="148" y="169"/>
                  <a:pt x="145" y="173"/>
                  <a:pt x="145" y="177"/>
                </a:cubicBezTo>
                <a:cubicBezTo>
                  <a:pt x="145" y="181"/>
                  <a:pt x="148" y="185"/>
                  <a:pt x="153" y="185"/>
                </a:cubicBezTo>
                <a:cubicBezTo>
                  <a:pt x="297" y="185"/>
                  <a:pt x="297" y="185"/>
                  <a:pt x="297" y="185"/>
                </a:cubicBezTo>
                <a:cubicBezTo>
                  <a:pt x="302" y="185"/>
                  <a:pt x="305" y="181"/>
                  <a:pt x="305" y="177"/>
                </a:cubicBezTo>
                <a:cubicBezTo>
                  <a:pt x="305" y="173"/>
                  <a:pt x="302" y="169"/>
                  <a:pt x="297" y="169"/>
                </a:cubicBezTo>
                <a:moveTo>
                  <a:pt x="321" y="0"/>
                </a:moveTo>
                <a:cubicBezTo>
                  <a:pt x="32" y="0"/>
                  <a:pt x="32" y="0"/>
                  <a:pt x="32" y="0"/>
                </a:cubicBezTo>
                <a:cubicBezTo>
                  <a:pt x="15" y="0"/>
                  <a:pt x="0" y="15"/>
                  <a:pt x="0" y="33"/>
                </a:cubicBezTo>
                <a:cubicBezTo>
                  <a:pt x="0" y="322"/>
                  <a:pt x="0" y="322"/>
                  <a:pt x="0" y="322"/>
                </a:cubicBezTo>
                <a:cubicBezTo>
                  <a:pt x="0" y="339"/>
                  <a:pt x="15" y="354"/>
                  <a:pt x="32" y="354"/>
                </a:cubicBezTo>
                <a:cubicBezTo>
                  <a:pt x="321" y="354"/>
                  <a:pt x="321" y="354"/>
                  <a:pt x="321" y="354"/>
                </a:cubicBezTo>
                <a:cubicBezTo>
                  <a:pt x="339" y="354"/>
                  <a:pt x="353" y="339"/>
                  <a:pt x="353" y="322"/>
                </a:cubicBezTo>
                <a:cubicBezTo>
                  <a:pt x="353" y="33"/>
                  <a:pt x="353" y="33"/>
                  <a:pt x="353" y="33"/>
                </a:cubicBezTo>
                <a:cubicBezTo>
                  <a:pt x="353" y="15"/>
                  <a:pt x="339" y="0"/>
                  <a:pt x="321" y="0"/>
                </a:cubicBezTo>
                <a:moveTo>
                  <a:pt x="337" y="322"/>
                </a:moveTo>
                <a:cubicBezTo>
                  <a:pt x="337" y="330"/>
                  <a:pt x="330" y="338"/>
                  <a:pt x="321" y="338"/>
                </a:cubicBezTo>
                <a:cubicBezTo>
                  <a:pt x="32" y="338"/>
                  <a:pt x="32" y="338"/>
                  <a:pt x="32" y="338"/>
                </a:cubicBezTo>
                <a:cubicBezTo>
                  <a:pt x="23" y="338"/>
                  <a:pt x="16" y="330"/>
                  <a:pt x="16" y="322"/>
                </a:cubicBezTo>
                <a:cubicBezTo>
                  <a:pt x="16" y="33"/>
                  <a:pt x="16" y="33"/>
                  <a:pt x="16" y="33"/>
                </a:cubicBezTo>
                <a:cubicBezTo>
                  <a:pt x="16" y="24"/>
                  <a:pt x="23" y="16"/>
                  <a:pt x="32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4"/>
                  <a:pt x="337" y="33"/>
                </a:cubicBezTo>
                <a:lnTo>
                  <a:pt x="337" y="322"/>
                </a:lnTo>
                <a:close/>
                <a:moveTo>
                  <a:pt x="297" y="73"/>
                </a:moveTo>
                <a:cubicBezTo>
                  <a:pt x="153" y="73"/>
                  <a:pt x="153" y="73"/>
                  <a:pt x="153" y="73"/>
                </a:cubicBezTo>
                <a:cubicBezTo>
                  <a:pt x="148" y="73"/>
                  <a:pt x="145" y="76"/>
                  <a:pt x="145" y="81"/>
                </a:cubicBezTo>
                <a:cubicBezTo>
                  <a:pt x="145" y="85"/>
                  <a:pt x="148" y="89"/>
                  <a:pt x="153" y="89"/>
                </a:cubicBezTo>
                <a:cubicBezTo>
                  <a:pt x="297" y="89"/>
                  <a:pt x="297" y="89"/>
                  <a:pt x="297" y="89"/>
                </a:cubicBezTo>
                <a:cubicBezTo>
                  <a:pt x="302" y="89"/>
                  <a:pt x="305" y="85"/>
                  <a:pt x="305" y="81"/>
                </a:cubicBezTo>
                <a:cubicBezTo>
                  <a:pt x="305" y="76"/>
                  <a:pt x="302" y="73"/>
                  <a:pt x="297" y="73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6" name="Freeform 76"/>
          <p:cNvSpPr>
            <a:spLocks noEditPoints="1"/>
          </p:cNvSpPr>
          <p:nvPr/>
        </p:nvSpPr>
        <p:spPr bwMode="auto">
          <a:xfrm>
            <a:off x="9605434" y="916517"/>
            <a:ext cx="575733" cy="577851"/>
          </a:xfrm>
          <a:custGeom>
            <a:avLst/>
            <a:gdLst>
              <a:gd name="T0" fmla="*/ 72 w 353"/>
              <a:gd name="T1" fmla="*/ 49 h 354"/>
              <a:gd name="T2" fmla="*/ 48 w 353"/>
              <a:gd name="T3" fmla="*/ 73 h 354"/>
              <a:gd name="T4" fmla="*/ 72 w 353"/>
              <a:gd name="T5" fmla="*/ 97 h 354"/>
              <a:gd name="T6" fmla="*/ 96 w 353"/>
              <a:gd name="T7" fmla="*/ 73 h 354"/>
              <a:gd name="T8" fmla="*/ 72 w 353"/>
              <a:gd name="T9" fmla="*/ 49 h 354"/>
              <a:gd name="T10" fmla="*/ 72 w 353"/>
              <a:gd name="T11" fmla="*/ 81 h 354"/>
              <a:gd name="T12" fmla="*/ 64 w 353"/>
              <a:gd name="T13" fmla="*/ 73 h 354"/>
              <a:gd name="T14" fmla="*/ 72 w 353"/>
              <a:gd name="T15" fmla="*/ 65 h 354"/>
              <a:gd name="T16" fmla="*/ 80 w 353"/>
              <a:gd name="T17" fmla="*/ 73 h 354"/>
              <a:gd name="T18" fmla="*/ 72 w 353"/>
              <a:gd name="T19" fmla="*/ 81 h 354"/>
              <a:gd name="T20" fmla="*/ 192 w 353"/>
              <a:gd name="T21" fmla="*/ 217 h 354"/>
              <a:gd name="T22" fmla="*/ 198 w 353"/>
              <a:gd name="T23" fmla="*/ 215 h 354"/>
              <a:gd name="T24" fmla="*/ 230 w 353"/>
              <a:gd name="T25" fmla="*/ 183 h 354"/>
              <a:gd name="T26" fmla="*/ 232 w 353"/>
              <a:gd name="T27" fmla="*/ 177 h 354"/>
              <a:gd name="T28" fmla="*/ 224 w 353"/>
              <a:gd name="T29" fmla="*/ 169 h 354"/>
              <a:gd name="T30" fmla="*/ 219 w 353"/>
              <a:gd name="T31" fmla="*/ 171 h 354"/>
              <a:gd name="T32" fmla="*/ 187 w 353"/>
              <a:gd name="T33" fmla="*/ 203 h 354"/>
              <a:gd name="T34" fmla="*/ 184 w 353"/>
              <a:gd name="T35" fmla="*/ 209 h 354"/>
              <a:gd name="T36" fmla="*/ 192 w 353"/>
              <a:gd name="T37" fmla="*/ 217 h 354"/>
              <a:gd name="T38" fmla="*/ 350 w 353"/>
              <a:gd name="T39" fmla="*/ 179 h 354"/>
              <a:gd name="T40" fmla="*/ 174 w 353"/>
              <a:gd name="T41" fmla="*/ 3 h 354"/>
              <a:gd name="T42" fmla="*/ 168 w 353"/>
              <a:gd name="T43" fmla="*/ 0 h 354"/>
              <a:gd name="T44" fmla="*/ 24 w 353"/>
              <a:gd name="T45" fmla="*/ 0 h 354"/>
              <a:gd name="T46" fmla="*/ 0 w 353"/>
              <a:gd name="T47" fmla="*/ 25 h 354"/>
              <a:gd name="T48" fmla="*/ 0 w 353"/>
              <a:gd name="T49" fmla="*/ 169 h 354"/>
              <a:gd name="T50" fmla="*/ 2 w 353"/>
              <a:gd name="T51" fmla="*/ 175 h 354"/>
              <a:gd name="T52" fmla="*/ 179 w 353"/>
              <a:gd name="T53" fmla="*/ 351 h 354"/>
              <a:gd name="T54" fmla="*/ 184 w 353"/>
              <a:gd name="T55" fmla="*/ 354 h 354"/>
              <a:gd name="T56" fmla="*/ 190 w 353"/>
              <a:gd name="T57" fmla="*/ 351 h 354"/>
              <a:gd name="T58" fmla="*/ 350 w 353"/>
              <a:gd name="T59" fmla="*/ 191 h 354"/>
              <a:gd name="T60" fmla="*/ 353 w 353"/>
              <a:gd name="T61" fmla="*/ 185 h 354"/>
              <a:gd name="T62" fmla="*/ 350 w 353"/>
              <a:gd name="T63" fmla="*/ 179 h 354"/>
              <a:gd name="T64" fmla="*/ 184 w 353"/>
              <a:gd name="T65" fmla="*/ 334 h 354"/>
              <a:gd name="T66" fmla="*/ 16 w 353"/>
              <a:gd name="T67" fmla="*/ 166 h 354"/>
              <a:gd name="T68" fmla="*/ 16 w 353"/>
              <a:gd name="T69" fmla="*/ 25 h 354"/>
              <a:gd name="T70" fmla="*/ 24 w 353"/>
              <a:gd name="T71" fmla="*/ 16 h 354"/>
              <a:gd name="T72" fmla="*/ 165 w 353"/>
              <a:gd name="T73" fmla="*/ 16 h 354"/>
              <a:gd name="T74" fmla="*/ 333 w 353"/>
              <a:gd name="T75" fmla="*/ 185 h 354"/>
              <a:gd name="T76" fmla="*/ 184 w 353"/>
              <a:gd name="T77" fmla="*/ 334 h 354"/>
              <a:gd name="T78" fmla="*/ 146 w 353"/>
              <a:gd name="T79" fmla="*/ 244 h 354"/>
              <a:gd name="T80" fmla="*/ 144 w 353"/>
              <a:gd name="T81" fmla="*/ 249 h 354"/>
              <a:gd name="T82" fmla="*/ 152 w 353"/>
              <a:gd name="T83" fmla="*/ 257 h 354"/>
              <a:gd name="T84" fmla="*/ 158 w 353"/>
              <a:gd name="T85" fmla="*/ 255 h 354"/>
              <a:gd name="T86" fmla="*/ 174 w 353"/>
              <a:gd name="T87" fmla="*/ 239 h 354"/>
              <a:gd name="T88" fmla="*/ 176 w 353"/>
              <a:gd name="T89" fmla="*/ 233 h 354"/>
              <a:gd name="T90" fmla="*/ 168 w 353"/>
              <a:gd name="T91" fmla="*/ 225 h 354"/>
              <a:gd name="T92" fmla="*/ 162 w 353"/>
              <a:gd name="T93" fmla="*/ 228 h 354"/>
              <a:gd name="T94" fmla="*/ 146 w 353"/>
              <a:gd name="T95" fmla="*/ 244 h 354"/>
              <a:gd name="T96" fmla="*/ 184 w 353"/>
              <a:gd name="T97" fmla="*/ 289 h 354"/>
              <a:gd name="T98" fmla="*/ 190 w 353"/>
              <a:gd name="T99" fmla="*/ 287 h 354"/>
              <a:gd name="T100" fmla="*/ 238 w 353"/>
              <a:gd name="T101" fmla="*/ 239 h 354"/>
              <a:gd name="T102" fmla="*/ 240 w 353"/>
              <a:gd name="T103" fmla="*/ 233 h 354"/>
              <a:gd name="T104" fmla="*/ 232 w 353"/>
              <a:gd name="T105" fmla="*/ 225 h 354"/>
              <a:gd name="T106" fmla="*/ 227 w 353"/>
              <a:gd name="T107" fmla="*/ 228 h 354"/>
              <a:gd name="T108" fmla="*/ 179 w 353"/>
              <a:gd name="T109" fmla="*/ 276 h 354"/>
              <a:gd name="T110" fmla="*/ 176 w 353"/>
              <a:gd name="T111" fmla="*/ 281 h 354"/>
              <a:gd name="T112" fmla="*/ 184 w 353"/>
              <a:gd name="T113" fmla="*/ 289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353" h="354">
                <a:moveTo>
                  <a:pt x="72" y="49"/>
                </a:moveTo>
                <a:cubicBezTo>
                  <a:pt x="59" y="49"/>
                  <a:pt x="48" y="59"/>
                  <a:pt x="48" y="73"/>
                </a:cubicBezTo>
                <a:cubicBezTo>
                  <a:pt x="48" y="86"/>
                  <a:pt x="59" y="97"/>
                  <a:pt x="72" y="97"/>
                </a:cubicBezTo>
                <a:cubicBezTo>
                  <a:pt x="85" y="97"/>
                  <a:pt x="96" y="86"/>
                  <a:pt x="96" y="73"/>
                </a:cubicBezTo>
                <a:cubicBezTo>
                  <a:pt x="96" y="59"/>
                  <a:pt x="85" y="49"/>
                  <a:pt x="72" y="49"/>
                </a:cubicBezTo>
                <a:moveTo>
                  <a:pt x="72" y="81"/>
                </a:moveTo>
                <a:cubicBezTo>
                  <a:pt x="67" y="81"/>
                  <a:pt x="64" y="77"/>
                  <a:pt x="64" y="73"/>
                </a:cubicBezTo>
                <a:cubicBezTo>
                  <a:pt x="64" y="68"/>
                  <a:pt x="67" y="65"/>
                  <a:pt x="72" y="65"/>
                </a:cubicBezTo>
                <a:cubicBezTo>
                  <a:pt x="76" y="65"/>
                  <a:pt x="80" y="68"/>
                  <a:pt x="80" y="73"/>
                </a:cubicBezTo>
                <a:cubicBezTo>
                  <a:pt x="80" y="77"/>
                  <a:pt x="76" y="81"/>
                  <a:pt x="72" y="81"/>
                </a:cubicBezTo>
                <a:moveTo>
                  <a:pt x="192" y="217"/>
                </a:moveTo>
                <a:cubicBezTo>
                  <a:pt x="194" y="217"/>
                  <a:pt x="196" y="216"/>
                  <a:pt x="198" y="215"/>
                </a:cubicBezTo>
                <a:cubicBezTo>
                  <a:pt x="230" y="183"/>
                  <a:pt x="230" y="183"/>
                  <a:pt x="230" y="183"/>
                </a:cubicBezTo>
                <a:cubicBezTo>
                  <a:pt x="231" y="181"/>
                  <a:pt x="232" y="179"/>
                  <a:pt x="232" y="177"/>
                </a:cubicBezTo>
                <a:cubicBezTo>
                  <a:pt x="232" y="173"/>
                  <a:pt x="229" y="169"/>
                  <a:pt x="224" y="169"/>
                </a:cubicBezTo>
                <a:cubicBezTo>
                  <a:pt x="222" y="169"/>
                  <a:pt x="220" y="170"/>
                  <a:pt x="219" y="171"/>
                </a:cubicBezTo>
                <a:cubicBezTo>
                  <a:pt x="187" y="203"/>
                  <a:pt x="187" y="203"/>
                  <a:pt x="187" y="203"/>
                </a:cubicBezTo>
                <a:cubicBezTo>
                  <a:pt x="185" y="205"/>
                  <a:pt x="184" y="207"/>
                  <a:pt x="184" y="209"/>
                </a:cubicBezTo>
                <a:cubicBezTo>
                  <a:pt x="184" y="214"/>
                  <a:pt x="188" y="217"/>
                  <a:pt x="192" y="217"/>
                </a:cubicBezTo>
                <a:moveTo>
                  <a:pt x="350" y="179"/>
                </a:moveTo>
                <a:cubicBezTo>
                  <a:pt x="174" y="3"/>
                  <a:pt x="174" y="3"/>
                  <a:pt x="174" y="3"/>
                </a:cubicBezTo>
                <a:cubicBezTo>
                  <a:pt x="172" y="1"/>
                  <a:pt x="170" y="0"/>
                  <a:pt x="168" y="0"/>
                </a:cubicBezTo>
                <a:cubicBezTo>
                  <a:pt x="24" y="0"/>
                  <a:pt x="24" y="0"/>
                  <a:pt x="24" y="0"/>
                </a:cubicBezTo>
                <a:cubicBezTo>
                  <a:pt x="10" y="0"/>
                  <a:pt x="0" y="11"/>
                  <a:pt x="0" y="25"/>
                </a:cubicBezTo>
                <a:cubicBezTo>
                  <a:pt x="0" y="169"/>
                  <a:pt x="0" y="169"/>
                  <a:pt x="0" y="169"/>
                </a:cubicBezTo>
                <a:cubicBezTo>
                  <a:pt x="0" y="171"/>
                  <a:pt x="0" y="173"/>
                  <a:pt x="2" y="175"/>
                </a:cubicBezTo>
                <a:cubicBezTo>
                  <a:pt x="179" y="351"/>
                  <a:pt x="179" y="351"/>
                  <a:pt x="179" y="351"/>
                </a:cubicBezTo>
                <a:cubicBezTo>
                  <a:pt x="180" y="353"/>
                  <a:pt x="182" y="354"/>
                  <a:pt x="184" y="354"/>
                </a:cubicBezTo>
                <a:cubicBezTo>
                  <a:pt x="186" y="354"/>
                  <a:pt x="188" y="353"/>
                  <a:pt x="190" y="351"/>
                </a:cubicBezTo>
                <a:cubicBezTo>
                  <a:pt x="350" y="191"/>
                  <a:pt x="350" y="191"/>
                  <a:pt x="350" y="191"/>
                </a:cubicBezTo>
                <a:cubicBezTo>
                  <a:pt x="352" y="189"/>
                  <a:pt x="353" y="187"/>
                  <a:pt x="353" y="185"/>
                </a:cubicBezTo>
                <a:cubicBezTo>
                  <a:pt x="353" y="183"/>
                  <a:pt x="352" y="181"/>
                  <a:pt x="350" y="179"/>
                </a:cubicBezTo>
                <a:moveTo>
                  <a:pt x="184" y="334"/>
                </a:moveTo>
                <a:cubicBezTo>
                  <a:pt x="16" y="166"/>
                  <a:pt x="16" y="166"/>
                  <a:pt x="16" y="166"/>
                </a:cubicBezTo>
                <a:cubicBezTo>
                  <a:pt x="16" y="25"/>
                  <a:pt x="16" y="25"/>
                  <a:pt x="16" y="25"/>
                </a:cubicBezTo>
                <a:cubicBezTo>
                  <a:pt x="16" y="20"/>
                  <a:pt x="19" y="16"/>
                  <a:pt x="24" y="16"/>
                </a:cubicBezTo>
                <a:cubicBezTo>
                  <a:pt x="165" y="16"/>
                  <a:pt x="165" y="16"/>
                  <a:pt x="165" y="16"/>
                </a:cubicBezTo>
                <a:cubicBezTo>
                  <a:pt x="333" y="185"/>
                  <a:pt x="333" y="185"/>
                  <a:pt x="333" y="185"/>
                </a:cubicBezTo>
                <a:lnTo>
                  <a:pt x="184" y="334"/>
                </a:lnTo>
                <a:close/>
                <a:moveTo>
                  <a:pt x="146" y="244"/>
                </a:moveTo>
                <a:cubicBezTo>
                  <a:pt x="145" y="245"/>
                  <a:pt x="144" y="247"/>
                  <a:pt x="144" y="249"/>
                </a:cubicBezTo>
                <a:cubicBezTo>
                  <a:pt x="144" y="254"/>
                  <a:pt x="148" y="257"/>
                  <a:pt x="152" y="257"/>
                </a:cubicBezTo>
                <a:cubicBezTo>
                  <a:pt x="154" y="257"/>
                  <a:pt x="156" y="256"/>
                  <a:pt x="158" y="255"/>
                </a:cubicBezTo>
                <a:cubicBezTo>
                  <a:pt x="174" y="239"/>
                  <a:pt x="174" y="239"/>
                  <a:pt x="174" y="239"/>
                </a:cubicBezTo>
                <a:cubicBezTo>
                  <a:pt x="175" y="237"/>
                  <a:pt x="176" y="235"/>
                  <a:pt x="176" y="233"/>
                </a:cubicBezTo>
                <a:cubicBezTo>
                  <a:pt x="176" y="229"/>
                  <a:pt x="173" y="225"/>
                  <a:pt x="168" y="225"/>
                </a:cubicBezTo>
                <a:cubicBezTo>
                  <a:pt x="166" y="225"/>
                  <a:pt x="164" y="226"/>
                  <a:pt x="162" y="228"/>
                </a:cubicBezTo>
                <a:lnTo>
                  <a:pt x="146" y="244"/>
                </a:lnTo>
                <a:close/>
                <a:moveTo>
                  <a:pt x="184" y="289"/>
                </a:moveTo>
                <a:cubicBezTo>
                  <a:pt x="186" y="289"/>
                  <a:pt x="188" y="289"/>
                  <a:pt x="190" y="287"/>
                </a:cubicBezTo>
                <a:cubicBezTo>
                  <a:pt x="238" y="239"/>
                  <a:pt x="238" y="239"/>
                  <a:pt x="238" y="239"/>
                </a:cubicBezTo>
                <a:cubicBezTo>
                  <a:pt x="239" y="237"/>
                  <a:pt x="240" y="235"/>
                  <a:pt x="240" y="233"/>
                </a:cubicBezTo>
                <a:cubicBezTo>
                  <a:pt x="240" y="229"/>
                  <a:pt x="237" y="225"/>
                  <a:pt x="232" y="225"/>
                </a:cubicBezTo>
                <a:cubicBezTo>
                  <a:pt x="230" y="225"/>
                  <a:pt x="228" y="226"/>
                  <a:pt x="227" y="228"/>
                </a:cubicBezTo>
                <a:cubicBezTo>
                  <a:pt x="179" y="276"/>
                  <a:pt x="179" y="276"/>
                  <a:pt x="179" y="276"/>
                </a:cubicBezTo>
                <a:cubicBezTo>
                  <a:pt x="177" y="277"/>
                  <a:pt x="176" y="279"/>
                  <a:pt x="176" y="281"/>
                </a:cubicBezTo>
                <a:cubicBezTo>
                  <a:pt x="176" y="286"/>
                  <a:pt x="180" y="289"/>
                  <a:pt x="184" y="289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7" name="Freeform 77"/>
          <p:cNvSpPr>
            <a:spLocks noEditPoints="1"/>
          </p:cNvSpPr>
          <p:nvPr/>
        </p:nvSpPr>
        <p:spPr bwMode="auto">
          <a:xfrm>
            <a:off x="10703984" y="916517"/>
            <a:ext cx="575733" cy="577851"/>
          </a:xfrm>
          <a:custGeom>
            <a:avLst/>
            <a:gdLst>
              <a:gd name="T0" fmla="*/ 48 w 353"/>
              <a:gd name="T1" fmla="*/ 121 h 354"/>
              <a:gd name="T2" fmla="*/ 96 w 353"/>
              <a:gd name="T3" fmla="*/ 121 h 354"/>
              <a:gd name="T4" fmla="*/ 72 w 353"/>
              <a:gd name="T5" fmla="*/ 129 h 354"/>
              <a:gd name="T6" fmla="*/ 72 w 353"/>
              <a:gd name="T7" fmla="*/ 113 h 354"/>
              <a:gd name="T8" fmla="*/ 72 w 353"/>
              <a:gd name="T9" fmla="*/ 129 h 354"/>
              <a:gd name="T10" fmla="*/ 174 w 353"/>
              <a:gd name="T11" fmla="*/ 223 h 354"/>
              <a:gd name="T12" fmla="*/ 193 w 353"/>
              <a:gd name="T13" fmla="*/ 201 h 354"/>
              <a:gd name="T14" fmla="*/ 179 w 353"/>
              <a:gd name="T15" fmla="*/ 195 h 354"/>
              <a:gd name="T16" fmla="*/ 160 w 353"/>
              <a:gd name="T17" fmla="*/ 217 h 354"/>
              <a:gd name="T18" fmla="*/ 351 w 353"/>
              <a:gd name="T19" fmla="*/ 163 h 354"/>
              <a:gd name="T20" fmla="*/ 185 w 353"/>
              <a:gd name="T21" fmla="*/ 0 h 354"/>
              <a:gd name="T22" fmla="*/ 48 w 353"/>
              <a:gd name="T23" fmla="*/ 25 h 354"/>
              <a:gd name="T24" fmla="*/ 64 w 353"/>
              <a:gd name="T25" fmla="*/ 25 h 354"/>
              <a:gd name="T26" fmla="*/ 181 w 353"/>
              <a:gd name="T27" fmla="*/ 16 h 354"/>
              <a:gd name="T28" fmla="*/ 315 w 353"/>
              <a:gd name="T29" fmla="*/ 187 h 354"/>
              <a:gd name="T30" fmla="*/ 321 w 353"/>
              <a:gd name="T31" fmla="*/ 201 h 354"/>
              <a:gd name="T32" fmla="*/ 351 w 353"/>
              <a:gd name="T33" fmla="*/ 175 h 354"/>
              <a:gd name="T34" fmla="*/ 351 w 353"/>
              <a:gd name="T35" fmla="*/ 163 h 354"/>
              <a:gd name="T36" fmla="*/ 136 w 353"/>
              <a:gd name="T37" fmla="*/ 257 h 354"/>
              <a:gd name="T38" fmla="*/ 150 w 353"/>
              <a:gd name="T39" fmla="*/ 247 h 354"/>
              <a:gd name="T40" fmla="*/ 144 w 353"/>
              <a:gd name="T41" fmla="*/ 233 h 354"/>
              <a:gd name="T42" fmla="*/ 131 w 353"/>
              <a:gd name="T43" fmla="*/ 244 h 354"/>
              <a:gd name="T44" fmla="*/ 142 w 353"/>
              <a:gd name="T45" fmla="*/ 51 h 354"/>
              <a:gd name="T46" fmla="*/ 24 w 353"/>
              <a:gd name="T47" fmla="*/ 49 h 354"/>
              <a:gd name="T48" fmla="*/ 0 w 353"/>
              <a:gd name="T49" fmla="*/ 185 h 354"/>
              <a:gd name="T50" fmla="*/ 163 w 353"/>
              <a:gd name="T51" fmla="*/ 351 h 354"/>
              <a:gd name="T52" fmla="*/ 174 w 353"/>
              <a:gd name="T53" fmla="*/ 351 h 354"/>
              <a:gd name="T54" fmla="*/ 305 w 353"/>
              <a:gd name="T55" fmla="*/ 217 h 354"/>
              <a:gd name="T56" fmla="*/ 142 w 353"/>
              <a:gd name="T57" fmla="*/ 51 h 354"/>
              <a:gd name="T58" fmla="*/ 16 w 353"/>
              <a:gd name="T59" fmla="*/ 182 h 354"/>
              <a:gd name="T60" fmla="*/ 24 w 353"/>
              <a:gd name="T61" fmla="*/ 65 h 354"/>
              <a:gd name="T62" fmla="*/ 286 w 353"/>
              <a:gd name="T63" fmla="*/ 217 h 354"/>
              <a:gd name="T64" fmla="*/ 168 w 353"/>
              <a:gd name="T65" fmla="*/ 289 h 354"/>
              <a:gd name="T66" fmla="*/ 206 w 353"/>
              <a:gd name="T67" fmla="*/ 255 h 354"/>
              <a:gd name="T68" fmla="*/ 201 w 353"/>
              <a:gd name="T69" fmla="*/ 241 h 354"/>
              <a:gd name="T70" fmla="*/ 163 w 353"/>
              <a:gd name="T71" fmla="*/ 276 h 354"/>
              <a:gd name="T72" fmla="*/ 168 w 353"/>
              <a:gd name="T73" fmla="*/ 289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353" h="354">
                <a:moveTo>
                  <a:pt x="72" y="97"/>
                </a:moveTo>
                <a:cubicBezTo>
                  <a:pt x="59" y="97"/>
                  <a:pt x="48" y="108"/>
                  <a:pt x="48" y="121"/>
                </a:cubicBezTo>
                <a:cubicBezTo>
                  <a:pt x="48" y="134"/>
                  <a:pt x="59" y="145"/>
                  <a:pt x="72" y="145"/>
                </a:cubicBezTo>
                <a:cubicBezTo>
                  <a:pt x="85" y="145"/>
                  <a:pt x="96" y="134"/>
                  <a:pt x="96" y="121"/>
                </a:cubicBezTo>
                <a:cubicBezTo>
                  <a:pt x="96" y="108"/>
                  <a:pt x="85" y="97"/>
                  <a:pt x="72" y="97"/>
                </a:cubicBezTo>
                <a:moveTo>
                  <a:pt x="72" y="129"/>
                </a:moveTo>
                <a:cubicBezTo>
                  <a:pt x="68" y="129"/>
                  <a:pt x="64" y="125"/>
                  <a:pt x="64" y="121"/>
                </a:cubicBezTo>
                <a:cubicBezTo>
                  <a:pt x="64" y="116"/>
                  <a:pt x="68" y="113"/>
                  <a:pt x="72" y="113"/>
                </a:cubicBezTo>
                <a:cubicBezTo>
                  <a:pt x="77" y="113"/>
                  <a:pt x="80" y="116"/>
                  <a:pt x="80" y="121"/>
                </a:cubicBezTo>
                <a:cubicBezTo>
                  <a:pt x="80" y="125"/>
                  <a:pt x="77" y="129"/>
                  <a:pt x="72" y="129"/>
                </a:cubicBezTo>
                <a:moveTo>
                  <a:pt x="168" y="225"/>
                </a:moveTo>
                <a:cubicBezTo>
                  <a:pt x="171" y="225"/>
                  <a:pt x="173" y="224"/>
                  <a:pt x="174" y="223"/>
                </a:cubicBezTo>
                <a:cubicBezTo>
                  <a:pt x="190" y="207"/>
                  <a:pt x="190" y="207"/>
                  <a:pt x="190" y="207"/>
                </a:cubicBezTo>
                <a:cubicBezTo>
                  <a:pt x="192" y="205"/>
                  <a:pt x="193" y="203"/>
                  <a:pt x="193" y="201"/>
                </a:cubicBezTo>
                <a:cubicBezTo>
                  <a:pt x="193" y="197"/>
                  <a:pt x="189" y="193"/>
                  <a:pt x="185" y="193"/>
                </a:cubicBezTo>
                <a:cubicBezTo>
                  <a:pt x="182" y="193"/>
                  <a:pt x="180" y="194"/>
                  <a:pt x="179" y="195"/>
                </a:cubicBezTo>
                <a:cubicBezTo>
                  <a:pt x="163" y="212"/>
                  <a:pt x="163" y="212"/>
                  <a:pt x="163" y="212"/>
                </a:cubicBezTo>
                <a:cubicBezTo>
                  <a:pt x="161" y="213"/>
                  <a:pt x="160" y="215"/>
                  <a:pt x="160" y="217"/>
                </a:cubicBezTo>
                <a:cubicBezTo>
                  <a:pt x="160" y="222"/>
                  <a:pt x="164" y="225"/>
                  <a:pt x="168" y="225"/>
                </a:cubicBezTo>
                <a:moveTo>
                  <a:pt x="351" y="163"/>
                </a:moveTo>
                <a:cubicBezTo>
                  <a:pt x="190" y="3"/>
                  <a:pt x="190" y="3"/>
                  <a:pt x="190" y="3"/>
                </a:cubicBezTo>
                <a:cubicBezTo>
                  <a:pt x="189" y="1"/>
                  <a:pt x="187" y="0"/>
                  <a:pt x="185" y="0"/>
                </a:cubicBezTo>
                <a:cubicBezTo>
                  <a:pt x="72" y="0"/>
                  <a:pt x="72" y="0"/>
                  <a:pt x="72" y="0"/>
                </a:cubicBezTo>
                <a:cubicBezTo>
                  <a:pt x="59" y="0"/>
                  <a:pt x="48" y="11"/>
                  <a:pt x="48" y="25"/>
                </a:cubicBezTo>
                <a:cubicBezTo>
                  <a:pt x="48" y="29"/>
                  <a:pt x="52" y="33"/>
                  <a:pt x="56" y="33"/>
                </a:cubicBezTo>
                <a:cubicBezTo>
                  <a:pt x="61" y="33"/>
                  <a:pt x="64" y="29"/>
                  <a:pt x="64" y="25"/>
                </a:cubicBezTo>
                <a:cubicBezTo>
                  <a:pt x="64" y="20"/>
                  <a:pt x="68" y="16"/>
                  <a:pt x="72" y="16"/>
                </a:cubicBezTo>
                <a:cubicBezTo>
                  <a:pt x="181" y="16"/>
                  <a:pt x="181" y="16"/>
                  <a:pt x="181" y="16"/>
                </a:cubicBezTo>
                <a:cubicBezTo>
                  <a:pt x="334" y="169"/>
                  <a:pt x="334" y="169"/>
                  <a:pt x="334" y="169"/>
                </a:cubicBezTo>
                <a:cubicBezTo>
                  <a:pt x="315" y="187"/>
                  <a:pt x="315" y="187"/>
                  <a:pt x="315" y="187"/>
                </a:cubicBezTo>
                <a:cubicBezTo>
                  <a:pt x="314" y="189"/>
                  <a:pt x="313" y="191"/>
                  <a:pt x="313" y="193"/>
                </a:cubicBezTo>
                <a:cubicBezTo>
                  <a:pt x="313" y="198"/>
                  <a:pt x="317" y="201"/>
                  <a:pt x="321" y="201"/>
                </a:cubicBezTo>
                <a:cubicBezTo>
                  <a:pt x="323" y="201"/>
                  <a:pt x="325" y="200"/>
                  <a:pt x="327" y="199"/>
                </a:cubicBezTo>
                <a:cubicBezTo>
                  <a:pt x="351" y="175"/>
                  <a:pt x="351" y="175"/>
                  <a:pt x="351" y="175"/>
                </a:cubicBezTo>
                <a:cubicBezTo>
                  <a:pt x="352" y="173"/>
                  <a:pt x="353" y="171"/>
                  <a:pt x="353" y="169"/>
                </a:cubicBezTo>
                <a:cubicBezTo>
                  <a:pt x="353" y="167"/>
                  <a:pt x="352" y="165"/>
                  <a:pt x="351" y="163"/>
                </a:cubicBezTo>
                <a:moveTo>
                  <a:pt x="128" y="249"/>
                </a:moveTo>
                <a:cubicBezTo>
                  <a:pt x="128" y="254"/>
                  <a:pt x="132" y="257"/>
                  <a:pt x="136" y="257"/>
                </a:cubicBezTo>
                <a:cubicBezTo>
                  <a:pt x="139" y="257"/>
                  <a:pt x="141" y="256"/>
                  <a:pt x="142" y="255"/>
                </a:cubicBezTo>
                <a:cubicBezTo>
                  <a:pt x="150" y="247"/>
                  <a:pt x="150" y="247"/>
                  <a:pt x="150" y="247"/>
                </a:cubicBezTo>
                <a:cubicBezTo>
                  <a:pt x="152" y="245"/>
                  <a:pt x="152" y="243"/>
                  <a:pt x="152" y="241"/>
                </a:cubicBezTo>
                <a:cubicBezTo>
                  <a:pt x="152" y="237"/>
                  <a:pt x="149" y="233"/>
                  <a:pt x="144" y="233"/>
                </a:cubicBezTo>
                <a:cubicBezTo>
                  <a:pt x="142" y="233"/>
                  <a:pt x="140" y="234"/>
                  <a:pt x="139" y="236"/>
                </a:cubicBezTo>
                <a:cubicBezTo>
                  <a:pt x="131" y="244"/>
                  <a:pt x="131" y="244"/>
                  <a:pt x="131" y="244"/>
                </a:cubicBezTo>
                <a:cubicBezTo>
                  <a:pt x="129" y="245"/>
                  <a:pt x="128" y="247"/>
                  <a:pt x="128" y="249"/>
                </a:cubicBezTo>
                <a:moveTo>
                  <a:pt x="142" y="51"/>
                </a:moveTo>
                <a:cubicBezTo>
                  <a:pt x="141" y="49"/>
                  <a:pt x="139" y="49"/>
                  <a:pt x="136" y="49"/>
                </a:cubicBezTo>
                <a:cubicBezTo>
                  <a:pt x="24" y="49"/>
                  <a:pt x="24" y="49"/>
                  <a:pt x="24" y="49"/>
                </a:cubicBezTo>
                <a:cubicBezTo>
                  <a:pt x="11" y="49"/>
                  <a:pt x="0" y="59"/>
                  <a:pt x="0" y="73"/>
                </a:cubicBezTo>
                <a:cubicBezTo>
                  <a:pt x="0" y="185"/>
                  <a:pt x="0" y="185"/>
                  <a:pt x="0" y="185"/>
                </a:cubicBezTo>
                <a:cubicBezTo>
                  <a:pt x="0" y="187"/>
                  <a:pt x="1" y="189"/>
                  <a:pt x="2" y="191"/>
                </a:cubicBezTo>
                <a:cubicBezTo>
                  <a:pt x="163" y="351"/>
                  <a:pt x="163" y="351"/>
                  <a:pt x="163" y="351"/>
                </a:cubicBezTo>
                <a:cubicBezTo>
                  <a:pt x="164" y="353"/>
                  <a:pt x="166" y="354"/>
                  <a:pt x="168" y="354"/>
                </a:cubicBezTo>
                <a:cubicBezTo>
                  <a:pt x="171" y="354"/>
                  <a:pt x="173" y="353"/>
                  <a:pt x="174" y="351"/>
                </a:cubicBezTo>
                <a:cubicBezTo>
                  <a:pt x="303" y="223"/>
                  <a:pt x="303" y="223"/>
                  <a:pt x="303" y="223"/>
                </a:cubicBezTo>
                <a:cubicBezTo>
                  <a:pt x="304" y="221"/>
                  <a:pt x="305" y="219"/>
                  <a:pt x="305" y="217"/>
                </a:cubicBezTo>
                <a:cubicBezTo>
                  <a:pt x="305" y="215"/>
                  <a:pt x="304" y="213"/>
                  <a:pt x="303" y="212"/>
                </a:cubicBezTo>
                <a:lnTo>
                  <a:pt x="142" y="51"/>
                </a:lnTo>
                <a:close/>
                <a:moveTo>
                  <a:pt x="168" y="334"/>
                </a:moveTo>
                <a:cubicBezTo>
                  <a:pt x="16" y="182"/>
                  <a:pt x="16" y="182"/>
                  <a:pt x="16" y="182"/>
                </a:cubicBezTo>
                <a:cubicBezTo>
                  <a:pt x="16" y="73"/>
                  <a:pt x="16" y="73"/>
                  <a:pt x="16" y="73"/>
                </a:cubicBezTo>
                <a:cubicBezTo>
                  <a:pt x="16" y="68"/>
                  <a:pt x="20" y="65"/>
                  <a:pt x="24" y="65"/>
                </a:cubicBezTo>
                <a:cubicBezTo>
                  <a:pt x="133" y="65"/>
                  <a:pt x="133" y="65"/>
                  <a:pt x="133" y="65"/>
                </a:cubicBezTo>
                <a:cubicBezTo>
                  <a:pt x="286" y="217"/>
                  <a:pt x="286" y="217"/>
                  <a:pt x="286" y="217"/>
                </a:cubicBezTo>
                <a:lnTo>
                  <a:pt x="168" y="334"/>
                </a:lnTo>
                <a:close/>
                <a:moveTo>
                  <a:pt x="168" y="289"/>
                </a:moveTo>
                <a:cubicBezTo>
                  <a:pt x="171" y="289"/>
                  <a:pt x="173" y="289"/>
                  <a:pt x="174" y="287"/>
                </a:cubicBezTo>
                <a:cubicBezTo>
                  <a:pt x="206" y="255"/>
                  <a:pt x="206" y="255"/>
                  <a:pt x="206" y="255"/>
                </a:cubicBezTo>
                <a:cubicBezTo>
                  <a:pt x="208" y="254"/>
                  <a:pt x="209" y="252"/>
                  <a:pt x="209" y="249"/>
                </a:cubicBezTo>
                <a:cubicBezTo>
                  <a:pt x="209" y="245"/>
                  <a:pt x="205" y="241"/>
                  <a:pt x="201" y="241"/>
                </a:cubicBezTo>
                <a:cubicBezTo>
                  <a:pt x="198" y="241"/>
                  <a:pt x="196" y="242"/>
                  <a:pt x="195" y="244"/>
                </a:cubicBezTo>
                <a:cubicBezTo>
                  <a:pt x="163" y="276"/>
                  <a:pt x="163" y="276"/>
                  <a:pt x="163" y="276"/>
                </a:cubicBezTo>
                <a:cubicBezTo>
                  <a:pt x="161" y="277"/>
                  <a:pt x="160" y="279"/>
                  <a:pt x="160" y="281"/>
                </a:cubicBezTo>
                <a:cubicBezTo>
                  <a:pt x="160" y="286"/>
                  <a:pt x="164" y="289"/>
                  <a:pt x="168" y="289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8" name="Freeform 78"/>
          <p:cNvSpPr>
            <a:spLocks noEditPoints="1"/>
          </p:cNvSpPr>
          <p:nvPr/>
        </p:nvSpPr>
        <p:spPr bwMode="auto">
          <a:xfrm>
            <a:off x="857252" y="2017184"/>
            <a:ext cx="472017" cy="575733"/>
          </a:xfrm>
          <a:custGeom>
            <a:avLst/>
            <a:gdLst>
              <a:gd name="T0" fmla="*/ 104 w 289"/>
              <a:gd name="T1" fmla="*/ 273 h 353"/>
              <a:gd name="T2" fmla="*/ 72 w 289"/>
              <a:gd name="T3" fmla="*/ 273 h 353"/>
              <a:gd name="T4" fmla="*/ 64 w 289"/>
              <a:gd name="T5" fmla="*/ 281 h 353"/>
              <a:gd name="T6" fmla="*/ 72 w 289"/>
              <a:gd name="T7" fmla="*/ 289 h 353"/>
              <a:gd name="T8" fmla="*/ 104 w 289"/>
              <a:gd name="T9" fmla="*/ 289 h 353"/>
              <a:gd name="T10" fmla="*/ 112 w 289"/>
              <a:gd name="T11" fmla="*/ 281 h 353"/>
              <a:gd name="T12" fmla="*/ 104 w 289"/>
              <a:gd name="T13" fmla="*/ 273 h 353"/>
              <a:gd name="T14" fmla="*/ 257 w 289"/>
              <a:gd name="T15" fmla="*/ 0 h 353"/>
              <a:gd name="T16" fmla="*/ 32 w 289"/>
              <a:gd name="T17" fmla="*/ 0 h 353"/>
              <a:gd name="T18" fmla="*/ 0 w 289"/>
              <a:gd name="T19" fmla="*/ 32 h 353"/>
              <a:gd name="T20" fmla="*/ 0 w 289"/>
              <a:gd name="T21" fmla="*/ 321 h 353"/>
              <a:gd name="T22" fmla="*/ 32 w 289"/>
              <a:gd name="T23" fmla="*/ 353 h 353"/>
              <a:gd name="T24" fmla="*/ 257 w 289"/>
              <a:gd name="T25" fmla="*/ 353 h 353"/>
              <a:gd name="T26" fmla="*/ 289 w 289"/>
              <a:gd name="T27" fmla="*/ 321 h 353"/>
              <a:gd name="T28" fmla="*/ 289 w 289"/>
              <a:gd name="T29" fmla="*/ 32 h 353"/>
              <a:gd name="T30" fmla="*/ 257 w 289"/>
              <a:gd name="T31" fmla="*/ 0 h 353"/>
              <a:gd name="T32" fmla="*/ 273 w 289"/>
              <a:gd name="T33" fmla="*/ 321 h 353"/>
              <a:gd name="T34" fmla="*/ 257 w 289"/>
              <a:gd name="T35" fmla="*/ 337 h 353"/>
              <a:gd name="T36" fmla="*/ 32 w 289"/>
              <a:gd name="T37" fmla="*/ 337 h 353"/>
              <a:gd name="T38" fmla="*/ 16 w 289"/>
              <a:gd name="T39" fmla="*/ 321 h 353"/>
              <a:gd name="T40" fmla="*/ 16 w 289"/>
              <a:gd name="T41" fmla="*/ 63 h 353"/>
              <a:gd name="T42" fmla="*/ 122 w 289"/>
              <a:gd name="T43" fmla="*/ 95 h 353"/>
              <a:gd name="T44" fmla="*/ 145 w 289"/>
              <a:gd name="T45" fmla="*/ 112 h 353"/>
              <a:gd name="T46" fmla="*/ 167 w 289"/>
              <a:gd name="T47" fmla="*/ 95 h 353"/>
              <a:gd name="T48" fmla="*/ 273 w 289"/>
              <a:gd name="T49" fmla="*/ 63 h 353"/>
              <a:gd name="T50" fmla="*/ 273 w 289"/>
              <a:gd name="T51" fmla="*/ 321 h 353"/>
              <a:gd name="T52" fmla="*/ 136 w 289"/>
              <a:gd name="T53" fmla="*/ 88 h 353"/>
              <a:gd name="T54" fmla="*/ 145 w 289"/>
              <a:gd name="T55" fmla="*/ 80 h 353"/>
              <a:gd name="T56" fmla="*/ 153 w 289"/>
              <a:gd name="T57" fmla="*/ 88 h 353"/>
              <a:gd name="T58" fmla="*/ 145 w 289"/>
              <a:gd name="T59" fmla="*/ 96 h 353"/>
              <a:gd name="T60" fmla="*/ 136 w 289"/>
              <a:gd name="T61" fmla="*/ 88 h 353"/>
              <a:gd name="T62" fmla="*/ 273 w 289"/>
              <a:gd name="T63" fmla="*/ 42 h 353"/>
              <a:gd name="T64" fmla="*/ 167 w 289"/>
              <a:gd name="T65" fmla="*/ 79 h 353"/>
              <a:gd name="T66" fmla="*/ 145 w 289"/>
              <a:gd name="T67" fmla="*/ 64 h 353"/>
              <a:gd name="T68" fmla="*/ 122 w 289"/>
              <a:gd name="T69" fmla="*/ 79 h 353"/>
              <a:gd name="T70" fmla="*/ 16 w 289"/>
              <a:gd name="T71" fmla="*/ 42 h 353"/>
              <a:gd name="T72" fmla="*/ 16 w 289"/>
              <a:gd name="T73" fmla="*/ 32 h 353"/>
              <a:gd name="T74" fmla="*/ 32 w 289"/>
              <a:gd name="T75" fmla="*/ 16 h 353"/>
              <a:gd name="T76" fmla="*/ 257 w 289"/>
              <a:gd name="T77" fmla="*/ 16 h 353"/>
              <a:gd name="T78" fmla="*/ 273 w 289"/>
              <a:gd name="T79" fmla="*/ 32 h 353"/>
              <a:gd name="T80" fmla="*/ 273 w 289"/>
              <a:gd name="T81" fmla="*/ 42 h 353"/>
              <a:gd name="T82" fmla="*/ 120 w 289"/>
              <a:gd name="T83" fmla="*/ 241 h 353"/>
              <a:gd name="T84" fmla="*/ 72 w 289"/>
              <a:gd name="T85" fmla="*/ 241 h 353"/>
              <a:gd name="T86" fmla="*/ 64 w 289"/>
              <a:gd name="T87" fmla="*/ 249 h 353"/>
              <a:gd name="T88" fmla="*/ 72 w 289"/>
              <a:gd name="T89" fmla="*/ 257 h 353"/>
              <a:gd name="T90" fmla="*/ 120 w 289"/>
              <a:gd name="T91" fmla="*/ 257 h 353"/>
              <a:gd name="T92" fmla="*/ 128 w 289"/>
              <a:gd name="T93" fmla="*/ 249 h 353"/>
              <a:gd name="T94" fmla="*/ 120 w 289"/>
              <a:gd name="T95" fmla="*/ 241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289" h="353">
                <a:moveTo>
                  <a:pt x="104" y="273"/>
                </a:moveTo>
                <a:cubicBezTo>
                  <a:pt x="72" y="273"/>
                  <a:pt x="72" y="273"/>
                  <a:pt x="72" y="273"/>
                </a:cubicBezTo>
                <a:cubicBezTo>
                  <a:pt x="68" y="273"/>
                  <a:pt x="64" y="276"/>
                  <a:pt x="64" y="281"/>
                </a:cubicBezTo>
                <a:cubicBezTo>
                  <a:pt x="64" y="285"/>
                  <a:pt x="68" y="289"/>
                  <a:pt x="72" y="289"/>
                </a:cubicBezTo>
                <a:cubicBezTo>
                  <a:pt x="104" y="289"/>
                  <a:pt x="104" y="289"/>
                  <a:pt x="104" y="289"/>
                </a:cubicBezTo>
                <a:cubicBezTo>
                  <a:pt x="109" y="289"/>
                  <a:pt x="112" y="285"/>
                  <a:pt x="112" y="281"/>
                </a:cubicBezTo>
                <a:cubicBezTo>
                  <a:pt x="112" y="276"/>
                  <a:pt x="109" y="273"/>
                  <a:pt x="104" y="273"/>
                </a:cubicBezTo>
                <a:moveTo>
                  <a:pt x="257" y="0"/>
                </a:move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4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4" y="353"/>
                  <a:pt x="32" y="353"/>
                </a:cubicBezTo>
                <a:cubicBezTo>
                  <a:pt x="257" y="353"/>
                  <a:pt x="257" y="353"/>
                  <a:pt x="257" y="353"/>
                </a:cubicBezTo>
                <a:cubicBezTo>
                  <a:pt x="275" y="353"/>
                  <a:pt x="289" y="339"/>
                  <a:pt x="289" y="321"/>
                </a:cubicBezTo>
                <a:cubicBezTo>
                  <a:pt x="289" y="32"/>
                  <a:pt x="289" y="32"/>
                  <a:pt x="289" y="32"/>
                </a:cubicBezTo>
                <a:cubicBezTo>
                  <a:pt x="289" y="14"/>
                  <a:pt x="275" y="0"/>
                  <a:pt x="257" y="0"/>
                </a:cubicBezTo>
                <a:moveTo>
                  <a:pt x="273" y="321"/>
                </a:moveTo>
                <a:cubicBezTo>
                  <a:pt x="273" y="330"/>
                  <a:pt x="266" y="337"/>
                  <a:pt x="257" y="337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23" y="337"/>
                  <a:pt x="16" y="330"/>
                  <a:pt x="16" y="321"/>
                </a:cubicBezTo>
                <a:cubicBezTo>
                  <a:pt x="16" y="63"/>
                  <a:pt x="16" y="63"/>
                  <a:pt x="16" y="63"/>
                </a:cubicBezTo>
                <a:cubicBezTo>
                  <a:pt x="40" y="80"/>
                  <a:pt x="82" y="92"/>
                  <a:pt x="122" y="95"/>
                </a:cubicBezTo>
                <a:cubicBezTo>
                  <a:pt x="125" y="105"/>
                  <a:pt x="134" y="112"/>
                  <a:pt x="145" y="112"/>
                </a:cubicBezTo>
                <a:cubicBezTo>
                  <a:pt x="155" y="112"/>
                  <a:pt x="164" y="105"/>
                  <a:pt x="167" y="95"/>
                </a:cubicBezTo>
                <a:cubicBezTo>
                  <a:pt x="207" y="92"/>
                  <a:pt x="249" y="80"/>
                  <a:pt x="273" y="63"/>
                </a:cubicBezTo>
                <a:lnTo>
                  <a:pt x="273" y="321"/>
                </a:lnTo>
                <a:close/>
                <a:moveTo>
                  <a:pt x="136" y="88"/>
                </a:moveTo>
                <a:cubicBezTo>
                  <a:pt x="136" y="84"/>
                  <a:pt x="140" y="80"/>
                  <a:pt x="145" y="80"/>
                </a:cubicBezTo>
                <a:cubicBezTo>
                  <a:pt x="149" y="80"/>
                  <a:pt x="153" y="84"/>
                  <a:pt x="153" y="88"/>
                </a:cubicBezTo>
                <a:cubicBezTo>
                  <a:pt x="153" y="93"/>
                  <a:pt x="149" y="96"/>
                  <a:pt x="145" y="96"/>
                </a:cubicBezTo>
                <a:cubicBezTo>
                  <a:pt x="140" y="96"/>
                  <a:pt x="136" y="93"/>
                  <a:pt x="136" y="88"/>
                </a:cubicBezTo>
                <a:moveTo>
                  <a:pt x="273" y="42"/>
                </a:moveTo>
                <a:cubicBezTo>
                  <a:pt x="252" y="61"/>
                  <a:pt x="209" y="75"/>
                  <a:pt x="167" y="79"/>
                </a:cubicBezTo>
                <a:cubicBezTo>
                  <a:pt x="163" y="70"/>
                  <a:pt x="155" y="64"/>
                  <a:pt x="145" y="64"/>
                </a:cubicBezTo>
                <a:cubicBezTo>
                  <a:pt x="134" y="64"/>
                  <a:pt x="126" y="70"/>
                  <a:pt x="122" y="79"/>
                </a:cubicBezTo>
                <a:cubicBezTo>
                  <a:pt x="80" y="75"/>
                  <a:pt x="37" y="61"/>
                  <a:pt x="16" y="42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3"/>
                  <a:pt x="23" y="16"/>
                  <a:pt x="32" y="16"/>
                </a:cubicBezTo>
                <a:cubicBezTo>
                  <a:pt x="257" y="16"/>
                  <a:pt x="257" y="16"/>
                  <a:pt x="257" y="16"/>
                </a:cubicBezTo>
                <a:cubicBezTo>
                  <a:pt x="266" y="16"/>
                  <a:pt x="273" y="23"/>
                  <a:pt x="273" y="32"/>
                </a:cubicBezTo>
                <a:lnTo>
                  <a:pt x="273" y="42"/>
                </a:lnTo>
                <a:close/>
                <a:moveTo>
                  <a:pt x="120" y="241"/>
                </a:moveTo>
                <a:cubicBezTo>
                  <a:pt x="72" y="241"/>
                  <a:pt x="72" y="241"/>
                  <a:pt x="72" y="241"/>
                </a:cubicBezTo>
                <a:cubicBezTo>
                  <a:pt x="68" y="241"/>
                  <a:pt x="64" y="244"/>
                  <a:pt x="64" y="249"/>
                </a:cubicBezTo>
                <a:cubicBezTo>
                  <a:pt x="64" y="253"/>
                  <a:pt x="68" y="257"/>
                  <a:pt x="72" y="257"/>
                </a:cubicBezTo>
                <a:cubicBezTo>
                  <a:pt x="120" y="257"/>
                  <a:pt x="120" y="257"/>
                  <a:pt x="120" y="257"/>
                </a:cubicBezTo>
                <a:cubicBezTo>
                  <a:pt x="125" y="257"/>
                  <a:pt x="128" y="253"/>
                  <a:pt x="128" y="249"/>
                </a:cubicBezTo>
                <a:cubicBezTo>
                  <a:pt x="128" y="244"/>
                  <a:pt x="125" y="241"/>
                  <a:pt x="120" y="241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9" name="Freeform 79"/>
          <p:cNvSpPr>
            <a:spLocks noEditPoints="1"/>
          </p:cNvSpPr>
          <p:nvPr/>
        </p:nvSpPr>
        <p:spPr bwMode="auto">
          <a:xfrm>
            <a:off x="1957918" y="2017184"/>
            <a:ext cx="469900" cy="575733"/>
          </a:xfrm>
          <a:custGeom>
            <a:avLst/>
            <a:gdLst>
              <a:gd name="T0" fmla="*/ 97 w 289"/>
              <a:gd name="T1" fmla="*/ 0 h 353"/>
              <a:gd name="T2" fmla="*/ 65 w 289"/>
              <a:gd name="T3" fmla="*/ 40 h 353"/>
              <a:gd name="T4" fmla="*/ 81 w 289"/>
              <a:gd name="T5" fmla="*/ 40 h 353"/>
              <a:gd name="T6" fmla="*/ 97 w 289"/>
              <a:gd name="T7" fmla="*/ 16 h 353"/>
              <a:gd name="T8" fmla="*/ 273 w 289"/>
              <a:gd name="T9" fmla="*/ 32 h 353"/>
              <a:gd name="T10" fmla="*/ 257 w 289"/>
              <a:gd name="T11" fmla="*/ 273 h 353"/>
              <a:gd name="T12" fmla="*/ 241 w 289"/>
              <a:gd name="T13" fmla="*/ 281 h 353"/>
              <a:gd name="T14" fmla="*/ 257 w 289"/>
              <a:gd name="T15" fmla="*/ 289 h 353"/>
              <a:gd name="T16" fmla="*/ 289 w 289"/>
              <a:gd name="T17" fmla="*/ 32 h 353"/>
              <a:gd name="T18" fmla="*/ 89 w 289"/>
              <a:gd name="T19" fmla="*/ 257 h 353"/>
              <a:gd name="T20" fmla="*/ 49 w 289"/>
              <a:gd name="T21" fmla="*/ 265 h 353"/>
              <a:gd name="T22" fmla="*/ 89 w 289"/>
              <a:gd name="T23" fmla="*/ 273 h 353"/>
              <a:gd name="T24" fmla="*/ 89 w 289"/>
              <a:gd name="T25" fmla="*/ 257 h 353"/>
              <a:gd name="T26" fmla="*/ 57 w 289"/>
              <a:gd name="T27" fmla="*/ 289 h 353"/>
              <a:gd name="T28" fmla="*/ 57 w 289"/>
              <a:gd name="T29" fmla="*/ 305 h 353"/>
              <a:gd name="T30" fmla="*/ 81 w 289"/>
              <a:gd name="T31" fmla="*/ 297 h 353"/>
              <a:gd name="T32" fmla="*/ 193 w 289"/>
              <a:gd name="T33" fmla="*/ 64 h 353"/>
              <a:gd name="T34" fmla="*/ 0 w 289"/>
              <a:gd name="T35" fmla="*/ 96 h 353"/>
              <a:gd name="T36" fmla="*/ 32 w 289"/>
              <a:gd name="T37" fmla="*/ 353 h 353"/>
              <a:gd name="T38" fmla="*/ 225 w 289"/>
              <a:gd name="T39" fmla="*/ 321 h 353"/>
              <a:gd name="T40" fmla="*/ 193 w 289"/>
              <a:gd name="T41" fmla="*/ 64 h 353"/>
              <a:gd name="T42" fmla="*/ 193 w 289"/>
              <a:gd name="T43" fmla="*/ 337 h 353"/>
              <a:gd name="T44" fmla="*/ 16 w 289"/>
              <a:gd name="T45" fmla="*/ 321 h 353"/>
              <a:gd name="T46" fmla="*/ 90 w 289"/>
              <a:gd name="T47" fmla="*/ 144 h 353"/>
              <a:gd name="T48" fmla="*/ 136 w 289"/>
              <a:gd name="T49" fmla="*/ 144 h 353"/>
              <a:gd name="T50" fmla="*/ 209 w 289"/>
              <a:gd name="T51" fmla="*/ 321 h 353"/>
              <a:gd name="T52" fmla="*/ 113 w 289"/>
              <a:gd name="T53" fmla="*/ 128 h 353"/>
              <a:gd name="T54" fmla="*/ 113 w 289"/>
              <a:gd name="T55" fmla="*/ 144 h 353"/>
              <a:gd name="T56" fmla="*/ 209 w 289"/>
              <a:gd name="T57" fmla="*/ 99 h 353"/>
              <a:gd name="T58" fmla="*/ 113 w 289"/>
              <a:gd name="T59" fmla="*/ 112 h 353"/>
              <a:gd name="T60" fmla="*/ 16 w 289"/>
              <a:gd name="T61" fmla="*/ 99 h 353"/>
              <a:gd name="T62" fmla="*/ 32 w 289"/>
              <a:gd name="T63" fmla="*/ 80 h 353"/>
              <a:gd name="T64" fmla="*/ 209 w 289"/>
              <a:gd name="T65" fmla="*/ 96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289" h="353">
                <a:moveTo>
                  <a:pt x="257" y="0"/>
                </a:moveTo>
                <a:cubicBezTo>
                  <a:pt x="97" y="0"/>
                  <a:pt x="97" y="0"/>
                  <a:pt x="97" y="0"/>
                </a:cubicBezTo>
                <a:cubicBezTo>
                  <a:pt x="79" y="0"/>
                  <a:pt x="65" y="14"/>
                  <a:pt x="65" y="32"/>
                </a:cubicBezTo>
                <a:cubicBezTo>
                  <a:pt x="65" y="40"/>
                  <a:pt x="65" y="40"/>
                  <a:pt x="65" y="40"/>
                </a:cubicBezTo>
                <a:cubicBezTo>
                  <a:pt x="65" y="44"/>
                  <a:pt x="68" y="48"/>
                  <a:pt x="73" y="48"/>
                </a:cubicBezTo>
                <a:cubicBezTo>
                  <a:pt x="77" y="48"/>
                  <a:pt x="81" y="44"/>
                  <a:pt x="81" y="40"/>
                </a:cubicBezTo>
                <a:cubicBezTo>
                  <a:pt x="81" y="32"/>
                  <a:pt x="81" y="32"/>
                  <a:pt x="81" y="32"/>
                </a:cubicBezTo>
                <a:cubicBezTo>
                  <a:pt x="81" y="23"/>
                  <a:pt x="88" y="16"/>
                  <a:pt x="97" y="16"/>
                </a:cubicBezTo>
                <a:cubicBezTo>
                  <a:pt x="257" y="16"/>
                  <a:pt x="257" y="16"/>
                  <a:pt x="257" y="16"/>
                </a:cubicBezTo>
                <a:cubicBezTo>
                  <a:pt x="266" y="16"/>
                  <a:pt x="273" y="23"/>
                  <a:pt x="273" y="32"/>
                </a:cubicBezTo>
                <a:cubicBezTo>
                  <a:pt x="273" y="257"/>
                  <a:pt x="273" y="257"/>
                  <a:pt x="273" y="257"/>
                </a:cubicBezTo>
                <a:cubicBezTo>
                  <a:pt x="273" y="266"/>
                  <a:pt x="266" y="273"/>
                  <a:pt x="257" y="273"/>
                </a:cubicBezTo>
                <a:cubicBezTo>
                  <a:pt x="249" y="273"/>
                  <a:pt x="249" y="273"/>
                  <a:pt x="249" y="273"/>
                </a:cubicBezTo>
                <a:cubicBezTo>
                  <a:pt x="245" y="273"/>
                  <a:pt x="241" y="276"/>
                  <a:pt x="241" y="281"/>
                </a:cubicBezTo>
                <a:cubicBezTo>
                  <a:pt x="241" y="285"/>
                  <a:pt x="245" y="289"/>
                  <a:pt x="249" y="289"/>
                </a:cubicBezTo>
                <a:cubicBezTo>
                  <a:pt x="257" y="289"/>
                  <a:pt x="257" y="289"/>
                  <a:pt x="257" y="289"/>
                </a:cubicBezTo>
                <a:cubicBezTo>
                  <a:pt x="275" y="289"/>
                  <a:pt x="289" y="274"/>
                  <a:pt x="289" y="257"/>
                </a:cubicBezTo>
                <a:cubicBezTo>
                  <a:pt x="289" y="32"/>
                  <a:pt x="289" y="32"/>
                  <a:pt x="289" y="32"/>
                </a:cubicBezTo>
                <a:cubicBezTo>
                  <a:pt x="289" y="14"/>
                  <a:pt x="275" y="0"/>
                  <a:pt x="257" y="0"/>
                </a:cubicBezTo>
                <a:moveTo>
                  <a:pt x="89" y="257"/>
                </a:moveTo>
                <a:cubicBezTo>
                  <a:pt x="57" y="257"/>
                  <a:pt x="57" y="257"/>
                  <a:pt x="57" y="257"/>
                </a:cubicBezTo>
                <a:cubicBezTo>
                  <a:pt x="52" y="257"/>
                  <a:pt x="49" y="260"/>
                  <a:pt x="49" y="265"/>
                </a:cubicBezTo>
                <a:cubicBezTo>
                  <a:pt x="49" y="269"/>
                  <a:pt x="52" y="273"/>
                  <a:pt x="57" y="273"/>
                </a:cubicBezTo>
                <a:cubicBezTo>
                  <a:pt x="89" y="273"/>
                  <a:pt x="89" y="273"/>
                  <a:pt x="89" y="273"/>
                </a:cubicBezTo>
                <a:cubicBezTo>
                  <a:pt x="93" y="273"/>
                  <a:pt x="97" y="269"/>
                  <a:pt x="97" y="265"/>
                </a:cubicBezTo>
                <a:cubicBezTo>
                  <a:pt x="97" y="260"/>
                  <a:pt x="93" y="257"/>
                  <a:pt x="89" y="257"/>
                </a:cubicBezTo>
                <a:moveTo>
                  <a:pt x="73" y="289"/>
                </a:moveTo>
                <a:cubicBezTo>
                  <a:pt x="57" y="289"/>
                  <a:pt x="57" y="289"/>
                  <a:pt x="57" y="289"/>
                </a:cubicBezTo>
                <a:cubicBezTo>
                  <a:pt x="52" y="289"/>
                  <a:pt x="49" y="292"/>
                  <a:pt x="49" y="297"/>
                </a:cubicBezTo>
                <a:cubicBezTo>
                  <a:pt x="49" y="301"/>
                  <a:pt x="52" y="305"/>
                  <a:pt x="57" y="305"/>
                </a:cubicBezTo>
                <a:cubicBezTo>
                  <a:pt x="73" y="305"/>
                  <a:pt x="73" y="305"/>
                  <a:pt x="73" y="305"/>
                </a:cubicBezTo>
                <a:cubicBezTo>
                  <a:pt x="77" y="305"/>
                  <a:pt x="81" y="301"/>
                  <a:pt x="81" y="297"/>
                </a:cubicBezTo>
                <a:cubicBezTo>
                  <a:pt x="81" y="292"/>
                  <a:pt x="77" y="289"/>
                  <a:pt x="73" y="289"/>
                </a:cubicBezTo>
                <a:moveTo>
                  <a:pt x="193" y="64"/>
                </a:moveTo>
                <a:cubicBezTo>
                  <a:pt x="32" y="64"/>
                  <a:pt x="32" y="64"/>
                  <a:pt x="32" y="64"/>
                </a:cubicBezTo>
                <a:cubicBezTo>
                  <a:pt x="15" y="64"/>
                  <a:pt x="0" y="78"/>
                  <a:pt x="0" y="96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5" y="353"/>
                  <a:pt x="32" y="353"/>
                </a:cubicBezTo>
                <a:cubicBezTo>
                  <a:pt x="193" y="353"/>
                  <a:pt x="193" y="353"/>
                  <a:pt x="193" y="353"/>
                </a:cubicBezTo>
                <a:cubicBezTo>
                  <a:pt x="211" y="353"/>
                  <a:pt x="225" y="339"/>
                  <a:pt x="225" y="321"/>
                </a:cubicBezTo>
                <a:cubicBezTo>
                  <a:pt x="225" y="96"/>
                  <a:pt x="225" y="96"/>
                  <a:pt x="225" y="96"/>
                </a:cubicBezTo>
                <a:cubicBezTo>
                  <a:pt x="225" y="78"/>
                  <a:pt x="211" y="64"/>
                  <a:pt x="193" y="64"/>
                </a:cubicBezTo>
                <a:moveTo>
                  <a:pt x="209" y="321"/>
                </a:moveTo>
                <a:cubicBezTo>
                  <a:pt x="209" y="330"/>
                  <a:pt x="202" y="337"/>
                  <a:pt x="193" y="337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24" y="337"/>
                  <a:pt x="16" y="330"/>
                  <a:pt x="16" y="321"/>
                </a:cubicBezTo>
                <a:cubicBezTo>
                  <a:pt x="16" y="119"/>
                  <a:pt x="16" y="119"/>
                  <a:pt x="16" y="119"/>
                </a:cubicBezTo>
                <a:cubicBezTo>
                  <a:pt x="36" y="135"/>
                  <a:pt x="58" y="141"/>
                  <a:pt x="90" y="144"/>
                </a:cubicBezTo>
                <a:cubicBezTo>
                  <a:pt x="93" y="153"/>
                  <a:pt x="102" y="160"/>
                  <a:pt x="113" y="160"/>
                </a:cubicBezTo>
                <a:cubicBezTo>
                  <a:pt x="123" y="160"/>
                  <a:pt x="132" y="153"/>
                  <a:pt x="136" y="144"/>
                </a:cubicBezTo>
                <a:cubicBezTo>
                  <a:pt x="168" y="141"/>
                  <a:pt x="190" y="135"/>
                  <a:pt x="209" y="119"/>
                </a:cubicBezTo>
                <a:lnTo>
                  <a:pt x="209" y="321"/>
                </a:lnTo>
                <a:close/>
                <a:moveTo>
                  <a:pt x="105" y="136"/>
                </a:moveTo>
                <a:cubicBezTo>
                  <a:pt x="105" y="132"/>
                  <a:pt x="108" y="128"/>
                  <a:pt x="113" y="128"/>
                </a:cubicBezTo>
                <a:cubicBezTo>
                  <a:pt x="117" y="128"/>
                  <a:pt x="121" y="132"/>
                  <a:pt x="121" y="136"/>
                </a:cubicBezTo>
                <a:cubicBezTo>
                  <a:pt x="121" y="141"/>
                  <a:pt x="117" y="144"/>
                  <a:pt x="113" y="144"/>
                </a:cubicBezTo>
                <a:cubicBezTo>
                  <a:pt x="108" y="144"/>
                  <a:pt x="105" y="141"/>
                  <a:pt x="105" y="136"/>
                </a:cubicBezTo>
                <a:moveTo>
                  <a:pt x="209" y="99"/>
                </a:moveTo>
                <a:cubicBezTo>
                  <a:pt x="193" y="116"/>
                  <a:pt x="170" y="125"/>
                  <a:pt x="135" y="127"/>
                </a:cubicBezTo>
                <a:cubicBezTo>
                  <a:pt x="132" y="118"/>
                  <a:pt x="123" y="112"/>
                  <a:pt x="113" y="112"/>
                </a:cubicBezTo>
                <a:cubicBezTo>
                  <a:pt x="103" y="112"/>
                  <a:pt x="94" y="118"/>
                  <a:pt x="90" y="127"/>
                </a:cubicBezTo>
                <a:cubicBezTo>
                  <a:pt x="55" y="125"/>
                  <a:pt x="32" y="116"/>
                  <a:pt x="16" y="99"/>
                </a:cubicBezTo>
                <a:cubicBezTo>
                  <a:pt x="16" y="96"/>
                  <a:pt x="16" y="96"/>
                  <a:pt x="16" y="96"/>
                </a:cubicBezTo>
                <a:cubicBezTo>
                  <a:pt x="16" y="87"/>
                  <a:pt x="24" y="80"/>
                  <a:pt x="32" y="80"/>
                </a:cubicBezTo>
                <a:cubicBezTo>
                  <a:pt x="193" y="80"/>
                  <a:pt x="193" y="80"/>
                  <a:pt x="193" y="80"/>
                </a:cubicBezTo>
                <a:cubicBezTo>
                  <a:pt x="202" y="80"/>
                  <a:pt x="209" y="87"/>
                  <a:pt x="209" y="96"/>
                </a:cubicBezTo>
                <a:lnTo>
                  <a:pt x="209" y="99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0" name="Freeform 80"/>
          <p:cNvSpPr>
            <a:spLocks noEditPoints="1"/>
          </p:cNvSpPr>
          <p:nvPr/>
        </p:nvSpPr>
        <p:spPr bwMode="auto">
          <a:xfrm>
            <a:off x="3005667" y="2017184"/>
            <a:ext cx="575733" cy="575733"/>
          </a:xfrm>
          <a:custGeom>
            <a:avLst/>
            <a:gdLst>
              <a:gd name="T0" fmla="*/ 77 w 353"/>
              <a:gd name="T1" fmla="*/ 238 h 353"/>
              <a:gd name="T2" fmla="*/ 86 w 353"/>
              <a:gd name="T3" fmla="*/ 230 h 353"/>
              <a:gd name="T4" fmla="*/ 88 w 353"/>
              <a:gd name="T5" fmla="*/ 225 h 353"/>
              <a:gd name="T6" fmla="*/ 80 w 353"/>
              <a:gd name="T7" fmla="*/ 217 h 353"/>
              <a:gd name="T8" fmla="*/ 74 w 353"/>
              <a:gd name="T9" fmla="*/ 219 h 353"/>
              <a:gd name="T10" fmla="*/ 66 w 353"/>
              <a:gd name="T11" fmla="*/ 227 h 353"/>
              <a:gd name="T12" fmla="*/ 64 w 353"/>
              <a:gd name="T13" fmla="*/ 233 h 353"/>
              <a:gd name="T14" fmla="*/ 72 w 353"/>
              <a:gd name="T15" fmla="*/ 241 h 353"/>
              <a:gd name="T16" fmla="*/ 77 w 353"/>
              <a:gd name="T17" fmla="*/ 238 h 353"/>
              <a:gd name="T18" fmla="*/ 128 w 353"/>
              <a:gd name="T19" fmla="*/ 233 h 353"/>
              <a:gd name="T20" fmla="*/ 120 w 353"/>
              <a:gd name="T21" fmla="*/ 225 h 353"/>
              <a:gd name="T22" fmla="*/ 114 w 353"/>
              <a:gd name="T23" fmla="*/ 227 h 353"/>
              <a:gd name="T24" fmla="*/ 34 w 353"/>
              <a:gd name="T25" fmla="*/ 307 h 353"/>
              <a:gd name="T26" fmla="*/ 32 w 353"/>
              <a:gd name="T27" fmla="*/ 313 h 353"/>
              <a:gd name="T28" fmla="*/ 40 w 353"/>
              <a:gd name="T29" fmla="*/ 321 h 353"/>
              <a:gd name="T30" fmla="*/ 45 w 353"/>
              <a:gd name="T31" fmla="*/ 319 h 353"/>
              <a:gd name="T32" fmla="*/ 126 w 353"/>
              <a:gd name="T33" fmla="*/ 238 h 353"/>
              <a:gd name="T34" fmla="*/ 128 w 353"/>
              <a:gd name="T35" fmla="*/ 233 h 353"/>
              <a:gd name="T36" fmla="*/ 128 w 353"/>
              <a:gd name="T37" fmla="*/ 265 h 353"/>
              <a:gd name="T38" fmla="*/ 122 w 353"/>
              <a:gd name="T39" fmla="*/ 267 h 353"/>
              <a:gd name="T40" fmla="*/ 98 w 353"/>
              <a:gd name="T41" fmla="*/ 291 h 353"/>
              <a:gd name="T42" fmla="*/ 96 w 353"/>
              <a:gd name="T43" fmla="*/ 297 h 353"/>
              <a:gd name="T44" fmla="*/ 104 w 353"/>
              <a:gd name="T45" fmla="*/ 305 h 353"/>
              <a:gd name="T46" fmla="*/ 110 w 353"/>
              <a:gd name="T47" fmla="*/ 302 h 353"/>
              <a:gd name="T48" fmla="*/ 134 w 353"/>
              <a:gd name="T49" fmla="*/ 278 h 353"/>
              <a:gd name="T50" fmla="*/ 136 w 353"/>
              <a:gd name="T51" fmla="*/ 273 h 353"/>
              <a:gd name="T52" fmla="*/ 128 w 353"/>
              <a:gd name="T53" fmla="*/ 265 h 353"/>
              <a:gd name="T54" fmla="*/ 353 w 353"/>
              <a:gd name="T55" fmla="*/ 8 h 353"/>
              <a:gd name="T56" fmla="*/ 345 w 353"/>
              <a:gd name="T57" fmla="*/ 0 h 353"/>
              <a:gd name="T58" fmla="*/ 341 w 353"/>
              <a:gd name="T59" fmla="*/ 1 h 353"/>
              <a:gd name="T60" fmla="*/ 341 w 353"/>
              <a:gd name="T61" fmla="*/ 1 h 353"/>
              <a:gd name="T62" fmla="*/ 4 w 353"/>
              <a:gd name="T63" fmla="*/ 145 h 353"/>
              <a:gd name="T64" fmla="*/ 4 w 353"/>
              <a:gd name="T65" fmla="*/ 145 h 353"/>
              <a:gd name="T66" fmla="*/ 4 w 353"/>
              <a:gd name="T67" fmla="*/ 145 h 353"/>
              <a:gd name="T68" fmla="*/ 4 w 353"/>
              <a:gd name="T69" fmla="*/ 145 h 353"/>
              <a:gd name="T70" fmla="*/ 0 w 353"/>
              <a:gd name="T71" fmla="*/ 152 h 353"/>
              <a:gd name="T72" fmla="*/ 5 w 353"/>
              <a:gd name="T73" fmla="*/ 160 h 353"/>
              <a:gd name="T74" fmla="*/ 5 w 353"/>
              <a:gd name="T75" fmla="*/ 160 h 353"/>
              <a:gd name="T76" fmla="*/ 138 w 353"/>
              <a:gd name="T77" fmla="*/ 215 h 353"/>
              <a:gd name="T78" fmla="*/ 193 w 353"/>
              <a:gd name="T79" fmla="*/ 347 h 353"/>
              <a:gd name="T80" fmla="*/ 193 w 353"/>
              <a:gd name="T81" fmla="*/ 347 h 353"/>
              <a:gd name="T82" fmla="*/ 200 w 353"/>
              <a:gd name="T83" fmla="*/ 353 h 353"/>
              <a:gd name="T84" fmla="*/ 207 w 353"/>
              <a:gd name="T85" fmla="*/ 348 h 353"/>
              <a:gd name="T86" fmla="*/ 208 w 353"/>
              <a:gd name="T87" fmla="*/ 348 h 353"/>
              <a:gd name="T88" fmla="*/ 208 w 353"/>
              <a:gd name="T89" fmla="*/ 348 h 353"/>
              <a:gd name="T90" fmla="*/ 208 w 353"/>
              <a:gd name="T91" fmla="*/ 348 h 353"/>
              <a:gd name="T92" fmla="*/ 352 w 353"/>
              <a:gd name="T93" fmla="*/ 11 h 353"/>
              <a:gd name="T94" fmla="*/ 352 w 353"/>
              <a:gd name="T95" fmla="*/ 11 h 353"/>
              <a:gd name="T96" fmla="*/ 353 w 353"/>
              <a:gd name="T97" fmla="*/ 8 h 353"/>
              <a:gd name="T98" fmla="*/ 28 w 353"/>
              <a:gd name="T99" fmla="*/ 152 h 353"/>
              <a:gd name="T100" fmla="*/ 310 w 353"/>
              <a:gd name="T101" fmla="*/ 32 h 353"/>
              <a:gd name="T102" fmla="*/ 142 w 353"/>
              <a:gd name="T103" fmla="*/ 199 h 353"/>
              <a:gd name="T104" fmla="*/ 28 w 353"/>
              <a:gd name="T105" fmla="*/ 152 h 353"/>
              <a:gd name="T106" fmla="*/ 200 w 353"/>
              <a:gd name="T107" fmla="*/ 324 h 353"/>
              <a:gd name="T108" fmla="*/ 153 w 353"/>
              <a:gd name="T109" fmla="*/ 210 h 353"/>
              <a:gd name="T110" fmla="*/ 321 w 353"/>
              <a:gd name="T111" fmla="*/ 43 h 353"/>
              <a:gd name="T112" fmla="*/ 200 w 353"/>
              <a:gd name="T113" fmla="*/ 324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353" h="353">
                <a:moveTo>
                  <a:pt x="77" y="238"/>
                </a:moveTo>
                <a:cubicBezTo>
                  <a:pt x="86" y="230"/>
                  <a:pt x="86" y="230"/>
                  <a:pt x="86" y="230"/>
                </a:cubicBezTo>
                <a:cubicBezTo>
                  <a:pt x="87" y="229"/>
                  <a:pt x="88" y="227"/>
                  <a:pt x="88" y="225"/>
                </a:cubicBezTo>
                <a:cubicBezTo>
                  <a:pt x="88" y="220"/>
                  <a:pt x="84" y="217"/>
                  <a:pt x="80" y="217"/>
                </a:cubicBezTo>
                <a:cubicBezTo>
                  <a:pt x="78" y="217"/>
                  <a:pt x="76" y="217"/>
                  <a:pt x="74" y="219"/>
                </a:cubicBezTo>
                <a:cubicBezTo>
                  <a:pt x="66" y="227"/>
                  <a:pt x="66" y="227"/>
                  <a:pt x="66" y="227"/>
                </a:cubicBezTo>
                <a:cubicBezTo>
                  <a:pt x="65" y="228"/>
                  <a:pt x="64" y="230"/>
                  <a:pt x="64" y="233"/>
                </a:cubicBezTo>
                <a:cubicBezTo>
                  <a:pt x="64" y="237"/>
                  <a:pt x="67" y="241"/>
                  <a:pt x="72" y="241"/>
                </a:cubicBezTo>
                <a:cubicBezTo>
                  <a:pt x="74" y="241"/>
                  <a:pt x="76" y="240"/>
                  <a:pt x="77" y="238"/>
                </a:cubicBezTo>
                <a:moveTo>
                  <a:pt x="128" y="233"/>
                </a:moveTo>
                <a:cubicBezTo>
                  <a:pt x="128" y="228"/>
                  <a:pt x="124" y="225"/>
                  <a:pt x="120" y="225"/>
                </a:cubicBezTo>
                <a:cubicBezTo>
                  <a:pt x="118" y="225"/>
                  <a:pt x="116" y="225"/>
                  <a:pt x="114" y="227"/>
                </a:cubicBezTo>
                <a:cubicBezTo>
                  <a:pt x="34" y="307"/>
                  <a:pt x="34" y="307"/>
                  <a:pt x="34" y="307"/>
                </a:cubicBezTo>
                <a:cubicBezTo>
                  <a:pt x="33" y="309"/>
                  <a:pt x="32" y="311"/>
                  <a:pt x="32" y="313"/>
                </a:cubicBezTo>
                <a:cubicBezTo>
                  <a:pt x="32" y="317"/>
                  <a:pt x="35" y="321"/>
                  <a:pt x="40" y="321"/>
                </a:cubicBezTo>
                <a:cubicBezTo>
                  <a:pt x="42" y="321"/>
                  <a:pt x="44" y="320"/>
                  <a:pt x="45" y="319"/>
                </a:cubicBezTo>
                <a:cubicBezTo>
                  <a:pt x="126" y="238"/>
                  <a:pt x="126" y="238"/>
                  <a:pt x="126" y="238"/>
                </a:cubicBezTo>
                <a:cubicBezTo>
                  <a:pt x="127" y="237"/>
                  <a:pt x="128" y="235"/>
                  <a:pt x="128" y="233"/>
                </a:cubicBezTo>
                <a:moveTo>
                  <a:pt x="128" y="265"/>
                </a:moveTo>
                <a:cubicBezTo>
                  <a:pt x="126" y="265"/>
                  <a:pt x="124" y="266"/>
                  <a:pt x="122" y="267"/>
                </a:cubicBezTo>
                <a:cubicBezTo>
                  <a:pt x="98" y="291"/>
                  <a:pt x="98" y="291"/>
                  <a:pt x="98" y="291"/>
                </a:cubicBezTo>
                <a:cubicBezTo>
                  <a:pt x="97" y="293"/>
                  <a:pt x="96" y="295"/>
                  <a:pt x="96" y="297"/>
                </a:cubicBezTo>
                <a:cubicBezTo>
                  <a:pt x="96" y="301"/>
                  <a:pt x="99" y="305"/>
                  <a:pt x="104" y="305"/>
                </a:cubicBezTo>
                <a:cubicBezTo>
                  <a:pt x="106" y="305"/>
                  <a:pt x="108" y="304"/>
                  <a:pt x="110" y="302"/>
                </a:cubicBezTo>
                <a:cubicBezTo>
                  <a:pt x="134" y="278"/>
                  <a:pt x="134" y="278"/>
                  <a:pt x="134" y="278"/>
                </a:cubicBezTo>
                <a:cubicBezTo>
                  <a:pt x="135" y="277"/>
                  <a:pt x="136" y="275"/>
                  <a:pt x="136" y="273"/>
                </a:cubicBezTo>
                <a:cubicBezTo>
                  <a:pt x="136" y="268"/>
                  <a:pt x="132" y="265"/>
                  <a:pt x="128" y="265"/>
                </a:cubicBezTo>
                <a:moveTo>
                  <a:pt x="353" y="8"/>
                </a:moveTo>
                <a:cubicBezTo>
                  <a:pt x="353" y="3"/>
                  <a:pt x="349" y="0"/>
                  <a:pt x="345" y="0"/>
                </a:cubicBezTo>
                <a:cubicBezTo>
                  <a:pt x="344" y="0"/>
                  <a:pt x="342" y="0"/>
                  <a:pt x="341" y="1"/>
                </a:cubicBezTo>
                <a:cubicBezTo>
                  <a:pt x="341" y="1"/>
                  <a:pt x="341" y="1"/>
                  <a:pt x="341" y="1"/>
                </a:cubicBezTo>
                <a:cubicBezTo>
                  <a:pt x="4" y="145"/>
                  <a:pt x="4" y="145"/>
                  <a:pt x="4" y="145"/>
                </a:cubicBezTo>
                <a:cubicBezTo>
                  <a:pt x="4" y="145"/>
                  <a:pt x="4" y="145"/>
                  <a:pt x="4" y="145"/>
                </a:cubicBezTo>
                <a:cubicBezTo>
                  <a:pt x="4" y="145"/>
                  <a:pt x="4" y="145"/>
                  <a:pt x="4" y="145"/>
                </a:cubicBezTo>
                <a:cubicBezTo>
                  <a:pt x="4" y="145"/>
                  <a:pt x="4" y="145"/>
                  <a:pt x="4" y="145"/>
                </a:cubicBezTo>
                <a:cubicBezTo>
                  <a:pt x="1" y="146"/>
                  <a:pt x="0" y="149"/>
                  <a:pt x="0" y="152"/>
                </a:cubicBezTo>
                <a:cubicBezTo>
                  <a:pt x="0" y="156"/>
                  <a:pt x="2" y="159"/>
                  <a:pt x="5" y="160"/>
                </a:cubicBezTo>
                <a:cubicBezTo>
                  <a:pt x="5" y="160"/>
                  <a:pt x="5" y="160"/>
                  <a:pt x="5" y="160"/>
                </a:cubicBezTo>
                <a:cubicBezTo>
                  <a:pt x="138" y="215"/>
                  <a:pt x="138" y="215"/>
                  <a:pt x="138" y="215"/>
                </a:cubicBezTo>
                <a:cubicBezTo>
                  <a:pt x="193" y="347"/>
                  <a:pt x="193" y="347"/>
                  <a:pt x="193" y="347"/>
                </a:cubicBezTo>
                <a:cubicBezTo>
                  <a:pt x="193" y="347"/>
                  <a:pt x="193" y="347"/>
                  <a:pt x="193" y="347"/>
                </a:cubicBezTo>
                <a:cubicBezTo>
                  <a:pt x="194" y="351"/>
                  <a:pt x="197" y="353"/>
                  <a:pt x="200" y="353"/>
                </a:cubicBezTo>
                <a:cubicBezTo>
                  <a:pt x="203" y="353"/>
                  <a:pt x="206" y="351"/>
                  <a:pt x="207" y="348"/>
                </a:cubicBezTo>
                <a:cubicBezTo>
                  <a:pt x="208" y="348"/>
                  <a:pt x="208" y="348"/>
                  <a:pt x="208" y="348"/>
                </a:cubicBezTo>
                <a:cubicBezTo>
                  <a:pt x="208" y="348"/>
                  <a:pt x="208" y="348"/>
                  <a:pt x="208" y="348"/>
                </a:cubicBezTo>
                <a:cubicBezTo>
                  <a:pt x="208" y="348"/>
                  <a:pt x="208" y="348"/>
                  <a:pt x="208" y="348"/>
                </a:cubicBezTo>
                <a:cubicBezTo>
                  <a:pt x="352" y="11"/>
                  <a:pt x="352" y="11"/>
                  <a:pt x="352" y="11"/>
                </a:cubicBezTo>
                <a:cubicBezTo>
                  <a:pt x="352" y="11"/>
                  <a:pt x="352" y="11"/>
                  <a:pt x="352" y="11"/>
                </a:cubicBezTo>
                <a:cubicBezTo>
                  <a:pt x="352" y="10"/>
                  <a:pt x="353" y="9"/>
                  <a:pt x="353" y="8"/>
                </a:cubicBezTo>
                <a:moveTo>
                  <a:pt x="28" y="152"/>
                </a:moveTo>
                <a:cubicBezTo>
                  <a:pt x="310" y="32"/>
                  <a:pt x="310" y="32"/>
                  <a:pt x="310" y="32"/>
                </a:cubicBezTo>
                <a:cubicBezTo>
                  <a:pt x="142" y="199"/>
                  <a:pt x="142" y="199"/>
                  <a:pt x="142" y="199"/>
                </a:cubicBezTo>
                <a:lnTo>
                  <a:pt x="28" y="152"/>
                </a:lnTo>
                <a:close/>
                <a:moveTo>
                  <a:pt x="200" y="324"/>
                </a:moveTo>
                <a:cubicBezTo>
                  <a:pt x="153" y="210"/>
                  <a:pt x="153" y="210"/>
                  <a:pt x="153" y="210"/>
                </a:cubicBezTo>
                <a:cubicBezTo>
                  <a:pt x="321" y="43"/>
                  <a:pt x="321" y="43"/>
                  <a:pt x="321" y="43"/>
                </a:cubicBezTo>
                <a:lnTo>
                  <a:pt x="200" y="324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1" name="Freeform 81"/>
          <p:cNvSpPr>
            <a:spLocks noEditPoints="1"/>
          </p:cNvSpPr>
          <p:nvPr/>
        </p:nvSpPr>
        <p:spPr bwMode="auto">
          <a:xfrm>
            <a:off x="4106334" y="2042584"/>
            <a:ext cx="575733" cy="524933"/>
          </a:xfrm>
          <a:custGeom>
            <a:avLst/>
            <a:gdLst>
              <a:gd name="T0" fmla="*/ 345 w 353"/>
              <a:gd name="T1" fmla="*/ 273 h 321"/>
              <a:gd name="T2" fmla="*/ 192 w 353"/>
              <a:gd name="T3" fmla="*/ 273 h 321"/>
              <a:gd name="T4" fmla="*/ 152 w 353"/>
              <a:gd name="T5" fmla="*/ 241 h 321"/>
              <a:gd name="T6" fmla="*/ 113 w 353"/>
              <a:gd name="T7" fmla="*/ 273 h 321"/>
              <a:gd name="T8" fmla="*/ 8 w 353"/>
              <a:gd name="T9" fmla="*/ 273 h 321"/>
              <a:gd name="T10" fmla="*/ 0 w 353"/>
              <a:gd name="T11" fmla="*/ 281 h 321"/>
              <a:gd name="T12" fmla="*/ 8 w 353"/>
              <a:gd name="T13" fmla="*/ 289 h 321"/>
              <a:gd name="T14" fmla="*/ 113 w 353"/>
              <a:gd name="T15" fmla="*/ 289 h 321"/>
              <a:gd name="T16" fmla="*/ 152 w 353"/>
              <a:gd name="T17" fmla="*/ 321 h 321"/>
              <a:gd name="T18" fmla="*/ 192 w 353"/>
              <a:gd name="T19" fmla="*/ 289 h 321"/>
              <a:gd name="T20" fmla="*/ 345 w 353"/>
              <a:gd name="T21" fmla="*/ 289 h 321"/>
              <a:gd name="T22" fmla="*/ 353 w 353"/>
              <a:gd name="T23" fmla="*/ 281 h 321"/>
              <a:gd name="T24" fmla="*/ 345 w 353"/>
              <a:gd name="T25" fmla="*/ 273 h 321"/>
              <a:gd name="T26" fmla="*/ 152 w 353"/>
              <a:gd name="T27" fmla="*/ 305 h 321"/>
              <a:gd name="T28" fmla="*/ 128 w 353"/>
              <a:gd name="T29" fmla="*/ 281 h 321"/>
              <a:gd name="T30" fmla="*/ 152 w 353"/>
              <a:gd name="T31" fmla="*/ 257 h 321"/>
              <a:gd name="T32" fmla="*/ 177 w 353"/>
              <a:gd name="T33" fmla="*/ 281 h 321"/>
              <a:gd name="T34" fmla="*/ 152 w 353"/>
              <a:gd name="T35" fmla="*/ 305 h 321"/>
              <a:gd name="T36" fmla="*/ 8 w 353"/>
              <a:gd name="T37" fmla="*/ 48 h 321"/>
              <a:gd name="T38" fmla="*/ 49 w 353"/>
              <a:gd name="T39" fmla="*/ 48 h 321"/>
              <a:gd name="T40" fmla="*/ 88 w 353"/>
              <a:gd name="T41" fmla="*/ 80 h 321"/>
              <a:gd name="T42" fmla="*/ 128 w 353"/>
              <a:gd name="T43" fmla="*/ 48 h 321"/>
              <a:gd name="T44" fmla="*/ 345 w 353"/>
              <a:gd name="T45" fmla="*/ 48 h 321"/>
              <a:gd name="T46" fmla="*/ 353 w 353"/>
              <a:gd name="T47" fmla="*/ 40 h 321"/>
              <a:gd name="T48" fmla="*/ 345 w 353"/>
              <a:gd name="T49" fmla="*/ 32 h 321"/>
              <a:gd name="T50" fmla="*/ 128 w 353"/>
              <a:gd name="T51" fmla="*/ 32 h 321"/>
              <a:gd name="T52" fmla="*/ 88 w 353"/>
              <a:gd name="T53" fmla="*/ 0 h 321"/>
              <a:gd name="T54" fmla="*/ 49 w 353"/>
              <a:gd name="T55" fmla="*/ 32 h 321"/>
              <a:gd name="T56" fmla="*/ 8 w 353"/>
              <a:gd name="T57" fmla="*/ 32 h 321"/>
              <a:gd name="T58" fmla="*/ 0 w 353"/>
              <a:gd name="T59" fmla="*/ 40 h 321"/>
              <a:gd name="T60" fmla="*/ 8 w 353"/>
              <a:gd name="T61" fmla="*/ 48 h 321"/>
              <a:gd name="T62" fmla="*/ 88 w 353"/>
              <a:gd name="T63" fmla="*/ 16 h 321"/>
              <a:gd name="T64" fmla="*/ 112 w 353"/>
              <a:gd name="T65" fmla="*/ 40 h 321"/>
              <a:gd name="T66" fmla="*/ 88 w 353"/>
              <a:gd name="T67" fmla="*/ 64 h 321"/>
              <a:gd name="T68" fmla="*/ 64 w 353"/>
              <a:gd name="T69" fmla="*/ 40 h 321"/>
              <a:gd name="T70" fmla="*/ 88 w 353"/>
              <a:gd name="T71" fmla="*/ 16 h 321"/>
              <a:gd name="T72" fmla="*/ 345 w 353"/>
              <a:gd name="T73" fmla="*/ 152 h 321"/>
              <a:gd name="T74" fmla="*/ 320 w 353"/>
              <a:gd name="T75" fmla="*/ 152 h 321"/>
              <a:gd name="T76" fmla="*/ 281 w 353"/>
              <a:gd name="T77" fmla="*/ 120 h 321"/>
              <a:gd name="T78" fmla="*/ 242 w 353"/>
              <a:gd name="T79" fmla="*/ 152 h 321"/>
              <a:gd name="T80" fmla="*/ 8 w 353"/>
              <a:gd name="T81" fmla="*/ 152 h 321"/>
              <a:gd name="T82" fmla="*/ 0 w 353"/>
              <a:gd name="T83" fmla="*/ 160 h 321"/>
              <a:gd name="T84" fmla="*/ 8 w 353"/>
              <a:gd name="T85" fmla="*/ 168 h 321"/>
              <a:gd name="T86" fmla="*/ 242 w 353"/>
              <a:gd name="T87" fmla="*/ 168 h 321"/>
              <a:gd name="T88" fmla="*/ 281 w 353"/>
              <a:gd name="T89" fmla="*/ 201 h 321"/>
              <a:gd name="T90" fmla="*/ 320 w 353"/>
              <a:gd name="T91" fmla="*/ 168 h 321"/>
              <a:gd name="T92" fmla="*/ 345 w 353"/>
              <a:gd name="T93" fmla="*/ 168 h 321"/>
              <a:gd name="T94" fmla="*/ 353 w 353"/>
              <a:gd name="T95" fmla="*/ 160 h 321"/>
              <a:gd name="T96" fmla="*/ 345 w 353"/>
              <a:gd name="T97" fmla="*/ 152 h 321"/>
              <a:gd name="T98" fmla="*/ 281 w 353"/>
              <a:gd name="T99" fmla="*/ 184 h 321"/>
              <a:gd name="T100" fmla="*/ 257 w 353"/>
              <a:gd name="T101" fmla="*/ 160 h 321"/>
              <a:gd name="T102" fmla="*/ 281 w 353"/>
              <a:gd name="T103" fmla="*/ 136 h 321"/>
              <a:gd name="T104" fmla="*/ 305 w 353"/>
              <a:gd name="T105" fmla="*/ 160 h 321"/>
              <a:gd name="T106" fmla="*/ 281 w 353"/>
              <a:gd name="T107" fmla="*/ 184 h 3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353" h="321">
                <a:moveTo>
                  <a:pt x="345" y="273"/>
                </a:moveTo>
                <a:cubicBezTo>
                  <a:pt x="192" y="273"/>
                  <a:pt x="192" y="273"/>
                  <a:pt x="192" y="273"/>
                </a:cubicBezTo>
                <a:cubicBezTo>
                  <a:pt x="188" y="254"/>
                  <a:pt x="172" y="241"/>
                  <a:pt x="152" y="241"/>
                </a:cubicBezTo>
                <a:cubicBezTo>
                  <a:pt x="133" y="241"/>
                  <a:pt x="117" y="254"/>
                  <a:pt x="113" y="273"/>
                </a:cubicBezTo>
                <a:cubicBezTo>
                  <a:pt x="8" y="273"/>
                  <a:pt x="8" y="273"/>
                  <a:pt x="8" y="273"/>
                </a:cubicBezTo>
                <a:cubicBezTo>
                  <a:pt x="3" y="273"/>
                  <a:pt x="0" y="276"/>
                  <a:pt x="0" y="281"/>
                </a:cubicBezTo>
                <a:cubicBezTo>
                  <a:pt x="0" y="285"/>
                  <a:pt x="3" y="289"/>
                  <a:pt x="8" y="289"/>
                </a:cubicBezTo>
                <a:cubicBezTo>
                  <a:pt x="113" y="289"/>
                  <a:pt x="113" y="289"/>
                  <a:pt x="113" y="289"/>
                </a:cubicBezTo>
                <a:cubicBezTo>
                  <a:pt x="117" y="307"/>
                  <a:pt x="133" y="321"/>
                  <a:pt x="152" y="321"/>
                </a:cubicBezTo>
                <a:cubicBezTo>
                  <a:pt x="172" y="321"/>
                  <a:pt x="188" y="307"/>
                  <a:pt x="192" y="289"/>
                </a:cubicBezTo>
                <a:cubicBezTo>
                  <a:pt x="345" y="289"/>
                  <a:pt x="345" y="289"/>
                  <a:pt x="345" y="289"/>
                </a:cubicBezTo>
                <a:cubicBezTo>
                  <a:pt x="350" y="289"/>
                  <a:pt x="353" y="285"/>
                  <a:pt x="353" y="281"/>
                </a:cubicBezTo>
                <a:cubicBezTo>
                  <a:pt x="353" y="276"/>
                  <a:pt x="350" y="273"/>
                  <a:pt x="345" y="273"/>
                </a:cubicBezTo>
                <a:moveTo>
                  <a:pt x="152" y="305"/>
                </a:moveTo>
                <a:cubicBezTo>
                  <a:pt x="139" y="305"/>
                  <a:pt x="128" y="294"/>
                  <a:pt x="128" y="281"/>
                </a:cubicBezTo>
                <a:cubicBezTo>
                  <a:pt x="128" y="267"/>
                  <a:pt x="139" y="257"/>
                  <a:pt x="152" y="257"/>
                </a:cubicBezTo>
                <a:cubicBezTo>
                  <a:pt x="166" y="257"/>
                  <a:pt x="177" y="267"/>
                  <a:pt x="177" y="281"/>
                </a:cubicBezTo>
                <a:cubicBezTo>
                  <a:pt x="177" y="294"/>
                  <a:pt x="166" y="305"/>
                  <a:pt x="152" y="305"/>
                </a:cubicBezTo>
                <a:moveTo>
                  <a:pt x="8" y="48"/>
                </a:moveTo>
                <a:cubicBezTo>
                  <a:pt x="49" y="48"/>
                  <a:pt x="49" y="48"/>
                  <a:pt x="49" y="48"/>
                </a:cubicBezTo>
                <a:cubicBezTo>
                  <a:pt x="53" y="66"/>
                  <a:pt x="69" y="80"/>
                  <a:pt x="88" y="80"/>
                </a:cubicBezTo>
                <a:cubicBezTo>
                  <a:pt x="108" y="80"/>
                  <a:pt x="124" y="66"/>
                  <a:pt x="128" y="48"/>
                </a:cubicBezTo>
                <a:cubicBezTo>
                  <a:pt x="345" y="48"/>
                  <a:pt x="345" y="48"/>
                  <a:pt x="345" y="48"/>
                </a:cubicBezTo>
                <a:cubicBezTo>
                  <a:pt x="350" y="48"/>
                  <a:pt x="353" y="44"/>
                  <a:pt x="353" y="40"/>
                </a:cubicBezTo>
                <a:cubicBezTo>
                  <a:pt x="353" y="36"/>
                  <a:pt x="350" y="32"/>
                  <a:pt x="345" y="32"/>
                </a:cubicBezTo>
                <a:cubicBezTo>
                  <a:pt x="128" y="32"/>
                  <a:pt x="128" y="32"/>
                  <a:pt x="128" y="32"/>
                </a:cubicBezTo>
                <a:cubicBezTo>
                  <a:pt x="124" y="14"/>
                  <a:pt x="108" y="0"/>
                  <a:pt x="88" y="0"/>
                </a:cubicBezTo>
                <a:cubicBezTo>
                  <a:pt x="69" y="0"/>
                  <a:pt x="53" y="14"/>
                  <a:pt x="49" y="32"/>
                </a:cubicBezTo>
                <a:cubicBezTo>
                  <a:pt x="8" y="32"/>
                  <a:pt x="8" y="32"/>
                  <a:pt x="8" y="32"/>
                </a:cubicBezTo>
                <a:cubicBezTo>
                  <a:pt x="3" y="32"/>
                  <a:pt x="0" y="36"/>
                  <a:pt x="0" y="40"/>
                </a:cubicBezTo>
                <a:cubicBezTo>
                  <a:pt x="0" y="44"/>
                  <a:pt x="3" y="48"/>
                  <a:pt x="8" y="48"/>
                </a:cubicBezTo>
                <a:moveTo>
                  <a:pt x="88" y="16"/>
                </a:moveTo>
                <a:cubicBezTo>
                  <a:pt x="102" y="16"/>
                  <a:pt x="112" y="27"/>
                  <a:pt x="112" y="40"/>
                </a:cubicBezTo>
                <a:cubicBezTo>
                  <a:pt x="112" y="53"/>
                  <a:pt x="102" y="64"/>
                  <a:pt x="88" y="64"/>
                </a:cubicBezTo>
                <a:cubicBezTo>
                  <a:pt x="75" y="64"/>
                  <a:pt x="64" y="53"/>
                  <a:pt x="64" y="40"/>
                </a:cubicBezTo>
                <a:cubicBezTo>
                  <a:pt x="64" y="27"/>
                  <a:pt x="75" y="16"/>
                  <a:pt x="88" y="16"/>
                </a:cubicBezTo>
                <a:moveTo>
                  <a:pt x="345" y="152"/>
                </a:moveTo>
                <a:cubicBezTo>
                  <a:pt x="320" y="152"/>
                  <a:pt x="320" y="152"/>
                  <a:pt x="320" y="152"/>
                </a:cubicBezTo>
                <a:cubicBezTo>
                  <a:pt x="316" y="134"/>
                  <a:pt x="300" y="120"/>
                  <a:pt x="281" y="120"/>
                </a:cubicBezTo>
                <a:cubicBezTo>
                  <a:pt x="261" y="120"/>
                  <a:pt x="245" y="134"/>
                  <a:pt x="242" y="152"/>
                </a:cubicBezTo>
                <a:cubicBezTo>
                  <a:pt x="8" y="152"/>
                  <a:pt x="8" y="152"/>
                  <a:pt x="8" y="152"/>
                </a:cubicBezTo>
                <a:cubicBezTo>
                  <a:pt x="3" y="152"/>
                  <a:pt x="0" y="156"/>
                  <a:pt x="0" y="160"/>
                </a:cubicBezTo>
                <a:cubicBezTo>
                  <a:pt x="0" y="165"/>
                  <a:pt x="3" y="168"/>
                  <a:pt x="8" y="168"/>
                </a:cubicBezTo>
                <a:cubicBezTo>
                  <a:pt x="242" y="168"/>
                  <a:pt x="242" y="168"/>
                  <a:pt x="242" y="168"/>
                </a:cubicBezTo>
                <a:cubicBezTo>
                  <a:pt x="245" y="187"/>
                  <a:pt x="261" y="201"/>
                  <a:pt x="281" y="201"/>
                </a:cubicBezTo>
                <a:cubicBezTo>
                  <a:pt x="300" y="201"/>
                  <a:pt x="316" y="187"/>
                  <a:pt x="320" y="168"/>
                </a:cubicBezTo>
                <a:cubicBezTo>
                  <a:pt x="345" y="168"/>
                  <a:pt x="345" y="168"/>
                  <a:pt x="345" y="168"/>
                </a:cubicBezTo>
                <a:cubicBezTo>
                  <a:pt x="350" y="168"/>
                  <a:pt x="353" y="165"/>
                  <a:pt x="353" y="160"/>
                </a:cubicBezTo>
                <a:cubicBezTo>
                  <a:pt x="353" y="156"/>
                  <a:pt x="350" y="152"/>
                  <a:pt x="345" y="152"/>
                </a:cubicBezTo>
                <a:moveTo>
                  <a:pt x="281" y="184"/>
                </a:moveTo>
                <a:cubicBezTo>
                  <a:pt x="268" y="184"/>
                  <a:pt x="257" y="174"/>
                  <a:pt x="257" y="160"/>
                </a:cubicBezTo>
                <a:cubicBezTo>
                  <a:pt x="257" y="147"/>
                  <a:pt x="268" y="136"/>
                  <a:pt x="281" y="136"/>
                </a:cubicBezTo>
                <a:cubicBezTo>
                  <a:pt x="294" y="136"/>
                  <a:pt x="305" y="147"/>
                  <a:pt x="305" y="160"/>
                </a:cubicBezTo>
                <a:cubicBezTo>
                  <a:pt x="305" y="174"/>
                  <a:pt x="294" y="184"/>
                  <a:pt x="281" y="184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2" name="Freeform 82"/>
          <p:cNvSpPr>
            <a:spLocks noEditPoints="1"/>
          </p:cNvSpPr>
          <p:nvPr/>
        </p:nvSpPr>
        <p:spPr bwMode="auto">
          <a:xfrm>
            <a:off x="5204884" y="2042584"/>
            <a:ext cx="575733" cy="524933"/>
          </a:xfrm>
          <a:custGeom>
            <a:avLst/>
            <a:gdLst>
              <a:gd name="T0" fmla="*/ 305 w 353"/>
              <a:gd name="T1" fmla="*/ 281 h 321"/>
              <a:gd name="T2" fmla="*/ 321 w 353"/>
              <a:gd name="T3" fmla="*/ 281 h 321"/>
              <a:gd name="T4" fmla="*/ 249 w 353"/>
              <a:gd name="T5" fmla="*/ 144 h 321"/>
              <a:gd name="T6" fmla="*/ 249 w 353"/>
              <a:gd name="T7" fmla="*/ 96 h 321"/>
              <a:gd name="T8" fmla="*/ 249 w 353"/>
              <a:gd name="T9" fmla="*/ 144 h 321"/>
              <a:gd name="T10" fmla="*/ 305 w 353"/>
              <a:gd name="T11" fmla="*/ 201 h 321"/>
              <a:gd name="T12" fmla="*/ 249 w 353"/>
              <a:gd name="T13" fmla="*/ 64 h 321"/>
              <a:gd name="T14" fmla="*/ 193 w 353"/>
              <a:gd name="T15" fmla="*/ 201 h 321"/>
              <a:gd name="T16" fmla="*/ 209 w 353"/>
              <a:gd name="T17" fmla="*/ 120 h 321"/>
              <a:gd name="T18" fmla="*/ 289 w 353"/>
              <a:gd name="T19" fmla="*/ 120 h 321"/>
              <a:gd name="T20" fmla="*/ 249 w 353"/>
              <a:gd name="T21" fmla="*/ 241 h 321"/>
              <a:gd name="T22" fmla="*/ 209 w 353"/>
              <a:gd name="T23" fmla="*/ 120 h 321"/>
              <a:gd name="T24" fmla="*/ 321 w 353"/>
              <a:gd name="T25" fmla="*/ 40 h 321"/>
              <a:gd name="T26" fmla="*/ 305 w 353"/>
              <a:gd name="T27" fmla="*/ 40 h 321"/>
              <a:gd name="T28" fmla="*/ 337 w 353"/>
              <a:gd name="T29" fmla="*/ 0 h 321"/>
              <a:gd name="T30" fmla="*/ 0 w 353"/>
              <a:gd name="T31" fmla="*/ 16 h 321"/>
              <a:gd name="T32" fmla="*/ 16 w 353"/>
              <a:gd name="T33" fmla="*/ 321 h 321"/>
              <a:gd name="T34" fmla="*/ 353 w 353"/>
              <a:gd name="T35" fmla="*/ 305 h 321"/>
              <a:gd name="T36" fmla="*/ 337 w 353"/>
              <a:gd name="T37" fmla="*/ 0 h 321"/>
              <a:gd name="T38" fmla="*/ 16 w 353"/>
              <a:gd name="T39" fmla="*/ 305 h 321"/>
              <a:gd name="T40" fmla="*/ 337 w 353"/>
              <a:gd name="T41" fmla="*/ 16 h 321"/>
              <a:gd name="T42" fmla="*/ 40 w 353"/>
              <a:gd name="T43" fmla="*/ 289 h 321"/>
              <a:gd name="T44" fmla="*/ 40 w 353"/>
              <a:gd name="T45" fmla="*/ 273 h 321"/>
              <a:gd name="T46" fmla="*/ 40 w 353"/>
              <a:gd name="T47" fmla="*/ 289 h 321"/>
              <a:gd name="T48" fmla="*/ 105 w 353"/>
              <a:gd name="T49" fmla="*/ 257 h 321"/>
              <a:gd name="T50" fmla="*/ 161 w 353"/>
              <a:gd name="T51" fmla="*/ 120 h 321"/>
              <a:gd name="T52" fmla="*/ 48 w 353"/>
              <a:gd name="T53" fmla="*/ 120 h 321"/>
              <a:gd name="T54" fmla="*/ 64 w 353"/>
              <a:gd name="T55" fmla="*/ 120 h 321"/>
              <a:gd name="T56" fmla="*/ 145 w 353"/>
              <a:gd name="T57" fmla="*/ 120 h 321"/>
              <a:gd name="T58" fmla="*/ 105 w 353"/>
              <a:gd name="T59" fmla="*/ 241 h 321"/>
              <a:gd name="T60" fmla="*/ 64 w 353"/>
              <a:gd name="T61" fmla="*/ 120 h 321"/>
              <a:gd name="T62" fmla="*/ 48 w 353"/>
              <a:gd name="T63" fmla="*/ 40 h 321"/>
              <a:gd name="T64" fmla="*/ 32 w 353"/>
              <a:gd name="T65" fmla="*/ 40 h 321"/>
              <a:gd name="T66" fmla="*/ 105 w 353"/>
              <a:gd name="T67" fmla="*/ 225 h 321"/>
              <a:gd name="T68" fmla="*/ 105 w 353"/>
              <a:gd name="T69" fmla="*/ 176 h 321"/>
              <a:gd name="T70" fmla="*/ 105 w 353"/>
              <a:gd name="T71" fmla="*/ 225 h 3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353" h="321">
                <a:moveTo>
                  <a:pt x="313" y="273"/>
                </a:moveTo>
                <a:cubicBezTo>
                  <a:pt x="309" y="273"/>
                  <a:pt x="305" y="276"/>
                  <a:pt x="305" y="281"/>
                </a:cubicBezTo>
                <a:cubicBezTo>
                  <a:pt x="305" y="285"/>
                  <a:pt x="309" y="289"/>
                  <a:pt x="313" y="289"/>
                </a:cubicBezTo>
                <a:cubicBezTo>
                  <a:pt x="318" y="289"/>
                  <a:pt x="321" y="285"/>
                  <a:pt x="321" y="281"/>
                </a:cubicBezTo>
                <a:cubicBezTo>
                  <a:pt x="321" y="276"/>
                  <a:pt x="318" y="273"/>
                  <a:pt x="313" y="273"/>
                </a:cubicBezTo>
                <a:moveTo>
                  <a:pt x="249" y="144"/>
                </a:moveTo>
                <a:cubicBezTo>
                  <a:pt x="262" y="144"/>
                  <a:pt x="273" y="134"/>
                  <a:pt x="273" y="120"/>
                </a:cubicBezTo>
                <a:cubicBezTo>
                  <a:pt x="273" y="107"/>
                  <a:pt x="262" y="96"/>
                  <a:pt x="249" y="96"/>
                </a:cubicBezTo>
                <a:cubicBezTo>
                  <a:pt x="236" y="96"/>
                  <a:pt x="225" y="107"/>
                  <a:pt x="225" y="120"/>
                </a:cubicBezTo>
                <a:cubicBezTo>
                  <a:pt x="225" y="134"/>
                  <a:pt x="236" y="144"/>
                  <a:pt x="249" y="144"/>
                </a:cubicBezTo>
                <a:moveTo>
                  <a:pt x="249" y="257"/>
                </a:moveTo>
                <a:cubicBezTo>
                  <a:pt x="280" y="257"/>
                  <a:pt x="305" y="232"/>
                  <a:pt x="305" y="201"/>
                </a:cubicBezTo>
                <a:cubicBezTo>
                  <a:pt x="305" y="120"/>
                  <a:pt x="305" y="120"/>
                  <a:pt x="305" y="120"/>
                </a:cubicBezTo>
                <a:cubicBezTo>
                  <a:pt x="305" y="89"/>
                  <a:pt x="280" y="64"/>
                  <a:pt x="249" y="64"/>
                </a:cubicBezTo>
                <a:cubicBezTo>
                  <a:pt x="218" y="64"/>
                  <a:pt x="193" y="89"/>
                  <a:pt x="193" y="120"/>
                </a:cubicBezTo>
                <a:cubicBezTo>
                  <a:pt x="193" y="201"/>
                  <a:pt x="193" y="201"/>
                  <a:pt x="193" y="201"/>
                </a:cubicBezTo>
                <a:cubicBezTo>
                  <a:pt x="193" y="232"/>
                  <a:pt x="218" y="257"/>
                  <a:pt x="249" y="257"/>
                </a:cubicBezTo>
                <a:moveTo>
                  <a:pt x="209" y="120"/>
                </a:moveTo>
                <a:cubicBezTo>
                  <a:pt x="209" y="98"/>
                  <a:pt x="227" y="80"/>
                  <a:pt x="249" y="80"/>
                </a:cubicBezTo>
                <a:cubicBezTo>
                  <a:pt x="271" y="80"/>
                  <a:pt x="289" y="98"/>
                  <a:pt x="289" y="120"/>
                </a:cubicBezTo>
                <a:cubicBezTo>
                  <a:pt x="289" y="201"/>
                  <a:pt x="289" y="201"/>
                  <a:pt x="289" y="201"/>
                </a:cubicBezTo>
                <a:cubicBezTo>
                  <a:pt x="289" y="223"/>
                  <a:pt x="271" y="241"/>
                  <a:pt x="249" y="241"/>
                </a:cubicBezTo>
                <a:cubicBezTo>
                  <a:pt x="227" y="241"/>
                  <a:pt x="209" y="223"/>
                  <a:pt x="209" y="201"/>
                </a:cubicBezTo>
                <a:lnTo>
                  <a:pt x="209" y="120"/>
                </a:lnTo>
                <a:close/>
                <a:moveTo>
                  <a:pt x="313" y="48"/>
                </a:moveTo>
                <a:cubicBezTo>
                  <a:pt x="318" y="48"/>
                  <a:pt x="321" y="44"/>
                  <a:pt x="321" y="40"/>
                </a:cubicBezTo>
                <a:cubicBezTo>
                  <a:pt x="321" y="36"/>
                  <a:pt x="318" y="32"/>
                  <a:pt x="313" y="32"/>
                </a:cubicBezTo>
                <a:cubicBezTo>
                  <a:pt x="309" y="32"/>
                  <a:pt x="305" y="36"/>
                  <a:pt x="305" y="40"/>
                </a:cubicBezTo>
                <a:cubicBezTo>
                  <a:pt x="305" y="44"/>
                  <a:pt x="309" y="48"/>
                  <a:pt x="313" y="48"/>
                </a:cubicBezTo>
                <a:moveTo>
                  <a:pt x="337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305"/>
                  <a:pt x="0" y="305"/>
                  <a:pt x="0" y="305"/>
                </a:cubicBezTo>
                <a:cubicBezTo>
                  <a:pt x="0" y="314"/>
                  <a:pt x="7" y="321"/>
                  <a:pt x="16" y="321"/>
                </a:cubicBezTo>
                <a:cubicBezTo>
                  <a:pt x="337" y="321"/>
                  <a:pt x="337" y="321"/>
                  <a:pt x="337" y="321"/>
                </a:cubicBezTo>
                <a:cubicBezTo>
                  <a:pt x="346" y="321"/>
                  <a:pt x="353" y="314"/>
                  <a:pt x="353" y="305"/>
                </a:cubicBezTo>
                <a:cubicBezTo>
                  <a:pt x="353" y="16"/>
                  <a:pt x="353" y="16"/>
                  <a:pt x="353" y="16"/>
                </a:cubicBezTo>
                <a:cubicBezTo>
                  <a:pt x="353" y="7"/>
                  <a:pt x="346" y="0"/>
                  <a:pt x="337" y="0"/>
                </a:cubicBezTo>
                <a:moveTo>
                  <a:pt x="337" y="305"/>
                </a:moveTo>
                <a:cubicBezTo>
                  <a:pt x="16" y="305"/>
                  <a:pt x="16" y="305"/>
                  <a:pt x="16" y="305"/>
                </a:cubicBezTo>
                <a:cubicBezTo>
                  <a:pt x="16" y="16"/>
                  <a:pt x="16" y="16"/>
                  <a:pt x="16" y="16"/>
                </a:cubicBezTo>
                <a:cubicBezTo>
                  <a:pt x="337" y="16"/>
                  <a:pt x="337" y="16"/>
                  <a:pt x="337" y="16"/>
                </a:cubicBezTo>
                <a:lnTo>
                  <a:pt x="337" y="305"/>
                </a:lnTo>
                <a:close/>
                <a:moveTo>
                  <a:pt x="40" y="289"/>
                </a:moveTo>
                <a:cubicBezTo>
                  <a:pt x="45" y="289"/>
                  <a:pt x="48" y="285"/>
                  <a:pt x="48" y="281"/>
                </a:cubicBezTo>
                <a:cubicBezTo>
                  <a:pt x="48" y="276"/>
                  <a:pt x="45" y="273"/>
                  <a:pt x="40" y="273"/>
                </a:cubicBezTo>
                <a:cubicBezTo>
                  <a:pt x="36" y="273"/>
                  <a:pt x="32" y="276"/>
                  <a:pt x="32" y="281"/>
                </a:cubicBezTo>
                <a:cubicBezTo>
                  <a:pt x="32" y="285"/>
                  <a:pt x="36" y="289"/>
                  <a:pt x="40" y="289"/>
                </a:cubicBezTo>
                <a:moveTo>
                  <a:pt x="48" y="201"/>
                </a:moveTo>
                <a:cubicBezTo>
                  <a:pt x="48" y="232"/>
                  <a:pt x="74" y="257"/>
                  <a:pt x="105" y="257"/>
                </a:cubicBezTo>
                <a:cubicBezTo>
                  <a:pt x="136" y="257"/>
                  <a:pt x="161" y="232"/>
                  <a:pt x="161" y="201"/>
                </a:cubicBezTo>
                <a:cubicBezTo>
                  <a:pt x="161" y="120"/>
                  <a:pt x="161" y="120"/>
                  <a:pt x="161" y="120"/>
                </a:cubicBezTo>
                <a:cubicBezTo>
                  <a:pt x="161" y="89"/>
                  <a:pt x="136" y="64"/>
                  <a:pt x="105" y="64"/>
                </a:cubicBezTo>
                <a:cubicBezTo>
                  <a:pt x="74" y="64"/>
                  <a:pt x="48" y="89"/>
                  <a:pt x="48" y="120"/>
                </a:cubicBezTo>
                <a:lnTo>
                  <a:pt x="48" y="201"/>
                </a:lnTo>
                <a:close/>
                <a:moveTo>
                  <a:pt x="64" y="120"/>
                </a:moveTo>
                <a:cubicBezTo>
                  <a:pt x="64" y="98"/>
                  <a:pt x="82" y="80"/>
                  <a:pt x="105" y="80"/>
                </a:cubicBezTo>
                <a:cubicBezTo>
                  <a:pt x="127" y="80"/>
                  <a:pt x="145" y="98"/>
                  <a:pt x="145" y="120"/>
                </a:cubicBezTo>
                <a:cubicBezTo>
                  <a:pt x="145" y="201"/>
                  <a:pt x="145" y="201"/>
                  <a:pt x="145" y="201"/>
                </a:cubicBezTo>
                <a:cubicBezTo>
                  <a:pt x="145" y="223"/>
                  <a:pt x="127" y="241"/>
                  <a:pt x="105" y="241"/>
                </a:cubicBezTo>
                <a:cubicBezTo>
                  <a:pt x="82" y="241"/>
                  <a:pt x="64" y="223"/>
                  <a:pt x="64" y="201"/>
                </a:cubicBezTo>
                <a:lnTo>
                  <a:pt x="64" y="120"/>
                </a:lnTo>
                <a:close/>
                <a:moveTo>
                  <a:pt x="40" y="48"/>
                </a:moveTo>
                <a:cubicBezTo>
                  <a:pt x="45" y="48"/>
                  <a:pt x="48" y="44"/>
                  <a:pt x="48" y="40"/>
                </a:cubicBezTo>
                <a:cubicBezTo>
                  <a:pt x="48" y="36"/>
                  <a:pt x="45" y="32"/>
                  <a:pt x="40" y="32"/>
                </a:cubicBezTo>
                <a:cubicBezTo>
                  <a:pt x="36" y="32"/>
                  <a:pt x="32" y="36"/>
                  <a:pt x="32" y="40"/>
                </a:cubicBezTo>
                <a:cubicBezTo>
                  <a:pt x="32" y="44"/>
                  <a:pt x="36" y="48"/>
                  <a:pt x="40" y="48"/>
                </a:cubicBezTo>
                <a:moveTo>
                  <a:pt x="105" y="225"/>
                </a:moveTo>
                <a:cubicBezTo>
                  <a:pt x="118" y="225"/>
                  <a:pt x="129" y="214"/>
                  <a:pt x="129" y="201"/>
                </a:cubicBezTo>
                <a:cubicBezTo>
                  <a:pt x="129" y="187"/>
                  <a:pt x="118" y="176"/>
                  <a:pt x="105" y="176"/>
                </a:cubicBezTo>
                <a:cubicBezTo>
                  <a:pt x="91" y="176"/>
                  <a:pt x="81" y="187"/>
                  <a:pt x="81" y="201"/>
                </a:cubicBezTo>
                <a:cubicBezTo>
                  <a:pt x="81" y="214"/>
                  <a:pt x="91" y="225"/>
                  <a:pt x="105" y="225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3" name="Freeform 83"/>
          <p:cNvSpPr>
            <a:spLocks noEditPoints="1"/>
          </p:cNvSpPr>
          <p:nvPr/>
        </p:nvSpPr>
        <p:spPr bwMode="auto">
          <a:xfrm>
            <a:off x="6305551" y="2017184"/>
            <a:ext cx="575733" cy="575733"/>
          </a:xfrm>
          <a:custGeom>
            <a:avLst/>
            <a:gdLst>
              <a:gd name="T0" fmla="*/ 191 w 353"/>
              <a:gd name="T1" fmla="*/ 257 h 353"/>
              <a:gd name="T2" fmla="*/ 129 w 353"/>
              <a:gd name="T3" fmla="*/ 257 h 353"/>
              <a:gd name="T4" fmla="*/ 48 w 353"/>
              <a:gd name="T5" fmla="*/ 265 h 353"/>
              <a:gd name="T6" fmla="*/ 129 w 353"/>
              <a:gd name="T7" fmla="*/ 273 h 353"/>
              <a:gd name="T8" fmla="*/ 191 w 353"/>
              <a:gd name="T9" fmla="*/ 273 h 353"/>
              <a:gd name="T10" fmla="*/ 305 w 353"/>
              <a:gd name="T11" fmla="*/ 265 h 353"/>
              <a:gd name="T12" fmla="*/ 160 w 353"/>
              <a:gd name="T13" fmla="*/ 281 h 353"/>
              <a:gd name="T14" fmla="*/ 160 w 353"/>
              <a:gd name="T15" fmla="*/ 249 h 353"/>
              <a:gd name="T16" fmla="*/ 160 w 353"/>
              <a:gd name="T17" fmla="*/ 281 h 353"/>
              <a:gd name="T18" fmla="*/ 271 w 353"/>
              <a:gd name="T19" fmla="*/ 168 h 353"/>
              <a:gd name="T20" fmla="*/ 209 w 353"/>
              <a:gd name="T21" fmla="*/ 168 h 353"/>
              <a:gd name="T22" fmla="*/ 48 w 353"/>
              <a:gd name="T23" fmla="*/ 176 h 353"/>
              <a:gd name="T24" fmla="*/ 209 w 353"/>
              <a:gd name="T25" fmla="*/ 184 h 353"/>
              <a:gd name="T26" fmla="*/ 271 w 353"/>
              <a:gd name="T27" fmla="*/ 184 h 353"/>
              <a:gd name="T28" fmla="*/ 305 w 353"/>
              <a:gd name="T29" fmla="*/ 176 h 353"/>
              <a:gd name="T30" fmla="*/ 240 w 353"/>
              <a:gd name="T31" fmla="*/ 192 h 353"/>
              <a:gd name="T32" fmla="*/ 240 w 353"/>
              <a:gd name="T33" fmla="*/ 160 h 353"/>
              <a:gd name="T34" fmla="*/ 240 w 353"/>
              <a:gd name="T35" fmla="*/ 192 h 353"/>
              <a:gd name="T36" fmla="*/ 159 w 353"/>
              <a:gd name="T37" fmla="*/ 80 h 353"/>
              <a:gd name="T38" fmla="*/ 97 w 353"/>
              <a:gd name="T39" fmla="*/ 80 h 353"/>
              <a:gd name="T40" fmla="*/ 48 w 353"/>
              <a:gd name="T41" fmla="*/ 88 h 353"/>
              <a:gd name="T42" fmla="*/ 97 w 353"/>
              <a:gd name="T43" fmla="*/ 96 h 353"/>
              <a:gd name="T44" fmla="*/ 159 w 353"/>
              <a:gd name="T45" fmla="*/ 96 h 353"/>
              <a:gd name="T46" fmla="*/ 305 w 353"/>
              <a:gd name="T47" fmla="*/ 88 h 353"/>
              <a:gd name="T48" fmla="*/ 128 w 353"/>
              <a:gd name="T49" fmla="*/ 104 h 353"/>
              <a:gd name="T50" fmla="*/ 128 w 353"/>
              <a:gd name="T51" fmla="*/ 72 h 353"/>
              <a:gd name="T52" fmla="*/ 128 w 353"/>
              <a:gd name="T53" fmla="*/ 104 h 353"/>
              <a:gd name="T54" fmla="*/ 32 w 353"/>
              <a:gd name="T55" fmla="*/ 0 h 353"/>
              <a:gd name="T56" fmla="*/ 0 w 353"/>
              <a:gd name="T57" fmla="*/ 321 h 353"/>
              <a:gd name="T58" fmla="*/ 321 w 353"/>
              <a:gd name="T59" fmla="*/ 353 h 353"/>
              <a:gd name="T60" fmla="*/ 353 w 353"/>
              <a:gd name="T61" fmla="*/ 32 h 353"/>
              <a:gd name="T62" fmla="*/ 337 w 353"/>
              <a:gd name="T63" fmla="*/ 321 h 353"/>
              <a:gd name="T64" fmla="*/ 32 w 353"/>
              <a:gd name="T65" fmla="*/ 337 h 353"/>
              <a:gd name="T66" fmla="*/ 16 w 353"/>
              <a:gd name="T67" fmla="*/ 32 h 353"/>
              <a:gd name="T68" fmla="*/ 321 w 353"/>
              <a:gd name="T69" fmla="*/ 16 h 353"/>
              <a:gd name="T70" fmla="*/ 337 w 353"/>
              <a:gd name="T71" fmla="*/ 321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353" h="353">
                <a:moveTo>
                  <a:pt x="297" y="257"/>
                </a:moveTo>
                <a:cubicBezTo>
                  <a:pt x="191" y="257"/>
                  <a:pt x="191" y="257"/>
                  <a:pt x="191" y="257"/>
                </a:cubicBezTo>
                <a:cubicBezTo>
                  <a:pt x="188" y="243"/>
                  <a:pt x="175" y="233"/>
                  <a:pt x="160" y="233"/>
                </a:cubicBezTo>
                <a:cubicBezTo>
                  <a:pt x="145" y="233"/>
                  <a:pt x="133" y="243"/>
                  <a:pt x="129" y="257"/>
                </a:cubicBezTo>
                <a:cubicBezTo>
                  <a:pt x="56" y="257"/>
                  <a:pt x="56" y="257"/>
                  <a:pt x="56" y="257"/>
                </a:cubicBezTo>
                <a:cubicBezTo>
                  <a:pt x="51" y="257"/>
                  <a:pt x="48" y="260"/>
                  <a:pt x="48" y="265"/>
                </a:cubicBezTo>
                <a:cubicBezTo>
                  <a:pt x="48" y="269"/>
                  <a:pt x="51" y="273"/>
                  <a:pt x="56" y="273"/>
                </a:cubicBezTo>
                <a:cubicBezTo>
                  <a:pt x="129" y="273"/>
                  <a:pt x="129" y="273"/>
                  <a:pt x="129" y="273"/>
                </a:cubicBezTo>
                <a:cubicBezTo>
                  <a:pt x="133" y="287"/>
                  <a:pt x="145" y="297"/>
                  <a:pt x="160" y="297"/>
                </a:cubicBezTo>
                <a:cubicBezTo>
                  <a:pt x="175" y="297"/>
                  <a:pt x="188" y="287"/>
                  <a:pt x="191" y="273"/>
                </a:cubicBezTo>
                <a:cubicBezTo>
                  <a:pt x="297" y="273"/>
                  <a:pt x="297" y="273"/>
                  <a:pt x="297" y="273"/>
                </a:cubicBezTo>
                <a:cubicBezTo>
                  <a:pt x="301" y="273"/>
                  <a:pt x="305" y="269"/>
                  <a:pt x="305" y="265"/>
                </a:cubicBezTo>
                <a:cubicBezTo>
                  <a:pt x="305" y="260"/>
                  <a:pt x="301" y="257"/>
                  <a:pt x="297" y="257"/>
                </a:cubicBezTo>
                <a:moveTo>
                  <a:pt x="160" y="281"/>
                </a:moveTo>
                <a:cubicBezTo>
                  <a:pt x="151" y="281"/>
                  <a:pt x="144" y="274"/>
                  <a:pt x="144" y="265"/>
                </a:cubicBezTo>
                <a:cubicBezTo>
                  <a:pt x="144" y="256"/>
                  <a:pt x="151" y="249"/>
                  <a:pt x="160" y="249"/>
                </a:cubicBezTo>
                <a:cubicBezTo>
                  <a:pt x="169" y="249"/>
                  <a:pt x="176" y="256"/>
                  <a:pt x="176" y="265"/>
                </a:cubicBezTo>
                <a:cubicBezTo>
                  <a:pt x="176" y="274"/>
                  <a:pt x="169" y="281"/>
                  <a:pt x="160" y="281"/>
                </a:cubicBezTo>
                <a:moveTo>
                  <a:pt x="297" y="168"/>
                </a:moveTo>
                <a:cubicBezTo>
                  <a:pt x="271" y="168"/>
                  <a:pt x="271" y="168"/>
                  <a:pt x="271" y="168"/>
                </a:cubicBezTo>
                <a:cubicBezTo>
                  <a:pt x="268" y="155"/>
                  <a:pt x="255" y="144"/>
                  <a:pt x="240" y="144"/>
                </a:cubicBezTo>
                <a:cubicBezTo>
                  <a:pt x="225" y="144"/>
                  <a:pt x="213" y="155"/>
                  <a:pt x="209" y="168"/>
                </a:cubicBezTo>
                <a:cubicBezTo>
                  <a:pt x="56" y="168"/>
                  <a:pt x="56" y="168"/>
                  <a:pt x="56" y="168"/>
                </a:cubicBezTo>
                <a:cubicBezTo>
                  <a:pt x="51" y="168"/>
                  <a:pt x="48" y="172"/>
                  <a:pt x="48" y="176"/>
                </a:cubicBezTo>
                <a:cubicBezTo>
                  <a:pt x="48" y="181"/>
                  <a:pt x="51" y="184"/>
                  <a:pt x="56" y="184"/>
                </a:cubicBezTo>
                <a:cubicBezTo>
                  <a:pt x="209" y="184"/>
                  <a:pt x="209" y="184"/>
                  <a:pt x="209" y="184"/>
                </a:cubicBezTo>
                <a:cubicBezTo>
                  <a:pt x="213" y="198"/>
                  <a:pt x="225" y="208"/>
                  <a:pt x="240" y="208"/>
                </a:cubicBezTo>
                <a:cubicBezTo>
                  <a:pt x="255" y="208"/>
                  <a:pt x="268" y="198"/>
                  <a:pt x="271" y="184"/>
                </a:cubicBezTo>
                <a:cubicBezTo>
                  <a:pt x="297" y="184"/>
                  <a:pt x="297" y="184"/>
                  <a:pt x="297" y="184"/>
                </a:cubicBezTo>
                <a:cubicBezTo>
                  <a:pt x="301" y="184"/>
                  <a:pt x="305" y="181"/>
                  <a:pt x="305" y="176"/>
                </a:cubicBezTo>
                <a:cubicBezTo>
                  <a:pt x="305" y="172"/>
                  <a:pt x="301" y="168"/>
                  <a:pt x="297" y="168"/>
                </a:cubicBezTo>
                <a:moveTo>
                  <a:pt x="240" y="192"/>
                </a:moveTo>
                <a:cubicBezTo>
                  <a:pt x="232" y="192"/>
                  <a:pt x="224" y="185"/>
                  <a:pt x="224" y="176"/>
                </a:cubicBezTo>
                <a:cubicBezTo>
                  <a:pt x="224" y="168"/>
                  <a:pt x="232" y="160"/>
                  <a:pt x="240" y="160"/>
                </a:cubicBezTo>
                <a:cubicBezTo>
                  <a:pt x="249" y="160"/>
                  <a:pt x="256" y="168"/>
                  <a:pt x="256" y="176"/>
                </a:cubicBezTo>
                <a:cubicBezTo>
                  <a:pt x="256" y="185"/>
                  <a:pt x="249" y="192"/>
                  <a:pt x="240" y="192"/>
                </a:cubicBezTo>
                <a:moveTo>
                  <a:pt x="297" y="80"/>
                </a:moveTo>
                <a:cubicBezTo>
                  <a:pt x="159" y="80"/>
                  <a:pt x="159" y="80"/>
                  <a:pt x="159" y="80"/>
                </a:cubicBezTo>
                <a:cubicBezTo>
                  <a:pt x="155" y="66"/>
                  <a:pt x="143" y="56"/>
                  <a:pt x="128" y="56"/>
                </a:cubicBezTo>
                <a:cubicBezTo>
                  <a:pt x="113" y="56"/>
                  <a:pt x="101" y="66"/>
                  <a:pt x="97" y="80"/>
                </a:cubicBezTo>
                <a:cubicBezTo>
                  <a:pt x="56" y="80"/>
                  <a:pt x="56" y="80"/>
                  <a:pt x="56" y="80"/>
                </a:cubicBezTo>
                <a:cubicBezTo>
                  <a:pt x="51" y="80"/>
                  <a:pt x="48" y="84"/>
                  <a:pt x="48" y="88"/>
                </a:cubicBezTo>
                <a:cubicBezTo>
                  <a:pt x="48" y="93"/>
                  <a:pt x="51" y="96"/>
                  <a:pt x="56" y="96"/>
                </a:cubicBezTo>
                <a:cubicBezTo>
                  <a:pt x="97" y="96"/>
                  <a:pt x="97" y="96"/>
                  <a:pt x="97" y="96"/>
                </a:cubicBezTo>
                <a:cubicBezTo>
                  <a:pt x="101" y="110"/>
                  <a:pt x="113" y="120"/>
                  <a:pt x="128" y="120"/>
                </a:cubicBezTo>
                <a:cubicBezTo>
                  <a:pt x="143" y="120"/>
                  <a:pt x="155" y="110"/>
                  <a:pt x="159" y="96"/>
                </a:cubicBezTo>
                <a:cubicBezTo>
                  <a:pt x="297" y="96"/>
                  <a:pt x="297" y="96"/>
                  <a:pt x="297" y="96"/>
                </a:cubicBezTo>
                <a:cubicBezTo>
                  <a:pt x="301" y="96"/>
                  <a:pt x="305" y="93"/>
                  <a:pt x="305" y="88"/>
                </a:cubicBezTo>
                <a:cubicBezTo>
                  <a:pt x="305" y="84"/>
                  <a:pt x="301" y="80"/>
                  <a:pt x="297" y="80"/>
                </a:cubicBezTo>
                <a:moveTo>
                  <a:pt x="128" y="104"/>
                </a:moveTo>
                <a:cubicBezTo>
                  <a:pt x="119" y="104"/>
                  <a:pt x="112" y="97"/>
                  <a:pt x="112" y="88"/>
                </a:cubicBezTo>
                <a:cubicBezTo>
                  <a:pt x="112" y="79"/>
                  <a:pt x="119" y="72"/>
                  <a:pt x="128" y="72"/>
                </a:cubicBezTo>
                <a:cubicBezTo>
                  <a:pt x="137" y="72"/>
                  <a:pt x="144" y="79"/>
                  <a:pt x="144" y="88"/>
                </a:cubicBezTo>
                <a:cubicBezTo>
                  <a:pt x="144" y="97"/>
                  <a:pt x="137" y="104"/>
                  <a:pt x="128" y="104"/>
                </a:cubicBezTo>
                <a:moveTo>
                  <a:pt x="321" y="0"/>
                </a:move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4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4" y="353"/>
                  <a:pt x="32" y="353"/>
                </a:cubicBezTo>
                <a:cubicBezTo>
                  <a:pt x="321" y="353"/>
                  <a:pt x="321" y="353"/>
                  <a:pt x="321" y="353"/>
                </a:cubicBezTo>
                <a:cubicBezTo>
                  <a:pt x="338" y="353"/>
                  <a:pt x="353" y="339"/>
                  <a:pt x="353" y="321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14"/>
                  <a:pt x="338" y="0"/>
                  <a:pt x="321" y="0"/>
                </a:cubicBezTo>
                <a:moveTo>
                  <a:pt x="337" y="321"/>
                </a:moveTo>
                <a:cubicBezTo>
                  <a:pt x="337" y="330"/>
                  <a:pt x="330" y="337"/>
                  <a:pt x="321" y="337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23" y="337"/>
                  <a:pt x="16" y="330"/>
                  <a:pt x="16" y="32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3"/>
                  <a:pt x="23" y="16"/>
                  <a:pt x="32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3"/>
                  <a:pt x="337" y="32"/>
                </a:cubicBezTo>
                <a:lnTo>
                  <a:pt x="337" y="32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4" name="Freeform 84"/>
          <p:cNvSpPr>
            <a:spLocks noEditPoints="1"/>
          </p:cNvSpPr>
          <p:nvPr/>
        </p:nvSpPr>
        <p:spPr bwMode="auto">
          <a:xfrm>
            <a:off x="7404100" y="2017184"/>
            <a:ext cx="575733" cy="575733"/>
          </a:xfrm>
          <a:custGeom>
            <a:avLst/>
            <a:gdLst>
              <a:gd name="T0" fmla="*/ 324 w 353"/>
              <a:gd name="T1" fmla="*/ 137 h 353"/>
              <a:gd name="T2" fmla="*/ 318 w 353"/>
              <a:gd name="T3" fmla="*/ 85 h 353"/>
              <a:gd name="T4" fmla="*/ 285 w 353"/>
              <a:gd name="T5" fmla="*/ 35 h 353"/>
              <a:gd name="T6" fmla="*/ 268 w 353"/>
              <a:gd name="T7" fmla="*/ 35 h 353"/>
              <a:gd name="T8" fmla="*/ 216 w 353"/>
              <a:gd name="T9" fmla="*/ 29 h 353"/>
              <a:gd name="T10" fmla="*/ 200 w 353"/>
              <a:gd name="T11" fmla="*/ 0 h 353"/>
              <a:gd name="T12" fmla="*/ 141 w 353"/>
              <a:gd name="T13" fmla="*/ 12 h 353"/>
              <a:gd name="T14" fmla="*/ 100 w 353"/>
              <a:gd name="T15" fmla="*/ 44 h 353"/>
              <a:gd name="T16" fmla="*/ 76 w 353"/>
              <a:gd name="T17" fmla="*/ 32 h 353"/>
              <a:gd name="T18" fmla="*/ 35 w 353"/>
              <a:gd name="T19" fmla="*/ 68 h 353"/>
              <a:gd name="T20" fmla="*/ 44 w 353"/>
              <a:gd name="T21" fmla="*/ 100 h 353"/>
              <a:gd name="T22" fmla="*/ 12 w 353"/>
              <a:gd name="T23" fmla="*/ 141 h 353"/>
              <a:gd name="T24" fmla="*/ 0 w 353"/>
              <a:gd name="T25" fmla="*/ 200 h 353"/>
              <a:gd name="T26" fmla="*/ 29 w 353"/>
              <a:gd name="T27" fmla="*/ 216 h 353"/>
              <a:gd name="T28" fmla="*/ 35 w 353"/>
              <a:gd name="T29" fmla="*/ 268 h 353"/>
              <a:gd name="T30" fmla="*/ 68 w 353"/>
              <a:gd name="T31" fmla="*/ 318 h 353"/>
              <a:gd name="T32" fmla="*/ 85 w 353"/>
              <a:gd name="T33" fmla="*/ 318 h 353"/>
              <a:gd name="T34" fmla="*/ 137 w 353"/>
              <a:gd name="T35" fmla="*/ 324 h 353"/>
              <a:gd name="T36" fmla="*/ 153 w 353"/>
              <a:gd name="T37" fmla="*/ 353 h 353"/>
              <a:gd name="T38" fmla="*/ 212 w 353"/>
              <a:gd name="T39" fmla="*/ 341 h 353"/>
              <a:gd name="T40" fmla="*/ 253 w 353"/>
              <a:gd name="T41" fmla="*/ 309 h 353"/>
              <a:gd name="T42" fmla="*/ 278 w 353"/>
              <a:gd name="T43" fmla="*/ 321 h 353"/>
              <a:gd name="T44" fmla="*/ 318 w 353"/>
              <a:gd name="T45" fmla="*/ 285 h 353"/>
              <a:gd name="T46" fmla="*/ 309 w 353"/>
              <a:gd name="T47" fmla="*/ 253 h 353"/>
              <a:gd name="T48" fmla="*/ 341 w 353"/>
              <a:gd name="T49" fmla="*/ 212 h 353"/>
              <a:gd name="T50" fmla="*/ 353 w 353"/>
              <a:gd name="T51" fmla="*/ 153 h 353"/>
              <a:gd name="T52" fmla="*/ 337 w 353"/>
              <a:gd name="T53" fmla="*/ 196 h 353"/>
              <a:gd name="T54" fmla="*/ 320 w 353"/>
              <a:gd name="T55" fmla="*/ 200 h 353"/>
              <a:gd name="T56" fmla="*/ 295 w 353"/>
              <a:gd name="T57" fmla="*/ 245 h 353"/>
              <a:gd name="T58" fmla="*/ 304 w 353"/>
              <a:gd name="T59" fmla="*/ 276 h 353"/>
              <a:gd name="T60" fmla="*/ 276 w 353"/>
              <a:gd name="T61" fmla="*/ 304 h 353"/>
              <a:gd name="T62" fmla="*/ 253 w 353"/>
              <a:gd name="T63" fmla="*/ 293 h 353"/>
              <a:gd name="T64" fmla="*/ 212 w 353"/>
              <a:gd name="T65" fmla="*/ 309 h 353"/>
              <a:gd name="T66" fmla="*/ 196 w 353"/>
              <a:gd name="T67" fmla="*/ 337 h 353"/>
              <a:gd name="T68" fmla="*/ 157 w 353"/>
              <a:gd name="T69" fmla="*/ 337 h 353"/>
              <a:gd name="T70" fmla="*/ 141 w 353"/>
              <a:gd name="T71" fmla="*/ 309 h 353"/>
              <a:gd name="T72" fmla="*/ 100 w 353"/>
              <a:gd name="T73" fmla="*/ 293 h 353"/>
              <a:gd name="T74" fmla="*/ 77 w 353"/>
              <a:gd name="T75" fmla="*/ 304 h 353"/>
              <a:gd name="T76" fmla="*/ 49 w 353"/>
              <a:gd name="T77" fmla="*/ 276 h 353"/>
              <a:gd name="T78" fmla="*/ 58 w 353"/>
              <a:gd name="T79" fmla="*/ 245 h 353"/>
              <a:gd name="T80" fmla="*/ 33 w 353"/>
              <a:gd name="T81" fmla="*/ 200 h 353"/>
              <a:gd name="T82" fmla="*/ 16 w 353"/>
              <a:gd name="T83" fmla="*/ 196 h 353"/>
              <a:gd name="T84" fmla="*/ 33 w 353"/>
              <a:gd name="T85" fmla="*/ 152 h 353"/>
              <a:gd name="T86" fmla="*/ 58 w 353"/>
              <a:gd name="T87" fmla="*/ 108 h 353"/>
              <a:gd name="T88" fmla="*/ 49 w 353"/>
              <a:gd name="T89" fmla="*/ 77 h 353"/>
              <a:gd name="T90" fmla="*/ 77 w 353"/>
              <a:gd name="T91" fmla="*/ 49 h 353"/>
              <a:gd name="T92" fmla="*/ 100 w 353"/>
              <a:gd name="T93" fmla="*/ 60 h 353"/>
              <a:gd name="T94" fmla="*/ 141 w 353"/>
              <a:gd name="T95" fmla="*/ 44 h 353"/>
              <a:gd name="T96" fmla="*/ 157 w 353"/>
              <a:gd name="T97" fmla="*/ 16 h 353"/>
              <a:gd name="T98" fmla="*/ 196 w 353"/>
              <a:gd name="T99" fmla="*/ 16 h 353"/>
              <a:gd name="T100" fmla="*/ 212 w 353"/>
              <a:gd name="T101" fmla="*/ 44 h 353"/>
              <a:gd name="T102" fmla="*/ 253 w 353"/>
              <a:gd name="T103" fmla="*/ 60 h 353"/>
              <a:gd name="T104" fmla="*/ 276 w 353"/>
              <a:gd name="T105" fmla="*/ 49 h 353"/>
              <a:gd name="T106" fmla="*/ 304 w 353"/>
              <a:gd name="T107" fmla="*/ 77 h 353"/>
              <a:gd name="T108" fmla="*/ 295 w 353"/>
              <a:gd name="T109" fmla="*/ 108 h 353"/>
              <a:gd name="T110" fmla="*/ 320 w 353"/>
              <a:gd name="T111" fmla="*/ 152 h 353"/>
              <a:gd name="T112" fmla="*/ 337 w 353"/>
              <a:gd name="T113" fmla="*/ 196 h 353"/>
              <a:gd name="T114" fmla="*/ 96 w 353"/>
              <a:gd name="T115" fmla="*/ 176 h 353"/>
              <a:gd name="T116" fmla="*/ 257 w 353"/>
              <a:gd name="T117" fmla="*/ 176 h 353"/>
              <a:gd name="T118" fmla="*/ 176 w 353"/>
              <a:gd name="T119" fmla="*/ 241 h 353"/>
              <a:gd name="T120" fmla="*/ 176 w 353"/>
              <a:gd name="T121" fmla="*/ 112 h 353"/>
              <a:gd name="T122" fmla="*/ 176 w 353"/>
              <a:gd name="T123" fmla="*/ 241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353" h="353">
                <a:moveTo>
                  <a:pt x="341" y="141"/>
                </a:moveTo>
                <a:cubicBezTo>
                  <a:pt x="324" y="137"/>
                  <a:pt x="324" y="137"/>
                  <a:pt x="324" y="137"/>
                </a:cubicBezTo>
                <a:cubicBezTo>
                  <a:pt x="321" y="124"/>
                  <a:pt x="316" y="111"/>
                  <a:pt x="309" y="100"/>
                </a:cubicBezTo>
                <a:cubicBezTo>
                  <a:pt x="318" y="85"/>
                  <a:pt x="318" y="85"/>
                  <a:pt x="318" y="85"/>
                </a:cubicBezTo>
                <a:cubicBezTo>
                  <a:pt x="321" y="79"/>
                  <a:pt x="323" y="73"/>
                  <a:pt x="318" y="68"/>
                </a:cubicBezTo>
                <a:cubicBezTo>
                  <a:pt x="285" y="35"/>
                  <a:pt x="285" y="35"/>
                  <a:pt x="285" y="35"/>
                </a:cubicBezTo>
                <a:cubicBezTo>
                  <a:pt x="283" y="33"/>
                  <a:pt x="280" y="32"/>
                  <a:pt x="277" y="32"/>
                </a:cubicBezTo>
                <a:cubicBezTo>
                  <a:pt x="274" y="32"/>
                  <a:pt x="271" y="33"/>
                  <a:pt x="268" y="35"/>
                </a:cubicBezTo>
                <a:cubicBezTo>
                  <a:pt x="253" y="44"/>
                  <a:pt x="253" y="44"/>
                  <a:pt x="253" y="44"/>
                </a:cubicBezTo>
                <a:cubicBezTo>
                  <a:pt x="241" y="37"/>
                  <a:pt x="229" y="32"/>
                  <a:pt x="216" y="29"/>
                </a:cubicBezTo>
                <a:cubicBezTo>
                  <a:pt x="212" y="12"/>
                  <a:pt x="212" y="12"/>
                  <a:pt x="212" y="12"/>
                </a:cubicBezTo>
                <a:cubicBezTo>
                  <a:pt x="210" y="6"/>
                  <a:pt x="207" y="0"/>
                  <a:pt x="200" y="0"/>
                </a:cubicBezTo>
                <a:cubicBezTo>
                  <a:pt x="153" y="0"/>
                  <a:pt x="153" y="0"/>
                  <a:pt x="153" y="0"/>
                </a:cubicBezTo>
                <a:cubicBezTo>
                  <a:pt x="146" y="0"/>
                  <a:pt x="143" y="6"/>
                  <a:pt x="141" y="12"/>
                </a:cubicBezTo>
                <a:cubicBezTo>
                  <a:pt x="137" y="29"/>
                  <a:pt x="137" y="29"/>
                  <a:pt x="137" y="29"/>
                </a:cubicBezTo>
                <a:cubicBezTo>
                  <a:pt x="124" y="32"/>
                  <a:pt x="112" y="37"/>
                  <a:pt x="100" y="44"/>
                </a:cubicBezTo>
                <a:cubicBezTo>
                  <a:pt x="85" y="35"/>
                  <a:pt x="85" y="35"/>
                  <a:pt x="85" y="35"/>
                </a:cubicBezTo>
                <a:cubicBezTo>
                  <a:pt x="82" y="33"/>
                  <a:pt x="79" y="32"/>
                  <a:pt x="76" y="32"/>
                </a:cubicBezTo>
                <a:cubicBezTo>
                  <a:pt x="73" y="32"/>
                  <a:pt x="70" y="33"/>
                  <a:pt x="68" y="35"/>
                </a:cubicBezTo>
                <a:cubicBezTo>
                  <a:pt x="35" y="68"/>
                  <a:pt x="35" y="68"/>
                  <a:pt x="35" y="68"/>
                </a:cubicBezTo>
                <a:cubicBezTo>
                  <a:pt x="30" y="73"/>
                  <a:pt x="32" y="79"/>
                  <a:pt x="35" y="85"/>
                </a:cubicBezTo>
                <a:cubicBezTo>
                  <a:pt x="44" y="100"/>
                  <a:pt x="44" y="100"/>
                  <a:pt x="44" y="100"/>
                </a:cubicBezTo>
                <a:cubicBezTo>
                  <a:pt x="37" y="111"/>
                  <a:pt x="32" y="124"/>
                  <a:pt x="29" y="137"/>
                </a:cubicBezTo>
                <a:cubicBezTo>
                  <a:pt x="12" y="141"/>
                  <a:pt x="12" y="141"/>
                  <a:pt x="12" y="141"/>
                </a:cubicBezTo>
                <a:cubicBezTo>
                  <a:pt x="6" y="143"/>
                  <a:pt x="0" y="146"/>
                  <a:pt x="0" y="153"/>
                </a:cubicBezTo>
                <a:cubicBezTo>
                  <a:pt x="0" y="200"/>
                  <a:pt x="0" y="200"/>
                  <a:pt x="0" y="200"/>
                </a:cubicBezTo>
                <a:cubicBezTo>
                  <a:pt x="0" y="206"/>
                  <a:pt x="6" y="210"/>
                  <a:pt x="12" y="212"/>
                </a:cubicBezTo>
                <a:cubicBezTo>
                  <a:pt x="29" y="216"/>
                  <a:pt x="29" y="216"/>
                  <a:pt x="29" y="216"/>
                </a:cubicBezTo>
                <a:cubicBezTo>
                  <a:pt x="32" y="229"/>
                  <a:pt x="37" y="241"/>
                  <a:pt x="44" y="253"/>
                </a:cubicBezTo>
                <a:cubicBezTo>
                  <a:pt x="35" y="268"/>
                  <a:pt x="35" y="268"/>
                  <a:pt x="35" y="268"/>
                </a:cubicBezTo>
                <a:cubicBezTo>
                  <a:pt x="32" y="273"/>
                  <a:pt x="30" y="280"/>
                  <a:pt x="35" y="285"/>
                </a:cubicBezTo>
                <a:cubicBezTo>
                  <a:pt x="68" y="318"/>
                  <a:pt x="68" y="318"/>
                  <a:pt x="68" y="318"/>
                </a:cubicBezTo>
                <a:cubicBezTo>
                  <a:pt x="70" y="320"/>
                  <a:pt x="73" y="321"/>
                  <a:pt x="75" y="321"/>
                </a:cubicBezTo>
                <a:cubicBezTo>
                  <a:pt x="79" y="321"/>
                  <a:pt x="82" y="319"/>
                  <a:pt x="85" y="318"/>
                </a:cubicBezTo>
                <a:cubicBezTo>
                  <a:pt x="100" y="309"/>
                  <a:pt x="100" y="309"/>
                  <a:pt x="100" y="309"/>
                </a:cubicBezTo>
                <a:cubicBezTo>
                  <a:pt x="112" y="315"/>
                  <a:pt x="124" y="321"/>
                  <a:pt x="137" y="324"/>
                </a:cubicBezTo>
                <a:cubicBezTo>
                  <a:pt x="141" y="341"/>
                  <a:pt x="141" y="341"/>
                  <a:pt x="141" y="341"/>
                </a:cubicBezTo>
                <a:cubicBezTo>
                  <a:pt x="143" y="347"/>
                  <a:pt x="146" y="353"/>
                  <a:pt x="153" y="353"/>
                </a:cubicBezTo>
                <a:cubicBezTo>
                  <a:pt x="200" y="353"/>
                  <a:pt x="200" y="353"/>
                  <a:pt x="200" y="353"/>
                </a:cubicBezTo>
                <a:cubicBezTo>
                  <a:pt x="207" y="353"/>
                  <a:pt x="210" y="347"/>
                  <a:pt x="212" y="341"/>
                </a:cubicBezTo>
                <a:cubicBezTo>
                  <a:pt x="216" y="324"/>
                  <a:pt x="216" y="324"/>
                  <a:pt x="216" y="324"/>
                </a:cubicBezTo>
                <a:cubicBezTo>
                  <a:pt x="229" y="321"/>
                  <a:pt x="241" y="315"/>
                  <a:pt x="253" y="309"/>
                </a:cubicBezTo>
                <a:cubicBezTo>
                  <a:pt x="268" y="318"/>
                  <a:pt x="268" y="318"/>
                  <a:pt x="268" y="318"/>
                </a:cubicBezTo>
                <a:cubicBezTo>
                  <a:pt x="271" y="319"/>
                  <a:pt x="275" y="321"/>
                  <a:pt x="278" y="321"/>
                </a:cubicBezTo>
                <a:cubicBezTo>
                  <a:pt x="280" y="321"/>
                  <a:pt x="283" y="320"/>
                  <a:pt x="285" y="318"/>
                </a:cubicBezTo>
                <a:cubicBezTo>
                  <a:pt x="318" y="285"/>
                  <a:pt x="318" y="285"/>
                  <a:pt x="318" y="285"/>
                </a:cubicBezTo>
                <a:cubicBezTo>
                  <a:pt x="323" y="280"/>
                  <a:pt x="321" y="273"/>
                  <a:pt x="318" y="268"/>
                </a:cubicBezTo>
                <a:cubicBezTo>
                  <a:pt x="309" y="253"/>
                  <a:pt x="309" y="253"/>
                  <a:pt x="309" y="253"/>
                </a:cubicBezTo>
                <a:cubicBezTo>
                  <a:pt x="316" y="241"/>
                  <a:pt x="321" y="229"/>
                  <a:pt x="324" y="216"/>
                </a:cubicBezTo>
                <a:cubicBezTo>
                  <a:pt x="341" y="212"/>
                  <a:pt x="341" y="212"/>
                  <a:pt x="341" y="212"/>
                </a:cubicBezTo>
                <a:cubicBezTo>
                  <a:pt x="347" y="210"/>
                  <a:pt x="353" y="206"/>
                  <a:pt x="353" y="200"/>
                </a:cubicBezTo>
                <a:cubicBezTo>
                  <a:pt x="353" y="153"/>
                  <a:pt x="353" y="153"/>
                  <a:pt x="353" y="153"/>
                </a:cubicBezTo>
                <a:cubicBezTo>
                  <a:pt x="353" y="146"/>
                  <a:pt x="347" y="143"/>
                  <a:pt x="341" y="141"/>
                </a:cubicBezTo>
                <a:moveTo>
                  <a:pt x="337" y="196"/>
                </a:moveTo>
                <a:cubicBezTo>
                  <a:pt x="337" y="196"/>
                  <a:pt x="337" y="196"/>
                  <a:pt x="337" y="196"/>
                </a:cubicBezTo>
                <a:cubicBezTo>
                  <a:pt x="320" y="200"/>
                  <a:pt x="320" y="200"/>
                  <a:pt x="320" y="200"/>
                </a:cubicBezTo>
                <a:cubicBezTo>
                  <a:pt x="315" y="202"/>
                  <a:pt x="310" y="206"/>
                  <a:pt x="309" y="212"/>
                </a:cubicBezTo>
                <a:cubicBezTo>
                  <a:pt x="306" y="223"/>
                  <a:pt x="301" y="234"/>
                  <a:pt x="295" y="245"/>
                </a:cubicBezTo>
                <a:cubicBezTo>
                  <a:pt x="292" y="250"/>
                  <a:pt x="292" y="256"/>
                  <a:pt x="295" y="261"/>
                </a:cubicBezTo>
                <a:cubicBezTo>
                  <a:pt x="304" y="276"/>
                  <a:pt x="304" y="276"/>
                  <a:pt x="304" y="276"/>
                </a:cubicBezTo>
                <a:cubicBezTo>
                  <a:pt x="276" y="304"/>
                  <a:pt x="276" y="304"/>
                  <a:pt x="276" y="304"/>
                </a:cubicBezTo>
                <a:cubicBezTo>
                  <a:pt x="276" y="304"/>
                  <a:pt x="276" y="304"/>
                  <a:pt x="276" y="304"/>
                </a:cubicBezTo>
                <a:cubicBezTo>
                  <a:pt x="261" y="295"/>
                  <a:pt x="261" y="295"/>
                  <a:pt x="261" y="295"/>
                </a:cubicBezTo>
                <a:cubicBezTo>
                  <a:pt x="259" y="294"/>
                  <a:pt x="256" y="293"/>
                  <a:pt x="253" y="293"/>
                </a:cubicBezTo>
                <a:cubicBezTo>
                  <a:pt x="250" y="293"/>
                  <a:pt x="247" y="293"/>
                  <a:pt x="245" y="295"/>
                </a:cubicBezTo>
                <a:cubicBezTo>
                  <a:pt x="235" y="301"/>
                  <a:pt x="223" y="305"/>
                  <a:pt x="212" y="309"/>
                </a:cubicBezTo>
                <a:cubicBezTo>
                  <a:pt x="206" y="310"/>
                  <a:pt x="202" y="315"/>
                  <a:pt x="201" y="320"/>
                </a:cubicBezTo>
                <a:cubicBezTo>
                  <a:pt x="196" y="337"/>
                  <a:pt x="196" y="337"/>
                  <a:pt x="196" y="337"/>
                </a:cubicBezTo>
                <a:cubicBezTo>
                  <a:pt x="196" y="337"/>
                  <a:pt x="196" y="337"/>
                  <a:pt x="196" y="337"/>
                </a:cubicBezTo>
                <a:cubicBezTo>
                  <a:pt x="157" y="337"/>
                  <a:pt x="157" y="337"/>
                  <a:pt x="157" y="337"/>
                </a:cubicBezTo>
                <a:cubicBezTo>
                  <a:pt x="152" y="320"/>
                  <a:pt x="152" y="320"/>
                  <a:pt x="152" y="320"/>
                </a:cubicBezTo>
                <a:cubicBezTo>
                  <a:pt x="151" y="315"/>
                  <a:pt x="147" y="310"/>
                  <a:pt x="141" y="309"/>
                </a:cubicBezTo>
                <a:cubicBezTo>
                  <a:pt x="130" y="305"/>
                  <a:pt x="118" y="301"/>
                  <a:pt x="108" y="295"/>
                </a:cubicBezTo>
                <a:cubicBezTo>
                  <a:pt x="106" y="293"/>
                  <a:pt x="103" y="293"/>
                  <a:pt x="100" y="293"/>
                </a:cubicBezTo>
                <a:cubicBezTo>
                  <a:pt x="97" y="293"/>
                  <a:pt x="94" y="294"/>
                  <a:pt x="92" y="295"/>
                </a:cubicBezTo>
                <a:cubicBezTo>
                  <a:pt x="77" y="304"/>
                  <a:pt x="77" y="304"/>
                  <a:pt x="77" y="304"/>
                </a:cubicBezTo>
                <a:cubicBezTo>
                  <a:pt x="77" y="304"/>
                  <a:pt x="77" y="304"/>
                  <a:pt x="77" y="304"/>
                </a:cubicBezTo>
                <a:cubicBezTo>
                  <a:pt x="49" y="276"/>
                  <a:pt x="49" y="276"/>
                  <a:pt x="49" y="276"/>
                </a:cubicBezTo>
                <a:cubicBezTo>
                  <a:pt x="58" y="261"/>
                  <a:pt x="58" y="261"/>
                  <a:pt x="58" y="261"/>
                </a:cubicBezTo>
                <a:cubicBezTo>
                  <a:pt x="61" y="256"/>
                  <a:pt x="61" y="250"/>
                  <a:pt x="58" y="245"/>
                </a:cubicBezTo>
                <a:cubicBezTo>
                  <a:pt x="52" y="234"/>
                  <a:pt x="47" y="223"/>
                  <a:pt x="44" y="212"/>
                </a:cubicBezTo>
                <a:cubicBezTo>
                  <a:pt x="43" y="206"/>
                  <a:pt x="38" y="202"/>
                  <a:pt x="33" y="200"/>
                </a:cubicBezTo>
                <a:cubicBezTo>
                  <a:pt x="16" y="196"/>
                  <a:pt x="16" y="196"/>
                  <a:pt x="16" y="196"/>
                </a:cubicBezTo>
                <a:cubicBezTo>
                  <a:pt x="16" y="196"/>
                  <a:pt x="16" y="196"/>
                  <a:pt x="16" y="196"/>
                </a:cubicBezTo>
                <a:cubicBezTo>
                  <a:pt x="16" y="157"/>
                  <a:pt x="16" y="157"/>
                  <a:pt x="16" y="157"/>
                </a:cubicBezTo>
                <a:cubicBezTo>
                  <a:pt x="33" y="152"/>
                  <a:pt x="33" y="152"/>
                  <a:pt x="33" y="152"/>
                </a:cubicBezTo>
                <a:cubicBezTo>
                  <a:pt x="38" y="151"/>
                  <a:pt x="43" y="147"/>
                  <a:pt x="44" y="141"/>
                </a:cubicBezTo>
                <a:cubicBezTo>
                  <a:pt x="47" y="129"/>
                  <a:pt x="52" y="118"/>
                  <a:pt x="58" y="108"/>
                </a:cubicBezTo>
                <a:cubicBezTo>
                  <a:pt x="61" y="103"/>
                  <a:pt x="61" y="97"/>
                  <a:pt x="58" y="92"/>
                </a:cubicBezTo>
                <a:cubicBezTo>
                  <a:pt x="49" y="77"/>
                  <a:pt x="49" y="77"/>
                  <a:pt x="49" y="77"/>
                </a:cubicBezTo>
                <a:cubicBezTo>
                  <a:pt x="49" y="77"/>
                  <a:pt x="49" y="77"/>
                  <a:pt x="49" y="77"/>
                </a:cubicBezTo>
                <a:cubicBezTo>
                  <a:pt x="77" y="49"/>
                  <a:pt x="77" y="49"/>
                  <a:pt x="77" y="49"/>
                </a:cubicBezTo>
                <a:cubicBezTo>
                  <a:pt x="92" y="58"/>
                  <a:pt x="92" y="58"/>
                  <a:pt x="92" y="58"/>
                </a:cubicBezTo>
                <a:cubicBezTo>
                  <a:pt x="94" y="59"/>
                  <a:pt x="97" y="60"/>
                  <a:pt x="100" y="60"/>
                </a:cubicBezTo>
                <a:cubicBezTo>
                  <a:pt x="103" y="60"/>
                  <a:pt x="106" y="59"/>
                  <a:pt x="108" y="58"/>
                </a:cubicBezTo>
                <a:cubicBezTo>
                  <a:pt x="118" y="52"/>
                  <a:pt x="130" y="47"/>
                  <a:pt x="141" y="44"/>
                </a:cubicBezTo>
                <a:cubicBezTo>
                  <a:pt x="147" y="43"/>
                  <a:pt x="151" y="38"/>
                  <a:pt x="152" y="33"/>
                </a:cubicBezTo>
                <a:cubicBezTo>
                  <a:pt x="157" y="16"/>
                  <a:pt x="157" y="16"/>
                  <a:pt x="157" y="16"/>
                </a:cubicBezTo>
                <a:cubicBezTo>
                  <a:pt x="196" y="16"/>
                  <a:pt x="196" y="16"/>
                  <a:pt x="196" y="16"/>
                </a:cubicBezTo>
                <a:cubicBezTo>
                  <a:pt x="196" y="16"/>
                  <a:pt x="196" y="16"/>
                  <a:pt x="196" y="16"/>
                </a:cubicBezTo>
                <a:cubicBezTo>
                  <a:pt x="201" y="33"/>
                  <a:pt x="201" y="33"/>
                  <a:pt x="201" y="33"/>
                </a:cubicBezTo>
                <a:cubicBezTo>
                  <a:pt x="202" y="38"/>
                  <a:pt x="206" y="43"/>
                  <a:pt x="212" y="44"/>
                </a:cubicBezTo>
                <a:cubicBezTo>
                  <a:pt x="223" y="47"/>
                  <a:pt x="235" y="52"/>
                  <a:pt x="245" y="58"/>
                </a:cubicBezTo>
                <a:cubicBezTo>
                  <a:pt x="247" y="59"/>
                  <a:pt x="250" y="60"/>
                  <a:pt x="253" y="60"/>
                </a:cubicBezTo>
                <a:cubicBezTo>
                  <a:pt x="256" y="60"/>
                  <a:pt x="259" y="59"/>
                  <a:pt x="261" y="58"/>
                </a:cubicBezTo>
                <a:cubicBezTo>
                  <a:pt x="276" y="49"/>
                  <a:pt x="276" y="49"/>
                  <a:pt x="276" y="49"/>
                </a:cubicBezTo>
                <a:cubicBezTo>
                  <a:pt x="304" y="77"/>
                  <a:pt x="304" y="77"/>
                  <a:pt x="304" y="77"/>
                </a:cubicBezTo>
                <a:cubicBezTo>
                  <a:pt x="304" y="77"/>
                  <a:pt x="304" y="77"/>
                  <a:pt x="304" y="77"/>
                </a:cubicBezTo>
                <a:cubicBezTo>
                  <a:pt x="295" y="92"/>
                  <a:pt x="295" y="92"/>
                  <a:pt x="295" y="92"/>
                </a:cubicBezTo>
                <a:cubicBezTo>
                  <a:pt x="292" y="97"/>
                  <a:pt x="292" y="103"/>
                  <a:pt x="295" y="108"/>
                </a:cubicBezTo>
                <a:cubicBezTo>
                  <a:pt x="301" y="118"/>
                  <a:pt x="306" y="129"/>
                  <a:pt x="309" y="141"/>
                </a:cubicBezTo>
                <a:cubicBezTo>
                  <a:pt x="310" y="147"/>
                  <a:pt x="315" y="151"/>
                  <a:pt x="320" y="152"/>
                </a:cubicBezTo>
                <a:cubicBezTo>
                  <a:pt x="337" y="157"/>
                  <a:pt x="337" y="157"/>
                  <a:pt x="337" y="157"/>
                </a:cubicBezTo>
                <a:lnTo>
                  <a:pt x="337" y="196"/>
                </a:lnTo>
                <a:close/>
                <a:moveTo>
                  <a:pt x="176" y="96"/>
                </a:moveTo>
                <a:cubicBezTo>
                  <a:pt x="132" y="96"/>
                  <a:pt x="96" y="132"/>
                  <a:pt x="96" y="176"/>
                </a:cubicBezTo>
                <a:cubicBezTo>
                  <a:pt x="96" y="221"/>
                  <a:pt x="132" y="257"/>
                  <a:pt x="176" y="257"/>
                </a:cubicBezTo>
                <a:cubicBezTo>
                  <a:pt x="221" y="257"/>
                  <a:pt x="257" y="221"/>
                  <a:pt x="257" y="176"/>
                </a:cubicBezTo>
                <a:cubicBezTo>
                  <a:pt x="257" y="132"/>
                  <a:pt x="221" y="96"/>
                  <a:pt x="176" y="96"/>
                </a:cubicBezTo>
                <a:moveTo>
                  <a:pt x="176" y="241"/>
                </a:moveTo>
                <a:cubicBezTo>
                  <a:pt x="141" y="241"/>
                  <a:pt x="112" y="212"/>
                  <a:pt x="112" y="176"/>
                </a:cubicBezTo>
                <a:cubicBezTo>
                  <a:pt x="112" y="141"/>
                  <a:pt x="141" y="112"/>
                  <a:pt x="176" y="112"/>
                </a:cubicBezTo>
                <a:cubicBezTo>
                  <a:pt x="212" y="112"/>
                  <a:pt x="241" y="141"/>
                  <a:pt x="241" y="176"/>
                </a:cubicBezTo>
                <a:cubicBezTo>
                  <a:pt x="241" y="212"/>
                  <a:pt x="212" y="241"/>
                  <a:pt x="176" y="241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5" name="Freeform 85"/>
          <p:cNvSpPr>
            <a:spLocks noEditPoints="1"/>
          </p:cNvSpPr>
          <p:nvPr/>
        </p:nvSpPr>
        <p:spPr bwMode="auto">
          <a:xfrm>
            <a:off x="8504767" y="2017184"/>
            <a:ext cx="575733" cy="575733"/>
          </a:xfrm>
          <a:custGeom>
            <a:avLst/>
            <a:gdLst>
              <a:gd name="T0" fmla="*/ 177 w 353"/>
              <a:gd name="T1" fmla="*/ 273 h 353"/>
              <a:gd name="T2" fmla="*/ 177 w 353"/>
              <a:gd name="T3" fmla="*/ 96 h 353"/>
              <a:gd name="T4" fmla="*/ 177 w 353"/>
              <a:gd name="T5" fmla="*/ 144 h 353"/>
              <a:gd name="T6" fmla="*/ 177 w 353"/>
              <a:gd name="T7" fmla="*/ 96 h 353"/>
              <a:gd name="T8" fmla="*/ 103 w 353"/>
              <a:gd name="T9" fmla="*/ 145 h 353"/>
              <a:gd name="T10" fmla="*/ 169 w 353"/>
              <a:gd name="T11" fmla="*/ 207 h 353"/>
              <a:gd name="T12" fmla="*/ 177 w 353"/>
              <a:gd name="T13" fmla="*/ 160 h 353"/>
              <a:gd name="T14" fmla="*/ 161 w 353"/>
              <a:gd name="T15" fmla="*/ 176 h 353"/>
              <a:gd name="T16" fmla="*/ 185 w 353"/>
              <a:gd name="T17" fmla="*/ 207 h 353"/>
              <a:gd name="T18" fmla="*/ 251 w 353"/>
              <a:gd name="T19" fmla="*/ 145 h 353"/>
              <a:gd name="T20" fmla="*/ 325 w 353"/>
              <a:gd name="T21" fmla="*/ 137 h 353"/>
              <a:gd name="T22" fmla="*/ 318 w 353"/>
              <a:gd name="T23" fmla="*/ 68 h 353"/>
              <a:gd name="T24" fmla="*/ 268 w 353"/>
              <a:gd name="T25" fmla="*/ 35 h 353"/>
              <a:gd name="T26" fmla="*/ 212 w 353"/>
              <a:gd name="T27" fmla="*/ 12 h 353"/>
              <a:gd name="T28" fmla="*/ 142 w 353"/>
              <a:gd name="T29" fmla="*/ 12 h 353"/>
              <a:gd name="T30" fmla="*/ 85 w 353"/>
              <a:gd name="T31" fmla="*/ 35 h 353"/>
              <a:gd name="T32" fmla="*/ 35 w 353"/>
              <a:gd name="T33" fmla="*/ 68 h 353"/>
              <a:gd name="T34" fmla="*/ 29 w 353"/>
              <a:gd name="T35" fmla="*/ 137 h 353"/>
              <a:gd name="T36" fmla="*/ 0 w 353"/>
              <a:gd name="T37" fmla="*/ 200 h 353"/>
              <a:gd name="T38" fmla="*/ 44 w 353"/>
              <a:gd name="T39" fmla="*/ 253 h 353"/>
              <a:gd name="T40" fmla="*/ 69 w 353"/>
              <a:gd name="T41" fmla="*/ 318 h 353"/>
              <a:gd name="T42" fmla="*/ 100 w 353"/>
              <a:gd name="T43" fmla="*/ 309 h 353"/>
              <a:gd name="T44" fmla="*/ 153 w 353"/>
              <a:gd name="T45" fmla="*/ 353 h 353"/>
              <a:gd name="T46" fmla="*/ 216 w 353"/>
              <a:gd name="T47" fmla="*/ 324 h 353"/>
              <a:gd name="T48" fmla="*/ 278 w 353"/>
              <a:gd name="T49" fmla="*/ 321 h 353"/>
              <a:gd name="T50" fmla="*/ 318 w 353"/>
              <a:gd name="T51" fmla="*/ 268 h 353"/>
              <a:gd name="T52" fmla="*/ 342 w 353"/>
              <a:gd name="T53" fmla="*/ 212 h 353"/>
              <a:gd name="T54" fmla="*/ 342 w 353"/>
              <a:gd name="T55" fmla="*/ 141 h 353"/>
              <a:gd name="T56" fmla="*/ 321 w 353"/>
              <a:gd name="T57" fmla="*/ 200 h 353"/>
              <a:gd name="T58" fmla="*/ 296 w 353"/>
              <a:gd name="T59" fmla="*/ 261 h 353"/>
              <a:gd name="T60" fmla="*/ 276 w 353"/>
              <a:gd name="T61" fmla="*/ 304 h 353"/>
              <a:gd name="T62" fmla="*/ 245 w 353"/>
              <a:gd name="T63" fmla="*/ 295 h 353"/>
              <a:gd name="T64" fmla="*/ 197 w 353"/>
              <a:gd name="T65" fmla="*/ 337 h 353"/>
              <a:gd name="T66" fmla="*/ 153 w 353"/>
              <a:gd name="T67" fmla="*/ 320 h 353"/>
              <a:gd name="T68" fmla="*/ 100 w 353"/>
              <a:gd name="T69" fmla="*/ 293 h 353"/>
              <a:gd name="T70" fmla="*/ 77 w 353"/>
              <a:gd name="T71" fmla="*/ 304 h 353"/>
              <a:gd name="T72" fmla="*/ 58 w 353"/>
              <a:gd name="T73" fmla="*/ 245 h 353"/>
              <a:gd name="T74" fmla="*/ 16 w 353"/>
              <a:gd name="T75" fmla="*/ 196 h 353"/>
              <a:gd name="T76" fmla="*/ 33 w 353"/>
              <a:gd name="T77" fmla="*/ 152 h 353"/>
              <a:gd name="T78" fmla="*/ 58 w 353"/>
              <a:gd name="T79" fmla="*/ 92 h 353"/>
              <a:gd name="T80" fmla="*/ 77 w 353"/>
              <a:gd name="T81" fmla="*/ 49 h 353"/>
              <a:gd name="T82" fmla="*/ 108 w 353"/>
              <a:gd name="T83" fmla="*/ 58 h 353"/>
              <a:gd name="T84" fmla="*/ 157 w 353"/>
              <a:gd name="T85" fmla="*/ 16 h 353"/>
              <a:gd name="T86" fmla="*/ 201 w 353"/>
              <a:gd name="T87" fmla="*/ 33 h 353"/>
              <a:gd name="T88" fmla="*/ 253 w 353"/>
              <a:gd name="T89" fmla="*/ 60 h 353"/>
              <a:gd name="T90" fmla="*/ 304 w 353"/>
              <a:gd name="T91" fmla="*/ 77 h 353"/>
              <a:gd name="T92" fmla="*/ 295 w 353"/>
              <a:gd name="T93" fmla="*/ 108 h 353"/>
              <a:gd name="T94" fmla="*/ 337 w 353"/>
              <a:gd name="T95" fmla="*/ 157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53" h="353">
                <a:moveTo>
                  <a:pt x="177" y="80"/>
                </a:moveTo>
                <a:cubicBezTo>
                  <a:pt x="124" y="80"/>
                  <a:pt x="80" y="123"/>
                  <a:pt x="80" y="176"/>
                </a:cubicBezTo>
                <a:cubicBezTo>
                  <a:pt x="80" y="230"/>
                  <a:pt x="124" y="273"/>
                  <a:pt x="177" y="273"/>
                </a:cubicBezTo>
                <a:cubicBezTo>
                  <a:pt x="230" y="273"/>
                  <a:pt x="273" y="230"/>
                  <a:pt x="273" y="176"/>
                </a:cubicBezTo>
                <a:cubicBezTo>
                  <a:pt x="273" y="123"/>
                  <a:pt x="230" y="80"/>
                  <a:pt x="177" y="80"/>
                </a:cubicBezTo>
                <a:moveTo>
                  <a:pt x="177" y="96"/>
                </a:moveTo>
                <a:cubicBezTo>
                  <a:pt x="204" y="96"/>
                  <a:pt x="228" y="110"/>
                  <a:pt x="243" y="131"/>
                </a:cubicBezTo>
                <a:cubicBezTo>
                  <a:pt x="200" y="154"/>
                  <a:pt x="200" y="154"/>
                  <a:pt x="200" y="154"/>
                </a:cubicBezTo>
                <a:cubicBezTo>
                  <a:pt x="194" y="148"/>
                  <a:pt x="186" y="144"/>
                  <a:pt x="177" y="144"/>
                </a:cubicBezTo>
                <a:cubicBezTo>
                  <a:pt x="168" y="144"/>
                  <a:pt x="159" y="148"/>
                  <a:pt x="154" y="154"/>
                </a:cubicBezTo>
                <a:cubicBezTo>
                  <a:pt x="111" y="131"/>
                  <a:pt x="111" y="131"/>
                  <a:pt x="111" y="131"/>
                </a:cubicBezTo>
                <a:cubicBezTo>
                  <a:pt x="125" y="110"/>
                  <a:pt x="150" y="96"/>
                  <a:pt x="177" y="96"/>
                </a:cubicBezTo>
                <a:moveTo>
                  <a:pt x="169" y="256"/>
                </a:moveTo>
                <a:cubicBezTo>
                  <a:pt x="128" y="252"/>
                  <a:pt x="97" y="218"/>
                  <a:pt x="97" y="176"/>
                </a:cubicBezTo>
                <a:cubicBezTo>
                  <a:pt x="97" y="165"/>
                  <a:pt x="99" y="154"/>
                  <a:pt x="103" y="145"/>
                </a:cubicBezTo>
                <a:cubicBezTo>
                  <a:pt x="146" y="168"/>
                  <a:pt x="146" y="168"/>
                  <a:pt x="146" y="168"/>
                </a:cubicBezTo>
                <a:cubicBezTo>
                  <a:pt x="145" y="171"/>
                  <a:pt x="145" y="174"/>
                  <a:pt x="145" y="176"/>
                </a:cubicBezTo>
                <a:cubicBezTo>
                  <a:pt x="145" y="191"/>
                  <a:pt x="155" y="204"/>
                  <a:pt x="169" y="207"/>
                </a:cubicBezTo>
                <a:lnTo>
                  <a:pt x="169" y="256"/>
                </a:lnTo>
                <a:close/>
                <a:moveTo>
                  <a:pt x="161" y="176"/>
                </a:moveTo>
                <a:cubicBezTo>
                  <a:pt x="161" y="168"/>
                  <a:pt x="168" y="160"/>
                  <a:pt x="177" y="160"/>
                </a:cubicBezTo>
                <a:cubicBezTo>
                  <a:pt x="186" y="160"/>
                  <a:pt x="193" y="168"/>
                  <a:pt x="193" y="176"/>
                </a:cubicBezTo>
                <a:cubicBezTo>
                  <a:pt x="193" y="185"/>
                  <a:pt x="186" y="192"/>
                  <a:pt x="177" y="192"/>
                </a:cubicBezTo>
                <a:cubicBezTo>
                  <a:pt x="168" y="192"/>
                  <a:pt x="161" y="185"/>
                  <a:pt x="161" y="176"/>
                </a:cubicBezTo>
                <a:moveTo>
                  <a:pt x="257" y="176"/>
                </a:moveTo>
                <a:cubicBezTo>
                  <a:pt x="257" y="218"/>
                  <a:pt x="225" y="252"/>
                  <a:pt x="185" y="256"/>
                </a:cubicBezTo>
                <a:cubicBezTo>
                  <a:pt x="185" y="207"/>
                  <a:pt x="185" y="207"/>
                  <a:pt x="185" y="207"/>
                </a:cubicBezTo>
                <a:cubicBezTo>
                  <a:pt x="199" y="204"/>
                  <a:pt x="209" y="191"/>
                  <a:pt x="209" y="176"/>
                </a:cubicBezTo>
                <a:cubicBezTo>
                  <a:pt x="209" y="174"/>
                  <a:pt x="208" y="171"/>
                  <a:pt x="208" y="168"/>
                </a:cubicBezTo>
                <a:cubicBezTo>
                  <a:pt x="251" y="145"/>
                  <a:pt x="251" y="145"/>
                  <a:pt x="251" y="145"/>
                </a:cubicBezTo>
                <a:cubicBezTo>
                  <a:pt x="255" y="154"/>
                  <a:pt x="257" y="165"/>
                  <a:pt x="257" y="176"/>
                </a:cubicBezTo>
                <a:moveTo>
                  <a:pt x="342" y="141"/>
                </a:moveTo>
                <a:cubicBezTo>
                  <a:pt x="325" y="137"/>
                  <a:pt x="325" y="137"/>
                  <a:pt x="325" y="137"/>
                </a:cubicBezTo>
                <a:cubicBezTo>
                  <a:pt x="321" y="124"/>
                  <a:pt x="316" y="111"/>
                  <a:pt x="309" y="100"/>
                </a:cubicBezTo>
                <a:cubicBezTo>
                  <a:pt x="318" y="85"/>
                  <a:pt x="318" y="85"/>
                  <a:pt x="318" y="85"/>
                </a:cubicBezTo>
                <a:cubicBezTo>
                  <a:pt x="321" y="79"/>
                  <a:pt x="323" y="73"/>
                  <a:pt x="318" y="68"/>
                </a:cubicBezTo>
                <a:cubicBezTo>
                  <a:pt x="285" y="35"/>
                  <a:pt x="285" y="35"/>
                  <a:pt x="285" y="35"/>
                </a:cubicBezTo>
                <a:cubicBezTo>
                  <a:pt x="283" y="33"/>
                  <a:pt x="280" y="32"/>
                  <a:pt x="278" y="32"/>
                </a:cubicBezTo>
                <a:cubicBezTo>
                  <a:pt x="275" y="32"/>
                  <a:pt x="271" y="33"/>
                  <a:pt x="268" y="35"/>
                </a:cubicBezTo>
                <a:cubicBezTo>
                  <a:pt x="253" y="44"/>
                  <a:pt x="253" y="44"/>
                  <a:pt x="253" y="44"/>
                </a:cubicBezTo>
                <a:cubicBezTo>
                  <a:pt x="242" y="37"/>
                  <a:pt x="229" y="32"/>
                  <a:pt x="216" y="29"/>
                </a:cubicBezTo>
                <a:cubicBezTo>
                  <a:pt x="212" y="12"/>
                  <a:pt x="212" y="12"/>
                  <a:pt x="212" y="12"/>
                </a:cubicBezTo>
                <a:cubicBezTo>
                  <a:pt x="210" y="6"/>
                  <a:pt x="207" y="0"/>
                  <a:pt x="200" y="0"/>
                </a:cubicBezTo>
                <a:cubicBezTo>
                  <a:pt x="153" y="0"/>
                  <a:pt x="153" y="0"/>
                  <a:pt x="153" y="0"/>
                </a:cubicBezTo>
                <a:cubicBezTo>
                  <a:pt x="147" y="0"/>
                  <a:pt x="143" y="6"/>
                  <a:pt x="142" y="12"/>
                </a:cubicBezTo>
                <a:cubicBezTo>
                  <a:pt x="137" y="29"/>
                  <a:pt x="137" y="29"/>
                  <a:pt x="137" y="29"/>
                </a:cubicBezTo>
                <a:cubicBezTo>
                  <a:pt x="124" y="32"/>
                  <a:pt x="112" y="37"/>
                  <a:pt x="100" y="44"/>
                </a:cubicBezTo>
                <a:cubicBezTo>
                  <a:pt x="85" y="35"/>
                  <a:pt x="85" y="35"/>
                  <a:pt x="85" y="35"/>
                </a:cubicBezTo>
                <a:cubicBezTo>
                  <a:pt x="82" y="33"/>
                  <a:pt x="79" y="32"/>
                  <a:pt x="76" y="32"/>
                </a:cubicBezTo>
                <a:cubicBezTo>
                  <a:pt x="73" y="32"/>
                  <a:pt x="71" y="33"/>
                  <a:pt x="69" y="35"/>
                </a:cubicBezTo>
                <a:cubicBezTo>
                  <a:pt x="35" y="68"/>
                  <a:pt x="35" y="68"/>
                  <a:pt x="35" y="68"/>
                </a:cubicBezTo>
                <a:cubicBezTo>
                  <a:pt x="31" y="73"/>
                  <a:pt x="33" y="79"/>
                  <a:pt x="35" y="85"/>
                </a:cubicBezTo>
                <a:cubicBezTo>
                  <a:pt x="44" y="100"/>
                  <a:pt x="44" y="100"/>
                  <a:pt x="44" y="100"/>
                </a:cubicBezTo>
                <a:cubicBezTo>
                  <a:pt x="38" y="111"/>
                  <a:pt x="32" y="124"/>
                  <a:pt x="29" y="137"/>
                </a:cubicBezTo>
                <a:cubicBezTo>
                  <a:pt x="12" y="141"/>
                  <a:pt x="12" y="141"/>
                  <a:pt x="12" y="141"/>
                </a:cubicBezTo>
                <a:cubicBezTo>
                  <a:pt x="6" y="143"/>
                  <a:pt x="0" y="146"/>
                  <a:pt x="0" y="153"/>
                </a:cubicBezTo>
                <a:cubicBezTo>
                  <a:pt x="0" y="200"/>
                  <a:pt x="0" y="200"/>
                  <a:pt x="0" y="200"/>
                </a:cubicBezTo>
                <a:cubicBezTo>
                  <a:pt x="0" y="206"/>
                  <a:pt x="6" y="210"/>
                  <a:pt x="12" y="212"/>
                </a:cubicBezTo>
                <a:cubicBezTo>
                  <a:pt x="29" y="216"/>
                  <a:pt x="29" y="216"/>
                  <a:pt x="29" y="216"/>
                </a:cubicBezTo>
                <a:cubicBezTo>
                  <a:pt x="32" y="229"/>
                  <a:pt x="38" y="241"/>
                  <a:pt x="44" y="253"/>
                </a:cubicBezTo>
                <a:cubicBezTo>
                  <a:pt x="35" y="268"/>
                  <a:pt x="35" y="268"/>
                  <a:pt x="35" y="268"/>
                </a:cubicBezTo>
                <a:cubicBezTo>
                  <a:pt x="32" y="273"/>
                  <a:pt x="31" y="280"/>
                  <a:pt x="35" y="285"/>
                </a:cubicBezTo>
                <a:cubicBezTo>
                  <a:pt x="69" y="318"/>
                  <a:pt x="69" y="318"/>
                  <a:pt x="69" y="318"/>
                </a:cubicBezTo>
                <a:cubicBezTo>
                  <a:pt x="71" y="320"/>
                  <a:pt x="73" y="321"/>
                  <a:pt x="76" y="321"/>
                </a:cubicBezTo>
                <a:cubicBezTo>
                  <a:pt x="79" y="321"/>
                  <a:pt x="82" y="319"/>
                  <a:pt x="85" y="318"/>
                </a:cubicBezTo>
                <a:cubicBezTo>
                  <a:pt x="100" y="309"/>
                  <a:pt x="100" y="309"/>
                  <a:pt x="100" y="309"/>
                </a:cubicBezTo>
                <a:cubicBezTo>
                  <a:pt x="112" y="315"/>
                  <a:pt x="124" y="321"/>
                  <a:pt x="137" y="324"/>
                </a:cubicBezTo>
                <a:cubicBezTo>
                  <a:pt x="142" y="341"/>
                  <a:pt x="142" y="341"/>
                  <a:pt x="142" y="341"/>
                </a:cubicBezTo>
                <a:cubicBezTo>
                  <a:pt x="143" y="347"/>
                  <a:pt x="147" y="353"/>
                  <a:pt x="153" y="353"/>
                </a:cubicBezTo>
                <a:cubicBezTo>
                  <a:pt x="200" y="353"/>
                  <a:pt x="200" y="353"/>
                  <a:pt x="200" y="353"/>
                </a:cubicBezTo>
                <a:cubicBezTo>
                  <a:pt x="207" y="353"/>
                  <a:pt x="210" y="347"/>
                  <a:pt x="212" y="341"/>
                </a:cubicBezTo>
                <a:cubicBezTo>
                  <a:pt x="216" y="324"/>
                  <a:pt x="216" y="324"/>
                  <a:pt x="216" y="324"/>
                </a:cubicBezTo>
                <a:cubicBezTo>
                  <a:pt x="229" y="321"/>
                  <a:pt x="242" y="315"/>
                  <a:pt x="253" y="309"/>
                </a:cubicBezTo>
                <a:cubicBezTo>
                  <a:pt x="268" y="318"/>
                  <a:pt x="268" y="318"/>
                  <a:pt x="268" y="318"/>
                </a:cubicBezTo>
                <a:cubicBezTo>
                  <a:pt x="271" y="319"/>
                  <a:pt x="275" y="321"/>
                  <a:pt x="278" y="321"/>
                </a:cubicBezTo>
                <a:cubicBezTo>
                  <a:pt x="281" y="321"/>
                  <a:pt x="283" y="320"/>
                  <a:pt x="285" y="318"/>
                </a:cubicBezTo>
                <a:cubicBezTo>
                  <a:pt x="318" y="285"/>
                  <a:pt x="318" y="285"/>
                  <a:pt x="318" y="285"/>
                </a:cubicBezTo>
                <a:cubicBezTo>
                  <a:pt x="323" y="280"/>
                  <a:pt x="321" y="273"/>
                  <a:pt x="318" y="268"/>
                </a:cubicBezTo>
                <a:cubicBezTo>
                  <a:pt x="309" y="253"/>
                  <a:pt x="309" y="253"/>
                  <a:pt x="309" y="253"/>
                </a:cubicBezTo>
                <a:cubicBezTo>
                  <a:pt x="316" y="241"/>
                  <a:pt x="321" y="229"/>
                  <a:pt x="325" y="216"/>
                </a:cubicBezTo>
                <a:cubicBezTo>
                  <a:pt x="342" y="212"/>
                  <a:pt x="342" y="212"/>
                  <a:pt x="342" y="212"/>
                </a:cubicBezTo>
                <a:cubicBezTo>
                  <a:pt x="347" y="210"/>
                  <a:pt x="353" y="206"/>
                  <a:pt x="353" y="200"/>
                </a:cubicBezTo>
                <a:cubicBezTo>
                  <a:pt x="353" y="153"/>
                  <a:pt x="353" y="153"/>
                  <a:pt x="353" y="153"/>
                </a:cubicBezTo>
                <a:cubicBezTo>
                  <a:pt x="353" y="146"/>
                  <a:pt x="347" y="143"/>
                  <a:pt x="342" y="141"/>
                </a:cubicBezTo>
                <a:moveTo>
                  <a:pt x="337" y="196"/>
                </a:moveTo>
                <a:cubicBezTo>
                  <a:pt x="337" y="196"/>
                  <a:pt x="337" y="196"/>
                  <a:pt x="337" y="196"/>
                </a:cubicBezTo>
                <a:cubicBezTo>
                  <a:pt x="321" y="200"/>
                  <a:pt x="321" y="200"/>
                  <a:pt x="321" y="200"/>
                </a:cubicBezTo>
                <a:cubicBezTo>
                  <a:pt x="315" y="202"/>
                  <a:pt x="311" y="206"/>
                  <a:pt x="309" y="212"/>
                </a:cubicBezTo>
                <a:cubicBezTo>
                  <a:pt x="306" y="223"/>
                  <a:pt x="301" y="234"/>
                  <a:pt x="295" y="245"/>
                </a:cubicBezTo>
                <a:cubicBezTo>
                  <a:pt x="292" y="250"/>
                  <a:pt x="293" y="256"/>
                  <a:pt x="296" y="261"/>
                </a:cubicBezTo>
                <a:cubicBezTo>
                  <a:pt x="304" y="276"/>
                  <a:pt x="304" y="276"/>
                  <a:pt x="304" y="276"/>
                </a:cubicBezTo>
                <a:cubicBezTo>
                  <a:pt x="276" y="304"/>
                  <a:pt x="276" y="304"/>
                  <a:pt x="276" y="304"/>
                </a:cubicBezTo>
                <a:cubicBezTo>
                  <a:pt x="276" y="304"/>
                  <a:pt x="276" y="304"/>
                  <a:pt x="276" y="304"/>
                </a:cubicBezTo>
                <a:cubicBezTo>
                  <a:pt x="262" y="295"/>
                  <a:pt x="262" y="295"/>
                  <a:pt x="262" y="295"/>
                </a:cubicBezTo>
                <a:cubicBezTo>
                  <a:pt x="259" y="294"/>
                  <a:pt x="256" y="293"/>
                  <a:pt x="253" y="293"/>
                </a:cubicBezTo>
                <a:cubicBezTo>
                  <a:pt x="250" y="293"/>
                  <a:pt x="248" y="293"/>
                  <a:pt x="245" y="295"/>
                </a:cubicBezTo>
                <a:cubicBezTo>
                  <a:pt x="235" y="301"/>
                  <a:pt x="224" y="305"/>
                  <a:pt x="212" y="309"/>
                </a:cubicBezTo>
                <a:cubicBezTo>
                  <a:pt x="207" y="310"/>
                  <a:pt x="202" y="315"/>
                  <a:pt x="201" y="320"/>
                </a:cubicBezTo>
                <a:cubicBezTo>
                  <a:pt x="197" y="337"/>
                  <a:pt x="197" y="337"/>
                  <a:pt x="197" y="337"/>
                </a:cubicBezTo>
                <a:cubicBezTo>
                  <a:pt x="197" y="337"/>
                  <a:pt x="197" y="337"/>
                  <a:pt x="197" y="337"/>
                </a:cubicBezTo>
                <a:cubicBezTo>
                  <a:pt x="157" y="337"/>
                  <a:pt x="157" y="337"/>
                  <a:pt x="157" y="337"/>
                </a:cubicBezTo>
                <a:cubicBezTo>
                  <a:pt x="153" y="320"/>
                  <a:pt x="153" y="320"/>
                  <a:pt x="153" y="320"/>
                </a:cubicBezTo>
                <a:cubicBezTo>
                  <a:pt x="151" y="315"/>
                  <a:pt x="147" y="310"/>
                  <a:pt x="141" y="309"/>
                </a:cubicBezTo>
                <a:cubicBezTo>
                  <a:pt x="130" y="305"/>
                  <a:pt x="119" y="301"/>
                  <a:pt x="108" y="295"/>
                </a:cubicBezTo>
                <a:cubicBezTo>
                  <a:pt x="106" y="293"/>
                  <a:pt x="103" y="293"/>
                  <a:pt x="100" y="293"/>
                </a:cubicBezTo>
                <a:cubicBezTo>
                  <a:pt x="98" y="293"/>
                  <a:pt x="95" y="294"/>
                  <a:pt x="92" y="295"/>
                </a:cubicBezTo>
                <a:cubicBezTo>
                  <a:pt x="77" y="304"/>
                  <a:pt x="77" y="304"/>
                  <a:pt x="77" y="304"/>
                </a:cubicBezTo>
                <a:cubicBezTo>
                  <a:pt x="77" y="304"/>
                  <a:pt x="77" y="304"/>
                  <a:pt x="77" y="304"/>
                </a:cubicBezTo>
                <a:cubicBezTo>
                  <a:pt x="49" y="276"/>
                  <a:pt x="49" y="276"/>
                  <a:pt x="49" y="276"/>
                </a:cubicBezTo>
                <a:cubicBezTo>
                  <a:pt x="58" y="261"/>
                  <a:pt x="58" y="261"/>
                  <a:pt x="58" y="261"/>
                </a:cubicBezTo>
                <a:cubicBezTo>
                  <a:pt x="61" y="256"/>
                  <a:pt x="61" y="250"/>
                  <a:pt x="58" y="245"/>
                </a:cubicBezTo>
                <a:cubicBezTo>
                  <a:pt x="52" y="234"/>
                  <a:pt x="48" y="223"/>
                  <a:pt x="44" y="212"/>
                </a:cubicBezTo>
                <a:cubicBezTo>
                  <a:pt x="43" y="206"/>
                  <a:pt x="39" y="202"/>
                  <a:pt x="33" y="200"/>
                </a:cubicBezTo>
                <a:cubicBezTo>
                  <a:pt x="16" y="196"/>
                  <a:pt x="16" y="196"/>
                  <a:pt x="16" y="196"/>
                </a:cubicBezTo>
                <a:cubicBezTo>
                  <a:pt x="16" y="196"/>
                  <a:pt x="16" y="196"/>
                  <a:pt x="16" y="196"/>
                </a:cubicBezTo>
                <a:cubicBezTo>
                  <a:pt x="16" y="157"/>
                  <a:pt x="16" y="157"/>
                  <a:pt x="16" y="157"/>
                </a:cubicBezTo>
                <a:cubicBezTo>
                  <a:pt x="33" y="152"/>
                  <a:pt x="33" y="152"/>
                  <a:pt x="33" y="152"/>
                </a:cubicBezTo>
                <a:cubicBezTo>
                  <a:pt x="39" y="151"/>
                  <a:pt x="43" y="147"/>
                  <a:pt x="44" y="141"/>
                </a:cubicBezTo>
                <a:cubicBezTo>
                  <a:pt x="48" y="129"/>
                  <a:pt x="52" y="118"/>
                  <a:pt x="58" y="108"/>
                </a:cubicBezTo>
                <a:cubicBezTo>
                  <a:pt x="61" y="103"/>
                  <a:pt x="61" y="97"/>
                  <a:pt x="58" y="92"/>
                </a:cubicBezTo>
                <a:cubicBezTo>
                  <a:pt x="49" y="77"/>
                  <a:pt x="49" y="77"/>
                  <a:pt x="49" y="77"/>
                </a:cubicBezTo>
                <a:cubicBezTo>
                  <a:pt x="49" y="77"/>
                  <a:pt x="49" y="77"/>
                  <a:pt x="49" y="77"/>
                </a:cubicBezTo>
                <a:cubicBezTo>
                  <a:pt x="77" y="49"/>
                  <a:pt x="77" y="49"/>
                  <a:pt x="77" y="49"/>
                </a:cubicBezTo>
                <a:cubicBezTo>
                  <a:pt x="92" y="58"/>
                  <a:pt x="92" y="58"/>
                  <a:pt x="92" y="58"/>
                </a:cubicBezTo>
                <a:cubicBezTo>
                  <a:pt x="95" y="59"/>
                  <a:pt x="98" y="60"/>
                  <a:pt x="100" y="60"/>
                </a:cubicBezTo>
                <a:cubicBezTo>
                  <a:pt x="103" y="60"/>
                  <a:pt x="106" y="59"/>
                  <a:pt x="108" y="58"/>
                </a:cubicBezTo>
                <a:cubicBezTo>
                  <a:pt x="119" y="52"/>
                  <a:pt x="130" y="47"/>
                  <a:pt x="141" y="44"/>
                </a:cubicBezTo>
                <a:cubicBezTo>
                  <a:pt x="147" y="43"/>
                  <a:pt x="151" y="38"/>
                  <a:pt x="153" y="33"/>
                </a:cubicBezTo>
                <a:cubicBezTo>
                  <a:pt x="157" y="16"/>
                  <a:pt x="157" y="16"/>
                  <a:pt x="157" y="16"/>
                </a:cubicBezTo>
                <a:cubicBezTo>
                  <a:pt x="197" y="16"/>
                  <a:pt x="197" y="16"/>
                  <a:pt x="197" y="16"/>
                </a:cubicBezTo>
                <a:cubicBezTo>
                  <a:pt x="197" y="16"/>
                  <a:pt x="197" y="16"/>
                  <a:pt x="197" y="16"/>
                </a:cubicBezTo>
                <a:cubicBezTo>
                  <a:pt x="201" y="33"/>
                  <a:pt x="201" y="33"/>
                  <a:pt x="201" y="33"/>
                </a:cubicBezTo>
                <a:cubicBezTo>
                  <a:pt x="202" y="38"/>
                  <a:pt x="207" y="43"/>
                  <a:pt x="212" y="44"/>
                </a:cubicBezTo>
                <a:cubicBezTo>
                  <a:pt x="224" y="47"/>
                  <a:pt x="235" y="52"/>
                  <a:pt x="245" y="58"/>
                </a:cubicBezTo>
                <a:cubicBezTo>
                  <a:pt x="248" y="59"/>
                  <a:pt x="250" y="60"/>
                  <a:pt x="253" y="60"/>
                </a:cubicBezTo>
                <a:cubicBezTo>
                  <a:pt x="256" y="60"/>
                  <a:pt x="259" y="59"/>
                  <a:pt x="262" y="58"/>
                </a:cubicBezTo>
                <a:cubicBezTo>
                  <a:pt x="276" y="49"/>
                  <a:pt x="276" y="49"/>
                  <a:pt x="276" y="49"/>
                </a:cubicBezTo>
                <a:cubicBezTo>
                  <a:pt x="304" y="77"/>
                  <a:pt x="304" y="77"/>
                  <a:pt x="304" y="77"/>
                </a:cubicBezTo>
                <a:cubicBezTo>
                  <a:pt x="304" y="77"/>
                  <a:pt x="304" y="77"/>
                  <a:pt x="304" y="77"/>
                </a:cubicBezTo>
                <a:cubicBezTo>
                  <a:pt x="296" y="92"/>
                  <a:pt x="296" y="92"/>
                  <a:pt x="296" y="92"/>
                </a:cubicBezTo>
                <a:cubicBezTo>
                  <a:pt x="293" y="97"/>
                  <a:pt x="292" y="103"/>
                  <a:pt x="295" y="108"/>
                </a:cubicBezTo>
                <a:cubicBezTo>
                  <a:pt x="301" y="118"/>
                  <a:pt x="306" y="129"/>
                  <a:pt x="309" y="141"/>
                </a:cubicBezTo>
                <a:cubicBezTo>
                  <a:pt x="311" y="147"/>
                  <a:pt x="315" y="151"/>
                  <a:pt x="321" y="152"/>
                </a:cubicBezTo>
                <a:cubicBezTo>
                  <a:pt x="337" y="157"/>
                  <a:pt x="337" y="157"/>
                  <a:pt x="337" y="157"/>
                </a:cubicBezTo>
                <a:lnTo>
                  <a:pt x="337" y="196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6" name="Freeform 86"/>
          <p:cNvSpPr>
            <a:spLocks noEditPoints="1"/>
          </p:cNvSpPr>
          <p:nvPr/>
        </p:nvSpPr>
        <p:spPr bwMode="auto">
          <a:xfrm>
            <a:off x="9605434" y="2017184"/>
            <a:ext cx="575733" cy="575733"/>
          </a:xfrm>
          <a:custGeom>
            <a:avLst/>
            <a:gdLst>
              <a:gd name="T0" fmla="*/ 0 w 353"/>
              <a:gd name="T1" fmla="*/ 32 h 353"/>
              <a:gd name="T2" fmla="*/ 321 w 353"/>
              <a:gd name="T3" fmla="*/ 353 h 353"/>
              <a:gd name="T4" fmla="*/ 321 w 353"/>
              <a:gd name="T5" fmla="*/ 0 h 353"/>
              <a:gd name="T6" fmla="*/ 71 w 353"/>
              <a:gd name="T7" fmla="*/ 16 h 353"/>
              <a:gd name="T8" fmla="*/ 16 w 353"/>
              <a:gd name="T9" fmla="*/ 88 h 353"/>
              <a:gd name="T10" fmla="*/ 168 w 353"/>
              <a:gd name="T11" fmla="*/ 28 h 353"/>
              <a:gd name="T12" fmla="*/ 140 w 353"/>
              <a:gd name="T13" fmla="*/ 43 h 353"/>
              <a:gd name="T14" fmla="*/ 135 w 353"/>
              <a:gd name="T15" fmla="*/ 107 h 353"/>
              <a:gd name="T16" fmla="*/ 92 w 353"/>
              <a:gd name="T17" fmla="*/ 126 h 353"/>
              <a:gd name="T18" fmla="*/ 43 w 353"/>
              <a:gd name="T19" fmla="*/ 140 h 353"/>
              <a:gd name="T20" fmla="*/ 27 w 353"/>
              <a:gd name="T21" fmla="*/ 168 h 353"/>
              <a:gd name="T22" fmla="*/ 281 w 353"/>
              <a:gd name="T23" fmla="*/ 337 h 353"/>
              <a:gd name="T24" fmla="*/ 215 w 353"/>
              <a:gd name="T25" fmla="*/ 257 h 353"/>
              <a:gd name="T26" fmla="*/ 281 w 353"/>
              <a:gd name="T27" fmla="*/ 320 h 353"/>
              <a:gd name="T28" fmla="*/ 289 w 353"/>
              <a:gd name="T29" fmla="*/ 273 h 353"/>
              <a:gd name="T30" fmla="*/ 272 w 353"/>
              <a:gd name="T31" fmla="*/ 289 h 353"/>
              <a:gd name="T32" fmla="*/ 297 w 353"/>
              <a:gd name="T33" fmla="*/ 337 h 353"/>
              <a:gd name="T34" fmla="*/ 320 w 353"/>
              <a:gd name="T35" fmla="*/ 281 h 353"/>
              <a:gd name="T36" fmla="*/ 337 w 353"/>
              <a:gd name="T37" fmla="*/ 253 h 353"/>
              <a:gd name="T38" fmla="*/ 265 w 353"/>
              <a:gd name="T39" fmla="*/ 267 h 353"/>
              <a:gd name="T40" fmla="*/ 337 w 353"/>
              <a:gd name="T41" fmla="*/ 225 h 353"/>
              <a:gd name="T42" fmla="*/ 289 w 353"/>
              <a:gd name="T43" fmla="*/ 192 h 353"/>
              <a:gd name="T44" fmla="*/ 135 w 353"/>
              <a:gd name="T45" fmla="*/ 337 h 353"/>
              <a:gd name="T46" fmla="*/ 152 w 353"/>
              <a:gd name="T47" fmla="*/ 289 h 353"/>
              <a:gd name="T48" fmla="*/ 140 w 353"/>
              <a:gd name="T49" fmla="*/ 226 h 353"/>
              <a:gd name="T50" fmla="*/ 176 w 353"/>
              <a:gd name="T51" fmla="*/ 196 h 353"/>
              <a:gd name="T52" fmla="*/ 228 w 353"/>
              <a:gd name="T53" fmla="*/ 156 h 353"/>
              <a:gd name="T54" fmla="*/ 266 w 353"/>
              <a:gd name="T55" fmla="*/ 129 h 353"/>
              <a:gd name="T56" fmla="*/ 289 w 353"/>
              <a:gd name="T57" fmla="*/ 152 h 353"/>
              <a:gd name="T58" fmla="*/ 337 w 353"/>
              <a:gd name="T59" fmla="*/ 206 h 353"/>
              <a:gd name="T60" fmla="*/ 289 w 353"/>
              <a:gd name="T61" fmla="*/ 136 h 353"/>
              <a:gd name="T62" fmla="*/ 266 w 353"/>
              <a:gd name="T63" fmla="*/ 112 h 353"/>
              <a:gd name="T64" fmla="*/ 212 w 353"/>
              <a:gd name="T65" fmla="*/ 156 h 353"/>
              <a:gd name="T66" fmla="*/ 147 w 353"/>
              <a:gd name="T67" fmla="*/ 180 h 353"/>
              <a:gd name="T68" fmla="*/ 141 w 353"/>
              <a:gd name="T69" fmla="*/ 249 h 353"/>
              <a:gd name="T70" fmla="*/ 112 w 353"/>
              <a:gd name="T71" fmla="*/ 312 h 353"/>
              <a:gd name="T72" fmla="*/ 16 w 353"/>
              <a:gd name="T73" fmla="*/ 321 h 353"/>
              <a:gd name="T74" fmla="*/ 43 w 353"/>
              <a:gd name="T75" fmla="*/ 173 h 353"/>
              <a:gd name="T76" fmla="*/ 99 w 353"/>
              <a:gd name="T77" fmla="*/ 149 h 353"/>
              <a:gd name="T78" fmla="*/ 149 w 353"/>
              <a:gd name="T79" fmla="*/ 116 h 353"/>
              <a:gd name="T80" fmla="*/ 155 w 353"/>
              <a:gd name="T81" fmla="*/ 47 h 353"/>
              <a:gd name="T82" fmla="*/ 184 w 353"/>
              <a:gd name="T83" fmla="*/ 16 h 353"/>
              <a:gd name="T84" fmla="*/ 337 w 353"/>
              <a:gd name="T85" fmla="*/ 132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353" h="353">
                <a:moveTo>
                  <a:pt x="321" y="0"/>
                </a:move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4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4" y="353"/>
                  <a:pt x="32" y="353"/>
                </a:cubicBezTo>
                <a:cubicBezTo>
                  <a:pt x="321" y="353"/>
                  <a:pt x="321" y="353"/>
                  <a:pt x="321" y="353"/>
                </a:cubicBezTo>
                <a:cubicBezTo>
                  <a:pt x="338" y="353"/>
                  <a:pt x="353" y="339"/>
                  <a:pt x="353" y="321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14"/>
                  <a:pt x="338" y="0"/>
                  <a:pt x="321" y="0"/>
                </a:cubicBezTo>
                <a:moveTo>
                  <a:pt x="16" y="32"/>
                </a:moveTo>
                <a:cubicBezTo>
                  <a:pt x="16" y="23"/>
                  <a:pt x="23" y="16"/>
                  <a:pt x="32" y="16"/>
                </a:cubicBezTo>
                <a:cubicBezTo>
                  <a:pt x="71" y="16"/>
                  <a:pt x="71" y="16"/>
                  <a:pt x="71" y="16"/>
                </a:cubicBezTo>
                <a:cubicBezTo>
                  <a:pt x="68" y="45"/>
                  <a:pt x="45" y="68"/>
                  <a:pt x="16" y="71"/>
                </a:cubicBezTo>
                <a:lnTo>
                  <a:pt x="16" y="32"/>
                </a:lnTo>
                <a:close/>
                <a:moveTo>
                  <a:pt x="16" y="88"/>
                </a:moveTo>
                <a:cubicBezTo>
                  <a:pt x="54" y="84"/>
                  <a:pt x="84" y="54"/>
                  <a:pt x="87" y="16"/>
                </a:cubicBezTo>
                <a:cubicBezTo>
                  <a:pt x="168" y="16"/>
                  <a:pt x="168" y="16"/>
                  <a:pt x="168" y="16"/>
                </a:cubicBezTo>
                <a:cubicBezTo>
                  <a:pt x="168" y="28"/>
                  <a:pt x="168" y="28"/>
                  <a:pt x="168" y="28"/>
                </a:cubicBezTo>
                <a:cubicBezTo>
                  <a:pt x="168" y="28"/>
                  <a:pt x="168" y="28"/>
                  <a:pt x="168" y="28"/>
                </a:cubicBezTo>
                <a:cubicBezTo>
                  <a:pt x="152" y="32"/>
                  <a:pt x="152" y="32"/>
                  <a:pt x="152" y="32"/>
                </a:cubicBezTo>
                <a:cubicBezTo>
                  <a:pt x="146" y="33"/>
                  <a:pt x="141" y="38"/>
                  <a:pt x="140" y="43"/>
                </a:cubicBezTo>
                <a:cubicBezTo>
                  <a:pt x="137" y="55"/>
                  <a:pt x="132" y="66"/>
                  <a:pt x="126" y="76"/>
                </a:cubicBezTo>
                <a:cubicBezTo>
                  <a:pt x="123" y="81"/>
                  <a:pt x="123" y="88"/>
                  <a:pt x="126" y="93"/>
                </a:cubicBezTo>
                <a:cubicBezTo>
                  <a:pt x="135" y="107"/>
                  <a:pt x="135" y="107"/>
                  <a:pt x="135" y="107"/>
                </a:cubicBezTo>
                <a:cubicBezTo>
                  <a:pt x="107" y="135"/>
                  <a:pt x="107" y="135"/>
                  <a:pt x="107" y="135"/>
                </a:cubicBezTo>
                <a:cubicBezTo>
                  <a:pt x="107" y="135"/>
                  <a:pt x="107" y="135"/>
                  <a:pt x="107" y="135"/>
                </a:cubicBezTo>
                <a:cubicBezTo>
                  <a:pt x="92" y="126"/>
                  <a:pt x="92" y="126"/>
                  <a:pt x="92" y="126"/>
                </a:cubicBezTo>
                <a:cubicBezTo>
                  <a:pt x="90" y="125"/>
                  <a:pt x="87" y="124"/>
                  <a:pt x="84" y="124"/>
                </a:cubicBezTo>
                <a:cubicBezTo>
                  <a:pt x="81" y="124"/>
                  <a:pt x="78" y="125"/>
                  <a:pt x="76" y="126"/>
                </a:cubicBezTo>
                <a:cubicBezTo>
                  <a:pt x="66" y="132"/>
                  <a:pt x="55" y="137"/>
                  <a:pt x="43" y="140"/>
                </a:cubicBezTo>
                <a:cubicBezTo>
                  <a:pt x="37" y="141"/>
                  <a:pt x="33" y="146"/>
                  <a:pt x="32" y="152"/>
                </a:cubicBezTo>
                <a:cubicBezTo>
                  <a:pt x="27" y="168"/>
                  <a:pt x="27" y="168"/>
                  <a:pt x="27" y="168"/>
                </a:cubicBezTo>
                <a:cubicBezTo>
                  <a:pt x="27" y="168"/>
                  <a:pt x="27" y="168"/>
                  <a:pt x="27" y="168"/>
                </a:cubicBezTo>
                <a:cubicBezTo>
                  <a:pt x="16" y="168"/>
                  <a:pt x="16" y="168"/>
                  <a:pt x="16" y="168"/>
                </a:cubicBezTo>
                <a:lnTo>
                  <a:pt x="16" y="88"/>
                </a:lnTo>
                <a:close/>
                <a:moveTo>
                  <a:pt x="281" y="337"/>
                </a:moveTo>
                <a:cubicBezTo>
                  <a:pt x="225" y="337"/>
                  <a:pt x="225" y="337"/>
                  <a:pt x="225" y="337"/>
                </a:cubicBezTo>
                <a:cubicBezTo>
                  <a:pt x="214" y="324"/>
                  <a:pt x="208" y="307"/>
                  <a:pt x="208" y="289"/>
                </a:cubicBezTo>
                <a:cubicBezTo>
                  <a:pt x="208" y="277"/>
                  <a:pt x="211" y="267"/>
                  <a:pt x="215" y="257"/>
                </a:cubicBezTo>
                <a:cubicBezTo>
                  <a:pt x="258" y="281"/>
                  <a:pt x="258" y="281"/>
                  <a:pt x="258" y="281"/>
                </a:cubicBezTo>
                <a:cubicBezTo>
                  <a:pt x="257" y="283"/>
                  <a:pt x="256" y="286"/>
                  <a:pt x="256" y="289"/>
                </a:cubicBezTo>
                <a:cubicBezTo>
                  <a:pt x="256" y="304"/>
                  <a:pt x="267" y="316"/>
                  <a:pt x="281" y="320"/>
                </a:cubicBezTo>
                <a:lnTo>
                  <a:pt x="281" y="337"/>
                </a:lnTo>
                <a:close/>
                <a:moveTo>
                  <a:pt x="272" y="289"/>
                </a:moveTo>
                <a:cubicBezTo>
                  <a:pt x="272" y="280"/>
                  <a:pt x="280" y="273"/>
                  <a:pt x="289" y="273"/>
                </a:cubicBezTo>
                <a:cubicBezTo>
                  <a:pt x="297" y="273"/>
                  <a:pt x="305" y="280"/>
                  <a:pt x="305" y="289"/>
                </a:cubicBezTo>
                <a:cubicBezTo>
                  <a:pt x="305" y="298"/>
                  <a:pt x="297" y="305"/>
                  <a:pt x="289" y="305"/>
                </a:cubicBezTo>
                <a:cubicBezTo>
                  <a:pt x="280" y="305"/>
                  <a:pt x="272" y="298"/>
                  <a:pt x="272" y="289"/>
                </a:cubicBezTo>
                <a:moveTo>
                  <a:pt x="337" y="321"/>
                </a:moveTo>
                <a:cubicBezTo>
                  <a:pt x="337" y="330"/>
                  <a:pt x="330" y="337"/>
                  <a:pt x="321" y="337"/>
                </a:cubicBezTo>
                <a:cubicBezTo>
                  <a:pt x="297" y="337"/>
                  <a:pt x="297" y="337"/>
                  <a:pt x="297" y="337"/>
                </a:cubicBezTo>
                <a:cubicBezTo>
                  <a:pt x="297" y="320"/>
                  <a:pt x="297" y="320"/>
                  <a:pt x="297" y="320"/>
                </a:cubicBezTo>
                <a:cubicBezTo>
                  <a:pt x="310" y="316"/>
                  <a:pt x="321" y="304"/>
                  <a:pt x="321" y="289"/>
                </a:cubicBezTo>
                <a:cubicBezTo>
                  <a:pt x="321" y="286"/>
                  <a:pt x="320" y="283"/>
                  <a:pt x="320" y="281"/>
                </a:cubicBezTo>
                <a:cubicBezTo>
                  <a:pt x="337" y="271"/>
                  <a:pt x="337" y="271"/>
                  <a:pt x="337" y="271"/>
                </a:cubicBezTo>
                <a:lnTo>
                  <a:pt x="337" y="321"/>
                </a:lnTo>
                <a:close/>
                <a:moveTo>
                  <a:pt x="337" y="253"/>
                </a:moveTo>
                <a:cubicBezTo>
                  <a:pt x="312" y="267"/>
                  <a:pt x="312" y="267"/>
                  <a:pt x="312" y="267"/>
                </a:cubicBezTo>
                <a:cubicBezTo>
                  <a:pt x="306" y="261"/>
                  <a:pt x="298" y="257"/>
                  <a:pt x="289" y="257"/>
                </a:cubicBezTo>
                <a:cubicBezTo>
                  <a:pt x="279" y="257"/>
                  <a:pt x="271" y="261"/>
                  <a:pt x="265" y="267"/>
                </a:cubicBezTo>
                <a:cubicBezTo>
                  <a:pt x="223" y="243"/>
                  <a:pt x="223" y="243"/>
                  <a:pt x="223" y="243"/>
                </a:cubicBezTo>
                <a:cubicBezTo>
                  <a:pt x="237" y="222"/>
                  <a:pt x="261" y="208"/>
                  <a:pt x="289" y="208"/>
                </a:cubicBezTo>
                <a:cubicBezTo>
                  <a:pt x="307" y="208"/>
                  <a:pt x="323" y="215"/>
                  <a:pt x="337" y="225"/>
                </a:cubicBezTo>
                <a:lnTo>
                  <a:pt x="337" y="253"/>
                </a:lnTo>
                <a:close/>
                <a:moveTo>
                  <a:pt x="337" y="206"/>
                </a:moveTo>
                <a:cubicBezTo>
                  <a:pt x="323" y="197"/>
                  <a:pt x="306" y="192"/>
                  <a:pt x="289" y="192"/>
                </a:cubicBezTo>
                <a:cubicBezTo>
                  <a:pt x="235" y="192"/>
                  <a:pt x="192" y="236"/>
                  <a:pt x="192" y="289"/>
                </a:cubicBezTo>
                <a:cubicBezTo>
                  <a:pt x="192" y="306"/>
                  <a:pt x="197" y="323"/>
                  <a:pt x="205" y="337"/>
                </a:cubicBezTo>
                <a:cubicBezTo>
                  <a:pt x="135" y="337"/>
                  <a:pt x="135" y="337"/>
                  <a:pt x="135" y="337"/>
                </a:cubicBezTo>
                <a:cubicBezTo>
                  <a:pt x="128" y="311"/>
                  <a:pt x="128" y="311"/>
                  <a:pt x="128" y="311"/>
                </a:cubicBezTo>
                <a:cubicBezTo>
                  <a:pt x="143" y="303"/>
                  <a:pt x="143" y="303"/>
                  <a:pt x="143" y="303"/>
                </a:cubicBezTo>
                <a:cubicBezTo>
                  <a:pt x="148" y="300"/>
                  <a:pt x="152" y="295"/>
                  <a:pt x="152" y="289"/>
                </a:cubicBezTo>
                <a:cubicBezTo>
                  <a:pt x="152" y="277"/>
                  <a:pt x="153" y="265"/>
                  <a:pt x="156" y="253"/>
                </a:cubicBezTo>
                <a:cubicBezTo>
                  <a:pt x="158" y="248"/>
                  <a:pt x="156" y="242"/>
                  <a:pt x="152" y="238"/>
                </a:cubicBezTo>
                <a:cubicBezTo>
                  <a:pt x="140" y="226"/>
                  <a:pt x="140" y="226"/>
                  <a:pt x="140" y="226"/>
                </a:cubicBezTo>
                <a:cubicBezTo>
                  <a:pt x="140" y="226"/>
                  <a:pt x="140" y="226"/>
                  <a:pt x="140" y="226"/>
                </a:cubicBezTo>
                <a:cubicBezTo>
                  <a:pt x="159" y="191"/>
                  <a:pt x="159" y="191"/>
                  <a:pt x="159" y="191"/>
                </a:cubicBezTo>
                <a:cubicBezTo>
                  <a:pt x="176" y="196"/>
                  <a:pt x="176" y="196"/>
                  <a:pt x="176" y="196"/>
                </a:cubicBezTo>
                <a:cubicBezTo>
                  <a:pt x="181" y="198"/>
                  <a:pt x="188" y="196"/>
                  <a:pt x="192" y="192"/>
                </a:cubicBezTo>
                <a:cubicBezTo>
                  <a:pt x="200" y="183"/>
                  <a:pt x="210" y="176"/>
                  <a:pt x="220" y="170"/>
                </a:cubicBezTo>
                <a:cubicBezTo>
                  <a:pt x="225" y="167"/>
                  <a:pt x="228" y="162"/>
                  <a:pt x="228" y="156"/>
                </a:cubicBezTo>
                <a:cubicBezTo>
                  <a:pt x="228" y="139"/>
                  <a:pt x="228" y="139"/>
                  <a:pt x="228" y="139"/>
                </a:cubicBezTo>
                <a:cubicBezTo>
                  <a:pt x="228" y="139"/>
                  <a:pt x="228" y="139"/>
                  <a:pt x="228" y="139"/>
                </a:cubicBezTo>
                <a:cubicBezTo>
                  <a:pt x="266" y="129"/>
                  <a:pt x="266" y="129"/>
                  <a:pt x="266" y="129"/>
                </a:cubicBezTo>
                <a:cubicBezTo>
                  <a:pt x="275" y="144"/>
                  <a:pt x="275" y="144"/>
                  <a:pt x="275" y="144"/>
                </a:cubicBezTo>
                <a:cubicBezTo>
                  <a:pt x="276" y="146"/>
                  <a:pt x="278" y="148"/>
                  <a:pt x="281" y="150"/>
                </a:cubicBezTo>
                <a:cubicBezTo>
                  <a:pt x="283" y="151"/>
                  <a:pt x="286" y="152"/>
                  <a:pt x="289" y="152"/>
                </a:cubicBezTo>
                <a:cubicBezTo>
                  <a:pt x="301" y="152"/>
                  <a:pt x="312" y="153"/>
                  <a:pt x="324" y="157"/>
                </a:cubicBezTo>
                <a:cubicBezTo>
                  <a:pt x="328" y="158"/>
                  <a:pt x="333" y="157"/>
                  <a:pt x="337" y="155"/>
                </a:cubicBezTo>
                <a:lnTo>
                  <a:pt x="337" y="206"/>
                </a:lnTo>
                <a:close/>
                <a:moveTo>
                  <a:pt x="337" y="132"/>
                </a:moveTo>
                <a:cubicBezTo>
                  <a:pt x="328" y="141"/>
                  <a:pt x="328" y="141"/>
                  <a:pt x="328" y="141"/>
                </a:cubicBezTo>
                <a:cubicBezTo>
                  <a:pt x="315" y="138"/>
                  <a:pt x="302" y="136"/>
                  <a:pt x="289" y="136"/>
                </a:cubicBezTo>
                <a:cubicBezTo>
                  <a:pt x="280" y="120"/>
                  <a:pt x="280" y="120"/>
                  <a:pt x="280" y="120"/>
                </a:cubicBezTo>
                <a:cubicBezTo>
                  <a:pt x="278" y="118"/>
                  <a:pt x="276" y="115"/>
                  <a:pt x="273" y="113"/>
                </a:cubicBezTo>
                <a:cubicBezTo>
                  <a:pt x="271" y="112"/>
                  <a:pt x="268" y="111"/>
                  <a:pt x="266" y="112"/>
                </a:cubicBezTo>
                <a:cubicBezTo>
                  <a:pt x="220" y="124"/>
                  <a:pt x="220" y="124"/>
                  <a:pt x="220" y="124"/>
                </a:cubicBezTo>
                <a:cubicBezTo>
                  <a:pt x="214" y="126"/>
                  <a:pt x="212" y="133"/>
                  <a:pt x="212" y="139"/>
                </a:cubicBezTo>
                <a:cubicBezTo>
                  <a:pt x="212" y="156"/>
                  <a:pt x="212" y="156"/>
                  <a:pt x="212" y="156"/>
                </a:cubicBezTo>
                <a:cubicBezTo>
                  <a:pt x="201" y="163"/>
                  <a:pt x="190" y="171"/>
                  <a:pt x="180" y="181"/>
                </a:cubicBezTo>
                <a:cubicBezTo>
                  <a:pt x="163" y="176"/>
                  <a:pt x="163" y="176"/>
                  <a:pt x="163" y="176"/>
                </a:cubicBezTo>
                <a:cubicBezTo>
                  <a:pt x="158" y="174"/>
                  <a:pt x="151" y="174"/>
                  <a:pt x="147" y="180"/>
                </a:cubicBezTo>
                <a:cubicBezTo>
                  <a:pt x="124" y="221"/>
                  <a:pt x="124" y="221"/>
                  <a:pt x="124" y="221"/>
                </a:cubicBezTo>
                <a:cubicBezTo>
                  <a:pt x="121" y="226"/>
                  <a:pt x="124" y="232"/>
                  <a:pt x="128" y="237"/>
                </a:cubicBezTo>
                <a:cubicBezTo>
                  <a:pt x="141" y="249"/>
                  <a:pt x="141" y="249"/>
                  <a:pt x="141" y="249"/>
                </a:cubicBezTo>
                <a:cubicBezTo>
                  <a:pt x="137" y="262"/>
                  <a:pt x="136" y="276"/>
                  <a:pt x="136" y="289"/>
                </a:cubicBezTo>
                <a:cubicBezTo>
                  <a:pt x="120" y="297"/>
                  <a:pt x="120" y="297"/>
                  <a:pt x="120" y="297"/>
                </a:cubicBezTo>
                <a:cubicBezTo>
                  <a:pt x="115" y="300"/>
                  <a:pt x="110" y="305"/>
                  <a:pt x="112" y="312"/>
                </a:cubicBezTo>
                <a:cubicBezTo>
                  <a:pt x="119" y="337"/>
                  <a:pt x="119" y="337"/>
                  <a:pt x="119" y="337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23" y="337"/>
                  <a:pt x="16" y="330"/>
                  <a:pt x="16" y="321"/>
                </a:cubicBezTo>
                <a:cubicBezTo>
                  <a:pt x="16" y="184"/>
                  <a:pt x="16" y="184"/>
                  <a:pt x="16" y="184"/>
                </a:cubicBezTo>
                <a:cubicBezTo>
                  <a:pt x="31" y="184"/>
                  <a:pt x="31" y="184"/>
                  <a:pt x="31" y="184"/>
                </a:cubicBezTo>
                <a:cubicBezTo>
                  <a:pt x="38" y="184"/>
                  <a:pt x="41" y="178"/>
                  <a:pt x="43" y="173"/>
                </a:cubicBezTo>
                <a:cubicBezTo>
                  <a:pt x="47" y="155"/>
                  <a:pt x="47" y="155"/>
                  <a:pt x="47" y="155"/>
                </a:cubicBezTo>
                <a:cubicBezTo>
                  <a:pt x="60" y="152"/>
                  <a:pt x="73" y="147"/>
                  <a:pt x="84" y="140"/>
                </a:cubicBezTo>
                <a:cubicBezTo>
                  <a:pt x="99" y="149"/>
                  <a:pt x="99" y="149"/>
                  <a:pt x="99" y="149"/>
                </a:cubicBezTo>
                <a:cubicBezTo>
                  <a:pt x="102" y="151"/>
                  <a:pt x="106" y="152"/>
                  <a:pt x="109" y="152"/>
                </a:cubicBezTo>
                <a:cubicBezTo>
                  <a:pt x="111" y="152"/>
                  <a:pt x="114" y="151"/>
                  <a:pt x="116" y="149"/>
                </a:cubicBezTo>
                <a:cubicBezTo>
                  <a:pt x="149" y="116"/>
                  <a:pt x="149" y="116"/>
                  <a:pt x="149" y="116"/>
                </a:cubicBezTo>
                <a:cubicBezTo>
                  <a:pt x="154" y="111"/>
                  <a:pt x="152" y="104"/>
                  <a:pt x="149" y="99"/>
                </a:cubicBezTo>
                <a:cubicBezTo>
                  <a:pt x="140" y="84"/>
                  <a:pt x="140" y="84"/>
                  <a:pt x="140" y="84"/>
                </a:cubicBezTo>
                <a:cubicBezTo>
                  <a:pt x="147" y="73"/>
                  <a:pt x="152" y="60"/>
                  <a:pt x="155" y="47"/>
                </a:cubicBezTo>
                <a:cubicBezTo>
                  <a:pt x="172" y="43"/>
                  <a:pt x="172" y="43"/>
                  <a:pt x="172" y="43"/>
                </a:cubicBezTo>
                <a:cubicBezTo>
                  <a:pt x="178" y="41"/>
                  <a:pt x="184" y="38"/>
                  <a:pt x="184" y="31"/>
                </a:cubicBezTo>
                <a:cubicBezTo>
                  <a:pt x="184" y="16"/>
                  <a:pt x="184" y="16"/>
                  <a:pt x="184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3"/>
                  <a:pt x="337" y="32"/>
                </a:cubicBezTo>
                <a:lnTo>
                  <a:pt x="337" y="132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7" name="Freeform 87"/>
          <p:cNvSpPr>
            <a:spLocks noEditPoints="1"/>
          </p:cNvSpPr>
          <p:nvPr/>
        </p:nvSpPr>
        <p:spPr bwMode="auto">
          <a:xfrm>
            <a:off x="10703984" y="2070101"/>
            <a:ext cx="575733" cy="472017"/>
          </a:xfrm>
          <a:custGeom>
            <a:avLst/>
            <a:gdLst>
              <a:gd name="T0" fmla="*/ 249 w 353"/>
              <a:gd name="T1" fmla="*/ 265 h 289"/>
              <a:gd name="T2" fmla="*/ 257 w 353"/>
              <a:gd name="T3" fmla="*/ 289 h 289"/>
              <a:gd name="T4" fmla="*/ 265 w 353"/>
              <a:gd name="T5" fmla="*/ 265 h 289"/>
              <a:gd name="T6" fmla="*/ 56 w 353"/>
              <a:gd name="T7" fmla="*/ 80 h 289"/>
              <a:gd name="T8" fmla="*/ 305 w 353"/>
              <a:gd name="T9" fmla="*/ 72 h 289"/>
              <a:gd name="T10" fmla="*/ 56 w 353"/>
              <a:gd name="T11" fmla="*/ 64 h 289"/>
              <a:gd name="T12" fmla="*/ 56 w 353"/>
              <a:gd name="T13" fmla="*/ 80 h 289"/>
              <a:gd name="T14" fmla="*/ 88 w 353"/>
              <a:gd name="T15" fmla="*/ 265 h 289"/>
              <a:gd name="T16" fmla="*/ 96 w 353"/>
              <a:gd name="T17" fmla="*/ 289 h 289"/>
              <a:gd name="T18" fmla="*/ 104 w 353"/>
              <a:gd name="T19" fmla="*/ 265 h 289"/>
              <a:gd name="T20" fmla="*/ 337 w 353"/>
              <a:gd name="T21" fmla="*/ 0 h 289"/>
              <a:gd name="T22" fmla="*/ 0 w 353"/>
              <a:gd name="T23" fmla="*/ 16 h 289"/>
              <a:gd name="T24" fmla="*/ 16 w 353"/>
              <a:gd name="T25" fmla="*/ 273 h 289"/>
              <a:gd name="T26" fmla="*/ 72 w 353"/>
              <a:gd name="T27" fmla="*/ 265 h 289"/>
              <a:gd name="T28" fmla="*/ 120 w 353"/>
              <a:gd name="T29" fmla="*/ 265 h 289"/>
              <a:gd name="T30" fmla="*/ 225 w 353"/>
              <a:gd name="T31" fmla="*/ 273 h 289"/>
              <a:gd name="T32" fmla="*/ 257 w 353"/>
              <a:gd name="T33" fmla="*/ 241 h 289"/>
              <a:gd name="T34" fmla="*/ 289 w 353"/>
              <a:gd name="T35" fmla="*/ 273 h 289"/>
              <a:gd name="T36" fmla="*/ 353 w 353"/>
              <a:gd name="T37" fmla="*/ 257 h 289"/>
              <a:gd name="T38" fmla="*/ 337 w 353"/>
              <a:gd name="T39" fmla="*/ 0 h 289"/>
              <a:gd name="T40" fmla="*/ 296 w 353"/>
              <a:gd name="T41" fmla="*/ 257 h 289"/>
              <a:gd name="T42" fmla="*/ 217 w 353"/>
              <a:gd name="T43" fmla="*/ 257 h 289"/>
              <a:gd name="T44" fmla="*/ 96 w 353"/>
              <a:gd name="T45" fmla="*/ 225 h 289"/>
              <a:gd name="T46" fmla="*/ 16 w 353"/>
              <a:gd name="T47" fmla="*/ 257 h 289"/>
              <a:gd name="T48" fmla="*/ 337 w 353"/>
              <a:gd name="T49" fmla="*/ 16 h 289"/>
              <a:gd name="T50" fmla="*/ 56 w 353"/>
              <a:gd name="T51" fmla="*/ 176 h 289"/>
              <a:gd name="T52" fmla="*/ 225 w 353"/>
              <a:gd name="T53" fmla="*/ 168 h 289"/>
              <a:gd name="T54" fmla="*/ 56 w 353"/>
              <a:gd name="T55" fmla="*/ 160 h 289"/>
              <a:gd name="T56" fmla="*/ 56 w 353"/>
              <a:gd name="T57" fmla="*/ 176 h 289"/>
              <a:gd name="T58" fmla="*/ 297 w 353"/>
              <a:gd name="T59" fmla="*/ 144 h 289"/>
              <a:gd name="T60" fmla="*/ 297 w 353"/>
              <a:gd name="T61" fmla="*/ 128 h 289"/>
              <a:gd name="T62" fmla="*/ 48 w 353"/>
              <a:gd name="T63" fmla="*/ 136 h 289"/>
              <a:gd name="T64" fmla="*/ 56 w 353"/>
              <a:gd name="T65" fmla="*/ 112 h 289"/>
              <a:gd name="T66" fmla="*/ 305 w 353"/>
              <a:gd name="T67" fmla="*/ 104 h 289"/>
              <a:gd name="T68" fmla="*/ 56 w 353"/>
              <a:gd name="T69" fmla="*/ 96 h 289"/>
              <a:gd name="T70" fmla="*/ 56 w 353"/>
              <a:gd name="T71" fmla="*/ 112 h 2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353" h="289">
                <a:moveTo>
                  <a:pt x="257" y="257"/>
                </a:moveTo>
                <a:cubicBezTo>
                  <a:pt x="252" y="257"/>
                  <a:pt x="249" y="260"/>
                  <a:pt x="249" y="265"/>
                </a:cubicBezTo>
                <a:cubicBezTo>
                  <a:pt x="249" y="281"/>
                  <a:pt x="249" y="281"/>
                  <a:pt x="249" y="281"/>
                </a:cubicBezTo>
                <a:cubicBezTo>
                  <a:pt x="249" y="285"/>
                  <a:pt x="252" y="289"/>
                  <a:pt x="257" y="289"/>
                </a:cubicBezTo>
                <a:cubicBezTo>
                  <a:pt x="261" y="289"/>
                  <a:pt x="265" y="285"/>
                  <a:pt x="265" y="281"/>
                </a:cubicBezTo>
                <a:cubicBezTo>
                  <a:pt x="265" y="265"/>
                  <a:pt x="265" y="265"/>
                  <a:pt x="265" y="265"/>
                </a:cubicBezTo>
                <a:cubicBezTo>
                  <a:pt x="265" y="260"/>
                  <a:pt x="261" y="257"/>
                  <a:pt x="257" y="257"/>
                </a:cubicBezTo>
                <a:moveTo>
                  <a:pt x="56" y="80"/>
                </a:moveTo>
                <a:cubicBezTo>
                  <a:pt x="297" y="80"/>
                  <a:pt x="297" y="80"/>
                  <a:pt x="297" y="80"/>
                </a:cubicBezTo>
                <a:cubicBezTo>
                  <a:pt x="301" y="80"/>
                  <a:pt x="305" y="77"/>
                  <a:pt x="305" y="72"/>
                </a:cubicBezTo>
                <a:cubicBezTo>
                  <a:pt x="305" y="68"/>
                  <a:pt x="301" y="64"/>
                  <a:pt x="297" y="64"/>
                </a:cubicBezTo>
                <a:cubicBezTo>
                  <a:pt x="56" y="64"/>
                  <a:pt x="56" y="64"/>
                  <a:pt x="56" y="64"/>
                </a:cubicBezTo>
                <a:cubicBezTo>
                  <a:pt x="52" y="64"/>
                  <a:pt x="48" y="68"/>
                  <a:pt x="48" y="72"/>
                </a:cubicBezTo>
                <a:cubicBezTo>
                  <a:pt x="48" y="77"/>
                  <a:pt x="52" y="80"/>
                  <a:pt x="56" y="80"/>
                </a:cubicBezTo>
                <a:moveTo>
                  <a:pt x="96" y="257"/>
                </a:moveTo>
                <a:cubicBezTo>
                  <a:pt x="92" y="257"/>
                  <a:pt x="88" y="260"/>
                  <a:pt x="88" y="265"/>
                </a:cubicBezTo>
                <a:cubicBezTo>
                  <a:pt x="88" y="281"/>
                  <a:pt x="88" y="281"/>
                  <a:pt x="88" y="281"/>
                </a:cubicBezTo>
                <a:cubicBezTo>
                  <a:pt x="88" y="285"/>
                  <a:pt x="92" y="289"/>
                  <a:pt x="96" y="289"/>
                </a:cubicBezTo>
                <a:cubicBezTo>
                  <a:pt x="101" y="289"/>
                  <a:pt x="104" y="285"/>
                  <a:pt x="104" y="281"/>
                </a:cubicBezTo>
                <a:cubicBezTo>
                  <a:pt x="104" y="265"/>
                  <a:pt x="104" y="265"/>
                  <a:pt x="104" y="265"/>
                </a:cubicBezTo>
                <a:cubicBezTo>
                  <a:pt x="104" y="260"/>
                  <a:pt x="101" y="257"/>
                  <a:pt x="96" y="257"/>
                </a:cubicBezTo>
                <a:moveTo>
                  <a:pt x="337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257"/>
                  <a:pt x="0" y="257"/>
                  <a:pt x="0" y="257"/>
                </a:cubicBezTo>
                <a:cubicBezTo>
                  <a:pt x="0" y="266"/>
                  <a:pt x="7" y="273"/>
                  <a:pt x="16" y="273"/>
                </a:cubicBezTo>
                <a:cubicBezTo>
                  <a:pt x="64" y="273"/>
                  <a:pt x="64" y="273"/>
                  <a:pt x="64" y="273"/>
                </a:cubicBezTo>
                <a:cubicBezTo>
                  <a:pt x="69" y="273"/>
                  <a:pt x="72" y="269"/>
                  <a:pt x="72" y="265"/>
                </a:cubicBezTo>
                <a:cubicBezTo>
                  <a:pt x="72" y="251"/>
                  <a:pt x="83" y="241"/>
                  <a:pt x="96" y="241"/>
                </a:cubicBezTo>
                <a:cubicBezTo>
                  <a:pt x="110" y="241"/>
                  <a:pt x="120" y="251"/>
                  <a:pt x="120" y="265"/>
                </a:cubicBezTo>
                <a:cubicBezTo>
                  <a:pt x="120" y="269"/>
                  <a:pt x="124" y="273"/>
                  <a:pt x="128" y="273"/>
                </a:cubicBezTo>
                <a:cubicBezTo>
                  <a:pt x="225" y="273"/>
                  <a:pt x="225" y="273"/>
                  <a:pt x="225" y="273"/>
                </a:cubicBezTo>
                <a:cubicBezTo>
                  <a:pt x="229" y="273"/>
                  <a:pt x="233" y="269"/>
                  <a:pt x="233" y="265"/>
                </a:cubicBezTo>
                <a:cubicBezTo>
                  <a:pt x="233" y="251"/>
                  <a:pt x="243" y="241"/>
                  <a:pt x="257" y="241"/>
                </a:cubicBezTo>
                <a:cubicBezTo>
                  <a:pt x="270" y="241"/>
                  <a:pt x="281" y="251"/>
                  <a:pt x="281" y="265"/>
                </a:cubicBezTo>
                <a:cubicBezTo>
                  <a:pt x="281" y="269"/>
                  <a:pt x="284" y="273"/>
                  <a:pt x="289" y="273"/>
                </a:cubicBezTo>
                <a:cubicBezTo>
                  <a:pt x="337" y="273"/>
                  <a:pt x="337" y="273"/>
                  <a:pt x="337" y="273"/>
                </a:cubicBezTo>
                <a:cubicBezTo>
                  <a:pt x="346" y="273"/>
                  <a:pt x="353" y="266"/>
                  <a:pt x="353" y="257"/>
                </a:cubicBezTo>
                <a:cubicBezTo>
                  <a:pt x="353" y="16"/>
                  <a:pt x="353" y="16"/>
                  <a:pt x="353" y="16"/>
                </a:cubicBezTo>
                <a:cubicBezTo>
                  <a:pt x="353" y="7"/>
                  <a:pt x="346" y="0"/>
                  <a:pt x="337" y="0"/>
                </a:cubicBezTo>
                <a:moveTo>
                  <a:pt x="337" y="257"/>
                </a:moveTo>
                <a:cubicBezTo>
                  <a:pt x="296" y="257"/>
                  <a:pt x="296" y="257"/>
                  <a:pt x="296" y="257"/>
                </a:cubicBezTo>
                <a:cubicBezTo>
                  <a:pt x="292" y="238"/>
                  <a:pt x="276" y="225"/>
                  <a:pt x="257" y="225"/>
                </a:cubicBezTo>
                <a:cubicBezTo>
                  <a:pt x="237" y="225"/>
                  <a:pt x="221" y="238"/>
                  <a:pt x="217" y="257"/>
                </a:cubicBezTo>
                <a:cubicBezTo>
                  <a:pt x="136" y="257"/>
                  <a:pt x="136" y="257"/>
                  <a:pt x="136" y="257"/>
                </a:cubicBezTo>
                <a:cubicBezTo>
                  <a:pt x="132" y="238"/>
                  <a:pt x="116" y="225"/>
                  <a:pt x="96" y="225"/>
                </a:cubicBezTo>
                <a:cubicBezTo>
                  <a:pt x="77" y="225"/>
                  <a:pt x="61" y="238"/>
                  <a:pt x="57" y="257"/>
                </a:cubicBezTo>
                <a:cubicBezTo>
                  <a:pt x="16" y="257"/>
                  <a:pt x="16" y="257"/>
                  <a:pt x="16" y="257"/>
                </a:cubicBezTo>
                <a:cubicBezTo>
                  <a:pt x="16" y="16"/>
                  <a:pt x="16" y="16"/>
                  <a:pt x="16" y="16"/>
                </a:cubicBezTo>
                <a:cubicBezTo>
                  <a:pt x="337" y="16"/>
                  <a:pt x="337" y="16"/>
                  <a:pt x="337" y="16"/>
                </a:cubicBezTo>
                <a:lnTo>
                  <a:pt x="337" y="257"/>
                </a:lnTo>
                <a:close/>
                <a:moveTo>
                  <a:pt x="56" y="176"/>
                </a:moveTo>
                <a:cubicBezTo>
                  <a:pt x="217" y="176"/>
                  <a:pt x="217" y="176"/>
                  <a:pt x="217" y="176"/>
                </a:cubicBezTo>
                <a:cubicBezTo>
                  <a:pt x="221" y="176"/>
                  <a:pt x="225" y="173"/>
                  <a:pt x="225" y="168"/>
                </a:cubicBezTo>
                <a:cubicBezTo>
                  <a:pt x="225" y="164"/>
                  <a:pt x="221" y="160"/>
                  <a:pt x="217" y="160"/>
                </a:cubicBezTo>
                <a:cubicBezTo>
                  <a:pt x="56" y="160"/>
                  <a:pt x="56" y="160"/>
                  <a:pt x="56" y="160"/>
                </a:cubicBezTo>
                <a:cubicBezTo>
                  <a:pt x="52" y="160"/>
                  <a:pt x="48" y="164"/>
                  <a:pt x="48" y="168"/>
                </a:cubicBezTo>
                <a:cubicBezTo>
                  <a:pt x="48" y="173"/>
                  <a:pt x="52" y="176"/>
                  <a:pt x="56" y="176"/>
                </a:cubicBezTo>
                <a:moveTo>
                  <a:pt x="56" y="144"/>
                </a:moveTo>
                <a:cubicBezTo>
                  <a:pt x="297" y="144"/>
                  <a:pt x="297" y="144"/>
                  <a:pt x="297" y="144"/>
                </a:cubicBezTo>
                <a:cubicBezTo>
                  <a:pt x="301" y="144"/>
                  <a:pt x="305" y="141"/>
                  <a:pt x="305" y="136"/>
                </a:cubicBezTo>
                <a:cubicBezTo>
                  <a:pt x="305" y="132"/>
                  <a:pt x="301" y="128"/>
                  <a:pt x="297" y="128"/>
                </a:cubicBezTo>
                <a:cubicBezTo>
                  <a:pt x="56" y="128"/>
                  <a:pt x="56" y="128"/>
                  <a:pt x="56" y="128"/>
                </a:cubicBezTo>
                <a:cubicBezTo>
                  <a:pt x="52" y="128"/>
                  <a:pt x="48" y="132"/>
                  <a:pt x="48" y="136"/>
                </a:cubicBezTo>
                <a:cubicBezTo>
                  <a:pt x="48" y="141"/>
                  <a:pt x="52" y="144"/>
                  <a:pt x="56" y="144"/>
                </a:cubicBezTo>
                <a:moveTo>
                  <a:pt x="56" y="112"/>
                </a:moveTo>
                <a:cubicBezTo>
                  <a:pt x="297" y="112"/>
                  <a:pt x="297" y="112"/>
                  <a:pt x="297" y="112"/>
                </a:cubicBezTo>
                <a:cubicBezTo>
                  <a:pt x="301" y="112"/>
                  <a:pt x="305" y="109"/>
                  <a:pt x="305" y="104"/>
                </a:cubicBezTo>
                <a:cubicBezTo>
                  <a:pt x="305" y="100"/>
                  <a:pt x="301" y="96"/>
                  <a:pt x="297" y="96"/>
                </a:cubicBezTo>
                <a:cubicBezTo>
                  <a:pt x="56" y="96"/>
                  <a:pt x="56" y="96"/>
                  <a:pt x="56" y="96"/>
                </a:cubicBezTo>
                <a:cubicBezTo>
                  <a:pt x="52" y="96"/>
                  <a:pt x="48" y="100"/>
                  <a:pt x="48" y="104"/>
                </a:cubicBezTo>
                <a:cubicBezTo>
                  <a:pt x="48" y="109"/>
                  <a:pt x="52" y="112"/>
                  <a:pt x="56" y="112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8" name="Freeform 88"/>
          <p:cNvSpPr>
            <a:spLocks noEditPoints="1"/>
          </p:cNvSpPr>
          <p:nvPr/>
        </p:nvSpPr>
        <p:spPr bwMode="auto">
          <a:xfrm>
            <a:off x="806451" y="3143251"/>
            <a:ext cx="575733" cy="524933"/>
          </a:xfrm>
          <a:custGeom>
            <a:avLst/>
            <a:gdLst>
              <a:gd name="T0" fmla="*/ 257 w 353"/>
              <a:gd name="T1" fmla="*/ 297 h 321"/>
              <a:gd name="T2" fmla="*/ 265 w 353"/>
              <a:gd name="T3" fmla="*/ 321 h 321"/>
              <a:gd name="T4" fmla="*/ 273 w 353"/>
              <a:gd name="T5" fmla="*/ 297 h 321"/>
              <a:gd name="T6" fmla="*/ 40 w 353"/>
              <a:gd name="T7" fmla="*/ 225 h 321"/>
              <a:gd name="T8" fmla="*/ 16 w 353"/>
              <a:gd name="T9" fmla="*/ 16 h 321"/>
              <a:gd name="T10" fmla="*/ 273 w 353"/>
              <a:gd name="T11" fmla="*/ 40 h 321"/>
              <a:gd name="T12" fmla="*/ 289 w 353"/>
              <a:gd name="T13" fmla="*/ 40 h 321"/>
              <a:gd name="T14" fmla="*/ 273 w 353"/>
              <a:gd name="T15" fmla="*/ 0 h 321"/>
              <a:gd name="T16" fmla="*/ 0 w 353"/>
              <a:gd name="T17" fmla="*/ 16 h 321"/>
              <a:gd name="T18" fmla="*/ 16 w 353"/>
              <a:gd name="T19" fmla="*/ 241 h 321"/>
              <a:gd name="T20" fmla="*/ 48 w 353"/>
              <a:gd name="T21" fmla="*/ 233 h 321"/>
              <a:gd name="T22" fmla="*/ 152 w 353"/>
              <a:gd name="T23" fmla="*/ 289 h 321"/>
              <a:gd name="T24" fmla="*/ 144 w 353"/>
              <a:gd name="T25" fmla="*/ 313 h 321"/>
              <a:gd name="T26" fmla="*/ 160 w 353"/>
              <a:gd name="T27" fmla="*/ 313 h 321"/>
              <a:gd name="T28" fmla="*/ 152 w 353"/>
              <a:gd name="T29" fmla="*/ 289 h 321"/>
              <a:gd name="T30" fmla="*/ 297 w 353"/>
              <a:gd name="T31" fmla="*/ 145 h 321"/>
              <a:gd name="T32" fmla="*/ 297 w 353"/>
              <a:gd name="T33" fmla="*/ 129 h 321"/>
              <a:gd name="T34" fmla="*/ 112 w 353"/>
              <a:gd name="T35" fmla="*/ 137 h 321"/>
              <a:gd name="T36" fmla="*/ 337 w 353"/>
              <a:gd name="T37" fmla="*/ 64 h 321"/>
              <a:gd name="T38" fmla="*/ 64 w 353"/>
              <a:gd name="T39" fmla="*/ 80 h 321"/>
              <a:gd name="T40" fmla="*/ 80 w 353"/>
              <a:gd name="T41" fmla="*/ 305 h 321"/>
              <a:gd name="T42" fmla="*/ 128 w 353"/>
              <a:gd name="T43" fmla="*/ 297 h 321"/>
              <a:gd name="T44" fmla="*/ 177 w 353"/>
              <a:gd name="T45" fmla="*/ 297 h 321"/>
              <a:gd name="T46" fmla="*/ 233 w 353"/>
              <a:gd name="T47" fmla="*/ 305 h 321"/>
              <a:gd name="T48" fmla="*/ 265 w 353"/>
              <a:gd name="T49" fmla="*/ 273 h 321"/>
              <a:gd name="T50" fmla="*/ 297 w 353"/>
              <a:gd name="T51" fmla="*/ 305 h 321"/>
              <a:gd name="T52" fmla="*/ 353 w 353"/>
              <a:gd name="T53" fmla="*/ 289 h 321"/>
              <a:gd name="T54" fmla="*/ 337 w 353"/>
              <a:gd name="T55" fmla="*/ 64 h 321"/>
              <a:gd name="T56" fmla="*/ 304 w 353"/>
              <a:gd name="T57" fmla="*/ 289 h 321"/>
              <a:gd name="T58" fmla="*/ 225 w 353"/>
              <a:gd name="T59" fmla="*/ 289 h 321"/>
              <a:gd name="T60" fmla="*/ 152 w 353"/>
              <a:gd name="T61" fmla="*/ 257 h 321"/>
              <a:gd name="T62" fmla="*/ 80 w 353"/>
              <a:gd name="T63" fmla="*/ 289 h 321"/>
              <a:gd name="T64" fmla="*/ 337 w 353"/>
              <a:gd name="T65" fmla="*/ 80 h 321"/>
              <a:gd name="T66" fmla="*/ 120 w 353"/>
              <a:gd name="T67" fmla="*/ 177 h 321"/>
              <a:gd name="T68" fmla="*/ 305 w 353"/>
              <a:gd name="T69" fmla="*/ 169 h 321"/>
              <a:gd name="T70" fmla="*/ 120 w 353"/>
              <a:gd name="T71" fmla="*/ 161 h 321"/>
              <a:gd name="T72" fmla="*/ 120 w 353"/>
              <a:gd name="T73" fmla="*/ 177 h 321"/>
              <a:gd name="T74" fmla="*/ 233 w 353"/>
              <a:gd name="T75" fmla="*/ 209 h 321"/>
              <a:gd name="T76" fmla="*/ 233 w 353"/>
              <a:gd name="T77" fmla="*/ 193 h 321"/>
              <a:gd name="T78" fmla="*/ 112 w 353"/>
              <a:gd name="T79" fmla="*/ 201 h 3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353" h="321">
                <a:moveTo>
                  <a:pt x="265" y="289"/>
                </a:moveTo>
                <a:cubicBezTo>
                  <a:pt x="260" y="289"/>
                  <a:pt x="257" y="293"/>
                  <a:pt x="257" y="297"/>
                </a:cubicBezTo>
                <a:cubicBezTo>
                  <a:pt x="257" y="313"/>
                  <a:pt x="257" y="313"/>
                  <a:pt x="257" y="313"/>
                </a:cubicBezTo>
                <a:cubicBezTo>
                  <a:pt x="257" y="318"/>
                  <a:pt x="260" y="321"/>
                  <a:pt x="265" y="321"/>
                </a:cubicBezTo>
                <a:cubicBezTo>
                  <a:pt x="269" y="321"/>
                  <a:pt x="273" y="318"/>
                  <a:pt x="273" y="313"/>
                </a:cubicBezTo>
                <a:cubicBezTo>
                  <a:pt x="273" y="297"/>
                  <a:pt x="273" y="297"/>
                  <a:pt x="273" y="297"/>
                </a:cubicBezTo>
                <a:cubicBezTo>
                  <a:pt x="273" y="293"/>
                  <a:pt x="269" y="289"/>
                  <a:pt x="265" y="289"/>
                </a:cubicBezTo>
                <a:moveTo>
                  <a:pt x="40" y="225"/>
                </a:moveTo>
                <a:cubicBezTo>
                  <a:pt x="16" y="225"/>
                  <a:pt x="16" y="225"/>
                  <a:pt x="16" y="225"/>
                </a:cubicBezTo>
                <a:cubicBezTo>
                  <a:pt x="16" y="16"/>
                  <a:pt x="16" y="16"/>
                  <a:pt x="16" y="16"/>
                </a:cubicBezTo>
                <a:cubicBezTo>
                  <a:pt x="273" y="16"/>
                  <a:pt x="273" y="16"/>
                  <a:pt x="273" y="16"/>
                </a:cubicBezTo>
                <a:cubicBezTo>
                  <a:pt x="273" y="40"/>
                  <a:pt x="273" y="40"/>
                  <a:pt x="273" y="40"/>
                </a:cubicBezTo>
                <a:cubicBezTo>
                  <a:pt x="273" y="45"/>
                  <a:pt x="276" y="48"/>
                  <a:pt x="281" y="48"/>
                </a:cubicBezTo>
                <a:cubicBezTo>
                  <a:pt x="285" y="48"/>
                  <a:pt x="289" y="45"/>
                  <a:pt x="289" y="40"/>
                </a:cubicBezTo>
                <a:cubicBezTo>
                  <a:pt x="289" y="16"/>
                  <a:pt x="289" y="16"/>
                  <a:pt x="289" y="16"/>
                </a:cubicBezTo>
                <a:cubicBezTo>
                  <a:pt x="289" y="7"/>
                  <a:pt x="282" y="0"/>
                  <a:pt x="273" y="0"/>
                </a:cubicBez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225"/>
                  <a:pt x="0" y="225"/>
                  <a:pt x="0" y="225"/>
                </a:cubicBezTo>
                <a:cubicBezTo>
                  <a:pt x="0" y="234"/>
                  <a:pt x="7" y="241"/>
                  <a:pt x="16" y="241"/>
                </a:cubicBezTo>
                <a:cubicBezTo>
                  <a:pt x="40" y="241"/>
                  <a:pt x="40" y="241"/>
                  <a:pt x="40" y="241"/>
                </a:cubicBezTo>
                <a:cubicBezTo>
                  <a:pt x="44" y="241"/>
                  <a:pt x="48" y="237"/>
                  <a:pt x="48" y="233"/>
                </a:cubicBezTo>
                <a:cubicBezTo>
                  <a:pt x="48" y="229"/>
                  <a:pt x="44" y="225"/>
                  <a:pt x="40" y="225"/>
                </a:cubicBezTo>
                <a:moveTo>
                  <a:pt x="152" y="289"/>
                </a:moveTo>
                <a:cubicBezTo>
                  <a:pt x="148" y="289"/>
                  <a:pt x="144" y="293"/>
                  <a:pt x="144" y="297"/>
                </a:cubicBezTo>
                <a:cubicBezTo>
                  <a:pt x="144" y="313"/>
                  <a:pt x="144" y="313"/>
                  <a:pt x="144" y="313"/>
                </a:cubicBezTo>
                <a:cubicBezTo>
                  <a:pt x="144" y="318"/>
                  <a:pt x="148" y="321"/>
                  <a:pt x="152" y="321"/>
                </a:cubicBezTo>
                <a:cubicBezTo>
                  <a:pt x="157" y="321"/>
                  <a:pt x="160" y="318"/>
                  <a:pt x="160" y="313"/>
                </a:cubicBezTo>
                <a:cubicBezTo>
                  <a:pt x="160" y="297"/>
                  <a:pt x="160" y="297"/>
                  <a:pt x="160" y="297"/>
                </a:cubicBezTo>
                <a:cubicBezTo>
                  <a:pt x="160" y="293"/>
                  <a:pt x="157" y="289"/>
                  <a:pt x="152" y="289"/>
                </a:cubicBezTo>
                <a:moveTo>
                  <a:pt x="120" y="145"/>
                </a:moveTo>
                <a:cubicBezTo>
                  <a:pt x="297" y="145"/>
                  <a:pt x="297" y="145"/>
                  <a:pt x="297" y="145"/>
                </a:cubicBezTo>
                <a:cubicBezTo>
                  <a:pt x="301" y="145"/>
                  <a:pt x="305" y="141"/>
                  <a:pt x="305" y="137"/>
                </a:cubicBezTo>
                <a:cubicBezTo>
                  <a:pt x="305" y="132"/>
                  <a:pt x="301" y="129"/>
                  <a:pt x="297" y="129"/>
                </a:cubicBezTo>
                <a:cubicBezTo>
                  <a:pt x="120" y="129"/>
                  <a:pt x="120" y="129"/>
                  <a:pt x="120" y="129"/>
                </a:cubicBezTo>
                <a:cubicBezTo>
                  <a:pt x="116" y="129"/>
                  <a:pt x="112" y="132"/>
                  <a:pt x="112" y="137"/>
                </a:cubicBezTo>
                <a:cubicBezTo>
                  <a:pt x="112" y="141"/>
                  <a:pt x="116" y="145"/>
                  <a:pt x="120" y="145"/>
                </a:cubicBezTo>
                <a:moveTo>
                  <a:pt x="337" y="64"/>
                </a:moveTo>
                <a:cubicBezTo>
                  <a:pt x="80" y="64"/>
                  <a:pt x="80" y="64"/>
                  <a:pt x="80" y="64"/>
                </a:cubicBezTo>
                <a:cubicBezTo>
                  <a:pt x="71" y="64"/>
                  <a:pt x="64" y="72"/>
                  <a:pt x="64" y="80"/>
                </a:cubicBezTo>
                <a:cubicBezTo>
                  <a:pt x="64" y="289"/>
                  <a:pt x="64" y="289"/>
                  <a:pt x="64" y="289"/>
                </a:cubicBezTo>
                <a:cubicBezTo>
                  <a:pt x="64" y="298"/>
                  <a:pt x="71" y="305"/>
                  <a:pt x="80" y="305"/>
                </a:cubicBezTo>
                <a:cubicBezTo>
                  <a:pt x="120" y="305"/>
                  <a:pt x="120" y="305"/>
                  <a:pt x="120" y="305"/>
                </a:cubicBezTo>
                <a:cubicBezTo>
                  <a:pt x="125" y="305"/>
                  <a:pt x="128" y="302"/>
                  <a:pt x="128" y="297"/>
                </a:cubicBezTo>
                <a:cubicBezTo>
                  <a:pt x="128" y="284"/>
                  <a:pt x="139" y="273"/>
                  <a:pt x="152" y="273"/>
                </a:cubicBezTo>
                <a:cubicBezTo>
                  <a:pt x="166" y="273"/>
                  <a:pt x="177" y="284"/>
                  <a:pt x="177" y="297"/>
                </a:cubicBezTo>
                <a:cubicBezTo>
                  <a:pt x="177" y="302"/>
                  <a:pt x="180" y="305"/>
                  <a:pt x="185" y="305"/>
                </a:cubicBezTo>
                <a:cubicBezTo>
                  <a:pt x="233" y="305"/>
                  <a:pt x="233" y="305"/>
                  <a:pt x="233" y="305"/>
                </a:cubicBezTo>
                <a:cubicBezTo>
                  <a:pt x="237" y="305"/>
                  <a:pt x="241" y="302"/>
                  <a:pt x="241" y="297"/>
                </a:cubicBezTo>
                <a:cubicBezTo>
                  <a:pt x="241" y="284"/>
                  <a:pt x="252" y="273"/>
                  <a:pt x="265" y="273"/>
                </a:cubicBezTo>
                <a:cubicBezTo>
                  <a:pt x="278" y="273"/>
                  <a:pt x="289" y="284"/>
                  <a:pt x="289" y="297"/>
                </a:cubicBezTo>
                <a:cubicBezTo>
                  <a:pt x="289" y="302"/>
                  <a:pt x="292" y="305"/>
                  <a:pt x="297" y="305"/>
                </a:cubicBezTo>
                <a:cubicBezTo>
                  <a:pt x="337" y="305"/>
                  <a:pt x="337" y="305"/>
                  <a:pt x="337" y="305"/>
                </a:cubicBezTo>
                <a:cubicBezTo>
                  <a:pt x="346" y="305"/>
                  <a:pt x="353" y="298"/>
                  <a:pt x="353" y="289"/>
                </a:cubicBezTo>
                <a:cubicBezTo>
                  <a:pt x="353" y="80"/>
                  <a:pt x="353" y="80"/>
                  <a:pt x="353" y="80"/>
                </a:cubicBezTo>
                <a:cubicBezTo>
                  <a:pt x="353" y="72"/>
                  <a:pt x="346" y="64"/>
                  <a:pt x="337" y="64"/>
                </a:cubicBezTo>
                <a:moveTo>
                  <a:pt x="337" y="289"/>
                </a:moveTo>
                <a:cubicBezTo>
                  <a:pt x="304" y="289"/>
                  <a:pt x="304" y="289"/>
                  <a:pt x="304" y="289"/>
                </a:cubicBezTo>
                <a:cubicBezTo>
                  <a:pt x="300" y="271"/>
                  <a:pt x="284" y="257"/>
                  <a:pt x="265" y="257"/>
                </a:cubicBezTo>
                <a:cubicBezTo>
                  <a:pt x="245" y="257"/>
                  <a:pt x="229" y="271"/>
                  <a:pt x="225" y="289"/>
                </a:cubicBezTo>
                <a:cubicBezTo>
                  <a:pt x="192" y="289"/>
                  <a:pt x="192" y="289"/>
                  <a:pt x="192" y="289"/>
                </a:cubicBezTo>
                <a:cubicBezTo>
                  <a:pt x="188" y="271"/>
                  <a:pt x="172" y="257"/>
                  <a:pt x="152" y="257"/>
                </a:cubicBezTo>
                <a:cubicBezTo>
                  <a:pt x="133" y="257"/>
                  <a:pt x="117" y="271"/>
                  <a:pt x="113" y="289"/>
                </a:cubicBezTo>
                <a:cubicBezTo>
                  <a:pt x="80" y="289"/>
                  <a:pt x="80" y="289"/>
                  <a:pt x="80" y="289"/>
                </a:cubicBezTo>
                <a:cubicBezTo>
                  <a:pt x="80" y="80"/>
                  <a:pt x="80" y="80"/>
                  <a:pt x="80" y="80"/>
                </a:cubicBezTo>
                <a:cubicBezTo>
                  <a:pt x="337" y="80"/>
                  <a:pt x="337" y="80"/>
                  <a:pt x="337" y="80"/>
                </a:cubicBezTo>
                <a:lnTo>
                  <a:pt x="337" y="289"/>
                </a:lnTo>
                <a:close/>
                <a:moveTo>
                  <a:pt x="120" y="177"/>
                </a:moveTo>
                <a:cubicBezTo>
                  <a:pt x="297" y="177"/>
                  <a:pt x="297" y="177"/>
                  <a:pt x="297" y="177"/>
                </a:cubicBezTo>
                <a:cubicBezTo>
                  <a:pt x="301" y="177"/>
                  <a:pt x="305" y="173"/>
                  <a:pt x="305" y="169"/>
                </a:cubicBezTo>
                <a:cubicBezTo>
                  <a:pt x="305" y="164"/>
                  <a:pt x="301" y="161"/>
                  <a:pt x="297" y="161"/>
                </a:cubicBezTo>
                <a:cubicBezTo>
                  <a:pt x="120" y="161"/>
                  <a:pt x="120" y="161"/>
                  <a:pt x="120" y="161"/>
                </a:cubicBezTo>
                <a:cubicBezTo>
                  <a:pt x="116" y="161"/>
                  <a:pt x="112" y="164"/>
                  <a:pt x="112" y="169"/>
                </a:cubicBezTo>
                <a:cubicBezTo>
                  <a:pt x="112" y="173"/>
                  <a:pt x="116" y="177"/>
                  <a:pt x="120" y="177"/>
                </a:cubicBezTo>
                <a:moveTo>
                  <a:pt x="120" y="209"/>
                </a:moveTo>
                <a:cubicBezTo>
                  <a:pt x="233" y="209"/>
                  <a:pt x="233" y="209"/>
                  <a:pt x="233" y="209"/>
                </a:cubicBezTo>
                <a:cubicBezTo>
                  <a:pt x="237" y="209"/>
                  <a:pt x="241" y="205"/>
                  <a:pt x="241" y="201"/>
                </a:cubicBezTo>
                <a:cubicBezTo>
                  <a:pt x="241" y="196"/>
                  <a:pt x="237" y="193"/>
                  <a:pt x="233" y="193"/>
                </a:cubicBezTo>
                <a:cubicBezTo>
                  <a:pt x="120" y="193"/>
                  <a:pt x="120" y="193"/>
                  <a:pt x="120" y="193"/>
                </a:cubicBezTo>
                <a:cubicBezTo>
                  <a:pt x="116" y="193"/>
                  <a:pt x="112" y="196"/>
                  <a:pt x="112" y="201"/>
                </a:cubicBezTo>
                <a:cubicBezTo>
                  <a:pt x="112" y="205"/>
                  <a:pt x="116" y="209"/>
                  <a:pt x="120" y="209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9" name="Freeform 89"/>
          <p:cNvSpPr>
            <a:spLocks noEditPoints="1"/>
          </p:cNvSpPr>
          <p:nvPr/>
        </p:nvSpPr>
        <p:spPr bwMode="auto">
          <a:xfrm>
            <a:off x="1905000" y="3196167"/>
            <a:ext cx="575733" cy="419100"/>
          </a:xfrm>
          <a:custGeom>
            <a:avLst/>
            <a:gdLst>
              <a:gd name="T0" fmla="*/ 297 w 353"/>
              <a:gd name="T1" fmla="*/ 97 h 257"/>
              <a:gd name="T2" fmla="*/ 297 w 353"/>
              <a:gd name="T3" fmla="*/ 81 h 257"/>
              <a:gd name="T4" fmla="*/ 193 w 353"/>
              <a:gd name="T5" fmla="*/ 89 h 257"/>
              <a:gd name="T6" fmla="*/ 201 w 353"/>
              <a:gd name="T7" fmla="*/ 161 h 257"/>
              <a:gd name="T8" fmla="*/ 305 w 353"/>
              <a:gd name="T9" fmla="*/ 153 h 257"/>
              <a:gd name="T10" fmla="*/ 201 w 353"/>
              <a:gd name="T11" fmla="*/ 145 h 257"/>
              <a:gd name="T12" fmla="*/ 201 w 353"/>
              <a:gd name="T13" fmla="*/ 161 h 257"/>
              <a:gd name="T14" fmla="*/ 265 w 353"/>
              <a:gd name="T15" fmla="*/ 129 h 257"/>
              <a:gd name="T16" fmla="*/ 265 w 353"/>
              <a:gd name="T17" fmla="*/ 113 h 257"/>
              <a:gd name="T18" fmla="*/ 193 w 353"/>
              <a:gd name="T19" fmla="*/ 121 h 257"/>
              <a:gd name="T20" fmla="*/ 201 w 353"/>
              <a:gd name="T21" fmla="*/ 64 h 257"/>
              <a:gd name="T22" fmla="*/ 273 w 353"/>
              <a:gd name="T23" fmla="*/ 56 h 257"/>
              <a:gd name="T24" fmla="*/ 201 w 353"/>
              <a:gd name="T25" fmla="*/ 48 h 257"/>
              <a:gd name="T26" fmla="*/ 201 w 353"/>
              <a:gd name="T27" fmla="*/ 64 h 257"/>
              <a:gd name="T28" fmla="*/ 121 w 353"/>
              <a:gd name="T29" fmla="*/ 161 h 257"/>
              <a:gd name="T30" fmla="*/ 121 w 353"/>
              <a:gd name="T31" fmla="*/ 145 h 257"/>
              <a:gd name="T32" fmla="*/ 48 w 353"/>
              <a:gd name="T33" fmla="*/ 153 h 257"/>
              <a:gd name="T34" fmla="*/ 337 w 353"/>
              <a:gd name="T35" fmla="*/ 0 h 257"/>
              <a:gd name="T36" fmla="*/ 0 w 353"/>
              <a:gd name="T37" fmla="*/ 16 h 257"/>
              <a:gd name="T38" fmla="*/ 16 w 353"/>
              <a:gd name="T39" fmla="*/ 257 h 257"/>
              <a:gd name="T40" fmla="*/ 353 w 353"/>
              <a:gd name="T41" fmla="*/ 241 h 257"/>
              <a:gd name="T42" fmla="*/ 337 w 353"/>
              <a:gd name="T43" fmla="*/ 0 h 257"/>
              <a:gd name="T44" fmla="*/ 257 w 353"/>
              <a:gd name="T45" fmla="*/ 241 h 257"/>
              <a:gd name="T46" fmla="*/ 273 w 353"/>
              <a:gd name="T47" fmla="*/ 209 h 257"/>
              <a:gd name="T48" fmla="*/ 273 w 353"/>
              <a:gd name="T49" fmla="*/ 193 h 257"/>
              <a:gd name="T50" fmla="*/ 217 w 353"/>
              <a:gd name="T51" fmla="*/ 201 h 257"/>
              <a:gd name="T52" fmla="*/ 241 w 353"/>
              <a:gd name="T53" fmla="*/ 209 h 257"/>
              <a:gd name="T54" fmla="*/ 113 w 353"/>
              <a:gd name="T55" fmla="*/ 241 h 257"/>
              <a:gd name="T56" fmla="*/ 129 w 353"/>
              <a:gd name="T57" fmla="*/ 209 h 257"/>
              <a:gd name="T58" fmla="*/ 129 w 353"/>
              <a:gd name="T59" fmla="*/ 193 h 257"/>
              <a:gd name="T60" fmla="*/ 72 w 353"/>
              <a:gd name="T61" fmla="*/ 201 h 257"/>
              <a:gd name="T62" fmla="*/ 97 w 353"/>
              <a:gd name="T63" fmla="*/ 209 h 257"/>
              <a:gd name="T64" fmla="*/ 16 w 353"/>
              <a:gd name="T65" fmla="*/ 241 h 257"/>
              <a:gd name="T66" fmla="*/ 337 w 353"/>
              <a:gd name="T67" fmla="*/ 16 h 257"/>
              <a:gd name="T68" fmla="*/ 56 w 353"/>
              <a:gd name="T69" fmla="*/ 129 h 257"/>
              <a:gd name="T70" fmla="*/ 161 w 353"/>
              <a:gd name="T71" fmla="*/ 121 h 257"/>
              <a:gd name="T72" fmla="*/ 56 w 353"/>
              <a:gd name="T73" fmla="*/ 113 h 257"/>
              <a:gd name="T74" fmla="*/ 56 w 353"/>
              <a:gd name="T75" fmla="*/ 129 h 257"/>
              <a:gd name="T76" fmla="*/ 121 w 353"/>
              <a:gd name="T77" fmla="*/ 97 h 257"/>
              <a:gd name="T78" fmla="*/ 121 w 353"/>
              <a:gd name="T79" fmla="*/ 81 h 257"/>
              <a:gd name="T80" fmla="*/ 48 w 353"/>
              <a:gd name="T81" fmla="*/ 89 h 257"/>
              <a:gd name="T82" fmla="*/ 56 w 353"/>
              <a:gd name="T83" fmla="*/ 64 h 257"/>
              <a:gd name="T84" fmla="*/ 161 w 353"/>
              <a:gd name="T85" fmla="*/ 56 h 257"/>
              <a:gd name="T86" fmla="*/ 56 w 353"/>
              <a:gd name="T87" fmla="*/ 48 h 257"/>
              <a:gd name="T88" fmla="*/ 56 w 353"/>
              <a:gd name="T89" fmla="*/ 64 h 2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353" h="257">
                <a:moveTo>
                  <a:pt x="201" y="97"/>
                </a:moveTo>
                <a:cubicBezTo>
                  <a:pt x="297" y="97"/>
                  <a:pt x="297" y="97"/>
                  <a:pt x="297" y="97"/>
                </a:cubicBezTo>
                <a:cubicBezTo>
                  <a:pt x="302" y="97"/>
                  <a:pt x="305" y="93"/>
                  <a:pt x="305" y="89"/>
                </a:cubicBezTo>
                <a:cubicBezTo>
                  <a:pt x="305" y="84"/>
                  <a:pt x="302" y="81"/>
                  <a:pt x="297" y="81"/>
                </a:cubicBezTo>
                <a:cubicBezTo>
                  <a:pt x="201" y="81"/>
                  <a:pt x="201" y="81"/>
                  <a:pt x="201" y="81"/>
                </a:cubicBezTo>
                <a:cubicBezTo>
                  <a:pt x="196" y="81"/>
                  <a:pt x="193" y="84"/>
                  <a:pt x="193" y="89"/>
                </a:cubicBezTo>
                <a:cubicBezTo>
                  <a:pt x="193" y="93"/>
                  <a:pt x="196" y="97"/>
                  <a:pt x="201" y="97"/>
                </a:cubicBezTo>
                <a:moveTo>
                  <a:pt x="201" y="161"/>
                </a:moveTo>
                <a:cubicBezTo>
                  <a:pt x="297" y="161"/>
                  <a:pt x="297" y="161"/>
                  <a:pt x="297" y="161"/>
                </a:cubicBezTo>
                <a:cubicBezTo>
                  <a:pt x="302" y="161"/>
                  <a:pt x="305" y="157"/>
                  <a:pt x="305" y="153"/>
                </a:cubicBezTo>
                <a:cubicBezTo>
                  <a:pt x="305" y="148"/>
                  <a:pt x="302" y="145"/>
                  <a:pt x="297" y="145"/>
                </a:cubicBezTo>
                <a:cubicBezTo>
                  <a:pt x="201" y="145"/>
                  <a:pt x="201" y="145"/>
                  <a:pt x="201" y="145"/>
                </a:cubicBezTo>
                <a:cubicBezTo>
                  <a:pt x="196" y="145"/>
                  <a:pt x="193" y="148"/>
                  <a:pt x="193" y="153"/>
                </a:cubicBezTo>
                <a:cubicBezTo>
                  <a:pt x="193" y="157"/>
                  <a:pt x="196" y="161"/>
                  <a:pt x="201" y="161"/>
                </a:cubicBezTo>
                <a:moveTo>
                  <a:pt x="201" y="129"/>
                </a:moveTo>
                <a:cubicBezTo>
                  <a:pt x="265" y="129"/>
                  <a:pt x="265" y="129"/>
                  <a:pt x="265" y="129"/>
                </a:cubicBezTo>
                <a:cubicBezTo>
                  <a:pt x="270" y="129"/>
                  <a:pt x="273" y="125"/>
                  <a:pt x="273" y="121"/>
                </a:cubicBezTo>
                <a:cubicBezTo>
                  <a:pt x="273" y="116"/>
                  <a:pt x="270" y="113"/>
                  <a:pt x="265" y="113"/>
                </a:cubicBezTo>
                <a:cubicBezTo>
                  <a:pt x="201" y="113"/>
                  <a:pt x="201" y="113"/>
                  <a:pt x="201" y="113"/>
                </a:cubicBezTo>
                <a:cubicBezTo>
                  <a:pt x="196" y="113"/>
                  <a:pt x="193" y="116"/>
                  <a:pt x="193" y="121"/>
                </a:cubicBezTo>
                <a:cubicBezTo>
                  <a:pt x="193" y="125"/>
                  <a:pt x="196" y="129"/>
                  <a:pt x="201" y="129"/>
                </a:cubicBezTo>
                <a:moveTo>
                  <a:pt x="201" y="64"/>
                </a:moveTo>
                <a:cubicBezTo>
                  <a:pt x="265" y="64"/>
                  <a:pt x="265" y="64"/>
                  <a:pt x="265" y="64"/>
                </a:cubicBezTo>
                <a:cubicBezTo>
                  <a:pt x="270" y="64"/>
                  <a:pt x="273" y="61"/>
                  <a:pt x="273" y="56"/>
                </a:cubicBezTo>
                <a:cubicBezTo>
                  <a:pt x="273" y="52"/>
                  <a:pt x="270" y="48"/>
                  <a:pt x="265" y="48"/>
                </a:cubicBezTo>
                <a:cubicBezTo>
                  <a:pt x="201" y="48"/>
                  <a:pt x="201" y="48"/>
                  <a:pt x="201" y="48"/>
                </a:cubicBezTo>
                <a:cubicBezTo>
                  <a:pt x="196" y="48"/>
                  <a:pt x="193" y="52"/>
                  <a:pt x="193" y="56"/>
                </a:cubicBezTo>
                <a:cubicBezTo>
                  <a:pt x="193" y="61"/>
                  <a:pt x="196" y="64"/>
                  <a:pt x="201" y="64"/>
                </a:cubicBezTo>
                <a:moveTo>
                  <a:pt x="56" y="161"/>
                </a:moveTo>
                <a:cubicBezTo>
                  <a:pt x="121" y="161"/>
                  <a:pt x="121" y="161"/>
                  <a:pt x="121" y="161"/>
                </a:cubicBezTo>
                <a:cubicBezTo>
                  <a:pt x="125" y="161"/>
                  <a:pt x="129" y="157"/>
                  <a:pt x="129" y="153"/>
                </a:cubicBezTo>
                <a:cubicBezTo>
                  <a:pt x="129" y="148"/>
                  <a:pt x="125" y="145"/>
                  <a:pt x="121" y="145"/>
                </a:cubicBezTo>
                <a:cubicBezTo>
                  <a:pt x="56" y="145"/>
                  <a:pt x="56" y="145"/>
                  <a:pt x="56" y="145"/>
                </a:cubicBezTo>
                <a:cubicBezTo>
                  <a:pt x="52" y="145"/>
                  <a:pt x="48" y="148"/>
                  <a:pt x="48" y="153"/>
                </a:cubicBezTo>
                <a:cubicBezTo>
                  <a:pt x="48" y="157"/>
                  <a:pt x="52" y="161"/>
                  <a:pt x="56" y="161"/>
                </a:cubicBezTo>
                <a:moveTo>
                  <a:pt x="337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241"/>
                  <a:pt x="0" y="241"/>
                  <a:pt x="0" y="241"/>
                </a:cubicBezTo>
                <a:cubicBezTo>
                  <a:pt x="0" y="250"/>
                  <a:pt x="7" y="257"/>
                  <a:pt x="16" y="257"/>
                </a:cubicBezTo>
                <a:cubicBezTo>
                  <a:pt x="337" y="257"/>
                  <a:pt x="337" y="257"/>
                  <a:pt x="337" y="257"/>
                </a:cubicBezTo>
                <a:cubicBezTo>
                  <a:pt x="346" y="257"/>
                  <a:pt x="353" y="250"/>
                  <a:pt x="353" y="241"/>
                </a:cubicBezTo>
                <a:cubicBezTo>
                  <a:pt x="353" y="16"/>
                  <a:pt x="353" y="16"/>
                  <a:pt x="353" y="16"/>
                </a:cubicBezTo>
                <a:cubicBezTo>
                  <a:pt x="353" y="7"/>
                  <a:pt x="346" y="0"/>
                  <a:pt x="337" y="0"/>
                </a:cubicBezTo>
                <a:moveTo>
                  <a:pt x="337" y="241"/>
                </a:moveTo>
                <a:cubicBezTo>
                  <a:pt x="257" y="241"/>
                  <a:pt x="257" y="241"/>
                  <a:pt x="257" y="241"/>
                </a:cubicBezTo>
                <a:cubicBezTo>
                  <a:pt x="257" y="209"/>
                  <a:pt x="257" y="209"/>
                  <a:pt x="257" y="209"/>
                </a:cubicBezTo>
                <a:cubicBezTo>
                  <a:pt x="273" y="209"/>
                  <a:pt x="273" y="209"/>
                  <a:pt x="273" y="209"/>
                </a:cubicBezTo>
                <a:cubicBezTo>
                  <a:pt x="278" y="209"/>
                  <a:pt x="281" y="205"/>
                  <a:pt x="281" y="201"/>
                </a:cubicBezTo>
                <a:cubicBezTo>
                  <a:pt x="281" y="197"/>
                  <a:pt x="278" y="193"/>
                  <a:pt x="273" y="193"/>
                </a:cubicBezTo>
                <a:cubicBezTo>
                  <a:pt x="225" y="193"/>
                  <a:pt x="225" y="193"/>
                  <a:pt x="225" y="193"/>
                </a:cubicBezTo>
                <a:cubicBezTo>
                  <a:pt x="221" y="193"/>
                  <a:pt x="217" y="197"/>
                  <a:pt x="217" y="201"/>
                </a:cubicBezTo>
                <a:cubicBezTo>
                  <a:pt x="217" y="205"/>
                  <a:pt x="221" y="209"/>
                  <a:pt x="225" y="209"/>
                </a:cubicBezTo>
                <a:cubicBezTo>
                  <a:pt x="241" y="209"/>
                  <a:pt x="241" y="209"/>
                  <a:pt x="241" y="209"/>
                </a:cubicBezTo>
                <a:cubicBezTo>
                  <a:pt x="241" y="241"/>
                  <a:pt x="241" y="241"/>
                  <a:pt x="241" y="241"/>
                </a:cubicBezTo>
                <a:cubicBezTo>
                  <a:pt x="113" y="241"/>
                  <a:pt x="113" y="241"/>
                  <a:pt x="113" y="241"/>
                </a:cubicBezTo>
                <a:cubicBezTo>
                  <a:pt x="113" y="209"/>
                  <a:pt x="113" y="209"/>
                  <a:pt x="113" y="209"/>
                </a:cubicBezTo>
                <a:cubicBezTo>
                  <a:pt x="129" y="209"/>
                  <a:pt x="129" y="209"/>
                  <a:pt x="129" y="209"/>
                </a:cubicBezTo>
                <a:cubicBezTo>
                  <a:pt x="133" y="209"/>
                  <a:pt x="137" y="205"/>
                  <a:pt x="137" y="201"/>
                </a:cubicBezTo>
                <a:cubicBezTo>
                  <a:pt x="137" y="197"/>
                  <a:pt x="133" y="193"/>
                  <a:pt x="129" y="193"/>
                </a:cubicBezTo>
                <a:cubicBezTo>
                  <a:pt x="81" y="193"/>
                  <a:pt x="81" y="193"/>
                  <a:pt x="81" y="193"/>
                </a:cubicBezTo>
                <a:cubicBezTo>
                  <a:pt x="76" y="193"/>
                  <a:pt x="72" y="197"/>
                  <a:pt x="72" y="201"/>
                </a:cubicBezTo>
                <a:cubicBezTo>
                  <a:pt x="72" y="205"/>
                  <a:pt x="76" y="209"/>
                  <a:pt x="81" y="209"/>
                </a:cubicBezTo>
                <a:cubicBezTo>
                  <a:pt x="97" y="209"/>
                  <a:pt x="97" y="209"/>
                  <a:pt x="97" y="209"/>
                </a:cubicBezTo>
                <a:cubicBezTo>
                  <a:pt x="97" y="241"/>
                  <a:pt x="97" y="241"/>
                  <a:pt x="97" y="241"/>
                </a:cubicBezTo>
                <a:cubicBezTo>
                  <a:pt x="16" y="241"/>
                  <a:pt x="16" y="241"/>
                  <a:pt x="16" y="241"/>
                </a:cubicBezTo>
                <a:cubicBezTo>
                  <a:pt x="16" y="16"/>
                  <a:pt x="16" y="16"/>
                  <a:pt x="16" y="16"/>
                </a:cubicBezTo>
                <a:cubicBezTo>
                  <a:pt x="337" y="16"/>
                  <a:pt x="337" y="16"/>
                  <a:pt x="337" y="16"/>
                </a:cubicBezTo>
                <a:lnTo>
                  <a:pt x="337" y="241"/>
                </a:lnTo>
                <a:close/>
                <a:moveTo>
                  <a:pt x="56" y="129"/>
                </a:moveTo>
                <a:cubicBezTo>
                  <a:pt x="153" y="129"/>
                  <a:pt x="153" y="129"/>
                  <a:pt x="153" y="129"/>
                </a:cubicBezTo>
                <a:cubicBezTo>
                  <a:pt x="157" y="129"/>
                  <a:pt x="161" y="125"/>
                  <a:pt x="161" y="121"/>
                </a:cubicBezTo>
                <a:cubicBezTo>
                  <a:pt x="161" y="116"/>
                  <a:pt x="157" y="113"/>
                  <a:pt x="153" y="113"/>
                </a:cubicBezTo>
                <a:cubicBezTo>
                  <a:pt x="56" y="113"/>
                  <a:pt x="56" y="113"/>
                  <a:pt x="56" y="113"/>
                </a:cubicBezTo>
                <a:cubicBezTo>
                  <a:pt x="52" y="113"/>
                  <a:pt x="48" y="116"/>
                  <a:pt x="48" y="121"/>
                </a:cubicBezTo>
                <a:cubicBezTo>
                  <a:pt x="48" y="125"/>
                  <a:pt x="52" y="129"/>
                  <a:pt x="56" y="129"/>
                </a:cubicBezTo>
                <a:moveTo>
                  <a:pt x="56" y="97"/>
                </a:moveTo>
                <a:cubicBezTo>
                  <a:pt x="121" y="97"/>
                  <a:pt x="121" y="97"/>
                  <a:pt x="121" y="97"/>
                </a:cubicBezTo>
                <a:cubicBezTo>
                  <a:pt x="125" y="97"/>
                  <a:pt x="129" y="93"/>
                  <a:pt x="129" y="89"/>
                </a:cubicBezTo>
                <a:cubicBezTo>
                  <a:pt x="129" y="84"/>
                  <a:pt x="125" y="81"/>
                  <a:pt x="121" y="81"/>
                </a:cubicBezTo>
                <a:cubicBezTo>
                  <a:pt x="56" y="81"/>
                  <a:pt x="56" y="81"/>
                  <a:pt x="56" y="81"/>
                </a:cubicBezTo>
                <a:cubicBezTo>
                  <a:pt x="52" y="81"/>
                  <a:pt x="48" y="84"/>
                  <a:pt x="48" y="89"/>
                </a:cubicBezTo>
                <a:cubicBezTo>
                  <a:pt x="48" y="93"/>
                  <a:pt x="52" y="97"/>
                  <a:pt x="56" y="97"/>
                </a:cubicBezTo>
                <a:moveTo>
                  <a:pt x="56" y="64"/>
                </a:moveTo>
                <a:cubicBezTo>
                  <a:pt x="153" y="64"/>
                  <a:pt x="153" y="64"/>
                  <a:pt x="153" y="64"/>
                </a:cubicBezTo>
                <a:cubicBezTo>
                  <a:pt x="157" y="64"/>
                  <a:pt x="161" y="61"/>
                  <a:pt x="161" y="56"/>
                </a:cubicBezTo>
                <a:cubicBezTo>
                  <a:pt x="161" y="52"/>
                  <a:pt x="157" y="48"/>
                  <a:pt x="153" y="48"/>
                </a:cubicBezTo>
                <a:cubicBezTo>
                  <a:pt x="56" y="48"/>
                  <a:pt x="56" y="48"/>
                  <a:pt x="56" y="48"/>
                </a:cubicBezTo>
                <a:cubicBezTo>
                  <a:pt x="52" y="48"/>
                  <a:pt x="48" y="52"/>
                  <a:pt x="48" y="56"/>
                </a:cubicBezTo>
                <a:cubicBezTo>
                  <a:pt x="48" y="61"/>
                  <a:pt x="52" y="64"/>
                  <a:pt x="56" y="64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0" name="Freeform 90"/>
          <p:cNvSpPr>
            <a:spLocks noEditPoints="1"/>
          </p:cNvSpPr>
          <p:nvPr/>
        </p:nvSpPr>
        <p:spPr bwMode="auto">
          <a:xfrm>
            <a:off x="3005667" y="3168652"/>
            <a:ext cx="575733" cy="472017"/>
          </a:xfrm>
          <a:custGeom>
            <a:avLst/>
            <a:gdLst>
              <a:gd name="T0" fmla="*/ 297 w 353"/>
              <a:gd name="T1" fmla="*/ 161 h 289"/>
              <a:gd name="T2" fmla="*/ 297 w 353"/>
              <a:gd name="T3" fmla="*/ 145 h 289"/>
              <a:gd name="T4" fmla="*/ 224 w 353"/>
              <a:gd name="T5" fmla="*/ 153 h 289"/>
              <a:gd name="T6" fmla="*/ 232 w 353"/>
              <a:gd name="T7" fmla="*/ 129 h 289"/>
              <a:gd name="T8" fmla="*/ 273 w 353"/>
              <a:gd name="T9" fmla="*/ 121 h 289"/>
              <a:gd name="T10" fmla="*/ 232 w 353"/>
              <a:gd name="T11" fmla="*/ 113 h 289"/>
              <a:gd name="T12" fmla="*/ 232 w 353"/>
              <a:gd name="T13" fmla="*/ 129 h 289"/>
              <a:gd name="T14" fmla="*/ 264 w 353"/>
              <a:gd name="T15" fmla="*/ 193 h 289"/>
              <a:gd name="T16" fmla="*/ 264 w 353"/>
              <a:gd name="T17" fmla="*/ 177 h 289"/>
              <a:gd name="T18" fmla="*/ 224 w 353"/>
              <a:gd name="T19" fmla="*/ 185 h 289"/>
              <a:gd name="T20" fmla="*/ 40 w 353"/>
              <a:gd name="T21" fmla="*/ 209 h 289"/>
              <a:gd name="T22" fmla="*/ 16 w 353"/>
              <a:gd name="T23" fmla="*/ 16 h 289"/>
              <a:gd name="T24" fmla="*/ 273 w 353"/>
              <a:gd name="T25" fmla="*/ 40 h 289"/>
              <a:gd name="T26" fmla="*/ 289 w 353"/>
              <a:gd name="T27" fmla="*/ 40 h 289"/>
              <a:gd name="T28" fmla="*/ 273 w 353"/>
              <a:gd name="T29" fmla="*/ 0 h 289"/>
              <a:gd name="T30" fmla="*/ 0 w 353"/>
              <a:gd name="T31" fmla="*/ 16 h 289"/>
              <a:gd name="T32" fmla="*/ 16 w 353"/>
              <a:gd name="T33" fmla="*/ 225 h 289"/>
              <a:gd name="T34" fmla="*/ 48 w 353"/>
              <a:gd name="T35" fmla="*/ 217 h 289"/>
              <a:gd name="T36" fmla="*/ 120 w 353"/>
              <a:gd name="T37" fmla="*/ 193 h 289"/>
              <a:gd name="T38" fmla="*/ 192 w 353"/>
              <a:gd name="T39" fmla="*/ 185 h 289"/>
              <a:gd name="T40" fmla="*/ 120 w 353"/>
              <a:gd name="T41" fmla="*/ 177 h 289"/>
              <a:gd name="T42" fmla="*/ 120 w 353"/>
              <a:gd name="T43" fmla="*/ 193 h 289"/>
              <a:gd name="T44" fmla="*/ 80 w 353"/>
              <a:gd name="T45" fmla="*/ 64 h 289"/>
              <a:gd name="T46" fmla="*/ 64 w 353"/>
              <a:gd name="T47" fmla="*/ 273 h 289"/>
              <a:gd name="T48" fmla="*/ 337 w 353"/>
              <a:gd name="T49" fmla="*/ 289 h 289"/>
              <a:gd name="T50" fmla="*/ 353 w 353"/>
              <a:gd name="T51" fmla="*/ 80 h 289"/>
              <a:gd name="T52" fmla="*/ 337 w 353"/>
              <a:gd name="T53" fmla="*/ 273 h 289"/>
              <a:gd name="T54" fmla="*/ 273 w 353"/>
              <a:gd name="T55" fmla="*/ 257 h 289"/>
              <a:gd name="T56" fmla="*/ 289 w 353"/>
              <a:gd name="T57" fmla="*/ 249 h 289"/>
              <a:gd name="T58" fmla="*/ 248 w 353"/>
              <a:gd name="T59" fmla="*/ 241 h 289"/>
              <a:gd name="T60" fmla="*/ 248 w 353"/>
              <a:gd name="T61" fmla="*/ 257 h 289"/>
              <a:gd name="T62" fmla="*/ 256 w 353"/>
              <a:gd name="T63" fmla="*/ 273 h 289"/>
              <a:gd name="T64" fmla="*/ 160 w 353"/>
              <a:gd name="T65" fmla="*/ 257 h 289"/>
              <a:gd name="T66" fmla="*/ 176 w 353"/>
              <a:gd name="T67" fmla="*/ 249 h 289"/>
              <a:gd name="T68" fmla="*/ 136 w 353"/>
              <a:gd name="T69" fmla="*/ 241 h 289"/>
              <a:gd name="T70" fmla="*/ 136 w 353"/>
              <a:gd name="T71" fmla="*/ 257 h 289"/>
              <a:gd name="T72" fmla="*/ 144 w 353"/>
              <a:gd name="T73" fmla="*/ 273 h 289"/>
              <a:gd name="T74" fmla="*/ 80 w 353"/>
              <a:gd name="T75" fmla="*/ 80 h 289"/>
              <a:gd name="T76" fmla="*/ 337 w 353"/>
              <a:gd name="T77" fmla="*/ 273 h 289"/>
              <a:gd name="T78" fmla="*/ 152 w 353"/>
              <a:gd name="T79" fmla="*/ 161 h 289"/>
              <a:gd name="T80" fmla="*/ 152 w 353"/>
              <a:gd name="T81" fmla="*/ 145 h 289"/>
              <a:gd name="T82" fmla="*/ 112 w 353"/>
              <a:gd name="T83" fmla="*/ 153 h 289"/>
              <a:gd name="T84" fmla="*/ 120 w 353"/>
              <a:gd name="T85" fmla="*/ 129 h 289"/>
              <a:gd name="T86" fmla="*/ 192 w 353"/>
              <a:gd name="T87" fmla="*/ 121 h 289"/>
              <a:gd name="T88" fmla="*/ 120 w 353"/>
              <a:gd name="T89" fmla="*/ 113 h 289"/>
              <a:gd name="T90" fmla="*/ 120 w 353"/>
              <a:gd name="T91" fmla="*/ 129 h 2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353" h="289">
                <a:moveTo>
                  <a:pt x="232" y="161"/>
                </a:moveTo>
                <a:cubicBezTo>
                  <a:pt x="297" y="161"/>
                  <a:pt x="297" y="161"/>
                  <a:pt x="297" y="161"/>
                </a:cubicBezTo>
                <a:cubicBezTo>
                  <a:pt x="301" y="161"/>
                  <a:pt x="305" y="157"/>
                  <a:pt x="305" y="153"/>
                </a:cubicBezTo>
                <a:cubicBezTo>
                  <a:pt x="305" y="148"/>
                  <a:pt x="301" y="145"/>
                  <a:pt x="297" y="145"/>
                </a:cubicBezTo>
                <a:cubicBezTo>
                  <a:pt x="232" y="145"/>
                  <a:pt x="232" y="145"/>
                  <a:pt x="232" y="145"/>
                </a:cubicBezTo>
                <a:cubicBezTo>
                  <a:pt x="228" y="145"/>
                  <a:pt x="224" y="148"/>
                  <a:pt x="224" y="153"/>
                </a:cubicBezTo>
                <a:cubicBezTo>
                  <a:pt x="224" y="157"/>
                  <a:pt x="228" y="161"/>
                  <a:pt x="232" y="161"/>
                </a:cubicBezTo>
                <a:moveTo>
                  <a:pt x="232" y="129"/>
                </a:moveTo>
                <a:cubicBezTo>
                  <a:pt x="264" y="129"/>
                  <a:pt x="264" y="129"/>
                  <a:pt x="264" y="129"/>
                </a:cubicBezTo>
                <a:cubicBezTo>
                  <a:pt x="269" y="129"/>
                  <a:pt x="273" y="125"/>
                  <a:pt x="273" y="121"/>
                </a:cubicBezTo>
                <a:cubicBezTo>
                  <a:pt x="273" y="116"/>
                  <a:pt x="269" y="113"/>
                  <a:pt x="264" y="113"/>
                </a:cubicBezTo>
                <a:cubicBezTo>
                  <a:pt x="232" y="113"/>
                  <a:pt x="232" y="113"/>
                  <a:pt x="232" y="113"/>
                </a:cubicBezTo>
                <a:cubicBezTo>
                  <a:pt x="228" y="113"/>
                  <a:pt x="224" y="116"/>
                  <a:pt x="224" y="121"/>
                </a:cubicBezTo>
                <a:cubicBezTo>
                  <a:pt x="224" y="125"/>
                  <a:pt x="228" y="129"/>
                  <a:pt x="232" y="129"/>
                </a:cubicBezTo>
                <a:moveTo>
                  <a:pt x="232" y="193"/>
                </a:moveTo>
                <a:cubicBezTo>
                  <a:pt x="264" y="193"/>
                  <a:pt x="264" y="193"/>
                  <a:pt x="264" y="193"/>
                </a:cubicBezTo>
                <a:cubicBezTo>
                  <a:pt x="269" y="193"/>
                  <a:pt x="273" y="189"/>
                  <a:pt x="273" y="185"/>
                </a:cubicBezTo>
                <a:cubicBezTo>
                  <a:pt x="273" y="180"/>
                  <a:pt x="269" y="177"/>
                  <a:pt x="264" y="177"/>
                </a:cubicBezTo>
                <a:cubicBezTo>
                  <a:pt x="232" y="177"/>
                  <a:pt x="232" y="177"/>
                  <a:pt x="232" y="177"/>
                </a:cubicBezTo>
                <a:cubicBezTo>
                  <a:pt x="228" y="177"/>
                  <a:pt x="224" y="180"/>
                  <a:pt x="224" y="185"/>
                </a:cubicBezTo>
                <a:cubicBezTo>
                  <a:pt x="224" y="189"/>
                  <a:pt x="228" y="193"/>
                  <a:pt x="232" y="193"/>
                </a:cubicBezTo>
                <a:moveTo>
                  <a:pt x="40" y="209"/>
                </a:moveTo>
                <a:cubicBezTo>
                  <a:pt x="16" y="209"/>
                  <a:pt x="16" y="209"/>
                  <a:pt x="16" y="209"/>
                </a:cubicBezTo>
                <a:cubicBezTo>
                  <a:pt x="16" y="16"/>
                  <a:pt x="16" y="16"/>
                  <a:pt x="16" y="16"/>
                </a:cubicBezTo>
                <a:cubicBezTo>
                  <a:pt x="273" y="16"/>
                  <a:pt x="273" y="16"/>
                  <a:pt x="273" y="16"/>
                </a:cubicBezTo>
                <a:cubicBezTo>
                  <a:pt x="273" y="40"/>
                  <a:pt x="273" y="40"/>
                  <a:pt x="273" y="40"/>
                </a:cubicBezTo>
                <a:cubicBezTo>
                  <a:pt x="273" y="45"/>
                  <a:pt x="276" y="48"/>
                  <a:pt x="281" y="48"/>
                </a:cubicBezTo>
                <a:cubicBezTo>
                  <a:pt x="285" y="48"/>
                  <a:pt x="289" y="45"/>
                  <a:pt x="289" y="40"/>
                </a:cubicBezTo>
                <a:cubicBezTo>
                  <a:pt x="289" y="16"/>
                  <a:pt x="289" y="16"/>
                  <a:pt x="289" y="16"/>
                </a:cubicBezTo>
                <a:cubicBezTo>
                  <a:pt x="289" y="7"/>
                  <a:pt x="281" y="0"/>
                  <a:pt x="273" y="0"/>
                </a:cubicBez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209"/>
                  <a:pt x="0" y="209"/>
                  <a:pt x="0" y="209"/>
                </a:cubicBezTo>
                <a:cubicBezTo>
                  <a:pt x="0" y="218"/>
                  <a:pt x="7" y="225"/>
                  <a:pt x="16" y="225"/>
                </a:cubicBezTo>
                <a:cubicBezTo>
                  <a:pt x="40" y="225"/>
                  <a:pt x="40" y="225"/>
                  <a:pt x="40" y="225"/>
                </a:cubicBezTo>
                <a:cubicBezTo>
                  <a:pt x="44" y="225"/>
                  <a:pt x="48" y="221"/>
                  <a:pt x="48" y="217"/>
                </a:cubicBezTo>
                <a:cubicBezTo>
                  <a:pt x="48" y="213"/>
                  <a:pt x="44" y="209"/>
                  <a:pt x="40" y="209"/>
                </a:cubicBezTo>
                <a:moveTo>
                  <a:pt x="120" y="193"/>
                </a:moveTo>
                <a:cubicBezTo>
                  <a:pt x="184" y="193"/>
                  <a:pt x="184" y="193"/>
                  <a:pt x="184" y="193"/>
                </a:cubicBezTo>
                <a:cubicBezTo>
                  <a:pt x="189" y="193"/>
                  <a:pt x="192" y="189"/>
                  <a:pt x="192" y="185"/>
                </a:cubicBezTo>
                <a:cubicBezTo>
                  <a:pt x="192" y="180"/>
                  <a:pt x="189" y="177"/>
                  <a:pt x="184" y="177"/>
                </a:cubicBezTo>
                <a:cubicBezTo>
                  <a:pt x="120" y="177"/>
                  <a:pt x="120" y="177"/>
                  <a:pt x="120" y="177"/>
                </a:cubicBezTo>
                <a:cubicBezTo>
                  <a:pt x="116" y="177"/>
                  <a:pt x="112" y="180"/>
                  <a:pt x="112" y="185"/>
                </a:cubicBezTo>
                <a:cubicBezTo>
                  <a:pt x="112" y="189"/>
                  <a:pt x="116" y="193"/>
                  <a:pt x="120" y="193"/>
                </a:cubicBezTo>
                <a:moveTo>
                  <a:pt x="337" y="64"/>
                </a:moveTo>
                <a:cubicBezTo>
                  <a:pt x="80" y="64"/>
                  <a:pt x="80" y="64"/>
                  <a:pt x="80" y="64"/>
                </a:cubicBezTo>
                <a:cubicBezTo>
                  <a:pt x="71" y="64"/>
                  <a:pt x="64" y="72"/>
                  <a:pt x="64" y="80"/>
                </a:cubicBezTo>
                <a:cubicBezTo>
                  <a:pt x="64" y="273"/>
                  <a:pt x="64" y="273"/>
                  <a:pt x="64" y="273"/>
                </a:cubicBezTo>
                <a:cubicBezTo>
                  <a:pt x="64" y="282"/>
                  <a:pt x="71" y="289"/>
                  <a:pt x="80" y="289"/>
                </a:cubicBezTo>
                <a:cubicBezTo>
                  <a:pt x="337" y="289"/>
                  <a:pt x="337" y="289"/>
                  <a:pt x="337" y="289"/>
                </a:cubicBezTo>
                <a:cubicBezTo>
                  <a:pt x="346" y="289"/>
                  <a:pt x="353" y="282"/>
                  <a:pt x="353" y="273"/>
                </a:cubicBezTo>
                <a:cubicBezTo>
                  <a:pt x="353" y="80"/>
                  <a:pt x="353" y="80"/>
                  <a:pt x="353" y="80"/>
                </a:cubicBezTo>
                <a:cubicBezTo>
                  <a:pt x="353" y="72"/>
                  <a:pt x="346" y="64"/>
                  <a:pt x="337" y="64"/>
                </a:cubicBezTo>
                <a:moveTo>
                  <a:pt x="337" y="273"/>
                </a:moveTo>
                <a:cubicBezTo>
                  <a:pt x="273" y="273"/>
                  <a:pt x="273" y="273"/>
                  <a:pt x="273" y="273"/>
                </a:cubicBezTo>
                <a:cubicBezTo>
                  <a:pt x="273" y="257"/>
                  <a:pt x="273" y="257"/>
                  <a:pt x="273" y="257"/>
                </a:cubicBezTo>
                <a:cubicBezTo>
                  <a:pt x="281" y="257"/>
                  <a:pt x="281" y="257"/>
                  <a:pt x="281" y="257"/>
                </a:cubicBezTo>
                <a:cubicBezTo>
                  <a:pt x="285" y="257"/>
                  <a:pt x="289" y="254"/>
                  <a:pt x="289" y="249"/>
                </a:cubicBezTo>
                <a:cubicBezTo>
                  <a:pt x="289" y="245"/>
                  <a:pt x="285" y="241"/>
                  <a:pt x="281" y="241"/>
                </a:cubicBezTo>
                <a:cubicBezTo>
                  <a:pt x="248" y="241"/>
                  <a:pt x="248" y="241"/>
                  <a:pt x="248" y="241"/>
                </a:cubicBezTo>
                <a:cubicBezTo>
                  <a:pt x="244" y="241"/>
                  <a:pt x="240" y="245"/>
                  <a:pt x="240" y="249"/>
                </a:cubicBezTo>
                <a:cubicBezTo>
                  <a:pt x="240" y="254"/>
                  <a:pt x="244" y="257"/>
                  <a:pt x="248" y="257"/>
                </a:cubicBezTo>
                <a:cubicBezTo>
                  <a:pt x="256" y="257"/>
                  <a:pt x="256" y="257"/>
                  <a:pt x="256" y="257"/>
                </a:cubicBezTo>
                <a:cubicBezTo>
                  <a:pt x="256" y="273"/>
                  <a:pt x="256" y="273"/>
                  <a:pt x="256" y="273"/>
                </a:cubicBezTo>
                <a:cubicBezTo>
                  <a:pt x="160" y="273"/>
                  <a:pt x="160" y="273"/>
                  <a:pt x="160" y="273"/>
                </a:cubicBezTo>
                <a:cubicBezTo>
                  <a:pt x="160" y="257"/>
                  <a:pt x="160" y="257"/>
                  <a:pt x="160" y="257"/>
                </a:cubicBezTo>
                <a:cubicBezTo>
                  <a:pt x="168" y="257"/>
                  <a:pt x="168" y="257"/>
                  <a:pt x="168" y="257"/>
                </a:cubicBezTo>
                <a:cubicBezTo>
                  <a:pt x="173" y="257"/>
                  <a:pt x="176" y="254"/>
                  <a:pt x="176" y="249"/>
                </a:cubicBezTo>
                <a:cubicBezTo>
                  <a:pt x="176" y="245"/>
                  <a:pt x="173" y="241"/>
                  <a:pt x="168" y="241"/>
                </a:cubicBezTo>
                <a:cubicBezTo>
                  <a:pt x="136" y="241"/>
                  <a:pt x="136" y="241"/>
                  <a:pt x="136" y="241"/>
                </a:cubicBezTo>
                <a:cubicBezTo>
                  <a:pt x="132" y="241"/>
                  <a:pt x="128" y="245"/>
                  <a:pt x="128" y="249"/>
                </a:cubicBezTo>
                <a:cubicBezTo>
                  <a:pt x="128" y="254"/>
                  <a:pt x="132" y="257"/>
                  <a:pt x="136" y="257"/>
                </a:cubicBezTo>
                <a:cubicBezTo>
                  <a:pt x="144" y="257"/>
                  <a:pt x="144" y="257"/>
                  <a:pt x="144" y="257"/>
                </a:cubicBezTo>
                <a:cubicBezTo>
                  <a:pt x="144" y="273"/>
                  <a:pt x="144" y="273"/>
                  <a:pt x="144" y="273"/>
                </a:cubicBezTo>
                <a:cubicBezTo>
                  <a:pt x="80" y="273"/>
                  <a:pt x="80" y="273"/>
                  <a:pt x="80" y="273"/>
                </a:cubicBezTo>
                <a:cubicBezTo>
                  <a:pt x="80" y="80"/>
                  <a:pt x="80" y="80"/>
                  <a:pt x="80" y="80"/>
                </a:cubicBezTo>
                <a:cubicBezTo>
                  <a:pt x="337" y="80"/>
                  <a:pt x="337" y="80"/>
                  <a:pt x="337" y="80"/>
                </a:cubicBezTo>
                <a:lnTo>
                  <a:pt x="337" y="273"/>
                </a:lnTo>
                <a:close/>
                <a:moveTo>
                  <a:pt x="120" y="161"/>
                </a:moveTo>
                <a:cubicBezTo>
                  <a:pt x="152" y="161"/>
                  <a:pt x="152" y="161"/>
                  <a:pt x="152" y="161"/>
                </a:cubicBezTo>
                <a:cubicBezTo>
                  <a:pt x="157" y="161"/>
                  <a:pt x="160" y="157"/>
                  <a:pt x="160" y="153"/>
                </a:cubicBezTo>
                <a:cubicBezTo>
                  <a:pt x="160" y="148"/>
                  <a:pt x="157" y="145"/>
                  <a:pt x="152" y="145"/>
                </a:cubicBezTo>
                <a:cubicBezTo>
                  <a:pt x="120" y="145"/>
                  <a:pt x="120" y="145"/>
                  <a:pt x="120" y="145"/>
                </a:cubicBezTo>
                <a:cubicBezTo>
                  <a:pt x="116" y="145"/>
                  <a:pt x="112" y="148"/>
                  <a:pt x="112" y="153"/>
                </a:cubicBezTo>
                <a:cubicBezTo>
                  <a:pt x="112" y="157"/>
                  <a:pt x="116" y="161"/>
                  <a:pt x="120" y="161"/>
                </a:cubicBezTo>
                <a:moveTo>
                  <a:pt x="120" y="129"/>
                </a:moveTo>
                <a:cubicBezTo>
                  <a:pt x="184" y="129"/>
                  <a:pt x="184" y="129"/>
                  <a:pt x="184" y="129"/>
                </a:cubicBezTo>
                <a:cubicBezTo>
                  <a:pt x="189" y="129"/>
                  <a:pt x="192" y="125"/>
                  <a:pt x="192" y="121"/>
                </a:cubicBezTo>
                <a:cubicBezTo>
                  <a:pt x="192" y="116"/>
                  <a:pt x="189" y="113"/>
                  <a:pt x="184" y="113"/>
                </a:cubicBezTo>
                <a:cubicBezTo>
                  <a:pt x="120" y="113"/>
                  <a:pt x="120" y="113"/>
                  <a:pt x="120" y="113"/>
                </a:cubicBezTo>
                <a:cubicBezTo>
                  <a:pt x="116" y="113"/>
                  <a:pt x="112" y="116"/>
                  <a:pt x="112" y="121"/>
                </a:cubicBezTo>
                <a:cubicBezTo>
                  <a:pt x="112" y="125"/>
                  <a:pt x="116" y="129"/>
                  <a:pt x="120" y="129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1" name="Freeform 91"/>
          <p:cNvSpPr>
            <a:spLocks noEditPoints="1"/>
          </p:cNvSpPr>
          <p:nvPr/>
        </p:nvSpPr>
        <p:spPr bwMode="auto">
          <a:xfrm>
            <a:off x="4106334" y="3168652"/>
            <a:ext cx="575733" cy="472017"/>
          </a:xfrm>
          <a:custGeom>
            <a:avLst/>
            <a:gdLst>
              <a:gd name="T0" fmla="*/ 233 w 353"/>
              <a:gd name="T1" fmla="*/ 64 h 289"/>
              <a:gd name="T2" fmla="*/ 233 w 353"/>
              <a:gd name="T3" fmla="*/ 48 h 289"/>
              <a:gd name="T4" fmla="*/ 160 w 353"/>
              <a:gd name="T5" fmla="*/ 56 h 289"/>
              <a:gd name="T6" fmla="*/ 265 w 353"/>
              <a:gd name="T7" fmla="*/ 64 h 289"/>
              <a:gd name="T8" fmla="*/ 265 w 353"/>
              <a:gd name="T9" fmla="*/ 48 h 289"/>
              <a:gd name="T10" fmla="*/ 265 w 353"/>
              <a:gd name="T11" fmla="*/ 64 h 289"/>
              <a:gd name="T12" fmla="*/ 305 w 353"/>
              <a:gd name="T13" fmla="*/ 56 h 289"/>
              <a:gd name="T14" fmla="*/ 289 w 353"/>
              <a:gd name="T15" fmla="*/ 56 h 289"/>
              <a:gd name="T16" fmla="*/ 297 w 353"/>
              <a:gd name="T17" fmla="*/ 129 h 289"/>
              <a:gd name="T18" fmla="*/ 225 w 353"/>
              <a:gd name="T19" fmla="*/ 137 h 289"/>
              <a:gd name="T20" fmla="*/ 297 w 353"/>
              <a:gd name="T21" fmla="*/ 145 h 289"/>
              <a:gd name="T22" fmla="*/ 297 w 353"/>
              <a:gd name="T23" fmla="*/ 129 h 289"/>
              <a:gd name="T24" fmla="*/ 233 w 353"/>
              <a:gd name="T25" fmla="*/ 161 h 289"/>
              <a:gd name="T26" fmla="*/ 233 w 353"/>
              <a:gd name="T27" fmla="*/ 177 h 289"/>
              <a:gd name="T28" fmla="*/ 305 w 353"/>
              <a:gd name="T29" fmla="*/ 169 h 289"/>
              <a:gd name="T30" fmla="*/ 297 w 353"/>
              <a:gd name="T31" fmla="*/ 97 h 289"/>
              <a:gd name="T32" fmla="*/ 225 w 353"/>
              <a:gd name="T33" fmla="*/ 105 h 289"/>
              <a:gd name="T34" fmla="*/ 297 w 353"/>
              <a:gd name="T35" fmla="*/ 113 h 289"/>
              <a:gd name="T36" fmla="*/ 297 w 353"/>
              <a:gd name="T37" fmla="*/ 97 h 289"/>
              <a:gd name="T38" fmla="*/ 144 w 353"/>
              <a:gd name="T39" fmla="*/ 56 h 289"/>
              <a:gd name="T40" fmla="*/ 128 w 353"/>
              <a:gd name="T41" fmla="*/ 56 h 289"/>
              <a:gd name="T42" fmla="*/ 104 w 353"/>
              <a:gd name="T43" fmla="*/ 209 h 289"/>
              <a:gd name="T44" fmla="*/ 305 w 353"/>
              <a:gd name="T45" fmla="*/ 201 h 289"/>
              <a:gd name="T46" fmla="*/ 104 w 353"/>
              <a:gd name="T47" fmla="*/ 193 h 289"/>
              <a:gd name="T48" fmla="*/ 104 w 353"/>
              <a:gd name="T49" fmla="*/ 209 h 289"/>
              <a:gd name="T50" fmla="*/ 297 w 353"/>
              <a:gd name="T51" fmla="*/ 241 h 289"/>
              <a:gd name="T52" fmla="*/ 297 w 353"/>
              <a:gd name="T53" fmla="*/ 225 h 289"/>
              <a:gd name="T54" fmla="*/ 96 w 353"/>
              <a:gd name="T55" fmla="*/ 233 h 289"/>
              <a:gd name="T56" fmla="*/ 337 w 353"/>
              <a:gd name="T57" fmla="*/ 0 h 289"/>
              <a:gd name="T58" fmla="*/ 48 w 353"/>
              <a:gd name="T59" fmla="*/ 16 h 289"/>
              <a:gd name="T60" fmla="*/ 16 w 353"/>
              <a:gd name="T61" fmla="*/ 48 h 289"/>
              <a:gd name="T62" fmla="*/ 0 w 353"/>
              <a:gd name="T63" fmla="*/ 241 h 289"/>
              <a:gd name="T64" fmla="*/ 337 w 353"/>
              <a:gd name="T65" fmla="*/ 289 h 289"/>
              <a:gd name="T66" fmla="*/ 353 w 353"/>
              <a:gd name="T67" fmla="*/ 16 h 289"/>
              <a:gd name="T68" fmla="*/ 337 w 353"/>
              <a:gd name="T69" fmla="*/ 273 h 289"/>
              <a:gd name="T70" fmla="*/ 16 w 353"/>
              <a:gd name="T71" fmla="*/ 241 h 289"/>
              <a:gd name="T72" fmla="*/ 48 w 353"/>
              <a:gd name="T73" fmla="*/ 64 h 289"/>
              <a:gd name="T74" fmla="*/ 56 w 353"/>
              <a:gd name="T75" fmla="*/ 241 h 289"/>
              <a:gd name="T76" fmla="*/ 64 w 353"/>
              <a:gd name="T77" fmla="*/ 16 h 289"/>
              <a:gd name="T78" fmla="*/ 337 w 353"/>
              <a:gd name="T79" fmla="*/ 273 h 289"/>
              <a:gd name="T80" fmla="*/ 112 w 353"/>
              <a:gd name="T81" fmla="*/ 56 h 289"/>
              <a:gd name="T82" fmla="*/ 96 w 353"/>
              <a:gd name="T83" fmla="*/ 56 h 289"/>
              <a:gd name="T84" fmla="*/ 104 w 353"/>
              <a:gd name="T85" fmla="*/ 177 h 289"/>
              <a:gd name="T86" fmla="*/ 193 w 353"/>
              <a:gd name="T87" fmla="*/ 169 h 289"/>
              <a:gd name="T88" fmla="*/ 185 w 353"/>
              <a:gd name="T89" fmla="*/ 97 h 289"/>
              <a:gd name="T90" fmla="*/ 96 w 353"/>
              <a:gd name="T91" fmla="*/ 105 h 289"/>
              <a:gd name="T92" fmla="*/ 104 w 353"/>
              <a:gd name="T93" fmla="*/ 177 h 289"/>
              <a:gd name="T94" fmla="*/ 177 w 353"/>
              <a:gd name="T95" fmla="*/ 113 h 289"/>
              <a:gd name="T96" fmla="*/ 112 w 353"/>
              <a:gd name="T97" fmla="*/ 161 h 2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353" h="289">
                <a:moveTo>
                  <a:pt x="168" y="64"/>
                </a:moveTo>
                <a:cubicBezTo>
                  <a:pt x="233" y="64"/>
                  <a:pt x="233" y="64"/>
                  <a:pt x="233" y="64"/>
                </a:cubicBezTo>
                <a:cubicBezTo>
                  <a:pt x="237" y="64"/>
                  <a:pt x="241" y="61"/>
                  <a:pt x="241" y="56"/>
                </a:cubicBezTo>
                <a:cubicBezTo>
                  <a:pt x="241" y="52"/>
                  <a:pt x="237" y="48"/>
                  <a:pt x="233" y="48"/>
                </a:cubicBezTo>
                <a:cubicBezTo>
                  <a:pt x="168" y="48"/>
                  <a:pt x="168" y="48"/>
                  <a:pt x="168" y="48"/>
                </a:cubicBezTo>
                <a:cubicBezTo>
                  <a:pt x="164" y="48"/>
                  <a:pt x="160" y="52"/>
                  <a:pt x="160" y="56"/>
                </a:cubicBezTo>
                <a:cubicBezTo>
                  <a:pt x="160" y="61"/>
                  <a:pt x="164" y="64"/>
                  <a:pt x="168" y="64"/>
                </a:cubicBezTo>
                <a:moveTo>
                  <a:pt x="265" y="64"/>
                </a:moveTo>
                <a:cubicBezTo>
                  <a:pt x="269" y="64"/>
                  <a:pt x="273" y="61"/>
                  <a:pt x="273" y="56"/>
                </a:cubicBezTo>
                <a:cubicBezTo>
                  <a:pt x="273" y="52"/>
                  <a:pt x="269" y="48"/>
                  <a:pt x="265" y="48"/>
                </a:cubicBezTo>
                <a:cubicBezTo>
                  <a:pt x="260" y="48"/>
                  <a:pt x="257" y="52"/>
                  <a:pt x="257" y="56"/>
                </a:cubicBezTo>
                <a:cubicBezTo>
                  <a:pt x="257" y="61"/>
                  <a:pt x="260" y="64"/>
                  <a:pt x="265" y="64"/>
                </a:cubicBezTo>
                <a:moveTo>
                  <a:pt x="297" y="64"/>
                </a:moveTo>
                <a:cubicBezTo>
                  <a:pt x="301" y="64"/>
                  <a:pt x="305" y="61"/>
                  <a:pt x="305" y="56"/>
                </a:cubicBezTo>
                <a:cubicBezTo>
                  <a:pt x="305" y="52"/>
                  <a:pt x="301" y="48"/>
                  <a:pt x="297" y="48"/>
                </a:cubicBezTo>
                <a:cubicBezTo>
                  <a:pt x="292" y="48"/>
                  <a:pt x="289" y="52"/>
                  <a:pt x="289" y="56"/>
                </a:cubicBezTo>
                <a:cubicBezTo>
                  <a:pt x="289" y="61"/>
                  <a:pt x="292" y="64"/>
                  <a:pt x="297" y="64"/>
                </a:cubicBezTo>
                <a:moveTo>
                  <a:pt x="297" y="129"/>
                </a:moveTo>
                <a:cubicBezTo>
                  <a:pt x="233" y="129"/>
                  <a:pt x="233" y="129"/>
                  <a:pt x="233" y="129"/>
                </a:cubicBezTo>
                <a:cubicBezTo>
                  <a:pt x="228" y="129"/>
                  <a:pt x="225" y="132"/>
                  <a:pt x="225" y="137"/>
                </a:cubicBezTo>
                <a:cubicBezTo>
                  <a:pt x="225" y="141"/>
                  <a:pt x="228" y="145"/>
                  <a:pt x="233" y="145"/>
                </a:cubicBezTo>
                <a:cubicBezTo>
                  <a:pt x="297" y="145"/>
                  <a:pt x="297" y="145"/>
                  <a:pt x="297" y="145"/>
                </a:cubicBezTo>
                <a:cubicBezTo>
                  <a:pt x="301" y="145"/>
                  <a:pt x="305" y="141"/>
                  <a:pt x="305" y="137"/>
                </a:cubicBezTo>
                <a:cubicBezTo>
                  <a:pt x="305" y="132"/>
                  <a:pt x="301" y="129"/>
                  <a:pt x="297" y="129"/>
                </a:cubicBezTo>
                <a:moveTo>
                  <a:pt x="297" y="161"/>
                </a:moveTo>
                <a:cubicBezTo>
                  <a:pt x="233" y="161"/>
                  <a:pt x="233" y="161"/>
                  <a:pt x="233" y="161"/>
                </a:cubicBezTo>
                <a:cubicBezTo>
                  <a:pt x="228" y="161"/>
                  <a:pt x="225" y="164"/>
                  <a:pt x="225" y="169"/>
                </a:cubicBezTo>
                <a:cubicBezTo>
                  <a:pt x="225" y="173"/>
                  <a:pt x="228" y="177"/>
                  <a:pt x="233" y="177"/>
                </a:cubicBezTo>
                <a:cubicBezTo>
                  <a:pt x="297" y="177"/>
                  <a:pt x="297" y="177"/>
                  <a:pt x="297" y="177"/>
                </a:cubicBezTo>
                <a:cubicBezTo>
                  <a:pt x="301" y="177"/>
                  <a:pt x="305" y="173"/>
                  <a:pt x="305" y="169"/>
                </a:cubicBezTo>
                <a:cubicBezTo>
                  <a:pt x="305" y="164"/>
                  <a:pt x="301" y="161"/>
                  <a:pt x="297" y="161"/>
                </a:cubicBezTo>
                <a:moveTo>
                  <a:pt x="297" y="97"/>
                </a:moveTo>
                <a:cubicBezTo>
                  <a:pt x="233" y="97"/>
                  <a:pt x="233" y="97"/>
                  <a:pt x="233" y="97"/>
                </a:cubicBezTo>
                <a:cubicBezTo>
                  <a:pt x="228" y="97"/>
                  <a:pt x="225" y="100"/>
                  <a:pt x="225" y="105"/>
                </a:cubicBezTo>
                <a:cubicBezTo>
                  <a:pt x="225" y="109"/>
                  <a:pt x="228" y="113"/>
                  <a:pt x="233" y="113"/>
                </a:cubicBezTo>
                <a:cubicBezTo>
                  <a:pt x="297" y="113"/>
                  <a:pt x="297" y="113"/>
                  <a:pt x="297" y="113"/>
                </a:cubicBezTo>
                <a:cubicBezTo>
                  <a:pt x="301" y="113"/>
                  <a:pt x="305" y="109"/>
                  <a:pt x="305" y="105"/>
                </a:cubicBezTo>
                <a:cubicBezTo>
                  <a:pt x="305" y="100"/>
                  <a:pt x="301" y="97"/>
                  <a:pt x="297" y="97"/>
                </a:cubicBezTo>
                <a:moveTo>
                  <a:pt x="136" y="64"/>
                </a:moveTo>
                <a:cubicBezTo>
                  <a:pt x="141" y="64"/>
                  <a:pt x="144" y="61"/>
                  <a:pt x="144" y="56"/>
                </a:cubicBezTo>
                <a:cubicBezTo>
                  <a:pt x="144" y="52"/>
                  <a:pt x="141" y="48"/>
                  <a:pt x="136" y="48"/>
                </a:cubicBezTo>
                <a:cubicBezTo>
                  <a:pt x="132" y="48"/>
                  <a:pt x="128" y="52"/>
                  <a:pt x="128" y="56"/>
                </a:cubicBezTo>
                <a:cubicBezTo>
                  <a:pt x="128" y="61"/>
                  <a:pt x="132" y="64"/>
                  <a:pt x="136" y="64"/>
                </a:cubicBezTo>
                <a:moveTo>
                  <a:pt x="104" y="209"/>
                </a:moveTo>
                <a:cubicBezTo>
                  <a:pt x="297" y="209"/>
                  <a:pt x="297" y="209"/>
                  <a:pt x="297" y="209"/>
                </a:cubicBezTo>
                <a:cubicBezTo>
                  <a:pt x="301" y="209"/>
                  <a:pt x="305" y="205"/>
                  <a:pt x="305" y="201"/>
                </a:cubicBezTo>
                <a:cubicBezTo>
                  <a:pt x="305" y="196"/>
                  <a:pt x="301" y="193"/>
                  <a:pt x="297" y="193"/>
                </a:cubicBezTo>
                <a:cubicBezTo>
                  <a:pt x="104" y="193"/>
                  <a:pt x="104" y="193"/>
                  <a:pt x="104" y="193"/>
                </a:cubicBezTo>
                <a:cubicBezTo>
                  <a:pt x="100" y="193"/>
                  <a:pt x="96" y="196"/>
                  <a:pt x="96" y="201"/>
                </a:cubicBezTo>
                <a:cubicBezTo>
                  <a:pt x="96" y="205"/>
                  <a:pt x="100" y="209"/>
                  <a:pt x="104" y="209"/>
                </a:cubicBezTo>
                <a:moveTo>
                  <a:pt x="104" y="241"/>
                </a:moveTo>
                <a:cubicBezTo>
                  <a:pt x="297" y="241"/>
                  <a:pt x="297" y="241"/>
                  <a:pt x="297" y="241"/>
                </a:cubicBezTo>
                <a:cubicBezTo>
                  <a:pt x="301" y="241"/>
                  <a:pt x="305" y="237"/>
                  <a:pt x="305" y="233"/>
                </a:cubicBezTo>
                <a:cubicBezTo>
                  <a:pt x="305" y="229"/>
                  <a:pt x="301" y="225"/>
                  <a:pt x="297" y="225"/>
                </a:cubicBezTo>
                <a:cubicBezTo>
                  <a:pt x="104" y="225"/>
                  <a:pt x="104" y="225"/>
                  <a:pt x="104" y="225"/>
                </a:cubicBezTo>
                <a:cubicBezTo>
                  <a:pt x="100" y="225"/>
                  <a:pt x="96" y="229"/>
                  <a:pt x="96" y="233"/>
                </a:cubicBezTo>
                <a:cubicBezTo>
                  <a:pt x="96" y="237"/>
                  <a:pt x="100" y="241"/>
                  <a:pt x="104" y="241"/>
                </a:cubicBezTo>
                <a:moveTo>
                  <a:pt x="337" y="0"/>
                </a:moveTo>
                <a:cubicBezTo>
                  <a:pt x="64" y="0"/>
                  <a:pt x="64" y="0"/>
                  <a:pt x="64" y="0"/>
                </a:cubicBezTo>
                <a:cubicBezTo>
                  <a:pt x="55" y="0"/>
                  <a:pt x="48" y="7"/>
                  <a:pt x="48" y="16"/>
                </a:cubicBezTo>
                <a:cubicBezTo>
                  <a:pt x="48" y="48"/>
                  <a:pt x="48" y="48"/>
                  <a:pt x="48" y="48"/>
                </a:cubicBezTo>
                <a:cubicBezTo>
                  <a:pt x="16" y="48"/>
                  <a:pt x="16" y="48"/>
                  <a:pt x="16" y="48"/>
                </a:cubicBezTo>
                <a:cubicBezTo>
                  <a:pt x="7" y="48"/>
                  <a:pt x="0" y="56"/>
                  <a:pt x="0" y="64"/>
                </a:cubicBezTo>
                <a:cubicBezTo>
                  <a:pt x="0" y="241"/>
                  <a:pt x="0" y="241"/>
                  <a:pt x="0" y="241"/>
                </a:cubicBezTo>
                <a:cubicBezTo>
                  <a:pt x="0" y="268"/>
                  <a:pt x="21" y="289"/>
                  <a:pt x="48" y="289"/>
                </a:cubicBezTo>
                <a:cubicBezTo>
                  <a:pt x="337" y="289"/>
                  <a:pt x="337" y="289"/>
                  <a:pt x="337" y="289"/>
                </a:cubicBezTo>
                <a:cubicBezTo>
                  <a:pt x="346" y="289"/>
                  <a:pt x="353" y="282"/>
                  <a:pt x="353" y="273"/>
                </a:cubicBezTo>
                <a:cubicBezTo>
                  <a:pt x="353" y="16"/>
                  <a:pt x="353" y="16"/>
                  <a:pt x="353" y="16"/>
                </a:cubicBezTo>
                <a:cubicBezTo>
                  <a:pt x="353" y="7"/>
                  <a:pt x="346" y="0"/>
                  <a:pt x="337" y="0"/>
                </a:cubicBezTo>
                <a:moveTo>
                  <a:pt x="337" y="273"/>
                </a:moveTo>
                <a:cubicBezTo>
                  <a:pt x="48" y="273"/>
                  <a:pt x="48" y="273"/>
                  <a:pt x="48" y="273"/>
                </a:cubicBezTo>
                <a:cubicBezTo>
                  <a:pt x="30" y="273"/>
                  <a:pt x="16" y="259"/>
                  <a:pt x="16" y="241"/>
                </a:cubicBezTo>
                <a:cubicBezTo>
                  <a:pt x="16" y="64"/>
                  <a:pt x="16" y="64"/>
                  <a:pt x="16" y="64"/>
                </a:cubicBezTo>
                <a:cubicBezTo>
                  <a:pt x="48" y="64"/>
                  <a:pt x="48" y="64"/>
                  <a:pt x="48" y="64"/>
                </a:cubicBezTo>
                <a:cubicBezTo>
                  <a:pt x="48" y="233"/>
                  <a:pt x="48" y="233"/>
                  <a:pt x="48" y="233"/>
                </a:cubicBezTo>
                <a:cubicBezTo>
                  <a:pt x="48" y="237"/>
                  <a:pt x="52" y="241"/>
                  <a:pt x="56" y="241"/>
                </a:cubicBezTo>
                <a:cubicBezTo>
                  <a:pt x="61" y="241"/>
                  <a:pt x="64" y="237"/>
                  <a:pt x="64" y="233"/>
                </a:cubicBezTo>
                <a:cubicBezTo>
                  <a:pt x="64" y="16"/>
                  <a:pt x="64" y="16"/>
                  <a:pt x="64" y="16"/>
                </a:cubicBezTo>
                <a:cubicBezTo>
                  <a:pt x="337" y="16"/>
                  <a:pt x="337" y="16"/>
                  <a:pt x="337" y="16"/>
                </a:cubicBezTo>
                <a:lnTo>
                  <a:pt x="337" y="273"/>
                </a:lnTo>
                <a:close/>
                <a:moveTo>
                  <a:pt x="104" y="64"/>
                </a:moveTo>
                <a:cubicBezTo>
                  <a:pt x="109" y="64"/>
                  <a:pt x="112" y="61"/>
                  <a:pt x="112" y="56"/>
                </a:cubicBezTo>
                <a:cubicBezTo>
                  <a:pt x="112" y="52"/>
                  <a:pt x="109" y="48"/>
                  <a:pt x="104" y="48"/>
                </a:cubicBezTo>
                <a:cubicBezTo>
                  <a:pt x="100" y="48"/>
                  <a:pt x="96" y="52"/>
                  <a:pt x="96" y="56"/>
                </a:cubicBezTo>
                <a:cubicBezTo>
                  <a:pt x="96" y="61"/>
                  <a:pt x="100" y="64"/>
                  <a:pt x="104" y="64"/>
                </a:cubicBezTo>
                <a:moveTo>
                  <a:pt x="104" y="177"/>
                </a:moveTo>
                <a:cubicBezTo>
                  <a:pt x="185" y="177"/>
                  <a:pt x="185" y="177"/>
                  <a:pt x="185" y="177"/>
                </a:cubicBezTo>
                <a:cubicBezTo>
                  <a:pt x="189" y="177"/>
                  <a:pt x="193" y="173"/>
                  <a:pt x="193" y="169"/>
                </a:cubicBezTo>
                <a:cubicBezTo>
                  <a:pt x="193" y="105"/>
                  <a:pt x="193" y="105"/>
                  <a:pt x="193" y="105"/>
                </a:cubicBezTo>
                <a:cubicBezTo>
                  <a:pt x="193" y="100"/>
                  <a:pt x="189" y="97"/>
                  <a:pt x="185" y="97"/>
                </a:cubicBezTo>
                <a:cubicBezTo>
                  <a:pt x="104" y="97"/>
                  <a:pt x="104" y="97"/>
                  <a:pt x="104" y="97"/>
                </a:cubicBezTo>
                <a:cubicBezTo>
                  <a:pt x="100" y="97"/>
                  <a:pt x="96" y="100"/>
                  <a:pt x="96" y="105"/>
                </a:cubicBezTo>
                <a:cubicBezTo>
                  <a:pt x="96" y="169"/>
                  <a:pt x="96" y="169"/>
                  <a:pt x="96" y="169"/>
                </a:cubicBezTo>
                <a:cubicBezTo>
                  <a:pt x="96" y="173"/>
                  <a:pt x="100" y="177"/>
                  <a:pt x="104" y="177"/>
                </a:cubicBezTo>
                <a:moveTo>
                  <a:pt x="112" y="113"/>
                </a:moveTo>
                <a:cubicBezTo>
                  <a:pt x="177" y="113"/>
                  <a:pt x="177" y="113"/>
                  <a:pt x="177" y="113"/>
                </a:cubicBezTo>
                <a:cubicBezTo>
                  <a:pt x="177" y="161"/>
                  <a:pt x="177" y="161"/>
                  <a:pt x="177" y="161"/>
                </a:cubicBezTo>
                <a:cubicBezTo>
                  <a:pt x="112" y="161"/>
                  <a:pt x="112" y="161"/>
                  <a:pt x="112" y="161"/>
                </a:cubicBezTo>
                <a:lnTo>
                  <a:pt x="112" y="113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2" name="Freeform 92"/>
          <p:cNvSpPr>
            <a:spLocks noEditPoints="1"/>
          </p:cNvSpPr>
          <p:nvPr/>
        </p:nvSpPr>
        <p:spPr bwMode="auto">
          <a:xfrm>
            <a:off x="5204884" y="3117851"/>
            <a:ext cx="575733" cy="575733"/>
          </a:xfrm>
          <a:custGeom>
            <a:avLst/>
            <a:gdLst>
              <a:gd name="T0" fmla="*/ 233 w 353"/>
              <a:gd name="T1" fmla="*/ 161 h 353"/>
              <a:gd name="T2" fmla="*/ 233 w 353"/>
              <a:gd name="T3" fmla="*/ 177 h 353"/>
              <a:gd name="T4" fmla="*/ 305 w 353"/>
              <a:gd name="T5" fmla="*/ 169 h 353"/>
              <a:gd name="T6" fmla="*/ 297 w 353"/>
              <a:gd name="T7" fmla="*/ 129 h 353"/>
              <a:gd name="T8" fmla="*/ 297 w 353"/>
              <a:gd name="T9" fmla="*/ 112 h 353"/>
              <a:gd name="T10" fmla="*/ 297 w 353"/>
              <a:gd name="T11" fmla="*/ 129 h 353"/>
              <a:gd name="T12" fmla="*/ 273 w 353"/>
              <a:gd name="T13" fmla="*/ 121 h 353"/>
              <a:gd name="T14" fmla="*/ 257 w 353"/>
              <a:gd name="T15" fmla="*/ 121 h 353"/>
              <a:gd name="T16" fmla="*/ 297 w 353"/>
              <a:gd name="T17" fmla="*/ 225 h 353"/>
              <a:gd name="T18" fmla="*/ 225 w 353"/>
              <a:gd name="T19" fmla="*/ 233 h 353"/>
              <a:gd name="T20" fmla="*/ 297 w 353"/>
              <a:gd name="T21" fmla="*/ 241 h 353"/>
              <a:gd name="T22" fmla="*/ 297 w 353"/>
              <a:gd name="T23" fmla="*/ 225 h 353"/>
              <a:gd name="T24" fmla="*/ 313 w 353"/>
              <a:gd name="T25" fmla="*/ 16 h 353"/>
              <a:gd name="T26" fmla="*/ 313 w 353"/>
              <a:gd name="T27" fmla="*/ 0 h 353"/>
              <a:gd name="T28" fmla="*/ 97 w 353"/>
              <a:gd name="T29" fmla="*/ 8 h 353"/>
              <a:gd name="T30" fmla="*/ 297 w 353"/>
              <a:gd name="T31" fmla="*/ 193 h 353"/>
              <a:gd name="T32" fmla="*/ 225 w 353"/>
              <a:gd name="T33" fmla="*/ 201 h 353"/>
              <a:gd name="T34" fmla="*/ 297 w 353"/>
              <a:gd name="T35" fmla="*/ 209 h 353"/>
              <a:gd name="T36" fmla="*/ 297 w 353"/>
              <a:gd name="T37" fmla="*/ 193 h 353"/>
              <a:gd name="T38" fmla="*/ 329 w 353"/>
              <a:gd name="T39" fmla="*/ 48 h 353"/>
              <a:gd name="T40" fmla="*/ 329 w 353"/>
              <a:gd name="T41" fmla="*/ 32 h 353"/>
              <a:gd name="T42" fmla="*/ 72 w 353"/>
              <a:gd name="T43" fmla="*/ 40 h 353"/>
              <a:gd name="T44" fmla="*/ 105 w 353"/>
              <a:gd name="T45" fmla="*/ 305 h 353"/>
              <a:gd name="T46" fmla="*/ 305 w 353"/>
              <a:gd name="T47" fmla="*/ 297 h 353"/>
              <a:gd name="T48" fmla="*/ 105 w 353"/>
              <a:gd name="T49" fmla="*/ 289 h 353"/>
              <a:gd name="T50" fmla="*/ 105 w 353"/>
              <a:gd name="T51" fmla="*/ 305 h 353"/>
              <a:gd name="T52" fmla="*/ 233 w 353"/>
              <a:gd name="T53" fmla="*/ 129 h 353"/>
              <a:gd name="T54" fmla="*/ 233 w 353"/>
              <a:gd name="T55" fmla="*/ 112 h 353"/>
              <a:gd name="T56" fmla="*/ 161 w 353"/>
              <a:gd name="T57" fmla="*/ 121 h 353"/>
              <a:gd name="T58" fmla="*/ 105 w 353"/>
              <a:gd name="T59" fmla="*/ 273 h 353"/>
              <a:gd name="T60" fmla="*/ 305 w 353"/>
              <a:gd name="T61" fmla="*/ 265 h 353"/>
              <a:gd name="T62" fmla="*/ 105 w 353"/>
              <a:gd name="T63" fmla="*/ 257 h 353"/>
              <a:gd name="T64" fmla="*/ 105 w 353"/>
              <a:gd name="T65" fmla="*/ 273 h 353"/>
              <a:gd name="T66" fmla="*/ 64 w 353"/>
              <a:gd name="T67" fmla="*/ 64 h 353"/>
              <a:gd name="T68" fmla="*/ 48 w 353"/>
              <a:gd name="T69" fmla="*/ 112 h 353"/>
              <a:gd name="T70" fmla="*/ 0 w 353"/>
              <a:gd name="T71" fmla="*/ 129 h 353"/>
              <a:gd name="T72" fmla="*/ 48 w 353"/>
              <a:gd name="T73" fmla="*/ 353 h 353"/>
              <a:gd name="T74" fmla="*/ 353 w 353"/>
              <a:gd name="T75" fmla="*/ 337 h 353"/>
              <a:gd name="T76" fmla="*/ 337 w 353"/>
              <a:gd name="T77" fmla="*/ 64 h 353"/>
              <a:gd name="T78" fmla="*/ 48 w 353"/>
              <a:gd name="T79" fmla="*/ 337 h 353"/>
              <a:gd name="T80" fmla="*/ 16 w 353"/>
              <a:gd name="T81" fmla="*/ 129 h 353"/>
              <a:gd name="T82" fmla="*/ 48 w 353"/>
              <a:gd name="T83" fmla="*/ 297 h 353"/>
              <a:gd name="T84" fmla="*/ 64 w 353"/>
              <a:gd name="T85" fmla="*/ 297 h 353"/>
              <a:gd name="T86" fmla="*/ 337 w 353"/>
              <a:gd name="T87" fmla="*/ 80 h 353"/>
              <a:gd name="T88" fmla="*/ 137 w 353"/>
              <a:gd name="T89" fmla="*/ 129 h 353"/>
              <a:gd name="T90" fmla="*/ 137 w 353"/>
              <a:gd name="T91" fmla="*/ 112 h 353"/>
              <a:gd name="T92" fmla="*/ 137 w 353"/>
              <a:gd name="T93" fmla="*/ 129 h 353"/>
              <a:gd name="T94" fmla="*/ 185 w 353"/>
              <a:gd name="T95" fmla="*/ 241 h 353"/>
              <a:gd name="T96" fmla="*/ 193 w 353"/>
              <a:gd name="T97" fmla="*/ 169 h 353"/>
              <a:gd name="T98" fmla="*/ 105 w 353"/>
              <a:gd name="T99" fmla="*/ 161 h 353"/>
              <a:gd name="T100" fmla="*/ 97 w 353"/>
              <a:gd name="T101" fmla="*/ 233 h 353"/>
              <a:gd name="T102" fmla="*/ 113 w 353"/>
              <a:gd name="T103" fmla="*/ 177 h 353"/>
              <a:gd name="T104" fmla="*/ 177 w 353"/>
              <a:gd name="T105" fmla="*/ 225 h 353"/>
              <a:gd name="T106" fmla="*/ 113 w 353"/>
              <a:gd name="T107" fmla="*/ 177 h 353"/>
              <a:gd name="T108" fmla="*/ 113 w 353"/>
              <a:gd name="T109" fmla="*/ 121 h 353"/>
              <a:gd name="T110" fmla="*/ 97 w 353"/>
              <a:gd name="T111" fmla="*/ 121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353" h="353">
                <a:moveTo>
                  <a:pt x="297" y="161"/>
                </a:moveTo>
                <a:cubicBezTo>
                  <a:pt x="233" y="161"/>
                  <a:pt x="233" y="161"/>
                  <a:pt x="233" y="161"/>
                </a:cubicBezTo>
                <a:cubicBezTo>
                  <a:pt x="229" y="161"/>
                  <a:pt x="225" y="164"/>
                  <a:pt x="225" y="169"/>
                </a:cubicBezTo>
                <a:cubicBezTo>
                  <a:pt x="225" y="173"/>
                  <a:pt x="229" y="177"/>
                  <a:pt x="233" y="177"/>
                </a:cubicBezTo>
                <a:cubicBezTo>
                  <a:pt x="297" y="177"/>
                  <a:pt x="297" y="177"/>
                  <a:pt x="297" y="177"/>
                </a:cubicBezTo>
                <a:cubicBezTo>
                  <a:pt x="302" y="177"/>
                  <a:pt x="305" y="173"/>
                  <a:pt x="305" y="169"/>
                </a:cubicBezTo>
                <a:cubicBezTo>
                  <a:pt x="305" y="164"/>
                  <a:pt x="302" y="161"/>
                  <a:pt x="297" y="161"/>
                </a:cubicBezTo>
                <a:moveTo>
                  <a:pt x="297" y="129"/>
                </a:moveTo>
                <a:cubicBezTo>
                  <a:pt x="302" y="129"/>
                  <a:pt x="305" y="125"/>
                  <a:pt x="305" y="121"/>
                </a:cubicBezTo>
                <a:cubicBezTo>
                  <a:pt x="305" y="116"/>
                  <a:pt x="302" y="112"/>
                  <a:pt x="297" y="112"/>
                </a:cubicBezTo>
                <a:cubicBezTo>
                  <a:pt x="293" y="112"/>
                  <a:pt x="289" y="116"/>
                  <a:pt x="289" y="121"/>
                </a:cubicBezTo>
                <a:cubicBezTo>
                  <a:pt x="289" y="125"/>
                  <a:pt x="293" y="129"/>
                  <a:pt x="297" y="129"/>
                </a:cubicBezTo>
                <a:moveTo>
                  <a:pt x="265" y="129"/>
                </a:moveTo>
                <a:cubicBezTo>
                  <a:pt x="270" y="129"/>
                  <a:pt x="273" y="125"/>
                  <a:pt x="273" y="121"/>
                </a:cubicBezTo>
                <a:cubicBezTo>
                  <a:pt x="273" y="116"/>
                  <a:pt x="270" y="112"/>
                  <a:pt x="265" y="112"/>
                </a:cubicBezTo>
                <a:cubicBezTo>
                  <a:pt x="261" y="112"/>
                  <a:pt x="257" y="116"/>
                  <a:pt x="257" y="121"/>
                </a:cubicBezTo>
                <a:cubicBezTo>
                  <a:pt x="257" y="125"/>
                  <a:pt x="261" y="129"/>
                  <a:pt x="265" y="129"/>
                </a:cubicBezTo>
                <a:moveTo>
                  <a:pt x="297" y="225"/>
                </a:moveTo>
                <a:cubicBezTo>
                  <a:pt x="233" y="225"/>
                  <a:pt x="233" y="225"/>
                  <a:pt x="233" y="225"/>
                </a:cubicBezTo>
                <a:cubicBezTo>
                  <a:pt x="229" y="225"/>
                  <a:pt x="225" y="228"/>
                  <a:pt x="225" y="233"/>
                </a:cubicBezTo>
                <a:cubicBezTo>
                  <a:pt x="225" y="237"/>
                  <a:pt x="229" y="241"/>
                  <a:pt x="233" y="241"/>
                </a:cubicBezTo>
                <a:cubicBezTo>
                  <a:pt x="297" y="241"/>
                  <a:pt x="297" y="241"/>
                  <a:pt x="297" y="241"/>
                </a:cubicBezTo>
                <a:cubicBezTo>
                  <a:pt x="302" y="241"/>
                  <a:pt x="305" y="237"/>
                  <a:pt x="305" y="233"/>
                </a:cubicBezTo>
                <a:cubicBezTo>
                  <a:pt x="305" y="228"/>
                  <a:pt x="302" y="225"/>
                  <a:pt x="297" y="225"/>
                </a:cubicBezTo>
                <a:moveTo>
                  <a:pt x="105" y="16"/>
                </a:moveTo>
                <a:cubicBezTo>
                  <a:pt x="313" y="16"/>
                  <a:pt x="313" y="16"/>
                  <a:pt x="313" y="16"/>
                </a:cubicBezTo>
                <a:cubicBezTo>
                  <a:pt x="318" y="16"/>
                  <a:pt x="321" y="13"/>
                  <a:pt x="321" y="8"/>
                </a:cubicBezTo>
                <a:cubicBezTo>
                  <a:pt x="321" y="4"/>
                  <a:pt x="318" y="0"/>
                  <a:pt x="313" y="0"/>
                </a:cubicBezTo>
                <a:cubicBezTo>
                  <a:pt x="105" y="0"/>
                  <a:pt x="105" y="0"/>
                  <a:pt x="105" y="0"/>
                </a:cubicBezTo>
                <a:cubicBezTo>
                  <a:pt x="100" y="0"/>
                  <a:pt x="97" y="4"/>
                  <a:pt x="97" y="8"/>
                </a:cubicBezTo>
                <a:cubicBezTo>
                  <a:pt x="97" y="13"/>
                  <a:pt x="100" y="16"/>
                  <a:pt x="105" y="16"/>
                </a:cubicBezTo>
                <a:moveTo>
                  <a:pt x="297" y="193"/>
                </a:moveTo>
                <a:cubicBezTo>
                  <a:pt x="233" y="193"/>
                  <a:pt x="233" y="193"/>
                  <a:pt x="233" y="193"/>
                </a:cubicBezTo>
                <a:cubicBezTo>
                  <a:pt x="229" y="193"/>
                  <a:pt x="225" y="196"/>
                  <a:pt x="225" y="201"/>
                </a:cubicBezTo>
                <a:cubicBezTo>
                  <a:pt x="225" y="205"/>
                  <a:pt x="229" y="209"/>
                  <a:pt x="233" y="209"/>
                </a:cubicBezTo>
                <a:cubicBezTo>
                  <a:pt x="297" y="209"/>
                  <a:pt x="297" y="209"/>
                  <a:pt x="297" y="209"/>
                </a:cubicBezTo>
                <a:cubicBezTo>
                  <a:pt x="302" y="209"/>
                  <a:pt x="305" y="205"/>
                  <a:pt x="305" y="201"/>
                </a:cubicBezTo>
                <a:cubicBezTo>
                  <a:pt x="305" y="196"/>
                  <a:pt x="302" y="193"/>
                  <a:pt x="297" y="193"/>
                </a:cubicBezTo>
                <a:moveTo>
                  <a:pt x="81" y="48"/>
                </a:moveTo>
                <a:cubicBezTo>
                  <a:pt x="329" y="48"/>
                  <a:pt x="329" y="48"/>
                  <a:pt x="329" y="48"/>
                </a:cubicBezTo>
                <a:cubicBezTo>
                  <a:pt x="334" y="48"/>
                  <a:pt x="337" y="45"/>
                  <a:pt x="337" y="40"/>
                </a:cubicBezTo>
                <a:cubicBezTo>
                  <a:pt x="337" y="36"/>
                  <a:pt x="334" y="32"/>
                  <a:pt x="329" y="32"/>
                </a:cubicBezTo>
                <a:cubicBezTo>
                  <a:pt x="81" y="32"/>
                  <a:pt x="81" y="32"/>
                  <a:pt x="81" y="32"/>
                </a:cubicBezTo>
                <a:cubicBezTo>
                  <a:pt x="76" y="32"/>
                  <a:pt x="72" y="36"/>
                  <a:pt x="72" y="40"/>
                </a:cubicBezTo>
                <a:cubicBezTo>
                  <a:pt x="72" y="45"/>
                  <a:pt x="76" y="48"/>
                  <a:pt x="81" y="48"/>
                </a:cubicBezTo>
                <a:moveTo>
                  <a:pt x="105" y="305"/>
                </a:moveTo>
                <a:cubicBezTo>
                  <a:pt x="297" y="305"/>
                  <a:pt x="297" y="305"/>
                  <a:pt x="297" y="305"/>
                </a:cubicBezTo>
                <a:cubicBezTo>
                  <a:pt x="302" y="305"/>
                  <a:pt x="305" y="302"/>
                  <a:pt x="305" y="297"/>
                </a:cubicBezTo>
                <a:cubicBezTo>
                  <a:pt x="305" y="293"/>
                  <a:pt x="302" y="289"/>
                  <a:pt x="297" y="289"/>
                </a:cubicBezTo>
                <a:cubicBezTo>
                  <a:pt x="105" y="289"/>
                  <a:pt x="105" y="289"/>
                  <a:pt x="105" y="289"/>
                </a:cubicBezTo>
                <a:cubicBezTo>
                  <a:pt x="100" y="289"/>
                  <a:pt x="97" y="293"/>
                  <a:pt x="97" y="297"/>
                </a:cubicBezTo>
                <a:cubicBezTo>
                  <a:pt x="97" y="302"/>
                  <a:pt x="100" y="305"/>
                  <a:pt x="105" y="305"/>
                </a:cubicBezTo>
                <a:moveTo>
                  <a:pt x="169" y="129"/>
                </a:moveTo>
                <a:cubicBezTo>
                  <a:pt x="233" y="129"/>
                  <a:pt x="233" y="129"/>
                  <a:pt x="233" y="129"/>
                </a:cubicBezTo>
                <a:cubicBezTo>
                  <a:pt x="237" y="129"/>
                  <a:pt x="241" y="125"/>
                  <a:pt x="241" y="121"/>
                </a:cubicBezTo>
                <a:cubicBezTo>
                  <a:pt x="241" y="116"/>
                  <a:pt x="237" y="112"/>
                  <a:pt x="233" y="112"/>
                </a:cubicBezTo>
                <a:cubicBezTo>
                  <a:pt x="169" y="112"/>
                  <a:pt x="169" y="112"/>
                  <a:pt x="169" y="112"/>
                </a:cubicBezTo>
                <a:cubicBezTo>
                  <a:pt x="164" y="112"/>
                  <a:pt x="161" y="116"/>
                  <a:pt x="161" y="121"/>
                </a:cubicBezTo>
                <a:cubicBezTo>
                  <a:pt x="161" y="125"/>
                  <a:pt x="164" y="129"/>
                  <a:pt x="169" y="129"/>
                </a:cubicBezTo>
                <a:moveTo>
                  <a:pt x="105" y="273"/>
                </a:moveTo>
                <a:cubicBezTo>
                  <a:pt x="297" y="273"/>
                  <a:pt x="297" y="273"/>
                  <a:pt x="297" y="273"/>
                </a:cubicBezTo>
                <a:cubicBezTo>
                  <a:pt x="302" y="273"/>
                  <a:pt x="305" y="269"/>
                  <a:pt x="305" y="265"/>
                </a:cubicBezTo>
                <a:cubicBezTo>
                  <a:pt x="305" y="261"/>
                  <a:pt x="302" y="257"/>
                  <a:pt x="297" y="257"/>
                </a:cubicBezTo>
                <a:cubicBezTo>
                  <a:pt x="105" y="257"/>
                  <a:pt x="105" y="257"/>
                  <a:pt x="105" y="257"/>
                </a:cubicBezTo>
                <a:cubicBezTo>
                  <a:pt x="100" y="257"/>
                  <a:pt x="97" y="261"/>
                  <a:pt x="97" y="265"/>
                </a:cubicBezTo>
                <a:cubicBezTo>
                  <a:pt x="97" y="269"/>
                  <a:pt x="100" y="273"/>
                  <a:pt x="105" y="273"/>
                </a:cubicBezTo>
                <a:moveTo>
                  <a:pt x="337" y="64"/>
                </a:moveTo>
                <a:cubicBezTo>
                  <a:pt x="64" y="64"/>
                  <a:pt x="64" y="64"/>
                  <a:pt x="64" y="64"/>
                </a:cubicBezTo>
                <a:cubicBezTo>
                  <a:pt x="56" y="64"/>
                  <a:pt x="48" y="72"/>
                  <a:pt x="48" y="80"/>
                </a:cubicBezTo>
                <a:cubicBezTo>
                  <a:pt x="48" y="112"/>
                  <a:pt x="48" y="112"/>
                  <a:pt x="48" y="112"/>
                </a:cubicBezTo>
                <a:cubicBezTo>
                  <a:pt x="16" y="112"/>
                  <a:pt x="16" y="112"/>
                  <a:pt x="16" y="112"/>
                </a:cubicBezTo>
                <a:cubicBezTo>
                  <a:pt x="7" y="112"/>
                  <a:pt x="0" y="120"/>
                  <a:pt x="0" y="129"/>
                </a:cubicBezTo>
                <a:cubicBezTo>
                  <a:pt x="0" y="305"/>
                  <a:pt x="0" y="305"/>
                  <a:pt x="0" y="305"/>
                </a:cubicBezTo>
                <a:cubicBezTo>
                  <a:pt x="0" y="332"/>
                  <a:pt x="22" y="353"/>
                  <a:pt x="48" y="353"/>
                </a:cubicBezTo>
                <a:cubicBezTo>
                  <a:pt x="337" y="353"/>
                  <a:pt x="337" y="353"/>
                  <a:pt x="337" y="353"/>
                </a:cubicBezTo>
                <a:cubicBezTo>
                  <a:pt x="346" y="353"/>
                  <a:pt x="353" y="346"/>
                  <a:pt x="353" y="337"/>
                </a:cubicBezTo>
                <a:cubicBezTo>
                  <a:pt x="353" y="80"/>
                  <a:pt x="353" y="80"/>
                  <a:pt x="353" y="80"/>
                </a:cubicBezTo>
                <a:cubicBezTo>
                  <a:pt x="353" y="72"/>
                  <a:pt x="346" y="64"/>
                  <a:pt x="337" y="64"/>
                </a:cubicBezTo>
                <a:moveTo>
                  <a:pt x="337" y="337"/>
                </a:moveTo>
                <a:cubicBezTo>
                  <a:pt x="48" y="337"/>
                  <a:pt x="48" y="337"/>
                  <a:pt x="48" y="337"/>
                </a:cubicBezTo>
                <a:cubicBezTo>
                  <a:pt x="31" y="337"/>
                  <a:pt x="16" y="323"/>
                  <a:pt x="16" y="305"/>
                </a:cubicBezTo>
                <a:cubicBezTo>
                  <a:pt x="16" y="129"/>
                  <a:pt x="16" y="129"/>
                  <a:pt x="16" y="129"/>
                </a:cubicBezTo>
                <a:cubicBezTo>
                  <a:pt x="48" y="129"/>
                  <a:pt x="48" y="129"/>
                  <a:pt x="48" y="129"/>
                </a:cubicBezTo>
                <a:cubicBezTo>
                  <a:pt x="48" y="297"/>
                  <a:pt x="48" y="297"/>
                  <a:pt x="48" y="297"/>
                </a:cubicBezTo>
                <a:cubicBezTo>
                  <a:pt x="48" y="302"/>
                  <a:pt x="52" y="305"/>
                  <a:pt x="56" y="305"/>
                </a:cubicBezTo>
                <a:cubicBezTo>
                  <a:pt x="61" y="305"/>
                  <a:pt x="64" y="302"/>
                  <a:pt x="64" y="297"/>
                </a:cubicBezTo>
                <a:cubicBezTo>
                  <a:pt x="64" y="80"/>
                  <a:pt x="64" y="80"/>
                  <a:pt x="64" y="80"/>
                </a:cubicBezTo>
                <a:cubicBezTo>
                  <a:pt x="337" y="80"/>
                  <a:pt x="337" y="80"/>
                  <a:pt x="337" y="80"/>
                </a:cubicBezTo>
                <a:lnTo>
                  <a:pt x="337" y="337"/>
                </a:lnTo>
                <a:close/>
                <a:moveTo>
                  <a:pt x="137" y="129"/>
                </a:moveTo>
                <a:cubicBezTo>
                  <a:pt x="141" y="129"/>
                  <a:pt x="145" y="125"/>
                  <a:pt x="145" y="121"/>
                </a:cubicBezTo>
                <a:cubicBezTo>
                  <a:pt x="145" y="116"/>
                  <a:pt x="141" y="112"/>
                  <a:pt x="137" y="112"/>
                </a:cubicBezTo>
                <a:cubicBezTo>
                  <a:pt x="132" y="112"/>
                  <a:pt x="129" y="116"/>
                  <a:pt x="129" y="121"/>
                </a:cubicBezTo>
                <a:cubicBezTo>
                  <a:pt x="129" y="125"/>
                  <a:pt x="132" y="129"/>
                  <a:pt x="137" y="129"/>
                </a:cubicBezTo>
                <a:moveTo>
                  <a:pt x="105" y="241"/>
                </a:moveTo>
                <a:cubicBezTo>
                  <a:pt x="185" y="241"/>
                  <a:pt x="185" y="241"/>
                  <a:pt x="185" y="241"/>
                </a:cubicBezTo>
                <a:cubicBezTo>
                  <a:pt x="189" y="241"/>
                  <a:pt x="193" y="237"/>
                  <a:pt x="193" y="233"/>
                </a:cubicBezTo>
                <a:cubicBezTo>
                  <a:pt x="193" y="169"/>
                  <a:pt x="193" y="169"/>
                  <a:pt x="193" y="169"/>
                </a:cubicBezTo>
                <a:cubicBezTo>
                  <a:pt x="193" y="164"/>
                  <a:pt x="189" y="161"/>
                  <a:pt x="185" y="161"/>
                </a:cubicBezTo>
                <a:cubicBezTo>
                  <a:pt x="105" y="161"/>
                  <a:pt x="105" y="161"/>
                  <a:pt x="105" y="161"/>
                </a:cubicBezTo>
                <a:cubicBezTo>
                  <a:pt x="100" y="161"/>
                  <a:pt x="97" y="164"/>
                  <a:pt x="97" y="169"/>
                </a:cubicBezTo>
                <a:cubicBezTo>
                  <a:pt x="97" y="233"/>
                  <a:pt x="97" y="233"/>
                  <a:pt x="97" y="233"/>
                </a:cubicBezTo>
                <a:cubicBezTo>
                  <a:pt x="97" y="237"/>
                  <a:pt x="100" y="241"/>
                  <a:pt x="105" y="241"/>
                </a:cubicBezTo>
                <a:moveTo>
                  <a:pt x="113" y="177"/>
                </a:moveTo>
                <a:cubicBezTo>
                  <a:pt x="177" y="177"/>
                  <a:pt x="177" y="177"/>
                  <a:pt x="177" y="177"/>
                </a:cubicBezTo>
                <a:cubicBezTo>
                  <a:pt x="177" y="225"/>
                  <a:pt x="177" y="225"/>
                  <a:pt x="177" y="225"/>
                </a:cubicBezTo>
                <a:cubicBezTo>
                  <a:pt x="113" y="225"/>
                  <a:pt x="113" y="225"/>
                  <a:pt x="113" y="225"/>
                </a:cubicBezTo>
                <a:lnTo>
                  <a:pt x="113" y="177"/>
                </a:lnTo>
                <a:close/>
                <a:moveTo>
                  <a:pt x="105" y="129"/>
                </a:moveTo>
                <a:cubicBezTo>
                  <a:pt x="109" y="129"/>
                  <a:pt x="113" y="125"/>
                  <a:pt x="113" y="121"/>
                </a:cubicBezTo>
                <a:cubicBezTo>
                  <a:pt x="113" y="116"/>
                  <a:pt x="109" y="112"/>
                  <a:pt x="105" y="112"/>
                </a:cubicBezTo>
                <a:cubicBezTo>
                  <a:pt x="100" y="112"/>
                  <a:pt x="97" y="116"/>
                  <a:pt x="97" y="121"/>
                </a:cubicBezTo>
                <a:cubicBezTo>
                  <a:pt x="97" y="125"/>
                  <a:pt x="100" y="129"/>
                  <a:pt x="105" y="129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3" name="Freeform 93"/>
          <p:cNvSpPr>
            <a:spLocks noEditPoints="1"/>
          </p:cNvSpPr>
          <p:nvPr/>
        </p:nvSpPr>
        <p:spPr bwMode="auto">
          <a:xfrm>
            <a:off x="6305551" y="3117851"/>
            <a:ext cx="575733" cy="575733"/>
          </a:xfrm>
          <a:custGeom>
            <a:avLst/>
            <a:gdLst>
              <a:gd name="T0" fmla="*/ 264 w 353"/>
              <a:gd name="T1" fmla="*/ 169 h 353"/>
              <a:gd name="T2" fmla="*/ 184 w 353"/>
              <a:gd name="T3" fmla="*/ 169 h 353"/>
              <a:gd name="T4" fmla="*/ 184 w 353"/>
              <a:gd name="T5" fmla="*/ 88 h 353"/>
              <a:gd name="T6" fmla="*/ 176 w 353"/>
              <a:gd name="T7" fmla="*/ 80 h 353"/>
              <a:gd name="T8" fmla="*/ 168 w 353"/>
              <a:gd name="T9" fmla="*/ 88 h 353"/>
              <a:gd name="T10" fmla="*/ 168 w 353"/>
              <a:gd name="T11" fmla="*/ 169 h 353"/>
              <a:gd name="T12" fmla="*/ 88 w 353"/>
              <a:gd name="T13" fmla="*/ 169 h 353"/>
              <a:gd name="T14" fmla="*/ 80 w 353"/>
              <a:gd name="T15" fmla="*/ 177 h 353"/>
              <a:gd name="T16" fmla="*/ 88 w 353"/>
              <a:gd name="T17" fmla="*/ 185 h 353"/>
              <a:gd name="T18" fmla="*/ 168 w 353"/>
              <a:gd name="T19" fmla="*/ 185 h 353"/>
              <a:gd name="T20" fmla="*/ 168 w 353"/>
              <a:gd name="T21" fmla="*/ 265 h 353"/>
              <a:gd name="T22" fmla="*/ 176 w 353"/>
              <a:gd name="T23" fmla="*/ 273 h 353"/>
              <a:gd name="T24" fmla="*/ 184 w 353"/>
              <a:gd name="T25" fmla="*/ 265 h 353"/>
              <a:gd name="T26" fmla="*/ 184 w 353"/>
              <a:gd name="T27" fmla="*/ 185 h 353"/>
              <a:gd name="T28" fmla="*/ 264 w 353"/>
              <a:gd name="T29" fmla="*/ 185 h 353"/>
              <a:gd name="T30" fmla="*/ 273 w 353"/>
              <a:gd name="T31" fmla="*/ 177 h 353"/>
              <a:gd name="T32" fmla="*/ 264 w 353"/>
              <a:gd name="T33" fmla="*/ 169 h 353"/>
              <a:gd name="T34" fmla="*/ 176 w 353"/>
              <a:gd name="T35" fmla="*/ 0 h 353"/>
              <a:gd name="T36" fmla="*/ 0 w 353"/>
              <a:gd name="T37" fmla="*/ 177 h 353"/>
              <a:gd name="T38" fmla="*/ 176 w 353"/>
              <a:gd name="T39" fmla="*/ 353 h 353"/>
              <a:gd name="T40" fmla="*/ 353 w 353"/>
              <a:gd name="T41" fmla="*/ 177 h 353"/>
              <a:gd name="T42" fmla="*/ 176 w 353"/>
              <a:gd name="T43" fmla="*/ 0 h 353"/>
              <a:gd name="T44" fmla="*/ 176 w 353"/>
              <a:gd name="T45" fmla="*/ 337 h 353"/>
              <a:gd name="T46" fmla="*/ 16 w 353"/>
              <a:gd name="T47" fmla="*/ 177 h 353"/>
              <a:gd name="T48" fmla="*/ 176 w 353"/>
              <a:gd name="T49" fmla="*/ 16 h 353"/>
              <a:gd name="T50" fmla="*/ 337 w 353"/>
              <a:gd name="T51" fmla="*/ 177 h 353"/>
              <a:gd name="T52" fmla="*/ 176 w 353"/>
              <a:gd name="T53" fmla="*/ 337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353" h="353">
                <a:moveTo>
                  <a:pt x="264" y="169"/>
                </a:moveTo>
                <a:cubicBezTo>
                  <a:pt x="184" y="169"/>
                  <a:pt x="184" y="169"/>
                  <a:pt x="184" y="169"/>
                </a:cubicBezTo>
                <a:cubicBezTo>
                  <a:pt x="184" y="88"/>
                  <a:pt x="184" y="88"/>
                  <a:pt x="184" y="88"/>
                </a:cubicBezTo>
                <a:cubicBezTo>
                  <a:pt x="184" y="84"/>
                  <a:pt x="181" y="80"/>
                  <a:pt x="176" y="80"/>
                </a:cubicBezTo>
                <a:cubicBezTo>
                  <a:pt x="172" y="80"/>
                  <a:pt x="168" y="84"/>
                  <a:pt x="168" y="88"/>
                </a:cubicBezTo>
                <a:cubicBezTo>
                  <a:pt x="168" y="169"/>
                  <a:pt x="168" y="169"/>
                  <a:pt x="168" y="169"/>
                </a:cubicBezTo>
                <a:cubicBezTo>
                  <a:pt x="88" y="169"/>
                  <a:pt x="88" y="169"/>
                  <a:pt x="88" y="169"/>
                </a:cubicBezTo>
                <a:cubicBezTo>
                  <a:pt x="83" y="169"/>
                  <a:pt x="80" y="172"/>
                  <a:pt x="80" y="177"/>
                </a:cubicBezTo>
                <a:cubicBezTo>
                  <a:pt x="80" y="181"/>
                  <a:pt x="83" y="185"/>
                  <a:pt x="88" y="185"/>
                </a:cubicBezTo>
                <a:cubicBezTo>
                  <a:pt x="168" y="185"/>
                  <a:pt x="168" y="185"/>
                  <a:pt x="168" y="185"/>
                </a:cubicBezTo>
                <a:cubicBezTo>
                  <a:pt x="168" y="265"/>
                  <a:pt x="168" y="265"/>
                  <a:pt x="168" y="265"/>
                </a:cubicBezTo>
                <a:cubicBezTo>
                  <a:pt x="168" y="269"/>
                  <a:pt x="172" y="273"/>
                  <a:pt x="176" y="273"/>
                </a:cubicBezTo>
                <a:cubicBezTo>
                  <a:pt x="181" y="273"/>
                  <a:pt x="184" y="269"/>
                  <a:pt x="184" y="265"/>
                </a:cubicBezTo>
                <a:cubicBezTo>
                  <a:pt x="184" y="185"/>
                  <a:pt x="184" y="185"/>
                  <a:pt x="184" y="185"/>
                </a:cubicBezTo>
                <a:cubicBezTo>
                  <a:pt x="264" y="185"/>
                  <a:pt x="264" y="185"/>
                  <a:pt x="264" y="185"/>
                </a:cubicBezTo>
                <a:cubicBezTo>
                  <a:pt x="269" y="185"/>
                  <a:pt x="273" y="181"/>
                  <a:pt x="273" y="177"/>
                </a:cubicBezTo>
                <a:cubicBezTo>
                  <a:pt x="273" y="172"/>
                  <a:pt x="269" y="169"/>
                  <a:pt x="264" y="169"/>
                </a:cubicBezTo>
                <a:moveTo>
                  <a:pt x="176" y="0"/>
                </a:moveTo>
                <a:cubicBezTo>
                  <a:pt x="79" y="0"/>
                  <a:pt x="0" y="79"/>
                  <a:pt x="0" y="177"/>
                </a:cubicBezTo>
                <a:cubicBezTo>
                  <a:pt x="0" y="274"/>
                  <a:pt x="79" y="353"/>
                  <a:pt x="176" y="353"/>
                </a:cubicBezTo>
                <a:cubicBezTo>
                  <a:pt x="274" y="353"/>
                  <a:pt x="353" y="274"/>
                  <a:pt x="353" y="177"/>
                </a:cubicBezTo>
                <a:cubicBezTo>
                  <a:pt x="353" y="79"/>
                  <a:pt x="274" y="0"/>
                  <a:pt x="176" y="0"/>
                </a:cubicBezTo>
                <a:moveTo>
                  <a:pt x="176" y="337"/>
                </a:moveTo>
                <a:cubicBezTo>
                  <a:pt x="88" y="337"/>
                  <a:pt x="16" y="265"/>
                  <a:pt x="16" y="177"/>
                </a:cubicBezTo>
                <a:cubicBezTo>
                  <a:pt x="16" y="88"/>
                  <a:pt x="88" y="16"/>
                  <a:pt x="176" y="16"/>
                </a:cubicBezTo>
                <a:cubicBezTo>
                  <a:pt x="265" y="16"/>
                  <a:pt x="337" y="88"/>
                  <a:pt x="337" y="177"/>
                </a:cubicBezTo>
                <a:cubicBezTo>
                  <a:pt x="337" y="265"/>
                  <a:pt x="265" y="337"/>
                  <a:pt x="176" y="337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4" name="Freeform 94"/>
          <p:cNvSpPr>
            <a:spLocks noEditPoints="1"/>
          </p:cNvSpPr>
          <p:nvPr/>
        </p:nvSpPr>
        <p:spPr bwMode="auto">
          <a:xfrm>
            <a:off x="7404100" y="3117851"/>
            <a:ext cx="575733" cy="575733"/>
          </a:xfrm>
          <a:custGeom>
            <a:avLst/>
            <a:gdLst>
              <a:gd name="T0" fmla="*/ 265 w 353"/>
              <a:gd name="T1" fmla="*/ 169 h 353"/>
              <a:gd name="T2" fmla="*/ 88 w 353"/>
              <a:gd name="T3" fmla="*/ 169 h 353"/>
              <a:gd name="T4" fmla="*/ 80 w 353"/>
              <a:gd name="T5" fmla="*/ 177 h 353"/>
              <a:gd name="T6" fmla="*/ 88 w 353"/>
              <a:gd name="T7" fmla="*/ 185 h 353"/>
              <a:gd name="T8" fmla="*/ 265 w 353"/>
              <a:gd name="T9" fmla="*/ 185 h 353"/>
              <a:gd name="T10" fmla="*/ 273 w 353"/>
              <a:gd name="T11" fmla="*/ 177 h 353"/>
              <a:gd name="T12" fmla="*/ 265 w 353"/>
              <a:gd name="T13" fmla="*/ 169 h 353"/>
              <a:gd name="T14" fmla="*/ 176 w 353"/>
              <a:gd name="T15" fmla="*/ 0 h 353"/>
              <a:gd name="T16" fmla="*/ 0 w 353"/>
              <a:gd name="T17" fmla="*/ 177 h 353"/>
              <a:gd name="T18" fmla="*/ 176 w 353"/>
              <a:gd name="T19" fmla="*/ 353 h 353"/>
              <a:gd name="T20" fmla="*/ 353 w 353"/>
              <a:gd name="T21" fmla="*/ 177 h 353"/>
              <a:gd name="T22" fmla="*/ 176 w 353"/>
              <a:gd name="T23" fmla="*/ 0 h 353"/>
              <a:gd name="T24" fmla="*/ 176 w 353"/>
              <a:gd name="T25" fmla="*/ 337 h 353"/>
              <a:gd name="T26" fmla="*/ 16 w 353"/>
              <a:gd name="T27" fmla="*/ 177 h 353"/>
              <a:gd name="T28" fmla="*/ 176 w 353"/>
              <a:gd name="T29" fmla="*/ 16 h 353"/>
              <a:gd name="T30" fmla="*/ 337 w 353"/>
              <a:gd name="T31" fmla="*/ 177 h 353"/>
              <a:gd name="T32" fmla="*/ 176 w 353"/>
              <a:gd name="T33" fmla="*/ 337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353" h="353">
                <a:moveTo>
                  <a:pt x="265" y="169"/>
                </a:moveTo>
                <a:cubicBezTo>
                  <a:pt x="88" y="169"/>
                  <a:pt x="88" y="169"/>
                  <a:pt x="88" y="169"/>
                </a:cubicBezTo>
                <a:cubicBezTo>
                  <a:pt x="84" y="169"/>
                  <a:pt x="80" y="172"/>
                  <a:pt x="80" y="177"/>
                </a:cubicBezTo>
                <a:cubicBezTo>
                  <a:pt x="80" y="181"/>
                  <a:pt x="84" y="185"/>
                  <a:pt x="88" y="185"/>
                </a:cubicBezTo>
                <a:cubicBezTo>
                  <a:pt x="265" y="185"/>
                  <a:pt x="265" y="185"/>
                  <a:pt x="265" y="185"/>
                </a:cubicBezTo>
                <a:cubicBezTo>
                  <a:pt x="269" y="185"/>
                  <a:pt x="273" y="181"/>
                  <a:pt x="273" y="177"/>
                </a:cubicBezTo>
                <a:cubicBezTo>
                  <a:pt x="273" y="172"/>
                  <a:pt x="269" y="169"/>
                  <a:pt x="265" y="169"/>
                </a:cubicBezTo>
                <a:moveTo>
                  <a:pt x="176" y="0"/>
                </a:moveTo>
                <a:cubicBezTo>
                  <a:pt x="79" y="0"/>
                  <a:pt x="0" y="79"/>
                  <a:pt x="0" y="177"/>
                </a:cubicBezTo>
                <a:cubicBezTo>
                  <a:pt x="0" y="274"/>
                  <a:pt x="79" y="353"/>
                  <a:pt x="176" y="353"/>
                </a:cubicBezTo>
                <a:cubicBezTo>
                  <a:pt x="274" y="353"/>
                  <a:pt x="353" y="274"/>
                  <a:pt x="353" y="177"/>
                </a:cubicBezTo>
                <a:cubicBezTo>
                  <a:pt x="353" y="79"/>
                  <a:pt x="274" y="0"/>
                  <a:pt x="176" y="0"/>
                </a:cubicBezTo>
                <a:moveTo>
                  <a:pt x="176" y="337"/>
                </a:moveTo>
                <a:cubicBezTo>
                  <a:pt x="88" y="337"/>
                  <a:pt x="16" y="265"/>
                  <a:pt x="16" y="177"/>
                </a:cubicBezTo>
                <a:cubicBezTo>
                  <a:pt x="16" y="88"/>
                  <a:pt x="88" y="16"/>
                  <a:pt x="176" y="16"/>
                </a:cubicBezTo>
                <a:cubicBezTo>
                  <a:pt x="265" y="16"/>
                  <a:pt x="337" y="88"/>
                  <a:pt x="337" y="177"/>
                </a:cubicBezTo>
                <a:cubicBezTo>
                  <a:pt x="337" y="265"/>
                  <a:pt x="265" y="337"/>
                  <a:pt x="176" y="337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5" name="Freeform 95"/>
          <p:cNvSpPr>
            <a:spLocks noEditPoints="1"/>
          </p:cNvSpPr>
          <p:nvPr/>
        </p:nvSpPr>
        <p:spPr bwMode="auto">
          <a:xfrm>
            <a:off x="8504767" y="3168652"/>
            <a:ext cx="575733" cy="472017"/>
          </a:xfrm>
          <a:custGeom>
            <a:avLst/>
            <a:gdLst>
              <a:gd name="T0" fmla="*/ 89 w 353"/>
              <a:gd name="T1" fmla="*/ 113 h 289"/>
              <a:gd name="T2" fmla="*/ 105 w 353"/>
              <a:gd name="T3" fmla="*/ 113 h 289"/>
              <a:gd name="T4" fmla="*/ 113 w 353"/>
              <a:gd name="T5" fmla="*/ 105 h 289"/>
              <a:gd name="T6" fmla="*/ 105 w 353"/>
              <a:gd name="T7" fmla="*/ 97 h 289"/>
              <a:gd name="T8" fmla="*/ 89 w 353"/>
              <a:gd name="T9" fmla="*/ 97 h 289"/>
              <a:gd name="T10" fmla="*/ 80 w 353"/>
              <a:gd name="T11" fmla="*/ 105 h 289"/>
              <a:gd name="T12" fmla="*/ 89 w 353"/>
              <a:gd name="T13" fmla="*/ 113 h 289"/>
              <a:gd name="T14" fmla="*/ 337 w 353"/>
              <a:gd name="T15" fmla="*/ 32 h 289"/>
              <a:gd name="T16" fmla="*/ 241 w 353"/>
              <a:gd name="T17" fmla="*/ 32 h 289"/>
              <a:gd name="T18" fmla="*/ 209 w 353"/>
              <a:gd name="T19" fmla="*/ 0 h 289"/>
              <a:gd name="T20" fmla="*/ 145 w 353"/>
              <a:gd name="T21" fmla="*/ 0 h 289"/>
              <a:gd name="T22" fmla="*/ 113 w 353"/>
              <a:gd name="T23" fmla="*/ 32 h 289"/>
              <a:gd name="T24" fmla="*/ 16 w 353"/>
              <a:gd name="T25" fmla="*/ 32 h 289"/>
              <a:gd name="T26" fmla="*/ 0 w 353"/>
              <a:gd name="T27" fmla="*/ 48 h 289"/>
              <a:gd name="T28" fmla="*/ 0 w 353"/>
              <a:gd name="T29" fmla="*/ 273 h 289"/>
              <a:gd name="T30" fmla="*/ 16 w 353"/>
              <a:gd name="T31" fmla="*/ 289 h 289"/>
              <a:gd name="T32" fmla="*/ 337 w 353"/>
              <a:gd name="T33" fmla="*/ 289 h 289"/>
              <a:gd name="T34" fmla="*/ 353 w 353"/>
              <a:gd name="T35" fmla="*/ 273 h 289"/>
              <a:gd name="T36" fmla="*/ 353 w 353"/>
              <a:gd name="T37" fmla="*/ 48 h 289"/>
              <a:gd name="T38" fmla="*/ 337 w 353"/>
              <a:gd name="T39" fmla="*/ 32 h 289"/>
              <a:gd name="T40" fmla="*/ 145 w 353"/>
              <a:gd name="T41" fmla="*/ 16 h 289"/>
              <a:gd name="T42" fmla="*/ 209 w 353"/>
              <a:gd name="T43" fmla="*/ 16 h 289"/>
              <a:gd name="T44" fmla="*/ 225 w 353"/>
              <a:gd name="T45" fmla="*/ 32 h 289"/>
              <a:gd name="T46" fmla="*/ 129 w 353"/>
              <a:gd name="T47" fmla="*/ 32 h 289"/>
              <a:gd name="T48" fmla="*/ 145 w 353"/>
              <a:gd name="T49" fmla="*/ 16 h 289"/>
              <a:gd name="T50" fmla="*/ 48 w 353"/>
              <a:gd name="T51" fmla="*/ 225 h 289"/>
              <a:gd name="T52" fmla="*/ 40 w 353"/>
              <a:gd name="T53" fmla="*/ 233 h 289"/>
              <a:gd name="T54" fmla="*/ 48 w 353"/>
              <a:gd name="T55" fmla="*/ 241 h 289"/>
              <a:gd name="T56" fmla="*/ 48 w 353"/>
              <a:gd name="T57" fmla="*/ 273 h 289"/>
              <a:gd name="T58" fmla="*/ 16 w 353"/>
              <a:gd name="T59" fmla="*/ 273 h 289"/>
              <a:gd name="T60" fmla="*/ 16 w 353"/>
              <a:gd name="T61" fmla="*/ 48 h 289"/>
              <a:gd name="T62" fmla="*/ 48 w 353"/>
              <a:gd name="T63" fmla="*/ 48 h 289"/>
              <a:gd name="T64" fmla="*/ 48 w 353"/>
              <a:gd name="T65" fmla="*/ 225 h 289"/>
              <a:gd name="T66" fmla="*/ 289 w 353"/>
              <a:gd name="T67" fmla="*/ 225 h 289"/>
              <a:gd name="T68" fmla="*/ 281 w 353"/>
              <a:gd name="T69" fmla="*/ 233 h 289"/>
              <a:gd name="T70" fmla="*/ 289 w 353"/>
              <a:gd name="T71" fmla="*/ 241 h 289"/>
              <a:gd name="T72" fmla="*/ 289 w 353"/>
              <a:gd name="T73" fmla="*/ 273 h 289"/>
              <a:gd name="T74" fmla="*/ 64 w 353"/>
              <a:gd name="T75" fmla="*/ 273 h 289"/>
              <a:gd name="T76" fmla="*/ 64 w 353"/>
              <a:gd name="T77" fmla="*/ 241 h 289"/>
              <a:gd name="T78" fmla="*/ 72 w 353"/>
              <a:gd name="T79" fmla="*/ 233 h 289"/>
              <a:gd name="T80" fmla="*/ 64 w 353"/>
              <a:gd name="T81" fmla="*/ 225 h 289"/>
              <a:gd name="T82" fmla="*/ 64 w 353"/>
              <a:gd name="T83" fmla="*/ 48 h 289"/>
              <a:gd name="T84" fmla="*/ 289 w 353"/>
              <a:gd name="T85" fmla="*/ 48 h 289"/>
              <a:gd name="T86" fmla="*/ 289 w 353"/>
              <a:gd name="T87" fmla="*/ 225 h 289"/>
              <a:gd name="T88" fmla="*/ 337 w 353"/>
              <a:gd name="T89" fmla="*/ 273 h 289"/>
              <a:gd name="T90" fmla="*/ 305 w 353"/>
              <a:gd name="T91" fmla="*/ 273 h 289"/>
              <a:gd name="T92" fmla="*/ 305 w 353"/>
              <a:gd name="T93" fmla="*/ 241 h 289"/>
              <a:gd name="T94" fmla="*/ 313 w 353"/>
              <a:gd name="T95" fmla="*/ 233 h 289"/>
              <a:gd name="T96" fmla="*/ 305 w 353"/>
              <a:gd name="T97" fmla="*/ 225 h 289"/>
              <a:gd name="T98" fmla="*/ 305 w 353"/>
              <a:gd name="T99" fmla="*/ 48 h 289"/>
              <a:gd name="T100" fmla="*/ 337 w 353"/>
              <a:gd name="T101" fmla="*/ 48 h 289"/>
              <a:gd name="T102" fmla="*/ 337 w 353"/>
              <a:gd name="T103" fmla="*/ 273 h 289"/>
              <a:gd name="T104" fmla="*/ 89 w 353"/>
              <a:gd name="T105" fmla="*/ 80 h 289"/>
              <a:gd name="T106" fmla="*/ 137 w 353"/>
              <a:gd name="T107" fmla="*/ 80 h 289"/>
              <a:gd name="T108" fmla="*/ 145 w 353"/>
              <a:gd name="T109" fmla="*/ 72 h 289"/>
              <a:gd name="T110" fmla="*/ 137 w 353"/>
              <a:gd name="T111" fmla="*/ 64 h 289"/>
              <a:gd name="T112" fmla="*/ 89 w 353"/>
              <a:gd name="T113" fmla="*/ 64 h 289"/>
              <a:gd name="T114" fmla="*/ 80 w 353"/>
              <a:gd name="T115" fmla="*/ 72 h 289"/>
              <a:gd name="T116" fmla="*/ 89 w 353"/>
              <a:gd name="T117" fmla="*/ 80 h 2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353" h="289">
                <a:moveTo>
                  <a:pt x="89" y="113"/>
                </a:moveTo>
                <a:cubicBezTo>
                  <a:pt x="105" y="113"/>
                  <a:pt x="105" y="113"/>
                  <a:pt x="105" y="113"/>
                </a:cubicBezTo>
                <a:cubicBezTo>
                  <a:pt x="109" y="113"/>
                  <a:pt x="113" y="109"/>
                  <a:pt x="113" y="105"/>
                </a:cubicBezTo>
                <a:cubicBezTo>
                  <a:pt x="113" y="100"/>
                  <a:pt x="109" y="97"/>
                  <a:pt x="105" y="97"/>
                </a:cubicBezTo>
                <a:cubicBezTo>
                  <a:pt x="89" y="97"/>
                  <a:pt x="89" y="97"/>
                  <a:pt x="89" y="97"/>
                </a:cubicBezTo>
                <a:cubicBezTo>
                  <a:pt x="84" y="97"/>
                  <a:pt x="80" y="100"/>
                  <a:pt x="80" y="105"/>
                </a:cubicBezTo>
                <a:cubicBezTo>
                  <a:pt x="80" y="109"/>
                  <a:pt x="84" y="113"/>
                  <a:pt x="89" y="113"/>
                </a:cubicBezTo>
                <a:moveTo>
                  <a:pt x="337" y="32"/>
                </a:moveTo>
                <a:cubicBezTo>
                  <a:pt x="241" y="32"/>
                  <a:pt x="241" y="32"/>
                  <a:pt x="241" y="32"/>
                </a:cubicBezTo>
                <a:cubicBezTo>
                  <a:pt x="241" y="15"/>
                  <a:pt x="227" y="0"/>
                  <a:pt x="209" y="0"/>
                </a:cubicBezTo>
                <a:cubicBezTo>
                  <a:pt x="145" y="0"/>
                  <a:pt x="145" y="0"/>
                  <a:pt x="145" y="0"/>
                </a:cubicBezTo>
                <a:cubicBezTo>
                  <a:pt x="127" y="0"/>
                  <a:pt x="113" y="15"/>
                  <a:pt x="113" y="32"/>
                </a:cubicBezTo>
                <a:cubicBezTo>
                  <a:pt x="16" y="32"/>
                  <a:pt x="16" y="32"/>
                  <a:pt x="16" y="32"/>
                </a:cubicBezTo>
                <a:cubicBezTo>
                  <a:pt x="7" y="32"/>
                  <a:pt x="0" y="40"/>
                  <a:pt x="0" y="48"/>
                </a:cubicBezTo>
                <a:cubicBezTo>
                  <a:pt x="0" y="273"/>
                  <a:pt x="0" y="273"/>
                  <a:pt x="0" y="273"/>
                </a:cubicBezTo>
                <a:cubicBezTo>
                  <a:pt x="0" y="282"/>
                  <a:pt x="7" y="289"/>
                  <a:pt x="16" y="289"/>
                </a:cubicBezTo>
                <a:cubicBezTo>
                  <a:pt x="337" y="289"/>
                  <a:pt x="337" y="289"/>
                  <a:pt x="337" y="289"/>
                </a:cubicBezTo>
                <a:cubicBezTo>
                  <a:pt x="346" y="289"/>
                  <a:pt x="353" y="282"/>
                  <a:pt x="353" y="273"/>
                </a:cubicBezTo>
                <a:cubicBezTo>
                  <a:pt x="353" y="48"/>
                  <a:pt x="353" y="48"/>
                  <a:pt x="353" y="48"/>
                </a:cubicBezTo>
                <a:cubicBezTo>
                  <a:pt x="353" y="40"/>
                  <a:pt x="346" y="32"/>
                  <a:pt x="337" y="32"/>
                </a:cubicBezTo>
                <a:moveTo>
                  <a:pt x="145" y="16"/>
                </a:moveTo>
                <a:cubicBezTo>
                  <a:pt x="209" y="16"/>
                  <a:pt x="209" y="16"/>
                  <a:pt x="209" y="16"/>
                </a:cubicBezTo>
                <a:cubicBezTo>
                  <a:pt x="218" y="16"/>
                  <a:pt x="225" y="23"/>
                  <a:pt x="225" y="32"/>
                </a:cubicBezTo>
                <a:cubicBezTo>
                  <a:pt x="129" y="32"/>
                  <a:pt x="129" y="32"/>
                  <a:pt x="129" y="32"/>
                </a:cubicBezTo>
                <a:cubicBezTo>
                  <a:pt x="129" y="23"/>
                  <a:pt x="136" y="16"/>
                  <a:pt x="145" y="16"/>
                </a:cubicBezTo>
                <a:moveTo>
                  <a:pt x="48" y="225"/>
                </a:moveTo>
                <a:cubicBezTo>
                  <a:pt x="44" y="225"/>
                  <a:pt x="40" y="229"/>
                  <a:pt x="40" y="233"/>
                </a:cubicBezTo>
                <a:cubicBezTo>
                  <a:pt x="40" y="237"/>
                  <a:pt x="44" y="241"/>
                  <a:pt x="48" y="241"/>
                </a:cubicBezTo>
                <a:cubicBezTo>
                  <a:pt x="48" y="273"/>
                  <a:pt x="48" y="273"/>
                  <a:pt x="48" y="273"/>
                </a:cubicBezTo>
                <a:cubicBezTo>
                  <a:pt x="16" y="273"/>
                  <a:pt x="16" y="273"/>
                  <a:pt x="16" y="273"/>
                </a:cubicBezTo>
                <a:cubicBezTo>
                  <a:pt x="16" y="48"/>
                  <a:pt x="16" y="48"/>
                  <a:pt x="16" y="48"/>
                </a:cubicBezTo>
                <a:cubicBezTo>
                  <a:pt x="48" y="48"/>
                  <a:pt x="48" y="48"/>
                  <a:pt x="48" y="48"/>
                </a:cubicBezTo>
                <a:lnTo>
                  <a:pt x="48" y="225"/>
                </a:lnTo>
                <a:close/>
                <a:moveTo>
                  <a:pt x="289" y="225"/>
                </a:moveTo>
                <a:cubicBezTo>
                  <a:pt x="285" y="225"/>
                  <a:pt x="281" y="229"/>
                  <a:pt x="281" y="233"/>
                </a:cubicBezTo>
                <a:cubicBezTo>
                  <a:pt x="281" y="237"/>
                  <a:pt x="285" y="241"/>
                  <a:pt x="289" y="241"/>
                </a:cubicBezTo>
                <a:cubicBezTo>
                  <a:pt x="289" y="273"/>
                  <a:pt x="289" y="273"/>
                  <a:pt x="289" y="273"/>
                </a:cubicBezTo>
                <a:cubicBezTo>
                  <a:pt x="64" y="273"/>
                  <a:pt x="64" y="273"/>
                  <a:pt x="64" y="273"/>
                </a:cubicBezTo>
                <a:cubicBezTo>
                  <a:pt x="64" y="241"/>
                  <a:pt x="64" y="241"/>
                  <a:pt x="64" y="241"/>
                </a:cubicBezTo>
                <a:cubicBezTo>
                  <a:pt x="69" y="241"/>
                  <a:pt x="72" y="237"/>
                  <a:pt x="72" y="233"/>
                </a:cubicBezTo>
                <a:cubicBezTo>
                  <a:pt x="72" y="229"/>
                  <a:pt x="69" y="225"/>
                  <a:pt x="64" y="225"/>
                </a:cubicBezTo>
                <a:cubicBezTo>
                  <a:pt x="64" y="48"/>
                  <a:pt x="64" y="48"/>
                  <a:pt x="64" y="48"/>
                </a:cubicBezTo>
                <a:cubicBezTo>
                  <a:pt x="289" y="48"/>
                  <a:pt x="289" y="48"/>
                  <a:pt x="289" y="48"/>
                </a:cubicBezTo>
                <a:lnTo>
                  <a:pt x="289" y="225"/>
                </a:lnTo>
                <a:close/>
                <a:moveTo>
                  <a:pt x="337" y="273"/>
                </a:moveTo>
                <a:cubicBezTo>
                  <a:pt x="305" y="273"/>
                  <a:pt x="305" y="273"/>
                  <a:pt x="305" y="273"/>
                </a:cubicBezTo>
                <a:cubicBezTo>
                  <a:pt x="305" y="241"/>
                  <a:pt x="305" y="241"/>
                  <a:pt x="305" y="241"/>
                </a:cubicBezTo>
                <a:cubicBezTo>
                  <a:pt x="310" y="241"/>
                  <a:pt x="313" y="237"/>
                  <a:pt x="313" y="233"/>
                </a:cubicBezTo>
                <a:cubicBezTo>
                  <a:pt x="313" y="229"/>
                  <a:pt x="310" y="225"/>
                  <a:pt x="305" y="225"/>
                </a:cubicBezTo>
                <a:cubicBezTo>
                  <a:pt x="305" y="48"/>
                  <a:pt x="305" y="48"/>
                  <a:pt x="305" y="48"/>
                </a:cubicBezTo>
                <a:cubicBezTo>
                  <a:pt x="337" y="48"/>
                  <a:pt x="337" y="48"/>
                  <a:pt x="337" y="48"/>
                </a:cubicBezTo>
                <a:lnTo>
                  <a:pt x="337" y="273"/>
                </a:lnTo>
                <a:close/>
                <a:moveTo>
                  <a:pt x="89" y="80"/>
                </a:moveTo>
                <a:cubicBezTo>
                  <a:pt x="137" y="80"/>
                  <a:pt x="137" y="80"/>
                  <a:pt x="137" y="80"/>
                </a:cubicBezTo>
                <a:cubicBezTo>
                  <a:pt x="141" y="80"/>
                  <a:pt x="145" y="77"/>
                  <a:pt x="145" y="72"/>
                </a:cubicBezTo>
                <a:cubicBezTo>
                  <a:pt x="145" y="68"/>
                  <a:pt x="141" y="64"/>
                  <a:pt x="137" y="64"/>
                </a:cubicBezTo>
                <a:cubicBezTo>
                  <a:pt x="89" y="64"/>
                  <a:pt x="89" y="64"/>
                  <a:pt x="89" y="64"/>
                </a:cubicBezTo>
                <a:cubicBezTo>
                  <a:pt x="84" y="64"/>
                  <a:pt x="80" y="68"/>
                  <a:pt x="80" y="72"/>
                </a:cubicBezTo>
                <a:cubicBezTo>
                  <a:pt x="80" y="77"/>
                  <a:pt x="84" y="80"/>
                  <a:pt x="89" y="80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6" name="Freeform 96"/>
          <p:cNvSpPr>
            <a:spLocks noEditPoints="1"/>
          </p:cNvSpPr>
          <p:nvPr/>
        </p:nvSpPr>
        <p:spPr bwMode="auto">
          <a:xfrm>
            <a:off x="9605434" y="3143251"/>
            <a:ext cx="575733" cy="524933"/>
          </a:xfrm>
          <a:custGeom>
            <a:avLst/>
            <a:gdLst>
              <a:gd name="T0" fmla="*/ 136 w 353"/>
              <a:gd name="T1" fmla="*/ 145 h 321"/>
              <a:gd name="T2" fmla="*/ 136 w 353"/>
              <a:gd name="T3" fmla="*/ 129 h 321"/>
              <a:gd name="T4" fmla="*/ 80 w 353"/>
              <a:gd name="T5" fmla="*/ 137 h 321"/>
              <a:gd name="T6" fmla="*/ 88 w 353"/>
              <a:gd name="T7" fmla="*/ 177 h 321"/>
              <a:gd name="T8" fmla="*/ 112 w 353"/>
              <a:gd name="T9" fmla="*/ 169 h 321"/>
              <a:gd name="T10" fmla="*/ 88 w 353"/>
              <a:gd name="T11" fmla="*/ 161 h 321"/>
              <a:gd name="T12" fmla="*/ 88 w 353"/>
              <a:gd name="T13" fmla="*/ 177 h 321"/>
              <a:gd name="T14" fmla="*/ 256 w 353"/>
              <a:gd name="T15" fmla="*/ 32 h 321"/>
              <a:gd name="T16" fmla="*/ 192 w 353"/>
              <a:gd name="T17" fmla="*/ 0 h 321"/>
              <a:gd name="T18" fmla="*/ 80 w 353"/>
              <a:gd name="T19" fmla="*/ 32 h 321"/>
              <a:gd name="T20" fmla="*/ 64 w 353"/>
              <a:gd name="T21" fmla="*/ 72 h 321"/>
              <a:gd name="T22" fmla="*/ 80 w 353"/>
              <a:gd name="T23" fmla="*/ 72 h 321"/>
              <a:gd name="T24" fmla="*/ 337 w 353"/>
              <a:gd name="T25" fmla="*/ 48 h 321"/>
              <a:gd name="T26" fmla="*/ 313 w 353"/>
              <a:gd name="T27" fmla="*/ 241 h 321"/>
              <a:gd name="T28" fmla="*/ 313 w 353"/>
              <a:gd name="T29" fmla="*/ 257 h 321"/>
              <a:gd name="T30" fmla="*/ 353 w 353"/>
              <a:gd name="T31" fmla="*/ 241 h 321"/>
              <a:gd name="T32" fmla="*/ 337 w 353"/>
              <a:gd name="T33" fmla="*/ 32 h 321"/>
              <a:gd name="T34" fmla="*/ 192 w 353"/>
              <a:gd name="T35" fmla="*/ 16 h 321"/>
              <a:gd name="T36" fmla="*/ 240 w 353"/>
              <a:gd name="T37" fmla="*/ 32 h 321"/>
              <a:gd name="T38" fmla="*/ 272 w 353"/>
              <a:gd name="T39" fmla="*/ 96 h 321"/>
              <a:gd name="T40" fmla="*/ 160 w 353"/>
              <a:gd name="T41" fmla="*/ 64 h 321"/>
              <a:gd name="T42" fmla="*/ 96 w 353"/>
              <a:gd name="T43" fmla="*/ 96 h 321"/>
              <a:gd name="T44" fmla="*/ 0 w 353"/>
              <a:gd name="T45" fmla="*/ 113 h 321"/>
              <a:gd name="T46" fmla="*/ 16 w 353"/>
              <a:gd name="T47" fmla="*/ 321 h 321"/>
              <a:gd name="T48" fmla="*/ 289 w 353"/>
              <a:gd name="T49" fmla="*/ 305 h 321"/>
              <a:gd name="T50" fmla="*/ 272 w 353"/>
              <a:gd name="T51" fmla="*/ 96 h 321"/>
              <a:gd name="T52" fmla="*/ 160 w 353"/>
              <a:gd name="T53" fmla="*/ 80 h 321"/>
              <a:gd name="T54" fmla="*/ 112 w 353"/>
              <a:gd name="T55" fmla="*/ 96 h 321"/>
              <a:gd name="T56" fmla="*/ 48 w 353"/>
              <a:gd name="T57" fmla="*/ 257 h 321"/>
              <a:gd name="T58" fmla="*/ 48 w 353"/>
              <a:gd name="T59" fmla="*/ 273 h 321"/>
              <a:gd name="T60" fmla="*/ 16 w 353"/>
              <a:gd name="T61" fmla="*/ 305 h 321"/>
              <a:gd name="T62" fmla="*/ 48 w 353"/>
              <a:gd name="T63" fmla="*/ 113 h 321"/>
              <a:gd name="T64" fmla="*/ 224 w 353"/>
              <a:gd name="T65" fmla="*/ 257 h 321"/>
              <a:gd name="T66" fmla="*/ 224 w 353"/>
              <a:gd name="T67" fmla="*/ 273 h 321"/>
              <a:gd name="T68" fmla="*/ 64 w 353"/>
              <a:gd name="T69" fmla="*/ 305 h 321"/>
              <a:gd name="T70" fmla="*/ 72 w 353"/>
              <a:gd name="T71" fmla="*/ 265 h 321"/>
              <a:gd name="T72" fmla="*/ 64 w 353"/>
              <a:gd name="T73" fmla="*/ 113 h 321"/>
              <a:gd name="T74" fmla="*/ 224 w 353"/>
              <a:gd name="T75" fmla="*/ 257 h 321"/>
              <a:gd name="T76" fmla="*/ 240 w 353"/>
              <a:gd name="T77" fmla="*/ 305 h 321"/>
              <a:gd name="T78" fmla="*/ 248 w 353"/>
              <a:gd name="T79" fmla="*/ 265 h 321"/>
              <a:gd name="T80" fmla="*/ 240 w 353"/>
              <a:gd name="T81" fmla="*/ 113 h 321"/>
              <a:gd name="T82" fmla="*/ 272 w 353"/>
              <a:gd name="T83" fmla="*/ 305 h 3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353" h="321">
                <a:moveTo>
                  <a:pt x="88" y="145"/>
                </a:moveTo>
                <a:cubicBezTo>
                  <a:pt x="136" y="145"/>
                  <a:pt x="136" y="145"/>
                  <a:pt x="136" y="145"/>
                </a:cubicBezTo>
                <a:cubicBezTo>
                  <a:pt x="140" y="145"/>
                  <a:pt x="144" y="141"/>
                  <a:pt x="144" y="137"/>
                </a:cubicBezTo>
                <a:cubicBezTo>
                  <a:pt x="144" y="132"/>
                  <a:pt x="140" y="129"/>
                  <a:pt x="136" y="129"/>
                </a:cubicBezTo>
                <a:cubicBezTo>
                  <a:pt x="88" y="129"/>
                  <a:pt x="88" y="129"/>
                  <a:pt x="88" y="129"/>
                </a:cubicBezTo>
                <a:cubicBezTo>
                  <a:pt x="83" y="129"/>
                  <a:pt x="80" y="132"/>
                  <a:pt x="80" y="137"/>
                </a:cubicBezTo>
                <a:cubicBezTo>
                  <a:pt x="80" y="141"/>
                  <a:pt x="83" y="145"/>
                  <a:pt x="88" y="145"/>
                </a:cubicBezTo>
                <a:moveTo>
                  <a:pt x="88" y="177"/>
                </a:moveTo>
                <a:cubicBezTo>
                  <a:pt x="104" y="177"/>
                  <a:pt x="104" y="177"/>
                  <a:pt x="104" y="177"/>
                </a:cubicBezTo>
                <a:cubicBezTo>
                  <a:pt x="108" y="177"/>
                  <a:pt x="112" y="173"/>
                  <a:pt x="112" y="169"/>
                </a:cubicBezTo>
                <a:cubicBezTo>
                  <a:pt x="112" y="164"/>
                  <a:pt x="108" y="161"/>
                  <a:pt x="104" y="161"/>
                </a:cubicBezTo>
                <a:cubicBezTo>
                  <a:pt x="88" y="161"/>
                  <a:pt x="88" y="161"/>
                  <a:pt x="88" y="161"/>
                </a:cubicBezTo>
                <a:cubicBezTo>
                  <a:pt x="83" y="161"/>
                  <a:pt x="80" y="164"/>
                  <a:pt x="80" y="169"/>
                </a:cubicBezTo>
                <a:cubicBezTo>
                  <a:pt x="80" y="173"/>
                  <a:pt x="83" y="177"/>
                  <a:pt x="88" y="177"/>
                </a:cubicBezTo>
                <a:moveTo>
                  <a:pt x="337" y="32"/>
                </a:moveTo>
                <a:cubicBezTo>
                  <a:pt x="256" y="32"/>
                  <a:pt x="256" y="32"/>
                  <a:pt x="256" y="32"/>
                </a:cubicBezTo>
                <a:cubicBezTo>
                  <a:pt x="256" y="15"/>
                  <a:pt x="242" y="0"/>
                  <a:pt x="224" y="0"/>
                </a:cubicBezTo>
                <a:cubicBezTo>
                  <a:pt x="192" y="0"/>
                  <a:pt x="192" y="0"/>
                  <a:pt x="192" y="0"/>
                </a:cubicBezTo>
                <a:cubicBezTo>
                  <a:pt x="174" y="0"/>
                  <a:pt x="160" y="15"/>
                  <a:pt x="160" y="32"/>
                </a:cubicBezTo>
                <a:cubicBezTo>
                  <a:pt x="80" y="32"/>
                  <a:pt x="80" y="32"/>
                  <a:pt x="80" y="32"/>
                </a:cubicBezTo>
                <a:cubicBezTo>
                  <a:pt x="71" y="32"/>
                  <a:pt x="64" y="39"/>
                  <a:pt x="64" y="48"/>
                </a:cubicBezTo>
                <a:cubicBezTo>
                  <a:pt x="64" y="72"/>
                  <a:pt x="64" y="72"/>
                  <a:pt x="64" y="72"/>
                </a:cubicBezTo>
                <a:cubicBezTo>
                  <a:pt x="64" y="77"/>
                  <a:pt x="67" y="80"/>
                  <a:pt x="72" y="80"/>
                </a:cubicBezTo>
                <a:cubicBezTo>
                  <a:pt x="76" y="80"/>
                  <a:pt x="80" y="77"/>
                  <a:pt x="80" y="72"/>
                </a:cubicBezTo>
                <a:cubicBezTo>
                  <a:pt x="80" y="48"/>
                  <a:pt x="80" y="48"/>
                  <a:pt x="80" y="48"/>
                </a:cubicBezTo>
                <a:cubicBezTo>
                  <a:pt x="337" y="48"/>
                  <a:pt x="337" y="48"/>
                  <a:pt x="337" y="48"/>
                </a:cubicBezTo>
                <a:cubicBezTo>
                  <a:pt x="337" y="241"/>
                  <a:pt x="337" y="241"/>
                  <a:pt x="337" y="241"/>
                </a:cubicBezTo>
                <a:cubicBezTo>
                  <a:pt x="313" y="241"/>
                  <a:pt x="313" y="241"/>
                  <a:pt x="313" y="241"/>
                </a:cubicBezTo>
                <a:cubicBezTo>
                  <a:pt x="308" y="241"/>
                  <a:pt x="305" y="245"/>
                  <a:pt x="305" y="249"/>
                </a:cubicBezTo>
                <a:cubicBezTo>
                  <a:pt x="305" y="253"/>
                  <a:pt x="308" y="257"/>
                  <a:pt x="313" y="257"/>
                </a:cubicBezTo>
                <a:cubicBezTo>
                  <a:pt x="337" y="257"/>
                  <a:pt x="337" y="257"/>
                  <a:pt x="337" y="257"/>
                </a:cubicBezTo>
                <a:cubicBezTo>
                  <a:pt x="346" y="257"/>
                  <a:pt x="353" y="250"/>
                  <a:pt x="353" y="241"/>
                </a:cubicBezTo>
                <a:cubicBezTo>
                  <a:pt x="353" y="48"/>
                  <a:pt x="353" y="48"/>
                  <a:pt x="353" y="48"/>
                </a:cubicBezTo>
                <a:cubicBezTo>
                  <a:pt x="353" y="39"/>
                  <a:pt x="346" y="32"/>
                  <a:pt x="337" y="32"/>
                </a:cubicBezTo>
                <a:moveTo>
                  <a:pt x="176" y="32"/>
                </a:moveTo>
                <a:cubicBezTo>
                  <a:pt x="176" y="23"/>
                  <a:pt x="183" y="16"/>
                  <a:pt x="192" y="16"/>
                </a:cubicBezTo>
                <a:cubicBezTo>
                  <a:pt x="224" y="16"/>
                  <a:pt x="224" y="16"/>
                  <a:pt x="224" y="16"/>
                </a:cubicBezTo>
                <a:cubicBezTo>
                  <a:pt x="233" y="16"/>
                  <a:pt x="240" y="23"/>
                  <a:pt x="240" y="32"/>
                </a:cubicBezTo>
                <a:lnTo>
                  <a:pt x="176" y="32"/>
                </a:lnTo>
                <a:close/>
                <a:moveTo>
                  <a:pt x="272" y="96"/>
                </a:moveTo>
                <a:cubicBezTo>
                  <a:pt x="192" y="96"/>
                  <a:pt x="192" y="96"/>
                  <a:pt x="192" y="96"/>
                </a:cubicBezTo>
                <a:cubicBezTo>
                  <a:pt x="192" y="79"/>
                  <a:pt x="178" y="64"/>
                  <a:pt x="160" y="64"/>
                </a:cubicBezTo>
                <a:cubicBezTo>
                  <a:pt x="128" y="64"/>
                  <a:pt x="128" y="64"/>
                  <a:pt x="128" y="64"/>
                </a:cubicBezTo>
                <a:cubicBezTo>
                  <a:pt x="110" y="64"/>
                  <a:pt x="96" y="79"/>
                  <a:pt x="96" y="96"/>
                </a:cubicBezTo>
                <a:cubicBezTo>
                  <a:pt x="16" y="96"/>
                  <a:pt x="16" y="96"/>
                  <a:pt x="16" y="96"/>
                </a:cubicBezTo>
                <a:cubicBezTo>
                  <a:pt x="7" y="96"/>
                  <a:pt x="0" y="104"/>
                  <a:pt x="0" y="113"/>
                </a:cubicBezTo>
                <a:cubicBezTo>
                  <a:pt x="0" y="305"/>
                  <a:pt x="0" y="305"/>
                  <a:pt x="0" y="305"/>
                </a:cubicBezTo>
                <a:cubicBezTo>
                  <a:pt x="0" y="314"/>
                  <a:pt x="7" y="321"/>
                  <a:pt x="16" y="321"/>
                </a:cubicBezTo>
                <a:cubicBezTo>
                  <a:pt x="272" y="321"/>
                  <a:pt x="272" y="321"/>
                  <a:pt x="272" y="321"/>
                </a:cubicBezTo>
                <a:cubicBezTo>
                  <a:pt x="281" y="321"/>
                  <a:pt x="289" y="314"/>
                  <a:pt x="289" y="305"/>
                </a:cubicBezTo>
                <a:cubicBezTo>
                  <a:pt x="289" y="113"/>
                  <a:pt x="289" y="113"/>
                  <a:pt x="289" y="113"/>
                </a:cubicBezTo>
                <a:cubicBezTo>
                  <a:pt x="289" y="104"/>
                  <a:pt x="281" y="96"/>
                  <a:pt x="272" y="96"/>
                </a:cubicBezTo>
                <a:moveTo>
                  <a:pt x="128" y="80"/>
                </a:moveTo>
                <a:cubicBezTo>
                  <a:pt x="160" y="80"/>
                  <a:pt x="160" y="80"/>
                  <a:pt x="160" y="80"/>
                </a:cubicBezTo>
                <a:cubicBezTo>
                  <a:pt x="169" y="80"/>
                  <a:pt x="176" y="88"/>
                  <a:pt x="176" y="96"/>
                </a:cubicBezTo>
                <a:cubicBezTo>
                  <a:pt x="112" y="96"/>
                  <a:pt x="112" y="96"/>
                  <a:pt x="112" y="96"/>
                </a:cubicBezTo>
                <a:cubicBezTo>
                  <a:pt x="112" y="88"/>
                  <a:pt x="119" y="80"/>
                  <a:pt x="128" y="80"/>
                </a:cubicBezTo>
                <a:moveTo>
                  <a:pt x="48" y="257"/>
                </a:moveTo>
                <a:cubicBezTo>
                  <a:pt x="43" y="257"/>
                  <a:pt x="40" y="261"/>
                  <a:pt x="40" y="265"/>
                </a:cubicBezTo>
                <a:cubicBezTo>
                  <a:pt x="40" y="270"/>
                  <a:pt x="43" y="273"/>
                  <a:pt x="48" y="273"/>
                </a:cubicBezTo>
                <a:cubicBezTo>
                  <a:pt x="48" y="305"/>
                  <a:pt x="48" y="305"/>
                  <a:pt x="48" y="305"/>
                </a:cubicBezTo>
                <a:cubicBezTo>
                  <a:pt x="16" y="305"/>
                  <a:pt x="16" y="305"/>
                  <a:pt x="16" y="305"/>
                </a:cubicBezTo>
                <a:cubicBezTo>
                  <a:pt x="16" y="113"/>
                  <a:pt x="16" y="113"/>
                  <a:pt x="16" y="113"/>
                </a:cubicBezTo>
                <a:cubicBezTo>
                  <a:pt x="48" y="113"/>
                  <a:pt x="48" y="113"/>
                  <a:pt x="48" y="113"/>
                </a:cubicBezTo>
                <a:lnTo>
                  <a:pt x="48" y="257"/>
                </a:lnTo>
                <a:close/>
                <a:moveTo>
                  <a:pt x="224" y="257"/>
                </a:moveTo>
                <a:cubicBezTo>
                  <a:pt x="220" y="257"/>
                  <a:pt x="216" y="261"/>
                  <a:pt x="216" y="265"/>
                </a:cubicBezTo>
                <a:cubicBezTo>
                  <a:pt x="216" y="270"/>
                  <a:pt x="220" y="273"/>
                  <a:pt x="224" y="273"/>
                </a:cubicBezTo>
                <a:cubicBezTo>
                  <a:pt x="224" y="305"/>
                  <a:pt x="224" y="305"/>
                  <a:pt x="224" y="305"/>
                </a:cubicBezTo>
                <a:cubicBezTo>
                  <a:pt x="64" y="305"/>
                  <a:pt x="64" y="305"/>
                  <a:pt x="64" y="305"/>
                </a:cubicBezTo>
                <a:cubicBezTo>
                  <a:pt x="64" y="273"/>
                  <a:pt x="64" y="273"/>
                  <a:pt x="64" y="273"/>
                </a:cubicBezTo>
                <a:cubicBezTo>
                  <a:pt x="68" y="273"/>
                  <a:pt x="72" y="270"/>
                  <a:pt x="72" y="265"/>
                </a:cubicBezTo>
                <a:cubicBezTo>
                  <a:pt x="72" y="261"/>
                  <a:pt x="68" y="257"/>
                  <a:pt x="64" y="257"/>
                </a:cubicBezTo>
                <a:cubicBezTo>
                  <a:pt x="64" y="113"/>
                  <a:pt x="64" y="113"/>
                  <a:pt x="64" y="113"/>
                </a:cubicBezTo>
                <a:cubicBezTo>
                  <a:pt x="224" y="113"/>
                  <a:pt x="224" y="113"/>
                  <a:pt x="224" y="113"/>
                </a:cubicBezTo>
                <a:lnTo>
                  <a:pt x="224" y="257"/>
                </a:lnTo>
                <a:close/>
                <a:moveTo>
                  <a:pt x="272" y="305"/>
                </a:moveTo>
                <a:cubicBezTo>
                  <a:pt x="240" y="305"/>
                  <a:pt x="240" y="305"/>
                  <a:pt x="240" y="305"/>
                </a:cubicBezTo>
                <a:cubicBezTo>
                  <a:pt x="240" y="273"/>
                  <a:pt x="240" y="273"/>
                  <a:pt x="240" y="273"/>
                </a:cubicBezTo>
                <a:cubicBezTo>
                  <a:pt x="245" y="273"/>
                  <a:pt x="248" y="270"/>
                  <a:pt x="248" y="265"/>
                </a:cubicBezTo>
                <a:cubicBezTo>
                  <a:pt x="248" y="261"/>
                  <a:pt x="245" y="257"/>
                  <a:pt x="240" y="257"/>
                </a:cubicBezTo>
                <a:cubicBezTo>
                  <a:pt x="240" y="113"/>
                  <a:pt x="240" y="113"/>
                  <a:pt x="240" y="113"/>
                </a:cubicBezTo>
                <a:cubicBezTo>
                  <a:pt x="272" y="113"/>
                  <a:pt x="272" y="113"/>
                  <a:pt x="272" y="113"/>
                </a:cubicBezTo>
                <a:lnTo>
                  <a:pt x="272" y="305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7" name="Freeform 97"/>
          <p:cNvSpPr>
            <a:spLocks noEditPoints="1"/>
          </p:cNvSpPr>
          <p:nvPr/>
        </p:nvSpPr>
        <p:spPr bwMode="auto">
          <a:xfrm>
            <a:off x="10703984" y="3168652"/>
            <a:ext cx="575733" cy="472017"/>
          </a:xfrm>
          <a:custGeom>
            <a:avLst/>
            <a:gdLst>
              <a:gd name="T0" fmla="*/ 241 w 353"/>
              <a:gd name="T1" fmla="*/ 32 h 289"/>
              <a:gd name="T2" fmla="*/ 144 w 353"/>
              <a:gd name="T3" fmla="*/ 0 h 289"/>
              <a:gd name="T4" fmla="*/ 16 w 353"/>
              <a:gd name="T5" fmla="*/ 32 h 289"/>
              <a:gd name="T6" fmla="*/ 0 w 353"/>
              <a:gd name="T7" fmla="*/ 129 h 289"/>
              <a:gd name="T8" fmla="*/ 16 w 353"/>
              <a:gd name="T9" fmla="*/ 273 h 289"/>
              <a:gd name="T10" fmla="*/ 321 w 353"/>
              <a:gd name="T11" fmla="*/ 289 h 289"/>
              <a:gd name="T12" fmla="*/ 337 w 353"/>
              <a:gd name="T13" fmla="*/ 145 h 289"/>
              <a:gd name="T14" fmla="*/ 353 w 353"/>
              <a:gd name="T15" fmla="*/ 48 h 289"/>
              <a:gd name="T16" fmla="*/ 144 w 353"/>
              <a:gd name="T17" fmla="*/ 16 h 289"/>
              <a:gd name="T18" fmla="*/ 225 w 353"/>
              <a:gd name="T19" fmla="*/ 32 h 289"/>
              <a:gd name="T20" fmla="*/ 144 w 353"/>
              <a:gd name="T21" fmla="*/ 16 h 289"/>
              <a:gd name="T22" fmla="*/ 32 w 353"/>
              <a:gd name="T23" fmla="*/ 273 h 289"/>
              <a:gd name="T24" fmla="*/ 64 w 353"/>
              <a:gd name="T25" fmla="*/ 145 h 289"/>
              <a:gd name="T26" fmla="*/ 80 w 353"/>
              <a:gd name="T27" fmla="*/ 177 h 289"/>
              <a:gd name="T28" fmla="*/ 128 w 353"/>
              <a:gd name="T29" fmla="*/ 161 h 289"/>
              <a:gd name="T30" fmla="*/ 225 w 353"/>
              <a:gd name="T31" fmla="*/ 145 h 289"/>
              <a:gd name="T32" fmla="*/ 241 w 353"/>
              <a:gd name="T33" fmla="*/ 177 h 289"/>
              <a:gd name="T34" fmla="*/ 289 w 353"/>
              <a:gd name="T35" fmla="*/ 161 h 289"/>
              <a:gd name="T36" fmla="*/ 321 w 353"/>
              <a:gd name="T37" fmla="*/ 145 h 289"/>
              <a:gd name="T38" fmla="*/ 80 w 353"/>
              <a:gd name="T39" fmla="*/ 113 h 289"/>
              <a:gd name="T40" fmla="*/ 112 w 353"/>
              <a:gd name="T41" fmla="*/ 161 h 289"/>
              <a:gd name="T42" fmla="*/ 80 w 353"/>
              <a:gd name="T43" fmla="*/ 113 h 289"/>
              <a:gd name="T44" fmla="*/ 273 w 353"/>
              <a:gd name="T45" fmla="*/ 113 h 289"/>
              <a:gd name="T46" fmla="*/ 241 w 353"/>
              <a:gd name="T47" fmla="*/ 161 h 289"/>
              <a:gd name="T48" fmla="*/ 337 w 353"/>
              <a:gd name="T49" fmla="*/ 129 h 289"/>
              <a:gd name="T50" fmla="*/ 289 w 353"/>
              <a:gd name="T51" fmla="*/ 113 h 289"/>
              <a:gd name="T52" fmla="*/ 241 w 353"/>
              <a:gd name="T53" fmla="*/ 97 h 289"/>
              <a:gd name="T54" fmla="*/ 225 w 353"/>
              <a:gd name="T55" fmla="*/ 129 h 289"/>
              <a:gd name="T56" fmla="*/ 128 w 353"/>
              <a:gd name="T57" fmla="*/ 113 h 289"/>
              <a:gd name="T58" fmla="*/ 80 w 353"/>
              <a:gd name="T59" fmla="*/ 97 h 289"/>
              <a:gd name="T60" fmla="*/ 64 w 353"/>
              <a:gd name="T61" fmla="*/ 129 h 289"/>
              <a:gd name="T62" fmla="*/ 16 w 353"/>
              <a:gd name="T63" fmla="*/ 48 h 289"/>
              <a:gd name="T64" fmla="*/ 337 w 353"/>
              <a:gd name="T65" fmla="*/ 129 h 2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353" h="289">
                <a:moveTo>
                  <a:pt x="337" y="32"/>
                </a:moveTo>
                <a:cubicBezTo>
                  <a:pt x="241" y="32"/>
                  <a:pt x="241" y="32"/>
                  <a:pt x="241" y="32"/>
                </a:cubicBezTo>
                <a:cubicBezTo>
                  <a:pt x="241" y="15"/>
                  <a:pt x="226" y="0"/>
                  <a:pt x="209" y="0"/>
                </a:cubicBezTo>
                <a:cubicBezTo>
                  <a:pt x="144" y="0"/>
                  <a:pt x="144" y="0"/>
                  <a:pt x="144" y="0"/>
                </a:cubicBezTo>
                <a:cubicBezTo>
                  <a:pt x="127" y="0"/>
                  <a:pt x="112" y="15"/>
                  <a:pt x="112" y="32"/>
                </a:cubicBezTo>
                <a:cubicBezTo>
                  <a:pt x="16" y="32"/>
                  <a:pt x="16" y="32"/>
                  <a:pt x="16" y="32"/>
                </a:cubicBezTo>
                <a:cubicBezTo>
                  <a:pt x="7" y="32"/>
                  <a:pt x="0" y="40"/>
                  <a:pt x="0" y="48"/>
                </a:cubicBezTo>
                <a:cubicBezTo>
                  <a:pt x="0" y="129"/>
                  <a:pt x="0" y="129"/>
                  <a:pt x="0" y="129"/>
                </a:cubicBezTo>
                <a:cubicBezTo>
                  <a:pt x="0" y="138"/>
                  <a:pt x="7" y="145"/>
                  <a:pt x="16" y="145"/>
                </a:cubicBezTo>
                <a:cubicBezTo>
                  <a:pt x="16" y="273"/>
                  <a:pt x="16" y="273"/>
                  <a:pt x="16" y="273"/>
                </a:cubicBezTo>
                <a:cubicBezTo>
                  <a:pt x="16" y="282"/>
                  <a:pt x="23" y="289"/>
                  <a:pt x="32" y="289"/>
                </a:cubicBezTo>
                <a:cubicBezTo>
                  <a:pt x="321" y="289"/>
                  <a:pt x="321" y="289"/>
                  <a:pt x="321" y="289"/>
                </a:cubicBezTo>
                <a:cubicBezTo>
                  <a:pt x="330" y="289"/>
                  <a:pt x="337" y="282"/>
                  <a:pt x="337" y="273"/>
                </a:cubicBezTo>
                <a:cubicBezTo>
                  <a:pt x="337" y="145"/>
                  <a:pt x="337" y="145"/>
                  <a:pt x="337" y="145"/>
                </a:cubicBezTo>
                <a:cubicBezTo>
                  <a:pt x="346" y="145"/>
                  <a:pt x="353" y="138"/>
                  <a:pt x="353" y="129"/>
                </a:cubicBezTo>
                <a:cubicBezTo>
                  <a:pt x="353" y="48"/>
                  <a:pt x="353" y="48"/>
                  <a:pt x="353" y="48"/>
                </a:cubicBezTo>
                <a:cubicBezTo>
                  <a:pt x="353" y="40"/>
                  <a:pt x="346" y="32"/>
                  <a:pt x="337" y="32"/>
                </a:cubicBezTo>
                <a:moveTo>
                  <a:pt x="144" y="16"/>
                </a:moveTo>
                <a:cubicBezTo>
                  <a:pt x="209" y="16"/>
                  <a:pt x="209" y="16"/>
                  <a:pt x="209" y="16"/>
                </a:cubicBezTo>
                <a:cubicBezTo>
                  <a:pt x="217" y="16"/>
                  <a:pt x="225" y="23"/>
                  <a:pt x="225" y="32"/>
                </a:cubicBezTo>
                <a:cubicBezTo>
                  <a:pt x="128" y="32"/>
                  <a:pt x="128" y="32"/>
                  <a:pt x="128" y="32"/>
                </a:cubicBezTo>
                <a:cubicBezTo>
                  <a:pt x="128" y="23"/>
                  <a:pt x="136" y="16"/>
                  <a:pt x="144" y="16"/>
                </a:cubicBezTo>
                <a:moveTo>
                  <a:pt x="321" y="273"/>
                </a:moveTo>
                <a:cubicBezTo>
                  <a:pt x="32" y="273"/>
                  <a:pt x="32" y="273"/>
                  <a:pt x="32" y="273"/>
                </a:cubicBezTo>
                <a:cubicBezTo>
                  <a:pt x="32" y="145"/>
                  <a:pt x="32" y="145"/>
                  <a:pt x="32" y="145"/>
                </a:cubicBezTo>
                <a:cubicBezTo>
                  <a:pt x="64" y="145"/>
                  <a:pt x="64" y="145"/>
                  <a:pt x="64" y="145"/>
                </a:cubicBezTo>
                <a:cubicBezTo>
                  <a:pt x="64" y="161"/>
                  <a:pt x="64" y="161"/>
                  <a:pt x="64" y="161"/>
                </a:cubicBezTo>
                <a:cubicBezTo>
                  <a:pt x="64" y="170"/>
                  <a:pt x="71" y="177"/>
                  <a:pt x="80" y="177"/>
                </a:cubicBezTo>
                <a:cubicBezTo>
                  <a:pt x="112" y="177"/>
                  <a:pt x="112" y="177"/>
                  <a:pt x="112" y="177"/>
                </a:cubicBezTo>
                <a:cubicBezTo>
                  <a:pt x="121" y="177"/>
                  <a:pt x="128" y="170"/>
                  <a:pt x="128" y="161"/>
                </a:cubicBezTo>
                <a:cubicBezTo>
                  <a:pt x="128" y="145"/>
                  <a:pt x="128" y="145"/>
                  <a:pt x="128" y="145"/>
                </a:cubicBezTo>
                <a:cubicBezTo>
                  <a:pt x="225" y="145"/>
                  <a:pt x="225" y="145"/>
                  <a:pt x="225" y="145"/>
                </a:cubicBezTo>
                <a:cubicBezTo>
                  <a:pt x="225" y="161"/>
                  <a:pt x="225" y="161"/>
                  <a:pt x="225" y="161"/>
                </a:cubicBezTo>
                <a:cubicBezTo>
                  <a:pt x="225" y="170"/>
                  <a:pt x="232" y="177"/>
                  <a:pt x="241" y="177"/>
                </a:cubicBezTo>
                <a:cubicBezTo>
                  <a:pt x="273" y="177"/>
                  <a:pt x="273" y="177"/>
                  <a:pt x="273" y="177"/>
                </a:cubicBezTo>
                <a:cubicBezTo>
                  <a:pt x="282" y="177"/>
                  <a:pt x="289" y="170"/>
                  <a:pt x="289" y="161"/>
                </a:cubicBezTo>
                <a:cubicBezTo>
                  <a:pt x="289" y="145"/>
                  <a:pt x="289" y="145"/>
                  <a:pt x="289" y="145"/>
                </a:cubicBezTo>
                <a:cubicBezTo>
                  <a:pt x="321" y="145"/>
                  <a:pt x="321" y="145"/>
                  <a:pt x="321" y="145"/>
                </a:cubicBezTo>
                <a:lnTo>
                  <a:pt x="321" y="273"/>
                </a:lnTo>
                <a:close/>
                <a:moveTo>
                  <a:pt x="80" y="113"/>
                </a:moveTo>
                <a:cubicBezTo>
                  <a:pt x="112" y="113"/>
                  <a:pt x="112" y="113"/>
                  <a:pt x="112" y="113"/>
                </a:cubicBezTo>
                <a:cubicBezTo>
                  <a:pt x="112" y="161"/>
                  <a:pt x="112" y="161"/>
                  <a:pt x="112" y="161"/>
                </a:cubicBezTo>
                <a:cubicBezTo>
                  <a:pt x="80" y="161"/>
                  <a:pt x="80" y="161"/>
                  <a:pt x="80" y="161"/>
                </a:cubicBezTo>
                <a:lnTo>
                  <a:pt x="80" y="113"/>
                </a:lnTo>
                <a:close/>
                <a:moveTo>
                  <a:pt x="241" y="113"/>
                </a:moveTo>
                <a:cubicBezTo>
                  <a:pt x="273" y="113"/>
                  <a:pt x="273" y="113"/>
                  <a:pt x="273" y="113"/>
                </a:cubicBezTo>
                <a:cubicBezTo>
                  <a:pt x="273" y="161"/>
                  <a:pt x="273" y="161"/>
                  <a:pt x="273" y="161"/>
                </a:cubicBezTo>
                <a:cubicBezTo>
                  <a:pt x="241" y="161"/>
                  <a:pt x="241" y="161"/>
                  <a:pt x="241" y="161"/>
                </a:cubicBezTo>
                <a:lnTo>
                  <a:pt x="241" y="113"/>
                </a:lnTo>
                <a:close/>
                <a:moveTo>
                  <a:pt x="337" y="129"/>
                </a:moveTo>
                <a:cubicBezTo>
                  <a:pt x="289" y="129"/>
                  <a:pt x="289" y="129"/>
                  <a:pt x="289" y="129"/>
                </a:cubicBezTo>
                <a:cubicBezTo>
                  <a:pt x="289" y="113"/>
                  <a:pt x="289" y="113"/>
                  <a:pt x="289" y="113"/>
                </a:cubicBezTo>
                <a:cubicBezTo>
                  <a:pt x="289" y="104"/>
                  <a:pt x="282" y="97"/>
                  <a:pt x="273" y="97"/>
                </a:cubicBezTo>
                <a:cubicBezTo>
                  <a:pt x="241" y="97"/>
                  <a:pt x="241" y="97"/>
                  <a:pt x="241" y="97"/>
                </a:cubicBezTo>
                <a:cubicBezTo>
                  <a:pt x="232" y="97"/>
                  <a:pt x="225" y="104"/>
                  <a:pt x="225" y="113"/>
                </a:cubicBezTo>
                <a:cubicBezTo>
                  <a:pt x="225" y="129"/>
                  <a:pt x="225" y="129"/>
                  <a:pt x="225" y="129"/>
                </a:cubicBezTo>
                <a:cubicBezTo>
                  <a:pt x="128" y="129"/>
                  <a:pt x="128" y="129"/>
                  <a:pt x="128" y="129"/>
                </a:cubicBezTo>
                <a:cubicBezTo>
                  <a:pt x="128" y="113"/>
                  <a:pt x="128" y="113"/>
                  <a:pt x="128" y="113"/>
                </a:cubicBezTo>
                <a:cubicBezTo>
                  <a:pt x="128" y="104"/>
                  <a:pt x="121" y="97"/>
                  <a:pt x="112" y="97"/>
                </a:cubicBezTo>
                <a:cubicBezTo>
                  <a:pt x="80" y="97"/>
                  <a:pt x="80" y="97"/>
                  <a:pt x="80" y="97"/>
                </a:cubicBezTo>
                <a:cubicBezTo>
                  <a:pt x="71" y="97"/>
                  <a:pt x="64" y="104"/>
                  <a:pt x="64" y="113"/>
                </a:cubicBezTo>
                <a:cubicBezTo>
                  <a:pt x="64" y="129"/>
                  <a:pt x="64" y="129"/>
                  <a:pt x="64" y="129"/>
                </a:cubicBezTo>
                <a:cubicBezTo>
                  <a:pt x="16" y="129"/>
                  <a:pt x="16" y="129"/>
                  <a:pt x="16" y="129"/>
                </a:cubicBezTo>
                <a:cubicBezTo>
                  <a:pt x="16" y="48"/>
                  <a:pt x="16" y="48"/>
                  <a:pt x="16" y="48"/>
                </a:cubicBezTo>
                <a:cubicBezTo>
                  <a:pt x="337" y="48"/>
                  <a:pt x="337" y="48"/>
                  <a:pt x="337" y="48"/>
                </a:cubicBezTo>
                <a:lnTo>
                  <a:pt x="337" y="129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8" name="Freeform 98"/>
          <p:cNvSpPr>
            <a:spLocks noEditPoints="1"/>
          </p:cNvSpPr>
          <p:nvPr/>
        </p:nvSpPr>
        <p:spPr bwMode="auto">
          <a:xfrm>
            <a:off x="800101" y="4212167"/>
            <a:ext cx="582084" cy="582084"/>
          </a:xfrm>
          <a:custGeom>
            <a:avLst/>
            <a:gdLst>
              <a:gd name="T0" fmla="*/ 115 w 356"/>
              <a:gd name="T1" fmla="*/ 84 h 357"/>
              <a:gd name="T2" fmla="*/ 83 w 356"/>
              <a:gd name="T3" fmla="*/ 116 h 357"/>
              <a:gd name="T4" fmla="*/ 115 w 356"/>
              <a:gd name="T5" fmla="*/ 148 h 357"/>
              <a:gd name="T6" fmla="*/ 147 w 356"/>
              <a:gd name="T7" fmla="*/ 116 h 357"/>
              <a:gd name="T8" fmla="*/ 115 w 356"/>
              <a:gd name="T9" fmla="*/ 84 h 357"/>
              <a:gd name="T10" fmla="*/ 115 w 356"/>
              <a:gd name="T11" fmla="*/ 132 h 357"/>
              <a:gd name="T12" fmla="*/ 99 w 356"/>
              <a:gd name="T13" fmla="*/ 116 h 357"/>
              <a:gd name="T14" fmla="*/ 115 w 356"/>
              <a:gd name="T15" fmla="*/ 100 h 357"/>
              <a:gd name="T16" fmla="*/ 131 w 356"/>
              <a:gd name="T17" fmla="*/ 116 h 357"/>
              <a:gd name="T18" fmla="*/ 115 w 356"/>
              <a:gd name="T19" fmla="*/ 132 h 357"/>
              <a:gd name="T20" fmla="*/ 354 w 356"/>
              <a:gd name="T21" fmla="*/ 279 h 357"/>
              <a:gd name="T22" fmla="*/ 243 w 356"/>
              <a:gd name="T23" fmla="*/ 168 h 357"/>
              <a:gd name="T24" fmla="*/ 250 w 356"/>
              <a:gd name="T25" fmla="*/ 160 h 357"/>
              <a:gd name="T26" fmla="*/ 250 w 356"/>
              <a:gd name="T27" fmla="*/ 115 h 357"/>
              <a:gd name="T28" fmla="*/ 148 w 356"/>
              <a:gd name="T29" fmla="*/ 13 h 357"/>
              <a:gd name="T30" fmla="*/ 103 w 356"/>
              <a:gd name="T31" fmla="*/ 13 h 357"/>
              <a:gd name="T32" fmla="*/ 12 w 356"/>
              <a:gd name="T33" fmla="*/ 103 h 357"/>
              <a:gd name="T34" fmla="*/ 12 w 356"/>
              <a:gd name="T35" fmla="*/ 149 h 357"/>
              <a:gd name="T36" fmla="*/ 114 w 356"/>
              <a:gd name="T37" fmla="*/ 251 h 357"/>
              <a:gd name="T38" fmla="*/ 160 w 356"/>
              <a:gd name="T39" fmla="*/ 251 h 357"/>
              <a:gd name="T40" fmla="*/ 167 w 356"/>
              <a:gd name="T41" fmla="*/ 243 h 357"/>
              <a:gd name="T42" fmla="*/ 214 w 356"/>
              <a:gd name="T43" fmla="*/ 290 h 357"/>
              <a:gd name="T44" fmla="*/ 220 w 356"/>
              <a:gd name="T45" fmla="*/ 292 h 357"/>
              <a:gd name="T46" fmla="*/ 244 w 356"/>
              <a:gd name="T47" fmla="*/ 292 h 357"/>
              <a:gd name="T48" fmla="*/ 244 w 356"/>
              <a:gd name="T49" fmla="*/ 317 h 357"/>
              <a:gd name="T50" fmla="*/ 252 w 356"/>
              <a:gd name="T51" fmla="*/ 325 h 357"/>
              <a:gd name="T52" fmla="*/ 276 w 356"/>
              <a:gd name="T53" fmla="*/ 325 h 357"/>
              <a:gd name="T54" fmla="*/ 276 w 356"/>
              <a:gd name="T55" fmla="*/ 349 h 357"/>
              <a:gd name="T56" fmla="*/ 284 w 356"/>
              <a:gd name="T57" fmla="*/ 357 h 357"/>
              <a:gd name="T58" fmla="*/ 348 w 356"/>
              <a:gd name="T59" fmla="*/ 357 h 357"/>
              <a:gd name="T60" fmla="*/ 356 w 356"/>
              <a:gd name="T61" fmla="*/ 349 h 357"/>
              <a:gd name="T62" fmla="*/ 356 w 356"/>
              <a:gd name="T63" fmla="*/ 284 h 357"/>
              <a:gd name="T64" fmla="*/ 354 w 356"/>
              <a:gd name="T65" fmla="*/ 279 h 357"/>
              <a:gd name="T66" fmla="*/ 340 w 356"/>
              <a:gd name="T67" fmla="*/ 341 h 357"/>
              <a:gd name="T68" fmla="*/ 292 w 356"/>
              <a:gd name="T69" fmla="*/ 341 h 357"/>
              <a:gd name="T70" fmla="*/ 292 w 356"/>
              <a:gd name="T71" fmla="*/ 317 h 357"/>
              <a:gd name="T72" fmla="*/ 284 w 356"/>
              <a:gd name="T73" fmla="*/ 308 h 357"/>
              <a:gd name="T74" fmla="*/ 260 w 356"/>
              <a:gd name="T75" fmla="*/ 308 h 357"/>
              <a:gd name="T76" fmla="*/ 260 w 356"/>
              <a:gd name="T77" fmla="*/ 284 h 357"/>
              <a:gd name="T78" fmla="*/ 252 w 356"/>
              <a:gd name="T79" fmla="*/ 276 h 357"/>
              <a:gd name="T80" fmla="*/ 223 w 356"/>
              <a:gd name="T81" fmla="*/ 276 h 357"/>
              <a:gd name="T82" fmla="*/ 173 w 356"/>
              <a:gd name="T83" fmla="*/ 226 h 357"/>
              <a:gd name="T84" fmla="*/ 167 w 356"/>
              <a:gd name="T85" fmla="*/ 224 h 357"/>
              <a:gd name="T86" fmla="*/ 161 w 356"/>
              <a:gd name="T87" fmla="*/ 226 h 357"/>
              <a:gd name="T88" fmla="*/ 148 w 356"/>
              <a:gd name="T89" fmla="*/ 239 h 357"/>
              <a:gd name="T90" fmla="*/ 126 w 356"/>
              <a:gd name="T91" fmla="*/ 239 h 357"/>
              <a:gd name="T92" fmla="*/ 23 w 356"/>
              <a:gd name="T93" fmla="*/ 137 h 357"/>
              <a:gd name="T94" fmla="*/ 23 w 356"/>
              <a:gd name="T95" fmla="*/ 115 h 357"/>
              <a:gd name="T96" fmla="*/ 114 w 356"/>
              <a:gd name="T97" fmla="*/ 24 h 357"/>
              <a:gd name="T98" fmla="*/ 137 w 356"/>
              <a:gd name="T99" fmla="*/ 24 h 357"/>
              <a:gd name="T100" fmla="*/ 239 w 356"/>
              <a:gd name="T101" fmla="*/ 126 h 357"/>
              <a:gd name="T102" fmla="*/ 239 w 356"/>
              <a:gd name="T103" fmla="*/ 149 h 357"/>
              <a:gd name="T104" fmla="*/ 226 w 356"/>
              <a:gd name="T105" fmla="*/ 162 h 357"/>
              <a:gd name="T106" fmla="*/ 223 w 356"/>
              <a:gd name="T107" fmla="*/ 167 h 357"/>
              <a:gd name="T108" fmla="*/ 226 w 356"/>
              <a:gd name="T109" fmla="*/ 173 h 357"/>
              <a:gd name="T110" fmla="*/ 340 w 356"/>
              <a:gd name="T111" fmla="*/ 288 h 357"/>
              <a:gd name="T112" fmla="*/ 340 w 356"/>
              <a:gd name="T113" fmla="*/ 341 h 3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356" h="357">
                <a:moveTo>
                  <a:pt x="115" y="84"/>
                </a:moveTo>
                <a:cubicBezTo>
                  <a:pt x="98" y="84"/>
                  <a:pt x="83" y="98"/>
                  <a:pt x="83" y="116"/>
                </a:cubicBezTo>
                <a:cubicBezTo>
                  <a:pt x="83" y="134"/>
                  <a:pt x="98" y="148"/>
                  <a:pt x="115" y="148"/>
                </a:cubicBezTo>
                <a:cubicBezTo>
                  <a:pt x="133" y="148"/>
                  <a:pt x="147" y="134"/>
                  <a:pt x="147" y="116"/>
                </a:cubicBezTo>
                <a:cubicBezTo>
                  <a:pt x="147" y="98"/>
                  <a:pt x="133" y="84"/>
                  <a:pt x="115" y="84"/>
                </a:cubicBezTo>
                <a:moveTo>
                  <a:pt x="115" y="132"/>
                </a:moveTo>
                <a:cubicBezTo>
                  <a:pt x="106" y="132"/>
                  <a:pt x="99" y="125"/>
                  <a:pt x="99" y="116"/>
                </a:cubicBezTo>
                <a:cubicBezTo>
                  <a:pt x="99" y="107"/>
                  <a:pt x="106" y="100"/>
                  <a:pt x="115" y="100"/>
                </a:cubicBezTo>
                <a:cubicBezTo>
                  <a:pt x="124" y="100"/>
                  <a:pt x="131" y="107"/>
                  <a:pt x="131" y="116"/>
                </a:cubicBezTo>
                <a:cubicBezTo>
                  <a:pt x="131" y="125"/>
                  <a:pt x="124" y="132"/>
                  <a:pt x="115" y="132"/>
                </a:cubicBezTo>
                <a:moveTo>
                  <a:pt x="354" y="279"/>
                </a:moveTo>
                <a:cubicBezTo>
                  <a:pt x="243" y="168"/>
                  <a:pt x="243" y="168"/>
                  <a:pt x="243" y="168"/>
                </a:cubicBezTo>
                <a:cubicBezTo>
                  <a:pt x="250" y="160"/>
                  <a:pt x="250" y="160"/>
                  <a:pt x="250" y="160"/>
                </a:cubicBezTo>
                <a:cubicBezTo>
                  <a:pt x="263" y="148"/>
                  <a:pt x="263" y="127"/>
                  <a:pt x="250" y="115"/>
                </a:cubicBezTo>
                <a:cubicBezTo>
                  <a:pt x="148" y="13"/>
                  <a:pt x="148" y="13"/>
                  <a:pt x="148" y="13"/>
                </a:cubicBezTo>
                <a:cubicBezTo>
                  <a:pt x="136" y="0"/>
                  <a:pt x="115" y="0"/>
                  <a:pt x="103" y="13"/>
                </a:cubicBezTo>
                <a:cubicBezTo>
                  <a:pt x="12" y="103"/>
                  <a:pt x="12" y="103"/>
                  <a:pt x="12" y="103"/>
                </a:cubicBezTo>
                <a:cubicBezTo>
                  <a:pt x="0" y="116"/>
                  <a:pt x="0" y="136"/>
                  <a:pt x="12" y="149"/>
                </a:cubicBezTo>
                <a:cubicBezTo>
                  <a:pt x="114" y="251"/>
                  <a:pt x="114" y="251"/>
                  <a:pt x="114" y="251"/>
                </a:cubicBezTo>
                <a:cubicBezTo>
                  <a:pt x="127" y="263"/>
                  <a:pt x="147" y="263"/>
                  <a:pt x="160" y="251"/>
                </a:cubicBezTo>
                <a:cubicBezTo>
                  <a:pt x="167" y="243"/>
                  <a:pt x="167" y="243"/>
                  <a:pt x="167" y="243"/>
                </a:cubicBezTo>
                <a:cubicBezTo>
                  <a:pt x="214" y="290"/>
                  <a:pt x="214" y="290"/>
                  <a:pt x="214" y="290"/>
                </a:cubicBezTo>
                <a:cubicBezTo>
                  <a:pt x="215" y="292"/>
                  <a:pt x="217" y="292"/>
                  <a:pt x="220" y="292"/>
                </a:cubicBezTo>
                <a:cubicBezTo>
                  <a:pt x="244" y="292"/>
                  <a:pt x="244" y="292"/>
                  <a:pt x="244" y="292"/>
                </a:cubicBezTo>
                <a:cubicBezTo>
                  <a:pt x="244" y="317"/>
                  <a:pt x="244" y="317"/>
                  <a:pt x="244" y="317"/>
                </a:cubicBezTo>
                <a:cubicBezTo>
                  <a:pt x="244" y="321"/>
                  <a:pt x="247" y="325"/>
                  <a:pt x="252" y="325"/>
                </a:cubicBezTo>
                <a:cubicBezTo>
                  <a:pt x="276" y="325"/>
                  <a:pt x="276" y="325"/>
                  <a:pt x="276" y="325"/>
                </a:cubicBezTo>
                <a:cubicBezTo>
                  <a:pt x="276" y="349"/>
                  <a:pt x="276" y="349"/>
                  <a:pt x="276" y="349"/>
                </a:cubicBezTo>
                <a:cubicBezTo>
                  <a:pt x="276" y="353"/>
                  <a:pt x="279" y="357"/>
                  <a:pt x="284" y="357"/>
                </a:cubicBezTo>
                <a:cubicBezTo>
                  <a:pt x="348" y="357"/>
                  <a:pt x="348" y="357"/>
                  <a:pt x="348" y="357"/>
                </a:cubicBezTo>
                <a:cubicBezTo>
                  <a:pt x="353" y="357"/>
                  <a:pt x="356" y="353"/>
                  <a:pt x="356" y="349"/>
                </a:cubicBezTo>
                <a:cubicBezTo>
                  <a:pt x="356" y="284"/>
                  <a:pt x="356" y="284"/>
                  <a:pt x="356" y="284"/>
                </a:cubicBezTo>
                <a:cubicBezTo>
                  <a:pt x="356" y="282"/>
                  <a:pt x="355" y="280"/>
                  <a:pt x="354" y="279"/>
                </a:cubicBezTo>
                <a:moveTo>
                  <a:pt x="340" y="341"/>
                </a:moveTo>
                <a:cubicBezTo>
                  <a:pt x="292" y="341"/>
                  <a:pt x="292" y="341"/>
                  <a:pt x="292" y="341"/>
                </a:cubicBezTo>
                <a:cubicBezTo>
                  <a:pt x="292" y="317"/>
                  <a:pt x="292" y="317"/>
                  <a:pt x="292" y="317"/>
                </a:cubicBezTo>
                <a:cubicBezTo>
                  <a:pt x="292" y="312"/>
                  <a:pt x="288" y="308"/>
                  <a:pt x="284" y="308"/>
                </a:cubicBezTo>
                <a:cubicBezTo>
                  <a:pt x="260" y="308"/>
                  <a:pt x="260" y="308"/>
                  <a:pt x="260" y="308"/>
                </a:cubicBezTo>
                <a:cubicBezTo>
                  <a:pt x="260" y="284"/>
                  <a:pt x="260" y="284"/>
                  <a:pt x="260" y="284"/>
                </a:cubicBezTo>
                <a:cubicBezTo>
                  <a:pt x="260" y="280"/>
                  <a:pt x="256" y="276"/>
                  <a:pt x="252" y="276"/>
                </a:cubicBezTo>
                <a:cubicBezTo>
                  <a:pt x="223" y="276"/>
                  <a:pt x="223" y="276"/>
                  <a:pt x="223" y="276"/>
                </a:cubicBezTo>
                <a:cubicBezTo>
                  <a:pt x="173" y="226"/>
                  <a:pt x="173" y="226"/>
                  <a:pt x="173" y="226"/>
                </a:cubicBezTo>
                <a:cubicBezTo>
                  <a:pt x="171" y="225"/>
                  <a:pt x="169" y="224"/>
                  <a:pt x="167" y="224"/>
                </a:cubicBezTo>
                <a:cubicBezTo>
                  <a:pt x="165" y="224"/>
                  <a:pt x="163" y="225"/>
                  <a:pt x="161" y="226"/>
                </a:cubicBezTo>
                <a:cubicBezTo>
                  <a:pt x="148" y="239"/>
                  <a:pt x="148" y="239"/>
                  <a:pt x="148" y="239"/>
                </a:cubicBezTo>
                <a:cubicBezTo>
                  <a:pt x="142" y="246"/>
                  <a:pt x="132" y="246"/>
                  <a:pt x="126" y="239"/>
                </a:cubicBezTo>
                <a:cubicBezTo>
                  <a:pt x="23" y="137"/>
                  <a:pt x="23" y="137"/>
                  <a:pt x="23" y="137"/>
                </a:cubicBezTo>
                <a:cubicBezTo>
                  <a:pt x="17" y="131"/>
                  <a:pt x="17" y="121"/>
                  <a:pt x="23" y="115"/>
                </a:cubicBezTo>
                <a:cubicBezTo>
                  <a:pt x="114" y="24"/>
                  <a:pt x="114" y="24"/>
                  <a:pt x="114" y="24"/>
                </a:cubicBezTo>
                <a:cubicBezTo>
                  <a:pt x="120" y="18"/>
                  <a:pt x="131" y="18"/>
                  <a:pt x="137" y="24"/>
                </a:cubicBezTo>
                <a:cubicBezTo>
                  <a:pt x="239" y="126"/>
                  <a:pt x="239" y="126"/>
                  <a:pt x="239" y="126"/>
                </a:cubicBezTo>
                <a:cubicBezTo>
                  <a:pt x="245" y="132"/>
                  <a:pt x="245" y="142"/>
                  <a:pt x="239" y="149"/>
                </a:cubicBezTo>
                <a:cubicBezTo>
                  <a:pt x="226" y="162"/>
                  <a:pt x="226" y="162"/>
                  <a:pt x="226" y="162"/>
                </a:cubicBezTo>
                <a:cubicBezTo>
                  <a:pt x="225" y="163"/>
                  <a:pt x="223" y="165"/>
                  <a:pt x="223" y="167"/>
                </a:cubicBezTo>
                <a:cubicBezTo>
                  <a:pt x="223" y="170"/>
                  <a:pt x="224" y="172"/>
                  <a:pt x="226" y="173"/>
                </a:cubicBezTo>
                <a:cubicBezTo>
                  <a:pt x="340" y="288"/>
                  <a:pt x="340" y="288"/>
                  <a:pt x="340" y="288"/>
                </a:cubicBezTo>
                <a:lnTo>
                  <a:pt x="340" y="34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9" name="Freeform 99"/>
          <p:cNvSpPr>
            <a:spLocks noEditPoints="1"/>
          </p:cNvSpPr>
          <p:nvPr/>
        </p:nvSpPr>
        <p:spPr bwMode="auto">
          <a:xfrm>
            <a:off x="1905000" y="4216400"/>
            <a:ext cx="575733" cy="577851"/>
          </a:xfrm>
          <a:custGeom>
            <a:avLst/>
            <a:gdLst>
              <a:gd name="T0" fmla="*/ 264 w 353"/>
              <a:gd name="T1" fmla="*/ 205 h 354"/>
              <a:gd name="T2" fmla="*/ 209 w 353"/>
              <a:gd name="T3" fmla="*/ 105 h 354"/>
              <a:gd name="T4" fmla="*/ 105 w 353"/>
              <a:gd name="T5" fmla="*/ 0 h 354"/>
              <a:gd name="T6" fmla="*/ 105 w 353"/>
              <a:gd name="T7" fmla="*/ 209 h 354"/>
              <a:gd name="T8" fmla="*/ 160 w 353"/>
              <a:gd name="T9" fmla="*/ 264 h 354"/>
              <a:gd name="T10" fmla="*/ 227 w 353"/>
              <a:gd name="T11" fmla="*/ 287 h 354"/>
              <a:gd name="T12" fmla="*/ 257 w 353"/>
              <a:gd name="T13" fmla="*/ 289 h 354"/>
              <a:gd name="T14" fmla="*/ 265 w 353"/>
              <a:gd name="T15" fmla="*/ 322 h 354"/>
              <a:gd name="T16" fmla="*/ 289 w 353"/>
              <a:gd name="T17" fmla="*/ 346 h 354"/>
              <a:gd name="T18" fmla="*/ 345 w 353"/>
              <a:gd name="T19" fmla="*/ 354 h 354"/>
              <a:gd name="T20" fmla="*/ 353 w 353"/>
              <a:gd name="T21" fmla="*/ 297 h 354"/>
              <a:gd name="T22" fmla="*/ 88 w 353"/>
              <a:gd name="T23" fmla="*/ 191 h 354"/>
              <a:gd name="T24" fmla="*/ 105 w 353"/>
              <a:gd name="T25" fmla="*/ 16 h 354"/>
              <a:gd name="T26" fmla="*/ 148 w 353"/>
              <a:gd name="T27" fmla="*/ 90 h 354"/>
              <a:gd name="T28" fmla="*/ 88 w 353"/>
              <a:gd name="T29" fmla="*/ 191 h 354"/>
              <a:gd name="T30" fmla="*/ 305 w 353"/>
              <a:gd name="T31" fmla="*/ 338 h 354"/>
              <a:gd name="T32" fmla="*/ 297 w 353"/>
              <a:gd name="T33" fmla="*/ 305 h 354"/>
              <a:gd name="T34" fmla="*/ 273 w 353"/>
              <a:gd name="T35" fmla="*/ 281 h 354"/>
              <a:gd name="T36" fmla="*/ 236 w 353"/>
              <a:gd name="T37" fmla="*/ 273 h 354"/>
              <a:gd name="T38" fmla="*/ 205 w 353"/>
              <a:gd name="T39" fmla="*/ 245 h 354"/>
              <a:gd name="T40" fmla="*/ 194 w 353"/>
              <a:gd name="T41" fmla="*/ 253 h 354"/>
              <a:gd name="T42" fmla="*/ 101 w 353"/>
              <a:gd name="T43" fmla="*/ 183 h 354"/>
              <a:gd name="T44" fmla="*/ 160 w 353"/>
              <a:gd name="T45" fmla="*/ 101 h 354"/>
              <a:gd name="T46" fmla="*/ 193 w 353"/>
              <a:gd name="T47" fmla="*/ 111 h 354"/>
              <a:gd name="T48" fmla="*/ 169 w 353"/>
              <a:gd name="T49" fmla="*/ 145 h 354"/>
              <a:gd name="T50" fmla="*/ 169 w 353"/>
              <a:gd name="T51" fmla="*/ 193 h 354"/>
              <a:gd name="T52" fmla="*/ 192 w 353"/>
              <a:gd name="T53" fmla="*/ 162 h 354"/>
              <a:gd name="T54" fmla="*/ 252 w 353"/>
              <a:gd name="T55" fmla="*/ 171 h 354"/>
              <a:gd name="T56" fmla="*/ 248 w 353"/>
              <a:gd name="T57" fmla="*/ 199 h 354"/>
              <a:gd name="T58" fmla="*/ 247 w 353"/>
              <a:gd name="T59" fmla="*/ 210 h 354"/>
              <a:gd name="T60" fmla="*/ 337 w 353"/>
              <a:gd name="T61" fmla="*/ 338 h 354"/>
              <a:gd name="T62" fmla="*/ 169 w 353"/>
              <a:gd name="T63" fmla="*/ 177 h 354"/>
              <a:gd name="T64" fmla="*/ 169 w 353"/>
              <a:gd name="T65" fmla="*/ 161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353" h="354">
                <a:moveTo>
                  <a:pt x="351" y="292"/>
                </a:moveTo>
                <a:cubicBezTo>
                  <a:pt x="264" y="205"/>
                  <a:pt x="264" y="205"/>
                  <a:pt x="264" y="205"/>
                </a:cubicBezTo>
                <a:cubicBezTo>
                  <a:pt x="276" y="192"/>
                  <a:pt x="276" y="172"/>
                  <a:pt x="264" y="160"/>
                </a:cubicBezTo>
                <a:cubicBezTo>
                  <a:pt x="209" y="105"/>
                  <a:pt x="209" y="105"/>
                  <a:pt x="209" y="105"/>
                </a:cubicBezTo>
                <a:cubicBezTo>
                  <a:pt x="209" y="105"/>
                  <a:pt x="209" y="105"/>
                  <a:pt x="209" y="105"/>
                </a:cubicBezTo>
                <a:cubicBezTo>
                  <a:pt x="209" y="47"/>
                  <a:pt x="162" y="0"/>
                  <a:pt x="105" y="0"/>
                </a:cubicBezTo>
                <a:cubicBezTo>
                  <a:pt x="47" y="0"/>
                  <a:pt x="0" y="47"/>
                  <a:pt x="0" y="105"/>
                </a:cubicBezTo>
                <a:cubicBezTo>
                  <a:pt x="0" y="162"/>
                  <a:pt x="47" y="209"/>
                  <a:pt x="105" y="209"/>
                </a:cubicBezTo>
                <a:cubicBezTo>
                  <a:pt x="105" y="209"/>
                  <a:pt x="105" y="209"/>
                  <a:pt x="105" y="209"/>
                </a:cubicBezTo>
                <a:cubicBezTo>
                  <a:pt x="160" y="264"/>
                  <a:pt x="160" y="264"/>
                  <a:pt x="160" y="264"/>
                </a:cubicBezTo>
                <a:cubicBezTo>
                  <a:pt x="172" y="276"/>
                  <a:pt x="192" y="276"/>
                  <a:pt x="205" y="264"/>
                </a:cubicBezTo>
                <a:cubicBezTo>
                  <a:pt x="227" y="287"/>
                  <a:pt x="227" y="287"/>
                  <a:pt x="227" y="287"/>
                </a:cubicBezTo>
                <a:cubicBezTo>
                  <a:pt x="229" y="289"/>
                  <a:pt x="231" y="289"/>
                  <a:pt x="233" y="289"/>
                </a:cubicBezTo>
                <a:cubicBezTo>
                  <a:pt x="257" y="289"/>
                  <a:pt x="257" y="289"/>
                  <a:pt x="257" y="289"/>
                </a:cubicBezTo>
                <a:cubicBezTo>
                  <a:pt x="257" y="314"/>
                  <a:pt x="257" y="314"/>
                  <a:pt x="257" y="314"/>
                </a:cubicBezTo>
                <a:cubicBezTo>
                  <a:pt x="257" y="318"/>
                  <a:pt x="261" y="322"/>
                  <a:pt x="265" y="322"/>
                </a:cubicBezTo>
                <a:cubicBezTo>
                  <a:pt x="289" y="322"/>
                  <a:pt x="289" y="322"/>
                  <a:pt x="289" y="322"/>
                </a:cubicBezTo>
                <a:cubicBezTo>
                  <a:pt x="289" y="346"/>
                  <a:pt x="289" y="346"/>
                  <a:pt x="289" y="346"/>
                </a:cubicBezTo>
                <a:cubicBezTo>
                  <a:pt x="289" y="350"/>
                  <a:pt x="293" y="354"/>
                  <a:pt x="297" y="354"/>
                </a:cubicBezTo>
                <a:cubicBezTo>
                  <a:pt x="345" y="354"/>
                  <a:pt x="345" y="354"/>
                  <a:pt x="345" y="354"/>
                </a:cubicBezTo>
                <a:cubicBezTo>
                  <a:pt x="350" y="354"/>
                  <a:pt x="353" y="350"/>
                  <a:pt x="353" y="346"/>
                </a:cubicBezTo>
                <a:cubicBezTo>
                  <a:pt x="353" y="297"/>
                  <a:pt x="353" y="297"/>
                  <a:pt x="353" y="297"/>
                </a:cubicBezTo>
                <a:cubicBezTo>
                  <a:pt x="353" y="295"/>
                  <a:pt x="353" y="293"/>
                  <a:pt x="351" y="292"/>
                </a:cubicBezTo>
                <a:moveTo>
                  <a:pt x="88" y="191"/>
                </a:moveTo>
                <a:cubicBezTo>
                  <a:pt x="47" y="183"/>
                  <a:pt x="16" y="148"/>
                  <a:pt x="16" y="105"/>
                </a:cubicBezTo>
                <a:cubicBezTo>
                  <a:pt x="16" y="56"/>
                  <a:pt x="56" y="16"/>
                  <a:pt x="105" y="16"/>
                </a:cubicBezTo>
                <a:cubicBezTo>
                  <a:pt x="148" y="16"/>
                  <a:pt x="183" y="47"/>
                  <a:pt x="191" y="88"/>
                </a:cubicBezTo>
                <a:cubicBezTo>
                  <a:pt x="179" y="78"/>
                  <a:pt x="160" y="78"/>
                  <a:pt x="148" y="90"/>
                </a:cubicBezTo>
                <a:cubicBezTo>
                  <a:pt x="90" y="149"/>
                  <a:pt x="90" y="149"/>
                  <a:pt x="90" y="149"/>
                </a:cubicBezTo>
                <a:cubicBezTo>
                  <a:pt x="78" y="160"/>
                  <a:pt x="77" y="179"/>
                  <a:pt x="88" y="191"/>
                </a:cubicBezTo>
                <a:moveTo>
                  <a:pt x="337" y="338"/>
                </a:moveTo>
                <a:cubicBezTo>
                  <a:pt x="305" y="338"/>
                  <a:pt x="305" y="338"/>
                  <a:pt x="305" y="338"/>
                </a:cubicBezTo>
                <a:cubicBezTo>
                  <a:pt x="305" y="314"/>
                  <a:pt x="305" y="314"/>
                  <a:pt x="305" y="314"/>
                </a:cubicBezTo>
                <a:cubicBezTo>
                  <a:pt x="305" y="309"/>
                  <a:pt x="302" y="305"/>
                  <a:pt x="297" y="305"/>
                </a:cubicBezTo>
                <a:cubicBezTo>
                  <a:pt x="273" y="305"/>
                  <a:pt x="273" y="305"/>
                  <a:pt x="273" y="305"/>
                </a:cubicBezTo>
                <a:cubicBezTo>
                  <a:pt x="273" y="281"/>
                  <a:pt x="273" y="281"/>
                  <a:pt x="273" y="281"/>
                </a:cubicBezTo>
                <a:cubicBezTo>
                  <a:pt x="273" y="277"/>
                  <a:pt x="270" y="273"/>
                  <a:pt x="265" y="273"/>
                </a:cubicBezTo>
                <a:cubicBezTo>
                  <a:pt x="236" y="273"/>
                  <a:pt x="236" y="273"/>
                  <a:pt x="236" y="273"/>
                </a:cubicBezTo>
                <a:cubicBezTo>
                  <a:pt x="210" y="247"/>
                  <a:pt x="210" y="247"/>
                  <a:pt x="210" y="247"/>
                </a:cubicBezTo>
                <a:cubicBezTo>
                  <a:pt x="209" y="246"/>
                  <a:pt x="207" y="245"/>
                  <a:pt x="205" y="245"/>
                </a:cubicBezTo>
                <a:cubicBezTo>
                  <a:pt x="202" y="245"/>
                  <a:pt x="200" y="246"/>
                  <a:pt x="199" y="248"/>
                </a:cubicBezTo>
                <a:cubicBezTo>
                  <a:pt x="194" y="253"/>
                  <a:pt x="194" y="253"/>
                  <a:pt x="194" y="253"/>
                </a:cubicBezTo>
                <a:cubicBezTo>
                  <a:pt x="187" y="259"/>
                  <a:pt x="177" y="259"/>
                  <a:pt x="171" y="253"/>
                </a:cubicBezTo>
                <a:cubicBezTo>
                  <a:pt x="101" y="183"/>
                  <a:pt x="101" y="183"/>
                  <a:pt x="101" y="183"/>
                </a:cubicBezTo>
                <a:cubicBezTo>
                  <a:pt x="95" y="176"/>
                  <a:pt x="95" y="166"/>
                  <a:pt x="101" y="160"/>
                </a:cubicBezTo>
                <a:cubicBezTo>
                  <a:pt x="160" y="101"/>
                  <a:pt x="160" y="101"/>
                  <a:pt x="160" y="101"/>
                </a:cubicBezTo>
                <a:cubicBezTo>
                  <a:pt x="166" y="95"/>
                  <a:pt x="176" y="95"/>
                  <a:pt x="182" y="101"/>
                </a:cubicBezTo>
                <a:cubicBezTo>
                  <a:pt x="193" y="111"/>
                  <a:pt x="193" y="111"/>
                  <a:pt x="193" y="111"/>
                </a:cubicBezTo>
                <a:cubicBezTo>
                  <a:pt x="192" y="125"/>
                  <a:pt x="188" y="137"/>
                  <a:pt x="181" y="148"/>
                </a:cubicBezTo>
                <a:cubicBezTo>
                  <a:pt x="178" y="146"/>
                  <a:pt x="173" y="145"/>
                  <a:pt x="169" y="145"/>
                </a:cubicBezTo>
                <a:cubicBezTo>
                  <a:pt x="156" y="145"/>
                  <a:pt x="145" y="156"/>
                  <a:pt x="145" y="169"/>
                </a:cubicBezTo>
                <a:cubicBezTo>
                  <a:pt x="145" y="182"/>
                  <a:pt x="156" y="193"/>
                  <a:pt x="169" y="193"/>
                </a:cubicBezTo>
                <a:cubicBezTo>
                  <a:pt x="182" y="193"/>
                  <a:pt x="193" y="182"/>
                  <a:pt x="193" y="169"/>
                </a:cubicBezTo>
                <a:cubicBezTo>
                  <a:pt x="193" y="167"/>
                  <a:pt x="192" y="164"/>
                  <a:pt x="192" y="162"/>
                </a:cubicBezTo>
                <a:cubicBezTo>
                  <a:pt x="199" y="151"/>
                  <a:pt x="204" y="139"/>
                  <a:pt x="207" y="126"/>
                </a:cubicBezTo>
                <a:cubicBezTo>
                  <a:pt x="252" y="171"/>
                  <a:pt x="252" y="171"/>
                  <a:pt x="252" y="171"/>
                </a:cubicBezTo>
                <a:cubicBezTo>
                  <a:pt x="259" y="178"/>
                  <a:pt x="259" y="188"/>
                  <a:pt x="252" y="194"/>
                </a:cubicBezTo>
                <a:cubicBezTo>
                  <a:pt x="248" y="199"/>
                  <a:pt x="248" y="199"/>
                  <a:pt x="248" y="199"/>
                </a:cubicBezTo>
                <a:cubicBezTo>
                  <a:pt x="246" y="200"/>
                  <a:pt x="245" y="202"/>
                  <a:pt x="245" y="205"/>
                </a:cubicBezTo>
                <a:cubicBezTo>
                  <a:pt x="245" y="207"/>
                  <a:pt x="246" y="209"/>
                  <a:pt x="247" y="210"/>
                </a:cubicBezTo>
                <a:cubicBezTo>
                  <a:pt x="337" y="301"/>
                  <a:pt x="337" y="301"/>
                  <a:pt x="337" y="301"/>
                </a:cubicBezTo>
                <a:lnTo>
                  <a:pt x="337" y="338"/>
                </a:lnTo>
                <a:close/>
                <a:moveTo>
                  <a:pt x="177" y="169"/>
                </a:moveTo>
                <a:cubicBezTo>
                  <a:pt x="177" y="173"/>
                  <a:pt x="173" y="177"/>
                  <a:pt x="169" y="177"/>
                </a:cubicBezTo>
                <a:cubicBezTo>
                  <a:pt x="164" y="177"/>
                  <a:pt x="161" y="173"/>
                  <a:pt x="161" y="169"/>
                </a:cubicBezTo>
                <a:cubicBezTo>
                  <a:pt x="161" y="165"/>
                  <a:pt x="164" y="161"/>
                  <a:pt x="169" y="161"/>
                </a:cubicBezTo>
                <a:cubicBezTo>
                  <a:pt x="173" y="161"/>
                  <a:pt x="177" y="165"/>
                  <a:pt x="177" y="169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00" name="Freeform 100"/>
          <p:cNvSpPr>
            <a:spLocks noEditPoints="1"/>
          </p:cNvSpPr>
          <p:nvPr/>
        </p:nvSpPr>
        <p:spPr bwMode="auto">
          <a:xfrm>
            <a:off x="3005667" y="4271434"/>
            <a:ext cx="575733" cy="472017"/>
          </a:xfrm>
          <a:custGeom>
            <a:avLst/>
            <a:gdLst>
              <a:gd name="T0" fmla="*/ 321 w 353"/>
              <a:gd name="T1" fmla="*/ 112 h 289"/>
              <a:gd name="T2" fmla="*/ 32 w 353"/>
              <a:gd name="T3" fmla="*/ 112 h 289"/>
              <a:gd name="T4" fmla="*/ 0 w 353"/>
              <a:gd name="T5" fmla="*/ 144 h 289"/>
              <a:gd name="T6" fmla="*/ 32 w 353"/>
              <a:gd name="T7" fmla="*/ 176 h 289"/>
              <a:gd name="T8" fmla="*/ 321 w 353"/>
              <a:gd name="T9" fmla="*/ 176 h 289"/>
              <a:gd name="T10" fmla="*/ 353 w 353"/>
              <a:gd name="T11" fmla="*/ 144 h 289"/>
              <a:gd name="T12" fmla="*/ 321 w 353"/>
              <a:gd name="T13" fmla="*/ 112 h 289"/>
              <a:gd name="T14" fmla="*/ 321 w 353"/>
              <a:gd name="T15" fmla="*/ 160 h 289"/>
              <a:gd name="T16" fmla="*/ 32 w 353"/>
              <a:gd name="T17" fmla="*/ 160 h 289"/>
              <a:gd name="T18" fmla="*/ 16 w 353"/>
              <a:gd name="T19" fmla="*/ 144 h 289"/>
              <a:gd name="T20" fmla="*/ 32 w 353"/>
              <a:gd name="T21" fmla="*/ 128 h 289"/>
              <a:gd name="T22" fmla="*/ 321 w 353"/>
              <a:gd name="T23" fmla="*/ 128 h 289"/>
              <a:gd name="T24" fmla="*/ 337 w 353"/>
              <a:gd name="T25" fmla="*/ 144 h 289"/>
              <a:gd name="T26" fmla="*/ 321 w 353"/>
              <a:gd name="T27" fmla="*/ 160 h 289"/>
              <a:gd name="T28" fmla="*/ 32 w 353"/>
              <a:gd name="T29" fmla="*/ 64 h 289"/>
              <a:gd name="T30" fmla="*/ 321 w 353"/>
              <a:gd name="T31" fmla="*/ 64 h 289"/>
              <a:gd name="T32" fmla="*/ 353 w 353"/>
              <a:gd name="T33" fmla="*/ 32 h 289"/>
              <a:gd name="T34" fmla="*/ 321 w 353"/>
              <a:gd name="T35" fmla="*/ 0 h 289"/>
              <a:gd name="T36" fmla="*/ 32 w 353"/>
              <a:gd name="T37" fmla="*/ 0 h 289"/>
              <a:gd name="T38" fmla="*/ 0 w 353"/>
              <a:gd name="T39" fmla="*/ 32 h 289"/>
              <a:gd name="T40" fmla="*/ 32 w 353"/>
              <a:gd name="T41" fmla="*/ 64 h 289"/>
              <a:gd name="T42" fmla="*/ 32 w 353"/>
              <a:gd name="T43" fmla="*/ 16 h 289"/>
              <a:gd name="T44" fmla="*/ 321 w 353"/>
              <a:gd name="T45" fmla="*/ 16 h 289"/>
              <a:gd name="T46" fmla="*/ 337 w 353"/>
              <a:gd name="T47" fmla="*/ 32 h 289"/>
              <a:gd name="T48" fmla="*/ 321 w 353"/>
              <a:gd name="T49" fmla="*/ 48 h 289"/>
              <a:gd name="T50" fmla="*/ 32 w 353"/>
              <a:gd name="T51" fmla="*/ 48 h 289"/>
              <a:gd name="T52" fmla="*/ 16 w 353"/>
              <a:gd name="T53" fmla="*/ 32 h 289"/>
              <a:gd name="T54" fmla="*/ 32 w 353"/>
              <a:gd name="T55" fmla="*/ 16 h 289"/>
              <a:gd name="T56" fmla="*/ 321 w 353"/>
              <a:gd name="T57" fmla="*/ 224 h 289"/>
              <a:gd name="T58" fmla="*/ 32 w 353"/>
              <a:gd name="T59" fmla="*/ 224 h 289"/>
              <a:gd name="T60" fmla="*/ 0 w 353"/>
              <a:gd name="T61" fmla="*/ 256 h 289"/>
              <a:gd name="T62" fmla="*/ 32 w 353"/>
              <a:gd name="T63" fmla="*/ 289 h 289"/>
              <a:gd name="T64" fmla="*/ 321 w 353"/>
              <a:gd name="T65" fmla="*/ 289 h 289"/>
              <a:gd name="T66" fmla="*/ 353 w 353"/>
              <a:gd name="T67" fmla="*/ 256 h 289"/>
              <a:gd name="T68" fmla="*/ 321 w 353"/>
              <a:gd name="T69" fmla="*/ 224 h 289"/>
              <a:gd name="T70" fmla="*/ 321 w 353"/>
              <a:gd name="T71" fmla="*/ 272 h 289"/>
              <a:gd name="T72" fmla="*/ 32 w 353"/>
              <a:gd name="T73" fmla="*/ 272 h 289"/>
              <a:gd name="T74" fmla="*/ 16 w 353"/>
              <a:gd name="T75" fmla="*/ 256 h 289"/>
              <a:gd name="T76" fmla="*/ 32 w 353"/>
              <a:gd name="T77" fmla="*/ 240 h 289"/>
              <a:gd name="T78" fmla="*/ 321 w 353"/>
              <a:gd name="T79" fmla="*/ 240 h 289"/>
              <a:gd name="T80" fmla="*/ 337 w 353"/>
              <a:gd name="T81" fmla="*/ 256 h 289"/>
              <a:gd name="T82" fmla="*/ 321 w 353"/>
              <a:gd name="T83" fmla="*/ 272 h 2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353" h="289">
                <a:moveTo>
                  <a:pt x="321" y="112"/>
                </a:moveTo>
                <a:cubicBezTo>
                  <a:pt x="32" y="112"/>
                  <a:pt x="32" y="112"/>
                  <a:pt x="32" y="112"/>
                </a:cubicBezTo>
                <a:cubicBezTo>
                  <a:pt x="14" y="112"/>
                  <a:pt x="0" y="126"/>
                  <a:pt x="0" y="144"/>
                </a:cubicBezTo>
                <a:cubicBezTo>
                  <a:pt x="0" y="162"/>
                  <a:pt x="14" y="176"/>
                  <a:pt x="32" y="176"/>
                </a:cubicBezTo>
                <a:cubicBezTo>
                  <a:pt x="321" y="176"/>
                  <a:pt x="321" y="176"/>
                  <a:pt x="321" y="176"/>
                </a:cubicBezTo>
                <a:cubicBezTo>
                  <a:pt x="338" y="176"/>
                  <a:pt x="353" y="162"/>
                  <a:pt x="353" y="144"/>
                </a:cubicBezTo>
                <a:cubicBezTo>
                  <a:pt x="353" y="126"/>
                  <a:pt x="338" y="112"/>
                  <a:pt x="321" y="112"/>
                </a:cubicBezTo>
                <a:moveTo>
                  <a:pt x="321" y="160"/>
                </a:moveTo>
                <a:cubicBezTo>
                  <a:pt x="32" y="160"/>
                  <a:pt x="32" y="160"/>
                  <a:pt x="32" y="160"/>
                </a:cubicBezTo>
                <a:cubicBezTo>
                  <a:pt x="23" y="160"/>
                  <a:pt x="16" y="153"/>
                  <a:pt x="16" y="144"/>
                </a:cubicBezTo>
                <a:cubicBezTo>
                  <a:pt x="16" y="135"/>
                  <a:pt x="23" y="128"/>
                  <a:pt x="32" y="128"/>
                </a:cubicBezTo>
                <a:cubicBezTo>
                  <a:pt x="321" y="128"/>
                  <a:pt x="321" y="128"/>
                  <a:pt x="321" y="128"/>
                </a:cubicBezTo>
                <a:cubicBezTo>
                  <a:pt x="330" y="128"/>
                  <a:pt x="337" y="135"/>
                  <a:pt x="337" y="144"/>
                </a:cubicBezTo>
                <a:cubicBezTo>
                  <a:pt x="337" y="153"/>
                  <a:pt x="330" y="160"/>
                  <a:pt x="321" y="160"/>
                </a:cubicBezTo>
                <a:moveTo>
                  <a:pt x="32" y="64"/>
                </a:moveTo>
                <a:cubicBezTo>
                  <a:pt x="321" y="64"/>
                  <a:pt x="321" y="64"/>
                  <a:pt x="321" y="64"/>
                </a:cubicBezTo>
                <a:cubicBezTo>
                  <a:pt x="338" y="64"/>
                  <a:pt x="353" y="49"/>
                  <a:pt x="353" y="32"/>
                </a:cubicBezTo>
                <a:cubicBezTo>
                  <a:pt x="353" y="14"/>
                  <a:pt x="338" y="0"/>
                  <a:pt x="321" y="0"/>
                </a:cubicBez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4"/>
                  <a:pt x="0" y="32"/>
                </a:cubicBezTo>
                <a:cubicBezTo>
                  <a:pt x="0" y="49"/>
                  <a:pt x="14" y="64"/>
                  <a:pt x="32" y="64"/>
                </a:cubicBezTo>
                <a:moveTo>
                  <a:pt x="32" y="16"/>
                </a:move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3"/>
                  <a:pt x="337" y="32"/>
                </a:cubicBezTo>
                <a:cubicBezTo>
                  <a:pt x="337" y="41"/>
                  <a:pt x="330" y="48"/>
                  <a:pt x="321" y="48"/>
                </a:cubicBezTo>
                <a:cubicBezTo>
                  <a:pt x="32" y="48"/>
                  <a:pt x="32" y="48"/>
                  <a:pt x="32" y="48"/>
                </a:cubicBezTo>
                <a:cubicBezTo>
                  <a:pt x="23" y="48"/>
                  <a:pt x="16" y="41"/>
                  <a:pt x="16" y="32"/>
                </a:cubicBezTo>
                <a:cubicBezTo>
                  <a:pt x="16" y="23"/>
                  <a:pt x="23" y="16"/>
                  <a:pt x="32" y="16"/>
                </a:cubicBezTo>
                <a:moveTo>
                  <a:pt x="321" y="224"/>
                </a:moveTo>
                <a:cubicBezTo>
                  <a:pt x="32" y="224"/>
                  <a:pt x="32" y="224"/>
                  <a:pt x="32" y="224"/>
                </a:cubicBezTo>
                <a:cubicBezTo>
                  <a:pt x="14" y="224"/>
                  <a:pt x="0" y="239"/>
                  <a:pt x="0" y="256"/>
                </a:cubicBezTo>
                <a:cubicBezTo>
                  <a:pt x="0" y="274"/>
                  <a:pt x="14" y="289"/>
                  <a:pt x="32" y="289"/>
                </a:cubicBezTo>
                <a:cubicBezTo>
                  <a:pt x="321" y="289"/>
                  <a:pt x="321" y="289"/>
                  <a:pt x="321" y="289"/>
                </a:cubicBezTo>
                <a:cubicBezTo>
                  <a:pt x="338" y="289"/>
                  <a:pt x="353" y="274"/>
                  <a:pt x="353" y="256"/>
                </a:cubicBezTo>
                <a:cubicBezTo>
                  <a:pt x="353" y="239"/>
                  <a:pt x="338" y="224"/>
                  <a:pt x="321" y="224"/>
                </a:cubicBezTo>
                <a:moveTo>
                  <a:pt x="321" y="272"/>
                </a:moveTo>
                <a:cubicBezTo>
                  <a:pt x="32" y="272"/>
                  <a:pt x="32" y="272"/>
                  <a:pt x="32" y="272"/>
                </a:cubicBezTo>
                <a:cubicBezTo>
                  <a:pt x="23" y="272"/>
                  <a:pt x="16" y="265"/>
                  <a:pt x="16" y="256"/>
                </a:cubicBezTo>
                <a:cubicBezTo>
                  <a:pt x="16" y="248"/>
                  <a:pt x="23" y="240"/>
                  <a:pt x="32" y="240"/>
                </a:cubicBezTo>
                <a:cubicBezTo>
                  <a:pt x="321" y="240"/>
                  <a:pt x="321" y="240"/>
                  <a:pt x="321" y="240"/>
                </a:cubicBezTo>
                <a:cubicBezTo>
                  <a:pt x="330" y="240"/>
                  <a:pt x="337" y="248"/>
                  <a:pt x="337" y="256"/>
                </a:cubicBezTo>
                <a:cubicBezTo>
                  <a:pt x="337" y="265"/>
                  <a:pt x="330" y="272"/>
                  <a:pt x="321" y="272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01" name="Freeform 101"/>
          <p:cNvSpPr>
            <a:spLocks noEditPoints="1"/>
          </p:cNvSpPr>
          <p:nvPr/>
        </p:nvSpPr>
        <p:spPr bwMode="auto">
          <a:xfrm>
            <a:off x="4106334" y="4271434"/>
            <a:ext cx="575733" cy="472017"/>
          </a:xfrm>
          <a:custGeom>
            <a:avLst/>
            <a:gdLst>
              <a:gd name="T0" fmla="*/ 0 w 353"/>
              <a:gd name="T1" fmla="*/ 256 h 289"/>
              <a:gd name="T2" fmla="*/ 64 w 353"/>
              <a:gd name="T3" fmla="*/ 256 h 289"/>
              <a:gd name="T4" fmla="*/ 32 w 353"/>
              <a:gd name="T5" fmla="*/ 272 h 289"/>
              <a:gd name="T6" fmla="*/ 32 w 353"/>
              <a:gd name="T7" fmla="*/ 240 h 289"/>
              <a:gd name="T8" fmla="*/ 32 w 353"/>
              <a:gd name="T9" fmla="*/ 272 h 289"/>
              <a:gd name="T10" fmla="*/ 321 w 353"/>
              <a:gd name="T11" fmla="*/ 64 h 289"/>
              <a:gd name="T12" fmla="*/ 321 w 353"/>
              <a:gd name="T13" fmla="*/ 0 h 289"/>
              <a:gd name="T14" fmla="*/ 96 w 353"/>
              <a:gd name="T15" fmla="*/ 32 h 289"/>
              <a:gd name="T16" fmla="*/ 128 w 353"/>
              <a:gd name="T17" fmla="*/ 16 h 289"/>
              <a:gd name="T18" fmla="*/ 337 w 353"/>
              <a:gd name="T19" fmla="*/ 32 h 289"/>
              <a:gd name="T20" fmla="*/ 128 w 353"/>
              <a:gd name="T21" fmla="*/ 48 h 289"/>
              <a:gd name="T22" fmla="*/ 128 w 353"/>
              <a:gd name="T23" fmla="*/ 16 h 289"/>
              <a:gd name="T24" fmla="*/ 128 w 353"/>
              <a:gd name="T25" fmla="*/ 224 h 289"/>
              <a:gd name="T26" fmla="*/ 128 w 353"/>
              <a:gd name="T27" fmla="*/ 289 h 289"/>
              <a:gd name="T28" fmla="*/ 353 w 353"/>
              <a:gd name="T29" fmla="*/ 256 h 289"/>
              <a:gd name="T30" fmla="*/ 321 w 353"/>
              <a:gd name="T31" fmla="*/ 272 h 289"/>
              <a:gd name="T32" fmla="*/ 112 w 353"/>
              <a:gd name="T33" fmla="*/ 256 h 289"/>
              <a:gd name="T34" fmla="*/ 321 w 353"/>
              <a:gd name="T35" fmla="*/ 240 h 289"/>
              <a:gd name="T36" fmla="*/ 321 w 353"/>
              <a:gd name="T37" fmla="*/ 272 h 289"/>
              <a:gd name="T38" fmla="*/ 128 w 353"/>
              <a:gd name="T39" fmla="*/ 112 h 289"/>
              <a:gd name="T40" fmla="*/ 128 w 353"/>
              <a:gd name="T41" fmla="*/ 176 h 289"/>
              <a:gd name="T42" fmla="*/ 353 w 353"/>
              <a:gd name="T43" fmla="*/ 144 h 289"/>
              <a:gd name="T44" fmla="*/ 321 w 353"/>
              <a:gd name="T45" fmla="*/ 160 h 289"/>
              <a:gd name="T46" fmla="*/ 112 w 353"/>
              <a:gd name="T47" fmla="*/ 144 h 289"/>
              <a:gd name="T48" fmla="*/ 321 w 353"/>
              <a:gd name="T49" fmla="*/ 128 h 289"/>
              <a:gd name="T50" fmla="*/ 321 w 353"/>
              <a:gd name="T51" fmla="*/ 160 h 289"/>
              <a:gd name="T52" fmla="*/ 0 w 353"/>
              <a:gd name="T53" fmla="*/ 144 h 289"/>
              <a:gd name="T54" fmla="*/ 64 w 353"/>
              <a:gd name="T55" fmla="*/ 144 h 289"/>
              <a:gd name="T56" fmla="*/ 32 w 353"/>
              <a:gd name="T57" fmla="*/ 160 h 289"/>
              <a:gd name="T58" fmla="*/ 32 w 353"/>
              <a:gd name="T59" fmla="*/ 128 h 289"/>
              <a:gd name="T60" fmla="*/ 32 w 353"/>
              <a:gd name="T61" fmla="*/ 160 h 289"/>
              <a:gd name="T62" fmla="*/ 0 w 353"/>
              <a:gd name="T63" fmla="*/ 32 h 289"/>
              <a:gd name="T64" fmla="*/ 64 w 353"/>
              <a:gd name="T65" fmla="*/ 32 h 289"/>
              <a:gd name="T66" fmla="*/ 32 w 353"/>
              <a:gd name="T67" fmla="*/ 48 h 289"/>
              <a:gd name="T68" fmla="*/ 32 w 353"/>
              <a:gd name="T69" fmla="*/ 16 h 289"/>
              <a:gd name="T70" fmla="*/ 32 w 353"/>
              <a:gd name="T71" fmla="*/ 48 h 2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353" h="289">
                <a:moveTo>
                  <a:pt x="32" y="224"/>
                </a:moveTo>
                <a:cubicBezTo>
                  <a:pt x="14" y="224"/>
                  <a:pt x="0" y="239"/>
                  <a:pt x="0" y="256"/>
                </a:cubicBezTo>
                <a:cubicBezTo>
                  <a:pt x="0" y="274"/>
                  <a:pt x="14" y="289"/>
                  <a:pt x="32" y="289"/>
                </a:cubicBezTo>
                <a:cubicBezTo>
                  <a:pt x="50" y="289"/>
                  <a:pt x="64" y="274"/>
                  <a:pt x="64" y="256"/>
                </a:cubicBezTo>
                <a:cubicBezTo>
                  <a:pt x="64" y="239"/>
                  <a:pt x="50" y="224"/>
                  <a:pt x="32" y="224"/>
                </a:cubicBezTo>
                <a:moveTo>
                  <a:pt x="32" y="272"/>
                </a:moveTo>
                <a:cubicBezTo>
                  <a:pt x="23" y="272"/>
                  <a:pt x="16" y="265"/>
                  <a:pt x="16" y="256"/>
                </a:cubicBezTo>
                <a:cubicBezTo>
                  <a:pt x="16" y="248"/>
                  <a:pt x="23" y="240"/>
                  <a:pt x="32" y="240"/>
                </a:cubicBezTo>
                <a:cubicBezTo>
                  <a:pt x="41" y="240"/>
                  <a:pt x="48" y="248"/>
                  <a:pt x="48" y="256"/>
                </a:cubicBezTo>
                <a:cubicBezTo>
                  <a:pt x="48" y="265"/>
                  <a:pt x="41" y="272"/>
                  <a:pt x="32" y="272"/>
                </a:cubicBezTo>
                <a:moveTo>
                  <a:pt x="128" y="64"/>
                </a:moveTo>
                <a:cubicBezTo>
                  <a:pt x="321" y="64"/>
                  <a:pt x="321" y="64"/>
                  <a:pt x="321" y="64"/>
                </a:cubicBezTo>
                <a:cubicBezTo>
                  <a:pt x="339" y="64"/>
                  <a:pt x="353" y="49"/>
                  <a:pt x="353" y="32"/>
                </a:cubicBezTo>
                <a:cubicBezTo>
                  <a:pt x="353" y="14"/>
                  <a:pt x="339" y="0"/>
                  <a:pt x="321" y="0"/>
                </a:cubicBezTo>
                <a:cubicBezTo>
                  <a:pt x="128" y="0"/>
                  <a:pt x="128" y="0"/>
                  <a:pt x="128" y="0"/>
                </a:cubicBezTo>
                <a:cubicBezTo>
                  <a:pt x="111" y="0"/>
                  <a:pt x="96" y="14"/>
                  <a:pt x="96" y="32"/>
                </a:cubicBezTo>
                <a:cubicBezTo>
                  <a:pt x="96" y="49"/>
                  <a:pt x="111" y="64"/>
                  <a:pt x="128" y="64"/>
                </a:cubicBezTo>
                <a:moveTo>
                  <a:pt x="128" y="16"/>
                </a:move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3"/>
                  <a:pt x="337" y="32"/>
                </a:cubicBezTo>
                <a:cubicBezTo>
                  <a:pt x="337" y="41"/>
                  <a:pt x="330" y="48"/>
                  <a:pt x="321" y="48"/>
                </a:cubicBezTo>
                <a:cubicBezTo>
                  <a:pt x="128" y="48"/>
                  <a:pt x="128" y="48"/>
                  <a:pt x="128" y="48"/>
                </a:cubicBezTo>
                <a:cubicBezTo>
                  <a:pt x="119" y="48"/>
                  <a:pt x="112" y="41"/>
                  <a:pt x="112" y="32"/>
                </a:cubicBezTo>
                <a:cubicBezTo>
                  <a:pt x="112" y="23"/>
                  <a:pt x="119" y="16"/>
                  <a:pt x="128" y="16"/>
                </a:cubicBezTo>
                <a:moveTo>
                  <a:pt x="321" y="224"/>
                </a:moveTo>
                <a:cubicBezTo>
                  <a:pt x="128" y="224"/>
                  <a:pt x="128" y="224"/>
                  <a:pt x="128" y="224"/>
                </a:cubicBezTo>
                <a:cubicBezTo>
                  <a:pt x="111" y="224"/>
                  <a:pt x="96" y="239"/>
                  <a:pt x="96" y="256"/>
                </a:cubicBezTo>
                <a:cubicBezTo>
                  <a:pt x="96" y="274"/>
                  <a:pt x="111" y="289"/>
                  <a:pt x="128" y="289"/>
                </a:cubicBezTo>
                <a:cubicBezTo>
                  <a:pt x="321" y="289"/>
                  <a:pt x="321" y="289"/>
                  <a:pt x="321" y="289"/>
                </a:cubicBezTo>
                <a:cubicBezTo>
                  <a:pt x="339" y="289"/>
                  <a:pt x="353" y="274"/>
                  <a:pt x="353" y="256"/>
                </a:cubicBezTo>
                <a:cubicBezTo>
                  <a:pt x="353" y="239"/>
                  <a:pt x="339" y="224"/>
                  <a:pt x="321" y="224"/>
                </a:cubicBezTo>
                <a:moveTo>
                  <a:pt x="321" y="272"/>
                </a:moveTo>
                <a:cubicBezTo>
                  <a:pt x="128" y="272"/>
                  <a:pt x="128" y="272"/>
                  <a:pt x="128" y="272"/>
                </a:cubicBezTo>
                <a:cubicBezTo>
                  <a:pt x="119" y="272"/>
                  <a:pt x="112" y="265"/>
                  <a:pt x="112" y="256"/>
                </a:cubicBezTo>
                <a:cubicBezTo>
                  <a:pt x="112" y="248"/>
                  <a:pt x="119" y="240"/>
                  <a:pt x="128" y="240"/>
                </a:cubicBezTo>
                <a:cubicBezTo>
                  <a:pt x="321" y="240"/>
                  <a:pt x="321" y="240"/>
                  <a:pt x="321" y="240"/>
                </a:cubicBezTo>
                <a:cubicBezTo>
                  <a:pt x="330" y="240"/>
                  <a:pt x="337" y="248"/>
                  <a:pt x="337" y="256"/>
                </a:cubicBezTo>
                <a:cubicBezTo>
                  <a:pt x="337" y="265"/>
                  <a:pt x="330" y="272"/>
                  <a:pt x="321" y="272"/>
                </a:cubicBezTo>
                <a:moveTo>
                  <a:pt x="321" y="112"/>
                </a:moveTo>
                <a:cubicBezTo>
                  <a:pt x="128" y="112"/>
                  <a:pt x="128" y="112"/>
                  <a:pt x="128" y="112"/>
                </a:cubicBezTo>
                <a:cubicBezTo>
                  <a:pt x="111" y="112"/>
                  <a:pt x="96" y="126"/>
                  <a:pt x="96" y="144"/>
                </a:cubicBezTo>
                <a:cubicBezTo>
                  <a:pt x="96" y="162"/>
                  <a:pt x="111" y="176"/>
                  <a:pt x="128" y="176"/>
                </a:cubicBezTo>
                <a:cubicBezTo>
                  <a:pt x="321" y="176"/>
                  <a:pt x="321" y="176"/>
                  <a:pt x="321" y="176"/>
                </a:cubicBezTo>
                <a:cubicBezTo>
                  <a:pt x="339" y="176"/>
                  <a:pt x="353" y="162"/>
                  <a:pt x="353" y="144"/>
                </a:cubicBezTo>
                <a:cubicBezTo>
                  <a:pt x="353" y="126"/>
                  <a:pt x="339" y="112"/>
                  <a:pt x="321" y="112"/>
                </a:cubicBezTo>
                <a:moveTo>
                  <a:pt x="321" y="160"/>
                </a:moveTo>
                <a:cubicBezTo>
                  <a:pt x="128" y="160"/>
                  <a:pt x="128" y="160"/>
                  <a:pt x="128" y="160"/>
                </a:cubicBezTo>
                <a:cubicBezTo>
                  <a:pt x="119" y="160"/>
                  <a:pt x="112" y="153"/>
                  <a:pt x="112" y="144"/>
                </a:cubicBezTo>
                <a:cubicBezTo>
                  <a:pt x="112" y="135"/>
                  <a:pt x="119" y="128"/>
                  <a:pt x="128" y="128"/>
                </a:cubicBezTo>
                <a:cubicBezTo>
                  <a:pt x="321" y="128"/>
                  <a:pt x="321" y="128"/>
                  <a:pt x="321" y="128"/>
                </a:cubicBezTo>
                <a:cubicBezTo>
                  <a:pt x="330" y="128"/>
                  <a:pt x="337" y="135"/>
                  <a:pt x="337" y="144"/>
                </a:cubicBezTo>
                <a:cubicBezTo>
                  <a:pt x="337" y="153"/>
                  <a:pt x="330" y="160"/>
                  <a:pt x="321" y="160"/>
                </a:cubicBezTo>
                <a:moveTo>
                  <a:pt x="32" y="112"/>
                </a:moveTo>
                <a:cubicBezTo>
                  <a:pt x="14" y="112"/>
                  <a:pt x="0" y="126"/>
                  <a:pt x="0" y="144"/>
                </a:cubicBezTo>
                <a:cubicBezTo>
                  <a:pt x="0" y="162"/>
                  <a:pt x="14" y="176"/>
                  <a:pt x="32" y="176"/>
                </a:cubicBezTo>
                <a:cubicBezTo>
                  <a:pt x="50" y="176"/>
                  <a:pt x="64" y="162"/>
                  <a:pt x="64" y="144"/>
                </a:cubicBezTo>
                <a:cubicBezTo>
                  <a:pt x="64" y="126"/>
                  <a:pt x="50" y="112"/>
                  <a:pt x="32" y="112"/>
                </a:cubicBezTo>
                <a:moveTo>
                  <a:pt x="32" y="160"/>
                </a:moveTo>
                <a:cubicBezTo>
                  <a:pt x="23" y="160"/>
                  <a:pt x="16" y="153"/>
                  <a:pt x="16" y="144"/>
                </a:cubicBezTo>
                <a:cubicBezTo>
                  <a:pt x="16" y="135"/>
                  <a:pt x="23" y="128"/>
                  <a:pt x="32" y="128"/>
                </a:cubicBezTo>
                <a:cubicBezTo>
                  <a:pt x="41" y="128"/>
                  <a:pt x="48" y="135"/>
                  <a:pt x="48" y="144"/>
                </a:cubicBezTo>
                <a:cubicBezTo>
                  <a:pt x="48" y="153"/>
                  <a:pt x="41" y="160"/>
                  <a:pt x="32" y="160"/>
                </a:cubicBezTo>
                <a:moveTo>
                  <a:pt x="32" y="0"/>
                </a:moveTo>
                <a:cubicBezTo>
                  <a:pt x="14" y="0"/>
                  <a:pt x="0" y="14"/>
                  <a:pt x="0" y="32"/>
                </a:cubicBezTo>
                <a:cubicBezTo>
                  <a:pt x="0" y="49"/>
                  <a:pt x="14" y="64"/>
                  <a:pt x="32" y="64"/>
                </a:cubicBezTo>
                <a:cubicBezTo>
                  <a:pt x="50" y="64"/>
                  <a:pt x="64" y="49"/>
                  <a:pt x="64" y="32"/>
                </a:cubicBezTo>
                <a:cubicBezTo>
                  <a:pt x="64" y="14"/>
                  <a:pt x="50" y="0"/>
                  <a:pt x="32" y="0"/>
                </a:cubicBezTo>
                <a:moveTo>
                  <a:pt x="32" y="48"/>
                </a:moveTo>
                <a:cubicBezTo>
                  <a:pt x="23" y="48"/>
                  <a:pt x="16" y="41"/>
                  <a:pt x="16" y="32"/>
                </a:cubicBezTo>
                <a:cubicBezTo>
                  <a:pt x="16" y="23"/>
                  <a:pt x="23" y="16"/>
                  <a:pt x="32" y="16"/>
                </a:cubicBezTo>
                <a:cubicBezTo>
                  <a:pt x="41" y="16"/>
                  <a:pt x="48" y="23"/>
                  <a:pt x="48" y="32"/>
                </a:cubicBezTo>
                <a:cubicBezTo>
                  <a:pt x="48" y="41"/>
                  <a:pt x="41" y="48"/>
                  <a:pt x="32" y="48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02" name="Freeform 102"/>
          <p:cNvSpPr>
            <a:spLocks noEditPoints="1"/>
          </p:cNvSpPr>
          <p:nvPr/>
        </p:nvSpPr>
        <p:spPr bwMode="auto">
          <a:xfrm>
            <a:off x="5204884" y="4271434"/>
            <a:ext cx="575733" cy="472017"/>
          </a:xfrm>
          <a:custGeom>
            <a:avLst/>
            <a:gdLst>
              <a:gd name="T0" fmla="*/ 24 w 353"/>
              <a:gd name="T1" fmla="*/ 160 h 289"/>
              <a:gd name="T2" fmla="*/ 0 w 353"/>
              <a:gd name="T3" fmla="*/ 184 h 289"/>
              <a:gd name="T4" fmla="*/ 24 w 353"/>
              <a:gd name="T5" fmla="*/ 208 h 289"/>
              <a:gd name="T6" fmla="*/ 48 w 353"/>
              <a:gd name="T7" fmla="*/ 184 h 289"/>
              <a:gd name="T8" fmla="*/ 24 w 353"/>
              <a:gd name="T9" fmla="*/ 160 h 289"/>
              <a:gd name="T10" fmla="*/ 24 w 353"/>
              <a:gd name="T11" fmla="*/ 80 h 289"/>
              <a:gd name="T12" fmla="*/ 0 w 353"/>
              <a:gd name="T13" fmla="*/ 104 h 289"/>
              <a:gd name="T14" fmla="*/ 24 w 353"/>
              <a:gd name="T15" fmla="*/ 128 h 289"/>
              <a:gd name="T16" fmla="*/ 48 w 353"/>
              <a:gd name="T17" fmla="*/ 104 h 289"/>
              <a:gd name="T18" fmla="*/ 24 w 353"/>
              <a:gd name="T19" fmla="*/ 80 h 289"/>
              <a:gd name="T20" fmla="*/ 24 w 353"/>
              <a:gd name="T21" fmla="*/ 240 h 289"/>
              <a:gd name="T22" fmla="*/ 0 w 353"/>
              <a:gd name="T23" fmla="*/ 264 h 289"/>
              <a:gd name="T24" fmla="*/ 24 w 353"/>
              <a:gd name="T25" fmla="*/ 289 h 289"/>
              <a:gd name="T26" fmla="*/ 48 w 353"/>
              <a:gd name="T27" fmla="*/ 264 h 289"/>
              <a:gd name="T28" fmla="*/ 24 w 353"/>
              <a:gd name="T29" fmla="*/ 240 h 289"/>
              <a:gd name="T30" fmla="*/ 89 w 353"/>
              <a:gd name="T31" fmla="*/ 32 h 289"/>
              <a:gd name="T32" fmla="*/ 345 w 353"/>
              <a:gd name="T33" fmla="*/ 32 h 289"/>
              <a:gd name="T34" fmla="*/ 353 w 353"/>
              <a:gd name="T35" fmla="*/ 24 h 289"/>
              <a:gd name="T36" fmla="*/ 345 w 353"/>
              <a:gd name="T37" fmla="*/ 16 h 289"/>
              <a:gd name="T38" fmla="*/ 89 w 353"/>
              <a:gd name="T39" fmla="*/ 16 h 289"/>
              <a:gd name="T40" fmla="*/ 81 w 353"/>
              <a:gd name="T41" fmla="*/ 24 h 289"/>
              <a:gd name="T42" fmla="*/ 89 w 353"/>
              <a:gd name="T43" fmla="*/ 32 h 289"/>
              <a:gd name="T44" fmla="*/ 345 w 353"/>
              <a:gd name="T45" fmla="*/ 256 h 289"/>
              <a:gd name="T46" fmla="*/ 89 w 353"/>
              <a:gd name="T47" fmla="*/ 256 h 289"/>
              <a:gd name="T48" fmla="*/ 81 w 353"/>
              <a:gd name="T49" fmla="*/ 264 h 289"/>
              <a:gd name="T50" fmla="*/ 89 w 353"/>
              <a:gd name="T51" fmla="*/ 272 h 289"/>
              <a:gd name="T52" fmla="*/ 345 w 353"/>
              <a:gd name="T53" fmla="*/ 272 h 289"/>
              <a:gd name="T54" fmla="*/ 353 w 353"/>
              <a:gd name="T55" fmla="*/ 264 h 289"/>
              <a:gd name="T56" fmla="*/ 345 w 353"/>
              <a:gd name="T57" fmla="*/ 256 h 289"/>
              <a:gd name="T58" fmla="*/ 24 w 353"/>
              <a:gd name="T59" fmla="*/ 0 h 289"/>
              <a:gd name="T60" fmla="*/ 0 w 353"/>
              <a:gd name="T61" fmla="*/ 24 h 289"/>
              <a:gd name="T62" fmla="*/ 24 w 353"/>
              <a:gd name="T63" fmla="*/ 48 h 289"/>
              <a:gd name="T64" fmla="*/ 48 w 353"/>
              <a:gd name="T65" fmla="*/ 24 h 289"/>
              <a:gd name="T66" fmla="*/ 24 w 353"/>
              <a:gd name="T67" fmla="*/ 0 h 289"/>
              <a:gd name="T68" fmla="*/ 345 w 353"/>
              <a:gd name="T69" fmla="*/ 96 h 289"/>
              <a:gd name="T70" fmla="*/ 89 w 353"/>
              <a:gd name="T71" fmla="*/ 96 h 289"/>
              <a:gd name="T72" fmla="*/ 81 w 353"/>
              <a:gd name="T73" fmla="*/ 104 h 289"/>
              <a:gd name="T74" fmla="*/ 89 w 353"/>
              <a:gd name="T75" fmla="*/ 112 h 289"/>
              <a:gd name="T76" fmla="*/ 345 w 353"/>
              <a:gd name="T77" fmla="*/ 112 h 289"/>
              <a:gd name="T78" fmla="*/ 353 w 353"/>
              <a:gd name="T79" fmla="*/ 104 h 289"/>
              <a:gd name="T80" fmla="*/ 345 w 353"/>
              <a:gd name="T81" fmla="*/ 96 h 289"/>
              <a:gd name="T82" fmla="*/ 345 w 353"/>
              <a:gd name="T83" fmla="*/ 176 h 289"/>
              <a:gd name="T84" fmla="*/ 89 w 353"/>
              <a:gd name="T85" fmla="*/ 176 h 289"/>
              <a:gd name="T86" fmla="*/ 81 w 353"/>
              <a:gd name="T87" fmla="*/ 184 h 289"/>
              <a:gd name="T88" fmla="*/ 89 w 353"/>
              <a:gd name="T89" fmla="*/ 192 h 289"/>
              <a:gd name="T90" fmla="*/ 345 w 353"/>
              <a:gd name="T91" fmla="*/ 192 h 289"/>
              <a:gd name="T92" fmla="*/ 353 w 353"/>
              <a:gd name="T93" fmla="*/ 184 h 289"/>
              <a:gd name="T94" fmla="*/ 345 w 353"/>
              <a:gd name="T95" fmla="*/ 176 h 2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53" h="289">
                <a:moveTo>
                  <a:pt x="24" y="160"/>
                </a:moveTo>
                <a:cubicBezTo>
                  <a:pt x="11" y="160"/>
                  <a:pt x="0" y="171"/>
                  <a:pt x="0" y="184"/>
                </a:cubicBezTo>
                <a:cubicBezTo>
                  <a:pt x="0" y="197"/>
                  <a:pt x="11" y="208"/>
                  <a:pt x="24" y="208"/>
                </a:cubicBezTo>
                <a:cubicBezTo>
                  <a:pt x="38" y="208"/>
                  <a:pt x="48" y="197"/>
                  <a:pt x="48" y="184"/>
                </a:cubicBezTo>
                <a:cubicBezTo>
                  <a:pt x="48" y="171"/>
                  <a:pt x="38" y="160"/>
                  <a:pt x="24" y="160"/>
                </a:cubicBezTo>
                <a:moveTo>
                  <a:pt x="24" y="80"/>
                </a:moveTo>
                <a:cubicBezTo>
                  <a:pt x="11" y="80"/>
                  <a:pt x="0" y="91"/>
                  <a:pt x="0" y="104"/>
                </a:cubicBezTo>
                <a:cubicBezTo>
                  <a:pt x="0" y="117"/>
                  <a:pt x="11" y="128"/>
                  <a:pt x="24" y="128"/>
                </a:cubicBezTo>
                <a:cubicBezTo>
                  <a:pt x="38" y="128"/>
                  <a:pt x="48" y="117"/>
                  <a:pt x="48" y="104"/>
                </a:cubicBezTo>
                <a:cubicBezTo>
                  <a:pt x="48" y="91"/>
                  <a:pt x="38" y="80"/>
                  <a:pt x="24" y="80"/>
                </a:cubicBezTo>
                <a:moveTo>
                  <a:pt x="24" y="240"/>
                </a:moveTo>
                <a:cubicBezTo>
                  <a:pt x="11" y="240"/>
                  <a:pt x="0" y="251"/>
                  <a:pt x="0" y="264"/>
                </a:cubicBezTo>
                <a:cubicBezTo>
                  <a:pt x="0" y="278"/>
                  <a:pt x="11" y="289"/>
                  <a:pt x="24" y="289"/>
                </a:cubicBezTo>
                <a:cubicBezTo>
                  <a:pt x="38" y="289"/>
                  <a:pt x="48" y="278"/>
                  <a:pt x="48" y="264"/>
                </a:cubicBezTo>
                <a:cubicBezTo>
                  <a:pt x="48" y="251"/>
                  <a:pt x="38" y="240"/>
                  <a:pt x="24" y="240"/>
                </a:cubicBezTo>
                <a:moveTo>
                  <a:pt x="89" y="32"/>
                </a:moveTo>
                <a:cubicBezTo>
                  <a:pt x="345" y="32"/>
                  <a:pt x="345" y="32"/>
                  <a:pt x="345" y="32"/>
                </a:cubicBezTo>
                <a:cubicBezTo>
                  <a:pt x="350" y="32"/>
                  <a:pt x="353" y="28"/>
                  <a:pt x="353" y="24"/>
                </a:cubicBezTo>
                <a:cubicBezTo>
                  <a:pt x="353" y="19"/>
                  <a:pt x="350" y="16"/>
                  <a:pt x="345" y="16"/>
                </a:cubicBezTo>
                <a:cubicBezTo>
                  <a:pt x="89" y="16"/>
                  <a:pt x="89" y="16"/>
                  <a:pt x="89" y="16"/>
                </a:cubicBezTo>
                <a:cubicBezTo>
                  <a:pt x="84" y="16"/>
                  <a:pt x="81" y="19"/>
                  <a:pt x="81" y="24"/>
                </a:cubicBezTo>
                <a:cubicBezTo>
                  <a:pt x="81" y="28"/>
                  <a:pt x="84" y="32"/>
                  <a:pt x="89" y="32"/>
                </a:cubicBezTo>
                <a:moveTo>
                  <a:pt x="345" y="256"/>
                </a:moveTo>
                <a:cubicBezTo>
                  <a:pt x="89" y="256"/>
                  <a:pt x="89" y="256"/>
                  <a:pt x="89" y="256"/>
                </a:cubicBezTo>
                <a:cubicBezTo>
                  <a:pt x="84" y="256"/>
                  <a:pt x="81" y="260"/>
                  <a:pt x="81" y="264"/>
                </a:cubicBezTo>
                <a:cubicBezTo>
                  <a:pt x="81" y="269"/>
                  <a:pt x="84" y="272"/>
                  <a:pt x="89" y="272"/>
                </a:cubicBezTo>
                <a:cubicBezTo>
                  <a:pt x="345" y="272"/>
                  <a:pt x="345" y="272"/>
                  <a:pt x="345" y="272"/>
                </a:cubicBezTo>
                <a:cubicBezTo>
                  <a:pt x="350" y="272"/>
                  <a:pt x="353" y="269"/>
                  <a:pt x="353" y="264"/>
                </a:cubicBezTo>
                <a:cubicBezTo>
                  <a:pt x="353" y="260"/>
                  <a:pt x="350" y="256"/>
                  <a:pt x="345" y="256"/>
                </a:cubicBezTo>
                <a:moveTo>
                  <a:pt x="24" y="0"/>
                </a:moveTo>
                <a:cubicBezTo>
                  <a:pt x="11" y="0"/>
                  <a:pt x="0" y="10"/>
                  <a:pt x="0" y="24"/>
                </a:cubicBezTo>
                <a:cubicBezTo>
                  <a:pt x="0" y="37"/>
                  <a:pt x="11" y="48"/>
                  <a:pt x="24" y="48"/>
                </a:cubicBezTo>
                <a:cubicBezTo>
                  <a:pt x="38" y="48"/>
                  <a:pt x="48" y="37"/>
                  <a:pt x="48" y="24"/>
                </a:cubicBezTo>
                <a:cubicBezTo>
                  <a:pt x="48" y="10"/>
                  <a:pt x="38" y="0"/>
                  <a:pt x="24" y="0"/>
                </a:cubicBezTo>
                <a:moveTo>
                  <a:pt x="345" y="96"/>
                </a:moveTo>
                <a:cubicBezTo>
                  <a:pt x="89" y="96"/>
                  <a:pt x="89" y="96"/>
                  <a:pt x="89" y="96"/>
                </a:cubicBezTo>
                <a:cubicBezTo>
                  <a:pt x="84" y="96"/>
                  <a:pt x="81" y="99"/>
                  <a:pt x="81" y="104"/>
                </a:cubicBezTo>
                <a:cubicBezTo>
                  <a:pt x="81" y="108"/>
                  <a:pt x="84" y="112"/>
                  <a:pt x="89" y="112"/>
                </a:cubicBezTo>
                <a:cubicBezTo>
                  <a:pt x="345" y="112"/>
                  <a:pt x="345" y="112"/>
                  <a:pt x="345" y="112"/>
                </a:cubicBezTo>
                <a:cubicBezTo>
                  <a:pt x="350" y="112"/>
                  <a:pt x="353" y="108"/>
                  <a:pt x="353" y="104"/>
                </a:cubicBezTo>
                <a:cubicBezTo>
                  <a:pt x="353" y="99"/>
                  <a:pt x="350" y="96"/>
                  <a:pt x="345" y="96"/>
                </a:cubicBezTo>
                <a:moveTo>
                  <a:pt x="345" y="176"/>
                </a:moveTo>
                <a:cubicBezTo>
                  <a:pt x="89" y="176"/>
                  <a:pt x="89" y="176"/>
                  <a:pt x="89" y="176"/>
                </a:cubicBezTo>
                <a:cubicBezTo>
                  <a:pt x="84" y="176"/>
                  <a:pt x="81" y="180"/>
                  <a:pt x="81" y="184"/>
                </a:cubicBezTo>
                <a:cubicBezTo>
                  <a:pt x="81" y="189"/>
                  <a:pt x="84" y="192"/>
                  <a:pt x="89" y="192"/>
                </a:cubicBezTo>
                <a:cubicBezTo>
                  <a:pt x="345" y="192"/>
                  <a:pt x="345" y="192"/>
                  <a:pt x="345" y="192"/>
                </a:cubicBezTo>
                <a:cubicBezTo>
                  <a:pt x="350" y="192"/>
                  <a:pt x="353" y="189"/>
                  <a:pt x="353" y="184"/>
                </a:cubicBezTo>
                <a:cubicBezTo>
                  <a:pt x="353" y="180"/>
                  <a:pt x="350" y="176"/>
                  <a:pt x="345" y="176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03" name="Freeform 103"/>
          <p:cNvSpPr>
            <a:spLocks noEditPoints="1"/>
          </p:cNvSpPr>
          <p:nvPr/>
        </p:nvSpPr>
        <p:spPr bwMode="auto">
          <a:xfrm>
            <a:off x="6305551" y="4271434"/>
            <a:ext cx="575733" cy="472017"/>
          </a:xfrm>
          <a:custGeom>
            <a:avLst/>
            <a:gdLst>
              <a:gd name="T0" fmla="*/ 321 w 353"/>
              <a:gd name="T1" fmla="*/ 32 h 289"/>
              <a:gd name="T2" fmla="*/ 176 w 353"/>
              <a:gd name="T3" fmla="*/ 32 h 289"/>
              <a:gd name="T4" fmla="*/ 112 w 353"/>
              <a:gd name="T5" fmla="*/ 0 h 289"/>
              <a:gd name="T6" fmla="*/ 32 w 353"/>
              <a:gd name="T7" fmla="*/ 0 h 289"/>
              <a:gd name="T8" fmla="*/ 0 w 353"/>
              <a:gd name="T9" fmla="*/ 32 h 289"/>
              <a:gd name="T10" fmla="*/ 0 w 353"/>
              <a:gd name="T11" fmla="*/ 256 h 289"/>
              <a:gd name="T12" fmla="*/ 32 w 353"/>
              <a:gd name="T13" fmla="*/ 289 h 289"/>
              <a:gd name="T14" fmla="*/ 321 w 353"/>
              <a:gd name="T15" fmla="*/ 289 h 289"/>
              <a:gd name="T16" fmla="*/ 353 w 353"/>
              <a:gd name="T17" fmla="*/ 256 h 289"/>
              <a:gd name="T18" fmla="*/ 353 w 353"/>
              <a:gd name="T19" fmla="*/ 64 h 289"/>
              <a:gd name="T20" fmla="*/ 321 w 353"/>
              <a:gd name="T21" fmla="*/ 32 h 289"/>
              <a:gd name="T22" fmla="*/ 337 w 353"/>
              <a:gd name="T23" fmla="*/ 256 h 289"/>
              <a:gd name="T24" fmla="*/ 321 w 353"/>
              <a:gd name="T25" fmla="*/ 272 h 289"/>
              <a:gd name="T26" fmla="*/ 32 w 353"/>
              <a:gd name="T27" fmla="*/ 272 h 289"/>
              <a:gd name="T28" fmla="*/ 16 w 353"/>
              <a:gd name="T29" fmla="*/ 256 h 289"/>
              <a:gd name="T30" fmla="*/ 16 w 353"/>
              <a:gd name="T31" fmla="*/ 96 h 289"/>
              <a:gd name="T32" fmla="*/ 337 w 353"/>
              <a:gd name="T33" fmla="*/ 96 h 289"/>
              <a:gd name="T34" fmla="*/ 337 w 353"/>
              <a:gd name="T35" fmla="*/ 256 h 289"/>
              <a:gd name="T36" fmla="*/ 337 w 353"/>
              <a:gd name="T37" fmla="*/ 80 h 289"/>
              <a:gd name="T38" fmla="*/ 16 w 353"/>
              <a:gd name="T39" fmla="*/ 80 h 289"/>
              <a:gd name="T40" fmla="*/ 16 w 353"/>
              <a:gd name="T41" fmla="*/ 32 h 289"/>
              <a:gd name="T42" fmla="*/ 32 w 353"/>
              <a:gd name="T43" fmla="*/ 16 h 289"/>
              <a:gd name="T44" fmla="*/ 112 w 353"/>
              <a:gd name="T45" fmla="*/ 16 h 289"/>
              <a:gd name="T46" fmla="*/ 176 w 353"/>
              <a:gd name="T47" fmla="*/ 48 h 289"/>
              <a:gd name="T48" fmla="*/ 321 w 353"/>
              <a:gd name="T49" fmla="*/ 48 h 289"/>
              <a:gd name="T50" fmla="*/ 337 w 353"/>
              <a:gd name="T51" fmla="*/ 64 h 289"/>
              <a:gd name="T52" fmla="*/ 337 w 353"/>
              <a:gd name="T53" fmla="*/ 80 h 2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353" h="289">
                <a:moveTo>
                  <a:pt x="321" y="32"/>
                </a:moveTo>
                <a:cubicBezTo>
                  <a:pt x="176" y="32"/>
                  <a:pt x="176" y="32"/>
                  <a:pt x="176" y="32"/>
                </a:cubicBezTo>
                <a:cubicBezTo>
                  <a:pt x="144" y="32"/>
                  <a:pt x="144" y="0"/>
                  <a:pt x="112" y="0"/>
                </a:cubicBez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4"/>
                  <a:pt x="0" y="32"/>
                </a:cubicBezTo>
                <a:cubicBezTo>
                  <a:pt x="0" y="256"/>
                  <a:pt x="0" y="256"/>
                  <a:pt x="0" y="256"/>
                </a:cubicBezTo>
                <a:cubicBezTo>
                  <a:pt x="0" y="274"/>
                  <a:pt x="14" y="289"/>
                  <a:pt x="32" y="289"/>
                </a:cubicBezTo>
                <a:cubicBezTo>
                  <a:pt x="321" y="289"/>
                  <a:pt x="321" y="289"/>
                  <a:pt x="321" y="289"/>
                </a:cubicBezTo>
                <a:cubicBezTo>
                  <a:pt x="338" y="289"/>
                  <a:pt x="353" y="274"/>
                  <a:pt x="353" y="256"/>
                </a:cubicBezTo>
                <a:cubicBezTo>
                  <a:pt x="353" y="64"/>
                  <a:pt x="353" y="64"/>
                  <a:pt x="353" y="64"/>
                </a:cubicBezTo>
                <a:cubicBezTo>
                  <a:pt x="353" y="46"/>
                  <a:pt x="338" y="32"/>
                  <a:pt x="321" y="32"/>
                </a:cubicBezTo>
                <a:moveTo>
                  <a:pt x="337" y="256"/>
                </a:moveTo>
                <a:cubicBezTo>
                  <a:pt x="337" y="265"/>
                  <a:pt x="330" y="272"/>
                  <a:pt x="321" y="272"/>
                </a:cubicBezTo>
                <a:cubicBezTo>
                  <a:pt x="32" y="272"/>
                  <a:pt x="32" y="272"/>
                  <a:pt x="32" y="272"/>
                </a:cubicBezTo>
                <a:cubicBezTo>
                  <a:pt x="23" y="272"/>
                  <a:pt x="16" y="265"/>
                  <a:pt x="16" y="256"/>
                </a:cubicBezTo>
                <a:cubicBezTo>
                  <a:pt x="16" y="96"/>
                  <a:pt x="16" y="96"/>
                  <a:pt x="16" y="96"/>
                </a:cubicBezTo>
                <a:cubicBezTo>
                  <a:pt x="337" y="96"/>
                  <a:pt x="337" y="96"/>
                  <a:pt x="337" y="96"/>
                </a:cubicBezTo>
                <a:lnTo>
                  <a:pt x="337" y="256"/>
                </a:lnTo>
                <a:close/>
                <a:moveTo>
                  <a:pt x="337" y="80"/>
                </a:moveTo>
                <a:cubicBezTo>
                  <a:pt x="16" y="80"/>
                  <a:pt x="16" y="80"/>
                  <a:pt x="16" y="80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3"/>
                  <a:pt x="23" y="16"/>
                  <a:pt x="32" y="16"/>
                </a:cubicBezTo>
                <a:cubicBezTo>
                  <a:pt x="112" y="16"/>
                  <a:pt x="112" y="16"/>
                  <a:pt x="112" y="16"/>
                </a:cubicBezTo>
                <a:cubicBezTo>
                  <a:pt x="136" y="16"/>
                  <a:pt x="136" y="48"/>
                  <a:pt x="176" y="48"/>
                </a:cubicBezTo>
                <a:cubicBezTo>
                  <a:pt x="321" y="48"/>
                  <a:pt x="321" y="48"/>
                  <a:pt x="321" y="48"/>
                </a:cubicBezTo>
                <a:cubicBezTo>
                  <a:pt x="330" y="48"/>
                  <a:pt x="337" y="55"/>
                  <a:pt x="337" y="64"/>
                </a:cubicBezTo>
                <a:lnTo>
                  <a:pt x="337" y="8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04" name="Freeform 104"/>
          <p:cNvSpPr>
            <a:spLocks noEditPoints="1"/>
          </p:cNvSpPr>
          <p:nvPr/>
        </p:nvSpPr>
        <p:spPr bwMode="auto">
          <a:xfrm>
            <a:off x="7404100" y="4243918"/>
            <a:ext cx="575733" cy="524933"/>
          </a:xfrm>
          <a:custGeom>
            <a:avLst/>
            <a:gdLst>
              <a:gd name="T0" fmla="*/ 257 w 353"/>
              <a:gd name="T1" fmla="*/ 97 h 322"/>
              <a:gd name="T2" fmla="*/ 160 w 353"/>
              <a:gd name="T3" fmla="*/ 97 h 322"/>
              <a:gd name="T4" fmla="*/ 96 w 353"/>
              <a:gd name="T5" fmla="*/ 65 h 322"/>
              <a:gd name="T6" fmla="*/ 32 w 353"/>
              <a:gd name="T7" fmla="*/ 65 h 322"/>
              <a:gd name="T8" fmla="*/ 0 w 353"/>
              <a:gd name="T9" fmla="*/ 97 h 322"/>
              <a:gd name="T10" fmla="*/ 0 w 353"/>
              <a:gd name="T11" fmla="*/ 289 h 322"/>
              <a:gd name="T12" fmla="*/ 32 w 353"/>
              <a:gd name="T13" fmla="*/ 322 h 322"/>
              <a:gd name="T14" fmla="*/ 257 w 353"/>
              <a:gd name="T15" fmla="*/ 322 h 322"/>
              <a:gd name="T16" fmla="*/ 289 w 353"/>
              <a:gd name="T17" fmla="*/ 289 h 322"/>
              <a:gd name="T18" fmla="*/ 289 w 353"/>
              <a:gd name="T19" fmla="*/ 129 h 322"/>
              <a:gd name="T20" fmla="*/ 257 w 353"/>
              <a:gd name="T21" fmla="*/ 97 h 322"/>
              <a:gd name="T22" fmla="*/ 273 w 353"/>
              <a:gd name="T23" fmla="*/ 289 h 322"/>
              <a:gd name="T24" fmla="*/ 257 w 353"/>
              <a:gd name="T25" fmla="*/ 306 h 322"/>
              <a:gd name="T26" fmla="*/ 32 w 353"/>
              <a:gd name="T27" fmla="*/ 306 h 322"/>
              <a:gd name="T28" fmla="*/ 16 w 353"/>
              <a:gd name="T29" fmla="*/ 289 h 322"/>
              <a:gd name="T30" fmla="*/ 16 w 353"/>
              <a:gd name="T31" fmla="*/ 161 h 322"/>
              <a:gd name="T32" fmla="*/ 273 w 353"/>
              <a:gd name="T33" fmla="*/ 161 h 322"/>
              <a:gd name="T34" fmla="*/ 273 w 353"/>
              <a:gd name="T35" fmla="*/ 289 h 322"/>
              <a:gd name="T36" fmla="*/ 273 w 353"/>
              <a:gd name="T37" fmla="*/ 145 h 322"/>
              <a:gd name="T38" fmla="*/ 16 w 353"/>
              <a:gd name="T39" fmla="*/ 145 h 322"/>
              <a:gd name="T40" fmla="*/ 16 w 353"/>
              <a:gd name="T41" fmla="*/ 97 h 322"/>
              <a:gd name="T42" fmla="*/ 32 w 353"/>
              <a:gd name="T43" fmla="*/ 81 h 322"/>
              <a:gd name="T44" fmla="*/ 96 w 353"/>
              <a:gd name="T45" fmla="*/ 81 h 322"/>
              <a:gd name="T46" fmla="*/ 160 w 353"/>
              <a:gd name="T47" fmla="*/ 113 h 322"/>
              <a:gd name="T48" fmla="*/ 257 w 353"/>
              <a:gd name="T49" fmla="*/ 113 h 322"/>
              <a:gd name="T50" fmla="*/ 273 w 353"/>
              <a:gd name="T51" fmla="*/ 129 h 322"/>
              <a:gd name="T52" fmla="*/ 273 w 353"/>
              <a:gd name="T53" fmla="*/ 145 h 322"/>
              <a:gd name="T54" fmla="*/ 321 w 353"/>
              <a:gd name="T55" fmla="*/ 33 h 322"/>
              <a:gd name="T56" fmla="*/ 225 w 353"/>
              <a:gd name="T57" fmla="*/ 33 h 322"/>
              <a:gd name="T58" fmla="*/ 160 w 353"/>
              <a:gd name="T59" fmla="*/ 0 h 322"/>
              <a:gd name="T60" fmla="*/ 96 w 353"/>
              <a:gd name="T61" fmla="*/ 0 h 322"/>
              <a:gd name="T62" fmla="*/ 64 w 353"/>
              <a:gd name="T63" fmla="*/ 33 h 322"/>
              <a:gd name="T64" fmla="*/ 64 w 353"/>
              <a:gd name="T65" fmla="*/ 41 h 322"/>
              <a:gd name="T66" fmla="*/ 72 w 353"/>
              <a:gd name="T67" fmla="*/ 49 h 322"/>
              <a:gd name="T68" fmla="*/ 80 w 353"/>
              <a:gd name="T69" fmla="*/ 41 h 322"/>
              <a:gd name="T70" fmla="*/ 80 w 353"/>
              <a:gd name="T71" fmla="*/ 33 h 322"/>
              <a:gd name="T72" fmla="*/ 96 w 353"/>
              <a:gd name="T73" fmla="*/ 17 h 322"/>
              <a:gd name="T74" fmla="*/ 160 w 353"/>
              <a:gd name="T75" fmla="*/ 17 h 322"/>
              <a:gd name="T76" fmla="*/ 225 w 353"/>
              <a:gd name="T77" fmla="*/ 49 h 322"/>
              <a:gd name="T78" fmla="*/ 321 w 353"/>
              <a:gd name="T79" fmla="*/ 49 h 322"/>
              <a:gd name="T80" fmla="*/ 337 w 353"/>
              <a:gd name="T81" fmla="*/ 65 h 322"/>
              <a:gd name="T82" fmla="*/ 337 w 353"/>
              <a:gd name="T83" fmla="*/ 225 h 322"/>
              <a:gd name="T84" fmla="*/ 321 w 353"/>
              <a:gd name="T85" fmla="*/ 241 h 322"/>
              <a:gd name="T86" fmla="*/ 313 w 353"/>
              <a:gd name="T87" fmla="*/ 241 h 322"/>
              <a:gd name="T88" fmla="*/ 305 w 353"/>
              <a:gd name="T89" fmla="*/ 249 h 322"/>
              <a:gd name="T90" fmla="*/ 313 w 353"/>
              <a:gd name="T91" fmla="*/ 257 h 322"/>
              <a:gd name="T92" fmla="*/ 321 w 353"/>
              <a:gd name="T93" fmla="*/ 257 h 322"/>
              <a:gd name="T94" fmla="*/ 353 w 353"/>
              <a:gd name="T95" fmla="*/ 225 h 322"/>
              <a:gd name="T96" fmla="*/ 353 w 353"/>
              <a:gd name="T97" fmla="*/ 65 h 322"/>
              <a:gd name="T98" fmla="*/ 321 w 353"/>
              <a:gd name="T99" fmla="*/ 33 h 3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353" h="322">
                <a:moveTo>
                  <a:pt x="257" y="97"/>
                </a:moveTo>
                <a:cubicBezTo>
                  <a:pt x="160" y="97"/>
                  <a:pt x="160" y="97"/>
                  <a:pt x="160" y="97"/>
                </a:cubicBezTo>
                <a:cubicBezTo>
                  <a:pt x="128" y="97"/>
                  <a:pt x="128" y="65"/>
                  <a:pt x="96" y="65"/>
                </a:cubicBezTo>
                <a:cubicBezTo>
                  <a:pt x="32" y="65"/>
                  <a:pt x="32" y="65"/>
                  <a:pt x="32" y="65"/>
                </a:cubicBezTo>
                <a:cubicBezTo>
                  <a:pt x="14" y="65"/>
                  <a:pt x="0" y="79"/>
                  <a:pt x="0" y="97"/>
                </a:cubicBezTo>
                <a:cubicBezTo>
                  <a:pt x="0" y="289"/>
                  <a:pt x="0" y="289"/>
                  <a:pt x="0" y="289"/>
                </a:cubicBezTo>
                <a:cubicBezTo>
                  <a:pt x="0" y="307"/>
                  <a:pt x="14" y="322"/>
                  <a:pt x="32" y="322"/>
                </a:cubicBezTo>
                <a:cubicBezTo>
                  <a:pt x="257" y="322"/>
                  <a:pt x="257" y="322"/>
                  <a:pt x="257" y="322"/>
                </a:cubicBezTo>
                <a:cubicBezTo>
                  <a:pt x="275" y="322"/>
                  <a:pt x="289" y="307"/>
                  <a:pt x="289" y="289"/>
                </a:cubicBezTo>
                <a:cubicBezTo>
                  <a:pt x="289" y="129"/>
                  <a:pt x="289" y="129"/>
                  <a:pt x="289" y="129"/>
                </a:cubicBezTo>
                <a:cubicBezTo>
                  <a:pt x="289" y="111"/>
                  <a:pt x="275" y="97"/>
                  <a:pt x="257" y="97"/>
                </a:cubicBezTo>
                <a:moveTo>
                  <a:pt x="273" y="289"/>
                </a:moveTo>
                <a:cubicBezTo>
                  <a:pt x="273" y="298"/>
                  <a:pt x="266" y="306"/>
                  <a:pt x="257" y="306"/>
                </a:cubicBezTo>
                <a:cubicBezTo>
                  <a:pt x="32" y="306"/>
                  <a:pt x="32" y="306"/>
                  <a:pt x="32" y="306"/>
                </a:cubicBezTo>
                <a:cubicBezTo>
                  <a:pt x="23" y="306"/>
                  <a:pt x="16" y="298"/>
                  <a:pt x="16" y="289"/>
                </a:cubicBezTo>
                <a:cubicBezTo>
                  <a:pt x="16" y="161"/>
                  <a:pt x="16" y="161"/>
                  <a:pt x="16" y="161"/>
                </a:cubicBezTo>
                <a:cubicBezTo>
                  <a:pt x="273" y="161"/>
                  <a:pt x="273" y="161"/>
                  <a:pt x="273" y="161"/>
                </a:cubicBezTo>
                <a:lnTo>
                  <a:pt x="273" y="289"/>
                </a:lnTo>
                <a:close/>
                <a:moveTo>
                  <a:pt x="273" y="145"/>
                </a:moveTo>
                <a:cubicBezTo>
                  <a:pt x="16" y="145"/>
                  <a:pt x="16" y="145"/>
                  <a:pt x="16" y="145"/>
                </a:cubicBezTo>
                <a:cubicBezTo>
                  <a:pt x="16" y="97"/>
                  <a:pt x="16" y="97"/>
                  <a:pt x="16" y="97"/>
                </a:cubicBezTo>
                <a:cubicBezTo>
                  <a:pt x="16" y="88"/>
                  <a:pt x="23" y="81"/>
                  <a:pt x="32" y="81"/>
                </a:cubicBezTo>
                <a:cubicBezTo>
                  <a:pt x="96" y="81"/>
                  <a:pt x="96" y="81"/>
                  <a:pt x="96" y="81"/>
                </a:cubicBezTo>
                <a:cubicBezTo>
                  <a:pt x="120" y="81"/>
                  <a:pt x="120" y="113"/>
                  <a:pt x="160" y="113"/>
                </a:cubicBezTo>
                <a:cubicBezTo>
                  <a:pt x="257" y="113"/>
                  <a:pt x="257" y="113"/>
                  <a:pt x="257" y="113"/>
                </a:cubicBezTo>
                <a:cubicBezTo>
                  <a:pt x="266" y="113"/>
                  <a:pt x="273" y="120"/>
                  <a:pt x="273" y="129"/>
                </a:cubicBezTo>
                <a:lnTo>
                  <a:pt x="273" y="145"/>
                </a:lnTo>
                <a:close/>
                <a:moveTo>
                  <a:pt x="321" y="33"/>
                </a:moveTo>
                <a:cubicBezTo>
                  <a:pt x="225" y="33"/>
                  <a:pt x="225" y="33"/>
                  <a:pt x="225" y="33"/>
                </a:cubicBezTo>
                <a:cubicBezTo>
                  <a:pt x="193" y="33"/>
                  <a:pt x="193" y="0"/>
                  <a:pt x="160" y="0"/>
                </a:cubicBezTo>
                <a:cubicBezTo>
                  <a:pt x="96" y="0"/>
                  <a:pt x="96" y="0"/>
                  <a:pt x="96" y="0"/>
                </a:cubicBezTo>
                <a:cubicBezTo>
                  <a:pt x="78" y="0"/>
                  <a:pt x="64" y="15"/>
                  <a:pt x="64" y="33"/>
                </a:cubicBezTo>
                <a:cubicBezTo>
                  <a:pt x="64" y="41"/>
                  <a:pt x="64" y="41"/>
                  <a:pt x="64" y="41"/>
                </a:cubicBezTo>
                <a:cubicBezTo>
                  <a:pt x="64" y="45"/>
                  <a:pt x="68" y="49"/>
                  <a:pt x="72" y="49"/>
                </a:cubicBezTo>
                <a:cubicBezTo>
                  <a:pt x="77" y="49"/>
                  <a:pt x="80" y="45"/>
                  <a:pt x="80" y="41"/>
                </a:cubicBezTo>
                <a:cubicBezTo>
                  <a:pt x="80" y="33"/>
                  <a:pt x="80" y="33"/>
                  <a:pt x="80" y="33"/>
                </a:cubicBezTo>
                <a:cubicBezTo>
                  <a:pt x="80" y="24"/>
                  <a:pt x="87" y="17"/>
                  <a:pt x="96" y="17"/>
                </a:cubicBezTo>
                <a:cubicBezTo>
                  <a:pt x="160" y="17"/>
                  <a:pt x="160" y="17"/>
                  <a:pt x="160" y="17"/>
                </a:cubicBezTo>
                <a:cubicBezTo>
                  <a:pt x="185" y="17"/>
                  <a:pt x="185" y="49"/>
                  <a:pt x="225" y="49"/>
                </a:cubicBezTo>
                <a:cubicBezTo>
                  <a:pt x="321" y="49"/>
                  <a:pt x="321" y="49"/>
                  <a:pt x="321" y="49"/>
                </a:cubicBezTo>
                <a:cubicBezTo>
                  <a:pt x="330" y="49"/>
                  <a:pt x="337" y="56"/>
                  <a:pt x="337" y="65"/>
                </a:cubicBezTo>
                <a:cubicBezTo>
                  <a:pt x="337" y="225"/>
                  <a:pt x="337" y="225"/>
                  <a:pt x="337" y="225"/>
                </a:cubicBezTo>
                <a:cubicBezTo>
                  <a:pt x="337" y="234"/>
                  <a:pt x="330" y="241"/>
                  <a:pt x="321" y="241"/>
                </a:cubicBezTo>
                <a:cubicBezTo>
                  <a:pt x="313" y="241"/>
                  <a:pt x="313" y="241"/>
                  <a:pt x="313" y="241"/>
                </a:cubicBezTo>
                <a:cubicBezTo>
                  <a:pt x="309" y="241"/>
                  <a:pt x="305" y="245"/>
                  <a:pt x="305" y="249"/>
                </a:cubicBezTo>
                <a:cubicBezTo>
                  <a:pt x="305" y="254"/>
                  <a:pt x="309" y="257"/>
                  <a:pt x="313" y="257"/>
                </a:cubicBezTo>
                <a:cubicBezTo>
                  <a:pt x="321" y="257"/>
                  <a:pt x="321" y="257"/>
                  <a:pt x="321" y="257"/>
                </a:cubicBezTo>
                <a:cubicBezTo>
                  <a:pt x="339" y="257"/>
                  <a:pt x="353" y="243"/>
                  <a:pt x="353" y="225"/>
                </a:cubicBezTo>
                <a:cubicBezTo>
                  <a:pt x="353" y="65"/>
                  <a:pt x="353" y="65"/>
                  <a:pt x="353" y="65"/>
                </a:cubicBezTo>
                <a:cubicBezTo>
                  <a:pt x="353" y="47"/>
                  <a:pt x="339" y="33"/>
                  <a:pt x="321" y="33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05" name="Freeform 105"/>
          <p:cNvSpPr>
            <a:spLocks noEditPoints="1"/>
          </p:cNvSpPr>
          <p:nvPr/>
        </p:nvSpPr>
        <p:spPr bwMode="auto">
          <a:xfrm>
            <a:off x="8504767" y="4271434"/>
            <a:ext cx="575733" cy="472017"/>
          </a:xfrm>
          <a:custGeom>
            <a:avLst/>
            <a:gdLst>
              <a:gd name="T0" fmla="*/ 265 w 353"/>
              <a:gd name="T1" fmla="*/ 208 h 289"/>
              <a:gd name="T2" fmla="*/ 289 w 353"/>
              <a:gd name="T3" fmla="*/ 184 h 289"/>
              <a:gd name="T4" fmla="*/ 265 w 353"/>
              <a:gd name="T5" fmla="*/ 160 h 289"/>
              <a:gd name="T6" fmla="*/ 241 w 353"/>
              <a:gd name="T7" fmla="*/ 184 h 289"/>
              <a:gd name="T8" fmla="*/ 265 w 353"/>
              <a:gd name="T9" fmla="*/ 208 h 289"/>
              <a:gd name="T10" fmla="*/ 265 w 353"/>
              <a:gd name="T11" fmla="*/ 176 h 289"/>
              <a:gd name="T12" fmla="*/ 273 w 353"/>
              <a:gd name="T13" fmla="*/ 184 h 289"/>
              <a:gd name="T14" fmla="*/ 265 w 353"/>
              <a:gd name="T15" fmla="*/ 192 h 289"/>
              <a:gd name="T16" fmla="*/ 257 w 353"/>
              <a:gd name="T17" fmla="*/ 184 h 289"/>
              <a:gd name="T18" fmla="*/ 265 w 353"/>
              <a:gd name="T19" fmla="*/ 176 h 289"/>
              <a:gd name="T20" fmla="*/ 321 w 353"/>
              <a:gd name="T21" fmla="*/ 32 h 289"/>
              <a:gd name="T22" fmla="*/ 177 w 353"/>
              <a:gd name="T23" fmla="*/ 32 h 289"/>
              <a:gd name="T24" fmla="*/ 113 w 353"/>
              <a:gd name="T25" fmla="*/ 0 h 289"/>
              <a:gd name="T26" fmla="*/ 32 w 353"/>
              <a:gd name="T27" fmla="*/ 0 h 289"/>
              <a:gd name="T28" fmla="*/ 0 w 353"/>
              <a:gd name="T29" fmla="*/ 32 h 289"/>
              <a:gd name="T30" fmla="*/ 0 w 353"/>
              <a:gd name="T31" fmla="*/ 256 h 289"/>
              <a:gd name="T32" fmla="*/ 32 w 353"/>
              <a:gd name="T33" fmla="*/ 289 h 289"/>
              <a:gd name="T34" fmla="*/ 321 w 353"/>
              <a:gd name="T35" fmla="*/ 289 h 289"/>
              <a:gd name="T36" fmla="*/ 353 w 353"/>
              <a:gd name="T37" fmla="*/ 256 h 289"/>
              <a:gd name="T38" fmla="*/ 353 w 353"/>
              <a:gd name="T39" fmla="*/ 64 h 289"/>
              <a:gd name="T40" fmla="*/ 321 w 353"/>
              <a:gd name="T41" fmla="*/ 32 h 289"/>
              <a:gd name="T42" fmla="*/ 337 w 353"/>
              <a:gd name="T43" fmla="*/ 256 h 289"/>
              <a:gd name="T44" fmla="*/ 321 w 353"/>
              <a:gd name="T45" fmla="*/ 272 h 289"/>
              <a:gd name="T46" fmla="*/ 32 w 353"/>
              <a:gd name="T47" fmla="*/ 272 h 289"/>
              <a:gd name="T48" fmla="*/ 16 w 353"/>
              <a:gd name="T49" fmla="*/ 256 h 289"/>
              <a:gd name="T50" fmla="*/ 16 w 353"/>
              <a:gd name="T51" fmla="*/ 96 h 289"/>
              <a:gd name="T52" fmla="*/ 337 w 353"/>
              <a:gd name="T53" fmla="*/ 96 h 289"/>
              <a:gd name="T54" fmla="*/ 337 w 353"/>
              <a:gd name="T55" fmla="*/ 256 h 289"/>
              <a:gd name="T56" fmla="*/ 337 w 353"/>
              <a:gd name="T57" fmla="*/ 80 h 289"/>
              <a:gd name="T58" fmla="*/ 16 w 353"/>
              <a:gd name="T59" fmla="*/ 80 h 289"/>
              <a:gd name="T60" fmla="*/ 16 w 353"/>
              <a:gd name="T61" fmla="*/ 32 h 289"/>
              <a:gd name="T62" fmla="*/ 32 w 353"/>
              <a:gd name="T63" fmla="*/ 16 h 289"/>
              <a:gd name="T64" fmla="*/ 113 w 353"/>
              <a:gd name="T65" fmla="*/ 16 h 289"/>
              <a:gd name="T66" fmla="*/ 177 w 353"/>
              <a:gd name="T67" fmla="*/ 48 h 289"/>
              <a:gd name="T68" fmla="*/ 321 w 353"/>
              <a:gd name="T69" fmla="*/ 48 h 289"/>
              <a:gd name="T70" fmla="*/ 337 w 353"/>
              <a:gd name="T71" fmla="*/ 64 h 289"/>
              <a:gd name="T72" fmla="*/ 337 w 353"/>
              <a:gd name="T73" fmla="*/ 80 h 289"/>
              <a:gd name="T74" fmla="*/ 89 w 353"/>
              <a:gd name="T75" fmla="*/ 208 h 289"/>
              <a:gd name="T76" fmla="*/ 113 w 353"/>
              <a:gd name="T77" fmla="*/ 184 h 289"/>
              <a:gd name="T78" fmla="*/ 89 w 353"/>
              <a:gd name="T79" fmla="*/ 160 h 289"/>
              <a:gd name="T80" fmla="*/ 64 w 353"/>
              <a:gd name="T81" fmla="*/ 184 h 289"/>
              <a:gd name="T82" fmla="*/ 89 w 353"/>
              <a:gd name="T83" fmla="*/ 208 h 289"/>
              <a:gd name="T84" fmla="*/ 89 w 353"/>
              <a:gd name="T85" fmla="*/ 176 h 289"/>
              <a:gd name="T86" fmla="*/ 97 w 353"/>
              <a:gd name="T87" fmla="*/ 184 h 289"/>
              <a:gd name="T88" fmla="*/ 89 w 353"/>
              <a:gd name="T89" fmla="*/ 192 h 289"/>
              <a:gd name="T90" fmla="*/ 80 w 353"/>
              <a:gd name="T91" fmla="*/ 184 h 289"/>
              <a:gd name="T92" fmla="*/ 89 w 353"/>
              <a:gd name="T93" fmla="*/ 176 h 289"/>
              <a:gd name="T94" fmla="*/ 177 w 353"/>
              <a:gd name="T95" fmla="*/ 208 h 289"/>
              <a:gd name="T96" fmla="*/ 201 w 353"/>
              <a:gd name="T97" fmla="*/ 184 h 289"/>
              <a:gd name="T98" fmla="*/ 177 w 353"/>
              <a:gd name="T99" fmla="*/ 160 h 289"/>
              <a:gd name="T100" fmla="*/ 153 w 353"/>
              <a:gd name="T101" fmla="*/ 184 h 289"/>
              <a:gd name="T102" fmla="*/ 177 w 353"/>
              <a:gd name="T103" fmla="*/ 208 h 289"/>
              <a:gd name="T104" fmla="*/ 177 w 353"/>
              <a:gd name="T105" fmla="*/ 176 h 289"/>
              <a:gd name="T106" fmla="*/ 185 w 353"/>
              <a:gd name="T107" fmla="*/ 184 h 289"/>
              <a:gd name="T108" fmla="*/ 177 w 353"/>
              <a:gd name="T109" fmla="*/ 192 h 289"/>
              <a:gd name="T110" fmla="*/ 169 w 353"/>
              <a:gd name="T111" fmla="*/ 184 h 289"/>
              <a:gd name="T112" fmla="*/ 177 w 353"/>
              <a:gd name="T113" fmla="*/ 176 h 2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353" h="289">
                <a:moveTo>
                  <a:pt x="265" y="208"/>
                </a:moveTo>
                <a:cubicBezTo>
                  <a:pt x="278" y="208"/>
                  <a:pt x="289" y="197"/>
                  <a:pt x="289" y="184"/>
                </a:cubicBezTo>
                <a:cubicBezTo>
                  <a:pt x="289" y="171"/>
                  <a:pt x="278" y="160"/>
                  <a:pt x="265" y="160"/>
                </a:cubicBezTo>
                <a:cubicBezTo>
                  <a:pt x="252" y="160"/>
                  <a:pt x="241" y="171"/>
                  <a:pt x="241" y="184"/>
                </a:cubicBezTo>
                <a:cubicBezTo>
                  <a:pt x="241" y="197"/>
                  <a:pt x="252" y="208"/>
                  <a:pt x="265" y="208"/>
                </a:cubicBezTo>
                <a:moveTo>
                  <a:pt x="265" y="176"/>
                </a:moveTo>
                <a:cubicBezTo>
                  <a:pt x="270" y="176"/>
                  <a:pt x="273" y="180"/>
                  <a:pt x="273" y="184"/>
                </a:cubicBezTo>
                <a:cubicBezTo>
                  <a:pt x="273" y="189"/>
                  <a:pt x="270" y="192"/>
                  <a:pt x="265" y="192"/>
                </a:cubicBezTo>
                <a:cubicBezTo>
                  <a:pt x="261" y="192"/>
                  <a:pt x="257" y="189"/>
                  <a:pt x="257" y="184"/>
                </a:cubicBezTo>
                <a:cubicBezTo>
                  <a:pt x="257" y="180"/>
                  <a:pt x="261" y="176"/>
                  <a:pt x="265" y="176"/>
                </a:cubicBezTo>
                <a:moveTo>
                  <a:pt x="321" y="32"/>
                </a:moveTo>
                <a:cubicBezTo>
                  <a:pt x="177" y="32"/>
                  <a:pt x="177" y="32"/>
                  <a:pt x="177" y="32"/>
                </a:cubicBezTo>
                <a:cubicBezTo>
                  <a:pt x="145" y="32"/>
                  <a:pt x="145" y="0"/>
                  <a:pt x="113" y="0"/>
                </a:cubicBezTo>
                <a:cubicBezTo>
                  <a:pt x="32" y="0"/>
                  <a:pt x="32" y="0"/>
                  <a:pt x="32" y="0"/>
                </a:cubicBezTo>
                <a:cubicBezTo>
                  <a:pt x="15" y="0"/>
                  <a:pt x="0" y="14"/>
                  <a:pt x="0" y="32"/>
                </a:cubicBezTo>
                <a:cubicBezTo>
                  <a:pt x="0" y="256"/>
                  <a:pt x="0" y="256"/>
                  <a:pt x="0" y="256"/>
                </a:cubicBezTo>
                <a:cubicBezTo>
                  <a:pt x="0" y="274"/>
                  <a:pt x="15" y="289"/>
                  <a:pt x="32" y="289"/>
                </a:cubicBezTo>
                <a:cubicBezTo>
                  <a:pt x="321" y="289"/>
                  <a:pt x="321" y="289"/>
                  <a:pt x="321" y="289"/>
                </a:cubicBezTo>
                <a:cubicBezTo>
                  <a:pt x="339" y="289"/>
                  <a:pt x="353" y="274"/>
                  <a:pt x="353" y="256"/>
                </a:cubicBezTo>
                <a:cubicBezTo>
                  <a:pt x="353" y="64"/>
                  <a:pt x="353" y="64"/>
                  <a:pt x="353" y="64"/>
                </a:cubicBezTo>
                <a:cubicBezTo>
                  <a:pt x="353" y="46"/>
                  <a:pt x="339" y="32"/>
                  <a:pt x="321" y="32"/>
                </a:cubicBezTo>
                <a:moveTo>
                  <a:pt x="337" y="256"/>
                </a:moveTo>
                <a:cubicBezTo>
                  <a:pt x="337" y="265"/>
                  <a:pt x="330" y="272"/>
                  <a:pt x="321" y="272"/>
                </a:cubicBezTo>
                <a:cubicBezTo>
                  <a:pt x="32" y="272"/>
                  <a:pt x="32" y="272"/>
                  <a:pt x="32" y="272"/>
                </a:cubicBezTo>
                <a:cubicBezTo>
                  <a:pt x="23" y="272"/>
                  <a:pt x="16" y="265"/>
                  <a:pt x="16" y="256"/>
                </a:cubicBezTo>
                <a:cubicBezTo>
                  <a:pt x="16" y="96"/>
                  <a:pt x="16" y="96"/>
                  <a:pt x="16" y="96"/>
                </a:cubicBezTo>
                <a:cubicBezTo>
                  <a:pt x="337" y="96"/>
                  <a:pt x="337" y="96"/>
                  <a:pt x="337" y="96"/>
                </a:cubicBezTo>
                <a:lnTo>
                  <a:pt x="337" y="256"/>
                </a:lnTo>
                <a:close/>
                <a:moveTo>
                  <a:pt x="337" y="80"/>
                </a:moveTo>
                <a:cubicBezTo>
                  <a:pt x="16" y="80"/>
                  <a:pt x="16" y="80"/>
                  <a:pt x="16" y="80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3"/>
                  <a:pt x="23" y="16"/>
                  <a:pt x="32" y="16"/>
                </a:cubicBezTo>
                <a:cubicBezTo>
                  <a:pt x="113" y="16"/>
                  <a:pt x="113" y="16"/>
                  <a:pt x="113" y="16"/>
                </a:cubicBezTo>
                <a:cubicBezTo>
                  <a:pt x="137" y="16"/>
                  <a:pt x="137" y="48"/>
                  <a:pt x="177" y="48"/>
                </a:cubicBezTo>
                <a:cubicBezTo>
                  <a:pt x="321" y="48"/>
                  <a:pt x="321" y="48"/>
                  <a:pt x="321" y="48"/>
                </a:cubicBezTo>
                <a:cubicBezTo>
                  <a:pt x="330" y="48"/>
                  <a:pt x="337" y="55"/>
                  <a:pt x="337" y="64"/>
                </a:cubicBezTo>
                <a:lnTo>
                  <a:pt x="337" y="80"/>
                </a:lnTo>
                <a:close/>
                <a:moveTo>
                  <a:pt x="89" y="208"/>
                </a:moveTo>
                <a:cubicBezTo>
                  <a:pt x="102" y="208"/>
                  <a:pt x="113" y="197"/>
                  <a:pt x="113" y="184"/>
                </a:cubicBezTo>
                <a:cubicBezTo>
                  <a:pt x="113" y="171"/>
                  <a:pt x="102" y="160"/>
                  <a:pt x="89" y="160"/>
                </a:cubicBezTo>
                <a:cubicBezTo>
                  <a:pt x="75" y="160"/>
                  <a:pt x="64" y="171"/>
                  <a:pt x="64" y="184"/>
                </a:cubicBezTo>
                <a:cubicBezTo>
                  <a:pt x="64" y="197"/>
                  <a:pt x="75" y="208"/>
                  <a:pt x="89" y="208"/>
                </a:cubicBezTo>
                <a:moveTo>
                  <a:pt x="89" y="176"/>
                </a:moveTo>
                <a:cubicBezTo>
                  <a:pt x="93" y="176"/>
                  <a:pt x="97" y="180"/>
                  <a:pt x="97" y="184"/>
                </a:cubicBezTo>
                <a:cubicBezTo>
                  <a:pt x="97" y="189"/>
                  <a:pt x="93" y="192"/>
                  <a:pt x="89" y="192"/>
                </a:cubicBezTo>
                <a:cubicBezTo>
                  <a:pt x="84" y="192"/>
                  <a:pt x="80" y="189"/>
                  <a:pt x="80" y="184"/>
                </a:cubicBezTo>
                <a:cubicBezTo>
                  <a:pt x="80" y="180"/>
                  <a:pt x="84" y="176"/>
                  <a:pt x="89" y="176"/>
                </a:cubicBezTo>
                <a:moveTo>
                  <a:pt x="177" y="208"/>
                </a:moveTo>
                <a:cubicBezTo>
                  <a:pt x="190" y="208"/>
                  <a:pt x="201" y="197"/>
                  <a:pt x="201" y="184"/>
                </a:cubicBezTo>
                <a:cubicBezTo>
                  <a:pt x="201" y="171"/>
                  <a:pt x="190" y="160"/>
                  <a:pt x="177" y="160"/>
                </a:cubicBezTo>
                <a:cubicBezTo>
                  <a:pt x="164" y="160"/>
                  <a:pt x="153" y="171"/>
                  <a:pt x="153" y="184"/>
                </a:cubicBezTo>
                <a:cubicBezTo>
                  <a:pt x="153" y="197"/>
                  <a:pt x="164" y="208"/>
                  <a:pt x="177" y="208"/>
                </a:cubicBezTo>
                <a:moveTo>
                  <a:pt x="177" y="176"/>
                </a:moveTo>
                <a:cubicBezTo>
                  <a:pt x="181" y="176"/>
                  <a:pt x="185" y="180"/>
                  <a:pt x="185" y="184"/>
                </a:cubicBezTo>
                <a:cubicBezTo>
                  <a:pt x="185" y="189"/>
                  <a:pt x="181" y="192"/>
                  <a:pt x="177" y="192"/>
                </a:cubicBezTo>
                <a:cubicBezTo>
                  <a:pt x="172" y="192"/>
                  <a:pt x="169" y="189"/>
                  <a:pt x="169" y="184"/>
                </a:cubicBezTo>
                <a:cubicBezTo>
                  <a:pt x="169" y="180"/>
                  <a:pt x="172" y="176"/>
                  <a:pt x="177" y="176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06" name="Freeform 106"/>
          <p:cNvSpPr>
            <a:spLocks noEditPoints="1"/>
          </p:cNvSpPr>
          <p:nvPr/>
        </p:nvSpPr>
        <p:spPr bwMode="auto">
          <a:xfrm>
            <a:off x="9605434" y="4216400"/>
            <a:ext cx="575733" cy="577851"/>
          </a:xfrm>
          <a:custGeom>
            <a:avLst/>
            <a:gdLst>
              <a:gd name="T0" fmla="*/ 277 w 353"/>
              <a:gd name="T1" fmla="*/ 267 h 354"/>
              <a:gd name="T2" fmla="*/ 305 w 353"/>
              <a:gd name="T3" fmla="*/ 193 h 354"/>
              <a:gd name="T4" fmla="*/ 192 w 353"/>
              <a:gd name="T5" fmla="*/ 81 h 354"/>
              <a:gd name="T6" fmla="*/ 80 w 353"/>
              <a:gd name="T7" fmla="*/ 193 h 354"/>
              <a:gd name="T8" fmla="*/ 192 w 353"/>
              <a:gd name="T9" fmla="*/ 305 h 354"/>
              <a:gd name="T10" fmla="*/ 266 w 353"/>
              <a:gd name="T11" fmla="*/ 278 h 354"/>
              <a:gd name="T12" fmla="*/ 277 w 353"/>
              <a:gd name="T13" fmla="*/ 289 h 354"/>
              <a:gd name="T14" fmla="*/ 277 w 353"/>
              <a:gd name="T15" fmla="*/ 289 h 354"/>
              <a:gd name="T16" fmla="*/ 277 w 353"/>
              <a:gd name="T17" fmla="*/ 289 h 354"/>
              <a:gd name="T18" fmla="*/ 339 w 353"/>
              <a:gd name="T19" fmla="*/ 351 h 354"/>
              <a:gd name="T20" fmla="*/ 345 w 353"/>
              <a:gd name="T21" fmla="*/ 354 h 354"/>
              <a:gd name="T22" fmla="*/ 353 w 353"/>
              <a:gd name="T23" fmla="*/ 346 h 354"/>
              <a:gd name="T24" fmla="*/ 350 w 353"/>
              <a:gd name="T25" fmla="*/ 340 h 354"/>
              <a:gd name="T26" fmla="*/ 277 w 353"/>
              <a:gd name="T27" fmla="*/ 267 h 354"/>
              <a:gd name="T28" fmla="*/ 192 w 353"/>
              <a:gd name="T29" fmla="*/ 289 h 354"/>
              <a:gd name="T30" fmla="*/ 96 w 353"/>
              <a:gd name="T31" fmla="*/ 193 h 354"/>
              <a:gd name="T32" fmla="*/ 192 w 353"/>
              <a:gd name="T33" fmla="*/ 97 h 354"/>
              <a:gd name="T34" fmla="*/ 289 w 353"/>
              <a:gd name="T35" fmla="*/ 193 h 354"/>
              <a:gd name="T36" fmla="*/ 192 w 353"/>
              <a:gd name="T37" fmla="*/ 289 h 354"/>
              <a:gd name="T38" fmla="*/ 321 w 353"/>
              <a:gd name="T39" fmla="*/ 33 h 354"/>
              <a:gd name="T40" fmla="*/ 176 w 353"/>
              <a:gd name="T41" fmla="*/ 33 h 354"/>
              <a:gd name="T42" fmla="*/ 112 w 353"/>
              <a:gd name="T43" fmla="*/ 0 h 354"/>
              <a:gd name="T44" fmla="*/ 32 w 353"/>
              <a:gd name="T45" fmla="*/ 0 h 354"/>
              <a:gd name="T46" fmla="*/ 0 w 353"/>
              <a:gd name="T47" fmla="*/ 33 h 354"/>
              <a:gd name="T48" fmla="*/ 0 w 353"/>
              <a:gd name="T49" fmla="*/ 257 h 354"/>
              <a:gd name="T50" fmla="*/ 32 w 353"/>
              <a:gd name="T51" fmla="*/ 289 h 354"/>
              <a:gd name="T52" fmla="*/ 107 w 353"/>
              <a:gd name="T53" fmla="*/ 289 h 354"/>
              <a:gd name="T54" fmla="*/ 92 w 353"/>
              <a:gd name="T55" fmla="*/ 273 h 354"/>
              <a:gd name="T56" fmla="*/ 32 w 353"/>
              <a:gd name="T57" fmla="*/ 273 h 354"/>
              <a:gd name="T58" fmla="*/ 16 w 353"/>
              <a:gd name="T59" fmla="*/ 257 h 354"/>
              <a:gd name="T60" fmla="*/ 16 w 353"/>
              <a:gd name="T61" fmla="*/ 97 h 354"/>
              <a:gd name="T62" fmla="*/ 107 w 353"/>
              <a:gd name="T63" fmla="*/ 97 h 354"/>
              <a:gd name="T64" fmla="*/ 130 w 353"/>
              <a:gd name="T65" fmla="*/ 81 h 354"/>
              <a:gd name="T66" fmla="*/ 16 w 353"/>
              <a:gd name="T67" fmla="*/ 81 h 354"/>
              <a:gd name="T68" fmla="*/ 16 w 353"/>
              <a:gd name="T69" fmla="*/ 33 h 354"/>
              <a:gd name="T70" fmla="*/ 32 w 353"/>
              <a:gd name="T71" fmla="*/ 16 h 354"/>
              <a:gd name="T72" fmla="*/ 112 w 353"/>
              <a:gd name="T73" fmla="*/ 16 h 354"/>
              <a:gd name="T74" fmla="*/ 176 w 353"/>
              <a:gd name="T75" fmla="*/ 49 h 354"/>
              <a:gd name="T76" fmla="*/ 321 w 353"/>
              <a:gd name="T77" fmla="*/ 49 h 354"/>
              <a:gd name="T78" fmla="*/ 337 w 353"/>
              <a:gd name="T79" fmla="*/ 65 h 354"/>
              <a:gd name="T80" fmla="*/ 337 w 353"/>
              <a:gd name="T81" fmla="*/ 81 h 354"/>
              <a:gd name="T82" fmla="*/ 254 w 353"/>
              <a:gd name="T83" fmla="*/ 81 h 354"/>
              <a:gd name="T84" fmla="*/ 277 w 353"/>
              <a:gd name="T85" fmla="*/ 97 h 354"/>
              <a:gd name="T86" fmla="*/ 337 w 353"/>
              <a:gd name="T87" fmla="*/ 97 h 354"/>
              <a:gd name="T88" fmla="*/ 337 w 353"/>
              <a:gd name="T89" fmla="*/ 257 h 354"/>
              <a:gd name="T90" fmla="*/ 321 w 353"/>
              <a:gd name="T91" fmla="*/ 273 h 354"/>
              <a:gd name="T92" fmla="*/ 306 w 353"/>
              <a:gd name="T93" fmla="*/ 273 h 354"/>
              <a:gd name="T94" fmla="*/ 322 w 353"/>
              <a:gd name="T95" fmla="*/ 289 h 354"/>
              <a:gd name="T96" fmla="*/ 353 w 353"/>
              <a:gd name="T97" fmla="*/ 257 h 354"/>
              <a:gd name="T98" fmla="*/ 353 w 353"/>
              <a:gd name="T99" fmla="*/ 65 h 354"/>
              <a:gd name="T100" fmla="*/ 321 w 353"/>
              <a:gd name="T101" fmla="*/ 33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353" h="354">
                <a:moveTo>
                  <a:pt x="277" y="267"/>
                </a:moveTo>
                <a:cubicBezTo>
                  <a:pt x="294" y="247"/>
                  <a:pt x="305" y="221"/>
                  <a:pt x="305" y="193"/>
                </a:cubicBezTo>
                <a:cubicBezTo>
                  <a:pt x="305" y="131"/>
                  <a:pt x="254" y="81"/>
                  <a:pt x="192" y="81"/>
                </a:cubicBezTo>
                <a:cubicBezTo>
                  <a:pt x="130" y="81"/>
                  <a:pt x="80" y="131"/>
                  <a:pt x="80" y="193"/>
                </a:cubicBezTo>
                <a:cubicBezTo>
                  <a:pt x="80" y="255"/>
                  <a:pt x="130" y="305"/>
                  <a:pt x="192" y="305"/>
                </a:cubicBezTo>
                <a:cubicBezTo>
                  <a:pt x="220" y="305"/>
                  <a:pt x="246" y="295"/>
                  <a:pt x="266" y="278"/>
                </a:cubicBezTo>
                <a:cubicBezTo>
                  <a:pt x="277" y="289"/>
                  <a:pt x="277" y="289"/>
                  <a:pt x="277" y="289"/>
                </a:cubicBezTo>
                <a:cubicBezTo>
                  <a:pt x="277" y="289"/>
                  <a:pt x="277" y="289"/>
                  <a:pt x="277" y="289"/>
                </a:cubicBezTo>
                <a:cubicBezTo>
                  <a:pt x="277" y="289"/>
                  <a:pt x="277" y="289"/>
                  <a:pt x="277" y="289"/>
                </a:cubicBezTo>
                <a:cubicBezTo>
                  <a:pt x="339" y="351"/>
                  <a:pt x="339" y="351"/>
                  <a:pt x="339" y="351"/>
                </a:cubicBezTo>
                <a:cubicBezTo>
                  <a:pt x="341" y="353"/>
                  <a:pt x="343" y="354"/>
                  <a:pt x="345" y="354"/>
                </a:cubicBezTo>
                <a:cubicBezTo>
                  <a:pt x="349" y="354"/>
                  <a:pt x="353" y="350"/>
                  <a:pt x="353" y="346"/>
                </a:cubicBezTo>
                <a:cubicBezTo>
                  <a:pt x="353" y="343"/>
                  <a:pt x="352" y="341"/>
                  <a:pt x="350" y="340"/>
                </a:cubicBezTo>
                <a:lnTo>
                  <a:pt x="277" y="267"/>
                </a:lnTo>
                <a:close/>
                <a:moveTo>
                  <a:pt x="192" y="289"/>
                </a:moveTo>
                <a:cubicBezTo>
                  <a:pt x="139" y="289"/>
                  <a:pt x="96" y="246"/>
                  <a:pt x="96" y="193"/>
                </a:cubicBezTo>
                <a:cubicBezTo>
                  <a:pt x="96" y="140"/>
                  <a:pt x="139" y="97"/>
                  <a:pt x="192" y="97"/>
                </a:cubicBezTo>
                <a:cubicBezTo>
                  <a:pt x="245" y="97"/>
                  <a:pt x="289" y="140"/>
                  <a:pt x="289" y="193"/>
                </a:cubicBezTo>
                <a:cubicBezTo>
                  <a:pt x="289" y="246"/>
                  <a:pt x="245" y="289"/>
                  <a:pt x="192" y="289"/>
                </a:cubicBezTo>
                <a:moveTo>
                  <a:pt x="321" y="33"/>
                </a:moveTo>
                <a:cubicBezTo>
                  <a:pt x="176" y="33"/>
                  <a:pt x="176" y="33"/>
                  <a:pt x="176" y="33"/>
                </a:cubicBezTo>
                <a:cubicBezTo>
                  <a:pt x="144" y="33"/>
                  <a:pt x="144" y="0"/>
                  <a:pt x="112" y="0"/>
                </a:cubicBez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5"/>
                  <a:pt x="0" y="33"/>
                </a:cubicBezTo>
                <a:cubicBezTo>
                  <a:pt x="0" y="257"/>
                  <a:pt x="0" y="257"/>
                  <a:pt x="0" y="257"/>
                </a:cubicBezTo>
                <a:cubicBezTo>
                  <a:pt x="0" y="275"/>
                  <a:pt x="14" y="289"/>
                  <a:pt x="32" y="289"/>
                </a:cubicBezTo>
                <a:cubicBezTo>
                  <a:pt x="107" y="289"/>
                  <a:pt x="107" y="289"/>
                  <a:pt x="107" y="289"/>
                </a:cubicBezTo>
                <a:cubicBezTo>
                  <a:pt x="102" y="285"/>
                  <a:pt x="97" y="279"/>
                  <a:pt x="92" y="273"/>
                </a:cubicBezTo>
                <a:cubicBezTo>
                  <a:pt x="32" y="273"/>
                  <a:pt x="32" y="273"/>
                  <a:pt x="32" y="273"/>
                </a:cubicBezTo>
                <a:cubicBezTo>
                  <a:pt x="23" y="273"/>
                  <a:pt x="16" y="266"/>
                  <a:pt x="16" y="257"/>
                </a:cubicBezTo>
                <a:cubicBezTo>
                  <a:pt x="16" y="97"/>
                  <a:pt x="16" y="97"/>
                  <a:pt x="16" y="97"/>
                </a:cubicBezTo>
                <a:cubicBezTo>
                  <a:pt x="107" y="97"/>
                  <a:pt x="107" y="97"/>
                  <a:pt x="107" y="97"/>
                </a:cubicBezTo>
                <a:cubicBezTo>
                  <a:pt x="114" y="91"/>
                  <a:pt x="122" y="85"/>
                  <a:pt x="130" y="81"/>
                </a:cubicBezTo>
                <a:cubicBezTo>
                  <a:pt x="16" y="81"/>
                  <a:pt x="16" y="81"/>
                  <a:pt x="16" y="81"/>
                </a:cubicBezTo>
                <a:cubicBezTo>
                  <a:pt x="16" y="33"/>
                  <a:pt x="16" y="33"/>
                  <a:pt x="16" y="33"/>
                </a:cubicBezTo>
                <a:cubicBezTo>
                  <a:pt x="16" y="24"/>
                  <a:pt x="23" y="16"/>
                  <a:pt x="32" y="16"/>
                </a:cubicBezTo>
                <a:cubicBezTo>
                  <a:pt x="112" y="16"/>
                  <a:pt x="112" y="16"/>
                  <a:pt x="112" y="16"/>
                </a:cubicBezTo>
                <a:cubicBezTo>
                  <a:pt x="136" y="16"/>
                  <a:pt x="136" y="49"/>
                  <a:pt x="176" y="49"/>
                </a:cubicBezTo>
                <a:cubicBezTo>
                  <a:pt x="321" y="49"/>
                  <a:pt x="321" y="49"/>
                  <a:pt x="321" y="49"/>
                </a:cubicBezTo>
                <a:cubicBezTo>
                  <a:pt x="330" y="49"/>
                  <a:pt x="337" y="56"/>
                  <a:pt x="337" y="65"/>
                </a:cubicBezTo>
                <a:cubicBezTo>
                  <a:pt x="337" y="81"/>
                  <a:pt x="337" y="81"/>
                  <a:pt x="337" y="81"/>
                </a:cubicBezTo>
                <a:cubicBezTo>
                  <a:pt x="254" y="81"/>
                  <a:pt x="254" y="81"/>
                  <a:pt x="254" y="81"/>
                </a:cubicBezTo>
                <a:cubicBezTo>
                  <a:pt x="263" y="85"/>
                  <a:pt x="270" y="91"/>
                  <a:pt x="277" y="97"/>
                </a:cubicBezTo>
                <a:cubicBezTo>
                  <a:pt x="337" y="97"/>
                  <a:pt x="337" y="97"/>
                  <a:pt x="337" y="97"/>
                </a:cubicBezTo>
                <a:cubicBezTo>
                  <a:pt x="337" y="257"/>
                  <a:pt x="337" y="257"/>
                  <a:pt x="337" y="257"/>
                </a:cubicBezTo>
                <a:cubicBezTo>
                  <a:pt x="337" y="266"/>
                  <a:pt x="330" y="273"/>
                  <a:pt x="321" y="273"/>
                </a:cubicBezTo>
                <a:cubicBezTo>
                  <a:pt x="306" y="273"/>
                  <a:pt x="306" y="273"/>
                  <a:pt x="306" y="273"/>
                </a:cubicBezTo>
                <a:cubicBezTo>
                  <a:pt x="322" y="289"/>
                  <a:pt x="322" y="289"/>
                  <a:pt x="322" y="289"/>
                </a:cubicBezTo>
                <a:cubicBezTo>
                  <a:pt x="339" y="288"/>
                  <a:pt x="353" y="274"/>
                  <a:pt x="353" y="257"/>
                </a:cubicBezTo>
                <a:cubicBezTo>
                  <a:pt x="353" y="65"/>
                  <a:pt x="353" y="65"/>
                  <a:pt x="353" y="65"/>
                </a:cubicBezTo>
                <a:cubicBezTo>
                  <a:pt x="353" y="47"/>
                  <a:pt x="338" y="33"/>
                  <a:pt x="321" y="33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07" name="Freeform 107"/>
          <p:cNvSpPr>
            <a:spLocks noEditPoints="1"/>
          </p:cNvSpPr>
          <p:nvPr/>
        </p:nvSpPr>
        <p:spPr bwMode="auto">
          <a:xfrm>
            <a:off x="10703984" y="4216400"/>
            <a:ext cx="575733" cy="577851"/>
          </a:xfrm>
          <a:custGeom>
            <a:avLst/>
            <a:gdLst>
              <a:gd name="T0" fmla="*/ 176 w 353"/>
              <a:gd name="T1" fmla="*/ 0 h 354"/>
              <a:gd name="T2" fmla="*/ 0 w 353"/>
              <a:gd name="T3" fmla="*/ 177 h 354"/>
              <a:gd name="T4" fmla="*/ 176 w 353"/>
              <a:gd name="T5" fmla="*/ 354 h 354"/>
              <a:gd name="T6" fmla="*/ 353 w 353"/>
              <a:gd name="T7" fmla="*/ 177 h 354"/>
              <a:gd name="T8" fmla="*/ 176 w 353"/>
              <a:gd name="T9" fmla="*/ 0 h 354"/>
              <a:gd name="T10" fmla="*/ 176 w 353"/>
              <a:gd name="T11" fmla="*/ 338 h 354"/>
              <a:gd name="T12" fmla="*/ 72 w 353"/>
              <a:gd name="T13" fmla="*/ 299 h 354"/>
              <a:gd name="T14" fmla="*/ 128 w 353"/>
              <a:gd name="T15" fmla="*/ 264 h 354"/>
              <a:gd name="T16" fmla="*/ 154 w 353"/>
              <a:gd name="T17" fmla="*/ 205 h 354"/>
              <a:gd name="T18" fmla="*/ 147 w 353"/>
              <a:gd name="T19" fmla="*/ 191 h 354"/>
              <a:gd name="T20" fmla="*/ 128 w 353"/>
              <a:gd name="T21" fmla="*/ 119 h 354"/>
              <a:gd name="T22" fmla="*/ 169 w 353"/>
              <a:gd name="T23" fmla="*/ 71 h 354"/>
              <a:gd name="T24" fmla="*/ 192 w 353"/>
              <a:gd name="T25" fmla="*/ 67 h 354"/>
              <a:gd name="T26" fmla="*/ 201 w 353"/>
              <a:gd name="T27" fmla="*/ 65 h 354"/>
              <a:gd name="T28" fmla="*/ 232 w 353"/>
              <a:gd name="T29" fmla="*/ 121 h 354"/>
              <a:gd name="T30" fmla="*/ 217 w 353"/>
              <a:gd name="T31" fmla="*/ 189 h 354"/>
              <a:gd name="T32" fmla="*/ 209 w 353"/>
              <a:gd name="T33" fmla="*/ 204 h 354"/>
              <a:gd name="T34" fmla="*/ 205 w 353"/>
              <a:gd name="T35" fmla="*/ 236 h 354"/>
              <a:gd name="T36" fmla="*/ 240 w 353"/>
              <a:gd name="T37" fmla="*/ 267 h 354"/>
              <a:gd name="T38" fmla="*/ 282 w 353"/>
              <a:gd name="T39" fmla="*/ 298 h 354"/>
              <a:gd name="T40" fmla="*/ 176 w 353"/>
              <a:gd name="T41" fmla="*/ 338 h 354"/>
              <a:gd name="T42" fmla="*/ 294 w 353"/>
              <a:gd name="T43" fmla="*/ 287 h 354"/>
              <a:gd name="T44" fmla="*/ 247 w 353"/>
              <a:gd name="T45" fmla="*/ 252 h 354"/>
              <a:gd name="T46" fmla="*/ 221 w 353"/>
              <a:gd name="T47" fmla="*/ 230 h 354"/>
              <a:gd name="T48" fmla="*/ 223 w 353"/>
              <a:gd name="T49" fmla="*/ 211 h 354"/>
              <a:gd name="T50" fmla="*/ 231 w 353"/>
              <a:gd name="T51" fmla="*/ 197 h 354"/>
              <a:gd name="T52" fmla="*/ 248 w 353"/>
              <a:gd name="T53" fmla="*/ 121 h 354"/>
              <a:gd name="T54" fmla="*/ 201 w 353"/>
              <a:gd name="T55" fmla="*/ 49 h 354"/>
              <a:gd name="T56" fmla="*/ 187 w 353"/>
              <a:gd name="T57" fmla="*/ 51 h 354"/>
              <a:gd name="T58" fmla="*/ 168 w 353"/>
              <a:gd name="T59" fmla="*/ 55 h 354"/>
              <a:gd name="T60" fmla="*/ 112 w 353"/>
              <a:gd name="T61" fmla="*/ 119 h 354"/>
              <a:gd name="T62" fmla="*/ 133 w 353"/>
              <a:gd name="T63" fmla="*/ 199 h 354"/>
              <a:gd name="T64" fmla="*/ 139 w 353"/>
              <a:gd name="T65" fmla="*/ 211 h 354"/>
              <a:gd name="T66" fmla="*/ 121 w 353"/>
              <a:gd name="T67" fmla="*/ 249 h 354"/>
              <a:gd name="T68" fmla="*/ 60 w 353"/>
              <a:gd name="T69" fmla="*/ 288 h 354"/>
              <a:gd name="T70" fmla="*/ 16 w 353"/>
              <a:gd name="T71" fmla="*/ 177 h 354"/>
              <a:gd name="T72" fmla="*/ 176 w 353"/>
              <a:gd name="T73" fmla="*/ 16 h 354"/>
              <a:gd name="T74" fmla="*/ 337 w 353"/>
              <a:gd name="T75" fmla="*/ 177 h 354"/>
              <a:gd name="T76" fmla="*/ 294 w 353"/>
              <a:gd name="T77" fmla="*/ 287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353" h="354">
                <a:moveTo>
                  <a:pt x="176" y="0"/>
                </a:moveTo>
                <a:cubicBezTo>
                  <a:pt x="79" y="0"/>
                  <a:pt x="0" y="79"/>
                  <a:pt x="0" y="177"/>
                </a:cubicBezTo>
                <a:cubicBezTo>
                  <a:pt x="0" y="275"/>
                  <a:pt x="79" y="354"/>
                  <a:pt x="176" y="354"/>
                </a:cubicBezTo>
                <a:cubicBezTo>
                  <a:pt x="274" y="354"/>
                  <a:pt x="353" y="275"/>
                  <a:pt x="353" y="177"/>
                </a:cubicBezTo>
                <a:cubicBezTo>
                  <a:pt x="353" y="79"/>
                  <a:pt x="274" y="0"/>
                  <a:pt x="176" y="0"/>
                </a:cubicBezTo>
                <a:moveTo>
                  <a:pt x="176" y="338"/>
                </a:moveTo>
                <a:cubicBezTo>
                  <a:pt x="137" y="338"/>
                  <a:pt x="100" y="323"/>
                  <a:pt x="72" y="299"/>
                </a:cubicBezTo>
                <a:cubicBezTo>
                  <a:pt x="94" y="280"/>
                  <a:pt x="104" y="275"/>
                  <a:pt x="128" y="264"/>
                </a:cubicBezTo>
                <a:cubicBezTo>
                  <a:pt x="155" y="252"/>
                  <a:pt x="165" y="230"/>
                  <a:pt x="154" y="205"/>
                </a:cubicBezTo>
                <a:cubicBezTo>
                  <a:pt x="152" y="200"/>
                  <a:pt x="149" y="196"/>
                  <a:pt x="147" y="191"/>
                </a:cubicBezTo>
                <a:cubicBezTo>
                  <a:pt x="138" y="176"/>
                  <a:pt x="128" y="158"/>
                  <a:pt x="128" y="119"/>
                </a:cubicBezTo>
                <a:cubicBezTo>
                  <a:pt x="128" y="71"/>
                  <a:pt x="151" y="71"/>
                  <a:pt x="169" y="71"/>
                </a:cubicBezTo>
                <a:cubicBezTo>
                  <a:pt x="181" y="71"/>
                  <a:pt x="187" y="68"/>
                  <a:pt x="192" y="67"/>
                </a:cubicBezTo>
                <a:cubicBezTo>
                  <a:pt x="196" y="65"/>
                  <a:pt x="198" y="65"/>
                  <a:pt x="201" y="65"/>
                </a:cubicBezTo>
                <a:cubicBezTo>
                  <a:pt x="216" y="65"/>
                  <a:pt x="232" y="79"/>
                  <a:pt x="232" y="121"/>
                </a:cubicBezTo>
                <a:cubicBezTo>
                  <a:pt x="232" y="162"/>
                  <a:pt x="226" y="172"/>
                  <a:pt x="217" y="189"/>
                </a:cubicBezTo>
                <a:cubicBezTo>
                  <a:pt x="214" y="194"/>
                  <a:pt x="212" y="199"/>
                  <a:pt x="209" y="204"/>
                </a:cubicBezTo>
                <a:cubicBezTo>
                  <a:pt x="203" y="216"/>
                  <a:pt x="202" y="226"/>
                  <a:pt x="205" y="236"/>
                </a:cubicBezTo>
                <a:cubicBezTo>
                  <a:pt x="210" y="248"/>
                  <a:pt x="221" y="258"/>
                  <a:pt x="240" y="267"/>
                </a:cubicBezTo>
                <a:cubicBezTo>
                  <a:pt x="256" y="275"/>
                  <a:pt x="273" y="289"/>
                  <a:pt x="282" y="298"/>
                </a:cubicBezTo>
                <a:cubicBezTo>
                  <a:pt x="254" y="323"/>
                  <a:pt x="217" y="338"/>
                  <a:pt x="176" y="338"/>
                </a:cubicBezTo>
                <a:moveTo>
                  <a:pt x="294" y="287"/>
                </a:moveTo>
                <a:cubicBezTo>
                  <a:pt x="284" y="278"/>
                  <a:pt x="265" y="261"/>
                  <a:pt x="247" y="252"/>
                </a:cubicBezTo>
                <a:cubicBezTo>
                  <a:pt x="232" y="245"/>
                  <a:pt x="223" y="238"/>
                  <a:pt x="221" y="230"/>
                </a:cubicBezTo>
                <a:cubicBezTo>
                  <a:pt x="219" y="225"/>
                  <a:pt x="219" y="219"/>
                  <a:pt x="223" y="211"/>
                </a:cubicBezTo>
                <a:cubicBezTo>
                  <a:pt x="226" y="206"/>
                  <a:pt x="228" y="201"/>
                  <a:pt x="231" y="197"/>
                </a:cubicBezTo>
                <a:cubicBezTo>
                  <a:pt x="241" y="179"/>
                  <a:pt x="248" y="166"/>
                  <a:pt x="248" y="121"/>
                </a:cubicBezTo>
                <a:cubicBezTo>
                  <a:pt x="248" y="52"/>
                  <a:pt x="209" y="49"/>
                  <a:pt x="201" y="49"/>
                </a:cubicBezTo>
                <a:cubicBezTo>
                  <a:pt x="195" y="49"/>
                  <a:pt x="191" y="50"/>
                  <a:pt x="187" y="51"/>
                </a:cubicBezTo>
                <a:cubicBezTo>
                  <a:pt x="183" y="53"/>
                  <a:pt x="178" y="55"/>
                  <a:pt x="168" y="55"/>
                </a:cubicBezTo>
                <a:cubicBezTo>
                  <a:pt x="150" y="55"/>
                  <a:pt x="112" y="56"/>
                  <a:pt x="112" y="119"/>
                </a:cubicBezTo>
                <a:cubicBezTo>
                  <a:pt x="112" y="163"/>
                  <a:pt x="124" y="183"/>
                  <a:pt x="133" y="199"/>
                </a:cubicBezTo>
                <a:cubicBezTo>
                  <a:pt x="135" y="203"/>
                  <a:pt x="137" y="207"/>
                  <a:pt x="139" y="211"/>
                </a:cubicBezTo>
                <a:cubicBezTo>
                  <a:pt x="147" y="229"/>
                  <a:pt x="141" y="241"/>
                  <a:pt x="121" y="249"/>
                </a:cubicBezTo>
                <a:cubicBezTo>
                  <a:pt x="96" y="260"/>
                  <a:pt x="85" y="266"/>
                  <a:pt x="60" y="288"/>
                </a:cubicBezTo>
                <a:cubicBezTo>
                  <a:pt x="33" y="259"/>
                  <a:pt x="16" y="220"/>
                  <a:pt x="16" y="177"/>
                </a:cubicBezTo>
                <a:cubicBezTo>
                  <a:pt x="16" y="88"/>
                  <a:pt x="88" y="16"/>
                  <a:pt x="176" y="16"/>
                </a:cubicBezTo>
                <a:cubicBezTo>
                  <a:pt x="265" y="16"/>
                  <a:pt x="337" y="88"/>
                  <a:pt x="337" y="177"/>
                </a:cubicBezTo>
                <a:cubicBezTo>
                  <a:pt x="337" y="219"/>
                  <a:pt x="320" y="258"/>
                  <a:pt x="294" y="287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08" name="Freeform 108"/>
          <p:cNvSpPr>
            <a:spLocks noEditPoints="1"/>
          </p:cNvSpPr>
          <p:nvPr/>
        </p:nvSpPr>
        <p:spPr bwMode="auto">
          <a:xfrm>
            <a:off x="806451" y="5319184"/>
            <a:ext cx="575733" cy="575733"/>
          </a:xfrm>
          <a:custGeom>
            <a:avLst/>
            <a:gdLst>
              <a:gd name="T0" fmla="*/ 177 w 353"/>
              <a:gd name="T1" fmla="*/ 0 h 353"/>
              <a:gd name="T2" fmla="*/ 0 w 353"/>
              <a:gd name="T3" fmla="*/ 176 h 353"/>
              <a:gd name="T4" fmla="*/ 177 w 353"/>
              <a:gd name="T5" fmla="*/ 353 h 353"/>
              <a:gd name="T6" fmla="*/ 353 w 353"/>
              <a:gd name="T7" fmla="*/ 176 h 353"/>
              <a:gd name="T8" fmla="*/ 177 w 353"/>
              <a:gd name="T9" fmla="*/ 0 h 353"/>
              <a:gd name="T10" fmla="*/ 177 w 353"/>
              <a:gd name="T11" fmla="*/ 337 h 353"/>
              <a:gd name="T12" fmla="*/ 77 w 353"/>
              <a:gd name="T13" fmla="*/ 302 h 353"/>
              <a:gd name="T14" fmla="*/ 129 w 353"/>
              <a:gd name="T15" fmla="*/ 266 h 353"/>
              <a:gd name="T16" fmla="*/ 148 w 353"/>
              <a:gd name="T17" fmla="*/ 249 h 353"/>
              <a:gd name="T18" fmla="*/ 143 w 353"/>
              <a:gd name="T19" fmla="*/ 232 h 353"/>
              <a:gd name="T20" fmla="*/ 135 w 353"/>
              <a:gd name="T21" fmla="*/ 230 h 353"/>
              <a:gd name="T22" fmla="*/ 99 w 353"/>
              <a:gd name="T23" fmla="*/ 224 h 353"/>
              <a:gd name="T24" fmla="*/ 112 w 353"/>
              <a:gd name="T25" fmla="*/ 144 h 353"/>
              <a:gd name="T26" fmla="*/ 181 w 353"/>
              <a:gd name="T27" fmla="*/ 64 h 353"/>
              <a:gd name="T28" fmla="*/ 240 w 353"/>
              <a:gd name="T29" fmla="*/ 148 h 353"/>
              <a:gd name="T30" fmla="*/ 253 w 353"/>
              <a:gd name="T31" fmla="*/ 222 h 353"/>
              <a:gd name="T32" fmla="*/ 214 w 353"/>
              <a:gd name="T33" fmla="*/ 229 h 353"/>
              <a:gd name="T34" fmla="*/ 206 w 353"/>
              <a:gd name="T35" fmla="*/ 233 h 353"/>
              <a:gd name="T36" fmla="*/ 224 w 353"/>
              <a:gd name="T37" fmla="*/ 265 h 353"/>
              <a:gd name="T38" fmla="*/ 275 w 353"/>
              <a:gd name="T39" fmla="*/ 303 h 353"/>
              <a:gd name="T40" fmla="*/ 177 w 353"/>
              <a:gd name="T41" fmla="*/ 337 h 353"/>
              <a:gd name="T42" fmla="*/ 288 w 353"/>
              <a:gd name="T43" fmla="*/ 292 h 353"/>
              <a:gd name="T44" fmla="*/ 230 w 353"/>
              <a:gd name="T45" fmla="*/ 250 h 353"/>
              <a:gd name="T46" fmla="*/ 222 w 353"/>
              <a:gd name="T47" fmla="*/ 245 h 353"/>
              <a:gd name="T48" fmla="*/ 271 w 353"/>
              <a:gd name="T49" fmla="*/ 232 h 353"/>
              <a:gd name="T50" fmla="*/ 275 w 353"/>
              <a:gd name="T51" fmla="*/ 224 h 353"/>
              <a:gd name="T52" fmla="*/ 270 w 353"/>
              <a:gd name="T53" fmla="*/ 218 h 353"/>
              <a:gd name="T54" fmla="*/ 256 w 353"/>
              <a:gd name="T55" fmla="*/ 148 h 353"/>
              <a:gd name="T56" fmla="*/ 181 w 353"/>
              <a:gd name="T57" fmla="*/ 48 h 353"/>
              <a:gd name="T58" fmla="*/ 95 w 353"/>
              <a:gd name="T59" fmla="*/ 144 h 353"/>
              <a:gd name="T60" fmla="*/ 84 w 353"/>
              <a:gd name="T61" fmla="*/ 218 h 353"/>
              <a:gd name="T62" fmla="*/ 78 w 353"/>
              <a:gd name="T63" fmla="*/ 224 h 353"/>
              <a:gd name="T64" fmla="*/ 82 w 353"/>
              <a:gd name="T65" fmla="*/ 233 h 353"/>
              <a:gd name="T66" fmla="*/ 132 w 353"/>
              <a:gd name="T67" fmla="*/ 247 h 353"/>
              <a:gd name="T68" fmla="*/ 124 w 353"/>
              <a:gd name="T69" fmla="*/ 251 h 353"/>
              <a:gd name="T70" fmla="*/ 65 w 353"/>
              <a:gd name="T71" fmla="*/ 291 h 353"/>
              <a:gd name="T72" fmla="*/ 16 w 353"/>
              <a:gd name="T73" fmla="*/ 176 h 353"/>
              <a:gd name="T74" fmla="*/ 177 w 353"/>
              <a:gd name="T75" fmla="*/ 16 h 353"/>
              <a:gd name="T76" fmla="*/ 337 w 353"/>
              <a:gd name="T77" fmla="*/ 176 h 353"/>
              <a:gd name="T78" fmla="*/ 288 w 353"/>
              <a:gd name="T79" fmla="*/ 292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353" h="353">
                <a:moveTo>
                  <a:pt x="177" y="0"/>
                </a:moveTo>
                <a:cubicBezTo>
                  <a:pt x="79" y="0"/>
                  <a:pt x="0" y="79"/>
                  <a:pt x="0" y="176"/>
                </a:cubicBezTo>
                <a:cubicBezTo>
                  <a:pt x="0" y="274"/>
                  <a:pt x="79" y="353"/>
                  <a:pt x="177" y="353"/>
                </a:cubicBezTo>
                <a:cubicBezTo>
                  <a:pt x="274" y="353"/>
                  <a:pt x="353" y="274"/>
                  <a:pt x="353" y="176"/>
                </a:cubicBezTo>
                <a:cubicBezTo>
                  <a:pt x="353" y="79"/>
                  <a:pt x="274" y="0"/>
                  <a:pt x="177" y="0"/>
                </a:cubicBezTo>
                <a:moveTo>
                  <a:pt x="177" y="337"/>
                </a:moveTo>
                <a:cubicBezTo>
                  <a:pt x="139" y="337"/>
                  <a:pt x="104" y="324"/>
                  <a:pt x="77" y="302"/>
                </a:cubicBezTo>
                <a:cubicBezTo>
                  <a:pt x="88" y="288"/>
                  <a:pt x="109" y="272"/>
                  <a:pt x="129" y="266"/>
                </a:cubicBezTo>
                <a:cubicBezTo>
                  <a:pt x="140" y="262"/>
                  <a:pt x="147" y="256"/>
                  <a:pt x="148" y="249"/>
                </a:cubicBezTo>
                <a:cubicBezTo>
                  <a:pt x="151" y="239"/>
                  <a:pt x="143" y="232"/>
                  <a:pt x="143" y="232"/>
                </a:cubicBezTo>
                <a:cubicBezTo>
                  <a:pt x="140" y="230"/>
                  <a:pt x="137" y="229"/>
                  <a:pt x="135" y="230"/>
                </a:cubicBezTo>
                <a:cubicBezTo>
                  <a:pt x="134" y="230"/>
                  <a:pt x="121" y="234"/>
                  <a:pt x="99" y="224"/>
                </a:cubicBezTo>
                <a:cubicBezTo>
                  <a:pt x="106" y="213"/>
                  <a:pt x="112" y="190"/>
                  <a:pt x="112" y="144"/>
                </a:cubicBezTo>
                <a:cubicBezTo>
                  <a:pt x="112" y="70"/>
                  <a:pt x="144" y="64"/>
                  <a:pt x="181" y="64"/>
                </a:cubicBezTo>
                <a:cubicBezTo>
                  <a:pt x="206" y="64"/>
                  <a:pt x="240" y="73"/>
                  <a:pt x="240" y="148"/>
                </a:cubicBezTo>
                <a:cubicBezTo>
                  <a:pt x="240" y="190"/>
                  <a:pt x="247" y="212"/>
                  <a:pt x="253" y="222"/>
                </a:cubicBezTo>
                <a:cubicBezTo>
                  <a:pt x="244" y="226"/>
                  <a:pt x="230" y="230"/>
                  <a:pt x="214" y="229"/>
                </a:cubicBezTo>
                <a:cubicBezTo>
                  <a:pt x="211" y="228"/>
                  <a:pt x="207" y="230"/>
                  <a:pt x="206" y="233"/>
                </a:cubicBezTo>
                <a:cubicBezTo>
                  <a:pt x="203" y="240"/>
                  <a:pt x="203" y="256"/>
                  <a:pt x="224" y="265"/>
                </a:cubicBezTo>
                <a:cubicBezTo>
                  <a:pt x="240" y="272"/>
                  <a:pt x="260" y="283"/>
                  <a:pt x="275" y="303"/>
                </a:cubicBezTo>
                <a:cubicBezTo>
                  <a:pt x="248" y="324"/>
                  <a:pt x="214" y="337"/>
                  <a:pt x="177" y="337"/>
                </a:cubicBezTo>
                <a:moveTo>
                  <a:pt x="288" y="292"/>
                </a:moveTo>
                <a:cubicBezTo>
                  <a:pt x="270" y="270"/>
                  <a:pt x="248" y="258"/>
                  <a:pt x="230" y="250"/>
                </a:cubicBezTo>
                <a:cubicBezTo>
                  <a:pt x="226" y="249"/>
                  <a:pt x="224" y="247"/>
                  <a:pt x="222" y="245"/>
                </a:cubicBezTo>
                <a:cubicBezTo>
                  <a:pt x="249" y="244"/>
                  <a:pt x="270" y="233"/>
                  <a:pt x="271" y="232"/>
                </a:cubicBezTo>
                <a:cubicBezTo>
                  <a:pt x="274" y="230"/>
                  <a:pt x="275" y="227"/>
                  <a:pt x="275" y="224"/>
                </a:cubicBezTo>
                <a:cubicBezTo>
                  <a:pt x="275" y="221"/>
                  <a:pt x="273" y="219"/>
                  <a:pt x="270" y="218"/>
                </a:cubicBezTo>
                <a:cubicBezTo>
                  <a:pt x="269" y="217"/>
                  <a:pt x="256" y="206"/>
                  <a:pt x="256" y="148"/>
                </a:cubicBezTo>
                <a:cubicBezTo>
                  <a:pt x="256" y="82"/>
                  <a:pt x="231" y="48"/>
                  <a:pt x="181" y="48"/>
                </a:cubicBezTo>
                <a:cubicBezTo>
                  <a:pt x="139" y="48"/>
                  <a:pt x="95" y="59"/>
                  <a:pt x="95" y="144"/>
                </a:cubicBezTo>
                <a:cubicBezTo>
                  <a:pt x="95" y="205"/>
                  <a:pt x="85" y="217"/>
                  <a:pt x="84" y="218"/>
                </a:cubicBezTo>
                <a:cubicBezTo>
                  <a:pt x="81" y="219"/>
                  <a:pt x="79" y="221"/>
                  <a:pt x="78" y="224"/>
                </a:cubicBezTo>
                <a:cubicBezTo>
                  <a:pt x="77" y="228"/>
                  <a:pt x="79" y="231"/>
                  <a:pt x="82" y="233"/>
                </a:cubicBezTo>
                <a:cubicBezTo>
                  <a:pt x="104" y="246"/>
                  <a:pt x="122" y="247"/>
                  <a:pt x="132" y="247"/>
                </a:cubicBezTo>
                <a:cubicBezTo>
                  <a:pt x="131" y="248"/>
                  <a:pt x="128" y="249"/>
                  <a:pt x="124" y="251"/>
                </a:cubicBezTo>
                <a:cubicBezTo>
                  <a:pt x="101" y="258"/>
                  <a:pt x="78" y="275"/>
                  <a:pt x="65" y="291"/>
                </a:cubicBezTo>
                <a:cubicBezTo>
                  <a:pt x="35" y="262"/>
                  <a:pt x="16" y="222"/>
                  <a:pt x="16" y="176"/>
                </a:cubicBezTo>
                <a:cubicBezTo>
                  <a:pt x="16" y="88"/>
                  <a:pt x="88" y="16"/>
                  <a:pt x="177" y="16"/>
                </a:cubicBezTo>
                <a:cubicBezTo>
                  <a:pt x="265" y="16"/>
                  <a:pt x="337" y="88"/>
                  <a:pt x="337" y="176"/>
                </a:cubicBezTo>
                <a:cubicBezTo>
                  <a:pt x="337" y="222"/>
                  <a:pt x="318" y="263"/>
                  <a:pt x="288" y="292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09" name="Freeform 109"/>
          <p:cNvSpPr>
            <a:spLocks noEditPoints="1"/>
          </p:cNvSpPr>
          <p:nvPr/>
        </p:nvSpPr>
        <p:spPr bwMode="auto">
          <a:xfrm>
            <a:off x="1905000" y="5344585"/>
            <a:ext cx="575733" cy="522817"/>
          </a:xfrm>
          <a:custGeom>
            <a:avLst/>
            <a:gdLst>
              <a:gd name="T0" fmla="*/ 265 w 353"/>
              <a:gd name="T1" fmla="*/ 197 h 321"/>
              <a:gd name="T2" fmla="*/ 288 w 353"/>
              <a:gd name="T3" fmla="*/ 121 h 321"/>
              <a:gd name="T4" fmla="*/ 263 w 353"/>
              <a:gd name="T5" fmla="*/ 21 h 321"/>
              <a:gd name="T6" fmla="*/ 209 w 353"/>
              <a:gd name="T7" fmla="*/ 22 h 321"/>
              <a:gd name="T8" fmla="*/ 215 w 353"/>
              <a:gd name="T9" fmla="*/ 37 h 321"/>
              <a:gd name="T10" fmla="*/ 255 w 353"/>
              <a:gd name="T11" fmla="*/ 35 h 321"/>
              <a:gd name="T12" fmla="*/ 275 w 353"/>
              <a:gd name="T13" fmla="*/ 111 h 321"/>
              <a:gd name="T14" fmla="*/ 273 w 353"/>
              <a:gd name="T15" fmla="*/ 144 h 321"/>
              <a:gd name="T16" fmla="*/ 269 w 353"/>
              <a:gd name="T17" fmla="*/ 148 h 321"/>
              <a:gd name="T18" fmla="*/ 291 w 353"/>
              <a:gd name="T19" fmla="*/ 250 h 321"/>
              <a:gd name="T20" fmla="*/ 286 w 353"/>
              <a:gd name="T21" fmla="*/ 289 h 321"/>
              <a:gd name="T22" fmla="*/ 346 w 353"/>
              <a:gd name="T23" fmla="*/ 305 h 321"/>
              <a:gd name="T24" fmla="*/ 295 w 353"/>
              <a:gd name="T25" fmla="*/ 234 h 321"/>
              <a:gd name="T26" fmla="*/ 177 w 353"/>
              <a:gd name="T27" fmla="*/ 202 h 321"/>
              <a:gd name="T28" fmla="*/ 199 w 353"/>
              <a:gd name="T29" fmla="*/ 116 h 321"/>
              <a:gd name="T30" fmla="*/ 174 w 353"/>
              <a:gd name="T31" fmla="*/ 6 h 321"/>
              <a:gd name="T32" fmla="*/ 110 w 353"/>
              <a:gd name="T33" fmla="*/ 9 h 321"/>
              <a:gd name="T34" fmla="*/ 75 w 353"/>
              <a:gd name="T35" fmla="*/ 115 h 321"/>
              <a:gd name="T36" fmla="*/ 97 w 353"/>
              <a:gd name="T37" fmla="*/ 202 h 321"/>
              <a:gd name="T38" fmla="*/ 0 w 353"/>
              <a:gd name="T39" fmla="*/ 313 h 321"/>
              <a:gd name="T40" fmla="*/ 265 w 353"/>
              <a:gd name="T41" fmla="*/ 321 h 321"/>
              <a:gd name="T42" fmla="*/ 209 w 353"/>
              <a:gd name="T43" fmla="*/ 243 h 321"/>
              <a:gd name="T44" fmla="*/ 69 w 353"/>
              <a:gd name="T45" fmla="*/ 258 h 321"/>
              <a:gd name="T46" fmla="*/ 93 w 353"/>
              <a:gd name="T47" fmla="*/ 148 h 321"/>
              <a:gd name="T48" fmla="*/ 91 w 353"/>
              <a:gd name="T49" fmla="*/ 145 h 321"/>
              <a:gd name="T50" fmla="*/ 90 w 353"/>
              <a:gd name="T51" fmla="*/ 108 h 321"/>
              <a:gd name="T52" fmla="*/ 116 w 353"/>
              <a:gd name="T53" fmla="*/ 24 h 321"/>
              <a:gd name="T54" fmla="*/ 148 w 353"/>
              <a:gd name="T55" fmla="*/ 16 h 321"/>
              <a:gd name="T56" fmla="*/ 185 w 353"/>
              <a:gd name="T57" fmla="*/ 48 h 321"/>
              <a:gd name="T58" fmla="*/ 183 w 353"/>
              <a:gd name="T59" fmla="*/ 120 h 321"/>
              <a:gd name="T60" fmla="*/ 182 w 353"/>
              <a:gd name="T61" fmla="*/ 145 h 321"/>
              <a:gd name="T62" fmla="*/ 161 w 353"/>
              <a:gd name="T63" fmla="*/ 202 h 321"/>
              <a:gd name="T64" fmla="*/ 257 w 353"/>
              <a:gd name="T65" fmla="*/ 305 h 3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353" h="321">
                <a:moveTo>
                  <a:pt x="295" y="234"/>
                </a:moveTo>
                <a:cubicBezTo>
                  <a:pt x="295" y="234"/>
                  <a:pt x="265" y="227"/>
                  <a:pt x="265" y="197"/>
                </a:cubicBezTo>
                <a:cubicBezTo>
                  <a:pt x="265" y="171"/>
                  <a:pt x="280" y="162"/>
                  <a:pt x="284" y="155"/>
                </a:cubicBezTo>
                <a:cubicBezTo>
                  <a:pt x="284" y="155"/>
                  <a:pt x="294" y="147"/>
                  <a:pt x="288" y="121"/>
                </a:cubicBezTo>
                <a:cubicBezTo>
                  <a:pt x="298" y="106"/>
                  <a:pt x="301" y="80"/>
                  <a:pt x="289" y="53"/>
                </a:cubicBezTo>
                <a:cubicBezTo>
                  <a:pt x="282" y="36"/>
                  <a:pt x="273" y="27"/>
                  <a:pt x="263" y="21"/>
                </a:cubicBezTo>
                <a:cubicBezTo>
                  <a:pt x="256" y="17"/>
                  <a:pt x="247" y="16"/>
                  <a:pt x="239" y="16"/>
                </a:cubicBezTo>
                <a:cubicBezTo>
                  <a:pt x="227" y="16"/>
                  <a:pt x="216" y="19"/>
                  <a:pt x="209" y="22"/>
                </a:cubicBezTo>
                <a:cubicBezTo>
                  <a:pt x="211" y="26"/>
                  <a:pt x="213" y="30"/>
                  <a:pt x="215" y="35"/>
                </a:cubicBezTo>
                <a:cubicBezTo>
                  <a:pt x="215" y="36"/>
                  <a:pt x="215" y="36"/>
                  <a:pt x="215" y="37"/>
                </a:cubicBezTo>
                <a:cubicBezTo>
                  <a:pt x="220" y="35"/>
                  <a:pt x="229" y="32"/>
                  <a:pt x="239" y="32"/>
                </a:cubicBezTo>
                <a:cubicBezTo>
                  <a:pt x="246" y="32"/>
                  <a:pt x="251" y="33"/>
                  <a:pt x="255" y="35"/>
                </a:cubicBezTo>
                <a:cubicBezTo>
                  <a:pt x="260" y="38"/>
                  <a:pt x="268" y="44"/>
                  <a:pt x="274" y="60"/>
                </a:cubicBezTo>
                <a:cubicBezTo>
                  <a:pt x="284" y="82"/>
                  <a:pt x="282" y="102"/>
                  <a:pt x="275" y="111"/>
                </a:cubicBezTo>
                <a:cubicBezTo>
                  <a:pt x="272" y="115"/>
                  <a:pt x="271" y="120"/>
                  <a:pt x="272" y="124"/>
                </a:cubicBezTo>
                <a:cubicBezTo>
                  <a:pt x="275" y="138"/>
                  <a:pt x="273" y="143"/>
                  <a:pt x="273" y="144"/>
                </a:cubicBezTo>
                <a:cubicBezTo>
                  <a:pt x="272" y="145"/>
                  <a:pt x="272" y="145"/>
                  <a:pt x="271" y="146"/>
                </a:cubicBezTo>
                <a:cubicBezTo>
                  <a:pt x="271" y="146"/>
                  <a:pt x="270" y="147"/>
                  <a:pt x="269" y="148"/>
                </a:cubicBezTo>
                <a:cubicBezTo>
                  <a:pt x="262" y="156"/>
                  <a:pt x="249" y="170"/>
                  <a:pt x="249" y="197"/>
                </a:cubicBezTo>
                <a:cubicBezTo>
                  <a:pt x="249" y="231"/>
                  <a:pt x="276" y="246"/>
                  <a:pt x="291" y="250"/>
                </a:cubicBezTo>
                <a:cubicBezTo>
                  <a:pt x="312" y="257"/>
                  <a:pt x="332" y="266"/>
                  <a:pt x="337" y="289"/>
                </a:cubicBezTo>
                <a:cubicBezTo>
                  <a:pt x="286" y="289"/>
                  <a:pt x="286" y="289"/>
                  <a:pt x="286" y="289"/>
                </a:cubicBezTo>
                <a:cubicBezTo>
                  <a:pt x="287" y="294"/>
                  <a:pt x="288" y="299"/>
                  <a:pt x="289" y="305"/>
                </a:cubicBezTo>
                <a:cubicBezTo>
                  <a:pt x="346" y="305"/>
                  <a:pt x="346" y="305"/>
                  <a:pt x="346" y="305"/>
                </a:cubicBezTo>
                <a:cubicBezTo>
                  <a:pt x="353" y="305"/>
                  <a:pt x="353" y="298"/>
                  <a:pt x="353" y="298"/>
                </a:cubicBezTo>
                <a:cubicBezTo>
                  <a:pt x="353" y="254"/>
                  <a:pt x="314" y="241"/>
                  <a:pt x="295" y="234"/>
                </a:cubicBezTo>
                <a:moveTo>
                  <a:pt x="209" y="243"/>
                </a:moveTo>
                <a:cubicBezTo>
                  <a:pt x="209" y="243"/>
                  <a:pt x="177" y="235"/>
                  <a:pt x="177" y="202"/>
                </a:cubicBezTo>
                <a:cubicBezTo>
                  <a:pt x="177" y="172"/>
                  <a:pt x="190" y="162"/>
                  <a:pt x="195" y="155"/>
                </a:cubicBezTo>
                <a:cubicBezTo>
                  <a:pt x="195" y="155"/>
                  <a:pt x="206" y="146"/>
                  <a:pt x="199" y="116"/>
                </a:cubicBezTo>
                <a:cubicBezTo>
                  <a:pt x="211" y="100"/>
                  <a:pt x="213" y="71"/>
                  <a:pt x="200" y="41"/>
                </a:cubicBezTo>
                <a:cubicBezTo>
                  <a:pt x="192" y="22"/>
                  <a:pt x="185" y="12"/>
                  <a:pt x="174" y="6"/>
                </a:cubicBezTo>
                <a:cubicBezTo>
                  <a:pt x="166" y="1"/>
                  <a:pt x="157" y="0"/>
                  <a:pt x="148" y="0"/>
                </a:cubicBezTo>
                <a:cubicBezTo>
                  <a:pt x="131" y="0"/>
                  <a:pt x="116" y="5"/>
                  <a:pt x="110" y="9"/>
                </a:cubicBezTo>
                <a:cubicBezTo>
                  <a:pt x="91" y="17"/>
                  <a:pt x="79" y="25"/>
                  <a:pt x="68" y="53"/>
                </a:cubicBezTo>
                <a:cubicBezTo>
                  <a:pt x="58" y="76"/>
                  <a:pt x="70" y="102"/>
                  <a:pt x="75" y="115"/>
                </a:cubicBezTo>
                <a:cubicBezTo>
                  <a:pt x="68" y="145"/>
                  <a:pt x="78" y="155"/>
                  <a:pt x="78" y="155"/>
                </a:cubicBezTo>
                <a:cubicBezTo>
                  <a:pt x="83" y="162"/>
                  <a:pt x="97" y="172"/>
                  <a:pt x="97" y="202"/>
                </a:cubicBezTo>
                <a:cubicBezTo>
                  <a:pt x="97" y="235"/>
                  <a:pt x="64" y="243"/>
                  <a:pt x="64" y="243"/>
                </a:cubicBezTo>
                <a:cubicBezTo>
                  <a:pt x="43" y="250"/>
                  <a:pt x="0" y="265"/>
                  <a:pt x="0" y="313"/>
                </a:cubicBezTo>
                <a:cubicBezTo>
                  <a:pt x="0" y="313"/>
                  <a:pt x="0" y="321"/>
                  <a:pt x="8" y="321"/>
                </a:cubicBezTo>
                <a:cubicBezTo>
                  <a:pt x="265" y="321"/>
                  <a:pt x="265" y="321"/>
                  <a:pt x="265" y="321"/>
                </a:cubicBezTo>
                <a:cubicBezTo>
                  <a:pt x="273" y="321"/>
                  <a:pt x="273" y="313"/>
                  <a:pt x="273" y="313"/>
                </a:cubicBezTo>
                <a:cubicBezTo>
                  <a:pt x="273" y="265"/>
                  <a:pt x="230" y="250"/>
                  <a:pt x="209" y="243"/>
                </a:cubicBezTo>
                <a:moveTo>
                  <a:pt x="17" y="305"/>
                </a:moveTo>
                <a:cubicBezTo>
                  <a:pt x="21" y="277"/>
                  <a:pt x="45" y="266"/>
                  <a:pt x="69" y="258"/>
                </a:cubicBezTo>
                <a:cubicBezTo>
                  <a:pt x="85" y="254"/>
                  <a:pt x="113" y="237"/>
                  <a:pt x="113" y="202"/>
                </a:cubicBezTo>
                <a:cubicBezTo>
                  <a:pt x="113" y="171"/>
                  <a:pt x="100" y="156"/>
                  <a:pt x="93" y="148"/>
                </a:cubicBezTo>
                <a:cubicBezTo>
                  <a:pt x="93" y="147"/>
                  <a:pt x="92" y="146"/>
                  <a:pt x="91" y="145"/>
                </a:cubicBezTo>
                <a:cubicBezTo>
                  <a:pt x="91" y="145"/>
                  <a:pt x="91" y="145"/>
                  <a:pt x="91" y="145"/>
                </a:cubicBezTo>
                <a:cubicBezTo>
                  <a:pt x="90" y="143"/>
                  <a:pt x="87" y="136"/>
                  <a:pt x="91" y="119"/>
                </a:cubicBezTo>
                <a:cubicBezTo>
                  <a:pt x="92" y="115"/>
                  <a:pt x="92" y="112"/>
                  <a:pt x="90" y="108"/>
                </a:cubicBezTo>
                <a:cubicBezTo>
                  <a:pt x="86" y="100"/>
                  <a:pt x="75" y="76"/>
                  <a:pt x="83" y="59"/>
                </a:cubicBezTo>
                <a:cubicBezTo>
                  <a:pt x="92" y="36"/>
                  <a:pt x="101" y="31"/>
                  <a:pt x="116" y="24"/>
                </a:cubicBezTo>
                <a:cubicBezTo>
                  <a:pt x="117" y="24"/>
                  <a:pt x="118" y="23"/>
                  <a:pt x="118" y="23"/>
                </a:cubicBezTo>
                <a:cubicBezTo>
                  <a:pt x="122" y="20"/>
                  <a:pt x="135" y="16"/>
                  <a:pt x="148" y="16"/>
                </a:cubicBezTo>
                <a:cubicBezTo>
                  <a:pt x="155" y="16"/>
                  <a:pt x="161" y="17"/>
                  <a:pt x="166" y="20"/>
                </a:cubicBezTo>
                <a:cubicBezTo>
                  <a:pt x="172" y="23"/>
                  <a:pt x="177" y="29"/>
                  <a:pt x="185" y="48"/>
                </a:cubicBezTo>
                <a:cubicBezTo>
                  <a:pt x="196" y="74"/>
                  <a:pt x="194" y="96"/>
                  <a:pt x="186" y="107"/>
                </a:cubicBezTo>
                <a:cubicBezTo>
                  <a:pt x="183" y="110"/>
                  <a:pt x="182" y="115"/>
                  <a:pt x="183" y="120"/>
                </a:cubicBezTo>
                <a:cubicBezTo>
                  <a:pt x="187" y="136"/>
                  <a:pt x="184" y="143"/>
                  <a:pt x="184" y="144"/>
                </a:cubicBezTo>
                <a:cubicBezTo>
                  <a:pt x="183" y="144"/>
                  <a:pt x="183" y="145"/>
                  <a:pt x="182" y="145"/>
                </a:cubicBezTo>
                <a:cubicBezTo>
                  <a:pt x="182" y="146"/>
                  <a:pt x="181" y="147"/>
                  <a:pt x="180" y="148"/>
                </a:cubicBezTo>
                <a:cubicBezTo>
                  <a:pt x="173" y="156"/>
                  <a:pt x="161" y="171"/>
                  <a:pt x="161" y="202"/>
                </a:cubicBezTo>
                <a:cubicBezTo>
                  <a:pt x="161" y="237"/>
                  <a:pt x="189" y="254"/>
                  <a:pt x="205" y="258"/>
                </a:cubicBezTo>
                <a:cubicBezTo>
                  <a:pt x="228" y="266"/>
                  <a:pt x="253" y="277"/>
                  <a:pt x="257" y="305"/>
                </a:cubicBezTo>
                <a:lnTo>
                  <a:pt x="17" y="305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10" name="Freeform 110"/>
          <p:cNvSpPr>
            <a:spLocks noEditPoints="1"/>
          </p:cNvSpPr>
          <p:nvPr/>
        </p:nvSpPr>
        <p:spPr bwMode="auto">
          <a:xfrm>
            <a:off x="3005667" y="5369985"/>
            <a:ext cx="575733" cy="472017"/>
          </a:xfrm>
          <a:custGeom>
            <a:avLst/>
            <a:gdLst>
              <a:gd name="T0" fmla="*/ 68 w 353"/>
              <a:gd name="T1" fmla="*/ 173 h 289"/>
              <a:gd name="T2" fmla="*/ 55 w 353"/>
              <a:gd name="T3" fmla="*/ 131 h 289"/>
              <a:gd name="T4" fmla="*/ 55 w 353"/>
              <a:gd name="T5" fmla="*/ 117 h 289"/>
              <a:gd name="T6" fmla="*/ 49 w 353"/>
              <a:gd name="T7" fmla="*/ 75 h 289"/>
              <a:gd name="T8" fmla="*/ 69 w 353"/>
              <a:gd name="T9" fmla="*/ 52 h 289"/>
              <a:gd name="T10" fmla="*/ 98 w 353"/>
              <a:gd name="T11" fmla="*/ 50 h 289"/>
              <a:gd name="T12" fmla="*/ 103 w 353"/>
              <a:gd name="T13" fmla="*/ 35 h 289"/>
              <a:gd name="T14" fmla="*/ 61 w 353"/>
              <a:gd name="T15" fmla="*/ 39 h 289"/>
              <a:gd name="T16" fmla="*/ 40 w 353"/>
              <a:gd name="T17" fmla="*/ 113 h 289"/>
              <a:gd name="T18" fmla="*/ 52 w 353"/>
              <a:gd name="T19" fmla="*/ 173 h 289"/>
              <a:gd name="T20" fmla="*/ 0 w 353"/>
              <a:gd name="T21" fmla="*/ 249 h 289"/>
              <a:gd name="T22" fmla="*/ 43 w 353"/>
              <a:gd name="T23" fmla="*/ 257 h 289"/>
              <a:gd name="T24" fmla="*/ 16 w 353"/>
              <a:gd name="T25" fmla="*/ 241 h 289"/>
              <a:gd name="T26" fmla="*/ 319 w 353"/>
              <a:gd name="T27" fmla="*/ 201 h 289"/>
              <a:gd name="T28" fmla="*/ 311 w 353"/>
              <a:gd name="T29" fmla="*/ 140 h 289"/>
              <a:gd name="T30" fmla="*/ 318 w 353"/>
              <a:gd name="T31" fmla="*/ 69 h 289"/>
              <a:gd name="T32" fmla="*/ 265 w 353"/>
              <a:gd name="T33" fmla="*/ 32 h 289"/>
              <a:gd name="T34" fmla="*/ 253 w 353"/>
              <a:gd name="T35" fmla="*/ 51 h 289"/>
              <a:gd name="T36" fmla="*/ 265 w 353"/>
              <a:gd name="T37" fmla="*/ 48 h 289"/>
              <a:gd name="T38" fmla="*/ 285 w 353"/>
              <a:gd name="T39" fmla="*/ 53 h 289"/>
              <a:gd name="T40" fmla="*/ 298 w 353"/>
              <a:gd name="T41" fmla="*/ 106 h 289"/>
              <a:gd name="T42" fmla="*/ 298 w 353"/>
              <a:gd name="T43" fmla="*/ 131 h 289"/>
              <a:gd name="T44" fmla="*/ 297 w 353"/>
              <a:gd name="T45" fmla="*/ 132 h 289"/>
              <a:gd name="T46" fmla="*/ 314 w 353"/>
              <a:gd name="T47" fmla="*/ 216 h 289"/>
              <a:gd name="T48" fmla="*/ 301 w 353"/>
              <a:gd name="T49" fmla="*/ 241 h 289"/>
              <a:gd name="T50" fmla="*/ 345 w 353"/>
              <a:gd name="T51" fmla="*/ 257 h 289"/>
              <a:gd name="T52" fmla="*/ 319 w 353"/>
              <a:gd name="T53" fmla="*/ 201 h 289"/>
              <a:gd name="T54" fmla="*/ 211 w 353"/>
              <a:gd name="T55" fmla="*/ 181 h 289"/>
              <a:gd name="T56" fmla="*/ 231 w 353"/>
              <a:gd name="T57" fmla="*/ 105 h 289"/>
              <a:gd name="T58" fmla="*/ 209 w 353"/>
              <a:gd name="T59" fmla="*/ 5 h 289"/>
              <a:gd name="T60" fmla="*/ 152 w 353"/>
              <a:gd name="T61" fmla="*/ 9 h 289"/>
              <a:gd name="T62" fmla="*/ 122 w 353"/>
              <a:gd name="T63" fmla="*/ 104 h 289"/>
              <a:gd name="T64" fmla="*/ 141 w 353"/>
              <a:gd name="T65" fmla="*/ 181 h 289"/>
              <a:gd name="T66" fmla="*/ 56 w 353"/>
              <a:gd name="T67" fmla="*/ 281 h 289"/>
              <a:gd name="T68" fmla="*/ 289 w 353"/>
              <a:gd name="T69" fmla="*/ 289 h 289"/>
              <a:gd name="T70" fmla="*/ 240 w 353"/>
              <a:gd name="T71" fmla="*/ 218 h 289"/>
              <a:gd name="T72" fmla="*/ 116 w 353"/>
              <a:gd name="T73" fmla="*/ 234 h 289"/>
              <a:gd name="T74" fmla="*/ 157 w 353"/>
              <a:gd name="T75" fmla="*/ 181 h 289"/>
              <a:gd name="T76" fmla="*/ 137 w 353"/>
              <a:gd name="T77" fmla="*/ 129 h 289"/>
              <a:gd name="T78" fmla="*/ 137 w 353"/>
              <a:gd name="T79" fmla="*/ 97 h 289"/>
              <a:gd name="T80" fmla="*/ 159 w 353"/>
              <a:gd name="T81" fmla="*/ 23 h 289"/>
              <a:gd name="T82" fmla="*/ 186 w 353"/>
              <a:gd name="T83" fmla="*/ 16 h 289"/>
              <a:gd name="T84" fmla="*/ 217 w 353"/>
              <a:gd name="T85" fmla="*/ 44 h 289"/>
              <a:gd name="T86" fmla="*/ 215 w 353"/>
              <a:gd name="T87" fmla="*/ 108 h 289"/>
              <a:gd name="T88" fmla="*/ 213 w 353"/>
              <a:gd name="T89" fmla="*/ 132 h 289"/>
              <a:gd name="T90" fmla="*/ 235 w 353"/>
              <a:gd name="T91" fmla="*/ 234 h 289"/>
              <a:gd name="T92" fmla="*/ 280 w 353"/>
              <a:gd name="T93" fmla="*/ 273 h 2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353" h="289">
                <a:moveTo>
                  <a:pt x="38" y="216"/>
                </a:moveTo>
                <a:cubicBezTo>
                  <a:pt x="49" y="213"/>
                  <a:pt x="68" y="201"/>
                  <a:pt x="68" y="173"/>
                </a:cubicBezTo>
                <a:cubicBezTo>
                  <a:pt x="68" y="148"/>
                  <a:pt x="60" y="138"/>
                  <a:pt x="55" y="132"/>
                </a:cubicBezTo>
                <a:cubicBezTo>
                  <a:pt x="55" y="131"/>
                  <a:pt x="55" y="131"/>
                  <a:pt x="55" y="131"/>
                </a:cubicBezTo>
                <a:cubicBezTo>
                  <a:pt x="55" y="131"/>
                  <a:pt x="55" y="131"/>
                  <a:pt x="55" y="131"/>
                </a:cubicBezTo>
                <a:cubicBezTo>
                  <a:pt x="54" y="130"/>
                  <a:pt x="53" y="126"/>
                  <a:pt x="55" y="117"/>
                </a:cubicBezTo>
                <a:cubicBezTo>
                  <a:pt x="56" y="113"/>
                  <a:pt x="56" y="109"/>
                  <a:pt x="54" y="106"/>
                </a:cubicBezTo>
                <a:cubicBezTo>
                  <a:pt x="51" y="99"/>
                  <a:pt x="45" y="85"/>
                  <a:pt x="49" y="75"/>
                </a:cubicBezTo>
                <a:cubicBezTo>
                  <a:pt x="56" y="58"/>
                  <a:pt x="59" y="57"/>
                  <a:pt x="67" y="53"/>
                </a:cubicBezTo>
                <a:cubicBezTo>
                  <a:pt x="68" y="53"/>
                  <a:pt x="69" y="53"/>
                  <a:pt x="69" y="52"/>
                </a:cubicBezTo>
                <a:cubicBezTo>
                  <a:pt x="71" y="51"/>
                  <a:pt x="79" y="48"/>
                  <a:pt x="88" y="48"/>
                </a:cubicBezTo>
                <a:cubicBezTo>
                  <a:pt x="92" y="48"/>
                  <a:pt x="95" y="49"/>
                  <a:pt x="98" y="50"/>
                </a:cubicBezTo>
                <a:cubicBezTo>
                  <a:pt x="98" y="47"/>
                  <a:pt x="99" y="45"/>
                  <a:pt x="100" y="42"/>
                </a:cubicBezTo>
                <a:cubicBezTo>
                  <a:pt x="101" y="39"/>
                  <a:pt x="102" y="37"/>
                  <a:pt x="103" y="35"/>
                </a:cubicBezTo>
                <a:cubicBezTo>
                  <a:pt x="98" y="33"/>
                  <a:pt x="93" y="32"/>
                  <a:pt x="88" y="32"/>
                </a:cubicBezTo>
                <a:cubicBezTo>
                  <a:pt x="76" y="32"/>
                  <a:pt x="65" y="36"/>
                  <a:pt x="61" y="39"/>
                </a:cubicBezTo>
                <a:cubicBezTo>
                  <a:pt x="48" y="44"/>
                  <a:pt x="42" y="50"/>
                  <a:pt x="34" y="69"/>
                </a:cubicBezTo>
                <a:cubicBezTo>
                  <a:pt x="27" y="86"/>
                  <a:pt x="36" y="104"/>
                  <a:pt x="40" y="113"/>
                </a:cubicBezTo>
                <a:cubicBezTo>
                  <a:pt x="35" y="133"/>
                  <a:pt x="42" y="140"/>
                  <a:pt x="42" y="140"/>
                </a:cubicBezTo>
                <a:cubicBezTo>
                  <a:pt x="45" y="145"/>
                  <a:pt x="52" y="153"/>
                  <a:pt x="52" y="173"/>
                </a:cubicBezTo>
                <a:cubicBezTo>
                  <a:pt x="52" y="197"/>
                  <a:pt x="34" y="201"/>
                  <a:pt x="34" y="201"/>
                </a:cubicBezTo>
                <a:cubicBezTo>
                  <a:pt x="19" y="206"/>
                  <a:pt x="0" y="217"/>
                  <a:pt x="0" y="249"/>
                </a:cubicBezTo>
                <a:cubicBezTo>
                  <a:pt x="0" y="249"/>
                  <a:pt x="0" y="257"/>
                  <a:pt x="8" y="257"/>
                </a:cubicBezTo>
                <a:cubicBezTo>
                  <a:pt x="43" y="257"/>
                  <a:pt x="43" y="257"/>
                  <a:pt x="43" y="257"/>
                </a:cubicBezTo>
                <a:cubicBezTo>
                  <a:pt x="45" y="251"/>
                  <a:pt x="48" y="245"/>
                  <a:pt x="51" y="241"/>
                </a:cubicBezTo>
                <a:cubicBezTo>
                  <a:pt x="16" y="241"/>
                  <a:pt x="16" y="241"/>
                  <a:pt x="16" y="241"/>
                </a:cubicBezTo>
                <a:cubicBezTo>
                  <a:pt x="19" y="225"/>
                  <a:pt x="28" y="220"/>
                  <a:pt x="38" y="216"/>
                </a:cubicBezTo>
                <a:moveTo>
                  <a:pt x="319" y="201"/>
                </a:moveTo>
                <a:cubicBezTo>
                  <a:pt x="319" y="201"/>
                  <a:pt x="301" y="197"/>
                  <a:pt x="301" y="173"/>
                </a:cubicBezTo>
                <a:cubicBezTo>
                  <a:pt x="301" y="153"/>
                  <a:pt x="307" y="145"/>
                  <a:pt x="311" y="140"/>
                </a:cubicBezTo>
                <a:cubicBezTo>
                  <a:pt x="311" y="140"/>
                  <a:pt x="318" y="133"/>
                  <a:pt x="312" y="113"/>
                </a:cubicBezTo>
                <a:cubicBezTo>
                  <a:pt x="317" y="104"/>
                  <a:pt x="325" y="86"/>
                  <a:pt x="318" y="69"/>
                </a:cubicBezTo>
                <a:cubicBezTo>
                  <a:pt x="310" y="50"/>
                  <a:pt x="304" y="44"/>
                  <a:pt x="292" y="39"/>
                </a:cubicBezTo>
                <a:cubicBezTo>
                  <a:pt x="287" y="36"/>
                  <a:pt x="276" y="32"/>
                  <a:pt x="265" y="32"/>
                </a:cubicBezTo>
                <a:cubicBezTo>
                  <a:pt x="259" y="32"/>
                  <a:pt x="254" y="33"/>
                  <a:pt x="248" y="35"/>
                </a:cubicBezTo>
                <a:cubicBezTo>
                  <a:pt x="250" y="40"/>
                  <a:pt x="252" y="46"/>
                  <a:pt x="253" y="51"/>
                </a:cubicBezTo>
                <a:cubicBezTo>
                  <a:pt x="254" y="51"/>
                  <a:pt x="254" y="50"/>
                  <a:pt x="254" y="50"/>
                </a:cubicBezTo>
                <a:cubicBezTo>
                  <a:pt x="257" y="49"/>
                  <a:pt x="260" y="48"/>
                  <a:pt x="265" y="48"/>
                </a:cubicBezTo>
                <a:cubicBezTo>
                  <a:pt x="273" y="48"/>
                  <a:pt x="281" y="51"/>
                  <a:pt x="283" y="52"/>
                </a:cubicBezTo>
                <a:cubicBezTo>
                  <a:pt x="284" y="53"/>
                  <a:pt x="284" y="53"/>
                  <a:pt x="285" y="53"/>
                </a:cubicBezTo>
                <a:cubicBezTo>
                  <a:pt x="293" y="57"/>
                  <a:pt x="296" y="58"/>
                  <a:pt x="303" y="75"/>
                </a:cubicBezTo>
                <a:cubicBezTo>
                  <a:pt x="307" y="85"/>
                  <a:pt x="301" y="99"/>
                  <a:pt x="298" y="106"/>
                </a:cubicBezTo>
                <a:cubicBezTo>
                  <a:pt x="297" y="109"/>
                  <a:pt x="296" y="113"/>
                  <a:pt x="297" y="117"/>
                </a:cubicBezTo>
                <a:cubicBezTo>
                  <a:pt x="299" y="126"/>
                  <a:pt x="298" y="130"/>
                  <a:pt x="298" y="131"/>
                </a:cubicBezTo>
                <a:cubicBezTo>
                  <a:pt x="298" y="131"/>
                  <a:pt x="298" y="131"/>
                  <a:pt x="298" y="131"/>
                </a:cubicBezTo>
                <a:cubicBezTo>
                  <a:pt x="297" y="132"/>
                  <a:pt x="297" y="132"/>
                  <a:pt x="297" y="132"/>
                </a:cubicBezTo>
                <a:cubicBezTo>
                  <a:pt x="293" y="138"/>
                  <a:pt x="285" y="148"/>
                  <a:pt x="285" y="173"/>
                </a:cubicBezTo>
                <a:cubicBezTo>
                  <a:pt x="285" y="201"/>
                  <a:pt x="303" y="213"/>
                  <a:pt x="314" y="216"/>
                </a:cubicBezTo>
                <a:cubicBezTo>
                  <a:pt x="324" y="220"/>
                  <a:pt x="334" y="225"/>
                  <a:pt x="336" y="241"/>
                </a:cubicBezTo>
                <a:cubicBezTo>
                  <a:pt x="301" y="241"/>
                  <a:pt x="301" y="241"/>
                  <a:pt x="301" y="241"/>
                </a:cubicBezTo>
                <a:cubicBezTo>
                  <a:pt x="304" y="245"/>
                  <a:pt x="307" y="251"/>
                  <a:pt x="309" y="257"/>
                </a:cubicBezTo>
                <a:cubicBezTo>
                  <a:pt x="345" y="257"/>
                  <a:pt x="345" y="257"/>
                  <a:pt x="345" y="257"/>
                </a:cubicBezTo>
                <a:cubicBezTo>
                  <a:pt x="353" y="257"/>
                  <a:pt x="353" y="249"/>
                  <a:pt x="353" y="249"/>
                </a:cubicBezTo>
                <a:cubicBezTo>
                  <a:pt x="353" y="217"/>
                  <a:pt x="333" y="206"/>
                  <a:pt x="319" y="201"/>
                </a:cubicBezTo>
                <a:moveTo>
                  <a:pt x="240" y="218"/>
                </a:moveTo>
                <a:cubicBezTo>
                  <a:pt x="240" y="218"/>
                  <a:pt x="211" y="211"/>
                  <a:pt x="211" y="181"/>
                </a:cubicBezTo>
                <a:cubicBezTo>
                  <a:pt x="211" y="155"/>
                  <a:pt x="223" y="146"/>
                  <a:pt x="228" y="139"/>
                </a:cubicBezTo>
                <a:cubicBezTo>
                  <a:pt x="228" y="139"/>
                  <a:pt x="237" y="131"/>
                  <a:pt x="231" y="105"/>
                </a:cubicBezTo>
                <a:cubicBezTo>
                  <a:pt x="241" y="90"/>
                  <a:pt x="245" y="66"/>
                  <a:pt x="232" y="37"/>
                </a:cubicBezTo>
                <a:cubicBezTo>
                  <a:pt x="225" y="20"/>
                  <a:pt x="219" y="11"/>
                  <a:pt x="209" y="5"/>
                </a:cubicBezTo>
                <a:cubicBezTo>
                  <a:pt x="202" y="1"/>
                  <a:pt x="194" y="0"/>
                  <a:pt x="186" y="0"/>
                </a:cubicBezTo>
                <a:cubicBezTo>
                  <a:pt x="172" y="0"/>
                  <a:pt x="158" y="5"/>
                  <a:pt x="152" y="9"/>
                </a:cubicBezTo>
                <a:cubicBezTo>
                  <a:pt x="136" y="16"/>
                  <a:pt x="125" y="22"/>
                  <a:pt x="115" y="48"/>
                </a:cubicBezTo>
                <a:cubicBezTo>
                  <a:pt x="107" y="69"/>
                  <a:pt x="117" y="92"/>
                  <a:pt x="122" y="104"/>
                </a:cubicBezTo>
                <a:cubicBezTo>
                  <a:pt x="116" y="130"/>
                  <a:pt x="125" y="139"/>
                  <a:pt x="125" y="139"/>
                </a:cubicBezTo>
                <a:cubicBezTo>
                  <a:pt x="129" y="146"/>
                  <a:pt x="141" y="155"/>
                  <a:pt x="141" y="181"/>
                </a:cubicBezTo>
                <a:cubicBezTo>
                  <a:pt x="141" y="211"/>
                  <a:pt x="112" y="218"/>
                  <a:pt x="112" y="218"/>
                </a:cubicBezTo>
                <a:cubicBezTo>
                  <a:pt x="94" y="225"/>
                  <a:pt x="56" y="238"/>
                  <a:pt x="56" y="281"/>
                </a:cubicBezTo>
                <a:cubicBezTo>
                  <a:pt x="56" y="281"/>
                  <a:pt x="56" y="289"/>
                  <a:pt x="64" y="289"/>
                </a:cubicBezTo>
                <a:cubicBezTo>
                  <a:pt x="289" y="289"/>
                  <a:pt x="289" y="289"/>
                  <a:pt x="289" y="289"/>
                </a:cubicBezTo>
                <a:cubicBezTo>
                  <a:pt x="297" y="289"/>
                  <a:pt x="297" y="281"/>
                  <a:pt x="297" y="281"/>
                </a:cubicBezTo>
                <a:cubicBezTo>
                  <a:pt x="297" y="238"/>
                  <a:pt x="258" y="225"/>
                  <a:pt x="240" y="218"/>
                </a:cubicBezTo>
                <a:moveTo>
                  <a:pt x="72" y="273"/>
                </a:moveTo>
                <a:cubicBezTo>
                  <a:pt x="76" y="250"/>
                  <a:pt x="96" y="241"/>
                  <a:pt x="116" y="234"/>
                </a:cubicBezTo>
                <a:cubicBezTo>
                  <a:pt x="117" y="234"/>
                  <a:pt x="117" y="234"/>
                  <a:pt x="117" y="234"/>
                </a:cubicBezTo>
                <a:cubicBezTo>
                  <a:pt x="131" y="230"/>
                  <a:pt x="157" y="214"/>
                  <a:pt x="157" y="181"/>
                </a:cubicBezTo>
                <a:cubicBezTo>
                  <a:pt x="157" y="153"/>
                  <a:pt x="146" y="140"/>
                  <a:pt x="140" y="132"/>
                </a:cubicBezTo>
                <a:cubicBezTo>
                  <a:pt x="138" y="131"/>
                  <a:pt x="137" y="129"/>
                  <a:pt x="137" y="129"/>
                </a:cubicBezTo>
                <a:cubicBezTo>
                  <a:pt x="137" y="128"/>
                  <a:pt x="134" y="122"/>
                  <a:pt x="138" y="107"/>
                </a:cubicBezTo>
                <a:cubicBezTo>
                  <a:pt x="139" y="100"/>
                  <a:pt x="137" y="97"/>
                  <a:pt x="137" y="97"/>
                </a:cubicBezTo>
                <a:cubicBezTo>
                  <a:pt x="132" y="87"/>
                  <a:pt x="124" y="69"/>
                  <a:pt x="130" y="54"/>
                </a:cubicBezTo>
                <a:cubicBezTo>
                  <a:pt x="138" y="33"/>
                  <a:pt x="146" y="29"/>
                  <a:pt x="159" y="23"/>
                </a:cubicBezTo>
                <a:cubicBezTo>
                  <a:pt x="160" y="23"/>
                  <a:pt x="160" y="22"/>
                  <a:pt x="161" y="22"/>
                </a:cubicBezTo>
                <a:cubicBezTo>
                  <a:pt x="164" y="20"/>
                  <a:pt x="174" y="16"/>
                  <a:pt x="186" y="16"/>
                </a:cubicBezTo>
                <a:cubicBezTo>
                  <a:pt x="192" y="16"/>
                  <a:pt x="197" y="17"/>
                  <a:pt x="201" y="19"/>
                </a:cubicBezTo>
                <a:cubicBezTo>
                  <a:pt x="206" y="22"/>
                  <a:pt x="210" y="27"/>
                  <a:pt x="217" y="44"/>
                </a:cubicBezTo>
                <a:cubicBezTo>
                  <a:pt x="230" y="73"/>
                  <a:pt x="222" y="89"/>
                  <a:pt x="218" y="95"/>
                </a:cubicBezTo>
                <a:cubicBezTo>
                  <a:pt x="215" y="99"/>
                  <a:pt x="214" y="104"/>
                  <a:pt x="215" y="108"/>
                </a:cubicBezTo>
                <a:cubicBezTo>
                  <a:pt x="218" y="122"/>
                  <a:pt x="216" y="127"/>
                  <a:pt x="216" y="129"/>
                </a:cubicBezTo>
                <a:cubicBezTo>
                  <a:pt x="216" y="129"/>
                  <a:pt x="214" y="131"/>
                  <a:pt x="213" y="132"/>
                </a:cubicBezTo>
                <a:cubicBezTo>
                  <a:pt x="207" y="140"/>
                  <a:pt x="195" y="153"/>
                  <a:pt x="195" y="181"/>
                </a:cubicBezTo>
                <a:cubicBezTo>
                  <a:pt x="195" y="214"/>
                  <a:pt x="221" y="230"/>
                  <a:pt x="235" y="234"/>
                </a:cubicBezTo>
                <a:cubicBezTo>
                  <a:pt x="236" y="234"/>
                  <a:pt x="236" y="234"/>
                  <a:pt x="236" y="234"/>
                </a:cubicBezTo>
                <a:cubicBezTo>
                  <a:pt x="256" y="241"/>
                  <a:pt x="276" y="250"/>
                  <a:pt x="280" y="273"/>
                </a:cubicBezTo>
                <a:lnTo>
                  <a:pt x="72" y="273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11" name="Freeform 111"/>
          <p:cNvSpPr>
            <a:spLocks noEditPoints="1"/>
          </p:cNvSpPr>
          <p:nvPr/>
        </p:nvSpPr>
        <p:spPr bwMode="auto">
          <a:xfrm>
            <a:off x="4106334" y="5319184"/>
            <a:ext cx="582084" cy="575733"/>
          </a:xfrm>
          <a:custGeom>
            <a:avLst/>
            <a:gdLst>
              <a:gd name="T0" fmla="*/ 340 w 358"/>
              <a:gd name="T1" fmla="*/ 70 h 353"/>
              <a:gd name="T2" fmla="*/ 333 w 358"/>
              <a:gd name="T3" fmla="*/ 76 h 353"/>
              <a:gd name="T4" fmla="*/ 333 w 358"/>
              <a:gd name="T5" fmla="*/ 76 h 353"/>
              <a:gd name="T6" fmla="*/ 293 w 358"/>
              <a:gd name="T7" fmla="*/ 117 h 353"/>
              <a:gd name="T8" fmla="*/ 293 w 358"/>
              <a:gd name="T9" fmla="*/ 116 h 353"/>
              <a:gd name="T10" fmla="*/ 265 w 358"/>
              <a:gd name="T11" fmla="*/ 128 h 353"/>
              <a:gd name="T12" fmla="*/ 225 w 358"/>
              <a:gd name="T13" fmla="*/ 88 h 353"/>
              <a:gd name="T14" fmla="*/ 236 w 358"/>
              <a:gd name="T15" fmla="*/ 60 h 353"/>
              <a:gd name="T16" fmla="*/ 225 w 358"/>
              <a:gd name="T17" fmla="*/ 48 h 353"/>
              <a:gd name="T18" fmla="*/ 209 w 358"/>
              <a:gd name="T19" fmla="*/ 88 h 353"/>
              <a:gd name="T20" fmla="*/ 265 w 358"/>
              <a:gd name="T21" fmla="*/ 144 h 353"/>
              <a:gd name="T22" fmla="*/ 304 w 358"/>
              <a:gd name="T23" fmla="*/ 128 h 353"/>
              <a:gd name="T24" fmla="*/ 305 w 358"/>
              <a:gd name="T25" fmla="*/ 128 h 353"/>
              <a:gd name="T26" fmla="*/ 334 w 358"/>
              <a:gd name="T27" fmla="*/ 98 h 353"/>
              <a:gd name="T28" fmla="*/ 324 w 358"/>
              <a:gd name="T29" fmla="*/ 155 h 353"/>
              <a:gd name="T30" fmla="*/ 281 w 358"/>
              <a:gd name="T31" fmla="*/ 199 h 353"/>
              <a:gd name="T32" fmla="*/ 259 w 358"/>
              <a:gd name="T33" fmla="*/ 209 h 353"/>
              <a:gd name="T34" fmla="*/ 204 w 358"/>
              <a:gd name="T35" fmla="*/ 190 h 353"/>
              <a:gd name="T36" fmla="*/ 204 w 358"/>
              <a:gd name="T37" fmla="*/ 190 h 353"/>
              <a:gd name="T38" fmla="*/ 200 w 358"/>
              <a:gd name="T39" fmla="*/ 188 h 353"/>
              <a:gd name="T40" fmla="*/ 194 w 358"/>
              <a:gd name="T41" fmla="*/ 192 h 353"/>
              <a:gd name="T42" fmla="*/ 193 w 358"/>
              <a:gd name="T43" fmla="*/ 192 h 353"/>
              <a:gd name="T44" fmla="*/ 71 w 358"/>
              <a:gd name="T45" fmla="*/ 328 h 353"/>
              <a:gd name="T46" fmla="*/ 48 w 358"/>
              <a:gd name="T47" fmla="*/ 337 h 353"/>
              <a:gd name="T48" fmla="*/ 16 w 358"/>
              <a:gd name="T49" fmla="*/ 305 h 353"/>
              <a:gd name="T50" fmla="*/ 25 w 358"/>
              <a:gd name="T51" fmla="*/ 282 h 353"/>
              <a:gd name="T52" fmla="*/ 161 w 358"/>
              <a:gd name="T53" fmla="*/ 160 h 353"/>
              <a:gd name="T54" fmla="*/ 160 w 358"/>
              <a:gd name="T55" fmla="*/ 160 h 353"/>
              <a:gd name="T56" fmla="*/ 164 w 358"/>
              <a:gd name="T57" fmla="*/ 153 h 353"/>
              <a:gd name="T58" fmla="*/ 162 w 358"/>
              <a:gd name="T59" fmla="*/ 149 h 353"/>
              <a:gd name="T60" fmla="*/ 162 w 358"/>
              <a:gd name="T61" fmla="*/ 149 h 353"/>
              <a:gd name="T62" fmla="*/ 158 w 358"/>
              <a:gd name="T63" fmla="*/ 73 h 353"/>
              <a:gd name="T64" fmla="*/ 201 w 358"/>
              <a:gd name="T65" fmla="*/ 29 h 353"/>
              <a:gd name="T66" fmla="*/ 236 w 358"/>
              <a:gd name="T67" fmla="*/ 16 h 353"/>
              <a:gd name="T68" fmla="*/ 236 w 358"/>
              <a:gd name="T69" fmla="*/ 16 h 353"/>
              <a:gd name="T70" fmla="*/ 255 w 358"/>
              <a:gd name="T71" fmla="*/ 18 h 353"/>
              <a:gd name="T72" fmla="*/ 225 w 358"/>
              <a:gd name="T73" fmla="*/ 48 h 353"/>
              <a:gd name="T74" fmla="*/ 236 w 358"/>
              <a:gd name="T75" fmla="*/ 60 h 353"/>
              <a:gd name="T76" fmla="*/ 276 w 358"/>
              <a:gd name="T77" fmla="*/ 20 h 353"/>
              <a:gd name="T78" fmla="*/ 276 w 358"/>
              <a:gd name="T79" fmla="*/ 19 h 353"/>
              <a:gd name="T80" fmla="*/ 283 w 358"/>
              <a:gd name="T81" fmla="*/ 12 h 353"/>
              <a:gd name="T82" fmla="*/ 236 w 358"/>
              <a:gd name="T83" fmla="*/ 0 h 353"/>
              <a:gd name="T84" fmla="*/ 236 w 358"/>
              <a:gd name="T85" fmla="*/ 0 h 353"/>
              <a:gd name="T86" fmla="*/ 190 w 358"/>
              <a:gd name="T87" fmla="*/ 18 h 353"/>
              <a:gd name="T88" fmla="*/ 147 w 358"/>
              <a:gd name="T89" fmla="*/ 62 h 353"/>
              <a:gd name="T90" fmla="*/ 145 w 358"/>
              <a:gd name="T91" fmla="*/ 152 h 353"/>
              <a:gd name="T92" fmla="*/ 14 w 358"/>
              <a:gd name="T93" fmla="*/ 271 h 353"/>
              <a:gd name="T94" fmla="*/ 0 w 358"/>
              <a:gd name="T95" fmla="*/ 305 h 353"/>
              <a:gd name="T96" fmla="*/ 48 w 358"/>
              <a:gd name="T97" fmla="*/ 353 h 353"/>
              <a:gd name="T98" fmla="*/ 82 w 358"/>
              <a:gd name="T99" fmla="*/ 339 h 353"/>
              <a:gd name="T100" fmla="*/ 202 w 358"/>
              <a:gd name="T101" fmla="*/ 207 h 353"/>
              <a:gd name="T102" fmla="*/ 259 w 358"/>
              <a:gd name="T103" fmla="*/ 225 h 353"/>
              <a:gd name="T104" fmla="*/ 292 w 358"/>
              <a:gd name="T105" fmla="*/ 211 h 353"/>
              <a:gd name="T106" fmla="*/ 335 w 358"/>
              <a:gd name="T107" fmla="*/ 167 h 353"/>
              <a:gd name="T108" fmla="*/ 340 w 358"/>
              <a:gd name="T109" fmla="*/ 70 h 353"/>
              <a:gd name="T110" fmla="*/ 42 w 358"/>
              <a:gd name="T111" fmla="*/ 299 h 353"/>
              <a:gd name="T112" fmla="*/ 40 w 358"/>
              <a:gd name="T113" fmla="*/ 305 h 353"/>
              <a:gd name="T114" fmla="*/ 48 w 358"/>
              <a:gd name="T115" fmla="*/ 313 h 353"/>
              <a:gd name="T116" fmla="*/ 56 w 358"/>
              <a:gd name="T117" fmla="*/ 305 h 353"/>
              <a:gd name="T118" fmla="*/ 48 w 358"/>
              <a:gd name="T119" fmla="*/ 297 h 353"/>
              <a:gd name="T120" fmla="*/ 42 w 358"/>
              <a:gd name="T121" fmla="*/ 299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358" h="353">
                <a:moveTo>
                  <a:pt x="340" y="70"/>
                </a:moveTo>
                <a:cubicBezTo>
                  <a:pt x="333" y="76"/>
                  <a:pt x="333" y="76"/>
                  <a:pt x="333" y="76"/>
                </a:cubicBezTo>
                <a:cubicBezTo>
                  <a:pt x="333" y="76"/>
                  <a:pt x="333" y="76"/>
                  <a:pt x="333" y="76"/>
                </a:cubicBezTo>
                <a:cubicBezTo>
                  <a:pt x="293" y="117"/>
                  <a:pt x="293" y="117"/>
                  <a:pt x="293" y="117"/>
                </a:cubicBezTo>
                <a:cubicBezTo>
                  <a:pt x="293" y="116"/>
                  <a:pt x="293" y="116"/>
                  <a:pt x="293" y="116"/>
                </a:cubicBezTo>
                <a:cubicBezTo>
                  <a:pt x="286" y="124"/>
                  <a:pt x="276" y="128"/>
                  <a:pt x="265" y="128"/>
                </a:cubicBezTo>
                <a:cubicBezTo>
                  <a:pt x="243" y="128"/>
                  <a:pt x="225" y="110"/>
                  <a:pt x="225" y="88"/>
                </a:cubicBezTo>
                <a:cubicBezTo>
                  <a:pt x="225" y="77"/>
                  <a:pt x="229" y="67"/>
                  <a:pt x="236" y="60"/>
                </a:cubicBezTo>
                <a:cubicBezTo>
                  <a:pt x="225" y="48"/>
                  <a:pt x="225" y="48"/>
                  <a:pt x="225" y="48"/>
                </a:cubicBezTo>
                <a:cubicBezTo>
                  <a:pt x="215" y="59"/>
                  <a:pt x="209" y="73"/>
                  <a:pt x="209" y="88"/>
                </a:cubicBezTo>
                <a:cubicBezTo>
                  <a:pt x="209" y="119"/>
                  <a:pt x="234" y="144"/>
                  <a:pt x="265" y="144"/>
                </a:cubicBezTo>
                <a:cubicBezTo>
                  <a:pt x="280" y="144"/>
                  <a:pt x="294" y="138"/>
                  <a:pt x="304" y="128"/>
                </a:cubicBezTo>
                <a:cubicBezTo>
                  <a:pt x="305" y="128"/>
                  <a:pt x="305" y="128"/>
                  <a:pt x="305" y="128"/>
                </a:cubicBezTo>
                <a:cubicBezTo>
                  <a:pt x="334" y="98"/>
                  <a:pt x="334" y="98"/>
                  <a:pt x="334" y="98"/>
                </a:cubicBezTo>
                <a:cubicBezTo>
                  <a:pt x="340" y="120"/>
                  <a:pt x="338" y="142"/>
                  <a:pt x="324" y="155"/>
                </a:cubicBezTo>
                <a:cubicBezTo>
                  <a:pt x="281" y="199"/>
                  <a:pt x="281" y="199"/>
                  <a:pt x="281" y="199"/>
                </a:cubicBezTo>
                <a:cubicBezTo>
                  <a:pt x="276" y="205"/>
                  <a:pt x="267" y="209"/>
                  <a:pt x="259" y="209"/>
                </a:cubicBezTo>
                <a:cubicBezTo>
                  <a:pt x="259" y="208"/>
                  <a:pt x="231" y="207"/>
                  <a:pt x="204" y="190"/>
                </a:cubicBezTo>
                <a:cubicBezTo>
                  <a:pt x="204" y="190"/>
                  <a:pt x="204" y="190"/>
                  <a:pt x="204" y="190"/>
                </a:cubicBezTo>
                <a:cubicBezTo>
                  <a:pt x="203" y="189"/>
                  <a:pt x="202" y="188"/>
                  <a:pt x="200" y="188"/>
                </a:cubicBezTo>
                <a:cubicBezTo>
                  <a:pt x="197" y="188"/>
                  <a:pt x="195" y="190"/>
                  <a:pt x="194" y="192"/>
                </a:cubicBezTo>
                <a:cubicBezTo>
                  <a:pt x="193" y="192"/>
                  <a:pt x="193" y="192"/>
                  <a:pt x="193" y="192"/>
                </a:cubicBezTo>
                <a:cubicBezTo>
                  <a:pt x="71" y="328"/>
                  <a:pt x="71" y="328"/>
                  <a:pt x="71" y="328"/>
                </a:cubicBezTo>
                <a:cubicBezTo>
                  <a:pt x="65" y="333"/>
                  <a:pt x="57" y="337"/>
                  <a:pt x="48" y="337"/>
                </a:cubicBezTo>
                <a:cubicBezTo>
                  <a:pt x="30" y="337"/>
                  <a:pt x="16" y="323"/>
                  <a:pt x="16" y="305"/>
                </a:cubicBezTo>
                <a:cubicBezTo>
                  <a:pt x="16" y="296"/>
                  <a:pt x="20" y="288"/>
                  <a:pt x="25" y="282"/>
                </a:cubicBezTo>
                <a:cubicBezTo>
                  <a:pt x="161" y="160"/>
                  <a:pt x="161" y="160"/>
                  <a:pt x="161" y="160"/>
                </a:cubicBezTo>
                <a:cubicBezTo>
                  <a:pt x="160" y="160"/>
                  <a:pt x="160" y="160"/>
                  <a:pt x="160" y="160"/>
                </a:cubicBezTo>
                <a:cubicBezTo>
                  <a:pt x="163" y="158"/>
                  <a:pt x="164" y="156"/>
                  <a:pt x="164" y="153"/>
                </a:cubicBezTo>
                <a:cubicBezTo>
                  <a:pt x="164" y="152"/>
                  <a:pt x="163" y="150"/>
                  <a:pt x="162" y="149"/>
                </a:cubicBezTo>
                <a:cubicBezTo>
                  <a:pt x="162" y="149"/>
                  <a:pt x="162" y="149"/>
                  <a:pt x="162" y="149"/>
                </a:cubicBezTo>
                <a:cubicBezTo>
                  <a:pt x="139" y="118"/>
                  <a:pt x="138" y="95"/>
                  <a:pt x="158" y="73"/>
                </a:cubicBezTo>
                <a:cubicBezTo>
                  <a:pt x="201" y="29"/>
                  <a:pt x="201" y="29"/>
                  <a:pt x="201" y="29"/>
                </a:cubicBezTo>
                <a:cubicBezTo>
                  <a:pt x="212" y="18"/>
                  <a:pt x="226" y="16"/>
                  <a:pt x="236" y="16"/>
                </a:cubicBezTo>
                <a:cubicBezTo>
                  <a:pt x="236" y="16"/>
                  <a:pt x="236" y="16"/>
                  <a:pt x="236" y="16"/>
                </a:cubicBezTo>
                <a:cubicBezTo>
                  <a:pt x="242" y="16"/>
                  <a:pt x="249" y="17"/>
                  <a:pt x="255" y="18"/>
                </a:cubicBezTo>
                <a:cubicBezTo>
                  <a:pt x="225" y="48"/>
                  <a:pt x="225" y="48"/>
                  <a:pt x="225" y="48"/>
                </a:cubicBezTo>
                <a:cubicBezTo>
                  <a:pt x="236" y="60"/>
                  <a:pt x="236" y="60"/>
                  <a:pt x="236" y="60"/>
                </a:cubicBezTo>
                <a:cubicBezTo>
                  <a:pt x="276" y="20"/>
                  <a:pt x="276" y="20"/>
                  <a:pt x="276" y="20"/>
                </a:cubicBezTo>
                <a:cubicBezTo>
                  <a:pt x="276" y="19"/>
                  <a:pt x="276" y="19"/>
                  <a:pt x="276" y="19"/>
                </a:cubicBezTo>
                <a:cubicBezTo>
                  <a:pt x="283" y="12"/>
                  <a:pt x="283" y="12"/>
                  <a:pt x="283" y="12"/>
                </a:cubicBezTo>
                <a:cubicBezTo>
                  <a:pt x="268" y="4"/>
                  <a:pt x="252" y="0"/>
                  <a:pt x="236" y="0"/>
                </a:cubicBezTo>
                <a:cubicBezTo>
                  <a:pt x="236" y="0"/>
                  <a:pt x="236" y="0"/>
                  <a:pt x="236" y="0"/>
                </a:cubicBezTo>
                <a:cubicBezTo>
                  <a:pt x="218" y="0"/>
                  <a:pt x="202" y="6"/>
                  <a:pt x="190" y="18"/>
                </a:cubicBezTo>
                <a:cubicBezTo>
                  <a:pt x="147" y="62"/>
                  <a:pt x="147" y="62"/>
                  <a:pt x="147" y="62"/>
                </a:cubicBezTo>
                <a:cubicBezTo>
                  <a:pt x="119" y="92"/>
                  <a:pt x="126" y="124"/>
                  <a:pt x="145" y="152"/>
                </a:cubicBezTo>
                <a:cubicBezTo>
                  <a:pt x="14" y="271"/>
                  <a:pt x="14" y="271"/>
                  <a:pt x="14" y="271"/>
                </a:cubicBezTo>
                <a:cubicBezTo>
                  <a:pt x="5" y="279"/>
                  <a:pt x="0" y="292"/>
                  <a:pt x="0" y="305"/>
                </a:cubicBezTo>
                <a:cubicBezTo>
                  <a:pt x="0" y="331"/>
                  <a:pt x="21" y="353"/>
                  <a:pt x="48" y="353"/>
                </a:cubicBezTo>
                <a:cubicBezTo>
                  <a:pt x="61" y="353"/>
                  <a:pt x="73" y="348"/>
                  <a:pt x="82" y="339"/>
                </a:cubicBezTo>
                <a:cubicBezTo>
                  <a:pt x="202" y="207"/>
                  <a:pt x="202" y="207"/>
                  <a:pt x="202" y="207"/>
                </a:cubicBezTo>
                <a:cubicBezTo>
                  <a:pt x="229" y="222"/>
                  <a:pt x="255" y="225"/>
                  <a:pt x="259" y="225"/>
                </a:cubicBezTo>
                <a:cubicBezTo>
                  <a:pt x="271" y="225"/>
                  <a:pt x="283" y="220"/>
                  <a:pt x="292" y="211"/>
                </a:cubicBezTo>
                <a:cubicBezTo>
                  <a:pt x="335" y="167"/>
                  <a:pt x="335" y="167"/>
                  <a:pt x="335" y="167"/>
                </a:cubicBezTo>
                <a:cubicBezTo>
                  <a:pt x="358" y="144"/>
                  <a:pt x="358" y="105"/>
                  <a:pt x="340" y="70"/>
                </a:cubicBezTo>
                <a:moveTo>
                  <a:pt x="42" y="299"/>
                </a:moveTo>
                <a:cubicBezTo>
                  <a:pt x="41" y="301"/>
                  <a:pt x="40" y="303"/>
                  <a:pt x="40" y="305"/>
                </a:cubicBezTo>
                <a:cubicBezTo>
                  <a:pt x="40" y="309"/>
                  <a:pt x="44" y="313"/>
                  <a:pt x="48" y="313"/>
                </a:cubicBezTo>
                <a:cubicBezTo>
                  <a:pt x="52" y="313"/>
                  <a:pt x="56" y="309"/>
                  <a:pt x="56" y="305"/>
                </a:cubicBezTo>
                <a:cubicBezTo>
                  <a:pt x="56" y="300"/>
                  <a:pt x="52" y="297"/>
                  <a:pt x="48" y="297"/>
                </a:cubicBezTo>
                <a:cubicBezTo>
                  <a:pt x="46" y="297"/>
                  <a:pt x="44" y="298"/>
                  <a:pt x="42" y="299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12" name="Freeform 112"/>
          <p:cNvSpPr>
            <a:spLocks noEditPoints="1"/>
          </p:cNvSpPr>
          <p:nvPr/>
        </p:nvSpPr>
        <p:spPr bwMode="auto">
          <a:xfrm>
            <a:off x="5204884" y="5317067"/>
            <a:ext cx="575733" cy="577851"/>
          </a:xfrm>
          <a:custGeom>
            <a:avLst/>
            <a:gdLst>
              <a:gd name="T0" fmla="*/ 321 w 353"/>
              <a:gd name="T1" fmla="*/ 7 h 354"/>
              <a:gd name="T2" fmla="*/ 317 w 353"/>
              <a:gd name="T3" fmla="*/ 1 h 354"/>
              <a:gd name="T4" fmla="*/ 310 w 353"/>
              <a:gd name="T5" fmla="*/ 2 h 354"/>
              <a:gd name="T6" fmla="*/ 177 w 353"/>
              <a:gd name="T7" fmla="*/ 33 h 354"/>
              <a:gd name="T8" fmla="*/ 44 w 353"/>
              <a:gd name="T9" fmla="*/ 2 h 354"/>
              <a:gd name="T10" fmla="*/ 37 w 353"/>
              <a:gd name="T11" fmla="*/ 1 h 354"/>
              <a:gd name="T12" fmla="*/ 33 w 353"/>
              <a:gd name="T13" fmla="*/ 7 h 354"/>
              <a:gd name="T14" fmla="*/ 0 w 353"/>
              <a:gd name="T15" fmla="*/ 201 h 354"/>
              <a:gd name="T16" fmla="*/ 175 w 353"/>
              <a:gd name="T17" fmla="*/ 354 h 354"/>
              <a:gd name="T18" fmla="*/ 177 w 353"/>
              <a:gd name="T19" fmla="*/ 354 h 354"/>
              <a:gd name="T20" fmla="*/ 178 w 353"/>
              <a:gd name="T21" fmla="*/ 354 h 354"/>
              <a:gd name="T22" fmla="*/ 353 w 353"/>
              <a:gd name="T23" fmla="*/ 201 h 354"/>
              <a:gd name="T24" fmla="*/ 321 w 353"/>
              <a:gd name="T25" fmla="*/ 7 h 354"/>
              <a:gd name="T26" fmla="*/ 177 w 353"/>
              <a:gd name="T27" fmla="*/ 338 h 354"/>
              <a:gd name="T28" fmla="*/ 16 w 353"/>
              <a:gd name="T29" fmla="*/ 201 h 354"/>
              <a:gd name="T30" fmla="*/ 46 w 353"/>
              <a:gd name="T31" fmla="*/ 20 h 354"/>
              <a:gd name="T32" fmla="*/ 177 w 353"/>
              <a:gd name="T33" fmla="*/ 49 h 354"/>
              <a:gd name="T34" fmla="*/ 308 w 353"/>
              <a:gd name="T35" fmla="*/ 20 h 354"/>
              <a:gd name="T36" fmla="*/ 337 w 353"/>
              <a:gd name="T37" fmla="*/ 201 h 354"/>
              <a:gd name="T38" fmla="*/ 177 w 353"/>
              <a:gd name="T39" fmla="*/ 338 h 354"/>
              <a:gd name="T40" fmla="*/ 204 w 353"/>
              <a:gd name="T41" fmla="*/ 145 h 354"/>
              <a:gd name="T42" fmla="*/ 177 w 353"/>
              <a:gd name="T43" fmla="*/ 73 h 354"/>
              <a:gd name="T44" fmla="*/ 149 w 353"/>
              <a:gd name="T45" fmla="*/ 145 h 354"/>
              <a:gd name="T46" fmla="*/ 76 w 353"/>
              <a:gd name="T47" fmla="*/ 145 h 354"/>
              <a:gd name="T48" fmla="*/ 136 w 353"/>
              <a:gd name="T49" fmla="*/ 191 h 354"/>
              <a:gd name="T50" fmla="*/ 108 w 353"/>
              <a:gd name="T51" fmla="*/ 273 h 354"/>
              <a:gd name="T52" fmla="*/ 177 w 353"/>
              <a:gd name="T53" fmla="*/ 223 h 354"/>
              <a:gd name="T54" fmla="*/ 245 w 353"/>
              <a:gd name="T55" fmla="*/ 273 h 354"/>
              <a:gd name="T56" fmla="*/ 218 w 353"/>
              <a:gd name="T57" fmla="*/ 191 h 354"/>
              <a:gd name="T58" fmla="*/ 277 w 353"/>
              <a:gd name="T59" fmla="*/ 145 h 354"/>
              <a:gd name="T60" fmla="*/ 204 w 353"/>
              <a:gd name="T61" fmla="*/ 145 h 354"/>
              <a:gd name="T62" fmla="*/ 202 w 353"/>
              <a:gd name="T63" fmla="*/ 196 h 354"/>
              <a:gd name="T64" fmla="*/ 214 w 353"/>
              <a:gd name="T65" fmla="*/ 230 h 354"/>
              <a:gd name="T66" fmla="*/ 186 w 353"/>
              <a:gd name="T67" fmla="*/ 210 h 354"/>
              <a:gd name="T68" fmla="*/ 177 w 353"/>
              <a:gd name="T69" fmla="*/ 203 h 354"/>
              <a:gd name="T70" fmla="*/ 167 w 353"/>
              <a:gd name="T71" fmla="*/ 210 h 354"/>
              <a:gd name="T72" fmla="*/ 139 w 353"/>
              <a:gd name="T73" fmla="*/ 230 h 354"/>
              <a:gd name="T74" fmla="*/ 151 w 353"/>
              <a:gd name="T75" fmla="*/ 196 h 354"/>
              <a:gd name="T76" fmla="*/ 154 w 353"/>
              <a:gd name="T77" fmla="*/ 185 h 354"/>
              <a:gd name="T78" fmla="*/ 145 w 353"/>
              <a:gd name="T79" fmla="*/ 178 h 354"/>
              <a:gd name="T80" fmla="*/ 123 w 353"/>
              <a:gd name="T81" fmla="*/ 161 h 354"/>
              <a:gd name="T82" fmla="*/ 160 w 353"/>
              <a:gd name="T83" fmla="*/ 161 h 354"/>
              <a:gd name="T84" fmla="*/ 164 w 353"/>
              <a:gd name="T85" fmla="*/ 151 h 354"/>
              <a:gd name="T86" fmla="*/ 177 w 353"/>
              <a:gd name="T87" fmla="*/ 118 h 354"/>
              <a:gd name="T88" fmla="*/ 189 w 353"/>
              <a:gd name="T89" fmla="*/ 151 h 354"/>
              <a:gd name="T90" fmla="*/ 193 w 353"/>
              <a:gd name="T91" fmla="*/ 161 h 354"/>
              <a:gd name="T92" fmla="*/ 230 w 353"/>
              <a:gd name="T93" fmla="*/ 161 h 354"/>
              <a:gd name="T94" fmla="*/ 208 w 353"/>
              <a:gd name="T95" fmla="*/ 178 h 354"/>
              <a:gd name="T96" fmla="*/ 199 w 353"/>
              <a:gd name="T97" fmla="*/ 185 h 354"/>
              <a:gd name="T98" fmla="*/ 202 w 353"/>
              <a:gd name="T99" fmla="*/ 196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353" h="354">
                <a:moveTo>
                  <a:pt x="321" y="7"/>
                </a:moveTo>
                <a:cubicBezTo>
                  <a:pt x="320" y="4"/>
                  <a:pt x="319" y="2"/>
                  <a:pt x="317" y="1"/>
                </a:cubicBezTo>
                <a:cubicBezTo>
                  <a:pt x="314" y="0"/>
                  <a:pt x="312" y="1"/>
                  <a:pt x="310" y="2"/>
                </a:cubicBezTo>
                <a:cubicBezTo>
                  <a:pt x="309" y="2"/>
                  <a:pt x="246" y="33"/>
                  <a:pt x="177" y="33"/>
                </a:cubicBezTo>
                <a:cubicBezTo>
                  <a:pt x="107" y="33"/>
                  <a:pt x="45" y="2"/>
                  <a:pt x="44" y="2"/>
                </a:cubicBezTo>
                <a:cubicBezTo>
                  <a:pt x="42" y="1"/>
                  <a:pt x="39" y="0"/>
                  <a:pt x="37" y="1"/>
                </a:cubicBezTo>
                <a:cubicBezTo>
                  <a:pt x="35" y="2"/>
                  <a:pt x="33" y="4"/>
                  <a:pt x="33" y="7"/>
                </a:cubicBezTo>
                <a:cubicBezTo>
                  <a:pt x="32" y="8"/>
                  <a:pt x="0" y="105"/>
                  <a:pt x="0" y="201"/>
                </a:cubicBezTo>
                <a:cubicBezTo>
                  <a:pt x="0" y="303"/>
                  <a:pt x="168" y="352"/>
                  <a:pt x="175" y="354"/>
                </a:cubicBezTo>
                <a:cubicBezTo>
                  <a:pt x="176" y="354"/>
                  <a:pt x="176" y="354"/>
                  <a:pt x="177" y="354"/>
                </a:cubicBezTo>
                <a:cubicBezTo>
                  <a:pt x="177" y="354"/>
                  <a:pt x="178" y="354"/>
                  <a:pt x="178" y="354"/>
                </a:cubicBezTo>
                <a:cubicBezTo>
                  <a:pt x="185" y="352"/>
                  <a:pt x="353" y="303"/>
                  <a:pt x="353" y="201"/>
                </a:cubicBezTo>
                <a:cubicBezTo>
                  <a:pt x="353" y="105"/>
                  <a:pt x="321" y="8"/>
                  <a:pt x="321" y="7"/>
                </a:cubicBezTo>
                <a:moveTo>
                  <a:pt x="177" y="338"/>
                </a:moveTo>
                <a:cubicBezTo>
                  <a:pt x="160" y="334"/>
                  <a:pt x="16" y="285"/>
                  <a:pt x="16" y="201"/>
                </a:cubicBezTo>
                <a:cubicBezTo>
                  <a:pt x="16" y="123"/>
                  <a:pt x="38" y="49"/>
                  <a:pt x="46" y="20"/>
                </a:cubicBezTo>
                <a:cubicBezTo>
                  <a:pt x="66" y="29"/>
                  <a:pt x="118" y="49"/>
                  <a:pt x="177" y="49"/>
                </a:cubicBezTo>
                <a:cubicBezTo>
                  <a:pt x="235" y="49"/>
                  <a:pt x="288" y="29"/>
                  <a:pt x="308" y="20"/>
                </a:cubicBezTo>
                <a:cubicBezTo>
                  <a:pt x="315" y="49"/>
                  <a:pt x="337" y="123"/>
                  <a:pt x="337" y="201"/>
                </a:cubicBezTo>
                <a:cubicBezTo>
                  <a:pt x="337" y="285"/>
                  <a:pt x="193" y="334"/>
                  <a:pt x="177" y="338"/>
                </a:cubicBezTo>
                <a:moveTo>
                  <a:pt x="204" y="145"/>
                </a:moveTo>
                <a:cubicBezTo>
                  <a:pt x="177" y="73"/>
                  <a:pt x="177" y="73"/>
                  <a:pt x="177" y="73"/>
                </a:cubicBezTo>
                <a:cubicBezTo>
                  <a:pt x="149" y="145"/>
                  <a:pt x="149" y="145"/>
                  <a:pt x="149" y="145"/>
                </a:cubicBezTo>
                <a:cubicBezTo>
                  <a:pt x="76" y="145"/>
                  <a:pt x="76" y="145"/>
                  <a:pt x="76" y="145"/>
                </a:cubicBezTo>
                <a:cubicBezTo>
                  <a:pt x="136" y="191"/>
                  <a:pt x="136" y="191"/>
                  <a:pt x="136" y="191"/>
                </a:cubicBezTo>
                <a:cubicBezTo>
                  <a:pt x="108" y="273"/>
                  <a:pt x="108" y="273"/>
                  <a:pt x="108" y="273"/>
                </a:cubicBezTo>
                <a:cubicBezTo>
                  <a:pt x="177" y="223"/>
                  <a:pt x="177" y="223"/>
                  <a:pt x="177" y="223"/>
                </a:cubicBezTo>
                <a:cubicBezTo>
                  <a:pt x="245" y="273"/>
                  <a:pt x="245" y="273"/>
                  <a:pt x="245" y="273"/>
                </a:cubicBezTo>
                <a:cubicBezTo>
                  <a:pt x="218" y="191"/>
                  <a:pt x="218" y="191"/>
                  <a:pt x="218" y="191"/>
                </a:cubicBezTo>
                <a:cubicBezTo>
                  <a:pt x="277" y="145"/>
                  <a:pt x="277" y="145"/>
                  <a:pt x="277" y="145"/>
                </a:cubicBezTo>
                <a:lnTo>
                  <a:pt x="204" y="145"/>
                </a:lnTo>
                <a:close/>
                <a:moveTo>
                  <a:pt x="202" y="196"/>
                </a:moveTo>
                <a:cubicBezTo>
                  <a:pt x="214" y="230"/>
                  <a:pt x="214" y="230"/>
                  <a:pt x="214" y="230"/>
                </a:cubicBezTo>
                <a:cubicBezTo>
                  <a:pt x="186" y="210"/>
                  <a:pt x="186" y="210"/>
                  <a:pt x="186" y="210"/>
                </a:cubicBezTo>
                <a:cubicBezTo>
                  <a:pt x="177" y="203"/>
                  <a:pt x="177" y="203"/>
                  <a:pt x="177" y="203"/>
                </a:cubicBezTo>
                <a:cubicBezTo>
                  <a:pt x="167" y="210"/>
                  <a:pt x="167" y="210"/>
                  <a:pt x="167" y="210"/>
                </a:cubicBezTo>
                <a:cubicBezTo>
                  <a:pt x="139" y="230"/>
                  <a:pt x="139" y="230"/>
                  <a:pt x="139" y="230"/>
                </a:cubicBezTo>
                <a:cubicBezTo>
                  <a:pt x="151" y="196"/>
                  <a:pt x="151" y="196"/>
                  <a:pt x="151" y="196"/>
                </a:cubicBezTo>
                <a:cubicBezTo>
                  <a:pt x="154" y="185"/>
                  <a:pt x="154" y="185"/>
                  <a:pt x="154" y="185"/>
                </a:cubicBezTo>
                <a:cubicBezTo>
                  <a:pt x="145" y="178"/>
                  <a:pt x="145" y="178"/>
                  <a:pt x="145" y="178"/>
                </a:cubicBezTo>
                <a:cubicBezTo>
                  <a:pt x="123" y="161"/>
                  <a:pt x="123" y="161"/>
                  <a:pt x="123" y="161"/>
                </a:cubicBezTo>
                <a:cubicBezTo>
                  <a:pt x="160" y="161"/>
                  <a:pt x="160" y="161"/>
                  <a:pt x="160" y="161"/>
                </a:cubicBezTo>
                <a:cubicBezTo>
                  <a:pt x="164" y="151"/>
                  <a:pt x="164" y="151"/>
                  <a:pt x="164" y="151"/>
                </a:cubicBezTo>
                <a:cubicBezTo>
                  <a:pt x="177" y="118"/>
                  <a:pt x="177" y="118"/>
                  <a:pt x="177" y="118"/>
                </a:cubicBezTo>
                <a:cubicBezTo>
                  <a:pt x="189" y="151"/>
                  <a:pt x="189" y="151"/>
                  <a:pt x="189" y="151"/>
                </a:cubicBezTo>
                <a:cubicBezTo>
                  <a:pt x="193" y="161"/>
                  <a:pt x="193" y="161"/>
                  <a:pt x="193" y="161"/>
                </a:cubicBezTo>
                <a:cubicBezTo>
                  <a:pt x="230" y="161"/>
                  <a:pt x="230" y="161"/>
                  <a:pt x="230" y="161"/>
                </a:cubicBezTo>
                <a:cubicBezTo>
                  <a:pt x="208" y="178"/>
                  <a:pt x="208" y="178"/>
                  <a:pt x="208" y="178"/>
                </a:cubicBezTo>
                <a:cubicBezTo>
                  <a:pt x="199" y="185"/>
                  <a:pt x="199" y="185"/>
                  <a:pt x="199" y="185"/>
                </a:cubicBezTo>
                <a:lnTo>
                  <a:pt x="202" y="196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13" name="Freeform 113"/>
          <p:cNvSpPr>
            <a:spLocks noEditPoints="1"/>
          </p:cNvSpPr>
          <p:nvPr/>
        </p:nvSpPr>
        <p:spPr bwMode="auto">
          <a:xfrm>
            <a:off x="6305551" y="5334000"/>
            <a:ext cx="575733" cy="533400"/>
          </a:xfrm>
          <a:custGeom>
            <a:avLst/>
            <a:gdLst>
              <a:gd name="T0" fmla="*/ 275 w 353"/>
              <a:gd name="T1" fmla="*/ 71 h 328"/>
              <a:gd name="T2" fmla="*/ 202 w 353"/>
              <a:gd name="T3" fmla="*/ 15 h 328"/>
              <a:gd name="T4" fmla="*/ 178 w 353"/>
              <a:gd name="T5" fmla="*/ 39 h 328"/>
              <a:gd name="T6" fmla="*/ 176 w 353"/>
              <a:gd name="T7" fmla="*/ 38 h 328"/>
              <a:gd name="T8" fmla="*/ 174 w 353"/>
              <a:gd name="T9" fmla="*/ 39 h 328"/>
              <a:gd name="T10" fmla="*/ 150 w 353"/>
              <a:gd name="T11" fmla="*/ 15 h 328"/>
              <a:gd name="T12" fmla="*/ 77 w 353"/>
              <a:gd name="T13" fmla="*/ 71 h 328"/>
              <a:gd name="T14" fmla="*/ 0 w 353"/>
              <a:gd name="T15" fmla="*/ 87 h 328"/>
              <a:gd name="T16" fmla="*/ 16 w 353"/>
              <a:gd name="T17" fmla="*/ 135 h 328"/>
              <a:gd name="T18" fmla="*/ 32 w 353"/>
              <a:gd name="T19" fmla="*/ 328 h 328"/>
              <a:gd name="T20" fmla="*/ 337 w 353"/>
              <a:gd name="T21" fmla="*/ 312 h 328"/>
              <a:gd name="T22" fmla="*/ 353 w 353"/>
              <a:gd name="T23" fmla="*/ 119 h 328"/>
              <a:gd name="T24" fmla="*/ 337 w 353"/>
              <a:gd name="T25" fmla="*/ 71 h 328"/>
              <a:gd name="T26" fmla="*/ 142 w 353"/>
              <a:gd name="T27" fmla="*/ 29 h 328"/>
              <a:gd name="T28" fmla="*/ 159 w 353"/>
              <a:gd name="T29" fmla="*/ 71 h 328"/>
              <a:gd name="T30" fmla="*/ 91 w 353"/>
              <a:gd name="T31" fmla="*/ 37 h 328"/>
              <a:gd name="T32" fmla="*/ 16 w 353"/>
              <a:gd name="T33" fmla="*/ 87 h 328"/>
              <a:gd name="T34" fmla="*/ 130 w 353"/>
              <a:gd name="T35" fmla="*/ 119 h 328"/>
              <a:gd name="T36" fmla="*/ 168 w 353"/>
              <a:gd name="T37" fmla="*/ 312 h 328"/>
              <a:gd name="T38" fmla="*/ 32 w 353"/>
              <a:gd name="T39" fmla="*/ 232 h 328"/>
              <a:gd name="T40" fmla="*/ 168 w 353"/>
              <a:gd name="T41" fmla="*/ 312 h 328"/>
              <a:gd name="T42" fmla="*/ 32 w 353"/>
              <a:gd name="T43" fmla="*/ 216 h 328"/>
              <a:gd name="T44" fmla="*/ 117 w 353"/>
              <a:gd name="T45" fmla="*/ 135 h 328"/>
              <a:gd name="T46" fmla="*/ 98 w 353"/>
              <a:gd name="T47" fmla="*/ 165 h 328"/>
              <a:gd name="T48" fmla="*/ 109 w 353"/>
              <a:gd name="T49" fmla="*/ 166 h 328"/>
              <a:gd name="T50" fmla="*/ 168 w 353"/>
              <a:gd name="T51" fmla="*/ 135 h 328"/>
              <a:gd name="T52" fmla="*/ 168 w 353"/>
              <a:gd name="T53" fmla="*/ 119 h 328"/>
              <a:gd name="T54" fmla="*/ 168 w 353"/>
              <a:gd name="T55" fmla="*/ 89 h 328"/>
              <a:gd name="T56" fmla="*/ 210 w 353"/>
              <a:gd name="T57" fmla="*/ 29 h 328"/>
              <a:gd name="T58" fmla="*/ 257 w 353"/>
              <a:gd name="T59" fmla="*/ 71 h 328"/>
              <a:gd name="T60" fmla="*/ 188 w 353"/>
              <a:gd name="T61" fmla="*/ 59 h 328"/>
              <a:gd name="T62" fmla="*/ 184 w 353"/>
              <a:gd name="T63" fmla="*/ 90 h 328"/>
              <a:gd name="T64" fmla="*/ 184 w 353"/>
              <a:gd name="T65" fmla="*/ 119 h 328"/>
              <a:gd name="T66" fmla="*/ 321 w 353"/>
              <a:gd name="T67" fmla="*/ 312 h 328"/>
              <a:gd name="T68" fmla="*/ 184 w 353"/>
              <a:gd name="T69" fmla="*/ 232 h 328"/>
              <a:gd name="T70" fmla="*/ 321 w 353"/>
              <a:gd name="T71" fmla="*/ 312 h 328"/>
              <a:gd name="T72" fmla="*/ 184 w 353"/>
              <a:gd name="T73" fmla="*/ 216 h 328"/>
              <a:gd name="T74" fmla="*/ 214 w 353"/>
              <a:gd name="T75" fmla="*/ 135 h 328"/>
              <a:gd name="T76" fmla="*/ 250 w 353"/>
              <a:gd name="T77" fmla="*/ 168 h 328"/>
              <a:gd name="T78" fmla="*/ 253 w 353"/>
              <a:gd name="T79" fmla="*/ 154 h 328"/>
              <a:gd name="T80" fmla="*/ 321 w 353"/>
              <a:gd name="T81" fmla="*/ 135 h 328"/>
              <a:gd name="T82" fmla="*/ 337 w 353"/>
              <a:gd name="T83" fmla="*/ 119 h 328"/>
              <a:gd name="T84" fmla="*/ 201 w 353"/>
              <a:gd name="T85" fmla="*/ 87 h 328"/>
              <a:gd name="T86" fmla="*/ 337 w 353"/>
              <a:gd name="T87" fmla="*/ 119 h 3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353" h="328">
                <a:moveTo>
                  <a:pt x="337" y="71"/>
                </a:moveTo>
                <a:cubicBezTo>
                  <a:pt x="275" y="71"/>
                  <a:pt x="275" y="71"/>
                  <a:pt x="275" y="71"/>
                </a:cubicBezTo>
                <a:cubicBezTo>
                  <a:pt x="282" y="57"/>
                  <a:pt x="282" y="42"/>
                  <a:pt x="275" y="29"/>
                </a:cubicBezTo>
                <a:cubicBezTo>
                  <a:pt x="261" y="6"/>
                  <a:pt x="229" y="0"/>
                  <a:pt x="202" y="15"/>
                </a:cubicBezTo>
                <a:cubicBezTo>
                  <a:pt x="192" y="21"/>
                  <a:pt x="184" y="30"/>
                  <a:pt x="179" y="39"/>
                </a:cubicBezTo>
                <a:cubicBezTo>
                  <a:pt x="179" y="39"/>
                  <a:pt x="178" y="39"/>
                  <a:pt x="178" y="39"/>
                </a:cubicBezTo>
                <a:cubicBezTo>
                  <a:pt x="178" y="39"/>
                  <a:pt x="178" y="39"/>
                  <a:pt x="178" y="39"/>
                </a:cubicBezTo>
                <a:cubicBezTo>
                  <a:pt x="177" y="38"/>
                  <a:pt x="177" y="38"/>
                  <a:pt x="176" y="38"/>
                </a:cubicBezTo>
                <a:cubicBezTo>
                  <a:pt x="176" y="38"/>
                  <a:pt x="175" y="38"/>
                  <a:pt x="175" y="38"/>
                </a:cubicBezTo>
                <a:cubicBezTo>
                  <a:pt x="175" y="39"/>
                  <a:pt x="174" y="38"/>
                  <a:pt x="174" y="39"/>
                </a:cubicBezTo>
                <a:cubicBezTo>
                  <a:pt x="174" y="39"/>
                  <a:pt x="173" y="39"/>
                  <a:pt x="173" y="39"/>
                </a:cubicBezTo>
                <a:cubicBezTo>
                  <a:pt x="168" y="30"/>
                  <a:pt x="160" y="21"/>
                  <a:pt x="150" y="15"/>
                </a:cubicBezTo>
                <a:cubicBezTo>
                  <a:pt x="123" y="0"/>
                  <a:pt x="91" y="6"/>
                  <a:pt x="77" y="29"/>
                </a:cubicBezTo>
                <a:cubicBezTo>
                  <a:pt x="70" y="42"/>
                  <a:pt x="70" y="57"/>
                  <a:pt x="77" y="71"/>
                </a:cubicBezTo>
                <a:cubicBezTo>
                  <a:pt x="16" y="71"/>
                  <a:pt x="16" y="71"/>
                  <a:pt x="16" y="71"/>
                </a:cubicBezTo>
                <a:cubicBezTo>
                  <a:pt x="7" y="71"/>
                  <a:pt x="0" y="78"/>
                  <a:pt x="0" y="87"/>
                </a:cubicBezTo>
                <a:cubicBezTo>
                  <a:pt x="0" y="119"/>
                  <a:pt x="0" y="119"/>
                  <a:pt x="0" y="119"/>
                </a:cubicBezTo>
                <a:cubicBezTo>
                  <a:pt x="0" y="128"/>
                  <a:pt x="7" y="135"/>
                  <a:pt x="16" y="135"/>
                </a:cubicBezTo>
                <a:cubicBezTo>
                  <a:pt x="16" y="312"/>
                  <a:pt x="16" y="312"/>
                  <a:pt x="16" y="312"/>
                </a:cubicBezTo>
                <a:cubicBezTo>
                  <a:pt x="16" y="321"/>
                  <a:pt x="23" y="328"/>
                  <a:pt x="32" y="328"/>
                </a:cubicBezTo>
                <a:cubicBezTo>
                  <a:pt x="321" y="328"/>
                  <a:pt x="321" y="328"/>
                  <a:pt x="321" y="328"/>
                </a:cubicBezTo>
                <a:cubicBezTo>
                  <a:pt x="330" y="328"/>
                  <a:pt x="337" y="321"/>
                  <a:pt x="337" y="312"/>
                </a:cubicBezTo>
                <a:cubicBezTo>
                  <a:pt x="337" y="135"/>
                  <a:pt x="337" y="135"/>
                  <a:pt x="337" y="135"/>
                </a:cubicBezTo>
                <a:cubicBezTo>
                  <a:pt x="346" y="135"/>
                  <a:pt x="353" y="128"/>
                  <a:pt x="353" y="119"/>
                </a:cubicBezTo>
                <a:cubicBezTo>
                  <a:pt x="353" y="87"/>
                  <a:pt x="353" y="87"/>
                  <a:pt x="353" y="87"/>
                </a:cubicBezTo>
                <a:cubicBezTo>
                  <a:pt x="353" y="78"/>
                  <a:pt x="346" y="71"/>
                  <a:pt x="337" y="71"/>
                </a:cubicBezTo>
                <a:moveTo>
                  <a:pt x="91" y="37"/>
                </a:moveTo>
                <a:cubicBezTo>
                  <a:pt x="100" y="22"/>
                  <a:pt x="123" y="18"/>
                  <a:pt x="142" y="29"/>
                </a:cubicBezTo>
                <a:cubicBezTo>
                  <a:pt x="154" y="36"/>
                  <a:pt x="162" y="48"/>
                  <a:pt x="164" y="59"/>
                </a:cubicBezTo>
                <a:cubicBezTo>
                  <a:pt x="162" y="63"/>
                  <a:pt x="161" y="67"/>
                  <a:pt x="159" y="71"/>
                </a:cubicBezTo>
                <a:cubicBezTo>
                  <a:pt x="95" y="71"/>
                  <a:pt x="95" y="71"/>
                  <a:pt x="95" y="71"/>
                </a:cubicBezTo>
                <a:cubicBezTo>
                  <a:pt x="87" y="60"/>
                  <a:pt x="85" y="47"/>
                  <a:pt x="91" y="37"/>
                </a:cubicBezTo>
                <a:moveTo>
                  <a:pt x="16" y="119"/>
                </a:moveTo>
                <a:cubicBezTo>
                  <a:pt x="16" y="87"/>
                  <a:pt x="16" y="87"/>
                  <a:pt x="16" y="87"/>
                </a:cubicBezTo>
                <a:cubicBezTo>
                  <a:pt x="151" y="87"/>
                  <a:pt x="151" y="87"/>
                  <a:pt x="151" y="87"/>
                </a:cubicBezTo>
                <a:cubicBezTo>
                  <a:pt x="145" y="99"/>
                  <a:pt x="137" y="110"/>
                  <a:pt x="130" y="119"/>
                </a:cubicBezTo>
                <a:lnTo>
                  <a:pt x="16" y="119"/>
                </a:lnTo>
                <a:close/>
                <a:moveTo>
                  <a:pt x="168" y="312"/>
                </a:moveTo>
                <a:cubicBezTo>
                  <a:pt x="32" y="312"/>
                  <a:pt x="32" y="312"/>
                  <a:pt x="32" y="312"/>
                </a:cubicBezTo>
                <a:cubicBezTo>
                  <a:pt x="32" y="232"/>
                  <a:pt x="32" y="232"/>
                  <a:pt x="32" y="232"/>
                </a:cubicBezTo>
                <a:cubicBezTo>
                  <a:pt x="168" y="232"/>
                  <a:pt x="168" y="232"/>
                  <a:pt x="168" y="232"/>
                </a:cubicBezTo>
                <a:lnTo>
                  <a:pt x="168" y="312"/>
                </a:lnTo>
                <a:close/>
                <a:moveTo>
                  <a:pt x="168" y="216"/>
                </a:moveTo>
                <a:cubicBezTo>
                  <a:pt x="32" y="216"/>
                  <a:pt x="32" y="216"/>
                  <a:pt x="32" y="216"/>
                </a:cubicBezTo>
                <a:cubicBezTo>
                  <a:pt x="32" y="135"/>
                  <a:pt x="32" y="135"/>
                  <a:pt x="32" y="135"/>
                </a:cubicBezTo>
                <a:cubicBezTo>
                  <a:pt x="117" y="135"/>
                  <a:pt x="117" y="135"/>
                  <a:pt x="117" y="135"/>
                </a:cubicBezTo>
                <a:cubicBezTo>
                  <a:pt x="107" y="147"/>
                  <a:pt x="99" y="154"/>
                  <a:pt x="99" y="154"/>
                </a:cubicBezTo>
                <a:cubicBezTo>
                  <a:pt x="95" y="157"/>
                  <a:pt x="95" y="162"/>
                  <a:pt x="98" y="165"/>
                </a:cubicBezTo>
                <a:cubicBezTo>
                  <a:pt x="99" y="166"/>
                  <a:pt x="100" y="167"/>
                  <a:pt x="102" y="168"/>
                </a:cubicBezTo>
                <a:cubicBezTo>
                  <a:pt x="104" y="168"/>
                  <a:pt x="107" y="168"/>
                  <a:pt x="109" y="166"/>
                </a:cubicBezTo>
                <a:cubicBezTo>
                  <a:pt x="110" y="165"/>
                  <a:pt x="123" y="154"/>
                  <a:pt x="138" y="135"/>
                </a:cubicBezTo>
                <a:cubicBezTo>
                  <a:pt x="168" y="135"/>
                  <a:pt x="168" y="135"/>
                  <a:pt x="168" y="135"/>
                </a:cubicBezTo>
                <a:lnTo>
                  <a:pt x="168" y="216"/>
                </a:lnTo>
                <a:close/>
                <a:moveTo>
                  <a:pt x="168" y="119"/>
                </a:moveTo>
                <a:cubicBezTo>
                  <a:pt x="150" y="119"/>
                  <a:pt x="150" y="119"/>
                  <a:pt x="150" y="119"/>
                </a:cubicBezTo>
                <a:cubicBezTo>
                  <a:pt x="157" y="110"/>
                  <a:pt x="163" y="100"/>
                  <a:pt x="168" y="89"/>
                </a:cubicBezTo>
                <a:lnTo>
                  <a:pt x="168" y="119"/>
                </a:lnTo>
                <a:close/>
                <a:moveTo>
                  <a:pt x="210" y="29"/>
                </a:moveTo>
                <a:cubicBezTo>
                  <a:pt x="229" y="18"/>
                  <a:pt x="252" y="22"/>
                  <a:pt x="261" y="37"/>
                </a:cubicBezTo>
                <a:cubicBezTo>
                  <a:pt x="267" y="47"/>
                  <a:pt x="265" y="60"/>
                  <a:pt x="257" y="71"/>
                </a:cubicBezTo>
                <a:cubicBezTo>
                  <a:pt x="193" y="71"/>
                  <a:pt x="193" y="71"/>
                  <a:pt x="193" y="71"/>
                </a:cubicBezTo>
                <a:cubicBezTo>
                  <a:pt x="192" y="67"/>
                  <a:pt x="190" y="63"/>
                  <a:pt x="188" y="59"/>
                </a:cubicBezTo>
                <a:cubicBezTo>
                  <a:pt x="190" y="48"/>
                  <a:pt x="198" y="36"/>
                  <a:pt x="210" y="29"/>
                </a:cubicBezTo>
                <a:moveTo>
                  <a:pt x="184" y="90"/>
                </a:moveTo>
                <a:cubicBezTo>
                  <a:pt x="190" y="101"/>
                  <a:pt x="196" y="110"/>
                  <a:pt x="202" y="119"/>
                </a:cubicBezTo>
                <a:cubicBezTo>
                  <a:pt x="184" y="119"/>
                  <a:pt x="184" y="119"/>
                  <a:pt x="184" y="119"/>
                </a:cubicBezTo>
                <a:lnTo>
                  <a:pt x="184" y="90"/>
                </a:lnTo>
                <a:close/>
                <a:moveTo>
                  <a:pt x="321" y="312"/>
                </a:moveTo>
                <a:cubicBezTo>
                  <a:pt x="184" y="312"/>
                  <a:pt x="184" y="312"/>
                  <a:pt x="184" y="312"/>
                </a:cubicBezTo>
                <a:cubicBezTo>
                  <a:pt x="184" y="232"/>
                  <a:pt x="184" y="232"/>
                  <a:pt x="184" y="232"/>
                </a:cubicBezTo>
                <a:cubicBezTo>
                  <a:pt x="321" y="232"/>
                  <a:pt x="321" y="232"/>
                  <a:pt x="321" y="232"/>
                </a:cubicBezTo>
                <a:lnTo>
                  <a:pt x="321" y="312"/>
                </a:lnTo>
                <a:close/>
                <a:moveTo>
                  <a:pt x="321" y="216"/>
                </a:moveTo>
                <a:cubicBezTo>
                  <a:pt x="184" y="216"/>
                  <a:pt x="184" y="216"/>
                  <a:pt x="184" y="216"/>
                </a:cubicBezTo>
                <a:cubicBezTo>
                  <a:pt x="184" y="135"/>
                  <a:pt x="184" y="135"/>
                  <a:pt x="184" y="135"/>
                </a:cubicBezTo>
                <a:cubicBezTo>
                  <a:pt x="214" y="135"/>
                  <a:pt x="214" y="135"/>
                  <a:pt x="214" y="135"/>
                </a:cubicBezTo>
                <a:cubicBezTo>
                  <a:pt x="229" y="154"/>
                  <a:pt x="242" y="165"/>
                  <a:pt x="243" y="166"/>
                </a:cubicBezTo>
                <a:cubicBezTo>
                  <a:pt x="245" y="168"/>
                  <a:pt x="248" y="168"/>
                  <a:pt x="250" y="168"/>
                </a:cubicBezTo>
                <a:cubicBezTo>
                  <a:pt x="252" y="167"/>
                  <a:pt x="253" y="166"/>
                  <a:pt x="254" y="165"/>
                </a:cubicBezTo>
                <a:cubicBezTo>
                  <a:pt x="257" y="162"/>
                  <a:pt x="257" y="157"/>
                  <a:pt x="253" y="154"/>
                </a:cubicBezTo>
                <a:cubicBezTo>
                  <a:pt x="253" y="154"/>
                  <a:pt x="245" y="147"/>
                  <a:pt x="235" y="135"/>
                </a:cubicBezTo>
                <a:cubicBezTo>
                  <a:pt x="321" y="135"/>
                  <a:pt x="321" y="135"/>
                  <a:pt x="321" y="135"/>
                </a:cubicBezTo>
                <a:lnTo>
                  <a:pt x="321" y="216"/>
                </a:lnTo>
                <a:close/>
                <a:moveTo>
                  <a:pt x="337" y="119"/>
                </a:moveTo>
                <a:cubicBezTo>
                  <a:pt x="222" y="119"/>
                  <a:pt x="222" y="119"/>
                  <a:pt x="222" y="119"/>
                </a:cubicBezTo>
                <a:cubicBezTo>
                  <a:pt x="215" y="110"/>
                  <a:pt x="208" y="99"/>
                  <a:pt x="201" y="87"/>
                </a:cubicBezTo>
                <a:cubicBezTo>
                  <a:pt x="337" y="87"/>
                  <a:pt x="337" y="87"/>
                  <a:pt x="337" y="87"/>
                </a:cubicBezTo>
                <a:lnTo>
                  <a:pt x="337" y="119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14" name="Freeform 114"/>
          <p:cNvSpPr>
            <a:spLocks noEditPoints="1"/>
          </p:cNvSpPr>
          <p:nvPr/>
        </p:nvSpPr>
        <p:spPr bwMode="auto">
          <a:xfrm>
            <a:off x="7404100" y="5422900"/>
            <a:ext cx="575733" cy="366184"/>
          </a:xfrm>
          <a:custGeom>
            <a:avLst/>
            <a:gdLst>
              <a:gd name="T0" fmla="*/ 176 w 353"/>
              <a:gd name="T1" fmla="*/ 88 h 225"/>
              <a:gd name="T2" fmla="*/ 152 w 353"/>
              <a:gd name="T3" fmla="*/ 112 h 225"/>
              <a:gd name="T4" fmla="*/ 176 w 353"/>
              <a:gd name="T5" fmla="*/ 136 h 225"/>
              <a:gd name="T6" fmla="*/ 201 w 353"/>
              <a:gd name="T7" fmla="*/ 112 h 225"/>
              <a:gd name="T8" fmla="*/ 176 w 353"/>
              <a:gd name="T9" fmla="*/ 88 h 225"/>
              <a:gd name="T10" fmla="*/ 176 w 353"/>
              <a:gd name="T11" fmla="*/ 32 h 225"/>
              <a:gd name="T12" fmla="*/ 96 w 353"/>
              <a:gd name="T13" fmla="*/ 112 h 225"/>
              <a:gd name="T14" fmla="*/ 176 w 353"/>
              <a:gd name="T15" fmla="*/ 193 h 225"/>
              <a:gd name="T16" fmla="*/ 257 w 353"/>
              <a:gd name="T17" fmla="*/ 112 h 225"/>
              <a:gd name="T18" fmla="*/ 176 w 353"/>
              <a:gd name="T19" fmla="*/ 32 h 225"/>
              <a:gd name="T20" fmla="*/ 176 w 353"/>
              <a:gd name="T21" fmla="*/ 177 h 225"/>
              <a:gd name="T22" fmla="*/ 112 w 353"/>
              <a:gd name="T23" fmla="*/ 112 h 225"/>
              <a:gd name="T24" fmla="*/ 176 w 353"/>
              <a:gd name="T25" fmla="*/ 48 h 225"/>
              <a:gd name="T26" fmla="*/ 241 w 353"/>
              <a:gd name="T27" fmla="*/ 112 h 225"/>
              <a:gd name="T28" fmla="*/ 176 w 353"/>
              <a:gd name="T29" fmla="*/ 177 h 225"/>
              <a:gd name="T30" fmla="*/ 176 w 353"/>
              <a:gd name="T31" fmla="*/ 0 h 225"/>
              <a:gd name="T32" fmla="*/ 0 w 353"/>
              <a:gd name="T33" fmla="*/ 112 h 225"/>
              <a:gd name="T34" fmla="*/ 176 w 353"/>
              <a:gd name="T35" fmla="*/ 225 h 225"/>
              <a:gd name="T36" fmla="*/ 353 w 353"/>
              <a:gd name="T37" fmla="*/ 112 h 225"/>
              <a:gd name="T38" fmla="*/ 176 w 353"/>
              <a:gd name="T39" fmla="*/ 0 h 225"/>
              <a:gd name="T40" fmla="*/ 176 w 353"/>
              <a:gd name="T41" fmla="*/ 209 h 225"/>
              <a:gd name="T42" fmla="*/ 16 w 353"/>
              <a:gd name="T43" fmla="*/ 112 h 225"/>
              <a:gd name="T44" fmla="*/ 176 w 353"/>
              <a:gd name="T45" fmla="*/ 16 h 225"/>
              <a:gd name="T46" fmla="*/ 337 w 353"/>
              <a:gd name="T47" fmla="*/ 112 h 225"/>
              <a:gd name="T48" fmla="*/ 176 w 353"/>
              <a:gd name="T49" fmla="*/ 209 h 2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353" h="225">
                <a:moveTo>
                  <a:pt x="176" y="88"/>
                </a:moveTo>
                <a:cubicBezTo>
                  <a:pt x="163" y="88"/>
                  <a:pt x="152" y="99"/>
                  <a:pt x="152" y="112"/>
                </a:cubicBezTo>
                <a:cubicBezTo>
                  <a:pt x="152" y="126"/>
                  <a:pt x="163" y="136"/>
                  <a:pt x="176" y="136"/>
                </a:cubicBezTo>
                <a:cubicBezTo>
                  <a:pt x="190" y="136"/>
                  <a:pt x="201" y="126"/>
                  <a:pt x="201" y="112"/>
                </a:cubicBezTo>
                <a:cubicBezTo>
                  <a:pt x="201" y="99"/>
                  <a:pt x="190" y="88"/>
                  <a:pt x="176" y="88"/>
                </a:cubicBezTo>
                <a:moveTo>
                  <a:pt x="176" y="32"/>
                </a:moveTo>
                <a:cubicBezTo>
                  <a:pt x="132" y="32"/>
                  <a:pt x="96" y="68"/>
                  <a:pt x="96" y="112"/>
                </a:cubicBezTo>
                <a:cubicBezTo>
                  <a:pt x="96" y="157"/>
                  <a:pt x="132" y="193"/>
                  <a:pt x="176" y="193"/>
                </a:cubicBezTo>
                <a:cubicBezTo>
                  <a:pt x="221" y="193"/>
                  <a:pt x="257" y="157"/>
                  <a:pt x="257" y="112"/>
                </a:cubicBezTo>
                <a:cubicBezTo>
                  <a:pt x="257" y="68"/>
                  <a:pt x="221" y="32"/>
                  <a:pt x="176" y="32"/>
                </a:cubicBezTo>
                <a:moveTo>
                  <a:pt x="176" y="177"/>
                </a:moveTo>
                <a:cubicBezTo>
                  <a:pt x="141" y="177"/>
                  <a:pt x="112" y="148"/>
                  <a:pt x="112" y="112"/>
                </a:cubicBezTo>
                <a:cubicBezTo>
                  <a:pt x="112" y="77"/>
                  <a:pt x="141" y="48"/>
                  <a:pt x="176" y="48"/>
                </a:cubicBezTo>
                <a:cubicBezTo>
                  <a:pt x="212" y="48"/>
                  <a:pt x="241" y="77"/>
                  <a:pt x="241" y="112"/>
                </a:cubicBezTo>
                <a:cubicBezTo>
                  <a:pt x="241" y="148"/>
                  <a:pt x="212" y="177"/>
                  <a:pt x="176" y="177"/>
                </a:cubicBezTo>
                <a:moveTo>
                  <a:pt x="176" y="0"/>
                </a:moveTo>
                <a:cubicBezTo>
                  <a:pt x="79" y="0"/>
                  <a:pt x="0" y="80"/>
                  <a:pt x="0" y="112"/>
                </a:cubicBezTo>
                <a:cubicBezTo>
                  <a:pt x="0" y="144"/>
                  <a:pt x="79" y="225"/>
                  <a:pt x="176" y="225"/>
                </a:cubicBezTo>
                <a:cubicBezTo>
                  <a:pt x="274" y="225"/>
                  <a:pt x="353" y="144"/>
                  <a:pt x="353" y="112"/>
                </a:cubicBezTo>
                <a:cubicBezTo>
                  <a:pt x="353" y="80"/>
                  <a:pt x="274" y="0"/>
                  <a:pt x="176" y="0"/>
                </a:cubicBezTo>
                <a:moveTo>
                  <a:pt x="176" y="209"/>
                </a:moveTo>
                <a:cubicBezTo>
                  <a:pt x="88" y="209"/>
                  <a:pt x="16" y="140"/>
                  <a:pt x="16" y="112"/>
                </a:cubicBezTo>
                <a:cubicBezTo>
                  <a:pt x="16" y="85"/>
                  <a:pt x="88" y="16"/>
                  <a:pt x="176" y="16"/>
                </a:cubicBezTo>
                <a:cubicBezTo>
                  <a:pt x="265" y="16"/>
                  <a:pt x="337" y="85"/>
                  <a:pt x="337" y="112"/>
                </a:cubicBezTo>
                <a:cubicBezTo>
                  <a:pt x="337" y="140"/>
                  <a:pt x="265" y="209"/>
                  <a:pt x="176" y="209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15" name="Freeform 115"/>
          <p:cNvSpPr>
            <a:spLocks noEditPoints="1"/>
          </p:cNvSpPr>
          <p:nvPr/>
        </p:nvSpPr>
        <p:spPr bwMode="auto">
          <a:xfrm>
            <a:off x="8504767" y="5319184"/>
            <a:ext cx="575733" cy="575733"/>
          </a:xfrm>
          <a:custGeom>
            <a:avLst/>
            <a:gdLst>
              <a:gd name="T0" fmla="*/ 289 w 353"/>
              <a:gd name="T1" fmla="*/ 32 h 353"/>
              <a:gd name="T2" fmla="*/ 281 w 353"/>
              <a:gd name="T3" fmla="*/ 0 h 353"/>
              <a:gd name="T4" fmla="*/ 273 w 353"/>
              <a:gd name="T5" fmla="*/ 32 h 353"/>
              <a:gd name="T6" fmla="*/ 80 w 353"/>
              <a:gd name="T7" fmla="*/ 8 h 353"/>
              <a:gd name="T8" fmla="*/ 64 w 353"/>
              <a:gd name="T9" fmla="*/ 8 h 353"/>
              <a:gd name="T10" fmla="*/ 32 w 353"/>
              <a:gd name="T11" fmla="*/ 32 h 353"/>
              <a:gd name="T12" fmla="*/ 0 w 353"/>
              <a:gd name="T13" fmla="*/ 321 h 353"/>
              <a:gd name="T14" fmla="*/ 321 w 353"/>
              <a:gd name="T15" fmla="*/ 353 h 353"/>
              <a:gd name="T16" fmla="*/ 353 w 353"/>
              <a:gd name="T17" fmla="*/ 64 h 353"/>
              <a:gd name="T18" fmla="*/ 337 w 353"/>
              <a:gd name="T19" fmla="*/ 321 h 353"/>
              <a:gd name="T20" fmla="*/ 32 w 353"/>
              <a:gd name="T21" fmla="*/ 337 h 353"/>
              <a:gd name="T22" fmla="*/ 16 w 353"/>
              <a:gd name="T23" fmla="*/ 128 h 353"/>
              <a:gd name="T24" fmla="*/ 337 w 353"/>
              <a:gd name="T25" fmla="*/ 321 h 353"/>
              <a:gd name="T26" fmla="*/ 16 w 353"/>
              <a:gd name="T27" fmla="*/ 112 h 353"/>
              <a:gd name="T28" fmla="*/ 32 w 353"/>
              <a:gd name="T29" fmla="*/ 48 h 353"/>
              <a:gd name="T30" fmla="*/ 64 w 353"/>
              <a:gd name="T31" fmla="*/ 72 h 353"/>
              <a:gd name="T32" fmla="*/ 80 w 353"/>
              <a:gd name="T33" fmla="*/ 72 h 353"/>
              <a:gd name="T34" fmla="*/ 273 w 353"/>
              <a:gd name="T35" fmla="*/ 48 h 353"/>
              <a:gd name="T36" fmla="*/ 281 w 353"/>
              <a:gd name="T37" fmla="*/ 80 h 353"/>
              <a:gd name="T38" fmla="*/ 289 w 353"/>
              <a:gd name="T39" fmla="*/ 48 h 353"/>
              <a:gd name="T40" fmla="*/ 337 w 353"/>
              <a:gd name="T41" fmla="*/ 64 h 353"/>
              <a:gd name="T42" fmla="*/ 233 w 353"/>
              <a:gd name="T43" fmla="*/ 297 h 353"/>
              <a:gd name="T44" fmla="*/ 248 w 353"/>
              <a:gd name="T45" fmla="*/ 168 h 353"/>
              <a:gd name="T46" fmla="*/ 232 w 353"/>
              <a:gd name="T47" fmla="*/ 180 h 353"/>
              <a:gd name="T48" fmla="*/ 213 w 353"/>
              <a:gd name="T49" fmla="*/ 191 h 353"/>
              <a:gd name="T50" fmla="*/ 201 w 353"/>
              <a:gd name="T51" fmla="*/ 204 h 353"/>
              <a:gd name="T52" fmla="*/ 233 w 353"/>
              <a:gd name="T53" fmla="*/ 297 h 353"/>
              <a:gd name="T54" fmla="*/ 148 w 353"/>
              <a:gd name="T55" fmla="*/ 283 h 353"/>
              <a:gd name="T56" fmla="*/ 118 w 353"/>
              <a:gd name="T57" fmla="*/ 277 h 353"/>
              <a:gd name="T58" fmla="*/ 96 w 353"/>
              <a:gd name="T59" fmla="*/ 257 h 353"/>
              <a:gd name="T60" fmla="*/ 107 w 353"/>
              <a:gd name="T61" fmla="*/ 288 h 353"/>
              <a:gd name="T62" fmla="*/ 138 w 353"/>
              <a:gd name="T63" fmla="*/ 299 h 353"/>
              <a:gd name="T64" fmla="*/ 168 w 353"/>
              <a:gd name="T65" fmla="*/ 289 h 353"/>
              <a:gd name="T66" fmla="*/ 181 w 353"/>
              <a:gd name="T67" fmla="*/ 259 h 353"/>
              <a:gd name="T68" fmla="*/ 158 w 353"/>
              <a:gd name="T69" fmla="*/ 228 h 353"/>
              <a:gd name="T70" fmla="*/ 171 w 353"/>
              <a:gd name="T71" fmla="*/ 218 h 353"/>
              <a:gd name="T72" fmla="*/ 173 w 353"/>
              <a:gd name="T73" fmla="*/ 187 h 353"/>
              <a:gd name="T74" fmla="*/ 153 w 353"/>
              <a:gd name="T75" fmla="*/ 170 h 353"/>
              <a:gd name="T76" fmla="*/ 121 w 353"/>
              <a:gd name="T77" fmla="*/ 171 h 353"/>
              <a:gd name="T78" fmla="*/ 102 w 353"/>
              <a:gd name="T79" fmla="*/ 192 h 353"/>
              <a:gd name="T80" fmla="*/ 114 w 353"/>
              <a:gd name="T81" fmla="*/ 209 h 353"/>
              <a:gd name="T82" fmla="*/ 120 w 353"/>
              <a:gd name="T83" fmla="*/ 190 h 353"/>
              <a:gd name="T84" fmla="*/ 137 w 353"/>
              <a:gd name="T85" fmla="*/ 181 h 353"/>
              <a:gd name="T86" fmla="*/ 160 w 353"/>
              <a:gd name="T87" fmla="*/ 202 h 353"/>
              <a:gd name="T88" fmla="*/ 153 w 353"/>
              <a:gd name="T89" fmla="*/ 218 h 353"/>
              <a:gd name="T90" fmla="*/ 136 w 353"/>
              <a:gd name="T91" fmla="*/ 223 h 353"/>
              <a:gd name="T92" fmla="*/ 129 w 353"/>
              <a:gd name="T93" fmla="*/ 223 h 353"/>
              <a:gd name="T94" fmla="*/ 138 w 353"/>
              <a:gd name="T95" fmla="*/ 235 h 353"/>
              <a:gd name="T96" fmla="*/ 157 w 353"/>
              <a:gd name="T97" fmla="*/ 242 h 353"/>
              <a:gd name="T98" fmla="*/ 165 w 353"/>
              <a:gd name="T99" fmla="*/ 260 h 353"/>
              <a:gd name="T100" fmla="*/ 157 w 353"/>
              <a:gd name="T101" fmla="*/ 278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353" h="353">
                <a:moveTo>
                  <a:pt x="321" y="32"/>
                </a:moveTo>
                <a:cubicBezTo>
                  <a:pt x="289" y="32"/>
                  <a:pt x="289" y="32"/>
                  <a:pt x="289" y="32"/>
                </a:cubicBezTo>
                <a:cubicBezTo>
                  <a:pt x="289" y="8"/>
                  <a:pt x="289" y="8"/>
                  <a:pt x="289" y="8"/>
                </a:cubicBezTo>
                <a:cubicBezTo>
                  <a:pt x="289" y="3"/>
                  <a:pt x="286" y="0"/>
                  <a:pt x="281" y="0"/>
                </a:cubicBezTo>
                <a:cubicBezTo>
                  <a:pt x="277" y="0"/>
                  <a:pt x="273" y="3"/>
                  <a:pt x="273" y="8"/>
                </a:cubicBezTo>
                <a:cubicBezTo>
                  <a:pt x="273" y="32"/>
                  <a:pt x="273" y="32"/>
                  <a:pt x="273" y="32"/>
                </a:cubicBezTo>
                <a:cubicBezTo>
                  <a:pt x="80" y="32"/>
                  <a:pt x="80" y="32"/>
                  <a:pt x="80" y="32"/>
                </a:cubicBezTo>
                <a:cubicBezTo>
                  <a:pt x="80" y="8"/>
                  <a:pt x="80" y="8"/>
                  <a:pt x="80" y="8"/>
                </a:cubicBezTo>
                <a:cubicBezTo>
                  <a:pt x="80" y="3"/>
                  <a:pt x="77" y="0"/>
                  <a:pt x="72" y="0"/>
                </a:cubicBezTo>
                <a:cubicBezTo>
                  <a:pt x="68" y="0"/>
                  <a:pt x="64" y="3"/>
                  <a:pt x="64" y="8"/>
                </a:cubicBezTo>
                <a:cubicBezTo>
                  <a:pt x="64" y="32"/>
                  <a:pt x="64" y="32"/>
                  <a:pt x="64" y="32"/>
                </a:cubicBezTo>
                <a:cubicBezTo>
                  <a:pt x="32" y="32"/>
                  <a:pt x="32" y="32"/>
                  <a:pt x="32" y="32"/>
                </a:cubicBezTo>
                <a:cubicBezTo>
                  <a:pt x="15" y="32"/>
                  <a:pt x="0" y="46"/>
                  <a:pt x="0" y="64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5" y="353"/>
                  <a:pt x="32" y="353"/>
                </a:cubicBezTo>
                <a:cubicBezTo>
                  <a:pt x="321" y="353"/>
                  <a:pt x="321" y="353"/>
                  <a:pt x="321" y="353"/>
                </a:cubicBezTo>
                <a:cubicBezTo>
                  <a:pt x="339" y="353"/>
                  <a:pt x="353" y="339"/>
                  <a:pt x="353" y="321"/>
                </a:cubicBezTo>
                <a:cubicBezTo>
                  <a:pt x="353" y="64"/>
                  <a:pt x="353" y="64"/>
                  <a:pt x="353" y="64"/>
                </a:cubicBezTo>
                <a:cubicBezTo>
                  <a:pt x="353" y="46"/>
                  <a:pt x="339" y="32"/>
                  <a:pt x="321" y="32"/>
                </a:cubicBezTo>
                <a:moveTo>
                  <a:pt x="337" y="321"/>
                </a:moveTo>
                <a:cubicBezTo>
                  <a:pt x="337" y="330"/>
                  <a:pt x="330" y="337"/>
                  <a:pt x="321" y="337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23" y="337"/>
                  <a:pt x="16" y="330"/>
                  <a:pt x="16" y="321"/>
                </a:cubicBezTo>
                <a:cubicBezTo>
                  <a:pt x="16" y="128"/>
                  <a:pt x="16" y="128"/>
                  <a:pt x="16" y="128"/>
                </a:cubicBezTo>
                <a:cubicBezTo>
                  <a:pt x="337" y="128"/>
                  <a:pt x="337" y="128"/>
                  <a:pt x="337" y="128"/>
                </a:cubicBezTo>
                <a:lnTo>
                  <a:pt x="337" y="321"/>
                </a:lnTo>
                <a:close/>
                <a:moveTo>
                  <a:pt x="337" y="112"/>
                </a:moveTo>
                <a:cubicBezTo>
                  <a:pt x="16" y="112"/>
                  <a:pt x="16" y="112"/>
                  <a:pt x="16" y="112"/>
                </a:cubicBezTo>
                <a:cubicBezTo>
                  <a:pt x="16" y="64"/>
                  <a:pt x="16" y="64"/>
                  <a:pt x="16" y="64"/>
                </a:cubicBezTo>
                <a:cubicBezTo>
                  <a:pt x="16" y="55"/>
                  <a:pt x="23" y="48"/>
                  <a:pt x="32" y="48"/>
                </a:cubicBezTo>
                <a:cubicBezTo>
                  <a:pt x="64" y="48"/>
                  <a:pt x="64" y="48"/>
                  <a:pt x="64" y="48"/>
                </a:cubicBezTo>
                <a:cubicBezTo>
                  <a:pt x="64" y="72"/>
                  <a:pt x="64" y="72"/>
                  <a:pt x="64" y="72"/>
                </a:cubicBezTo>
                <a:cubicBezTo>
                  <a:pt x="64" y="76"/>
                  <a:pt x="68" y="80"/>
                  <a:pt x="72" y="80"/>
                </a:cubicBezTo>
                <a:cubicBezTo>
                  <a:pt x="77" y="80"/>
                  <a:pt x="80" y="76"/>
                  <a:pt x="80" y="72"/>
                </a:cubicBezTo>
                <a:cubicBezTo>
                  <a:pt x="80" y="48"/>
                  <a:pt x="80" y="48"/>
                  <a:pt x="80" y="48"/>
                </a:cubicBezTo>
                <a:cubicBezTo>
                  <a:pt x="273" y="48"/>
                  <a:pt x="273" y="48"/>
                  <a:pt x="273" y="48"/>
                </a:cubicBezTo>
                <a:cubicBezTo>
                  <a:pt x="273" y="72"/>
                  <a:pt x="273" y="72"/>
                  <a:pt x="273" y="72"/>
                </a:cubicBezTo>
                <a:cubicBezTo>
                  <a:pt x="273" y="76"/>
                  <a:pt x="277" y="80"/>
                  <a:pt x="281" y="80"/>
                </a:cubicBezTo>
                <a:cubicBezTo>
                  <a:pt x="286" y="80"/>
                  <a:pt x="289" y="76"/>
                  <a:pt x="289" y="72"/>
                </a:cubicBezTo>
                <a:cubicBezTo>
                  <a:pt x="289" y="48"/>
                  <a:pt x="289" y="48"/>
                  <a:pt x="289" y="48"/>
                </a:cubicBezTo>
                <a:cubicBezTo>
                  <a:pt x="321" y="48"/>
                  <a:pt x="321" y="48"/>
                  <a:pt x="321" y="48"/>
                </a:cubicBezTo>
                <a:cubicBezTo>
                  <a:pt x="330" y="48"/>
                  <a:pt x="337" y="55"/>
                  <a:pt x="337" y="64"/>
                </a:cubicBezTo>
                <a:lnTo>
                  <a:pt x="337" y="112"/>
                </a:lnTo>
                <a:close/>
                <a:moveTo>
                  <a:pt x="233" y="297"/>
                </a:moveTo>
                <a:cubicBezTo>
                  <a:pt x="248" y="297"/>
                  <a:pt x="248" y="297"/>
                  <a:pt x="248" y="297"/>
                </a:cubicBezTo>
                <a:cubicBezTo>
                  <a:pt x="248" y="168"/>
                  <a:pt x="248" y="168"/>
                  <a:pt x="248" y="168"/>
                </a:cubicBezTo>
                <a:cubicBezTo>
                  <a:pt x="237" y="168"/>
                  <a:pt x="237" y="168"/>
                  <a:pt x="237" y="168"/>
                </a:cubicBezTo>
                <a:cubicBezTo>
                  <a:pt x="236" y="172"/>
                  <a:pt x="235" y="176"/>
                  <a:pt x="232" y="180"/>
                </a:cubicBezTo>
                <a:cubicBezTo>
                  <a:pt x="230" y="183"/>
                  <a:pt x="227" y="185"/>
                  <a:pt x="224" y="187"/>
                </a:cubicBezTo>
                <a:cubicBezTo>
                  <a:pt x="221" y="189"/>
                  <a:pt x="217" y="190"/>
                  <a:pt x="213" y="191"/>
                </a:cubicBezTo>
                <a:cubicBezTo>
                  <a:pt x="209" y="191"/>
                  <a:pt x="205" y="192"/>
                  <a:pt x="201" y="192"/>
                </a:cubicBezTo>
                <a:cubicBezTo>
                  <a:pt x="201" y="204"/>
                  <a:pt x="201" y="204"/>
                  <a:pt x="201" y="204"/>
                </a:cubicBezTo>
                <a:cubicBezTo>
                  <a:pt x="233" y="204"/>
                  <a:pt x="233" y="204"/>
                  <a:pt x="233" y="204"/>
                </a:cubicBezTo>
                <a:lnTo>
                  <a:pt x="233" y="297"/>
                </a:lnTo>
                <a:close/>
                <a:moveTo>
                  <a:pt x="157" y="278"/>
                </a:moveTo>
                <a:cubicBezTo>
                  <a:pt x="154" y="281"/>
                  <a:pt x="152" y="282"/>
                  <a:pt x="148" y="283"/>
                </a:cubicBezTo>
                <a:cubicBezTo>
                  <a:pt x="145" y="285"/>
                  <a:pt x="141" y="285"/>
                  <a:pt x="138" y="285"/>
                </a:cubicBezTo>
                <a:cubicBezTo>
                  <a:pt x="129" y="285"/>
                  <a:pt x="123" y="282"/>
                  <a:pt x="118" y="277"/>
                </a:cubicBezTo>
                <a:cubicBezTo>
                  <a:pt x="114" y="272"/>
                  <a:pt x="111" y="265"/>
                  <a:pt x="111" y="257"/>
                </a:cubicBezTo>
                <a:cubicBezTo>
                  <a:pt x="96" y="257"/>
                  <a:pt x="96" y="257"/>
                  <a:pt x="96" y="257"/>
                </a:cubicBezTo>
                <a:cubicBezTo>
                  <a:pt x="96" y="263"/>
                  <a:pt x="97" y="269"/>
                  <a:pt x="99" y="275"/>
                </a:cubicBezTo>
                <a:cubicBezTo>
                  <a:pt x="101" y="280"/>
                  <a:pt x="104" y="284"/>
                  <a:pt x="107" y="288"/>
                </a:cubicBezTo>
                <a:cubicBezTo>
                  <a:pt x="111" y="291"/>
                  <a:pt x="115" y="294"/>
                  <a:pt x="120" y="296"/>
                </a:cubicBezTo>
                <a:cubicBezTo>
                  <a:pt x="126" y="298"/>
                  <a:pt x="131" y="299"/>
                  <a:pt x="138" y="299"/>
                </a:cubicBezTo>
                <a:cubicBezTo>
                  <a:pt x="144" y="299"/>
                  <a:pt x="149" y="298"/>
                  <a:pt x="154" y="296"/>
                </a:cubicBezTo>
                <a:cubicBezTo>
                  <a:pt x="160" y="294"/>
                  <a:pt x="164" y="292"/>
                  <a:pt x="168" y="289"/>
                </a:cubicBezTo>
                <a:cubicBezTo>
                  <a:pt x="172" y="285"/>
                  <a:pt x="175" y="281"/>
                  <a:pt x="177" y="276"/>
                </a:cubicBezTo>
                <a:cubicBezTo>
                  <a:pt x="180" y="272"/>
                  <a:pt x="181" y="266"/>
                  <a:pt x="181" y="259"/>
                </a:cubicBezTo>
                <a:cubicBezTo>
                  <a:pt x="181" y="252"/>
                  <a:pt x="179" y="245"/>
                  <a:pt x="175" y="239"/>
                </a:cubicBezTo>
                <a:cubicBezTo>
                  <a:pt x="172" y="234"/>
                  <a:pt x="166" y="230"/>
                  <a:pt x="158" y="228"/>
                </a:cubicBezTo>
                <a:cubicBezTo>
                  <a:pt x="158" y="228"/>
                  <a:pt x="158" y="228"/>
                  <a:pt x="158" y="228"/>
                </a:cubicBezTo>
                <a:cubicBezTo>
                  <a:pt x="163" y="226"/>
                  <a:pt x="167" y="222"/>
                  <a:pt x="171" y="218"/>
                </a:cubicBezTo>
                <a:cubicBezTo>
                  <a:pt x="174" y="213"/>
                  <a:pt x="176" y="208"/>
                  <a:pt x="176" y="202"/>
                </a:cubicBezTo>
                <a:cubicBezTo>
                  <a:pt x="176" y="196"/>
                  <a:pt x="175" y="191"/>
                  <a:pt x="173" y="187"/>
                </a:cubicBezTo>
                <a:cubicBezTo>
                  <a:pt x="171" y="182"/>
                  <a:pt x="168" y="179"/>
                  <a:pt x="165" y="176"/>
                </a:cubicBezTo>
                <a:cubicBezTo>
                  <a:pt x="161" y="173"/>
                  <a:pt x="157" y="171"/>
                  <a:pt x="153" y="170"/>
                </a:cubicBezTo>
                <a:cubicBezTo>
                  <a:pt x="148" y="168"/>
                  <a:pt x="143" y="168"/>
                  <a:pt x="137" y="168"/>
                </a:cubicBezTo>
                <a:cubicBezTo>
                  <a:pt x="131" y="168"/>
                  <a:pt x="126" y="169"/>
                  <a:pt x="121" y="171"/>
                </a:cubicBezTo>
                <a:cubicBezTo>
                  <a:pt x="116" y="173"/>
                  <a:pt x="112" y="176"/>
                  <a:pt x="109" y="179"/>
                </a:cubicBezTo>
                <a:cubicBezTo>
                  <a:pt x="106" y="183"/>
                  <a:pt x="103" y="187"/>
                  <a:pt x="102" y="192"/>
                </a:cubicBezTo>
                <a:cubicBezTo>
                  <a:pt x="100" y="197"/>
                  <a:pt x="99" y="203"/>
                  <a:pt x="99" y="209"/>
                </a:cubicBezTo>
                <a:cubicBezTo>
                  <a:pt x="114" y="209"/>
                  <a:pt x="114" y="209"/>
                  <a:pt x="114" y="209"/>
                </a:cubicBezTo>
                <a:cubicBezTo>
                  <a:pt x="114" y="205"/>
                  <a:pt x="114" y="202"/>
                  <a:pt x="115" y="199"/>
                </a:cubicBezTo>
                <a:cubicBezTo>
                  <a:pt x="116" y="195"/>
                  <a:pt x="118" y="192"/>
                  <a:pt x="120" y="190"/>
                </a:cubicBezTo>
                <a:cubicBezTo>
                  <a:pt x="121" y="187"/>
                  <a:pt x="124" y="185"/>
                  <a:pt x="127" y="184"/>
                </a:cubicBezTo>
                <a:cubicBezTo>
                  <a:pt x="130" y="182"/>
                  <a:pt x="133" y="181"/>
                  <a:pt x="137" y="181"/>
                </a:cubicBezTo>
                <a:cubicBezTo>
                  <a:pt x="144" y="181"/>
                  <a:pt x="149" y="183"/>
                  <a:pt x="153" y="186"/>
                </a:cubicBezTo>
                <a:cubicBezTo>
                  <a:pt x="158" y="190"/>
                  <a:pt x="160" y="195"/>
                  <a:pt x="160" y="202"/>
                </a:cubicBezTo>
                <a:cubicBezTo>
                  <a:pt x="160" y="205"/>
                  <a:pt x="159" y="208"/>
                  <a:pt x="158" y="211"/>
                </a:cubicBezTo>
                <a:cubicBezTo>
                  <a:pt x="156" y="214"/>
                  <a:pt x="155" y="216"/>
                  <a:pt x="153" y="218"/>
                </a:cubicBezTo>
                <a:cubicBezTo>
                  <a:pt x="150" y="219"/>
                  <a:pt x="148" y="221"/>
                  <a:pt x="145" y="222"/>
                </a:cubicBezTo>
                <a:cubicBezTo>
                  <a:pt x="142" y="223"/>
                  <a:pt x="139" y="223"/>
                  <a:pt x="136" y="223"/>
                </a:cubicBezTo>
                <a:cubicBezTo>
                  <a:pt x="131" y="223"/>
                  <a:pt x="131" y="223"/>
                  <a:pt x="131" y="223"/>
                </a:cubicBezTo>
                <a:cubicBezTo>
                  <a:pt x="130" y="223"/>
                  <a:pt x="130" y="223"/>
                  <a:pt x="129" y="223"/>
                </a:cubicBezTo>
                <a:cubicBezTo>
                  <a:pt x="129" y="236"/>
                  <a:pt x="129" y="236"/>
                  <a:pt x="129" y="236"/>
                </a:cubicBezTo>
                <a:cubicBezTo>
                  <a:pt x="132" y="236"/>
                  <a:pt x="135" y="235"/>
                  <a:pt x="138" y="235"/>
                </a:cubicBezTo>
                <a:cubicBezTo>
                  <a:pt x="142" y="235"/>
                  <a:pt x="146" y="236"/>
                  <a:pt x="149" y="237"/>
                </a:cubicBezTo>
                <a:cubicBezTo>
                  <a:pt x="152" y="238"/>
                  <a:pt x="155" y="240"/>
                  <a:pt x="157" y="242"/>
                </a:cubicBezTo>
                <a:cubicBezTo>
                  <a:pt x="160" y="244"/>
                  <a:pt x="161" y="246"/>
                  <a:pt x="163" y="250"/>
                </a:cubicBezTo>
                <a:cubicBezTo>
                  <a:pt x="164" y="253"/>
                  <a:pt x="165" y="256"/>
                  <a:pt x="165" y="260"/>
                </a:cubicBezTo>
                <a:cubicBezTo>
                  <a:pt x="165" y="264"/>
                  <a:pt x="164" y="268"/>
                  <a:pt x="163" y="271"/>
                </a:cubicBezTo>
                <a:cubicBezTo>
                  <a:pt x="161" y="274"/>
                  <a:pt x="159" y="276"/>
                  <a:pt x="157" y="278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16" name="Freeform 116"/>
          <p:cNvSpPr>
            <a:spLocks noEditPoints="1"/>
          </p:cNvSpPr>
          <p:nvPr/>
        </p:nvSpPr>
        <p:spPr bwMode="auto">
          <a:xfrm>
            <a:off x="9605434" y="5319184"/>
            <a:ext cx="575733" cy="575733"/>
          </a:xfrm>
          <a:custGeom>
            <a:avLst/>
            <a:gdLst>
              <a:gd name="T0" fmla="*/ 184 w 353"/>
              <a:gd name="T1" fmla="*/ 217 h 353"/>
              <a:gd name="T2" fmla="*/ 216 w 353"/>
              <a:gd name="T3" fmla="*/ 249 h 353"/>
              <a:gd name="T4" fmla="*/ 216 w 353"/>
              <a:gd name="T5" fmla="*/ 160 h 353"/>
              <a:gd name="T6" fmla="*/ 184 w 353"/>
              <a:gd name="T7" fmla="*/ 192 h 353"/>
              <a:gd name="T8" fmla="*/ 216 w 353"/>
              <a:gd name="T9" fmla="*/ 160 h 353"/>
              <a:gd name="T10" fmla="*/ 184 w 353"/>
              <a:gd name="T11" fmla="*/ 273 h 353"/>
              <a:gd name="T12" fmla="*/ 216 w 353"/>
              <a:gd name="T13" fmla="*/ 305 h 353"/>
              <a:gd name="T14" fmla="*/ 264 w 353"/>
              <a:gd name="T15" fmla="*/ 160 h 353"/>
              <a:gd name="T16" fmla="*/ 232 w 353"/>
              <a:gd name="T17" fmla="*/ 192 h 353"/>
              <a:gd name="T18" fmla="*/ 264 w 353"/>
              <a:gd name="T19" fmla="*/ 160 h 353"/>
              <a:gd name="T20" fmla="*/ 281 w 353"/>
              <a:gd name="T21" fmla="*/ 160 h 353"/>
              <a:gd name="T22" fmla="*/ 313 w 353"/>
              <a:gd name="T23" fmla="*/ 192 h 353"/>
              <a:gd name="T24" fmla="*/ 264 w 353"/>
              <a:gd name="T25" fmla="*/ 217 h 353"/>
              <a:gd name="T26" fmla="*/ 232 w 353"/>
              <a:gd name="T27" fmla="*/ 249 h 353"/>
              <a:gd name="T28" fmla="*/ 264 w 353"/>
              <a:gd name="T29" fmla="*/ 217 h 353"/>
              <a:gd name="T30" fmla="*/ 281 w 353"/>
              <a:gd name="T31" fmla="*/ 217 h 353"/>
              <a:gd name="T32" fmla="*/ 313 w 353"/>
              <a:gd name="T33" fmla="*/ 249 h 353"/>
              <a:gd name="T34" fmla="*/ 168 w 353"/>
              <a:gd name="T35" fmla="*/ 217 h 353"/>
              <a:gd name="T36" fmla="*/ 136 w 353"/>
              <a:gd name="T37" fmla="*/ 249 h 353"/>
              <a:gd name="T38" fmla="*/ 168 w 353"/>
              <a:gd name="T39" fmla="*/ 217 h 353"/>
              <a:gd name="T40" fmla="*/ 136 w 353"/>
              <a:gd name="T41" fmla="*/ 160 h 353"/>
              <a:gd name="T42" fmla="*/ 168 w 353"/>
              <a:gd name="T43" fmla="*/ 192 h 353"/>
              <a:gd name="T44" fmla="*/ 168 w 353"/>
              <a:gd name="T45" fmla="*/ 273 h 353"/>
              <a:gd name="T46" fmla="*/ 136 w 353"/>
              <a:gd name="T47" fmla="*/ 305 h 353"/>
              <a:gd name="T48" fmla="*/ 168 w 353"/>
              <a:gd name="T49" fmla="*/ 273 h 353"/>
              <a:gd name="T50" fmla="*/ 40 w 353"/>
              <a:gd name="T51" fmla="*/ 217 h 353"/>
              <a:gd name="T52" fmla="*/ 72 w 353"/>
              <a:gd name="T53" fmla="*/ 249 h 353"/>
              <a:gd name="T54" fmla="*/ 72 w 353"/>
              <a:gd name="T55" fmla="*/ 160 h 353"/>
              <a:gd name="T56" fmla="*/ 40 w 353"/>
              <a:gd name="T57" fmla="*/ 192 h 353"/>
              <a:gd name="T58" fmla="*/ 72 w 353"/>
              <a:gd name="T59" fmla="*/ 160 h 353"/>
              <a:gd name="T60" fmla="*/ 289 w 353"/>
              <a:gd name="T61" fmla="*/ 32 h 353"/>
              <a:gd name="T62" fmla="*/ 281 w 353"/>
              <a:gd name="T63" fmla="*/ 0 h 353"/>
              <a:gd name="T64" fmla="*/ 272 w 353"/>
              <a:gd name="T65" fmla="*/ 32 h 353"/>
              <a:gd name="T66" fmla="*/ 80 w 353"/>
              <a:gd name="T67" fmla="*/ 8 h 353"/>
              <a:gd name="T68" fmla="*/ 64 w 353"/>
              <a:gd name="T69" fmla="*/ 8 h 353"/>
              <a:gd name="T70" fmla="*/ 32 w 353"/>
              <a:gd name="T71" fmla="*/ 32 h 353"/>
              <a:gd name="T72" fmla="*/ 0 w 353"/>
              <a:gd name="T73" fmla="*/ 321 h 353"/>
              <a:gd name="T74" fmla="*/ 321 w 353"/>
              <a:gd name="T75" fmla="*/ 353 h 353"/>
              <a:gd name="T76" fmla="*/ 353 w 353"/>
              <a:gd name="T77" fmla="*/ 64 h 353"/>
              <a:gd name="T78" fmla="*/ 337 w 353"/>
              <a:gd name="T79" fmla="*/ 321 h 353"/>
              <a:gd name="T80" fmla="*/ 32 w 353"/>
              <a:gd name="T81" fmla="*/ 337 h 353"/>
              <a:gd name="T82" fmla="*/ 16 w 353"/>
              <a:gd name="T83" fmla="*/ 128 h 353"/>
              <a:gd name="T84" fmla="*/ 337 w 353"/>
              <a:gd name="T85" fmla="*/ 321 h 353"/>
              <a:gd name="T86" fmla="*/ 16 w 353"/>
              <a:gd name="T87" fmla="*/ 112 h 353"/>
              <a:gd name="T88" fmla="*/ 32 w 353"/>
              <a:gd name="T89" fmla="*/ 48 h 353"/>
              <a:gd name="T90" fmla="*/ 64 w 353"/>
              <a:gd name="T91" fmla="*/ 72 h 353"/>
              <a:gd name="T92" fmla="*/ 80 w 353"/>
              <a:gd name="T93" fmla="*/ 72 h 353"/>
              <a:gd name="T94" fmla="*/ 272 w 353"/>
              <a:gd name="T95" fmla="*/ 48 h 353"/>
              <a:gd name="T96" fmla="*/ 281 w 353"/>
              <a:gd name="T97" fmla="*/ 80 h 353"/>
              <a:gd name="T98" fmla="*/ 289 w 353"/>
              <a:gd name="T99" fmla="*/ 48 h 353"/>
              <a:gd name="T100" fmla="*/ 337 w 353"/>
              <a:gd name="T101" fmla="*/ 64 h 353"/>
              <a:gd name="T102" fmla="*/ 72 w 353"/>
              <a:gd name="T103" fmla="*/ 273 h 353"/>
              <a:gd name="T104" fmla="*/ 40 w 353"/>
              <a:gd name="T105" fmla="*/ 305 h 353"/>
              <a:gd name="T106" fmla="*/ 72 w 353"/>
              <a:gd name="T107" fmla="*/ 273 h 353"/>
              <a:gd name="T108" fmla="*/ 88 w 353"/>
              <a:gd name="T109" fmla="*/ 160 h 353"/>
              <a:gd name="T110" fmla="*/ 120 w 353"/>
              <a:gd name="T111" fmla="*/ 192 h 353"/>
              <a:gd name="T112" fmla="*/ 120 w 353"/>
              <a:gd name="T113" fmla="*/ 273 h 353"/>
              <a:gd name="T114" fmla="*/ 88 w 353"/>
              <a:gd name="T115" fmla="*/ 305 h 353"/>
              <a:gd name="T116" fmla="*/ 120 w 353"/>
              <a:gd name="T117" fmla="*/ 273 h 353"/>
              <a:gd name="T118" fmla="*/ 88 w 353"/>
              <a:gd name="T119" fmla="*/ 217 h 353"/>
              <a:gd name="T120" fmla="*/ 120 w 353"/>
              <a:gd name="T121" fmla="*/ 249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353" h="353">
                <a:moveTo>
                  <a:pt x="216" y="217"/>
                </a:moveTo>
                <a:cubicBezTo>
                  <a:pt x="184" y="217"/>
                  <a:pt x="184" y="217"/>
                  <a:pt x="184" y="217"/>
                </a:cubicBezTo>
                <a:cubicBezTo>
                  <a:pt x="184" y="249"/>
                  <a:pt x="184" y="249"/>
                  <a:pt x="184" y="249"/>
                </a:cubicBezTo>
                <a:cubicBezTo>
                  <a:pt x="216" y="249"/>
                  <a:pt x="216" y="249"/>
                  <a:pt x="216" y="249"/>
                </a:cubicBezTo>
                <a:lnTo>
                  <a:pt x="216" y="217"/>
                </a:lnTo>
                <a:close/>
                <a:moveTo>
                  <a:pt x="216" y="160"/>
                </a:moveTo>
                <a:cubicBezTo>
                  <a:pt x="184" y="160"/>
                  <a:pt x="184" y="160"/>
                  <a:pt x="184" y="160"/>
                </a:cubicBezTo>
                <a:cubicBezTo>
                  <a:pt x="184" y="192"/>
                  <a:pt x="184" y="192"/>
                  <a:pt x="184" y="192"/>
                </a:cubicBezTo>
                <a:cubicBezTo>
                  <a:pt x="216" y="192"/>
                  <a:pt x="216" y="192"/>
                  <a:pt x="216" y="192"/>
                </a:cubicBezTo>
                <a:lnTo>
                  <a:pt x="216" y="160"/>
                </a:lnTo>
                <a:close/>
                <a:moveTo>
                  <a:pt x="216" y="273"/>
                </a:moveTo>
                <a:cubicBezTo>
                  <a:pt x="184" y="273"/>
                  <a:pt x="184" y="273"/>
                  <a:pt x="184" y="273"/>
                </a:cubicBezTo>
                <a:cubicBezTo>
                  <a:pt x="184" y="305"/>
                  <a:pt x="184" y="305"/>
                  <a:pt x="184" y="305"/>
                </a:cubicBezTo>
                <a:cubicBezTo>
                  <a:pt x="216" y="305"/>
                  <a:pt x="216" y="305"/>
                  <a:pt x="216" y="305"/>
                </a:cubicBezTo>
                <a:lnTo>
                  <a:pt x="216" y="273"/>
                </a:lnTo>
                <a:close/>
                <a:moveTo>
                  <a:pt x="264" y="160"/>
                </a:moveTo>
                <a:cubicBezTo>
                  <a:pt x="232" y="160"/>
                  <a:pt x="232" y="160"/>
                  <a:pt x="232" y="160"/>
                </a:cubicBezTo>
                <a:cubicBezTo>
                  <a:pt x="232" y="192"/>
                  <a:pt x="232" y="192"/>
                  <a:pt x="232" y="192"/>
                </a:cubicBezTo>
                <a:cubicBezTo>
                  <a:pt x="264" y="192"/>
                  <a:pt x="264" y="192"/>
                  <a:pt x="264" y="192"/>
                </a:cubicBezTo>
                <a:lnTo>
                  <a:pt x="264" y="160"/>
                </a:lnTo>
                <a:close/>
                <a:moveTo>
                  <a:pt x="313" y="160"/>
                </a:moveTo>
                <a:cubicBezTo>
                  <a:pt x="281" y="160"/>
                  <a:pt x="281" y="160"/>
                  <a:pt x="281" y="160"/>
                </a:cubicBezTo>
                <a:cubicBezTo>
                  <a:pt x="281" y="192"/>
                  <a:pt x="281" y="192"/>
                  <a:pt x="281" y="192"/>
                </a:cubicBezTo>
                <a:cubicBezTo>
                  <a:pt x="313" y="192"/>
                  <a:pt x="313" y="192"/>
                  <a:pt x="313" y="192"/>
                </a:cubicBezTo>
                <a:lnTo>
                  <a:pt x="313" y="160"/>
                </a:lnTo>
                <a:close/>
                <a:moveTo>
                  <a:pt x="264" y="217"/>
                </a:moveTo>
                <a:cubicBezTo>
                  <a:pt x="232" y="217"/>
                  <a:pt x="232" y="217"/>
                  <a:pt x="232" y="217"/>
                </a:cubicBezTo>
                <a:cubicBezTo>
                  <a:pt x="232" y="249"/>
                  <a:pt x="232" y="249"/>
                  <a:pt x="232" y="249"/>
                </a:cubicBezTo>
                <a:cubicBezTo>
                  <a:pt x="264" y="249"/>
                  <a:pt x="264" y="249"/>
                  <a:pt x="264" y="249"/>
                </a:cubicBezTo>
                <a:lnTo>
                  <a:pt x="264" y="217"/>
                </a:lnTo>
                <a:close/>
                <a:moveTo>
                  <a:pt x="313" y="217"/>
                </a:moveTo>
                <a:cubicBezTo>
                  <a:pt x="281" y="217"/>
                  <a:pt x="281" y="217"/>
                  <a:pt x="281" y="217"/>
                </a:cubicBezTo>
                <a:cubicBezTo>
                  <a:pt x="281" y="249"/>
                  <a:pt x="281" y="249"/>
                  <a:pt x="281" y="249"/>
                </a:cubicBezTo>
                <a:cubicBezTo>
                  <a:pt x="313" y="249"/>
                  <a:pt x="313" y="249"/>
                  <a:pt x="313" y="249"/>
                </a:cubicBezTo>
                <a:lnTo>
                  <a:pt x="313" y="217"/>
                </a:lnTo>
                <a:close/>
                <a:moveTo>
                  <a:pt x="168" y="217"/>
                </a:moveTo>
                <a:cubicBezTo>
                  <a:pt x="136" y="217"/>
                  <a:pt x="136" y="217"/>
                  <a:pt x="136" y="217"/>
                </a:cubicBezTo>
                <a:cubicBezTo>
                  <a:pt x="136" y="249"/>
                  <a:pt x="136" y="249"/>
                  <a:pt x="136" y="249"/>
                </a:cubicBezTo>
                <a:cubicBezTo>
                  <a:pt x="168" y="249"/>
                  <a:pt x="168" y="249"/>
                  <a:pt x="168" y="249"/>
                </a:cubicBezTo>
                <a:lnTo>
                  <a:pt x="168" y="217"/>
                </a:lnTo>
                <a:close/>
                <a:moveTo>
                  <a:pt x="168" y="160"/>
                </a:moveTo>
                <a:cubicBezTo>
                  <a:pt x="136" y="160"/>
                  <a:pt x="136" y="160"/>
                  <a:pt x="136" y="160"/>
                </a:cubicBezTo>
                <a:cubicBezTo>
                  <a:pt x="136" y="192"/>
                  <a:pt x="136" y="192"/>
                  <a:pt x="136" y="192"/>
                </a:cubicBezTo>
                <a:cubicBezTo>
                  <a:pt x="168" y="192"/>
                  <a:pt x="168" y="192"/>
                  <a:pt x="168" y="192"/>
                </a:cubicBezTo>
                <a:lnTo>
                  <a:pt x="168" y="160"/>
                </a:lnTo>
                <a:close/>
                <a:moveTo>
                  <a:pt x="168" y="273"/>
                </a:moveTo>
                <a:cubicBezTo>
                  <a:pt x="136" y="273"/>
                  <a:pt x="136" y="273"/>
                  <a:pt x="136" y="273"/>
                </a:cubicBezTo>
                <a:cubicBezTo>
                  <a:pt x="136" y="305"/>
                  <a:pt x="136" y="305"/>
                  <a:pt x="136" y="305"/>
                </a:cubicBezTo>
                <a:cubicBezTo>
                  <a:pt x="168" y="305"/>
                  <a:pt x="168" y="305"/>
                  <a:pt x="168" y="305"/>
                </a:cubicBezTo>
                <a:lnTo>
                  <a:pt x="168" y="273"/>
                </a:lnTo>
                <a:close/>
                <a:moveTo>
                  <a:pt x="72" y="217"/>
                </a:moveTo>
                <a:cubicBezTo>
                  <a:pt x="40" y="217"/>
                  <a:pt x="40" y="217"/>
                  <a:pt x="40" y="217"/>
                </a:cubicBezTo>
                <a:cubicBezTo>
                  <a:pt x="40" y="249"/>
                  <a:pt x="40" y="249"/>
                  <a:pt x="40" y="249"/>
                </a:cubicBezTo>
                <a:cubicBezTo>
                  <a:pt x="72" y="249"/>
                  <a:pt x="72" y="249"/>
                  <a:pt x="72" y="249"/>
                </a:cubicBezTo>
                <a:lnTo>
                  <a:pt x="72" y="217"/>
                </a:lnTo>
                <a:close/>
                <a:moveTo>
                  <a:pt x="72" y="160"/>
                </a:moveTo>
                <a:cubicBezTo>
                  <a:pt x="40" y="160"/>
                  <a:pt x="40" y="160"/>
                  <a:pt x="40" y="160"/>
                </a:cubicBezTo>
                <a:cubicBezTo>
                  <a:pt x="40" y="192"/>
                  <a:pt x="40" y="192"/>
                  <a:pt x="40" y="192"/>
                </a:cubicBezTo>
                <a:cubicBezTo>
                  <a:pt x="72" y="192"/>
                  <a:pt x="72" y="192"/>
                  <a:pt x="72" y="192"/>
                </a:cubicBezTo>
                <a:lnTo>
                  <a:pt x="72" y="160"/>
                </a:lnTo>
                <a:close/>
                <a:moveTo>
                  <a:pt x="321" y="32"/>
                </a:moveTo>
                <a:cubicBezTo>
                  <a:pt x="289" y="32"/>
                  <a:pt x="289" y="32"/>
                  <a:pt x="289" y="32"/>
                </a:cubicBezTo>
                <a:cubicBezTo>
                  <a:pt x="289" y="8"/>
                  <a:pt x="289" y="8"/>
                  <a:pt x="289" y="8"/>
                </a:cubicBezTo>
                <a:cubicBezTo>
                  <a:pt x="289" y="3"/>
                  <a:pt x="285" y="0"/>
                  <a:pt x="281" y="0"/>
                </a:cubicBezTo>
                <a:cubicBezTo>
                  <a:pt x="276" y="0"/>
                  <a:pt x="272" y="3"/>
                  <a:pt x="272" y="8"/>
                </a:cubicBezTo>
                <a:cubicBezTo>
                  <a:pt x="272" y="32"/>
                  <a:pt x="272" y="32"/>
                  <a:pt x="272" y="32"/>
                </a:cubicBezTo>
                <a:cubicBezTo>
                  <a:pt x="80" y="32"/>
                  <a:pt x="80" y="32"/>
                  <a:pt x="80" y="32"/>
                </a:cubicBezTo>
                <a:cubicBezTo>
                  <a:pt x="80" y="8"/>
                  <a:pt x="80" y="8"/>
                  <a:pt x="80" y="8"/>
                </a:cubicBezTo>
                <a:cubicBezTo>
                  <a:pt x="80" y="3"/>
                  <a:pt x="76" y="0"/>
                  <a:pt x="72" y="0"/>
                </a:cubicBezTo>
                <a:cubicBezTo>
                  <a:pt x="67" y="0"/>
                  <a:pt x="64" y="3"/>
                  <a:pt x="64" y="8"/>
                </a:cubicBezTo>
                <a:cubicBezTo>
                  <a:pt x="64" y="32"/>
                  <a:pt x="64" y="32"/>
                  <a:pt x="64" y="32"/>
                </a:cubicBezTo>
                <a:cubicBezTo>
                  <a:pt x="32" y="32"/>
                  <a:pt x="32" y="32"/>
                  <a:pt x="32" y="32"/>
                </a:cubicBezTo>
                <a:cubicBezTo>
                  <a:pt x="14" y="32"/>
                  <a:pt x="0" y="46"/>
                  <a:pt x="0" y="64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4" y="353"/>
                  <a:pt x="32" y="353"/>
                </a:cubicBezTo>
                <a:cubicBezTo>
                  <a:pt x="321" y="353"/>
                  <a:pt x="321" y="353"/>
                  <a:pt x="321" y="353"/>
                </a:cubicBezTo>
                <a:cubicBezTo>
                  <a:pt x="338" y="353"/>
                  <a:pt x="353" y="339"/>
                  <a:pt x="353" y="321"/>
                </a:cubicBezTo>
                <a:cubicBezTo>
                  <a:pt x="353" y="64"/>
                  <a:pt x="353" y="64"/>
                  <a:pt x="353" y="64"/>
                </a:cubicBezTo>
                <a:cubicBezTo>
                  <a:pt x="353" y="46"/>
                  <a:pt x="338" y="32"/>
                  <a:pt x="321" y="32"/>
                </a:cubicBezTo>
                <a:moveTo>
                  <a:pt x="337" y="321"/>
                </a:moveTo>
                <a:cubicBezTo>
                  <a:pt x="337" y="330"/>
                  <a:pt x="330" y="337"/>
                  <a:pt x="321" y="337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23" y="337"/>
                  <a:pt x="16" y="330"/>
                  <a:pt x="16" y="321"/>
                </a:cubicBezTo>
                <a:cubicBezTo>
                  <a:pt x="16" y="128"/>
                  <a:pt x="16" y="128"/>
                  <a:pt x="16" y="128"/>
                </a:cubicBezTo>
                <a:cubicBezTo>
                  <a:pt x="337" y="128"/>
                  <a:pt x="337" y="128"/>
                  <a:pt x="337" y="128"/>
                </a:cubicBezTo>
                <a:lnTo>
                  <a:pt x="337" y="321"/>
                </a:lnTo>
                <a:close/>
                <a:moveTo>
                  <a:pt x="337" y="112"/>
                </a:moveTo>
                <a:cubicBezTo>
                  <a:pt x="16" y="112"/>
                  <a:pt x="16" y="112"/>
                  <a:pt x="16" y="112"/>
                </a:cubicBezTo>
                <a:cubicBezTo>
                  <a:pt x="16" y="64"/>
                  <a:pt x="16" y="64"/>
                  <a:pt x="16" y="64"/>
                </a:cubicBezTo>
                <a:cubicBezTo>
                  <a:pt x="16" y="55"/>
                  <a:pt x="23" y="48"/>
                  <a:pt x="32" y="48"/>
                </a:cubicBezTo>
                <a:cubicBezTo>
                  <a:pt x="64" y="48"/>
                  <a:pt x="64" y="48"/>
                  <a:pt x="64" y="48"/>
                </a:cubicBezTo>
                <a:cubicBezTo>
                  <a:pt x="64" y="72"/>
                  <a:pt x="64" y="72"/>
                  <a:pt x="64" y="72"/>
                </a:cubicBezTo>
                <a:cubicBezTo>
                  <a:pt x="64" y="76"/>
                  <a:pt x="67" y="80"/>
                  <a:pt x="72" y="80"/>
                </a:cubicBezTo>
                <a:cubicBezTo>
                  <a:pt x="76" y="80"/>
                  <a:pt x="80" y="76"/>
                  <a:pt x="80" y="72"/>
                </a:cubicBezTo>
                <a:cubicBezTo>
                  <a:pt x="80" y="48"/>
                  <a:pt x="80" y="48"/>
                  <a:pt x="80" y="48"/>
                </a:cubicBezTo>
                <a:cubicBezTo>
                  <a:pt x="272" y="48"/>
                  <a:pt x="272" y="48"/>
                  <a:pt x="272" y="48"/>
                </a:cubicBezTo>
                <a:cubicBezTo>
                  <a:pt x="272" y="72"/>
                  <a:pt x="272" y="72"/>
                  <a:pt x="272" y="72"/>
                </a:cubicBezTo>
                <a:cubicBezTo>
                  <a:pt x="272" y="76"/>
                  <a:pt x="276" y="80"/>
                  <a:pt x="281" y="80"/>
                </a:cubicBezTo>
                <a:cubicBezTo>
                  <a:pt x="285" y="80"/>
                  <a:pt x="289" y="76"/>
                  <a:pt x="289" y="72"/>
                </a:cubicBezTo>
                <a:cubicBezTo>
                  <a:pt x="289" y="48"/>
                  <a:pt x="289" y="48"/>
                  <a:pt x="289" y="48"/>
                </a:cubicBezTo>
                <a:cubicBezTo>
                  <a:pt x="321" y="48"/>
                  <a:pt x="321" y="48"/>
                  <a:pt x="321" y="48"/>
                </a:cubicBezTo>
                <a:cubicBezTo>
                  <a:pt x="330" y="48"/>
                  <a:pt x="337" y="55"/>
                  <a:pt x="337" y="64"/>
                </a:cubicBezTo>
                <a:lnTo>
                  <a:pt x="337" y="112"/>
                </a:lnTo>
                <a:close/>
                <a:moveTo>
                  <a:pt x="72" y="273"/>
                </a:moveTo>
                <a:cubicBezTo>
                  <a:pt x="40" y="273"/>
                  <a:pt x="40" y="273"/>
                  <a:pt x="40" y="273"/>
                </a:cubicBezTo>
                <a:cubicBezTo>
                  <a:pt x="40" y="305"/>
                  <a:pt x="40" y="305"/>
                  <a:pt x="40" y="305"/>
                </a:cubicBezTo>
                <a:cubicBezTo>
                  <a:pt x="72" y="305"/>
                  <a:pt x="72" y="305"/>
                  <a:pt x="72" y="305"/>
                </a:cubicBezTo>
                <a:lnTo>
                  <a:pt x="72" y="273"/>
                </a:lnTo>
                <a:close/>
                <a:moveTo>
                  <a:pt x="120" y="160"/>
                </a:moveTo>
                <a:cubicBezTo>
                  <a:pt x="88" y="160"/>
                  <a:pt x="88" y="160"/>
                  <a:pt x="88" y="160"/>
                </a:cubicBezTo>
                <a:cubicBezTo>
                  <a:pt x="88" y="192"/>
                  <a:pt x="88" y="192"/>
                  <a:pt x="88" y="192"/>
                </a:cubicBezTo>
                <a:cubicBezTo>
                  <a:pt x="120" y="192"/>
                  <a:pt x="120" y="192"/>
                  <a:pt x="120" y="192"/>
                </a:cubicBezTo>
                <a:lnTo>
                  <a:pt x="120" y="160"/>
                </a:lnTo>
                <a:close/>
                <a:moveTo>
                  <a:pt x="120" y="273"/>
                </a:moveTo>
                <a:cubicBezTo>
                  <a:pt x="88" y="273"/>
                  <a:pt x="88" y="273"/>
                  <a:pt x="88" y="273"/>
                </a:cubicBezTo>
                <a:cubicBezTo>
                  <a:pt x="88" y="305"/>
                  <a:pt x="88" y="305"/>
                  <a:pt x="88" y="305"/>
                </a:cubicBezTo>
                <a:cubicBezTo>
                  <a:pt x="120" y="305"/>
                  <a:pt x="120" y="305"/>
                  <a:pt x="120" y="305"/>
                </a:cubicBezTo>
                <a:lnTo>
                  <a:pt x="120" y="273"/>
                </a:lnTo>
                <a:close/>
                <a:moveTo>
                  <a:pt x="120" y="217"/>
                </a:moveTo>
                <a:cubicBezTo>
                  <a:pt x="88" y="217"/>
                  <a:pt x="88" y="217"/>
                  <a:pt x="88" y="217"/>
                </a:cubicBezTo>
                <a:cubicBezTo>
                  <a:pt x="88" y="249"/>
                  <a:pt x="88" y="249"/>
                  <a:pt x="88" y="249"/>
                </a:cubicBezTo>
                <a:cubicBezTo>
                  <a:pt x="120" y="249"/>
                  <a:pt x="120" y="249"/>
                  <a:pt x="120" y="249"/>
                </a:cubicBezTo>
                <a:lnTo>
                  <a:pt x="120" y="217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17" name="Freeform 117"/>
          <p:cNvSpPr>
            <a:spLocks noEditPoints="1"/>
          </p:cNvSpPr>
          <p:nvPr/>
        </p:nvSpPr>
        <p:spPr bwMode="auto">
          <a:xfrm>
            <a:off x="10703984" y="5319184"/>
            <a:ext cx="575733" cy="575733"/>
          </a:xfrm>
          <a:custGeom>
            <a:avLst/>
            <a:gdLst>
              <a:gd name="T0" fmla="*/ 353 w 353"/>
              <a:gd name="T1" fmla="*/ 136 h 353"/>
              <a:gd name="T2" fmla="*/ 349 w 353"/>
              <a:gd name="T3" fmla="*/ 97 h 353"/>
              <a:gd name="T4" fmla="*/ 180 w 353"/>
              <a:gd name="T5" fmla="*/ 1 h 353"/>
              <a:gd name="T6" fmla="*/ 176 w 353"/>
              <a:gd name="T7" fmla="*/ 0 h 353"/>
              <a:gd name="T8" fmla="*/ 173 w 353"/>
              <a:gd name="T9" fmla="*/ 1 h 353"/>
              <a:gd name="T10" fmla="*/ 4 w 353"/>
              <a:gd name="T11" fmla="*/ 97 h 353"/>
              <a:gd name="T12" fmla="*/ 0 w 353"/>
              <a:gd name="T13" fmla="*/ 136 h 353"/>
              <a:gd name="T14" fmla="*/ 32 w 353"/>
              <a:gd name="T15" fmla="*/ 144 h 353"/>
              <a:gd name="T16" fmla="*/ 24 w 353"/>
              <a:gd name="T17" fmla="*/ 289 h 353"/>
              <a:gd name="T18" fmla="*/ 16 w 353"/>
              <a:gd name="T19" fmla="*/ 294 h 353"/>
              <a:gd name="T20" fmla="*/ 0 w 353"/>
              <a:gd name="T21" fmla="*/ 342 h 353"/>
              <a:gd name="T22" fmla="*/ 8 w 353"/>
              <a:gd name="T23" fmla="*/ 353 h 353"/>
              <a:gd name="T24" fmla="*/ 353 w 353"/>
              <a:gd name="T25" fmla="*/ 345 h 353"/>
              <a:gd name="T26" fmla="*/ 353 w 353"/>
              <a:gd name="T27" fmla="*/ 342 h 353"/>
              <a:gd name="T28" fmla="*/ 337 w 353"/>
              <a:gd name="T29" fmla="*/ 294 h 353"/>
              <a:gd name="T30" fmla="*/ 321 w 353"/>
              <a:gd name="T31" fmla="*/ 289 h 353"/>
              <a:gd name="T32" fmla="*/ 345 w 353"/>
              <a:gd name="T33" fmla="*/ 144 h 353"/>
              <a:gd name="T34" fmla="*/ 315 w 353"/>
              <a:gd name="T35" fmla="*/ 96 h 353"/>
              <a:gd name="T36" fmla="*/ 176 w 353"/>
              <a:gd name="T37" fmla="*/ 17 h 353"/>
              <a:gd name="T38" fmla="*/ 334 w 353"/>
              <a:gd name="T39" fmla="*/ 337 h 353"/>
              <a:gd name="T40" fmla="*/ 30 w 353"/>
              <a:gd name="T41" fmla="*/ 305 h 353"/>
              <a:gd name="T42" fmla="*/ 48 w 353"/>
              <a:gd name="T43" fmla="*/ 144 h 353"/>
              <a:gd name="T44" fmla="*/ 80 w 353"/>
              <a:gd name="T45" fmla="*/ 289 h 353"/>
              <a:gd name="T46" fmla="*/ 48 w 353"/>
              <a:gd name="T47" fmla="*/ 144 h 353"/>
              <a:gd name="T48" fmla="*/ 128 w 353"/>
              <a:gd name="T49" fmla="*/ 144 h 353"/>
              <a:gd name="T50" fmla="*/ 96 w 353"/>
              <a:gd name="T51" fmla="*/ 289 h 353"/>
              <a:gd name="T52" fmla="*/ 144 w 353"/>
              <a:gd name="T53" fmla="*/ 144 h 353"/>
              <a:gd name="T54" fmla="*/ 209 w 353"/>
              <a:gd name="T55" fmla="*/ 289 h 353"/>
              <a:gd name="T56" fmla="*/ 144 w 353"/>
              <a:gd name="T57" fmla="*/ 144 h 353"/>
              <a:gd name="T58" fmla="*/ 257 w 353"/>
              <a:gd name="T59" fmla="*/ 144 h 353"/>
              <a:gd name="T60" fmla="*/ 225 w 353"/>
              <a:gd name="T61" fmla="*/ 289 h 353"/>
              <a:gd name="T62" fmla="*/ 273 w 353"/>
              <a:gd name="T63" fmla="*/ 144 h 353"/>
              <a:gd name="T64" fmla="*/ 305 w 353"/>
              <a:gd name="T65" fmla="*/ 289 h 353"/>
              <a:gd name="T66" fmla="*/ 273 w 353"/>
              <a:gd name="T67" fmla="*/ 144 h 353"/>
              <a:gd name="T68" fmla="*/ 337 w 353"/>
              <a:gd name="T69" fmla="*/ 112 h 353"/>
              <a:gd name="T70" fmla="*/ 16 w 353"/>
              <a:gd name="T71" fmla="*/ 128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353" h="353">
                <a:moveTo>
                  <a:pt x="345" y="144"/>
                </a:moveTo>
                <a:cubicBezTo>
                  <a:pt x="350" y="144"/>
                  <a:pt x="353" y="141"/>
                  <a:pt x="353" y="136"/>
                </a:cubicBezTo>
                <a:cubicBezTo>
                  <a:pt x="353" y="104"/>
                  <a:pt x="353" y="104"/>
                  <a:pt x="353" y="104"/>
                </a:cubicBezTo>
                <a:cubicBezTo>
                  <a:pt x="353" y="101"/>
                  <a:pt x="351" y="99"/>
                  <a:pt x="349" y="97"/>
                </a:cubicBezTo>
                <a:cubicBezTo>
                  <a:pt x="349" y="97"/>
                  <a:pt x="349" y="97"/>
                  <a:pt x="349" y="97"/>
                </a:cubicBezTo>
                <a:cubicBezTo>
                  <a:pt x="180" y="1"/>
                  <a:pt x="180" y="1"/>
                  <a:pt x="180" y="1"/>
                </a:cubicBezTo>
                <a:cubicBezTo>
                  <a:pt x="180" y="1"/>
                  <a:pt x="180" y="1"/>
                  <a:pt x="180" y="1"/>
                </a:cubicBezTo>
                <a:cubicBezTo>
                  <a:pt x="179" y="0"/>
                  <a:pt x="178" y="0"/>
                  <a:pt x="176" y="0"/>
                </a:cubicBezTo>
                <a:cubicBezTo>
                  <a:pt x="175" y="0"/>
                  <a:pt x="174" y="0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4" y="97"/>
                  <a:pt x="4" y="97"/>
                  <a:pt x="4" y="97"/>
                </a:cubicBezTo>
                <a:cubicBezTo>
                  <a:pt x="4" y="97"/>
                  <a:pt x="4" y="97"/>
                  <a:pt x="4" y="97"/>
                </a:cubicBezTo>
                <a:cubicBezTo>
                  <a:pt x="2" y="99"/>
                  <a:pt x="0" y="101"/>
                  <a:pt x="0" y="104"/>
                </a:cubicBezTo>
                <a:cubicBezTo>
                  <a:pt x="0" y="136"/>
                  <a:pt x="0" y="136"/>
                  <a:pt x="0" y="136"/>
                </a:cubicBezTo>
                <a:cubicBezTo>
                  <a:pt x="0" y="141"/>
                  <a:pt x="3" y="144"/>
                  <a:pt x="8" y="144"/>
                </a:cubicBezTo>
                <a:cubicBezTo>
                  <a:pt x="32" y="144"/>
                  <a:pt x="32" y="144"/>
                  <a:pt x="32" y="144"/>
                </a:cubicBezTo>
                <a:cubicBezTo>
                  <a:pt x="32" y="289"/>
                  <a:pt x="32" y="289"/>
                  <a:pt x="32" y="289"/>
                </a:cubicBezTo>
                <a:cubicBezTo>
                  <a:pt x="24" y="289"/>
                  <a:pt x="24" y="289"/>
                  <a:pt x="24" y="289"/>
                </a:cubicBezTo>
                <a:cubicBezTo>
                  <a:pt x="20" y="289"/>
                  <a:pt x="18" y="291"/>
                  <a:pt x="16" y="294"/>
                </a:cubicBezTo>
                <a:cubicBezTo>
                  <a:pt x="16" y="294"/>
                  <a:pt x="16" y="294"/>
                  <a:pt x="16" y="294"/>
                </a:cubicBezTo>
                <a:cubicBezTo>
                  <a:pt x="0" y="342"/>
                  <a:pt x="0" y="342"/>
                  <a:pt x="0" y="342"/>
                </a:cubicBezTo>
                <a:cubicBezTo>
                  <a:pt x="0" y="342"/>
                  <a:pt x="0" y="342"/>
                  <a:pt x="0" y="342"/>
                </a:cubicBezTo>
                <a:cubicBezTo>
                  <a:pt x="0" y="343"/>
                  <a:pt x="0" y="344"/>
                  <a:pt x="0" y="345"/>
                </a:cubicBezTo>
                <a:cubicBezTo>
                  <a:pt x="0" y="349"/>
                  <a:pt x="3" y="353"/>
                  <a:pt x="8" y="353"/>
                </a:cubicBezTo>
                <a:cubicBezTo>
                  <a:pt x="345" y="353"/>
                  <a:pt x="345" y="353"/>
                  <a:pt x="345" y="353"/>
                </a:cubicBezTo>
                <a:cubicBezTo>
                  <a:pt x="350" y="353"/>
                  <a:pt x="353" y="349"/>
                  <a:pt x="353" y="345"/>
                </a:cubicBezTo>
                <a:cubicBezTo>
                  <a:pt x="353" y="344"/>
                  <a:pt x="353" y="343"/>
                  <a:pt x="353" y="342"/>
                </a:cubicBezTo>
                <a:cubicBezTo>
                  <a:pt x="353" y="342"/>
                  <a:pt x="353" y="342"/>
                  <a:pt x="353" y="342"/>
                </a:cubicBezTo>
                <a:cubicBezTo>
                  <a:pt x="337" y="294"/>
                  <a:pt x="337" y="294"/>
                  <a:pt x="337" y="294"/>
                </a:cubicBezTo>
                <a:cubicBezTo>
                  <a:pt x="337" y="294"/>
                  <a:pt x="337" y="294"/>
                  <a:pt x="337" y="294"/>
                </a:cubicBezTo>
                <a:cubicBezTo>
                  <a:pt x="335" y="291"/>
                  <a:pt x="333" y="289"/>
                  <a:pt x="329" y="289"/>
                </a:cubicBezTo>
                <a:cubicBezTo>
                  <a:pt x="321" y="289"/>
                  <a:pt x="321" y="289"/>
                  <a:pt x="321" y="289"/>
                </a:cubicBezTo>
                <a:cubicBezTo>
                  <a:pt x="321" y="144"/>
                  <a:pt x="321" y="144"/>
                  <a:pt x="321" y="144"/>
                </a:cubicBezTo>
                <a:lnTo>
                  <a:pt x="345" y="144"/>
                </a:lnTo>
                <a:close/>
                <a:moveTo>
                  <a:pt x="176" y="17"/>
                </a:moveTo>
                <a:cubicBezTo>
                  <a:pt x="315" y="96"/>
                  <a:pt x="315" y="96"/>
                  <a:pt x="315" y="96"/>
                </a:cubicBezTo>
                <a:cubicBezTo>
                  <a:pt x="38" y="96"/>
                  <a:pt x="38" y="96"/>
                  <a:pt x="38" y="96"/>
                </a:cubicBezTo>
                <a:lnTo>
                  <a:pt x="176" y="17"/>
                </a:lnTo>
                <a:close/>
                <a:moveTo>
                  <a:pt x="323" y="305"/>
                </a:moveTo>
                <a:cubicBezTo>
                  <a:pt x="334" y="337"/>
                  <a:pt x="334" y="337"/>
                  <a:pt x="334" y="337"/>
                </a:cubicBezTo>
                <a:cubicBezTo>
                  <a:pt x="19" y="337"/>
                  <a:pt x="19" y="337"/>
                  <a:pt x="19" y="337"/>
                </a:cubicBezTo>
                <a:cubicBezTo>
                  <a:pt x="30" y="305"/>
                  <a:pt x="30" y="305"/>
                  <a:pt x="30" y="305"/>
                </a:cubicBezTo>
                <a:lnTo>
                  <a:pt x="323" y="305"/>
                </a:lnTo>
                <a:close/>
                <a:moveTo>
                  <a:pt x="48" y="144"/>
                </a:moveTo>
                <a:cubicBezTo>
                  <a:pt x="80" y="144"/>
                  <a:pt x="80" y="144"/>
                  <a:pt x="80" y="144"/>
                </a:cubicBezTo>
                <a:cubicBezTo>
                  <a:pt x="80" y="289"/>
                  <a:pt x="80" y="289"/>
                  <a:pt x="80" y="289"/>
                </a:cubicBezTo>
                <a:cubicBezTo>
                  <a:pt x="48" y="289"/>
                  <a:pt x="48" y="289"/>
                  <a:pt x="48" y="289"/>
                </a:cubicBezTo>
                <a:lnTo>
                  <a:pt x="48" y="144"/>
                </a:lnTo>
                <a:close/>
                <a:moveTo>
                  <a:pt x="96" y="144"/>
                </a:moveTo>
                <a:cubicBezTo>
                  <a:pt x="128" y="144"/>
                  <a:pt x="128" y="144"/>
                  <a:pt x="128" y="144"/>
                </a:cubicBezTo>
                <a:cubicBezTo>
                  <a:pt x="128" y="289"/>
                  <a:pt x="128" y="289"/>
                  <a:pt x="128" y="289"/>
                </a:cubicBezTo>
                <a:cubicBezTo>
                  <a:pt x="96" y="289"/>
                  <a:pt x="96" y="289"/>
                  <a:pt x="96" y="289"/>
                </a:cubicBezTo>
                <a:lnTo>
                  <a:pt x="96" y="144"/>
                </a:lnTo>
                <a:close/>
                <a:moveTo>
                  <a:pt x="144" y="144"/>
                </a:moveTo>
                <a:cubicBezTo>
                  <a:pt x="209" y="144"/>
                  <a:pt x="209" y="144"/>
                  <a:pt x="209" y="144"/>
                </a:cubicBezTo>
                <a:cubicBezTo>
                  <a:pt x="209" y="289"/>
                  <a:pt x="209" y="289"/>
                  <a:pt x="209" y="289"/>
                </a:cubicBezTo>
                <a:cubicBezTo>
                  <a:pt x="144" y="289"/>
                  <a:pt x="144" y="289"/>
                  <a:pt x="144" y="289"/>
                </a:cubicBezTo>
                <a:lnTo>
                  <a:pt x="144" y="144"/>
                </a:lnTo>
                <a:close/>
                <a:moveTo>
                  <a:pt x="225" y="144"/>
                </a:moveTo>
                <a:cubicBezTo>
                  <a:pt x="257" y="144"/>
                  <a:pt x="257" y="144"/>
                  <a:pt x="257" y="144"/>
                </a:cubicBezTo>
                <a:cubicBezTo>
                  <a:pt x="257" y="289"/>
                  <a:pt x="257" y="289"/>
                  <a:pt x="257" y="289"/>
                </a:cubicBezTo>
                <a:cubicBezTo>
                  <a:pt x="225" y="289"/>
                  <a:pt x="225" y="289"/>
                  <a:pt x="225" y="289"/>
                </a:cubicBezTo>
                <a:lnTo>
                  <a:pt x="225" y="144"/>
                </a:lnTo>
                <a:close/>
                <a:moveTo>
                  <a:pt x="273" y="144"/>
                </a:moveTo>
                <a:cubicBezTo>
                  <a:pt x="305" y="144"/>
                  <a:pt x="305" y="144"/>
                  <a:pt x="305" y="144"/>
                </a:cubicBezTo>
                <a:cubicBezTo>
                  <a:pt x="305" y="289"/>
                  <a:pt x="305" y="289"/>
                  <a:pt x="305" y="289"/>
                </a:cubicBezTo>
                <a:cubicBezTo>
                  <a:pt x="273" y="289"/>
                  <a:pt x="273" y="289"/>
                  <a:pt x="273" y="289"/>
                </a:cubicBezTo>
                <a:lnTo>
                  <a:pt x="273" y="144"/>
                </a:lnTo>
                <a:close/>
                <a:moveTo>
                  <a:pt x="16" y="112"/>
                </a:moveTo>
                <a:cubicBezTo>
                  <a:pt x="337" y="112"/>
                  <a:pt x="337" y="112"/>
                  <a:pt x="337" y="112"/>
                </a:cubicBezTo>
                <a:cubicBezTo>
                  <a:pt x="337" y="128"/>
                  <a:pt x="337" y="128"/>
                  <a:pt x="337" y="128"/>
                </a:cubicBezTo>
                <a:cubicBezTo>
                  <a:pt x="16" y="128"/>
                  <a:pt x="16" y="128"/>
                  <a:pt x="16" y="128"/>
                </a:cubicBezTo>
                <a:lnTo>
                  <a:pt x="16" y="112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</p:spTree>
    <p:extLst>
      <p:ext uri="{BB962C8B-B14F-4D97-AF65-F5344CB8AC3E}">
        <p14:creationId xmlns:p14="http://schemas.microsoft.com/office/powerpoint/2010/main" val="731074318"/>
      </p:ext>
    </p:extLst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reeform 5"/>
          <p:cNvSpPr>
            <a:spLocks noEditPoints="1"/>
          </p:cNvSpPr>
          <p:nvPr/>
        </p:nvSpPr>
        <p:spPr bwMode="auto">
          <a:xfrm>
            <a:off x="840317" y="1007534"/>
            <a:ext cx="577851" cy="472017"/>
          </a:xfrm>
          <a:custGeom>
            <a:avLst/>
            <a:gdLst>
              <a:gd name="T0" fmla="*/ 177 w 353"/>
              <a:gd name="T1" fmla="*/ 80 h 289"/>
              <a:gd name="T2" fmla="*/ 160 w 353"/>
              <a:gd name="T3" fmla="*/ 96 h 289"/>
              <a:gd name="T4" fmla="*/ 168 w 353"/>
              <a:gd name="T5" fmla="*/ 184 h 289"/>
              <a:gd name="T6" fmla="*/ 177 w 353"/>
              <a:gd name="T7" fmla="*/ 192 h 289"/>
              <a:gd name="T8" fmla="*/ 185 w 353"/>
              <a:gd name="T9" fmla="*/ 184 h 289"/>
              <a:gd name="T10" fmla="*/ 193 w 353"/>
              <a:gd name="T11" fmla="*/ 96 h 289"/>
              <a:gd name="T12" fmla="*/ 177 w 353"/>
              <a:gd name="T13" fmla="*/ 80 h 289"/>
              <a:gd name="T14" fmla="*/ 177 w 353"/>
              <a:gd name="T15" fmla="*/ 208 h 289"/>
              <a:gd name="T16" fmla="*/ 160 w 353"/>
              <a:gd name="T17" fmla="*/ 224 h 289"/>
              <a:gd name="T18" fmla="*/ 177 w 353"/>
              <a:gd name="T19" fmla="*/ 241 h 289"/>
              <a:gd name="T20" fmla="*/ 193 w 353"/>
              <a:gd name="T21" fmla="*/ 224 h 289"/>
              <a:gd name="T22" fmla="*/ 177 w 353"/>
              <a:gd name="T23" fmla="*/ 208 h 289"/>
              <a:gd name="T24" fmla="*/ 349 w 353"/>
              <a:gd name="T25" fmla="*/ 241 h 289"/>
              <a:gd name="T26" fmla="*/ 204 w 353"/>
              <a:gd name="T27" fmla="*/ 16 h 289"/>
              <a:gd name="T28" fmla="*/ 177 w 353"/>
              <a:gd name="T29" fmla="*/ 0 h 289"/>
              <a:gd name="T30" fmla="*/ 149 w 353"/>
              <a:gd name="T31" fmla="*/ 16 h 289"/>
              <a:gd name="T32" fmla="*/ 4 w 353"/>
              <a:gd name="T33" fmla="*/ 241 h 289"/>
              <a:gd name="T34" fmla="*/ 0 w 353"/>
              <a:gd name="T35" fmla="*/ 257 h 289"/>
              <a:gd name="T36" fmla="*/ 32 w 353"/>
              <a:gd name="T37" fmla="*/ 289 h 289"/>
              <a:gd name="T38" fmla="*/ 321 w 353"/>
              <a:gd name="T39" fmla="*/ 289 h 289"/>
              <a:gd name="T40" fmla="*/ 353 w 353"/>
              <a:gd name="T41" fmla="*/ 257 h 289"/>
              <a:gd name="T42" fmla="*/ 349 w 353"/>
              <a:gd name="T43" fmla="*/ 241 h 289"/>
              <a:gd name="T44" fmla="*/ 321 w 353"/>
              <a:gd name="T45" fmla="*/ 273 h 289"/>
              <a:gd name="T46" fmla="*/ 32 w 353"/>
              <a:gd name="T47" fmla="*/ 273 h 289"/>
              <a:gd name="T48" fmla="*/ 16 w 353"/>
              <a:gd name="T49" fmla="*/ 257 h 289"/>
              <a:gd name="T50" fmla="*/ 17 w 353"/>
              <a:gd name="T51" fmla="*/ 250 h 289"/>
              <a:gd name="T52" fmla="*/ 18 w 353"/>
              <a:gd name="T53" fmla="*/ 250 h 289"/>
              <a:gd name="T54" fmla="*/ 162 w 353"/>
              <a:gd name="T55" fmla="*/ 25 h 289"/>
              <a:gd name="T56" fmla="*/ 163 w 353"/>
              <a:gd name="T57" fmla="*/ 24 h 289"/>
              <a:gd name="T58" fmla="*/ 177 w 353"/>
              <a:gd name="T59" fmla="*/ 16 h 289"/>
              <a:gd name="T60" fmla="*/ 190 w 353"/>
              <a:gd name="T61" fmla="*/ 23 h 289"/>
              <a:gd name="T62" fmla="*/ 191 w 353"/>
              <a:gd name="T63" fmla="*/ 25 h 289"/>
              <a:gd name="T64" fmla="*/ 335 w 353"/>
              <a:gd name="T65" fmla="*/ 250 h 289"/>
              <a:gd name="T66" fmla="*/ 336 w 353"/>
              <a:gd name="T67" fmla="*/ 250 h 289"/>
              <a:gd name="T68" fmla="*/ 337 w 353"/>
              <a:gd name="T69" fmla="*/ 257 h 289"/>
              <a:gd name="T70" fmla="*/ 321 w 353"/>
              <a:gd name="T71" fmla="*/ 273 h 2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353" h="289">
                <a:moveTo>
                  <a:pt x="177" y="80"/>
                </a:moveTo>
                <a:cubicBezTo>
                  <a:pt x="168" y="80"/>
                  <a:pt x="160" y="87"/>
                  <a:pt x="160" y="96"/>
                </a:cubicBezTo>
                <a:cubicBezTo>
                  <a:pt x="168" y="184"/>
                  <a:pt x="168" y="184"/>
                  <a:pt x="168" y="184"/>
                </a:cubicBezTo>
                <a:cubicBezTo>
                  <a:pt x="168" y="189"/>
                  <a:pt x="172" y="192"/>
                  <a:pt x="177" y="192"/>
                </a:cubicBezTo>
                <a:cubicBezTo>
                  <a:pt x="181" y="192"/>
                  <a:pt x="185" y="189"/>
                  <a:pt x="185" y="184"/>
                </a:cubicBezTo>
                <a:cubicBezTo>
                  <a:pt x="193" y="96"/>
                  <a:pt x="193" y="96"/>
                  <a:pt x="193" y="96"/>
                </a:cubicBezTo>
                <a:cubicBezTo>
                  <a:pt x="193" y="87"/>
                  <a:pt x="185" y="80"/>
                  <a:pt x="177" y="80"/>
                </a:cubicBezTo>
                <a:moveTo>
                  <a:pt x="177" y="208"/>
                </a:moveTo>
                <a:cubicBezTo>
                  <a:pt x="168" y="208"/>
                  <a:pt x="160" y="216"/>
                  <a:pt x="160" y="224"/>
                </a:cubicBezTo>
                <a:cubicBezTo>
                  <a:pt x="160" y="233"/>
                  <a:pt x="168" y="241"/>
                  <a:pt x="177" y="241"/>
                </a:cubicBezTo>
                <a:cubicBezTo>
                  <a:pt x="185" y="241"/>
                  <a:pt x="193" y="233"/>
                  <a:pt x="193" y="224"/>
                </a:cubicBezTo>
                <a:cubicBezTo>
                  <a:pt x="193" y="216"/>
                  <a:pt x="185" y="208"/>
                  <a:pt x="177" y="208"/>
                </a:cubicBezTo>
                <a:moveTo>
                  <a:pt x="349" y="241"/>
                </a:moveTo>
                <a:cubicBezTo>
                  <a:pt x="204" y="16"/>
                  <a:pt x="204" y="16"/>
                  <a:pt x="204" y="16"/>
                </a:cubicBezTo>
                <a:cubicBezTo>
                  <a:pt x="204" y="16"/>
                  <a:pt x="197" y="0"/>
                  <a:pt x="177" y="0"/>
                </a:cubicBezTo>
                <a:cubicBezTo>
                  <a:pt x="157" y="0"/>
                  <a:pt x="149" y="16"/>
                  <a:pt x="149" y="16"/>
                </a:cubicBezTo>
                <a:cubicBezTo>
                  <a:pt x="4" y="241"/>
                  <a:pt x="4" y="241"/>
                  <a:pt x="4" y="241"/>
                </a:cubicBezTo>
                <a:cubicBezTo>
                  <a:pt x="4" y="241"/>
                  <a:pt x="0" y="246"/>
                  <a:pt x="0" y="257"/>
                </a:cubicBezTo>
                <a:cubicBezTo>
                  <a:pt x="0" y="274"/>
                  <a:pt x="14" y="289"/>
                  <a:pt x="32" y="289"/>
                </a:cubicBezTo>
                <a:cubicBezTo>
                  <a:pt x="321" y="289"/>
                  <a:pt x="321" y="289"/>
                  <a:pt x="321" y="289"/>
                </a:cubicBezTo>
                <a:cubicBezTo>
                  <a:pt x="339" y="289"/>
                  <a:pt x="353" y="274"/>
                  <a:pt x="353" y="257"/>
                </a:cubicBezTo>
                <a:cubicBezTo>
                  <a:pt x="353" y="245"/>
                  <a:pt x="349" y="241"/>
                  <a:pt x="349" y="241"/>
                </a:cubicBezTo>
                <a:moveTo>
                  <a:pt x="321" y="273"/>
                </a:moveTo>
                <a:cubicBezTo>
                  <a:pt x="32" y="273"/>
                  <a:pt x="32" y="273"/>
                  <a:pt x="32" y="273"/>
                </a:cubicBezTo>
                <a:cubicBezTo>
                  <a:pt x="23" y="273"/>
                  <a:pt x="16" y="265"/>
                  <a:pt x="16" y="257"/>
                </a:cubicBezTo>
                <a:cubicBezTo>
                  <a:pt x="16" y="253"/>
                  <a:pt x="17" y="251"/>
                  <a:pt x="17" y="250"/>
                </a:cubicBezTo>
                <a:cubicBezTo>
                  <a:pt x="17" y="250"/>
                  <a:pt x="17" y="250"/>
                  <a:pt x="18" y="250"/>
                </a:cubicBezTo>
                <a:cubicBezTo>
                  <a:pt x="162" y="25"/>
                  <a:pt x="162" y="25"/>
                  <a:pt x="162" y="25"/>
                </a:cubicBezTo>
                <a:cubicBezTo>
                  <a:pt x="162" y="24"/>
                  <a:pt x="163" y="24"/>
                  <a:pt x="163" y="24"/>
                </a:cubicBezTo>
                <a:cubicBezTo>
                  <a:pt x="163" y="23"/>
                  <a:pt x="167" y="16"/>
                  <a:pt x="177" y="16"/>
                </a:cubicBezTo>
                <a:cubicBezTo>
                  <a:pt x="186" y="16"/>
                  <a:pt x="189" y="22"/>
                  <a:pt x="190" y="23"/>
                </a:cubicBezTo>
                <a:cubicBezTo>
                  <a:pt x="190" y="24"/>
                  <a:pt x="190" y="24"/>
                  <a:pt x="191" y="25"/>
                </a:cubicBezTo>
                <a:cubicBezTo>
                  <a:pt x="335" y="250"/>
                  <a:pt x="335" y="250"/>
                  <a:pt x="335" y="250"/>
                </a:cubicBezTo>
                <a:cubicBezTo>
                  <a:pt x="336" y="250"/>
                  <a:pt x="336" y="250"/>
                  <a:pt x="336" y="250"/>
                </a:cubicBezTo>
                <a:cubicBezTo>
                  <a:pt x="336" y="251"/>
                  <a:pt x="337" y="253"/>
                  <a:pt x="337" y="257"/>
                </a:cubicBezTo>
                <a:cubicBezTo>
                  <a:pt x="337" y="265"/>
                  <a:pt x="330" y="273"/>
                  <a:pt x="321" y="273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" name="Freeform 6"/>
          <p:cNvSpPr>
            <a:spLocks noEditPoints="1"/>
          </p:cNvSpPr>
          <p:nvPr/>
        </p:nvSpPr>
        <p:spPr bwMode="auto">
          <a:xfrm>
            <a:off x="1996018" y="954617"/>
            <a:ext cx="472017" cy="577851"/>
          </a:xfrm>
          <a:custGeom>
            <a:avLst/>
            <a:gdLst>
              <a:gd name="T0" fmla="*/ 145 w 289"/>
              <a:gd name="T1" fmla="*/ 305 h 353"/>
              <a:gd name="T2" fmla="*/ 153 w 289"/>
              <a:gd name="T3" fmla="*/ 297 h 353"/>
              <a:gd name="T4" fmla="*/ 153 w 289"/>
              <a:gd name="T5" fmla="*/ 104 h 353"/>
              <a:gd name="T6" fmla="*/ 145 w 289"/>
              <a:gd name="T7" fmla="*/ 96 h 353"/>
              <a:gd name="T8" fmla="*/ 137 w 289"/>
              <a:gd name="T9" fmla="*/ 104 h 353"/>
              <a:gd name="T10" fmla="*/ 137 w 289"/>
              <a:gd name="T11" fmla="*/ 297 h 353"/>
              <a:gd name="T12" fmla="*/ 145 w 289"/>
              <a:gd name="T13" fmla="*/ 305 h 353"/>
              <a:gd name="T14" fmla="*/ 193 w 289"/>
              <a:gd name="T15" fmla="*/ 305 h 353"/>
              <a:gd name="T16" fmla="*/ 201 w 289"/>
              <a:gd name="T17" fmla="*/ 297 h 353"/>
              <a:gd name="T18" fmla="*/ 213 w 289"/>
              <a:gd name="T19" fmla="*/ 104 h 353"/>
              <a:gd name="T20" fmla="*/ 205 w 289"/>
              <a:gd name="T21" fmla="*/ 96 h 353"/>
              <a:gd name="T22" fmla="*/ 197 w 289"/>
              <a:gd name="T23" fmla="*/ 104 h 353"/>
              <a:gd name="T24" fmla="*/ 185 w 289"/>
              <a:gd name="T25" fmla="*/ 296 h 353"/>
              <a:gd name="T26" fmla="*/ 193 w 289"/>
              <a:gd name="T27" fmla="*/ 305 h 353"/>
              <a:gd name="T28" fmla="*/ 281 w 289"/>
              <a:gd name="T29" fmla="*/ 48 h 353"/>
              <a:gd name="T30" fmla="*/ 201 w 289"/>
              <a:gd name="T31" fmla="*/ 48 h 353"/>
              <a:gd name="T32" fmla="*/ 201 w 289"/>
              <a:gd name="T33" fmla="*/ 16 h 353"/>
              <a:gd name="T34" fmla="*/ 185 w 289"/>
              <a:gd name="T35" fmla="*/ 0 h 353"/>
              <a:gd name="T36" fmla="*/ 105 w 289"/>
              <a:gd name="T37" fmla="*/ 0 h 353"/>
              <a:gd name="T38" fmla="*/ 89 w 289"/>
              <a:gd name="T39" fmla="*/ 16 h 353"/>
              <a:gd name="T40" fmla="*/ 89 w 289"/>
              <a:gd name="T41" fmla="*/ 48 h 353"/>
              <a:gd name="T42" fmla="*/ 8 w 289"/>
              <a:gd name="T43" fmla="*/ 48 h 353"/>
              <a:gd name="T44" fmla="*/ 0 w 289"/>
              <a:gd name="T45" fmla="*/ 56 h 353"/>
              <a:gd name="T46" fmla="*/ 8 w 289"/>
              <a:gd name="T47" fmla="*/ 64 h 353"/>
              <a:gd name="T48" fmla="*/ 24 w 289"/>
              <a:gd name="T49" fmla="*/ 64 h 353"/>
              <a:gd name="T50" fmla="*/ 40 w 289"/>
              <a:gd name="T51" fmla="*/ 321 h 353"/>
              <a:gd name="T52" fmla="*/ 73 w 289"/>
              <a:gd name="T53" fmla="*/ 353 h 353"/>
              <a:gd name="T54" fmla="*/ 217 w 289"/>
              <a:gd name="T55" fmla="*/ 353 h 353"/>
              <a:gd name="T56" fmla="*/ 249 w 289"/>
              <a:gd name="T57" fmla="*/ 321 h 353"/>
              <a:gd name="T58" fmla="*/ 265 w 289"/>
              <a:gd name="T59" fmla="*/ 64 h 353"/>
              <a:gd name="T60" fmla="*/ 281 w 289"/>
              <a:gd name="T61" fmla="*/ 64 h 353"/>
              <a:gd name="T62" fmla="*/ 289 w 289"/>
              <a:gd name="T63" fmla="*/ 56 h 353"/>
              <a:gd name="T64" fmla="*/ 281 w 289"/>
              <a:gd name="T65" fmla="*/ 48 h 353"/>
              <a:gd name="T66" fmla="*/ 105 w 289"/>
              <a:gd name="T67" fmla="*/ 16 h 353"/>
              <a:gd name="T68" fmla="*/ 185 w 289"/>
              <a:gd name="T69" fmla="*/ 16 h 353"/>
              <a:gd name="T70" fmla="*/ 185 w 289"/>
              <a:gd name="T71" fmla="*/ 48 h 353"/>
              <a:gd name="T72" fmla="*/ 105 w 289"/>
              <a:gd name="T73" fmla="*/ 48 h 353"/>
              <a:gd name="T74" fmla="*/ 105 w 289"/>
              <a:gd name="T75" fmla="*/ 16 h 353"/>
              <a:gd name="T76" fmla="*/ 233 w 289"/>
              <a:gd name="T77" fmla="*/ 321 h 353"/>
              <a:gd name="T78" fmla="*/ 217 w 289"/>
              <a:gd name="T79" fmla="*/ 337 h 353"/>
              <a:gd name="T80" fmla="*/ 73 w 289"/>
              <a:gd name="T81" fmla="*/ 337 h 353"/>
              <a:gd name="T82" fmla="*/ 57 w 289"/>
              <a:gd name="T83" fmla="*/ 321 h 353"/>
              <a:gd name="T84" fmla="*/ 40 w 289"/>
              <a:gd name="T85" fmla="*/ 64 h 353"/>
              <a:gd name="T86" fmla="*/ 249 w 289"/>
              <a:gd name="T87" fmla="*/ 64 h 353"/>
              <a:gd name="T88" fmla="*/ 233 w 289"/>
              <a:gd name="T89" fmla="*/ 321 h 353"/>
              <a:gd name="T90" fmla="*/ 97 w 289"/>
              <a:gd name="T91" fmla="*/ 305 h 353"/>
              <a:gd name="T92" fmla="*/ 105 w 289"/>
              <a:gd name="T93" fmla="*/ 296 h 353"/>
              <a:gd name="T94" fmla="*/ 93 w 289"/>
              <a:gd name="T95" fmla="*/ 104 h 353"/>
              <a:gd name="T96" fmla="*/ 85 w 289"/>
              <a:gd name="T97" fmla="*/ 96 h 353"/>
              <a:gd name="T98" fmla="*/ 77 w 289"/>
              <a:gd name="T99" fmla="*/ 104 h 353"/>
              <a:gd name="T100" fmla="*/ 89 w 289"/>
              <a:gd name="T101" fmla="*/ 297 h 353"/>
              <a:gd name="T102" fmla="*/ 97 w 289"/>
              <a:gd name="T103" fmla="*/ 305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289" h="353">
                <a:moveTo>
                  <a:pt x="145" y="305"/>
                </a:moveTo>
                <a:cubicBezTo>
                  <a:pt x="149" y="305"/>
                  <a:pt x="153" y="301"/>
                  <a:pt x="153" y="297"/>
                </a:cubicBezTo>
                <a:cubicBezTo>
                  <a:pt x="153" y="104"/>
                  <a:pt x="153" y="104"/>
                  <a:pt x="153" y="104"/>
                </a:cubicBezTo>
                <a:cubicBezTo>
                  <a:pt x="153" y="100"/>
                  <a:pt x="149" y="96"/>
                  <a:pt x="145" y="96"/>
                </a:cubicBezTo>
                <a:cubicBezTo>
                  <a:pt x="140" y="96"/>
                  <a:pt x="137" y="100"/>
                  <a:pt x="137" y="104"/>
                </a:cubicBezTo>
                <a:cubicBezTo>
                  <a:pt x="137" y="297"/>
                  <a:pt x="137" y="297"/>
                  <a:pt x="137" y="297"/>
                </a:cubicBezTo>
                <a:cubicBezTo>
                  <a:pt x="137" y="301"/>
                  <a:pt x="140" y="305"/>
                  <a:pt x="145" y="305"/>
                </a:cubicBezTo>
                <a:moveTo>
                  <a:pt x="193" y="305"/>
                </a:moveTo>
                <a:cubicBezTo>
                  <a:pt x="197" y="305"/>
                  <a:pt x="201" y="301"/>
                  <a:pt x="201" y="297"/>
                </a:cubicBezTo>
                <a:cubicBezTo>
                  <a:pt x="213" y="104"/>
                  <a:pt x="213" y="104"/>
                  <a:pt x="213" y="104"/>
                </a:cubicBezTo>
                <a:cubicBezTo>
                  <a:pt x="213" y="100"/>
                  <a:pt x="209" y="96"/>
                  <a:pt x="205" y="96"/>
                </a:cubicBezTo>
                <a:cubicBezTo>
                  <a:pt x="201" y="96"/>
                  <a:pt x="197" y="99"/>
                  <a:pt x="197" y="104"/>
                </a:cubicBezTo>
                <a:cubicBezTo>
                  <a:pt x="185" y="296"/>
                  <a:pt x="185" y="296"/>
                  <a:pt x="185" y="296"/>
                </a:cubicBezTo>
                <a:cubicBezTo>
                  <a:pt x="185" y="301"/>
                  <a:pt x="188" y="304"/>
                  <a:pt x="193" y="305"/>
                </a:cubicBezTo>
                <a:moveTo>
                  <a:pt x="281" y="48"/>
                </a:moveTo>
                <a:cubicBezTo>
                  <a:pt x="201" y="48"/>
                  <a:pt x="201" y="48"/>
                  <a:pt x="201" y="48"/>
                </a:cubicBezTo>
                <a:cubicBezTo>
                  <a:pt x="201" y="16"/>
                  <a:pt x="201" y="16"/>
                  <a:pt x="201" y="16"/>
                </a:cubicBezTo>
                <a:cubicBezTo>
                  <a:pt x="201" y="7"/>
                  <a:pt x="194" y="0"/>
                  <a:pt x="185" y="0"/>
                </a:cubicBezTo>
                <a:cubicBezTo>
                  <a:pt x="105" y="0"/>
                  <a:pt x="105" y="0"/>
                  <a:pt x="105" y="0"/>
                </a:cubicBezTo>
                <a:cubicBezTo>
                  <a:pt x="96" y="0"/>
                  <a:pt x="89" y="7"/>
                  <a:pt x="89" y="16"/>
                </a:cubicBezTo>
                <a:cubicBezTo>
                  <a:pt x="89" y="48"/>
                  <a:pt x="89" y="48"/>
                  <a:pt x="89" y="48"/>
                </a:cubicBezTo>
                <a:cubicBezTo>
                  <a:pt x="8" y="48"/>
                  <a:pt x="8" y="48"/>
                  <a:pt x="8" y="48"/>
                </a:cubicBezTo>
                <a:cubicBezTo>
                  <a:pt x="4" y="48"/>
                  <a:pt x="0" y="51"/>
                  <a:pt x="0" y="56"/>
                </a:cubicBezTo>
                <a:cubicBezTo>
                  <a:pt x="0" y="60"/>
                  <a:pt x="4" y="64"/>
                  <a:pt x="8" y="64"/>
                </a:cubicBezTo>
                <a:cubicBezTo>
                  <a:pt x="24" y="64"/>
                  <a:pt x="24" y="64"/>
                  <a:pt x="24" y="64"/>
                </a:cubicBezTo>
                <a:cubicBezTo>
                  <a:pt x="40" y="321"/>
                  <a:pt x="40" y="321"/>
                  <a:pt x="40" y="321"/>
                </a:cubicBezTo>
                <a:cubicBezTo>
                  <a:pt x="43" y="338"/>
                  <a:pt x="55" y="353"/>
                  <a:pt x="73" y="353"/>
                </a:cubicBezTo>
                <a:cubicBezTo>
                  <a:pt x="217" y="353"/>
                  <a:pt x="217" y="353"/>
                  <a:pt x="217" y="353"/>
                </a:cubicBezTo>
                <a:cubicBezTo>
                  <a:pt x="235" y="353"/>
                  <a:pt x="246" y="338"/>
                  <a:pt x="249" y="321"/>
                </a:cubicBezTo>
                <a:cubicBezTo>
                  <a:pt x="265" y="64"/>
                  <a:pt x="265" y="64"/>
                  <a:pt x="265" y="64"/>
                </a:cubicBezTo>
                <a:cubicBezTo>
                  <a:pt x="281" y="64"/>
                  <a:pt x="281" y="64"/>
                  <a:pt x="281" y="64"/>
                </a:cubicBezTo>
                <a:cubicBezTo>
                  <a:pt x="286" y="64"/>
                  <a:pt x="289" y="60"/>
                  <a:pt x="289" y="56"/>
                </a:cubicBezTo>
                <a:cubicBezTo>
                  <a:pt x="289" y="51"/>
                  <a:pt x="286" y="48"/>
                  <a:pt x="281" y="48"/>
                </a:cubicBezTo>
                <a:moveTo>
                  <a:pt x="105" y="16"/>
                </a:moveTo>
                <a:cubicBezTo>
                  <a:pt x="185" y="16"/>
                  <a:pt x="185" y="16"/>
                  <a:pt x="185" y="16"/>
                </a:cubicBezTo>
                <a:cubicBezTo>
                  <a:pt x="185" y="48"/>
                  <a:pt x="185" y="48"/>
                  <a:pt x="185" y="48"/>
                </a:cubicBezTo>
                <a:cubicBezTo>
                  <a:pt x="105" y="48"/>
                  <a:pt x="105" y="48"/>
                  <a:pt x="105" y="48"/>
                </a:cubicBezTo>
                <a:lnTo>
                  <a:pt x="105" y="16"/>
                </a:lnTo>
                <a:close/>
                <a:moveTo>
                  <a:pt x="233" y="321"/>
                </a:moveTo>
                <a:cubicBezTo>
                  <a:pt x="232" y="329"/>
                  <a:pt x="226" y="337"/>
                  <a:pt x="217" y="337"/>
                </a:cubicBezTo>
                <a:cubicBezTo>
                  <a:pt x="73" y="337"/>
                  <a:pt x="73" y="337"/>
                  <a:pt x="73" y="337"/>
                </a:cubicBezTo>
                <a:cubicBezTo>
                  <a:pt x="64" y="337"/>
                  <a:pt x="58" y="329"/>
                  <a:pt x="57" y="321"/>
                </a:cubicBezTo>
                <a:cubicBezTo>
                  <a:pt x="40" y="64"/>
                  <a:pt x="40" y="64"/>
                  <a:pt x="40" y="64"/>
                </a:cubicBezTo>
                <a:cubicBezTo>
                  <a:pt x="249" y="64"/>
                  <a:pt x="249" y="64"/>
                  <a:pt x="249" y="64"/>
                </a:cubicBezTo>
                <a:lnTo>
                  <a:pt x="233" y="321"/>
                </a:lnTo>
                <a:close/>
                <a:moveTo>
                  <a:pt x="97" y="305"/>
                </a:moveTo>
                <a:cubicBezTo>
                  <a:pt x="101" y="304"/>
                  <a:pt x="105" y="301"/>
                  <a:pt x="105" y="296"/>
                </a:cubicBezTo>
                <a:cubicBezTo>
                  <a:pt x="93" y="104"/>
                  <a:pt x="93" y="104"/>
                  <a:pt x="93" y="104"/>
                </a:cubicBezTo>
                <a:cubicBezTo>
                  <a:pt x="93" y="99"/>
                  <a:pt x="89" y="96"/>
                  <a:pt x="85" y="96"/>
                </a:cubicBezTo>
                <a:cubicBezTo>
                  <a:pt x="80" y="96"/>
                  <a:pt x="77" y="100"/>
                  <a:pt x="77" y="104"/>
                </a:cubicBezTo>
                <a:cubicBezTo>
                  <a:pt x="89" y="297"/>
                  <a:pt x="89" y="297"/>
                  <a:pt x="89" y="297"/>
                </a:cubicBezTo>
                <a:cubicBezTo>
                  <a:pt x="89" y="301"/>
                  <a:pt x="93" y="305"/>
                  <a:pt x="97" y="305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" name="Freeform 7"/>
          <p:cNvSpPr>
            <a:spLocks noEditPoints="1"/>
          </p:cNvSpPr>
          <p:nvPr/>
        </p:nvSpPr>
        <p:spPr bwMode="auto">
          <a:xfrm>
            <a:off x="3139018" y="954617"/>
            <a:ext cx="395817" cy="577851"/>
          </a:xfrm>
          <a:custGeom>
            <a:avLst/>
            <a:gdLst>
              <a:gd name="T0" fmla="*/ 168 w 241"/>
              <a:gd name="T1" fmla="*/ 305 h 353"/>
              <a:gd name="T2" fmla="*/ 176 w 241"/>
              <a:gd name="T3" fmla="*/ 297 h 353"/>
              <a:gd name="T4" fmla="*/ 188 w 241"/>
              <a:gd name="T5" fmla="*/ 104 h 353"/>
              <a:gd name="T6" fmla="*/ 180 w 241"/>
              <a:gd name="T7" fmla="*/ 96 h 353"/>
              <a:gd name="T8" fmla="*/ 172 w 241"/>
              <a:gd name="T9" fmla="*/ 104 h 353"/>
              <a:gd name="T10" fmla="*/ 160 w 241"/>
              <a:gd name="T11" fmla="*/ 296 h 353"/>
              <a:gd name="T12" fmla="*/ 168 w 241"/>
              <a:gd name="T13" fmla="*/ 305 h 353"/>
              <a:gd name="T14" fmla="*/ 120 w 241"/>
              <a:gd name="T15" fmla="*/ 305 h 353"/>
              <a:gd name="T16" fmla="*/ 128 w 241"/>
              <a:gd name="T17" fmla="*/ 297 h 353"/>
              <a:gd name="T18" fmla="*/ 128 w 241"/>
              <a:gd name="T19" fmla="*/ 104 h 353"/>
              <a:gd name="T20" fmla="*/ 120 w 241"/>
              <a:gd name="T21" fmla="*/ 96 h 353"/>
              <a:gd name="T22" fmla="*/ 112 w 241"/>
              <a:gd name="T23" fmla="*/ 104 h 353"/>
              <a:gd name="T24" fmla="*/ 112 w 241"/>
              <a:gd name="T25" fmla="*/ 297 h 353"/>
              <a:gd name="T26" fmla="*/ 120 w 241"/>
              <a:gd name="T27" fmla="*/ 305 h 353"/>
              <a:gd name="T28" fmla="*/ 72 w 241"/>
              <a:gd name="T29" fmla="*/ 305 h 353"/>
              <a:gd name="T30" fmla="*/ 80 w 241"/>
              <a:gd name="T31" fmla="*/ 296 h 353"/>
              <a:gd name="T32" fmla="*/ 68 w 241"/>
              <a:gd name="T33" fmla="*/ 104 h 353"/>
              <a:gd name="T34" fmla="*/ 60 w 241"/>
              <a:gd name="T35" fmla="*/ 96 h 353"/>
              <a:gd name="T36" fmla="*/ 52 w 241"/>
              <a:gd name="T37" fmla="*/ 104 h 353"/>
              <a:gd name="T38" fmla="*/ 64 w 241"/>
              <a:gd name="T39" fmla="*/ 297 h 353"/>
              <a:gd name="T40" fmla="*/ 72 w 241"/>
              <a:gd name="T41" fmla="*/ 305 h 353"/>
              <a:gd name="T42" fmla="*/ 233 w 241"/>
              <a:gd name="T43" fmla="*/ 48 h 353"/>
              <a:gd name="T44" fmla="*/ 219 w 241"/>
              <a:gd name="T45" fmla="*/ 48 h 353"/>
              <a:gd name="T46" fmla="*/ 205 w 241"/>
              <a:gd name="T47" fmla="*/ 32 h 353"/>
              <a:gd name="T48" fmla="*/ 164 w 241"/>
              <a:gd name="T49" fmla="*/ 8 h 353"/>
              <a:gd name="T50" fmla="*/ 125 w 241"/>
              <a:gd name="T51" fmla="*/ 21 h 353"/>
              <a:gd name="T52" fmla="*/ 118 w 241"/>
              <a:gd name="T53" fmla="*/ 23 h 353"/>
              <a:gd name="T54" fmla="*/ 107 w 241"/>
              <a:gd name="T55" fmla="*/ 18 h 353"/>
              <a:gd name="T56" fmla="*/ 76 w 241"/>
              <a:gd name="T57" fmla="*/ 0 h 353"/>
              <a:gd name="T58" fmla="*/ 45 w 241"/>
              <a:gd name="T59" fmla="*/ 21 h 353"/>
              <a:gd name="T60" fmla="*/ 13 w 241"/>
              <a:gd name="T61" fmla="*/ 48 h 353"/>
              <a:gd name="T62" fmla="*/ 8 w 241"/>
              <a:gd name="T63" fmla="*/ 48 h 353"/>
              <a:gd name="T64" fmla="*/ 0 w 241"/>
              <a:gd name="T65" fmla="*/ 56 h 353"/>
              <a:gd name="T66" fmla="*/ 0 w 241"/>
              <a:gd name="T67" fmla="*/ 56 h 353"/>
              <a:gd name="T68" fmla="*/ 16 w 241"/>
              <a:gd name="T69" fmla="*/ 321 h 353"/>
              <a:gd name="T70" fmla="*/ 48 w 241"/>
              <a:gd name="T71" fmla="*/ 353 h 353"/>
              <a:gd name="T72" fmla="*/ 192 w 241"/>
              <a:gd name="T73" fmla="*/ 353 h 353"/>
              <a:gd name="T74" fmla="*/ 225 w 241"/>
              <a:gd name="T75" fmla="*/ 321 h 353"/>
              <a:gd name="T76" fmla="*/ 241 w 241"/>
              <a:gd name="T77" fmla="*/ 56 h 353"/>
              <a:gd name="T78" fmla="*/ 241 w 241"/>
              <a:gd name="T79" fmla="*/ 56 h 353"/>
              <a:gd name="T80" fmla="*/ 233 w 241"/>
              <a:gd name="T81" fmla="*/ 48 h 353"/>
              <a:gd name="T82" fmla="*/ 50 w 241"/>
              <a:gd name="T83" fmla="*/ 36 h 353"/>
              <a:gd name="T84" fmla="*/ 60 w 241"/>
              <a:gd name="T85" fmla="*/ 25 h 353"/>
              <a:gd name="T86" fmla="*/ 76 w 241"/>
              <a:gd name="T87" fmla="*/ 16 h 353"/>
              <a:gd name="T88" fmla="*/ 92 w 241"/>
              <a:gd name="T89" fmla="*/ 22 h 353"/>
              <a:gd name="T90" fmla="*/ 94 w 241"/>
              <a:gd name="T91" fmla="*/ 27 h 353"/>
              <a:gd name="T92" fmla="*/ 118 w 241"/>
              <a:gd name="T93" fmla="*/ 40 h 353"/>
              <a:gd name="T94" fmla="*/ 137 w 241"/>
              <a:gd name="T95" fmla="*/ 31 h 353"/>
              <a:gd name="T96" fmla="*/ 164 w 241"/>
              <a:gd name="T97" fmla="*/ 24 h 353"/>
              <a:gd name="T98" fmla="*/ 188 w 241"/>
              <a:gd name="T99" fmla="*/ 36 h 353"/>
              <a:gd name="T100" fmla="*/ 197 w 241"/>
              <a:gd name="T101" fmla="*/ 48 h 353"/>
              <a:gd name="T102" fmla="*/ 31 w 241"/>
              <a:gd name="T103" fmla="*/ 48 h 353"/>
              <a:gd name="T104" fmla="*/ 50 w 241"/>
              <a:gd name="T105" fmla="*/ 36 h 353"/>
              <a:gd name="T106" fmla="*/ 208 w 241"/>
              <a:gd name="T107" fmla="*/ 321 h 353"/>
              <a:gd name="T108" fmla="*/ 192 w 241"/>
              <a:gd name="T109" fmla="*/ 337 h 353"/>
              <a:gd name="T110" fmla="*/ 48 w 241"/>
              <a:gd name="T111" fmla="*/ 337 h 353"/>
              <a:gd name="T112" fmla="*/ 32 w 241"/>
              <a:gd name="T113" fmla="*/ 321 h 353"/>
              <a:gd name="T114" fmla="*/ 16 w 241"/>
              <a:gd name="T115" fmla="*/ 64 h 353"/>
              <a:gd name="T116" fmla="*/ 224 w 241"/>
              <a:gd name="T117" fmla="*/ 64 h 353"/>
              <a:gd name="T118" fmla="*/ 208 w 241"/>
              <a:gd name="T119" fmla="*/ 321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241" h="353">
                <a:moveTo>
                  <a:pt x="168" y="305"/>
                </a:moveTo>
                <a:cubicBezTo>
                  <a:pt x="173" y="305"/>
                  <a:pt x="176" y="301"/>
                  <a:pt x="176" y="297"/>
                </a:cubicBezTo>
                <a:cubicBezTo>
                  <a:pt x="188" y="104"/>
                  <a:pt x="188" y="104"/>
                  <a:pt x="188" y="104"/>
                </a:cubicBezTo>
                <a:cubicBezTo>
                  <a:pt x="188" y="100"/>
                  <a:pt x="185" y="96"/>
                  <a:pt x="180" y="96"/>
                </a:cubicBezTo>
                <a:cubicBezTo>
                  <a:pt x="176" y="96"/>
                  <a:pt x="172" y="99"/>
                  <a:pt x="172" y="104"/>
                </a:cubicBezTo>
                <a:cubicBezTo>
                  <a:pt x="160" y="296"/>
                  <a:pt x="160" y="296"/>
                  <a:pt x="160" y="296"/>
                </a:cubicBezTo>
                <a:cubicBezTo>
                  <a:pt x="160" y="301"/>
                  <a:pt x="164" y="304"/>
                  <a:pt x="168" y="305"/>
                </a:cubicBezTo>
                <a:moveTo>
                  <a:pt x="120" y="305"/>
                </a:moveTo>
                <a:cubicBezTo>
                  <a:pt x="125" y="305"/>
                  <a:pt x="128" y="301"/>
                  <a:pt x="128" y="297"/>
                </a:cubicBezTo>
                <a:cubicBezTo>
                  <a:pt x="128" y="104"/>
                  <a:pt x="128" y="104"/>
                  <a:pt x="128" y="104"/>
                </a:cubicBezTo>
                <a:cubicBezTo>
                  <a:pt x="128" y="100"/>
                  <a:pt x="125" y="96"/>
                  <a:pt x="120" y="96"/>
                </a:cubicBezTo>
                <a:cubicBezTo>
                  <a:pt x="116" y="96"/>
                  <a:pt x="112" y="100"/>
                  <a:pt x="112" y="104"/>
                </a:cubicBezTo>
                <a:cubicBezTo>
                  <a:pt x="112" y="297"/>
                  <a:pt x="112" y="297"/>
                  <a:pt x="112" y="297"/>
                </a:cubicBezTo>
                <a:cubicBezTo>
                  <a:pt x="112" y="301"/>
                  <a:pt x="116" y="305"/>
                  <a:pt x="120" y="305"/>
                </a:cubicBezTo>
                <a:moveTo>
                  <a:pt x="72" y="305"/>
                </a:moveTo>
                <a:cubicBezTo>
                  <a:pt x="77" y="304"/>
                  <a:pt x="80" y="301"/>
                  <a:pt x="80" y="296"/>
                </a:cubicBezTo>
                <a:cubicBezTo>
                  <a:pt x="68" y="104"/>
                  <a:pt x="68" y="104"/>
                  <a:pt x="68" y="104"/>
                </a:cubicBezTo>
                <a:cubicBezTo>
                  <a:pt x="68" y="99"/>
                  <a:pt x="64" y="96"/>
                  <a:pt x="60" y="96"/>
                </a:cubicBezTo>
                <a:cubicBezTo>
                  <a:pt x="55" y="96"/>
                  <a:pt x="52" y="100"/>
                  <a:pt x="52" y="104"/>
                </a:cubicBezTo>
                <a:cubicBezTo>
                  <a:pt x="64" y="297"/>
                  <a:pt x="64" y="297"/>
                  <a:pt x="64" y="297"/>
                </a:cubicBezTo>
                <a:cubicBezTo>
                  <a:pt x="64" y="301"/>
                  <a:pt x="68" y="305"/>
                  <a:pt x="72" y="305"/>
                </a:cubicBezTo>
                <a:moveTo>
                  <a:pt x="233" y="48"/>
                </a:moveTo>
                <a:cubicBezTo>
                  <a:pt x="219" y="48"/>
                  <a:pt x="219" y="48"/>
                  <a:pt x="219" y="48"/>
                </a:cubicBezTo>
                <a:cubicBezTo>
                  <a:pt x="214" y="44"/>
                  <a:pt x="209" y="39"/>
                  <a:pt x="205" y="32"/>
                </a:cubicBezTo>
                <a:cubicBezTo>
                  <a:pt x="198" y="20"/>
                  <a:pt x="186" y="8"/>
                  <a:pt x="164" y="8"/>
                </a:cubicBezTo>
                <a:cubicBezTo>
                  <a:pt x="145" y="8"/>
                  <a:pt x="132" y="13"/>
                  <a:pt x="125" y="21"/>
                </a:cubicBezTo>
                <a:cubicBezTo>
                  <a:pt x="123" y="22"/>
                  <a:pt x="121" y="23"/>
                  <a:pt x="118" y="23"/>
                </a:cubicBezTo>
                <a:cubicBezTo>
                  <a:pt x="114" y="23"/>
                  <a:pt x="110" y="22"/>
                  <a:pt x="107" y="18"/>
                </a:cubicBezTo>
                <a:cubicBezTo>
                  <a:pt x="104" y="6"/>
                  <a:pt x="91" y="0"/>
                  <a:pt x="76" y="0"/>
                </a:cubicBezTo>
                <a:cubicBezTo>
                  <a:pt x="61" y="0"/>
                  <a:pt x="48" y="9"/>
                  <a:pt x="45" y="21"/>
                </a:cubicBezTo>
                <a:cubicBezTo>
                  <a:pt x="29" y="26"/>
                  <a:pt x="17" y="36"/>
                  <a:pt x="13" y="48"/>
                </a:cubicBezTo>
                <a:cubicBezTo>
                  <a:pt x="8" y="48"/>
                  <a:pt x="8" y="48"/>
                  <a:pt x="8" y="48"/>
                </a:cubicBezTo>
                <a:cubicBezTo>
                  <a:pt x="3" y="48"/>
                  <a:pt x="0" y="51"/>
                  <a:pt x="0" y="56"/>
                </a:cubicBezTo>
                <a:cubicBezTo>
                  <a:pt x="0" y="56"/>
                  <a:pt x="0" y="56"/>
                  <a:pt x="0" y="56"/>
                </a:cubicBezTo>
                <a:cubicBezTo>
                  <a:pt x="16" y="321"/>
                  <a:pt x="16" y="321"/>
                  <a:pt x="16" y="321"/>
                </a:cubicBezTo>
                <a:cubicBezTo>
                  <a:pt x="18" y="338"/>
                  <a:pt x="30" y="353"/>
                  <a:pt x="48" y="353"/>
                </a:cubicBezTo>
                <a:cubicBezTo>
                  <a:pt x="192" y="353"/>
                  <a:pt x="192" y="353"/>
                  <a:pt x="192" y="353"/>
                </a:cubicBezTo>
                <a:cubicBezTo>
                  <a:pt x="210" y="353"/>
                  <a:pt x="222" y="338"/>
                  <a:pt x="225" y="321"/>
                </a:cubicBezTo>
                <a:cubicBezTo>
                  <a:pt x="241" y="56"/>
                  <a:pt x="241" y="56"/>
                  <a:pt x="241" y="56"/>
                </a:cubicBezTo>
                <a:cubicBezTo>
                  <a:pt x="241" y="56"/>
                  <a:pt x="241" y="56"/>
                  <a:pt x="241" y="56"/>
                </a:cubicBezTo>
                <a:cubicBezTo>
                  <a:pt x="241" y="51"/>
                  <a:pt x="237" y="48"/>
                  <a:pt x="233" y="48"/>
                </a:cubicBezTo>
                <a:moveTo>
                  <a:pt x="50" y="36"/>
                </a:moveTo>
                <a:cubicBezTo>
                  <a:pt x="55" y="34"/>
                  <a:pt x="59" y="30"/>
                  <a:pt x="60" y="25"/>
                </a:cubicBezTo>
                <a:cubicBezTo>
                  <a:pt x="62" y="20"/>
                  <a:pt x="68" y="16"/>
                  <a:pt x="76" y="16"/>
                </a:cubicBezTo>
                <a:cubicBezTo>
                  <a:pt x="84" y="16"/>
                  <a:pt x="90" y="17"/>
                  <a:pt x="92" y="22"/>
                </a:cubicBezTo>
                <a:cubicBezTo>
                  <a:pt x="92" y="24"/>
                  <a:pt x="93" y="26"/>
                  <a:pt x="94" y="27"/>
                </a:cubicBezTo>
                <a:cubicBezTo>
                  <a:pt x="100" y="35"/>
                  <a:pt x="108" y="40"/>
                  <a:pt x="118" y="40"/>
                </a:cubicBezTo>
                <a:cubicBezTo>
                  <a:pt x="125" y="40"/>
                  <a:pt x="132" y="37"/>
                  <a:pt x="137" y="31"/>
                </a:cubicBezTo>
                <a:cubicBezTo>
                  <a:pt x="141" y="27"/>
                  <a:pt x="150" y="24"/>
                  <a:pt x="164" y="24"/>
                </a:cubicBezTo>
                <a:cubicBezTo>
                  <a:pt x="179" y="24"/>
                  <a:pt x="187" y="31"/>
                  <a:pt x="188" y="36"/>
                </a:cubicBezTo>
                <a:cubicBezTo>
                  <a:pt x="190" y="41"/>
                  <a:pt x="194" y="45"/>
                  <a:pt x="197" y="48"/>
                </a:cubicBezTo>
                <a:cubicBezTo>
                  <a:pt x="31" y="48"/>
                  <a:pt x="31" y="48"/>
                  <a:pt x="31" y="48"/>
                </a:cubicBezTo>
                <a:cubicBezTo>
                  <a:pt x="35" y="43"/>
                  <a:pt x="42" y="39"/>
                  <a:pt x="50" y="36"/>
                </a:cubicBezTo>
                <a:moveTo>
                  <a:pt x="208" y="321"/>
                </a:moveTo>
                <a:cubicBezTo>
                  <a:pt x="207" y="329"/>
                  <a:pt x="201" y="337"/>
                  <a:pt x="192" y="337"/>
                </a:cubicBezTo>
                <a:cubicBezTo>
                  <a:pt x="48" y="337"/>
                  <a:pt x="48" y="337"/>
                  <a:pt x="48" y="337"/>
                </a:cubicBezTo>
                <a:cubicBezTo>
                  <a:pt x="39" y="337"/>
                  <a:pt x="33" y="329"/>
                  <a:pt x="32" y="321"/>
                </a:cubicBezTo>
                <a:cubicBezTo>
                  <a:pt x="16" y="64"/>
                  <a:pt x="16" y="64"/>
                  <a:pt x="16" y="64"/>
                </a:cubicBezTo>
                <a:cubicBezTo>
                  <a:pt x="224" y="64"/>
                  <a:pt x="224" y="64"/>
                  <a:pt x="224" y="64"/>
                </a:cubicBezTo>
                <a:lnTo>
                  <a:pt x="208" y="32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" name="Freeform 8"/>
          <p:cNvSpPr>
            <a:spLocks noEditPoints="1"/>
          </p:cNvSpPr>
          <p:nvPr/>
        </p:nvSpPr>
        <p:spPr bwMode="auto">
          <a:xfrm>
            <a:off x="4150785" y="954617"/>
            <a:ext cx="579967" cy="577851"/>
          </a:xfrm>
          <a:custGeom>
            <a:avLst/>
            <a:gdLst>
              <a:gd name="T0" fmla="*/ 353 w 353"/>
              <a:gd name="T1" fmla="*/ 280 h 353"/>
              <a:gd name="T2" fmla="*/ 342 w 353"/>
              <a:gd name="T3" fmla="*/ 260 h 353"/>
              <a:gd name="T4" fmla="*/ 257 w 353"/>
              <a:gd name="T5" fmla="*/ 200 h 353"/>
              <a:gd name="T6" fmla="*/ 223 w 353"/>
              <a:gd name="T7" fmla="*/ 224 h 353"/>
              <a:gd name="T8" fmla="*/ 211 w 353"/>
              <a:gd name="T9" fmla="*/ 230 h 353"/>
              <a:gd name="T10" fmla="*/ 198 w 353"/>
              <a:gd name="T11" fmla="*/ 223 h 353"/>
              <a:gd name="T12" fmla="*/ 130 w 353"/>
              <a:gd name="T13" fmla="*/ 155 h 353"/>
              <a:gd name="T14" fmla="*/ 129 w 353"/>
              <a:gd name="T15" fmla="*/ 129 h 353"/>
              <a:gd name="T16" fmla="*/ 147 w 353"/>
              <a:gd name="T17" fmla="*/ 110 h 353"/>
              <a:gd name="T18" fmla="*/ 145 w 353"/>
              <a:gd name="T19" fmla="*/ 79 h 353"/>
              <a:gd name="T20" fmla="*/ 89 w 353"/>
              <a:gd name="T21" fmla="*/ 7 h 353"/>
              <a:gd name="T22" fmla="*/ 0 w 353"/>
              <a:gd name="T23" fmla="*/ 84 h 353"/>
              <a:gd name="T24" fmla="*/ 8 w 353"/>
              <a:gd name="T25" fmla="*/ 120 h 353"/>
              <a:gd name="T26" fmla="*/ 233 w 353"/>
              <a:gd name="T27" fmla="*/ 345 h 353"/>
              <a:gd name="T28" fmla="*/ 353 w 353"/>
              <a:gd name="T29" fmla="*/ 281 h 353"/>
              <a:gd name="T30" fmla="*/ 269 w 353"/>
              <a:gd name="T31" fmla="*/ 337 h 353"/>
              <a:gd name="T32" fmla="*/ 237 w 353"/>
              <a:gd name="T33" fmla="*/ 329 h 353"/>
              <a:gd name="T34" fmla="*/ 22 w 353"/>
              <a:gd name="T35" fmla="*/ 113 h 353"/>
              <a:gd name="T36" fmla="*/ 72 w 353"/>
              <a:gd name="T37" fmla="*/ 16 h 353"/>
              <a:gd name="T38" fmla="*/ 79 w 353"/>
              <a:gd name="T39" fmla="*/ 19 h 353"/>
              <a:gd name="T40" fmla="*/ 133 w 353"/>
              <a:gd name="T41" fmla="*/ 89 h 353"/>
              <a:gd name="T42" fmla="*/ 136 w 353"/>
              <a:gd name="T43" fmla="*/ 96 h 353"/>
              <a:gd name="T44" fmla="*/ 117 w 353"/>
              <a:gd name="T45" fmla="*/ 118 h 353"/>
              <a:gd name="T46" fmla="*/ 107 w 353"/>
              <a:gd name="T47" fmla="*/ 141 h 353"/>
              <a:gd name="T48" fmla="*/ 116 w 353"/>
              <a:gd name="T49" fmla="*/ 164 h 353"/>
              <a:gd name="T50" fmla="*/ 189 w 353"/>
              <a:gd name="T51" fmla="*/ 237 h 353"/>
              <a:gd name="T52" fmla="*/ 234 w 353"/>
              <a:gd name="T53" fmla="*/ 236 h 353"/>
              <a:gd name="T54" fmla="*/ 253 w 353"/>
              <a:gd name="T55" fmla="*/ 217 h 353"/>
              <a:gd name="T56" fmla="*/ 262 w 353"/>
              <a:gd name="T57" fmla="*/ 219 h 353"/>
              <a:gd name="T58" fmla="*/ 332 w 353"/>
              <a:gd name="T59" fmla="*/ 273 h 353"/>
              <a:gd name="T60" fmla="*/ 334 w 353"/>
              <a:gd name="T61" fmla="*/ 275 h 353"/>
              <a:gd name="T62" fmla="*/ 337 w 353"/>
              <a:gd name="T63" fmla="*/ 282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353" h="353">
                <a:moveTo>
                  <a:pt x="353" y="280"/>
                </a:moveTo>
                <a:cubicBezTo>
                  <a:pt x="353" y="280"/>
                  <a:pt x="353" y="280"/>
                  <a:pt x="353" y="280"/>
                </a:cubicBezTo>
                <a:cubicBezTo>
                  <a:pt x="353" y="274"/>
                  <a:pt x="350" y="268"/>
                  <a:pt x="346" y="263"/>
                </a:cubicBezTo>
                <a:cubicBezTo>
                  <a:pt x="345" y="262"/>
                  <a:pt x="343" y="261"/>
                  <a:pt x="342" y="260"/>
                </a:cubicBezTo>
                <a:cubicBezTo>
                  <a:pt x="274" y="207"/>
                  <a:pt x="274" y="207"/>
                  <a:pt x="274" y="207"/>
                </a:cubicBezTo>
                <a:cubicBezTo>
                  <a:pt x="269" y="203"/>
                  <a:pt x="263" y="200"/>
                  <a:pt x="257" y="200"/>
                </a:cubicBezTo>
                <a:cubicBezTo>
                  <a:pt x="251" y="200"/>
                  <a:pt x="246" y="202"/>
                  <a:pt x="242" y="205"/>
                </a:cubicBezTo>
                <a:cubicBezTo>
                  <a:pt x="223" y="224"/>
                  <a:pt x="223" y="224"/>
                  <a:pt x="223" y="224"/>
                </a:cubicBezTo>
                <a:cubicBezTo>
                  <a:pt x="223" y="224"/>
                  <a:pt x="223" y="224"/>
                  <a:pt x="223" y="224"/>
                </a:cubicBezTo>
                <a:cubicBezTo>
                  <a:pt x="220" y="227"/>
                  <a:pt x="216" y="230"/>
                  <a:pt x="211" y="230"/>
                </a:cubicBezTo>
                <a:cubicBezTo>
                  <a:pt x="206" y="230"/>
                  <a:pt x="201" y="227"/>
                  <a:pt x="198" y="223"/>
                </a:cubicBezTo>
                <a:cubicBezTo>
                  <a:pt x="198" y="223"/>
                  <a:pt x="198" y="223"/>
                  <a:pt x="198" y="223"/>
                </a:cubicBezTo>
                <a:cubicBezTo>
                  <a:pt x="172" y="204"/>
                  <a:pt x="148" y="181"/>
                  <a:pt x="129" y="155"/>
                </a:cubicBezTo>
                <a:cubicBezTo>
                  <a:pt x="129" y="155"/>
                  <a:pt x="130" y="155"/>
                  <a:pt x="130" y="155"/>
                </a:cubicBezTo>
                <a:cubicBezTo>
                  <a:pt x="126" y="152"/>
                  <a:pt x="123" y="147"/>
                  <a:pt x="123" y="141"/>
                </a:cubicBezTo>
                <a:cubicBezTo>
                  <a:pt x="123" y="136"/>
                  <a:pt x="125" y="132"/>
                  <a:pt x="129" y="129"/>
                </a:cubicBezTo>
                <a:cubicBezTo>
                  <a:pt x="129" y="129"/>
                  <a:pt x="129" y="129"/>
                  <a:pt x="129" y="129"/>
                </a:cubicBezTo>
                <a:cubicBezTo>
                  <a:pt x="147" y="110"/>
                  <a:pt x="147" y="110"/>
                  <a:pt x="147" y="110"/>
                </a:cubicBezTo>
                <a:cubicBezTo>
                  <a:pt x="150" y="106"/>
                  <a:pt x="152" y="101"/>
                  <a:pt x="152" y="96"/>
                </a:cubicBezTo>
                <a:cubicBezTo>
                  <a:pt x="152" y="89"/>
                  <a:pt x="150" y="83"/>
                  <a:pt x="145" y="79"/>
                </a:cubicBezTo>
                <a:cubicBezTo>
                  <a:pt x="92" y="11"/>
                  <a:pt x="92" y="11"/>
                  <a:pt x="92" y="11"/>
                </a:cubicBezTo>
                <a:cubicBezTo>
                  <a:pt x="91" y="9"/>
                  <a:pt x="90" y="8"/>
                  <a:pt x="89" y="7"/>
                </a:cubicBezTo>
                <a:cubicBezTo>
                  <a:pt x="85" y="2"/>
                  <a:pt x="79" y="0"/>
                  <a:pt x="72" y="0"/>
                </a:cubicBezTo>
                <a:cubicBezTo>
                  <a:pt x="40" y="0"/>
                  <a:pt x="0" y="37"/>
                  <a:pt x="0" y="84"/>
                </a:cubicBezTo>
                <a:cubicBezTo>
                  <a:pt x="0" y="97"/>
                  <a:pt x="3" y="109"/>
                  <a:pt x="8" y="120"/>
                </a:cubicBezTo>
                <a:cubicBezTo>
                  <a:pt x="8" y="120"/>
                  <a:pt x="8" y="120"/>
                  <a:pt x="8" y="120"/>
                </a:cubicBezTo>
                <a:cubicBezTo>
                  <a:pt x="56" y="216"/>
                  <a:pt x="136" y="297"/>
                  <a:pt x="232" y="345"/>
                </a:cubicBezTo>
                <a:cubicBezTo>
                  <a:pt x="233" y="345"/>
                  <a:pt x="233" y="345"/>
                  <a:pt x="233" y="345"/>
                </a:cubicBezTo>
                <a:cubicBezTo>
                  <a:pt x="244" y="350"/>
                  <a:pt x="256" y="353"/>
                  <a:pt x="269" y="353"/>
                </a:cubicBezTo>
                <a:cubicBezTo>
                  <a:pt x="315" y="353"/>
                  <a:pt x="353" y="313"/>
                  <a:pt x="353" y="281"/>
                </a:cubicBezTo>
                <a:cubicBezTo>
                  <a:pt x="353" y="281"/>
                  <a:pt x="353" y="280"/>
                  <a:pt x="353" y="280"/>
                </a:cubicBezTo>
                <a:moveTo>
                  <a:pt x="269" y="337"/>
                </a:moveTo>
                <a:cubicBezTo>
                  <a:pt x="259" y="337"/>
                  <a:pt x="249" y="335"/>
                  <a:pt x="240" y="330"/>
                </a:cubicBezTo>
                <a:cubicBezTo>
                  <a:pt x="239" y="330"/>
                  <a:pt x="238" y="329"/>
                  <a:pt x="237" y="329"/>
                </a:cubicBezTo>
                <a:cubicBezTo>
                  <a:pt x="146" y="283"/>
                  <a:pt x="70" y="207"/>
                  <a:pt x="23" y="116"/>
                </a:cubicBezTo>
                <a:cubicBezTo>
                  <a:pt x="23" y="115"/>
                  <a:pt x="23" y="114"/>
                  <a:pt x="22" y="113"/>
                </a:cubicBezTo>
                <a:cubicBezTo>
                  <a:pt x="18" y="104"/>
                  <a:pt x="16" y="94"/>
                  <a:pt x="16" y="84"/>
                </a:cubicBezTo>
                <a:cubicBezTo>
                  <a:pt x="16" y="45"/>
                  <a:pt x="50" y="16"/>
                  <a:pt x="72" y="16"/>
                </a:cubicBezTo>
                <a:cubicBezTo>
                  <a:pt x="75" y="16"/>
                  <a:pt x="77" y="17"/>
                  <a:pt x="78" y="18"/>
                </a:cubicBezTo>
                <a:cubicBezTo>
                  <a:pt x="78" y="18"/>
                  <a:pt x="78" y="19"/>
                  <a:pt x="79" y="19"/>
                </a:cubicBezTo>
                <a:cubicBezTo>
                  <a:pt x="79" y="20"/>
                  <a:pt x="79" y="20"/>
                  <a:pt x="80" y="21"/>
                </a:cubicBezTo>
                <a:cubicBezTo>
                  <a:pt x="133" y="89"/>
                  <a:pt x="133" y="89"/>
                  <a:pt x="133" y="89"/>
                </a:cubicBezTo>
                <a:cubicBezTo>
                  <a:pt x="133" y="89"/>
                  <a:pt x="133" y="90"/>
                  <a:pt x="134" y="90"/>
                </a:cubicBezTo>
                <a:cubicBezTo>
                  <a:pt x="135" y="91"/>
                  <a:pt x="136" y="93"/>
                  <a:pt x="136" y="96"/>
                </a:cubicBezTo>
                <a:cubicBezTo>
                  <a:pt x="136" y="97"/>
                  <a:pt x="136" y="99"/>
                  <a:pt x="135" y="100"/>
                </a:cubicBezTo>
                <a:cubicBezTo>
                  <a:pt x="117" y="118"/>
                  <a:pt x="117" y="118"/>
                  <a:pt x="117" y="118"/>
                </a:cubicBezTo>
                <a:cubicBezTo>
                  <a:pt x="117" y="118"/>
                  <a:pt x="117" y="118"/>
                  <a:pt x="117" y="118"/>
                </a:cubicBezTo>
                <a:cubicBezTo>
                  <a:pt x="110" y="124"/>
                  <a:pt x="107" y="132"/>
                  <a:pt x="107" y="141"/>
                </a:cubicBezTo>
                <a:cubicBezTo>
                  <a:pt x="107" y="150"/>
                  <a:pt x="110" y="158"/>
                  <a:pt x="116" y="163"/>
                </a:cubicBezTo>
                <a:cubicBezTo>
                  <a:pt x="116" y="164"/>
                  <a:pt x="116" y="164"/>
                  <a:pt x="116" y="164"/>
                </a:cubicBezTo>
                <a:cubicBezTo>
                  <a:pt x="136" y="192"/>
                  <a:pt x="160" y="216"/>
                  <a:pt x="188" y="236"/>
                </a:cubicBezTo>
                <a:cubicBezTo>
                  <a:pt x="189" y="236"/>
                  <a:pt x="189" y="236"/>
                  <a:pt x="189" y="237"/>
                </a:cubicBezTo>
                <a:cubicBezTo>
                  <a:pt x="195" y="242"/>
                  <a:pt x="203" y="246"/>
                  <a:pt x="211" y="246"/>
                </a:cubicBezTo>
                <a:cubicBezTo>
                  <a:pt x="220" y="246"/>
                  <a:pt x="228" y="242"/>
                  <a:pt x="234" y="236"/>
                </a:cubicBezTo>
                <a:cubicBezTo>
                  <a:pt x="234" y="236"/>
                  <a:pt x="234" y="236"/>
                  <a:pt x="235" y="236"/>
                </a:cubicBezTo>
                <a:cubicBezTo>
                  <a:pt x="253" y="217"/>
                  <a:pt x="253" y="217"/>
                  <a:pt x="253" y="217"/>
                </a:cubicBezTo>
                <a:cubicBezTo>
                  <a:pt x="254" y="217"/>
                  <a:pt x="255" y="216"/>
                  <a:pt x="257" y="216"/>
                </a:cubicBezTo>
                <a:cubicBezTo>
                  <a:pt x="259" y="216"/>
                  <a:pt x="261" y="218"/>
                  <a:pt x="262" y="219"/>
                </a:cubicBezTo>
                <a:cubicBezTo>
                  <a:pt x="263" y="219"/>
                  <a:pt x="263" y="219"/>
                  <a:pt x="264" y="220"/>
                </a:cubicBezTo>
                <a:cubicBezTo>
                  <a:pt x="332" y="273"/>
                  <a:pt x="332" y="273"/>
                  <a:pt x="332" y="273"/>
                </a:cubicBezTo>
                <a:cubicBezTo>
                  <a:pt x="332" y="273"/>
                  <a:pt x="333" y="273"/>
                  <a:pt x="333" y="274"/>
                </a:cubicBezTo>
                <a:cubicBezTo>
                  <a:pt x="334" y="274"/>
                  <a:pt x="334" y="275"/>
                  <a:pt x="334" y="275"/>
                </a:cubicBezTo>
                <a:cubicBezTo>
                  <a:pt x="335" y="276"/>
                  <a:pt x="337" y="278"/>
                  <a:pt x="337" y="280"/>
                </a:cubicBezTo>
                <a:cubicBezTo>
                  <a:pt x="337" y="281"/>
                  <a:pt x="337" y="281"/>
                  <a:pt x="337" y="282"/>
                </a:cubicBezTo>
                <a:cubicBezTo>
                  <a:pt x="336" y="304"/>
                  <a:pt x="307" y="337"/>
                  <a:pt x="269" y="337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" name="Freeform 9"/>
          <p:cNvSpPr>
            <a:spLocks noEditPoints="1"/>
          </p:cNvSpPr>
          <p:nvPr/>
        </p:nvSpPr>
        <p:spPr bwMode="auto">
          <a:xfrm>
            <a:off x="5255684" y="954617"/>
            <a:ext cx="577851" cy="577851"/>
          </a:xfrm>
          <a:custGeom>
            <a:avLst/>
            <a:gdLst>
              <a:gd name="T0" fmla="*/ 337 w 353"/>
              <a:gd name="T1" fmla="*/ 160 h 353"/>
              <a:gd name="T2" fmla="*/ 353 w 353"/>
              <a:gd name="T3" fmla="*/ 160 h 353"/>
              <a:gd name="T4" fmla="*/ 185 w 353"/>
              <a:gd name="T5" fmla="*/ 8 h 353"/>
              <a:gd name="T6" fmla="*/ 193 w 353"/>
              <a:gd name="T7" fmla="*/ 96 h 353"/>
              <a:gd name="T8" fmla="*/ 265 w 353"/>
              <a:gd name="T9" fmla="*/ 168 h 353"/>
              <a:gd name="T10" fmla="*/ 193 w 353"/>
              <a:gd name="T11" fmla="*/ 80 h 353"/>
              <a:gd name="T12" fmla="*/ 193 w 353"/>
              <a:gd name="T13" fmla="*/ 96 h 353"/>
              <a:gd name="T14" fmla="*/ 209 w 353"/>
              <a:gd name="T15" fmla="*/ 160 h 353"/>
              <a:gd name="T16" fmla="*/ 177 w 353"/>
              <a:gd name="T17" fmla="*/ 160 h 353"/>
              <a:gd name="T18" fmla="*/ 353 w 353"/>
              <a:gd name="T19" fmla="*/ 280 h 353"/>
              <a:gd name="T20" fmla="*/ 342 w 353"/>
              <a:gd name="T21" fmla="*/ 260 h 353"/>
              <a:gd name="T22" fmla="*/ 257 w 353"/>
              <a:gd name="T23" fmla="*/ 200 h 353"/>
              <a:gd name="T24" fmla="*/ 223 w 353"/>
              <a:gd name="T25" fmla="*/ 224 h 353"/>
              <a:gd name="T26" fmla="*/ 212 w 353"/>
              <a:gd name="T27" fmla="*/ 230 h 353"/>
              <a:gd name="T28" fmla="*/ 198 w 353"/>
              <a:gd name="T29" fmla="*/ 223 h 353"/>
              <a:gd name="T30" fmla="*/ 130 w 353"/>
              <a:gd name="T31" fmla="*/ 155 h 353"/>
              <a:gd name="T32" fmla="*/ 129 w 353"/>
              <a:gd name="T33" fmla="*/ 129 h 353"/>
              <a:gd name="T34" fmla="*/ 148 w 353"/>
              <a:gd name="T35" fmla="*/ 110 h 353"/>
              <a:gd name="T36" fmla="*/ 146 w 353"/>
              <a:gd name="T37" fmla="*/ 79 h 353"/>
              <a:gd name="T38" fmla="*/ 89 w 353"/>
              <a:gd name="T39" fmla="*/ 7 h 353"/>
              <a:gd name="T40" fmla="*/ 0 w 353"/>
              <a:gd name="T41" fmla="*/ 84 h 353"/>
              <a:gd name="T42" fmla="*/ 8 w 353"/>
              <a:gd name="T43" fmla="*/ 120 h 353"/>
              <a:gd name="T44" fmla="*/ 233 w 353"/>
              <a:gd name="T45" fmla="*/ 345 h 353"/>
              <a:gd name="T46" fmla="*/ 353 w 353"/>
              <a:gd name="T47" fmla="*/ 281 h 353"/>
              <a:gd name="T48" fmla="*/ 269 w 353"/>
              <a:gd name="T49" fmla="*/ 337 h 353"/>
              <a:gd name="T50" fmla="*/ 237 w 353"/>
              <a:gd name="T51" fmla="*/ 329 h 353"/>
              <a:gd name="T52" fmla="*/ 23 w 353"/>
              <a:gd name="T53" fmla="*/ 113 h 353"/>
              <a:gd name="T54" fmla="*/ 72 w 353"/>
              <a:gd name="T55" fmla="*/ 16 h 353"/>
              <a:gd name="T56" fmla="*/ 79 w 353"/>
              <a:gd name="T57" fmla="*/ 19 h 353"/>
              <a:gd name="T58" fmla="*/ 133 w 353"/>
              <a:gd name="T59" fmla="*/ 89 h 353"/>
              <a:gd name="T60" fmla="*/ 137 w 353"/>
              <a:gd name="T61" fmla="*/ 96 h 353"/>
              <a:gd name="T62" fmla="*/ 118 w 353"/>
              <a:gd name="T63" fmla="*/ 118 h 353"/>
              <a:gd name="T64" fmla="*/ 107 w 353"/>
              <a:gd name="T65" fmla="*/ 141 h 353"/>
              <a:gd name="T66" fmla="*/ 117 w 353"/>
              <a:gd name="T67" fmla="*/ 164 h 353"/>
              <a:gd name="T68" fmla="*/ 189 w 353"/>
              <a:gd name="T69" fmla="*/ 237 h 353"/>
              <a:gd name="T70" fmla="*/ 234 w 353"/>
              <a:gd name="T71" fmla="*/ 236 h 353"/>
              <a:gd name="T72" fmla="*/ 253 w 353"/>
              <a:gd name="T73" fmla="*/ 217 h 353"/>
              <a:gd name="T74" fmla="*/ 263 w 353"/>
              <a:gd name="T75" fmla="*/ 219 h 353"/>
              <a:gd name="T76" fmla="*/ 332 w 353"/>
              <a:gd name="T77" fmla="*/ 273 h 353"/>
              <a:gd name="T78" fmla="*/ 335 w 353"/>
              <a:gd name="T79" fmla="*/ 275 h 353"/>
              <a:gd name="T80" fmla="*/ 337 w 353"/>
              <a:gd name="T81" fmla="*/ 282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353" h="353">
                <a:moveTo>
                  <a:pt x="193" y="16"/>
                </a:moveTo>
                <a:cubicBezTo>
                  <a:pt x="273" y="16"/>
                  <a:pt x="337" y="80"/>
                  <a:pt x="337" y="160"/>
                </a:cubicBezTo>
                <a:cubicBezTo>
                  <a:pt x="337" y="165"/>
                  <a:pt x="341" y="168"/>
                  <a:pt x="345" y="168"/>
                </a:cubicBezTo>
                <a:cubicBezTo>
                  <a:pt x="350" y="168"/>
                  <a:pt x="353" y="165"/>
                  <a:pt x="353" y="160"/>
                </a:cubicBezTo>
                <a:cubicBezTo>
                  <a:pt x="353" y="71"/>
                  <a:pt x="282" y="0"/>
                  <a:pt x="193" y="0"/>
                </a:cubicBezTo>
                <a:cubicBezTo>
                  <a:pt x="188" y="0"/>
                  <a:pt x="185" y="3"/>
                  <a:pt x="185" y="8"/>
                </a:cubicBezTo>
                <a:cubicBezTo>
                  <a:pt x="185" y="12"/>
                  <a:pt x="188" y="16"/>
                  <a:pt x="193" y="16"/>
                </a:cubicBezTo>
                <a:moveTo>
                  <a:pt x="193" y="96"/>
                </a:moveTo>
                <a:cubicBezTo>
                  <a:pt x="228" y="96"/>
                  <a:pt x="257" y="125"/>
                  <a:pt x="257" y="160"/>
                </a:cubicBezTo>
                <a:cubicBezTo>
                  <a:pt x="257" y="165"/>
                  <a:pt x="261" y="168"/>
                  <a:pt x="265" y="168"/>
                </a:cubicBezTo>
                <a:cubicBezTo>
                  <a:pt x="270" y="168"/>
                  <a:pt x="273" y="165"/>
                  <a:pt x="273" y="160"/>
                </a:cubicBezTo>
                <a:cubicBezTo>
                  <a:pt x="273" y="116"/>
                  <a:pt x="237" y="80"/>
                  <a:pt x="193" y="80"/>
                </a:cubicBezTo>
                <a:cubicBezTo>
                  <a:pt x="188" y="80"/>
                  <a:pt x="185" y="83"/>
                  <a:pt x="185" y="88"/>
                </a:cubicBezTo>
                <a:cubicBezTo>
                  <a:pt x="185" y="92"/>
                  <a:pt x="188" y="96"/>
                  <a:pt x="193" y="96"/>
                </a:cubicBezTo>
                <a:moveTo>
                  <a:pt x="193" y="176"/>
                </a:moveTo>
                <a:cubicBezTo>
                  <a:pt x="202" y="176"/>
                  <a:pt x="209" y="169"/>
                  <a:pt x="209" y="160"/>
                </a:cubicBezTo>
                <a:cubicBezTo>
                  <a:pt x="209" y="151"/>
                  <a:pt x="202" y="144"/>
                  <a:pt x="193" y="144"/>
                </a:cubicBezTo>
                <a:cubicBezTo>
                  <a:pt x="184" y="144"/>
                  <a:pt x="177" y="151"/>
                  <a:pt x="177" y="160"/>
                </a:cubicBezTo>
                <a:cubicBezTo>
                  <a:pt x="177" y="169"/>
                  <a:pt x="184" y="176"/>
                  <a:pt x="193" y="176"/>
                </a:cubicBezTo>
                <a:moveTo>
                  <a:pt x="353" y="280"/>
                </a:moveTo>
                <a:cubicBezTo>
                  <a:pt x="353" y="274"/>
                  <a:pt x="351" y="268"/>
                  <a:pt x="346" y="263"/>
                </a:cubicBezTo>
                <a:cubicBezTo>
                  <a:pt x="345" y="262"/>
                  <a:pt x="343" y="261"/>
                  <a:pt x="342" y="260"/>
                </a:cubicBezTo>
                <a:cubicBezTo>
                  <a:pt x="274" y="207"/>
                  <a:pt x="274" y="207"/>
                  <a:pt x="274" y="207"/>
                </a:cubicBezTo>
                <a:cubicBezTo>
                  <a:pt x="270" y="203"/>
                  <a:pt x="264" y="200"/>
                  <a:pt x="257" y="200"/>
                </a:cubicBezTo>
                <a:cubicBezTo>
                  <a:pt x="251" y="200"/>
                  <a:pt x="246" y="202"/>
                  <a:pt x="242" y="205"/>
                </a:cubicBezTo>
                <a:cubicBezTo>
                  <a:pt x="223" y="224"/>
                  <a:pt x="223" y="224"/>
                  <a:pt x="223" y="224"/>
                </a:cubicBezTo>
                <a:cubicBezTo>
                  <a:pt x="223" y="224"/>
                  <a:pt x="223" y="224"/>
                  <a:pt x="223" y="224"/>
                </a:cubicBezTo>
                <a:cubicBezTo>
                  <a:pt x="221" y="227"/>
                  <a:pt x="216" y="230"/>
                  <a:pt x="212" y="230"/>
                </a:cubicBezTo>
                <a:cubicBezTo>
                  <a:pt x="206" y="230"/>
                  <a:pt x="201" y="227"/>
                  <a:pt x="198" y="223"/>
                </a:cubicBezTo>
                <a:cubicBezTo>
                  <a:pt x="198" y="223"/>
                  <a:pt x="198" y="223"/>
                  <a:pt x="198" y="223"/>
                </a:cubicBezTo>
                <a:cubicBezTo>
                  <a:pt x="172" y="204"/>
                  <a:pt x="149" y="181"/>
                  <a:pt x="130" y="155"/>
                </a:cubicBezTo>
                <a:cubicBezTo>
                  <a:pt x="130" y="155"/>
                  <a:pt x="130" y="155"/>
                  <a:pt x="130" y="155"/>
                </a:cubicBezTo>
                <a:cubicBezTo>
                  <a:pt x="126" y="152"/>
                  <a:pt x="123" y="147"/>
                  <a:pt x="123" y="141"/>
                </a:cubicBezTo>
                <a:cubicBezTo>
                  <a:pt x="123" y="136"/>
                  <a:pt x="125" y="132"/>
                  <a:pt x="129" y="129"/>
                </a:cubicBezTo>
                <a:cubicBezTo>
                  <a:pt x="129" y="129"/>
                  <a:pt x="129" y="129"/>
                  <a:pt x="129" y="129"/>
                </a:cubicBezTo>
                <a:cubicBezTo>
                  <a:pt x="148" y="110"/>
                  <a:pt x="148" y="110"/>
                  <a:pt x="148" y="110"/>
                </a:cubicBezTo>
                <a:cubicBezTo>
                  <a:pt x="151" y="106"/>
                  <a:pt x="153" y="101"/>
                  <a:pt x="153" y="96"/>
                </a:cubicBezTo>
                <a:cubicBezTo>
                  <a:pt x="153" y="89"/>
                  <a:pt x="150" y="83"/>
                  <a:pt x="146" y="79"/>
                </a:cubicBezTo>
                <a:cubicBezTo>
                  <a:pt x="93" y="11"/>
                  <a:pt x="93" y="11"/>
                  <a:pt x="93" y="11"/>
                </a:cubicBezTo>
                <a:cubicBezTo>
                  <a:pt x="92" y="9"/>
                  <a:pt x="91" y="8"/>
                  <a:pt x="89" y="7"/>
                </a:cubicBezTo>
                <a:cubicBezTo>
                  <a:pt x="85" y="2"/>
                  <a:pt x="79" y="0"/>
                  <a:pt x="72" y="0"/>
                </a:cubicBezTo>
                <a:cubicBezTo>
                  <a:pt x="40" y="0"/>
                  <a:pt x="0" y="37"/>
                  <a:pt x="0" y="84"/>
                </a:cubicBezTo>
                <a:cubicBezTo>
                  <a:pt x="0" y="97"/>
                  <a:pt x="3" y="109"/>
                  <a:pt x="8" y="120"/>
                </a:cubicBezTo>
                <a:cubicBezTo>
                  <a:pt x="8" y="120"/>
                  <a:pt x="8" y="120"/>
                  <a:pt x="8" y="120"/>
                </a:cubicBezTo>
                <a:cubicBezTo>
                  <a:pt x="56" y="216"/>
                  <a:pt x="137" y="297"/>
                  <a:pt x="233" y="345"/>
                </a:cubicBezTo>
                <a:cubicBezTo>
                  <a:pt x="233" y="345"/>
                  <a:pt x="233" y="345"/>
                  <a:pt x="233" y="345"/>
                </a:cubicBezTo>
                <a:cubicBezTo>
                  <a:pt x="244" y="350"/>
                  <a:pt x="256" y="353"/>
                  <a:pt x="269" y="353"/>
                </a:cubicBezTo>
                <a:cubicBezTo>
                  <a:pt x="316" y="353"/>
                  <a:pt x="353" y="313"/>
                  <a:pt x="353" y="281"/>
                </a:cubicBezTo>
                <a:cubicBezTo>
                  <a:pt x="353" y="281"/>
                  <a:pt x="353" y="280"/>
                  <a:pt x="353" y="280"/>
                </a:cubicBezTo>
                <a:close/>
                <a:moveTo>
                  <a:pt x="269" y="337"/>
                </a:moveTo>
                <a:cubicBezTo>
                  <a:pt x="259" y="337"/>
                  <a:pt x="249" y="335"/>
                  <a:pt x="240" y="330"/>
                </a:cubicBezTo>
                <a:cubicBezTo>
                  <a:pt x="239" y="330"/>
                  <a:pt x="238" y="329"/>
                  <a:pt x="237" y="329"/>
                </a:cubicBezTo>
                <a:cubicBezTo>
                  <a:pt x="146" y="283"/>
                  <a:pt x="70" y="207"/>
                  <a:pt x="24" y="116"/>
                </a:cubicBezTo>
                <a:cubicBezTo>
                  <a:pt x="24" y="115"/>
                  <a:pt x="23" y="114"/>
                  <a:pt x="23" y="113"/>
                </a:cubicBezTo>
                <a:cubicBezTo>
                  <a:pt x="18" y="104"/>
                  <a:pt x="16" y="94"/>
                  <a:pt x="16" y="84"/>
                </a:cubicBezTo>
                <a:cubicBezTo>
                  <a:pt x="16" y="45"/>
                  <a:pt x="50" y="16"/>
                  <a:pt x="72" y="16"/>
                </a:cubicBezTo>
                <a:cubicBezTo>
                  <a:pt x="75" y="16"/>
                  <a:pt x="77" y="17"/>
                  <a:pt x="78" y="18"/>
                </a:cubicBezTo>
                <a:cubicBezTo>
                  <a:pt x="78" y="18"/>
                  <a:pt x="79" y="19"/>
                  <a:pt x="79" y="19"/>
                </a:cubicBezTo>
                <a:cubicBezTo>
                  <a:pt x="79" y="20"/>
                  <a:pt x="80" y="20"/>
                  <a:pt x="80" y="21"/>
                </a:cubicBezTo>
                <a:cubicBezTo>
                  <a:pt x="133" y="89"/>
                  <a:pt x="133" y="89"/>
                  <a:pt x="133" y="89"/>
                </a:cubicBezTo>
                <a:cubicBezTo>
                  <a:pt x="133" y="89"/>
                  <a:pt x="134" y="90"/>
                  <a:pt x="134" y="90"/>
                </a:cubicBezTo>
                <a:cubicBezTo>
                  <a:pt x="135" y="91"/>
                  <a:pt x="137" y="93"/>
                  <a:pt x="137" y="96"/>
                </a:cubicBezTo>
                <a:cubicBezTo>
                  <a:pt x="137" y="97"/>
                  <a:pt x="136" y="99"/>
                  <a:pt x="135" y="100"/>
                </a:cubicBezTo>
                <a:cubicBezTo>
                  <a:pt x="118" y="118"/>
                  <a:pt x="118" y="118"/>
                  <a:pt x="118" y="118"/>
                </a:cubicBezTo>
                <a:cubicBezTo>
                  <a:pt x="117" y="118"/>
                  <a:pt x="117" y="118"/>
                  <a:pt x="117" y="118"/>
                </a:cubicBezTo>
                <a:cubicBezTo>
                  <a:pt x="111" y="124"/>
                  <a:pt x="107" y="132"/>
                  <a:pt x="107" y="141"/>
                </a:cubicBezTo>
                <a:cubicBezTo>
                  <a:pt x="107" y="150"/>
                  <a:pt x="110" y="158"/>
                  <a:pt x="116" y="163"/>
                </a:cubicBezTo>
                <a:cubicBezTo>
                  <a:pt x="116" y="164"/>
                  <a:pt x="116" y="164"/>
                  <a:pt x="117" y="164"/>
                </a:cubicBezTo>
                <a:cubicBezTo>
                  <a:pt x="136" y="192"/>
                  <a:pt x="161" y="216"/>
                  <a:pt x="189" y="236"/>
                </a:cubicBezTo>
                <a:cubicBezTo>
                  <a:pt x="189" y="236"/>
                  <a:pt x="189" y="236"/>
                  <a:pt x="189" y="237"/>
                </a:cubicBezTo>
                <a:cubicBezTo>
                  <a:pt x="195" y="242"/>
                  <a:pt x="203" y="246"/>
                  <a:pt x="212" y="246"/>
                </a:cubicBezTo>
                <a:cubicBezTo>
                  <a:pt x="220" y="246"/>
                  <a:pt x="228" y="242"/>
                  <a:pt x="234" y="236"/>
                </a:cubicBezTo>
                <a:cubicBezTo>
                  <a:pt x="234" y="236"/>
                  <a:pt x="235" y="236"/>
                  <a:pt x="235" y="236"/>
                </a:cubicBezTo>
                <a:cubicBezTo>
                  <a:pt x="253" y="217"/>
                  <a:pt x="253" y="217"/>
                  <a:pt x="253" y="217"/>
                </a:cubicBezTo>
                <a:cubicBezTo>
                  <a:pt x="254" y="217"/>
                  <a:pt x="255" y="216"/>
                  <a:pt x="257" y="216"/>
                </a:cubicBezTo>
                <a:cubicBezTo>
                  <a:pt x="260" y="216"/>
                  <a:pt x="262" y="218"/>
                  <a:pt x="263" y="219"/>
                </a:cubicBezTo>
                <a:cubicBezTo>
                  <a:pt x="263" y="219"/>
                  <a:pt x="264" y="219"/>
                  <a:pt x="264" y="220"/>
                </a:cubicBezTo>
                <a:cubicBezTo>
                  <a:pt x="332" y="273"/>
                  <a:pt x="332" y="273"/>
                  <a:pt x="332" y="273"/>
                </a:cubicBezTo>
                <a:cubicBezTo>
                  <a:pt x="332" y="273"/>
                  <a:pt x="333" y="273"/>
                  <a:pt x="333" y="274"/>
                </a:cubicBezTo>
                <a:cubicBezTo>
                  <a:pt x="334" y="274"/>
                  <a:pt x="335" y="275"/>
                  <a:pt x="335" y="275"/>
                </a:cubicBezTo>
                <a:cubicBezTo>
                  <a:pt x="336" y="276"/>
                  <a:pt x="337" y="278"/>
                  <a:pt x="337" y="280"/>
                </a:cubicBezTo>
                <a:cubicBezTo>
                  <a:pt x="337" y="281"/>
                  <a:pt x="337" y="281"/>
                  <a:pt x="337" y="282"/>
                </a:cubicBezTo>
                <a:cubicBezTo>
                  <a:pt x="336" y="304"/>
                  <a:pt x="307" y="337"/>
                  <a:pt x="269" y="337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0" name="Freeform 10"/>
          <p:cNvSpPr>
            <a:spLocks noEditPoints="1"/>
          </p:cNvSpPr>
          <p:nvPr/>
        </p:nvSpPr>
        <p:spPr bwMode="auto">
          <a:xfrm>
            <a:off x="6491817" y="954617"/>
            <a:ext cx="315384" cy="577851"/>
          </a:xfrm>
          <a:custGeom>
            <a:avLst/>
            <a:gdLst>
              <a:gd name="T0" fmla="*/ 193 w 193"/>
              <a:gd name="T1" fmla="*/ 136 h 353"/>
              <a:gd name="T2" fmla="*/ 184 w 193"/>
              <a:gd name="T3" fmla="*/ 128 h 353"/>
              <a:gd name="T4" fmla="*/ 121 w 193"/>
              <a:gd name="T5" fmla="*/ 128 h 353"/>
              <a:gd name="T6" fmla="*/ 160 w 193"/>
              <a:gd name="T7" fmla="*/ 10 h 353"/>
              <a:gd name="T8" fmla="*/ 160 w 193"/>
              <a:gd name="T9" fmla="*/ 10 h 353"/>
              <a:gd name="T10" fmla="*/ 160 w 193"/>
              <a:gd name="T11" fmla="*/ 8 h 353"/>
              <a:gd name="T12" fmla="*/ 152 w 193"/>
              <a:gd name="T13" fmla="*/ 0 h 353"/>
              <a:gd name="T14" fmla="*/ 72 w 193"/>
              <a:gd name="T15" fmla="*/ 0 h 353"/>
              <a:gd name="T16" fmla="*/ 65 w 193"/>
              <a:gd name="T17" fmla="*/ 5 h 353"/>
              <a:gd name="T18" fmla="*/ 64 w 193"/>
              <a:gd name="T19" fmla="*/ 5 h 353"/>
              <a:gd name="T20" fmla="*/ 0 w 193"/>
              <a:gd name="T21" fmla="*/ 198 h 353"/>
              <a:gd name="T22" fmla="*/ 0 w 193"/>
              <a:gd name="T23" fmla="*/ 198 h 353"/>
              <a:gd name="T24" fmla="*/ 0 w 193"/>
              <a:gd name="T25" fmla="*/ 200 h 353"/>
              <a:gd name="T26" fmla="*/ 8 w 193"/>
              <a:gd name="T27" fmla="*/ 208 h 353"/>
              <a:gd name="T28" fmla="*/ 79 w 193"/>
              <a:gd name="T29" fmla="*/ 208 h 353"/>
              <a:gd name="T30" fmla="*/ 64 w 193"/>
              <a:gd name="T31" fmla="*/ 344 h 353"/>
              <a:gd name="T32" fmla="*/ 64 w 193"/>
              <a:gd name="T33" fmla="*/ 344 h 353"/>
              <a:gd name="T34" fmla="*/ 64 w 193"/>
              <a:gd name="T35" fmla="*/ 345 h 353"/>
              <a:gd name="T36" fmla="*/ 72 w 193"/>
              <a:gd name="T37" fmla="*/ 353 h 353"/>
              <a:gd name="T38" fmla="*/ 79 w 193"/>
              <a:gd name="T39" fmla="*/ 348 h 353"/>
              <a:gd name="T40" fmla="*/ 79 w 193"/>
              <a:gd name="T41" fmla="*/ 348 h 353"/>
              <a:gd name="T42" fmla="*/ 192 w 193"/>
              <a:gd name="T43" fmla="*/ 139 h 353"/>
              <a:gd name="T44" fmla="*/ 192 w 193"/>
              <a:gd name="T45" fmla="*/ 139 h 353"/>
              <a:gd name="T46" fmla="*/ 193 w 193"/>
              <a:gd name="T47" fmla="*/ 136 h 353"/>
              <a:gd name="T48" fmla="*/ 85 w 193"/>
              <a:gd name="T49" fmla="*/ 305 h 353"/>
              <a:gd name="T50" fmla="*/ 96 w 193"/>
              <a:gd name="T51" fmla="*/ 201 h 353"/>
              <a:gd name="T52" fmla="*/ 96 w 193"/>
              <a:gd name="T53" fmla="*/ 201 h 353"/>
              <a:gd name="T54" fmla="*/ 96 w 193"/>
              <a:gd name="T55" fmla="*/ 200 h 353"/>
              <a:gd name="T56" fmla="*/ 88 w 193"/>
              <a:gd name="T57" fmla="*/ 192 h 353"/>
              <a:gd name="T58" fmla="*/ 19 w 193"/>
              <a:gd name="T59" fmla="*/ 192 h 353"/>
              <a:gd name="T60" fmla="*/ 78 w 193"/>
              <a:gd name="T61" fmla="*/ 16 h 353"/>
              <a:gd name="T62" fmla="*/ 141 w 193"/>
              <a:gd name="T63" fmla="*/ 16 h 353"/>
              <a:gd name="T64" fmla="*/ 102 w 193"/>
              <a:gd name="T65" fmla="*/ 134 h 353"/>
              <a:gd name="T66" fmla="*/ 102 w 193"/>
              <a:gd name="T67" fmla="*/ 134 h 353"/>
              <a:gd name="T68" fmla="*/ 101 w 193"/>
              <a:gd name="T69" fmla="*/ 136 h 353"/>
              <a:gd name="T70" fmla="*/ 109 w 193"/>
              <a:gd name="T71" fmla="*/ 144 h 353"/>
              <a:gd name="T72" fmla="*/ 171 w 193"/>
              <a:gd name="T73" fmla="*/ 144 h 353"/>
              <a:gd name="T74" fmla="*/ 85 w 193"/>
              <a:gd name="T75" fmla="*/ 305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93" h="353">
                <a:moveTo>
                  <a:pt x="193" y="136"/>
                </a:moveTo>
                <a:cubicBezTo>
                  <a:pt x="193" y="132"/>
                  <a:pt x="189" y="128"/>
                  <a:pt x="184" y="128"/>
                </a:cubicBezTo>
                <a:cubicBezTo>
                  <a:pt x="121" y="128"/>
                  <a:pt x="121" y="128"/>
                  <a:pt x="121" y="128"/>
                </a:cubicBezTo>
                <a:cubicBezTo>
                  <a:pt x="160" y="10"/>
                  <a:pt x="160" y="10"/>
                  <a:pt x="160" y="10"/>
                </a:cubicBezTo>
                <a:cubicBezTo>
                  <a:pt x="160" y="10"/>
                  <a:pt x="160" y="10"/>
                  <a:pt x="160" y="10"/>
                </a:cubicBezTo>
                <a:cubicBezTo>
                  <a:pt x="160" y="9"/>
                  <a:pt x="160" y="9"/>
                  <a:pt x="160" y="8"/>
                </a:cubicBezTo>
                <a:cubicBezTo>
                  <a:pt x="160" y="3"/>
                  <a:pt x="157" y="0"/>
                  <a:pt x="152" y="0"/>
                </a:cubicBezTo>
                <a:cubicBezTo>
                  <a:pt x="72" y="0"/>
                  <a:pt x="72" y="0"/>
                  <a:pt x="72" y="0"/>
                </a:cubicBezTo>
                <a:cubicBezTo>
                  <a:pt x="69" y="0"/>
                  <a:pt x="66" y="2"/>
                  <a:pt x="65" y="5"/>
                </a:cubicBezTo>
                <a:cubicBezTo>
                  <a:pt x="64" y="5"/>
                  <a:pt x="64" y="5"/>
                  <a:pt x="64" y="5"/>
                </a:cubicBezTo>
                <a:cubicBezTo>
                  <a:pt x="0" y="198"/>
                  <a:pt x="0" y="198"/>
                  <a:pt x="0" y="198"/>
                </a:cubicBezTo>
                <a:cubicBezTo>
                  <a:pt x="0" y="198"/>
                  <a:pt x="0" y="198"/>
                  <a:pt x="0" y="198"/>
                </a:cubicBezTo>
                <a:cubicBezTo>
                  <a:pt x="0" y="199"/>
                  <a:pt x="0" y="199"/>
                  <a:pt x="0" y="200"/>
                </a:cubicBezTo>
                <a:cubicBezTo>
                  <a:pt x="0" y="205"/>
                  <a:pt x="3" y="208"/>
                  <a:pt x="8" y="208"/>
                </a:cubicBezTo>
                <a:cubicBezTo>
                  <a:pt x="79" y="208"/>
                  <a:pt x="79" y="208"/>
                  <a:pt x="79" y="208"/>
                </a:cubicBezTo>
                <a:cubicBezTo>
                  <a:pt x="64" y="344"/>
                  <a:pt x="64" y="344"/>
                  <a:pt x="64" y="344"/>
                </a:cubicBezTo>
                <a:cubicBezTo>
                  <a:pt x="64" y="344"/>
                  <a:pt x="64" y="344"/>
                  <a:pt x="64" y="344"/>
                </a:cubicBezTo>
                <a:cubicBezTo>
                  <a:pt x="64" y="344"/>
                  <a:pt x="64" y="344"/>
                  <a:pt x="64" y="345"/>
                </a:cubicBezTo>
                <a:cubicBezTo>
                  <a:pt x="64" y="349"/>
                  <a:pt x="68" y="353"/>
                  <a:pt x="72" y="353"/>
                </a:cubicBezTo>
                <a:cubicBezTo>
                  <a:pt x="75" y="353"/>
                  <a:pt x="78" y="351"/>
                  <a:pt x="79" y="348"/>
                </a:cubicBezTo>
                <a:cubicBezTo>
                  <a:pt x="79" y="348"/>
                  <a:pt x="79" y="348"/>
                  <a:pt x="79" y="348"/>
                </a:cubicBezTo>
                <a:cubicBezTo>
                  <a:pt x="192" y="139"/>
                  <a:pt x="192" y="139"/>
                  <a:pt x="192" y="139"/>
                </a:cubicBezTo>
                <a:cubicBezTo>
                  <a:pt x="192" y="139"/>
                  <a:pt x="192" y="139"/>
                  <a:pt x="192" y="139"/>
                </a:cubicBezTo>
                <a:cubicBezTo>
                  <a:pt x="192" y="138"/>
                  <a:pt x="193" y="137"/>
                  <a:pt x="193" y="136"/>
                </a:cubicBezTo>
                <a:moveTo>
                  <a:pt x="85" y="305"/>
                </a:moveTo>
                <a:cubicBezTo>
                  <a:pt x="96" y="201"/>
                  <a:pt x="96" y="201"/>
                  <a:pt x="96" y="201"/>
                </a:cubicBezTo>
                <a:cubicBezTo>
                  <a:pt x="96" y="201"/>
                  <a:pt x="96" y="201"/>
                  <a:pt x="96" y="201"/>
                </a:cubicBezTo>
                <a:cubicBezTo>
                  <a:pt x="96" y="201"/>
                  <a:pt x="96" y="201"/>
                  <a:pt x="96" y="200"/>
                </a:cubicBezTo>
                <a:cubicBezTo>
                  <a:pt x="96" y="196"/>
                  <a:pt x="93" y="192"/>
                  <a:pt x="88" y="192"/>
                </a:cubicBezTo>
                <a:cubicBezTo>
                  <a:pt x="19" y="192"/>
                  <a:pt x="19" y="192"/>
                  <a:pt x="19" y="192"/>
                </a:cubicBezTo>
                <a:cubicBezTo>
                  <a:pt x="78" y="16"/>
                  <a:pt x="78" y="16"/>
                  <a:pt x="78" y="16"/>
                </a:cubicBezTo>
                <a:cubicBezTo>
                  <a:pt x="141" y="16"/>
                  <a:pt x="141" y="16"/>
                  <a:pt x="141" y="16"/>
                </a:cubicBezTo>
                <a:cubicBezTo>
                  <a:pt x="102" y="134"/>
                  <a:pt x="102" y="134"/>
                  <a:pt x="102" y="134"/>
                </a:cubicBezTo>
                <a:cubicBezTo>
                  <a:pt x="102" y="134"/>
                  <a:pt x="102" y="134"/>
                  <a:pt x="102" y="134"/>
                </a:cubicBezTo>
                <a:cubicBezTo>
                  <a:pt x="102" y="134"/>
                  <a:pt x="101" y="135"/>
                  <a:pt x="101" y="136"/>
                </a:cubicBezTo>
                <a:cubicBezTo>
                  <a:pt x="101" y="140"/>
                  <a:pt x="105" y="144"/>
                  <a:pt x="109" y="144"/>
                </a:cubicBezTo>
                <a:cubicBezTo>
                  <a:pt x="171" y="144"/>
                  <a:pt x="171" y="144"/>
                  <a:pt x="171" y="144"/>
                </a:cubicBezTo>
                <a:lnTo>
                  <a:pt x="85" y="305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1" name="Freeform 11"/>
          <p:cNvSpPr>
            <a:spLocks noEditPoints="1"/>
          </p:cNvSpPr>
          <p:nvPr/>
        </p:nvSpPr>
        <p:spPr bwMode="auto">
          <a:xfrm>
            <a:off x="7463367" y="1007534"/>
            <a:ext cx="577851" cy="472017"/>
          </a:xfrm>
          <a:custGeom>
            <a:avLst/>
            <a:gdLst>
              <a:gd name="T0" fmla="*/ 72 w 353"/>
              <a:gd name="T1" fmla="*/ 176 h 289"/>
              <a:gd name="T2" fmla="*/ 64 w 353"/>
              <a:gd name="T3" fmla="*/ 232 h 289"/>
              <a:gd name="T4" fmla="*/ 120 w 353"/>
              <a:gd name="T5" fmla="*/ 241 h 289"/>
              <a:gd name="T6" fmla="*/ 128 w 353"/>
              <a:gd name="T7" fmla="*/ 184 h 289"/>
              <a:gd name="T8" fmla="*/ 112 w 353"/>
              <a:gd name="T9" fmla="*/ 224 h 289"/>
              <a:gd name="T10" fmla="*/ 80 w 353"/>
              <a:gd name="T11" fmla="*/ 192 h 289"/>
              <a:gd name="T12" fmla="*/ 112 w 353"/>
              <a:gd name="T13" fmla="*/ 224 h 289"/>
              <a:gd name="T14" fmla="*/ 233 w 353"/>
              <a:gd name="T15" fmla="*/ 176 h 289"/>
              <a:gd name="T16" fmla="*/ 225 w 353"/>
              <a:gd name="T17" fmla="*/ 232 h 289"/>
              <a:gd name="T18" fmla="*/ 281 w 353"/>
              <a:gd name="T19" fmla="*/ 241 h 289"/>
              <a:gd name="T20" fmla="*/ 289 w 353"/>
              <a:gd name="T21" fmla="*/ 184 h 289"/>
              <a:gd name="T22" fmla="*/ 273 w 353"/>
              <a:gd name="T23" fmla="*/ 224 h 289"/>
              <a:gd name="T24" fmla="*/ 241 w 353"/>
              <a:gd name="T25" fmla="*/ 192 h 289"/>
              <a:gd name="T26" fmla="*/ 273 w 353"/>
              <a:gd name="T27" fmla="*/ 224 h 289"/>
              <a:gd name="T28" fmla="*/ 337 w 353"/>
              <a:gd name="T29" fmla="*/ 273 h 289"/>
              <a:gd name="T30" fmla="*/ 345 w 353"/>
              <a:gd name="T31" fmla="*/ 64 h 289"/>
              <a:gd name="T32" fmla="*/ 345 w 353"/>
              <a:gd name="T33" fmla="*/ 48 h 289"/>
              <a:gd name="T34" fmla="*/ 337 w 353"/>
              <a:gd name="T35" fmla="*/ 16 h 289"/>
              <a:gd name="T36" fmla="*/ 32 w 353"/>
              <a:gd name="T37" fmla="*/ 0 h 289"/>
              <a:gd name="T38" fmla="*/ 16 w 353"/>
              <a:gd name="T39" fmla="*/ 48 h 289"/>
              <a:gd name="T40" fmla="*/ 0 w 353"/>
              <a:gd name="T41" fmla="*/ 56 h 289"/>
              <a:gd name="T42" fmla="*/ 16 w 353"/>
              <a:gd name="T43" fmla="*/ 64 h 289"/>
              <a:gd name="T44" fmla="*/ 8 w 353"/>
              <a:gd name="T45" fmla="*/ 273 h 289"/>
              <a:gd name="T46" fmla="*/ 8 w 353"/>
              <a:gd name="T47" fmla="*/ 289 h 289"/>
              <a:gd name="T48" fmla="*/ 353 w 353"/>
              <a:gd name="T49" fmla="*/ 281 h 289"/>
              <a:gd name="T50" fmla="*/ 193 w 353"/>
              <a:gd name="T51" fmla="*/ 273 h 289"/>
              <a:gd name="T52" fmla="*/ 160 w 353"/>
              <a:gd name="T53" fmla="*/ 192 h 289"/>
              <a:gd name="T54" fmla="*/ 193 w 353"/>
              <a:gd name="T55" fmla="*/ 273 h 289"/>
              <a:gd name="T56" fmla="*/ 209 w 353"/>
              <a:gd name="T57" fmla="*/ 273 h 289"/>
              <a:gd name="T58" fmla="*/ 201 w 353"/>
              <a:gd name="T59" fmla="*/ 176 h 289"/>
              <a:gd name="T60" fmla="*/ 144 w 353"/>
              <a:gd name="T61" fmla="*/ 184 h 289"/>
              <a:gd name="T62" fmla="*/ 32 w 353"/>
              <a:gd name="T63" fmla="*/ 273 h 289"/>
              <a:gd name="T64" fmla="*/ 56 w 353"/>
              <a:gd name="T65" fmla="*/ 112 h 289"/>
              <a:gd name="T66" fmla="*/ 104 w 353"/>
              <a:gd name="T67" fmla="*/ 112 h 289"/>
              <a:gd name="T68" fmla="*/ 152 w 353"/>
              <a:gd name="T69" fmla="*/ 112 h 289"/>
              <a:gd name="T70" fmla="*/ 201 w 353"/>
              <a:gd name="T71" fmla="*/ 112 h 289"/>
              <a:gd name="T72" fmla="*/ 249 w 353"/>
              <a:gd name="T73" fmla="*/ 112 h 289"/>
              <a:gd name="T74" fmla="*/ 297 w 353"/>
              <a:gd name="T75" fmla="*/ 112 h 289"/>
              <a:gd name="T76" fmla="*/ 321 w 353"/>
              <a:gd name="T77" fmla="*/ 273 h 289"/>
              <a:gd name="T78" fmla="*/ 40 w 353"/>
              <a:gd name="T79" fmla="*/ 64 h 289"/>
              <a:gd name="T80" fmla="*/ 72 w 353"/>
              <a:gd name="T81" fmla="*/ 80 h 289"/>
              <a:gd name="T82" fmla="*/ 40 w 353"/>
              <a:gd name="T83" fmla="*/ 80 h 289"/>
              <a:gd name="T84" fmla="*/ 88 w 353"/>
              <a:gd name="T85" fmla="*/ 64 h 289"/>
              <a:gd name="T86" fmla="*/ 120 w 353"/>
              <a:gd name="T87" fmla="*/ 80 h 289"/>
              <a:gd name="T88" fmla="*/ 88 w 353"/>
              <a:gd name="T89" fmla="*/ 80 h 289"/>
              <a:gd name="T90" fmla="*/ 136 w 353"/>
              <a:gd name="T91" fmla="*/ 64 h 289"/>
              <a:gd name="T92" fmla="*/ 168 w 353"/>
              <a:gd name="T93" fmla="*/ 80 h 289"/>
              <a:gd name="T94" fmla="*/ 136 w 353"/>
              <a:gd name="T95" fmla="*/ 80 h 289"/>
              <a:gd name="T96" fmla="*/ 185 w 353"/>
              <a:gd name="T97" fmla="*/ 64 h 289"/>
              <a:gd name="T98" fmla="*/ 217 w 353"/>
              <a:gd name="T99" fmla="*/ 80 h 289"/>
              <a:gd name="T100" fmla="*/ 185 w 353"/>
              <a:gd name="T101" fmla="*/ 80 h 289"/>
              <a:gd name="T102" fmla="*/ 233 w 353"/>
              <a:gd name="T103" fmla="*/ 64 h 289"/>
              <a:gd name="T104" fmla="*/ 265 w 353"/>
              <a:gd name="T105" fmla="*/ 80 h 289"/>
              <a:gd name="T106" fmla="*/ 233 w 353"/>
              <a:gd name="T107" fmla="*/ 80 h 289"/>
              <a:gd name="T108" fmla="*/ 281 w 353"/>
              <a:gd name="T109" fmla="*/ 64 h 289"/>
              <a:gd name="T110" fmla="*/ 313 w 353"/>
              <a:gd name="T111" fmla="*/ 80 h 289"/>
              <a:gd name="T112" fmla="*/ 281 w 353"/>
              <a:gd name="T113" fmla="*/ 80 h 289"/>
              <a:gd name="T114" fmla="*/ 32 w 353"/>
              <a:gd name="T115" fmla="*/ 48 h 289"/>
              <a:gd name="T116" fmla="*/ 321 w 353"/>
              <a:gd name="T117" fmla="*/ 16 h 2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353" h="289">
                <a:moveTo>
                  <a:pt x="120" y="176"/>
                </a:moveTo>
                <a:cubicBezTo>
                  <a:pt x="72" y="176"/>
                  <a:pt x="72" y="176"/>
                  <a:pt x="72" y="176"/>
                </a:cubicBezTo>
                <a:cubicBezTo>
                  <a:pt x="68" y="176"/>
                  <a:pt x="64" y="180"/>
                  <a:pt x="64" y="184"/>
                </a:cubicBezTo>
                <a:cubicBezTo>
                  <a:pt x="64" y="232"/>
                  <a:pt x="64" y="232"/>
                  <a:pt x="64" y="232"/>
                </a:cubicBezTo>
                <a:cubicBezTo>
                  <a:pt x="64" y="237"/>
                  <a:pt x="68" y="241"/>
                  <a:pt x="72" y="241"/>
                </a:cubicBezTo>
                <a:cubicBezTo>
                  <a:pt x="120" y="241"/>
                  <a:pt x="120" y="241"/>
                  <a:pt x="120" y="241"/>
                </a:cubicBezTo>
                <a:cubicBezTo>
                  <a:pt x="125" y="241"/>
                  <a:pt x="128" y="237"/>
                  <a:pt x="128" y="232"/>
                </a:cubicBezTo>
                <a:cubicBezTo>
                  <a:pt x="128" y="184"/>
                  <a:pt x="128" y="184"/>
                  <a:pt x="128" y="184"/>
                </a:cubicBezTo>
                <a:cubicBezTo>
                  <a:pt x="128" y="180"/>
                  <a:pt x="125" y="176"/>
                  <a:pt x="120" y="176"/>
                </a:cubicBezTo>
                <a:moveTo>
                  <a:pt x="112" y="224"/>
                </a:moveTo>
                <a:cubicBezTo>
                  <a:pt x="80" y="224"/>
                  <a:pt x="80" y="224"/>
                  <a:pt x="80" y="224"/>
                </a:cubicBezTo>
                <a:cubicBezTo>
                  <a:pt x="80" y="192"/>
                  <a:pt x="80" y="192"/>
                  <a:pt x="80" y="192"/>
                </a:cubicBezTo>
                <a:cubicBezTo>
                  <a:pt x="112" y="192"/>
                  <a:pt x="112" y="192"/>
                  <a:pt x="112" y="192"/>
                </a:cubicBezTo>
                <a:lnTo>
                  <a:pt x="112" y="224"/>
                </a:lnTo>
                <a:close/>
                <a:moveTo>
                  <a:pt x="281" y="176"/>
                </a:moveTo>
                <a:cubicBezTo>
                  <a:pt x="233" y="176"/>
                  <a:pt x="233" y="176"/>
                  <a:pt x="233" y="176"/>
                </a:cubicBezTo>
                <a:cubicBezTo>
                  <a:pt x="228" y="176"/>
                  <a:pt x="225" y="180"/>
                  <a:pt x="225" y="184"/>
                </a:cubicBezTo>
                <a:cubicBezTo>
                  <a:pt x="225" y="232"/>
                  <a:pt x="225" y="232"/>
                  <a:pt x="225" y="232"/>
                </a:cubicBezTo>
                <a:cubicBezTo>
                  <a:pt x="225" y="237"/>
                  <a:pt x="228" y="241"/>
                  <a:pt x="233" y="241"/>
                </a:cubicBezTo>
                <a:cubicBezTo>
                  <a:pt x="281" y="241"/>
                  <a:pt x="281" y="241"/>
                  <a:pt x="281" y="241"/>
                </a:cubicBezTo>
                <a:cubicBezTo>
                  <a:pt x="285" y="241"/>
                  <a:pt x="289" y="237"/>
                  <a:pt x="289" y="232"/>
                </a:cubicBezTo>
                <a:cubicBezTo>
                  <a:pt x="289" y="184"/>
                  <a:pt x="289" y="184"/>
                  <a:pt x="289" y="184"/>
                </a:cubicBezTo>
                <a:cubicBezTo>
                  <a:pt x="289" y="180"/>
                  <a:pt x="285" y="176"/>
                  <a:pt x="281" y="176"/>
                </a:cubicBezTo>
                <a:moveTo>
                  <a:pt x="273" y="224"/>
                </a:moveTo>
                <a:cubicBezTo>
                  <a:pt x="241" y="224"/>
                  <a:pt x="241" y="224"/>
                  <a:pt x="241" y="224"/>
                </a:cubicBezTo>
                <a:cubicBezTo>
                  <a:pt x="241" y="192"/>
                  <a:pt x="241" y="192"/>
                  <a:pt x="241" y="192"/>
                </a:cubicBezTo>
                <a:cubicBezTo>
                  <a:pt x="273" y="192"/>
                  <a:pt x="273" y="192"/>
                  <a:pt x="273" y="192"/>
                </a:cubicBezTo>
                <a:lnTo>
                  <a:pt x="273" y="224"/>
                </a:lnTo>
                <a:close/>
                <a:moveTo>
                  <a:pt x="345" y="273"/>
                </a:moveTo>
                <a:cubicBezTo>
                  <a:pt x="337" y="273"/>
                  <a:pt x="337" y="273"/>
                  <a:pt x="337" y="273"/>
                </a:cubicBezTo>
                <a:cubicBezTo>
                  <a:pt x="337" y="64"/>
                  <a:pt x="337" y="64"/>
                  <a:pt x="337" y="64"/>
                </a:cubicBezTo>
                <a:cubicBezTo>
                  <a:pt x="345" y="64"/>
                  <a:pt x="345" y="64"/>
                  <a:pt x="345" y="64"/>
                </a:cubicBezTo>
                <a:cubicBezTo>
                  <a:pt x="350" y="64"/>
                  <a:pt x="353" y="60"/>
                  <a:pt x="353" y="56"/>
                </a:cubicBezTo>
                <a:cubicBezTo>
                  <a:pt x="353" y="51"/>
                  <a:pt x="350" y="48"/>
                  <a:pt x="345" y="48"/>
                </a:cubicBezTo>
                <a:cubicBezTo>
                  <a:pt x="337" y="48"/>
                  <a:pt x="337" y="48"/>
                  <a:pt x="337" y="48"/>
                </a:cubicBezTo>
                <a:cubicBezTo>
                  <a:pt x="337" y="16"/>
                  <a:pt x="337" y="16"/>
                  <a:pt x="337" y="16"/>
                </a:cubicBezTo>
                <a:cubicBezTo>
                  <a:pt x="337" y="7"/>
                  <a:pt x="330" y="0"/>
                  <a:pt x="321" y="0"/>
                </a:cubicBezTo>
                <a:cubicBezTo>
                  <a:pt x="32" y="0"/>
                  <a:pt x="32" y="0"/>
                  <a:pt x="32" y="0"/>
                </a:cubicBezTo>
                <a:cubicBezTo>
                  <a:pt x="23" y="0"/>
                  <a:pt x="16" y="7"/>
                  <a:pt x="16" y="16"/>
                </a:cubicBezTo>
                <a:cubicBezTo>
                  <a:pt x="16" y="48"/>
                  <a:pt x="16" y="48"/>
                  <a:pt x="16" y="48"/>
                </a:cubicBezTo>
                <a:cubicBezTo>
                  <a:pt x="8" y="48"/>
                  <a:pt x="8" y="48"/>
                  <a:pt x="8" y="48"/>
                </a:cubicBezTo>
                <a:cubicBezTo>
                  <a:pt x="3" y="48"/>
                  <a:pt x="0" y="51"/>
                  <a:pt x="0" y="56"/>
                </a:cubicBezTo>
                <a:cubicBezTo>
                  <a:pt x="0" y="60"/>
                  <a:pt x="3" y="64"/>
                  <a:pt x="8" y="64"/>
                </a:cubicBezTo>
                <a:cubicBezTo>
                  <a:pt x="16" y="64"/>
                  <a:pt x="16" y="64"/>
                  <a:pt x="16" y="64"/>
                </a:cubicBezTo>
                <a:cubicBezTo>
                  <a:pt x="16" y="273"/>
                  <a:pt x="16" y="273"/>
                  <a:pt x="16" y="273"/>
                </a:cubicBezTo>
                <a:cubicBezTo>
                  <a:pt x="8" y="273"/>
                  <a:pt x="8" y="273"/>
                  <a:pt x="8" y="273"/>
                </a:cubicBezTo>
                <a:cubicBezTo>
                  <a:pt x="3" y="273"/>
                  <a:pt x="0" y="276"/>
                  <a:pt x="0" y="281"/>
                </a:cubicBezTo>
                <a:cubicBezTo>
                  <a:pt x="0" y="285"/>
                  <a:pt x="3" y="289"/>
                  <a:pt x="8" y="289"/>
                </a:cubicBezTo>
                <a:cubicBezTo>
                  <a:pt x="345" y="289"/>
                  <a:pt x="345" y="289"/>
                  <a:pt x="345" y="289"/>
                </a:cubicBezTo>
                <a:cubicBezTo>
                  <a:pt x="350" y="289"/>
                  <a:pt x="353" y="285"/>
                  <a:pt x="353" y="281"/>
                </a:cubicBezTo>
                <a:cubicBezTo>
                  <a:pt x="353" y="276"/>
                  <a:pt x="350" y="273"/>
                  <a:pt x="345" y="273"/>
                </a:cubicBezTo>
                <a:moveTo>
                  <a:pt x="193" y="273"/>
                </a:moveTo>
                <a:cubicBezTo>
                  <a:pt x="160" y="273"/>
                  <a:pt x="160" y="273"/>
                  <a:pt x="160" y="273"/>
                </a:cubicBezTo>
                <a:cubicBezTo>
                  <a:pt x="160" y="192"/>
                  <a:pt x="160" y="192"/>
                  <a:pt x="160" y="192"/>
                </a:cubicBezTo>
                <a:cubicBezTo>
                  <a:pt x="193" y="192"/>
                  <a:pt x="193" y="192"/>
                  <a:pt x="193" y="192"/>
                </a:cubicBezTo>
                <a:lnTo>
                  <a:pt x="193" y="273"/>
                </a:lnTo>
                <a:close/>
                <a:moveTo>
                  <a:pt x="321" y="273"/>
                </a:moveTo>
                <a:cubicBezTo>
                  <a:pt x="209" y="273"/>
                  <a:pt x="209" y="273"/>
                  <a:pt x="209" y="273"/>
                </a:cubicBezTo>
                <a:cubicBezTo>
                  <a:pt x="209" y="184"/>
                  <a:pt x="209" y="184"/>
                  <a:pt x="209" y="184"/>
                </a:cubicBezTo>
                <a:cubicBezTo>
                  <a:pt x="209" y="180"/>
                  <a:pt x="205" y="176"/>
                  <a:pt x="201" y="176"/>
                </a:cubicBezTo>
                <a:cubicBezTo>
                  <a:pt x="152" y="176"/>
                  <a:pt x="152" y="176"/>
                  <a:pt x="152" y="176"/>
                </a:cubicBezTo>
                <a:cubicBezTo>
                  <a:pt x="148" y="176"/>
                  <a:pt x="144" y="180"/>
                  <a:pt x="144" y="184"/>
                </a:cubicBezTo>
                <a:cubicBezTo>
                  <a:pt x="144" y="273"/>
                  <a:pt x="144" y="273"/>
                  <a:pt x="144" y="273"/>
                </a:cubicBezTo>
                <a:cubicBezTo>
                  <a:pt x="32" y="273"/>
                  <a:pt x="32" y="273"/>
                  <a:pt x="32" y="273"/>
                </a:cubicBezTo>
                <a:cubicBezTo>
                  <a:pt x="32" y="101"/>
                  <a:pt x="32" y="101"/>
                  <a:pt x="32" y="101"/>
                </a:cubicBezTo>
                <a:cubicBezTo>
                  <a:pt x="38" y="108"/>
                  <a:pt x="46" y="112"/>
                  <a:pt x="56" y="112"/>
                </a:cubicBezTo>
                <a:cubicBezTo>
                  <a:pt x="66" y="112"/>
                  <a:pt x="74" y="108"/>
                  <a:pt x="80" y="101"/>
                </a:cubicBezTo>
                <a:cubicBezTo>
                  <a:pt x="86" y="108"/>
                  <a:pt x="95" y="112"/>
                  <a:pt x="104" y="112"/>
                </a:cubicBezTo>
                <a:cubicBezTo>
                  <a:pt x="114" y="112"/>
                  <a:pt x="122" y="108"/>
                  <a:pt x="128" y="101"/>
                </a:cubicBezTo>
                <a:cubicBezTo>
                  <a:pt x="134" y="108"/>
                  <a:pt x="143" y="112"/>
                  <a:pt x="152" y="112"/>
                </a:cubicBezTo>
                <a:cubicBezTo>
                  <a:pt x="162" y="112"/>
                  <a:pt x="171" y="108"/>
                  <a:pt x="176" y="101"/>
                </a:cubicBezTo>
                <a:cubicBezTo>
                  <a:pt x="182" y="108"/>
                  <a:pt x="191" y="112"/>
                  <a:pt x="201" y="112"/>
                </a:cubicBezTo>
                <a:cubicBezTo>
                  <a:pt x="210" y="112"/>
                  <a:pt x="219" y="108"/>
                  <a:pt x="225" y="101"/>
                </a:cubicBezTo>
                <a:cubicBezTo>
                  <a:pt x="231" y="108"/>
                  <a:pt x="239" y="112"/>
                  <a:pt x="249" y="112"/>
                </a:cubicBezTo>
                <a:cubicBezTo>
                  <a:pt x="258" y="112"/>
                  <a:pt x="267" y="108"/>
                  <a:pt x="273" y="101"/>
                </a:cubicBezTo>
                <a:cubicBezTo>
                  <a:pt x="279" y="108"/>
                  <a:pt x="287" y="112"/>
                  <a:pt x="297" y="112"/>
                </a:cubicBezTo>
                <a:cubicBezTo>
                  <a:pt x="307" y="112"/>
                  <a:pt x="315" y="108"/>
                  <a:pt x="321" y="101"/>
                </a:cubicBezTo>
                <a:lnTo>
                  <a:pt x="321" y="273"/>
                </a:lnTo>
                <a:close/>
                <a:moveTo>
                  <a:pt x="40" y="80"/>
                </a:moveTo>
                <a:cubicBezTo>
                  <a:pt x="40" y="64"/>
                  <a:pt x="40" y="64"/>
                  <a:pt x="40" y="64"/>
                </a:cubicBezTo>
                <a:cubicBezTo>
                  <a:pt x="72" y="64"/>
                  <a:pt x="72" y="64"/>
                  <a:pt x="72" y="64"/>
                </a:cubicBezTo>
                <a:cubicBezTo>
                  <a:pt x="72" y="80"/>
                  <a:pt x="72" y="80"/>
                  <a:pt x="72" y="80"/>
                </a:cubicBezTo>
                <a:cubicBezTo>
                  <a:pt x="72" y="89"/>
                  <a:pt x="65" y="96"/>
                  <a:pt x="56" y="96"/>
                </a:cubicBezTo>
                <a:cubicBezTo>
                  <a:pt x="47" y="96"/>
                  <a:pt x="40" y="89"/>
                  <a:pt x="40" y="80"/>
                </a:cubicBezTo>
                <a:moveTo>
                  <a:pt x="88" y="80"/>
                </a:moveTo>
                <a:cubicBezTo>
                  <a:pt x="88" y="64"/>
                  <a:pt x="88" y="64"/>
                  <a:pt x="88" y="64"/>
                </a:cubicBezTo>
                <a:cubicBezTo>
                  <a:pt x="120" y="64"/>
                  <a:pt x="120" y="64"/>
                  <a:pt x="120" y="64"/>
                </a:cubicBezTo>
                <a:cubicBezTo>
                  <a:pt x="120" y="80"/>
                  <a:pt x="120" y="80"/>
                  <a:pt x="120" y="80"/>
                </a:cubicBezTo>
                <a:cubicBezTo>
                  <a:pt x="120" y="89"/>
                  <a:pt x="113" y="96"/>
                  <a:pt x="104" y="96"/>
                </a:cubicBezTo>
                <a:cubicBezTo>
                  <a:pt x="95" y="96"/>
                  <a:pt x="88" y="89"/>
                  <a:pt x="88" y="80"/>
                </a:cubicBezTo>
                <a:moveTo>
                  <a:pt x="136" y="80"/>
                </a:moveTo>
                <a:cubicBezTo>
                  <a:pt x="136" y="64"/>
                  <a:pt x="136" y="64"/>
                  <a:pt x="136" y="64"/>
                </a:cubicBezTo>
                <a:cubicBezTo>
                  <a:pt x="168" y="64"/>
                  <a:pt x="168" y="64"/>
                  <a:pt x="168" y="64"/>
                </a:cubicBezTo>
                <a:cubicBezTo>
                  <a:pt x="168" y="80"/>
                  <a:pt x="168" y="80"/>
                  <a:pt x="168" y="80"/>
                </a:cubicBezTo>
                <a:cubicBezTo>
                  <a:pt x="168" y="89"/>
                  <a:pt x="161" y="96"/>
                  <a:pt x="152" y="96"/>
                </a:cubicBezTo>
                <a:cubicBezTo>
                  <a:pt x="144" y="96"/>
                  <a:pt x="136" y="89"/>
                  <a:pt x="136" y="80"/>
                </a:cubicBezTo>
                <a:moveTo>
                  <a:pt x="185" y="80"/>
                </a:moveTo>
                <a:cubicBezTo>
                  <a:pt x="185" y="64"/>
                  <a:pt x="185" y="64"/>
                  <a:pt x="185" y="64"/>
                </a:cubicBezTo>
                <a:cubicBezTo>
                  <a:pt x="217" y="64"/>
                  <a:pt x="217" y="64"/>
                  <a:pt x="217" y="64"/>
                </a:cubicBezTo>
                <a:cubicBezTo>
                  <a:pt x="217" y="80"/>
                  <a:pt x="217" y="80"/>
                  <a:pt x="217" y="80"/>
                </a:cubicBezTo>
                <a:cubicBezTo>
                  <a:pt x="217" y="89"/>
                  <a:pt x="209" y="96"/>
                  <a:pt x="201" y="96"/>
                </a:cubicBezTo>
                <a:cubicBezTo>
                  <a:pt x="192" y="96"/>
                  <a:pt x="185" y="89"/>
                  <a:pt x="185" y="80"/>
                </a:cubicBezTo>
                <a:moveTo>
                  <a:pt x="233" y="80"/>
                </a:moveTo>
                <a:cubicBezTo>
                  <a:pt x="233" y="64"/>
                  <a:pt x="233" y="64"/>
                  <a:pt x="233" y="64"/>
                </a:cubicBezTo>
                <a:cubicBezTo>
                  <a:pt x="265" y="64"/>
                  <a:pt x="265" y="64"/>
                  <a:pt x="265" y="64"/>
                </a:cubicBezTo>
                <a:cubicBezTo>
                  <a:pt x="265" y="80"/>
                  <a:pt x="265" y="80"/>
                  <a:pt x="265" y="80"/>
                </a:cubicBezTo>
                <a:cubicBezTo>
                  <a:pt x="265" y="89"/>
                  <a:pt x="258" y="96"/>
                  <a:pt x="249" y="96"/>
                </a:cubicBezTo>
                <a:cubicBezTo>
                  <a:pt x="240" y="96"/>
                  <a:pt x="233" y="89"/>
                  <a:pt x="233" y="80"/>
                </a:cubicBezTo>
                <a:moveTo>
                  <a:pt x="281" y="80"/>
                </a:moveTo>
                <a:cubicBezTo>
                  <a:pt x="281" y="64"/>
                  <a:pt x="281" y="64"/>
                  <a:pt x="281" y="64"/>
                </a:cubicBezTo>
                <a:cubicBezTo>
                  <a:pt x="313" y="64"/>
                  <a:pt x="313" y="64"/>
                  <a:pt x="313" y="64"/>
                </a:cubicBezTo>
                <a:cubicBezTo>
                  <a:pt x="313" y="80"/>
                  <a:pt x="313" y="80"/>
                  <a:pt x="313" y="80"/>
                </a:cubicBezTo>
                <a:cubicBezTo>
                  <a:pt x="313" y="89"/>
                  <a:pt x="306" y="96"/>
                  <a:pt x="297" y="96"/>
                </a:cubicBezTo>
                <a:cubicBezTo>
                  <a:pt x="288" y="96"/>
                  <a:pt x="281" y="89"/>
                  <a:pt x="281" y="80"/>
                </a:cubicBezTo>
                <a:moveTo>
                  <a:pt x="321" y="48"/>
                </a:moveTo>
                <a:cubicBezTo>
                  <a:pt x="32" y="48"/>
                  <a:pt x="32" y="48"/>
                  <a:pt x="32" y="48"/>
                </a:cubicBezTo>
                <a:cubicBezTo>
                  <a:pt x="32" y="16"/>
                  <a:pt x="32" y="16"/>
                  <a:pt x="32" y="16"/>
                </a:cubicBezTo>
                <a:cubicBezTo>
                  <a:pt x="321" y="16"/>
                  <a:pt x="321" y="16"/>
                  <a:pt x="321" y="16"/>
                </a:cubicBezTo>
                <a:lnTo>
                  <a:pt x="321" y="48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2" name="Freeform 12"/>
          <p:cNvSpPr>
            <a:spLocks noEditPoints="1"/>
          </p:cNvSpPr>
          <p:nvPr/>
        </p:nvSpPr>
        <p:spPr bwMode="auto">
          <a:xfrm>
            <a:off x="8619067" y="954617"/>
            <a:ext cx="474133" cy="577851"/>
          </a:xfrm>
          <a:custGeom>
            <a:avLst/>
            <a:gdLst>
              <a:gd name="T0" fmla="*/ 289 w 289"/>
              <a:gd name="T1" fmla="*/ 248 h 353"/>
              <a:gd name="T2" fmla="*/ 225 w 289"/>
              <a:gd name="T3" fmla="*/ 112 h 353"/>
              <a:gd name="T4" fmla="*/ 176 w 289"/>
              <a:gd name="T5" fmla="*/ 38 h 353"/>
              <a:gd name="T6" fmla="*/ 177 w 289"/>
              <a:gd name="T7" fmla="*/ 32 h 353"/>
              <a:gd name="T8" fmla="*/ 145 w 289"/>
              <a:gd name="T9" fmla="*/ 0 h 353"/>
              <a:gd name="T10" fmla="*/ 113 w 289"/>
              <a:gd name="T11" fmla="*/ 32 h 353"/>
              <a:gd name="T12" fmla="*/ 113 w 289"/>
              <a:gd name="T13" fmla="*/ 38 h 353"/>
              <a:gd name="T14" fmla="*/ 65 w 289"/>
              <a:gd name="T15" fmla="*/ 112 h 353"/>
              <a:gd name="T16" fmla="*/ 0 w 289"/>
              <a:gd name="T17" fmla="*/ 248 h 353"/>
              <a:gd name="T18" fmla="*/ 97 w 289"/>
              <a:gd name="T19" fmla="*/ 301 h 353"/>
              <a:gd name="T20" fmla="*/ 97 w 289"/>
              <a:gd name="T21" fmla="*/ 305 h 353"/>
              <a:gd name="T22" fmla="*/ 145 w 289"/>
              <a:gd name="T23" fmla="*/ 353 h 353"/>
              <a:gd name="T24" fmla="*/ 193 w 289"/>
              <a:gd name="T25" fmla="*/ 305 h 353"/>
              <a:gd name="T26" fmla="*/ 193 w 289"/>
              <a:gd name="T27" fmla="*/ 301 h 353"/>
              <a:gd name="T28" fmla="*/ 289 w 289"/>
              <a:gd name="T29" fmla="*/ 248 h 353"/>
              <a:gd name="T30" fmla="*/ 145 w 289"/>
              <a:gd name="T31" fmla="*/ 16 h 353"/>
              <a:gd name="T32" fmla="*/ 161 w 289"/>
              <a:gd name="T33" fmla="*/ 32 h 353"/>
              <a:gd name="T34" fmla="*/ 145 w 289"/>
              <a:gd name="T35" fmla="*/ 48 h 353"/>
              <a:gd name="T36" fmla="*/ 129 w 289"/>
              <a:gd name="T37" fmla="*/ 32 h 353"/>
              <a:gd name="T38" fmla="*/ 145 w 289"/>
              <a:gd name="T39" fmla="*/ 16 h 353"/>
              <a:gd name="T40" fmla="*/ 40 w 289"/>
              <a:gd name="T41" fmla="*/ 205 h 353"/>
              <a:gd name="T42" fmla="*/ 81 w 289"/>
              <a:gd name="T43" fmla="*/ 112 h 353"/>
              <a:gd name="T44" fmla="*/ 121 w 289"/>
              <a:gd name="T45" fmla="*/ 53 h 353"/>
              <a:gd name="T46" fmla="*/ 145 w 289"/>
              <a:gd name="T47" fmla="*/ 64 h 353"/>
              <a:gd name="T48" fmla="*/ 169 w 289"/>
              <a:gd name="T49" fmla="*/ 53 h 353"/>
              <a:gd name="T50" fmla="*/ 209 w 289"/>
              <a:gd name="T51" fmla="*/ 112 h 353"/>
              <a:gd name="T52" fmla="*/ 250 w 289"/>
              <a:gd name="T53" fmla="*/ 205 h 353"/>
              <a:gd name="T54" fmla="*/ 259 w 289"/>
              <a:gd name="T55" fmla="*/ 215 h 353"/>
              <a:gd name="T56" fmla="*/ 145 w 289"/>
              <a:gd name="T57" fmla="*/ 240 h 353"/>
              <a:gd name="T58" fmla="*/ 30 w 289"/>
              <a:gd name="T59" fmla="*/ 215 h 353"/>
              <a:gd name="T60" fmla="*/ 40 w 289"/>
              <a:gd name="T61" fmla="*/ 205 h 353"/>
              <a:gd name="T62" fmla="*/ 145 w 289"/>
              <a:gd name="T63" fmla="*/ 337 h 353"/>
              <a:gd name="T64" fmla="*/ 113 w 289"/>
              <a:gd name="T65" fmla="*/ 305 h 353"/>
              <a:gd name="T66" fmla="*/ 113 w 289"/>
              <a:gd name="T67" fmla="*/ 303 h 353"/>
              <a:gd name="T68" fmla="*/ 145 w 289"/>
              <a:gd name="T69" fmla="*/ 305 h 353"/>
              <a:gd name="T70" fmla="*/ 177 w 289"/>
              <a:gd name="T71" fmla="*/ 303 h 353"/>
              <a:gd name="T72" fmla="*/ 177 w 289"/>
              <a:gd name="T73" fmla="*/ 305 h 353"/>
              <a:gd name="T74" fmla="*/ 145 w 289"/>
              <a:gd name="T75" fmla="*/ 337 h 353"/>
              <a:gd name="T76" fmla="*/ 145 w 289"/>
              <a:gd name="T77" fmla="*/ 289 h 353"/>
              <a:gd name="T78" fmla="*/ 16 w 289"/>
              <a:gd name="T79" fmla="*/ 248 h 353"/>
              <a:gd name="T80" fmla="*/ 22 w 289"/>
              <a:gd name="T81" fmla="*/ 227 h 353"/>
              <a:gd name="T82" fmla="*/ 145 w 289"/>
              <a:gd name="T83" fmla="*/ 256 h 353"/>
              <a:gd name="T84" fmla="*/ 268 w 289"/>
              <a:gd name="T85" fmla="*/ 227 h 353"/>
              <a:gd name="T86" fmla="*/ 273 w 289"/>
              <a:gd name="T87" fmla="*/ 248 h 353"/>
              <a:gd name="T88" fmla="*/ 145 w 289"/>
              <a:gd name="T89" fmla="*/ 289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289" h="353">
                <a:moveTo>
                  <a:pt x="289" y="248"/>
                </a:moveTo>
                <a:cubicBezTo>
                  <a:pt x="289" y="192"/>
                  <a:pt x="225" y="192"/>
                  <a:pt x="225" y="112"/>
                </a:cubicBezTo>
                <a:cubicBezTo>
                  <a:pt x="225" y="79"/>
                  <a:pt x="205" y="50"/>
                  <a:pt x="176" y="38"/>
                </a:cubicBezTo>
                <a:cubicBezTo>
                  <a:pt x="177" y="36"/>
                  <a:pt x="177" y="34"/>
                  <a:pt x="177" y="32"/>
                </a:cubicBezTo>
                <a:cubicBezTo>
                  <a:pt x="177" y="14"/>
                  <a:pt x="163" y="0"/>
                  <a:pt x="145" y="0"/>
                </a:cubicBezTo>
                <a:cubicBezTo>
                  <a:pt x="127" y="0"/>
                  <a:pt x="113" y="14"/>
                  <a:pt x="113" y="32"/>
                </a:cubicBezTo>
                <a:cubicBezTo>
                  <a:pt x="113" y="34"/>
                  <a:pt x="113" y="36"/>
                  <a:pt x="113" y="38"/>
                </a:cubicBezTo>
                <a:cubicBezTo>
                  <a:pt x="85" y="50"/>
                  <a:pt x="65" y="79"/>
                  <a:pt x="65" y="112"/>
                </a:cubicBezTo>
                <a:cubicBezTo>
                  <a:pt x="65" y="192"/>
                  <a:pt x="0" y="192"/>
                  <a:pt x="0" y="248"/>
                </a:cubicBezTo>
                <a:cubicBezTo>
                  <a:pt x="0" y="273"/>
                  <a:pt x="41" y="294"/>
                  <a:pt x="97" y="301"/>
                </a:cubicBezTo>
                <a:cubicBezTo>
                  <a:pt x="97" y="302"/>
                  <a:pt x="97" y="304"/>
                  <a:pt x="97" y="305"/>
                </a:cubicBezTo>
                <a:cubicBezTo>
                  <a:pt x="97" y="331"/>
                  <a:pt x="118" y="353"/>
                  <a:pt x="145" y="353"/>
                </a:cubicBezTo>
                <a:cubicBezTo>
                  <a:pt x="171" y="353"/>
                  <a:pt x="193" y="331"/>
                  <a:pt x="193" y="305"/>
                </a:cubicBezTo>
                <a:cubicBezTo>
                  <a:pt x="193" y="304"/>
                  <a:pt x="193" y="302"/>
                  <a:pt x="193" y="301"/>
                </a:cubicBezTo>
                <a:cubicBezTo>
                  <a:pt x="249" y="294"/>
                  <a:pt x="289" y="273"/>
                  <a:pt x="289" y="248"/>
                </a:cubicBezTo>
                <a:moveTo>
                  <a:pt x="145" y="16"/>
                </a:moveTo>
                <a:cubicBezTo>
                  <a:pt x="154" y="16"/>
                  <a:pt x="161" y="23"/>
                  <a:pt x="161" y="32"/>
                </a:cubicBezTo>
                <a:cubicBezTo>
                  <a:pt x="161" y="41"/>
                  <a:pt x="154" y="48"/>
                  <a:pt x="145" y="48"/>
                </a:cubicBezTo>
                <a:cubicBezTo>
                  <a:pt x="136" y="48"/>
                  <a:pt x="129" y="41"/>
                  <a:pt x="129" y="32"/>
                </a:cubicBezTo>
                <a:cubicBezTo>
                  <a:pt x="129" y="23"/>
                  <a:pt x="136" y="16"/>
                  <a:pt x="145" y="16"/>
                </a:cubicBezTo>
                <a:moveTo>
                  <a:pt x="40" y="205"/>
                </a:moveTo>
                <a:cubicBezTo>
                  <a:pt x="58" y="186"/>
                  <a:pt x="81" y="162"/>
                  <a:pt x="81" y="112"/>
                </a:cubicBezTo>
                <a:cubicBezTo>
                  <a:pt x="81" y="85"/>
                  <a:pt x="97" y="62"/>
                  <a:pt x="121" y="53"/>
                </a:cubicBezTo>
                <a:cubicBezTo>
                  <a:pt x="126" y="59"/>
                  <a:pt x="135" y="64"/>
                  <a:pt x="145" y="64"/>
                </a:cubicBezTo>
                <a:cubicBezTo>
                  <a:pt x="155" y="64"/>
                  <a:pt x="163" y="59"/>
                  <a:pt x="169" y="53"/>
                </a:cubicBezTo>
                <a:cubicBezTo>
                  <a:pt x="192" y="62"/>
                  <a:pt x="209" y="85"/>
                  <a:pt x="209" y="112"/>
                </a:cubicBezTo>
                <a:cubicBezTo>
                  <a:pt x="209" y="162"/>
                  <a:pt x="232" y="186"/>
                  <a:pt x="250" y="205"/>
                </a:cubicBezTo>
                <a:cubicBezTo>
                  <a:pt x="253" y="208"/>
                  <a:pt x="257" y="212"/>
                  <a:pt x="259" y="215"/>
                </a:cubicBezTo>
                <a:cubicBezTo>
                  <a:pt x="244" y="230"/>
                  <a:pt x="199" y="240"/>
                  <a:pt x="145" y="240"/>
                </a:cubicBezTo>
                <a:cubicBezTo>
                  <a:pt x="91" y="240"/>
                  <a:pt x="46" y="230"/>
                  <a:pt x="30" y="215"/>
                </a:cubicBezTo>
                <a:cubicBezTo>
                  <a:pt x="33" y="212"/>
                  <a:pt x="36" y="208"/>
                  <a:pt x="40" y="205"/>
                </a:cubicBezTo>
                <a:moveTo>
                  <a:pt x="145" y="337"/>
                </a:moveTo>
                <a:cubicBezTo>
                  <a:pt x="127" y="337"/>
                  <a:pt x="113" y="322"/>
                  <a:pt x="113" y="305"/>
                </a:cubicBezTo>
                <a:cubicBezTo>
                  <a:pt x="113" y="304"/>
                  <a:pt x="113" y="304"/>
                  <a:pt x="113" y="303"/>
                </a:cubicBezTo>
                <a:cubicBezTo>
                  <a:pt x="123" y="304"/>
                  <a:pt x="134" y="305"/>
                  <a:pt x="145" y="305"/>
                </a:cubicBezTo>
                <a:cubicBezTo>
                  <a:pt x="156" y="305"/>
                  <a:pt x="167" y="304"/>
                  <a:pt x="177" y="303"/>
                </a:cubicBezTo>
                <a:cubicBezTo>
                  <a:pt x="177" y="304"/>
                  <a:pt x="177" y="304"/>
                  <a:pt x="177" y="305"/>
                </a:cubicBezTo>
                <a:cubicBezTo>
                  <a:pt x="177" y="322"/>
                  <a:pt x="163" y="337"/>
                  <a:pt x="145" y="337"/>
                </a:cubicBezTo>
                <a:moveTo>
                  <a:pt x="145" y="289"/>
                </a:moveTo>
                <a:cubicBezTo>
                  <a:pt x="62" y="289"/>
                  <a:pt x="16" y="262"/>
                  <a:pt x="16" y="248"/>
                </a:cubicBezTo>
                <a:cubicBezTo>
                  <a:pt x="16" y="240"/>
                  <a:pt x="18" y="233"/>
                  <a:pt x="22" y="227"/>
                </a:cubicBezTo>
                <a:cubicBezTo>
                  <a:pt x="44" y="244"/>
                  <a:pt x="91" y="256"/>
                  <a:pt x="145" y="256"/>
                </a:cubicBezTo>
                <a:cubicBezTo>
                  <a:pt x="199" y="256"/>
                  <a:pt x="246" y="244"/>
                  <a:pt x="268" y="227"/>
                </a:cubicBezTo>
                <a:cubicBezTo>
                  <a:pt x="271" y="233"/>
                  <a:pt x="273" y="240"/>
                  <a:pt x="273" y="248"/>
                </a:cubicBezTo>
                <a:cubicBezTo>
                  <a:pt x="273" y="262"/>
                  <a:pt x="228" y="289"/>
                  <a:pt x="145" y="289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3" name="Freeform 13"/>
          <p:cNvSpPr>
            <a:spLocks noEditPoints="1"/>
          </p:cNvSpPr>
          <p:nvPr/>
        </p:nvSpPr>
        <p:spPr bwMode="auto">
          <a:xfrm>
            <a:off x="9673167" y="954617"/>
            <a:ext cx="577851" cy="577851"/>
          </a:xfrm>
          <a:custGeom>
            <a:avLst/>
            <a:gdLst>
              <a:gd name="T0" fmla="*/ 353 w 353"/>
              <a:gd name="T1" fmla="*/ 104 h 353"/>
              <a:gd name="T2" fmla="*/ 351 w 353"/>
              <a:gd name="T3" fmla="*/ 99 h 353"/>
              <a:gd name="T4" fmla="*/ 351 w 353"/>
              <a:gd name="T5" fmla="*/ 99 h 353"/>
              <a:gd name="T6" fmla="*/ 351 w 353"/>
              <a:gd name="T7" fmla="*/ 99 h 353"/>
              <a:gd name="T8" fmla="*/ 350 w 353"/>
              <a:gd name="T9" fmla="*/ 98 h 353"/>
              <a:gd name="T10" fmla="*/ 255 w 353"/>
              <a:gd name="T11" fmla="*/ 3 h 353"/>
              <a:gd name="T12" fmla="*/ 255 w 353"/>
              <a:gd name="T13" fmla="*/ 3 h 353"/>
              <a:gd name="T14" fmla="*/ 248 w 353"/>
              <a:gd name="T15" fmla="*/ 0 h 353"/>
              <a:gd name="T16" fmla="*/ 104 w 353"/>
              <a:gd name="T17" fmla="*/ 0 h 353"/>
              <a:gd name="T18" fmla="*/ 98 w 353"/>
              <a:gd name="T19" fmla="*/ 3 h 353"/>
              <a:gd name="T20" fmla="*/ 97 w 353"/>
              <a:gd name="T21" fmla="*/ 3 h 353"/>
              <a:gd name="T22" fmla="*/ 2 w 353"/>
              <a:gd name="T23" fmla="*/ 98 h 353"/>
              <a:gd name="T24" fmla="*/ 2 w 353"/>
              <a:gd name="T25" fmla="*/ 99 h 353"/>
              <a:gd name="T26" fmla="*/ 1 w 353"/>
              <a:gd name="T27" fmla="*/ 99 h 353"/>
              <a:gd name="T28" fmla="*/ 1 w 353"/>
              <a:gd name="T29" fmla="*/ 99 h 353"/>
              <a:gd name="T30" fmla="*/ 0 w 353"/>
              <a:gd name="T31" fmla="*/ 104 h 353"/>
              <a:gd name="T32" fmla="*/ 1 w 353"/>
              <a:gd name="T33" fmla="*/ 109 h 353"/>
              <a:gd name="T34" fmla="*/ 1 w 353"/>
              <a:gd name="T35" fmla="*/ 109 h 353"/>
              <a:gd name="T36" fmla="*/ 170 w 353"/>
              <a:gd name="T37" fmla="*/ 350 h 353"/>
              <a:gd name="T38" fmla="*/ 170 w 353"/>
              <a:gd name="T39" fmla="*/ 350 h 353"/>
              <a:gd name="T40" fmla="*/ 176 w 353"/>
              <a:gd name="T41" fmla="*/ 353 h 353"/>
              <a:gd name="T42" fmla="*/ 182 w 353"/>
              <a:gd name="T43" fmla="*/ 350 h 353"/>
              <a:gd name="T44" fmla="*/ 182 w 353"/>
              <a:gd name="T45" fmla="*/ 350 h 353"/>
              <a:gd name="T46" fmla="*/ 351 w 353"/>
              <a:gd name="T47" fmla="*/ 109 h 353"/>
              <a:gd name="T48" fmla="*/ 351 w 353"/>
              <a:gd name="T49" fmla="*/ 109 h 353"/>
              <a:gd name="T50" fmla="*/ 353 w 353"/>
              <a:gd name="T51" fmla="*/ 104 h 353"/>
              <a:gd name="T52" fmla="*/ 245 w 353"/>
              <a:gd name="T53" fmla="*/ 16 h 353"/>
              <a:gd name="T54" fmla="*/ 325 w 353"/>
              <a:gd name="T55" fmla="*/ 96 h 353"/>
              <a:gd name="T56" fmla="*/ 253 w 353"/>
              <a:gd name="T57" fmla="*/ 96 h 353"/>
              <a:gd name="T58" fmla="*/ 213 w 353"/>
              <a:gd name="T59" fmla="*/ 16 h 353"/>
              <a:gd name="T60" fmla="*/ 245 w 353"/>
              <a:gd name="T61" fmla="*/ 16 h 353"/>
              <a:gd name="T62" fmla="*/ 195 w 353"/>
              <a:gd name="T63" fmla="*/ 16 h 353"/>
              <a:gd name="T64" fmla="*/ 235 w 353"/>
              <a:gd name="T65" fmla="*/ 96 h 353"/>
              <a:gd name="T66" fmla="*/ 117 w 353"/>
              <a:gd name="T67" fmla="*/ 96 h 353"/>
              <a:gd name="T68" fmla="*/ 157 w 353"/>
              <a:gd name="T69" fmla="*/ 16 h 353"/>
              <a:gd name="T70" fmla="*/ 195 w 353"/>
              <a:gd name="T71" fmla="*/ 16 h 353"/>
              <a:gd name="T72" fmla="*/ 107 w 353"/>
              <a:gd name="T73" fmla="*/ 16 h 353"/>
              <a:gd name="T74" fmla="*/ 139 w 353"/>
              <a:gd name="T75" fmla="*/ 16 h 353"/>
              <a:gd name="T76" fmla="*/ 99 w 353"/>
              <a:gd name="T77" fmla="*/ 96 h 353"/>
              <a:gd name="T78" fmla="*/ 27 w 353"/>
              <a:gd name="T79" fmla="*/ 96 h 353"/>
              <a:gd name="T80" fmla="*/ 107 w 353"/>
              <a:gd name="T81" fmla="*/ 16 h 353"/>
              <a:gd name="T82" fmla="*/ 23 w 353"/>
              <a:gd name="T83" fmla="*/ 112 h 353"/>
              <a:gd name="T84" fmla="*/ 98 w 353"/>
              <a:gd name="T85" fmla="*/ 112 h 353"/>
              <a:gd name="T86" fmla="*/ 154 w 353"/>
              <a:gd name="T87" fmla="*/ 299 h 353"/>
              <a:gd name="T88" fmla="*/ 23 w 353"/>
              <a:gd name="T89" fmla="*/ 112 h 353"/>
              <a:gd name="T90" fmla="*/ 176 w 353"/>
              <a:gd name="T91" fmla="*/ 317 h 353"/>
              <a:gd name="T92" fmla="*/ 115 w 353"/>
              <a:gd name="T93" fmla="*/ 112 h 353"/>
              <a:gd name="T94" fmla="*/ 238 w 353"/>
              <a:gd name="T95" fmla="*/ 112 h 353"/>
              <a:gd name="T96" fmla="*/ 176 w 353"/>
              <a:gd name="T97" fmla="*/ 317 h 353"/>
              <a:gd name="T98" fmla="*/ 198 w 353"/>
              <a:gd name="T99" fmla="*/ 299 h 353"/>
              <a:gd name="T100" fmla="*/ 254 w 353"/>
              <a:gd name="T101" fmla="*/ 112 h 353"/>
              <a:gd name="T102" fmla="*/ 329 w 353"/>
              <a:gd name="T103" fmla="*/ 112 h 353"/>
              <a:gd name="T104" fmla="*/ 198 w 353"/>
              <a:gd name="T105" fmla="*/ 299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353" h="353">
                <a:moveTo>
                  <a:pt x="353" y="104"/>
                </a:moveTo>
                <a:cubicBezTo>
                  <a:pt x="353" y="102"/>
                  <a:pt x="352" y="101"/>
                  <a:pt x="351" y="99"/>
                </a:cubicBezTo>
                <a:cubicBezTo>
                  <a:pt x="351" y="99"/>
                  <a:pt x="351" y="99"/>
                  <a:pt x="351" y="99"/>
                </a:cubicBezTo>
                <a:cubicBezTo>
                  <a:pt x="351" y="99"/>
                  <a:pt x="351" y="99"/>
                  <a:pt x="351" y="99"/>
                </a:cubicBezTo>
                <a:cubicBezTo>
                  <a:pt x="350" y="98"/>
                  <a:pt x="350" y="98"/>
                  <a:pt x="350" y="98"/>
                </a:cubicBezTo>
                <a:cubicBezTo>
                  <a:pt x="255" y="3"/>
                  <a:pt x="255" y="3"/>
                  <a:pt x="255" y="3"/>
                </a:cubicBezTo>
                <a:cubicBezTo>
                  <a:pt x="255" y="3"/>
                  <a:pt x="255" y="3"/>
                  <a:pt x="255" y="3"/>
                </a:cubicBezTo>
                <a:cubicBezTo>
                  <a:pt x="253" y="1"/>
                  <a:pt x="251" y="0"/>
                  <a:pt x="248" y="0"/>
                </a:cubicBezTo>
                <a:cubicBezTo>
                  <a:pt x="104" y="0"/>
                  <a:pt x="104" y="0"/>
                  <a:pt x="104" y="0"/>
                </a:cubicBezTo>
                <a:cubicBezTo>
                  <a:pt x="101" y="0"/>
                  <a:pt x="99" y="1"/>
                  <a:pt x="98" y="3"/>
                </a:cubicBezTo>
                <a:cubicBezTo>
                  <a:pt x="97" y="3"/>
                  <a:pt x="97" y="3"/>
                  <a:pt x="97" y="3"/>
                </a:cubicBezTo>
                <a:cubicBezTo>
                  <a:pt x="2" y="98"/>
                  <a:pt x="2" y="98"/>
                  <a:pt x="2" y="98"/>
                </a:cubicBezTo>
                <a:cubicBezTo>
                  <a:pt x="2" y="98"/>
                  <a:pt x="2" y="98"/>
                  <a:pt x="2" y="99"/>
                </a:cubicBezTo>
                <a:cubicBezTo>
                  <a:pt x="1" y="99"/>
                  <a:pt x="1" y="99"/>
                  <a:pt x="1" y="99"/>
                </a:cubicBezTo>
                <a:cubicBezTo>
                  <a:pt x="1" y="99"/>
                  <a:pt x="1" y="99"/>
                  <a:pt x="1" y="99"/>
                </a:cubicBezTo>
                <a:cubicBezTo>
                  <a:pt x="0" y="101"/>
                  <a:pt x="0" y="102"/>
                  <a:pt x="0" y="104"/>
                </a:cubicBezTo>
                <a:cubicBezTo>
                  <a:pt x="0" y="106"/>
                  <a:pt x="0" y="108"/>
                  <a:pt x="1" y="109"/>
                </a:cubicBezTo>
                <a:cubicBezTo>
                  <a:pt x="1" y="109"/>
                  <a:pt x="1" y="109"/>
                  <a:pt x="1" y="109"/>
                </a:cubicBezTo>
                <a:cubicBezTo>
                  <a:pt x="170" y="350"/>
                  <a:pt x="170" y="350"/>
                  <a:pt x="170" y="350"/>
                </a:cubicBezTo>
                <a:cubicBezTo>
                  <a:pt x="170" y="350"/>
                  <a:pt x="170" y="350"/>
                  <a:pt x="170" y="350"/>
                </a:cubicBezTo>
                <a:cubicBezTo>
                  <a:pt x="171" y="352"/>
                  <a:pt x="174" y="353"/>
                  <a:pt x="176" y="353"/>
                </a:cubicBezTo>
                <a:cubicBezTo>
                  <a:pt x="179" y="353"/>
                  <a:pt x="181" y="352"/>
                  <a:pt x="182" y="350"/>
                </a:cubicBezTo>
                <a:cubicBezTo>
                  <a:pt x="182" y="350"/>
                  <a:pt x="182" y="350"/>
                  <a:pt x="182" y="350"/>
                </a:cubicBezTo>
                <a:cubicBezTo>
                  <a:pt x="351" y="109"/>
                  <a:pt x="351" y="109"/>
                  <a:pt x="351" y="109"/>
                </a:cubicBezTo>
                <a:cubicBezTo>
                  <a:pt x="351" y="109"/>
                  <a:pt x="351" y="109"/>
                  <a:pt x="351" y="109"/>
                </a:cubicBezTo>
                <a:cubicBezTo>
                  <a:pt x="352" y="108"/>
                  <a:pt x="353" y="106"/>
                  <a:pt x="353" y="104"/>
                </a:cubicBezTo>
                <a:moveTo>
                  <a:pt x="245" y="16"/>
                </a:moveTo>
                <a:cubicBezTo>
                  <a:pt x="325" y="96"/>
                  <a:pt x="325" y="96"/>
                  <a:pt x="325" y="96"/>
                </a:cubicBezTo>
                <a:cubicBezTo>
                  <a:pt x="253" y="96"/>
                  <a:pt x="253" y="96"/>
                  <a:pt x="253" y="96"/>
                </a:cubicBezTo>
                <a:cubicBezTo>
                  <a:pt x="213" y="16"/>
                  <a:pt x="213" y="16"/>
                  <a:pt x="213" y="16"/>
                </a:cubicBezTo>
                <a:lnTo>
                  <a:pt x="245" y="16"/>
                </a:lnTo>
                <a:close/>
                <a:moveTo>
                  <a:pt x="195" y="16"/>
                </a:moveTo>
                <a:cubicBezTo>
                  <a:pt x="235" y="96"/>
                  <a:pt x="235" y="96"/>
                  <a:pt x="235" y="96"/>
                </a:cubicBezTo>
                <a:cubicBezTo>
                  <a:pt x="117" y="96"/>
                  <a:pt x="117" y="96"/>
                  <a:pt x="117" y="96"/>
                </a:cubicBezTo>
                <a:cubicBezTo>
                  <a:pt x="157" y="16"/>
                  <a:pt x="157" y="16"/>
                  <a:pt x="157" y="16"/>
                </a:cubicBezTo>
                <a:lnTo>
                  <a:pt x="195" y="16"/>
                </a:lnTo>
                <a:close/>
                <a:moveTo>
                  <a:pt x="107" y="16"/>
                </a:moveTo>
                <a:cubicBezTo>
                  <a:pt x="139" y="16"/>
                  <a:pt x="139" y="16"/>
                  <a:pt x="139" y="16"/>
                </a:cubicBezTo>
                <a:cubicBezTo>
                  <a:pt x="99" y="96"/>
                  <a:pt x="99" y="96"/>
                  <a:pt x="99" y="96"/>
                </a:cubicBezTo>
                <a:cubicBezTo>
                  <a:pt x="27" y="96"/>
                  <a:pt x="27" y="96"/>
                  <a:pt x="27" y="96"/>
                </a:cubicBezTo>
                <a:lnTo>
                  <a:pt x="107" y="16"/>
                </a:lnTo>
                <a:close/>
                <a:moveTo>
                  <a:pt x="23" y="112"/>
                </a:moveTo>
                <a:cubicBezTo>
                  <a:pt x="98" y="112"/>
                  <a:pt x="98" y="112"/>
                  <a:pt x="98" y="112"/>
                </a:cubicBezTo>
                <a:cubicBezTo>
                  <a:pt x="154" y="299"/>
                  <a:pt x="154" y="299"/>
                  <a:pt x="154" y="299"/>
                </a:cubicBezTo>
                <a:lnTo>
                  <a:pt x="23" y="112"/>
                </a:lnTo>
                <a:close/>
                <a:moveTo>
                  <a:pt x="176" y="317"/>
                </a:moveTo>
                <a:cubicBezTo>
                  <a:pt x="115" y="112"/>
                  <a:pt x="115" y="112"/>
                  <a:pt x="115" y="112"/>
                </a:cubicBezTo>
                <a:cubicBezTo>
                  <a:pt x="238" y="112"/>
                  <a:pt x="238" y="112"/>
                  <a:pt x="238" y="112"/>
                </a:cubicBezTo>
                <a:lnTo>
                  <a:pt x="176" y="317"/>
                </a:lnTo>
                <a:close/>
                <a:moveTo>
                  <a:pt x="198" y="299"/>
                </a:moveTo>
                <a:cubicBezTo>
                  <a:pt x="254" y="112"/>
                  <a:pt x="254" y="112"/>
                  <a:pt x="254" y="112"/>
                </a:cubicBezTo>
                <a:cubicBezTo>
                  <a:pt x="329" y="112"/>
                  <a:pt x="329" y="112"/>
                  <a:pt x="329" y="112"/>
                </a:cubicBezTo>
                <a:lnTo>
                  <a:pt x="198" y="299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4" name="Freeform 14"/>
          <p:cNvSpPr>
            <a:spLocks noEditPoints="1"/>
          </p:cNvSpPr>
          <p:nvPr/>
        </p:nvSpPr>
        <p:spPr bwMode="auto">
          <a:xfrm>
            <a:off x="10775951" y="954617"/>
            <a:ext cx="577851" cy="577851"/>
          </a:xfrm>
          <a:custGeom>
            <a:avLst/>
            <a:gdLst>
              <a:gd name="T0" fmla="*/ 353 w 353"/>
              <a:gd name="T1" fmla="*/ 104 h 353"/>
              <a:gd name="T2" fmla="*/ 249 w 353"/>
              <a:gd name="T3" fmla="*/ 0 h 353"/>
              <a:gd name="T4" fmla="*/ 176 w 353"/>
              <a:gd name="T5" fmla="*/ 29 h 353"/>
              <a:gd name="T6" fmla="*/ 104 w 353"/>
              <a:gd name="T7" fmla="*/ 0 h 353"/>
              <a:gd name="T8" fmla="*/ 0 w 353"/>
              <a:gd name="T9" fmla="*/ 104 h 353"/>
              <a:gd name="T10" fmla="*/ 1 w 353"/>
              <a:gd name="T11" fmla="*/ 116 h 353"/>
              <a:gd name="T12" fmla="*/ 176 w 353"/>
              <a:gd name="T13" fmla="*/ 353 h 353"/>
              <a:gd name="T14" fmla="*/ 352 w 353"/>
              <a:gd name="T15" fmla="*/ 116 h 353"/>
              <a:gd name="T16" fmla="*/ 353 w 353"/>
              <a:gd name="T17" fmla="*/ 104 h 353"/>
              <a:gd name="T18" fmla="*/ 336 w 353"/>
              <a:gd name="T19" fmla="*/ 114 h 353"/>
              <a:gd name="T20" fmla="*/ 176 w 353"/>
              <a:gd name="T21" fmla="*/ 335 h 353"/>
              <a:gd name="T22" fmla="*/ 17 w 353"/>
              <a:gd name="T23" fmla="*/ 114 h 353"/>
              <a:gd name="T24" fmla="*/ 16 w 353"/>
              <a:gd name="T25" fmla="*/ 104 h 353"/>
              <a:gd name="T26" fmla="*/ 104 w 353"/>
              <a:gd name="T27" fmla="*/ 16 h 353"/>
              <a:gd name="T28" fmla="*/ 165 w 353"/>
              <a:gd name="T29" fmla="*/ 40 h 353"/>
              <a:gd name="T30" fmla="*/ 176 w 353"/>
              <a:gd name="T31" fmla="*/ 51 h 353"/>
              <a:gd name="T32" fmla="*/ 188 w 353"/>
              <a:gd name="T33" fmla="*/ 40 h 353"/>
              <a:gd name="T34" fmla="*/ 249 w 353"/>
              <a:gd name="T35" fmla="*/ 16 h 353"/>
              <a:gd name="T36" fmla="*/ 337 w 353"/>
              <a:gd name="T37" fmla="*/ 104 h 353"/>
              <a:gd name="T38" fmla="*/ 336 w 353"/>
              <a:gd name="T39" fmla="*/ 114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353" h="353">
                <a:moveTo>
                  <a:pt x="353" y="104"/>
                </a:moveTo>
                <a:cubicBezTo>
                  <a:pt x="353" y="46"/>
                  <a:pt x="306" y="0"/>
                  <a:pt x="249" y="0"/>
                </a:cubicBezTo>
                <a:cubicBezTo>
                  <a:pt x="221" y="0"/>
                  <a:pt x="195" y="11"/>
                  <a:pt x="176" y="29"/>
                </a:cubicBezTo>
                <a:cubicBezTo>
                  <a:pt x="158" y="11"/>
                  <a:pt x="132" y="0"/>
                  <a:pt x="104" y="0"/>
                </a:cubicBezTo>
                <a:cubicBezTo>
                  <a:pt x="47" y="0"/>
                  <a:pt x="0" y="46"/>
                  <a:pt x="0" y="104"/>
                </a:cubicBezTo>
                <a:cubicBezTo>
                  <a:pt x="0" y="111"/>
                  <a:pt x="1" y="119"/>
                  <a:pt x="1" y="116"/>
                </a:cubicBezTo>
                <a:cubicBezTo>
                  <a:pt x="12" y="219"/>
                  <a:pt x="161" y="353"/>
                  <a:pt x="176" y="353"/>
                </a:cubicBezTo>
                <a:cubicBezTo>
                  <a:pt x="192" y="353"/>
                  <a:pt x="341" y="219"/>
                  <a:pt x="352" y="116"/>
                </a:cubicBezTo>
                <a:cubicBezTo>
                  <a:pt x="352" y="119"/>
                  <a:pt x="353" y="111"/>
                  <a:pt x="353" y="104"/>
                </a:cubicBezTo>
                <a:moveTo>
                  <a:pt x="336" y="114"/>
                </a:moveTo>
                <a:cubicBezTo>
                  <a:pt x="327" y="200"/>
                  <a:pt x="206" y="317"/>
                  <a:pt x="176" y="335"/>
                </a:cubicBezTo>
                <a:cubicBezTo>
                  <a:pt x="147" y="317"/>
                  <a:pt x="26" y="200"/>
                  <a:pt x="17" y="114"/>
                </a:cubicBezTo>
                <a:cubicBezTo>
                  <a:pt x="17" y="114"/>
                  <a:pt x="16" y="109"/>
                  <a:pt x="16" y="104"/>
                </a:cubicBezTo>
                <a:cubicBezTo>
                  <a:pt x="16" y="55"/>
                  <a:pt x="56" y="16"/>
                  <a:pt x="104" y="16"/>
                </a:cubicBezTo>
                <a:cubicBezTo>
                  <a:pt x="127" y="16"/>
                  <a:pt x="149" y="24"/>
                  <a:pt x="165" y="40"/>
                </a:cubicBezTo>
                <a:cubicBezTo>
                  <a:pt x="176" y="51"/>
                  <a:pt x="176" y="51"/>
                  <a:pt x="176" y="51"/>
                </a:cubicBezTo>
                <a:cubicBezTo>
                  <a:pt x="188" y="40"/>
                  <a:pt x="188" y="40"/>
                  <a:pt x="188" y="40"/>
                </a:cubicBezTo>
                <a:cubicBezTo>
                  <a:pt x="204" y="24"/>
                  <a:pt x="226" y="16"/>
                  <a:pt x="249" y="16"/>
                </a:cubicBezTo>
                <a:cubicBezTo>
                  <a:pt x="297" y="16"/>
                  <a:pt x="337" y="55"/>
                  <a:pt x="337" y="104"/>
                </a:cubicBezTo>
                <a:cubicBezTo>
                  <a:pt x="337" y="110"/>
                  <a:pt x="336" y="114"/>
                  <a:pt x="336" y="114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5" name="Freeform 15"/>
          <p:cNvSpPr>
            <a:spLocks noEditPoints="1"/>
          </p:cNvSpPr>
          <p:nvPr/>
        </p:nvSpPr>
        <p:spPr bwMode="auto">
          <a:xfrm>
            <a:off x="971551" y="2012951"/>
            <a:ext cx="315384" cy="577851"/>
          </a:xfrm>
          <a:custGeom>
            <a:avLst/>
            <a:gdLst>
              <a:gd name="T0" fmla="*/ 193 w 193"/>
              <a:gd name="T1" fmla="*/ 193 h 353"/>
              <a:gd name="T2" fmla="*/ 193 w 193"/>
              <a:gd name="T3" fmla="*/ 169 h 353"/>
              <a:gd name="T4" fmla="*/ 185 w 193"/>
              <a:gd name="T5" fmla="*/ 161 h 353"/>
              <a:gd name="T6" fmla="*/ 177 w 193"/>
              <a:gd name="T7" fmla="*/ 169 h 353"/>
              <a:gd name="T8" fmla="*/ 177 w 193"/>
              <a:gd name="T9" fmla="*/ 193 h 353"/>
              <a:gd name="T10" fmla="*/ 97 w 193"/>
              <a:gd name="T11" fmla="*/ 273 h 353"/>
              <a:gd name="T12" fmla="*/ 16 w 193"/>
              <a:gd name="T13" fmla="*/ 193 h 353"/>
              <a:gd name="T14" fmla="*/ 16 w 193"/>
              <a:gd name="T15" fmla="*/ 169 h 353"/>
              <a:gd name="T16" fmla="*/ 8 w 193"/>
              <a:gd name="T17" fmla="*/ 161 h 353"/>
              <a:gd name="T18" fmla="*/ 0 w 193"/>
              <a:gd name="T19" fmla="*/ 169 h 353"/>
              <a:gd name="T20" fmla="*/ 0 w 193"/>
              <a:gd name="T21" fmla="*/ 193 h 353"/>
              <a:gd name="T22" fmla="*/ 88 w 193"/>
              <a:gd name="T23" fmla="*/ 289 h 353"/>
              <a:gd name="T24" fmla="*/ 88 w 193"/>
              <a:gd name="T25" fmla="*/ 337 h 353"/>
              <a:gd name="T26" fmla="*/ 32 w 193"/>
              <a:gd name="T27" fmla="*/ 337 h 353"/>
              <a:gd name="T28" fmla="*/ 24 w 193"/>
              <a:gd name="T29" fmla="*/ 345 h 353"/>
              <a:gd name="T30" fmla="*/ 32 w 193"/>
              <a:gd name="T31" fmla="*/ 353 h 353"/>
              <a:gd name="T32" fmla="*/ 161 w 193"/>
              <a:gd name="T33" fmla="*/ 353 h 353"/>
              <a:gd name="T34" fmla="*/ 169 w 193"/>
              <a:gd name="T35" fmla="*/ 345 h 353"/>
              <a:gd name="T36" fmla="*/ 161 w 193"/>
              <a:gd name="T37" fmla="*/ 337 h 353"/>
              <a:gd name="T38" fmla="*/ 105 w 193"/>
              <a:gd name="T39" fmla="*/ 337 h 353"/>
              <a:gd name="T40" fmla="*/ 105 w 193"/>
              <a:gd name="T41" fmla="*/ 289 h 353"/>
              <a:gd name="T42" fmla="*/ 193 w 193"/>
              <a:gd name="T43" fmla="*/ 193 h 353"/>
              <a:gd name="T44" fmla="*/ 97 w 193"/>
              <a:gd name="T45" fmla="*/ 257 h 353"/>
              <a:gd name="T46" fmla="*/ 161 w 193"/>
              <a:gd name="T47" fmla="*/ 193 h 353"/>
              <a:gd name="T48" fmla="*/ 161 w 193"/>
              <a:gd name="T49" fmla="*/ 64 h 353"/>
              <a:gd name="T50" fmla="*/ 97 w 193"/>
              <a:gd name="T51" fmla="*/ 0 h 353"/>
              <a:gd name="T52" fmla="*/ 32 w 193"/>
              <a:gd name="T53" fmla="*/ 64 h 353"/>
              <a:gd name="T54" fmla="*/ 32 w 193"/>
              <a:gd name="T55" fmla="*/ 193 h 353"/>
              <a:gd name="T56" fmla="*/ 97 w 193"/>
              <a:gd name="T57" fmla="*/ 257 h 353"/>
              <a:gd name="T58" fmla="*/ 48 w 193"/>
              <a:gd name="T59" fmla="*/ 64 h 353"/>
              <a:gd name="T60" fmla="*/ 97 w 193"/>
              <a:gd name="T61" fmla="*/ 16 h 353"/>
              <a:gd name="T62" fmla="*/ 145 w 193"/>
              <a:gd name="T63" fmla="*/ 64 h 353"/>
              <a:gd name="T64" fmla="*/ 145 w 193"/>
              <a:gd name="T65" fmla="*/ 129 h 353"/>
              <a:gd name="T66" fmla="*/ 48 w 193"/>
              <a:gd name="T67" fmla="*/ 129 h 353"/>
              <a:gd name="T68" fmla="*/ 48 w 193"/>
              <a:gd name="T69" fmla="*/ 64 h 353"/>
              <a:gd name="T70" fmla="*/ 48 w 193"/>
              <a:gd name="T71" fmla="*/ 145 h 353"/>
              <a:gd name="T72" fmla="*/ 145 w 193"/>
              <a:gd name="T73" fmla="*/ 145 h 353"/>
              <a:gd name="T74" fmla="*/ 145 w 193"/>
              <a:gd name="T75" fmla="*/ 193 h 353"/>
              <a:gd name="T76" fmla="*/ 97 w 193"/>
              <a:gd name="T77" fmla="*/ 241 h 353"/>
              <a:gd name="T78" fmla="*/ 48 w 193"/>
              <a:gd name="T79" fmla="*/ 193 h 353"/>
              <a:gd name="T80" fmla="*/ 48 w 193"/>
              <a:gd name="T81" fmla="*/ 145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93" h="353">
                <a:moveTo>
                  <a:pt x="193" y="193"/>
                </a:moveTo>
                <a:cubicBezTo>
                  <a:pt x="193" y="169"/>
                  <a:pt x="193" y="169"/>
                  <a:pt x="193" y="169"/>
                </a:cubicBezTo>
                <a:cubicBezTo>
                  <a:pt x="193" y="164"/>
                  <a:pt x="189" y="161"/>
                  <a:pt x="185" y="161"/>
                </a:cubicBezTo>
                <a:cubicBezTo>
                  <a:pt x="180" y="161"/>
                  <a:pt x="177" y="164"/>
                  <a:pt x="177" y="169"/>
                </a:cubicBezTo>
                <a:cubicBezTo>
                  <a:pt x="177" y="193"/>
                  <a:pt x="177" y="193"/>
                  <a:pt x="177" y="193"/>
                </a:cubicBezTo>
                <a:cubicBezTo>
                  <a:pt x="177" y="237"/>
                  <a:pt x="141" y="273"/>
                  <a:pt x="97" y="273"/>
                </a:cubicBezTo>
                <a:cubicBezTo>
                  <a:pt x="52" y="273"/>
                  <a:pt x="16" y="237"/>
                  <a:pt x="16" y="193"/>
                </a:cubicBezTo>
                <a:cubicBezTo>
                  <a:pt x="16" y="169"/>
                  <a:pt x="16" y="169"/>
                  <a:pt x="16" y="169"/>
                </a:cubicBezTo>
                <a:cubicBezTo>
                  <a:pt x="16" y="164"/>
                  <a:pt x="13" y="161"/>
                  <a:pt x="8" y="161"/>
                </a:cubicBezTo>
                <a:cubicBezTo>
                  <a:pt x="4" y="161"/>
                  <a:pt x="0" y="164"/>
                  <a:pt x="0" y="169"/>
                </a:cubicBezTo>
                <a:cubicBezTo>
                  <a:pt x="0" y="193"/>
                  <a:pt x="0" y="193"/>
                  <a:pt x="0" y="193"/>
                </a:cubicBezTo>
                <a:cubicBezTo>
                  <a:pt x="0" y="243"/>
                  <a:pt x="39" y="285"/>
                  <a:pt x="88" y="289"/>
                </a:cubicBezTo>
                <a:cubicBezTo>
                  <a:pt x="88" y="337"/>
                  <a:pt x="88" y="337"/>
                  <a:pt x="88" y="337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28" y="337"/>
                  <a:pt x="24" y="341"/>
                  <a:pt x="24" y="345"/>
                </a:cubicBezTo>
                <a:cubicBezTo>
                  <a:pt x="24" y="350"/>
                  <a:pt x="28" y="353"/>
                  <a:pt x="32" y="353"/>
                </a:cubicBezTo>
                <a:cubicBezTo>
                  <a:pt x="161" y="353"/>
                  <a:pt x="161" y="353"/>
                  <a:pt x="161" y="353"/>
                </a:cubicBezTo>
                <a:cubicBezTo>
                  <a:pt x="165" y="353"/>
                  <a:pt x="169" y="350"/>
                  <a:pt x="169" y="345"/>
                </a:cubicBezTo>
                <a:cubicBezTo>
                  <a:pt x="169" y="341"/>
                  <a:pt x="165" y="337"/>
                  <a:pt x="161" y="337"/>
                </a:cubicBezTo>
                <a:cubicBezTo>
                  <a:pt x="105" y="337"/>
                  <a:pt x="105" y="337"/>
                  <a:pt x="105" y="337"/>
                </a:cubicBezTo>
                <a:cubicBezTo>
                  <a:pt x="105" y="289"/>
                  <a:pt x="105" y="289"/>
                  <a:pt x="105" y="289"/>
                </a:cubicBezTo>
                <a:cubicBezTo>
                  <a:pt x="154" y="285"/>
                  <a:pt x="193" y="243"/>
                  <a:pt x="193" y="193"/>
                </a:cubicBezTo>
                <a:moveTo>
                  <a:pt x="97" y="257"/>
                </a:moveTo>
                <a:cubicBezTo>
                  <a:pt x="132" y="257"/>
                  <a:pt x="161" y="228"/>
                  <a:pt x="161" y="193"/>
                </a:cubicBezTo>
                <a:cubicBezTo>
                  <a:pt x="161" y="64"/>
                  <a:pt x="161" y="64"/>
                  <a:pt x="161" y="64"/>
                </a:cubicBezTo>
                <a:cubicBezTo>
                  <a:pt x="161" y="29"/>
                  <a:pt x="132" y="0"/>
                  <a:pt x="97" y="0"/>
                </a:cubicBezTo>
                <a:cubicBezTo>
                  <a:pt x="61" y="0"/>
                  <a:pt x="32" y="29"/>
                  <a:pt x="32" y="64"/>
                </a:cubicBezTo>
                <a:cubicBezTo>
                  <a:pt x="32" y="193"/>
                  <a:pt x="32" y="193"/>
                  <a:pt x="32" y="193"/>
                </a:cubicBezTo>
                <a:cubicBezTo>
                  <a:pt x="32" y="228"/>
                  <a:pt x="61" y="257"/>
                  <a:pt x="97" y="257"/>
                </a:cubicBezTo>
                <a:moveTo>
                  <a:pt x="48" y="64"/>
                </a:moveTo>
                <a:cubicBezTo>
                  <a:pt x="48" y="38"/>
                  <a:pt x="70" y="16"/>
                  <a:pt x="97" y="16"/>
                </a:cubicBezTo>
                <a:cubicBezTo>
                  <a:pt x="123" y="16"/>
                  <a:pt x="145" y="38"/>
                  <a:pt x="145" y="64"/>
                </a:cubicBezTo>
                <a:cubicBezTo>
                  <a:pt x="145" y="129"/>
                  <a:pt x="145" y="129"/>
                  <a:pt x="145" y="129"/>
                </a:cubicBezTo>
                <a:cubicBezTo>
                  <a:pt x="48" y="129"/>
                  <a:pt x="48" y="129"/>
                  <a:pt x="48" y="129"/>
                </a:cubicBezTo>
                <a:lnTo>
                  <a:pt x="48" y="64"/>
                </a:lnTo>
                <a:close/>
                <a:moveTo>
                  <a:pt x="48" y="145"/>
                </a:moveTo>
                <a:cubicBezTo>
                  <a:pt x="145" y="145"/>
                  <a:pt x="145" y="145"/>
                  <a:pt x="145" y="145"/>
                </a:cubicBezTo>
                <a:cubicBezTo>
                  <a:pt x="145" y="193"/>
                  <a:pt x="145" y="193"/>
                  <a:pt x="145" y="193"/>
                </a:cubicBezTo>
                <a:cubicBezTo>
                  <a:pt x="145" y="219"/>
                  <a:pt x="123" y="241"/>
                  <a:pt x="97" y="241"/>
                </a:cubicBezTo>
                <a:cubicBezTo>
                  <a:pt x="70" y="241"/>
                  <a:pt x="48" y="219"/>
                  <a:pt x="48" y="193"/>
                </a:cubicBezTo>
                <a:lnTo>
                  <a:pt x="48" y="145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6" name="Freeform 16"/>
          <p:cNvSpPr>
            <a:spLocks noEditPoints="1"/>
          </p:cNvSpPr>
          <p:nvPr/>
        </p:nvSpPr>
        <p:spPr bwMode="auto">
          <a:xfrm>
            <a:off x="1943101" y="1998133"/>
            <a:ext cx="590551" cy="592667"/>
          </a:xfrm>
          <a:custGeom>
            <a:avLst/>
            <a:gdLst>
              <a:gd name="T0" fmla="*/ 150 w 361"/>
              <a:gd name="T1" fmla="*/ 200 h 361"/>
              <a:gd name="T2" fmla="*/ 161 w 361"/>
              <a:gd name="T3" fmla="*/ 212 h 361"/>
              <a:gd name="T4" fmla="*/ 212 w 361"/>
              <a:gd name="T5" fmla="*/ 172 h 361"/>
              <a:gd name="T6" fmla="*/ 190 w 361"/>
              <a:gd name="T7" fmla="*/ 149 h 361"/>
              <a:gd name="T8" fmla="*/ 150 w 361"/>
              <a:gd name="T9" fmla="*/ 200 h 361"/>
              <a:gd name="T10" fmla="*/ 330 w 361"/>
              <a:gd name="T11" fmla="*/ 31 h 361"/>
              <a:gd name="T12" fmla="*/ 216 w 361"/>
              <a:gd name="T13" fmla="*/ 31 h 361"/>
              <a:gd name="T14" fmla="*/ 193 w 361"/>
              <a:gd name="T15" fmla="*/ 86 h 361"/>
              <a:gd name="T16" fmla="*/ 71 w 361"/>
              <a:gd name="T17" fmla="*/ 223 h 361"/>
              <a:gd name="T18" fmla="*/ 56 w 361"/>
              <a:gd name="T19" fmla="*/ 257 h 361"/>
              <a:gd name="T20" fmla="*/ 63 w 361"/>
              <a:gd name="T21" fmla="*/ 281 h 361"/>
              <a:gd name="T22" fmla="*/ 41 w 361"/>
              <a:gd name="T23" fmla="*/ 332 h 361"/>
              <a:gd name="T24" fmla="*/ 40 w 361"/>
              <a:gd name="T25" fmla="*/ 337 h 361"/>
              <a:gd name="T26" fmla="*/ 9 w 361"/>
              <a:gd name="T27" fmla="*/ 345 h 361"/>
              <a:gd name="T28" fmla="*/ 8 w 361"/>
              <a:gd name="T29" fmla="*/ 345 h 361"/>
              <a:gd name="T30" fmla="*/ 0 w 361"/>
              <a:gd name="T31" fmla="*/ 353 h 361"/>
              <a:gd name="T32" fmla="*/ 8 w 361"/>
              <a:gd name="T33" fmla="*/ 361 h 361"/>
              <a:gd name="T34" fmla="*/ 8 w 361"/>
              <a:gd name="T35" fmla="*/ 361 h 361"/>
              <a:gd name="T36" fmla="*/ 54 w 361"/>
              <a:gd name="T37" fmla="*/ 346 h 361"/>
              <a:gd name="T38" fmla="*/ 56 w 361"/>
              <a:gd name="T39" fmla="*/ 327 h 361"/>
              <a:gd name="T40" fmla="*/ 74 w 361"/>
              <a:gd name="T41" fmla="*/ 294 h 361"/>
              <a:gd name="T42" fmla="*/ 105 w 361"/>
              <a:gd name="T43" fmla="*/ 305 h 361"/>
              <a:gd name="T44" fmla="*/ 139 w 361"/>
              <a:gd name="T45" fmla="*/ 291 h 361"/>
              <a:gd name="T46" fmla="*/ 276 w 361"/>
              <a:gd name="T47" fmla="*/ 168 h 361"/>
              <a:gd name="T48" fmla="*/ 330 w 361"/>
              <a:gd name="T49" fmla="*/ 145 h 361"/>
              <a:gd name="T50" fmla="*/ 330 w 361"/>
              <a:gd name="T51" fmla="*/ 31 h 361"/>
              <a:gd name="T52" fmla="*/ 127 w 361"/>
              <a:gd name="T53" fmla="*/ 280 h 361"/>
              <a:gd name="T54" fmla="*/ 105 w 361"/>
              <a:gd name="T55" fmla="*/ 289 h 361"/>
              <a:gd name="T56" fmla="*/ 72 w 361"/>
              <a:gd name="T57" fmla="*/ 257 h 361"/>
              <a:gd name="T58" fmla="*/ 82 w 361"/>
              <a:gd name="T59" fmla="*/ 234 h 361"/>
              <a:gd name="T60" fmla="*/ 195 w 361"/>
              <a:gd name="T61" fmla="*/ 108 h 361"/>
              <a:gd name="T62" fmla="*/ 216 w 361"/>
              <a:gd name="T63" fmla="*/ 145 h 361"/>
              <a:gd name="T64" fmla="*/ 254 w 361"/>
              <a:gd name="T65" fmla="*/ 166 h 361"/>
              <a:gd name="T66" fmla="*/ 127 w 361"/>
              <a:gd name="T67" fmla="*/ 280 h 361"/>
              <a:gd name="T68" fmla="*/ 318 w 361"/>
              <a:gd name="T69" fmla="*/ 134 h 361"/>
              <a:gd name="T70" fmla="*/ 228 w 361"/>
              <a:gd name="T71" fmla="*/ 134 h 361"/>
              <a:gd name="T72" fmla="*/ 228 w 361"/>
              <a:gd name="T73" fmla="*/ 43 h 361"/>
              <a:gd name="T74" fmla="*/ 318 w 361"/>
              <a:gd name="T75" fmla="*/ 43 h 361"/>
              <a:gd name="T76" fmla="*/ 318 w 361"/>
              <a:gd name="T77" fmla="*/ 134 h 3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361" h="361">
                <a:moveTo>
                  <a:pt x="150" y="200"/>
                </a:moveTo>
                <a:cubicBezTo>
                  <a:pt x="161" y="212"/>
                  <a:pt x="161" y="212"/>
                  <a:pt x="161" y="212"/>
                </a:cubicBezTo>
                <a:cubicBezTo>
                  <a:pt x="212" y="172"/>
                  <a:pt x="212" y="172"/>
                  <a:pt x="212" y="172"/>
                </a:cubicBezTo>
                <a:cubicBezTo>
                  <a:pt x="190" y="149"/>
                  <a:pt x="190" y="149"/>
                  <a:pt x="190" y="149"/>
                </a:cubicBezTo>
                <a:lnTo>
                  <a:pt x="150" y="200"/>
                </a:lnTo>
                <a:close/>
                <a:moveTo>
                  <a:pt x="330" y="31"/>
                </a:moveTo>
                <a:cubicBezTo>
                  <a:pt x="298" y="0"/>
                  <a:pt x="248" y="0"/>
                  <a:pt x="216" y="31"/>
                </a:cubicBezTo>
                <a:cubicBezTo>
                  <a:pt x="201" y="47"/>
                  <a:pt x="193" y="66"/>
                  <a:pt x="193" y="86"/>
                </a:cubicBezTo>
                <a:cubicBezTo>
                  <a:pt x="71" y="223"/>
                  <a:pt x="71" y="223"/>
                  <a:pt x="71" y="223"/>
                </a:cubicBezTo>
                <a:cubicBezTo>
                  <a:pt x="62" y="232"/>
                  <a:pt x="56" y="244"/>
                  <a:pt x="56" y="257"/>
                </a:cubicBezTo>
                <a:cubicBezTo>
                  <a:pt x="56" y="266"/>
                  <a:pt x="59" y="274"/>
                  <a:pt x="63" y="281"/>
                </a:cubicBezTo>
                <a:cubicBezTo>
                  <a:pt x="41" y="294"/>
                  <a:pt x="32" y="306"/>
                  <a:pt x="41" y="332"/>
                </a:cubicBezTo>
                <a:cubicBezTo>
                  <a:pt x="42" y="335"/>
                  <a:pt x="41" y="336"/>
                  <a:pt x="40" y="337"/>
                </a:cubicBezTo>
                <a:cubicBezTo>
                  <a:pt x="36" y="343"/>
                  <a:pt x="19" y="345"/>
                  <a:pt x="9" y="345"/>
                </a:cubicBezTo>
                <a:cubicBezTo>
                  <a:pt x="8" y="345"/>
                  <a:pt x="8" y="345"/>
                  <a:pt x="8" y="345"/>
                </a:cubicBezTo>
                <a:cubicBezTo>
                  <a:pt x="4" y="345"/>
                  <a:pt x="0" y="349"/>
                  <a:pt x="0" y="353"/>
                </a:cubicBezTo>
                <a:cubicBezTo>
                  <a:pt x="0" y="358"/>
                  <a:pt x="4" y="361"/>
                  <a:pt x="8" y="361"/>
                </a:cubicBezTo>
                <a:cubicBezTo>
                  <a:pt x="8" y="361"/>
                  <a:pt x="8" y="361"/>
                  <a:pt x="8" y="361"/>
                </a:cubicBezTo>
                <a:cubicBezTo>
                  <a:pt x="14" y="361"/>
                  <a:pt x="43" y="361"/>
                  <a:pt x="54" y="346"/>
                </a:cubicBezTo>
                <a:cubicBezTo>
                  <a:pt x="56" y="342"/>
                  <a:pt x="59" y="336"/>
                  <a:pt x="56" y="327"/>
                </a:cubicBezTo>
                <a:cubicBezTo>
                  <a:pt x="51" y="311"/>
                  <a:pt x="52" y="306"/>
                  <a:pt x="74" y="294"/>
                </a:cubicBezTo>
                <a:cubicBezTo>
                  <a:pt x="82" y="301"/>
                  <a:pt x="93" y="305"/>
                  <a:pt x="105" y="305"/>
                </a:cubicBezTo>
                <a:cubicBezTo>
                  <a:pt x="118" y="305"/>
                  <a:pt x="130" y="300"/>
                  <a:pt x="139" y="291"/>
                </a:cubicBezTo>
                <a:cubicBezTo>
                  <a:pt x="276" y="168"/>
                  <a:pt x="276" y="168"/>
                  <a:pt x="276" y="168"/>
                </a:cubicBezTo>
                <a:cubicBezTo>
                  <a:pt x="295" y="168"/>
                  <a:pt x="315" y="160"/>
                  <a:pt x="330" y="145"/>
                </a:cubicBezTo>
                <a:cubicBezTo>
                  <a:pt x="361" y="114"/>
                  <a:pt x="361" y="63"/>
                  <a:pt x="330" y="31"/>
                </a:cubicBezTo>
                <a:moveTo>
                  <a:pt x="127" y="280"/>
                </a:moveTo>
                <a:cubicBezTo>
                  <a:pt x="121" y="285"/>
                  <a:pt x="113" y="289"/>
                  <a:pt x="105" y="289"/>
                </a:cubicBezTo>
                <a:cubicBezTo>
                  <a:pt x="87" y="289"/>
                  <a:pt x="72" y="275"/>
                  <a:pt x="72" y="257"/>
                </a:cubicBezTo>
                <a:cubicBezTo>
                  <a:pt x="72" y="248"/>
                  <a:pt x="76" y="240"/>
                  <a:pt x="82" y="234"/>
                </a:cubicBezTo>
                <a:cubicBezTo>
                  <a:pt x="195" y="108"/>
                  <a:pt x="195" y="108"/>
                  <a:pt x="195" y="108"/>
                </a:cubicBezTo>
                <a:cubicBezTo>
                  <a:pt x="199" y="122"/>
                  <a:pt x="206" y="134"/>
                  <a:pt x="216" y="145"/>
                </a:cubicBezTo>
                <a:cubicBezTo>
                  <a:pt x="227" y="156"/>
                  <a:pt x="240" y="163"/>
                  <a:pt x="254" y="166"/>
                </a:cubicBezTo>
                <a:lnTo>
                  <a:pt x="127" y="280"/>
                </a:lnTo>
                <a:close/>
                <a:moveTo>
                  <a:pt x="318" y="134"/>
                </a:moveTo>
                <a:cubicBezTo>
                  <a:pt x="293" y="159"/>
                  <a:pt x="253" y="159"/>
                  <a:pt x="228" y="134"/>
                </a:cubicBezTo>
                <a:cubicBezTo>
                  <a:pt x="203" y="109"/>
                  <a:pt x="203" y="68"/>
                  <a:pt x="228" y="43"/>
                </a:cubicBezTo>
                <a:cubicBezTo>
                  <a:pt x="253" y="18"/>
                  <a:pt x="293" y="18"/>
                  <a:pt x="318" y="43"/>
                </a:cubicBezTo>
                <a:cubicBezTo>
                  <a:pt x="344" y="68"/>
                  <a:pt x="344" y="109"/>
                  <a:pt x="318" y="134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7" name="Freeform 17"/>
          <p:cNvSpPr>
            <a:spLocks noEditPoints="1"/>
          </p:cNvSpPr>
          <p:nvPr/>
        </p:nvSpPr>
        <p:spPr bwMode="auto">
          <a:xfrm>
            <a:off x="3048000" y="2116667"/>
            <a:ext cx="577851" cy="368300"/>
          </a:xfrm>
          <a:custGeom>
            <a:avLst/>
            <a:gdLst>
              <a:gd name="T0" fmla="*/ 168 w 353"/>
              <a:gd name="T1" fmla="*/ 32 h 225"/>
              <a:gd name="T2" fmla="*/ 144 w 353"/>
              <a:gd name="T3" fmla="*/ 56 h 225"/>
              <a:gd name="T4" fmla="*/ 168 w 353"/>
              <a:gd name="T5" fmla="*/ 81 h 225"/>
              <a:gd name="T6" fmla="*/ 192 w 353"/>
              <a:gd name="T7" fmla="*/ 56 h 225"/>
              <a:gd name="T8" fmla="*/ 168 w 353"/>
              <a:gd name="T9" fmla="*/ 32 h 225"/>
              <a:gd name="T10" fmla="*/ 168 w 353"/>
              <a:gd name="T11" fmla="*/ 65 h 225"/>
              <a:gd name="T12" fmla="*/ 160 w 353"/>
              <a:gd name="T13" fmla="*/ 56 h 225"/>
              <a:gd name="T14" fmla="*/ 168 w 353"/>
              <a:gd name="T15" fmla="*/ 48 h 225"/>
              <a:gd name="T16" fmla="*/ 176 w 353"/>
              <a:gd name="T17" fmla="*/ 56 h 225"/>
              <a:gd name="T18" fmla="*/ 168 w 353"/>
              <a:gd name="T19" fmla="*/ 65 h 225"/>
              <a:gd name="T20" fmla="*/ 345 w 353"/>
              <a:gd name="T21" fmla="*/ 32 h 225"/>
              <a:gd name="T22" fmla="*/ 341 w 353"/>
              <a:gd name="T23" fmla="*/ 33 h 225"/>
              <a:gd name="T24" fmla="*/ 341 w 353"/>
              <a:gd name="T25" fmla="*/ 33 h 225"/>
              <a:gd name="T26" fmla="*/ 256 w 353"/>
              <a:gd name="T27" fmla="*/ 76 h 225"/>
              <a:gd name="T28" fmla="*/ 256 w 353"/>
              <a:gd name="T29" fmla="*/ 32 h 225"/>
              <a:gd name="T30" fmla="*/ 224 w 353"/>
              <a:gd name="T31" fmla="*/ 0 h 225"/>
              <a:gd name="T32" fmla="*/ 32 w 353"/>
              <a:gd name="T33" fmla="*/ 0 h 225"/>
              <a:gd name="T34" fmla="*/ 0 w 353"/>
              <a:gd name="T35" fmla="*/ 32 h 225"/>
              <a:gd name="T36" fmla="*/ 0 w 353"/>
              <a:gd name="T37" fmla="*/ 193 h 225"/>
              <a:gd name="T38" fmla="*/ 32 w 353"/>
              <a:gd name="T39" fmla="*/ 225 h 225"/>
              <a:gd name="T40" fmla="*/ 224 w 353"/>
              <a:gd name="T41" fmla="*/ 225 h 225"/>
              <a:gd name="T42" fmla="*/ 256 w 353"/>
              <a:gd name="T43" fmla="*/ 193 h 225"/>
              <a:gd name="T44" fmla="*/ 256 w 353"/>
              <a:gd name="T45" fmla="*/ 150 h 225"/>
              <a:gd name="T46" fmla="*/ 341 w 353"/>
              <a:gd name="T47" fmla="*/ 192 h 225"/>
              <a:gd name="T48" fmla="*/ 341 w 353"/>
              <a:gd name="T49" fmla="*/ 192 h 225"/>
              <a:gd name="T50" fmla="*/ 345 w 353"/>
              <a:gd name="T51" fmla="*/ 193 h 225"/>
              <a:gd name="T52" fmla="*/ 353 w 353"/>
              <a:gd name="T53" fmla="*/ 185 h 225"/>
              <a:gd name="T54" fmla="*/ 353 w 353"/>
              <a:gd name="T55" fmla="*/ 40 h 225"/>
              <a:gd name="T56" fmla="*/ 345 w 353"/>
              <a:gd name="T57" fmla="*/ 32 h 225"/>
              <a:gd name="T58" fmla="*/ 224 w 353"/>
              <a:gd name="T59" fmla="*/ 209 h 225"/>
              <a:gd name="T60" fmla="*/ 32 w 353"/>
              <a:gd name="T61" fmla="*/ 209 h 225"/>
              <a:gd name="T62" fmla="*/ 16 w 353"/>
              <a:gd name="T63" fmla="*/ 193 h 225"/>
              <a:gd name="T64" fmla="*/ 240 w 353"/>
              <a:gd name="T65" fmla="*/ 193 h 225"/>
              <a:gd name="T66" fmla="*/ 224 w 353"/>
              <a:gd name="T67" fmla="*/ 209 h 225"/>
              <a:gd name="T68" fmla="*/ 240 w 353"/>
              <a:gd name="T69" fmla="*/ 177 h 225"/>
              <a:gd name="T70" fmla="*/ 16 w 353"/>
              <a:gd name="T71" fmla="*/ 177 h 225"/>
              <a:gd name="T72" fmla="*/ 16 w 353"/>
              <a:gd name="T73" fmla="*/ 32 h 225"/>
              <a:gd name="T74" fmla="*/ 32 w 353"/>
              <a:gd name="T75" fmla="*/ 16 h 225"/>
              <a:gd name="T76" fmla="*/ 224 w 353"/>
              <a:gd name="T77" fmla="*/ 16 h 225"/>
              <a:gd name="T78" fmla="*/ 240 w 353"/>
              <a:gd name="T79" fmla="*/ 32 h 225"/>
              <a:gd name="T80" fmla="*/ 240 w 353"/>
              <a:gd name="T81" fmla="*/ 177 h 225"/>
              <a:gd name="T82" fmla="*/ 337 w 353"/>
              <a:gd name="T83" fmla="*/ 172 h 225"/>
              <a:gd name="T84" fmla="*/ 256 w 353"/>
              <a:gd name="T85" fmla="*/ 132 h 225"/>
              <a:gd name="T86" fmla="*/ 256 w 353"/>
              <a:gd name="T87" fmla="*/ 94 h 225"/>
              <a:gd name="T88" fmla="*/ 337 w 353"/>
              <a:gd name="T89" fmla="*/ 53 h 225"/>
              <a:gd name="T90" fmla="*/ 337 w 353"/>
              <a:gd name="T91" fmla="*/ 172 h 225"/>
              <a:gd name="T92" fmla="*/ 216 w 353"/>
              <a:gd name="T93" fmla="*/ 32 h 225"/>
              <a:gd name="T94" fmla="*/ 208 w 353"/>
              <a:gd name="T95" fmla="*/ 40 h 225"/>
              <a:gd name="T96" fmla="*/ 216 w 353"/>
              <a:gd name="T97" fmla="*/ 48 h 225"/>
              <a:gd name="T98" fmla="*/ 224 w 353"/>
              <a:gd name="T99" fmla="*/ 40 h 225"/>
              <a:gd name="T100" fmla="*/ 216 w 353"/>
              <a:gd name="T101" fmla="*/ 32 h 2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353" h="225">
                <a:moveTo>
                  <a:pt x="168" y="32"/>
                </a:moveTo>
                <a:cubicBezTo>
                  <a:pt x="155" y="32"/>
                  <a:pt x="144" y="43"/>
                  <a:pt x="144" y="56"/>
                </a:cubicBezTo>
                <a:cubicBezTo>
                  <a:pt x="144" y="70"/>
                  <a:pt x="155" y="81"/>
                  <a:pt x="168" y="81"/>
                </a:cubicBezTo>
                <a:cubicBezTo>
                  <a:pt x="181" y="81"/>
                  <a:pt x="192" y="70"/>
                  <a:pt x="192" y="56"/>
                </a:cubicBezTo>
                <a:cubicBezTo>
                  <a:pt x="192" y="43"/>
                  <a:pt x="181" y="32"/>
                  <a:pt x="168" y="32"/>
                </a:cubicBezTo>
                <a:moveTo>
                  <a:pt x="168" y="65"/>
                </a:moveTo>
                <a:cubicBezTo>
                  <a:pt x="164" y="65"/>
                  <a:pt x="160" y="61"/>
                  <a:pt x="160" y="56"/>
                </a:cubicBezTo>
                <a:cubicBezTo>
                  <a:pt x="160" y="52"/>
                  <a:pt x="164" y="48"/>
                  <a:pt x="168" y="48"/>
                </a:cubicBezTo>
                <a:cubicBezTo>
                  <a:pt x="173" y="48"/>
                  <a:pt x="176" y="52"/>
                  <a:pt x="176" y="56"/>
                </a:cubicBezTo>
                <a:cubicBezTo>
                  <a:pt x="176" y="61"/>
                  <a:pt x="173" y="65"/>
                  <a:pt x="168" y="65"/>
                </a:cubicBezTo>
                <a:moveTo>
                  <a:pt x="345" y="32"/>
                </a:moveTo>
                <a:cubicBezTo>
                  <a:pt x="343" y="32"/>
                  <a:pt x="342" y="33"/>
                  <a:pt x="341" y="33"/>
                </a:cubicBezTo>
                <a:cubicBezTo>
                  <a:pt x="341" y="33"/>
                  <a:pt x="341" y="33"/>
                  <a:pt x="341" y="33"/>
                </a:cubicBezTo>
                <a:cubicBezTo>
                  <a:pt x="256" y="76"/>
                  <a:pt x="256" y="76"/>
                  <a:pt x="256" y="76"/>
                </a:cubicBezTo>
                <a:cubicBezTo>
                  <a:pt x="256" y="32"/>
                  <a:pt x="256" y="32"/>
                  <a:pt x="256" y="32"/>
                </a:cubicBezTo>
                <a:cubicBezTo>
                  <a:pt x="256" y="15"/>
                  <a:pt x="242" y="0"/>
                  <a:pt x="224" y="0"/>
                </a:cubicBez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5"/>
                  <a:pt x="0" y="32"/>
                </a:cubicBezTo>
                <a:cubicBezTo>
                  <a:pt x="0" y="193"/>
                  <a:pt x="0" y="193"/>
                  <a:pt x="0" y="193"/>
                </a:cubicBezTo>
                <a:cubicBezTo>
                  <a:pt x="0" y="211"/>
                  <a:pt x="14" y="225"/>
                  <a:pt x="32" y="225"/>
                </a:cubicBezTo>
                <a:cubicBezTo>
                  <a:pt x="224" y="225"/>
                  <a:pt x="224" y="225"/>
                  <a:pt x="224" y="225"/>
                </a:cubicBezTo>
                <a:cubicBezTo>
                  <a:pt x="242" y="225"/>
                  <a:pt x="256" y="211"/>
                  <a:pt x="256" y="193"/>
                </a:cubicBezTo>
                <a:cubicBezTo>
                  <a:pt x="256" y="150"/>
                  <a:pt x="256" y="150"/>
                  <a:pt x="256" y="150"/>
                </a:cubicBezTo>
                <a:cubicBezTo>
                  <a:pt x="341" y="192"/>
                  <a:pt x="341" y="192"/>
                  <a:pt x="341" y="192"/>
                </a:cubicBezTo>
                <a:cubicBezTo>
                  <a:pt x="341" y="192"/>
                  <a:pt x="341" y="192"/>
                  <a:pt x="341" y="192"/>
                </a:cubicBezTo>
                <a:cubicBezTo>
                  <a:pt x="342" y="193"/>
                  <a:pt x="343" y="193"/>
                  <a:pt x="345" y="193"/>
                </a:cubicBezTo>
                <a:cubicBezTo>
                  <a:pt x="349" y="193"/>
                  <a:pt x="353" y="189"/>
                  <a:pt x="353" y="185"/>
                </a:cubicBezTo>
                <a:cubicBezTo>
                  <a:pt x="353" y="40"/>
                  <a:pt x="353" y="40"/>
                  <a:pt x="353" y="40"/>
                </a:cubicBezTo>
                <a:cubicBezTo>
                  <a:pt x="353" y="36"/>
                  <a:pt x="349" y="32"/>
                  <a:pt x="345" y="32"/>
                </a:cubicBezTo>
                <a:moveTo>
                  <a:pt x="224" y="209"/>
                </a:moveTo>
                <a:cubicBezTo>
                  <a:pt x="32" y="209"/>
                  <a:pt x="32" y="209"/>
                  <a:pt x="32" y="209"/>
                </a:cubicBezTo>
                <a:cubicBezTo>
                  <a:pt x="23" y="209"/>
                  <a:pt x="16" y="202"/>
                  <a:pt x="16" y="193"/>
                </a:cubicBezTo>
                <a:cubicBezTo>
                  <a:pt x="240" y="193"/>
                  <a:pt x="240" y="193"/>
                  <a:pt x="240" y="193"/>
                </a:cubicBezTo>
                <a:cubicBezTo>
                  <a:pt x="240" y="202"/>
                  <a:pt x="233" y="209"/>
                  <a:pt x="224" y="209"/>
                </a:cubicBezTo>
                <a:moveTo>
                  <a:pt x="240" y="177"/>
                </a:moveTo>
                <a:cubicBezTo>
                  <a:pt x="16" y="177"/>
                  <a:pt x="16" y="177"/>
                  <a:pt x="16" y="177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4"/>
                  <a:pt x="23" y="16"/>
                  <a:pt x="32" y="16"/>
                </a:cubicBezTo>
                <a:cubicBezTo>
                  <a:pt x="224" y="16"/>
                  <a:pt x="224" y="16"/>
                  <a:pt x="224" y="16"/>
                </a:cubicBezTo>
                <a:cubicBezTo>
                  <a:pt x="233" y="16"/>
                  <a:pt x="240" y="24"/>
                  <a:pt x="240" y="32"/>
                </a:cubicBezTo>
                <a:lnTo>
                  <a:pt x="240" y="177"/>
                </a:lnTo>
                <a:close/>
                <a:moveTo>
                  <a:pt x="337" y="172"/>
                </a:moveTo>
                <a:cubicBezTo>
                  <a:pt x="256" y="132"/>
                  <a:pt x="256" y="132"/>
                  <a:pt x="256" y="132"/>
                </a:cubicBezTo>
                <a:cubicBezTo>
                  <a:pt x="256" y="94"/>
                  <a:pt x="256" y="94"/>
                  <a:pt x="256" y="94"/>
                </a:cubicBezTo>
                <a:cubicBezTo>
                  <a:pt x="337" y="53"/>
                  <a:pt x="337" y="53"/>
                  <a:pt x="337" y="53"/>
                </a:cubicBezTo>
                <a:lnTo>
                  <a:pt x="337" y="172"/>
                </a:lnTo>
                <a:close/>
                <a:moveTo>
                  <a:pt x="216" y="32"/>
                </a:moveTo>
                <a:cubicBezTo>
                  <a:pt x="212" y="32"/>
                  <a:pt x="208" y="36"/>
                  <a:pt x="208" y="40"/>
                </a:cubicBezTo>
                <a:cubicBezTo>
                  <a:pt x="208" y="45"/>
                  <a:pt x="212" y="48"/>
                  <a:pt x="216" y="48"/>
                </a:cubicBezTo>
                <a:cubicBezTo>
                  <a:pt x="221" y="48"/>
                  <a:pt x="224" y="45"/>
                  <a:pt x="224" y="40"/>
                </a:cubicBezTo>
                <a:cubicBezTo>
                  <a:pt x="224" y="36"/>
                  <a:pt x="221" y="32"/>
                  <a:pt x="216" y="32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8" name="Freeform 18"/>
          <p:cNvSpPr>
            <a:spLocks noEditPoints="1"/>
          </p:cNvSpPr>
          <p:nvPr/>
        </p:nvSpPr>
        <p:spPr bwMode="auto">
          <a:xfrm>
            <a:off x="4150785" y="2116667"/>
            <a:ext cx="579967" cy="368300"/>
          </a:xfrm>
          <a:custGeom>
            <a:avLst/>
            <a:gdLst>
              <a:gd name="T0" fmla="*/ 185 w 353"/>
              <a:gd name="T1" fmla="*/ 177 h 225"/>
              <a:gd name="T2" fmla="*/ 185 w 353"/>
              <a:gd name="T3" fmla="*/ 97 h 225"/>
              <a:gd name="T4" fmla="*/ 153 w 353"/>
              <a:gd name="T5" fmla="*/ 161 h 225"/>
              <a:gd name="T6" fmla="*/ 128 w 353"/>
              <a:gd name="T7" fmla="*/ 137 h 225"/>
              <a:gd name="T8" fmla="*/ 48 w 353"/>
              <a:gd name="T9" fmla="*/ 137 h 225"/>
              <a:gd name="T10" fmla="*/ 185 w 353"/>
              <a:gd name="T11" fmla="*/ 113 h 225"/>
              <a:gd name="T12" fmla="*/ 185 w 353"/>
              <a:gd name="T13" fmla="*/ 161 h 225"/>
              <a:gd name="T14" fmla="*/ 185 w 353"/>
              <a:gd name="T15" fmla="*/ 113 h 225"/>
              <a:gd name="T16" fmla="*/ 112 w 353"/>
              <a:gd name="T17" fmla="*/ 137 h 225"/>
              <a:gd name="T18" fmla="*/ 64 w 353"/>
              <a:gd name="T19" fmla="*/ 137 h 225"/>
              <a:gd name="T20" fmla="*/ 233 w 353"/>
              <a:gd name="T21" fmla="*/ 32 h 225"/>
              <a:gd name="T22" fmla="*/ 233 w 353"/>
              <a:gd name="T23" fmla="*/ 48 h 225"/>
              <a:gd name="T24" fmla="*/ 233 w 353"/>
              <a:gd name="T25" fmla="*/ 32 h 225"/>
              <a:gd name="T26" fmla="*/ 193 w 353"/>
              <a:gd name="T27" fmla="*/ 40 h 225"/>
              <a:gd name="T28" fmla="*/ 209 w 353"/>
              <a:gd name="T29" fmla="*/ 40 h 225"/>
              <a:gd name="T30" fmla="*/ 345 w 353"/>
              <a:gd name="T31" fmla="*/ 32 h 225"/>
              <a:gd name="T32" fmla="*/ 341 w 353"/>
              <a:gd name="T33" fmla="*/ 33 h 225"/>
              <a:gd name="T34" fmla="*/ 273 w 353"/>
              <a:gd name="T35" fmla="*/ 32 h 225"/>
              <a:gd name="T36" fmla="*/ 32 w 353"/>
              <a:gd name="T37" fmla="*/ 0 h 225"/>
              <a:gd name="T38" fmla="*/ 0 w 353"/>
              <a:gd name="T39" fmla="*/ 193 h 225"/>
              <a:gd name="T40" fmla="*/ 241 w 353"/>
              <a:gd name="T41" fmla="*/ 225 h 225"/>
              <a:gd name="T42" fmla="*/ 273 w 353"/>
              <a:gd name="T43" fmla="*/ 158 h 225"/>
              <a:gd name="T44" fmla="*/ 342 w 353"/>
              <a:gd name="T45" fmla="*/ 192 h 225"/>
              <a:gd name="T46" fmla="*/ 353 w 353"/>
              <a:gd name="T47" fmla="*/ 185 h 225"/>
              <a:gd name="T48" fmla="*/ 345 w 353"/>
              <a:gd name="T49" fmla="*/ 32 h 225"/>
              <a:gd name="T50" fmla="*/ 241 w 353"/>
              <a:gd name="T51" fmla="*/ 209 h 225"/>
              <a:gd name="T52" fmla="*/ 16 w 353"/>
              <a:gd name="T53" fmla="*/ 193 h 225"/>
              <a:gd name="T54" fmla="*/ 257 w 353"/>
              <a:gd name="T55" fmla="*/ 81 h 225"/>
              <a:gd name="T56" fmla="*/ 257 w 353"/>
              <a:gd name="T57" fmla="*/ 65 h 225"/>
              <a:gd name="T58" fmla="*/ 16 w 353"/>
              <a:gd name="T59" fmla="*/ 32 h 225"/>
              <a:gd name="T60" fmla="*/ 241 w 353"/>
              <a:gd name="T61" fmla="*/ 16 h 225"/>
              <a:gd name="T62" fmla="*/ 257 w 353"/>
              <a:gd name="T63" fmla="*/ 65 h 225"/>
              <a:gd name="T64" fmla="*/ 273 w 353"/>
              <a:gd name="T65" fmla="*/ 140 h 225"/>
              <a:gd name="T66" fmla="*/ 305 w 353"/>
              <a:gd name="T67" fmla="*/ 69 h 225"/>
              <a:gd name="T68" fmla="*/ 337 w 353"/>
              <a:gd name="T69" fmla="*/ 172 h 225"/>
              <a:gd name="T70" fmla="*/ 321 w 353"/>
              <a:gd name="T71" fmla="*/ 61 h 225"/>
              <a:gd name="T72" fmla="*/ 337 w 353"/>
              <a:gd name="T73" fmla="*/ 172 h 2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353" h="225">
                <a:moveTo>
                  <a:pt x="88" y="177"/>
                </a:moveTo>
                <a:cubicBezTo>
                  <a:pt x="185" y="177"/>
                  <a:pt x="185" y="177"/>
                  <a:pt x="185" y="177"/>
                </a:cubicBezTo>
                <a:cubicBezTo>
                  <a:pt x="207" y="177"/>
                  <a:pt x="225" y="159"/>
                  <a:pt x="225" y="137"/>
                </a:cubicBezTo>
                <a:cubicBezTo>
                  <a:pt x="225" y="115"/>
                  <a:pt x="207" y="97"/>
                  <a:pt x="185" y="97"/>
                </a:cubicBezTo>
                <a:cubicBezTo>
                  <a:pt x="162" y="97"/>
                  <a:pt x="144" y="115"/>
                  <a:pt x="144" y="137"/>
                </a:cubicBezTo>
                <a:cubicBezTo>
                  <a:pt x="144" y="146"/>
                  <a:pt x="148" y="154"/>
                  <a:pt x="153" y="161"/>
                </a:cubicBezTo>
                <a:cubicBezTo>
                  <a:pt x="120" y="161"/>
                  <a:pt x="120" y="161"/>
                  <a:pt x="120" y="161"/>
                </a:cubicBezTo>
                <a:cubicBezTo>
                  <a:pt x="125" y="154"/>
                  <a:pt x="128" y="146"/>
                  <a:pt x="128" y="137"/>
                </a:cubicBezTo>
                <a:cubicBezTo>
                  <a:pt x="128" y="115"/>
                  <a:pt x="110" y="97"/>
                  <a:pt x="88" y="97"/>
                </a:cubicBezTo>
                <a:cubicBezTo>
                  <a:pt x="66" y="97"/>
                  <a:pt x="48" y="115"/>
                  <a:pt x="48" y="137"/>
                </a:cubicBezTo>
                <a:cubicBezTo>
                  <a:pt x="48" y="159"/>
                  <a:pt x="66" y="177"/>
                  <a:pt x="88" y="177"/>
                </a:cubicBezTo>
                <a:moveTo>
                  <a:pt x="185" y="113"/>
                </a:moveTo>
                <a:cubicBezTo>
                  <a:pt x="198" y="113"/>
                  <a:pt x="209" y="123"/>
                  <a:pt x="209" y="137"/>
                </a:cubicBezTo>
                <a:cubicBezTo>
                  <a:pt x="209" y="150"/>
                  <a:pt x="198" y="161"/>
                  <a:pt x="185" y="161"/>
                </a:cubicBezTo>
                <a:cubicBezTo>
                  <a:pt x="171" y="161"/>
                  <a:pt x="160" y="150"/>
                  <a:pt x="160" y="137"/>
                </a:cubicBezTo>
                <a:cubicBezTo>
                  <a:pt x="160" y="123"/>
                  <a:pt x="171" y="113"/>
                  <a:pt x="185" y="113"/>
                </a:cubicBezTo>
                <a:moveTo>
                  <a:pt x="88" y="113"/>
                </a:moveTo>
                <a:cubicBezTo>
                  <a:pt x="102" y="113"/>
                  <a:pt x="112" y="123"/>
                  <a:pt x="112" y="137"/>
                </a:cubicBezTo>
                <a:cubicBezTo>
                  <a:pt x="112" y="150"/>
                  <a:pt x="102" y="161"/>
                  <a:pt x="88" y="161"/>
                </a:cubicBezTo>
                <a:cubicBezTo>
                  <a:pt x="75" y="161"/>
                  <a:pt x="64" y="150"/>
                  <a:pt x="64" y="137"/>
                </a:cubicBezTo>
                <a:cubicBezTo>
                  <a:pt x="64" y="123"/>
                  <a:pt x="75" y="113"/>
                  <a:pt x="88" y="113"/>
                </a:cubicBezTo>
                <a:moveTo>
                  <a:pt x="233" y="32"/>
                </a:moveTo>
                <a:cubicBezTo>
                  <a:pt x="228" y="32"/>
                  <a:pt x="225" y="36"/>
                  <a:pt x="225" y="40"/>
                </a:cubicBezTo>
                <a:cubicBezTo>
                  <a:pt x="225" y="45"/>
                  <a:pt x="228" y="48"/>
                  <a:pt x="233" y="48"/>
                </a:cubicBezTo>
                <a:cubicBezTo>
                  <a:pt x="237" y="48"/>
                  <a:pt x="241" y="45"/>
                  <a:pt x="241" y="40"/>
                </a:cubicBezTo>
                <a:cubicBezTo>
                  <a:pt x="241" y="36"/>
                  <a:pt x="237" y="32"/>
                  <a:pt x="233" y="32"/>
                </a:cubicBezTo>
                <a:moveTo>
                  <a:pt x="201" y="32"/>
                </a:moveTo>
                <a:cubicBezTo>
                  <a:pt x="196" y="32"/>
                  <a:pt x="193" y="36"/>
                  <a:pt x="193" y="40"/>
                </a:cubicBezTo>
                <a:cubicBezTo>
                  <a:pt x="193" y="45"/>
                  <a:pt x="196" y="48"/>
                  <a:pt x="201" y="48"/>
                </a:cubicBezTo>
                <a:cubicBezTo>
                  <a:pt x="205" y="48"/>
                  <a:pt x="209" y="45"/>
                  <a:pt x="209" y="40"/>
                </a:cubicBezTo>
                <a:cubicBezTo>
                  <a:pt x="209" y="36"/>
                  <a:pt x="205" y="32"/>
                  <a:pt x="201" y="32"/>
                </a:cubicBezTo>
                <a:moveTo>
                  <a:pt x="345" y="32"/>
                </a:moveTo>
                <a:cubicBezTo>
                  <a:pt x="344" y="32"/>
                  <a:pt x="343" y="33"/>
                  <a:pt x="342" y="33"/>
                </a:cubicBezTo>
                <a:cubicBezTo>
                  <a:pt x="341" y="33"/>
                  <a:pt x="341" y="33"/>
                  <a:pt x="341" y="33"/>
                </a:cubicBezTo>
                <a:cubicBezTo>
                  <a:pt x="273" y="68"/>
                  <a:pt x="273" y="68"/>
                  <a:pt x="273" y="68"/>
                </a:cubicBezTo>
                <a:cubicBezTo>
                  <a:pt x="273" y="32"/>
                  <a:pt x="273" y="32"/>
                  <a:pt x="273" y="32"/>
                </a:cubicBezTo>
                <a:cubicBezTo>
                  <a:pt x="273" y="15"/>
                  <a:pt x="258" y="0"/>
                  <a:pt x="241" y="0"/>
                </a:cubicBez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5"/>
                  <a:pt x="0" y="32"/>
                </a:cubicBezTo>
                <a:cubicBezTo>
                  <a:pt x="0" y="193"/>
                  <a:pt x="0" y="193"/>
                  <a:pt x="0" y="193"/>
                </a:cubicBezTo>
                <a:cubicBezTo>
                  <a:pt x="0" y="211"/>
                  <a:pt x="14" y="225"/>
                  <a:pt x="32" y="225"/>
                </a:cubicBezTo>
                <a:cubicBezTo>
                  <a:pt x="241" y="225"/>
                  <a:pt x="241" y="225"/>
                  <a:pt x="241" y="225"/>
                </a:cubicBezTo>
                <a:cubicBezTo>
                  <a:pt x="258" y="225"/>
                  <a:pt x="273" y="211"/>
                  <a:pt x="273" y="193"/>
                </a:cubicBezTo>
                <a:cubicBezTo>
                  <a:pt x="273" y="158"/>
                  <a:pt x="273" y="158"/>
                  <a:pt x="273" y="158"/>
                </a:cubicBezTo>
                <a:cubicBezTo>
                  <a:pt x="341" y="192"/>
                  <a:pt x="341" y="192"/>
                  <a:pt x="341" y="192"/>
                </a:cubicBezTo>
                <a:cubicBezTo>
                  <a:pt x="342" y="192"/>
                  <a:pt x="342" y="192"/>
                  <a:pt x="342" y="192"/>
                </a:cubicBezTo>
                <a:cubicBezTo>
                  <a:pt x="343" y="193"/>
                  <a:pt x="344" y="193"/>
                  <a:pt x="345" y="193"/>
                </a:cubicBezTo>
                <a:cubicBezTo>
                  <a:pt x="350" y="193"/>
                  <a:pt x="353" y="189"/>
                  <a:pt x="353" y="185"/>
                </a:cubicBezTo>
                <a:cubicBezTo>
                  <a:pt x="353" y="40"/>
                  <a:pt x="353" y="40"/>
                  <a:pt x="353" y="40"/>
                </a:cubicBezTo>
                <a:cubicBezTo>
                  <a:pt x="353" y="36"/>
                  <a:pt x="350" y="32"/>
                  <a:pt x="345" y="32"/>
                </a:cubicBezTo>
                <a:moveTo>
                  <a:pt x="257" y="193"/>
                </a:moveTo>
                <a:cubicBezTo>
                  <a:pt x="257" y="202"/>
                  <a:pt x="250" y="209"/>
                  <a:pt x="241" y="209"/>
                </a:cubicBezTo>
                <a:cubicBezTo>
                  <a:pt x="32" y="209"/>
                  <a:pt x="32" y="209"/>
                  <a:pt x="32" y="209"/>
                </a:cubicBezTo>
                <a:cubicBezTo>
                  <a:pt x="23" y="209"/>
                  <a:pt x="16" y="202"/>
                  <a:pt x="16" y="193"/>
                </a:cubicBezTo>
                <a:cubicBezTo>
                  <a:pt x="16" y="81"/>
                  <a:pt x="16" y="81"/>
                  <a:pt x="16" y="81"/>
                </a:cubicBezTo>
                <a:cubicBezTo>
                  <a:pt x="257" y="81"/>
                  <a:pt x="257" y="81"/>
                  <a:pt x="257" y="81"/>
                </a:cubicBezTo>
                <a:lnTo>
                  <a:pt x="257" y="193"/>
                </a:lnTo>
                <a:close/>
                <a:moveTo>
                  <a:pt x="257" y="65"/>
                </a:moveTo>
                <a:cubicBezTo>
                  <a:pt x="16" y="65"/>
                  <a:pt x="16" y="65"/>
                  <a:pt x="16" y="65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4"/>
                  <a:pt x="23" y="16"/>
                  <a:pt x="32" y="16"/>
                </a:cubicBezTo>
                <a:cubicBezTo>
                  <a:pt x="241" y="16"/>
                  <a:pt x="241" y="16"/>
                  <a:pt x="241" y="16"/>
                </a:cubicBezTo>
                <a:cubicBezTo>
                  <a:pt x="250" y="16"/>
                  <a:pt x="257" y="24"/>
                  <a:pt x="257" y="32"/>
                </a:cubicBezTo>
                <a:lnTo>
                  <a:pt x="257" y="65"/>
                </a:lnTo>
                <a:close/>
                <a:moveTo>
                  <a:pt x="305" y="156"/>
                </a:moveTo>
                <a:cubicBezTo>
                  <a:pt x="273" y="140"/>
                  <a:pt x="273" y="140"/>
                  <a:pt x="273" y="140"/>
                </a:cubicBezTo>
                <a:cubicBezTo>
                  <a:pt x="273" y="86"/>
                  <a:pt x="273" y="86"/>
                  <a:pt x="273" y="86"/>
                </a:cubicBezTo>
                <a:cubicBezTo>
                  <a:pt x="305" y="69"/>
                  <a:pt x="305" y="69"/>
                  <a:pt x="305" y="69"/>
                </a:cubicBezTo>
                <a:lnTo>
                  <a:pt x="305" y="156"/>
                </a:lnTo>
                <a:close/>
                <a:moveTo>
                  <a:pt x="337" y="172"/>
                </a:moveTo>
                <a:cubicBezTo>
                  <a:pt x="321" y="164"/>
                  <a:pt x="321" y="164"/>
                  <a:pt x="321" y="164"/>
                </a:cubicBezTo>
                <a:cubicBezTo>
                  <a:pt x="321" y="61"/>
                  <a:pt x="321" y="61"/>
                  <a:pt x="321" y="61"/>
                </a:cubicBezTo>
                <a:cubicBezTo>
                  <a:pt x="337" y="53"/>
                  <a:pt x="337" y="53"/>
                  <a:pt x="337" y="53"/>
                </a:cubicBezTo>
                <a:lnTo>
                  <a:pt x="337" y="172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9" name="Freeform 19"/>
          <p:cNvSpPr>
            <a:spLocks noEditPoints="1"/>
          </p:cNvSpPr>
          <p:nvPr/>
        </p:nvSpPr>
        <p:spPr bwMode="auto">
          <a:xfrm>
            <a:off x="5255684" y="2116667"/>
            <a:ext cx="577851" cy="368300"/>
          </a:xfrm>
          <a:custGeom>
            <a:avLst/>
            <a:gdLst>
              <a:gd name="T0" fmla="*/ 209 w 353"/>
              <a:gd name="T1" fmla="*/ 0 h 225"/>
              <a:gd name="T2" fmla="*/ 32 w 353"/>
              <a:gd name="T3" fmla="*/ 0 h 225"/>
              <a:gd name="T4" fmla="*/ 0 w 353"/>
              <a:gd name="T5" fmla="*/ 32 h 225"/>
              <a:gd name="T6" fmla="*/ 0 w 353"/>
              <a:gd name="T7" fmla="*/ 193 h 225"/>
              <a:gd name="T8" fmla="*/ 32 w 353"/>
              <a:gd name="T9" fmla="*/ 225 h 225"/>
              <a:gd name="T10" fmla="*/ 209 w 353"/>
              <a:gd name="T11" fmla="*/ 225 h 225"/>
              <a:gd name="T12" fmla="*/ 241 w 353"/>
              <a:gd name="T13" fmla="*/ 193 h 225"/>
              <a:gd name="T14" fmla="*/ 241 w 353"/>
              <a:gd name="T15" fmla="*/ 32 h 225"/>
              <a:gd name="T16" fmla="*/ 209 w 353"/>
              <a:gd name="T17" fmla="*/ 0 h 225"/>
              <a:gd name="T18" fmla="*/ 225 w 353"/>
              <a:gd name="T19" fmla="*/ 193 h 225"/>
              <a:gd name="T20" fmla="*/ 209 w 353"/>
              <a:gd name="T21" fmla="*/ 209 h 225"/>
              <a:gd name="T22" fmla="*/ 32 w 353"/>
              <a:gd name="T23" fmla="*/ 209 h 225"/>
              <a:gd name="T24" fmla="*/ 16 w 353"/>
              <a:gd name="T25" fmla="*/ 193 h 225"/>
              <a:gd name="T26" fmla="*/ 16 w 353"/>
              <a:gd name="T27" fmla="*/ 32 h 225"/>
              <a:gd name="T28" fmla="*/ 32 w 353"/>
              <a:gd name="T29" fmla="*/ 16 h 225"/>
              <a:gd name="T30" fmla="*/ 209 w 353"/>
              <a:gd name="T31" fmla="*/ 16 h 225"/>
              <a:gd name="T32" fmla="*/ 225 w 353"/>
              <a:gd name="T33" fmla="*/ 32 h 225"/>
              <a:gd name="T34" fmla="*/ 225 w 353"/>
              <a:gd name="T35" fmla="*/ 193 h 225"/>
              <a:gd name="T36" fmla="*/ 345 w 353"/>
              <a:gd name="T37" fmla="*/ 32 h 225"/>
              <a:gd name="T38" fmla="*/ 342 w 353"/>
              <a:gd name="T39" fmla="*/ 33 h 225"/>
              <a:gd name="T40" fmla="*/ 342 w 353"/>
              <a:gd name="T41" fmla="*/ 33 h 225"/>
              <a:gd name="T42" fmla="*/ 262 w 353"/>
              <a:gd name="T43" fmla="*/ 65 h 225"/>
              <a:gd name="T44" fmla="*/ 262 w 353"/>
              <a:gd name="T45" fmla="*/ 65 h 225"/>
              <a:gd name="T46" fmla="*/ 262 w 353"/>
              <a:gd name="T47" fmla="*/ 65 h 225"/>
              <a:gd name="T48" fmla="*/ 262 w 353"/>
              <a:gd name="T49" fmla="*/ 65 h 225"/>
              <a:gd name="T50" fmla="*/ 257 w 353"/>
              <a:gd name="T51" fmla="*/ 73 h 225"/>
              <a:gd name="T52" fmla="*/ 257 w 353"/>
              <a:gd name="T53" fmla="*/ 153 h 225"/>
              <a:gd name="T54" fmla="*/ 262 w 353"/>
              <a:gd name="T55" fmla="*/ 160 h 225"/>
              <a:gd name="T56" fmla="*/ 262 w 353"/>
              <a:gd name="T57" fmla="*/ 160 h 225"/>
              <a:gd name="T58" fmla="*/ 262 w 353"/>
              <a:gd name="T59" fmla="*/ 160 h 225"/>
              <a:gd name="T60" fmla="*/ 262 w 353"/>
              <a:gd name="T61" fmla="*/ 160 h 225"/>
              <a:gd name="T62" fmla="*/ 342 w 353"/>
              <a:gd name="T63" fmla="*/ 192 h 225"/>
              <a:gd name="T64" fmla="*/ 342 w 353"/>
              <a:gd name="T65" fmla="*/ 192 h 225"/>
              <a:gd name="T66" fmla="*/ 345 w 353"/>
              <a:gd name="T67" fmla="*/ 193 h 225"/>
              <a:gd name="T68" fmla="*/ 353 w 353"/>
              <a:gd name="T69" fmla="*/ 185 h 225"/>
              <a:gd name="T70" fmla="*/ 353 w 353"/>
              <a:gd name="T71" fmla="*/ 40 h 225"/>
              <a:gd name="T72" fmla="*/ 345 w 353"/>
              <a:gd name="T73" fmla="*/ 32 h 225"/>
              <a:gd name="T74" fmla="*/ 337 w 353"/>
              <a:gd name="T75" fmla="*/ 173 h 225"/>
              <a:gd name="T76" fmla="*/ 273 w 353"/>
              <a:gd name="T77" fmla="*/ 147 h 225"/>
              <a:gd name="T78" fmla="*/ 273 w 353"/>
              <a:gd name="T79" fmla="*/ 78 h 225"/>
              <a:gd name="T80" fmla="*/ 337 w 353"/>
              <a:gd name="T81" fmla="*/ 52 h 225"/>
              <a:gd name="T82" fmla="*/ 337 w 353"/>
              <a:gd name="T83" fmla="*/ 173 h 2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353" h="225">
                <a:moveTo>
                  <a:pt x="209" y="0"/>
                </a:moveTo>
                <a:cubicBezTo>
                  <a:pt x="32" y="0"/>
                  <a:pt x="32" y="0"/>
                  <a:pt x="32" y="0"/>
                </a:cubicBezTo>
                <a:cubicBezTo>
                  <a:pt x="15" y="0"/>
                  <a:pt x="0" y="15"/>
                  <a:pt x="0" y="32"/>
                </a:cubicBezTo>
                <a:cubicBezTo>
                  <a:pt x="0" y="193"/>
                  <a:pt x="0" y="193"/>
                  <a:pt x="0" y="193"/>
                </a:cubicBezTo>
                <a:cubicBezTo>
                  <a:pt x="0" y="211"/>
                  <a:pt x="15" y="225"/>
                  <a:pt x="32" y="225"/>
                </a:cubicBezTo>
                <a:cubicBezTo>
                  <a:pt x="209" y="225"/>
                  <a:pt x="209" y="225"/>
                  <a:pt x="209" y="225"/>
                </a:cubicBezTo>
                <a:cubicBezTo>
                  <a:pt x="227" y="225"/>
                  <a:pt x="241" y="211"/>
                  <a:pt x="241" y="193"/>
                </a:cubicBezTo>
                <a:cubicBezTo>
                  <a:pt x="241" y="32"/>
                  <a:pt x="241" y="32"/>
                  <a:pt x="241" y="32"/>
                </a:cubicBezTo>
                <a:cubicBezTo>
                  <a:pt x="241" y="15"/>
                  <a:pt x="227" y="0"/>
                  <a:pt x="209" y="0"/>
                </a:cubicBezTo>
                <a:moveTo>
                  <a:pt x="225" y="193"/>
                </a:moveTo>
                <a:cubicBezTo>
                  <a:pt x="225" y="202"/>
                  <a:pt x="218" y="209"/>
                  <a:pt x="209" y="209"/>
                </a:cubicBezTo>
                <a:cubicBezTo>
                  <a:pt x="32" y="209"/>
                  <a:pt x="32" y="209"/>
                  <a:pt x="32" y="209"/>
                </a:cubicBezTo>
                <a:cubicBezTo>
                  <a:pt x="23" y="209"/>
                  <a:pt x="16" y="202"/>
                  <a:pt x="16" y="193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4"/>
                  <a:pt x="23" y="16"/>
                  <a:pt x="32" y="16"/>
                </a:cubicBezTo>
                <a:cubicBezTo>
                  <a:pt x="209" y="16"/>
                  <a:pt x="209" y="16"/>
                  <a:pt x="209" y="16"/>
                </a:cubicBezTo>
                <a:cubicBezTo>
                  <a:pt x="218" y="16"/>
                  <a:pt x="225" y="24"/>
                  <a:pt x="225" y="32"/>
                </a:cubicBezTo>
                <a:lnTo>
                  <a:pt x="225" y="193"/>
                </a:lnTo>
                <a:close/>
                <a:moveTo>
                  <a:pt x="345" y="32"/>
                </a:moveTo>
                <a:cubicBezTo>
                  <a:pt x="344" y="32"/>
                  <a:pt x="343" y="33"/>
                  <a:pt x="342" y="33"/>
                </a:cubicBezTo>
                <a:cubicBezTo>
                  <a:pt x="342" y="33"/>
                  <a:pt x="342" y="33"/>
                  <a:pt x="342" y="33"/>
                </a:cubicBezTo>
                <a:cubicBezTo>
                  <a:pt x="262" y="65"/>
                  <a:pt x="262" y="65"/>
                  <a:pt x="262" y="65"/>
                </a:cubicBezTo>
                <a:cubicBezTo>
                  <a:pt x="262" y="65"/>
                  <a:pt x="262" y="65"/>
                  <a:pt x="262" y="65"/>
                </a:cubicBezTo>
                <a:cubicBezTo>
                  <a:pt x="262" y="65"/>
                  <a:pt x="262" y="65"/>
                  <a:pt x="262" y="65"/>
                </a:cubicBezTo>
                <a:cubicBezTo>
                  <a:pt x="262" y="65"/>
                  <a:pt x="262" y="65"/>
                  <a:pt x="262" y="65"/>
                </a:cubicBezTo>
                <a:cubicBezTo>
                  <a:pt x="259" y="67"/>
                  <a:pt x="257" y="69"/>
                  <a:pt x="257" y="73"/>
                </a:cubicBezTo>
                <a:cubicBezTo>
                  <a:pt x="257" y="153"/>
                  <a:pt x="257" y="153"/>
                  <a:pt x="257" y="153"/>
                </a:cubicBezTo>
                <a:cubicBezTo>
                  <a:pt x="257" y="156"/>
                  <a:pt x="259" y="159"/>
                  <a:pt x="262" y="160"/>
                </a:cubicBezTo>
                <a:cubicBezTo>
                  <a:pt x="262" y="160"/>
                  <a:pt x="262" y="160"/>
                  <a:pt x="262" y="160"/>
                </a:cubicBezTo>
                <a:cubicBezTo>
                  <a:pt x="262" y="160"/>
                  <a:pt x="262" y="160"/>
                  <a:pt x="262" y="160"/>
                </a:cubicBezTo>
                <a:cubicBezTo>
                  <a:pt x="262" y="160"/>
                  <a:pt x="262" y="160"/>
                  <a:pt x="262" y="160"/>
                </a:cubicBezTo>
                <a:cubicBezTo>
                  <a:pt x="342" y="192"/>
                  <a:pt x="342" y="192"/>
                  <a:pt x="342" y="192"/>
                </a:cubicBezTo>
                <a:cubicBezTo>
                  <a:pt x="342" y="192"/>
                  <a:pt x="342" y="192"/>
                  <a:pt x="342" y="192"/>
                </a:cubicBezTo>
                <a:cubicBezTo>
                  <a:pt x="343" y="193"/>
                  <a:pt x="344" y="193"/>
                  <a:pt x="345" y="193"/>
                </a:cubicBezTo>
                <a:cubicBezTo>
                  <a:pt x="350" y="193"/>
                  <a:pt x="353" y="189"/>
                  <a:pt x="353" y="185"/>
                </a:cubicBezTo>
                <a:cubicBezTo>
                  <a:pt x="353" y="40"/>
                  <a:pt x="353" y="40"/>
                  <a:pt x="353" y="40"/>
                </a:cubicBezTo>
                <a:cubicBezTo>
                  <a:pt x="353" y="36"/>
                  <a:pt x="350" y="32"/>
                  <a:pt x="345" y="32"/>
                </a:cubicBezTo>
                <a:moveTo>
                  <a:pt x="337" y="173"/>
                </a:moveTo>
                <a:cubicBezTo>
                  <a:pt x="273" y="147"/>
                  <a:pt x="273" y="147"/>
                  <a:pt x="273" y="147"/>
                </a:cubicBezTo>
                <a:cubicBezTo>
                  <a:pt x="273" y="78"/>
                  <a:pt x="273" y="78"/>
                  <a:pt x="273" y="78"/>
                </a:cubicBezTo>
                <a:cubicBezTo>
                  <a:pt x="337" y="52"/>
                  <a:pt x="337" y="52"/>
                  <a:pt x="337" y="52"/>
                </a:cubicBezTo>
                <a:lnTo>
                  <a:pt x="337" y="173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0" name="Freeform 20"/>
          <p:cNvSpPr>
            <a:spLocks noEditPoints="1"/>
          </p:cNvSpPr>
          <p:nvPr/>
        </p:nvSpPr>
        <p:spPr bwMode="auto">
          <a:xfrm>
            <a:off x="6360584" y="2038351"/>
            <a:ext cx="577851" cy="524933"/>
          </a:xfrm>
          <a:custGeom>
            <a:avLst/>
            <a:gdLst>
              <a:gd name="T0" fmla="*/ 96 w 353"/>
              <a:gd name="T1" fmla="*/ 64 h 321"/>
              <a:gd name="T2" fmla="*/ 64 w 353"/>
              <a:gd name="T3" fmla="*/ 64 h 321"/>
              <a:gd name="T4" fmla="*/ 192 w 353"/>
              <a:gd name="T5" fmla="*/ 80 h 321"/>
              <a:gd name="T6" fmla="*/ 192 w 353"/>
              <a:gd name="T7" fmla="*/ 48 h 321"/>
              <a:gd name="T8" fmla="*/ 192 w 353"/>
              <a:gd name="T9" fmla="*/ 80 h 321"/>
              <a:gd name="T10" fmla="*/ 341 w 353"/>
              <a:gd name="T11" fmla="*/ 146 h 321"/>
              <a:gd name="T12" fmla="*/ 273 w 353"/>
              <a:gd name="T13" fmla="*/ 173 h 321"/>
              <a:gd name="T14" fmla="*/ 240 w 353"/>
              <a:gd name="T15" fmla="*/ 113 h 321"/>
              <a:gd name="T16" fmla="*/ 256 w 353"/>
              <a:gd name="T17" fmla="*/ 64 h 321"/>
              <a:gd name="T18" fmla="*/ 136 w 353"/>
              <a:gd name="T19" fmla="*/ 33 h 321"/>
              <a:gd name="T20" fmla="*/ 16 w 353"/>
              <a:gd name="T21" fmla="*/ 64 h 321"/>
              <a:gd name="T22" fmla="*/ 32 w 353"/>
              <a:gd name="T23" fmla="*/ 113 h 321"/>
              <a:gd name="T24" fmla="*/ 0 w 353"/>
              <a:gd name="T25" fmla="*/ 289 h 321"/>
              <a:gd name="T26" fmla="*/ 240 w 353"/>
              <a:gd name="T27" fmla="*/ 321 h 321"/>
              <a:gd name="T28" fmla="*/ 273 w 353"/>
              <a:gd name="T29" fmla="*/ 261 h 321"/>
              <a:gd name="T30" fmla="*/ 341 w 353"/>
              <a:gd name="T31" fmla="*/ 288 h 321"/>
              <a:gd name="T32" fmla="*/ 353 w 353"/>
              <a:gd name="T33" fmla="*/ 281 h 321"/>
              <a:gd name="T34" fmla="*/ 345 w 353"/>
              <a:gd name="T35" fmla="*/ 145 h 321"/>
              <a:gd name="T36" fmla="*/ 240 w 353"/>
              <a:gd name="T37" fmla="*/ 64 h 321"/>
              <a:gd name="T38" fmla="*/ 144 w 353"/>
              <a:gd name="T39" fmla="*/ 64 h 321"/>
              <a:gd name="T40" fmla="*/ 150 w 353"/>
              <a:gd name="T41" fmla="*/ 113 h 321"/>
              <a:gd name="T42" fmla="*/ 136 w 353"/>
              <a:gd name="T43" fmla="*/ 95 h 321"/>
              <a:gd name="T44" fmla="*/ 32 w 353"/>
              <a:gd name="T45" fmla="*/ 64 h 321"/>
              <a:gd name="T46" fmla="*/ 128 w 353"/>
              <a:gd name="T47" fmla="*/ 64 h 321"/>
              <a:gd name="T48" fmla="*/ 32 w 353"/>
              <a:gd name="T49" fmla="*/ 64 h 321"/>
              <a:gd name="T50" fmla="*/ 240 w 353"/>
              <a:gd name="T51" fmla="*/ 305 h 321"/>
              <a:gd name="T52" fmla="*/ 16 w 353"/>
              <a:gd name="T53" fmla="*/ 289 h 321"/>
              <a:gd name="T54" fmla="*/ 32 w 353"/>
              <a:gd name="T55" fmla="*/ 129 h 321"/>
              <a:gd name="T56" fmla="*/ 256 w 353"/>
              <a:gd name="T57" fmla="*/ 145 h 321"/>
              <a:gd name="T58" fmla="*/ 337 w 353"/>
              <a:gd name="T59" fmla="*/ 269 h 321"/>
              <a:gd name="T60" fmla="*/ 273 w 353"/>
              <a:gd name="T61" fmla="*/ 190 h 321"/>
              <a:gd name="T62" fmla="*/ 337 w 353"/>
              <a:gd name="T63" fmla="*/ 269 h 321"/>
              <a:gd name="T64" fmla="*/ 40 w 353"/>
              <a:gd name="T65" fmla="*/ 273 h 321"/>
              <a:gd name="T66" fmla="*/ 40 w 353"/>
              <a:gd name="T67" fmla="*/ 289 h 321"/>
              <a:gd name="T68" fmla="*/ 240 w 353"/>
              <a:gd name="T69" fmla="*/ 281 h 321"/>
              <a:gd name="T70" fmla="*/ 56 w 353"/>
              <a:gd name="T71" fmla="*/ 193 h 321"/>
              <a:gd name="T72" fmla="*/ 56 w 353"/>
              <a:gd name="T73" fmla="*/ 145 h 321"/>
              <a:gd name="T74" fmla="*/ 56 w 353"/>
              <a:gd name="T75" fmla="*/ 193 h 321"/>
              <a:gd name="T76" fmla="*/ 64 w 353"/>
              <a:gd name="T77" fmla="*/ 169 h 321"/>
              <a:gd name="T78" fmla="*/ 48 w 353"/>
              <a:gd name="T79" fmla="*/ 169 h 321"/>
              <a:gd name="T80" fmla="*/ 104 w 353"/>
              <a:gd name="T81" fmla="*/ 161 h 321"/>
              <a:gd name="T82" fmla="*/ 104 w 353"/>
              <a:gd name="T83" fmla="*/ 145 h 321"/>
              <a:gd name="T84" fmla="*/ 104 w 353"/>
              <a:gd name="T85" fmla="*/ 161 h 3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353" h="321">
                <a:moveTo>
                  <a:pt x="80" y="80"/>
                </a:moveTo>
                <a:cubicBezTo>
                  <a:pt x="89" y="80"/>
                  <a:pt x="96" y="73"/>
                  <a:pt x="96" y="64"/>
                </a:cubicBezTo>
                <a:cubicBezTo>
                  <a:pt x="96" y="55"/>
                  <a:pt x="89" y="48"/>
                  <a:pt x="80" y="48"/>
                </a:cubicBezTo>
                <a:cubicBezTo>
                  <a:pt x="71" y="48"/>
                  <a:pt x="64" y="55"/>
                  <a:pt x="64" y="64"/>
                </a:cubicBezTo>
                <a:cubicBezTo>
                  <a:pt x="64" y="73"/>
                  <a:pt x="71" y="80"/>
                  <a:pt x="80" y="80"/>
                </a:cubicBezTo>
                <a:moveTo>
                  <a:pt x="192" y="80"/>
                </a:moveTo>
                <a:cubicBezTo>
                  <a:pt x="201" y="80"/>
                  <a:pt x="208" y="73"/>
                  <a:pt x="208" y="64"/>
                </a:cubicBezTo>
                <a:cubicBezTo>
                  <a:pt x="208" y="55"/>
                  <a:pt x="201" y="48"/>
                  <a:pt x="192" y="48"/>
                </a:cubicBezTo>
                <a:cubicBezTo>
                  <a:pt x="183" y="48"/>
                  <a:pt x="176" y="55"/>
                  <a:pt x="176" y="64"/>
                </a:cubicBezTo>
                <a:cubicBezTo>
                  <a:pt x="176" y="73"/>
                  <a:pt x="183" y="80"/>
                  <a:pt x="192" y="80"/>
                </a:cubicBezTo>
                <a:moveTo>
                  <a:pt x="345" y="145"/>
                </a:moveTo>
                <a:cubicBezTo>
                  <a:pt x="343" y="145"/>
                  <a:pt x="342" y="145"/>
                  <a:pt x="341" y="146"/>
                </a:cubicBezTo>
                <a:cubicBezTo>
                  <a:pt x="341" y="145"/>
                  <a:pt x="341" y="145"/>
                  <a:pt x="341" y="145"/>
                </a:cubicBezTo>
                <a:cubicBezTo>
                  <a:pt x="273" y="173"/>
                  <a:pt x="273" y="173"/>
                  <a:pt x="273" y="173"/>
                </a:cubicBezTo>
                <a:cubicBezTo>
                  <a:pt x="273" y="145"/>
                  <a:pt x="273" y="145"/>
                  <a:pt x="273" y="145"/>
                </a:cubicBezTo>
                <a:cubicBezTo>
                  <a:pt x="273" y="127"/>
                  <a:pt x="258" y="113"/>
                  <a:pt x="240" y="113"/>
                </a:cubicBezTo>
                <a:cubicBezTo>
                  <a:pt x="235" y="113"/>
                  <a:pt x="235" y="113"/>
                  <a:pt x="235" y="113"/>
                </a:cubicBezTo>
                <a:cubicBezTo>
                  <a:pt x="248" y="101"/>
                  <a:pt x="256" y="84"/>
                  <a:pt x="256" y="64"/>
                </a:cubicBezTo>
                <a:cubicBezTo>
                  <a:pt x="256" y="29"/>
                  <a:pt x="228" y="0"/>
                  <a:pt x="192" y="0"/>
                </a:cubicBezTo>
                <a:cubicBezTo>
                  <a:pt x="168" y="0"/>
                  <a:pt x="147" y="14"/>
                  <a:pt x="136" y="33"/>
                </a:cubicBezTo>
                <a:cubicBezTo>
                  <a:pt x="125" y="14"/>
                  <a:pt x="104" y="0"/>
                  <a:pt x="80" y="0"/>
                </a:cubicBezTo>
                <a:cubicBezTo>
                  <a:pt x="44" y="0"/>
                  <a:pt x="16" y="29"/>
                  <a:pt x="16" y="64"/>
                </a:cubicBezTo>
                <a:cubicBezTo>
                  <a:pt x="16" y="84"/>
                  <a:pt x="24" y="101"/>
                  <a:pt x="37" y="113"/>
                </a:cubicBezTo>
                <a:cubicBezTo>
                  <a:pt x="32" y="113"/>
                  <a:pt x="32" y="113"/>
                  <a:pt x="32" y="113"/>
                </a:cubicBezTo>
                <a:cubicBezTo>
                  <a:pt x="14" y="113"/>
                  <a:pt x="0" y="127"/>
                  <a:pt x="0" y="145"/>
                </a:cubicBezTo>
                <a:cubicBezTo>
                  <a:pt x="0" y="289"/>
                  <a:pt x="0" y="289"/>
                  <a:pt x="0" y="289"/>
                </a:cubicBezTo>
                <a:cubicBezTo>
                  <a:pt x="0" y="307"/>
                  <a:pt x="14" y="321"/>
                  <a:pt x="32" y="321"/>
                </a:cubicBezTo>
                <a:cubicBezTo>
                  <a:pt x="240" y="321"/>
                  <a:pt x="240" y="321"/>
                  <a:pt x="240" y="321"/>
                </a:cubicBezTo>
                <a:cubicBezTo>
                  <a:pt x="258" y="321"/>
                  <a:pt x="273" y="307"/>
                  <a:pt x="273" y="289"/>
                </a:cubicBezTo>
                <a:cubicBezTo>
                  <a:pt x="273" y="261"/>
                  <a:pt x="273" y="261"/>
                  <a:pt x="273" y="261"/>
                </a:cubicBezTo>
                <a:cubicBezTo>
                  <a:pt x="341" y="288"/>
                  <a:pt x="341" y="288"/>
                  <a:pt x="341" y="288"/>
                </a:cubicBezTo>
                <a:cubicBezTo>
                  <a:pt x="341" y="288"/>
                  <a:pt x="341" y="288"/>
                  <a:pt x="341" y="288"/>
                </a:cubicBezTo>
                <a:cubicBezTo>
                  <a:pt x="342" y="289"/>
                  <a:pt x="343" y="289"/>
                  <a:pt x="345" y="289"/>
                </a:cubicBezTo>
                <a:cubicBezTo>
                  <a:pt x="349" y="289"/>
                  <a:pt x="353" y="286"/>
                  <a:pt x="353" y="281"/>
                </a:cubicBezTo>
                <a:cubicBezTo>
                  <a:pt x="353" y="153"/>
                  <a:pt x="353" y="153"/>
                  <a:pt x="353" y="153"/>
                </a:cubicBezTo>
                <a:cubicBezTo>
                  <a:pt x="353" y="148"/>
                  <a:pt x="349" y="145"/>
                  <a:pt x="345" y="145"/>
                </a:cubicBezTo>
                <a:moveTo>
                  <a:pt x="192" y="16"/>
                </a:moveTo>
                <a:cubicBezTo>
                  <a:pt x="219" y="16"/>
                  <a:pt x="240" y="38"/>
                  <a:pt x="240" y="64"/>
                </a:cubicBezTo>
                <a:cubicBezTo>
                  <a:pt x="240" y="91"/>
                  <a:pt x="219" y="113"/>
                  <a:pt x="192" y="113"/>
                </a:cubicBezTo>
                <a:cubicBezTo>
                  <a:pt x="166" y="113"/>
                  <a:pt x="144" y="91"/>
                  <a:pt x="144" y="64"/>
                </a:cubicBezTo>
                <a:cubicBezTo>
                  <a:pt x="144" y="38"/>
                  <a:pt x="166" y="16"/>
                  <a:pt x="192" y="16"/>
                </a:cubicBezTo>
                <a:moveTo>
                  <a:pt x="150" y="113"/>
                </a:moveTo>
                <a:cubicBezTo>
                  <a:pt x="122" y="113"/>
                  <a:pt x="122" y="113"/>
                  <a:pt x="122" y="113"/>
                </a:cubicBezTo>
                <a:cubicBezTo>
                  <a:pt x="128" y="108"/>
                  <a:pt x="132" y="102"/>
                  <a:pt x="136" y="95"/>
                </a:cubicBezTo>
                <a:cubicBezTo>
                  <a:pt x="140" y="102"/>
                  <a:pt x="144" y="108"/>
                  <a:pt x="150" y="113"/>
                </a:cubicBezTo>
                <a:moveTo>
                  <a:pt x="32" y="64"/>
                </a:moveTo>
                <a:cubicBezTo>
                  <a:pt x="32" y="38"/>
                  <a:pt x="53" y="16"/>
                  <a:pt x="80" y="16"/>
                </a:cubicBezTo>
                <a:cubicBezTo>
                  <a:pt x="106" y="16"/>
                  <a:pt x="128" y="38"/>
                  <a:pt x="128" y="64"/>
                </a:cubicBezTo>
                <a:cubicBezTo>
                  <a:pt x="128" y="91"/>
                  <a:pt x="106" y="113"/>
                  <a:pt x="80" y="113"/>
                </a:cubicBezTo>
                <a:cubicBezTo>
                  <a:pt x="53" y="113"/>
                  <a:pt x="32" y="91"/>
                  <a:pt x="32" y="64"/>
                </a:cubicBezTo>
                <a:moveTo>
                  <a:pt x="256" y="289"/>
                </a:moveTo>
                <a:cubicBezTo>
                  <a:pt x="256" y="298"/>
                  <a:pt x="249" y="305"/>
                  <a:pt x="240" y="305"/>
                </a:cubicBezTo>
                <a:cubicBezTo>
                  <a:pt x="32" y="305"/>
                  <a:pt x="32" y="305"/>
                  <a:pt x="32" y="305"/>
                </a:cubicBezTo>
                <a:cubicBezTo>
                  <a:pt x="23" y="305"/>
                  <a:pt x="16" y="298"/>
                  <a:pt x="16" y="289"/>
                </a:cubicBezTo>
                <a:cubicBezTo>
                  <a:pt x="16" y="145"/>
                  <a:pt x="16" y="145"/>
                  <a:pt x="16" y="145"/>
                </a:cubicBezTo>
                <a:cubicBezTo>
                  <a:pt x="16" y="136"/>
                  <a:pt x="23" y="129"/>
                  <a:pt x="32" y="129"/>
                </a:cubicBezTo>
                <a:cubicBezTo>
                  <a:pt x="240" y="129"/>
                  <a:pt x="240" y="129"/>
                  <a:pt x="240" y="129"/>
                </a:cubicBezTo>
                <a:cubicBezTo>
                  <a:pt x="249" y="129"/>
                  <a:pt x="256" y="136"/>
                  <a:pt x="256" y="145"/>
                </a:cubicBezTo>
                <a:lnTo>
                  <a:pt x="256" y="289"/>
                </a:lnTo>
                <a:close/>
                <a:moveTo>
                  <a:pt x="337" y="269"/>
                </a:moveTo>
                <a:cubicBezTo>
                  <a:pt x="273" y="244"/>
                  <a:pt x="273" y="244"/>
                  <a:pt x="273" y="244"/>
                </a:cubicBezTo>
                <a:cubicBezTo>
                  <a:pt x="273" y="190"/>
                  <a:pt x="273" y="190"/>
                  <a:pt x="273" y="190"/>
                </a:cubicBezTo>
                <a:cubicBezTo>
                  <a:pt x="337" y="164"/>
                  <a:pt x="337" y="164"/>
                  <a:pt x="337" y="164"/>
                </a:cubicBezTo>
                <a:lnTo>
                  <a:pt x="337" y="269"/>
                </a:lnTo>
                <a:close/>
                <a:moveTo>
                  <a:pt x="232" y="273"/>
                </a:moveTo>
                <a:cubicBezTo>
                  <a:pt x="40" y="273"/>
                  <a:pt x="40" y="273"/>
                  <a:pt x="40" y="273"/>
                </a:cubicBezTo>
                <a:cubicBezTo>
                  <a:pt x="35" y="273"/>
                  <a:pt x="32" y="277"/>
                  <a:pt x="32" y="281"/>
                </a:cubicBezTo>
                <a:cubicBezTo>
                  <a:pt x="32" y="286"/>
                  <a:pt x="35" y="289"/>
                  <a:pt x="40" y="289"/>
                </a:cubicBezTo>
                <a:cubicBezTo>
                  <a:pt x="232" y="289"/>
                  <a:pt x="232" y="289"/>
                  <a:pt x="232" y="289"/>
                </a:cubicBezTo>
                <a:cubicBezTo>
                  <a:pt x="237" y="289"/>
                  <a:pt x="240" y="286"/>
                  <a:pt x="240" y="281"/>
                </a:cubicBezTo>
                <a:cubicBezTo>
                  <a:pt x="240" y="277"/>
                  <a:pt x="237" y="273"/>
                  <a:pt x="232" y="273"/>
                </a:cubicBezTo>
                <a:moveTo>
                  <a:pt x="56" y="193"/>
                </a:moveTo>
                <a:cubicBezTo>
                  <a:pt x="69" y="193"/>
                  <a:pt x="80" y="182"/>
                  <a:pt x="80" y="169"/>
                </a:cubicBezTo>
                <a:cubicBezTo>
                  <a:pt x="80" y="155"/>
                  <a:pt x="69" y="145"/>
                  <a:pt x="56" y="145"/>
                </a:cubicBezTo>
                <a:cubicBezTo>
                  <a:pt x="42" y="145"/>
                  <a:pt x="32" y="155"/>
                  <a:pt x="32" y="169"/>
                </a:cubicBezTo>
                <a:cubicBezTo>
                  <a:pt x="32" y="182"/>
                  <a:pt x="42" y="193"/>
                  <a:pt x="56" y="193"/>
                </a:cubicBezTo>
                <a:moveTo>
                  <a:pt x="56" y="161"/>
                </a:moveTo>
                <a:cubicBezTo>
                  <a:pt x="60" y="161"/>
                  <a:pt x="64" y="164"/>
                  <a:pt x="64" y="169"/>
                </a:cubicBezTo>
                <a:cubicBezTo>
                  <a:pt x="64" y="173"/>
                  <a:pt x="60" y="177"/>
                  <a:pt x="56" y="177"/>
                </a:cubicBezTo>
                <a:cubicBezTo>
                  <a:pt x="51" y="177"/>
                  <a:pt x="48" y="173"/>
                  <a:pt x="48" y="169"/>
                </a:cubicBezTo>
                <a:cubicBezTo>
                  <a:pt x="48" y="164"/>
                  <a:pt x="51" y="161"/>
                  <a:pt x="56" y="161"/>
                </a:cubicBezTo>
                <a:moveTo>
                  <a:pt x="104" y="161"/>
                </a:moveTo>
                <a:cubicBezTo>
                  <a:pt x="108" y="161"/>
                  <a:pt x="112" y="157"/>
                  <a:pt x="112" y="153"/>
                </a:cubicBezTo>
                <a:cubicBezTo>
                  <a:pt x="112" y="148"/>
                  <a:pt x="108" y="145"/>
                  <a:pt x="104" y="145"/>
                </a:cubicBezTo>
                <a:cubicBezTo>
                  <a:pt x="99" y="145"/>
                  <a:pt x="96" y="148"/>
                  <a:pt x="96" y="153"/>
                </a:cubicBezTo>
                <a:cubicBezTo>
                  <a:pt x="96" y="157"/>
                  <a:pt x="99" y="161"/>
                  <a:pt x="104" y="161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1" name="Freeform 21"/>
          <p:cNvSpPr>
            <a:spLocks noEditPoints="1"/>
          </p:cNvSpPr>
          <p:nvPr/>
        </p:nvSpPr>
        <p:spPr bwMode="auto">
          <a:xfrm>
            <a:off x="7594600" y="2012951"/>
            <a:ext cx="315384" cy="577851"/>
          </a:xfrm>
          <a:custGeom>
            <a:avLst/>
            <a:gdLst>
              <a:gd name="T0" fmla="*/ 96 w 193"/>
              <a:gd name="T1" fmla="*/ 329 h 353"/>
              <a:gd name="T2" fmla="*/ 105 w 193"/>
              <a:gd name="T3" fmla="*/ 321 h 353"/>
              <a:gd name="T4" fmla="*/ 96 w 193"/>
              <a:gd name="T5" fmla="*/ 313 h 353"/>
              <a:gd name="T6" fmla="*/ 88 w 193"/>
              <a:gd name="T7" fmla="*/ 321 h 353"/>
              <a:gd name="T8" fmla="*/ 96 w 193"/>
              <a:gd name="T9" fmla="*/ 329 h 353"/>
              <a:gd name="T10" fmla="*/ 161 w 193"/>
              <a:gd name="T11" fmla="*/ 0 h 353"/>
              <a:gd name="T12" fmla="*/ 32 w 193"/>
              <a:gd name="T13" fmla="*/ 0 h 353"/>
              <a:gd name="T14" fmla="*/ 0 w 193"/>
              <a:gd name="T15" fmla="*/ 32 h 353"/>
              <a:gd name="T16" fmla="*/ 0 w 193"/>
              <a:gd name="T17" fmla="*/ 321 h 353"/>
              <a:gd name="T18" fmla="*/ 32 w 193"/>
              <a:gd name="T19" fmla="*/ 353 h 353"/>
              <a:gd name="T20" fmla="*/ 161 w 193"/>
              <a:gd name="T21" fmla="*/ 353 h 353"/>
              <a:gd name="T22" fmla="*/ 193 w 193"/>
              <a:gd name="T23" fmla="*/ 321 h 353"/>
              <a:gd name="T24" fmla="*/ 193 w 193"/>
              <a:gd name="T25" fmla="*/ 32 h 353"/>
              <a:gd name="T26" fmla="*/ 161 w 193"/>
              <a:gd name="T27" fmla="*/ 0 h 353"/>
              <a:gd name="T28" fmla="*/ 177 w 193"/>
              <a:gd name="T29" fmla="*/ 321 h 353"/>
              <a:gd name="T30" fmla="*/ 161 w 193"/>
              <a:gd name="T31" fmla="*/ 337 h 353"/>
              <a:gd name="T32" fmla="*/ 32 w 193"/>
              <a:gd name="T33" fmla="*/ 337 h 353"/>
              <a:gd name="T34" fmla="*/ 16 w 193"/>
              <a:gd name="T35" fmla="*/ 321 h 353"/>
              <a:gd name="T36" fmla="*/ 16 w 193"/>
              <a:gd name="T37" fmla="*/ 305 h 353"/>
              <a:gd name="T38" fmla="*/ 177 w 193"/>
              <a:gd name="T39" fmla="*/ 305 h 353"/>
              <a:gd name="T40" fmla="*/ 177 w 193"/>
              <a:gd name="T41" fmla="*/ 321 h 353"/>
              <a:gd name="T42" fmla="*/ 177 w 193"/>
              <a:gd name="T43" fmla="*/ 289 h 353"/>
              <a:gd name="T44" fmla="*/ 16 w 193"/>
              <a:gd name="T45" fmla="*/ 289 h 353"/>
              <a:gd name="T46" fmla="*/ 16 w 193"/>
              <a:gd name="T47" fmla="*/ 64 h 353"/>
              <a:gd name="T48" fmla="*/ 177 w 193"/>
              <a:gd name="T49" fmla="*/ 64 h 353"/>
              <a:gd name="T50" fmla="*/ 177 w 193"/>
              <a:gd name="T51" fmla="*/ 289 h 353"/>
              <a:gd name="T52" fmla="*/ 177 w 193"/>
              <a:gd name="T53" fmla="*/ 48 h 353"/>
              <a:gd name="T54" fmla="*/ 16 w 193"/>
              <a:gd name="T55" fmla="*/ 48 h 353"/>
              <a:gd name="T56" fmla="*/ 16 w 193"/>
              <a:gd name="T57" fmla="*/ 32 h 353"/>
              <a:gd name="T58" fmla="*/ 32 w 193"/>
              <a:gd name="T59" fmla="*/ 16 h 353"/>
              <a:gd name="T60" fmla="*/ 161 w 193"/>
              <a:gd name="T61" fmla="*/ 16 h 353"/>
              <a:gd name="T62" fmla="*/ 177 w 193"/>
              <a:gd name="T63" fmla="*/ 32 h 353"/>
              <a:gd name="T64" fmla="*/ 177 w 193"/>
              <a:gd name="T65" fmla="*/ 48 h 353"/>
              <a:gd name="T66" fmla="*/ 105 w 193"/>
              <a:gd name="T67" fmla="*/ 24 h 353"/>
              <a:gd name="T68" fmla="*/ 88 w 193"/>
              <a:gd name="T69" fmla="*/ 24 h 353"/>
              <a:gd name="T70" fmla="*/ 80 w 193"/>
              <a:gd name="T71" fmla="*/ 32 h 353"/>
              <a:gd name="T72" fmla="*/ 88 w 193"/>
              <a:gd name="T73" fmla="*/ 40 h 353"/>
              <a:gd name="T74" fmla="*/ 105 w 193"/>
              <a:gd name="T75" fmla="*/ 40 h 353"/>
              <a:gd name="T76" fmla="*/ 113 w 193"/>
              <a:gd name="T77" fmla="*/ 32 h 353"/>
              <a:gd name="T78" fmla="*/ 105 w 193"/>
              <a:gd name="T79" fmla="*/ 24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93" h="353">
                <a:moveTo>
                  <a:pt x="96" y="329"/>
                </a:moveTo>
                <a:cubicBezTo>
                  <a:pt x="101" y="329"/>
                  <a:pt x="105" y="326"/>
                  <a:pt x="105" y="321"/>
                </a:cubicBezTo>
                <a:cubicBezTo>
                  <a:pt x="105" y="317"/>
                  <a:pt x="101" y="313"/>
                  <a:pt x="96" y="313"/>
                </a:cubicBezTo>
                <a:cubicBezTo>
                  <a:pt x="92" y="313"/>
                  <a:pt x="88" y="317"/>
                  <a:pt x="88" y="321"/>
                </a:cubicBezTo>
                <a:cubicBezTo>
                  <a:pt x="88" y="326"/>
                  <a:pt x="92" y="329"/>
                  <a:pt x="96" y="329"/>
                </a:cubicBezTo>
                <a:moveTo>
                  <a:pt x="161" y="0"/>
                </a:moveTo>
                <a:cubicBezTo>
                  <a:pt x="32" y="0"/>
                  <a:pt x="32" y="0"/>
                  <a:pt x="32" y="0"/>
                </a:cubicBezTo>
                <a:cubicBezTo>
                  <a:pt x="15" y="0"/>
                  <a:pt x="0" y="14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5" y="353"/>
                  <a:pt x="32" y="353"/>
                </a:cubicBezTo>
                <a:cubicBezTo>
                  <a:pt x="161" y="353"/>
                  <a:pt x="161" y="353"/>
                  <a:pt x="161" y="353"/>
                </a:cubicBezTo>
                <a:cubicBezTo>
                  <a:pt x="178" y="353"/>
                  <a:pt x="193" y="339"/>
                  <a:pt x="193" y="321"/>
                </a:cubicBezTo>
                <a:cubicBezTo>
                  <a:pt x="193" y="32"/>
                  <a:pt x="193" y="32"/>
                  <a:pt x="193" y="32"/>
                </a:cubicBezTo>
                <a:cubicBezTo>
                  <a:pt x="193" y="14"/>
                  <a:pt x="178" y="0"/>
                  <a:pt x="161" y="0"/>
                </a:cubicBezTo>
                <a:moveTo>
                  <a:pt x="177" y="321"/>
                </a:moveTo>
                <a:cubicBezTo>
                  <a:pt x="177" y="330"/>
                  <a:pt x="170" y="337"/>
                  <a:pt x="161" y="337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23" y="337"/>
                  <a:pt x="16" y="330"/>
                  <a:pt x="16" y="321"/>
                </a:cubicBezTo>
                <a:cubicBezTo>
                  <a:pt x="16" y="305"/>
                  <a:pt x="16" y="305"/>
                  <a:pt x="16" y="305"/>
                </a:cubicBezTo>
                <a:cubicBezTo>
                  <a:pt x="177" y="305"/>
                  <a:pt x="177" y="305"/>
                  <a:pt x="177" y="305"/>
                </a:cubicBezTo>
                <a:lnTo>
                  <a:pt x="177" y="321"/>
                </a:lnTo>
                <a:close/>
                <a:moveTo>
                  <a:pt x="177" y="289"/>
                </a:moveTo>
                <a:cubicBezTo>
                  <a:pt x="16" y="289"/>
                  <a:pt x="16" y="289"/>
                  <a:pt x="16" y="289"/>
                </a:cubicBezTo>
                <a:cubicBezTo>
                  <a:pt x="16" y="64"/>
                  <a:pt x="16" y="64"/>
                  <a:pt x="16" y="64"/>
                </a:cubicBezTo>
                <a:cubicBezTo>
                  <a:pt x="177" y="64"/>
                  <a:pt x="177" y="64"/>
                  <a:pt x="177" y="64"/>
                </a:cubicBezTo>
                <a:lnTo>
                  <a:pt x="177" y="289"/>
                </a:lnTo>
                <a:close/>
                <a:moveTo>
                  <a:pt x="177" y="48"/>
                </a:moveTo>
                <a:cubicBezTo>
                  <a:pt x="16" y="48"/>
                  <a:pt x="16" y="48"/>
                  <a:pt x="16" y="48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3"/>
                  <a:pt x="23" y="16"/>
                  <a:pt x="32" y="16"/>
                </a:cubicBezTo>
                <a:cubicBezTo>
                  <a:pt x="161" y="16"/>
                  <a:pt x="161" y="16"/>
                  <a:pt x="161" y="16"/>
                </a:cubicBezTo>
                <a:cubicBezTo>
                  <a:pt x="170" y="16"/>
                  <a:pt x="177" y="23"/>
                  <a:pt x="177" y="32"/>
                </a:cubicBezTo>
                <a:lnTo>
                  <a:pt x="177" y="48"/>
                </a:lnTo>
                <a:close/>
                <a:moveTo>
                  <a:pt x="105" y="24"/>
                </a:moveTo>
                <a:cubicBezTo>
                  <a:pt x="88" y="24"/>
                  <a:pt x="88" y="24"/>
                  <a:pt x="88" y="24"/>
                </a:cubicBezTo>
                <a:cubicBezTo>
                  <a:pt x="84" y="24"/>
                  <a:pt x="80" y="28"/>
                  <a:pt x="80" y="32"/>
                </a:cubicBezTo>
                <a:cubicBezTo>
                  <a:pt x="80" y="37"/>
                  <a:pt x="84" y="40"/>
                  <a:pt x="88" y="40"/>
                </a:cubicBezTo>
                <a:cubicBezTo>
                  <a:pt x="105" y="40"/>
                  <a:pt x="105" y="40"/>
                  <a:pt x="105" y="40"/>
                </a:cubicBezTo>
                <a:cubicBezTo>
                  <a:pt x="109" y="40"/>
                  <a:pt x="113" y="37"/>
                  <a:pt x="113" y="32"/>
                </a:cubicBezTo>
                <a:cubicBezTo>
                  <a:pt x="113" y="28"/>
                  <a:pt x="109" y="24"/>
                  <a:pt x="105" y="24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2" name="Freeform 22"/>
          <p:cNvSpPr>
            <a:spLocks noEditPoints="1"/>
          </p:cNvSpPr>
          <p:nvPr/>
        </p:nvSpPr>
        <p:spPr bwMode="auto">
          <a:xfrm>
            <a:off x="8646585" y="2012951"/>
            <a:ext cx="419100" cy="577851"/>
          </a:xfrm>
          <a:custGeom>
            <a:avLst/>
            <a:gdLst>
              <a:gd name="T0" fmla="*/ 129 w 257"/>
              <a:gd name="T1" fmla="*/ 313 h 353"/>
              <a:gd name="T2" fmla="*/ 121 w 257"/>
              <a:gd name="T3" fmla="*/ 321 h 353"/>
              <a:gd name="T4" fmla="*/ 129 w 257"/>
              <a:gd name="T5" fmla="*/ 329 h 353"/>
              <a:gd name="T6" fmla="*/ 137 w 257"/>
              <a:gd name="T7" fmla="*/ 321 h 353"/>
              <a:gd name="T8" fmla="*/ 129 w 257"/>
              <a:gd name="T9" fmla="*/ 313 h 353"/>
              <a:gd name="T10" fmla="*/ 121 w 257"/>
              <a:gd name="T11" fmla="*/ 40 h 353"/>
              <a:gd name="T12" fmla="*/ 137 w 257"/>
              <a:gd name="T13" fmla="*/ 40 h 353"/>
              <a:gd name="T14" fmla="*/ 145 w 257"/>
              <a:gd name="T15" fmla="*/ 32 h 353"/>
              <a:gd name="T16" fmla="*/ 137 w 257"/>
              <a:gd name="T17" fmla="*/ 24 h 353"/>
              <a:gd name="T18" fmla="*/ 121 w 257"/>
              <a:gd name="T19" fmla="*/ 24 h 353"/>
              <a:gd name="T20" fmla="*/ 113 w 257"/>
              <a:gd name="T21" fmla="*/ 32 h 353"/>
              <a:gd name="T22" fmla="*/ 121 w 257"/>
              <a:gd name="T23" fmla="*/ 40 h 353"/>
              <a:gd name="T24" fmla="*/ 32 w 257"/>
              <a:gd name="T25" fmla="*/ 305 h 353"/>
              <a:gd name="T26" fmla="*/ 225 w 257"/>
              <a:gd name="T27" fmla="*/ 305 h 353"/>
              <a:gd name="T28" fmla="*/ 225 w 257"/>
              <a:gd name="T29" fmla="*/ 48 h 353"/>
              <a:gd name="T30" fmla="*/ 32 w 257"/>
              <a:gd name="T31" fmla="*/ 48 h 353"/>
              <a:gd name="T32" fmla="*/ 32 w 257"/>
              <a:gd name="T33" fmla="*/ 305 h 353"/>
              <a:gd name="T34" fmla="*/ 49 w 257"/>
              <a:gd name="T35" fmla="*/ 64 h 353"/>
              <a:gd name="T36" fmla="*/ 209 w 257"/>
              <a:gd name="T37" fmla="*/ 64 h 353"/>
              <a:gd name="T38" fmla="*/ 209 w 257"/>
              <a:gd name="T39" fmla="*/ 289 h 353"/>
              <a:gd name="T40" fmla="*/ 49 w 257"/>
              <a:gd name="T41" fmla="*/ 289 h 353"/>
              <a:gd name="T42" fmla="*/ 49 w 257"/>
              <a:gd name="T43" fmla="*/ 64 h 353"/>
              <a:gd name="T44" fmla="*/ 225 w 257"/>
              <a:gd name="T45" fmla="*/ 0 h 353"/>
              <a:gd name="T46" fmla="*/ 32 w 257"/>
              <a:gd name="T47" fmla="*/ 0 h 353"/>
              <a:gd name="T48" fmla="*/ 0 w 257"/>
              <a:gd name="T49" fmla="*/ 32 h 353"/>
              <a:gd name="T50" fmla="*/ 0 w 257"/>
              <a:gd name="T51" fmla="*/ 321 h 353"/>
              <a:gd name="T52" fmla="*/ 32 w 257"/>
              <a:gd name="T53" fmla="*/ 353 h 353"/>
              <a:gd name="T54" fmla="*/ 225 w 257"/>
              <a:gd name="T55" fmla="*/ 353 h 353"/>
              <a:gd name="T56" fmla="*/ 257 w 257"/>
              <a:gd name="T57" fmla="*/ 321 h 353"/>
              <a:gd name="T58" fmla="*/ 257 w 257"/>
              <a:gd name="T59" fmla="*/ 32 h 353"/>
              <a:gd name="T60" fmla="*/ 225 w 257"/>
              <a:gd name="T61" fmla="*/ 0 h 353"/>
              <a:gd name="T62" fmla="*/ 241 w 257"/>
              <a:gd name="T63" fmla="*/ 321 h 353"/>
              <a:gd name="T64" fmla="*/ 225 w 257"/>
              <a:gd name="T65" fmla="*/ 337 h 353"/>
              <a:gd name="T66" fmla="*/ 32 w 257"/>
              <a:gd name="T67" fmla="*/ 337 h 353"/>
              <a:gd name="T68" fmla="*/ 16 w 257"/>
              <a:gd name="T69" fmla="*/ 321 h 353"/>
              <a:gd name="T70" fmla="*/ 16 w 257"/>
              <a:gd name="T71" fmla="*/ 32 h 353"/>
              <a:gd name="T72" fmla="*/ 32 w 257"/>
              <a:gd name="T73" fmla="*/ 16 h 353"/>
              <a:gd name="T74" fmla="*/ 225 w 257"/>
              <a:gd name="T75" fmla="*/ 16 h 353"/>
              <a:gd name="T76" fmla="*/ 241 w 257"/>
              <a:gd name="T77" fmla="*/ 32 h 353"/>
              <a:gd name="T78" fmla="*/ 241 w 257"/>
              <a:gd name="T79" fmla="*/ 321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257" h="353">
                <a:moveTo>
                  <a:pt x="129" y="313"/>
                </a:moveTo>
                <a:cubicBezTo>
                  <a:pt x="124" y="313"/>
                  <a:pt x="121" y="317"/>
                  <a:pt x="121" y="321"/>
                </a:cubicBezTo>
                <a:cubicBezTo>
                  <a:pt x="121" y="326"/>
                  <a:pt x="124" y="329"/>
                  <a:pt x="129" y="329"/>
                </a:cubicBezTo>
                <a:cubicBezTo>
                  <a:pt x="133" y="329"/>
                  <a:pt x="137" y="326"/>
                  <a:pt x="137" y="321"/>
                </a:cubicBezTo>
                <a:cubicBezTo>
                  <a:pt x="137" y="317"/>
                  <a:pt x="133" y="313"/>
                  <a:pt x="129" y="313"/>
                </a:cubicBezTo>
                <a:moveTo>
                  <a:pt x="121" y="40"/>
                </a:moveTo>
                <a:cubicBezTo>
                  <a:pt x="137" y="40"/>
                  <a:pt x="137" y="40"/>
                  <a:pt x="137" y="40"/>
                </a:cubicBezTo>
                <a:cubicBezTo>
                  <a:pt x="141" y="40"/>
                  <a:pt x="145" y="37"/>
                  <a:pt x="145" y="32"/>
                </a:cubicBezTo>
                <a:cubicBezTo>
                  <a:pt x="145" y="28"/>
                  <a:pt x="141" y="24"/>
                  <a:pt x="137" y="24"/>
                </a:cubicBezTo>
                <a:cubicBezTo>
                  <a:pt x="121" y="24"/>
                  <a:pt x="121" y="24"/>
                  <a:pt x="121" y="24"/>
                </a:cubicBezTo>
                <a:cubicBezTo>
                  <a:pt x="116" y="24"/>
                  <a:pt x="113" y="28"/>
                  <a:pt x="113" y="32"/>
                </a:cubicBezTo>
                <a:cubicBezTo>
                  <a:pt x="113" y="37"/>
                  <a:pt x="116" y="40"/>
                  <a:pt x="121" y="40"/>
                </a:cubicBezTo>
                <a:moveTo>
                  <a:pt x="32" y="305"/>
                </a:moveTo>
                <a:cubicBezTo>
                  <a:pt x="225" y="305"/>
                  <a:pt x="225" y="305"/>
                  <a:pt x="225" y="305"/>
                </a:cubicBezTo>
                <a:cubicBezTo>
                  <a:pt x="225" y="48"/>
                  <a:pt x="225" y="48"/>
                  <a:pt x="225" y="48"/>
                </a:cubicBezTo>
                <a:cubicBezTo>
                  <a:pt x="32" y="48"/>
                  <a:pt x="32" y="48"/>
                  <a:pt x="32" y="48"/>
                </a:cubicBezTo>
                <a:lnTo>
                  <a:pt x="32" y="305"/>
                </a:lnTo>
                <a:close/>
                <a:moveTo>
                  <a:pt x="49" y="64"/>
                </a:moveTo>
                <a:cubicBezTo>
                  <a:pt x="209" y="64"/>
                  <a:pt x="209" y="64"/>
                  <a:pt x="209" y="64"/>
                </a:cubicBezTo>
                <a:cubicBezTo>
                  <a:pt x="209" y="289"/>
                  <a:pt x="209" y="289"/>
                  <a:pt x="209" y="289"/>
                </a:cubicBezTo>
                <a:cubicBezTo>
                  <a:pt x="49" y="289"/>
                  <a:pt x="49" y="289"/>
                  <a:pt x="49" y="289"/>
                </a:cubicBezTo>
                <a:lnTo>
                  <a:pt x="49" y="64"/>
                </a:lnTo>
                <a:close/>
                <a:moveTo>
                  <a:pt x="225" y="0"/>
                </a:moveTo>
                <a:cubicBezTo>
                  <a:pt x="32" y="0"/>
                  <a:pt x="32" y="0"/>
                  <a:pt x="32" y="0"/>
                </a:cubicBezTo>
                <a:cubicBezTo>
                  <a:pt x="15" y="0"/>
                  <a:pt x="0" y="14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5" y="353"/>
                  <a:pt x="32" y="353"/>
                </a:cubicBezTo>
                <a:cubicBezTo>
                  <a:pt x="225" y="353"/>
                  <a:pt x="225" y="353"/>
                  <a:pt x="225" y="353"/>
                </a:cubicBezTo>
                <a:cubicBezTo>
                  <a:pt x="243" y="353"/>
                  <a:pt x="257" y="339"/>
                  <a:pt x="257" y="321"/>
                </a:cubicBezTo>
                <a:cubicBezTo>
                  <a:pt x="257" y="32"/>
                  <a:pt x="257" y="32"/>
                  <a:pt x="257" y="32"/>
                </a:cubicBezTo>
                <a:cubicBezTo>
                  <a:pt x="257" y="14"/>
                  <a:pt x="243" y="0"/>
                  <a:pt x="225" y="0"/>
                </a:cubicBezTo>
                <a:moveTo>
                  <a:pt x="241" y="321"/>
                </a:moveTo>
                <a:cubicBezTo>
                  <a:pt x="241" y="330"/>
                  <a:pt x="234" y="337"/>
                  <a:pt x="225" y="337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24" y="337"/>
                  <a:pt x="16" y="330"/>
                  <a:pt x="16" y="32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3"/>
                  <a:pt x="24" y="16"/>
                  <a:pt x="32" y="16"/>
                </a:cubicBezTo>
                <a:cubicBezTo>
                  <a:pt x="225" y="16"/>
                  <a:pt x="225" y="16"/>
                  <a:pt x="225" y="16"/>
                </a:cubicBezTo>
                <a:cubicBezTo>
                  <a:pt x="234" y="16"/>
                  <a:pt x="241" y="23"/>
                  <a:pt x="241" y="32"/>
                </a:cubicBezTo>
                <a:lnTo>
                  <a:pt x="241" y="32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3" name="Freeform 23"/>
          <p:cNvSpPr>
            <a:spLocks noEditPoints="1"/>
          </p:cNvSpPr>
          <p:nvPr/>
        </p:nvSpPr>
        <p:spPr bwMode="auto">
          <a:xfrm>
            <a:off x="9673167" y="2091268"/>
            <a:ext cx="577851" cy="421217"/>
          </a:xfrm>
          <a:custGeom>
            <a:avLst/>
            <a:gdLst>
              <a:gd name="T0" fmla="*/ 351 w 353"/>
              <a:gd name="T1" fmla="*/ 245 h 257"/>
              <a:gd name="T2" fmla="*/ 351 w 353"/>
              <a:gd name="T3" fmla="*/ 245 h 257"/>
              <a:gd name="T4" fmla="*/ 320 w 353"/>
              <a:gd name="T5" fmla="*/ 197 h 257"/>
              <a:gd name="T6" fmla="*/ 321 w 353"/>
              <a:gd name="T7" fmla="*/ 193 h 257"/>
              <a:gd name="T8" fmla="*/ 321 w 353"/>
              <a:gd name="T9" fmla="*/ 16 h 257"/>
              <a:gd name="T10" fmla="*/ 305 w 353"/>
              <a:gd name="T11" fmla="*/ 0 h 257"/>
              <a:gd name="T12" fmla="*/ 48 w 353"/>
              <a:gd name="T13" fmla="*/ 0 h 257"/>
              <a:gd name="T14" fmla="*/ 32 w 353"/>
              <a:gd name="T15" fmla="*/ 16 h 257"/>
              <a:gd name="T16" fmla="*/ 32 w 353"/>
              <a:gd name="T17" fmla="*/ 193 h 257"/>
              <a:gd name="T18" fmla="*/ 32 w 353"/>
              <a:gd name="T19" fmla="*/ 197 h 257"/>
              <a:gd name="T20" fmla="*/ 1 w 353"/>
              <a:gd name="T21" fmla="*/ 245 h 257"/>
              <a:gd name="T22" fmla="*/ 1 w 353"/>
              <a:gd name="T23" fmla="*/ 245 h 257"/>
              <a:gd name="T24" fmla="*/ 0 w 353"/>
              <a:gd name="T25" fmla="*/ 249 h 257"/>
              <a:gd name="T26" fmla="*/ 8 w 353"/>
              <a:gd name="T27" fmla="*/ 257 h 257"/>
              <a:gd name="T28" fmla="*/ 345 w 353"/>
              <a:gd name="T29" fmla="*/ 257 h 257"/>
              <a:gd name="T30" fmla="*/ 353 w 353"/>
              <a:gd name="T31" fmla="*/ 249 h 257"/>
              <a:gd name="T32" fmla="*/ 351 w 353"/>
              <a:gd name="T33" fmla="*/ 245 h 257"/>
              <a:gd name="T34" fmla="*/ 48 w 353"/>
              <a:gd name="T35" fmla="*/ 16 h 257"/>
              <a:gd name="T36" fmla="*/ 305 w 353"/>
              <a:gd name="T37" fmla="*/ 16 h 257"/>
              <a:gd name="T38" fmla="*/ 305 w 353"/>
              <a:gd name="T39" fmla="*/ 193 h 257"/>
              <a:gd name="T40" fmla="*/ 48 w 353"/>
              <a:gd name="T41" fmla="*/ 193 h 257"/>
              <a:gd name="T42" fmla="*/ 48 w 353"/>
              <a:gd name="T43" fmla="*/ 16 h 257"/>
              <a:gd name="T44" fmla="*/ 23 w 353"/>
              <a:gd name="T45" fmla="*/ 241 h 257"/>
              <a:gd name="T46" fmla="*/ 44 w 353"/>
              <a:gd name="T47" fmla="*/ 208 h 257"/>
              <a:gd name="T48" fmla="*/ 48 w 353"/>
              <a:gd name="T49" fmla="*/ 209 h 257"/>
              <a:gd name="T50" fmla="*/ 305 w 353"/>
              <a:gd name="T51" fmla="*/ 209 h 257"/>
              <a:gd name="T52" fmla="*/ 308 w 353"/>
              <a:gd name="T53" fmla="*/ 208 h 257"/>
              <a:gd name="T54" fmla="*/ 330 w 353"/>
              <a:gd name="T55" fmla="*/ 241 h 257"/>
              <a:gd name="T56" fmla="*/ 23 w 353"/>
              <a:gd name="T57" fmla="*/ 241 h 2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353" h="257">
                <a:moveTo>
                  <a:pt x="351" y="245"/>
                </a:moveTo>
                <a:cubicBezTo>
                  <a:pt x="351" y="245"/>
                  <a:pt x="351" y="245"/>
                  <a:pt x="351" y="245"/>
                </a:cubicBezTo>
                <a:cubicBezTo>
                  <a:pt x="320" y="197"/>
                  <a:pt x="320" y="197"/>
                  <a:pt x="320" y="197"/>
                </a:cubicBezTo>
                <a:cubicBezTo>
                  <a:pt x="320" y="196"/>
                  <a:pt x="321" y="194"/>
                  <a:pt x="321" y="193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21" y="7"/>
                  <a:pt x="313" y="0"/>
                  <a:pt x="305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39" y="0"/>
                  <a:pt x="32" y="7"/>
                  <a:pt x="32" y="16"/>
                </a:cubicBezTo>
                <a:cubicBezTo>
                  <a:pt x="32" y="193"/>
                  <a:pt x="32" y="193"/>
                  <a:pt x="32" y="193"/>
                </a:cubicBezTo>
                <a:cubicBezTo>
                  <a:pt x="32" y="194"/>
                  <a:pt x="32" y="196"/>
                  <a:pt x="32" y="197"/>
                </a:cubicBezTo>
                <a:cubicBezTo>
                  <a:pt x="1" y="245"/>
                  <a:pt x="1" y="245"/>
                  <a:pt x="1" y="245"/>
                </a:cubicBezTo>
                <a:cubicBezTo>
                  <a:pt x="1" y="245"/>
                  <a:pt x="1" y="245"/>
                  <a:pt x="1" y="245"/>
                </a:cubicBezTo>
                <a:cubicBezTo>
                  <a:pt x="0" y="246"/>
                  <a:pt x="0" y="247"/>
                  <a:pt x="0" y="249"/>
                </a:cubicBezTo>
                <a:cubicBezTo>
                  <a:pt x="0" y="254"/>
                  <a:pt x="3" y="257"/>
                  <a:pt x="8" y="257"/>
                </a:cubicBezTo>
                <a:cubicBezTo>
                  <a:pt x="345" y="257"/>
                  <a:pt x="345" y="257"/>
                  <a:pt x="345" y="257"/>
                </a:cubicBezTo>
                <a:cubicBezTo>
                  <a:pt x="349" y="257"/>
                  <a:pt x="353" y="254"/>
                  <a:pt x="353" y="249"/>
                </a:cubicBezTo>
                <a:cubicBezTo>
                  <a:pt x="353" y="247"/>
                  <a:pt x="352" y="246"/>
                  <a:pt x="351" y="245"/>
                </a:cubicBezTo>
                <a:moveTo>
                  <a:pt x="48" y="16"/>
                </a:moveTo>
                <a:cubicBezTo>
                  <a:pt x="305" y="16"/>
                  <a:pt x="305" y="16"/>
                  <a:pt x="305" y="16"/>
                </a:cubicBezTo>
                <a:cubicBezTo>
                  <a:pt x="305" y="193"/>
                  <a:pt x="305" y="193"/>
                  <a:pt x="305" y="193"/>
                </a:cubicBezTo>
                <a:cubicBezTo>
                  <a:pt x="48" y="193"/>
                  <a:pt x="48" y="193"/>
                  <a:pt x="48" y="193"/>
                </a:cubicBezTo>
                <a:lnTo>
                  <a:pt x="48" y="16"/>
                </a:lnTo>
                <a:close/>
                <a:moveTo>
                  <a:pt x="23" y="241"/>
                </a:moveTo>
                <a:cubicBezTo>
                  <a:pt x="44" y="208"/>
                  <a:pt x="44" y="208"/>
                  <a:pt x="44" y="208"/>
                </a:cubicBezTo>
                <a:cubicBezTo>
                  <a:pt x="45" y="209"/>
                  <a:pt x="47" y="209"/>
                  <a:pt x="48" y="209"/>
                </a:cubicBezTo>
                <a:cubicBezTo>
                  <a:pt x="305" y="209"/>
                  <a:pt x="305" y="209"/>
                  <a:pt x="305" y="209"/>
                </a:cubicBezTo>
                <a:cubicBezTo>
                  <a:pt x="306" y="209"/>
                  <a:pt x="307" y="209"/>
                  <a:pt x="308" y="208"/>
                </a:cubicBezTo>
                <a:cubicBezTo>
                  <a:pt x="330" y="241"/>
                  <a:pt x="330" y="241"/>
                  <a:pt x="330" y="241"/>
                </a:cubicBezTo>
                <a:lnTo>
                  <a:pt x="23" y="24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4" name="Freeform 24"/>
          <p:cNvSpPr>
            <a:spLocks noEditPoints="1"/>
          </p:cNvSpPr>
          <p:nvPr/>
        </p:nvSpPr>
        <p:spPr bwMode="auto">
          <a:xfrm>
            <a:off x="10775951" y="2012951"/>
            <a:ext cx="577851" cy="577851"/>
          </a:xfrm>
          <a:custGeom>
            <a:avLst/>
            <a:gdLst>
              <a:gd name="T0" fmla="*/ 321 w 353"/>
              <a:gd name="T1" fmla="*/ 0 h 353"/>
              <a:gd name="T2" fmla="*/ 32 w 353"/>
              <a:gd name="T3" fmla="*/ 0 h 353"/>
              <a:gd name="T4" fmla="*/ 0 w 353"/>
              <a:gd name="T5" fmla="*/ 32 h 353"/>
              <a:gd name="T6" fmla="*/ 0 w 353"/>
              <a:gd name="T7" fmla="*/ 273 h 353"/>
              <a:gd name="T8" fmla="*/ 32 w 353"/>
              <a:gd name="T9" fmla="*/ 305 h 353"/>
              <a:gd name="T10" fmla="*/ 144 w 353"/>
              <a:gd name="T11" fmla="*/ 305 h 353"/>
              <a:gd name="T12" fmla="*/ 144 w 353"/>
              <a:gd name="T13" fmla="*/ 337 h 353"/>
              <a:gd name="T14" fmla="*/ 120 w 353"/>
              <a:gd name="T15" fmla="*/ 337 h 353"/>
              <a:gd name="T16" fmla="*/ 112 w 353"/>
              <a:gd name="T17" fmla="*/ 345 h 353"/>
              <a:gd name="T18" fmla="*/ 120 w 353"/>
              <a:gd name="T19" fmla="*/ 353 h 353"/>
              <a:gd name="T20" fmla="*/ 233 w 353"/>
              <a:gd name="T21" fmla="*/ 353 h 353"/>
              <a:gd name="T22" fmla="*/ 241 w 353"/>
              <a:gd name="T23" fmla="*/ 345 h 353"/>
              <a:gd name="T24" fmla="*/ 233 w 353"/>
              <a:gd name="T25" fmla="*/ 337 h 353"/>
              <a:gd name="T26" fmla="*/ 209 w 353"/>
              <a:gd name="T27" fmla="*/ 337 h 353"/>
              <a:gd name="T28" fmla="*/ 209 w 353"/>
              <a:gd name="T29" fmla="*/ 305 h 353"/>
              <a:gd name="T30" fmla="*/ 321 w 353"/>
              <a:gd name="T31" fmla="*/ 305 h 353"/>
              <a:gd name="T32" fmla="*/ 353 w 353"/>
              <a:gd name="T33" fmla="*/ 273 h 353"/>
              <a:gd name="T34" fmla="*/ 353 w 353"/>
              <a:gd name="T35" fmla="*/ 32 h 353"/>
              <a:gd name="T36" fmla="*/ 321 w 353"/>
              <a:gd name="T37" fmla="*/ 0 h 353"/>
              <a:gd name="T38" fmla="*/ 193 w 353"/>
              <a:gd name="T39" fmla="*/ 337 h 353"/>
              <a:gd name="T40" fmla="*/ 160 w 353"/>
              <a:gd name="T41" fmla="*/ 337 h 353"/>
              <a:gd name="T42" fmla="*/ 160 w 353"/>
              <a:gd name="T43" fmla="*/ 305 h 353"/>
              <a:gd name="T44" fmla="*/ 193 w 353"/>
              <a:gd name="T45" fmla="*/ 305 h 353"/>
              <a:gd name="T46" fmla="*/ 193 w 353"/>
              <a:gd name="T47" fmla="*/ 337 h 353"/>
              <a:gd name="T48" fmla="*/ 337 w 353"/>
              <a:gd name="T49" fmla="*/ 273 h 353"/>
              <a:gd name="T50" fmla="*/ 321 w 353"/>
              <a:gd name="T51" fmla="*/ 289 h 353"/>
              <a:gd name="T52" fmla="*/ 32 w 353"/>
              <a:gd name="T53" fmla="*/ 289 h 353"/>
              <a:gd name="T54" fmla="*/ 16 w 353"/>
              <a:gd name="T55" fmla="*/ 273 h 353"/>
              <a:gd name="T56" fmla="*/ 16 w 353"/>
              <a:gd name="T57" fmla="*/ 257 h 353"/>
              <a:gd name="T58" fmla="*/ 337 w 353"/>
              <a:gd name="T59" fmla="*/ 257 h 353"/>
              <a:gd name="T60" fmla="*/ 337 w 353"/>
              <a:gd name="T61" fmla="*/ 273 h 353"/>
              <a:gd name="T62" fmla="*/ 337 w 353"/>
              <a:gd name="T63" fmla="*/ 241 h 353"/>
              <a:gd name="T64" fmla="*/ 16 w 353"/>
              <a:gd name="T65" fmla="*/ 241 h 353"/>
              <a:gd name="T66" fmla="*/ 16 w 353"/>
              <a:gd name="T67" fmla="*/ 32 h 353"/>
              <a:gd name="T68" fmla="*/ 32 w 353"/>
              <a:gd name="T69" fmla="*/ 16 h 353"/>
              <a:gd name="T70" fmla="*/ 321 w 353"/>
              <a:gd name="T71" fmla="*/ 16 h 353"/>
              <a:gd name="T72" fmla="*/ 337 w 353"/>
              <a:gd name="T73" fmla="*/ 32 h 353"/>
              <a:gd name="T74" fmla="*/ 337 w 353"/>
              <a:gd name="T75" fmla="*/ 241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353" h="353">
                <a:moveTo>
                  <a:pt x="321" y="0"/>
                </a:move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4"/>
                  <a:pt x="0" y="32"/>
                </a:cubicBezTo>
                <a:cubicBezTo>
                  <a:pt x="0" y="273"/>
                  <a:pt x="0" y="273"/>
                  <a:pt x="0" y="273"/>
                </a:cubicBezTo>
                <a:cubicBezTo>
                  <a:pt x="0" y="291"/>
                  <a:pt x="14" y="305"/>
                  <a:pt x="32" y="305"/>
                </a:cubicBezTo>
                <a:cubicBezTo>
                  <a:pt x="144" y="305"/>
                  <a:pt x="144" y="305"/>
                  <a:pt x="144" y="305"/>
                </a:cubicBezTo>
                <a:cubicBezTo>
                  <a:pt x="144" y="337"/>
                  <a:pt x="144" y="337"/>
                  <a:pt x="144" y="337"/>
                </a:cubicBezTo>
                <a:cubicBezTo>
                  <a:pt x="120" y="337"/>
                  <a:pt x="120" y="337"/>
                  <a:pt x="120" y="337"/>
                </a:cubicBezTo>
                <a:cubicBezTo>
                  <a:pt x="116" y="337"/>
                  <a:pt x="112" y="341"/>
                  <a:pt x="112" y="345"/>
                </a:cubicBezTo>
                <a:cubicBezTo>
                  <a:pt x="112" y="350"/>
                  <a:pt x="116" y="353"/>
                  <a:pt x="120" y="353"/>
                </a:cubicBezTo>
                <a:cubicBezTo>
                  <a:pt x="233" y="353"/>
                  <a:pt x="233" y="353"/>
                  <a:pt x="233" y="353"/>
                </a:cubicBezTo>
                <a:cubicBezTo>
                  <a:pt x="237" y="353"/>
                  <a:pt x="241" y="350"/>
                  <a:pt x="241" y="345"/>
                </a:cubicBezTo>
                <a:cubicBezTo>
                  <a:pt x="241" y="341"/>
                  <a:pt x="237" y="337"/>
                  <a:pt x="233" y="337"/>
                </a:cubicBezTo>
                <a:cubicBezTo>
                  <a:pt x="209" y="337"/>
                  <a:pt x="209" y="337"/>
                  <a:pt x="209" y="337"/>
                </a:cubicBezTo>
                <a:cubicBezTo>
                  <a:pt x="209" y="305"/>
                  <a:pt x="209" y="305"/>
                  <a:pt x="209" y="305"/>
                </a:cubicBezTo>
                <a:cubicBezTo>
                  <a:pt x="321" y="305"/>
                  <a:pt x="321" y="305"/>
                  <a:pt x="321" y="305"/>
                </a:cubicBezTo>
                <a:cubicBezTo>
                  <a:pt x="339" y="305"/>
                  <a:pt x="353" y="291"/>
                  <a:pt x="353" y="273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14"/>
                  <a:pt x="339" y="0"/>
                  <a:pt x="321" y="0"/>
                </a:cubicBezTo>
                <a:moveTo>
                  <a:pt x="193" y="337"/>
                </a:moveTo>
                <a:cubicBezTo>
                  <a:pt x="160" y="337"/>
                  <a:pt x="160" y="337"/>
                  <a:pt x="160" y="337"/>
                </a:cubicBezTo>
                <a:cubicBezTo>
                  <a:pt x="160" y="305"/>
                  <a:pt x="160" y="305"/>
                  <a:pt x="160" y="305"/>
                </a:cubicBezTo>
                <a:cubicBezTo>
                  <a:pt x="193" y="305"/>
                  <a:pt x="193" y="305"/>
                  <a:pt x="193" y="305"/>
                </a:cubicBezTo>
                <a:lnTo>
                  <a:pt x="193" y="337"/>
                </a:lnTo>
                <a:close/>
                <a:moveTo>
                  <a:pt x="337" y="273"/>
                </a:moveTo>
                <a:cubicBezTo>
                  <a:pt x="337" y="282"/>
                  <a:pt x="330" y="289"/>
                  <a:pt x="321" y="289"/>
                </a:cubicBezTo>
                <a:cubicBezTo>
                  <a:pt x="32" y="289"/>
                  <a:pt x="32" y="289"/>
                  <a:pt x="32" y="289"/>
                </a:cubicBezTo>
                <a:cubicBezTo>
                  <a:pt x="23" y="289"/>
                  <a:pt x="16" y="282"/>
                  <a:pt x="16" y="273"/>
                </a:cubicBezTo>
                <a:cubicBezTo>
                  <a:pt x="16" y="257"/>
                  <a:pt x="16" y="257"/>
                  <a:pt x="16" y="257"/>
                </a:cubicBezTo>
                <a:cubicBezTo>
                  <a:pt x="337" y="257"/>
                  <a:pt x="337" y="257"/>
                  <a:pt x="337" y="257"/>
                </a:cubicBezTo>
                <a:lnTo>
                  <a:pt x="337" y="273"/>
                </a:lnTo>
                <a:close/>
                <a:moveTo>
                  <a:pt x="337" y="241"/>
                </a:moveTo>
                <a:cubicBezTo>
                  <a:pt x="16" y="241"/>
                  <a:pt x="16" y="241"/>
                  <a:pt x="16" y="24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3"/>
                  <a:pt x="23" y="16"/>
                  <a:pt x="32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3"/>
                  <a:pt x="337" y="32"/>
                </a:cubicBezTo>
                <a:lnTo>
                  <a:pt x="337" y="24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5" name="Freeform 25"/>
          <p:cNvSpPr>
            <a:spLocks noEditPoints="1"/>
          </p:cNvSpPr>
          <p:nvPr/>
        </p:nvSpPr>
        <p:spPr bwMode="auto">
          <a:xfrm>
            <a:off x="840317" y="3115734"/>
            <a:ext cx="577851" cy="579967"/>
          </a:xfrm>
          <a:custGeom>
            <a:avLst/>
            <a:gdLst>
              <a:gd name="T0" fmla="*/ 206 w 353"/>
              <a:gd name="T1" fmla="*/ 166 h 354"/>
              <a:gd name="T2" fmla="*/ 196 w 353"/>
              <a:gd name="T3" fmla="*/ 85 h 354"/>
              <a:gd name="T4" fmla="*/ 209 w 353"/>
              <a:gd name="T5" fmla="*/ 129 h 354"/>
              <a:gd name="T6" fmla="*/ 201 w 353"/>
              <a:gd name="T7" fmla="*/ 138 h 354"/>
              <a:gd name="T8" fmla="*/ 189 w 353"/>
              <a:gd name="T9" fmla="*/ 129 h 354"/>
              <a:gd name="T10" fmla="*/ 177 w 353"/>
              <a:gd name="T11" fmla="*/ 166 h 354"/>
              <a:gd name="T12" fmla="*/ 177 w 353"/>
              <a:gd name="T13" fmla="*/ 173 h 354"/>
              <a:gd name="T14" fmla="*/ 182 w 353"/>
              <a:gd name="T15" fmla="*/ 176 h 354"/>
              <a:gd name="T16" fmla="*/ 215 w 353"/>
              <a:gd name="T17" fmla="*/ 185 h 354"/>
              <a:gd name="T18" fmla="*/ 224 w 353"/>
              <a:gd name="T19" fmla="*/ 173 h 354"/>
              <a:gd name="T20" fmla="*/ 176 w 353"/>
              <a:gd name="T21" fmla="*/ 85 h 354"/>
              <a:gd name="T22" fmla="*/ 172 w 353"/>
              <a:gd name="T23" fmla="*/ 81 h 354"/>
              <a:gd name="T24" fmla="*/ 138 w 353"/>
              <a:gd name="T25" fmla="*/ 73 h 354"/>
              <a:gd name="T26" fmla="*/ 129 w 353"/>
              <a:gd name="T27" fmla="*/ 85 h 354"/>
              <a:gd name="T28" fmla="*/ 146 w 353"/>
              <a:gd name="T29" fmla="*/ 92 h 354"/>
              <a:gd name="T30" fmla="*/ 158 w 353"/>
              <a:gd name="T31" fmla="*/ 173 h 354"/>
              <a:gd name="T32" fmla="*/ 144 w 353"/>
              <a:gd name="T33" fmla="*/ 129 h 354"/>
              <a:gd name="T34" fmla="*/ 153 w 353"/>
              <a:gd name="T35" fmla="*/ 120 h 354"/>
              <a:gd name="T36" fmla="*/ 164 w 353"/>
              <a:gd name="T37" fmla="*/ 129 h 354"/>
              <a:gd name="T38" fmla="*/ 177 w 353"/>
              <a:gd name="T39" fmla="*/ 92 h 354"/>
              <a:gd name="T40" fmla="*/ 321 w 353"/>
              <a:gd name="T41" fmla="*/ 0 h 354"/>
              <a:gd name="T42" fmla="*/ 0 w 353"/>
              <a:gd name="T43" fmla="*/ 33 h 354"/>
              <a:gd name="T44" fmla="*/ 32 w 353"/>
              <a:gd name="T45" fmla="*/ 305 h 354"/>
              <a:gd name="T46" fmla="*/ 144 w 353"/>
              <a:gd name="T47" fmla="*/ 338 h 354"/>
              <a:gd name="T48" fmla="*/ 112 w 353"/>
              <a:gd name="T49" fmla="*/ 346 h 354"/>
              <a:gd name="T50" fmla="*/ 233 w 353"/>
              <a:gd name="T51" fmla="*/ 354 h 354"/>
              <a:gd name="T52" fmla="*/ 233 w 353"/>
              <a:gd name="T53" fmla="*/ 338 h 354"/>
              <a:gd name="T54" fmla="*/ 209 w 353"/>
              <a:gd name="T55" fmla="*/ 305 h 354"/>
              <a:gd name="T56" fmla="*/ 353 w 353"/>
              <a:gd name="T57" fmla="*/ 273 h 354"/>
              <a:gd name="T58" fmla="*/ 321 w 353"/>
              <a:gd name="T59" fmla="*/ 0 h 354"/>
              <a:gd name="T60" fmla="*/ 160 w 353"/>
              <a:gd name="T61" fmla="*/ 338 h 354"/>
              <a:gd name="T62" fmla="*/ 193 w 353"/>
              <a:gd name="T63" fmla="*/ 305 h 354"/>
              <a:gd name="T64" fmla="*/ 337 w 353"/>
              <a:gd name="T65" fmla="*/ 273 h 354"/>
              <a:gd name="T66" fmla="*/ 32 w 353"/>
              <a:gd name="T67" fmla="*/ 289 h 354"/>
              <a:gd name="T68" fmla="*/ 16 w 353"/>
              <a:gd name="T69" fmla="*/ 257 h 354"/>
              <a:gd name="T70" fmla="*/ 337 w 353"/>
              <a:gd name="T71" fmla="*/ 273 h 354"/>
              <a:gd name="T72" fmla="*/ 16 w 353"/>
              <a:gd name="T73" fmla="*/ 241 h 354"/>
              <a:gd name="T74" fmla="*/ 32 w 353"/>
              <a:gd name="T75" fmla="*/ 16 h 354"/>
              <a:gd name="T76" fmla="*/ 337 w 353"/>
              <a:gd name="T77" fmla="*/ 33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353" h="354">
                <a:moveTo>
                  <a:pt x="219" y="170"/>
                </a:moveTo>
                <a:cubicBezTo>
                  <a:pt x="206" y="166"/>
                  <a:pt x="206" y="166"/>
                  <a:pt x="206" y="166"/>
                </a:cubicBezTo>
                <a:cubicBezTo>
                  <a:pt x="217" y="157"/>
                  <a:pt x="225" y="144"/>
                  <a:pt x="225" y="129"/>
                </a:cubicBezTo>
                <a:cubicBezTo>
                  <a:pt x="225" y="109"/>
                  <a:pt x="213" y="92"/>
                  <a:pt x="196" y="85"/>
                </a:cubicBezTo>
                <a:cubicBezTo>
                  <a:pt x="191" y="100"/>
                  <a:pt x="191" y="100"/>
                  <a:pt x="191" y="100"/>
                </a:cubicBezTo>
                <a:cubicBezTo>
                  <a:pt x="202" y="106"/>
                  <a:pt x="209" y="116"/>
                  <a:pt x="209" y="129"/>
                </a:cubicBezTo>
                <a:cubicBezTo>
                  <a:pt x="209" y="139"/>
                  <a:pt x="204" y="148"/>
                  <a:pt x="197" y="154"/>
                </a:cubicBezTo>
                <a:cubicBezTo>
                  <a:pt x="201" y="138"/>
                  <a:pt x="201" y="138"/>
                  <a:pt x="201" y="138"/>
                </a:cubicBezTo>
                <a:cubicBezTo>
                  <a:pt x="201" y="136"/>
                  <a:pt x="201" y="134"/>
                  <a:pt x="200" y="132"/>
                </a:cubicBezTo>
                <a:cubicBezTo>
                  <a:pt x="198" y="128"/>
                  <a:pt x="193" y="126"/>
                  <a:pt x="189" y="129"/>
                </a:cubicBezTo>
                <a:cubicBezTo>
                  <a:pt x="187" y="130"/>
                  <a:pt x="186" y="132"/>
                  <a:pt x="185" y="134"/>
                </a:cubicBezTo>
                <a:cubicBezTo>
                  <a:pt x="177" y="166"/>
                  <a:pt x="177" y="166"/>
                  <a:pt x="177" y="166"/>
                </a:cubicBezTo>
                <a:cubicBezTo>
                  <a:pt x="177" y="166"/>
                  <a:pt x="177" y="166"/>
                  <a:pt x="177" y="166"/>
                </a:cubicBezTo>
                <a:cubicBezTo>
                  <a:pt x="176" y="168"/>
                  <a:pt x="176" y="171"/>
                  <a:pt x="177" y="173"/>
                </a:cubicBezTo>
                <a:cubicBezTo>
                  <a:pt x="178" y="174"/>
                  <a:pt x="180" y="175"/>
                  <a:pt x="182" y="176"/>
                </a:cubicBezTo>
                <a:cubicBezTo>
                  <a:pt x="182" y="176"/>
                  <a:pt x="182" y="176"/>
                  <a:pt x="182" y="176"/>
                </a:cubicBezTo>
                <a:cubicBezTo>
                  <a:pt x="182" y="176"/>
                  <a:pt x="182" y="176"/>
                  <a:pt x="183" y="176"/>
                </a:cubicBezTo>
                <a:cubicBezTo>
                  <a:pt x="215" y="185"/>
                  <a:pt x="215" y="185"/>
                  <a:pt x="215" y="185"/>
                </a:cubicBezTo>
                <a:cubicBezTo>
                  <a:pt x="217" y="186"/>
                  <a:pt x="219" y="185"/>
                  <a:pt x="221" y="184"/>
                </a:cubicBezTo>
                <a:cubicBezTo>
                  <a:pt x="225" y="182"/>
                  <a:pt x="226" y="177"/>
                  <a:pt x="224" y="173"/>
                </a:cubicBezTo>
                <a:cubicBezTo>
                  <a:pt x="223" y="171"/>
                  <a:pt x="221" y="170"/>
                  <a:pt x="219" y="170"/>
                </a:cubicBezTo>
                <a:moveTo>
                  <a:pt x="176" y="85"/>
                </a:moveTo>
                <a:cubicBezTo>
                  <a:pt x="175" y="84"/>
                  <a:pt x="173" y="83"/>
                  <a:pt x="172" y="82"/>
                </a:cubicBezTo>
                <a:cubicBezTo>
                  <a:pt x="172" y="81"/>
                  <a:pt x="172" y="81"/>
                  <a:pt x="172" y="81"/>
                </a:cubicBezTo>
                <a:cubicBezTo>
                  <a:pt x="171" y="81"/>
                  <a:pt x="171" y="81"/>
                  <a:pt x="170" y="81"/>
                </a:cubicBezTo>
                <a:cubicBezTo>
                  <a:pt x="138" y="73"/>
                  <a:pt x="138" y="73"/>
                  <a:pt x="138" y="73"/>
                </a:cubicBezTo>
                <a:cubicBezTo>
                  <a:pt x="136" y="72"/>
                  <a:pt x="134" y="73"/>
                  <a:pt x="132" y="74"/>
                </a:cubicBezTo>
                <a:cubicBezTo>
                  <a:pt x="128" y="76"/>
                  <a:pt x="127" y="81"/>
                  <a:pt x="129" y="85"/>
                </a:cubicBezTo>
                <a:cubicBezTo>
                  <a:pt x="130" y="87"/>
                  <a:pt x="132" y="88"/>
                  <a:pt x="134" y="88"/>
                </a:cubicBezTo>
                <a:cubicBezTo>
                  <a:pt x="146" y="92"/>
                  <a:pt x="146" y="92"/>
                  <a:pt x="146" y="92"/>
                </a:cubicBezTo>
                <a:cubicBezTo>
                  <a:pt x="135" y="100"/>
                  <a:pt x="128" y="114"/>
                  <a:pt x="128" y="129"/>
                </a:cubicBezTo>
                <a:cubicBezTo>
                  <a:pt x="128" y="149"/>
                  <a:pt x="141" y="166"/>
                  <a:pt x="158" y="173"/>
                </a:cubicBezTo>
                <a:cubicBezTo>
                  <a:pt x="162" y="158"/>
                  <a:pt x="162" y="158"/>
                  <a:pt x="162" y="158"/>
                </a:cubicBezTo>
                <a:cubicBezTo>
                  <a:pt x="152" y="152"/>
                  <a:pt x="144" y="141"/>
                  <a:pt x="144" y="129"/>
                </a:cubicBezTo>
                <a:cubicBezTo>
                  <a:pt x="144" y="118"/>
                  <a:pt x="149" y="109"/>
                  <a:pt x="157" y="104"/>
                </a:cubicBezTo>
                <a:cubicBezTo>
                  <a:pt x="153" y="120"/>
                  <a:pt x="153" y="120"/>
                  <a:pt x="153" y="120"/>
                </a:cubicBezTo>
                <a:cubicBezTo>
                  <a:pt x="152" y="122"/>
                  <a:pt x="152" y="124"/>
                  <a:pt x="153" y="126"/>
                </a:cubicBezTo>
                <a:cubicBezTo>
                  <a:pt x="156" y="130"/>
                  <a:pt x="160" y="132"/>
                  <a:pt x="164" y="129"/>
                </a:cubicBezTo>
                <a:cubicBezTo>
                  <a:pt x="166" y="128"/>
                  <a:pt x="168" y="126"/>
                  <a:pt x="168" y="124"/>
                </a:cubicBezTo>
                <a:cubicBezTo>
                  <a:pt x="177" y="92"/>
                  <a:pt x="177" y="92"/>
                  <a:pt x="177" y="92"/>
                </a:cubicBezTo>
                <a:cubicBezTo>
                  <a:pt x="177" y="90"/>
                  <a:pt x="177" y="87"/>
                  <a:pt x="176" y="85"/>
                </a:cubicBezTo>
                <a:moveTo>
                  <a:pt x="321" y="0"/>
                </a:move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5"/>
                  <a:pt x="0" y="33"/>
                </a:cubicBezTo>
                <a:cubicBezTo>
                  <a:pt x="0" y="273"/>
                  <a:pt x="0" y="273"/>
                  <a:pt x="0" y="273"/>
                </a:cubicBezTo>
                <a:cubicBezTo>
                  <a:pt x="0" y="291"/>
                  <a:pt x="14" y="305"/>
                  <a:pt x="32" y="305"/>
                </a:cubicBezTo>
                <a:cubicBezTo>
                  <a:pt x="144" y="305"/>
                  <a:pt x="144" y="305"/>
                  <a:pt x="144" y="305"/>
                </a:cubicBezTo>
                <a:cubicBezTo>
                  <a:pt x="144" y="338"/>
                  <a:pt x="144" y="338"/>
                  <a:pt x="144" y="338"/>
                </a:cubicBezTo>
                <a:cubicBezTo>
                  <a:pt x="120" y="338"/>
                  <a:pt x="120" y="338"/>
                  <a:pt x="120" y="338"/>
                </a:cubicBezTo>
                <a:cubicBezTo>
                  <a:pt x="116" y="338"/>
                  <a:pt x="112" y="341"/>
                  <a:pt x="112" y="346"/>
                </a:cubicBezTo>
                <a:cubicBezTo>
                  <a:pt x="112" y="350"/>
                  <a:pt x="116" y="354"/>
                  <a:pt x="120" y="354"/>
                </a:cubicBezTo>
                <a:cubicBezTo>
                  <a:pt x="233" y="354"/>
                  <a:pt x="233" y="354"/>
                  <a:pt x="233" y="354"/>
                </a:cubicBezTo>
                <a:cubicBezTo>
                  <a:pt x="237" y="354"/>
                  <a:pt x="241" y="350"/>
                  <a:pt x="241" y="346"/>
                </a:cubicBezTo>
                <a:cubicBezTo>
                  <a:pt x="241" y="341"/>
                  <a:pt x="237" y="338"/>
                  <a:pt x="233" y="338"/>
                </a:cubicBezTo>
                <a:cubicBezTo>
                  <a:pt x="209" y="338"/>
                  <a:pt x="209" y="338"/>
                  <a:pt x="209" y="338"/>
                </a:cubicBezTo>
                <a:cubicBezTo>
                  <a:pt x="209" y="305"/>
                  <a:pt x="209" y="305"/>
                  <a:pt x="209" y="305"/>
                </a:cubicBezTo>
                <a:cubicBezTo>
                  <a:pt x="321" y="305"/>
                  <a:pt x="321" y="305"/>
                  <a:pt x="321" y="305"/>
                </a:cubicBezTo>
                <a:cubicBezTo>
                  <a:pt x="339" y="305"/>
                  <a:pt x="353" y="291"/>
                  <a:pt x="353" y="273"/>
                </a:cubicBezTo>
                <a:cubicBezTo>
                  <a:pt x="353" y="33"/>
                  <a:pt x="353" y="33"/>
                  <a:pt x="353" y="33"/>
                </a:cubicBezTo>
                <a:cubicBezTo>
                  <a:pt x="353" y="15"/>
                  <a:pt x="339" y="0"/>
                  <a:pt x="321" y="0"/>
                </a:cubicBezTo>
                <a:moveTo>
                  <a:pt x="193" y="338"/>
                </a:moveTo>
                <a:cubicBezTo>
                  <a:pt x="160" y="338"/>
                  <a:pt x="160" y="338"/>
                  <a:pt x="160" y="338"/>
                </a:cubicBezTo>
                <a:cubicBezTo>
                  <a:pt x="160" y="305"/>
                  <a:pt x="160" y="305"/>
                  <a:pt x="160" y="305"/>
                </a:cubicBezTo>
                <a:cubicBezTo>
                  <a:pt x="193" y="305"/>
                  <a:pt x="193" y="305"/>
                  <a:pt x="193" y="305"/>
                </a:cubicBezTo>
                <a:lnTo>
                  <a:pt x="193" y="338"/>
                </a:lnTo>
                <a:close/>
                <a:moveTo>
                  <a:pt x="337" y="273"/>
                </a:moveTo>
                <a:cubicBezTo>
                  <a:pt x="337" y="282"/>
                  <a:pt x="330" y="289"/>
                  <a:pt x="321" y="289"/>
                </a:cubicBezTo>
                <a:cubicBezTo>
                  <a:pt x="32" y="289"/>
                  <a:pt x="32" y="289"/>
                  <a:pt x="32" y="289"/>
                </a:cubicBezTo>
                <a:cubicBezTo>
                  <a:pt x="23" y="289"/>
                  <a:pt x="16" y="282"/>
                  <a:pt x="16" y="273"/>
                </a:cubicBezTo>
                <a:cubicBezTo>
                  <a:pt x="16" y="257"/>
                  <a:pt x="16" y="257"/>
                  <a:pt x="16" y="257"/>
                </a:cubicBezTo>
                <a:cubicBezTo>
                  <a:pt x="337" y="257"/>
                  <a:pt x="337" y="257"/>
                  <a:pt x="337" y="257"/>
                </a:cubicBezTo>
                <a:lnTo>
                  <a:pt x="337" y="273"/>
                </a:lnTo>
                <a:close/>
                <a:moveTo>
                  <a:pt x="337" y="241"/>
                </a:moveTo>
                <a:cubicBezTo>
                  <a:pt x="16" y="241"/>
                  <a:pt x="16" y="241"/>
                  <a:pt x="16" y="241"/>
                </a:cubicBezTo>
                <a:cubicBezTo>
                  <a:pt x="16" y="33"/>
                  <a:pt x="16" y="33"/>
                  <a:pt x="16" y="33"/>
                </a:cubicBezTo>
                <a:cubicBezTo>
                  <a:pt x="16" y="24"/>
                  <a:pt x="23" y="16"/>
                  <a:pt x="32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4"/>
                  <a:pt x="337" y="33"/>
                </a:cubicBezTo>
                <a:lnTo>
                  <a:pt x="337" y="24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6" name="Freeform 26"/>
          <p:cNvSpPr>
            <a:spLocks noEditPoints="1"/>
          </p:cNvSpPr>
          <p:nvPr/>
        </p:nvSpPr>
        <p:spPr bwMode="auto">
          <a:xfrm>
            <a:off x="1943100" y="3115734"/>
            <a:ext cx="577851" cy="579967"/>
          </a:xfrm>
          <a:custGeom>
            <a:avLst/>
            <a:gdLst>
              <a:gd name="T0" fmla="*/ 209 w 353"/>
              <a:gd name="T1" fmla="*/ 145 h 354"/>
              <a:gd name="T2" fmla="*/ 203 w 353"/>
              <a:gd name="T3" fmla="*/ 147 h 354"/>
              <a:gd name="T4" fmla="*/ 185 w 353"/>
              <a:gd name="T5" fmla="*/ 166 h 354"/>
              <a:gd name="T6" fmla="*/ 185 w 353"/>
              <a:gd name="T7" fmla="*/ 73 h 354"/>
              <a:gd name="T8" fmla="*/ 185 w 353"/>
              <a:gd name="T9" fmla="*/ 73 h 354"/>
              <a:gd name="T10" fmla="*/ 177 w 353"/>
              <a:gd name="T11" fmla="*/ 65 h 354"/>
              <a:gd name="T12" fmla="*/ 169 w 353"/>
              <a:gd name="T13" fmla="*/ 73 h 354"/>
              <a:gd name="T14" fmla="*/ 169 w 353"/>
              <a:gd name="T15" fmla="*/ 166 h 354"/>
              <a:gd name="T16" fmla="*/ 150 w 353"/>
              <a:gd name="T17" fmla="*/ 147 h 354"/>
              <a:gd name="T18" fmla="*/ 145 w 353"/>
              <a:gd name="T19" fmla="*/ 145 h 354"/>
              <a:gd name="T20" fmla="*/ 137 w 353"/>
              <a:gd name="T21" fmla="*/ 153 h 354"/>
              <a:gd name="T22" fmla="*/ 139 w 353"/>
              <a:gd name="T23" fmla="*/ 159 h 354"/>
              <a:gd name="T24" fmla="*/ 171 w 353"/>
              <a:gd name="T25" fmla="*/ 191 h 354"/>
              <a:gd name="T26" fmla="*/ 177 w 353"/>
              <a:gd name="T27" fmla="*/ 193 h 354"/>
              <a:gd name="T28" fmla="*/ 183 w 353"/>
              <a:gd name="T29" fmla="*/ 191 h 354"/>
              <a:gd name="T30" fmla="*/ 215 w 353"/>
              <a:gd name="T31" fmla="*/ 159 h 354"/>
              <a:gd name="T32" fmla="*/ 217 w 353"/>
              <a:gd name="T33" fmla="*/ 153 h 354"/>
              <a:gd name="T34" fmla="*/ 209 w 353"/>
              <a:gd name="T35" fmla="*/ 145 h 354"/>
              <a:gd name="T36" fmla="*/ 321 w 353"/>
              <a:gd name="T37" fmla="*/ 0 h 354"/>
              <a:gd name="T38" fmla="*/ 32 w 353"/>
              <a:gd name="T39" fmla="*/ 0 h 354"/>
              <a:gd name="T40" fmla="*/ 0 w 353"/>
              <a:gd name="T41" fmla="*/ 33 h 354"/>
              <a:gd name="T42" fmla="*/ 0 w 353"/>
              <a:gd name="T43" fmla="*/ 273 h 354"/>
              <a:gd name="T44" fmla="*/ 32 w 353"/>
              <a:gd name="T45" fmla="*/ 305 h 354"/>
              <a:gd name="T46" fmla="*/ 145 w 353"/>
              <a:gd name="T47" fmla="*/ 305 h 354"/>
              <a:gd name="T48" fmla="*/ 145 w 353"/>
              <a:gd name="T49" fmla="*/ 338 h 354"/>
              <a:gd name="T50" fmla="*/ 121 w 353"/>
              <a:gd name="T51" fmla="*/ 338 h 354"/>
              <a:gd name="T52" fmla="*/ 113 w 353"/>
              <a:gd name="T53" fmla="*/ 346 h 354"/>
              <a:gd name="T54" fmla="*/ 121 w 353"/>
              <a:gd name="T55" fmla="*/ 354 h 354"/>
              <a:gd name="T56" fmla="*/ 233 w 353"/>
              <a:gd name="T57" fmla="*/ 354 h 354"/>
              <a:gd name="T58" fmla="*/ 241 w 353"/>
              <a:gd name="T59" fmla="*/ 346 h 354"/>
              <a:gd name="T60" fmla="*/ 233 w 353"/>
              <a:gd name="T61" fmla="*/ 338 h 354"/>
              <a:gd name="T62" fmla="*/ 209 w 353"/>
              <a:gd name="T63" fmla="*/ 338 h 354"/>
              <a:gd name="T64" fmla="*/ 209 w 353"/>
              <a:gd name="T65" fmla="*/ 305 h 354"/>
              <a:gd name="T66" fmla="*/ 321 w 353"/>
              <a:gd name="T67" fmla="*/ 305 h 354"/>
              <a:gd name="T68" fmla="*/ 353 w 353"/>
              <a:gd name="T69" fmla="*/ 273 h 354"/>
              <a:gd name="T70" fmla="*/ 353 w 353"/>
              <a:gd name="T71" fmla="*/ 33 h 354"/>
              <a:gd name="T72" fmla="*/ 321 w 353"/>
              <a:gd name="T73" fmla="*/ 0 h 354"/>
              <a:gd name="T74" fmla="*/ 193 w 353"/>
              <a:gd name="T75" fmla="*/ 338 h 354"/>
              <a:gd name="T76" fmla="*/ 161 w 353"/>
              <a:gd name="T77" fmla="*/ 338 h 354"/>
              <a:gd name="T78" fmla="*/ 161 w 353"/>
              <a:gd name="T79" fmla="*/ 305 h 354"/>
              <a:gd name="T80" fmla="*/ 193 w 353"/>
              <a:gd name="T81" fmla="*/ 305 h 354"/>
              <a:gd name="T82" fmla="*/ 193 w 353"/>
              <a:gd name="T83" fmla="*/ 338 h 354"/>
              <a:gd name="T84" fmla="*/ 337 w 353"/>
              <a:gd name="T85" fmla="*/ 273 h 354"/>
              <a:gd name="T86" fmla="*/ 321 w 353"/>
              <a:gd name="T87" fmla="*/ 289 h 354"/>
              <a:gd name="T88" fmla="*/ 32 w 353"/>
              <a:gd name="T89" fmla="*/ 289 h 354"/>
              <a:gd name="T90" fmla="*/ 16 w 353"/>
              <a:gd name="T91" fmla="*/ 273 h 354"/>
              <a:gd name="T92" fmla="*/ 16 w 353"/>
              <a:gd name="T93" fmla="*/ 257 h 354"/>
              <a:gd name="T94" fmla="*/ 337 w 353"/>
              <a:gd name="T95" fmla="*/ 257 h 354"/>
              <a:gd name="T96" fmla="*/ 337 w 353"/>
              <a:gd name="T97" fmla="*/ 273 h 354"/>
              <a:gd name="T98" fmla="*/ 337 w 353"/>
              <a:gd name="T99" fmla="*/ 241 h 354"/>
              <a:gd name="T100" fmla="*/ 16 w 353"/>
              <a:gd name="T101" fmla="*/ 241 h 354"/>
              <a:gd name="T102" fmla="*/ 16 w 353"/>
              <a:gd name="T103" fmla="*/ 33 h 354"/>
              <a:gd name="T104" fmla="*/ 32 w 353"/>
              <a:gd name="T105" fmla="*/ 16 h 354"/>
              <a:gd name="T106" fmla="*/ 321 w 353"/>
              <a:gd name="T107" fmla="*/ 16 h 354"/>
              <a:gd name="T108" fmla="*/ 337 w 353"/>
              <a:gd name="T109" fmla="*/ 33 h 354"/>
              <a:gd name="T110" fmla="*/ 337 w 353"/>
              <a:gd name="T111" fmla="*/ 241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353" h="354">
                <a:moveTo>
                  <a:pt x="209" y="145"/>
                </a:moveTo>
                <a:cubicBezTo>
                  <a:pt x="207" y="145"/>
                  <a:pt x="205" y="146"/>
                  <a:pt x="203" y="147"/>
                </a:cubicBezTo>
                <a:cubicBezTo>
                  <a:pt x="185" y="166"/>
                  <a:pt x="185" y="166"/>
                  <a:pt x="185" y="166"/>
                </a:cubicBezTo>
                <a:cubicBezTo>
                  <a:pt x="185" y="73"/>
                  <a:pt x="185" y="73"/>
                  <a:pt x="185" y="73"/>
                </a:cubicBezTo>
                <a:cubicBezTo>
                  <a:pt x="185" y="73"/>
                  <a:pt x="185" y="73"/>
                  <a:pt x="185" y="73"/>
                </a:cubicBezTo>
                <a:cubicBezTo>
                  <a:pt x="185" y="68"/>
                  <a:pt x="181" y="65"/>
                  <a:pt x="177" y="65"/>
                </a:cubicBezTo>
                <a:cubicBezTo>
                  <a:pt x="172" y="65"/>
                  <a:pt x="169" y="68"/>
                  <a:pt x="169" y="73"/>
                </a:cubicBezTo>
                <a:cubicBezTo>
                  <a:pt x="169" y="166"/>
                  <a:pt x="169" y="166"/>
                  <a:pt x="169" y="166"/>
                </a:cubicBezTo>
                <a:cubicBezTo>
                  <a:pt x="150" y="147"/>
                  <a:pt x="150" y="147"/>
                  <a:pt x="150" y="147"/>
                </a:cubicBezTo>
                <a:cubicBezTo>
                  <a:pt x="149" y="146"/>
                  <a:pt x="147" y="145"/>
                  <a:pt x="145" y="145"/>
                </a:cubicBezTo>
                <a:cubicBezTo>
                  <a:pt x="140" y="145"/>
                  <a:pt x="137" y="149"/>
                  <a:pt x="137" y="153"/>
                </a:cubicBezTo>
                <a:cubicBezTo>
                  <a:pt x="137" y="155"/>
                  <a:pt x="138" y="157"/>
                  <a:pt x="139" y="159"/>
                </a:cubicBezTo>
                <a:cubicBezTo>
                  <a:pt x="171" y="191"/>
                  <a:pt x="171" y="191"/>
                  <a:pt x="171" y="191"/>
                </a:cubicBezTo>
                <a:cubicBezTo>
                  <a:pt x="173" y="192"/>
                  <a:pt x="175" y="193"/>
                  <a:pt x="177" y="193"/>
                </a:cubicBezTo>
                <a:cubicBezTo>
                  <a:pt x="179" y="193"/>
                  <a:pt x="181" y="192"/>
                  <a:pt x="183" y="191"/>
                </a:cubicBezTo>
                <a:cubicBezTo>
                  <a:pt x="215" y="159"/>
                  <a:pt x="215" y="159"/>
                  <a:pt x="215" y="159"/>
                </a:cubicBezTo>
                <a:cubicBezTo>
                  <a:pt x="216" y="157"/>
                  <a:pt x="217" y="155"/>
                  <a:pt x="217" y="153"/>
                </a:cubicBezTo>
                <a:cubicBezTo>
                  <a:pt x="217" y="149"/>
                  <a:pt x="213" y="145"/>
                  <a:pt x="209" y="145"/>
                </a:cubicBezTo>
                <a:moveTo>
                  <a:pt x="321" y="0"/>
                </a:moveTo>
                <a:cubicBezTo>
                  <a:pt x="32" y="0"/>
                  <a:pt x="32" y="0"/>
                  <a:pt x="32" y="0"/>
                </a:cubicBezTo>
                <a:cubicBezTo>
                  <a:pt x="15" y="0"/>
                  <a:pt x="0" y="15"/>
                  <a:pt x="0" y="33"/>
                </a:cubicBezTo>
                <a:cubicBezTo>
                  <a:pt x="0" y="273"/>
                  <a:pt x="0" y="273"/>
                  <a:pt x="0" y="273"/>
                </a:cubicBezTo>
                <a:cubicBezTo>
                  <a:pt x="0" y="291"/>
                  <a:pt x="15" y="305"/>
                  <a:pt x="32" y="305"/>
                </a:cubicBezTo>
                <a:cubicBezTo>
                  <a:pt x="145" y="305"/>
                  <a:pt x="145" y="305"/>
                  <a:pt x="145" y="305"/>
                </a:cubicBezTo>
                <a:cubicBezTo>
                  <a:pt x="145" y="338"/>
                  <a:pt x="145" y="338"/>
                  <a:pt x="145" y="338"/>
                </a:cubicBezTo>
                <a:cubicBezTo>
                  <a:pt x="121" y="338"/>
                  <a:pt x="121" y="338"/>
                  <a:pt x="121" y="338"/>
                </a:cubicBezTo>
                <a:cubicBezTo>
                  <a:pt x="116" y="338"/>
                  <a:pt x="113" y="341"/>
                  <a:pt x="113" y="346"/>
                </a:cubicBezTo>
                <a:cubicBezTo>
                  <a:pt x="113" y="350"/>
                  <a:pt x="116" y="354"/>
                  <a:pt x="121" y="354"/>
                </a:cubicBezTo>
                <a:cubicBezTo>
                  <a:pt x="233" y="354"/>
                  <a:pt x="233" y="354"/>
                  <a:pt x="233" y="354"/>
                </a:cubicBezTo>
                <a:cubicBezTo>
                  <a:pt x="237" y="354"/>
                  <a:pt x="241" y="350"/>
                  <a:pt x="241" y="346"/>
                </a:cubicBezTo>
                <a:cubicBezTo>
                  <a:pt x="241" y="341"/>
                  <a:pt x="237" y="338"/>
                  <a:pt x="233" y="338"/>
                </a:cubicBezTo>
                <a:cubicBezTo>
                  <a:pt x="209" y="338"/>
                  <a:pt x="209" y="338"/>
                  <a:pt x="209" y="338"/>
                </a:cubicBezTo>
                <a:cubicBezTo>
                  <a:pt x="209" y="305"/>
                  <a:pt x="209" y="305"/>
                  <a:pt x="209" y="305"/>
                </a:cubicBezTo>
                <a:cubicBezTo>
                  <a:pt x="321" y="305"/>
                  <a:pt x="321" y="305"/>
                  <a:pt x="321" y="305"/>
                </a:cubicBezTo>
                <a:cubicBezTo>
                  <a:pt x="339" y="305"/>
                  <a:pt x="353" y="291"/>
                  <a:pt x="353" y="273"/>
                </a:cubicBezTo>
                <a:cubicBezTo>
                  <a:pt x="353" y="33"/>
                  <a:pt x="353" y="33"/>
                  <a:pt x="353" y="33"/>
                </a:cubicBezTo>
                <a:cubicBezTo>
                  <a:pt x="353" y="15"/>
                  <a:pt x="339" y="0"/>
                  <a:pt x="321" y="0"/>
                </a:cubicBezTo>
                <a:moveTo>
                  <a:pt x="193" y="338"/>
                </a:moveTo>
                <a:cubicBezTo>
                  <a:pt x="161" y="338"/>
                  <a:pt x="161" y="338"/>
                  <a:pt x="161" y="338"/>
                </a:cubicBezTo>
                <a:cubicBezTo>
                  <a:pt x="161" y="305"/>
                  <a:pt x="161" y="305"/>
                  <a:pt x="161" y="305"/>
                </a:cubicBezTo>
                <a:cubicBezTo>
                  <a:pt x="193" y="305"/>
                  <a:pt x="193" y="305"/>
                  <a:pt x="193" y="305"/>
                </a:cubicBezTo>
                <a:lnTo>
                  <a:pt x="193" y="338"/>
                </a:lnTo>
                <a:close/>
                <a:moveTo>
                  <a:pt x="337" y="273"/>
                </a:moveTo>
                <a:cubicBezTo>
                  <a:pt x="337" y="282"/>
                  <a:pt x="330" y="289"/>
                  <a:pt x="321" y="289"/>
                </a:cubicBezTo>
                <a:cubicBezTo>
                  <a:pt x="32" y="289"/>
                  <a:pt x="32" y="289"/>
                  <a:pt x="32" y="289"/>
                </a:cubicBezTo>
                <a:cubicBezTo>
                  <a:pt x="23" y="289"/>
                  <a:pt x="16" y="282"/>
                  <a:pt x="16" y="273"/>
                </a:cubicBezTo>
                <a:cubicBezTo>
                  <a:pt x="16" y="257"/>
                  <a:pt x="16" y="257"/>
                  <a:pt x="16" y="257"/>
                </a:cubicBezTo>
                <a:cubicBezTo>
                  <a:pt x="337" y="257"/>
                  <a:pt x="337" y="257"/>
                  <a:pt x="337" y="257"/>
                </a:cubicBezTo>
                <a:lnTo>
                  <a:pt x="337" y="273"/>
                </a:lnTo>
                <a:close/>
                <a:moveTo>
                  <a:pt x="337" y="241"/>
                </a:moveTo>
                <a:cubicBezTo>
                  <a:pt x="16" y="241"/>
                  <a:pt x="16" y="241"/>
                  <a:pt x="16" y="241"/>
                </a:cubicBezTo>
                <a:cubicBezTo>
                  <a:pt x="16" y="33"/>
                  <a:pt x="16" y="33"/>
                  <a:pt x="16" y="33"/>
                </a:cubicBezTo>
                <a:cubicBezTo>
                  <a:pt x="16" y="24"/>
                  <a:pt x="23" y="16"/>
                  <a:pt x="32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4"/>
                  <a:pt x="337" y="33"/>
                </a:cubicBezTo>
                <a:lnTo>
                  <a:pt x="337" y="24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7" name="Freeform 27"/>
          <p:cNvSpPr>
            <a:spLocks noEditPoints="1"/>
          </p:cNvSpPr>
          <p:nvPr/>
        </p:nvSpPr>
        <p:spPr bwMode="auto">
          <a:xfrm>
            <a:off x="3048000" y="3115734"/>
            <a:ext cx="577851" cy="579967"/>
          </a:xfrm>
          <a:custGeom>
            <a:avLst/>
            <a:gdLst>
              <a:gd name="T0" fmla="*/ 182 w 353"/>
              <a:gd name="T1" fmla="*/ 67 h 354"/>
              <a:gd name="T2" fmla="*/ 176 w 353"/>
              <a:gd name="T3" fmla="*/ 65 h 354"/>
              <a:gd name="T4" fmla="*/ 170 w 353"/>
              <a:gd name="T5" fmla="*/ 67 h 354"/>
              <a:gd name="T6" fmla="*/ 138 w 353"/>
              <a:gd name="T7" fmla="*/ 99 h 354"/>
              <a:gd name="T8" fmla="*/ 136 w 353"/>
              <a:gd name="T9" fmla="*/ 105 h 354"/>
              <a:gd name="T10" fmla="*/ 144 w 353"/>
              <a:gd name="T11" fmla="*/ 113 h 354"/>
              <a:gd name="T12" fmla="*/ 150 w 353"/>
              <a:gd name="T13" fmla="*/ 110 h 354"/>
              <a:gd name="T14" fmla="*/ 168 w 353"/>
              <a:gd name="T15" fmla="*/ 92 h 354"/>
              <a:gd name="T16" fmla="*/ 168 w 353"/>
              <a:gd name="T17" fmla="*/ 185 h 354"/>
              <a:gd name="T18" fmla="*/ 176 w 353"/>
              <a:gd name="T19" fmla="*/ 193 h 354"/>
              <a:gd name="T20" fmla="*/ 184 w 353"/>
              <a:gd name="T21" fmla="*/ 185 h 354"/>
              <a:gd name="T22" fmla="*/ 184 w 353"/>
              <a:gd name="T23" fmla="*/ 92 h 354"/>
              <a:gd name="T24" fmla="*/ 203 w 353"/>
              <a:gd name="T25" fmla="*/ 110 h 354"/>
              <a:gd name="T26" fmla="*/ 208 w 353"/>
              <a:gd name="T27" fmla="*/ 113 h 354"/>
              <a:gd name="T28" fmla="*/ 216 w 353"/>
              <a:gd name="T29" fmla="*/ 105 h 354"/>
              <a:gd name="T30" fmla="*/ 214 w 353"/>
              <a:gd name="T31" fmla="*/ 99 h 354"/>
              <a:gd name="T32" fmla="*/ 182 w 353"/>
              <a:gd name="T33" fmla="*/ 67 h 354"/>
              <a:gd name="T34" fmla="*/ 321 w 353"/>
              <a:gd name="T35" fmla="*/ 0 h 354"/>
              <a:gd name="T36" fmla="*/ 32 w 353"/>
              <a:gd name="T37" fmla="*/ 0 h 354"/>
              <a:gd name="T38" fmla="*/ 0 w 353"/>
              <a:gd name="T39" fmla="*/ 33 h 354"/>
              <a:gd name="T40" fmla="*/ 0 w 353"/>
              <a:gd name="T41" fmla="*/ 273 h 354"/>
              <a:gd name="T42" fmla="*/ 32 w 353"/>
              <a:gd name="T43" fmla="*/ 305 h 354"/>
              <a:gd name="T44" fmla="*/ 144 w 353"/>
              <a:gd name="T45" fmla="*/ 305 h 354"/>
              <a:gd name="T46" fmla="*/ 144 w 353"/>
              <a:gd name="T47" fmla="*/ 338 h 354"/>
              <a:gd name="T48" fmla="*/ 120 w 353"/>
              <a:gd name="T49" fmla="*/ 338 h 354"/>
              <a:gd name="T50" fmla="*/ 112 w 353"/>
              <a:gd name="T51" fmla="*/ 346 h 354"/>
              <a:gd name="T52" fmla="*/ 120 w 353"/>
              <a:gd name="T53" fmla="*/ 354 h 354"/>
              <a:gd name="T54" fmla="*/ 232 w 353"/>
              <a:gd name="T55" fmla="*/ 354 h 354"/>
              <a:gd name="T56" fmla="*/ 240 w 353"/>
              <a:gd name="T57" fmla="*/ 346 h 354"/>
              <a:gd name="T58" fmla="*/ 232 w 353"/>
              <a:gd name="T59" fmla="*/ 338 h 354"/>
              <a:gd name="T60" fmla="*/ 208 w 353"/>
              <a:gd name="T61" fmla="*/ 338 h 354"/>
              <a:gd name="T62" fmla="*/ 208 w 353"/>
              <a:gd name="T63" fmla="*/ 305 h 354"/>
              <a:gd name="T64" fmla="*/ 321 w 353"/>
              <a:gd name="T65" fmla="*/ 305 h 354"/>
              <a:gd name="T66" fmla="*/ 353 w 353"/>
              <a:gd name="T67" fmla="*/ 273 h 354"/>
              <a:gd name="T68" fmla="*/ 353 w 353"/>
              <a:gd name="T69" fmla="*/ 33 h 354"/>
              <a:gd name="T70" fmla="*/ 321 w 353"/>
              <a:gd name="T71" fmla="*/ 0 h 354"/>
              <a:gd name="T72" fmla="*/ 192 w 353"/>
              <a:gd name="T73" fmla="*/ 338 h 354"/>
              <a:gd name="T74" fmla="*/ 160 w 353"/>
              <a:gd name="T75" fmla="*/ 338 h 354"/>
              <a:gd name="T76" fmla="*/ 160 w 353"/>
              <a:gd name="T77" fmla="*/ 305 h 354"/>
              <a:gd name="T78" fmla="*/ 192 w 353"/>
              <a:gd name="T79" fmla="*/ 305 h 354"/>
              <a:gd name="T80" fmla="*/ 192 w 353"/>
              <a:gd name="T81" fmla="*/ 338 h 354"/>
              <a:gd name="T82" fmla="*/ 337 w 353"/>
              <a:gd name="T83" fmla="*/ 273 h 354"/>
              <a:gd name="T84" fmla="*/ 321 w 353"/>
              <a:gd name="T85" fmla="*/ 289 h 354"/>
              <a:gd name="T86" fmla="*/ 32 w 353"/>
              <a:gd name="T87" fmla="*/ 289 h 354"/>
              <a:gd name="T88" fmla="*/ 16 w 353"/>
              <a:gd name="T89" fmla="*/ 273 h 354"/>
              <a:gd name="T90" fmla="*/ 16 w 353"/>
              <a:gd name="T91" fmla="*/ 257 h 354"/>
              <a:gd name="T92" fmla="*/ 337 w 353"/>
              <a:gd name="T93" fmla="*/ 257 h 354"/>
              <a:gd name="T94" fmla="*/ 337 w 353"/>
              <a:gd name="T95" fmla="*/ 273 h 354"/>
              <a:gd name="T96" fmla="*/ 337 w 353"/>
              <a:gd name="T97" fmla="*/ 241 h 354"/>
              <a:gd name="T98" fmla="*/ 16 w 353"/>
              <a:gd name="T99" fmla="*/ 241 h 354"/>
              <a:gd name="T100" fmla="*/ 16 w 353"/>
              <a:gd name="T101" fmla="*/ 33 h 354"/>
              <a:gd name="T102" fmla="*/ 32 w 353"/>
              <a:gd name="T103" fmla="*/ 16 h 354"/>
              <a:gd name="T104" fmla="*/ 321 w 353"/>
              <a:gd name="T105" fmla="*/ 16 h 354"/>
              <a:gd name="T106" fmla="*/ 337 w 353"/>
              <a:gd name="T107" fmla="*/ 33 h 354"/>
              <a:gd name="T108" fmla="*/ 337 w 353"/>
              <a:gd name="T109" fmla="*/ 241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353" h="354">
                <a:moveTo>
                  <a:pt x="182" y="67"/>
                </a:moveTo>
                <a:cubicBezTo>
                  <a:pt x="180" y="66"/>
                  <a:pt x="178" y="65"/>
                  <a:pt x="176" y="65"/>
                </a:cubicBezTo>
                <a:cubicBezTo>
                  <a:pt x="174" y="65"/>
                  <a:pt x="172" y="66"/>
                  <a:pt x="170" y="67"/>
                </a:cubicBezTo>
                <a:cubicBezTo>
                  <a:pt x="138" y="99"/>
                  <a:pt x="138" y="99"/>
                  <a:pt x="138" y="99"/>
                </a:cubicBezTo>
                <a:cubicBezTo>
                  <a:pt x="137" y="101"/>
                  <a:pt x="136" y="103"/>
                  <a:pt x="136" y="105"/>
                </a:cubicBezTo>
                <a:cubicBezTo>
                  <a:pt x="136" y="109"/>
                  <a:pt x="140" y="113"/>
                  <a:pt x="144" y="113"/>
                </a:cubicBezTo>
                <a:cubicBezTo>
                  <a:pt x="146" y="113"/>
                  <a:pt x="148" y="112"/>
                  <a:pt x="150" y="110"/>
                </a:cubicBezTo>
                <a:cubicBezTo>
                  <a:pt x="168" y="92"/>
                  <a:pt x="168" y="92"/>
                  <a:pt x="168" y="92"/>
                </a:cubicBezTo>
                <a:cubicBezTo>
                  <a:pt x="168" y="185"/>
                  <a:pt x="168" y="185"/>
                  <a:pt x="168" y="185"/>
                </a:cubicBezTo>
                <a:cubicBezTo>
                  <a:pt x="168" y="189"/>
                  <a:pt x="172" y="193"/>
                  <a:pt x="176" y="193"/>
                </a:cubicBezTo>
                <a:cubicBezTo>
                  <a:pt x="181" y="193"/>
                  <a:pt x="184" y="189"/>
                  <a:pt x="184" y="185"/>
                </a:cubicBezTo>
                <a:cubicBezTo>
                  <a:pt x="184" y="92"/>
                  <a:pt x="184" y="92"/>
                  <a:pt x="184" y="92"/>
                </a:cubicBezTo>
                <a:cubicBezTo>
                  <a:pt x="203" y="110"/>
                  <a:pt x="203" y="110"/>
                  <a:pt x="203" y="110"/>
                </a:cubicBezTo>
                <a:cubicBezTo>
                  <a:pt x="204" y="112"/>
                  <a:pt x="206" y="113"/>
                  <a:pt x="208" y="113"/>
                </a:cubicBezTo>
                <a:cubicBezTo>
                  <a:pt x="213" y="113"/>
                  <a:pt x="216" y="109"/>
                  <a:pt x="216" y="105"/>
                </a:cubicBezTo>
                <a:cubicBezTo>
                  <a:pt x="216" y="103"/>
                  <a:pt x="215" y="101"/>
                  <a:pt x="214" y="99"/>
                </a:cubicBezTo>
                <a:lnTo>
                  <a:pt x="182" y="67"/>
                </a:lnTo>
                <a:close/>
                <a:moveTo>
                  <a:pt x="321" y="0"/>
                </a:move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5"/>
                  <a:pt x="0" y="33"/>
                </a:cubicBezTo>
                <a:cubicBezTo>
                  <a:pt x="0" y="273"/>
                  <a:pt x="0" y="273"/>
                  <a:pt x="0" y="273"/>
                </a:cubicBezTo>
                <a:cubicBezTo>
                  <a:pt x="0" y="291"/>
                  <a:pt x="14" y="305"/>
                  <a:pt x="32" y="305"/>
                </a:cubicBezTo>
                <a:cubicBezTo>
                  <a:pt x="144" y="305"/>
                  <a:pt x="144" y="305"/>
                  <a:pt x="144" y="305"/>
                </a:cubicBezTo>
                <a:cubicBezTo>
                  <a:pt x="144" y="338"/>
                  <a:pt x="144" y="338"/>
                  <a:pt x="144" y="338"/>
                </a:cubicBezTo>
                <a:cubicBezTo>
                  <a:pt x="120" y="338"/>
                  <a:pt x="120" y="338"/>
                  <a:pt x="120" y="338"/>
                </a:cubicBezTo>
                <a:cubicBezTo>
                  <a:pt x="116" y="338"/>
                  <a:pt x="112" y="341"/>
                  <a:pt x="112" y="346"/>
                </a:cubicBezTo>
                <a:cubicBezTo>
                  <a:pt x="112" y="350"/>
                  <a:pt x="116" y="354"/>
                  <a:pt x="120" y="354"/>
                </a:cubicBezTo>
                <a:cubicBezTo>
                  <a:pt x="232" y="354"/>
                  <a:pt x="232" y="354"/>
                  <a:pt x="232" y="354"/>
                </a:cubicBezTo>
                <a:cubicBezTo>
                  <a:pt x="237" y="354"/>
                  <a:pt x="240" y="350"/>
                  <a:pt x="240" y="346"/>
                </a:cubicBezTo>
                <a:cubicBezTo>
                  <a:pt x="240" y="341"/>
                  <a:pt x="237" y="338"/>
                  <a:pt x="232" y="338"/>
                </a:cubicBezTo>
                <a:cubicBezTo>
                  <a:pt x="208" y="338"/>
                  <a:pt x="208" y="338"/>
                  <a:pt x="208" y="338"/>
                </a:cubicBezTo>
                <a:cubicBezTo>
                  <a:pt x="208" y="305"/>
                  <a:pt x="208" y="305"/>
                  <a:pt x="208" y="305"/>
                </a:cubicBezTo>
                <a:cubicBezTo>
                  <a:pt x="321" y="305"/>
                  <a:pt x="321" y="305"/>
                  <a:pt x="321" y="305"/>
                </a:cubicBezTo>
                <a:cubicBezTo>
                  <a:pt x="338" y="305"/>
                  <a:pt x="353" y="291"/>
                  <a:pt x="353" y="273"/>
                </a:cubicBezTo>
                <a:cubicBezTo>
                  <a:pt x="353" y="33"/>
                  <a:pt x="353" y="33"/>
                  <a:pt x="353" y="33"/>
                </a:cubicBezTo>
                <a:cubicBezTo>
                  <a:pt x="353" y="15"/>
                  <a:pt x="338" y="0"/>
                  <a:pt x="321" y="0"/>
                </a:cubicBezTo>
                <a:moveTo>
                  <a:pt x="192" y="338"/>
                </a:moveTo>
                <a:cubicBezTo>
                  <a:pt x="160" y="338"/>
                  <a:pt x="160" y="338"/>
                  <a:pt x="160" y="338"/>
                </a:cubicBezTo>
                <a:cubicBezTo>
                  <a:pt x="160" y="305"/>
                  <a:pt x="160" y="305"/>
                  <a:pt x="160" y="305"/>
                </a:cubicBezTo>
                <a:cubicBezTo>
                  <a:pt x="192" y="305"/>
                  <a:pt x="192" y="305"/>
                  <a:pt x="192" y="305"/>
                </a:cubicBezTo>
                <a:lnTo>
                  <a:pt x="192" y="338"/>
                </a:lnTo>
                <a:close/>
                <a:moveTo>
                  <a:pt x="337" y="273"/>
                </a:moveTo>
                <a:cubicBezTo>
                  <a:pt x="337" y="282"/>
                  <a:pt x="330" y="289"/>
                  <a:pt x="321" y="289"/>
                </a:cubicBezTo>
                <a:cubicBezTo>
                  <a:pt x="32" y="289"/>
                  <a:pt x="32" y="289"/>
                  <a:pt x="32" y="289"/>
                </a:cubicBezTo>
                <a:cubicBezTo>
                  <a:pt x="23" y="289"/>
                  <a:pt x="16" y="282"/>
                  <a:pt x="16" y="273"/>
                </a:cubicBezTo>
                <a:cubicBezTo>
                  <a:pt x="16" y="257"/>
                  <a:pt x="16" y="257"/>
                  <a:pt x="16" y="257"/>
                </a:cubicBezTo>
                <a:cubicBezTo>
                  <a:pt x="337" y="257"/>
                  <a:pt x="337" y="257"/>
                  <a:pt x="337" y="257"/>
                </a:cubicBezTo>
                <a:lnTo>
                  <a:pt x="337" y="273"/>
                </a:lnTo>
                <a:close/>
                <a:moveTo>
                  <a:pt x="337" y="241"/>
                </a:moveTo>
                <a:cubicBezTo>
                  <a:pt x="16" y="241"/>
                  <a:pt x="16" y="241"/>
                  <a:pt x="16" y="241"/>
                </a:cubicBezTo>
                <a:cubicBezTo>
                  <a:pt x="16" y="33"/>
                  <a:pt x="16" y="33"/>
                  <a:pt x="16" y="33"/>
                </a:cubicBezTo>
                <a:cubicBezTo>
                  <a:pt x="16" y="24"/>
                  <a:pt x="23" y="16"/>
                  <a:pt x="32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4"/>
                  <a:pt x="337" y="33"/>
                </a:cubicBezTo>
                <a:lnTo>
                  <a:pt x="337" y="24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8" name="Freeform 28"/>
          <p:cNvSpPr>
            <a:spLocks noEditPoints="1"/>
          </p:cNvSpPr>
          <p:nvPr/>
        </p:nvSpPr>
        <p:spPr bwMode="auto">
          <a:xfrm>
            <a:off x="4150785" y="3115734"/>
            <a:ext cx="579967" cy="579967"/>
          </a:xfrm>
          <a:custGeom>
            <a:avLst/>
            <a:gdLst>
              <a:gd name="T0" fmla="*/ 233 w 353"/>
              <a:gd name="T1" fmla="*/ 121 h 354"/>
              <a:gd name="T2" fmla="*/ 140 w 353"/>
              <a:gd name="T3" fmla="*/ 121 h 354"/>
              <a:gd name="T4" fmla="*/ 158 w 353"/>
              <a:gd name="T5" fmla="*/ 102 h 354"/>
              <a:gd name="T6" fmla="*/ 160 w 353"/>
              <a:gd name="T7" fmla="*/ 97 h 354"/>
              <a:gd name="T8" fmla="*/ 152 w 353"/>
              <a:gd name="T9" fmla="*/ 89 h 354"/>
              <a:gd name="T10" fmla="*/ 147 w 353"/>
              <a:gd name="T11" fmla="*/ 91 h 354"/>
              <a:gd name="T12" fmla="*/ 115 w 353"/>
              <a:gd name="T13" fmla="*/ 123 h 354"/>
              <a:gd name="T14" fmla="*/ 112 w 353"/>
              <a:gd name="T15" fmla="*/ 129 h 354"/>
              <a:gd name="T16" fmla="*/ 115 w 353"/>
              <a:gd name="T17" fmla="*/ 135 h 354"/>
              <a:gd name="T18" fmla="*/ 147 w 353"/>
              <a:gd name="T19" fmla="*/ 167 h 354"/>
              <a:gd name="T20" fmla="*/ 152 w 353"/>
              <a:gd name="T21" fmla="*/ 169 h 354"/>
              <a:gd name="T22" fmla="*/ 160 w 353"/>
              <a:gd name="T23" fmla="*/ 161 h 354"/>
              <a:gd name="T24" fmla="*/ 158 w 353"/>
              <a:gd name="T25" fmla="*/ 155 h 354"/>
              <a:gd name="T26" fmla="*/ 140 w 353"/>
              <a:gd name="T27" fmla="*/ 137 h 354"/>
              <a:gd name="T28" fmla="*/ 233 w 353"/>
              <a:gd name="T29" fmla="*/ 137 h 354"/>
              <a:gd name="T30" fmla="*/ 241 w 353"/>
              <a:gd name="T31" fmla="*/ 129 h 354"/>
              <a:gd name="T32" fmla="*/ 233 w 353"/>
              <a:gd name="T33" fmla="*/ 121 h 354"/>
              <a:gd name="T34" fmla="*/ 321 w 353"/>
              <a:gd name="T35" fmla="*/ 0 h 354"/>
              <a:gd name="T36" fmla="*/ 32 w 353"/>
              <a:gd name="T37" fmla="*/ 0 h 354"/>
              <a:gd name="T38" fmla="*/ 0 w 353"/>
              <a:gd name="T39" fmla="*/ 33 h 354"/>
              <a:gd name="T40" fmla="*/ 0 w 353"/>
              <a:gd name="T41" fmla="*/ 273 h 354"/>
              <a:gd name="T42" fmla="*/ 32 w 353"/>
              <a:gd name="T43" fmla="*/ 305 h 354"/>
              <a:gd name="T44" fmla="*/ 144 w 353"/>
              <a:gd name="T45" fmla="*/ 305 h 354"/>
              <a:gd name="T46" fmla="*/ 144 w 353"/>
              <a:gd name="T47" fmla="*/ 338 h 354"/>
              <a:gd name="T48" fmla="*/ 120 w 353"/>
              <a:gd name="T49" fmla="*/ 338 h 354"/>
              <a:gd name="T50" fmla="*/ 112 w 353"/>
              <a:gd name="T51" fmla="*/ 346 h 354"/>
              <a:gd name="T52" fmla="*/ 120 w 353"/>
              <a:gd name="T53" fmla="*/ 354 h 354"/>
              <a:gd name="T54" fmla="*/ 233 w 353"/>
              <a:gd name="T55" fmla="*/ 354 h 354"/>
              <a:gd name="T56" fmla="*/ 241 w 353"/>
              <a:gd name="T57" fmla="*/ 346 h 354"/>
              <a:gd name="T58" fmla="*/ 233 w 353"/>
              <a:gd name="T59" fmla="*/ 338 h 354"/>
              <a:gd name="T60" fmla="*/ 209 w 353"/>
              <a:gd name="T61" fmla="*/ 338 h 354"/>
              <a:gd name="T62" fmla="*/ 209 w 353"/>
              <a:gd name="T63" fmla="*/ 305 h 354"/>
              <a:gd name="T64" fmla="*/ 321 w 353"/>
              <a:gd name="T65" fmla="*/ 305 h 354"/>
              <a:gd name="T66" fmla="*/ 353 w 353"/>
              <a:gd name="T67" fmla="*/ 273 h 354"/>
              <a:gd name="T68" fmla="*/ 353 w 353"/>
              <a:gd name="T69" fmla="*/ 33 h 354"/>
              <a:gd name="T70" fmla="*/ 321 w 353"/>
              <a:gd name="T71" fmla="*/ 0 h 354"/>
              <a:gd name="T72" fmla="*/ 193 w 353"/>
              <a:gd name="T73" fmla="*/ 338 h 354"/>
              <a:gd name="T74" fmla="*/ 160 w 353"/>
              <a:gd name="T75" fmla="*/ 338 h 354"/>
              <a:gd name="T76" fmla="*/ 160 w 353"/>
              <a:gd name="T77" fmla="*/ 305 h 354"/>
              <a:gd name="T78" fmla="*/ 193 w 353"/>
              <a:gd name="T79" fmla="*/ 305 h 354"/>
              <a:gd name="T80" fmla="*/ 193 w 353"/>
              <a:gd name="T81" fmla="*/ 338 h 354"/>
              <a:gd name="T82" fmla="*/ 337 w 353"/>
              <a:gd name="T83" fmla="*/ 273 h 354"/>
              <a:gd name="T84" fmla="*/ 321 w 353"/>
              <a:gd name="T85" fmla="*/ 289 h 354"/>
              <a:gd name="T86" fmla="*/ 32 w 353"/>
              <a:gd name="T87" fmla="*/ 289 h 354"/>
              <a:gd name="T88" fmla="*/ 16 w 353"/>
              <a:gd name="T89" fmla="*/ 273 h 354"/>
              <a:gd name="T90" fmla="*/ 16 w 353"/>
              <a:gd name="T91" fmla="*/ 257 h 354"/>
              <a:gd name="T92" fmla="*/ 337 w 353"/>
              <a:gd name="T93" fmla="*/ 257 h 354"/>
              <a:gd name="T94" fmla="*/ 337 w 353"/>
              <a:gd name="T95" fmla="*/ 273 h 354"/>
              <a:gd name="T96" fmla="*/ 337 w 353"/>
              <a:gd name="T97" fmla="*/ 241 h 354"/>
              <a:gd name="T98" fmla="*/ 16 w 353"/>
              <a:gd name="T99" fmla="*/ 241 h 354"/>
              <a:gd name="T100" fmla="*/ 16 w 353"/>
              <a:gd name="T101" fmla="*/ 33 h 354"/>
              <a:gd name="T102" fmla="*/ 32 w 353"/>
              <a:gd name="T103" fmla="*/ 16 h 354"/>
              <a:gd name="T104" fmla="*/ 321 w 353"/>
              <a:gd name="T105" fmla="*/ 16 h 354"/>
              <a:gd name="T106" fmla="*/ 337 w 353"/>
              <a:gd name="T107" fmla="*/ 33 h 354"/>
              <a:gd name="T108" fmla="*/ 337 w 353"/>
              <a:gd name="T109" fmla="*/ 241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353" h="354">
                <a:moveTo>
                  <a:pt x="233" y="121"/>
                </a:moveTo>
                <a:cubicBezTo>
                  <a:pt x="140" y="121"/>
                  <a:pt x="140" y="121"/>
                  <a:pt x="140" y="121"/>
                </a:cubicBezTo>
                <a:cubicBezTo>
                  <a:pt x="158" y="102"/>
                  <a:pt x="158" y="102"/>
                  <a:pt x="158" y="102"/>
                </a:cubicBezTo>
                <a:cubicBezTo>
                  <a:pt x="160" y="101"/>
                  <a:pt x="160" y="99"/>
                  <a:pt x="160" y="97"/>
                </a:cubicBezTo>
                <a:cubicBezTo>
                  <a:pt x="160" y="92"/>
                  <a:pt x="157" y="89"/>
                  <a:pt x="152" y="89"/>
                </a:cubicBezTo>
                <a:cubicBezTo>
                  <a:pt x="150" y="89"/>
                  <a:pt x="148" y="90"/>
                  <a:pt x="147" y="91"/>
                </a:cubicBezTo>
                <a:cubicBezTo>
                  <a:pt x="115" y="123"/>
                  <a:pt x="115" y="123"/>
                  <a:pt x="115" y="123"/>
                </a:cubicBezTo>
                <a:cubicBezTo>
                  <a:pt x="113" y="125"/>
                  <a:pt x="112" y="127"/>
                  <a:pt x="112" y="129"/>
                </a:cubicBezTo>
                <a:cubicBezTo>
                  <a:pt x="112" y="131"/>
                  <a:pt x="113" y="133"/>
                  <a:pt x="115" y="135"/>
                </a:cubicBezTo>
                <a:cubicBezTo>
                  <a:pt x="147" y="167"/>
                  <a:pt x="147" y="167"/>
                  <a:pt x="147" y="167"/>
                </a:cubicBezTo>
                <a:cubicBezTo>
                  <a:pt x="148" y="168"/>
                  <a:pt x="150" y="169"/>
                  <a:pt x="152" y="169"/>
                </a:cubicBezTo>
                <a:cubicBezTo>
                  <a:pt x="157" y="169"/>
                  <a:pt x="160" y="165"/>
                  <a:pt x="160" y="161"/>
                </a:cubicBezTo>
                <a:cubicBezTo>
                  <a:pt x="160" y="159"/>
                  <a:pt x="160" y="157"/>
                  <a:pt x="158" y="155"/>
                </a:cubicBezTo>
                <a:cubicBezTo>
                  <a:pt x="140" y="137"/>
                  <a:pt x="140" y="137"/>
                  <a:pt x="140" y="137"/>
                </a:cubicBezTo>
                <a:cubicBezTo>
                  <a:pt x="233" y="137"/>
                  <a:pt x="233" y="137"/>
                  <a:pt x="233" y="137"/>
                </a:cubicBezTo>
                <a:cubicBezTo>
                  <a:pt x="237" y="137"/>
                  <a:pt x="241" y="133"/>
                  <a:pt x="241" y="129"/>
                </a:cubicBezTo>
                <a:cubicBezTo>
                  <a:pt x="241" y="124"/>
                  <a:pt x="237" y="121"/>
                  <a:pt x="233" y="121"/>
                </a:cubicBezTo>
                <a:moveTo>
                  <a:pt x="321" y="0"/>
                </a:move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5"/>
                  <a:pt x="0" y="33"/>
                </a:cubicBezTo>
                <a:cubicBezTo>
                  <a:pt x="0" y="273"/>
                  <a:pt x="0" y="273"/>
                  <a:pt x="0" y="273"/>
                </a:cubicBezTo>
                <a:cubicBezTo>
                  <a:pt x="0" y="291"/>
                  <a:pt x="14" y="305"/>
                  <a:pt x="32" y="305"/>
                </a:cubicBezTo>
                <a:cubicBezTo>
                  <a:pt x="144" y="305"/>
                  <a:pt x="144" y="305"/>
                  <a:pt x="144" y="305"/>
                </a:cubicBezTo>
                <a:cubicBezTo>
                  <a:pt x="144" y="338"/>
                  <a:pt x="144" y="338"/>
                  <a:pt x="144" y="338"/>
                </a:cubicBezTo>
                <a:cubicBezTo>
                  <a:pt x="120" y="338"/>
                  <a:pt x="120" y="338"/>
                  <a:pt x="120" y="338"/>
                </a:cubicBezTo>
                <a:cubicBezTo>
                  <a:pt x="116" y="338"/>
                  <a:pt x="112" y="341"/>
                  <a:pt x="112" y="346"/>
                </a:cubicBezTo>
                <a:cubicBezTo>
                  <a:pt x="112" y="350"/>
                  <a:pt x="116" y="354"/>
                  <a:pt x="120" y="354"/>
                </a:cubicBezTo>
                <a:cubicBezTo>
                  <a:pt x="233" y="354"/>
                  <a:pt x="233" y="354"/>
                  <a:pt x="233" y="354"/>
                </a:cubicBezTo>
                <a:cubicBezTo>
                  <a:pt x="237" y="354"/>
                  <a:pt x="241" y="350"/>
                  <a:pt x="241" y="346"/>
                </a:cubicBezTo>
                <a:cubicBezTo>
                  <a:pt x="241" y="341"/>
                  <a:pt x="237" y="338"/>
                  <a:pt x="233" y="338"/>
                </a:cubicBezTo>
                <a:cubicBezTo>
                  <a:pt x="209" y="338"/>
                  <a:pt x="209" y="338"/>
                  <a:pt x="209" y="338"/>
                </a:cubicBezTo>
                <a:cubicBezTo>
                  <a:pt x="209" y="305"/>
                  <a:pt x="209" y="305"/>
                  <a:pt x="209" y="305"/>
                </a:cubicBezTo>
                <a:cubicBezTo>
                  <a:pt x="321" y="305"/>
                  <a:pt x="321" y="305"/>
                  <a:pt x="321" y="305"/>
                </a:cubicBezTo>
                <a:cubicBezTo>
                  <a:pt x="339" y="305"/>
                  <a:pt x="353" y="291"/>
                  <a:pt x="353" y="273"/>
                </a:cubicBezTo>
                <a:cubicBezTo>
                  <a:pt x="353" y="33"/>
                  <a:pt x="353" y="33"/>
                  <a:pt x="353" y="33"/>
                </a:cubicBezTo>
                <a:cubicBezTo>
                  <a:pt x="353" y="15"/>
                  <a:pt x="339" y="0"/>
                  <a:pt x="321" y="0"/>
                </a:cubicBezTo>
                <a:moveTo>
                  <a:pt x="193" y="338"/>
                </a:moveTo>
                <a:cubicBezTo>
                  <a:pt x="160" y="338"/>
                  <a:pt x="160" y="338"/>
                  <a:pt x="160" y="338"/>
                </a:cubicBezTo>
                <a:cubicBezTo>
                  <a:pt x="160" y="305"/>
                  <a:pt x="160" y="305"/>
                  <a:pt x="160" y="305"/>
                </a:cubicBezTo>
                <a:cubicBezTo>
                  <a:pt x="193" y="305"/>
                  <a:pt x="193" y="305"/>
                  <a:pt x="193" y="305"/>
                </a:cubicBezTo>
                <a:lnTo>
                  <a:pt x="193" y="338"/>
                </a:lnTo>
                <a:close/>
                <a:moveTo>
                  <a:pt x="337" y="273"/>
                </a:moveTo>
                <a:cubicBezTo>
                  <a:pt x="337" y="282"/>
                  <a:pt x="330" y="289"/>
                  <a:pt x="321" y="289"/>
                </a:cubicBezTo>
                <a:cubicBezTo>
                  <a:pt x="32" y="289"/>
                  <a:pt x="32" y="289"/>
                  <a:pt x="32" y="289"/>
                </a:cubicBezTo>
                <a:cubicBezTo>
                  <a:pt x="23" y="289"/>
                  <a:pt x="16" y="282"/>
                  <a:pt x="16" y="273"/>
                </a:cubicBezTo>
                <a:cubicBezTo>
                  <a:pt x="16" y="257"/>
                  <a:pt x="16" y="257"/>
                  <a:pt x="16" y="257"/>
                </a:cubicBezTo>
                <a:cubicBezTo>
                  <a:pt x="337" y="257"/>
                  <a:pt x="337" y="257"/>
                  <a:pt x="337" y="257"/>
                </a:cubicBezTo>
                <a:lnTo>
                  <a:pt x="337" y="273"/>
                </a:lnTo>
                <a:close/>
                <a:moveTo>
                  <a:pt x="337" y="241"/>
                </a:moveTo>
                <a:cubicBezTo>
                  <a:pt x="16" y="241"/>
                  <a:pt x="16" y="241"/>
                  <a:pt x="16" y="241"/>
                </a:cubicBezTo>
                <a:cubicBezTo>
                  <a:pt x="16" y="33"/>
                  <a:pt x="16" y="33"/>
                  <a:pt x="16" y="33"/>
                </a:cubicBezTo>
                <a:cubicBezTo>
                  <a:pt x="16" y="24"/>
                  <a:pt x="23" y="16"/>
                  <a:pt x="32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4"/>
                  <a:pt x="337" y="33"/>
                </a:cubicBezTo>
                <a:lnTo>
                  <a:pt x="337" y="24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9" name="Freeform 29"/>
          <p:cNvSpPr>
            <a:spLocks noEditPoints="1"/>
          </p:cNvSpPr>
          <p:nvPr/>
        </p:nvSpPr>
        <p:spPr bwMode="auto">
          <a:xfrm>
            <a:off x="5255684" y="3115734"/>
            <a:ext cx="577851" cy="579967"/>
          </a:xfrm>
          <a:custGeom>
            <a:avLst/>
            <a:gdLst>
              <a:gd name="T0" fmla="*/ 321 w 353"/>
              <a:gd name="T1" fmla="*/ 0 h 354"/>
              <a:gd name="T2" fmla="*/ 32 w 353"/>
              <a:gd name="T3" fmla="*/ 0 h 354"/>
              <a:gd name="T4" fmla="*/ 0 w 353"/>
              <a:gd name="T5" fmla="*/ 33 h 354"/>
              <a:gd name="T6" fmla="*/ 0 w 353"/>
              <a:gd name="T7" fmla="*/ 273 h 354"/>
              <a:gd name="T8" fmla="*/ 32 w 353"/>
              <a:gd name="T9" fmla="*/ 305 h 354"/>
              <a:gd name="T10" fmla="*/ 145 w 353"/>
              <a:gd name="T11" fmla="*/ 305 h 354"/>
              <a:gd name="T12" fmla="*/ 145 w 353"/>
              <a:gd name="T13" fmla="*/ 338 h 354"/>
              <a:gd name="T14" fmla="*/ 121 w 353"/>
              <a:gd name="T15" fmla="*/ 338 h 354"/>
              <a:gd name="T16" fmla="*/ 113 w 353"/>
              <a:gd name="T17" fmla="*/ 346 h 354"/>
              <a:gd name="T18" fmla="*/ 121 w 353"/>
              <a:gd name="T19" fmla="*/ 354 h 354"/>
              <a:gd name="T20" fmla="*/ 233 w 353"/>
              <a:gd name="T21" fmla="*/ 354 h 354"/>
              <a:gd name="T22" fmla="*/ 241 w 353"/>
              <a:gd name="T23" fmla="*/ 346 h 354"/>
              <a:gd name="T24" fmla="*/ 233 w 353"/>
              <a:gd name="T25" fmla="*/ 338 h 354"/>
              <a:gd name="T26" fmla="*/ 209 w 353"/>
              <a:gd name="T27" fmla="*/ 338 h 354"/>
              <a:gd name="T28" fmla="*/ 209 w 353"/>
              <a:gd name="T29" fmla="*/ 305 h 354"/>
              <a:gd name="T30" fmla="*/ 321 w 353"/>
              <a:gd name="T31" fmla="*/ 305 h 354"/>
              <a:gd name="T32" fmla="*/ 353 w 353"/>
              <a:gd name="T33" fmla="*/ 273 h 354"/>
              <a:gd name="T34" fmla="*/ 353 w 353"/>
              <a:gd name="T35" fmla="*/ 33 h 354"/>
              <a:gd name="T36" fmla="*/ 321 w 353"/>
              <a:gd name="T37" fmla="*/ 0 h 354"/>
              <a:gd name="T38" fmla="*/ 193 w 353"/>
              <a:gd name="T39" fmla="*/ 338 h 354"/>
              <a:gd name="T40" fmla="*/ 161 w 353"/>
              <a:gd name="T41" fmla="*/ 338 h 354"/>
              <a:gd name="T42" fmla="*/ 161 w 353"/>
              <a:gd name="T43" fmla="*/ 305 h 354"/>
              <a:gd name="T44" fmla="*/ 193 w 353"/>
              <a:gd name="T45" fmla="*/ 305 h 354"/>
              <a:gd name="T46" fmla="*/ 193 w 353"/>
              <a:gd name="T47" fmla="*/ 338 h 354"/>
              <a:gd name="T48" fmla="*/ 337 w 353"/>
              <a:gd name="T49" fmla="*/ 273 h 354"/>
              <a:gd name="T50" fmla="*/ 321 w 353"/>
              <a:gd name="T51" fmla="*/ 289 h 354"/>
              <a:gd name="T52" fmla="*/ 32 w 353"/>
              <a:gd name="T53" fmla="*/ 289 h 354"/>
              <a:gd name="T54" fmla="*/ 16 w 353"/>
              <a:gd name="T55" fmla="*/ 273 h 354"/>
              <a:gd name="T56" fmla="*/ 16 w 353"/>
              <a:gd name="T57" fmla="*/ 257 h 354"/>
              <a:gd name="T58" fmla="*/ 337 w 353"/>
              <a:gd name="T59" fmla="*/ 257 h 354"/>
              <a:gd name="T60" fmla="*/ 337 w 353"/>
              <a:gd name="T61" fmla="*/ 273 h 354"/>
              <a:gd name="T62" fmla="*/ 337 w 353"/>
              <a:gd name="T63" fmla="*/ 241 h 354"/>
              <a:gd name="T64" fmla="*/ 16 w 353"/>
              <a:gd name="T65" fmla="*/ 241 h 354"/>
              <a:gd name="T66" fmla="*/ 16 w 353"/>
              <a:gd name="T67" fmla="*/ 33 h 354"/>
              <a:gd name="T68" fmla="*/ 32 w 353"/>
              <a:gd name="T69" fmla="*/ 16 h 354"/>
              <a:gd name="T70" fmla="*/ 321 w 353"/>
              <a:gd name="T71" fmla="*/ 16 h 354"/>
              <a:gd name="T72" fmla="*/ 337 w 353"/>
              <a:gd name="T73" fmla="*/ 33 h 354"/>
              <a:gd name="T74" fmla="*/ 337 w 353"/>
              <a:gd name="T75" fmla="*/ 241 h 354"/>
              <a:gd name="T76" fmla="*/ 239 w 353"/>
              <a:gd name="T77" fmla="*/ 123 h 354"/>
              <a:gd name="T78" fmla="*/ 207 w 353"/>
              <a:gd name="T79" fmla="*/ 91 h 354"/>
              <a:gd name="T80" fmla="*/ 201 w 353"/>
              <a:gd name="T81" fmla="*/ 89 h 354"/>
              <a:gd name="T82" fmla="*/ 193 w 353"/>
              <a:gd name="T83" fmla="*/ 97 h 354"/>
              <a:gd name="T84" fmla="*/ 195 w 353"/>
              <a:gd name="T85" fmla="*/ 102 h 354"/>
              <a:gd name="T86" fmla="*/ 214 w 353"/>
              <a:gd name="T87" fmla="*/ 121 h 354"/>
              <a:gd name="T88" fmla="*/ 121 w 353"/>
              <a:gd name="T89" fmla="*/ 121 h 354"/>
              <a:gd name="T90" fmla="*/ 113 w 353"/>
              <a:gd name="T91" fmla="*/ 129 h 354"/>
              <a:gd name="T92" fmla="*/ 121 w 353"/>
              <a:gd name="T93" fmla="*/ 137 h 354"/>
              <a:gd name="T94" fmla="*/ 214 w 353"/>
              <a:gd name="T95" fmla="*/ 137 h 354"/>
              <a:gd name="T96" fmla="*/ 195 w 353"/>
              <a:gd name="T97" fmla="*/ 155 h 354"/>
              <a:gd name="T98" fmla="*/ 193 w 353"/>
              <a:gd name="T99" fmla="*/ 161 h 354"/>
              <a:gd name="T100" fmla="*/ 201 w 353"/>
              <a:gd name="T101" fmla="*/ 169 h 354"/>
              <a:gd name="T102" fmla="*/ 207 w 353"/>
              <a:gd name="T103" fmla="*/ 167 h 354"/>
              <a:gd name="T104" fmla="*/ 239 w 353"/>
              <a:gd name="T105" fmla="*/ 135 h 354"/>
              <a:gd name="T106" fmla="*/ 241 w 353"/>
              <a:gd name="T107" fmla="*/ 129 h 354"/>
              <a:gd name="T108" fmla="*/ 239 w 353"/>
              <a:gd name="T109" fmla="*/ 123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353" h="354">
                <a:moveTo>
                  <a:pt x="321" y="0"/>
                </a:moveTo>
                <a:cubicBezTo>
                  <a:pt x="32" y="0"/>
                  <a:pt x="32" y="0"/>
                  <a:pt x="32" y="0"/>
                </a:cubicBezTo>
                <a:cubicBezTo>
                  <a:pt x="15" y="0"/>
                  <a:pt x="0" y="15"/>
                  <a:pt x="0" y="33"/>
                </a:cubicBezTo>
                <a:cubicBezTo>
                  <a:pt x="0" y="273"/>
                  <a:pt x="0" y="273"/>
                  <a:pt x="0" y="273"/>
                </a:cubicBezTo>
                <a:cubicBezTo>
                  <a:pt x="0" y="291"/>
                  <a:pt x="15" y="305"/>
                  <a:pt x="32" y="305"/>
                </a:cubicBezTo>
                <a:cubicBezTo>
                  <a:pt x="145" y="305"/>
                  <a:pt x="145" y="305"/>
                  <a:pt x="145" y="305"/>
                </a:cubicBezTo>
                <a:cubicBezTo>
                  <a:pt x="145" y="338"/>
                  <a:pt x="145" y="338"/>
                  <a:pt x="145" y="338"/>
                </a:cubicBezTo>
                <a:cubicBezTo>
                  <a:pt x="121" y="338"/>
                  <a:pt x="121" y="338"/>
                  <a:pt x="121" y="338"/>
                </a:cubicBezTo>
                <a:cubicBezTo>
                  <a:pt x="116" y="338"/>
                  <a:pt x="113" y="341"/>
                  <a:pt x="113" y="346"/>
                </a:cubicBezTo>
                <a:cubicBezTo>
                  <a:pt x="113" y="350"/>
                  <a:pt x="116" y="354"/>
                  <a:pt x="121" y="354"/>
                </a:cubicBezTo>
                <a:cubicBezTo>
                  <a:pt x="233" y="354"/>
                  <a:pt x="233" y="354"/>
                  <a:pt x="233" y="354"/>
                </a:cubicBezTo>
                <a:cubicBezTo>
                  <a:pt x="237" y="354"/>
                  <a:pt x="241" y="350"/>
                  <a:pt x="241" y="346"/>
                </a:cubicBezTo>
                <a:cubicBezTo>
                  <a:pt x="241" y="341"/>
                  <a:pt x="237" y="338"/>
                  <a:pt x="233" y="338"/>
                </a:cubicBezTo>
                <a:cubicBezTo>
                  <a:pt x="209" y="338"/>
                  <a:pt x="209" y="338"/>
                  <a:pt x="209" y="338"/>
                </a:cubicBezTo>
                <a:cubicBezTo>
                  <a:pt x="209" y="305"/>
                  <a:pt x="209" y="305"/>
                  <a:pt x="209" y="305"/>
                </a:cubicBezTo>
                <a:cubicBezTo>
                  <a:pt x="321" y="305"/>
                  <a:pt x="321" y="305"/>
                  <a:pt x="321" y="305"/>
                </a:cubicBezTo>
                <a:cubicBezTo>
                  <a:pt x="339" y="305"/>
                  <a:pt x="353" y="291"/>
                  <a:pt x="353" y="273"/>
                </a:cubicBezTo>
                <a:cubicBezTo>
                  <a:pt x="353" y="33"/>
                  <a:pt x="353" y="33"/>
                  <a:pt x="353" y="33"/>
                </a:cubicBezTo>
                <a:cubicBezTo>
                  <a:pt x="353" y="15"/>
                  <a:pt x="339" y="0"/>
                  <a:pt x="321" y="0"/>
                </a:cubicBezTo>
                <a:moveTo>
                  <a:pt x="193" y="338"/>
                </a:moveTo>
                <a:cubicBezTo>
                  <a:pt x="161" y="338"/>
                  <a:pt x="161" y="338"/>
                  <a:pt x="161" y="338"/>
                </a:cubicBezTo>
                <a:cubicBezTo>
                  <a:pt x="161" y="305"/>
                  <a:pt x="161" y="305"/>
                  <a:pt x="161" y="305"/>
                </a:cubicBezTo>
                <a:cubicBezTo>
                  <a:pt x="193" y="305"/>
                  <a:pt x="193" y="305"/>
                  <a:pt x="193" y="305"/>
                </a:cubicBezTo>
                <a:lnTo>
                  <a:pt x="193" y="338"/>
                </a:lnTo>
                <a:close/>
                <a:moveTo>
                  <a:pt x="337" y="273"/>
                </a:moveTo>
                <a:cubicBezTo>
                  <a:pt x="337" y="282"/>
                  <a:pt x="330" y="289"/>
                  <a:pt x="321" y="289"/>
                </a:cubicBezTo>
                <a:cubicBezTo>
                  <a:pt x="32" y="289"/>
                  <a:pt x="32" y="289"/>
                  <a:pt x="32" y="289"/>
                </a:cubicBezTo>
                <a:cubicBezTo>
                  <a:pt x="23" y="289"/>
                  <a:pt x="16" y="282"/>
                  <a:pt x="16" y="273"/>
                </a:cubicBezTo>
                <a:cubicBezTo>
                  <a:pt x="16" y="257"/>
                  <a:pt x="16" y="257"/>
                  <a:pt x="16" y="257"/>
                </a:cubicBezTo>
                <a:cubicBezTo>
                  <a:pt x="337" y="257"/>
                  <a:pt x="337" y="257"/>
                  <a:pt x="337" y="257"/>
                </a:cubicBezTo>
                <a:lnTo>
                  <a:pt x="337" y="273"/>
                </a:lnTo>
                <a:close/>
                <a:moveTo>
                  <a:pt x="337" y="241"/>
                </a:moveTo>
                <a:cubicBezTo>
                  <a:pt x="16" y="241"/>
                  <a:pt x="16" y="241"/>
                  <a:pt x="16" y="241"/>
                </a:cubicBezTo>
                <a:cubicBezTo>
                  <a:pt x="16" y="33"/>
                  <a:pt x="16" y="33"/>
                  <a:pt x="16" y="33"/>
                </a:cubicBezTo>
                <a:cubicBezTo>
                  <a:pt x="16" y="24"/>
                  <a:pt x="23" y="16"/>
                  <a:pt x="32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4"/>
                  <a:pt x="337" y="33"/>
                </a:cubicBezTo>
                <a:lnTo>
                  <a:pt x="337" y="241"/>
                </a:lnTo>
                <a:close/>
                <a:moveTo>
                  <a:pt x="239" y="123"/>
                </a:moveTo>
                <a:cubicBezTo>
                  <a:pt x="207" y="91"/>
                  <a:pt x="207" y="91"/>
                  <a:pt x="207" y="91"/>
                </a:cubicBezTo>
                <a:cubicBezTo>
                  <a:pt x="205" y="90"/>
                  <a:pt x="203" y="89"/>
                  <a:pt x="201" y="89"/>
                </a:cubicBezTo>
                <a:cubicBezTo>
                  <a:pt x="196" y="89"/>
                  <a:pt x="193" y="92"/>
                  <a:pt x="193" y="97"/>
                </a:cubicBezTo>
                <a:cubicBezTo>
                  <a:pt x="193" y="99"/>
                  <a:pt x="194" y="101"/>
                  <a:pt x="195" y="102"/>
                </a:cubicBezTo>
                <a:cubicBezTo>
                  <a:pt x="214" y="121"/>
                  <a:pt x="214" y="121"/>
                  <a:pt x="214" y="121"/>
                </a:cubicBezTo>
                <a:cubicBezTo>
                  <a:pt x="121" y="121"/>
                  <a:pt x="121" y="121"/>
                  <a:pt x="121" y="121"/>
                </a:cubicBezTo>
                <a:cubicBezTo>
                  <a:pt x="116" y="121"/>
                  <a:pt x="113" y="124"/>
                  <a:pt x="113" y="129"/>
                </a:cubicBezTo>
                <a:cubicBezTo>
                  <a:pt x="113" y="133"/>
                  <a:pt x="116" y="137"/>
                  <a:pt x="121" y="137"/>
                </a:cubicBezTo>
                <a:cubicBezTo>
                  <a:pt x="214" y="137"/>
                  <a:pt x="214" y="137"/>
                  <a:pt x="214" y="137"/>
                </a:cubicBezTo>
                <a:cubicBezTo>
                  <a:pt x="195" y="155"/>
                  <a:pt x="195" y="155"/>
                  <a:pt x="195" y="155"/>
                </a:cubicBezTo>
                <a:cubicBezTo>
                  <a:pt x="194" y="157"/>
                  <a:pt x="193" y="159"/>
                  <a:pt x="193" y="161"/>
                </a:cubicBezTo>
                <a:cubicBezTo>
                  <a:pt x="193" y="165"/>
                  <a:pt x="196" y="169"/>
                  <a:pt x="201" y="169"/>
                </a:cubicBezTo>
                <a:cubicBezTo>
                  <a:pt x="203" y="169"/>
                  <a:pt x="205" y="168"/>
                  <a:pt x="207" y="167"/>
                </a:cubicBezTo>
                <a:cubicBezTo>
                  <a:pt x="239" y="135"/>
                  <a:pt x="239" y="135"/>
                  <a:pt x="239" y="135"/>
                </a:cubicBezTo>
                <a:cubicBezTo>
                  <a:pt x="240" y="133"/>
                  <a:pt x="241" y="131"/>
                  <a:pt x="241" y="129"/>
                </a:cubicBezTo>
                <a:cubicBezTo>
                  <a:pt x="241" y="127"/>
                  <a:pt x="240" y="125"/>
                  <a:pt x="239" y="12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0" name="Freeform 30"/>
          <p:cNvSpPr>
            <a:spLocks noEditPoints="1"/>
          </p:cNvSpPr>
          <p:nvPr/>
        </p:nvSpPr>
        <p:spPr bwMode="auto">
          <a:xfrm>
            <a:off x="6360584" y="3115734"/>
            <a:ext cx="577851" cy="579967"/>
          </a:xfrm>
          <a:custGeom>
            <a:avLst/>
            <a:gdLst>
              <a:gd name="T0" fmla="*/ 32 w 353"/>
              <a:gd name="T1" fmla="*/ 41 h 354"/>
              <a:gd name="T2" fmla="*/ 48 w 353"/>
              <a:gd name="T3" fmla="*/ 41 h 354"/>
              <a:gd name="T4" fmla="*/ 92 w 353"/>
              <a:gd name="T5" fmla="*/ 73 h 354"/>
              <a:gd name="T6" fmla="*/ 208 w 353"/>
              <a:gd name="T7" fmla="*/ 61 h 354"/>
              <a:gd name="T8" fmla="*/ 92 w 353"/>
              <a:gd name="T9" fmla="*/ 49 h 354"/>
              <a:gd name="T10" fmla="*/ 92 w 353"/>
              <a:gd name="T11" fmla="*/ 73 h 354"/>
              <a:gd name="T12" fmla="*/ 32 w 353"/>
              <a:gd name="T13" fmla="*/ 265 h 354"/>
              <a:gd name="T14" fmla="*/ 48 w 353"/>
              <a:gd name="T15" fmla="*/ 265 h 354"/>
              <a:gd name="T16" fmla="*/ 313 w 353"/>
              <a:gd name="T17" fmla="*/ 257 h 354"/>
              <a:gd name="T18" fmla="*/ 313 w 353"/>
              <a:gd name="T19" fmla="*/ 273 h 354"/>
              <a:gd name="T20" fmla="*/ 313 w 353"/>
              <a:gd name="T21" fmla="*/ 257 h 354"/>
              <a:gd name="T22" fmla="*/ 144 w 353"/>
              <a:gd name="T23" fmla="*/ 177 h 354"/>
              <a:gd name="T24" fmla="*/ 208 w 353"/>
              <a:gd name="T25" fmla="*/ 177 h 354"/>
              <a:gd name="T26" fmla="*/ 176 w 353"/>
              <a:gd name="T27" fmla="*/ 185 h 354"/>
              <a:gd name="T28" fmla="*/ 176 w 353"/>
              <a:gd name="T29" fmla="*/ 169 h 354"/>
              <a:gd name="T30" fmla="*/ 176 w 353"/>
              <a:gd name="T31" fmla="*/ 185 h 354"/>
              <a:gd name="T32" fmla="*/ 32 w 353"/>
              <a:gd name="T33" fmla="*/ 0 h 354"/>
              <a:gd name="T34" fmla="*/ 0 w 353"/>
              <a:gd name="T35" fmla="*/ 322 h 354"/>
              <a:gd name="T36" fmla="*/ 321 w 353"/>
              <a:gd name="T37" fmla="*/ 354 h 354"/>
              <a:gd name="T38" fmla="*/ 353 w 353"/>
              <a:gd name="T39" fmla="*/ 33 h 354"/>
              <a:gd name="T40" fmla="*/ 337 w 353"/>
              <a:gd name="T41" fmla="*/ 322 h 354"/>
              <a:gd name="T42" fmla="*/ 32 w 353"/>
              <a:gd name="T43" fmla="*/ 338 h 354"/>
              <a:gd name="T44" fmla="*/ 16 w 353"/>
              <a:gd name="T45" fmla="*/ 301 h 354"/>
              <a:gd name="T46" fmla="*/ 321 w 353"/>
              <a:gd name="T47" fmla="*/ 305 h 354"/>
              <a:gd name="T48" fmla="*/ 337 w 353"/>
              <a:gd name="T49" fmla="*/ 322 h 354"/>
              <a:gd name="T50" fmla="*/ 321 w 353"/>
              <a:gd name="T51" fmla="*/ 289 h 354"/>
              <a:gd name="T52" fmla="*/ 16 w 353"/>
              <a:gd name="T53" fmla="*/ 273 h 354"/>
              <a:gd name="T54" fmla="*/ 32 w 353"/>
              <a:gd name="T55" fmla="*/ 16 h 354"/>
              <a:gd name="T56" fmla="*/ 337 w 353"/>
              <a:gd name="T57" fmla="*/ 33 h 354"/>
              <a:gd name="T58" fmla="*/ 313 w 353"/>
              <a:gd name="T59" fmla="*/ 33 h 354"/>
              <a:gd name="T60" fmla="*/ 313 w 353"/>
              <a:gd name="T61" fmla="*/ 49 h 354"/>
              <a:gd name="T62" fmla="*/ 313 w 353"/>
              <a:gd name="T63" fmla="*/ 33 h 354"/>
              <a:gd name="T64" fmla="*/ 218 w 353"/>
              <a:gd name="T65" fmla="*/ 103 h 354"/>
              <a:gd name="T66" fmla="*/ 64 w 353"/>
              <a:gd name="T67" fmla="*/ 177 h 354"/>
              <a:gd name="T68" fmla="*/ 289 w 353"/>
              <a:gd name="T69" fmla="*/ 177 h 354"/>
              <a:gd name="T70" fmla="*/ 273 w 353"/>
              <a:gd name="T71" fmla="*/ 33 h 354"/>
              <a:gd name="T72" fmla="*/ 80 w 353"/>
              <a:gd name="T73" fmla="*/ 177 h 354"/>
              <a:gd name="T74" fmla="*/ 225 w 353"/>
              <a:gd name="T75" fmla="*/ 122 h 354"/>
              <a:gd name="T76" fmla="*/ 256 w 353"/>
              <a:gd name="T77" fmla="*/ 142 h 354"/>
              <a:gd name="T78" fmla="*/ 176 w 353"/>
              <a:gd name="T79" fmla="*/ 241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353" h="354">
                <a:moveTo>
                  <a:pt x="40" y="33"/>
                </a:moveTo>
                <a:cubicBezTo>
                  <a:pt x="35" y="33"/>
                  <a:pt x="32" y="36"/>
                  <a:pt x="32" y="41"/>
                </a:cubicBezTo>
                <a:cubicBezTo>
                  <a:pt x="32" y="45"/>
                  <a:pt x="35" y="49"/>
                  <a:pt x="40" y="49"/>
                </a:cubicBezTo>
                <a:cubicBezTo>
                  <a:pt x="44" y="49"/>
                  <a:pt x="48" y="45"/>
                  <a:pt x="48" y="41"/>
                </a:cubicBezTo>
                <a:cubicBezTo>
                  <a:pt x="48" y="36"/>
                  <a:pt x="44" y="33"/>
                  <a:pt x="40" y="33"/>
                </a:cubicBezTo>
                <a:moveTo>
                  <a:pt x="92" y="73"/>
                </a:moveTo>
                <a:cubicBezTo>
                  <a:pt x="196" y="73"/>
                  <a:pt x="196" y="73"/>
                  <a:pt x="196" y="73"/>
                </a:cubicBezTo>
                <a:cubicBezTo>
                  <a:pt x="203" y="73"/>
                  <a:pt x="208" y="67"/>
                  <a:pt x="208" y="61"/>
                </a:cubicBezTo>
                <a:cubicBezTo>
                  <a:pt x="208" y="54"/>
                  <a:pt x="203" y="49"/>
                  <a:pt x="196" y="49"/>
                </a:cubicBezTo>
                <a:cubicBezTo>
                  <a:pt x="92" y="49"/>
                  <a:pt x="92" y="49"/>
                  <a:pt x="92" y="49"/>
                </a:cubicBezTo>
                <a:cubicBezTo>
                  <a:pt x="85" y="49"/>
                  <a:pt x="80" y="54"/>
                  <a:pt x="80" y="61"/>
                </a:cubicBezTo>
                <a:cubicBezTo>
                  <a:pt x="80" y="67"/>
                  <a:pt x="85" y="73"/>
                  <a:pt x="92" y="73"/>
                </a:cubicBezTo>
                <a:moveTo>
                  <a:pt x="40" y="257"/>
                </a:moveTo>
                <a:cubicBezTo>
                  <a:pt x="35" y="257"/>
                  <a:pt x="32" y="261"/>
                  <a:pt x="32" y="265"/>
                </a:cubicBezTo>
                <a:cubicBezTo>
                  <a:pt x="32" y="270"/>
                  <a:pt x="35" y="273"/>
                  <a:pt x="40" y="273"/>
                </a:cubicBezTo>
                <a:cubicBezTo>
                  <a:pt x="44" y="273"/>
                  <a:pt x="48" y="270"/>
                  <a:pt x="48" y="265"/>
                </a:cubicBezTo>
                <a:cubicBezTo>
                  <a:pt x="48" y="261"/>
                  <a:pt x="44" y="257"/>
                  <a:pt x="40" y="257"/>
                </a:cubicBezTo>
                <a:moveTo>
                  <a:pt x="313" y="257"/>
                </a:moveTo>
                <a:cubicBezTo>
                  <a:pt x="308" y="257"/>
                  <a:pt x="305" y="261"/>
                  <a:pt x="305" y="265"/>
                </a:cubicBezTo>
                <a:cubicBezTo>
                  <a:pt x="305" y="270"/>
                  <a:pt x="308" y="273"/>
                  <a:pt x="313" y="273"/>
                </a:cubicBezTo>
                <a:cubicBezTo>
                  <a:pt x="317" y="273"/>
                  <a:pt x="321" y="270"/>
                  <a:pt x="321" y="265"/>
                </a:cubicBezTo>
                <a:cubicBezTo>
                  <a:pt x="321" y="261"/>
                  <a:pt x="317" y="257"/>
                  <a:pt x="313" y="257"/>
                </a:cubicBezTo>
                <a:moveTo>
                  <a:pt x="176" y="153"/>
                </a:moveTo>
                <a:cubicBezTo>
                  <a:pt x="158" y="153"/>
                  <a:pt x="144" y="164"/>
                  <a:pt x="144" y="177"/>
                </a:cubicBezTo>
                <a:cubicBezTo>
                  <a:pt x="144" y="190"/>
                  <a:pt x="158" y="201"/>
                  <a:pt x="176" y="201"/>
                </a:cubicBezTo>
                <a:cubicBezTo>
                  <a:pt x="194" y="201"/>
                  <a:pt x="208" y="190"/>
                  <a:pt x="208" y="177"/>
                </a:cubicBezTo>
                <a:cubicBezTo>
                  <a:pt x="208" y="164"/>
                  <a:pt x="194" y="153"/>
                  <a:pt x="176" y="153"/>
                </a:cubicBezTo>
                <a:moveTo>
                  <a:pt x="176" y="185"/>
                </a:moveTo>
                <a:cubicBezTo>
                  <a:pt x="167" y="185"/>
                  <a:pt x="160" y="181"/>
                  <a:pt x="160" y="177"/>
                </a:cubicBezTo>
                <a:cubicBezTo>
                  <a:pt x="160" y="173"/>
                  <a:pt x="167" y="169"/>
                  <a:pt x="176" y="169"/>
                </a:cubicBezTo>
                <a:cubicBezTo>
                  <a:pt x="185" y="169"/>
                  <a:pt x="192" y="173"/>
                  <a:pt x="192" y="177"/>
                </a:cubicBezTo>
                <a:cubicBezTo>
                  <a:pt x="192" y="181"/>
                  <a:pt x="185" y="185"/>
                  <a:pt x="176" y="185"/>
                </a:cubicBezTo>
                <a:moveTo>
                  <a:pt x="321" y="0"/>
                </a:move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5"/>
                  <a:pt x="0" y="33"/>
                </a:cubicBezTo>
                <a:cubicBezTo>
                  <a:pt x="0" y="322"/>
                  <a:pt x="0" y="322"/>
                  <a:pt x="0" y="322"/>
                </a:cubicBezTo>
                <a:cubicBezTo>
                  <a:pt x="0" y="339"/>
                  <a:pt x="14" y="354"/>
                  <a:pt x="32" y="354"/>
                </a:cubicBezTo>
                <a:cubicBezTo>
                  <a:pt x="321" y="354"/>
                  <a:pt x="321" y="354"/>
                  <a:pt x="321" y="354"/>
                </a:cubicBezTo>
                <a:cubicBezTo>
                  <a:pt x="338" y="354"/>
                  <a:pt x="353" y="339"/>
                  <a:pt x="353" y="322"/>
                </a:cubicBezTo>
                <a:cubicBezTo>
                  <a:pt x="353" y="33"/>
                  <a:pt x="353" y="33"/>
                  <a:pt x="353" y="33"/>
                </a:cubicBezTo>
                <a:cubicBezTo>
                  <a:pt x="353" y="15"/>
                  <a:pt x="338" y="0"/>
                  <a:pt x="321" y="0"/>
                </a:cubicBezTo>
                <a:moveTo>
                  <a:pt x="337" y="322"/>
                </a:moveTo>
                <a:cubicBezTo>
                  <a:pt x="337" y="330"/>
                  <a:pt x="330" y="338"/>
                  <a:pt x="321" y="338"/>
                </a:cubicBezTo>
                <a:cubicBezTo>
                  <a:pt x="32" y="338"/>
                  <a:pt x="32" y="338"/>
                  <a:pt x="32" y="338"/>
                </a:cubicBezTo>
                <a:cubicBezTo>
                  <a:pt x="23" y="338"/>
                  <a:pt x="16" y="330"/>
                  <a:pt x="16" y="322"/>
                </a:cubicBezTo>
                <a:cubicBezTo>
                  <a:pt x="16" y="301"/>
                  <a:pt x="16" y="301"/>
                  <a:pt x="16" y="301"/>
                </a:cubicBezTo>
                <a:cubicBezTo>
                  <a:pt x="20" y="304"/>
                  <a:pt x="26" y="305"/>
                  <a:pt x="32" y="305"/>
                </a:cubicBezTo>
                <a:cubicBezTo>
                  <a:pt x="321" y="305"/>
                  <a:pt x="321" y="305"/>
                  <a:pt x="321" y="305"/>
                </a:cubicBezTo>
                <a:cubicBezTo>
                  <a:pt x="327" y="305"/>
                  <a:pt x="332" y="304"/>
                  <a:pt x="337" y="301"/>
                </a:cubicBezTo>
                <a:lnTo>
                  <a:pt x="337" y="322"/>
                </a:lnTo>
                <a:close/>
                <a:moveTo>
                  <a:pt x="337" y="273"/>
                </a:moveTo>
                <a:cubicBezTo>
                  <a:pt x="337" y="282"/>
                  <a:pt x="330" y="289"/>
                  <a:pt x="321" y="289"/>
                </a:cubicBezTo>
                <a:cubicBezTo>
                  <a:pt x="32" y="289"/>
                  <a:pt x="32" y="289"/>
                  <a:pt x="32" y="289"/>
                </a:cubicBezTo>
                <a:cubicBezTo>
                  <a:pt x="23" y="289"/>
                  <a:pt x="16" y="282"/>
                  <a:pt x="16" y="273"/>
                </a:cubicBezTo>
                <a:cubicBezTo>
                  <a:pt x="16" y="33"/>
                  <a:pt x="16" y="33"/>
                  <a:pt x="16" y="33"/>
                </a:cubicBezTo>
                <a:cubicBezTo>
                  <a:pt x="16" y="24"/>
                  <a:pt x="23" y="16"/>
                  <a:pt x="32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4"/>
                  <a:pt x="337" y="33"/>
                </a:cubicBezTo>
                <a:lnTo>
                  <a:pt x="337" y="273"/>
                </a:lnTo>
                <a:close/>
                <a:moveTo>
                  <a:pt x="313" y="33"/>
                </a:moveTo>
                <a:cubicBezTo>
                  <a:pt x="308" y="33"/>
                  <a:pt x="305" y="36"/>
                  <a:pt x="305" y="41"/>
                </a:cubicBezTo>
                <a:cubicBezTo>
                  <a:pt x="305" y="45"/>
                  <a:pt x="308" y="49"/>
                  <a:pt x="313" y="49"/>
                </a:cubicBezTo>
                <a:cubicBezTo>
                  <a:pt x="317" y="49"/>
                  <a:pt x="321" y="45"/>
                  <a:pt x="321" y="41"/>
                </a:cubicBezTo>
                <a:cubicBezTo>
                  <a:pt x="321" y="36"/>
                  <a:pt x="317" y="33"/>
                  <a:pt x="313" y="33"/>
                </a:cubicBezTo>
                <a:moveTo>
                  <a:pt x="273" y="33"/>
                </a:moveTo>
                <a:cubicBezTo>
                  <a:pt x="218" y="103"/>
                  <a:pt x="218" y="103"/>
                  <a:pt x="218" y="103"/>
                </a:cubicBezTo>
                <a:cubicBezTo>
                  <a:pt x="205" y="99"/>
                  <a:pt x="191" y="97"/>
                  <a:pt x="176" y="97"/>
                </a:cubicBezTo>
                <a:cubicBezTo>
                  <a:pt x="114" y="97"/>
                  <a:pt x="64" y="133"/>
                  <a:pt x="64" y="177"/>
                </a:cubicBezTo>
                <a:cubicBezTo>
                  <a:pt x="64" y="221"/>
                  <a:pt x="114" y="257"/>
                  <a:pt x="176" y="257"/>
                </a:cubicBezTo>
                <a:cubicBezTo>
                  <a:pt x="238" y="257"/>
                  <a:pt x="289" y="221"/>
                  <a:pt x="289" y="177"/>
                </a:cubicBezTo>
                <a:cubicBezTo>
                  <a:pt x="289" y="162"/>
                  <a:pt x="283" y="148"/>
                  <a:pt x="273" y="136"/>
                </a:cubicBezTo>
                <a:lnTo>
                  <a:pt x="273" y="33"/>
                </a:lnTo>
                <a:close/>
                <a:moveTo>
                  <a:pt x="176" y="241"/>
                </a:moveTo>
                <a:cubicBezTo>
                  <a:pt x="123" y="241"/>
                  <a:pt x="80" y="212"/>
                  <a:pt x="80" y="177"/>
                </a:cubicBezTo>
                <a:cubicBezTo>
                  <a:pt x="80" y="142"/>
                  <a:pt x="123" y="113"/>
                  <a:pt x="176" y="113"/>
                </a:cubicBezTo>
                <a:cubicBezTo>
                  <a:pt x="194" y="113"/>
                  <a:pt x="211" y="116"/>
                  <a:pt x="225" y="122"/>
                </a:cubicBezTo>
                <a:cubicBezTo>
                  <a:pt x="256" y="83"/>
                  <a:pt x="256" y="83"/>
                  <a:pt x="256" y="83"/>
                </a:cubicBezTo>
                <a:cubicBezTo>
                  <a:pt x="256" y="142"/>
                  <a:pt x="256" y="142"/>
                  <a:pt x="256" y="142"/>
                </a:cubicBezTo>
                <a:cubicBezTo>
                  <a:pt x="267" y="152"/>
                  <a:pt x="273" y="164"/>
                  <a:pt x="273" y="177"/>
                </a:cubicBezTo>
                <a:cubicBezTo>
                  <a:pt x="273" y="212"/>
                  <a:pt x="229" y="241"/>
                  <a:pt x="176" y="241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1" name="Freeform 31"/>
          <p:cNvSpPr>
            <a:spLocks noEditPoints="1"/>
          </p:cNvSpPr>
          <p:nvPr/>
        </p:nvSpPr>
        <p:spPr bwMode="auto">
          <a:xfrm>
            <a:off x="7463367" y="3115734"/>
            <a:ext cx="577851" cy="579967"/>
          </a:xfrm>
          <a:custGeom>
            <a:avLst/>
            <a:gdLst>
              <a:gd name="T0" fmla="*/ 112 w 353"/>
              <a:gd name="T1" fmla="*/ 81 h 354"/>
              <a:gd name="T2" fmla="*/ 160 w 353"/>
              <a:gd name="T3" fmla="*/ 81 h 354"/>
              <a:gd name="T4" fmla="*/ 160 w 353"/>
              <a:gd name="T5" fmla="*/ 65 h 354"/>
              <a:gd name="T6" fmla="*/ 112 w 353"/>
              <a:gd name="T7" fmla="*/ 65 h 354"/>
              <a:gd name="T8" fmla="*/ 112 w 353"/>
              <a:gd name="T9" fmla="*/ 81 h 354"/>
              <a:gd name="T10" fmla="*/ 289 w 353"/>
              <a:gd name="T11" fmla="*/ 0 h 354"/>
              <a:gd name="T12" fmla="*/ 32 w 353"/>
              <a:gd name="T13" fmla="*/ 0 h 354"/>
              <a:gd name="T14" fmla="*/ 0 w 353"/>
              <a:gd name="T15" fmla="*/ 33 h 354"/>
              <a:gd name="T16" fmla="*/ 0 w 353"/>
              <a:gd name="T17" fmla="*/ 322 h 354"/>
              <a:gd name="T18" fmla="*/ 32 w 353"/>
              <a:gd name="T19" fmla="*/ 354 h 354"/>
              <a:gd name="T20" fmla="*/ 321 w 353"/>
              <a:gd name="T21" fmla="*/ 354 h 354"/>
              <a:gd name="T22" fmla="*/ 353 w 353"/>
              <a:gd name="T23" fmla="*/ 322 h 354"/>
              <a:gd name="T24" fmla="*/ 353 w 353"/>
              <a:gd name="T25" fmla="*/ 65 h 354"/>
              <a:gd name="T26" fmla="*/ 289 w 353"/>
              <a:gd name="T27" fmla="*/ 0 h 354"/>
              <a:gd name="T28" fmla="*/ 96 w 353"/>
              <a:gd name="T29" fmla="*/ 16 h 354"/>
              <a:gd name="T30" fmla="*/ 257 w 353"/>
              <a:gd name="T31" fmla="*/ 16 h 354"/>
              <a:gd name="T32" fmla="*/ 257 w 353"/>
              <a:gd name="T33" fmla="*/ 113 h 354"/>
              <a:gd name="T34" fmla="*/ 96 w 353"/>
              <a:gd name="T35" fmla="*/ 113 h 354"/>
              <a:gd name="T36" fmla="*/ 96 w 353"/>
              <a:gd name="T37" fmla="*/ 16 h 354"/>
              <a:gd name="T38" fmla="*/ 289 w 353"/>
              <a:gd name="T39" fmla="*/ 338 h 354"/>
              <a:gd name="T40" fmla="*/ 64 w 353"/>
              <a:gd name="T41" fmla="*/ 338 h 354"/>
              <a:gd name="T42" fmla="*/ 64 w 353"/>
              <a:gd name="T43" fmla="*/ 193 h 354"/>
              <a:gd name="T44" fmla="*/ 289 w 353"/>
              <a:gd name="T45" fmla="*/ 193 h 354"/>
              <a:gd name="T46" fmla="*/ 289 w 353"/>
              <a:gd name="T47" fmla="*/ 338 h 354"/>
              <a:gd name="T48" fmla="*/ 337 w 353"/>
              <a:gd name="T49" fmla="*/ 322 h 354"/>
              <a:gd name="T50" fmla="*/ 321 w 353"/>
              <a:gd name="T51" fmla="*/ 338 h 354"/>
              <a:gd name="T52" fmla="*/ 305 w 353"/>
              <a:gd name="T53" fmla="*/ 338 h 354"/>
              <a:gd name="T54" fmla="*/ 305 w 353"/>
              <a:gd name="T55" fmla="*/ 193 h 354"/>
              <a:gd name="T56" fmla="*/ 289 w 353"/>
              <a:gd name="T57" fmla="*/ 177 h 354"/>
              <a:gd name="T58" fmla="*/ 64 w 353"/>
              <a:gd name="T59" fmla="*/ 177 h 354"/>
              <a:gd name="T60" fmla="*/ 48 w 353"/>
              <a:gd name="T61" fmla="*/ 193 h 354"/>
              <a:gd name="T62" fmla="*/ 48 w 353"/>
              <a:gd name="T63" fmla="*/ 338 h 354"/>
              <a:gd name="T64" fmla="*/ 32 w 353"/>
              <a:gd name="T65" fmla="*/ 338 h 354"/>
              <a:gd name="T66" fmla="*/ 16 w 353"/>
              <a:gd name="T67" fmla="*/ 322 h 354"/>
              <a:gd name="T68" fmla="*/ 16 w 353"/>
              <a:gd name="T69" fmla="*/ 33 h 354"/>
              <a:gd name="T70" fmla="*/ 32 w 353"/>
              <a:gd name="T71" fmla="*/ 16 h 354"/>
              <a:gd name="T72" fmla="*/ 80 w 353"/>
              <a:gd name="T73" fmla="*/ 16 h 354"/>
              <a:gd name="T74" fmla="*/ 80 w 353"/>
              <a:gd name="T75" fmla="*/ 113 h 354"/>
              <a:gd name="T76" fmla="*/ 96 w 353"/>
              <a:gd name="T77" fmla="*/ 129 h 354"/>
              <a:gd name="T78" fmla="*/ 257 w 353"/>
              <a:gd name="T79" fmla="*/ 129 h 354"/>
              <a:gd name="T80" fmla="*/ 273 w 353"/>
              <a:gd name="T81" fmla="*/ 113 h 354"/>
              <a:gd name="T82" fmla="*/ 273 w 353"/>
              <a:gd name="T83" fmla="*/ 16 h 354"/>
              <a:gd name="T84" fmla="*/ 281 w 353"/>
              <a:gd name="T85" fmla="*/ 16 h 354"/>
              <a:gd name="T86" fmla="*/ 337 w 353"/>
              <a:gd name="T87" fmla="*/ 73 h 354"/>
              <a:gd name="T88" fmla="*/ 337 w 353"/>
              <a:gd name="T89" fmla="*/ 322 h 354"/>
              <a:gd name="T90" fmla="*/ 112 w 353"/>
              <a:gd name="T91" fmla="*/ 49 h 354"/>
              <a:gd name="T92" fmla="*/ 176 w 353"/>
              <a:gd name="T93" fmla="*/ 49 h 354"/>
              <a:gd name="T94" fmla="*/ 176 w 353"/>
              <a:gd name="T95" fmla="*/ 33 h 354"/>
              <a:gd name="T96" fmla="*/ 112 w 353"/>
              <a:gd name="T97" fmla="*/ 33 h 354"/>
              <a:gd name="T98" fmla="*/ 112 w 353"/>
              <a:gd name="T99" fmla="*/ 49 h 354"/>
              <a:gd name="T100" fmla="*/ 209 w 353"/>
              <a:gd name="T101" fmla="*/ 97 h 354"/>
              <a:gd name="T102" fmla="*/ 241 w 353"/>
              <a:gd name="T103" fmla="*/ 97 h 354"/>
              <a:gd name="T104" fmla="*/ 241 w 353"/>
              <a:gd name="T105" fmla="*/ 33 h 354"/>
              <a:gd name="T106" fmla="*/ 209 w 353"/>
              <a:gd name="T107" fmla="*/ 33 h 354"/>
              <a:gd name="T108" fmla="*/ 209 w 353"/>
              <a:gd name="T109" fmla="*/ 97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353" h="354">
                <a:moveTo>
                  <a:pt x="112" y="81"/>
                </a:moveTo>
                <a:cubicBezTo>
                  <a:pt x="160" y="81"/>
                  <a:pt x="160" y="81"/>
                  <a:pt x="160" y="81"/>
                </a:cubicBezTo>
                <a:cubicBezTo>
                  <a:pt x="160" y="65"/>
                  <a:pt x="160" y="65"/>
                  <a:pt x="160" y="65"/>
                </a:cubicBezTo>
                <a:cubicBezTo>
                  <a:pt x="112" y="65"/>
                  <a:pt x="112" y="65"/>
                  <a:pt x="112" y="65"/>
                </a:cubicBezTo>
                <a:lnTo>
                  <a:pt x="112" y="81"/>
                </a:lnTo>
                <a:close/>
                <a:moveTo>
                  <a:pt x="289" y="0"/>
                </a:move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5"/>
                  <a:pt x="0" y="33"/>
                </a:cubicBezTo>
                <a:cubicBezTo>
                  <a:pt x="0" y="322"/>
                  <a:pt x="0" y="322"/>
                  <a:pt x="0" y="322"/>
                </a:cubicBezTo>
                <a:cubicBezTo>
                  <a:pt x="0" y="339"/>
                  <a:pt x="14" y="354"/>
                  <a:pt x="32" y="354"/>
                </a:cubicBezTo>
                <a:cubicBezTo>
                  <a:pt x="321" y="354"/>
                  <a:pt x="321" y="354"/>
                  <a:pt x="321" y="354"/>
                </a:cubicBezTo>
                <a:cubicBezTo>
                  <a:pt x="339" y="354"/>
                  <a:pt x="353" y="339"/>
                  <a:pt x="353" y="322"/>
                </a:cubicBezTo>
                <a:cubicBezTo>
                  <a:pt x="353" y="65"/>
                  <a:pt x="353" y="65"/>
                  <a:pt x="353" y="65"/>
                </a:cubicBezTo>
                <a:lnTo>
                  <a:pt x="289" y="0"/>
                </a:lnTo>
                <a:close/>
                <a:moveTo>
                  <a:pt x="96" y="16"/>
                </a:moveTo>
                <a:cubicBezTo>
                  <a:pt x="257" y="16"/>
                  <a:pt x="257" y="16"/>
                  <a:pt x="257" y="16"/>
                </a:cubicBezTo>
                <a:cubicBezTo>
                  <a:pt x="257" y="113"/>
                  <a:pt x="257" y="113"/>
                  <a:pt x="257" y="113"/>
                </a:cubicBezTo>
                <a:cubicBezTo>
                  <a:pt x="96" y="113"/>
                  <a:pt x="96" y="113"/>
                  <a:pt x="96" y="113"/>
                </a:cubicBezTo>
                <a:lnTo>
                  <a:pt x="96" y="16"/>
                </a:lnTo>
                <a:close/>
                <a:moveTo>
                  <a:pt x="289" y="338"/>
                </a:moveTo>
                <a:cubicBezTo>
                  <a:pt x="64" y="338"/>
                  <a:pt x="64" y="338"/>
                  <a:pt x="64" y="338"/>
                </a:cubicBezTo>
                <a:cubicBezTo>
                  <a:pt x="64" y="193"/>
                  <a:pt x="64" y="193"/>
                  <a:pt x="64" y="193"/>
                </a:cubicBezTo>
                <a:cubicBezTo>
                  <a:pt x="289" y="193"/>
                  <a:pt x="289" y="193"/>
                  <a:pt x="289" y="193"/>
                </a:cubicBezTo>
                <a:lnTo>
                  <a:pt x="289" y="338"/>
                </a:lnTo>
                <a:close/>
                <a:moveTo>
                  <a:pt x="337" y="322"/>
                </a:moveTo>
                <a:cubicBezTo>
                  <a:pt x="337" y="330"/>
                  <a:pt x="330" y="338"/>
                  <a:pt x="321" y="338"/>
                </a:cubicBezTo>
                <a:cubicBezTo>
                  <a:pt x="305" y="338"/>
                  <a:pt x="305" y="338"/>
                  <a:pt x="305" y="338"/>
                </a:cubicBezTo>
                <a:cubicBezTo>
                  <a:pt x="305" y="193"/>
                  <a:pt x="305" y="193"/>
                  <a:pt x="305" y="193"/>
                </a:cubicBezTo>
                <a:cubicBezTo>
                  <a:pt x="305" y="184"/>
                  <a:pt x="298" y="177"/>
                  <a:pt x="289" y="177"/>
                </a:cubicBezTo>
                <a:cubicBezTo>
                  <a:pt x="64" y="177"/>
                  <a:pt x="64" y="177"/>
                  <a:pt x="64" y="177"/>
                </a:cubicBezTo>
                <a:cubicBezTo>
                  <a:pt x="55" y="177"/>
                  <a:pt x="48" y="184"/>
                  <a:pt x="48" y="193"/>
                </a:cubicBezTo>
                <a:cubicBezTo>
                  <a:pt x="48" y="338"/>
                  <a:pt x="48" y="338"/>
                  <a:pt x="48" y="338"/>
                </a:cubicBezTo>
                <a:cubicBezTo>
                  <a:pt x="32" y="338"/>
                  <a:pt x="32" y="338"/>
                  <a:pt x="32" y="338"/>
                </a:cubicBezTo>
                <a:cubicBezTo>
                  <a:pt x="23" y="338"/>
                  <a:pt x="16" y="330"/>
                  <a:pt x="16" y="322"/>
                </a:cubicBezTo>
                <a:cubicBezTo>
                  <a:pt x="16" y="33"/>
                  <a:pt x="16" y="33"/>
                  <a:pt x="16" y="33"/>
                </a:cubicBezTo>
                <a:cubicBezTo>
                  <a:pt x="16" y="24"/>
                  <a:pt x="23" y="16"/>
                  <a:pt x="32" y="16"/>
                </a:cubicBezTo>
                <a:cubicBezTo>
                  <a:pt x="80" y="16"/>
                  <a:pt x="80" y="16"/>
                  <a:pt x="80" y="16"/>
                </a:cubicBezTo>
                <a:cubicBezTo>
                  <a:pt x="80" y="113"/>
                  <a:pt x="80" y="113"/>
                  <a:pt x="80" y="113"/>
                </a:cubicBezTo>
                <a:cubicBezTo>
                  <a:pt x="80" y="122"/>
                  <a:pt x="87" y="129"/>
                  <a:pt x="96" y="129"/>
                </a:cubicBezTo>
                <a:cubicBezTo>
                  <a:pt x="257" y="129"/>
                  <a:pt x="257" y="129"/>
                  <a:pt x="257" y="129"/>
                </a:cubicBezTo>
                <a:cubicBezTo>
                  <a:pt x="266" y="129"/>
                  <a:pt x="273" y="122"/>
                  <a:pt x="273" y="113"/>
                </a:cubicBezTo>
                <a:cubicBezTo>
                  <a:pt x="273" y="16"/>
                  <a:pt x="273" y="16"/>
                  <a:pt x="273" y="16"/>
                </a:cubicBezTo>
                <a:cubicBezTo>
                  <a:pt x="281" y="16"/>
                  <a:pt x="281" y="16"/>
                  <a:pt x="281" y="16"/>
                </a:cubicBezTo>
                <a:cubicBezTo>
                  <a:pt x="337" y="73"/>
                  <a:pt x="337" y="73"/>
                  <a:pt x="337" y="73"/>
                </a:cubicBezTo>
                <a:lnTo>
                  <a:pt x="337" y="322"/>
                </a:lnTo>
                <a:close/>
                <a:moveTo>
                  <a:pt x="112" y="49"/>
                </a:moveTo>
                <a:cubicBezTo>
                  <a:pt x="176" y="49"/>
                  <a:pt x="176" y="49"/>
                  <a:pt x="176" y="49"/>
                </a:cubicBezTo>
                <a:cubicBezTo>
                  <a:pt x="176" y="33"/>
                  <a:pt x="176" y="33"/>
                  <a:pt x="176" y="33"/>
                </a:cubicBezTo>
                <a:cubicBezTo>
                  <a:pt x="112" y="33"/>
                  <a:pt x="112" y="33"/>
                  <a:pt x="112" y="33"/>
                </a:cubicBezTo>
                <a:lnTo>
                  <a:pt x="112" y="49"/>
                </a:lnTo>
                <a:close/>
                <a:moveTo>
                  <a:pt x="209" y="97"/>
                </a:moveTo>
                <a:cubicBezTo>
                  <a:pt x="241" y="97"/>
                  <a:pt x="241" y="97"/>
                  <a:pt x="241" y="97"/>
                </a:cubicBezTo>
                <a:cubicBezTo>
                  <a:pt x="241" y="33"/>
                  <a:pt x="241" y="33"/>
                  <a:pt x="241" y="33"/>
                </a:cubicBezTo>
                <a:cubicBezTo>
                  <a:pt x="209" y="33"/>
                  <a:pt x="209" y="33"/>
                  <a:pt x="209" y="33"/>
                </a:cubicBezTo>
                <a:lnTo>
                  <a:pt x="209" y="97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2" name="Freeform 32"/>
          <p:cNvSpPr>
            <a:spLocks noEditPoints="1"/>
          </p:cNvSpPr>
          <p:nvPr/>
        </p:nvSpPr>
        <p:spPr bwMode="auto">
          <a:xfrm>
            <a:off x="8568267" y="3115734"/>
            <a:ext cx="577851" cy="579967"/>
          </a:xfrm>
          <a:custGeom>
            <a:avLst/>
            <a:gdLst>
              <a:gd name="T0" fmla="*/ 209 w 353"/>
              <a:gd name="T1" fmla="*/ 97 h 354"/>
              <a:gd name="T2" fmla="*/ 241 w 353"/>
              <a:gd name="T3" fmla="*/ 97 h 354"/>
              <a:gd name="T4" fmla="*/ 241 w 353"/>
              <a:gd name="T5" fmla="*/ 33 h 354"/>
              <a:gd name="T6" fmla="*/ 209 w 353"/>
              <a:gd name="T7" fmla="*/ 33 h 354"/>
              <a:gd name="T8" fmla="*/ 209 w 353"/>
              <a:gd name="T9" fmla="*/ 97 h 354"/>
              <a:gd name="T10" fmla="*/ 289 w 353"/>
              <a:gd name="T11" fmla="*/ 0 h 354"/>
              <a:gd name="T12" fmla="*/ 32 w 353"/>
              <a:gd name="T13" fmla="*/ 0 h 354"/>
              <a:gd name="T14" fmla="*/ 0 w 353"/>
              <a:gd name="T15" fmla="*/ 33 h 354"/>
              <a:gd name="T16" fmla="*/ 0 w 353"/>
              <a:gd name="T17" fmla="*/ 322 h 354"/>
              <a:gd name="T18" fmla="*/ 32 w 353"/>
              <a:gd name="T19" fmla="*/ 354 h 354"/>
              <a:gd name="T20" fmla="*/ 321 w 353"/>
              <a:gd name="T21" fmla="*/ 354 h 354"/>
              <a:gd name="T22" fmla="*/ 353 w 353"/>
              <a:gd name="T23" fmla="*/ 322 h 354"/>
              <a:gd name="T24" fmla="*/ 353 w 353"/>
              <a:gd name="T25" fmla="*/ 65 h 354"/>
              <a:gd name="T26" fmla="*/ 289 w 353"/>
              <a:gd name="T27" fmla="*/ 0 h 354"/>
              <a:gd name="T28" fmla="*/ 97 w 353"/>
              <a:gd name="T29" fmla="*/ 16 h 354"/>
              <a:gd name="T30" fmla="*/ 257 w 353"/>
              <a:gd name="T31" fmla="*/ 16 h 354"/>
              <a:gd name="T32" fmla="*/ 257 w 353"/>
              <a:gd name="T33" fmla="*/ 113 h 354"/>
              <a:gd name="T34" fmla="*/ 97 w 353"/>
              <a:gd name="T35" fmla="*/ 113 h 354"/>
              <a:gd name="T36" fmla="*/ 97 w 353"/>
              <a:gd name="T37" fmla="*/ 16 h 354"/>
              <a:gd name="T38" fmla="*/ 289 w 353"/>
              <a:gd name="T39" fmla="*/ 338 h 354"/>
              <a:gd name="T40" fmla="*/ 64 w 353"/>
              <a:gd name="T41" fmla="*/ 338 h 354"/>
              <a:gd name="T42" fmla="*/ 64 w 353"/>
              <a:gd name="T43" fmla="*/ 193 h 354"/>
              <a:gd name="T44" fmla="*/ 289 w 353"/>
              <a:gd name="T45" fmla="*/ 193 h 354"/>
              <a:gd name="T46" fmla="*/ 289 w 353"/>
              <a:gd name="T47" fmla="*/ 338 h 354"/>
              <a:gd name="T48" fmla="*/ 337 w 353"/>
              <a:gd name="T49" fmla="*/ 322 h 354"/>
              <a:gd name="T50" fmla="*/ 321 w 353"/>
              <a:gd name="T51" fmla="*/ 338 h 354"/>
              <a:gd name="T52" fmla="*/ 305 w 353"/>
              <a:gd name="T53" fmla="*/ 338 h 354"/>
              <a:gd name="T54" fmla="*/ 305 w 353"/>
              <a:gd name="T55" fmla="*/ 193 h 354"/>
              <a:gd name="T56" fmla="*/ 289 w 353"/>
              <a:gd name="T57" fmla="*/ 177 h 354"/>
              <a:gd name="T58" fmla="*/ 64 w 353"/>
              <a:gd name="T59" fmla="*/ 177 h 354"/>
              <a:gd name="T60" fmla="*/ 48 w 353"/>
              <a:gd name="T61" fmla="*/ 193 h 354"/>
              <a:gd name="T62" fmla="*/ 48 w 353"/>
              <a:gd name="T63" fmla="*/ 338 h 354"/>
              <a:gd name="T64" fmla="*/ 32 w 353"/>
              <a:gd name="T65" fmla="*/ 338 h 354"/>
              <a:gd name="T66" fmla="*/ 16 w 353"/>
              <a:gd name="T67" fmla="*/ 322 h 354"/>
              <a:gd name="T68" fmla="*/ 16 w 353"/>
              <a:gd name="T69" fmla="*/ 33 h 354"/>
              <a:gd name="T70" fmla="*/ 32 w 353"/>
              <a:gd name="T71" fmla="*/ 16 h 354"/>
              <a:gd name="T72" fmla="*/ 80 w 353"/>
              <a:gd name="T73" fmla="*/ 16 h 354"/>
              <a:gd name="T74" fmla="*/ 80 w 353"/>
              <a:gd name="T75" fmla="*/ 113 h 354"/>
              <a:gd name="T76" fmla="*/ 97 w 353"/>
              <a:gd name="T77" fmla="*/ 129 h 354"/>
              <a:gd name="T78" fmla="*/ 257 w 353"/>
              <a:gd name="T79" fmla="*/ 129 h 354"/>
              <a:gd name="T80" fmla="*/ 273 w 353"/>
              <a:gd name="T81" fmla="*/ 113 h 354"/>
              <a:gd name="T82" fmla="*/ 273 w 353"/>
              <a:gd name="T83" fmla="*/ 16 h 354"/>
              <a:gd name="T84" fmla="*/ 281 w 353"/>
              <a:gd name="T85" fmla="*/ 16 h 354"/>
              <a:gd name="T86" fmla="*/ 337 w 353"/>
              <a:gd name="T87" fmla="*/ 73 h 354"/>
              <a:gd name="T88" fmla="*/ 337 w 353"/>
              <a:gd name="T89" fmla="*/ 322 h 354"/>
              <a:gd name="T90" fmla="*/ 193 w 353"/>
              <a:gd name="T91" fmla="*/ 225 h 354"/>
              <a:gd name="T92" fmla="*/ 97 w 353"/>
              <a:gd name="T93" fmla="*/ 225 h 354"/>
              <a:gd name="T94" fmla="*/ 97 w 353"/>
              <a:gd name="T95" fmla="*/ 241 h 354"/>
              <a:gd name="T96" fmla="*/ 193 w 353"/>
              <a:gd name="T97" fmla="*/ 241 h 354"/>
              <a:gd name="T98" fmla="*/ 193 w 353"/>
              <a:gd name="T99" fmla="*/ 225 h 354"/>
              <a:gd name="T100" fmla="*/ 257 w 353"/>
              <a:gd name="T101" fmla="*/ 289 h 354"/>
              <a:gd name="T102" fmla="*/ 97 w 353"/>
              <a:gd name="T103" fmla="*/ 289 h 354"/>
              <a:gd name="T104" fmla="*/ 97 w 353"/>
              <a:gd name="T105" fmla="*/ 305 h 354"/>
              <a:gd name="T106" fmla="*/ 257 w 353"/>
              <a:gd name="T107" fmla="*/ 305 h 354"/>
              <a:gd name="T108" fmla="*/ 257 w 353"/>
              <a:gd name="T109" fmla="*/ 289 h 354"/>
              <a:gd name="T110" fmla="*/ 257 w 353"/>
              <a:gd name="T111" fmla="*/ 257 h 354"/>
              <a:gd name="T112" fmla="*/ 97 w 353"/>
              <a:gd name="T113" fmla="*/ 257 h 354"/>
              <a:gd name="T114" fmla="*/ 97 w 353"/>
              <a:gd name="T115" fmla="*/ 273 h 354"/>
              <a:gd name="T116" fmla="*/ 257 w 353"/>
              <a:gd name="T117" fmla="*/ 273 h 354"/>
              <a:gd name="T118" fmla="*/ 257 w 353"/>
              <a:gd name="T119" fmla="*/ 257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353" h="354">
                <a:moveTo>
                  <a:pt x="209" y="97"/>
                </a:moveTo>
                <a:cubicBezTo>
                  <a:pt x="241" y="97"/>
                  <a:pt x="241" y="97"/>
                  <a:pt x="241" y="97"/>
                </a:cubicBezTo>
                <a:cubicBezTo>
                  <a:pt x="241" y="33"/>
                  <a:pt x="241" y="33"/>
                  <a:pt x="241" y="33"/>
                </a:cubicBezTo>
                <a:cubicBezTo>
                  <a:pt x="209" y="33"/>
                  <a:pt x="209" y="33"/>
                  <a:pt x="209" y="33"/>
                </a:cubicBezTo>
                <a:lnTo>
                  <a:pt x="209" y="97"/>
                </a:lnTo>
                <a:close/>
                <a:moveTo>
                  <a:pt x="289" y="0"/>
                </a:moveTo>
                <a:cubicBezTo>
                  <a:pt x="32" y="0"/>
                  <a:pt x="32" y="0"/>
                  <a:pt x="32" y="0"/>
                </a:cubicBezTo>
                <a:cubicBezTo>
                  <a:pt x="15" y="0"/>
                  <a:pt x="0" y="15"/>
                  <a:pt x="0" y="33"/>
                </a:cubicBezTo>
                <a:cubicBezTo>
                  <a:pt x="0" y="322"/>
                  <a:pt x="0" y="322"/>
                  <a:pt x="0" y="322"/>
                </a:cubicBezTo>
                <a:cubicBezTo>
                  <a:pt x="0" y="339"/>
                  <a:pt x="15" y="354"/>
                  <a:pt x="32" y="354"/>
                </a:cubicBezTo>
                <a:cubicBezTo>
                  <a:pt x="321" y="354"/>
                  <a:pt x="321" y="354"/>
                  <a:pt x="321" y="354"/>
                </a:cubicBezTo>
                <a:cubicBezTo>
                  <a:pt x="339" y="354"/>
                  <a:pt x="353" y="339"/>
                  <a:pt x="353" y="322"/>
                </a:cubicBezTo>
                <a:cubicBezTo>
                  <a:pt x="353" y="65"/>
                  <a:pt x="353" y="65"/>
                  <a:pt x="353" y="65"/>
                </a:cubicBezTo>
                <a:lnTo>
                  <a:pt x="289" y="0"/>
                </a:lnTo>
                <a:close/>
                <a:moveTo>
                  <a:pt x="97" y="16"/>
                </a:moveTo>
                <a:cubicBezTo>
                  <a:pt x="257" y="16"/>
                  <a:pt x="257" y="16"/>
                  <a:pt x="257" y="16"/>
                </a:cubicBezTo>
                <a:cubicBezTo>
                  <a:pt x="257" y="113"/>
                  <a:pt x="257" y="113"/>
                  <a:pt x="257" y="113"/>
                </a:cubicBezTo>
                <a:cubicBezTo>
                  <a:pt x="97" y="113"/>
                  <a:pt x="97" y="113"/>
                  <a:pt x="97" y="113"/>
                </a:cubicBezTo>
                <a:lnTo>
                  <a:pt x="97" y="16"/>
                </a:lnTo>
                <a:close/>
                <a:moveTo>
                  <a:pt x="289" y="338"/>
                </a:moveTo>
                <a:cubicBezTo>
                  <a:pt x="64" y="338"/>
                  <a:pt x="64" y="338"/>
                  <a:pt x="64" y="338"/>
                </a:cubicBezTo>
                <a:cubicBezTo>
                  <a:pt x="64" y="193"/>
                  <a:pt x="64" y="193"/>
                  <a:pt x="64" y="193"/>
                </a:cubicBezTo>
                <a:cubicBezTo>
                  <a:pt x="289" y="193"/>
                  <a:pt x="289" y="193"/>
                  <a:pt x="289" y="193"/>
                </a:cubicBezTo>
                <a:lnTo>
                  <a:pt x="289" y="338"/>
                </a:lnTo>
                <a:close/>
                <a:moveTo>
                  <a:pt x="337" y="322"/>
                </a:moveTo>
                <a:cubicBezTo>
                  <a:pt x="337" y="330"/>
                  <a:pt x="330" y="338"/>
                  <a:pt x="321" y="338"/>
                </a:cubicBezTo>
                <a:cubicBezTo>
                  <a:pt x="305" y="338"/>
                  <a:pt x="305" y="338"/>
                  <a:pt x="305" y="338"/>
                </a:cubicBezTo>
                <a:cubicBezTo>
                  <a:pt x="305" y="193"/>
                  <a:pt x="305" y="193"/>
                  <a:pt x="305" y="193"/>
                </a:cubicBezTo>
                <a:cubicBezTo>
                  <a:pt x="305" y="184"/>
                  <a:pt x="298" y="177"/>
                  <a:pt x="289" y="177"/>
                </a:cubicBezTo>
                <a:cubicBezTo>
                  <a:pt x="64" y="177"/>
                  <a:pt x="64" y="177"/>
                  <a:pt x="64" y="177"/>
                </a:cubicBezTo>
                <a:cubicBezTo>
                  <a:pt x="56" y="177"/>
                  <a:pt x="48" y="184"/>
                  <a:pt x="48" y="193"/>
                </a:cubicBezTo>
                <a:cubicBezTo>
                  <a:pt x="48" y="338"/>
                  <a:pt x="48" y="338"/>
                  <a:pt x="48" y="338"/>
                </a:cubicBezTo>
                <a:cubicBezTo>
                  <a:pt x="32" y="338"/>
                  <a:pt x="32" y="338"/>
                  <a:pt x="32" y="338"/>
                </a:cubicBezTo>
                <a:cubicBezTo>
                  <a:pt x="23" y="338"/>
                  <a:pt x="16" y="330"/>
                  <a:pt x="16" y="322"/>
                </a:cubicBezTo>
                <a:cubicBezTo>
                  <a:pt x="16" y="33"/>
                  <a:pt x="16" y="33"/>
                  <a:pt x="16" y="33"/>
                </a:cubicBezTo>
                <a:cubicBezTo>
                  <a:pt x="16" y="24"/>
                  <a:pt x="23" y="16"/>
                  <a:pt x="32" y="16"/>
                </a:cubicBezTo>
                <a:cubicBezTo>
                  <a:pt x="80" y="16"/>
                  <a:pt x="80" y="16"/>
                  <a:pt x="80" y="16"/>
                </a:cubicBezTo>
                <a:cubicBezTo>
                  <a:pt x="80" y="113"/>
                  <a:pt x="80" y="113"/>
                  <a:pt x="80" y="113"/>
                </a:cubicBezTo>
                <a:cubicBezTo>
                  <a:pt x="80" y="122"/>
                  <a:pt x="88" y="129"/>
                  <a:pt x="97" y="129"/>
                </a:cubicBezTo>
                <a:cubicBezTo>
                  <a:pt x="257" y="129"/>
                  <a:pt x="257" y="129"/>
                  <a:pt x="257" y="129"/>
                </a:cubicBezTo>
                <a:cubicBezTo>
                  <a:pt x="266" y="129"/>
                  <a:pt x="273" y="122"/>
                  <a:pt x="273" y="113"/>
                </a:cubicBezTo>
                <a:cubicBezTo>
                  <a:pt x="273" y="16"/>
                  <a:pt x="273" y="16"/>
                  <a:pt x="273" y="16"/>
                </a:cubicBezTo>
                <a:cubicBezTo>
                  <a:pt x="281" y="16"/>
                  <a:pt x="281" y="16"/>
                  <a:pt x="281" y="16"/>
                </a:cubicBezTo>
                <a:cubicBezTo>
                  <a:pt x="337" y="73"/>
                  <a:pt x="337" y="73"/>
                  <a:pt x="337" y="73"/>
                </a:cubicBezTo>
                <a:lnTo>
                  <a:pt x="337" y="322"/>
                </a:lnTo>
                <a:close/>
                <a:moveTo>
                  <a:pt x="193" y="225"/>
                </a:moveTo>
                <a:cubicBezTo>
                  <a:pt x="97" y="225"/>
                  <a:pt x="97" y="225"/>
                  <a:pt x="97" y="225"/>
                </a:cubicBezTo>
                <a:cubicBezTo>
                  <a:pt x="97" y="241"/>
                  <a:pt x="97" y="241"/>
                  <a:pt x="97" y="241"/>
                </a:cubicBezTo>
                <a:cubicBezTo>
                  <a:pt x="193" y="241"/>
                  <a:pt x="193" y="241"/>
                  <a:pt x="193" y="241"/>
                </a:cubicBezTo>
                <a:lnTo>
                  <a:pt x="193" y="225"/>
                </a:lnTo>
                <a:close/>
                <a:moveTo>
                  <a:pt x="257" y="289"/>
                </a:moveTo>
                <a:cubicBezTo>
                  <a:pt x="97" y="289"/>
                  <a:pt x="97" y="289"/>
                  <a:pt x="97" y="289"/>
                </a:cubicBezTo>
                <a:cubicBezTo>
                  <a:pt x="97" y="305"/>
                  <a:pt x="97" y="305"/>
                  <a:pt x="97" y="305"/>
                </a:cubicBezTo>
                <a:cubicBezTo>
                  <a:pt x="257" y="305"/>
                  <a:pt x="257" y="305"/>
                  <a:pt x="257" y="305"/>
                </a:cubicBezTo>
                <a:lnTo>
                  <a:pt x="257" y="289"/>
                </a:lnTo>
                <a:close/>
                <a:moveTo>
                  <a:pt x="257" y="257"/>
                </a:moveTo>
                <a:cubicBezTo>
                  <a:pt x="97" y="257"/>
                  <a:pt x="97" y="257"/>
                  <a:pt x="97" y="257"/>
                </a:cubicBezTo>
                <a:cubicBezTo>
                  <a:pt x="97" y="273"/>
                  <a:pt x="97" y="273"/>
                  <a:pt x="97" y="273"/>
                </a:cubicBezTo>
                <a:cubicBezTo>
                  <a:pt x="257" y="273"/>
                  <a:pt x="257" y="273"/>
                  <a:pt x="257" y="273"/>
                </a:cubicBezTo>
                <a:lnTo>
                  <a:pt x="257" y="257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3" name="Freeform 33"/>
          <p:cNvSpPr>
            <a:spLocks noEditPoints="1"/>
          </p:cNvSpPr>
          <p:nvPr/>
        </p:nvSpPr>
        <p:spPr bwMode="auto">
          <a:xfrm>
            <a:off x="9673167" y="3170768"/>
            <a:ext cx="577851" cy="472017"/>
          </a:xfrm>
          <a:custGeom>
            <a:avLst/>
            <a:gdLst>
              <a:gd name="T0" fmla="*/ 216 w 353"/>
              <a:gd name="T1" fmla="*/ 48 h 289"/>
              <a:gd name="T2" fmla="*/ 216 w 353"/>
              <a:gd name="T3" fmla="*/ 32 h 289"/>
              <a:gd name="T4" fmla="*/ 128 w 353"/>
              <a:gd name="T5" fmla="*/ 40 h 289"/>
              <a:gd name="T6" fmla="*/ 176 w 353"/>
              <a:gd name="T7" fmla="*/ 112 h 289"/>
              <a:gd name="T8" fmla="*/ 176 w 353"/>
              <a:gd name="T9" fmla="*/ 208 h 289"/>
              <a:gd name="T10" fmla="*/ 176 w 353"/>
              <a:gd name="T11" fmla="*/ 112 h 289"/>
              <a:gd name="T12" fmla="*/ 144 w 353"/>
              <a:gd name="T13" fmla="*/ 160 h 289"/>
              <a:gd name="T14" fmla="*/ 208 w 353"/>
              <a:gd name="T15" fmla="*/ 160 h 289"/>
              <a:gd name="T16" fmla="*/ 176 w 353"/>
              <a:gd name="T17" fmla="*/ 80 h 289"/>
              <a:gd name="T18" fmla="*/ 176 w 353"/>
              <a:gd name="T19" fmla="*/ 240 h 289"/>
              <a:gd name="T20" fmla="*/ 176 w 353"/>
              <a:gd name="T21" fmla="*/ 80 h 289"/>
              <a:gd name="T22" fmla="*/ 112 w 353"/>
              <a:gd name="T23" fmla="*/ 160 h 289"/>
              <a:gd name="T24" fmla="*/ 240 w 353"/>
              <a:gd name="T25" fmla="*/ 160 h 289"/>
              <a:gd name="T26" fmla="*/ 297 w 353"/>
              <a:gd name="T27" fmla="*/ 128 h 289"/>
              <a:gd name="T28" fmla="*/ 297 w 353"/>
              <a:gd name="T29" fmla="*/ 144 h 289"/>
              <a:gd name="T30" fmla="*/ 297 w 353"/>
              <a:gd name="T31" fmla="*/ 128 h 289"/>
              <a:gd name="T32" fmla="*/ 272 w 353"/>
              <a:gd name="T33" fmla="*/ 88 h 289"/>
              <a:gd name="T34" fmla="*/ 321 w 353"/>
              <a:gd name="T35" fmla="*/ 88 h 289"/>
              <a:gd name="T36" fmla="*/ 297 w 353"/>
              <a:gd name="T37" fmla="*/ 96 h 289"/>
              <a:gd name="T38" fmla="*/ 297 w 353"/>
              <a:gd name="T39" fmla="*/ 80 h 289"/>
              <a:gd name="T40" fmla="*/ 297 w 353"/>
              <a:gd name="T41" fmla="*/ 96 h 289"/>
              <a:gd name="T42" fmla="*/ 289 w 353"/>
              <a:gd name="T43" fmla="*/ 32 h 289"/>
              <a:gd name="T44" fmla="*/ 176 w 353"/>
              <a:gd name="T45" fmla="*/ 0 h 289"/>
              <a:gd name="T46" fmla="*/ 64 w 353"/>
              <a:gd name="T47" fmla="*/ 32 h 289"/>
              <a:gd name="T48" fmla="*/ 0 w 353"/>
              <a:gd name="T49" fmla="*/ 64 h 289"/>
              <a:gd name="T50" fmla="*/ 32 w 353"/>
              <a:gd name="T51" fmla="*/ 289 h 289"/>
              <a:gd name="T52" fmla="*/ 353 w 353"/>
              <a:gd name="T53" fmla="*/ 256 h 289"/>
              <a:gd name="T54" fmla="*/ 321 w 353"/>
              <a:gd name="T55" fmla="*/ 32 h 289"/>
              <a:gd name="T56" fmla="*/ 267 w 353"/>
              <a:gd name="T57" fmla="*/ 192 h 289"/>
              <a:gd name="T58" fmla="*/ 337 w 353"/>
              <a:gd name="T59" fmla="*/ 208 h 289"/>
              <a:gd name="T60" fmla="*/ 321 w 353"/>
              <a:gd name="T61" fmla="*/ 272 h 289"/>
              <a:gd name="T62" fmla="*/ 16 w 353"/>
              <a:gd name="T63" fmla="*/ 256 h 289"/>
              <a:gd name="T64" fmla="*/ 93 w 353"/>
              <a:gd name="T65" fmla="*/ 208 h 289"/>
              <a:gd name="T66" fmla="*/ 16 w 353"/>
              <a:gd name="T67" fmla="*/ 192 h 289"/>
              <a:gd name="T68" fmla="*/ 32 w 353"/>
              <a:gd name="T69" fmla="*/ 48 h 289"/>
              <a:gd name="T70" fmla="*/ 120 w 353"/>
              <a:gd name="T71" fmla="*/ 16 h 289"/>
              <a:gd name="T72" fmla="*/ 232 w 353"/>
              <a:gd name="T73" fmla="*/ 16 h 289"/>
              <a:gd name="T74" fmla="*/ 321 w 353"/>
              <a:gd name="T75" fmla="*/ 48 h 289"/>
              <a:gd name="T76" fmla="*/ 337 w 353"/>
              <a:gd name="T77" fmla="*/ 192 h 2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353" h="289">
                <a:moveTo>
                  <a:pt x="136" y="48"/>
                </a:moveTo>
                <a:cubicBezTo>
                  <a:pt x="216" y="48"/>
                  <a:pt x="216" y="48"/>
                  <a:pt x="216" y="48"/>
                </a:cubicBezTo>
                <a:cubicBezTo>
                  <a:pt x="221" y="48"/>
                  <a:pt x="224" y="44"/>
                  <a:pt x="224" y="40"/>
                </a:cubicBezTo>
                <a:cubicBezTo>
                  <a:pt x="224" y="35"/>
                  <a:pt x="221" y="32"/>
                  <a:pt x="216" y="32"/>
                </a:cubicBezTo>
                <a:cubicBezTo>
                  <a:pt x="136" y="32"/>
                  <a:pt x="136" y="32"/>
                  <a:pt x="136" y="32"/>
                </a:cubicBezTo>
                <a:cubicBezTo>
                  <a:pt x="132" y="32"/>
                  <a:pt x="128" y="35"/>
                  <a:pt x="128" y="40"/>
                </a:cubicBezTo>
                <a:cubicBezTo>
                  <a:pt x="128" y="44"/>
                  <a:pt x="132" y="48"/>
                  <a:pt x="136" y="48"/>
                </a:cubicBezTo>
                <a:moveTo>
                  <a:pt x="176" y="112"/>
                </a:moveTo>
                <a:cubicBezTo>
                  <a:pt x="150" y="112"/>
                  <a:pt x="128" y="133"/>
                  <a:pt x="128" y="160"/>
                </a:cubicBezTo>
                <a:cubicBezTo>
                  <a:pt x="128" y="187"/>
                  <a:pt x="150" y="208"/>
                  <a:pt x="176" y="208"/>
                </a:cubicBezTo>
                <a:cubicBezTo>
                  <a:pt x="203" y="208"/>
                  <a:pt x="224" y="187"/>
                  <a:pt x="224" y="160"/>
                </a:cubicBezTo>
                <a:cubicBezTo>
                  <a:pt x="224" y="133"/>
                  <a:pt x="203" y="112"/>
                  <a:pt x="176" y="112"/>
                </a:cubicBezTo>
                <a:moveTo>
                  <a:pt x="176" y="192"/>
                </a:moveTo>
                <a:cubicBezTo>
                  <a:pt x="158" y="192"/>
                  <a:pt x="144" y="178"/>
                  <a:pt x="144" y="160"/>
                </a:cubicBezTo>
                <a:cubicBezTo>
                  <a:pt x="144" y="142"/>
                  <a:pt x="158" y="128"/>
                  <a:pt x="176" y="128"/>
                </a:cubicBezTo>
                <a:cubicBezTo>
                  <a:pt x="194" y="128"/>
                  <a:pt x="208" y="142"/>
                  <a:pt x="208" y="160"/>
                </a:cubicBezTo>
                <a:cubicBezTo>
                  <a:pt x="208" y="178"/>
                  <a:pt x="194" y="192"/>
                  <a:pt x="176" y="192"/>
                </a:cubicBezTo>
                <a:moveTo>
                  <a:pt x="176" y="80"/>
                </a:moveTo>
                <a:cubicBezTo>
                  <a:pt x="132" y="80"/>
                  <a:pt x="96" y="116"/>
                  <a:pt x="96" y="160"/>
                </a:cubicBezTo>
                <a:cubicBezTo>
                  <a:pt x="96" y="204"/>
                  <a:pt x="132" y="240"/>
                  <a:pt x="176" y="240"/>
                </a:cubicBezTo>
                <a:cubicBezTo>
                  <a:pt x="221" y="240"/>
                  <a:pt x="256" y="204"/>
                  <a:pt x="256" y="160"/>
                </a:cubicBezTo>
                <a:cubicBezTo>
                  <a:pt x="256" y="116"/>
                  <a:pt x="221" y="80"/>
                  <a:pt x="176" y="80"/>
                </a:cubicBezTo>
                <a:moveTo>
                  <a:pt x="176" y="224"/>
                </a:moveTo>
                <a:cubicBezTo>
                  <a:pt x="141" y="224"/>
                  <a:pt x="112" y="196"/>
                  <a:pt x="112" y="160"/>
                </a:cubicBezTo>
                <a:cubicBezTo>
                  <a:pt x="112" y="125"/>
                  <a:pt x="141" y="96"/>
                  <a:pt x="176" y="96"/>
                </a:cubicBezTo>
                <a:cubicBezTo>
                  <a:pt x="212" y="96"/>
                  <a:pt x="240" y="125"/>
                  <a:pt x="240" y="160"/>
                </a:cubicBezTo>
                <a:cubicBezTo>
                  <a:pt x="240" y="196"/>
                  <a:pt x="212" y="224"/>
                  <a:pt x="176" y="224"/>
                </a:cubicBezTo>
                <a:moveTo>
                  <a:pt x="297" y="128"/>
                </a:moveTo>
                <a:cubicBezTo>
                  <a:pt x="292" y="128"/>
                  <a:pt x="289" y="132"/>
                  <a:pt x="289" y="136"/>
                </a:cubicBezTo>
                <a:cubicBezTo>
                  <a:pt x="289" y="140"/>
                  <a:pt x="292" y="144"/>
                  <a:pt x="297" y="144"/>
                </a:cubicBezTo>
                <a:cubicBezTo>
                  <a:pt x="301" y="144"/>
                  <a:pt x="305" y="140"/>
                  <a:pt x="305" y="136"/>
                </a:cubicBezTo>
                <a:cubicBezTo>
                  <a:pt x="305" y="132"/>
                  <a:pt x="301" y="128"/>
                  <a:pt x="297" y="128"/>
                </a:cubicBezTo>
                <a:moveTo>
                  <a:pt x="297" y="64"/>
                </a:moveTo>
                <a:cubicBezTo>
                  <a:pt x="283" y="64"/>
                  <a:pt x="272" y="75"/>
                  <a:pt x="272" y="88"/>
                </a:cubicBezTo>
                <a:cubicBezTo>
                  <a:pt x="272" y="101"/>
                  <a:pt x="283" y="112"/>
                  <a:pt x="297" y="112"/>
                </a:cubicBezTo>
                <a:cubicBezTo>
                  <a:pt x="310" y="112"/>
                  <a:pt x="321" y="101"/>
                  <a:pt x="321" y="88"/>
                </a:cubicBezTo>
                <a:cubicBezTo>
                  <a:pt x="321" y="75"/>
                  <a:pt x="310" y="64"/>
                  <a:pt x="297" y="64"/>
                </a:cubicBezTo>
                <a:moveTo>
                  <a:pt x="297" y="96"/>
                </a:moveTo>
                <a:cubicBezTo>
                  <a:pt x="292" y="96"/>
                  <a:pt x="289" y="92"/>
                  <a:pt x="289" y="88"/>
                </a:cubicBezTo>
                <a:cubicBezTo>
                  <a:pt x="289" y="83"/>
                  <a:pt x="292" y="80"/>
                  <a:pt x="297" y="80"/>
                </a:cubicBezTo>
                <a:cubicBezTo>
                  <a:pt x="301" y="80"/>
                  <a:pt x="305" y="83"/>
                  <a:pt x="305" y="88"/>
                </a:cubicBezTo>
                <a:cubicBezTo>
                  <a:pt x="305" y="92"/>
                  <a:pt x="301" y="96"/>
                  <a:pt x="297" y="96"/>
                </a:cubicBezTo>
                <a:moveTo>
                  <a:pt x="321" y="32"/>
                </a:moveTo>
                <a:cubicBezTo>
                  <a:pt x="289" y="32"/>
                  <a:pt x="289" y="32"/>
                  <a:pt x="289" y="32"/>
                </a:cubicBezTo>
                <a:cubicBezTo>
                  <a:pt x="264" y="32"/>
                  <a:pt x="264" y="0"/>
                  <a:pt x="232" y="0"/>
                </a:cubicBezTo>
                <a:cubicBezTo>
                  <a:pt x="176" y="0"/>
                  <a:pt x="176" y="0"/>
                  <a:pt x="176" y="0"/>
                </a:cubicBezTo>
                <a:cubicBezTo>
                  <a:pt x="120" y="0"/>
                  <a:pt x="120" y="0"/>
                  <a:pt x="120" y="0"/>
                </a:cubicBezTo>
                <a:cubicBezTo>
                  <a:pt x="88" y="0"/>
                  <a:pt x="88" y="32"/>
                  <a:pt x="64" y="32"/>
                </a:cubicBezTo>
                <a:cubicBezTo>
                  <a:pt x="32" y="32"/>
                  <a:pt x="32" y="32"/>
                  <a:pt x="32" y="32"/>
                </a:cubicBezTo>
                <a:cubicBezTo>
                  <a:pt x="14" y="32"/>
                  <a:pt x="0" y="46"/>
                  <a:pt x="0" y="64"/>
                </a:cubicBezTo>
                <a:cubicBezTo>
                  <a:pt x="0" y="256"/>
                  <a:pt x="0" y="256"/>
                  <a:pt x="0" y="256"/>
                </a:cubicBezTo>
                <a:cubicBezTo>
                  <a:pt x="0" y="274"/>
                  <a:pt x="14" y="289"/>
                  <a:pt x="32" y="289"/>
                </a:cubicBezTo>
                <a:cubicBezTo>
                  <a:pt x="321" y="289"/>
                  <a:pt x="321" y="289"/>
                  <a:pt x="321" y="289"/>
                </a:cubicBezTo>
                <a:cubicBezTo>
                  <a:pt x="338" y="289"/>
                  <a:pt x="353" y="274"/>
                  <a:pt x="353" y="256"/>
                </a:cubicBezTo>
                <a:cubicBezTo>
                  <a:pt x="353" y="64"/>
                  <a:pt x="353" y="64"/>
                  <a:pt x="353" y="64"/>
                </a:cubicBezTo>
                <a:cubicBezTo>
                  <a:pt x="353" y="46"/>
                  <a:pt x="338" y="32"/>
                  <a:pt x="321" y="32"/>
                </a:cubicBezTo>
                <a:moveTo>
                  <a:pt x="337" y="192"/>
                </a:moveTo>
                <a:cubicBezTo>
                  <a:pt x="267" y="192"/>
                  <a:pt x="267" y="192"/>
                  <a:pt x="267" y="192"/>
                </a:cubicBezTo>
                <a:cubicBezTo>
                  <a:pt x="265" y="198"/>
                  <a:pt x="262" y="203"/>
                  <a:pt x="260" y="208"/>
                </a:cubicBezTo>
                <a:cubicBezTo>
                  <a:pt x="337" y="208"/>
                  <a:pt x="337" y="208"/>
                  <a:pt x="337" y="208"/>
                </a:cubicBezTo>
                <a:cubicBezTo>
                  <a:pt x="337" y="256"/>
                  <a:pt x="337" y="256"/>
                  <a:pt x="337" y="256"/>
                </a:cubicBezTo>
                <a:cubicBezTo>
                  <a:pt x="337" y="265"/>
                  <a:pt x="330" y="272"/>
                  <a:pt x="321" y="272"/>
                </a:cubicBezTo>
                <a:cubicBezTo>
                  <a:pt x="32" y="272"/>
                  <a:pt x="32" y="272"/>
                  <a:pt x="32" y="272"/>
                </a:cubicBezTo>
                <a:cubicBezTo>
                  <a:pt x="23" y="272"/>
                  <a:pt x="16" y="265"/>
                  <a:pt x="16" y="256"/>
                </a:cubicBezTo>
                <a:cubicBezTo>
                  <a:pt x="16" y="208"/>
                  <a:pt x="16" y="208"/>
                  <a:pt x="16" y="208"/>
                </a:cubicBezTo>
                <a:cubicBezTo>
                  <a:pt x="93" y="208"/>
                  <a:pt x="93" y="208"/>
                  <a:pt x="93" y="208"/>
                </a:cubicBezTo>
                <a:cubicBezTo>
                  <a:pt x="90" y="203"/>
                  <a:pt x="87" y="198"/>
                  <a:pt x="85" y="192"/>
                </a:cubicBezTo>
                <a:cubicBezTo>
                  <a:pt x="16" y="192"/>
                  <a:pt x="16" y="192"/>
                  <a:pt x="16" y="192"/>
                </a:cubicBezTo>
                <a:cubicBezTo>
                  <a:pt x="16" y="64"/>
                  <a:pt x="16" y="64"/>
                  <a:pt x="16" y="64"/>
                </a:cubicBezTo>
                <a:cubicBezTo>
                  <a:pt x="16" y="55"/>
                  <a:pt x="23" y="48"/>
                  <a:pt x="32" y="48"/>
                </a:cubicBezTo>
                <a:cubicBezTo>
                  <a:pt x="64" y="48"/>
                  <a:pt x="64" y="48"/>
                  <a:pt x="64" y="48"/>
                </a:cubicBezTo>
                <a:cubicBezTo>
                  <a:pt x="96" y="48"/>
                  <a:pt x="96" y="16"/>
                  <a:pt x="120" y="16"/>
                </a:cubicBezTo>
                <a:cubicBezTo>
                  <a:pt x="176" y="16"/>
                  <a:pt x="176" y="16"/>
                  <a:pt x="176" y="16"/>
                </a:cubicBezTo>
                <a:cubicBezTo>
                  <a:pt x="232" y="16"/>
                  <a:pt x="232" y="16"/>
                  <a:pt x="232" y="16"/>
                </a:cubicBezTo>
                <a:cubicBezTo>
                  <a:pt x="256" y="16"/>
                  <a:pt x="256" y="48"/>
                  <a:pt x="289" y="48"/>
                </a:cubicBezTo>
                <a:cubicBezTo>
                  <a:pt x="321" y="48"/>
                  <a:pt x="321" y="48"/>
                  <a:pt x="321" y="48"/>
                </a:cubicBezTo>
                <a:cubicBezTo>
                  <a:pt x="330" y="48"/>
                  <a:pt x="337" y="55"/>
                  <a:pt x="337" y="64"/>
                </a:cubicBezTo>
                <a:lnTo>
                  <a:pt x="337" y="192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4" name="Freeform 34"/>
          <p:cNvSpPr>
            <a:spLocks noEditPoints="1"/>
          </p:cNvSpPr>
          <p:nvPr/>
        </p:nvSpPr>
        <p:spPr bwMode="auto">
          <a:xfrm>
            <a:off x="10775951" y="3115734"/>
            <a:ext cx="577851" cy="579967"/>
          </a:xfrm>
          <a:custGeom>
            <a:avLst/>
            <a:gdLst>
              <a:gd name="T0" fmla="*/ 112 w 353"/>
              <a:gd name="T1" fmla="*/ 241 h 354"/>
              <a:gd name="T2" fmla="*/ 176 w 353"/>
              <a:gd name="T3" fmla="*/ 241 h 354"/>
              <a:gd name="T4" fmla="*/ 144 w 353"/>
              <a:gd name="T5" fmla="*/ 257 h 354"/>
              <a:gd name="T6" fmla="*/ 144 w 353"/>
              <a:gd name="T7" fmla="*/ 225 h 354"/>
              <a:gd name="T8" fmla="*/ 144 w 353"/>
              <a:gd name="T9" fmla="*/ 257 h 354"/>
              <a:gd name="T10" fmla="*/ 80 w 353"/>
              <a:gd name="T11" fmla="*/ 241 h 354"/>
              <a:gd name="T12" fmla="*/ 209 w 353"/>
              <a:gd name="T13" fmla="*/ 241 h 354"/>
              <a:gd name="T14" fmla="*/ 144 w 353"/>
              <a:gd name="T15" fmla="*/ 289 h 354"/>
              <a:gd name="T16" fmla="*/ 144 w 353"/>
              <a:gd name="T17" fmla="*/ 193 h 354"/>
              <a:gd name="T18" fmla="*/ 144 w 353"/>
              <a:gd name="T19" fmla="*/ 289 h 354"/>
              <a:gd name="T20" fmla="*/ 225 w 353"/>
              <a:gd name="T21" fmla="*/ 145 h 354"/>
              <a:gd name="T22" fmla="*/ 120 w 353"/>
              <a:gd name="T23" fmla="*/ 113 h 354"/>
              <a:gd name="T24" fmla="*/ 32 w 353"/>
              <a:gd name="T25" fmla="*/ 145 h 354"/>
              <a:gd name="T26" fmla="*/ 0 w 353"/>
              <a:gd name="T27" fmla="*/ 322 h 354"/>
              <a:gd name="T28" fmla="*/ 257 w 353"/>
              <a:gd name="T29" fmla="*/ 354 h 354"/>
              <a:gd name="T30" fmla="*/ 289 w 353"/>
              <a:gd name="T31" fmla="*/ 177 h 354"/>
              <a:gd name="T32" fmla="*/ 273 w 353"/>
              <a:gd name="T33" fmla="*/ 322 h 354"/>
              <a:gd name="T34" fmla="*/ 32 w 353"/>
              <a:gd name="T35" fmla="*/ 338 h 354"/>
              <a:gd name="T36" fmla="*/ 16 w 353"/>
              <a:gd name="T37" fmla="*/ 177 h 354"/>
              <a:gd name="T38" fmla="*/ 64 w 353"/>
              <a:gd name="T39" fmla="*/ 161 h 354"/>
              <a:gd name="T40" fmla="*/ 144 w 353"/>
              <a:gd name="T41" fmla="*/ 129 h 354"/>
              <a:gd name="T42" fmla="*/ 225 w 353"/>
              <a:gd name="T43" fmla="*/ 161 h 354"/>
              <a:gd name="T44" fmla="*/ 273 w 353"/>
              <a:gd name="T45" fmla="*/ 177 h 354"/>
              <a:gd name="T46" fmla="*/ 241 w 353"/>
              <a:gd name="T47" fmla="*/ 225 h 354"/>
              <a:gd name="T48" fmla="*/ 241 w 353"/>
              <a:gd name="T49" fmla="*/ 241 h 354"/>
              <a:gd name="T50" fmla="*/ 241 w 353"/>
              <a:gd name="T51" fmla="*/ 225 h 354"/>
              <a:gd name="T52" fmla="*/ 80 w 353"/>
              <a:gd name="T53" fmla="*/ 0 h 354"/>
              <a:gd name="T54" fmla="*/ 64 w 353"/>
              <a:gd name="T55" fmla="*/ 97 h 354"/>
              <a:gd name="T56" fmla="*/ 80 w 353"/>
              <a:gd name="T57" fmla="*/ 97 h 354"/>
              <a:gd name="T58" fmla="*/ 337 w 353"/>
              <a:gd name="T59" fmla="*/ 16 h 354"/>
              <a:gd name="T60" fmla="*/ 313 w 353"/>
              <a:gd name="T61" fmla="*/ 209 h 354"/>
              <a:gd name="T62" fmla="*/ 313 w 353"/>
              <a:gd name="T63" fmla="*/ 225 h 354"/>
              <a:gd name="T64" fmla="*/ 337 w 353"/>
              <a:gd name="T65" fmla="*/ 273 h 354"/>
              <a:gd name="T66" fmla="*/ 305 w 353"/>
              <a:gd name="T67" fmla="*/ 281 h 354"/>
              <a:gd name="T68" fmla="*/ 337 w 353"/>
              <a:gd name="T69" fmla="*/ 289 h 354"/>
              <a:gd name="T70" fmla="*/ 353 w 353"/>
              <a:gd name="T71" fmla="*/ 16 h 354"/>
              <a:gd name="T72" fmla="*/ 241 w 353"/>
              <a:gd name="T73" fmla="*/ 177 h 354"/>
              <a:gd name="T74" fmla="*/ 241 w 353"/>
              <a:gd name="T75" fmla="*/ 209 h 354"/>
              <a:gd name="T76" fmla="*/ 241 w 353"/>
              <a:gd name="T77" fmla="*/ 177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353" h="354">
                <a:moveTo>
                  <a:pt x="144" y="209"/>
                </a:moveTo>
                <a:cubicBezTo>
                  <a:pt x="127" y="209"/>
                  <a:pt x="112" y="224"/>
                  <a:pt x="112" y="241"/>
                </a:cubicBezTo>
                <a:cubicBezTo>
                  <a:pt x="112" y="259"/>
                  <a:pt x="127" y="273"/>
                  <a:pt x="144" y="273"/>
                </a:cubicBezTo>
                <a:cubicBezTo>
                  <a:pt x="162" y="273"/>
                  <a:pt x="176" y="259"/>
                  <a:pt x="176" y="241"/>
                </a:cubicBezTo>
                <a:cubicBezTo>
                  <a:pt x="176" y="224"/>
                  <a:pt x="162" y="209"/>
                  <a:pt x="144" y="209"/>
                </a:cubicBezTo>
                <a:moveTo>
                  <a:pt x="144" y="257"/>
                </a:moveTo>
                <a:cubicBezTo>
                  <a:pt x="136" y="257"/>
                  <a:pt x="128" y="250"/>
                  <a:pt x="128" y="241"/>
                </a:cubicBezTo>
                <a:cubicBezTo>
                  <a:pt x="128" y="232"/>
                  <a:pt x="136" y="225"/>
                  <a:pt x="144" y="225"/>
                </a:cubicBezTo>
                <a:cubicBezTo>
                  <a:pt x="153" y="225"/>
                  <a:pt x="160" y="232"/>
                  <a:pt x="160" y="241"/>
                </a:cubicBezTo>
                <a:cubicBezTo>
                  <a:pt x="160" y="250"/>
                  <a:pt x="153" y="257"/>
                  <a:pt x="144" y="257"/>
                </a:cubicBezTo>
                <a:moveTo>
                  <a:pt x="144" y="177"/>
                </a:moveTo>
                <a:cubicBezTo>
                  <a:pt x="109" y="177"/>
                  <a:pt x="80" y="206"/>
                  <a:pt x="80" y="241"/>
                </a:cubicBezTo>
                <a:cubicBezTo>
                  <a:pt x="80" y="277"/>
                  <a:pt x="109" y="305"/>
                  <a:pt x="144" y="305"/>
                </a:cubicBezTo>
                <a:cubicBezTo>
                  <a:pt x="180" y="305"/>
                  <a:pt x="209" y="277"/>
                  <a:pt x="209" y="241"/>
                </a:cubicBezTo>
                <a:cubicBezTo>
                  <a:pt x="209" y="206"/>
                  <a:pt x="180" y="177"/>
                  <a:pt x="144" y="177"/>
                </a:cubicBezTo>
                <a:moveTo>
                  <a:pt x="144" y="289"/>
                </a:moveTo>
                <a:cubicBezTo>
                  <a:pt x="118" y="289"/>
                  <a:pt x="96" y="268"/>
                  <a:pt x="96" y="241"/>
                </a:cubicBezTo>
                <a:cubicBezTo>
                  <a:pt x="96" y="215"/>
                  <a:pt x="118" y="193"/>
                  <a:pt x="144" y="193"/>
                </a:cubicBezTo>
                <a:cubicBezTo>
                  <a:pt x="171" y="193"/>
                  <a:pt x="193" y="215"/>
                  <a:pt x="193" y="241"/>
                </a:cubicBezTo>
                <a:cubicBezTo>
                  <a:pt x="193" y="268"/>
                  <a:pt x="171" y="289"/>
                  <a:pt x="144" y="289"/>
                </a:cubicBezTo>
                <a:moveTo>
                  <a:pt x="257" y="145"/>
                </a:moveTo>
                <a:cubicBezTo>
                  <a:pt x="225" y="145"/>
                  <a:pt x="225" y="145"/>
                  <a:pt x="225" y="145"/>
                </a:cubicBezTo>
                <a:cubicBezTo>
                  <a:pt x="201" y="145"/>
                  <a:pt x="201" y="113"/>
                  <a:pt x="168" y="113"/>
                </a:cubicBezTo>
                <a:cubicBezTo>
                  <a:pt x="120" y="113"/>
                  <a:pt x="120" y="113"/>
                  <a:pt x="120" y="113"/>
                </a:cubicBezTo>
                <a:cubicBezTo>
                  <a:pt x="88" y="113"/>
                  <a:pt x="88" y="145"/>
                  <a:pt x="64" y="145"/>
                </a:cubicBezTo>
                <a:cubicBezTo>
                  <a:pt x="32" y="145"/>
                  <a:pt x="32" y="145"/>
                  <a:pt x="32" y="145"/>
                </a:cubicBezTo>
                <a:cubicBezTo>
                  <a:pt x="14" y="145"/>
                  <a:pt x="0" y="159"/>
                  <a:pt x="0" y="177"/>
                </a:cubicBezTo>
                <a:cubicBezTo>
                  <a:pt x="0" y="322"/>
                  <a:pt x="0" y="322"/>
                  <a:pt x="0" y="322"/>
                </a:cubicBezTo>
                <a:cubicBezTo>
                  <a:pt x="0" y="339"/>
                  <a:pt x="14" y="354"/>
                  <a:pt x="32" y="354"/>
                </a:cubicBezTo>
                <a:cubicBezTo>
                  <a:pt x="257" y="354"/>
                  <a:pt x="257" y="354"/>
                  <a:pt x="257" y="354"/>
                </a:cubicBezTo>
                <a:cubicBezTo>
                  <a:pt x="275" y="354"/>
                  <a:pt x="289" y="339"/>
                  <a:pt x="289" y="322"/>
                </a:cubicBezTo>
                <a:cubicBezTo>
                  <a:pt x="289" y="177"/>
                  <a:pt x="289" y="177"/>
                  <a:pt x="289" y="177"/>
                </a:cubicBezTo>
                <a:cubicBezTo>
                  <a:pt x="289" y="159"/>
                  <a:pt x="275" y="145"/>
                  <a:pt x="257" y="145"/>
                </a:cubicBezTo>
                <a:moveTo>
                  <a:pt x="273" y="322"/>
                </a:moveTo>
                <a:cubicBezTo>
                  <a:pt x="273" y="330"/>
                  <a:pt x="266" y="338"/>
                  <a:pt x="257" y="338"/>
                </a:cubicBezTo>
                <a:cubicBezTo>
                  <a:pt x="32" y="338"/>
                  <a:pt x="32" y="338"/>
                  <a:pt x="32" y="338"/>
                </a:cubicBezTo>
                <a:cubicBezTo>
                  <a:pt x="23" y="338"/>
                  <a:pt x="16" y="330"/>
                  <a:pt x="16" y="322"/>
                </a:cubicBezTo>
                <a:cubicBezTo>
                  <a:pt x="16" y="177"/>
                  <a:pt x="16" y="177"/>
                  <a:pt x="16" y="177"/>
                </a:cubicBezTo>
                <a:cubicBezTo>
                  <a:pt x="16" y="168"/>
                  <a:pt x="23" y="161"/>
                  <a:pt x="32" y="161"/>
                </a:cubicBezTo>
                <a:cubicBezTo>
                  <a:pt x="64" y="161"/>
                  <a:pt x="64" y="161"/>
                  <a:pt x="64" y="161"/>
                </a:cubicBezTo>
                <a:cubicBezTo>
                  <a:pt x="96" y="161"/>
                  <a:pt x="96" y="129"/>
                  <a:pt x="120" y="129"/>
                </a:cubicBezTo>
                <a:cubicBezTo>
                  <a:pt x="144" y="129"/>
                  <a:pt x="144" y="129"/>
                  <a:pt x="144" y="129"/>
                </a:cubicBezTo>
                <a:cubicBezTo>
                  <a:pt x="168" y="129"/>
                  <a:pt x="168" y="129"/>
                  <a:pt x="168" y="129"/>
                </a:cubicBezTo>
                <a:cubicBezTo>
                  <a:pt x="193" y="129"/>
                  <a:pt x="193" y="161"/>
                  <a:pt x="225" y="161"/>
                </a:cubicBezTo>
                <a:cubicBezTo>
                  <a:pt x="257" y="161"/>
                  <a:pt x="257" y="161"/>
                  <a:pt x="257" y="161"/>
                </a:cubicBezTo>
                <a:cubicBezTo>
                  <a:pt x="266" y="161"/>
                  <a:pt x="273" y="168"/>
                  <a:pt x="273" y="177"/>
                </a:cubicBezTo>
                <a:lnTo>
                  <a:pt x="273" y="322"/>
                </a:lnTo>
                <a:close/>
                <a:moveTo>
                  <a:pt x="241" y="225"/>
                </a:moveTo>
                <a:cubicBezTo>
                  <a:pt x="236" y="225"/>
                  <a:pt x="233" y="229"/>
                  <a:pt x="233" y="233"/>
                </a:cubicBezTo>
                <a:cubicBezTo>
                  <a:pt x="233" y="238"/>
                  <a:pt x="236" y="241"/>
                  <a:pt x="241" y="241"/>
                </a:cubicBezTo>
                <a:cubicBezTo>
                  <a:pt x="245" y="241"/>
                  <a:pt x="249" y="238"/>
                  <a:pt x="249" y="233"/>
                </a:cubicBezTo>
                <a:cubicBezTo>
                  <a:pt x="249" y="229"/>
                  <a:pt x="245" y="225"/>
                  <a:pt x="241" y="225"/>
                </a:cubicBezTo>
                <a:moveTo>
                  <a:pt x="337" y="0"/>
                </a:moveTo>
                <a:cubicBezTo>
                  <a:pt x="80" y="0"/>
                  <a:pt x="80" y="0"/>
                  <a:pt x="80" y="0"/>
                </a:cubicBezTo>
                <a:cubicBezTo>
                  <a:pt x="71" y="0"/>
                  <a:pt x="64" y="8"/>
                  <a:pt x="64" y="16"/>
                </a:cubicBezTo>
                <a:cubicBezTo>
                  <a:pt x="64" y="97"/>
                  <a:pt x="64" y="97"/>
                  <a:pt x="64" y="97"/>
                </a:cubicBezTo>
                <a:cubicBezTo>
                  <a:pt x="64" y="101"/>
                  <a:pt x="68" y="105"/>
                  <a:pt x="72" y="105"/>
                </a:cubicBezTo>
                <a:cubicBezTo>
                  <a:pt x="77" y="105"/>
                  <a:pt x="80" y="101"/>
                  <a:pt x="80" y="97"/>
                </a:cubicBezTo>
                <a:cubicBezTo>
                  <a:pt x="80" y="16"/>
                  <a:pt x="80" y="16"/>
                  <a:pt x="80" y="16"/>
                </a:cubicBezTo>
                <a:cubicBezTo>
                  <a:pt x="337" y="16"/>
                  <a:pt x="337" y="16"/>
                  <a:pt x="337" y="16"/>
                </a:cubicBezTo>
                <a:cubicBezTo>
                  <a:pt x="337" y="209"/>
                  <a:pt x="337" y="209"/>
                  <a:pt x="337" y="209"/>
                </a:cubicBezTo>
                <a:cubicBezTo>
                  <a:pt x="313" y="209"/>
                  <a:pt x="313" y="209"/>
                  <a:pt x="313" y="209"/>
                </a:cubicBezTo>
                <a:cubicBezTo>
                  <a:pt x="309" y="209"/>
                  <a:pt x="305" y="213"/>
                  <a:pt x="305" y="217"/>
                </a:cubicBezTo>
                <a:cubicBezTo>
                  <a:pt x="305" y="222"/>
                  <a:pt x="309" y="225"/>
                  <a:pt x="313" y="225"/>
                </a:cubicBezTo>
                <a:cubicBezTo>
                  <a:pt x="337" y="225"/>
                  <a:pt x="337" y="225"/>
                  <a:pt x="337" y="225"/>
                </a:cubicBezTo>
                <a:cubicBezTo>
                  <a:pt x="337" y="273"/>
                  <a:pt x="337" y="273"/>
                  <a:pt x="337" y="273"/>
                </a:cubicBezTo>
                <a:cubicBezTo>
                  <a:pt x="313" y="273"/>
                  <a:pt x="313" y="273"/>
                  <a:pt x="313" y="273"/>
                </a:cubicBezTo>
                <a:cubicBezTo>
                  <a:pt x="309" y="273"/>
                  <a:pt x="305" y="277"/>
                  <a:pt x="305" y="281"/>
                </a:cubicBezTo>
                <a:cubicBezTo>
                  <a:pt x="305" y="286"/>
                  <a:pt x="309" y="289"/>
                  <a:pt x="313" y="289"/>
                </a:cubicBezTo>
                <a:cubicBezTo>
                  <a:pt x="337" y="289"/>
                  <a:pt x="337" y="289"/>
                  <a:pt x="337" y="289"/>
                </a:cubicBezTo>
                <a:cubicBezTo>
                  <a:pt x="346" y="289"/>
                  <a:pt x="353" y="282"/>
                  <a:pt x="353" y="273"/>
                </a:cubicBezTo>
                <a:cubicBezTo>
                  <a:pt x="353" y="16"/>
                  <a:pt x="353" y="16"/>
                  <a:pt x="353" y="16"/>
                </a:cubicBezTo>
                <a:cubicBezTo>
                  <a:pt x="353" y="8"/>
                  <a:pt x="346" y="0"/>
                  <a:pt x="337" y="0"/>
                </a:cubicBezTo>
                <a:moveTo>
                  <a:pt x="241" y="177"/>
                </a:moveTo>
                <a:cubicBezTo>
                  <a:pt x="232" y="177"/>
                  <a:pt x="225" y="184"/>
                  <a:pt x="225" y="193"/>
                </a:cubicBezTo>
                <a:cubicBezTo>
                  <a:pt x="225" y="202"/>
                  <a:pt x="232" y="209"/>
                  <a:pt x="241" y="209"/>
                </a:cubicBezTo>
                <a:cubicBezTo>
                  <a:pt x="250" y="209"/>
                  <a:pt x="257" y="202"/>
                  <a:pt x="257" y="193"/>
                </a:cubicBezTo>
                <a:cubicBezTo>
                  <a:pt x="257" y="184"/>
                  <a:pt x="250" y="177"/>
                  <a:pt x="241" y="177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5" name="Freeform 35"/>
          <p:cNvSpPr>
            <a:spLocks noEditPoints="1"/>
          </p:cNvSpPr>
          <p:nvPr/>
        </p:nvSpPr>
        <p:spPr bwMode="auto">
          <a:xfrm>
            <a:off x="840317" y="4222751"/>
            <a:ext cx="577851" cy="577851"/>
          </a:xfrm>
          <a:custGeom>
            <a:avLst/>
            <a:gdLst>
              <a:gd name="T0" fmla="*/ 241 w 353"/>
              <a:gd name="T1" fmla="*/ 241 h 353"/>
              <a:gd name="T2" fmla="*/ 241 w 353"/>
              <a:gd name="T3" fmla="*/ 176 h 353"/>
              <a:gd name="T4" fmla="*/ 257 w 353"/>
              <a:gd name="T5" fmla="*/ 192 h 353"/>
              <a:gd name="T6" fmla="*/ 225 w 353"/>
              <a:gd name="T7" fmla="*/ 144 h 353"/>
              <a:gd name="T8" fmla="*/ 64 w 353"/>
              <a:gd name="T9" fmla="*/ 144 h 353"/>
              <a:gd name="T10" fmla="*/ 0 w 353"/>
              <a:gd name="T11" fmla="*/ 321 h 353"/>
              <a:gd name="T12" fmla="*/ 289 w 353"/>
              <a:gd name="T13" fmla="*/ 321 h 353"/>
              <a:gd name="T14" fmla="*/ 273 w 353"/>
              <a:gd name="T15" fmla="*/ 321 h 353"/>
              <a:gd name="T16" fmla="*/ 16 w 353"/>
              <a:gd name="T17" fmla="*/ 321 h 353"/>
              <a:gd name="T18" fmla="*/ 64 w 353"/>
              <a:gd name="T19" fmla="*/ 160 h 353"/>
              <a:gd name="T20" fmla="*/ 168 w 353"/>
              <a:gd name="T21" fmla="*/ 128 h 353"/>
              <a:gd name="T22" fmla="*/ 273 w 353"/>
              <a:gd name="T23" fmla="*/ 176 h 353"/>
              <a:gd name="T24" fmla="*/ 112 w 353"/>
              <a:gd name="T25" fmla="*/ 241 h 353"/>
              <a:gd name="T26" fmla="*/ 144 w 353"/>
              <a:gd name="T27" fmla="*/ 208 h 353"/>
              <a:gd name="T28" fmla="*/ 144 w 353"/>
              <a:gd name="T29" fmla="*/ 225 h 353"/>
              <a:gd name="T30" fmla="*/ 144 w 353"/>
              <a:gd name="T31" fmla="*/ 176 h 353"/>
              <a:gd name="T32" fmla="*/ 209 w 353"/>
              <a:gd name="T33" fmla="*/ 241 h 353"/>
              <a:gd name="T34" fmla="*/ 96 w 353"/>
              <a:gd name="T35" fmla="*/ 241 h 353"/>
              <a:gd name="T36" fmla="*/ 144 w 353"/>
              <a:gd name="T37" fmla="*/ 289 h 353"/>
              <a:gd name="T38" fmla="*/ 321 w 353"/>
              <a:gd name="T39" fmla="*/ 64 h 353"/>
              <a:gd name="T40" fmla="*/ 321 w 353"/>
              <a:gd name="T41" fmla="*/ 32 h 353"/>
              <a:gd name="T42" fmla="*/ 321 w 353"/>
              <a:gd name="T43" fmla="*/ 48 h 353"/>
              <a:gd name="T44" fmla="*/ 321 w 353"/>
              <a:gd name="T45" fmla="*/ 257 h 353"/>
              <a:gd name="T46" fmla="*/ 305 w 353"/>
              <a:gd name="T47" fmla="*/ 257 h 353"/>
              <a:gd name="T48" fmla="*/ 321 w 353"/>
              <a:gd name="T49" fmla="*/ 96 h 353"/>
              <a:gd name="T50" fmla="*/ 321 w 353"/>
              <a:gd name="T51" fmla="*/ 176 h 353"/>
              <a:gd name="T52" fmla="*/ 321 w 353"/>
              <a:gd name="T53" fmla="*/ 192 h 353"/>
              <a:gd name="T54" fmla="*/ 80 w 353"/>
              <a:gd name="T55" fmla="*/ 0 h 353"/>
              <a:gd name="T56" fmla="*/ 72 w 353"/>
              <a:gd name="T57" fmla="*/ 104 h 353"/>
              <a:gd name="T58" fmla="*/ 96 w 353"/>
              <a:gd name="T59" fmla="*/ 16 h 353"/>
              <a:gd name="T60" fmla="*/ 136 w 353"/>
              <a:gd name="T61" fmla="*/ 96 h 353"/>
              <a:gd name="T62" fmla="*/ 273 w 353"/>
              <a:gd name="T63" fmla="*/ 16 h 353"/>
              <a:gd name="T64" fmla="*/ 289 w 353"/>
              <a:gd name="T65" fmla="*/ 120 h 353"/>
              <a:gd name="T66" fmla="*/ 337 w 353"/>
              <a:gd name="T67" fmla="*/ 32 h 353"/>
              <a:gd name="T68" fmla="*/ 305 w 353"/>
              <a:gd name="T69" fmla="*/ 144 h 353"/>
              <a:gd name="T70" fmla="*/ 337 w 353"/>
              <a:gd name="T71" fmla="*/ 257 h 353"/>
              <a:gd name="T72" fmla="*/ 305 w 353"/>
              <a:gd name="T73" fmla="*/ 281 h 353"/>
              <a:gd name="T74" fmla="*/ 321 w 353"/>
              <a:gd name="T75" fmla="*/ 289 h 353"/>
              <a:gd name="T76" fmla="*/ 353 w 353"/>
              <a:gd name="T77" fmla="*/ 273 h 353"/>
              <a:gd name="T78" fmla="*/ 112 w 353"/>
              <a:gd name="T79" fmla="*/ 32 h 353"/>
              <a:gd name="T80" fmla="*/ 112 w 353"/>
              <a:gd name="T81" fmla="*/ 48 h 353"/>
              <a:gd name="T82" fmla="*/ 321 w 353"/>
              <a:gd name="T83" fmla="*/ 225 h 353"/>
              <a:gd name="T84" fmla="*/ 305 w 353"/>
              <a:gd name="T85" fmla="*/ 225 h 353"/>
              <a:gd name="T86" fmla="*/ 112 w 353"/>
              <a:gd name="T87" fmla="*/ 64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353" h="353">
                <a:moveTo>
                  <a:pt x="241" y="225"/>
                </a:moveTo>
                <a:cubicBezTo>
                  <a:pt x="236" y="225"/>
                  <a:pt x="233" y="228"/>
                  <a:pt x="233" y="233"/>
                </a:cubicBezTo>
                <a:cubicBezTo>
                  <a:pt x="233" y="237"/>
                  <a:pt x="236" y="241"/>
                  <a:pt x="241" y="241"/>
                </a:cubicBezTo>
                <a:cubicBezTo>
                  <a:pt x="245" y="241"/>
                  <a:pt x="249" y="237"/>
                  <a:pt x="249" y="233"/>
                </a:cubicBezTo>
                <a:cubicBezTo>
                  <a:pt x="249" y="228"/>
                  <a:pt x="245" y="225"/>
                  <a:pt x="241" y="225"/>
                </a:cubicBezTo>
                <a:moveTo>
                  <a:pt x="241" y="176"/>
                </a:moveTo>
                <a:cubicBezTo>
                  <a:pt x="232" y="176"/>
                  <a:pt x="225" y="184"/>
                  <a:pt x="225" y="192"/>
                </a:cubicBezTo>
                <a:cubicBezTo>
                  <a:pt x="225" y="201"/>
                  <a:pt x="232" y="208"/>
                  <a:pt x="241" y="208"/>
                </a:cubicBezTo>
                <a:cubicBezTo>
                  <a:pt x="250" y="208"/>
                  <a:pt x="257" y="201"/>
                  <a:pt x="257" y="192"/>
                </a:cubicBezTo>
                <a:cubicBezTo>
                  <a:pt x="257" y="184"/>
                  <a:pt x="250" y="176"/>
                  <a:pt x="241" y="176"/>
                </a:cubicBezTo>
                <a:moveTo>
                  <a:pt x="257" y="144"/>
                </a:moveTo>
                <a:cubicBezTo>
                  <a:pt x="225" y="144"/>
                  <a:pt x="225" y="144"/>
                  <a:pt x="225" y="144"/>
                </a:cubicBezTo>
                <a:cubicBezTo>
                  <a:pt x="201" y="144"/>
                  <a:pt x="201" y="112"/>
                  <a:pt x="168" y="112"/>
                </a:cubicBezTo>
                <a:cubicBezTo>
                  <a:pt x="120" y="112"/>
                  <a:pt x="120" y="112"/>
                  <a:pt x="120" y="112"/>
                </a:cubicBezTo>
                <a:cubicBezTo>
                  <a:pt x="88" y="112"/>
                  <a:pt x="88" y="144"/>
                  <a:pt x="64" y="144"/>
                </a:cubicBezTo>
                <a:cubicBezTo>
                  <a:pt x="32" y="144"/>
                  <a:pt x="32" y="144"/>
                  <a:pt x="32" y="144"/>
                </a:cubicBezTo>
                <a:cubicBezTo>
                  <a:pt x="14" y="144"/>
                  <a:pt x="0" y="159"/>
                  <a:pt x="0" y="176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4" y="353"/>
                  <a:pt x="32" y="353"/>
                </a:cubicBezTo>
                <a:cubicBezTo>
                  <a:pt x="257" y="353"/>
                  <a:pt x="257" y="353"/>
                  <a:pt x="257" y="353"/>
                </a:cubicBezTo>
                <a:cubicBezTo>
                  <a:pt x="275" y="353"/>
                  <a:pt x="289" y="339"/>
                  <a:pt x="289" y="321"/>
                </a:cubicBezTo>
                <a:cubicBezTo>
                  <a:pt x="289" y="176"/>
                  <a:pt x="289" y="176"/>
                  <a:pt x="289" y="176"/>
                </a:cubicBezTo>
                <a:cubicBezTo>
                  <a:pt x="289" y="159"/>
                  <a:pt x="275" y="144"/>
                  <a:pt x="257" y="144"/>
                </a:cubicBezTo>
                <a:moveTo>
                  <a:pt x="273" y="321"/>
                </a:moveTo>
                <a:cubicBezTo>
                  <a:pt x="273" y="330"/>
                  <a:pt x="266" y="337"/>
                  <a:pt x="257" y="337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23" y="337"/>
                  <a:pt x="16" y="330"/>
                  <a:pt x="16" y="321"/>
                </a:cubicBezTo>
                <a:cubicBezTo>
                  <a:pt x="16" y="176"/>
                  <a:pt x="16" y="176"/>
                  <a:pt x="16" y="176"/>
                </a:cubicBezTo>
                <a:cubicBezTo>
                  <a:pt x="16" y="167"/>
                  <a:pt x="23" y="160"/>
                  <a:pt x="32" y="160"/>
                </a:cubicBezTo>
                <a:cubicBezTo>
                  <a:pt x="64" y="160"/>
                  <a:pt x="64" y="160"/>
                  <a:pt x="64" y="160"/>
                </a:cubicBezTo>
                <a:cubicBezTo>
                  <a:pt x="96" y="160"/>
                  <a:pt x="96" y="128"/>
                  <a:pt x="120" y="128"/>
                </a:cubicBezTo>
                <a:cubicBezTo>
                  <a:pt x="144" y="128"/>
                  <a:pt x="144" y="128"/>
                  <a:pt x="144" y="128"/>
                </a:cubicBezTo>
                <a:cubicBezTo>
                  <a:pt x="168" y="128"/>
                  <a:pt x="168" y="128"/>
                  <a:pt x="168" y="128"/>
                </a:cubicBezTo>
                <a:cubicBezTo>
                  <a:pt x="193" y="128"/>
                  <a:pt x="193" y="160"/>
                  <a:pt x="225" y="160"/>
                </a:cubicBezTo>
                <a:cubicBezTo>
                  <a:pt x="257" y="160"/>
                  <a:pt x="257" y="160"/>
                  <a:pt x="257" y="160"/>
                </a:cubicBezTo>
                <a:cubicBezTo>
                  <a:pt x="266" y="160"/>
                  <a:pt x="273" y="167"/>
                  <a:pt x="273" y="176"/>
                </a:cubicBezTo>
                <a:lnTo>
                  <a:pt x="273" y="321"/>
                </a:lnTo>
                <a:close/>
                <a:moveTo>
                  <a:pt x="144" y="208"/>
                </a:moveTo>
                <a:cubicBezTo>
                  <a:pt x="127" y="208"/>
                  <a:pt x="112" y="223"/>
                  <a:pt x="112" y="241"/>
                </a:cubicBezTo>
                <a:cubicBezTo>
                  <a:pt x="112" y="258"/>
                  <a:pt x="127" y="273"/>
                  <a:pt x="144" y="273"/>
                </a:cubicBezTo>
                <a:cubicBezTo>
                  <a:pt x="162" y="273"/>
                  <a:pt x="177" y="258"/>
                  <a:pt x="177" y="241"/>
                </a:cubicBezTo>
                <a:cubicBezTo>
                  <a:pt x="177" y="223"/>
                  <a:pt x="162" y="208"/>
                  <a:pt x="144" y="208"/>
                </a:cubicBezTo>
                <a:moveTo>
                  <a:pt x="144" y="257"/>
                </a:moveTo>
                <a:cubicBezTo>
                  <a:pt x="136" y="257"/>
                  <a:pt x="128" y="249"/>
                  <a:pt x="128" y="241"/>
                </a:cubicBezTo>
                <a:cubicBezTo>
                  <a:pt x="128" y="232"/>
                  <a:pt x="136" y="225"/>
                  <a:pt x="144" y="225"/>
                </a:cubicBezTo>
                <a:cubicBezTo>
                  <a:pt x="153" y="225"/>
                  <a:pt x="160" y="232"/>
                  <a:pt x="160" y="241"/>
                </a:cubicBezTo>
                <a:cubicBezTo>
                  <a:pt x="160" y="249"/>
                  <a:pt x="153" y="257"/>
                  <a:pt x="144" y="257"/>
                </a:cubicBezTo>
                <a:moveTo>
                  <a:pt x="144" y="176"/>
                </a:moveTo>
                <a:cubicBezTo>
                  <a:pt x="109" y="176"/>
                  <a:pt x="80" y="205"/>
                  <a:pt x="80" y="241"/>
                </a:cubicBezTo>
                <a:cubicBezTo>
                  <a:pt x="80" y="276"/>
                  <a:pt x="109" y="305"/>
                  <a:pt x="144" y="305"/>
                </a:cubicBezTo>
                <a:cubicBezTo>
                  <a:pt x="180" y="305"/>
                  <a:pt x="209" y="276"/>
                  <a:pt x="209" y="241"/>
                </a:cubicBezTo>
                <a:cubicBezTo>
                  <a:pt x="209" y="205"/>
                  <a:pt x="180" y="176"/>
                  <a:pt x="144" y="176"/>
                </a:cubicBezTo>
                <a:moveTo>
                  <a:pt x="144" y="289"/>
                </a:moveTo>
                <a:cubicBezTo>
                  <a:pt x="118" y="289"/>
                  <a:pt x="96" y="267"/>
                  <a:pt x="96" y="241"/>
                </a:cubicBezTo>
                <a:cubicBezTo>
                  <a:pt x="96" y="214"/>
                  <a:pt x="118" y="192"/>
                  <a:pt x="144" y="192"/>
                </a:cubicBezTo>
                <a:cubicBezTo>
                  <a:pt x="171" y="192"/>
                  <a:pt x="193" y="214"/>
                  <a:pt x="193" y="241"/>
                </a:cubicBezTo>
                <a:cubicBezTo>
                  <a:pt x="193" y="267"/>
                  <a:pt x="171" y="289"/>
                  <a:pt x="144" y="289"/>
                </a:cubicBezTo>
                <a:moveTo>
                  <a:pt x="305" y="80"/>
                </a:moveTo>
                <a:cubicBezTo>
                  <a:pt x="321" y="80"/>
                  <a:pt x="321" y="80"/>
                  <a:pt x="321" y="80"/>
                </a:cubicBezTo>
                <a:cubicBezTo>
                  <a:pt x="321" y="64"/>
                  <a:pt x="321" y="64"/>
                  <a:pt x="321" y="64"/>
                </a:cubicBezTo>
                <a:cubicBezTo>
                  <a:pt x="305" y="64"/>
                  <a:pt x="305" y="64"/>
                  <a:pt x="305" y="64"/>
                </a:cubicBezTo>
                <a:lnTo>
                  <a:pt x="305" y="80"/>
                </a:lnTo>
                <a:close/>
                <a:moveTo>
                  <a:pt x="321" y="32"/>
                </a:moveTo>
                <a:cubicBezTo>
                  <a:pt x="305" y="32"/>
                  <a:pt x="305" y="32"/>
                  <a:pt x="305" y="32"/>
                </a:cubicBezTo>
                <a:cubicBezTo>
                  <a:pt x="305" y="48"/>
                  <a:pt x="305" y="48"/>
                  <a:pt x="305" y="48"/>
                </a:cubicBezTo>
                <a:cubicBezTo>
                  <a:pt x="321" y="48"/>
                  <a:pt x="321" y="48"/>
                  <a:pt x="321" y="48"/>
                </a:cubicBezTo>
                <a:lnTo>
                  <a:pt x="321" y="32"/>
                </a:lnTo>
                <a:close/>
                <a:moveTo>
                  <a:pt x="305" y="257"/>
                </a:moveTo>
                <a:cubicBezTo>
                  <a:pt x="321" y="257"/>
                  <a:pt x="321" y="257"/>
                  <a:pt x="321" y="257"/>
                </a:cubicBezTo>
                <a:cubicBezTo>
                  <a:pt x="321" y="241"/>
                  <a:pt x="321" y="241"/>
                  <a:pt x="321" y="241"/>
                </a:cubicBezTo>
                <a:cubicBezTo>
                  <a:pt x="305" y="241"/>
                  <a:pt x="305" y="241"/>
                  <a:pt x="305" y="241"/>
                </a:cubicBezTo>
                <a:lnTo>
                  <a:pt x="305" y="257"/>
                </a:lnTo>
                <a:close/>
                <a:moveTo>
                  <a:pt x="305" y="112"/>
                </a:moveTo>
                <a:cubicBezTo>
                  <a:pt x="321" y="112"/>
                  <a:pt x="321" y="112"/>
                  <a:pt x="321" y="112"/>
                </a:cubicBezTo>
                <a:cubicBezTo>
                  <a:pt x="321" y="96"/>
                  <a:pt x="321" y="96"/>
                  <a:pt x="321" y="96"/>
                </a:cubicBezTo>
                <a:cubicBezTo>
                  <a:pt x="305" y="96"/>
                  <a:pt x="305" y="96"/>
                  <a:pt x="305" y="96"/>
                </a:cubicBezTo>
                <a:lnTo>
                  <a:pt x="305" y="112"/>
                </a:lnTo>
                <a:close/>
                <a:moveTo>
                  <a:pt x="321" y="176"/>
                </a:moveTo>
                <a:cubicBezTo>
                  <a:pt x="305" y="176"/>
                  <a:pt x="305" y="176"/>
                  <a:pt x="305" y="176"/>
                </a:cubicBezTo>
                <a:cubicBezTo>
                  <a:pt x="305" y="192"/>
                  <a:pt x="305" y="192"/>
                  <a:pt x="305" y="192"/>
                </a:cubicBezTo>
                <a:cubicBezTo>
                  <a:pt x="321" y="192"/>
                  <a:pt x="321" y="192"/>
                  <a:pt x="321" y="192"/>
                </a:cubicBezTo>
                <a:lnTo>
                  <a:pt x="321" y="176"/>
                </a:lnTo>
                <a:close/>
                <a:moveTo>
                  <a:pt x="337" y="0"/>
                </a:moveTo>
                <a:cubicBezTo>
                  <a:pt x="80" y="0"/>
                  <a:pt x="80" y="0"/>
                  <a:pt x="80" y="0"/>
                </a:cubicBezTo>
                <a:cubicBezTo>
                  <a:pt x="71" y="0"/>
                  <a:pt x="64" y="7"/>
                  <a:pt x="64" y="16"/>
                </a:cubicBezTo>
                <a:cubicBezTo>
                  <a:pt x="64" y="96"/>
                  <a:pt x="64" y="96"/>
                  <a:pt x="64" y="96"/>
                </a:cubicBezTo>
                <a:cubicBezTo>
                  <a:pt x="64" y="101"/>
                  <a:pt x="68" y="104"/>
                  <a:pt x="72" y="104"/>
                </a:cubicBezTo>
                <a:cubicBezTo>
                  <a:pt x="77" y="104"/>
                  <a:pt x="80" y="101"/>
                  <a:pt x="80" y="96"/>
                </a:cubicBezTo>
                <a:cubicBezTo>
                  <a:pt x="80" y="32"/>
                  <a:pt x="80" y="32"/>
                  <a:pt x="80" y="32"/>
                </a:cubicBezTo>
                <a:cubicBezTo>
                  <a:pt x="80" y="23"/>
                  <a:pt x="87" y="16"/>
                  <a:pt x="96" y="16"/>
                </a:cubicBezTo>
                <a:cubicBezTo>
                  <a:pt x="128" y="16"/>
                  <a:pt x="128" y="16"/>
                  <a:pt x="128" y="16"/>
                </a:cubicBezTo>
                <a:cubicBezTo>
                  <a:pt x="128" y="88"/>
                  <a:pt x="128" y="88"/>
                  <a:pt x="128" y="88"/>
                </a:cubicBezTo>
                <a:cubicBezTo>
                  <a:pt x="128" y="92"/>
                  <a:pt x="132" y="96"/>
                  <a:pt x="136" y="96"/>
                </a:cubicBezTo>
                <a:cubicBezTo>
                  <a:pt x="141" y="96"/>
                  <a:pt x="144" y="92"/>
                  <a:pt x="144" y="88"/>
                </a:cubicBezTo>
                <a:cubicBezTo>
                  <a:pt x="144" y="16"/>
                  <a:pt x="144" y="16"/>
                  <a:pt x="144" y="16"/>
                </a:cubicBezTo>
                <a:cubicBezTo>
                  <a:pt x="273" y="16"/>
                  <a:pt x="273" y="16"/>
                  <a:pt x="273" y="16"/>
                </a:cubicBezTo>
                <a:cubicBezTo>
                  <a:pt x="273" y="120"/>
                  <a:pt x="273" y="120"/>
                  <a:pt x="273" y="120"/>
                </a:cubicBezTo>
                <a:cubicBezTo>
                  <a:pt x="273" y="125"/>
                  <a:pt x="276" y="128"/>
                  <a:pt x="281" y="128"/>
                </a:cubicBezTo>
                <a:cubicBezTo>
                  <a:pt x="285" y="128"/>
                  <a:pt x="289" y="125"/>
                  <a:pt x="289" y="120"/>
                </a:cubicBezTo>
                <a:cubicBezTo>
                  <a:pt x="289" y="16"/>
                  <a:pt x="289" y="16"/>
                  <a:pt x="289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3"/>
                  <a:pt x="337" y="32"/>
                </a:cubicBezTo>
                <a:cubicBezTo>
                  <a:pt x="337" y="136"/>
                  <a:pt x="337" y="136"/>
                  <a:pt x="337" y="136"/>
                </a:cubicBezTo>
                <a:cubicBezTo>
                  <a:pt x="313" y="136"/>
                  <a:pt x="313" y="136"/>
                  <a:pt x="313" y="136"/>
                </a:cubicBezTo>
                <a:cubicBezTo>
                  <a:pt x="309" y="136"/>
                  <a:pt x="305" y="140"/>
                  <a:pt x="305" y="144"/>
                </a:cubicBezTo>
                <a:cubicBezTo>
                  <a:pt x="305" y="149"/>
                  <a:pt x="309" y="152"/>
                  <a:pt x="313" y="152"/>
                </a:cubicBezTo>
                <a:cubicBezTo>
                  <a:pt x="337" y="152"/>
                  <a:pt x="337" y="152"/>
                  <a:pt x="337" y="152"/>
                </a:cubicBezTo>
                <a:cubicBezTo>
                  <a:pt x="337" y="257"/>
                  <a:pt x="337" y="257"/>
                  <a:pt x="337" y="257"/>
                </a:cubicBezTo>
                <a:cubicBezTo>
                  <a:pt x="337" y="266"/>
                  <a:pt x="330" y="273"/>
                  <a:pt x="321" y="273"/>
                </a:cubicBezTo>
                <a:cubicBezTo>
                  <a:pt x="313" y="273"/>
                  <a:pt x="313" y="273"/>
                  <a:pt x="313" y="273"/>
                </a:cubicBezTo>
                <a:cubicBezTo>
                  <a:pt x="309" y="273"/>
                  <a:pt x="305" y="276"/>
                  <a:pt x="305" y="281"/>
                </a:cubicBezTo>
                <a:cubicBezTo>
                  <a:pt x="305" y="285"/>
                  <a:pt x="309" y="289"/>
                  <a:pt x="313" y="289"/>
                </a:cubicBezTo>
                <a:cubicBezTo>
                  <a:pt x="313" y="289"/>
                  <a:pt x="313" y="289"/>
                  <a:pt x="313" y="289"/>
                </a:cubicBezTo>
                <a:cubicBezTo>
                  <a:pt x="321" y="289"/>
                  <a:pt x="321" y="289"/>
                  <a:pt x="321" y="289"/>
                </a:cubicBezTo>
                <a:cubicBezTo>
                  <a:pt x="321" y="289"/>
                  <a:pt x="321" y="289"/>
                  <a:pt x="321" y="289"/>
                </a:cubicBezTo>
                <a:cubicBezTo>
                  <a:pt x="337" y="289"/>
                  <a:pt x="337" y="289"/>
                  <a:pt x="337" y="289"/>
                </a:cubicBezTo>
                <a:cubicBezTo>
                  <a:pt x="346" y="289"/>
                  <a:pt x="353" y="282"/>
                  <a:pt x="353" y="273"/>
                </a:cubicBezTo>
                <a:cubicBezTo>
                  <a:pt x="353" y="16"/>
                  <a:pt x="353" y="16"/>
                  <a:pt x="353" y="16"/>
                </a:cubicBezTo>
                <a:cubicBezTo>
                  <a:pt x="353" y="7"/>
                  <a:pt x="346" y="0"/>
                  <a:pt x="337" y="0"/>
                </a:cubicBezTo>
                <a:moveTo>
                  <a:pt x="112" y="32"/>
                </a:moveTo>
                <a:cubicBezTo>
                  <a:pt x="96" y="32"/>
                  <a:pt x="96" y="32"/>
                  <a:pt x="96" y="32"/>
                </a:cubicBezTo>
                <a:cubicBezTo>
                  <a:pt x="96" y="48"/>
                  <a:pt x="96" y="48"/>
                  <a:pt x="96" y="48"/>
                </a:cubicBezTo>
                <a:cubicBezTo>
                  <a:pt x="112" y="48"/>
                  <a:pt x="112" y="48"/>
                  <a:pt x="112" y="48"/>
                </a:cubicBezTo>
                <a:lnTo>
                  <a:pt x="112" y="32"/>
                </a:lnTo>
                <a:close/>
                <a:moveTo>
                  <a:pt x="305" y="225"/>
                </a:moveTo>
                <a:cubicBezTo>
                  <a:pt x="321" y="225"/>
                  <a:pt x="321" y="225"/>
                  <a:pt x="321" y="225"/>
                </a:cubicBezTo>
                <a:cubicBezTo>
                  <a:pt x="321" y="208"/>
                  <a:pt x="321" y="208"/>
                  <a:pt x="321" y="208"/>
                </a:cubicBezTo>
                <a:cubicBezTo>
                  <a:pt x="305" y="208"/>
                  <a:pt x="305" y="208"/>
                  <a:pt x="305" y="208"/>
                </a:cubicBezTo>
                <a:lnTo>
                  <a:pt x="305" y="225"/>
                </a:lnTo>
                <a:close/>
                <a:moveTo>
                  <a:pt x="96" y="80"/>
                </a:moveTo>
                <a:cubicBezTo>
                  <a:pt x="112" y="80"/>
                  <a:pt x="112" y="80"/>
                  <a:pt x="112" y="80"/>
                </a:cubicBezTo>
                <a:cubicBezTo>
                  <a:pt x="112" y="64"/>
                  <a:pt x="112" y="64"/>
                  <a:pt x="112" y="64"/>
                </a:cubicBezTo>
                <a:cubicBezTo>
                  <a:pt x="96" y="64"/>
                  <a:pt x="96" y="64"/>
                  <a:pt x="96" y="64"/>
                </a:cubicBezTo>
                <a:lnTo>
                  <a:pt x="96" y="8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6" name="Freeform 36"/>
          <p:cNvSpPr>
            <a:spLocks noEditPoints="1"/>
          </p:cNvSpPr>
          <p:nvPr/>
        </p:nvSpPr>
        <p:spPr bwMode="auto">
          <a:xfrm>
            <a:off x="1943100" y="4222751"/>
            <a:ext cx="577851" cy="577851"/>
          </a:xfrm>
          <a:custGeom>
            <a:avLst/>
            <a:gdLst>
              <a:gd name="T0" fmla="*/ 113 w 353"/>
              <a:gd name="T1" fmla="*/ 241 h 353"/>
              <a:gd name="T2" fmla="*/ 241 w 353"/>
              <a:gd name="T3" fmla="*/ 241 h 353"/>
              <a:gd name="T4" fmla="*/ 177 w 353"/>
              <a:gd name="T5" fmla="*/ 289 h 353"/>
              <a:gd name="T6" fmla="*/ 177 w 353"/>
              <a:gd name="T7" fmla="*/ 192 h 353"/>
              <a:gd name="T8" fmla="*/ 177 w 353"/>
              <a:gd name="T9" fmla="*/ 289 h 353"/>
              <a:gd name="T10" fmla="*/ 16 w 353"/>
              <a:gd name="T11" fmla="*/ 0 h 353"/>
              <a:gd name="T12" fmla="*/ 0 w 353"/>
              <a:gd name="T13" fmla="*/ 257 h 353"/>
              <a:gd name="T14" fmla="*/ 32 w 353"/>
              <a:gd name="T15" fmla="*/ 273 h 353"/>
              <a:gd name="T16" fmla="*/ 64 w 353"/>
              <a:gd name="T17" fmla="*/ 353 h 353"/>
              <a:gd name="T18" fmla="*/ 321 w 353"/>
              <a:gd name="T19" fmla="*/ 321 h 353"/>
              <a:gd name="T20" fmla="*/ 337 w 353"/>
              <a:gd name="T21" fmla="*/ 273 h 353"/>
              <a:gd name="T22" fmla="*/ 353 w 353"/>
              <a:gd name="T23" fmla="*/ 16 h 353"/>
              <a:gd name="T24" fmla="*/ 305 w 353"/>
              <a:gd name="T25" fmla="*/ 321 h 353"/>
              <a:gd name="T26" fmla="*/ 64 w 353"/>
              <a:gd name="T27" fmla="*/ 337 h 353"/>
              <a:gd name="T28" fmla="*/ 48 w 353"/>
              <a:gd name="T29" fmla="*/ 176 h 353"/>
              <a:gd name="T30" fmla="*/ 97 w 353"/>
              <a:gd name="T31" fmla="*/ 160 h 353"/>
              <a:gd name="T32" fmla="*/ 177 w 353"/>
              <a:gd name="T33" fmla="*/ 128 h 353"/>
              <a:gd name="T34" fmla="*/ 257 w 353"/>
              <a:gd name="T35" fmla="*/ 160 h 353"/>
              <a:gd name="T36" fmla="*/ 305 w 353"/>
              <a:gd name="T37" fmla="*/ 176 h 353"/>
              <a:gd name="T38" fmla="*/ 337 w 353"/>
              <a:gd name="T39" fmla="*/ 257 h 353"/>
              <a:gd name="T40" fmla="*/ 321 w 353"/>
              <a:gd name="T41" fmla="*/ 176 h 353"/>
              <a:gd name="T42" fmla="*/ 257 w 353"/>
              <a:gd name="T43" fmla="*/ 144 h 353"/>
              <a:gd name="T44" fmla="*/ 153 w 353"/>
              <a:gd name="T45" fmla="*/ 112 h 353"/>
              <a:gd name="T46" fmla="*/ 64 w 353"/>
              <a:gd name="T47" fmla="*/ 144 h 353"/>
              <a:gd name="T48" fmla="*/ 32 w 353"/>
              <a:gd name="T49" fmla="*/ 257 h 353"/>
              <a:gd name="T50" fmla="*/ 16 w 353"/>
              <a:gd name="T51" fmla="*/ 16 h 353"/>
              <a:gd name="T52" fmla="*/ 337 w 353"/>
              <a:gd name="T53" fmla="*/ 257 h 353"/>
              <a:gd name="T54" fmla="*/ 72 w 353"/>
              <a:gd name="T55" fmla="*/ 128 h 353"/>
              <a:gd name="T56" fmla="*/ 78 w 353"/>
              <a:gd name="T57" fmla="*/ 114 h 353"/>
              <a:gd name="T58" fmla="*/ 121 w 353"/>
              <a:gd name="T59" fmla="*/ 96 h 353"/>
              <a:gd name="T60" fmla="*/ 121 w 353"/>
              <a:gd name="T61" fmla="*/ 80 h 353"/>
              <a:gd name="T62" fmla="*/ 78 w 353"/>
              <a:gd name="T63" fmla="*/ 62 h 353"/>
              <a:gd name="T64" fmla="*/ 72 w 353"/>
              <a:gd name="T65" fmla="*/ 48 h 353"/>
              <a:gd name="T66" fmla="*/ 35 w 353"/>
              <a:gd name="T67" fmla="*/ 82 h 353"/>
              <a:gd name="T68" fmla="*/ 35 w 353"/>
              <a:gd name="T69" fmla="*/ 94 h 353"/>
              <a:gd name="T70" fmla="*/ 177 w 353"/>
              <a:gd name="T71" fmla="*/ 208 h 353"/>
              <a:gd name="T72" fmla="*/ 177 w 353"/>
              <a:gd name="T73" fmla="*/ 273 h 353"/>
              <a:gd name="T74" fmla="*/ 177 w 353"/>
              <a:gd name="T75" fmla="*/ 208 h 353"/>
              <a:gd name="T76" fmla="*/ 161 w 353"/>
              <a:gd name="T77" fmla="*/ 241 h 353"/>
              <a:gd name="T78" fmla="*/ 193 w 353"/>
              <a:gd name="T79" fmla="*/ 241 h 353"/>
              <a:gd name="T80" fmla="*/ 233 w 353"/>
              <a:gd name="T81" fmla="*/ 96 h 353"/>
              <a:gd name="T82" fmla="*/ 276 w 353"/>
              <a:gd name="T83" fmla="*/ 114 h 353"/>
              <a:gd name="T84" fmla="*/ 281 w 353"/>
              <a:gd name="T85" fmla="*/ 128 h 353"/>
              <a:gd name="T86" fmla="*/ 319 w 353"/>
              <a:gd name="T87" fmla="*/ 94 h 353"/>
              <a:gd name="T88" fmla="*/ 319 w 353"/>
              <a:gd name="T89" fmla="*/ 82 h 353"/>
              <a:gd name="T90" fmla="*/ 281 w 353"/>
              <a:gd name="T91" fmla="*/ 48 h 353"/>
              <a:gd name="T92" fmla="*/ 276 w 353"/>
              <a:gd name="T93" fmla="*/ 62 h 353"/>
              <a:gd name="T94" fmla="*/ 233 w 353"/>
              <a:gd name="T95" fmla="*/ 80 h 353"/>
              <a:gd name="T96" fmla="*/ 233 w 353"/>
              <a:gd name="T97" fmla="*/ 96 h 353"/>
              <a:gd name="T98" fmla="*/ 257 w 353"/>
              <a:gd name="T99" fmla="*/ 192 h 353"/>
              <a:gd name="T100" fmla="*/ 289 w 353"/>
              <a:gd name="T101" fmla="*/ 192 h 353"/>
              <a:gd name="T102" fmla="*/ 273 w 353"/>
              <a:gd name="T103" fmla="*/ 225 h 353"/>
              <a:gd name="T104" fmla="*/ 273 w 353"/>
              <a:gd name="T105" fmla="*/ 241 h 353"/>
              <a:gd name="T106" fmla="*/ 273 w 353"/>
              <a:gd name="T107" fmla="*/ 225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353" h="353">
                <a:moveTo>
                  <a:pt x="177" y="176"/>
                </a:moveTo>
                <a:cubicBezTo>
                  <a:pt x="141" y="176"/>
                  <a:pt x="113" y="205"/>
                  <a:pt x="113" y="241"/>
                </a:cubicBezTo>
                <a:cubicBezTo>
                  <a:pt x="113" y="276"/>
                  <a:pt x="141" y="305"/>
                  <a:pt x="177" y="305"/>
                </a:cubicBezTo>
                <a:cubicBezTo>
                  <a:pt x="212" y="305"/>
                  <a:pt x="241" y="276"/>
                  <a:pt x="241" y="241"/>
                </a:cubicBezTo>
                <a:cubicBezTo>
                  <a:pt x="241" y="205"/>
                  <a:pt x="212" y="176"/>
                  <a:pt x="177" y="176"/>
                </a:cubicBezTo>
                <a:moveTo>
                  <a:pt x="177" y="289"/>
                </a:moveTo>
                <a:cubicBezTo>
                  <a:pt x="150" y="289"/>
                  <a:pt x="129" y="267"/>
                  <a:pt x="129" y="241"/>
                </a:cubicBezTo>
                <a:cubicBezTo>
                  <a:pt x="129" y="214"/>
                  <a:pt x="150" y="192"/>
                  <a:pt x="177" y="192"/>
                </a:cubicBezTo>
                <a:cubicBezTo>
                  <a:pt x="203" y="192"/>
                  <a:pt x="225" y="214"/>
                  <a:pt x="225" y="241"/>
                </a:cubicBezTo>
                <a:cubicBezTo>
                  <a:pt x="225" y="267"/>
                  <a:pt x="203" y="289"/>
                  <a:pt x="177" y="289"/>
                </a:cubicBezTo>
                <a:moveTo>
                  <a:pt x="337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257"/>
                  <a:pt x="0" y="257"/>
                  <a:pt x="0" y="257"/>
                </a:cubicBezTo>
                <a:cubicBezTo>
                  <a:pt x="0" y="266"/>
                  <a:pt x="7" y="273"/>
                  <a:pt x="16" y="273"/>
                </a:cubicBezTo>
                <a:cubicBezTo>
                  <a:pt x="32" y="273"/>
                  <a:pt x="32" y="273"/>
                  <a:pt x="32" y="273"/>
                </a:cubicBezTo>
                <a:cubicBezTo>
                  <a:pt x="32" y="321"/>
                  <a:pt x="32" y="321"/>
                  <a:pt x="32" y="321"/>
                </a:cubicBezTo>
                <a:cubicBezTo>
                  <a:pt x="32" y="339"/>
                  <a:pt x="47" y="353"/>
                  <a:pt x="64" y="353"/>
                </a:cubicBezTo>
                <a:cubicBezTo>
                  <a:pt x="289" y="353"/>
                  <a:pt x="289" y="353"/>
                  <a:pt x="289" y="353"/>
                </a:cubicBezTo>
                <a:cubicBezTo>
                  <a:pt x="307" y="353"/>
                  <a:pt x="321" y="339"/>
                  <a:pt x="321" y="321"/>
                </a:cubicBezTo>
                <a:cubicBezTo>
                  <a:pt x="321" y="273"/>
                  <a:pt x="321" y="273"/>
                  <a:pt x="321" y="273"/>
                </a:cubicBezTo>
                <a:cubicBezTo>
                  <a:pt x="337" y="273"/>
                  <a:pt x="337" y="273"/>
                  <a:pt x="337" y="273"/>
                </a:cubicBezTo>
                <a:cubicBezTo>
                  <a:pt x="346" y="273"/>
                  <a:pt x="353" y="266"/>
                  <a:pt x="353" y="257"/>
                </a:cubicBezTo>
                <a:cubicBezTo>
                  <a:pt x="353" y="16"/>
                  <a:pt x="353" y="16"/>
                  <a:pt x="353" y="16"/>
                </a:cubicBezTo>
                <a:cubicBezTo>
                  <a:pt x="353" y="7"/>
                  <a:pt x="346" y="0"/>
                  <a:pt x="337" y="0"/>
                </a:cubicBezTo>
                <a:moveTo>
                  <a:pt x="305" y="321"/>
                </a:moveTo>
                <a:cubicBezTo>
                  <a:pt x="305" y="330"/>
                  <a:pt x="298" y="337"/>
                  <a:pt x="289" y="337"/>
                </a:cubicBezTo>
                <a:cubicBezTo>
                  <a:pt x="64" y="337"/>
                  <a:pt x="64" y="337"/>
                  <a:pt x="64" y="337"/>
                </a:cubicBezTo>
                <a:cubicBezTo>
                  <a:pt x="56" y="337"/>
                  <a:pt x="48" y="330"/>
                  <a:pt x="48" y="321"/>
                </a:cubicBezTo>
                <a:cubicBezTo>
                  <a:pt x="48" y="176"/>
                  <a:pt x="48" y="176"/>
                  <a:pt x="48" y="176"/>
                </a:cubicBezTo>
                <a:cubicBezTo>
                  <a:pt x="48" y="167"/>
                  <a:pt x="56" y="160"/>
                  <a:pt x="64" y="160"/>
                </a:cubicBezTo>
                <a:cubicBezTo>
                  <a:pt x="97" y="160"/>
                  <a:pt x="97" y="160"/>
                  <a:pt x="97" y="160"/>
                </a:cubicBezTo>
                <a:cubicBezTo>
                  <a:pt x="129" y="160"/>
                  <a:pt x="129" y="128"/>
                  <a:pt x="153" y="128"/>
                </a:cubicBezTo>
                <a:cubicBezTo>
                  <a:pt x="177" y="128"/>
                  <a:pt x="177" y="128"/>
                  <a:pt x="177" y="128"/>
                </a:cubicBezTo>
                <a:cubicBezTo>
                  <a:pt x="201" y="128"/>
                  <a:pt x="201" y="128"/>
                  <a:pt x="201" y="128"/>
                </a:cubicBezTo>
                <a:cubicBezTo>
                  <a:pt x="225" y="128"/>
                  <a:pt x="225" y="160"/>
                  <a:pt x="257" y="160"/>
                </a:cubicBezTo>
                <a:cubicBezTo>
                  <a:pt x="289" y="160"/>
                  <a:pt x="289" y="160"/>
                  <a:pt x="289" y="160"/>
                </a:cubicBezTo>
                <a:cubicBezTo>
                  <a:pt x="298" y="160"/>
                  <a:pt x="305" y="167"/>
                  <a:pt x="305" y="176"/>
                </a:cubicBezTo>
                <a:lnTo>
                  <a:pt x="305" y="321"/>
                </a:lnTo>
                <a:close/>
                <a:moveTo>
                  <a:pt x="337" y="257"/>
                </a:moveTo>
                <a:cubicBezTo>
                  <a:pt x="321" y="257"/>
                  <a:pt x="321" y="257"/>
                  <a:pt x="321" y="257"/>
                </a:cubicBezTo>
                <a:cubicBezTo>
                  <a:pt x="321" y="176"/>
                  <a:pt x="321" y="176"/>
                  <a:pt x="321" y="176"/>
                </a:cubicBezTo>
                <a:cubicBezTo>
                  <a:pt x="321" y="159"/>
                  <a:pt x="307" y="144"/>
                  <a:pt x="289" y="144"/>
                </a:cubicBezTo>
                <a:cubicBezTo>
                  <a:pt x="257" y="144"/>
                  <a:pt x="257" y="144"/>
                  <a:pt x="257" y="144"/>
                </a:cubicBezTo>
                <a:cubicBezTo>
                  <a:pt x="233" y="144"/>
                  <a:pt x="233" y="112"/>
                  <a:pt x="201" y="112"/>
                </a:cubicBezTo>
                <a:cubicBezTo>
                  <a:pt x="153" y="112"/>
                  <a:pt x="153" y="112"/>
                  <a:pt x="153" y="112"/>
                </a:cubicBezTo>
                <a:cubicBezTo>
                  <a:pt x="121" y="112"/>
                  <a:pt x="121" y="144"/>
                  <a:pt x="97" y="144"/>
                </a:cubicBezTo>
                <a:cubicBezTo>
                  <a:pt x="64" y="144"/>
                  <a:pt x="64" y="144"/>
                  <a:pt x="64" y="144"/>
                </a:cubicBezTo>
                <a:cubicBezTo>
                  <a:pt x="47" y="144"/>
                  <a:pt x="32" y="159"/>
                  <a:pt x="32" y="176"/>
                </a:cubicBezTo>
                <a:cubicBezTo>
                  <a:pt x="32" y="257"/>
                  <a:pt x="32" y="257"/>
                  <a:pt x="32" y="257"/>
                </a:cubicBezTo>
                <a:cubicBezTo>
                  <a:pt x="16" y="257"/>
                  <a:pt x="16" y="257"/>
                  <a:pt x="16" y="257"/>
                </a:cubicBezTo>
                <a:cubicBezTo>
                  <a:pt x="16" y="16"/>
                  <a:pt x="16" y="16"/>
                  <a:pt x="16" y="16"/>
                </a:cubicBezTo>
                <a:cubicBezTo>
                  <a:pt x="337" y="16"/>
                  <a:pt x="337" y="16"/>
                  <a:pt x="337" y="16"/>
                </a:cubicBezTo>
                <a:lnTo>
                  <a:pt x="337" y="257"/>
                </a:lnTo>
                <a:close/>
                <a:moveTo>
                  <a:pt x="67" y="126"/>
                </a:moveTo>
                <a:cubicBezTo>
                  <a:pt x="68" y="127"/>
                  <a:pt x="70" y="128"/>
                  <a:pt x="72" y="128"/>
                </a:cubicBezTo>
                <a:cubicBezTo>
                  <a:pt x="77" y="128"/>
                  <a:pt x="81" y="125"/>
                  <a:pt x="81" y="120"/>
                </a:cubicBezTo>
                <a:cubicBezTo>
                  <a:pt x="81" y="118"/>
                  <a:pt x="80" y="116"/>
                  <a:pt x="78" y="114"/>
                </a:cubicBezTo>
                <a:cubicBezTo>
                  <a:pt x="60" y="96"/>
                  <a:pt x="60" y="96"/>
                  <a:pt x="60" y="96"/>
                </a:cubicBezTo>
                <a:cubicBezTo>
                  <a:pt x="121" y="96"/>
                  <a:pt x="121" y="96"/>
                  <a:pt x="121" y="96"/>
                </a:cubicBezTo>
                <a:cubicBezTo>
                  <a:pt x="125" y="96"/>
                  <a:pt x="129" y="92"/>
                  <a:pt x="129" y="88"/>
                </a:cubicBezTo>
                <a:cubicBezTo>
                  <a:pt x="129" y="84"/>
                  <a:pt x="125" y="80"/>
                  <a:pt x="121" y="80"/>
                </a:cubicBezTo>
                <a:cubicBezTo>
                  <a:pt x="60" y="80"/>
                  <a:pt x="60" y="80"/>
                  <a:pt x="60" y="80"/>
                </a:cubicBezTo>
                <a:cubicBezTo>
                  <a:pt x="78" y="62"/>
                  <a:pt x="78" y="62"/>
                  <a:pt x="78" y="62"/>
                </a:cubicBezTo>
                <a:cubicBezTo>
                  <a:pt x="80" y="60"/>
                  <a:pt x="81" y="58"/>
                  <a:pt x="81" y="56"/>
                </a:cubicBezTo>
                <a:cubicBezTo>
                  <a:pt x="81" y="52"/>
                  <a:pt x="77" y="48"/>
                  <a:pt x="72" y="48"/>
                </a:cubicBezTo>
                <a:cubicBezTo>
                  <a:pt x="70" y="48"/>
                  <a:pt x="68" y="49"/>
                  <a:pt x="67" y="50"/>
                </a:cubicBezTo>
                <a:cubicBezTo>
                  <a:pt x="35" y="82"/>
                  <a:pt x="35" y="82"/>
                  <a:pt x="35" y="82"/>
                </a:cubicBezTo>
                <a:cubicBezTo>
                  <a:pt x="33" y="84"/>
                  <a:pt x="32" y="86"/>
                  <a:pt x="32" y="88"/>
                </a:cubicBezTo>
                <a:cubicBezTo>
                  <a:pt x="32" y="90"/>
                  <a:pt x="33" y="92"/>
                  <a:pt x="35" y="94"/>
                </a:cubicBezTo>
                <a:lnTo>
                  <a:pt x="67" y="126"/>
                </a:lnTo>
                <a:close/>
                <a:moveTo>
                  <a:pt x="177" y="208"/>
                </a:moveTo>
                <a:cubicBezTo>
                  <a:pt x="159" y="208"/>
                  <a:pt x="145" y="223"/>
                  <a:pt x="145" y="241"/>
                </a:cubicBezTo>
                <a:cubicBezTo>
                  <a:pt x="145" y="258"/>
                  <a:pt x="159" y="273"/>
                  <a:pt x="177" y="273"/>
                </a:cubicBezTo>
                <a:cubicBezTo>
                  <a:pt x="195" y="273"/>
                  <a:pt x="209" y="258"/>
                  <a:pt x="209" y="241"/>
                </a:cubicBezTo>
                <a:cubicBezTo>
                  <a:pt x="209" y="223"/>
                  <a:pt x="195" y="208"/>
                  <a:pt x="177" y="208"/>
                </a:cubicBezTo>
                <a:moveTo>
                  <a:pt x="177" y="257"/>
                </a:moveTo>
                <a:cubicBezTo>
                  <a:pt x="168" y="257"/>
                  <a:pt x="161" y="249"/>
                  <a:pt x="161" y="241"/>
                </a:cubicBezTo>
                <a:cubicBezTo>
                  <a:pt x="161" y="232"/>
                  <a:pt x="168" y="225"/>
                  <a:pt x="177" y="225"/>
                </a:cubicBezTo>
                <a:cubicBezTo>
                  <a:pt x="186" y="225"/>
                  <a:pt x="193" y="232"/>
                  <a:pt x="193" y="241"/>
                </a:cubicBezTo>
                <a:cubicBezTo>
                  <a:pt x="193" y="249"/>
                  <a:pt x="186" y="257"/>
                  <a:pt x="177" y="257"/>
                </a:cubicBezTo>
                <a:moveTo>
                  <a:pt x="233" y="96"/>
                </a:moveTo>
                <a:cubicBezTo>
                  <a:pt x="294" y="96"/>
                  <a:pt x="294" y="96"/>
                  <a:pt x="294" y="96"/>
                </a:cubicBezTo>
                <a:cubicBezTo>
                  <a:pt x="276" y="114"/>
                  <a:pt x="276" y="114"/>
                  <a:pt x="276" y="114"/>
                </a:cubicBezTo>
                <a:cubicBezTo>
                  <a:pt x="274" y="116"/>
                  <a:pt x="273" y="118"/>
                  <a:pt x="273" y="120"/>
                </a:cubicBezTo>
                <a:cubicBezTo>
                  <a:pt x="273" y="125"/>
                  <a:pt x="277" y="128"/>
                  <a:pt x="281" y="128"/>
                </a:cubicBezTo>
                <a:cubicBezTo>
                  <a:pt x="283" y="128"/>
                  <a:pt x="285" y="127"/>
                  <a:pt x="287" y="126"/>
                </a:cubicBezTo>
                <a:cubicBezTo>
                  <a:pt x="319" y="94"/>
                  <a:pt x="319" y="94"/>
                  <a:pt x="319" y="94"/>
                </a:cubicBezTo>
                <a:cubicBezTo>
                  <a:pt x="320" y="92"/>
                  <a:pt x="321" y="90"/>
                  <a:pt x="321" y="88"/>
                </a:cubicBezTo>
                <a:cubicBezTo>
                  <a:pt x="321" y="86"/>
                  <a:pt x="320" y="84"/>
                  <a:pt x="319" y="82"/>
                </a:cubicBezTo>
                <a:cubicBezTo>
                  <a:pt x="287" y="50"/>
                  <a:pt x="287" y="50"/>
                  <a:pt x="287" y="50"/>
                </a:cubicBezTo>
                <a:cubicBezTo>
                  <a:pt x="285" y="49"/>
                  <a:pt x="283" y="48"/>
                  <a:pt x="281" y="48"/>
                </a:cubicBezTo>
                <a:cubicBezTo>
                  <a:pt x="277" y="48"/>
                  <a:pt x="273" y="52"/>
                  <a:pt x="273" y="56"/>
                </a:cubicBezTo>
                <a:cubicBezTo>
                  <a:pt x="273" y="58"/>
                  <a:pt x="274" y="60"/>
                  <a:pt x="276" y="62"/>
                </a:cubicBezTo>
                <a:cubicBezTo>
                  <a:pt x="294" y="80"/>
                  <a:pt x="294" y="80"/>
                  <a:pt x="294" y="80"/>
                </a:cubicBezTo>
                <a:cubicBezTo>
                  <a:pt x="233" y="80"/>
                  <a:pt x="233" y="80"/>
                  <a:pt x="233" y="80"/>
                </a:cubicBezTo>
                <a:cubicBezTo>
                  <a:pt x="229" y="80"/>
                  <a:pt x="225" y="84"/>
                  <a:pt x="225" y="88"/>
                </a:cubicBezTo>
                <a:cubicBezTo>
                  <a:pt x="225" y="92"/>
                  <a:pt x="229" y="96"/>
                  <a:pt x="233" y="96"/>
                </a:cubicBezTo>
                <a:moveTo>
                  <a:pt x="273" y="176"/>
                </a:moveTo>
                <a:cubicBezTo>
                  <a:pt x="264" y="176"/>
                  <a:pt x="257" y="184"/>
                  <a:pt x="257" y="192"/>
                </a:cubicBezTo>
                <a:cubicBezTo>
                  <a:pt x="257" y="201"/>
                  <a:pt x="264" y="208"/>
                  <a:pt x="273" y="208"/>
                </a:cubicBezTo>
                <a:cubicBezTo>
                  <a:pt x="282" y="208"/>
                  <a:pt x="289" y="201"/>
                  <a:pt x="289" y="192"/>
                </a:cubicBezTo>
                <a:cubicBezTo>
                  <a:pt x="289" y="184"/>
                  <a:pt x="282" y="176"/>
                  <a:pt x="273" y="176"/>
                </a:cubicBezTo>
                <a:moveTo>
                  <a:pt x="273" y="225"/>
                </a:moveTo>
                <a:cubicBezTo>
                  <a:pt x="269" y="225"/>
                  <a:pt x="265" y="228"/>
                  <a:pt x="265" y="233"/>
                </a:cubicBezTo>
                <a:cubicBezTo>
                  <a:pt x="265" y="237"/>
                  <a:pt x="269" y="241"/>
                  <a:pt x="273" y="241"/>
                </a:cubicBezTo>
                <a:cubicBezTo>
                  <a:pt x="278" y="241"/>
                  <a:pt x="281" y="237"/>
                  <a:pt x="281" y="233"/>
                </a:cubicBezTo>
                <a:cubicBezTo>
                  <a:pt x="281" y="228"/>
                  <a:pt x="278" y="225"/>
                  <a:pt x="273" y="225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7" name="Freeform 37"/>
          <p:cNvSpPr>
            <a:spLocks noEditPoints="1"/>
          </p:cNvSpPr>
          <p:nvPr/>
        </p:nvSpPr>
        <p:spPr bwMode="auto">
          <a:xfrm>
            <a:off x="3048000" y="4222751"/>
            <a:ext cx="577851" cy="577851"/>
          </a:xfrm>
          <a:custGeom>
            <a:avLst/>
            <a:gdLst>
              <a:gd name="T0" fmla="*/ 80 w 353"/>
              <a:gd name="T1" fmla="*/ 241 h 353"/>
              <a:gd name="T2" fmla="*/ 208 w 353"/>
              <a:gd name="T3" fmla="*/ 241 h 353"/>
              <a:gd name="T4" fmla="*/ 144 w 353"/>
              <a:gd name="T5" fmla="*/ 289 h 353"/>
              <a:gd name="T6" fmla="*/ 144 w 353"/>
              <a:gd name="T7" fmla="*/ 192 h 353"/>
              <a:gd name="T8" fmla="*/ 144 w 353"/>
              <a:gd name="T9" fmla="*/ 289 h 353"/>
              <a:gd name="T10" fmla="*/ 232 w 353"/>
              <a:gd name="T11" fmla="*/ 233 h 353"/>
              <a:gd name="T12" fmla="*/ 248 w 353"/>
              <a:gd name="T13" fmla="*/ 233 h 353"/>
              <a:gd name="T14" fmla="*/ 240 w 353"/>
              <a:gd name="T15" fmla="*/ 176 h 353"/>
              <a:gd name="T16" fmla="*/ 240 w 353"/>
              <a:gd name="T17" fmla="*/ 208 h 353"/>
              <a:gd name="T18" fmla="*/ 240 w 353"/>
              <a:gd name="T19" fmla="*/ 176 h 353"/>
              <a:gd name="T20" fmla="*/ 112 w 353"/>
              <a:gd name="T21" fmla="*/ 241 h 353"/>
              <a:gd name="T22" fmla="*/ 176 w 353"/>
              <a:gd name="T23" fmla="*/ 241 h 353"/>
              <a:gd name="T24" fmla="*/ 144 w 353"/>
              <a:gd name="T25" fmla="*/ 257 h 353"/>
              <a:gd name="T26" fmla="*/ 144 w 353"/>
              <a:gd name="T27" fmla="*/ 225 h 353"/>
              <a:gd name="T28" fmla="*/ 144 w 353"/>
              <a:gd name="T29" fmla="*/ 257 h 353"/>
              <a:gd name="T30" fmla="*/ 305 w 353"/>
              <a:gd name="T31" fmla="*/ 112 h 353"/>
              <a:gd name="T32" fmla="*/ 305 w 353"/>
              <a:gd name="T33" fmla="*/ 128 h 353"/>
              <a:gd name="T34" fmla="*/ 321 w 353"/>
              <a:gd name="T35" fmla="*/ 80 h 353"/>
              <a:gd name="T36" fmla="*/ 289 w 353"/>
              <a:gd name="T37" fmla="*/ 80 h 353"/>
              <a:gd name="T38" fmla="*/ 321 w 353"/>
              <a:gd name="T39" fmla="*/ 80 h 353"/>
              <a:gd name="T40" fmla="*/ 224 w 353"/>
              <a:gd name="T41" fmla="*/ 144 h 353"/>
              <a:gd name="T42" fmla="*/ 120 w 353"/>
              <a:gd name="T43" fmla="*/ 112 h 353"/>
              <a:gd name="T44" fmla="*/ 32 w 353"/>
              <a:gd name="T45" fmla="*/ 144 h 353"/>
              <a:gd name="T46" fmla="*/ 0 w 353"/>
              <a:gd name="T47" fmla="*/ 321 h 353"/>
              <a:gd name="T48" fmla="*/ 256 w 353"/>
              <a:gd name="T49" fmla="*/ 353 h 353"/>
              <a:gd name="T50" fmla="*/ 289 w 353"/>
              <a:gd name="T51" fmla="*/ 176 h 353"/>
              <a:gd name="T52" fmla="*/ 273 w 353"/>
              <a:gd name="T53" fmla="*/ 321 h 353"/>
              <a:gd name="T54" fmla="*/ 32 w 353"/>
              <a:gd name="T55" fmla="*/ 337 h 353"/>
              <a:gd name="T56" fmla="*/ 16 w 353"/>
              <a:gd name="T57" fmla="*/ 176 h 353"/>
              <a:gd name="T58" fmla="*/ 64 w 353"/>
              <a:gd name="T59" fmla="*/ 160 h 353"/>
              <a:gd name="T60" fmla="*/ 144 w 353"/>
              <a:gd name="T61" fmla="*/ 128 h 353"/>
              <a:gd name="T62" fmla="*/ 224 w 353"/>
              <a:gd name="T63" fmla="*/ 160 h 353"/>
              <a:gd name="T64" fmla="*/ 273 w 353"/>
              <a:gd name="T65" fmla="*/ 176 h 353"/>
              <a:gd name="T66" fmla="*/ 321 w 353"/>
              <a:gd name="T67" fmla="*/ 32 h 353"/>
              <a:gd name="T68" fmla="*/ 232 w 353"/>
              <a:gd name="T69" fmla="*/ 0 h 353"/>
              <a:gd name="T70" fmla="*/ 128 w 353"/>
              <a:gd name="T71" fmla="*/ 32 h 353"/>
              <a:gd name="T72" fmla="*/ 64 w 353"/>
              <a:gd name="T73" fmla="*/ 64 h 353"/>
              <a:gd name="T74" fmla="*/ 75 w 353"/>
              <a:gd name="T75" fmla="*/ 119 h 353"/>
              <a:gd name="T76" fmla="*/ 80 w 353"/>
              <a:gd name="T77" fmla="*/ 64 h 353"/>
              <a:gd name="T78" fmla="*/ 128 w 353"/>
              <a:gd name="T79" fmla="*/ 48 h 353"/>
              <a:gd name="T80" fmla="*/ 208 w 353"/>
              <a:gd name="T81" fmla="*/ 16 h 353"/>
              <a:gd name="T82" fmla="*/ 289 w 353"/>
              <a:gd name="T83" fmla="*/ 48 h 353"/>
              <a:gd name="T84" fmla="*/ 337 w 353"/>
              <a:gd name="T85" fmla="*/ 64 h 353"/>
              <a:gd name="T86" fmla="*/ 321 w 353"/>
              <a:gd name="T87" fmla="*/ 225 h 353"/>
              <a:gd name="T88" fmla="*/ 305 w 353"/>
              <a:gd name="T89" fmla="*/ 241 h 353"/>
              <a:gd name="T90" fmla="*/ 353 w 353"/>
              <a:gd name="T91" fmla="*/ 208 h 353"/>
              <a:gd name="T92" fmla="*/ 321 w 353"/>
              <a:gd name="T93" fmla="*/ 32 h 353"/>
              <a:gd name="T94" fmla="*/ 206 w 353"/>
              <a:gd name="T95" fmla="*/ 112 h 353"/>
              <a:gd name="T96" fmla="*/ 224 w 353"/>
              <a:gd name="T97" fmla="*/ 128 h 353"/>
              <a:gd name="T98" fmla="*/ 208 w 353"/>
              <a:gd name="T99" fmla="*/ 96 h 353"/>
              <a:gd name="T100" fmla="*/ 256 w 353"/>
              <a:gd name="T101" fmla="*/ 128 h 353"/>
              <a:gd name="T102" fmla="*/ 273 w 353"/>
              <a:gd name="T103" fmla="*/ 128 h 353"/>
              <a:gd name="T104" fmla="*/ 153 w 353"/>
              <a:gd name="T105" fmla="*/ 96 h 353"/>
              <a:gd name="T106" fmla="*/ 172 w 353"/>
              <a:gd name="T107" fmla="*/ 96 h 353"/>
              <a:gd name="T108" fmla="*/ 256 w 353"/>
              <a:gd name="T109" fmla="*/ 128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353" h="353">
                <a:moveTo>
                  <a:pt x="144" y="176"/>
                </a:moveTo>
                <a:cubicBezTo>
                  <a:pt x="109" y="176"/>
                  <a:pt x="80" y="205"/>
                  <a:pt x="80" y="241"/>
                </a:cubicBezTo>
                <a:cubicBezTo>
                  <a:pt x="80" y="276"/>
                  <a:pt x="109" y="305"/>
                  <a:pt x="144" y="305"/>
                </a:cubicBezTo>
                <a:cubicBezTo>
                  <a:pt x="180" y="305"/>
                  <a:pt x="208" y="276"/>
                  <a:pt x="208" y="241"/>
                </a:cubicBezTo>
                <a:cubicBezTo>
                  <a:pt x="208" y="205"/>
                  <a:pt x="180" y="176"/>
                  <a:pt x="144" y="176"/>
                </a:cubicBezTo>
                <a:moveTo>
                  <a:pt x="144" y="289"/>
                </a:moveTo>
                <a:cubicBezTo>
                  <a:pt x="117" y="289"/>
                  <a:pt x="96" y="267"/>
                  <a:pt x="96" y="241"/>
                </a:cubicBezTo>
                <a:cubicBezTo>
                  <a:pt x="96" y="214"/>
                  <a:pt x="117" y="192"/>
                  <a:pt x="144" y="192"/>
                </a:cubicBezTo>
                <a:cubicBezTo>
                  <a:pt x="171" y="192"/>
                  <a:pt x="192" y="214"/>
                  <a:pt x="192" y="241"/>
                </a:cubicBezTo>
                <a:cubicBezTo>
                  <a:pt x="192" y="267"/>
                  <a:pt x="171" y="289"/>
                  <a:pt x="144" y="289"/>
                </a:cubicBezTo>
                <a:moveTo>
                  <a:pt x="240" y="225"/>
                </a:moveTo>
                <a:cubicBezTo>
                  <a:pt x="236" y="225"/>
                  <a:pt x="232" y="228"/>
                  <a:pt x="232" y="233"/>
                </a:cubicBezTo>
                <a:cubicBezTo>
                  <a:pt x="232" y="237"/>
                  <a:pt x="236" y="241"/>
                  <a:pt x="240" y="241"/>
                </a:cubicBezTo>
                <a:cubicBezTo>
                  <a:pt x="245" y="241"/>
                  <a:pt x="248" y="237"/>
                  <a:pt x="248" y="233"/>
                </a:cubicBezTo>
                <a:cubicBezTo>
                  <a:pt x="248" y="228"/>
                  <a:pt x="245" y="225"/>
                  <a:pt x="240" y="225"/>
                </a:cubicBezTo>
                <a:moveTo>
                  <a:pt x="240" y="176"/>
                </a:moveTo>
                <a:cubicBezTo>
                  <a:pt x="232" y="176"/>
                  <a:pt x="224" y="184"/>
                  <a:pt x="224" y="192"/>
                </a:cubicBezTo>
                <a:cubicBezTo>
                  <a:pt x="224" y="201"/>
                  <a:pt x="232" y="208"/>
                  <a:pt x="240" y="208"/>
                </a:cubicBezTo>
                <a:cubicBezTo>
                  <a:pt x="249" y="208"/>
                  <a:pt x="256" y="201"/>
                  <a:pt x="256" y="192"/>
                </a:cubicBezTo>
                <a:cubicBezTo>
                  <a:pt x="256" y="184"/>
                  <a:pt x="249" y="176"/>
                  <a:pt x="240" y="176"/>
                </a:cubicBezTo>
                <a:moveTo>
                  <a:pt x="144" y="208"/>
                </a:moveTo>
                <a:cubicBezTo>
                  <a:pt x="126" y="208"/>
                  <a:pt x="112" y="223"/>
                  <a:pt x="112" y="241"/>
                </a:cubicBezTo>
                <a:cubicBezTo>
                  <a:pt x="112" y="258"/>
                  <a:pt x="126" y="273"/>
                  <a:pt x="144" y="273"/>
                </a:cubicBezTo>
                <a:cubicBezTo>
                  <a:pt x="162" y="273"/>
                  <a:pt x="176" y="258"/>
                  <a:pt x="176" y="241"/>
                </a:cubicBezTo>
                <a:cubicBezTo>
                  <a:pt x="176" y="223"/>
                  <a:pt x="162" y="208"/>
                  <a:pt x="144" y="208"/>
                </a:cubicBezTo>
                <a:moveTo>
                  <a:pt x="144" y="257"/>
                </a:moveTo>
                <a:cubicBezTo>
                  <a:pt x="135" y="257"/>
                  <a:pt x="128" y="249"/>
                  <a:pt x="128" y="241"/>
                </a:cubicBezTo>
                <a:cubicBezTo>
                  <a:pt x="128" y="232"/>
                  <a:pt x="135" y="225"/>
                  <a:pt x="144" y="225"/>
                </a:cubicBezTo>
                <a:cubicBezTo>
                  <a:pt x="153" y="225"/>
                  <a:pt x="160" y="232"/>
                  <a:pt x="160" y="241"/>
                </a:cubicBezTo>
                <a:cubicBezTo>
                  <a:pt x="160" y="249"/>
                  <a:pt x="153" y="257"/>
                  <a:pt x="144" y="257"/>
                </a:cubicBezTo>
                <a:moveTo>
                  <a:pt x="313" y="120"/>
                </a:moveTo>
                <a:cubicBezTo>
                  <a:pt x="313" y="116"/>
                  <a:pt x="309" y="112"/>
                  <a:pt x="305" y="112"/>
                </a:cubicBezTo>
                <a:cubicBezTo>
                  <a:pt x="300" y="112"/>
                  <a:pt x="297" y="116"/>
                  <a:pt x="297" y="120"/>
                </a:cubicBezTo>
                <a:cubicBezTo>
                  <a:pt x="297" y="125"/>
                  <a:pt x="300" y="128"/>
                  <a:pt x="305" y="128"/>
                </a:cubicBezTo>
                <a:cubicBezTo>
                  <a:pt x="309" y="128"/>
                  <a:pt x="313" y="125"/>
                  <a:pt x="313" y="120"/>
                </a:cubicBezTo>
                <a:moveTo>
                  <a:pt x="321" y="80"/>
                </a:moveTo>
                <a:cubicBezTo>
                  <a:pt x="321" y="71"/>
                  <a:pt x="313" y="64"/>
                  <a:pt x="305" y="64"/>
                </a:cubicBezTo>
                <a:cubicBezTo>
                  <a:pt x="296" y="64"/>
                  <a:pt x="289" y="71"/>
                  <a:pt x="289" y="80"/>
                </a:cubicBezTo>
                <a:cubicBezTo>
                  <a:pt x="289" y="89"/>
                  <a:pt x="296" y="96"/>
                  <a:pt x="305" y="96"/>
                </a:cubicBezTo>
                <a:cubicBezTo>
                  <a:pt x="313" y="96"/>
                  <a:pt x="321" y="89"/>
                  <a:pt x="321" y="80"/>
                </a:cubicBezTo>
                <a:moveTo>
                  <a:pt x="256" y="144"/>
                </a:moveTo>
                <a:cubicBezTo>
                  <a:pt x="224" y="144"/>
                  <a:pt x="224" y="144"/>
                  <a:pt x="224" y="144"/>
                </a:cubicBezTo>
                <a:cubicBezTo>
                  <a:pt x="200" y="144"/>
                  <a:pt x="200" y="112"/>
                  <a:pt x="168" y="112"/>
                </a:cubicBezTo>
                <a:cubicBezTo>
                  <a:pt x="120" y="112"/>
                  <a:pt x="120" y="112"/>
                  <a:pt x="120" y="112"/>
                </a:cubicBezTo>
                <a:cubicBezTo>
                  <a:pt x="88" y="112"/>
                  <a:pt x="88" y="144"/>
                  <a:pt x="64" y="144"/>
                </a:cubicBezTo>
                <a:cubicBezTo>
                  <a:pt x="32" y="144"/>
                  <a:pt x="32" y="144"/>
                  <a:pt x="32" y="144"/>
                </a:cubicBezTo>
                <a:cubicBezTo>
                  <a:pt x="14" y="144"/>
                  <a:pt x="0" y="159"/>
                  <a:pt x="0" y="176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4" y="353"/>
                  <a:pt x="32" y="353"/>
                </a:cubicBezTo>
                <a:cubicBezTo>
                  <a:pt x="256" y="353"/>
                  <a:pt x="256" y="353"/>
                  <a:pt x="256" y="353"/>
                </a:cubicBezTo>
                <a:cubicBezTo>
                  <a:pt x="274" y="353"/>
                  <a:pt x="289" y="339"/>
                  <a:pt x="289" y="321"/>
                </a:cubicBezTo>
                <a:cubicBezTo>
                  <a:pt x="289" y="176"/>
                  <a:pt x="289" y="176"/>
                  <a:pt x="289" y="176"/>
                </a:cubicBezTo>
                <a:cubicBezTo>
                  <a:pt x="289" y="159"/>
                  <a:pt x="274" y="144"/>
                  <a:pt x="256" y="144"/>
                </a:cubicBezTo>
                <a:moveTo>
                  <a:pt x="273" y="321"/>
                </a:moveTo>
                <a:cubicBezTo>
                  <a:pt x="273" y="330"/>
                  <a:pt x="265" y="337"/>
                  <a:pt x="256" y="337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23" y="337"/>
                  <a:pt x="16" y="330"/>
                  <a:pt x="16" y="321"/>
                </a:cubicBezTo>
                <a:cubicBezTo>
                  <a:pt x="16" y="176"/>
                  <a:pt x="16" y="176"/>
                  <a:pt x="16" y="176"/>
                </a:cubicBezTo>
                <a:cubicBezTo>
                  <a:pt x="16" y="167"/>
                  <a:pt x="23" y="160"/>
                  <a:pt x="32" y="160"/>
                </a:cubicBezTo>
                <a:cubicBezTo>
                  <a:pt x="64" y="160"/>
                  <a:pt x="64" y="160"/>
                  <a:pt x="64" y="160"/>
                </a:cubicBezTo>
                <a:cubicBezTo>
                  <a:pt x="96" y="160"/>
                  <a:pt x="96" y="128"/>
                  <a:pt x="120" y="128"/>
                </a:cubicBezTo>
                <a:cubicBezTo>
                  <a:pt x="144" y="128"/>
                  <a:pt x="144" y="128"/>
                  <a:pt x="144" y="128"/>
                </a:cubicBezTo>
                <a:cubicBezTo>
                  <a:pt x="168" y="128"/>
                  <a:pt x="168" y="128"/>
                  <a:pt x="168" y="128"/>
                </a:cubicBezTo>
                <a:cubicBezTo>
                  <a:pt x="192" y="128"/>
                  <a:pt x="192" y="160"/>
                  <a:pt x="224" y="160"/>
                </a:cubicBezTo>
                <a:cubicBezTo>
                  <a:pt x="256" y="160"/>
                  <a:pt x="256" y="160"/>
                  <a:pt x="256" y="160"/>
                </a:cubicBezTo>
                <a:cubicBezTo>
                  <a:pt x="265" y="160"/>
                  <a:pt x="273" y="167"/>
                  <a:pt x="273" y="176"/>
                </a:cubicBezTo>
                <a:lnTo>
                  <a:pt x="273" y="321"/>
                </a:lnTo>
                <a:close/>
                <a:moveTo>
                  <a:pt x="321" y="32"/>
                </a:moveTo>
                <a:cubicBezTo>
                  <a:pt x="289" y="32"/>
                  <a:pt x="289" y="32"/>
                  <a:pt x="289" y="32"/>
                </a:cubicBezTo>
                <a:cubicBezTo>
                  <a:pt x="264" y="32"/>
                  <a:pt x="264" y="0"/>
                  <a:pt x="232" y="0"/>
                </a:cubicBezTo>
                <a:cubicBezTo>
                  <a:pt x="184" y="0"/>
                  <a:pt x="184" y="0"/>
                  <a:pt x="184" y="0"/>
                </a:cubicBezTo>
                <a:cubicBezTo>
                  <a:pt x="152" y="0"/>
                  <a:pt x="152" y="32"/>
                  <a:pt x="128" y="32"/>
                </a:cubicBezTo>
                <a:cubicBezTo>
                  <a:pt x="96" y="32"/>
                  <a:pt x="96" y="32"/>
                  <a:pt x="96" y="32"/>
                </a:cubicBezTo>
                <a:cubicBezTo>
                  <a:pt x="78" y="32"/>
                  <a:pt x="64" y="46"/>
                  <a:pt x="64" y="64"/>
                </a:cubicBezTo>
                <a:cubicBezTo>
                  <a:pt x="64" y="128"/>
                  <a:pt x="64" y="128"/>
                  <a:pt x="64" y="128"/>
                </a:cubicBezTo>
                <a:cubicBezTo>
                  <a:pt x="67" y="128"/>
                  <a:pt x="69" y="127"/>
                  <a:pt x="75" y="119"/>
                </a:cubicBezTo>
                <a:cubicBezTo>
                  <a:pt x="77" y="118"/>
                  <a:pt x="78" y="116"/>
                  <a:pt x="80" y="114"/>
                </a:cubicBezTo>
                <a:cubicBezTo>
                  <a:pt x="80" y="64"/>
                  <a:pt x="80" y="64"/>
                  <a:pt x="80" y="64"/>
                </a:cubicBezTo>
                <a:cubicBezTo>
                  <a:pt x="80" y="55"/>
                  <a:pt x="87" y="48"/>
                  <a:pt x="96" y="48"/>
                </a:cubicBezTo>
                <a:cubicBezTo>
                  <a:pt x="128" y="48"/>
                  <a:pt x="128" y="48"/>
                  <a:pt x="128" y="48"/>
                </a:cubicBezTo>
                <a:cubicBezTo>
                  <a:pt x="160" y="48"/>
                  <a:pt x="160" y="16"/>
                  <a:pt x="184" y="16"/>
                </a:cubicBezTo>
                <a:cubicBezTo>
                  <a:pt x="208" y="16"/>
                  <a:pt x="208" y="16"/>
                  <a:pt x="208" y="16"/>
                </a:cubicBezTo>
                <a:cubicBezTo>
                  <a:pt x="232" y="16"/>
                  <a:pt x="232" y="16"/>
                  <a:pt x="232" y="16"/>
                </a:cubicBezTo>
                <a:cubicBezTo>
                  <a:pt x="256" y="16"/>
                  <a:pt x="256" y="48"/>
                  <a:pt x="289" y="48"/>
                </a:cubicBezTo>
                <a:cubicBezTo>
                  <a:pt x="321" y="48"/>
                  <a:pt x="321" y="48"/>
                  <a:pt x="321" y="48"/>
                </a:cubicBezTo>
                <a:cubicBezTo>
                  <a:pt x="330" y="48"/>
                  <a:pt x="337" y="55"/>
                  <a:pt x="337" y="64"/>
                </a:cubicBezTo>
                <a:cubicBezTo>
                  <a:pt x="337" y="208"/>
                  <a:pt x="337" y="208"/>
                  <a:pt x="337" y="208"/>
                </a:cubicBezTo>
                <a:cubicBezTo>
                  <a:pt x="337" y="217"/>
                  <a:pt x="330" y="225"/>
                  <a:pt x="321" y="225"/>
                </a:cubicBezTo>
                <a:cubicBezTo>
                  <a:pt x="305" y="225"/>
                  <a:pt x="305" y="225"/>
                  <a:pt x="305" y="225"/>
                </a:cubicBezTo>
                <a:cubicBezTo>
                  <a:pt x="305" y="241"/>
                  <a:pt x="305" y="241"/>
                  <a:pt x="305" y="241"/>
                </a:cubicBezTo>
                <a:cubicBezTo>
                  <a:pt x="321" y="241"/>
                  <a:pt x="321" y="241"/>
                  <a:pt x="321" y="241"/>
                </a:cubicBezTo>
                <a:cubicBezTo>
                  <a:pt x="338" y="241"/>
                  <a:pt x="353" y="226"/>
                  <a:pt x="353" y="208"/>
                </a:cubicBezTo>
                <a:cubicBezTo>
                  <a:pt x="353" y="64"/>
                  <a:pt x="353" y="64"/>
                  <a:pt x="353" y="64"/>
                </a:cubicBezTo>
                <a:cubicBezTo>
                  <a:pt x="353" y="46"/>
                  <a:pt x="338" y="32"/>
                  <a:pt x="321" y="32"/>
                </a:cubicBezTo>
                <a:moveTo>
                  <a:pt x="191" y="101"/>
                </a:moveTo>
                <a:cubicBezTo>
                  <a:pt x="197" y="104"/>
                  <a:pt x="202" y="108"/>
                  <a:pt x="206" y="112"/>
                </a:cubicBezTo>
                <a:cubicBezTo>
                  <a:pt x="207" y="112"/>
                  <a:pt x="208" y="112"/>
                  <a:pt x="208" y="112"/>
                </a:cubicBezTo>
                <a:cubicBezTo>
                  <a:pt x="217" y="112"/>
                  <a:pt x="224" y="119"/>
                  <a:pt x="224" y="128"/>
                </a:cubicBezTo>
                <a:cubicBezTo>
                  <a:pt x="240" y="128"/>
                  <a:pt x="240" y="128"/>
                  <a:pt x="240" y="128"/>
                </a:cubicBezTo>
                <a:cubicBezTo>
                  <a:pt x="240" y="110"/>
                  <a:pt x="226" y="96"/>
                  <a:pt x="208" y="96"/>
                </a:cubicBezTo>
                <a:cubicBezTo>
                  <a:pt x="202" y="96"/>
                  <a:pt x="196" y="98"/>
                  <a:pt x="191" y="101"/>
                </a:cubicBezTo>
                <a:moveTo>
                  <a:pt x="256" y="128"/>
                </a:moveTo>
                <a:cubicBezTo>
                  <a:pt x="262" y="128"/>
                  <a:pt x="267" y="129"/>
                  <a:pt x="272" y="131"/>
                </a:cubicBezTo>
                <a:cubicBezTo>
                  <a:pt x="272" y="130"/>
                  <a:pt x="273" y="129"/>
                  <a:pt x="273" y="128"/>
                </a:cubicBezTo>
                <a:cubicBezTo>
                  <a:pt x="273" y="93"/>
                  <a:pt x="244" y="64"/>
                  <a:pt x="208" y="64"/>
                </a:cubicBezTo>
                <a:cubicBezTo>
                  <a:pt x="185" y="64"/>
                  <a:pt x="164" y="77"/>
                  <a:pt x="153" y="96"/>
                </a:cubicBezTo>
                <a:cubicBezTo>
                  <a:pt x="168" y="96"/>
                  <a:pt x="168" y="96"/>
                  <a:pt x="168" y="96"/>
                </a:cubicBezTo>
                <a:cubicBezTo>
                  <a:pt x="170" y="96"/>
                  <a:pt x="171" y="96"/>
                  <a:pt x="172" y="96"/>
                </a:cubicBezTo>
                <a:cubicBezTo>
                  <a:pt x="181" y="86"/>
                  <a:pt x="194" y="80"/>
                  <a:pt x="208" y="80"/>
                </a:cubicBezTo>
                <a:cubicBezTo>
                  <a:pt x="235" y="80"/>
                  <a:pt x="256" y="102"/>
                  <a:pt x="256" y="128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8" name="Freeform 38"/>
          <p:cNvSpPr>
            <a:spLocks noEditPoints="1"/>
          </p:cNvSpPr>
          <p:nvPr/>
        </p:nvSpPr>
        <p:spPr bwMode="auto">
          <a:xfrm>
            <a:off x="4150785" y="4222751"/>
            <a:ext cx="579967" cy="577851"/>
          </a:xfrm>
          <a:custGeom>
            <a:avLst/>
            <a:gdLst>
              <a:gd name="T0" fmla="*/ 321 w 353"/>
              <a:gd name="T1" fmla="*/ 64 h 353"/>
              <a:gd name="T2" fmla="*/ 204 w 353"/>
              <a:gd name="T3" fmla="*/ 64 h 353"/>
              <a:gd name="T4" fmla="*/ 237 w 353"/>
              <a:gd name="T5" fmla="*/ 31 h 353"/>
              <a:gd name="T6" fmla="*/ 241 w 353"/>
              <a:gd name="T7" fmla="*/ 32 h 353"/>
              <a:gd name="T8" fmla="*/ 257 w 353"/>
              <a:gd name="T9" fmla="*/ 16 h 353"/>
              <a:gd name="T10" fmla="*/ 241 w 353"/>
              <a:gd name="T11" fmla="*/ 0 h 353"/>
              <a:gd name="T12" fmla="*/ 225 w 353"/>
              <a:gd name="T13" fmla="*/ 16 h 353"/>
              <a:gd name="T14" fmla="*/ 225 w 353"/>
              <a:gd name="T15" fmla="*/ 20 h 353"/>
              <a:gd name="T16" fmla="*/ 181 w 353"/>
              <a:gd name="T17" fmla="*/ 64 h 353"/>
              <a:gd name="T18" fmla="*/ 172 w 353"/>
              <a:gd name="T19" fmla="*/ 64 h 353"/>
              <a:gd name="T20" fmla="*/ 128 w 353"/>
              <a:gd name="T21" fmla="*/ 20 h 353"/>
              <a:gd name="T22" fmla="*/ 128 w 353"/>
              <a:gd name="T23" fmla="*/ 16 h 353"/>
              <a:gd name="T24" fmla="*/ 112 w 353"/>
              <a:gd name="T25" fmla="*/ 0 h 353"/>
              <a:gd name="T26" fmla="*/ 96 w 353"/>
              <a:gd name="T27" fmla="*/ 16 h 353"/>
              <a:gd name="T28" fmla="*/ 112 w 353"/>
              <a:gd name="T29" fmla="*/ 32 h 353"/>
              <a:gd name="T30" fmla="*/ 116 w 353"/>
              <a:gd name="T31" fmla="*/ 31 h 353"/>
              <a:gd name="T32" fmla="*/ 149 w 353"/>
              <a:gd name="T33" fmla="*/ 64 h 353"/>
              <a:gd name="T34" fmla="*/ 32 w 353"/>
              <a:gd name="T35" fmla="*/ 64 h 353"/>
              <a:gd name="T36" fmla="*/ 0 w 353"/>
              <a:gd name="T37" fmla="*/ 96 h 353"/>
              <a:gd name="T38" fmla="*/ 0 w 353"/>
              <a:gd name="T39" fmla="*/ 289 h 353"/>
              <a:gd name="T40" fmla="*/ 32 w 353"/>
              <a:gd name="T41" fmla="*/ 321 h 353"/>
              <a:gd name="T42" fmla="*/ 64 w 353"/>
              <a:gd name="T43" fmla="*/ 321 h 353"/>
              <a:gd name="T44" fmla="*/ 64 w 353"/>
              <a:gd name="T45" fmla="*/ 345 h 353"/>
              <a:gd name="T46" fmla="*/ 72 w 353"/>
              <a:gd name="T47" fmla="*/ 353 h 353"/>
              <a:gd name="T48" fmla="*/ 80 w 353"/>
              <a:gd name="T49" fmla="*/ 345 h 353"/>
              <a:gd name="T50" fmla="*/ 80 w 353"/>
              <a:gd name="T51" fmla="*/ 337 h 353"/>
              <a:gd name="T52" fmla="*/ 273 w 353"/>
              <a:gd name="T53" fmla="*/ 337 h 353"/>
              <a:gd name="T54" fmla="*/ 273 w 353"/>
              <a:gd name="T55" fmla="*/ 345 h 353"/>
              <a:gd name="T56" fmla="*/ 281 w 353"/>
              <a:gd name="T57" fmla="*/ 353 h 353"/>
              <a:gd name="T58" fmla="*/ 289 w 353"/>
              <a:gd name="T59" fmla="*/ 345 h 353"/>
              <a:gd name="T60" fmla="*/ 289 w 353"/>
              <a:gd name="T61" fmla="*/ 321 h 353"/>
              <a:gd name="T62" fmla="*/ 321 w 353"/>
              <a:gd name="T63" fmla="*/ 321 h 353"/>
              <a:gd name="T64" fmla="*/ 353 w 353"/>
              <a:gd name="T65" fmla="*/ 289 h 353"/>
              <a:gd name="T66" fmla="*/ 353 w 353"/>
              <a:gd name="T67" fmla="*/ 96 h 353"/>
              <a:gd name="T68" fmla="*/ 321 w 353"/>
              <a:gd name="T69" fmla="*/ 64 h 353"/>
              <a:gd name="T70" fmla="*/ 337 w 353"/>
              <a:gd name="T71" fmla="*/ 289 h 353"/>
              <a:gd name="T72" fmla="*/ 321 w 353"/>
              <a:gd name="T73" fmla="*/ 305 h 353"/>
              <a:gd name="T74" fmla="*/ 32 w 353"/>
              <a:gd name="T75" fmla="*/ 305 h 353"/>
              <a:gd name="T76" fmla="*/ 16 w 353"/>
              <a:gd name="T77" fmla="*/ 289 h 353"/>
              <a:gd name="T78" fmla="*/ 16 w 353"/>
              <a:gd name="T79" fmla="*/ 96 h 353"/>
              <a:gd name="T80" fmla="*/ 32 w 353"/>
              <a:gd name="T81" fmla="*/ 80 h 353"/>
              <a:gd name="T82" fmla="*/ 321 w 353"/>
              <a:gd name="T83" fmla="*/ 80 h 353"/>
              <a:gd name="T84" fmla="*/ 337 w 353"/>
              <a:gd name="T85" fmla="*/ 96 h 353"/>
              <a:gd name="T86" fmla="*/ 337 w 353"/>
              <a:gd name="T87" fmla="*/ 289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353" h="353">
                <a:moveTo>
                  <a:pt x="321" y="64"/>
                </a:moveTo>
                <a:cubicBezTo>
                  <a:pt x="204" y="64"/>
                  <a:pt x="204" y="64"/>
                  <a:pt x="204" y="64"/>
                </a:cubicBezTo>
                <a:cubicBezTo>
                  <a:pt x="237" y="31"/>
                  <a:pt x="237" y="31"/>
                  <a:pt x="237" y="31"/>
                </a:cubicBezTo>
                <a:cubicBezTo>
                  <a:pt x="238" y="32"/>
                  <a:pt x="239" y="32"/>
                  <a:pt x="241" y="32"/>
                </a:cubicBezTo>
                <a:cubicBezTo>
                  <a:pt x="250" y="32"/>
                  <a:pt x="257" y="25"/>
                  <a:pt x="257" y="16"/>
                </a:cubicBezTo>
                <a:cubicBezTo>
                  <a:pt x="257" y="7"/>
                  <a:pt x="250" y="0"/>
                  <a:pt x="241" y="0"/>
                </a:cubicBezTo>
                <a:cubicBezTo>
                  <a:pt x="232" y="0"/>
                  <a:pt x="225" y="7"/>
                  <a:pt x="225" y="16"/>
                </a:cubicBezTo>
                <a:cubicBezTo>
                  <a:pt x="225" y="17"/>
                  <a:pt x="225" y="19"/>
                  <a:pt x="225" y="20"/>
                </a:cubicBezTo>
                <a:cubicBezTo>
                  <a:pt x="181" y="64"/>
                  <a:pt x="181" y="64"/>
                  <a:pt x="181" y="64"/>
                </a:cubicBezTo>
                <a:cubicBezTo>
                  <a:pt x="172" y="64"/>
                  <a:pt x="172" y="64"/>
                  <a:pt x="172" y="64"/>
                </a:cubicBezTo>
                <a:cubicBezTo>
                  <a:pt x="128" y="20"/>
                  <a:pt x="128" y="20"/>
                  <a:pt x="128" y="20"/>
                </a:cubicBezTo>
                <a:cubicBezTo>
                  <a:pt x="128" y="19"/>
                  <a:pt x="128" y="17"/>
                  <a:pt x="128" y="16"/>
                </a:cubicBezTo>
                <a:cubicBezTo>
                  <a:pt x="128" y="7"/>
                  <a:pt x="121" y="0"/>
                  <a:pt x="112" y="0"/>
                </a:cubicBezTo>
                <a:cubicBezTo>
                  <a:pt x="103" y="0"/>
                  <a:pt x="96" y="7"/>
                  <a:pt x="96" y="16"/>
                </a:cubicBezTo>
                <a:cubicBezTo>
                  <a:pt x="96" y="25"/>
                  <a:pt x="103" y="32"/>
                  <a:pt x="112" y="32"/>
                </a:cubicBezTo>
                <a:cubicBezTo>
                  <a:pt x="114" y="32"/>
                  <a:pt x="115" y="32"/>
                  <a:pt x="116" y="31"/>
                </a:cubicBezTo>
                <a:cubicBezTo>
                  <a:pt x="149" y="64"/>
                  <a:pt x="149" y="64"/>
                  <a:pt x="149" y="64"/>
                </a:cubicBezTo>
                <a:cubicBezTo>
                  <a:pt x="32" y="64"/>
                  <a:pt x="32" y="64"/>
                  <a:pt x="32" y="64"/>
                </a:cubicBezTo>
                <a:cubicBezTo>
                  <a:pt x="14" y="64"/>
                  <a:pt x="0" y="78"/>
                  <a:pt x="0" y="96"/>
                </a:cubicBezTo>
                <a:cubicBezTo>
                  <a:pt x="0" y="289"/>
                  <a:pt x="0" y="289"/>
                  <a:pt x="0" y="289"/>
                </a:cubicBezTo>
                <a:cubicBezTo>
                  <a:pt x="0" y="306"/>
                  <a:pt x="14" y="321"/>
                  <a:pt x="32" y="321"/>
                </a:cubicBezTo>
                <a:cubicBezTo>
                  <a:pt x="64" y="321"/>
                  <a:pt x="64" y="321"/>
                  <a:pt x="64" y="321"/>
                </a:cubicBezTo>
                <a:cubicBezTo>
                  <a:pt x="64" y="345"/>
                  <a:pt x="64" y="345"/>
                  <a:pt x="64" y="345"/>
                </a:cubicBezTo>
                <a:cubicBezTo>
                  <a:pt x="64" y="349"/>
                  <a:pt x="68" y="353"/>
                  <a:pt x="72" y="353"/>
                </a:cubicBezTo>
                <a:cubicBezTo>
                  <a:pt x="77" y="353"/>
                  <a:pt x="80" y="349"/>
                  <a:pt x="80" y="345"/>
                </a:cubicBezTo>
                <a:cubicBezTo>
                  <a:pt x="80" y="337"/>
                  <a:pt x="80" y="337"/>
                  <a:pt x="80" y="337"/>
                </a:cubicBezTo>
                <a:cubicBezTo>
                  <a:pt x="273" y="337"/>
                  <a:pt x="273" y="337"/>
                  <a:pt x="273" y="337"/>
                </a:cubicBezTo>
                <a:cubicBezTo>
                  <a:pt x="273" y="345"/>
                  <a:pt x="273" y="345"/>
                  <a:pt x="273" y="345"/>
                </a:cubicBezTo>
                <a:cubicBezTo>
                  <a:pt x="273" y="349"/>
                  <a:pt x="276" y="353"/>
                  <a:pt x="281" y="353"/>
                </a:cubicBezTo>
                <a:cubicBezTo>
                  <a:pt x="285" y="353"/>
                  <a:pt x="289" y="349"/>
                  <a:pt x="289" y="345"/>
                </a:cubicBezTo>
                <a:cubicBezTo>
                  <a:pt x="289" y="321"/>
                  <a:pt x="289" y="321"/>
                  <a:pt x="289" y="321"/>
                </a:cubicBezTo>
                <a:cubicBezTo>
                  <a:pt x="321" y="321"/>
                  <a:pt x="321" y="321"/>
                  <a:pt x="321" y="321"/>
                </a:cubicBezTo>
                <a:cubicBezTo>
                  <a:pt x="339" y="321"/>
                  <a:pt x="353" y="306"/>
                  <a:pt x="353" y="289"/>
                </a:cubicBezTo>
                <a:cubicBezTo>
                  <a:pt x="353" y="96"/>
                  <a:pt x="353" y="96"/>
                  <a:pt x="353" y="96"/>
                </a:cubicBezTo>
                <a:cubicBezTo>
                  <a:pt x="353" y="78"/>
                  <a:pt x="339" y="64"/>
                  <a:pt x="321" y="64"/>
                </a:cubicBezTo>
                <a:moveTo>
                  <a:pt x="337" y="289"/>
                </a:moveTo>
                <a:cubicBezTo>
                  <a:pt x="337" y="298"/>
                  <a:pt x="330" y="305"/>
                  <a:pt x="321" y="305"/>
                </a:cubicBezTo>
                <a:cubicBezTo>
                  <a:pt x="32" y="305"/>
                  <a:pt x="32" y="305"/>
                  <a:pt x="32" y="305"/>
                </a:cubicBezTo>
                <a:cubicBezTo>
                  <a:pt x="23" y="305"/>
                  <a:pt x="16" y="298"/>
                  <a:pt x="16" y="289"/>
                </a:cubicBezTo>
                <a:cubicBezTo>
                  <a:pt x="16" y="96"/>
                  <a:pt x="16" y="96"/>
                  <a:pt x="16" y="96"/>
                </a:cubicBezTo>
                <a:cubicBezTo>
                  <a:pt x="16" y="87"/>
                  <a:pt x="23" y="80"/>
                  <a:pt x="32" y="80"/>
                </a:cubicBezTo>
                <a:cubicBezTo>
                  <a:pt x="321" y="80"/>
                  <a:pt x="321" y="80"/>
                  <a:pt x="321" y="80"/>
                </a:cubicBezTo>
                <a:cubicBezTo>
                  <a:pt x="330" y="80"/>
                  <a:pt x="337" y="87"/>
                  <a:pt x="337" y="96"/>
                </a:cubicBezTo>
                <a:lnTo>
                  <a:pt x="337" y="289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9" name="Freeform 39"/>
          <p:cNvSpPr>
            <a:spLocks noEditPoints="1"/>
          </p:cNvSpPr>
          <p:nvPr/>
        </p:nvSpPr>
        <p:spPr bwMode="auto">
          <a:xfrm>
            <a:off x="5255684" y="4222751"/>
            <a:ext cx="577851" cy="577851"/>
          </a:xfrm>
          <a:custGeom>
            <a:avLst/>
            <a:gdLst>
              <a:gd name="T0" fmla="*/ 225 w 353"/>
              <a:gd name="T1" fmla="*/ 128 h 353"/>
              <a:gd name="T2" fmla="*/ 321 w 353"/>
              <a:gd name="T3" fmla="*/ 225 h 353"/>
              <a:gd name="T4" fmla="*/ 321 w 353"/>
              <a:gd name="T5" fmla="*/ 257 h 353"/>
              <a:gd name="T6" fmla="*/ 289 w 353"/>
              <a:gd name="T7" fmla="*/ 160 h 353"/>
              <a:gd name="T8" fmla="*/ 321 w 353"/>
              <a:gd name="T9" fmla="*/ 160 h 353"/>
              <a:gd name="T10" fmla="*/ 161 w 353"/>
              <a:gd name="T11" fmla="*/ 192 h 353"/>
              <a:gd name="T12" fmla="*/ 257 w 353"/>
              <a:gd name="T13" fmla="*/ 289 h 353"/>
              <a:gd name="T14" fmla="*/ 257 w 353"/>
              <a:gd name="T15" fmla="*/ 257 h 353"/>
              <a:gd name="T16" fmla="*/ 225 w 353"/>
              <a:gd name="T17" fmla="*/ 289 h 353"/>
              <a:gd name="T18" fmla="*/ 193 w 353"/>
              <a:gd name="T19" fmla="*/ 289 h 353"/>
              <a:gd name="T20" fmla="*/ 161 w 353"/>
              <a:gd name="T21" fmla="*/ 257 h 353"/>
              <a:gd name="T22" fmla="*/ 32 w 353"/>
              <a:gd name="T23" fmla="*/ 192 h 353"/>
              <a:gd name="T24" fmla="*/ 32 w 353"/>
              <a:gd name="T25" fmla="*/ 160 h 353"/>
              <a:gd name="T26" fmla="*/ 64 w 353"/>
              <a:gd name="T27" fmla="*/ 257 h 353"/>
              <a:gd name="T28" fmla="*/ 32 w 353"/>
              <a:gd name="T29" fmla="*/ 257 h 353"/>
              <a:gd name="T30" fmla="*/ 97 w 353"/>
              <a:gd name="T31" fmla="*/ 128 h 353"/>
              <a:gd name="T32" fmla="*/ 193 w 353"/>
              <a:gd name="T33" fmla="*/ 96 h 353"/>
              <a:gd name="T34" fmla="*/ 193 w 353"/>
              <a:gd name="T35" fmla="*/ 128 h 353"/>
              <a:gd name="T36" fmla="*/ 97 w 353"/>
              <a:gd name="T37" fmla="*/ 289 h 353"/>
              <a:gd name="T38" fmla="*/ 64 w 353"/>
              <a:gd name="T39" fmla="*/ 289 h 353"/>
              <a:gd name="T40" fmla="*/ 64 w 353"/>
              <a:gd name="T41" fmla="*/ 96 h 353"/>
              <a:gd name="T42" fmla="*/ 257 w 353"/>
              <a:gd name="T43" fmla="*/ 225 h 353"/>
              <a:gd name="T44" fmla="*/ 257 w 353"/>
              <a:gd name="T45" fmla="*/ 192 h 353"/>
              <a:gd name="T46" fmla="*/ 97 w 353"/>
              <a:gd name="T47" fmla="*/ 160 h 353"/>
              <a:gd name="T48" fmla="*/ 129 w 353"/>
              <a:gd name="T49" fmla="*/ 160 h 353"/>
              <a:gd name="T50" fmla="*/ 193 w 353"/>
              <a:gd name="T51" fmla="*/ 225 h 353"/>
              <a:gd name="T52" fmla="*/ 97 w 353"/>
              <a:gd name="T53" fmla="*/ 257 h 353"/>
              <a:gd name="T54" fmla="*/ 97 w 353"/>
              <a:gd name="T55" fmla="*/ 225 h 353"/>
              <a:gd name="T56" fmla="*/ 204 w 353"/>
              <a:gd name="T57" fmla="*/ 64 h 353"/>
              <a:gd name="T58" fmla="*/ 257 w 353"/>
              <a:gd name="T59" fmla="*/ 16 h 353"/>
              <a:gd name="T60" fmla="*/ 226 w 353"/>
              <a:gd name="T61" fmla="*/ 20 h 353"/>
              <a:gd name="T62" fmla="*/ 128 w 353"/>
              <a:gd name="T63" fmla="*/ 20 h 353"/>
              <a:gd name="T64" fmla="*/ 97 w 353"/>
              <a:gd name="T65" fmla="*/ 16 h 353"/>
              <a:gd name="T66" fmla="*/ 149 w 353"/>
              <a:gd name="T67" fmla="*/ 64 h 353"/>
              <a:gd name="T68" fmla="*/ 0 w 353"/>
              <a:gd name="T69" fmla="*/ 289 h 353"/>
              <a:gd name="T70" fmla="*/ 64 w 353"/>
              <a:gd name="T71" fmla="*/ 345 h 353"/>
              <a:gd name="T72" fmla="*/ 81 w 353"/>
              <a:gd name="T73" fmla="*/ 337 h 353"/>
              <a:gd name="T74" fmla="*/ 281 w 353"/>
              <a:gd name="T75" fmla="*/ 353 h 353"/>
              <a:gd name="T76" fmla="*/ 321 w 353"/>
              <a:gd name="T77" fmla="*/ 321 h 353"/>
              <a:gd name="T78" fmla="*/ 321 w 353"/>
              <a:gd name="T79" fmla="*/ 64 h 353"/>
              <a:gd name="T80" fmla="*/ 32 w 353"/>
              <a:gd name="T81" fmla="*/ 305 h 353"/>
              <a:gd name="T82" fmla="*/ 32 w 353"/>
              <a:gd name="T83" fmla="*/ 80 h 353"/>
              <a:gd name="T84" fmla="*/ 337 w 353"/>
              <a:gd name="T85" fmla="*/ 289 h 353"/>
              <a:gd name="T86" fmla="*/ 289 w 353"/>
              <a:gd name="T87" fmla="*/ 128 h 353"/>
              <a:gd name="T88" fmla="*/ 289 w 353"/>
              <a:gd name="T89" fmla="*/ 128 h 353"/>
              <a:gd name="T90" fmla="*/ 289 w 353"/>
              <a:gd name="T91" fmla="*/ 96 h 353"/>
              <a:gd name="T92" fmla="*/ 257 w 353"/>
              <a:gd name="T93" fmla="*/ 257 h 353"/>
              <a:gd name="T94" fmla="*/ 225 w 353"/>
              <a:gd name="T95" fmla="*/ 257 h 353"/>
              <a:gd name="T96" fmla="*/ 225 w 353"/>
              <a:gd name="T97" fmla="*/ 192 h 353"/>
              <a:gd name="T98" fmla="*/ 97 w 353"/>
              <a:gd name="T99" fmla="*/ 192 h 353"/>
              <a:gd name="T100" fmla="*/ 97 w 353"/>
              <a:gd name="T101" fmla="*/ 225 h 353"/>
              <a:gd name="T102" fmla="*/ 257 w 353"/>
              <a:gd name="T103" fmla="*/ 192 h 353"/>
              <a:gd name="T104" fmla="*/ 225 w 353"/>
              <a:gd name="T105" fmla="*/ 192 h 353"/>
              <a:gd name="T106" fmla="*/ 161 w 353"/>
              <a:gd name="T107" fmla="*/ 192 h 353"/>
              <a:gd name="T108" fmla="*/ 225 w 353"/>
              <a:gd name="T109" fmla="*/ 128 h 353"/>
              <a:gd name="T110" fmla="*/ 225 w 353"/>
              <a:gd name="T111" fmla="*/ 160 h 353"/>
              <a:gd name="T112" fmla="*/ 64 w 353"/>
              <a:gd name="T113" fmla="*/ 128 h 353"/>
              <a:gd name="T114" fmla="*/ 97 w 353"/>
              <a:gd name="T115" fmla="*/ 128 h 353"/>
              <a:gd name="T116" fmla="*/ 129 w 353"/>
              <a:gd name="T117" fmla="*/ 160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353" h="353">
                <a:moveTo>
                  <a:pt x="257" y="96"/>
                </a:moveTo>
                <a:cubicBezTo>
                  <a:pt x="225" y="96"/>
                  <a:pt x="225" y="96"/>
                  <a:pt x="225" y="96"/>
                </a:cubicBezTo>
                <a:cubicBezTo>
                  <a:pt x="225" y="128"/>
                  <a:pt x="225" y="128"/>
                  <a:pt x="225" y="128"/>
                </a:cubicBezTo>
                <a:cubicBezTo>
                  <a:pt x="257" y="128"/>
                  <a:pt x="257" y="128"/>
                  <a:pt x="257" y="128"/>
                </a:cubicBezTo>
                <a:lnTo>
                  <a:pt x="257" y="96"/>
                </a:lnTo>
                <a:close/>
                <a:moveTo>
                  <a:pt x="321" y="225"/>
                </a:moveTo>
                <a:cubicBezTo>
                  <a:pt x="289" y="225"/>
                  <a:pt x="289" y="225"/>
                  <a:pt x="289" y="225"/>
                </a:cubicBezTo>
                <a:cubicBezTo>
                  <a:pt x="289" y="257"/>
                  <a:pt x="289" y="257"/>
                  <a:pt x="289" y="257"/>
                </a:cubicBezTo>
                <a:cubicBezTo>
                  <a:pt x="321" y="257"/>
                  <a:pt x="321" y="257"/>
                  <a:pt x="321" y="257"/>
                </a:cubicBezTo>
                <a:lnTo>
                  <a:pt x="321" y="225"/>
                </a:lnTo>
                <a:close/>
                <a:moveTo>
                  <a:pt x="321" y="160"/>
                </a:moveTo>
                <a:cubicBezTo>
                  <a:pt x="289" y="160"/>
                  <a:pt x="289" y="160"/>
                  <a:pt x="289" y="160"/>
                </a:cubicBezTo>
                <a:cubicBezTo>
                  <a:pt x="289" y="192"/>
                  <a:pt x="289" y="192"/>
                  <a:pt x="289" y="192"/>
                </a:cubicBezTo>
                <a:cubicBezTo>
                  <a:pt x="321" y="192"/>
                  <a:pt x="321" y="192"/>
                  <a:pt x="321" y="192"/>
                </a:cubicBezTo>
                <a:lnTo>
                  <a:pt x="321" y="160"/>
                </a:lnTo>
                <a:close/>
                <a:moveTo>
                  <a:pt x="193" y="160"/>
                </a:moveTo>
                <a:cubicBezTo>
                  <a:pt x="161" y="160"/>
                  <a:pt x="161" y="160"/>
                  <a:pt x="161" y="160"/>
                </a:cubicBezTo>
                <a:cubicBezTo>
                  <a:pt x="161" y="192"/>
                  <a:pt x="161" y="192"/>
                  <a:pt x="161" y="192"/>
                </a:cubicBezTo>
                <a:cubicBezTo>
                  <a:pt x="193" y="192"/>
                  <a:pt x="193" y="192"/>
                  <a:pt x="193" y="192"/>
                </a:cubicBezTo>
                <a:lnTo>
                  <a:pt x="193" y="160"/>
                </a:lnTo>
                <a:close/>
                <a:moveTo>
                  <a:pt x="257" y="289"/>
                </a:moveTo>
                <a:cubicBezTo>
                  <a:pt x="289" y="289"/>
                  <a:pt x="289" y="289"/>
                  <a:pt x="289" y="289"/>
                </a:cubicBezTo>
                <a:cubicBezTo>
                  <a:pt x="289" y="257"/>
                  <a:pt x="289" y="257"/>
                  <a:pt x="289" y="257"/>
                </a:cubicBezTo>
                <a:cubicBezTo>
                  <a:pt x="257" y="257"/>
                  <a:pt x="257" y="257"/>
                  <a:pt x="257" y="257"/>
                </a:cubicBezTo>
                <a:lnTo>
                  <a:pt x="257" y="289"/>
                </a:lnTo>
                <a:close/>
                <a:moveTo>
                  <a:pt x="193" y="289"/>
                </a:moveTo>
                <a:cubicBezTo>
                  <a:pt x="225" y="289"/>
                  <a:pt x="225" y="289"/>
                  <a:pt x="225" y="289"/>
                </a:cubicBezTo>
                <a:cubicBezTo>
                  <a:pt x="225" y="257"/>
                  <a:pt x="225" y="257"/>
                  <a:pt x="225" y="257"/>
                </a:cubicBezTo>
                <a:cubicBezTo>
                  <a:pt x="193" y="257"/>
                  <a:pt x="193" y="257"/>
                  <a:pt x="193" y="257"/>
                </a:cubicBezTo>
                <a:lnTo>
                  <a:pt x="193" y="289"/>
                </a:lnTo>
                <a:close/>
                <a:moveTo>
                  <a:pt x="129" y="289"/>
                </a:moveTo>
                <a:cubicBezTo>
                  <a:pt x="161" y="289"/>
                  <a:pt x="161" y="289"/>
                  <a:pt x="161" y="289"/>
                </a:cubicBezTo>
                <a:cubicBezTo>
                  <a:pt x="161" y="257"/>
                  <a:pt x="161" y="257"/>
                  <a:pt x="161" y="257"/>
                </a:cubicBezTo>
                <a:cubicBezTo>
                  <a:pt x="129" y="257"/>
                  <a:pt x="129" y="257"/>
                  <a:pt x="129" y="257"/>
                </a:cubicBezTo>
                <a:lnTo>
                  <a:pt x="129" y="289"/>
                </a:lnTo>
                <a:close/>
                <a:moveTo>
                  <a:pt x="32" y="192"/>
                </a:moveTo>
                <a:cubicBezTo>
                  <a:pt x="64" y="192"/>
                  <a:pt x="64" y="192"/>
                  <a:pt x="64" y="192"/>
                </a:cubicBezTo>
                <a:cubicBezTo>
                  <a:pt x="64" y="160"/>
                  <a:pt x="64" y="160"/>
                  <a:pt x="64" y="160"/>
                </a:cubicBezTo>
                <a:cubicBezTo>
                  <a:pt x="32" y="160"/>
                  <a:pt x="32" y="160"/>
                  <a:pt x="32" y="160"/>
                </a:cubicBezTo>
                <a:lnTo>
                  <a:pt x="32" y="192"/>
                </a:lnTo>
                <a:close/>
                <a:moveTo>
                  <a:pt x="32" y="257"/>
                </a:moveTo>
                <a:cubicBezTo>
                  <a:pt x="64" y="257"/>
                  <a:pt x="64" y="257"/>
                  <a:pt x="64" y="257"/>
                </a:cubicBezTo>
                <a:cubicBezTo>
                  <a:pt x="64" y="225"/>
                  <a:pt x="64" y="225"/>
                  <a:pt x="64" y="225"/>
                </a:cubicBezTo>
                <a:cubicBezTo>
                  <a:pt x="32" y="225"/>
                  <a:pt x="32" y="225"/>
                  <a:pt x="32" y="225"/>
                </a:cubicBezTo>
                <a:lnTo>
                  <a:pt x="32" y="257"/>
                </a:lnTo>
                <a:close/>
                <a:moveTo>
                  <a:pt x="129" y="96"/>
                </a:moveTo>
                <a:cubicBezTo>
                  <a:pt x="97" y="96"/>
                  <a:pt x="97" y="96"/>
                  <a:pt x="97" y="96"/>
                </a:cubicBezTo>
                <a:cubicBezTo>
                  <a:pt x="97" y="128"/>
                  <a:pt x="97" y="128"/>
                  <a:pt x="97" y="128"/>
                </a:cubicBezTo>
                <a:cubicBezTo>
                  <a:pt x="129" y="128"/>
                  <a:pt x="129" y="128"/>
                  <a:pt x="129" y="128"/>
                </a:cubicBezTo>
                <a:lnTo>
                  <a:pt x="129" y="96"/>
                </a:lnTo>
                <a:close/>
                <a:moveTo>
                  <a:pt x="193" y="96"/>
                </a:moveTo>
                <a:cubicBezTo>
                  <a:pt x="161" y="96"/>
                  <a:pt x="161" y="96"/>
                  <a:pt x="161" y="96"/>
                </a:cubicBezTo>
                <a:cubicBezTo>
                  <a:pt x="161" y="128"/>
                  <a:pt x="161" y="128"/>
                  <a:pt x="161" y="128"/>
                </a:cubicBezTo>
                <a:cubicBezTo>
                  <a:pt x="193" y="128"/>
                  <a:pt x="193" y="128"/>
                  <a:pt x="193" y="128"/>
                </a:cubicBezTo>
                <a:lnTo>
                  <a:pt x="193" y="96"/>
                </a:lnTo>
                <a:close/>
                <a:moveTo>
                  <a:pt x="64" y="289"/>
                </a:moveTo>
                <a:cubicBezTo>
                  <a:pt x="97" y="289"/>
                  <a:pt x="97" y="289"/>
                  <a:pt x="97" y="289"/>
                </a:cubicBezTo>
                <a:cubicBezTo>
                  <a:pt x="97" y="257"/>
                  <a:pt x="97" y="257"/>
                  <a:pt x="97" y="257"/>
                </a:cubicBezTo>
                <a:cubicBezTo>
                  <a:pt x="64" y="257"/>
                  <a:pt x="64" y="257"/>
                  <a:pt x="64" y="257"/>
                </a:cubicBezTo>
                <a:lnTo>
                  <a:pt x="64" y="289"/>
                </a:lnTo>
                <a:close/>
                <a:moveTo>
                  <a:pt x="32" y="128"/>
                </a:moveTo>
                <a:cubicBezTo>
                  <a:pt x="64" y="128"/>
                  <a:pt x="64" y="128"/>
                  <a:pt x="64" y="128"/>
                </a:cubicBezTo>
                <a:cubicBezTo>
                  <a:pt x="64" y="96"/>
                  <a:pt x="64" y="96"/>
                  <a:pt x="64" y="96"/>
                </a:cubicBezTo>
                <a:cubicBezTo>
                  <a:pt x="32" y="96"/>
                  <a:pt x="32" y="96"/>
                  <a:pt x="32" y="96"/>
                </a:cubicBezTo>
                <a:lnTo>
                  <a:pt x="32" y="128"/>
                </a:lnTo>
                <a:close/>
                <a:moveTo>
                  <a:pt x="257" y="225"/>
                </a:moveTo>
                <a:cubicBezTo>
                  <a:pt x="289" y="225"/>
                  <a:pt x="289" y="225"/>
                  <a:pt x="289" y="225"/>
                </a:cubicBezTo>
                <a:cubicBezTo>
                  <a:pt x="289" y="192"/>
                  <a:pt x="289" y="192"/>
                  <a:pt x="289" y="192"/>
                </a:cubicBezTo>
                <a:cubicBezTo>
                  <a:pt x="257" y="192"/>
                  <a:pt x="257" y="192"/>
                  <a:pt x="257" y="192"/>
                </a:cubicBezTo>
                <a:lnTo>
                  <a:pt x="257" y="225"/>
                </a:lnTo>
                <a:close/>
                <a:moveTo>
                  <a:pt x="129" y="160"/>
                </a:moveTo>
                <a:cubicBezTo>
                  <a:pt x="97" y="160"/>
                  <a:pt x="97" y="160"/>
                  <a:pt x="97" y="160"/>
                </a:cubicBezTo>
                <a:cubicBezTo>
                  <a:pt x="97" y="192"/>
                  <a:pt x="97" y="192"/>
                  <a:pt x="97" y="192"/>
                </a:cubicBezTo>
                <a:cubicBezTo>
                  <a:pt x="129" y="192"/>
                  <a:pt x="129" y="192"/>
                  <a:pt x="129" y="192"/>
                </a:cubicBezTo>
                <a:lnTo>
                  <a:pt x="129" y="160"/>
                </a:lnTo>
                <a:close/>
                <a:moveTo>
                  <a:pt x="161" y="257"/>
                </a:moveTo>
                <a:cubicBezTo>
                  <a:pt x="193" y="257"/>
                  <a:pt x="193" y="257"/>
                  <a:pt x="193" y="257"/>
                </a:cubicBezTo>
                <a:cubicBezTo>
                  <a:pt x="193" y="225"/>
                  <a:pt x="193" y="225"/>
                  <a:pt x="193" y="225"/>
                </a:cubicBezTo>
                <a:cubicBezTo>
                  <a:pt x="161" y="225"/>
                  <a:pt x="161" y="225"/>
                  <a:pt x="161" y="225"/>
                </a:cubicBezTo>
                <a:lnTo>
                  <a:pt x="161" y="257"/>
                </a:lnTo>
                <a:close/>
                <a:moveTo>
                  <a:pt x="97" y="257"/>
                </a:moveTo>
                <a:cubicBezTo>
                  <a:pt x="129" y="257"/>
                  <a:pt x="129" y="257"/>
                  <a:pt x="129" y="257"/>
                </a:cubicBezTo>
                <a:cubicBezTo>
                  <a:pt x="129" y="225"/>
                  <a:pt x="129" y="225"/>
                  <a:pt x="129" y="225"/>
                </a:cubicBezTo>
                <a:cubicBezTo>
                  <a:pt x="97" y="225"/>
                  <a:pt x="97" y="225"/>
                  <a:pt x="97" y="225"/>
                </a:cubicBezTo>
                <a:lnTo>
                  <a:pt x="97" y="257"/>
                </a:lnTo>
                <a:close/>
                <a:moveTo>
                  <a:pt x="321" y="64"/>
                </a:moveTo>
                <a:cubicBezTo>
                  <a:pt x="204" y="64"/>
                  <a:pt x="204" y="64"/>
                  <a:pt x="204" y="64"/>
                </a:cubicBezTo>
                <a:cubicBezTo>
                  <a:pt x="237" y="31"/>
                  <a:pt x="237" y="31"/>
                  <a:pt x="237" y="31"/>
                </a:cubicBezTo>
                <a:cubicBezTo>
                  <a:pt x="238" y="32"/>
                  <a:pt x="240" y="32"/>
                  <a:pt x="241" y="32"/>
                </a:cubicBezTo>
                <a:cubicBezTo>
                  <a:pt x="250" y="32"/>
                  <a:pt x="257" y="25"/>
                  <a:pt x="257" y="16"/>
                </a:cubicBezTo>
                <a:cubicBezTo>
                  <a:pt x="257" y="7"/>
                  <a:pt x="250" y="0"/>
                  <a:pt x="241" y="0"/>
                </a:cubicBezTo>
                <a:cubicBezTo>
                  <a:pt x="232" y="0"/>
                  <a:pt x="225" y="7"/>
                  <a:pt x="225" y="16"/>
                </a:cubicBezTo>
                <a:cubicBezTo>
                  <a:pt x="225" y="17"/>
                  <a:pt x="225" y="19"/>
                  <a:pt x="226" y="20"/>
                </a:cubicBezTo>
                <a:cubicBezTo>
                  <a:pt x="182" y="64"/>
                  <a:pt x="182" y="64"/>
                  <a:pt x="182" y="64"/>
                </a:cubicBezTo>
                <a:cubicBezTo>
                  <a:pt x="172" y="64"/>
                  <a:pt x="172" y="64"/>
                  <a:pt x="172" y="64"/>
                </a:cubicBezTo>
                <a:cubicBezTo>
                  <a:pt x="128" y="20"/>
                  <a:pt x="128" y="20"/>
                  <a:pt x="128" y="20"/>
                </a:cubicBezTo>
                <a:cubicBezTo>
                  <a:pt x="128" y="19"/>
                  <a:pt x="129" y="17"/>
                  <a:pt x="129" y="16"/>
                </a:cubicBezTo>
                <a:cubicBezTo>
                  <a:pt x="129" y="7"/>
                  <a:pt x="121" y="0"/>
                  <a:pt x="113" y="0"/>
                </a:cubicBezTo>
                <a:cubicBezTo>
                  <a:pt x="104" y="0"/>
                  <a:pt x="97" y="7"/>
                  <a:pt x="97" y="16"/>
                </a:cubicBezTo>
                <a:cubicBezTo>
                  <a:pt x="97" y="25"/>
                  <a:pt x="104" y="32"/>
                  <a:pt x="113" y="32"/>
                </a:cubicBezTo>
                <a:cubicBezTo>
                  <a:pt x="114" y="32"/>
                  <a:pt x="115" y="32"/>
                  <a:pt x="117" y="31"/>
                </a:cubicBezTo>
                <a:cubicBezTo>
                  <a:pt x="149" y="64"/>
                  <a:pt x="149" y="64"/>
                  <a:pt x="149" y="64"/>
                </a:cubicBezTo>
                <a:cubicBezTo>
                  <a:pt x="32" y="64"/>
                  <a:pt x="32" y="64"/>
                  <a:pt x="32" y="64"/>
                </a:cubicBezTo>
                <a:cubicBezTo>
                  <a:pt x="15" y="64"/>
                  <a:pt x="0" y="78"/>
                  <a:pt x="0" y="96"/>
                </a:cubicBezTo>
                <a:cubicBezTo>
                  <a:pt x="0" y="289"/>
                  <a:pt x="0" y="289"/>
                  <a:pt x="0" y="289"/>
                </a:cubicBezTo>
                <a:cubicBezTo>
                  <a:pt x="0" y="306"/>
                  <a:pt x="15" y="321"/>
                  <a:pt x="32" y="321"/>
                </a:cubicBezTo>
                <a:cubicBezTo>
                  <a:pt x="64" y="321"/>
                  <a:pt x="64" y="321"/>
                  <a:pt x="64" y="321"/>
                </a:cubicBezTo>
                <a:cubicBezTo>
                  <a:pt x="64" y="345"/>
                  <a:pt x="64" y="345"/>
                  <a:pt x="64" y="345"/>
                </a:cubicBezTo>
                <a:cubicBezTo>
                  <a:pt x="64" y="349"/>
                  <a:pt x="68" y="353"/>
                  <a:pt x="72" y="353"/>
                </a:cubicBezTo>
                <a:cubicBezTo>
                  <a:pt x="77" y="353"/>
                  <a:pt x="81" y="349"/>
                  <a:pt x="81" y="345"/>
                </a:cubicBezTo>
                <a:cubicBezTo>
                  <a:pt x="81" y="337"/>
                  <a:pt x="81" y="337"/>
                  <a:pt x="81" y="337"/>
                </a:cubicBezTo>
                <a:cubicBezTo>
                  <a:pt x="273" y="337"/>
                  <a:pt x="273" y="337"/>
                  <a:pt x="273" y="337"/>
                </a:cubicBezTo>
                <a:cubicBezTo>
                  <a:pt x="273" y="345"/>
                  <a:pt x="273" y="345"/>
                  <a:pt x="273" y="345"/>
                </a:cubicBezTo>
                <a:cubicBezTo>
                  <a:pt x="273" y="349"/>
                  <a:pt x="277" y="353"/>
                  <a:pt x="281" y="353"/>
                </a:cubicBezTo>
                <a:cubicBezTo>
                  <a:pt x="286" y="353"/>
                  <a:pt x="289" y="349"/>
                  <a:pt x="289" y="345"/>
                </a:cubicBezTo>
                <a:cubicBezTo>
                  <a:pt x="289" y="321"/>
                  <a:pt x="289" y="321"/>
                  <a:pt x="289" y="321"/>
                </a:cubicBezTo>
                <a:cubicBezTo>
                  <a:pt x="321" y="321"/>
                  <a:pt x="321" y="321"/>
                  <a:pt x="321" y="321"/>
                </a:cubicBezTo>
                <a:cubicBezTo>
                  <a:pt x="339" y="321"/>
                  <a:pt x="353" y="306"/>
                  <a:pt x="353" y="289"/>
                </a:cubicBezTo>
                <a:cubicBezTo>
                  <a:pt x="353" y="96"/>
                  <a:pt x="353" y="96"/>
                  <a:pt x="353" y="96"/>
                </a:cubicBezTo>
                <a:cubicBezTo>
                  <a:pt x="353" y="78"/>
                  <a:pt x="339" y="64"/>
                  <a:pt x="321" y="64"/>
                </a:cubicBezTo>
                <a:moveTo>
                  <a:pt x="337" y="289"/>
                </a:moveTo>
                <a:cubicBezTo>
                  <a:pt x="337" y="298"/>
                  <a:pt x="330" y="305"/>
                  <a:pt x="321" y="305"/>
                </a:cubicBezTo>
                <a:cubicBezTo>
                  <a:pt x="32" y="305"/>
                  <a:pt x="32" y="305"/>
                  <a:pt x="32" y="305"/>
                </a:cubicBezTo>
                <a:cubicBezTo>
                  <a:pt x="23" y="305"/>
                  <a:pt x="16" y="298"/>
                  <a:pt x="16" y="289"/>
                </a:cubicBezTo>
                <a:cubicBezTo>
                  <a:pt x="16" y="96"/>
                  <a:pt x="16" y="96"/>
                  <a:pt x="16" y="96"/>
                </a:cubicBezTo>
                <a:cubicBezTo>
                  <a:pt x="16" y="87"/>
                  <a:pt x="23" y="80"/>
                  <a:pt x="32" y="80"/>
                </a:cubicBezTo>
                <a:cubicBezTo>
                  <a:pt x="321" y="80"/>
                  <a:pt x="321" y="80"/>
                  <a:pt x="321" y="80"/>
                </a:cubicBezTo>
                <a:cubicBezTo>
                  <a:pt x="330" y="80"/>
                  <a:pt x="337" y="87"/>
                  <a:pt x="337" y="96"/>
                </a:cubicBezTo>
                <a:lnTo>
                  <a:pt x="337" y="289"/>
                </a:lnTo>
                <a:close/>
                <a:moveTo>
                  <a:pt x="257" y="160"/>
                </a:moveTo>
                <a:cubicBezTo>
                  <a:pt x="289" y="160"/>
                  <a:pt x="289" y="160"/>
                  <a:pt x="289" y="160"/>
                </a:cubicBezTo>
                <a:cubicBezTo>
                  <a:pt x="289" y="128"/>
                  <a:pt x="289" y="128"/>
                  <a:pt x="289" y="128"/>
                </a:cubicBezTo>
                <a:cubicBezTo>
                  <a:pt x="257" y="128"/>
                  <a:pt x="257" y="128"/>
                  <a:pt x="257" y="128"/>
                </a:cubicBezTo>
                <a:lnTo>
                  <a:pt x="257" y="160"/>
                </a:lnTo>
                <a:close/>
                <a:moveTo>
                  <a:pt x="289" y="128"/>
                </a:moveTo>
                <a:cubicBezTo>
                  <a:pt x="321" y="128"/>
                  <a:pt x="321" y="128"/>
                  <a:pt x="321" y="128"/>
                </a:cubicBezTo>
                <a:cubicBezTo>
                  <a:pt x="321" y="96"/>
                  <a:pt x="321" y="96"/>
                  <a:pt x="321" y="96"/>
                </a:cubicBezTo>
                <a:cubicBezTo>
                  <a:pt x="289" y="96"/>
                  <a:pt x="289" y="96"/>
                  <a:pt x="289" y="96"/>
                </a:cubicBezTo>
                <a:lnTo>
                  <a:pt x="289" y="128"/>
                </a:lnTo>
                <a:close/>
                <a:moveTo>
                  <a:pt x="225" y="257"/>
                </a:moveTo>
                <a:cubicBezTo>
                  <a:pt x="257" y="257"/>
                  <a:pt x="257" y="257"/>
                  <a:pt x="257" y="257"/>
                </a:cubicBezTo>
                <a:cubicBezTo>
                  <a:pt x="257" y="225"/>
                  <a:pt x="257" y="225"/>
                  <a:pt x="257" y="225"/>
                </a:cubicBezTo>
                <a:cubicBezTo>
                  <a:pt x="225" y="225"/>
                  <a:pt x="225" y="225"/>
                  <a:pt x="225" y="225"/>
                </a:cubicBezTo>
                <a:lnTo>
                  <a:pt x="225" y="257"/>
                </a:lnTo>
                <a:close/>
                <a:moveTo>
                  <a:pt x="193" y="225"/>
                </a:moveTo>
                <a:cubicBezTo>
                  <a:pt x="225" y="225"/>
                  <a:pt x="225" y="225"/>
                  <a:pt x="225" y="225"/>
                </a:cubicBezTo>
                <a:cubicBezTo>
                  <a:pt x="225" y="192"/>
                  <a:pt x="225" y="192"/>
                  <a:pt x="225" y="192"/>
                </a:cubicBezTo>
                <a:cubicBezTo>
                  <a:pt x="193" y="192"/>
                  <a:pt x="193" y="192"/>
                  <a:pt x="193" y="192"/>
                </a:cubicBezTo>
                <a:lnTo>
                  <a:pt x="193" y="225"/>
                </a:lnTo>
                <a:close/>
                <a:moveTo>
                  <a:pt x="97" y="192"/>
                </a:moveTo>
                <a:cubicBezTo>
                  <a:pt x="64" y="192"/>
                  <a:pt x="64" y="192"/>
                  <a:pt x="64" y="192"/>
                </a:cubicBezTo>
                <a:cubicBezTo>
                  <a:pt x="64" y="225"/>
                  <a:pt x="64" y="225"/>
                  <a:pt x="64" y="225"/>
                </a:cubicBezTo>
                <a:cubicBezTo>
                  <a:pt x="97" y="225"/>
                  <a:pt x="97" y="225"/>
                  <a:pt x="97" y="225"/>
                </a:cubicBezTo>
                <a:lnTo>
                  <a:pt x="97" y="192"/>
                </a:lnTo>
                <a:close/>
                <a:moveTo>
                  <a:pt x="225" y="192"/>
                </a:moveTo>
                <a:cubicBezTo>
                  <a:pt x="257" y="192"/>
                  <a:pt x="257" y="192"/>
                  <a:pt x="257" y="192"/>
                </a:cubicBezTo>
                <a:cubicBezTo>
                  <a:pt x="257" y="160"/>
                  <a:pt x="257" y="160"/>
                  <a:pt x="257" y="160"/>
                </a:cubicBezTo>
                <a:cubicBezTo>
                  <a:pt x="225" y="160"/>
                  <a:pt x="225" y="160"/>
                  <a:pt x="225" y="160"/>
                </a:cubicBezTo>
                <a:lnTo>
                  <a:pt x="225" y="192"/>
                </a:lnTo>
                <a:close/>
                <a:moveTo>
                  <a:pt x="129" y="225"/>
                </a:moveTo>
                <a:cubicBezTo>
                  <a:pt x="161" y="225"/>
                  <a:pt x="161" y="225"/>
                  <a:pt x="161" y="225"/>
                </a:cubicBezTo>
                <a:cubicBezTo>
                  <a:pt x="161" y="192"/>
                  <a:pt x="161" y="192"/>
                  <a:pt x="161" y="192"/>
                </a:cubicBezTo>
                <a:cubicBezTo>
                  <a:pt x="129" y="192"/>
                  <a:pt x="129" y="192"/>
                  <a:pt x="129" y="192"/>
                </a:cubicBezTo>
                <a:lnTo>
                  <a:pt x="129" y="225"/>
                </a:lnTo>
                <a:close/>
                <a:moveTo>
                  <a:pt x="225" y="128"/>
                </a:moveTo>
                <a:cubicBezTo>
                  <a:pt x="193" y="128"/>
                  <a:pt x="193" y="128"/>
                  <a:pt x="193" y="128"/>
                </a:cubicBezTo>
                <a:cubicBezTo>
                  <a:pt x="193" y="160"/>
                  <a:pt x="193" y="160"/>
                  <a:pt x="193" y="160"/>
                </a:cubicBezTo>
                <a:cubicBezTo>
                  <a:pt x="225" y="160"/>
                  <a:pt x="225" y="160"/>
                  <a:pt x="225" y="160"/>
                </a:cubicBezTo>
                <a:lnTo>
                  <a:pt x="225" y="128"/>
                </a:lnTo>
                <a:close/>
                <a:moveTo>
                  <a:pt x="97" y="128"/>
                </a:moveTo>
                <a:cubicBezTo>
                  <a:pt x="64" y="128"/>
                  <a:pt x="64" y="128"/>
                  <a:pt x="64" y="128"/>
                </a:cubicBezTo>
                <a:cubicBezTo>
                  <a:pt x="64" y="160"/>
                  <a:pt x="64" y="160"/>
                  <a:pt x="64" y="160"/>
                </a:cubicBezTo>
                <a:cubicBezTo>
                  <a:pt x="97" y="160"/>
                  <a:pt x="97" y="160"/>
                  <a:pt x="97" y="160"/>
                </a:cubicBezTo>
                <a:lnTo>
                  <a:pt x="97" y="128"/>
                </a:lnTo>
                <a:close/>
                <a:moveTo>
                  <a:pt x="161" y="128"/>
                </a:moveTo>
                <a:cubicBezTo>
                  <a:pt x="129" y="128"/>
                  <a:pt x="129" y="128"/>
                  <a:pt x="129" y="128"/>
                </a:cubicBezTo>
                <a:cubicBezTo>
                  <a:pt x="129" y="160"/>
                  <a:pt x="129" y="160"/>
                  <a:pt x="129" y="160"/>
                </a:cubicBezTo>
                <a:cubicBezTo>
                  <a:pt x="161" y="160"/>
                  <a:pt x="161" y="160"/>
                  <a:pt x="161" y="160"/>
                </a:cubicBezTo>
                <a:lnTo>
                  <a:pt x="161" y="128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0" name="Freeform 40"/>
          <p:cNvSpPr>
            <a:spLocks noEditPoints="1"/>
          </p:cNvSpPr>
          <p:nvPr/>
        </p:nvSpPr>
        <p:spPr bwMode="auto">
          <a:xfrm>
            <a:off x="6360584" y="4222751"/>
            <a:ext cx="577851" cy="577851"/>
          </a:xfrm>
          <a:custGeom>
            <a:avLst/>
            <a:gdLst>
              <a:gd name="T0" fmla="*/ 289 w 353"/>
              <a:gd name="T1" fmla="*/ 160 h 353"/>
              <a:gd name="T2" fmla="*/ 321 w 353"/>
              <a:gd name="T3" fmla="*/ 160 h 353"/>
              <a:gd name="T4" fmla="*/ 224 w 353"/>
              <a:gd name="T5" fmla="*/ 144 h 353"/>
              <a:gd name="T6" fmla="*/ 48 w 353"/>
              <a:gd name="T7" fmla="*/ 305 h 353"/>
              <a:gd name="T8" fmla="*/ 224 w 353"/>
              <a:gd name="T9" fmla="*/ 144 h 353"/>
              <a:gd name="T10" fmla="*/ 64 w 353"/>
              <a:gd name="T11" fmla="*/ 289 h 353"/>
              <a:gd name="T12" fmla="*/ 208 w 353"/>
              <a:gd name="T13" fmla="*/ 160 h 353"/>
              <a:gd name="T14" fmla="*/ 321 w 353"/>
              <a:gd name="T15" fmla="*/ 96 h 353"/>
              <a:gd name="T16" fmla="*/ 197 w 353"/>
              <a:gd name="T17" fmla="*/ 70 h 353"/>
              <a:gd name="T18" fmla="*/ 240 w 353"/>
              <a:gd name="T19" fmla="*/ 32 h 353"/>
              <a:gd name="T20" fmla="*/ 240 w 353"/>
              <a:gd name="T21" fmla="*/ 0 h 353"/>
              <a:gd name="T22" fmla="*/ 225 w 353"/>
              <a:gd name="T23" fmla="*/ 20 h 353"/>
              <a:gd name="T24" fmla="*/ 176 w 353"/>
              <a:gd name="T25" fmla="*/ 64 h 353"/>
              <a:gd name="T26" fmla="*/ 127 w 353"/>
              <a:gd name="T27" fmla="*/ 20 h 353"/>
              <a:gd name="T28" fmla="*/ 112 w 353"/>
              <a:gd name="T29" fmla="*/ 0 h 353"/>
              <a:gd name="T30" fmla="*/ 112 w 353"/>
              <a:gd name="T31" fmla="*/ 32 h 353"/>
              <a:gd name="T32" fmla="*/ 155 w 353"/>
              <a:gd name="T33" fmla="*/ 70 h 353"/>
              <a:gd name="T34" fmla="*/ 32 w 353"/>
              <a:gd name="T35" fmla="*/ 96 h 353"/>
              <a:gd name="T36" fmla="*/ 0 w 353"/>
              <a:gd name="T37" fmla="*/ 321 h 353"/>
              <a:gd name="T38" fmla="*/ 321 w 353"/>
              <a:gd name="T39" fmla="*/ 353 h 353"/>
              <a:gd name="T40" fmla="*/ 353 w 353"/>
              <a:gd name="T41" fmla="*/ 128 h 353"/>
              <a:gd name="T42" fmla="*/ 256 w 353"/>
              <a:gd name="T43" fmla="*/ 337 h 353"/>
              <a:gd name="T44" fmla="*/ 16 w 353"/>
              <a:gd name="T45" fmla="*/ 321 h 353"/>
              <a:gd name="T46" fmla="*/ 32 w 353"/>
              <a:gd name="T47" fmla="*/ 112 h 353"/>
              <a:gd name="T48" fmla="*/ 256 w 353"/>
              <a:gd name="T49" fmla="*/ 337 h 353"/>
              <a:gd name="T50" fmla="*/ 321 w 353"/>
              <a:gd name="T51" fmla="*/ 337 h 353"/>
              <a:gd name="T52" fmla="*/ 273 w 353"/>
              <a:gd name="T53" fmla="*/ 112 h 353"/>
              <a:gd name="T54" fmla="*/ 337 w 353"/>
              <a:gd name="T55" fmla="*/ 128 h 353"/>
              <a:gd name="T56" fmla="*/ 305 w 353"/>
              <a:gd name="T57" fmla="*/ 225 h 353"/>
              <a:gd name="T58" fmla="*/ 305 w 353"/>
              <a:gd name="T59" fmla="*/ 241 h 353"/>
              <a:gd name="T60" fmla="*/ 305 w 353"/>
              <a:gd name="T61" fmla="*/ 225 h 353"/>
              <a:gd name="T62" fmla="*/ 297 w 353"/>
              <a:gd name="T63" fmla="*/ 200 h 353"/>
              <a:gd name="T64" fmla="*/ 313 w 353"/>
              <a:gd name="T65" fmla="*/ 200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353" h="353">
                <a:moveTo>
                  <a:pt x="305" y="144"/>
                </a:moveTo>
                <a:cubicBezTo>
                  <a:pt x="296" y="144"/>
                  <a:pt x="289" y="151"/>
                  <a:pt x="289" y="160"/>
                </a:cubicBezTo>
                <a:cubicBezTo>
                  <a:pt x="289" y="169"/>
                  <a:pt x="296" y="176"/>
                  <a:pt x="305" y="176"/>
                </a:cubicBezTo>
                <a:cubicBezTo>
                  <a:pt x="313" y="176"/>
                  <a:pt x="321" y="169"/>
                  <a:pt x="321" y="160"/>
                </a:cubicBezTo>
                <a:cubicBezTo>
                  <a:pt x="321" y="151"/>
                  <a:pt x="313" y="144"/>
                  <a:pt x="305" y="144"/>
                </a:cubicBezTo>
                <a:moveTo>
                  <a:pt x="224" y="144"/>
                </a:moveTo>
                <a:cubicBezTo>
                  <a:pt x="48" y="144"/>
                  <a:pt x="48" y="144"/>
                  <a:pt x="48" y="144"/>
                </a:cubicBezTo>
                <a:cubicBezTo>
                  <a:pt x="48" y="305"/>
                  <a:pt x="48" y="305"/>
                  <a:pt x="48" y="305"/>
                </a:cubicBezTo>
                <a:cubicBezTo>
                  <a:pt x="224" y="305"/>
                  <a:pt x="224" y="305"/>
                  <a:pt x="224" y="305"/>
                </a:cubicBezTo>
                <a:lnTo>
                  <a:pt x="224" y="144"/>
                </a:lnTo>
                <a:close/>
                <a:moveTo>
                  <a:pt x="208" y="289"/>
                </a:moveTo>
                <a:cubicBezTo>
                  <a:pt x="64" y="289"/>
                  <a:pt x="64" y="289"/>
                  <a:pt x="64" y="289"/>
                </a:cubicBezTo>
                <a:cubicBezTo>
                  <a:pt x="64" y="160"/>
                  <a:pt x="64" y="160"/>
                  <a:pt x="64" y="160"/>
                </a:cubicBezTo>
                <a:cubicBezTo>
                  <a:pt x="208" y="160"/>
                  <a:pt x="208" y="160"/>
                  <a:pt x="208" y="160"/>
                </a:cubicBezTo>
                <a:lnTo>
                  <a:pt x="208" y="289"/>
                </a:lnTo>
                <a:close/>
                <a:moveTo>
                  <a:pt x="321" y="96"/>
                </a:moveTo>
                <a:cubicBezTo>
                  <a:pt x="215" y="96"/>
                  <a:pt x="215" y="96"/>
                  <a:pt x="215" y="96"/>
                </a:cubicBezTo>
                <a:cubicBezTo>
                  <a:pt x="213" y="85"/>
                  <a:pt x="207" y="76"/>
                  <a:pt x="197" y="70"/>
                </a:cubicBezTo>
                <a:cubicBezTo>
                  <a:pt x="236" y="31"/>
                  <a:pt x="236" y="31"/>
                  <a:pt x="236" y="31"/>
                </a:cubicBezTo>
                <a:cubicBezTo>
                  <a:pt x="238" y="32"/>
                  <a:pt x="239" y="32"/>
                  <a:pt x="240" y="32"/>
                </a:cubicBezTo>
                <a:cubicBezTo>
                  <a:pt x="249" y="32"/>
                  <a:pt x="256" y="25"/>
                  <a:pt x="256" y="16"/>
                </a:cubicBezTo>
                <a:cubicBezTo>
                  <a:pt x="256" y="7"/>
                  <a:pt x="249" y="0"/>
                  <a:pt x="240" y="0"/>
                </a:cubicBezTo>
                <a:cubicBezTo>
                  <a:pt x="232" y="0"/>
                  <a:pt x="224" y="7"/>
                  <a:pt x="224" y="16"/>
                </a:cubicBezTo>
                <a:cubicBezTo>
                  <a:pt x="224" y="17"/>
                  <a:pt x="225" y="19"/>
                  <a:pt x="225" y="20"/>
                </a:cubicBezTo>
                <a:cubicBezTo>
                  <a:pt x="180" y="64"/>
                  <a:pt x="180" y="64"/>
                  <a:pt x="180" y="64"/>
                </a:cubicBezTo>
                <a:cubicBezTo>
                  <a:pt x="179" y="64"/>
                  <a:pt x="178" y="64"/>
                  <a:pt x="176" y="64"/>
                </a:cubicBezTo>
                <a:cubicBezTo>
                  <a:pt x="175" y="64"/>
                  <a:pt x="173" y="64"/>
                  <a:pt x="172" y="64"/>
                </a:cubicBezTo>
                <a:cubicBezTo>
                  <a:pt x="127" y="20"/>
                  <a:pt x="127" y="20"/>
                  <a:pt x="127" y="20"/>
                </a:cubicBezTo>
                <a:cubicBezTo>
                  <a:pt x="128" y="19"/>
                  <a:pt x="128" y="17"/>
                  <a:pt x="128" y="16"/>
                </a:cubicBezTo>
                <a:cubicBezTo>
                  <a:pt x="128" y="7"/>
                  <a:pt x="121" y="0"/>
                  <a:pt x="112" y="0"/>
                </a:cubicBezTo>
                <a:cubicBezTo>
                  <a:pt x="103" y="0"/>
                  <a:pt x="96" y="7"/>
                  <a:pt x="96" y="16"/>
                </a:cubicBezTo>
                <a:cubicBezTo>
                  <a:pt x="96" y="25"/>
                  <a:pt x="103" y="32"/>
                  <a:pt x="112" y="32"/>
                </a:cubicBezTo>
                <a:cubicBezTo>
                  <a:pt x="113" y="32"/>
                  <a:pt x="115" y="32"/>
                  <a:pt x="116" y="31"/>
                </a:cubicBezTo>
                <a:cubicBezTo>
                  <a:pt x="155" y="70"/>
                  <a:pt x="155" y="70"/>
                  <a:pt x="155" y="70"/>
                </a:cubicBezTo>
                <a:cubicBezTo>
                  <a:pt x="146" y="76"/>
                  <a:pt x="139" y="85"/>
                  <a:pt x="137" y="96"/>
                </a:cubicBezTo>
                <a:cubicBezTo>
                  <a:pt x="32" y="96"/>
                  <a:pt x="32" y="96"/>
                  <a:pt x="32" y="96"/>
                </a:cubicBezTo>
                <a:cubicBezTo>
                  <a:pt x="14" y="96"/>
                  <a:pt x="0" y="110"/>
                  <a:pt x="0" y="128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4" y="353"/>
                  <a:pt x="32" y="353"/>
                </a:cubicBezTo>
                <a:cubicBezTo>
                  <a:pt x="321" y="353"/>
                  <a:pt x="321" y="353"/>
                  <a:pt x="321" y="353"/>
                </a:cubicBezTo>
                <a:cubicBezTo>
                  <a:pt x="338" y="353"/>
                  <a:pt x="353" y="339"/>
                  <a:pt x="353" y="321"/>
                </a:cubicBezTo>
                <a:cubicBezTo>
                  <a:pt x="353" y="128"/>
                  <a:pt x="353" y="128"/>
                  <a:pt x="353" y="128"/>
                </a:cubicBezTo>
                <a:cubicBezTo>
                  <a:pt x="353" y="110"/>
                  <a:pt x="338" y="96"/>
                  <a:pt x="321" y="96"/>
                </a:cubicBezTo>
                <a:moveTo>
                  <a:pt x="256" y="337"/>
                </a:moveTo>
                <a:cubicBezTo>
                  <a:pt x="32" y="337"/>
                  <a:pt x="32" y="337"/>
                  <a:pt x="32" y="337"/>
                </a:cubicBezTo>
                <a:cubicBezTo>
                  <a:pt x="23" y="337"/>
                  <a:pt x="16" y="330"/>
                  <a:pt x="16" y="321"/>
                </a:cubicBezTo>
                <a:cubicBezTo>
                  <a:pt x="16" y="128"/>
                  <a:pt x="16" y="128"/>
                  <a:pt x="16" y="128"/>
                </a:cubicBezTo>
                <a:cubicBezTo>
                  <a:pt x="16" y="119"/>
                  <a:pt x="23" y="112"/>
                  <a:pt x="32" y="112"/>
                </a:cubicBezTo>
                <a:cubicBezTo>
                  <a:pt x="256" y="112"/>
                  <a:pt x="256" y="112"/>
                  <a:pt x="256" y="112"/>
                </a:cubicBezTo>
                <a:lnTo>
                  <a:pt x="256" y="337"/>
                </a:lnTo>
                <a:close/>
                <a:moveTo>
                  <a:pt x="337" y="321"/>
                </a:moveTo>
                <a:cubicBezTo>
                  <a:pt x="337" y="330"/>
                  <a:pt x="330" y="337"/>
                  <a:pt x="321" y="337"/>
                </a:cubicBezTo>
                <a:cubicBezTo>
                  <a:pt x="273" y="337"/>
                  <a:pt x="273" y="337"/>
                  <a:pt x="273" y="337"/>
                </a:cubicBezTo>
                <a:cubicBezTo>
                  <a:pt x="273" y="112"/>
                  <a:pt x="273" y="112"/>
                  <a:pt x="273" y="112"/>
                </a:cubicBezTo>
                <a:cubicBezTo>
                  <a:pt x="321" y="112"/>
                  <a:pt x="321" y="112"/>
                  <a:pt x="321" y="112"/>
                </a:cubicBezTo>
                <a:cubicBezTo>
                  <a:pt x="330" y="112"/>
                  <a:pt x="337" y="119"/>
                  <a:pt x="337" y="128"/>
                </a:cubicBezTo>
                <a:lnTo>
                  <a:pt x="337" y="321"/>
                </a:lnTo>
                <a:close/>
                <a:moveTo>
                  <a:pt x="305" y="225"/>
                </a:moveTo>
                <a:cubicBezTo>
                  <a:pt x="300" y="225"/>
                  <a:pt x="297" y="228"/>
                  <a:pt x="297" y="233"/>
                </a:cubicBezTo>
                <a:cubicBezTo>
                  <a:pt x="297" y="237"/>
                  <a:pt x="300" y="241"/>
                  <a:pt x="305" y="241"/>
                </a:cubicBezTo>
                <a:cubicBezTo>
                  <a:pt x="309" y="241"/>
                  <a:pt x="313" y="237"/>
                  <a:pt x="313" y="233"/>
                </a:cubicBezTo>
                <a:cubicBezTo>
                  <a:pt x="313" y="228"/>
                  <a:pt x="309" y="225"/>
                  <a:pt x="305" y="225"/>
                </a:cubicBezTo>
                <a:moveTo>
                  <a:pt x="305" y="192"/>
                </a:moveTo>
                <a:cubicBezTo>
                  <a:pt x="300" y="192"/>
                  <a:pt x="297" y="196"/>
                  <a:pt x="297" y="200"/>
                </a:cubicBezTo>
                <a:cubicBezTo>
                  <a:pt x="297" y="205"/>
                  <a:pt x="300" y="208"/>
                  <a:pt x="305" y="208"/>
                </a:cubicBezTo>
                <a:cubicBezTo>
                  <a:pt x="309" y="208"/>
                  <a:pt x="313" y="205"/>
                  <a:pt x="313" y="200"/>
                </a:cubicBezTo>
                <a:cubicBezTo>
                  <a:pt x="313" y="196"/>
                  <a:pt x="309" y="192"/>
                  <a:pt x="305" y="192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1" name="Freeform 41"/>
          <p:cNvSpPr>
            <a:spLocks noEditPoints="1"/>
          </p:cNvSpPr>
          <p:nvPr/>
        </p:nvSpPr>
        <p:spPr bwMode="auto">
          <a:xfrm>
            <a:off x="7463367" y="4351867"/>
            <a:ext cx="577851" cy="317500"/>
          </a:xfrm>
          <a:custGeom>
            <a:avLst/>
            <a:gdLst>
              <a:gd name="T0" fmla="*/ 176 w 353"/>
              <a:gd name="T1" fmla="*/ 48 h 193"/>
              <a:gd name="T2" fmla="*/ 64 w 353"/>
              <a:gd name="T3" fmla="*/ 96 h 193"/>
              <a:gd name="T4" fmla="*/ 144 w 353"/>
              <a:gd name="T5" fmla="*/ 96 h 193"/>
              <a:gd name="T6" fmla="*/ 160 w 353"/>
              <a:gd name="T7" fmla="*/ 145 h 193"/>
              <a:gd name="T8" fmla="*/ 273 w 353"/>
              <a:gd name="T9" fmla="*/ 96 h 193"/>
              <a:gd name="T10" fmla="*/ 193 w 353"/>
              <a:gd name="T11" fmla="*/ 96 h 193"/>
              <a:gd name="T12" fmla="*/ 176 w 353"/>
              <a:gd name="T13" fmla="*/ 48 h 193"/>
              <a:gd name="T14" fmla="*/ 337 w 353"/>
              <a:gd name="T15" fmla="*/ 64 h 193"/>
              <a:gd name="T16" fmla="*/ 337 w 353"/>
              <a:gd name="T17" fmla="*/ 32 h 193"/>
              <a:gd name="T18" fmla="*/ 305 w 353"/>
              <a:gd name="T19" fmla="*/ 0 h 193"/>
              <a:gd name="T20" fmla="*/ 32 w 353"/>
              <a:gd name="T21" fmla="*/ 0 h 193"/>
              <a:gd name="T22" fmla="*/ 0 w 353"/>
              <a:gd name="T23" fmla="*/ 32 h 193"/>
              <a:gd name="T24" fmla="*/ 0 w 353"/>
              <a:gd name="T25" fmla="*/ 161 h 193"/>
              <a:gd name="T26" fmla="*/ 32 w 353"/>
              <a:gd name="T27" fmla="*/ 193 h 193"/>
              <a:gd name="T28" fmla="*/ 305 w 353"/>
              <a:gd name="T29" fmla="*/ 193 h 193"/>
              <a:gd name="T30" fmla="*/ 337 w 353"/>
              <a:gd name="T31" fmla="*/ 161 h 193"/>
              <a:gd name="T32" fmla="*/ 337 w 353"/>
              <a:gd name="T33" fmla="*/ 128 h 193"/>
              <a:gd name="T34" fmla="*/ 353 w 353"/>
              <a:gd name="T35" fmla="*/ 112 h 193"/>
              <a:gd name="T36" fmla="*/ 353 w 353"/>
              <a:gd name="T37" fmla="*/ 80 h 193"/>
              <a:gd name="T38" fmla="*/ 337 w 353"/>
              <a:gd name="T39" fmla="*/ 64 h 193"/>
              <a:gd name="T40" fmla="*/ 321 w 353"/>
              <a:gd name="T41" fmla="*/ 161 h 193"/>
              <a:gd name="T42" fmla="*/ 305 w 353"/>
              <a:gd name="T43" fmla="*/ 177 h 193"/>
              <a:gd name="T44" fmla="*/ 32 w 353"/>
              <a:gd name="T45" fmla="*/ 177 h 193"/>
              <a:gd name="T46" fmla="*/ 16 w 353"/>
              <a:gd name="T47" fmla="*/ 161 h 193"/>
              <a:gd name="T48" fmla="*/ 16 w 353"/>
              <a:gd name="T49" fmla="*/ 32 h 193"/>
              <a:gd name="T50" fmla="*/ 32 w 353"/>
              <a:gd name="T51" fmla="*/ 16 h 193"/>
              <a:gd name="T52" fmla="*/ 305 w 353"/>
              <a:gd name="T53" fmla="*/ 16 h 193"/>
              <a:gd name="T54" fmla="*/ 321 w 353"/>
              <a:gd name="T55" fmla="*/ 32 h 193"/>
              <a:gd name="T56" fmla="*/ 321 w 353"/>
              <a:gd name="T57" fmla="*/ 161 h 1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353" h="193">
                <a:moveTo>
                  <a:pt x="176" y="48"/>
                </a:moveTo>
                <a:cubicBezTo>
                  <a:pt x="64" y="96"/>
                  <a:pt x="64" y="96"/>
                  <a:pt x="64" y="96"/>
                </a:cubicBezTo>
                <a:cubicBezTo>
                  <a:pt x="144" y="96"/>
                  <a:pt x="144" y="96"/>
                  <a:pt x="144" y="96"/>
                </a:cubicBezTo>
                <a:cubicBezTo>
                  <a:pt x="160" y="145"/>
                  <a:pt x="160" y="145"/>
                  <a:pt x="160" y="145"/>
                </a:cubicBezTo>
                <a:cubicBezTo>
                  <a:pt x="273" y="96"/>
                  <a:pt x="273" y="96"/>
                  <a:pt x="273" y="96"/>
                </a:cubicBezTo>
                <a:cubicBezTo>
                  <a:pt x="193" y="96"/>
                  <a:pt x="193" y="96"/>
                  <a:pt x="193" y="96"/>
                </a:cubicBezTo>
                <a:lnTo>
                  <a:pt x="176" y="48"/>
                </a:lnTo>
                <a:close/>
                <a:moveTo>
                  <a:pt x="337" y="64"/>
                </a:moveTo>
                <a:cubicBezTo>
                  <a:pt x="337" y="32"/>
                  <a:pt x="337" y="32"/>
                  <a:pt x="337" y="32"/>
                </a:cubicBezTo>
                <a:cubicBezTo>
                  <a:pt x="337" y="14"/>
                  <a:pt x="323" y="0"/>
                  <a:pt x="305" y="0"/>
                </a:cubicBez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4"/>
                  <a:pt x="0" y="32"/>
                </a:cubicBezTo>
                <a:cubicBezTo>
                  <a:pt x="0" y="161"/>
                  <a:pt x="0" y="161"/>
                  <a:pt x="0" y="161"/>
                </a:cubicBezTo>
                <a:cubicBezTo>
                  <a:pt x="0" y="178"/>
                  <a:pt x="14" y="193"/>
                  <a:pt x="32" y="193"/>
                </a:cubicBezTo>
                <a:cubicBezTo>
                  <a:pt x="305" y="193"/>
                  <a:pt x="305" y="193"/>
                  <a:pt x="305" y="193"/>
                </a:cubicBezTo>
                <a:cubicBezTo>
                  <a:pt x="323" y="193"/>
                  <a:pt x="337" y="178"/>
                  <a:pt x="337" y="161"/>
                </a:cubicBezTo>
                <a:cubicBezTo>
                  <a:pt x="337" y="128"/>
                  <a:pt x="337" y="128"/>
                  <a:pt x="337" y="128"/>
                </a:cubicBezTo>
                <a:cubicBezTo>
                  <a:pt x="346" y="128"/>
                  <a:pt x="353" y="121"/>
                  <a:pt x="353" y="112"/>
                </a:cubicBezTo>
                <a:cubicBezTo>
                  <a:pt x="353" y="80"/>
                  <a:pt x="353" y="80"/>
                  <a:pt x="353" y="80"/>
                </a:cubicBezTo>
                <a:cubicBezTo>
                  <a:pt x="353" y="71"/>
                  <a:pt x="346" y="64"/>
                  <a:pt x="337" y="64"/>
                </a:cubicBezTo>
                <a:moveTo>
                  <a:pt x="321" y="161"/>
                </a:moveTo>
                <a:cubicBezTo>
                  <a:pt x="321" y="169"/>
                  <a:pt x="314" y="177"/>
                  <a:pt x="305" y="177"/>
                </a:cubicBezTo>
                <a:cubicBezTo>
                  <a:pt x="32" y="177"/>
                  <a:pt x="32" y="177"/>
                  <a:pt x="32" y="177"/>
                </a:cubicBezTo>
                <a:cubicBezTo>
                  <a:pt x="23" y="177"/>
                  <a:pt x="16" y="169"/>
                  <a:pt x="16" y="16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3"/>
                  <a:pt x="23" y="16"/>
                  <a:pt x="32" y="16"/>
                </a:cubicBezTo>
                <a:cubicBezTo>
                  <a:pt x="305" y="16"/>
                  <a:pt x="305" y="16"/>
                  <a:pt x="305" y="16"/>
                </a:cubicBezTo>
                <a:cubicBezTo>
                  <a:pt x="314" y="16"/>
                  <a:pt x="321" y="23"/>
                  <a:pt x="321" y="32"/>
                </a:cubicBezTo>
                <a:lnTo>
                  <a:pt x="321" y="16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2" name="Freeform 42"/>
          <p:cNvSpPr>
            <a:spLocks noEditPoints="1"/>
          </p:cNvSpPr>
          <p:nvPr/>
        </p:nvSpPr>
        <p:spPr bwMode="auto">
          <a:xfrm>
            <a:off x="8568267" y="4351867"/>
            <a:ext cx="577851" cy="317500"/>
          </a:xfrm>
          <a:custGeom>
            <a:avLst/>
            <a:gdLst>
              <a:gd name="T0" fmla="*/ 337 w 353"/>
              <a:gd name="T1" fmla="*/ 64 h 193"/>
              <a:gd name="T2" fmla="*/ 337 w 353"/>
              <a:gd name="T3" fmla="*/ 32 h 193"/>
              <a:gd name="T4" fmla="*/ 305 w 353"/>
              <a:gd name="T5" fmla="*/ 0 h 193"/>
              <a:gd name="T6" fmla="*/ 32 w 353"/>
              <a:gd name="T7" fmla="*/ 0 h 193"/>
              <a:gd name="T8" fmla="*/ 0 w 353"/>
              <a:gd name="T9" fmla="*/ 32 h 193"/>
              <a:gd name="T10" fmla="*/ 0 w 353"/>
              <a:gd name="T11" fmla="*/ 161 h 193"/>
              <a:gd name="T12" fmla="*/ 32 w 353"/>
              <a:gd name="T13" fmla="*/ 193 h 193"/>
              <a:gd name="T14" fmla="*/ 305 w 353"/>
              <a:gd name="T15" fmla="*/ 193 h 193"/>
              <a:gd name="T16" fmla="*/ 337 w 353"/>
              <a:gd name="T17" fmla="*/ 161 h 193"/>
              <a:gd name="T18" fmla="*/ 337 w 353"/>
              <a:gd name="T19" fmla="*/ 128 h 193"/>
              <a:gd name="T20" fmla="*/ 353 w 353"/>
              <a:gd name="T21" fmla="*/ 112 h 193"/>
              <a:gd name="T22" fmla="*/ 353 w 353"/>
              <a:gd name="T23" fmla="*/ 80 h 193"/>
              <a:gd name="T24" fmla="*/ 337 w 353"/>
              <a:gd name="T25" fmla="*/ 64 h 193"/>
              <a:gd name="T26" fmla="*/ 321 w 353"/>
              <a:gd name="T27" fmla="*/ 161 h 193"/>
              <a:gd name="T28" fmla="*/ 305 w 353"/>
              <a:gd name="T29" fmla="*/ 177 h 193"/>
              <a:gd name="T30" fmla="*/ 32 w 353"/>
              <a:gd name="T31" fmla="*/ 177 h 193"/>
              <a:gd name="T32" fmla="*/ 16 w 353"/>
              <a:gd name="T33" fmla="*/ 161 h 193"/>
              <a:gd name="T34" fmla="*/ 16 w 353"/>
              <a:gd name="T35" fmla="*/ 32 h 193"/>
              <a:gd name="T36" fmla="*/ 32 w 353"/>
              <a:gd name="T37" fmla="*/ 16 h 193"/>
              <a:gd name="T38" fmla="*/ 305 w 353"/>
              <a:gd name="T39" fmla="*/ 16 h 193"/>
              <a:gd name="T40" fmla="*/ 321 w 353"/>
              <a:gd name="T41" fmla="*/ 32 h 193"/>
              <a:gd name="T42" fmla="*/ 321 w 353"/>
              <a:gd name="T43" fmla="*/ 161 h 1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353" h="193">
                <a:moveTo>
                  <a:pt x="337" y="64"/>
                </a:moveTo>
                <a:cubicBezTo>
                  <a:pt x="337" y="32"/>
                  <a:pt x="337" y="32"/>
                  <a:pt x="337" y="32"/>
                </a:cubicBezTo>
                <a:cubicBezTo>
                  <a:pt x="337" y="14"/>
                  <a:pt x="323" y="0"/>
                  <a:pt x="305" y="0"/>
                </a:cubicBezTo>
                <a:cubicBezTo>
                  <a:pt x="32" y="0"/>
                  <a:pt x="32" y="0"/>
                  <a:pt x="32" y="0"/>
                </a:cubicBezTo>
                <a:cubicBezTo>
                  <a:pt x="15" y="0"/>
                  <a:pt x="0" y="14"/>
                  <a:pt x="0" y="32"/>
                </a:cubicBezTo>
                <a:cubicBezTo>
                  <a:pt x="0" y="161"/>
                  <a:pt x="0" y="161"/>
                  <a:pt x="0" y="161"/>
                </a:cubicBezTo>
                <a:cubicBezTo>
                  <a:pt x="0" y="178"/>
                  <a:pt x="15" y="193"/>
                  <a:pt x="32" y="193"/>
                </a:cubicBezTo>
                <a:cubicBezTo>
                  <a:pt x="305" y="193"/>
                  <a:pt x="305" y="193"/>
                  <a:pt x="305" y="193"/>
                </a:cubicBezTo>
                <a:cubicBezTo>
                  <a:pt x="323" y="193"/>
                  <a:pt x="337" y="178"/>
                  <a:pt x="337" y="161"/>
                </a:cubicBezTo>
                <a:cubicBezTo>
                  <a:pt x="337" y="128"/>
                  <a:pt x="337" y="128"/>
                  <a:pt x="337" y="128"/>
                </a:cubicBezTo>
                <a:cubicBezTo>
                  <a:pt x="346" y="128"/>
                  <a:pt x="353" y="121"/>
                  <a:pt x="353" y="112"/>
                </a:cubicBezTo>
                <a:cubicBezTo>
                  <a:pt x="353" y="80"/>
                  <a:pt x="353" y="80"/>
                  <a:pt x="353" y="80"/>
                </a:cubicBezTo>
                <a:cubicBezTo>
                  <a:pt x="353" y="71"/>
                  <a:pt x="346" y="64"/>
                  <a:pt x="337" y="64"/>
                </a:cubicBezTo>
                <a:moveTo>
                  <a:pt x="321" y="161"/>
                </a:moveTo>
                <a:cubicBezTo>
                  <a:pt x="321" y="169"/>
                  <a:pt x="314" y="177"/>
                  <a:pt x="305" y="177"/>
                </a:cubicBezTo>
                <a:cubicBezTo>
                  <a:pt x="32" y="177"/>
                  <a:pt x="32" y="177"/>
                  <a:pt x="32" y="177"/>
                </a:cubicBezTo>
                <a:cubicBezTo>
                  <a:pt x="23" y="177"/>
                  <a:pt x="16" y="169"/>
                  <a:pt x="16" y="16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3"/>
                  <a:pt x="23" y="16"/>
                  <a:pt x="32" y="16"/>
                </a:cubicBezTo>
                <a:cubicBezTo>
                  <a:pt x="305" y="16"/>
                  <a:pt x="305" y="16"/>
                  <a:pt x="305" y="16"/>
                </a:cubicBezTo>
                <a:cubicBezTo>
                  <a:pt x="314" y="16"/>
                  <a:pt x="321" y="23"/>
                  <a:pt x="321" y="32"/>
                </a:cubicBezTo>
                <a:lnTo>
                  <a:pt x="321" y="16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3" name="Freeform 43"/>
          <p:cNvSpPr>
            <a:spLocks noEditPoints="1"/>
          </p:cNvSpPr>
          <p:nvPr/>
        </p:nvSpPr>
        <p:spPr bwMode="auto">
          <a:xfrm>
            <a:off x="9673167" y="4351867"/>
            <a:ext cx="577851" cy="317500"/>
          </a:xfrm>
          <a:custGeom>
            <a:avLst/>
            <a:gdLst>
              <a:gd name="T0" fmla="*/ 32 w 353"/>
              <a:gd name="T1" fmla="*/ 161 h 193"/>
              <a:gd name="T2" fmla="*/ 112 w 353"/>
              <a:gd name="T3" fmla="*/ 161 h 193"/>
              <a:gd name="T4" fmla="*/ 112 w 353"/>
              <a:gd name="T5" fmla="*/ 32 h 193"/>
              <a:gd name="T6" fmla="*/ 32 w 353"/>
              <a:gd name="T7" fmla="*/ 32 h 193"/>
              <a:gd name="T8" fmla="*/ 32 w 353"/>
              <a:gd name="T9" fmla="*/ 161 h 193"/>
              <a:gd name="T10" fmla="*/ 337 w 353"/>
              <a:gd name="T11" fmla="*/ 64 h 193"/>
              <a:gd name="T12" fmla="*/ 337 w 353"/>
              <a:gd name="T13" fmla="*/ 32 h 193"/>
              <a:gd name="T14" fmla="*/ 305 w 353"/>
              <a:gd name="T15" fmla="*/ 0 h 193"/>
              <a:gd name="T16" fmla="*/ 32 w 353"/>
              <a:gd name="T17" fmla="*/ 0 h 193"/>
              <a:gd name="T18" fmla="*/ 0 w 353"/>
              <a:gd name="T19" fmla="*/ 32 h 193"/>
              <a:gd name="T20" fmla="*/ 0 w 353"/>
              <a:gd name="T21" fmla="*/ 161 h 193"/>
              <a:gd name="T22" fmla="*/ 32 w 353"/>
              <a:gd name="T23" fmla="*/ 193 h 193"/>
              <a:gd name="T24" fmla="*/ 305 w 353"/>
              <a:gd name="T25" fmla="*/ 193 h 193"/>
              <a:gd name="T26" fmla="*/ 337 w 353"/>
              <a:gd name="T27" fmla="*/ 161 h 193"/>
              <a:gd name="T28" fmla="*/ 337 w 353"/>
              <a:gd name="T29" fmla="*/ 128 h 193"/>
              <a:gd name="T30" fmla="*/ 353 w 353"/>
              <a:gd name="T31" fmla="*/ 112 h 193"/>
              <a:gd name="T32" fmla="*/ 353 w 353"/>
              <a:gd name="T33" fmla="*/ 80 h 193"/>
              <a:gd name="T34" fmla="*/ 337 w 353"/>
              <a:gd name="T35" fmla="*/ 64 h 193"/>
              <a:gd name="T36" fmla="*/ 321 w 353"/>
              <a:gd name="T37" fmla="*/ 161 h 193"/>
              <a:gd name="T38" fmla="*/ 305 w 353"/>
              <a:gd name="T39" fmla="*/ 177 h 193"/>
              <a:gd name="T40" fmla="*/ 32 w 353"/>
              <a:gd name="T41" fmla="*/ 177 h 193"/>
              <a:gd name="T42" fmla="*/ 16 w 353"/>
              <a:gd name="T43" fmla="*/ 161 h 193"/>
              <a:gd name="T44" fmla="*/ 16 w 353"/>
              <a:gd name="T45" fmla="*/ 32 h 193"/>
              <a:gd name="T46" fmla="*/ 32 w 353"/>
              <a:gd name="T47" fmla="*/ 16 h 193"/>
              <a:gd name="T48" fmla="*/ 305 w 353"/>
              <a:gd name="T49" fmla="*/ 16 h 193"/>
              <a:gd name="T50" fmla="*/ 321 w 353"/>
              <a:gd name="T51" fmla="*/ 32 h 193"/>
              <a:gd name="T52" fmla="*/ 321 w 353"/>
              <a:gd name="T53" fmla="*/ 161 h 1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353" h="193">
                <a:moveTo>
                  <a:pt x="32" y="161"/>
                </a:moveTo>
                <a:cubicBezTo>
                  <a:pt x="112" y="161"/>
                  <a:pt x="112" y="161"/>
                  <a:pt x="112" y="161"/>
                </a:cubicBezTo>
                <a:cubicBezTo>
                  <a:pt x="112" y="32"/>
                  <a:pt x="112" y="32"/>
                  <a:pt x="112" y="32"/>
                </a:cubicBezTo>
                <a:cubicBezTo>
                  <a:pt x="32" y="32"/>
                  <a:pt x="32" y="32"/>
                  <a:pt x="32" y="32"/>
                </a:cubicBezTo>
                <a:lnTo>
                  <a:pt x="32" y="161"/>
                </a:lnTo>
                <a:close/>
                <a:moveTo>
                  <a:pt x="337" y="64"/>
                </a:moveTo>
                <a:cubicBezTo>
                  <a:pt x="337" y="32"/>
                  <a:pt x="337" y="32"/>
                  <a:pt x="337" y="32"/>
                </a:cubicBezTo>
                <a:cubicBezTo>
                  <a:pt x="337" y="14"/>
                  <a:pt x="322" y="0"/>
                  <a:pt x="305" y="0"/>
                </a:cubicBez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4"/>
                  <a:pt x="0" y="32"/>
                </a:cubicBezTo>
                <a:cubicBezTo>
                  <a:pt x="0" y="161"/>
                  <a:pt x="0" y="161"/>
                  <a:pt x="0" y="161"/>
                </a:cubicBezTo>
                <a:cubicBezTo>
                  <a:pt x="0" y="178"/>
                  <a:pt x="14" y="193"/>
                  <a:pt x="32" y="193"/>
                </a:cubicBezTo>
                <a:cubicBezTo>
                  <a:pt x="305" y="193"/>
                  <a:pt x="305" y="193"/>
                  <a:pt x="305" y="193"/>
                </a:cubicBezTo>
                <a:cubicBezTo>
                  <a:pt x="322" y="193"/>
                  <a:pt x="337" y="178"/>
                  <a:pt x="337" y="161"/>
                </a:cubicBezTo>
                <a:cubicBezTo>
                  <a:pt x="337" y="128"/>
                  <a:pt x="337" y="128"/>
                  <a:pt x="337" y="128"/>
                </a:cubicBezTo>
                <a:cubicBezTo>
                  <a:pt x="346" y="128"/>
                  <a:pt x="353" y="121"/>
                  <a:pt x="353" y="112"/>
                </a:cubicBezTo>
                <a:cubicBezTo>
                  <a:pt x="353" y="80"/>
                  <a:pt x="353" y="80"/>
                  <a:pt x="353" y="80"/>
                </a:cubicBezTo>
                <a:cubicBezTo>
                  <a:pt x="353" y="71"/>
                  <a:pt x="346" y="64"/>
                  <a:pt x="337" y="64"/>
                </a:cubicBezTo>
                <a:moveTo>
                  <a:pt x="321" y="161"/>
                </a:moveTo>
                <a:cubicBezTo>
                  <a:pt x="321" y="169"/>
                  <a:pt x="313" y="177"/>
                  <a:pt x="305" y="177"/>
                </a:cubicBezTo>
                <a:cubicBezTo>
                  <a:pt x="32" y="177"/>
                  <a:pt x="32" y="177"/>
                  <a:pt x="32" y="177"/>
                </a:cubicBezTo>
                <a:cubicBezTo>
                  <a:pt x="23" y="177"/>
                  <a:pt x="16" y="169"/>
                  <a:pt x="16" y="16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3"/>
                  <a:pt x="23" y="16"/>
                  <a:pt x="32" y="16"/>
                </a:cubicBezTo>
                <a:cubicBezTo>
                  <a:pt x="305" y="16"/>
                  <a:pt x="305" y="16"/>
                  <a:pt x="305" y="16"/>
                </a:cubicBezTo>
                <a:cubicBezTo>
                  <a:pt x="313" y="16"/>
                  <a:pt x="321" y="23"/>
                  <a:pt x="321" y="32"/>
                </a:cubicBezTo>
                <a:lnTo>
                  <a:pt x="321" y="16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4" name="Freeform 44"/>
          <p:cNvSpPr>
            <a:spLocks noEditPoints="1"/>
          </p:cNvSpPr>
          <p:nvPr/>
        </p:nvSpPr>
        <p:spPr bwMode="auto">
          <a:xfrm>
            <a:off x="10775951" y="4351867"/>
            <a:ext cx="577851" cy="317500"/>
          </a:xfrm>
          <a:custGeom>
            <a:avLst/>
            <a:gdLst>
              <a:gd name="T0" fmla="*/ 32 w 353"/>
              <a:gd name="T1" fmla="*/ 161 h 193"/>
              <a:gd name="T2" fmla="*/ 176 w 353"/>
              <a:gd name="T3" fmla="*/ 161 h 193"/>
              <a:gd name="T4" fmla="*/ 176 w 353"/>
              <a:gd name="T5" fmla="*/ 32 h 193"/>
              <a:gd name="T6" fmla="*/ 32 w 353"/>
              <a:gd name="T7" fmla="*/ 32 h 193"/>
              <a:gd name="T8" fmla="*/ 32 w 353"/>
              <a:gd name="T9" fmla="*/ 161 h 193"/>
              <a:gd name="T10" fmla="*/ 337 w 353"/>
              <a:gd name="T11" fmla="*/ 64 h 193"/>
              <a:gd name="T12" fmla="*/ 337 w 353"/>
              <a:gd name="T13" fmla="*/ 32 h 193"/>
              <a:gd name="T14" fmla="*/ 305 w 353"/>
              <a:gd name="T15" fmla="*/ 0 h 193"/>
              <a:gd name="T16" fmla="*/ 32 w 353"/>
              <a:gd name="T17" fmla="*/ 0 h 193"/>
              <a:gd name="T18" fmla="*/ 0 w 353"/>
              <a:gd name="T19" fmla="*/ 32 h 193"/>
              <a:gd name="T20" fmla="*/ 0 w 353"/>
              <a:gd name="T21" fmla="*/ 161 h 193"/>
              <a:gd name="T22" fmla="*/ 32 w 353"/>
              <a:gd name="T23" fmla="*/ 193 h 193"/>
              <a:gd name="T24" fmla="*/ 305 w 353"/>
              <a:gd name="T25" fmla="*/ 193 h 193"/>
              <a:gd name="T26" fmla="*/ 337 w 353"/>
              <a:gd name="T27" fmla="*/ 161 h 193"/>
              <a:gd name="T28" fmla="*/ 337 w 353"/>
              <a:gd name="T29" fmla="*/ 128 h 193"/>
              <a:gd name="T30" fmla="*/ 353 w 353"/>
              <a:gd name="T31" fmla="*/ 112 h 193"/>
              <a:gd name="T32" fmla="*/ 353 w 353"/>
              <a:gd name="T33" fmla="*/ 80 h 193"/>
              <a:gd name="T34" fmla="*/ 337 w 353"/>
              <a:gd name="T35" fmla="*/ 64 h 193"/>
              <a:gd name="T36" fmla="*/ 321 w 353"/>
              <a:gd name="T37" fmla="*/ 161 h 193"/>
              <a:gd name="T38" fmla="*/ 305 w 353"/>
              <a:gd name="T39" fmla="*/ 177 h 193"/>
              <a:gd name="T40" fmla="*/ 32 w 353"/>
              <a:gd name="T41" fmla="*/ 177 h 193"/>
              <a:gd name="T42" fmla="*/ 16 w 353"/>
              <a:gd name="T43" fmla="*/ 161 h 193"/>
              <a:gd name="T44" fmla="*/ 16 w 353"/>
              <a:gd name="T45" fmla="*/ 32 h 193"/>
              <a:gd name="T46" fmla="*/ 32 w 353"/>
              <a:gd name="T47" fmla="*/ 16 h 193"/>
              <a:gd name="T48" fmla="*/ 305 w 353"/>
              <a:gd name="T49" fmla="*/ 16 h 193"/>
              <a:gd name="T50" fmla="*/ 321 w 353"/>
              <a:gd name="T51" fmla="*/ 32 h 193"/>
              <a:gd name="T52" fmla="*/ 321 w 353"/>
              <a:gd name="T53" fmla="*/ 161 h 1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353" h="193">
                <a:moveTo>
                  <a:pt x="32" y="161"/>
                </a:moveTo>
                <a:cubicBezTo>
                  <a:pt x="176" y="161"/>
                  <a:pt x="176" y="161"/>
                  <a:pt x="176" y="161"/>
                </a:cubicBezTo>
                <a:cubicBezTo>
                  <a:pt x="176" y="32"/>
                  <a:pt x="176" y="32"/>
                  <a:pt x="176" y="32"/>
                </a:cubicBezTo>
                <a:cubicBezTo>
                  <a:pt x="32" y="32"/>
                  <a:pt x="32" y="32"/>
                  <a:pt x="32" y="32"/>
                </a:cubicBezTo>
                <a:lnTo>
                  <a:pt x="32" y="161"/>
                </a:lnTo>
                <a:close/>
                <a:moveTo>
                  <a:pt x="337" y="64"/>
                </a:moveTo>
                <a:cubicBezTo>
                  <a:pt x="337" y="32"/>
                  <a:pt x="337" y="32"/>
                  <a:pt x="337" y="32"/>
                </a:cubicBezTo>
                <a:cubicBezTo>
                  <a:pt x="337" y="14"/>
                  <a:pt x="323" y="0"/>
                  <a:pt x="305" y="0"/>
                </a:cubicBez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4"/>
                  <a:pt x="0" y="32"/>
                </a:cubicBezTo>
                <a:cubicBezTo>
                  <a:pt x="0" y="161"/>
                  <a:pt x="0" y="161"/>
                  <a:pt x="0" y="161"/>
                </a:cubicBezTo>
                <a:cubicBezTo>
                  <a:pt x="0" y="178"/>
                  <a:pt x="14" y="193"/>
                  <a:pt x="32" y="193"/>
                </a:cubicBezTo>
                <a:cubicBezTo>
                  <a:pt x="305" y="193"/>
                  <a:pt x="305" y="193"/>
                  <a:pt x="305" y="193"/>
                </a:cubicBezTo>
                <a:cubicBezTo>
                  <a:pt x="323" y="193"/>
                  <a:pt x="337" y="178"/>
                  <a:pt x="337" y="161"/>
                </a:cubicBezTo>
                <a:cubicBezTo>
                  <a:pt x="337" y="128"/>
                  <a:pt x="337" y="128"/>
                  <a:pt x="337" y="128"/>
                </a:cubicBezTo>
                <a:cubicBezTo>
                  <a:pt x="346" y="128"/>
                  <a:pt x="353" y="121"/>
                  <a:pt x="353" y="112"/>
                </a:cubicBezTo>
                <a:cubicBezTo>
                  <a:pt x="353" y="80"/>
                  <a:pt x="353" y="80"/>
                  <a:pt x="353" y="80"/>
                </a:cubicBezTo>
                <a:cubicBezTo>
                  <a:pt x="353" y="71"/>
                  <a:pt x="346" y="64"/>
                  <a:pt x="337" y="64"/>
                </a:cubicBezTo>
                <a:moveTo>
                  <a:pt x="321" y="161"/>
                </a:moveTo>
                <a:cubicBezTo>
                  <a:pt x="321" y="169"/>
                  <a:pt x="314" y="177"/>
                  <a:pt x="305" y="177"/>
                </a:cubicBezTo>
                <a:cubicBezTo>
                  <a:pt x="32" y="177"/>
                  <a:pt x="32" y="177"/>
                  <a:pt x="32" y="177"/>
                </a:cubicBezTo>
                <a:cubicBezTo>
                  <a:pt x="23" y="177"/>
                  <a:pt x="16" y="169"/>
                  <a:pt x="16" y="16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3"/>
                  <a:pt x="23" y="16"/>
                  <a:pt x="32" y="16"/>
                </a:cubicBezTo>
                <a:cubicBezTo>
                  <a:pt x="305" y="16"/>
                  <a:pt x="305" y="16"/>
                  <a:pt x="305" y="16"/>
                </a:cubicBezTo>
                <a:cubicBezTo>
                  <a:pt x="314" y="16"/>
                  <a:pt x="321" y="23"/>
                  <a:pt x="321" y="32"/>
                </a:cubicBezTo>
                <a:lnTo>
                  <a:pt x="321" y="16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5" name="Freeform 45"/>
          <p:cNvSpPr>
            <a:spLocks noEditPoints="1"/>
          </p:cNvSpPr>
          <p:nvPr/>
        </p:nvSpPr>
        <p:spPr bwMode="auto">
          <a:xfrm>
            <a:off x="840317" y="5456767"/>
            <a:ext cx="577851" cy="315384"/>
          </a:xfrm>
          <a:custGeom>
            <a:avLst/>
            <a:gdLst>
              <a:gd name="T0" fmla="*/ 337 w 353"/>
              <a:gd name="T1" fmla="*/ 65 h 193"/>
              <a:gd name="T2" fmla="*/ 337 w 353"/>
              <a:gd name="T3" fmla="*/ 32 h 193"/>
              <a:gd name="T4" fmla="*/ 305 w 353"/>
              <a:gd name="T5" fmla="*/ 0 h 193"/>
              <a:gd name="T6" fmla="*/ 32 w 353"/>
              <a:gd name="T7" fmla="*/ 0 h 193"/>
              <a:gd name="T8" fmla="*/ 0 w 353"/>
              <a:gd name="T9" fmla="*/ 32 h 193"/>
              <a:gd name="T10" fmla="*/ 0 w 353"/>
              <a:gd name="T11" fmla="*/ 161 h 193"/>
              <a:gd name="T12" fmla="*/ 32 w 353"/>
              <a:gd name="T13" fmla="*/ 193 h 193"/>
              <a:gd name="T14" fmla="*/ 305 w 353"/>
              <a:gd name="T15" fmla="*/ 193 h 193"/>
              <a:gd name="T16" fmla="*/ 337 w 353"/>
              <a:gd name="T17" fmla="*/ 161 h 193"/>
              <a:gd name="T18" fmla="*/ 337 w 353"/>
              <a:gd name="T19" fmla="*/ 129 h 193"/>
              <a:gd name="T20" fmla="*/ 353 w 353"/>
              <a:gd name="T21" fmla="*/ 113 h 193"/>
              <a:gd name="T22" fmla="*/ 353 w 353"/>
              <a:gd name="T23" fmla="*/ 81 h 193"/>
              <a:gd name="T24" fmla="*/ 337 w 353"/>
              <a:gd name="T25" fmla="*/ 65 h 193"/>
              <a:gd name="T26" fmla="*/ 321 w 353"/>
              <a:gd name="T27" fmla="*/ 161 h 193"/>
              <a:gd name="T28" fmla="*/ 305 w 353"/>
              <a:gd name="T29" fmla="*/ 177 h 193"/>
              <a:gd name="T30" fmla="*/ 32 w 353"/>
              <a:gd name="T31" fmla="*/ 177 h 193"/>
              <a:gd name="T32" fmla="*/ 16 w 353"/>
              <a:gd name="T33" fmla="*/ 161 h 193"/>
              <a:gd name="T34" fmla="*/ 16 w 353"/>
              <a:gd name="T35" fmla="*/ 32 h 193"/>
              <a:gd name="T36" fmla="*/ 32 w 353"/>
              <a:gd name="T37" fmla="*/ 16 h 193"/>
              <a:gd name="T38" fmla="*/ 305 w 353"/>
              <a:gd name="T39" fmla="*/ 16 h 193"/>
              <a:gd name="T40" fmla="*/ 321 w 353"/>
              <a:gd name="T41" fmla="*/ 32 h 193"/>
              <a:gd name="T42" fmla="*/ 321 w 353"/>
              <a:gd name="T43" fmla="*/ 161 h 193"/>
              <a:gd name="T44" fmla="*/ 32 w 353"/>
              <a:gd name="T45" fmla="*/ 161 h 193"/>
              <a:gd name="T46" fmla="*/ 241 w 353"/>
              <a:gd name="T47" fmla="*/ 161 h 193"/>
              <a:gd name="T48" fmla="*/ 241 w 353"/>
              <a:gd name="T49" fmla="*/ 32 h 193"/>
              <a:gd name="T50" fmla="*/ 32 w 353"/>
              <a:gd name="T51" fmla="*/ 32 h 193"/>
              <a:gd name="T52" fmla="*/ 32 w 353"/>
              <a:gd name="T53" fmla="*/ 161 h 1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353" h="193">
                <a:moveTo>
                  <a:pt x="337" y="65"/>
                </a:moveTo>
                <a:cubicBezTo>
                  <a:pt x="337" y="32"/>
                  <a:pt x="337" y="32"/>
                  <a:pt x="337" y="32"/>
                </a:cubicBezTo>
                <a:cubicBezTo>
                  <a:pt x="337" y="15"/>
                  <a:pt x="323" y="0"/>
                  <a:pt x="305" y="0"/>
                </a:cubicBez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5"/>
                  <a:pt x="0" y="32"/>
                </a:cubicBezTo>
                <a:cubicBezTo>
                  <a:pt x="0" y="161"/>
                  <a:pt x="0" y="161"/>
                  <a:pt x="0" y="161"/>
                </a:cubicBezTo>
                <a:cubicBezTo>
                  <a:pt x="0" y="179"/>
                  <a:pt x="14" y="193"/>
                  <a:pt x="32" y="193"/>
                </a:cubicBezTo>
                <a:cubicBezTo>
                  <a:pt x="305" y="193"/>
                  <a:pt x="305" y="193"/>
                  <a:pt x="305" y="193"/>
                </a:cubicBezTo>
                <a:cubicBezTo>
                  <a:pt x="323" y="193"/>
                  <a:pt x="337" y="179"/>
                  <a:pt x="337" y="161"/>
                </a:cubicBezTo>
                <a:cubicBezTo>
                  <a:pt x="337" y="129"/>
                  <a:pt x="337" y="129"/>
                  <a:pt x="337" y="129"/>
                </a:cubicBezTo>
                <a:cubicBezTo>
                  <a:pt x="346" y="129"/>
                  <a:pt x="353" y="122"/>
                  <a:pt x="353" y="113"/>
                </a:cubicBezTo>
                <a:cubicBezTo>
                  <a:pt x="353" y="81"/>
                  <a:pt x="353" y="81"/>
                  <a:pt x="353" y="81"/>
                </a:cubicBezTo>
                <a:cubicBezTo>
                  <a:pt x="353" y="72"/>
                  <a:pt x="346" y="65"/>
                  <a:pt x="337" y="65"/>
                </a:cubicBezTo>
                <a:moveTo>
                  <a:pt x="321" y="161"/>
                </a:moveTo>
                <a:cubicBezTo>
                  <a:pt x="321" y="170"/>
                  <a:pt x="314" y="177"/>
                  <a:pt x="305" y="177"/>
                </a:cubicBezTo>
                <a:cubicBezTo>
                  <a:pt x="32" y="177"/>
                  <a:pt x="32" y="177"/>
                  <a:pt x="32" y="177"/>
                </a:cubicBezTo>
                <a:cubicBezTo>
                  <a:pt x="23" y="177"/>
                  <a:pt x="16" y="170"/>
                  <a:pt x="16" y="16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4"/>
                  <a:pt x="23" y="16"/>
                  <a:pt x="32" y="16"/>
                </a:cubicBezTo>
                <a:cubicBezTo>
                  <a:pt x="305" y="16"/>
                  <a:pt x="305" y="16"/>
                  <a:pt x="305" y="16"/>
                </a:cubicBezTo>
                <a:cubicBezTo>
                  <a:pt x="314" y="16"/>
                  <a:pt x="321" y="24"/>
                  <a:pt x="321" y="32"/>
                </a:cubicBezTo>
                <a:lnTo>
                  <a:pt x="321" y="161"/>
                </a:lnTo>
                <a:close/>
                <a:moveTo>
                  <a:pt x="32" y="161"/>
                </a:moveTo>
                <a:cubicBezTo>
                  <a:pt x="241" y="161"/>
                  <a:pt x="241" y="161"/>
                  <a:pt x="241" y="161"/>
                </a:cubicBezTo>
                <a:cubicBezTo>
                  <a:pt x="241" y="32"/>
                  <a:pt x="241" y="32"/>
                  <a:pt x="241" y="32"/>
                </a:cubicBezTo>
                <a:cubicBezTo>
                  <a:pt x="32" y="32"/>
                  <a:pt x="32" y="32"/>
                  <a:pt x="32" y="32"/>
                </a:cubicBezTo>
                <a:lnTo>
                  <a:pt x="32" y="16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6" name="Freeform 46"/>
          <p:cNvSpPr>
            <a:spLocks noEditPoints="1"/>
          </p:cNvSpPr>
          <p:nvPr/>
        </p:nvSpPr>
        <p:spPr bwMode="auto">
          <a:xfrm>
            <a:off x="1943100" y="5456767"/>
            <a:ext cx="577851" cy="315384"/>
          </a:xfrm>
          <a:custGeom>
            <a:avLst/>
            <a:gdLst>
              <a:gd name="T0" fmla="*/ 337 w 353"/>
              <a:gd name="T1" fmla="*/ 65 h 193"/>
              <a:gd name="T2" fmla="*/ 337 w 353"/>
              <a:gd name="T3" fmla="*/ 32 h 193"/>
              <a:gd name="T4" fmla="*/ 305 w 353"/>
              <a:gd name="T5" fmla="*/ 0 h 193"/>
              <a:gd name="T6" fmla="*/ 32 w 353"/>
              <a:gd name="T7" fmla="*/ 0 h 193"/>
              <a:gd name="T8" fmla="*/ 0 w 353"/>
              <a:gd name="T9" fmla="*/ 32 h 193"/>
              <a:gd name="T10" fmla="*/ 0 w 353"/>
              <a:gd name="T11" fmla="*/ 161 h 193"/>
              <a:gd name="T12" fmla="*/ 32 w 353"/>
              <a:gd name="T13" fmla="*/ 193 h 193"/>
              <a:gd name="T14" fmla="*/ 305 w 353"/>
              <a:gd name="T15" fmla="*/ 193 h 193"/>
              <a:gd name="T16" fmla="*/ 337 w 353"/>
              <a:gd name="T17" fmla="*/ 161 h 193"/>
              <a:gd name="T18" fmla="*/ 337 w 353"/>
              <a:gd name="T19" fmla="*/ 129 h 193"/>
              <a:gd name="T20" fmla="*/ 353 w 353"/>
              <a:gd name="T21" fmla="*/ 113 h 193"/>
              <a:gd name="T22" fmla="*/ 353 w 353"/>
              <a:gd name="T23" fmla="*/ 81 h 193"/>
              <a:gd name="T24" fmla="*/ 337 w 353"/>
              <a:gd name="T25" fmla="*/ 65 h 193"/>
              <a:gd name="T26" fmla="*/ 321 w 353"/>
              <a:gd name="T27" fmla="*/ 161 h 193"/>
              <a:gd name="T28" fmla="*/ 305 w 353"/>
              <a:gd name="T29" fmla="*/ 177 h 193"/>
              <a:gd name="T30" fmla="*/ 32 w 353"/>
              <a:gd name="T31" fmla="*/ 177 h 193"/>
              <a:gd name="T32" fmla="*/ 16 w 353"/>
              <a:gd name="T33" fmla="*/ 161 h 193"/>
              <a:gd name="T34" fmla="*/ 16 w 353"/>
              <a:gd name="T35" fmla="*/ 32 h 193"/>
              <a:gd name="T36" fmla="*/ 32 w 353"/>
              <a:gd name="T37" fmla="*/ 16 h 193"/>
              <a:gd name="T38" fmla="*/ 305 w 353"/>
              <a:gd name="T39" fmla="*/ 16 h 193"/>
              <a:gd name="T40" fmla="*/ 321 w 353"/>
              <a:gd name="T41" fmla="*/ 32 h 193"/>
              <a:gd name="T42" fmla="*/ 321 w 353"/>
              <a:gd name="T43" fmla="*/ 161 h 193"/>
              <a:gd name="T44" fmla="*/ 32 w 353"/>
              <a:gd name="T45" fmla="*/ 161 h 193"/>
              <a:gd name="T46" fmla="*/ 305 w 353"/>
              <a:gd name="T47" fmla="*/ 161 h 193"/>
              <a:gd name="T48" fmla="*/ 305 w 353"/>
              <a:gd name="T49" fmla="*/ 32 h 193"/>
              <a:gd name="T50" fmla="*/ 32 w 353"/>
              <a:gd name="T51" fmla="*/ 32 h 193"/>
              <a:gd name="T52" fmla="*/ 32 w 353"/>
              <a:gd name="T53" fmla="*/ 161 h 1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353" h="193">
                <a:moveTo>
                  <a:pt x="337" y="65"/>
                </a:moveTo>
                <a:cubicBezTo>
                  <a:pt x="337" y="32"/>
                  <a:pt x="337" y="32"/>
                  <a:pt x="337" y="32"/>
                </a:cubicBezTo>
                <a:cubicBezTo>
                  <a:pt x="337" y="15"/>
                  <a:pt x="323" y="0"/>
                  <a:pt x="305" y="0"/>
                </a:cubicBezTo>
                <a:cubicBezTo>
                  <a:pt x="32" y="0"/>
                  <a:pt x="32" y="0"/>
                  <a:pt x="32" y="0"/>
                </a:cubicBezTo>
                <a:cubicBezTo>
                  <a:pt x="15" y="0"/>
                  <a:pt x="0" y="15"/>
                  <a:pt x="0" y="32"/>
                </a:cubicBezTo>
                <a:cubicBezTo>
                  <a:pt x="0" y="161"/>
                  <a:pt x="0" y="161"/>
                  <a:pt x="0" y="161"/>
                </a:cubicBezTo>
                <a:cubicBezTo>
                  <a:pt x="0" y="179"/>
                  <a:pt x="15" y="193"/>
                  <a:pt x="32" y="193"/>
                </a:cubicBezTo>
                <a:cubicBezTo>
                  <a:pt x="305" y="193"/>
                  <a:pt x="305" y="193"/>
                  <a:pt x="305" y="193"/>
                </a:cubicBezTo>
                <a:cubicBezTo>
                  <a:pt x="323" y="193"/>
                  <a:pt x="337" y="179"/>
                  <a:pt x="337" y="161"/>
                </a:cubicBezTo>
                <a:cubicBezTo>
                  <a:pt x="337" y="129"/>
                  <a:pt x="337" y="129"/>
                  <a:pt x="337" y="129"/>
                </a:cubicBezTo>
                <a:cubicBezTo>
                  <a:pt x="346" y="129"/>
                  <a:pt x="353" y="122"/>
                  <a:pt x="353" y="113"/>
                </a:cubicBezTo>
                <a:cubicBezTo>
                  <a:pt x="353" y="81"/>
                  <a:pt x="353" y="81"/>
                  <a:pt x="353" y="81"/>
                </a:cubicBezTo>
                <a:cubicBezTo>
                  <a:pt x="353" y="72"/>
                  <a:pt x="346" y="65"/>
                  <a:pt x="337" y="65"/>
                </a:cubicBezTo>
                <a:moveTo>
                  <a:pt x="321" y="161"/>
                </a:moveTo>
                <a:cubicBezTo>
                  <a:pt x="321" y="170"/>
                  <a:pt x="314" y="177"/>
                  <a:pt x="305" y="177"/>
                </a:cubicBezTo>
                <a:cubicBezTo>
                  <a:pt x="32" y="177"/>
                  <a:pt x="32" y="177"/>
                  <a:pt x="32" y="177"/>
                </a:cubicBezTo>
                <a:cubicBezTo>
                  <a:pt x="23" y="177"/>
                  <a:pt x="16" y="170"/>
                  <a:pt x="16" y="16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4"/>
                  <a:pt x="23" y="16"/>
                  <a:pt x="32" y="16"/>
                </a:cubicBezTo>
                <a:cubicBezTo>
                  <a:pt x="305" y="16"/>
                  <a:pt x="305" y="16"/>
                  <a:pt x="305" y="16"/>
                </a:cubicBezTo>
                <a:cubicBezTo>
                  <a:pt x="314" y="16"/>
                  <a:pt x="321" y="24"/>
                  <a:pt x="321" y="32"/>
                </a:cubicBezTo>
                <a:lnTo>
                  <a:pt x="321" y="161"/>
                </a:lnTo>
                <a:close/>
                <a:moveTo>
                  <a:pt x="32" y="161"/>
                </a:moveTo>
                <a:cubicBezTo>
                  <a:pt x="305" y="161"/>
                  <a:pt x="305" y="161"/>
                  <a:pt x="305" y="161"/>
                </a:cubicBezTo>
                <a:cubicBezTo>
                  <a:pt x="305" y="32"/>
                  <a:pt x="305" y="32"/>
                  <a:pt x="305" y="32"/>
                </a:cubicBezTo>
                <a:cubicBezTo>
                  <a:pt x="32" y="32"/>
                  <a:pt x="32" y="32"/>
                  <a:pt x="32" y="32"/>
                </a:cubicBezTo>
                <a:lnTo>
                  <a:pt x="32" y="16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7" name="Freeform 47"/>
          <p:cNvSpPr>
            <a:spLocks noEditPoints="1"/>
          </p:cNvSpPr>
          <p:nvPr/>
        </p:nvSpPr>
        <p:spPr bwMode="auto">
          <a:xfrm>
            <a:off x="3075518" y="5325533"/>
            <a:ext cx="524933" cy="577851"/>
          </a:xfrm>
          <a:custGeom>
            <a:avLst/>
            <a:gdLst>
              <a:gd name="T0" fmla="*/ 160 w 321"/>
              <a:gd name="T1" fmla="*/ 209 h 353"/>
              <a:gd name="T2" fmla="*/ 168 w 321"/>
              <a:gd name="T3" fmla="*/ 201 h 353"/>
              <a:gd name="T4" fmla="*/ 168 w 321"/>
              <a:gd name="T5" fmla="*/ 8 h 353"/>
              <a:gd name="T6" fmla="*/ 160 w 321"/>
              <a:gd name="T7" fmla="*/ 0 h 353"/>
              <a:gd name="T8" fmla="*/ 152 w 321"/>
              <a:gd name="T9" fmla="*/ 8 h 353"/>
              <a:gd name="T10" fmla="*/ 152 w 321"/>
              <a:gd name="T11" fmla="*/ 201 h 353"/>
              <a:gd name="T12" fmla="*/ 160 w 321"/>
              <a:gd name="T13" fmla="*/ 209 h 353"/>
              <a:gd name="T14" fmla="*/ 192 w 321"/>
              <a:gd name="T15" fmla="*/ 35 h 353"/>
              <a:gd name="T16" fmla="*/ 192 w 321"/>
              <a:gd name="T17" fmla="*/ 36 h 353"/>
              <a:gd name="T18" fmla="*/ 184 w 321"/>
              <a:gd name="T19" fmla="*/ 44 h 353"/>
              <a:gd name="T20" fmla="*/ 192 w 321"/>
              <a:gd name="T21" fmla="*/ 52 h 353"/>
              <a:gd name="T22" fmla="*/ 192 w 321"/>
              <a:gd name="T23" fmla="*/ 52 h 353"/>
              <a:gd name="T24" fmla="*/ 305 w 321"/>
              <a:gd name="T25" fmla="*/ 193 h 353"/>
              <a:gd name="T26" fmla="*/ 160 w 321"/>
              <a:gd name="T27" fmla="*/ 337 h 353"/>
              <a:gd name="T28" fmla="*/ 16 w 321"/>
              <a:gd name="T29" fmla="*/ 193 h 353"/>
              <a:gd name="T30" fmla="*/ 128 w 321"/>
              <a:gd name="T31" fmla="*/ 52 h 353"/>
              <a:gd name="T32" fmla="*/ 128 w 321"/>
              <a:gd name="T33" fmla="*/ 52 h 353"/>
              <a:gd name="T34" fmla="*/ 136 w 321"/>
              <a:gd name="T35" fmla="*/ 44 h 353"/>
              <a:gd name="T36" fmla="*/ 128 w 321"/>
              <a:gd name="T37" fmla="*/ 36 h 353"/>
              <a:gd name="T38" fmla="*/ 128 w 321"/>
              <a:gd name="T39" fmla="*/ 35 h 353"/>
              <a:gd name="T40" fmla="*/ 0 w 321"/>
              <a:gd name="T41" fmla="*/ 193 h 353"/>
              <a:gd name="T42" fmla="*/ 160 w 321"/>
              <a:gd name="T43" fmla="*/ 353 h 353"/>
              <a:gd name="T44" fmla="*/ 321 w 321"/>
              <a:gd name="T45" fmla="*/ 193 h 353"/>
              <a:gd name="T46" fmla="*/ 192 w 321"/>
              <a:gd name="T47" fmla="*/ 35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321" h="353">
                <a:moveTo>
                  <a:pt x="160" y="209"/>
                </a:moveTo>
                <a:cubicBezTo>
                  <a:pt x="165" y="209"/>
                  <a:pt x="168" y="205"/>
                  <a:pt x="168" y="201"/>
                </a:cubicBezTo>
                <a:cubicBezTo>
                  <a:pt x="168" y="8"/>
                  <a:pt x="168" y="8"/>
                  <a:pt x="168" y="8"/>
                </a:cubicBezTo>
                <a:cubicBezTo>
                  <a:pt x="168" y="4"/>
                  <a:pt x="165" y="0"/>
                  <a:pt x="160" y="0"/>
                </a:cubicBezTo>
                <a:cubicBezTo>
                  <a:pt x="156" y="0"/>
                  <a:pt x="152" y="4"/>
                  <a:pt x="152" y="8"/>
                </a:cubicBezTo>
                <a:cubicBezTo>
                  <a:pt x="152" y="201"/>
                  <a:pt x="152" y="201"/>
                  <a:pt x="152" y="201"/>
                </a:cubicBezTo>
                <a:cubicBezTo>
                  <a:pt x="152" y="205"/>
                  <a:pt x="156" y="209"/>
                  <a:pt x="160" y="209"/>
                </a:cubicBezTo>
                <a:moveTo>
                  <a:pt x="192" y="35"/>
                </a:moveTo>
                <a:cubicBezTo>
                  <a:pt x="192" y="36"/>
                  <a:pt x="192" y="36"/>
                  <a:pt x="192" y="36"/>
                </a:cubicBezTo>
                <a:cubicBezTo>
                  <a:pt x="188" y="36"/>
                  <a:pt x="184" y="39"/>
                  <a:pt x="184" y="44"/>
                </a:cubicBezTo>
                <a:cubicBezTo>
                  <a:pt x="184" y="48"/>
                  <a:pt x="188" y="52"/>
                  <a:pt x="192" y="52"/>
                </a:cubicBezTo>
                <a:cubicBezTo>
                  <a:pt x="192" y="52"/>
                  <a:pt x="192" y="52"/>
                  <a:pt x="192" y="52"/>
                </a:cubicBezTo>
                <a:cubicBezTo>
                  <a:pt x="257" y="67"/>
                  <a:pt x="305" y="124"/>
                  <a:pt x="305" y="193"/>
                </a:cubicBezTo>
                <a:cubicBezTo>
                  <a:pt x="305" y="273"/>
                  <a:pt x="240" y="337"/>
                  <a:pt x="160" y="337"/>
                </a:cubicBezTo>
                <a:cubicBezTo>
                  <a:pt x="80" y="337"/>
                  <a:pt x="16" y="273"/>
                  <a:pt x="16" y="193"/>
                </a:cubicBezTo>
                <a:cubicBezTo>
                  <a:pt x="16" y="124"/>
                  <a:pt x="64" y="67"/>
                  <a:pt x="128" y="52"/>
                </a:cubicBezTo>
                <a:cubicBezTo>
                  <a:pt x="128" y="52"/>
                  <a:pt x="128" y="52"/>
                  <a:pt x="128" y="52"/>
                </a:cubicBezTo>
                <a:cubicBezTo>
                  <a:pt x="132" y="52"/>
                  <a:pt x="136" y="48"/>
                  <a:pt x="136" y="44"/>
                </a:cubicBezTo>
                <a:cubicBezTo>
                  <a:pt x="136" y="39"/>
                  <a:pt x="132" y="36"/>
                  <a:pt x="128" y="36"/>
                </a:cubicBezTo>
                <a:cubicBezTo>
                  <a:pt x="128" y="35"/>
                  <a:pt x="128" y="35"/>
                  <a:pt x="128" y="35"/>
                </a:cubicBezTo>
                <a:cubicBezTo>
                  <a:pt x="55" y="50"/>
                  <a:pt x="0" y="115"/>
                  <a:pt x="0" y="193"/>
                </a:cubicBezTo>
                <a:cubicBezTo>
                  <a:pt x="0" y="281"/>
                  <a:pt x="71" y="353"/>
                  <a:pt x="160" y="353"/>
                </a:cubicBezTo>
                <a:cubicBezTo>
                  <a:pt x="249" y="353"/>
                  <a:pt x="321" y="281"/>
                  <a:pt x="321" y="193"/>
                </a:cubicBezTo>
                <a:cubicBezTo>
                  <a:pt x="321" y="115"/>
                  <a:pt x="266" y="50"/>
                  <a:pt x="192" y="35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8" name="Freeform 48"/>
          <p:cNvSpPr>
            <a:spLocks noEditPoints="1"/>
          </p:cNvSpPr>
          <p:nvPr/>
        </p:nvSpPr>
        <p:spPr bwMode="auto">
          <a:xfrm>
            <a:off x="4150785" y="5403852"/>
            <a:ext cx="579967" cy="421217"/>
          </a:xfrm>
          <a:custGeom>
            <a:avLst/>
            <a:gdLst>
              <a:gd name="T0" fmla="*/ 168 w 353"/>
              <a:gd name="T1" fmla="*/ 257 h 257"/>
              <a:gd name="T2" fmla="*/ 185 w 353"/>
              <a:gd name="T3" fmla="*/ 257 h 257"/>
              <a:gd name="T4" fmla="*/ 185 w 353"/>
              <a:gd name="T5" fmla="*/ 0 h 257"/>
              <a:gd name="T6" fmla="*/ 168 w 353"/>
              <a:gd name="T7" fmla="*/ 0 h 257"/>
              <a:gd name="T8" fmla="*/ 168 w 353"/>
              <a:gd name="T9" fmla="*/ 257 h 257"/>
              <a:gd name="T10" fmla="*/ 112 w 353"/>
              <a:gd name="T11" fmla="*/ 257 h 257"/>
              <a:gd name="T12" fmla="*/ 152 w 353"/>
              <a:gd name="T13" fmla="*/ 257 h 257"/>
              <a:gd name="T14" fmla="*/ 152 w 353"/>
              <a:gd name="T15" fmla="*/ 0 h 257"/>
              <a:gd name="T16" fmla="*/ 112 w 353"/>
              <a:gd name="T17" fmla="*/ 0 h 257"/>
              <a:gd name="T18" fmla="*/ 112 w 353"/>
              <a:gd name="T19" fmla="*/ 257 h 257"/>
              <a:gd name="T20" fmla="*/ 32 w 353"/>
              <a:gd name="T21" fmla="*/ 257 h 257"/>
              <a:gd name="T22" fmla="*/ 64 w 353"/>
              <a:gd name="T23" fmla="*/ 257 h 257"/>
              <a:gd name="T24" fmla="*/ 64 w 353"/>
              <a:gd name="T25" fmla="*/ 0 h 257"/>
              <a:gd name="T26" fmla="*/ 32 w 353"/>
              <a:gd name="T27" fmla="*/ 0 h 257"/>
              <a:gd name="T28" fmla="*/ 32 w 353"/>
              <a:gd name="T29" fmla="*/ 257 h 257"/>
              <a:gd name="T30" fmla="*/ 0 w 353"/>
              <a:gd name="T31" fmla="*/ 16 h 257"/>
              <a:gd name="T32" fmla="*/ 0 w 353"/>
              <a:gd name="T33" fmla="*/ 241 h 257"/>
              <a:gd name="T34" fmla="*/ 16 w 353"/>
              <a:gd name="T35" fmla="*/ 257 h 257"/>
              <a:gd name="T36" fmla="*/ 16 w 353"/>
              <a:gd name="T37" fmla="*/ 0 h 257"/>
              <a:gd name="T38" fmla="*/ 0 w 353"/>
              <a:gd name="T39" fmla="*/ 16 h 257"/>
              <a:gd name="T40" fmla="*/ 80 w 353"/>
              <a:gd name="T41" fmla="*/ 257 h 257"/>
              <a:gd name="T42" fmla="*/ 96 w 353"/>
              <a:gd name="T43" fmla="*/ 257 h 257"/>
              <a:gd name="T44" fmla="*/ 96 w 353"/>
              <a:gd name="T45" fmla="*/ 0 h 257"/>
              <a:gd name="T46" fmla="*/ 80 w 353"/>
              <a:gd name="T47" fmla="*/ 0 h 257"/>
              <a:gd name="T48" fmla="*/ 80 w 353"/>
              <a:gd name="T49" fmla="*/ 257 h 257"/>
              <a:gd name="T50" fmla="*/ 337 w 353"/>
              <a:gd name="T51" fmla="*/ 0 h 257"/>
              <a:gd name="T52" fmla="*/ 321 w 353"/>
              <a:gd name="T53" fmla="*/ 0 h 257"/>
              <a:gd name="T54" fmla="*/ 321 w 353"/>
              <a:gd name="T55" fmla="*/ 257 h 257"/>
              <a:gd name="T56" fmla="*/ 337 w 353"/>
              <a:gd name="T57" fmla="*/ 257 h 257"/>
              <a:gd name="T58" fmla="*/ 353 w 353"/>
              <a:gd name="T59" fmla="*/ 241 h 257"/>
              <a:gd name="T60" fmla="*/ 353 w 353"/>
              <a:gd name="T61" fmla="*/ 16 h 257"/>
              <a:gd name="T62" fmla="*/ 337 w 353"/>
              <a:gd name="T63" fmla="*/ 0 h 257"/>
              <a:gd name="T64" fmla="*/ 289 w 353"/>
              <a:gd name="T65" fmla="*/ 257 h 257"/>
              <a:gd name="T66" fmla="*/ 305 w 353"/>
              <a:gd name="T67" fmla="*/ 257 h 257"/>
              <a:gd name="T68" fmla="*/ 305 w 353"/>
              <a:gd name="T69" fmla="*/ 0 h 257"/>
              <a:gd name="T70" fmla="*/ 289 w 353"/>
              <a:gd name="T71" fmla="*/ 0 h 257"/>
              <a:gd name="T72" fmla="*/ 289 w 353"/>
              <a:gd name="T73" fmla="*/ 257 h 257"/>
              <a:gd name="T74" fmla="*/ 233 w 353"/>
              <a:gd name="T75" fmla="*/ 257 h 257"/>
              <a:gd name="T76" fmla="*/ 273 w 353"/>
              <a:gd name="T77" fmla="*/ 257 h 257"/>
              <a:gd name="T78" fmla="*/ 273 w 353"/>
              <a:gd name="T79" fmla="*/ 0 h 257"/>
              <a:gd name="T80" fmla="*/ 233 w 353"/>
              <a:gd name="T81" fmla="*/ 0 h 257"/>
              <a:gd name="T82" fmla="*/ 233 w 353"/>
              <a:gd name="T83" fmla="*/ 257 h 257"/>
              <a:gd name="T84" fmla="*/ 201 w 353"/>
              <a:gd name="T85" fmla="*/ 257 h 257"/>
              <a:gd name="T86" fmla="*/ 217 w 353"/>
              <a:gd name="T87" fmla="*/ 257 h 257"/>
              <a:gd name="T88" fmla="*/ 217 w 353"/>
              <a:gd name="T89" fmla="*/ 0 h 257"/>
              <a:gd name="T90" fmla="*/ 201 w 353"/>
              <a:gd name="T91" fmla="*/ 0 h 257"/>
              <a:gd name="T92" fmla="*/ 201 w 353"/>
              <a:gd name="T93" fmla="*/ 257 h 2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353" h="257">
                <a:moveTo>
                  <a:pt x="168" y="257"/>
                </a:moveTo>
                <a:cubicBezTo>
                  <a:pt x="185" y="257"/>
                  <a:pt x="185" y="257"/>
                  <a:pt x="185" y="257"/>
                </a:cubicBezTo>
                <a:cubicBezTo>
                  <a:pt x="185" y="0"/>
                  <a:pt x="185" y="0"/>
                  <a:pt x="185" y="0"/>
                </a:cubicBezTo>
                <a:cubicBezTo>
                  <a:pt x="168" y="0"/>
                  <a:pt x="168" y="0"/>
                  <a:pt x="168" y="0"/>
                </a:cubicBezTo>
                <a:lnTo>
                  <a:pt x="168" y="257"/>
                </a:lnTo>
                <a:close/>
                <a:moveTo>
                  <a:pt x="112" y="257"/>
                </a:moveTo>
                <a:cubicBezTo>
                  <a:pt x="152" y="257"/>
                  <a:pt x="152" y="257"/>
                  <a:pt x="152" y="257"/>
                </a:cubicBezTo>
                <a:cubicBezTo>
                  <a:pt x="152" y="0"/>
                  <a:pt x="152" y="0"/>
                  <a:pt x="152" y="0"/>
                </a:cubicBezTo>
                <a:cubicBezTo>
                  <a:pt x="112" y="0"/>
                  <a:pt x="112" y="0"/>
                  <a:pt x="112" y="0"/>
                </a:cubicBezTo>
                <a:lnTo>
                  <a:pt x="112" y="257"/>
                </a:lnTo>
                <a:close/>
                <a:moveTo>
                  <a:pt x="32" y="257"/>
                </a:moveTo>
                <a:cubicBezTo>
                  <a:pt x="64" y="257"/>
                  <a:pt x="64" y="257"/>
                  <a:pt x="64" y="257"/>
                </a:cubicBezTo>
                <a:cubicBezTo>
                  <a:pt x="64" y="0"/>
                  <a:pt x="64" y="0"/>
                  <a:pt x="64" y="0"/>
                </a:cubicBezTo>
                <a:cubicBezTo>
                  <a:pt x="32" y="0"/>
                  <a:pt x="32" y="0"/>
                  <a:pt x="32" y="0"/>
                </a:cubicBezTo>
                <a:lnTo>
                  <a:pt x="32" y="257"/>
                </a:lnTo>
                <a:close/>
                <a:moveTo>
                  <a:pt x="0" y="16"/>
                </a:moveTo>
                <a:cubicBezTo>
                  <a:pt x="0" y="241"/>
                  <a:pt x="0" y="241"/>
                  <a:pt x="0" y="241"/>
                </a:cubicBezTo>
                <a:cubicBezTo>
                  <a:pt x="0" y="250"/>
                  <a:pt x="7" y="257"/>
                  <a:pt x="16" y="257"/>
                </a:cubicBez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moveTo>
                  <a:pt x="80" y="257"/>
                </a:moveTo>
                <a:cubicBezTo>
                  <a:pt x="96" y="257"/>
                  <a:pt x="96" y="257"/>
                  <a:pt x="96" y="257"/>
                </a:cubicBezTo>
                <a:cubicBezTo>
                  <a:pt x="96" y="0"/>
                  <a:pt x="96" y="0"/>
                  <a:pt x="96" y="0"/>
                </a:cubicBezTo>
                <a:cubicBezTo>
                  <a:pt x="80" y="0"/>
                  <a:pt x="80" y="0"/>
                  <a:pt x="80" y="0"/>
                </a:cubicBezTo>
                <a:lnTo>
                  <a:pt x="80" y="257"/>
                </a:lnTo>
                <a:close/>
                <a:moveTo>
                  <a:pt x="337" y="0"/>
                </a:moveTo>
                <a:cubicBezTo>
                  <a:pt x="321" y="0"/>
                  <a:pt x="321" y="0"/>
                  <a:pt x="321" y="0"/>
                </a:cubicBezTo>
                <a:cubicBezTo>
                  <a:pt x="321" y="257"/>
                  <a:pt x="321" y="257"/>
                  <a:pt x="321" y="257"/>
                </a:cubicBezTo>
                <a:cubicBezTo>
                  <a:pt x="337" y="257"/>
                  <a:pt x="337" y="257"/>
                  <a:pt x="337" y="257"/>
                </a:cubicBezTo>
                <a:cubicBezTo>
                  <a:pt x="346" y="257"/>
                  <a:pt x="353" y="250"/>
                  <a:pt x="353" y="241"/>
                </a:cubicBezTo>
                <a:cubicBezTo>
                  <a:pt x="353" y="16"/>
                  <a:pt x="353" y="16"/>
                  <a:pt x="353" y="16"/>
                </a:cubicBezTo>
                <a:cubicBezTo>
                  <a:pt x="353" y="7"/>
                  <a:pt x="346" y="0"/>
                  <a:pt x="337" y="0"/>
                </a:cubicBezTo>
                <a:moveTo>
                  <a:pt x="289" y="257"/>
                </a:moveTo>
                <a:cubicBezTo>
                  <a:pt x="305" y="257"/>
                  <a:pt x="305" y="257"/>
                  <a:pt x="305" y="257"/>
                </a:cubicBezTo>
                <a:cubicBezTo>
                  <a:pt x="305" y="0"/>
                  <a:pt x="305" y="0"/>
                  <a:pt x="305" y="0"/>
                </a:cubicBezTo>
                <a:cubicBezTo>
                  <a:pt x="289" y="0"/>
                  <a:pt x="289" y="0"/>
                  <a:pt x="289" y="0"/>
                </a:cubicBezTo>
                <a:lnTo>
                  <a:pt x="289" y="257"/>
                </a:lnTo>
                <a:close/>
                <a:moveTo>
                  <a:pt x="233" y="257"/>
                </a:moveTo>
                <a:cubicBezTo>
                  <a:pt x="273" y="257"/>
                  <a:pt x="273" y="257"/>
                  <a:pt x="273" y="257"/>
                </a:cubicBezTo>
                <a:cubicBezTo>
                  <a:pt x="273" y="0"/>
                  <a:pt x="273" y="0"/>
                  <a:pt x="273" y="0"/>
                </a:cubicBezTo>
                <a:cubicBezTo>
                  <a:pt x="233" y="0"/>
                  <a:pt x="233" y="0"/>
                  <a:pt x="233" y="0"/>
                </a:cubicBezTo>
                <a:lnTo>
                  <a:pt x="233" y="257"/>
                </a:lnTo>
                <a:close/>
                <a:moveTo>
                  <a:pt x="201" y="257"/>
                </a:moveTo>
                <a:cubicBezTo>
                  <a:pt x="217" y="257"/>
                  <a:pt x="217" y="257"/>
                  <a:pt x="217" y="257"/>
                </a:cubicBezTo>
                <a:cubicBezTo>
                  <a:pt x="217" y="0"/>
                  <a:pt x="217" y="0"/>
                  <a:pt x="217" y="0"/>
                </a:cubicBezTo>
                <a:cubicBezTo>
                  <a:pt x="201" y="0"/>
                  <a:pt x="201" y="0"/>
                  <a:pt x="201" y="0"/>
                </a:cubicBezTo>
                <a:lnTo>
                  <a:pt x="201" y="257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9" name="Freeform 49"/>
          <p:cNvSpPr>
            <a:spLocks noEditPoints="1"/>
          </p:cNvSpPr>
          <p:nvPr/>
        </p:nvSpPr>
        <p:spPr bwMode="auto">
          <a:xfrm>
            <a:off x="5255684" y="5325533"/>
            <a:ext cx="577851" cy="577851"/>
          </a:xfrm>
          <a:custGeom>
            <a:avLst/>
            <a:gdLst>
              <a:gd name="T0" fmla="*/ 64 w 353"/>
              <a:gd name="T1" fmla="*/ 0 h 353"/>
              <a:gd name="T2" fmla="*/ 32 w 353"/>
              <a:gd name="T3" fmla="*/ 131 h 353"/>
              <a:gd name="T4" fmla="*/ 0 w 353"/>
              <a:gd name="T5" fmla="*/ 16 h 353"/>
              <a:gd name="T6" fmla="*/ 16 w 353"/>
              <a:gd name="T7" fmla="*/ 257 h 353"/>
              <a:gd name="T8" fmla="*/ 0 w 353"/>
              <a:gd name="T9" fmla="*/ 16 h 353"/>
              <a:gd name="T10" fmla="*/ 81 w 353"/>
              <a:gd name="T11" fmla="*/ 0 h 353"/>
              <a:gd name="T12" fmla="*/ 97 w 353"/>
              <a:gd name="T13" fmla="*/ 74 h 353"/>
              <a:gd name="T14" fmla="*/ 153 w 353"/>
              <a:gd name="T15" fmla="*/ 65 h 353"/>
              <a:gd name="T16" fmla="*/ 113 w 353"/>
              <a:gd name="T17" fmla="*/ 0 h 353"/>
              <a:gd name="T18" fmla="*/ 145 w 353"/>
              <a:gd name="T19" fmla="*/ 64 h 353"/>
              <a:gd name="T20" fmla="*/ 217 w 353"/>
              <a:gd name="T21" fmla="*/ 0 h 353"/>
              <a:gd name="T22" fmla="*/ 201 w 353"/>
              <a:gd name="T23" fmla="*/ 77 h 353"/>
              <a:gd name="T24" fmla="*/ 217 w 353"/>
              <a:gd name="T25" fmla="*/ 0 h 353"/>
              <a:gd name="T26" fmla="*/ 34 w 353"/>
              <a:gd name="T27" fmla="*/ 257 h 353"/>
              <a:gd name="T28" fmla="*/ 32 w 353"/>
              <a:gd name="T29" fmla="*/ 257 h 353"/>
              <a:gd name="T30" fmla="*/ 169 w 353"/>
              <a:gd name="T31" fmla="*/ 0 h 353"/>
              <a:gd name="T32" fmla="*/ 185 w 353"/>
              <a:gd name="T33" fmla="*/ 71 h 353"/>
              <a:gd name="T34" fmla="*/ 273 w 353"/>
              <a:gd name="T35" fmla="*/ 0 h 353"/>
              <a:gd name="T36" fmla="*/ 233 w 353"/>
              <a:gd name="T37" fmla="*/ 100 h 353"/>
              <a:gd name="T38" fmla="*/ 273 w 353"/>
              <a:gd name="T39" fmla="*/ 0 h 353"/>
              <a:gd name="T40" fmla="*/ 273 w 353"/>
              <a:gd name="T41" fmla="*/ 193 h 353"/>
              <a:gd name="T42" fmla="*/ 273 w 353"/>
              <a:gd name="T43" fmla="*/ 257 h 353"/>
              <a:gd name="T44" fmla="*/ 305 w 353"/>
              <a:gd name="T45" fmla="*/ 257 h 353"/>
              <a:gd name="T46" fmla="*/ 289 w 353"/>
              <a:gd name="T47" fmla="*/ 0 h 353"/>
              <a:gd name="T48" fmla="*/ 230 w 353"/>
              <a:gd name="T49" fmla="*/ 266 h 353"/>
              <a:gd name="T50" fmla="*/ 145 w 353"/>
              <a:gd name="T51" fmla="*/ 80 h 353"/>
              <a:gd name="T52" fmla="*/ 145 w 353"/>
              <a:gd name="T53" fmla="*/ 305 h 353"/>
              <a:gd name="T54" fmla="*/ 292 w 353"/>
              <a:gd name="T55" fmla="*/ 351 h 353"/>
              <a:gd name="T56" fmla="*/ 305 w 353"/>
              <a:gd name="T57" fmla="*/ 345 h 353"/>
              <a:gd name="T58" fmla="*/ 230 w 353"/>
              <a:gd name="T59" fmla="*/ 266 h 353"/>
              <a:gd name="T60" fmla="*/ 48 w 353"/>
              <a:gd name="T61" fmla="*/ 193 h 353"/>
              <a:gd name="T62" fmla="*/ 241 w 353"/>
              <a:gd name="T63" fmla="*/ 193 h 353"/>
              <a:gd name="T64" fmla="*/ 337 w 353"/>
              <a:gd name="T65" fmla="*/ 0 h 353"/>
              <a:gd name="T66" fmla="*/ 321 w 353"/>
              <a:gd name="T67" fmla="*/ 257 h 353"/>
              <a:gd name="T68" fmla="*/ 353 w 353"/>
              <a:gd name="T69" fmla="*/ 241 h 353"/>
              <a:gd name="T70" fmla="*/ 337 w 353"/>
              <a:gd name="T71" fmla="*/ 0 h 353"/>
              <a:gd name="T72" fmla="*/ 113 w 353"/>
              <a:gd name="T73" fmla="*/ 248 h 353"/>
              <a:gd name="T74" fmla="*/ 153 w 353"/>
              <a:gd name="T75" fmla="*/ 256 h 353"/>
              <a:gd name="T76" fmla="*/ 145 w 353"/>
              <a:gd name="T77" fmla="*/ 129 h 353"/>
              <a:gd name="T78" fmla="*/ 97 w 353"/>
              <a:gd name="T79" fmla="*/ 235 h 353"/>
              <a:gd name="T80" fmla="*/ 81 w 353"/>
              <a:gd name="T81" fmla="*/ 193 h 353"/>
              <a:gd name="T82" fmla="*/ 201 w 353"/>
              <a:gd name="T83" fmla="*/ 224 h 353"/>
              <a:gd name="T84" fmla="*/ 201 w 353"/>
              <a:gd name="T85" fmla="*/ 162 h 353"/>
              <a:gd name="T86" fmla="*/ 169 w 353"/>
              <a:gd name="T87" fmla="*/ 252 h 353"/>
              <a:gd name="T88" fmla="*/ 185 w 353"/>
              <a:gd name="T89" fmla="*/ 143 h 353"/>
              <a:gd name="T90" fmla="*/ 169 w 353"/>
              <a:gd name="T91" fmla="*/ 252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353" h="353">
                <a:moveTo>
                  <a:pt x="64" y="93"/>
                </a:moveTo>
                <a:cubicBezTo>
                  <a:pt x="64" y="0"/>
                  <a:pt x="64" y="0"/>
                  <a:pt x="64" y="0"/>
                </a:cubicBezTo>
                <a:cubicBezTo>
                  <a:pt x="32" y="0"/>
                  <a:pt x="32" y="0"/>
                  <a:pt x="32" y="0"/>
                </a:cubicBezTo>
                <a:cubicBezTo>
                  <a:pt x="32" y="131"/>
                  <a:pt x="32" y="131"/>
                  <a:pt x="32" y="131"/>
                </a:cubicBezTo>
                <a:cubicBezTo>
                  <a:pt x="40" y="116"/>
                  <a:pt x="51" y="103"/>
                  <a:pt x="64" y="93"/>
                </a:cubicBezTo>
                <a:moveTo>
                  <a:pt x="0" y="16"/>
                </a:moveTo>
                <a:cubicBezTo>
                  <a:pt x="0" y="241"/>
                  <a:pt x="0" y="241"/>
                  <a:pt x="0" y="241"/>
                </a:cubicBezTo>
                <a:cubicBezTo>
                  <a:pt x="0" y="250"/>
                  <a:pt x="7" y="257"/>
                  <a:pt x="16" y="257"/>
                </a:cubicBez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moveTo>
                  <a:pt x="97" y="0"/>
                </a:moveTo>
                <a:cubicBezTo>
                  <a:pt x="81" y="0"/>
                  <a:pt x="81" y="0"/>
                  <a:pt x="81" y="0"/>
                </a:cubicBezTo>
                <a:cubicBezTo>
                  <a:pt x="81" y="82"/>
                  <a:pt x="81" y="82"/>
                  <a:pt x="81" y="82"/>
                </a:cubicBezTo>
                <a:cubicBezTo>
                  <a:pt x="86" y="79"/>
                  <a:pt x="91" y="76"/>
                  <a:pt x="97" y="74"/>
                </a:cubicBezTo>
                <a:lnTo>
                  <a:pt x="97" y="0"/>
                </a:lnTo>
                <a:close/>
                <a:moveTo>
                  <a:pt x="153" y="65"/>
                </a:moveTo>
                <a:cubicBezTo>
                  <a:pt x="153" y="0"/>
                  <a:pt x="153" y="0"/>
                  <a:pt x="153" y="0"/>
                </a:cubicBezTo>
                <a:cubicBezTo>
                  <a:pt x="113" y="0"/>
                  <a:pt x="113" y="0"/>
                  <a:pt x="113" y="0"/>
                </a:cubicBezTo>
                <a:cubicBezTo>
                  <a:pt x="113" y="69"/>
                  <a:pt x="113" y="69"/>
                  <a:pt x="113" y="69"/>
                </a:cubicBezTo>
                <a:cubicBezTo>
                  <a:pt x="123" y="66"/>
                  <a:pt x="134" y="64"/>
                  <a:pt x="145" y="64"/>
                </a:cubicBezTo>
                <a:cubicBezTo>
                  <a:pt x="147" y="64"/>
                  <a:pt x="150" y="65"/>
                  <a:pt x="153" y="65"/>
                </a:cubicBezTo>
                <a:moveTo>
                  <a:pt x="217" y="0"/>
                </a:moveTo>
                <a:cubicBezTo>
                  <a:pt x="201" y="0"/>
                  <a:pt x="201" y="0"/>
                  <a:pt x="201" y="0"/>
                </a:cubicBezTo>
                <a:cubicBezTo>
                  <a:pt x="201" y="77"/>
                  <a:pt x="201" y="77"/>
                  <a:pt x="201" y="77"/>
                </a:cubicBezTo>
                <a:cubicBezTo>
                  <a:pt x="206" y="80"/>
                  <a:pt x="212" y="83"/>
                  <a:pt x="217" y="87"/>
                </a:cubicBezTo>
                <a:lnTo>
                  <a:pt x="217" y="0"/>
                </a:lnTo>
                <a:close/>
                <a:moveTo>
                  <a:pt x="32" y="257"/>
                </a:moveTo>
                <a:cubicBezTo>
                  <a:pt x="34" y="257"/>
                  <a:pt x="34" y="257"/>
                  <a:pt x="34" y="257"/>
                </a:cubicBezTo>
                <a:cubicBezTo>
                  <a:pt x="33" y="256"/>
                  <a:pt x="33" y="256"/>
                  <a:pt x="32" y="255"/>
                </a:cubicBezTo>
                <a:lnTo>
                  <a:pt x="32" y="257"/>
                </a:lnTo>
                <a:close/>
                <a:moveTo>
                  <a:pt x="185" y="0"/>
                </a:moveTo>
                <a:cubicBezTo>
                  <a:pt x="169" y="0"/>
                  <a:pt x="169" y="0"/>
                  <a:pt x="169" y="0"/>
                </a:cubicBezTo>
                <a:cubicBezTo>
                  <a:pt x="169" y="67"/>
                  <a:pt x="169" y="67"/>
                  <a:pt x="169" y="67"/>
                </a:cubicBezTo>
                <a:cubicBezTo>
                  <a:pt x="174" y="68"/>
                  <a:pt x="180" y="69"/>
                  <a:pt x="185" y="71"/>
                </a:cubicBezTo>
                <a:lnTo>
                  <a:pt x="185" y="0"/>
                </a:lnTo>
                <a:close/>
                <a:moveTo>
                  <a:pt x="273" y="0"/>
                </a:moveTo>
                <a:cubicBezTo>
                  <a:pt x="233" y="0"/>
                  <a:pt x="233" y="0"/>
                  <a:pt x="233" y="0"/>
                </a:cubicBezTo>
                <a:cubicBezTo>
                  <a:pt x="233" y="100"/>
                  <a:pt x="233" y="100"/>
                  <a:pt x="233" y="100"/>
                </a:cubicBezTo>
                <a:cubicBezTo>
                  <a:pt x="258" y="123"/>
                  <a:pt x="273" y="156"/>
                  <a:pt x="273" y="193"/>
                </a:cubicBezTo>
                <a:lnTo>
                  <a:pt x="273" y="0"/>
                </a:lnTo>
                <a:close/>
                <a:moveTo>
                  <a:pt x="273" y="257"/>
                </a:moveTo>
                <a:cubicBezTo>
                  <a:pt x="273" y="193"/>
                  <a:pt x="273" y="193"/>
                  <a:pt x="273" y="193"/>
                </a:cubicBezTo>
                <a:cubicBezTo>
                  <a:pt x="273" y="216"/>
                  <a:pt x="267" y="238"/>
                  <a:pt x="256" y="257"/>
                </a:cubicBezTo>
                <a:lnTo>
                  <a:pt x="273" y="257"/>
                </a:lnTo>
                <a:close/>
                <a:moveTo>
                  <a:pt x="289" y="257"/>
                </a:moveTo>
                <a:cubicBezTo>
                  <a:pt x="305" y="257"/>
                  <a:pt x="305" y="257"/>
                  <a:pt x="305" y="257"/>
                </a:cubicBezTo>
                <a:cubicBezTo>
                  <a:pt x="305" y="0"/>
                  <a:pt x="305" y="0"/>
                  <a:pt x="305" y="0"/>
                </a:cubicBezTo>
                <a:cubicBezTo>
                  <a:pt x="289" y="0"/>
                  <a:pt x="289" y="0"/>
                  <a:pt x="289" y="0"/>
                </a:cubicBezTo>
                <a:lnTo>
                  <a:pt x="289" y="257"/>
                </a:lnTo>
                <a:close/>
                <a:moveTo>
                  <a:pt x="230" y="266"/>
                </a:moveTo>
                <a:cubicBezTo>
                  <a:pt x="247" y="247"/>
                  <a:pt x="257" y="221"/>
                  <a:pt x="257" y="193"/>
                </a:cubicBezTo>
                <a:cubicBezTo>
                  <a:pt x="257" y="131"/>
                  <a:pt x="207" y="80"/>
                  <a:pt x="145" y="80"/>
                </a:cubicBezTo>
                <a:cubicBezTo>
                  <a:pt x="83" y="80"/>
                  <a:pt x="32" y="131"/>
                  <a:pt x="32" y="193"/>
                </a:cubicBezTo>
                <a:cubicBezTo>
                  <a:pt x="32" y="255"/>
                  <a:pt x="83" y="305"/>
                  <a:pt x="145" y="305"/>
                </a:cubicBezTo>
                <a:cubicBezTo>
                  <a:pt x="173" y="305"/>
                  <a:pt x="199" y="295"/>
                  <a:pt x="218" y="278"/>
                </a:cubicBezTo>
                <a:cubicBezTo>
                  <a:pt x="292" y="351"/>
                  <a:pt x="292" y="351"/>
                  <a:pt x="292" y="351"/>
                </a:cubicBezTo>
                <a:cubicBezTo>
                  <a:pt x="293" y="352"/>
                  <a:pt x="295" y="353"/>
                  <a:pt x="297" y="353"/>
                </a:cubicBezTo>
                <a:cubicBezTo>
                  <a:pt x="302" y="353"/>
                  <a:pt x="305" y="350"/>
                  <a:pt x="305" y="345"/>
                </a:cubicBezTo>
                <a:cubicBezTo>
                  <a:pt x="305" y="343"/>
                  <a:pt x="304" y="341"/>
                  <a:pt x="303" y="340"/>
                </a:cubicBezTo>
                <a:lnTo>
                  <a:pt x="230" y="266"/>
                </a:lnTo>
                <a:close/>
                <a:moveTo>
                  <a:pt x="145" y="289"/>
                </a:moveTo>
                <a:cubicBezTo>
                  <a:pt x="92" y="289"/>
                  <a:pt x="48" y="246"/>
                  <a:pt x="48" y="193"/>
                </a:cubicBezTo>
                <a:cubicBezTo>
                  <a:pt x="48" y="140"/>
                  <a:pt x="92" y="96"/>
                  <a:pt x="145" y="96"/>
                </a:cubicBezTo>
                <a:cubicBezTo>
                  <a:pt x="198" y="96"/>
                  <a:pt x="241" y="140"/>
                  <a:pt x="241" y="193"/>
                </a:cubicBezTo>
                <a:cubicBezTo>
                  <a:pt x="241" y="246"/>
                  <a:pt x="198" y="289"/>
                  <a:pt x="145" y="289"/>
                </a:cubicBezTo>
                <a:moveTo>
                  <a:pt x="337" y="0"/>
                </a:moveTo>
                <a:cubicBezTo>
                  <a:pt x="321" y="0"/>
                  <a:pt x="321" y="0"/>
                  <a:pt x="321" y="0"/>
                </a:cubicBezTo>
                <a:cubicBezTo>
                  <a:pt x="321" y="257"/>
                  <a:pt x="321" y="257"/>
                  <a:pt x="321" y="257"/>
                </a:cubicBezTo>
                <a:cubicBezTo>
                  <a:pt x="337" y="257"/>
                  <a:pt x="337" y="257"/>
                  <a:pt x="337" y="257"/>
                </a:cubicBezTo>
                <a:cubicBezTo>
                  <a:pt x="346" y="257"/>
                  <a:pt x="353" y="250"/>
                  <a:pt x="353" y="241"/>
                </a:cubicBezTo>
                <a:cubicBezTo>
                  <a:pt x="353" y="16"/>
                  <a:pt x="353" y="16"/>
                  <a:pt x="353" y="16"/>
                </a:cubicBezTo>
                <a:cubicBezTo>
                  <a:pt x="353" y="7"/>
                  <a:pt x="346" y="0"/>
                  <a:pt x="337" y="0"/>
                </a:cubicBezTo>
                <a:moveTo>
                  <a:pt x="113" y="137"/>
                </a:moveTo>
                <a:cubicBezTo>
                  <a:pt x="113" y="248"/>
                  <a:pt x="113" y="248"/>
                  <a:pt x="113" y="248"/>
                </a:cubicBezTo>
                <a:cubicBezTo>
                  <a:pt x="122" y="254"/>
                  <a:pt x="133" y="257"/>
                  <a:pt x="145" y="257"/>
                </a:cubicBezTo>
                <a:cubicBezTo>
                  <a:pt x="147" y="257"/>
                  <a:pt x="150" y="257"/>
                  <a:pt x="153" y="256"/>
                </a:cubicBezTo>
                <a:cubicBezTo>
                  <a:pt x="153" y="129"/>
                  <a:pt x="153" y="129"/>
                  <a:pt x="153" y="129"/>
                </a:cubicBezTo>
                <a:cubicBezTo>
                  <a:pt x="150" y="129"/>
                  <a:pt x="147" y="129"/>
                  <a:pt x="145" y="129"/>
                </a:cubicBezTo>
                <a:cubicBezTo>
                  <a:pt x="133" y="129"/>
                  <a:pt x="122" y="132"/>
                  <a:pt x="113" y="137"/>
                </a:cubicBezTo>
                <a:moveTo>
                  <a:pt x="97" y="235"/>
                </a:moveTo>
                <a:cubicBezTo>
                  <a:pt x="97" y="150"/>
                  <a:pt x="97" y="150"/>
                  <a:pt x="97" y="150"/>
                </a:cubicBezTo>
                <a:cubicBezTo>
                  <a:pt x="87" y="162"/>
                  <a:pt x="81" y="176"/>
                  <a:pt x="81" y="193"/>
                </a:cubicBezTo>
                <a:cubicBezTo>
                  <a:pt x="81" y="209"/>
                  <a:pt x="87" y="224"/>
                  <a:pt x="97" y="235"/>
                </a:cubicBezTo>
                <a:moveTo>
                  <a:pt x="201" y="224"/>
                </a:moveTo>
                <a:cubicBezTo>
                  <a:pt x="206" y="215"/>
                  <a:pt x="209" y="204"/>
                  <a:pt x="209" y="193"/>
                </a:cubicBezTo>
                <a:cubicBezTo>
                  <a:pt x="209" y="181"/>
                  <a:pt x="206" y="171"/>
                  <a:pt x="201" y="162"/>
                </a:cubicBezTo>
                <a:lnTo>
                  <a:pt x="201" y="224"/>
                </a:lnTo>
                <a:close/>
                <a:moveTo>
                  <a:pt x="169" y="252"/>
                </a:moveTo>
                <a:cubicBezTo>
                  <a:pt x="175" y="250"/>
                  <a:pt x="180" y="247"/>
                  <a:pt x="185" y="243"/>
                </a:cubicBezTo>
                <a:cubicBezTo>
                  <a:pt x="185" y="143"/>
                  <a:pt x="185" y="143"/>
                  <a:pt x="185" y="143"/>
                </a:cubicBezTo>
                <a:cubicBezTo>
                  <a:pt x="180" y="139"/>
                  <a:pt x="175" y="136"/>
                  <a:pt x="169" y="133"/>
                </a:cubicBezTo>
                <a:lnTo>
                  <a:pt x="169" y="252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0" name="Freeform 50"/>
          <p:cNvSpPr>
            <a:spLocks noEditPoints="1"/>
          </p:cNvSpPr>
          <p:nvPr/>
        </p:nvSpPr>
        <p:spPr bwMode="auto">
          <a:xfrm>
            <a:off x="6360584" y="5403852"/>
            <a:ext cx="577851" cy="421217"/>
          </a:xfrm>
          <a:custGeom>
            <a:avLst/>
            <a:gdLst>
              <a:gd name="T0" fmla="*/ 160 w 353"/>
              <a:gd name="T1" fmla="*/ 0 h 257"/>
              <a:gd name="T2" fmla="*/ 192 w 353"/>
              <a:gd name="T3" fmla="*/ 129 h 257"/>
              <a:gd name="T4" fmla="*/ 144 w 353"/>
              <a:gd name="T5" fmla="*/ 0 h 257"/>
              <a:gd name="T6" fmla="*/ 128 w 353"/>
              <a:gd name="T7" fmla="*/ 129 h 257"/>
              <a:gd name="T8" fmla="*/ 144 w 353"/>
              <a:gd name="T9" fmla="*/ 0 h 257"/>
              <a:gd name="T10" fmla="*/ 80 w 353"/>
              <a:gd name="T11" fmla="*/ 0 h 257"/>
              <a:gd name="T12" fmla="*/ 112 w 353"/>
              <a:gd name="T13" fmla="*/ 129 h 257"/>
              <a:gd name="T14" fmla="*/ 64 w 353"/>
              <a:gd name="T15" fmla="*/ 0 h 257"/>
              <a:gd name="T16" fmla="*/ 48 w 353"/>
              <a:gd name="T17" fmla="*/ 129 h 257"/>
              <a:gd name="T18" fmla="*/ 64 w 353"/>
              <a:gd name="T19" fmla="*/ 0 h 257"/>
              <a:gd name="T20" fmla="*/ 16 w 353"/>
              <a:gd name="T21" fmla="*/ 16 h 257"/>
              <a:gd name="T22" fmla="*/ 32 w 353"/>
              <a:gd name="T23" fmla="*/ 129 h 257"/>
              <a:gd name="T24" fmla="*/ 289 w 353"/>
              <a:gd name="T25" fmla="*/ 0 h 257"/>
              <a:gd name="T26" fmla="*/ 273 w 353"/>
              <a:gd name="T27" fmla="*/ 129 h 257"/>
              <a:gd name="T28" fmla="*/ 289 w 353"/>
              <a:gd name="T29" fmla="*/ 0 h 257"/>
              <a:gd name="T30" fmla="*/ 208 w 353"/>
              <a:gd name="T31" fmla="*/ 0 h 257"/>
              <a:gd name="T32" fmla="*/ 224 w 353"/>
              <a:gd name="T33" fmla="*/ 129 h 257"/>
              <a:gd name="T34" fmla="*/ 337 w 353"/>
              <a:gd name="T35" fmla="*/ 16 h 257"/>
              <a:gd name="T36" fmla="*/ 305 w 353"/>
              <a:gd name="T37" fmla="*/ 0 h 257"/>
              <a:gd name="T38" fmla="*/ 337 w 353"/>
              <a:gd name="T39" fmla="*/ 129 h 257"/>
              <a:gd name="T40" fmla="*/ 256 w 353"/>
              <a:gd name="T41" fmla="*/ 0 h 257"/>
              <a:gd name="T42" fmla="*/ 240 w 353"/>
              <a:gd name="T43" fmla="*/ 129 h 257"/>
              <a:gd name="T44" fmla="*/ 256 w 353"/>
              <a:gd name="T45" fmla="*/ 0 h 257"/>
              <a:gd name="T46" fmla="*/ 321 w 353"/>
              <a:gd name="T47" fmla="*/ 257 h 257"/>
              <a:gd name="T48" fmla="*/ 337 w 353"/>
              <a:gd name="T49" fmla="*/ 209 h 257"/>
              <a:gd name="T50" fmla="*/ 305 w 353"/>
              <a:gd name="T51" fmla="*/ 257 h 257"/>
              <a:gd name="T52" fmla="*/ 256 w 353"/>
              <a:gd name="T53" fmla="*/ 257 h 257"/>
              <a:gd name="T54" fmla="*/ 240 w 353"/>
              <a:gd name="T55" fmla="*/ 209 h 257"/>
              <a:gd name="T56" fmla="*/ 273 w 353"/>
              <a:gd name="T57" fmla="*/ 257 h 257"/>
              <a:gd name="T58" fmla="*/ 289 w 353"/>
              <a:gd name="T59" fmla="*/ 209 h 257"/>
              <a:gd name="T60" fmla="*/ 273 w 353"/>
              <a:gd name="T61" fmla="*/ 257 h 257"/>
              <a:gd name="T62" fmla="*/ 32 w 353"/>
              <a:gd name="T63" fmla="*/ 257 h 257"/>
              <a:gd name="T64" fmla="*/ 16 w 353"/>
              <a:gd name="T65" fmla="*/ 209 h 257"/>
              <a:gd name="T66" fmla="*/ 337 w 353"/>
              <a:gd name="T67" fmla="*/ 145 h 257"/>
              <a:gd name="T68" fmla="*/ 0 w 353"/>
              <a:gd name="T69" fmla="*/ 161 h 257"/>
              <a:gd name="T70" fmla="*/ 16 w 353"/>
              <a:gd name="T71" fmla="*/ 193 h 257"/>
              <a:gd name="T72" fmla="*/ 353 w 353"/>
              <a:gd name="T73" fmla="*/ 177 h 257"/>
              <a:gd name="T74" fmla="*/ 337 w 353"/>
              <a:gd name="T75" fmla="*/ 145 h 257"/>
              <a:gd name="T76" fmla="*/ 16 w 353"/>
              <a:gd name="T77" fmla="*/ 177 h 257"/>
              <a:gd name="T78" fmla="*/ 337 w 353"/>
              <a:gd name="T79" fmla="*/ 161 h 257"/>
              <a:gd name="T80" fmla="*/ 208 w 353"/>
              <a:gd name="T81" fmla="*/ 257 h 257"/>
              <a:gd name="T82" fmla="*/ 224 w 353"/>
              <a:gd name="T83" fmla="*/ 209 h 257"/>
              <a:gd name="T84" fmla="*/ 208 w 353"/>
              <a:gd name="T85" fmla="*/ 257 h 257"/>
              <a:gd name="T86" fmla="*/ 112 w 353"/>
              <a:gd name="T87" fmla="*/ 257 h 257"/>
              <a:gd name="T88" fmla="*/ 80 w 353"/>
              <a:gd name="T89" fmla="*/ 209 h 257"/>
              <a:gd name="T90" fmla="*/ 48 w 353"/>
              <a:gd name="T91" fmla="*/ 257 h 257"/>
              <a:gd name="T92" fmla="*/ 64 w 353"/>
              <a:gd name="T93" fmla="*/ 209 h 257"/>
              <a:gd name="T94" fmla="*/ 48 w 353"/>
              <a:gd name="T95" fmla="*/ 257 h 257"/>
              <a:gd name="T96" fmla="*/ 144 w 353"/>
              <a:gd name="T97" fmla="*/ 257 h 257"/>
              <a:gd name="T98" fmla="*/ 128 w 353"/>
              <a:gd name="T99" fmla="*/ 209 h 257"/>
              <a:gd name="T100" fmla="*/ 160 w 353"/>
              <a:gd name="T101" fmla="*/ 257 h 257"/>
              <a:gd name="T102" fmla="*/ 192 w 353"/>
              <a:gd name="T103" fmla="*/ 209 h 257"/>
              <a:gd name="T104" fmla="*/ 160 w 353"/>
              <a:gd name="T105" fmla="*/ 257 h 2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353" h="257">
                <a:moveTo>
                  <a:pt x="192" y="0"/>
                </a:moveTo>
                <a:cubicBezTo>
                  <a:pt x="160" y="0"/>
                  <a:pt x="160" y="0"/>
                  <a:pt x="160" y="0"/>
                </a:cubicBezTo>
                <a:cubicBezTo>
                  <a:pt x="160" y="129"/>
                  <a:pt x="160" y="129"/>
                  <a:pt x="160" y="129"/>
                </a:cubicBezTo>
                <a:cubicBezTo>
                  <a:pt x="192" y="129"/>
                  <a:pt x="192" y="129"/>
                  <a:pt x="192" y="129"/>
                </a:cubicBezTo>
                <a:lnTo>
                  <a:pt x="192" y="0"/>
                </a:lnTo>
                <a:close/>
                <a:moveTo>
                  <a:pt x="144" y="0"/>
                </a:moveTo>
                <a:cubicBezTo>
                  <a:pt x="128" y="0"/>
                  <a:pt x="128" y="0"/>
                  <a:pt x="128" y="0"/>
                </a:cubicBezTo>
                <a:cubicBezTo>
                  <a:pt x="128" y="129"/>
                  <a:pt x="128" y="129"/>
                  <a:pt x="128" y="129"/>
                </a:cubicBezTo>
                <a:cubicBezTo>
                  <a:pt x="144" y="129"/>
                  <a:pt x="144" y="129"/>
                  <a:pt x="144" y="129"/>
                </a:cubicBezTo>
                <a:lnTo>
                  <a:pt x="144" y="0"/>
                </a:lnTo>
                <a:close/>
                <a:moveTo>
                  <a:pt x="112" y="0"/>
                </a:moveTo>
                <a:cubicBezTo>
                  <a:pt x="80" y="0"/>
                  <a:pt x="80" y="0"/>
                  <a:pt x="80" y="0"/>
                </a:cubicBezTo>
                <a:cubicBezTo>
                  <a:pt x="80" y="129"/>
                  <a:pt x="80" y="129"/>
                  <a:pt x="80" y="129"/>
                </a:cubicBezTo>
                <a:cubicBezTo>
                  <a:pt x="112" y="129"/>
                  <a:pt x="112" y="129"/>
                  <a:pt x="112" y="129"/>
                </a:cubicBezTo>
                <a:lnTo>
                  <a:pt x="112" y="0"/>
                </a:lnTo>
                <a:close/>
                <a:moveTo>
                  <a:pt x="64" y="0"/>
                </a:moveTo>
                <a:cubicBezTo>
                  <a:pt x="48" y="0"/>
                  <a:pt x="48" y="0"/>
                  <a:pt x="48" y="0"/>
                </a:cubicBezTo>
                <a:cubicBezTo>
                  <a:pt x="48" y="129"/>
                  <a:pt x="48" y="129"/>
                  <a:pt x="48" y="129"/>
                </a:cubicBezTo>
                <a:cubicBezTo>
                  <a:pt x="64" y="129"/>
                  <a:pt x="64" y="129"/>
                  <a:pt x="64" y="129"/>
                </a:cubicBezTo>
                <a:lnTo>
                  <a:pt x="64" y="0"/>
                </a:lnTo>
                <a:close/>
                <a:moveTo>
                  <a:pt x="32" y="0"/>
                </a:moveTo>
                <a:cubicBezTo>
                  <a:pt x="23" y="0"/>
                  <a:pt x="16" y="7"/>
                  <a:pt x="16" y="16"/>
                </a:cubicBezTo>
                <a:cubicBezTo>
                  <a:pt x="16" y="129"/>
                  <a:pt x="16" y="129"/>
                  <a:pt x="16" y="129"/>
                </a:cubicBezTo>
                <a:cubicBezTo>
                  <a:pt x="32" y="129"/>
                  <a:pt x="32" y="129"/>
                  <a:pt x="32" y="129"/>
                </a:cubicBezTo>
                <a:lnTo>
                  <a:pt x="32" y="0"/>
                </a:lnTo>
                <a:close/>
                <a:moveTo>
                  <a:pt x="289" y="0"/>
                </a:moveTo>
                <a:cubicBezTo>
                  <a:pt x="273" y="0"/>
                  <a:pt x="273" y="0"/>
                  <a:pt x="273" y="0"/>
                </a:cubicBezTo>
                <a:cubicBezTo>
                  <a:pt x="273" y="129"/>
                  <a:pt x="273" y="129"/>
                  <a:pt x="273" y="129"/>
                </a:cubicBezTo>
                <a:cubicBezTo>
                  <a:pt x="289" y="129"/>
                  <a:pt x="289" y="129"/>
                  <a:pt x="289" y="129"/>
                </a:cubicBezTo>
                <a:lnTo>
                  <a:pt x="289" y="0"/>
                </a:lnTo>
                <a:close/>
                <a:moveTo>
                  <a:pt x="224" y="0"/>
                </a:moveTo>
                <a:cubicBezTo>
                  <a:pt x="208" y="0"/>
                  <a:pt x="208" y="0"/>
                  <a:pt x="208" y="0"/>
                </a:cubicBezTo>
                <a:cubicBezTo>
                  <a:pt x="208" y="129"/>
                  <a:pt x="208" y="129"/>
                  <a:pt x="208" y="129"/>
                </a:cubicBezTo>
                <a:cubicBezTo>
                  <a:pt x="224" y="129"/>
                  <a:pt x="224" y="129"/>
                  <a:pt x="224" y="129"/>
                </a:cubicBezTo>
                <a:lnTo>
                  <a:pt x="224" y="0"/>
                </a:lnTo>
                <a:close/>
                <a:moveTo>
                  <a:pt x="337" y="16"/>
                </a:moveTo>
                <a:cubicBezTo>
                  <a:pt x="337" y="7"/>
                  <a:pt x="330" y="0"/>
                  <a:pt x="321" y="0"/>
                </a:cubicBezTo>
                <a:cubicBezTo>
                  <a:pt x="305" y="0"/>
                  <a:pt x="305" y="0"/>
                  <a:pt x="305" y="0"/>
                </a:cubicBezTo>
                <a:cubicBezTo>
                  <a:pt x="305" y="129"/>
                  <a:pt x="305" y="129"/>
                  <a:pt x="305" y="129"/>
                </a:cubicBezTo>
                <a:cubicBezTo>
                  <a:pt x="337" y="129"/>
                  <a:pt x="337" y="129"/>
                  <a:pt x="337" y="129"/>
                </a:cubicBezTo>
                <a:lnTo>
                  <a:pt x="337" y="16"/>
                </a:lnTo>
                <a:close/>
                <a:moveTo>
                  <a:pt x="256" y="0"/>
                </a:moveTo>
                <a:cubicBezTo>
                  <a:pt x="240" y="0"/>
                  <a:pt x="240" y="0"/>
                  <a:pt x="240" y="0"/>
                </a:cubicBezTo>
                <a:cubicBezTo>
                  <a:pt x="240" y="129"/>
                  <a:pt x="240" y="129"/>
                  <a:pt x="240" y="129"/>
                </a:cubicBezTo>
                <a:cubicBezTo>
                  <a:pt x="256" y="129"/>
                  <a:pt x="256" y="129"/>
                  <a:pt x="256" y="129"/>
                </a:cubicBezTo>
                <a:lnTo>
                  <a:pt x="256" y="0"/>
                </a:lnTo>
                <a:close/>
                <a:moveTo>
                  <a:pt x="305" y="257"/>
                </a:moveTo>
                <a:cubicBezTo>
                  <a:pt x="321" y="257"/>
                  <a:pt x="321" y="257"/>
                  <a:pt x="321" y="257"/>
                </a:cubicBezTo>
                <a:cubicBezTo>
                  <a:pt x="330" y="257"/>
                  <a:pt x="337" y="250"/>
                  <a:pt x="337" y="241"/>
                </a:cubicBezTo>
                <a:cubicBezTo>
                  <a:pt x="337" y="209"/>
                  <a:pt x="337" y="209"/>
                  <a:pt x="337" y="209"/>
                </a:cubicBezTo>
                <a:cubicBezTo>
                  <a:pt x="305" y="209"/>
                  <a:pt x="305" y="209"/>
                  <a:pt x="305" y="209"/>
                </a:cubicBezTo>
                <a:lnTo>
                  <a:pt x="305" y="257"/>
                </a:lnTo>
                <a:close/>
                <a:moveTo>
                  <a:pt x="240" y="257"/>
                </a:moveTo>
                <a:cubicBezTo>
                  <a:pt x="256" y="257"/>
                  <a:pt x="256" y="257"/>
                  <a:pt x="256" y="257"/>
                </a:cubicBezTo>
                <a:cubicBezTo>
                  <a:pt x="256" y="209"/>
                  <a:pt x="256" y="209"/>
                  <a:pt x="256" y="209"/>
                </a:cubicBezTo>
                <a:cubicBezTo>
                  <a:pt x="240" y="209"/>
                  <a:pt x="240" y="209"/>
                  <a:pt x="240" y="209"/>
                </a:cubicBezTo>
                <a:lnTo>
                  <a:pt x="240" y="257"/>
                </a:lnTo>
                <a:close/>
                <a:moveTo>
                  <a:pt x="273" y="257"/>
                </a:moveTo>
                <a:cubicBezTo>
                  <a:pt x="289" y="257"/>
                  <a:pt x="289" y="257"/>
                  <a:pt x="289" y="257"/>
                </a:cubicBezTo>
                <a:cubicBezTo>
                  <a:pt x="289" y="209"/>
                  <a:pt x="289" y="209"/>
                  <a:pt x="289" y="209"/>
                </a:cubicBezTo>
                <a:cubicBezTo>
                  <a:pt x="273" y="209"/>
                  <a:pt x="273" y="209"/>
                  <a:pt x="273" y="209"/>
                </a:cubicBezTo>
                <a:lnTo>
                  <a:pt x="273" y="257"/>
                </a:lnTo>
                <a:close/>
                <a:moveTo>
                  <a:pt x="16" y="241"/>
                </a:moveTo>
                <a:cubicBezTo>
                  <a:pt x="16" y="250"/>
                  <a:pt x="23" y="257"/>
                  <a:pt x="32" y="257"/>
                </a:cubicBezTo>
                <a:cubicBezTo>
                  <a:pt x="32" y="209"/>
                  <a:pt x="32" y="209"/>
                  <a:pt x="32" y="209"/>
                </a:cubicBezTo>
                <a:cubicBezTo>
                  <a:pt x="16" y="209"/>
                  <a:pt x="16" y="209"/>
                  <a:pt x="16" y="209"/>
                </a:cubicBezTo>
                <a:lnTo>
                  <a:pt x="16" y="241"/>
                </a:lnTo>
                <a:close/>
                <a:moveTo>
                  <a:pt x="337" y="145"/>
                </a:moveTo>
                <a:cubicBezTo>
                  <a:pt x="16" y="145"/>
                  <a:pt x="16" y="145"/>
                  <a:pt x="16" y="145"/>
                </a:cubicBezTo>
                <a:cubicBezTo>
                  <a:pt x="7" y="145"/>
                  <a:pt x="0" y="152"/>
                  <a:pt x="0" y="161"/>
                </a:cubicBezTo>
                <a:cubicBezTo>
                  <a:pt x="0" y="177"/>
                  <a:pt x="0" y="177"/>
                  <a:pt x="0" y="177"/>
                </a:cubicBezTo>
                <a:cubicBezTo>
                  <a:pt x="0" y="186"/>
                  <a:pt x="7" y="193"/>
                  <a:pt x="16" y="193"/>
                </a:cubicBezTo>
                <a:cubicBezTo>
                  <a:pt x="337" y="193"/>
                  <a:pt x="337" y="193"/>
                  <a:pt x="337" y="193"/>
                </a:cubicBezTo>
                <a:cubicBezTo>
                  <a:pt x="346" y="193"/>
                  <a:pt x="353" y="186"/>
                  <a:pt x="353" y="177"/>
                </a:cubicBezTo>
                <a:cubicBezTo>
                  <a:pt x="353" y="161"/>
                  <a:pt x="353" y="161"/>
                  <a:pt x="353" y="161"/>
                </a:cubicBezTo>
                <a:cubicBezTo>
                  <a:pt x="353" y="152"/>
                  <a:pt x="346" y="145"/>
                  <a:pt x="337" y="145"/>
                </a:cubicBezTo>
                <a:moveTo>
                  <a:pt x="337" y="177"/>
                </a:moveTo>
                <a:cubicBezTo>
                  <a:pt x="16" y="177"/>
                  <a:pt x="16" y="177"/>
                  <a:pt x="16" y="177"/>
                </a:cubicBezTo>
                <a:cubicBezTo>
                  <a:pt x="16" y="161"/>
                  <a:pt x="16" y="161"/>
                  <a:pt x="16" y="161"/>
                </a:cubicBezTo>
                <a:cubicBezTo>
                  <a:pt x="337" y="161"/>
                  <a:pt x="337" y="161"/>
                  <a:pt x="337" y="161"/>
                </a:cubicBezTo>
                <a:lnTo>
                  <a:pt x="337" y="177"/>
                </a:lnTo>
                <a:close/>
                <a:moveTo>
                  <a:pt x="208" y="257"/>
                </a:moveTo>
                <a:cubicBezTo>
                  <a:pt x="224" y="257"/>
                  <a:pt x="224" y="257"/>
                  <a:pt x="224" y="257"/>
                </a:cubicBezTo>
                <a:cubicBezTo>
                  <a:pt x="224" y="209"/>
                  <a:pt x="224" y="209"/>
                  <a:pt x="224" y="209"/>
                </a:cubicBezTo>
                <a:cubicBezTo>
                  <a:pt x="208" y="209"/>
                  <a:pt x="208" y="209"/>
                  <a:pt x="208" y="209"/>
                </a:cubicBezTo>
                <a:lnTo>
                  <a:pt x="208" y="257"/>
                </a:lnTo>
                <a:close/>
                <a:moveTo>
                  <a:pt x="80" y="257"/>
                </a:moveTo>
                <a:cubicBezTo>
                  <a:pt x="112" y="257"/>
                  <a:pt x="112" y="257"/>
                  <a:pt x="112" y="257"/>
                </a:cubicBezTo>
                <a:cubicBezTo>
                  <a:pt x="112" y="209"/>
                  <a:pt x="112" y="209"/>
                  <a:pt x="112" y="209"/>
                </a:cubicBezTo>
                <a:cubicBezTo>
                  <a:pt x="80" y="209"/>
                  <a:pt x="80" y="209"/>
                  <a:pt x="80" y="209"/>
                </a:cubicBezTo>
                <a:lnTo>
                  <a:pt x="80" y="257"/>
                </a:lnTo>
                <a:close/>
                <a:moveTo>
                  <a:pt x="48" y="257"/>
                </a:moveTo>
                <a:cubicBezTo>
                  <a:pt x="64" y="257"/>
                  <a:pt x="64" y="257"/>
                  <a:pt x="64" y="257"/>
                </a:cubicBezTo>
                <a:cubicBezTo>
                  <a:pt x="64" y="209"/>
                  <a:pt x="64" y="209"/>
                  <a:pt x="64" y="209"/>
                </a:cubicBezTo>
                <a:cubicBezTo>
                  <a:pt x="48" y="209"/>
                  <a:pt x="48" y="209"/>
                  <a:pt x="48" y="209"/>
                </a:cubicBezTo>
                <a:lnTo>
                  <a:pt x="48" y="257"/>
                </a:lnTo>
                <a:close/>
                <a:moveTo>
                  <a:pt x="128" y="257"/>
                </a:moveTo>
                <a:cubicBezTo>
                  <a:pt x="144" y="257"/>
                  <a:pt x="144" y="257"/>
                  <a:pt x="144" y="257"/>
                </a:cubicBezTo>
                <a:cubicBezTo>
                  <a:pt x="144" y="209"/>
                  <a:pt x="144" y="209"/>
                  <a:pt x="144" y="209"/>
                </a:cubicBezTo>
                <a:cubicBezTo>
                  <a:pt x="128" y="209"/>
                  <a:pt x="128" y="209"/>
                  <a:pt x="128" y="209"/>
                </a:cubicBezTo>
                <a:lnTo>
                  <a:pt x="128" y="257"/>
                </a:lnTo>
                <a:close/>
                <a:moveTo>
                  <a:pt x="160" y="257"/>
                </a:moveTo>
                <a:cubicBezTo>
                  <a:pt x="192" y="257"/>
                  <a:pt x="192" y="257"/>
                  <a:pt x="192" y="257"/>
                </a:cubicBezTo>
                <a:cubicBezTo>
                  <a:pt x="192" y="209"/>
                  <a:pt x="192" y="209"/>
                  <a:pt x="192" y="209"/>
                </a:cubicBezTo>
                <a:cubicBezTo>
                  <a:pt x="160" y="209"/>
                  <a:pt x="160" y="209"/>
                  <a:pt x="160" y="209"/>
                </a:cubicBezTo>
                <a:lnTo>
                  <a:pt x="160" y="257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1" name="Freeform 51"/>
          <p:cNvSpPr>
            <a:spLocks noEditPoints="1"/>
          </p:cNvSpPr>
          <p:nvPr/>
        </p:nvSpPr>
        <p:spPr bwMode="auto">
          <a:xfrm>
            <a:off x="7463367" y="5325533"/>
            <a:ext cx="577851" cy="577851"/>
          </a:xfrm>
          <a:custGeom>
            <a:avLst/>
            <a:gdLst>
              <a:gd name="T0" fmla="*/ 88 w 353"/>
              <a:gd name="T1" fmla="*/ 64 h 353"/>
              <a:gd name="T2" fmla="*/ 88 w 353"/>
              <a:gd name="T3" fmla="*/ 80 h 353"/>
              <a:gd name="T4" fmla="*/ 209 w 353"/>
              <a:gd name="T5" fmla="*/ 72 h 353"/>
              <a:gd name="T6" fmla="*/ 72 w 353"/>
              <a:gd name="T7" fmla="*/ 169 h 353"/>
              <a:gd name="T8" fmla="*/ 72 w 353"/>
              <a:gd name="T9" fmla="*/ 153 h 353"/>
              <a:gd name="T10" fmla="*/ 72 w 353"/>
              <a:gd name="T11" fmla="*/ 169 h 353"/>
              <a:gd name="T12" fmla="*/ 321 w 353"/>
              <a:gd name="T13" fmla="*/ 112 h 353"/>
              <a:gd name="T14" fmla="*/ 257 w 353"/>
              <a:gd name="T15" fmla="*/ 0 h 353"/>
              <a:gd name="T16" fmla="*/ 32 w 353"/>
              <a:gd name="T17" fmla="*/ 16 h 353"/>
              <a:gd name="T18" fmla="*/ 16 w 353"/>
              <a:gd name="T19" fmla="*/ 112 h 353"/>
              <a:gd name="T20" fmla="*/ 0 w 353"/>
              <a:gd name="T21" fmla="*/ 193 h 353"/>
              <a:gd name="T22" fmla="*/ 32 w 353"/>
              <a:gd name="T23" fmla="*/ 209 h 353"/>
              <a:gd name="T24" fmla="*/ 40 w 353"/>
              <a:gd name="T25" fmla="*/ 353 h 353"/>
              <a:gd name="T26" fmla="*/ 48 w 353"/>
              <a:gd name="T27" fmla="*/ 209 h 353"/>
              <a:gd name="T28" fmla="*/ 64 w 353"/>
              <a:gd name="T29" fmla="*/ 297 h 353"/>
              <a:gd name="T30" fmla="*/ 80 w 353"/>
              <a:gd name="T31" fmla="*/ 297 h 353"/>
              <a:gd name="T32" fmla="*/ 96 w 353"/>
              <a:gd name="T33" fmla="*/ 209 h 353"/>
              <a:gd name="T34" fmla="*/ 104 w 353"/>
              <a:gd name="T35" fmla="*/ 257 h 353"/>
              <a:gd name="T36" fmla="*/ 112 w 353"/>
              <a:gd name="T37" fmla="*/ 209 h 353"/>
              <a:gd name="T38" fmla="*/ 128 w 353"/>
              <a:gd name="T39" fmla="*/ 329 h 353"/>
              <a:gd name="T40" fmla="*/ 144 w 353"/>
              <a:gd name="T41" fmla="*/ 329 h 353"/>
              <a:gd name="T42" fmla="*/ 168 w 353"/>
              <a:gd name="T43" fmla="*/ 209 h 353"/>
              <a:gd name="T44" fmla="*/ 176 w 353"/>
              <a:gd name="T45" fmla="*/ 321 h 353"/>
              <a:gd name="T46" fmla="*/ 185 w 353"/>
              <a:gd name="T47" fmla="*/ 209 h 353"/>
              <a:gd name="T48" fmla="*/ 209 w 353"/>
              <a:gd name="T49" fmla="*/ 265 h 353"/>
              <a:gd name="T50" fmla="*/ 225 w 353"/>
              <a:gd name="T51" fmla="*/ 265 h 353"/>
              <a:gd name="T52" fmla="*/ 241 w 353"/>
              <a:gd name="T53" fmla="*/ 209 h 353"/>
              <a:gd name="T54" fmla="*/ 249 w 353"/>
              <a:gd name="T55" fmla="*/ 289 h 353"/>
              <a:gd name="T56" fmla="*/ 257 w 353"/>
              <a:gd name="T57" fmla="*/ 209 h 353"/>
              <a:gd name="T58" fmla="*/ 273 w 353"/>
              <a:gd name="T59" fmla="*/ 329 h 353"/>
              <a:gd name="T60" fmla="*/ 289 w 353"/>
              <a:gd name="T61" fmla="*/ 329 h 353"/>
              <a:gd name="T62" fmla="*/ 305 w 353"/>
              <a:gd name="T63" fmla="*/ 209 h 353"/>
              <a:gd name="T64" fmla="*/ 313 w 353"/>
              <a:gd name="T65" fmla="*/ 321 h 353"/>
              <a:gd name="T66" fmla="*/ 321 w 353"/>
              <a:gd name="T67" fmla="*/ 209 h 353"/>
              <a:gd name="T68" fmla="*/ 353 w 353"/>
              <a:gd name="T69" fmla="*/ 193 h 353"/>
              <a:gd name="T70" fmla="*/ 337 w 353"/>
              <a:gd name="T71" fmla="*/ 112 h 353"/>
              <a:gd name="T72" fmla="*/ 297 w 353"/>
              <a:gd name="T73" fmla="*/ 64 h 353"/>
              <a:gd name="T74" fmla="*/ 257 w 353"/>
              <a:gd name="T75" fmla="*/ 24 h 353"/>
              <a:gd name="T76" fmla="*/ 241 w 353"/>
              <a:gd name="T77" fmla="*/ 16 h 353"/>
              <a:gd name="T78" fmla="*/ 249 w 353"/>
              <a:gd name="T79" fmla="*/ 80 h 353"/>
              <a:gd name="T80" fmla="*/ 305 w 353"/>
              <a:gd name="T81" fmla="*/ 112 h 353"/>
              <a:gd name="T82" fmla="*/ 48 w 353"/>
              <a:gd name="T83" fmla="*/ 16 h 353"/>
              <a:gd name="T84" fmla="*/ 16 w 353"/>
              <a:gd name="T85" fmla="*/ 193 h 353"/>
              <a:gd name="T86" fmla="*/ 337 w 353"/>
              <a:gd name="T87" fmla="*/ 129 h 353"/>
              <a:gd name="T88" fmla="*/ 40 w 353"/>
              <a:gd name="T89" fmla="*/ 169 h 353"/>
              <a:gd name="T90" fmla="*/ 40 w 353"/>
              <a:gd name="T91" fmla="*/ 153 h 353"/>
              <a:gd name="T92" fmla="*/ 40 w 353"/>
              <a:gd name="T93" fmla="*/ 169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353" h="353">
                <a:moveTo>
                  <a:pt x="201" y="64"/>
                </a:moveTo>
                <a:cubicBezTo>
                  <a:pt x="88" y="64"/>
                  <a:pt x="88" y="64"/>
                  <a:pt x="88" y="64"/>
                </a:cubicBezTo>
                <a:cubicBezTo>
                  <a:pt x="84" y="64"/>
                  <a:pt x="80" y="68"/>
                  <a:pt x="80" y="72"/>
                </a:cubicBezTo>
                <a:cubicBezTo>
                  <a:pt x="80" y="77"/>
                  <a:pt x="84" y="80"/>
                  <a:pt x="88" y="80"/>
                </a:cubicBezTo>
                <a:cubicBezTo>
                  <a:pt x="201" y="80"/>
                  <a:pt x="201" y="80"/>
                  <a:pt x="201" y="80"/>
                </a:cubicBezTo>
                <a:cubicBezTo>
                  <a:pt x="205" y="80"/>
                  <a:pt x="209" y="77"/>
                  <a:pt x="209" y="72"/>
                </a:cubicBezTo>
                <a:cubicBezTo>
                  <a:pt x="209" y="68"/>
                  <a:pt x="205" y="64"/>
                  <a:pt x="201" y="64"/>
                </a:cubicBezTo>
                <a:moveTo>
                  <a:pt x="72" y="169"/>
                </a:moveTo>
                <a:cubicBezTo>
                  <a:pt x="77" y="169"/>
                  <a:pt x="80" y="165"/>
                  <a:pt x="80" y="161"/>
                </a:cubicBezTo>
                <a:cubicBezTo>
                  <a:pt x="80" y="156"/>
                  <a:pt x="77" y="153"/>
                  <a:pt x="72" y="153"/>
                </a:cubicBezTo>
                <a:cubicBezTo>
                  <a:pt x="68" y="153"/>
                  <a:pt x="64" y="156"/>
                  <a:pt x="64" y="161"/>
                </a:cubicBezTo>
                <a:cubicBezTo>
                  <a:pt x="64" y="165"/>
                  <a:pt x="68" y="169"/>
                  <a:pt x="72" y="169"/>
                </a:cubicBezTo>
                <a:moveTo>
                  <a:pt x="337" y="112"/>
                </a:moveTo>
                <a:cubicBezTo>
                  <a:pt x="321" y="112"/>
                  <a:pt x="321" y="112"/>
                  <a:pt x="321" y="112"/>
                </a:cubicBezTo>
                <a:cubicBezTo>
                  <a:pt x="321" y="64"/>
                  <a:pt x="321" y="64"/>
                  <a:pt x="321" y="64"/>
                </a:cubicBezTo>
                <a:cubicBezTo>
                  <a:pt x="257" y="0"/>
                  <a:pt x="257" y="0"/>
                  <a:pt x="257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39" y="0"/>
                  <a:pt x="32" y="7"/>
                  <a:pt x="32" y="16"/>
                </a:cubicBezTo>
                <a:cubicBezTo>
                  <a:pt x="32" y="112"/>
                  <a:pt x="32" y="112"/>
                  <a:pt x="32" y="112"/>
                </a:cubicBezTo>
                <a:cubicBezTo>
                  <a:pt x="16" y="112"/>
                  <a:pt x="16" y="112"/>
                  <a:pt x="16" y="112"/>
                </a:cubicBezTo>
                <a:cubicBezTo>
                  <a:pt x="7" y="112"/>
                  <a:pt x="0" y="120"/>
                  <a:pt x="0" y="129"/>
                </a:cubicBezTo>
                <a:cubicBezTo>
                  <a:pt x="0" y="193"/>
                  <a:pt x="0" y="193"/>
                  <a:pt x="0" y="193"/>
                </a:cubicBezTo>
                <a:cubicBezTo>
                  <a:pt x="0" y="202"/>
                  <a:pt x="7" y="209"/>
                  <a:pt x="16" y="209"/>
                </a:cubicBezTo>
                <a:cubicBezTo>
                  <a:pt x="32" y="209"/>
                  <a:pt x="32" y="209"/>
                  <a:pt x="32" y="209"/>
                </a:cubicBezTo>
                <a:cubicBezTo>
                  <a:pt x="32" y="345"/>
                  <a:pt x="32" y="345"/>
                  <a:pt x="32" y="345"/>
                </a:cubicBezTo>
                <a:cubicBezTo>
                  <a:pt x="32" y="350"/>
                  <a:pt x="36" y="353"/>
                  <a:pt x="40" y="353"/>
                </a:cubicBezTo>
                <a:cubicBezTo>
                  <a:pt x="44" y="353"/>
                  <a:pt x="48" y="350"/>
                  <a:pt x="48" y="345"/>
                </a:cubicBezTo>
                <a:cubicBezTo>
                  <a:pt x="48" y="209"/>
                  <a:pt x="48" y="209"/>
                  <a:pt x="48" y="209"/>
                </a:cubicBezTo>
                <a:cubicBezTo>
                  <a:pt x="64" y="209"/>
                  <a:pt x="64" y="209"/>
                  <a:pt x="64" y="209"/>
                </a:cubicBezTo>
                <a:cubicBezTo>
                  <a:pt x="64" y="297"/>
                  <a:pt x="64" y="297"/>
                  <a:pt x="64" y="297"/>
                </a:cubicBezTo>
                <a:cubicBezTo>
                  <a:pt x="64" y="302"/>
                  <a:pt x="68" y="305"/>
                  <a:pt x="72" y="305"/>
                </a:cubicBezTo>
                <a:cubicBezTo>
                  <a:pt x="77" y="305"/>
                  <a:pt x="80" y="302"/>
                  <a:pt x="80" y="297"/>
                </a:cubicBezTo>
                <a:cubicBezTo>
                  <a:pt x="80" y="209"/>
                  <a:pt x="80" y="209"/>
                  <a:pt x="80" y="209"/>
                </a:cubicBezTo>
                <a:cubicBezTo>
                  <a:pt x="96" y="209"/>
                  <a:pt x="96" y="209"/>
                  <a:pt x="96" y="209"/>
                </a:cubicBezTo>
                <a:cubicBezTo>
                  <a:pt x="96" y="249"/>
                  <a:pt x="96" y="249"/>
                  <a:pt x="96" y="249"/>
                </a:cubicBezTo>
                <a:cubicBezTo>
                  <a:pt x="96" y="253"/>
                  <a:pt x="100" y="257"/>
                  <a:pt x="104" y="257"/>
                </a:cubicBezTo>
                <a:cubicBezTo>
                  <a:pt x="109" y="257"/>
                  <a:pt x="112" y="253"/>
                  <a:pt x="112" y="249"/>
                </a:cubicBezTo>
                <a:cubicBezTo>
                  <a:pt x="112" y="209"/>
                  <a:pt x="112" y="209"/>
                  <a:pt x="112" y="209"/>
                </a:cubicBezTo>
                <a:cubicBezTo>
                  <a:pt x="128" y="209"/>
                  <a:pt x="128" y="209"/>
                  <a:pt x="128" y="209"/>
                </a:cubicBezTo>
                <a:cubicBezTo>
                  <a:pt x="128" y="329"/>
                  <a:pt x="128" y="329"/>
                  <a:pt x="128" y="329"/>
                </a:cubicBezTo>
                <a:cubicBezTo>
                  <a:pt x="128" y="334"/>
                  <a:pt x="132" y="337"/>
                  <a:pt x="136" y="337"/>
                </a:cubicBezTo>
                <a:cubicBezTo>
                  <a:pt x="141" y="337"/>
                  <a:pt x="144" y="334"/>
                  <a:pt x="144" y="329"/>
                </a:cubicBezTo>
                <a:cubicBezTo>
                  <a:pt x="144" y="209"/>
                  <a:pt x="144" y="209"/>
                  <a:pt x="144" y="209"/>
                </a:cubicBezTo>
                <a:cubicBezTo>
                  <a:pt x="168" y="209"/>
                  <a:pt x="168" y="209"/>
                  <a:pt x="168" y="209"/>
                </a:cubicBezTo>
                <a:cubicBezTo>
                  <a:pt x="168" y="313"/>
                  <a:pt x="168" y="313"/>
                  <a:pt x="168" y="313"/>
                </a:cubicBezTo>
                <a:cubicBezTo>
                  <a:pt x="168" y="318"/>
                  <a:pt x="172" y="321"/>
                  <a:pt x="176" y="321"/>
                </a:cubicBezTo>
                <a:cubicBezTo>
                  <a:pt x="181" y="321"/>
                  <a:pt x="185" y="318"/>
                  <a:pt x="185" y="313"/>
                </a:cubicBezTo>
                <a:cubicBezTo>
                  <a:pt x="185" y="209"/>
                  <a:pt x="185" y="209"/>
                  <a:pt x="185" y="209"/>
                </a:cubicBezTo>
                <a:cubicBezTo>
                  <a:pt x="209" y="209"/>
                  <a:pt x="209" y="209"/>
                  <a:pt x="209" y="209"/>
                </a:cubicBezTo>
                <a:cubicBezTo>
                  <a:pt x="209" y="265"/>
                  <a:pt x="209" y="265"/>
                  <a:pt x="209" y="265"/>
                </a:cubicBezTo>
                <a:cubicBezTo>
                  <a:pt x="209" y="269"/>
                  <a:pt x="212" y="273"/>
                  <a:pt x="217" y="273"/>
                </a:cubicBezTo>
                <a:cubicBezTo>
                  <a:pt x="221" y="273"/>
                  <a:pt x="225" y="269"/>
                  <a:pt x="225" y="265"/>
                </a:cubicBezTo>
                <a:cubicBezTo>
                  <a:pt x="225" y="209"/>
                  <a:pt x="225" y="209"/>
                  <a:pt x="225" y="209"/>
                </a:cubicBezTo>
                <a:cubicBezTo>
                  <a:pt x="241" y="209"/>
                  <a:pt x="241" y="209"/>
                  <a:pt x="241" y="209"/>
                </a:cubicBezTo>
                <a:cubicBezTo>
                  <a:pt x="241" y="281"/>
                  <a:pt x="241" y="281"/>
                  <a:pt x="241" y="281"/>
                </a:cubicBezTo>
                <a:cubicBezTo>
                  <a:pt x="241" y="285"/>
                  <a:pt x="244" y="289"/>
                  <a:pt x="249" y="289"/>
                </a:cubicBezTo>
                <a:cubicBezTo>
                  <a:pt x="253" y="289"/>
                  <a:pt x="257" y="285"/>
                  <a:pt x="257" y="281"/>
                </a:cubicBezTo>
                <a:cubicBezTo>
                  <a:pt x="257" y="209"/>
                  <a:pt x="257" y="209"/>
                  <a:pt x="257" y="209"/>
                </a:cubicBezTo>
                <a:cubicBezTo>
                  <a:pt x="273" y="209"/>
                  <a:pt x="273" y="209"/>
                  <a:pt x="273" y="209"/>
                </a:cubicBezTo>
                <a:cubicBezTo>
                  <a:pt x="273" y="329"/>
                  <a:pt x="273" y="329"/>
                  <a:pt x="273" y="329"/>
                </a:cubicBezTo>
                <a:cubicBezTo>
                  <a:pt x="273" y="334"/>
                  <a:pt x="276" y="337"/>
                  <a:pt x="281" y="337"/>
                </a:cubicBezTo>
                <a:cubicBezTo>
                  <a:pt x="285" y="337"/>
                  <a:pt x="289" y="334"/>
                  <a:pt x="289" y="329"/>
                </a:cubicBezTo>
                <a:cubicBezTo>
                  <a:pt x="289" y="209"/>
                  <a:pt x="289" y="209"/>
                  <a:pt x="289" y="209"/>
                </a:cubicBezTo>
                <a:cubicBezTo>
                  <a:pt x="305" y="209"/>
                  <a:pt x="305" y="209"/>
                  <a:pt x="305" y="209"/>
                </a:cubicBezTo>
                <a:cubicBezTo>
                  <a:pt x="305" y="313"/>
                  <a:pt x="305" y="313"/>
                  <a:pt x="305" y="313"/>
                </a:cubicBezTo>
                <a:cubicBezTo>
                  <a:pt x="305" y="318"/>
                  <a:pt x="309" y="321"/>
                  <a:pt x="313" y="321"/>
                </a:cubicBezTo>
                <a:cubicBezTo>
                  <a:pt x="317" y="321"/>
                  <a:pt x="321" y="318"/>
                  <a:pt x="321" y="313"/>
                </a:cubicBezTo>
                <a:cubicBezTo>
                  <a:pt x="321" y="209"/>
                  <a:pt x="321" y="209"/>
                  <a:pt x="321" y="209"/>
                </a:cubicBezTo>
                <a:cubicBezTo>
                  <a:pt x="337" y="209"/>
                  <a:pt x="337" y="209"/>
                  <a:pt x="337" y="209"/>
                </a:cubicBezTo>
                <a:cubicBezTo>
                  <a:pt x="346" y="209"/>
                  <a:pt x="353" y="202"/>
                  <a:pt x="353" y="193"/>
                </a:cubicBezTo>
                <a:cubicBezTo>
                  <a:pt x="353" y="129"/>
                  <a:pt x="353" y="129"/>
                  <a:pt x="353" y="129"/>
                </a:cubicBezTo>
                <a:cubicBezTo>
                  <a:pt x="353" y="120"/>
                  <a:pt x="346" y="112"/>
                  <a:pt x="337" y="112"/>
                </a:cubicBezTo>
                <a:moveTo>
                  <a:pt x="257" y="24"/>
                </a:moveTo>
                <a:cubicBezTo>
                  <a:pt x="297" y="64"/>
                  <a:pt x="297" y="64"/>
                  <a:pt x="297" y="64"/>
                </a:cubicBezTo>
                <a:cubicBezTo>
                  <a:pt x="257" y="64"/>
                  <a:pt x="257" y="64"/>
                  <a:pt x="257" y="64"/>
                </a:cubicBezTo>
                <a:lnTo>
                  <a:pt x="257" y="24"/>
                </a:lnTo>
                <a:close/>
                <a:moveTo>
                  <a:pt x="48" y="16"/>
                </a:moveTo>
                <a:cubicBezTo>
                  <a:pt x="241" y="16"/>
                  <a:pt x="241" y="16"/>
                  <a:pt x="241" y="16"/>
                </a:cubicBezTo>
                <a:cubicBezTo>
                  <a:pt x="241" y="72"/>
                  <a:pt x="241" y="72"/>
                  <a:pt x="241" y="72"/>
                </a:cubicBezTo>
                <a:cubicBezTo>
                  <a:pt x="241" y="77"/>
                  <a:pt x="244" y="80"/>
                  <a:pt x="249" y="80"/>
                </a:cubicBezTo>
                <a:cubicBezTo>
                  <a:pt x="305" y="80"/>
                  <a:pt x="305" y="80"/>
                  <a:pt x="305" y="80"/>
                </a:cubicBezTo>
                <a:cubicBezTo>
                  <a:pt x="305" y="112"/>
                  <a:pt x="305" y="112"/>
                  <a:pt x="305" y="112"/>
                </a:cubicBezTo>
                <a:cubicBezTo>
                  <a:pt x="48" y="112"/>
                  <a:pt x="48" y="112"/>
                  <a:pt x="48" y="112"/>
                </a:cubicBezTo>
                <a:lnTo>
                  <a:pt x="48" y="16"/>
                </a:lnTo>
                <a:close/>
                <a:moveTo>
                  <a:pt x="337" y="193"/>
                </a:moveTo>
                <a:cubicBezTo>
                  <a:pt x="16" y="193"/>
                  <a:pt x="16" y="193"/>
                  <a:pt x="16" y="193"/>
                </a:cubicBezTo>
                <a:cubicBezTo>
                  <a:pt x="16" y="129"/>
                  <a:pt x="16" y="129"/>
                  <a:pt x="16" y="129"/>
                </a:cubicBezTo>
                <a:cubicBezTo>
                  <a:pt x="337" y="129"/>
                  <a:pt x="337" y="129"/>
                  <a:pt x="337" y="129"/>
                </a:cubicBezTo>
                <a:lnTo>
                  <a:pt x="337" y="193"/>
                </a:lnTo>
                <a:close/>
                <a:moveTo>
                  <a:pt x="40" y="169"/>
                </a:moveTo>
                <a:cubicBezTo>
                  <a:pt x="44" y="169"/>
                  <a:pt x="48" y="165"/>
                  <a:pt x="48" y="161"/>
                </a:cubicBezTo>
                <a:cubicBezTo>
                  <a:pt x="48" y="156"/>
                  <a:pt x="44" y="153"/>
                  <a:pt x="40" y="153"/>
                </a:cubicBezTo>
                <a:cubicBezTo>
                  <a:pt x="36" y="153"/>
                  <a:pt x="32" y="156"/>
                  <a:pt x="32" y="161"/>
                </a:cubicBezTo>
                <a:cubicBezTo>
                  <a:pt x="32" y="165"/>
                  <a:pt x="36" y="169"/>
                  <a:pt x="40" y="169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2" name="Freeform 52"/>
          <p:cNvSpPr>
            <a:spLocks noEditPoints="1"/>
          </p:cNvSpPr>
          <p:nvPr/>
        </p:nvSpPr>
        <p:spPr bwMode="auto">
          <a:xfrm>
            <a:off x="8593667" y="5325533"/>
            <a:ext cx="524933" cy="577851"/>
          </a:xfrm>
          <a:custGeom>
            <a:avLst/>
            <a:gdLst>
              <a:gd name="T0" fmla="*/ 285 w 321"/>
              <a:gd name="T1" fmla="*/ 177 h 353"/>
              <a:gd name="T2" fmla="*/ 319 w 321"/>
              <a:gd name="T3" fmla="*/ 142 h 353"/>
              <a:gd name="T4" fmla="*/ 321 w 321"/>
              <a:gd name="T5" fmla="*/ 137 h 353"/>
              <a:gd name="T6" fmla="*/ 313 w 321"/>
              <a:gd name="T7" fmla="*/ 129 h 353"/>
              <a:gd name="T8" fmla="*/ 308 w 321"/>
              <a:gd name="T9" fmla="*/ 131 h 353"/>
              <a:gd name="T10" fmla="*/ 273 w 321"/>
              <a:gd name="T11" fmla="*/ 165 h 353"/>
              <a:gd name="T12" fmla="*/ 239 w 321"/>
              <a:gd name="T13" fmla="*/ 131 h 353"/>
              <a:gd name="T14" fmla="*/ 233 w 321"/>
              <a:gd name="T15" fmla="*/ 129 h 353"/>
              <a:gd name="T16" fmla="*/ 225 w 321"/>
              <a:gd name="T17" fmla="*/ 137 h 353"/>
              <a:gd name="T18" fmla="*/ 227 w 321"/>
              <a:gd name="T19" fmla="*/ 142 h 353"/>
              <a:gd name="T20" fmla="*/ 262 w 321"/>
              <a:gd name="T21" fmla="*/ 177 h 353"/>
              <a:gd name="T22" fmla="*/ 227 w 321"/>
              <a:gd name="T23" fmla="*/ 211 h 353"/>
              <a:gd name="T24" fmla="*/ 225 w 321"/>
              <a:gd name="T25" fmla="*/ 217 h 353"/>
              <a:gd name="T26" fmla="*/ 233 w 321"/>
              <a:gd name="T27" fmla="*/ 225 h 353"/>
              <a:gd name="T28" fmla="*/ 239 w 321"/>
              <a:gd name="T29" fmla="*/ 223 h 353"/>
              <a:gd name="T30" fmla="*/ 273 w 321"/>
              <a:gd name="T31" fmla="*/ 188 h 353"/>
              <a:gd name="T32" fmla="*/ 308 w 321"/>
              <a:gd name="T33" fmla="*/ 223 h 353"/>
              <a:gd name="T34" fmla="*/ 313 w 321"/>
              <a:gd name="T35" fmla="*/ 225 h 353"/>
              <a:gd name="T36" fmla="*/ 321 w 321"/>
              <a:gd name="T37" fmla="*/ 217 h 353"/>
              <a:gd name="T38" fmla="*/ 319 w 321"/>
              <a:gd name="T39" fmla="*/ 211 h 353"/>
              <a:gd name="T40" fmla="*/ 285 w 321"/>
              <a:gd name="T41" fmla="*/ 177 h 353"/>
              <a:gd name="T42" fmla="*/ 193 w 321"/>
              <a:gd name="T43" fmla="*/ 24 h 353"/>
              <a:gd name="T44" fmla="*/ 169 w 321"/>
              <a:gd name="T45" fmla="*/ 0 h 353"/>
              <a:gd name="T46" fmla="*/ 151 w 321"/>
              <a:gd name="T47" fmla="*/ 7 h 353"/>
              <a:gd name="T48" fmla="*/ 53 w 321"/>
              <a:gd name="T49" fmla="*/ 97 h 353"/>
              <a:gd name="T50" fmla="*/ 0 w 321"/>
              <a:gd name="T51" fmla="*/ 177 h 353"/>
              <a:gd name="T52" fmla="*/ 54 w 321"/>
              <a:gd name="T53" fmla="*/ 257 h 353"/>
              <a:gd name="T54" fmla="*/ 151 w 321"/>
              <a:gd name="T55" fmla="*/ 346 h 353"/>
              <a:gd name="T56" fmla="*/ 169 w 321"/>
              <a:gd name="T57" fmla="*/ 353 h 353"/>
              <a:gd name="T58" fmla="*/ 193 w 321"/>
              <a:gd name="T59" fmla="*/ 329 h 353"/>
              <a:gd name="T60" fmla="*/ 193 w 321"/>
              <a:gd name="T61" fmla="*/ 328 h 353"/>
              <a:gd name="T62" fmla="*/ 193 w 321"/>
              <a:gd name="T63" fmla="*/ 25 h 353"/>
              <a:gd name="T64" fmla="*/ 193 w 321"/>
              <a:gd name="T65" fmla="*/ 24 h 353"/>
              <a:gd name="T66" fmla="*/ 48 w 321"/>
              <a:gd name="T67" fmla="*/ 240 h 353"/>
              <a:gd name="T68" fmla="*/ 16 w 321"/>
              <a:gd name="T69" fmla="*/ 177 h 353"/>
              <a:gd name="T70" fmla="*/ 48 w 321"/>
              <a:gd name="T71" fmla="*/ 114 h 353"/>
              <a:gd name="T72" fmla="*/ 48 w 321"/>
              <a:gd name="T73" fmla="*/ 240 h 353"/>
              <a:gd name="T74" fmla="*/ 145 w 321"/>
              <a:gd name="T75" fmla="*/ 318 h 353"/>
              <a:gd name="T76" fmla="*/ 64 w 321"/>
              <a:gd name="T77" fmla="*/ 245 h 353"/>
              <a:gd name="T78" fmla="*/ 64 w 321"/>
              <a:gd name="T79" fmla="*/ 108 h 353"/>
              <a:gd name="T80" fmla="*/ 68 w 321"/>
              <a:gd name="T81" fmla="*/ 105 h 353"/>
              <a:gd name="T82" fmla="*/ 68 w 321"/>
              <a:gd name="T83" fmla="*/ 105 h 353"/>
              <a:gd name="T84" fmla="*/ 145 w 321"/>
              <a:gd name="T85" fmla="*/ 35 h 353"/>
              <a:gd name="T86" fmla="*/ 145 w 321"/>
              <a:gd name="T87" fmla="*/ 318 h 353"/>
              <a:gd name="T88" fmla="*/ 177 w 321"/>
              <a:gd name="T89" fmla="*/ 329 h 353"/>
              <a:gd name="T90" fmla="*/ 169 w 321"/>
              <a:gd name="T91" fmla="*/ 337 h 353"/>
              <a:gd name="T92" fmla="*/ 163 w 321"/>
              <a:gd name="T93" fmla="*/ 335 h 353"/>
              <a:gd name="T94" fmla="*/ 163 w 321"/>
              <a:gd name="T95" fmla="*/ 335 h 353"/>
              <a:gd name="T96" fmla="*/ 161 w 321"/>
              <a:gd name="T97" fmla="*/ 333 h 353"/>
              <a:gd name="T98" fmla="*/ 161 w 321"/>
              <a:gd name="T99" fmla="*/ 21 h 353"/>
              <a:gd name="T100" fmla="*/ 163 w 321"/>
              <a:gd name="T101" fmla="*/ 18 h 353"/>
              <a:gd name="T102" fmla="*/ 163 w 321"/>
              <a:gd name="T103" fmla="*/ 19 h 353"/>
              <a:gd name="T104" fmla="*/ 169 w 321"/>
              <a:gd name="T105" fmla="*/ 16 h 353"/>
              <a:gd name="T106" fmla="*/ 177 w 321"/>
              <a:gd name="T107" fmla="*/ 24 h 353"/>
              <a:gd name="T108" fmla="*/ 177 w 321"/>
              <a:gd name="T109" fmla="*/ 329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321" h="353">
                <a:moveTo>
                  <a:pt x="285" y="177"/>
                </a:moveTo>
                <a:cubicBezTo>
                  <a:pt x="319" y="142"/>
                  <a:pt x="319" y="142"/>
                  <a:pt x="319" y="142"/>
                </a:cubicBezTo>
                <a:cubicBezTo>
                  <a:pt x="320" y="141"/>
                  <a:pt x="321" y="139"/>
                  <a:pt x="321" y="137"/>
                </a:cubicBezTo>
                <a:cubicBezTo>
                  <a:pt x="321" y="132"/>
                  <a:pt x="318" y="129"/>
                  <a:pt x="313" y="129"/>
                </a:cubicBezTo>
                <a:cubicBezTo>
                  <a:pt x="311" y="129"/>
                  <a:pt x="309" y="129"/>
                  <a:pt x="308" y="131"/>
                </a:cubicBezTo>
                <a:cubicBezTo>
                  <a:pt x="273" y="165"/>
                  <a:pt x="273" y="165"/>
                  <a:pt x="273" y="165"/>
                </a:cubicBezTo>
                <a:cubicBezTo>
                  <a:pt x="239" y="131"/>
                  <a:pt x="239" y="131"/>
                  <a:pt x="239" y="131"/>
                </a:cubicBezTo>
                <a:cubicBezTo>
                  <a:pt x="237" y="129"/>
                  <a:pt x="235" y="129"/>
                  <a:pt x="233" y="129"/>
                </a:cubicBezTo>
                <a:cubicBezTo>
                  <a:pt x="229" y="129"/>
                  <a:pt x="225" y="132"/>
                  <a:pt x="225" y="137"/>
                </a:cubicBezTo>
                <a:cubicBezTo>
                  <a:pt x="225" y="139"/>
                  <a:pt x="226" y="141"/>
                  <a:pt x="227" y="142"/>
                </a:cubicBezTo>
                <a:cubicBezTo>
                  <a:pt x="262" y="177"/>
                  <a:pt x="262" y="177"/>
                  <a:pt x="262" y="177"/>
                </a:cubicBezTo>
                <a:cubicBezTo>
                  <a:pt x="227" y="211"/>
                  <a:pt x="227" y="211"/>
                  <a:pt x="227" y="211"/>
                </a:cubicBezTo>
                <a:cubicBezTo>
                  <a:pt x="226" y="213"/>
                  <a:pt x="225" y="215"/>
                  <a:pt x="225" y="217"/>
                </a:cubicBezTo>
                <a:cubicBezTo>
                  <a:pt x="225" y="221"/>
                  <a:pt x="229" y="225"/>
                  <a:pt x="233" y="225"/>
                </a:cubicBezTo>
                <a:cubicBezTo>
                  <a:pt x="235" y="225"/>
                  <a:pt x="237" y="224"/>
                  <a:pt x="239" y="223"/>
                </a:cubicBezTo>
                <a:cubicBezTo>
                  <a:pt x="273" y="188"/>
                  <a:pt x="273" y="188"/>
                  <a:pt x="273" y="188"/>
                </a:cubicBezTo>
                <a:cubicBezTo>
                  <a:pt x="308" y="223"/>
                  <a:pt x="308" y="223"/>
                  <a:pt x="308" y="223"/>
                </a:cubicBezTo>
                <a:cubicBezTo>
                  <a:pt x="309" y="224"/>
                  <a:pt x="311" y="225"/>
                  <a:pt x="313" y="225"/>
                </a:cubicBezTo>
                <a:cubicBezTo>
                  <a:pt x="318" y="225"/>
                  <a:pt x="321" y="221"/>
                  <a:pt x="321" y="217"/>
                </a:cubicBezTo>
                <a:cubicBezTo>
                  <a:pt x="321" y="215"/>
                  <a:pt x="320" y="213"/>
                  <a:pt x="319" y="211"/>
                </a:cubicBezTo>
                <a:lnTo>
                  <a:pt x="285" y="177"/>
                </a:lnTo>
                <a:close/>
                <a:moveTo>
                  <a:pt x="193" y="24"/>
                </a:moveTo>
                <a:cubicBezTo>
                  <a:pt x="193" y="11"/>
                  <a:pt x="182" y="0"/>
                  <a:pt x="169" y="0"/>
                </a:cubicBezTo>
                <a:cubicBezTo>
                  <a:pt x="162" y="0"/>
                  <a:pt x="156" y="3"/>
                  <a:pt x="151" y="7"/>
                </a:cubicBezTo>
                <a:cubicBezTo>
                  <a:pt x="53" y="97"/>
                  <a:pt x="53" y="97"/>
                  <a:pt x="53" y="97"/>
                </a:cubicBezTo>
                <a:cubicBezTo>
                  <a:pt x="24" y="99"/>
                  <a:pt x="0" y="134"/>
                  <a:pt x="0" y="177"/>
                </a:cubicBezTo>
                <a:cubicBezTo>
                  <a:pt x="0" y="220"/>
                  <a:pt x="24" y="255"/>
                  <a:pt x="54" y="257"/>
                </a:cubicBezTo>
                <a:cubicBezTo>
                  <a:pt x="151" y="346"/>
                  <a:pt x="151" y="346"/>
                  <a:pt x="151" y="346"/>
                </a:cubicBezTo>
                <a:cubicBezTo>
                  <a:pt x="156" y="350"/>
                  <a:pt x="162" y="353"/>
                  <a:pt x="169" y="353"/>
                </a:cubicBezTo>
                <a:cubicBezTo>
                  <a:pt x="182" y="353"/>
                  <a:pt x="193" y="343"/>
                  <a:pt x="193" y="329"/>
                </a:cubicBezTo>
                <a:cubicBezTo>
                  <a:pt x="193" y="329"/>
                  <a:pt x="193" y="329"/>
                  <a:pt x="193" y="328"/>
                </a:cubicBezTo>
                <a:cubicBezTo>
                  <a:pt x="193" y="25"/>
                  <a:pt x="193" y="25"/>
                  <a:pt x="193" y="25"/>
                </a:cubicBezTo>
                <a:cubicBezTo>
                  <a:pt x="193" y="25"/>
                  <a:pt x="193" y="24"/>
                  <a:pt x="193" y="24"/>
                </a:cubicBezTo>
                <a:moveTo>
                  <a:pt x="48" y="240"/>
                </a:moveTo>
                <a:cubicBezTo>
                  <a:pt x="30" y="234"/>
                  <a:pt x="16" y="208"/>
                  <a:pt x="16" y="177"/>
                </a:cubicBezTo>
                <a:cubicBezTo>
                  <a:pt x="16" y="146"/>
                  <a:pt x="30" y="120"/>
                  <a:pt x="48" y="114"/>
                </a:cubicBezTo>
                <a:lnTo>
                  <a:pt x="48" y="240"/>
                </a:lnTo>
                <a:close/>
                <a:moveTo>
                  <a:pt x="145" y="318"/>
                </a:moveTo>
                <a:cubicBezTo>
                  <a:pt x="64" y="245"/>
                  <a:pt x="64" y="245"/>
                  <a:pt x="64" y="245"/>
                </a:cubicBezTo>
                <a:cubicBezTo>
                  <a:pt x="64" y="108"/>
                  <a:pt x="64" y="108"/>
                  <a:pt x="64" y="108"/>
                </a:cubicBezTo>
                <a:cubicBezTo>
                  <a:pt x="68" y="105"/>
                  <a:pt x="68" y="105"/>
                  <a:pt x="68" y="105"/>
                </a:cubicBezTo>
                <a:cubicBezTo>
                  <a:pt x="68" y="105"/>
                  <a:pt x="68" y="105"/>
                  <a:pt x="68" y="105"/>
                </a:cubicBezTo>
                <a:cubicBezTo>
                  <a:pt x="145" y="35"/>
                  <a:pt x="145" y="35"/>
                  <a:pt x="145" y="35"/>
                </a:cubicBezTo>
                <a:lnTo>
                  <a:pt x="145" y="318"/>
                </a:lnTo>
                <a:close/>
                <a:moveTo>
                  <a:pt x="177" y="329"/>
                </a:moveTo>
                <a:cubicBezTo>
                  <a:pt x="177" y="334"/>
                  <a:pt x="173" y="337"/>
                  <a:pt x="169" y="337"/>
                </a:cubicBezTo>
                <a:cubicBezTo>
                  <a:pt x="166" y="337"/>
                  <a:pt x="164" y="336"/>
                  <a:pt x="163" y="335"/>
                </a:cubicBezTo>
                <a:cubicBezTo>
                  <a:pt x="163" y="335"/>
                  <a:pt x="163" y="335"/>
                  <a:pt x="163" y="335"/>
                </a:cubicBezTo>
                <a:cubicBezTo>
                  <a:pt x="161" y="333"/>
                  <a:pt x="161" y="333"/>
                  <a:pt x="161" y="333"/>
                </a:cubicBezTo>
                <a:cubicBezTo>
                  <a:pt x="161" y="21"/>
                  <a:pt x="161" y="21"/>
                  <a:pt x="161" y="21"/>
                </a:cubicBezTo>
                <a:cubicBezTo>
                  <a:pt x="163" y="18"/>
                  <a:pt x="163" y="18"/>
                  <a:pt x="163" y="18"/>
                </a:cubicBezTo>
                <a:cubicBezTo>
                  <a:pt x="163" y="19"/>
                  <a:pt x="163" y="19"/>
                  <a:pt x="163" y="19"/>
                </a:cubicBezTo>
                <a:cubicBezTo>
                  <a:pt x="165" y="17"/>
                  <a:pt x="167" y="16"/>
                  <a:pt x="169" y="16"/>
                </a:cubicBezTo>
                <a:cubicBezTo>
                  <a:pt x="173" y="16"/>
                  <a:pt x="177" y="20"/>
                  <a:pt x="177" y="24"/>
                </a:cubicBezTo>
                <a:lnTo>
                  <a:pt x="177" y="329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3" name="Freeform 53"/>
          <p:cNvSpPr>
            <a:spLocks noEditPoints="1"/>
          </p:cNvSpPr>
          <p:nvPr/>
        </p:nvSpPr>
        <p:spPr bwMode="auto">
          <a:xfrm>
            <a:off x="9804400" y="5325533"/>
            <a:ext cx="315384" cy="577851"/>
          </a:xfrm>
          <a:custGeom>
            <a:avLst/>
            <a:gdLst>
              <a:gd name="T0" fmla="*/ 192 w 193"/>
              <a:gd name="T1" fmla="*/ 25 h 353"/>
              <a:gd name="T2" fmla="*/ 193 w 193"/>
              <a:gd name="T3" fmla="*/ 24 h 353"/>
              <a:gd name="T4" fmla="*/ 168 w 193"/>
              <a:gd name="T5" fmla="*/ 0 h 353"/>
              <a:gd name="T6" fmla="*/ 151 w 193"/>
              <a:gd name="T7" fmla="*/ 7 h 353"/>
              <a:gd name="T8" fmla="*/ 53 w 193"/>
              <a:gd name="T9" fmla="*/ 97 h 353"/>
              <a:gd name="T10" fmla="*/ 0 w 193"/>
              <a:gd name="T11" fmla="*/ 177 h 353"/>
              <a:gd name="T12" fmla="*/ 53 w 193"/>
              <a:gd name="T13" fmla="*/ 257 h 353"/>
              <a:gd name="T14" fmla="*/ 151 w 193"/>
              <a:gd name="T15" fmla="*/ 346 h 353"/>
              <a:gd name="T16" fmla="*/ 168 w 193"/>
              <a:gd name="T17" fmla="*/ 353 h 353"/>
              <a:gd name="T18" fmla="*/ 193 w 193"/>
              <a:gd name="T19" fmla="*/ 329 h 353"/>
              <a:gd name="T20" fmla="*/ 192 w 193"/>
              <a:gd name="T21" fmla="*/ 328 h 353"/>
              <a:gd name="T22" fmla="*/ 192 w 193"/>
              <a:gd name="T23" fmla="*/ 25 h 353"/>
              <a:gd name="T24" fmla="*/ 48 w 193"/>
              <a:gd name="T25" fmla="*/ 240 h 353"/>
              <a:gd name="T26" fmla="*/ 16 w 193"/>
              <a:gd name="T27" fmla="*/ 177 h 353"/>
              <a:gd name="T28" fmla="*/ 48 w 193"/>
              <a:gd name="T29" fmla="*/ 114 h 353"/>
              <a:gd name="T30" fmla="*/ 48 w 193"/>
              <a:gd name="T31" fmla="*/ 240 h 353"/>
              <a:gd name="T32" fmla="*/ 144 w 193"/>
              <a:gd name="T33" fmla="*/ 318 h 353"/>
              <a:gd name="T34" fmla="*/ 64 w 193"/>
              <a:gd name="T35" fmla="*/ 245 h 353"/>
              <a:gd name="T36" fmla="*/ 64 w 193"/>
              <a:gd name="T37" fmla="*/ 108 h 353"/>
              <a:gd name="T38" fmla="*/ 68 w 193"/>
              <a:gd name="T39" fmla="*/ 105 h 353"/>
              <a:gd name="T40" fmla="*/ 68 w 193"/>
              <a:gd name="T41" fmla="*/ 105 h 353"/>
              <a:gd name="T42" fmla="*/ 144 w 193"/>
              <a:gd name="T43" fmla="*/ 35 h 353"/>
              <a:gd name="T44" fmla="*/ 144 w 193"/>
              <a:gd name="T45" fmla="*/ 318 h 353"/>
              <a:gd name="T46" fmla="*/ 176 w 193"/>
              <a:gd name="T47" fmla="*/ 329 h 353"/>
              <a:gd name="T48" fmla="*/ 168 w 193"/>
              <a:gd name="T49" fmla="*/ 337 h 353"/>
              <a:gd name="T50" fmla="*/ 163 w 193"/>
              <a:gd name="T51" fmla="*/ 335 h 353"/>
              <a:gd name="T52" fmla="*/ 162 w 193"/>
              <a:gd name="T53" fmla="*/ 335 h 353"/>
              <a:gd name="T54" fmla="*/ 160 w 193"/>
              <a:gd name="T55" fmla="*/ 333 h 353"/>
              <a:gd name="T56" fmla="*/ 160 w 193"/>
              <a:gd name="T57" fmla="*/ 21 h 353"/>
              <a:gd name="T58" fmla="*/ 163 w 193"/>
              <a:gd name="T59" fmla="*/ 18 h 353"/>
              <a:gd name="T60" fmla="*/ 163 w 193"/>
              <a:gd name="T61" fmla="*/ 19 h 353"/>
              <a:gd name="T62" fmla="*/ 168 w 193"/>
              <a:gd name="T63" fmla="*/ 16 h 353"/>
              <a:gd name="T64" fmla="*/ 176 w 193"/>
              <a:gd name="T65" fmla="*/ 24 h 353"/>
              <a:gd name="T66" fmla="*/ 176 w 193"/>
              <a:gd name="T67" fmla="*/ 329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93" h="353">
                <a:moveTo>
                  <a:pt x="192" y="25"/>
                </a:moveTo>
                <a:cubicBezTo>
                  <a:pt x="193" y="25"/>
                  <a:pt x="193" y="24"/>
                  <a:pt x="193" y="24"/>
                </a:cubicBezTo>
                <a:cubicBezTo>
                  <a:pt x="193" y="11"/>
                  <a:pt x="182" y="0"/>
                  <a:pt x="168" y="0"/>
                </a:cubicBezTo>
                <a:cubicBezTo>
                  <a:pt x="162" y="0"/>
                  <a:pt x="155" y="3"/>
                  <a:pt x="151" y="7"/>
                </a:cubicBezTo>
                <a:cubicBezTo>
                  <a:pt x="53" y="97"/>
                  <a:pt x="53" y="97"/>
                  <a:pt x="53" y="97"/>
                </a:cubicBezTo>
                <a:cubicBezTo>
                  <a:pt x="23" y="99"/>
                  <a:pt x="0" y="134"/>
                  <a:pt x="0" y="177"/>
                </a:cubicBezTo>
                <a:cubicBezTo>
                  <a:pt x="0" y="220"/>
                  <a:pt x="23" y="255"/>
                  <a:pt x="53" y="257"/>
                </a:cubicBezTo>
                <a:cubicBezTo>
                  <a:pt x="151" y="346"/>
                  <a:pt x="151" y="346"/>
                  <a:pt x="151" y="346"/>
                </a:cubicBezTo>
                <a:cubicBezTo>
                  <a:pt x="155" y="350"/>
                  <a:pt x="162" y="353"/>
                  <a:pt x="168" y="353"/>
                </a:cubicBezTo>
                <a:cubicBezTo>
                  <a:pt x="182" y="353"/>
                  <a:pt x="193" y="343"/>
                  <a:pt x="193" y="329"/>
                </a:cubicBezTo>
                <a:cubicBezTo>
                  <a:pt x="193" y="329"/>
                  <a:pt x="193" y="329"/>
                  <a:pt x="192" y="328"/>
                </a:cubicBezTo>
                <a:lnTo>
                  <a:pt x="192" y="25"/>
                </a:lnTo>
                <a:close/>
                <a:moveTo>
                  <a:pt x="48" y="240"/>
                </a:moveTo>
                <a:cubicBezTo>
                  <a:pt x="30" y="234"/>
                  <a:pt x="16" y="208"/>
                  <a:pt x="16" y="177"/>
                </a:cubicBezTo>
                <a:cubicBezTo>
                  <a:pt x="16" y="146"/>
                  <a:pt x="30" y="120"/>
                  <a:pt x="48" y="114"/>
                </a:cubicBezTo>
                <a:lnTo>
                  <a:pt x="48" y="240"/>
                </a:lnTo>
                <a:close/>
                <a:moveTo>
                  <a:pt x="144" y="318"/>
                </a:moveTo>
                <a:cubicBezTo>
                  <a:pt x="64" y="245"/>
                  <a:pt x="64" y="245"/>
                  <a:pt x="64" y="245"/>
                </a:cubicBezTo>
                <a:cubicBezTo>
                  <a:pt x="64" y="108"/>
                  <a:pt x="64" y="108"/>
                  <a:pt x="64" y="108"/>
                </a:cubicBezTo>
                <a:cubicBezTo>
                  <a:pt x="68" y="105"/>
                  <a:pt x="68" y="105"/>
                  <a:pt x="68" y="105"/>
                </a:cubicBezTo>
                <a:cubicBezTo>
                  <a:pt x="68" y="105"/>
                  <a:pt x="68" y="105"/>
                  <a:pt x="68" y="105"/>
                </a:cubicBezTo>
                <a:cubicBezTo>
                  <a:pt x="144" y="35"/>
                  <a:pt x="144" y="35"/>
                  <a:pt x="144" y="35"/>
                </a:cubicBezTo>
                <a:lnTo>
                  <a:pt x="144" y="318"/>
                </a:lnTo>
                <a:close/>
                <a:moveTo>
                  <a:pt x="176" y="329"/>
                </a:moveTo>
                <a:cubicBezTo>
                  <a:pt x="176" y="334"/>
                  <a:pt x="173" y="337"/>
                  <a:pt x="168" y="337"/>
                </a:cubicBezTo>
                <a:cubicBezTo>
                  <a:pt x="166" y="337"/>
                  <a:pt x="164" y="336"/>
                  <a:pt x="163" y="335"/>
                </a:cubicBezTo>
                <a:cubicBezTo>
                  <a:pt x="162" y="335"/>
                  <a:pt x="162" y="335"/>
                  <a:pt x="162" y="335"/>
                </a:cubicBezTo>
                <a:cubicBezTo>
                  <a:pt x="160" y="333"/>
                  <a:pt x="160" y="333"/>
                  <a:pt x="160" y="333"/>
                </a:cubicBezTo>
                <a:cubicBezTo>
                  <a:pt x="160" y="21"/>
                  <a:pt x="160" y="21"/>
                  <a:pt x="160" y="21"/>
                </a:cubicBezTo>
                <a:cubicBezTo>
                  <a:pt x="163" y="18"/>
                  <a:pt x="163" y="18"/>
                  <a:pt x="163" y="18"/>
                </a:cubicBezTo>
                <a:cubicBezTo>
                  <a:pt x="163" y="19"/>
                  <a:pt x="163" y="19"/>
                  <a:pt x="163" y="19"/>
                </a:cubicBezTo>
                <a:cubicBezTo>
                  <a:pt x="164" y="17"/>
                  <a:pt x="166" y="16"/>
                  <a:pt x="168" y="16"/>
                </a:cubicBezTo>
                <a:cubicBezTo>
                  <a:pt x="173" y="16"/>
                  <a:pt x="176" y="20"/>
                  <a:pt x="176" y="24"/>
                </a:cubicBezTo>
                <a:lnTo>
                  <a:pt x="176" y="329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4" name="Freeform 54"/>
          <p:cNvSpPr>
            <a:spLocks noEditPoints="1"/>
          </p:cNvSpPr>
          <p:nvPr/>
        </p:nvSpPr>
        <p:spPr bwMode="auto">
          <a:xfrm>
            <a:off x="10854268" y="5325533"/>
            <a:ext cx="421217" cy="577851"/>
          </a:xfrm>
          <a:custGeom>
            <a:avLst/>
            <a:gdLst>
              <a:gd name="T0" fmla="*/ 217 w 257"/>
              <a:gd name="T1" fmla="*/ 129 h 353"/>
              <a:gd name="T2" fmla="*/ 209 w 257"/>
              <a:gd name="T3" fmla="*/ 137 h 353"/>
              <a:gd name="T4" fmla="*/ 217 w 257"/>
              <a:gd name="T5" fmla="*/ 145 h 353"/>
              <a:gd name="T6" fmla="*/ 241 w 257"/>
              <a:gd name="T7" fmla="*/ 177 h 353"/>
              <a:gd name="T8" fmla="*/ 217 w 257"/>
              <a:gd name="T9" fmla="*/ 209 h 353"/>
              <a:gd name="T10" fmla="*/ 209 w 257"/>
              <a:gd name="T11" fmla="*/ 217 h 353"/>
              <a:gd name="T12" fmla="*/ 217 w 257"/>
              <a:gd name="T13" fmla="*/ 225 h 353"/>
              <a:gd name="T14" fmla="*/ 257 w 257"/>
              <a:gd name="T15" fmla="*/ 177 h 353"/>
              <a:gd name="T16" fmla="*/ 217 w 257"/>
              <a:gd name="T17" fmla="*/ 129 h 353"/>
              <a:gd name="T18" fmla="*/ 193 w 257"/>
              <a:gd name="T19" fmla="*/ 24 h 353"/>
              <a:gd name="T20" fmla="*/ 169 w 257"/>
              <a:gd name="T21" fmla="*/ 0 h 353"/>
              <a:gd name="T22" fmla="*/ 151 w 257"/>
              <a:gd name="T23" fmla="*/ 7 h 353"/>
              <a:gd name="T24" fmla="*/ 53 w 257"/>
              <a:gd name="T25" fmla="*/ 97 h 353"/>
              <a:gd name="T26" fmla="*/ 0 w 257"/>
              <a:gd name="T27" fmla="*/ 177 h 353"/>
              <a:gd name="T28" fmla="*/ 53 w 257"/>
              <a:gd name="T29" fmla="*/ 257 h 353"/>
              <a:gd name="T30" fmla="*/ 151 w 257"/>
              <a:gd name="T31" fmla="*/ 346 h 353"/>
              <a:gd name="T32" fmla="*/ 169 w 257"/>
              <a:gd name="T33" fmla="*/ 353 h 353"/>
              <a:gd name="T34" fmla="*/ 193 w 257"/>
              <a:gd name="T35" fmla="*/ 329 h 353"/>
              <a:gd name="T36" fmla="*/ 193 w 257"/>
              <a:gd name="T37" fmla="*/ 328 h 353"/>
              <a:gd name="T38" fmla="*/ 193 w 257"/>
              <a:gd name="T39" fmla="*/ 25 h 353"/>
              <a:gd name="T40" fmla="*/ 193 w 257"/>
              <a:gd name="T41" fmla="*/ 24 h 353"/>
              <a:gd name="T42" fmla="*/ 48 w 257"/>
              <a:gd name="T43" fmla="*/ 240 h 353"/>
              <a:gd name="T44" fmla="*/ 16 w 257"/>
              <a:gd name="T45" fmla="*/ 177 h 353"/>
              <a:gd name="T46" fmla="*/ 48 w 257"/>
              <a:gd name="T47" fmla="*/ 114 h 353"/>
              <a:gd name="T48" fmla="*/ 48 w 257"/>
              <a:gd name="T49" fmla="*/ 240 h 353"/>
              <a:gd name="T50" fmla="*/ 145 w 257"/>
              <a:gd name="T51" fmla="*/ 318 h 353"/>
              <a:gd name="T52" fmla="*/ 64 w 257"/>
              <a:gd name="T53" fmla="*/ 245 h 353"/>
              <a:gd name="T54" fmla="*/ 64 w 257"/>
              <a:gd name="T55" fmla="*/ 108 h 353"/>
              <a:gd name="T56" fmla="*/ 68 w 257"/>
              <a:gd name="T57" fmla="*/ 105 h 353"/>
              <a:gd name="T58" fmla="*/ 68 w 257"/>
              <a:gd name="T59" fmla="*/ 105 h 353"/>
              <a:gd name="T60" fmla="*/ 145 w 257"/>
              <a:gd name="T61" fmla="*/ 35 h 353"/>
              <a:gd name="T62" fmla="*/ 145 w 257"/>
              <a:gd name="T63" fmla="*/ 318 h 353"/>
              <a:gd name="T64" fmla="*/ 177 w 257"/>
              <a:gd name="T65" fmla="*/ 329 h 353"/>
              <a:gd name="T66" fmla="*/ 169 w 257"/>
              <a:gd name="T67" fmla="*/ 337 h 353"/>
              <a:gd name="T68" fmla="*/ 163 w 257"/>
              <a:gd name="T69" fmla="*/ 335 h 353"/>
              <a:gd name="T70" fmla="*/ 163 w 257"/>
              <a:gd name="T71" fmla="*/ 335 h 353"/>
              <a:gd name="T72" fmla="*/ 161 w 257"/>
              <a:gd name="T73" fmla="*/ 333 h 353"/>
              <a:gd name="T74" fmla="*/ 161 w 257"/>
              <a:gd name="T75" fmla="*/ 21 h 353"/>
              <a:gd name="T76" fmla="*/ 163 w 257"/>
              <a:gd name="T77" fmla="*/ 18 h 353"/>
              <a:gd name="T78" fmla="*/ 163 w 257"/>
              <a:gd name="T79" fmla="*/ 19 h 353"/>
              <a:gd name="T80" fmla="*/ 169 w 257"/>
              <a:gd name="T81" fmla="*/ 16 h 353"/>
              <a:gd name="T82" fmla="*/ 177 w 257"/>
              <a:gd name="T83" fmla="*/ 24 h 353"/>
              <a:gd name="T84" fmla="*/ 177 w 257"/>
              <a:gd name="T85" fmla="*/ 329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257" h="353">
                <a:moveTo>
                  <a:pt x="217" y="129"/>
                </a:moveTo>
                <a:cubicBezTo>
                  <a:pt x="212" y="129"/>
                  <a:pt x="209" y="132"/>
                  <a:pt x="209" y="137"/>
                </a:cubicBezTo>
                <a:cubicBezTo>
                  <a:pt x="209" y="141"/>
                  <a:pt x="212" y="145"/>
                  <a:pt x="217" y="145"/>
                </a:cubicBezTo>
                <a:cubicBezTo>
                  <a:pt x="230" y="145"/>
                  <a:pt x="241" y="159"/>
                  <a:pt x="241" y="177"/>
                </a:cubicBezTo>
                <a:cubicBezTo>
                  <a:pt x="241" y="194"/>
                  <a:pt x="230" y="209"/>
                  <a:pt x="217" y="209"/>
                </a:cubicBezTo>
                <a:cubicBezTo>
                  <a:pt x="212" y="209"/>
                  <a:pt x="209" y="212"/>
                  <a:pt x="209" y="217"/>
                </a:cubicBezTo>
                <a:cubicBezTo>
                  <a:pt x="209" y="221"/>
                  <a:pt x="212" y="225"/>
                  <a:pt x="217" y="225"/>
                </a:cubicBezTo>
                <a:cubicBezTo>
                  <a:pt x="239" y="225"/>
                  <a:pt x="257" y="203"/>
                  <a:pt x="257" y="177"/>
                </a:cubicBezTo>
                <a:cubicBezTo>
                  <a:pt x="257" y="150"/>
                  <a:pt x="239" y="129"/>
                  <a:pt x="217" y="129"/>
                </a:cubicBezTo>
                <a:moveTo>
                  <a:pt x="193" y="24"/>
                </a:moveTo>
                <a:cubicBezTo>
                  <a:pt x="193" y="11"/>
                  <a:pt x="182" y="0"/>
                  <a:pt x="169" y="0"/>
                </a:cubicBezTo>
                <a:cubicBezTo>
                  <a:pt x="162" y="0"/>
                  <a:pt x="156" y="3"/>
                  <a:pt x="151" y="7"/>
                </a:cubicBezTo>
                <a:cubicBezTo>
                  <a:pt x="53" y="97"/>
                  <a:pt x="53" y="97"/>
                  <a:pt x="53" y="97"/>
                </a:cubicBezTo>
                <a:cubicBezTo>
                  <a:pt x="24" y="99"/>
                  <a:pt x="0" y="134"/>
                  <a:pt x="0" y="177"/>
                </a:cubicBezTo>
                <a:cubicBezTo>
                  <a:pt x="0" y="220"/>
                  <a:pt x="24" y="255"/>
                  <a:pt x="53" y="257"/>
                </a:cubicBezTo>
                <a:cubicBezTo>
                  <a:pt x="151" y="346"/>
                  <a:pt x="151" y="346"/>
                  <a:pt x="151" y="346"/>
                </a:cubicBezTo>
                <a:cubicBezTo>
                  <a:pt x="156" y="350"/>
                  <a:pt x="162" y="353"/>
                  <a:pt x="169" y="353"/>
                </a:cubicBezTo>
                <a:cubicBezTo>
                  <a:pt x="182" y="353"/>
                  <a:pt x="193" y="343"/>
                  <a:pt x="193" y="329"/>
                </a:cubicBezTo>
                <a:cubicBezTo>
                  <a:pt x="193" y="329"/>
                  <a:pt x="193" y="329"/>
                  <a:pt x="193" y="328"/>
                </a:cubicBezTo>
                <a:cubicBezTo>
                  <a:pt x="193" y="25"/>
                  <a:pt x="193" y="25"/>
                  <a:pt x="193" y="25"/>
                </a:cubicBezTo>
                <a:cubicBezTo>
                  <a:pt x="193" y="25"/>
                  <a:pt x="193" y="24"/>
                  <a:pt x="193" y="24"/>
                </a:cubicBezTo>
                <a:moveTo>
                  <a:pt x="48" y="240"/>
                </a:moveTo>
                <a:cubicBezTo>
                  <a:pt x="30" y="234"/>
                  <a:pt x="16" y="208"/>
                  <a:pt x="16" y="177"/>
                </a:cubicBezTo>
                <a:cubicBezTo>
                  <a:pt x="16" y="146"/>
                  <a:pt x="30" y="120"/>
                  <a:pt x="48" y="114"/>
                </a:cubicBezTo>
                <a:lnTo>
                  <a:pt x="48" y="240"/>
                </a:lnTo>
                <a:close/>
                <a:moveTo>
                  <a:pt x="145" y="318"/>
                </a:moveTo>
                <a:cubicBezTo>
                  <a:pt x="64" y="245"/>
                  <a:pt x="64" y="245"/>
                  <a:pt x="64" y="245"/>
                </a:cubicBezTo>
                <a:cubicBezTo>
                  <a:pt x="64" y="108"/>
                  <a:pt x="64" y="108"/>
                  <a:pt x="64" y="108"/>
                </a:cubicBezTo>
                <a:cubicBezTo>
                  <a:pt x="68" y="105"/>
                  <a:pt x="68" y="105"/>
                  <a:pt x="68" y="105"/>
                </a:cubicBezTo>
                <a:cubicBezTo>
                  <a:pt x="68" y="105"/>
                  <a:pt x="68" y="105"/>
                  <a:pt x="68" y="105"/>
                </a:cubicBezTo>
                <a:cubicBezTo>
                  <a:pt x="145" y="35"/>
                  <a:pt x="145" y="35"/>
                  <a:pt x="145" y="35"/>
                </a:cubicBezTo>
                <a:lnTo>
                  <a:pt x="145" y="318"/>
                </a:lnTo>
                <a:close/>
                <a:moveTo>
                  <a:pt x="177" y="329"/>
                </a:moveTo>
                <a:cubicBezTo>
                  <a:pt x="177" y="334"/>
                  <a:pt x="173" y="337"/>
                  <a:pt x="169" y="337"/>
                </a:cubicBezTo>
                <a:cubicBezTo>
                  <a:pt x="166" y="337"/>
                  <a:pt x="164" y="336"/>
                  <a:pt x="163" y="335"/>
                </a:cubicBezTo>
                <a:cubicBezTo>
                  <a:pt x="163" y="335"/>
                  <a:pt x="163" y="335"/>
                  <a:pt x="163" y="335"/>
                </a:cubicBezTo>
                <a:cubicBezTo>
                  <a:pt x="161" y="333"/>
                  <a:pt x="161" y="333"/>
                  <a:pt x="161" y="333"/>
                </a:cubicBezTo>
                <a:cubicBezTo>
                  <a:pt x="161" y="21"/>
                  <a:pt x="161" y="21"/>
                  <a:pt x="161" y="21"/>
                </a:cubicBezTo>
                <a:cubicBezTo>
                  <a:pt x="163" y="18"/>
                  <a:pt x="163" y="18"/>
                  <a:pt x="163" y="18"/>
                </a:cubicBezTo>
                <a:cubicBezTo>
                  <a:pt x="163" y="19"/>
                  <a:pt x="163" y="19"/>
                  <a:pt x="163" y="19"/>
                </a:cubicBezTo>
                <a:cubicBezTo>
                  <a:pt x="164" y="17"/>
                  <a:pt x="166" y="16"/>
                  <a:pt x="169" y="16"/>
                </a:cubicBezTo>
                <a:cubicBezTo>
                  <a:pt x="173" y="16"/>
                  <a:pt x="177" y="20"/>
                  <a:pt x="177" y="24"/>
                </a:cubicBezTo>
                <a:lnTo>
                  <a:pt x="177" y="329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</p:spTree>
    <p:extLst>
      <p:ext uri="{BB962C8B-B14F-4D97-AF65-F5344CB8AC3E}">
        <p14:creationId xmlns:p14="http://schemas.microsoft.com/office/powerpoint/2010/main" val="1074134737"/>
      </p:ext>
    </p:extLst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reeform 5"/>
          <p:cNvSpPr>
            <a:spLocks noEditPoints="1"/>
          </p:cNvSpPr>
          <p:nvPr/>
        </p:nvSpPr>
        <p:spPr bwMode="auto">
          <a:xfrm>
            <a:off x="840318" y="910168"/>
            <a:ext cx="529167" cy="584200"/>
          </a:xfrm>
          <a:custGeom>
            <a:avLst/>
            <a:gdLst>
              <a:gd name="T0" fmla="*/ 193 w 321"/>
              <a:gd name="T1" fmla="*/ 24 h 354"/>
              <a:gd name="T2" fmla="*/ 169 w 321"/>
              <a:gd name="T3" fmla="*/ 0 h 354"/>
              <a:gd name="T4" fmla="*/ 151 w 321"/>
              <a:gd name="T5" fmla="*/ 8 h 354"/>
              <a:gd name="T6" fmla="*/ 53 w 321"/>
              <a:gd name="T7" fmla="*/ 97 h 354"/>
              <a:gd name="T8" fmla="*/ 0 w 321"/>
              <a:gd name="T9" fmla="*/ 177 h 354"/>
              <a:gd name="T10" fmla="*/ 53 w 321"/>
              <a:gd name="T11" fmla="*/ 257 h 354"/>
              <a:gd name="T12" fmla="*/ 151 w 321"/>
              <a:gd name="T13" fmla="*/ 346 h 354"/>
              <a:gd name="T14" fmla="*/ 169 w 321"/>
              <a:gd name="T15" fmla="*/ 354 h 354"/>
              <a:gd name="T16" fmla="*/ 193 w 321"/>
              <a:gd name="T17" fmla="*/ 330 h 354"/>
              <a:gd name="T18" fmla="*/ 193 w 321"/>
              <a:gd name="T19" fmla="*/ 329 h 354"/>
              <a:gd name="T20" fmla="*/ 193 w 321"/>
              <a:gd name="T21" fmla="*/ 25 h 354"/>
              <a:gd name="T22" fmla="*/ 193 w 321"/>
              <a:gd name="T23" fmla="*/ 24 h 354"/>
              <a:gd name="T24" fmla="*/ 48 w 321"/>
              <a:gd name="T25" fmla="*/ 240 h 354"/>
              <a:gd name="T26" fmla="*/ 16 w 321"/>
              <a:gd name="T27" fmla="*/ 177 h 354"/>
              <a:gd name="T28" fmla="*/ 48 w 321"/>
              <a:gd name="T29" fmla="*/ 114 h 354"/>
              <a:gd name="T30" fmla="*/ 48 w 321"/>
              <a:gd name="T31" fmla="*/ 240 h 354"/>
              <a:gd name="T32" fmla="*/ 144 w 321"/>
              <a:gd name="T33" fmla="*/ 318 h 354"/>
              <a:gd name="T34" fmla="*/ 64 w 321"/>
              <a:gd name="T35" fmla="*/ 245 h 354"/>
              <a:gd name="T36" fmla="*/ 64 w 321"/>
              <a:gd name="T37" fmla="*/ 108 h 354"/>
              <a:gd name="T38" fmla="*/ 68 w 321"/>
              <a:gd name="T39" fmla="*/ 105 h 354"/>
              <a:gd name="T40" fmla="*/ 68 w 321"/>
              <a:gd name="T41" fmla="*/ 105 h 354"/>
              <a:gd name="T42" fmla="*/ 144 w 321"/>
              <a:gd name="T43" fmla="*/ 36 h 354"/>
              <a:gd name="T44" fmla="*/ 144 w 321"/>
              <a:gd name="T45" fmla="*/ 318 h 354"/>
              <a:gd name="T46" fmla="*/ 177 w 321"/>
              <a:gd name="T47" fmla="*/ 329 h 354"/>
              <a:gd name="T48" fmla="*/ 168 w 321"/>
              <a:gd name="T49" fmla="*/ 337 h 354"/>
              <a:gd name="T50" fmla="*/ 163 w 321"/>
              <a:gd name="T51" fmla="*/ 335 h 354"/>
              <a:gd name="T52" fmla="*/ 163 w 321"/>
              <a:gd name="T53" fmla="*/ 335 h 354"/>
              <a:gd name="T54" fmla="*/ 161 w 321"/>
              <a:gd name="T55" fmla="*/ 333 h 354"/>
              <a:gd name="T56" fmla="*/ 161 w 321"/>
              <a:gd name="T57" fmla="*/ 21 h 354"/>
              <a:gd name="T58" fmla="*/ 163 w 321"/>
              <a:gd name="T59" fmla="*/ 19 h 354"/>
              <a:gd name="T60" fmla="*/ 163 w 321"/>
              <a:gd name="T61" fmla="*/ 19 h 354"/>
              <a:gd name="T62" fmla="*/ 168 w 321"/>
              <a:gd name="T63" fmla="*/ 17 h 354"/>
              <a:gd name="T64" fmla="*/ 177 w 321"/>
              <a:gd name="T65" fmla="*/ 25 h 354"/>
              <a:gd name="T66" fmla="*/ 177 w 321"/>
              <a:gd name="T67" fmla="*/ 329 h 354"/>
              <a:gd name="T68" fmla="*/ 275 w 321"/>
              <a:gd name="T69" fmla="*/ 92 h 354"/>
              <a:gd name="T70" fmla="*/ 274 w 321"/>
              <a:gd name="T71" fmla="*/ 92 h 354"/>
              <a:gd name="T72" fmla="*/ 270 w 321"/>
              <a:gd name="T73" fmla="*/ 91 h 354"/>
              <a:gd name="T74" fmla="*/ 262 w 321"/>
              <a:gd name="T75" fmla="*/ 99 h 354"/>
              <a:gd name="T76" fmla="*/ 266 w 321"/>
              <a:gd name="T77" fmla="*/ 106 h 354"/>
              <a:gd name="T78" fmla="*/ 266 w 321"/>
              <a:gd name="T79" fmla="*/ 106 h 354"/>
              <a:gd name="T80" fmla="*/ 305 w 321"/>
              <a:gd name="T81" fmla="*/ 177 h 354"/>
              <a:gd name="T82" fmla="*/ 266 w 321"/>
              <a:gd name="T83" fmla="*/ 248 h 354"/>
              <a:gd name="T84" fmla="*/ 266 w 321"/>
              <a:gd name="T85" fmla="*/ 248 h 354"/>
              <a:gd name="T86" fmla="*/ 263 w 321"/>
              <a:gd name="T87" fmla="*/ 255 h 354"/>
              <a:gd name="T88" fmla="*/ 271 w 321"/>
              <a:gd name="T89" fmla="*/ 263 h 354"/>
              <a:gd name="T90" fmla="*/ 275 w 321"/>
              <a:gd name="T91" fmla="*/ 262 h 354"/>
              <a:gd name="T92" fmla="*/ 275 w 321"/>
              <a:gd name="T93" fmla="*/ 262 h 354"/>
              <a:gd name="T94" fmla="*/ 321 w 321"/>
              <a:gd name="T95" fmla="*/ 177 h 354"/>
              <a:gd name="T96" fmla="*/ 275 w 321"/>
              <a:gd name="T97" fmla="*/ 92 h 354"/>
              <a:gd name="T98" fmla="*/ 233 w 321"/>
              <a:gd name="T99" fmla="*/ 129 h 354"/>
              <a:gd name="T100" fmla="*/ 225 w 321"/>
              <a:gd name="T101" fmla="*/ 137 h 354"/>
              <a:gd name="T102" fmla="*/ 233 w 321"/>
              <a:gd name="T103" fmla="*/ 145 h 354"/>
              <a:gd name="T104" fmla="*/ 257 w 321"/>
              <a:gd name="T105" fmla="*/ 177 h 354"/>
              <a:gd name="T106" fmla="*/ 233 w 321"/>
              <a:gd name="T107" fmla="*/ 209 h 354"/>
              <a:gd name="T108" fmla="*/ 225 w 321"/>
              <a:gd name="T109" fmla="*/ 217 h 354"/>
              <a:gd name="T110" fmla="*/ 233 w 321"/>
              <a:gd name="T111" fmla="*/ 225 h 354"/>
              <a:gd name="T112" fmla="*/ 273 w 321"/>
              <a:gd name="T113" fmla="*/ 177 h 354"/>
              <a:gd name="T114" fmla="*/ 233 w 321"/>
              <a:gd name="T115" fmla="*/ 129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321" h="354">
                <a:moveTo>
                  <a:pt x="193" y="24"/>
                </a:moveTo>
                <a:cubicBezTo>
                  <a:pt x="193" y="11"/>
                  <a:pt x="182" y="0"/>
                  <a:pt x="169" y="0"/>
                </a:cubicBezTo>
                <a:cubicBezTo>
                  <a:pt x="162" y="0"/>
                  <a:pt x="156" y="3"/>
                  <a:pt x="151" y="8"/>
                </a:cubicBezTo>
                <a:cubicBezTo>
                  <a:pt x="53" y="97"/>
                  <a:pt x="53" y="97"/>
                  <a:pt x="53" y="97"/>
                </a:cubicBezTo>
                <a:cubicBezTo>
                  <a:pt x="23" y="99"/>
                  <a:pt x="0" y="134"/>
                  <a:pt x="0" y="177"/>
                </a:cubicBezTo>
                <a:cubicBezTo>
                  <a:pt x="0" y="220"/>
                  <a:pt x="24" y="255"/>
                  <a:pt x="53" y="257"/>
                </a:cubicBezTo>
                <a:cubicBezTo>
                  <a:pt x="151" y="346"/>
                  <a:pt x="151" y="346"/>
                  <a:pt x="151" y="346"/>
                </a:cubicBezTo>
                <a:cubicBezTo>
                  <a:pt x="156" y="351"/>
                  <a:pt x="162" y="354"/>
                  <a:pt x="169" y="354"/>
                </a:cubicBezTo>
                <a:cubicBezTo>
                  <a:pt x="182" y="354"/>
                  <a:pt x="193" y="343"/>
                  <a:pt x="193" y="330"/>
                </a:cubicBezTo>
                <a:cubicBezTo>
                  <a:pt x="193" y="329"/>
                  <a:pt x="193" y="329"/>
                  <a:pt x="193" y="329"/>
                </a:cubicBezTo>
                <a:cubicBezTo>
                  <a:pt x="193" y="25"/>
                  <a:pt x="193" y="25"/>
                  <a:pt x="193" y="25"/>
                </a:cubicBezTo>
                <a:cubicBezTo>
                  <a:pt x="193" y="25"/>
                  <a:pt x="193" y="25"/>
                  <a:pt x="193" y="24"/>
                </a:cubicBezTo>
                <a:moveTo>
                  <a:pt x="48" y="240"/>
                </a:moveTo>
                <a:cubicBezTo>
                  <a:pt x="30" y="234"/>
                  <a:pt x="16" y="208"/>
                  <a:pt x="16" y="177"/>
                </a:cubicBezTo>
                <a:cubicBezTo>
                  <a:pt x="16" y="146"/>
                  <a:pt x="30" y="120"/>
                  <a:pt x="48" y="114"/>
                </a:cubicBezTo>
                <a:lnTo>
                  <a:pt x="48" y="240"/>
                </a:lnTo>
                <a:close/>
                <a:moveTo>
                  <a:pt x="144" y="318"/>
                </a:moveTo>
                <a:cubicBezTo>
                  <a:pt x="64" y="245"/>
                  <a:pt x="64" y="245"/>
                  <a:pt x="64" y="245"/>
                </a:cubicBezTo>
                <a:cubicBezTo>
                  <a:pt x="64" y="108"/>
                  <a:pt x="64" y="108"/>
                  <a:pt x="64" y="108"/>
                </a:cubicBezTo>
                <a:cubicBezTo>
                  <a:pt x="68" y="105"/>
                  <a:pt x="68" y="105"/>
                  <a:pt x="68" y="105"/>
                </a:cubicBezTo>
                <a:cubicBezTo>
                  <a:pt x="68" y="105"/>
                  <a:pt x="68" y="105"/>
                  <a:pt x="68" y="105"/>
                </a:cubicBezTo>
                <a:cubicBezTo>
                  <a:pt x="144" y="36"/>
                  <a:pt x="144" y="36"/>
                  <a:pt x="144" y="36"/>
                </a:cubicBezTo>
                <a:lnTo>
                  <a:pt x="144" y="318"/>
                </a:lnTo>
                <a:close/>
                <a:moveTo>
                  <a:pt x="177" y="329"/>
                </a:moveTo>
                <a:cubicBezTo>
                  <a:pt x="177" y="334"/>
                  <a:pt x="173" y="337"/>
                  <a:pt x="168" y="337"/>
                </a:cubicBezTo>
                <a:cubicBezTo>
                  <a:pt x="166" y="337"/>
                  <a:pt x="164" y="336"/>
                  <a:pt x="163" y="335"/>
                </a:cubicBezTo>
                <a:cubicBezTo>
                  <a:pt x="163" y="335"/>
                  <a:pt x="163" y="335"/>
                  <a:pt x="163" y="335"/>
                </a:cubicBezTo>
                <a:cubicBezTo>
                  <a:pt x="161" y="333"/>
                  <a:pt x="161" y="333"/>
                  <a:pt x="161" y="333"/>
                </a:cubicBezTo>
                <a:cubicBezTo>
                  <a:pt x="161" y="21"/>
                  <a:pt x="161" y="21"/>
                  <a:pt x="161" y="21"/>
                </a:cubicBezTo>
                <a:cubicBezTo>
                  <a:pt x="163" y="19"/>
                  <a:pt x="163" y="19"/>
                  <a:pt x="163" y="19"/>
                </a:cubicBezTo>
                <a:cubicBezTo>
                  <a:pt x="163" y="19"/>
                  <a:pt x="163" y="19"/>
                  <a:pt x="163" y="19"/>
                </a:cubicBezTo>
                <a:cubicBezTo>
                  <a:pt x="164" y="17"/>
                  <a:pt x="166" y="17"/>
                  <a:pt x="168" y="17"/>
                </a:cubicBezTo>
                <a:cubicBezTo>
                  <a:pt x="173" y="17"/>
                  <a:pt x="177" y="20"/>
                  <a:pt x="177" y="25"/>
                </a:cubicBezTo>
                <a:lnTo>
                  <a:pt x="177" y="329"/>
                </a:lnTo>
                <a:close/>
                <a:moveTo>
                  <a:pt x="275" y="92"/>
                </a:moveTo>
                <a:cubicBezTo>
                  <a:pt x="274" y="92"/>
                  <a:pt x="274" y="92"/>
                  <a:pt x="274" y="92"/>
                </a:cubicBezTo>
                <a:cubicBezTo>
                  <a:pt x="273" y="92"/>
                  <a:pt x="272" y="91"/>
                  <a:pt x="270" y="91"/>
                </a:cubicBezTo>
                <a:cubicBezTo>
                  <a:pt x="266" y="91"/>
                  <a:pt x="262" y="95"/>
                  <a:pt x="262" y="99"/>
                </a:cubicBezTo>
                <a:cubicBezTo>
                  <a:pt x="262" y="102"/>
                  <a:pt x="264" y="104"/>
                  <a:pt x="266" y="106"/>
                </a:cubicBezTo>
                <a:cubicBezTo>
                  <a:pt x="266" y="106"/>
                  <a:pt x="266" y="106"/>
                  <a:pt x="266" y="106"/>
                </a:cubicBezTo>
                <a:cubicBezTo>
                  <a:pt x="289" y="119"/>
                  <a:pt x="305" y="146"/>
                  <a:pt x="305" y="177"/>
                </a:cubicBezTo>
                <a:cubicBezTo>
                  <a:pt x="305" y="208"/>
                  <a:pt x="289" y="235"/>
                  <a:pt x="266" y="248"/>
                </a:cubicBezTo>
                <a:cubicBezTo>
                  <a:pt x="266" y="248"/>
                  <a:pt x="266" y="248"/>
                  <a:pt x="266" y="248"/>
                </a:cubicBezTo>
                <a:cubicBezTo>
                  <a:pt x="264" y="250"/>
                  <a:pt x="263" y="252"/>
                  <a:pt x="263" y="255"/>
                </a:cubicBezTo>
                <a:cubicBezTo>
                  <a:pt x="263" y="259"/>
                  <a:pt x="266" y="263"/>
                  <a:pt x="271" y="263"/>
                </a:cubicBezTo>
                <a:cubicBezTo>
                  <a:pt x="272" y="263"/>
                  <a:pt x="273" y="262"/>
                  <a:pt x="275" y="262"/>
                </a:cubicBezTo>
                <a:cubicBezTo>
                  <a:pt x="275" y="262"/>
                  <a:pt x="275" y="262"/>
                  <a:pt x="275" y="262"/>
                </a:cubicBezTo>
                <a:cubicBezTo>
                  <a:pt x="302" y="246"/>
                  <a:pt x="321" y="214"/>
                  <a:pt x="321" y="177"/>
                </a:cubicBezTo>
                <a:cubicBezTo>
                  <a:pt x="321" y="140"/>
                  <a:pt x="302" y="108"/>
                  <a:pt x="275" y="92"/>
                </a:cubicBezTo>
                <a:moveTo>
                  <a:pt x="233" y="129"/>
                </a:moveTo>
                <a:cubicBezTo>
                  <a:pt x="228" y="129"/>
                  <a:pt x="225" y="132"/>
                  <a:pt x="225" y="137"/>
                </a:cubicBezTo>
                <a:cubicBezTo>
                  <a:pt x="225" y="141"/>
                  <a:pt x="228" y="145"/>
                  <a:pt x="233" y="145"/>
                </a:cubicBezTo>
                <a:cubicBezTo>
                  <a:pt x="246" y="145"/>
                  <a:pt x="257" y="159"/>
                  <a:pt x="257" y="177"/>
                </a:cubicBezTo>
                <a:cubicBezTo>
                  <a:pt x="257" y="195"/>
                  <a:pt x="246" y="209"/>
                  <a:pt x="233" y="209"/>
                </a:cubicBezTo>
                <a:cubicBezTo>
                  <a:pt x="228" y="209"/>
                  <a:pt x="225" y="213"/>
                  <a:pt x="225" y="217"/>
                </a:cubicBezTo>
                <a:cubicBezTo>
                  <a:pt x="225" y="222"/>
                  <a:pt x="228" y="225"/>
                  <a:pt x="233" y="225"/>
                </a:cubicBezTo>
                <a:cubicBezTo>
                  <a:pt x="255" y="225"/>
                  <a:pt x="273" y="204"/>
                  <a:pt x="273" y="177"/>
                </a:cubicBezTo>
                <a:cubicBezTo>
                  <a:pt x="273" y="150"/>
                  <a:pt x="255" y="129"/>
                  <a:pt x="233" y="129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" name="Freeform 6"/>
          <p:cNvSpPr>
            <a:spLocks noEditPoints="1"/>
          </p:cNvSpPr>
          <p:nvPr/>
        </p:nvSpPr>
        <p:spPr bwMode="auto">
          <a:xfrm>
            <a:off x="1924051" y="910168"/>
            <a:ext cx="579967" cy="584200"/>
          </a:xfrm>
          <a:custGeom>
            <a:avLst/>
            <a:gdLst>
              <a:gd name="T0" fmla="*/ 259 w 353"/>
              <a:gd name="T1" fmla="*/ 92 h 354"/>
              <a:gd name="T2" fmla="*/ 247 w 353"/>
              <a:gd name="T3" fmla="*/ 99 h 354"/>
              <a:gd name="T4" fmla="*/ 250 w 353"/>
              <a:gd name="T5" fmla="*/ 106 h 354"/>
              <a:gd name="T6" fmla="*/ 251 w 353"/>
              <a:gd name="T7" fmla="*/ 248 h 354"/>
              <a:gd name="T8" fmla="*/ 247 w 353"/>
              <a:gd name="T9" fmla="*/ 255 h 354"/>
              <a:gd name="T10" fmla="*/ 259 w 353"/>
              <a:gd name="T11" fmla="*/ 262 h 354"/>
              <a:gd name="T12" fmla="*/ 305 w 353"/>
              <a:gd name="T13" fmla="*/ 177 h 354"/>
              <a:gd name="T14" fmla="*/ 294 w 353"/>
              <a:gd name="T15" fmla="*/ 58 h 354"/>
              <a:gd name="T16" fmla="*/ 289 w 353"/>
              <a:gd name="T17" fmla="*/ 56 h 354"/>
              <a:gd name="T18" fmla="*/ 285 w 353"/>
              <a:gd name="T19" fmla="*/ 71 h 354"/>
              <a:gd name="T20" fmla="*/ 285 w 353"/>
              <a:gd name="T21" fmla="*/ 283 h 354"/>
              <a:gd name="T22" fmla="*/ 281 w 353"/>
              <a:gd name="T23" fmla="*/ 290 h 354"/>
              <a:gd name="T24" fmla="*/ 294 w 353"/>
              <a:gd name="T25" fmla="*/ 296 h 354"/>
              <a:gd name="T26" fmla="*/ 295 w 353"/>
              <a:gd name="T27" fmla="*/ 295 h 354"/>
              <a:gd name="T28" fmla="*/ 353 w 353"/>
              <a:gd name="T29" fmla="*/ 177 h 354"/>
              <a:gd name="T30" fmla="*/ 217 w 353"/>
              <a:gd name="T31" fmla="*/ 129 h 354"/>
              <a:gd name="T32" fmla="*/ 217 w 353"/>
              <a:gd name="T33" fmla="*/ 145 h 354"/>
              <a:gd name="T34" fmla="*/ 217 w 353"/>
              <a:gd name="T35" fmla="*/ 209 h 354"/>
              <a:gd name="T36" fmla="*/ 217 w 353"/>
              <a:gd name="T37" fmla="*/ 225 h 354"/>
              <a:gd name="T38" fmla="*/ 217 w 353"/>
              <a:gd name="T39" fmla="*/ 129 h 354"/>
              <a:gd name="T40" fmla="*/ 169 w 353"/>
              <a:gd name="T41" fmla="*/ 0 h 354"/>
              <a:gd name="T42" fmla="*/ 53 w 353"/>
              <a:gd name="T43" fmla="*/ 97 h 354"/>
              <a:gd name="T44" fmla="*/ 54 w 353"/>
              <a:gd name="T45" fmla="*/ 257 h 354"/>
              <a:gd name="T46" fmla="*/ 169 w 353"/>
              <a:gd name="T47" fmla="*/ 354 h 354"/>
              <a:gd name="T48" fmla="*/ 193 w 353"/>
              <a:gd name="T49" fmla="*/ 329 h 354"/>
              <a:gd name="T50" fmla="*/ 193 w 353"/>
              <a:gd name="T51" fmla="*/ 24 h 354"/>
              <a:gd name="T52" fmla="*/ 16 w 353"/>
              <a:gd name="T53" fmla="*/ 177 h 354"/>
              <a:gd name="T54" fmla="*/ 48 w 353"/>
              <a:gd name="T55" fmla="*/ 240 h 354"/>
              <a:gd name="T56" fmla="*/ 64 w 353"/>
              <a:gd name="T57" fmla="*/ 245 h 354"/>
              <a:gd name="T58" fmla="*/ 68 w 353"/>
              <a:gd name="T59" fmla="*/ 105 h 354"/>
              <a:gd name="T60" fmla="*/ 145 w 353"/>
              <a:gd name="T61" fmla="*/ 36 h 354"/>
              <a:gd name="T62" fmla="*/ 177 w 353"/>
              <a:gd name="T63" fmla="*/ 329 h 354"/>
              <a:gd name="T64" fmla="*/ 163 w 353"/>
              <a:gd name="T65" fmla="*/ 335 h 354"/>
              <a:gd name="T66" fmla="*/ 161 w 353"/>
              <a:gd name="T67" fmla="*/ 333 h 354"/>
              <a:gd name="T68" fmla="*/ 163 w 353"/>
              <a:gd name="T69" fmla="*/ 19 h 354"/>
              <a:gd name="T70" fmla="*/ 169 w 353"/>
              <a:gd name="T71" fmla="*/ 17 h 354"/>
              <a:gd name="T72" fmla="*/ 177 w 353"/>
              <a:gd name="T73" fmla="*/ 329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353" h="354">
                <a:moveTo>
                  <a:pt x="259" y="92"/>
                </a:moveTo>
                <a:cubicBezTo>
                  <a:pt x="259" y="92"/>
                  <a:pt x="259" y="92"/>
                  <a:pt x="259" y="92"/>
                </a:cubicBezTo>
                <a:cubicBezTo>
                  <a:pt x="257" y="92"/>
                  <a:pt x="256" y="91"/>
                  <a:pt x="255" y="91"/>
                </a:cubicBezTo>
                <a:cubicBezTo>
                  <a:pt x="250" y="91"/>
                  <a:pt x="247" y="95"/>
                  <a:pt x="247" y="99"/>
                </a:cubicBezTo>
                <a:cubicBezTo>
                  <a:pt x="247" y="102"/>
                  <a:pt x="248" y="104"/>
                  <a:pt x="250" y="106"/>
                </a:cubicBezTo>
                <a:cubicBezTo>
                  <a:pt x="250" y="106"/>
                  <a:pt x="250" y="106"/>
                  <a:pt x="250" y="106"/>
                </a:cubicBezTo>
                <a:cubicBezTo>
                  <a:pt x="273" y="119"/>
                  <a:pt x="289" y="146"/>
                  <a:pt x="289" y="177"/>
                </a:cubicBezTo>
                <a:cubicBezTo>
                  <a:pt x="289" y="208"/>
                  <a:pt x="274" y="235"/>
                  <a:pt x="251" y="248"/>
                </a:cubicBezTo>
                <a:cubicBezTo>
                  <a:pt x="251" y="248"/>
                  <a:pt x="251" y="248"/>
                  <a:pt x="251" y="248"/>
                </a:cubicBezTo>
                <a:cubicBezTo>
                  <a:pt x="248" y="250"/>
                  <a:pt x="247" y="252"/>
                  <a:pt x="247" y="255"/>
                </a:cubicBezTo>
                <a:cubicBezTo>
                  <a:pt x="247" y="259"/>
                  <a:pt x="250" y="263"/>
                  <a:pt x="255" y="263"/>
                </a:cubicBezTo>
                <a:cubicBezTo>
                  <a:pt x="256" y="263"/>
                  <a:pt x="258" y="262"/>
                  <a:pt x="259" y="262"/>
                </a:cubicBezTo>
                <a:cubicBezTo>
                  <a:pt x="259" y="262"/>
                  <a:pt x="259" y="262"/>
                  <a:pt x="259" y="262"/>
                </a:cubicBezTo>
                <a:cubicBezTo>
                  <a:pt x="287" y="246"/>
                  <a:pt x="305" y="214"/>
                  <a:pt x="305" y="177"/>
                </a:cubicBezTo>
                <a:cubicBezTo>
                  <a:pt x="305" y="140"/>
                  <a:pt x="286" y="108"/>
                  <a:pt x="259" y="92"/>
                </a:cubicBezTo>
                <a:moveTo>
                  <a:pt x="294" y="58"/>
                </a:moveTo>
                <a:cubicBezTo>
                  <a:pt x="294" y="58"/>
                  <a:pt x="294" y="58"/>
                  <a:pt x="294" y="58"/>
                </a:cubicBezTo>
                <a:cubicBezTo>
                  <a:pt x="292" y="57"/>
                  <a:pt x="291" y="56"/>
                  <a:pt x="289" y="56"/>
                </a:cubicBezTo>
                <a:cubicBezTo>
                  <a:pt x="285" y="56"/>
                  <a:pt x="281" y="60"/>
                  <a:pt x="281" y="64"/>
                </a:cubicBezTo>
                <a:cubicBezTo>
                  <a:pt x="281" y="67"/>
                  <a:pt x="283" y="69"/>
                  <a:pt x="285" y="71"/>
                </a:cubicBezTo>
                <a:cubicBezTo>
                  <a:pt x="316" y="94"/>
                  <a:pt x="337" y="133"/>
                  <a:pt x="337" y="177"/>
                </a:cubicBezTo>
                <a:cubicBezTo>
                  <a:pt x="337" y="221"/>
                  <a:pt x="316" y="260"/>
                  <a:pt x="285" y="283"/>
                </a:cubicBezTo>
                <a:cubicBezTo>
                  <a:pt x="285" y="283"/>
                  <a:pt x="285" y="283"/>
                  <a:pt x="285" y="283"/>
                </a:cubicBezTo>
                <a:cubicBezTo>
                  <a:pt x="283" y="285"/>
                  <a:pt x="281" y="287"/>
                  <a:pt x="281" y="290"/>
                </a:cubicBezTo>
                <a:cubicBezTo>
                  <a:pt x="281" y="294"/>
                  <a:pt x="285" y="298"/>
                  <a:pt x="289" y="298"/>
                </a:cubicBezTo>
                <a:cubicBezTo>
                  <a:pt x="291" y="298"/>
                  <a:pt x="293" y="297"/>
                  <a:pt x="294" y="296"/>
                </a:cubicBezTo>
                <a:cubicBezTo>
                  <a:pt x="294" y="296"/>
                  <a:pt x="294" y="296"/>
                  <a:pt x="294" y="296"/>
                </a:cubicBezTo>
                <a:cubicBezTo>
                  <a:pt x="294" y="296"/>
                  <a:pt x="295" y="296"/>
                  <a:pt x="295" y="295"/>
                </a:cubicBezTo>
                <a:cubicBezTo>
                  <a:pt x="295" y="295"/>
                  <a:pt x="295" y="295"/>
                  <a:pt x="295" y="295"/>
                </a:cubicBezTo>
                <a:cubicBezTo>
                  <a:pt x="330" y="269"/>
                  <a:pt x="353" y="226"/>
                  <a:pt x="353" y="177"/>
                </a:cubicBezTo>
                <a:cubicBezTo>
                  <a:pt x="353" y="127"/>
                  <a:pt x="330" y="84"/>
                  <a:pt x="294" y="58"/>
                </a:cubicBezTo>
                <a:moveTo>
                  <a:pt x="217" y="129"/>
                </a:moveTo>
                <a:cubicBezTo>
                  <a:pt x="213" y="129"/>
                  <a:pt x="209" y="132"/>
                  <a:pt x="209" y="137"/>
                </a:cubicBezTo>
                <a:cubicBezTo>
                  <a:pt x="209" y="141"/>
                  <a:pt x="213" y="145"/>
                  <a:pt x="217" y="145"/>
                </a:cubicBezTo>
                <a:cubicBezTo>
                  <a:pt x="230" y="145"/>
                  <a:pt x="241" y="159"/>
                  <a:pt x="241" y="177"/>
                </a:cubicBezTo>
                <a:cubicBezTo>
                  <a:pt x="241" y="195"/>
                  <a:pt x="230" y="209"/>
                  <a:pt x="217" y="209"/>
                </a:cubicBezTo>
                <a:cubicBezTo>
                  <a:pt x="213" y="209"/>
                  <a:pt x="209" y="213"/>
                  <a:pt x="209" y="217"/>
                </a:cubicBezTo>
                <a:cubicBezTo>
                  <a:pt x="209" y="222"/>
                  <a:pt x="213" y="225"/>
                  <a:pt x="217" y="225"/>
                </a:cubicBezTo>
                <a:cubicBezTo>
                  <a:pt x="239" y="225"/>
                  <a:pt x="257" y="204"/>
                  <a:pt x="257" y="177"/>
                </a:cubicBezTo>
                <a:cubicBezTo>
                  <a:pt x="257" y="150"/>
                  <a:pt x="239" y="129"/>
                  <a:pt x="217" y="129"/>
                </a:cubicBezTo>
                <a:moveTo>
                  <a:pt x="193" y="24"/>
                </a:moveTo>
                <a:cubicBezTo>
                  <a:pt x="193" y="11"/>
                  <a:pt x="182" y="0"/>
                  <a:pt x="169" y="0"/>
                </a:cubicBezTo>
                <a:cubicBezTo>
                  <a:pt x="162" y="0"/>
                  <a:pt x="156" y="3"/>
                  <a:pt x="151" y="8"/>
                </a:cubicBezTo>
                <a:cubicBezTo>
                  <a:pt x="53" y="97"/>
                  <a:pt x="53" y="97"/>
                  <a:pt x="53" y="97"/>
                </a:cubicBezTo>
                <a:cubicBezTo>
                  <a:pt x="24" y="99"/>
                  <a:pt x="0" y="134"/>
                  <a:pt x="0" y="177"/>
                </a:cubicBezTo>
                <a:cubicBezTo>
                  <a:pt x="0" y="220"/>
                  <a:pt x="24" y="255"/>
                  <a:pt x="54" y="257"/>
                </a:cubicBezTo>
                <a:cubicBezTo>
                  <a:pt x="151" y="346"/>
                  <a:pt x="151" y="346"/>
                  <a:pt x="151" y="346"/>
                </a:cubicBezTo>
                <a:cubicBezTo>
                  <a:pt x="156" y="351"/>
                  <a:pt x="162" y="354"/>
                  <a:pt x="169" y="354"/>
                </a:cubicBezTo>
                <a:cubicBezTo>
                  <a:pt x="182" y="354"/>
                  <a:pt x="193" y="343"/>
                  <a:pt x="193" y="330"/>
                </a:cubicBezTo>
                <a:cubicBezTo>
                  <a:pt x="193" y="329"/>
                  <a:pt x="193" y="329"/>
                  <a:pt x="193" y="329"/>
                </a:cubicBezTo>
                <a:cubicBezTo>
                  <a:pt x="193" y="25"/>
                  <a:pt x="193" y="25"/>
                  <a:pt x="193" y="25"/>
                </a:cubicBezTo>
                <a:cubicBezTo>
                  <a:pt x="193" y="25"/>
                  <a:pt x="193" y="25"/>
                  <a:pt x="193" y="24"/>
                </a:cubicBezTo>
                <a:moveTo>
                  <a:pt x="48" y="240"/>
                </a:moveTo>
                <a:cubicBezTo>
                  <a:pt x="30" y="234"/>
                  <a:pt x="16" y="208"/>
                  <a:pt x="16" y="177"/>
                </a:cubicBezTo>
                <a:cubicBezTo>
                  <a:pt x="16" y="146"/>
                  <a:pt x="30" y="120"/>
                  <a:pt x="48" y="114"/>
                </a:cubicBezTo>
                <a:lnTo>
                  <a:pt x="48" y="240"/>
                </a:lnTo>
                <a:close/>
                <a:moveTo>
                  <a:pt x="145" y="318"/>
                </a:moveTo>
                <a:cubicBezTo>
                  <a:pt x="64" y="245"/>
                  <a:pt x="64" y="245"/>
                  <a:pt x="64" y="245"/>
                </a:cubicBezTo>
                <a:cubicBezTo>
                  <a:pt x="64" y="108"/>
                  <a:pt x="64" y="108"/>
                  <a:pt x="64" y="108"/>
                </a:cubicBezTo>
                <a:cubicBezTo>
                  <a:pt x="68" y="105"/>
                  <a:pt x="68" y="105"/>
                  <a:pt x="68" y="105"/>
                </a:cubicBezTo>
                <a:cubicBezTo>
                  <a:pt x="68" y="105"/>
                  <a:pt x="68" y="105"/>
                  <a:pt x="68" y="105"/>
                </a:cubicBezTo>
                <a:cubicBezTo>
                  <a:pt x="145" y="36"/>
                  <a:pt x="145" y="36"/>
                  <a:pt x="145" y="36"/>
                </a:cubicBezTo>
                <a:lnTo>
                  <a:pt x="145" y="318"/>
                </a:lnTo>
                <a:close/>
                <a:moveTo>
                  <a:pt x="177" y="329"/>
                </a:moveTo>
                <a:cubicBezTo>
                  <a:pt x="177" y="334"/>
                  <a:pt x="173" y="337"/>
                  <a:pt x="169" y="337"/>
                </a:cubicBezTo>
                <a:cubicBezTo>
                  <a:pt x="166" y="337"/>
                  <a:pt x="164" y="336"/>
                  <a:pt x="163" y="335"/>
                </a:cubicBezTo>
                <a:cubicBezTo>
                  <a:pt x="163" y="335"/>
                  <a:pt x="163" y="335"/>
                  <a:pt x="163" y="335"/>
                </a:cubicBezTo>
                <a:cubicBezTo>
                  <a:pt x="161" y="333"/>
                  <a:pt x="161" y="333"/>
                  <a:pt x="161" y="333"/>
                </a:cubicBezTo>
                <a:cubicBezTo>
                  <a:pt x="161" y="21"/>
                  <a:pt x="161" y="21"/>
                  <a:pt x="161" y="21"/>
                </a:cubicBezTo>
                <a:cubicBezTo>
                  <a:pt x="163" y="19"/>
                  <a:pt x="163" y="19"/>
                  <a:pt x="163" y="19"/>
                </a:cubicBezTo>
                <a:cubicBezTo>
                  <a:pt x="163" y="19"/>
                  <a:pt x="163" y="19"/>
                  <a:pt x="163" y="19"/>
                </a:cubicBezTo>
                <a:cubicBezTo>
                  <a:pt x="165" y="17"/>
                  <a:pt x="167" y="17"/>
                  <a:pt x="169" y="17"/>
                </a:cubicBezTo>
                <a:cubicBezTo>
                  <a:pt x="173" y="17"/>
                  <a:pt x="177" y="20"/>
                  <a:pt x="177" y="25"/>
                </a:cubicBezTo>
                <a:lnTo>
                  <a:pt x="177" y="329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" name="Freeform 7"/>
          <p:cNvSpPr>
            <a:spLocks noEditPoints="1"/>
          </p:cNvSpPr>
          <p:nvPr/>
        </p:nvSpPr>
        <p:spPr bwMode="auto">
          <a:xfrm>
            <a:off x="3033185" y="935569"/>
            <a:ext cx="582084" cy="531284"/>
          </a:xfrm>
          <a:custGeom>
            <a:avLst/>
            <a:gdLst>
              <a:gd name="T0" fmla="*/ 144 w 353"/>
              <a:gd name="T1" fmla="*/ 194 h 323"/>
              <a:gd name="T2" fmla="*/ 160 w 353"/>
              <a:gd name="T3" fmla="*/ 194 h 323"/>
              <a:gd name="T4" fmla="*/ 200 w 353"/>
              <a:gd name="T5" fmla="*/ 186 h 323"/>
              <a:gd name="T6" fmla="*/ 200 w 353"/>
              <a:gd name="T7" fmla="*/ 202 h 323"/>
              <a:gd name="T8" fmla="*/ 200 w 353"/>
              <a:gd name="T9" fmla="*/ 186 h 323"/>
              <a:gd name="T10" fmla="*/ 96 w 353"/>
              <a:gd name="T11" fmla="*/ 226 h 323"/>
              <a:gd name="T12" fmla="*/ 88 w 353"/>
              <a:gd name="T13" fmla="*/ 202 h 323"/>
              <a:gd name="T14" fmla="*/ 80 w 353"/>
              <a:gd name="T15" fmla="*/ 226 h 323"/>
              <a:gd name="T16" fmla="*/ 56 w 353"/>
              <a:gd name="T17" fmla="*/ 234 h 323"/>
              <a:gd name="T18" fmla="*/ 80 w 353"/>
              <a:gd name="T19" fmla="*/ 242 h 323"/>
              <a:gd name="T20" fmla="*/ 88 w 353"/>
              <a:gd name="T21" fmla="*/ 266 h 323"/>
              <a:gd name="T22" fmla="*/ 96 w 353"/>
              <a:gd name="T23" fmla="*/ 242 h 323"/>
              <a:gd name="T24" fmla="*/ 120 w 353"/>
              <a:gd name="T25" fmla="*/ 234 h 323"/>
              <a:gd name="T26" fmla="*/ 264 w 353"/>
              <a:gd name="T27" fmla="*/ 146 h 323"/>
              <a:gd name="T28" fmla="*/ 195 w 353"/>
              <a:gd name="T29" fmla="*/ 113 h 323"/>
              <a:gd name="T30" fmla="*/ 164 w 353"/>
              <a:gd name="T31" fmla="*/ 2 h 323"/>
              <a:gd name="T32" fmla="*/ 157 w 353"/>
              <a:gd name="T33" fmla="*/ 17 h 323"/>
              <a:gd name="T34" fmla="*/ 184 w 353"/>
              <a:gd name="T35" fmla="*/ 101 h 323"/>
              <a:gd name="T36" fmla="*/ 88 w 353"/>
              <a:gd name="T37" fmla="*/ 146 h 323"/>
              <a:gd name="T38" fmla="*/ 88 w 353"/>
              <a:gd name="T39" fmla="*/ 323 h 323"/>
              <a:gd name="T40" fmla="*/ 196 w 353"/>
              <a:gd name="T41" fmla="*/ 290 h 323"/>
              <a:gd name="T42" fmla="*/ 353 w 353"/>
              <a:gd name="T43" fmla="*/ 234 h 323"/>
              <a:gd name="T44" fmla="*/ 264 w 353"/>
              <a:gd name="T45" fmla="*/ 307 h 323"/>
              <a:gd name="T46" fmla="*/ 148 w 353"/>
              <a:gd name="T47" fmla="*/ 274 h 323"/>
              <a:gd name="T48" fmla="*/ 16 w 353"/>
              <a:gd name="T49" fmla="*/ 234 h 323"/>
              <a:gd name="T50" fmla="*/ 264 w 353"/>
              <a:gd name="T51" fmla="*/ 162 h 323"/>
              <a:gd name="T52" fmla="*/ 264 w 353"/>
              <a:gd name="T53" fmla="*/ 307 h 323"/>
              <a:gd name="T54" fmla="*/ 232 w 353"/>
              <a:gd name="T55" fmla="*/ 250 h 323"/>
              <a:gd name="T56" fmla="*/ 264 w 353"/>
              <a:gd name="T57" fmla="*/ 250 h 323"/>
              <a:gd name="T58" fmla="*/ 281 w 353"/>
              <a:gd name="T59" fmla="*/ 202 h 323"/>
              <a:gd name="T60" fmla="*/ 281 w 353"/>
              <a:gd name="T61" fmla="*/ 234 h 323"/>
              <a:gd name="T62" fmla="*/ 281 w 353"/>
              <a:gd name="T63" fmla="*/ 202 h 3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353" h="323">
                <a:moveTo>
                  <a:pt x="152" y="186"/>
                </a:moveTo>
                <a:cubicBezTo>
                  <a:pt x="148" y="186"/>
                  <a:pt x="144" y="190"/>
                  <a:pt x="144" y="194"/>
                </a:cubicBezTo>
                <a:cubicBezTo>
                  <a:pt x="144" y="199"/>
                  <a:pt x="148" y="202"/>
                  <a:pt x="152" y="202"/>
                </a:cubicBezTo>
                <a:cubicBezTo>
                  <a:pt x="157" y="202"/>
                  <a:pt x="160" y="199"/>
                  <a:pt x="160" y="194"/>
                </a:cubicBezTo>
                <a:cubicBezTo>
                  <a:pt x="160" y="190"/>
                  <a:pt x="157" y="186"/>
                  <a:pt x="152" y="186"/>
                </a:cubicBezTo>
                <a:moveTo>
                  <a:pt x="200" y="186"/>
                </a:moveTo>
                <a:cubicBezTo>
                  <a:pt x="196" y="186"/>
                  <a:pt x="192" y="190"/>
                  <a:pt x="192" y="194"/>
                </a:cubicBezTo>
                <a:cubicBezTo>
                  <a:pt x="192" y="199"/>
                  <a:pt x="196" y="202"/>
                  <a:pt x="200" y="202"/>
                </a:cubicBezTo>
                <a:cubicBezTo>
                  <a:pt x="205" y="202"/>
                  <a:pt x="208" y="199"/>
                  <a:pt x="208" y="194"/>
                </a:cubicBezTo>
                <a:cubicBezTo>
                  <a:pt x="208" y="190"/>
                  <a:pt x="205" y="186"/>
                  <a:pt x="200" y="186"/>
                </a:cubicBezTo>
                <a:moveTo>
                  <a:pt x="112" y="226"/>
                </a:moveTo>
                <a:cubicBezTo>
                  <a:pt x="96" y="226"/>
                  <a:pt x="96" y="226"/>
                  <a:pt x="96" y="226"/>
                </a:cubicBezTo>
                <a:cubicBezTo>
                  <a:pt x="96" y="210"/>
                  <a:pt x="96" y="210"/>
                  <a:pt x="96" y="210"/>
                </a:cubicBezTo>
                <a:cubicBezTo>
                  <a:pt x="96" y="206"/>
                  <a:pt x="92" y="202"/>
                  <a:pt x="88" y="202"/>
                </a:cubicBezTo>
                <a:cubicBezTo>
                  <a:pt x="83" y="202"/>
                  <a:pt x="80" y="206"/>
                  <a:pt x="80" y="210"/>
                </a:cubicBezTo>
                <a:cubicBezTo>
                  <a:pt x="80" y="226"/>
                  <a:pt x="80" y="226"/>
                  <a:pt x="80" y="226"/>
                </a:cubicBezTo>
                <a:cubicBezTo>
                  <a:pt x="64" y="226"/>
                  <a:pt x="64" y="226"/>
                  <a:pt x="64" y="226"/>
                </a:cubicBezTo>
                <a:cubicBezTo>
                  <a:pt x="59" y="226"/>
                  <a:pt x="56" y="230"/>
                  <a:pt x="56" y="234"/>
                </a:cubicBezTo>
                <a:cubicBezTo>
                  <a:pt x="56" y="239"/>
                  <a:pt x="59" y="242"/>
                  <a:pt x="64" y="242"/>
                </a:cubicBezTo>
                <a:cubicBezTo>
                  <a:pt x="80" y="242"/>
                  <a:pt x="80" y="242"/>
                  <a:pt x="80" y="242"/>
                </a:cubicBezTo>
                <a:cubicBezTo>
                  <a:pt x="80" y="258"/>
                  <a:pt x="80" y="258"/>
                  <a:pt x="80" y="258"/>
                </a:cubicBezTo>
                <a:cubicBezTo>
                  <a:pt x="80" y="263"/>
                  <a:pt x="83" y="266"/>
                  <a:pt x="88" y="266"/>
                </a:cubicBezTo>
                <a:cubicBezTo>
                  <a:pt x="92" y="266"/>
                  <a:pt x="96" y="263"/>
                  <a:pt x="96" y="258"/>
                </a:cubicBezTo>
                <a:cubicBezTo>
                  <a:pt x="96" y="242"/>
                  <a:pt x="96" y="242"/>
                  <a:pt x="96" y="242"/>
                </a:cubicBezTo>
                <a:cubicBezTo>
                  <a:pt x="112" y="242"/>
                  <a:pt x="112" y="242"/>
                  <a:pt x="112" y="242"/>
                </a:cubicBezTo>
                <a:cubicBezTo>
                  <a:pt x="116" y="242"/>
                  <a:pt x="120" y="239"/>
                  <a:pt x="120" y="234"/>
                </a:cubicBezTo>
                <a:cubicBezTo>
                  <a:pt x="120" y="230"/>
                  <a:pt x="116" y="226"/>
                  <a:pt x="112" y="226"/>
                </a:cubicBezTo>
                <a:moveTo>
                  <a:pt x="264" y="146"/>
                </a:moveTo>
                <a:cubicBezTo>
                  <a:pt x="185" y="146"/>
                  <a:pt x="185" y="146"/>
                  <a:pt x="185" y="146"/>
                </a:cubicBezTo>
                <a:cubicBezTo>
                  <a:pt x="177" y="131"/>
                  <a:pt x="183" y="124"/>
                  <a:pt x="195" y="113"/>
                </a:cubicBezTo>
                <a:cubicBezTo>
                  <a:pt x="204" y="103"/>
                  <a:pt x="216" y="92"/>
                  <a:pt x="216" y="74"/>
                </a:cubicBezTo>
                <a:cubicBezTo>
                  <a:pt x="216" y="29"/>
                  <a:pt x="166" y="3"/>
                  <a:pt x="164" y="2"/>
                </a:cubicBezTo>
                <a:cubicBezTo>
                  <a:pt x="160" y="0"/>
                  <a:pt x="155" y="2"/>
                  <a:pt x="153" y="6"/>
                </a:cubicBezTo>
                <a:cubicBezTo>
                  <a:pt x="151" y="10"/>
                  <a:pt x="153" y="15"/>
                  <a:pt x="157" y="17"/>
                </a:cubicBezTo>
                <a:cubicBezTo>
                  <a:pt x="157" y="17"/>
                  <a:pt x="200" y="39"/>
                  <a:pt x="200" y="74"/>
                </a:cubicBezTo>
                <a:cubicBezTo>
                  <a:pt x="200" y="85"/>
                  <a:pt x="192" y="93"/>
                  <a:pt x="184" y="101"/>
                </a:cubicBezTo>
                <a:cubicBezTo>
                  <a:pt x="173" y="112"/>
                  <a:pt x="159" y="125"/>
                  <a:pt x="168" y="146"/>
                </a:cubicBezTo>
                <a:cubicBezTo>
                  <a:pt x="88" y="146"/>
                  <a:pt x="88" y="146"/>
                  <a:pt x="88" y="146"/>
                </a:cubicBezTo>
                <a:cubicBezTo>
                  <a:pt x="39" y="146"/>
                  <a:pt x="0" y="186"/>
                  <a:pt x="0" y="234"/>
                </a:cubicBezTo>
                <a:cubicBezTo>
                  <a:pt x="0" y="283"/>
                  <a:pt x="39" y="323"/>
                  <a:pt x="88" y="323"/>
                </a:cubicBezTo>
                <a:cubicBezTo>
                  <a:pt x="115" y="323"/>
                  <a:pt x="140" y="310"/>
                  <a:pt x="156" y="290"/>
                </a:cubicBezTo>
                <a:cubicBezTo>
                  <a:pt x="196" y="290"/>
                  <a:pt x="196" y="290"/>
                  <a:pt x="196" y="290"/>
                </a:cubicBezTo>
                <a:cubicBezTo>
                  <a:pt x="213" y="310"/>
                  <a:pt x="237" y="323"/>
                  <a:pt x="264" y="323"/>
                </a:cubicBezTo>
                <a:cubicBezTo>
                  <a:pt x="313" y="323"/>
                  <a:pt x="353" y="283"/>
                  <a:pt x="353" y="234"/>
                </a:cubicBezTo>
                <a:cubicBezTo>
                  <a:pt x="353" y="186"/>
                  <a:pt x="313" y="146"/>
                  <a:pt x="264" y="146"/>
                </a:cubicBezTo>
                <a:moveTo>
                  <a:pt x="264" y="307"/>
                </a:moveTo>
                <a:cubicBezTo>
                  <a:pt x="239" y="307"/>
                  <a:pt x="217" y="294"/>
                  <a:pt x="204" y="274"/>
                </a:cubicBezTo>
                <a:cubicBezTo>
                  <a:pt x="148" y="274"/>
                  <a:pt x="148" y="274"/>
                  <a:pt x="148" y="274"/>
                </a:cubicBezTo>
                <a:cubicBezTo>
                  <a:pt x="135" y="294"/>
                  <a:pt x="113" y="307"/>
                  <a:pt x="88" y="307"/>
                </a:cubicBezTo>
                <a:cubicBezTo>
                  <a:pt x="48" y="307"/>
                  <a:pt x="16" y="274"/>
                  <a:pt x="16" y="234"/>
                </a:cubicBezTo>
                <a:cubicBezTo>
                  <a:pt x="16" y="194"/>
                  <a:pt x="48" y="162"/>
                  <a:pt x="88" y="162"/>
                </a:cubicBezTo>
                <a:cubicBezTo>
                  <a:pt x="264" y="162"/>
                  <a:pt x="264" y="162"/>
                  <a:pt x="264" y="162"/>
                </a:cubicBezTo>
                <a:cubicBezTo>
                  <a:pt x="304" y="162"/>
                  <a:pt x="337" y="194"/>
                  <a:pt x="337" y="234"/>
                </a:cubicBezTo>
                <a:cubicBezTo>
                  <a:pt x="337" y="274"/>
                  <a:pt x="304" y="307"/>
                  <a:pt x="264" y="307"/>
                </a:cubicBezTo>
                <a:moveTo>
                  <a:pt x="248" y="234"/>
                </a:moveTo>
                <a:cubicBezTo>
                  <a:pt x="240" y="234"/>
                  <a:pt x="232" y="241"/>
                  <a:pt x="232" y="250"/>
                </a:cubicBezTo>
                <a:cubicBezTo>
                  <a:pt x="232" y="259"/>
                  <a:pt x="240" y="266"/>
                  <a:pt x="248" y="266"/>
                </a:cubicBezTo>
                <a:cubicBezTo>
                  <a:pt x="257" y="266"/>
                  <a:pt x="264" y="259"/>
                  <a:pt x="264" y="250"/>
                </a:cubicBezTo>
                <a:cubicBezTo>
                  <a:pt x="264" y="241"/>
                  <a:pt x="257" y="234"/>
                  <a:pt x="248" y="234"/>
                </a:cubicBezTo>
                <a:moveTo>
                  <a:pt x="281" y="202"/>
                </a:moveTo>
                <a:cubicBezTo>
                  <a:pt x="272" y="202"/>
                  <a:pt x="264" y="209"/>
                  <a:pt x="264" y="218"/>
                </a:cubicBezTo>
                <a:cubicBezTo>
                  <a:pt x="264" y="227"/>
                  <a:pt x="272" y="234"/>
                  <a:pt x="281" y="234"/>
                </a:cubicBezTo>
                <a:cubicBezTo>
                  <a:pt x="289" y="234"/>
                  <a:pt x="297" y="227"/>
                  <a:pt x="297" y="218"/>
                </a:cubicBezTo>
                <a:cubicBezTo>
                  <a:pt x="297" y="209"/>
                  <a:pt x="289" y="202"/>
                  <a:pt x="281" y="202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" name="Freeform 8"/>
          <p:cNvSpPr>
            <a:spLocks noEditPoints="1"/>
          </p:cNvSpPr>
          <p:nvPr/>
        </p:nvSpPr>
        <p:spPr bwMode="auto">
          <a:xfrm>
            <a:off x="4142318" y="910168"/>
            <a:ext cx="579967" cy="584200"/>
          </a:xfrm>
          <a:custGeom>
            <a:avLst/>
            <a:gdLst>
              <a:gd name="T0" fmla="*/ 321 w 353"/>
              <a:gd name="T1" fmla="*/ 0 h 354"/>
              <a:gd name="T2" fmla="*/ 32 w 353"/>
              <a:gd name="T3" fmla="*/ 0 h 354"/>
              <a:gd name="T4" fmla="*/ 0 w 353"/>
              <a:gd name="T5" fmla="*/ 33 h 354"/>
              <a:gd name="T6" fmla="*/ 0 w 353"/>
              <a:gd name="T7" fmla="*/ 322 h 354"/>
              <a:gd name="T8" fmla="*/ 32 w 353"/>
              <a:gd name="T9" fmla="*/ 354 h 354"/>
              <a:gd name="T10" fmla="*/ 321 w 353"/>
              <a:gd name="T11" fmla="*/ 354 h 354"/>
              <a:gd name="T12" fmla="*/ 353 w 353"/>
              <a:gd name="T13" fmla="*/ 322 h 354"/>
              <a:gd name="T14" fmla="*/ 353 w 353"/>
              <a:gd name="T15" fmla="*/ 33 h 354"/>
              <a:gd name="T16" fmla="*/ 321 w 353"/>
              <a:gd name="T17" fmla="*/ 0 h 354"/>
              <a:gd name="T18" fmla="*/ 337 w 353"/>
              <a:gd name="T19" fmla="*/ 322 h 354"/>
              <a:gd name="T20" fmla="*/ 321 w 353"/>
              <a:gd name="T21" fmla="*/ 338 h 354"/>
              <a:gd name="T22" fmla="*/ 32 w 353"/>
              <a:gd name="T23" fmla="*/ 338 h 354"/>
              <a:gd name="T24" fmla="*/ 16 w 353"/>
              <a:gd name="T25" fmla="*/ 322 h 354"/>
              <a:gd name="T26" fmla="*/ 16 w 353"/>
              <a:gd name="T27" fmla="*/ 33 h 354"/>
              <a:gd name="T28" fmla="*/ 32 w 353"/>
              <a:gd name="T29" fmla="*/ 16 h 354"/>
              <a:gd name="T30" fmla="*/ 321 w 353"/>
              <a:gd name="T31" fmla="*/ 16 h 354"/>
              <a:gd name="T32" fmla="*/ 337 w 353"/>
              <a:gd name="T33" fmla="*/ 33 h 354"/>
              <a:gd name="T34" fmla="*/ 337 w 353"/>
              <a:gd name="T35" fmla="*/ 322 h 354"/>
              <a:gd name="T36" fmla="*/ 160 w 353"/>
              <a:gd name="T37" fmla="*/ 201 h 354"/>
              <a:gd name="T38" fmla="*/ 157 w 353"/>
              <a:gd name="T39" fmla="*/ 195 h 354"/>
              <a:gd name="T40" fmla="*/ 157 w 353"/>
              <a:gd name="T41" fmla="*/ 195 h 354"/>
              <a:gd name="T42" fmla="*/ 93 w 353"/>
              <a:gd name="T43" fmla="*/ 147 h 354"/>
              <a:gd name="T44" fmla="*/ 93 w 353"/>
              <a:gd name="T45" fmla="*/ 147 h 354"/>
              <a:gd name="T46" fmla="*/ 88 w 353"/>
              <a:gd name="T47" fmla="*/ 145 h 354"/>
              <a:gd name="T48" fmla="*/ 80 w 353"/>
              <a:gd name="T49" fmla="*/ 153 h 354"/>
              <a:gd name="T50" fmla="*/ 83 w 353"/>
              <a:gd name="T51" fmla="*/ 159 h 354"/>
              <a:gd name="T52" fmla="*/ 83 w 353"/>
              <a:gd name="T53" fmla="*/ 159 h 354"/>
              <a:gd name="T54" fmla="*/ 139 w 353"/>
              <a:gd name="T55" fmla="*/ 201 h 354"/>
              <a:gd name="T56" fmla="*/ 83 w 353"/>
              <a:gd name="T57" fmla="*/ 243 h 354"/>
              <a:gd name="T58" fmla="*/ 83 w 353"/>
              <a:gd name="T59" fmla="*/ 243 h 354"/>
              <a:gd name="T60" fmla="*/ 80 w 353"/>
              <a:gd name="T61" fmla="*/ 249 h 354"/>
              <a:gd name="T62" fmla="*/ 88 w 353"/>
              <a:gd name="T63" fmla="*/ 257 h 354"/>
              <a:gd name="T64" fmla="*/ 93 w 353"/>
              <a:gd name="T65" fmla="*/ 256 h 354"/>
              <a:gd name="T66" fmla="*/ 93 w 353"/>
              <a:gd name="T67" fmla="*/ 256 h 354"/>
              <a:gd name="T68" fmla="*/ 157 w 353"/>
              <a:gd name="T69" fmla="*/ 208 h 354"/>
              <a:gd name="T70" fmla="*/ 157 w 353"/>
              <a:gd name="T71" fmla="*/ 207 h 354"/>
              <a:gd name="T72" fmla="*/ 160 w 353"/>
              <a:gd name="T73" fmla="*/ 201 h 354"/>
              <a:gd name="T74" fmla="*/ 217 w 353"/>
              <a:gd name="T75" fmla="*/ 257 h 354"/>
              <a:gd name="T76" fmla="*/ 168 w 353"/>
              <a:gd name="T77" fmla="*/ 257 h 354"/>
              <a:gd name="T78" fmla="*/ 160 w 353"/>
              <a:gd name="T79" fmla="*/ 265 h 354"/>
              <a:gd name="T80" fmla="*/ 168 w 353"/>
              <a:gd name="T81" fmla="*/ 273 h 354"/>
              <a:gd name="T82" fmla="*/ 217 w 353"/>
              <a:gd name="T83" fmla="*/ 273 h 354"/>
              <a:gd name="T84" fmla="*/ 225 w 353"/>
              <a:gd name="T85" fmla="*/ 265 h 354"/>
              <a:gd name="T86" fmla="*/ 217 w 353"/>
              <a:gd name="T87" fmla="*/ 257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353" h="354">
                <a:moveTo>
                  <a:pt x="321" y="0"/>
                </a:move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5"/>
                  <a:pt x="0" y="33"/>
                </a:cubicBezTo>
                <a:cubicBezTo>
                  <a:pt x="0" y="322"/>
                  <a:pt x="0" y="322"/>
                  <a:pt x="0" y="322"/>
                </a:cubicBezTo>
                <a:cubicBezTo>
                  <a:pt x="0" y="339"/>
                  <a:pt x="14" y="354"/>
                  <a:pt x="32" y="354"/>
                </a:cubicBezTo>
                <a:cubicBezTo>
                  <a:pt x="321" y="354"/>
                  <a:pt x="321" y="354"/>
                  <a:pt x="321" y="354"/>
                </a:cubicBezTo>
                <a:cubicBezTo>
                  <a:pt x="339" y="354"/>
                  <a:pt x="353" y="339"/>
                  <a:pt x="353" y="322"/>
                </a:cubicBezTo>
                <a:cubicBezTo>
                  <a:pt x="353" y="33"/>
                  <a:pt x="353" y="33"/>
                  <a:pt x="353" y="33"/>
                </a:cubicBezTo>
                <a:cubicBezTo>
                  <a:pt x="353" y="15"/>
                  <a:pt x="339" y="0"/>
                  <a:pt x="321" y="0"/>
                </a:cubicBezTo>
                <a:moveTo>
                  <a:pt x="337" y="322"/>
                </a:moveTo>
                <a:cubicBezTo>
                  <a:pt x="337" y="330"/>
                  <a:pt x="330" y="338"/>
                  <a:pt x="321" y="338"/>
                </a:cubicBezTo>
                <a:cubicBezTo>
                  <a:pt x="32" y="338"/>
                  <a:pt x="32" y="338"/>
                  <a:pt x="32" y="338"/>
                </a:cubicBezTo>
                <a:cubicBezTo>
                  <a:pt x="23" y="338"/>
                  <a:pt x="16" y="330"/>
                  <a:pt x="16" y="322"/>
                </a:cubicBezTo>
                <a:cubicBezTo>
                  <a:pt x="16" y="33"/>
                  <a:pt x="16" y="33"/>
                  <a:pt x="16" y="33"/>
                </a:cubicBezTo>
                <a:cubicBezTo>
                  <a:pt x="16" y="24"/>
                  <a:pt x="23" y="16"/>
                  <a:pt x="32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4"/>
                  <a:pt x="337" y="33"/>
                </a:cubicBezTo>
                <a:lnTo>
                  <a:pt x="337" y="322"/>
                </a:lnTo>
                <a:close/>
                <a:moveTo>
                  <a:pt x="160" y="201"/>
                </a:moveTo>
                <a:cubicBezTo>
                  <a:pt x="160" y="198"/>
                  <a:pt x="159" y="196"/>
                  <a:pt x="157" y="195"/>
                </a:cubicBezTo>
                <a:cubicBezTo>
                  <a:pt x="157" y="195"/>
                  <a:pt x="157" y="195"/>
                  <a:pt x="157" y="195"/>
                </a:cubicBezTo>
                <a:cubicBezTo>
                  <a:pt x="93" y="147"/>
                  <a:pt x="93" y="147"/>
                  <a:pt x="93" y="147"/>
                </a:cubicBezTo>
                <a:cubicBezTo>
                  <a:pt x="93" y="147"/>
                  <a:pt x="93" y="147"/>
                  <a:pt x="93" y="147"/>
                </a:cubicBezTo>
                <a:cubicBezTo>
                  <a:pt x="92" y="146"/>
                  <a:pt x="90" y="145"/>
                  <a:pt x="88" y="145"/>
                </a:cubicBezTo>
                <a:cubicBezTo>
                  <a:pt x="84" y="145"/>
                  <a:pt x="80" y="149"/>
                  <a:pt x="80" y="153"/>
                </a:cubicBezTo>
                <a:cubicBezTo>
                  <a:pt x="80" y="156"/>
                  <a:pt x="82" y="158"/>
                  <a:pt x="83" y="159"/>
                </a:cubicBezTo>
                <a:cubicBezTo>
                  <a:pt x="83" y="159"/>
                  <a:pt x="83" y="159"/>
                  <a:pt x="83" y="159"/>
                </a:cubicBezTo>
                <a:cubicBezTo>
                  <a:pt x="139" y="201"/>
                  <a:pt x="139" y="201"/>
                  <a:pt x="139" y="201"/>
                </a:cubicBezTo>
                <a:cubicBezTo>
                  <a:pt x="83" y="243"/>
                  <a:pt x="83" y="243"/>
                  <a:pt x="83" y="243"/>
                </a:cubicBezTo>
                <a:cubicBezTo>
                  <a:pt x="83" y="243"/>
                  <a:pt x="83" y="243"/>
                  <a:pt x="83" y="243"/>
                </a:cubicBezTo>
                <a:cubicBezTo>
                  <a:pt x="82" y="244"/>
                  <a:pt x="80" y="247"/>
                  <a:pt x="80" y="249"/>
                </a:cubicBezTo>
                <a:cubicBezTo>
                  <a:pt x="80" y="254"/>
                  <a:pt x="84" y="257"/>
                  <a:pt x="88" y="257"/>
                </a:cubicBezTo>
                <a:cubicBezTo>
                  <a:pt x="90" y="257"/>
                  <a:pt x="92" y="257"/>
                  <a:pt x="93" y="256"/>
                </a:cubicBezTo>
                <a:cubicBezTo>
                  <a:pt x="93" y="256"/>
                  <a:pt x="93" y="256"/>
                  <a:pt x="93" y="256"/>
                </a:cubicBezTo>
                <a:cubicBezTo>
                  <a:pt x="157" y="208"/>
                  <a:pt x="157" y="208"/>
                  <a:pt x="157" y="208"/>
                </a:cubicBezTo>
                <a:cubicBezTo>
                  <a:pt x="157" y="207"/>
                  <a:pt x="157" y="207"/>
                  <a:pt x="157" y="207"/>
                </a:cubicBezTo>
                <a:cubicBezTo>
                  <a:pt x="159" y="206"/>
                  <a:pt x="160" y="204"/>
                  <a:pt x="160" y="201"/>
                </a:cubicBezTo>
                <a:moveTo>
                  <a:pt x="217" y="257"/>
                </a:moveTo>
                <a:cubicBezTo>
                  <a:pt x="168" y="257"/>
                  <a:pt x="168" y="257"/>
                  <a:pt x="168" y="257"/>
                </a:cubicBezTo>
                <a:cubicBezTo>
                  <a:pt x="164" y="257"/>
                  <a:pt x="160" y="261"/>
                  <a:pt x="160" y="265"/>
                </a:cubicBezTo>
                <a:cubicBezTo>
                  <a:pt x="160" y="270"/>
                  <a:pt x="164" y="273"/>
                  <a:pt x="168" y="273"/>
                </a:cubicBezTo>
                <a:cubicBezTo>
                  <a:pt x="217" y="273"/>
                  <a:pt x="217" y="273"/>
                  <a:pt x="217" y="273"/>
                </a:cubicBezTo>
                <a:cubicBezTo>
                  <a:pt x="221" y="273"/>
                  <a:pt x="225" y="270"/>
                  <a:pt x="225" y="265"/>
                </a:cubicBezTo>
                <a:cubicBezTo>
                  <a:pt x="225" y="261"/>
                  <a:pt x="221" y="257"/>
                  <a:pt x="217" y="257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" name="Freeform 9"/>
          <p:cNvSpPr>
            <a:spLocks noEditPoints="1"/>
          </p:cNvSpPr>
          <p:nvPr/>
        </p:nvSpPr>
        <p:spPr bwMode="auto">
          <a:xfrm>
            <a:off x="5251451" y="910168"/>
            <a:ext cx="579967" cy="584200"/>
          </a:xfrm>
          <a:custGeom>
            <a:avLst/>
            <a:gdLst>
              <a:gd name="T0" fmla="*/ 218 w 353"/>
              <a:gd name="T1" fmla="*/ 35 h 354"/>
              <a:gd name="T2" fmla="*/ 177 w 353"/>
              <a:gd name="T3" fmla="*/ 0 h 354"/>
              <a:gd name="T4" fmla="*/ 133 w 353"/>
              <a:gd name="T5" fmla="*/ 37 h 354"/>
              <a:gd name="T6" fmla="*/ 169 w 353"/>
              <a:gd name="T7" fmla="*/ 73 h 354"/>
              <a:gd name="T8" fmla="*/ 185 w 353"/>
              <a:gd name="T9" fmla="*/ 73 h 354"/>
              <a:gd name="T10" fmla="*/ 169 w 353"/>
              <a:gd name="T11" fmla="*/ 73 h 354"/>
              <a:gd name="T12" fmla="*/ 207 w 353"/>
              <a:gd name="T13" fmla="*/ 47 h 354"/>
              <a:gd name="T14" fmla="*/ 145 w 353"/>
              <a:gd name="T15" fmla="*/ 49 h 354"/>
              <a:gd name="T16" fmla="*/ 177 w 353"/>
              <a:gd name="T17" fmla="*/ 49 h 354"/>
              <a:gd name="T18" fmla="*/ 40 w 353"/>
              <a:gd name="T19" fmla="*/ 322 h 354"/>
              <a:gd name="T20" fmla="*/ 40 w 353"/>
              <a:gd name="T21" fmla="*/ 305 h 354"/>
              <a:gd name="T22" fmla="*/ 40 w 353"/>
              <a:gd name="T23" fmla="*/ 322 h 354"/>
              <a:gd name="T24" fmla="*/ 81 w 353"/>
              <a:gd name="T25" fmla="*/ 313 h 354"/>
              <a:gd name="T26" fmla="*/ 64 w 353"/>
              <a:gd name="T27" fmla="*/ 313 h 354"/>
              <a:gd name="T28" fmla="*/ 353 w 353"/>
              <a:gd name="T29" fmla="*/ 281 h 354"/>
              <a:gd name="T30" fmla="*/ 353 w 353"/>
              <a:gd name="T31" fmla="*/ 278 h 354"/>
              <a:gd name="T32" fmla="*/ 321 w 353"/>
              <a:gd name="T33" fmla="*/ 166 h 354"/>
              <a:gd name="T34" fmla="*/ 297 w 353"/>
              <a:gd name="T35" fmla="*/ 161 h 354"/>
              <a:gd name="T36" fmla="*/ 289 w 353"/>
              <a:gd name="T37" fmla="*/ 57 h 354"/>
              <a:gd name="T38" fmla="*/ 281 w 353"/>
              <a:gd name="T39" fmla="*/ 161 h 354"/>
              <a:gd name="T40" fmla="*/ 72 w 353"/>
              <a:gd name="T41" fmla="*/ 65 h 354"/>
              <a:gd name="T42" fmla="*/ 56 w 353"/>
              <a:gd name="T43" fmla="*/ 65 h 354"/>
              <a:gd name="T44" fmla="*/ 40 w 353"/>
              <a:gd name="T45" fmla="*/ 161 h 354"/>
              <a:gd name="T46" fmla="*/ 33 w 353"/>
              <a:gd name="T47" fmla="*/ 166 h 354"/>
              <a:gd name="T48" fmla="*/ 1 w 353"/>
              <a:gd name="T49" fmla="*/ 278 h 354"/>
              <a:gd name="T50" fmla="*/ 0 w 353"/>
              <a:gd name="T51" fmla="*/ 297 h 354"/>
              <a:gd name="T52" fmla="*/ 0 w 353"/>
              <a:gd name="T53" fmla="*/ 305 h 354"/>
              <a:gd name="T54" fmla="*/ 32 w 353"/>
              <a:gd name="T55" fmla="*/ 354 h 354"/>
              <a:gd name="T56" fmla="*/ 353 w 353"/>
              <a:gd name="T57" fmla="*/ 322 h 354"/>
              <a:gd name="T58" fmla="*/ 352 w 353"/>
              <a:gd name="T59" fmla="*/ 297 h 354"/>
              <a:gd name="T60" fmla="*/ 353 w 353"/>
              <a:gd name="T61" fmla="*/ 281 h 354"/>
              <a:gd name="T62" fmla="*/ 307 w 353"/>
              <a:gd name="T63" fmla="*/ 177 h 354"/>
              <a:gd name="T64" fmla="*/ 19 w 353"/>
              <a:gd name="T65" fmla="*/ 273 h 354"/>
              <a:gd name="T66" fmla="*/ 337 w 353"/>
              <a:gd name="T67" fmla="*/ 322 h 354"/>
              <a:gd name="T68" fmla="*/ 32 w 353"/>
              <a:gd name="T69" fmla="*/ 338 h 354"/>
              <a:gd name="T70" fmla="*/ 16 w 353"/>
              <a:gd name="T71" fmla="*/ 289 h 354"/>
              <a:gd name="T72" fmla="*/ 337 w 353"/>
              <a:gd name="T73" fmla="*/ 322 h 354"/>
              <a:gd name="T74" fmla="*/ 185 w 353"/>
              <a:gd name="T75" fmla="*/ 322 h 354"/>
              <a:gd name="T76" fmla="*/ 185 w 353"/>
              <a:gd name="T77" fmla="*/ 305 h 354"/>
              <a:gd name="T78" fmla="*/ 97 w 353"/>
              <a:gd name="T79" fmla="*/ 313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353" h="354">
                <a:moveTo>
                  <a:pt x="177" y="16"/>
                </a:moveTo>
                <a:cubicBezTo>
                  <a:pt x="193" y="16"/>
                  <a:pt x="208" y="24"/>
                  <a:pt x="218" y="35"/>
                </a:cubicBezTo>
                <a:cubicBezTo>
                  <a:pt x="229" y="23"/>
                  <a:pt x="229" y="23"/>
                  <a:pt x="229" y="23"/>
                </a:cubicBezTo>
                <a:cubicBezTo>
                  <a:pt x="216" y="9"/>
                  <a:pt x="197" y="0"/>
                  <a:pt x="177" y="0"/>
                </a:cubicBezTo>
                <a:cubicBezTo>
                  <a:pt x="155" y="0"/>
                  <a:pt x="135" y="10"/>
                  <a:pt x="122" y="26"/>
                </a:cubicBezTo>
                <a:cubicBezTo>
                  <a:pt x="133" y="37"/>
                  <a:pt x="133" y="37"/>
                  <a:pt x="133" y="37"/>
                </a:cubicBezTo>
                <a:cubicBezTo>
                  <a:pt x="144" y="25"/>
                  <a:pt x="159" y="16"/>
                  <a:pt x="177" y="16"/>
                </a:cubicBezTo>
                <a:moveTo>
                  <a:pt x="169" y="73"/>
                </a:moveTo>
                <a:cubicBezTo>
                  <a:pt x="169" y="77"/>
                  <a:pt x="172" y="81"/>
                  <a:pt x="177" y="81"/>
                </a:cubicBezTo>
                <a:cubicBezTo>
                  <a:pt x="181" y="81"/>
                  <a:pt x="185" y="77"/>
                  <a:pt x="185" y="73"/>
                </a:cubicBezTo>
                <a:cubicBezTo>
                  <a:pt x="185" y="68"/>
                  <a:pt x="181" y="65"/>
                  <a:pt x="177" y="65"/>
                </a:cubicBezTo>
                <a:cubicBezTo>
                  <a:pt x="172" y="65"/>
                  <a:pt x="169" y="68"/>
                  <a:pt x="169" y="73"/>
                </a:cubicBezTo>
                <a:moveTo>
                  <a:pt x="197" y="59"/>
                </a:moveTo>
                <a:cubicBezTo>
                  <a:pt x="207" y="47"/>
                  <a:pt x="207" y="47"/>
                  <a:pt x="207" y="47"/>
                </a:cubicBezTo>
                <a:cubicBezTo>
                  <a:pt x="200" y="38"/>
                  <a:pt x="189" y="33"/>
                  <a:pt x="177" y="33"/>
                </a:cubicBezTo>
                <a:cubicBezTo>
                  <a:pt x="164" y="33"/>
                  <a:pt x="152" y="39"/>
                  <a:pt x="145" y="49"/>
                </a:cubicBezTo>
                <a:cubicBezTo>
                  <a:pt x="156" y="60"/>
                  <a:pt x="156" y="60"/>
                  <a:pt x="156" y="60"/>
                </a:cubicBezTo>
                <a:cubicBezTo>
                  <a:pt x="161" y="53"/>
                  <a:pt x="168" y="49"/>
                  <a:pt x="177" y="49"/>
                </a:cubicBezTo>
                <a:cubicBezTo>
                  <a:pt x="185" y="49"/>
                  <a:pt x="192" y="53"/>
                  <a:pt x="197" y="59"/>
                </a:cubicBezTo>
                <a:moveTo>
                  <a:pt x="40" y="322"/>
                </a:moveTo>
                <a:cubicBezTo>
                  <a:pt x="45" y="322"/>
                  <a:pt x="48" y="318"/>
                  <a:pt x="48" y="313"/>
                </a:cubicBezTo>
                <a:cubicBezTo>
                  <a:pt x="48" y="309"/>
                  <a:pt x="45" y="305"/>
                  <a:pt x="40" y="305"/>
                </a:cubicBezTo>
                <a:cubicBezTo>
                  <a:pt x="36" y="305"/>
                  <a:pt x="32" y="309"/>
                  <a:pt x="32" y="313"/>
                </a:cubicBezTo>
                <a:cubicBezTo>
                  <a:pt x="32" y="318"/>
                  <a:pt x="36" y="322"/>
                  <a:pt x="40" y="322"/>
                </a:cubicBezTo>
                <a:moveTo>
                  <a:pt x="72" y="322"/>
                </a:moveTo>
                <a:cubicBezTo>
                  <a:pt x="77" y="322"/>
                  <a:pt x="81" y="318"/>
                  <a:pt x="81" y="313"/>
                </a:cubicBezTo>
                <a:cubicBezTo>
                  <a:pt x="81" y="309"/>
                  <a:pt x="77" y="305"/>
                  <a:pt x="72" y="305"/>
                </a:cubicBezTo>
                <a:cubicBezTo>
                  <a:pt x="68" y="305"/>
                  <a:pt x="64" y="309"/>
                  <a:pt x="64" y="313"/>
                </a:cubicBezTo>
                <a:cubicBezTo>
                  <a:pt x="64" y="318"/>
                  <a:pt x="68" y="322"/>
                  <a:pt x="72" y="322"/>
                </a:cubicBezTo>
                <a:moveTo>
                  <a:pt x="353" y="281"/>
                </a:moveTo>
                <a:cubicBezTo>
                  <a:pt x="353" y="280"/>
                  <a:pt x="353" y="279"/>
                  <a:pt x="353" y="278"/>
                </a:cubicBezTo>
                <a:cubicBezTo>
                  <a:pt x="353" y="278"/>
                  <a:pt x="353" y="278"/>
                  <a:pt x="353" y="278"/>
                </a:cubicBezTo>
                <a:cubicBezTo>
                  <a:pt x="321" y="166"/>
                  <a:pt x="321" y="166"/>
                  <a:pt x="321" y="166"/>
                </a:cubicBezTo>
                <a:cubicBezTo>
                  <a:pt x="321" y="166"/>
                  <a:pt x="321" y="166"/>
                  <a:pt x="321" y="166"/>
                </a:cubicBezTo>
                <a:cubicBezTo>
                  <a:pt x="320" y="163"/>
                  <a:pt x="317" y="161"/>
                  <a:pt x="313" y="161"/>
                </a:cubicBezTo>
                <a:cubicBezTo>
                  <a:pt x="297" y="161"/>
                  <a:pt x="297" y="161"/>
                  <a:pt x="297" y="161"/>
                </a:cubicBezTo>
                <a:cubicBezTo>
                  <a:pt x="297" y="65"/>
                  <a:pt x="297" y="65"/>
                  <a:pt x="297" y="65"/>
                </a:cubicBezTo>
                <a:cubicBezTo>
                  <a:pt x="297" y="60"/>
                  <a:pt x="294" y="57"/>
                  <a:pt x="289" y="57"/>
                </a:cubicBezTo>
                <a:cubicBezTo>
                  <a:pt x="285" y="57"/>
                  <a:pt x="281" y="60"/>
                  <a:pt x="281" y="65"/>
                </a:cubicBezTo>
                <a:cubicBezTo>
                  <a:pt x="281" y="161"/>
                  <a:pt x="281" y="161"/>
                  <a:pt x="281" y="161"/>
                </a:cubicBezTo>
                <a:cubicBezTo>
                  <a:pt x="72" y="161"/>
                  <a:pt x="72" y="161"/>
                  <a:pt x="72" y="161"/>
                </a:cubicBezTo>
                <a:cubicBezTo>
                  <a:pt x="72" y="65"/>
                  <a:pt x="72" y="65"/>
                  <a:pt x="72" y="65"/>
                </a:cubicBezTo>
                <a:cubicBezTo>
                  <a:pt x="72" y="60"/>
                  <a:pt x="69" y="57"/>
                  <a:pt x="64" y="57"/>
                </a:cubicBezTo>
                <a:cubicBezTo>
                  <a:pt x="60" y="57"/>
                  <a:pt x="56" y="60"/>
                  <a:pt x="56" y="65"/>
                </a:cubicBezTo>
                <a:cubicBezTo>
                  <a:pt x="56" y="161"/>
                  <a:pt x="56" y="161"/>
                  <a:pt x="56" y="161"/>
                </a:cubicBezTo>
                <a:cubicBezTo>
                  <a:pt x="40" y="161"/>
                  <a:pt x="40" y="161"/>
                  <a:pt x="40" y="161"/>
                </a:cubicBezTo>
                <a:cubicBezTo>
                  <a:pt x="37" y="161"/>
                  <a:pt x="34" y="163"/>
                  <a:pt x="33" y="166"/>
                </a:cubicBezTo>
                <a:cubicBezTo>
                  <a:pt x="33" y="166"/>
                  <a:pt x="33" y="166"/>
                  <a:pt x="33" y="166"/>
                </a:cubicBezTo>
                <a:cubicBezTo>
                  <a:pt x="1" y="278"/>
                  <a:pt x="1" y="278"/>
                  <a:pt x="1" y="278"/>
                </a:cubicBezTo>
                <a:cubicBezTo>
                  <a:pt x="1" y="278"/>
                  <a:pt x="1" y="278"/>
                  <a:pt x="1" y="278"/>
                </a:cubicBezTo>
                <a:cubicBezTo>
                  <a:pt x="0" y="279"/>
                  <a:pt x="0" y="280"/>
                  <a:pt x="0" y="281"/>
                </a:cubicBezTo>
                <a:cubicBezTo>
                  <a:pt x="0" y="297"/>
                  <a:pt x="0" y="297"/>
                  <a:pt x="0" y="297"/>
                </a:cubicBezTo>
                <a:cubicBezTo>
                  <a:pt x="1" y="297"/>
                  <a:pt x="1" y="297"/>
                  <a:pt x="1" y="297"/>
                </a:cubicBezTo>
                <a:cubicBezTo>
                  <a:pt x="1" y="300"/>
                  <a:pt x="0" y="303"/>
                  <a:pt x="0" y="305"/>
                </a:cubicBezTo>
                <a:cubicBezTo>
                  <a:pt x="0" y="322"/>
                  <a:pt x="0" y="322"/>
                  <a:pt x="0" y="322"/>
                </a:cubicBezTo>
                <a:cubicBezTo>
                  <a:pt x="0" y="339"/>
                  <a:pt x="15" y="354"/>
                  <a:pt x="32" y="354"/>
                </a:cubicBezTo>
                <a:cubicBezTo>
                  <a:pt x="321" y="354"/>
                  <a:pt x="321" y="354"/>
                  <a:pt x="321" y="354"/>
                </a:cubicBezTo>
                <a:cubicBezTo>
                  <a:pt x="339" y="354"/>
                  <a:pt x="353" y="339"/>
                  <a:pt x="353" y="322"/>
                </a:cubicBezTo>
                <a:cubicBezTo>
                  <a:pt x="353" y="305"/>
                  <a:pt x="353" y="305"/>
                  <a:pt x="353" y="305"/>
                </a:cubicBezTo>
                <a:cubicBezTo>
                  <a:pt x="353" y="303"/>
                  <a:pt x="353" y="300"/>
                  <a:pt x="352" y="297"/>
                </a:cubicBezTo>
                <a:cubicBezTo>
                  <a:pt x="353" y="297"/>
                  <a:pt x="353" y="297"/>
                  <a:pt x="353" y="297"/>
                </a:cubicBezTo>
                <a:lnTo>
                  <a:pt x="353" y="281"/>
                </a:lnTo>
                <a:close/>
                <a:moveTo>
                  <a:pt x="46" y="177"/>
                </a:moveTo>
                <a:cubicBezTo>
                  <a:pt x="307" y="177"/>
                  <a:pt x="307" y="177"/>
                  <a:pt x="307" y="177"/>
                </a:cubicBezTo>
                <a:cubicBezTo>
                  <a:pt x="335" y="273"/>
                  <a:pt x="335" y="273"/>
                  <a:pt x="335" y="273"/>
                </a:cubicBezTo>
                <a:cubicBezTo>
                  <a:pt x="19" y="273"/>
                  <a:pt x="19" y="273"/>
                  <a:pt x="19" y="273"/>
                </a:cubicBezTo>
                <a:lnTo>
                  <a:pt x="46" y="177"/>
                </a:lnTo>
                <a:close/>
                <a:moveTo>
                  <a:pt x="337" y="322"/>
                </a:moveTo>
                <a:cubicBezTo>
                  <a:pt x="337" y="330"/>
                  <a:pt x="330" y="338"/>
                  <a:pt x="321" y="338"/>
                </a:cubicBezTo>
                <a:cubicBezTo>
                  <a:pt x="32" y="338"/>
                  <a:pt x="32" y="338"/>
                  <a:pt x="32" y="338"/>
                </a:cubicBezTo>
                <a:cubicBezTo>
                  <a:pt x="23" y="338"/>
                  <a:pt x="16" y="330"/>
                  <a:pt x="16" y="322"/>
                </a:cubicBezTo>
                <a:cubicBezTo>
                  <a:pt x="16" y="289"/>
                  <a:pt x="16" y="289"/>
                  <a:pt x="16" y="289"/>
                </a:cubicBezTo>
                <a:cubicBezTo>
                  <a:pt x="337" y="289"/>
                  <a:pt x="337" y="289"/>
                  <a:pt x="337" y="289"/>
                </a:cubicBezTo>
                <a:lnTo>
                  <a:pt x="337" y="322"/>
                </a:lnTo>
                <a:close/>
                <a:moveTo>
                  <a:pt x="105" y="322"/>
                </a:moveTo>
                <a:cubicBezTo>
                  <a:pt x="185" y="322"/>
                  <a:pt x="185" y="322"/>
                  <a:pt x="185" y="322"/>
                </a:cubicBezTo>
                <a:cubicBezTo>
                  <a:pt x="189" y="322"/>
                  <a:pt x="193" y="318"/>
                  <a:pt x="193" y="313"/>
                </a:cubicBezTo>
                <a:cubicBezTo>
                  <a:pt x="193" y="309"/>
                  <a:pt x="189" y="305"/>
                  <a:pt x="185" y="305"/>
                </a:cubicBezTo>
                <a:cubicBezTo>
                  <a:pt x="105" y="305"/>
                  <a:pt x="105" y="305"/>
                  <a:pt x="105" y="305"/>
                </a:cubicBezTo>
                <a:cubicBezTo>
                  <a:pt x="100" y="305"/>
                  <a:pt x="97" y="309"/>
                  <a:pt x="97" y="313"/>
                </a:cubicBezTo>
                <a:cubicBezTo>
                  <a:pt x="97" y="318"/>
                  <a:pt x="100" y="322"/>
                  <a:pt x="105" y="322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0" name="Freeform 10"/>
          <p:cNvSpPr>
            <a:spLocks noEditPoints="1"/>
          </p:cNvSpPr>
          <p:nvPr/>
        </p:nvSpPr>
        <p:spPr bwMode="auto">
          <a:xfrm>
            <a:off x="6362701" y="910168"/>
            <a:ext cx="579967" cy="584200"/>
          </a:xfrm>
          <a:custGeom>
            <a:avLst/>
            <a:gdLst>
              <a:gd name="T0" fmla="*/ 232 w 353"/>
              <a:gd name="T1" fmla="*/ 305 h 354"/>
              <a:gd name="T2" fmla="*/ 232 w 353"/>
              <a:gd name="T3" fmla="*/ 289 h 354"/>
              <a:gd name="T4" fmla="*/ 112 w 353"/>
              <a:gd name="T5" fmla="*/ 297 h 354"/>
              <a:gd name="T6" fmla="*/ 120 w 353"/>
              <a:gd name="T7" fmla="*/ 273 h 354"/>
              <a:gd name="T8" fmla="*/ 208 w 353"/>
              <a:gd name="T9" fmla="*/ 265 h 354"/>
              <a:gd name="T10" fmla="*/ 120 w 353"/>
              <a:gd name="T11" fmla="*/ 257 h 354"/>
              <a:gd name="T12" fmla="*/ 120 w 353"/>
              <a:gd name="T13" fmla="*/ 273 h 354"/>
              <a:gd name="T14" fmla="*/ 224 w 353"/>
              <a:gd name="T15" fmla="*/ 161 h 354"/>
              <a:gd name="T16" fmla="*/ 256 w 353"/>
              <a:gd name="T17" fmla="*/ 161 h 354"/>
              <a:gd name="T18" fmla="*/ 289 w 353"/>
              <a:gd name="T19" fmla="*/ 145 h 354"/>
              <a:gd name="T20" fmla="*/ 289 w 353"/>
              <a:gd name="T21" fmla="*/ 177 h 354"/>
              <a:gd name="T22" fmla="*/ 289 w 353"/>
              <a:gd name="T23" fmla="*/ 145 h 354"/>
              <a:gd name="T24" fmla="*/ 289 w 353"/>
              <a:gd name="T25" fmla="*/ 97 h 354"/>
              <a:gd name="T26" fmla="*/ 273 w 353"/>
              <a:gd name="T27" fmla="*/ 0 h 354"/>
              <a:gd name="T28" fmla="*/ 64 w 353"/>
              <a:gd name="T29" fmla="*/ 16 h 354"/>
              <a:gd name="T30" fmla="*/ 48 w 353"/>
              <a:gd name="T31" fmla="*/ 97 h 354"/>
              <a:gd name="T32" fmla="*/ 0 w 353"/>
              <a:gd name="T33" fmla="*/ 273 h 354"/>
              <a:gd name="T34" fmla="*/ 64 w 353"/>
              <a:gd name="T35" fmla="*/ 322 h 354"/>
              <a:gd name="T36" fmla="*/ 80 w 353"/>
              <a:gd name="T37" fmla="*/ 354 h 354"/>
              <a:gd name="T38" fmla="*/ 289 w 353"/>
              <a:gd name="T39" fmla="*/ 338 h 354"/>
              <a:gd name="T40" fmla="*/ 305 w 353"/>
              <a:gd name="T41" fmla="*/ 322 h 354"/>
              <a:gd name="T42" fmla="*/ 353 w 353"/>
              <a:gd name="T43" fmla="*/ 145 h 354"/>
              <a:gd name="T44" fmla="*/ 80 w 353"/>
              <a:gd name="T45" fmla="*/ 16 h 354"/>
              <a:gd name="T46" fmla="*/ 273 w 353"/>
              <a:gd name="T47" fmla="*/ 97 h 354"/>
              <a:gd name="T48" fmla="*/ 80 w 353"/>
              <a:gd name="T49" fmla="*/ 16 h 354"/>
              <a:gd name="T50" fmla="*/ 80 w 353"/>
              <a:gd name="T51" fmla="*/ 338 h 354"/>
              <a:gd name="T52" fmla="*/ 273 w 353"/>
              <a:gd name="T53" fmla="*/ 241 h 354"/>
              <a:gd name="T54" fmla="*/ 337 w 353"/>
              <a:gd name="T55" fmla="*/ 273 h 354"/>
              <a:gd name="T56" fmla="*/ 289 w 353"/>
              <a:gd name="T57" fmla="*/ 305 h 354"/>
              <a:gd name="T58" fmla="*/ 273 w 353"/>
              <a:gd name="T59" fmla="*/ 225 h 354"/>
              <a:gd name="T60" fmla="*/ 64 w 353"/>
              <a:gd name="T61" fmla="*/ 241 h 354"/>
              <a:gd name="T62" fmla="*/ 48 w 353"/>
              <a:gd name="T63" fmla="*/ 305 h 354"/>
              <a:gd name="T64" fmla="*/ 16 w 353"/>
              <a:gd name="T65" fmla="*/ 145 h 354"/>
              <a:gd name="T66" fmla="*/ 305 w 353"/>
              <a:gd name="T67" fmla="*/ 113 h 354"/>
              <a:gd name="T68" fmla="*/ 337 w 353"/>
              <a:gd name="T69" fmla="*/ 273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353" h="354">
                <a:moveTo>
                  <a:pt x="120" y="305"/>
                </a:moveTo>
                <a:cubicBezTo>
                  <a:pt x="232" y="305"/>
                  <a:pt x="232" y="305"/>
                  <a:pt x="232" y="305"/>
                </a:cubicBezTo>
                <a:cubicBezTo>
                  <a:pt x="237" y="305"/>
                  <a:pt x="240" y="302"/>
                  <a:pt x="240" y="297"/>
                </a:cubicBezTo>
                <a:cubicBezTo>
                  <a:pt x="240" y="293"/>
                  <a:pt x="237" y="289"/>
                  <a:pt x="232" y="289"/>
                </a:cubicBezTo>
                <a:cubicBezTo>
                  <a:pt x="120" y="289"/>
                  <a:pt x="120" y="289"/>
                  <a:pt x="120" y="289"/>
                </a:cubicBezTo>
                <a:cubicBezTo>
                  <a:pt x="116" y="289"/>
                  <a:pt x="112" y="293"/>
                  <a:pt x="112" y="297"/>
                </a:cubicBezTo>
                <a:cubicBezTo>
                  <a:pt x="112" y="302"/>
                  <a:pt x="116" y="305"/>
                  <a:pt x="120" y="305"/>
                </a:cubicBezTo>
                <a:moveTo>
                  <a:pt x="120" y="273"/>
                </a:moveTo>
                <a:cubicBezTo>
                  <a:pt x="200" y="273"/>
                  <a:pt x="200" y="273"/>
                  <a:pt x="200" y="273"/>
                </a:cubicBezTo>
                <a:cubicBezTo>
                  <a:pt x="205" y="273"/>
                  <a:pt x="208" y="270"/>
                  <a:pt x="208" y="265"/>
                </a:cubicBezTo>
                <a:cubicBezTo>
                  <a:pt x="208" y="261"/>
                  <a:pt x="205" y="257"/>
                  <a:pt x="200" y="257"/>
                </a:cubicBezTo>
                <a:cubicBezTo>
                  <a:pt x="120" y="257"/>
                  <a:pt x="120" y="257"/>
                  <a:pt x="120" y="257"/>
                </a:cubicBezTo>
                <a:cubicBezTo>
                  <a:pt x="116" y="257"/>
                  <a:pt x="112" y="261"/>
                  <a:pt x="112" y="265"/>
                </a:cubicBezTo>
                <a:cubicBezTo>
                  <a:pt x="112" y="270"/>
                  <a:pt x="116" y="273"/>
                  <a:pt x="120" y="273"/>
                </a:cubicBezTo>
                <a:moveTo>
                  <a:pt x="240" y="145"/>
                </a:moveTo>
                <a:cubicBezTo>
                  <a:pt x="232" y="145"/>
                  <a:pt x="224" y="152"/>
                  <a:pt x="224" y="161"/>
                </a:cubicBezTo>
                <a:cubicBezTo>
                  <a:pt x="224" y="170"/>
                  <a:pt x="232" y="177"/>
                  <a:pt x="240" y="177"/>
                </a:cubicBezTo>
                <a:cubicBezTo>
                  <a:pt x="249" y="177"/>
                  <a:pt x="256" y="170"/>
                  <a:pt x="256" y="161"/>
                </a:cubicBezTo>
                <a:cubicBezTo>
                  <a:pt x="256" y="152"/>
                  <a:pt x="249" y="145"/>
                  <a:pt x="240" y="145"/>
                </a:cubicBezTo>
                <a:moveTo>
                  <a:pt x="289" y="145"/>
                </a:moveTo>
                <a:cubicBezTo>
                  <a:pt x="280" y="145"/>
                  <a:pt x="273" y="152"/>
                  <a:pt x="273" y="161"/>
                </a:cubicBezTo>
                <a:cubicBezTo>
                  <a:pt x="273" y="170"/>
                  <a:pt x="280" y="177"/>
                  <a:pt x="289" y="177"/>
                </a:cubicBezTo>
                <a:cubicBezTo>
                  <a:pt x="297" y="177"/>
                  <a:pt x="305" y="170"/>
                  <a:pt x="305" y="161"/>
                </a:cubicBezTo>
                <a:cubicBezTo>
                  <a:pt x="305" y="152"/>
                  <a:pt x="297" y="145"/>
                  <a:pt x="289" y="145"/>
                </a:cubicBezTo>
                <a:moveTo>
                  <a:pt x="305" y="97"/>
                </a:moveTo>
                <a:cubicBezTo>
                  <a:pt x="289" y="97"/>
                  <a:pt x="289" y="97"/>
                  <a:pt x="289" y="97"/>
                </a:cubicBezTo>
                <a:cubicBezTo>
                  <a:pt x="289" y="16"/>
                  <a:pt x="289" y="16"/>
                  <a:pt x="289" y="16"/>
                </a:cubicBezTo>
                <a:cubicBezTo>
                  <a:pt x="289" y="8"/>
                  <a:pt x="281" y="0"/>
                  <a:pt x="273" y="0"/>
                </a:cubicBezTo>
                <a:cubicBezTo>
                  <a:pt x="80" y="0"/>
                  <a:pt x="80" y="0"/>
                  <a:pt x="80" y="0"/>
                </a:cubicBezTo>
                <a:cubicBezTo>
                  <a:pt x="71" y="0"/>
                  <a:pt x="64" y="8"/>
                  <a:pt x="64" y="16"/>
                </a:cubicBezTo>
                <a:cubicBezTo>
                  <a:pt x="64" y="97"/>
                  <a:pt x="64" y="97"/>
                  <a:pt x="64" y="97"/>
                </a:cubicBezTo>
                <a:cubicBezTo>
                  <a:pt x="48" y="97"/>
                  <a:pt x="48" y="97"/>
                  <a:pt x="48" y="97"/>
                </a:cubicBezTo>
                <a:cubicBezTo>
                  <a:pt x="21" y="97"/>
                  <a:pt x="0" y="118"/>
                  <a:pt x="0" y="145"/>
                </a:cubicBezTo>
                <a:cubicBezTo>
                  <a:pt x="0" y="273"/>
                  <a:pt x="0" y="273"/>
                  <a:pt x="0" y="273"/>
                </a:cubicBezTo>
                <a:cubicBezTo>
                  <a:pt x="0" y="300"/>
                  <a:pt x="21" y="322"/>
                  <a:pt x="48" y="322"/>
                </a:cubicBezTo>
                <a:cubicBezTo>
                  <a:pt x="64" y="322"/>
                  <a:pt x="64" y="322"/>
                  <a:pt x="64" y="322"/>
                </a:cubicBezTo>
                <a:cubicBezTo>
                  <a:pt x="64" y="338"/>
                  <a:pt x="64" y="338"/>
                  <a:pt x="64" y="338"/>
                </a:cubicBezTo>
                <a:cubicBezTo>
                  <a:pt x="64" y="346"/>
                  <a:pt x="71" y="354"/>
                  <a:pt x="80" y="354"/>
                </a:cubicBezTo>
                <a:cubicBezTo>
                  <a:pt x="273" y="354"/>
                  <a:pt x="273" y="354"/>
                  <a:pt x="273" y="354"/>
                </a:cubicBezTo>
                <a:cubicBezTo>
                  <a:pt x="281" y="354"/>
                  <a:pt x="289" y="346"/>
                  <a:pt x="289" y="338"/>
                </a:cubicBezTo>
                <a:cubicBezTo>
                  <a:pt x="289" y="322"/>
                  <a:pt x="289" y="322"/>
                  <a:pt x="289" y="322"/>
                </a:cubicBezTo>
                <a:cubicBezTo>
                  <a:pt x="305" y="322"/>
                  <a:pt x="305" y="322"/>
                  <a:pt x="305" y="322"/>
                </a:cubicBezTo>
                <a:cubicBezTo>
                  <a:pt x="331" y="322"/>
                  <a:pt x="353" y="300"/>
                  <a:pt x="353" y="273"/>
                </a:cubicBezTo>
                <a:cubicBezTo>
                  <a:pt x="353" y="145"/>
                  <a:pt x="353" y="145"/>
                  <a:pt x="353" y="145"/>
                </a:cubicBezTo>
                <a:cubicBezTo>
                  <a:pt x="353" y="118"/>
                  <a:pt x="331" y="97"/>
                  <a:pt x="305" y="97"/>
                </a:cubicBezTo>
                <a:moveTo>
                  <a:pt x="80" y="16"/>
                </a:moveTo>
                <a:cubicBezTo>
                  <a:pt x="273" y="16"/>
                  <a:pt x="273" y="16"/>
                  <a:pt x="273" y="16"/>
                </a:cubicBezTo>
                <a:cubicBezTo>
                  <a:pt x="273" y="97"/>
                  <a:pt x="273" y="97"/>
                  <a:pt x="273" y="97"/>
                </a:cubicBezTo>
                <a:cubicBezTo>
                  <a:pt x="80" y="97"/>
                  <a:pt x="80" y="97"/>
                  <a:pt x="80" y="97"/>
                </a:cubicBezTo>
                <a:lnTo>
                  <a:pt x="80" y="16"/>
                </a:lnTo>
                <a:close/>
                <a:moveTo>
                  <a:pt x="273" y="338"/>
                </a:moveTo>
                <a:cubicBezTo>
                  <a:pt x="80" y="338"/>
                  <a:pt x="80" y="338"/>
                  <a:pt x="80" y="338"/>
                </a:cubicBezTo>
                <a:cubicBezTo>
                  <a:pt x="80" y="241"/>
                  <a:pt x="80" y="241"/>
                  <a:pt x="80" y="241"/>
                </a:cubicBezTo>
                <a:cubicBezTo>
                  <a:pt x="273" y="241"/>
                  <a:pt x="273" y="241"/>
                  <a:pt x="273" y="241"/>
                </a:cubicBezTo>
                <a:lnTo>
                  <a:pt x="273" y="338"/>
                </a:lnTo>
                <a:close/>
                <a:moveTo>
                  <a:pt x="337" y="273"/>
                </a:moveTo>
                <a:cubicBezTo>
                  <a:pt x="337" y="291"/>
                  <a:pt x="322" y="305"/>
                  <a:pt x="305" y="305"/>
                </a:cubicBezTo>
                <a:cubicBezTo>
                  <a:pt x="289" y="305"/>
                  <a:pt x="289" y="305"/>
                  <a:pt x="289" y="305"/>
                </a:cubicBezTo>
                <a:cubicBezTo>
                  <a:pt x="289" y="241"/>
                  <a:pt x="289" y="241"/>
                  <a:pt x="289" y="241"/>
                </a:cubicBezTo>
                <a:cubicBezTo>
                  <a:pt x="289" y="232"/>
                  <a:pt x="281" y="225"/>
                  <a:pt x="273" y="225"/>
                </a:cubicBezTo>
                <a:cubicBezTo>
                  <a:pt x="80" y="225"/>
                  <a:pt x="80" y="225"/>
                  <a:pt x="80" y="225"/>
                </a:cubicBezTo>
                <a:cubicBezTo>
                  <a:pt x="71" y="225"/>
                  <a:pt x="64" y="232"/>
                  <a:pt x="64" y="241"/>
                </a:cubicBezTo>
                <a:cubicBezTo>
                  <a:pt x="64" y="305"/>
                  <a:pt x="64" y="305"/>
                  <a:pt x="64" y="305"/>
                </a:cubicBezTo>
                <a:cubicBezTo>
                  <a:pt x="48" y="305"/>
                  <a:pt x="48" y="305"/>
                  <a:pt x="48" y="305"/>
                </a:cubicBezTo>
                <a:cubicBezTo>
                  <a:pt x="30" y="305"/>
                  <a:pt x="16" y="291"/>
                  <a:pt x="16" y="273"/>
                </a:cubicBezTo>
                <a:cubicBezTo>
                  <a:pt x="16" y="145"/>
                  <a:pt x="16" y="145"/>
                  <a:pt x="16" y="145"/>
                </a:cubicBezTo>
                <a:cubicBezTo>
                  <a:pt x="16" y="127"/>
                  <a:pt x="30" y="113"/>
                  <a:pt x="48" y="113"/>
                </a:cubicBezTo>
                <a:cubicBezTo>
                  <a:pt x="305" y="113"/>
                  <a:pt x="305" y="113"/>
                  <a:pt x="305" y="113"/>
                </a:cubicBezTo>
                <a:cubicBezTo>
                  <a:pt x="322" y="113"/>
                  <a:pt x="337" y="127"/>
                  <a:pt x="337" y="145"/>
                </a:cubicBezTo>
                <a:lnTo>
                  <a:pt x="337" y="273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1" name="Freeform 11"/>
          <p:cNvSpPr>
            <a:spLocks noEditPoints="1"/>
          </p:cNvSpPr>
          <p:nvPr/>
        </p:nvSpPr>
        <p:spPr bwMode="auto">
          <a:xfrm>
            <a:off x="7550151" y="908051"/>
            <a:ext cx="423333" cy="586317"/>
          </a:xfrm>
          <a:custGeom>
            <a:avLst/>
            <a:gdLst>
              <a:gd name="T0" fmla="*/ 88 w 258"/>
              <a:gd name="T1" fmla="*/ 306 h 355"/>
              <a:gd name="T2" fmla="*/ 104 w 258"/>
              <a:gd name="T3" fmla="*/ 290 h 355"/>
              <a:gd name="T4" fmla="*/ 88 w 258"/>
              <a:gd name="T5" fmla="*/ 274 h 355"/>
              <a:gd name="T6" fmla="*/ 72 w 258"/>
              <a:gd name="T7" fmla="*/ 290 h 355"/>
              <a:gd name="T8" fmla="*/ 88 w 258"/>
              <a:gd name="T9" fmla="*/ 306 h 355"/>
              <a:gd name="T10" fmla="*/ 253 w 258"/>
              <a:gd name="T11" fmla="*/ 2 h 355"/>
              <a:gd name="T12" fmla="*/ 242 w 258"/>
              <a:gd name="T13" fmla="*/ 6 h 355"/>
              <a:gd name="T14" fmla="*/ 156 w 258"/>
              <a:gd name="T15" fmla="*/ 34 h 355"/>
              <a:gd name="T16" fmla="*/ 103 w 258"/>
              <a:gd name="T17" fmla="*/ 32 h 355"/>
              <a:gd name="T18" fmla="*/ 81 w 258"/>
              <a:gd name="T19" fmla="*/ 66 h 355"/>
              <a:gd name="T20" fmla="*/ 0 w 258"/>
              <a:gd name="T21" fmla="*/ 154 h 355"/>
              <a:gd name="T22" fmla="*/ 0 w 258"/>
              <a:gd name="T23" fmla="*/ 266 h 355"/>
              <a:gd name="T24" fmla="*/ 88 w 258"/>
              <a:gd name="T25" fmla="*/ 355 h 355"/>
              <a:gd name="T26" fmla="*/ 177 w 258"/>
              <a:gd name="T27" fmla="*/ 266 h 355"/>
              <a:gd name="T28" fmla="*/ 177 w 258"/>
              <a:gd name="T29" fmla="*/ 154 h 355"/>
              <a:gd name="T30" fmla="*/ 97 w 258"/>
              <a:gd name="T31" fmla="*/ 66 h 355"/>
              <a:gd name="T32" fmla="*/ 112 w 258"/>
              <a:gd name="T33" fmla="*/ 46 h 355"/>
              <a:gd name="T34" fmla="*/ 149 w 258"/>
              <a:gd name="T35" fmla="*/ 49 h 355"/>
              <a:gd name="T36" fmla="*/ 214 w 258"/>
              <a:gd name="T37" fmla="*/ 54 h 355"/>
              <a:gd name="T38" fmla="*/ 256 w 258"/>
              <a:gd name="T39" fmla="*/ 13 h 355"/>
              <a:gd name="T40" fmla="*/ 253 w 258"/>
              <a:gd name="T41" fmla="*/ 2 h 355"/>
              <a:gd name="T42" fmla="*/ 161 w 258"/>
              <a:gd name="T43" fmla="*/ 266 h 355"/>
              <a:gd name="T44" fmla="*/ 88 w 258"/>
              <a:gd name="T45" fmla="*/ 339 h 355"/>
              <a:gd name="T46" fmla="*/ 16 w 258"/>
              <a:gd name="T47" fmla="*/ 266 h 355"/>
              <a:gd name="T48" fmla="*/ 16 w 258"/>
              <a:gd name="T49" fmla="*/ 178 h 355"/>
              <a:gd name="T50" fmla="*/ 161 w 258"/>
              <a:gd name="T51" fmla="*/ 178 h 355"/>
              <a:gd name="T52" fmla="*/ 161 w 258"/>
              <a:gd name="T53" fmla="*/ 266 h 355"/>
              <a:gd name="T54" fmla="*/ 161 w 258"/>
              <a:gd name="T55" fmla="*/ 154 h 355"/>
              <a:gd name="T56" fmla="*/ 161 w 258"/>
              <a:gd name="T57" fmla="*/ 162 h 355"/>
              <a:gd name="T58" fmla="*/ 16 w 258"/>
              <a:gd name="T59" fmla="*/ 162 h 355"/>
              <a:gd name="T60" fmla="*/ 16 w 258"/>
              <a:gd name="T61" fmla="*/ 154 h 355"/>
              <a:gd name="T62" fmla="*/ 80 w 258"/>
              <a:gd name="T63" fmla="*/ 82 h 355"/>
              <a:gd name="T64" fmla="*/ 80 w 258"/>
              <a:gd name="T65" fmla="*/ 162 h 355"/>
              <a:gd name="T66" fmla="*/ 96 w 258"/>
              <a:gd name="T67" fmla="*/ 162 h 355"/>
              <a:gd name="T68" fmla="*/ 96 w 258"/>
              <a:gd name="T69" fmla="*/ 82 h 355"/>
              <a:gd name="T70" fmla="*/ 161 w 258"/>
              <a:gd name="T71" fmla="*/ 154 h 3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258" h="355">
                <a:moveTo>
                  <a:pt x="88" y="306"/>
                </a:moveTo>
                <a:cubicBezTo>
                  <a:pt x="97" y="306"/>
                  <a:pt x="104" y="299"/>
                  <a:pt x="104" y="290"/>
                </a:cubicBezTo>
                <a:cubicBezTo>
                  <a:pt x="104" y="282"/>
                  <a:pt x="97" y="274"/>
                  <a:pt x="88" y="274"/>
                </a:cubicBezTo>
                <a:cubicBezTo>
                  <a:pt x="79" y="274"/>
                  <a:pt x="72" y="282"/>
                  <a:pt x="72" y="290"/>
                </a:cubicBezTo>
                <a:cubicBezTo>
                  <a:pt x="72" y="299"/>
                  <a:pt x="79" y="306"/>
                  <a:pt x="88" y="306"/>
                </a:cubicBezTo>
                <a:moveTo>
                  <a:pt x="253" y="2"/>
                </a:moveTo>
                <a:cubicBezTo>
                  <a:pt x="249" y="0"/>
                  <a:pt x="244" y="2"/>
                  <a:pt x="242" y="6"/>
                </a:cubicBezTo>
                <a:cubicBezTo>
                  <a:pt x="224" y="33"/>
                  <a:pt x="200" y="59"/>
                  <a:pt x="156" y="34"/>
                </a:cubicBezTo>
                <a:cubicBezTo>
                  <a:pt x="131" y="20"/>
                  <a:pt x="115" y="25"/>
                  <a:pt x="103" y="32"/>
                </a:cubicBezTo>
                <a:cubicBezTo>
                  <a:pt x="91" y="39"/>
                  <a:pt x="83" y="52"/>
                  <a:pt x="81" y="66"/>
                </a:cubicBezTo>
                <a:cubicBezTo>
                  <a:pt x="36" y="70"/>
                  <a:pt x="0" y="108"/>
                  <a:pt x="0" y="154"/>
                </a:cubicBezTo>
                <a:cubicBezTo>
                  <a:pt x="0" y="266"/>
                  <a:pt x="0" y="266"/>
                  <a:pt x="0" y="266"/>
                </a:cubicBezTo>
                <a:cubicBezTo>
                  <a:pt x="0" y="315"/>
                  <a:pt x="40" y="355"/>
                  <a:pt x="88" y="355"/>
                </a:cubicBezTo>
                <a:cubicBezTo>
                  <a:pt x="137" y="355"/>
                  <a:pt x="177" y="315"/>
                  <a:pt x="177" y="266"/>
                </a:cubicBezTo>
                <a:cubicBezTo>
                  <a:pt x="177" y="154"/>
                  <a:pt x="177" y="154"/>
                  <a:pt x="177" y="154"/>
                </a:cubicBezTo>
                <a:cubicBezTo>
                  <a:pt x="177" y="108"/>
                  <a:pt x="142" y="71"/>
                  <a:pt x="97" y="66"/>
                </a:cubicBezTo>
                <a:cubicBezTo>
                  <a:pt x="99" y="59"/>
                  <a:pt x="104" y="51"/>
                  <a:pt x="112" y="46"/>
                </a:cubicBezTo>
                <a:cubicBezTo>
                  <a:pt x="123" y="39"/>
                  <a:pt x="131" y="40"/>
                  <a:pt x="149" y="49"/>
                </a:cubicBezTo>
                <a:cubicBezTo>
                  <a:pt x="179" y="64"/>
                  <a:pt x="199" y="60"/>
                  <a:pt x="214" y="54"/>
                </a:cubicBezTo>
                <a:cubicBezTo>
                  <a:pt x="233" y="47"/>
                  <a:pt x="247" y="32"/>
                  <a:pt x="256" y="13"/>
                </a:cubicBezTo>
                <a:cubicBezTo>
                  <a:pt x="258" y="9"/>
                  <a:pt x="256" y="4"/>
                  <a:pt x="253" y="2"/>
                </a:cubicBezTo>
                <a:moveTo>
                  <a:pt x="161" y="266"/>
                </a:moveTo>
                <a:cubicBezTo>
                  <a:pt x="161" y="306"/>
                  <a:pt x="128" y="339"/>
                  <a:pt x="88" y="339"/>
                </a:cubicBezTo>
                <a:cubicBezTo>
                  <a:pt x="48" y="339"/>
                  <a:pt x="16" y="306"/>
                  <a:pt x="16" y="266"/>
                </a:cubicBezTo>
                <a:cubicBezTo>
                  <a:pt x="16" y="178"/>
                  <a:pt x="16" y="178"/>
                  <a:pt x="16" y="178"/>
                </a:cubicBezTo>
                <a:cubicBezTo>
                  <a:pt x="161" y="178"/>
                  <a:pt x="161" y="178"/>
                  <a:pt x="161" y="178"/>
                </a:cubicBezTo>
                <a:lnTo>
                  <a:pt x="161" y="266"/>
                </a:lnTo>
                <a:close/>
                <a:moveTo>
                  <a:pt x="161" y="154"/>
                </a:moveTo>
                <a:cubicBezTo>
                  <a:pt x="161" y="162"/>
                  <a:pt x="161" y="162"/>
                  <a:pt x="161" y="162"/>
                </a:cubicBezTo>
                <a:cubicBezTo>
                  <a:pt x="16" y="162"/>
                  <a:pt x="16" y="162"/>
                  <a:pt x="16" y="162"/>
                </a:cubicBezTo>
                <a:cubicBezTo>
                  <a:pt x="16" y="154"/>
                  <a:pt x="16" y="154"/>
                  <a:pt x="16" y="154"/>
                </a:cubicBezTo>
                <a:cubicBezTo>
                  <a:pt x="16" y="117"/>
                  <a:pt x="44" y="86"/>
                  <a:pt x="80" y="82"/>
                </a:cubicBezTo>
                <a:cubicBezTo>
                  <a:pt x="80" y="162"/>
                  <a:pt x="80" y="162"/>
                  <a:pt x="80" y="162"/>
                </a:cubicBezTo>
                <a:cubicBezTo>
                  <a:pt x="96" y="162"/>
                  <a:pt x="96" y="162"/>
                  <a:pt x="96" y="162"/>
                </a:cubicBezTo>
                <a:cubicBezTo>
                  <a:pt x="96" y="82"/>
                  <a:pt x="96" y="82"/>
                  <a:pt x="96" y="82"/>
                </a:cubicBezTo>
                <a:cubicBezTo>
                  <a:pt x="133" y="86"/>
                  <a:pt x="161" y="117"/>
                  <a:pt x="161" y="154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2" name="Freeform 12"/>
          <p:cNvSpPr>
            <a:spLocks noEditPoints="1"/>
          </p:cNvSpPr>
          <p:nvPr/>
        </p:nvSpPr>
        <p:spPr bwMode="auto">
          <a:xfrm>
            <a:off x="8578851" y="908051"/>
            <a:ext cx="582084" cy="586317"/>
          </a:xfrm>
          <a:custGeom>
            <a:avLst/>
            <a:gdLst>
              <a:gd name="T0" fmla="*/ 169 w 353"/>
              <a:gd name="T1" fmla="*/ 266 h 355"/>
              <a:gd name="T2" fmla="*/ 185 w 353"/>
              <a:gd name="T3" fmla="*/ 282 h 355"/>
              <a:gd name="T4" fmla="*/ 185 w 353"/>
              <a:gd name="T5" fmla="*/ 266 h 355"/>
              <a:gd name="T6" fmla="*/ 137 w 353"/>
              <a:gd name="T7" fmla="*/ 202 h 355"/>
              <a:gd name="T8" fmla="*/ 153 w 353"/>
              <a:gd name="T9" fmla="*/ 202 h 355"/>
              <a:gd name="T10" fmla="*/ 169 w 353"/>
              <a:gd name="T11" fmla="*/ 250 h 355"/>
              <a:gd name="T12" fmla="*/ 153 w 353"/>
              <a:gd name="T13" fmla="*/ 234 h 355"/>
              <a:gd name="T14" fmla="*/ 153 w 353"/>
              <a:gd name="T15" fmla="*/ 250 h 355"/>
              <a:gd name="T16" fmla="*/ 105 w 353"/>
              <a:gd name="T17" fmla="*/ 202 h 355"/>
              <a:gd name="T18" fmla="*/ 121 w 353"/>
              <a:gd name="T19" fmla="*/ 202 h 355"/>
              <a:gd name="T20" fmla="*/ 105 w 353"/>
              <a:gd name="T21" fmla="*/ 250 h 355"/>
              <a:gd name="T22" fmla="*/ 121 w 353"/>
              <a:gd name="T23" fmla="*/ 282 h 355"/>
              <a:gd name="T24" fmla="*/ 121 w 353"/>
              <a:gd name="T25" fmla="*/ 266 h 355"/>
              <a:gd name="T26" fmla="*/ 72 w 353"/>
              <a:gd name="T27" fmla="*/ 202 h 355"/>
              <a:gd name="T28" fmla="*/ 89 w 353"/>
              <a:gd name="T29" fmla="*/ 202 h 355"/>
              <a:gd name="T30" fmla="*/ 169 w 353"/>
              <a:gd name="T31" fmla="*/ 218 h 355"/>
              <a:gd name="T32" fmla="*/ 281 w 353"/>
              <a:gd name="T33" fmla="*/ 202 h 355"/>
              <a:gd name="T34" fmla="*/ 281 w 353"/>
              <a:gd name="T35" fmla="*/ 218 h 355"/>
              <a:gd name="T36" fmla="*/ 233 w 353"/>
              <a:gd name="T37" fmla="*/ 202 h 355"/>
              <a:gd name="T38" fmla="*/ 249 w 353"/>
              <a:gd name="T39" fmla="*/ 202 h 355"/>
              <a:gd name="T40" fmla="*/ 265 w 353"/>
              <a:gd name="T41" fmla="*/ 250 h 355"/>
              <a:gd name="T42" fmla="*/ 249 w 353"/>
              <a:gd name="T43" fmla="*/ 234 h 355"/>
              <a:gd name="T44" fmla="*/ 249 w 353"/>
              <a:gd name="T45" fmla="*/ 250 h 355"/>
              <a:gd name="T46" fmla="*/ 201 w 353"/>
              <a:gd name="T47" fmla="*/ 234 h 355"/>
              <a:gd name="T48" fmla="*/ 217 w 353"/>
              <a:gd name="T49" fmla="*/ 234 h 355"/>
              <a:gd name="T50" fmla="*/ 201 w 353"/>
              <a:gd name="T51" fmla="*/ 218 h 355"/>
              <a:gd name="T52" fmla="*/ 297 w 353"/>
              <a:gd name="T53" fmla="*/ 218 h 355"/>
              <a:gd name="T54" fmla="*/ 297 w 353"/>
              <a:gd name="T55" fmla="*/ 202 h 355"/>
              <a:gd name="T56" fmla="*/ 249 w 353"/>
              <a:gd name="T57" fmla="*/ 266 h 355"/>
              <a:gd name="T58" fmla="*/ 265 w 353"/>
              <a:gd name="T59" fmla="*/ 266 h 355"/>
              <a:gd name="T60" fmla="*/ 313 w 353"/>
              <a:gd name="T61" fmla="*/ 298 h 355"/>
              <a:gd name="T62" fmla="*/ 265 w 353"/>
              <a:gd name="T63" fmla="*/ 314 h 355"/>
              <a:gd name="T64" fmla="*/ 265 w 353"/>
              <a:gd name="T65" fmla="*/ 298 h 355"/>
              <a:gd name="T66" fmla="*/ 249 w 353"/>
              <a:gd name="T67" fmla="*/ 314 h 355"/>
              <a:gd name="T68" fmla="*/ 233 w 353"/>
              <a:gd name="T69" fmla="*/ 314 h 355"/>
              <a:gd name="T70" fmla="*/ 313 w 353"/>
              <a:gd name="T71" fmla="*/ 266 h 355"/>
              <a:gd name="T72" fmla="*/ 321 w 353"/>
              <a:gd name="T73" fmla="*/ 162 h 355"/>
              <a:gd name="T74" fmla="*/ 212 w 353"/>
              <a:gd name="T75" fmla="*/ 113 h 355"/>
              <a:gd name="T76" fmla="*/ 258 w 353"/>
              <a:gd name="T77" fmla="*/ 1 h 355"/>
              <a:gd name="T78" fmla="*/ 162 w 353"/>
              <a:gd name="T79" fmla="*/ 139 h 355"/>
              <a:gd name="T80" fmla="*/ 0 w 353"/>
              <a:gd name="T81" fmla="*/ 194 h 355"/>
              <a:gd name="T82" fmla="*/ 321 w 353"/>
              <a:gd name="T83" fmla="*/ 355 h 355"/>
              <a:gd name="T84" fmla="*/ 321 w 353"/>
              <a:gd name="T85" fmla="*/ 162 h 355"/>
              <a:gd name="T86" fmla="*/ 32 w 353"/>
              <a:gd name="T87" fmla="*/ 339 h 355"/>
              <a:gd name="T88" fmla="*/ 32 w 353"/>
              <a:gd name="T89" fmla="*/ 178 h 355"/>
              <a:gd name="T90" fmla="*/ 337 w 353"/>
              <a:gd name="T91" fmla="*/ 323 h 355"/>
              <a:gd name="T92" fmla="*/ 217 w 353"/>
              <a:gd name="T93" fmla="*/ 282 h 355"/>
              <a:gd name="T94" fmla="*/ 89 w 353"/>
              <a:gd name="T95" fmla="*/ 234 h 355"/>
              <a:gd name="T96" fmla="*/ 89 w 353"/>
              <a:gd name="T97" fmla="*/ 250 h 355"/>
              <a:gd name="T98" fmla="*/ 313 w 353"/>
              <a:gd name="T99" fmla="*/ 250 h 355"/>
              <a:gd name="T100" fmla="*/ 297 w 353"/>
              <a:gd name="T101" fmla="*/ 250 h 355"/>
              <a:gd name="T102" fmla="*/ 217 w 353"/>
              <a:gd name="T103" fmla="*/ 298 h 355"/>
              <a:gd name="T104" fmla="*/ 56 w 353"/>
              <a:gd name="T105" fmla="*/ 234 h 355"/>
              <a:gd name="T106" fmla="*/ 56 w 353"/>
              <a:gd name="T107" fmla="*/ 250 h 355"/>
              <a:gd name="T108" fmla="*/ 40 w 353"/>
              <a:gd name="T109" fmla="*/ 202 h 355"/>
              <a:gd name="T110" fmla="*/ 56 w 353"/>
              <a:gd name="T111" fmla="*/ 202 h 355"/>
              <a:gd name="T112" fmla="*/ 40 w 353"/>
              <a:gd name="T113" fmla="*/ 282 h 355"/>
              <a:gd name="T114" fmla="*/ 40 w 353"/>
              <a:gd name="T115" fmla="*/ 314 h 355"/>
              <a:gd name="T116" fmla="*/ 40 w 353"/>
              <a:gd name="T117" fmla="*/ 298 h 355"/>
              <a:gd name="T118" fmla="*/ 89 w 353"/>
              <a:gd name="T119" fmla="*/ 266 h 355"/>
              <a:gd name="T120" fmla="*/ 105 w 353"/>
              <a:gd name="T121" fmla="*/ 266 h 355"/>
              <a:gd name="T122" fmla="*/ 89 w 353"/>
              <a:gd name="T123" fmla="*/ 298 h 3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353" h="355">
                <a:moveTo>
                  <a:pt x="153" y="282"/>
                </a:moveTo>
                <a:cubicBezTo>
                  <a:pt x="169" y="282"/>
                  <a:pt x="169" y="282"/>
                  <a:pt x="169" y="282"/>
                </a:cubicBezTo>
                <a:cubicBezTo>
                  <a:pt x="169" y="266"/>
                  <a:pt x="169" y="266"/>
                  <a:pt x="169" y="266"/>
                </a:cubicBezTo>
                <a:cubicBezTo>
                  <a:pt x="153" y="266"/>
                  <a:pt x="153" y="266"/>
                  <a:pt x="153" y="266"/>
                </a:cubicBezTo>
                <a:lnTo>
                  <a:pt x="153" y="282"/>
                </a:lnTo>
                <a:close/>
                <a:moveTo>
                  <a:pt x="185" y="282"/>
                </a:moveTo>
                <a:cubicBezTo>
                  <a:pt x="201" y="282"/>
                  <a:pt x="201" y="282"/>
                  <a:pt x="201" y="282"/>
                </a:cubicBezTo>
                <a:cubicBezTo>
                  <a:pt x="201" y="266"/>
                  <a:pt x="201" y="266"/>
                  <a:pt x="201" y="266"/>
                </a:cubicBezTo>
                <a:cubicBezTo>
                  <a:pt x="185" y="266"/>
                  <a:pt x="185" y="266"/>
                  <a:pt x="185" y="266"/>
                </a:cubicBezTo>
                <a:lnTo>
                  <a:pt x="185" y="282"/>
                </a:lnTo>
                <a:close/>
                <a:moveTo>
                  <a:pt x="153" y="202"/>
                </a:moveTo>
                <a:cubicBezTo>
                  <a:pt x="137" y="202"/>
                  <a:pt x="137" y="202"/>
                  <a:pt x="137" y="202"/>
                </a:cubicBezTo>
                <a:cubicBezTo>
                  <a:pt x="137" y="218"/>
                  <a:pt x="137" y="218"/>
                  <a:pt x="137" y="218"/>
                </a:cubicBezTo>
                <a:cubicBezTo>
                  <a:pt x="153" y="218"/>
                  <a:pt x="153" y="218"/>
                  <a:pt x="153" y="218"/>
                </a:cubicBezTo>
                <a:lnTo>
                  <a:pt x="153" y="202"/>
                </a:lnTo>
                <a:close/>
                <a:moveTo>
                  <a:pt x="185" y="234"/>
                </a:moveTo>
                <a:cubicBezTo>
                  <a:pt x="169" y="234"/>
                  <a:pt x="169" y="234"/>
                  <a:pt x="169" y="234"/>
                </a:cubicBezTo>
                <a:cubicBezTo>
                  <a:pt x="169" y="250"/>
                  <a:pt x="169" y="250"/>
                  <a:pt x="169" y="250"/>
                </a:cubicBezTo>
                <a:cubicBezTo>
                  <a:pt x="185" y="250"/>
                  <a:pt x="185" y="250"/>
                  <a:pt x="185" y="250"/>
                </a:cubicBezTo>
                <a:lnTo>
                  <a:pt x="185" y="234"/>
                </a:lnTo>
                <a:close/>
                <a:moveTo>
                  <a:pt x="153" y="234"/>
                </a:moveTo>
                <a:cubicBezTo>
                  <a:pt x="137" y="234"/>
                  <a:pt x="137" y="234"/>
                  <a:pt x="137" y="234"/>
                </a:cubicBezTo>
                <a:cubicBezTo>
                  <a:pt x="137" y="250"/>
                  <a:pt x="137" y="250"/>
                  <a:pt x="137" y="250"/>
                </a:cubicBezTo>
                <a:cubicBezTo>
                  <a:pt x="153" y="250"/>
                  <a:pt x="153" y="250"/>
                  <a:pt x="153" y="250"/>
                </a:cubicBezTo>
                <a:lnTo>
                  <a:pt x="153" y="234"/>
                </a:lnTo>
                <a:close/>
                <a:moveTo>
                  <a:pt x="121" y="202"/>
                </a:moveTo>
                <a:cubicBezTo>
                  <a:pt x="105" y="202"/>
                  <a:pt x="105" y="202"/>
                  <a:pt x="105" y="202"/>
                </a:cubicBezTo>
                <a:cubicBezTo>
                  <a:pt x="105" y="218"/>
                  <a:pt x="105" y="218"/>
                  <a:pt x="105" y="218"/>
                </a:cubicBezTo>
                <a:cubicBezTo>
                  <a:pt x="121" y="218"/>
                  <a:pt x="121" y="218"/>
                  <a:pt x="121" y="218"/>
                </a:cubicBezTo>
                <a:lnTo>
                  <a:pt x="121" y="202"/>
                </a:lnTo>
                <a:close/>
                <a:moveTo>
                  <a:pt x="121" y="234"/>
                </a:moveTo>
                <a:cubicBezTo>
                  <a:pt x="105" y="234"/>
                  <a:pt x="105" y="234"/>
                  <a:pt x="105" y="234"/>
                </a:cubicBezTo>
                <a:cubicBezTo>
                  <a:pt x="105" y="250"/>
                  <a:pt x="105" y="250"/>
                  <a:pt x="105" y="250"/>
                </a:cubicBezTo>
                <a:cubicBezTo>
                  <a:pt x="121" y="250"/>
                  <a:pt x="121" y="250"/>
                  <a:pt x="121" y="250"/>
                </a:cubicBezTo>
                <a:lnTo>
                  <a:pt x="121" y="234"/>
                </a:lnTo>
                <a:close/>
                <a:moveTo>
                  <a:pt x="121" y="282"/>
                </a:moveTo>
                <a:cubicBezTo>
                  <a:pt x="137" y="282"/>
                  <a:pt x="137" y="282"/>
                  <a:pt x="137" y="282"/>
                </a:cubicBezTo>
                <a:cubicBezTo>
                  <a:pt x="137" y="266"/>
                  <a:pt x="137" y="266"/>
                  <a:pt x="137" y="266"/>
                </a:cubicBezTo>
                <a:cubicBezTo>
                  <a:pt x="121" y="266"/>
                  <a:pt x="121" y="266"/>
                  <a:pt x="121" y="266"/>
                </a:cubicBezTo>
                <a:lnTo>
                  <a:pt x="121" y="282"/>
                </a:lnTo>
                <a:close/>
                <a:moveTo>
                  <a:pt x="89" y="202"/>
                </a:moveTo>
                <a:cubicBezTo>
                  <a:pt x="72" y="202"/>
                  <a:pt x="72" y="202"/>
                  <a:pt x="72" y="202"/>
                </a:cubicBezTo>
                <a:cubicBezTo>
                  <a:pt x="72" y="218"/>
                  <a:pt x="72" y="218"/>
                  <a:pt x="72" y="218"/>
                </a:cubicBezTo>
                <a:cubicBezTo>
                  <a:pt x="89" y="218"/>
                  <a:pt x="89" y="218"/>
                  <a:pt x="89" y="218"/>
                </a:cubicBezTo>
                <a:lnTo>
                  <a:pt x="89" y="202"/>
                </a:lnTo>
                <a:close/>
                <a:moveTo>
                  <a:pt x="185" y="202"/>
                </a:moveTo>
                <a:cubicBezTo>
                  <a:pt x="169" y="202"/>
                  <a:pt x="169" y="202"/>
                  <a:pt x="169" y="202"/>
                </a:cubicBezTo>
                <a:cubicBezTo>
                  <a:pt x="169" y="218"/>
                  <a:pt x="169" y="218"/>
                  <a:pt x="169" y="218"/>
                </a:cubicBezTo>
                <a:cubicBezTo>
                  <a:pt x="185" y="218"/>
                  <a:pt x="185" y="218"/>
                  <a:pt x="185" y="218"/>
                </a:cubicBezTo>
                <a:lnTo>
                  <a:pt x="185" y="202"/>
                </a:lnTo>
                <a:close/>
                <a:moveTo>
                  <a:pt x="281" y="202"/>
                </a:moveTo>
                <a:cubicBezTo>
                  <a:pt x="265" y="202"/>
                  <a:pt x="265" y="202"/>
                  <a:pt x="265" y="202"/>
                </a:cubicBezTo>
                <a:cubicBezTo>
                  <a:pt x="265" y="218"/>
                  <a:pt x="265" y="218"/>
                  <a:pt x="265" y="218"/>
                </a:cubicBezTo>
                <a:cubicBezTo>
                  <a:pt x="281" y="218"/>
                  <a:pt x="281" y="218"/>
                  <a:pt x="281" y="218"/>
                </a:cubicBezTo>
                <a:lnTo>
                  <a:pt x="281" y="202"/>
                </a:lnTo>
                <a:close/>
                <a:moveTo>
                  <a:pt x="249" y="202"/>
                </a:moveTo>
                <a:cubicBezTo>
                  <a:pt x="233" y="202"/>
                  <a:pt x="233" y="202"/>
                  <a:pt x="233" y="202"/>
                </a:cubicBezTo>
                <a:cubicBezTo>
                  <a:pt x="233" y="218"/>
                  <a:pt x="233" y="218"/>
                  <a:pt x="233" y="218"/>
                </a:cubicBezTo>
                <a:cubicBezTo>
                  <a:pt x="249" y="218"/>
                  <a:pt x="249" y="218"/>
                  <a:pt x="249" y="218"/>
                </a:cubicBezTo>
                <a:lnTo>
                  <a:pt x="249" y="202"/>
                </a:lnTo>
                <a:close/>
                <a:moveTo>
                  <a:pt x="281" y="234"/>
                </a:moveTo>
                <a:cubicBezTo>
                  <a:pt x="265" y="234"/>
                  <a:pt x="265" y="234"/>
                  <a:pt x="265" y="234"/>
                </a:cubicBezTo>
                <a:cubicBezTo>
                  <a:pt x="265" y="250"/>
                  <a:pt x="265" y="250"/>
                  <a:pt x="265" y="250"/>
                </a:cubicBezTo>
                <a:cubicBezTo>
                  <a:pt x="281" y="250"/>
                  <a:pt x="281" y="250"/>
                  <a:pt x="281" y="250"/>
                </a:cubicBezTo>
                <a:lnTo>
                  <a:pt x="281" y="234"/>
                </a:lnTo>
                <a:close/>
                <a:moveTo>
                  <a:pt x="249" y="234"/>
                </a:moveTo>
                <a:cubicBezTo>
                  <a:pt x="233" y="234"/>
                  <a:pt x="233" y="234"/>
                  <a:pt x="233" y="234"/>
                </a:cubicBezTo>
                <a:cubicBezTo>
                  <a:pt x="233" y="250"/>
                  <a:pt x="233" y="250"/>
                  <a:pt x="233" y="250"/>
                </a:cubicBezTo>
                <a:cubicBezTo>
                  <a:pt x="249" y="250"/>
                  <a:pt x="249" y="250"/>
                  <a:pt x="249" y="250"/>
                </a:cubicBezTo>
                <a:lnTo>
                  <a:pt x="249" y="234"/>
                </a:lnTo>
                <a:close/>
                <a:moveTo>
                  <a:pt x="217" y="234"/>
                </a:moveTo>
                <a:cubicBezTo>
                  <a:pt x="201" y="234"/>
                  <a:pt x="201" y="234"/>
                  <a:pt x="201" y="234"/>
                </a:cubicBezTo>
                <a:cubicBezTo>
                  <a:pt x="201" y="250"/>
                  <a:pt x="201" y="250"/>
                  <a:pt x="201" y="250"/>
                </a:cubicBezTo>
                <a:cubicBezTo>
                  <a:pt x="217" y="250"/>
                  <a:pt x="217" y="250"/>
                  <a:pt x="217" y="250"/>
                </a:cubicBezTo>
                <a:lnTo>
                  <a:pt x="217" y="234"/>
                </a:lnTo>
                <a:close/>
                <a:moveTo>
                  <a:pt x="217" y="202"/>
                </a:moveTo>
                <a:cubicBezTo>
                  <a:pt x="201" y="202"/>
                  <a:pt x="201" y="202"/>
                  <a:pt x="201" y="202"/>
                </a:cubicBezTo>
                <a:cubicBezTo>
                  <a:pt x="201" y="218"/>
                  <a:pt x="201" y="218"/>
                  <a:pt x="201" y="218"/>
                </a:cubicBezTo>
                <a:cubicBezTo>
                  <a:pt x="217" y="218"/>
                  <a:pt x="217" y="218"/>
                  <a:pt x="217" y="218"/>
                </a:cubicBezTo>
                <a:lnTo>
                  <a:pt x="217" y="202"/>
                </a:lnTo>
                <a:close/>
                <a:moveTo>
                  <a:pt x="297" y="218"/>
                </a:moveTo>
                <a:cubicBezTo>
                  <a:pt x="313" y="218"/>
                  <a:pt x="313" y="218"/>
                  <a:pt x="313" y="218"/>
                </a:cubicBezTo>
                <a:cubicBezTo>
                  <a:pt x="313" y="202"/>
                  <a:pt x="313" y="202"/>
                  <a:pt x="313" y="202"/>
                </a:cubicBezTo>
                <a:cubicBezTo>
                  <a:pt x="297" y="202"/>
                  <a:pt x="297" y="202"/>
                  <a:pt x="297" y="202"/>
                </a:cubicBezTo>
                <a:lnTo>
                  <a:pt x="297" y="218"/>
                </a:lnTo>
                <a:close/>
                <a:moveTo>
                  <a:pt x="265" y="266"/>
                </a:moveTo>
                <a:cubicBezTo>
                  <a:pt x="249" y="266"/>
                  <a:pt x="249" y="266"/>
                  <a:pt x="249" y="266"/>
                </a:cubicBezTo>
                <a:cubicBezTo>
                  <a:pt x="249" y="282"/>
                  <a:pt x="249" y="282"/>
                  <a:pt x="249" y="282"/>
                </a:cubicBezTo>
                <a:cubicBezTo>
                  <a:pt x="265" y="282"/>
                  <a:pt x="265" y="282"/>
                  <a:pt x="265" y="282"/>
                </a:cubicBezTo>
                <a:lnTo>
                  <a:pt x="265" y="266"/>
                </a:lnTo>
                <a:close/>
                <a:moveTo>
                  <a:pt x="297" y="314"/>
                </a:moveTo>
                <a:cubicBezTo>
                  <a:pt x="313" y="314"/>
                  <a:pt x="313" y="314"/>
                  <a:pt x="313" y="314"/>
                </a:cubicBezTo>
                <a:cubicBezTo>
                  <a:pt x="313" y="298"/>
                  <a:pt x="313" y="298"/>
                  <a:pt x="313" y="298"/>
                </a:cubicBezTo>
                <a:cubicBezTo>
                  <a:pt x="297" y="298"/>
                  <a:pt x="297" y="298"/>
                  <a:pt x="297" y="298"/>
                </a:cubicBezTo>
                <a:lnTo>
                  <a:pt x="297" y="314"/>
                </a:lnTo>
                <a:close/>
                <a:moveTo>
                  <a:pt x="265" y="314"/>
                </a:moveTo>
                <a:cubicBezTo>
                  <a:pt x="281" y="314"/>
                  <a:pt x="281" y="314"/>
                  <a:pt x="281" y="314"/>
                </a:cubicBezTo>
                <a:cubicBezTo>
                  <a:pt x="281" y="298"/>
                  <a:pt x="281" y="298"/>
                  <a:pt x="281" y="298"/>
                </a:cubicBezTo>
                <a:cubicBezTo>
                  <a:pt x="265" y="298"/>
                  <a:pt x="265" y="298"/>
                  <a:pt x="265" y="298"/>
                </a:cubicBezTo>
                <a:lnTo>
                  <a:pt x="265" y="314"/>
                </a:lnTo>
                <a:close/>
                <a:moveTo>
                  <a:pt x="233" y="314"/>
                </a:moveTo>
                <a:cubicBezTo>
                  <a:pt x="249" y="314"/>
                  <a:pt x="249" y="314"/>
                  <a:pt x="249" y="314"/>
                </a:cubicBezTo>
                <a:cubicBezTo>
                  <a:pt x="249" y="298"/>
                  <a:pt x="249" y="298"/>
                  <a:pt x="249" y="298"/>
                </a:cubicBezTo>
                <a:cubicBezTo>
                  <a:pt x="233" y="298"/>
                  <a:pt x="233" y="298"/>
                  <a:pt x="233" y="298"/>
                </a:cubicBezTo>
                <a:lnTo>
                  <a:pt x="233" y="314"/>
                </a:lnTo>
                <a:close/>
                <a:moveTo>
                  <a:pt x="281" y="282"/>
                </a:moveTo>
                <a:cubicBezTo>
                  <a:pt x="313" y="282"/>
                  <a:pt x="313" y="282"/>
                  <a:pt x="313" y="282"/>
                </a:cubicBezTo>
                <a:cubicBezTo>
                  <a:pt x="313" y="266"/>
                  <a:pt x="313" y="266"/>
                  <a:pt x="313" y="266"/>
                </a:cubicBezTo>
                <a:cubicBezTo>
                  <a:pt x="281" y="266"/>
                  <a:pt x="281" y="266"/>
                  <a:pt x="281" y="266"/>
                </a:cubicBezTo>
                <a:lnTo>
                  <a:pt x="281" y="282"/>
                </a:lnTo>
                <a:close/>
                <a:moveTo>
                  <a:pt x="321" y="162"/>
                </a:moveTo>
                <a:cubicBezTo>
                  <a:pt x="180" y="162"/>
                  <a:pt x="180" y="162"/>
                  <a:pt x="180" y="162"/>
                </a:cubicBezTo>
                <a:cubicBezTo>
                  <a:pt x="177" y="156"/>
                  <a:pt x="176" y="150"/>
                  <a:pt x="178" y="143"/>
                </a:cubicBezTo>
                <a:cubicBezTo>
                  <a:pt x="181" y="130"/>
                  <a:pt x="193" y="120"/>
                  <a:pt x="212" y="113"/>
                </a:cubicBezTo>
                <a:cubicBezTo>
                  <a:pt x="245" y="102"/>
                  <a:pt x="259" y="82"/>
                  <a:pt x="266" y="67"/>
                </a:cubicBezTo>
                <a:cubicBezTo>
                  <a:pt x="274" y="48"/>
                  <a:pt x="275" y="26"/>
                  <a:pt x="268" y="7"/>
                </a:cubicBezTo>
                <a:cubicBezTo>
                  <a:pt x="267" y="2"/>
                  <a:pt x="262" y="0"/>
                  <a:pt x="258" y="1"/>
                </a:cubicBezTo>
                <a:cubicBezTo>
                  <a:pt x="254" y="3"/>
                  <a:pt x="252" y="7"/>
                  <a:pt x="253" y="12"/>
                </a:cubicBezTo>
                <a:cubicBezTo>
                  <a:pt x="263" y="42"/>
                  <a:pt x="253" y="83"/>
                  <a:pt x="207" y="98"/>
                </a:cubicBezTo>
                <a:cubicBezTo>
                  <a:pt x="176" y="108"/>
                  <a:pt x="165" y="126"/>
                  <a:pt x="162" y="139"/>
                </a:cubicBezTo>
                <a:cubicBezTo>
                  <a:pt x="161" y="147"/>
                  <a:pt x="161" y="155"/>
                  <a:pt x="163" y="162"/>
                </a:cubicBezTo>
                <a:cubicBezTo>
                  <a:pt x="32" y="162"/>
                  <a:pt x="32" y="162"/>
                  <a:pt x="32" y="162"/>
                </a:cubicBezTo>
                <a:cubicBezTo>
                  <a:pt x="15" y="162"/>
                  <a:pt x="0" y="176"/>
                  <a:pt x="0" y="194"/>
                </a:cubicBezTo>
                <a:cubicBezTo>
                  <a:pt x="0" y="323"/>
                  <a:pt x="0" y="323"/>
                  <a:pt x="0" y="323"/>
                </a:cubicBezTo>
                <a:cubicBezTo>
                  <a:pt x="0" y="340"/>
                  <a:pt x="15" y="355"/>
                  <a:pt x="32" y="355"/>
                </a:cubicBezTo>
                <a:cubicBezTo>
                  <a:pt x="321" y="355"/>
                  <a:pt x="321" y="355"/>
                  <a:pt x="321" y="355"/>
                </a:cubicBezTo>
                <a:cubicBezTo>
                  <a:pt x="339" y="355"/>
                  <a:pt x="353" y="340"/>
                  <a:pt x="353" y="323"/>
                </a:cubicBezTo>
                <a:cubicBezTo>
                  <a:pt x="353" y="194"/>
                  <a:pt x="353" y="194"/>
                  <a:pt x="353" y="194"/>
                </a:cubicBezTo>
                <a:cubicBezTo>
                  <a:pt x="353" y="176"/>
                  <a:pt x="339" y="162"/>
                  <a:pt x="321" y="162"/>
                </a:cubicBezTo>
                <a:moveTo>
                  <a:pt x="337" y="323"/>
                </a:moveTo>
                <a:cubicBezTo>
                  <a:pt x="337" y="331"/>
                  <a:pt x="330" y="339"/>
                  <a:pt x="321" y="339"/>
                </a:cubicBezTo>
                <a:cubicBezTo>
                  <a:pt x="32" y="339"/>
                  <a:pt x="32" y="339"/>
                  <a:pt x="32" y="339"/>
                </a:cubicBezTo>
                <a:cubicBezTo>
                  <a:pt x="23" y="339"/>
                  <a:pt x="16" y="331"/>
                  <a:pt x="16" y="323"/>
                </a:cubicBezTo>
                <a:cubicBezTo>
                  <a:pt x="16" y="194"/>
                  <a:pt x="16" y="194"/>
                  <a:pt x="16" y="194"/>
                </a:cubicBezTo>
                <a:cubicBezTo>
                  <a:pt x="16" y="185"/>
                  <a:pt x="23" y="178"/>
                  <a:pt x="32" y="178"/>
                </a:cubicBezTo>
                <a:cubicBezTo>
                  <a:pt x="321" y="178"/>
                  <a:pt x="321" y="178"/>
                  <a:pt x="321" y="178"/>
                </a:cubicBezTo>
                <a:cubicBezTo>
                  <a:pt x="330" y="178"/>
                  <a:pt x="337" y="185"/>
                  <a:pt x="337" y="194"/>
                </a:cubicBezTo>
                <a:lnTo>
                  <a:pt x="337" y="323"/>
                </a:lnTo>
                <a:close/>
                <a:moveTo>
                  <a:pt x="233" y="266"/>
                </a:moveTo>
                <a:cubicBezTo>
                  <a:pt x="217" y="266"/>
                  <a:pt x="217" y="266"/>
                  <a:pt x="217" y="266"/>
                </a:cubicBezTo>
                <a:cubicBezTo>
                  <a:pt x="217" y="282"/>
                  <a:pt x="217" y="282"/>
                  <a:pt x="217" y="282"/>
                </a:cubicBezTo>
                <a:cubicBezTo>
                  <a:pt x="233" y="282"/>
                  <a:pt x="233" y="282"/>
                  <a:pt x="233" y="282"/>
                </a:cubicBezTo>
                <a:lnTo>
                  <a:pt x="233" y="266"/>
                </a:lnTo>
                <a:close/>
                <a:moveTo>
                  <a:pt x="89" y="234"/>
                </a:moveTo>
                <a:cubicBezTo>
                  <a:pt x="72" y="234"/>
                  <a:pt x="72" y="234"/>
                  <a:pt x="72" y="234"/>
                </a:cubicBezTo>
                <a:cubicBezTo>
                  <a:pt x="72" y="250"/>
                  <a:pt x="72" y="250"/>
                  <a:pt x="72" y="250"/>
                </a:cubicBezTo>
                <a:cubicBezTo>
                  <a:pt x="89" y="250"/>
                  <a:pt x="89" y="250"/>
                  <a:pt x="89" y="250"/>
                </a:cubicBezTo>
                <a:lnTo>
                  <a:pt x="89" y="234"/>
                </a:lnTo>
                <a:close/>
                <a:moveTo>
                  <a:pt x="297" y="250"/>
                </a:moveTo>
                <a:cubicBezTo>
                  <a:pt x="313" y="250"/>
                  <a:pt x="313" y="250"/>
                  <a:pt x="313" y="250"/>
                </a:cubicBezTo>
                <a:cubicBezTo>
                  <a:pt x="313" y="234"/>
                  <a:pt x="313" y="234"/>
                  <a:pt x="313" y="234"/>
                </a:cubicBezTo>
                <a:cubicBezTo>
                  <a:pt x="297" y="234"/>
                  <a:pt x="297" y="234"/>
                  <a:pt x="297" y="234"/>
                </a:cubicBezTo>
                <a:lnTo>
                  <a:pt x="297" y="250"/>
                </a:lnTo>
                <a:close/>
                <a:moveTo>
                  <a:pt x="105" y="314"/>
                </a:moveTo>
                <a:cubicBezTo>
                  <a:pt x="217" y="314"/>
                  <a:pt x="217" y="314"/>
                  <a:pt x="217" y="314"/>
                </a:cubicBezTo>
                <a:cubicBezTo>
                  <a:pt x="217" y="298"/>
                  <a:pt x="217" y="298"/>
                  <a:pt x="217" y="298"/>
                </a:cubicBezTo>
                <a:cubicBezTo>
                  <a:pt x="105" y="298"/>
                  <a:pt x="105" y="298"/>
                  <a:pt x="105" y="298"/>
                </a:cubicBezTo>
                <a:lnTo>
                  <a:pt x="105" y="314"/>
                </a:lnTo>
                <a:close/>
                <a:moveTo>
                  <a:pt x="56" y="234"/>
                </a:moveTo>
                <a:cubicBezTo>
                  <a:pt x="40" y="234"/>
                  <a:pt x="40" y="234"/>
                  <a:pt x="40" y="234"/>
                </a:cubicBezTo>
                <a:cubicBezTo>
                  <a:pt x="40" y="250"/>
                  <a:pt x="40" y="250"/>
                  <a:pt x="40" y="250"/>
                </a:cubicBezTo>
                <a:cubicBezTo>
                  <a:pt x="56" y="250"/>
                  <a:pt x="56" y="250"/>
                  <a:pt x="56" y="250"/>
                </a:cubicBezTo>
                <a:lnTo>
                  <a:pt x="56" y="234"/>
                </a:lnTo>
                <a:close/>
                <a:moveTo>
                  <a:pt x="56" y="202"/>
                </a:moveTo>
                <a:cubicBezTo>
                  <a:pt x="40" y="202"/>
                  <a:pt x="40" y="202"/>
                  <a:pt x="40" y="202"/>
                </a:cubicBezTo>
                <a:cubicBezTo>
                  <a:pt x="40" y="218"/>
                  <a:pt x="40" y="218"/>
                  <a:pt x="40" y="218"/>
                </a:cubicBezTo>
                <a:cubicBezTo>
                  <a:pt x="56" y="218"/>
                  <a:pt x="56" y="218"/>
                  <a:pt x="56" y="218"/>
                </a:cubicBezTo>
                <a:lnTo>
                  <a:pt x="56" y="202"/>
                </a:lnTo>
                <a:close/>
                <a:moveTo>
                  <a:pt x="72" y="266"/>
                </a:moveTo>
                <a:cubicBezTo>
                  <a:pt x="40" y="266"/>
                  <a:pt x="40" y="266"/>
                  <a:pt x="40" y="266"/>
                </a:cubicBezTo>
                <a:cubicBezTo>
                  <a:pt x="40" y="282"/>
                  <a:pt x="40" y="282"/>
                  <a:pt x="40" y="282"/>
                </a:cubicBezTo>
                <a:cubicBezTo>
                  <a:pt x="72" y="282"/>
                  <a:pt x="72" y="282"/>
                  <a:pt x="72" y="282"/>
                </a:cubicBezTo>
                <a:lnTo>
                  <a:pt x="72" y="266"/>
                </a:lnTo>
                <a:close/>
                <a:moveTo>
                  <a:pt x="40" y="314"/>
                </a:moveTo>
                <a:cubicBezTo>
                  <a:pt x="56" y="314"/>
                  <a:pt x="56" y="314"/>
                  <a:pt x="56" y="314"/>
                </a:cubicBezTo>
                <a:cubicBezTo>
                  <a:pt x="56" y="298"/>
                  <a:pt x="56" y="298"/>
                  <a:pt x="56" y="298"/>
                </a:cubicBezTo>
                <a:cubicBezTo>
                  <a:pt x="40" y="298"/>
                  <a:pt x="40" y="298"/>
                  <a:pt x="40" y="298"/>
                </a:cubicBezTo>
                <a:lnTo>
                  <a:pt x="40" y="314"/>
                </a:lnTo>
                <a:close/>
                <a:moveTo>
                  <a:pt x="105" y="266"/>
                </a:moveTo>
                <a:cubicBezTo>
                  <a:pt x="89" y="266"/>
                  <a:pt x="89" y="266"/>
                  <a:pt x="89" y="266"/>
                </a:cubicBezTo>
                <a:cubicBezTo>
                  <a:pt x="89" y="282"/>
                  <a:pt x="89" y="282"/>
                  <a:pt x="89" y="282"/>
                </a:cubicBezTo>
                <a:cubicBezTo>
                  <a:pt x="105" y="282"/>
                  <a:pt x="105" y="282"/>
                  <a:pt x="105" y="282"/>
                </a:cubicBezTo>
                <a:lnTo>
                  <a:pt x="105" y="266"/>
                </a:lnTo>
                <a:close/>
                <a:moveTo>
                  <a:pt x="72" y="314"/>
                </a:moveTo>
                <a:cubicBezTo>
                  <a:pt x="89" y="314"/>
                  <a:pt x="89" y="314"/>
                  <a:pt x="89" y="314"/>
                </a:cubicBezTo>
                <a:cubicBezTo>
                  <a:pt x="89" y="298"/>
                  <a:pt x="89" y="298"/>
                  <a:pt x="89" y="298"/>
                </a:cubicBezTo>
                <a:cubicBezTo>
                  <a:pt x="72" y="298"/>
                  <a:pt x="72" y="298"/>
                  <a:pt x="72" y="298"/>
                </a:cubicBezTo>
                <a:lnTo>
                  <a:pt x="72" y="314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3" name="Freeform 13"/>
          <p:cNvSpPr>
            <a:spLocks noEditPoints="1"/>
          </p:cNvSpPr>
          <p:nvPr/>
        </p:nvSpPr>
        <p:spPr bwMode="auto">
          <a:xfrm>
            <a:off x="9690101" y="910168"/>
            <a:ext cx="579967" cy="584200"/>
          </a:xfrm>
          <a:custGeom>
            <a:avLst/>
            <a:gdLst>
              <a:gd name="T0" fmla="*/ 321 w 353"/>
              <a:gd name="T1" fmla="*/ 194 h 354"/>
              <a:gd name="T2" fmla="*/ 321 w 353"/>
              <a:gd name="T3" fmla="*/ 97 h 354"/>
              <a:gd name="T4" fmla="*/ 224 w 353"/>
              <a:gd name="T5" fmla="*/ 0 h 354"/>
              <a:gd name="T6" fmla="*/ 128 w 353"/>
              <a:gd name="T7" fmla="*/ 0 h 354"/>
              <a:gd name="T8" fmla="*/ 32 w 353"/>
              <a:gd name="T9" fmla="*/ 97 h 354"/>
              <a:gd name="T10" fmla="*/ 32 w 353"/>
              <a:gd name="T11" fmla="*/ 194 h 354"/>
              <a:gd name="T12" fmla="*/ 0 w 353"/>
              <a:gd name="T13" fmla="*/ 233 h 354"/>
              <a:gd name="T14" fmla="*/ 0 w 353"/>
              <a:gd name="T15" fmla="*/ 313 h 354"/>
              <a:gd name="T16" fmla="*/ 40 w 353"/>
              <a:gd name="T17" fmla="*/ 354 h 354"/>
              <a:gd name="T18" fmla="*/ 80 w 353"/>
              <a:gd name="T19" fmla="*/ 313 h 354"/>
              <a:gd name="T20" fmla="*/ 80 w 353"/>
              <a:gd name="T21" fmla="*/ 233 h 354"/>
              <a:gd name="T22" fmla="*/ 48 w 353"/>
              <a:gd name="T23" fmla="*/ 194 h 354"/>
              <a:gd name="T24" fmla="*/ 48 w 353"/>
              <a:gd name="T25" fmla="*/ 97 h 354"/>
              <a:gd name="T26" fmla="*/ 128 w 353"/>
              <a:gd name="T27" fmla="*/ 16 h 354"/>
              <a:gd name="T28" fmla="*/ 224 w 353"/>
              <a:gd name="T29" fmla="*/ 16 h 354"/>
              <a:gd name="T30" fmla="*/ 305 w 353"/>
              <a:gd name="T31" fmla="*/ 97 h 354"/>
              <a:gd name="T32" fmla="*/ 305 w 353"/>
              <a:gd name="T33" fmla="*/ 194 h 354"/>
              <a:gd name="T34" fmla="*/ 272 w 353"/>
              <a:gd name="T35" fmla="*/ 233 h 354"/>
              <a:gd name="T36" fmla="*/ 272 w 353"/>
              <a:gd name="T37" fmla="*/ 313 h 354"/>
              <a:gd name="T38" fmla="*/ 313 w 353"/>
              <a:gd name="T39" fmla="*/ 354 h 354"/>
              <a:gd name="T40" fmla="*/ 353 w 353"/>
              <a:gd name="T41" fmla="*/ 313 h 354"/>
              <a:gd name="T42" fmla="*/ 353 w 353"/>
              <a:gd name="T43" fmla="*/ 233 h 354"/>
              <a:gd name="T44" fmla="*/ 321 w 353"/>
              <a:gd name="T45" fmla="*/ 194 h 354"/>
              <a:gd name="T46" fmla="*/ 64 w 353"/>
              <a:gd name="T47" fmla="*/ 233 h 354"/>
              <a:gd name="T48" fmla="*/ 64 w 353"/>
              <a:gd name="T49" fmla="*/ 313 h 354"/>
              <a:gd name="T50" fmla="*/ 40 w 353"/>
              <a:gd name="T51" fmla="*/ 338 h 354"/>
              <a:gd name="T52" fmla="*/ 16 w 353"/>
              <a:gd name="T53" fmla="*/ 313 h 354"/>
              <a:gd name="T54" fmla="*/ 16 w 353"/>
              <a:gd name="T55" fmla="*/ 233 h 354"/>
              <a:gd name="T56" fmla="*/ 40 w 353"/>
              <a:gd name="T57" fmla="*/ 209 h 354"/>
              <a:gd name="T58" fmla="*/ 64 w 353"/>
              <a:gd name="T59" fmla="*/ 233 h 354"/>
              <a:gd name="T60" fmla="*/ 337 w 353"/>
              <a:gd name="T61" fmla="*/ 313 h 354"/>
              <a:gd name="T62" fmla="*/ 313 w 353"/>
              <a:gd name="T63" fmla="*/ 338 h 354"/>
              <a:gd name="T64" fmla="*/ 289 w 353"/>
              <a:gd name="T65" fmla="*/ 313 h 354"/>
              <a:gd name="T66" fmla="*/ 289 w 353"/>
              <a:gd name="T67" fmla="*/ 233 h 354"/>
              <a:gd name="T68" fmla="*/ 313 w 353"/>
              <a:gd name="T69" fmla="*/ 209 h 354"/>
              <a:gd name="T70" fmla="*/ 337 w 353"/>
              <a:gd name="T71" fmla="*/ 233 h 354"/>
              <a:gd name="T72" fmla="*/ 337 w 353"/>
              <a:gd name="T73" fmla="*/ 313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353" h="354">
                <a:moveTo>
                  <a:pt x="321" y="194"/>
                </a:moveTo>
                <a:cubicBezTo>
                  <a:pt x="321" y="97"/>
                  <a:pt x="321" y="97"/>
                  <a:pt x="321" y="97"/>
                </a:cubicBezTo>
                <a:cubicBezTo>
                  <a:pt x="321" y="44"/>
                  <a:pt x="278" y="0"/>
                  <a:pt x="224" y="0"/>
                </a:cubicBezTo>
                <a:cubicBezTo>
                  <a:pt x="128" y="0"/>
                  <a:pt x="128" y="0"/>
                  <a:pt x="128" y="0"/>
                </a:cubicBezTo>
                <a:cubicBezTo>
                  <a:pt x="75" y="0"/>
                  <a:pt x="32" y="44"/>
                  <a:pt x="32" y="97"/>
                </a:cubicBezTo>
                <a:cubicBezTo>
                  <a:pt x="32" y="194"/>
                  <a:pt x="32" y="194"/>
                  <a:pt x="32" y="194"/>
                </a:cubicBezTo>
                <a:cubicBezTo>
                  <a:pt x="13" y="198"/>
                  <a:pt x="0" y="214"/>
                  <a:pt x="0" y="233"/>
                </a:cubicBezTo>
                <a:cubicBezTo>
                  <a:pt x="0" y="313"/>
                  <a:pt x="0" y="313"/>
                  <a:pt x="0" y="313"/>
                </a:cubicBezTo>
                <a:cubicBezTo>
                  <a:pt x="0" y="336"/>
                  <a:pt x="18" y="354"/>
                  <a:pt x="40" y="354"/>
                </a:cubicBezTo>
                <a:cubicBezTo>
                  <a:pt x="62" y="354"/>
                  <a:pt x="80" y="336"/>
                  <a:pt x="80" y="313"/>
                </a:cubicBezTo>
                <a:cubicBezTo>
                  <a:pt x="80" y="233"/>
                  <a:pt x="80" y="233"/>
                  <a:pt x="80" y="233"/>
                </a:cubicBezTo>
                <a:cubicBezTo>
                  <a:pt x="80" y="214"/>
                  <a:pt x="66" y="198"/>
                  <a:pt x="48" y="194"/>
                </a:cubicBezTo>
                <a:cubicBezTo>
                  <a:pt x="48" y="97"/>
                  <a:pt x="48" y="97"/>
                  <a:pt x="48" y="97"/>
                </a:cubicBezTo>
                <a:cubicBezTo>
                  <a:pt x="48" y="52"/>
                  <a:pt x="84" y="16"/>
                  <a:pt x="128" y="16"/>
                </a:cubicBezTo>
                <a:cubicBezTo>
                  <a:pt x="224" y="16"/>
                  <a:pt x="224" y="16"/>
                  <a:pt x="224" y="16"/>
                </a:cubicBezTo>
                <a:cubicBezTo>
                  <a:pt x="269" y="16"/>
                  <a:pt x="305" y="52"/>
                  <a:pt x="305" y="97"/>
                </a:cubicBezTo>
                <a:cubicBezTo>
                  <a:pt x="305" y="194"/>
                  <a:pt x="305" y="194"/>
                  <a:pt x="305" y="194"/>
                </a:cubicBezTo>
                <a:cubicBezTo>
                  <a:pt x="286" y="198"/>
                  <a:pt x="272" y="214"/>
                  <a:pt x="272" y="233"/>
                </a:cubicBezTo>
                <a:cubicBezTo>
                  <a:pt x="272" y="313"/>
                  <a:pt x="272" y="313"/>
                  <a:pt x="272" y="313"/>
                </a:cubicBezTo>
                <a:cubicBezTo>
                  <a:pt x="272" y="336"/>
                  <a:pt x="290" y="354"/>
                  <a:pt x="313" y="354"/>
                </a:cubicBezTo>
                <a:cubicBezTo>
                  <a:pt x="335" y="354"/>
                  <a:pt x="353" y="336"/>
                  <a:pt x="353" y="313"/>
                </a:cubicBezTo>
                <a:cubicBezTo>
                  <a:pt x="353" y="233"/>
                  <a:pt x="353" y="233"/>
                  <a:pt x="353" y="233"/>
                </a:cubicBezTo>
                <a:cubicBezTo>
                  <a:pt x="353" y="214"/>
                  <a:pt x="339" y="198"/>
                  <a:pt x="321" y="194"/>
                </a:cubicBezTo>
                <a:moveTo>
                  <a:pt x="64" y="233"/>
                </a:moveTo>
                <a:cubicBezTo>
                  <a:pt x="64" y="313"/>
                  <a:pt x="64" y="313"/>
                  <a:pt x="64" y="313"/>
                </a:cubicBezTo>
                <a:cubicBezTo>
                  <a:pt x="64" y="327"/>
                  <a:pt x="53" y="338"/>
                  <a:pt x="40" y="338"/>
                </a:cubicBezTo>
                <a:cubicBezTo>
                  <a:pt x="26" y="338"/>
                  <a:pt x="16" y="327"/>
                  <a:pt x="16" y="313"/>
                </a:cubicBezTo>
                <a:cubicBezTo>
                  <a:pt x="16" y="233"/>
                  <a:pt x="16" y="233"/>
                  <a:pt x="16" y="233"/>
                </a:cubicBezTo>
                <a:cubicBezTo>
                  <a:pt x="16" y="220"/>
                  <a:pt x="26" y="209"/>
                  <a:pt x="40" y="209"/>
                </a:cubicBezTo>
                <a:cubicBezTo>
                  <a:pt x="53" y="209"/>
                  <a:pt x="64" y="220"/>
                  <a:pt x="64" y="233"/>
                </a:cubicBezTo>
                <a:moveTo>
                  <a:pt x="337" y="313"/>
                </a:moveTo>
                <a:cubicBezTo>
                  <a:pt x="337" y="327"/>
                  <a:pt x="326" y="338"/>
                  <a:pt x="313" y="338"/>
                </a:cubicBezTo>
                <a:cubicBezTo>
                  <a:pt x="299" y="338"/>
                  <a:pt x="289" y="327"/>
                  <a:pt x="289" y="313"/>
                </a:cubicBezTo>
                <a:cubicBezTo>
                  <a:pt x="289" y="233"/>
                  <a:pt x="289" y="233"/>
                  <a:pt x="289" y="233"/>
                </a:cubicBezTo>
                <a:cubicBezTo>
                  <a:pt x="289" y="220"/>
                  <a:pt x="299" y="209"/>
                  <a:pt x="313" y="209"/>
                </a:cubicBezTo>
                <a:cubicBezTo>
                  <a:pt x="326" y="209"/>
                  <a:pt x="337" y="220"/>
                  <a:pt x="337" y="233"/>
                </a:cubicBezTo>
                <a:lnTo>
                  <a:pt x="337" y="313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4" name="Freeform 14"/>
          <p:cNvSpPr>
            <a:spLocks noEditPoints="1"/>
          </p:cNvSpPr>
          <p:nvPr/>
        </p:nvSpPr>
        <p:spPr bwMode="auto">
          <a:xfrm>
            <a:off x="10799234" y="910168"/>
            <a:ext cx="579967" cy="584200"/>
          </a:xfrm>
          <a:custGeom>
            <a:avLst/>
            <a:gdLst>
              <a:gd name="T0" fmla="*/ 321 w 353"/>
              <a:gd name="T1" fmla="*/ 225 h 354"/>
              <a:gd name="T2" fmla="*/ 321 w 353"/>
              <a:gd name="T3" fmla="*/ 97 h 354"/>
              <a:gd name="T4" fmla="*/ 225 w 353"/>
              <a:gd name="T5" fmla="*/ 0 h 354"/>
              <a:gd name="T6" fmla="*/ 128 w 353"/>
              <a:gd name="T7" fmla="*/ 0 h 354"/>
              <a:gd name="T8" fmla="*/ 32 w 353"/>
              <a:gd name="T9" fmla="*/ 97 h 354"/>
              <a:gd name="T10" fmla="*/ 32 w 353"/>
              <a:gd name="T11" fmla="*/ 225 h 354"/>
              <a:gd name="T12" fmla="*/ 0 w 353"/>
              <a:gd name="T13" fmla="*/ 257 h 354"/>
              <a:gd name="T14" fmla="*/ 0 w 353"/>
              <a:gd name="T15" fmla="*/ 289 h 354"/>
              <a:gd name="T16" fmla="*/ 32 w 353"/>
              <a:gd name="T17" fmla="*/ 322 h 354"/>
              <a:gd name="T18" fmla="*/ 33 w 353"/>
              <a:gd name="T19" fmla="*/ 322 h 354"/>
              <a:gd name="T20" fmla="*/ 72 w 353"/>
              <a:gd name="T21" fmla="*/ 354 h 354"/>
              <a:gd name="T22" fmla="*/ 112 w 353"/>
              <a:gd name="T23" fmla="*/ 313 h 354"/>
              <a:gd name="T24" fmla="*/ 112 w 353"/>
              <a:gd name="T25" fmla="*/ 233 h 354"/>
              <a:gd name="T26" fmla="*/ 72 w 353"/>
              <a:gd name="T27" fmla="*/ 193 h 354"/>
              <a:gd name="T28" fmla="*/ 48 w 353"/>
              <a:gd name="T29" fmla="*/ 201 h 354"/>
              <a:gd name="T30" fmla="*/ 48 w 353"/>
              <a:gd name="T31" fmla="*/ 97 h 354"/>
              <a:gd name="T32" fmla="*/ 128 w 353"/>
              <a:gd name="T33" fmla="*/ 16 h 354"/>
              <a:gd name="T34" fmla="*/ 225 w 353"/>
              <a:gd name="T35" fmla="*/ 16 h 354"/>
              <a:gd name="T36" fmla="*/ 305 w 353"/>
              <a:gd name="T37" fmla="*/ 97 h 354"/>
              <a:gd name="T38" fmla="*/ 305 w 353"/>
              <a:gd name="T39" fmla="*/ 201 h 354"/>
              <a:gd name="T40" fmla="*/ 281 w 353"/>
              <a:gd name="T41" fmla="*/ 193 h 354"/>
              <a:gd name="T42" fmla="*/ 241 w 353"/>
              <a:gd name="T43" fmla="*/ 233 h 354"/>
              <a:gd name="T44" fmla="*/ 241 w 353"/>
              <a:gd name="T45" fmla="*/ 313 h 354"/>
              <a:gd name="T46" fmla="*/ 281 w 353"/>
              <a:gd name="T47" fmla="*/ 354 h 354"/>
              <a:gd name="T48" fmla="*/ 320 w 353"/>
              <a:gd name="T49" fmla="*/ 322 h 354"/>
              <a:gd name="T50" fmla="*/ 321 w 353"/>
              <a:gd name="T51" fmla="*/ 322 h 354"/>
              <a:gd name="T52" fmla="*/ 353 w 353"/>
              <a:gd name="T53" fmla="*/ 289 h 354"/>
              <a:gd name="T54" fmla="*/ 353 w 353"/>
              <a:gd name="T55" fmla="*/ 257 h 354"/>
              <a:gd name="T56" fmla="*/ 321 w 353"/>
              <a:gd name="T57" fmla="*/ 225 h 354"/>
              <a:gd name="T58" fmla="*/ 32 w 353"/>
              <a:gd name="T59" fmla="*/ 305 h 354"/>
              <a:gd name="T60" fmla="*/ 16 w 353"/>
              <a:gd name="T61" fmla="*/ 289 h 354"/>
              <a:gd name="T62" fmla="*/ 16 w 353"/>
              <a:gd name="T63" fmla="*/ 257 h 354"/>
              <a:gd name="T64" fmla="*/ 32 w 353"/>
              <a:gd name="T65" fmla="*/ 241 h 354"/>
              <a:gd name="T66" fmla="*/ 32 w 353"/>
              <a:gd name="T67" fmla="*/ 305 h 354"/>
              <a:gd name="T68" fmla="*/ 72 w 353"/>
              <a:gd name="T69" fmla="*/ 209 h 354"/>
              <a:gd name="T70" fmla="*/ 96 w 353"/>
              <a:gd name="T71" fmla="*/ 233 h 354"/>
              <a:gd name="T72" fmla="*/ 96 w 353"/>
              <a:gd name="T73" fmla="*/ 313 h 354"/>
              <a:gd name="T74" fmla="*/ 72 w 353"/>
              <a:gd name="T75" fmla="*/ 338 h 354"/>
              <a:gd name="T76" fmla="*/ 48 w 353"/>
              <a:gd name="T77" fmla="*/ 313 h 354"/>
              <a:gd name="T78" fmla="*/ 48 w 353"/>
              <a:gd name="T79" fmla="*/ 233 h 354"/>
              <a:gd name="T80" fmla="*/ 72 w 353"/>
              <a:gd name="T81" fmla="*/ 209 h 354"/>
              <a:gd name="T82" fmla="*/ 305 w 353"/>
              <a:gd name="T83" fmla="*/ 313 h 354"/>
              <a:gd name="T84" fmla="*/ 281 w 353"/>
              <a:gd name="T85" fmla="*/ 338 h 354"/>
              <a:gd name="T86" fmla="*/ 257 w 353"/>
              <a:gd name="T87" fmla="*/ 313 h 354"/>
              <a:gd name="T88" fmla="*/ 257 w 353"/>
              <a:gd name="T89" fmla="*/ 233 h 354"/>
              <a:gd name="T90" fmla="*/ 281 w 353"/>
              <a:gd name="T91" fmla="*/ 209 h 354"/>
              <a:gd name="T92" fmla="*/ 305 w 353"/>
              <a:gd name="T93" fmla="*/ 233 h 354"/>
              <a:gd name="T94" fmla="*/ 305 w 353"/>
              <a:gd name="T95" fmla="*/ 313 h 354"/>
              <a:gd name="T96" fmla="*/ 337 w 353"/>
              <a:gd name="T97" fmla="*/ 289 h 354"/>
              <a:gd name="T98" fmla="*/ 321 w 353"/>
              <a:gd name="T99" fmla="*/ 305 h 354"/>
              <a:gd name="T100" fmla="*/ 321 w 353"/>
              <a:gd name="T101" fmla="*/ 241 h 354"/>
              <a:gd name="T102" fmla="*/ 337 w 353"/>
              <a:gd name="T103" fmla="*/ 257 h 354"/>
              <a:gd name="T104" fmla="*/ 337 w 353"/>
              <a:gd name="T105" fmla="*/ 289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353" h="354">
                <a:moveTo>
                  <a:pt x="321" y="225"/>
                </a:moveTo>
                <a:cubicBezTo>
                  <a:pt x="321" y="97"/>
                  <a:pt x="321" y="97"/>
                  <a:pt x="321" y="97"/>
                </a:cubicBezTo>
                <a:cubicBezTo>
                  <a:pt x="321" y="44"/>
                  <a:pt x="278" y="0"/>
                  <a:pt x="225" y="0"/>
                </a:cubicBezTo>
                <a:cubicBezTo>
                  <a:pt x="128" y="0"/>
                  <a:pt x="128" y="0"/>
                  <a:pt x="128" y="0"/>
                </a:cubicBezTo>
                <a:cubicBezTo>
                  <a:pt x="75" y="0"/>
                  <a:pt x="32" y="44"/>
                  <a:pt x="32" y="97"/>
                </a:cubicBezTo>
                <a:cubicBezTo>
                  <a:pt x="32" y="225"/>
                  <a:pt x="32" y="225"/>
                  <a:pt x="32" y="225"/>
                </a:cubicBezTo>
                <a:cubicBezTo>
                  <a:pt x="14" y="225"/>
                  <a:pt x="0" y="240"/>
                  <a:pt x="0" y="257"/>
                </a:cubicBezTo>
                <a:cubicBezTo>
                  <a:pt x="0" y="289"/>
                  <a:pt x="0" y="289"/>
                  <a:pt x="0" y="289"/>
                </a:cubicBezTo>
                <a:cubicBezTo>
                  <a:pt x="0" y="307"/>
                  <a:pt x="14" y="322"/>
                  <a:pt x="32" y="322"/>
                </a:cubicBezTo>
                <a:cubicBezTo>
                  <a:pt x="33" y="322"/>
                  <a:pt x="33" y="322"/>
                  <a:pt x="33" y="322"/>
                </a:cubicBezTo>
                <a:cubicBezTo>
                  <a:pt x="37" y="340"/>
                  <a:pt x="53" y="354"/>
                  <a:pt x="72" y="354"/>
                </a:cubicBezTo>
                <a:cubicBezTo>
                  <a:pt x="94" y="354"/>
                  <a:pt x="112" y="336"/>
                  <a:pt x="112" y="313"/>
                </a:cubicBezTo>
                <a:cubicBezTo>
                  <a:pt x="112" y="233"/>
                  <a:pt x="112" y="233"/>
                  <a:pt x="112" y="233"/>
                </a:cubicBezTo>
                <a:cubicBezTo>
                  <a:pt x="112" y="211"/>
                  <a:pt x="94" y="193"/>
                  <a:pt x="72" y="193"/>
                </a:cubicBezTo>
                <a:cubicBezTo>
                  <a:pt x="63" y="193"/>
                  <a:pt x="55" y="196"/>
                  <a:pt x="48" y="201"/>
                </a:cubicBezTo>
                <a:cubicBezTo>
                  <a:pt x="48" y="97"/>
                  <a:pt x="48" y="97"/>
                  <a:pt x="48" y="97"/>
                </a:cubicBezTo>
                <a:cubicBezTo>
                  <a:pt x="48" y="52"/>
                  <a:pt x="84" y="16"/>
                  <a:pt x="128" y="16"/>
                </a:cubicBezTo>
                <a:cubicBezTo>
                  <a:pt x="225" y="16"/>
                  <a:pt x="225" y="16"/>
                  <a:pt x="225" y="16"/>
                </a:cubicBezTo>
                <a:cubicBezTo>
                  <a:pt x="269" y="16"/>
                  <a:pt x="305" y="52"/>
                  <a:pt x="305" y="97"/>
                </a:cubicBezTo>
                <a:cubicBezTo>
                  <a:pt x="305" y="201"/>
                  <a:pt x="305" y="201"/>
                  <a:pt x="305" y="201"/>
                </a:cubicBezTo>
                <a:cubicBezTo>
                  <a:pt x="298" y="196"/>
                  <a:pt x="290" y="193"/>
                  <a:pt x="281" y="193"/>
                </a:cubicBezTo>
                <a:cubicBezTo>
                  <a:pt x="259" y="193"/>
                  <a:pt x="241" y="211"/>
                  <a:pt x="241" y="233"/>
                </a:cubicBezTo>
                <a:cubicBezTo>
                  <a:pt x="241" y="313"/>
                  <a:pt x="241" y="313"/>
                  <a:pt x="241" y="313"/>
                </a:cubicBezTo>
                <a:cubicBezTo>
                  <a:pt x="241" y="336"/>
                  <a:pt x="259" y="354"/>
                  <a:pt x="281" y="354"/>
                </a:cubicBezTo>
                <a:cubicBezTo>
                  <a:pt x="300" y="354"/>
                  <a:pt x="316" y="340"/>
                  <a:pt x="320" y="322"/>
                </a:cubicBezTo>
                <a:cubicBezTo>
                  <a:pt x="321" y="322"/>
                  <a:pt x="321" y="322"/>
                  <a:pt x="321" y="322"/>
                </a:cubicBezTo>
                <a:cubicBezTo>
                  <a:pt x="339" y="322"/>
                  <a:pt x="353" y="307"/>
                  <a:pt x="353" y="289"/>
                </a:cubicBezTo>
                <a:cubicBezTo>
                  <a:pt x="353" y="257"/>
                  <a:pt x="353" y="257"/>
                  <a:pt x="353" y="257"/>
                </a:cubicBezTo>
                <a:cubicBezTo>
                  <a:pt x="353" y="240"/>
                  <a:pt x="339" y="225"/>
                  <a:pt x="321" y="225"/>
                </a:cubicBezTo>
                <a:moveTo>
                  <a:pt x="32" y="305"/>
                </a:moveTo>
                <a:cubicBezTo>
                  <a:pt x="23" y="305"/>
                  <a:pt x="16" y="298"/>
                  <a:pt x="16" y="289"/>
                </a:cubicBezTo>
                <a:cubicBezTo>
                  <a:pt x="16" y="257"/>
                  <a:pt x="16" y="257"/>
                  <a:pt x="16" y="257"/>
                </a:cubicBezTo>
                <a:cubicBezTo>
                  <a:pt x="16" y="248"/>
                  <a:pt x="23" y="241"/>
                  <a:pt x="32" y="241"/>
                </a:cubicBezTo>
                <a:lnTo>
                  <a:pt x="32" y="305"/>
                </a:lnTo>
                <a:close/>
                <a:moveTo>
                  <a:pt x="72" y="209"/>
                </a:moveTo>
                <a:cubicBezTo>
                  <a:pt x="85" y="209"/>
                  <a:pt x="96" y="220"/>
                  <a:pt x="96" y="233"/>
                </a:cubicBezTo>
                <a:cubicBezTo>
                  <a:pt x="96" y="313"/>
                  <a:pt x="96" y="313"/>
                  <a:pt x="96" y="313"/>
                </a:cubicBezTo>
                <a:cubicBezTo>
                  <a:pt x="96" y="327"/>
                  <a:pt x="85" y="338"/>
                  <a:pt x="72" y="338"/>
                </a:cubicBezTo>
                <a:cubicBezTo>
                  <a:pt x="59" y="338"/>
                  <a:pt x="48" y="327"/>
                  <a:pt x="48" y="313"/>
                </a:cubicBezTo>
                <a:cubicBezTo>
                  <a:pt x="48" y="233"/>
                  <a:pt x="48" y="233"/>
                  <a:pt x="48" y="233"/>
                </a:cubicBezTo>
                <a:cubicBezTo>
                  <a:pt x="48" y="220"/>
                  <a:pt x="59" y="209"/>
                  <a:pt x="72" y="209"/>
                </a:cubicBezTo>
                <a:moveTo>
                  <a:pt x="305" y="313"/>
                </a:moveTo>
                <a:cubicBezTo>
                  <a:pt x="305" y="327"/>
                  <a:pt x="294" y="338"/>
                  <a:pt x="281" y="338"/>
                </a:cubicBezTo>
                <a:cubicBezTo>
                  <a:pt x="268" y="338"/>
                  <a:pt x="257" y="327"/>
                  <a:pt x="257" y="313"/>
                </a:cubicBezTo>
                <a:cubicBezTo>
                  <a:pt x="257" y="233"/>
                  <a:pt x="257" y="233"/>
                  <a:pt x="257" y="233"/>
                </a:cubicBezTo>
                <a:cubicBezTo>
                  <a:pt x="257" y="220"/>
                  <a:pt x="268" y="209"/>
                  <a:pt x="281" y="209"/>
                </a:cubicBezTo>
                <a:cubicBezTo>
                  <a:pt x="294" y="209"/>
                  <a:pt x="305" y="220"/>
                  <a:pt x="305" y="233"/>
                </a:cubicBezTo>
                <a:lnTo>
                  <a:pt x="305" y="313"/>
                </a:lnTo>
                <a:close/>
                <a:moveTo>
                  <a:pt x="337" y="289"/>
                </a:moveTo>
                <a:cubicBezTo>
                  <a:pt x="337" y="298"/>
                  <a:pt x="330" y="305"/>
                  <a:pt x="321" y="305"/>
                </a:cubicBezTo>
                <a:cubicBezTo>
                  <a:pt x="321" y="241"/>
                  <a:pt x="321" y="241"/>
                  <a:pt x="321" y="241"/>
                </a:cubicBezTo>
                <a:cubicBezTo>
                  <a:pt x="330" y="241"/>
                  <a:pt x="337" y="248"/>
                  <a:pt x="337" y="257"/>
                </a:cubicBezTo>
                <a:lnTo>
                  <a:pt x="337" y="289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5" name="Freeform 15"/>
          <p:cNvSpPr>
            <a:spLocks noEditPoints="1"/>
          </p:cNvSpPr>
          <p:nvPr/>
        </p:nvSpPr>
        <p:spPr bwMode="auto">
          <a:xfrm>
            <a:off x="814918" y="2021418"/>
            <a:ext cx="579967" cy="582084"/>
          </a:xfrm>
          <a:custGeom>
            <a:avLst/>
            <a:gdLst>
              <a:gd name="T0" fmla="*/ 321 w 353"/>
              <a:gd name="T1" fmla="*/ 225 h 353"/>
              <a:gd name="T2" fmla="*/ 321 w 353"/>
              <a:gd name="T3" fmla="*/ 144 h 353"/>
              <a:gd name="T4" fmla="*/ 177 w 353"/>
              <a:gd name="T5" fmla="*/ 0 h 353"/>
              <a:gd name="T6" fmla="*/ 32 w 353"/>
              <a:gd name="T7" fmla="*/ 144 h 353"/>
              <a:gd name="T8" fmla="*/ 32 w 353"/>
              <a:gd name="T9" fmla="*/ 225 h 353"/>
              <a:gd name="T10" fmla="*/ 0 w 353"/>
              <a:gd name="T11" fmla="*/ 257 h 353"/>
              <a:gd name="T12" fmla="*/ 0 w 353"/>
              <a:gd name="T13" fmla="*/ 289 h 353"/>
              <a:gd name="T14" fmla="*/ 32 w 353"/>
              <a:gd name="T15" fmla="*/ 321 h 353"/>
              <a:gd name="T16" fmla="*/ 33 w 353"/>
              <a:gd name="T17" fmla="*/ 321 h 353"/>
              <a:gd name="T18" fmla="*/ 72 w 353"/>
              <a:gd name="T19" fmla="*/ 353 h 353"/>
              <a:gd name="T20" fmla="*/ 112 w 353"/>
              <a:gd name="T21" fmla="*/ 313 h 353"/>
              <a:gd name="T22" fmla="*/ 112 w 353"/>
              <a:gd name="T23" fmla="*/ 233 h 353"/>
              <a:gd name="T24" fmla="*/ 72 w 353"/>
              <a:gd name="T25" fmla="*/ 192 h 353"/>
              <a:gd name="T26" fmla="*/ 48 w 353"/>
              <a:gd name="T27" fmla="*/ 201 h 353"/>
              <a:gd name="T28" fmla="*/ 48 w 353"/>
              <a:gd name="T29" fmla="*/ 144 h 353"/>
              <a:gd name="T30" fmla="*/ 177 w 353"/>
              <a:gd name="T31" fmla="*/ 16 h 353"/>
              <a:gd name="T32" fmla="*/ 305 w 353"/>
              <a:gd name="T33" fmla="*/ 144 h 353"/>
              <a:gd name="T34" fmla="*/ 305 w 353"/>
              <a:gd name="T35" fmla="*/ 201 h 353"/>
              <a:gd name="T36" fmla="*/ 281 w 353"/>
              <a:gd name="T37" fmla="*/ 192 h 353"/>
              <a:gd name="T38" fmla="*/ 241 w 353"/>
              <a:gd name="T39" fmla="*/ 233 h 353"/>
              <a:gd name="T40" fmla="*/ 241 w 353"/>
              <a:gd name="T41" fmla="*/ 313 h 353"/>
              <a:gd name="T42" fmla="*/ 281 w 353"/>
              <a:gd name="T43" fmla="*/ 353 h 353"/>
              <a:gd name="T44" fmla="*/ 320 w 353"/>
              <a:gd name="T45" fmla="*/ 321 h 353"/>
              <a:gd name="T46" fmla="*/ 321 w 353"/>
              <a:gd name="T47" fmla="*/ 321 h 353"/>
              <a:gd name="T48" fmla="*/ 353 w 353"/>
              <a:gd name="T49" fmla="*/ 289 h 353"/>
              <a:gd name="T50" fmla="*/ 353 w 353"/>
              <a:gd name="T51" fmla="*/ 257 h 353"/>
              <a:gd name="T52" fmla="*/ 321 w 353"/>
              <a:gd name="T53" fmla="*/ 225 h 353"/>
              <a:gd name="T54" fmla="*/ 72 w 353"/>
              <a:gd name="T55" fmla="*/ 337 h 353"/>
              <a:gd name="T56" fmla="*/ 50 w 353"/>
              <a:gd name="T57" fmla="*/ 321 h 353"/>
              <a:gd name="T58" fmla="*/ 95 w 353"/>
              <a:gd name="T59" fmla="*/ 321 h 353"/>
              <a:gd name="T60" fmla="*/ 72 w 353"/>
              <a:gd name="T61" fmla="*/ 337 h 353"/>
              <a:gd name="T62" fmla="*/ 96 w 353"/>
              <a:gd name="T63" fmla="*/ 305 h 353"/>
              <a:gd name="T64" fmla="*/ 48 w 353"/>
              <a:gd name="T65" fmla="*/ 305 h 353"/>
              <a:gd name="T66" fmla="*/ 48 w 353"/>
              <a:gd name="T67" fmla="*/ 281 h 353"/>
              <a:gd name="T68" fmla="*/ 96 w 353"/>
              <a:gd name="T69" fmla="*/ 281 h 353"/>
              <a:gd name="T70" fmla="*/ 96 w 353"/>
              <a:gd name="T71" fmla="*/ 305 h 353"/>
              <a:gd name="T72" fmla="*/ 72 w 353"/>
              <a:gd name="T73" fmla="*/ 208 h 353"/>
              <a:gd name="T74" fmla="*/ 95 w 353"/>
              <a:gd name="T75" fmla="*/ 225 h 353"/>
              <a:gd name="T76" fmla="*/ 50 w 353"/>
              <a:gd name="T77" fmla="*/ 225 h 353"/>
              <a:gd name="T78" fmla="*/ 72 w 353"/>
              <a:gd name="T79" fmla="*/ 208 h 353"/>
              <a:gd name="T80" fmla="*/ 96 w 353"/>
              <a:gd name="T81" fmla="*/ 265 h 353"/>
              <a:gd name="T82" fmla="*/ 48 w 353"/>
              <a:gd name="T83" fmla="*/ 265 h 353"/>
              <a:gd name="T84" fmla="*/ 48 w 353"/>
              <a:gd name="T85" fmla="*/ 241 h 353"/>
              <a:gd name="T86" fmla="*/ 96 w 353"/>
              <a:gd name="T87" fmla="*/ 241 h 353"/>
              <a:gd name="T88" fmla="*/ 96 w 353"/>
              <a:gd name="T89" fmla="*/ 265 h 353"/>
              <a:gd name="T90" fmla="*/ 281 w 353"/>
              <a:gd name="T91" fmla="*/ 208 h 353"/>
              <a:gd name="T92" fmla="*/ 303 w 353"/>
              <a:gd name="T93" fmla="*/ 225 h 353"/>
              <a:gd name="T94" fmla="*/ 258 w 353"/>
              <a:gd name="T95" fmla="*/ 225 h 353"/>
              <a:gd name="T96" fmla="*/ 281 w 353"/>
              <a:gd name="T97" fmla="*/ 208 h 353"/>
              <a:gd name="T98" fmla="*/ 281 w 353"/>
              <a:gd name="T99" fmla="*/ 337 h 353"/>
              <a:gd name="T100" fmla="*/ 258 w 353"/>
              <a:gd name="T101" fmla="*/ 321 h 353"/>
              <a:gd name="T102" fmla="*/ 303 w 353"/>
              <a:gd name="T103" fmla="*/ 321 h 353"/>
              <a:gd name="T104" fmla="*/ 281 w 353"/>
              <a:gd name="T105" fmla="*/ 337 h 353"/>
              <a:gd name="T106" fmla="*/ 305 w 353"/>
              <a:gd name="T107" fmla="*/ 305 h 353"/>
              <a:gd name="T108" fmla="*/ 257 w 353"/>
              <a:gd name="T109" fmla="*/ 305 h 353"/>
              <a:gd name="T110" fmla="*/ 257 w 353"/>
              <a:gd name="T111" fmla="*/ 281 h 353"/>
              <a:gd name="T112" fmla="*/ 305 w 353"/>
              <a:gd name="T113" fmla="*/ 281 h 353"/>
              <a:gd name="T114" fmla="*/ 305 w 353"/>
              <a:gd name="T115" fmla="*/ 305 h 353"/>
              <a:gd name="T116" fmla="*/ 305 w 353"/>
              <a:gd name="T117" fmla="*/ 265 h 353"/>
              <a:gd name="T118" fmla="*/ 257 w 353"/>
              <a:gd name="T119" fmla="*/ 265 h 353"/>
              <a:gd name="T120" fmla="*/ 257 w 353"/>
              <a:gd name="T121" fmla="*/ 241 h 353"/>
              <a:gd name="T122" fmla="*/ 305 w 353"/>
              <a:gd name="T123" fmla="*/ 241 h 353"/>
              <a:gd name="T124" fmla="*/ 305 w 353"/>
              <a:gd name="T125" fmla="*/ 265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53" h="353">
                <a:moveTo>
                  <a:pt x="321" y="225"/>
                </a:moveTo>
                <a:cubicBezTo>
                  <a:pt x="321" y="144"/>
                  <a:pt x="321" y="144"/>
                  <a:pt x="321" y="144"/>
                </a:cubicBezTo>
                <a:cubicBezTo>
                  <a:pt x="321" y="64"/>
                  <a:pt x="256" y="0"/>
                  <a:pt x="177" y="0"/>
                </a:cubicBezTo>
                <a:cubicBezTo>
                  <a:pt x="97" y="0"/>
                  <a:pt x="32" y="64"/>
                  <a:pt x="32" y="144"/>
                </a:cubicBezTo>
                <a:cubicBezTo>
                  <a:pt x="32" y="225"/>
                  <a:pt x="32" y="225"/>
                  <a:pt x="32" y="225"/>
                </a:cubicBezTo>
                <a:cubicBezTo>
                  <a:pt x="14" y="225"/>
                  <a:pt x="0" y="239"/>
                  <a:pt x="0" y="257"/>
                </a:cubicBezTo>
                <a:cubicBezTo>
                  <a:pt x="0" y="289"/>
                  <a:pt x="0" y="289"/>
                  <a:pt x="0" y="289"/>
                </a:cubicBezTo>
                <a:cubicBezTo>
                  <a:pt x="0" y="306"/>
                  <a:pt x="14" y="321"/>
                  <a:pt x="32" y="321"/>
                </a:cubicBezTo>
                <a:cubicBezTo>
                  <a:pt x="33" y="321"/>
                  <a:pt x="33" y="321"/>
                  <a:pt x="33" y="321"/>
                </a:cubicBezTo>
                <a:cubicBezTo>
                  <a:pt x="37" y="339"/>
                  <a:pt x="53" y="353"/>
                  <a:pt x="72" y="353"/>
                </a:cubicBezTo>
                <a:cubicBezTo>
                  <a:pt x="94" y="353"/>
                  <a:pt x="112" y="335"/>
                  <a:pt x="112" y="313"/>
                </a:cubicBezTo>
                <a:cubicBezTo>
                  <a:pt x="112" y="233"/>
                  <a:pt x="112" y="233"/>
                  <a:pt x="112" y="233"/>
                </a:cubicBezTo>
                <a:cubicBezTo>
                  <a:pt x="112" y="210"/>
                  <a:pt x="94" y="192"/>
                  <a:pt x="72" y="192"/>
                </a:cubicBezTo>
                <a:cubicBezTo>
                  <a:pt x="63" y="192"/>
                  <a:pt x="55" y="196"/>
                  <a:pt x="48" y="201"/>
                </a:cubicBezTo>
                <a:cubicBezTo>
                  <a:pt x="48" y="144"/>
                  <a:pt x="48" y="144"/>
                  <a:pt x="48" y="144"/>
                </a:cubicBezTo>
                <a:cubicBezTo>
                  <a:pt x="48" y="73"/>
                  <a:pt x="106" y="16"/>
                  <a:pt x="177" y="16"/>
                </a:cubicBezTo>
                <a:cubicBezTo>
                  <a:pt x="247" y="16"/>
                  <a:pt x="305" y="73"/>
                  <a:pt x="305" y="144"/>
                </a:cubicBezTo>
                <a:cubicBezTo>
                  <a:pt x="305" y="201"/>
                  <a:pt x="305" y="201"/>
                  <a:pt x="305" y="201"/>
                </a:cubicBezTo>
                <a:cubicBezTo>
                  <a:pt x="298" y="196"/>
                  <a:pt x="290" y="192"/>
                  <a:pt x="281" y="192"/>
                </a:cubicBezTo>
                <a:cubicBezTo>
                  <a:pt x="259" y="192"/>
                  <a:pt x="241" y="210"/>
                  <a:pt x="241" y="233"/>
                </a:cubicBezTo>
                <a:cubicBezTo>
                  <a:pt x="241" y="313"/>
                  <a:pt x="241" y="313"/>
                  <a:pt x="241" y="313"/>
                </a:cubicBezTo>
                <a:cubicBezTo>
                  <a:pt x="241" y="335"/>
                  <a:pt x="259" y="353"/>
                  <a:pt x="281" y="353"/>
                </a:cubicBezTo>
                <a:cubicBezTo>
                  <a:pt x="300" y="353"/>
                  <a:pt x="316" y="339"/>
                  <a:pt x="320" y="321"/>
                </a:cubicBezTo>
                <a:cubicBezTo>
                  <a:pt x="321" y="321"/>
                  <a:pt x="321" y="321"/>
                  <a:pt x="321" y="321"/>
                </a:cubicBezTo>
                <a:cubicBezTo>
                  <a:pt x="339" y="321"/>
                  <a:pt x="353" y="306"/>
                  <a:pt x="353" y="289"/>
                </a:cubicBezTo>
                <a:cubicBezTo>
                  <a:pt x="353" y="257"/>
                  <a:pt x="353" y="257"/>
                  <a:pt x="353" y="257"/>
                </a:cubicBezTo>
                <a:cubicBezTo>
                  <a:pt x="353" y="239"/>
                  <a:pt x="339" y="225"/>
                  <a:pt x="321" y="225"/>
                </a:cubicBezTo>
                <a:moveTo>
                  <a:pt x="72" y="337"/>
                </a:moveTo>
                <a:cubicBezTo>
                  <a:pt x="62" y="337"/>
                  <a:pt x="53" y="330"/>
                  <a:pt x="50" y="321"/>
                </a:cubicBezTo>
                <a:cubicBezTo>
                  <a:pt x="95" y="321"/>
                  <a:pt x="95" y="321"/>
                  <a:pt x="95" y="321"/>
                </a:cubicBezTo>
                <a:cubicBezTo>
                  <a:pt x="91" y="330"/>
                  <a:pt x="83" y="337"/>
                  <a:pt x="72" y="337"/>
                </a:cubicBezTo>
                <a:moveTo>
                  <a:pt x="96" y="305"/>
                </a:moveTo>
                <a:cubicBezTo>
                  <a:pt x="48" y="305"/>
                  <a:pt x="48" y="305"/>
                  <a:pt x="48" y="305"/>
                </a:cubicBezTo>
                <a:cubicBezTo>
                  <a:pt x="48" y="281"/>
                  <a:pt x="48" y="281"/>
                  <a:pt x="48" y="281"/>
                </a:cubicBezTo>
                <a:cubicBezTo>
                  <a:pt x="96" y="281"/>
                  <a:pt x="96" y="281"/>
                  <a:pt x="96" y="281"/>
                </a:cubicBezTo>
                <a:lnTo>
                  <a:pt x="96" y="305"/>
                </a:lnTo>
                <a:close/>
                <a:moveTo>
                  <a:pt x="72" y="208"/>
                </a:moveTo>
                <a:cubicBezTo>
                  <a:pt x="83" y="208"/>
                  <a:pt x="91" y="215"/>
                  <a:pt x="95" y="225"/>
                </a:cubicBezTo>
                <a:cubicBezTo>
                  <a:pt x="50" y="225"/>
                  <a:pt x="50" y="225"/>
                  <a:pt x="50" y="225"/>
                </a:cubicBezTo>
                <a:cubicBezTo>
                  <a:pt x="53" y="215"/>
                  <a:pt x="62" y="208"/>
                  <a:pt x="72" y="208"/>
                </a:cubicBezTo>
                <a:moveTo>
                  <a:pt x="96" y="265"/>
                </a:moveTo>
                <a:cubicBezTo>
                  <a:pt x="48" y="265"/>
                  <a:pt x="48" y="265"/>
                  <a:pt x="48" y="265"/>
                </a:cubicBezTo>
                <a:cubicBezTo>
                  <a:pt x="48" y="241"/>
                  <a:pt x="48" y="241"/>
                  <a:pt x="48" y="241"/>
                </a:cubicBezTo>
                <a:cubicBezTo>
                  <a:pt x="96" y="241"/>
                  <a:pt x="96" y="241"/>
                  <a:pt x="96" y="241"/>
                </a:cubicBezTo>
                <a:lnTo>
                  <a:pt x="96" y="265"/>
                </a:lnTo>
                <a:close/>
                <a:moveTo>
                  <a:pt x="281" y="208"/>
                </a:moveTo>
                <a:cubicBezTo>
                  <a:pt x="291" y="208"/>
                  <a:pt x="300" y="215"/>
                  <a:pt x="303" y="225"/>
                </a:cubicBezTo>
                <a:cubicBezTo>
                  <a:pt x="258" y="225"/>
                  <a:pt x="258" y="225"/>
                  <a:pt x="258" y="225"/>
                </a:cubicBezTo>
                <a:cubicBezTo>
                  <a:pt x="262" y="215"/>
                  <a:pt x="270" y="208"/>
                  <a:pt x="281" y="208"/>
                </a:cubicBezTo>
                <a:moveTo>
                  <a:pt x="281" y="337"/>
                </a:moveTo>
                <a:cubicBezTo>
                  <a:pt x="270" y="337"/>
                  <a:pt x="262" y="330"/>
                  <a:pt x="258" y="321"/>
                </a:cubicBezTo>
                <a:cubicBezTo>
                  <a:pt x="303" y="321"/>
                  <a:pt x="303" y="321"/>
                  <a:pt x="303" y="321"/>
                </a:cubicBezTo>
                <a:cubicBezTo>
                  <a:pt x="300" y="330"/>
                  <a:pt x="291" y="337"/>
                  <a:pt x="281" y="337"/>
                </a:cubicBezTo>
                <a:moveTo>
                  <a:pt x="305" y="305"/>
                </a:moveTo>
                <a:cubicBezTo>
                  <a:pt x="257" y="305"/>
                  <a:pt x="257" y="305"/>
                  <a:pt x="257" y="305"/>
                </a:cubicBezTo>
                <a:cubicBezTo>
                  <a:pt x="257" y="281"/>
                  <a:pt x="257" y="281"/>
                  <a:pt x="257" y="281"/>
                </a:cubicBezTo>
                <a:cubicBezTo>
                  <a:pt x="305" y="281"/>
                  <a:pt x="305" y="281"/>
                  <a:pt x="305" y="281"/>
                </a:cubicBezTo>
                <a:lnTo>
                  <a:pt x="305" y="305"/>
                </a:lnTo>
                <a:close/>
                <a:moveTo>
                  <a:pt x="305" y="265"/>
                </a:moveTo>
                <a:cubicBezTo>
                  <a:pt x="257" y="265"/>
                  <a:pt x="257" y="265"/>
                  <a:pt x="257" y="265"/>
                </a:cubicBezTo>
                <a:cubicBezTo>
                  <a:pt x="257" y="241"/>
                  <a:pt x="257" y="241"/>
                  <a:pt x="257" y="241"/>
                </a:cubicBezTo>
                <a:cubicBezTo>
                  <a:pt x="305" y="241"/>
                  <a:pt x="305" y="241"/>
                  <a:pt x="305" y="241"/>
                </a:cubicBezTo>
                <a:lnTo>
                  <a:pt x="305" y="265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6" name="Freeform 16"/>
          <p:cNvSpPr>
            <a:spLocks noEditPoints="1"/>
          </p:cNvSpPr>
          <p:nvPr/>
        </p:nvSpPr>
        <p:spPr bwMode="auto">
          <a:xfrm>
            <a:off x="1924051" y="2021418"/>
            <a:ext cx="579967" cy="582084"/>
          </a:xfrm>
          <a:custGeom>
            <a:avLst/>
            <a:gdLst>
              <a:gd name="T0" fmla="*/ 321 w 353"/>
              <a:gd name="T1" fmla="*/ 104 h 353"/>
              <a:gd name="T2" fmla="*/ 321 w 353"/>
              <a:gd name="T3" fmla="*/ 24 h 353"/>
              <a:gd name="T4" fmla="*/ 297 w 353"/>
              <a:gd name="T5" fmla="*/ 0 h 353"/>
              <a:gd name="T6" fmla="*/ 273 w 353"/>
              <a:gd name="T7" fmla="*/ 24 h 353"/>
              <a:gd name="T8" fmla="*/ 273 w 353"/>
              <a:gd name="T9" fmla="*/ 30 h 353"/>
              <a:gd name="T10" fmla="*/ 40 w 353"/>
              <a:gd name="T11" fmla="*/ 98 h 353"/>
              <a:gd name="T12" fmla="*/ 32 w 353"/>
              <a:gd name="T13" fmla="*/ 96 h 353"/>
              <a:gd name="T14" fmla="*/ 16 w 353"/>
              <a:gd name="T15" fmla="*/ 96 h 353"/>
              <a:gd name="T16" fmla="*/ 0 w 353"/>
              <a:gd name="T17" fmla="*/ 112 h 353"/>
              <a:gd name="T18" fmla="*/ 0 w 353"/>
              <a:gd name="T19" fmla="*/ 192 h 353"/>
              <a:gd name="T20" fmla="*/ 16 w 353"/>
              <a:gd name="T21" fmla="*/ 208 h 353"/>
              <a:gd name="T22" fmla="*/ 32 w 353"/>
              <a:gd name="T23" fmla="*/ 208 h 353"/>
              <a:gd name="T24" fmla="*/ 40 w 353"/>
              <a:gd name="T25" fmla="*/ 206 h 353"/>
              <a:gd name="T26" fmla="*/ 50 w 353"/>
              <a:gd name="T27" fmla="*/ 209 h 353"/>
              <a:gd name="T28" fmla="*/ 81 w 353"/>
              <a:gd name="T29" fmla="*/ 347 h 353"/>
              <a:gd name="T30" fmla="*/ 81 w 353"/>
              <a:gd name="T31" fmla="*/ 347 h 353"/>
              <a:gd name="T32" fmla="*/ 89 w 353"/>
              <a:gd name="T33" fmla="*/ 353 h 353"/>
              <a:gd name="T34" fmla="*/ 153 w 353"/>
              <a:gd name="T35" fmla="*/ 353 h 353"/>
              <a:gd name="T36" fmla="*/ 161 w 353"/>
              <a:gd name="T37" fmla="*/ 345 h 353"/>
              <a:gd name="T38" fmla="*/ 160 w 353"/>
              <a:gd name="T39" fmla="*/ 343 h 353"/>
              <a:gd name="T40" fmla="*/ 161 w 353"/>
              <a:gd name="T41" fmla="*/ 343 h 353"/>
              <a:gd name="T42" fmla="*/ 135 w 353"/>
              <a:gd name="T43" fmla="*/ 234 h 353"/>
              <a:gd name="T44" fmla="*/ 273 w 353"/>
              <a:gd name="T45" fmla="*/ 275 h 353"/>
              <a:gd name="T46" fmla="*/ 273 w 353"/>
              <a:gd name="T47" fmla="*/ 281 h 353"/>
              <a:gd name="T48" fmla="*/ 297 w 353"/>
              <a:gd name="T49" fmla="*/ 305 h 353"/>
              <a:gd name="T50" fmla="*/ 321 w 353"/>
              <a:gd name="T51" fmla="*/ 281 h 353"/>
              <a:gd name="T52" fmla="*/ 321 w 353"/>
              <a:gd name="T53" fmla="*/ 200 h 353"/>
              <a:gd name="T54" fmla="*/ 353 w 353"/>
              <a:gd name="T55" fmla="*/ 168 h 353"/>
              <a:gd name="T56" fmla="*/ 353 w 353"/>
              <a:gd name="T57" fmla="*/ 136 h 353"/>
              <a:gd name="T58" fmla="*/ 321 w 353"/>
              <a:gd name="T59" fmla="*/ 104 h 353"/>
              <a:gd name="T60" fmla="*/ 32 w 353"/>
              <a:gd name="T61" fmla="*/ 192 h 353"/>
              <a:gd name="T62" fmla="*/ 16 w 353"/>
              <a:gd name="T63" fmla="*/ 192 h 353"/>
              <a:gd name="T64" fmla="*/ 16 w 353"/>
              <a:gd name="T65" fmla="*/ 112 h 353"/>
              <a:gd name="T66" fmla="*/ 32 w 353"/>
              <a:gd name="T67" fmla="*/ 112 h 353"/>
              <a:gd name="T68" fmla="*/ 32 w 353"/>
              <a:gd name="T69" fmla="*/ 192 h 353"/>
              <a:gd name="T70" fmla="*/ 143 w 353"/>
              <a:gd name="T71" fmla="*/ 337 h 353"/>
              <a:gd name="T72" fmla="*/ 95 w 353"/>
              <a:gd name="T73" fmla="*/ 337 h 353"/>
              <a:gd name="T74" fmla="*/ 91 w 353"/>
              <a:gd name="T75" fmla="*/ 321 h 353"/>
              <a:gd name="T76" fmla="*/ 139 w 353"/>
              <a:gd name="T77" fmla="*/ 321 h 353"/>
              <a:gd name="T78" fmla="*/ 143 w 353"/>
              <a:gd name="T79" fmla="*/ 337 h 353"/>
              <a:gd name="T80" fmla="*/ 135 w 353"/>
              <a:gd name="T81" fmla="*/ 305 h 353"/>
              <a:gd name="T82" fmla="*/ 88 w 353"/>
              <a:gd name="T83" fmla="*/ 305 h 353"/>
              <a:gd name="T84" fmla="*/ 68 w 353"/>
              <a:gd name="T85" fmla="*/ 214 h 353"/>
              <a:gd name="T86" fmla="*/ 117 w 353"/>
              <a:gd name="T87" fmla="*/ 229 h 353"/>
              <a:gd name="T88" fmla="*/ 135 w 353"/>
              <a:gd name="T89" fmla="*/ 305 h 353"/>
              <a:gd name="T90" fmla="*/ 273 w 353"/>
              <a:gd name="T91" fmla="*/ 258 h 353"/>
              <a:gd name="T92" fmla="*/ 48 w 353"/>
              <a:gd name="T93" fmla="*/ 192 h 353"/>
              <a:gd name="T94" fmla="*/ 48 w 353"/>
              <a:gd name="T95" fmla="*/ 113 h 353"/>
              <a:gd name="T96" fmla="*/ 273 w 353"/>
              <a:gd name="T97" fmla="*/ 47 h 353"/>
              <a:gd name="T98" fmla="*/ 273 w 353"/>
              <a:gd name="T99" fmla="*/ 258 h 353"/>
              <a:gd name="T100" fmla="*/ 305 w 353"/>
              <a:gd name="T101" fmla="*/ 281 h 353"/>
              <a:gd name="T102" fmla="*/ 297 w 353"/>
              <a:gd name="T103" fmla="*/ 289 h 353"/>
              <a:gd name="T104" fmla="*/ 289 w 353"/>
              <a:gd name="T105" fmla="*/ 281 h 353"/>
              <a:gd name="T106" fmla="*/ 289 w 353"/>
              <a:gd name="T107" fmla="*/ 24 h 353"/>
              <a:gd name="T108" fmla="*/ 297 w 353"/>
              <a:gd name="T109" fmla="*/ 16 h 353"/>
              <a:gd name="T110" fmla="*/ 305 w 353"/>
              <a:gd name="T111" fmla="*/ 24 h 353"/>
              <a:gd name="T112" fmla="*/ 305 w 353"/>
              <a:gd name="T113" fmla="*/ 281 h 353"/>
              <a:gd name="T114" fmla="*/ 337 w 353"/>
              <a:gd name="T115" fmla="*/ 168 h 353"/>
              <a:gd name="T116" fmla="*/ 321 w 353"/>
              <a:gd name="T117" fmla="*/ 184 h 353"/>
              <a:gd name="T118" fmla="*/ 321 w 353"/>
              <a:gd name="T119" fmla="*/ 120 h 353"/>
              <a:gd name="T120" fmla="*/ 337 w 353"/>
              <a:gd name="T121" fmla="*/ 136 h 353"/>
              <a:gd name="T122" fmla="*/ 337 w 353"/>
              <a:gd name="T123" fmla="*/ 168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353" h="353">
                <a:moveTo>
                  <a:pt x="321" y="104"/>
                </a:moveTo>
                <a:cubicBezTo>
                  <a:pt x="321" y="24"/>
                  <a:pt x="321" y="24"/>
                  <a:pt x="321" y="24"/>
                </a:cubicBezTo>
                <a:cubicBezTo>
                  <a:pt x="321" y="11"/>
                  <a:pt x="311" y="0"/>
                  <a:pt x="297" y="0"/>
                </a:cubicBezTo>
                <a:cubicBezTo>
                  <a:pt x="284" y="0"/>
                  <a:pt x="273" y="11"/>
                  <a:pt x="273" y="24"/>
                </a:cubicBezTo>
                <a:cubicBezTo>
                  <a:pt x="273" y="30"/>
                  <a:pt x="273" y="30"/>
                  <a:pt x="273" y="30"/>
                </a:cubicBezTo>
                <a:cubicBezTo>
                  <a:pt x="40" y="98"/>
                  <a:pt x="40" y="98"/>
                  <a:pt x="40" y="98"/>
                </a:cubicBezTo>
                <a:cubicBezTo>
                  <a:pt x="38" y="97"/>
                  <a:pt x="35" y="96"/>
                  <a:pt x="32" y="96"/>
                </a:cubicBezTo>
                <a:cubicBezTo>
                  <a:pt x="16" y="96"/>
                  <a:pt x="16" y="96"/>
                  <a:pt x="16" y="96"/>
                </a:cubicBezTo>
                <a:cubicBezTo>
                  <a:pt x="7" y="96"/>
                  <a:pt x="0" y="103"/>
                  <a:pt x="0" y="112"/>
                </a:cubicBezTo>
                <a:cubicBezTo>
                  <a:pt x="0" y="192"/>
                  <a:pt x="0" y="192"/>
                  <a:pt x="0" y="192"/>
                </a:cubicBezTo>
                <a:cubicBezTo>
                  <a:pt x="0" y="201"/>
                  <a:pt x="7" y="208"/>
                  <a:pt x="16" y="208"/>
                </a:cubicBezTo>
                <a:cubicBezTo>
                  <a:pt x="32" y="208"/>
                  <a:pt x="32" y="208"/>
                  <a:pt x="32" y="208"/>
                </a:cubicBezTo>
                <a:cubicBezTo>
                  <a:pt x="35" y="208"/>
                  <a:pt x="38" y="208"/>
                  <a:pt x="40" y="206"/>
                </a:cubicBezTo>
                <a:cubicBezTo>
                  <a:pt x="50" y="209"/>
                  <a:pt x="50" y="209"/>
                  <a:pt x="50" y="209"/>
                </a:cubicBezTo>
                <a:cubicBezTo>
                  <a:pt x="81" y="347"/>
                  <a:pt x="81" y="347"/>
                  <a:pt x="81" y="347"/>
                </a:cubicBezTo>
                <a:cubicBezTo>
                  <a:pt x="81" y="347"/>
                  <a:pt x="81" y="347"/>
                  <a:pt x="81" y="347"/>
                </a:cubicBezTo>
                <a:cubicBezTo>
                  <a:pt x="82" y="350"/>
                  <a:pt x="85" y="353"/>
                  <a:pt x="89" y="353"/>
                </a:cubicBezTo>
                <a:cubicBezTo>
                  <a:pt x="153" y="353"/>
                  <a:pt x="153" y="353"/>
                  <a:pt x="153" y="353"/>
                </a:cubicBezTo>
                <a:cubicBezTo>
                  <a:pt x="157" y="353"/>
                  <a:pt x="161" y="349"/>
                  <a:pt x="161" y="345"/>
                </a:cubicBezTo>
                <a:cubicBezTo>
                  <a:pt x="161" y="344"/>
                  <a:pt x="161" y="344"/>
                  <a:pt x="160" y="343"/>
                </a:cubicBezTo>
                <a:cubicBezTo>
                  <a:pt x="161" y="343"/>
                  <a:pt x="161" y="343"/>
                  <a:pt x="161" y="343"/>
                </a:cubicBezTo>
                <a:cubicBezTo>
                  <a:pt x="135" y="234"/>
                  <a:pt x="135" y="234"/>
                  <a:pt x="135" y="234"/>
                </a:cubicBezTo>
                <a:cubicBezTo>
                  <a:pt x="273" y="275"/>
                  <a:pt x="273" y="275"/>
                  <a:pt x="273" y="275"/>
                </a:cubicBezTo>
                <a:cubicBezTo>
                  <a:pt x="273" y="281"/>
                  <a:pt x="273" y="281"/>
                  <a:pt x="273" y="281"/>
                </a:cubicBezTo>
                <a:cubicBezTo>
                  <a:pt x="273" y="294"/>
                  <a:pt x="284" y="305"/>
                  <a:pt x="297" y="305"/>
                </a:cubicBezTo>
                <a:cubicBezTo>
                  <a:pt x="311" y="305"/>
                  <a:pt x="321" y="294"/>
                  <a:pt x="321" y="281"/>
                </a:cubicBezTo>
                <a:cubicBezTo>
                  <a:pt x="321" y="200"/>
                  <a:pt x="321" y="200"/>
                  <a:pt x="321" y="200"/>
                </a:cubicBezTo>
                <a:cubicBezTo>
                  <a:pt x="339" y="200"/>
                  <a:pt x="353" y="186"/>
                  <a:pt x="353" y="168"/>
                </a:cubicBezTo>
                <a:cubicBezTo>
                  <a:pt x="353" y="136"/>
                  <a:pt x="353" y="136"/>
                  <a:pt x="353" y="136"/>
                </a:cubicBezTo>
                <a:cubicBezTo>
                  <a:pt x="353" y="118"/>
                  <a:pt x="339" y="104"/>
                  <a:pt x="321" y="104"/>
                </a:cubicBezTo>
                <a:moveTo>
                  <a:pt x="32" y="192"/>
                </a:moveTo>
                <a:cubicBezTo>
                  <a:pt x="16" y="192"/>
                  <a:pt x="16" y="192"/>
                  <a:pt x="16" y="192"/>
                </a:cubicBezTo>
                <a:cubicBezTo>
                  <a:pt x="16" y="112"/>
                  <a:pt x="16" y="112"/>
                  <a:pt x="16" y="112"/>
                </a:cubicBezTo>
                <a:cubicBezTo>
                  <a:pt x="32" y="112"/>
                  <a:pt x="32" y="112"/>
                  <a:pt x="32" y="112"/>
                </a:cubicBezTo>
                <a:lnTo>
                  <a:pt x="32" y="192"/>
                </a:lnTo>
                <a:close/>
                <a:moveTo>
                  <a:pt x="143" y="337"/>
                </a:moveTo>
                <a:cubicBezTo>
                  <a:pt x="95" y="337"/>
                  <a:pt x="95" y="337"/>
                  <a:pt x="95" y="337"/>
                </a:cubicBezTo>
                <a:cubicBezTo>
                  <a:pt x="91" y="321"/>
                  <a:pt x="91" y="321"/>
                  <a:pt x="91" y="321"/>
                </a:cubicBezTo>
                <a:cubicBezTo>
                  <a:pt x="139" y="321"/>
                  <a:pt x="139" y="321"/>
                  <a:pt x="139" y="321"/>
                </a:cubicBezTo>
                <a:lnTo>
                  <a:pt x="143" y="337"/>
                </a:lnTo>
                <a:close/>
                <a:moveTo>
                  <a:pt x="135" y="305"/>
                </a:moveTo>
                <a:cubicBezTo>
                  <a:pt x="88" y="305"/>
                  <a:pt x="88" y="305"/>
                  <a:pt x="88" y="305"/>
                </a:cubicBezTo>
                <a:cubicBezTo>
                  <a:pt x="68" y="214"/>
                  <a:pt x="68" y="214"/>
                  <a:pt x="68" y="214"/>
                </a:cubicBezTo>
                <a:cubicBezTo>
                  <a:pt x="117" y="229"/>
                  <a:pt x="117" y="229"/>
                  <a:pt x="117" y="229"/>
                </a:cubicBezTo>
                <a:lnTo>
                  <a:pt x="135" y="305"/>
                </a:lnTo>
                <a:close/>
                <a:moveTo>
                  <a:pt x="273" y="258"/>
                </a:moveTo>
                <a:cubicBezTo>
                  <a:pt x="48" y="192"/>
                  <a:pt x="48" y="192"/>
                  <a:pt x="48" y="192"/>
                </a:cubicBezTo>
                <a:cubicBezTo>
                  <a:pt x="48" y="113"/>
                  <a:pt x="48" y="113"/>
                  <a:pt x="48" y="113"/>
                </a:cubicBezTo>
                <a:cubicBezTo>
                  <a:pt x="273" y="47"/>
                  <a:pt x="273" y="47"/>
                  <a:pt x="273" y="47"/>
                </a:cubicBezTo>
                <a:lnTo>
                  <a:pt x="273" y="258"/>
                </a:lnTo>
                <a:close/>
                <a:moveTo>
                  <a:pt x="305" y="281"/>
                </a:moveTo>
                <a:cubicBezTo>
                  <a:pt x="305" y="285"/>
                  <a:pt x="302" y="289"/>
                  <a:pt x="297" y="289"/>
                </a:cubicBezTo>
                <a:cubicBezTo>
                  <a:pt x="293" y="289"/>
                  <a:pt x="289" y="285"/>
                  <a:pt x="289" y="281"/>
                </a:cubicBezTo>
                <a:cubicBezTo>
                  <a:pt x="289" y="24"/>
                  <a:pt x="289" y="24"/>
                  <a:pt x="289" y="24"/>
                </a:cubicBezTo>
                <a:cubicBezTo>
                  <a:pt x="289" y="19"/>
                  <a:pt x="293" y="16"/>
                  <a:pt x="297" y="16"/>
                </a:cubicBezTo>
                <a:cubicBezTo>
                  <a:pt x="302" y="16"/>
                  <a:pt x="305" y="19"/>
                  <a:pt x="305" y="24"/>
                </a:cubicBezTo>
                <a:lnTo>
                  <a:pt x="305" y="281"/>
                </a:lnTo>
                <a:close/>
                <a:moveTo>
                  <a:pt x="337" y="168"/>
                </a:moveTo>
                <a:cubicBezTo>
                  <a:pt x="337" y="177"/>
                  <a:pt x="330" y="184"/>
                  <a:pt x="321" y="184"/>
                </a:cubicBezTo>
                <a:cubicBezTo>
                  <a:pt x="321" y="120"/>
                  <a:pt x="321" y="120"/>
                  <a:pt x="321" y="120"/>
                </a:cubicBezTo>
                <a:cubicBezTo>
                  <a:pt x="330" y="120"/>
                  <a:pt x="337" y="127"/>
                  <a:pt x="337" y="136"/>
                </a:cubicBezTo>
                <a:lnTo>
                  <a:pt x="337" y="168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7" name="Freeform 17"/>
          <p:cNvSpPr>
            <a:spLocks noEditPoints="1"/>
          </p:cNvSpPr>
          <p:nvPr/>
        </p:nvSpPr>
        <p:spPr bwMode="auto">
          <a:xfrm>
            <a:off x="3033185" y="2021418"/>
            <a:ext cx="582084" cy="582084"/>
          </a:xfrm>
          <a:custGeom>
            <a:avLst/>
            <a:gdLst>
              <a:gd name="T0" fmla="*/ 305 w 353"/>
              <a:gd name="T1" fmla="*/ 24 h 353"/>
              <a:gd name="T2" fmla="*/ 256 w 353"/>
              <a:gd name="T3" fmla="*/ 24 h 353"/>
              <a:gd name="T4" fmla="*/ 133 w 353"/>
              <a:gd name="T5" fmla="*/ 67 h 353"/>
              <a:gd name="T6" fmla="*/ 0 w 353"/>
              <a:gd name="T7" fmla="*/ 96 h 353"/>
              <a:gd name="T8" fmla="*/ 16 w 353"/>
              <a:gd name="T9" fmla="*/ 225 h 353"/>
              <a:gd name="T10" fmla="*/ 96 w 353"/>
              <a:gd name="T11" fmla="*/ 347 h 353"/>
              <a:gd name="T12" fmla="*/ 104 w 353"/>
              <a:gd name="T13" fmla="*/ 353 h 353"/>
              <a:gd name="T14" fmla="*/ 176 w 353"/>
              <a:gd name="T15" fmla="*/ 345 h 353"/>
              <a:gd name="T16" fmla="*/ 176 w 353"/>
              <a:gd name="T17" fmla="*/ 343 h 353"/>
              <a:gd name="T18" fmla="*/ 256 w 353"/>
              <a:gd name="T19" fmla="*/ 275 h 353"/>
              <a:gd name="T20" fmla="*/ 281 w 353"/>
              <a:gd name="T21" fmla="*/ 305 h 353"/>
              <a:gd name="T22" fmla="*/ 305 w 353"/>
              <a:gd name="T23" fmla="*/ 200 h 353"/>
              <a:gd name="T24" fmla="*/ 305 w 353"/>
              <a:gd name="T25" fmla="*/ 104 h 353"/>
              <a:gd name="T26" fmla="*/ 16 w 353"/>
              <a:gd name="T27" fmla="*/ 176 h 353"/>
              <a:gd name="T28" fmla="*/ 64 w 353"/>
              <a:gd name="T29" fmla="*/ 168 h 353"/>
              <a:gd name="T30" fmla="*/ 16 w 353"/>
              <a:gd name="T31" fmla="*/ 160 h 353"/>
              <a:gd name="T32" fmla="*/ 40 w 353"/>
              <a:gd name="T33" fmla="*/ 144 h 353"/>
              <a:gd name="T34" fmla="*/ 40 w 353"/>
              <a:gd name="T35" fmla="*/ 128 h 353"/>
              <a:gd name="T36" fmla="*/ 16 w 353"/>
              <a:gd name="T37" fmla="*/ 96 h 353"/>
              <a:gd name="T38" fmla="*/ 128 w 353"/>
              <a:gd name="T39" fmla="*/ 221 h 353"/>
              <a:gd name="T40" fmla="*/ 103 w 353"/>
              <a:gd name="T41" fmla="*/ 305 h 353"/>
              <a:gd name="T42" fmla="*/ 133 w 353"/>
              <a:gd name="T43" fmla="*/ 238 h 353"/>
              <a:gd name="T44" fmla="*/ 151 w 353"/>
              <a:gd name="T45" fmla="*/ 305 h 353"/>
              <a:gd name="T46" fmla="*/ 155 w 353"/>
              <a:gd name="T47" fmla="*/ 321 h 353"/>
              <a:gd name="T48" fmla="*/ 110 w 353"/>
              <a:gd name="T49" fmla="*/ 337 h 353"/>
              <a:gd name="T50" fmla="*/ 155 w 353"/>
              <a:gd name="T51" fmla="*/ 321 h 353"/>
              <a:gd name="T52" fmla="*/ 144 w 353"/>
              <a:gd name="T53" fmla="*/ 224 h 353"/>
              <a:gd name="T54" fmla="*/ 256 w 353"/>
              <a:gd name="T55" fmla="*/ 47 h 353"/>
              <a:gd name="T56" fmla="*/ 289 w 353"/>
              <a:gd name="T57" fmla="*/ 281 h 353"/>
              <a:gd name="T58" fmla="*/ 273 w 353"/>
              <a:gd name="T59" fmla="*/ 281 h 353"/>
              <a:gd name="T60" fmla="*/ 281 w 353"/>
              <a:gd name="T61" fmla="*/ 16 h 353"/>
              <a:gd name="T62" fmla="*/ 289 w 353"/>
              <a:gd name="T63" fmla="*/ 281 h 353"/>
              <a:gd name="T64" fmla="*/ 305 w 353"/>
              <a:gd name="T65" fmla="*/ 120 h 353"/>
              <a:gd name="T66" fmla="*/ 305 w 353"/>
              <a:gd name="T67" fmla="*/ 184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353" h="353">
                <a:moveTo>
                  <a:pt x="305" y="104"/>
                </a:moveTo>
                <a:cubicBezTo>
                  <a:pt x="305" y="24"/>
                  <a:pt x="305" y="24"/>
                  <a:pt x="305" y="24"/>
                </a:cubicBezTo>
                <a:cubicBezTo>
                  <a:pt x="305" y="11"/>
                  <a:pt x="294" y="0"/>
                  <a:pt x="281" y="0"/>
                </a:cubicBezTo>
                <a:cubicBezTo>
                  <a:pt x="267" y="0"/>
                  <a:pt x="256" y="11"/>
                  <a:pt x="256" y="24"/>
                </a:cubicBezTo>
                <a:cubicBezTo>
                  <a:pt x="256" y="30"/>
                  <a:pt x="256" y="30"/>
                  <a:pt x="256" y="30"/>
                </a:cubicBezTo>
                <a:cubicBezTo>
                  <a:pt x="133" y="67"/>
                  <a:pt x="133" y="67"/>
                  <a:pt x="133" y="67"/>
                </a:cubicBezTo>
                <a:cubicBezTo>
                  <a:pt x="16" y="80"/>
                  <a:pt x="16" y="80"/>
                  <a:pt x="16" y="80"/>
                </a:cubicBezTo>
                <a:cubicBezTo>
                  <a:pt x="7" y="80"/>
                  <a:pt x="0" y="87"/>
                  <a:pt x="0" y="96"/>
                </a:cubicBezTo>
                <a:cubicBezTo>
                  <a:pt x="0" y="208"/>
                  <a:pt x="0" y="208"/>
                  <a:pt x="0" y="208"/>
                </a:cubicBezTo>
                <a:cubicBezTo>
                  <a:pt x="0" y="217"/>
                  <a:pt x="7" y="225"/>
                  <a:pt x="16" y="225"/>
                </a:cubicBezTo>
                <a:cubicBezTo>
                  <a:pt x="70" y="231"/>
                  <a:pt x="70" y="231"/>
                  <a:pt x="70" y="231"/>
                </a:cubicBezTo>
                <a:cubicBezTo>
                  <a:pt x="96" y="347"/>
                  <a:pt x="96" y="347"/>
                  <a:pt x="96" y="347"/>
                </a:cubicBezTo>
                <a:cubicBezTo>
                  <a:pt x="96" y="347"/>
                  <a:pt x="96" y="347"/>
                  <a:pt x="96" y="347"/>
                </a:cubicBezTo>
                <a:cubicBezTo>
                  <a:pt x="97" y="350"/>
                  <a:pt x="100" y="353"/>
                  <a:pt x="104" y="353"/>
                </a:cubicBezTo>
                <a:cubicBezTo>
                  <a:pt x="168" y="353"/>
                  <a:pt x="168" y="353"/>
                  <a:pt x="168" y="353"/>
                </a:cubicBezTo>
                <a:cubicBezTo>
                  <a:pt x="173" y="353"/>
                  <a:pt x="176" y="349"/>
                  <a:pt x="176" y="345"/>
                </a:cubicBezTo>
                <a:cubicBezTo>
                  <a:pt x="176" y="344"/>
                  <a:pt x="176" y="344"/>
                  <a:pt x="176" y="343"/>
                </a:cubicBezTo>
                <a:cubicBezTo>
                  <a:pt x="176" y="343"/>
                  <a:pt x="176" y="343"/>
                  <a:pt x="176" y="343"/>
                </a:cubicBezTo>
                <a:cubicBezTo>
                  <a:pt x="154" y="244"/>
                  <a:pt x="154" y="244"/>
                  <a:pt x="154" y="244"/>
                </a:cubicBezTo>
                <a:cubicBezTo>
                  <a:pt x="256" y="275"/>
                  <a:pt x="256" y="275"/>
                  <a:pt x="256" y="275"/>
                </a:cubicBezTo>
                <a:cubicBezTo>
                  <a:pt x="256" y="281"/>
                  <a:pt x="256" y="281"/>
                  <a:pt x="256" y="281"/>
                </a:cubicBezTo>
                <a:cubicBezTo>
                  <a:pt x="256" y="294"/>
                  <a:pt x="267" y="305"/>
                  <a:pt x="281" y="305"/>
                </a:cubicBezTo>
                <a:cubicBezTo>
                  <a:pt x="294" y="305"/>
                  <a:pt x="305" y="294"/>
                  <a:pt x="305" y="281"/>
                </a:cubicBezTo>
                <a:cubicBezTo>
                  <a:pt x="305" y="200"/>
                  <a:pt x="305" y="200"/>
                  <a:pt x="305" y="200"/>
                </a:cubicBezTo>
                <a:cubicBezTo>
                  <a:pt x="331" y="200"/>
                  <a:pt x="353" y="179"/>
                  <a:pt x="353" y="152"/>
                </a:cubicBezTo>
                <a:cubicBezTo>
                  <a:pt x="353" y="126"/>
                  <a:pt x="331" y="104"/>
                  <a:pt x="305" y="104"/>
                </a:cubicBezTo>
                <a:moveTo>
                  <a:pt x="16" y="208"/>
                </a:moveTo>
                <a:cubicBezTo>
                  <a:pt x="16" y="176"/>
                  <a:pt x="16" y="176"/>
                  <a:pt x="16" y="176"/>
                </a:cubicBezTo>
                <a:cubicBezTo>
                  <a:pt x="56" y="176"/>
                  <a:pt x="56" y="176"/>
                  <a:pt x="56" y="176"/>
                </a:cubicBezTo>
                <a:cubicBezTo>
                  <a:pt x="60" y="176"/>
                  <a:pt x="64" y="173"/>
                  <a:pt x="64" y="168"/>
                </a:cubicBezTo>
                <a:cubicBezTo>
                  <a:pt x="64" y="164"/>
                  <a:pt x="60" y="160"/>
                  <a:pt x="56" y="160"/>
                </a:cubicBezTo>
                <a:cubicBezTo>
                  <a:pt x="16" y="160"/>
                  <a:pt x="16" y="160"/>
                  <a:pt x="16" y="160"/>
                </a:cubicBezTo>
                <a:cubicBezTo>
                  <a:pt x="16" y="144"/>
                  <a:pt x="16" y="144"/>
                  <a:pt x="16" y="144"/>
                </a:cubicBezTo>
                <a:cubicBezTo>
                  <a:pt x="40" y="144"/>
                  <a:pt x="40" y="144"/>
                  <a:pt x="40" y="144"/>
                </a:cubicBezTo>
                <a:cubicBezTo>
                  <a:pt x="44" y="144"/>
                  <a:pt x="48" y="141"/>
                  <a:pt x="48" y="136"/>
                </a:cubicBezTo>
                <a:cubicBezTo>
                  <a:pt x="48" y="132"/>
                  <a:pt x="44" y="128"/>
                  <a:pt x="40" y="128"/>
                </a:cubicBezTo>
                <a:cubicBezTo>
                  <a:pt x="16" y="128"/>
                  <a:pt x="16" y="128"/>
                  <a:pt x="16" y="128"/>
                </a:cubicBezTo>
                <a:cubicBezTo>
                  <a:pt x="16" y="96"/>
                  <a:pt x="16" y="96"/>
                  <a:pt x="16" y="96"/>
                </a:cubicBezTo>
                <a:cubicBezTo>
                  <a:pt x="128" y="84"/>
                  <a:pt x="128" y="84"/>
                  <a:pt x="128" y="84"/>
                </a:cubicBezTo>
                <a:cubicBezTo>
                  <a:pt x="128" y="221"/>
                  <a:pt x="128" y="221"/>
                  <a:pt x="128" y="221"/>
                </a:cubicBezTo>
                <a:lnTo>
                  <a:pt x="16" y="208"/>
                </a:lnTo>
                <a:close/>
                <a:moveTo>
                  <a:pt x="103" y="305"/>
                </a:moveTo>
                <a:cubicBezTo>
                  <a:pt x="87" y="232"/>
                  <a:pt x="87" y="232"/>
                  <a:pt x="87" y="232"/>
                </a:cubicBezTo>
                <a:cubicBezTo>
                  <a:pt x="133" y="238"/>
                  <a:pt x="133" y="238"/>
                  <a:pt x="133" y="238"/>
                </a:cubicBezTo>
                <a:cubicBezTo>
                  <a:pt x="136" y="238"/>
                  <a:pt x="136" y="238"/>
                  <a:pt x="136" y="238"/>
                </a:cubicBezTo>
                <a:cubicBezTo>
                  <a:pt x="151" y="305"/>
                  <a:pt x="151" y="305"/>
                  <a:pt x="151" y="305"/>
                </a:cubicBezTo>
                <a:lnTo>
                  <a:pt x="103" y="305"/>
                </a:lnTo>
                <a:close/>
                <a:moveTo>
                  <a:pt x="155" y="321"/>
                </a:moveTo>
                <a:cubicBezTo>
                  <a:pt x="158" y="337"/>
                  <a:pt x="158" y="337"/>
                  <a:pt x="158" y="337"/>
                </a:cubicBezTo>
                <a:cubicBezTo>
                  <a:pt x="110" y="337"/>
                  <a:pt x="110" y="337"/>
                  <a:pt x="110" y="337"/>
                </a:cubicBezTo>
                <a:cubicBezTo>
                  <a:pt x="107" y="321"/>
                  <a:pt x="107" y="321"/>
                  <a:pt x="107" y="321"/>
                </a:cubicBezTo>
                <a:lnTo>
                  <a:pt x="155" y="321"/>
                </a:lnTo>
                <a:close/>
                <a:moveTo>
                  <a:pt x="256" y="258"/>
                </a:moveTo>
                <a:cubicBezTo>
                  <a:pt x="144" y="224"/>
                  <a:pt x="144" y="224"/>
                  <a:pt x="144" y="224"/>
                </a:cubicBezTo>
                <a:cubicBezTo>
                  <a:pt x="144" y="80"/>
                  <a:pt x="144" y="80"/>
                  <a:pt x="144" y="80"/>
                </a:cubicBezTo>
                <a:cubicBezTo>
                  <a:pt x="256" y="47"/>
                  <a:pt x="256" y="47"/>
                  <a:pt x="256" y="47"/>
                </a:cubicBezTo>
                <a:lnTo>
                  <a:pt x="256" y="258"/>
                </a:lnTo>
                <a:close/>
                <a:moveTo>
                  <a:pt x="289" y="281"/>
                </a:moveTo>
                <a:cubicBezTo>
                  <a:pt x="289" y="285"/>
                  <a:pt x="285" y="289"/>
                  <a:pt x="281" y="289"/>
                </a:cubicBezTo>
                <a:cubicBezTo>
                  <a:pt x="276" y="289"/>
                  <a:pt x="273" y="285"/>
                  <a:pt x="273" y="281"/>
                </a:cubicBezTo>
                <a:cubicBezTo>
                  <a:pt x="273" y="24"/>
                  <a:pt x="273" y="24"/>
                  <a:pt x="273" y="24"/>
                </a:cubicBezTo>
                <a:cubicBezTo>
                  <a:pt x="273" y="19"/>
                  <a:pt x="276" y="16"/>
                  <a:pt x="281" y="16"/>
                </a:cubicBezTo>
                <a:cubicBezTo>
                  <a:pt x="285" y="16"/>
                  <a:pt x="289" y="19"/>
                  <a:pt x="289" y="24"/>
                </a:cubicBezTo>
                <a:lnTo>
                  <a:pt x="289" y="281"/>
                </a:lnTo>
                <a:close/>
                <a:moveTo>
                  <a:pt x="305" y="184"/>
                </a:moveTo>
                <a:cubicBezTo>
                  <a:pt x="305" y="120"/>
                  <a:pt x="305" y="120"/>
                  <a:pt x="305" y="120"/>
                </a:cubicBezTo>
                <a:cubicBezTo>
                  <a:pt x="322" y="120"/>
                  <a:pt x="337" y="135"/>
                  <a:pt x="337" y="152"/>
                </a:cubicBezTo>
                <a:cubicBezTo>
                  <a:pt x="337" y="170"/>
                  <a:pt x="322" y="184"/>
                  <a:pt x="305" y="184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8" name="Freeform 18"/>
          <p:cNvSpPr>
            <a:spLocks noEditPoints="1"/>
          </p:cNvSpPr>
          <p:nvPr/>
        </p:nvSpPr>
        <p:spPr bwMode="auto">
          <a:xfrm>
            <a:off x="4142318" y="2048935"/>
            <a:ext cx="579967" cy="527051"/>
          </a:xfrm>
          <a:custGeom>
            <a:avLst/>
            <a:gdLst>
              <a:gd name="T0" fmla="*/ 321 w 353"/>
              <a:gd name="T1" fmla="*/ 112 h 321"/>
              <a:gd name="T2" fmla="*/ 321 w 353"/>
              <a:gd name="T3" fmla="*/ 24 h 321"/>
              <a:gd name="T4" fmla="*/ 297 w 353"/>
              <a:gd name="T5" fmla="*/ 0 h 321"/>
              <a:gd name="T6" fmla="*/ 273 w 353"/>
              <a:gd name="T7" fmla="*/ 24 h 321"/>
              <a:gd name="T8" fmla="*/ 273 w 353"/>
              <a:gd name="T9" fmla="*/ 30 h 321"/>
              <a:gd name="T10" fmla="*/ 39 w 353"/>
              <a:gd name="T11" fmla="*/ 106 h 321"/>
              <a:gd name="T12" fmla="*/ 32 w 353"/>
              <a:gd name="T13" fmla="*/ 104 h 321"/>
              <a:gd name="T14" fmla="*/ 16 w 353"/>
              <a:gd name="T15" fmla="*/ 104 h 321"/>
              <a:gd name="T16" fmla="*/ 0 w 353"/>
              <a:gd name="T17" fmla="*/ 120 h 321"/>
              <a:gd name="T18" fmla="*/ 0 w 353"/>
              <a:gd name="T19" fmla="*/ 200 h 321"/>
              <a:gd name="T20" fmla="*/ 16 w 353"/>
              <a:gd name="T21" fmla="*/ 217 h 321"/>
              <a:gd name="T22" fmla="*/ 32 w 353"/>
              <a:gd name="T23" fmla="*/ 217 h 321"/>
              <a:gd name="T24" fmla="*/ 39 w 353"/>
              <a:gd name="T25" fmla="*/ 215 h 321"/>
              <a:gd name="T26" fmla="*/ 77 w 353"/>
              <a:gd name="T27" fmla="*/ 227 h 321"/>
              <a:gd name="T28" fmla="*/ 74 w 353"/>
              <a:gd name="T29" fmla="*/ 237 h 321"/>
              <a:gd name="T30" fmla="*/ 95 w 353"/>
              <a:gd name="T31" fmla="*/ 277 h 321"/>
              <a:gd name="T32" fmla="*/ 179 w 353"/>
              <a:gd name="T33" fmla="*/ 304 h 321"/>
              <a:gd name="T34" fmla="*/ 219 w 353"/>
              <a:gd name="T35" fmla="*/ 283 h 321"/>
              <a:gd name="T36" fmla="*/ 222 w 353"/>
              <a:gd name="T37" fmla="*/ 274 h 321"/>
              <a:gd name="T38" fmla="*/ 273 w 353"/>
              <a:gd name="T39" fmla="*/ 290 h 321"/>
              <a:gd name="T40" fmla="*/ 273 w 353"/>
              <a:gd name="T41" fmla="*/ 297 h 321"/>
              <a:gd name="T42" fmla="*/ 297 w 353"/>
              <a:gd name="T43" fmla="*/ 321 h 321"/>
              <a:gd name="T44" fmla="*/ 321 w 353"/>
              <a:gd name="T45" fmla="*/ 297 h 321"/>
              <a:gd name="T46" fmla="*/ 321 w 353"/>
              <a:gd name="T47" fmla="*/ 209 h 321"/>
              <a:gd name="T48" fmla="*/ 353 w 353"/>
              <a:gd name="T49" fmla="*/ 176 h 321"/>
              <a:gd name="T50" fmla="*/ 353 w 353"/>
              <a:gd name="T51" fmla="*/ 144 h 321"/>
              <a:gd name="T52" fmla="*/ 321 w 353"/>
              <a:gd name="T53" fmla="*/ 112 h 321"/>
              <a:gd name="T54" fmla="*/ 32 w 353"/>
              <a:gd name="T55" fmla="*/ 200 h 321"/>
              <a:gd name="T56" fmla="*/ 16 w 353"/>
              <a:gd name="T57" fmla="*/ 200 h 321"/>
              <a:gd name="T58" fmla="*/ 16 w 353"/>
              <a:gd name="T59" fmla="*/ 120 h 321"/>
              <a:gd name="T60" fmla="*/ 32 w 353"/>
              <a:gd name="T61" fmla="*/ 120 h 321"/>
              <a:gd name="T62" fmla="*/ 32 w 353"/>
              <a:gd name="T63" fmla="*/ 200 h 321"/>
              <a:gd name="T64" fmla="*/ 204 w 353"/>
              <a:gd name="T65" fmla="*/ 278 h 321"/>
              <a:gd name="T66" fmla="*/ 184 w 353"/>
              <a:gd name="T67" fmla="*/ 289 h 321"/>
              <a:gd name="T68" fmla="*/ 100 w 353"/>
              <a:gd name="T69" fmla="*/ 262 h 321"/>
              <a:gd name="T70" fmla="*/ 89 w 353"/>
              <a:gd name="T71" fmla="*/ 242 h 321"/>
              <a:gd name="T72" fmla="*/ 92 w 353"/>
              <a:gd name="T73" fmla="*/ 232 h 321"/>
              <a:gd name="T74" fmla="*/ 207 w 353"/>
              <a:gd name="T75" fmla="*/ 269 h 321"/>
              <a:gd name="T76" fmla="*/ 204 w 353"/>
              <a:gd name="T77" fmla="*/ 278 h 321"/>
              <a:gd name="T78" fmla="*/ 273 w 353"/>
              <a:gd name="T79" fmla="*/ 273 h 321"/>
              <a:gd name="T80" fmla="*/ 48 w 353"/>
              <a:gd name="T81" fmla="*/ 201 h 321"/>
              <a:gd name="T82" fmla="*/ 48 w 353"/>
              <a:gd name="T83" fmla="*/ 200 h 321"/>
              <a:gd name="T84" fmla="*/ 48 w 353"/>
              <a:gd name="T85" fmla="*/ 120 h 321"/>
              <a:gd name="T86" fmla="*/ 48 w 353"/>
              <a:gd name="T87" fmla="*/ 120 h 321"/>
              <a:gd name="T88" fmla="*/ 273 w 353"/>
              <a:gd name="T89" fmla="*/ 47 h 321"/>
              <a:gd name="T90" fmla="*/ 273 w 353"/>
              <a:gd name="T91" fmla="*/ 273 h 321"/>
              <a:gd name="T92" fmla="*/ 305 w 353"/>
              <a:gd name="T93" fmla="*/ 297 h 321"/>
              <a:gd name="T94" fmla="*/ 297 w 353"/>
              <a:gd name="T95" fmla="*/ 305 h 321"/>
              <a:gd name="T96" fmla="*/ 289 w 353"/>
              <a:gd name="T97" fmla="*/ 297 h 321"/>
              <a:gd name="T98" fmla="*/ 289 w 353"/>
              <a:gd name="T99" fmla="*/ 24 h 321"/>
              <a:gd name="T100" fmla="*/ 297 w 353"/>
              <a:gd name="T101" fmla="*/ 16 h 321"/>
              <a:gd name="T102" fmla="*/ 305 w 353"/>
              <a:gd name="T103" fmla="*/ 24 h 321"/>
              <a:gd name="T104" fmla="*/ 305 w 353"/>
              <a:gd name="T105" fmla="*/ 297 h 321"/>
              <a:gd name="T106" fmla="*/ 337 w 353"/>
              <a:gd name="T107" fmla="*/ 176 h 321"/>
              <a:gd name="T108" fmla="*/ 321 w 353"/>
              <a:gd name="T109" fmla="*/ 192 h 321"/>
              <a:gd name="T110" fmla="*/ 321 w 353"/>
              <a:gd name="T111" fmla="*/ 128 h 321"/>
              <a:gd name="T112" fmla="*/ 337 w 353"/>
              <a:gd name="T113" fmla="*/ 144 h 321"/>
              <a:gd name="T114" fmla="*/ 337 w 353"/>
              <a:gd name="T115" fmla="*/ 176 h 3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353" h="321">
                <a:moveTo>
                  <a:pt x="321" y="112"/>
                </a:moveTo>
                <a:cubicBezTo>
                  <a:pt x="321" y="24"/>
                  <a:pt x="321" y="24"/>
                  <a:pt x="321" y="24"/>
                </a:cubicBezTo>
                <a:cubicBezTo>
                  <a:pt x="321" y="11"/>
                  <a:pt x="310" y="0"/>
                  <a:pt x="297" y="0"/>
                </a:cubicBezTo>
                <a:cubicBezTo>
                  <a:pt x="284" y="0"/>
                  <a:pt x="273" y="11"/>
                  <a:pt x="273" y="24"/>
                </a:cubicBezTo>
                <a:cubicBezTo>
                  <a:pt x="273" y="30"/>
                  <a:pt x="273" y="30"/>
                  <a:pt x="273" y="30"/>
                </a:cubicBezTo>
                <a:cubicBezTo>
                  <a:pt x="39" y="106"/>
                  <a:pt x="39" y="106"/>
                  <a:pt x="39" y="106"/>
                </a:cubicBezTo>
                <a:cubicBezTo>
                  <a:pt x="37" y="105"/>
                  <a:pt x="35" y="104"/>
                  <a:pt x="32" y="104"/>
                </a:cubicBezTo>
                <a:cubicBezTo>
                  <a:pt x="16" y="104"/>
                  <a:pt x="16" y="104"/>
                  <a:pt x="16" y="104"/>
                </a:cubicBezTo>
                <a:cubicBezTo>
                  <a:pt x="7" y="104"/>
                  <a:pt x="0" y="111"/>
                  <a:pt x="0" y="120"/>
                </a:cubicBezTo>
                <a:cubicBezTo>
                  <a:pt x="0" y="200"/>
                  <a:pt x="0" y="200"/>
                  <a:pt x="0" y="200"/>
                </a:cubicBezTo>
                <a:cubicBezTo>
                  <a:pt x="0" y="209"/>
                  <a:pt x="7" y="217"/>
                  <a:pt x="16" y="217"/>
                </a:cubicBezTo>
                <a:cubicBezTo>
                  <a:pt x="32" y="217"/>
                  <a:pt x="32" y="217"/>
                  <a:pt x="32" y="217"/>
                </a:cubicBezTo>
                <a:cubicBezTo>
                  <a:pt x="35" y="217"/>
                  <a:pt x="37" y="216"/>
                  <a:pt x="39" y="215"/>
                </a:cubicBezTo>
                <a:cubicBezTo>
                  <a:pt x="77" y="227"/>
                  <a:pt x="77" y="227"/>
                  <a:pt x="77" y="227"/>
                </a:cubicBezTo>
                <a:cubicBezTo>
                  <a:pt x="74" y="237"/>
                  <a:pt x="74" y="237"/>
                  <a:pt x="74" y="237"/>
                </a:cubicBezTo>
                <a:cubicBezTo>
                  <a:pt x="69" y="254"/>
                  <a:pt x="78" y="272"/>
                  <a:pt x="95" y="277"/>
                </a:cubicBezTo>
                <a:cubicBezTo>
                  <a:pt x="179" y="304"/>
                  <a:pt x="179" y="304"/>
                  <a:pt x="179" y="304"/>
                </a:cubicBezTo>
                <a:cubicBezTo>
                  <a:pt x="196" y="309"/>
                  <a:pt x="214" y="300"/>
                  <a:pt x="219" y="283"/>
                </a:cubicBezTo>
                <a:cubicBezTo>
                  <a:pt x="222" y="274"/>
                  <a:pt x="222" y="274"/>
                  <a:pt x="222" y="274"/>
                </a:cubicBezTo>
                <a:cubicBezTo>
                  <a:pt x="273" y="290"/>
                  <a:pt x="273" y="290"/>
                  <a:pt x="273" y="290"/>
                </a:cubicBezTo>
                <a:cubicBezTo>
                  <a:pt x="273" y="297"/>
                  <a:pt x="273" y="297"/>
                  <a:pt x="273" y="297"/>
                </a:cubicBezTo>
                <a:cubicBezTo>
                  <a:pt x="273" y="310"/>
                  <a:pt x="284" y="321"/>
                  <a:pt x="297" y="321"/>
                </a:cubicBezTo>
                <a:cubicBezTo>
                  <a:pt x="310" y="321"/>
                  <a:pt x="321" y="310"/>
                  <a:pt x="321" y="297"/>
                </a:cubicBezTo>
                <a:cubicBezTo>
                  <a:pt x="321" y="209"/>
                  <a:pt x="321" y="209"/>
                  <a:pt x="321" y="209"/>
                </a:cubicBezTo>
                <a:cubicBezTo>
                  <a:pt x="339" y="209"/>
                  <a:pt x="353" y="194"/>
                  <a:pt x="353" y="176"/>
                </a:cubicBezTo>
                <a:cubicBezTo>
                  <a:pt x="353" y="144"/>
                  <a:pt x="353" y="144"/>
                  <a:pt x="353" y="144"/>
                </a:cubicBezTo>
                <a:cubicBezTo>
                  <a:pt x="353" y="127"/>
                  <a:pt x="339" y="112"/>
                  <a:pt x="321" y="112"/>
                </a:cubicBezTo>
                <a:moveTo>
                  <a:pt x="32" y="200"/>
                </a:moveTo>
                <a:cubicBezTo>
                  <a:pt x="16" y="200"/>
                  <a:pt x="16" y="200"/>
                  <a:pt x="16" y="200"/>
                </a:cubicBezTo>
                <a:cubicBezTo>
                  <a:pt x="16" y="120"/>
                  <a:pt x="16" y="120"/>
                  <a:pt x="16" y="120"/>
                </a:cubicBezTo>
                <a:cubicBezTo>
                  <a:pt x="32" y="120"/>
                  <a:pt x="32" y="120"/>
                  <a:pt x="32" y="120"/>
                </a:cubicBezTo>
                <a:lnTo>
                  <a:pt x="32" y="200"/>
                </a:lnTo>
                <a:close/>
                <a:moveTo>
                  <a:pt x="204" y="278"/>
                </a:moveTo>
                <a:cubicBezTo>
                  <a:pt x="201" y="287"/>
                  <a:pt x="192" y="291"/>
                  <a:pt x="184" y="289"/>
                </a:cubicBezTo>
                <a:cubicBezTo>
                  <a:pt x="100" y="262"/>
                  <a:pt x="100" y="262"/>
                  <a:pt x="100" y="262"/>
                </a:cubicBezTo>
                <a:cubicBezTo>
                  <a:pt x="91" y="259"/>
                  <a:pt x="87" y="250"/>
                  <a:pt x="89" y="242"/>
                </a:cubicBezTo>
                <a:cubicBezTo>
                  <a:pt x="92" y="232"/>
                  <a:pt x="92" y="232"/>
                  <a:pt x="92" y="232"/>
                </a:cubicBezTo>
                <a:cubicBezTo>
                  <a:pt x="207" y="269"/>
                  <a:pt x="207" y="269"/>
                  <a:pt x="207" y="269"/>
                </a:cubicBezTo>
                <a:lnTo>
                  <a:pt x="204" y="278"/>
                </a:lnTo>
                <a:close/>
                <a:moveTo>
                  <a:pt x="273" y="273"/>
                </a:moveTo>
                <a:cubicBezTo>
                  <a:pt x="48" y="201"/>
                  <a:pt x="48" y="201"/>
                  <a:pt x="48" y="201"/>
                </a:cubicBezTo>
                <a:cubicBezTo>
                  <a:pt x="48" y="201"/>
                  <a:pt x="48" y="201"/>
                  <a:pt x="48" y="200"/>
                </a:cubicBezTo>
                <a:cubicBezTo>
                  <a:pt x="48" y="120"/>
                  <a:pt x="48" y="120"/>
                  <a:pt x="48" y="120"/>
                </a:cubicBezTo>
                <a:cubicBezTo>
                  <a:pt x="48" y="120"/>
                  <a:pt x="48" y="120"/>
                  <a:pt x="48" y="120"/>
                </a:cubicBezTo>
                <a:cubicBezTo>
                  <a:pt x="273" y="47"/>
                  <a:pt x="273" y="47"/>
                  <a:pt x="273" y="47"/>
                </a:cubicBezTo>
                <a:lnTo>
                  <a:pt x="273" y="273"/>
                </a:lnTo>
                <a:close/>
                <a:moveTo>
                  <a:pt x="305" y="297"/>
                </a:moveTo>
                <a:cubicBezTo>
                  <a:pt x="305" y="301"/>
                  <a:pt x="301" y="305"/>
                  <a:pt x="297" y="305"/>
                </a:cubicBezTo>
                <a:cubicBezTo>
                  <a:pt x="292" y="305"/>
                  <a:pt x="289" y="301"/>
                  <a:pt x="289" y="297"/>
                </a:cubicBezTo>
                <a:cubicBezTo>
                  <a:pt x="289" y="24"/>
                  <a:pt x="289" y="24"/>
                  <a:pt x="289" y="24"/>
                </a:cubicBezTo>
                <a:cubicBezTo>
                  <a:pt x="289" y="19"/>
                  <a:pt x="292" y="16"/>
                  <a:pt x="297" y="16"/>
                </a:cubicBezTo>
                <a:cubicBezTo>
                  <a:pt x="301" y="16"/>
                  <a:pt x="305" y="19"/>
                  <a:pt x="305" y="24"/>
                </a:cubicBezTo>
                <a:lnTo>
                  <a:pt x="305" y="297"/>
                </a:lnTo>
                <a:close/>
                <a:moveTo>
                  <a:pt x="337" y="176"/>
                </a:moveTo>
                <a:cubicBezTo>
                  <a:pt x="337" y="185"/>
                  <a:pt x="330" y="192"/>
                  <a:pt x="321" y="192"/>
                </a:cubicBezTo>
                <a:cubicBezTo>
                  <a:pt x="321" y="128"/>
                  <a:pt x="321" y="128"/>
                  <a:pt x="321" y="128"/>
                </a:cubicBezTo>
                <a:cubicBezTo>
                  <a:pt x="330" y="128"/>
                  <a:pt x="337" y="135"/>
                  <a:pt x="337" y="144"/>
                </a:cubicBezTo>
                <a:lnTo>
                  <a:pt x="337" y="176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9" name="Freeform 19"/>
          <p:cNvSpPr>
            <a:spLocks noEditPoints="1"/>
          </p:cNvSpPr>
          <p:nvPr/>
        </p:nvSpPr>
        <p:spPr bwMode="auto">
          <a:xfrm>
            <a:off x="5384800" y="2021418"/>
            <a:ext cx="315384" cy="582084"/>
          </a:xfrm>
          <a:custGeom>
            <a:avLst/>
            <a:gdLst>
              <a:gd name="T0" fmla="*/ 190 w 192"/>
              <a:gd name="T1" fmla="*/ 259 h 353"/>
              <a:gd name="T2" fmla="*/ 190 w 192"/>
              <a:gd name="T3" fmla="*/ 259 h 353"/>
              <a:gd name="T4" fmla="*/ 190 w 192"/>
              <a:gd name="T5" fmla="*/ 259 h 353"/>
              <a:gd name="T6" fmla="*/ 112 w 192"/>
              <a:gd name="T7" fmla="*/ 181 h 353"/>
              <a:gd name="T8" fmla="*/ 112 w 192"/>
              <a:gd name="T9" fmla="*/ 172 h 353"/>
              <a:gd name="T10" fmla="*/ 190 w 192"/>
              <a:gd name="T11" fmla="*/ 94 h 353"/>
              <a:gd name="T12" fmla="*/ 190 w 192"/>
              <a:gd name="T13" fmla="*/ 94 h 353"/>
              <a:gd name="T14" fmla="*/ 190 w 192"/>
              <a:gd name="T15" fmla="*/ 94 h 353"/>
              <a:gd name="T16" fmla="*/ 190 w 192"/>
              <a:gd name="T17" fmla="*/ 94 h 353"/>
              <a:gd name="T18" fmla="*/ 192 w 192"/>
              <a:gd name="T19" fmla="*/ 88 h 353"/>
              <a:gd name="T20" fmla="*/ 190 w 192"/>
              <a:gd name="T21" fmla="*/ 82 h 353"/>
              <a:gd name="T22" fmla="*/ 110 w 192"/>
              <a:gd name="T23" fmla="*/ 2 h 353"/>
              <a:gd name="T24" fmla="*/ 104 w 192"/>
              <a:gd name="T25" fmla="*/ 0 h 353"/>
              <a:gd name="T26" fmla="*/ 96 w 192"/>
              <a:gd name="T27" fmla="*/ 8 h 353"/>
              <a:gd name="T28" fmla="*/ 96 w 192"/>
              <a:gd name="T29" fmla="*/ 165 h 353"/>
              <a:gd name="T30" fmla="*/ 13 w 192"/>
              <a:gd name="T31" fmla="*/ 83 h 353"/>
              <a:gd name="T32" fmla="*/ 13 w 192"/>
              <a:gd name="T33" fmla="*/ 83 h 353"/>
              <a:gd name="T34" fmla="*/ 8 w 192"/>
              <a:gd name="T35" fmla="*/ 80 h 353"/>
              <a:gd name="T36" fmla="*/ 0 w 192"/>
              <a:gd name="T37" fmla="*/ 88 h 353"/>
              <a:gd name="T38" fmla="*/ 2 w 192"/>
              <a:gd name="T39" fmla="*/ 94 h 353"/>
              <a:gd name="T40" fmla="*/ 2 w 192"/>
              <a:gd name="T41" fmla="*/ 94 h 353"/>
              <a:gd name="T42" fmla="*/ 2 w 192"/>
              <a:gd name="T43" fmla="*/ 94 h 353"/>
              <a:gd name="T44" fmla="*/ 2 w 192"/>
              <a:gd name="T45" fmla="*/ 94 h 353"/>
              <a:gd name="T46" fmla="*/ 84 w 192"/>
              <a:gd name="T47" fmla="*/ 176 h 353"/>
              <a:gd name="T48" fmla="*/ 2 w 192"/>
              <a:gd name="T49" fmla="*/ 259 h 353"/>
              <a:gd name="T50" fmla="*/ 2 w 192"/>
              <a:gd name="T51" fmla="*/ 259 h 353"/>
              <a:gd name="T52" fmla="*/ 2 w 192"/>
              <a:gd name="T53" fmla="*/ 259 h 353"/>
              <a:gd name="T54" fmla="*/ 2 w 192"/>
              <a:gd name="T55" fmla="*/ 259 h 353"/>
              <a:gd name="T56" fmla="*/ 0 w 192"/>
              <a:gd name="T57" fmla="*/ 265 h 353"/>
              <a:gd name="T58" fmla="*/ 8 w 192"/>
              <a:gd name="T59" fmla="*/ 273 h 353"/>
              <a:gd name="T60" fmla="*/ 13 w 192"/>
              <a:gd name="T61" fmla="*/ 270 h 353"/>
              <a:gd name="T62" fmla="*/ 13 w 192"/>
              <a:gd name="T63" fmla="*/ 270 h 353"/>
              <a:gd name="T64" fmla="*/ 96 w 192"/>
              <a:gd name="T65" fmla="*/ 188 h 353"/>
              <a:gd name="T66" fmla="*/ 96 w 192"/>
              <a:gd name="T67" fmla="*/ 345 h 353"/>
              <a:gd name="T68" fmla="*/ 104 w 192"/>
              <a:gd name="T69" fmla="*/ 353 h 353"/>
              <a:gd name="T70" fmla="*/ 110 w 192"/>
              <a:gd name="T71" fmla="*/ 351 h 353"/>
              <a:gd name="T72" fmla="*/ 190 w 192"/>
              <a:gd name="T73" fmla="*/ 270 h 353"/>
              <a:gd name="T74" fmla="*/ 192 w 192"/>
              <a:gd name="T75" fmla="*/ 265 h 353"/>
              <a:gd name="T76" fmla="*/ 190 w 192"/>
              <a:gd name="T77" fmla="*/ 259 h 353"/>
              <a:gd name="T78" fmla="*/ 112 w 192"/>
              <a:gd name="T79" fmla="*/ 27 h 353"/>
              <a:gd name="T80" fmla="*/ 173 w 192"/>
              <a:gd name="T81" fmla="*/ 88 h 353"/>
              <a:gd name="T82" fmla="*/ 112 w 192"/>
              <a:gd name="T83" fmla="*/ 149 h 353"/>
              <a:gd name="T84" fmla="*/ 112 w 192"/>
              <a:gd name="T85" fmla="*/ 27 h 353"/>
              <a:gd name="T86" fmla="*/ 112 w 192"/>
              <a:gd name="T87" fmla="*/ 326 h 353"/>
              <a:gd name="T88" fmla="*/ 112 w 192"/>
              <a:gd name="T89" fmla="*/ 204 h 353"/>
              <a:gd name="T90" fmla="*/ 173 w 192"/>
              <a:gd name="T91" fmla="*/ 265 h 353"/>
              <a:gd name="T92" fmla="*/ 112 w 192"/>
              <a:gd name="T93" fmla="*/ 326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92" h="353">
                <a:moveTo>
                  <a:pt x="190" y="259"/>
                </a:moveTo>
                <a:cubicBezTo>
                  <a:pt x="190" y="259"/>
                  <a:pt x="190" y="259"/>
                  <a:pt x="190" y="259"/>
                </a:cubicBezTo>
                <a:cubicBezTo>
                  <a:pt x="190" y="259"/>
                  <a:pt x="190" y="259"/>
                  <a:pt x="190" y="259"/>
                </a:cubicBezTo>
                <a:cubicBezTo>
                  <a:pt x="112" y="181"/>
                  <a:pt x="112" y="181"/>
                  <a:pt x="112" y="181"/>
                </a:cubicBezTo>
                <a:cubicBezTo>
                  <a:pt x="112" y="172"/>
                  <a:pt x="112" y="172"/>
                  <a:pt x="112" y="172"/>
                </a:cubicBezTo>
                <a:cubicBezTo>
                  <a:pt x="190" y="94"/>
                  <a:pt x="190" y="94"/>
                  <a:pt x="190" y="94"/>
                </a:cubicBezTo>
                <a:cubicBezTo>
                  <a:pt x="190" y="94"/>
                  <a:pt x="190" y="94"/>
                  <a:pt x="190" y="94"/>
                </a:cubicBezTo>
                <a:cubicBezTo>
                  <a:pt x="190" y="94"/>
                  <a:pt x="190" y="94"/>
                  <a:pt x="190" y="94"/>
                </a:cubicBezTo>
                <a:cubicBezTo>
                  <a:pt x="190" y="94"/>
                  <a:pt x="190" y="94"/>
                  <a:pt x="190" y="94"/>
                </a:cubicBezTo>
                <a:cubicBezTo>
                  <a:pt x="191" y="92"/>
                  <a:pt x="192" y="90"/>
                  <a:pt x="192" y="88"/>
                </a:cubicBezTo>
                <a:cubicBezTo>
                  <a:pt x="192" y="86"/>
                  <a:pt x="191" y="84"/>
                  <a:pt x="190" y="82"/>
                </a:cubicBezTo>
                <a:cubicBezTo>
                  <a:pt x="110" y="2"/>
                  <a:pt x="110" y="2"/>
                  <a:pt x="110" y="2"/>
                </a:cubicBezTo>
                <a:cubicBezTo>
                  <a:pt x="108" y="1"/>
                  <a:pt x="106" y="0"/>
                  <a:pt x="104" y="0"/>
                </a:cubicBezTo>
                <a:cubicBezTo>
                  <a:pt x="99" y="0"/>
                  <a:pt x="96" y="3"/>
                  <a:pt x="96" y="8"/>
                </a:cubicBezTo>
                <a:cubicBezTo>
                  <a:pt x="96" y="165"/>
                  <a:pt x="96" y="165"/>
                  <a:pt x="96" y="165"/>
                </a:cubicBezTo>
                <a:cubicBezTo>
                  <a:pt x="13" y="83"/>
                  <a:pt x="13" y="83"/>
                  <a:pt x="13" y="83"/>
                </a:cubicBezTo>
                <a:cubicBezTo>
                  <a:pt x="13" y="83"/>
                  <a:pt x="13" y="83"/>
                  <a:pt x="13" y="83"/>
                </a:cubicBezTo>
                <a:cubicBezTo>
                  <a:pt x="12" y="81"/>
                  <a:pt x="10" y="80"/>
                  <a:pt x="8" y="80"/>
                </a:cubicBezTo>
                <a:cubicBezTo>
                  <a:pt x="3" y="80"/>
                  <a:pt x="0" y="84"/>
                  <a:pt x="0" y="88"/>
                </a:cubicBezTo>
                <a:cubicBezTo>
                  <a:pt x="0" y="90"/>
                  <a:pt x="0" y="92"/>
                  <a:pt x="2" y="94"/>
                </a:cubicBezTo>
                <a:cubicBezTo>
                  <a:pt x="2" y="94"/>
                  <a:pt x="2" y="94"/>
                  <a:pt x="2" y="94"/>
                </a:cubicBezTo>
                <a:cubicBezTo>
                  <a:pt x="2" y="94"/>
                  <a:pt x="2" y="94"/>
                  <a:pt x="2" y="94"/>
                </a:cubicBezTo>
                <a:cubicBezTo>
                  <a:pt x="2" y="94"/>
                  <a:pt x="2" y="94"/>
                  <a:pt x="2" y="94"/>
                </a:cubicBezTo>
                <a:cubicBezTo>
                  <a:pt x="84" y="176"/>
                  <a:pt x="84" y="176"/>
                  <a:pt x="84" y="176"/>
                </a:cubicBezTo>
                <a:cubicBezTo>
                  <a:pt x="2" y="259"/>
                  <a:pt x="2" y="259"/>
                  <a:pt x="2" y="259"/>
                </a:cubicBezTo>
                <a:cubicBezTo>
                  <a:pt x="2" y="259"/>
                  <a:pt x="2" y="259"/>
                  <a:pt x="2" y="259"/>
                </a:cubicBezTo>
                <a:cubicBezTo>
                  <a:pt x="2" y="259"/>
                  <a:pt x="2" y="259"/>
                  <a:pt x="2" y="259"/>
                </a:cubicBezTo>
                <a:cubicBezTo>
                  <a:pt x="2" y="259"/>
                  <a:pt x="2" y="259"/>
                  <a:pt x="2" y="259"/>
                </a:cubicBezTo>
                <a:cubicBezTo>
                  <a:pt x="0" y="261"/>
                  <a:pt x="0" y="263"/>
                  <a:pt x="0" y="265"/>
                </a:cubicBezTo>
                <a:cubicBezTo>
                  <a:pt x="0" y="269"/>
                  <a:pt x="3" y="273"/>
                  <a:pt x="8" y="273"/>
                </a:cubicBezTo>
                <a:cubicBezTo>
                  <a:pt x="10" y="273"/>
                  <a:pt x="12" y="272"/>
                  <a:pt x="13" y="270"/>
                </a:cubicBezTo>
                <a:cubicBezTo>
                  <a:pt x="13" y="270"/>
                  <a:pt x="13" y="270"/>
                  <a:pt x="13" y="270"/>
                </a:cubicBezTo>
                <a:cubicBezTo>
                  <a:pt x="96" y="188"/>
                  <a:pt x="96" y="188"/>
                  <a:pt x="96" y="188"/>
                </a:cubicBezTo>
                <a:cubicBezTo>
                  <a:pt x="96" y="345"/>
                  <a:pt x="96" y="345"/>
                  <a:pt x="96" y="345"/>
                </a:cubicBezTo>
                <a:cubicBezTo>
                  <a:pt x="96" y="349"/>
                  <a:pt x="99" y="353"/>
                  <a:pt x="104" y="353"/>
                </a:cubicBezTo>
                <a:cubicBezTo>
                  <a:pt x="106" y="353"/>
                  <a:pt x="108" y="352"/>
                  <a:pt x="110" y="351"/>
                </a:cubicBezTo>
                <a:cubicBezTo>
                  <a:pt x="190" y="270"/>
                  <a:pt x="190" y="270"/>
                  <a:pt x="190" y="270"/>
                </a:cubicBezTo>
                <a:cubicBezTo>
                  <a:pt x="191" y="269"/>
                  <a:pt x="192" y="267"/>
                  <a:pt x="192" y="265"/>
                </a:cubicBezTo>
                <a:cubicBezTo>
                  <a:pt x="192" y="263"/>
                  <a:pt x="191" y="261"/>
                  <a:pt x="190" y="259"/>
                </a:cubicBezTo>
                <a:close/>
                <a:moveTo>
                  <a:pt x="112" y="27"/>
                </a:moveTo>
                <a:cubicBezTo>
                  <a:pt x="173" y="88"/>
                  <a:pt x="173" y="88"/>
                  <a:pt x="173" y="88"/>
                </a:cubicBezTo>
                <a:cubicBezTo>
                  <a:pt x="112" y="149"/>
                  <a:pt x="112" y="149"/>
                  <a:pt x="112" y="149"/>
                </a:cubicBezTo>
                <a:lnTo>
                  <a:pt x="112" y="27"/>
                </a:lnTo>
                <a:close/>
                <a:moveTo>
                  <a:pt x="112" y="326"/>
                </a:moveTo>
                <a:cubicBezTo>
                  <a:pt x="112" y="204"/>
                  <a:pt x="112" y="204"/>
                  <a:pt x="112" y="204"/>
                </a:cubicBezTo>
                <a:cubicBezTo>
                  <a:pt x="173" y="265"/>
                  <a:pt x="173" y="265"/>
                  <a:pt x="173" y="265"/>
                </a:cubicBezTo>
                <a:lnTo>
                  <a:pt x="112" y="326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0" name="Freeform 20"/>
          <p:cNvSpPr>
            <a:spLocks noEditPoints="1"/>
          </p:cNvSpPr>
          <p:nvPr/>
        </p:nvSpPr>
        <p:spPr bwMode="auto">
          <a:xfrm>
            <a:off x="6413500" y="2021418"/>
            <a:ext cx="476251" cy="582084"/>
          </a:xfrm>
          <a:custGeom>
            <a:avLst/>
            <a:gdLst>
              <a:gd name="T0" fmla="*/ 112 w 289"/>
              <a:gd name="T1" fmla="*/ 176 h 353"/>
              <a:gd name="T2" fmla="*/ 80 w 289"/>
              <a:gd name="T3" fmla="*/ 144 h 353"/>
              <a:gd name="T4" fmla="*/ 80 w 289"/>
              <a:gd name="T5" fmla="*/ 225 h 353"/>
              <a:gd name="T6" fmla="*/ 112 w 289"/>
              <a:gd name="T7" fmla="*/ 192 h 353"/>
              <a:gd name="T8" fmla="*/ 80 w 289"/>
              <a:gd name="T9" fmla="*/ 225 h 353"/>
              <a:gd name="T10" fmla="*/ 112 w 289"/>
              <a:gd name="T11" fmla="*/ 273 h 353"/>
              <a:gd name="T12" fmla="*/ 80 w 289"/>
              <a:gd name="T13" fmla="*/ 241 h 353"/>
              <a:gd name="T14" fmla="*/ 128 w 289"/>
              <a:gd name="T15" fmla="*/ 321 h 353"/>
              <a:gd name="T16" fmla="*/ 160 w 289"/>
              <a:gd name="T17" fmla="*/ 289 h 353"/>
              <a:gd name="T18" fmla="*/ 128 w 289"/>
              <a:gd name="T19" fmla="*/ 321 h 353"/>
              <a:gd name="T20" fmla="*/ 112 w 289"/>
              <a:gd name="T21" fmla="*/ 321 h 353"/>
              <a:gd name="T22" fmla="*/ 80 w 289"/>
              <a:gd name="T23" fmla="*/ 289 h 353"/>
              <a:gd name="T24" fmla="*/ 128 w 289"/>
              <a:gd name="T25" fmla="*/ 273 h 353"/>
              <a:gd name="T26" fmla="*/ 160 w 289"/>
              <a:gd name="T27" fmla="*/ 241 h 353"/>
              <a:gd name="T28" fmla="*/ 128 w 289"/>
              <a:gd name="T29" fmla="*/ 273 h 353"/>
              <a:gd name="T30" fmla="*/ 64 w 289"/>
              <a:gd name="T31" fmla="*/ 225 h 353"/>
              <a:gd name="T32" fmla="*/ 32 w 289"/>
              <a:gd name="T33" fmla="*/ 192 h 353"/>
              <a:gd name="T34" fmla="*/ 32 w 289"/>
              <a:gd name="T35" fmla="*/ 321 h 353"/>
              <a:gd name="T36" fmla="*/ 64 w 289"/>
              <a:gd name="T37" fmla="*/ 289 h 353"/>
              <a:gd name="T38" fmla="*/ 32 w 289"/>
              <a:gd name="T39" fmla="*/ 321 h 353"/>
              <a:gd name="T40" fmla="*/ 64 w 289"/>
              <a:gd name="T41" fmla="*/ 176 h 353"/>
              <a:gd name="T42" fmla="*/ 32 w 289"/>
              <a:gd name="T43" fmla="*/ 144 h 353"/>
              <a:gd name="T44" fmla="*/ 32 w 289"/>
              <a:gd name="T45" fmla="*/ 273 h 353"/>
              <a:gd name="T46" fmla="*/ 64 w 289"/>
              <a:gd name="T47" fmla="*/ 241 h 353"/>
              <a:gd name="T48" fmla="*/ 32 w 289"/>
              <a:gd name="T49" fmla="*/ 273 h 353"/>
              <a:gd name="T50" fmla="*/ 257 w 289"/>
              <a:gd name="T51" fmla="*/ 321 h 353"/>
              <a:gd name="T52" fmla="*/ 224 w 289"/>
              <a:gd name="T53" fmla="*/ 192 h 353"/>
              <a:gd name="T54" fmla="*/ 128 w 289"/>
              <a:gd name="T55" fmla="*/ 225 h 353"/>
              <a:gd name="T56" fmla="*/ 160 w 289"/>
              <a:gd name="T57" fmla="*/ 192 h 353"/>
              <a:gd name="T58" fmla="*/ 128 w 289"/>
              <a:gd name="T59" fmla="*/ 225 h 353"/>
              <a:gd name="T60" fmla="*/ 257 w 289"/>
              <a:gd name="T61" fmla="*/ 128 h 353"/>
              <a:gd name="T62" fmla="*/ 32 w 289"/>
              <a:gd name="T63" fmla="*/ 32 h 353"/>
              <a:gd name="T64" fmla="*/ 48 w 289"/>
              <a:gd name="T65" fmla="*/ 48 h 353"/>
              <a:gd name="T66" fmla="*/ 241 w 289"/>
              <a:gd name="T67" fmla="*/ 112 h 353"/>
              <a:gd name="T68" fmla="*/ 48 w 289"/>
              <a:gd name="T69" fmla="*/ 48 h 353"/>
              <a:gd name="T70" fmla="*/ 208 w 289"/>
              <a:gd name="T71" fmla="*/ 176 h 353"/>
              <a:gd name="T72" fmla="*/ 176 w 289"/>
              <a:gd name="T73" fmla="*/ 144 h 353"/>
              <a:gd name="T74" fmla="*/ 257 w 289"/>
              <a:gd name="T75" fmla="*/ 0 h 353"/>
              <a:gd name="T76" fmla="*/ 0 w 289"/>
              <a:gd name="T77" fmla="*/ 32 h 353"/>
              <a:gd name="T78" fmla="*/ 32 w 289"/>
              <a:gd name="T79" fmla="*/ 353 h 353"/>
              <a:gd name="T80" fmla="*/ 289 w 289"/>
              <a:gd name="T81" fmla="*/ 321 h 353"/>
              <a:gd name="T82" fmla="*/ 257 w 289"/>
              <a:gd name="T83" fmla="*/ 0 h 353"/>
              <a:gd name="T84" fmla="*/ 257 w 289"/>
              <a:gd name="T85" fmla="*/ 337 h 353"/>
              <a:gd name="T86" fmla="*/ 16 w 289"/>
              <a:gd name="T87" fmla="*/ 321 h 353"/>
              <a:gd name="T88" fmla="*/ 32 w 289"/>
              <a:gd name="T89" fmla="*/ 16 h 353"/>
              <a:gd name="T90" fmla="*/ 273 w 289"/>
              <a:gd name="T91" fmla="*/ 32 h 353"/>
              <a:gd name="T92" fmla="*/ 224 w 289"/>
              <a:gd name="T93" fmla="*/ 176 h 353"/>
              <a:gd name="T94" fmla="*/ 257 w 289"/>
              <a:gd name="T95" fmla="*/ 144 h 353"/>
              <a:gd name="T96" fmla="*/ 224 w 289"/>
              <a:gd name="T97" fmla="*/ 176 h 353"/>
              <a:gd name="T98" fmla="*/ 208 w 289"/>
              <a:gd name="T99" fmla="*/ 225 h 353"/>
              <a:gd name="T100" fmla="*/ 176 w 289"/>
              <a:gd name="T101" fmla="*/ 192 h 353"/>
              <a:gd name="T102" fmla="*/ 176 w 289"/>
              <a:gd name="T103" fmla="*/ 321 h 353"/>
              <a:gd name="T104" fmla="*/ 208 w 289"/>
              <a:gd name="T105" fmla="*/ 289 h 353"/>
              <a:gd name="T106" fmla="*/ 176 w 289"/>
              <a:gd name="T107" fmla="*/ 321 h 353"/>
              <a:gd name="T108" fmla="*/ 160 w 289"/>
              <a:gd name="T109" fmla="*/ 176 h 353"/>
              <a:gd name="T110" fmla="*/ 128 w 289"/>
              <a:gd name="T111" fmla="*/ 144 h 353"/>
              <a:gd name="T112" fmla="*/ 176 w 289"/>
              <a:gd name="T113" fmla="*/ 273 h 353"/>
              <a:gd name="T114" fmla="*/ 208 w 289"/>
              <a:gd name="T115" fmla="*/ 241 h 353"/>
              <a:gd name="T116" fmla="*/ 176 w 289"/>
              <a:gd name="T117" fmla="*/ 273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289" h="353">
                <a:moveTo>
                  <a:pt x="80" y="176"/>
                </a:moveTo>
                <a:cubicBezTo>
                  <a:pt x="112" y="176"/>
                  <a:pt x="112" y="176"/>
                  <a:pt x="112" y="176"/>
                </a:cubicBezTo>
                <a:cubicBezTo>
                  <a:pt x="112" y="144"/>
                  <a:pt x="112" y="144"/>
                  <a:pt x="112" y="144"/>
                </a:cubicBezTo>
                <a:cubicBezTo>
                  <a:pt x="80" y="144"/>
                  <a:pt x="80" y="144"/>
                  <a:pt x="80" y="144"/>
                </a:cubicBezTo>
                <a:lnTo>
                  <a:pt x="80" y="176"/>
                </a:lnTo>
                <a:close/>
                <a:moveTo>
                  <a:pt x="80" y="225"/>
                </a:moveTo>
                <a:cubicBezTo>
                  <a:pt x="112" y="225"/>
                  <a:pt x="112" y="225"/>
                  <a:pt x="112" y="225"/>
                </a:cubicBezTo>
                <a:cubicBezTo>
                  <a:pt x="112" y="192"/>
                  <a:pt x="112" y="192"/>
                  <a:pt x="112" y="192"/>
                </a:cubicBezTo>
                <a:cubicBezTo>
                  <a:pt x="80" y="192"/>
                  <a:pt x="80" y="192"/>
                  <a:pt x="80" y="192"/>
                </a:cubicBezTo>
                <a:lnTo>
                  <a:pt x="80" y="225"/>
                </a:lnTo>
                <a:close/>
                <a:moveTo>
                  <a:pt x="80" y="273"/>
                </a:moveTo>
                <a:cubicBezTo>
                  <a:pt x="112" y="273"/>
                  <a:pt x="112" y="273"/>
                  <a:pt x="112" y="273"/>
                </a:cubicBezTo>
                <a:cubicBezTo>
                  <a:pt x="112" y="241"/>
                  <a:pt x="112" y="241"/>
                  <a:pt x="112" y="241"/>
                </a:cubicBezTo>
                <a:cubicBezTo>
                  <a:pt x="80" y="241"/>
                  <a:pt x="80" y="241"/>
                  <a:pt x="80" y="241"/>
                </a:cubicBezTo>
                <a:lnTo>
                  <a:pt x="80" y="273"/>
                </a:lnTo>
                <a:close/>
                <a:moveTo>
                  <a:pt x="128" y="321"/>
                </a:moveTo>
                <a:cubicBezTo>
                  <a:pt x="160" y="321"/>
                  <a:pt x="160" y="321"/>
                  <a:pt x="160" y="321"/>
                </a:cubicBezTo>
                <a:cubicBezTo>
                  <a:pt x="160" y="289"/>
                  <a:pt x="160" y="289"/>
                  <a:pt x="160" y="289"/>
                </a:cubicBezTo>
                <a:cubicBezTo>
                  <a:pt x="128" y="289"/>
                  <a:pt x="128" y="289"/>
                  <a:pt x="128" y="289"/>
                </a:cubicBezTo>
                <a:lnTo>
                  <a:pt x="128" y="321"/>
                </a:lnTo>
                <a:close/>
                <a:moveTo>
                  <a:pt x="80" y="321"/>
                </a:moveTo>
                <a:cubicBezTo>
                  <a:pt x="112" y="321"/>
                  <a:pt x="112" y="321"/>
                  <a:pt x="112" y="321"/>
                </a:cubicBezTo>
                <a:cubicBezTo>
                  <a:pt x="112" y="289"/>
                  <a:pt x="112" y="289"/>
                  <a:pt x="112" y="289"/>
                </a:cubicBezTo>
                <a:cubicBezTo>
                  <a:pt x="80" y="289"/>
                  <a:pt x="80" y="289"/>
                  <a:pt x="80" y="289"/>
                </a:cubicBezTo>
                <a:lnTo>
                  <a:pt x="80" y="321"/>
                </a:lnTo>
                <a:close/>
                <a:moveTo>
                  <a:pt x="128" y="273"/>
                </a:moveTo>
                <a:cubicBezTo>
                  <a:pt x="160" y="273"/>
                  <a:pt x="160" y="273"/>
                  <a:pt x="160" y="273"/>
                </a:cubicBezTo>
                <a:cubicBezTo>
                  <a:pt x="160" y="241"/>
                  <a:pt x="160" y="241"/>
                  <a:pt x="160" y="241"/>
                </a:cubicBezTo>
                <a:cubicBezTo>
                  <a:pt x="128" y="241"/>
                  <a:pt x="128" y="241"/>
                  <a:pt x="128" y="241"/>
                </a:cubicBezTo>
                <a:lnTo>
                  <a:pt x="128" y="273"/>
                </a:lnTo>
                <a:close/>
                <a:moveTo>
                  <a:pt x="32" y="225"/>
                </a:moveTo>
                <a:cubicBezTo>
                  <a:pt x="64" y="225"/>
                  <a:pt x="64" y="225"/>
                  <a:pt x="64" y="225"/>
                </a:cubicBezTo>
                <a:cubicBezTo>
                  <a:pt x="64" y="192"/>
                  <a:pt x="64" y="192"/>
                  <a:pt x="64" y="192"/>
                </a:cubicBezTo>
                <a:cubicBezTo>
                  <a:pt x="32" y="192"/>
                  <a:pt x="32" y="192"/>
                  <a:pt x="32" y="192"/>
                </a:cubicBezTo>
                <a:lnTo>
                  <a:pt x="32" y="225"/>
                </a:lnTo>
                <a:close/>
                <a:moveTo>
                  <a:pt x="32" y="321"/>
                </a:moveTo>
                <a:cubicBezTo>
                  <a:pt x="64" y="321"/>
                  <a:pt x="64" y="321"/>
                  <a:pt x="64" y="321"/>
                </a:cubicBezTo>
                <a:cubicBezTo>
                  <a:pt x="64" y="289"/>
                  <a:pt x="64" y="289"/>
                  <a:pt x="64" y="289"/>
                </a:cubicBezTo>
                <a:cubicBezTo>
                  <a:pt x="32" y="289"/>
                  <a:pt x="32" y="289"/>
                  <a:pt x="32" y="289"/>
                </a:cubicBezTo>
                <a:lnTo>
                  <a:pt x="32" y="321"/>
                </a:lnTo>
                <a:close/>
                <a:moveTo>
                  <a:pt x="32" y="176"/>
                </a:moveTo>
                <a:cubicBezTo>
                  <a:pt x="64" y="176"/>
                  <a:pt x="64" y="176"/>
                  <a:pt x="64" y="176"/>
                </a:cubicBezTo>
                <a:cubicBezTo>
                  <a:pt x="64" y="144"/>
                  <a:pt x="64" y="144"/>
                  <a:pt x="64" y="144"/>
                </a:cubicBezTo>
                <a:cubicBezTo>
                  <a:pt x="32" y="144"/>
                  <a:pt x="32" y="144"/>
                  <a:pt x="32" y="144"/>
                </a:cubicBezTo>
                <a:lnTo>
                  <a:pt x="32" y="176"/>
                </a:lnTo>
                <a:close/>
                <a:moveTo>
                  <a:pt x="32" y="273"/>
                </a:moveTo>
                <a:cubicBezTo>
                  <a:pt x="64" y="273"/>
                  <a:pt x="64" y="273"/>
                  <a:pt x="64" y="273"/>
                </a:cubicBezTo>
                <a:cubicBezTo>
                  <a:pt x="64" y="241"/>
                  <a:pt x="64" y="241"/>
                  <a:pt x="64" y="241"/>
                </a:cubicBezTo>
                <a:cubicBezTo>
                  <a:pt x="32" y="241"/>
                  <a:pt x="32" y="241"/>
                  <a:pt x="32" y="241"/>
                </a:cubicBezTo>
                <a:lnTo>
                  <a:pt x="32" y="273"/>
                </a:lnTo>
                <a:close/>
                <a:moveTo>
                  <a:pt x="224" y="321"/>
                </a:moveTo>
                <a:cubicBezTo>
                  <a:pt x="257" y="321"/>
                  <a:pt x="257" y="321"/>
                  <a:pt x="257" y="321"/>
                </a:cubicBezTo>
                <a:cubicBezTo>
                  <a:pt x="257" y="192"/>
                  <a:pt x="257" y="192"/>
                  <a:pt x="257" y="192"/>
                </a:cubicBezTo>
                <a:cubicBezTo>
                  <a:pt x="224" y="192"/>
                  <a:pt x="224" y="192"/>
                  <a:pt x="224" y="192"/>
                </a:cubicBezTo>
                <a:lnTo>
                  <a:pt x="224" y="321"/>
                </a:lnTo>
                <a:close/>
                <a:moveTo>
                  <a:pt x="128" y="225"/>
                </a:moveTo>
                <a:cubicBezTo>
                  <a:pt x="160" y="225"/>
                  <a:pt x="160" y="225"/>
                  <a:pt x="160" y="225"/>
                </a:cubicBezTo>
                <a:cubicBezTo>
                  <a:pt x="160" y="192"/>
                  <a:pt x="160" y="192"/>
                  <a:pt x="160" y="192"/>
                </a:cubicBezTo>
                <a:cubicBezTo>
                  <a:pt x="128" y="192"/>
                  <a:pt x="128" y="192"/>
                  <a:pt x="128" y="192"/>
                </a:cubicBezTo>
                <a:lnTo>
                  <a:pt x="128" y="225"/>
                </a:lnTo>
                <a:close/>
                <a:moveTo>
                  <a:pt x="32" y="128"/>
                </a:moveTo>
                <a:cubicBezTo>
                  <a:pt x="257" y="128"/>
                  <a:pt x="257" y="128"/>
                  <a:pt x="257" y="128"/>
                </a:cubicBezTo>
                <a:cubicBezTo>
                  <a:pt x="257" y="32"/>
                  <a:pt x="257" y="32"/>
                  <a:pt x="257" y="32"/>
                </a:cubicBezTo>
                <a:cubicBezTo>
                  <a:pt x="32" y="32"/>
                  <a:pt x="32" y="32"/>
                  <a:pt x="32" y="32"/>
                </a:cubicBezTo>
                <a:lnTo>
                  <a:pt x="32" y="128"/>
                </a:lnTo>
                <a:close/>
                <a:moveTo>
                  <a:pt x="48" y="48"/>
                </a:moveTo>
                <a:cubicBezTo>
                  <a:pt x="241" y="48"/>
                  <a:pt x="241" y="48"/>
                  <a:pt x="241" y="48"/>
                </a:cubicBezTo>
                <a:cubicBezTo>
                  <a:pt x="241" y="112"/>
                  <a:pt x="241" y="112"/>
                  <a:pt x="241" y="112"/>
                </a:cubicBezTo>
                <a:cubicBezTo>
                  <a:pt x="48" y="112"/>
                  <a:pt x="48" y="112"/>
                  <a:pt x="48" y="112"/>
                </a:cubicBezTo>
                <a:lnTo>
                  <a:pt x="48" y="48"/>
                </a:lnTo>
                <a:close/>
                <a:moveTo>
                  <a:pt x="176" y="176"/>
                </a:moveTo>
                <a:cubicBezTo>
                  <a:pt x="208" y="176"/>
                  <a:pt x="208" y="176"/>
                  <a:pt x="208" y="176"/>
                </a:cubicBezTo>
                <a:cubicBezTo>
                  <a:pt x="208" y="144"/>
                  <a:pt x="208" y="144"/>
                  <a:pt x="208" y="144"/>
                </a:cubicBezTo>
                <a:cubicBezTo>
                  <a:pt x="176" y="144"/>
                  <a:pt x="176" y="144"/>
                  <a:pt x="176" y="144"/>
                </a:cubicBezTo>
                <a:lnTo>
                  <a:pt x="176" y="176"/>
                </a:lnTo>
                <a:close/>
                <a:moveTo>
                  <a:pt x="257" y="0"/>
                </a:move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4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4" y="353"/>
                  <a:pt x="32" y="353"/>
                </a:cubicBezTo>
                <a:cubicBezTo>
                  <a:pt x="257" y="353"/>
                  <a:pt x="257" y="353"/>
                  <a:pt x="257" y="353"/>
                </a:cubicBezTo>
                <a:cubicBezTo>
                  <a:pt x="274" y="353"/>
                  <a:pt x="289" y="339"/>
                  <a:pt x="289" y="321"/>
                </a:cubicBezTo>
                <a:cubicBezTo>
                  <a:pt x="289" y="32"/>
                  <a:pt x="289" y="32"/>
                  <a:pt x="289" y="32"/>
                </a:cubicBezTo>
                <a:cubicBezTo>
                  <a:pt x="289" y="14"/>
                  <a:pt x="274" y="0"/>
                  <a:pt x="257" y="0"/>
                </a:cubicBezTo>
                <a:moveTo>
                  <a:pt x="273" y="321"/>
                </a:moveTo>
                <a:cubicBezTo>
                  <a:pt x="273" y="330"/>
                  <a:pt x="265" y="337"/>
                  <a:pt x="257" y="337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23" y="337"/>
                  <a:pt x="16" y="330"/>
                  <a:pt x="16" y="32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3"/>
                  <a:pt x="23" y="16"/>
                  <a:pt x="32" y="16"/>
                </a:cubicBezTo>
                <a:cubicBezTo>
                  <a:pt x="257" y="16"/>
                  <a:pt x="257" y="16"/>
                  <a:pt x="257" y="16"/>
                </a:cubicBezTo>
                <a:cubicBezTo>
                  <a:pt x="265" y="16"/>
                  <a:pt x="273" y="23"/>
                  <a:pt x="273" y="32"/>
                </a:cubicBezTo>
                <a:lnTo>
                  <a:pt x="273" y="321"/>
                </a:lnTo>
                <a:close/>
                <a:moveTo>
                  <a:pt x="224" y="176"/>
                </a:moveTo>
                <a:cubicBezTo>
                  <a:pt x="257" y="176"/>
                  <a:pt x="257" y="176"/>
                  <a:pt x="257" y="176"/>
                </a:cubicBezTo>
                <a:cubicBezTo>
                  <a:pt x="257" y="144"/>
                  <a:pt x="257" y="144"/>
                  <a:pt x="257" y="144"/>
                </a:cubicBezTo>
                <a:cubicBezTo>
                  <a:pt x="224" y="144"/>
                  <a:pt x="224" y="144"/>
                  <a:pt x="224" y="144"/>
                </a:cubicBezTo>
                <a:lnTo>
                  <a:pt x="224" y="176"/>
                </a:lnTo>
                <a:close/>
                <a:moveTo>
                  <a:pt x="176" y="225"/>
                </a:moveTo>
                <a:cubicBezTo>
                  <a:pt x="208" y="225"/>
                  <a:pt x="208" y="225"/>
                  <a:pt x="208" y="225"/>
                </a:cubicBezTo>
                <a:cubicBezTo>
                  <a:pt x="208" y="192"/>
                  <a:pt x="208" y="192"/>
                  <a:pt x="208" y="192"/>
                </a:cubicBezTo>
                <a:cubicBezTo>
                  <a:pt x="176" y="192"/>
                  <a:pt x="176" y="192"/>
                  <a:pt x="176" y="192"/>
                </a:cubicBezTo>
                <a:lnTo>
                  <a:pt x="176" y="225"/>
                </a:lnTo>
                <a:close/>
                <a:moveTo>
                  <a:pt x="176" y="321"/>
                </a:moveTo>
                <a:cubicBezTo>
                  <a:pt x="208" y="321"/>
                  <a:pt x="208" y="321"/>
                  <a:pt x="208" y="321"/>
                </a:cubicBezTo>
                <a:cubicBezTo>
                  <a:pt x="208" y="289"/>
                  <a:pt x="208" y="289"/>
                  <a:pt x="208" y="289"/>
                </a:cubicBezTo>
                <a:cubicBezTo>
                  <a:pt x="176" y="289"/>
                  <a:pt x="176" y="289"/>
                  <a:pt x="176" y="289"/>
                </a:cubicBezTo>
                <a:lnTo>
                  <a:pt x="176" y="321"/>
                </a:lnTo>
                <a:close/>
                <a:moveTo>
                  <a:pt x="128" y="176"/>
                </a:moveTo>
                <a:cubicBezTo>
                  <a:pt x="160" y="176"/>
                  <a:pt x="160" y="176"/>
                  <a:pt x="160" y="176"/>
                </a:cubicBezTo>
                <a:cubicBezTo>
                  <a:pt x="160" y="144"/>
                  <a:pt x="160" y="144"/>
                  <a:pt x="160" y="144"/>
                </a:cubicBezTo>
                <a:cubicBezTo>
                  <a:pt x="128" y="144"/>
                  <a:pt x="128" y="144"/>
                  <a:pt x="128" y="144"/>
                </a:cubicBezTo>
                <a:lnTo>
                  <a:pt x="128" y="176"/>
                </a:lnTo>
                <a:close/>
                <a:moveTo>
                  <a:pt x="176" y="273"/>
                </a:moveTo>
                <a:cubicBezTo>
                  <a:pt x="208" y="273"/>
                  <a:pt x="208" y="273"/>
                  <a:pt x="208" y="273"/>
                </a:cubicBezTo>
                <a:cubicBezTo>
                  <a:pt x="208" y="241"/>
                  <a:pt x="208" y="241"/>
                  <a:pt x="208" y="241"/>
                </a:cubicBezTo>
                <a:cubicBezTo>
                  <a:pt x="176" y="241"/>
                  <a:pt x="176" y="241"/>
                  <a:pt x="176" y="241"/>
                </a:cubicBezTo>
                <a:lnTo>
                  <a:pt x="176" y="273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1" name="Freeform 21"/>
          <p:cNvSpPr>
            <a:spLocks noEditPoints="1"/>
          </p:cNvSpPr>
          <p:nvPr/>
        </p:nvSpPr>
        <p:spPr bwMode="auto">
          <a:xfrm>
            <a:off x="7469718" y="2021418"/>
            <a:ext cx="582084" cy="582084"/>
          </a:xfrm>
          <a:custGeom>
            <a:avLst/>
            <a:gdLst>
              <a:gd name="T0" fmla="*/ 144 w 353"/>
              <a:gd name="T1" fmla="*/ 144 h 353"/>
              <a:gd name="T2" fmla="*/ 144 w 353"/>
              <a:gd name="T3" fmla="*/ 160 h 353"/>
              <a:gd name="T4" fmla="*/ 176 w 353"/>
              <a:gd name="T5" fmla="*/ 160 h 353"/>
              <a:gd name="T6" fmla="*/ 176 w 353"/>
              <a:gd name="T7" fmla="*/ 144 h 353"/>
              <a:gd name="T8" fmla="*/ 176 w 353"/>
              <a:gd name="T9" fmla="*/ 160 h 353"/>
              <a:gd name="T10" fmla="*/ 321 w 353"/>
              <a:gd name="T11" fmla="*/ 46 h 353"/>
              <a:gd name="T12" fmla="*/ 313 w 353"/>
              <a:gd name="T13" fmla="*/ 0 h 353"/>
              <a:gd name="T14" fmla="*/ 305 w 353"/>
              <a:gd name="T15" fmla="*/ 46 h 353"/>
              <a:gd name="T16" fmla="*/ 273 w 353"/>
              <a:gd name="T17" fmla="*/ 96 h 353"/>
              <a:gd name="T18" fmla="*/ 257 w 353"/>
              <a:gd name="T19" fmla="*/ 64 h 353"/>
              <a:gd name="T20" fmla="*/ 80 w 353"/>
              <a:gd name="T21" fmla="*/ 80 h 353"/>
              <a:gd name="T22" fmla="*/ 32 w 353"/>
              <a:gd name="T23" fmla="*/ 96 h 353"/>
              <a:gd name="T24" fmla="*/ 0 w 353"/>
              <a:gd name="T25" fmla="*/ 321 h 353"/>
              <a:gd name="T26" fmla="*/ 321 w 353"/>
              <a:gd name="T27" fmla="*/ 353 h 353"/>
              <a:gd name="T28" fmla="*/ 353 w 353"/>
              <a:gd name="T29" fmla="*/ 128 h 353"/>
              <a:gd name="T30" fmla="*/ 96 w 353"/>
              <a:gd name="T31" fmla="*/ 80 h 353"/>
              <a:gd name="T32" fmla="*/ 257 w 353"/>
              <a:gd name="T33" fmla="*/ 96 h 353"/>
              <a:gd name="T34" fmla="*/ 96 w 353"/>
              <a:gd name="T35" fmla="*/ 80 h 353"/>
              <a:gd name="T36" fmla="*/ 32 w 353"/>
              <a:gd name="T37" fmla="*/ 337 h 353"/>
              <a:gd name="T38" fmla="*/ 337 w 353"/>
              <a:gd name="T39" fmla="*/ 321 h 353"/>
              <a:gd name="T40" fmla="*/ 337 w 353"/>
              <a:gd name="T41" fmla="*/ 144 h 353"/>
              <a:gd name="T42" fmla="*/ 305 w 353"/>
              <a:gd name="T43" fmla="*/ 152 h 353"/>
              <a:gd name="T44" fmla="*/ 337 w 353"/>
              <a:gd name="T45" fmla="*/ 160 h 353"/>
              <a:gd name="T46" fmla="*/ 304 w 353"/>
              <a:gd name="T47" fmla="*/ 200 h 353"/>
              <a:gd name="T48" fmla="*/ 209 w 353"/>
              <a:gd name="T49" fmla="*/ 208 h 353"/>
              <a:gd name="T50" fmla="*/ 304 w 353"/>
              <a:gd name="T51" fmla="*/ 216 h 353"/>
              <a:gd name="T52" fmla="*/ 337 w 353"/>
              <a:gd name="T53" fmla="*/ 305 h 353"/>
              <a:gd name="T54" fmla="*/ 16 w 353"/>
              <a:gd name="T55" fmla="*/ 216 h 353"/>
              <a:gd name="T56" fmla="*/ 96 w 353"/>
              <a:gd name="T57" fmla="*/ 257 h 353"/>
              <a:gd name="T58" fmla="*/ 96 w 353"/>
              <a:gd name="T59" fmla="*/ 160 h 353"/>
              <a:gd name="T60" fmla="*/ 16 w 353"/>
              <a:gd name="T61" fmla="*/ 200 h 353"/>
              <a:gd name="T62" fmla="*/ 40 w 353"/>
              <a:gd name="T63" fmla="*/ 160 h 353"/>
              <a:gd name="T64" fmla="*/ 40 w 353"/>
              <a:gd name="T65" fmla="*/ 144 h 353"/>
              <a:gd name="T66" fmla="*/ 16 w 353"/>
              <a:gd name="T67" fmla="*/ 128 h 353"/>
              <a:gd name="T68" fmla="*/ 321 w 353"/>
              <a:gd name="T69" fmla="*/ 112 h 353"/>
              <a:gd name="T70" fmla="*/ 337 w 353"/>
              <a:gd name="T71" fmla="*/ 144 h 353"/>
              <a:gd name="T72" fmla="*/ 257 w 353"/>
              <a:gd name="T73" fmla="*/ 241 h 353"/>
              <a:gd name="T74" fmla="*/ 257 w 353"/>
              <a:gd name="T75" fmla="*/ 176 h 353"/>
              <a:gd name="T76" fmla="*/ 64 w 353"/>
              <a:gd name="T77" fmla="*/ 208 h 353"/>
              <a:gd name="T78" fmla="*/ 128 w 353"/>
              <a:gd name="T79" fmla="*/ 208 h 353"/>
              <a:gd name="T80" fmla="*/ 64 w 353"/>
              <a:gd name="T81" fmla="*/ 208 h 353"/>
              <a:gd name="T82" fmla="*/ 201 w 353"/>
              <a:gd name="T83" fmla="*/ 152 h 353"/>
              <a:gd name="T84" fmla="*/ 217 w 353"/>
              <a:gd name="T85" fmla="*/ 152 h 353"/>
              <a:gd name="T86" fmla="*/ 193 w 353"/>
              <a:gd name="T87" fmla="*/ 289 h 353"/>
              <a:gd name="T88" fmla="*/ 225 w 353"/>
              <a:gd name="T89" fmla="*/ 273 h 353"/>
              <a:gd name="T90" fmla="*/ 193 w 353"/>
              <a:gd name="T91" fmla="*/ 289 h 353"/>
              <a:gd name="T92" fmla="*/ 160 w 353"/>
              <a:gd name="T93" fmla="*/ 289 h 353"/>
              <a:gd name="T94" fmla="*/ 128 w 353"/>
              <a:gd name="T95" fmla="*/ 273 h 353"/>
              <a:gd name="T96" fmla="*/ 193 w 353"/>
              <a:gd name="T97" fmla="*/ 192 h 353"/>
              <a:gd name="T98" fmla="*/ 160 w 353"/>
              <a:gd name="T99" fmla="*/ 225 h 353"/>
              <a:gd name="T100" fmla="*/ 193 w 353"/>
              <a:gd name="T101" fmla="*/ 192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353" h="353">
                <a:moveTo>
                  <a:pt x="152" y="152"/>
                </a:moveTo>
                <a:cubicBezTo>
                  <a:pt x="152" y="148"/>
                  <a:pt x="149" y="144"/>
                  <a:pt x="144" y="144"/>
                </a:cubicBezTo>
                <a:cubicBezTo>
                  <a:pt x="140" y="144"/>
                  <a:pt x="136" y="148"/>
                  <a:pt x="136" y="152"/>
                </a:cubicBezTo>
                <a:cubicBezTo>
                  <a:pt x="136" y="157"/>
                  <a:pt x="140" y="160"/>
                  <a:pt x="144" y="160"/>
                </a:cubicBezTo>
                <a:cubicBezTo>
                  <a:pt x="149" y="160"/>
                  <a:pt x="152" y="157"/>
                  <a:pt x="152" y="152"/>
                </a:cubicBezTo>
                <a:moveTo>
                  <a:pt x="176" y="160"/>
                </a:moveTo>
                <a:cubicBezTo>
                  <a:pt x="181" y="160"/>
                  <a:pt x="185" y="157"/>
                  <a:pt x="185" y="152"/>
                </a:cubicBezTo>
                <a:cubicBezTo>
                  <a:pt x="185" y="148"/>
                  <a:pt x="181" y="144"/>
                  <a:pt x="176" y="144"/>
                </a:cubicBezTo>
                <a:cubicBezTo>
                  <a:pt x="172" y="144"/>
                  <a:pt x="168" y="148"/>
                  <a:pt x="168" y="152"/>
                </a:cubicBezTo>
                <a:cubicBezTo>
                  <a:pt x="168" y="157"/>
                  <a:pt x="172" y="160"/>
                  <a:pt x="176" y="160"/>
                </a:cubicBezTo>
                <a:moveTo>
                  <a:pt x="321" y="96"/>
                </a:moveTo>
                <a:cubicBezTo>
                  <a:pt x="321" y="46"/>
                  <a:pt x="321" y="46"/>
                  <a:pt x="321" y="46"/>
                </a:cubicBezTo>
                <a:cubicBezTo>
                  <a:pt x="330" y="43"/>
                  <a:pt x="337" y="34"/>
                  <a:pt x="337" y="24"/>
                </a:cubicBezTo>
                <a:cubicBezTo>
                  <a:pt x="337" y="11"/>
                  <a:pt x="326" y="0"/>
                  <a:pt x="313" y="0"/>
                </a:cubicBezTo>
                <a:cubicBezTo>
                  <a:pt x="300" y="0"/>
                  <a:pt x="289" y="11"/>
                  <a:pt x="289" y="24"/>
                </a:cubicBezTo>
                <a:cubicBezTo>
                  <a:pt x="289" y="34"/>
                  <a:pt x="296" y="43"/>
                  <a:pt x="305" y="46"/>
                </a:cubicBezTo>
                <a:cubicBezTo>
                  <a:pt x="305" y="96"/>
                  <a:pt x="305" y="96"/>
                  <a:pt x="305" y="96"/>
                </a:cubicBezTo>
                <a:cubicBezTo>
                  <a:pt x="273" y="96"/>
                  <a:pt x="273" y="96"/>
                  <a:pt x="273" y="96"/>
                </a:cubicBezTo>
                <a:cubicBezTo>
                  <a:pt x="273" y="80"/>
                  <a:pt x="273" y="80"/>
                  <a:pt x="273" y="80"/>
                </a:cubicBezTo>
                <a:cubicBezTo>
                  <a:pt x="273" y="71"/>
                  <a:pt x="266" y="64"/>
                  <a:pt x="257" y="64"/>
                </a:cubicBezTo>
                <a:cubicBezTo>
                  <a:pt x="96" y="64"/>
                  <a:pt x="96" y="64"/>
                  <a:pt x="96" y="64"/>
                </a:cubicBezTo>
                <a:cubicBezTo>
                  <a:pt x="87" y="64"/>
                  <a:pt x="80" y="71"/>
                  <a:pt x="80" y="80"/>
                </a:cubicBezTo>
                <a:cubicBezTo>
                  <a:pt x="80" y="96"/>
                  <a:pt x="80" y="96"/>
                  <a:pt x="80" y="96"/>
                </a:cubicBezTo>
                <a:cubicBezTo>
                  <a:pt x="32" y="96"/>
                  <a:pt x="32" y="96"/>
                  <a:pt x="32" y="96"/>
                </a:cubicBezTo>
                <a:cubicBezTo>
                  <a:pt x="14" y="96"/>
                  <a:pt x="0" y="110"/>
                  <a:pt x="0" y="128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4" y="353"/>
                  <a:pt x="32" y="353"/>
                </a:cubicBezTo>
                <a:cubicBezTo>
                  <a:pt x="321" y="353"/>
                  <a:pt x="321" y="353"/>
                  <a:pt x="321" y="353"/>
                </a:cubicBezTo>
                <a:cubicBezTo>
                  <a:pt x="339" y="353"/>
                  <a:pt x="353" y="339"/>
                  <a:pt x="353" y="321"/>
                </a:cubicBezTo>
                <a:cubicBezTo>
                  <a:pt x="353" y="128"/>
                  <a:pt x="353" y="128"/>
                  <a:pt x="353" y="128"/>
                </a:cubicBezTo>
                <a:cubicBezTo>
                  <a:pt x="353" y="110"/>
                  <a:pt x="339" y="96"/>
                  <a:pt x="321" y="96"/>
                </a:cubicBezTo>
                <a:moveTo>
                  <a:pt x="96" y="80"/>
                </a:moveTo>
                <a:cubicBezTo>
                  <a:pt x="257" y="80"/>
                  <a:pt x="257" y="80"/>
                  <a:pt x="257" y="80"/>
                </a:cubicBezTo>
                <a:cubicBezTo>
                  <a:pt x="257" y="96"/>
                  <a:pt x="257" y="96"/>
                  <a:pt x="257" y="96"/>
                </a:cubicBezTo>
                <a:cubicBezTo>
                  <a:pt x="96" y="96"/>
                  <a:pt x="96" y="96"/>
                  <a:pt x="96" y="96"/>
                </a:cubicBezTo>
                <a:lnTo>
                  <a:pt x="96" y="80"/>
                </a:lnTo>
                <a:close/>
                <a:moveTo>
                  <a:pt x="321" y="337"/>
                </a:moveTo>
                <a:cubicBezTo>
                  <a:pt x="32" y="337"/>
                  <a:pt x="32" y="337"/>
                  <a:pt x="32" y="337"/>
                </a:cubicBezTo>
                <a:cubicBezTo>
                  <a:pt x="23" y="337"/>
                  <a:pt x="16" y="330"/>
                  <a:pt x="16" y="321"/>
                </a:cubicBezTo>
                <a:cubicBezTo>
                  <a:pt x="337" y="321"/>
                  <a:pt x="337" y="321"/>
                  <a:pt x="337" y="321"/>
                </a:cubicBezTo>
                <a:cubicBezTo>
                  <a:pt x="337" y="330"/>
                  <a:pt x="330" y="337"/>
                  <a:pt x="321" y="337"/>
                </a:cubicBezTo>
                <a:moveTo>
                  <a:pt x="337" y="144"/>
                </a:moveTo>
                <a:cubicBezTo>
                  <a:pt x="313" y="144"/>
                  <a:pt x="313" y="144"/>
                  <a:pt x="313" y="144"/>
                </a:cubicBezTo>
                <a:cubicBezTo>
                  <a:pt x="309" y="144"/>
                  <a:pt x="305" y="148"/>
                  <a:pt x="305" y="152"/>
                </a:cubicBezTo>
                <a:cubicBezTo>
                  <a:pt x="305" y="157"/>
                  <a:pt x="309" y="160"/>
                  <a:pt x="313" y="160"/>
                </a:cubicBezTo>
                <a:cubicBezTo>
                  <a:pt x="337" y="160"/>
                  <a:pt x="337" y="160"/>
                  <a:pt x="337" y="160"/>
                </a:cubicBezTo>
                <a:cubicBezTo>
                  <a:pt x="337" y="200"/>
                  <a:pt x="337" y="200"/>
                  <a:pt x="337" y="200"/>
                </a:cubicBezTo>
                <a:cubicBezTo>
                  <a:pt x="304" y="200"/>
                  <a:pt x="304" y="200"/>
                  <a:pt x="304" y="200"/>
                </a:cubicBezTo>
                <a:cubicBezTo>
                  <a:pt x="300" y="178"/>
                  <a:pt x="281" y="160"/>
                  <a:pt x="257" y="160"/>
                </a:cubicBezTo>
                <a:cubicBezTo>
                  <a:pt x="230" y="160"/>
                  <a:pt x="209" y="182"/>
                  <a:pt x="209" y="208"/>
                </a:cubicBezTo>
                <a:cubicBezTo>
                  <a:pt x="209" y="235"/>
                  <a:pt x="230" y="257"/>
                  <a:pt x="257" y="257"/>
                </a:cubicBezTo>
                <a:cubicBezTo>
                  <a:pt x="281" y="257"/>
                  <a:pt x="300" y="239"/>
                  <a:pt x="304" y="216"/>
                </a:cubicBezTo>
                <a:cubicBezTo>
                  <a:pt x="337" y="216"/>
                  <a:pt x="337" y="216"/>
                  <a:pt x="337" y="216"/>
                </a:cubicBezTo>
                <a:cubicBezTo>
                  <a:pt x="337" y="305"/>
                  <a:pt x="337" y="305"/>
                  <a:pt x="337" y="305"/>
                </a:cubicBezTo>
                <a:cubicBezTo>
                  <a:pt x="16" y="305"/>
                  <a:pt x="16" y="305"/>
                  <a:pt x="16" y="305"/>
                </a:cubicBezTo>
                <a:cubicBezTo>
                  <a:pt x="16" y="216"/>
                  <a:pt x="16" y="216"/>
                  <a:pt x="16" y="216"/>
                </a:cubicBezTo>
                <a:cubicBezTo>
                  <a:pt x="49" y="216"/>
                  <a:pt x="49" y="216"/>
                  <a:pt x="49" y="216"/>
                </a:cubicBezTo>
                <a:cubicBezTo>
                  <a:pt x="53" y="239"/>
                  <a:pt x="72" y="257"/>
                  <a:pt x="96" y="257"/>
                </a:cubicBezTo>
                <a:cubicBezTo>
                  <a:pt x="123" y="257"/>
                  <a:pt x="144" y="235"/>
                  <a:pt x="144" y="208"/>
                </a:cubicBezTo>
                <a:cubicBezTo>
                  <a:pt x="144" y="182"/>
                  <a:pt x="123" y="160"/>
                  <a:pt x="96" y="160"/>
                </a:cubicBezTo>
                <a:cubicBezTo>
                  <a:pt x="72" y="160"/>
                  <a:pt x="53" y="178"/>
                  <a:pt x="49" y="200"/>
                </a:cubicBezTo>
                <a:cubicBezTo>
                  <a:pt x="16" y="200"/>
                  <a:pt x="16" y="200"/>
                  <a:pt x="16" y="200"/>
                </a:cubicBezTo>
                <a:cubicBezTo>
                  <a:pt x="16" y="160"/>
                  <a:pt x="16" y="160"/>
                  <a:pt x="16" y="160"/>
                </a:cubicBezTo>
                <a:cubicBezTo>
                  <a:pt x="40" y="160"/>
                  <a:pt x="40" y="160"/>
                  <a:pt x="40" y="160"/>
                </a:cubicBezTo>
                <a:cubicBezTo>
                  <a:pt x="44" y="160"/>
                  <a:pt x="48" y="157"/>
                  <a:pt x="48" y="152"/>
                </a:cubicBezTo>
                <a:cubicBezTo>
                  <a:pt x="48" y="148"/>
                  <a:pt x="44" y="144"/>
                  <a:pt x="40" y="144"/>
                </a:cubicBezTo>
                <a:cubicBezTo>
                  <a:pt x="16" y="144"/>
                  <a:pt x="16" y="144"/>
                  <a:pt x="16" y="144"/>
                </a:cubicBezTo>
                <a:cubicBezTo>
                  <a:pt x="16" y="128"/>
                  <a:pt x="16" y="128"/>
                  <a:pt x="16" y="128"/>
                </a:cubicBezTo>
                <a:cubicBezTo>
                  <a:pt x="16" y="119"/>
                  <a:pt x="23" y="112"/>
                  <a:pt x="32" y="112"/>
                </a:cubicBezTo>
                <a:cubicBezTo>
                  <a:pt x="321" y="112"/>
                  <a:pt x="321" y="112"/>
                  <a:pt x="321" y="112"/>
                </a:cubicBezTo>
                <a:cubicBezTo>
                  <a:pt x="330" y="112"/>
                  <a:pt x="337" y="119"/>
                  <a:pt x="337" y="128"/>
                </a:cubicBezTo>
                <a:lnTo>
                  <a:pt x="337" y="144"/>
                </a:lnTo>
                <a:close/>
                <a:moveTo>
                  <a:pt x="289" y="208"/>
                </a:moveTo>
                <a:cubicBezTo>
                  <a:pt x="289" y="226"/>
                  <a:pt x="275" y="241"/>
                  <a:pt x="257" y="241"/>
                </a:cubicBezTo>
                <a:cubicBezTo>
                  <a:pt x="239" y="241"/>
                  <a:pt x="225" y="226"/>
                  <a:pt x="225" y="208"/>
                </a:cubicBezTo>
                <a:cubicBezTo>
                  <a:pt x="225" y="191"/>
                  <a:pt x="239" y="176"/>
                  <a:pt x="257" y="176"/>
                </a:cubicBezTo>
                <a:cubicBezTo>
                  <a:pt x="275" y="176"/>
                  <a:pt x="289" y="191"/>
                  <a:pt x="289" y="208"/>
                </a:cubicBezTo>
                <a:moveTo>
                  <a:pt x="64" y="208"/>
                </a:moveTo>
                <a:cubicBezTo>
                  <a:pt x="64" y="191"/>
                  <a:pt x="78" y="176"/>
                  <a:pt x="96" y="176"/>
                </a:cubicBezTo>
                <a:cubicBezTo>
                  <a:pt x="114" y="176"/>
                  <a:pt x="128" y="191"/>
                  <a:pt x="128" y="208"/>
                </a:cubicBezTo>
                <a:cubicBezTo>
                  <a:pt x="128" y="226"/>
                  <a:pt x="114" y="241"/>
                  <a:pt x="96" y="241"/>
                </a:cubicBezTo>
                <a:cubicBezTo>
                  <a:pt x="78" y="241"/>
                  <a:pt x="64" y="226"/>
                  <a:pt x="64" y="208"/>
                </a:cubicBezTo>
                <a:moveTo>
                  <a:pt x="209" y="144"/>
                </a:moveTo>
                <a:cubicBezTo>
                  <a:pt x="204" y="144"/>
                  <a:pt x="201" y="148"/>
                  <a:pt x="201" y="152"/>
                </a:cubicBezTo>
                <a:cubicBezTo>
                  <a:pt x="201" y="157"/>
                  <a:pt x="204" y="160"/>
                  <a:pt x="209" y="160"/>
                </a:cubicBezTo>
                <a:cubicBezTo>
                  <a:pt x="213" y="160"/>
                  <a:pt x="217" y="157"/>
                  <a:pt x="217" y="152"/>
                </a:cubicBezTo>
                <a:cubicBezTo>
                  <a:pt x="217" y="148"/>
                  <a:pt x="213" y="144"/>
                  <a:pt x="209" y="144"/>
                </a:cubicBezTo>
                <a:moveTo>
                  <a:pt x="193" y="289"/>
                </a:moveTo>
                <a:cubicBezTo>
                  <a:pt x="225" y="289"/>
                  <a:pt x="225" y="289"/>
                  <a:pt x="225" y="289"/>
                </a:cubicBezTo>
                <a:cubicBezTo>
                  <a:pt x="225" y="273"/>
                  <a:pt x="225" y="273"/>
                  <a:pt x="225" y="273"/>
                </a:cubicBezTo>
                <a:cubicBezTo>
                  <a:pt x="193" y="273"/>
                  <a:pt x="193" y="273"/>
                  <a:pt x="193" y="273"/>
                </a:cubicBezTo>
                <a:lnTo>
                  <a:pt x="193" y="289"/>
                </a:lnTo>
                <a:close/>
                <a:moveTo>
                  <a:pt x="128" y="289"/>
                </a:moveTo>
                <a:cubicBezTo>
                  <a:pt x="160" y="289"/>
                  <a:pt x="160" y="289"/>
                  <a:pt x="160" y="289"/>
                </a:cubicBezTo>
                <a:cubicBezTo>
                  <a:pt x="160" y="273"/>
                  <a:pt x="160" y="273"/>
                  <a:pt x="160" y="273"/>
                </a:cubicBezTo>
                <a:cubicBezTo>
                  <a:pt x="128" y="273"/>
                  <a:pt x="128" y="273"/>
                  <a:pt x="128" y="273"/>
                </a:cubicBezTo>
                <a:lnTo>
                  <a:pt x="128" y="289"/>
                </a:lnTo>
                <a:close/>
                <a:moveTo>
                  <a:pt x="193" y="192"/>
                </a:moveTo>
                <a:cubicBezTo>
                  <a:pt x="160" y="192"/>
                  <a:pt x="160" y="192"/>
                  <a:pt x="160" y="192"/>
                </a:cubicBezTo>
                <a:cubicBezTo>
                  <a:pt x="160" y="225"/>
                  <a:pt x="160" y="225"/>
                  <a:pt x="160" y="225"/>
                </a:cubicBezTo>
                <a:cubicBezTo>
                  <a:pt x="193" y="225"/>
                  <a:pt x="193" y="225"/>
                  <a:pt x="193" y="225"/>
                </a:cubicBezTo>
                <a:lnTo>
                  <a:pt x="193" y="192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2" name="Freeform 22"/>
          <p:cNvSpPr>
            <a:spLocks noEditPoints="1"/>
          </p:cNvSpPr>
          <p:nvPr/>
        </p:nvSpPr>
        <p:spPr bwMode="auto">
          <a:xfrm>
            <a:off x="8578851" y="2021418"/>
            <a:ext cx="582084" cy="582084"/>
          </a:xfrm>
          <a:custGeom>
            <a:avLst/>
            <a:gdLst>
              <a:gd name="T0" fmla="*/ 52 w 353"/>
              <a:gd name="T1" fmla="*/ 192 h 353"/>
              <a:gd name="T2" fmla="*/ 225 w 353"/>
              <a:gd name="T3" fmla="*/ 208 h 353"/>
              <a:gd name="T4" fmla="*/ 205 w 353"/>
              <a:gd name="T5" fmla="*/ 160 h 353"/>
              <a:gd name="T6" fmla="*/ 58 w 353"/>
              <a:gd name="T7" fmla="*/ 176 h 353"/>
              <a:gd name="T8" fmla="*/ 205 w 353"/>
              <a:gd name="T9" fmla="*/ 160 h 353"/>
              <a:gd name="T10" fmla="*/ 187 w 353"/>
              <a:gd name="T11" fmla="*/ 289 h 353"/>
              <a:gd name="T12" fmla="*/ 137 w 353"/>
              <a:gd name="T13" fmla="*/ 305 h 353"/>
              <a:gd name="T14" fmla="*/ 86 w 353"/>
              <a:gd name="T15" fmla="*/ 144 h 353"/>
              <a:gd name="T16" fmla="*/ 137 w 353"/>
              <a:gd name="T17" fmla="*/ 128 h 353"/>
              <a:gd name="T18" fmla="*/ 205 w 353"/>
              <a:gd name="T19" fmla="*/ 273 h 353"/>
              <a:gd name="T20" fmla="*/ 58 w 353"/>
              <a:gd name="T21" fmla="*/ 257 h 353"/>
              <a:gd name="T22" fmla="*/ 305 w 353"/>
              <a:gd name="T23" fmla="*/ 257 h 353"/>
              <a:gd name="T24" fmla="*/ 305 w 353"/>
              <a:gd name="T25" fmla="*/ 273 h 353"/>
              <a:gd name="T26" fmla="*/ 305 w 353"/>
              <a:gd name="T27" fmla="*/ 257 h 353"/>
              <a:gd name="T28" fmla="*/ 80 w 353"/>
              <a:gd name="T29" fmla="*/ 80 h 353"/>
              <a:gd name="T30" fmla="*/ 97 w 353"/>
              <a:gd name="T31" fmla="*/ 24 h 353"/>
              <a:gd name="T32" fmla="*/ 48 w 353"/>
              <a:gd name="T33" fmla="*/ 24 h 353"/>
              <a:gd name="T34" fmla="*/ 64 w 353"/>
              <a:gd name="T35" fmla="*/ 80 h 353"/>
              <a:gd name="T36" fmla="*/ 0 w 353"/>
              <a:gd name="T37" fmla="*/ 112 h 353"/>
              <a:gd name="T38" fmla="*/ 32 w 353"/>
              <a:gd name="T39" fmla="*/ 353 h 353"/>
              <a:gd name="T40" fmla="*/ 353 w 353"/>
              <a:gd name="T41" fmla="*/ 321 h 353"/>
              <a:gd name="T42" fmla="*/ 321 w 353"/>
              <a:gd name="T43" fmla="*/ 80 h 353"/>
              <a:gd name="T44" fmla="*/ 32 w 353"/>
              <a:gd name="T45" fmla="*/ 337 h 353"/>
              <a:gd name="T46" fmla="*/ 16 w 353"/>
              <a:gd name="T47" fmla="*/ 112 h 353"/>
              <a:gd name="T48" fmla="*/ 257 w 353"/>
              <a:gd name="T49" fmla="*/ 96 h 353"/>
              <a:gd name="T50" fmla="*/ 337 w 353"/>
              <a:gd name="T51" fmla="*/ 321 h 353"/>
              <a:gd name="T52" fmla="*/ 273 w 353"/>
              <a:gd name="T53" fmla="*/ 337 h 353"/>
              <a:gd name="T54" fmla="*/ 321 w 353"/>
              <a:gd name="T55" fmla="*/ 96 h 353"/>
              <a:gd name="T56" fmla="*/ 337 w 353"/>
              <a:gd name="T57" fmla="*/ 321 h 353"/>
              <a:gd name="T58" fmla="*/ 289 w 353"/>
              <a:gd name="T59" fmla="*/ 160 h 353"/>
              <a:gd name="T60" fmla="*/ 321 w 353"/>
              <a:gd name="T61" fmla="*/ 160 h 353"/>
              <a:gd name="T62" fmla="*/ 305 w 353"/>
              <a:gd name="T63" fmla="*/ 208 h 353"/>
              <a:gd name="T64" fmla="*/ 305 w 353"/>
              <a:gd name="T65" fmla="*/ 225 h 353"/>
              <a:gd name="T66" fmla="*/ 305 w 353"/>
              <a:gd name="T67" fmla="*/ 208 h 353"/>
              <a:gd name="T68" fmla="*/ 225 w 353"/>
              <a:gd name="T69" fmla="*/ 225 h 353"/>
              <a:gd name="T70" fmla="*/ 52 w 353"/>
              <a:gd name="T71" fmla="*/ 241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353" h="353">
                <a:moveTo>
                  <a:pt x="222" y="192"/>
                </a:moveTo>
                <a:cubicBezTo>
                  <a:pt x="52" y="192"/>
                  <a:pt x="52" y="192"/>
                  <a:pt x="52" y="192"/>
                </a:cubicBezTo>
                <a:cubicBezTo>
                  <a:pt x="50" y="198"/>
                  <a:pt x="49" y="203"/>
                  <a:pt x="49" y="208"/>
                </a:cubicBezTo>
                <a:cubicBezTo>
                  <a:pt x="225" y="208"/>
                  <a:pt x="225" y="208"/>
                  <a:pt x="225" y="208"/>
                </a:cubicBezTo>
                <a:cubicBezTo>
                  <a:pt x="224" y="203"/>
                  <a:pt x="223" y="198"/>
                  <a:pt x="222" y="192"/>
                </a:cubicBezTo>
                <a:moveTo>
                  <a:pt x="205" y="160"/>
                </a:moveTo>
                <a:cubicBezTo>
                  <a:pt x="69" y="160"/>
                  <a:pt x="69" y="160"/>
                  <a:pt x="69" y="160"/>
                </a:cubicBezTo>
                <a:cubicBezTo>
                  <a:pt x="65" y="165"/>
                  <a:pt x="61" y="171"/>
                  <a:pt x="58" y="176"/>
                </a:cubicBezTo>
                <a:cubicBezTo>
                  <a:pt x="215" y="176"/>
                  <a:pt x="215" y="176"/>
                  <a:pt x="215" y="176"/>
                </a:cubicBezTo>
                <a:cubicBezTo>
                  <a:pt x="212" y="171"/>
                  <a:pt x="209" y="165"/>
                  <a:pt x="205" y="160"/>
                </a:cubicBezTo>
                <a:moveTo>
                  <a:pt x="137" y="305"/>
                </a:moveTo>
                <a:cubicBezTo>
                  <a:pt x="155" y="305"/>
                  <a:pt x="173" y="299"/>
                  <a:pt x="187" y="289"/>
                </a:cubicBezTo>
                <a:cubicBezTo>
                  <a:pt x="86" y="289"/>
                  <a:pt x="86" y="289"/>
                  <a:pt x="86" y="289"/>
                </a:cubicBezTo>
                <a:cubicBezTo>
                  <a:pt x="101" y="299"/>
                  <a:pt x="118" y="305"/>
                  <a:pt x="137" y="305"/>
                </a:cubicBezTo>
                <a:moveTo>
                  <a:pt x="137" y="128"/>
                </a:moveTo>
                <a:cubicBezTo>
                  <a:pt x="118" y="128"/>
                  <a:pt x="101" y="134"/>
                  <a:pt x="86" y="144"/>
                </a:cubicBezTo>
                <a:cubicBezTo>
                  <a:pt x="187" y="144"/>
                  <a:pt x="187" y="144"/>
                  <a:pt x="187" y="144"/>
                </a:cubicBezTo>
                <a:cubicBezTo>
                  <a:pt x="173" y="134"/>
                  <a:pt x="155" y="128"/>
                  <a:pt x="137" y="128"/>
                </a:cubicBezTo>
                <a:moveTo>
                  <a:pt x="69" y="273"/>
                </a:moveTo>
                <a:cubicBezTo>
                  <a:pt x="205" y="273"/>
                  <a:pt x="205" y="273"/>
                  <a:pt x="205" y="273"/>
                </a:cubicBezTo>
                <a:cubicBezTo>
                  <a:pt x="209" y="268"/>
                  <a:pt x="212" y="262"/>
                  <a:pt x="215" y="257"/>
                </a:cubicBezTo>
                <a:cubicBezTo>
                  <a:pt x="58" y="257"/>
                  <a:pt x="58" y="257"/>
                  <a:pt x="58" y="257"/>
                </a:cubicBezTo>
                <a:cubicBezTo>
                  <a:pt x="61" y="262"/>
                  <a:pt x="65" y="268"/>
                  <a:pt x="69" y="273"/>
                </a:cubicBezTo>
                <a:moveTo>
                  <a:pt x="305" y="257"/>
                </a:moveTo>
                <a:cubicBezTo>
                  <a:pt x="301" y="257"/>
                  <a:pt x="297" y="260"/>
                  <a:pt x="297" y="265"/>
                </a:cubicBezTo>
                <a:cubicBezTo>
                  <a:pt x="297" y="269"/>
                  <a:pt x="301" y="273"/>
                  <a:pt x="305" y="273"/>
                </a:cubicBezTo>
                <a:cubicBezTo>
                  <a:pt x="310" y="273"/>
                  <a:pt x="313" y="269"/>
                  <a:pt x="313" y="265"/>
                </a:cubicBezTo>
                <a:cubicBezTo>
                  <a:pt x="313" y="260"/>
                  <a:pt x="310" y="257"/>
                  <a:pt x="305" y="257"/>
                </a:cubicBezTo>
                <a:moveTo>
                  <a:pt x="321" y="80"/>
                </a:moveTo>
                <a:cubicBezTo>
                  <a:pt x="80" y="80"/>
                  <a:pt x="80" y="80"/>
                  <a:pt x="80" y="80"/>
                </a:cubicBezTo>
                <a:cubicBezTo>
                  <a:pt x="80" y="46"/>
                  <a:pt x="80" y="46"/>
                  <a:pt x="80" y="46"/>
                </a:cubicBezTo>
                <a:cubicBezTo>
                  <a:pt x="90" y="43"/>
                  <a:pt x="97" y="34"/>
                  <a:pt x="97" y="24"/>
                </a:cubicBezTo>
                <a:cubicBezTo>
                  <a:pt x="97" y="11"/>
                  <a:pt x="86" y="0"/>
                  <a:pt x="72" y="0"/>
                </a:cubicBezTo>
                <a:cubicBezTo>
                  <a:pt x="59" y="0"/>
                  <a:pt x="48" y="11"/>
                  <a:pt x="48" y="24"/>
                </a:cubicBezTo>
                <a:cubicBezTo>
                  <a:pt x="48" y="34"/>
                  <a:pt x="55" y="43"/>
                  <a:pt x="64" y="46"/>
                </a:cubicBezTo>
                <a:cubicBezTo>
                  <a:pt x="64" y="80"/>
                  <a:pt x="64" y="80"/>
                  <a:pt x="64" y="80"/>
                </a:cubicBezTo>
                <a:cubicBezTo>
                  <a:pt x="32" y="80"/>
                  <a:pt x="32" y="80"/>
                  <a:pt x="32" y="80"/>
                </a:cubicBezTo>
                <a:cubicBezTo>
                  <a:pt x="15" y="80"/>
                  <a:pt x="0" y="94"/>
                  <a:pt x="0" y="11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5" y="353"/>
                  <a:pt x="32" y="353"/>
                </a:cubicBezTo>
                <a:cubicBezTo>
                  <a:pt x="321" y="353"/>
                  <a:pt x="321" y="353"/>
                  <a:pt x="321" y="353"/>
                </a:cubicBezTo>
                <a:cubicBezTo>
                  <a:pt x="339" y="353"/>
                  <a:pt x="353" y="339"/>
                  <a:pt x="353" y="321"/>
                </a:cubicBezTo>
                <a:cubicBezTo>
                  <a:pt x="353" y="112"/>
                  <a:pt x="353" y="112"/>
                  <a:pt x="353" y="112"/>
                </a:cubicBezTo>
                <a:cubicBezTo>
                  <a:pt x="353" y="94"/>
                  <a:pt x="339" y="80"/>
                  <a:pt x="321" y="80"/>
                </a:cubicBezTo>
                <a:moveTo>
                  <a:pt x="257" y="337"/>
                </a:moveTo>
                <a:cubicBezTo>
                  <a:pt x="32" y="337"/>
                  <a:pt x="32" y="337"/>
                  <a:pt x="32" y="337"/>
                </a:cubicBezTo>
                <a:cubicBezTo>
                  <a:pt x="23" y="337"/>
                  <a:pt x="16" y="330"/>
                  <a:pt x="16" y="321"/>
                </a:cubicBezTo>
                <a:cubicBezTo>
                  <a:pt x="16" y="112"/>
                  <a:pt x="16" y="112"/>
                  <a:pt x="16" y="112"/>
                </a:cubicBezTo>
                <a:cubicBezTo>
                  <a:pt x="16" y="103"/>
                  <a:pt x="23" y="96"/>
                  <a:pt x="32" y="96"/>
                </a:cubicBezTo>
                <a:cubicBezTo>
                  <a:pt x="257" y="96"/>
                  <a:pt x="257" y="96"/>
                  <a:pt x="257" y="96"/>
                </a:cubicBezTo>
                <a:lnTo>
                  <a:pt x="257" y="337"/>
                </a:lnTo>
                <a:close/>
                <a:moveTo>
                  <a:pt x="337" y="321"/>
                </a:moveTo>
                <a:cubicBezTo>
                  <a:pt x="337" y="330"/>
                  <a:pt x="330" y="337"/>
                  <a:pt x="321" y="337"/>
                </a:cubicBezTo>
                <a:cubicBezTo>
                  <a:pt x="273" y="337"/>
                  <a:pt x="273" y="337"/>
                  <a:pt x="273" y="337"/>
                </a:cubicBezTo>
                <a:cubicBezTo>
                  <a:pt x="273" y="96"/>
                  <a:pt x="273" y="96"/>
                  <a:pt x="273" y="96"/>
                </a:cubicBezTo>
                <a:cubicBezTo>
                  <a:pt x="321" y="96"/>
                  <a:pt x="321" y="96"/>
                  <a:pt x="321" y="96"/>
                </a:cubicBezTo>
                <a:cubicBezTo>
                  <a:pt x="330" y="96"/>
                  <a:pt x="337" y="103"/>
                  <a:pt x="337" y="112"/>
                </a:cubicBezTo>
                <a:lnTo>
                  <a:pt x="337" y="321"/>
                </a:lnTo>
                <a:close/>
                <a:moveTo>
                  <a:pt x="305" y="144"/>
                </a:moveTo>
                <a:cubicBezTo>
                  <a:pt x="296" y="144"/>
                  <a:pt x="289" y="151"/>
                  <a:pt x="289" y="160"/>
                </a:cubicBezTo>
                <a:cubicBezTo>
                  <a:pt x="289" y="169"/>
                  <a:pt x="296" y="176"/>
                  <a:pt x="305" y="176"/>
                </a:cubicBezTo>
                <a:cubicBezTo>
                  <a:pt x="314" y="176"/>
                  <a:pt x="321" y="169"/>
                  <a:pt x="321" y="160"/>
                </a:cubicBezTo>
                <a:cubicBezTo>
                  <a:pt x="321" y="151"/>
                  <a:pt x="314" y="144"/>
                  <a:pt x="305" y="144"/>
                </a:cubicBezTo>
                <a:moveTo>
                  <a:pt x="305" y="208"/>
                </a:moveTo>
                <a:cubicBezTo>
                  <a:pt x="301" y="208"/>
                  <a:pt x="297" y="212"/>
                  <a:pt x="297" y="216"/>
                </a:cubicBezTo>
                <a:cubicBezTo>
                  <a:pt x="297" y="221"/>
                  <a:pt x="301" y="225"/>
                  <a:pt x="305" y="225"/>
                </a:cubicBezTo>
                <a:cubicBezTo>
                  <a:pt x="310" y="225"/>
                  <a:pt x="313" y="221"/>
                  <a:pt x="313" y="216"/>
                </a:cubicBezTo>
                <a:cubicBezTo>
                  <a:pt x="313" y="212"/>
                  <a:pt x="310" y="208"/>
                  <a:pt x="305" y="208"/>
                </a:cubicBezTo>
                <a:moveTo>
                  <a:pt x="222" y="241"/>
                </a:moveTo>
                <a:cubicBezTo>
                  <a:pt x="223" y="235"/>
                  <a:pt x="224" y="230"/>
                  <a:pt x="225" y="225"/>
                </a:cubicBezTo>
                <a:cubicBezTo>
                  <a:pt x="49" y="225"/>
                  <a:pt x="49" y="225"/>
                  <a:pt x="49" y="225"/>
                </a:cubicBezTo>
                <a:cubicBezTo>
                  <a:pt x="49" y="230"/>
                  <a:pt x="50" y="235"/>
                  <a:pt x="52" y="241"/>
                </a:cubicBezTo>
                <a:lnTo>
                  <a:pt x="222" y="24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3" name="Freeform 23"/>
          <p:cNvSpPr>
            <a:spLocks noEditPoints="1"/>
          </p:cNvSpPr>
          <p:nvPr/>
        </p:nvSpPr>
        <p:spPr bwMode="auto">
          <a:xfrm>
            <a:off x="9690101" y="2021418"/>
            <a:ext cx="579967" cy="582084"/>
          </a:xfrm>
          <a:custGeom>
            <a:avLst/>
            <a:gdLst>
              <a:gd name="T0" fmla="*/ 32 w 353"/>
              <a:gd name="T1" fmla="*/ 0 h 353"/>
              <a:gd name="T2" fmla="*/ 0 w 353"/>
              <a:gd name="T3" fmla="*/ 321 h 353"/>
              <a:gd name="T4" fmla="*/ 321 w 353"/>
              <a:gd name="T5" fmla="*/ 353 h 353"/>
              <a:gd name="T6" fmla="*/ 353 w 353"/>
              <a:gd name="T7" fmla="*/ 32 h 353"/>
              <a:gd name="T8" fmla="*/ 337 w 353"/>
              <a:gd name="T9" fmla="*/ 321 h 353"/>
              <a:gd name="T10" fmla="*/ 32 w 353"/>
              <a:gd name="T11" fmla="*/ 337 h 353"/>
              <a:gd name="T12" fmla="*/ 16 w 353"/>
              <a:gd name="T13" fmla="*/ 225 h 353"/>
              <a:gd name="T14" fmla="*/ 144 w 353"/>
              <a:gd name="T15" fmla="*/ 305 h 353"/>
              <a:gd name="T16" fmla="*/ 289 w 353"/>
              <a:gd name="T17" fmla="*/ 289 h 353"/>
              <a:gd name="T18" fmla="*/ 337 w 353"/>
              <a:gd name="T19" fmla="*/ 225 h 353"/>
              <a:gd name="T20" fmla="*/ 240 w 353"/>
              <a:gd name="T21" fmla="*/ 96 h 353"/>
              <a:gd name="T22" fmla="*/ 227 w 353"/>
              <a:gd name="T23" fmla="*/ 121 h 353"/>
              <a:gd name="T24" fmla="*/ 144 w 353"/>
              <a:gd name="T25" fmla="*/ 112 h 353"/>
              <a:gd name="T26" fmla="*/ 80 w 353"/>
              <a:gd name="T27" fmla="*/ 80 h 353"/>
              <a:gd name="T28" fmla="*/ 272 w 353"/>
              <a:gd name="T29" fmla="*/ 273 h 353"/>
              <a:gd name="T30" fmla="*/ 240 w 353"/>
              <a:gd name="T31" fmla="*/ 208 h 353"/>
              <a:gd name="T32" fmla="*/ 241 w 353"/>
              <a:gd name="T33" fmla="*/ 128 h 353"/>
              <a:gd name="T34" fmla="*/ 240 w 353"/>
              <a:gd name="T35" fmla="*/ 96 h 353"/>
              <a:gd name="T36" fmla="*/ 204 w 353"/>
              <a:gd name="T37" fmla="*/ 155 h 353"/>
              <a:gd name="T38" fmla="*/ 168 w 353"/>
              <a:gd name="T39" fmla="*/ 208 h 353"/>
              <a:gd name="T40" fmla="*/ 120 w 353"/>
              <a:gd name="T41" fmla="*/ 208 h 353"/>
              <a:gd name="T42" fmla="*/ 155 w 353"/>
              <a:gd name="T43" fmla="*/ 230 h 353"/>
              <a:gd name="T44" fmla="*/ 141 w 353"/>
              <a:gd name="T45" fmla="*/ 241 h 353"/>
              <a:gd name="T46" fmla="*/ 138 w 353"/>
              <a:gd name="T47" fmla="*/ 278 h 353"/>
              <a:gd name="T48" fmla="*/ 164 w 353"/>
              <a:gd name="T49" fmla="*/ 277 h 353"/>
              <a:gd name="T50" fmla="*/ 163 w 353"/>
              <a:gd name="T51" fmla="*/ 256 h 353"/>
              <a:gd name="T52" fmla="*/ 159 w 353"/>
              <a:gd name="T53" fmla="*/ 253 h 353"/>
              <a:gd name="T54" fmla="*/ 224 w 353"/>
              <a:gd name="T55" fmla="*/ 208 h 353"/>
              <a:gd name="T56" fmla="*/ 64 w 353"/>
              <a:gd name="T57" fmla="*/ 208 h 353"/>
              <a:gd name="T58" fmla="*/ 152 w 353"/>
              <a:gd name="T59" fmla="*/ 208 h 353"/>
              <a:gd name="T60" fmla="*/ 136 w 353"/>
              <a:gd name="T61" fmla="*/ 208 h 353"/>
              <a:gd name="T62" fmla="*/ 152 w 353"/>
              <a:gd name="T63" fmla="*/ 208 h 353"/>
              <a:gd name="T64" fmla="*/ 289 w 353"/>
              <a:gd name="T65" fmla="*/ 208 h 353"/>
              <a:gd name="T66" fmla="*/ 64 w 353"/>
              <a:gd name="T67" fmla="*/ 64 h 353"/>
              <a:gd name="T68" fmla="*/ 48 w 353"/>
              <a:gd name="T69" fmla="*/ 208 h 353"/>
              <a:gd name="T70" fmla="*/ 16 w 353"/>
              <a:gd name="T71" fmla="*/ 32 h 353"/>
              <a:gd name="T72" fmla="*/ 321 w 353"/>
              <a:gd name="T73" fmla="*/ 16 h 353"/>
              <a:gd name="T74" fmla="*/ 337 w 353"/>
              <a:gd name="T75" fmla="*/ 208 h 353"/>
              <a:gd name="T76" fmla="*/ 248 w 353"/>
              <a:gd name="T77" fmla="*/ 257 h 353"/>
              <a:gd name="T78" fmla="*/ 248 w 353"/>
              <a:gd name="T79" fmla="*/ 241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353" h="353">
                <a:moveTo>
                  <a:pt x="321" y="0"/>
                </a:move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4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4" y="353"/>
                  <a:pt x="32" y="353"/>
                </a:cubicBezTo>
                <a:cubicBezTo>
                  <a:pt x="321" y="353"/>
                  <a:pt x="321" y="353"/>
                  <a:pt x="321" y="353"/>
                </a:cubicBezTo>
                <a:cubicBezTo>
                  <a:pt x="338" y="353"/>
                  <a:pt x="353" y="339"/>
                  <a:pt x="353" y="321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14"/>
                  <a:pt x="338" y="0"/>
                  <a:pt x="321" y="0"/>
                </a:cubicBezTo>
                <a:moveTo>
                  <a:pt x="337" y="321"/>
                </a:moveTo>
                <a:cubicBezTo>
                  <a:pt x="337" y="330"/>
                  <a:pt x="330" y="337"/>
                  <a:pt x="321" y="337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23" y="337"/>
                  <a:pt x="16" y="330"/>
                  <a:pt x="16" y="321"/>
                </a:cubicBezTo>
                <a:cubicBezTo>
                  <a:pt x="16" y="225"/>
                  <a:pt x="16" y="225"/>
                  <a:pt x="16" y="225"/>
                </a:cubicBezTo>
                <a:cubicBezTo>
                  <a:pt x="49" y="225"/>
                  <a:pt x="49" y="225"/>
                  <a:pt x="49" y="225"/>
                </a:cubicBezTo>
                <a:cubicBezTo>
                  <a:pt x="57" y="270"/>
                  <a:pt x="96" y="305"/>
                  <a:pt x="144" y="305"/>
                </a:cubicBezTo>
                <a:cubicBezTo>
                  <a:pt x="164" y="305"/>
                  <a:pt x="182" y="299"/>
                  <a:pt x="197" y="289"/>
                </a:cubicBezTo>
                <a:cubicBezTo>
                  <a:pt x="289" y="289"/>
                  <a:pt x="289" y="289"/>
                  <a:pt x="289" y="289"/>
                </a:cubicBezTo>
                <a:cubicBezTo>
                  <a:pt x="289" y="225"/>
                  <a:pt x="289" y="225"/>
                  <a:pt x="289" y="225"/>
                </a:cubicBezTo>
                <a:cubicBezTo>
                  <a:pt x="337" y="225"/>
                  <a:pt x="337" y="225"/>
                  <a:pt x="337" y="225"/>
                </a:cubicBezTo>
                <a:lnTo>
                  <a:pt x="337" y="321"/>
                </a:lnTo>
                <a:close/>
                <a:moveTo>
                  <a:pt x="240" y="96"/>
                </a:moveTo>
                <a:cubicBezTo>
                  <a:pt x="232" y="96"/>
                  <a:pt x="224" y="103"/>
                  <a:pt x="224" y="112"/>
                </a:cubicBezTo>
                <a:cubicBezTo>
                  <a:pt x="224" y="115"/>
                  <a:pt x="225" y="118"/>
                  <a:pt x="227" y="121"/>
                </a:cubicBezTo>
                <a:cubicBezTo>
                  <a:pt x="213" y="141"/>
                  <a:pt x="213" y="141"/>
                  <a:pt x="213" y="141"/>
                </a:cubicBezTo>
                <a:cubicBezTo>
                  <a:pt x="196" y="123"/>
                  <a:pt x="171" y="112"/>
                  <a:pt x="144" y="112"/>
                </a:cubicBezTo>
                <a:cubicBezTo>
                  <a:pt x="119" y="112"/>
                  <a:pt x="97" y="122"/>
                  <a:pt x="80" y="137"/>
                </a:cubicBezTo>
                <a:cubicBezTo>
                  <a:pt x="80" y="80"/>
                  <a:pt x="80" y="80"/>
                  <a:pt x="80" y="80"/>
                </a:cubicBezTo>
                <a:cubicBezTo>
                  <a:pt x="272" y="80"/>
                  <a:pt x="272" y="80"/>
                  <a:pt x="272" y="80"/>
                </a:cubicBezTo>
                <a:cubicBezTo>
                  <a:pt x="272" y="273"/>
                  <a:pt x="272" y="273"/>
                  <a:pt x="272" y="273"/>
                </a:cubicBezTo>
                <a:cubicBezTo>
                  <a:pt x="216" y="273"/>
                  <a:pt x="216" y="273"/>
                  <a:pt x="216" y="273"/>
                </a:cubicBezTo>
                <a:cubicBezTo>
                  <a:pt x="231" y="256"/>
                  <a:pt x="240" y="233"/>
                  <a:pt x="240" y="208"/>
                </a:cubicBezTo>
                <a:cubicBezTo>
                  <a:pt x="240" y="188"/>
                  <a:pt x="234" y="170"/>
                  <a:pt x="224" y="154"/>
                </a:cubicBezTo>
                <a:cubicBezTo>
                  <a:pt x="241" y="128"/>
                  <a:pt x="241" y="128"/>
                  <a:pt x="241" y="128"/>
                </a:cubicBezTo>
                <a:cubicBezTo>
                  <a:pt x="250" y="128"/>
                  <a:pt x="256" y="121"/>
                  <a:pt x="256" y="112"/>
                </a:cubicBezTo>
                <a:cubicBezTo>
                  <a:pt x="256" y="103"/>
                  <a:pt x="249" y="96"/>
                  <a:pt x="240" y="96"/>
                </a:cubicBezTo>
                <a:moveTo>
                  <a:pt x="144" y="128"/>
                </a:moveTo>
                <a:cubicBezTo>
                  <a:pt x="168" y="128"/>
                  <a:pt x="189" y="139"/>
                  <a:pt x="204" y="155"/>
                </a:cubicBezTo>
                <a:cubicBezTo>
                  <a:pt x="168" y="210"/>
                  <a:pt x="168" y="210"/>
                  <a:pt x="168" y="210"/>
                </a:cubicBezTo>
                <a:cubicBezTo>
                  <a:pt x="168" y="209"/>
                  <a:pt x="168" y="209"/>
                  <a:pt x="168" y="208"/>
                </a:cubicBezTo>
                <a:cubicBezTo>
                  <a:pt x="168" y="195"/>
                  <a:pt x="157" y="184"/>
                  <a:pt x="144" y="184"/>
                </a:cubicBezTo>
                <a:cubicBezTo>
                  <a:pt x="131" y="184"/>
                  <a:pt x="120" y="195"/>
                  <a:pt x="120" y="208"/>
                </a:cubicBezTo>
                <a:cubicBezTo>
                  <a:pt x="120" y="222"/>
                  <a:pt x="131" y="233"/>
                  <a:pt x="144" y="233"/>
                </a:cubicBezTo>
                <a:cubicBezTo>
                  <a:pt x="148" y="233"/>
                  <a:pt x="152" y="232"/>
                  <a:pt x="155" y="230"/>
                </a:cubicBezTo>
                <a:cubicBezTo>
                  <a:pt x="145" y="244"/>
                  <a:pt x="145" y="244"/>
                  <a:pt x="145" y="244"/>
                </a:cubicBezTo>
                <a:cubicBezTo>
                  <a:pt x="141" y="241"/>
                  <a:pt x="141" y="241"/>
                  <a:pt x="141" y="241"/>
                </a:cubicBezTo>
                <a:cubicBezTo>
                  <a:pt x="130" y="272"/>
                  <a:pt x="130" y="272"/>
                  <a:pt x="130" y="272"/>
                </a:cubicBezTo>
                <a:cubicBezTo>
                  <a:pt x="138" y="278"/>
                  <a:pt x="138" y="278"/>
                  <a:pt x="138" y="278"/>
                </a:cubicBezTo>
                <a:cubicBezTo>
                  <a:pt x="145" y="273"/>
                  <a:pt x="145" y="273"/>
                  <a:pt x="145" y="273"/>
                </a:cubicBezTo>
                <a:cubicBezTo>
                  <a:pt x="164" y="277"/>
                  <a:pt x="164" y="277"/>
                  <a:pt x="164" y="277"/>
                </a:cubicBezTo>
                <a:cubicBezTo>
                  <a:pt x="156" y="263"/>
                  <a:pt x="156" y="263"/>
                  <a:pt x="156" y="263"/>
                </a:cubicBezTo>
                <a:cubicBezTo>
                  <a:pt x="163" y="256"/>
                  <a:pt x="163" y="256"/>
                  <a:pt x="163" y="256"/>
                </a:cubicBezTo>
                <a:cubicBezTo>
                  <a:pt x="154" y="250"/>
                  <a:pt x="154" y="250"/>
                  <a:pt x="154" y="250"/>
                </a:cubicBezTo>
                <a:cubicBezTo>
                  <a:pt x="159" y="253"/>
                  <a:pt x="159" y="253"/>
                  <a:pt x="159" y="253"/>
                </a:cubicBezTo>
                <a:cubicBezTo>
                  <a:pt x="214" y="169"/>
                  <a:pt x="214" y="169"/>
                  <a:pt x="214" y="169"/>
                </a:cubicBezTo>
                <a:cubicBezTo>
                  <a:pt x="221" y="181"/>
                  <a:pt x="224" y="194"/>
                  <a:pt x="224" y="208"/>
                </a:cubicBezTo>
                <a:cubicBezTo>
                  <a:pt x="224" y="253"/>
                  <a:pt x="188" y="289"/>
                  <a:pt x="144" y="289"/>
                </a:cubicBezTo>
                <a:cubicBezTo>
                  <a:pt x="100" y="289"/>
                  <a:pt x="64" y="253"/>
                  <a:pt x="64" y="208"/>
                </a:cubicBezTo>
                <a:cubicBezTo>
                  <a:pt x="64" y="164"/>
                  <a:pt x="100" y="128"/>
                  <a:pt x="144" y="128"/>
                </a:cubicBezTo>
                <a:moveTo>
                  <a:pt x="152" y="208"/>
                </a:moveTo>
                <a:cubicBezTo>
                  <a:pt x="152" y="213"/>
                  <a:pt x="148" y="216"/>
                  <a:pt x="144" y="216"/>
                </a:cubicBezTo>
                <a:cubicBezTo>
                  <a:pt x="140" y="216"/>
                  <a:pt x="136" y="213"/>
                  <a:pt x="136" y="208"/>
                </a:cubicBezTo>
                <a:cubicBezTo>
                  <a:pt x="136" y="204"/>
                  <a:pt x="140" y="200"/>
                  <a:pt x="144" y="200"/>
                </a:cubicBezTo>
                <a:cubicBezTo>
                  <a:pt x="148" y="200"/>
                  <a:pt x="152" y="204"/>
                  <a:pt x="152" y="208"/>
                </a:cubicBezTo>
                <a:moveTo>
                  <a:pt x="337" y="208"/>
                </a:moveTo>
                <a:cubicBezTo>
                  <a:pt x="289" y="208"/>
                  <a:pt x="289" y="208"/>
                  <a:pt x="289" y="208"/>
                </a:cubicBezTo>
                <a:cubicBezTo>
                  <a:pt x="289" y="64"/>
                  <a:pt x="289" y="64"/>
                  <a:pt x="289" y="64"/>
                </a:cubicBezTo>
                <a:cubicBezTo>
                  <a:pt x="64" y="64"/>
                  <a:pt x="64" y="64"/>
                  <a:pt x="64" y="64"/>
                </a:cubicBezTo>
                <a:cubicBezTo>
                  <a:pt x="64" y="155"/>
                  <a:pt x="64" y="155"/>
                  <a:pt x="64" y="155"/>
                </a:cubicBezTo>
                <a:cubicBezTo>
                  <a:pt x="54" y="171"/>
                  <a:pt x="48" y="189"/>
                  <a:pt x="48" y="208"/>
                </a:cubicBezTo>
                <a:cubicBezTo>
                  <a:pt x="16" y="208"/>
                  <a:pt x="16" y="208"/>
                  <a:pt x="16" y="208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3"/>
                  <a:pt x="23" y="16"/>
                  <a:pt x="32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3"/>
                  <a:pt x="337" y="32"/>
                </a:cubicBezTo>
                <a:lnTo>
                  <a:pt x="337" y="208"/>
                </a:lnTo>
                <a:close/>
                <a:moveTo>
                  <a:pt x="240" y="249"/>
                </a:moveTo>
                <a:cubicBezTo>
                  <a:pt x="240" y="253"/>
                  <a:pt x="244" y="257"/>
                  <a:pt x="248" y="257"/>
                </a:cubicBezTo>
                <a:cubicBezTo>
                  <a:pt x="253" y="257"/>
                  <a:pt x="256" y="253"/>
                  <a:pt x="256" y="249"/>
                </a:cubicBezTo>
                <a:cubicBezTo>
                  <a:pt x="256" y="244"/>
                  <a:pt x="253" y="241"/>
                  <a:pt x="248" y="241"/>
                </a:cubicBezTo>
                <a:cubicBezTo>
                  <a:pt x="244" y="241"/>
                  <a:pt x="240" y="244"/>
                  <a:pt x="240" y="249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4" name="Freeform 24"/>
          <p:cNvSpPr>
            <a:spLocks noEditPoints="1"/>
          </p:cNvSpPr>
          <p:nvPr/>
        </p:nvSpPr>
        <p:spPr bwMode="auto">
          <a:xfrm>
            <a:off x="10799234" y="2021418"/>
            <a:ext cx="579967" cy="582084"/>
          </a:xfrm>
          <a:custGeom>
            <a:avLst/>
            <a:gdLst>
              <a:gd name="T0" fmla="*/ 193 w 353"/>
              <a:gd name="T1" fmla="*/ 96 h 353"/>
              <a:gd name="T2" fmla="*/ 225 w 353"/>
              <a:gd name="T3" fmla="*/ 32 h 353"/>
              <a:gd name="T4" fmla="*/ 160 w 353"/>
              <a:gd name="T5" fmla="*/ 0 h 353"/>
              <a:gd name="T6" fmla="*/ 128 w 353"/>
              <a:gd name="T7" fmla="*/ 64 h 353"/>
              <a:gd name="T8" fmla="*/ 144 w 353"/>
              <a:gd name="T9" fmla="*/ 32 h 353"/>
              <a:gd name="T10" fmla="*/ 193 w 353"/>
              <a:gd name="T11" fmla="*/ 16 h 353"/>
              <a:gd name="T12" fmla="*/ 209 w 353"/>
              <a:gd name="T13" fmla="*/ 64 h 353"/>
              <a:gd name="T14" fmla="*/ 160 w 353"/>
              <a:gd name="T15" fmla="*/ 80 h 353"/>
              <a:gd name="T16" fmla="*/ 144 w 353"/>
              <a:gd name="T17" fmla="*/ 32 h 353"/>
              <a:gd name="T18" fmla="*/ 56 w 353"/>
              <a:gd name="T19" fmla="*/ 233 h 353"/>
              <a:gd name="T20" fmla="*/ 168 w 353"/>
              <a:gd name="T21" fmla="*/ 176 h 353"/>
              <a:gd name="T22" fmla="*/ 176 w 353"/>
              <a:gd name="T23" fmla="*/ 241 h 353"/>
              <a:gd name="T24" fmla="*/ 185 w 353"/>
              <a:gd name="T25" fmla="*/ 176 h 353"/>
              <a:gd name="T26" fmla="*/ 297 w 353"/>
              <a:gd name="T27" fmla="*/ 233 h 353"/>
              <a:gd name="T28" fmla="*/ 313 w 353"/>
              <a:gd name="T29" fmla="*/ 233 h 353"/>
              <a:gd name="T30" fmla="*/ 305 w 353"/>
              <a:gd name="T31" fmla="*/ 160 h 353"/>
              <a:gd name="T32" fmla="*/ 185 w 353"/>
              <a:gd name="T33" fmla="*/ 120 h 353"/>
              <a:gd name="T34" fmla="*/ 168 w 353"/>
              <a:gd name="T35" fmla="*/ 120 h 353"/>
              <a:gd name="T36" fmla="*/ 48 w 353"/>
              <a:gd name="T37" fmla="*/ 160 h 353"/>
              <a:gd name="T38" fmla="*/ 40 w 353"/>
              <a:gd name="T39" fmla="*/ 233 h 353"/>
              <a:gd name="T40" fmla="*/ 64 w 353"/>
              <a:gd name="T41" fmla="*/ 257 h 353"/>
              <a:gd name="T42" fmla="*/ 0 w 353"/>
              <a:gd name="T43" fmla="*/ 289 h 353"/>
              <a:gd name="T44" fmla="*/ 32 w 353"/>
              <a:gd name="T45" fmla="*/ 353 h 353"/>
              <a:gd name="T46" fmla="*/ 96 w 353"/>
              <a:gd name="T47" fmla="*/ 321 h 353"/>
              <a:gd name="T48" fmla="*/ 64 w 353"/>
              <a:gd name="T49" fmla="*/ 257 h 353"/>
              <a:gd name="T50" fmla="*/ 64 w 353"/>
              <a:gd name="T51" fmla="*/ 337 h 353"/>
              <a:gd name="T52" fmla="*/ 16 w 353"/>
              <a:gd name="T53" fmla="*/ 321 h 353"/>
              <a:gd name="T54" fmla="*/ 32 w 353"/>
              <a:gd name="T55" fmla="*/ 273 h 353"/>
              <a:gd name="T56" fmla="*/ 80 w 353"/>
              <a:gd name="T57" fmla="*/ 289 h 353"/>
              <a:gd name="T58" fmla="*/ 321 w 353"/>
              <a:gd name="T59" fmla="*/ 257 h 353"/>
              <a:gd name="T60" fmla="*/ 257 w 353"/>
              <a:gd name="T61" fmla="*/ 289 h 353"/>
              <a:gd name="T62" fmla="*/ 289 w 353"/>
              <a:gd name="T63" fmla="*/ 353 h 353"/>
              <a:gd name="T64" fmla="*/ 353 w 353"/>
              <a:gd name="T65" fmla="*/ 321 h 353"/>
              <a:gd name="T66" fmla="*/ 321 w 353"/>
              <a:gd name="T67" fmla="*/ 257 h 353"/>
              <a:gd name="T68" fmla="*/ 321 w 353"/>
              <a:gd name="T69" fmla="*/ 337 h 353"/>
              <a:gd name="T70" fmla="*/ 273 w 353"/>
              <a:gd name="T71" fmla="*/ 321 h 353"/>
              <a:gd name="T72" fmla="*/ 289 w 353"/>
              <a:gd name="T73" fmla="*/ 273 h 353"/>
              <a:gd name="T74" fmla="*/ 337 w 353"/>
              <a:gd name="T75" fmla="*/ 289 h 353"/>
              <a:gd name="T76" fmla="*/ 193 w 353"/>
              <a:gd name="T77" fmla="*/ 257 h 353"/>
              <a:gd name="T78" fmla="*/ 128 w 353"/>
              <a:gd name="T79" fmla="*/ 289 h 353"/>
              <a:gd name="T80" fmla="*/ 160 w 353"/>
              <a:gd name="T81" fmla="*/ 353 h 353"/>
              <a:gd name="T82" fmla="*/ 225 w 353"/>
              <a:gd name="T83" fmla="*/ 321 h 353"/>
              <a:gd name="T84" fmla="*/ 193 w 353"/>
              <a:gd name="T85" fmla="*/ 257 h 353"/>
              <a:gd name="T86" fmla="*/ 193 w 353"/>
              <a:gd name="T87" fmla="*/ 337 h 353"/>
              <a:gd name="T88" fmla="*/ 144 w 353"/>
              <a:gd name="T89" fmla="*/ 321 h 353"/>
              <a:gd name="T90" fmla="*/ 160 w 353"/>
              <a:gd name="T91" fmla="*/ 273 h 353"/>
              <a:gd name="T92" fmla="*/ 209 w 353"/>
              <a:gd name="T93" fmla="*/ 289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353" h="353">
                <a:moveTo>
                  <a:pt x="160" y="96"/>
                </a:moveTo>
                <a:cubicBezTo>
                  <a:pt x="193" y="96"/>
                  <a:pt x="193" y="96"/>
                  <a:pt x="193" y="96"/>
                </a:cubicBezTo>
                <a:cubicBezTo>
                  <a:pt x="210" y="96"/>
                  <a:pt x="225" y="82"/>
                  <a:pt x="225" y="64"/>
                </a:cubicBezTo>
                <a:cubicBezTo>
                  <a:pt x="225" y="32"/>
                  <a:pt x="225" y="32"/>
                  <a:pt x="225" y="32"/>
                </a:cubicBezTo>
                <a:cubicBezTo>
                  <a:pt x="225" y="14"/>
                  <a:pt x="210" y="0"/>
                  <a:pt x="193" y="0"/>
                </a:cubicBezTo>
                <a:cubicBezTo>
                  <a:pt x="160" y="0"/>
                  <a:pt x="160" y="0"/>
                  <a:pt x="160" y="0"/>
                </a:cubicBezTo>
                <a:cubicBezTo>
                  <a:pt x="143" y="0"/>
                  <a:pt x="128" y="14"/>
                  <a:pt x="128" y="32"/>
                </a:cubicBezTo>
                <a:cubicBezTo>
                  <a:pt x="128" y="64"/>
                  <a:pt x="128" y="64"/>
                  <a:pt x="128" y="64"/>
                </a:cubicBezTo>
                <a:cubicBezTo>
                  <a:pt x="128" y="82"/>
                  <a:pt x="143" y="96"/>
                  <a:pt x="160" y="96"/>
                </a:cubicBezTo>
                <a:moveTo>
                  <a:pt x="144" y="32"/>
                </a:moveTo>
                <a:cubicBezTo>
                  <a:pt x="144" y="23"/>
                  <a:pt x="152" y="16"/>
                  <a:pt x="160" y="16"/>
                </a:cubicBezTo>
                <a:cubicBezTo>
                  <a:pt x="193" y="16"/>
                  <a:pt x="193" y="16"/>
                  <a:pt x="193" y="16"/>
                </a:cubicBezTo>
                <a:cubicBezTo>
                  <a:pt x="201" y="16"/>
                  <a:pt x="209" y="23"/>
                  <a:pt x="209" y="32"/>
                </a:cubicBezTo>
                <a:cubicBezTo>
                  <a:pt x="209" y="64"/>
                  <a:pt x="209" y="64"/>
                  <a:pt x="209" y="64"/>
                </a:cubicBezTo>
                <a:cubicBezTo>
                  <a:pt x="209" y="73"/>
                  <a:pt x="201" y="80"/>
                  <a:pt x="193" y="80"/>
                </a:cubicBezTo>
                <a:cubicBezTo>
                  <a:pt x="160" y="80"/>
                  <a:pt x="160" y="80"/>
                  <a:pt x="160" y="80"/>
                </a:cubicBezTo>
                <a:cubicBezTo>
                  <a:pt x="152" y="80"/>
                  <a:pt x="144" y="73"/>
                  <a:pt x="144" y="64"/>
                </a:cubicBezTo>
                <a:lnTo>
                  <a:pt x="144" y="32"/>
                </a:lnTo>
                <a:close/>
                <a:moveTo>
                  <a:pt x="48" y="241"/>
                </a:moveTo>
                <a:cubicBezTo>
                  <a:pt x="52" y="241"/>
                  <a:pt x="56" y="237"/>
                  <a:pt x="56" y="233"/>
                </a:cubicBezTo>
                <a:cubicBezTo>
                  <a:pt x="56" y="176"/>
                  <a:pt x="56" y="176"/>
                  <a:pt x="56" y="176"/>
                </a:cubicBezTo>
                <a:cubicBezTo>
                  <a:pt x="168" y="176"/>
                  <a:pt x="168" y="176"/>
                  <a:pt x="168" y="176"/>
                </a:cubicBezTo>
                <a:cubicBezTo>
                  <a:pt x="168" y="233"/>
                  <a:pt x="168" y="233"/>
                  <a:pt x="168" y="233"/>
                </a:cubicBezTo>
                <a:cubicBezTo>
                  <a:pt x="168" y="237"/>
                  <a:pt x="172" y="241"/>
                  <a:pt x="176" y="241"/>
                </a:cubicBezTo>
                <a:cubicBezTo>
                  <a:pt x="181" y="241"/>
                  <a:pt x="185" y="237"/>
                  <a:pt x="185" y="233"/>
                </a:cubicBezTo>
                <a:cubicBezTo>
                  <a:pt x="185" y="176"/>
                  <a:pt x="185" y="176"/>
                  <a:pt x="185" y="176"/>
                </a:cubicBezTo>
                <a:cubicBezTo>
                  <a:pt x="297" y="176"/>
                  <a:pt x="297" y="176"/>
                  <a:pt x="297" y="176"/>
                </a:cubicBezTo>
                <a:cubicBezTo>
                  <a:pt x="297" y="233"/>
                  <a:pt x="297" y="233"/>
                  <a:pt x="297" y="233"/>
                </a:cubicBezTo>
                <a:cubicBezTo>
                  <a:pt x="297" y="237"/>
                  <a:pt x="301" y="241"/>
                  <a:pt x="305" y="241"/>
                </a:cubicBezTo>
                <a:cubicBezTo>
                  <a:pt x="309" y="241"/>
                  <a:pt x="313" y="237"/>
                  <a:pt x="313" y="233"/>
                </a:cubicBezTo>
                <a:cubicBezTo>
                  <a:pt x="313" y="168"/>
                  <a:pt x="313" y="168"/>
                  <a:pt x="313" y="168"/>
                </a:cubicBezTo>
                <a:cubicBezTo>
                  <a:pt x="313" y="164"/>
                  <a:pt x="309" y="160"/>
                  <a:pt x="305" y="160"/>
                </a:cubicBezTo>
                <a:cubicBezTo>
                  <a:pt x="185" y="160"/>
                  <a:pt x="185" y="160"/>
                  <a:pt x="185" y="160"/>
                </a:cubicBezTo>
                <a:cubicBezTo>
                  <a:pt x="185" y="120"/>
                  <a:pt x="185" y="120"/>
                  <a:pt x="185" y="120"/>
                </a:cubicBezTo>
                <a:cubicBezTo>
                  <a:pt x="185" y="116"/>
                  <a:pt x="181" y="112"/>
                  <a:pt x="176" y="112"/>
                </a:cubicBezTo>
                <a:cubicBezTo>
                  <a:pt x="172" y="112"/>
                  <a:pt x="168" y="116"/>
                  <a:pt x="168" y="120"/>
                </a:cubicBezTo>
                <a:cubicBezTo>
                  <a:pt x="168" y="160"/>
                  <a:pt x="168" y="160"/>
                  <a:pt x="168" y="160"/>
                </a:cubicBezTo>
                <a:cubicBezTo>
                  <a:pt x="48" y="160"/>
                  <a:pt x="48" y="160"/>
                  <a:pt x="48" y="160"/>
                </a:cubicBezTo>
                <a:cubicBezTo>
                  <a:pt x="44" y="160"/>
                  <a:pt x="40" y="164"/>
                  <a:pt x="40" y="168"/>
                </a:cubicBezTo>
                <a:cubicBezTo>
                  <a:pt x="40" y="233"/>
                  <a:pt x="40" y="233"/>
                  <a:pt x="40" y="233"/>
                </a:cubicBezTo>
                <a:cubicBezTo>
                  <a:pt x="40" y="237"/>
                  <a:pt x="44" y="241"/>
                  <a:pt x="48" y="241"/>
                </a:cubicBezTo>
                <a:moveTo>
                  <a:pt x="64" y="257"/>
                </a:moveTo>
                <a:cubicBezTo>
                  <a:pt x="32" y="257"/>
                  <a:pt x="32" y="257"/>
                  <a:pt x="32" y="257"/>
                </a:cubicBezTo>
                <a:cubicBezTo>
                  <a:pt x="14" y="257"/>
                  <a:pt x="0" y="271"/>
                  <a:pt x="0" y="289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4" y="353"/>
                  <a:pt x="32" y="353"/>
                </a:cubicBezTo>
                <a:cubicBezTo>
                  <a:pt x="64" y="353"/>
                  <a:pt x="64" y="353"/>
                  <a:pt x="64" y="353"/>
                </a:cubicBezTo>
                <a:cubicBezTo>
                  <a:pt x="82" y="353"/>
                  <a:pt x="96" y="339"/>
                  <a:pt x="96" y="321"/>
                </a:cubicBezTo>
                <a:cubicBezTo>
                  <a:pt x="96" y="289"/>
                  <a:pt x="96" y="289"/>
                  <a:pt x="96" y="289"/>
                </a:cubicBezTo>
                <a:cubicBezTo>
                  <a:pt x="96" y="271"/>
                  <a:pt x="82" y="257"/>
                  <a:pt x="64" y="257"/>
                </a:cubicBezTo>
                <a:moveTo>
                  <a:pt x="80" y="321"/>
                </a:moveTo>
                <a:cubicBezTo>
                  <a:pt x="80" y="330"/>
                  <a:pt x="73" y="337"/>
                  <a:pt x="64" y="337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23" y="337"/>
                  <a:pt x="16" y="330"/>
                  <a:pt x="16" y="321"/>
                </a:cubicBezTo>
                <a:cubicBezTo>
                  <a:pt x="16" y="289"/>
                  <a:pt x="16" y="289"/>
                  <a:pt x="16" y="289"/>
                </a:cubicBezTo>
                <a:cubicBezTo>
                  <a:pt x="16" y="280"/>
                  <a:pt x="23" y="273"/>
                  <a:pt x="32" y="273"/>
                </a:cubicBezTo>
                <a:cubicBezTo>
                  <a:pt x="64" y="273"/>
                  <a:pt x="64" y="273"/>
                  <a:pt x="64" y="273"/>
                </a:cubicBezTo>
                <a:cubicBezTo>
                  <a:pt x="73" y="273"/>
                  <a:pt x="80" y="280"/>
                  <a:pt x="80" y="289"/>
                </a:cubicBezTo>
                <a:lnTo>
                  <a:pt x="80" y="321"/>
                </a:lnTo>
                <a:close/>
                <a:moveTo>
                  <a:pt x="321" y="257"/>
                </a:moveTo>
                <a:cubicBezTo>
                  <a:pt x="289" y="257"/>
                  <a:pt x="289" y="257"/>
                  <a:pt x="289" y="257"/>
                </a:cubicBezTo>
                <a:cubicBezTo>
                  <a:pt x="271" y="257"/>
                  <a:pt x="257" y="271"/>
                  <a:pt x="257" y="289"/>
                </a:cubicBezTo>
                <a:cubicBezTo>
                  <a:pt x="257" y="321"/>
                  <a:pt x="257" y="321"/>
                  <a:pt x="257" y="321"/>
                </a:cubicBezTo>
                <a:cubicBezTo>
                  <a:pt x="257" y="339"/>
                  <a:pt x="271" y="353"/>
                  <a:pt x="289" y="353"/>
                </a:cubicBezTo>
                <a:cubicBezTo>
                  <a:pt x="321" y="353"/>
                  <a:pt x="321" y="353"/>
                  <a:pt x="321" y="353"/>
                </a:cubicBezTo>
                <a:cubicBezTo>
                  <a:pt x="339" y="353"/>
                  <a:pt x="353" y="339"/>
                  <a:pt x="353" y="321"/>
                </a:cubicBezTo>
                <a:cubicBezTo>
                  <a:pt x="353" y="289"/>
                  <a:pt x="353" y="289"/>
                  <a:pt x="353" y="289"/>
                </a:cubicBezTo>
                <a:cubicBezTo>
                  <a:pt x="353" y="271"/>
                  <a:pt x="339" y="257"/>
                  <a:pt x="321" y="257"/>
                </a:cubicBezTo>
                <a:moveTo>
                  <a:pt x="337" y="321"/>
                </a:moveTo>
                <a:cubicBezTo>
                  <a:pt x="337" y="330"/>
                  <a:pt x="330" y="337"/>
                  <a:pt x="321" y="337"/>
                </a:cubicBezTo>
                <a:cubicBezTo>
                  <a:pt x="289" y="337"/>
                  <a:pt x="289" y="337"/>
                  <a:pt x="289" y="337"/>
                </a:cubicBezTo>
                <a:cubicBezTo>
                  <a:pt x="280" y="337"/>
                  <a:pt x="273" y="330"/>
                  <a:pt x="273" y="321"/>
                </a:cubicBezTo>
                <a:cubicBezTo>
                  <a:pt x="273" y="289"/>
                  <a:pt x="273" y="289"/>
                  <a:pt x="273" y="289"/>
                </a:cubicBezTo>
                <a:cubicBezTo>
                  <a:pt x="273" y="280"/>
                  <a:pt x="280" y="273"/>
                  <a:pt x="289" y="273"/>
                </a:cubicBezTo>
                <a:cubicBezTo>
                  <a:pt x="321" y="273"/>
                  <a:pt x="321" y="273"/>
                  <a:pt x="321" y="273"/>
                </a:cubicBezTo>
                <a:cubicBezTo>
                  <a:pt x="330" y="273"/>
                  <a:pt x="337" y="280"/>
                  <a:pt x="337" y="289"/>
                </a:cubicBezTo>
                <a:lnTo>
                  <a:pt x="337" y="321"/>
                </a:lnTo>
                <a:close/>
                <a:moveTo>
                  <a:pt x="193" y="257"/>
                </a:moveTo>
                <a:cubicBezTo>
                  <a:pt x="160" y="257"/>
                  <a:pt x="160" y="257"/>
                  <a:pt x="160" y="257"/>
                </a:cubicBezTo>
                <a:cubicBezTo>
                  <a:pt x="143" y="257"/>
                  <a:pt x="128" y="271"/>
                  <a:pt x="128" y="289"/>
                </a:cubicBezTo>
                <a:cubicBezTo>
                  <a:pt x="128" y="321"/>
                  <a:pt x="128" y="321"/>
                  <a:pt x="128" y="321"/>
                </a:cubicBezTo>
                <a:cubicBezTo>
                  <a:pt x="128" y="339"/>
                  <a:pt x="143" y="353"/>
                  <a:pt x="160" y="353"/>
                </a:cubicBezTo>
                <a:cubicBezTo>
                  <a:pt x="193" y="353"/>
                  <a:pt x="193" y="353"/>
                  <a:pt x="193" y="353"/>
                </a:cubicBezTo>
                <a:cubicBezTo>
                  <a:pt x="210" y="353"/>
                  <a:pt x="225" y="339"/>
                  <a:pt x="225" y="321"/>
                </a:cubicBezTo>
                <a:cubicBezTo>
                  <a:pt x="225" y="289"/>
                  <a:pt x="225" y="289"/>
                  <a:pt x="225" y="289"/>
                </a:cubicBezTo>
                <a:cubicBezTo>
                  <a:pt x="225" y="271"/>
                  <a:pt x="210" y="257"/>
                  <a:pt x="193" y="257"/>
                </a:cubicBezTo>
                <a:moveTo>
                  <a:pt x="209" y="321"/>
                </a:moveTo>
                <a:cubicBezTo>
                  <a:pt x="209" y="330"/>
                  <a:pt x="201" y="337"/>
                  <a:pt x="193" y="337"/>
                </a:cubicBezTo>
                <a:cubicBezTo>
                  <a:pt x="160" y="337"/>
                  <a:pt x="160" y="337"/>
                  <a:pt x="160" y="337"/>
                </a:cubicBezTo>
                <a:cubicBezTo>
                  <a:pt x="152" y="337"/>
                  <a:pt x="144" y="330"/>
                  <a:pt x="144" y="321"/>
                </a:cubicBezTo>
                <a:cubicBezTo>
                  <a:pt x="144" y="289"/>
                  <a:pt x="144" y="289"/>
                  <a:pt x="144" y="289"/>
                </a:cubicBezTo>
                <a:cubicBezTo>
                  <a:pt x="144" y="280"/>
                  <a:pt x="152" y="273"/>
                  <a:pt x="160" y="273"/>
                </a:cubicBezTo>
                <a:cubicBezTo>
                  <a:pt x="193" y="273"/>
                  <a:pt x="193" y="273"/>
                  <a:pt x="193" y="273"/>
                </a:cubicBezTo>
                <a:cubicBezTo>
                  <a:pt x="201" y="273"/>
                  <a:pt x="209" y="280"/>
                  <a:pt x="209" y="289"/>
                </a:cubicBezTo>
                <a:lnTo>
                  <a:pt x="209" y="32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5" name="Freeform 25"/>
          <p:cNvSpPr>
            <a:spLocks noEditPoints="1"/>
          </p:cNvSpPr>
          <p:nvPr/>
        </p:nvSpPr>
        <p:spPr bwMode="auto">
          <a:xfrm>
            <a:off x="840318" y="3132669"/>
            <a:ext cx="529167" cy="579967"/>
          </a:xfrm>
          <a:custGeom>
            <a:avLst/>
            <a:gdLst>
              <a:gd name="T0" fmla="*/ 152 w 321"/>
              <a:gd name="T1" fmla="*/ 257 h 353"/>
              <a:gd name="T2" fmla="*/ 120 w 321"/>
              <a:gd name="T3" fmla="*/ 225 h 353"/>
              <a:gd name="T4" fmla="*/ 177 w 321"/>
              <a:gd name="T5" fmla="*/ 177 h 353"/>
              <a:gd name="T6" fmla="*/ 144 w 321"/>
              <a:gd name="T7" fmla="*/ 209 h 353"/>
              <a:gd name="T8" fmla="*/ 177 w 321"/>
              <a:gd name="T9" fmla="*/ 177 h 353"/>
              <a:gd name="T10" fmla="*/ 193 w 321"/>
              <a:gd name="T11" fmla="*/ 177 h 353"/>
              <a:gd name="T12" fmla="*/ 225 w 321"/>
              <a:gd name="T13" fmla="*/ 209 h 353"/>
              <a:gd name="T14" fmla="*/ 169 w 321"/>
              <a:gd name="T15" fmla="*/ 257 h 353"/>
              <a:gd name="T16" fmla="*/ 201 w 321"/>
              <a:gd name="T17" fmla="*/ 225 h 353"/>
              <a:gd name="T18" fmla="*/ 169 w 321"/>
              <a:gd name="T19" fmla="*/ 257 h 353"/>
              <a:gd name="T20" fmla="*/ 96 w 321"/>
              <a:gd name="T21" fmla="*/ 177 h 353"/>
              <a:gd name="T22" fmla="*/ 128 w 321"/>
              <a:gd name="T23" fmla="*/ 209 h 353"/>
              <a:gd name="T24" fmla="*/ 161 w 321"/>
              <a:gd name="T25" fmla="*/ 0 h 353"/>
              <a:gd name="T26" fmla="*/ 225 w 321"/>
              <a:gd name="T27" fmla="*/ 64 h 353"/>
              <a:gd name="T28" fmla="*/ 217 w 321"/>
              <a:gd name="T29" fmla="*/ 257 h 353"/>
              <a:gd name="T30" fmla="*/ 249 w 321"/>
              <a:gd name="T31" fmla="*/ 225 h 353"/>
              <a:gd name="T32" fmla="*/ 217 w 321"/>
              <a:gd name="T33" fmla="*/ 257 h 353"/>
              <a:gd name="T34" fmla="*/ 273 w 321"/>
              <a:gd name="T35" fmla="*/ 209 h 353"/>
              <a:gd name="T36" fmla="*/ 241 w 321"/>
              <a:gd name="T37" fmla="*/ 177 h 353"/>
              <a:gd name="T38" fmla="*/ 289 w 321"/>
              <a:gd name="T39" fmla="*/ 129 h 353"/>
              <a:gd name="T40" fmla="*/ 0 w 321"/>
              <a:gd name="T41" fmla="*/ 161 h 353"/>
              <a:gd name="T42" fmla="*/ 32 w 321"/>
              <a:gd name="T43" fmla="*/ 353 h 353"/>
              <a:gd name="T44" fmla="*/ 321 w 321"/>
              <a:gd name="T45" fmla="*/ 321 h 353"/>
              <a:gd name="T46" fmla="*/ 289 w 321"/>
              <a:gd name="T47" fmla="*/ 129 h 353"/>
              <a:gd name="T48" fmla="*/ 289 w 321"/>
              <a:gd name="T49" fmla="*/ 337 h 353"/>
              <a:gd name="T50" fmla="*/ 16 w 321"/>
              <a:gd name="T51" fmla="*/ 321 h 353"/>
              <a:gd name="T52" fmla="*/ 32 w 321"/>
              <a:gd name="T53" fmla="*/ 145 h 353"/>
              <a:gd name="T54" fmla="*/ 305 w 321"/>
              <a:gd name="T55" fmla="*/ 161 h 353"/>
              <a:gd name="T56" fmla="*/ 88 w 321"/>
              <a:gd name="T57" fmla="*/ 305 h 353"/>
              <a:gd name="T58" fmla="*/ 233 w 321"/>
              <a:gd name="T59" fmla="*/ 273 h 353"/>
              <a:gd name="T60" fmla="*/ 88 w 321"/>
              <a:gd name="T61" fmla="*/ 305 h 353"/>
              <a:gd name="T62" fmla="*/ 48 w 321"/>
              <a:gd name="T63" fmla="*/ 177 h 353"/>
              <a:gd name="T64" fmla="*/ 80 w 321"/>
              <a:gd name="T65" fmla="*/ 209 h 353"/>
              <a:gd name="T66" fmla="*/ 104 w 321"/>
              <a:gd name="T67" fmla="*/ 225 h 353"/>
              <a:gd name="T68" fmla="*/ 72 w 321"/>
              <a:gd name="T69" fmla="*/ 257 h 353"/>
              <a:gd name="T70" fmla="*/ 104 w 321"/>
              <a:gd name="T71" fmla="*/ 225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321" h="353">
                <a:moveTo>
                  <a:pt x="120" y="257"/>
                </a:moveTo>
                <a:cubicBezTo>
                  <a:pt x="152" y="257"/>
                  <a:pt x="152" y="257"/>
                  <a:pt x="152" y="257"/>
                </a:cubicBezTo>
                <a:cubicBezTo>
                  <a:pt x="152" y="225"/>
                  <a:pt x="152" y="225"/>
                  <a:pt x="152" y="225"/>
                </a:cubicBezTo>
                <a:cubicBezTo>
                  <a:pt x="120" y="225"/>
                  <a:pt x="120" y="225"/>
                  <a:pt x="120" y="225"/>
                </a:cubicBezTo>
                <a:lnTo>
                  <a:pt x="120" y="257"/>
                </a:lnTo>
                <a:close/>
                <a:moveTo>
                  <a:pt x="177" y="177"/>
                </a:moveTo>
                <a:cubicBezTo>
                  <a:pt x="144" y="177"/>
                  <a:pt x="144" y="177"/>
                  <a:pt x="144" y="177"/>
                </a:cubicBezTo>
                <a:cubicBezTo>
                  <a:pt x="144" y="209"/>
                  <a:pt x="144" y="209"/>
                  <a:pt x="144" y="209"/>
                </a:cubicBezTo>
                <a:cubicBezTo>
                  <a:pt x="177" y="209"/>
                  <a:pt x="177" y="209"/>
                  <a:pt x="177" y="209"/>
                </a:cubicBezTo>
                <a:lnTo>
                  <a:pt x="177" y="177"/>
                </a:lnTo>
                <a:close/>
                <a:moveTo>
                  <a:pt x="225" y="177"/>
                </a:moveTo>
                <a:cubicBezTo>
                  <a:pt x="193" y="177"/>
                  <a:pt x="193" y="177"/>
                  <a:pt x="193" y="177"/>
                </a:cubicBezTo>
                <a:cubicBezTo>
                  <a:pt x="193" y="209"/>
                  <a:pt x="193" y="209"/>
                  <a:pt x="193" y="209"/>
                </a:cubicBezTo>
                <a:cubicBezTo>
                  <a:pt x="225" y="209"/>
                  <a:pt x="225" y="209"/>
                  <a:pt x="225" y="209"/>
                </a:cubicBezTo>
                <a:lnTo>
                  <a:pt x="225" y="177"/>
                </a:lnTo>
                <a:close/>
                <a:moveTo>
                  <a:pt x="169" y="257"/>
                </a:moveTo>
                <a:cubicBezTo>
                  <a:pt x="201" y="257"/>
                  <a:pt x="201" y="257"/>
                  <a:pt x="201" y="257"/>
                </a:cubicBezTo>
                <a:cubicBezTo>
                  <a:pt x="201" y="225"/>
                  <a:pt x="201" y="225"/>
                  <a:pt x="201" y="225"/>
                </a:cubicBezTo>
                <a:cubicBezTo>
                  <a:pt x="169" y="225"/>
                  <a:pt x="169" y="225"/>
                  <a:pt x="169" y="225"/>
                </a:cubicBezTo>
                <a:lnTo>
                  <a:pt x="169" y="257"/>
                </a:lnTo>
                <a:close/>
                <a:moveTo>
                  <a:pt x="128" y="177"/>
                </a:moveTo>
                <a:cubicBezTo>
                  <a:pt x="96" y="177"/>
                  <a:pt x="96" y="177"/>
                  <a:pt x="96" y="177"/>
                </a:cubicBezTo>
                <a:cubicBezTo>
                  <a:pt x="96" y="209"/>
                  <a:pt x="96" y="209"/>
                  <a:pt x="96" y="209"/>
                </a:cubicBezTo>
                <a:cubicBezTo>
                  <a:pt x="128" y="209"/>
                  <a:pt x="128" y="209"/>
                  <a:pt x="128" y="209"/>
                </a:cubicBezTo>
                <a:lnTo>
                  <a:pt x="128" y="177"/>
                </a:lnTo>
                <a:close/>
                <a:moveTo>
                  <a:pt x="161" y="0"/>
                </a:moveTo>
                <a:cubicBezTo>
                  <a:pt x="96" y="64"/>
                  <a:pt x="96" y="64"/>
                  <a:pt x="96" y="64"/>
                </a:cubicBezTo>
                <a:cubicBezTo>
                  <a:pt x="225" y="64"/>
                  <a:pt x="225" y="64"/>
                  <a:pt x="225" y="64"/>
                </a:cubicBezTo>
                <a:lnTo>
                  <a:pt x="161" y="0"/>
                </a:lnTo>
                <a:close/>
                <a:moveTo>
                  <a:pt x="217" y="257"/>
                </a:moveTo>
                <a:cubicBezTo>
                  <a:pt x="249" y="257"/>
                  <a:pt x="249" y="257"/>
                  <a:pt x="249" y="257"/>
                </a:cubicBezTo>
                <a:cubicBezTo>
                  <a:pt x="249" y="225"/>
                  <a:pt x="249" y="225"/>
                  <a:pt x="249" y="225"/>
                </a:cubicBezTo>
                <a:cubicBezTo>
                  <a:pt x="217" y="225"/>
                  <a:pt x="217" y="225"/>
                  <a:pt x="217" y="225"/>
                </a:cubicBezTo>
                <a:lnTo>
                  <a:pt x="217" y="257"/>
                </a:lnTo>
                <a:close/>
                <a:moveTo>
                  <a:pt x="241" y="209"/>
                </a:moveTo>
                <a:cubicBezTo>
                  <a:pt x="273" y="209"/>
                  <a:pt x="273" y="209"/>
                  <a:pt x="273" y="209"/>
                </a:cubicBezTo>
                <a:cubicBezTo>
                  <a:pt x="273" y="177"/>
                  <a:pt x="273" y="177"/>
                  <a:pt x="273" y="177"/>
                </a:cubicBezTo>
                <a:cubicBezTo>
                  <a:pt x="241" y="177"/>
                  <a:pt x="241" y="177"/>
                  <a:pt x="241" y="177"/>
                </a:cubicBezTo>
                <a:lnTo>
                  <a:pt x="241" y="209"/>
                </a:lnTo>
                <a:close/>
                <a:moveTo>
                  <a:pt x="289" y="129"/>
                </a:moveTo>
                <a:cubicBezTo>
                  <a:pt x="32" y="129"/>
                  <a:pt x="32" y="129"/>
                  <a:pt x="32" y="129"/>
                </a:cubicBezTo>
                <a:cubicBezTo>
                  <a:pt x="14" y="129"/>
                  <a:pt x="0" y="143"/>
                  <a:pt x="0" y="161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4" y="353"/>
                  <a:pt x="32" y="353"/>
                </a:cubicBezTo>
                <a:cubicBezTo>
                  <a:pt x="289" y="353"/>
                  <a:pt x="289" y="353"/>
                  <a:pt x="289" y="353"/>
                </a:cubicBezTo>
                <a:cubicBezTo>
                  <a:pt x="307" y="353"/>
                  <a:pt x="321" y="339"/>
                  <a:pt x="321" y="321"/>
                </a:cubicBezTo>
                <a:cubicBezTo>
                  <a:pt x="321" y="161"/>
                  <a:pt x="321" y="161"/>
                  <a:pt x="321" y="161"/>
                </a:cubicBezTo>
                <a:cubicBezTo>
                  <a:pt x="321" y="143"/>
                  <a:pt x="307" y="129"/>
                  <a:pt x="289" y="129"/>
                </a:cubicBezTo>
                <a:moveTo>
                  <a:pt x="305" y="321"/>
                </a:moveTo>
                <a:cubicBezTo>
                  <a:pt x="305" y="330"/>
                  <a:pt x="298" y="337"/>
                  <a:pt x="289" y="337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23" y="337"/>
                  <a:pt x="16" y="330"/>
                  <a:pt x="16" y="321"/>
                </a:cubicBezTo>
                <a:cubicBezTo>
                  <a:pt x="16" y="161"/>
                  <a:pt x="16" y="161"/>
                  <a:pt x="16" y="161"/>
                </a:cubicBezTo>
                <a:cubicBezTo>
                  <a:pt x="16" y="152"/>
                  <a:pt x="23" y="145"/>
                  <a:pt x="32" y="145"/>
                </a:cubicBezTo>
                <a:cubicBezTo>
                  <a:pt x="289" y="145"/>
                  <a:pt x="289" y="145"/>
                  <a:pt x="289" y="145"/>
                </a:cubicBezTo>
                <a:cubicBezTo>
                  <a:pt x="298" y="145"/>
                  <a:pt x="305" y="152"/>
                  <a:pt x="305" y="161"/>
                </a:cubicBezTo>
                <a:lnTo>
                  <a:pt x="305" y="321"/>
                </a:lnTo>
                <a:close/>
                <a:moveTo>
                  <a:pt x="88" y="305"/>
                </a:moveTo>
                <a:cubicBezTo>
                  <a:pt x="233" y="305"/>
                  <a:pt x="233" y="305"/>
                  <a:pt x="233" y="305"/>
                </a:cubicBezTo>
                <a:cubicBezTo>
                  <a:pt x="233" y="273"/>
                  <a:pt x="233" y="273"/>
                  <a:pt x="233" y="273"/>
                </a:cubicBezTo>
                <a:cubicBezTo>
                  <a:pt x="88" y="273"/>
                  <a:pt x="88" y="273"/>
                  <a:pt x="88" y="273"/>
                </a:cubicBezTo>
                <a:lnTo>
                  <a:pt x="88" y="305"/>
                </a:lnTo>
                <a:close/>
                <a:moveTo>
                  <a:pt x="80" y="177"/>
                </a:moveTo>
                <a:cubicBezTo>
                  <a:pt x="48" y="177"/>
                  <a:pt x="48" y="177"/>
                  <a:pt x="48" y="177"/>
                </a:cubicBezTo>
                <a:cubicBezTo>
                  <a:pt x="48" y="209"/>
                  <a:pt x="48" y="209"/>
                  <a:pt x="48" y="209"/>
                </a:cubicBezTo>
                <a:cubicBezTo>
                  <a:pt x="80" y="209"/>
                  <a:pt x="80" y="209"/>
                  <a:pt x="80" y="209"/>
                </a:cubicBezTo>
                <a:lnTo>
                  <a:pt x="80" y="177"/>
                </a:lnTo>
                <a:close/>
                <a:moveTo>
                  <a:pt x="104" y="225"/>
                </a:moveTo>
                <a:cubicBezTo>
                  <a:pt x="72" y="225"/>
                  <a:pt x="72" y="225"/>
                  <a:pt x="72" y="225"/>
                </a:cubicBezTo>
                <a:cubicBezTo>
                  <a:pt x="72" y="257"/>
                  <a:pt x="72" y="257"/>
                  <a:pt x="72" y="257"/>
                </a:cubicBezTo>
                <a:cubicBezTo>
                  <a:pt x="104" y="257"/>
                  <a:pt x="104" y="257"/>
                  <a:pt x="104" y="257"/>
                </a:cubicBezTo>
                <a:lnTo>
                  <a:pt x="104" y="225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6" name="Freeform 26"/>
          <p:cNvSpPr>
            <a:spLocks noEditPoints="1"/>
          </p:cNvSpPr>
          <p:nvPr/>
        </p:nvSpPr>
        <p:spPr bwMode="auto">
          <a:xfrm>
            <a:off x="1949451" y="3132669"/>
            <a:ext cx="529167" cy="579967"/>
          </a:xfrm>
          <a:custGeom>
            <a:avLst/>
            <a:gdLst>
              <a:gd name="T0" fmla="*/ 145 w 321"/>
              <a:gd name="T1" fmla="*/ 48 h 353"/>
              <a:gd name="T2" fmla="*/ 177 w 321"/>
              <a:gd name="T3" fmla="*/ 80 h 353"/>
              <a:gd name="T4" fmla="*/ 121 w 321"/>
              <a:gd name="T5" fmla="*/ 129 h 353"/>
              <a:gd name="T6" fmla="*/ 153 w 321"/>
              <a:gd name="T7" fmla="*/ 96 h 353"/>
              <a:gd name="T8" fmla="*/ 121 w 321"/>
              <a:gd name="T9" fmla="*/ 129 h 353"/>
              <a:gd name="T10" fmla="*/ 193 w 321"/>
              <a:gd name="T11" fmla="*/ 48 h 353"/>
              <a:gd name="T12" fmla="*/ 225 w 321"/>
              <a:gd name="T13" fmla="*/ 80 h 353"/>
              <a:gd name="T14" fmla="*/ 161 w 321"/>
              <a:gd name="T15" fmla="*/ 353 h 353"/>
              <a:gd name="T16" fmla="*/ 97 w 321"/>
              <a:gd name="T17" fmla="*/ 289 h 353"/>
              <a:gd name="T18" fmla="*/ 169 w 321"/>
              <a:gd name="T19" fmla="*/ 129 h 353"/>
              <a:gd name="T20" fmla="*/ 201 w 321"/>
              <a:gd name="T21" fmla="*/ 96 h 353"/>
              <a:gd name="T22" fmla="*/ 169 w 321"/>
              <a:gd name="T23" fmla="*/ 129 h 353"/>
              <a:gd name="T24" fmla="*/ 97 w 321"/>
              <a:gd name="T25" fmla="*/ 48 h 353"/>
              <a:gd name="T26" fmla="*/ 129 w 321"/>
              <a:gd name="T27" fmla="*/ 80 h 353"/>
              <a:gd name="T28" fmla="*/ 241 w 321"/>
              <a:gd name="T29" fmla="*/ 80 h 353"/>
              <a:gd name="T30" fmla="*/ 273 w 321"/>
              <a:gd name="T31" fmla="*/ 48 h 353"/>
              <a:gd name="T32" fmla="*/ 241 w 321"/>
              <a:gd name="T33" fmla="*/ 80 h 353"/>
              <a:gd name="T34" fmla="*/ 32 w 321"/>
              <a:gd name="T35" fmla="*/ 0 h 353"/>
              <a:gd name="T36" fmla="*/ 0 w 321"/>
              <a:gd name="T37" fmla="*/ 193 h 353"/>
              <a:gd name="T38" fmla="*/ 289 w 321"/>
              <a:gd name="T39" fmla="*/ 225 h 353"/>
              <a:gd name="T40" fmla="*/ 321 w 321"/>
              <a:gd name="T41" fmla="*/ 32 h 353"/>
              <a:gd name="T42" fmla="*/ 305 w 321"/>
              <a:gd name="T43" fmla="*/ 193 h 353"/>
              <a:gd name="T44" fmla="*/ 32 w 321"/>
              <a:gd name="T45" fmla="*/ 209 h 353"/>
              <a:gd name="T46" fmla="*/ 16 w 321"/>
              <a:gd name="T47" fmla="*/ 32 h 353"/>
              <a:gd name="T48" fmla="*/ 289 w 321"/>
              <a:gd name="T49" fmla="*/ 16 h 353"/>
              <a:gd name="T50" fmla="*/ 305 w 321"/>
              <a:gd name="T51" fmla="*/ 193 h 353"/>
              <a:gd name="T52" fmla="*/ 249 w 321"/>
              <a:gd name="T53" fmla="*/ 129 h 353"/>
              <a:gd name="T54" fmla="*/ 217 w 321"/>
              <a:gd name="T55" fmla="*/ 96 h 353"/>
              <a:gd name="T56" fmla="*/ 105 w 321"/>
              <a:gd name="T57" fmla="*/ 96 h 353"/>
              <a:gd name="T58" fmla="*/ 73 w 321"/>
              <a:gd name="T59" fmla="*/ 129 h 353"/>
              <a:gd name="T60" fmla="*/ 105 w 321"/>
              <a:gd name="T61" fmla="*/ 96 h 353"/>
              <a:gd name="T62" fmla="*/ 48 w 321"/>
              <a:gd name="T63" fmla="*/ 48 h 353"/>
              <a:gd name="T64" fmla="*/ 81 w 321"/>
              <a:gd name="T65" fmla="*/ 80 h 353"/>
              <a:gd name="T66" fmla="*/ 89 w 321"/>
              <a:gd name="T67" fmla="*/ 177 h 353"/>
              <a:gd name="T68" fmla="*/ 233 w 321"/>
              <a:gd name="T69" fmla="*/ 145 h 353"/>
              <a:gd name="T70" fmla="*/ 89 w 321"/>
              <a:gd name="T71" fmla="*/ 177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321" h="353">
                <a:moveTo>
                  <a:pt x="177" y="48"/>
                </a:moveTo>
                <a:cubicBezTo>
                  <a:pt x="145" y="48"/>
                  <a:pt x="145" y="48"/>
                  <a:pt x="145" y="48"/>
                </a:cubicBezTo>
                <a:cubicBezTo>
                  <a:pt x="145" y="80"/>
                  <a:pt x="145" y="80"/>
                  <a:pt x="145" y="80"/>
                </a:cubicBezTo>
                <a:cubicBezTo>
                  <a:pt x="177" y="80"/>
                  <a:pt x="177" y="80"/>
                  <a:pt x="177" y="80"/>
                </a:cubicBezTo>
                <a:lnTo>
                  <a:pt x="177" y="48"/>
                </a:lnTo>
                <a:close/>
                <a:moveTo>
                  <a:pt x="121" y="129"/>
                </a:moveTo>
                <a:cubicBezTo>
                  <a:pt x="153" y="129"/>
                  <a:pt x="153" y="129"/>
                  <a:pt x="153" y="129"/>
                </a:cubicBezTo>
                <a:cubicBezTo>
                  <a:pt x="153" y="96"/>
                  <a:pt x="153" y="96"/>
                  <a:pt x="153" y="96"/>
                </a:cubicBezTo>
                <a:cubicBezTo>
                  <a:pt x="121" y="96"/>
                  <a:pt x="121" y="96"/>
                  <a:pt x="121" y="96"/>
                </a:cubicBezTo>
                <a:lnTo>
                  <a:pt x="121" y="129"/>
                </a:lnTo>
                <a:close/>
                <a:moveTo>
                  <a:pt x="225" y="48"/>
                </a:moveTo>
                <a:cubicBezTo>
                  <a:pt x="193" y="48"/>
                  <a:pt x="193" y="48"/>
                  <a:pt x="193" y="48"/>
                </a:cubicBezTo>
                <a:cubicBezTo>
                  <a:pt x="193" y="80"/>
                  <a:pt x="193" y="80"/>
                  <a:pt x="193" y="80"/>
                </a:cubicBezTo>
                <a:cubicBezTo>
                  <a:pt x="225" y="80"/>
                  <a:pt x="225" y="80"/>
                  <a:pt x="225" y="80"/>
                </a:cubicBezTo>
                <a:lnTo>
                  <a:pt x="225" y="48"/>
                </a:lnTo>
                <a:close/>
                <a:moveTo>
                  <a:pt x="161" y="353"/>
                </a:moveTo>
                <a:cubicBezTo>
                  <a:pt x="225" y="289"/>
                  <a:pt x="225" y="289"/>
                  <a:pt x="225" y="289"/>
                </a:cubicBezTo>
                <a:cubicBezTo>
                  <a:pt x="97" y="289"/>
                  <a:pt x="97" y="289"/>
                  <a:pt x="97" y="289"/>
                </a:cubicBezTo>
                <a:lnTo>
                  <a:pt x="161" y="353"/>
                </a:lnTo>
                <a:close/>
                <a:moveTo>
                  <a:pt x="169" y="129"/>
                </a:moveTo>
                <a:cubicBezTo>
                  <a:pt x="201" y="129"/>
                  <a:pt x="201" y="129"/>
                  <a:pt x="201" y="129"/>
                </a:cubicBezTo>
                <a:cubicBezTo>
                  <a:pt x="201" y="96"/>
                  <a:pt x="201" y="96"/>
                  <a:pt x="201" y="96"/>
                </a:cubicBezTo>
                <a:cubicBezTo>
                  <a:pt x="169" y="96"/>
                  <a:pt x="169" y="96"/>
                  <a:pt x="169" y="96"/>
                </a:cubicBezTo>
                <a:lnTo>
                  <a:pt x="169" y="129"/>
                </a:lnTo>
                <a:close/>
                <a:moveTo>
                  <a:pt x="129" y="48"/>
                </a:moveTo>
                <a:cubicBezTo>
                  <a:pt x="97" y="48"/>
                  <a:pt x="97" y="48"/>
                  <a:pt x="97" y="48"/>
                </a:cubicBezTo>
                <a:cubicBezTo>
                  <a:pt x="97" y="80"/>
                  <a:pt x="97" y="80"/>
                  <a:pt x="97" y="80"/>
                </a:cubicBezTo>
                <a:cubicBezTo>
                  <a:pt x="129" y="80"/>
                  <a:pt x="129" y="80"/>
                  <a:pt x="129" y="80"/>
                </a:cubicBezTo>
                <a:lnTo>
                  <a:pt x="129" y="48"/>
                </a:lnTo>
                <a:close/>
                <a:moveTo>
                  <a:pt x="241" y="80"/>
                </a:moveTo>
                <a:cubicBezTo>
                  <a:pt x="273" y="80"/>
                  <a:pt x="273" y="80"/>
                  <a:pt x="273" y="80"/>
                </a:cubicBezTo>
                <a:cubicBezTo>
                  <a:pt x="273" y="48"/>
                  <a:pt x="273" y="48"/>
                  <a:pt x="273" y="48"/>
                </a:cubicBezTo>
                <a:cubicBezTo>
                  <a:pt x="241" y="48"/>
                  <a:pt x="241" y="48"/>
                  <a:pt x="241" y="48"/>
                </a:cubicBezTo>
                <a:lnTo>
                  <a:pt x="241" y="80"/>
                </a:lnTo>
                <a:close/>
                <a:moveTo>
                  <a:pt x="289" y="0"/>
                </a:moveTo>
                <a:cubicBezTo>
                  <a:pt x="32" y="0"/>
                  <a:pt x="32" y="0"/>
                  <a:pt x="32" y="0"/>
                </a:cubicBezTo>
                <a:cubicBezTo>
                  <a:pt x="15" y="0"/>
                  <a:pt x="0" y="14"/>
                  <a:pt x="0" y="32"/>
                </a:cubicBezTo>
                <a:cubicBezTo>
                  <a:pt x="0" y="193"/>
                  <a:pt x="0" y="193"/>
                  <a:pt x="0" y="193"/>
                </a:cubicBezTo>
                <a:cubicBezTo>
                  <a:pt x="0" y="210"/>
                  <a:pt x="15" y="225"/>
                  <a:pt x="32" y="225"/>
                </a:cubicBezTo>
                <a:cubicBezTo>
                  <a:pt x="289" y="225"/>
                  <a:pt x="289" y="225"/>
                  <a:pt x="289" y="225"/>
                </a:cubicBezTo>
                <a:cubicBezTo>
                  <a:pt x="307" y="225"/>
                  <a:pt x="321" y="210"/>
                  <a:pt x="321" y="193"/>
                </a:cubicBezTo>
                <a:cubicBezTo>
                  <a:pt x="321" y="32"/>
                  <a:pt x="321" y="32"/>
                  <a:pt x="321" y="32"/>
                </a:cubicBezTo>
                <a:cubicBezTo>
                  <a:pt x="321" y="14"/>
                  <a:pt x="307" y="0"/>
                  <a:pt x="289" y="0"/>
                </a:cubicBezTo>
                <a:moveTo>
                  <a:pt x="305" y="193"/>
                </a:moveTo>
                <a:cubicBezTo>
                  <a:pt x="305" y="202"/>
                  <a:pt x="298" y="209"/>
                  <a:pt x="289" y="209"/>
                </a:cubicBezTo>
                <a:cubicBezTo>
                  <a:pt x="32" y="209"/>
                  <a:pt x="32" y="209"/>
                  <a:pt x="32" y="209"/>
                </a:cubicBezTo>
                <a:cubicBezTo>
                  <a:pt x="24" y="209"/>
                  <a:pt x="16" y="202"/>
                  <a:pt x="16" y="193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3"/>
                  <a:pt x="24" y="16"/>
                  <a:pt x="32" y="16"/>
                </a:cubicBezTo>
                <a:cubicBezTo>
                  <a:pt x="289" y="16"/>
                  <a:pt x="289" y="16"/>
                  <a:pt x="289" y="16"/>
                </a:cubicBezTo>
                <a:cubicBezTo>
                  <a:pt x="298" y="16"/>
                  <a:pt x="305" y="23"/>
                  <a:pt x="305" y="32"/>
                </a:cubicBezTo>
                <a:lnTo>
                  <a:pt x="305" y="193"/>
                </a:lnTo>
                <a:close/>
                <a:moveTo>
                  <a:pt x="217" y="129"/>
                </a:moveTo>
                <a:cubicBezTo>
                  <a:pt x="249" y="129"/>
                  <a:pt x="249" y="129"/>
                  <a:pt x="249" y="129"/>
                </a:cubicBezTo>
                <a:cubicBezTo>
                  <a:pt x="249" y="96"/>
                  <a:pt x="249" y="96"/>
                  <a:pt x="249" y="96"/>
                </a:cubicBezTo>
                <a:cubicBezTo>
                  <a:pt x="217" y="96"/>
                  <a:pt x="217" y="96"/>
                  <a:pt x="217" y="96"/>
                </a:cubicBezTo>
                <a:lnTo>
                  <a:pt x="217" y="129"/>
                </a:lnTo>
                <a:close/>
                <a:moveTo>
                  <a:pt x="105" y="96"/>
                </a:moveTo>
                <a:cubicBezTo>
                  <a:pt x="73" y="96"/>
                  <a:pt x="73" y="96"/>
                  <a:pt x="73" y="96"/>
                </a:cubicBezTo>
                <a:cubicBezTo>
                  <a:pt x="73" y="129"/>
                  <a:pt x="73" y="129"/>
                  <a:pt x="73" y="129"/>
                </a:cubicBezTo>
                <a:cubicBezTo>
                  <a:pt x="105" y="129"/>
                  <a:pt x="105" y="129"/>
                  <a:pt x="105" y="129"/>
                </a:cubicBezTo>
                <a:lnTo>
                  <a:pt x="105" y="96"/>
                </a:lnTo>
                <a:close/>
                <a:moveTo>
                  <a:pt x="81" y="48"/>
                </a:moveTo>
                <a:cubicBezTo>
                  <a:pt x="48" y="48"/>
                  <a:pt x="48" y="48"/>
                  <a:pt x="48" y="48"/>
                </a:cubicBezTo>
                <a:cubicBezTo>
                  <a:pt x="48" y="80"/>
                  <a:pt x="48" y="80"/>
                  <a:pt x="48" y="80"/>
                </a:cubicBezTo>
                <a:cubicBezTo>
                  <a:pt x="81" y="80"/>
                  <a:pt x="81" y="80"/>
                  <a:pt x="81" y="80"/>
                </a:cubicBezTo>
                <a:lnTo>
                  <a:pt x="81" y="48"/>
                </a:lnTo>
                <a:close/>
                <a:moveTo>
                  <a:pt x="89" y="177"/>
                </a:moveTo>
                <a:cubicBezTo>
                  <a:pt x="233" y="177"/>
                  <a:pt x="233" y="177"/>
                  <a:pt x="233" y="177"/>
                </a:cubicBezTo>
                <a:cubicBezTo>
                  <a:pt x="233" y="145"/>
                  <a:pt x="233" y="145"/>
                  <a:pt x="233" y="145"/>
                </a:cubicBezTo>
                <a:cubicBezTo>
                  <a:pt x="89" y="145"/>
                  <a:pt x="89" y="145"/>
                  <a:pt x="89" y="145"/>
                </a:cubicBezTo>
                <a:lnTo>
                  <a:pt x="89" y="177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7" name="Freeform 27"/>
          <p:cNvSpPr>
            <a:spLocks noEditPoints="1"/>
          </p:cNvSpPr>
          <p:nvPr/>
        </p:nvSpPr>
        <p:spPr bwMode="auto">
          <a:xfrm>
            <a:off x="3033185" y="3183468"/>
            <a:ext cx="582084" cy="476251"/>
          </a:xfrm>
          <a:custGeom>
            <a:avLst/>
            <a:gdLst>
              <a:gd name="T0" fmla="*/ 345 w 353"/>
              <a:gd name="T1" fmla="*/ 0 h 289"/>
              <a:gd name="T2" fmla="*/ 8 w 353"/>
              <a:gd name="T3" fmla="*/ 0 h 289"/>
              <a:gd name="T4" fmla="*/ 0 w 353"/>
              <a:gd name="T5" fmla="*/ 8 h 289"/>
              <a:gd name="T6" fmla="*/ 0 w 353"/>
              <a:gd name="T7" fmla="*/ 233 h 289"/>
              <a:gd name="T8" fmla="*/ 8 w 353"/>
              <a:gd name="T9" fmla="*/ 241 h 289"/>
              <a:gd name="T10" fmla="*/ 72 w 353"/>
              <a:gd name="T11" fmla="*/ 241 h 289"/>
              <a:gd name="T12" fmla="*/ 80 w 353"/>
              <a:gd name="T13" fmla="*/ 233 h 289"/>
              <a:gd name="T14" fmla="*/ 72 w 353"/>
              <a:gd name="T15" fmla="*/ 225 h 289"/>
              <a:gd name="T16" fmla="*/ 16 w 353"/>
              <a:gd name="T17" fmla="*/ 225 h 289"/>
              <a:gd name="T18" fmla="*/ 16 w 353"/>
              <a:gd name="T19" fmla="*/ 16 h 289"/>
              <a:gd name="T20" fmla="*/ 337 w 353"/>
              <a:gd name="T21" fmla="*/ 16 h 289"/>
              <a:gd name="T22" fmla="*/ 337 w 353"/>
              <a:gd name="T23" fmla="*/ 225 h 289"/>
              <a:gd name="T24" fmla="*/ 281 w 353"/>
              <a:gd name="T25" fmla="*/ 225 h 289"/>
              <a:gd name="T26" fmla="*/ 273 w 353"/>
              <a:gd name="T27" fmla="*/ 233 h 289"/>
              <a:gd name="T28" fmla="*/ 281 w 353"/>
              <a:gd name="T29" fmla="*/ 241 h 289"/>
              <a:gd name="T30" fmla="*/ 345 w 353"/>
              <a:gd name="T31" fmla="*/ 241 h 289"/>
              <a:gd name="T32" fmla="*/ 353 w 353"/>
              <a:gd name="T33" fmla="*/ 233 h 289"/>
              <a:gd name="T34" fmla="*/ 353 w 353"/>
              <a:gd name="T35" fmla="*/ 8 h 289"/>
              <a:gd name="T36" fmla="*/ 345 w 353"/>
              <a:gd name="T37" fmla="*/ 0 h 289"/>
              <a:gd name="T38" fmla="*/ 279 w 353"/>
              <a:gd name="T39" fmla="*/ 276 h 289"/>
              <a:gd name="T40" fmla="*/ 182 w 353"/>
              <a:gd name="T41" fmla="*/ 164 h 289"/>
              <a:gd name="T42" fmla="*/ 182 w 353"/>
              <a:gd name="T43" fmla="*/ 164 h 289"/>
              <a:gd name="T44" fmla="*/ 176 w 353"/>
              <a:gd name="T45" fmla="*/ 161 h 289"/>
              <a:gd name="T46" fmla="*/ 170 w 353"/>
              <a:gd name="T47" fmla="*/ 164 h 289"/>
              <a:gd name="T48" fmla="*/ 170 w 353"/>
              <a:gd name="T49" fmla="*/ 164 h 289"/>
              <a:gd name="T50" fmla="*/ 74 w 353"/>
              <a:gd name="T51" fmla="*/ 276 h 289"/>
              <a:gd name="T52" fmla="*/ 74 w 353"/>
              <a:gd name="T53" fmla="*/ 276 h 289"/>
              <a:gd name="T54" fmla="*/ 72 w 353"/>
              <a:gd name="T55" fmla="*/ 281 h 289"/>
              <a:gd name="T56" fmla="*/ 80 w 353"/>
              <a:gd name="T57" fmla="*/ 289 h 289"/>
              <a:gd name="T58" fmla="*/ 273 w 353"/>
              <a:gd name="T59" fmla="*/ 289 h 289"/>
              <a:gd name="T60" fmla="*/ 281 w 353"/>
              <a:gd name="T61" fmla="*/ 281 h 289"/>
              <a:gd name="T62" fmla="*/ 279 w 353"/>
              <a:gd name="T63" fmla="*/ 276 h 289"/>
              <a:gd name="T64" fmla="*/ 97 w 353"/>
              <a:gd name="T65" fmla="*/ 273 h 289"/>
              <a:gd name="T66" fmla="*/ 176 w 353"/>
              <a:gd name="T67" fmla="*/ 181 h 289"/>
              <a:gd name="T68" fmla="*/ 255 w 353"/>
              <a:gd name="T69" fmla="*/ 273 h 289"/>
              <a:gd name="T70" fmla="*/ 97 w 353"/>
              <a:gd name="T71" fmla="*/ 273 h 2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353" h="289">
                <a:moveTo>
                  <a:pt x="345" y="0"/>
                </a:moveTo>
                <a:cubicBezTo>
                  <a:pt x="8" y="0"/>
                  <a:pt x="8" y="0"/>
                  <a:pt x="8" y="0"/>
                </a:cubicBezTo>
                <a:cubicBezTo>
                  <a:pt x="3" y="0"/>
                  <a:pt x="0" y="4"/>
                  <a:pt x="0" y="8"/>
                </a:cubicBezTo>
                <a:cubicBezTo>
                  <a:pt x="0" y="233"/>
                  <a:pt x="0" y="233"/>
                  <a:pt x="0" y="233"/>
                </a:cubicBezTo>
                <a:cubicBezTo>
                  <a:pt x="0" y="237"/>
                  <a:pt x="3" y="241"/>
                  <a:pt x="8" y="241"/>
                </a:cubicBezTo>
                <a:cubicBezTo>
                  <a:pt x="72" y="241"/>
                  <a:pt x="72" y="241"/>
                  <a:pt x="72" y="241"/>
                </a:cubicBezTo>
                <a:cubicBezTo>
                  <a:pt x="76" y="241"/>
                  <a:pt x="80" y="237"/>
                  <a:pt x="80" y="233"/>
                </a:cubicBezTo>
                <a:cubicBezTo>
                  <a:pt x="80" y="229"/>
                  <a:pt x="76" y="225"/>
                  <a:pt x="72" y="225"/>
                </a:cubicBezTo>
                <a:cubicBezTo>
                  <a:pt x="16" y="225"/>
                  <a:pt x="16" y="225"/>
                  <a:pt x="16" y="225"/>
                </a:cubicBezTo>
                <a:cubicBezTo>
                  <a:pt x="16" y="16"/>
                  <a:pt x="16" y="16"/>
                  <a:pt x="16" y="16"/>
                </a:cubicBezTo>
                <a:cubicBezTo>
                  <a:pt x="337" y="16"/>
                  <a:pt x="337" y="16"/>
                  <a:pt x="337" y="16"/>
                </a:cubicBezTo>
                <a:cubicBezTo>
                  <a:pt x="337" y="225"/>
                  <a:pt x="337" y="225"/>
                  <a:pt x="337" y="225"/>
                </a:cubicBezTo>
                <a:cubicBezTo>
                  <a:pt x="281" y="225"/>
                  <a:pt x="281" y="225"/>
                  <a:pt x="281" y="225"/>
                </a:cubicBezTo>
                <a:cubicBezTo>
                  <a:pt x="276" y="225"/>
                  <a:pt x="273" y="229"/>
                  <a:pt x="273" y="233"/>
                </a:cubicBezTo>
                <a:cubicBezTo>
                  <a:pt x="273" y="237"/>
                  <a:pt x="276" y="241"/>
                  <a:pt x="281" y="241"/>
                </a:cubicBezTo>
                <a:cubicBezTo>
                  <a:pt x="345" y="241"/>
                  <a:pt x="345" y="241"/>
                  <a:pt x="345" y="241"/>
                </a:cubicBezTo>
                <a:cubicBezTo>
                  <a:pt x="349" y="241"/>
                  <a:pt x="353" y="237"/>
                  <a:pt x="353" y="233"/>
                </a:cubicBezTo>
                <a:cubicBezTo>
                  <a:pt x="353" y="8"/>
                  <a:pt x="353" y="8"/>
                  <a:pt x="353" y="8"/>
                </a:cubicBezTo>
                <a:cubicBezTo>
                  <a:pt x="353" y="4"/>
                  <a:pt x="349" y="0"/>
                  <a:pt x="345" y="0"/>
                </a:cubicBezTo>
                <a:moveTo>
                  <a:pt x="279" y="276"/>
                </a:moveTo>
                <a:cubicBezTo>
                  <a:pt x="182" y="164"/>
                  <a:pt x="182" y="164"/>
                  <a:pt x="182" y="164"/>
                </a:cubicBezTo>
                <a:cubicBezTo>
                  <a:pt x="182" y="164"/>
                  <a:pt x="182" y="164"/>
                  <a:pt x="182" y="164"/>
                </a:cubicBezTo>
                <a:cubicBezTo>
                  <a:pt x="181" y="162"/>
                  <a:pt x="179" y="161"/>
                  <a:pt x="176" y="161"/>
                </a:cubicBezTo>
                <a:cubicBezTo>
                  <a:pt x="174" y="161"/>
                  <a:pt x="172" y="162"/>
                  <a:pt x="170" y="164"/>
                </a:cubicBezTo>
                <a:cubicBezTo>
                  <a:pt x="170" y="164"/>
                  <a:pt x="170" y="164"/>
                  <a:pt x="170" y="164"/>
                </a:cubicBezTo>
                <a:cubicBezTo>
                  <a:pt x="74" y="276"/>
                  <a:pt x="74" y="276"/>
                  <a:pt x="74" y="276"/>
                </a:cubicBezTo>
                <a:cubicBezTo>
                  <a:pt x="74" y="276"/>
                  <a:pt x="74" y="276"/>
                  <a:pt x="74" y="276"/>
                </a:cubicBezTo>
                <a:cubicBezTo>
                  <a:pt x="73" y="277"/>
                  <a:pt x="72" y="279"/>
                  <a:pt x="72" y="281"/>
                </a:cubicBezTo>
                <a:cubicBezTo>
                  <a:pt x="72" y="286"/>
                  <a:pt x="75" y="289"/>
                  <a:pt x="80" y="289"/>
                </a:cubicBezTo>
                <a:cubicBezTo>
                  <a:pt x="273" y="289"/>
                  <a:pt x="273" y="289"/>
                  <a:pt x="273" y="289"/>
                </a:cubicBezTo>
                <a:cubicBezTo>
                  <a:pt x="277" y="289"/>
                  <a:pt x="281" y="286"/>
                  <a:pt x="281" y="281"/>
                </a:cubicBezTo>
                <a:cubicBezTo>
                  <a:pt x="281" y="279"/>
                  <a:pt x="280" y="277"/>
                  <a:pt x="279" y="276"/>
                </a:cubicBezTo>
                <a:close/>
                <a:moveTo>
                  <a:pt x="97" y="273"/>
                </a:moveTo>
                <a:cubicBezTo>
                  <a:pt x="176" y="181"/>
                  <a:pt x="176" y="181"/>
                  <a:pt x="176" y="181"/>
                </a:cubicBezTo>
                <a:cubicBezTo>
                  <a:pt x="255" y="273"/>
                  <a:pt x="255" y="273"/>
                  <a:pt x="255" y="273"/>
                </a:cubicBezTo>
                <a:lnTo>
                  <a:pt x="97" y="273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8" name="Freeform 28"/>
          <p:cNvSpPr>
            <a:spLocks noEditPoints="1"/>
          </p:cNvSpPr>
          <p:nvPr/>
        </p:nvSpPr>
        <p:spPr bwMode="auto">
          <a:xfrm>
            <a:off x="4142318" y="3132669"/>
            <a:ext cx="579967" cy="579967"/>
          </a:xfrm>
          <a:custGeom>
            <a:avLst/>
            <a:gdLst>
              <a:gd name="T0" fmla="*/ 177 w 353"/>
              <a:gd name="T1" fmla="*/ 0 h 353"/>
              <a:gd name="T2" fmla="*/ 0 w 353"/>
              <a:gd name="T3" fmla="*/ 177 h 353"/>
              <a:gd name="T4" fmla="*/ 177 w 353"/>
              <a:gd name="T5" fmla="*/ 353 h 353"/>
              <a:gd name="T6" fmla="*/ 353 w 353"/>
              <a:gd name="T7" fmla="*/ 177 h 353"/>
              <a:gd name="T8" fmla="*/ 177 w 353"/>
              <a:gd name="T9" fmla="*/ 0 h 353"/>
              <a:gd name="T10" fmla="*/ 177 w 353"/>
              <a:gd name="T11" fmla="*/ 16 h 353"/>
              <a:gd name="T12" fmla="*/ 315 w 353"/>
              <a:gd name="T13" fmla="*/ 96 h 353"/>
              <a:gd name="T14" fmla="*/ 177 w 353"/>
              <a:gd name="T15" fmla="*/ 96 h 353"/>
              <a:gd name="T16" fmla="*/ 97 w 353"/>
              <a:gd name="T17" fmla="*/ 167 h 353"/>
              <a:gd name="T18" fmla="*/ 47 w 353"/>
              <a:gd name="T19" fmla="*/ 81 h 353"/>
              <a:gd name="T20" fmla="*/ 177 w 353"/>
              <a:gd name="T21" fmla="*/ 16 h 353"/>
              <a:gd name="T22" fmla="*/ 120 w 353"/>
              <a:gd name="T23" fmla="*/ 206 h 353"/>
              <a:gd name="T24" fmla="*/ 112 w 353"/>
              <a:gd name="T25" fmla="*/ 177 h 353"/>
              <a:gd name="T26" fmla="*/ 177 w 353"/>
              <a:gd name="T27" fmla="*/ 112 h 353"/>
              <a:gd name="T28" fmla="*/ 241 w 353"/>
              <a:gd name="T29" fmla="*/ 177 h 353"/>
              <a:gd name="T30" fmla="*/ 177 w 353"/>
              <a:gd name="T31" fmla="*/ 241 h 353"/>
              <a:gd name="T32" fmla="*/ 120 w 353"/>
              <a:gd name="T33" fmla="*/ 208 h 353"/>
              <a:gd name="T34" fmla="*/ 120 w 353"/>
              <a:gd name="T35" fmla="*/ 208 h 353"/>
              <a:gd name="T36" fmla="*/ 120 w 353"/>
              <a:gd name="T37" fmla="*/ 206 h 353"/>
              <a:gd name="T38" fmla="*/ 159 w 353"/>
              <a:gd name="T39" fmla="*/ 336 h 353"/>
              <a:gd name="T40" fmla="*/ 16 w 353"/>
              <a:gd name="T41" fmla="*/ 177 h 353"/>
              <a:gd name="T42" fmla="*/ 38 w 353"/>
              <a:gd name="T43" fmla="*/ 96 h 353"/>
              <a:gd name="T44" fmla="*/ 105 w 353"/>
              <a:gd name="T45" fmla="*/ 214 h 353"/>
              <a:gd name="T46" fmla="*/ 177 w 353"/>
              <a:gd name="T47" fmla="*/ 257 h 353"/>
              <a:gd name="T48" fmla="*/ 208 w 353"/>
              <a:gd name="T49" fmla="*/ 250 h 353"/>
              <a:gd name="T50" fmla="*/ 159 w 353"/>
              <a:gd name="T51" fmla="*/ 336 h 353"/>
              <a:gd name="T52" fmla="*/ 177 w 353"/>
              <a:gd name="T53" fmla="*/ 337 h 353"/>
              <a:gd name="T54" fmla="*/ 246 w 353"/>
              <a:gd name="T55" fmla="*/ 216 h 353"/>
              <a:gd name="T56" fmla="*/ 246 w 353"/>
              <a:gd name="T57" fmla="*/ 216 h 353"/>
              <a:gd name="T58" fmla="*/ 257 w 353"/>
              <a:gd name="T59" fmla="*/ 177 h 353"/>
              <a:gd name="T60" fmla="*/ 225 w 353"/>
              <a:gd name="T61" fmla="*/ 112 h 353"/>
              <a:gd name="T62" fmla="*/ 324 w 353"/>
              <a:gd name="T63" fmla="*/ 112 h 353"/>
              <a:gd name="T64" fmla="*/ 337 w 353"/>
              <a:gd name="T65" fmla="*/ 177 h 353"/>
              <a:gd name="T66" fmla="*/ 177 w 353"/>
              <a:gd name="T67" fmla="*/ 337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353" h="353">
                <a:moveTo>
                  <a:pt x="177" y="0"/>
                </a:moveTo>
                <a:cubicBezTo>
                  <a:pt x="79" y="0"/>
                  <a:pt x="0" y="79"/>
                  <a:pt x="0" y="177"/>
                </a:cubicBezTo>
                <a:cubicBezTo>
                  <a:pt x="0" y="274"/>
                  <a:pt x="79" y="353"/>
                  <a:pt x="177" y="353"/>
                </a:cubicBezTo>
                <a:cubicBezTo>
                  <a:pt x="274" y="353"/>
                  <a:pt x="353" y="274"/>
                  <a:pt x="353" y="177"/>
                </a:cubicBezTo>
                <a:cubicBezTo>
                  <a:pt x="353" y="79"/>
                  <a:pt x="274" y="0"/>
                  <a:pt x="177" y="0"/>
                </a:cubicBezTo>
                <a:moveTo>
                  <a:pt x="177" y="16"/>
                </a:moveTo>
                <a:cubicBezTo>
                  <a:pt x="236" y="16"/>
                  <a:pt x="288" y="48"/>
                  <a:pt x="315" y="96"/>
                </a:cubicBezTo>
                <a:cubicBezTo>
                  <a:pt x="177" y="96"/>
                  <a:pt x="177" y="96"/>
                  <a:pt x="177" y="96"/>
                </a:cubicBezTo>
                <a:cubicBezTo>
                  <a:pt x="135" y="96"/>
                  <a:pt x="102" y="127"/>
                  <a:pt x="97" y="167"/>
                </a:cubicBezTo>
                <a:cubicBezTo>
                  <a:pt x="47" y="81"/>
                  <a:pt x="47" y="81"/>
                  <a:pt x="47" y="81"/>
                </a:cubicBezTo>
                <a:cubicBezTo>
                  <a:pt x="77" y="42"/>
                  <a:pt x="124" y="16"/>
                  <a:pt x="177" y="16"/>
                </a:cubicBezTo>
                <a:moveTo>
                  <a:pt x="120" y="206"/>
                </a:moveTo>
                <a:cubicBezTo>
                  <a:pt x="115" y="197"/>
                  <a:pt x="112" y="187"/>
                  <a:pt x="112" y="177"/>
                </a:cubicBezTo>
                <a:cubicBezTo>
                  <a:pt x="112" y="141"/>
                  <a:pt x="141" y="112"/>
                  <a:pt x="177" y="112"/>
                </a:cubicBezTo>
                <a:cubicBezTo>
                  <a:pt x="212" y="112"/>
                  <a:pt x="241" y="141"/>
                  <a:pt x="241" y="177"/>
                </a:cubicBezTo>
                <a:cubicBezTo>
                  <a:pt x="241" y="212"/>
                  <a:pt x="212" y="241"/>
                  <a:pt x="177" y="241"/>
                </a:cubicBezTo>
                <a:cubicBezTo>
                  <a:pt x="152" y="241"/>
                  <a:pt x="131" y="227"/>
                  <a:pt x="120" y="208"/>
                </a:cubicBezTo>
                <a:cubicBezTo>
                  <a:pt x="120" y="208"/>
                  <a:pt x="120" y="208"/>
                  <a:pt x="120" y="208"/>
                </a:cubicBezTo>
                <a:lnTo>
                  <a:pt x="120" y="206"/>
                </a:lnTo>
                <a:close/>
                <a:moveTo>
                  <a:pt x="159" y="336"/>
                </a:moveTo>
                <a:cubicBezTo>
                  <a:pt x="78" y="327"/>
                  <a:pt x="16" y="259"/>
                  <a:pt x="16" y="177"/>
                </a:cubicBezTo>
                <a:cubicBezTo>
                  <a:pt x="16" y="147"/>
                  <a:pt x="24" y="120"/>
                  <a:pt x="38" y="96"/>
                </a:cubicBezTo>
                <a:cubicBezTo>
                  <a:pt x="105" y="214"/>
                  <a:pt x="105" y="214"/>
                  <a:pt x="105" y="214"/>
                </a:cubicBezTo>
                <a:cubicBezTo>
                  <a:pt x="119" y="239"/>
                  <a:pt x="146" y="257"/>
                  <a:pt x="177" y="257"/>
                </a:cubicBezTo>
                <a:cubicBezTo>
                  <a:pt x="188" y="257"/>
                  <a:pt x="198" y="255"/>
                  <a:pt x="208" y="250"/>
                </a:cubicBezTo>
                <a:lnTo>
                  <a:pt x="159" y="336"/>
                </a:lnTo>
                <a:close/>
                <a:moveTo>
                  <a:pt x="177" y="337"/>
                </a:moveTo>
                <a:cubicBezTo>
                  <a:pt x="246" y="216"/>
                  <a:pt x="246" y="216"/>
                  <a:pt x="246" y="216"/>
                </a:cubicBezTo>
                <a:cubicBezTo>
                  <a:pt x="246" y="216"/>
                  <a:pt x="246" y="216"/>
                  <a:pt x="246" y="216"/>
                </a:cubicBezTo>
                <a:cubicBezTo>
                  <a:pt x="253" y="205"/>
                  <a:pt x="257" y="191"/>
                  <a:pt x="257" y="177"/>
                </a:cubicBezTo>
                <a:cubicBezTo>
                  <a:pt x="257" y="150"/>
                  <a:pt x="244" y="127"/>
                  <a:pt x="225" y="112"/>
                </a:cubicBezTo>
                <a:cubicBezTo>
                  <a:pt x="324" y="112"/>
                  <a:pt x="324" y="112"/>
                  <a:pt x="324" y="112"/>
                </a:cubicBezTo>
                <a:cubicBezTo>
                  <a:pt x="332" y="132"/>
                  <a:pt x="337" y="154"/>
                  <a:pt x="337" y="177"/>
                </a:cubicBezTo>
                <a:cubicBezTo>
                  <a:pt x="337" y="265"/>
                  <a:pt x="265" y="337"/>
                  <a:pt x="177" y="337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9" name="Freeform 29"/>
          <p:cNvSpPr>
            <a:spLocks noEditPoints="1"/>
          </p:cNvSpPr>
          <p:nvPr/>
        </p:nvSpPr>
        <p:spPr bwMode="auto">
          <a:xfrm>
            <a:off x="5251451" y="3276601"/>
            <a:ext cx="579967" cy="264584"/>
          </a:xfrm>
          <a:custGeom>
            <a:avLst/>
            <a:gdLst>
              <a:gd name="T0" fmla="*/ 273 w 353"/>
              <a:gd name="T1" fmla="*/ 53 h 161"/>
              <a:gd name="T2" fmla="*/ 288 w 353"/>
              <a:gd name="T3" fmla="*/ 53 h 161"/>
              <a:gd name="T4" fmla="*/ 289 w 353"/>
              <a:gd name="T5" fmla="*/ 0 h 161"/>
              <a:gd name="T6" fmla="*/ 0 w 353"/>
              <a:gd name="T7" fmla="*/ 65 h 161"/>
              <a:gd name="T8" fmla="*/ 64 w 353"/>
              <a:gd name="T9" fmla="*/ 161 h 161"/>
              <a:gd name="T10" fmla="*/ 353 w 353"/>
              <a:gd name="T11" fmla="*/ 97 h 161"/>
              <a:gd name="T12" fmla="*/ 289 w 353"/>
              <a:gd name="T13" fmla="*/ 0 h 161"/>
              <a:gd name="T14" fmla="*/ 147 w 353"/>
              <a:gd name="T15" fmla="*/ 53 h 161"/>
              <a:gd name="T16" fmla="*/ 132 w 353"/>
              <a:gd name="T17" fmla="*/ 53 h 161"/>
              <a:gd name="T18" fmla="*/ 146 w 353"/>
              <a:gd name="T19" fmla="*/ 113 h 161"/>
              <a:gd name="T20" fmla="*/ 132 w 353"/>
              <a:gd name="T21" fmla="*/ 66 h 161"/>
              <a:gd name="T22" fmla="*/ 146 w 353"/>
              <a:gd name="T23" fmla="*/ 113 h 161"/>
              <a:gd name="T24" fmla="*/ 93 w 353"/>
              <a:gd name="T25" fmla="*/ 113 h 161"/>
              <a:gd name="T26" fmla="*/ 85 w 353"/>
              <a:gd name="T27" fmla="*/ 65 h 161"/>
              <a:gd name="T28" fmla="*/ 81 w 353"/>
              <a:gd name="T29" fmla="*/ 85 h 161"/>
              <a:gd name="T30" fmla="*/ 60 w 353"/>
              <a:gd name="T31" fmla="*/ 113 h 161"/>
              <a:gd name="T32" fmla="*/ 60 w 353"/>
              <a:gd name="T33" fmla="*/ 48 h 161"/>
              <a:gd name="T34" fmla="*/ 68 w 353"/>
              <a:gd name="T35" fmla="*/ 97 h 161"/>
              <a:gd name="T36" fmla="*/ 73 w 353"/>
              <a:gd name="T37" fmla="*/ 75 h 161"/>
              <a:gd name="T38" fmla="*/ 93 w 353"/>
              <a:gd name="T39" fmla="*/ 48 h 161"/>
              <a:gd name="T40" fmla="*/ 101 w 353"/>
              <a:gd name="T41" fmla="*/ 97 h 161"/>
              <a:gd name="T42" fmla="*/ 105 w 353"/>
              <a:gd name="T43" fmla="*/ 75 h 161"/>
              <a:gd name="T44" fmla="*/ 124 w 353"/>
              <a:gd name="T45" fmla="*/ 48 h 161"/>
              <a:gd name="T46" fmla="*/ 337 w 353"/>
              <a:gd name="T47" fmla="*/ 97 h 161"/>
              <a:gd name="T48" fmla="*/ 129 w 353"/>
              <a:gd name="T49" fmla="*/ 145 h 161"/>
              <a:gd name="T50" fmla="*/ 177 w 353"/>
              <a:gd name="T51" fmla="*/ 65 h 161"/>
              <a:gd name="T52" fmla="*/ 289 w 353"/>
              <a:gd name="T53" fmla="*/ 16 h 161"/>
              <a:gd name="T54" fmla="*/ 337 w 353"/>
              <a:gd name="T55" fmla="*/ 97 h 161"/>
              <a:gd name="T56" fmla="*/ 232 w 353"/>
              <a:gd name="T57" fmla="*/ 113 h 161"/>
              <a:gd name="T58" fmla="*/ 255 w 353"/>
              <a:gd name="T59" fmla="*/ 87 h 161"/>
              <a:gd name="T60" fmla="*/ 232 w 353"/>
              <a:gd name="T61" fmla="*/ 75 h 161"/>
              <a:gd name="T62" fmla="*/ 256 w 353"/>
              <a:gd name="T63" fmla="*/ 60 h 161"/>
              <a:gd name="T64" fmla="*/ 218 w 353"/>
              <a:gd name="T65" fmla="*/ 49 h 161"/>
              <a:gd name="T66" fmla="*/ 274 w 353"/>
              <a:gd name="T67" fmla="*/ 113 h 161"/>
              <a:gd name="T68" fmla="*/ 288 w 353"/>
              <a:gd name="T69" fmla="*/ 66 h 161"/>
              <a:gd name="T70" fmla="*/ 274 w 353"/>
              <a:gd name="T71" fmla="*/ 113 h 1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353" h="161">
                <a:moveTo>
                  <a:pt x="281" y="46"/>
                </a:moveTo>
                <a:cubicBezTo>
                  <a:pt x="276" y="46"/>
                  <a:pt x="273" y="49"/>
                  <a:pt x="273" y="53"/>
                </a:cubicBezTo>
                <a:cubicBezTo>
                  <a:pt x="273" y="57"/>
                  <a:pt x="276" y="60"/>
                  <a:pt x="281" y="60"/>
                </a:cubicBezTo>
                <a:cubicBezTo>
                  <a:pt x="285" y="60"/>
                  <a:pt x="288" y="57"/>
                  <a:pt x="288" y="53"/>
                </a:cubicBezTo>
                <a:cubicBezTo>
                  <a:pt x="288" y="49"/>
                  <a:pt x="285" y="46"/>
                  <a:pt x="281" y="46"/>
                </a:cubicBezTo>
                <a:moveTo>
                  <a:pt x="289" y="0"/>
                </a:moveTo>
                <a:cubicBezTo>
                  <a:pt x="64" y="0"/>
                  <a:pt x="64" y="0"/>
                  <a:pt x="64" y="0"/>
                </a:cubicBezTo>
                <a:cubicBezTo>
                  <a:pt x="29" y="0"/>
                  <a:pt x="0" y="29"/>
                  <a:pt x="0" y="65"/>
                </a:cubicBezTo>
                <a:cubicBezTo>
                  <a:pt x="0" y="97"/>
                  <a:pt x="0" y="97"/>
                  <a:pt x="0" y="97"/>
                </a:cubicBezTo>
                <a:cubicBezTo>
                  <a:pt x="0" y="132"/>
                  <a:pt x="29" y="161"/>
                  <a:pt x="64" y="161"/>
                </a:cubicBezTo>
                <a:cubicBezTo>
                  <a:pt x="289" y="161"/>
                  <a:pt x="289" y="161"/>
                  <a:pt x="289" y="161"/>
                </a:cubicBezTo>
                <a:cubicBezTo>
                  <a:pt x="325" y="161"/>
                  <a:pt x="353" y="132"/>
                  <a:pt x="353" y="97"/>
                </a:cubicBezTo>
                <a:cubicBezTo>
                  <a:pt x="353" y="65"/>
                  <a:pt x="353" y="65"/>
                  <a:pt x="353" y="65"/>
                </a:cubicBezTo>
                <a:cubicBezTo>
                  <a:pt x="353" y="29"/>
                  <a:pt x="325" y="0"/>
                  <a:pt x="289" y="0"/>
                </a:cubicBezTo>
                <a:moveTo>
                  <a:pt x="139" y="46"/>
                </a:moveTo>
                <a:cubicBezTo>
                  <a:pt x="144" y="46"/>
                  <a:pt x="147" y="49"/>
                  <a:pt x="147" y="53"/>
                </a:cubicBezTo>
                <a:cubicBezTo>
                  <a:pt x="147" y="57"/>
                  <a:pt x="144" y="60"/>
                  <a:pt x="139" y="60"/>
                </a:cubicBezTo>
                <a:cubicBezTo>
                  <a:pt x="135" y="60"/>
                  <a:pt x="132" y="57"/>
                  <a:pt x="132" y="53"/>
                </a:cubicBezTo>
                <a:cubicBezTo>
                  <a:pt x="132" y="49"/>
                  <a:pt x="135" y="46"/>
                  <a:pt x="139" y="46"/>
                </a:cubicBezTo>
                <a:moveTo>
                  <a:pt x="146" y="113"/>
                </a:moveTo>
                <a:cubicBezTo>
                  <a:pt x="132" y="113"/>
                  <a:pt x="132" y="113"/>
                  <a:pt x="132" y="113"/>
                </a:cubicBezTo>
                <a:cubicBezTo>
                  <a:pt x="132" y="66"/>
                  <a:pt x="132" y="66"/>
                  <a:pt x="132" y="66"/>
                </a:cubicBezTo>
                <a:cubicBezTo>
                  <a:pt x="146" y="66"/>
                  <a:pt x="146" y="66"/>
                  <a:pt x="146" y="66"/>
                </a:cubicBezTo>
                <a:lnTo>
                  <a:pt x="146" y="113"/>
                </a:lnTo>
                <a:close/>
                <a:moveTo>
                  <a:pt x="108" y="113"/>
                </a:moveTo>
                <a:cubicBezTo>
                  <a:pt x="93" y="113"/>
                  <a:pt x="93" y="113"/>
                  <a:pt x="93" y="113"/>
                </a:cubicBezTo>
                <a:cubicBezTo>
                  <a:pt x="88" y="85"/>
                  <a:pt x="88" y="85"/>
                  <a:pt x="88" y="85"/>
                </a:cubicBezTo>
                <a:cubicBezTo>
                  <a:pt x="87" y="79"/>
                  <a:pt x="85" y="73"/>
                  <a:pt x="85" y="65"/>
                </a:cubicBezTo>
                <a:cubicBezTo>
                  <a:pt x="85" y="65"/>
                  <a:pt x="85" y="65"/>
                  <a:pt x="85" y="65"/>
                </a:cubicBezTo>
                <a:cubicBezTo>
                  <a:pt x="83" y="73"/>
                  <a:pt x="82" y="79"/>
                  <a:pt x="81" y="85"/>
                </a:cubicBezTo>
                <a:cubicBezTo>
                  <a:pt x="75" y="113"/>
                  <a:pt x="75" y="113"/>
                  <a:pt x="75" y="113"/>
                </a:cubicBezTo>
                <a:cubicBezTo>
                  <a:pt x="60" y="113"/>
                  <a:pt x="60" y="113"/>
                  <a:pt x="60" y="113"/>
                </a:cubicBezTo>
                <a:cubicBezTo>
                  <a:pt x="45" y="48"/>
                  <a:pt x="45" y="48"/>
                  <a:pt x="45" y="48"/>
                </a:cubicBezTo>
                <a:cubicBezTo>
                  <a:pt x="60" y="48"/>
                  <a:pt x="60" y="48"/>
                  <a:pt x="60" y="48"/>
                </a:cubicBezTo>
                <a:cubicBezTo>
                  <a:pt x="65" y="75"/>
                  <a:pt x="65" y="75"/>
                  <a:pt x="65" y="75"/>
                </a:cubicBezTo>
                <a:cubicBezTo>
                  <a:pt x="66" y="83"/>
                  <a:pt x="67" y="91"/>
                  <a:pt x="68" y="97"/>
                </a:cubicBezTo>
                <a:cubicBezTo>
                  <a:pt x="68" y="97"/>
                  <a:pt x="68" y="97"/>
                  <a:pt x="68" y="97"/>
                </a:cubicBezTo>
                <a:cubicBezTo>
                  <a:pt x="69" y="90"/>
                  <a:pt x="71" y="83"/>
                  <a:pt x="73" y="75"/>
                </a:cubicBezTo>
                <a:cubicBezTo>
                  <a:pt x="78" y="48"/>
                  <a:pt x="78" y="48"/>
                  <a:pt x="78" y="48"/>
                </a:cubicBezTo>
                <a:cubicBezTo>
                  <a:pt x="93" y="48"/>
                  <a:pt x="93" y="48"/>
                  <a:pt x="93" y="48"/>
                </a:cubicBezTo>
                <a:cubicBezTo>
                  <a:pt x="98" y="76"/>
                  <a:pt x="98" y="76"/>
                  <a:pt x="98" y="76"/>
                </a:cubicBezTo>
                <a:cubicBezTo>
                  <a:pt x="99" y="83"/>
                  <a:pt x="100" y="90"/>
                  <a:pt x="101" y="97"/>
                </a:cubicBezTo>
                <a:cubicBezTo>
                  <a:pt x="101" y="97"/>
                  <a:pt x="101" y="97"/>
                  <a:pt x="101" y="97"/>
                </a:cubicBezTo>
                <a:cubicBezTo>
                  <a:pt x="102" y="90"/>
                  <a:pt x="104" y="82"/>
                  <a:pt x="105" y="75"/>
                </a:cubicBezTo>
                <a:cubicBezTo>
                  <a:pt x="110" y="48"/>
                  <a:pt x="110" y="48"/>
                  <a:pt x="110" y="48"/>
                </a:cubicBezTo>
                <a:cubicBezTo>
                  <a:pt x="124" y="48"/>
                  <a:pt x="124" y="48"/>
                  <a:pt x="124" y="48"/>
                </a:cubicBezTo>
                <a:lnTo>
                  <a:pt x="108" y="113"/>
                </a:lnTo>
                <a:close/>
                <a:moveTo>
                  <a:pt x="337" y="97"/>
                </a:moveTo>
                <a:cubicBezTo>
                  <a:pt x="337" y="123"/>
                  <a:pt x="316" y="145"/>
                  <a:pt x="289" y="145"/>
                </a:cubicBezTo>
                <a:cubicBezTo>
                  <a:pt x="129" y="145"/>
                  <a:pt x="129" y="145"/>
                  <a:pt x="129" y="145"/>
                </a:cubicBezTo>
                <a:cubicBezTo>
                  <a:pt x="155" y="145"/>
                  <a:pt x="177" y="123"/>
                  <a:pt x="177" y="97"/>
                </a:cubicBezTo>
                <a:cubicBezTo>
                  <a:pt x="177" y="65"/>
                  <a:pt x="177" y="65"/>
                  <a:pt x="177" y="65"/>
                </a:cubicBezTo>
                <a:cubicBezTo>
                  <a:pt x="177" y="38"/>
                  <a:pt x="198" y="16"/>
                  <a:pt x="225" y="16"/>
                </a:cubicBezTo>
                <a:cubicBezTo>
                  <a:pt x="289" y="16"/>
                  <a:pt x="289" y="16"/>
                  <a:pt x="289" y="16"/>
                </a:cubicBezTo>
                <a:cubicBezTo>
                  <a:pt x="316" y="16"/>
                  <a:pt x="337" y="38"/>
                  <a:pt x="337" y="65"/>
                </a:cubicBezTo>
                <a:lnTo>
                  <a:pt x="337" y="97"/>
                </a:lnTo>
                <a:close/>
                <a:moveTo>
                  <a:pt x="218" y="113"/>
                </a:moveTo>
                <a:cubicBezTo>
                  <a:pt x="232" y="113"/>
                  <a:pt x="232" y="113"/>
                  <a:pt x="232" y="113"/>
                </a:cubicBezTo>
                <a:cubicBezTo>
                  <a:pt x="232" y="87"/>
                  <a:pt x="232" y="87"/>
                  <a:pt x="232" y="87"/>
                </a:cubicBezTo>
                <a:cubicBezTo>
                  <a:pt x="255" y="87"/>
                  <a:pt x="255" y="87"/>
                  <a:pt x="255" y="87"/>
                </a:cubicBezTo>
                <a:cubicBezTo>
                  <a:pt x="255" y="75"/>
                  <a:pt x="255" y="75"/>
                  <a:pt x="255" y="75"/>
                </a:cubicBezTo>
                <a:cubicBezTo>
                  <a:pt x="232" y="75"/>
                  <a:pt x="232" y="75"/>
                  <a:pt x="232" y="75"/>
                </a:cubicBezTo>
                <a:cubicBezTo>
                  <a:pt x="232" y="60"/>
                  <a:pt x="232" y="60"/>
                  <a:pt x="232" y="60"/>
                </a:cubicBezTo>
                <a:cubicBezTo>
                  <a:pt x="256" y="60"/>
                  <a:pt x="256" y="60"/>
                  <a:pt x="256" y="60"/>
                </a:cubicBezTo>
                <a:cubicBezTo>
                  <a:pt x="256" y="49"/>
                  <a:pt x="256" y="49"/>
                  <a:pt x="256" y="49"/>
                </a:cubicBezTo>
                <a:cubicBezTo>
                  <a:pt x="218" y="49"/>
                  <a:pt x="218" y="49"/>
                  <a:pt x="218" y="49"/>
                </a:cubicBezTo>
                <a:lnTo>
                  <a:pt x="218" y="113"/>
                </a:lnTo>
                <a:close/>
                <a:moveTo>
                  <a:pt x="274" y="113"/>
                </a:moveTo>
                <a:cubicBezTo>
                  <a:pt x="288" y="113"/>
                  <a:pt x="288" y="113"/>
                  <a:pt x="288" y="113"/>
                </a:cubicBezTo>
                <a:cubicBezTo>
                  <a:pt x="288" y="66"/>
                  <a:pt x="288" y="66"/>
                  <a:pt x="288" y="66"/>
                </a:cubicBezTo>
                <a:cubicBezTo>
                  <a:pt x="274" y="66"/>
                  <a:pt x="274" y="66"/>
                  <a:pt x="274" y="66"/>
                </a:cubicBezTo>
                <a:lnTo>
                  <a:pt x="274" y="113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0" name="Freeform 30"/>
          <p:cNvSpPr>
            <a:spLocks noEditPoints="1"/>
          </p:cNvSpPr>
          <p:nvPr/>
        </p:nvSpPr>
        <p:spPr bwMode="auto">
          <a:xfrm>
            <a:off x="6362701" y="3158069"/>
            <a:ext cx="579967" cy="529167"/>
          </a:xfrm>
          <a:custGeom>
            <a:avLst/>
            <a:gdLst>
              <a:gd name="T0" fmla="*/ 176 w 353"/>
              <a:gd name="T1" fmla="*/ 0 h 321"/>
              <a:gd name="T2" fmla="*/ 0 w 353"/>
              <a:gd name="T3" fmla="*/ 161 h 321"/>
              <a:gd name="T4" fmla="*/ 176 w 353"/>
              <a:gd name="T5" fmla="*/ 321 h 321"/>
              <a:gd name="T6" fmla="*/ 353 w 353"/>
              <a:gd name="T7" fmla="*/ 161 h 321"/>
              <a:gd name="T8" fmla="*/ 176 w 353"/>
              <a:gd name="T9" fmla="*/ 0 h 321"/>
              <a:gd name="T10" fmla="*/ 176 w 353"/>
              <a:gd name="T11" fmla="*/ 305 h 321"/>
              <a:gd name="T12" fmla="*/ 43 w 353"/>
              <a:gd name="T13" fmla="*/ 241 h 321"/>
              <a:gd name="T14" fmla="*/ 163 w 353"/>
              <a:gd name="T15" fmla="*/ 241 h 321"/>
              <a:gd name="T16" fmla="*/ 220 w 353"/>
              <a:gd name="T17" fmla="*/ 281 h 321"/>
              <a:gd name="T18" fmla="*/ 264 w 353"/>
              <a:gd name="T19" fmla="*/ 233 h 321"/>
              <a:gd name="T20" fmla="*/ 220 w 353"/>
              <a:gd name="T21" fmla="*/ 185 h 321"/>
              <a:gd name="T22" fmla="*/ 162 w 353"/>
              <a:gd name="T23" fmla="*/ 225 h 321"/>
              <a:gd name="T24" fmla="*/ 32 w 353"/>
              <a:gd name="T25" fmla="*/ 225 h 321"/>
              <a:gd name="T26" fmla="*/ 16 w 353"/>
              <a:gd name="T27" fmla="*/ 161 h 321"/>
              <a:gd name="T28" fmla="*/ 32 w 353"/>
              <a:gd name="T29" fmla="*/ 96 h 321"/>
              <a:gd name="T30" fmla="*/ 163 w 353"/>
              <a:gd name="T31" fmla="*/ 96 h 321"/>
              <a:gd name="T32" fmla="*/ 220 w 353"/>
              <a:gd name="T33" fmla="*/ 137 h 321"/>
              <a:gd name="T34" fmla="*/ 264 w 353"/>
              <a:gd name="T35" fmla="*/ 88 h 321"/>
              <a:gd name="T36" fmla="*/ 220 w 353"/>
              <a:gd name="T37" fmla="*/ 40 h 321"/>
              <a:gd name="T38" fmla="*/ 162 w 353"/>
              <a:gd name="T39" fmla="*/ 80 h 321"/>
              <a:gd name="T40" fmla="*/ 43 w 353"/>
              <a:gd name="T41" fmla="*/ 80 h 321"/>
              <a:gd name="T42" fmla="*/ 176 w 353"/>
              <a:gd name="T43" fmla="*/ 16 h 321"/>
              <a:gd name="T44" fmla="*/ 336 w 353"/>
              <a:gd name="T45" fmla="*/ 153 h 321"/>
              <a:gd name="T46" fmla="*/ 174 w 353"/>
              <a:gd name="T47" fmla="*/ 153 h 321"/>
              <a:gd name="T48" fmla="*/ 116 w 353"/>
              <a:gd name="T49" fmla="*/ 113 h 321"/>
              <a:gd name="T50" fmla="*/ 72 w 353"/>
              <a:gd name="T51" fmla="*/ 161 h 321"/>
              <a:gd name="T52" fmla="*/ 116 w 353"/>
              <a:gd name="T53" fmla="*/ 209 h 321"/>
              <a:gd name="T54" fmla="*/ 174 w 353"/>
              <a:gd name="T55" fmla="*/ 169 h 321"/>
              <a:gd name="T56" fmla="*/ 336 w 353"/>
              <a:gd name="T57" fmla="*/ 169 h 321"/>
              <a:gd name="T58" fmla="*/ 176 w 353"/>
              <a:gd name="T59" fmla="*/ 305 h 3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353" h="321">
                <a:moveTo>
                  <a:pt x="176" y="0"/>
                </a:moveTo>
                <a:cubicBezTo>
                  <a:pt x="79" y="0"/>
                  <a:pt x="0" y="72"/>
                  <a:pt x="0" y="161"/>
                </a:cubicBezTo>
                <a:cubicBezTo>
                  <a:pt x="0" y="249"/>
                  <a:pt x="79" y="321"/>
                  <a:pt x="176" y="321"/>
                </a:cubicBezTo>
                <a:cubicBezTo>
                  <a:pt x="274" y="321"/>
                  <a:pt x="353" y="249"/>
                  <a:pt x="353" y="161"/>
                </a:cubicBezTo>
                <a:cubicBezTo>
                  <a:pt x="353" y="72"/>
                  <a:pt x="274" y="0"/>
                  <a:pt x="176" y="0"/>
                </a:cubicBezTo>
                <a:moveTo>
                  <a:pt x="176" y="305"/>
                </a:moveTo>
                <a:cubicBezTo>
                  <a:pt x="121" y="305"/>
                  <a:pt x="71" y="280"/>
                  <a:pt x="43" y="241"/>
                </a:cubicBezTo>
                <a:cubicBezTo>
                  <a:pt x="163" y="241"/>
                  <a:pt x="163" y="241"/>
                  <a:pt x="163" y="241"/>
                </a:cubicBezTo>
                <a:cubicBezTo>
                  <a:pt x="171" y="257"/>
                  <a:pt x="200" y="281"/>
                  <a:pt x="220" y="281"/>
                </a:cubicBezTo>
                <a:cubicBezTo>
                  <a:pt x="244" y="281"/>
                  <a:pt x="264" y="265"/>
                  <a:pt x="264" y="233"/>
                </a:cubicBezTo>
                <a:cubicBezTo>
                  <a:pt x="264" y="201"/>
                  <a:pt x="244" y="185"/>
                  <a:pt x="220" y="185"/>
                </a:cubicBezTo>
                <a:cubicBezTo>
                  <a:pt x="200" y="185"/>
                  <a:pt x="170" y="208"/>
                  <a:pt x="162" y="225"/>
                </a:cubicBezTo>
                <a:cubicBezTo>
                  <a:pt x="32" y="225"/>
                  <a:pt x="32" y="225"/>
                  <a:pt x="32" y="225"/>
                </a:cubicBezTo>
                <a:cubicBezTo>
                  <a:pt x="22" y="206"/>
                  <a:pt x="16" y="184"/>
                  <a:pt x="16" y="161"/>
                </a:cubicBezTo>
                <a:cubicBezTo>
                  <a:pt x="16" y="138"/>
                  <a:pt x="22" y="116"/>
                  <a:pt x="32" y="96"/>
                </a:cubicBezTo>
                <a:cubicBezTo>
                  <a:pt x="163" y="96"/>
                  <a:pt x="163" y="96"/>
                  <a:pt x="163" y="96"/>
                </a:cubicBezTo>
                <a:cubicBezTo>
                  <a:pt x="171" y="113"/>
                  <a:pt x="200" y="137"/>
                  <a:pt x="220" y="137"/>
                </a:cubicBezTo>
                <a:cubicBezTo>
                  <a:pt x="244" y="137"/>
                  <a:pt x="264" y="121"/>
                  <a:pt x="264" y="88"/>
                </a:cubicBezTo>
                <a:cubicBezTo>
                  <a:pt x="264" y="56"/>
                  <a:pt x="244" y="40"/>
                  <a:pt x="220" y="40"/>
                </a:cubicBezTo>
                <a:cubicBezTo>
                  <a:pt x="200" y="40"/>
                  <a:pt x="170" y="63"/>
                  <a:pt x="162" y="80"/>
                </a:cubicBezTo>
                <a:cubicBezTo>
                  <a:pt x="43" y="80"/>
                  <a:pt x="43" y="80"/>
                  <a:pt x="43" y="80"/>
                </a:cubicBezTo>
                <a:cubicBezTo>
                  <a:pt x="71" y="42"/>
                  <a:pt x="121" y="16"/>
                  <a:pt x="176" y="16"/>
                </a:cubicBezTo>
                <a:cubicBezTo>
                  <a:pt x="262" y="16"/>
                  <a:pt x="332" y="77"/>
                  <a:pt x="336" y="153"/>
                </a:cubicBezTo>
                <a:cubicBezTo>
                  <a:pt x="174" y="153"/>
                  <a:pt x="174" y="153"/>
                  <a:pt x="174" y="153"/>
                </a:cubicBezTo>
                <a:cubicBezTo>
                  <a:pt x="165" y="136"/>
                  <a:pt x="136" y="113"/>
                  <a:pt x="116" y="113"/>
                </a:cubicBezTo>
                <a:cubicBezTo>
                  <a:pt x="92" y="113"/>
                  <a:pt x="72" y="129"/>
                  <a:pt x="72" y="161"/>
                </a:cubicBezTo>
                <a:cubicBezTo>
                  <a:pt x="72" y="193"/>
                  <a:pt x="92" y="209"/>
                  <a:pt x="116" y="209"/>
                </a:cubicBezTo>
                <a:cubicBezTo>
                  <a:pt x="137" y="209"/>
                  <a:pt x="166" y="186"/>
                  <a:pt x="174" y="169"/>
                </a:cubicBezTo>
                <a:cubicBezTo>
                  <a:pt x="336" y="169"/>
                  <a:pt x="336" y="169"/>
                  <a:pt x="336" y="169"/>
                </a:cubicBezTo>
                <a:cubicBezTo>
                  <a:pt x="332" y="245"/>
                  <a:pt x="262" y="305"/>
                  <a:pt x="176" y="305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1" name="Freeform 31"/>
          <p:cNvSpPr>
            <a:spLocks noEditPoints="1"/>
          </p:cNvSpPr>
          <p:nvPr/>
        </p:nvSpPr>
        <p:spPr bwMode="auto">
          <a:xfrm>
            <a:off x="7497233" y="3132669"/>
            <a:ext cx="527051" cy="579967"/>
          </a:xfrm>
          <a:custGeom>
            <a:avLst/>
            <a:gdLst>
              <a:gd name="T0" fmla="*/ 88 w 321"/>
              <a:gd name="T1" fmla="*/ 145 h 353"/>
              <a:gd name="T2" fmla="*/ 96 w 321"/>
              <a:gd name="T3" fmla="*/ 137 h 353"/>
              <a:gd name="T4" fmla="*/ 96 w 321"/>
              <a:gd name="T5" fmla="*/ 104 h 353"/>
              <a:gd name="T6" fmla="*/ 88 w 321"/>
              <a:gd name="T7" fmla="*/ 96 h 353"/>
              <a:gd name="T8" fmla="*/ 80 w 321"/>
              <a:gd name="T9" fmla="*/ 104 h 353"/>
              <a:gd name="T10" fmla="*/ 80 w 321"/>
              <a:gd name="T11" fmla="*/ 137 h 353"/>
              <a:gd name="T12" fmla="*/ 88 w 321"/>
              <a:gd name="T13" fmla="*/ 145 h 353"/>
              <a:gd name="T14" fmla="*/ 305 w 321"/>
              <a:gd name="T15" fmla="*/ 48 h 353"/>
              <a:gd name="T16" fmla="*/ 186 w 321"/>
              <a:gd name="T17" fmla="*/ 48 h 353"/>
              <a:gd name="T18" fmla="*/ 212 w 321"/>
              <a:gd name="T19" fmla="*/ 10 h 353"/>
              <a:gd name="T20" fmla="*/ 200 w 321"/>
              <a:gd name="T21" fmla="*/ 0 h 353"/>
              <a:gd name="T22" fmla="*/ 167 w 321"/>
              <a:gd name="T23" fmla="*/ 48 h 353"/>
              <a:gd name="T24" fmla="*/ 16 w 321"/>
              <a:gd name="T25" fmla="*/ 48 h 353"/>
              <a:gd name="T26" fmla="*/ 0 w 321"/>
              <a:gd name="T27" fmla="*/ 64 h 353"/>
              <a:gd name="T28" fmla="*/ 0 w 321"/>
              <a:gd name="T29" fmla="*/ 289 h 353"/>
              <a:gd name="T30" fmla="*/ 16 w 321"/>
              <a:gd name="T31" fmla="*/ 305 h 353"/>
              <a:gd name="T32" fmla="*/ 181 w 321"/>
              <a:gd name="T33" fmla="*/ 305 h 353"/>
              <a:gd name="T34" fmla="*/ 200 w 321"/>
              <a:gd name="T35" fmla="*/ 353 h 353"/>
              <a:gd name="T36" fmla="*/ 214 w 321"/>
              <a:gd name="T37" fmla="*/ 345 h 353"/>
              <a:gd name="T38" fmla="*/ 197 w 321"/>
              <a:gd name="T39" fmla="*/ 305 h 353"/>
              <a:gd name="T40" fmla="*/ 305 w 321"/>
              <a:gd name="T41" fmla="*/ 305 h 353"/>
              <a:gd name="T42" fmla="*/ 321 w 321"/>
              <a:gd name="T43" fmla="*/ 289 h 353"/>
              <a:gd name="T44" fmla="*/ 321 w 321"/>
              <a:gd name="T45" fmla="*/ 64 h 353"/>
              <a:gd name="T46" fmla="*/ 305 w 321"/>
              <a:gd name="T47" fmla="*/ 48 h 353"/>
              <a:gd name="T48" fmla="*/ 160 w 321"/>
              <a:gd name="T49" fmla="*/ 257 h 353"/>
              <a:gd name="T50" fmla="*/ 174 w 321"/>
              <a:gd name="T51" fmla="*/ 256 h 353"/>
              <a:gd name="T52" fmla="*/ 177 w 321"/>
              <a:gd name="T53" fmla="*/ 289 h 353"/>
              <a:gd name="T54" fmla="*/ 16 w 321"/>
              <a:gd name="T55" fmla="*/ 289 h 353"/>
              <a:gd name="T56" fmla="*/ 16 w 321"/>
              <a:gd name="T57" fmla="*/ 64 h 353"/>
              <a:gd name="T58" fmla="*/ 159 w 321"/>
              <a:gd name="T59" fmla="*/ 64 h 353"/>
              <a:gd name="T60" fmla="*/ 121 w 321"/>
              <a:gd name="T61" fmla="*/ 192 h 353"/>
              <a:gd name="T62" fmla="*/ 120 w 321"/>
              <a:gd name="T63" fmla="*/ 201 h 353"/>
              <a:gd name="T64" fmla="*/ 178 w 321"/>
              <a:gd name="T65" fmla="*/ 201 h 353"/>
              <a:gd name="T66" fmla="*/ 174 w 321"/>
              <a:gd name="T67" fmla="*/ 240 h 353"/>
              <a:gd name="T68" fmla="*/ 160 w 321"/>
              <a:gd name="T69" fmla="*/ 240 h 353"/>
              <a:gd name="T70" fmla="*/ 51 w 321"/>
              <a:gd name="T71" fmla="*/ 217 h 353"/>
              <a:gd name="T72" fmla="*/ 44 w 321"/>
              <a:gd name="T73" fmla="*/ 232 h 353"/>
              <a:gd name="T74" fmla="*/ 160 w 321"/>
              <a:gd name="T75" fmla="*/ 257 h 353"/>
              <a:gd name="T76" fmla="*/ 305 w 321"/>
              <a:gd name="T77" fmla="*/ 289 h 353"/>
              <a:gd name="T78" fmla="*/ 194 w 321"/>
              <a:gd name="T79" fmla="*/ 289 h 353"/>
              <a:gd name="T80" fmla="*/ 191 w 321"/>
              <a:gd name="T81" fmla="*/ 255 h 353"/>
              <a:gd name="T82" fmla="*/ 276 w 321"/>
              <a:gd name="T83" fmla="*/ 232 h 353"/>
              <a:gd name="T84" fmla="*/ 269 w 321"/>
              <a:gd name="T85" fmla="*/ 217 h 353"/>
              <a:gd name="T86" fmla="*/ 191 w 321"/>
              <a:gd name="T87" fmla="*/ 239 h 353"/>
              <a:gd name="T88" fmla="*/ 196 w 321"/>
              <a:gd name="T89" fmla="*/ 195 h 353"/>
              <a:gd name="T90" fmla="*/ 198 w 321"/>
              <a:gd name="T91" fmla="*/ 185 h 353"/>
              <a:gd name="T92" fmla="*/ 138 w 321"/>
              <a:gd name="T93" fmla="*/ 185 h 353"/>
              <a:gd name="T94" fmla="*/ 177 w 321"/>
              <a:gd name="T95" fmla="*/ 64 h 353"/>
              <a:gd name="T96" fmla="*/ 305 w 321"/>
              <a:gd name="T97" fmla="*/ 64 h 353"/>
              <a:gd name="T98" fmla="*/ 305 w 321"/>
              <a:gd name="T99" fmla="*/ 289 h 353"/>
              <a:gd name="T100" fmla="*/ 233 w 321"/>
              <a:gd name="T101" fmla="*/ 145 h 353"/>
              <a:gd name="T102" fmla="*/ 241 w 321"/>
              <a:gd name="T103" fmla="*/ 137 h 353"/>
              <a:gd name="T104" fmla="*/ 241 w 321"/>
              <a:gd name="T105" fmla="*/ 104 h 353"/>
              <a:gd name="T106" fmla="*/ 233 w 321"/>
              <a:gd name="T107" fmla="*/ 96 h 353"/>
              <a:gd name="T108" fmla="*/ 225 w 321"/>
              <a:gd name="T109" fmla="*/ 104 h 353"/>
              <a:gd name="T110" fmla="*/ 225 w 321"/>
              <a:gd name="T111" fmla="*/ 137 h 353"/>
              <a:gd name="T112" fmla="*/ 233 w 321"/>
              <a:gd name="T113" fmla="*/ 145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321" h="353">
                <a:moveTo>
                  <a:pt x="88" y="145"/>
                </a:moveTo>
                <a:cubicBezTo>
                  <a:pt x="93" y="145"/>
                  <a:pt x="96" y="141"/>
                  <a:pt x="96" y="137"/>
                </a:cubicBezTo>
                <a:cubicBezTo>
                  <a:pt x="96" y="104"/>
                  <a:pt x="96" y="104"/>
                  <a:pt x="96" y="104"/>
                </a:cubicBezTo>
                <a:cubicBezTo>
                  <a:pt x="96" y="100"/>
                  <a:pt x="93" y="96"/>
                  <a:pt x="88" y="96"/>
                </a:cubicBezTo>
                <a:cubicBezTo>
                  <a:pt x="84" y="96"/>
                  <a:pt x="80" y="100"/>
                  <a:pt x="80" y="104"/>
                </a:cubicBezTo>
                <a:cubicBezTo>
                  <a:pt x="80" y="137"/>
                  <a:pt x="80" y="137"/>
                  <a:pt x="80" y="137"/>
                </a:cubicBezTo>
                <a:cubicBezTo>
                  <a:pt x="80" y="141"/>
                  <a:pt x="84" y="145"/>
                  <a:pt x="88" y="145"/>
                </a:cubicBezTo>
                <a:moveTo>
                  <a:pt x="305" y="48"/>
                </a:moveTo>
                <a:cubicBezTo>
                  <a:pt x="186" y="48"/>
                  <a:pt x="186" y="48"/>
                  <a:pt x="186" y="48"/>
                </a:cubicBezTo>
                <a:cubicBezTo>
                  <a:pt x="200" y="24"/>
                  <a:pt x="212" y="11"/>
                  <a:pt x="212" y="10"/>
                </a:cubicBezTo>
                <a:cubicBezTo>
                  <a:pt x="200" y="0"/>
                  <a:pt x="200" y="0"/>
                  <a:pt x="200" y="0"/>
                </a:cubicBezTo>
                <a:cubicBezTo>
                  <a:pt x="199" y="1"/>
                  <a:pt x="184" y="19"/>
                  <a:pt x="167" y="48"/>
                </a:cubicBezTo>
                <a:cubicBezTo>
                  <a:pt x="16" y="48"/>
                  <a:pt x="16" y="48"/>
                  <a:pt x="16" y="48"/>
                </a:cubicBezTo>
                <a:cubicBezTo>
                  <a:pt x="7" y="48"/>
                  <a:pt x="0" y="55"/>
                  <a:pt x="0" y="64"/>
                </a:cubicBezTo>
                <a:cubicBezTo>
                  <a:pt x="0" y="289"/>
                  <a:pt x="0" y="289"/>
                  <a:pt x="0" y="289"/>
                </a:cubicBezTo>
                <a:cubicBezTo>
                  <a:pt x="0" y="298"/>
                  <a:pt x="7" y="305"/>
                  <a:pt x="16" y="305"/>
                </a:cubicBezTo>
                <a:cubicBezTo>
                  <a:pt x="181" y="305"/>
                  <a:pt x="181" y="305"/>
                  <a:pt x="181" y="305"/>
                </a:cubicBezTo>
                <a:cubicBezTo>
                  <a:pt x="185" y="321"/>
                  <a:pt x="191" y="338"/>
                  <a:pt x="200" y="353"/>
                </a:cubicBezTo>
                <a:cubicBezTo>
                  <a:pt x="214" y="345"/>
                  <a:pt x="214" y="345"/>
                  <a:pt x="214" y="345"/>
                </a:cubicBezTo>
                <a:cubicBezTo>
                  <a:pt x="206" y="333"/>
                  <a:pt x="201" y="319"/>
                  <a:pt x="197" y="305"/>
                </a:cubicBezTo>
                <a:cubicBezTo>
                  <a:pt x="305" y="305"/>
                  <a:pt x="305" y="305"/>
                  <a:pt x="305" y="305"/>
                </a:cubicBezTo>
                <a:cubicBezTo>
                  <a:pt x="314" y="305"/>
                  <a:pt x="321" y="298"/>
                  <a:pt x="321" y="289"/>
                </a:cubicBezTo>
                <a:cubicBezTo>
                  <a:pt x="321" y="64"/>
                  <a:pt x="321" y="64"/>
                  <a:pt x="321" y="64"/>
                </a:cubicBezTo>
                <a:cubicBezTo>
                  <a:pt x="321" y="55"/>
                  <a:pt x="314" y="48"/>
                  <a:pt x="305" y="48"/>
                </a:cubicBezTo>
                <a:moveTo>
                  <a:pt x="160" y="257"/>
                </a:moveTo>
                <a:cubicBezTo>
                  <a:pt x="165" y="257"/>
                  <a:pt x="170" y="256"/>
                  <a:pt x="174" y="256"/>
                </a:cubicBezTo>
                <a:cubicBezTo>
                  <a:pt x="175" y="267"/>
                  <a:pt x="175" y="278"/>
                  <a:pt x="177" y="289"/>
                </a:cubicBezTo>
                <a:cubicBezTo>
                  <a:pt x="16" y="289"/>
                  <a:pt x="16" y="289"/>
                  <a:pt x="16" y="289"/>
                </a:cubicBezTo>
                <a:cubicBezTo>
                  <a:pt x="16" y="64"/>
                  <a:pt x="16" y="64"/>
                  <a:pt x="16" y="64"/>
                </a:cubicBezTo>
                <a:cubicBezTo>
                  <a:pt x="159" y="64"/>
                  <a:pt x="159" y="64"/>
                  <a:pt x="159" y="64"/>
                </a:cubicBezTo>
                <a:cubicBezTo>
                  <a:pt x="143" y="97"/>
                  <a:pt x="127" y="140"/>
                  <a:pt x="121" y="192"/>
                </a:cubicBezTo>
                <a:cubicBezTo>
                  <a:pt x="120" y="201"/>
                  <a:pt x="120" y="201"/>
                  <a:pt x="120" y="201"/>
                </a:cubicBezTo>
                <a:cubicBezTo>
                  <a:pt x="178" y="201"/>
                  <a:pt x="178" y="201"/>
                  <a:pt x="178" y="201"/>
                </a:cubicBezTo>
                <a:cubicBezTo>
                  <a:pt x="177" y="210"/>
                  <a:pt x="175" y="224"/>
                  <a:pt x="174" y="240"/>
                </a:cubicBezTo>
                <a:cubicBezTo>
                  <a:pt x="170" y="240"/>
                  <a:pt x="165" y="240"/>
                  <a:pt x="160" y="240"/>
                </a:cubicBezTo>
                <a:cubicBezTo>
                  <a:pt x="99" y="240"/>
                  <a:pt x="52" y="217"/>
                  <a:pt x="51" y="217"/>
                </a:cubicBezTo>
                <a:cubicBezTo>
                  <a:pt x="44" y="232"/>
                  <a:pt x="44" y="232"/>
                  <a:pt x="44" y="232"/>
                </a:cubicBezTo>
                <a:cubicBezTo>
                  <a:pt x="46" y="233"/>
                  <a:pt x="95" y="257"/>
                  <a:pt x="160" y="257"/>
                </a:cubicBezTo>
                <a:moveTo>
                  <a:pt x="305" y="289"/>
                </a:moveTo>
                <a:cubicBezTo>
                  <a:pt x="194" y="289"/>
                  <a:pt x="194" y="289"/>
                  <a:pt x="194" y="289"/>
                </a:cubicBezTo>
                <a:cubicBezTo>
                  <a:pt x="192" y="277"/>
                  <a:pt x="191" y="266"/>
                  <a:pt x="191" y="255"/>
                </a:cubicBezTo>
                <a:cubicBezTo>
                  <a:pt x="240" y="249"/>
                  <a:pt x="274" y="232"/>
                  <a:pt x="276" y="232"/>
                </a:cubicBezTo>
                <a:cubicBezTo>
                  <a:pt x="269" y="217"/>
                  <a:pt x="269" y="217"/>
                  <a:pt x="269" y="217"/>
                </a:cubicBezTo>
                <a:cubicBezTo>
                  <a:pt x="268" y="217"/>
                  <a:pt x="236" y="233"/>
                  <a:pt x="191" y="239"/>
                </a:cubicBezTo>
                <a:cubicBezTo>
                  <a:pt x="192" y="213"/>
                  <a:pt x="196" y="195"/>
                  <a:pt x="196" y="195"/>
                </a:cubicBezTo>
                <a:cubicBezTo>
                  <a:pt x="198" y="185"/>
                  <a:pt x="198" y="185"/>
                  <a:pt x="198" y="185"/>
                </a:cubicBezTo>
                <a:cubicBezTo>
                  <a:pt x="138" y="185"/>
                  <a:pt x="138" y="185"/>
                  <a:pt x="138" y="185"/>
                </a:cubicBezTo>
                <a:cubicBezTo>
                  <a:pt x="145" y="136"/>
                  <a:pt x="161" y="94"/>
                  <a:pt x="177" y="64"/>
                </a:cubicBezTo>
                <a:cubicBezTo>
                  <a:pt x="305" y="64"/>
                  <a:pt x="305" y="64"/>
                  <a:pt x="305" y="64"/>
                </a:cubicBezTo>
                <a:lnTo>
                  <a:pt x="305" y="289"/>
                </a:lnTo>
                <a:close/>
                <a:moveTo>
                  <a:pt x="233" y="145"/>
                </a:moveTo>
                <a:cubicBezTo>
                  <a:pt x="237" y="145"/>
                  <a:pt x="241" y="141"/>
                  <a:pt x="241" y="137"/>
                </a:cubicBezTo>
                <a:cubicBezTo>
                  <a:pt x="241" y="104"/>
                  <a:pt x="241" y="104"/>
                  <a:pt x="241" y="104"/>
                </a:cubicBezTo>
                <a:cubicBezTo>
                  <a:pt x="241" y="100"/>
                  <a:pt x="237" y="96"/>
                  <a:pt x="233" y="96"/>
                </a:cubicBezTo>
                <a:cubicBezTo>
                  <a:pt x="228" y="96"/>
                  <a:pt x="225" y="100"/>
                  <a:pt x="225" y="104"/>
                </a:cubicBezTo>
                <a:cubicBezTo>
                  <a:pt x="225" y="137"/>
                  <a:pt x="225" y="137"/>
                  <a:pt x="225" y="137"/>
                </a:cubicBezTo>
                <a:cubicBezTo>
                  <a:pt x="225" y="141"/>
                  <a:pt x="228" y="145"/>
                  <a:pt x="233" y="145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2" name="Freeform 32"/>
          <p:cNvSpPr>
            <a:spLocks noEditPoints="1"/>
          </p:cNvSpPr>
          <p:nvPr/>
        </p:nvSpPr>
        <p:spPr bwMode="auto">
          <a:xfrm>
            <a:off x="8578851" y="3132669"/>
            <a:ext cx="582084" cy="579967"/>
          </a:xfrm>
          <a:custGeom>
            <a:avLst/>
            <a:gdLst>
              <a:gd name="T0" fmla="*/ 256 w 353"/>
              <a:gd name="T1" fmla="*/ 80 h 353"/>
              <a:gd name="T2" fmla="*/ 235 w 353"/>
              <a:gd name="T3" fmla="*/ 80 h 353"/>
              <a:gd name="T4" fmla="*/ 176 w 353"/>
              <a:gd name="T5" fmla="*/ 161 h 353"/>
              <a:gd name="T6" fmla="*/ 120 w 353"/>
              <a:gd name="T7" fmla="*/ 80 h 353"/>
              <a:gd name="T8" fmla="*/ 98 w 353"/>
              <a:gd name="T9" fmla="*/ 80 h 353"/>
              <a:gd name="T10" fmla="*/ 165 w 353"/>
              <a:gd name="T11" fmla="*/ 174 h 353"/>
              <a:gd name="T12" fmla="*/ 94 w 353"/>
              <a:gd name="T13" fmla="*/ 273 h 353"/>
              <a:gd name="T14" fmla="*/ 115 w 353"/>
              <a:gd name="T15" fmla="*/ 273 h 353"/>
              <a:gd name="T16" fmla="*/ 176 w 353"/>
              <a:gd name="T17" fmla="*/ 188 h 353"/>
              <a:gd name="T18" fmla="*/ 237 w 353"/>
              <a:gd name="T19" fmla="*/ 273 h 353"/>
              <a:gd name="T20" fmla="*/ 260 w 353"/>
              <a:gd name="T21" fmla="*/ 273 h 353"/>
              <a:gd name="T22" fmla="*/ 188 w 353"/>
              <a:gd name="T23" fmla="*/ 174 h 353"/>
              <a:gd name="T24" fmla="*/ 256 w 353"/>
              <a:gd name="T25" fmla="*/ 80 h 353"/>
              <a:gd name="T26" fmla="*/ 177 w 353"/>
              <a:gd name="T27" fmla="*/ 0 h 353"/>
              <a:gd name="T28" fmla="*/ 0 w 353"/>
              <a:gd name="T29" fmla="*/ 177 h 353"/>
              <a:gd name="T30" fmla="*/ 177 w 353"/>
              <a:gd name="T31" fmla="*/ 353 h 353"/>
              <a:gd name="T32" fmla="*/ 353 w 353"/>
              <a:gd name="T33" fmla="*/ 177 h 353"/>
              <a:gd name="T34" fmla="*/ 177 w 353"/>
              <a:gd name="T35" fmla="*/ 0 h 353"/>
              <a:gd name="T36" fmla="*/ 177 w 353"/>
              <a:gd name="T37" fmla="*/ 337 h 353"/>
              <a:gd name="T38" fmla="*/ 16 w 353"/>
              <a:gd name="T39" fmla="*/ 177 h 353"/>
              <a:gd name="T40" fmla="*/ 177 w 353"/>
              <a:gd name="T41" fmla="*/ 16 h 353"/>
              <a:gd name="T42" fmla="*/ 337 w 353"/>
              <a:gd name="T43" fmla="*/ 177 h 353"/>
              <a:gd name="T44" fmla="*/ 177 w 353"/>
              <a:gd name="T45" fmla="*/ 337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353" h="353">
                <a:moveTo>
                  <a:pt x="256" y="80"/>
                </a:moveTo>
                <a:cubicBezTo>
                  <a:pt x="235" y="80"/>
                  <a:pt x="235" y="80"/>
                  <a:pt x="235" y="80"/>
                </a:cubicBezTo>
                <a:cubicBezTo>
                  <a:pt x="176" y="161"/>
                  <a:pt x="176" y="161"/>
                  <a:pt x="176" y="161"/>
                </a:cubicBezTo>
                <a:cubicBezTo>
                  <a:pt x="120" y="80"/>
                  <a:pt x="120" y="80"/>
                  <a:pt x="120" y="80"/>
                </a:cubicBezTo>
                <a:cubicBezTo>
                  <a:pt x="98" y="80"/>
                  <a:pt x="98" y="80"/>
                  <a:pt x="98" y="80"/>
                </a:cubicBezTo>
                <a:cubicBezTo>
                  <a:pt x="165" y="174"/>
                  <a:pt x="165" y="174"/>
                  <a:pt x="165" y="174"/>
                </a:cubicBezTo>
                <a:cubicBezTo>
                  <a:pt x="94" y="273"/>
                  <a:pt x="94" y="273"/>
                  <a:pt x="94" y="273"/>
                </a:cubicBezTo>
                <a:cubicBezTo>
                  <a:pt x="115" y="273"/>
                  <a:pt x="115" y="273"/>
                  <a:pt x="115" y="273"/>
                </a:cubicBezTo>
                <a:cubicBezTo>
                  <a:pt x="176" y="188"/>
                  <a:pt x="176" y="188"/>
                  <a:pt x="176" y="188"/>
                </a:cubicBezTo>
                <a:cubicBezTo>
                  <a:pt x="237" y="273"/>
                  <a:pt x="237" y="273"/>
                  <a:pt x="237" y="273"/>
                </a:cubicBezTo>
                <a:cubicBezTo>
                  <a:pt x="260" y="273"/>
                  <a:pt x="260" y="273"/>
                  <a:pt x="260" y="273"/>
                </a:cubicBezTo>
                <a:cubicBezTo>
                  <a:pt x="188" y="174"/>
                  <a:pt x="188" y="174"/>
                  <a:pt x="188" y="174"/>
                </a:cubicBezTo>
                <a:lnTo>
                  <a:pt x="256" y="80"/>
                </a:lnTo>
                <a:close/>
                <a:moveTo>
                  <a:pt x="177" y="0"/>
                </a:moveTo>
                <a:cubicBezTo>
                  <a:pt x="79" y="0"/>
                  <a:pt x="0" y="79"/>
                  <a:pt x="0" y="177"/>
                </a:cubicBezTo>
                <a:cubicBezTo>
                  <a:pt x="0" y="274"/>
                  <a:pt x="79" y="353"/>
                  <a:pt x="177" y="353"/>
                </a:cubicBezTo>
                <a:cubicBezTo>
                  <a:pt x="274" y="353"/>
                  <a:pt x="353" y="274"/>
                  <a:pt x="353" y="177"/>
                </a:cubicBezTo>
                <a:cubicBezTo>
                  <a:pt x="353" y="79"/>
                  <a:pt x="274" y="0"/>
                  <a:pt x="177" y="0"/>
                </a:cubicBezTo>
                <a:moveTo>
                  <a:pt x="177" y="337"/>
                </a:moveTo>
                <a:cubicBezTo>
                  <a:pt x="88" y="337"/>
                  <a:pt x="16" y="265"/>
                  <a:pt x="16" y="177"/>
                </a:cubicBezTo>
                <a:cubicBezTo>
                  <a:pt x="16" y="88"/>
                  <a:pt x="88" y="16"/>
                  <a:pt x="177" y="16"/>
                </a:cubicBezTo>
                <a:cubicBezTo>
                  <a:pt x="266" y="16"/>
                  <a:pt x="337" y="88"/>
                  <a:pt x="337" y="177"/>
                </a:cubicBezTo>
                <a:cubicBezTo>
                  <a:pt x="337" y="265"/>
                  <a:pt x="266" y="337"/>
                  <a:pt x="177" y="337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3" name="Freeform 33"/>
          <p:cNvSpPr>
            <a:spLocks noEditPoints="1"/>
          </p:cNvSpPr>
          <p:nvPr/>
        </p:nvSpPr>
        <p:spPr bwMode="auto">
          <a:xfrm>
            <a:off x="9690101" y="3132669"/>
            <a:ext cx="579967" cy="579967"/>
          </a:xfrm>
          <a:custGeom>
            <a:avLst/>
            <a:gdLst>
              <a:gd name="T0" fmla="*/ 137 w 274"/>
              <a:gd name="T1" fmla="*/ 256 h 274"/>
              <a:gd name="T2" fmla="*/ 274 w 274"/>
              <a:gd name="T3" fmla="*/ 274 h 274"/>
              <a:gd name="T4" fmla="*/ 274 w 274"/>
              <a:gd name="T5" fmla="*/ 150 h 274"/>
              <a:gd name="T6" fmla="*/ 137 w 274"/>
              <a:gd name="T7" fmla="*/ 150 h 274"/>
              <a:gd name="T8" fmla="*/ 137 w 274"/>
              <a:gd name="T9" fmla="*/ 256 h 274"/>
              <a:gd name="T10" fmla="*/ 149 w 274"/>
              <a:gd name="T11" fmla="*/ 162 h 274"/>
              <a:gd name="T12" fmla="*/ 262 w 274"/>
              <a:gd name="T13" fmla="*/ 162 h 274"/>
              <a:gd name="T14" fmla="*/ 262 w 274"/>
              <a:gd name="T15" fmla="*/ 260 h 274"/>
              <a:gd name="T16" fmla="*/ 149 w 274"/>
              <a:gd name="T17" fmla="*/ 245 h 274"/>
              <a:gd name="T18" fmla="*/ 149 w 274"/>
              <a:gd name="T19" fmla="*/ 162 h 274"/>
              <a:gd name="T20" fmla="*/ 0 w 274"/>
              <a:gd name="T21" fmla="*/ 237 h 274"/>
              <a:gd name="T22" fmla="*/ 112 w 274"/>
              <a:gd name="T23" fmla="*/ 252 h 274"/>
              <a:gd name="T24" fmla="*/ 112 w 274"/>
              <a:gd name="T25" fmla="*/ 150 h 274"/>
              <a:gd name="T26" fmla="*/ 0 w 274"/>
              <a:gd name="T27" fmla="*/ 150 h 274"/>
              <a:gd name="T28" fmla="*/ 0 w 274"/>
              <a:gd name="T29" fmla="*/ 237 h 274"/>
              <a:gd name="T30" fmla="*/ 12 w 274"/>
              <a:gd name="T31" fmla="*/ 162 h 274"/>
              <a:gd name="T32" fmla="*/ 99 w 274"/>
              <a:gd name="T33" fmla="*/ 162 h 274"/>
              <a:gd name="T34" fmla="*/ 99 w 274"/>
              <a:gd name="T35" fmla="*/ 238 h 274"/>
              <a:gd name="T36" fmla="*/ 12 w 274"/>
              <a:gd name="T37" fmla="*/ 226 h 274"/>
              <a:gd name="T38" fmla="*/ 12 w 274"/>
              <a:gd name="T39" fmla="*/ 162 h 274"/>
              <a:gd name="T40" fmla="*/ 137 w 274"/>
              <a:gd name="T41" fmla="*/ 18 h 274"/>
              <a:gd name="T42" fmla="*/ 137 w 274"/>
              <a:gd name="T43" fmla="*/ 125 h 274"/>
              <a:gd name="T44" fmla="*/ 274 w 274"/>
              <a:gd name="T45" fmla="*/ 125 h 274"/>
              <a:gd name="T46" fmla="*/ 274 w 274"/>
              <a:gd name="T47" fmla="*/ 0 h 274"/>
              <a:gd name="T48" fmla="*/ 137 w 274"/>
              <a:gd name="T49" fmla="*/ 18 h 274"/>
              <a:gd name="T50" fmla="*/ 262 w 274"/>
              <a:gd name="T51" fmla="*/ 112 h 274"/>
              <a:gd name="T52" fmla="*/ 149 w 274"/>
              <a:gd name="T53" fmla="*/ 112 h 274"/>
              <a:gd name="T54" fmla="*/ 149 w 274"/>
              <a:gd name="T55" fmla="*/ 29 h 274"/>
              <a:gd name="T56" fmla="*/ 262 w 274"/>
              <a:gd name="T57" fmla="*/ 14 h 274"/>
              <a:gd name="T58" fmla="*/ 262 w 274"/>
              <a:gd name="T59" fmla="*/ 112 h 274"/>
              <a:gd name="T60" fmla="*/ 0 w 274"/>
              <a:gd name="T61" fmla="*/ 125 h 274"/>
              <a:gd name="T62" fmla="*/ 112 w 274"/>
              <a:gd name="T63" fmla="*/ 125 h 274"/>
              <a:gd name="T64" fmla="*/ 112 w 274"/>
              <a:gd name="T65" fmla="*/ 22 h 274"/>
              <a:gd name="T66" fmla="*/ 0 w 274"/>
              <a:gd name="T67" fmla="*/ 37 h 274"/>
              <a:gd name="T68" fmla="*/ 0 w 274"/>
              <a:gd name="T69" fmla="*/ 125 h 274"/>
              <a:gd name="T70" fmla="*/ 12 w 274"/>
              <a:gd name="T71" fmla="*/ 48 h 274"/>
              <a:gd name="T72" fmla="*/ 99 w 274"/>
              <a:gd name="T73" fmla="*/ 36 h 274"/>
              <a:gd name="T74" fmla="*/ 99 w 274"/>
              <a:gd name="T75" fmla="*/ 112 h 274"/>
              <a:gd name="T76" fmla="*/ 12 w 274"/>
              <a:gd name="T77" fmla="*/ 112 h 274"/>
              <a:gd name="T78" fmla="*/ 12 w 274"/>
              <a:gd name="T79" fmla="*/ 48 h 2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274" h="274">
                <a:moveTo>
                  <a:pt x="137" y="256"/>
                </a:moveTo>
                <a:lnTo>
                  <a:pt x="274" y="274"/>
                </a:lnTo>
                <a:lnTo>
                  <a:pt x="274" y="150"/>
                </a:lnTo>
                <a:lnTo>
                  <a:pt x="137" y="150"/>
                </a:lnTo>
                <a:lnTo>
                  <a:pt x="137" y="256"/>
                </a:lnTo>
                <a:close/>
                <a:moveTo>
                  <a:pt x="149" y="162"/>
                </a:moveTo>
                <a:lnTo>
                  <a:pt x="262" y="162"/>
                </a:lnTo>
                <a:lnTo>
                  <a:pt x="262" y="260"/>
                </a:lnTo>
                <a:lnTo>
                  <a:pt x="149" y="245"/>
                </a:lnTo>
                <a:lnTo>
                  <a:pt x="149" y="162"/>
                </a:lnTo>
                <a:close/>
                <a:moveTo>
                  <a:pt x="0" y="237"/>
                </a:moveTo>
                <a:lnTo>
                  <a:pt x="112" y="252"/>
                </a:lnTo>
                <a:lnTo>
                  <a:pt x="112" y="150"/>
                </a:lnTo>
                <a:lnTo>
                  <a:pt x="0" y="150"/>
                </a:lnTo>
                <a:lnTo>
                  <a:pt x="0" y="237"/>
                </a:lnTo>
                <a:close/>
                <a:moveTo>
                  <a:pt x="12" y="162"/>
                </a:moveTo>
                <a:lnTo>
                  <a:pt x="99" y="162"/>
                </a:lnTo>
                <a:lnTo>
                  <a:pt x="99" y="238"/>
                </a:lnTo>
                <a:lnTo>
                  <a:pt x="12" y="226"/>
                </a:lnTo>
                <a:lnTo>
                  <a:pt x="12" y="162"/>
                </a:lnTo>
                <a:close/>
                <a:moveTo>
                  <a:pt x="137" y="18"/>
                </a:moveTo>
                <a:lnTo>
                  <a:pt x="137" y="125"/>
                </a:lnTo>
                <a:lnTo>
                  <a:pt x="274" y="125"/>
                </a:lnTo>
                <a:lnTo>
                  <a:pt x="274" y="0"/>
                </a:lnTo>
                <a:lnTo>
                  <a:pt x="137" y="18"/>
                </a:lnTo>
                <a:close/>
                <a:moveTo>
                  <a:pt x="262" y="112"/>
                </a:moveTo>
                <a:lnTo>
                  <a:pt x="149" y="112"/>
                </a:lnTo>
                <a:lnTo>
                  <a:pt x="149" y="29"/>
                </a:lnTo>
                <a:lnTo>
                  <a:pt x="262" y="14"/>
                </a:lnTo>
                <a:lnTo>
                  <a:pt x="262" y="112"/>
                </a:lnTo>
                <a:close/>
                <a:moveTo>
                  <a:pt x="0" y="125"/>
                </a:moveTo>
                <a:lnTo>
                  <a:pt x="112" y="125"/>
                </a:lnTo>
                <a:lnTo>
                  <a:pt x="112" y="22"/>
                </a:lnTo>
                <a:lnTo>
                  <a:pt x="0" y="37"/>
                </a:lnTo>
                <a:lnTo>
                  <a:pt x="0" y="125"/>
                </a:lnTo>
                <a:close/>
                <a:moveTo>
                  <a:pt x="12" y="48"/>
                </a:moveTo>
                <a:lnTo>
                  <a:pt x="99" y="36"/>
                </a:lnTo>
                <a:lnTo>
                  <a:pt x="99" y="112"/>
                </a:lnTo>
                <a:lnTo>
                  <a:pt x="12" y="112"/>
                </a:lnTo>
                <a:lnTo>
                  <a:pt x="12" y="48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4" name="Freeform 34"/>
          <p:cNvSpPr>
            <a:spLocks noEditPoints="1"/>
          </p:cNvSpPr>
          <p:nvPr/>
        </p:nvSpPr>
        <p:spPr bwMode="auto">
          <a:xfrm>
            <a:off x="10877551" y="3132669"/>
            <a:ext cx="423333" cy="579967"/>
          </a:xfrm>
          <a:custGeom>
            <a:avLst/>
            <a:gdLst>
              <a:gd name="T0" fmla="*/ 96 w 257"/>
              <a:gd name="T1" fmla="*/ 64 h 353"/>
              <a:gd name="T2" fmla="*/ 112 w 257"/>
              <a:gd name="T3" fmla="*/ 64 h 353"/>
              <a:gd name="T4" fmla="*/ 153 w 257"/>
              <a:gd name="T5" fmla="*/ 56 h 353"/>
              <a:gd name="T6" fmla="*/ 153 w 257"/>
              <a:gd name="T7" fmla="*/ 72 h 353"/>
              <a:gd name="T8" fmla="*/ 153 w 257"/>
              <a:gd name="T9" fmla="*/ 56 h 353"/>
              <a:gd name="T10" fmla="*/ 225 w 257"/>
              <a:gd name="T11" fmla="*/ 90 h 353"/>
              <a:gd name="T12" fmla="*/ 224 w 257"/>
              <a:gd name="T13" fmla="*/ 88 h 353"/>
              <a:gd name="T14" fmla="*/ 191 w 257"/>
              <a:gd name="T15" fmla="*/ 13 h 353"/>
              <a:gd name="T16" fmla="*/ 193 w 257"/>
              <a:gd name="T17" fmla="*/ 8 h 353"/>
              <a:gd name="T18" fmla="*/ 178 w 257"/>
              <a:gd name="T19" fmla="*/ 4 h 353"/>
              <a:gd name="T20" fmla="*/ 166 w 257"/>
              <a:gd name="T21" fmla="*/ 22 h 353"/>
              <a:gd name="T22" fmla="*/ 91 w 257"/>
              <a:gd name="T23" fmla="*/ 22 h 353"/>
              <a:gd name="T24" fmla="*/ 79 w 257"/>
              <a:gd name="T25" fmla="*/ 4 h 353"/>
              <a:gd name="T26" fmla="*/ 64 w 257"/>
              <a:gd name="T27" fmla="*/ 8 h 353"/>
              <a:gd name="T28" fmla="*/ 66 w 257"/>
              <a:gd name="T29" fmla="*/ 13 h 353"/>
              <a:gd name="T30" fmla="*/ 33 w 257"/>
              <a:gd name="T31" fmla="*/ 88 h 353"/>
              <a:gd name="T32" fmla="*/ 32 w 257"/>
              <a:gd name="T33" fmla="*/ 90 h 353"/>
              <a:gd name="T34" fmla="*/ 0 w 257"/>
              <a:gd name="T35" fmla="*/ 112 h 353"/>
              <a:gd name="T36" fmla="*/ 24 w 257"/>
              <a:gd name="T37" fmla="*/ 249 h 353"/>
              <a:gd name="T38" fmla="*/ 32 w 257"/>
              <a:gd name="T39" fmla="*/ 273 h 353"/>
              <a:gd name="T40" fmla="*/ 64 w 257"/>
              <a:gd name="T41" fmla="*/ 289 h 353"/>
              <a:gd name="T42" fmla="*/ 88 w 257"/>
              <a:gd name="T43" fmla="*/ 353 h 353"/>
              <a:gd name="T44" fmla="*/ 112 w 257"/>
              <a:gd name="T45" fmla="*/ 289 h 353"/>
              <a:gd name="T46" fmla="*/ 145 w 257"/>
              <a:gd name="T47" fmla="*/ 329 h 353"/>
              <a:gd name="T48" fmla="*/ 193 w 257"/>
              <a:gd name="T49" fmla="*/ 329 h 353"/>
              <a:gd name="T50" fmla="*/ 209 w 257"/>
              <a:gd name="T51" fmla="*/ 289 h 353"/>
              <a:gd name="T52" fmla="*/ 225 w 257"/>
              <a:gd name="T53" fmla="*/ 247 h 353"/>
              <a:gd name="T54" fmla="*/ 257 w 257"/>
              <a:gd name="T55" fmla="*/ 225 h 353"/>
              <a:gd name="T56" fmla="*/ 233 w 257"/>
              <a:gd name="T57" fmla="*/ 88 h 353"/>
              <a:gd name="T58" fmla="*/ 24 w 257"/>
              <a:gd name="T59" fmla="*/ 233 h 353"/>
              <a:gd name="T60" fmla="*/ 16 w 257"/>
              <a:gd name="T61" fmla="*/ 112 h 353"/>
              <a:gd name="T62" fmla="*/ 32 w 257"/>
              <a:gd name="T63" fmla="*/ 112 h 353"/>
              <a:gd name="T64" fmla="*/ 128 w 257"/>
              <a:gd name="T65" fmla="*/ 32 h 353"/>
              <a:gd name="T66" fmla="*/ 49 w 257"/>
              <a:gd name="T67" fmla="*/ 88 h 353"/>
              <a:gd name="T68" fmla="*/ 96 w 257"/>
              <a:gd name="T69" fmla="*/ 329 h 353"/>
              <a:gd name="T70" fmla="*/ 80 w 257"/>
              <a:gd name="T71" fmla="*/ 329 h 353"/>
              <a:gd name="T72" fmla="*/ 96 w 257"/>
              <a:gd name="T73" fmla="*/ 289 h 353"/>
              <a:gd name="T74" fmla="*/ 177 w 257"/>
              <a:gd name="T75" fmla="*/ 329 h 353"/>
              <a:gd name="T76" fmla="*/ 161 w 257"/>
              <a:gd name="T77" fmla="*/ 329 h 353"/>
              <a:gd name="T78" fmla="*/ 177 w 257"/>
              <a:gd name="T79" fmla="*/ 289 h 353"/>
              <a:gd name="T80" fmla="*/ 209 w 257"/>
              <a:gd name="T81" fmla="*/ 273 h 353"/>
              <a:gd name="T82" fmla="*/ 48 w 257"/>
              <a:gd name="T83" fmla="*/ 104 h 353"/>
              <a:gd name="T84" fmla="*/ 209 w 257"/>
              <a:gd name="T85" fmla="*/ 273 h 353"/>
              <a:gd name="T86" fmla="*/ 233 w 257"/>
              <a:gd name="T87" fmla="*/ 233 h 353"/>
              <a:gd name="T88" fmla="*/ 225 w 257"/>
              <a:gd name="T89" fmla="*/ 112 h 353"/>
              <a:gd name="T90" fmla="*/ 241 w 257"/>
              <a:gd name="T91" fmla="*/ 112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257" h="353">
                <a:moveTo>
                  <a:pt x="104" y="56"/>
                </a:moveTo>
                <a:cubicBezTo>
                  <a:pt x="100" y="56"/>
                  <a:pt x="96" y="60"/>
                  <a:pt x="96" y="64"/>
                </a:cubicBezTo>
                <a:cubicBezTo>
                  <a:pt x="96" y="69"/>
                  <a:pt x="100" y="72"/>
                  <a:pt x="104" y="72"/>
                </a:cubicBezTo>
                <a:cubicBezTo>
                  <a:pt x="109" y="72"/>
                  <a:pt x="112" y="69"/>
                  <a:pt x="112" y="64"/>
                </a:cubicBezTo>
                <a:cubicBezTo>
                  <a:pt x="112" y="60"/>
                  <a:pt x="109" y="56"/>
                  <a:pt x="104" y="56"/>
                </a:cubicBezTo>
                <a:moveTo>
                  <a:pt x="153" y="56"/>
                </a:moveTo>
                <a:cubicBezTo>
                  <a:pt x="148" y="56"/>
                  <a:pt x="145" y="60"/>
                  <a:pt x="145" y="64"/>
                </a:cubicBezTo>
                <a:cubicBezTo>
                  <a:pt x="145" y="69"/>
                  <a:pt x="148" y="72"/>
                  <a:pt x="153" y="72"/>
                </a:cubicBezTo>
                <a:cubicBezTo>
                  <a:pt x="157" y="72"/>
                  <a:pt x="161" y="69"/>
                  <a:pt x="161" y="64"/>
                </a:cubicBezTo>
                <a:cubicBezTo>
                  <a:pt x="161" y="60"/>
                  <a:pt x="157" y="56"/>
                  <a:pt x="153" y="56"/>
                </a:cubicBezTo>
                <a:moveTo>
                  <a:pt x="233" y="88"/>
                </a:moveTo>
                <a:cubicBezTo>
                  <a:pt x="230" y="88"/>
                  <a:pt x="227" y="89"/>
                  <a:pt x="225" y="90"/>
                </a:cubicBezTo>
                <a:cubicBezTo>
                  <a:pt x="225" y="88"/>
                  <a:pt x="225" y="88"/>
                  <a:pt x="225" y="88"/>
                </a:cubicBezTo>
                <a:cubicBezTo>
                  <a:pt x="224" y="88"/>
                  <a:pt x="224" y="88"/>
                  <a:pt x="224" y="88"/>
                </a:cubicBezTo>
                <a:cubicBezTo>
                  <a:pt x="221" y="63"/>
                  <a:pt x="205" y="42"/>
                  <a:pt x="180" y="29"/>
                </a:cubicBezTo>
                <a:cubicBezTo>
                  <a:pt x="191" y="13"/>
                  <a:pt x="191" y="13"/>
                  <a:pt x="191" y="13"/>
                </a:cubicBezTo>
                <a:cubicBezTo>
                  <a:pt x="191" y="12"/>
                  <a:pt x="191" y="12"/>
                  <a:pt x="191" y="12"/>
                </a:cubicBezTo>
                <a:cubicBezTo>
                  <a:pt x="192" y="11"/>
                  <a:pt x="193" y="10"/>
                  <a:pt x="193" y="8"/>
                </a:cubicBezTo>
                <a:cubicBezTo>
                  <a:pt x="193" y="4"/>
                  <a:pt x="189" y="0"/>
                  <a:pt x="185" y="0"/>
                </a:cubicBezTo>
                <a:cubicBezTo>
                  <a:pt x="182" y="0"/>
                  <a:pt x="180" y="2"/>
                  <a:pt x="178" y="4"/>
                </a:cubicBezTo>
                <a:cubicBezTo>
                  <a:pt x="178" y="4"/>
                  <a:pt x="178" y="4"/>
                  <a:pt x="178" y="4"/>
                </a:cubicBezTo>
                <a:cubicBezTo>
                  <a:pt x="166" y="22"/>
                  <a:pt x="166" y="22"/>
                  <a:pt x="166" y="22"/>
                </a:cubicBezTo>
                <a:cubicBezTo>
                  <a:pt x="154" y="18"/>
                  <a:pt x="142" y="16"/>
                  <a:pt x="128" y="16"/>
                </a:cubicBezTo>
                <a:cubicBezTo>
                  <a:pt x="115" y="16"/>
                  <a:pt x="103" y="18"/>
                  <a:pt x="91" y="22"/>
                </a:cubicBezTo>
                <a:cubicBezTo>
                  <a:pt x="79" y="4"/>
                  <a:pt x="79" y="4"/>
                  <a:pt x="79" y="4"/>
                </a:cubicBezTo>
                <a:cubicBezTo>
                  <a:pt x="79" y="4"/>
                  <a:pt x="79" y="4"/>
                  <a:pt x="79" y="4"/>
                </a:cubicBezTo>
                <a:cubicBezTo>
                  <a:pt x="77" y="2"/>
                  <a:pt x="75" y="0"/>
                  <a:pt x="72" y="0"/>
                </a:cubicBezTo>
                <a:cubicBezTo>
                  <a:pt x="68" y="0"/>
                  <a:pt x="64" y="4"/>
                  <a:pt x="64" y="8"/>
                </a:cubicBezTo>
                <a:cubicBezTo>
                  <a:pt x="64" y="10"/>
                  <a:pt x="65" y="11"/>
                  <a:pt x="66" y="12"/>
                </a:cubicBezTo>
                <a:cubicBezTo>
                  <a:pt x="66" y="13"/>
                  <a:pt x="66" y="13"/>
                  <a:pt x="66" y="13"/>
                </a:cubicBezTo>
                <a:cubicBezTo>
                  <a:pt x="77" y="29"/>
                  <a:pt x="77" y="29"/>
                  <a:pt x="77" y="29"/>
                </a:cubicBezTo>
                <a:cubicBezTo>
                  <a:pt x="52" y="42"/>
                  <a:pt x="36" y="63"/>
                  <a:pt x="33" y="88"/>
                </a:cubicBezTo>
                <a:cubicBezTo>
                  <a:pt x="32" y="88"/>
                  <a:pt x="32" y="88"/>
                  <a:pt x="32" y="88"/>
                </a:cubicBezTo>
                <a:cubicBezTo>
                  <a:pt x="32" y="90"/>
                  <a:pt x="32" y="90"/>
                  <a:pt x="32" y="90"/>
                </a:cubicBezTo>
                <a:cubicBezTo>
                  <a:pt x="30" y="89"/>
                  <a:pt x="27" y="88"/>
                  <a:pt x="24" y="88"/>
                </a:cubicBezTo>
                <a:cubicBezTo>
                  <a:pt x="11" y="88"/>
                  <a:pt x="0" y="99"/>
                  <a:pt x="0" y="112"/>
                </a:cubicBezTo>
                <a:cubicBezTo>
                  <a:pt x="0" y="225"/>
                  <a:pt x="0" y="225"/>
                  <a:pt x="0" y="225"/>
                </a:cubicBezTo>
                <a:cubicBezTo>
                  <a:pt x="0" y="238"/>
                  <a:pt x="11" y="249"/>
                  <a:pt x="24" y="249"/>
                </a:cubicBezTo>
                <a:cubicBezTo>
                  <a:pt x="27" y="249"/>
                  <a:pt x="30" y="248"/>
                  <a:pt x="32" y="247"/>
                </a:cubicBezTo>
                <a:cubicBezTo>
                  <a:pt x="32" y="273"/>
                  <a:pt x="32" y="273"/>
                  <a:pt x="32" y="273"/>
                </a:cubicBezTo>
                <a:cubicBezTo>
                  <a:pt x="32" y="282"/>
                  <a:pt x="39" y="289"/>
                  <a:pt x="48" y="289"/>
                </a:cubicBezTo>
                <a:cubicBezTo>
                  <a:pt x="64" y="289"/>
                  <a:pt x="64" y="289"/>
                  <a:pt x="64" y="289"/>
                </a:cubicBezTo>
                <a:cubicBezTo>
                  <a:pt x="64" y="329"/>
                  <a:pt x="64" y="329"/>
                  <a:pt x="64" y="329"/>
                </a:cubicBezTo>
                <a:cubicBezTo>
                  <a:pt x="64" y="343"/>
                  <a:pt x="75" y="353"/>
                  <a:pt x="88" y="353"/>
                </a:cubicBezTo>
                <a:cubicBezTo>
                  <a:pt x="102" y="353"/>
                  <a:pt x="112" y="343"/>
                  <a:pt x="112" y="329"/>
                </a:cubicBezTo>
                <a:cubicBezTo>
                  <a:pt x="112" y="289"/>
                  <a:pt x="112" y="289"/>
                  <a:pt x="112" y="289"/>
                </a:cubicBezTo>
                <a:cubicBezTo>
                  <a:pt x="145" y="289"/>
                  <a:pt x="145" y="289"/>
                  <a:pt x="145" y="289"/>
                </a:cubicBezTo>
                <a:cubicBezTo>
                  <a:pt x="145" y="329"/>
                  <a:pt x="145" y="329"/>
                  <a:pt x="145" y="329"/>
                </a:cubicBezTo>
                <a:cubicBezTo>
                  <a:pt x="145" y="343"/>
                  <a:pt x="155" y="353"/>
                  <a:pt x="169" y="353"/>
                </a:cubicBezTo>
                <a:cubicBezTo>
                  <a:pt x="182" y="353"/>
                  <a:pt x="193" y="343"/>
                  <a:pt x="193" y="329"/>
                </a:cubicBezTo>
                <a:cubicBezTo>
                  <a:pt x="193" y="289"/>
                  <a:pt x="193" y="289"/>
                  <a:pt x="193" y="289"/>
                </a:cubicBezTo>
                <a:cubicBezTo>
                  <a:pt x="209" y="289"/>
                  <a:pt x="209" y="289"/>
                  <a:pt x="209" y="289"/>
                </a:cubicBezTo>
                <a:cubicBezTo>
                  <a:pt x="218" y="289"/>
                  <a:pt x="225" y="282"/>
                  <a:pt x="225" y="273"/>
                </a:cubicBezTo>
                <a:cubicBezTo>
                  <a:pt x="225" y="247"/>
                  <a:pt x="225" y="247"/>
                  <a:pt x="225" y="247"/>
                </a:cubicBezTo>
                <a:cubicBezTo>
                  <a:pt x="227" y="248"/>
                  <a:pt x="230" y="249"/>
                  <a:pt x="233" y="249"/>
                </a:cubicBezTo>
                <a:cubicBezTo>
                  <a:pt x="246" y="249"/>
                  <a:pt x="257" y="238"/>
                  <a:pt x="257" y="225"/>
                </a:cubicBezTo>
                <a:cubicBezTo>
                  <a:pt x="257" y="112"/>
                  <a:pt x="257" y="112"/>
                  <a:pt x="257" y="112"/>
                </a:cubicBezTo>
                <a:cubicBezTo>
                  <a:pt x="257" y="99"/>
                  <a:pt x="246" y="88"/>
                  <a:pt x="233" y="88"/>
                </a:cubicBezTo>
                <a:moveTo>
                  <a:pt x="32" y="225"/>
                </a:moveTo>
                <a:cubicBezTo>
                  <a:pt x="32" y="229"/>
                  <a:pt x="29" y="233"/>
                  <a:pt x="24" y="233"/>
                </a:cubicBezTo>
                <a:cubicBezTo>
                  <a:pt x="20" y="233"/>
                  <a:pt x="16" y="229"/>
                  <a:pt x="16" y="225"/>
                </a:cubicBezTo>
                <a:cubicBezTo>
                  <a:pt x="16" y="112"/>
                  <a:pt x="16" y="112"/>
                  <a:pt x="16" y="112"/>
                </a:cubicBezTo>
                <a:cubicBezTo>
                  <a:pt x="16" y="108"/>
                  <a:pt x="20" y="104"/>
                  <a:pt x="24" y="104"/>
                </a:cubicBezTo>
                <a:cubicBezTo>
                  <a:pt x="29" y="104"/>
                  <a:pt x="32" y="108"/>
                  <a:pt x="32" y="112"/>
                </a:cubicBezTo>
                <a:lnTo>
                  <a:pt x="32" y="225"/>
                </a:lnTo>
                <a:close/>
                <a:moveTo>
                  <a:pt x="128" y="32"/>
                </a:moveTo>
                <a:cubicBezTo>
                  <a:pt x="169" y="32"/>
                  <a:pt x="203" y="57"/>
                  <a:pt x="208" y="88"/>
                </a:cubicBezTo>
                <a:cubicBezTo>
                  <a:pt x="49" y="88"/>
                  <a:pt x="49" y="88"/>
                  <a:pt x="49" y="88"/>
                </a:cubicBezTo>
                <a:cubicBezTo>
                  <a:pt x="54" y="57"/>
                  <a:pt x="88" y="32"/>
                  <a:pt x="128" y="32"/>
                </a:cubicBezTo>
                <a:moveTo>
                  <a:pt x="96" y="329"/>
                </a:moveTo>
                <a:cubicBezTo>
                  <a:pt x="96" y="334"/>
                  <a:pt x="93" y="337"/>
                  <a:pt x="88" y="337"/>
                </a:cubicBezTo>
                <a:cubicBezTo>
                  <a:pt x="84" y="337"/>
                  <a:pt x="80" y="334"/>
                  <a:pt x="80" y="329"/>
                </a:cubicBezTo>
                <a:cubicBezTo>
                  <a:pt x="80" y="289"/>
                  <a:pt x="80" y="289"/>
                  <a:pt x="80" y="289"/>
                </a:cubicBezTo>
                <a:cubicBezTo>
                  <a:pt x="96" y="289"/>
                  <a:pt x="96" y="289"/>
                  <a:pt x="96" y="289"/>
                </a:cubicBezTo>
                <a:lnTo>
                  <a:pt x="96" y="329"/>
                </a:lnTo>
                <a:close/>
                <a:moveTo>
                  <a:pt x="177" y="329"/>
                </a:moveTo>
                <a:cubicBezTo>
                  <a:pt x="177" y="334"/>
                  <a:pt x="173" y="337"/>
                  <a:pt x="169" y="337"/>
                </a:cubicBezTo>
                <a:cubicBezTo>
                  <a:pt x="164" y="337"/>
                  <a:pt x="161" y="334"/>
                  <a:pt x="161" y="329"/>
                </a:cubicBezTo>
                <a:cubicBezTo>
                  <a:pt x="161" y="289"/>
                  <a:pt x="161" y="289"/>
                  <a:pt x="161" y="289"/>
                </a:cubicBezTo>
                <a:cubicBezTo>
                  <a:pt x="177" y="289"/>
                  <a:pt x="177" y="289"/>
                  <a:pt x="177" y="289"/>
                </a:cubicBezTo>
                <a:lnTo>
                  <a:pt x="177" y="329"/>
                </a:lnTo>
                <a:close/>
                <a:moveTo>
                  <a:pt x="209" y="273"/>
                </a:moveTo>
                <a:cubicBezTo>
                  <a:pt x="48" y="273"/>
                  <a:pt x="48" y="273"/>
                  <a:pt x="48" y="273"/>
                </a:cubicBezTo>
                <a:cubicBezTo>
                  <a:pt x="48" y="104"/>
                  <a:pt x="48" y="104"/>
                  <a:pt x="48" y="104"/>
                </a:cubicBezTo>
                <a:cubicBezTo>
                  <a:pt x="209" y="104"/>
                  <a:pt x="209" y="104"/>
                  <a:pt x="209" y="104"/>
                </a:cubicBezTo>
                <a:lnTo>
                  <a:pt x="209" y="273"/>
                </a:lnTo>
                <a:close/>
                <a:moveTo>
                  <a:pt x="241" y="225"/>
                </a:moveTo>
                <a:cubicBezTo>
                  <a:pt x="241" y="229"/>
                  <a:pt x="237" y="233"/>
                  <a:pt x="233" y="233"/>
                </a:cubicBezTo>
                <a:cubicBezTo>
                  <a:pt x="228" y="233"/>
                  <a:pt x="225" y="229"/>
                  <a:pt x="225" y="225"/>
                </a:cubicBezTo>
                <a:cubicBezTo>
                  <a:pt x="225" y="112"/>
                  <a:pt x="225" y="112"/>
                  <a:pt x="225" y="112"/>
                </a:cubicBezTo>
                <a:cubicBezTo>
                  <a:pt x="225" y="108"/>
                  <a:pt x="228" y="104"/>
                  <a:pt x="233" y="104"/>
                </a:cubicBezTo>
                <a:cubicBezTo>
                  <a:pt x="237" y="104"/>
                  <a:pt x="241" y="108"/>
                  <a:pt x="241" y="112"/>
                </a:cubicBezTo>
                <a:lnTo>
                  <a:pt x="241" y="225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5" name="Freeform 35"/>
          <p:cNvSpPr>
            <a:spLocks noEditPoints="1"/>
          </p:cNvSpPr>
          <p:nvPr/>
        </p:nvSpPr>
        <p:spPr bwMode="auto">
          <a:xfrm>
            <a:off x="814918" y="4332818"/>
            <a:ext cx="579967" cy="423333"/>
          </a:xfrm>
          <a:custGeom>
            <a:avLst/>
            <a:gdLst>
              <a:gd name="T0" fmla="*/ 265 w 353"/>
              <a:gd name="T1" fmla="*/ 209 h 257"/>
              <a:gd name="T2" fmla="*/ 297 w 353"/>
              <a:gd name="T3" fmla="*/ 209 h 257"/>
              <a:gd name="T4" fmla="*/ 305 w 353"/>
              <a:gd name="T5" fmla="*/ 201 h 257"/>
              <a:gd name="T6" fmla="*/ 305 w 353"/>
              <a:gd name="T7" fmla="*/ 169 h 257"/>
              <a:gd name="T8" fmla="*/ 297 w 353"/>
              <a:gd name="T9" fmla="*/ 160 h 257"/>
              <a:gd name="T10" fmla="*/ 265 w 353"/>
              <a:gd name="T11" fmla="*/ 160 h 257"/>
              <a:gd name="T12" fmla="*/ 257 w 353"/>
              <a:gd name="T13" fmla="*/ 169 h 257"/>
              <a:gd name="T14" fmla="*/ 257 w 353"/>
              <a:gd name="T15" fmla="*/ 201 h 257"/>
              <a:gd name="T16" fmla="*/ 265 w 353"/>
              <a:gd name="T17" fmla="*/ 209 h 257"/>
              <a:gd name="T18" fmla="*/ 337 w 353"/>
              <a:gd name="T19" fmla="*/ 0 h 257"/>
              <a:gd name="T20" fmla="*/ 16 w 353"/>
              <a:gd name="T21" fmla="*/ 0 h 257"/>
              <a:gd name="T22" fmla="*/ 0 w 353"/>
              <a:gd name="T23" fmla="*/ 16 h 257"/>
              <a:gd name="T24" fmla="*/ 0 w 353"/>
              <a:gd name="T25" fmla="*/ 241 h 257"/>
              <a:gd name="T26" fmla="*/ 16 w 353"/>
              <a:gd name="T27" fmla="*/ 257 h 257"/>
              <a:gd name="T28" fmla="*/ 337 w 353"/>
              <a:gd name="T29" fmla="*/ 257 h 257"/>
              <a:gd name="T30" fmla="*/ 353 w 353"/>
              <a:gd name="T31" fmla="*/ 241 h 257"/>
              <a:gd name="T32" fmla="*/ 353 w 353"/>
              <a:gd name="T33" fmla="*/ 16 h 257"/>
              <a:gd name="T34" fmla="*/ 337 w 353"/>
              <a:gd name="T35" fmla="*/ 0 h 257"/>
              <a:gd name="T36" fmla="*/ 337 w 353"/>
              <a:gd name="T37" fmla="*/ 241 h 257"/>
              <a:gd name="T38" fmla="*/ 16 w 353"/>
              <a:gd name="T39" fmla="*/ 241 h 257"/>
              <a:gd name="T40" fmla="*/ 16 w 353"/>
              <a:gd name="T41" fmla="*/ 112 h 257"/>
              <a:gd name="T42" fmla="*/ 337 w 353"/>
              <a:gd name="T43" fmla="*/ 112 h 257"/>
              <a:gd name="T44" fmla="*/ 337 w 353"/>
              <a:gd name="T45" fmla="*/ 241 h 257"/>
              <a:gd name="T46" fmla="*/ 337 w 353"/>
              <a:gd name="T47" fmla="*/ 48 h 257"/>
              <a:gd name="T48" fmla="*/ 16 w 353"/>
              <a:gd name="T49" fmla="*/ 48 h 257"/>
              <a:gd name="T50" fmla="*/ 16 w 353"/>
              <a:gd name="T51" fmla="*/ 16 h 257"/>
              <a:gd name="T52" fmla="*/ 337 w 353"/>
              <a:gd name="T53" fmla="*/ 16 h 257"/>
              <a:gd name="T54" fmla="*/ 337 w 353"/>
              <a:gd name="T55" fmla="*/ 48 h 257"/>
              <a:gd name="T56" fmla="*/ 56 w 353"/>
              <a:gd name="T57" fmla="*/ 177 h 257"/>
              <a:gd name="T58" fmla="*/ 201 w 353"/>
              <a:gd name="T59" fmla="*/ 177 h 257"/>
              <a:gd name="T60" fmla="*/ 209 w 353"/>
              <a:gd name="T61" fmla="*/ 169 h 257"/>
              <a:gd name="T62" fmla="*/ 201 w 353"/>
              <a:gd name="T63" fmla="*/ 160 h 257"/>
              <a:gd name="T64" fmla="*/ 56 w 353"/>
              <a:gd name="T65" fmla="*/ 160 h 257"/>
              <a:gd name="T66" fmla="*/ 48 w 353"/>
              <a:gd name="T67" fmla="*/ 169 h 257"/>
              <a:gd name="T68" fmla="*/ 56 w 353"/>
              <a:gd name="T69" fmla="*/ 177 h 257"/>
              <a:gd name="T70" fmla="*/ 56 w 353"/>
              <a:gd name="T71" fmla="*/ 209 h 257"/>
              <a:gd name="T72" fmla="*/ 168 w 353"/>
              <a:gd name="T73" fmla="*/ 209 h 257"/>
              <a:gd name="T74" fmla="*/ 177 w 353"/>
              <a:gd name="T75" fmla="*/ 201 h 257"/>
              <a:gd name="T76" fmla="*/ 168 w 353"/>
              <a:gd name="T77" fmla="*/ 193 h 257"/>
              <a:gd name="T78" fmla="*/ 56 w 353"/>
              <a:gd name="T79" fmla="*/ 193 h 257"/>
              <a:gd name="T80" fmla="*/ 48 w 353"/>
              <a:gd name="T81" fmla="*/ 201 h 257"/>
              <a:gd name="T82" fmla="*/ 56 w 353"/>
              <a:gd name="T83" fmla="*/ 209 h 2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353" h="257">
                <a:moveTo>
                  <a:pt x="265" y="209"/>
                </a:moveTo>
                <a:cubicBezTo>
                  <a:pt x="297" y="209"/>
                  <a:pt x="297" y="209"/>
                  <a:pt x="297" y="209"/>
                </a:cubicBezTo>
                <a:cubicBezTo>
                  <a:pt x="301" y="209"/>
                  <a:pt x="305" y="205"/>
                  <a:pt x="305" y="201"/>
                </a:cubicBezTo>
                <a:cubicBezTo>
                  <a:pt x="305" y="169"/>
                  <a:pt x="305" y="169"/>
                  <a:pt x="305" y="169"/>
                </a:cubicBezTo>
                <a:cubicBezTo>
                  <a:pt x="305" y="164"/>
                  <a:pt x="301" y="160"/>
                  <a:pt x="297" y="160"/>
                </a:cubicBezTo>
                <a:cubicBezTo>
                  <a:pt x="265" y="160"/>
                  <a:pt x="265" y="160"/>
                  <a:pt x="265" y="160"/>
                </a:cubicBezTo>
                <a:cubicBezTo>
                  <a:pt x="260" y="160"/>
                  <a:pt x="257" y="164"/>
                  <a:pt x="257" y="169"/>
                </a:cubicBezTo>
                <a:cubicBezTo>
                  <a:pt x="257" y="201"/>
                  <a:pt x="257" y="201"/>
                  <a:pt x="257" y="201"/>
                </a:cubicBezTo>
                <a:cubicBezTo>
                  <a:pt x="257" y="205"/>
                  <a:pt x="260" y="209"/>
                  <a:pt x="265" y="209"/>
                </a:cubicBezTo>
                <a:moveTo>
                  <a:pt x="337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241"/>
                  <a:pt x="0" y="241"/>
                  <a:pt x="0" y="241"/>
                </a:cubicBezTo>
                <a:cubicBezTo>
                  <a:pt x="0" y="250"/>
                  <a:pt x="7" y="257"/>
                  <a:pt x="16" y="257"/>
                </a:cubicBezTo>
                <a:cubicBezTo>
                  <a:pt x="337" y="257"/>
                  <a:pt x="337" y="257"/>
                  <a:pt x="337" y="257"/>
                </a:cubicBezTo>
                <a:cubicBezTo>
                  <a:pt x="346" y="257"/>
                  <a:pt x="353" y="250"/>
                  <a:pt x="353" y="241"/>
                </a:cubicBezTo>
                <a:cubicBezTo>
                  <a:pt x="353" y="16"/>
                  <a:pt x="353" y="16"/>
                  <a:pt x="353" y="16"/>
                </a:cubicBezTo>
                <a:cubicBezTo>
                  <a:pt x="353" y="7"/>
                  <a:pt x="346" y="0"/>
                  <a:pt x="337" y="0"/>
                </a:cubicBezTo>
                <a:moveTo>
                  <a:pt x="337" y="241"/>
                </a:moveTo>
                <a:cubicBezTo>
                  <a:pt x="16" y="241"/>
                  <a:pt x="16" y="241"/>
                  <a:pt x="16" y="241"/>
                </a:cubicBezTo>
                <a:cubicBezTo>
                  <a:pt x="16" y="112"/>
                  <a:pt x="16" y="112"/>
                  <a:pt x="16" y="112"/>
                </a:cubicBezTo>
                <a:cubicBezTo>
                  <a:pt x="337" y="112"/>
                  <a:pt x="337" y="112"/>
                  <a:pt x="337" y="112"/>
                </a:cubicBezTo>
                <a:lnTo>
                  <a:pt x="337" y="241"/>
                </a:lnTo>
                <a:close/>
                <a:moveTo>
                  <a:pt x="337" y="48"/>
                </a:moveTo>
                <a:cubicBezTo>
                  <a:pt x="16" y="48"/>
                  <a:pt x="16" y="48"/>
                  <a:pt x="16" y="48"/>
                </a:cubicBezTo>
                <a:cubicBezTo>
                  <a:pt x="16" y="16"/>
                  <a:pt x="16" y="16"/>
                  <a:pt x="16" y="16"/>
                </a:cubicBezTo>
                <a:cubicBezTo>
                  <a:pt x="337" y="16"/>
                  <a:pt x="337" y="16"/>
                  <a:pt x="337" y="16"/>
                </a:cubicBezTo>
                <a:lnTo>
                  <a:pt x="337" y="48"/>
                </a:lnTo>
                <a:close/>
                <a:moveTo>
                  <a:pt x="56" y="177"/>
                </a:moveTo>
                <a:cubicBezTo>
                  <a:pt x="201" y="177"/>
                  <a:pt x="201" y="177"/>
                  <a:pt x="201" y="177"/>
                </a:cubicBezTo>
                <a:cubicBezTo>
                  <a:pt x="205" y="177"/>
                  <a:pt x="209" y="173"/>
                  <a:pt x="209" y="169"/>
                </a:cubicBezTo>
                <a:cubicBezTo>
                  <a:pt x="209" y="164"/>
                  <a:pt x="205" y="160"/>
                  <a:pt x="201" y="160"/>
                </a:cubicBezTo>
                <a:cubicBezTo>
                  <a:pt x="56" y="160"/>
                  <a:pt x="56" y="160"/>
                  <a:pt x="56" y="160"/>
                </a:cubicBezTo>
                <a:cubicBezTo>
                  <a:pt x="52" y="160"/>
                  <a:pt x="48" y="164"/>
                  <a:pt x="48" y="169"/>
                </a:cubicBezTo>
                <a:cubicBezTo>
                  <a:pt x="48" y="173"/>
                  <a:pt x="52" y="177"/>
                  <a:pt x="56" y="177"/>
                </a:cubicBezTo>
                <a:moveTo>
                  <a:pt x="56" y="209"/>
                </a:moveTo>
                <a:cubicBezTo>
                  <a:pt x="168" y="209"/>
                  <a:pt x="168" y="209"/>
                  <a:pt x="168" y="209"/>
                </a:cubicBezTo>
                <a:cubicBezTo>
                  <a:pt x="173" y="209"/>
                  <a:pt x="177" y="205"/>
                  <a:pt x="177" y="201"/>
                </a:cubicBezTo>
                <a:cubicBezTo>
                  <a:pt x="177" y="196"/>
                  <a:pt x="173" y="193"/>
                  <a:pt x="168" y="193"/>
                </a:cubicBezTo>
                <a:cubicBezTo>
                  <a:pt x="56" y="193"/>
                  <a:pt x="56" y="193"/>
                  <a:pt x="56" y="193"/>
                </a:cubicBezTo>
                <a:cubicBezTo>
                  <a:pt x="52" y="193"/>
                  <a:pt x="48" y="196"/>
                  <a:pt x="48" y="201"/>
                </a:cubicBezTo>
                <a:cubicBezTo>
                  <a:pt x="48" y="205"/>
                  <a:pt x="52" y="209"/>
                  <a:pt x="56" y="209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6" name="Freeform 36"/>
          <p:cNvSpPr>
            <a:spLocks noEditPoints="1"/>
          </p:cNvSpPr>
          <p:nvPr/>
        </p:nvSpPr>
        <p:spPr bwMode="auto">
          <a:xfrm>
            <a:off x="1924051" y="4307417"/>
            <a:ext cx="579967" cy="476251"/>
          </a:xfrm>
          <a:custGeom>
            <a:avLst/>
            <a:gdLst>
              <a:gd name="T0" fmla="*/ 201 w 353"/>
              <a:gd name="T1" fmla="*/ 241 h 289"/>
              <a:gd name="T2" fmla="*/ 233 w 353"/>
              <a:gd name="T3" fmla="*/ 241 h 289"/>
              <a:gd name="T4" fmla="*/ 241 w 353"/>
              <a:gd name="T5" fmla="*/ 233 h 289"/>
              <a:gd name="T6" fmla="*/ 241 w 353"/>
              <a:gd name="T7" fmla="*/ 201 h 289"/>
              <a:gd name="T8" fmla="*/ 233 w 353"/>
              <a:gd name="T9" fmla="*/ 193 h 289"/>
              <a:gd name="T10" fmla="*/ 201 w 353"/>
              <a:gd name="T11" fmla="*/ 193 h 289"/>
              <a:gd name="T12" fmla="*/ 193 w 353"/>
              <a:gd name="T13" fmla="*/ 201 h 289"/>
              <a:gd name="T14" fmla="*/ 193 w 353"/>
              <a:gd name="T15" fmla="*/ 233 h 289"/>
              <a:gd name="T16" fmla="*/ 201 w 353"/>
              <a:gd name="T17" fmla="*/ 241 h 289"/>
              <a:gd name="T18" fmla="*/ 56 w 353"/>
              <a:gd name="T19" fmla="*/ 209 h 289"/>
              <a:gd name="T20" fmla="*/ 153 w 353"/>
              <a:gd name="T21" fmla="*/ 209 h 289"/>
              <a:gd name="T22" fmla="*/ 161 w 353"/>
              <a:gd name="T23" fmla="*/ 201 h 289"/>
              <a:gd name="T24" fmla="*/ 153 w 353"/>
              <a:gd name="T25" fmla="*/ 193 h 289"/>
              <a:gd name="T26" fmla="*/ 56 w 353"/>
              <a:gd name="T27" fmla="*/ 193 h 289"/>
              <a:gd name="T28" fmla="*/ 48 w 353"/>
              <a:gd name="T29" fmla="*/ 201 h 289"/>
              <a:gd name="T30" fmla="*/ 56 w 353"/>
              <a:gd name="T31" fmla="*/ 209 h 289"/>
              <a:gd name="T32" fmla="*/ 56 w 353"/>
              <a:gd name="T33" fmla="*/ 241 h 289"/>
              <a:gd name="T34" fmla="*/ 121 w 353"/>
              <a:gd name="T35" fmla="*/ 241 h 289"/>
              <a:gd name="T36" fmla="*/ 129 w 353"/>
              <a:gd name="T37" fmla="*/ 233 h 289"/>
              <a:gd name="T38" fmla="*/ 121 w 353"/>
              <a:gd name="T39" fmla="*/ 225 h 289"/>
              <a:gd name="T40" fmla="*/ 56 w 353"/>
              <a:gd name="T41" fmla="*/ 225 h 289"/>
              <a:gd name="T42" fmla="*/ 48 w 353"/>
              <a:gd name="T43" fmla="*/ 233 h 289"/>
              <a:gd name="T44" fmla="*/ 56 w 353"/>
              <a:gd name="T45" fmla="*/ 241 h 289"/>
              <a:gd name="T46" fmla="*/ 273 w 353"/>
              <a:gd name="T47" fmla="*/ 64 h 289"/>
              <a:gd name="T48" fmla="*/ 16 w 353"/>
              <a:gd name="T49" fmla="*/ 64 h 289"/>
              <a:gd name="T50" fmla="*/ 0 w 353"/>
              <a:gd name="T51" fmla="*/ 80 h 289"/>
              <a:gd name="T52" fmla="*/ 0 w 353"/>
              <a:gd name="T53" fmla="*/ 273 h 289"/>
              <a:gd name="T54" fmla="*/ 16 w 353"/>
              <a:gd name="T55" fmla="*/ 289 h 289"/>
              <a:gd name="T56" fmla="*/ 273 w 353"/>
              <a:gd name="T57" fmla="*/ 289 h 289"/>
              <a:gd name="T58" fmla="*/ 289 w 353"/>
              <a:gd name="T59" fmla="*/ 273 h 289"/>
              <a:gd name="T60" fmla="*/ 289 w 353"/>
              <a:gd name="T61" fmla="*/ 80 h 289"/>
              <a:gd name="T62" fmla="*/ 273 w 353"/>
              <a:gd name="T63" fmla="*/ 64 h 289"/>
              <a:gd name="T64" fmla="*/ 273 w 353"/>
              <a:gd name="T65" fmla="*/ 273 h 289"/>
              <a:gd name="T66" fmla="*/ 16 w 353"/>
              <a:gd name="T67" fmla="*/ 273 h 289"/>
              <a:gd name="T68" fmla="*/ 16 w 353"/>
              <a:gd name="T69" fmla="*/ 160 h 289"/>
              <a:gd name="T70" fmla="*/ 273 w 353"/>
              <a:gd name="T71" fmla="*/ 160 h 289"/>
              <a:gd name="T72" fmla="*/ 273 w 353"/>
              <a:gd name="T73" fmla="*/ 273 h 289"/>
              <a:gd name="T74" fmla="*/ 273 w 353"/>
              <a:gd name="T75" fmla="*/ 112 h 289"/>
              <a:gd name="T76" fmla="*/ 16 w 353"/>
              <a:gd name="T77" fmla="*/ 112 h 289"/>
              <a:gd name="T78" fmla="*/ 16 w 353"/>
              <a:gd name="T79" fmla="*/ 80 h 289"/>
              <a:gd name="T80" fmla="*/ 273 w 353"/>
              <a:gd name="T81" fmla="*/ 80 h 289"/>
              <a:gd name="T82" fmla="*/ 273 w 353"/>
              <a:gd name="T83" fmla="*/ 112 h 289"/>
              <a:gd name="T84" fmla="*/ 337 w 353"/>
              <a:gd name="T85" fmla="*/ 0 h 289"/>
              <a:gd name="T86" fmla="*/ 81 w 353"/>
              <a:gd name="T87" fmla="*/ 0 h 289"/>
              <a:gd name="T88" fmla="*/ 64 w 353"/>
              <a:gd name="T89" fmla="*/ 16 h 289"/>
              <a:gd name="T90" fmla="*/ 64 w 353"/>
              <a:gd name="T91" fmla="*/ 40 h 289"/>
              <a:gd name="T92" fmla="*/ 72 w 353"/>
              <a:gd name="T93" fmla="*/ 48 h 289"/>
              <a:gd name="T94" fmla="*/ 81 w 353"/>
              <a:gd name="T95" fmla="*/ 40 h 289"/>
              <a:gd name="T96" fmla="*/ 81 w 353"/>
              <a:gd name="T97" fmla="*/ 16 h 289"/>
              <a:gd name="T98" fmla="*/ 337 w 353"/>
              <a:gd name="T99" fmla="*/ 16 h 289"/>
              <a:gd name="T100" fmla="*/ 337 w 353"/>
              <a:gd name="T101" fmla="*/ 209 h 289"/>
              <a:gd name="T102" fmla="*/ 313 w 353"/>
              <a:gd name="T103" fmla="*/ 209 h 289"/>
              <a:gd name="T104" fmla="*/ 305 w 353"/>
              <a:gd name="T105" fmla="*/ 217 h 289"/>
              <a:gd name="T106" fmla="*/ 313 w 353"/>
              <a:gd name="T107" fmla="*/ 225 h 289"/>
              <a:gd name="T108" fmla="*/ 337 w 353"/>
              <a:gd name="T109" fmla="*/ 225 h 289"/>
              <a:gd name="T110" fmla="*/ 353 w 353"/>
              <a:gd name="T111" fmla="*/ 209 h 289"/>
              <a:gd name="T112" fmla="*/ 353 w 353"/>
              <a:gd name="T113" fmla="*/ 16 h 289"/>
              <a:gd name="T114" fmla="*/ 337 w 353"/>
              <a:gd name="T115" fmla="*/ 0 h 2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353" h="289">
                <a:moveTo>
                  <a:pt x="201" y="241"/>
                </a:moveTo>
                <a:cubicBezTo>
                  <a:pt x="233" y="241"/>
                  <a:pt x="233" y="241"/>
                  <a:pt x="233" y="241"/>
                </a:cubicBezTo>
                <a:cubicBezTo>
                  <a:pt x="237" y="241"/>
                  <a:pt x="241" y="237"/>
                  <a:pt x="241" y="233"/>
                </a:cubicBezTo>
                <a:cubicBezTo>
                  <a:pt x="241" y="201"/>
                  <a:pt x="241" y="201"/>
                  <a:pt x="241" y="201"/>
                </a:cubicBezTo>
                <a:cubicBezTo>
                  <a:pt x="241" y="196"/>
                  <a:pt x="237" y="193"/>
                  <a:pt x="233" y="193"/>
                </a:cubicBezTo>
                <a:cubicBezTo>
                  <a:pt x="201" y="193"/>
                  <a:pt x="201" y="193"/>
                  <a:pt x="201" y="193"/>
                </a:cubicBezTo>
                <a:cubicBezTo>
                  <a:pt x="196" y="193"/>
                  <a:pt x="193" y="196"/>
                  <a:pt x="193" y="201"/>
                </a:cubicBezTo>
                <a:cubicBezTo>
                  <a:pt x="193" y="233"/>
                  <a:pt x="193" y="233"/>
                  <a:pt x="193" y="233"/>
                </a:cubicBezTo>
                <a:cubicBezTo>
                  <a:pt x="193" y="237"/>
                  <a:pt x="196" y="241"/>
                  <a:pt x="201" y="241"/>
                </a:cubicBezTo>
                <a:moveTo>
                  <a:pt x="56" y="209"/>
                </a:moveTo>
                <a:cubicBezTo>
                  <a:pt x="153" y="209"/>
                  <a:pt x="153" y="209"/>
                  <a:pt x="153" y="209"/>
                </a:cubicBezTo>
                <a:cubicBezTo>
                  <a:pt x="157" y="209"/>
                  <a:pt x="161" y="205"/>
                  <a:pt x="161" y="201"/>
                </a:cubicBezTo>
                <a:cubicBezTo>
                  <a:pt x="161" y="196"/>
                  <a:pt x="157" y="193"/>
                  <a:pt x="153" y="193"/>
                </a:cubicBezTo>
                <a:cubicBezTo>
                  <a:pt x="56" y="193"/>
                  <a:pt x="56" y="193"/>
                  <a:pt x="56" y="193"/>
                </a:cubicBezTo>
                <a:cubicBezTo>
                  <a:pt x="52" y="193"/>
                  <a:pt x="48" y="196"/>
                  <a:pt x="48" y="201"/>
                </a:cubicBezTo>
                <a:cubicBezTo>
                  <a:pt x="48" y="205"/>
                  <a:pt x="52" y="209"/>
                  <a:pt x="56" y="209"/>
                </a:cubicBezTo>
                <a:moveTo>
                  <a:pt x="56" y="241"/>
                </a:moveTo>
                <a:cubicBezTo>
                  <a:pt x="121" y="241"/>
                  <a:pt x="121" y="241"/>
                  <a:pt x="121" y="241"/>
                </a:cubicBezTo>
                <a:cubicBezTo>
                  <a:pt x="125" y="241"/>
                  <a:pt x="129" y="237"/>
                  <a:pt x="129" y="233"/>
                </a:cubicBezTo>
                <a:cubicBezTo>
                  <a:pt x="129" y="228"/>
                  <a:pt x="125" y="225"/>
                  <a:pt x="121" y="225"/>
                </a:cubicBezTo>
                <a:cubicBezTo>
                  <a:pt x="56" y="225"/>
                  <a:pt x="56" y="225"/>
                  <a:pt x="56" y="225"/>
                </a:cubicBezTo>
                <a:cubicBezTo>
                  <a:pt x="52" y="225"/>
                  <a:pt x="48" y="228"/>
                  <a:pt x="48" y="233"/>
                </a:cubicBezTo>
                <a:cubicBezTo>
                  <a:pt x="48" y="237"/>
                  <a:pt x="52" y="241"/>
                  <a:pt x="56" y="241"/>
                </a:cubicBezTo>
                <a:moveTo>
                  <a:pt x="273" y="64"/>
                </a:moveTo>
                <a:cubicBezTo>
                  <a:pt x="16" y="64"/>
                  <a:pt x="16" y="64"/>
                  <a:pt x="16" y="64"/>
                </a:cubicBezTo>
                <a:cubicBezTo>
                  <a:pt x="7" y="64"/>
                  <a:pt x="0" y="71"/>
                  <a:pt x="0" y="80"/>
                </a:cubicBezTo>
                <a:cubicBezTo>
                  <a:pt x="0" y="273"/>
                  <a:pt x="0" y="273"/>
                  <a:pt x="0" y="273"/>
                </a:cubicBezTo>
                <a:cubicBezTo>
                  <a:pt x="0" y="282"/>
                  <a:pt x="7" y="289"/>
                  <a:pt x="16" y="289"/>
                </a:cubicBezTo>
                <a:cubicBezTo>
                  <a:pt x="273" y="289"/>
                  <a:pt x="273" y="289"/>
                  <a:pt x="273" y="289"/>
                </a:cubicBezTo>
                <a:cubicBezTo>
                  <a:pt x="282" y="289"/>
                  <a:pt x="289" y="282"/>
                  <a:pt x="289" y="273"/>
                </a:cubicBezTo>
                <a:cubicBezTo>
                  <a:pt x="289" y="80"/>
                  <a:pt x="289" y="80"/>
                  <a:pt x="289" y="80"/>
                </a:cubicBezTo>
                <a:cubicBezTo>
                  <a:pt x="289" y="71"/>
                  <a:pt x="282" y="64"/>
                  <a:pt x="273" y="64"/>
                </a:cubicBezTo>
                <a:moveTo>
                  <a:pt x="273" y="273"/>
                </a:moveTo>
                <a:cubicBezTo>
                  <a:pt x="16" y="273"/>
                  <a:pt x="16" y="273"/>
                  <a:pt x="16" y="273"/>
                </a:cubicBezTo>
                <a:cubicBezTo>
                  <a:pt x="16" y="160"/>
                  <a:pt x="16" y="160"/>
                  <a:pt x="16" y="160"/>
                </a:cubicBezTo>
                <a:cubicBezTo>
                  <a:pt x="273" y="160"/>
                  <a:pt x="273" y="160"/>
                  <a:pt x="273" y="160"/>
                </a:cubicBezTo>
                <a:lnTo>
                  <a:pt x="273" y="273"/>
                </a:lnTo>
                <a:close/>
                <a:moveTo>
                  <a:pt x="273" y="112"/>
                </a:moveTo>
                <a:cubicBezTo>
                  <a:pt x="16" y="112"/>
                  <a:pt x="16" y="112"/>
                  <a:pt x="16" y="112"/>
                </a:cubicBezTo>
                <a:cubicBezTo>
                  <a:pt x="16" y="80"/>
                  <a:pt x="16" y="80"/>
                  <a:pt x="16" y="80"/>
                </a:cubicBezTo>
                <a:cubicBezTo>
                  <a:pt x="273" y="80"/>
                  <a:pt x="273" y="80"/>
                  <a:pt x="273" y="80"/>
                </a:cubicBezTo>
                <a:lnTo>
                  <a:pt x="273" y="112"/>
                </a:lnTo>
                <a:close/>
                <a:moveTo>
                  <a:pt x="337" y="0"/>
                </a:moveTo>
                <a:cubicBezTo>
                  <a:pt x="81" y="0"/>
                  <a:pt x="81" y="0"/>
                  <a:pt x="81" y="0"/>
                </a:cubicBezTo>
                <a:cubicBezTo>
                  <a:pt x="72" y="0"/>
                  <a:pt x="64" y="7"/>
                  <a:pt x="64" y="16"/>
                </a:cubicBezTo>
                <a:cubicBezTo>
                  <a:pt x="64" y="40"/>
                  <a:pt x="64" y="40"/>
                  <a:pt x="64" y="40"/>
                </a:cubicBezTo>
                <a:cubicBezTo>
                  <a:pt x="64" y="44"/>
                  <a:pt x="68" y="48"/>
                  <a:pt x="72" y="48"/>
                </a:cubicBezTo>
                <a:cubicBezTo>
                  <a:pt x="77" y="48"/>
                  <a:pt x="81" y="44"/>
                  <a:pt x="81" y="40"/>
                </a:cubicBezTo>
                <a:cubicBezTo>
                  <a:pt x="81" y="16"/>
                  <a:pt x="81" y="16"/>
                  <a:pt x="81" y="16"/>
                </a:cubicBezTo>
                <a:cubicBezTo>
                  <a:pt x="337" y="16"/>
                  <a:pt x="337" y="16"/>
                  <a:pt x="337" y="16"/>
                </a:cubicBezTo>
                <a:cubicBezTo>
                  <a:pt x="337" y="209"/>
                  <a:pt x="337" y="209"/>
                  <a:pt x="337" y="209"/>
                </a:cubicBezTo>
                <a:cubicBezTo>
                  <a:pt x="313" y="209"/>
                  <a:pt x="313" y="209"/>
                  <a:pt x="313" y="209"/>
                </a:cubicBezTo>
                <a:cubicBezTo>
                  <a:pt x="309" y="209"/>
                  <a:pt x="305" y="212"/>
                  <a:pt x="305" y="217"/>
                </a:cubicBezTo>
                <a:cubicBezTo>
                  <a:pt x="305" y="221"/>
                  <a:pt x="309" y="225"/>
                  <a:pt x="313" y="225"/>
                </a:cubicBezTo>
                <a:cubicBezTo>
                  <a:pt x="337" y="225"/>
                  <a:pt x="337" y="225"/>
                  <a:pt x="337" y="225"/>
                </a:cubicBezTo>
                <a:cubicBezTo>
                  <a:pt x="346" y="225"/>
                  <a:pt x="353" y="217"/>
                  <a:pt x="353" y="209"/>
                </a:cubicBezTo>
                <a:cubicBezTo>
                  <a:pt x="353" y="16"/>
                  <a:pt x="353" y="16"/>
                  <a:pt x="353" y="16"/>
                </a:cubicBezTo>
                <a:cubicBezTo>
                  <a:pt x="353" y="7"/>
                  <a:pt x="346" y="0"/>
                  <a:pt x="337" y="0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7" name="Freeform 37"/>
          <p:cNvSpPr>
            <a:spLocks noEditPoints="1"/>
          </p:cNvSpPr>
          <p:nvPr/>
        </p:nvSpPr>
        <p:spPr bwMode="auto">
          <a:xfrm>
            <a:off x="3033185" y="4254502"/>
            <a:ext cx="582084" cy="582084"/>
          </a:xfrm>
          <a:custGeom>
            <a:avLst/>
            <a:gdLst>
              <a:gd name="T0" fmla="*/ 195 w 353"/>
              <a:gd name="T1" fmla="*/ 168 h 353"/>
              <a:gd name="T2" fmla="*/ 181 w 353"/>
              <a:gd name="T3" fmla="*/ 124 h 353"/>
              <a:gd name="T4" fmla="*/ 198 w 353"/>
              <a:gd name="T5" fmla="*/ 143 h 353"/>
              <a:gd name="T6" fmla="*/ 215 w 353"/>
              <a:gd name="T7" fmla="*/ 128 h 353"/>
              <a:gd name="T8" fmla="*/ 194 w 353"/>
              <a:gd name="T9" fmla="*/ 110 h 353"/>
              <a:gd name="T10" fmla="*/ 181 w 353"/>
              <a:gd name="T11" fmla="*/ 96 h 353"/>
              <a:gd name="T12" fmla="*/ 170 w 353"/>
              <a:gd name="T13" fmla="*/ 108 h 353"/>
              <a:gd name="T14" fmla="*/ 144 w 353"/>
              <a:gd name="T15" fmla="*/ 117 h 353"/>
              <a:gd name="T16" fmla="*/ 132 w 353"/>
              <a:gd name="T17" fmla="*/ 144 h 353"/>
              <a:gd name="T18" fmla="*/ 144 w 353"/>
              <a:gd name="T19" fmla="*/ 171 h 353"/>
              <a:gd name="T20" fmla="*/ 170 w 353"/>
              <a:gd name="T21" fmla="*/ 184 h 353"/>
              <a:gd name="T22" fmla="*/ 154 w 353"/>
              <a:gd name="T23" fmla="*/ 220 h 353"/>
              <a:gd name="T24" fmla="*/ 129 w 353"/>
              <a:gd name="T25" fmla="*/ 201 h 353"/>
              <a:gd name="T26" fmla="*/ 141 w 353"/>
              <a:gd name="T27" fmla="*/ 233 h 353"/>
              <a:gd name="T28" fmla="*/ 170 w 353"/>
              <a:gd name="T29" fmla="*/ 244 h 353"/>
              <a:gd name="T30" fmla="*/ 181 w 353"/>
              <a:gd name="T31" fmla="*/ 256 h 353"/>
              <a:gd name="T32" fmla="*/ 196 w 353"/>
              <a:gd name="T33" fmla="*/ 241 h 353"/>
              <a:gd name="T34" fmla="*/ 218 w 353"/>
              <a:gd name="T35" fmla="*/ 221 h 353"/>
              <a:gd name="T36" fmla="*/ 218 w 353"/>
              <a:gd name="T37" fmla="*/ 186 h 353"/>
              <a:gd name="T38" fmla="*/ 170 w 353"/>
              <a:gd name="T39" fmla="*/ 161 h 353"/>
              <a:gd name="T40" fmla="*/ 158 w 353"/>
              <a:gd name="T41" fmla="*/ 155 h 353"/>
              <a:gd name="T42" fmla="*/ 152 w 353"/>
              <a:gd name="T43" fmla="*/ 142 h 353"/>
              <a:gd name="T44" fmla="*/ 170 w 353"/>
              <a:gd name="T45" fmla="*/ 124 h 353"/>
              <a:gd name="T46" fmla="*/ 195 w 353"/>
              <a:gd name="T47" fmla="*/ 222 h 353"/>
              <a:gd name="T48" fmla="*/ 181 w 353"/>
              <a:gd name="T49" fmla="*/ 185 h 353"/>
              <a:gd name="T50" fmla="*/ 194 w 353"/>
              <a:gd name="T51" fmla="*/ 192 h 353"/>
              <a:gd name="T52" fmla="*/ 201 w 353"/>
              <a:gd name="T53" fmla="*/ 206 h 353"/>
              <a:gd name="T54" fmla="*/ 176 w 353"/>
              <a:gd name="T55" fmla="*/ 0 h 353"/>
              <a:gd name="T56" fmla="*/ 176 w 353"/>
              <a:gd name="T57" fmla="*/ 353 h 353"/>
              <a:gd name="T58" fmla="*/ 176 w 353"/>
              <a:gd name="T59" fmla="*/ 0 h 353"/>
              <a:gd name="T60" fmla="*/ 16 w 353"/>
              <a:gd name="T61" fmla="*/ 176 h 353"/>
              <a:gd name="T62" fmla="*/ 337 w 353"/>
              <a:gd name="T63" fmla="*/ 176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353" h="353">
                <a:moveTo>
                  <a:pt x="208" y="175"/>
                </a:moveTo>
                <a:cubicBezTo>
                  <a:pt x="204" y="172"/>
                  <a:pt x="200" y="170"/>
                  <a:pt x="195" y="168"/>
                </a:cubicBezTo>
                <a:cubicBezTo>
                  <a:pt x="190" y="166"/>
                  <a:pt x="186" y="164"/>
                  <a:pt x="181" y="163"/>
                </a:cubicBezTo>
                <a:cubicBezTo>
                  <a:pt x="181" y="124"/>
                  <a:pt x="181" y="124"/>
                  <a:pt x="181" y="124"/>
                </a:cubicBezTo>
                <a:cubicBezTo>
                  <a:pt x="187" y="124"/>
                  <a:pt x="190" y="126"/>
                  <a:pt x="193" y="129"/>
                </a:cubicBezTo>
                <a:cubicBezTo>
                  <a:pt x="196" y="132"/>
                  <a:pt x="198" y="137"/>
                  <a:pt x="198" y="143"/>
                </a:cubicBezTo>
                <a:cubicBezTo>
                  <a:pt x="218" y="143"/>
                  <a:pt x="218" y="143"/>
                  <a:pt x="218" y="143"/>
                </a:cubicBezTo>
                <a:cubicBezTo>
                  <a:pt x="218" y="137"/>
                  <a:pt x="217" y="132"/>
                  <a:pt x="215" y="128"/>
                </a:cubicBezTo>
                <a:cubicBezTo>
                  <a:pt x="213" y="123"/>
                  <a:pt x="210" y="120"/>
                  <a:pt x="207" y="117"/>
                </a:cubicBezTo>
                <a:cubicBezTo>
                  <a:pt x="203" y="114"/>
                  <a:pt x="199" y="112"/>
                  <a:pt x="194" y="110"/>
                </a:cubicBezTo>
                <a:cubicBezTo>
                  <a:pt x="190" y="109"/>
                  <a:pt x="186" y="108"/>
                  <a:pt x="181" y="108"/>
                </a:cubicBezTo>
                <a:cubicBezTo>
                  <a:pt x="181" y="96"/>
                  <a:pt x="181" y="96"/>
                  <a:pt x="181" y="96"/>
                </a:cubicBezTo>
                <a:cubicBezTo>
                  <a:pt x="170" y="96"/>
                  <a:pt x="170" y="96"/>
                  <a:pt x="170" y="96"/>
                </a:cubicBezTo>
                <a:cubicBezTo>
                  <a:pt x="170" y="108"/>
                  <a:pt x="170" y="108"/>
                  <a:pt x="170" y="108"/>
                </a:cubicBezTo>
                <a:cubicBezTo>
                  <a:pt x="165" y="108"/>
                  <a:pt x="161" y="109"/>
                  <a:pt x="157" y="110"/>
                </a:cubicBezTo>
                <a:cubicBezTo>
                  <a:pt x="152" y="112"/>
                  <a:pt x="147" y="114"/>
                  <a:pt x="144" y="117"/>
                </a:cubicBezTo>
                <a:cubicBezTo>
                  <a:pt x="140" y="120"/>
                  <a:pt x="137" y="124"/>
                  <a:pt x="135" y="128"/>
                </a:cubicBezTo>
                <a:cubicBezTo>
                  <a:pt x="133" y="133"/>
                  <a:pt x="132" y="138"/>
                  <a:pt x="132" y="144"/>
                </a:cubicBezTo>
                <a:cubicBezTo>
                  <a:pt x="132" y="150"/>
                  <a:pt x="133" y="156"/>
                  <a:pt x="135" y="160"/>
                </a:cubicBezTo>
                <a:cubicBezTo>
                  <a:pt x="138" y="165"/>
                  <a:pt x="141" y="168"/>
                  <a:pt x="144" y="171"/>
                </a:cubicBezTo>
                <a:cubicBezTo>
                  <a:pt x="148" y="174"/>
                  <a:pt x="153" y="177"/>
                  <a:pt x="157" y="179"/>
                </a:cubicBezTo>
                <a:cubicBezTo>
                  <a:pt x="162" y="181"/>
                  <a:pt x="165" y="182"/>
                  <a:pt x="170" y="184"/>
                </a:cubicBezTo>
                <a:cubicBezTo>
                  <a:pt x="170" y="228"/>
                  <a:pt x="170" y="228"/>
                  <a:pt x="170" y="228"/>
                </a:cubicBezTo>
                <a:cubicBezTo>
                  <a:pt x="162" y="227"/>
                  <a:pt x="158" y="225"/>
                  <a:pt x="154" y="220"/>
                </a:cubicBezTo>
                <a:cubicBezTo>
                  <a:pt x="151" y="216"/>
                  <a:pt x="149" y="209"/>
                  <a:pt x="149" y="201"/>
                </a:cubicBezTo>
                <a:cubicBezTo>
                  <a:pt x="129" y="201"/>
                  <a:pt x="129" y="201"/>
                  <a:pt x="129" y="201"/>
                </a:cubicBezTo>
                <a:cubicBezTo>
                  <a:pt x="129" y="208"/>
                  <a:pt x="130" y="214"/>
                  <a:pt x="132" y="219"/>
                </a:cubicBezTo>
                <a:cubicBezTo>
                  <a:pt x="134" y="225"/>
                  <a:pt x="137" y="229"/>
                  <a:pt x="141" y="233"/>
                </a:cubicBezTo>
                <a:cubicBezTo>
                  <a:pt x="144" y="236"/>
                  <a:pt x="149" y="239"/>
                  <a:pt x="154" y="241"/>
                </a:cubicBezTo>
                <a:cubicBezTo>
                  <a:pt x="160" y="243"/>
                  <a:pt x="164" y="244"/>
                  <a:pt x="170" y="244"/>
                </a:cubicBezTo>
                <a:cubicBezTo>
                  <a:pt x="170" y="256"/>
                  <a:pt x="170" y="256"/>
                  <a:pt x="170" y="256"/>
                </a:cubicBezTo>
                <a:cubicBezTo>
                  <a:pt x="181" y="256"/>
                  <a:pt x="181" y="256"/>
                  <a:pt x="181" y="256"/>
                </a:cubicBezTo>
                <a:cubicBezTo>
                  <a:pt x="181" y="244"/>
                  <a:pt x="181" y="244"/>
                  <a:pt x="181" y="244"/>
                </a:cubicBezTo>
                <a:cubicBezTo>
                  <a:pt x="187" y="244"/>
                  <a:pt x="191" y="243"/>
                  <a:pt x="196" y="241"/>
                </a:cubicBezTo>
                <a:cubicBezTo>
                  <a:pt x="201" y="239"/>
                  <a:pt x="205" y="237"/>
                  <a:pt x="209" y="233"/>
                </a:cubicBezTo>
                <a:cubicBezTo>
                  <a:pt x="213" y="230"/>
                  <a:pt x="216" y="226"/>
                  <a:pt x="218" y="221"/>
                </a:cubicBezTo>
                <a:cubicBezTo>
                  <a:pt x="220" y="216"/>
                  <a:pt x="221" y="210"/>
                  <a:pt x="221" y="203"/>
                </a:cubicBezTo>
                <a:cubicBezTo>
                  <a:pt x="221" y="196"/>
                  <a:pt x="220" y="191"/>
                  <a:pt x="218" y="186"/>
                </a:cubicBezTo>
                <a:cubicBezTo>
                  <a:pt x="215" y="182"/>
                  <a:pt x="212" y="178"/>
                  <a:pt x="208" y="175"/>
                </a:cubicBezTo>
                <a:moveTo>
                  <a:pt x="170" y="161"/>
                </a:moveTo>
                <a:cubicBezTo>
                  <a:pt x="168" y="160"/>
                  <a:pt x="167" y="159"/>
                  <a:pt x="164" y="158"/>
                </a:cubicBezTo>
                <a:cubicBezTo>
                  <a:pt x="162" y="157"/>
                  <a:pt x="160" y="156"/>
                  <a:pt x="158" y="155"/>
                </a:cubicBezTo>
                <a:cubicBezTo>
                  <a:pt x="156" y="153"/>
                  <a:pt x="155" y="152"/>
                  <a:pt x="154" y="150"/>
                </a:cubicBezTo>
                <a:cubicBezTo>
                  <a:pt x="152" y="147"/>
                  <a:pt x="152" y="145"/>
                  <a:pt x="152" y="142"/>
                </a:cubicBezTo>
                <a:cubicBezTo>
                  <a:pt x="152" y="136"/>
                  <a:pt x="154" y="131"/>
                  <a:pt x="157" y="128"/>
                </a:cubicBezTo>
                <a:cubicBezTo>
                  <a:pt x="160" y="126"/>
                  <a:pt x="164" y="124"/>
                  <a:pt x="170" y="124"/>
                </a:cubicBezTo>
                <a:lnTo>
                  <a:pt x="170" y="161"/>
                </a:lnTo>
                <a:close/>
                <a:moveTo>
                  <a:pt x="195" y="222"/>
                </a:moveTo>
                <a:cubicBezTo>
                  <a:pt x="191" y="225"/>
                  <a:pt x="187" y="227"/>
                  <a:pt x="181" y="228"/>
                </a:cubicBezTo>
                <a:cubicBezTo>
                  <a:pt x="181" y="185"/>
                  <a:pt x="181" y="185"/>
                  <a:pt x="181" y="185"/>
                </a:cubicBezTo>
                <a:cubicBezTo>
                  <a:pt x="184" y="186"/>
                  <a:pt x="185" y="187"/>
                  <a:pt x="187" y="188"/>
                </a:cubicBezTo>
                <a:cubicBezTo>
                  <a:pt x="190" y="189"/>
                  <a:pt x="192" y="190"/>
                  <a:pt x="194" y="192"/>
                </a:cubicBezTo>
                <a:cubicBezTo>
                  <a:pt x="196" y="193"/>
                  <a:pt x="198" y="195"/>
                  <a:pt x="199" y="197"/>
                </a:cubicBezTo>
                <a:cubicBezTo>
                  <a:pt x="200" y="200"/>
                  <a:pt x="201" y="203"/>
                  <a:pt x="201" y="206"/>
                </a:cubicBezTo>
                <a:cubicBezTo>
                  <a:pt x="201" y="213"/>
                  <a:pt x="199" y="219"/>
                  <a:pt x="195" y="222"/>
                </a:cubicBezTo>
                <a:moveTo>
                  <a:pt x="176" y="0"/>
                </a:moveTo>
                <a:cubicBezTo>
                  <a:pt x="79" y="0"/>
                  <a:pt x="0" y="79"/>
                  <a:pt x="0" y="176"/>
                </a:cubicBezTo>
                <a:cubicBezTo>
                  <a:pt x="0" y="274"/>
                  <a:pt x="79" y="353"/>
                  <a:pt x="176" y="353"/>
                </a:cubicBezTo>
                <a:cubicBezTo>
                  <a:pt x="274" y="353"/>
                  <a:pt x="353" y="274"/>
                  <a:pt x="353" y="176"/>
                </a:cubicBezTo>
                <a:cubicBezTo>
                  <a:pt x="353" y="79"/>
                  <a:pt x="274" y="0"/>
                  <a:pt x="176" y="0"/>
                </a:cubicBezTo>
                <a:moveTo>
                  <a:pt x="176" y="337"/>
                </a:moveTo>
                <a:cubicBezTo>
                  <a:pt x="87" y="337"/>
                  <a:pt x="16" y="265"/>
                  <a:pt x="16" y="176"/>
                </a:cubicBezTo>
                <a:cubicBezTo>
                  <a:pt x="16" y="88"/>
                  <a:pt x="87" y="16"/>
                  <a:pt x="176" y="16"/>
                </a:cubicBezTo>
                <a:cubicBezTo>
                  <a:pt x="265" y="16"/>
                  <a:pt x="337" y="88"/>
                  <a:pt x="337" y="176"/>
                </a:cubicBezTo>
                <a:cubicBezTo>
                  <a:pt x="337" y="265"/>
                  <a:pt x="265" y="337"/>
                  <a:pt x="176" y="337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8" name="Freeform 38"/>
          <p:cNvSpPr>
            <a:spLocks noEditPoints="1"/>
          </p:cNvSpPr>
          <p:nvPr/>
        </p:nvSpPr>
        <p:spPr bwMode="auto">
          <a:xfrm>
            <a:off x="4142318" y="4254502"/>
            <a:ext cx="579967" cy="582084"/>
          </a:xfrm>
          <a:custGeom>
            <a:avLst/>
            <a:gdLst>
              <a:gd name="T0" fmla="*/ 0 w 353"/>
              <a:gd name="T1" fmla="*/ 209 h 353"/>
              <a:gd name="T2" fmla="*/ 289 w 353"/>
              <a:gd name="T3" fmla="*/ 209 h 353"/>
              <a:gd name="T4" fmla="*/ 144 w 353"/>
              <a:gd name="T5" fmla="*/ 337 h 353"/>
              <a:gd name="T6" fmla="*/ 144 w 353"/>
              <a:gd name="T7" fmla="*/ 80 h 353"/>
              <a:gd name="T8" fmla="*/ 144 w 353"/>
              <a:gd name="T9" fmla="*/ 337 h 353"/>
              <a:gd name="T10" fmla="*/ 94 w 353"/>
              <a:gd name="T11" fmla="*/ 56 h 353"/>
              <a:gd name="T12" fmla="*/ 209 w 353"/>
              <a:gd name="T13" fmla="*/ 16 h 353"/>
              <a:gd name="T14" fmla="*/ 303 w 353"/>
              <a:gd name="T15" fmla="*/ 231 h 353"/>
              <a:gd name="T16" fmla="*/ 353 w 353"/>
              <a:gd name="T17" fmla="*/ 144 h 353"/>
              <a:gd name="T18" fmla="*/ 168 w 353"/>
              <a:gd name="T19" fmla="*/ 208 h 353"/>
              <a:gd name="T20" fmla="*/ 148 w 353"/>
              <a:gd name="T21" fmla="*/ 199 h 353"/>
              <a:gd name="T22" fmla="*/ 157 w 353"/>
              <a:gd name="T23" fmla="*/ 176 h 353"/>
              <a:gd name="T24" fmla="*/ 174 w 353"/>
              <a:gd name="T25" fmla="*/ 186 h 353"/>
              <a:gd name="T26" fmla="*/ 166 w 353"/>
              <a:gd name="T27" fmla="*/ 167 h 353"/>
              <a:gd name="T28" fmla="*/ 148 w 353"/>
              <a:gd name="T29" fmla="*/ 161 h 353"/>
              <a:gd name="T30" fmla="*/ 141 w 353"/>
              <a:gd name="T31" fmla="*/ 152 h 353"/>
              <a:gd name="T32" fmla="*/ 131 w 353"/>
              <a:gd name="T33" fmla="*/ 162 h 353"/>
              <a:gd name="T34" fmla="*/ 116 w 353"/>
              <a:gd name="T35" fmla="*/ 175 h 353"/>
              <a:gd name="T36" fmla="*/ 117 w 353"/>
              <a:gd name="T37" fmla="*/ 197 h 353"/>
              <a:gd name="T38" fmla="*/ 132 w 353"/>
              <a:gd name="T39" fmla="*/ 210 h 353"/>
              <a:gd name="T40" fmla="*/ 141 w 353"/>
              <a:gd name="T41" fmla="*/ 245 h 353"/>
              <a:gd name="T42" fmla="*/ 126 w 353"/>
              <a:gd name="T43" fmla="*/ 226 h 353"/>
              <a:gd name="T44" fmla="*/ 114 w 353"/>
              <a:gd name="T45" fmla="*/ 239 h 353"/>
              <a:gd name="T46" fmla="*/ 130 w 353"/>
              <a:gd name="T47" fmla="*/ 254 h 353"/>
              <a:gd name="T48" fmla="*/ 141 w 353"/>
              <a:gd name="T49" fmla="*/ 265 h 353"/>
              <a:gd name="T50" fmla="*/ 148 w 353"/>
              <a:gd name="T51" fmla="*/ 256 h 353"/>
              <a:gd name="T52" fmla="*/ 168 w 353"/>
              <a:gd name="T53" fmla="*/ 249 h 353"/>
              <a:gd name="T54" fmla="*/ 177 w 353"/>
              <a:gd name="T55" fmla="*/ 227 h 353"/>
              <a:gd name="T56" fmla="*/ 168 w 353"/>
              <a:gd name="T57" fmla="*/ 208 h 353"/>
              <a:gd name="T58" fmla="*/ 137 w 353"/>
              <a:gd name="T59" fmla="*/ 196 h 353"/>
              <a:gd name="T60" fmla="*/ 129 w 353"/>
              <a:gd name="T61" fmla="*/ 190 h 353"/>
              <a:gd name="T62" fmla="*/ 132 w 353"/>
              <a:gd name="T63" fmla="*/ 175 h 353"/>
              <a:gd name="T64" fmla="*/ 141 w 353"/>
              <a:gd name="T65" fmla="*/ 198 h 353"/>
              <a:gd name="T66" fmla="*/ 148 w 353"/>
              <a:gd name="T67" fmla="*/ 245 h 353"/>
              <a:gd name="T68" fmla="*/ 153 w 353"/>
              <a:gd name="T69" fmla="*/ 217 h 353"/>
              <a:gd name="T70" fmla="*/ 161 w 353"/>
              <a:gd name="T71" fmla="*/ 223 h 353"/>
              <a:gd name="T72" fmla="*/ 158 w 353"/>
              <a:gd name="T73" fmla="*/ 241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353" h="353">
                <a:moveTo>
                  <a:pt x="144" y="64"/>
                </a:moveTo>
                <a:cubicBezTo>
                  <a:pt x="65" y="64"/>
                  <a:pt x="0" y="129"/>
                  <a:pt x="0" y="209"/>
                </a:cubicBezTo>
                <a:cubicBezTo>
                  <a:pt x="0" y="288"/>
                  <a:pt x="65" y="353"/>
                  <a:pt x="144" y="353"/>
                </a:cubicBezTo>
                <a:cubicBezTo>
                  <a:pt x="224" y="353"/>
                  <a:pt x="289" y="288"/>
                  <a:pt x="289" y="209"/>
                </a:cubicBezTo>
                <a:cubicBezTo>
                  <a:pt x="289" y="129"/>
                  <a:pt x="224" y="64"/>
                  <a:pt x="144" y="64"/>
                </a:cubicBezTo>
                <a:moveTo>
                  <a:pt x="144" y="337"/>
                </a:moveTo>
                <a:cubicBezTo>
                  <a:pt x="73" y="337"/>
                  <a:pt x="16" y="279"/>
                  <a:pt x="16" y="209"/>
                </a:cubicBezTo>
                <a:cubicBezTo>
                  <a:pt x="16" y="138"/>
                  <a:pt x="73" y="80"/>
                  <a:pt x="144" y="80"/>
                </a:cubicBezTo>
                <a:cubicBezTo>
                  <a:pt x="215" y="80"/>
                  <a:pt x="273" y="138"/>
                  <a:pt x="273" y="209"/>
                </a:cubicBezTo>
                <a:cubicBezTo>
                  <a:pt x="273" y="279"/>
                  <a:pt x="215" y="337"/>
                  <a:pt x="144" y="337"/>
                </a:cubicBezTo>
                <a:moveTo>
                  <a:pt x="209" y="0"/>
                </a:moveTo>
                <a:cubicBezTo>
                  <a:pt x="162" y="0"/>
                  <a:pt x="121" y="22"/>
                  <a:pt x="94" y="56"/>
                </a:cubicBezTo>
                <a:cubicBezTo>
                  <a:pt x="103" y="53"/>
                  <a:pt x="113" y="51"/>
                  <a:pt x="122" y="50"/>
                </a:cubicBezTo>
                <a:cubicBezTo>
                  <a:pt x="145" y="29"/>
                  <a:pt x="175" y="16"/>
                  <a:pt x="209" y="16"/>
                </a:cubicBezTo>
                <a:cubicBezTo>
                  <a:pt x="280" y="16"/>
                  <a:pt x="337" y="73"/>
                  <a:pt x="337" y="144"/>
                </a:cubicBezTo>
                <a:cubicBezTo>
                  <a:pt x="337" y="178"/>
                  <a:pt x="324" y="208"/>
                  <a:pt x="303" y="231"/>
                </a:cubicBezTo>
                <a:cubicBezTo>
                  <a:pt x="302" y="240"/>
                  <a:pt x="300" y="250"/>
                  <a:pt x="297" y="258"/>
                </a:cubicBezTo>
                <a:cubicBezTo>
                  <a:pt x="331" y="232"/>
                  <a:pt x="353" y="191"/>
                  <a:pt x="353" y="144"/>
                </a:cubicBezTo>
                <a:cubicBezTo>
                  <a:pt x="353" y="64"/>
                  <a:pt x="288" y="0"/>
                  <a:pt x="209" y="0"/>
                </a:cubicBezTo>
                <a:moveTo>
                  <a:pt x="168" y="208"/>
                </a:moveTo>
                <a:cubicBezTo>
                  <a:pt x="165" y="206"/>
                  <a:pt x="162" y="204"/>
                  <a:pt x="158" y="203"/>
                </a:cubicBezTo>
                <a:cubicBezTo>
                  <a:pt x="155" y="201"/>
                  <a:pt x="152" y="200"/>
                  <a:pt x="148" y="199"/>
                </a:cubicBezTo>
                <a:cubicBezTo>
                  <a:pt x="148" y="172"/>
                  <a:pt x="148" y="172"/>
                  <a:pt x="148" y="172"/>
                </a:cubicBezTo>
                <a:cubicBezTo>
                  <a:pt x="153" y="172"/>
                  <a:pt x="155" y="173"/>
                  <a:pt x="157" y="176"/>
                </a:cubicBezTo>
                <a:cubicBezTo>
                  <a:pt x="159" y="178"/>
                  <a:pt x="160" y="181"/>
                  <a:pt x="160" y="186"/>
                </a:cubicBezTo>
                <a:cubicBezTo>
                  <a:pt x="174" y="186"/>
                  <a:pt x="174" y="186"/>
                  <a:pt x="174" y="186"/>
                </a:cubicBezTo>
                <a:cubicBezTo>
                  <a:pt x="174" y="181"/>
                  <a:pt x="174" y="178"/>
                  <a:pt x="172" y="175"/>
                </a:cubicBezTo>
                <a:cubicBezTo>
                  <a:pt x="171" y="171"/>
                  <a:pt x="169" y="169"/>
                  <a:pt x="166" y="167"/>
                </a:cubicBezTo>
                <a:cubicBezTo>
                  <a:pt x="164" y="165"/>
                  <a:pt x="161" y="163"/>
                  <a:pt x="158" y="162"/>
                </a:cubicBezTo>
                <a:cubicBezTo>
                  <a:pt x="155" y="161"/>
                  <a:pt x="152" y="161"/>
                  <a:pt x="148" y="161"/>
                </a:cubicBezTo>
                <a:cubicBezTo>
                  <a:pt x="148" y="152"/>
                  <a:pt x="148" y="152"/>
                  <a:pt x="148" y="152"/>
                </a:cubicBezTo>
                <a:cubicBezTo>
                  <a:pt x="141" y="152"/>
                  <a:pt x="141" y="152"/>
                  <a:pt x="141" y="152"/>
                </a:cubicBezTo>
                <a:cubicBezTo>
                  <a:pt x="141" y="161"/>
                  <a:pt x="141" y="161"/>
                  <a:pt x="141" y="161"/>
                </a:cubicBezTo>
                <a:cubicBezTo>
                  <a:pt x="137" y="161"/>
                  <a:pt x="135" y="161"/>
                  <a:pt x="131" y="162"/>
                </a:cubicBezTo>
                <a:cubicBezTo>
                  <a:pt x="128" y="163"/>
                  <a:pt x="125" y="165"/>
                  <a:pt x="123" y="167"/>
                </a:cubicBezTo>
                <a:cubicBezTo>
                  <a:pt x="120" y="169"/>
                  <a:pt x="118" y="172"/>
                  <a:pt x="116" y="175"/>
                </a:cubicBezTo>
                <a:cubicBezTo>
                  <a:pt x="115" y="178"/>
                  <a:pt x="114" y="182"/>
                  <a:pt x="114" y="186"/>
                </a:cubicBezTo>
                <a:cubicBezTo>
                  <a:pt x="114" y="190"/>
                  <a:pt x="115" y="194"/>
                  <a:pt x="117" y="197"/>
                </a:cubicBezTo>
                <a:cubicBezTo>
                  <a:pt x="118" y="201"/>
                  <a:pt x="120" y="203"/>
                  <a:pt x="123" y="205"/>
                </a:cubicBezTo>
                <a:cubicBezTo>
                  <a:pt x="126" y="207"/>
                  <a:pt x="129" y="209"/>
                  <a:pt x="132" y="210"/>
                </a:cubicBezTo>
                <a:cubicBezTo>
                  <a:pt x="135" y="212"/>
                  <a:pt x="138" y="213"/>
                  <a:pt x="141" y="214"/>
                </a:cubicBezTo>
                <a:cubicBezTo>
                  <a:pt x="141" y="245"/>
                  <a:pt x="141" y="245"/>
                  <a:pt x="141" y="245"/>
                </a:cubicBezTo>
                <a:cubicBezTo>
                  <a:pt x="135" y="244"/>
                  <a:pt x="132" y="243"/>
                  <a:pt x="130" y="239"/>
                </a:cubicBezTo>
                <a:cubicBezTo>
                  <a:pt x="127" y="236"/>
                  <a:pt x="126" y="232"/>
                  <a:pt x="126" y="226"/>
                </a:cubicBezTo>
                <a:cubicBezTo>
                  <a:pt x="112" y="226"/>
                  <a:pt x="112" y="226"/>
                  <a:pt x="112" y="226"/>
                </a:cubicBezTo>
                <a:cubicBezTo>
                  <a:pt x="112" y="231"/>
                  <a:pt x="113" y="235"/>
                  <a:pt x="114" y="239"/>
                </a:cubicBezTo>
                <a:cubicBezTo>
                  <a:pt x="116" y="242"/>
                  <a:pt x="118" y="246"/>
                  <a:pt x="120" y="248"/>
                </a:cubicBezTo>
                <a:cubicBezTo>
                  <a:pt x="123" y="251"/>
                  <a:pt x="126" y="252"/>
                  <a:pt x="130" y="254"/>
                </a:cubicBezTo>
                <a:cubicBezTo>
                  <a:pt x="134" y="255"/>
                  <a:pt x="137" y="256"/>
                  <a:pt x="141" y="256"/>
                </a:cubicBezTo>
                <a:cubicBezTo>
                  <a:pt x="141" y="265"/>
                  <a:pt x="141" y="265"/>
                  <a:pt x="141" y="265"/>
                </a:cubicBezTo>
                <a:cubicBezTo>
                  <a:pt x="148" y="265"/>
                  <a:pt x="148" y="265"/>
                  <a:pt x="148" y="265"/>
                </a:cubicBezTo>
                <a:cubicBezTo>
                  <a:pt x="148" y="256"/>
                  <a:pt x="148" y="256"/>
                  <a:pt x="148" y="256"/>
                </a:cubicBezTo>
                <a:cubicBezTo>
                  <a:pt x="153" y="256"/>
                  <a:pt x="155" y="255"/>
                  <a:pt x="159" y="254"/>
                </a:cubicBezTo>
                <a:cubicBezTo>
                  <a:pt x="162" y="253"/>
                  <a:pt x="165" y="251"/>
                  <a:pt x="168" y="249"/>
                </a:cubicBezTo>
                <a:cubicBezTo>
                  <a:pt x="171" y="246"/>
                  <a:pt x="173" y="243"/>
                  <a:pt x="174" y="240"/>
                </a:cubicBezTo>
                <a:cubicBezTo>
                  <a:pt x="176" y="236"/>
                  <a:pt x="177" y="232"/>
                  <a:pt x="177" y="227"/>
                </a:cubicBezTo>
                <a:cubicBezTo>
                  <a:pt x="177" y="223"/>
                  <a:pt x="176" y="219"/>
                  <a:pt x="174" y="216"/>
                </a:cubicBezTo>
                <a:cubicBezTo>
                  <a:pt x="172" y="213"/>
                  <a:pt x="170" y="210"/>
                  <a:pt x="168" y="208"/>
                </a:cubicBezTo>
                <a:moveTo>
                  <a:pt x="141" y="198"/>
                </a:moveTo>
                <a:cubicBezTo>
                  <a:pt x="139" y="197"/>
                  <a:pt x="139" y="197"/>
                  <a:pt x="137" y="196"/>
                </a:cubicBezTo>
                <a:cubicBezTo>
                  <a:pt x="135" y="195"/>
                  <a:pt x="134" y="195"/>
                  <a:pt x="133" y="194"/>
                </a:cubicBezTo>
                <a:cubicBezTo>
                  <a:pt x="131" y="193"/>
                  <a:pt x="130" y="191"/>
                  <a:pt x="129" y="190"/>
                </a:cubicBezTo>
                <a:cubicBezTo>
                  <a:pt x="129" y="188"/>
                  <a:pt x="128" y="187"/>
                  <a:pt x="128" y="185"/>
                </a:cubicBezTo>
                <a:cubicBezTo>
                  <a:pt x="128" y="180"/>
                  <a:pt x="129" y="177"/>
                  <a:pt x="132" y="175"/>
                </a:cubicBezTo>
                <a:cubicBezTo>
                  <a:pt x="134" y="173"/>
                  <a:pt x="137" y="172"/>
                  <a:pt x="141" y="172"/>
                </a:cubicBezTo>
                <a:lnTo>
                  <a:pt x="141" y="198"/>
                </a:lnTo>
                <a:close/>
                <a:moveTo>
                  <a:pt x="158" y="241"/>
                </a:moveTo>
                <a:cubicBezTo>
                  <a:pt x="155" y="243"/>
                  <a:pt x="153" y="244"/>
                  <a:pt x="148" y="245"/>
                </a:cubicBezTo>
                <a:cubicBezTo>
                  <a:pt x="148" y="215"/>
                  <a:pt x="148" y="215"/>
                  <a:pt x="148" y="215"/>
                </a:cubicBezTo>
                <a:cubicBezTo>
                  <a:pt x="150" y="215"/>
                  <a:pt x="151" y="216"/>
                  <a:pt x="153" y="217"/>
                </a:cubicBezTo>
                <a:cubicBezTo>
                  <a:pt x="155" y="217"/>
                  <a:pt x="156" y="218"/>
                  <a:pt x="158" y="219"/>
                </a:cubicBezTo>
                <a:cubicBezTo>
                  <a:pt x="159" y="220"/>
                  <a:pt x="160" y="222"/>
                  <a:pt x="161" y="223"/>
                </a:cubicBezTo>
                <a:cubicBezTo>
                  <a:pt x="162" y="225"/>
                  <a:pt x="163" y="227"/>
                  <a:pt x="163" y="229"/>
                </a:cubicBezTo>
                <a:cubicBezTo>
                  <a:pt x="163" y="234"/>
                  <a:pt x="161" y="238"/>
                  <a:pt x="158" y="241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9" name="Freeform 39"/>
          <p:cNvSpPr>
            <a:spLocks noEditPoints="1"/>
          </p:cNvSpPr>
          <p:nvPr/>
        </p:nvSpPr>
        <p:spPr bwMode="auto">
          <a:xfrm>
            <a:off x="5251451" y="4254502"/>
            <a:ext cx="579967" cy="582084"/>
          </a:xfrm>
          <a:custGeom>
            <a:avLst/>
            <a:gdLst>
              <a:gd name="T0" fmla="*/ 189 w 353"/>
              <a:gd name="T1" fmla="*/ 126 h 353"/>
              <a:gd name="T2" fmla="*/ 214 w 353"/>
              <a:gd name="T3" fmla="*/ 138 h 353"/>
              <a:gd name="T4" fmla="*/ 222 w 353"/>
              <a:gd name="T5" fmla="*/ 121 h 353"/>
              <a:gd name="T6" fmla="*/ 190 w 353"/>
              <a:gd name="T7" fmla="*/ 110 h 353"/>
              <a:gd name="T8" fmla="*/ 155 w 353"/>
              <a:gd name="T9" fmla="*/ 124 h 353"/>
              <a:gd name="T10" fmla="*/ 139 w 353"/>
              <a:gd name="T11" fmla="*/ 157 h 353"/>
              <a:gd name="T12" fmla="*/ 130 w 353"/>
              <a:gd name="T13" fmla="*/ 157 h 353"/>
              <a:gd name="T14" fmla="*/ 125 w 353"/>
              <a:gd name="T15" fmla="*/ 169 h 353"/>
              <a:gd name="T16" fmla="*/ 138 w 353"/>
              <a:gd name="T17" fmla="*/ 169 h 353"/>
              <a:gd name="T18" fmla="*/ 138 w 353"/>
              <a:gd name="T19" fmla="*/ 172 h 353"/>
              <a:gd name="T20" fmla="*/ 138 w 353"/>
              <a:gd name="T21" fmla="*/ 175 h 353"/>
              <a:gd name="T22" fmla="*/ 138 w 353"/>
              <a:gd name="T23" fmla="*/ 178 h 353"/>
              <a:gd name="T24" fmla="*/ 138 w 353"/>
              <a:gd name="T25" fmla="*/ 181 h 353"/>
              <a:gd name="T26" fmla="*/ 130 w 353"/>
              <a:gd name="T27" fmla="*/ 181 h 353"/>
              <a:gd name="T28" fmla="*/ 125 w 353"/>
              <a:gd name="T29" fmla="*/ 192 h 353"/>
              <a:gd name="T30" fmla="*/ 139 w 353"/>
              <a:gd name="T31" fmla="*/ 192 h 353"/>
              <a:gd name="T32" fmla="*/ 153 w 353"/>
              <a:gd name="T33" fmla="*/ 227 h 353"/>
              <a:gd name="T34" fmla="*/ 190 w 353"/>
              <a:gd name="T35" fmla="*/ 242 h 353"/>
              <a:gd name="T36" fmla="*/ 217 w 353"/>
              <a:gd name="T37" fmla="*/ 234 h 353"/>
              <a:gd name="T38" fmla="*/ 217 w 353"/>
              <a:gd name="T39" fmla="*/ 214 h 353"/>
              <a:gd name="T40" fmla="*/ 205 w 353"/>
              <a:gd name="T41" fmla="*/ 223 h 353"/>
              <a:gd name="T42" fmla="*/ 190 w 353"/>
              <a:gd name="T43" fmla="*/ 226 h 353"/>
              <a:gd name="T44" fmla="*/ 169 w 353"/>
              <a:gd name="T45" fmla="*/ 216 h 353"/>
              <a:gd name="T46" fmla="*/ 160 w 353"/>
              <a:gd name="T47" fmla="*/ 192 h 353"/>
              <a:gd name="T48" fmla="*/ 195 w 353"/>
              <a:gd name="T49" fmla="*/ 192 h 353"/>
              <a:gd name="T50" fmla="*/ 200 w 353"/>
              <a:gd name="T51" fmla="*/ 181 h 353"/>
              <a:gd name="T52" fmla="*/ 159 w 353"/>
              <a:gd name="T53" fmla="*/ 181 h 353"/>
              <a:gd name="T54" fmla="*/ 159 w 353"/>
              <a:gd name="T55" fmla="*/ 175 h 353"/>
              <a:gd name="T56" fmla="*/ 159 w 353"/>
              <a:gd name="T57" fmla="*/ 171 h 353"/>
              <a:gd name="T58" fmla="*/ 159 w 353"/>
              <a:gd name="T59" fmla="*/ 169 h 353"/>
              <a:gd name="T60" fmla="*/ 202 w 353"/>
              <a:gd name="T61" fmla="*/ 169 h 353"/>
              <a:gd name="T62" fmla="*/ 207 w 353"/>
              <a:gd name="T63" fmla="*/ 157 h 353"/>
              <a:gd name="T64" fmla="*/ 160 w 353"/>
              <a:gd name="T65" fmla="*/ 157 h 353"/>
              <a:gd name="T66" fmla="*/ 169 w 353"/>
              <a:gd name="T67" fmla="*/ 136 h 353"/>
              <a:gd name="T68" fmla="*/ 189 w 353"/>
              <a:gd name="T69" fmla="*/ 126 h 353"/>
              <a:gd name="T70" fmla="*/ 177 w 353"/>
              <a:gd name="T71" fmla="*/ 0 h 353"/>
              <a:gd name="T72" fmla="*/ 0 w 353"/>
              <a:gd name="T73" fmla="*/ 176 h 353"/>
              <a:gd name="T74" fmla="*/ 177 w 353"/>
              <a:gd name="T75" fmla="*/ 353 h 353"/>
              <a:gd name="T76" fmla="*/ 353 w 353"/>
              <a:gd name="T77" fmla="*/ 176 h 353"/>
              <a:gd name="T78" fmla="*/ 177 w 353"/>
              <a:gd name="T79" fmla="*/ 0 h 353"/>
              <a:gd name="T80" fmla="*/ 177 w 353"/>
              <a:gd name="T81" fmla="*/ 337 h 353"/>
              <a:gd name="T82" fmla="*/ 16 w 353"/>
              <a:gd name="T83" fmla="*/ 176 h 353"/>
              <a:gd name="T84" fmla="*/ 177 w 353"/>
              <a:gd name="T85" fmla="*/ 16 h 353"/>
              <a:gd name="T86" fmla="*/ 337 w 353"/>
              <a:gd name="T87" fmla="*/ 176 h 353"/>
              <a:gd name="T88" fmla="*/ 177 w 353"/>
              <a:gd name="T89" fmla="*/ 337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353" h="353">
                <a:moveTo>
                  <a:pt x="189" y="126"/>
                </a:moveTo>
                <a:cubicBezTo>
                  <a:pt x="198" y="126"/>
                  <a:pt x="206" y="130"/>
                  <a:pt x="214" y="138"/>
                </a:cubicBezTo>
                <a:cubicBezTo>
                  <a:pt x="222" y="121"/>
                  <a:pt x="222" y="121"/>
                  <a:pt x="222" y="121"/>
                </a:cubicBezTo>
                <a:cubicBezTo>
                  <a:pt x="211" y="114"/>
                  <a:pt x="201" y="110"/>
                  <a:pt x="190" y="110"/>
                </a:cubicBezTo>
                <a:cubicBezTo>
                  <a:pt x="176" y="110"/>
                  <a:pt x="165" y="115"/>
                  <a:pt x="155" y="124"/>
                </a:cubicBezTo>
                <a:cubicBezTo>
                  <a:pt x="148" y="132"/>
                  <a:pt x="142" y="143"/>
                  <a:pt x="139" y="157"/>
                </a:cubicBezTo>
                <a:cubicBezTo>
                  <a:pt x="130" y="157"/>
                  <a:pt x="130" y="157"/>
                  <a:pt x="130" y="157"/>
                </a:cubicBezTo>
                <a:cubicBezTo>
                  <a:pt x="125" y="169"/>
                  <a:pt x="125" y="169"/>
                  <a:pt x="125" y="169"/>
                </a:cubicBezTo>
                <a:cubicBezTo>
                  <a:pt x="138" y="169"/>
                  <a:pt x="138" y="169"/>
                  <a:pt x="138" y="169"/>
                </a:cubicBezTo>
                <a:cubicBezTo>
                  <a:pt x="138" y="170"/>
                  <a:pt x="138" y="171"/>
                  <a:pt x="138" y="172"/>
                </a:cubicBezTo>
                <a:cubicBezTo>
                  <a:pt x="138" y="173"/>
                  <a:pt x="138" y="174"/>
                  <a:pt x="138" y="175"/>
                </a:cubicBezTo>
                <a:cubicBezTo>
                  <a:pt x="138" y="176"/>
                  <a:pt x="138" y="177"/>
                  <a:pt x="138" y="178"/>
                </a:cubicBezTo>
                <a:cubicBezTo>
                  <a:pt x="138" y="179"/>
                  <a:pt x="138" y="180"/>
                  <a:pt x="138" y="181"/>
                </a:cubicBezTo>
                <a:cubicBezTo>
                  <a:pt x="130" y="181"/>
                  <a:pt x="130" y="181"/>
                  <a:pt x="130" y="181"/>
                </a:cubicBezTo>
                <a:cubicBezTo>
                  <a:pt x="125" y="192"/>
                  <a:pt x="125" y="192"/>
                  <a:pt x="125" y="192"/>
                </a:cubicBezTo>
                <a:cubicBezTo>
                  <a:pt x="139" y="192"/>
                  <a:pt x="139" y="192"/>
                  <a:pt x="139" y="192"/>
                </a:cubicBezTo>
                <a:cubicBezTo>
                  <a:pt x="141" y="207"/>
                  <a:pt x="146" y="219"/>
                  <a:pt x="153" y="227"/>
                </a:cubicBezTo>
                <a:cubicBezTo>
                  <a:pt x="162" y="237"/>
                  <a:pt x="174" y="242"/>
                  <a:pt x="190" y="242"/>
                </a:cubicBezTo>
                <a:cubicBezTo>
                  <a:pt x="200" y="242"/>
                  <a:pt x="209" y="239"/>
                  <a:pt x="217" y="234"/>
                </a:cubicBezTo>
                <a:cubicBezTo>
                  <a:pt x="217" y="214"/>
                  <a:pt x="217" y="214"/>
                  <a:pt x="217" y="214"/>
                </a:cubicBezTo>
                <a:cubicBezTo>
                  <a:pt x="212" y="218"/>
                  <a:pt x="208" y="221"/>
                  <a:pt x="205" y="223"/>
                </a:cubicBezTo>
                <a:cubicBezTo>
                  <a:pt x="201" y="225"/>
                  <a:pt x="196" y="226"/>
                  <a:pt x="190" y="226"/>
                </a:cubicBezTo>
                <a:cubicBezTo>
                  <a:pt x="181" y="226"/>
                  <a:pt x="174" y="223"/>
                  <a:pt x="169" y="216"/>
                </a:cubicBezTo>
                <a:cubicBezTo>
                  <a:pt x="164" y="210"/>
                  <a:pt x="161" y="202"/>
                  <a:pt x="160" y="192"/>
                </a:cubicBezTo>
                <a:cubicBezTo>
                  <a:pt x="195" y="192"/>
                  <a:pt x="195" y="192"/>
                  <a:pt x="195" y="192"/>
                </a:cubicBezTo>
                <a:cubicBezTo>
                  <a:pt x="200" y="181"/>
                  <a:pt x="200" y="181"/>
                  <a:pt x="200" y="181"/>
                </a:cubicBezTo>
                <a:cubicBezTo>
                  <a:pt x="159" y="181"/>
                  <a:pt x="159" y="181"/>
                  <a:pt x="159" y="181"/>
                </a:cubicBezTo>
                <a:cubicBezTo>
                  <a:pt x="159" y="180"/>
                  <a:pt x="159" y="179"/>
                  <a:pt x="159" y="175"/>
                </a:cubicBezTo>
                <a:cubicBezTo>
                  <a:pt x="159" y="171"/>
                  <a:pt x="159" y="171"/>
                  <a:pt x="159" y="171"/>
                </a:cubicBezTo>
                <a:cubicBezTo>
                  <a:pt x="159" y="170"/>
                  <a:pt x="159" y="169"/>
                  <a:pt x="159" y="169"/>
                </a:cubicBezTo>
                <a:cubicBezTo>
                  <a:pt x="202" y="169"/>
                  <a:pt x="202" y="169"/>
                  <a:pt x="202" y="169"/>
                </a:cubicBezTo>
                <a:cubicBezTo>
                  <a:pt x="207" y="157"/>
                  <a:pt x="207" y="157"/>
                  <a:pt x="207" y="157"/>
                </a:cubicBezTo>
                <a:cubicBezTo>
                  <a:pt x="160" y="157"/>
                  <a:pt x="160" y="157"/>
                  <a:pt x="160" y="157"/>
                </a:cubicBezTo>
                <a:cubicBezTo>
                  <a:pt x="162" y="149"/>
                  <a:pt x="165" y="141"/>
                  <a:pt x="169" y="136"/>
                </a:cubicBezTo>
                <a:cubicBezTo>
                  <a:pt x="174" y="129"/>
                  <a:pt x="181" y="126"/>
                  <a:pt x="189" y="126"/>
                </a:cubicBezTo>
                <a:moveTo>
                  <a:pt x="177" y="0"/>
                </a:moveTo>
                <a:cubicBezTo>
                  <a:pt x="79" y="0"/>
                  <a:pt x="0" y="79"/>
                  <a:pt x="0" y="176"/>
                </a:cubicBezTo>
                <a:cubicBezTo>
                  <a:pt x="0" y="274"/>
                  <a:pt x="79" y="353"/>
                  <a:pt x="177" y="353"/>
                </a:cubicBezTo>
                <a:cubicBezTo>
                  <a:pt x="274" y="353"/>
                  <a:pt x="353" y="274"/>
                  <a:pt x="353" y="176"/>
                </a:cubicBezTo>
                <a:cubicBezTo>
                  <a:pt x="353" y="79"/>
                  <a:pt x="274" y="0"/>
                  <a:pt x="177" y="0"/>
                </a:cubicBezTo>
                <a:moveTo>
                  <a:pt x="177" y="337"/>
                </a:moveTo>
                <a:cubicBezTo>
                  <a:pt x="88" y="337"/>
                  <a:pt x="16" y="265"/>
                  <a:pt x="16" y="176"/>
                </a:cubicBezTo>
                <a:cubicBezTo>
                  <a:pt x="16" y="88"/>
                  <a:pt x="88" y="16"/>
                  <a:pt x="177" y="16"/>
                </a:cubicBezTo>
                <a:cubicBezTo>
                  <a:pt x="266" y="16"/>
                  <a:pt x="337" y="88"/>
                  <a:pt x="337" y="176"/>
                </a:cubicBezTo>
                <a:cubicBezTo>
                  <a:pt x="337" y="265"/>
                  <a:pt x="266" y="337"/>
                  <a:pt x="177" y="337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0" name="Freeform 40"/>
          <p:cNvSpPr>
            <a:spLocks noEditPoints="1"/>
          </p:cNvSpPr>
          <p:nvPr/>
        </p:nvSpPr>
        <p:spPr bwMode="auto">
          <a:xfrm>
            <a:off x="6362701" y="4254502"/>
            <a:ext cx="579967" cy="582084"/>
          </a:xfrm>
          <a:custGeom>
            <a:avLst/>
            <a:gdLst>
              <a:gd name="T0" fmla="*/ 152 w 353"/>
              <a:gd name="T1" fmla="*/ 172 h 353"/>
              <a:gd name="T2" fmla="*/ 170 w 353"/>
              <a:gd name="T3" fmla="*/ 181 h 353"/>
              <a:gd name="T4" fmla="*/ 176 w 353"/>
              <a:gd name="T5" fmla="*/ 169 h 353"/>
              <a:gd name="T6" fmla="*/ 153 w 353"/>
              <a:gd name="T7" fmla="*/ 160 h 353"/>
              <a:gd name="T8" fmla="*/ 126 w 353"/>
              <a:gd name="T9" fmla="*/ 171 h 353"/>
              <a:gd name="T10" fmla="*/ 114 w 353"/>
              <a:gd name="T11" fmla="*/ 195 h 353"/>
              <a:gd name="T12" fmla="*/ 107 w 353"/>
              <a:gd name="T13" fmla="*/ 195 h 353"/>
              <a:gd name="T14" fmla="*/ 104 w 353"/>
              <a:gd name="T15" fmla="*/ 203 h 353"/>
              <a:gd name="T16" fmla="*/ 113 w 353"/>
              <a:gd name="T17" fmla="*/ 203 h 353"/>
              <a:gd name="T18" fmla="*/ 113 w 353"/>
              <a:gd name="T19" fmla="*/ 206 h 353"/>
              <a:gd name="T20" fmla="*/ 113 w 353"/>
              <a:gd name="T21" fmla="*/ 208 h 353"/>
              <a:gd name="T22" fmla="*/ 113 w 353"/>
              <a:gd name="T23" fmla="*/ 210 h 353"/>
              <a:gd name="T24" fmla="*/ 113 w 353"/>
              <a:gd name="T25" fmla="*/ 212 h 353"/>
              <a:gd name="T26" fmla="*/ 108 w 353"/>
              <a:gd name="T27" fmla="*/ 212 h 353"/>
              <a:gd name="T28" fmla="*/ 104 w 353"/>
              <a:gd name="T29" fmla="*/ 221 h 353"/>
              <a:gd name="T30" fmla="*/ 114 w 353"/>
              <a:gd name="T31" fmla="*/ 221 h 353"/>
              <a:gd name="T32" fmla="*/ 125 w 353"/>
              <a:gd name="T33" fmla="*/ 246 h 353"/>
              <a:gd name="T34" fmla="*/ 153 w 353"/>
              <a:gd name="T35" fmla="*/ 257 h 353"/>
              <a:gd name="T36" fmla="*/ 173 w 353"/>
              <a:gd name="T37" fmla="*/ 251 h 353"/>
              <a:gd name="T38" fmla="*/ 173 w 353"/>
              <a:gd name="T39" fmla="*/ 236 h 353"/>
              <a:gd name="T40" fmla="*/ 164 w 353"/>
              <a:gd name="T41" fmla="*/ 243 h 353"/>
              <a:gd name="T42" fmla="*/ 153 w 353"/>
              <a:gd name="T43" fmla="*/ 245 h 353"/>
              <a:gd name="T44" fmla="*/ 136 w 353"/>
              <a:gd name="T45" fmla="*/ 237 h 353"/>
              <a:gd name="T46" fmla="*/ 130 w 353"/>
              <a:gd name="T47" fmla="*/ 221 h 353"/>
              <a:gd name="T48" fmla="*/ 156 w 353"/>
              <a:gd name="T49" fmla="*/ 221 h 353"/>
              <a:gd name="T50" fmla="*/ 160 w 353"/>
              <a:gd name="T51" fmla="*/ 212 h 353"/>
              <a:gd name="T52" fmla="*/ 129 w 353"/>
              <a:gd name="T53" fmla="*/ 212 h 353"/>
              <a:gd name="T54" fmla="*/ 129 w 353"/>
              <a:gd name="T55" fmla="*/ 208 h 353"/>
              <a:gd name="T56" fmla="*/ 129 w 353"/>
              <a:gd name="T57" fmla="*/ 205 h 353"/>
              <a:gd name="T58" fmla="*/ 129 w 353"/>
              <a:gd name="T59" fmla="*/ 203 h 353"/>
              <a:gd name="T60" fmla="*/ 161 w 353"/>
              <a:gd name="T61" fmla="*/ 203 h 353"/>
              <a:gd name="T62" fmla="*/ 165 w 353"/>
              <a:gd name="T63" fmla="*/ 195 h 353"/>
              <a:gd name="T64" fmla="*/ 130 w 353"/>
              <a:gd name="T65" fmla="*/ 195 h 353"/>
              <a:gd name="T66" fmla="*/ 137 w 353"/>
              <a:gd name="T67" fmla="*/ 179 h 353"/>
              <a:gd name="T68" fmla="*/ 152 w 353"/>
              <a:gd name="T69" fmla="*/ 172 h 353"/>
              <a:gd name="T70" fmla="*/ 208 w 353"/>
              <a:gd name="T71" fmla="*/ 0 h 353"/>
              <a:gd name="T72" fmla="*/ 94 w 353"/>
              <a:gd name="T73" fmla="*/ 56 h 353"/>
              <a:gd name="T74" fmla="*/ 122 w 353"/>
              <a:gd name="T75" fmla="*/ 50 h 353"/>
              <a:gd name="T76" fmla="*/ 208 w 353"/>
              <a:gd name="T77" fmla="*/ 16 h 353"/>
              <a:gd name="T78" fmla="*/ 337 w 353"/>
              <a:gd name="T79" fmla="*/ 144 h 353"/>
              <a:gd name="T80" fmla="*/ 303 w 353"/>
              <a:gd name="T81" fmla="*/ 231 h 353"/>
              <a:gd name="T82" fmla="*/ 297 w 353"/>
              <a:gd name="T83" fmla="*/ 258 h 353"/>
              <a:gd name="T84" fmla="*/ 353 w 353"/>
              <a:gd name="T85" fmla="*/ 144 h 353"/>
              <a:gd name="T86" fmla="*/ 208 w 353"/>
              <a:gd name="T87" fmla="*/ 0 h 353"/>
              <a:gd name="T88" fmla="*/ 144 w 353"/>
              <a:gd name="T89" fmla="*/ 64 h 353"/>
              <a:gd name="T90" fmla="*/ 0 w 353"/>
              <a:gd name="T91" fmla="*/ 209 h 353"/>
              <a:gd name="T92" fmla="*/ 144 w 353"/>
              <a:gd name="T93" fmla="*/ 353 h 353"/>
              <a:gd name="T94" fmla="*/ 289 w 353"/>
              <a:gd name="T95" fmla="*/ 209 h 353"/>
              <a:gd name="T96" fmla="*/ 144 w 353"/>
              <a:gd name="T97" fmla="*/ 64 h 353"/>
              <a:gd name="T98" fmla="*/ 144 w 353"/>
              <a:gd name="T99" fmla="*/ 337 h 353"/>
              <a:gd name="T100" fmla="*/ 16 w 353"/>
              <a:gd name="T101" fmla="*/ 209 h 353"/>
              <a:gd name="T102" fmla="*/ 144 w 353"/>
              <a:gd name="T103" fmla="*/ 80 h 353"/>
              <a:gd name="T104" fmla="*/ 272 w 353"/>
              <a:gd name="T105" fmla="*/ 209 h 353"/>
              <a:gd name="T106" fmla="*/ 144 w 353"/>
              <a:gd name="T107" fmla="*/ 337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353" h="353">
                <a:moveTo>
                  <a:pt x="152" y="172"/>
                </a:moveTo>
                <a:cubicBezTo>
                  <a:pt x="158" y="172"/>
                  <a:pt x="164" y="175"/>
                  <a:pt x="170" y="181"/>
                </a:cubicBezTo>
                <a:cubicBezTo>
                  <a:pt x="176" y="169"/>
                  <a:pt x="176" y="169"/>
                  <a:pt x="176" y="169"/>
                </a:cubicBezTo>
                <a:cubicBezTo>
                  <a:pt x="168" y="163"/>
                  <a:pt x="160" y="160"/>
                  <a:pt x="153" y="160"/>
                </a:cubicBezTo>
                <a:cubicBezTo>
                  <a:pt x="142" y="160"/>
                  <a:pt x="133" y="164"/>
                  <a:pt x="126" y="171"/>
                </a:cubicBezTo>
                <a:cubicBezTo>
                  <a:pt x="121" y="176"/>
                  <a:pt x="117" y="185"/>
                  <a:pt x="114" y="195"/>
                </a:cubicBezTo>
                <a:cubicBezTo>
                  <a:pt x="107" y="195"/>
                  <a:pt x="107" y="195"/>
                  <a:pt x="107" y="195"/>
                </a:cubicBezTo>
                <a:cubicBezTo>
                  <a:pt x="104" y="203"/>
                  <a:pt x="104" y="203"/>
                  <a:pt x="104" y="203"/>
                </a:cubicBezTo>
                <a:cubicBezTo>
                  <a:pt x="113" y="203"/>
                  <a:pt x="113" y="203"/>
                  <a:pt x="113" y="203"/>
                </a:cubicBezTo>
                <a:cubicBezTo>
                  <a:pt x="113" y="204"/>
                  <a:pt x="113" y="205"/>
                  <a:pt x="113" y="206"/>
                </a:cubicBezTo>
                <a:cubicBezTo>
                  <a:pt x="113" y="207"/>
                  <a:pt x="113" y="207"/>
                  <a:pt x="113" y="208"/>
                </a:cubicBezTo>
                <a:cubicBezTo>
                  <a:pt x="113" y="209"/>
                  <a:pt x="113" y="209"/>
                  <a:pt x="113" y="210"/>
                </a:cubicBezTo>
                <a:cubicBezTo>
                  <a:pt x="113" y="211"/>
                  <a:pt x="113" y="212"/>
                  <a:pt x="113" y="212"/>
                </a:cubicBezTo>
                <a:cubicBezTo>
                  <a:pt x="108" y="212"/>
                  <a:pt x="108" y="212"/>
                  <a:pt x="108" y="212"/>
                </a:cubicBezTo>
                <a:cubicBezTo>
                  <a:pt x="104" y="221"/>
                  <a:pt x="104" y="221"/>
                  <a:pt x="104" y="221"/>
                </a:cubicBezTo>
                <a:cubicBezTo>
                  <a:pt x="114" y="221"/>
                  <a:pt x="114" y="221"/>
                  <a:pt x="114" y="221"/>
                </a:cubicBezTo>
                <a:cubicBezTo>
                  <a:pt x="116" y="231"/>
                  <a:pt x="119" y="240"/>
                  <a:pt x="125" y="246"/>
                </a:cubicBezTo>
                <a:cubicBezTo>
                  <a:pt x="131" y="253"/>
                  <a:pt x="141" y="257"/>
                  <a:pt x="153" y="257"/>
                </a:cubicBezTo>
                <a:cubicBezTo>
                  <a:pt x="160" y="257"/>
                  <a:pt x="167" y="255"/>
                  <a:pt x="173" y="251"/>
                </a:cubicBezTo>
                <a:cubicBezTo>
                  <a:pt x="173" y="236"/>
                  <a:pt x="173" y="236"/>
                  <a:pt x="173" y="236"/>
                </a:cubicBezTo>
                <a:cubicBezTo>
                  <a:pt x="169" y="239"/>
                  <a:pt x="166" y="241"/>
                  <a:pt x="164" y="243"/>
                </a:cubicBezTo>
                <a:cubicBezTo>
                  <a:pt x="161" y="244"/>
                  <a:pt x="157" y="245"/>
                  <a:pt x="153" y="245"/>
                </a:cubicBezTo>
                <a:cubicBezTo>
                  <a:pt x="146" y="245"/>
                  <a:pt x="140" y="242"/>
                  <a:pt x="136" y="237"/>
                </a:cubicBezTo>
                <a:cubicBezTo>
                  <a:pt x="133" y="233"/>
                  <a:pt x="131" y="228"/>
                  <a:pt x="130" y="221"/>
                </a:cubicBezTo>
                <a:cubicBezTo>
                  <a:pt x="156" y="221"/>
                  <a:pt x="156" y="221"/>
                  <a:pt x="156" y="221"/>
                </a:cubicBezTo>
                <a:cubicBezTo>
                  <a:pt x="160" y="212"/>
                  <a:pt x="160" y="212"/>
                  <a:pt x="160" y="212"/>
                </a:cubicBezTo>
                <a:cubicBezTo>
                  <a:pt x="129" y="212"/>
                  <a:pt x="129" y="212"/>
                  <a:pt x="129" y="212"/>
                </a:cubicBezTo>
                <a:cubicBezTo>
                  <a:pt x="129" y="212"/>
                  <a:pt x="129" y="210"/>
                  <a:pt x="129" y="208"/>
                </a:cubicBezTo>
                <a:cubicBezTo>
                  <a:pt x="129" y="205"/>
                  <a:pt x="129" y="205"/>
                  <a:pt x="129" y="205"/>
                </a:cubicBezTo>
                <a:cubicBezTo>
                  <a:pt x="129" y="204"/>
                  <a:pt x="129" y="204"/>
                  <a:pt x="129" y="203"/>
                </a:cubicBezTo>
                <a:cubicBezTo>
                  <a:pt x="161" y="203"/>
                  <a:pt x="161" y="203"/>
                  <a:pt x="161" y="203"/>
                </a:cubicBezTo>
                <a:cubicBezTo>
                  <a:pt x="165" y="195"/>
                  <a:pt x="165" y="195"/>
                  <a:pt x="165" y="195"/>
                </a:cubicBezTo>
                <a:cubicBezTo>
                  <a:pt x="130" y="195"/>
                  <a:pt x="130" y="195"/>
                  <a:pt x="130" y="195"/>
                </a:cubicBezTo>
                <a:cubicBezTo>
                  <a:pt x="131" y="188"/>
                  <a:pt x="133" y="183"/>
                  <a:pt x="137" y="179"/>
                </a:cubicBezTo>
                <a:cubicBezTo>
                  <a:pt x="141" y="174"/>
                  <a:pt x="146" y="172"/>
                  <a:pt x="152" y="172"/>
                </a:cubicBezTo>
                <a:moveTo>
                  <a:pt x="208" y="0"/>
                </a:moveTo>
                <a:cubicBezTo>
                  <a:pt x="162" y="0"/>
                  <a:pt x="120" y="22"/>
                  <a:pt x="94" y="56"/>
                </a:cubicBezTo>
                <a:cubicBezTo>
                  <a:pt x="103" y="53"/>
                  <a:pt x="112" y="51"/>
                  <a:pt x="122" y="50"/>
                </a:cubicBezTo>
                <a:cubicBezTo>
                  <a:pt x="145" y="29"/>
                  <a:pt x="175" y="16"/>
                  <a:pt x="208" y="16"/>
                </a:cubicBezTo>
                <a:cubicBezTo>
                  <a:pt x="279" y="16"/>
                  <a:pt x="337" y="73"/>
                  <a:pt x="337" y="144"/>
                </a:cubicBezTo>
                <a:cubicBezTo>
                  <a:pt x="337" y="178"/>
                  <a:pt x="324" y="208"/>
                  <a:pt x="303" y="231"/>
                </a:cubicBezTo>
                <a:cubicBezTo>
                  <a:pt x="302" y="240"/>
                  <a:pt x="299" y="250"/>
                  <a:pt x="297" y="258"/>
                </a:cubicBezTo>
                <a:cubicBezTo>
                  <a:pt x="331" y="232"/>
                  <a:pt x="353" y="191"/>
                  <a:pt x="353" y="144"/>
                </a:cubicBezTo>
                <a:cubicBezTo>
                  <a:pt x="353" y="64"/>
                  <a:pt x="288" y="0"/>
                  <a:pt x="208" y="0"/>
                </a:cubicBezTo>
                <a:moveTo>
                  <a:pt x="144" y="64"/>
                </a:moveTo>
                <a:cubicBezTo>
                  <a:pt x="64" y="64"/>
                  <a:pt x="0" y="129"/>
                  <a:pt x="0" y="209"/>
                </a:cubicBezTo>
                <a:cubicBezTo>
                  <a:pt x="0" y="288"/>
                  <a:pt x="64" y="353"/>
                  <a:pt x="144" y="353"/>
                </a:cubicBezTo>
                <a:cubicBezTo>
                  <a:pt x="224" y="353"/>
                  <a:pt x="289" y="288"/>
                  <a:pt x="289" y="209"/>
                </a:cubicBezTo>
                <a:cubicBezTo>
                  <a:pt x="289" y="129"/>
                  <a:pt x="224" y="64"/>
                  <a:pt x="144" y="64"/>
                </a:cubicBezTo>
                <a:moveTo>
                  <a:pt x="144" y="337"/>
                </a:moveTo>
                <a:cubicBezTo>
                  <a:pt x="73" y="337"/>
                  <a:pt x="16" y="279"/>
                  <a:pt x="16" y="209"/>
                </a:cubicBezTo>
                <a:cubicBezTo>
                  <a:pt x="16" y="138"/>
                  <a:pt x="73" y="80"/>
                  <a:pt x="144" y="80"/>
                </a:cubicBezTo>
                <a:cubicBezTo>
                  <a:pt x="215" y="80"/>
                  <a:pt x="272" y="138"/>
                  <a:pt x="272" y="209"/>
                </a:cubicBezTo>
                <a:cubicBezTo>
                  <a:pt x="272" y="279"/>
                  <a:pt x="215" y="337"/>
                  <a:pt x="144" y="337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1" name="Freeform 41"/>
          <p:cNvSpPr>
            <a:spLocks noEditPoints="1"/>
          </p:cNvSpPr>
          <p:nvPr/>
        </p:nvSpPr>
        <p:spPr bwMode="auto">
          <a:xfrm>
            <a:off x="7469718" y="4254502"/>
            <a:ext cx="582084" cy="582084"/>
          </a:xfrm>
          <a:custGeom>
            <a:avLst/>
            <a:gdLst>
              <a:gd name="T0" fmla="*/ 176 w 353"/>
              <a:gd name="T1" fmla="*/ 0 h 353"/>
              <a:gd name="T2" fmla="*/ 0 w 353"/>
              <a:gd name="T3" fmla="*/ 176 h 353"/>
              <a:gd name="T4" fmla="*/ 176 w 353"/>
              <a:gd name="T5" fmla="*/ 353 h 353"/>
              <a:gd name="T6" fmla="*/ 353 w 353"/>
              <a:gd name="T7" fmla="*/ 176 h 353"/>
              <a:gd name="T8" fmla="*/ 176 w 353"/>
              <a:gd name="T9" fmla="*/ 0 h 353"/>
              <a:gd name="T10" fmla="*/ 176 w 353"/>
              <a:gd name="T11" fmla="*/ 337 h 353"/>
              <a:gd name="T12" fmla="*/ 16 w 353"/>
              <a:gd name="T13" fmla="*/ 176 h 353"/>
              <a:gd name="T14" fmla="*/ 176 w 353"/>
              <a:gd name="T15" fmla="*/ 16 h 353"/>
              <a:gd name="T16" fmla="*/ 337 w 353"/>
              <a:gd name="T17" fmla="*/ 176 h 353"/>
              <a:gd name="T18" fmla="*/ 176 w 353"/>
              <a:gd name="T19" fmla="*/ 337 h 353"/>
              <a:gd name="T20" fmla="*/ 207 w 353"/>
              <a:gd name="T21" fmla="*/ 133 h 353"/>
              <a:gd name="T22" fmla="*/ 212 w 353"/>
              <a:gd name="T23" fmla="*/ 113 h 353"/>
              <a:gd name="T24" fmla="*/ 199 w 353"/>
              <a:gd name="T25" fmla="*/ 110 h 353"/>
              <a:gd name="T26" fmla="*/ 194 w 353"/>
              <a:gd name="T27" fmla="*/ 130 h 353"/>
              <a:gd name="T28" fmla="*/ 183 w 353"/>
              <a:gd name="T29" fmla="*/ 127 h 353"/>
              <a:gd name="T30" fmla="*/ 189 w 353"/>
              <a:gd name="T31" fmla="*/ 107 h 353"/>
              <a:gd name="T32" fmla="*/ 176 w 353"/>
              <a:gd name="T33" fmla="*/ 104 h 353"/>
              <a:gd name="T34" fmla="*/ 170 w 353"/>
              <a:gd name="T35" fmla="*/ 125 h 353"/>
              <a:gd name="T36" fmla="*/ 162 w 353"/>
              <a:gd name="T37" fmla="*/ 123 h 353"/>
              <a:gd name="T38" fmla="*/ 162 w 353"/>
              <a:gd name="T39" fmla="*/ 123 h 353"/>
              <a:gd name="T40" fmla="*/ 144 w 353"/>
              <a:gd name="T41" fmla="*/ 118 h 353"/>
              <a:gd name="T42" fmla="*/ 141 w 353"/>
              <a:gd name="T43" fmla="*/ 132 h 353"/>
              <a:gd name="T44" fmla="*/ 150 w 353"/>
              <a:gd name="T45" fmla="*/ 134 h 353"/>
              <a:gd name="T46" fmla="*/ 156 w 353"/>
              <a:gd name="T47" fmla="*/ 141 h 353"/>
              <a:gd name="T48" fmla="*/ 150 w 353"/>
              <a:gd name="T49" fmla="*/ 165 h 353"/>
              <a:gd name="T50" fmla="*/ 152 w 353"/>
              <a:gd name="T51" fmla="*/ 165 h 353"/>
              <a:gd name="T52" fmla="*/ 150 w 353"/>
              <a:gd name="T53" fmla="*/ 165 h 353"/>
              <a:gd name="T54" fmla="*/ 142 w 353"/>
              <a:gd name="T55" fmla="*/ 198 h 353"/>
              <a:gd name="T56" fmla="*/ 136 w 353"/>
              <a:gd name="T57" fmla="*/ 201 h 353"/>
              <a:gd name="T58" fmla="*/ 127 w 353"/>
              <a:gd name="T59" fmla="*/ 198 h 353"/>
              <a:gd name="T60" fmla="*/ 120 w 353"/>
              <a:gd name="T61" fmla="*/ 213 h 353"/>
              <a:gd name="T62" fmla="*/ 137 w 353"/>
              <a:gd name="T63" fmla="*/ 217 h 353"/>
              <a:gd name="T64" fmla="*/ 146 w 353"/>
              <a:gd name="T65" fmla="*/ 219 h 353"/>
              <a:gd name="T66" fmla="*/ 141 w 353"/>
              <a:gd name="T67" fmla="*/ 240 h 353"/>
              <a:gd name="T68" fmla="*/ 154 w 353"/>
              <a:gd name="T69" fmla="*/ 243 h 353"/>
              <a:gd name="T70" fmla="*/ 159 w 353"/>
              <a:gd name="T71" fmla="*/ 222 h 353"/>
              <a:gd name="T72" fmla="*/ 169 w 353"/>
              <a:gd name="T73" fmla="*/ 225 h 353"/>
              <a:gd name="T74" fmla="*/ 164 w 353"/>
              <a:gd name="T75" fmla="*/ 246 h 353"/>
              <a:gd name="T76" fmla="*/ 177 w 353"/>
              <a:gd name="T77" fmla="*/ 249 h 353"/>
              <a:gd name="T78" fmla="*/ 182 w 353"/>
              <a:gd name="T79" fmla="*/ 228 h 353"/>
              <a:gd name="T80" fmla="*/ 228 w 353"/>
              <a:gd name="T81" fmla="*/ 211 h 353"/>
              <a:gd name="T82" fmla="*/ 216 w 353"/>
              <a:gd name="T83" fmla="*/ 181 h 353"/>
              <a:gd name="T84" fmla="*/ 232 w 353"/>
              <a:gd name="T85" fmla="*/ 162 h 353"/>
              <a:gd name="T86" fmla="*/ 207 w 353"/>
              <a:gd name="T87" fmla="*/ 133 h 353"/>
              <a:gd name="T88" fmla="*/ 203 w 353"/>
              <a:gd name="T89" fmla="*/ 202 h 353"/>
              <a:gd name="T90" fmla="*/ 163 w 353"/>
              <a:gd name="T91" fmla="*/ 207 h 353"/>
              <a:gd name="T92" fmla="*/ 170 w 353"/>
              <a:gd name="T93" fmla="*/ 180 h 353"/>
              <a:gd name="T94" fmla="*/ 203 w 353"/>
              <a:gd name="T95" fmla="*/ 202 h 353"/>
              <a:gd name="T96" fmla="*/ 207 w 353"/>
              <a:gd name="T97" fmla="*/ 162 h 353"/>
              <a:gd name="T98" fmla="*/ 174 w 353"/>
              <a:gd name="T99" fmla="*/ 167 h 353"/>
              <a:gd name="T100" fmla="*/ 180 w 353"/>
              <a:gd name="T101" fmla="*/ 142 h 353"/>
              <a:gd name="T102" fmla="*/ 207 w 353"/>
              <a:gd name="T103" fmla="*/ 162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353" h="353">
                <a:moveTo>
                  <a:pt x="176" y="0"/>
                </a:moveTo>
                <a:cubicBezTo>
                  <a:pt x="79" y="0"/>
                  <a:pt x="0" y="79"/>
                  <a:pt x="0" y="176"/>
                </a:cubicBezTo>
                <a:cubicBezTo>
                  <a:pt x="0" y="274"/>
                  <a:pt x="79" y="353"/>
                  <a:pt x="176" y="353"/>
                </a:cubicBezTo>
                <a:cubicBezTo>
                  <a:pt x="274" y="353"/>
                  <a:pt x="353" y="274"/>
                  <a:pt x="353" y="176"/>
                </a:cubicBezTo>
                <a:cubicBezTo>
                  <a:pt x="353" y="79"/>
                  <a:pt x="274" y="0"/>
                  <a:pt x="176" y="0"/>
                </a:cubicBezTo>
                <a:moveTo>
                  <a:pt x="176" y="337"/>
                </a:moveTo>
                <a:cubicBezTo>
                  <a:pt x="88" y="337"/>
                  <a:pt x="16" y="265"/>
                  <a:pt x="16" y="176"/>
                </a:cubicBezTo>
                <a:cubicBezTo>
                  <a:pt x="16" y="88"/>
                  <a:pt x="88" y="16"/>
                  <a:pt x="176" y="16"/>
                </a:cubicBezTo>
                <a:cubicBezTo>
                  <a:pt x="265" y="16"/>
                  <a:pt x="337" y="88"/>
                  <a:pt x="337" y="176"/>
                </a:cubicBezTo>
                <a:cubicBezTo>
                  <a:pt x="337" y="265"/>
                  <a:pt x="265" y="337"/>
                  <a:pt x="176" y="337"/>
                </a:cubicBezTo>
                <a:moveTo>
                  <a:pt x="207" y="133"/>
                </a:moveTo>
                <a:cubicBezTo>
                  <a:pt x="212" y="113"/>
                  <a:pt x="212" y="113"/>
                  <a:pt x="212" y="113"/>
                </a:cubicBezTo>
                <a:cubicBezTo>
                  <a:pt x="199" y="110"/>
                  <a:pt x="199" y="110"/>
                  <a:pt x="199" y="110"/>
                </a:cubicBezTo>
                <a:cubicBezTo>
                  <a:pt x="194" y="130"/>
                  <a:pt x="194" y="130"/>
                  <a:pt x="194" y="130"/>
                </a:cubicBezTo>
                <a:cubicBezTo>
                  <a:pt x="190" y="129"/>
                  <a:pt x="187" y="128"/>
                  <a:pt x="183" y="127"/>
                </a:cubicBezTo>
                <a:cubicBezTo>
                  <a:pt x="189" y="107"/>
                  <a:pt x="189" y="107"/>
                  <a:pt x="189" y="107"/>
                </a:cubicBezTo>
                <a:cubicBezTo>
                  <a:pt x="176" y="104"/>
                  <a:pt x="176" y="104"/>
                  <a:pt x="176" y="104"/>
                </a:cubicBezTo>
                <a:cubicBezTo>
                  <a:pt x="170" y="125"/>
                  <a:pt x="170" y="125"/>
                  <a:pt x="170" y="125"/>
                </a:cubicBezTo>
                <a:cubicBezTo>
                  <a:pt x="168" y="124"/>
                  <a:pt x="165" y="123"/>
                  <a:pt x="162" y="123"/>
                </a:cubicBezTo>
                <a:cubicBezTo>
                  <a:pt x="162" y="123"/>
                  <a:pt x="162" y="123"/>
                  <a:pt x="162" y="123"/>
                </a:cubicBezTo>
                <a:cubicBezTo>
                  <a:pt x="144" y="118"/>
                  <a:pt x="144" y="118"/>
                  <a:pt x="144" y="118"/>
                </a:cubicBezTo>
                <a:cubicBezTo>
                  <a:pt x="141" y="132"/>
                  <a:pt x="141" y="132"/>
                  <a:pt x="141" y="132"/>
                </a:cubicBezTo>
                <a:cubicBezTo>
                  <a:pt x="141" y="132"/>
                  <a:pt x="151" y="134"/>
                  <a:pt x="150" y="134"/>
                </a:cubicBezTo>
                <a:cubicBezTo>
                  <a:pt x="156" y="135"/>
                  <a:pt x="157" y="139"/>
                  <a:pt x="156" y="141"/>
                </a:cubicBezTo>
                <a:cubicBezTo>
                  <a:pt x="150" y="165"/>
                  <a:pt x="150" y="165"/>
                  <a:pt x="150" y="165"/>
                </a:cubicBezTo>
                <a:cubicBezTo>
                  <a:pt x="151" y="165"/>
                  <a:pt x="151" y="165"/>
                  <a:pt x="152" y="165"/>
                </a:cubicBezTo>
                <a:cubicBezTo>
                  <a:pt x="151" y="165"/>
                  <a:pt x="151" y="165"/>
                  <a:pt x="150" y="165"/>
                </a:cubicBezTo>
                <a:cubicBezTo>
                  <a:pt x="142" y="198"/>
                  <a:pt x="142" y="198"/>
                  <a:pt x="142" y="198"/>
                </a:cubicBezTo>
                <a:cubicBezTo>
                  <a:pt x="141" y="199"/>
                  <a:pt x="140" y="202"/>
                  <a:pt x="136" y="201"/>
                </a:cubicBezTo>
                <a:cubicBezTo>
                  <a:pt x="136" y="201"/>
                  <a:pt x="127" y="198"/>
                  <a:pt x="127" y="198"/>
                </a:cubicBezTo>
                <a:cubicBezTo>
                  <a:pt x="120" y="213"/>
                  <a:pt x="120" y="213"/>
                  <a:pt x="120" y="213"/>
                </a:cubicBezTo>
                <a:cubicBezTo>
                  <a:pt x="137" y="217"/>
                  <a:pt x="137" y="217"/>
                  <a:pt x="137" y="217"/>
                </a:cubicBezTo>
                <a:cubicBezTo>
                  <a:pt x="140" y="218"/>
                  <a:pt x="143" y="218"/>
                  <a:pt x="146" y="219"/>
                </a:cubicBezTo>
                <a:cubicBezTo>
                  <a:pt x="141" y="240"/>
                  <a:pt x="141" y="240"/>
                  <a:pt x="141" y="240"/>
                </a:cubicBezTo>
                <a:cubicBezTo>
                  <a:pt x="154" y="243"/>
                  <a:pt x="154" y="243"/>
                  <a:pt x="154" y="243"/>
                </a:cubicBezTo>
                <a:cubicBezTo>
                  <a:pt x="159" y="222"/>
                  <a:pt x="159" y="222"/>
                  <a:pt x="159" y="222"/>
                </a:cubicBezTo>
                <a:cubicBezTo>
                  <a:pt x="163" y="223"/>
                  <a:pt x="166" y="224"/>
                  <a:pt x="169" y="225"/>
                </a:cubicBezTo>
                <a:cubicBezTo>
                  <a:pt x="164" y="246"/>
                  <a:pt x="164" y="246"/>
                  <a:pt x="164" y="246"/>
                </a:cubicBezTo>
                <a:cubicBezTo>
                  <a:pt x="177" y="249"/>
                  <a:pt x="177" y="249"/>
                  <a:pt x="177" y="249"/>
                </a:cubicBezTo>
                <a:cubicBezTo>
                  <a:pt x="182" y="228"/>
                  <a:pt x="182" y="228"/>
                  <a:pt x="182" y="228"/>
                </a:cubicBezTo>
                <a:cubicBezTo>
                  <a:pt x="204" y="232"/>
                  <a:pt x="221" y="230"/>
                  <a:pt x="228" y="211"/>
                </a:cubicBezTo>
                <a:cubicBezTo>
                  <a:pt x="233" y="195"/>
                  <a:pt x="227" y="186"/>
                  <a:pt x="216" y="181"/>
                </a:cubicBezTo>
                <a:cubicBezTo>
                  <a:pt x="224" y="179"/>
                  <a:pt x="231" y="173"/>
                  <a:pt x="232" y="162"/>
                </a:cubicBezTo>
                <a:cubicBezTo>
                  <a:pt x="235" y="147"/>
                  <a:pt x="223" y="139"/>
                  <a:pt x="207" y="133"/>
                </a:cubicBezTo>
                <a:moveTo>
                  <a:pt x="203" y="202"/>
                </a:moveTo>
                <a:cubicBezTo>
                  <a:pt x="199" y="218"/>
                  <a:pt x="172" y="209"/>
                  <a:pt x="163" y="207"/>
                </a:cubicBezTo>
                <a:cubicBezTo>
                  <a:pt x="170" y="180"/>
                  <a:pt x="170" y="180"/>
                  <a:pt x="170" y="180"/>
                </a:cubicBezTo>
                <a:cubicBezTo>
                  <a:pt x="179" y="182"/>
                  <a:pt x="207" y="186"/>
                  <a:pt x="203" y="202"/>
                </a:cubicBezTo>
                <a:moveTo>
                  <a:pt x="207" y="162"/>
                </a:moveTo>
                <a:cubicBezTo>
                  <a:pt x="203" y="176"/>
                  <a:pt x="181" y="169"/>
                  <a:pt x="174" y="167"/>
                </a:cubicBezTo>
                <a:cubicBezTo>
                  <a:pt x="180" y="142"/>
                  <a:pt x="180" y="142"/>
                  <a:pt x="180" y="142"/>
                </a:cubicBezTo>
                <a:cubicBezTo>
                  <a:pt x="187" y="144"/>
                  <a:pt x="211" y="147"/>
                  <a:pt x="207" y="162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2" name="Freeform 42"/>
          <p:cNvSpPr>
            <a:spLocks noEditPoints="1"/>
          </p:cNvSpPr>
          <p:nvPr/>
        </p:nvSpPr>
        <p:spPr bwMode="auto">
          <a:xfrm>
            <a:off x="8578851" y="4254502"/>
            <a:ext cx="582084" cy="582084"/>
          </a:xfrm>
          <a:custGeom>
            <a:avLst/>
            <a:gdLst>
              <a:gd name="T0" fmla="*/ 209 w 353"/>
              <a:gd name="T1" fmla="*/ 0 h 353"/>
              <a:gd name="T2" fmla="*/ 95 w 353"/>
              <a:gd name="T3" fmla="*/ 56 h 353"/>
              <a:gd name="T4" fmla="*/ 122 w 353"/>
              <a:gd name="T5" fmla="*/ 50 h 353"/>
              <a:gd name="T6" fmla="*/ 209 w 353"/>
              <a:gd name="T7" fmla="*/ 16 h 353"/>
              <a:gd name="T8" fmla="*/ 337 w 353"/>
              <a:gd name="T9" fmla="*/ 144 h 353"/>
              <a:gd name="T10" fmla="*/ 304 w 353"/>
              <a:gd name="T11" fmla="*/ 231 h 353"/>
              <a:gd name="T12" fmla="*/ 297 w 353"/>
              <a:gd name="T13" fmla="*/ 258 h 353"/>
              <a:gd name="T14" fmla="*/ 353 w 353"/>
              <a:gd name="T15" fmla="*/ 144 h 353"/>
              <a:gd name="T16" fmla="*/ 209 w 353"/>
              <a:gd name="T17" fmla="*/ 0 h 353"/>
              <a:gd name="T18" fmla="*/ 145 w 353"/>
              <a:gd name="T19" fmla="*/ 64 h 353"/>
              <a:gd name="T20" fmla="*/ 0 w 353"/>
              <a:gd name="T21" fmla="*/ 209 h 353"/>
              <a:gd name="T22" fmla="*/ 145 w 353"/>
              <a:gd name="T23" fmla="*/ 353 h 353"/>
              <a:gd name="T24" fmla="*/ 289 w 353"/>
              <a:gd name="T25" fmla="*/ 209 h 353"/>
              <a:gd name="T26" fmla="*/ 145 w 353"/>
              <a:gd name="T27" fmla="*/ 64 h 353"/>
              <a:gd name="T28" fmla="*/ 145 w 353"/>
              <a:gd name="T29" fmla="*/ 337 h 353"/>
              <a:gd name="T30" fmla="*/ 16 w 353"/>
              <a:gd name="T31" fmla="*/ 209 h 353"/>
              <a:gd name="T32" fmla="*/ 145 w 353"/>
              <a:gd name="T33" fmla="*/ 80 h 353"/>
              <a:gd name="T34" fmla="*/ 273 w 353"/>
              <a:gd name="T35" fmla="*/ 209 h 353"/>
              <a:gd name="T36" fmla="*/ 145 w 353"/>
              <a:gd name="T37" fmla="*/ 337 h 353"/>
              <a:gd name="T38" fmla="*/ 164 w 353"/>
              <a:gd name="T39" fmla="*/ 175 h 353"/>
              <a:gd name="T40" fmla="*/ 168 w 353"/>
              <a:gd name="T41" fmla="*/ 159 h 353"/>
              <a:gd name="T42" fmla="*/ 158 w 353"/>
              <a:gd name="T43" fmla="*/ 157 h 353"/>
              <a:gd name="T44" fmla="*/ 154 w 353"/>
              <a:gd name="T45" fmla="*/ 172 h 353"/>
              <a:gd name="T46" fmla="*/ 146 w 353"/>
              <a:gd name="T47" fmla="*/ 170 h 353"/>
              <a:gd name="T48" fmla="*/ 150 w 353"/>
              <a:gd name="T49" fmla="*/ 155 h 353"/>
              <a:gd name="T50" fmla="*/ 140 w 353"/>
              <a:gd name="T51" fmla="*/ 152 h 353"/>
              <a:gd name="T52" fmla="*/ 136 w 353"/>
              <a:gd name="T53" fmla="*/ 168 h 353"/>
              <a:gd name="T54" fmla="*/ 129 w 353"/>
              <a:gd name="T55" fmla="*/ 167 h 353"/>
              <a:gd name="T56" fmla="*/ 129 w 353"/>
              <a:gd name="T57" fmla="*/ 167 h 353"/>
              <a:gd name="T58" fmla="*/ 116 w 353"/>
              <a:gd name="T59" fmla="*/ 163 h 353"/>
              <a:gd name="T60" fmla="*/ 113 w 353"/>
              <a:gd name="T61" fmla="*/ 174 h 353"/>
              <a:gd name="T62" fmla="*/ 120 w 353"/>
              <a:gd name="T63" fmla="*/ 176 h 353"/>
              <a:gd name="T64" fmla="*/ 125 w 353"/>
              <a:gd name="T65" fmla="*/ 181 h 353"/>
              <a:gd name="T66" fmla="*/ 120 w 353"/>
              <a:gd name="T67" fmla="*/ 199 h 353"/>
              <a:gd name="T68" fmla="*/ 121 w 353"/>
              <a:gd name="T69" fmla="*/ 200 h 353"/>
              <a:gd name="T70" fmla="*/ 120 w 353"/>
              <a:gd name="T71" fmla="*/ 200 h 353"/>
              <a:gd name="T72" fmla="*/ 114 w 353"/>
              <a:gd name="T73" fmla="*/ 225 h 353"/>
              <a:gd name="T74" fmla="*/ 109 w 353"/>
              <a:gd name="T75" fmla="*/ 227 h 353"/>
              <a:gd name="T76" fmla="*/ 102 w 353"/>
              <a:gd name="T77" fmla="*/ 226 h 353"/>
              <a:gd name="T78" fmla="*/ 96 w 353"/>
              <a:gd name="T79" fmla="*/ 237 h 353"/>
              <a:gd name="T80" fmla="*/ 110 w 353"/>
              <a:gd name="T81" fmla="*/ 240 h 353"/>
              <a:gd name="T82" fmla="*/ 117 w 353"/>
              <a:gd name="T83" fmla="*/ 242 h 353"/>
              <a:gd name="T84" fmla="*/ 113 w 353"/>
              <a:gd name="T85" fmla="*/ 258 h 353"/>
              <a:gd name="T86" fmla="*/ 123 w 353"/>
              <a:gd name="T87" fmla="*/ 260 h 353"/>
              <a:gd name="T88" fmla="*/ 127 w 353"/>
              <a:gd name="T89" fmla="*/ 244 h 353"/>
              <a:gd name="T90" fmla="*/ 135 w 353"/>
              <a:gd name="T91" fmla="*/ 246 h 353"/>
              <a:gd name="T92" fmla="*/ 131 w 353"/>
              <a:gd name="T93" fmla="*/ 262 h 353"/>
              <a:gd name="T94" fmla="*/ 141 w 353"/>
              <a:gd name="T95" fmla="*/ 265 h 353"/>
              <a:gd name="T96" fmla="*/ 145 w 353"/>
              <a:gd name="T97" fmla="*/ 249 h 353"/>
              <a:gd name="T98" fmla="*/ 181 w 353"/>
              <a:gd name="T99" fmla="*/ 235 h 353"/>
              <a:gd name="T100" fmla="*/ 172 w 353"/>
              <a:gd name="T101" fmla="*/ 212 h 353"/>
              <a:gd name="T102" fmla="*/ 185 w 353"/>
              <a:gd name="T103" fmla="*/ 197 h 353"/>
              <a:gd name="T104" fmla="*/ 164 w 353"/>
              <a:gd name="T105" fmla="*/ 175 h 353"/>
              <a:gd name="T106" fmla="*/ 161 w 353"/>
              <a:gd name="T107" fmla="*/ 229 h 353"/>
              <a:gd name="T108" fmla="*/ 130 w 353"/>
              <a:gd name="T109" fmla="*/ 233 h 353"/>
              <a:gd name="T110" fmla="*/ 136 w 353"/>
              <a:gd name="T111" fmla="*/ 211 h 353"/>
              <a:gd name="T112" fmla="*/ 161 w 353"/>
              <a:gd name="T113" fmla="*/ 229 h 353"/>
              <a:gd name="T114" fmla="*/ 165 w 353"/>
              <a:gd name="T115" fmla="*/ 197 h 353"/>
              <a:gd name="T116" fmla="*/ 138 w 353"/>
              <a:gd name="T117" fmla="*/ 201 h 353"/>
              <a:gd name="T118" fmla="*/ 143 w 353"/>
              <a:gd name="T119" fmla="*/ 182 h 353"/>
              <a:gd name="T120" fmla="*/ 165 w 353"/>
              <a:gd name="T121" fmla="*/ 197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353" h="353">
                <a:moveTo>
                  <a:pt x="209" y="0"/>
                </a:moveTo>
                <a:cubicBezTo>
                  <a:pt x="162" y="0"/>
                  <a:pt x="121" y="22"/>
                  <a:pt x="95" y="56"/>
                </a:cubicBezTo>
                <a:cubicBezTo>
                  <a:pt x="104" y="53"/>
                  <a:pt x="113" y="51"/>
                  <a:pt x="122" y="50"/>
                </a:cubicBezTo>
                <a:cubicBezTo>
                  <a:pt x="145" y="29"/>
                  <a:pt x="176" y="16"/>
                  <a:pt x="209" y="16"/>
                </a:cubicBezTo>
                <a:cubicBezTo>
                  <a:pt x="280" y="16"/>
                  <a:pt x="337" y="73"/>
                  <a:pt x="337" y="144"/>
                </a:cubicBezTo>
                <a:cubicBezTo>
                  <a:pt x="337" y="178"/>
                  <a:pt x="324" y="208"/>
                  <a:pt x="304" y="231"/>
                </a:cubicBezTo>
                <a:cubicBezTo>
                  <a:pt x="302" y="240"/>
                  <a:pt x="300" y="250"/>
                  <a:pt x="297" y="258"/>
                </a:cubicBezTo>
                <a:cubicBezTo>
                  <a:pt x="331" y="232"/>
                  <a:pt x="353" y="191"/>
                  <a:pt x="353" y="144"/>
                </a:cubicBezTo>
                <a:cubicBezTo>
                  <a:pt x="353" y="64"/>
                  <a:pt x="289" y="0"/>
                  <a:pt x="209" y="0"/>
                </a:cubicBezTo>
                <a:moveTo>
                  <a:pt x="145" y="64"/>
                </a:moveTo>
                <a:cubicBezTo>
                  <a:pt x="65" y="64"/>
                  <a:pt x="0" y="129"/>
                  <a:pt x="0" y="209"/>
                </a:cubicBezTo>
                <a:cubicBezTo>
                  <a:pt x="0" y="288"/>
                  <a:pt x="65" y="353"/>
                  <a:pt x="145" y="353"/>
                </a:cubicBezTo>
                <a:cubicBezTo>
                  <a:pt x="225" y="353"/>
                  <a:pt x="289" y="288"/>
                  <a:pt x="289" y="209"/>
                </a:cubicBezTo>
                <a:cubicBezTo>
                  <a:pt x="289" y="129"/>
                  <a:pt x="225" y="64"/>
                  <a:pt x="145" y="64"/>
                </a:cubicBezTo>
                <a:moveTo>
                  <a:pt x="145" y="337"/>
                </a:moveTo>
                <a:cubicBezTo>
                  <a:pt x="74" y="337"/>
                  <a:pt x="16" y="279"/>
                  <a:pt x="16" y="209"/>
                </a:cubicBezTo>
                <a:cubicBezTo>
                  <a:pt x="16" y="138"/>
                  <a:pt x="74" y="80"/>
                  <a:pt x="145" y="80"/>
                </a:cubicBezTo>
                <a:cubicBezTo>
                  <a:pt x="216" y="80"/>
                  <a:pt x="273" y="138"/>
                  <a:pt x="273" y="209"/>
                </a:cubicBezTo>
                <a:cubicBezTo>
                  <a:pt x="273" y="279"/>
                  <a:pt x="216" y="337"/>
                  <a:pt x="145" y="337"/>
                </a:cubicBezTo>
                <a:moveTo>
                  <a:pt x="164" y="175"/>
                </a:moveTo>
                <a:cubicBezTo>
                  <a:pt x="168" y="159"/>
                  <a:pt x="168" y="159"/>
                  <a:pt x="168" y="159"/>
                </a:cubicBezTo>
                <a:cubicBezTo>
                  <a:pt x="158" y="157"/>
                  <a:pt x="158" y="157"/>
                  <a:pt x="158" y="157"/>
                </a:cubicBezTo>
                <a:cubicBezTo>
                  <a:pt x="154" y="172"/>
                  <a:pt x="154" y="172"/>
                  <a:pt x="154" y="172"/>
                </a:cubicBezTo>
                <a:cubicBezTo>
                  <a:pt x="152" y="172"/>
                  <a:pt x="149" y="171"/>
                  <a:pt x="146" y="170"/>
                </a:cubicBezTo>
                <a:cubicBezTo>
                  <a:pt x="150" y="155"/>
                  <a:pt x="150" y="155"/>
                  <a:pt x="150" y="155"/>
                </a:cubicBezTo>
                <a:cubicBezTo>
                  <a:pt x="140" y="152"/>
                  <a:pt x="140" y="152"/>
                  <a:pt x="140" y="152"/>
                </a:cubicBezTo>
                <a:cubicBezTo>
                  <a:pt x="136" y="168"/>
                  <a:pt x="136" y="168"/>
                  <a:pt x="136" y="168"/>
                </a:cubicBezTo>
                <a:cubicBezTo>
                  <a:pt x="134" y="168"/>
                  <a:pt x="132" y="167"/>
                  <a:pt x="129" y="167"/>
                </a:cubicBezTo>
                <a:cubicBezTo>
                  <a:pt x="129" y="167"/>
                  <a:pt x="129" y="167"/>
                  <a:pt x="129" y="167"/>
                </a:cubicBezTo>
                <a:cubicBezTo>
                  <a:pt x="116" y="163"/>
                  <a:pt x="116" y="163"/>
                  <a:pt x="116" y="163"/>
                </a:cubicBezTo>
                <a:cubicBezTo>
                  <a:pt x="113" y="174"/>
                  <a:pt x="113" y="174"/>
                  <a:pt x="113" y="174"/>
                </a:cubicBezTo>
                <a:cubicBezTo>
                  <a:pt x="113" y="174"/>
                  <a:pt x="120" y="175"/>
                  <a:pt x="120" y="176"/>
                </a:cubicBezTo>
                <a:cubicBezTo>
                  <a:pt x="124" y="177"/>
                  <a:pt x="125" y="179"/>
                  <a:pt x="125" y="181"/>
                </a:cubicBezTo>
                <a:cubicBezTo>
                  <a:pt x="120" y="199"/>
                  <a:pt x="120" y="199"/>
                  <a:pt x="120" y="199"/>
                </a:cubicBezTo>
                <a:cubicBezTo>
                  <a:pt x="120" y="200"/>
                  <a:pt x="121" y="200"/>
                  <a:pt x="121" y="200"/>
                </a:cubicBezTo>
                <a:cubicBezTo>
                  <a:pt x="121" y="200"/>
                  <a:pt x="121" y="200"/>
                  <a:pt x="120" y="200"/>
                </a:cubicBezTo>
                <a:cubicBezTo>
                  <a:pt x="114" y="225"/>
                  <a:pt x="114" y="225"/>
                  <a:pt x="114" y="225"/>
                </a:cubicBezTo>
                <a:cubicBezTo>
                  <a:pt x="113" y="226"/>
                  <a:pt x="112" y="228"/>
                  <a:pt x="109" y="227"/>
                </a:cubicBezTo>
                <a:cubicBezTo>
                  <a:pt x="109" y="228"/>
                  <a:pt x="102" y="226"/>
                  <a:pt x="102" y="226"/>
                </a:cubicBezTo>
                <a:cubicBezTo>
                  <a:pt x="96" y="237"/>
                  <a:pt x="96" y="237"/>
                  <a:pt x="96" y="237"/>
                </a:cubicBezTo>
                <a:cubicBezTo>
                  <a:pt x="110" y="240"/>
                  <a:pt x="110" y="240"/>
                  <a:pt x="110" y="240"/>
                </a:cubicBezTo>
                <a:cubicBezTo>
                  <a:pt x="112" y="241"/>
                  <a:pt x="115" y="241"/>
                  <a:pt x="117" y="242"/>
                </a:cubicBezTo>
                <a:cubicBezTo>
                  <a:pt x="113" y="258"/>
                  <a:pt x="113" y="258"/>
                  <a:pt x="113" y="258"/>
                </a:cubicBezTo>
                <a:cubicBezTo>
                  <a:pt x="123" y="260"/>
                  <a:pt x="123" y="260"/>
                  <a:pt x="123" y="260"/>
                </a:cubicBezTo>
                <a:cubicBezTo>
                  <a:pt x="127" y="244"/>
                  <a:pt x="127" y="244"/>
                  <a:pt x="127" y="244"/>
                </a:cubicBezTo>
                <a:cubicBezTo>
                  <a:pt x="130" y="245"/>
                  <a:pt x="132" y="246"/>
                  <a:pt x="135" y="246"/>
                </a:cubicBezTo>
                <a:cubicBezTo>
                  <a:pt x="131" y="262"/>
                  <a:pt x="131" y="262"/>
                  <a:pt x="131" y="262"/>
                </a:cubicBezTo>
                <a:cubicBezTo>
                  <a:pt x="141" y="265"/>
                  <a:pt x="141" y="265"/>
                  <a:pt x="141" y="265"/>
                </a:cubicBezTo>
                <a:cubicBezTo>
                  <a:pt x="145" y="249"/>
                  <a:pt x="145" y="249"/>
                  <a:pt x="145" y="249"/>
                </a:cubicBezTo>
                <a:cubicBezTo>
                  <a:pt x="163" y="252"/>
                  <a:pt x="176" y="250"/>
                  <a:pt x="181" y="235"/>
                </a:cubicBezTo>
                <a:cubicBezTo>
                  <a:pt x="185" y="223"/>
                  <a:pt x="181" y="216"/>
                  <a:pt x="172" y="212"/>
                </a:cubicBezTo>
                <a:cubicBezTo>
                  <a:pt x="178" y="210"/>
                  <a:pt x="183" y="206"/>
                  <a:pt x="185" y="197"/>
                </a:cubicBezTo>
                <a:cubicBezTo>
                  <a:pt x="186" y="186"/>
                  <a:pt x="177" y="179"/>
                  <a:pt x="164" y="175"/>
                </a:cubicBezTo>
                <a:moveTo>
                  <a:pt x="161" y="229"/>
                </a:moveTo>
                <a:cubicBezTo>
                  <a:pt x="158" y="241"/>
                  <a:pt x="137" y="234"/>
                  <a:pt x="130" y="233"/>
                </a:cubicBezTo>
                <a:cubicBezTo>
                  <a:pt x="136" y="211"/>
                  <a:pt x="136" y="211"/>
                  <a:pt x="136" y="211"/>
                </a:cubicBezTo>
                <a:cubicBezTo>
                  <a:pt x="143" y="213"/>
                  <a:pt x="165" y="216"/>
                  <a:pt x="161" y="229"/>
                </a:cubicBezTo>
                <a:moveTo>
                  <a:pt x="165" y="197"/>
                </a:moveTo>
                <a:cubicBezTo>
                  <a:pt x="162" y="208"/>
                  <a:pt x="144" y="203"/>
                  <a:pt x="138" y="201"/>
                </a:cubicBezTo>
                <a:cubicBezTo>
                  <a:pt x="143" y="182"/>
                  <a:pt x="143" y="182"/>
                  <a:pt x="143" y="182"/>
                </a:cubicBezTo>
                <a:cubicBezTo>
                  <a:pt x="149" y="183"/>
                  <a:pt x="168" y="186"/>
                  <a:pt x="165" y="197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3" name="Freeform 43"/>
          <p:cNvSpPr>
            <a:spLocks noEditPoints="1"/>
          </p:cNvSpPr>
          <p:nvPr/>
        </p:nvSpPr>
        <p:spPr bwMode="auto">
          <a:xfrm>
            <a:off x="9690101" y="4385735"/>
            <a:ext cx="579967" cy="317500"/>
          </a:xfrm>
          <a:custGeom>
            <a:avLst/>
            <a:gdLst>
              <a:gd name="T0" fmla="*/ 72 w 353"/>
              <a:gd name="T1" fmla="*/ 32 h 193"/>
              <a:gd name="T2" fmla="*/ 72 w 353"/>
              <a:gd name="T3" fmla="*/ 48 h 193"/>
              <a:gd name="T4" fmla="*/ 96 w 353"/>
              <a:gd name="T5" fmla="*/ 40 h 193"/>
              <a:gd name="T6" fmla="*/ 176 w 353"/>
              <a:gd name="T7" fmla="*/ 32 h 193"/>
              <a:gd name="T8" fmla="*/ 176 w 353"/>
              <a:gd name="T9" fmla="*/ 161 h 193"/>
              <a:gd name="T10" fmla="*/ 176 w 353"/>
              <a:gd name="T11" fmla="*/ 32 h 193"/>
              <a:gd name="T12" fmla="*/ 197 w 353"/>
              <a:gd name="T13" fmla="*/ 131 h 193"/>
              <a:gd name="T14" fmla="*/ 179 w 353"/>
              <a:gd name="T15" fmla="*/ 137 h 193"/>
              <a:gd name="T16" fmla="*/ 173 w 353"/>
              <a:gd name="T17" fmla="*/ 145 h 193"/>
              <a:gd name="T18" fmla="*/ 163 w 353"/>
              <a:gd name="T19" fmla="*/ 135 h 193"/>
              <a:gd name="T20" fmla="*/ 150 w 353"/>
              <a:gd name="T21" fmla="*/ 122 h 193"/>
              <a:gd name="T22" fmla="*/ 160 w 353"/>
              <a:gd name="T23" fmla="*/ 112 h 193"/>
              <a:gd name="T24" fmla="*/ 173 w 353"/>
              <a:gd name="T25" fmla="*/ 127 h 193"/>
              <a:gd name="T26" fmla="*/ 165 w 353"/>
              <a:gd name="T27" fmla="*/ 98 h 193"/>
              <a:gd name="T28" fmla="*/ 152 w 353"/>
              <a:gd name="T29" fmla="*/ 87 h 193"/>
              <a:gd name="T30" fmla="*/ 151 w 353"/>
              <a:gd name="T31" fmla="*/ 68 h 193"/>
              <a:gd name="T32" fmla="*/ 165 w 353"/>
              <a:gd name="T33" fmla="*/ 57 h 193"/>
              <a:gd name="T34" fmla="*/ 173 w 353"/>
              <a:gd name="T35" fmla="*/ 48 h 193"/>
              <a:gd name="T36" fmla="*/ 179 w 353"/>
              <a:gd name="T37" fmla="*/ 55 h 193"/>
              <a:gd name="T38" fmla="*/ 195 w 353"/>
              <a:gd name="T39" fmla="*/ 61 h 193"/>
              <a:gd name="T40" fmla="*/ 202 w 353"/>
              <a:gd name="T41" fmla="*/ 77 h 193"/>
              <a:gd name="T42" fmla="*/ 187 w 353"/>
              <a:gd name="T43" fmla="*/ 68 h 193"/>
              <a:gd name="T44" fmla="*/ 179 w 353"/>
              <a:gd name="T45" fmla="*/ 88 h 193"/>
              <a:gd name="T46" fmla="*/ 196 w 353"/>
              <a:gd name="T47" fmla="*/ 96 h 193"/>
              <a:gd name="T48" fmla="*/ 204 w 353"/>
              <a:gd name="T49" fmla="*/ 113 h 193"/>
              <a:gd name="T50" fmla="*/ 337 w 353"/>
              <a:gd name="T51" fmla="*/ 0 h 193"/>
              <a:gd name="T52" fmla="*/ 0 w 353"/>
              <a:gd name="T53" fmla="*/ 16 h 193"/>
              <a:gd name="T54" fmla="*/ 16 w 353"/>
              <a:gd name="T55" fmla="*/ 193 h 193"/>
              <a:gd name="T56" fmla="*/ 353 w 353"/>
              <a:gd name="T57" fmla="*/ 177 h 193"/>
              <a:gd name="T58" fmla="*/ 337 w 353"/>
              <a:gd name="T59" fmla="*/ 0 h 193"/>
              <a:gd name="T60" fmla="*/ 32 w 353"/>
              <a:gd name="T61" fmla="*/ 24 h 193"/>
              <a:gd name="T62" fmla="*/ 16 w 353"/>
              <a:gd name="T63" fmla="*/ 24 h 193"/>
              <a:gd name="T64" fmla="*/ 24 w 353"/>
              <a:gd name="T65" fmla="*/ 177 h 193"/>
              <a:gd name="T66" fmla="*/ 24 w 353"/>
              <a:gd name="T67" fmla="*/ 161 h 193"/>
              <a:gd name="T68" fmla="*/ 24 w 353"/>
              <a:gd name="T69" fmla="*/ 177 h 193"/>
              <a:gd name="T70" fmla="*/ 321 w 353"/>
              <a:gd name="T71" fmla="*/ 169 h 193"/>
              <a:gd name="T72" fmla="*/ 337 w 353"/>
              <a:gd name="T73" fmla="*/ 169 h 193"/>
              <a:gd name="T74" fmla="*/ 337 w 353"/>
              <a:gd name="T75" fmla="*/ 146 h 193"/>
              <a:gd name="T76" fmla="*/ 305 w 353"/>
              <a:gd name="T77" fmla="*/ 169 h 193"/>
              <a:gd name="T78" fmla="*/ 46 w 353"/>
              <a:gd name="T79" fmla="*/ 177 h 193"/>
              <a:gd name="T80" fmla="*/ 24 w 353"/>
              <a:gd name="T81" fmla="*/ 145 h 193"/>
              <a:gd name="T82" fmla="*/ 16 w 353"/>
              <a:gd name="T83" fmla="*/ 47 h 193"/>
              <a:gd name="T84" fmla="*/ 48 w 353"/>
              <a:gd name="T85" fmla="*/ 24 h 193"/>
              <a:gd name="T86" fmla="*/ 306 w 353"/>
              <a:gd name="T87" fmla="*/ 16 h 193"/>
              <a:gd name="T88" fmla="*/ 329 w 353"/>
              <a:gd name="T89" fmla="*/ 48 h 193"/>
              <a:gd name="T90" fmla="*/ 337 w 353"/>
              <a:gd name="T91" fmla="*/ 146 h 193"/>
              <a:gd name="T92" fmla="*/ 321 w 353"/>
              <a:gd name="T93" fmla="*/ 24 h 193"/>
              <a:gd name="T94" fmla="*/ 337 w 353"/>
              <a:gd name="T95" fmla="*/ 24 h 193"/>
              <a:gd name="T96" fmla="*/ 162 w 353"/>
              <a:gd name="T97" fmla="*/ 76 h 193"/>
              <a:gd name="T98" fmla="*/ 166 w 353"/>
              <a:gd name="T99" fmla="*/ 84 h 193"/>
              <a:gd name="T100" fmla="*/ 173 w 353"/>
              <a:gd name="T101" fmla="*/ 87 h 193"/>
              <a:gd name="T102" fmla="*/ 165 w 353"/>
              <a:gd name="T103" fmla="*/ 68 h 193"/>
              <a:gd name="T104" fmla="*/ 281 w 353"/>
              <a:gd name="T105" fmla="*/ 145 h 193"/>
              <a:gd name="T106" fmla="*/ 256 w 353"/>
              <a:gd name="T107" fmla="*/ 153 h 193"/>
              <a:gd name="T108" fmla="*/ 281 w 353"/>
              <a:gd name="T109" fmla="*/ 161 h 193"/>
              <a:gd name="T110" fmla="*/ 281 w 353"/>
              <a:gd name="T111" fmla="*/ 145 h 193"/>
              <a:gd name="T112" fmla="*/ 183 w 353"/>
              <a:gd name="T113" fmla="*/ 103 h 193"/>
              <a:gd name="T114" fmla="*/ 179 w 353"/>
              <a:gd name="T115" fmla="*/ 127 h 193"/>
              <a:gd name="T116" fmla="*/ 192 w 353"/>
              <a:gd name="T117" fmla="*/ 114 h 193"/>
              <a:gd name="T118" fmla="*/ 188 w 353"/>
              <a:gd name="T119" fmla="*/ 106 h 1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353" h="193">
                <a:moveTo>
                  <a:pt x="88" y="32"/>
                </a:moveTo>
                <a:cubicBezTo>
                  <a:pt x="72" y="32"/>
                  <a:pt x="72" y="32"/>
                  <a:pt x="72" y="32"/>
                </a:cubicBezTo>
                <a:cubicBezTo>
                  <a:pt x="67" y="32"/>
                  <a:pt x="64" y="36"/>
                  <a:pt x="64" y="40"/>
                </a:cubicBezTo>
                <a:cubicBezTo>
                  <a:pt x="64" y="45"/>
                  <a:pt x="67" y="48"/>
                  <a:pt x="72" y="48"/>
                </a:cubicBezTo>
                <a:cubicBezTo>
                  <a:pt x="88" y="48"/>
                  <a:pt x="88" y="48"/>
                  <a:pt x="88" y="48"/>
                </a:cubicBezTo>
                <a:cubicBezTo>
                  <a:pt x="92" y="48"/>
                  <a:pt x="96" y="45"/>
                  <a:pt x="96" y="40"/>
                </a:cubicBezTo>
                <a:cubicBezTo>
                  <a:pt x="96" y="36"/>
                  <a:pt x="92" y="32"/>
                  <a:pt x="88" y="32"/>
                </a:cubicBezTo>
                <a:moveTo>
                  <a:pt x="176" y="32"/>
                </a:moveTo>
                <a:cubicBezTo>
                  <a:pt x="141" y="32"/>
                  <a:pt x="112" y="61"/>
                  <a:pt x="112" y="96"/>
                </a:cubicBezTo>
                <a:cubicBezTo>
                  <a:pt x="112" y="132"/>
                  <a:pt x="141" y="161"/>
                  <a:pt x="176" y="161"/>
                </a:cubicBezTo>
                <a:cubicBezTo>
                  <a:pt x="212" y="161"/>
                  <a:pt x="240" y="132"/>
                  <a:pt x="240" y="96"/>
                </a:cubicBezTo>
                <a:cubicBezTo>
                  <a:pt x="240" y="61"/>
                  <a:pt x="212" y="32"/>
                  <a:pt x="176" y="32"/>
                </a:cubicBezTo>
                <a:moveTo>
                  <a:pt x="202" y="123"/>
                </a:moveTo>
                <a:cubicBezTo>
                  <a:pt x="201" y="126"/>
                  <a:pt x="199" y="129"/>
                  <a:pt x="197" y="131"/>
                </a:cubicBezTo>
                <a:cubicBezTo>
                  <a:pt x="194" y="133"/>
                  <a:pt x="192" y="134"/>
                  <a:pt x="189" y="135"/>
                </a:cubicBezTo>
                <a:cubicBezTo>
                  <a:pt x="185" y="136"/>
                  <a:pt x="183" y="137"/>
                  <a:pt x="179" y="137"/>
                </a:cubicBezTo>
                <a:cubicBezTo>
                  <a:pt x="179" y="145"/>
                  <a:pt x="179" y="145"/>
                  <a:pt x="179" y="145"/>
                </a:cubicBezTo>
                <a:cubicBezTo>
                  <a:pt x="173" y="145"/>
                  <a:pt x="173" y="145"/>
                  <a:pt x="173" y="145"/>
                </a:cubicBezTo>
                <a:cubicBezTo>
                  <a:pt x="173" y="137"/>
                  <a:pt x="173" y="137"/>
                  <a:pt x="173" y="137"/>
                </a:cubicBezTo>
                <a:cubicBezTo>
                  <a:pt x="169" y="137"/>
                  <a:pt x="166" y="136"/>
                  <a:pt x="163" y="135"/>
                </a:cubicBezTo>
                <a:cubicBezTo>
                  <a:pt x="160" y="134"/>
                  <a:pt x="157" y="132"/>
                  <a:pt x="155" y="130"/>
                </a:cubicBezTo>
                <a:cubicBezTo>
                  <a:pt x="153" y="128"/>
                  <a:pt x="151" y="125"/>
                  <a:pt x="150" y="122"/>
                </a:cubicBezTo>
                <a:cubicBezTo>
                  <a:pt x="148" y="119"/>
                  <a:pt x="148" y="116"/>
                  <a:pt x="148" y="112"/>
                </a:cubicBezTo>
                <a:cubicBezTo>
                  <a:pt x="160" y="112"/>
                  <a:pt x="160" y="112"/>
                  <a:pt x="160" y="112"/>
                </a:cubicBezTo>
                <a:cubicBezTo>
                  <a:pt x="160" y="116"/>
                  <a:pt x="161" y="120"/>
                  <a:pt x="163" y="123"/>
                </a:cubicBezTo>
                <a:cubicBezTo>
                  <a:pt x="165" y="126"/>
                  <a:pt x="168" y="127"/>
                  <a:pt x="173" y="127"/>
                </a:cubicBezTo>
                <a:cubicBezTo>
                  <a:pt x="173" y="101"/>
                  <a:pt x="173" y="101"/>
                  <a:pt x="173" y="101"/>
                </a:cubicBezTo>
                <a:cubicBezTo>
                  <a:pt x="170" y="100"/>
                  <a:pt x="168" y="99"/>
                  <a:pt x="165" y="98"/>
                </a:cubicBezTo>
                <a:cubicBezTo>
                  <a:pt x="162" y="97"/>
                  <a:pt x="160" y="95"/>
                  <a:pt x="157" y="94"/>
                </a:cubicBezTo>
                <a:cubicBezTo>
                  <a:pt x="155" y="92"/>
                  <a:pt x="153" y="90"/>
                  <a:pt x="152" y="87"/>
                </a:cubicBezTo>
                <a:cubicBezTo>
                  <a:pt x="150" y="84"/>
                  <a:pt x="149" y="81"/>
                  <a:pt x="149" y="77"/>
                </a:cubicBezTo>
                <a:cubicBezTo>
                  <a:pt x="149" y="73"/>
                  <a:pt x="150" y="70"/>
                  <a:pt x="151" y="68"/>
                </a:cubicBezTo>
                <a:cubicBezTo>
                  <a:pt x="153" y="65"/>
                  <a:pt x="155" y="63"/>
                  <a:pt x="157" y="61"/>
                </a:cubicBezTo>
                <a:cubicBezTo>
                  <a:pt x="159" y="59"/>
                  <a:pt x="162" y="58"/>
                  <a:pt x="165" y="57"/>
                </a:cubicBezTo>
                <a:cubicBezTo>
                  <a:pt x="168" y="56"/>
                  <a:pt x="170" y="55"/>
                  <a:pt x="173" y="55"/>
                </a:cubicBezTo>
                <a:cubicBezTo>
                  <a:pt x="173" y="48"/>
                  <a:pt x="173" y="48"/>
                  <a:pt x="173" y="48"/>
                </a:cubicBezTo>
                <a:cubicBezTo>
                  <a:pt x="179" y="48"/>
                  <a:pt x="179" y="48"/>
                  <a:pt x="179" y="48"/>
                </a:cubicBezTo>
                <a:cubicBezTo>
                  <a:pt x="179" y="55"/>
                  <a:pt x="179" y="55"/>
                  <a:pt x="179" y="55"/>
                </a:cubicBezTo>
                <a:cubicBezTo>
                  <a:pt x="183" y="55"/>
                  <a:pt x="185" y="56"/>
                  <a:pt x="188" y="57"/>
                </a:cubicBezTo>
                <a:cubicBezTo>
                  <a:pt x="191" y="58"/>
                  <a:pt x="193" y="59"/>
                  <a:pt x="195" y="61"/>
                </a:cubicBezTo>
                <a:cubicBezTo>
                  <a:pt x="197" y="62"/>
                  <a:pt x="199" y="65"/>
                  <a:pt x="200" y="67"/>
                </a:cubicBezTo>
                <a:cubicBezTo>
                  <a:pt x="202" y="70"/>
                  <a:pt x="202" y="73"/>
                  <a:pt x="202" y="77"/>
                </a:cubicBezTo>
                <a:cubicBezTo>
                  <a:pt x="190" y="77"/>
                  <a:pt x="190" y="77"/>
                  <a:pt x="190" y="77"/>
                </a:cubicBezTo>
                <a:cubicBezTo>
                  <a:pt x="190" y="73"/>
                  <a:pt x="189" y="70"/>
                  <a:pt x="187" y="68"/>
                </a:cubicBezTo>
                <a:cubicBezTo>
                  <a:pt x="185" y="66"/>
                  <a:pt x="183" y="65"/>
                  <a:pt x="179" y="65"/>
                </a:cubicBezTo>
                <a:cubicBezTo>
                  <a:pt x="179" y="88"/>
                  <a:pt x="179" y="88"/>
                  <a:pt x="179" y="88"/>
                </a:cubicBezTo>
                <a:cubicBezTo>
                  <a:pt x="183" y="89"/>
                  <a:pt x="185" y="90"/>
                  <a:pt x="188" y="91"/>
                </a:cubicBezTo>
                <a:cubicBezTo>
                  <a:pt x="191" y="93"/>
                  <a:pt x="194" y="94"/>
                  <a:pt x="196" y="96"/>
                </a:cubicBezTo>
                <a:cubicBezTo>
                  <a:pt x="199" y="98"/>
                  <a:pt x="200" y="100"/>
                  <a:pt x="202" y="103"/>
                </a:cubicBezTo>
                <a:cubicBezTo>
                  <a:pt x="203" y="105"/>
                  <a:pt x="204" y="109"/>
                  <a:pt x="204" y="113"/>
                </a:cubicBezTo>
                <a:cubicBezTo>
                  <a:pt x="204" y="117"/>
                  <a:pt x="203" y="120"/>
                  <a:pt x="202" y="123"/>
                </a:cubicBezTo>
                <a:moveTo>
                  <a:pt x="337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177"/>
                  <a:pt x="0" y="177"/>
                  <a:pt x="0" y="177"/>
                </a:cubicBezTo>
                <a:cubicBezTo>
                  <a:pt x="0" y="186"/>
                  <a:pt x="7" y="193"/>
                  <a:pt x="16" y="193"/>
                </a:cubicBezTo>
                <a:cubicBezTo>
                  <a:pt x="337" y="193"/>
                  <a:pt x="337" y="193"/>
                  <a:pt x="337" y="193"/>
                </a:cubicBezTo>
                <a:cubicBezTo>
                  <a:pt x="346" y="193"/>
                  <a:pt x="353" y="186"/>
                  <a:pt x="353" y="177"/>
                </a:cubicBezTo>
                <a:cubicBezTo>
                  <a:pt x="353" y="16"/>
                  <a:pt x="353" y="16"/>
                  <a:pt x="353" y="16"/>
                </a:cubicBezTo>
                <a:cubicBezTo>
                  <a:pt x="353" y="7"/>
                  <a:pt x="346" y="0"/>
                  <a:pt x="337" y="0"/>
                </a:cubicBezTo>
                <a:moveTo>
                  <a:pt x="24" y="16"/>
                </a:moveTo>
                <a:cubicBezTo>
                  <a:pt x="28" y="16"/>
                  <a:pt x="32" y="20"/>
                  <a:pt x="32" y="24"/>
                </a:cubicBezTo>
                <a:cubicBezTo>
                  <a:pt x="32" y="29"/>
                  <a:pt x="28" y="32"/>
                  <a:pt x="24" y="32"/>
                </a:cubicBezTo>
                <a:cubicBezTo>
                  <a:pt x="19" y="32"/>
                  <a:pt x="16" y="29"/>
                  <a:pt x="16" y="24"/>
                </a:cubicBezTo>
                <a:cubicBezTo>
                  <a:pt x="16" y="20"/>
                  <a:pt x="19" y="16"/>
                  <a:pt x="24" y="16"/>
                </a:cubicBezTo>
                <a:moveTo>
                  <a:pt x="24" y="177"/>
                </a:moveTo>
                <a:cubicBezTo>
                  <a:pt x="19" y="177"/>
                  <a:pt x="16" y="173"/>
                  <a:pt x="16" y="169"/>
                </a:cubicBezTo>
                <a:cubicBezTo>
                  <a:pt x="16" y="164"/>
                  <a:pt x="19" y="161"/>
                  <a:pt x="24" y="161"/>
                </a:cubicBezTo>
                <a:cubicBezTo>
                  <a:pt x="28" y="161"/>
                  <a:pt x="32" y="164"/>
                  <a:pt x="32" y="169"/>
                </a:cubicBezTo>
                <a:cubicBezTo>
                  <a:pt x="32" y="173"/>
                  <a:pt x="28" y="177"/>
                  <a:pt x="24" y="177"/>
                </a:cubicBezTo>
                <a:moveTo>
                  <a:pt x="329" y="177"/>
                </a:moveTo>
                <a:cubicBezTo>
                  <a:pt x="324" y="177"/>
                  <a:pt x="321" y="173"/>
                  <a:pt x="321" y="169"/>
                </a:cubicBezTo>
                <a:cubicBezTo>
                  <a:pt x="321" y="164"/>
                  <a:pt x="324" y="161"/>
                  <a:pt x="329" y="161"/>
                </a:cubicBezTo>
                <a:cubicBezTo>
                  <a:pt x="333" y="161"/>
                  <a:pt x="337" y="164"/>
                  <a:pt x="337" y="169"/>
                </a:cubicBezTo>
                <a:cubicBezTo>
                  <a:pt x="337" y="173"/>
                  <a:pt x="333" y="177"/>
                  <a:pt x="329" y="177"/>
                </a:cubicBezTo>
                <a:moveTo>
                  <a:pt x="337" y="146"/>
                </a:moveTo>
                <a:cubicBezTo>
                  <a:pt x="334" y="145"/>
                  <a:pt x="332" y="145"/>
                  <a:pt x="329" y="145"/>
                </a:cubicBezTo>
                <a:cubicBezTo>
                  <a:pt x="315" y="145"/>
                  <a:pt x="305" y="155"/>
                  <a:pt x="305" y="169"/>
                </a:cubicBezTo>
                <a:cubicBezTo>
                  <a:pt x="305" y="171"/>
                  <a:pt x="305" y="174"/>
                  <a:pt x="306" y="177"/>
                </a:cubicBezTo>
                <a:cubicBezTo>
                  <a:pt x="46" y="177"/>
                  <a:pt x="46" y="177"/>
                  <a:pt x="46" y="177"/>
                </a:cubicBezTo>
                <a:cubicBezTo>
                  <a:pt x="47" y="174"/>
                  <a:pt x="48" y="171"/>
                  <a:pt x="48" y="169"/>
                </a:cubicBezTo>
                <a:cubicBezTo>
                  <a:pt x="48" y="155"/>
                  <a:pt x="37" y="145"/>
                  <a:pt x="24" y="145"/>
                </a:cubicBezTo>
                <a:cubicBezTo>
                  <a:pt x="21" y="145"/>
                  <a:pt x="18" y="145"/>
                  <a:pt x="16" y="146"/>
                </a:cubicBezTo>
                <a:cubicBezTo>
                  <a:pt x="16" y="47"/>
                  <a:pt x="16" y="47"/>
                  <a:pt x="16" y="47"/>
                </a:cubicBezTo>
                <a:cubicBezTo>
                  <a:pt x="18" y="48"/>
                  <a:pt x="21" y="48"/>
                  <a:pt x="24" y="48"/>
                </a:cubicBezTo>
                <a:cubicBezTo>
                  <a:pt x="37" y="48"/>
                  <a:pt x="48" y="37"/>
                  <a:pt x="48" y="24"/>
                </a:cubicBezTo>
                <a:cubicBezTo>
                  <a:pt x="48" y="21"/>
                  <a:pt x="47" y="19"/>
                  <a:pt x="46" y="16"/>
                </a:cubicBezTo>
                <a:cubicBezTo>
                  <a:pt x="306" y="16"/>
                  <a:pt x="306" y="16"/>
                  <a:pt x="306" y="16"/>
                </a:cubicBezTo>
                <a:cubicBezTo>
                  <a:pt x="305" y="19"/>
                  <a:pt x="305" y="21"/>
                  <a:pt x="305" y="24"/>
                </a:cubicBezTo>
                <a:cubicBezTo>
                  <a:pt x="305" y="37"/>
                  <a:pt x="315" y="48"/>
                  <a:pt x="329" y="48"/>
                </a:cubicBezTo>
                <a:cubicBezTo>
                  <a:pt x="332" y="48"/>
                  <a:pt x="334" y="48"/>
                  <a:pt x="337" y="47"/>
                </a:cubicBezTo>
                <a:lnTo>
                  <a:pt x="337" y="146"/>
                </a:lnTo>
                <a:close/>
                <a:moveTo>
                  <a:pt x="329" y="32"/>
                </a:moveTo>
                <a:cubicBezTo>
                  <a:pt x="324" y="32"/>
                  <a:pt x="321" y="29"/>
                  <a:pt x="321" y="24"/>
                </a:cubicBezTo>
                <a:cubicBezTo>
                  <a:pt x="321" y="20"/>
                  <a:pt x="324" y="16"/>
                  <a:pt x="329" y="16"/>
                </a:cubicBezTo>
                <a:cubicBezTo>
                  <a:pt x="333" y="16"/>
                  <a:pt x="337" y="20"/>
                  <a:pt x="337" y="24"/>
                </a:cubicBezTo>
                <a:cubicBezTo>
                  <a:pt x="337" y="29"/>
                  <a:pt x="333" y="32"/>
                  <a:pt x="329" y="32"/>
                </a:cubicBezTo>
                <a:moveTo>
                  <a:pt x="162" y="76"/>
                </a:moveTo>
                <a:cubicBezTo>
                  <a:pt x="162" y="78"/>
                  <a:pt x="162" y="79"/>
                  <a:pt x="163" y="80"/>
                </a:cubicBezTo>
                <a:cubicBezTo>
                  <a:pt x="164" y="82"/>
                  <a:pt x="164" y="83"/>
                  <a:pt x="166" y="84"/>
                </a:cubicBezTo>
                <a:cubicBezTo>
                  <a:pt x="167" y="84"/>
                  <a:pt x="168" y="85"/>
                  <a:pt x="169" y="86"/>
                </a:cubicBezTo>
                <a:cubicBezTo>
                  <a:pt x="171" y="86"/>
                  <a:pt x="171" y="87"/>
                  <a:pt x="173" y="87"/>
                </a:cubicBezTo>
                <a:cubicBezTo>
                  <a:pt x="173" y="65"/>
                  <a:pt x="173" y="65"/>
                  <a:pt x="173" y="65"/>
                </a:cubicBezTo>
                <a:cubicBezTo>
                  <a:pt x="169" y="65"/>
                  <a:pt x="167" y="66"/>
                  <a:pt x="165" y="68"/>
                </a:cubicBezTo>
                <a:cubicBezTo>
                  <a:pt x="163" y="69"/>
                  <a:pt x="162" y="72"/>
                  <a:pt x="162" y="76"/>
                </a:cubicBezTo>
                <a:moveTo>
                  <a:pt x="281" y="145"/>
                </a:moveTo>
                <a:cubicBezTo>
                  <a:pt x="264" y="145"/>
                  <a:pt x="264" y="145"/>
                  <a:pt x="264" y="145"/>
                </a:cubicBezTo>
                <a:cubicBezTo>
                  <a:pt x="260" y="145"/>
                  <a:pt x="256" y="148"/>
                  <a:pt x="256" y="153"/>
                </a:cubicBezTo>
                <a:cubicBezTo>
                  <a:pt x="256" y="157"/>
                  <a:pt x="260" y="161"/>
                  <a:pt x="264" y="161"/>
                </a:cubicBezTo>
                <a:cubicBezTo>
                  <a:pt x="281" y="161"/>
                  <a:pt x="281" y="161"/>
                  <a:pt x="281" y="161"/>
                </a:cubicBezTo>
                <a:cubicBezTo>
                  <a:pt x="285" y="161"/>
                  <a:pt x="289" y="157"/>
                  <a:pt x="289" y="153"/>
                </a:cubicBezTo>
                <a:cubicBezTo>
                  <a:pt x="289" y="148"/>
                  <a:pt x="285" y="145"/>
                  <a:pt x="281" y="145"/>
                </a:cubicBezTo>
                <a:moveTo>
                  <a:pt x="188" y="106"/>
                </a:moveTo>
                <a:cubicBezTo>
                  <a:pt x="186" y="105"/>
                  <a:pt x="185" y="104"/>
                  <a:pt x="183" y="103"/>
                </a:cubicBezTo>
                <a:cubicBezTo>
                  <a:pt x="182" y="103"/>
                  <a:pt x="181" y="102"/>
                  <a:pt x="179" y="102"/>
                </a:cubicBezTo>
                <a:cubicBezTo>
                  <a:pt x="179" y="127"/>
                  <a:pt x="179" y="127"/>
                  <a:pt x="179" y="127"/>
                </a:cubicBezTo>
                <a:cubicBezTo>
                  <a:pt x="183" y="127"/>
                  <a:pt x="186" y="126"/>
                  <a:pt x="188" y="124"/>
                </a:cubicBezTo>
                <a:cubicBezTo>
                  <a:pt x="191" y="122"/>
                  <a:pt x="192" y="119"/>
                  <a:pt x="192" y="114"/>
                </a:cubicBezTo>
                <a:cubicBezTo>
                  <a:pt x="192" y="112"/>
                  <a:pt x="191" y="111"/>
                  <a:pt x="191" y="109"/>
                </a:cubicBezTo>
                <a:cubicBezTo>
                  <a:pt x="190" y="108"/>
                  <a:pt x="189" y="107"/>
                  <a:pt x="188" y="106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4" name="Freeform 44"/>
          <p:cNvSpPr>
            <a:spLocks noEditPoints="1"/>
          </p:cNvSpPr>
          <p:nvPr/>
        </p:nvSpPr>
        <p:spPr bwMode="auto">
          <a:xfrm>
            <a:off x="10799234" y="4332818"/>
            <a:ext cx="579967" cy="423333"/>
          </a:xfrm>
          <a:custGeom>
            <a:avLst/>
            <a:gdLst>
              <a:gd name="T0" fmla="*/ 64 w 353"/>
              <a:gd name="T1" fmla="*/ 104 h 257"/>
              <a:gd name="T2" fmla="*/ 96 w 353"/>
              <a:gd name="T3" fmla="*/ 104 h 257"/>
              <a:gd name="T4" fmla="*/ 281 w 353"/>
              <a:gd name="T5" fmla="*/ 16 h 257"/>
              <a:gd name="T6" fmla="*/ 72 w 353"/>
              <a:gd name="T7" fmla="*/ 0 h 257"/>
              <a:gd name="T8" fmla="*/ 40 w 353"/>
              <a:gd name="T9" fmla="*/ 48 h 257"/>
              <a:gd name="T10" fmla="*/ 313 w 353"/>
              <a:gd name="T11" fmla="*/ 32 h 257"/>
              <a:gd name="T12" fmla="*/ 40 w 353"/>
              <a:gd name="T13" fmla="*/ 48 h 257"/>
              <a:gd name="T14" fmla="*/ 0 w 353"/>
              <a:gd name="T15" fmla="*/ 80 h 257"/>
              <a:gd name="T16" fmla="*/ 337 w 353"/>
              <a:gd name="T17" fmla="*/ 257 h 257"/>
              <a:gd name="T18" fmla="*/ 337 w 353"/>
              <a:gd name="T19" fmla="*/ 64 h 257"/>
              <a:gd name="T20" fmla="*/ 24 w 353"/>
              <a:gd name="T21" fmla="*/ 96 h 257"/>
              <a:gd name="T22" fmla="*/ 24 w 353"/>
              <a:gd name="T23" fmla="*/ 241 h 257"/>
              <a:gd name="T24" fmla="*/ 32 w 353"/>
              <a:gd name="T25" fmla="*/ 233 h 257"/>
              <a:gd name="T26" fmla="*/ 321 w 353"/>
              <a:gd name="T27" fmla="*/ 233 h 257"/>
              <a:gd name="T28" fmla="*/ 329 w 353"/>
              <a:gd name="T29" fmla="*/ 241 h 257"/>
              <a:gd name="T30" fmla="*/ 305 w 353"/>
              <a:gd name="T31" fmla="*/ 233 h 257"/>
              <a:gd name="T32" fmla="*/ 48 w 353"/>
              <a:gd name="T33" fmla="*/ 233 h 257"/>
              <a:gd name="T34" fmla="*/ 16 w 353"/>
              <a:gd name="T35" fmla="*/ 111 h 257"/>
              <a:gd name="T36" fmla="*/ 47 w 353"/>
              <a:gd name="T37" fmla="*/ 80 h 257"/>
              <a:gd name="T38" fmla="*/ 329 w 353"/>
              <a:gd name="T39" fmla="*/ 112 h 257"/>
              <a:gd name="T40" fmla="*/ 329 w 353"/>
              <a:gd name="T41" fmla="*/ 96 h 257"/>
              <a:gd name="T42" fmla="*/ 337 w 353"/>
              <a:gd name="T43" fmla="*/ 88 h 257"/>
              <a:gd name="T44" fmla="*/ 265 w 353"/>
              <a:gd name="T45" fmla="*/ 209 h 257"/>
              <a:gd name="T46" fmla="*/ 281 w 353"/>
              <a:gd name="T47" fmla="*/ 225 h 257"/>
              <a:gd name="T48" fmla="*/ 176 w 353"/>
              <a:gd name="T49" fmla="*/ 96 h 257"/>
              <a:gd name="T50" fmla="*/ 241 w 353"/>
              <a:gd name="T51" fmla="*/ 160 h 257"/>
              <a:gd name="T52" fmla="*/ 197 w 353"/>
              <a:gd name="T53" fmla="*/ 195 h 257"/>
              <a:gd name="T54" fmla="*/ 180 w 353"/>
              <a:gd name="T55" fmla="*/ 209 h 257"/>
              <a:gd name="T56" fmla="*/ 164 w 353"/>
              <a:gd name="T57" fmla="*/ 199 h 257"/>
              <a:gd name="T58" fmla="*/ 148 w 353"/>
              <a:gd name="T59" fmla="*/ 176 h 257"/>
              <a:gd name="T60" fmla="*/ 173 w 353"/>
              <a:gd name="T61" fmla="*/ 191 h 257"/>
              <a:gd name="T62" fmla="*/ 158 w 353"/>
              <a:gd name="T63" fmla="*/ 158 h 257"/>
              <a:gd name="T64" fmla="*/ 152 w 353"/>
              <a:gd name="T65" fmla="*/ 132 h 257"/>
              <a:gd name="T66" fmla="*/ 173 w 353"/>
              <a:gd name="T67" fmla="*/ 120 h 257"/>
              <a:gd name="T68" fmla="*/ 180 w 353"/>
              <a:gd name="T69" fmla="*/ 120 h 257"/>
              <a:gd name="T70" fmla="*/ 201 w 353"/>
              <a:gd name="T71" fmla="*/ 131 h 257"/>
              <a:gd name="T72" fmla="*/ 187 w 353"/>
              <a:gd name="T73" fmla="*/ 132 h 257"/>
              <a:gd name="T74" fmla="*/ 188 w 353"/>
              <a:gd name="T75" fmla="*/ 155 h 257"/>
              <a:gd name="T76" fmla="*/ 204 w 353"/>
              <a:gd name="T77" fmla="*/ 177 h 257"/>
              <a:gd name="T78" fmla="*/ 184 w 353"/>
              <a:gd name="T79" fmla="*/ 167 h 257"/>
              <a:gd name="T80" fmla="*/ 188 w 353"/>
              <a:gd name="T81" fmla="*/ 188 h 257"/>
              <a:gd name="T82" fmla="*/ 188 w 353"/>
              <a:gd name="T83" fmla="*/ 170 h 257"/>
              <a:gd name="T84" fmla="*/ 166 w 353"/>
              <a:gd name="T85" fmla="*/ 148 h 257"/>
              <a:gd name="T86" fmla="*/ 173 w 353"/>
              <a:gd name="T87" fmla="*/ 129 h 2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353" h="257">
                <a:moveTo>
                  <a:pt x="88" y="96"/>
                </a:moveTo>
                <a:cubicBezTo>
                  <a:pt x="72" y="96"/>
                  <a:pt x="72" y="96"/>
                  <a:pt x="72" y="96"/>
                </a:cubicBezTo>
                <a:cubicBezTo>
                  <a:pt x="68" y="96"/>
                  <a:pt x="64" y="100"/>
                  <a:pt x="64" y="104"/>
                </a:cubicBezTo>
                <a:cubicBezTo>
                  <a:pt x="64" y="109"/>
                  <a:pt x="68" y="112"/>
                  <a:pt x="72" y="112"/>
                </a:cubicBezTo>
                <a:cubicBezTo>
                  <a:pt x="88" y="112"/>
                  <a:pt x="88" y="112"/>
                  <a:pt x="88" y="112"/>
                </a:cubicBezTo>
                <a:cubicBezTo>
                  <a:pt x="93" y="112"/>
                  <a:pt x="96" y="109"/>
                  <a:pt x="96" y="104"/>
                </a:cubicBezTo>
                <a:cubicBezTo>
                  <a:pt x="96" y="100"/>
                  <a:pt x="93" y="96"/>
                  <a:pt x="88" y="96"/>
                </a:cubicBezTo>
                <a:moveTo>
                  <a:pt x="72" y="16"/>
                </a:moveTo>
                <a:cubicBezTo>
                  <a:pt x="281" y="16"/>
                  <a:pt x="281" y="16"/>
                  <a:pt x="281" y="16"/>
                </a:cubicBezTo>
                <a:cubicBezTo>
                  <a:pt x="285" y="16"/>
                  <a:pt x="289" y="12"/>
                  <a:pt x="289" y="8"/>
                </a:cubicBezTo>
                <a:cubicBezTo>
                  <a:pt x="289" y="4"/>
                  <a:pt x="285" y="0"/>
                  <a:pt x="281" y="0"/>
                </a:cubicBezTo>
                <a:cubicBezTo>
                  <a:pt x="72" y="0"/>
                  <a:pt x="72" y="0"/>
                  <a:pt x="72" y="0"/>
                </a:cubicBezTo>
                <a:cubicBezTo>
                  <a:pt x="68" y="0"/>
                  <a:pt x="64" y="4"/>
                  <a:pt x="64" y="8"/>
                </a:cubicBezTo>
                <a:cubicBezTo>
                  <a:pt x="64" y="12"/>
                  <a:pt x="68" y="16"/>
                  <a:pt x="72" y="16"/>
                </a:cubicBezTo>
                <a:moveTo>
                  <a:pt x="40" y="48"/>
                </a:moveTo>
                <a:cubicBezTo>
                  <a:pt x="313" y="48"/>
                  <a:pt x="313" y="48"/>
                  <a:pt x="313" y="48"/>
                </a:cubicBezTo>
                <a:cubicBezTo>
                  <a:pt x="317" y="48"/>
                  <a:pt x="321" y="45"/>
                  <a:pt x="321" y="40"/>
                </a:cubicBezTo>
                <a:cubicBezTo>
                  <a:pt x="321" y="36"/>
                  <a:pt x="317" y="32"/>
                  <a:pt x="313" y="32"/>
                </a:cubicBezTo>
                <a:cubicBezTo>
                  <a:pt x="40" y="32"/>
                  <a:pt x="40" y="32"/>
                  <a:pt x="40" y="32"/>
                </a:cubicBezTo>
                <a:cubicBezTo>
                  <a:pt x="36" y="32"/>
                  <a:pt x="32" y="36"/>
                  <a:pt x="32" y="40"/>
                </a:cubicBezTo>
                <a:cubicBezTo>
                  <a:pt x="32" y="45"/>
                  <a:pt x="36" y="48"/>
                  <a:pt x="40" y="48"/>
                </a:cubicBezTo>
                <a:moveTo>
                  <a:pt x="337" y="64"/>
                </a:moveTo>
                <a:cubicBezTo>
                  <a:pt x="16" y="64"/>
                  <a:pt x="16" y="64"/>
                  <a:pt x="16" y="64"/>
                </a:cubicBezTo>
                <a:cubicBezTo>
                  <a:pt x="7" y="64"/>
                  <a:pt x="0" y="71"/>
                  <a:pt x="0" y="80"/>
                </a:cubicBezTo>
                <a:cubicBezTo>
                  <a:pt x="0" y="241"/>
                  <a:pt x="0" y="241"/>
                  <a:pt x="0" y="241"/>
                </a:cubicBezTo>
                <a:cubicBezTo>
                  <a:pt x="0" y="250"/>
                  <a:pt x="7" y="257"/>
                  <a:pt x="16" y="257"/>
                </a:cubicBezTo>
                <a:cubicBezTo>
                  <a:pt x="337" y="257"/>
                  <a:pt x="337" y="257"/>
                  <a:pt x="337" y="257"/>
                </a:cubicBezTo>
                <a:cubicBezTo>
                  <a:pt x="346" y="257"/>
                  <a:pt x="353" y="250"/>
                  <a:pt x="353" y="241"/>
                </a:cubicBezTo>
                <a:cubicBezTo>
                  <a:pt x="353" y="80"/>
                  <a:pt x="353" y="80"/>
                  <a:pt x="353" y="80"/>
                </a:cubicBezTo>
                <a:cubicBezTo>
                  <a:pt x="353" y="71"/>
                  <a:pt x="346" y="64"/>
                  <a:pt x="337" y="64"/>
                </a:cubicBezTo>
                <a:moveTo>
                  <a:pt x="24" y="80"/>
                </a:moveTo>
                <a:cubicBezTo>
                  <a:pt x="28" y="80"/>
                  <a:pt x="32" y="84"/>
                  <a:pt x="32" y="88"/>
                </a:cubicBezTo>
                <a:cubicBezTo>
                  <a:pt x="32" y="93"/>
                  <a:pt x="28" y="96"/>
                  <a:pt x="24" y="96"/>
                </a:cubicBezTo>
                <a:cubicBezTo>
                  <a:pt x="20" y="96"/>
                  <a:pt x="16" y="93"/>
                  <a:pt x="16" y="88"/>
                </a:cubicBezTo>
                <a:cubicBezTo>
                  <a:pt x="16" y="84"/>
                  <a:pt x="20" y="80"/>
                  <a:pt x="24" y="80"/>
                </a:cubicBezTo>
                <a:moveTo>
                  <a:pt x="24" y="241"/>
                </a:moveTo>
                <a:cubicBezTo>
                  <a:pt x="20" y="241"/>
                  <a:pt x="16" y="237"/>
                  <a:pt x="16" y="233"/>
                </a:cubicBezTo>
                <a:cubicBezTo>
                  <a:pt x="16" y="228"/>
                  <a:pt x="20" y="225"/>
                  <a:pt x="24" y="225"/>
                </a:cubicBezTo>
                <a:cubicBezTo>
                  <a:pt x="28" y="225"/>
                  <a:pt x="32" y="228"/>
                  <a:pt x="32" y="233"/>
                </a:cubicBezTo>
                <a:cubicBezTo>
                  <a:pt x="32" y="237"/>
                  <a:pt x="28" y="241"/>
                  <a:pt x="24" y="241"/>
                </a:cubicBezTo>
                <a:moveTo>
                  <a:pt x="329" y="241"/>
                </a:moveTo>
                <a:cubicBezTo>
                  <a:pt x="325" y="241"/>
                  <a:pt x="321" y="237"/>
                  <a:pt x="321" y="233"/>
                </a:cubicBezTo>
                <a:cubicBezTo>
                  <a:pt x="321" y="228"/>
                  <a:pt x="325" y="225"/>
                  <a:pt x="329" y="225"/>
                </a:cubicBezTo>
                <a:cubicBezTo>
                  <a:pt x="333" y="225"/>
                  <a:pt x="337" y="228"/>
                  <a:pt x="337" y="233"/>
                </a:cubicBezTo>
                <a:cubicBezTo>
                  <a:pt x="337" y="237"/>
                  <a:pt x="333" y="241"/>
                  <a:pt x="329" y="241"/>
                </a:cubicBezTo>
                <a:moveTo>
                  <a:pt x="337" y="210"/>
                </a:moveTo>
                <a:cubicBezTo>
                  <a:pt x="335" y="209"/>
                  <a:pt x="332" y="209"/>
                  <a:pt x="329" y="209"/>
                </a:cubicBezTo>
                <a:cubicBezTo>
                  <a:pt x="316" y="209"/>
                  <a:pt x="305" y="219"/>
                  <a:pt x="305" y="233"/>
                </a:cubicBezTo>
                <a:cubicBezTo>
                  <a:pt x="305" y="236"/>
                  <a:pt x="306" y="238"/>
                  <a:pt x="306" y="241"/>
                </a:cubicBezTo>
                <a:cubicBezTo>
                  <a:pt x="47" y="241"/>
                  <a:pt x="47" y="241"/>
                  <a:pt x="47" y="241"/>
                </a:cubicBezTo>
                <a:cubicBezTo>
                  <a:pt x="47" y="238"/>
                  <a:pt x="48" y="236"/>
                  <a:pt x="48" y="233"/>
                </a:cubicBezTo>
                <a:cubicBezTo>
                  <a:pt x="48" y="219"/>
                  <a:pt x="37" y="209"/>
                  <a:pt x="24" y="209"/>
                </a:cubicBezTo>
                <a:cubicBezTo>
                  <a:pt x="21" y="209"/>
                  <a:pt x="18" y="209"/>
                  <a:pt x="16" y="210"/>
                </a:cubicBezTo>
                <a:cubicBezTo>
                  <a:pt x="16" y="111"/>
                  <a:pt x="16" y="111"/>
                  <a:pt x="16" y="111"/>
                </a:cubicBezTo>
                <a:cubicBezTo>
                  <a:pt x="18" y="112"/>
                  <a:pt x="21" y="112"/>
                  <a:pt x="24" y="112"/>
                </a:cubicBezTo>
                <a:cubicBezTo>
                  <a:pt x="37" y="112"/>
                  <a:pt x="48" y="102"/>
                  <a:pt x="48" y="88"/>
                </a:cubicBezTo>
                <a:cubicBezTo>
                  <a:pt x="48" y="85"/>
                  <a:pt x="47" y="83"/>
                  <a:pt x="47" y="80"/>
                </a:cubicBezTo>
                <a:cubicBezTo>
                  <a:pt x="306" y="80"/>
                  <a:pt x="306" y="80"/>
                  <a:pt x="306" y="80"/>
                </a:cubicBezTo>
                <a:cubicBezTo>
                  <a:pt x="306" y="83"/>
                  <a:pt x="305" y="85"/>
                  <a:pt x="305" y="88"/>
                </a:cubicBezTo>
                <a:cubicBezTo>
                  <a:pt x="305" y="102"/>
                  <a:pt x="316" y="112"/>
                  <a:pt x="329" y="112"/>
                </a:cubicBezTo>
                <a:cubicBezTo>
                  <a:pt x="332" y="112"/>
                  <a:pt x="335" y="112"/>
                  <a:pt x="337" y="111"/>
                </a:cubicBezTo>
                <a:lnTo>
                  <a:pt x="337" y="210"/>
                </a:lnTo>
                <a:close/>
                <a:moveTo>
                  <a:pt x="329" y="96"/>
                </a:moveTo>
                <a:cubicBezTo>
                  <a:pt x="325" y="96"/>
                  <a:pt x="321" y="93"/>
                  <a:pt x="321" y="88"/>
                </a:cubicBezTo>
                <a:cubicBezTo>
                  <a:pt x="321" y="84"/>
                  <a:pt x="325" y="80"/>
                  <a:pt x="329" y="80"/>
                </a:cubicBezTo>
                <a:cubicBezTo>
                  <a:pt x="333" y="80"/>
                  <a:pt x="337" y="84"/>
                  <a:pt x="337" y="88"/>
                </a:cubicBezTo>
                <a:cubicBezTo>
                  <a:pt x="337" y="93"/>
                  <a:pt x="333" y="96"/>
                  <a:pt x="329" y="96"/>
                </a:cubicBezTo>
                <a:moveTo>
                  <a:pt x="281" y="209"/>
                </a:moveTo>
                <a:cubicBezTo>
                  <a:pt x="265" y="209"/>
                  <a:pt x="265" y="209"/>
                  <a:pt x="265" y="209"/>
                </a:cubicBezTo>
                <a:cubicBezTo>
                  <a:pt x="260" y="209"/>
                  <a:pt x="257" y="212"/>
                  <a:pt x="257" y="217"/>
                </a:cubicBezTo>
                <a:cubicBezTo>
                  <a:pt x="257" y="221"/>
                  <a:pt x="260" y="225"/>
                  <a:pt x="265" y="225"/>
                </a:cubicBezTo>
                <a:cubicBezTo>
                  <a:pt x="281" y="225"/>
                  <a:pt x="281" y="225"/>
                  <a:pt x="281" y="225"/>
                </a:cubicBezTo>
                <a:cubicBezTo>
                  <a:pt x="285" y="225"/>
                  <a:pt x="289" y="221"/>
                  <a:pt x="289" y="217"/>
                </a:cubicBezTo>
                <a:cubicBezTo>
                  <a:pt x="289" y="212"/>
                  <a:pt x="285" y="209"/>
                  <a:pt x="281" y="209"/>
                </a:cubicBezTo>
                <a:moveTo>
                  <a:pt x="176" y="96"/>
                </a:moveTo>
                <a:cubicBezTo>
                  <a:pt x="141" y="96"/>
                  <a:pt x="112" y="125"/>
                  <a:pt x="112" y="160"/>
                </a:cubicBezTo>
                <a:cubicBezTo>
                  <a:pt x="112" y="196"/>
                  <a:pt x="141" y="225"/>
                  <a:pt x="176" y="225"/>
                </a:cubicBezTo>
                <a:cubicBezTo>
                  <a:pt x="212" y="225"/>
                  <a:pt x="241" y="196"/>
                  <a:pt x="241" y="160"/>
                </a:cubicBezTo>
                <a:cubicBezTo>
                  <a:pt x="241" y="125"/>
                  <a:pt x="212" y="96"/>
                  <a:pt x="176" y="96"/>
                </a:cubicBezTo>
                <a:moveTo>
                  <a:pt x="202" y="187"/>
                </a:moveTo>
                <a:cubicBezTo>
                  <a:pt x="201" y="190"/>
                  <a:pt x="199" y="193"/>
                  <a:pt x="197" y="195"/>
                </a:cubicBezTo>
                <a:cubicBezTo>
                  <a:pt x="195" y="197"/>
                  <a:pt x="192" y="198"/>
                  <a:pt x="189" y="199"/>
                </a:cubicBezTo>
                <a:cubicBezTo>
                  <a:pt x="186" y="200"/>
                  <a:pt x="183" y="201"/>
                  <a:pt x="180" y="201"/>
                </a:cubicBezTo>
                <a:cubicBezTo>
                  <a:pt x="180" y="209"/>
                  <a:pt x="180" y="209"/>
                  <a:pt x="180" y="209"/>
                </a:cubicBezTo>
                <a:cubicBezTo>
                  <a:pt x="173" y="209"/>
                  <a:pt x="173" y="209"/>
                  <a:pt x="173" y="209"/>
                </a:cubicBezTo>
                <a:cubicBezTo>
                  <a:pt x="173" y="201"/>
                  <a:pt x="173" y="201"/>
                  <a:pt x="173" y="201"/>
                </a:cubicBezTo>
                <a:cubicBezTo>
                  <a:pt x="169" y="201"/>
                  <a:pt x="167" y="200"/>
                  <a:pt x="164" y="199"/>
                </a:cubicBezTo>
                <a:cubicBezTo>
                  <a:pt x="160" y="198"/>
                  <a:pt x="158" y="197"/>
                  <a:pt x="155" y="194"/>
                </a:cubicBezTo>
                <a:cubicBezTo>
                  <a:pt x="153" y="192"/>
                  <a:pt x="151" y="190"/>
                  <a:pt x="150" y="186"/>
                </a:cubicBezTo>
                <a:cubicBezTo>
                  <a:pt x="149" y="183"/>
                  <a:pt x="148" y="180"/>
                  <a:pt x="148" y="176"/>
                </a:cubicBezTo>
                <a:cubicBezTo>
                  <a:pt x="160" y="176"/>
                  <a:pt x="160" y="176"/>
                  <a:pt x="160" y="176"/>
                </a:cubicBezTo>
                <a:cubicBezTo>
                  <a:pt x="160" y="180"/>
                  <a:pt x="161" y="184"/>
                  <a:pt x="164" y="187"/>
                </a:cubicBezTo>
                <a:cubicBezTo>
                  <a:pt x="166" y="190"/>
                  <a:pt x="168" y="191"/>
                  <a:pt x="173" y="191"/>
                </a:cubicBezTo>
                <a:cubicBezTo>
                  <a:pt x="173" y="165"/>
                  <a:pt x="173" y="165"/>
                  <a:pt x="173" y="165"/>
                </a:cubicBezTo>
                <a:cubicBezTo>
                  <a:pt x="170" y="164"/>
                  <a:pt x="168" y="163"/>
                  <a:pt x="165" y="162"/>
                </a:cubicBezTo>
                <a:cubicBezTo>
                  <a:pt x="163" y="161"/>
                  <a:pt x="160" y="159"/>
                  <a:pt x="158" y="158"/>
                </a:cubicBezTo>
                <a:cubicBezTo>
                  <a:pt x="155" y="156"/>
                  <a:pt x="153" y="154"/>
                  <a:pt x="152" y="151"/>
                </a:cubicBezTo>
                <a:cubicBezTo>
                  <a:pt x="150" y="148"/>
                  <a:pt x="150" y="145"/>
                  <a:pt x="150" y="141"/>
                </a:cubicBezTo>
                <a:cubicBezTo>
                  <a:pt x="150" y="137"/>
                  <a:pt x="150" y="134"/>
                  <a:pt x="152" y="132"/>
                </a:cubicBezTo>
                <a:cubicBezTo>
                  <a:pt x="153" y="129"/>
                  <a:pt x="155" y="127"/>
                  <a:pt x="157" y="125"/>
                </a:cubicBezTo>
                <a:cubicBezTo>
                  <a:pt x="159" y="123"/>
                  <a:pt x="162" y="122"/>
                  <a:pt x="165" y="121"/>
                </a:cubicBezTo>
                <a:cubicBezTo>
                  <a:pt x="168" y="120"/>
                  <a:pt x="170" y="120"/>
                  <a:pt x="173" y="120"/>
                </a:cubicBezTo>
                <a:cubicBezTo>
                  <a:pt x="173" y="112"/>
                  <a:pt x="173" y="112"/>
                  <a:pt x="173" y="112"/>
                </a:cubicBezTo>
                <a:cubicBezTo>
                  <a:pt x="180" y="112"/>
                  <a:pt x="180" y="112"/>
                  <a:pt x="180" y="112"/>
                </a:cubicBezTo>
                <a:cubicBezTo>
                  <a:pt x="180" y="120"/>
                  <a:pt x="180" y="120"/>
                  <a:pt x="180" y="120"/>
                </a:cubicBezTo>
                <a:cubicBezTo>
                  <a:pt x="183" y="120"/>
                  <a:pt x="185" y="120"/>
                  <a:pt x="188" y="121"/>
                </a:cubicBezTo>
                <a:cubicBezTo>
                  <a:pt x="191" y="122"/>
                  <a:pt x="193" y="123"/>
                  <a:pt x="196" y="125"/>
                </a:cubicBezTo>
                <a:cubicBezTo>
                  <a:pt x="198" y="127"/>
                  <a:pt x="199" y="129"/>
                  <a:pt x="201" y="131"/>
                </a:cubicBezTo>
                <a:cubicBezTo>
                  <a:pt x="202" y="134"/>
                  <a:pt x="202" y="137"/>
                  <a:pt x="202" y="141"/>
                </a:cubicBezTo>
                <a:cubicBezTo>
                  <a:pt x="190" y="141"/>
                  <a:pt x="190" y="141"/>
                  <a:pt x="190" y="141"/>
                </a:cubicBezTo>
                <a:cubicBezTo>
                  <a:pt x="190" y="137"/>
                  <a:pt x="189" y="134"/>
                  <a:pt x="187" y="132"/>
                </a:cubicBezTo>
                <a:cubicBezTo>
                  <a:pt x="186" y="130"/>
                  <a:pt x="184" y="129"/>
                  <a:pt x="180" y="129"/>
                </a:cubicBezTo>
                <a:cubicBezTo>
                  <a:pt x="180" y="152"/>
                  <a:pt x="180" y="152"/>
                  <a:pt x="180" y="152"/>
                </a:cubicBezTo>
                <a:cubicBezTo>
                  <a:pt x="183" y="153"/>
                  <a:pt x="185" y="154"/>
                  <a:pt x="188" y="155"/>
                </a:cubicBezTo>
                <a:cubicBezTo>
                  <a:pt x="191" y="157"/>
                  <a:pt x="194" y="158"/>
                  <a:pt x="197" y="160"/>
                </a:cubicBezTo>
                <a:cubicBezTo>
                  <a:pt x="199" y="162"/>
                  <a:pt x="201" y="164"/>
                  <a:pt x="202" y="167"/>
                </a:cubicBezTo>
                <a:cubicBezTo>
                  <a:pt x="204" y="169"/>
                  <a:pt x="204" y="173"/>
                  <a:pt x="204" y="177"/>
                </a:cubicBezTo>
                <a:cubicBezTo>
                  <a:pt x="204" y="181"/>
                  <a:pt x="204" y="184"/>
                  <a:pt x="202" y="187"/>
                </a:cubicBezTo>
                <a:moveTo>
                  <a:pt x="188" y="170"/>
                </a:moveTo>
                <a:cubicBezTo>
                  <a:pt x="187" y="169"/>
                  <a:pt x="185" y="168"/>
                  <a:pt x="184" y="167"/>
                </a:cubicBezTo>
                <a:cubicBezTo>
                  <a:pt x="182" y="167"/>
                  <a:pt x="181" y="166"/>
                  <a:pt x="180" y="166"/>
                </a:cubicBezTo>
                <a:cubicBezTo>
                  <a:pt x="180" y="191"/>
                  <a:pt x="180" y="191"/>
                  <a:pt x="180" y="191"/>
                </a:cubicBezTo>
                <a:cubicBezTo>
                  <a:pt x="184" y="191"/>
                  <a:pt x="186" y="190"/>
                  <a:pt x="188" y="188"/>
                </a:cubicBezTo>
                <a:cubicBezTo>
                  <a:pt x="191" y="186"/>
                  <a:pt x="192" y="183"/>
                  <a:pt x="192" y="178"/>
                </a:cubicBezTo>
                <a:cubicBezTo>
                  <a:pt x="192" y="176"/>
                  <a:pt x="192" y="175"/>
                  <a:pt x="191" y="173"/>
                </a:cubicBezTo>
                <a:cubicBezTo>
                  <a:pt x="190" y="172"/>
                  <a:pt x="189" y="171"/>
                  <a:pt x="188" y="170"/>
                </a:cubicBezTo>
                <a:moveTo>
                  <a:pt x="162" y="140"/>
                </a:moveTo>
                <a:cubicBezTo>
                  <a:pt x="162" y="142"/>
                  <a:pt x="162" y="143"/>
                  <a:pt x="163" y="145"/>
                </a:cubicBezTo>
                <a:cubicBezTo>
                  <a:pt x="164" y="146"/>
                  <a:pt x="165" y="147"/>
                  <a:pt x="166" y="148"/>
                </a:cubicBezTo>
                <a:cubicBezTo>
                  <a:pt x="167" y="149"/>
                  <a:pt x="168" y="149"/>
                  <a:pt x="170" y="150"/>
                </a:cubicBezTo>
                <a:cubicBezTo>
                  <a:pt x="171" y="150"/>
                  <a:pt x="172" y="151"/>
                  <a:pt x="173" y="151"/>
                </a:cubicBezTo>
                <a:cubicBezTo>
                  <a:pt x="173" y="129"/>
                  <a:pt x="173" y="129"/>
                  <a:pt x="173" y="129"/>
                </a:cubicBezTo>
                <a:cubicBezTo>
                  <a:pt x="169" y="129"/>
                  <a:pt x="167" y="130"/>
                  <a:pt x="165" y="132"/>
                </a:cubicBezTo>
                <a:cubicBezTo>
                  <a:pt x="163" y="133"/>
                  <a:pt x="162" y="136"/>
                  <a:pt x="162" y="140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5" name="Freeform 45"/>
          <p:cNvSpPr>
            <a:spLocks noEditPoints="1"/>
          </p:cNvSpPr>
          <p:nvPr/>
        </p:nvSpPr>
        <p:spPr bwMode="auto">
          <a:xfrm>
            <a:off x="814918" y="5469469"/>
            <a:ext cx="579967" cy="370417"/>
          </a:xfrm>
          <a:custGeom>
            <a:avLst/>
            <a:gdLst>
              <a:gd name="T0" fmla="*/ 72 w 353"/>
              <a:gd name="T1" fmla="*/ 97 h 225"/>
              <a:gd name="T2" fmla="*/ 132 w 353"/>
              <a:gd name="T3" fmla="*/ 120 h 225"/>
              <a:gd name="T4" fmla="*/ 139 w 353"/>
              <a:gd name="T5" fmla="*/ 128 h 225"/>
              <a:gd name="T6" fmla="*/ 135 w 353"/>
              <a:gd name="T7" fmla="*/ 113 h 225"/>
              <a:gd name="T8" fmla="*/ 16 w 353"/>
              <a:gd name="T9" fmla="*/ 49 h 225"/>
              <a:gd name="T10" fmla="*/ 16 w 353"/>
              <a:gd name="T11" fmla="*/ 225 h 225"/>
              <a:gd name="T12" fmla="*/ 289 w 353"/>
              <a:gd name="T13" fmla="*/ 65 h 225"/>
              <a:gd name="T14" fmla="*/ 32 w 353"/>
              <a:gd name="T15" fmla="*/ 73 h 225"/>
              <a:gd name="T16" fmla="*/ 24 w 353"/>
              <a:gd name="T17" fmla="*/ 65 h 225"/>
              <a:gd name="T18" fmla="*/ 24 w 353"/>
              <a:gd name="T19" fmla="*/ 193 h 225"/>
              <a:gd name="T20" fmla="*/ 265 w 353"/>
              <a:gd name="T21" fmla="*/ 209 h 225"/>
              <a:gd name="T22" fmla="*/ 273 w 353"/>
              <a:gd name="T23" fmla="*/ 201 h 225"/>
              <a:gd name="T24" fmla="*/ 265 w 353"/>
              <a:gd name="T25" fmla="*/ 177 h 225"/>
              <a:gd name="T26" fmla="*/ 47 w 353"/>
              <a:gd name="T27" fmla="*/ 209 h 225"/>
              <a:gd name="T28" fmla="*/ 16 w 353"/>
              <a:gd name="T29" fmla="*/ 178 h 225"/>
              <a:gd name="T30" fmla="*/ 48 w 353"/>
              <a:gd name="T31" fmla="*/ 73 h 225"/>
              <a:gd name="T32" fmla="*/ 241 w 353"/>
              <a:gd name="T33" fmla="*/ 73 h 225"/>
              <a:gd name="T34" fmla="*/ 273 w 353"/>
              <a:gd name="T35" fmla="*/ 178 h 225"/>
              <a:gd name="T36" fmla="*/ 265 w 353"/>
              <a:gd name="T37" fmla="*/ 65 h 225"/>
              <a:gd name="T38" fmla="*/ 217 w 353"/>
              <a:gd name="T39" fmla="*/ 177 h 225"/>
              <a:gd name="T40" fmla="*/ 225 w 353"/>
              <a:gd name="T41" fmla="*/ 185 h 225"/>
              <a:gd name="T42" fmla="*/ 151 w 353"/>
              <a:gd name="T43" fmla="*/ 143 h 225"/>
              <a:gd name="T44" fmla="*/ 155 w 353"/>
              <a:gd name="T45" fmla="*/ 160 h 225"/>
              <a:gd name="T46" fmla="*/ 154 w 353"/>
              <a:gd name="T47" fmla="*/ 145 h 225"/>
              <a:gd name="T48" fmla="*/ 64 w 353"/>
              <a:gd name="T49" fmla="*/ 16 h 225"/>
              <a:gd name="T50" fmla="*/ 80 w 353"/>
              <a:gd name="T51" fmla="*/ 24 h 225"/>
              <a:gd name="T52" fmla="*/ 337 w 353"/>
              <a:gd name="T53" fmla="*/ 161 h 225"/>
              <a:gd name="T54" fmla="*/ 313 w 353"/>
              <a:gd name="T55" fmla="*/ 177 h 225"/>
              <a:gd name="T56" fmla="*/ 353 w 353"/>
              <a:gd name="T57" fmla="*/ 16 h 225"/>
              <a:gd name="T58" fmla="*/ 88 w 353"/>
              <a:gd name="T59" fmla="*/ 137 h 225"/>
              <a:gd name="T60" fmla="*/ 144 w 353"/>
              <a:gd name="T61" fmla="*/ 81 h 225"/>
              <a:gd name="T62" fmla="*/ 155 w 353"/>
              <a:gd name="T63" fmla="*/ 169 h 225"/>
              <a:gd name="T64" fmla="*/ 141 w 353"/>
              <a:gd name="T65" fmla="*/ 177 h 225"/>
              <a:gd name="T66" fmla="*/ 126 w 353"/>
              <a:gd name="T67" fmla="*/ 165 h 225"/>
              <a:gd name="T68" fmla="*/ 131 w 353"/>
              <a:gd name="T69" fmla="*/ 149 h 225"/>
              <a:gd name="T70" fmla="*/ 141 w 353"/>
              <a:gd name="T71" fmla="*/ 140 h 225"/>
              <a:gd name="T72" fmla="*/ 124 w 353"/>
              <a:gd name="T73" fmla="*/ 129 h 225"/>
              <a:gd name="T74" fmla="*/ 128 w 353"/>
              <a:gd name="T75" fmla="*/ 107 h 225"/>
              <a:gd name="T76" fmla="*/ 141 w 353"/>
              <a:gd name="T77" fmla="*/ 97 h 225"/>
              <a:gd name="T78" fmla="*/ 154 w 353"/>
              <a:gd name="T79" fmla="*/ 104 h 225"/>
              <a:gd name="T80" fmla="*/ 167 w 353"/>
              <a:gd name="T81" fmla="*/ 120 h 225"/>
              <a:gd name="T82" fmla="*/ 149 w 353"/>
              <a:gd name="T83" fmla="*/ 111 h 225"/>
              <a:gd name="T84" fmla="*/ 162 w 353"/>
              <a:gd name="T85" fmla="*/ 136 h 225"/>
              <a:gd name="T86" fmla="*/ 167 w 353"/>
              <a:gd name="T87" fmla="*/ 159 h 2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353" h="225">
                <a:moveTo>
                  <a:pt x="72" y="81"/>
                </a:moveTo>
                <a:cubicBezTo>
                  <a:pt x="68" y="81"/>
                  <a:pt x="64" y="84"/>
                  <a:pt x="64" y="89"/>
                </a:cubicBezTo>
                <a:cubicBezTo>
                  <a:pt x="64" y="93"/>
                  <a:pt x="68" y="97"/>
                  <a:pt x="72" y="97"/>
                </a:cubicBezTo>
                <a:cubicBezTo>
                  <a:pt x="77" y="97"/>
                  <a:pt x="80" y="93"/>
                  <a:pt x="80" y="89"/>
                </a:cubicBezTo>
                <a:cubicBezTo>
                  <a:pt x="80" y="84"/>
                  <a:pt x="77" y="81"/>
                  <a:pt x="72" y="81"/>
                </a:cubicBezTo>
                <a:moveTo>
                  <a:pt x="132" y="120"/>
                </a:moveTo>
                <a:cubicBezTo>
                  <a:pt x="132" y="121"/>
                  <a:pt x="133" y="122"/>
                  <a:pt x="133" y="124"/>
                </a:cubicBezTo>
                <a:cubicBezTo>
                  <a:pt x="134" y="125"/>
                  <a:pt x="135" y="125"/>
                  <a:pt x="136" y="126"/>
                </a:cubicBezTo>
                <a:cubicBezTo>
                  <a:pt x="136" y="127"/>
                  <a:pt x="138" y="127"/>
                  <a:pt x="139" y="128"/>
                </a:cubicBezTo>
                <a:cubicBezTo>
                  <a:pt x="140" y="128"/>
                  <a:pt x="140" y="128"/>
                  <a:pt x="141" y="129"/>
                </a:cubicBezTo>
                <a:cubicBezTo>
                  <a:pt x="141" y="111"/>
                  <a:pt x="141" y="111"/>
                  <a:pt x="141" y="111"/>
                </a:cubicBezTo>
                <a:cubicBezTo>
                  <a:pt x="138" y="111"/>
                  <a:pt x="136" y="112"/>
                  <a:pt x="135" y="113"/>
                </a:cubicBezTo>
                <a:cubicBezTo>
                  <a:pt x="133" y="114"/>
                  <a:pt x="132" y="117"/>
                  <a:pt x="132" y="120"/>
                </a:cubicBezTo>
                <a:moveTo>
                  <a:pt x="273" y="49"/>
                </a:moveTo>
                <a:cubicBezTo>
                  <a:pt x="16" y="49"/>
                  <a:pt x="16" y="49"/>
                  <a:pt x="16" y="49"/>
                </a:cubicBezTo>
                <a:cubicBezTo>
                  <a:pt x="7" y="49"/>
                  <a:pt x="0" y="56"/>
                  <a:pt x="0" y="65"/>
                </a:cubicBezTo>
                <a:cubicBezTo>
                  <a:pt x="0" y="209"/>
                  <a:pt x="0" y="209"/>
                  <a:pt x="0" y="209"/>
                </a:cubicBezTo>
                <a:cubicBezTo>
                  <a:pt x="0" y="218"/>
                  <a:pt x="7" y="225"/>
                  <a:pt x="16" y="225"/>
                </a:cubicBezTo>
                <a:cubicBezTo>
                  <a:pt x="273" y="225"/>
                  <a:pt x="273" y="225"/>
                  <a:pt x="273" y="225"/>
                </a:cubicBezTo>
                <a:cubicBezTo>
                  <a:pt x="282" y="225"/>
                  <a:pt x="289" y="218"/>
                  <a:pt x="289" y="209"/>
                </a:cubicBezTo>
                <a:cubicBezTo>
                  <a:pt x="289" y="65"/>
                  <a:pt x="289" y="65"/>
                  <a:pt x="289" y="65"/>
                </a:cubicBezTo>
                <a:cubicBezTo>
                  <a:pt x="289" y="56"/>
                  <a:pt x="282" y="49"/>
                  <a:pt x="273" y="49"/>
                </a:cubicBezTo>
                <a:moveTo>
                  <a:pt x="24" y="65"/>
                </a:moveTo>
                <a:cubicBezTo>
                  <a:pt x="28" y="65"/>
                  <a:pt x="32" y="68"/>
                  <a:pt x="32" y="73"/>
                </a:cubicBezTo>
                <a:cubicBezTo>
                  <a:pt x="32" y="77"/>
                  <a:pt x="28" y="81"/>
                  <a:pt x="24" y="81"/>
                </a:cubicBezTo>
                <a:cubicBezTo>
                  <a:pt x="20" y="81"/>
                  <a:pt x="16" y="77"/>
                  <a:pt x="16" y="73"/>
                </a:cubicBezTo>
                <a:cubicBezTo>
                  <a:pt x="16" y="68"/>
                  <a:pt x="20" y="65"/>
                  <a:pt x="24" y="65"/>
                </a:cubicBezTo>
                <a:moveTo>
                  <a:pt x="24" y="209"/>
                </a:moveTo>
                <a:cubicBezTo>
                  <a:pt x="20" y="209"/>
                  <a:pt x="16" y="205"/>
                  <a:pt x="16" y="201"/>
                </a:cubicBezTo>
                <a:cubicBezTo>
                  <a:pt x="16" y="197"/>
                  <a:pt x="20" y="193"/>
                  <a:pt x="24" y="193"/>
                </a:cubicBezTo>
                <a:cubicBezTo>
                  <a:pt x="28" y="193"/>
                  <a:pt x="32" y="197"/>
                  <a:pt x="32" y="201"/>
                </a:cubicBezTo>
                <a:cubicBezTo>
                  <a:pt x="32" y="205"/>
                  <a:pt x="28" y="209"/>
                  <a:pt x="24" y="209"/>
                </a:cubicBezTo>
                <a:moveTo>
                  <a:pt x="265" y="209"/>
                </a:moveTo>
                <a:cubicBezTo>
                  <a:pt x="260" y="209"/>
                  <a:pt x="257" y="205"/>
                  <a:pt x="257" y="201"/>
                </a:cubicBezTo>
                <a:cubicBezTo>
                  <a:pt x="257" y="197"/>
                  <a:pt x="260" y="193"/>
                  <a:pt x="265" y="193"/>
                </a:cubicBezTo>
                <a:cubicBezTo>
                  <a:pt x="269" y="193"/>
                  <a:pt x="273" y="197"/>
                  <a:pt x="273" y="201"/>
                </a:cubicBezTo>
                <a:cubicBezTo>
                  <a:pt x="273" y="205"/>
                  <a:pt x="269" y="209"/>
                  <a:pt x="265" y="209"/>
                </a:cubicBezTo>
                <a:moveTo>
                  <a:pt x="273" y="178"/>
                </a:moveTo>
                <a:cubicBezTo>
                  <a:pt x="270" y="178"/>
                  <a:pt x="268" y="177"/>
                  <a:pt x="265" y="177"/>
                </a:cubicBezTo>
                <a:cubicBezTo>
                  <a:pt x="252" y="177"/>
                  <a:pt x="241" y="188"/>
                  <a:pt x="241" y="201"/>
                </a:cubicBezTo>
                <a:cubicBezTo>
                  <a:pt x="241" y="204"/>
                  <a:pt x="241" y="207"/>
                  <a:pt x="242" y="209"/>
                </a:cubicBezTo>
                <a:cubicBezTo>
                  <a:pt x="47" y="209"/>
                  <a:pt x="47" y="209"/>
                  <a:pt x="47" y="209"/>
                </a:cubicBezTo>
                <a:cubicBezTo>
                  <a:pt x="47" y="207"/>
                  <a:pt x="48" y="204"/>
                  <a:pt x="48" y="201"/>
                </a:cubicBezTo>
                <a:cubicBezTo>
                  <a:pt x="48" y="188"/>
                  <a:pt x="37" y="177"/>
                  <a:pt x="24" y="177"/>
                </a:cubicBezTo>
                <a:cubicBezTo>
                  <a:pt x="21" y="177"/>
                  <a:pt x="18" y="178"/>
                  <a:pt x="16" y="178"/>
                </a:cubicBezTo>
                <a:cubicBezTo>
                  <a:pt x="16" y="95"/>
                  <a:pt x="16" y="95"/>
                  <a:pt x="16" y="95"/>
                </a:cubicBezTo>
                <a:cubicBezTo>
                  <a:pt x="18" y="96"/>
                  <a:pt x="21" y="97"/>
                  <a:pt x="24" y="97"/>
                </a:cubicBezTo>
                <a:cubicBezTo>
                  <a:pt x="37" y="97"/>
                  <a:pt x="48" y="86"/>
                  <a:pt x="48" y="73"/>
                </a:cubicBezTo>
                <a:cubicBezTo>
                  <a:pt x="48" y="70"/>
                  <a:pt x="47" y="67"/>
                  <a:pt x="47" y="65"/>
                </a:cubicBezTo>
                <a:cubicBezTo>
                  <a:pt x="242" y="65"/>
                  <a:pt x="242" y="65"/>
                  <a:pt x="242" y="65"/>
                </a:cubicBezTo>
                <a:cubicBezTo>
                  <a:pt x="241" y="67"/>
                  <a:pt x="241" y="70"/>
                  <a:pt x="241" y="73"/>
                </a:cubicBezTo>
                <a:cubicBezTo>
                  <a:pt x="241" y="86"/>
                  <a:pt x="252" y="97"/>
                  <a:pt x="265" y="97"/>
                </a:cubicBezTo>
                <a:cubicBezTo>
                  <a:pt x="268" y="97"/>
                  <a:pt x="270" y="96"/>
                  <a:pt x="273" y="95"/>
                </a:cubicBezTo>
                <a:lnTo>
                  <a:pt x="273" y="178"/>
                </a:lnTo>
                <a:close/>
                <a:moveTo>
                  <a:pt x="265" y="81"/>
                </a:moveTo>
                <a:cubicBezTo>
                  <a:pt x="260" y="81"/>
                  <a:pt x="257" y="77"/>
                  <a:pt x="257" y="73"/>
                </a:cubicBezTo>
                <a:cubicBezTo>
                  <a:pt x="257" y="68"/>
                  <a:pt x="260" y="65"/>
                  <a:pt x="265" y="65"/>
                </a:cubicBezTo>
                <a:cubicBezTo>
                  <a:pt x="269" y="65"/>
                  <a:pt x="273" y="68"/>
                  <a:pt x="273" y="73"/>
                </a:cubicBezTo>
                <a:cubicBezTo>
                  <a:pt x="273" y="77"/>
                  <a:pt x="269" y="81"/>
                  <a:pt x="265" y="81"/>
                </a:cubicBezTo>
                <a:moveTo>
                  <a:pt x="217" y="177"/>
                </a:moveTo>
                <a:cubicBezTo>
                  <a:pt x="212" y="177"/>
                  <a:pt x="209" y="181"/>
                  <a:pt x="209" y="185"/>
                </a:cubicBezTo>
                <a:cubicBezTo>
                  <a:pt x="209" y="189"/>
                  <a:pt x="212" y="193"/>
                  <a:pt x="217" y="193"/>
                </a:cubicBezTo>
                <a:cubicBezTo>
                  <a:pt x="221" y="193"/>
                  <a:pt x="225" y="189"/>
                  <a:pt x="225" y="185"/>
                </a:cubicBezTo>
                <a:cubicBezTo>
                  <a:pt x="225" y="181"/>
                  <a:pt x="221" y="177"/>
                  <a:pt x="217" y="177"/>
                </a:cubicBezTo>
                <a:moveTo>
                  <a:pt x="154" y="145"/>
                </a:moveTo>
                <a:cubicBezTo>
                  <a:pt x="153" y="144"/>
                  <a:pt x="152" y="143"/>
                  <a:pt x="151" y="143"/>
                </a:cubicBezTo>
                <a:cubicBezTo>
                  <a:pt x="150" y="142"/>
                  <a:pt x="149" y="142"/>
                  <a:pt x="149" y="142"/>
                </a:cubicBezTo>
                <a:cubicBezTo>
                  <a:pt x="149" y="162"/>
                  <a:pt x="149" y="162"/>
                  <a:pt x="149" y="162"/>
                </a:cubicBezTo>
                <a:cubicBezTo>
                  <a:pt x="151" y="162"/>
                  <a:pt x="153" y="161"/>
                  <a:pt x="155" y="160"/>
                </a:cubicBezTo>
                <a:cubicBezTo>
                  <a:pt x="157" y="158"/>
                  <a:pt x="158" y="155"/>
                  <a:pt x="158" y="152"/>
                </a:cubicBezTo>
                <a:cubicBezTo>
                  <a:pt x="158" y="150"/>
                  <a:pt x="158" y="149"/>
                  <a:pt x="157" y="147"/>
                </a:cubicBezTo>
                <a:cubicBezTo>
                  <a:pt x="156" y="146"/>
                  <a:pt x="156" y="145"/>
                  <a:pt x="154" y="145"/>
                </a:cubicBezTo>
                <a:moveTo>
                  <a:pt x="337" y="0"/>
                </a:moveTo>
                <a:cubicBezTo>
                  <a:pt x="80" y="0"/>
                  <a:pt x="80" y="0"/>
                  <a:pt x="80" y="0"/>
                </a:cubicBezTo>
                <a:cubicBezTo>
                  <a:pt x="71" y="0"/>
                  <a:pt x="64" y="8"/>
                  <a:pt x="64" y="16"/>
                </a:cubicBezTo>
                <a:cubicBezTo>
                  <a:pt x="64" y="24"/>
                  <a:pt x="64" y="24"/>
                  <a:pt x="64" y="24"/>
                </a:cubicBezTo>
                <a:cubicBezTo>
                  <a:pt x="64" y="29"/>
                  <a:pt x="68" y="32"/>
                  <a:pt x="72" y="32"/>
                </a:cubicBezTo>
                <a:cubicBezTo>
                  <a:pt x="77" y="32"/>
                  <a:pt x="80" y="29"/>
                  <a:pt x="80" y="24"/>
                </a:cubicBezTo>
                <a:cubicBezTo>
                  <a:pt x="80" y="16"/>
                  <a:pt x="80" y="16"/>
                  <a:pt x="80" y="16"/>
                </a:cubicBezTo>
                <a:cubicBezTo>
                  <a:pt x="337" y="16"/>
                  <a:pt x="337" y="16"/>
                  <a:pt x="337" y="16"/>
                </a:cubicBezTo>
                <a:cubicBezTo>
                  <a:pt x="337" y="161"/>
                  <a:pt x="337" y="161"/>
                  <a:pt x="337" y="161"/>
                </a:cubicBezTo>
                <a:cubicBezTo>
                  <a:pt x="313" y="161"/>
                  <a:pt x="313" y="161"/>
                  <a:pt x="313" y="161"/>
                </a:cubicBezTo>
                <a:cubicBezTo>
                  <a:pt x="309" y="161"/>
                  <a:pt x="305" y="164"/>
                  <a:pt x="305" y="169"/>
                </a:cubicBezTo>
                <a:cubicBezTo>
                  <a:pt x="305" y="173"/>
                  <a:pt x="309" y="177"/>
                  <a:pt x="313" y="177"/>
                </a:cubicBezTo>
                <a:cubicBezTo>
                  <a:pt x="337" y="177"/>
                  <a:pt x="337" y="177"/>
                  <a:pt x="337" y="177"/>
                </a:cubicBezTo>
                <a:cubicBezTo>
                  <a:pt x="346" y="177"/>
                  <a:pt x="353" y="170"/>
                  <a:pt x="353" y="161"/>
                </a:cubicBezTo>
                <a:cubicBezTo>
                  <a:pt x="353" y="16"/>
                  <a:pt x="353" y="16"/>
                  <a:pt x="353" y="16"/>
                </a:cubicBezTo>
                <a:cubicBezTo>
                  <a:pt x="353" y="8"/>
                  <a:pt x="346" y="0"/>
                  <a:pt x="337" y="0"/>
                </a:cubicBezTo>
                <a:moveTo>
                  <a:pt x="144" y="81"/>
                </a:moveTo>
                <a:cubicBezTo>
                  <a:pt x="113" y="81"/>
                  <a:pt x="88" y="106"/>
                  <a:pt x="88" y="137"/>
                </a:cubicBezTo>
                <a:cubicBezTo>
                  <a:pt x="88" y="168"/>
                  <a:pt x="113" y="193"/>
                  <a:pt x="144" y="193"/>
                </a:cubicBezTo>
                <a:cubicBezTo>
                  <a:pt x="175" y="193"/>
                  <a:pt x="201" y="168"/>
                  <a:pt x="201" y="137"/>
                </a:cubicBezTo>
                <a:cubicBezTo>
                  <a:pt x="201" y="106"/>
                  <a:pt x="175" y="81"/>
                  <a:pt x="144" y="81"/>
                </a:cubicBezTo>
                <a:moveTo>
                  <a:pt x="167" y="159"/>
                </a:moveTo>
                <a:cubicBezTo>
                  <a:pt x="166" y="162"/>
                  <a:pt x="164" y="164"/>
                  <a:pt x="162" y="165"/>
                </a:cubicBezTo>
                <a:cubicBezTo>
                  <a:pt x="160" y="167"/>
                  <a:pt x="158" y="168"/>
                  <a:pt x="155" y="169"/>
                </a:cubicBezTo>
                <a:cubicBezTo>
                  <a:pt x="153" y="170"/>
                  <a:pt x="151" y="170"/>
                  <a:pt x="149" y="171"/>
                </a:cubicBezTo>
                <a:cubicBezTo>
                  <a:pt x="149" y="177"/>
                  <a:pt x="149" y="177"/>
                  <a:pt x="149" y="177"/>
                </a:cubicBezTo>
                <a:cubicBezTo>
                  <a:pt x="141" y="177"/>
                  <a:pt x="141" y="177"/>
                  <a:pt x="141" y="177"/>
                </a:cubicBezTo>
                <a:cubicBezTo>
                  <a:pt x="141" y="171"/>
                  <a:pt x="141" y="171"/>
                  <a:pt x="141" y="171"/>
                </a:cubicBezTo>
                <a:cubicBezTo>
                  <a:pt x="138" y="170"/>
                  <a:pt x="136" y="170"/>
                  <a:pt x="134" y="169"/>
                </a:cubicBezTo>
                <a:cubicBezTo>
                  <a:pt x="131" y="168"/>
                  <a:pt x="128" y="167"/>
                  <a:pt x="126" y="165"/>
                </a:cubicBezTo>
                <a:cubicBezTo>
                  <a:pt x="124" y="163"/>
                  <a:pt x="123" y="161"/>
                  <a:pt x="122" y="158"/>
                </a:cubicBezTo>
                <a:cubicBezTo>
                  <a:pt x="121" y="156"/>
                  <a:pt x="120" y="153"/>
                  <a:pt x="120" y="149"/>
                </a:cubicBezTo>
                <a:cubicBezTo>
                  <a:pt x="131" y="149"/>
                  <a:pt x="131" y="149"/>
                  <a:pt x="131" y="149"/>
                </a:cubicBezTo>
                <a:cubicBezTo>
                  <a:pt x="131" y="153"/>
                  <a:pt x="132" y="157"/>
                  <a:pt x="134" y="159"/>
                </a:cubicBezTo>
                <a:cubicBezTo>
                  <a:pt x="135" y="161"/>
                  <a:pt x="137" y="162"/>
                  <a:pt x="141" y="162"/>
                </a:cubicBezTo>
                <a:cubicBezTo>
                  <a:pt x="141" y="140"/>
                  <a:pt x="141" y="140"/>
                  <a:pt x="141" y="140"/>
                </a:cubicBezTo>
                <a:cubicBezTo>
                  <a:pt x="139" y="140"/>
                  <a:pt x="137" y="139"/>
                  <a:pt x="135" y="138"/>
                </a:cubicBezTo>
                <a:cubicBezTo>
                  <a:pt x="133" y="137"/>
                  <a:pt x="130" y="136"/>
                  <a:pt x="128" y="134"/>
                </a:cubicBezTo>
                <a:cubicBezTo>
                  <a:pt x="126" y="133"/>
                  <a:pt x="125" y="131"/>
                  <a:pt x="124" y="129"/>
                </a:cubicBezTo>
                <a:cubicBezTo>
                  <a:pt x="122" y="127"/>
                  <a:pt x="122" y="124"/>
                  <a:pt x="122" y="121"/>
                </a:cubicBezTo>
                <a:cubicBezTo>
                  <a:pt x="122" y="118"/>
                  <a:pt x="122" y="115"/>
                  <a:pt x="123" y="113"/>
                </a:cubicBezTo>
                <a:cubicBezTo>
                  <a:pt x="125" y="111"/>
                  <a:pt x="126" y="109"/>
                  <a:pt x="128" y="107"/>
                </a:cubicBezTo>
                <a:cubicBezTo>
                  <a:pt x="130" y="106"/>
                  <a:pt x="132" y="105"/>
                  <a:pt x="135" y="104"/>
                </a:cubicBezTo>
                <a:cubicBezTo>
                  <a:pt x="137" y="103"/>
                  <a:pt x="139" y="103"/>
                  <a:pt x="141" y="103"/>
                </a:cubicBezTo>
                <a:cubicBezTo>
                  <a:pt x="141" y="97"/>
                  <a:pt x="141" y="97"/>
                  <a:pt x="141" y="97"/>
                </a:cubicBezTo>
                <a:cubicBezTo>
                  <a:pt x="149" y="97"/>
                  <a:pt x="149" y="97"/>
                  <a:pt x="149" y="97"/>
                </a:cubicBezTo>
                <a:cubicBezTo>
                  <a:pt x="149" y="103"/>
                  <a:pt x="149" y="103"/>
                  <a:pt x="149" y="103"/>
                </a:cubicBezTo>
                <a:cubicBezTo>
                  <a:pt x="151" y="103"/>
                  <a:pt x="152" y="103"/>
                  <a:pt x="154" y="104"/>
                </a:cubicBezTo>
                <a:cubicBezTo>
                  <a:pt x="157" y="104"/>
                  <a:pt x="159" y="106"/>
                  <a:pt x="161" y="107"/>
                </a:cubicBezTo>
                <a:cubicBezTo>
                  <a:pt x="163" y="109"/>
                  <a:pt x="164" y="110"/>
                  <a:pt x="165" y="113"/>
                </a:cubicBezTo>
                <a:cubicBezTo>
                  <a:pt x="166" y="115"/>
                  <a:pt x="167" y="117"/>
                  <a:pt x="167" y="120"/>
                </a:cubicBezTo>
                <a:cubicBezTo>
                  <a:pt x="156" y="120"/>
                  <a:pt x="156" y="120"/>
                  <a:pt x="156" y="120"/>
                </a:cubicBezTo>
                <a:cubicBezTo>
                  <a:pt x="156" y="117"/>
                  <a:pt x="155" y="115"/>
                  <a:pt x="154" y="113"/>
                </a:cubicBezTo>
                <a:cubicBezTo>
                  <a:pt x="153" y="112"/>
                  <a:pt x="151" y="111"/>
                  <a:pt x="149" y="111"/>
                </a:cubicBezTo>
                <a:cubicBezTo>
                  <a:pt x="149" y="130"/>
                  <a:pt x="149" y="130"/>
                  <a:pt x="149" y="130"/>
                </a:cubicBezTo>
                <a:cubicBezTo>
                  <a:pt x="151" y="131"/>
                  <a:pt x="153" y="132"/>
                  <a:pt x="155" y="133"/>
                </a:cubicBezTo>
                <a:cubicBezTo>
                  <a:pt x="157" y="134"/>
                  <a:pt x="160" y="135"/>
                  <a:pt x="162" y="136"/>
                </a:cubicBezTo>
                <a:cubicBezTo>
                  <a:pt x="164" y="138"/>
                  <a:pt x="165" y="140"/>
                  <a:pt x="167" y="142"/>
                </a:cubicBezTo>
                <a:cubicBezTo>
                  <a:pt x="168" y="144"/>
                  <a:pt x="169" y="147"/>
                  <a:pt x="169" y="150"/>
                </a:cubicBezTo>
                <a:cubicBezTo>
                  <a:pt x="169" y="154"/>
                  <a:pt x="168" y="157"/>
                  <a:pt x="167" y="159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6" name="Freeform 46"/>
          <p:cNvSpPr>
            <a:spLocks noEditPoints="1"/>
          </p:cNvSpPr>
          <p:nvPr/>
        </p:nvSpPr>
        <p:spPr bwMode="auto">
          <a:xfrm>
            <a:off x="1924051" y="5496985"/>
            <a:ext cx="579967" cy="317500"/>
          </a:xfrm>
          <a:custGeom>
            <a:avLst/>
            <a:gdLst>
              <a:gd name="T0" fmla="*/ 16 w 353"/>
              <a:gd name="T1" fmla="*/ 0 h 193"/>
              <a:gd name="T2" fmla="*/ 0 w 353"/>
              <a:gd name="T3" fmla="*/ 177 h 193"/>
              <a:gd name="T4" fmla="*/ 337 w 353"/>
              <a:gd name="T5" fmla="*/ 193 h 193"/>
              <a:gd name="T6" fmla="*/ 353 w 353"/>
              <a:gd name="T7" fmla="*/ 16 h 193"/>
              <a:gd name="T8" fmla="*/ 24 w 353"/>
              <a:gd name="T9" fmla="*/ 16 h 193"/>
              <a:gd name="T10" fmla="*/ 24 w 353"/>
              <a:gd name="T11" fmla="*/ 33 h 193"/>
              <a:gd name="T12" fmla="*/ 24 w 353"/>
              <a:gd name="T13" fmla="*/ 16 h 193"/>
              <a:gd name="T14" fmla="*/ 16 w 353"/>
              <a:gd name="T15" fmla="*/ 169 h 193"/>
              <a:gd name="T16" fmla="*/ 32 w 353"/>
              <a:gd name="T17" fmla="*/ 169 h 193"/>
              <a:gd name="T18" fmla="*/ 329 w 353"/>
              <a:gd name="T19" fmla="*/ 177 h 193"/>
              <a:gd name="T20" fmla="*/ 329 w 353"/>
              <a:gd name="T21" fmla="*/ 161 h 193"/>
              <a:gd name="T22" fmla="*/ 329 w 353"/>
              <a:gd name="T23" fmla="*/ 177 h 193"/>
              <a:gd name="T24" fmla="*/ 329 w 353"/>
              <a:gd name="T25" fmla="*/ 145 h 193"/>
              <a:gd name="T26" fmla="*/ 307 w 353"/>
              <a:gd name="T27" fmla="*/ 177 h 193"/>
              <a:gd name="T28" fmla="*/ 48 w 353"/>
              <a:gd name="T29" fmla="*/ 169 h 193"/>
              <a:gd name="T30" fmla="*/ 16 w 353"/>
              <a:gd name="T31" fmla="*/ 146 h 193"/>
              <a:gd name="T32" fmla="*/ 24 w 353"/>
              <a:gd name="T33" fmla="*/ 49 h 193"/>
              <a:gd name="T34" fmla="*/ 47 w 353"/>
              <a:gd name="T35" fmla="*/ 16 h 193"/>
              <a:gd name="T36" fmla="*/ 305 w 353"/>
              <a:gd name="T37" fmla="*/ 24 h 193"/>
              <a:gd name="T38" fmla="*/ 337 w 353"/>
              <a:gd name="T39" fmla="*/ 47 h 193"/>
              <a:gd name="T40" fmla="*/ 329 w 353"/>
              <a:gd name="T41" fmla="*/ 33 h 193"/>
              <a:gd name="T42" fmla="*/ 329 w 353"/>
              <a:gd name="T43" fmla="*/ 16 h 193"/>
              <a:gd name="T44" fmla="*/ 329 w 353"/>
              <a:gd name="T45" fmla="*/ 33 h 193"/>
              <a:gd name="T46" fmla="*/ 265 w 353"/>
              <a:gd name="T47" fmla="*/ 145 h 193"/>
              <a:gd name="T48" fmla="*/ 265 w 353"/>
              <a:gd name="T49" fmla="*/ 161 h 193"/>
              <a:gd name="T50" fmla="*/ 289 w 353"/>
              <a:gd name="T51" fmla="*/ 153 h 193"/>
              <a:gd name="T52" fmla="*/ 89 w 353"/>
              <a:gd name="T53" fmla="*/ 33 h 193"/>
              <a:gd name="T54" fmla="*/ 64 w 353"/>
              <a:gd name="T55" fmla="*/ 41 h 193"/>
              <a:gd name="T56" fmla="*/ 89 w 353"/>
              <a:gd name="T57" fmla="*/ 49 h 193"/>
              <a:gd name="T58" fmla="*/ 89 w 353"/>
              <a:gd name="T59" fmla="*/ 33 h 193"/>
              <a:gd name="T60" fmla="*/ 113 w 353"/>
              <a:gd name="T61" fmla="*/ 97 h 193"/>
              <a:gd name="T62" fmla="*/ 241 w 353"/>
              <a:gd name="T63" fmla="*/ 97 h 193"/>
              <a:gd name="T64" fmla="*/ 194 w 353"/>
              <a:gd name="T65" fmla="*/ 85 h 193"/>
              <a:gd name="T66" fmla="*/ 162 w 353"/>
              <a:gd name="T67" fmla="*/ 92 h 193"/>
              <a:gd name="T68" fmla="*/ 162 w 353"/>
              <a:gd name="T69" fmla="*/ 96 h 193"/>
              <a:gd name="T70" fmla="*/ 189 w 353"/>
              <a:gd name="T71" fmla="*/ 100 h 193"/>
              <a:gd name="T72" fmla="*/ 163 w 353"/>
              <a:gd name="T73" fmla="*/ 107 h 193"/>
              <a:gd name="T74" fmla="*/ 183 w 353"/>
              <a:gd name="T75" fmla="*/ 127 h 193"/>
              <a:gd name="T76" fmla="*/ 201 w 353"/>
              <a:gd name="T77" fmla="*/ 120 h 193"/>
              <a:gd name="T78" fmla="*/ 183 w 353"/>
              <a:gd name="T79" fmla="*/ 137 h 193"/>
              <a:gd name="T80" fmla="*/ 149 w 353"/>
              <a:gd name="T81" fmla="*/ 107 h 193"/>
              <a:gd name="T82" fmla="*/ 143 w 353"/>
              <a:gd name="T83" fmla="*/ 100 h 193"/>
              <a:gd name="T84" fmla="*/ 148 w 353"/>
              <a:gd name="T85" fmla="*/ 98 h 193"/>
              <a:gd name="T86" fmla="*/ 148 w 353"/>
              <a:gd name="T87" fmla="*/ 94 h 193"/>
              <a:gd name="T88" fmla="*/ 140 w 353"/>
              <a:gd name="T89" fmla="*/ 92 h 193"/>
              <a:gd name="T90" fmla="*/ 149 w 353"/>
              <a:gd name="T91" fmla="*/ 85 h 193"/>
              <a:gd name="T92" fmla="*/ 183 w 353"/>
              <a:gd name="T93" fmla="*/ 57 h 193"/>
              <a:gd name="T94" fmla="*/ 199 w 353"/>
              <a:gd name="T95" fmla="*/ 73 h 193"/>
              <a:gd name="T96" fmla="*/ 169 w 353"/>
              <a:gd name="T97" fmla="*/ 72 h 193"/>
              <a:gd name="T98" fmla="*/ 194 w 353"/>
              <a:gd name="T99" fmla="*/ 85 h 1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353" h="193">
                <a:moveTo>
                  <a:pt x="337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8"/>
                  <a:pt x="0" y="16"/>
                </a:cubicBezTo>
                <a:cubicBezTo>
                  <a:pt x="0" y="177"/>
                  <a:pt x="0" y="177"/>
                  <a:pt x="0" y="177"/>
                </a:cubicBezTo>
                <a:cubicBezTo>
                  <a:pt x="0" y="186"/>
                  <a:pt x="7" y="193"/>
                  <a:pt x="16" y="193"/>
                </a:cubicBezTo>
                <a:cubicBezTo>
                  <a:pt x="337" y="193"/>
                  <a:pt x="337" y="193"/>
                  <a:pt x="337" y="193"/>
                </a:cubicBezTo>
                <a:cubicBezTo>
                  <a:pt x="346" y="193"/>
                  <a:pt x="353" y="186"/>
                  <a:pt x="353" y="177"/>
                </a:cubicBezTo>
                <a:cubicBezTo>
                  <a:pt x="353" y="16"/>
                  <a:pt x="353" y="16"/>
                  <a:pt x="353" y="16"/>
                </a:cubicBezTo>
                <a:cubicBezTo>
                  <a:pt x="353" y="8"/>
                  <a:pt x="346" y="0"/>
                  <a:pt x="337" y="0"/>
                </a:cubicBezTo>
                <a:moveTo>
                  <a:pt x="24" y="16"/>
                </a:moveTo>
                <a:cubicBezTo>
                  <a:pt x="29" y="16"/>
                  <a:pt x="32" y="20"/>
                  <a:pt x="32" y="24"/>
                </a:cubicBezTo>
                <a:cubicBezTo>
                  <a:pt x="32" y="29"/>
                  <a:pt x="29" y="33"/>
                  <a:pt x="24" y="33"/>
                </a:cubicBezTo>
                <a:cubicBezTo>
                  <a:pt x="20" y="33"/>
                  <a:pt x="16" y="29"/>
                  <a:pt x="16" y="24"/>
                </a:cubicBezTo>
                <a:cubicBezTo>
                  <a:pt x="16" y="20"/>
                  <a:pt x="20" y="16"/>
                  <a:pt x="24" y="16"/>
                </a:cubicBezTo>
                <a:moveTo>
                  <a:pt x="24" y="177"/>
                </a:moveTo>
                <a:cubicBezTo>
                  <a:pt x="20" y="177"/>
                  <a:pt x="16" y="173"/>
                  <a:pt x="16" y="169"/>
                </a:cubicBezTo>
                <a:cubicBezTo>
                  <a:pt x="16" y="165"/>
                  <a:pt x="20" y="161"/>
                  <a:pt x="24" y="161"/>
                </a:cubicBezTo>
                <a:cubicBezTo>
                  <a:pt x="29" y="161"/>
                  <a:pt x="32" y="165"/>
                  <a:pt x="32" y="169"/>
                </a:cubicBezTo>
                <a:cubicBezTo>
                  <a:pt x="32" y="173"/>
                  <a:pt x="29" y="177"/>
                  <a:pt x="24" y="177"/>
                </a:cubicBezTo>
                <a:moveTo>
                  <a:pt x="329" y="177"/>
                </a:moveTo>
                <a:cubicBezTo>
                  <a:pt x="325" y="177"/>
                  <a:pt x="321" y="173"/>
                  <a:pt x="321" y="169"/>
                </a:cubicBezTo>
                <a:cubicBezTo>
                  <a:pt x="321" y="165"/>
                  <a:pt x="325" y="161"/>
                  <a:pt x="329" y="161"/>
                </a:cubicBezTo>
                <a:cubicBezTo>
                  <a:pt x="334" y="161"/>
                  <a:pt x="337" y="165"/>
                  <a:pt x="337" y="169"/>
                </a:cubicBezTo>
                <a:cubicBezTo>
                  <a:pt x="337" y="173"/>
                  <a:pt x="334" y="177"/>
                  <a:pt x="329" y="177"/>
                </a:cubicBezTo>
                <a:moveTo>
                  <a:pt x="337" y="146"/>
                </a:moveTo>
                <a:cubicBezTo>
                  <a:pt x="335" y="145"/>
                  <a:pt x="332" y="145"/>
                  <a:pt x="329" y="145"/>
                </a:cubicBezTo>
                <a:cubicBezTo>
                  <a:pt x="316" y="145"/>
                  <a:pt x="305" y="156"/>
                  <a:pt x="305" y="169"/>
                </a:cubicBezTo>
                <a:cubicBezTo>
                  <a:pt x="305" y="172"/>
                  <a:pt x="306" y="174"/>
                  <a:pt x="307" y="177"/>
                </a:cubicBezTo>
                <a:cubicBezTo>
                  <a:pt x="47" y="177"/>
                  <a:pt x="47" y="177"/>
                  <a:pt x="47" y="177"/>
                </a:cubicBezTo>
                <a:cubicBezTo>
                  <a:pt x="48" y="174"/>
                  <a:pt x="48" y="172"/>
                  <a:pt x="48" y="169"/>
                </a:cubicBezTo>
                <a:cubicBezTo>
                  <a:pt x="48" y="156"/>
                  <a:pt x="38" y="145"/>
                  <a:pt x="24" y="145"/>
                </a:cubicBezTo>
                <a:cubicBezTo>
                  <a:pt x="21" y="145"/>
                  <a:pt x="19" y="145"/>
                  <a:pt x="16" y="146"/>
                </a:cubicBezTo>
                <a:cubicBezTo>
                  <a:pt x="16" y="47"/>
                  <a:pt x="16" y="47"/>
                  <a:pt x="16" y="47"/>
                </a:cubicBezTo>
                <a:cubicBezTo>
                  <a:pt x="19" y="48"/>
                  <a:pt x="21" y="49"/>
                  <a:pt x="24" y="49"/>
                </a:cubicBezTo>
                <a:cubicBezTo>
                  <a:pt x="38" y="49"/>
                  <a:pt x="48" y="38"/>
                  <a:pt x="48" y="24"/>
                </a:cubicBezTo>
                <a:cubicBezTo>
                  <a:pt x="48" y="22"/>
                  <a:pt x="48" y="19"/>
                  <a:pt x="47" y="16"/>
                </a:cubicBezTo>
                <a:cubicBezTo>
                  <a:pt x="307" y="16"/>
                  <a:pt x="307" y="16"/>
                  <a:pt x="307" y="16"/>
                </a:cubicBezTo>
                <a:cubicBezTo>
                  <a:pt x="306" y="19"/>
                  <a:pt x="305" y="22"/>
                  <a:pt x="305" y="24"/>
                </a:cubicBezTo>
                <a:cubicBezTo>
                  <a:pt x="305" y="38"/>
                  <a:pt x="316" y="49"/>
                  <a:pt x="329" y="49"/>
                </a:cubicBezTo>
                <a:cubicBezTo>
                  <a:pt x="332" y="49"/>
                  <a:pt x="335" y="48"/>
                  <a:pt x="337" y="47"/>
                </a:cubicBezTo>
                <a:lnTo>
                  <a:pt x="337" y="146"/>
                </a:lnTo>
                <a:close/>
                <a:moveTo>
                  <a:pt x="329" y="33"/>
                </a:moveTo>
                <a:cubicBezTo>
                  <a:pt x="325" y="33"/>
                  <a:pt x="321" y="29"/>
                  <a:pt x="321" y="24"/>
                </a:cubicBezTo>
                <a:cubicBezTo>
                  <a:pt x="321" y="20"/>
                  <a:pt x="325" y="16"/>
                  <a:pt x="329" y="16"/>
                </a:cubicBezTo>
                <a:cubicBezTo>
                  <a:pt x="334" y="16"/>
                  <a:pt x="337" y="20"/>
                  <a:pt x="337" y="24"/>
                </a:cubicBezTo>
                <a:cubicBezTo>
                  <a:pt x="337" y="29"/>
                  <a:pt x="334" y="33"/>
                  <a:pt x="329" y="33"/>
                </a:cubicBezTo>
                <a:moveTo>
                  <a:pt x="281" y="145"/>
                </a:moveTo>
                <a:cubicBezTo>
                  <a:pt x="265" y="145"/>
                  <a:pt x="265" y="145"/>
                  <a:pt x="265" y="145"/>
                </a:cubicBezTo>
                <a:cubicBezTo>
                  <a:pt x="261" y="145"/>
                  <a:pt x="257" y="148"/>
                  <a:pt x="257" y="153"/>
                </a:cubicBezTo>
                <a:cubicBezTo>
                  <a:pt x="257" y="157"/>
                  <a:pt x="261" y="161"/>
                  <a:pt x="265" y="161"/>
                </a:cubicBezTo>
                <a:cubicBezTo>
                  <a:pt x="281" y="161"/>
                  <a:pt x="281" y="161"/>
                  <a:pt x="281" y="161"/>
                </a:cubicBezTo>
                <a:cubicBezTo>
                  <a:pt x="286" y="161"/>
                  <a:pt x="289" y="157"/>
                  <a:pt x="289" y="153"/>
                </a:cubicBezTo>
                <a:cubicBezTo>
                  <a:pt x="289" y="148"/>
                  <a:pt x="286" y="145"/>
                  <a:pt x="281" y="145"/>
                </a:cubicBezTo>
                <a:moveTo>
                  <a:pt x="89" y="33"/>
                </a:moveTo>
                <a:cubicBezTo>
                  <a:pt x="72" y="33"/>
                  <a:pt x="72" y="33"/>
                  <a:pt x="72" y="33"/>
                </a:cubicBezTo>
                <a:cubicBezTo>
                  <a:pt x="68" y="33"/>
                  <a:pt x="64" y="36"/>
                  <a:pt x="64" y="41"/>
                </a:cubicBezTo>
                <a:cubicBezTo>
                  <a:pt x="64" y="45"/>
                  <a:pt x="68" y="49"/>
                  <a:pt x="72" y="49"/>
                </a:cubicBezTo>
                <a:cubicBezTo>
                  <a:pt x="89" y="49"/>
                  <a:pt x="89" y="49"/>
                  <a:pt x="89" y="49"/>
                </a:cubicBezTo>
                <a:cubicBezTo>
                  <a:pt x="93" y="49"/>
                  <a:pt x="97" y="45"/>
                  <a:pt x="97" y="41"/>
                </a:cubicBezTo>
                <a:cubicBezTo>
                  <a:pt x="97" y="36"/>
                  <a:pt x="93" y="33"/>
                  <a:pt x="89" y="33"/>
                </a:cubicBezTo>
                <a:moveTo>
                  <a:pt x="177" y="33"/>
                </a:moveTo>
                <a:cubicBezTo>
                  <a:pt x="141" y="33"/>
                  <a:pt x="113" y="61"/>
                  <a:pt x="113" y="97"/>
                </a:cubicBezTo>
                <a:cubicBezTo>
                  <a:pt x="113" y="132"/>
                  <a:pt x="141" y="161"/>
                  <a:pt x="177" y="161"/>
                </a:cubicBezTo>
                <a:cubicBezTo>
                  <a:pt x="212" y="161"/>
                  <a:pt x="241" y="132"/>
                  <a:pt x="241" y="97"/>
                </a:cubicBezTo>
                <a:cubicBezTo>
                  <a:pt x="241" y="61"/>
                  <a:pt x="212" y="33"/>
                  <a:pt x="177" y="33"/>
                </a:cubicBezTo>
                <a:moveTo>
                  <a:pt x="194" y="85"/>
                </a:moveTo>
                <a:cubicBezTo>
                  <a:pt x="191" y="92"/>
                  <a:pt x="191" y="92"/>
                  <a:pt x="191" y="92"/>
                </a:cubicBezTo>
                <a:cubicBezTo>
                  <a:pt x="162" y="92"/>
                  <a:pt x="162" y="92"/>
                  <a:pt x="162" y="92"/>
                </a:cubicBezTo>
                <a:cubicBezTo>
                  <a:pt x="162" y="93"/>
                  <a:pt x="162" y="93"/>
                  <a:pt x="162" y="94"/>
                </a:cubicBezTo>
                <a:cubicBezTo>
                  <a:pt x="162" y="96"/>
                  <a:pt x="162" y="96"/>
                  <a:pt x="162" y="96"/>
                </a:cubicBezTo>
                <a:cubicBezTo>
                  <a:pt x="162" y="98"/>
                  <a:pt x="162" y="99"/>
                  <a:pt x="162" y="100"/>
                </a:cubicBezTo>
                <a:cubicBezTo>
                  <a:pt x="189" y="100"/>
                  <a:pt x="189" y="100"/>
                  <a:pt x="189" y="100"/>
                </a:cubicBezTo>
                <a:cubicBezTo>
                  <a:pt x="186" y="107"/>
                  <a:pt x="186" y="107"/>
                  <a:pt x="186" y="107"/>
                </a:cubicBezTo>
                <a:cubicBezTo>
                  <a:pt x="163" y="107"/>
                  <a:pt x="163" y="107"/>
                  <a:pt x="163" y="107"/>
                </a:cubicBezTo>
                <a:cubicBezTo>
                  <a:pt x="164" y="113"/>
                  <a:pt x="166" y="117"/>
                  <a:pt x="169" y="121"/>
                </a:cubicBezTo>
                <a:cubicBezTo>
                  <a:pt x="172" y="125"/>
                  <a:pt x="177" y="127"/>
                  <a:pt x="183" y="127"/>
                </a:cubicBezTo>
                <a:cubicBezTo>
                  <a:pt x="187" y="127"/>
                  <a:pt x="190" y="126"/>
                  <a:pt x="193" y="125"/>
                </a:cubicBezTo>
                <a:cubicBezTo>
                  <a:pt x="195" y="124"/>
                  <a:pt x="198" y="122"/>
                  <a:pt x="201" y="120"/>
                </a:cubicBezTo>
                <a:cubicBezTo>
                  <a:pt x="201" y="132"/>
                  <a:pt x="201" y="132"/>
                  <a:pt x="201" y="132"/>
                </a:cubicBezTo>
                <a:cubicBezTo>
                  <a:pt x="196" y="135"/>
                  <a:pt x="190" y="137"/>
                  <a:pt x="183" y="137"/>
                </a:cubicBezTo>
                <a:cubicBezTo>
                  <a:pt x="173" y="137"/>
                  <a:pt x="164" y="134"/>
                  <a:pt x="159" y="128"/>
                </a:cubicBezTo>
                <a:cubicBezTo>
                  <a:pt x="153" y="123"/>
                  <a:pt x="150" y="116"/>
                  <a:pt x="149" y="107"/>
                </a:cubicBezTo>
                <a:cubicBezTo>
                  <a:pt x="140" y="107"/>
                  <a:pt x="140" y="107"/>
                  <a:pt x="140" y="107"/>
                </a:cubicBezTo>
                <a:cubicBezTo>
                  <a:pt x="143" y="100"/>
                  <a:pt x="143" y="100"/>
                  <a:pt x="143" y="100"/>
                </a:cubicBezTo>
                <a:cubicBezTo>
                  <a:pt x="148" y="100"/>
                  <a:pt x="148" y="100"/>
                  <a:pt x="148" y="100"/>
                </a:cubicBezTo>
                <a:cubicBezTo>
                  <a:pt x="148" y="99"/>
                  <a:pt x="148" y="99"/>
                  <a:pt x="148" y="98"/>
                </a:cubicBezTo>
                <a:cubicBezTo>
                  <a:pt x="148" y="98"/>
                  <a:pt x="148" y="97"/>
                  <a:pt x="148" y="96"/>
                </a:cubicBezTo>
                <a:cubicBezTo>
                  <a:pt x="148" y="96"/>
                  <a:pt x="148" y="95"/>
                  <a:pt x="148" y="94"/>
                </a:cubicBezTo>
                <a:cubicBezTo>
                  <a:pt x="148" y="94"/>
                  <a:pt x="148" y="93"/>
                  <a:pt x="148" y="92"/>
                </a:cubicBezTo>
                <a:cubicBezTo>
                  <a:pt x="140" y="92"/>
                  <a:pt x="140" y="92"/>
                  <a:pt x="140" y="92"/>
                </a:cubicBezTo>
                <a:cubicBezTo>
                  <a:pt x="143" y="85"/>
                  <a:pt x="143" y="85"/>
                  <a:pt x="143" y="85"/>
                </a:cubicBezTo>
                <a:cubicBezTo>
                  <a:pt x="149" y="85"/>
                  <a:pt x="149" y="85"/>
                  <a:pt x="149" y="85"/>
                </a:cubicBezTo>
                <a:cubicBezTo>
                  <a:pt x="151" y="77"/>
                  <a:pt x="155" y="70"/>
                  <a:pt x="160" y="65"/>
                </a:cubicBezTo>
                <a:cubicBezTo>
                  <a:pt x="166" y="59"/>
                  <a:pt x="174" y="57"/>
                  <a:pt x="183" y="57"/>
                </a:cubicBezTo>
                <a:cubicBezTo>
                  <a:pt x="190" y="57"/>
                  <a:pt x="197" y="59"/>
                  <a:pt x="204" y="63"/>
                </a:cubicBezTo>
                <a:cubicBezTo>
                  <a:pt x="199" y="73"/>
                  <a:pt x="199" y="73"/>
                  <a:pt x="199" y="73"/>
                </a:cubicBezTo>
                <a:cubicBezTo>
                  <a:pt x="194" y="69"/>
                  <a:pt x="188" y="66"/>
                  <a:pt x="182" y="66"/>
                </a:cubicBezTo>
                <a:cubicBezTo>
                  <a:pt x="177" y="66"/>
                  <a:pt x="173" y="68"/>
                  <a:pt x="169" y="72"/>
                </a:cubicBezTo>
                <a:cubicBezTo>
                  <a:pt x="166" y="76"/>
                  <a:pt x="164" y="80"/>
                  <a:pt x="163" y="85"/>
                </a:cubicBezTo>
                <a:lnTo>
                  <a:pt x="194" y="85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7" name="Freeform 47"/>
          <p:cNvSpPr>
            <a:spLocks noEditPoints="1"/>
          </p:cNvSpPr>
          <p:nvPr/>
        </p:nvSpPr>
        <p:spPr bwMode="auto">
          <a:xfrm>
            <a:off x="3033185" y="5444068"/>
            <a:ext cx="582084" cy="423333"/>
          </a:xfrm>
          <a:custGeom>
            <a:avLst/>
            <a:gdLst>
              <a:gd name="T0" fmla="*/ 313 w 353"/>
              <a:gd name="T1" fmla="*/ 48 h 257"/>
              <a:gd name="T2" fmla="*/ 313 w 353"/>
              <a:gd name="T3" fmla="*/ 32 h 257"/>
              <a:gd name="T4" fmla="*/ 32 w 353"/>
              <a:gd name="T5" fmla="*/ 40 h 257"/>
              <a:gd name="T6" fmla="*/ 72 w 353"/>
              <a:gd name="T7" fmla="*/ 16 h 257"/>
              <a:gd name="T8" fmla="*/ 289 w 353"/>
              <a:gd name="T9" fmla="*/ 8 h 257"/>
              <a:gd name="T10" fmla="*/ 72 w 353"/>
              <a:gd name="T11" fmla="*/ 0 h 257"/>
              <a:gd name="T12" fmla="*/ 72 w 353"/>
              <a:gd name="T13" fmla="*/ 16 h 257"/>
              <a:gd name="T14" fmla="*/ 264 w 353"/>
              <a:gd name="T15" fmla="*/ 209 h 257"/>
              <a:gd name="T16" fmla="*/ 264 w 353"/>
              <a:gd name="T17" fmla="*/ 225 h 257"/>
              <a:gd name="T18" fmla="*/ 289 w 353"/>
              <a:gd name="T19" fmla="*/ 217 h 257"/>
              <a:gd name="T20" fmla="*/ 337 w 353"/>
              <a:gd name="T21" fmla="*/ 64 h 257"/>
              <a:gd name="T22" fmla="*/ 0 w 353"/>
              <a:gd name="T23" fmla="*/ 81 h 257"/>
              <a:gd name="T24" fmla="*/ 16 w 353"/>
              <a:gd name="T25" fmla="*/ 257 h 257"/>
              <a:gd name="T26" fmla="*/ 353 w 353"/>
              <a:gd name="T27" fmla="*/ 241 h 257"/>
              <a:gd name="T28" fmla="*/ 337 w 353"/>
              <a:gd name="T29" fmla="*/ 64 h 257"/>
              <a:gd name="T30" fmla="*/ 32 w 353"/>
              <a:gd name="T31" fmla="*/ 89 h 257"/>
              <a:gd name="T32" fmla="*/ 16 w 353"/>
              <a:gd name="T33" fmla="*/ 89 h 257"/>
              <a:gd name="T34" fmla="*/ 24 w 353"/>
              <a:gd name="T35" fmla="*/ 241 h 257"/>
              <a:gd name="T36" fmla="*/ 24 w 353"/>
              <a:gd name="T37" fmla="*/ 225 h 257"/>
              <a:gd name="T38" fmla="*/ 24 w 353"/>
              <a:gd name="T39" fmla="*/ 241 h 257"/>
              <a:gd name="T40" fmla="*/ 321 w 353"/>
              <a:gd name="T41" fmla="*/ 233 h 257"/>
              <a:gd name="T42" fmla="*/ 337 w 353"/>
              <a:gd name="T43" fmla="*/ 233 h 257"/>
              <a:gd name="T44" fmla="*/ 337 w 353"/>
              <a:gd name="T45" fmla="*/ 210 h 257"/>
              <a:gd name="T46" fmla="*/ 305 w 353"/>
              <a:gd name="T47" fmla="*/ 233 h 257"/>
              <a:gd name="T48" fmla="*/ 46 w 353"/>
              <a:gd name="T49" fmla="*/ 241 h 257"/>
              <a:gd name="T50" fmla="*/ 24 w 353"/>
              <a:gd name="T51" fmla="*/ 209 h 257"/>
              <a:gd name="T52" fmla="*/ 16 w 353"/>
              <a:gd name="T53" fmla="*/ 111 h 257"/>
              <a:gd name="T54" fmla="*/ 48 w 353"/>
              <a:gd name="T55" fmla="*/ 89 h 257"/>
              <a:gd name="T56" fmla="*/ 306 w 353"/>
              <a:gd name="T57" fmla="*/ 81 h 257"/>
              <a:gd name="T58" fmla="*/ 329 w 353"/>
              <a:gd name="T59" fmla="*/ 113 h 257"/>
              <a:gd name="T60" fmla="*/ 337 w 353"/>
              <a:gd name="T61" fmla="*/ 210 h 257"/>
              <a:gd name="T62" fmla="*/ 321 w 353"/>
              <a:gd name="T63" fmla="*/ 89 h 257"/>
              <a:gd name="T64" fmla="*/ 337 w 353"/>
              <a:gd name="T65" fmla="*/ 89 h 257"/>
              <a:gd name="T66" fmla="*/ 176 w 353"/>
              <a:gd name="T67" fmla="*/ 97 h 257"/>
              <a:gd name="T68" fmla="*/ 176 w 353"/>
              <a:gd name="T69" fmla="*/ 225 h 257"/>
              <a:gd name="T70" fmla="*/ 176 w 353"/>
              <a:gd name="T71" fmla="*/ 97 h 257"/>
              <a:gd name="T72" fmla="*/ 190 w 353"/>
              <a:gd name="T73" fmla="*/ 156 h 257"/>
              <a:gd name="T74" fmla="*/ 161 w 353"/>
              <a:gd name="T75" fmla="*/ 158 h 257"/>
              <a:gd name="T76" fmla="*/ 162 w 353"/>
              <a:gd name="T77" fmla="*/ 164 h 257"/>
              <a:gd name="T78" fmla="*/ 186 w 353"/>
              <a:gd name="T79" fmla="*/ 171 h 257"/>
              <a:gd name="T80" fmla="*/ 168 w 353"/>
              <a:gd name="T81" fmla="*/ 185 h 257"/>
              <a:gd name="T82" fmla="*/ 192 w 353"/>
              <a:gd name="T83" fmla="*/ 189 h 257"/>
              <a:gd name="T84" fmla="*/ 200 w 353"/>
              <a:gd name="T85" fmla="*/ 196 h 257"/>
              <a:gd name="T86" fmla="*/ 158 w 353"/>
              <a:gd name="T87" fmla="*/ 192 h 257"/>
              <a:gd name="T88" fmla="*/ 139 w 353"/>
              <a:gd name="T89" fmla="*/ 171 h 257"/>
              <a:gd name="T90" fmla="*/ 148 w 353"/>
              <a:gd name="T91" fmla="*/ 164 h 257"/>
              <a:gd name="T92" fmla="*/ 148 w 353"/>
              <a:gd name="T93" fmla="*/ 160 h 257"/>
              <a:gd name="T94" fmla="*/ 148 w 353"/>
              <a:gd name="T95" fmla="*/ 156 h 257"/>
              <a:gd name="T96" fmla="*/ 142 w 353"/>
              <a:gd name="T97" fmla="*/ 149 h 257"/>
              <a:gd name="T98" fmla="*/ 159 w 353"/>
              <a:gd name="T99" fmla="*/ 129 h 257"/>
              <a:gd name="T100" fmla="*/ 203 w 353"/>
              <a:gd name="T101" fmla="*/ 128 h 257"/>
              <a:gd name="T102" fmla="*/ 182 w 353"/>
              <a:gd name="T103" fmla="*/ 131 h 257"/>
              <a:gd name="T104" fmla="*/ 162 w 353"/>
              <a:gd name="T105" fmla="*/ 149 h 257"/>
              <a:gd name="T106" fmla="*/ 88 w 353"/>
              <a:gd name="T107" fmla="*/ 97 h 257"/>
              <a:gd name="T108" fmla="*/ 64 w 353"/>
              <a:gd name="T109" fmla="*/ 105 h 257"/>
              <a:gd name="T110" fmla="*/ 88 w 353"/>
              <a:gd name="T111" fmla="*/ 113 h 257"/>
              <a:gd name="T112" fmla="*/ 88 w 353"/>
              <a:gd name="T113" fmla="*/ 97 h 2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353" h="257">
                <a:moveTo>
                  <a:pt x="40" y="48"/>
                </a:moveTo>
                <a:cubicBezTo>
                  <a:pt x="313" y="48"/>
                  <a:pt x="313" y="48"/>
                  <a:pt x="313" y="48"/>
                </a:cubicBezTo>
                <a:cubicBezTo>
                  <a:pt x="317" y="48"/>
                  <a:pt x="321" y="45"/>
                  <a:pt x="321" y="40"/>
                </a:cubicBezTo>
                <a:cubicBezTo>
                  <a:pt x="321" y="36"/>
                  <a:pt x="317" y="32"/>
                  <a:pt x="313" y="32"/>
                </a:cubicBezTo>
                <a:cubicBezTo>
                  <a:pt x="40" y="32"/>
                  <a:pt x="40" y="32"/>
                  <a:pt x="40" y="32"/>
                </a:cubicBezTo>
                <a:cubicBezTo>
                  <a:pt x="35" y="32"/>
                  <a:pt x="32" y="36"/>
                  <a:pt x="32" y="40"/>
                </a:cubicBezTo>
                <a:cubicBezTo>
                  <a:pt x="32" y="45"/>
                  <a:pt x="35" y="48"/>
                  <a:pt x="40" y="48"/>
                </a:cubicBezTo>
                <a:moveTo>
                  <a:pt x="72" y="16"/>
                </a:moveTo>
                <a:cubicBezTo>
                  <a:pt x="281" y="16"/>
                  <a:pt x="281" y="16"/>
                  <a:pt x="281" y="16"/>
                </a:cubicBezTo>
                <a:cubicBezTo>
                  <a:pt x="285" y="16"/>
                  <a:pt x="289" y="13"/>
                  <a:pt x="289" y="8"/>
                </a:cubicBezTo>
                <a:cubicBezTo>
                  <a:pt x="289" y="4"/>
                  <a:pt x="285" y="0"/>
                  <a:pt x="281" y="0"/>
                </a:cubicBezTo>
                <a:cubicBezTo>
                  <a:pt x="72" y="0"/>
                  <a:pt x="72" y="0"/>
                  <a:pt x="72" y="0"/>
                </a:cubicBezTo>
                <a:cubicBezTo>
                  <a:pt x="67" y="0"/>
                  <a:pt x="64" y="4"/>
                  <a:pt x="64" y="8"/>
                </a:cubicBezTo>
                <a:cubicBezTo>
                  <a:pt x="64" y="13"/>
                  <a:pt x="67" y="16"/>
                  <a:pt x="72" y="16"/>
                </a:cubicBezTo>
                <a:moveTo>
                  <a:pt x="281" y="209"/>
                </a:moveTo>
                <a:cubicBezTo>
                  <a:pt x="264" y="209"/>
                  <a:pt x="264" y="209"/>
                  <a:pt x="264" y="209"/>
                </a:cubicBezTo>
                <a:cubicBezTo>
                  <a:pt x="260" y="209"/>
                  <a:pt x="256" y="213"/>
                  <a:pt x="256" y="217"/>
                </a:cubicBezTo>
                <a:cubicBezTo>
                  <a:pt x="256" y="221"/>
                  <a:pt x="260" y="225"/>
                  <a:pt x="264" y="225"/>
                </a:cubicBezTo>
                <a:cubicBezTo>
                  <a:pt x="281" y="225"/>
                  <a:pt x="281" y="225"/>
                  <a:pt x="281" y="225"/>
                </a:cubicBezTo>
                <a:cubicBezTo>
                  <a:pt x="285" y="225"/>
                  <a:pt x="289" y="221"/>
                  <a:pt x="289" y="217"/>
                </a:cubicBezTo>
                <a:cubicBezTo>
                  <a:pt x="289" y="213"/>
                  <a:pt x="285" y="209"/>
                  <a:pt x="281" y="209"/>
                </a:cubicBezTo>
                <a:moveTo>
                  <a:pt x="337" y="64"/>
                </a:moveTo>
                <a:cubicBezTo>
                  <a:pt x="16" y="64"/>
                  <a:pt x="16" y="64"/>
                  <a:pt x="16" y="64"/>
                </a:cubicBezTo>
                <a:cubicBezTo>
                  <a:pt x="7" y="64"/>
                  <a:pt x="0" y="72"/>
                  <a:pt x="0" y="81"/>
                </a:cubicBezTo>
                <a:cubicBezTo>
                  <a:pt x="0" y="241"/>
                  <a:pt x="0" y="241"/>
                  <a:pt x="0" y="241"/>
                </a:cubicBezTo>
                <a:cubicBezTo>
                  <a:pt x="0" y="250"/>
                  <a:pt x="7" y="257"/>
                  <a:pt x="16" y="257"/>
                </a:cubicBezTo>
                <a:cubicBezTo>
                  <a:pt x="337" y="257"/>
                  <a:pt x="337" y="257"/>
                  <a:pt x="337" y="257"/>
                </a:cubicBezTo>
                <a:cubicBezTo>
                  <a:pt x="346" y="257"/>
                  <a:pt x="353" y="250"/>
                  <a:pt x="353" y="241"/>
                </a:cubicBezTo>
                <a:cubicBezTo>
                  <a:pt x="353" y="81"/>
                  <a:pt x="353" y="81"/>
                  <a:pt x="353" y="81"/>
                </a:cubicBezTo>
                <a:cubicBezTo>
                  <a:pt x="353" y="72"/>
                  <a:pt x="346" y="64"/>
                  <a:pt x="337" y="64"/>
                </a:cubicBezTo>
                <a:moveTo>
                  <a:pt x="24" y="81"/>
                </a:moveTo>
                <a:cubicBezTo>
                  <a:pt x="28" y="81"/>
                  <a:pt x="32" y="84"/>
                  <a:pt x="32" y="89"/>
                </a:cubicBezTo>
                <a:cubicBezTo>
                  <a:pt x="32" y="93"/>
                  <a:pt x="28" y="97"/>
                  <a:pt x="24" y="97"/>
                </a:cubicBezTo>
                <a:cubicBezTo>
                  <a:pt x="19" y="97"/>
                  <a:pt x="16" y="93"/>
                  <a:pt x="16" y="89"/>
                </a:cubicBezTo>
                <a:cubicBezTo>
                  <a:pt x="16" y="84"/>
                  <a:pt x="19" y="81"/>
                  <a:pt x="24" y="81"/>
                </a:cubicBezTo>
                <a:moveTo>
                  <a:pt x="24" y="241"/>
                </a:moveTo>
                <a:cubicBezTo>
                  <a:pt x="19" y="241"/>
                  <a:pt x="16" y="238"/>
                  <a:pt x="16" y="233"/>
                </a:cubicBezTo>
                <a:cubicBezTo>
                  <a:pt x="16" y="229"/>
                  <a:pt x="19" y="225"/>
                  <a:pt x="24" y="225"/>
                </a:cubicBezTo>
                <a:cubicBezTo>
                  <a:pt x="28" y="225"/>
                  <a:pt x="32" y="229"/>
                  <a:pt x="32" y="233"/>
                </a:cubicBezTo>
                <a:cubicBezTo>
                  <a:pt x="32" y="238"/>
                  <a:pt x="28" y="241"/>
                  <a:pt x="24" y="241"/>
                </a:cubicBezTo>
                <a:moveTo>
                  <a:pt x="329" y="241"/>
                </a:moveTo>
                <a:cubicBezTo>
                  <a:pt x="324" y="241"/>
                  <a:pt x="321" y="238"/>
                  <a:pt x="321" y="233"/>
                </a:cubicBezTo>
                <a:cubicBezTo>
                  <a:pt x="321" y="229"/>
                  <a:pt x="324" y="225"/>
                  <a:pt x="329" y="225"/>
                </a:cubicBezTo>
                <a:cubicBezTo>
                  <a:pt x="333" y="225"/>
                  <a:pt x="337" y="229"/>
                  <a:pt x="337" y="233"/>
                </a:cubicBezTo>
                <a:cubicBezTo>
                  <a:pt x="337" y="238"/>
                  <a:pt x="333" y="241"/>
                  <a:pt x="329" y="241"/>
                </a:cubicBezTo>
                <a:moveTo>
                  <a:pt x="337" y="210"/>
                </a:moveTo>
                <a:cubicBezTo>
                  <a:pt x="334" y="210"/>
                  <a:pt x="332" y="209"/>
                  <a:pt x="329" y="209"/>
                </a:cubicBezTo>
                <a:cubicBezTo>
                  <a:pt x="315" y="209"/>
                  <a:pt x="305" y="220"/>
                  <a:pt x="305" y="233"/>
                </a:cubicBezTo>
                <a:cubicBezTo>
                  <a:pt x="305" y="236"/>
                  <a:pt x="305" y="239"/>
                  <a:pt x="306" y="241"/>
                </a:cubicBezTo>
                <a:cubicBezTo>
                  <a:pt x="46" y="241"/>
                  <a:pt x="46" y="241"/>
                  <a:pt x="46" y="241"/>
                </a:cubicBezTo>
                <a:cubicBezTo>
                  <a:pt x="47" y="239"/>
                  <a:pt x="48" y="236"/>
                  <a:pt x="48" y="233"/>
                </a:cubicBezTo>
                <a:cubicBezTo>
                  <a:pt x="48" y="220"/>
                  <a:pt x="37" y="209"/>
                  <a:pt x="24" y="209"/>
                </a:cubicBezTo>
                <a:cubicBezTo>
                  <a:pt x="21" y="209"/>
                  <a:pt x="18" y="210"/>
                  <a:pt x="16" y="210"/>
                </a:cubicBezTo>
                <a:cubicBezTo>
                  <a:pt x="16" y="111"/>
                  <a:pt x="16" y="111"/>
                  <a:pt x="16" y="111"/>
                </a:cubicBezTo>
                <a:cubicBezTo>
                  <a:pt x="18" y="112"/>
                  <a:pt x="21" y="113"/>
                  <a:pt x="24" y="113"/>
                </a:cubicBezTo>
                <a:cubicBezTo>
                  <a:pt x="37" y="113"/>
                  <a:pt x="48" y="102"/>
                  <a:pt x="48" y="89"/>
                </a:cubicBezTo>
                <a:cubicBezTo>
                  <a:pt x="48" y="86"/>
                  <a:pt x="47" y="83"/>
                  <a:pt x="46" y="81"/>
                </a:cubicBezTo>
                <a:cubicBezTo>
                  <a:pt x="306" y="81"/>
                  <a:pt x="306" y="81"/>
                  <a:pt x="306" y="81"/>
                </a:cubicBezTo>
                <a:cubicBezTo>
                  <a:pt x="305" y="83"/>
                  <a:pt x="305" y="86"/>
                  <a:pt x="305" y="89"/>
                </a:cubicBezTo>
                <a:cubicBezTo>
                  <a:pt x="305" y="102"/>
                  <a:pt x="315" y="113"/>
                  <a:pt x="329" y="113"/>
                </a:cubicBezTo>
                <a:cubicBezTo>
                  <a:pt x="332" y="113"/>
                  <a:pt x="334" y="112"/>
                  <a:pt x="337" y="111"/>
                </a:cubicBezTo>
                <a:lnTo>
                  <a:pt x="337" y="210"/>
                </a:lnTo>
                <a:close/>
                <a:moveTo>
                  <a:pt x="329" y="97"/>
                </a:moveTo>
                <a:cubicBezTo>
                  <a:pt x="324" y="97"/>
                  <a:pt x="321" y="93"/>
                  <a:pt x="321" y="89"/>
                </a:cubicBezTo>
                <a:cubicBezTo>
                  <a:pt x="321" y="84"/>
                  <a:pt x="324" y="81"/>
                  <a:pt x="329" y="81"/>
                </a:cubicBezTo>
                <a:cubicBezTo>
                  <a:pt x="333" y="81"/>
                  <a:pt x="337" y="84"/>
                  <a:pt x="337" y="89"/>
                </a:cubicBezTo>
                <a:cubicBezTo>
                  <a:pt x="337" y="93"/>
                  <a:pt x="333" y="97"/>
                  <a:pt x="329" y="97"/>
                </a:cubicBezTo>
                <a:moveTo>
                  <a:pt x="176" y="97"/>
                </a:moveTo>
                <a:cubicBezTo>
                  <a:pt x="141" y="97"/>
                  <a:pt x="112" y="125"/>
                  <a:pt x="112" y="161"/>
                </a:cubicBezTo>
                <a:cubicBezTo>
                  <a:pt x="112" y="196"/>
                  <a:pt x="141" y="225"/>
                  <a:pt x="176" y="225"/>
                </a:cubicBezTo>
                <a:cubicBezTo>
                  <a:pt x="212" y="225"/>
                  <a:pt x="240" y="196"/>
                  <a:pt x="240" y="161"/>
                </a:cubicBezTo>
                <a:cubicBezTo>
                  <a:pt x="240" y="125"/>
                  <a:pt x="212" y="97"/>
                  <a:pt x="176" y="97"/>
                </a:cubicBezTo>
                <a:moveTo>
                  <a:pt x="193" y="149"/>
                </a:moveTo>
                <a:cubicBezTo>
                  <a:pt x="190" y="156"/>
                  <a:pt x="190" y="156"/>
                  <a:pt x="190" y="156"/>
                </a:cubicBezTo>
                <a:cubicBezTo>
                  <a:pt x="162" y="156"/>
                  <a:pt x="162" y="156"/>
                  <a:pt x="162" y="156"/>
                </a:cubicBezTo>
                <a:cubicBezTo>
                  <a:pt x="161" y="157"/>
                  <a:pt x="161" y="157"/>
                  <a:pt x="161" y="158"/>
                </a:cubicBezTo>
                <a:cubicBezTo>
                  <a:pt x="161" y="160"/>
                  <a:pt x="161" y="160"/>
                  <a:pt x="161" y="160"/>
                </a:cubicBezTo>
                <a:cubicBezTo>
                  <a:pt x="161" y="162"/>
                  <a:pt x="161" y="164"/>
                  <a:pt x="162" y="164"/>
                </a:cubicBezTo>
                <a:cubicBezTo>
                  <a:pt x="189" y="164"/>
                  <a:pt x="189" y="164"/>
                  <a:pt x="189" y="164"/>
                </a:cubicBezTo>
                <a:cubicBezTo>
                  <a:pt x="186" y="171"/>
                  <a:pt x="186" y="171"/>
                  <a:pt x="186" y="171"/>
                </a:cubicBezTo>
                <a:cubicBezTo>
                  <a:pt x="162" y="171"/>
                  <a:pt x="162" y="171"/>
                  <a:pt x="162" y="171"/>
                </a:cubicBezTo>
                <a:cubicBezTo>
                  <a:pt x="163" y="177"/>
                  <a:pt x="165" y="181"/>
                  <a:pt x="168" y="185"/>
                </a:cubicBezTo>
                <a:cubicBezTo>
                  <a:pt x="172" y="189"/>
                  <a:pt x="176" y="191"/>
                  <a:pt x="183" y="191"/>
                </a:cubicBezTo>
                <a:cubicBezTo>
                  <a:pt x="186" y="191"/>
                  <a:pt x="190" y="191"/>
                  <a:pt x="192" y="189"/>
                </a:cubicBezTo>
                <a:cubicBezTo>
                  <a:pt x="195" y="188"/>
                  <a:pt x="197" y="186"/>
                  <a:pt x="200" y="184"/>
                </a:cubicBezTo>
                <a:cubicBezTo>
                  <a:pt x="200" y="196"/>
                  <a:pt x="200" y="196"/>
                  <a:pt x="200" y="196"/>
                </a:cubicBezTo>
                <a:cubicBezTo>
                  <a:pt x="195" y="199"/>
                  <a:pt x="189" y="201"/>
                  <a:pt x="183" y="201"/>
                </a:cubicBezTo>
                <a:cubicBezTo>
                  <a:pt x="172" y="201"/>
                  <a:pt x="164" y="198"/>
                  <a:pt x="158" y="192"/>
                </a:cubicBezTo>
                <a:cubicBezTo>
                  <a:pt x="153" y="187"/>
                  <a:pt x="150" y="180"/>
                  <a:pt x="148" y="171"/>
                </a:cubicBezTo>
                <a:cubicBezTo>
                  <a:pt x="139" y="171"/>
                  <a:pt x="139" y="171"/>
                  <a:pt x="139" y="171"/>
                </a:cubicBezTo>
                <a:cubicBezTo>
                  <a:pt x="143" y="164"/>
                  <a:pt x="143" y="164"/>
                  <a:pt x="143" y="164"/>
                </a:cubicBezTo>
                <a:cubicBezTo>
                  <a:pt x="148" y="164"/>
                  <a:pt x="148" y="164"/>
                  <a:pt x="148" y="164"/>
                </a:cubicBezTo>
                <a:cubicBezTo>
                  <a:pt x="148" y="163"/>
                  <a:pt x="148" y="163"/>
                  <a:pt x="148" y="162"/>
                </a:cubicBezTo>
                <a:cubicBezTo>
                  <a:pt x="148" y="162"/>
                  <a:pt x="148" y="161"/>
                  <a:pt x="148" y="160"/>
                </a:cubicBezTo>
                <a:cubicBezTo>
                  <a:pt x="148" y="160"/>
                  <a:pt x="148" y="159"/>
                  <a:pt x="148" y="159"/>
                </a:cubicBezTo>
                <a:cubicBezTo>
                  <a:pt x="148" y="158"/>
                  <a:pt x="148" y="157"/>
                  <a:pt x="148" y="156"/>
                </a:cubicBezTo>
                <a:cubicBezTo>
                  <a:pt x="139" y="156"/>
                  <a:pt x="139" y="156"/>
                  <a:pt x="139" y="156"/>
                </a:cubicBezTo>
                <a:cubicBezTo>
                  <a:pt x="142" y="149"/>
                  <a:pt x="142" y="149"/>
                  <a:pt x="142" y="149"/>
                </a:cubicBezTo>
                <a:cubicBezTo>
                  <a:pt x="149" y="149"/>
                  <a:pt x="149" y="149"/>
                  <a:pt x="149" y="149"/>
                </a:cubicBezTo>
                <a:cubicBezTo>
                  <a:pt x="151" y="141"/>
                  <a:pt x="154" y="134"/>
                  <a:pt x="159" y="129"/>
                </a:cubicBezTo>
                <a:cubicBezTo>
                  <a:pt x="165" y="124"/>
                  <a:pt x="173" y="121"/>
                  <a:pt x="183" y="121"/>
                </a:cubicBezTo>
                <a:cubicBezTo>
                  <a:pt x="189" y="121"/>
                  <a:pt x="196" y="123"/>
                  <a:pt x="203" y="128"/>
                </a:cubicBezTo>
                <a:cubicBezTo>
                  <a:pt x="198" y="138"/>
                  <a:pt x="198" y="138"/>
                  <a:pt x="198" y="138"/>
                </a:cubicBezTo>
                <a:cubicBezTo>
                  <a:pt x="193" y="133"/>
                  <a:pt x="188" y="131"/>
                  <a:pt x="182" y="131"/>
                </a:cubicBezTo>
                <a:cubicBezTo>
                  <a:pt x="176" y="131"/>
                  <a:pt x="172" y="132"/>
                  <a:pt x="168" y="136"/>
                </a:cubicBezTo>
                <a:cubicBezTo>
                  <a:pt x="165" y="140"/>
                  <a:pt x="163" y="144"/>
                  <a:pt x="162" y="149"/>
                </a:cubicBezTo>
                <a:lnTo>
                  <a:pt x="193" y="149"/>
                </a:lnTo>
                <a:close/>
                <a:moveTo>
                  <a:pt x="88" y="97"/>
                </a:moveTo>
                <a:cubicBezTo>
                  <a:pt x="72" y="97"/>
                  <a:pt x="72" y="97"/>
                  <a:pt x="72" y="97"/>
                </a:cubicBezTo>
                <a:cubicBezTo>
                  <a:pt x="67" y="97"/>
                  <a:pt x="64" y="100"/>
                  <a:pt x="64" y="105"/>
                </a:cubicBezTo>
                <a:cubicBezTo>
                  <a:pt x="64" y="109"/>
                  <a:pt x="67" y="113"/>
                  <a:pt x="72" y="113"/>
                </a:cubicBezTo>
                <a:cubicBezTo>
                  <a:pt x="88" y="113"/>
                  <a:pt x="88" y="113"/>
                  <a:pt x="88" y="113"/>
                </a:cubicBezTo>
                <a:cubicBezTo>
                  <a:pt x="92" y="113"/>
                  <a:pt x="96" y="109"/>
                  <a:pt x="96" y="105"/>
                </a:cubicBezTo>
                <a:cubicBezTo>
                  <a:pt x="96" y="100"/>
                  <a:pt x="92" y="97"/>
                  <a:pt x="88" y="97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8" name="Freeform 48"/>
          <p:cNvSpPr>
            <a:spLocks noEditPoints="1"/>
          </p:cNvSpPr>
          <p:nvPr/>
        </p:nvSpPr>
        <p:spPr bwMode="auto">
          <a:xfrm>
            <a:off x="4142318" y="5469469"/>
            <a:ext cx="579967" cy="370417"/>
          </a:xfrm>
          <a:custGeom>
            <a:avLst/>
            <a:gdLst>
              <a:gd name="T0" fmla="*/ 209 w 353"/>
              <a:gd name="T1" fmla="*/ 185 h 225"/>
              <a:gd name="T2" fmla="*/ 225 w 353"/>
              <a:gd name="T3" fmla="*/ 185 h 225"/>
              <a:gd name="T4" fmla="*/ 337 w 353"/>
              <a:gd name="T5" fmla="*/ 0 h 225"/>
              <a:gd name="T6" fmla="*/ 64 w 353"/>
              <a:gd name="T7" fmla="*/ 16 h 225"/>
              <a:gd name="T8" fmla="*/ 72 w 353"/>
              <a:gd name="T9" fmla="*/ 32 h 225"/>
              <a:gd name="T10" fmla="*/ 80 w 353"/>
              <a:gd name="T11" fmla="*/ 16 h 225"/>
              <a:gd name="T12" fmla="*/ 337 w 353"/>
              <a:gd name="T13" fmla="*/ 161 h 225"/>
              <a:gd name="T14" fmla="*/ 305 w 353"/>
              <a:gd name="T15" fmla="*/ 169 h 225"/>
              <a:gd name="T16" fmla="*/ 337 w 353"/>
              <a:gd name="T17" fmla="*/ 177 h 225"/>
              <a:gd name="T18" fmla="*/ 353 w 353"/>
              <a:gd name="T19" fmla="*/ 16 h 225"/>
              <a:gd name="T20" fmla="*/ 273 w 353"/>
              <a:gd name="T21" fmla="*/ 48 h 225"/>
              <a:gd name="T22" fmla="*/ 0 w 353"/>
              <a:gd name="T23" fmla="*/ 65 h 225"/>
              <a:gd name="T24" fmla="*/ 16 w 353"/>
              <a:gd name="T25" fmla="*/ 225 h 225"/>
              <a:gd name="T26" fmla="*/ 289 w 353"/>
              <a:gd name="T27" fmla="*/ 209 h 225"/>
              <a:gd name="T28" fmla="*/ 273 w 353"/>
              <a:gd name="T29" fmla="*/ 48 h 225"/>
              <a:gd name="T30" fmla="*/ 32 w 353"/>
              <a:gd name="T31" fmla="*/ 73 h 225"/>
              <a:gd name="T32" fmla="*/ 16 w 353"/>
              <a:gd name="T33" fmla="*/ 73 h 225"/>
              <a:gd name="T34" fmla="*/ 24 w 353"/>
              <a:gd name="T35" fmla="*/ 209 h 225"/>
              <a:gd name="T36" fmla="*/ 24 w 353"/>
              <a:gd name="T37" fmla="*/ 193 h 225"/>
              <a:gd name="T38" fmla="*/ 24 w 353"/>
              <a:gd name="T39" fmla="*/ 209 h 225"/>
              <a:gd name="T40" fmla="*/ 257 w 353"/>
              <a:gd name="T41" fmla="*/ 201 h 225"/>
              <a:gd name="T42" fmla="*/ 273 w 353"/>
              <a:gd name="T43" fmla="*/ 201 h 225"/>
              <a:gd name="T44" fmla="*/ 273 w 353"/>
              <a:gd name="T45" fmla="*/ 178 h 225"/>
              <a:gd name="T46" fmla="*/ 241 w 353"/>
              <a:gd name="T47" fmla="*/ 201 h 225"/>
              <a:gd name="T48" fmla="*/ 47 w 353"/>
              <a:gd name="T49" fmla="*/ 209 h 225"/>
              <a:gd name="T50" fmla="*/ 24 w 353"/>
              <a:gd name="T51" fmla="*/ 177 h 225"/>
              <a:gd name="T52" fmla="*/ 16 w 353"/>
              <a:gd name="T53" fmla="*/ 95 h 225"/>
              <a:gd name="T54" fmla="*/ 48 w 353"/>
              <a:gd name="T55" fmla="*/ 73 h 225"/>
              <a:gd name="T56" fmla="*/ 242 w 353"/>
              <a:gd name="T57" fmla="*/ 65 h 225"/>
              <a:gd name="T58" fmla="*/ 265 w 353"/>
              <a:gd name="T59" fmla="*/ 97 h 225"/>
              <a:gd name="T60" fmla="*/ 273 w 353"/>
              <a:gd name="T61" fmla="*/ 178 h 225"/>
              <a:gd name="T62" fmla="*/ 257 w 353"/>
              <a:gd name="T63" fmla="*/ 73 h 225"/>
              <a:gd name="T64" fmla="*/ 273 w 353"/>
              <a:gd name="T65" fmla="*/ 73 h 225"/>
              <a:gd name="T66" fmla="*/ 72 w 353"/>
              <a:gd name="T67" fmla="*/ 81 h 225"/>
              <a:gd name="T68" fmla="*/ 72 w 353"/>
              <a:gd name="T69" fmla="*/ 97 h 225"/>
              <a:gd name="T70" fmla="*/ 72 w 353"/>
              <a:gd name="T71" fmla="*/ 81 h 225"/>
              <a:gd name="T72" fmla="*/ 88 w 353"/>
              <a:gd name="T73" fmla="*/ 137 h 225"/>
              <a:gd name="T74" fmla="*/ 201 w 353"/>
              <a:gd name="T75" fmla="*/ 137 h 225"/>
              <a:gd name="T76" fmla="*/ 157 w 353"/>
              <a:gd name="T77" fmla="*/ 128 h 225"/>
              <a:gd name="T78" fmla="*/ 134 w 353"/>
              <a:gd name="T79" fmla="*/ 133 h 225"/>
              <a:gd name="T80" fmla="*/ 133 w 353"/>
              <a:gd name="T81" fmla="*/ 136 h 225"/>
              <a:gd name="T82" fmla="*/ 154 w 353"/>
              <a:gd name="T83" fmla="*/ 139 h 225"/>
              <a:gd name="T84" fmla="*/ 134 w 353"/>
              <a:gd name="T85" fmla="*/ 145 h 225"/>
              <a:gd name="T86" fmla="*/ 149 w 353"/>
              <a:gd name="T87" fmla="*/ 161 h 225"/>
              <a:gd name="T88" fmla="*/ 163 w 353"/>
              <a:gd name="T89" fmla="*/ 155 h 225"/>
              <a:gd name="T90" fmla="*/ 149 w 353"/>
              <a:gd name="T91" fmla="*/ 169 h 225"/>
              <a:gd name="T92" fmla="*/ 124 w 353"/>
              <a:gd name="T93" fmla="*/ 145 h 225"/>
              <a:gd name="T94" fmla="*/ 119 w 353"/>
              <a:gd name="T95" fmla="*/ 139 h 225"/>
              <a:gd name="T96" fmla="*/ 123 w 353"/>
              <a:gd name="T97" fmla="*/ 138 h 225"/>
              <a:gd name="T98" fmla="*/ 123 w 353"/>
              <a:gd name="T99" fmla="*/ 135 h 225"/>
              <a:gd name="T100" fmla="*/ 117 w 353"/>
              <a:gd name="T101" fmla="*/ 133 h 225"/>
              <a:gd name="T102" fmla="*/ 124 w 353"/>
              <a:gd name="T103" fmla="*/ 128 h 225"/>
              <a:gd name="T104" fmla="*/ 149 w 353"/>
              <a:gd name="T105" fmla="*/ 105 h 225"/>
              <a:gd name="T106" fmla="*/ 161 w 353"/>
              <a:gd name="T107" fmla="*/ 118 h 225"/>
              <a:gd name="T108" fmla="*/ 139 w 353"/>
              <a:gd name="T109" fmla="*/ 117 h 225"/>
              <a:gd name="T110" fmla="*/ 157 w 353"/>
              <a:gd name="T111" fmla="*/ 128 h 2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353" h="225">
                <a:moveTo>
                  <a:pt x="217" y="177"/>
                </a:moveTo>
                <a:cubicBezTo>
                  <a:pt x="212" y="177"/>
                  <a:pt x="209" y="181"/>
                  <a:pt x="209" y="185"/>
                </a:cubicBezTo>
                <a:cubicBezTo>
                  <a:pt x="209" y="189"/>
                  <a:pt x="212" y="193"/>
                  <a:pt x="217" y="193"/>
                </a:cubicBezTo>
                <a:cubicBezTo>
                  <a:pt x="221" y="193"/>
                  <a:pt x="225" y="189"/>
                  <a:pt x="225" y="185"/>
                </a:cubicBezTo>
                <a:cubicBezTo>
                  <a:pt x="225" y="181"/>
                  <a:pt x="221" y="177"/>
                  <a:pt x="217" y="177"/>
                </a:cubicBezTo>
                <a:moveTo>
                  <a:pt x="337" y="0"/>
                </a:moveTo>
                <a:cubicBezTo>
                  <a:pt x="80" y="0"/>
                  <a:pt x="80" y="0"/>
                  <a:pt x="80" y="0"/>
                </a:cubicBezTo>
                <a:cubicBezTo>
                  <a:pt x="71" y="0"/>
                  <a:pt x="64" y="8"/>
                  <a:pt x="64" y="16"/>
                </a:cubicBezTo>
                <a:cubicBezTo>
                  <a:pt x="64" y="24"/>
                  <a:pt x="64" y="24"/>
                  <a:pt x="64" y="24"/>
                </a:cubicBezTo>
                <a:cubicBezTo>
                  <a:pt x="64" y="29"/>
                  <a:pt x="68" y="32"/>
                  <a:pt x="72" y="32"/>
                </a:cubicBezTo>
                <a:cubicBezTo>
                  <a:pt x="77" y="32"/>
                  <a:pt x="80" y="29"/>
                  <a:pt x="80" y="24"/>
                </a:cubicBezTo>
                <a:cubicBezTo>
                  <a:pt x="80" y="16"/>
                  <a:pt x="80" y="16"/>
                  <a:pt x="80" y="16"/>
                </a:cubicBezTo>
                <a:cubicBezTo>
                  <a:pt x="337" y="16"/>
                  <a:pt x="337" y="16"/>
                  <a:pt x="337" y="16"/>
                </a:cubicBezTo>
                <a:cubicBezTo>
                  <a:pt x="337" y="161"/>
                  <a:pt x="337" y="161"/>
                  <a:pt x="337" y="161"/>
                </a:cubicBezTo>
                <a:cubicBezTo>
                  <a:pt x="313" y="161"/>
                  <a:pt x="313" y="161"/>
                  <a:pt x="313" y="161"/>
                </a:cubicBezTo>
                <a:cubicBezTo>
                  <a:pt x="309" y="161"/>
                  <a:pt x="305" y="164"/>
                  <a:pt x="305" y="169"/>
                </a:cubicBezTo>
                <a:cubicBezTo>
                  <a:pt x="305" y="173"/>
                  <a:pt x="309" y="177"/>
                  <a:pt x="313" y="177"/>
                </a:cubicBezTo>
                <a:cubicBezTo>
                  <a:pt x="337" y="177"/>
                  <a:pt x="337" y="177"/>
                  <a:pt x="337" y="177"/>
                </a:cubicBezTo>
                <a:cubicBezTo>
                  <a:pt x="346" y="177"/>
                  <a:pt x="353" y="170"/>
                  <a:pt x="353" y="161"/>
                </a:cubicBezTo>
                <a:cubicBezTo>
                  <a:pt x="353" y="16"/>
                  <a:pt x="353" y="16"/>
                  <a:pt x="353" y="16"/>
                </a:cubicBezTo>
                <a:cubicBezTo>
                  <a:pt x="353" y="8"/>
                  <a:pt x="346" y="0"/>
                  <a:pt x="337" y="0"/>
                </a:cubicBezTo>
                <a:moveTo>
                  <a:pt x="273" y="48"/>
                </a:moveTo>
                <a:cubicBezTo>
                  <a:pt x="16" y="48"/>
                  <a:pt x="16" y="48"/>
                  <a:pt x="16" y="48"/>
                </a:cubicBezTo>
                <a:cubicBezTo>
                  <a:pt x="7" y="48"/>
                  <a:pt x="0" y="56"/>
                  <a:pt x="0" y="65"/>
                </a:cubicBezTo>
                <a:cubicBezTo>
                  <a:pt x="0" y="209"/>
                  <a:pt x="0" y="209"/>
                  <a:pt x="0" y="209"/>
                </a:cubicBezTo>
                <a:cubicBezTo>
                  <a:pt x="0" y="218"/>
                  <a:pt x="7" y="225"/>
                  <a:pt x="16" y="225"/>
                </a:cubicBezTo>
                <a:cubicBezTo>
                  <a:pt x="273" y="225"/>
                  <a:pt x="273" y="225"/>
                  <a:pt x="273" y="225"/>
                </a:cubicBezTo>
                <a:cubicBezTo>
                  <a:pt x="282" y="225"/>
                  <a:pt x="289" y="218"/>
                  <a:pt x="289" y="209"/>
                </a:cubicBezTo>
                <a:cubicBezTo>
                  <a:pt x="289" y="65"/>
                  <a:pt x="289" y="65"/>
                  <a:pt x="289" y="65"/>
                </a:cubicBezTo>
                <a:cubicBezTo>
                  <a:pt x="289" y="56"/>
                  <a:pt x="282" y="48"/>
                  <a:pt x="273" y="48"/>
                </a:cubicBezTo>
                <a:moveTo>
                  <a:pt x="24" y="65"/>
                </a:moveTo>
                <a:cubicBezTo>
                  <a:pt x="28" y="65"/>
                  <a:pt x="32" y="68"/>
                  <a:pt x="32" y="73"/>
                </a:cubicBezTo>
                <a:cubicBezTo>
                  <a:pt x="32" y="77"/>
                  <a:pt x="28" y="81"/>
                  <a:pt x="24" y="81"/>
                </a:cubicBezTo>
                <a:cubicBezTo>
                  <a:pt x="20" y="81"/>
                  <a:pt x="16" y="77"/>
                  <a:pt x="16" y="73"/>
                </a:cubicBezTo>
                <a:cubicBezTo>
                  <a:pt x="16" y="68"/>
                  <a:pt x="20" y="65"/>
                  <a:pt x="24" y="65"/>
                </a:cubicBezTo>
                <a:moveTo>
                  <a:pt x="24" y="209"/>
                </a:moveTo>
                <a:cubicBezTo>
                  <a:pt x="20" y="209"/>
                  <a:pt x="16" y="205"/>
                  <a:pt x="16" y="201"/>
                </a:cubicBezTo>
                <a:cubicBezTo>
                  <a:pt x="16" y="197"/>
                  <a:pt x="20" y="193"/>
                  <a:pt x="24" y="193"/>
                </a:cubicBezTo>
                <a:cubicBezTo>
                  <a:pt x="28" y="193"/>
                  <a:pt x="32" y="197"/>
                  <a:pt x="32" y="201"/>
                </a:cubicBezTo>
                <a:cubicBezTo>
                  <a:pt x="32" y="205"/>
                  <a:pt x="28" y="209"/>
                  <a:pt x="24" y="209"/>
                </a:cubicBezTo>
                <a:moveTo>
                  <a:pt x="265" y="209"/>
                </a:moveTo>
                <a:cubicBezTo>
                  <a:pt x="260" y="209"/>
                  <a:pt x="257" y="205"/>
                  <a:pt x="257" y="201"/>
                </a:cubicBezTo>
                <a:cubicBezTo>
                  <a:pt x="257" y="197"/>
                  <a:pt x="260" y="193"/>
                  <a:pt x="265" y="193"/>
                </a:cubicBezTo>
                <a:cubicBezTo>
                  <a:pt x="269" y="193"/>
                  <a:pt x="273" y="197"/>
                  <a:pt x="273" y="201"/>
                </a:cubicBezTo>
                <a:cubicBezTo>
                  <a:pt x="273" y="205"/>
                  <a:pt x="269" y="209"/>
                  <a:pt x="265" y="209"/>
                </a:cubicBezTo>
                <a:moveTo>
                  <a:pt x="273" y="178"/>
                </a:moveTo>
                <a:cubicBezTo>
                  <a:pt x="270" y="178"/>
                  <a:pt x="268" y="177"/>
                  <a:pt x="265" y="177"/>
                </a:cubicBezTo>
                <a:cubicBezTo>
                  <a:pt x="252" y="177"/>
                  <a:pt x="241" y="188"/>
                  <a:pt x="241" y="201"/>
                </a:cubicBezTo>
                <a:cubicBezTo>
                  <a:pt x="241" y="204"/>
                  <a:pt x="241" y="207"/>
                  <a:pt x="242" y="209"/>
                </a:cubicBezTo>
                <a:cubicBezTo>
                  <a:pt x="47" y="209"/>
                  <a:pt x="47" y="209"/>
                  <a:pt x="47" y="209"/>
                </a:cubicBezTo>
                <a:cubicBezTo>
                  <a:pt x="47" y="207"/>
                  <a:pt x="48" y="204"/>
                  <a:pt x="48" y="201"/>
                </a:cubicBezTo>
                <a:cubicBezTo>
                  <a:pt x="48" y="188"/>
                  <a:pt x="37" y="177"/>
                  <a:pt x="24" y="177"/>
                </a:cubicBezTo>
                <a:cubicBezTo>
                  <a:pt x="21" y="177"/>
                  <a:pt x="18" y="178"/>
                  <a:pt x="16" y="178"/>
                </a:cubicBezTo>
                <a:cubicBezTo>
                  <a:pt x="16" y="95"/>
                  <a:pt x="16" y="95"/>
                  <a:pt x="16" y="95"/>
                </a:cubicBezTo>
                <a:cubicBezTo>
                  <a:pt x="18" y="96"/>
                  <a:pt x="21" y="97"/>
                  <a:pt x="24" y="97"/>
                </a:cubicBezTo>
                <a:cubicBezTo>
                  <a:pt x="37" y="97"/>
                  <a:pt x="48" y="86"/>
                  <a:pt x="48" y="73"/>
                </a:cubicBezTo>
                <a:cubicBezTo>
                  <a:pt x="48" y="70"/>
                  <a:pt x="47" y="67"/>
                  <a:pt x="47" y="65"/>
                </a:cubicBezTo>
                <a:cubicBezTo>
                  <a:pt x="242" y="65"/>
                  <a:pt x="242" y="65"/>
                  <a:pt x="242" y="65"/>
                </a:cubicBezTo>
                <a:cubicBezTo>
                  <a:pt x="241" y="67"/>
                  <a:pt x="241" y="70"/>
                  <a:pt x="241" y="73"/>
                </a:cubicBezTo>
                <a:cubicBezTo>
                  <a:pt x="241" y="86"/>
                  <a:pt x="252" y="97"/>
                  <a:pt x="265" y="97"/>
                </a:cubicBezTo>
                <a:cubicBezTo>
                  <a:pt x="268" y="97"/>
                  <a:pt x="270" y="96"/>
                  <a:pt x="273" y="95"/>
                </a:cubicBezTo>
                <a:lnTo>
                  <a:pt x="273" y="178"/>
                </a:lnTo>
                <a:close/>
                <a:moveTo>
                  <a:pt x="265" y="81"/>
                </a:moveTo>
                <a:cubicBezTo>
                  <a:pt x="260" y="81"/>
                  <a:pt x="257" y="77"/>
                  <a:pt x="257" y="73"/>
                </a:cubicBezTo>
                <a:cubicBezTo>
                  <a:pt x="257" y="68"/>
                  <a:pt x="260" y="65"/>
                  <a:pt x="265" y="65"/>
                </a:cubicBezTo>
                <a:cubicBezTo>
                  <a:pt x="269" y="65"/>
                  <a:pt x="273" y="68"/>
                  <a:pt x="273" y="73"/>
                </a:cubicBezTo>
                <a:cubicBezTo>
                  <a:pt x="273" y="77"/>
                  <a:pt x="269" y="81"/>
                  <a:pt x="265" y="81"/>
                </a:cubicBezTo>
                <a:moveTo>
                  <a:pt x="72" y="81"/>
                </a:moveTo>
                <a:cubicBezTo>
                  <a:pt x="68" y="81"/>
                  <a:pt x="64" y="84"/>
                  <a:pt x="64" y="89"/>
                </a:cubicBezTo>
                <a:cubicBezTo>
                  <a:pt x="64" y="93"/>
                  <a:pt x="68" y="97"/>
                  <a:pt x="72" y="97"/>
                </a:cubicBezTo>
                <a:cubicBezTo>
                  <a:pt x="77" y="97"/>
                  <a:pt x="80" y="93"/>
                  <a:pt x="80" y="89"/>
                </a:cubicBezTo>
                <a:cubicBezTo>
                  <a:pt x="80" y="84"/>
                  <a:pt x="77" y="81"/>
                  <a:pt x="72" y="81"/>
                </a:cubicBezTo>
                <a:moveTo>
                  <a:pt x="144" y="81"/>
                </a:moveTo>
                <a:cubicBezTo>
                  <a:pt x="113" y="81"/>
                  <a:pt x="88" y="106"/>
                  <a:pt x="88" y="137"/>
                </a:cubicBezTo>
                <a:cubicBezTo>
                  <a:pt x="88" y="168"/>
                  <a:pt x="113" y="193"/>
                  <a:pt x="144" y="193"/>
                </a:cubicBezTo>
                <a:cubicBezTo>
                  <a:pt x="175" y="193"/>
                  <a:pt x="201" y="168"/>
                  <a:pt x="201" y="137"/>
                </a:cubicBezTo>
                <a:cubicBezTo>
                  <a:pt x="201" y="106"/>
                  <a:pt x="175" y="81"/>
                  <a:pt x="144" y="81"/>
                </a:cubicBezTo>
                <a:moveTo>
                  <a:pt x="157" y="128"/>
                </a:moveTo>
                <a:cubicBezTo>
                  <a:pt x="155" y="133"/>
                  <a:pt x="155" y="133"/>
                  <a:pt x="155" y="133"/>
                </a:cubicBezTo>
                <a:cubicBezTo>
                  <a:pt x="134" y="133"/>
                  <a:pt x="134" y="133"/>
                  <a:pt x="134" y="133"/>
                </a:cubicBezTo>
                <a:cubicBezTo>
                  <a:pt x="133" y="134"/>
                  <a:pt x="133" y="134"/>
                  <a:pt x="133" y="134"/>
                </a:cubicBezTo>
                <a:cubicBezTo>
                  <a:pt x="133" y="136"/>
                  <a:pt x="133" y="136"/>
                  <a:pt x="133" y="136"/>
                </a:cubicBezTo>
                <a:cubicBezTo>
                  <a:pt x="133" y="138"/>
                  <a:pt x="133" y="139"/>
                  <a:pt x="134" y="139"/>
                </a:cubicBezTo>
                <a:cubicBezTo>
                  <a:pt x="154" y="139"/>
                  <a:pt x="154" y="139"/>
                  <a:pt x="154" y="139"/>
                </a:cubicBezTo>
                <a:cubicBezTo>
                  <a:pt x="152" y="145"/>
                  <a:pt x="152" y="145"/>
                  <a:pt x="152" y="145"/>
                </a:cubicBezTo>
                <a:cubicBezTo>
                  <a:pt x="134" y="145"/>
                  <a:pt x="134" y="145"/>
                  <a:pt x="134" y="145"/>
                </a:cubicBezTo>
                <a:cubicBezTo>
                  <a:pt x="135" y="150"/>
                  <a:pt x="136" y="153"/>
                  <a:pt x="138" y="156"/>
                </a:cubicBezTo>
                <a:cubicBezTo>
                  <a:pt x="141" y="159"/>
                  <a:pt x="145" y="161"/>
                  <a:pt x="149" y="161"/>
                </a:cubicBezTo>
                <a:cubicBezTo>
                  <a:pt x="152" y="161"/>
                  <a:pt x="155" y="161"/>
                  <a:pt x="157" y="160"/>
                </a:cubicBezTo>
                <a:cubicBezTo>
                  <a:pt x="158" y="159"/>
                  <a:pt x="160" y="157"/>
                  <a:pt x="163" y="155"/>
                </a:cubicBezTo>
                <a:cubicBezTo>
                  <a:pt x="163" y="165"/>
                  <a:pt x="163" y="165"/>
                  <a:pt x="163" y="165"/>
                </a:cubicBezTo>
                <a:cubicBezTo>
                  <a:pt x="159" y="168"/>
                  <a:pt x="154" y="169"/>
                  <a:pt x="149" y="169"/>
                </a:cubicBezTo>
                <a:cubicBezTo>
                  <a:pt x="141" y="169"/>
                  <a:pt x="135" y="167"/>
                  <a:pt x="131" y="162"/>
                </a:cubicBezTo>
                <a:cubicBezTo>
                  <a:pt x="127" y="158"/>
                  <a:pt x="125" y="152"/>
                  <a:pt x="124" y="145"/>
                </a:cubicBezTo>
                <a:cubicBezTo>
                  <a:pt x="117" y="145"/>
                  <a:pt x="117" y="145"/>
                  <a:pt x="117" y="145"/>
                </a:cubicBezTo>
                <a:cubicBezTo>
                  <a:pt x="119" y="139"/>
                  <a:pt x="119" y="139"/>
                  <a:pt x="119" y="139"/>
                </a:cubicBezTo>
                <a:cubicBezTo>
                  <a:pt x="123" y="139"/>
                  <a:pt x="123" y="139"/>
                  <a:pt x="123" y="139"/>
                </a:cubicBezTo>
                <a:cubicBezTo>
                  <a:pt x="123" y="139"/>
                  <a:pt x="123" y="138"/>
                  <a:pt x="123" y="138"/>
                </a:cubicBezTo>
                <a:cubicBezTo>
                  <a:pt x="123" y="137"/>
                  <a:pt x="123" y="137"/>
                  <a:pt x="123" y="136"/>
                </a:cubicBezTo>
                <a:cubicBezTo>
                  <a:pt x="123" y="136"/>
                  <a:pt x="123" y="136"/>
                  <a:pt x="123" y="135"/>
                </a:cubicBezTo>
                <a:cubicBezTo>
                  <a:pt x="123" y="134"/>
                  <a:pt x="123" y="134"/>
                  <a:pt x="123" y="133"/>
                </a:cubicBezTo>
                <a:cubicBezTo>
                  <a:pt x="117" y="133"/>
                  <a:pt x="117" y="133"/>
                  <a:pt x="117" y="133"/>
                </a:cubicBezTo>
                <a:cubicBezTo>
                  <a:pt x="119" y="128"/>
                  <a:pt x="119" y="128"/>
                  <a:pt x="119" y="128"/>
                </a:cubicBezTo>
                <a:cubicBezTo>
                  <a:pt x="124" y="128"/>
                  <a:pt x="124" y="128"/>
                  <a:pt x="124" y="128"/>
                </a:cubicBezTo>
                <a:cubicBezTo>
                  <a:pt x="125" y="121"/>
                  <a:pt x="128" y="115"/>
                  <a:pt x="132" y="111"/>
                </a:cubicBezTo>
                <a:cubicBezTo>
                  <a:pt x="136" y="107"/>
                  <a:pt x="142" y="105"/>
                  <a:pt x="149" y="105"/>
                </a:cubicBezTo>
                <a:cubicBezTo>
                  <a:pt x="154" y="105"/>
                  <a:pt x="160" y="107"/>
                  <a:pt x="165" y="110"/>
                </a:cubicBezTo>
                <a:cubicBezTo>
                  <a:pt x="161" y="118"/>
                  <a:pt x="161" y="118"/>
                  <a:pt x="161" y="118"/>
                </a:cubicBezTo>
                <a:cubicBezTo>
                  <a:pt x="157" y="114"/>
                  <a:pt x="153" y="113"/>
                  <a:pt x="149" y="113"/>
                </a:cubicBezTo>
                <a:cubicBezTo>
                  <a:pt x="145" y="113"/>
                  <a:pt x="141" y="114"/>
                  <a:pt x="139" y="117"/>
                </a:cubicBezTo>
                <a:cubicBezTo>
                  <a:pt x="136" y="120"/>
                  <a:pt x="135" y="123"/>
                  <a:pt x="134" y="128"/>
                </a:cubicBezTo>
                <a:lnTo>
                  <a:pt x="157" y="128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9" name="Freeform 49"/>
          <p:cNvSpPr>
            <a:spLocks noEditPoints="1"/>
          </p:cNvSpPr>
          <p:nvPr/>
        </p:nvSpPr>
        <p:spPr bwMode="auto">
          <a:xfrm>
            <a:off x="5251451" y="5496985"/>
            <a:ext cx="579967" cy="317500"/>
          </a:xfrm>
          <a:custGeom>
            <a:avLst/>
            <a:gdLst>
              <a:gd name="T0" fmla="*/ 16 w 353"/>
              <a:gd name="T1" fmla="*/ 0 h 193"/>
              <a:gd name="T2" fmla="*/ 0 w 353"/>
              <a:gd name="T3" fmla="*/ 177 h 193"/>
              <a:gd name="T4" fmla="*/ 337 w 353"/>
              <a:gd name="T5" fmla="*/ 193 h 193"/>
              <a:gd name="T6" fmla="*/ 353 w 353"/>
              <a:gd name="T7" fmla="*/ 16 h 193"/>
              <a:gd name="T8" fmla="*/ 24 w 353"/>
              <a:gd name="T9" fmla="*/ 16 h 193"/>
              <a:gd name="T10" fmla="*/ 24 w 353"/>
              <a:gd name="T11" fmla="*/ 32 h 193"/>
              <a:gd name="T12" fmla="*/ 24 w 353"/>
              <a:gd name="T13" fmla="*/ 16 h 193"/>
              <a:gd name="T14" fmla="*/ 16 w 353"/>
              <a:gd name="T15" fmla="*/ 169 h 193"/>
              <a:gd name="T16" fmla="*/ 32 w 353"/>
              <a:gd name="T17" fmla="*/ 169 h 193"/>
              <a:gd name="T18" fmla="*/ 329 w 353"/>
              <a:gd name="T19" fmla="*/ 177 h 193"/>
              <a:gd name="T20" fmla="*/ 329 w 353"/>
              <a:gd name="T21" fmla="*/ 161 h 193"/>
              <a:gd name="T22" fmla="*/ 329 w 353"/>
              <a:gd name="T23" fmla="*/ 177 h 193"/>
              <a:gd name="T24" fmla="*/ 329 w 353"/>
              <a:gd name="T25" fmla="*/ 145 h 193"/>
              <a:gd name="T26" fmla="*/ 307 w 353"/>
              <a:gd name="T27" fmla="*/ 177 h 193"/>
              <a:gd name="T28" fmla="*/ 48 w 353"/>
              <a:gd name="T29" fmla="*/ 169 h 193"/>
              <a:gd name="T30" fmla="*/ 16 w 353"/>
              <a:gd name="T31" fmla="*/ 146 h 193"/>
              <a:gd name="T32" fmla="*/ 24 w 353"/>
              <a:gd name="T33" fmla="*/ 49 h 193"/>
              <a:gd name="T34" fmla="*/ 47 w 353"/>
              <a:gd name="T35" fmla="*/ 16 h 193"/>
              <a:gd name="T36" fmla="*/ 305 w 353"/>
              <a:gd name="T37" fmla="*/ 24 h 193"/>
              <a:gd name="T38" fmla="*/ 337 w 353"/>
              <a:gd name="T39" fmla="*/ 47 h 193"/>
              <a:gd name="T40" fmla="*/ 329 w 353"/>
              <a:gd name="T41" fmla="*/ 32 h 193"/>
              <a:gd name="T42" fmla="*/ 329 w 353"/>
              <a:gd name="T43" fmla="*/ 16 h 193"/>
              <a:gd name="T44" fmla="*/ 329 w 353"/>
              <a:gd name="T45" fmla="*/ 32 h 193"/>
              <a:gd name="T46" fmla="*/ 72 w 353"/>
              <a:gd name="T47" fmla="*/ 32 h 193"/>
              <a:gd name="T48" fmla="*/ 72 w 353"/>
              <a:gd name="T49" fmla="*/ 49 h 193"/>
              <a:gd name="T50" fmla="*/ 97 w 353"/>
              <a:gd name="T51" fmla="*/ 41 h 193"/>
              <a:gd name="T52" fmla="*/ 281 w 353"/>
              <a:gd name="T53" fmla="*/ 145 h 193"/>
              <a:gd name="T54" fmla="*/ 257 w 353"/>
              <a:gd name="T55" fmla="*/ 153 h 193"/>
              <a:gd name="T56" fmla="*/ 281 w 353"/>
              <a:gd name="T57" fmla="*/ 161 h 193"/>
              <a:gd name="T58" fmla="*/ 281 w 353"/>
              <a:gd name="T59" fmla="*/ 145 h 193"/>
              <a:gd name="T60" fmla="*/ 113 w 353"/>
              <a:gd name="T61" fmla="*/ 97 h 193"/>
              <a:gd name="T62" fmla="*/ 241 w 353"/>
              <a:gd name="T63" fmla="*/ 97 h 193"/>
              <a:gd name="T64" fmla="*/ 210 w 353"/>
              <a:gd name="T65" fmla="*/ 87 h 193"/>
              <a:gd name="T66" fmla="*/ 207 w 353"/>
              <a:gd name="T67" fmla="*/ 120 h 193"/>
              <a:gd name="T68" fmla="*/ 174 w 353"/>
              <a:gd name="T69" fmla="*/ 145 h 193"/>
              <a:gd name="T70" fmla="*/ 170 w 353"/>
              <a:gd name="T71" fmla="*/ 129 h 193"/>
              <a:gd name="T72" fmla="*/ 160 w 353"/>
              <a:gd name="T73" fmla="*/ 141 h 193"/>
              <a:gd name="T74" fmla="*/ 155 w 353"/>
              <a:gd name="T75" fmla="*/ 125 h 193"/>
              <a:gd name="T76" fmla="*/ 138 w 353"/>
              <a:gd name="T77" fmla="*/ 121 h 193"/>
              <a:gd name="T78" fmla="*/ 148 w 353"/>
              <a:gd name="T79" fmla="*/ 113 h 193"/>
              <a:gd name="T80" fmla="*/ 157 w 353"/>
              <a:gd name="T81" fmla="*/ 89 h 193"/>
              <a:gd name="T82" fmla="*/ 157 w 353"/>
              <a:gd name="T83" fmla="*/ 89 h 193"/>
              <a:gd name="T84" fmla="*/ 157 w 353"/>
              <a:gd name="T85" fmla="*/ 69 h 193"/>
              <a:gd name="T86" fmla="*/ 154 w 353"/>
              <a:gd name="T87" fmla="*/ 58 h 193"/>
              <a:gd name="T88" fmla="*/ 165 w 353"/>
              <a:gd name="T89" fmla="*/ 61 h 193"/>
              <a:gd name="T90" fmla="*/ 174 w 353"/>
              <a:gd name="T91" fmla="*/ 49 h 193"/>
              <a:gd name="T92" fmla="*/ 179 w 353"/>
              <a:gd name="T93" fmla="*/ 64 h 193"/>
              <a:gd name="T94" fmla="*/ 189 w 353"/>
              <a:gd name="T95" fmla="*/ 52 h 193"/>
              <a:gd name="T96" fmla="*/ 193 w 353"/>
              <a:gd name="T97" fmla="*/ 68 h 193"/>
              <a:gd name="T98" fmla="*/ 176 w 353"/>
              <a:gd name="T99" fmla="*/ 74 h 193"/>
              <a:gd name="T100" fmla="*/ 194 w 353"/>
              <a:gd name="T101" fmla="*/ 87 h 193"/>
              <a:gd name="T102" fmla="*/ 170 w 353"/>
              <a:gd name="T103" fmla="*/ 99 h 193"/>
              <a:gd name="T104" fmla="*/ 191 w 353"/>
              <a:gd name="T105" fmla="*/ 114 h 1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353" h="193">
                <a:moveTo>
                  <a:pt x="337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8"/>
                  <a:pt x="0" y="16"/>
                </a:cubicBezTo>
                <a:cubicBezTo>
                  <a:pt x="0" y="177"/>
                  <a:pt x="0" y="177"/>
                  <a:pt x="0" y="177"/>
                </a:cubicBezTo>
                <a:cubicBezTo>
                  <a:pt x="0" y="186"/>
                  <a:pt x="7" y="193"/>
                  <a:pt x="16" y="193"/>
                </a:cubicBezTo>
                <a:cubicBezTo>
                  <a:pt x="337" y="193"/>
                  <a:pt x="337" y="193"/>
                  <a:pt x="337" y="193"/>
                </a:cubicBezTo>
                <a:cubicBezTo>
                  <a:pt x="346" y="193"/>
                  <a:pt x="353" y="186"/>
                  <a:pt x="353" y="177"/>
                </a:cubicBezTo>
                <a:cubicBezTo>
                  <a:pt x="353" y="16"/>
                  <a:pt x="353" y="16"/>
                  <a:pt x="353" y="16"/>
                </a:cubicBezTo>
                <a:cubicBezTo>
                  <a:pt x="353" y="8"/>
                  <a:pt x="346" y="0"/>
                  <a:pt x="337" y="0"/>
                </a:cubicBezTo>
                <a:moveTo>
                  <a:pt x="24" y="16"/>
                </a:moveTo>
                <a:cubicBezTo>
                  <a:pt x="29" y="16"/>
                  <a:pt x="32" y="20"/>
                  <a:pt x="32" y="24"/>
                </a:cubicBezTo>
                <a:cubicBezTo>
                  <a:pt x="32" y="29"/>
                  <a:pt x="29" y="32"/>
                  <a:pt x="24" y="32"/>
                </a:cubicBezTo>
                <a:cubicBezTo>
                  <a:pt x="20" y="32"/>
                  <a:pt x="16" y="29"/>
                  <a:pt x="16" y="24"/>
                </a:cubicBezTo>
                <a:cubicBezTo>
                  <a:pt x="16" y="20"/>
                  <a:pt x="20" y="16"/>
                  <a:pt x="24" y="16"/>
                </a:cubicBezTo>
                <a:moveTo>
                  <a:pt x="24" y="177"/>
                </a:moveTo>
                <a:cubicBezTo>
                  <a:pt x="20" y="177"/>
                  <a:pt x="16" y="173"/>
                  <a:pt x="16" y="169"/>
                </a:cubicBezTo>
                <a:cubicBezTo>
                  <a:pt x="16" y="165"/>
                  <a:pt x="20" y="161"/>
                  <a:pt x="24" y="161"/>
                </a:cubicBezTo>
                <a:cubicBezTo>
                  <a:pt x="29" y="161"/>
                  <a:pt x="32" y="165"/>
                  <a:pt x="32" y="169"/>
                </a:cubicBezTo>
                <a:cubicBezTo>
                  <a:pt x="32" y="173"/>
                  <a:pt x="29" y="177"/>
                  <a:pt x="24" y="177"/>
                </a:cubicBezTo>
                <a:moveTo>
                  <a:pt x="329" y="177"/>
                </a:moveTo>
                <a:cubicBezTo>
                  <a:pt x="325" y="177"/>
                  <a:pt x="321" y="173"/>
                  <a:pt x="321" y="169"/>
                </a:cubicBezTo>
                <a:cubicBezTo>
                  <a:pt x="321" y="165"/>
                  <a:pt x="325" y="161"/>
                  <a:pt x="329" y="161"/>
                </a:cubicBezTo>
                <a:cubicBezTo>
                  <a:pt x="334" y="161"/>
                  <a:pt x="337" y="165"/>
                  <a:pt x="337" y="169"/>
                </a:cubicBezTo>
                <a:cubicBezTo>
                  <a:pt x="337" y="173"/>
                  <a:pt x="334" y="177"/>
                  <a:pt x="329" y="177"/>
                </a:cubicBezTo>
                <a:moveTo>
                  <a:pt x="337" y="146"/>
                </a:moveTo>
                <a:cubicBezTo>
                  <a:pt x="335" y="145"/>
                  <a:pt x="332" y="145"/>
                  <a:pt x="329" y="145"/>
                </a:cubicBezTo>
                <a:cubicBezTo>
                  <a:pt x="316" y="145"/>
                  <a:pt x="305" y="156"/>
                  <a:pt x="305" y="169"/>
                </a:cubicBezTo>
                <a:cubicBezTo>
                  <a:pt x="305" y="172"/>
                  <a:pt x="306" y="174"/>
                  <a:pt x="307" y="177"/>
                </a:cubicBezTo>
                <a:cubicBezTo>
                  <a:pt x="47" y="177"/>
                  <a:pt x="47" y="177"/>
                  <a:pt x="47" y="177"/>
                </a:cubicBezTo>
                <a:cubicBezTo>
                  <a:pt x="48" y="174"/>
                  <a:pt x="48" y="172"/>
                  <a:pt x="48" y="169"/>
                </a:cubicBezTo>
                <a:cubicBezTo>
                  <a:pt x="48" y="156"/>
                  <a:pt x="38" y="145"/>
                  <a:pt x="24" y="145"/>
                </a:cubicBezTo>
                <a:cubicBezTo>
                  <a:pt x="21" y="145"/>
                  <a:pt x="19" y="145"/>
                  <a:pt x="16" y="146"/>
                </a:cubicBezTo>
                <a:cubicBezTo>
                  <a:pt x="16" y="47"/>
                  <a:pt x="16" y="47"/>
                  <a:pt x="16" y="47"/>
                </a:cubicBezTo>
                <a:cubicBezTo>
                  <a:pt x="19" y="48"/>
                  <a:pt x="21" y="49"/>
                  <a:pt x="24" y="49"/>
                </a:cubicBezTo>
                <a:cubicBezTo>
                  <a:pt x="38" y="49"/>
                  <a:pt x="48" y="38"/>
                  <a:pt x="48" y="24"/>
                </a:cubicBezTo>
                <a:cubicBezTo>
                  <a:pt x="48" y="22"/>
                  <a:pt x="48" y="19"/>
                  <a:pt x="47" y="16"/>
                </a:cubicBezTo>
                <a:cubicBezTo>
                  <a:pt x="307" y="16"/>
                  <a:pt x="307" y="16"/>
                  <a:pt x="307" y="16"/>
                </a:cubicBezTo>
                <a:cubicBezTo>
                  <a:pt x="306" y="19"/>
                  <a:pt x="305" y="22"/>
                  <a:pt x="305" y="24"/>
                </a:cubicBezTo>
                <a:cubicBezTo>
                  <a:pt x="305" y="38"/>
                  <a:pt x="316" y="49"/>
                  <a:pt x="329" y="49"/>
                </a:cubicBezTo>
                <a:cubicBezTo>
                  <a:pt x="332" y="49"/>
                  <a:pt x="335" y="48"/>
                  <a:pt x="337" y="47"/>
                </a:cubicBezTo>
                <a:lnTo>
                  <a:pt x="337" y="146"/>
                </a:lnTo>
                <a:close/>
                <a:moveTo>
                  <a:pt x="329" y="32"/>
                </a:moveTo>
                <a:cubicBezTo>
                  <a:pt x="325" y="32"/>
                  <a:pt x="321" y="29"/>
                  <a:pt x="321" y="24"/>
                </a:cubicBezTo>
                <a:cubicBezTo>
                  <a:pt x="321" y="20"/>
                  <a:pt x="325" y="16"/>
                  <a:pt x="329" y="16"/>
                </a:cubicBezTo>
                <a:cubicBezTo>
                  <a:pt x="334" y="16"/>
                  <a:pt x="337" y="20"/>
                  <a:pt x="337" y="24"/>
                </a:cubicBezTo>
                <a:cubicBezTo>
                  <a:pt x="337" y="29"/>
                  <a:pt x="334" y="32"/>
                  <a:pt x="329" y="32"/>
                </a:cubicBezTo>
                <a:moveTo>
                  <a:pt x="89" y="32"/>
                </a:moveTo>
                <a:cubicBezTo>
                  <a:pt x="72" y="32"/>
                  <a:pt x="72" y="32"/>
                  <a:pt x="72" y="32"/>
                </a:cubicBezTo>
                <a:cubicBezTo>
                  <a:pt x="68" y="32"/>
                  <a:pt x="64" y="36"/>
                  <a:pt x="64" y="41"/>
                </a:cubicBezTo>
                <a:cubicBezTo>
                  <a:pt x="64" y="45"/>
                  <a:pt x="68" y="49"/>
                  <a:pt x="72" y="49"/>
                </a:cubicBezTo>
                <a:cubicBezTo>
                  <a:pt x="89" y="49"/>
                  <a:pt x="89" y="49"/>
                  <a:pt x="89" y="49"/>
                </a:cubicBezTo>
                <a:cubicBezTo>
                  <a:pt x="93" y="49"/>
                  <a:pt x="97" y="45"/>
                  <a:pt x="97" y="41"/>
                </a:cubicBezTo>
                <a:cubicBezTo>
                  <a:pt x="97" y="36"/>
                  <a:pt x="93" y="32"/>
                  <a:pt x="89" y="32"/>
                </a:cubicBezTo>
                <a:moveTo>
                  <a:pt x="281" y="145"/>
                </a:moveTo>
                <a:cubicBezTo>
                  <a:pt x="265" y="145"/>
                  <a:pt x="265" y="145"/>
                  <a:pt x="265" y="145"/>
                </a:cubicBezTo>
                <a:cubicBezTo>
                  <a:pt x="261" y="145"/>
                  <a:pt x="257" y="148"/>
                  <a:pt x="257" y="153"/>
                </a:cubicBezTo>
                <a:cubicBezTo>
                  <a:pt x="257" y="157"/>
                  <a:pt x="261" y="161"/>
                  <a:pt x="265" y="161"/>
                </a:cubicBezTo>
                <a:cubicBezTo>
                  <a:pt x="281" y="161"/>
                  <a:pt x="281" y="161"/>
                  <a:pt x="281" y="161"/>
                </a:cubicBezTo>
                <a:cubicBezTo>
                  <a:pt x="286" y="161"/>
                  <a:pt x="289" y="157"/>
                  <a:pt x="289" y="153"/>
                </a:cubicBezTo>
                <a:cubicBezTo>
                  <a:pt x="289" y="148"/>
                  <a:pt x="286" y="145"/>
                  <a:pt x="281" y="145"/>
                </a:cubicBezTo>
                <a:moveTo>
                  <a:pt x="177" y="32"/>
                </a:moveTo>
                <a:cubicBezTo>
                  <a:pt x="141" y="32"/>
                  <a:pt x="113" y="61"/>
                  <a:pt x="113" y="97"/>
                </a:cubicBezTo>
                <a:cubicBezTo>
                  <a:pt x="113" y="132"/>
                  <a:pt x="141" y="161"/>
                  <a:pt x="177" y="161"/>
                </a:cubicBezTo>
                <a:cubicBezTo>
                  <a:pt x="212" y="161"/>
                  <a:pt x="241" y="132"/>
                  <a:pt x="241" y="97"/>
                </a:cubicBezTo>
                <a:cubicBezTo>
                  <a:pt x="241" y="61"/>
                  <a:pt x="212" y="32"/>
                  <a:pt x="177" y="32"/>
                </a:cubicBezTo>
                <a:moveTo>
                  <a:pt x="210" y="87"/>
                </a:moveTo>
                <a:cubicBezTo>
                  <a:pt x="209" y="95"/>
                  <a:pt x="205" y="98"/>
                  <a:pt x="199" y="100"/>
                </a:cubicBezTo>
                <a:cubicBezTo>
                  <a:pt x="207" y="103"/>
                  <a:pt x="211" y="109"/>
                  <a:pt x="207" y="120"/>
                </a:cubicBezTo>
                <a:cubicBezTo>
                  <a:pt x="203" y="133"/>
                  <a:pt x="192" y="134"/>
                  <a:pt x="178" y="131"/>
                </a:cubicBezTo>
                <a:cubicBezTo>
                  <a:pt x="174" y="145"/>
                  <a:pt x="174" y="145"/>
                  <a:pt x="174" y="145"/>
                </a:cubicBezTo>
                <a:cubicBezTo>
                  <a:pt x="166" y="143"/>
                  <a:pt x="166" y="143"/>
                  <a:pt x="166" y="143"/>
                </a:cubicBezTo>
                <a:cubicBezTo>
                  <a:pt x="170" y="129"/>
                  <a:pt x="170" y="129"/>
                  <a:pt x="170" y="129"/>
                </a:cubicBezTo>
                <a:cubicBezTo>
                  <a:pt x="167" y="129"/>
                  <a:pt x="165" y="128"/>
                  <a:pt x="163" y="127"/>
                </a:cubicBezTo>
                <a:cubicBezTo>
                  <a:pt x="160" y="141"/>
                  <a:pt x="160" y="141"/>
                  <a:pt x="160" y="141"/>
                </a:cubicBezTo>
                <a:cubicBezTo>
                  <a:pt x="151" y="139"/>
                  <a:pt x="151" y="139"/>
                  <a:pt x="151" y="139"/>
                </a:cubicBezTo>
                <a:cubicBezTo>
                  <a:pt x="155" y="125"/>
                  <a:pt x="155" y="125"/>
                  <a:pt x="155" y="125"/>
                </a:cubicBezTo>
                <a:cubicBezTo>
                  <a:pt x="153" y="125"/>
                  <a:pt x="151" y="124"/>
                  <a:pt x="149" y="124"/>
                </a:cubicBezTo>
                <a:cubicBezTo>
                  <a:pt x="138" y="121"/>
                  <a:pt x="138" y="121"/>
                  <a:pt x="138" y="121"/>
                </a:cubicBezTo>
                <a:cubicBezTo>
                  <a:pt x="142" y="111"/>
                  <a:pt x="142" y="111"/>
                  <a:pt x="142" y="111"/>
                </a:cubicBezTo>
                <a:cubicBezTo>
                  <a:pt x="142" y="111"/>
                  <a:pt x="148" y="113"/>
                  <a:pt x="148" y="113"/>
                </a:cubicBezTo>
                <a:cubicBezTo>
                  <a:pt x="150" y="114"/>
                  <a:pt x="152" y="112"/>
                  <a:pt x="152" y="111"/>
                </a:cubicBezTo>
                <a:cubicBezTo>
                  <a:pt x="157" y="89"/>
                  <a:pt x="157" y="89"/>
                  <a:pt x="157" y="89"/>
                </a:cubicBezTo>
                <a:cubicBezTo>
                  <a:pt x="158" y="89"/>
                  <a:pt x="158" y="89"/>
                  <a:pt x="158" y="89"/>
                </a:cubicBezTo>
                <a:cubicBezTo>
                  <a:pt x="158" y="89"/>
                  <a:pt x="158" y="89"/>
                  <a:pt x="157" y="89"/>
                </a:cubicBezTo>
                <a:cubicBezTo>
                  <a:pt x="161" y="73"/>
                  <a:pt x="161" y="73"/>
                  <a:pt x="161" y="73"/>
                </a:cubicBezTo>
                <a:cubicBezTo>
                  <a:pt x="161" y="72"/>
                  <a:pt x="161" y="69"/>
                  <a:pt x="157" y="69"/>
                </a:cubicBezTo>
                <a:cubicBezTo>
                  <a:pt x="157" y="68"/>
                  <a:pt x="151" y="67"/>
                  <a:pt x="151" y="67"/>
                </a:cubicBezTo>
                <a:cubicBezTo>
                  <a:pt x="154" y="58"/>
                  <a:pt x="154" y="58"/>
                  <a:pt x="154" y="58"/>
                </a:cubicBezTo>
                <a:cubicBezTo>
                  <a:pt x="165" y="61"/>
                  <a:pt x="165" y="61"/>
                  <a:pt x="165" y="61"/>
                </a:cubicBezTo>
                <a:cubicBezTo>
                  <a:pt x="165" y="61"/>
                  <a:pt x="165" y="61"/>
                  <a:pt x="165" y="61"/>
                </a:cubicBezTo>
                <a:cubicBezTo>
                  <a:pt x="167" y="61"/>
                  <a:pt x="168" y="62"/>
                  <a:pt x="170" y="62"/>
                </a:cubicBezTo>
                <a:cubicBezTo>
                  <a:pt x="174" y="49"/>
                  <a:pt x="174" y="49"/>
                  <a:pt x="174" y="49"/>
                </a:cubicBezTo>
                <a:cubicBezTo>
                  <a:pt x="182" y="51"/>
                  <a:pt x="182" y="51"/>
                  <a:pt x="182" y="51"/>
                </a:cubicBezTo>
                <a:cubicBezTo>
                  <a:pt x="179" y="64"/>
                  <a:pt x="179" y="64"/>
                  <a:pt x="179" y="64"/>
                </a:cubicBezTo>
                <a:cubicBezTo>
                  <a:pt x="181" y="65"/>
                  <a:pt x="183" y="65"/>
                  <a:pt x="185" y="66"/>
                </a:cubicBezTo>
                <a:cubicBezTo>
                  <a:pt x="189" y="52"/>
                  <a:pt x="189" y="52"/>
                  <a:pt x="189" y="52"/>
                </a:cubicBezTo>
                <a:cubicBezTo>
                  <a:pt x="197" y="54"/>
                  <a:pt x="197" y="54"/>
                  <a:pt x="197" y="54"/>
                </a:cubicBezTo>
                <a:cubicBezTo>
                  <a:pt x="193" y="68"/>
                  <a:pt x="193" y="68"/>
                  <a:pt x="193" y="68"/>
                </a:cubicBezTo>
                <a:cubicBezTo>
                  <a:pt x="204" y="72"/>
                  <a:pt x="212" y="77"/>
                  <a:pt x="210" y="87"/>
                </a:cubicBezTo>
                <a:moveTo>
                  <a:pt x="176" y="74"/>
                </a:moveTo>
                <a:cubicBezTo>
                  <a:pt x="172" y="91"/>
                  <a:pt x="172" y="91"/>
                  <a:pt x="172" y="91"/>
                </a:cubicBezTo>
                <a:cubicBezTo>
                  <a:pt x="177" y="92"/>
                  <a:pt x="191" y="97"/>
                  <a:pt x="194" y="87"/>
                </a:cubicBezTo>
                <a:cubicBezTo>
                  <a:pt x="196" y="77"/>
                  <a:pt x="181" y="75"/>
                  <a:pt x="176" y="74"/>
                </a:cubicBezTo>
                <a:moveTo>
                  <a:pt x="170" y="99"/>
                </a:moveTo>
                <a:cubicBezTo>
                  <a:pt x="166" y="117"/>
                  <a:pt x="166" y="117"/>
                  <a:pt x="166" y="117"/>
                </a:cubicBezTo>
                <a:cubicBezTo>
                  <a:pt x="171" y="119"/>
                  <a:pt x="189" y="124"/>
                  <a:pt x="191" y="114"/>
                </a:cubicBezTo>
                <a:cubicBezTo>
                  <a:pt x="194" y="103"/>
                  <a:pt x="176" y="100"/>
                  <a:pt x="170" y="99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0" name="Freeform 50"/>
          <p:cNvSpPr>
            <a:spLocks noEditPoints="1"/>
          </p:cNvSpPr>
          <p:nvPr/>
        </p:nvSpPr>
        <p:spPr bwMode="auto">
          <a:xfrm>
            <a:off x="6362701" y="5444068"/>
            <a:ext cx="579967" cy="423333"/>
          </a:xfrm>
          <a:custGeom>
            <a:avLst/>
            <a:gdLst>
              <a:gd name="T0" fmla="*/ 281 w 353"/>
              <a:gd name="T1" fmla="*/ 16 h 257"/>
              <a:gd name="T2" fmla="*/ 281 w 353"/>
              <a:gd name="T3" fmla="*/ 0 h 257"/>
              <a:gd name="T4" fmla="*/ 64 w 353"/>
              <a:gd name="T5" fmla="*/ 8 h 257"/>
              <a:gd name="T6" fmla="*/ 40 w 353"/>
              <a:gd name="T7" fmla="*/ 48 h 257"/>
              <a:gd name="T8" fmla="*/ 321 w 353"/>
              <a:gd name="T9" fmla="*/ 40 h 257"/>
              <a:gd name="T10" fmla="*/ 40 w 353"/>
              <a:gd name="T11" fmla="*/ 32 h 257"/>
              <a:gd name="T12" fmla="*/ 40 w 353"/>
              <a:gd name="T13" fmla="*/ 48 h 257"/>
              <a:gd name="T14" fmla="*/ 172 w 353"/>
              <a:gd name="T15" fmla="*/ 155 h 257"/>
              <a:gd name="T16" fmla="*/ 176 w 353"/>
              <a:gd name="T17" fmla="*/ 138 h 257"/>
              <a:gd name="T18" fmla="*/ 16 w 353"/>
              <a:gd name="T19" fmla="*/ 64 h 257"/>
              <a:gd name="T20" fmla="*/ 0 w 353"/>
              <a:gd name="T21" fmla="*/ 241 h 257"/>
              <a:gd name="T22" fmla="*/ 337 w 353"/>
              <a:gd name="T23" fmla="*/ 257 h 257"/>
              <a:gd name="T24" fmla="*/ 353 w 353"/>
              <a:gd name="T25" fmla="*/ 81 h 257"/>
              <a:gd name="T26" fmla="*/ 24 w 353"/>
              <a:gd name="T27" fmla="*/ 81 h 257"/>
              <a:gd name="T28" fmla="*/ 24 w 353"/>
              <a:gd name="T29" fmla="*/ 97 h 257"/>
              <a:gd name="T30" fmla="*/ 24 w 353"/>
              <a:gd name="T31" fmla="*/ 81 h 257"/>
              <a:gd name="T32" fmla="*/ 16 w 353"/>
              <a:gd name="T33" fmla="*/ 233 h 257"/>
              <a:gd name="T34" fmla="*/ 32 w 353"/>
              <a:gd name="T35" fmla="*/ 233 h 257"/>
              <a:gd name="T36" fmla="*/ 329 w 353"/>
              <a:gd name="T37" fmla="*/ 241 h 257"/>
              <a:gd name="T38" fmla="*/ 329 w 353"/>
              <a:gd name="T39" fmla="*/ 225 h 257"/>
              <a:gd name="T40" fmla="*/ 329 w 353"/>
              <a:gd name="T41" fmla="*/ 241 h 257"/>
              <a:gd name="T42" fmla="*/ 329 w 353"/>
              <a:gd name="T43" fmla="*/ 209 h 257"/>
              <a:gd name="T44" fmla="*/ 306 w 353"/>
              <a:gd name="T45" fmla="*/ 241 h 257"/>
              <a:gd name="T46" fmla="*/ 48 w 353"/>
              <a:gd name="T47" fmla="*/ 233 h 257"/>
              <a:gd name="T48" fmla="*/ 16 w 353"/>
              <a:gd name="T49" fmla="*/ 210 h 257"/>
              <a:gd name="T50" fmla="*/ 24 w 353"/>
              <a:gd name="T51" fmla="*/ 113 h 257"/>
              <a:gd name="T52" fmla="*/ 46 w 353"/>
              <a:gd name="T53" fmla="*/ 81 h 257"/>
              <a:gd name="T54" fmla="*/ 305 w 353"/>
              <a:gd name="T55" fmla="*/ 89 h 257"/>
              <a:gd name="T56" fmla="*/ 337 w 353"/>
              <a:gd name="T57" fmla="*/ 111 h 257"/>
              <a:gd name="T58" fmla="*/ 329 w 353"/>
              <a:gd name="T59" fmla="*/ 97 h 257"/>
              <a:gd name="T60" fmla="*/ 329 w 353"/>
              <a:gd name="T61" fmla="*/ 81 h 257"/>
              <a:gd name="T62" fmla="*/ 329 w 353"/>
              <a:gd name="T63" fmla="*/ 97 h 257"/>
              <a:gd name="T64" fmla="*/ 264 w 353"/>
              <a:gd name="T65" fmla="*/ 209 h 257"/>
              <a:gd name="T66" fmla="*/ 264 w 353"/>
              <a:gd name="T67" fmla="*/ 225 h 257"/>
              <a:gd name="T68" fmla="*/ 289 w 353"/>
              <a:gd name="T69" fmla="*/ 217 h 257"/>
              <a:gd name="T70" fmla="*/ 88 w 353"/>
              <a:gd name="T71" fmla="*/ 97 h 257"/>
              <a:gd name="T72" fmla="*/ 64 w 353"/>
              <a:gd name="T73" fmla="*/ 105 h 257"/>
              <a:gd name="T74" fmla="*/ 88 w 353"/>
              <a:gd name="T75" fmla="*/ 113 h 257"/>
              <a:gd name="T76" fmla="*/ 88 w 353"/>
              <a:gd name="T77" fmla="*/ 97 h 257"/>
              <a:gd name="T78" fmla="*/ 112 w 353"/>
              <a:gd name="T79" fmla="*/ 161 h 257"/>
              <a:gd name="T80" fmla="*/ 240 w 353"/>
              <a:gd name="T81" fmla="*/ 161 h 257"/>
              <a:gd name="T82" fmla="*/ 209 w 353"/>
              <a:gd name="T83" fmla="*/ 151 h 257"/>
              <a:gd name="T84" fmla="*/ 206 w 353"/>
              <a:gd name="T85" fmla="*/ 184 h 257"/>
              <a:gd name="T86" fmla="*/ 174 w 353"/>
              <a:gd name="T87" fmla="*/ 209 h 257"/>
              <a:gd name="T88" fmla="*/ 169 w 353"/>
              <a:gd name="T89" fmla="*/ 193 h 257"/>
              <a:gd name="T90" fmla="*/ 159 w 353"/>
              <a:gd name="T91" fmla="*/ 205 h 257"/>
              <a:gd name="T92" fmla="*/ 154 w 353"/>
              <a:gd name="T93" fmla="*/ 189 h 257"/>
              <a:gd name="T94" fmla="*/ 137 w 353"/>
              <a:gd name="T95" fmla="*/ 185 h 257"/>
              <a:gd name="T96" fmla="*/ 147 w 353"/>
              <a:gd name="T97" fmla="*/ 177 h 257"/>
              <a:gd name="T98" fmla="*/ 157 w 353"/>
              <a:gd name="T99" fmla="*/ 153 h 257"/>
              <a:gd name="T100" fmla="*/ 157 w 353"/>
              <a:gd name="T101" fmla="*/ 153 h 257"/>
              <a:gd name="T102" fmla="*/ 157 w 353"/>
              <a:gd name="T103" fmla="*/ 133 h 257"/>
              <a:gd name="T104" fmla="*/ 153 w 353"/>
              <a:gd name="T105" fmla="*/ 122 h 257"/>
              <a:gd name="T106" fmla="*/ 164 w 353"/>
              <a:gd name="T107" fmla="*/ 125 h 257"/>
              <a:gd name="T108" fmla="*/ 173 w 353"/>
              <a:gd name="T109" fmla="*/ 113 h 257"/>
              <a:gd name="T110" fmla="*/ 178 w 353"/>
              <a:gd name="T111" fmla="*/ 128 h 257"/>
              <a:gd name="T112" fmla="*/ 188 w 353"/>
              <a:gd name="T113" fmla="*/ 116 h 257"/>
              <a:gd name="T114" fmla="*/ 193 w 353"/>
              <a:gd name="T115" fmla="*/ 132 h 257"/>
              <a:gd name="T116" fmla="*/ 170 w 353"/>
              <a:gd name="T117" fmla="*/ 163 h 257"/>
              <a:gd name="T118" fmla="*/ 190 w 353"/>
              <a:gd name="T119" fmla="*/ 178 h 2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353" h="257">
                <a:moveTo>
                  <a:pt x="72" y="16"/>
                </a:moveTo>
                <a:cubicBezTo>
                  <a:pt x="281" y="16"/>
                  <a:pt x="281" y="16"/>
                  <a:pt x="281" y="16"/>
                </a:cubicBezTo>
                <a:cubicBezTo>
                  <a:pt x="285" y="16"/>
                  <a:pt x="289" y="13"/>
                  <a:pt x="289" y="8"/>
                </a:cubicBezTo>
                <a:cubicBezTo>
                  <a:pt x="289" y="4"/>
                  <a:pt x="285" y="0"/>
                  <a:pt x="281" y="0"/>
                </a:cubicBezTo>
                <a:cubicBezTo>
                  <a:pt x="72" y="0"/>
                  <a:pt x="72" y="0"/>
                  <a:pt x="72" y="0"/>
                </a:cubicBezTo>
                <a:cubicBezTo>
                  <a:pt x="67" y="0"/>
                  <a:pt x="64" y="4"/>
                  <a:pt x="64" y="8"/>
                </a:cubicBezTo>
                <a:cubicBezTo>
                  <a:pt x="64" y="13"/>
                  <a:pt x="67" y="16"/>
                  <a:pt x="72" y="16"/>
                </a:cubicBezTo>
                <a:moveTo>
                  <a:pt x="40" y="48"/>
                </a:moveTo>
                <a:cubicBezTo>
                  <a:pt x="313" y="48"/>
                  <a:pt x="313" y="48"/>
                  <a:pt x="313" y="48"/>
                </a:cubicBezTo>
                <a:cubicBezTo>
                  <a:pt x="317" y="48"/>
                  <a:pt x="321" y="45"/>
                  <a:pt x="321" y="40"/>
                </a:cubicBezTo>
                <a:cubicBezTo>
                  <a:pt x="321" y="36"/>
                  <a:pt x="317" y="32"/>
                  <a:pt x="313" y="32"/>
                </a:cubicBezTo>
                <a:cubicBezTo>
                  <a:pt x="40" y="32"/>
                  <a:pt x="40" y="32"/>
                  <a:pt x="40" y="32"/>
                </a:cubicBezTo>
                <a:cubicBezTo>
                  <a:pt x="35" y="32"/>
                  <a:pt x="32" y="36"/>
                  <a:pt x="32" y="40"/>
                </a:cubicBezTo>
                <a:cubicBezTo>
                  <a:pt x="32" y="45"/>
                  <a:pt x="35" y="48"/>
                  <a:pt x="40" y="48"/>
                </a:cubicBezTo>
                <a:moveTo>
                  <a:pt x="176" y="138"/>
                </a:moveTo>
                <a:cubicBezTo>
                  <a:pt x="172" y="155"/>
                  <a:pt x="172" y="155"/>
                  <a:pt x="172" y="155"/>
                </a:cubicBezTo>
                <a:cubicBezTo>
                  <a:pt x="176" y="156"/>
                  <a:pt x="191" y="161"/>
                  <a:pt x="193" y="151"/>
                </a:cubicBezTo>
                <a:cubicBezTo>
                  <a:pt x="195" y="141"/>
                  <a:pt x="180" y="139"/>
                  <a:pt x="176" y="138"/>
                </a:cubicBezTo>
                <a:moveTo>
                  <a:pt x="337" y="64"/>
                </a:moveTo>
                <a:cubicBezTo>
                  <a:pt x="16" y="64"/>
                  <a:pt x="16" y="64"/>
                  <a:pt x="16" y="64"/>
                </a:cubicBezTo>
                <a:cubicBezTo>
                  <a:pt x="7" y="64"/>
                  <a:pt x="0" y="72"/>
                  <a:pt x="0" y="81"/>
                </a:cubicBezTo>
                <a:cubicBezTo>
                  <a:pt x="0" y="241"/>
                  <a:pt x="0" y="241"/>
                  <a:pt x="0" y="241"/>
                </a:cubicBezTo>
                <a:cubicBezTo>
                  <a:pt x="0" y="250"/>
                  <a:pt x="7" y="257"/>
                  <a:pt x="16" y="257"/>
                </a:cubicBezTo>
                <a:cubicBezTo>
                  <a:pt x="337" y="257"/>
                  <a:pt x="337" y="257"/>
                  <a:pt x="337" y="257"/>
                </a:cubicBezTo>
                <a:cubicBezTo>
                  <a:pt x="346" y="257"/>
                  <a:pt x="353" y="250"/>
                  <a:pt x="353" y="241"/>
                </a:cubicBezTo>
                <a:cubicBezTo>
                  <a:pt x="353" y="81"/>
                  <a:pt x="353" y="81"/>
                  <a:pt x="353" y="81"/>
                </a:cubicBezTo>
                <a:cubicBezTo>
                  <a:pt x="353" y="72"/>
                  <a:pt x="346" y="64"/>
                  <a:pt x="337" y="64"/>
                </a:cubicBezTo>
                <a:moveTo>
                  <a:pt x="24" y="81"/>
                </a:moveTo>
                <a:cubicBezTo>
                  <a:pt x="28" y="81"/>
                  <a:pt x="32" y="84"/>
                  <a:pt x="32" y="89"/>
                </a:cubicBezTo>
                <a:cubicBezTo>
                  <a:pt x="32" y="93"/>
                  <a:pt x="28" y="97"/>
                  <a:pt x="24" y="97"/>
                </a:cubicBezTo>
                <a:cubicBezTo>
                  <a:pt x="19" y="97"/>
                  <a:pt x="16" y="93"/>
                  <a:pt x="16" y="89"/>
                </a:cubicBezTo>
                <a:cubicBezTo>
                  <a:pt x="16" y="84"/>
                  <a:pt x="19" y="81"/>
                  <a:pt x="24" y="81"/>
                </a:cubicBezTo>
                <a:moveTo>
                  <a:pt x="24" y="241"/>
                </a:moveTo>
                <a:cubicBezTo>
                  <a:pt x="19" y="241"/>
                  <a:pt x="16" y="238"/>
                  <a:pt x="16" y="233"/>
                </a:cubicBezTo>
                <a:cubicBezTo>
                  <a:pt x="16" y="229"/>
                  <a:pt x="19" y="225"/>
                  <a:pt x="24" y="225"/>
                </a:cubicBezTo>
                <a:cubicBezTo>
                  <a:pt x="28" y="225"/>
                  <a:pt x="32" y="229"/>
                  <a:pt x="32" y="233"/>
                </a:cubicBezTo>
                <a:cubicBezTo>
                  <a:pt x="32" y="238"/>
                  <a:pt x="28" y="241"/>
                  <a:pt x="24" y="241"/>
                </a:cubicBezTo>
                <a:moveTo>
                  <a:pt x="329" y="241"/>
                </a:moveTo>
                <a:cubicBezTo>
                  <a:pt x="324" y="241"/>
                  <a:pt x="321" y="238"/>
                  <a:pt x="321" y="233"/>
                </a:cubicBezTo>
                <a:cubicBezTo>
                  <a:pt x="321" y="229"/>
                  <a:pt x="324" y="225"/>
                  <a:pt x="329" y="225"/>
                </a:cubicBezTo>
                <a:cubicBezTo>
                  <a:pt x="333" y="225"/>
                  <a:pt x="337" y="229"/>
                  <a:pt x="337" y="233"/>
                </a:cubicBezTo>
                <a:cubicBezTo>
                  <a:pt x="337" y="238"/>
                  <a:pt x="333" y="241"/>
                  <a:pt x="329" y="241"/>
                </a:cubicBezTo>
                <a:moveTo>
                  <a:pt x="337" y="210"/>
                </a:moveTo>
                <a:cubicBezTo>
                  <a:pt x="334" y="210"/>
                  <a:pt x="332" y="209"/>
                  <a:pt x="329" y="209"/>
                </a:cubicBezTo>
                <a:cubicBezTo>
                  <a:pt x="315" y="209"/>
                  <a:pt x="305" y="220"/>
                  <a:pt x="305" y="233"/>
                </a:cubicBezTo>
                <a:cubicBezTo>
                  <a:pt x="305" y="236"/>
                  <a:pt x="305" y="239"/>
                  <a:pt x="306" y="241"/>
                </a:cubicBezTo>
                <a:cubicBezTo>
                  <a:pt x="46" y="241"/>
                  <a:pt x="46" y="241"/>
                  <a:pt x="46" y="241"/>
                </a:cubicBezTo>
                <a:cubicBezTo>
                  <a:pt x="47" y="239"/>
                  <a:pt x="48" y="236"/>
                  <a:pt x="48" y="233"/>
                </a:cubicBezTo>
                <a:cubicBezTo>
                  <a:pt x="48" y="220"/>
                  <a:pt x="37" y="209"/>
                  <a:pt x="24" y="209"/>
                </a:cubicBezTo>
                <a:cubicBezTo>
                  <a:pt x="21" y="209"/>
                  <a:pt x="18" y="210"/>
                  <a:pt x="16" y="210"/>
                </a:cubicBezTo>
                <a:cubicBezTo>
                  <a:pt x="16" y="111"/>
                  <a:pt x="16" y="111"/>
                  <a:pt x="16" y="111"/>
                </a:cubicBezTo>
                <a:cubicBezTo>
                  <a:pt x="18" y="112"/>
                  <a:pt x="21" y="113"/>
                  <a:pt x="24" y="113"/>
                </a:cubicBezTo>
                <a:cubicBezTo>
                  <a:pt x="37" y="113"/>
                  <a:pt x="48" y="102"/>
                  <a:pt x="48" y="89"/>
                </a:cubicBezTo>
                <a:cubicBezTo>
                  <a:pt x="48" y="86"/>
                  <a:pt x="47" y="83"/>
                  <a:pt x="46" y="81"/>
                </a:cubicBezTo>
                <a:cubicBezTo>
                  <a:pt x="306" y="81"/>
                  <a:pt x="306" y="81"/>
                  <a:pt x="306" y="81"/>
                </a:cubicBezTo>
                <a:cubicBezTo>
                  <a:pt x="305" y="83"/>
                  <a:pt x="305" y="86"/>
                  <a:pt x="305" y="89"/>
                </a:cubicBezTo>
                <a:cubicBezTo>
                  <a:pt x="305" y="102"/>
                  <a:pt x="315" y="113"/>
                  <a:pt x="329" y="113"/>
                </a:cubicBezTo>
                <a:cubicBezTo>
                  <a:pt x="332" y="113"/>
                  <a:pt x="334" y="112"/>
                  <a:pt x="337" y="111"/>
                </a:cubicBezTo>
                <a:lnTo>
                  <a:pt x="337" y="210"/>
                </a:lnTo>
                <a:close/>
                <a:moveTo>
                  <a:pt x="329" y="97"/>
                </a:moveTo>
                <a:cubicBezTo>
                  <a:pt x="324" y="97"/>
                  <a:pt x="321" y="93"/>
                  <a:pt x="321" y="89"/>
                </a:cubicBezTo>
                <a:cubicBezTo>
                  <a:pt x="321" y="84"/>
                  <a:pt x="324" y="81"/>
                  <a:pt x="329" y="81"/>
                </a:cubicBezTo>
                <a:cubicBezTo>
                  <a:pt x="333" y="81"/>
                  <a:pt x="337" y="84"/>
                  <a:pt x="337" y="89"/>
                </a:cubicBezTo>
                <a:cubicBezTo>
                  <a:pt x="337" y="93"/>
                  <a:pt x="333" y="97"/>
                  <a:pt x="329" y="97"/>
                </a:cubicBezTo>
                <a:moveTo>
                  <a:pt x="281" y="209"/>
                </a:moveTo>
                <a:cubicBezTo>
                  <a:pt x="264" y="209"/>
                  <a:pt x="264" y="209"/>
                  <a:pt x="264" y="209"/>
                </a:cubicBezTo>
                <a:cubicBezTo>
                  <a:pt x="260" y="209"/>
                  <a:pt x="256" y="213"/>
                  <a:pt x="256" y="217"/>
                </a:cubicBezTo>
                <a:cubicBezTo>
                  <a:pt x="256" y="221"/>
                  <a:pt x="260" y="225"/>
                  <a:pt x="264" y="225"/>
                </a:cubicBezTo>
                <a:cubicBezTo>
                  <a:pt x="281" y="225"/>
                  <a:pt x="281" y="225"/>
                  <a:pt x="281" y="225"/>
                </a:cubicBezTo>
                <a:cubicBezTo>
                  <a:pt x="285" y="225"/>
                  <a:pt x="289" y="221"/>
                  <a:pt x="289" y="217"/>
                </a:cubicBezTo>
                <a:cubicBezTo>
                  <a:pt x="289" y="213"/>
                  <a:pt x="285" y="209"/>
                  <a:pt x="281" y="209"/>
                </a:cubicBezTo>
                <a:moveTo>
                  <a:pt x="88" y="97"/>
                </a:moveTo>
                <a:cubicBezTo>
                  <a:pt x="72" y="97"/>
                  <a:pt x="72" y="97"/>
                  <a:pt x="72" y="97"/>
                </a:cubicBezTo>
                <a:cubicBezTo>
                  <a:pt x="67" y="97"/>
                  <a:pt x="64" y="100"/>
                  <a:pt x="64" y="105"/>
                </a:cubicBezTo>
                <a:cubicBezTo>
                  <a:pt x="64" y="109"/>
                  <a:pt x="67" y="113"/>
                  <a:pt x="72" y="113"/>
                </a:cubicBezTo>
                <a:cubicBezTo>
                  <a:pt x="88" y="113"/>
                  <a:pt x="88" y="113"/>
                  <a:pt x="88" y="113"/>
                </a:cubicBezTo>
                <a:cubicBezTo>
                  <a:pt x="92" y="113"/>
                  <a:pt x="96" y="109"/>
                  <a:pt x="96" y="105"/>
                </a:cubicBezTo>
                <a:cubicBezTo>
                  <a:pt x="96" y="100"/>
                  <a:pt x="92" y="97"/>
                  <a:pt x="88" y="97"/>
                </a:cubicBezTo>
                <a:moveTo>
                  <a:pt x="176" y="97"/>
                </a:moveTo>
                <a:cubicBezTo>
                  <a:pt x="141" y="97"/>
                  <a:pt x="112" y="125"/>
                  <a:pt x="112" y="161"/>
                </a:cubicBezTo>
                <a:cubicBezTo>
                  <a:pt x="112" y="196"/>
                  <a:pt x="141" y="225"/>
                  <a:pt x="176" y="225"/>
                </a:cubicBezTo>
                <a:cubicBezTo>
                  <a:pt x="212" y="225"/>
                  <a:pt x="240" y="196"/>
                  <a:pt x="240" y="161"/>
                </a:cubicBezTo>
                <a:cubicBezTo>
                  <a:pt x="240" y="125"/>
                  <a:pt x="212" y="97"/>
                  <a:pt x="176" y="97"/>
                </a:cubicBezTo>
                <a:moveTo>
                  <a:pt x="209" y="151"/>
                </a:moveTo>
                <a:cubicBezTo>
                  <a:pt x="208" y="159"/>
                  <a:pt x="204" y="162"/>
                  <a:pt x="199" y="164"/>
                </a:cubicBezTo>
                <a:cubicBezTo>
                  <a:pt x="206" y="168"/>
                  <a:pt x="210" y="174"/>
                  <a:pt x="206" y="184"/>
                </a:cubicBezTo>
                <a:cubicBezTo>
                  <a:pt x="202" y="197"/>
                  <a:pt x="191" y="198"/>
                  <a:pt x="177" y="195"/>
                </a:cubicBezTo>
                <a:cubicBezTo>
                  <a:pt x="174" y="209"/>
                  <a:pt x="174" y="209"/>
                  <a:pt x="174" y="209"/>
                </a:cubicBezTo>
                <a:cubicBezTo>
                  <a:pt x="165" y="207"/>
                  <a:pt x="165" y="207"/>
                  <a:pt x="165" y="207"/>
                </a:cubicBezTo>
                <a:cubicBezTo>
                  <a:pt x="169" y="193"/>
                  <a:pt x="169" y="193"/>
                  <a:pt x="169" y="193"/>
                </a:cubicBezTo>
                <a:cubicBezTo>
                  <a:pt x="167" y="193"/>
                  <a:pt x="165" y="192"/>
                  <a:pt x="162" y="192"/>
                </a:cubicBezTo>
                <a:cubicBezTo>
                  <a:pt x="159" y="205"/>
                  <a:pt x="159" y="205"/>
                  <a:pt x="159" y="205"/>
                </a:cubicBezTo>
                <a:cubicBezTo>
                  <a:pt x="151" y="203"/>
                  <a:pt x="151" y="203"/>
                  <a:pt x="151" y="203"/>
                </a:cubicBezTo>
                <a:cubicBezTo>
                  <a:pt x="154" y="189"/>
                  <a:pt x="154" y="189"/>
                  <a:pt x="154" y="189"/>
                </a:cubicBezTo>
                <a:cubicBezTo>
                  <a:pt x="152" y="189"/>
                  <a:pt x="150" y="188"/>
                  <a:pt x="148" y="188"/>
                </a:cubicBezTo>
                <a:cubicBezTo>
                  <a:pt x="137" y="185"/>
                  <a:pt x="137" y="185"/>
                  <a:pt x="137" y="185"/>
                </a:cubicBezTo>
                <a:cubicBezTo>
                  <a:pt x="141" y="176"/>
                  <a:pt x="141" y="176"/>
                  <a:pt x="141" y="176"/>
                </a:cubicBezTo>
                <a:cubicBezTo>
                  <a:pt x="141" y="176"/>
                  <a:pt x="148" y="177"/>
                  <a:pt x="147" y="177"/>
                </a:cubicBezTo>
                <a:cubicBezTo>
                  <a:pt x="150" y="178"/>
                  <a:pt x="151" y="176"/>
                  <a:pt x="151" y="175"/>
                </a:cubicBezTo>
                <a:cubicBezTo>
                  <a:pt x="157" y="153"/>
                  <a:pt x="157" y="153"/>
                  <a:pt x="157" y="153"/>
                </a:cubicBezTo>
                <a:cubicBezTo>
                  <a:pt x="157" y="153"/>
                  <a:pt x="157" y="153"/>
                  <a:pt x="158" y="153"/>
                </a:cubicBezTo>
                <a:cubicBezTo>
                  <a:pt x="157" y="153"/>
                  <a:pt x="157" y="153"/>
                  <a:pt x="157" y="153"/>
                </a:cubicBezTo>
                <a:cubicBezTo>
                  <a:pt x="161" y="137"/>
                  <a:pt x="161" y="137"/>
                  <a:pt x="161" y="137"/>
                </a:cubicBezTo>
                <a:cubicBezTo>
                  <a:pt x="161" y="136"/>
                  <a:pt x="160" y="133"/>
                  <a:pt x="157" y="133"/>
                </a:cubicBezTo>
                <a:cubicBezTo>
                  <a:pt x="157" y="133"/>
                  <a:pt x="151" y="131"/>
                  <a:pt x="151" y="131"/>
                </a:cubicBezTo>
                <a:cubicBezTo>
                  <a:pt x="153" y="122"/>
                  <a:pt x="153" y="122"/>
                  <a:pt x="153" y="122"/>
                </a:cubicBezTo>
                <a:cubicBezTo>
                  <a:pt x="164" y="125"/>
                  <a:pt x="164" y="125"/>
                  <a:pt x="164" y="125"/>
                </a:cubicBezTo>
                <a:cubicBezTo>
                  <a:pt x="164" y="125"/>
                  <a:pt x="164" y="125"/>
                  <a:pt x="164" y="125"/>
                </a:cubicBezTo>
                <a:cubicBezTo>
                  <a:pt x="166" y="126"/>
                  <a:pt x="168" y="126"/>
                  <a:pt x="170" y="126"/>
                </a:cubicBezTo>
                <a:cubicBezTo>
                  <a:pt x="173" y="113"/>
                  <a:pt x="173" y="113"/>
                  <a:pt x="173" y="113"/>
                </a:cubicBezTo>
                <a:cubicBezTo>
                  <a:pt x="181" y="115"/>
                  <a:pt x="181" y="115"/>
                  <a:pt x="181" y="115"/>
                </a:cubicBezTo>
                <a:cubicBezTo>
                  <a:pt x="178" y="128"/>
                  <a:pt x="178" y="128"/>
                  <a:pt x="178" y="128"/>
                </a:cubicBezTo>
                <a:cubicBezTo>
                  <a:pt x="180" y="129"/>
                  <a:pt x="182" y="129"/>
                  <a:pt x="185" y="130"/>
                </a:cubicBezTo>
                <a:cubicBezTo>
                  <a:pt x="188" y="116"/>
                  <a:pt x="188" y="116"/>
                  <a:pt x="188" y="116"/>
                </a:cubicBezTo>
                <a:cubicBezTo>
                  <a:pt x="196" y="118"/>
                  <a:pt x="196" y="118"/>
                  <a:pt x="196" y="118"/>
                </a:cubicBezTo>
                <a:cubicBezTo>
                  <a:pt x="193" y="132"/>
                  <a:pt x="193" y="132"/>
                  <a:pt x="193" y="132"/>
                </a:cubicBezTo>
                <a:cubicBezTo>
                  <a:pt x="203" y="136"/>
                  <a:pt x="211" y="141"/>
                  <a:pt x="209" y="151"/>
                </a:cubicBezTo>
                <a:moveTo>
                  <a:pt x="170" y="163"/>
                </a:moveTo>
                <a:cubicBezTo>
                  <a:pt x="165" y="181"/>
                  <a:pt x="165" y="181"/>
                  <a:pt x="165" y="181"/>
                </a:cubicBezTo>
                <a:cubicBezTo>
                  <a:pt x="171" y="183"/>
                  <a:pt x="188" y="188"/>
                  <a:pt x="190" y="178"/>
                </a:cubicBezTo>
                <a:cubicBezTo>
                  <a:pt x="193" y="167"/>
                  <a:pt x="175" y="165"/>
                  <a:pt x="170" y="163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1" name="Freeform 51"/>
          <p:cNvSpPr>
            <a:spLocks noEditPoints="1"/>
          </p:cNvSpPr>
          <p:nvPr/>
        </p:nvSpPr>
        <p:spPr bwMode="auto">
          <a:xfrm>
            <a:off x="7469718" y="5469469"/>
            <a:ext cx="582084" cy="370417"/>
          </a:xfrm>
          <a:custGeom>
            <a:avLst/>
            <a:gdLst>
              <a:gd name="T0" fmla="*/ 64 w 353"/>
              <a:gd name="T1" fmla="*/ 89 h 225"/>
              <a:gd name="T2" fmla="*/ 80 w 353"/>
              <a:gd name="T3" fmla="*/ 89 h 225"/>
              <a:gd name="T4" fmla="*/ 140 w 353"/>
              <a:gd name="T5" fmla="*/ 139 h 225"/>
              <a:gd name="T6" fmla="*/ 156 w 353"/>
              <a:gd name="T7" fmla="*/ 151 h 225"/>
              <a:gd name="T8" fmla="*/ 273 w 353"/>
              <a:gd name="T9" fmla="*/ 48 h 225"/>
              <a:gd name="T10" fmla="*/ 0 w 353"/>
              <a:gd name="T11" fmla="*/ 65 h 225"/>
              <a:gd name="T12" fmla="*/ 16 w 353"/>
              <a:gd name="T13" fmla="*/ 225 h 225"/>
              <a:gd name="T14" fmla="*/ 289 w 353"/>
              <a:gd name="T15" fmla="*/ 209 h 225"/>
              <a:gd name="T16" fmla="*/ 273 w 353"/>
              <a:gd name="T17" fmla="*/ 48 h 225"/>
              <a:gd name="T18" fmla="*/ 32 w 353"/>
              <a:gd name="T19" fmla="*/ 73 h 225"/>
              <a:gd name="T20" fmla="*/ 16 w 353"/>
              <a:gd name="T21" fmla="*/ 73 h 225"/>
              <a:gd name="T22" fmla="*/ 24 w 353"/>
              <a:gd name="T23" fmla="*/ 209 h 225"/>
              <a:gd name="T24" fmla="*/ 24 w 353"/>
              <a:gd name="T25" fmla="*/ 193 h 225"/>
              <a:gd name="T26" fmla="*/ 24 w 353"/>
              <a:gd name="T27" fmla="*/ 209 h 225"/>
              <a:gd name="T28" fmla="*/ 257 w 353"/>
              <a:gd name="T29" fmla="*/ 201 h 225"/>
              <a:gd name="T30" fmla="*/ 273 w 353"/>
              <a:gd name="T31" fmla="*/ 201 h 225"/>
              <a:gd name="T32" fmla="*/ 273 w 353"/>
              <a:gd name="T33" fmla="*/ 178 h 225"/>
              <a:gd name="T34" fmla="*/ 241 w 353"/>
              <a:gd name="T35" fmla="*/ 201 h 225"/>
              <a:gd name="T36" fmla="*/ 47 w 353"/>
              <a:gd name="T37" fmla="*/ 209 h 225"/>
              <a:gd name="T38" fmla="*/ 24 w 353"/>
              <a:gd name="T39" fmla="*/ 177 h 225"/>
              <a:gd name="T40" fmla="*/ 16 w 353"/>
              <a:gd name="T41" fmla="*/ 95 h 225"/>
              <a:gd name="T42" fmla="*/ 48 w 353"/>
              <a:gd name="T43" fmla="*/ 73 h 225"/>
              <a:gd name="T44" fmla="*/ 242 w 353"/>
              <a:gd name="T45" fmla="*/ 65 h 225"/>
              <a:gd name="T46" fmla="*/ 265 w 353"/>
              <a:gd name="T47" fmla="*/ 97 h 225"/>
              <a:gd name="T48" fmla="*/ 273 w 353"/>
              <a:gd name="T49" fmla="*/ 178 h 225"/>
              <a:gd name="T50" fmla="*/ 257 w 353"/>
              <a:gd name="T51" fmla="*/ 73 h 225"/>
              <a:gd name="T52" fmla="*/ 273 w 353"/>
              <a:gd name="T53" fmla="*/ 73 h 225"/>
              <a:gd name="T54" fmla="*/ 337 w 353"/>
              <a:gd name="T55" fmla="*/ 0 h 225"/>
              <a:gd name="T56" fmla="*/ 64 w 353"/>
              <a:gd name="T57" fmla="*/ 16 h 225"/>
              <a:gd name="T58" fmla="*/ 72 w 353"/>
              <a:gd name="T59" fmla="*/ 32 h 225"/>
              <a:gd name="T60" fmla="*/ 80 w 353"/>
              <a:gd name="T61" fmla="*/ 16 h 225"/>
              <a:gd name="T62" fmla="*/ 337 w 353"/>
              <a:gd name="T63" fmla="*/ 161 h 225"/>
              <a:gd name="T64" fmla="*/ 305 w 353"/>
              <a:gd name="T65" fmla="*/ 169 h 225"/>
              <a:gd name="T66" fmla="*/ 337 w 353"/>
              <a:gd name="T67" fmla="*/ 177 h 225"/>
              <a:gd name="T68" fmla="*/ 353 w 353"/>
              <a:gd name="T69" fmla="*/ 16 h 225"/>
              <a:gd name="T70" fmla="*/ 144 w 353"/>
              <a:gd name="T71" fmla="*/ 118 h 225"/>
              <a:gd name="T72" fmla="*/ 158 w 353"/>
              <a:gd name="T73" fmla="*/ 129 h 225"/>
              <a:gd name="T74" fmla="*/ 217 w 353"/>
              <a:gd name="T75" fmla="*/ 177 h 225"/>
              <a:gd name="T76" fmla="*/ 217 w 353"/>
              <a:gd name="T77" fmla="*/ 193 h 225"/>
              <a:gd name="T78" fmla="*/ 217 w 353"/>
              <a:gd name="T79" fmla="*/ 177 h 225"/>
              <a:gd name="T80" fmla="*/ 88 w 353"/>
              <a:gd name="T81" fmla="*/ 137 h 225"/>
              <a:gd name="T82" fmla="*/ 201 w 353"/>
              <a:gd name="T83" fmla="*/ 137 h 225"/>
              <a:gd name="T84" fmla="*/ 171 w 353"/>
              <a:gd name="T85" fmla="*/ 129 h 225"/>
              <a:gd name="T86" fmla="*/ 168 w 353"/>
              <a:gd name="T87" fmla="*/ 156 h 225"/>
              <a:gd name="T88" fmla="*/ 143 w 353"/>
              <a:gd name="T89" fmla="*/ 177 h 225"/>
              <a:gd name="T90" fmla="*/ 139 w 353"/>
              <a:gd name="T91" fmla="*/ 164 h 225"/>
              <a:gd name="T92" fmla="*/ 131 w 353"/>
              <a:gd name="T93" fmla="*/ 174 h 225"/>
              <a:gd name="T94" fmla="*/ 128 w 353"/>
              <a:gd name="T95" fmla="*/ 161 h 225"/>
              <a:gd name="T96" fmla="*/ 115 w 353"/>
              <a:gd name="T97" fmla="*/ 157 h 225"/>
              <a:gd name="T98" fmla="*/ 122 w 353"/>
              <a:gd name="T99" fmla="*/ 150 h 225"/>
              <a:gd name="T100" fmla="*/ 130 w 353"/>
              <a:gd name="T101" fmla="*/ 130 h 225"/>
              <a:gd name="T102" fmla="*/ 130 w 353"/>
              <a:gd name="T103" fmla="*/ 130 h 225"/>
              <a:gd name="T104" fmla="*/ 130 w 353"/>
              <a:gd name="T105" fmla="*/ 113 h 225"/>
              <a:gd name="T106" fmla="*/ 127 w 353"/>
              <a:gd name="T107" fmla="*/ 105 h 225"/>
              <a:gd name="T108" fmla="*/ 136 w 353"/>
              <a:gd name="T109" fmla="*/ 107 h 225"/>
              <a:gd name="T110" fmla="*/ 142 w 353"/>
              <a:gd name="T111" fmla="*/ 97 h 225"/>
              <a:gd name="T112" fmla="*/ 146 w 353"/>
              <a:gd name="T113" fmla="*/ 110 h 225"/>
              <a:gd name="T114" fmla="*/ 154 w 353"/>
              <a:gd name="T115" fmla="*/ 100 h 225"/>
              <a:gd name="T116" fmla="*/ 158 w 353"/>
              <a:gd name="T117" fmla="*/ 113 h 2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353" h="225">
                <a:moveTo>
                  <a:pt x="72" y="81"/>
                </a:moveTo>
                <a:cubicBezTo>
                  <a:pt x="68" y="81"/>
                  <a:pt x="64" y="84"/>
                  <a:pt x="64" y="89"/>
                </a:cubicBezTo>
                <a:cubicBezTo>
                  <a:pt x="64" y="93"/>
                  <a:pt x="68" y="97"/>
                  <a:pt x="72" y="97"/>
                </a:cubicBezTo>
                <a:cubicBezTo>
                  <a:pt x="77" y="97"/>
                  <a:pt x="80" y="93"/>
                  <a:pt x="80" y="89"/>
                </a:cubicBezTo>
                <a:cubicBezTo>
                  <a:pt x="80" y="84"/>
                  <a:pt x="77" y="81"/>
                  <a:pt x="72" y="81"/>
                </a:cubicBezTo>
                <a:moveTo>
                  <a:pt x="140" y="139"/>
                </a:moveTo>
                <a:cubicBezTo>
                  <a:pt x="136" y="154"/>
                  <a:pt x="136" y="154"/>
                  <a:pt x="136" y="154"/>
                </a:cubicBezTo>
                <a:cubicBezTo>
                  <a:pt x="140" y="155"/>
                  <a:pt x="154" y="160"/>
                  <a:pt x="156" y="151"/>
                </a:cubicBezTo>
                <a:cubicBezTo>
                  <a:pt x="158" y="142"/>
                  <a:pt x="144" y="140"/>
                  <a:pt x="140" y="139"/>
                </a:cubicBezTo>
                <a:moveTo>
                  <a:pt x="273" y="48"/>
                </a:moveTo>
                <a:cubicBezTo>
                  <a:pt x="16" y="48"/>
                  <a:pt x="16" y="48"/>
                  <a:pt x="16" y="48"/>
                </a:cubicBezTo>
                <a:cubicBezTo>
                  <a:pt x="7" y="48"/>
                  <a:pt x="0" y="56"/>
                  <a:pt x="0" y="65"/>
                </a:cubicBezTo>
                <a:cubicBezTo>
                  <a:pt x="0" y="209"/>
                  <a:pt x="0" y="209"/>
                  <a:pt x="0" y="209"/>
                </a:cubicBezTo>
                <a:cubicBezTo>
                  <a:pt x="0" y="218"/>
                  <a:pt x="7" y="225"/>
                  <a:pt x="16" y="225"/>
                </a:cubicBezTo>
                <a:cubicBezTo>
                  <a:pt x="273" y="225"/>
                  <a:pt x="273" y="225"/>
                  <a:pt x="273" y="225"/>
                </a:cubicBezTo>
                <a:cubicBezTo>
                  <a:pt x="282" y="225"/>
                  <a:pt x="289" y="218"/>
                  <a:pt x="289" y="209"/>
                </a:cubicBezTo>
                <a:cubicBezTo>
                  <a:pt x="289" y="65"/>
                  <a:pt x="289" y="65"/>
                  <a:pt x="289" y="65"/>
                </a:cubicBezTo>
                <a:cubicBezTo>
                  <a:pt x="289" y="56"/>
                  <a:pt x="282" y="48"/>
                  <a:pt x="273" y="48"/>
                </a:cubicBezTo>
                <a:moveTo>
                  <a:pt x="24" y="65"/>
                </a:moveTo>
                <a:cubicBezTo>
                  <a:pt x="28" y="65"/>
                  <a:pt x="32" y="68"/>
                  <a:pt x="32" y="73"/>
                </a:cubicBezTo>
                <a:cubicBezTo>
                  <a:pt x="32" y="77"/>
                  <a:pt x="28" y="81"/>
                  <a:pt x="24" y="81"/>
                </a:cubicBezTo>
                <a:cubicBezTo>
                  <a:pt x="20" y="81"/>
                  <a:pt x="16" y="77"/>
                  <a:pt x="16" y="73"/>
                </a:cubicBezTo>
                <a:cubicBezTo>
                  <a:pt x="16" y="68"/>
                  <a:pt x="20" y="65"/>
                  <a:pt x="24" y="65"/>
                </a:cubicBezTo>
                <a:moveTo>
                  <a:pt x="24" y="209"/>
                </a:moveTo>
                <a:cubicBezTo>
                  <a:pt x="20" y="209"/>
                  <a:pt x="16" y="205"/>
                  <a:pt x="16" y="201"/>
                </a:cubicBezTo>
                <a:cubicBezTo>
                  <a:pt x="16" y="197"/>
                  <a:pt x="20" y="193"/>
                  <a:pt x="24" y="193"/>
                </a:cubicBezTo>
                <a:cubicBezTo>
                  <a:pt x="28" y="193"/>
                  <a:pt x="32" y="197"/>
                  <a:pt x="32" y="201"/>
                </a:cubicBezTo>
                <a:cubicBezTo>
                  <a:pt x="32" y="205"/>
                  <a:pt x="28" y="209"/>
                  <a:pt x="24" y="209"/>
                </a:cubicBezTo>
                <a:moveTo>
                  <a:pt x="265" y="209"/>
                </a:moveTo>
                <a:cubicBezTo>
                  <a:pt x="260" y="209"/>
                  <a:pt x="257" y="205"/>
                  <a:pt x="257" y="201"/>
                </a:cubicBezTo>
                <a:cubicBezTo>
                  <a:pt x="257" y="197"/>
                  <a:pt x="260" y="193"/>
                  <a:pt x="265" y="193"/>
                </a:cubicBezTo>
                <a:cubicBezTo>
                  <a:pt x="269" y="193"/>
                  <a:pt x="273" y="197"/>
                  <a:pt x="273" y="201"/>
                </a:cubicBezTo>
                <a:cubicBezTo>
                  <a:pt x="273" y="205"/>
                  <a:pt x="269" y="209"/>
                  <a:pt x="265" y="209"/>
                </a:cubicBezTo>
                <a:moveTo>
                  <a:pt x="273" y="178"/>
                </a:moveTo>
                <a:cubicBezTo>
                  <a:pt x="270" y="178"/>
                  <a:pt x="268" y="177"/>
                  <a:pt x="265" y="177"/>
                </a:cubicBezTo>
                <a:cubicBezTo>
                  <a:pt x="252" y="177"/>
                  <a:pt x="241" y="188"/>
                  <a:pt x="241" y="201"/>
                </a:cubicBezTo>
                <a:cubicBezTo>
                  <a:pt x="241" y="204"/>
                  <a:pt x="241" y="207"/>
                  <a:pt x="242" y="209"/>
                </a:cubicBezTo>
                <a:cubicBezTo>
                  <a:pt x="47" y="209"/>
                  <a:pt x="47" y="209"/>
                  <a:pt x="47" y="209"/>
                </a:cubicBezTo>
                <a:cubicBezTo>
                  <a:pt x="47" y="207"/>
                  <a:pt x="48" y="204"/>
                  <a:pt x="48" y="201"/>
                </a:cubicBezTo>
                <a:cubicBezTo>
                  <a:pt x="48" y="188"/>
                  <a:pt x="37" y="177"/>
                  <a:pt x="24" y="177"/>
                </a:cubicBezTo>
                <a:cubicBezTo>
                  <a:pt x="21" y="177"/>
                  <a:pt x="18" y="178"/>
                  <a:pt x="16" y="178"/>
                </a:cubicBezTo>
                <a:cubicBezTo>
                  <a:pt x="16" y="95"/>
                  <a:pt x="16" y="95"/>
                  <a:pt x="16" y="95"/>
                </a:cubicBezTo>
                <a:cubicBezTo>
                  <a:pt x="18" y="96"/>
                  <a:pt x="21" y="97"/>
                  <a:pt x="24" y="97"/>
                </a:cubicBezTo>
                <a:cubicBezTo>
                  <a:pt x="37" y="97"/>
                  <a:pt x="48" y="86"/>
                  <a:pt x="48" y="73"/>
                </a:cubicBezTo>
                <a:cubicBezTo>
                  <a:pt x="48" y="70"/>
                  <a:pt x="47" y="67"/>
                  <a:pt x="47" y="65"/>
                </a:cubicBezTo>
                <a:cubicBezTo>
                  <a:pt x="242" y="65"/>
                  <a:pt x="242" y="65"/>
                  <a:pt x="242" y="65"/>
                </a:cubicBezTo>
                <a:cubicBezTo>
                  <a:pt x="241" y="67"/>
                  <a:pt x="241" y="70"/>
                  <a:pt x="241" y="73"/>
                </a:cubicBezTo>
                <a:cubicBezTo>
                  <a:pt x="241" y="86"/>
                  <a:pt x="252" y="97"/>
                  <a:pt x="265" y="97"/>
                </a:cubicBezTo>
                <a:cubicBezTo>
                  <a:pt x="268" y="97"/>
                  <a:pt x="270" y="96"/>
                  <a:pt x="273" y="95"/>
                </a:cubicBezTo>
                <a:lnTo>
                  <a:pt x="273" y="178"/>
                </a:lnTo>
                <a:close/>
                <a:moveTo>
                  <a:pt x="265" y="81"/>
                </a:moveTo>
                <a:cubicBezTo>
                  <a:pt x="260" y="81"/>
                  <a:pt x="257" y="77"/>
                  <a:pt x="257" y="73"/>
                </a:cubicBezTo>
                <a:cubicBezTo>
                  <a:pt x="257" y="68"/>
                  <a:pt x="260" y="65"/>
                  <a:pt x="265" y="65"/>
                </a:cubicBezTo>
                <a:cubicBezTo>
                  <a:pt x="269" y="65"/>
                  <a:pt x="273" y="68"/>
                  <a:pt x="273" y="73"/>
                </a:cubicBezTo>
                <a:cubicBezTo>
                  <a:pt x="273" y="77"/>
                  <a:pt x="269" y="81"/>
                  <a:pt x="265" y="81"/>
                </a:cubicBezTo>
                <a:moveTo>
                  <a:pt x="337" y="0"/>
                </a:moveTo>
                <a:cubicBezTo>
                  <a:pt x="80" y="0"/>
                  <a:pt x="80" y="0"/>
                  <a:pt x="80" y="0"/>
                </a:cubicBezTo>
                <a:cubicBezTo>
                  <a:pt x="71" y="0"/>
                  <a:pt x="64" y="8"/>
                  <a:pt x="64" y="16"/>
                </a:cubicBezTo>
                <a:cubicBezTo>
                  <a:pt x="64" y="24"/>
                  <a:pt x="64" y="24"/>
                  <a:pt x="64" y="24"/>
                </a:cubicBezTo>
                <a:cubicBezTo>
                  <a:pt x="64" y="29"/>
                  <a:pt x="68" y="32"/>
                  <a:pt x="72" y="32"/>
                </a:cubicBezTo>
                <a:cubicBezTo>
                  <a:pt x="77" y="32"/>
                  <a:pt x="80" y="29"/>
                  <a:pt x="80" y="24"/>
                </a:cubicBezTo>
                <a:cubicBezTo>
                  <a:pt x="80" y="16"/>
                  <a:pt x="80" y="16"/>
                  <a:pt x="80" y="16"/>
                </a:cubicBezTo>
                <a:cubicBezTo>
                  <a:pt x="337" y="16"/>
                  <a:pt x="337" y="16"/>
                  <a:pt x="337" y="16"/>
                </a:cubicBezTo>
                <a:cubicBezTo>
                  <a:pt x="337" y="161"/>
                  <a:pt x="337" y="161"/>
                  <a:pt x="337" y="161"/>
                </a:cubicBezTo>
                <a:cubicBezTo>
                  <a:pt x="313" y="161"/>
                  <a:pt x="313" y="161"/>
                  <a:pt x="313" y="161"/>
                </a:cubicBezTo>
                <a:cubicBezTo>
                  <a:pt x="309" y="161"/>
                  <a:pt x="305" y="164"/>
                  <a:pt x="305" y="169"/>
                </a:cubicBezTo>
                <a:cubicBezTo>
                  <a:pt x="305" y="173"/>
                  <a:pt x="309" y="177"/>
                  <a:pt x="313" y="177"/>
                </a:cubicBezTo>
                <a:cubicBezTo>
                  <a:pt x="337" y="177"/>
                  <a:pt x="337" y="177"/>
                  <a:pt x="337" y="177"/>
                </a:cubicBezTo>
                <a:cubicBezTo>
                  <a:pt x="346" y="177"/>
                  <a:pt x="353" y="170"/>
                  <a:pt x="353" y="161"/>
                </a:cubicBezTo>
                <a:cubicBezTo>
                  <a:pt x="353" y="16"/>
                  <a:pt x="353" y="16"/>
                  <a:pt x="353" y="16"/>
                </a:cubicBezTo>
                <a:cubicBezTo>
                  <a:pt x="353" y="8"/>
                  <a:pt x="346" y="0"/>
                  <a:pt x="337" y="0"/>
                </a:cubicBezTo>
                <a:moveTo>
                  <a:pt x="144" y="118"/>
                </a:moveTo>
                <a:cubicBezTo>
                  <a:pt x="141" y="132"/>
                  <a:pt x="141" y="132"/>
                  <a:pt x="141" y="132"/>
                </a:cubicBezTo>
                <a:cubicBezTo>
                  <a:pt x="145" y="133"/>
                  <a:pt x="156" y="137"/>
                  <a:pt x="158" y="129"/>
                </a:cubicBezTo>
                <a:cubicBezTo>
                  <a:pt x="160" y="121"/>
                  <a:pt x="148" y="119"/>
                  <a:pt x="144" y="118"/>
                </a:cubicBezTo>
                <a:moveTo>
                  <a:pt x="217" y="177"/>
                </a:moveTo>
                <a:cubicBezTo>
                  <a:pt x="212" y="177"/>
                  <a:pt x="209" y="181"/>
                  <a:pt x="209" y="185"/>
                </a:cubicBezTo>
                <a:cubicBezTo>
                  <a:pt x="209" y="189"/>
                  <a:pt x="212" y="193"/>
                  <a:pt x="217" y="193"/>
                </a:cubicBezTo>
                <a:cubicBezTo>
                  <a:pt x="221" y="193"/>
                  <a:pt x="225" y="189"/>
                  <a:pt x="225" y="185"/>
                </a:cubicBezTo>
                <a:cubicBezTo>
                  <a:pt x="225" y="181"/>
                  <a:pt x="221" y="177"/>
                  <a:pt x="217" y="177"/>
                </a:cubicBezTo>
                <a:moveTo>
                  <a:pt x="144" y="81"/>
                </a:moveTo>
                <a:cubicBezTo>
                  <a:pt x="113" y="81"/>
                  <a:pt x="88" y="106"/>
                  <a:pt x="88" y="137"/>
                </a:cubicBezTo>
                <a:cubicBezTo>
                  <a:pt x="88" y="168"/>
                  <a:pt x="113" y="193"/>
                  <a:pt x="144" y="193"/>
                </a:cubicBezTo>
                <a:cubicBezTo>
                  <a:pt x="175" y="193"/>
                  <a:pt x="201" y="168"/>
                  <a:pt x="201" y="137"/>
                </a:cubicBezTo>
                <a:cubicBezTo>
                  <a:pt x="201" y="106"/>
                  <a:pt x="175" y="81"/>
                  <a:pt x="144" y="81"/>
                </a:cubicBezTo>
                <a:moveTo>
                  <a:pt x="171" y="129"/>
                </a:moveTo>
                <a:cubicBezTo>
                  <a:pt x="170" y="135"/>
                  <a:pt x="167" y="138"/>
                  <a:pt x="162" y="139"/>
                </a:cubicBezTo>
                <a:cubicBezTo>
                  <a:pt x="168" y="142"/>
                  <a:pt x="171" y="147"/>
                  <a:pt x="168" y="156"/>
                </a:cubicBezTo>
                <a:cubicBezTo>
                  <a:pt x="165" y="167"/>
                  <a:pt x="157" y="168"/>
                  <a:pt x="146" y="165"/>
                </a:cubicBezTo>
                <a:cubicBezTo>
                  <a:pt x="143" y="177"/>
                  <a:pt x="143" y="177"/>
                  <a:pt x="143" y="177"/>
                </a:cubicBezTo>
                <a:cubicBezTo>
                  <a:pt x="136" y="175"/>
                  <a:pt x="136" y="175"/>
                  <a:pt x="136" y="175"/>
                </a:cubicBezTo>
                <a:cubicBezTo>
                  <a:pt x="139" y="164"/>
                  <a:pt x="139" y="164"/>
                  <a:pt x="139" y="164"/>
                </a:cubicBezTo>
                <a:cubicBezTo>
                  <a:pt x="137" y="163"/>
                  <a:pt x="136" y="163"/>
                  <a:pt x="134" y="162"/>
                </a:cubicBezTo>
                <a:cubicBezTo>
                  <a:pt x="131" y="174"/>
                  <a:pt x="131" y="174"/>
                  <a:pt x="131" y="174"/>
                </a:cubicBezTo>
                <a:cubicBezTo>
                  <a:pt x="125" y="172"/>
                  <a:pt x="125" y="172"/>
                  <a:pt x="125" y="172"/>
                </a:cubicBezTo>
                <a:cubicBezTo>
                  <a:pt x="128" y="161"/>
                  <a:pt x="128" y="161"/>
                  <a:pt x="128" y="161"/>
                </a:cubicBezTo>
                <a:cubicBezTo>
                  <a:pt x="126" y="160"/>
                  <a:pt x="125" y="160"/>
                  <a:pt x="123" y="159"/>
                </a:cubicBezTo>
                <a:cubicBezTo>
                  <a:pt x="115" y="157"/>
                  <a:pt x="115" y="157"/>
                  <a:pt x="115" y="157"/>
                </a:cubicBezTo>
                <a:cubicBezTo>
                  <a:pt x="118" y="149"/>
                  <a:pt x="118" y="149"/>
                  <a:pt x="118" y="149"/>
                </a:cubicBezTo>
                <a:cubicBezTo>
                  <a:pt x="118" y="149"/>
                  <a:pt x="123" y="150"/>
                  <a:pt x="122" y="150"/>
                </a:cubicBezTo>
                <a:cubicBezTo>
                  <a:pt x="124" y="151"/>
                  <a:pt x="125" y="150"/>
                  <a:pt x="125" y="149"/>
                </a:cubicBezTo>
                <a:cubicBezTo>
                  <a:pt x="130" y="130"/>
                  <a:pt x="130" y="130"/>
                  <a:pt x="130" y="130"/>
                </a:cubicBezTo>
                <a:cubicBezTo>
                  <a:pt x="130" y="130"/>
                  <a:pt x="130" y="131"/>
                  <a:pt x="130" y="131"/>
                </a:cubicBezTo>
                <a:cubicBezTo>
                  <a:pt x="130" y="130"/>
                  <a:pt x="130" y="130"/>
                  <a:pt x="130" y="130"/>
                </a:cubicBezTo>
                <a:cubicBezTo>
                  <a:pt x="133" y="117"/>
                  <a:pt x="133" y="117"/>
                  <a:pt x="133" y="117"/>
                </a:cubicBezTo>
                <a:cubicBezTo>
                  <a:pt x="133" y="116"/>
                  <a:pt x="132" y="114"/>
                  <a:pt x="130" y="113"/>
                </a:cubicBezTo>
                <a:cubicBezTo>
                  <a:pt x="130" y="113"/>
                  <a:pt x="125" y="112"/>
                  <a:pt x="125" y="112"/>
                </a:cubicBezTo>
                <a:cubicBezTo>
                  <a:pt x="127" y="105"/>
                  <a:pt x="127" y="105"/>
                  <a:pt x="127" y="105"/>
                </a:cubicBezTo>
                <a:cubicBezTo>
                  <a:pt x="136" y="107"/>
                  <a:pt x="136" y="107"/>
                  <a:pt x="136" y="107"/>
                </a:cubicBezTo>
                <a:cubicBezTo>
                  <a:pt x="136" y="107"/>
                  <a:pt x="136" y="107"/>
                  <a:pt x="136" y="107"/>
                </a:cubicBezTo>
                <a:cubicBezTo>
                  <a:pt x="137" y="107"/>
                  <a:pt x="138" y="108"/>
                  <a:pt x="140" y="108"/>
                </a:cubicBezTo>
                <a:cubicBezTo>
                  <a:pt x="142" y="97"/>
                  <a:pt x="142" y="97"/>
                  <a:pt x="142" y="97"/>
                </a:cubicBezTo>
                <a:cubicBezTo>
                  <a:pt x="149" y="98"/>
                  <a:pt x="149" y="98"/>
                  <a:pt x="149" y="98"/>
                </a:cubicBezTo>
                <a:cubicBezTo>
                  <a:pt x="146" y="110"/>
                  <a:pt x="146" y="110"/>
                  <a:pt x="146" y="110"/>
                </a:cubicBezTo>
                <a:cubicBezTo>
                  <a:pt x="148" y="110"/>
                  <a:pt x="150" y="110"/>
                  <a:pt x="151" y="111"/>
                </a:cubicBezTo>
                <a:cubicBezTo>
                  <a:pt x="154" y="100"/>
                  <a:pt x="154" y="100"/>
                  <a:pt x="154" y="100"/>
                </a:cubicBezTo>
                <a:cubicBezTo>
                  <a:pt x="160" y="102"/>
                  <a:pt x="160" y="102"/>
                  <a:pt x="160" y="102"/>
                </a:cubicBezTo>
                <a:cubicBezTo>
                  <a:pt x="158" y="113"/>
                  <a:pt x="158" y="113"/>
                  <a:pt x="158" y="113"/>
                </a:cubicBezTo>
                <a:cubicBezTo>
                  <a:pt x="166" y="116"/>
                  <a:pt x="172" y="121"/>
                  <a:pt x="171" y="129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2" name="Freeform 52"/>
          <p:cNvSpPr>
            <a:spLocks noEditPoints="1"/>
          </p:cNvSpPr>
          <p:nvPr/>
        </p:nvSpPr>
        <p:spPr bwMode="auto">
          <a:xfrm>
            <a:off x="8578851" y="5444068"/>
            <a:ext cx="582084" cy="423333"/>
          </a:xfrm>
          <a:custGeom>
            <a:avLst/>
            <a:gdLst>
              <a:gd name="T0" fmla="*/ 321 w 353"/>
              <a:gd name="T1" fmla="*/ 203 h 257"/>
              <a:gd name="T2" fmla="*/ 353 w 353"/>
              <a:gd name="T3" fmla="*/ 58 h 257"/>
              <a:gd name="T4" fmla="*/ 345 w 353"/>
              <a:gd name="T5" fmla="*/ 48 h 257"/>
              <a:gd name="T6" fmla="*/ 77 w 353"/>
              <a:gd name="T7" fmla="*/ 6 h 257"/>
              <a:gd name="T8" fmla="*/ 69 w 353"/>
              <a:gd name="T9" fmla="*/ 0 h 257"/>
              <a:gd name="T10" fmla="*/ 0 w 353"/>
              <a:gd name="T11" fmla="*/ 8 h 257"/>
              <a:gd name="T12" fmla="*/ 63 w 353"/>
              <a:gd name="T13" fmla="*/ 16 h 257"/>
              <a:gd name="T14" fmla="*/ 113 w 353"/>
              <a:gd name="T15" fmla="*/ 203 h 257"/>
              <a:gd name="T16" fmla="*/ 113 w 353"/>
              <a:gd name="T17" fmla="*/ 225 h 257"/>
              <a:gd name="T18" fmla="*/ 177 w 353"/>
              <a:gd name="T19" fmla="*/ 225 h 257"/>
              <a:gd name="T20" fmla="*/ 262 w 353"/>
              <a:gd name="T21" fmla="*/ 209 h 257"/>
              <a:gd name="T22" fmla="*/ 289 w 353"/>
              <a:gd name="T23" fmla="*/ 257 h 257"/>
              <a:gd name="T24" fmla="*/ 317 w 353"/>
              <a:gd name="T25" fmla="*/ 208 h 257"/>
              <a:gd name="T26" fmla="*/ 288 w 353"/>
              <a:gd name="T27" fmla="*/ 64 h 257"/>
              <a:gd name="T28" fmla="*/ 328 w 353"/>
              <a:gd name="T29" fmla="*/ 97 h 257"/>
              <a:gd name="T30" fmla="*/ 288 w 353"/>
              <a:gd name="T31" fmla="*/ 64 h 257"/>
              <a:gd name="T32" fmla="*/ 146 w 353"/>
              <a:gd name="T33" fmla="*/ 64 h 257"/>
              <a:gd name="T34" fmla="*/ 101 w 353"/>
              <a:gd name="T35" fmla="*/ 97 h 257"/>
              <a:gd name="T36" fmla="*/ 114 w 353"/>
              <a:gd name="T37" fmla="*/ 145 h 257"/>
              <a:gd name="T38" fmla="*/ 151 w 353"/>
              <a:gd name="T39" fmla="*/ 113 h 257"/>
              <a:gd name="T40" fmla="*/ 114 w 353"/>
              <a:gd name="T41" fmla="*/ 145 h 257"/>
              <a:gd name="T42" fmla="*/ 156 w 353"/>
              <a:gd name="T43" fmla="*/ 161 h 257"/>
              <a:gd name="T44" fmla="*/ 127 w 353"/>
              <a:gd name="T45" fmla="*/ 193 h 257"/>
              <a:gd name="T46" fmla="*/ 145 w 353"/>
              <a:gd name="T47" fmla="*/ 241 h 257"/>
              <a:gd name="T48" fmla="*/ 145 w 353"/>
              <a:gd name="T49" fmla="*/ 209 h 257"/>
              <a:gd name="T50" fmla="*/ 145 w 353"/>
              <a:gd name="T51" fmla="*/ 241 h 257"/>
              <a:gd name="T52" fmla="*/ 176 w 353"/>
              <a:gd name="T53" fmla="*/ 193 h 257"/>
              <a:gd name="T54" fmla="*/ 209 w 353"/>
              <a:gd name="T55" fmla="*/ 161 h 257"/>
              <a:gd name="T56" fmla="*/ 209 w 353"/>
              <a:gd name="T57" fmla="*/ 145 h 257"/>
              <a:gd name="T58" fmla="*/ 167 w 353"/>
              <a:gd name="T59" fmla="*/ 113 h 257"/>
              <a:gd name="T60" fmla="*/ 209 w 353"/>
              <a:gd name="T61" fmla="*/ 145 h 257"/>
              <a:gd name="T62" fmla="*/ 165 w 353"/>
              <a:gd name="T63" fmla="*/ 97 h 257"/>
              <a:gd name="T64" fmla="*/ 209 w 353"/>
              <a:gd name="T65" fmla="*/ 64 h 257"/>
              <a:gd name="T66" fmla="*/ 258 w 353"/>
              <a:gd name="T67" fmla="*/ 193 h 257"/>
              <a:gd name="T68" fmla="*/ 225 w 353"/>
              <a:gd name="T69" fmla="*/ 161 h 257"/>
              <a:gd name="T70" fmla="*/ 258 w 353"/>
              <a:gd name="T71" fmla="*/ 193 h 257"/>
              <a:gd name="T72" fmla="*/ 225 w 353"/>
              <a:gd name="T73" fmla="*/ 145 h 257"/>
              <a:gd name="T74" fmla="*/ 267 w 353"/>
              <a:gd name="T75" fmla="*/ 113 h 257"/>
              <a:gd name="T76" fmla="*/ 269 w 353"/>
              <a:gd name="T77" fmla="*/ 97 h 257"/>
              <a:gd name="T78" fmla="*/ 225 w 353"/>
              <a:gd name="T79" fmla="*/ 64 h 257"/>
              <a:gd name="T80" fmla="*/ 269 w 353"/>
              <a:gd name="T81" fmla="*/ 97 h 257"/>
              <a:gd name="T82" fmla="*/ 273 w 353"/>
              <a:gd name="T83" fmla="*/ 225 h 257"/>
              <a:gd name="T84" fmla="*/ 305 w 353"/>
              <a:gd name="T85" fmla="*/ 225 h 257"/>
              <a:gd name="T86" fmla="*/ 307 w 353"/>
              <a:gd name="T87" fmla="*/ 193 h 257"/>
              <a:gd name="T88" fmla="*/ 278 w 353"/>
              <a:gd name="T89" fmla="*/ 161 h 257"/>
              <a:gd name="T90" fmla="*/ 307 w 353"/>
              <a:gd name="T91" fmla="*/ 193 h 257"/>
              <a:gd name="T92" fmla="*/ 283 w 353"/>
              <a:gd name="T93" fmla="*/ 113 h 257"/>
              <a:gd name="T94" fmla="*/ 318 w 353"/>
              <a:gd name="T95" fmla="*/ 145 h 2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53" h="257">
                <a:moveTo>
                  <a:pt x="321" y="203"/>
                </a:moveTo>
                <a:cubicBezTo>
                  <a:pt x="321" y="203"/>
                  <a:pt x="321" y="203"/>
                  <a:pt x="321" y="203"/>
                </a:cubicBezTo>
                <a:cubicBezTo>
                  <a:pt x="353" y="58"/>
                  <a:pt x="353" y="58"/>
                  <a:pt x="353" y="58"/>
                </a:cubicBezTo>
                <a:cubicBezTo>
                  <a:pt x="353" y="58"/>
                  <a:pt x="353" y="58"/>
                  <a:pt x="353" y="58"/>
                </a:cubicBezTo>
                <a:cubicBezTo>
                  <a:pt x="353" y="58"/>
                  <a:pt x="353" y="57"/>
                  <a:pt x="353" y="56"/>
                </a:cubicBezTo>
                <a:cubicBezTo>
                  <a:pt x="353" y="52"/>
                  <a:pt x="350" y="48"/>
                  <a:pt x="345" y="48"/>
                </a:cubicBezTo>
                <a:cubicBezTo>
                  <a:pt x="88" y="48"/>
                  <a:pt x="88" y="48"/>
                  <a:pt x="88" y="48"/>
                </a:cubicBezTo>
                <a:cubicBezTo>
                  <a:pt x="77" y="6"/>
                  <a:pt x="77" y="6"/>
                  <a:pt x="77" y="6"/>
                </a:cubicBezTo>
                <a:cubicBezTo>
                  <a:pt x="77" y="6"/>
                  <a:pt x="77" y="6"/>
                  <a:pt x="77" y="6"/>
                </a:cubicBezTo>
                <a:cubicBezTo>
                  <a:pt x="76" y="3"/>
                  <a:pt x="73" y="0"/>
                  <a:pt x="69" y="0"/>
                </a:cubicBezTo>
                <a:cubicBezTo>
                  <a:pt x="8" y="0"/>
                  <a:pt x="8" y="0"/>
                  <a:pt x="8" y="0"/>
                </a:cubicBezTo>
                <a:cubicBezTo>
                  <a:pt x="4" y="0"/>
                  <a:pt x="0" y="4"/>
                  <a:pt x="0" y="8"/>
                </a:cubicBezTo>
                <a:cubicBezTo>
                  <a:pt x="0" y="13"/>
                  <a:pt x="4" y="16"/>
                  <a:pt x="8" y="16"/>
                </a:cubicBezTo>
                <a:cubicBezTo>
                  <a:pt x="63" y="16"/>
                  <a:pt x="63" y="16"/>
                  <a:pt x="63" y="16"/>
                </a:cubicBezTo>
                <a:cubicBezTo>
                  <a:pt x="113" y="203"/>
                  <a:pt x="113" y="203"/>
                  <a:pt x="113" y="203"/>
                </a:cubicBezTo>
                <a:cubicBezTo>
                  <a:pt x="113" y="203"/>
                  <a:pt x="113" y="203"/>
                  <a:pt x="113" y="203"/>
                </a:cubicBezTo>
                <a:cubicBezTo>
                  <a:pt x="114" y="206"/>
                  <a:pt x="115" y="207"/>
                  <a:pt x="117" y="208"/>
                </a:cubicBezTo>
                <a:cubicBezTo>
                  <a:pt x="114" y="213"/>
                  <a:pt x="113" y="219"/>
                  <a:pt x="113" y="225"/>
                </a:cubicBezTo>
                <a:cubicBezTo>
                  <a:pt x="113" y="243"/>
                  <a:pt x="127" y="257"/>
                  <a:pt x="145" y="257"/>
                </a:cubicBezTo>
                <a:cubicBezTo>
                  <a:pt x="162" y="257"/>
                  <a:pt x="177" y="243"/>
                  <a:pt x="177" y="225"/>
                </a:cubicBezTo>
                <a:cubicBezTo>
                  <a:pt x="177" y="219"/>
                  <a:pt x="175" y="214"/>
                  <a:pt x="172" y="209"/>
                </a:cubicBezTo>
                <a:cubicBezTo>
                  <a:pt x="262" y="209"/>
                  <a:pt x="262" y="209"/>
                  <a:pt x="262" y="209"/>
                </a:cubicBezTo>
                <a:cubicBezTo>
                  <a:pt x="259" y="214"/>
                  <a:pt x="257" y="219"/>
                  <a:pt x="257" y="225"/>
                </a:cubicBezTo>
                <a:cubicBezTo>
                  <a:pt x="257" y="243"/>
                  <a:pt x="271" y="257"/>
                  <a:pt x="289" y="257"/>
                </a:cubicBezTo>
                <a:cubicBezTo>
                  <a:pt x="307" y="257"/>
                  <a:pt x="321" y="243"/>
                  <a:pt x="321" y="225"/>
                </a:cubicBezTo>
                <a:cubicBezTo>
                  <a:pt x="321" y="219"/>
                  <a:pt x="320" y="213"/>
                  <a:pt x="317" y="208"/>
                </a:cubicBezTo>
                <a:cubicBezTo>
                  <a:pt x="319" y="207"/>
                  <a:pt x="320" y="205"/>
                  <a:pt x="321" y="203"/>
                </a:cubicBezTo>
                <a:moveTo>
                  <a:pt x="288" y="64"/>
                </a:moveTo>
                <a:cubicBezTo>
                  <a:pt x="335" y="64"/>
                  <a:pt x="335" y="64"/>
                  <a:pt x="335" y="64"/>
                </a:cubicBezTo>
                <a:cubicBezTo>
                  <a:pt x="328" y="97"/>
                  <a:pt x="328" y="97"/>
                  <a:pt x="328" y="97"/>
                </a:cubicBezTo>
                <a:cubicBezTo>
                  <a:pt x="285" y="97"/>
                  <a:pt x="285" y="97"/>
                  <a:pt x="285" y="97"/>
                </a:cubicBezTo>
                <a:lnTo>
                  <a:pt x="288" y="64"/>
                </a:lnTo>
                <a:close/>
                <a:moveTo>
                  <a:pt x="92" y="64"/>
                </a:moveTo>
                <a:cubicBezTo>
                  <a:pt x="146" y="64"/>
                  <a:pt x="146" y="64"/>
                  <a:pt x="146" y="64"/>
                </a:cubicBezTo>
                <a:cubicBezTo>
                  <a:pt x="149" y="97"/>
                  <a:pt x="149" y="97"/>
                  <a:pt x="149" y="97"/>
                </a:cubicBezTo>
                <a:cubicBezTo>
                  <a:pt x="101" y="97"/>
                  <a:pt x="101" y="97"/>
                  <a:pt x="101" y="97"/>
                </a:cubicBezTo>
                <a:lnTo>
                  <a:pt x="92" y="64"/>
                </a:lnTo>
                <a:close/>
                <a:moveTo>
                  <a:pt x="114" y="145"/>
                </a:moveTo>
                <a:cubicBezTo>
                  <a:pt x="105" y="113"/>
                  <a:pt x="105" y="113"/>
                  <a:pt x="105" y="113"/>
                </a:cubicBezTo>
                <a:cubicBezTo>
                  <a:pt x="151" y="113"/>
                  <a:pt x="151" y="113"/>
                  <a:pt x="151" y="113"/>
                </a:cubicBezTo>
                <a:cubicBezTo>
                  <a:pt x="154" y="145"/>
                  <a:pt x="154" y="145"/>
                  <a:pt x="154" y="145"/>
                </a:cubicBezTo>
                <a:lnTo>
                  <a:pt x="114" y="145"/>
                </a:lnTo>
                <a:close/>
                <a:moveTo>
                  <a:pt x="118" y="161"/>
                </a:moveTo>
                <a:cubicBezTo>
                  <a:pt x="156" y="161"/>
                  <a:pt x="156" y="161"/>
                  <a:pt x="156" y="161"/>
                </a:cubicBezTo>
                <a:cubicBezTo>
                  <a:pt x="160" y="193"/>
                  <a:pt x="160" y="193"/>
                  <a:pt x="160" y="193"/>
                </a:cubicBezTo>
                <a:cubicBezTo>
                  <a:pt x="127" y="193"/>
                  <a:pt x="127" y="193"/>
                  <a:pt x="127" y="193"/>
                </a:cubicBezTo>
                <a:lnTo>
                  <a:pt x="118" y="161"/>
                </a:lnTo>
                <a:close/>
                <a:moveTo>
                  <a:pt x="145" y="241"/>
                </a:moveTo>
                <a:cubicBezTo>
                  <a:pt x="136" y="241"/>
                  <a:pt x="129" y="234"/>
                  <a:pt x="129" y="225"/>
                </a:cubicBezTo>
                <a:cubicBezTo>
                  <a:pt x="129" y="216"/>
                  <a:pt x="136" y="209"/>
                  <a:pt x="145" y="209"/>
                </a:cubicBezTo>
                <a:cubicBezTo>
                  <a:pt x="154" y="209"/>
                  <a:pt x="161" y="216"/>
                  <a:pt x="161" y="225"/>
                </a:cubicBezTo>
                <a:cubicBezTo>
                  <a:pt x="161" y="234"/>
                  <a:pt x="154" y="241"/>
                  <a:pt x="145" y="241"/>
                </a:cubicBezTo>
                <a:moveTo>
                  <a:pt x="209" y="193"/>
                </a:moveTo>
                <a:cubicBezTo>
                  <a:pt x="176" y="193"/>
                  <a:pt x="176" y="193"/>
                  <a:pt x="176" y="193"/>
                </a:cubicBezTo>
                <a:cubicBezTo>
                  <a:pt x="172" y="161"/>
                  <a:pt x="172" y="161"/>
                  <a:pt x="172" y="161"/>
                </a:cubicBezTo>
                <a:cubicBezTo>
                  <a:pt x="209" y="161"/>
                  <a:pt x="209" y="161"/>
                  <a:pt x="209" y="161"/>
                </a:cubicBezTo>
                <a:lnTo>
                  <a:pt x="209" y="193"/>
                </a:lnTo>
                <a:close/>
                <a:moveTo>
                  <a:pt x="209" y="145"/>
                </a:moveTo>
                <a:cubicBezTo>
                  <a:pt x="171" y="145"/>
                  <a:pt x="171" y="145"/>
                  <a:pt x="171" y="145"/>
                </a:cubicBezTo>
                <a:cubicBezTo>
                  <a:pt x="167" y="113"/>
                  <a:pt x="167" y="113"/>
                  <a:pt x="167" y="113"/>
                </a:cubicBezTo>
                <a:cubicBezTo>
                  <a:pt x="209" y="113"/>
                  <a:pt x="209" y="113"/>
                  <a:pt x="209" y="113"/>
                </a:cubicBezTo>
                <a:lnTo>
                  <a:pt x="209" y="145"/>
                </a:lnTo>
                <a:close/>
                <a:moveTo>
                  <a:pt x="209" y="97"/>
                </a:moveTo>
                <a:cubicBezTo>
                  <a:pt x="165" y="97"/>
                  <a:pt x="165" y="97"/>
                  <a:pt x="165" y="97"/>
                </a:cubicBezTo>
                <a:cubicBezTo>
                  <a:pt x="162" y="64"/>
                  <a:pt x="162" y="64"/>
                  <a:pt x="162" y="64"/>
                </a:cubicBezTo>
                <a:cubicBezTo>
                  <a:pt x="209" y="64"/>
                  <a:pt x="209" y="64"/>
                  <a:pt x="209" y="64"/>
                </a:cubicBezTo>
                <a:lnTo>
                  <a:pt x="209" y="97"/>
                </a:lnTo>
                <a:close/>
                <a:moveTo>
                  <a:pt x="258" y="193"/>
                </a:moveTo>
                <a:cubicBezTo>
                  <a:pt x="225" y="193"/>
                  <a:pt x="225" y="193"/>
                  <a:pt x="225" y="193"/>
                </a:cubicBezTo>
                <a:cubicBezTo>
                  <a:pt x="225" y="161"/>
                  <a:pt x="225" y="161"/>
                  <a:pt x="225" y="161"/>
                </a:cubicBezTo>
                <a:cubicBezTo>
                  <a:pt x="262" y="161"/>
                  <a:pt x="262" y="161"/>
                  <a:pt x="262" y="161"/>
                </a:cubicBezTo>
                <a:lnTo>
                  <a:pt x="258" y="193"/>
                </a:lnTo>
                <a:close/>
                <a:moveTo>
                  <a:pt x="263" y="145"/>
                </a:moveTo>
                <a:cubicBezTo>
                  <a:pt x="225" y="145"/>
                  <a:pt x="225" y="145"/>
                  <a:pt x="225" y="145"/>
                </a:cubicBezTo>
                <a:cubicBezTo>
                  <a:pt x="225" y="113"/>
                  <a:pt x="225" y="113"/>
                  <a:pt x="225" y="113"/>
                </a:cubicBezTo>
                <a:cubicBezTo>
                  <a:pt x="267" y="113"/>
                  <a:pt x="267" y="113"/>
                  <a:pt x="267" y="113"/>
                </a:cubicBezTo>
                <a:lnTo>
                  <a:pt x="263" y="145"/>
                </a:lnTo>
                <a:close/>
                <a:moveTo>
                  <a:pt x="269" y="97"/>
                </a:moveTo>
                <a:cubicBezTo>
                  <a:pt x="225" y="97"/>
                  <a:pt x="225" y="97"/>
                  <a:pt x="225" y="97"/>
                </a:cubicBezTo>
                <a:cubicBezTo>
                  <a:pt x="225" y="64"/>
                  <a:pt x="225" y="64"/>
                  <a:pt x="225" y="64"/>
                </a:cubicBezTo>
                <a:cubicBezTo>
                  <a:pt x="272" y="64"/>
                  <a:pt x="272" y="64"/>
                  <a:pt x="272" y="64"/>
                </a:cubicBezTo>
                <a:lnTo>
                  <a:pt x="269" y="97"/>
                </a:lnTo>
                <a:close/>
                <a:moveTo>
                  <a:pt x="289" y="241"/>
                </a:moveTo>
                <a:cubicBezTo>
                  <a:pt x="280" y="241"/>
                  <a:pt x="273" y="234"/>
                  <a:pt x="273" y="225"/>
                </a:cubicBezTo>
                <a:cubicBezTo>
                  <a:pt x="273" y="216"/>
                  <a:pt x="280" y="209"/>
                  <a:pt x="289" y="209"/>
                </a:cubicBezTo>
                <a:cubicBezTo>
                  <a:pt x="298" y="209"/>
                  <a:pt x="305" y="216"/>
                  <a:pt x="305" y="225"/>
                </a:cubicBezTo>
                <a:cubicBezTo>
                  <a:pt x="305" y="234"/>
                  <a:pt x="298" y="241"/>
                  <a:pt x="289" y="241"/>
                </a:cubicBezTo>
                <a:moveTo>
                  <a:pt x="307" y="193"/>
                </a:moveTo>
                <a:cubicBezTo>
                  <a:pt x="274" y="193"/>
                  <a:pt x="274" y="193"/>
                  <a:pt x="274" y="193"/>
                </a:cubicBezTo>
                <a:cubicBezTo>
                  <a:pt x="278" y="161"/>
                  <a:pt x="278" y="161"/>
                  <a:pt x="278" y="161"/>
                </a:cubicBezTo>
                <a:cubicBezTo>
                  <a:pt x="314" y="161"/>
                  <a:pt x="314" y="161"/>
                  <a:pt x="314" y="161"/>
                </a:cubicBezTo>
                <a:lnTo>
                  <a:pt x="307" y="193"/>
                </a:lnTo>
                <a:close/>
                <a:moveTo>
                  <a:pt x="279" y="145"/>
                </a:moveTo>
                <a:cubicBezTo>
                  <a:pt x="283" y="113"/>
                  <a:pt x="283" y="113"/>
                  <a:pt x="283" y="113"/>
                </a:cubicBezTo>
                <a:cubicBezTo>
                  <a:pt x="325" y="113"/>
                  <a:pt x="325" y="113"/>
                  <a:pt x="325" y="113"/>
                </a:cubicBezTo>
                <a:cubicBezTo>
                  <a:pt x="318" y="145"/>
                  <a:pt x="318" y="145"/>
                  <a:pt x="318" y="145"/>
                </a:cubicBezTo>
                <a:lnTo>
                  <a:pt x="279" y="145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3" name="Freeform 53"/>
          <p:cNvSpPr>
            <a:spLocks noEditPoints="1"/>
          </p:cNvSpPr>
          <p:nvPr/>
        </p:nvSpPr>
        <p:spPr bwMode="auto">
          <a:xfrm>
            <a:off x="9690101" y="5363635"/>
            <a:ext cx="579967" cy="582084"/>
          </a:xfrm>
          <a:custGeom>
            <a:avLst/>
            <a:gdLst>
              <a:gd name="T0" fmla="*/ 216 w 353"/>
              <a:gd name="T1" fmla="*/ 129 h 353"/>
              <a:gd name="T2" fmla="*/ 254 w 353"/>
              <a:gd name="T3" fmla="*/ 94 h 353"/>
              <a:gd name="T4" fmla="*/ 248 w 353"/>
              <a:gd name="T5" fmla="*/ 80 h 353"/>
              <a:gd name="T6" fmla="*/ 224 w 353"/>
              <a:gd name="T7" fmla="*/ 101 h 353"/>
              <a:gd name="T8" fmla="*/ 224 w 353"/>
              <a:gd name="T9" fmla="*/ 8 h 353"/>
              <a:gd name="T10" fmla="*/ 208 w 353"/>
              <a:gd name="T11" fmla="*/ 8 h 353"/>
              <a:gd name="T12" fmla="*/ 190 w 353"/>
              <a:gd name="T13" fmla="*/ 83 h 353"/>
              <a:gd name="T14" fmla="*/ 176 w 353"/>
              <a:gd name="T15" fmla="*/ 88 h 353"/>
              <a:gd name="T16" fmla="*/ 211 w 353"/>
              <a:gd name="T17" fmla="*/ 126 h 353"/>
              <a:gd name="T18" fmla="*/ 320 w 353"/>
              <a:gd name="T19" fmla="*/ 299 h 353"/>
              <a:gd name="T20" fmla="*/ 352 w 353"/>
              <a:gd name="T21" fmla="*/ 155 h 353"/>
              <a:gd name="T22" fmla="*/ 345 w 353"/>
              <a:gd name="T23" fmla="*/ 145 h 353"/>
              <a:gd name="T24" fmla="*/ 76 w 353"/>
              <a:gd name="T25" fmla="*/ 102 h 353"/>
              <a:gd name="T26" fmla="*/ 68 w 353"/>
              <a:gd name="T27" fmla="*/ 96 h 353"/>
              <a:gd name="T28" fmla="*/ 0 w 353"/>
              <a:gd name="T29" fmla="*/ 104 h 353"/>
              <a:gd name="T30" fmla="*/ 62 w 353"/>
              <a:gd name="T31" fmla="*/ 112 h 353"/>
              <a:gd name="T32" fmla="*/ 112 w 353"/>
              <a:gd name="T33" fmla="*/ 299 h 353"/>
              <a:gd name="T34" fmla="*/ 112 w 353"/>
              <a:gd name="T35" fmla="*/ 321 h 353"/>
              <a:gd name="T36" fmla="*/ 176 w 353"/>
              <a:gd name="T37" fmla="*/ 321 h 353"/>
              <a:gd name="T38" fmla="*/ 261 w 353"/>
              <a:gd name="T39" fmla="*/ 305 h 353"/>
              <a:gd name="T40" fmla="*/ 289 w 353"/>
              <a:gd name="T41" fmla="*/ 353 h 353"/>
              <a:gd name="T42" fmla="*/ 316 w 353"/>
              <a:gd name="T43" fmla="*/ 304 h 353"/>
              <a:gd name="T44" fmla="*/ 288 w 353"/>
              <a:gd name="T45" fmla="*/ 161 h 353"/>
              <a:gd name="T46" fmla="*/ 328 w 353"/>
              <a:gd name="T47" fmla="*/ 193 h 353"/>
              <a:gd name="T48" fmla="*/ 288 w 353"/>
              <a:gd name="T49" fmla="*/ 161 h 353"/>
              <a:gd name="T50" fmla="*/ 145 w 353"/>
              <a:gd name="T51" fmla="*/ 161 h 353"/>
              <a:gd name="T52" fmla="*/ 100 w 353"/>
              <a:gd name="T53" fmla="*/ 193 h 353"/>
              <a:gd name="T54" fmla="*/ 113 w 353"/>
              <a:gd name="T55" fmla="*/ 241 h 353"/>
              <a:gd name="T56" fmla="*/ 150 w 353"/>
              <a:gd name="T57" fmla="*/ 209 h 353"/>
              <a:gd name="T58" fmla="*/ 113 w 353"/>
              <a:gd name="T59" fmla="*/ 241 h 353"/>
              <a:gd name="T60" fmla="*/ 156 w 353"/>
              <a:gd name="T61" fmla="*/ 257 h 353"/>
              <a:gd name="T62" fmla="*/ 126 w 353"/>
              <a:gd name="T63" fmla="*/ 289 h 353"/>
              <a:gd name="T64" fmla="*/ 144 w 353"/>
              <a:gd name="T65" fmla="*/ 337 h 353"/>
              <a:gd name="T66" fmla="*/ 144 w 353"/>
              <a:gd name="T67" fmla="*/ 305 h 353"/>
              <a:gd name="T68" fmla="*/ 144 w 353"/>
              <a:gd name="T69" fmla="*/ 337 h 353"/>
              <a:gd name="T70" fmla="*/ 175 w 353"/>
              <a:gd name="T71" fmla="*/ 289 h 353"/>
              <a:gd name="T72" fmla="*/ 208 w 353"/>
              <a:gd name="T73" fmla="*/ 257 h 353"/>
              <a:gd name="T74" fmla="*/ 208 w 353"/>
              <a:gd name="T75" fmla="*/ 241 h 353"/>
              <a:gd name="T76" fmla="*/ 166 w 353"/>
              <a:gd name="T77" fmla="*/ 209 h 353"/>
              <a:gd name="T78" fmla="*/ 208 w 353"/>
              <a:gd name="T79" fmla="*/ 241 h 353"/>
              <a:gd name="T80" fmla="*/ 165 w 353"/>
              <a:gd name="T81" fmla="*/ 193 h 353"/>
              <a:gd name="T82" fmla="*/ 208 w 353"/>
              <a:gd name="T83" fmla="*/ 161 h 353"/>
              <a:gd name="T84" fmla="*/ 257 w 353"/>
              <a:gd name="T85" fmla="*/ 289 h 353"/>
              <a:gd name="T86" fmla="*/ 224 w 353"/>
              <a:gd name="T87" fmla="*/ 257 h 353"/>
              <a:gd name="T88" fmla="*/ 257 w 353"/>
              <a:gd name="T89" fmla="*/ 289 h 353"/>
              <a:gd name="T90" fmla="*/ 224 w 353"/>
              <a:gd name="T91" fmla="*/ 241 h 353"/>
              <a:gd name="T92" fmla="*/ 266 w 353"/>
              <a:gd name="T93" fmla="*/ 209 h 353"/>
              <a:gd name="T94" fmla="*/ 268 w 353"/>
              <a:gd name="T95" fmla="*/ 193 h 353"/>
              <a:gd name="T96" fmla="*/ 224 w 353"/>
              <a:gd name="T97" fmla="*/ 161 h 353"/>
              <a:gd name="T98" fmla="*/ 268 w 353"/>
              <a:gd name="T99" fmla="*/ 193 h 353"/>
              <a:gd name="T100" fmla="*/ 272 w 353"/>
              <a:gd name="T101" fmla="*/ 321 h 353"/>
              <a:gd name="T102" fmla="*/ 305 w 353"/>
              <a:gd name="T103" fmla="*/ 321 h 353"/>
              <a:gd name="T104" fmla="*/ 306 w 353"/>
              <a:gd name="T105" fmla="*/ 289 h 353"/>
              <a:gd name="T106" fmla="*/ 277 w 353"/>
              <a:gd name="T107" fmla="*/ 257 h 353"/>
              <a:gd name="T108" fmla="*/ 306 w 353"/>
              <a:gd name="T109" fmla="*/ 289 h 353"/>
              <a:gd name="T110" fmla="*/ 282 w 353"/>
              <a:gd name="T111" fmla="*/ 209 h 353"/>
              <a:gd name="T112" fmla="*/ 317 w 353"/>
              <a:gd name="T113" fmla="*/ 241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353" h="353">
                <a:moveTo>
                  <a:pt x="211" y="126"/>
                </a:moveTo>
                <a:cubicBezTo>
                  <a:pt x="212" y="128"/>
                  <a:pt x="214" y="129"/>
                  <a:pt x="216" y="129"/>
                </a:cubicBezTo>
                <a:cubicBezTo>
                  <a:pt x="219" y="129"/>
                  <a:pt x="221" y="128"/>
                  <a:pt x="222" y="126"/>
                </a:cubicBezTo>
                <a:cubicBezTo>
                  <a:pt x="254" y="94"/>
                  <a:pt x="254" y="94"/>
                  <a:pt x="254" y="94"/>
                </a:cubicBezTo>
                <a:cubicBezTo>
                  <a:pt x="256" y="93"/>
                  <a:pt x="256" y="91"/>
                  <a:pt x="256" y="88"/>
                </a:cubicBezTo>
                <a:cubicBezTo>
                  <a:pt x="256" y="84"/>
                  <a:pt x="253" y="80"/>
                  <a:pt x="248" y="80"/>
                </a:cubicBezTo>
                <a:cubicBezTo>
                  <a:pt x="246" y="80"/>
                  <a:pt x="244" y="81"/>
                  <a:pt x="243" y="83"/>
                </a:cubicBezTo>
                <a:cubicBezTo>
                  <a:pt x="224" y="101"/>
                  <a:pt x="224" y="101"/>
                  <a:pt x="224" y="101"/>
                </a:cubicBezTo>
                <a:cubicBezTo>
                  <a:pt x="224" y="8"/>
                  <a:pt x="224" y="8"/>
                  <a:pt x="224" y="8"/>
                </a:cubicBezTo>
                <a:cubicBezTo>
                  <a:pt x="224" y="8"/>
                  <a:pt x="224" y="8"/>
                  <a:pt x="224" y="8"/>
                </a:cubicBezTo>
                <a:cubicBezTo>
                  <a:pt x="224" y="4"/>
                  <a:pt x="221" y="0"/>
                  <a:pt x="216" y="0"/>
                </a:cubicBezTo>
                <a:cubicBezTo>
                  <a:pt x="212" y="0"/>
                  <a:pt x="208" y="4"/>
                  <a:pt x="208" y="8"/>
                </a:cubicBezTo>
                <a:cubicBezTo>
                  <a:pt x="208" y="101"/>
                  <a:pt x="208" y="101"/>
                  <a:pt x="208" y="101"/>
                </a:cubicBezTo>
                <a:cubicBezTo>
                  <a:pt x="190" y="83"/>
                  <a:pt x="190" y="83"/>
                  <a:pt x="190" y="83"/>
                </a:cubicBezTo>
                <a:cubicBezTo>
                  <a:pt x="188" y="81"/>
                  <a:pt x="186" y="80"/>
                  <a:pt x="184" y="80"/>
                </a:cubicBezTo>
                <a:cubicBezTo>
                  <a:pt x="180" y="80"/>
                  <a:pt x="176" y="84"/>
                  <a:pt x="176" y="88"/>
                </a:cubicBezTo>
                <a:cubicBezTo>
                  <a:pt x="176" y="91"/>
                  <a:pt x="177" y="93"/>
                  <a:pt x="179" y="94"/>
                </a:cubicBezTo>
                <a:lnTo>
                  <a:pt x="211" y="126"/>
                </a:lnTo>
                <a:close/>
                <a:moveTo>
                  <a:pt x="320" y="299"/>
                </a:moveTo>
                <a:cubicBezTo>
                  <a:pt x="320" y="299"/>
                  <a:pt x="320" y="299"/>
                  <a:pt x="320" y="299"/>
                </a:cubicBezTo>
                <a:cubicBezTo>
                  <a:pt x="353" y="155"/>
                  <a:pt x="353" y="155"/>
                  <a:pt x="353" y="155"/>
                </a:cubicBezTo>
                <a:cubicBezTo>
                  <a:pt x="352" y="155"/>
                  <a:pt x="352" y="155"/>
                  <a:pt x="352" y="155"/>
                </a:cubicBezTo>
                <a:cubicBezTo>
                  <a:pt x="353" y="154"/>
                  <a:pt x="353" y="153"/>
                  <a:pt x="353" y="153"/>
                </a:cubicBezTo>
                <a:cubicBezTo>
                  <a:pt x="353" y="148"/>
                  <a:pt x="349" y="145"/>
                  <a:pt x="345" y="145"/>
                </a:cubicBezTo>
                <a:cubicBezTo>
                  <a:pt x="87" y="145"/>
                  <a:pt x="87" y="145"/>
                  <a:pt x="87" y="145"/>
                </a:cubicBezTo>
                <a:cubicBezTo>
                  <a:pt x="76" y="102"/>
                  <a:pt x="76" y="102"/>
                  <a:pt x="76" y="102"/>
                </a:cubicBezTo>
                <a:cubicBezTo>
                  <a:pt x="76" y="102"/>
                  <a:pt x="76" y="102"/>
                  <a:pt x="76" y="102"/>
                </a:cubicBezTo>
                <a:cubicBezTo>
                  <a:pt x="75" y="99"/>
                  <a:pt x="72" y="96"/>
                  <a:pt x="68" y="96"/>
                </a:cubicBezTo>
                <a:cubicBezTo>
                  <a:pt x="8" y="96"/>
                  <a:pt x="8" y="96"/>
                  <a:pt x="8" y="96"/>
                </a:cubicBezTo>
                <a:cubicBezTo>
                  <a:pt x="3" y="96"/>
                  <a:pt x="0" y="100"/>
                  <a:pt x="0" y="104"/>
                </a:cubicBezTo>
                <a:cubicBezTo>
                  <a:pt x="0" y="109"/>
                  <a:pt x="3" y="112"/>
                  <a:pt x="8" y="112"/>
                </a:cubicBezTo>
                <a:cubicBezTo>
                  <a:pt x="62" y="112"/>
                  <a:pt x="62" y="112"/>
                  <a:pt x="62" y="112"/>
                </a:cubicBezTo>
                <a:cubicBezTo>
                  <a:pt x="112" y="299"/>
                  <a:pt x="112" y="299"/>
                  <a:pt x="112" y="299"/>
                </a:cubicBezTo>
                <a:cubicBezTo>
                  <a:pt x="112" y="299"/>
                  <a:pt x="112" y="299"/>
                  <a:pt x="112" y="299"/>
                </a:cubicBezTo>
                <a:cubicBezTo>
                  <a:pt x="113" y="302"/>
                  <a:pt x="115" y="304"/>
                  <a:pt x="117" y="304"/>
                </a:cubicBezTo>
                <a:cubicBezTo>
                  <a:pt x="114" y="309"/>
                  <a:pt x="112" y="315"/>
                  <a:pt x="112" y="321"/>
                </a:cubicBezTo>
                <a:cubicBezTo>
                  <a:pt x="112" y="339"/>
                  <a:pt x="126" y="353"/>
                  <a:pt x="144" y="353"/>
                </a:cubicBezTo>
                <a:cubicBezTo>
                  <a:pt x="162" y="353"/>
                  <a:pt x="176" y="339"/>
                  <a:pt x="176" y="321"/>
                </a:cubicBezTo>
                <a:cubicBezTo>
                  <a:pt x="176" y="315"/>
                  <a:pt x="174" y="310"/>
                  <a:pt x="172" y="305"/>
                </a:cubicBezTo>
                <a:cubicBezTo>
                  <a:pt x="261" y="305"/>
                  <a:pt x="261" y="305"/>
                  <a:pt x="261" y="305"/>
                </a:cubicBezTo>
                <a:cubicBezTo>
                  <a:pt x="258" y="310"/>
                  <a:pt x="256" y="315"/>
                  <a:pt x="256" y="321"/>
                </a:cubicBezTo>
                <a:cubicBezTo>
                  <a:pt x="256" y="339"/>
                  <a:pt x="271" y="353"/>
                  <a:pt x="289" y="353"/>
                </a:cubicBezTo>
                <a:cubicBezTo>
                  <a:pt x="306" y="353"/>
                  <a:pt x="321" y="339"/>
                  <a:pt x="321" y="321"/>
                </a:cubicBezTo>
                <a:cubicBezTo>
                  <a:pt x="321" y="315"/>
                  <a:pt x="319" y="309"/>
                  <a:pt x="316" y="304"/>
                </a:cubicBezTo>
                <a:cubicBezTo>
                  <a:pt x="318" y="303"/>
                  <a:pt x="320" y="301"/>
                  <a:pt x="320" y="299"/>
                </a:cubicBezTo>
                <a:moveTo>
                  <a:pt x="288" y="161"/>
                </a:moveTo>
                <a:cubicBezTo>
                  <a:pt x="335" y="161"/>
                  <a:pt x="335" y="161"/>
                  <a:pt x="335" y="161"/>
                </a:cubicBezTo>
                <a:cubicBezTo>
                  <a:pt x="328" y="193"/>
                  <a:pt x="328" y="193"/>
                  <a:pt x="328" y="193"/>
                </a:cubicBezTo>
                <a:cubicBezTo>
                  <a:pt x="284" y="193"/>
                  <a:pt x="284" y="193"/>
                  <a:pt x="284" y="193"/>
                </a:cubicBezTo>
                <a:lnTo>
                  <a:pt x="288" y="161"/>
                </a:lnTo>
                <a:close/>
                <a:moveTo>
                  <a:pt x="92" y="161"/>
                </a:moveTo>
                <a:cubicBezTo>
                  <a:pt x="145" y="161"/>
                  <a:pt x="145" y="161"/>
                  <a:pt x="145" y="161"/>
                </a:cubicBezTo>
                <a:cubicBezTo>
                  <a:pt x="148" y="193"/>
                  <a:pt x="148" y="193"/>
                  <a:pt x="148" y="193"/>
                </a:cubicBezTo>
                <a:cubicBezTo>
                  <a:pt x="100" y="193"/>
                  <a:pt x="100" y="193"/>
                  <a:pt x="100" y="193"/>
                </a:cubicBezTo>
                <a:lnTo>
                  <a:pt x="92" y="161"/>
                </a:lnTo>
                <a:close/>
                <a:moveTo>
                  <a:pt x="113" y="241"/>
                </a:moveTo>
                <a:cubicBezTo>
                  <a:pt x="105" y="209"/>
                  <a:pt x="105" y="209"/>
                  <a:pt x="105" y="209"/>
                </a:cubicBezTo>
                <a:cubicBezTo>
                  <a:pt x="150" y="209"/>
                  <a:pt x="150" y="209"/>
                  <a:pt x="150" y="209"/>
                </a:cubicBezTo>
                <a:cubicBezTo>
                  <a:pt x="154" y="241"/>
                  <a:pt x="154" y="241"/>
                  <a:pt x="154" y="241"/>
                </a:cubicBezTo>
                <a:lnTo>
                  <a:pt x="113" y="241"/>
                </a:lnTo>
                <a:close/>
                <a:moveTo>
                  <a:pt x="118" y="257"/>
                </a:moveTo>
                <a:cubicBezTo>
                  <a:pt x="156" y="257"/>
                  <a:pt x="156" y="257"/>
                  <a:pt x="156" y="257"/>
                </a:cubicBezTo>
                <a:cubicBezTo>
                  <a:pt x="159" y="289"/>
                  <a:pt x="159" y="289"/>
                  <a:pt x="159" y="289"/>
                </a:cubicBezTo>
                <a:cubicBezTo>
                  <a:pt x="126" y="289"/>
                  <a:pt x="126" y="289"/>
                  <a:pt x="126" y="289"/>
                </a:cubicBezTo>
                <a:lnTo>
                  <a:pt x="118" y="257"/>
                </a:lnTo>
                <a:close/>
                <a:moveTo>
                  <a:pt x="144" y="337"/>
                </a:moveTo>
                <a:cubicBezTo>
                  <a:pt x="135" y="337"/>
                  <a:pt x="128" y="330"/>
                  <a:pt x="128" y="321"/>
                </a:cubicBezTo>
                <a:cubicBezTo>
                  <a:pt x="128" y="312"/>
                  <a:pt x="135" y="305"/>
                  <a:pt x="144" y="305"/>
                </a:cubicBezTo>
                <a:cubicBezTo>
                  <a:pt x="153" y="305"/>
                  <a:pt x="160" y="312"/>
                  <a:pt x="160" y="321"/>
                </a:cubicBezTo>
                <a:cubicBezTo>
                  <a:pt x="160" y="330"/>
                  <a:pt x="153" y="337"/>
                  <a:pt x="144" y="337"/>
                </a:cubicBezTo>
                <a:moveTo>
                  <a:pt x="208" y="289"/>
                </a:moveTo>
                <a:cubicBezTo>
                  <a:pt x="175" y="289"/>
                  <a:pt x="175" y="289"/>
                  <a:pt x="175" y="289"/>
                </a:cubicBezTo>
                <a:cubicBezTo>
                  <a:pt x="172" y="257"/>
                  <a:pt x="172" y="257"/>
                  <a:pt x="172" y="257"/>
                </a:cubicBezTo>
                <a:cubicBezTo>
                  <a:pt x="208" y="257"/>
                  <a:pt x="208" y="257"/>
                  <a:pt x="208" y="257"/>
                </a:cubicBezTo>
                <a:lnTo>
                  <a:pt x="208" y="289"/>
                </a:lnTo>
                <a:close/>
                <a:moveTo>
                  <a:pt x="208" y="241"/>
                </a:moveTo>
                <a:cubicBezTo>
                  <a:pt x="170" y="241"/>
                  <a:pt x="170" y="241"/>
                  <a:pt x="170" y="241"/>
                </a:cubicBezTo>
                <a:cubicBezTo>
                  <a:pt x="166" y="209"/>
                  <a:pt x="166" y="209"/>
                  <a:pt x="166" y="209"/>
                </a:cubicBezTo>
                <a:cubicBezTo>
                  <a:pt x="208" y="209"/>
                  <a:pt x="208" y="209"/>
                  <a:pt x="208" y="209"/>
                </a:cubicBezTo>
                <a:lnTo>
                  <a:pt x="208" y="241"/>
                </a:lnTo>
                <a:close/>
                <a:moveTo>
                  <a:pt x="208" y="193"/>
                </a:moveTo>
                <a:cubicBezTo>
                  <a:pt x="165" y="193"/>
                  <a:pt x="165" y="193"/>
                  <a:pt x="165" y="193"/>
                </a:cubicBezTo>
                <a:cubicBezTo>
                  <a:pt x="161" y="161"/>
                  <a:pt x="161" y="161"/>
                  <a:pt x="161" y="161"/>
                </a:cubicBezTo>
                <a:cubicBezTo>
                  <a:pt x="208" y="161"/>
                  <a:pt x="208" y="161"/>
                  <a:pt x="208" y="161"/>
                </a:cubicBezTo>
                <a:lnTo>
                  <a:pt x="208" y="193"/>
                </a:lnTo>
                <a:close/>
                <a:moveTo>
                  <a:pt x="257" y="289"/>
                </a:moveTo>
                <a:cubicBezTo>
                  <a:pt x="224" y="289"/>
                  <a:pt x="224" y="289"/>
                  <a:pt x="224" y="289"/>
                </a:cubicBezTo>
                <a:cubicBezTo>
                  <a:pt x="224" y="257"/>
                  <a:pt x="224" y="257"/>
                  <a:pt x="224" y="257"/>
                </a:cubicBezTo>
                <a:cubicBezTo>
                  <a:pt x="261" y="257"/>
                  <a:pt x="261" y="257"/>
                  <a:pt x="261" y="257"/>
                </a:cubicBezTo>
                <a:lnTo>
                  <a:pt x="257" y="289"/>
                </a:lnTo>
                <a:close/>
                <a:moveTo>
                  <a:pt x="263" y="241"/>
                </a:moveTo>
                <a:cubicBezTo>
                  <a:pt x="224" y="241"/>
                  <a:pt x="224" y="241"/>
                  <a:pt x="224" y="241"/>
                </a:cubicBezTo>
                <a:cubicBezTo>
                  <a:pt x="224" y="209"/>
                  <a:pt x="224" y="209"/>
                  <a:pt x="224" y="209"/>
                </a:cubicBezTo>
                <a:cubicBezTo>
                  <a:pt x="266" y="209"/>
                  <a:pt x="266" y="209"/>
                  <a:pt x="266" y="209"/>
                </a:cubicBezTo>
                <a:lnTo>
                  <a:pt x="263" y="241"/>
                </a:lnTo>
                <a:close/>
                <a:moveTo>
                  <a:pt x="268" y="193"/>
                </a:moveTo>
                <a:cubicBezTo>
                  <a:pt x="224" y="193"/>
                  <a:pt x="224" y="193"/>
                  <a:pt x="224" y="193"/>
                </a:cubicBezTo>
                <a:cubicBezTo>
                  <a:pt x="224" y="161"/>
                  <a:pt x="224" y="161"/>
                  <a:pt x="224" y="161"/>
                </a:cubicBezTo>
                <a:cubicBezTo>
                  <a:pt x="272" y="161"/>
                  <a:pt x="272" y="161"/>
                  <a:pt x="272" y="161"/>
                </a:cubicBezTo>
                <a:lnTo>
                  <a:pt x="268" y="193"/>
                </a:lnTo>
                <a:close/>
                <a:moveTo>
                  <a:pt x="289" y="337"/>
                </a:moveTo>
                <a:cubicBezTo>
                  <a:pt x="280" y="337"/>
                  <a:pt x="272" y="330"/>
                  <a:pt x="272" y="321"/>
                </a:cubicBezTo>
                <a:cubicBezTo>
                  <a:pt x="272" y="312"/>
                  <a:pt x="280" y="305"/>
                  <a:pt x="289" y="305"/>
                </a:cubicBezTo>
                <a:cubicBezTo>
                  <a:pt x="297" y="305"/>
                  <a:pt x="305" y="312"/>
                  <a:pt x="305" y="321"/>
                </a:cubicBezTo>
                <a:cubicBezTo>
                  <a:pt x="305" y="330"/>
                  <a:pt x="297" y="337"/>
                  <a:pt x="289" y="337"/>
                </a:cubicBezTo>
                <a:moveTo>
                  <a:pt x="306" y="289"/>
                </a:moveTo>
                <a:cubicBezTo>
                  <a:pt x="273" y="289"/>
                  <a:pt x="273" y="289"/>
                  <a:pt x="273" y="289"/>
                </a:cubicBezTo>
                <a:cubicBezTo>
                  <a:pt x="277" y="257"/>
                  <a:pt x="277" y="257"/>
                  <a:pt x="277" y="257"/>
                </a:cubicBezTo>
                <a:cubicBezTo>
                  <a:pt x="313" y="257"/>
                  <a:pt x="313" y="257"/>
                  <a:pt x="313" y="257"/>
                </a:cubicBezTo>
                <a:lnTo>
                  <a:pt x="306" y="289"/>
                </a:lnTo>
                <a:close/>
                <a:moveTo>
                  <a:pt x="279" y="241"/>
                </a:moveTo>
                <a:cubicBezTo>
                  <a:pt x="282" y="209"/>
                  <a:pt x="282" y="209"/>
                  <a:pt x="282" y="209"/>
                </a:cubicBezTo>
                <a:cubicBezTo>
                  <a:pt x="324" y="209"/>
                  <a:pt x="324" y="209"/>
                  <a:pt x="324" y="209"/>
                </a:cubicBezTo>
                <a:cubicBezTo>
                  <a:pt x="317" y="241"/>
                  <a:pt x="317" y="241"/>
                  <a:pt x="317" y="241"/>
                </a:cubicBezTo>
                <a:lnTo>
                  <a:pt x="279" y="24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4" name="Freeform 54"/>
          <p:cNvSpPr>
            <a:spLocks noEditPoints="1"/>
          </p:cNvSpPr>
          <p:nvPr/>
        </p:nvSpPr>
        <p:spPr bwMode="auto">
          <a:xfrm>
            <a:off x="10799234" y="5363635"/>
            <a:ext cx="579967" cy="582084"/>
          </a:xfrm>
          <a:custGeom>
            <a:avLst/>
            <a:gdLst>
              <a:gd name="T0" fmla="*/ 190 w 353"/>
              <a:gd name="T1" fmla="*/ 46 h 353"/>
              <a:gd name="T2" fmla="*/ 209 w 353"/>
              <a:gd name="T3" fmla="*/ 121 h 353"/>
              <a:gd name="T4" fmla="*/ 225 w 353"/>
              <a:gd name="T5" fmla="*/ 121 h 353"/>
              <a:gd name="T6" fmla="*/ 243 w 353"/>
              <a:gd name="T7" fmla="*/ 46 h 353"/>
              <a:gd name="T8" fmla="*/ 257 w 353"/>
              <a:gd name="T9" fmla="*/ 40 h 353"/>
              <a:gd name="T10" fmla="*/ 222 w 353"/>
              <a:gd name="T11" fmla="*/ 2 h 353"/>
              <a:gd name="T12" fmla="*/ 211 w 353"/>
              <a:gd name="T13" fmla="*/ 2 h 353"/>
              <a:gd name="T14" fmla="*/ 176 w 353"/>
              <a:gd name="T15" fmla="*/ 40 h 353"/>
              <a:gd name="T16" fmla="*/ 321 w 353"/>
              <a:gd name="T17" fmla="*/ 299 h 353"/>
              <a:gd name="T18" fmla="*/ 353 w 353"/>
              <a:gd name="T19" fmla="*/ 155 h 353"/>
              <a:gd name="T20" fmla="*/ 353 w 353"/>
              <a:gd name="T21" fmla="*/ 153 h 353"/>
              <a:gd name="T22" fmla="*/ 88 w 353"/>
              <a:gd name="T23" fmla="*/ 145 h 353"/>
              <a:gd name="T24" fmla="*/ 76 w 353"/>
              <a:gd name="T25" fmla="*/ 102 h 353"/>
              <a:gd name="T26" fmla="*/ 8 w 353"/>
              <a:gd name="T27" fmla="*/ 96 h 353"/>
              <a:gd name="T28" fmla="*/ 8 w 353"/>
              <a:gd name="T29" fmla="*/ 112 h 353"/>
              <a:gd name="T30" fmla="*/ 113 w 353"/>
              <a:gd name="T31" fmla="*/ 299 h 353"/>
              <a:gd name="T32" fmla="*/ 117 w 353"/>
              <a:gd name="T33" fmla="*/ 304 h 353"/>
              <a:gd name="T34" fmla="*/ 144 w 353"/>
              <a:gd name="T35" fmla="*/ 353 h 353"/>
              <a:gd name="T36" fmla="*/ 172 w 353"/>
              <a:gd name="T37" fmla="*/ 305 h 353"/>
              <a:gd name="T38" fmla="*/ 257 w 353"/>
              <a:gd name="T39" fmla="*/ 321 h 353"/>
              <a:gd name="T40" fmla="*/ 321 w 353"/>
              <a:gd name="T41" fmla="*/ 321 h 353"/>
              <a:gd name="T42" fmla="*/ 321 w 353"/>
              <a:gd name="T43" fmla="*/ 299 h 353"/>
              <a:gd name="T44" fmla="*/ 335 w 353"/>
              <a:gd name="T45" fmla="*/ 161 h 353"/>
              <a:gd name="T46" fmla="*/ 284 w 353"/>
              <a:gd name="T47" fmla="*/ 193 h 353"/>
              <a:gd name="T48" fmla="*/ 92 w 353"/>
              <a:gd name="T49" fmla="*/ 161 h 353"/>
              <a:gd name="T50" fmla="*/ 149 w 353"/>
              <a:gd name="T51" fmla="*/ 193 h 353"/>
              <a:gd name="T52" fmla="*/ 92 w 353"/>
              <a:gd name="T53" fmla="*/ 161 h 353"/>
              <a:gd name="T54" fmla="*/ 105 w 353"/>
              <a:gd name="T55" fmla="*/ 209 h 353"/>
              <a:gd name="T56" fmla="*/ 154 w 353"/>
              <a:gd name="T57" fmla="*/ 241 h 353"/>
              <a:gd name="T58" fmla="*/ 118 w 353"/>
              <a:gd name="T59" fmla="*/ 257 h 353"/>
              <a:gd name="T60" fmla="*/ 159 w 353"/>
              <a:gd name="T61" fmla="*/ 289 h 353"/>
              <a:gd name="T62" fmla="*/ 118 w 353"/>
              <a:gd name="T63" fmla="*/ 257 h 353"/>
              <a:gd name="T64" fmla="*/ 128 w 353"/>
              <a:gd name="T65" fmla="*/ 321 h 353"/>
              <a:gd name="T66" fmla="*/ 160 w 353"/>
              <a:gd name="T67" fmla="*/ 321 h 353"/>
              <a:gd name="T68" fmla="*/ 209 w 353"/>
              <a:gd name="T69" fmla="*/ 289 h 353"/>
              <a:gd name="T70" fmla="*/ 172 w 353"/>
              <a:gd name="T71" fmla="*/ 257 h 353"/>
              <a:gd name="T72" fmla="*/ 209 w 353"/>
              <a:gd name="T73" fmla="*/ 289 h 353"/>
              <a:gd name="T74" fmla="*/ 170 w 353"/>
              <a:gd name="T75" fmla="*/ 241 h 353"/>
              <a:gd name="T76" fmla="*/ 209 w 353"/>
              <a:gd name="T77" fmla="*/ 209 h 353"/>
              <a:gd name="T78" fmla="*/ 209 w 353"/>
              <a:gd name="T79" fmla="*/ 193 h 353"/>
              <a:gd name="T80" fmla="*/ 161 w 353"/>
              <a:gd name="T81" fmla="*/ 161 h 353"/>
              <a:gd name="T82" fmla="*/ 209 w 353"/>
              <a:gd name="T83" fmla="*/ 193 h 353"/>
              <a:gd name="T84" fmla="*/ 225 w 353"/>
              <a:gd name="T85" fmla="*/ 289 h 353"/>
              <a:gd name="T86" fmla="*/ 261 w 353"/>
              <a:gd name="T87" fmla="*/ 257 h 353"/>
              <a:gd name="T88" fmla="*/ 263 w 353"/>
              <a:gd name="T89" fmla="*/ 241 h 353"/>
              <a:gd name="T90" fmla="*/ 225 w 353"/>
              <a:gd name="T91" fmla="*/ 209 h 353"/>
              <a:gd name="T92" fmla="*/ 263 w 353"/>
              <a:gd name="T93" fmla="*/ 241 h 353"/>
              <a:gd name="T94" fmla="*/ 225 w 353"/>
              <a:gd name="T95" fmla="*/ 193 h 353"/>
              <a:gd name="T96" fmla="*/ 272 w 353"/>
              <a:gd name="T97" fmla="*/ 161 h 353"/>
              <a:gd name="T98" fmla="*/ 289 w 353"/>
              <a:gd name="T99" fmla="*/ 337 h 353"/>
              <a:gd name="T100" fmla="*/ 289 w 353"/>
              <a:gd name="T101" fmla="*/ 305 h 353"/>
              <a:gd name="T102" fmla="*/ 289 w 353"/>
              <a:gd name="T103" fmla="*/ 337 h 353"/>
              <a:gd name="T104" fmla="*/ 274 w 353"/>
              <a:gd name="T105" fmla="*/ 289 h 353"/>
              <a:gd name="T106" fmla="*/ 314 w 353"/>
              <a:gd name="T107" fmla="*/ 257 h 353"/>
              <a:gd name="T108" fmla="*/ 279 w 353"/>
              <a:gd name="T109" fmla="*/ 241 h 353"/>
              <a:gd name="T110" fmla="*/ 324 w 353"/>
              <a:gd name="T111" fmla="*/ 209 h 353"/>
              <a:gd name="T112" fmla="*/ 279 w 353"/>
              <a:gd name="T113" fmla="*/ 241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353" h="353">
                <a:moveTo>
                  <a:pt x="185" y="48"/>
                </a:moveTo>
                <a:cubicBezTo>
                  <a:pt x="187" y="48"/>
                  <a:pt x="189" y="47"/>
                  <a:pt x="190" y="46"/>
                </a:cubicBezTo>
                <a:cubicBezTo>
                  <a:pt x="209" y="28"/>
                  <a:pt x="209" y="28"/>
                  <a:pt x="209" y="28"/>
                </a:cubicBezTo>
                <a:cubicBezTo>
                  <a:pt x="209" y="121"/>
                  <a:pt x="209" y="121"/>
                  <a:pt x="209" y="121"/>
                </a:cubicBezTo>
                <a:cubicBezTo>
                  <a:pt x="209" y="125"/>
                  <a:pt x="212" y="129"/>
                  <a:pt x="217" y="129"/>
                </a:cubicBezTo>
                <a:cubicBezTo>
                  <a:pt x="221" y="129"/>
                  <a:pt x="225" y="125"/>
                  <a:pt x="225" y="121"/>
                </a:cubicBezTo>
                <a:cubicBezTo>
                  <a:pt x="225" y="28"/>
                  <a:pt x="225" y="28"/>
                  <a:pt x="225" y="28"/>
                </a:cubicBezTo>
                <a:cubicBezTo>
                  <a:pt x="243" y="46"/>
                  <a:pt x="243" y="46"/>
                  <a:pt x="243" y="46"/>
                </a:cubicBezTo>
                <a:cubicBezTo>
                  <a:pt x="245" y="47"/>
                  <a:pt x="247" y="48"/>
                  <a:pt x="249" y="48"/>
                </a:cubicBezTo>
                <a:cubicBezTo>
                  <a:pt x="253" y="48"/>
                  <a:pt x="257" y="45"/>
                  <a:pt x="257" y="40"/>
                </a:cubicBezTo>
                <a:cubicBezTo>
                  <a:pt x="257" y="38"/>
                  <a:pt x="256" y="36"/>
                  <a:pt x="254" y="35"/>
                </a:cubicBezTo>
                <a:cubicBezTo>
                  <a:pt x="222" y="2"/>
                  <a:pt x="222" y="2"/>
                  <a:pt x="222" y="2"/>
                </a:cubicBezTo>
                <a:cubicBezTo>
                  <a:pt x="221" y="1"/>
                  <a:pt x="219" y="0"/>
                  <a:pt x="217" y="0"/>
                </a:cubicBezTo>
                <a:cubicBezTo>
                  <a:pt x="214" y="0"/>
                  <a:pt x="212" y="1"/>
                  <a:pt x="211" y="2"/>
                </a:cubicBezTo>
                <a:cubicBezTo>
                  <a:pt x="179" y="35"/>
                  <a:pt x="179" y="35"/>
                  <a:pt x="179" y="35"/>
                </a:cubicBezTo>
                <a:cubicBezTo>
                  <a:pt x="177" y="36"/>
                  <a:pt x="176" y="38"/>
                  <a:pt x="176" y="40"/>
                </a:cubicBezTo>
                <a:cubicBezTo>
                  <a:pt x="176" y="45"/>
                  <a:pt x="180" y="48"/>
                  <a:pt x="185" y="48"/>
                </a:cubicBezTo>
                <a:moveTo>
                  <a:pt x="321" y="299"/>
                </a:moveTo>
                <a:cubicBezTo>
                  <a:pt x="321" y="299"/>
                  <a:pt x="321" y="299"/>
                  <a:pt x="321" y="299"/>
                </a:cubicBezTo>
                <a:cubicBezTo>
                  <a:pt x="353" y="155"/>
                  <a:pt x="353" y="155"/>
                  <a:pt x="353" y="155"/>
                </a:cubicBezTo>
                <a:cubicBezTo>
                  <a:pt x="353" y="155"/>
                  <a:pt x="353" y="155"/>
                  <a:pt x="353" y="155"/>
                </a:cubicBezTo>
                <a:cubicBezTo>
                  <a:pt x="353" y="154"/>
                  <a:pt x="353" y="153"/>
                  <a:pt x="353" y="153"/>
                </a:cubicBezTo>
                <a:cubicBezTo>
                  <a:pt x="353" y="148"/>
                  <a:pt x="350" y="145"/>
                  <a:pt x="345" y="145"/>
                </a:cubicBezTo>
                <a:cubicBezTo>
                  <a:pt x="88" y="145"/>
                  <a:pt x="88" y="145"/>
                  <a:pt x="88" y="145"/>
                </a:cubicBezTo>
                <a:cubicBezTo>
                  <a:pt x="76" y="102"/>
                  <a:pt x="76" y="102"/>
                  <a:pt x="76" y="102"/>
                </a:cubicBezTo>
                <a:cubicBezTo>
                  <a:pt x="76" y="102"/>
                  <a:pt x="76" y="102"/>
                  <a:pt x="76" y="102"/>
                </a:cubicBezTo>
                <a:cubicBezTo>
                  <a:pt x="75" y="99"/>
                  <a:pt x="72" y="96"/>
                  <a:pt x="69" y="96"/>
                </a:cubicBezTo>
                <a:cubicBezTo>
                  <a:pt x="8" y="96"/>
                  <a:pt x="8" y="96"/>
                  <a:pt x="8" y="96"/>
                </a:cubicBezTo>
                <a:cubicBezTo>
                  <a:pt x="3" y="96"/>
                  <a:pt x="0" y="100"/>
                  <a:pt x="0" y="104"/>
                </a:cubicBezTo>
                <a:cubicBezTo>
                  <a:pt x="0" y="109"/>
                  <a:pt x="3" y="112"/>
                  <a:pt x="8" y="112"/>
                </a:cubicBezTo>
                <a:cubicBezTo>
                  <a:pt x="62" y="112"/>
                  <a:pt x="62" y="112"/>
                  <a:pt x="62" y="112"/>
                </a:cubicBezTo>
                <a:cubicBezTo>
                  <a:pt x="113" y="299"/>
                  <a:pt x="113" y="299"/>
                  <a:pt x="113" y="299"/>
                </a:cubicBezTo>
                <a:cubicBezTo>
                  <a:pt x="113" y="299"/>
                  <a:pt x="113" y="299"/>
                  <a:pt x="113" y="299"/>
                </a:cubicBezTo>
                <a:cubicBezTo>
                  <a:pt x="113" y="302"/>
                  <a:pt x="115" y="304"/>
                  <a:pt x="117" y="304"/>
                </a:cubicBezTo>
                <a:cubicBezTo>
                  <a:pt x="114" y="309"/>
                  <a:pt x="112" y="315"/>
                  <a:pt x="112" y="321"/>
                </a:cubicBezTo>
                <a:cubicBezTo>
                  <a:pt x="112" y="339"/>
                  <a:pt x="127" y="353"/>
                  <a:pt x="144" y="353"/>
                </a:cubicBezTo>
                <a:cubicBezTo>
                  <a:pt x="162" y="353"/>
                  <a:pt x="176" y="339"/>
                  <a:pt x="176" y="321"/>
                </a:cubicBezTo>
                <a:cubicBezTo>
                  <a:pt x="176" y="315"/>
                  <a:pt x="175" y="310"/>
                  <a:pt x="172" y="305"/>
                </a:cubicBezTo>
                <a:cubicBezTo>
                  <a:pt x="261" y="305"/>
                  <a:pt x="261" y="305"/>
                  <a:pt x="261" y="305"/>
                </a:cubicBezTo>
                <a:cubicBezTo>
                  <a:pt x="258" y="310"/>
                  <a:pt x="257" y="315"/>
                  <a:pt x="257" y="321"/>
                </a:cubicBezTo>
                <a:cubicBezTo>
                  <a:pt x="257" y="339"/>
                  <a:pt x="271" y="353"/>
                  <a:pt x="289" y="353"/>
                </a:cubicBezTo>
                <a:cubicBezTo>
                  <a:pt x="307" y="353"/>
                  <a:pt x="321" y="339"/>
                  <a:pt x="321" y="321"/>
                </a:cubicBezTo>
                <a:cubicBezTo>
                  <a:pt x="321" y="315"/>
                  <a:pt x="319" y="309"/>
                  <a:pt x="316" y="304"/>
                </a:cubicBezTo>
                <a:cubicBezTo>
                  <a:pt x="318" y="303"/>
                  <a:pt x="320" y="301"/>
                  <a:pt x="321" y="299"/>
                </a:cubicBezTo>
                <a:moveTo>
                  <a:pt x="288" y="161"/>
                </a:moveTo>
                <a:cubicBezTo>
                  <a:pt x="335" y="161"/>
                  <a:pt x="335" y="161"/>
                  <a:pt x="335" y="161"/>
                </a:cubicBezTo>
                <a:cubicBezTo>
                  <a:pt x="328" y="193"/>
                  <a:pt x="328" y="193"/>
                  <a:pt x="328" y="193"/>
                </a:cubicBezTo>
                <a:cubicBezTo>
                  <a:pt x="284" y="193"/>
                  <a:pt x="284" y="193"/>
                  <a:pt x="284" y="193"/>
                </a:cubicBezTo>
                <a:lnTo>
                  <a:pt x="288" y="161"/>
                </a:lnTo>
                <a:close/>
                <a:moveTo>
                  <a:pt x="92" y="161"/>
                </a:moveTo>
                <a:cubicBezTo>
                  <a:pt x="145" y="161"/>
                  <a:pt x="145" y="161"/>
                  <a:pt x="145" y="161"/>
                </a:cubicBezTo>
                <a:cubicBezTo>
                  <a:pt x="149" y="193"/>
                  <a:pt x="149" y="193"/>
                  <a:pt x="149" y="193"/>
                </a:cubicBezTo>
                <a:cubicBezTo>
                  <a:pt x="101" y="193"/>
                  <a:pt x="101" y="193"/>
                  <a:pt x="101" y="193"/>
                </a:cubicBezTo>
                <a:lnTo>
                  <a:pt x="92" y="161"/>
                </a:lnTo>
                <a:close/>
                <a:moveTo>
                  <a:pt x="114" y="241"/>
                </a:moveTo>
                <a:cubicBezTo>
                  <a:pt x="105" y="209"/>
                  <a:pt x="105" y="209"/>
                  <a:pt x="105" y="209"/>
                </a:cubicBezTo>
                <a:cubicBezTo>
                  <a:pt x="151" y="209"/>
                  <a:pt x="151" y="209"/>
                  <a:pt x="151" y="209"/>
                </a:cubicBezTo>
                <a:cubicBezTo>
                  <a:pt x="154" y="241"/>
                  <a:pt x="154" y="241"/>
                  <a:pt x="154" y="241"/>
                </a:cubicBezTo>
                <a:lnTo>
                  <a:pt x="114" y="241"/>
                </a:lnTo>
                <a:close/>
                <a:moveTo>
                  <a:pt x="118" y="257"/>
                </a:moveTo>
                <a:cubicBezTo>
                  <a:pt x="156" y="257"/>
                  <a:pt x="156" y="257"/>
                  <a:pt x="156" y="257"/>
                </a:cubicBezTo>
                <a:cubicBezTo>
                  <a:pt x="159" y="289"/>
                  <a:pt x="159" y="289"/>
                  <a:pt x="159" y="289"/>
                </a:cubicBezTo>
                <a:cubicBezTo>
                  <a:pt x="126" y="289"/>
                  <a:pt x="126" y="289"/>
                  <a:pt x="126" y="289"/>
                </a:cubicBezTo>
                <a:lnTo>
                  <a:pt x="118" y="257"/>
                </a:lnTo>
                <a:close/>
                <a:moveTo>
                  <a:pt x="144" y="337"/>
                </a:moveTo>
                <a:cubicBezTo>
                  <a:pt x="136" y="337"/>
                  <a:pt x="128" y="330"/>
                  <a:pt x="128" y="321"/>
                </a:cubicBezTo>
                <a:cubicBezTo>
                  <a:pt x="128" y="312"/>
                  <a:pt x="136" y="305"/>
                  <a:pt x="144" y="305"/>
                </a:cubicBezTo>
                <a:cubicBezTo>
                  <a:pt x="153" y="305"/>
                  <a:pt x="160" y="312"/>
                  <a:pt x="160" y="321"/>
                </a:cubicBezTo>
                <a:cubicBezTo>
                  <a:pt x="160" y="330"/>
                  <a:pt x="153" y="337"/>
                  <a:pt x="144" y="337"/>
                </a:cubicBezTo>
                <a:moveTo>
                  <a:pt x="209" y="289"/>
                </a:moveTo>
                <a:cubicBezTo>
                  <a:pt x="176" y="289"/>
                  <a:pt x="176" y="289"/>
                  <a:pt x="176" y="289"/>
                </a:cubicBezTo>
                <a:cubicBezTo>
                  <a:pt x="172" y="257"/>
                  <a:pt x="172" y="257"/>
                  <a:pt x="172" y="257"/>
                </a:cubicBezTo>
                <a:cubicBezTo>
                  <a:pt x="209" y="257"/>
                  <a:pt x="209" y="257"/>
                  <a:pt x="209" y="257"/>
                </a:cubicBezTo>
                <a:lnTo>
                  <a:pt x="209" y="289"/>
                </a:lnTo>
                <a:close/>
                <a:moveTo>
                  <a:pt x="209" y="241"/>
                </a:moveTo>
                <a:cubicBezTo>
                  <a:pt x="170" y="241"/>
                  <a:pt x="170" y="241"/>
                  <a:pt x="170" y="241"/>
                </a:cubicBezTo>
                <a:cubicBezTo>
                  <a:pt x="167" y="209"/>
                  <a:pt x="167" y="209"/>
                  <a:pt x="167" y="209"/>
                </a:cubicBezTo>
                <a:cubicBezTo>
                  <a:pt x="209" y="209"/>
                  <a:pt x="209" y="209"/>
                  <a:pt x="209" y="209"/>
                </a:cubicBezTo>
                <a:lnTo>
                  <a:pt x="209" y="241"/>
                </a:lnTo>
                <a:close/>
                <a:moveTo>
                  <a:pt x="209" y="193"/>
                </a:moveTo>
                <a:cubicBezTo>
                  <a:pt x="165" y="193"/>
                  <a:pt x="165" y="193"/>
                  <a:pt x="165" y="193"/>
                </a:cubicBezTo>
                <a:cubicBezTo>
                  <a:pt x="161" y="161"/>
                  <a:pt x="161" y="161"/>
                  <a:pt x="161" y="161"/>
                </a:cubicBezTo>
                <a:cubicBezTo>
                  <a:pt x="209" y="161"/>
                  <a:pt x="209" y="161"/>
                  <a:pt x="209" y="161"/>
                </a:cubicBezTo>
                <a:lnTo>
                  <a:pt x="209" y="193"/>
                </a:lnTo>
                <a:close/>
                <a:moveTo>
                  <a:pt x="258" y="289"/>
                </a:moveTo>
                <a:cubicBezTo>
                  <a:pt x="225" y="289"/>
                  <a:pt x="225" y="289"/>
                  <a:pt x="225" y="289"/>
                </a:cubicBezTo>
                <a:cubicBezTo>
                  <a:pt x="225" y="257"/>
                  <a:pt x="225" y="257"/>
                  <a:pt x="225" y="257"/>
                </a:cubicBezTo>
                <a:cubicBezTo>
                  <a:pt x="261" y="257"/>
                  <a:pt x="261" y="257"/>
                  <a:pt x="261" y="257"/>
                </a:cubicBezTo>
                <a:lnTo>
                  <a:pt x="258" y="289"/>
                </a:lnTo>
                <a:close/>
                <a:moveTo>
                  <a:pt x="263" y="241"/>
                </a:moveTo>
                <a:cubicBezTo>
                  <a:pt x="225" y="241"/>
                  <a:pt x="225" y="241"/>
                  <a:pt x="225" y="241"/>
                </a:cubicBezTo>
                <a:cubicBezTo>
                  <a:pt x="225" y="209"/>
                  <a:pt x="225" y="209"/>
                  <a:pt x="225" y="209"/>
                </a:cubicBezTo>
                <a:cubicBezTo>
                  <a:pt x="267" y="209"/>
                  <a:pt x="267" y="209"/>
                  <a:pt x="267" y="209"/>
                </a:cubicBezTo>
                <a:lnTo>
                  <a:pt x="263" y="241"/>
                </a:lnTo>
                <a:close/>
                <a:moveTo>
                  <a:pt x="268" y="193"/>
                </a:moveTo>
                <a:cubicBezTo>
                  <a:pt x="225" y="193"/>
                  <a:pt x="225" y="193"/>
                  <a:pt x="225" y="193"/>
                </a:cubicBezTo>
                <a:cubicBezTo>
                  <a:pt x="225" y="161"/>
                  <a:pt x="225" y="161"/>
                  <a:pt x="225" y="161"/>
                </a:cubicBezTo>
                <a:cubicBezTo>
                  <a:pt x="272" y="161"/>
                  <a:pt x="272" y="161"/>
                  <a:pt x="272" y="161"/>
                </a:cubicBezTo>
                <a:lnTo>
                  <a:pt x="268" y="193"/>
                </a:lnTo>
                <a:close/>
                <a:moveTo>
                  <a:pt x="289" y="337"/>
                </a:moveTo>
                <a:cubicBezTo>
                  <a:pt x="280" y="337"/>
                  <a:pt x="273" y="330"/>
                  <a:pt x="273" y="321"/>
                </a:cubicBezTo>
                <a:cubicBezTo>
                  <a:pt x="273" y="312"/>
                  <a:pt x="280" y="305"/>
                  <a:pt x="289" y="305"/>
                </a:cubicBezTo>
                <a:cubicBezTo>
                  <a:pt x="298" y="305"/>
                  <a:pt x="305" y="312"/>
                  <a:pt x="305" y="321"/>
                </a:cubicBezTo>
                <a:cubicBezTo>
                  <a:pt x="305" y="330"/>
                  <a:pt x="298" y="337"/>
                  <a:pt x="289" y="337"/>
                </a:cubicBezTo>
                <a:moveTo>
                  <a:pt x="307" y="289"/>
                </a:moveTo>
                <a:cubicBezTo>
                  <a:pt x="274" y="289"/>
                  <a:pt x="274" y="289"/>
                  <a:pt x="274" y="289"/>
                </a:cubicBezTo>
                <a:cubicBezTo>
                  <a:pt x="277" y="257"/>
                  <a:pt x="277" y="257"/>
                  <a:pt x="277" y="257"/>
                </a:cubicBezTo>
                <a:cubicBezTo>
                  <a:pt x="314" y="257"/>
                  <a:pt x="314" y="257"/>
                  <a:pt x="314" y="257"/>
                </a:cubicBezTo>
                <a:lnTo>
                  <a:pt x="307" y="289"/>
                </a:lnTo>
                <a:close/>
                <a:moveTo>
                  <a:pt x="279" y="241"/>
                </a:moveTo>
                <a:cubicBezTo>
                  <a:pt x="283" y="209"/>
                  <a:pt x="283" y="209"/>
                  <a:pt x="283" y="209"/>
                </a:cubicBezTo>
                <a:cubicBezTo>
                  <a:pt x="324" y="209"/>
                  <a:pt x="324" y="209"/>
                  <a:pt x="324" y="209"/>
                </a:cubicBezTo>
                <a:cubicBezTo>
                  <a:pt x="317" y="241"/>
                  <a:pt x="317" y="241"/>
                  <a:pt x="317" y="241"/>
                </a:cubicBezTo>
                <a:lnTo>
                  <a:pt x="279" y="24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</p:spTree>
    <p:extLst>
      <p:ext uri="{BB962C8B-B14F-4D97-AF65-F5344CB8AC3E}">
        <p14:creationId xmlns:p14="http://schemas.microsoft.com/office/powerpoint/2010/main" val="3433698277"/>
      </p:ext>
    </p:extLst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reeform 5"/>
          <p:cNvSpPr>
            <a:spLocks noEditPoints="1"/>
          </p:cNvSpPr>
          <p:nvPr/>
        </p:nvSpPr>
        <p:spPr bwMode="auto">
          <a:xfrm>
            <a:off x="840317" y="956735"/>
            <a:ext cx="577851" cy="527051"/>
          </a:xfrm>
          <a:custGeom>
            <a:avLst/>
            <a:gdLst>
              <a:gd name="T0" fmla="*/ 245 w 353"/>
              <a:gd name="T1" fmla="*/ 48 h 321"/>
              <a:gd name="T2" fmla="*/ 225 w 353"/>
              <a:gd name="T3" fmla="*/ 72 h 321"/>
              <a:gd name="T4" fmla="*/ 238 w 353"/>
              <a:gd name="T5" fmla="*/ 78 h 321"/>
              <a:gd name="T6" fmla="*/ 273 w 353"/>
              <a:gd name="T7" fmla="*/ 40 h 321"/>
              <a:gd name="T8" fmla="*/ 238 w 353"/>
              <a:gd name="T9" fmla="*/ 2 h 321"/>
              <a:gd name="T10" fmla="*/ 225 w 353"/>
              <a:gd name="T11" fmla="*/ 8 h 321"/>
              <a:gd name="T12" fmla="*/ 245 w 353"/>
              <a:gd name="T13" fmla="*/ 32 h 321"/>
              <a:gd name="T14" fmla="*/ 144 w 353"/>
              <a:gd name="T15" fmla="*/ 40 h 321"/>
              <a:gd name="T16" fmla="*/ 321 w 353"/>
              <a:gd name="T17" fmla="*/ 267 h 321"/>
              <a:gd name="T18" fmla="*/ 353 w 353"/>
              <a:gd name="T19" fmla="*/ 122 h 321"/>
              <a:gd name="T20" fmla="*/ 353 w 353"/>
              <a:gd name="T21" fmla="*/ 120 h 321"/>
              <a:gd name="T22" fmla="*/ 88 w 353"/>
              <a:gd name="T23" fmla="*/ 112 h 321"/>
              <a:gd name="T24" fmla="*/ 76 w 353"/>
              <a:gd name="T25" fmla="*/ 70 h 321"/>
              <a:gd name="T26" fmla="*/ 8 w 353"/>
              <a:gd name="T27" fmla="*/ 64 h 321"/>
              <a:gd name="T28" fmla="*/ 8 w 353"/>
              <a:gd name="T29" fmla="*/ 80 h 321"/>
              <a:gd name="T30" fmla="*/ 113 w 353"/>
              <a:gd name="T31" fmla="*/ 267 h 321"/>
              <a:gd name="T32" fmla="*/ 117 w 353"/>
              <a:gd name="T33" fmla="*/ 272 h 321"/>
              <a:gd name="T34" fmla="*/ 144 w 353"/>
              <a:gd name="T35" fmla="*/ 321 h 321"/>
              <a:gd name="T36" fmla="*/ 172 w 353"/>
              <a:gd name="T37" fmla="*/ 273 h 321"/>
              <a:gd name="T38" fmla="*/ 257 w 353"/>
              <a:gd name="T39" fmla="*/ 289 h 321"/>
              <a:gd name="T40" fmla="*/ 321 w 353"/>
              <a:gd name="T41" fmla="*/ 289 h 321"/>
              <a:gd name="T42" fmla="*/ 321 w 353"/>
              <a:gd name="T43" fmla="*/ 267 h 321"/>
              <a:gd name="T44" fmla="*/ 335 w 353"/>
              <a:gd name="T45" fmla="*/ 128 h 321"/>
              <a:gd name="T46" fmla="*/ 284 w 353"/>
              <a:gd name="T47" fmla="*/ 160 h 321"/>
              <a:gd name="T48" fmla="*/ 92 w 353"/>
              <a:gd name="T49" fmla="*/ 128 h 321"/>
              <a:gd name="T50" fmla="*/ 149 w 353"/>
              <a:gd name="T51" fmla="*/ 160 h 321"/>
              <a:gd name="T52" fmla="*/ 92 w 353"/>
              <a:gd name="T53" fmla="*/ 128 h 321"/>
              <a:gd name="T54" fmla="*/ 105 w 353"/>
              <a:gd name="T55" fmla="*/ 176 h 321"/>
              <a:gd name="T56" fmla="*/ 154 w 353"/>
              <a:gd name="T57" fmla="*/ 209 h 321"/>
              <a:gd name="T58" fmla="*/ 118 w 353"/>
              <a:gd name="T59" fmla="*/ 225 h 321"/>
              <a:gd name="T60" fmla="*/ 160 w 353"/>
              <a:gd name="T61" fmla="*/ 257 h 321"/>
              <a:gd name="T62" fmla="*/ 118 w 353"/>
              <a:gd name="T63" fmla="*/ 225 h 321"/>
              <a:gd name="T64" fmla="*/ 128 w 353"/>
              <a:gd name="T65" fmla="*/ 289 h 321"/>
              <a:gd name="T66" fmla="*/ 160 w 353"/>
              <a:gd name="T67" fmla="*/ 289 h 321"/>
              <a:gd name="T68" fmla="*/ 209 w 353"/>
              <a:gd name="T69" fmla="*/ 257 h 321"/>
              <a:gd name="T70" fmla="*/ 172 w 353"/>
              <a:gd name="T71" fmla="*/ 225 h 321"/>
              <a:gd name="T72" fmla="*/ 209 w 353"/>
              <a:gd name="T73" fmla="*/ 257 h 321"/>
              <a:gd name="T74" fmla="*/ 170 w 353"/>
              <a:gd name="T75" fmla="*/ 209 h 321"/>
              <a:gd name="T76" fmla="*/ 209 w 353"/>
              <a:gd name="T77" fmla="*/ 176 h 321"/>
              <a:gd name="T78" fmla="*/ 209 w 353"/>
              <a:gd name="T79" fmla="*/ 160 h 321"/>
              <a:gd name="T80" fmla="*/ 161 w 353"/>
              <a:gd name="T81" fmla="*/ 128 h 321"/>
              <a:gd name="T82" fmla="*/ 209 w 353"/>
              <a:gd name="T83" fmla="*/ 160 h 321"/>
              <a:gd name="T84" fmla="*/ 225 w 353"/>
              <a:gd name="T85" fmla="*/ 257 h 321"/>
              <a:gd name="T86" fmla="*/ 261 w 353"/>
              <a:gd name="T87" fmla="*/ 225 h 321"/>
              <a:gd name="T88" fmla="*/ 263 w 353"/>
              <a:gd name="T89" fmla="*/ 209 h 321"/>
              <a:gd name="T90" fmla="*/ 225 w 353"/>
              <a:gd name="T91" fmla="*/ 176 h 321"/>
              <a:gd name="T92" fmla="*/ 263 w 353"/>
              <a:gd name="T93" fmla="*/ 209 h 321"/>
              <a:gd name="T94" fmla="*/ 225 w 353"/>
              <a:gd name="T95" fmla="*/ 160 h 321"/>
              <a:gd name="T96" fmla="*/ 272 w 353"/>
              <a:gd name="T97" fmla="*/ 128 h 321"/>
              <a:gd name="T98" fmla="*/ 289 w 353"/>
              <a:gd name="T99" fmla="*/ 305 h 321"/>
              <a:gd name="T100" fmla="*/ 289 w 353"/>
              <a:gd name="T101" fmla="*/ 273 h 321"/>
              <a:gd name="T102" fmla="*/ 289 w 353"/>
              <a:gd name="T103" fmla="*/ 305 h 321"/>
              <a:gd name="T104" fmla="*/ 274 w 353"/>
              <a:gd name="T105" fmla="*/ 257 h 321"/>
              <a:gd name="T106" fmla="*/ 314 w 353"/>
              <a:gd name="T107" fmla="*/ 225 h 321"/>
              <a:gd name="T108" fmla="*/ 279 w 353"/>
              <a:gd name="T109" fmla="*/ 209 h 321"/>
              <a:gd name="T110" fmla="*/ 324 w 353"/>
              <a:gd name="T111" fmla="*/ 176 h 321"/>
              <a:gd name="T112" fmla="*/ 279 w 353"/>
              <a:gd name="T113" fmla="*/ 209 h 3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353" h="321">
                <a:moveTo>
                  <a:pt x="152" y="48"/>
                </a:moveTo>
                <a:cubicBezTo>
                  <a:pt x="245" y="48"/>
                  <a:pt x="245" y="48"/>
                  <a:pt x="245" y="48"/>
                </a:cubicBezTo>
                <a:cubicBezTo>
                  <a:pt x="227" y="66"/>
                  <a:pt x="227" y="66"/>
                  <a:pt x="227" y="66"/>
                </a:cubicBezTo>
                <a:cubicBezTo>
                  <a:pt x="226" y="68"/>
                  <a:pt x="225" y="70"/>
                  <a:pt x="225" y="72"/>
                </a:cubicBezTo>
                <a:cubicBezTo>
                  <a:pt x="225" y="76"/>
                  <a:pt x="228" y="80"/>
                  <a:pt x="233" y="80"/>
                </a:cubicBezTo>
                <a:cubicBezTo>
                  <a:pt x="235" y="80"/>
                  <a:pt x="237" y="79"/>
                  <a:pt x="238" y="78"/>
                </a:cubicBezTo>
                <a:cubicBezTo>
                  <a:pt x="270" y="46"/>
                  <a:pt x="270" y="46"/>
                  <a:pt x="270" y="46"/>
                </a:cubicBezTo>
                <a:cubicBezTo>
                  <a:pt x="272" y="44"/>
                  <a:pt x="273" y="42"/>
                  <a:pt x="273" y="40"/>
                </a:cubicBezTo>
                <a:cubicBezTo>
                  <a:pt x="273" y="38"/>
                  <a:pt x="272" y="36"/>
                  <a:pt x="270" y="34"/>
                </a:cubicBezTo>
                <a:cubicBezTo>
                  <a:pt x="238" y="2"/>
                  <a:pt x="238" y="2"/>
                  <a:pt x="238" y="2"/>
                </a:cubicBezTo>
                <a:cubicBezTo>
                  <a:pt x="237" y="1"/>
                  <a:pt x="235" y="0"/>
                  <a:pt x="233" y="0"/>
                </a:cubicBezTo>
                <a:cubicBezTo>
                  <a:pt x="228" y="0"/>
                  <a:pt x="225" y="3"/>
                  <a:pt x="225" y="8"/>
                </a:cubicBezTo>
                <a:cubicBezTo>
                  <a:pt x="225" y="10"/>
                  <a:pt x="226" y="12"/>
                  <a:pt x="227" y="13"/>
                </a:cubicBezTo>
                <a:cubicBezTo>
                  <a:pt x="245" y="32"/>
                  <a:pt x="245" y="32"/>
                  <a:pt x="245" y="32"/>
                </a:cubicBezTo>
                <a:cubicBezTo>
                  <a:pt x="152" y="32"/>
                  <a:pt x="152" y="32"/>
                  <a:pt x="152" y="32"/>
                </a:cubicBezTo>
                <a:cubicBezTo>
                  <a:pt x="148" y="32"/>
                  <a:pt x="144" y="35"/>
                  <a:pt x="144" y="40"/>
                </a:cubicBezTo>
                <a:cubicBezTo>
                  <a:pt x="144" y="44"/>
                  <a:pt x="148" y="48"/>
                  <a:pt x="152" y="48"/>
                </a:cubicBezTo>
                <a:moveTo>
                  <a:pt x="321" y="267"/>
                </a:moveTo>
                <a:cubicBezTo>
                  <a:pt x="321" y="267"/>
                  <a:pt x="321" y="267"/>
                  <a:pt x="321" y="267"/>
                </a:cubicBezTo>
                <a:cubicBezTo>
                  <a:pt x="353" y="122"/>
                  <a:pt x="353" y="122"/>
                  <a:pt x="353" y="122"/>
                </a:cubicBezTo>
                <a:cubicBezTo>
                  <a:pt x="353" y="122"/>
                  <a:pt x="353" y="122"/>
                  <a:pt x="353" y="122"/>
                </a:cubicBezTo>
                <a:cubicBezTo>
                  <a:pt x="353" y="121"/>
                  <a:pt x="353" y="121"/>
                  <a:pt x="353" y="120"/>
                </a:cubicBezTo>
                <a:cubicBezTo>
                  <a:pt x="353" y="116"/>
                  <a:pt x="350" y="112"/>
                  <a:pt x="345" y="112"/>
                </a:cubicBezTo>
                <a:cubicBezTo>
                  <a:pt x="88" y="112"/>
                  <a:pt x="88" y="112"/>
                  <a:pt x="88" y="112"/>
                </a:cubicBezTo>
                <a:cubicBezTo>
                  <a:pt x="76" y="70"/>
                  <a:pt x="76" y="70"/>
                  <a:pt x="76" y="70"/>
                </a:cubicBezTo>
                <a:cubicBezTo>
                  <a:pt x="76" y="70"/>
                  <a:pt x="76" y="70"/>
                  <a:pt x="76" y="70"/>
                </a:cubicBezTo>
                <a:cubicBezTo>
                  <a:pt x="75" y="66"/>
                  <a:pt x="72" y="64"/>
                  <a:pt x="69" y="64"/>
                </a:cubicBezTo>
                <a:cubicBezTo>
                  <a:pt x="8" y="64"/>
                  <a:pt x="8" y="64"/>
                  <a:pt x="8" y="64"/>
                </a:cubicBezTo>
                <a:cubicBezTo>
                  <a:pt x="3" y="64"/>
                  <a:pt x="0" y="68"/>
                  <a:pt x="0" y="72"/>
                </a:cubicBezTo>
                <a:cubicBezTo>
                  <a:pt x="0" y="76"/>
                  <a:pt x="3" y="80"/>
                  <a:pt x="8" y="80"/>
                </a:cubicBezTo>
                <a:cubicBezTo>
                  <a:pt x="62" y="80"/>
                  <a:pt x="62" y="80"/>
                  <a:pt x="62" y="80"/>
                </a:cubicBezTo>
                <a:cubicBezTo>
                  <a:pt x="113" y="267"/>
                  <a:pt x="113" y="267"/>
                  <a:pt x="113" y="267"/>
                </a:cubicBezTo>
                <a:cubicBezTo>
                  <a:pt x="113" y="267"/>
                  <a:pt x="113" y="267"/>
                  <a:pt x="113" y="267"/>
                </a:cubicBezTo>
                <a:cubicBezTo>
                  <a:pt x="113" y="269"/>
                  <a:pt x="115" y="271"/>
                  <a:pt x="117" y="272"/>
                </a:cubicBezTo>
                <a:cubicBezTo>
                  <a:pt x="114" y="277"/>
                  <a:pt x="112" y="283"/>
                  <a:pt x="112" y="289"/>
                </a:cubicBezTo>
                <a:cubicBezTo>
                  <a:pt x="112" y="307"/>
                  <a:pt x="127" y="321"/>
                  <a:pt x="144" y="321"/>
                </a:cubicBezTo>
                <a:cubicBezTo>
                  <a:pt x="162" y="321"/>
                  <a:pt x="177" y="307"/>
                  <a:pt x="177" y="289"/>
                </a:cubicBezTo>
                <a:cubicBezTo>
                  <a:pt x="177" y="283"/>
                  <a:pt x="175" y="277"/>
                  <a:pt x="172" y="273"/>
                </a:cubicBezTo>
                <a:cubicBezTo>
                  <a:pt x="261" y="273"/>
                  <a:pt x="261" y="273"/>
                  <a:pt x="261" y="273"/>
                </a:cubicBezTo>
                <a:cubicBezTo>
                  <a:pt x="258" y="277"/>
                  <a:pt x="257" y="283"/>
                  <a:pt x="257" y="289"/>
                </a:cubicBezTo>
                <a:cubicBezTo>
                  <a:pt x="257" y="307"/>
                  <a:pt x="271" y="321"/>
                  <a:pt x="289" y="321"/>
                </a:cubicBezTo>
                <a:cubicBezTo>
                  <a:pt x="307" y="321"/>
                  <a:pt x="321" y="307"/>
                  <a:pt x="321" y="289"/>
                </a:cubicBezTo>
                <a:cubicBezTo>
                  <a:pt x="321" y="283"/>
                  <a:pt x="319" y="277"/>
                  <a:pt x="316" y="272"/>
                </a:cubicBezTo>
                <a:cubicBezTo>
                  <a:pt x="318" y="271"/>
                  <a:pt x="320" y="269"/>
                  <a:pt x="321" y="267"/>
                </a:cubicBezTo>
                <a:moveTo>
                  <a:pt x="288" y="128"/>
                </a:moveTo>
                <a:cubicBezTo>
                  <a:pt x="335" y="128"/>
                  <a:pt x="335" y="128"/>
                  <a:pt x="335" y="128"/>
                </a:cubicBezTo>
                <a:cubicBezTo>
                  <a:pt x="328" y="160"/>
                  <a:pt x="328" y="160"/>
                  <a:pt x="328" y="160"/>
                </a:cubicBezTo>
                <a:cubicBezTo>
                  <a:pt x="284" y="160"/>
                  <a:pt x="284" y="160"/>
                  <a:pt x="284" y="160"/>
                </a:cubicBezTo>
                <a:lnTo>
                  <a:pt x="288" y="128"/>
                </a:lnTo>
                <a:close/>
                <a:moveTo>
                  <a:pt x="92" y="128"/>
                </a:moveTo>
                <a:cubicBezTo>
                  <a:pt x="145" y="128"/>
                  <a:pt x="145" y="128"/>
                  <a:pt x="145" y="128"/>
                </a:cubicBezTo>
                <a:cubicBezTo>
                  <a:pt x="149" y="160"/>
                  <a:pt x="149" y="160"/>
                  <a:pt x="149" y="160"/>
                </a:cubicBezTo>
                <a:cubicBezTo>
                  <a:pt x="101" y="160"/>
                  <a:pt x="101" y="160"/>
                  <a:pt x="101" y="160"/>
                </a:cubicBezTo>
                <a:lnTo>
                  <a:pt x="92" y="128"/>
                </a:lnTo>
                <a:close/>
                <a:moveTo>
                  <a:pt x="114" y="209"/>
                </a:moveTo>
                <a:cubicBezTo>
                  <a:pt x="105" y="176"/>
                  <a:pt x="105" y="176"/>
                  <a:pt x="105" y="176"/>
                </a:cubicBezTo>
                <a:cubicBezTo>
                  <a:pt x="151" y="176"/>
                  <a:pt x="151" y="176"/>
                  <a:pt x="151" y="176"/>
                </a:cubicBezTo>
                <a:cubicBezTo>
                  <a:pt x="154" y="209"/>
                  <a:pt x="154" y="209"/>
                  <a:pt x="154" y="209"/>
                </a:cubicBezTo>
                <a:lnTo>
                  <a:pt x="114" y="209"/>
                </a:lnTo>
                <a:close/>
                <a:moveTo>
                  <a:pt x="118" y="225"/>
                </a:moveTo>
                <a:cubicBezTo>
                  <a:pt x="156" y="225"/>
                  <a:pt x="156" y="225"/>
                  <a:pt x="156" y="225"/>
                </a:cubicBezTo>
                <a:cubicBezTo>
                  <a:pt x="160" y="257"/>
                  <a:pt x="160" y="257"/>
                  <a:pt x="160" y="257"/>
                </a:cubicBezTo>
                <a:cubicBezTo>
                  <a:pt x="126" y="257"/>
                  <a:pt x="126" y="257"/>
                  <a:pt x="126" y="257"/>
                </a:cubicBezTo>
                <a:lnTo>
                  <a:pt x="118" y="225"/>
                </a:lnTo>
                <a:close/>
                <a:moveTo>
                  <a:pt x="144" y="305"/>
                </a:moveTo>
                <a:cubicBezTo>
                  <a:pt x="136" y="305"/>
                  <a:pt x="128" y="298"/>
                  <a:pt x="128" y="289"/>
                </a:cubicBezTo>
                <a:cubicBezTo>
                  <a:pt x="128" y="280"/>
                  <a:pt x="136" y="273"/>
                  <a:pt x="144" y="273"/>
                </a:cubicBezTo>
                <a:cubicBezTo>
                  <a:pt x="153" y="273"/>
                  <a:pt x="160" y="280"/>
                  <a:pt x="160" y="289"/>
                </a:cubicBezTo>
                <a:cubicBezTo>
                  <a:pt x="160" y="298"/>
                  <a:pt x="153" y="305"/>
                  <a:pt x="144" y="305"/>
                </a:cubicBezTo>
                <a:moveTo>
                  <a:pt x="209" y="257"/>
                </a:moveTo>
                <a:cubicBezTo>
                  <a:pt x="176" y="257"/>
                  <a:pt x="176" y="257"/>
                  <a:pt x="176" y="257"/>
                </a:cubicBezTo>
                <a:cubicBezTo>
                  <a:pt x="172" y="225"/>
                  <a:pt x="172" y="225"/>
                  <a:pt x="172" y="225"/>
                </a:cubicBezTo>
                <a:cubicBezTo>
                  <a:pt x="209" y="225"/>
                  <a:pt x="209" y="225"/>
                  <a:pt x="209" y="225"/>
                </a:cubicBezTo>
                <a:lnTo>
                  <a:pt x="209" y="257"/>
                </a:lnTo>
                <a:close/>
                <a:moveTo>
                  <a:pt x="209" y="209"/>
                </a:moveTo>
                <a:cubicBezTo>
                  <a:pt x="170" y="209"/>
                  <a:pt x="170" y="209"/>
                  <a:pt x="170" y="209"/>
                </a:cubicBezTo>
                <a:cubicBezTo>
                  <a:pt x="167" y="176"/>
                  <a:pt x="167" y="176"/>
                  <a:pt x="167" y="176"/>
                </a:cubicBezTo>
                <a:cubicBezTo>
                  <a:pt x="209" y="176"/>
                  <a:pt x="209" y="176"/>
                  <a:pt x="209" y="176"/>
                </a:cubicBezTo>
                <a:lnTo>
                  <a:pt x="209" y="209"/>
                </a:lnTo>
                <a:close/>
                <a:moveTo>
                  <a:pt x="209" y="160"/>
                </a:moveTo>
                <a:cubicBezTo>
                  <a:pt x="165" y="160"/>
                  <a:pt x="165" y="160"/>
                  <a:pt x="165" y="160"/>
                </a:cubicBezTo>
                <a:cubicBezTo>
                  <a:pt x="161" y="128"/>
                  <a:pt x="161" y="128"/>
                  <a:pt x="161" y="128"/>
                </a:cubicBezTo>
                <a:cubicBezTo>
                  <a:pt x="209" y="128"/>
                  <a:pt x="209" y="128"/>
                  <a:pt x="209" y="128"/>
                </a:cubicBezTo>
                <a:lnTo>
                  <a:pt x="209" y="160"/>
                </a:lnTo>
                <a:close/>
                <a:moveTo>
                  <a:pt x="258" y="257"/>
                </a:moveTo>
                <a:cubicBezTo>
                  <a:pt x="225" y="257"/>
                  <a:pt x="225" y="257"/>
                  <a:pt x="225" y="257"/>
                </a:cubicBezTo>
                <a:cubicBezTo>
                  <a:pt x="225" y="225"/>
                  <a:pt x="225" y="225"/>
                  <a:pt x="225" y="225"/>
                </a:cubicBezTo>
                <a:cubicBezTo>
                  <a:pt x="261" y="225"/>
                  <a:pt x="261" y="225"/>
                  <a:pt x="261" y="225"/>
                </a:cubicBezTo>
                <a:lnTo>
                  <a:pt x="258" y="257"/>
                </a:lnTo>
                <a:close/>
                <a:moveTo>
                  <a:pt x="263" y="209"/>
                </a:moveTo>
                <a:cubicBezTo>
                  <a:pt x="225" y="209"/>
                  <a:pt x="225" y="209"/>
                  <a:pt x="225" y="209"/>
                </a:cubicBezTo>
                <a:cubicBezTo>
                  <a:pt x="225" y="176"/>
                  <a:pt x="225" y="176"/>
                  <a:pt x="225" y="176"/>
                </a:cubicBezTo>
                <a:cubicBezTo>
                  <a:pt x="267" y="176"/>
                  <a:pt x="267" y="176"/>
                  <a:pt x="267" y="176"/>
                </a:cubicBezTo>
                <a:lnTo>
                  <a:pt x="263" y="209"/>
                </a:lnTo>
                <a:close/>
                <a:moveTo>
                  <a:pt x="268" y="160"/>
                </a:moveTo>
                <a:cubicBezTo>
                  <a:pt x="225" y="160"/>
                  <a:pt x="225" y="160"/>
                  <a:pt x="225" y="160"/>
                </a:cubicBezTo>
                <a:cubicBezTo>
                  <a:pt x="225" y="128"/>
                  <a:pt x="225" y="128"/>
                  <a:pt x="225" y="128"/>
                </a:cubicBezTo>
                <a:cubicBezTo>
                  <a:pt x="272" y="128"/>
                  <a:pt x="272" y="128"/>
                  <a:pt x="272" y="128"/>
                </a:cubicBezTo>
                <a:lnTo>
                  <a:pt x="268" y="160"/>
                </a:lnTo>
                <a:close/>
                <a:moveTo>
                  <a:pt x="289" y="305"/>
                </a:moveTo>
                <a:cubicBezTo>
                  <a:pt x="280" y="305"/>
                  <a:pt x="273" y="298"/>
                  <a:pt x="273" y="289"/>
                </a:cubicBezTo>
                <a:cubicBezTo>
                  <a:pt x="273" y="280"/>
                  <a:pt x="280" y="273"/>
                  <a:pt x="289" y="273"/>
                </a:cubicBezTo>
                <a:cubicBezTo>
                  <a:pt x="298" y="273"/>
                  <a:pt x="305" y="280"/>
                  <a:pt x="305" y="289"/>
                </a:cubicBezTo>
                <a:cubicBezTo>
                  <a:pt x="305" y="298"/>
                  <a:pt x="298" y="305"/>
                  <a:pt x="289" y="305"/>
                </a:cubicBezTo>
                <a:moveTo>
                  <a:pt x="307" y="257"/>
                </a:moveTo>
                <a:cubicBezTo>
                  <a:pt x="274" y="257"/>
                  <a:pt x="274" y="257"/>
                  <a:pt x="274" y="257"/>
                </a:cubicBezTo>
                <a:cubicBezTo>
                  <a:pt x="277" y="225"/>
                  <a:pt x="277" y="225"/>
                  <a:pt x="277" y="225"/>
                </a:cubicBezTo>
                <a:cubicBezTo>
                  <a:pt x="314" y="225"/>
                  <a:pt x="314" y="225"/>
                  <a:pt x="314" y="225"/>
                </a:cubicBezTo>
                <a:lnTo>
                  <a:pt x="307" y="257"/>
                </a:lnTo>
                <a:close/>
                <a:moveTo>
                  <a:pt x="279" y="209"/>
                </a:moveTo>
                <a:cubicBezTo>
                  <a:pt x="283" y="176"/>
                  <a:pt x="283" y="176"/>
                  <a:pt x="283" y="176"/>
                </a:cubicBezTo>
                <a:cubicBezTo>
                  <a:pt x="324" y="176"/>
                  <a:pt x="324" y="176"/>
                  <a:pt x="324" y="176"/>
                </a:cubicBezTo>
                <a:cubicBezTo>
                  <a:pt x="317" y="209"/>
                  <a:pt x="317" y="209"/>
                  <a:pt x="317" y="209"/>
                </a:cubicBezTo>
                <a:lnTo>
                  <a:pt x="279" y="209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" name="Freeform 6"/>
          <p:cNvSpPr>
            <a:spLocks noEditPoints="1"/>
          </p:cNvSpPr>
          <p:nvPr/>
        </p:nvSpPr>
        <p:spPr bwMode="auto">
          <a:xfrm>
            <a:off x="1943100" y="956735"/>
            <a:ext cx="577851" cy="527051"/>
          </a:xfrm>
          <a:custGeom>
            <a:avLst/>
            <a:gdLst>
              <a:gd name="T0" fmla="*/ 185 w 353"/>
              <a:gd name="T1" fmla="*/ 80 h 321"/>
              <a:gd name="T2" fmla="*/ 191 w 353"/>
              <a:gd name="T3" fmla="*/ 66 h 321"/>
              <a:gd name="T4" fmla="*/ 265 w 353"/>
              <a:gd name="T5" fmla="*/ 48 h 321"/>
              <a:gd name="T6" fmla="*/ 265 w 353"/>
              <a:gd name="T7" fmla="*/ 32 h 321"/>
              <a:gd name="T8" fmla="*/ 191 w 353"/>
              <a:gd name="T9" fmla="*/ 13 h 321"/>
              <a:gd name="T10" fmla="*/ 185 w 353"/>
              <a:gd name="T11" fmla="*/ 0 h 321"/>
              <a:gd name="T12" fmla="*/ 147 w 353"/>
              <a:gd name="T13" fmla="*/ 34 h 321"/>
              <a:gd name="T14" fmla="*/ 147 w 353"/>
              <a:gd name="T15" fmla="*/ 46 h 321"/>
              <a:gd name="T16" fmla="*/ 321 w 353"/>
              <a:gd name="T17" fmla="*/ 267 h 321"/>
              <a:gd name="T18" fmla="*/ 353 w 353"/>
              <a:gd name="T19" fmla="*/ 122 h 321"/>
              <a:gd name="T20" fmla="*/ 353 w 353"/>
              <a:gd name="T21" fmla="*/ 120 h 321"/>
              <a:gd name="T22" fmla="*/ 88 w 353"/>
              <a:gd name="T23" fmla="*/ 112 h 321"/>
              <a:gd name="T24" fmla="*/ 77 w 353"/>
              <a:gd name="T25" fmla="*/ 70 h 321"/>
              <a:gd name="T26" fmla="*/ 8 w 353"/>
              <a:gd name="T27" fmla="*/ 64 h 321"/>
              <a:gd name="T28" fmla="*/ 8 w 353"/>
              <a:gd name="T29" fmla="*/ 80 h 321"/>
              <a:gd name="T30" fmla="*/ 113 w 353"/>
              <a:gd name="T31" fmla="*/ 267 h 321"/>
              <a:gd name="T32" fmla="*/ 117 w 353"/>
              <a:gd name="T33" fmla="*/ 272 h 321"/>
              <a:gd name="T34" fmla="*/ 145 w 353"/>
              <a:gd name="T35" fmla="*/ 321 h 321"/>
              <a:gd name="T36" fmla="*/ 172 w 353"/>
              <a:gd name="T37" fmla="*/ 273 h 321"/>
              <a:gd name="T38" fmla="*/ 257 w 353"/>
              <a:gd name="T39" fmla="*/ 289 h 321"/>
              <a:gd name="T40" fmla="*/ 321 w 353"/>
              <a:gd name="T41" fmla="*/ 289 h 321"/>
              <a:gd name="T42" fmla="*/ 321 w 353"/>
              <a:gd name="T43" fmla="*/ 267 h 321"/>
              <a:gd name="T44" fmla="*/ 335 w 353"/>
              <a:gd name="T45" fmla="*/ 128 h 321"/>
              <a:gd name="T46" fmla="*/ 285 w 353"/>
              <a:gd name="T47" fmla="*/ 160 h 321"/>
              <a:gd name="T48" fmla="*/ 92 w 353"/>
              <a:gd name="T49" fmla="*/ 128 h 321"/>
              <a:gd name="T50" fmla="*/ 149 w 353"/>
              <a:gd name="T51" fmla="*/ 160 h 321"/>
              <a:gd name="T52" fmla="*/ 92 w 353"/>
              <a:gd name="T53" fmla="*/ 128 h 321"/>
              <a:gd name="T54" fmla="*/ 105 w 353"/>
              <a:gd name="T55" fmla="*/ 176 h 321"/>
              <a:gd name="T56" fmla="*/ 154 w 353"/>
              <a:gd name="T57" fmla="*/ 209 h 321"/>
              <a:gd name="T58" fmla="*/ 118 w 353"/>
              <a:gd name="T59" fmla="*/ 225 h 321"/>
              <a:gd name="T60" fmla="*/ 160 w 353"/>
              <a:gd name="T61" fmla="*/ 257 h 321"/>
              <a:gd name="T62" fmla="*/ 118 w 353"/>
              <a:gd name="T63" fmla="*/ 225 h 321"/>
              <a:gd name="T64" fmla="*/ 129 w 353"/>
              <a:gd name="T65" fmla="*/ 289 h 321"/>
              <a:gd name="T66" fmla="*/ 161 w 353"/>
              <a:gd name="T67" fmla="*/ 289 h 321"/>
              <a:gd name="T68" fmla="*/ 209 w 353"/>
              <a:gd name="T69" fmla="*/ 257 h 321"/>
              <a:gd name="T70" fmla="*/ 172 w 353"/>
              <a:gd name="T71" fmla="*/ 225 h 321"/>
              <a:gd name="T72" fmla="*/ 209 w 353"/>
              <a:gd name="T73" fmla="*/ 257 h 321"/>
              <a:gd name="T74" fmla="*/ 171 w 353"/>
              <a:gd name="T75" fmla="*/ 209 h 321"/>
              <a:gd name="T76" fmla="*/ 209 w 353"/>
              <a:gd name="T77" fmla="*/ 176 h 321"/>
              <a:gd name="T78" fmla="*/ 209 w 353"/>
              <a:gd name="T79" fmla="*/ 160 h 321"/>
              <a:gd name="T80" fmla="*/ 162 w 353"/>
              <a:gd name="T81" fmla="*/ 128 h 321"/>
              <a:gd name="T82" fmla="*/ 209 w 353"/>
              <a:gd name="T83" fmla="*/ 160 h 321"/>
              <a:gd name="T84" fmla="*/ 225 w 353"/>
              <a:gd name="T85" fmla="*/ 257 h 321"/>
              <a:gd name="T86" fmla="*/ 262 w 353"/>
              <a:gd name="T87" fmla="*/ 225 h 321"/>
              <a:gd name="T88" fmla="*/ 263 w 353"/>
              <a:gd name="T89" fmla="*/ 209 h 321"/>
              <a:gd name="T90" fmla="*/ 225 w 353"/>
              <a:gd name="T91" fmla="*/ 176 h 321"/>
              <a:gd name="T92" fmla="*/ 263 w 353"/>
              <a:gd name="T93" fmla="*/ 209 h 321"/>
              <a:gd name="T94" fmla="*/ 225 w 353"/>
              <a:gd name="T95" fmla="*/ 160 h 321"/>
              <a:gd name="T96" fmla="*/ 272 w 353"/>
              <a:gd name="T97" fmla="*/ 128 h 321"/>
              <a:gd name="T98" fmla="*/ 289 w 353"/>
              <a:gd name="T99" fmla="*/ 305 h 321"/>
              <a:gd name="T100" fmla="*/ 289 w 353"/>
              <a:gd name="T101" fmla="*/ 273 h 321"/>
              <a:gd name="T102" fmla="*/ 289 w 353"/>
              <a:gd name="T103" fmla="*/ 305 h 321"/>
              <a:gd name="T104" fmla="*/ 274 w 353"/>
              <a:gd name="T105" fmla="*/ 257 h 321"/>
              <a:gd name="T106" fmla="*/ 314 w 353"/>
              <a:gd name="T107" fmla="*/ 225 h 321"/>
              <a:gd name="T108" fmla="*/ 279 w 353"/>
              <a:gd name="T109" fmla="*/ 209 h 321"/>
              <a:gd name="T110" fmla="*/ 325 w 353"/>
              <a:gd name="T111" fmla="*/ 176 h 321"/>
              <a:gd name="T112" fmla="*/ 279 w 353"/>
              <a:gd name="T113" fmla="*/ 209 h 3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353" h="321">
                <a:moveTo>
                  <a:pt x="179" y="78"/>
                </a:moveTo>
                <a:cubicBezTo>
                  <a:pt x="181" y="79"/>
                  <a:pt x="183" y="80"/>
                  <a:pt x="185" y="80"/>
                </a:cubicBezTo>
                <a:cubicBezTo>
                  <a:pt x="189" y="80"/>
                  <a:pt x="193" y="76"/>
                  <a:pt x="193" y="72"/>
                </a:cubicBezTo>
                <a:cubicBezTo>
                  <a:pt x="193" y="70"/>
                  <a:pt x="192" y="68"/>
                  <a:pt x="191" y="66"/>
                </a:cubicBezTo>
                <a:cubicBezTo>
                  <a:pt x="172" y="48"/>
                  <a:pt x="172" y="48"/>
                  <a:pt x="172" y="48"/>
                </a:cubicBezTo>
                <a:cubicBezTo>
                  <a:pt x="265" y="48"/>
                  <a:pt x="265" y="48"/>
                  <a:pt x="265" y="48"/>
                </a:cubicBezTo>
                <a:cubicBezTo>
                  <a:pt x="270" y="48"/>
                  <a:pt x="273" y="44"/>
                  <a:pt x="273" y="40"/>
                </a:cubicBezTo>
                <a:cubicBezTo>
                  <a:pt x="273" y="35"/>
                  <a:pt x="270" y="32"/>
                  <a:pt x="265" y="32"/>
                </a:cubicBezTo>
                <a:cubicBezTo>
                  <a:pt x="172" y="32"/>
                  <a:pt x="172" y="32"/>
                  <a:pt x="172" y="32"/>
                </a:cubicBezTo>
                <a:cubicBezTo>
                  <a:pt x="191" y="13"/>
                  <a:pt x="191" y="13"/>
                  <a:pt x="191" y="13"/>
                </a:cubicBezTo>
                <a:cubicBezTo>
                  <a:pt x="192" y="12"/>
                  <a:pt x="193" y="10"/>
                  <a:pt x="193" y="8"/>
                </a:cubicBezTo>
                <a:cubicBezTo>
                  <a:pt x="193" y="3"/>
                  <a:pt x="189" y="0"/>
                  <a:pt x="185" y="0"/>
                </a:cubicBezTo>
                <a:cubicBezTo>
                  <a:pt x="183" y="0"/>
                  <a:pt x="181" y="1"/>
                  <a:pt x="179" y="2"/>
                </a:cubicBezTo>
                <a:cubicBezTo>
                  <a:pt x="147" y="34"/>
                  <a:pt x="147" y="34"/>
                  <a:pt x="147" y="34"/>
                </a:cubicBezTo>
                <a:cubicBezTo>
                  <a:pt x="146" y="36"/>
                  <a:pt x="145" y="38"/>
                  <a:pt x="145" y="40"/>
                </a:cubicBezTo>
                <a:cubicBezTo>
                  <a:pt x="145" y="42"/>
                  <a:pt x="146" y="44"/>
                  <a:pt x="147" y="46"/>
                </a:cubicBezTo>
                <a:lnTo>
                  <a:pt x="179" y="78"/>
                </a:lnTo>
                <a:close/>
                <a:moveTo>
                  <a:pt x="321" y="267"/>
                </a:moveTo>
                <a:cubicBezTo>
                  <a:pt x="321" y="267"/>
                  <a:pt x="321" y="267"/>
                  <a:pt x="321" y="267"/>
                </a:cubicBezTo>
                <a:cubicBezTo>
                  <a:pt x="353" y="122"/>
                  <a:pt x="353" y="122"/>
                  <a:pt x="353" y="122"/>
                </a:cubicBezTo>
                <a:cubicBezTo>
                  <a:pt x="353" y="122"/>
                  <a:pt x="353" y="122"/>
                  <a:pt x="353" y="122"/>
                </a:cubicBezTo>
                <a:cubicBezTo>
                  <a:pt x="353" y="121"/>
                  <a:pt x="353" y="121"/>
                  <a:pt x="353" y="120"/>
                </a:cubicBezTo>
                <a:cubicBezTo>
                  <a:pt x="353" y="116"/>
                  <a:pt x="350" y="112"/>
                  <a:pt x="345" y="112"/>
                </a:cubicBezTo>
                <a:cubicBezTo>
                  <a:pt x="88" y="112"/>
                  <a:pt x="88" y="112"/>
                  <a:pt x="88" y="112"/>
                </a:cubicBezTo>
                <a:cubicBezTo>
                  <a:pt x="77" y="70"/>
                  <a:pt x="77" y="70"/>
                  <a:pt x="77" y="70"/>
                </a:cubicBezTo>
                <a:cubicBezTo>
                  <a:pt x="77" y="70"/>
                  <a:pt x="77" y="70"/>
                  <a:pt x="77" y="70"/>
                </a:cubicBezTo>
                <a:cubicBezTo>
                  <a:pt x="76" y="66"/>
                  <a:pt x="73" y="64"/>
                  <a:pt x="69" y="64"/>
                </a:cubicBezTo>
                <a:cubicBezTo>
                  <a:pt x="8" y="64"/>
                  <a:pt x="8" y="64"/>
                  <a:pt x="8" y="64"/>
                </a:cubicBezTo>
                <a:cubicBezTo>
                  <a:pt x="4" y="64"/>
                  <a:pt x="0" y="68"/>
                  <a:pt x="0" y="72"/>
                </a:cubicBezTo>
                <a:cubicBezTo>
                  <a:pt x="0" y="76"/>
                  <a:pt x="4" y="80"/>
                  <a:pt x="8" y="80"/>
                </a:cubicBezTo>
                <a:cubicBezTo>
                  <a:pt x="63" y="80"/>
                  <a:pt x="63" y="80"/>
                  <a:pt x="63" y="80"/>
                </a:cubicBezTo>
                <a:cubicBezTo>
                  <a:pt x="113" y="267"/>
                  <a:pt x="113" y="267"/>
                  <a:pt x="113" y="267"/>
                </a:cubicBezTo>
                <a:cubicBezTo>
                  <a:pt x="113" y="267"/>
                  <a:pt x="113" y="267"/>
                  <a:pt x="113" y="267"/>
                </a:cubicBezTo>
                <a:cubicBezTo>
                  <a:pt x="114" y="269"/>
                  <a:pt x="115" y="271"/>
                  <a:pt x="117" y="272"/>
                </a:cubicBezTo>
                <a:cubicBezTo>
                  <a:pt x="114" y="277"/>
                  <a:pt x="113" y="283"/>
                  <a:pt x="113" y="289"/>
                </a:cubicBezTo>
                <a:cubicBezTo>
                  <a:pt x="113" y="307"/>
                  <a:pt x="127" y="321"/>
                  <a:pt x="145" y="321"/>
                </a:cubicBezTo>
                <a:cubicBezTo>
                  <a:pt x="162" y="321"/>
                  <a:pt x="177" y="307"/>
                  <a:pt x="177" y="289"/>
                </a:cubicBezTo>
                <a:cubicBezTo>
                  <a:pt x="177" y="283"/>
                  <a:pt x="175" y="277"/>
                  <a:pt x="172" y="273"/>
                </a:cubicBezTo>
                <a:cubicBezTo>
                  <a:pt x="262" y="273"/>
                  <a:pt x="262" y="273"/>
                  <a:pt x="262" y="273"/>
                </a:cubicBezTo>
                <a:cubicBezTo>
                  <a:pt x="259" y="277"/>
                  <a:pt x="257" y="283"/>
                  <a:pt x="257" y="289"/>
                </a:cubicBezTo>
                <a:cubicBezTo>
                  <a:pt x="257" y="307"/>
                  <a:pt x="271" y="321"/>
                  <a:pt x="289" y="321"/>
                </a:cubicBezTo>
                <a:cubicBezTo>
                  <a:pt x="307" y="321"/>
                  <a:pt x="321" y="307"/>
                  <a:pt x="321" y="289"/>
                </a:cubicBezTo>
                <a:cubicBezTo>
                  <a:pt x="321" y="283"/>
                  <a:pt x="320" y="277"/>
                  <a:pt x="317" y="272"/>
                </a:cubicBezTo>
                <a:cubicBezTo>
                  <a:pt x="319" y="271"/>
                  <a:pt x="320" y="269"/>
                  <a:pt x="321" y="267"/>
                </a:cubicBezTo>
                <a:moveTo>
                  <a:pt x="288" y="128"/>
                </a:moveTo>
                <a:cubicBezTo>
                  <a:pt x="335" y="128"/>
                  <a:pt x="335" y="128"/>
                  <a:pt x="335" y="128"/>
                </a:cubicBezTo>
                <a:cubicBezTo>
                  <a:pt x="328" y="160"/>
                  <a:pt x="328" y="160"/>
                  <a:pt x="328" y="160"/>
                </a:cubicBezTo>
                <a:cubicBezTo>
                  <a:pt x="285" y="160"/>
                  <a:pt x="285" y="160"/>
                  <a:pt x="285" y="160"/>
                </a:cubicBezTo>
                <a:lnTo>
                  <a:pt x="288" y="128"/>
                </a:lnTo>
                <a:close/>
                <a:moveTo>
                  <a:pt x="92" y="128"/>
                </a:moveTo>
                <a:cubicBezTo>
                  <a:pt x="146" y="128"/>
                  <a:pt x="146" y="128"/>
                  <a:pt x="146" y="128"/>
                </a:cubicBezTo>
                <a:cubicBezTo>
                  <a:pt x="149" y="160"/>
                  <a:pt x="149" y="160"/>
                  <a:pt x="149" y="160"/>
                </a:cubicBezTo>
                <a:cubicBezTo>
                  <a:pt x="101" y="160"/>
                  <a:pt x="101" y="160"/>
                  <a:pt x="101" y="160"/>
                </a:cubicBezTo>
                <a:lnTo>
                  <a:pt x="92" y="128"/>
                </a:lnTo>
                <a:close/>
                <a:moveTo>
                  <a:pt x="114" y="209"/>
                </a:moveTo>
                <a:cubicBezTo>
                  <a:pt x="105" y="176"/>
                  <a:pt x="105" y="176"/>
                  <a:pt x="105" y="176"/>
                </a:cubicBezTo>
                <a:cubicBezTo>
                  <a:pt x="151" y="176"/>
                  <a:pt x="151" y="176"/>
                  <a:pt x="151" y="176"/>
                </a:cubicBezTo>
                <a:cubicBezTo>
                  <a:pt x="154" y="209"/>
                  <a:pt x="154" y="209"/>
                  <a:pt x="154" y="209"/>
                </a:cubicBezTo>
                <a:lnTo>
                  <a:pt x="114" y="209"/>
                </a:lnTo>
                <a:close/>
                <a:moveTo>
                  <a:pt x="118" y="225"/>
                </a:moveTo>
                <a:cubicBezTo>
                  <a:pt x="156" y="225"/>
                  <a:pt x="156" y="225"/>
                  <a:pt x="156" y="225"/>
                </a:cubicBezTo>
                <a:cubicBezTo>
                  <a:pt x="160" y="257"/>
                  <a:pt x="160" y="257"/>
                  <a:pt x="160" y="257"/>
                </a:cubicBezTo>
                <a:cubicBezTo>
                  <a:pt x="127" y="257"/>
                  <a:pt x="127" y="257"/>
                  <a:pt x="127" y="257"/>
                </a:cubicBezTo>
                <a:lnTo>
                  <a:pt x="118" y="225"/>
                </a:lnTo>
                <a:close/>
                <a:moveTo>
                  <a:pt x="145" y="305"/>
                </a:moveTo>
                <a:cubicBezTo>
                  <a:pt x="136" y="305"/>
                  <a:pt x="129" y="298"/>
                  <a:pt x="129" y="289"/>
                </a:cubicBezTo>
                <a:cubicBezTo>
                  <a:pt x="129" y="280"/>
                  <a:pt x="136" y="273"/>
                  <a:pt x="145" y="273"/>
                </a:cubicBezTo>
                <a:cubicBezTo>
                  <a:pt x="154" y="273"/>
                  <a:pt x="161" y="280"/>
                  <a:pt x="161" y="289"/>
                </a:cubicBezTo>
                <a:cubicBezTo>
                  <a:pt x="161" y="298"/>
                  <a:pt x="154" y="305"/>
                  <a:pt x="145" y="305"/>
                </a:cubicBezTo>
                <a:moveTo>
                  <a:pt x="209" y="257"/>
                </a:moveTo>
                <a:cubicBezTo>
                  <a:pt x="176" y="257"/>
                  <a:pt x="176" y="257"/>
                  <a:pt x="176" y="257"/>
                </a:cubicBezTo>
                <a:cubicBezTo>
                  <a:pt x="172" y="225"/>
                  <a:pt x="172" y="225"/>
                  <a:pt x="172" y="225"/>
                </a:cubicBezTo>
                <a:cubicBezTo>
                  <a:pt x="209" y="225"/>
                  <a:pt x="209" y="225"/>
                  <a:pt x="209" y="225"/>
                </a:cubicBezTo>
                <a:lnTo>
                  <a:pt x="209" y="257"/>
                </a:lnTo>
                <a:close/>
                <a:moveTo>
                  <a:pt x="209" y="209"/>
                </a:moveTo>
                <a:cubicBezTo>
                  <a:pt x="171" y="209"/>
                  <a:pt x="171" y="209"/>
                  <a:pt x="171" y="209"/>
                </a:cubicBezTo>
                <a:cubicBezTo>
                  <a:pt x="167" y="176"/>
                  <a:pt x="167" y="176"/>
                  <a:pt x="167" y="176"/>
                </a:cubicBezTo>
                <a:cubicBezTo>
                  <a:pt x="209" y="176"/>
                  <a:pt x="209" y="176"/>
                  <a:pt x="209" y="176"/>
                </a:cubicBezTo>
                <a:lnTo>
                  <a:pt x="209" y="209"/>
                </a:lnTo>
                <a:close/>
                <a:moveTo>
                  <a:pt x="209" y="160"/>
                </a:moveTo>
                <a:cubicBezTo>
                  <a:pt x="165" y="160"/>
                  <a:pt x="165" y="160"/>
                  <a:pt x="165" y="160"/>
                </a:cubicBezTo>
                <a:cubicBezTo>
                  <a:pt x="162" y="128"/>
                  <a:pt x="162" y="128"/>
                  <a:pt x="162" y="128"/>
                </a:cubicBezTo>
                <a:cubicBezTo>
                  <a:pt x="209" y="128"/>
                  <a:pt x="209" y="128"/>
                  <a:pt x="209" y="128"/>
                </a:cubicBezTo>
                <a:lnTo>
                  <a:pt x="209" y="160"/>
                </a:lnTo>
                <a:close/>
                <a:moveTo>
                  <a:pt x="258" y="257"/>
                </a:moveTo>
                <a:cubicBezTo>
                  <a:pt x="225" y="257"/>
                  <a:pt x="225" y="257"/>
                  <a:pt x="225" y="257"/>
                </a:cubicBezTo>
                <a:cubicBezTo>
                  <a:pt x="225" y="225"/>
                  <a:pt x="225" y="225"/>
                  <a:pt x="225" y="225"/>
                </a:cubicBezTo>
                <a:cubicBezTo>
                  <a:pt x="262" y="225"/>
                  <a:pt x="262" y="225"/>
                  <a:pt x="262" y="225"/>
                </a:cubicBezTo>
                <a:lnTo>
                  <a:pt x="258" y="257"/>
                </a:lnTo>
                <a:close/>
                <a:moveTo>
                  <a:pt x="263" y="209"/>
                </a:moveTo>
                <a:cubicBezTo>
                  <a:pt x="225" y="209"/>
                  <a:pt x="225" y="209"/>
                  <a:pt x="225" y="209"/>
                </a:cubicBezTo>
                <a:cubicBezTo>
                  <a:pt x="225" y="176"/>
                  <a:pt x="225" y="176"/>
                  <a:pt x="225" y="176"/>
                </a:cubicBezTo>
                <a:cubicBezTo>
                  <a:pt x="267" y="176"/>
                  <a:pt x="267" y="176"/>
                  <a:pt x="267" y="176"/>
                </a:cubicBezTo>
                <a:lnTo>
                  <a:pt x="263" y="209"/>
                </a:lnTo>
                <a:close/>
                <a:moveTo>
                  <a:pt x="269" y="160"/>
                </a:moveTo>
                <a:cubicBezTo>
                  <a:pt x="225" y="160"/>
                  <a:pt x="225" y="160"/>
                  <a:pt x="225" y="160"/>
                </a:cubicBezTo>
                <a:cubicBezTo>
                  <a:pt x="225" y="128"/>
                  <a:pt x="225" y="128"/>
                  <a:pt x="225" y="128"/>
                </a:cubicBezTo>
                <a:cubicBezTo>
                  <a:pt x="272" y="128"/>
                  <a:pt x="272" y="128"/>
                  <a:pt x="272" y="128"/>
                </a:cubicBezTo>
                <a:lnTo>
                  <a:pt x="269" y="160"/>
                </a:lnTo>
                <a:close/>
                <a:moveTo>
                  <a:pt x="289" y="305"/>
                </a:moveTo>
                <a:cubicBezTo>
                  <a:pt x="280" y="305"/>
                  <a:pt x="273" y="298"/>
                  <a:pt x="273" y="289"/>
                </a:cubicBezTo>
                <a:cubicBezTo>
                  <a:pt x="273" y="280"/>
                  <a:pt x="280" y="273"/>
                  <a:pt x="289" y="273"/>
                </a:cubicBezTo>
                <a:cubicBezTo>
                  <a:pt x="298" y="273"/>
                  <a:pt x="305" y="280"/>
                  <a:pt x="305" y="289"/>
                </a:cubicBezTo>
                <a:cubicBezTo>
                  <a:pt x="305" y="298"/>
                  <a:pt x="298" y="305"/>
                  <a:pt x="289" y="305"/>
                </a:cubicBezTo>
                <a:moveTo>
                  <a:pt x="307" y="257"/>
                </a:moveTo>
                <a:cubicBezTo>
                  <a:pt x="274" y="257"/>
                  <a:pt x="274" y="257"/>
                  <a:pt x="274" y="257"/>
                </a:cubicBezTo>
                <a:cubicBezTo>
                  <a:pt x="278" y="225"/>
                  <a:pt x="278" y="225"/>
                  <a:pt x="278" y="225"/>
                </a:cubicBezTo>
                <a:cubicBezTo>
                  <a:pt x="314" y="225"/>
                  <a:pt x="314" y="225"/>
                  <a:pt x="314" y="225"/>
                </a:cubicBezTo>
                <a:lnTo>
                  <a:pt x="307" y="257"/>
                </a:lnTo>
                <a:close/>
                <a:moveTo>
                  <a:pt x="279" y="209"/>
                </a:moveTo>
                <a:cubicBezTo>
                  <a:pt x="283" y="176"/>
                  <a:pt x="283" y="176"/>
                  <a:pt x="283" y="176"/>
                </a:cubicBezTo>
                <a:cubicBezTo>
                  <a:pt x="325" y="176"/>
                  <a:pt x="325" y="176"/>
                  <a:pt x="325" y="176"/>
                </a:cubicBezTo>
                <a:cubicBezTo>
                  <a:pt x="318" y="209"/>
                  <a:pt x="318" y="209"/>
                  <a:pt x="318" y="209"/>
                </a:cubicBezTo>
                <a:lnTo>
                  <a:pt x="279" y="209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" name="Freeform 7"/>
          <p:cNvSpPr>
            <a:spLocks noEditPoints="1"/>
          </p:cNvSpPr>
          <p:nvPr/>
        </p:nvSpPr>
        <p:spPr bwMode="auto">
          <a:xfrm>
            <a:off x="3048000" y="956735"/>
            <a:ext cx="577851" cy="527051"/>
          </a:xfrm>
          <a:custGeom>
            <a:avLst/>
            <a:gdLst>
              <a:gd name="T0" fmla="*/ 208 w 353"/>
              <a:gd name="T1" fmla="*/ 56 h 321"/>
              <a:gd name="T2" fmla="*/ 216 w 353"/>
              <a:gd name="T3" fmla="*/ 96 h 321"/>
              <a:gd name="T4" fmla="*/ 224 w 353"/>
              <a:gd name="T5" fmla="*/ 56 h 321"/>
              <a:gd name="T6" fmla="*/ 264 w 353"/>
              <a:gd name="T7" fmla="*/ 48 h 321"/>
              <a:gd name="T8" fmla="*/ 224 w 353"/>
              <a:gd name="T9" fmla="*/ 40 h 321"/>
              <a:gd name="T10" fmla="*/ 216 w 353"/>
              <a:gd name="T11" fmla="*/ 0 h 321"/>
              <a:gd name="T12" fmla="*/ 208 w 353"/>
              <a:gd name="T13" fmla="*/ 40 h 321"/>
              <a:gd name="T14" fmla="*/ 168 w 353"/>
              <a:gd name="T15" fmla="*/ 48 h 321"/>
              <a:gd name="T16" fmla="*/ 320 w 353"/>
              <a:gd name="T17" fmla="*/ 267 h 321"/>
              <a:gd name="T18" fmla="*/ 353 w 353"/>
              <a:gd name="T19" fmla="*/ 122 h 321"/>
              <a:gd name="T20" fmla="*/ 353 w 353"/>
              <a:gd name="T21" fmla="*/ 120 h 321"/>
              <a:gd name="T22" fmla="*/ 87 w 353"/>
              <a:gd name="T23" fmla="*/ 112 h 321"/>
              <a:gd name="T24" fmla="*/ 76 w 353"/>
              <a:gd name="T25" fmla="*/ 70 h 321"/>
              <a:gd name="T26" fmla="*/ 8 w 353"/>
              <a:gd name="T27" fmla="*/ 64 h 321"/>
              <a:gd name="T28" fmla="*/ 8 w 353"/>
              <a:gd name="T29" fmla="*/ 80 h 321"/>
              <a:gd name="T30" fmla="*/ 112 w 353"/>
              <a:gd name="T31" fmla="*/ 267 h 321"/>
              <a:gd name="T32" fmla="*/ 117 w 353"/>
              <a:gd name="T33" fmla="*/ 272 h 321"/>
              <a:gd name="T34" fmla="*/ 144 w 353"/>
              <a:gd name="T35" fmla="*/ 321 h 321"/>
              <a:gd name="T36" fmla="*/ 172 w 353"/>
              <a:gd name="T37" fmla="*/ 273 h 321"/>
              <a:gd name="T38" fmla="*/ 256 w 353"/>
              <a:gd name="T39" fmla="*/ 289 h 321"/>
              <a:gd name="T40" fmla="*/ 321 w 353"/>
              <a:gd name="T41" fmla="*/ 289 h 321"/>
              <a:gd name="T42" fmla="*/ 320 w 353"/>
              <a:gd name="T43" fmla="*/ 267 h 321"/>
              <a:gd name="T44" fmla="*/ 335 w 353"/>
              <a:gd name="T45" fmla="*/ 128 h 321"/>
              <a:gd name="T46" fmla="*/ 284 w 353"/>
              <a:gd name="T47" fmla="*/ 160 h 321"/>
              <a:gd name="T48" fmla="*/ 92 w 353"/>
              <a:gd name="T49" fmla="*/ 128 h 321"/>
              <a:gd name="T50" fmla="*/ 148 w 353"/>
              <a:gd name="T51" fmla="*/ 160 h 321"/>
              <a:gd name="T52" fmla="*/ 92 w 353"/>
              <a:gd name="T53" fmla="*/ 128 h 321"/>
              <a:gd name="T54" fmla="*/ 105 w 353"/>
              <a:gd name="T55" fmla="*/ 176 h 321"/>
              <a:gd name="T56" fmla="*/ 154 w 353"/>
              <a:gd name="T57" fmla="*/ 209 h 321"/>
              <a:gd name="T58" fmla="*/ 118 w 353"/>
              <a:gd name="T59" fmla="*/ 225 h 321"/>
              <a:gd name="T60" fmla="*/ 159 w 353"/>
              <a:gd name="T61" fmla="*/ 257 h 321"/>
              <a:gd name="T62" fmla="*/ 118 w 353"/>
              <a:gd name="T63" fmla="*/ 225 h 321"/>
              <a:gd name="T64" fmla="*/ 128 w 353"/>
              <a:gd name="T65" fmla="*/ 289 h 321"/>
              <a:gd name="T66" fmla="*/ 160 w 353"/>
              <a:gd name="T67" fmla="*/ 289 h 321"/>
              <a:gd name="T68" fmla="*/ 208 w 353"/>
              <a:gd name="T69" fmla="*/ 257 h 321"/>
              <a:gd name="T70" fmla="*/ 172 w 353"/>
              <a:gd name="T71" fmla="*/ 225 h 321"/>
              <a:gd name="T72" fmla="*/ 208 w 353"/>
              <a:gd name="T73" fmla="*/ 257 h 321"/>
              <a:gd name="T74" fmla="*/ 170 w 353"/>
              <a:gd name="T75" fmla="*/ 209 h 321"/>
              <a:gd name="T76" fmla="*/ 208 w 353"/>
              <a:gd name="T77" fmla="*/ 176 h 321"/>
              <a:gd name="T78" fmla="*/ 208 w 353"/>
              <a:gd name="T79" fmla="*/ 160 h 321"/>
              <a:gd name="T80" fmla="*/ 161 w 353"/>
              <a:gd name="T81" fmla="*/ 128 h 321"/>
              <a:gd name="T82" fmla="*/ 208 w 353"/>
              <a:gd name="T83" fmla="*/ 160 h 321"/>
              <a:gd name="T84" fmla="*/ 224 w 353"/>
              <a:gd name="T85" fmla="*/ 257 h 321"/>
              <a:gd name="T86" fmla="*/ 261 w 353"/>
              <a:gd name="T87" fmla="*/ 225 h 321"/>
              <a:gd name="T88" fmla="*/ 263 w 353"/>
              <a:gd name="T89" fmla="*/ 209 h 321"/>
              <a:gd name="T90" fmla="*/ 224 w 353"/>
              <a:gd name="T91" fmla="*/ 176 h 321"/>
              <a:gd name="T92" fmla="*/ 263 w 353"/>
              <a:gd name="T93" fmla="*/ 209 h 321"/>
              <a:gd name="T94" fmla="*/ 224 w 353"/>
              <a:gd name="T95" fmla="*/ 160 h 321"/>
              <a:gd name="T96" fmla="*/ 272 w 353"/>
              <a:gd name="T97" fmla="*/ 128 h 321"/>
              <a:gd name="T98" fmla="*/ 289 w 353"/>
              <a:gd name="T99" fmla="*/ 305 h 321"/>
              <a:gd name="T100" fmla="*/ 289 w 353"/>
              <a:gd name="T101" fmla="*/ 273 h 321"/>
              <a:gd name="T102" fmla="*/ 289 w 353"/>
              <a:gd name="T103" fmla="*/ 305 h 321"/>
              <a:gd name="T104" fmla="*/ 273 w 353"/>
              <a:gd name="T105" fmla="*/ 257 h 321"/>
              <a:gd name="T106" fmla="*/ 313 w 353"/>
              <a:gd name="T107" fmla="*/ 225 h 321"/>
              <a:gd name="T108" fmla="*/ 279 w 353"/>
              <a:gd name="T109" fmla="*/ 209 h 321"/>
              <a:gd name="T110" fmla="*/ 324 w 353"/>
              <a:gd name="T111" fmla="*/ 176 h 321"/>
              <a:gd name="T112" fmla="*/ 279 w 353"/>
              <a:gd name="T113" fmla="*/ 209 h 3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353" h="321">
                <a:moveTo>
                  <a:pt x="176" y="56"/>
                </a:moveTo>
                <a:cubicBezTo>
                  <a:pt x="208" y="56"/>
                  <a:pt x="208" y="56"/>
                  <a:pt x="208" y="56"/>
                </a:cubicBezTo>
                <a:cubicBezTo>
                  <a:pt x="208" y="88"/>
                  <a:pt x="208" y="88"/>
                  <a:pt x="208" y="88"/>
                </a:cubicBezTo>
                <a:cubicBezTo>
                  <a:pt x="208" y="93"/>
                  <a:pt x="212" y="96"/>
                  <a:pt x="216" y="96"/>
                </a:cubicBezTo>
                <a:cubicBezTo>
                  <a:pt x="221" y="96"/>
                  <a:pt x="224" y="93"/>
                  <a:pt x="224" y="88"/>
                </a:cubicBezTo>
                <a:cubicBezTo>
                  <a:pt x="224" y="56"/>
                  <a:pt x="224" y="56"/>
                  <a:pt x="224" y="56"/>
                </a:cubicBezTo>
                <a:cubicBezTo>
                  <a:pt x="256" y="56"/>
                  <a:pt x="256" y="56"/>
                  <a:pt x="256" y="56"/>
                </a:cubicBezTo>
                <a:cubicBezTo>
                  <a:pt x="261" y="56"/>
                  <a:pt x="264" y="52"/>
                  <a:pt x="264" y="48"/>
                </a:cubicBezTo>
                <a:cubicBezTo>
                  <a:pt x="264" y="44"/>
                  <a:pt x="261" y="40"/>
                  <a:pt x="256" y="40"/>
                </a:cubicBezTo>
                <a:cubicBezTo>
                  <a:pt x="224" y="40"/>
                  <a:pt x="224" y="40"/>
                  <a:pt x="224" y="40"/>
                </a:cubicBezTo>
                <a:cubicBezTo>
                  <a:pt x="224" y="8"/>
                  <a:pt x="224" y="8"/>
                  <a:pt x="224" y="8"/>
                </a:cubicBezTo>
                <a:cubicBezTo>
                  <a:pt x="224" y="3"/>
                  <a:pt x="221" y="0"/>
                  <a:pt x="216" y="0"/>
                </a:cubicBezTo>
                <a:cubicBezTo>
                  <a:pt x="212" y="0"/>
                  <a:pt x="208" y="3"/>
                  <a:pt x="208" y="8"/>
                </a:cubicBezTo>
                <a:cubicBezTo>
                  <a:pt x="208" y="40"/>
                  <a:pt x="208" y="40"/>
                  <a:pt x="208" y="40"/>
                </a:cubicBezTo>
                <a:cubicBezTo>
                  <a:pt x="176" y="40"/>
                  <a:pt x="176" y="40"/>
                  <a:pt x="176" y="40"/>
                </a:cubicBezTo>
                <a:cubicBezTo>
                  <a:pt x="172" y="40"/>
                  <a:pt x="168" y="44"/>
                  <a:pt x="168" y="48"/>
                </a:cubicBezTo>
                <a:cubicBezTo>
                  <a:pt x="168" y="52"/>
                  <a:pt x="172" y="56"/>
                  <a:pt x="176" y="56"/>
                </a:cubicBezTo>
                <a:moveTo>
                  <a:pt x="320" y="267"/>
                </a:moveTo>
                <a:cubicBezTo>
                  <a:pt x="320" y="267"/>
                  <a:pt x="320" y="267"/>
                  <a:pt x="320" y="267"/>
                </a:cubicBezTo>
                <a:cubicBezTo>
                  <a:pt x="353" y="122"/>
                  <a:pt x="353" y="122"/>
                  <a:pt x="353" y="122"/>
                </a:cubicBezTo>
                <a:cubicBezTo>
                  <a:pt x="352" y="122"/>
                  <a:pt x="352" y="122"/>
                  <a:pt x="352" y="122"/>
                </a:cubicBezTo>
                <a:cubicBezTo>
                  <a:pt x="353" y="121"/>
                  <a:pt x="353" y="121"/>
                  <a:pt x="353" y="120"/>
                </a:cubicBezTo>
                <a:cubicBezTo>
                  <a:pt x="353" y="116"/>
                  <a:pt x="349" y="112"/>
                  <a:pt x="345" y="112"/>
                </a:cubicBezTo>
                <a:cubicBezTo>
                  <a:pt x="87" y="112"/>
                  <a:pt x="87" y="112"/>
                  <a:pt x="87" y="112"/>
                </a:cubicBezTo>
                <a:cubicBezTo>
                  <a:pt x="76" y="70"/>
                  <a:pt x="76" y="70"/>
                  <a:pt x="76" y="70"/>
                </a:cubicBezTo>
                <a:cubicBezTo>
                  <a:pt x="76" y="70"/>
                  <a:pt x="76" y="70"/>
                  <a:pt x="76" y="70"/>
                </a:cubicBezTo>
                <a:cubicBezTo>
                  <a:pt x="75" y="66"/>
                  <a:pt x="72" y="64"/>
                  <a:pt x="68" y="64"/>
                </a:cubicBezTo>
                <a:cubicBezTo>
                  <a:pt x="8" y="64"/>
                  <a:pt x="8" y="64"/>
                  <a:pt x="8" y="64"/>
                </a:cubicBezTo>
                <a:cubicBezTo>
                  <a:pt x="3" y="64"/>
                  <a:pt x="0" y="68"/>
                  <a:pt x="0" y="72"/>
                </a:cubicBezTo>
                <a:cubicBezTo>
                  <a:pt x="0" y="76"/>
                  <a:pt x="3" y="80"/>
                  <a:pt x="8" y="80"/>
                </a:cubicBezTo>
                <a:cubicBezTo>
                  <a:pt x="62" y="80"/>
                  <a:pt x="62" y="80"/>
                  <a:pt x="62" y="80"/>
                </a:cubicBezTo>
                <a:cubicBezTo>
                  <a:pt x="112" y="267"/>
                  <a:pt x="112" y="267"/>
                  <a:pt x="112" y="267"/>
                </a:cubicBezTo>
                <a:cubicBezTo>
                  <a:pt x="112" y="267"/>
                  <a:pt x="112" y="267"/>
                  <a:pt x="112" y="267"/>
                </a:cubicBezTo>
                <a:cubicBezTo>
                  <a:pt x="113" y="269"/>
                  <a:pt x="115" y="271"/>
                  <a:pt x="117" y="272"/>
                </a:cubicBezTo>
                <a:cubicBezTo>
                  <a:pt x="114" y="277"/>
                  <a:pt x="112" y="283"/>
                  <a:pt x="112" y="289"/>
                </a:cubicBezTo>
                <a:cubicBezTo>
                  <a:pt x="112" y="307"/>
                  <a:pt x="126" y="321"/>
                  <a:pt x="144" y="321"/>
                </a:cubicBezTo>
                <a:cubicBezTo>
                  <a:pt x="162" y="321"/>
                  <a:pt x="176" y="307"/>
                  <a:pt x="176" y="289"/>
                </a:cubicBezTo>
                <a:cubicBezTo>
                  <a:pt x="176" y="283"/>
                  <a:pt x="174" y="277"/>
                  <a:pt x="172" y="273"/>
                </a:cubicBezTo>
                <a:cubicBezTo>
                  <a:pt x="261" y="273"/>
                  <a:pt x="261" y="273"/>
                  <a:pt x="261" y="273"/>
                </a:cubicBezTo>
                <a:cubicBezTo>
                  <a:pt x="258" y="277"/>
                  <a:pt x="256" y="283"/>
                  <a:pt x="256" y="289"/>
                </a:cubicBezTo>
                <a:cubicBezTo>
                  <a:pt x="256" y="307"/>
                  <a:pt x="271" y="321"/>
                  <a:pt x="289" y="321"/>
                </a:cubicBezTo>
                <a:cubicBezTo>
                  <a:pt x="306" y="321"/>
                  <a:pt x="321" y="307"/>
                  <a:pt x="321" y="289"/>
                </a:cubicBezTo>
                <a:cubicBezTo>
                  <a:pt x="321" y="283"/>
                  <a:pt x="319" y="277"/>
                  <a:pt x="316" y="272"/>
                </a:cubicBezTo>
                <a:cubicBezTo>
                  <a:pt x="318" y="271"/>
                  <a:pt x="320" y="269"/>
                  <a:pt x="320" y="267"/>
                </a:cubicBezTo>
                <a:moveTo>
                  <a:pt x="288" y="128"/>
                </a:moveTo>
                <a:cubicBezTo>
                  <a:pt x="335" y="128"/>
                  <a:pt x="335" y="128"/>
                  <a:pt x="335" y="128"/>
                </a:cubicBezTo>
                <a:cubicBezTo>
                  <a:pt x="328" y="160"/>
                  <a:pt x="328" y="160"/>
                  <a:pt x="328" y="160"/>
                </a:cubicBezTo>
                <a:cubicBezTo>
                  <a:pt x="284" y="160"/>
                  <a:pt x="284" y="160"/>
                  <a:pt x="284" y="160"/>
                </a:cubicBezTo>
                <a:lnTo>
                  <a:pt x="288" y="128"/>
                </a:lnTo>
                <a:close/>
                <a:moveTo>
                  <a:pt x="92" y="128"/>
                </a:moveTo>
                <a:cubicBezTo>
                  <a:pt x="145" y="128"/>
                  <a:pt x="145" y="128"/>
                  <a:pt x="145" y="128"/>
                </a:cubicBezTo>
                <a:cubicBezTo>
                  <a:pt x="148" y="160"/>
                  <a:pt x="148" y="160"/>
                  <a:pt x="148" y="160"/>
                </a:cubicBezTo>
                <a:cubicBezTo>
                  <a:pt x="100" y="160"/>
                  <a:pt x="100" y="160"/>
                  <a:pt x="100" y="160"/>
                </a:cubicBezTo>
                <a:lnTo>
                  <a:pt x="92" y="128"/>
                </a:lnTo>
                <a:close/>
                <a:moveTo>
                  <a:pt x="113" y="209"/>
                </a:moveTo>
                <a:cubicBezTo>
                  <a:pt x="105" y="176"/>
                  <a:pt x="105" y="176"/>
                  <a:pt x="105" y="176"/>
                </a:cubicBezTo>
                <a:cubicBezTo>
                  <a:pt x="150" y="176"/>
                  <a:pt x="150" y="176"/>
                  <a:pt x="150" y="176"/>
                </a:cubicBezTo>
                <a:cubicBezTo>
                  <a:pt x="154" y="209"/>
                  <a:pt x="154" y="209"/>
                  <a:pt x="154" y="209"/>
                </a:cubicBezTo>
                <a:lnTo>
                  <a:pt x="113" y="209"/>
                </a:lnTo>
                <a:close/>
                <a:moveTo>
                  <a:pt x="118" y="225"/>
                </a:moveTo>
                <a:cubicBezTo>
                  <a:pt x="156" y="225"/>
                  <a:pt x="156" y="225"/>
                  <a:pt x="156" y="225"/>
                </a:cubicBezTo>
                <a:cubicBezTo>
                  <a:pt x="159" y="257"/>
                  <a:pt x="159" y="257"/>
                  <a:pt x="159" y="257"/>
                </a:cubicBezTo>
                <a:cubicBezTo>
                  <a:pt x="126" y="257"/>
                  <a:pt x="126" y="257"/>
                  <a:pt x="126" y="257"/>
                </a:cubicBezTo>
                <a:lnTo>
                  <a:pt x="118" y="225"/>
                </a:lnTo>
                <a:close/>
                <a:moveTo>
                  <a:pt x="144" y="305"/>
                </a:moveTo>
                <a:cubicBezTo>
                  <a:pt x="135" y="305"/>
                  <a:pt x="128" y="298"/>
                  <a:pt x="128" y="289"/>
                </a:cubicBezTo>
                <a:cubicBezTo>
                  <a:pt x="128" y="280"/>
                  <a:pt x="135" y="273"/>
                  <a:pt x="144" y="273"/>
                </a:cubicBezTo>
                <a:cubicBezTo>
                  <a:pt x="153" y="273"/>
                  <a:pt x="160" y="280"/>
                  <a:pt x="160" y="289"/>
                </a:cubicBezTo>
                <a:cubicBezTo>
                  <a:pt x="160" y="298"/>
                  <a:pt x="153" y="305"/>
                  <a:pt x="144" y="305"/>
                </a:cubicBezTo>
                <a:moveTo>
                  <a:pt x="208" y="257"/>
                </a:moveTo>
                <a:cubicBezTo>
                  <a:pt x="175" y="257"/>
                  <a:pt x="175" y="257"/>
                  <a:pt x="175" y="257"/>
                </a:cubicBezTo>
                <a:cubicBezTo>
                  <a:pt x="172" y="225"/>
                  <a:pt x="172" y="225"/>
                  <a:pt x="172" y="225"/>
                </a:cubicBezTo>
                <a:cubicBezTo>
                  <a:pt x="208" y="225"/>
                  <a:pt x="208" y="225"/>
                  <a:pt x="208" y="225"/>
                </a:cubicBezTo>
                <a:lnTo>
                  <a:pt x="208" y="257"/>
                </a:lnTo>
                <a:close/>
                <a:moveTo>
                  <a:pt x="208" y="209"/>
                </a:moveTo>
                <a:cubicBezTo>
                  <a:pt x="170" y="209"/>
                  <a:pt x="170" y="209"/>
                  <a:pt x="170" y="209"/>
                </a:cubicBezTo>
                <a:cubicBezTo>
                  <a:pt x="166" y="176"/>
                  <a:pt x="166" y="176"/>
                  <a:pt x="166" y="176"/>
                </a:cubicBezTo>
                <a:cubicBezTo>
                  <a:pt x="208" y="176"/>
                  <a:pt x="208" y="176"/>
                  <a:pt x="208" y="176"/>
                </a:cubicBezTo>
                <a:lnTo>
                  <a:pt x="208" y="209"/>
                </a:lnTo>
                <a:close/>
                <a:moveTo>
                  <a:pt x="208" y="160"/>
                </a:moveTo>
                <a:cubicBezTo>
                  <a:pt x="165" y="160"/>
                  <a:pt x="165" y="160"/>
                  <a:pt x="165" y="160"/>
                </a:cubicBezTo>
                <a:cubicBezTo>
                  <a:pt x="161" y="128"/>
                  <a:pt x="161" y="128"/>
                  <a:pt x="161" y="128"/>
                </a:cubicBezTo>
                <a:cubicBezTo>
                  <a:pt x="208" y="128"/>
                  <a:pt x="208" y="128"/>
                  <a:pt x="208" y="128"/>
                </a:cubicBezTo>
                <a:lnTo>
                  <a:pt x="208" y="160"/>
                </a:lnTo>
                <a:close/>
                <a:moveTo>
                  <a:pt x="257" y="257"/>
                </a:moveTo>
                <a:cubicBezTo>
                  <a:pt x="224" y="257"/>
                  <a:pt x="224" y="257"/>
                  <a:pt x="224" y="257"/>
                </a:cubicBezTo>
                <a:cubicBezTo>
                  <a:pt x="224" y="225"/>
                  <a:pt x="224" y="225"/>
                  <a:pt x="224" y="225"/>
                </a:cubicBezTo>
                <a:cubicBezTo>
                  <a:pt x="261" y="225"/>
                  <a:pt x="261" y="225"/>
                  <a:pt x="261" y="225"/>
                </a:cubicBezTo>
                <a:lnTo>
                  <a:pt x="257" y="257"/>
                </a:lnTo>
                <a:close/>
                <a:moveTo>
                  <a:pt x="263" y="209"/>
                </a:moveTo>
                <a:cubicBezTo>
                  <a:pt x="224" y="209"/>
                  <a:pt x="224" y="209"/>
                  <a:pt x="224" y="209"/>
                </a:cubicBezTo>
                <a:cubicBezTo>
                  <a:pt x="224" y="176"/>
                  <a:pt x="224" y="176"/>
                  <a:pt x="224" y="176"/>
                </a:cubicBezTo>
                <a:cubicBezTo>
                  <a:pt x="266" y="176"/>
                  <a:pt x="266" y="176"/>
                  <a:pt x="266" y="176"/>
                </a:cubicBezTo>
                <a:lnTo>
                  <a:pt x="263" y="209"/>
                </a:lnTo>
                <a:close/>
                <a:moveTo>
                  <a:pt x="268" y="160"/>
                </a:moveTo>
                <a:cubicBezTo>
                  <a:pt x="224" y="160"/>
                  <a:pt x="224" y="160"/>
                  <a:pt x="224" y="160"/>
                </a:cubicBezTo>
                <a:cubicBezTo>
                  <a:pt x="224" y="128"/>
                  <a:pt x="224" y="128"/>
                  <a:pt x="224" y="128"/>
                </a:cubicBezTo>
                <a:cubicBezTo>
                  <a:pt x="272" y="128"/>
                  <a:pt x="272" y="128"/>
                  <a:pt x="272" y="128"/>
                </a:cubicBezTo>
                <a:lnTo>
                  <a:pt x="268" y="160"/>
                </a:lnTo>
                <a:close/>
                <a:moveTo>
                  <a:pt x="289" y="305"/>
                </a:moveTo>
                <a:cubicBezTo>
                  <a:pt x="280" y="305"/>
                  <a:pt x="273" y="298"/>
                  <a:pt x="273" y="289"/>
                </a:cubicBezTo>
                <a:cubicBezTo>
                  <a:pt x="273" y="280"/>
                  <a:pt x="280" y="273"/>
                  <a:pt x="289" y="273"/>
                </a:cubicBezTo>
                <a:cubicBezTo>
                  <a:pt x="297" y="273"/>
                  <a:pt x="305" y="280"/>
                  <a:pt x="305" y="289"/>
                </a:cubicBezTo>
                <a:cubicBezTo>
                  <a:pt x="305" y="298"/>
                  <a:pt x="297" y="305"/>
                  <a:pt x="289" y="305"/>
                </a:cubicBezTo>
                <a:moveTo>
                  <a:pt x="306" y="257"/>
                </a:moveTo>
                <a:cubicBezTo>
                  <a:pt x="273" y="257"/>
                  <a:pt x="273" y="257"/>
                  <a:pt x="273" y="257"/>
                </a:cubicBezTo>
                <a:cubicBezTo>
                  <a:pt x="277" y="225"/>
                  <a:pt x="277" y="225"/>
                  <a:pt x="277" y="225"/>
                </a:cubicBezTo>
                <a:cubicBezTo>
                  <a:pt x="313" y="225"/>
                  <a:pt x="313" y="225"/>
                  <a:pt x="313" y="225"/>
                </a:cubicBezTo>
                <a:lnTo>
                  <a:pt x="306" y="257"/>
                </a:lnTo>
                <a:close/>
                <a:moveTo>
                  <a:pt x="279" y="209"/>
                </a:moveTo>
                <a:cubicBezTo>
                  <a:pt x="282" y="176"/>
                  <a:pt x="282" y="176"/>
                  <a:pt x="282" y="176"/>
                </a:cubicBezTo>
                <a:cubicBezTo>
                  <a:pt x="324" y="176"/>
                  <a:pt x="324" y="176"/>
                  <a:pt x="324" y="176"/>
                </a:cubicBezTo>
                <a:cubicBezTo>
                  <a:pt x="317" y="209"/>
                  <a:pt x="317" y="209"/>
                  <a:pt x="317" y="209"/>
                </a:cubicBezTo>
                <a:lnTo>
                  <a:pt x="279" y="209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" name="Freeform 8"/>
          <p:cNvSpPr>
            <a:spLocks noEditPoints="1"/>
          </p:cNvSpPr>
          <p:nvPr/>
        </p:nvSpPr>
        <p:spPr bwMode="auto">
          <a:xfrm>
            <a:off x="4150785" y="996951"/>
            <a:ext cx="579967" cy="459317"/>
          </a:xfrm>
          <a:custGeom>
            <a:avLst/>
            <a:gdLst>
              <a:gd name="T0" fmla="*/ 257 w 353"/>
              <a:gd name="T1" fmla="*/ 16 h 281"/>
              <a:gd name="T2" fmla="*/ 257 w 353"/>
              <a:gd name="T3" fmla="*/ 0 h 281"/>
              <a:gd name="T4" fmla="*/ 168 w 353"/>
              <a:gd name="T5" fmla="*/ 8 h 281"/>
              <a:gd name="T6" fmla="*/ 321 w 353"/>
              <a:gd name="T7" fmla="*/ 227 h 281"/>
              <a:gd name="T8" fmla="*/ 353 w 353"/>
              <a:gd name="T9" fmla="*/ 82 h 281"/>
              <a:gd name="T10" fmla="*/ 353 w 353"/>
              <a:gd name="T11" fmla="*/ 80 h 281"/>
              <a:gd name="T12" fmla="*/ 88 w 353"/>
              <a:gd name="T13" fmla="*/ 72 h 281"/>
              <a:gd name="T14" fmla="*/ 76 w 353"/>
              <a:gd name="T15" fmla="*/ 30 h 281"/>
              <a:gd name="T16" fmla="*/ 8 w 353"/>
              <a:gd name="T17" fmla="*/ 24 h 281"/>
              <a:gd name="T18" fmla="*/ 8 w 353"/>
              <a:gd name="T19" fmla="*/ 40 h 281"/>
              <a:gd name="T20" fmla="*/ 113 w 353"/>
              <a:gd name="T21" fmla="*/ 227 h 281"/>
              <a:gd name="T22" fmla="*/ 117 w 353"/>
              <a:gd name="T23" fmla="*/ 232 h 281"/>
              <a:gd name="T24" fmla="*/ 144 w 353"/>
              <a:gd name="T25" fmla="*/ 281 h 281"/>
              <a:gd name="T26" fmla="*/ 172 w 353"/>
              <a:gd name="T27" fmla="*/ 233 h 281"/>
              <a:gd name="T28" fmla="*/ 257 w 353"/>
              <a:gd name="T29" fmla="*/ 249 h 281"/>
              <a:gd name="T30" fmla="*/ 321 w 353"/>
              <a:gd name="T31" fmla="*/ 249 h 281"/>
              <a:gd name="T32" fmla="*/ 321 w 353"/>
              <a:gd name="T33" fmla="*/ 227 h 281"/>
              <a:gd name="T34" fmla="*/ 335 w 353"/>
              <a:gd name="T35" fmla="*/ 88 h 281"/>
              <a:gd name="T36" fmla="*/ 284 w 353"/>
              <a:gd name="T37" fmla="*/ 120 h 281"/>
              <a:gd name="T38" fmla="*/ 92 w 353"/>
              <a:gd name="T39" fmla="*/ 88 h 281"/>
              <a:gd name="T40" fmla="*/ 149 w 353"/>
              <a:gd name="T41" fmla="*/ 120 h 281"/>
              <a:gd name="T42" fmla="*/ 92 w 353"/>
              <a:gd name="T43" fmla="*/ 88 h 281"/>
              <a:gd name="T44" fmla="*/ 105 w 353"/>
              <a:gd name="T45" fmla="*/ 136 h 281"/>
              <a:gd name="T46" fmla="*/ 154 w 353"/>
              <a:gd name="T47" fmla="*/ 168 h 281"/>
              <a:gd name="T48" fmla="*/ 118 w 353"/>
              <a:gd name="T49" fmla="*/ 185 h 281"/>
              <a:gd name="T50" fmla="*/ 160 w 353"/>
              <a:gd name="T51" fmla="*/ 217 h 281"/>
              <a:gd name="T52" fmla="*/ 118 w 353"/>
              <a:gd name="T53" fmla="*/ 185 h 281"/>
              <a:gd name="T54" fmla="*/ 128 w 353"/>
              <a:gd name="T55" fmla="*/ 249 h 281"/>
              <a:gd name="T56" fmla="*/ 160 w 353"/>
              <a:gd name="T57" fmla="*/ 249 h 281"/>
              <a:gd name="T58" fmla="*/ 209 w 353"/>
              <a:gd name="T59" fmla="*/ 217 h 281"/>
              <a:gd name="T60" fmla="*/ 172 w 353"/>
              <a:gd name="T61" fmla="*/ 185 h 281"/>
              <a:gd name="T62" fmla="*/ 209 w 353"/>
              <a:gd name="T63" fmla="*/ 217 h 281"/>
              <a:gd name="T64" fmla="*/ 170 w 353"/>
              <a:gd name="T65" fmla="*/ 168 h 281"/>
              <a:gd name="T66" fmla="*/ 209 w 353"/>
              <a:gd name="T67" fmla="*/ 136 h 281"/>
              <a:gd name="T68" fmla="*/ 209 w 353"/>
              <a:gd name="T69" fmla="*/ 120 h 281"/>
              <a:gd name="T70" fmla="*/ 161 w 353"/>
              <a:gd name="T71" fmla="*/ 88 h 281"/>
              <a:gd name="T72" fmla="*/ 209 w 353"/>
              <a:gd name="T73" fmla="*/ 120 h 281"/>
              <a:gd name="T74" fmla="*/ 225 w 353"/>
              <a:gd name="T75" fmla="*/ 217 h 281"/>
              <a:gd name="T76" fmla="*/ 261 w 353"/>
              <a:gd name="T77" fmla="*/ 185 h 281"/>
              <a:gd name="T78" fmla="*/ 263 w 353"/>
              <a:gd name="T79" fmla="*/ 168 h 281"/>
              <a:gd name="T80" fmla="*/ 225 w 353"/>
              <a:gd name="T81" fmla="*/ 136 h 281"/>
              <a:gd name="T82" fmla="*/ 263 w 353"/>
              <a:gd name="T83" fmla="*/ 168 h 281"/>
              <a:gd name="T84" fmla="*/ 225 w 353"/>
              <a:gd name="T85" fmla="*/ 120 h 281"/>
              <a:gd name="T86" fmla="*/ 272 w 353"/>
              <a:gd name="T87" fmla="*/ 88 h 281"/>
              <a:gd name="T88" fmla="*/ 289 w 353"/>
              <a:gd name="T89" fmla="*/ 265 h 281"/>
              <a:gd name="T90" fmla="*/ 289 w 353"/>
              <a:gd name="T91" fmla="*/ 233 h 281"/>
              <a:gd name="T92" fmla="*/ 289 w 353"/>
              <a:gd name="T93" fmla="*/ 265 h 281"/>
              <a:gd name="T94" fmla="*/ 274 w 353"/>
              <a:gd name="T95" fmla="*/ 217 h 281"/>
              <a:gd name="T96" fmla="*/ 314 w 353"/>
              <a:gd name="T97" fmla="*/ 185 h 281"/>
              <a:gd name="T98" fmla="*/ 279 w 353"/>
              <a:gd name="T99" fmla="*/ 168 h 281"/>
              <a:gd name="T100" fmla="*/ 324 w 353"/>
              <a:gd name="T101" fmla="*/ 136 h 281"/>
              <a:gd name="T102" fmla="*/ 279 w 353"/>
              <a:gd name="T103" fmla="*/ 168 h 2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353" h="281">
                <a:moveTo>
                  <a:pt x="176" y="16"/>
                </a:moveTo>
                <a:cubicBezTo>
                  <a:pt x="257" y="16"/>
                  <a:pt x="257" y="16"/>
                  <a:pt x="257" y="16"/>
                </a:cubicBezTo>
                <a:cubicBezTo>
                  <a:pt x="261" y="16"/>
                  <a:pt x="265" y="12"/>
                  <a:pt x="265" y="8"/>
                </a:cubicBezTo>
                <a:cubicBezTo>
                  <a:pt x="265" y="3"/>
                  <a:pt x="261" y="0"/>
                  <a:pt x="257" y="0"/>
                </a:cubicBezTo>
                <a:cubicBezTo>
                  <a:pt x="176" y="0"/>
                  <a:pt x="176" y="0"/>
                  <a:pt x="176" y="0"/>
                </a:cubicBezTo>
                <a:cubicBezTo>
                  <a:pt x="172" y="0"/>
                  <a:pt x="168" y="3"/>
                  <a:pt x="168" y="8"/>
                </a:cubicBezTo>
                <a:cubicBezTo>
                  <a:pt x="168" y="12"/>
                  <a:pt x="172" y="16"/>
                  <a:pt x="176" y="16"/>
                </a:cubicBezTo>
                <a:moveTo>
                  <a:pt x="321" y="227"/>
                </a:moveTo>
                <a:cubicBezTo>
                  <a:pt x="321" y="227"/>
                  <a:pt x="321" y="227"/>
                  <a:pt x="321" y="227"/>
                </a:cubicBezTo>
                <a:cubicBezTo>
                  <a:pt x="353" y="82"/>
                  <a:pt x="353" y="82"/>
                  <a:pt x="353" y="82"/>
                </a:cubicBezTo>
                <a:cubicBezTo>
                  <a:pt x="353" y="82"/>
                  <a:pt x="353" y="82"/>
                  <a:pt x="353" y="82"/>
                </a:cubicBezTo>
                <a:cubicBezTo>
                  <a:pt x="353" y="81"/>
                  <a:pt x="353" y="81"/>
                  <a:pt x="353" y="80"/>
                </a:cubicBezTo>
                <a:cubicBezTo>
                  <a:pt x="353" y="76"/>
                  <a:pt x="350" y="72"/>
                  <a:pt x="345" y="72"/>
                </a:cubicBezTo>
                <a:cubicBezTo>
                  <a:pt x="88" y="72"/>
                  <a:pt x="88" y="72"/>
                  <a:pt x="88" y="72"/>
                </a:cubicBezTo>
                <a:cubicBezTo>
                  <a:pt x="76" y="30"/>
                  <a:pt x="76" y="30"/>
                  <a:pt x="76" y="30"/>
                </a:cubicBezTo>
                <a:cubicBezTo>
                  <a:pt x="76" y="30"/>
                  <a:pt x="76" y="30"/>
                  <a:pt x="76" y="30"/>
                </a:cubicBezTo>
                <a:cubicBezTo>
                  <a:pt x="75" y="26"/>
                  <a:pt x="72" y="24"/>
                  <a:pt x="69" y="24"/>
                </a:cubicBezTo>
                <a:cubicBezTo>
                  <a:pt x="8" y="24"/>
                  <a:pt x="8" y="24"/>
                  <a:pt x="8" y="24"/>
                </a:cubicBezTo>
                <a:cubicBezTo>
                  <a:pt x="3" y="24"/>
                  <a:pt x="0" y="28"/>
                  <a:pt x="0" y="32"/>
                </a:cubicBezTo>
                <a:cubicBezTo>
                  <a:pt x="0" y="36"/>
                  <a:pt x="3" y="40"/>
                  <a:pt x="8" y="40"/>
                </a:cubicBezTo>
                <a:cubicBezTo>
                  <a:pt x="62" y="40"/>
                  <a:pt x="62" y="40"/>
                  <a:pt x="62" y="40"/>
                </a:cubicBezTo>
                <a:cubicBezTo>
                  <a:pt x="113" y="227"/>
                  <a:pt x="113" y="227"/>
                  <a:pt x="113" y="227"/>
                </a:cubicBezTo>
                <a:cubicBezTo>
                  <a:pt x="113" y="227"/>
                  <a:pt x="113" y="227"/>
                  <a:pt x="113" y="227"/>
                </a:cubicBezTo>
                <a:cubicBezTo>
                  <a:pt x="113" y="229"/>
                  <a:pt x="115" y="231"/>
                  <a:pt x="117" y="232"/>
                </a:cubicBezTo>
                <a:cubicBezTo>
                  <a:pt x="114" y="237"/>
                  <a:pt x="112" y="243"/>
                  <a:pt x="112" y="249"/>
                </a:cubicBezTo>
                <a:cubicBezTo>
                  <a:pt x="112" y="266"/>
                  <a:pt x="127" y="281"/>
                  <a:pt x="144" y="281"/>
                </a:cubicBezTo>
                <a:cubicBezTo>
                  <a:pt x="162" y="281"/>
                  <a:pt x="176" y="266"/>
                  <a:pt x="176" y="249"/>
                </a:cubicBezTo>
                <a:cubicBezTo>
                  <a:pt x="176" y="243"/>
                  <a:pt x="175" y="237"/>
                  <a:pt x="172" y="233"/>
                </a:cubicBezTo>
                <a:cubicBezTo>
                  <a:pt x="261" y="233"/>
                  <a:pt x="261" y="233"/>
                  <a:pt x="261" y="233"/>
                </a:cubicBezTo>
                <a:cubicBezTo>
                  <a:pt x="258" y="237"/>
                  <a:pt x="257" y="243"/>
                  <a:pt x="257" y="249"/>
                </a:cubicBezTo>
                <a:cubicBezTo>
                  <a:pt x="257" y="266"/>
                  <a:pt x="271" y="281"/>
                  <a:pt x="289" y="281"/>
                </a:cubicBezTo>
                <a:cubicBezTo>
                  <a:pt x="307" y="281"/>
                  <a:pt x="321" y="266"/>
                  <a:pt x="321" y="249"/>
                </a:cubicBezTo>
                <a:cubicBezTo>
                  <a:pt x="321" y="243"/>
                  <a:pt x="319" y="237"/>
                  <a:pt x="316" y="232"/>
                </a:cubicBezTo>
                <a:cubicBezTo>
                  <a:pt x="318" y="231"/>
                  <a:pt x="320" y="229"/>
                  <a:pt x="321" y="227"/>
                </a:cubicBezTo>
                <a:moveTo>
                  <a:pt x="288" y="88"/>
                </a:moveTo>
                <a:cubicBezTo>
                  <a:pt x="335" y="88"/>
                  <a:pt x="335" y="88"/>
                  <a:pt x="335" y="88"/>
                </a:cubicBezTo>
                <a:cubicBezTo>
                  <a:pt x="328" y="120"/>
                  <a:pt x="328" y="120"/>
                  <a:pt x="328" y="120"/>
                </a:cubicBezTo>
                <a:cubicBezTo>
                  <a:pt x="284" y="120"/>
                  <a:pt x="284" y="120"/>
                  <a:pt x="284" y="120"/>
                </a:cubicBezTo>
                <a:lnTo>
                  <a:pt x="288" y="88"/>
                </a:lnTo>
                <a:close/>
                <a:moveTo>
                  <a:pt x="92" y="88"/>
                </a:moveTo>
                <a:cubicBezTo>
                  <a:pt x="145" y="88"/>
                  <a:pt x="145" y="88"/>
                  <a:pt x="145" y="88"/>
                </a:cubicBezTo>
                <a:cubicBezTo>
                  <a:pt x="149" y="120"/>
                  <a:pt x="149" y="120"/>
                  <a:pt x="149" y="120"/>
                </a:cubicBezTo>
                <a:cubicBezTo>
                  <a:pt x="101" y="120"/>
                  <a:pt x="101" y="120"/>
                  <a:pt x="101" y="120"/>
                </a:cubicBezTo>
                <a:lnTo>
                  <a:pt x="92" y="88"/>
                </a:lnTo>
                <a:close/>
                <a:moveTo>
                  <a:pt x="114" y="168"/>
                </a:moveTo>
                <a:cubicBezTo>
                  <a:pt x="105" y="136"/>
                  <a:pt x="105" y="136"/>
                  <a:pt x="105" y="136"/>
                </a:cubicBezTo>
                <a:cubicBezTo>
                  <a:pt x="151" y="136"/>
                  <a:pt x="151" y="136"/>
                  <a:pt x="151" y="136"/>
                </a:cubicBezTo>
                <a:cubicBezTo>
                  <a:pt x="154" y="168"/>
                  <a:pt x="154" y="168"/>
                  <a:pt x="154" y="168"/>
                </a:cubicBezTo>
                <a:lnTo>
                  <a:pt x="114" y="168"/>
                </a:lnTo>
                <a:close/>
                <a:moveTo>
                  <a:pt x="118" y="185"/>
                </a:moveTo>
                <a:cubicBezTo>
                  <a:pt x="156" y="185"/>
                  <a:pt x="156" y="185"/>
                  <a:pt x="156" y="185"/>
                </a:cubicBezTo>
                <a:cubicBezTo>
                  <a:pt x="160" y="217"/>
                  <a:pt x="160" y="217"/>
                  <a:pt x="160" y="217"/>
                </a:cubicBezTo>
                <a:cubicBezTo>
                  <a:pt x="126" y="217"/>
                  <a:pt x="126" y="217"/>
                  <a:pt x="126" y="217"/>
                </a:cubicBezTo>
                <a:lnTo>
                  <a:pt x="118" y="185"/>
                </a:lnTo>
                <a:close/>
                <a:moveTo>
                  <a:pt x="144" y="265"/>
                </a:moveTo>
                <a:cubicBezTo>
                  <a:pt x="136" y="265"/>
                  <a:pt x="128" y="258"/>
                  <a:pt x="128" y="249"/>
                </a:cubicBezTo>
                <a:cubicBezTo>
                  <a:pt x="128" y="240"/>
                  <a:pt x="136" y="233"/>
                  <a:pt x="144" y="233"/>
                </a:cubicBezTo>
                <a:cubicBezTo>
                  <a:pt x="153" y="233"/>
                  <a:pt x="160" y="240"/>
                  <a:pt x="160" y="249"/>
                </a:cubicBezTo>
                <a:cubicBezTo>
                  <a:pt x="160" y="258"/>
                  <a:pt x="153" y="265"/>
                  <a:pt x="144" y="265"/>
                </a:cubicBezTo>
                <a:moveTo>
                  <a:pt x="209" y="217"/>
                </a:moveTo>
                <a:cubicBezTo>
                  <a:pt x="176" y="217"/>
                  <a:pt x="176" y="217"/>
                  <a:pt x="176" y="217"/>
                </a:cubicBezTo>
                <a:cubicBezTo>
                  <a:pt x="172" y="185"/>
                  <a:pt x="172" y="185"/>
                  <a:pt x="172" y="185"/>
                </a:cubicBezTo>
                <a:cubicBezTo>
                  <a:pt x="209" y="185"/>
                  <a:pt x="209" y="185"/>
                  <a:pt x="209" y="185"/>
                </a:cubicBezTo>
                <a:lnTo>
                  <a:pt x="209" y="217"/>
                </a:lnTo>
                <a:close/>
                <a:moveTo>
                  <a:pt x="209" y="168"/>
                </a:moveTo>
                <a:cubicBezTo>
                  <a:pt x="170" y="168"/>
                  <a:pt x="170" y="168"/>
                  <a:pt x="170" y="168"/>
                </a:cubicBezTo>
                <a:cubicBezTo>
                  <a:pt x="167" y="136"/>
                  <a:pt x="167" y="136"/>
                  <a:pt x="167" y="136"/>
                </a:cubicBezTo>
                <a:cubicBezTo>
                  <a:pt x="209" y="136"/>
                  <a:pt x="209" y="136"/>
                  <a:pt x="209" y="136"/>
                </a:cubicBezTo>
                <a:lnTo>
                  <a:pt x="209" y="168"/>
                </a:lnTo>
                <a:close/>
                <a:moveTo>
                  <a:pt x="209" y="120"/>
                </a:moveTo>
                <a:cubicBezTo>
                  <a:pt x="165" y="120"/>
                  <a:pt x="165" y="120"/>
                  <a:pt x="165" y="120"/>
                </a:cubicBezTo>
                <a:cubicBezTo>
                  <a:pt x="161" y="88"/>
                  <a:pt x="161" y="88"/>
                  <a:pt x="161" y="88"/>
                </a:cubicBezTo>
                <a:cubicBezTo>
                  <a:pt x="209" y="88"/>
                  <a:pt x="209" y="88"/>
                  <a:pt x="209" y="88"/>
                </a:cubicBezTo>
                <a:lnTo>
                  <a:pt x="209" y="120"/>
                </a:lnTo>
                <a:close/>
                <a:moveTo>
                  <a:pt x="258" y="217"/>
                </a:moveTo>
                <a:cubicBezTo>
                  <a:pt x="225" y="217"/>
                  <a:pt x="225" y="217"/>
                  <a:pt x="225" y="217"/>
                </a:cubicBezTo>
                <a:cubicBezTo>
                  <a:pt x="225" y="185"/>
                  <a:pt x="225" y="185"/>
                  <a:pt x="225" y="185"/>
                </a:cubicBezTo>
                <a:cubicBezTo>
                  <a:pt x="261" y="185"/>
                  <a:pt x="261" y="185"/>
                  <a:pt x="261" y="185"/>
                </a:cubicBezTo>
                <a:lnTo>
                  <a:pt x="258" y="217"/>
                </a:lnTo>
                <a:close/>
                <a:moveTo>
                  <a:pt x="263" y="168"/>
                </a:moveTo>
                <a:cubicBezTo>
                  <a:pt x="225" y="168"/>
                  <a:pt x="225" y="168"/>
                  <a:pt x="225" y="168"/>
                </a:cubicBezTo>
                <a:cubicBezTo>
                  <a:pt x="225" y="136"/>
                  <a:pt x="225" y="136"/>
                  <a:pt x="225" y="136"/>
                </a:cubicBezTo>
                <a:cubicBezTo>
                  <a:pt x="267" y="136"/>
                  <a:pt x="267" y="136"/>
                  <a:pt x="267" y="136"/>
                </a:cubicBezTo>
                <a:lnTo>
                  <a:pt x="263" y="168"/>
                </a:lnTo>
                <a:close/>
                <a:moveTo>
                  <a:pt x="268" y="120"/>
                </a:moveTo>
                <a:cubicBezTo>
                  <a:pt x="225" y="120"/>
                  <a:pt x="225" y="120"/>
                  <a:pt x="225" y="120"/>
                </a:cubicBezTo>
                <a:cubicBezTo>
                  <a:pt x="225" y="88"/>
                  <a:pt x="225" y="88"/>
                  <a:pt x="225" y="88"/>
                </a:cubicBezTo>
                <a:cubicBezTo>
                  <a:pt x="272" y="88"/>
                  <a:pt x="272" y="88"/>
                  <a:pt x="272" y="88"/>
                </a:cubicBezTo>
                <a:lnTo>
                  <a:pt x="268" y="120"/>
                </a:lnTo>
                <a:close/>
                <a:moveTo>
                  <a:pt x="289" y="265"/>
                </a:moveTo>
                <a:cubicBezTo>
                  <a:pt x="280" y="265"/>
                  <a:pt x="273" y="258"/>
                  <a:pt x="273" y="249"/>
                </a:cubicBezTo>
                <a:cubicBezTo>
                  <a:pt x="273" y="240"/>
                  <a:pt x="280" y="233"/>
                  <a:pt x="289" y="233"/>
                </a:cubicBezTo>
                <a:cubicBezTo>
                  <a:pt x="298" y="233"/>
                  <a:pt x="305" y="240"/>
                  <a:pt x="305" y="249"/>
                </a:cubicBezTo>
                <a:cubicBezTo>
                  <a:pt x="305" y="258"/>
                  <a:pt x="298" y="265"/>
                  <a:pt x="289" y="265"/>
                </a:cubicBezTo>
                <a:moveTo>
                  <a:pt x="307" y="217"/>
                </a:moveTo>
                <a:cubicBezTo>
                  <a:pt x="274" y="217"/>
                  <a:pt x="274" y="217"/>
                  <a:pt x="274" y="217"/>
                </a:cubicBezTo>
                <a:cubicBezTo>
                  <a:pt x="277" y="185"/>
                  <a:pt x="277" y="185"/>
                  <a:pt x="277" y="185"/>
                </a:cubicBezTo>
                <a:cubicBezTo>
                  <a:pt x="314" y="185"/>
                  <a:pt x="314" y="185"/>
                  <a:pt x="314" y="185"/>
                </a:cubicBezTo>
                <a:lnTo>
                  <a:pt x="307" y="217"/>
                </a:lnTo>
                <a:close/>
                <a:moveTo>
                  <a:pt x="279" y="168"/>
                </a:moveTo>
                <a:cubicBezTo>
                  <a:pt x="283" y="136"/>
                  <a:pt x="283" y="136"/>
                  <a:pt x="283" y="136"/>
                </a:cubicBezTo>
                <a:cubicBezTo>
                  <a:pt x="324" y="136"/>
                  <a:pt x="324" y="136"/>
                  <a:pt x="324" y="136"/>
                </a:cubicBezTo>
                <a:cubicBezTo>
                  <a:pt x="317" y="168"/>
                  <a:pt x="317" y="168"/>
                  <a:pt x="317" y="168"/>
                </a:cubicBezTo>
                <a:lnTo>
                  <a:pt x="279" y="168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" name="Freeform 9"/>
          <p:cNvSpPr>
            <a:spLocks noEditPoints="1"/>
          </p:cNvSpPr>
          <p:nvPr/>
        </p:nvSpPr>
        <p:spPr bwMode="auto">
          <a:xfrm>
            <a:off x="5308601" y="931335"/>
            <a:ext cx="472017" cy="577851"/>
          </a:xfrm>
          <a:custGeom>
            <a:avLst/>
            <a:gdLst>
              <a:gd name="T0" fmla="*/ 32 w 289"/>
              <a:gd name="T1" fmla="*/ 225 h 353"/>
              <a:gd name="T2" fmla="*/ 145 w 289"/>
              <a:gd name="T3" fmla="*/ 208 h 353"/>
              <a:gd name="T4" fmla="*/ 145 w 289"/>
              <a:gd name="T5" fmla="*/ 128 h 353"/>
              <a:gd name="T6" fmla="*/ 177 w 289"/>
              <a:gd name="T7" fmla="*/ 208 h 353"/>
              <a:gd name="T8" fmla="*/ 193 w 289"/>
              <a:gd name="T9" fmla="*/ 208 h 353"/>
              <a:gd name="T10" fmla="*/ 113 w 289"/>
              <a:gd name="T11" fmla="*/ 241 h 353"/>
              <a:gd name="T12" fmla="*/ 121 w 289"/>
              <a:gd name="T13" fmla="*/ 321 h 353"/>
              <a:gd name="T14" fmla="*/ 169 w 289"/>
              <a:gd name="T15" fmla="*/ 305 h 353"/>
              <a:gd name="T16" fmla="*/ 121 w 289"/>
              <a:gd name="T17" fmla="*/ 321 h 353"/>
              <a:gd name="T18" fmla="*/ 81 w 289"/>
              <a:gd name="T19" fmla="*/ 241 h 353"/>
              <a:gd name="T20" fmla="*/ 49 w 289"/>
              <a:gd name="T21" fmla="*/ 241 h 353"/>
              <a:gd name="T22" fmla="*/ 49 w 289"/>
              <a:gd name="T23" fmla="*/ 257 h 353"/>
              <a:gd name="T24" fmla="*/ 217 w 289"/>
              <a:gd name="T25" fmla="*/ 80 h 353"/>
              <a:gd name="T26" fmla="*/ 257 w 289"/>
              <a:gd name="T27" fmla="*/ 32 h 353"/>
              <a:gd name="T28" fmla="*/ 145 w 289"/>
              <a:gd name="T29" fmla="*/ 0 h 353"/>
              <a:gd name="T30" fmla="*/ 145 w 289"/>
              <a:gd name="T31" fmla="*/ 48 h 353"/>
              <a:gd name="T32" fmla="*/ 16 w 289"/>
              <a:gd name="T33" fmla="*/ 80 h 353"/>
              <a:gd name="T34" fmla="*/ 16 w 289"/>
              <a:gd name="T35" fmla="*/ 353 h 353"/>
              <a:gd name="T36" fmla="*/ 289 w 289"/>
              <a:gd name="T37" fmla="*/ 96 h 353"/>
              <a:gd name="T38" fmla="*/ 145 w 289"/>
              <a:gd name="T39" fmla="*/ 32 h 353"/>
              <a:gd name="T40" fmla="*/ 161 w 289"/>
              <a:gd name="T41" fmla="*/ 32 h 353"/>
              <a:gd name="T42" fmla="*/ 241 w 289"/>
              <a:gd name="T43" fmla="*/ 32 h 353"/>
              <a:gd name="T44" fmla="*/ 201 w 289"/>
              <a:gd name="T45" fmla="*/ 80 h 353"/>
              <a:gd name="T46" fmla="*/ 201 w 289"/>
              <a:gd name="T47" fmla="*/ 48 h 353"/>
              <a:gd name="T48" fmla="*/ 16 w 289"/>
              <a:gd name="T49" fmla="*/ 337 h 353"/>
              <a:gd name="T50" fmla="*/ 273 w 289"/>
              <a:gd name="T51" fmla="*/ 337 h 353"/>
              <a:gd name="T52" fmla="*/ 16 w 289"/>
              <a:gd name="T53" fmla="*/ 96 h 353"/>
              <a:gd name="T54" fmla="*/ 241 w 289"/>
              <a:gd name="T55" fmla="*/ 225 h 353"/>
              <a:gd name="T56" fmla="*/ 241 w 289"/>
              <a:gd name="T57" fmla="*/ 208 h 353"/>
              <a:gd name="T58" fmla="*/ 225 w 289"/>
              <a:gd name="T59" fmla="*/ 225 h 353"/>
              <a:gd name="T60" fmla="*/ 209 w 289"/>
              <a:gd name="T61" fmla="*/ 225 h 353"/>
              <a:gd name="T62" fmla="*/ 257 w 289"/>
              <a:gd name="T63" fmla="*/ 176 h 353"/>
              <a:gd name="T64" fmla="*/ 241 w 289"/>
              <a:gd name="T65" fmla="*/ 160 h 353"/>
              <a:gd name="T66" fmla="*/ 241 w 289"/>
              <a:gd name="T67" fmla="*/ 144 h 353"/>
              <a:gd name="T68" fmla="*/ 177 w 289"/>
              <a:gd name="T69" fmla="*/ 112 h 353"/>
              <a:gd name="T70" fmla="*/ 257 w 289"/>
              <a:gd name="T71" fmla="*/ 112 h 353"/>
              <a:gd name="T72" fmla="*/ 209 w 289"/>
              <a:gd name="T73" fmla="*/ 160 h 353"/>
              <a:gd name="T74" fmla="*/ 193 w 289"/>
              <a:gd name="T75" fmla="*/ 144 h 353"/>
              <a:gd name="T76" fmla="*/ 193 w 289"/>
              <a:gd name="T77" fmla="*/ 160 h 353"/>
              <a:gd name="T78" fmla="*/ 257 w 289"/>
              <a:gd name="T79" fmla="*/ 257 h 353"/>
              <a:gd name="T80" fmla="*/ 209 w 289"/>
              <a:gd name="T81" fmla="*/ 257 h 353"/>
              <a:gd name="T82" fmla="*/ 225 w 289"/>
              <a:gd name="T83" fmla="*/ 176 h 353"/>
              <a:gd name="T84" fmla="*/ 193 w 289"/>
              <a:gd name="T85" fmla="*/ 176 h 353"/>
              <a:gd name="T86" fmla="*/ 193 w 289"/>
              <a:gd name="T87" fmla="*/ 192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289" h="353">
                <a:moveTo>
                  <a:pt x="161" y="112"/>
                </a:moveTo>
                <a:cubicBezTo>
                  <a:pt x="32" y="112"/>
                  <a:pt x="32" y="112"/>
                  <a:pt x="32" y="112"/>
                </a:cubicBezTo>
                <a:cubicBezTo>
                  <a:pt x="32" y="225"/>
                  <a:pt x="32" y="225"/>
                  <a:pt x="32" y="225"/>
                </a:cubicBezTo>
                <a:cubicBezTo>
                  <a:pt x="161" y="225"/>
                  <a:pt x="161" y="225"/>
                  <a:pt x="161" y="225"/>
                </a:cubicBezTo>
                <a:lnTo>
                  <a:pt x="161" y="112"/>
                </a:lnTo>
                <a:close/>
                <a:moveTo>
                  <a:pt x="145" y="208"/>
                </a:moveTo>
                <a:cubicBezTo>
                  <a:pt x="49" y="208"/>
                  <a:pt x="49" y="208"/>
                  <a:pt x="49" y="208"/>
                </a:cubicBezTo>
                <a:cubicBezTo>
                  <a:pt x="49" y="128"/>
                  <a:pt x="49" y="128"/>
                  <a:pt x="49" y="128"/>
                </a:cubicBezTo>
                <a:cubicBezTo>
                  <a:pt x="145" y="128"/>
                  <a:pt x="145" y="128"/>
                  <a:pt x="145" y="128"/>
                </a:cubicBezTo>
                <a:lnTo>
                  <a:pt x="145" y="208"/>
                </a:lnTo>
                <a:close/>
                <a:moveTo>
                  <a:pt x="193" y="208"/>
                </a:moveTo>
                <a:cubicBezTo>
                  <a:pt x="177" y="208"/>
                  <a:pt x="177" y="208"/>
                  <a:pt x="177" y="208"/>
                </a:cubicBezTo>
                <a:cubicBezTo>
                  <a:pt x="177" y="225"/>
                  <a:pt x="177" y="225"/>
                  <a:pt x="177" y="225"/>
                </a:cubicBezTo>
                <a:cubicBezTo>
                  <a:pt x="193" y="225"/>
                  <a:pt x="193" y="225"/>
                  <a:pt x="193" y="225"/>
                </a:cubicBezTo>
                <a:lnTo>
                  <a:pt x="193" y="208"/>
                </a:lnTo>
                <a:close/>
                <a:moveTo>
                  <a:pt x="97" y="257"/>
                </a:moveTo>
                <a:cubicBezTo>
                  <a:pt x="113" y="257"/>
                  <a:pt x="113" y="257"/>
                  <a:pt x="113" y="257"/>
                </a:cubicBezTo>
                <a:cubicBezTo>
                  <a:pt x="113" y="241"/>
                  <a:pt x="113" y="241"/>
                  <a:pt x="113" y="241"/>
                </a:cubicBezTo>
                <a:cubicBezTo>
                  <a:pt x="97" y="241"/>
                  <a:pt x="97" y="241"/>
                  <a:pt x="97" y="241"/>
                </a:cubicBezTo>
                <a:lnTo>
                  <a:pt x="97" y="257"/>
                </a:lnTo>
                <a:close/>
                <a:moveTo>
                  <a:pt x="121" y="321"/>
                </a:moveTo>
                <a:cubicBezTo>
                  <a:pt x="169" y="321"/>
                  <a:pt x="169" y="321"/>
                  <a:pt x="169" y="321"/>
                </a:cubicBezTo>
                <a:cubicBezTo>
                  <a:pt x="173" y="321"/>
                  <a:pt x="177" y="317"/>
                  <a:pt x="177" y="313"/>
                </a:cubicBezTo>
                <a:cubicBezTo>
                  <a:pt x="177" y="308"/>
                  <a:pt x="173" y="305"/>
                  <a:pt x="169" y="305"/>
                </a:cubicBezTo>
                <a:cubicBezTo>
                  <a:pt x="121" y="305"/>
                  <a:pt x="121" y="305"/>
                  <a:pt x="121" y="305"/>
                </a:cubicBezTo>
                <a:cubicBezTo>
                  <a:pt x="116" y="305"/>
                  <a:pt x="113" y="308"/>
                  <a:pt x="113" y="313"/>
                </a:cubicBezTo>
                <a:cubicBezTo>
                  <a:pt x="113" y="317"/>
                  <a:pt x="116" y="321"/>
                  <a:pt x="121" y="321"/>
                </a:cubicBezTo>
                <a:moveTo>
                  <a:pt x="65" y="257"/>
                </a:moveTo>
                <a:cubicBezTo>
                  <a:pt x="81" y="257"/>
                  <a:pt x="81" y="257"/>
                  <a:pt x="81" y="257"/>
                </a:cubicBezTo>
                <a:cubicBezTo>
                  <a:pt x="81" y="241"/>
                  <a:pt x="81" y="241"/>
                  <a:pt x="81" y="241"/>
                </a:cubicBezTo>
                <a:cubicBezTo>
                  <a:pt x="65" y="241"/>
                  <a:pt x="65" y="241"/>
                  <a:pt x="65" y="241"/>
                </a:cubicBezTo>
                <a:lnTo>
                  <a:pt x="65" y="257"/>
                </a:lnTo>
                <a:close/>
                <a:moveTo>
                  <a:pt x="49" y="241"/>
                </a:moveTo>
                <a:cubicBezTo>
                  <a:pt x="32" y="241"/>
                  <a:pt x="32" y="241"/>
                  <a:pt x="32" y="241"/>
                </a:cubicBezTo>
                <a:cubicBezTo>
                  <a:pt x="32" y="257"/>
                  <a:pt x="32" y="257"/>
                  <a:pt x="32" y="257"/>
                </a:cubicBezTo>
                <a:cubicBezTo>
                  <a:pt x="49" y="257"/>
                  <a:pt x="49" y="257"/>
                  <a:pt x="49" y="257"/>
                </a:cubicBezTo>
                <a:lnTo>
                  <a:pt x="49" y="241"/>
                </a:lnTo>
                <a:close/>
                <a:moveTo>
                  <a:pt x="273" y="80"/>
                </a:moveTo>
                <a:cubicBezTo>
                  <a:pt x="217" y="80"/>
                  <a:pt x="217" y="80"/>
                  <a:pt x="217" y="80"/>
                </a:cubicBezTo>
                <a:cubicBezTo>
                  <a:pt x="217" y="48"/>
                  <a:pt x="217" y="48"/>
                  <a:pt x="217" y="48"/>
                </a:cubicBezTo>
                <a:cubicBezTo>
                  <a:pt x="241" y="48"/>
                  <a:pt x="241" y="48"/>
                  <a:pt x="241" y="48"/>
                </a:cubicBezTo>
                <a:cubicBezTo>
                  <a:pt x="250" y="48"/>
                  <a:pt x="257" y="41"/>
                  <a:pt x="257" y="32"/>
                </a:cubicBezTo>
                <a:cubicBezTo>
                  <a:pt x="257" y="16"/>
                  <a:pt x="257" y="16"/>
                  <a:pt x="257" y="16"/>
                </a:cubicBezTo>
                <a:cubicBezTo>
                  <a:pt x="257" y="7"/>
                  <a:pt x="250" y="0"/>
                  <a:pt x="241" y="0"/>
                </a:cubicBezTo>
                <a:cubicBezTo>
                  <a:pt x="145" y="0"/>
                  <a:pt x="145" y="0"/>
                  <a:pt x="145" y="0"/>
                </a:cubicBezTo>
                <a:cubicBezTo>
                  <a:pt x="136" y="0"/>
                  <a:pt x="129" y="7"/>
                  <a:pt x="129" y="16"/>
                </a:cubicBezTo>
                <a:cubicBezTo>
                  <a:pt x="129" y="32"/>
                  <a:pt x="129" y="32"/>
                  <a:pt x="129" y="32"/>
                </a:cubicBezTo>
                <a:cubicBezTo>
                  <a:pt x="129" y="41"/>
                  <a:pt x="136" y="48"/>
                  <a:pt x="145" y="48"/>
                </a:cubicBezTo>
                <a:cubicBezTo>
                  <a:pt x="169" y="48"/>
                  <a:pt x="169" y="48"/>
                  <a:pt x="169" y="48"/>
                </a:cubicBezTo>
                <a:cubicBezTo>
                  <a:pt x="169" y="80"/>
                  <a:pt x="169" y="80"/>
                  <a:pt x="169" y="80"/>
                </a:cubicBezTo>
                <a:cubicBezTo>
                  <a:pt x="16" y="80"/>
                  <a:pt x="16" y="80"/>
                  <a:pt x="16" y="80"/>
                </a:cubicBezTo>
                <a:cubicBezTo>
                  <a:pt x="8" y="80"/>
                  <a:pt x="0" y="87"/>
                  <a:pt x="0" y="96"/>
                </a:cubicBezTo>
                <a:cubicBezTo>
                  <a:pt x="0" y="337"/>
                  <a:pt x="0" y="337"/>
                  <a:pt x="0" y="337"/>
                </a:cubicBezTo>
                <a:cubicBezTo>
                  <a:pt x="0" y="346"/>
                  <a:pt x="8" y="353"/>
                  <a:pt x="16" y="353"/>
                </a:cubicBezTo>
                <a:cubicBezTo>
                  <a:pt x="273" y="353"/>
                  <a:pt x="273" y="353"/>
                  <a:pt x="273" y="353"/>
                </a:cubicBezTo>
                <a:cubicBezTo>
                  <a:pt x="282" y="353"/>
                  <a:pt x="289" y="346"/>
                  <a:pt x="289" y="337"/>
                </a:cubicBezTo>
                <a:cubicBezTo>
                  <a:pt x="289" y="96"/>
                  <a:pt x="289" y="96"/>
                  <a:pt x="289" y="96"/>
                </a:cubicBezTo>
                <a:cubicBezTo>
                  <a:pt x="289" y="87"/>
                  <a:pt x="282" y="80"/>
                  <a:pt x="273" y="80"/>
                </a:cubicBezTo>
                <a:moveTo>
                  <a:pt x="161" y="32"/>
                </a:moveTo>
                <a:cubicBezTo>
                  <a:pt x="145" y="32"/>
                  <a:pt x="145" y="32"/>
                  <a:pt x="145" y="32"/>
                </a:cubicBezTo>
                <a:cubicBezTo>
                  <a:pt x="145" y="16"/>
                  <a:pt x="145" y="16"/>
                  <a:pt x="145" y="16"/>
                </a:cubicBezTo>
                <a:cubicBezTo>
                  <a:pt x="161" y="16"/>
                  <a:pt x="161" y="16"/>
                  <a:pt x="161" y="16"/>
                </a:cubicBezTo>
                <a:lnTo>
                  <a:pt x="161" y="32"/>
                </a:lnTo>
                <a:close/>
                <a:moveTo>
                  <a:pt x="177" y="16"/>
                </a:moveTo>
                <a:cubicBezTo>
                  <a:pt x="241" y="16"/>
                  <a:pt x="241" y="16"/>
                  <a:pt x="241" y="16"/>
                </a:cubicBezTo>
                <a:cubicBezTo>
                  <a:pt x="241" y="32"/>
                  <a:pt x="241" y="32"/>
                  <a:pt x="241" y="32"/>
                </a:cubicBezTo>
                <a:cubicBezTo>
                  <a:pt x="177" y="32"/>
                  <a:pt x="177" y="32"/>
                  <a:pt x="177" y="32"/>
                </a:cubicBezTo>
                <a:lnTo>
                  <a:pt x="177" y="16"/>
                </a:lnTo>
                <a:close/>
                <a:moveTo>
                  <a:pt x="201" y="80"/>
                </a:moveTo>
                <a:cubicBezTo>
                  <a:pt x="185" y="80"/>
                  <a:pt x="185" y="80"/>
                  <a:pt x="185" y="80"/>
                </a:cubicBezTo>
                <a:cubicBezTo>
                  <a:pt x="185" y="48"/>
                  <a:pt x="185" y="48"/>
                  <a:pt x="185" y="48"/>
                </a:cubicBezTo>
                <a:cubicBezTo>
                  <a:pt x="201" y="48"/>
                  <a:pt x="201" y="48"/>
                  <a:pt x="201" y="48"/>
                </a:cubicBezTo>
                <a:lnTo>
                  <a:pt x="201" y="80"/>
                </a:lnTo>
                <a:close/>
                <a:moveTo>
                  <a:pt x="273" y="337"/>
                </a:moveTo>
                <a:cubicBezTo>
                  <a:pt x="16" y="337"/>
                  <a:pt x="16" y="337"/>
                  <a:pt x="16" y="337"/>
                </a:cubicBezTo>
                <a:cubicBezTo>
                  <a:pt x="16" y="289"/>
                  <a:pt x="16" y="289"/>
                  <a:pt x="16" y="289"/>
                </a:cubicBezTo>
                <a:cubicBezTo>
                  <a:pt x="273" y="289"/>
                  <a:pt x="273" y="289"/>
                  <a:pt x="273" y="289"/>
                </a:cubicBezTo>
                <a:lnTo>
                  <a:pt x="273" y="337"/>
                </a:lnTo>
                <a:close/>
                <a:moveTo>
                  <a:pt x="273" y="273"/>
                </a:moveTo>
                <a:cubicBezTo>
                  <a:pt x="16" y="273"/>
                  <a:pt x="16" y="273"/>
                  <a:pt x="16" y="273"/>
                </a:cubicBezTo>
                <a:cubicBezTo>
                  <a:pt x="16" y="96"/>
                  <a:pt x="16" y="96"/>
                  <a:pt x="16" y="96"/>
                </a:cubicBezTo>
                <a:cubicBezTo>
                  <a:pt x="273" y="96"/>
                  <a:pt x="273" y="96"/>
                  <a:pt x="273" y="96"/>
                </a:cubicBezTo>
                <a:lnTo>
                  <a:pt x="273" y="273"/>
                </a:lnTo>
                <a:close/>
                <a:moveTo>
                  <a:pt x="241" y="225"/>
                </a:moveTo>
                <a:cubicBezTo>
                  <a:pt x="257" y="225"/>
                  <a:pt x="257" y="225"/>
                  <a:pt x="257" y="225"/>
                </a:cubicBezTo>
                <a:cubicBezTo>
                  <a:pt x="257" y="208"/>
                  <a:pt x="257" y="208"/>
                  <a:pt x="257" y="208"/>
                </a:cubicBezTo>
                <a:cubicBezTo>
                  <a:pt x="241" y="208"/>
                  <a:pt x="241" y="208"/>
                  <a:pt x="241" y="208"/>
                </a:cubicBezTo>
                <a:lnTo>
                  <a:pt x="241" y="225"/>
                </a:lnTo>
                <a:close/>
                <a:moveTo>
                  <a:pt x="209" y="225"/>
                </a:moveTo>
                <a:cubicBezTo>
                  <a:pt x="225" y="225"/>
                  <a:pt x="225" y="225"/>
                  <a:pt x="225" y="225"/>
                </a:cubicBezTo>
                <a:cubicBezTo>
                  <a:pt x="225" y="208"/>
                  <a:pt x="225" y="208"/>
                  <a:pt x="225" y="208"/>
                </a:cubicBezTo>
                <a:cubicBezTo>
                  <a:pt x="209" y="208"/>
                  <a:pt x="209" y="208"/>
                  <a:pt x="209" y="208"/>
                </a:cubicBezTo>
                <a:lnTo>
                  <a:pt x="209" y="225"/>
                </a:lnTo>
                <a:close/>
                <a:moveTo>
                  <a:pt x="241" y="192"/>
                </a:moveTo>
                <a:cubicBezTo>
                  <a:pt x="257" y="192"/>
                  <a:pt x="257" y="192"/>
                  <a:pt x="257" y="192"/>
                </a:cubicBezTo>
                <a:cubicBezTo>
                  <a:pt x="257" y="176"/>
                  <a:pt x="257" y="176"/>
                  <a:pt x="257" y="176"/>
                </a:cubicBezTo>
                <a:cubicBezTo>
                  <a:pt x="241" y="176"/>
                  <a:pt x="241" y="176"/>
                  <a:pt x="241" y="176"/>
                </a:cubicBezTo>
                <a:lnTo>
                  <a:pt x="241" y="192"/>
                </a:lnTo>
                <a:close/>
                <a:moveTo>
                  <a:pt x="241" y="160"/>
                </a:moveTo>
                <a:cubicBezTo>
                  <a:pt x="257" y="160"/>
                  <a:pt x="257" y="160"/>
                  <a:pt x="257" y="160"/>
                </a:cubicBezTo>
                <a:cubicBezTo>
                  <a:pt x="257" y="144"/>
                  <a:pt x="257" y="144"/>
                  <a:pt x="257" y="144"/>
                </a:cubicBezTo>
                <a:cubicBezTo>
                  <a:pt x="241" y="144"/>
                  <a:pt x="241" y="144"/>
                  <a:pt x="241" y="144"/>
                </a:cubicBezTo>
                <a:lnTo>
                  <a:pt x="241" y="160"/>
                </a:lnTo>
                <a:close/>
                <a:moveTo>
                  <a:pt x="257" y="112"/>
                </a:moveTo>
                <a:cubicBezTo>
                  <a:pt x="177" y="112"/>
                  <a:pt x="177" y="112"/>
                  <a:pt x="177" y="112"/>
                </a:cubicBezTo>
                <a:cubicBezTo>
                  <a:pt x="177" y="128"/>
                  <a:pt x="177" y="128"/>
                  <a:pt x="177" y="128"/>
                </a:cubicBezTo>
                <a:cubicBezTo>
                  <a:pt x="257" y="128"/>
                  <a:pt x="257" y="128"/>
                  <a:pt x="257" y="128"/>
                </a:cubicBezTo>
                <a:lnTo>
                  <a:pt x="257" y="112"/>
                </a:lnTo>
                <a:close/>
                <a:moveTo>
                  <a:pt x="225" y="144"/>
                </a:moveTo>
                <a:cubicBezTo>
                  <a:pt x="209" y="144"/>
                  <a:pt x="209" y="144"/>
                  <a:pt x="209" y="144"/>
                </a:cubicBezTo>
                <a:cubicBezTo>
                  <a:pt x="209" y="160"/>
                  <a:pt x="209" y="160"/>
                  <a:pt x="209" y="160"/>
                </a:cubicBezTo>
                <a:cubicBezTo>
                  <a:pt x="225" y="160"/>
                  <a:pt x="225" y="160"/>
                  <a:pt x="225" y="160"/>
                </a:cubicBezTo>
                <a:lnTo>
                  <a:pt x="225" y="144"/>
                </a:lnTo>
                <a:close/>
                <a:moveTo>
                  <a:pt x="193" y="144"/>
                </a:moveTo>
                <a:cubicBezTo>
                  <a:pt x="177" y="144"/>
                  <a:pt x="177" y="144"/>
                  <a:pt x="177" y="144"/>
                </a:cubicBezTo>
                <a:cubicBezTo>
                  <a:pt x="177" y="160"/>
                  <a:pt x="177" y="160"/>
                  <a:pt x="177" y="160"/>
                </a:cubicBezTo>
                <a:cubicBezTo>
                  <a:pt x="193" y="160"/>
                  <a:pt x="193" y="160"/>
                  <a:pt x="193" y="160"/>
                </a:cubicBezTo>
                <a:lnTo>
                  <a:pt x="193" y="144"/>
                </a:lnTo>
                <a:close/>
                <a:moveTo>
                  <a:pt x="209" y="257"/>
                </a:moveTo>
                <a:cubicBezTo>
                  <a:pt x="257" y="257"/>
                  <a:pt x="257" y="257"/>
                  <a:pt x="257" y="257"/>
                </a:cubicBezTo>
                <a:cubicBezTo>
                  <a:pt x="257" y="241"/>
                  <a:pt x="257" y="241"/>
                  <a:pt x="257" y="241"/>
                </a:cubicBezTo>
                <a:cubicBezTo>
                  <a:pt x="209" y="241"/>
                  <a:pt x="209" y="241"/>
                  <a:pt x="209" y="241"/>
                </a:cubicBezTo>
                <a:lnTo>
                  <a:pt x="209" y="257"/>
                </a:lnTo>
                <a:close/>
                <a:moveTo>
                  <a:pt x="209" y="192"/>
                </a:moveTo>
                <a:cubicBezTo>
                  <a:pt x="225" y="192"/>
                  <a:pt x="225" y="192"/>
                  <a:pt x="225" y="192"/>
                </a:cubicBezTo>
                <a:cubicBezTo>
                  <a:pt x="225" y="176"/>
                  <a:pt x="225" y="176"/>
                  <a:pt x="225" y="176"/>
                </a:cubicBezTo>
                <a:cubicBezTo>
                  <a:pt x="209" y="176"/>
                  <a:pt x="209" y="176"/>
                  <a:pt x="209" y="176"/>
                </a:cubicBezTo>
                <a:lnTo>
                  <a:pt x="209" y="192"/>
                </a:lnTo>
                <a:close/>
                <a:moveTo>
                  <a:pt x="193" y="176"/>
                </a:moveTo>
                <a:cubicBezTo>
                  <a:pt x="177" y="176"/>
                  <a:pt x="177" y="176"/>
                  <a:pt x="177" y="176"/>
                </a:cubicBezTo>
                <a:cubicBezTo>
                  <a:pt x="177" y="192"/>
                  <a:pt x="177" y="192"/>
                  <a:pt x="177" y="192"/>
                </a:cubicBezTo>
                <a:cubicBezTo>
                  <a:pt x="193" y="192"/>
                  <a:pt x="193" y="192"/>
                  <a:pt x="193" y="192"/>
                </a:cubicBezTo>
                <a:lnTo>
                  <a:pt x="193" y="176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0" name="Freeform 10"/>
          <p:cNvSpPr>
            <a:spLocks noEditPoints="1"/>
          </p:cNvSpPr>
          <p:nvPr/>
        </p:nvSpPr>
        <p:spPr bwMode="auto">
          <a:xfrm>
            <a:off x="6385984" y="931335"/>
            <a:ext cx="527051" cy="577851"/>
          </a:xfrm>
          <a:custGeom>
            <a:avLst/>
            <a:gdLst>
              <a:gd name="T0" fmla="*/ 321 w 321"/>
              <a:gd name="T1" fmla="*/ 344 h 353"/>
              <a:gd name="T2" fmla="*/ 321 w 321"/>
              <a:gd name="T3" fmla="*/ 344 h 353"/>
              <a:gd name="T4" fmla="*/ 289 w 321"/>
              <a:gd name="T5" fmla="*/ 103 h 353"/>
              <a:gd name="T6" fmla="*/ 288 w 321"/>
              <a:gd name="T7" fmla="*/ 103 h 353"/>
              <a:gd name="T8" fmla="*/ 281 w 321"/>
              <a:gd name="T9" fmla="*/ 96 h 353"/>
              <a:gd name="T10" fmla="*/ 224 w 321"/>
              <a:gd name="T11" fmla="*/ 96 h 353"/>
              <a:gd name="T12" fmla="*/ 224 w 321"/>
              <a:gd name="T13" fmla="*/ 64 h 353"/>
              <a:gd name="T14" fmla="*/ 160 w 321"/>
              <a:gd name="T15" fmla="*/ 0 h 353"/>
              <a:gd name="T16" fmla="*/ 96 w 321"/>
              <a:gd name="T17" fmla="*/ 64 h 353"/>
              <a:gd name="T18" fmla="*/ 96 w 321"/>
              <a:gd name="T19" fmla="*/ 96 h 353"/>
              <a:gd name="T20" fmla="*/ 40 w 321"/>
              <a:gd name="T21" fmla="*/ 96 h 353"/>
              <a:gd name="T22" fmla="*/ 32 w 321"/>
              <a:gd name="T23" fmla="*/ 103 h 353"/>
              <a:gd name="T24" fmla="*/ 32 w 321"/>
              <a:gd name="T25" fmla="*/ 103 h 353"/>
              <a:gd name="T26" fmla="*/ 0 w 321"/>
              <a:gd name="T27" fmla="*/ 344 h 353"/>
              <a:gd name="T28" fmla="*/ 0 w 321"/>
              <a:gd name="T29" fmla="*/ 344 h 353"/>
              <a:gd name="T30" fmla="*/ 0 w 321"/>
              <a:gd name="T31" fmla="*/ 345 h 353"/>
              <a:gd name="T32" fmla="*/ 8 w 321"/>
              <a:gd name="T33" fmla="*/ 353 h 353"/>
              <a:gd name="T34" fmla="*/ 313 w 321"/>
              <a:gd name="T35" fmla="*/ 353 h 353"/>
              <a:gd name="T36" fmla="*/ 321 w 321"/>
              <a:gd name="T37" fmla="*/ 345 h 353"/>
              <a:gd name="T38" fmla="*/ 321 w 321"/>
              <a:gd name="T39" fmla="*/ 344 h 353"/>
              <a:gd name="T40" fmla="*/ 112 w 321"/>
              <a:gd name="T41" fmla="*/ 64 h 353"/>
              <a:gd name="T42" fmla="*/ 160 w 321"/>
              <a:gd name="T43" fmla="*/ 16 h 353"/>
              <a:gd name="T44" fmla="*/ 208 w 321"/>
              <a:gd name="T45" fmla="*/ 64 h 353"/>
              <a:gd name="T46" fmla="*/ 208 w 321"/>
              <a:gd name="T47" fmla="*/ 96 h 353"/>
              <a:gd name="T48" fmla="*/ 112 w 321"/>
              <a:gd name="T49" fmla="*/ 96 h 353"/>
              <a:gd name="T50" fmla="*/ 112 w 321"/>
              <a:gd name="T51" fmla="*/ 64 h 353"/>
              <a:gd name="T52" fmla="*/ 47 w 321"/>
              <a:gd name="T53" fmla="*/ 112 h 353"/>
              <a:gd name="T54" fmla="*/ 96 w 321"/>
              <a:gd name="T55" fmla="*/ 112 h 353"/>
              <a:gd name="T56" fmla="*/ 96 w 321"/>
              <a:gd name="T57" fmla="*/ 146 h 353"/>
              <a:gd name="T58" fmla="*/ 88 w 321"/>
              <a:gd name="T59" fmla="*/ 160 h 353"/>
              <a:gd name="T60" fmla="*/ 104 w 321"/>
              <a:gd name="T61" fmla="*/ 176 h 353"/>
              <a:gd name="T62" fmla="*/ 120 w 321"/>
              <a:gd name="T63" fmla="*/ 160 h 353"/>
              <a:gd name="T64" fmla="*/ 112 w 321"/>
              <a:gd name="T65" fmla="*/ 146 h 353"/>
              <a:gd name="T66" fmla="*/ 112 w 321"/>
              <a:gd name="T67" fmla="*/ 112 h 353"/>
              <a:gd name="T68" fmla="*/ 208 w 321"/>
              <a:gd name="T69" fmla="*/ 112 h 353"/>
              <a:gd name="T70" fmla="*/ 208 w 321"/>
              <a:gd name="T71" fmla="*/ 146 h 353"/>
              <a:gd name="T72" fmla="*/ 200 w 321"/>
              <a:gd name="T73" fmla="*/ 160 h 353"/>
              <a:gd name="T74" fmla="*/ 216 w 321"/>
              <a:gd name="T75" fmla="*/ 176 h 353"/>
              <a:gd name="T76" fmla="*/ 232 w 321"/>
              <a:gd name="T77" fmla="*/ 160 h 353"/>
              <a:gd name="T78" fmla="*/ 224 w 321"/>
              <a:gd name="T79" fmla="*/ 146 h 353"/>
              <a:gd name="T80" fmla="*/ 224 w 321"/>
              <a:gd name="T81" fmla="*/ 112 h 353"/>
              <a:gd name="T82" fmla="*/ 274 w 321"/>
              <a:gd name="T83" fmla="*/ 112 h 353"/>
              <a:gd name="T84" fmla="*/ 299 w 321"/>
              <a:gd name="T85" fmla="*/ 305 h 353"/>
              <a:gd name="T86" fmla="*/ 21 w 321"/>
              <a:gd name="T87" fmla="*/ 305 h 353"/>
              <a:gd name="T88" fmla="*/ 47 w 321"/>
              <a:gd name="T89" fmla="*/ 112 h 353"/>
              <a:gd name="T90" fmla="*/ 17 w 321"/>
              <a:gd name="T91" fmla="*/ 337 h 353"/>
              <a:gd name="T92" fmla="*/ 19 w 321"/>
              <a:gd name="T93" fmla="*/ 321 h 353"/>
              <a:gd name="T94" fmla="*/ 301 w 321"/>
              <a:gd name="T95" fmla="*/ 321 h 353"/>
              <a:gd name="T96" fmla="*/ 304 w 321"/>
              <a:gd name="T97" fmla="*/ 337 h 353"/>
              <a:gd name="T98" fmla="*/ 17 w 321"/>
              <a:gd name="T99" fmla="*/ 337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321" h="353">
                <a:moveTo>
                  <a:pt x="321" y="344"/>
                </a:moveTo>
                <a:cubicBezTo>
                  <a:pt x="321" y="344"/>
                  <a:pt x="321" y="344"/>
                  <a:pt x="321" y="344"/>
                </a:cubicBezTo>
                <a:cubicBezTo>
                  <a:pt x="289" y="103"/>
                  <a:pt x="289" y="103"/>
                  <a:pt x="289" y="103"/>
                </a:cubicBezTo>
                <a:cubicBezTo>
                  <a:pt x="288" y="103"/>
                  <a:pt x="288" y="103"/>
                  <a:pt x="288" y="103"/>
                </a:cubicBezTo>
                <a:cubicBezTo>
                  <a:pt x="288" y="99"/>
                  <a:pt x="285" y="96"/>
                  <a:pt x="281" y="96"/>
                </a:cubicBezTo>
                <a:cubicBezTo>
                  <a:pt x="224" y="96"/>
                  <a:pt x="224" y="96"/>
                  <a:pt x="224" y="96"/>
                </a:cubicBezTo>
                <a:cubicBezTo>
                  <a:pt x="224" y="64"/>
                  <a:pt x="224" y="64"/>
                  <a:pt x="224" y="64"/>
                </a:cubicBezTo>
                <a:cubicBezTo>
                  <a:pt x="224" y="28"/>
                  <a:pt x="196" y="0"/>
                  <a:pt x="160" y="0"/>
                </a:cubicBezTo>
                <a:cubicBezTo>
                  <a:pt x="125" y="0"/>
                  <a:pt x="96" y="28"/>
                  <a:pt x="96" y="64"/>
                </a:cubicBezTo>
                <a:cubicBezTo>
                  <a:pt x="96" y="96"/>
                  <a:pt x="96" y="96"/>
                  <a:pt x="96" y="96"/>
                </a:cubicBezTo>
                <a:cubicBezTo>
                  <a:pt x="40" y="96"/>
                  <a:pt x="40" y="96"/>
                  <a:pt x="40" y="96"/>
                </a:cubicBezTo>
                <a:cubicBezTo>
                  <a:pt x="36" y="96"/>
                  <a:pt x="32" y="99"/>
                  <a:pt x="32" y="103"/>
                </a:cubicBezTo>
                <a:cubicBezTo>
                  <a:pt x="32" y="103"/>
                  <a:pt x="32" y="103"/>
                  <a:pt x="32" y="103"/>
                </a:cubicBezTo>
                <a:cubicBezTo>
                  <a:pt x="0" y="344"/>
                  <a:pt x="0" y="344"/>
                  <a:pt x="0" y="344"/>
                </a:cubicBezTo>
                <a:cubicBezTo>
                  <a:pt x="0" y="344"/>
                  <a:pt x="0" y="344"/>
                  <a:pt x="0" y="344"/>
                </a:cubicBezTo>
                <a:cubicBezTo>
                  <a:pt x="0" y="344"/>
                  <a:pt x="0" y="345"/>
                  <a:pt x="0" y="345"/>
                </a:cubicBezTo>
                <a:cubicBezTo>
                  <a:pt x="0" y="349"/>
                  <a:pt x="3" y="353"/>
                  <a:pt x="8" y="353"/>
                </a:cubicBezTo>
                <a:cubicBezTo>
                  <a:pt x="313" y="353"/>
                  <a:pt x="313" y="353"/>
                  <a:pt x="313" y="353"/>
                </a:cubicBezTo>
                <a:cubicBezTo>
                  <a:pt x="317" y="353"/>
                  <a:pt x="321" y="349"/>
                  <a:pt x="321" y="345"/>
                </a:cubicBezTo>
                <a:cubicBezTo>
                  <a:pt x="321" y="345"/>
                  <a:pt x="321" y="344"/>
                  <a:pt x="321" y="344"/>
                </a:cubicBezTo>
                <a:moveTo>
                  <a:pt x="112" y="64"/>
                </a:moveTo>
                <a:cubicBezTo>
                  <a:pt x="112" y="37"/>
                  <a:pt x="134" y="16"/>
                  <a:pt x="160" y="16"/>
                </a:cubicBezTo>
                <a:cubicBezTo>
                  <a:pt x="187" y="16"/>
                  <a:pt x="208" y="37"/>
                  <a:pt x="208" y="64"/>
                </a:cubicBezTo>
                <a:cubicBezTo>
                  <a:pt x="208" y="96"/>
                  <a:pt x="208" y="96"/>
                  <a:pt x="208" y="96"/>
                </a:cubicBezTo>
                <a:cubicBezTo>
                  <a:pt x="112" y="96"/>
                  <a:pt x="112" y="96"/>
                  <a:pt x="112" y="96"/>
                </a:cubicBezTo>
                <a:lnTo>
                  <a:pt x="112" y="64"/>
                </a:lnTo>
                <a:close/>
                <a:moveTo>
                  <a:pt x="47" y="112"/>
                </a:moveTo>
                <a:cubicBezTo>
                  <a:pt x="96" y="112"/>
                  <a:pt x="96" y="112"/>
                  <a:pt x="96" y="112"/>
                </a:cubicBezTo>
                <a:cubicBezTo>
                  <a:pt x="96" y="146"/>
                  <a:pt x="96" y="146"/>
                  <a:pt x="96" y="146"/>
                </a:cubicBezTo>
                <a:cubicBezTo>
                  <a:pt x="91" y="149"/>
                  <a:pt x="88" y="154"/>
                  <a:pt x="88" y="160"/>
                </a:cubicBezTo>
                <a:cubicBezTo>
                  <a:pt x="88" y="169"/>
                  <a:pt x="95" y="176"/>
                  <a:pt x="104" y="176"/>
                </a:cubicBezTo>
                <a:cubicBezTo>
                  <a:pt x="113" y="176"/>
                  <a:pt x="120" y="169"/>
                  <a:pt x="120" y="160"/>
                </a:cubicBezTo>
                <a:cubicBezTo>
                  <a:pt x="120" y="154"/>
                  <a:pt x="117" y="149"/>
                  <a:pt x="112" y="146"/>
                </a:cubicBezTo>
                <a:cubicBezTo>
                  <a:pt x="112" y="112"/>
                  <a:pt x="112" y="112"/>
                  <a:pt x="112" y="112"/>
                </a:cubicBezTo>
                <a:cubicBezTo>
                  <a:pt x="208" y="112"/>
                  <a:pt x="208" y="112"/>
                  <a:pt x="208" y="112"/>
                </a:cubicBezTo>
                <a:cubicBezTo>
                  <a:pt x="208" y="146"/>
                  <a:pt x="208" y="146"/>
                  <a:pt x="208" y="146"/>
                </a:cubicBezTo>
                <a:cubicBezTo>
                  <a:pt x="204" y="149"/>
                  <a:pt x="200" y="154"/>
                  <a:pt x="200" y="160"/>
                </a:cubicBezTo>
                <a:cubicBezTo>
                  <a:pt x="200" y="169"/>
                  <a:pt x="207" y="176"/>
                  <a:pt x="216" y="176"/>
                </a:cubicBezTo>
                <a:cubicBezTo>
                  <a:pt x="225" y="176"/>
                  <a:pt x="232" y="169"/>
                  <a:pt x="232" y="160"/>
                </a:cubicBezTo>
                <a:cubicBezTo>
                  <a:pt x="232" y="154"/>
                  <a:pt x="229" y="149"/>
                  <a:pt x="224" y="146"/>
                </a:cubicBezTo>
                <a:cubicBezTo>
                  <a:pt x="224" y="112"/>
                  <a:pt x="224" y="112"/>
                  <a:pt x="224" y="112"/>
                </a:cubicBezTo>
                <a:cubicBezTo>
                  <a:pt x="274" y="112"/>
                  <a:pt x="274" y="112"/>
                  <a:pt x="274" y="112"/>
                </a:cubicBezTo>
                <a:cubicBezTo>
                  <a:pt x="299" y="305"/>
                  <a:pt x="299" y="305"/>
                  <a:pt x="299" y="305"/>
                </a:cubicBezTo>
                <a:cubicBezTo>
                  <a:pt x="21" y="305"/>
                  <a:pt x="21" y="305"/>
                  <a:pt x="21" y="305"/>
                </a:cubicBezTo>
                <a:lnTo>
                  <a:pt x="47" y="112"/>
                </a:lnTo>
                <a:close/>
                <a:moveTo>
                  <a:pt x="17" y="337"/>
                </a:moveTo>
                <a:cubicBezTo>
                  <a:pt x="19" y="321"/>
                  <a:pt x="19" y="321"/>
                  <a:pt x="19" y="321"/>
                </a:cubicBezTo>
                <a:cubicBezTo>
                  <a:pt x="301" y="321"/>
                  <a:pt x="301" y="321"/>
                  <a:pt x="301" y="321"/>
                </a:cubicBezTo>
                <a:cubicBezTo>
                  <a:pt x="304" y="337"/>
                  <a:pt x="304" y="337"/>
                  <a:pt x="304" y="337"/>
                </a:cubicBezTo>
                <a:lnTo>
                  <a:pt x="17" y="337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1" name="Freeform 11"/>
          <p:cNvSpPr>
            <a:spLocks noEditPoints="1"/>
          </p:cNvSpPr>
          <p:nvPr/>
        </p:nvSpPr>
        <p:spPr bwMode="auto">
          <a:xfrm>
            <a:off x="7450667" y="931335"/>
            <a:ext cx="577851" cy="577851"/>
          </a:xfrm>
          <a:custGeom>
            <a:avLst/>
            <a:gdLst>
              <a:gd name="T0" fmla="*/ 273 w 353"/>
              <a:gd name="T1" fmla="*/ 135 h 353"/>
              <a:gd name="T2" fmla="*/ 265 w 353"/>
              <a:gd name="T3" fmla="*/ 128 h 353"/>
              <a:gd name="T4" fmla="*/ 209 w 353"/>
              <a:gd name="T5" fmla="*/ 112 h 353"/>
              <a:gd name="T6" fmla="*/ 80 w 353"/>
              <a:gd name="T7" fmla="*/ 112 h 353"/>
              <a:gd name="T8" fmla="*/ 24 w 353"/>
              <a:gd name="T9" fmla="*/ 128 h 353"/>
              <a:gd name="T10" fmla="*/ 16 w 353"/>
              <a:gd name="T11" fmla="*/ 135 h 353"/>
              <a:gd name="T12" fmla="*/ 0 w 353"/>
              <a:gd name="T13" fmla="*/ 344 h 353"/>
              <a:gd name="T14" fmla="*/ 8 w 353"/>
              <a:gd name="T15" fmla="*/ 353 h 353"/>
              <a:gd name="T16" fmla="*/ 289 w 353"/>
              <a:gd name="T17" fmla="*/ 345 h 353"/>
              <a:gd name="T18" fmla="*/ 96 w 353"/>
              <a:gd name="T19" fmla="*/ 112 h 353"/>
              <a:gd name="T20" fmla="*/ 193 w 353"/>
              <a:gd name="T21" fmla="*/ 112 h 353"/>
              <a:gd name="T22" fmla="*/ 96 w 353"/>
              <a:gd name="T23" fmla="*/ 128 h 353"/>
              <a:gd name="T24" fmla="*/ 31 w 353"/>
              <a:gd name="T25" fmla="*/ 144 h 353"/>
              <a:gd name="T26" fmla="*/ 80 w 353"/>
              <a:gd name="T27" fmla="*/ 179 h 353"/>
              <a:gd name="T28" fmla="*/ 88 w 353"/>
              <a:gd name="T29" fmla="*/ 208 h 353"/>
              <a:gd name="T30" fmla="*/ 96 w 353"/>
              <a:gd name="T31" fmla="*/ 179 h 353"/>
              <a:gd name="T32" fmla="*/ 193 w 353"/>
              <a:gd name="T33" fmla="*/ 144 h 353"/>
              <a:gd name="T34" fmla="*/ 184 w 353"/>
              <a:gd name="T35" fmla="*/ 192 h 353"/>
              <a:gd name="T36" fmla="*/ 217 w 353"/>
              <a:gd name="T37" fmla="*/ 192 h 353"/>
              <a:gd name="T38" fmla="*/ 209 w 353"/>
              <a:gd name="T39" fmla="*/ 144 h 353"/>
              <a:gd name="T40" fmla="*/ 270 w 353"/>
              <a:gd name="T41" fmla="*/ 305 h 353"/>
              <a:gd name="T42" fmla="*/ 31 w 353"/>
              <a:gd name="T43" fmla="*/ 144 h 353"/>
              <a:gd name="T44" fmla="*/ 18 w 353"/>
              <a:gd name="T45" fmla="*/ 321 h 353"/>
              <a:gd name="T46" fmla="*/ 272 w 353"/>
              <a:gd name="T47" fmla="*/ 337 h 353"/>
              <a:gd name="T48" fmla="*/ 353 w 353"/>
              <a:gd name="T49" fmla="*/ 296 h 353"/>
              <a:gd name="T50" fmla="*/ 337 w 353"/>
              <a:gd name="T51" fmla="*/ 87 h 353"/>
              <a:gd name="T52" fmla="*/ 329 w 353"/>
              <a:gd name="T53" fmla="*/ 80 h 353"/>
              <a:gd name="T54" fmla="*/ 273 w 353"/>
              <a:gd name="T55" fmla="*/ 64 h 353"/>
              <a:gd name="T56" fmla="*/ 153 w 353"/>
              <a:gd name="T57" fmla="*/ 32 h 353"/>
              <a:gd name="T58" fmla="*/ 209 w 353"/>
              <a:gd name="T59" fmla="*/ 16 h 353"/>
              <a:gd name="T60" fmla="*/ 257 w 353"/>
              <a:gd name="T61" fmla="*/ 80 h 353"/>
              <a:gd name="T62" fmla="*/ 223 w 353"/>
              <a:gd name="T63" fmla="*/ 96 h 353"/>
              <a:gd name="T64" fmla="*/ 257 w 353"/>
              <a:gd name="T65" fmla="*/ 112 h 353"/>
              <a:gd name="T66" fmla="*/ 273 w 353"/>
              <a:gd name="T67" fmla="*/ 114 h 353"/>
              <a:gd name="T68" fmla="*/ 322 w 353"/>
              <a:gd name="T69" fmla="*/ 96 h 353"/>
              <a:gd name="T70" fmla="*/ 298 w 353"/>
              <a:gd name="T71" fmla="*/ 257 h 353"/>
              <a:gd name="T72" fmla="*/ 335 w 353"/>
              <a:gd name="T73" fmla="*/ 273 h 353"/>
              <a:gd name="T74" fmla="*/ 301 w 353"/>
              <a:gd name="T75" fmla="*/ 289 h 353"/>
              <a:gd name="T76" fmla="*/ 345 w 353"/>
              <a:gd name="T77" fmla="*/ 305 h 353"/>
              <a:gd name="T78" fmla="*/ 353 w 353"/>
              <a:gd name="T79" fmla="*/ 296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353" h="353">
                <a:moveTo>
                  <a:pt x="289" y="344"/>
                </a:moveTo>
                <a:cubicBezTo>
                  <a:pt x="273" y="135"/>
                  <a:pt x="273" y="135"/>
                  <a:pt x="273" y="135"/>
                </a:cubicBezTo>
                <a:cubicBezTo>
                  <a:pt x="273" y="135"/>
                  <a:pt x="273" y="135"/>
                  <a:pt x="273" y="135"/>
                </a:cubicBezTo>
                <a:cubicBezTo>
                  <a:pt x="272" y="131"/>
                  <a:pt x="269" y="128"/>
                  <a:pt x="265" y="128"/>
                </a:cubicBezTo>
                <a:cubicBezTo>
                  <a:pt x="209" y="128"/>
                  <a:pt x="209" y="128"/>
                  <a:pt x="209" y="128"/>
                </a:cubicBezTo>
                <a:cubicBezTo>
                  <a:pt x="209" y="112"/>
                  <a:pt x="209" y="112"/>
                  <a:pt x="209" y="112"/>
                </a:cubicBezTo>
                <a:cubicBezTo>
                  <a:pt x="209" y="77"/>
                  <a:pt x="180" y="48"/>
                  <a:pt x="144" y="48"/>
                </a:cubicBezTo>
                <a:cubicBezTo>
                  <a:pt x="109" y="48"/>
                  <a:pt x="80" y="77"/>
                  <a:pt x="80" y="112"/>
                </a:cubicBezTo>
                <a:cubicBezTo>
                  <a:pt x="80" y="128"/>
                  <a:pt x="80" y="128"/>
                  <a:pt x="80" y="128"/>
                </a:cubicBezTo>
                <a:cubicBezTo>
                  <a:pt x="24" y="128"/>
                  <a:pt x="24" y="128"/>
                  <a:pt x="24" y="128"/>
                </a:cubicBezTo>
                <a:cubicBezTo>
                  <a:pt x="20" y="128"/>
                  <a:pt x="17" y="131"/>
                  <a:pt x="16" y="135"/>
                </a:cubicBezTo>
                <a:cubicBezTo>
                  <a:pt x="16" y="135"/>
                  <a:pt x="16" y="135"/>
                  <a:pt x="16" y="135"/>
                </a:cubicBezTo>
                <a:cubicBezTo>
                  <a:pt x="0" y="344"/>
                  <a:pt x="0" y="344"/>
                  <a:pt x="0" y="344"/>
                </a:cubicBezTo>
                <a:cubicBezTo>
                  <a:pt x="0" y="344"/>
                  <a:pt x="0" y="344"/>
                  <a:pt x="0" y="344"/>
                </a:cubicBezTo>
                <a:cubicBezTo>
                  <a:pt x="0" y="344"/>
                  <a:pt x="0" y="345"/>
                  <a:pt x="0" y="345"/>
                </a:cubicBezTo>
                <a:cubicBezTo>
                  <a:pt x="0" y="349"/>
                  <a:pt x="3" y="353"/>
                  <a:pt x="8" y="353"/>
                </a:cubicBezTo>
                <a:cubicBezTo>
                  <a:pt x="281" y="353"/>
                  <a:pt x="281" y="353"/>
                  <a:pt x="281" y="353"/>
                </a:cubicBezTo>
                <a:cubicBezTo>
                  <a:pt x="285" y="353"/>
                  <a:pt x="289" y="349"/>
                  <a:pt x="289" y="345"/>
                </a:cubicBezTo>
                <a:cubicBezTo>
                  <a:pt x="289" y="345"/>
                  <a:pt x="289" y="344"/>
                  <a:pt x="289" y="344"/>
                </a:cubicBezTo>
                <a:close/>
                <a:moveTo>
                  <a:pt x="96" y="112"/>
                </a:moveTo>
                <a:cubicBezTo>
                  <a:pt x="96" y="86"/>
                  <a:pt x="118" y="64"/>
                  <a:pt x="144" y="64"/>
                </a:cubicBezTo>
                <a:cubicBezTo>
                  <a:pt x="171" y="64"/>
                  <a:pt x="193" y="86"/>
                  <a:pt x="193" y="112"/>
                </a:cubicBezTo>
                <a:cubicBezTo>
                  <a:pt x="193" y="128"/>
                  <a:pt x="193" y="128"/>
                  <a:pt x="193" y="128"/>
                </a:cubicBezTo>
                <a:cubicBezTo>
                  <a:pt x="96" y="128"/>
                  <a:pt x="96" y="128"/>
                  <a:pt x="96" y="128"/>
                </a:cubicBezTo>
                <a:lnTo>
                  <a:pt x="96" y="112"/>
                </a:lnTo>
                <a:close/>
                <a:moveTo>
                  <a:pt x="31" y="144"/>
                </a:moveTo>
                <a:cubicBezTo>
                  <a:pt x="80" y="144"/>
                  <a:pt x="80" y="144"/>
                  <a:pt x="80" y="144"/>
                </a:cubicBezTo>
                <a:cubicBezTo>
                  <a:pt x="80" y="179"/>
                  <a:pt x="80" y="179"/>
                  <a:pt x="80" y="179"/>
                </a:cubicBezTo>
                <a:cubicBezTo>
                  <a:pt x="75" y="181"/>
                  <a:pt x="72" y="186"/>
                  <a:pt x="72" y="192"/>
                </a:cubicBezTo>
                <a:cubicBezTo>
                  <a:pt x="72" y="201"/>
                  <a:pt x="79" y="208"/>
                  <a:pt x="88" y="208"/>
                </a:cubicBezTo>
                <a:cubicBezTo>
                  <a:pt x="97" y="208"/>
                  <a:pt x="104" y="201"/>
                  <a:pt x="104" y="192"/>
                </a:cubicBezTo>
                <a:cubicBezTo>
                  <a:pt x="104" y="186"/>
                  <a:pt x="101" y="181"/>
                  <a:pt x="96" y="179"/>
                </a:cubicBezTo>
                <a:cubicBezTo>
                  <a:pt x="96" y="144"/>
                  <a:pt x="96" y="144"/>
                  <a:pt x="96" y="144"/>
                </a:cubicBezTo>
                <a:cubicBezTo>
                  <a:pt x="193" y="144"/>
                  <a:pt x="193" y="144"/>
                  <a:pt x="193" y="144"/>
                </a:cubicBezTo>
                <a:cubicBezTo>
                  <a:pt x="193" y="179"/>
                  <a:pt x="193" y="179"/>
                  <a:pt x="193" y="179"/>
                </a:cubicBezTo>
                <a:cubicBezTo>
                  <a:pt x="188" y="181"/>
                  <a:pt x="184" y="186"/>
                  <a:pt x="184" y="192"/>
                </a:cubicBezTo>
                <a:cubicBezTo>
                  <a:pt x="184" y="201"/>
                  <a:pt x="192" y="208"/>
                  <a:pt x="201" y="208"/>
                </a:cubicBezTo>
                <a:cubicBezTo>
                  <a:pt x="209" y="208"/>
                  <a:pt x="217" y="201"/>
                  <a:pt x="217" y="192"/>
                </a:cubicBezTo>
                <a:cubicBezTo>
                  <a:pt x="217" y="186"/>
                  <a:pt x="213" y="181"/>
                  <a:pt x="209" y="179"/>
                </a:cubicBezTo>
                <a:cubicBezTo>
                  <a:pt x="209" y="144"/>
                  <a:pt x="209" y="144"/>
                  <a:pt x="209" y="144"/>
                </a:cubicBezTo>
                <a:cubicBezTo>
                  <a:pt x="257" y="144"/>
                  <a:pt x="257" y="144"/>
                  <a:pt x="257" y="144"/>
                </a:cubicBezTo>
                <a:cubicBezTo>
                  <a:pt x="270" y="305"/>
                  <a:pt x="270" y="305"/>
                  <a:pt x="270" y="305"/>
                </a:cubicBezTo>
                <a:cubicBezTo>
                  <a:pt x="19" y="305"/>
                  <a:pt x="19" y="305"/>
                  <a:pt x="19" y="305"/>
                </a:cubicBezTo>
                <a:lnTo>
                  <a:pt x="31" y="144"/>
                </a:lnTo>
                <a:close/>
                <a:moveTo>
                  <a:pt x="17" y="337"/>
                </a:moveTo>
                <a:cubicBezTo>
                  <a:pt x="18" y="321"/>
                  <a:pt x="18" y="321"/>
                  <a:pt x="18" y="321"/>
                </a:cubicBezTo>
                <a:cubicBezTo>
                  <a:pt x="271" y="321"/>
                  <a:pt x="271" y="321"/>
                  <a:pt x="271" y="321"/>
                </a:cubicBezTo>
                <a:cubicBezTo>
                  <a:pt x="272" y="337"/>
                  <a:pt x="272" y="337"/>
                  <a:pt x="272" y="337"/>
                </a:cubicBezTo>
                <a:lnTo>
                  <a:pt x="17" y="337"/>
                </a:lnTo>
                <a:close/>
                <a:moveTo>
                  <a:pt x="353" y="296"/>
                </a:moveTo>
                <a:cubicBezTo>
                  <a:pt x="353" y="296"/>
                  <a:pt x="353" y="296"/>
                  <a:pt x="353" y="296"/>
                </a:cubicBezTo>
                <a:cubicBezTo>
                  <a:pt x="337" y="87"/>
                  <a:pt x="337" y="87"/>
                  <a:pt x="337" y="87"/>
                </a:cubicBezTo>
                <a:cubicBezTo>
                  <a:pt x="337" y="87"/>
                  <a:pt x="337" y="87"/>
                  <a:pt x="337" y="87"/>
                </a:cubicBezTo>
                <a:cubicBezTo>
                  <a:pt x="336" y="83"/>
                  <a:pt x="333" y="80"/>
                  <a:pt x="329" y="80"/>
                </a:cubicBezTo>
                <a:cubicBezTo>
                  <a:pt x="273" y="80"/>
                  <a:pt x="273" y="80"/>
                  <a:pt x="273" y="80"/>
                </a:cubicBezTo>
                <a:cubicBezTo>
                  <a:pt x="273" y="64"/>
                  <a:pt x="273" y="64"/>
                  <a:pt x="273" y="64"/>
                </a:cubicBezTo>
                <a:cubicBezTo>
                  <a:pt x="273" y="28"/>
                  <a:pt x="244" y="0"/>
                  <a:pt x="209" y="0"/>
                </a:cubicBezTo>
                <a:cubicBezTo>
                  <a:pt x="185" y="0"/>
                  <a:pt x="164" y="13"/>
                  <a:pt x="153" y="32"/>
                </a:cubicBezTo>
                <a:cubicBezTo>
                  <a:pt x="159" y="33"/>
                  <a:pt x="164" y="34"/>
                  <a:pt x="170" y="36"/>
                </a:cubicBezTo>
                <a:cubicBezTo>
                  <a:pt x="178" y="24"/>
                  <a:pt x="192" y="16"/>
                  <a:pt x="209" y="16"/>
                </a:cubicBezTo>
                <a:cubicBezTo>
                  <a:pt x="235" y="16"/>
                  <a:pt x="257" y="37"/>
                  <a:pt x="257" y="64"/>
                </a:cubicBezTo>
                <a:cubicBezTo>
                  <a:pt x="257" y="80"/>
                  <a:pt x="257" y="80"/>
                  <a:pt x="257" y="80"/>
                </a:cubicBezTo>
                <a:cubicBezTo>
                  <a:pt x="218" y="80"/>
                  <a:pt x="218" y="80"/>
                  <a:pt x="218" y="80"/>
                </a:cubicBezTo>
                <a:cubicBezTo>
                  <a:pt x="220" y="85"/>
                  <a:pt x="222" y="90"/>
                  <a:pt x="223" y="96"/>
                </a:cubicBezTo>
                <a:cubicBezTo>
                  <a:pt x="257" y="96"/>
                  <a:pt x="257" y="96"/>
                  <a:pt x="257" y="96"/>
                </a:cubicBezTo>
                <a:cubicBezTo>
                  <a:pt x="257" y="112"/>
                  <a:pt x="257" y="112"/>
                  <a:pt x="257" y="112"/>
                </a:cubicBezTo>
                <a:cubicBezTo>
                  <a:pt x="265" y="112"/>
                  <a:pt x="265" y="112"/>
                  <a:pt x="265" y="112"/>
                </a:cubicBezTo>
                <a:cubicBezTo>
                  <a:pt x="268" y="112"/>
                  <a:pt x="270" y="113"/>
                  <a:pt x="273" y="114"/>
                </a:cubicBezTo>
                <a:cubicBezTo>
                  <a:pt x="273" y="96"/>
                  <a:pt x="273" y="96"/>
                  <a:pt x="273" y="96"/>
                </a:cubicBezTo>
                <a:cubicBezTo>
                  <a:pt x="322" y="96"/>
                  <a:pt x="322" y="96"/>
                  <a:pt x="322" y="96"/>
                </a:cubicBezTo>
                <a:cubicBezTo>
                  <a:pt x="334" y="257"/>
                  <a:pt x="334" y="257"/>
                  <a:pt x="334" y="257"/>
                </a:cubicBezTo>
                <a:cubicBezTo>
                  <a:pt x="298" y="257"/>
                  <a:pt x="298" y="257"/>
                  <a:pt x="298" y="257"/>
                </a:cubicBezTo>
                <a:cubicBezTo>
                  <a:pt x="299" y="273"/>
                  <a:pt x="299" y="273"/>
                  <a:pt x="299" y="273"/>
                </a:cubicBezTo>
                <a:cubicBezTo>
                  <a:pt x="335" y="273"/>
                  <a:pt x="335" y="273"/>
                  <a:pt x="335" y="273"/>
                </a:cubicBezTo>
                <a:cubicBezTo>
                  <a:pt x="336" y="289"/>
                  <a:pt x="336" y="289"/>
                  <a:pt x="336" y="289"/>
                </a:cubicBezTo>
                <a:cubicBezTo>
                  <a:pt x="301" y="289"/>
                  <a:pt x="301" y="289"/>
                  <a:pt x="301" y="289"/>
                </a:cubicBezTo>
                <a:cubicBezTo>
                  <a:pt x="302" y="305"/>
                  <a:pt x="302" y="305"/>
                  <a:pt x="302" y="305"/>
                </a:cubicBezTo>
                <a:cubicBezTo>
                  <a:pt x="345" y="305"/>
                  <a:pt x="345" y="305"/>
                  <a:pt x="345" y="305"/>
                </a:cubicBezTo>
                <a:cubicBezTo>
                  <a:pt x="349" y="305"/>
                  <a:pt x="353" y="301"/>
                  <a:pt x="353" y="297"/>
                </a:cubicBezTo>
                <a:cubicBezTo>
                  <a:pt x="353" y="296"/>
                  <a:pt x="353" y="296"/>
                  <a:pt x="353" y="296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2" name="Freeform 12"/>
          <p:cNvSpPr>
            <a:spLocks noEditPoints="1"/>
          </p:cNvSpPr>
          <p:nvPr/>
        </p:nvSpPr>
        <p:spPr bwMode="auto">
          <a:xfrm>
            <a:off x="8568267" y="984252"/>
            <a:ext cx="577851" cy="472017"/>
          </a:xfrm>
          <a:custGeom>
            <a:avLst/>
            <a:gdLst>
              <a:gd name="T0" fmla="*/ 316 w 353"/>
              <a:gd name="T1" fmla="*/ 96 h 289"/>
              <a:gd name="T2" fmla="*/ 183 w 353"/>
              <a:gd name="T3" fmla="*/ 2 h 289"/>
              <a:gd name="T4" fmla="*/ 171 w 353"/>
              <a:gd name="T5" fmla="*/ 2 h 289"/>
              <a:gd name="T6" fmla="*/ 38 w 353"/>
              <a:gd name="T7" fmla="*/ 96 h 289"/>
              <a:gd name="T8" fmla="*/ 0 w 353"/>
              <a:gd name="T9" fmla="*/ 112 h 289"/>
              <a:gd name="T10" fmla="*/ 16 w 353"/>
              <a:gd name="T11" fmla="*/ 144 h 289"/>
              <a:gd name="T12" fmla="*/ 49 w 353"/>
              <a:gd name="T13" fmla="*/ 283 h 289"/>
              <a:gd name="T14" fmla="*/ 56 w 353"/>
              <a:gd name="T15" fmla="*/ 289 h 289"/>
              <a:gd name="T16" fmla="*/ 305 w 353"/>
              <a:gd name="T17" fmla="*/ 283 h 289"/>
              <a:gd name="T18" fmla="*/ 334 w 353"/>
              <a:gd name="T19" fmla="*/ 144 h 289"/>
              <a:gd name="T20" fmla="*/ 353 w 353"/>
              <a:gd name="T21" fmla="*/ 128 h 289"/>
              <a:gd name="T22" fmla="*/ 337 w 353"/>
              <a:gd name="T23" fmla="*/ 96 h 289"/>
              <a:gd name="T24" fmla="*/ 288 w 353"/>
              <a:gd name="T25" fmla="*/ 96 h 289"/>
              <a:gd name="T26" fmla="*/ 177 w 353"/>
              <a:gd name="T27" fmla="*/ 18 h 289"/>
              <a:gd name="T28" fmla="*/ 91 w 353"/>
              <a:gd name="T29" fmla="*/ 144 h 289"/>
              <a:gd name="T30" fmla="*/ 43 w 353"/>
              <a:gd name="T31" fmla="*/ 176 h 289"/>
              <a:gd name="T32" fmla="*/ 46 w 353"/>
              <a:gd name="T33" fmla="*/ 193 h 289"/>
              <a:gd name="T34" fmla="*/ 104 w 353"/>
              <a:gd name="T35" fmla="*/ 225 h 289"/>
              <a:gd name="T36" fmla="*/ 46 w 353"/>
              <a:gd name="T37" fmla="*/ 193 h 289"/>
              <a:gd name="T38" fmla="*/ 56 w 353"/>
              <a:gd name="T39" fmla="*/ 241 h 289"/>
              <a:gd name="T40" fmla="*/ 111 w 353"/>
              <a:gd name="T41" fmla="*/ 273 h 289"/>
              <a:gd name="T42" fmla="*/ 169 w 353"/>
              <a:gd name="T43" fmla="*/ 273 h 289"/>
              <a:gd name="T44" fmla="*/ 122 w 353"/>
              <a:gd name="T45" fmla="*/ 241 h 289"/>
              <a:gd name="T46" fmla="*/ 169 w 353"/>
              <a:gd name="T47" fmla="*/ 273 h 289"/>
              <a:gd name="T48" fmla="*/ 120 w 353"/>
              <a:gd name="T49" fmla="*/ 225 h 289"/>
              <a:gd name="T50" fmla="*/ 169 w 353"/>
              <a:gd name="T51" fmla="*/ 193 h 289"/>
              <a:gd name="T52" fmla="*/ 169 w 353"/>
              <a:gd name="T53" fmla="*/ 176 h 289"/>
              <a:gd name="T54" fmla="*/ 107 w 353"/>
              <a:gd name="T55" fmla="*/ 144 h 289"/>
              <a:gd name="T56" fmla="*/ 169 w 353"/>
              <a:gd name="T57" fmla="*/ 176 h 289"/>
              <a:gd name="T58" fmla="*/ 185 w 353"/>
              <a:gd name="T59" fmla="*/ 273 h 289"/>
              <a:gd name="T60" fmla="*/ 231 w 353"/>
              <a:gd name="T61" fmla="*/ 241 h 289"/>
              <a:gd name="T62" fmla="*/ 234 w 353"/>
              <a:gd name="T63" fmla="*/ 225 h 289"/>
              <a:gd name="T64" fmla="*/ 185 w 353"/>
              <a:gd name="T65" fmla="*/ 193 h 289"/>
              <a:gd name="T66" fmla="*/ 234 w 353"/>
              <a:gd name="T67" fmla="*/ 225 h 289"/>
              <a:gd name="T68" fmla="*/ 185 w 353"/>
              <a:gd name="T69" fmla="*/ 144 h 289"/>
              <a:gd name="T70" fmla="*/ 241 w 353"/>
              <a:gd name="T71" fmla="*/ 176 h 289"/>
              <a:gd name="T72" fmla="*/ 291 w 353"/>
              <a:gd name="T73" fmla="*/ 273 h 289"/>
              <a:gd name="T74" fmla="*/ 247 w 353"/>
              <a:gd name="T75" fmla="*/ 241 h 289"/>
              <a:gd name="T76" fmla="*/ 291 w 353"/>
              <a:gd name="T77" fmla="*/ 273 h 289"/>
              <a:gd name="T78" fmla="*/ 250 w 353"/>
              <a:gd name="T79" fmla="*/ 225 h 289"/>
              <a:gd name="T80" fmla="*/ 308 w 353"/>
              <a:gd name="T81" fmla="*/ 193 h 289"/>
              <a:gd name="T82" fmla="*/ 311 w 353"/>
              <a:gd name="T83" fmla="*/ 176 h 289"/>
              <a:gd name="T84" fmla="*/ 263 w 353"/>
              <a:gd name="T85" fmla="*/ 144 h 289"/>
              <a:gd name="T86" fmla="*/ 311 w 353"/>
              <a:gd name="T87" fmla="*/ 176 h 289"/>
              <a:gd name="T88" fmla="*/ 16 w 353"/>
              <a:gd name="T89" fmla="*/ 128 h 289"/>
              <a:gd name="T90" fmla="*/ 337 w 353"/>
              <a:gd name="T91" fmla="*/ 112 h 2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353" h="289">
                <a:moveTo>
                  <a:pt x="337" y="96"/>
                </a:moveTo>
                <a:cubicBezTo>
                  <a:pt x="316" y="96"/>
                  <a:pt x="316" y="96"/>
                  <a:pt x="316" y="96"/>
                </a:cubicBezTo>
                <a:cubicBezTo>
                  <a:pt x="183" y="2"/>
                  <a:pt x="183" y="2"/>
                  <a:pt x="183" y="2"/>
                </a:cubicBezTo>
                <a:cubicBezTo>
                  <a:pt x="183" y="2"/>
                  <a:pt x="183" y="2"/>
                  <a:pt x="183" y="2"/>
                </a:cubicBezTo>
                <a:cubicBezTo>
                  <a:pt x="181" y="1"/>
                  <a:pt x="179" y="0"/>
                  <a:pt x="177" y="0"/>
                </a:cubicBezTo>
                <a:cubicBezTo>
                  <a:pt x="175" y="0"/>
                  <a:pt x="172" y="1"/>
                  <a:pt x="171" y="2"/>
                </a:cubicBezTo>
                <a:cubicBezTo>
                  <a:pt x="171" y="2"/>
                  <a:pt x="171" y="2"/>
                  <a:pt x="171" y="2"/>
                </a:cubicBezTo>
                <a:cubicBezTo>
                  <a:pt x="38" y="96"/>
                  <a:pt x="38" y="96"/>
                  <a:pt x="38" y="96"/>
                </a:cubicBezTo>
                <a:cubicBezTo>
                  <a:pt x="16" y="96"/>
                  <a:pt x="16" y="96"/>
                  <a:pt x="16" y="96"/>
                </a:cubicBezTo>
                <a:cubicBezTo>
                  <a:pt x="7" y="96"/>
                  <a:pt x="0" y="103"/>
                  <a:pt x="0" y="112"/>
                </a:cubicBezTo>
                <a:cubicBezTo>
                  <a:pt x="0" y="128"/>
                  <a:pt x="0" y="128"/>
                  <a:pt x="0" y="128"/>
                </a:cubicBezTo>
                <a:cubicBezTo>
                  <a:pt x="0" y="137"/>
                  <a:pt x="7" y="144"/>
                  <a:pt x="16" y="144"/>
                </a:cubicBezTo>
                <a:cubicBezTo>
                  <a:pt x="19" y="144"/>
                  <a:pt x="19" y="144"/>
                  <a:pt x="19" y="144"/>
                </a:cubicBezTo>
                <a:cubicBezTo>
                  <a:pt x="49" y="283"/>
                  <a:pt x="49" y="283"/>
                  <a:pt x="49" y="283"/>
                </a:cubicBezTo>
                <a:cubicBezTo>
                  <a:pt x="49" y="283"/>
                  <a:pt x="49" y="283"/>
                  <a:pt x="49" y="283"/>
                </a:cubicBezTo>
                <a:cubicBezTo>
                  <a:pt x="50" y="286"/>
                  <a:pt x="53" y="289"/>
                  <a:pt x="56" y="289"/>
                </a:cubicBezTo>
                <a:cubicBezTo>
                  <a:pt x="297" y="289"/>
                  <a:pt x="297" y="289"/>
                  <a:pt x="297" y="289"/>
                </a:cubicBezTo>
                <a:cubicBezTo>
                  <a:pt x="301" y="289"/>
                  <a:pt x="304" y="286"/>
                  <a:pt x="305" y="283"/>
                </a:cubicBezTo>
                <a:cubicBezTo>
                  <a:pt x="305" y="283"/>
                  <a:pt x="305" y="283"/>
                  <a:pt x="305" y="283"/>
                </a:cubicBezTo>
                <a:cubicBezTo>
                  <a:pt x="334" y="144"/>
                  <a:pt x="334" y="144"/>
                  <a:pt x="334" y="144"/>
                </a:cubicBezTo>
                <a:cubicBezTo>
                  <a:pt x="337" y="144"/>
                  <a:pt x="337" y="144"/>
                  <a:pt x="337" y="144"/>
                </a:cubicBezTo>
                <a:cubicBezTo>
                  <a:pt x="346" y="144"/>
                  <a:pt x="353" y="137"/>
                  <a:pt x="353" y="128"/>
                </a:cubicBezTo>
                <a:cubicBezTo>
                  <a:pt x="353" y="112"/>
                  <a:pt x="353" y="112"/>
                  <a:pt x="353" y="112"/>
                </a:cubicBezTo>
                <a:cubicBezTo>
                  <a:pt x="353" y="103"/>
                  <a:pt x="346" y="96"/>
                  <a:pt x="337" y="96"/>
                </a:cubicBezTo>
                <a:moveTo>
                  <a:pt x="177" y="18"/>
                </a:moveTo>
                <a:cubicBezTo>
                  <a:pt x="288" y="96"/>
                  <a:pt x="288" y="96"/>
                  <a:pt x="288" y="96"/>
                </a:cubicBezTo>
                <a:cubicBezTo>
                  <a:pt x="65" y="96"/>
                  <a:pt x="65" y="96"/>
                  <a:pt x="65" y="96"/>
                </a:cubicBezTo>
                <a:lnTo>
                  <a:pt x="177" y="18"/>
                </a:lnTo>
                <a:close/>
                <a:moveTo>
                  <a:pt x="36" y="144"/>
                </a:moveTo>
                <a:cubicBezTo>
                  <a:pt x="91" y="144"/>
                  <a:pt x="91" y="144"/>
                  <a:pt x="91" y="144"/>
                </a:cubicBezTo>
                <a:cubicBezTo>
                  <a:pt x="96" y="176"/>
                  <a:pt x="96" y="176"/>
                  <a:pt x="96" y="176"/>
                </a:cubicBezTo>
                <a:cubicBezTo>
                  <a:pt x="43" y="176"/>
                  <a:pt x="43" y="176"/>
                  <a:pt x="43" y="176"/>
                </a:cubicBezTo>
                <a:lnTo>
                  <a:pt x="36" y="144"/>
                </a:lnTo>
                <a:close/>
                <a:moveTo>
                  <a:pt x="46" y="193"/>
                </a:moveTo>
                <a:cubicBezTo>
                  <a:pt x="99" y="193"/>
                  <a:pt x="99" y="193"/>
                  <a:pt x="99" y="193"/>
                </a:cubicBezTo>
                <a:cubicBezTo>
                  <a:pt x="104" y="225"/>
                  <a:pt x="104" y="225"/>
                  <a:pt x="104" y="225"/>
                </a:cubicBezTo>
                <a:cubicBezTo>
                  <a:pt x="53" y="225"/>
                  <a:pt x="53" y="225"/>
                  <a:pt x="53" y="225"/>
                </a:cubicBezTo>
                <a:lnTo>
                  <a:pt x="46" y="193"/>
                </a:lnTo>
                <a:close/>
                <a:moveTo>
                  <a:pt x="63" y="273"/>
                </a:moveTo>
                <a:cubicBezTo>
                  <a:pt x="56" y="241"/>
                  <a:pt x="56" y="241"/>
                  <a:pt x="56" y="241"/>
                </a:cubicBezTo>
                <a:cubicBezTo>
                  <a:pt x="106" y="241"/>
                  <a:pt x="106" y="241"/>
                  <a:pt x="106" y="241"/>
                </a:cubicBezTo>
                <a:cubicBezTo>
                  <a:pt x="111" y="273"/>
                  <a:pt x="111" y="273"/>
                  <a:pt x="111" y="273"/>
                </a:cubicBezTo>
                <a:lnTo>
                  <a:pt x="63" y="273"/>
                </a:lnTo>
                <a:close/>
                <a:moveTo>
                  <a:pt x="169" y="273"/>
                </a:moveTo>
                <a:cubicBezTo>
                  <a:pt x="127" y="273"/>
                  <a:pt x="127" y="273"/>
                  <a:pt x="127" y="273"/>
                </a:cubicBezTo>
                <a:cubicBezTo>
                  <a:pt x="122" y="241"/>
                  <a:pt x="122" y="241"/>
                  <a:pt x="122" y="241"/>
                </a:cubicBezTo>
                <a:cubicBezTo>
                  <a:pt x="169" y="241"/>
                  <a:pt x="169" y="241"/>
                  <a:pt x="169" y="241"/>
                </a:cubicBezTo>
                <a:lnTo>
                  <a:pt x="169" y="273"/>
                </a:lnTo>
                <a:close/>
                <a:moveTo>
                  <a:pt x="169" y="225"/>
                </a:moveTo>
                <a:cubicBezTo>
                  <a:pt x="120" y="225"/>
                  <a:pt x="120" y="225"/>
                  <a:pt x="120" y="225"/>
                </a:cubicBezTo>
                <a:cubicBezTo>
                  <a:pt x="115" y="193"/>
                  <a:pt x="115" y="193"/>
                  <a:pt x="115" y="193"/>
                </a:cubicBezTo>
                <a:cubicBezTo>
                  <a:pt x="169" y="193"/>
                  <a:pt x="169" y="193"/>
                  <a:pt x="169" y="193"/>
                </a:cubicBezTo>
                <a:lnTo>
                  <a:pt x="169" y="225"/>
                </a:lnTo>
                <a:close/>
                <a:moveTo>
                  <a:pt x="169" y="176"/>
                </a:moveTo>
                <a:cubicBezTo>
                  <a:pt x="112" y="176"/>
                  <a:pt x="112" y="176"/>
                  <a:pt x="112" y="176"/>
                </a:cubicBezTo>
                <a:cubicBezTo>
                  <a:pt x="107" y="144"/>
                  <a:pt x="107" y="144"/>
                  <a:pt x="107" y="144"/>
                </a:cubicBezTo>
                <a:cubicBezTo>
                  <a:pt x="169" y="144"/>
                  <a:pt x="169" y="144"/>
                  <a:pt x="169" y="144"/>
                </a:cubicBezTo>
                <a:lnTo>
                  <a:pt x="169" y="176"/>
                </a:lnTo>
                <a:close/>
                <a:moveTo>
                  <a:pt x="226" y="273"/>
                </a:moveTo>
                <a:cubicBezTo>
                  <a:pt x="185" y="273"/>
                  <a:pt x="185" y="273"/>
                  <a:pt x="185" y="273"/>
                </a:cubicBezTo>
                <a:cubicBezTo>
                  <a:pt x="185" y="241"/>
                  <a:pt x="185" y="241"/>
                  <a:pt x="185" y="241"/>
                </a:cubicBezTo>
                <a:cubicBezTo>
                  <a:pt x="231" y="241"/>
                  <a:pt x="231" y="241"/>
                  <a:pt x="231" y="241"/>
                </a:cubicBezTo>
                <a:lnTo>
                  <a:pt x="226" y="273"/>
                </a:lnTo>
                <a:close/>
                <a:moveTo>
                  <a:pt x="234" y="225"/>
                </a:moveTo>
                <a:cubicBezTo>
                  <a:pt x="185" y="225"/>
                  <a:pt x="185" y="225"/>
                  <a:pt x="185" y="225"/>
                </a:cubicBezTo>
                <a:cubicBezTo>
                  <a:pt x="185" y="193"/>
                  <a:pt x="185" y="193"/>
                  <a:pt x="185" y="193"/>
                </a:cubicBezTo>
                <a:cubicBezTo>
                  <a:pt x="239" y="193"/>
                  <a:pt x="239" y="193"/>
                  <a:pt x="239" y="193"/>
                </a:cubicBezTo>
                <a:lnTo>
                  <a:pt x="234" y="225"/>
                </a:lnTo>
                <a:close/>
                <a:moveTo>
                  <a:pt x="185" y="176"/>
                </a:moveTo>
                <a:cubicBezTo>
                  <a:pt x="185" y="144"/>
                  <a:pt x="185" y="144"/>
                  <a:pt x="185" y="144"/>
                </a:cubicBezTo>
                <a:cubicBezTo>
                  <a:pt x="247" y="144"/>
                  <a:pt x="247" y="144"/>
                  <a:pt x="247" y="144"/>
                </a:cubicBezTo>
                <a:cubicBezTo>
                  <a:pt x="241" y="176"/>
                  <a:pt x="241" y="176"/>
                  <a:pt x="241" y="176"/>
                </a:cubicBezTo>
                <a:lnTo>
                  <a:pt x="185" y="176"/>
                </a:lnTo>
                <a:close/>
                <a:moveTo>
                  <a:pt x="291" y="273"/>
                </a:moveTo>
                <a:cubicBezTo>
                  <a:pt x="242" y="273"/>
                  <a:pt x="242" y="273"/>
                  <a:pt x="242" y="273"/>
                </a:cubicBezTo>
                <a:cubicBezTo>
                  <a:pt x="247" y="241"/>
                  <a:pt x="247" y="241"/>
                  <a:pt x="247" y="241"/>
                </a:cubicBezTo>
                <a:cubicBezTo>
                  <a:pt x="297" y="241"/>
                  <a:pt x="297" y="241"/>
                  <a:pt x="297" y="241"/>
                </a:cubicBezTo>
                <a:lnTo>
                  <a:pt x="291" y="273"/>
                </a:lnTo>
                <a:close/>
                <a:moveTo>
                  <a:pt x="301" y="225"/>
                </a:moveTo>
                <a:cubicBezTo>
                  <a:pt x="250" y="225"/>
                  <a:pt x="250" y="225"/>
                  <a:pt x="250" y="225"/>
                </a:cubicBezTo>
                <a:cubicBezTo>
                  <a:pt x="255" y="193"/>
                  <a:pt x="255" y="193"/>
                  <a:pt x="255" y="193"/>
                </a:cubicBezTo>
                <a:cubicBezTo>
                  <a:pt x="308" y="193"/>
                  <a:pt x="308" y="193"/>
                  <a:pt x="308" y="193"/>
                </a:cubicBezTo>
                <a:lnTo>
                  <a:pt x="301" y="225"/>
                </a:lnTo>
                <a:close/>
                <a:moveTo>
                  <a:pt x="311" y="176"/>
                </a:moveTo>
                <a:cubicBezTo>
                  <a:pt x="258" y="176"/>
                  <a:pt x="258" y="176"/>
                  <a:pt x="258" y="176"/>
                </a:cubicBezTo>
                <a:cubicBezTo>
                  <a:pt x="263" y="144"/>
                  <a:pt x="263" y="144"/>
                  <a:pt x="263" y="144"/>
                </a:cubicBezTo>
                <a:cubicBezTo>
                  <a:pt x="318" y="144"/>
                  <a:pt x="318" y="144"/>
                  <a:pt x="318" y="144"/>
                </a:cubicBezTo>
                <a:lnTo>
                  <a:pt x="311" y="176"/>
                </a:lnTo>
                <a:close/>
                <a:moveTo>
                  <a:pt x="337" y="128"/>
                </a:moveTo>
                <a:cubicBezTo>
                  <a:pt x="16" y="128"/>
                  <a:pt x="16" y="128"/>
                  <a:pt x="16" y="128"/>
                </a:cubicBezTo>
                <a:cubicBezTo>
                  <a:pt x="16" y="112"/>
                  <a:pt x="16" y="112"/>
                  <a:pt x="16" y="112"/>
                </a:cubicBezTo>
                <a:cubicBezTo>
                  <a:pt x="337" y="112"/>
                  <a:pt x="337" y="112"/>
                  <a:pt x="337" y="112"/>
                </a:cubicBezTo>
                <a:lnTo>
                  <a:pt x="337" y="128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3" name="Freeform 13"/>
          <p:cNvSpPr>
            <a:spLocks noEditPoints="1"/>
          </p:cNvSpPr>
          <p:nvPr/>
        </p:nvSpPr>
        <p:spPr bwMode="auto">
          <a:xfrm>
            <a:off x="9673167" y="956735"/>
            <a:ext cx="577851" cy="527051"/>
          </a:xfrm>
          <a:custGeom>
            <a:avLst/>
            <a:gdLst>
              <a:gd name="T0" fmla="*/ 176 w 353"/>
              <a:gd name="T1" fmla="*/ 112 h 321"/>
              <a:gd name="T2" fmla="*/ 214 w 353"/>
              <a:gd name="T3" fmla="*/ 78 h 321"/>
              <a:gd name="T4" fmla="*/ 208 w 353"/>
              <a:gd name="T5" fmla="*/ 64 h 321"/>
              <a:gd name="T6" fmla="*/ 184 w 353"/>
              <a:gd name="T7" fmla="*/ 85 h 321"/>
              <a:gd name="T8" fmla="*/ 176 w 353"/>
              <a:gd name="T9" fmla="*/ 0 h 321"/>
              <a:gd name="T10" fmla="*/ 168 w 353"/>
              <a:gd name="T11" fmla="*/ 85 h 321"/>
              <a:gd name="T12" fmla="*/ 144 w 353"/>
              <a:gd name="T13" fmla="*/ 64 h 321"/>
              <a:gd name="T14" fmla="*/ 138 w 353"/>
              <a:gd name="T15" fmla="*/ 78 h 321"/>
              <a:gd name="T16" fmla="*/ 337 w 353"/>
              <a:gd name="T17" fmla="*/ 128 h 321"/>
              <a:gd name="T18" fmla="*/ 0 w 353"/>
              <a:gd name="T19" fmla="*/ 144 h 321"/>
              <a:gd name="T20" fmla="*/ 16 w 353"/>
              <a:gd name="T21" fmla="*/ 176 h 321"/>
              <a:gd name="T22" fmla="*/ 48 w 353"/>
              <a:gd name="T23" fmla="*/ 315 h 321"/>
              <a:gd name="T24" fmla="*/ 56 w 353"/>
              <a:gd name="T25" fmla="*/ 321 h 321"/>
              <a:gd name="T26" fmla="*/ 304 w 353"/>
              <a:gd name="T27" fmla="*/ 315 h 321"/>
              <a:gd name="T28" fmla="*/ 334 w 353"/>
              <a:gd name="T29" fmla="*/ 176 h 321"/>
              <a:gd name="T30" fmla="*/ 353 w 353"/>
              <a:gd name="T31" fmla="*/ 160 h 321"/>
              <a:gd name="T32" fmla="*/ 337 w 353"/>
              <a:gd name="T33" fmla="*/ 128 h 321"/>
              <a:gd name="T34" fmla="*/ 90 w 353"/>
              <a:gd name="T35" fmla="*/ 176 h 321"/>
              <a:gd name="T36" fmla="*/ 42 w 353"/>
              <a:gd name="T37" fmla="*/ 209 h 321"/>
              <a:gd name="T38" fmla="*/ 45 w 353"/>
              <a:gd name="T39" fmla="*/ 225 h 321"/>
              <a:gd name="T40" fmla="*/ 103 w 353"/>
              <a:gd name="T41" fmla="*/ 257 h 321"/>
              <a:gd name="T42" fmla="*/ 45 w 353"/>
              <a:gd name="T43" fmla="*/ 225 h 321"/>
              <a:gd name="T44" fmla="*/ 55 w 353"/>
              <a:gd name="T45" fmla="*/ 273 h 321"/>
              <a:gd name="T46" fmla="*/ 111 w 353"/>
              <a:gd name="T47" fmla="*/ 305 h 321"/>
              <a:gd name="T48" fmla="*/ 168 w 353"/>
              <a:gd name="T49" fmla="*/ 305 h 321"/>
              <a:gd name="T50" fmla="*/ 122 w 353"/>
              <a:gd name="T51" fmla="*/ 273 h 321"/>
              <a:gd name="T52" fmla="*/ 168 w 353"/>
              <a:gd name="T53" fmla="*/ 305 h 321"/>
              <a:gd name="T54" fmla="*/ 119 w 353"/>
              <a:gd name="T55" fmla="*/ 257 h 321"/>
              <a:gd name="T56" fmla="*/ 168 w 353"/>
              <a:gd name="T57" fmla="*/ 225 h 321"/>
              <a:gd name="T58" fmla="*/ 168 w 353"/>
              <a:gd name="T59" fmla="*/ 209 h 321"/>
              <a:gd name="T60" fmla="*/ 106 w 353"/>
              <a:gd name="T61" fmla="*/ 176 h 321"/>
              <a:gd name="T62" fmla="*/ 168 w 353"/>
              <a:gd name="T63" fmla="*/ 209 h 321"/>
              <a:gd name="T64" fmla="*/ 184 w 353"/>
              <a:gd name="T65" fmla="*/ 305 h 321"/>
              <a:gd name="T66" fmla="*/ 231 w 353"/>
              <a:gd name="T67" fmla="*/ 273 h 321"/>
              <a:gd name="T68" fmla="*/ 233 w 353"/>
              <a:gd name="T69" fmla="*/ 257 h 321"/>
              <a:gd name="T70" fmla="*/ 184 w 353"/>
              <a:gd name="T71" fmla="*/ 225 h 321"/>
              <a:gd name="T72" fmla="*/ 233 w 353"/>
              <a:gd name="T73" fmla="*/ 257 h 321"/>
              <a:gd name="T74" fmla="*/ 184 w 353"/>
              <a:gd name="T75" fmla="*/ 176 h 321"/>
              <a:gd name="T76" fmla="*/ 241 w 353"/>
              <a:gd name="T77" fmla="*/ 209 h 321"/>
              <a:gd name="T78" fmla="*/ 290 w 353"/>
              <a:gd name="T79" fmla="*/ 305 h 321"/>
              <a:gd name="T80" fmla="*/ 247 w 353"/>
              <a:gd name="T81" fmla="*/ 273 h 321"/>
              <a:gd name="T82" fmla="*/ 290 w 353"/>
              <a:gd name="T83" fmla="*/ 305 h 321"/>
              <a:gd name="T84" fmla="*/ 249 w 353"/>
              <a:gd name="T85" fmla="*/ 257 h 321"/>
              <a:gd name="T86" fmla="*/ 307 w 353"/>
              <a:gd name="T87" fmla="*/ 225 h 321"/>
              <a:gd name="T88" fmla="*/ 310 w 353"/>
              <a:gd name="T89" fmla="*/ 209 h 321"/>
              <a:gd name="T90" fmla="*/ 262 w 353"/>
              <a:gd name="T91" fmla="*/ 176 h 321"/>
              <a:gd name="T92" fmla="*/ 310 w 353"/>
              <a:gd name="T93" fmla="*/ 209 h 321"/>
              <a:gd name="T94" fmla="*/ 16 w 353"/>
              <a:gd name="T95" fmla="*/ 160 h 321"/>
              <a:gd name="T96" fmla="*/ 337 w 353"/>
              <a:gd name="T97" fmla="*/ 144 h 3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353" h="321">
                <a:moveTo>
                  <a:pt x="170" y="110"/>
                </a:moveTo>
                <a:cubicBezTo>
                  <a:pt x="172" y="111"/>
                  <a:pt x="174" y="112"/>
                  <a:pt x="176" y="112"/>
                </a:cubicBezTo>
                <a:cubicBezTo>
                  <a:pt x="178" y="112"/>
                  <a:pt x="180" y="111"/>
                  <a:pt x="182" y="110"/>
                </a:cubicBezTo>
                <a:cubicBezTo>
                  <a:pt x="214" y="78"/>
                  <a:pt x="214" y="78"/>
                  <a:pt x="214" y="78"/>
                </a:cubicBezTo>
                <a:cubicBezTo>
                  <a:pt x="215" y="76"/>
                  <a:pt x="216" y="74"/>
                  <a:pt x="216" y="72"/>
                </a:cubicBezTo>
                <a:cubicBezTo>
                  <a:pt x="216" y="68"/>
                  <a:pt x="213" y="64"/>
                  <a:pt x="208" y="64"/>
                </a:cubicBezTo>
                <a:cubicBezTo>
                  <a:pt x="206" y="64"/>
                  <a:pt x="204" y="65"/>
                  <a:pt x="203" y="66"/>
                </a:cubicBezTo>
                <a:cubicBezTo>
                  <a:pt x="184" y="85"/>
                  <a:pt x="184" y="85"/>
                  <a:pt x="184" y="85"/>
                </a:cubicBezTo>
                <a:cubicBezTo>
                  <a:pt x="184" y="8"/>
                  <a:pt x="184" y="8"/>
                  <a:pt x="184" y="8"/>
                </a:cubicBezTo>
                <a:cubicBezTo>
                  <a:pt x="184" y="3"/>
                  <a:pt x="181" y="0"/>
                  <a:pt x="176" y="0"/>
                </a:cubicBezTo>
                <a:cubicBezTo>
                  <a:pt x="172" y="0"/>
                  <a:pt x="168" y="3"/>
                  <a:pt x="168" y="8"/>
                </a:cubicBezTo>
                <a:cubicBezTo>
                  <a:pt x="168" y="85"/>
                  <a:pt x="168" y="85"/>
                  <a:pt x="168" y="85"/>
                </a:cubicBezTo>
                <a:cubicBezTo>
                  <a:pt x="150" y="66"/>
                  <a:pt x="150" y="66"/>
                  <a:pt x="150" y="66"/>
                </a:cubicBezTo>
                <a:cubicBezTo>
                  <a:pt x="148" y="65"/>
                  <a:pt x="146" y="64"/>
                  <a:pt x="144" y="64"/>
                </a:cubicBezTo>
                <a:cubicBezTo>
                  <a:pt x="140" y="64"/>
                  <a:pt x="136" y="68"/>
                  <a:pt x="136" y="72"/>
                </a:cubicBezTo>
                <a:cubicBezTo>
                  <a:pt x="136" y="74"/>
                  <a:pt x="137" y="76"/>
                  <a:pt x="138" y="78"/>
                </a:cubicBezTo>
                <a:lnTo>
                  <a:pt x="170" y="110"/>
                </a:lnTo>
                <a:close/>
                <a:moveTo>
                  <a:pt x="337" y="128"/>
                </a:moveTo>
                <a:cubicBezTo>
                  <a:pt x="16" y="128"/>
                  <a:pt x="16" y="128"/>
                  <a:pt x="16" y="128"/>
                </a:cubicBezTo>
                <a:cubicBezTo>
                  <a:pt x="7" y="128"/>
                  <a:pt x="0" y="135"/>
                  <a:pt x="0" y="144"/>
                </a:cubicBezTo>
                <a:cubicBezTo>
                  <a:pt x="0" y="160"/>
                  <a:pt x="0" y="160"/>
                  <a:pt x="0" y="160"/>
                </a:cubicBezTo>
                <a:cubicBezTo>
                  <a:pt x="0" y="169"/>
                  <a:pt x="7" y="176"/>
                  <a:pt x="16" y="176"/>
                </a:cubicBezTo>
                <a:cubicBezTo>
                  <a:pt x="19" y="176"/>
                  <a:pt x="19" y="176"/>
                  <a:pt x="19" y="176"/>
                </a:cubicBezTo>
                <a:cubicBezTo>
                  <a:pt x="48" y="315"/>
                  <a:pt x="48" y="315"/>
                  <a:pt x="48" y="315"/>
                </a:cubicBezTo>
                <a:cubicBezTo>
                  <a:pt x="48" y="315"/>
                  <a:pt x="48" y="315"/>
                  <a:pt x="48" y="315"/>
                </a:cubicBezTo>
                <a:cubicBezTo>
                  <a:pt x="49" y="318"/>
                  <a:pt x="52" y="321"/>
                  <a:pt x="56" y="321"/>
                </a:cubicBezTo>
                <a:cubicBezTo>
                  <a:pt x="297" y="321"/>
                  <a:pt x="297" y="321"/>
                  <a:pt x="297" y="321"/>
                </a:cubicBezTo>
                <a:cubicBezTo>
                  <a:pt x="300" y="321"/>
                  <a:pt x="303" y="318"/>
                  <a:pt x="304" y="315"/>
                </a:cubicBezTo>
                <a:cubicBezTo>
                  <a:pt x="304" y="315"/>
                  <a:pt x="304" y="315"/>
                  <a:pt x="304" y="315"/>
                </a:cubicBezTo>
                <a:cubicBezTo>
                  <a:pt x="334" y="176"/>
                  <a:pt x="334" y="176"/>
                  <a:pt x="334" y="176"/>
                </a:cubicBezTo>
                <a:cubicBezTo>
                  <a:pt x="337" y="176"/>
                  <a:pt x="337" y="176"/>
                  <a:pt x="337" y="176"/>
                </a:cubicBezTo>
                <a:cubicBezTo>
                  <a:pt x="346" y="176"/>
                  <a:pt x="353" y="169"/>
                  <a:pt x="353" y="160"/>
                </a:cubicBezTo>
                <a:cubicBezTo>
                  <a:pt x="353" y="144"/>
                  <a:pt x="353" y="144"/>
                  <a:pt x="353" y="144"/>
                </a:cubicBezTo>
                <a:cubicBezTo>
                  <a:pt x="353" y="135"/>
                  <a:pt x="346" y="128"/>
                  <a:pt x="337" y="128"/>
                </a:cubicBezTo>
                <a:moveTo>
                  <a:pt x="35" y="176"/>
                </a:moveTo>
                <a:cubicBezTo>
                  <a:pt x="90" y="176"/>
                  <a:pt x="90" y="176"/>
                  <a:pt x="90" y="176"/>
                </a:cubicBezTo>
                <a:cubicBezTo>
                  <a:pt x="95" y="209"/>
                  <a:pt x="95" y="209"/>
                  <a:pt x="95" y="209"/>
                </a:cubicBezTo>
                <a:cubicBezTo>
                  <a:pt x="42" y="209"/>
                  <a:pt x="42" y="209"/>
                  <a:pt x="42" y="209"/>
                </a:cubicBezTo>
                <a:lnTo>
                  <a:pt x="35" y="176"/>
                </a:lnTo>
                <a:close/>
                <a:moveTo>
                  <a:pt x="45" y="225"/>
                </a:moveTo>
                <a:cubicBezTo>
                  <a:pt x="98" y="225"/>
                  <a:pt x="98" y="225"/>
                  <a:pt x="98" y="225"/>
                </a:cubicBezTo>
                <a:cubicBezTo>
                  <a:pt x="103" y="257"/>
                  <a:pt x="103" y="257"/>
                  <a:pt x="103" y="257"/>
                </a:cubicBezTo>
                <a:cubicBezTo>
                  <a:pt x="52" y="257"/>
                  <a:pt x="52" y="257"/>
                  <a:pt x="52" y="257"/>
                </a:cubicBezTo>
                <a:lnTo>
                  <a:pt x="45" y="225"/>
                </a:lnTo>
                <a:close/>
                <a:moveTo>
                  <a:pt x="62" y="305"/>
                </a:moveTo>
                <a:cubicBezTo>
                  <a:pt x="55" y="273"/>
                  <a:pt x="55" y="273"/>
                  <a:pt x="55" y="273"/>
                </a:cubicBezTo>
                <a:cubicBezTo>
                  <a:pt x="106" y="273"/>
                  <a:pt x="106" y="273"/>
                  <a:pt x="106" y="273"/>
                </a:cubicBezTo>
                <a:cubicBezTo>
                  <a:pt x="111" y="305"/>
                  <a:pt x="111" y="305"/>
                  <a:pt x="111" y="305"/>
                </a:cubicBezTo>
                <a:lnTo>
                  <a:pt x="62" y="305"/>
                </a:lnTo>
                <a:close/>
                <a:moveTo>
                  <a:pt x="168" y="305"/>
                </a:moveTo>
                <a:cubicBezTo>
                  <a:pt x="127" y="305"/>
                  <a:pt x="127" y="305"/>
                  <a:pt x="127" y="305"/>
                </a:cubicBezTo>
                <a:cubicBezTo>
                  <a:pt x="122" y="273"/>
                  <a:pt x="122" y="273"/>
                  <a:pt x="122" y="273"/>
                </a:cubicBezTo>
                <a:cubicBezTo>
                  <a:pt x="168" y="273"/>
                  <a:pt x="168" y="273"/>
                  <a:pt x="168" y="273"/>
                </a:cubicBezTo>
                <a:lnTo>
                  <a:pt x="168" y="305"/>
                </a:lnTo>
                <a:close/>
                <a:moveTo>
                  <a:pt x="168" y="257"/>
                </a:moveTo>
                <a:cubicBezTo>
                  <a:pt x="119" y="257"/>
                  <a:pt x="119" y="257"/>
                  <a:pt x="119" y="257"/>
                </a:cubicBezTo>
                <a:cubicBezTo>
                  <a:pt x="114" y="225"/>
                  <a:pt x="114" y="225"/>
                  <a:pt x="114" y="225"/>
                </a:cubicBezTo>
                <a:cubicBezTo>
                  <a:pt x="168" y="225"/>
                  <a:pt x="168" y="225"/>
                  <a:pt x="168" y="225"/>
                </a:cubicBezTo>
                <a:lnTo>
                  <a:pt x="168" y="257"/>
                </a:lnTo>
                <a:close/>
                <a:moveTo>
                  <a:pt x="168" y="209"/>
                </a:moveTo>
                <a:cubicBezTo>
                  <a:pt x="112" y="209"/>
                  <a:pt x="112" y="209"/>
                  <a:pt x="112" y="209"/>
                </a:cubicBezTo>
                <a:cubicBezTo>
                  <a:pt x="106" y="176"/>
                  <a:pt x="106" y="176"/>
                  <a:pt x="106" y="176"/>
                </a:cubicBezTo>
                <a:cubicBezTo>
                  <a:pt x="168" y="176"/>
                  <a:pt x="168" y="176"/>
                  <a:pt x="168" y="176"/>
                </a:cubicBezTo>
                <a:lnTo>
                  <a:pt x="168" y="209"/>
                </a:lnTo>
                <a:close/>
                <a:moveTo>
                  <a:pt x="226" y="305"/>
                </a:moveTo>
                <a:cubicBezTo>
                  <a:pt x="184" y="305"/>
                  <a:pt x="184" y="305"/>
                  <a:pt x="184" y="305"/>
                </a:cubicBezTo>
                <a:cubicBezTo>
                  <a:pt x="184" y="273"/>
                  <a:pt x="184" y="273"/>
                  <a:pt x="184" y="273"/>
                </a:cubicBezTo>
                <a:cubicBezTo>
                  <a:pt x="231" y="273"/>
                  <a:pt x="231" y="273"/>
                  <a:pt x="231" y="273"/>
                </a:cubicBezTo>
                <a:lnTo>
                  <a:pt x="226" y="305"/>
                </a:lnTo>
                <a:close/>
                <a:moveTo>
                  <a:pt x="233" y="257"/>
                </a:moveTo>
                <a:cubicBezTo>
                  <a:pt x="184" y="257"/>
                  <a:pt x="184" y="257"/>
                  <a:pt x="184" y="257"/>
                </a:cubicBezTo>
                <a:cubicBezTo>
                  <a:pt x="184" y="225"/>
                  <a:pt x="184" y="225"/>
                  <a:pt x="184" y="225"/>
                </a:cubicBezTo>
                <a:cubicBezTo>
                  <a:pt x="238" y="225"/>
                  <a:pt x="238" y="225"/>
                  <a:pt x="238" y="225"/>
                </a:cubicBezTo>
                <a:lnTo>
                  <a:pt x="233" y="257"/>
                </a:lnTo>
                <a:close/>
                <a:moveTo>
                  <a:pt x="184" y="209"/>
                </a:moveTo>
                <a:cubicBezTo>
                  <a:pt x="184" y="176"/>
                  <a:pt x="184" y="176"/>
                  <a:pt x="184" y="176"/>
                </a:cubicBezTo>
                <a:cubicBezTo>
                  <a:pt x="246" y="176"/>
                  <a:pt x="246" y="176"/>
                  <a:pt x="246" y="176"/>
                </a:cubicBezTo>
                <a:cubicBezTo>
                  <a:pt x="241" y="209"/>
                  <a:pt x="241" y="209"/>
                  <a:pt x="241" y="209"/>
                </a:cubicBezTo>
                <a:lnTo>
                  <a:pt x="184" y="209"/>
                </a:lnTo>
                <a:close/>
                <a:moveTo>
                  <a:pt x="290" y="305"/>
                </a:moveTo>
                <a:cubicBezTo>
                  <a:pt x="242" y="305"/>
                  <a:pt x="242" y="305"/>
                  <a:pt x="242" y="305"/>
                </a:cubicBezTo>
                <a:cubicBezTo>
                  <a:pt x="247" y="273"/>
                  <a:pt x="247" y="273"/>
                  <a:pt x="247" y="273"/>
                </a:cubicBezTo>
                <a:cubicBezTo>
                  <a:pt x="297" y="273"/>
                  <a:pt x="297" y="273"/>
                  <a:pt x="297" y="273"/>
                </a:cubicBezTo>
                <a:lnTo>
                  <a:pt x="290" y="305"/>
                </a:lnTo>
                <a:close/>
                <a:moveTo>
                  <a:pt x="300" y="257"/>
                </a:moveTo>
                <a:cubicBezTo>
                  <a:pt x="249" y="257"/>
                  <a:pt x="249" y="257"/>
                  <a:pt x="249" y="257"/>
                </a:cubicBezTo>
                <a:cubicBezTo>
                  <a:pt x="254" y="225"/>
                  <a:pt x="254" y="225"/>
                  <a:pt x="254" y="225"/>
                </a:cubicBezTo>
                <a:cubicBezTo>
                  <a:pt x="307" y="225"/>
                  <a:pt x="307" y="225"/>
                  <a:pt x="307" y="225"/>
                </a:cubicBezTo>
                <a:lnTo>
                  <a:pt x="300" y="257"/>
                </a:lnTo>
                <a:close/>
                <a:moveTo>
                  <a:pt x="310" y="209"/>
                </a:moveTo>
                <a:cubicBezTo>
                  <a:pt x="257" y="209"/>
                  <a:pt x="257" y="209"/>
                  <a:pt x="257" y="209"/>
                </a:cubicBezTo>
                <a:cubicBezTo>
                  <a:pt x="262" y="176"/>
                  <a:pt x="262" y="176"/>
                  <a:pt x="262" y="176"/>
                </a:cubicBezTo>
                <a:cubicBezTo>
                  <a:pt x="317" y="176"/>
                  <a:pt x="317" y="176"/>
                  <a:pt x="317" y="176"/>
                </a:cubicBezTo>
                <a:lnTo>
                  <a:pt x="310" y="209"/>
                </a:lnTo>
                <a:close/>
                <a:moveTo>
                  <a:pt x="337" y="160"/>
                </a:moveTo>
                <a:cubicBezTo>
                  <a:pt x="16" y="160"/>
                  <a:pt x="16" y="160"/>
                  <a:pt x="16" y="160"/>
                </a:cubicBezTo>
                <a:cubicBezTo>
                  <a:pt x="16" y="144"/>
                  <a:pt x="16" y="144"/>
                  <a:pt x="16" y="144"/>
                </a:cubicBezTo>
                <a:cubicBezTo>
                  <a:pt x="337" y="144"/>
                  <a:pt x="337" y="144"/>
                  <a:pt x="337" y="144"/>
                </a:cubicBezTo>
                <a:lnTo>
                  <a:pt x="337" y="16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4" name="Freeform 14"/>
          <p:cNvSpPr>
            <a:spLocks noEditPoints="1"/>
          </p:cNvSpPr>
          <p:nvPr/>
        </p:nvSpPr>
        <p:spPr bwMode="auto">
          <a:xfrm>
            <a:off x="10775951" y="956735"/>
            <a:ext cx="577851" cy="527051"/>
          </a:xfrm>
          <a:custGeom>
            <a:avLst/>
            <a:gdLst>
              <a:gd name="T0" fmla="*/ 150 w 353"/>
              <a:gd name="T1" fmla="*/ 46 h 321"/>
              <a:gd name="T2" fmla="*/ 168 w 353"/>
              <a:gd name="T3" fmla="*/ 104 h 321"/>
              <a:gd name="T4" fmla="*/ 185 w 353"/>
              <a:gd name="T5" fmla="*/ 104 h 321"/>
              <a:gd name="T6" fmla="*/ 203 w 353"/>
              <a:gd name="T7" fmla="*/ 46 h 321"/>
              <a:gd name="T8" fmla="*/ 217 w 353"/>
              <a:gd name="T9" fmla="*/ 40 h 321"/>
              <a:gd name="T10" fmla="*/ 182 w 353"/>
              <a:gd name="T11" fmla="*/ 2 h 321"/>
              <a:gd name="T12" fmla="*/ 171 w 353"/>
              <a:gd name="T13" fmla="*/ 2 h 321"/>
              <a:gd name="T14" fmla="*/ 136 w 353"/>
              <a:gd name="T15" fmla="*/ 40 h 321"/>
              <a:gd name="T16" fmla="*/ 337 w 353"/>
              <a:gd name="T17" fmla="*/ 128 h 321"/>
              <a:gd name="T18" fmla="*/ 0 w 353"/>
              <a:gd name="T19" fmla="*/ 144 h 321"/>
              <a:gd name="T20" fmla="*/ 16 w 353"/>
              <a:gd name="T21" fmla="*/ 176 h 321"/>
              <a:gd name="T22" fmla="*/ 48 w 353"/>
              <a:gd name="T23" fmla="*/ 315 h 321"/>
              <a:gd name="T24" fmla="*/ 56 w 353"/>
              <a:gd name="T25" fmla="*/ 321 h 321"/>
              <a:gd name="T26" fmla="*/ 305 w 353"/>
              <a:gd name="T27" fmla="*/ 315 h 321"/>
              <a:gd name="T28" fmla="*/ 334 w 353"/>
              <a:gd name="T29" fmla="*/ 176 h 321"/>
              <a:gd name="T30" fmla="*/ 353 w 353"/>
              <a:gd name="T31" fmla="*/ 160 h 321"/>
              <a:gd name="T32" fmla="*/ 337 w 353"/>
              <a:gd name="T33" fmla="*/ 128 h 321"/>
              <a:gd name="T34" fmla="*/ 91 w 353"/>
              <a:gd name="T35" fmla="*/ 176 h 321"/>
              <a:gd name="T36" fmla="*/ 42 w 353"/>
              <a:gd name="T37" fmla="*/ 209 h 321"/>
              <a:gd name="T38" fmla="*/ 46 w 353"/>
              <a:gd name="T39" fmla="*/ 225 h 321"/>
              <a:gd name="T40" fmla="*/ 103 w 353"/>
              <a:gd name="T41" fmla="*/ 257 h 321"/>
              <a:gd name="T42" fmla="*/ 46 w 353"/>
              <a:gd name="T43" fmla="*/ 225 h 321"/>
              <a:gd name="T44" fmla="*/ 56 w 353"/>
              <a:gd name="T45" fmla="*/ 273 h 321"/>
              <a:gd name="T46" fmla="*/ 111 w 353"/>
              <a:gd name="T47" fmla="*/ 305 h 321"/>
              <a:gd name="T48" fmla="*/ 168 w 353"/>
              <a:gd name="T49" fmla="*/ 305 h 321"/>
              <a:gd name="T50" fmla="*/ 122 w 353"/>
              <a:gd name="T51" fmla="*/ 273 h 321"/>
              <a:gd name="T52" fmla="*/ 168 w 353"/>
              <a:gd name="T53" fmla="*/ 305 h 321"/>
              <a:gd name="T54" fmla="*/ 119 w 353"/>
              <a:gd name="T55" fmla="*/ 257 h 321"/>
              <a:gd name="T56" fmla="*/ 168 w 353"/>
              <a:gd name="T57" fmla="*/ 225 h 321"/>
              <a:gd name="T58" fmla="*/ 168 w 353"/>
              <a:gd name="T59" fmla="*/ 209 h 321"/>
              <a:gd name="T60" fmla="*/ 107 w 353"/>
              <a:gd name="T61" fmla="*/ 176 h 321"/>
              <a:gd name="T62" fmla="*/ 168 w 353"/>
              <a:gd name="T63" fmla="*/ 209 h 321"/>
              <a:gd name="T64" fmla="*/ 185 w 353"/>
              <a:gd name="T65" fmla="*/ 305 h 321"/>
              <a:gd name="T66" fmla="*/ 231 w 353"/>
              <a:gd name="T67" fmla="*/ 273 h 321"/>
              <a:gd name="T68" fmla="*/ 234 w 353"/>
              <a:gd name="T69" fmla="*/ 257 h 321"/>
              <a:gd name="T70" fmla="*/ 185 w 353"/>
              <a:gd name="T71" fmla="*/ 225 h 321"/>
              <a:gd name="T72" fmla="*/ 234 w 353"/>
              <a:gd name="T73" fmla="*/ 257 h 321"/>
              <a:gd name="T74" fmla="*/ 185 w 353"/>
              <a:gd name="T75" fmla="*/ 176 h 321"/>
              <a:gd name="T76" fmla="*/ 241 w 353"/>
              <a:gd name="T77" fmla="*/ 209 h 321"/>
              <a:gd name="T78" fmla="*/ 290 w 353"/>
              <a:gd name="T79" fmla="*/ 305 h 321"/>
              <a:gd name="T80" fmla="*/ 247 w 353"/>
              <a:gd name="T81" fmla="*/ 273 h 321"/>
              <a:gd name="T82" fmla="*/ 290 w 353"/>
              <a:gd name="T83" fmla="*/ 305 h 321"/>
              <a:gd name="T84" fmla="*/ 250 w 353"/>
              <a:gd name="T85" fmla="*/ 257 h 321"/>
              <a:gd name="T86" fmla="*/ 307 w 353"/>
              <a:gd name="T87" fmla="*/ 225 h 321"/>
              <a:gd name="T88" fmla="*/ 311 w 353"/>
              <a:gd name="T89" fmla="*/ 209 h 321"/>
              <a:gd name="T90" fmla="*/ 262 w 353"/>
              <a:gd name="T91" fmla="*/ 176 h 321"/>
              <a:gd name="T92" fmla="*/ 311 w 353"/>
              <a:gd name="T93" fmla="*/ 209 h 321"/>
              <a:gd name="T94" fmla="*/ 16 w 353"/>
              <a:gd name="T95" fmla="*/ 160 h 321"/>
              <a:gd name="T96" fmla="*/ 337 w 353"/>
              <a:gd name="T97" fmla="*/ 144 h 3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353" h="321">
                <a:moveTo>
                  <a:pt x="144" y="48"/>
                </a:moveTo>
                <a:cubicBezTo>
                  <a:pt x="147" y="48"/>
                  <a:pt x="149" y="47"/>
                  <a:pt x="150" y="46"/>
                </a:cubicBezTo>
                <a:cubicBezTo>
                  <a:pt x="168" y="27"/>
                  <a:pt x="168" y="27"/>
                  <a:pt x="168" y="27"/>
                </a:cubicBezTo>
                <a:cubicBezTo>
                  <a:pt x="168" y="104"/>
                  <a:pt x="168" y="104"/>
                  <a:pt x="168" y="104"/>
                </a:cubicBezTo>
                <a:cubicBezTo>
                  <a:pt x="168" y="109"/>
                  <a:pt x="172" y="112"/>
                  <a:pt x="176" y="112"/>
                </a:cubicBezTo>
                <a:cubicBezTo>
                  <a:pt x="181" y="112"/>
                  <a:pt x="185" y="109"/>
                  <a:pt x="185" y="104"/>
                </a:cubicBezTo>
                <a:cubicBezTo>
                  <a:pt x="185" y="27"/>
                  <a:pt x="185" y="27"/>
                  <a:pt x="185" y="27"/>
                </a:cubicBezTo>
                <a:cubicBezTo>
                  <a:pt x="203" y="46"/>
                  <a:pt x="203" y="46"/>
                  <a:pt x="203" y="46"/>
                </a:cubicBezTo>
                <a:cubicBezTo>
                  <a:pt x="204" y="47"/>
                  <a:pt x="206" y="48"/>
                  <a:pt x="209" y="48"/>
                </a:cubicBezTo>
                <a:cubicBezTo>
                  <a:pt x="213" y="48"/>
                  <a:pt x="217" y="44"/>
                  <a:pt x="217" y="40"/>
                </a:cubicBezTo>
                <a:cubicBezTo>
                  <a:pt x="217" y="38"/>
                  <a:pt x="216" y="36"/>
                  <a:pt x="214" y="34"/>
                </a:cubicBezTo>
                <a:cubicBezTo>
                  <a:pt x="182" y="2"/>
                  <a:pt x="182" y="2"/>
                  <a:pt x="182" y="2"/>
                </a:cubicBezTo>
                <a:cubicBezTo>
                  <a:pt x="181" y="1"/>
                  <a:pt x="179" y="0"/>
                  <a:pt x="176" y="0"/>
                </a:cubicBezTo>
                <a:cubicBezTo>
                  <a:pt x="174" y="0"/>
                  <a:pt x="172" y="1"/>
                  <a:pt x="171" y="2"/>
                </a:cubicBezTo>
                <a:cubicBezTo>
                  <a:pt x="139" y="34"/>
                  <a:pt x="139" y="34"/>
                  <a:pt x="139" y="34"/>
                </a:cubicBezTo>
                <a:cubicBezTo>
                  <a:pt x="137" y="36"/>
                  <a:pt x="136" y="38"/>
                  <a:pt x="136" y="40"/>
                </a:cubicBezTo>
                <a:cubicBezTo>
                  <a:pt x="136" y="44"/>
                  <a:pt x="140" y="48"/>
                  <a:pt x="144" y="48"/>
                </a:cubicBezTo>
                <a:moveTo>
                  <a:pt x="337" y="128"/>
                </a:moveTo>
                <a:cubicBezTo>
                  <a:pt x="16" y="128"/>
                  <a:pt x="16" y="128"/>
                  <a:pt x="16" y="128"/>
                </a:cubicBezTo>
                <a:cubicBezTo>
                  <a:pt x="7" y="128"/>
                  <a:pt x="0" y="135"/>
                  <a:pt x="0" y="144"/>
                </a:cubicBezTo>
                <a:cubicBezTo>
                  <a:pt x="0" y="160"/>
                  <a:pt x="0" y="160"/>
                  <a:pt x="0" y="160"/>
                </a:cubicBezTo>
                <a:cubicBezTo>
                  <a:pt x="0" y="169"/>
                  <a:pt x="7" y="176"/>
                  <a:pt x="16" y="176"/>
                </a:cubicBezTo>
                <a:cubicBezTo>
                  <a:pt x="19" y="176"/>
                  <a:pt x="19" y="176"/>
                  <a:pt x="19" y="176"/>
                </a:cubicBezTo>
                <a:cubicBezTo>
                  <a:pt x="48" y="315"/>
                  <a:pt x="48" y="315"/>
                  <a:pt x="48" y="315"/>
                </a:cubicBezTo>
                <a:cubicBezTo>
                  <a:pt x="48" y="315"/>
                  <a:pt x="48" y="315"/>
                  <a:pt x="48" y="315"/>
                </a:cubicBezTo>
                <a:cubicBezTo>
                  <a:pt x="49" y="318"/>
                  <a:pt x="52" y="321"/>
                  <a:pt x="56" y="321"/>
                </a:cubicBezTo>
                <a:cubicBezTo>
                  <a:pt x="297" y="321"/>
                  <a:pt x="297" y="321"/>
                  <a:pt x="297" y="321"/>
                </a:cubicBezTo>
                <a:cubicBezTo>
                  <a:pt x="301" y="321"/>
                  <a:pt x="304" y="318"/>
                  <a:pt x="305" y="315"/>
                </a:cubicBezTo>
                <a:cubicBezTo>
                  <a:pt x="305" y="315"/>
                  <a:pt x="305" y="315"/>
                  <a:pt x="305" y="315"/>
                </a:cubicBezTo>
                <a:cubicBezTo>
                  <a:pt x="334" y="176"/>
                  <a:pt x="334" y="176"/>
                  <a:pt x="334" y="176"/>
                </a:cubicBezTo>
                <a:cubicBezTo>
                  <a:pt x="337" y="176"/>
                  <a:pt x="337" y="176"/>
                  <a:pt x="337" y="176"/>
                </a:cubicBezTo>
                <a:cubicBezTo>
                  <a:pt x="346" y="176"/>
                  <a:pt x="353" y="169"/>
                  <a:pt x="353" y="160"/>
                </a:cubicBezTo>
                <a:cubicBezTo>
                  <a:pt x="353" y="144"/>
                  <a:pt x="353" y="144"/>
                  <a:pt x="353" y="144"/>
                </a:cubicBezTo>
                <a:cubicBezTo>
                  <a:pt x="353" y="135"/>
                  <a:pt x="346" y="128"/>
                  <a:pt x="337" y="128"/>
                </a:cubicBezTo>
                <a:moveTo>
                  <a:pt x="36" y="176"/>
                </a:moveTo>
                <a:cubicBezTo>
                  <a:pt x="91" y="176"/>
                  <a:pt x="91" y="176"/>
                  <a:pt x="91" y="176"/>
                </a:cubicBezTo>
                <a:cubicBezTo>
                  <a:pt x="96" y="209"/>
                  <a:pt x="96" y="209"/>
                  <a:pt x="96" y="209"/>
                </a:cubicBezTo>
                <a:cubicBezTo>
                  <a:pt x="42" y="209"/>
                  <a:pt x="42" y="209"/>
                  <a:pt x="42" y="209"/>
                </a:cubicBezTo>
                <a:lnTo>
                  <a:pt x="36" y="176"/>
                </a:lnTo>
                <a:close/>
                <a:moveTo>
                  <a:pt x="46" y="225"/>
                </a:moveTo>
                <a:cubicBezTo>
                  <a:pt x="98" y="225"/>
                  <a:pt x="98" y="225"/>
                  <a:pt x="98" y="225"/>
                </a:cubicBezTo>
                <a:cubicBezTo>
                  <a:pt x="103" y="257"/>
                  <a:pt x="103" y="257"/>
                  <a:pt x="103" y="257"/>
                </a:cubicBezTo>
                <a:cubicBezTo>
                  <a:pt x="52" y="257"/>
                  <a:pt x="52" y="257"/>
                  <a:pt x="52" y="257"/>
                </a:cubicBezTo>
                <a:lnTo>
                  <a:pt x="46" y="225"/>
                </a:lnTo>
                <a:close/>
                <a:moveTo>
                  <a:pt x="63" y="305"/>
                </a:moveTo>
                <a:cubicBezTo>
                  <a:pt x="56" y="273"/>
                  <a:pt x="56" y="273"/>
                  <a:pt x="56" y="273"/>
                </a:cubicBezTo>
                <a:cubicBezTo>
                  <a:pt x="106" y="273"/>
                  <a:pt x="106" y="273"/>
                  <a:pt x="106" y="273"/>
                </a:cubicBezTo>
                <a:cubicBezTo>
                  <a:pt x="111" y="305"/>
                  <a:pt x="111" y="305"/>
                  <a:pt x="111" y="305"/>
                </a:cubicBezTo>
                <a:lnTo>
                  <a:pt x="63" y="305"/>
                </a:lnTo>
                <a:close/>
                <a:moveTo>
                  <a:pt x="168" y="305"/>
                </a:moveTo>
                <a:cubicBezTo>
                  <a:pt x="127" y="305"/>
                  <a:pt x="127" y="305"/>
                  <a:pt x="127" y="305"/>
                </a:cubicBezTo>
                <a:cubicBezTo>
                  <a:pt x="122" y="273"/>
                  <a:pt x="122" y="273"/>
                  <a:pt x="122" y="273"/>
                </a:cubicBezTo>
                <a:cubicBezTo>
                  <a:pt x="168" y="273"/>
                  <a:pt x="168" y="273"/>
                  <a:pt x="168" y="273"/>
                </a:cubicBezTo>
                <a:lnTo>
                  <a:pt x="168" y="305"/>
                </a:lnTo>
                <a:close/>
                <a:moveTo>
                  <a:pt x="168" y="257"/>
                </a:moveTo>
                <a:cubicBezTo>
                  <a:pt x="119" y="257"/>
                  <a:pt x="119" y="257"/>
                  <a:pt x="119" y="257"/>
                </a:cubicBezTo>
                <a:cubicBezTo>
                  <a:pt x="114" y="225"/>
                  <a:pt x="114" y="225"/>
                  <a:pt x="114" y="225"/>
                </a:cubicBezTo>
                <a:cubicBezTo>
                  <a:pt x="168" y="225"/>
                  <a:pt x="168" y="225"/>
                  <a:pt x="168" y="225"/>
                </a:cubicBezTo>
                <a:lnTo>
                  <a:pt x="168" y="257"/>
                </a:lnTo>
                <a:close/>
                <a:moveTo>
                  <a:pt x="168" y="209"/>
                </a:moveTo>
                <a:cubicBezTo>
                  <a:pt x="112" y="209"/>
                  <a:pt x="112" y="209"/>
                  <a:pt x="112" y="209"/>
                </a:cubicBezTo>
                <a:cubicBezTo>
                  <a:pt x="107" y="176"/>
                  <a:pt x="107" y="176"/>
                  <a:pt x="107" y="176"/>
                </a:cubicBezTo>
                <a:cubicBezTo>
                  <a:pt x="168" y="176"/>
                  <a:pt x="168" y="176"/>
                  <a:pt x="168" y="176"/>
                </a:cubicBezTo>
                <a:lnTo>
                  <a:pt x="168" y="209"/>
                </a:lnTo>
                <a:close/>
                <a:moveTo>
                  <a:pt x="226" y="305"/>
                </a:moveTo>
                <a:cubicBezTo>
                  <a:pt x="185" y="305"/>
                  <a:pt x="185" y="305"/>
                  <a:pt x="185" y="305"/>
                </a:cubicBezTo>
                <a:cubicBezTo>
                  <a:pt x="185" y="273"/>
                  <a:pt x="185" y="273"/>
                  <a:pt x="185" y="273"/>
                </a:cubicBezTo>
                <a:cubicBezTo>
                  <a:pt x="231" y="273"/>
                  <a:pt x="231" y="273"/>
                  <a:pt x="231" y="273"/>
                </a:cubicBezTo>
                <a:lnTo>
                  <a:pt x="226" y="305"/>
                </a:lnTo>
                <a:close/>
                <a:moveTo>
                  <a:pt x="234" y="257"/>
                </a:moveTo>
                <a:cubicBezTo>
                  <a:pt x="185" y="257"/>
                  <a:pt x="185" y="257"/>
                  <a:pt x="185" y="257"/>
                </a:cubicBezTo>
                <a:cubicBezTo>
                  <a:pt x="185" y="225"/>
                  <a:pt x="185" y="225"/>
                  <a:pt x="185" y="225"/>
                </a:cubicBezTo>
                <a:cubicBezTo>
                  <a:pt x="239" y="225"/>
                  <a:pt x="239" y="225"/>
                  <a:pt x="239" y="225"/>
                </a:cubicBezTo>
                <a:lnTo>
                  <a:pt x="234" y="257"/>
                </a:lnTo>
                <a:close/>
                <a:moveTo>
                  <a:pt x="185" y="209"/>
                </a:moveTo>
                <a:cubicBezTo>
                  <a:pt x="185" y="176"/>
                  <a:pt x="185" y="176"/>
                  <a:pt x="185" y="176"/>
                </a:cubicBezTo>
                <a:cubicBezTo>
                  <a:pt x="246" y="176"/>
                  <a:pt x="246" y="176"/>
                  <a:pt x="246" y="176"/>
                </a:cubicBezTo>
                <a:cubicBezTo>
                  <a:pt x="241" y="209"/>
                  <a:pt x="241" y="209"/>
                  <a:pt x="241" y="209"/>
                </a:cubicBezTo>
                <a:lnTo>
                  <a:pt x="185" y="209"/>
                </a:lnTo>
                <a:close/>
                <a:moveTo>
                  <a:pt x="290" y="305"/>
                </a:moveTo>
                <a:cubicBezTo>
                  <a:pt x="242" y="305"/>
                  <a:pt x="242" y="305"/>
                  <a:pt x="242" y="305"/>
                </a:cubicBezTo>
                <a:cubicBezTo>
                  <a:pt x="247" y="273"/>
                  <a:pt x="247" y="273"/>
                  <a:pt x="247" y="273"/>
                </a:cubicBezTo>
                <a:cubicBezTo>
                  <a:pt x="297" y="273"/>
                  <a:pt x="297" y="273"/>
                  <a:pt x="297" y="273"/>
                </a:cubicBezTo>
                <a:lnTo>
                  <a:pt x="290" y="305"/>
                </a:lnTo>
                <a:close/>
                <a:moveTo>
                  <a:pt x="301" y="257"/>
                </a:moveTo>
                <a:cubicBezTo>
                  <a:pt x="250" y="257"/>
                  <a:pt x="250" y="257"/>
                  <a:pt x="250" y="257"/>
                </a:cubicBezTo>
                <a:cubicBezTo>
                  <a:pt x="255" y="225"/>
                  <a:pt x="255" y="225"/>
                  <a:pt x="255" y="225"/>
                </a:cubicBezTo>
                <a:cubicBezTo>
                  <a:pt x="307" y="225"/>
                  <a:pt x="307" y="225"/>
                  <a:pt x="307" y="225"/>
                </a:cubicBezTo>
                <a:lnTo>
                  <a:pt x="301" y="257"/>
                </a:lnTo>
                <a:close/>
                <a:moveTo>
                  <a:pt x="311" y="209"/>
                </a:moveTo>
                <a:cubicBezTo>
                  <a:pt x="257" y="209"/>
                  <a:pt x="257" y="209"/>
                  <a:pt x="257" y="209"/>
                </a:cubicBezTo>
                <a:cubicBezTo>
                  <a:pt x="262" y="176"/>
                  <a:pt x="262" y="176"/>
                  <a:pt x="262" y="176"/>
                </a:cubicBezTo>
                <a:cubicBezTo>
                  <a:pt x="317" y="176"/>
                  <a:pt x="317" y="176"/>
                  <a:pt x="317" y="176"/>
                </a:cubicBezTo>
                <a:lnTo>
                  <a:pt x="311" y="209"/>
                </a:lnTo>
                <a:close/>
                <a:moveTo>
                  <a:pt x="337" y="160"/>
                </a:moveTo>
                <a:cubicBezTo>
                  <a:pt x="16" y="160"/>
                  <a:pt x="16" y="160"/>
                  <a:pt x="16" y="160"/>
                </a:cubicBezTo>
                <a:cubicBezTo>
                  <a:pt x="16" y="144"/>
                  <a:pt x="16" y="144"/>
                  <a:pt x="16" y="144"/>
                </a:cubicBezTo>
                <a:cubicBezTo>
                  <a:pt x="337" y="144"/>
                  <a:pt x="337" y="144"/>
                  <a:pt x="337" y="144"/>
                </a:cubicBezTo>
                <a:lnTo>
                  <a:pt x="337" y="16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5" name="Freeform 15"/>
          <p:cNvSpPr>
            <a:spLocks noEditPoints="1"/>
          </p:cNvSpPr>
          <p:nvPr/>
        </p:nvSpPr>
        <p:spPr bwMode="auto">
          <a:xfrm>
            <a:off x="840317" y="2061635"/>
            <a:ext cx="577851" cy="527051"/>
          </a:xfrm>
          <a:custGeom>
            <a:avLst/>
            <a:gdLst>
              <a:gd name="T0" fmla="*/ 123 w 353"/>
              <a:gd name="T1" fmla="*/ 46 h 321"/>
              <a:gd name="T2" fmla="*/ 160 w 353"/>
              <a:gd name="T3" fmla="*/ 80 h 321"/>
              <a:gd name="T4" fmla="*/ 166 w 353"/>
              <a:gd name="T5" fmla="*/ 67 h 321"/>
              <a:gd name="T6" fmla="*/ 225 w 353"/>
              <a:gd name="T7" fmla="*/ 48 h 321"/>
              <a:gd name="T8" fmla="*/ 233 w 353"/>
              <a:gd name="T9" fmla="*/ 40 h 321"/>
              <a:gd name="T10" fmla="*/ 148 w 353"/>
              <a:gd name="T11" fmla="*/ 32 h 321"/>
              <a:gd name="T12" fmla="*/ 168 w 353"/>
              <a:gd name="T13" fmla="*/ 8 h 321"/>
              <a:gd name="T14" fmla="*/ 155 w 353"/>
              <a:gd name="T15" fmla="*/ 2 h 321"/>
              <a:gd name="T16" fmla="*/ 123 w 353"/>
              <a:gd name="T17" fmla="*/ 35 h 321"/>
              <a:gd name="T18" fmla="*/ 123 w 353"/>
              <a:gd name="T19" fmla="*/ 46 h 321"/>
              <a:gd name="T20" fmla="*/ 16 w 353"/>
              <a:gd name="T21" fmla="*/ 129 h 321"/>
              <a:gd name="T22" fmla="*/ 0 w 353"/>
              <a:gd name="T23" fmla="*/ 161 h 321"/>
              <a:gd name="T24" fmla="*/ 19 w 353"/>
              <a:gd name="T25" fmla="*/ 177 h 321"/>
              <a:gd name="T26" fmla="*/ 48 w 353"/>
              <a:gd name="T27" fmla="*/ 315 h 321"/>
              <a:gd name="T28" fmla="*/ 297 w 353"/>
              <a:gd name="T29" fmla="*/ 321 h 321"/>
              <a:gd name="T30" fmla="*/ 305 w 353"/>
              <a:gd name="T31" fmla="*/ 315 h 321"/>
              <a:gd name="T32" fmla="*/ 337 w 353"/>
              <a:gd name="T33" fmla="*/ 177 h 321"/>
              <a:gd name="T34" fmla="*/ 353 w 353"/>
              <a:gd name="T35" fmla="*/ 145 h 321"/>
              <a:gd name="T36" fmla="*/ 36 w 353"/>
              <a:gd name="T37" fmla="*/ 177 h 321"/>
              <a:gd name="T38" fmla="*/ 96 w 353"/>
              <a:gd name="T39" fmla="*/ 209 h 321"/>
              <a:gd name="T40" fmla="*/ 36 w 353"/>
              <a:gd name="T41" fmla="*/ 177 h 321"/>
              <a:gd name="T42" fmla="*/ 98 w 353"/>
              <a:gd name="T43" fmla="*/ 225 h 321"/>
              <a:gd name="T44" fmla="*/ 52 w 353"/>
              <a:gd name="T45" fmla="*/ 257 h 321"/>
              <a:gd name="T46" fmla="*/ 63 w 353"/>
              <a:gd name="T47" fmla="*/ 305 h 321"/>
              <a:gd name="T48" fmla="*/ 106 w 353"/>
              <a:gd name="T49" fmla="*/ 273 h 321"/>
              <a:gd name="T50" fmla="*/ 63 w 353"/>
              <a:gd name="T51" fmla="*/ 305 h 321"/>
              <a:gd name="T52" fmla="*/ 127 w 353"/>
              <a:gd name="T53" fmla="*/ 305 h 321"/>
              <a:gd name="T54" fmla="*/ 168 w 353"/>
              <a:gd name="T55" fmla="*/ 273 h 321"/>
              <a:gd name="T56" fmla="*/ 168 w 353"/>
              <a:gd name="T57" fmla="*/ 257 h 321"/>
              <a:gd name="T58" fmla="*/ 114 w 353"/>
              <a:gd name="T59" fmla="*/ 225 h 321"/>
              <a:gd name="T60" fmla="*/ 168 w 353"/>
              <a:gd name="T61" fmla="*/ 257 h 321"/>
              <a:gd name="T62" fmla="*/ 112 w 353"/>
              <a:gd name="T63" fmla="*/ 209 h 321"/>
              <a:gd name="T64" fmla="*/ 168 w 353"/>
              <a:gd name="T65" fmla="*/ 177 h 321"/>
              <a:gd name="T66" fmla="*/ 226 w 353"/>
              <a:gd name="T67" fmla="*/ 305 h 321"/>
              <a:gd name="T68" fmla="*/ 185 w 353"/>
              <a:gd name="T69" fmla="*/ 273 h 321"/>
              <a:gd name="T70" fmla="*/ 226 w 353"/>
              <a:gd name="T71" fmla="*/ 305 h 321"/>
              <a:gd name="T72" fmla="*/ 185 w 353"/>
              <a:gd name="T73" fmla="*/ 257 h 321"/>
              <a:gd name="T74" fmla="*/ 239 w 353"/>
              <a:gd name="T75" fmla="*/ 225 h 321"/>
              <a:gd name="T76" fmla="*/ 185 w 353"/>
              <a:gd name="T77" fmla="*/ 209 h 321"/>
              <a:gd name="T78" fmla="*/ 246 w 353"/>
              <a:gd name="T79" fmla="*/ 177 h 321"/>
              <a:gd name="T80" fmla="*/ 185 w 353"/>
              <a:gd name="T81" fmla="*/ 209 h 321"/>
              <a:gd name="T82" fmla="*/ 242 w 353"/>
              <a:gd name="T83" fmla="*/ 305 h 321"/>
              <a:gd name="T84" fmla="*/ 297 w 353"/>
              <a:gd name="T85" fmla="*/ 273 h 321"/>
              <a:gd name="T86" fmla="*/ 301 w 353"/>
              <a:gd name="T87" fmla="*/ 257 h 321"/>
              <a:gd name="T88" fmla="*/ 255 w 353"/>
              <a:gd name="T89" fmla="*/ 225 h 321"/>
              <a:gd name="T90" fmla="*/ 301 w 353"/>
              <a:gd name="T91" fmla="*/ 257 h 321"/>
              <a:gd name="T92" fmla="*/ 257 w 353"/>
              <a:gd name="T93" fmla="*/ 209 h 321"/>
              <a:gd name="T94" fmla="*/ 317 w 353"/>
              <a:gd name="T95" fmla="*/ 177 h 321"/>
              <a:gd name="T96" fmla="*/ 337 w 353"/>
              <a:gd name="T97" fmla="*/ 161 h 321"/>
              <a:gd name="T98" fmla="*/ 16 w 353"/>
              <a:gd name="T99" fmla="*/ 145 h 321"/>
              <a:gd name="T100" fmla="*/ 337 w 353"/>
              <a:gd name="T101" fmla="*/ 161 h 3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353" h="321">
                <a:moveTo>
                  <a:pt x="123" y="46"/>
                </a:moveTo>
                <a:cubicBezTo>
                  <a:pt x="123" y="46"/>
                  <a:pt x="123" y="46"/>
                  <a:pt x="123" y="46"/>
                </a:cubicBezTo>
                <a:cubicBezTo>
                  <a:pt x="155" y="78"/>
                  <a:pt x="155" y="78"/>
                  <a:pt x="155" y="78"/>
                </a:cubicBezTo>
                <a:cubicBezTo>
                  <a:pt x="156" y="79"/>
                  <a:pt x="158" y="80"/>
                  <a:pt x="160" y="80"/>
                </a:cubicBezTo>
                <a:cubicBezTo>
                  <a:pt x="165" y="80"/>
                  <a:pt x="168" y="77"/>
                  <a:pt x="168" y="72"/>
                </a:cubicBezTo>
                <a:cubicBezTo>
                  <a:pt x="168" y="70"/>
                  <a:pt x="168" y="68"/>
                  <a:pt x="166" y="67"/>
                </a:cubicBezTo>
                <a:cubicBezTo>
                  <a:pt x="148" y="48"/>
                  <a:pt x="148" y="48"/>
                  <a:pt x="148" y="48"/>
                </a:cubicBezTo>
                <a:cubicBezTo>
                  <a:pt x="225" y="48"/>
                  <a:pt x="225" y="48"/>
                  <a:pt x="225" y="48"/>
                </a:cubicBezTo>
                <a:cubicBezTo>
                  <a:pt x="225" y="48"/>
                  <a:pt x="225" y="48"/>
                  <a:pt x="225" y="48"/>
                </a:cubicBezTo>
                <a:cubicBezTo>
                  <a:pt x="229" y="48"/>
                  <a:pt x="233" y="45"/>
                  <a:pt x="233" y="40"/>
                </a:cubicBezTo>
                <a:cubicBezTo>
                  <a:pt x="233" y="36"/>
                  <a:pt x="229" y="32"/>
                  <a:pt x="225" y="32"/>
                </a:cubicBezTo>
                <a:cubicBezTo>
                  <a:pt x="148" y="32"/>
                  <a:pt x="148" y="32"/>
                  <a:pt x="148" y="32"/>
                </a:cubicBezTo>
                <a:cubicBezTo>
                  <a:pt x="166" y="14"/>
                  <a:pt x="166" y="14"/>
                  <a:pt x="166" y="14"/>
                </a:cubicBezTo>
                <a:cubicBezTo>
                  <a:pt x="168" y="12"/>
                  <a:pt x="168" y="10"/>
                  <a:pt x="168" y="8"/>
                </a:cubicBezTo>
                <a:cubicBezTo>
                  <a:pt x="168" y="4"/>
                  <a:pt x="165" y="0"/>
                  <a:pt x="160" y="0"/>
                </a:cubicBezTo>
                <a:cubicBezTo>
                  <a:pt x="158" y="0"/>
                  <a:pt x="156" y="1"/>
                  <a:pt x="155" y="2"/>
                </a:cubicBezTo>
                <a:cubicBezTo>
                  <a:pt x="123" y="35"/>
                  <a:pt x="123" y="35"/>
                  <a:pt x="123" y="35"/>
                </a:cubicBezTo>
                <a:cubicBezTo>
                  <a:pt x="123" y="35"/>
                  <a:pt x="123" y="35"/>
                  <a:pt x="123" y="35"/>
                </a:cubicBezTo>
                <a:cubicBezTo>
                  <a:pt x="121" y="36"/>
                  <a:pt x="120" y="38"/>
                  <a:pt x="120" y="40"/>
                </a:cubicBezTo>
                <a:cubicBezTo>
                  <a:pt x="120" y="42"/>
                  <a:pt x="121" y="44"/>
                  <a:pt x="123" y="46"/>
                </a:cubicBezTo>
                <a:moveTo>
                  <a:pt x="337" y="129"/>
                </a:moveTo>
                <a:cubicBezTo>
                  <a:pt x="16" y="129"/>
                  <a:pt x="16" y="129"/>
                  <a:pt x="16" y="129"/>
                </a:cubicBezTo>
                <a:cubicBezTo>
                  <a:pt x="7" y="129"/>
                  <a:pt x="0" y="136"/>
                  <a:pt x="0" y="145"/>
                </a:cubicBezTo>
                <a:cubicBezTo>
                  <a:pt x="0" y="161"/>
                  <a:pt x="0" y="161"/>
                  <a:pt x="0" y="161"/>
                </a:cubicBezTo>
                <a:cubicBezTo>
                  <a:pt x="0" y="170"/>
                  <a:pt x="7" y="177"/>
                  <a:pt x="16" y="177"/>
                </a:cubicBezTo>
                <a:cubicBezTo>
                  <a:pt x="19" y="177"/>
                  <a:pt x="19" y="177"/>
                  <a:pt x="19" y="177"/>
                </a:cubicBezTo>
                <a:cubicBezTo>
                  <a:pt x="48" y="315"/>
                  <a:pt x="48" y="315"/>
                  <a:pt x="48" y="315"/>
                </a:cubicBezTo>
                <a:cubicBezTo>
                  <a:pt x="48" y="315"/>
                  <a:pt x="48" y="315"/>
                  <a:pt x="48" y="315"/>
                </a:cubicBezTo>
                <a:cubicBezTo>
                  <a:pt x="49" y="319"/>
                  <a:pt x="52" y="321"/>
                  <a:pt x="56" y="321"/>
                </a:cubicBezTo>
                <a:cubicBezTo>
                  <a:pt x="297" y="321"/>
                  <a:pt x="297" y="321"/>
                  <a:pt x="297" y="321"/>
                </a:cubicBezTo>
                <a:cubicBezTo>
                  <a:pt x="301" y="321"/>
                  <a:pt x="304" y="319"/>
                  <a:pt x="305" y="315"/>
                </a:cubicBezTo>
                <a:cubicBezTo>
                  <a:pt x="305" y="315"/>
                  <a:pt x="305" y="315"/>
                  <a:pt x="305" y="315"/>
                </a:cubicBezTo>
                <a:cubicBezTo>
                  <a:pt x="334" y="177"/>
                  <a:pt x="334" y="177"/>
                  <a:pt x="334" y="177"/>
                </a:cubicBezTo>
                <a:cubicBezTo>
                  <a:pt x="337" y="177"/>
                  <a:pt x="337" y="177"/>
                  <a:pt x="337" y="177"/>
                </a:cubicBezTo>
                <a:cubicBezTo>
                  <a:pt x="346" y="177"/>
                  <a:pt x="353" y="170"/>
                  <a:pt x="353" y="161"/>
                </a:cubicBezTo>
                <a:cubicBezTo>
                  <a:pt x="353" y="145"/>
                  <a:pt x="353" y="145"/>
                  <a:pt x="353" y="145"/>
                </a:cubicBezTo>
                <a:cubicBezTo>
                  <a:pt x="353" y="136"/>
                  <a:pt x="346" y="129"/>
                  <a:pt x="337" y="129"/>
                </a:cubicBezTo>
                <a:moveTo>
                  <a:pt x="36" y="177"/>
                </a:moveTo>
                <a:cubicBezTo>
                  <a:pt x="91" y="177"/>
                  <a:pt x="91" y="177"/>
                  <a:pt x="91" y="177"/>
                </a:cubicBezTo>
                <a:cubicBezTo>
                  <a:pt x="96" y="209"/>
                  <a:pt x="96" y="209"/>
                  <a:pt x="96" y="209"/>
                </a:cubicBezTo>
                <a:cubicBezTo>
                  <a:pt x="42" y="209"/>
                  <a:pt x="42" y="209"/>
                  <a:pt x="42" y="209"/>
                </a:cubicBezTo>
                <a:lnTo>
                  <a:pt x="36" y="177"/>
                </a:lnTo>
                <a:close/>
                <a:moveTo>
                  <a:pt x="46" y="225"/>
                </a:moveTo>
                <a:cubicBezTo>
                  <a:pt x="98" y="225"/>
                  <a:pt x="98" y="225"/>
                  <a:pt x="98" y="225"/>
                </a:cubicBezTo>
                <a:cubicBezTo>
                  <a:pt x="103" y="257"/>
                  <a:pt x="103" y="257"/>
                  <a:pt x="103" y="257"/>
                </a:cubicBezTo>
                <a:cubicBezTo>
                  <a:pt x="52" y="257"/>
                  <a:pt x="52" y="257"/>
                  <a:pt x="52" y="257"/>
                </a:cubicBezTo>
                <a:lnTo>
                  <a:pt x="46" y="225"/>
                </a:lnTo>
                <a:close/>
                <a:moveTo>
                  <a:pt x="63" y="305"/>
                </a:moveTo>
                <a:cubicBezTo>
                  <a:pt x="56" y="273"/>
                  <a:pt x="56" y="273"/>
                  <a:pt x="56" y="273"/>
                </a:cubicBezTo>
                <a:cubicBezTo>
                  <a:pt x="106" y="273"/>
                  <a:pt x="106" y="273"/>
                  <a:pt x="106" y="273"/>
                </a:cubicBezTo>
                <a:cubicBezTo>
                  <a:pt x="111" y="305"/>
                  <a:pt x="111" y="305"/>
                  <a:pt x="111" y="305"/>
                </a:cubicBezTo>
                <a:lnTo>
                  <a:pt x="63" y="305"/>
                </a:lnTo>
                <a:close/>
                <a:moveTo>
                  <a:pt x="168" y="305"/>
                </a:moveTo>
                <a:cubicBezTo>
                  <a:pt x="127" y="305"/>
                  <a:pt x="127" y="305"/>
                  <a:pt x="127" y="305"/>
                </a:cubicBezTo>
                <a:cubicBezTo>
                  <a:pt x="122" y="273"/>
                  <a:pt x="122" y="273"/>
                  <a:pt x="122" y="273"/>
                </a:cubicBezTo>
                <a:cubicBezTo>
                  <a:pt x="168" y="273"/>
                  <a:pt x="168" y="273"/>
                  <a:pt x="168" y="273"/>
                </a:cubicBezTo>
                <a:lnTo>
                  <a:pt x="168" y="305"/>
                </a:lnTo>
                <a:close/>
                <a:moveTo>
                  <a:pt x="168" y="257"/>
                </a:moveTo>
                <a:cubicBezTo>
                  <a:pt x="119" y="257"/>
                  <a:pt x="119" y="257"/>
                  <a:pt x="119" y="257"/>
                </a:cubicBezTo>
                <a:cubicBezTo>
                  <a:pt x="114" y="225"/>
                  <a:pt x="114" y="225"/>
                  <a:pt x="114" y="225"/>
                </a:cubicBezTo>
                <a:cubicBezTo>
                  <a:pt x="168" y="225"/>
                  <a:pt x="168" y="225"/>
                  <a:pt x="168" y="225"/>
                </a:cubicBezTo>
                <a:lnTo>
                  <a:pt x="168" y="257"/>
                </a:lnTo>
                <a:close/>
                <a:moveTo>
                  <a:pt x="168" y="209"/>
                </a:moveTo>
                <a:cubicBezTo>
                  <a:pt x="112" y="209"/>
                  <a:pt x="112" y="209"/>
                  <a:pt x="112" y="209"/>
                </a:cubicBezTo>
                <a:cubicBezTo>
                  <a:pt x="107" y="177"/>
                  <a:pt x="107" y="177"/>
                  <a:pt x="107" y="177"/>
                </a:cubicBezTo>
                <a:cubicBezTo>
                  <a:pt x="168" y="177"/>
                  <a:pt x="168" y="177"/>
                  <a:pt x="168" y="177"/>
                </a:cubicBezTo>
                <a:lnTo>
                  <a:pt x="168" y="209"/>
                </a:lnTo>
                <a:close/>
                <a:moveTo>
                  <a:pt x="226" y="305"/>
                </a:moveTo>
                <a:cubicBezTo>
                  <a:pt x="185" y="305"/>
                  <a:pt x="185" y="305"/>
                  <a:pt x="185" y="305"/>
                </a:cubicBezTo>
                <a:cubicBezTo>
                  <a:pt x="185" y="273"/>
                  <a:pt x="185" y="273"/>
                  <a:pt x="185" y="273"/>
                </a:cubicBezTo>
                <a:cubicBezTo>
                  <a:pt x="231" y="273"/>
                  <a:pt x="231" y="273"/>
                  <a:pt x="231" y="273"/>
                </a:cubicBezTo>
                <a:lnTo>
                  <a:pt x="226" y="305"/>
                </a:lnTo>
                <a:close/>
                <a:moveTo>
                  <a:pt x="234" y="257"/>
                </a:moveTo>
                <a:cubicBezTo>
                  <a:pt x="185" y="257"/>
                  <a:pt x="185" y="257"/>
                  <a:pt x="185" y="257"/>
                </a:cubicBezTo>
                <a:cubicBezTo>
                  <a:pt x="185" y="225"/>
                  <a:pt x="185" y="225"/>
                  <a:pt x="185" y="225"/>
                </a:cubicBezTo>
                <a:cubicBezTo>
                  <a:pt x="239" y="225"/>
                  <a:pt x="239" y="225"/>
                  <a:pt x="239" y="225"/>
                </a:cubicBezTo>
                <a:lnTo>
                  <a:pt x="234" y="257"/>
                </a:lnTo>
                <a:close/>
                <a:moveTo>
                  <a:pt x="185" y="209"/>
                </a:moveTo>
                <a:cubicBezTo>
                  <a:pt x="185" y="177"/>
                  <a:pt x="185" y="177"/>
                  <a:pt x="185" y="177"/>
                </a:cubicBezTo>
                <a:cubicBezTo>
                  <a:pt x="246" y="177"/>
                  <a:pt x="246" y="177"/>
                  <a:pt x="246" y="177"/>
                </a:cubicBezTo>
                <a:cubicBezTo>
                  <a:pt x="241" y="209"/>
                  <a:pt x="241" y="209"/>
                  <a:pt x="241" y="209"/>
                </a:cubicBezTo>
                <a:lnTo>
                  <a:pt x="185" y="209"/>
                </a:lnTo>
                <a:close/>
                <a:moveTo>
                  <a:pt x="290" y="305"/>
                </a:moveTo>
                <a:cubicBezTo>
                  <a:pt x="242" y="305"/>
                  <a:pt x="242" y="305"/>
                  <a:pt x="242" y="305"/>
                </a:cubicBezTo>
                <a:cubicBezTo>
                  <a:pt x="247" y="273"/>
                  <a:pt x="247" y="273"/>
                  <a:pt x="247" y="273"/>
                </a:cubicBezTo>
                <a:cubicBezTo>
                  <a:pt x="297" y="273"/>
                  <a:pt x="297" y="273"/>
                  <a:pt x="297" y="273"/>
                </a:cubicBezTo>
                <a:lnTo>
                  <a:pt x="290" y="305"/>
                </a:lnTo>
                <a:close/>
                <a:moveTo>
                  <a:pt x="301" y="257"/>
                </a:moveTo>
                <a:cubicBezTo>
                  <a:pt x="250" y="257"/>
                  <a:pt x="250" y="257"/>
                  <a:pt x="250" y="257"/>
                </a:cubicBezTo>
                <a:cubicBezTo>
                  <a:pt x="255" y="225"/>
                  <a:pt x="255" y="225"/>
                  <a:pt x="255" y="225"/>
                </a:cubicBezTo>
                <a:cubicBezTo>
                  <a:pt x="307" y="225"/>
                  <a:pt x="307" y="225"/>
                  <a:pt x="307" y="225"/>
                </a:cubicBezTo>
                <a:lnTo>
                  <a:pt x="301" y="257"/>
                </a:lnTo>
                <a:close/>
                <a:moveTo>
                  <a:pt x="311" y="209"/>
                </a:moveTo>
                <a:cubicBezTo>
                  <a:pt x="257" y="209"/>
                  <a:pt x="257" y="209"/>
                  <a:pt x="257" y="209"/>
                </a:cubicBezTo>
                <a:cubicBezTo>
                  <a:pt x="262" y="177"/>
                  <a:pt x="262" y="177"/>
                  <a:pt x="262" y="177"/>
                </a:cubicBezTo>
                <a:cubicBezTo>
                  <a:pt x="317" y="177"/>
                  <a:pt x="317" y="177"/>
                  <a:pt x="317" y="177"/>
                </a:cubicBezTo>
                <a:lnTo>
                  <a:pt x="311" y="209"/>
                </a:lnTo>
                <a:close/>
                <a:moveTo>
                  <a:pt x="337" y="161"/>
                </a:moveTo>
                <a:cubicBezTo>
                  <a:pt x="16" y="161"/>
                  <a:pt x="16" y="161"/>
                  <a:pt x="16" y="161"/>
                </a:cubicBezTo>
                <a:cubicBezTo>
                  <a:pt x="16" y="145"/>
                  <a:pt x="16" y="145"/>
                  <a:pt x="16" y="145"/>
                </a:cubicBezTo>
                <a:cubicBezTo>
                  <a:pt x="337" y="145"/>
                  <a:pt x="337" y="145"/>
                  <a:pt x="337" y="145"/>
                </a:cubicBezTo>
                <a:lnTo>
                  <a:pt x="337" y="16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6" name="Freeform 16"/>
          <p:cNvSpPr>
            <a:spLocks noEditPoints="1"/>
          </p:cNvSpPr>
          <p:nvPr/>
        </p:nvSpPr>
        <p:spPr bwMode="auto">
          <a:xfrm>
            <a:off x="1943100" y="2061635"/>
            <a:ext cx="577851" cy="527051"/>
          </a:xfrm>
          <a:custGeom>
            <a:avLst/>
            <a:gdLst>
              <a:gd name="T0" fmla="*/ 129 w 353"/>
              <a:gd name="T1" fmla="*/ 48 h 321"/>
              <a:gd name="T2" fmla="*/ 187 w 353"/>
              <a:gd name="T3" fmla="*/ 67 h 321"/>
              <a:gd name="T4" fmla="*/ 193 w 353"/>
              <a:gd name="T5" fmla="*/ 80 h 321"/>
              <a:gd name="T6" fmla="*/ 231 w 353"/>
              <a:gd name="T7" fmla="*/ 46 h 321"/>
              <a:gd name="T8" fmla="*/ 231 w 353"/>
              <a:gd name="T9" fmla="*/ 35 h 321"/>
              <a:gd name="T10" fmla="*/ 193 w 353"/>
              <a:gd name="T11" fmla="*/ 0 h 321"/>
              <a:gd name="T12" fmla="*/ 187 w 353"/>
              <a:gd name="T13" fmla="*/ 14 h 321"/>
              <a:gd name="T14" fmla="*/ 129 w 353"/>
              <a:gd name="T15" fmla="*/ 32 h 321"/>
              <a:gd name="T16" fmla="*/ 129 w 353"/>
              <a:gd name="T17" fmla="*/ 48 h 321"/>
              <a:gd name="T18" fmla="*/ 16 w 353"/>
              <a:gd name="T19" fmla="*/ 129 h 321"/>
              <a:gd name="T20" fmla="*/ 0 w 353"/>
              <a:gd name="T21" fmla="*/ 161 h 321"/>
              <a:gd name="T22" fmla="*/ 19 w 353"/>
              <a:gd name="T23" fmla="*/ 177 h 321"/>
              <a:gd name="T24" fmla="*/ 49 w 353"/>
              <a:gd name="T25" fmla="*/ 315 h 321"/>
              <a:gd name="T26" fmla="*/ 297 w 353"/>
              <a:gd name="T27" fmla="*/ 321 h 321"/>
              <a:gd name="T28" fmla="*/ 305 w 353"/>
              <a:gd name="T29" fmla="*/ 315 h 321"/>
              <a:gd name="T30" fmla="*/ 337 w 353"/>
              <a:gd name="T31" fmla="*/ 177 h 321"/>
              <a:gd name="T32" fmla="*/ 353 w 353"/>
              <a:gd name="T33" fmla="*/ 145 h 321"/>
              <a:gd name="T34" fmla="*/ 36 w 353"/>
              <a:gd name="T35" fmla="*/ 177 h 321"/>
              <a:gd name="T36" fmla="*/ 96 w 353"/>
              <a:gd name="T37" fmla="*/ 209 h 321"/>
              <a:gd name="T38" fmla="*/ 36 w 353"/>
              <a:gd name="T39" fmla="*/ 177 h 321"/>
              <a:gd name="T40" fmla="*/ 99 w 353"/>
              <a:gd name="T41" fmla="*/ 225 h 321"/>
              <a:gd name="T42" fmla="*/ 53 w 353"/>
              <a:gd name="T43" fmla="*/ 257 h 321"/>
              <a:gd name="T44" fmla="*/ 63 w 353"/>
              <a:gd name="T45" fmla="*/ 305 h 321"/>
              <a:gd name="T46" fmla="*/ 106 w 353"/>
              <a:gd name="T47" fmla="*/ 273 h 321"/>
              <a:gd name="T48" fmla="*/ 63 w 353"/>
              <a:gd name="T49" fmla="*/ 305 h 321"/>
              <a:gd name="T50" fmla="*/ 127 w 353"/>
              <a:gd name="T51" fmla="*/ 305 h 321"/>
              <a:gd name="T52" fmla="*/ 169 w 353"/>
              <a:gd name="T53" fmla="*/ 273 h 321"/>
              <a:gd name="T54" fmla="*/ 169 w 353"/>
              <a:gd name="T55" fmla="*/ 257 h 321"/>
              <a:gd name="T56" fmla="*/ 115 w 353"/>
              <a:gd name="T57" fmla="*/ 225 h 321"/>
              <a:gd name="T58" fmla="*/ 169 w 353"/>
              <a:gd name="T59" fmla="*/ 257 h 321"/>
              <a:gd name="T60" fmla="*/ 112 w 353"/>
              <a:gd name="T61" fmla="*/ 209 h 321"/>
              <a:gd name="T62" fmla="*/ 169 w 353"/>
              <a:gd name="T63" fmla="*/ 177 h 321"/>
              <a:gd name="T64" fmla="*/ 226 w 353"/>
              <a:gd name="T65" fmla="*/ 305 h 321"/>
              <a:gd name="T66" fmla="*/ 185 w 353"/>
              <a:gd name="T67" fmla="*/ 273 h 321"/>
              <a:gd name="T68" fmla="*/ 226 w 353"/>
              <a:gd name="T69" fmla="*/ 305 h 321"/>
              <a:gd name="T70" fmla="*/ 185 w 353"/>
              <a:gd name="T71" fmla="*/ 257 h 321"/>
              <a:gd name="T72" fmla="*/ 239 w 353"/>
              <a:gd name="T73" fmla="*/ 225 h 321"/>
              <a:gd name="T74" fmla="*/ 185 w 353"/>
              <a:gd name="T75" fmla="*/ 209 h 321"/>
              <a:gd name="T76" fmla="*/ 247 w 353"/>
              <a:gd name="T77" fmla="*/ 177 h 321"/>
              <a:gd name="T78" fmla="*/ 185 w 353"/>
              <a:gd name="T79" fmla="*/ 209 h 321"/>
              <a:gd name="T80" fmla="*/ 242 w 353"/>
              <a:gd name="T81" fmla="*/ 305 h 321"/>
              <a:gd name="T82" fmla="*/ 298 w 353"/>
              <a:gd name="T83" fmla="*/ 273 h 321"/>
              <a:gd name="T84" fmla="*/ 301 w 353"/>
              <a:gd name="T85" fmla="*/ 257 h 321"/>
              <a:gd name="T86" fmla="*/ 255 w 353"/>
              <a:gd name="T87" fmla="*/ 225 h 321"/>
              <a:gd name="T88" fmla="*/ 301 w 353"/>
              <a:gd name="T89" fmla="*/ 257 h 321"/>
              <a:gd name="T90" fmla="*/ 258 w 353"/>
              <a:gd name="T91" fmla="*/ 209 h 321"/>
              <a:gd name="T92" fmla="*/ 318 w 353"/>
              <a:gd name="T93" fmla="*/ 177 h 321"/>
              <a:gd name="T94" fmla="*/ 337 w 353"/>
              <a:gd name="T95" fmla="*/ 161 h 321"/>
              <a:gd name="T96" fmla="*/ 16 w 353"/>
              <a:gd name="T97" fmla="*/ 145 h 321"/>
              <a:gd name="T98" fmla="*/ 337 w 353"/>
              <a:gd name="T99" fmla="*/ 161 h 3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353" h="321">
                <a:moveTo>
                  <a:pt x="129" y="48"/>
                </a:moveTo>
                <a:cubicBezTo>
                  <a:pt x="129" y="48"/>
                  <a:pt x="129" y="48"/>
                  <a:pt x="129" y="48"/>
                </a:cubicBezTo>
                <a:cubicBezTo>
                  <a:pt x="206" y="48"/>
                  <a:pt x="206" y="48"/>
                  <a:pt x="206" y="48"/>
                </a:cubicBezTo>
                <a:cubicBezTo>
                  <a:pt x="187" y="67"/>
                  <a:pt x="187" y="67"/>
                  <a:pt x="187" y="67"/>
                </a:cubicBezTo>
                <a:cubicBezTo>
                  <a:pt x="186" y="68"/>
                  <a:pt x="185" y="70"/>
                  <a:pt x="185" y="72"/>
                </a:cubicBezTo>
                <a:cubicBezTo>
                  <a:pt x="185" y="77"/>
                  <a:pt x="188" y="80"/>
                  <a:pt x="193" y="80"/>
                </a:cubicBezTo>
                <a:cubicBezTo>
                  <a:pt x="195" y="80"/>
                  <a:pt x="197" y="79"/>
                  <a:pt x="199" y="78"/>
                </a:cubicBezTo>
                <a:cubicBezTo>
                  <a:pt x="231" y="46"/>
                  <a:pt x="231" y="46"/>
                  <a:pt x="231" y="46"/>
                </a:cubicBezTo>
                <a:cubicBezTo>
                  <a:pt x="232" y="44"/>
                  <a:pt x="233" y="42"/>
                  <a:pt x="233" y="40"/>
                </a:cubicBezTo>
                <a:cubicBezTo>
                  <a:pt x="233" y="38"/>
                  <a:pt x="232" y="36"/>
                  <a:pt x="231" y="35"/>
                </a:cubicBezTo>
                <a:cubicBezTo>
                  <a:pt x="199" y="2"/>
                  <a:pt x="199" y="2"/>
                  <a:pt x="199" y="2"/>
                </a:cubicBezTo>
                <a:cubicBezTo>
                  <a:pt x="197" y="1"/>
                  <a:pt x="195" y="0"/>
                  <a:pt x="193" y="0"/>
                </a:cubicBezTo>
                <a:cubicBezTo>
                  <a:pt x="188" y="0"/>
                  <a:pt x="185" y="4"/>
                  <a:pt x="185" y="8"/>
                </a:cubicBezTo>
                <a:cubicBezTo>
                  <a:pt x="185" y="10"/>
                  <a:pt x="186" y="12"/>
                  <a:pt x="187" y="14"/>
                </a:cubicBezTo>
                <a:cubicBezTo>
                  <a:pt x="206" y="32"/>
                  <a:pt x="206" y="32"/>
                  <a:pt x="206" y="32"/>
                </a:cubicBezTo>
                <a:cubicBezTo>
                  <a:pt x="129" y="32"/>
                  <a:pt x="129" y="32"/>
                  <a:pt x="129" y="32"/>
                </a:cubicBezTo>
                <a:cubicBezTo>
                  <a:pt x="124" y="32"/>
                  <a:pt x="121" y="36"/>
                  <a:pt x="121" y="40"/>
                </a:cubicBezTo>
                <a:cubicBezTo>
                  <a:pt x="121" y="45"/>
                  <a:pt x="124" y="48"/>
                  <a:pt x="129" y="48"/>
                </a:cubicBezTo>
                <a:moveTo>
                  <a:pt x="337" y="129"/>
                </a:moveTo>
                <a:cubicBezTo>
                  <a:pt x="16" y="129"/>
                  <a:pt x="16" y="129"/>
                  <a:pt x="16" y="129"/>
                </a:cubicBezTo>
                <a:cubicBezTo>
                  <a:pt x="7" y="129"/>
                  <a:pt x="0" y="136"/>
                  <a:pt x="0" y="145"/>
                </a:cubicBezTo>
                <a:cubicBezTo>
                  <a:pt x="0" y="161"/>
                  <a:pt x="0" y="161"/>
                  <a:pt x="0" y="161"/>
                </a:cubicBezTo>
                <a:cubicBezTo>
                  <a:pt x="0" y="170"/>
                  <a:pt x="7" y="177"/>
                  <a:pt x="16" y="177"/>
                </a:cubicBezTo>
                <a:cubicBezTo>
                  <a:pt x="19" y="177"/>
                  <a:pt x="19" y="177"/>
                  <a:pt x="19" y="177"/>
                </a:cubicBezTo>
                <a:cubicBezTo>
                  <a:pt x="49" y="315"/>
                  <a:pt x="49" y="315"/>
                  <a:pt x="49" y="315"/>
                </a:cubicBezTo>
                <a:cubicBezTo>
                  <a:pt x="49" y="315"/>
                  <a:pt x="49" y="315"/>
                  <a:pt x="49" y="315"/>
                </a:cubicBezTo>
                <a:cubicBezTo>
                  <a:pt x="50" y="319"/>
                  <a:pt x="53" y="321"/>
                  <a:pt x="56" y="321"/>
                </a:cubicBezTo>
                <a:cubicBezTo>
                  <a:pt x="297" y="321"/>
                  <a:pt x="297" y="321"/>
                  <a:pt x="297" y="321"/>
                </a:cubicBezTo>
                <a:cubicBezTo>
                  <a:pt x="301" y="321"/>
                  <a:pt x="304" y="319"/>
                  <a:pt x="305" y="315"/>
                </a:cubicBezTo>
                <a:cubicBezTo>
                  <a:pt x="305" y="315"/>
                  <a:pt x="305" y="315"/>
                  <a:pt x="305" y="315"/>
                </a:cubicBezTo>
                <a:cubicBezTo>
                  <a:pt x="334" y="177"/>
                  <a:pt x="334" y="177"/>
                  <a:pt x="334" y="177"/>
                </a:cubicBezTo>
                <a:cubicBezTo>
                  <a:pt x="337" y="177"/>
                  <a:pt x="337" y="177"/>
                  <a:pt x="337" y="177"/>
                </a:cubicBezTo>
                <a:cubicBezTo>
                  <a:pt x="346" y="177"/>
                  <a:pt x="353" y="170"/>
                  <a:pt x="353" y="161"/>
                </a:cubicBezTo>
                <a:cubicBezTo>
                  <a:pt x="353" y="145"/>
                  <a:pt x="353" y="145"/>
                  <a:pt x="353" y="145"/>
                </a:cubicBezTo>
                <a:cubicBezTo>
                  <a:pt x="353" y="136"/>
                  <a:pt x="346" y="129"/>
                  <a:pt x="337" y="129"/>
                </a:cubicBezTo>
                <a:moveTo>
                  <a:pt x="36" y="177"/>
                </a:moveTo>
                <a:cubicBezTo>
                  <a:pt x="91" y="177"/>
                  <a:pt x="91" y="177"/>
                  <a:pt x="91" y="177"/>
                </a:cubicBezTo>
                <a:cubicBezTo>
                  <a:pt x="96" y="209"/>
                  <a:pt x="96" y="209"/>
                  <a:pt x="96" y="209"/>
                </a:cubicBezTo>
                <a:cubicBezTo>
                  <a:pt x="43" y="209"/>
                  <a:pt x="43" y="209"/>
                  <a:pt x="43" y="209"/>
                </a:cubicBezTo>
                <a:lnTo>
                  <a:pt x="36" y="177"/>
                </a:lnTo>
                <a:close/>
                <a:moveTo>
                  <a:pt x="46" y="225"/>
                </a:moveTo>
                <a:cubicBezTo>
                  <a:pt x="99" y="225"/>
                  <a:pt x="99" y="225"/>
                  <a:pt x="99" y="225"/>
                </a:cubicBezTo>
                <a:cubicBezTo>
                  <a:pt x="104" y="257"/>
                  <a:pt x="104" y="257"/>
                  <a:pt x="104" y="257"/>
                </a:cubicBezTo>
                <a:cubicBezTo>
                  <a:pt x="53" y="257"/>
                  <a:pt x="53" y="257"/>
                  <a:pt x="53" y="257"/>
                </a:cubicBezTo>
                <a:lnTo>
                  <a:pt x="46" y="225"/>
                </a:lnTo>
                <a:close/>
                <a:moveTo>
                  <a:pt x="63" y="305"/>
                </a:moveTo>
                <a:cubicBezTo>
                  <a:pt x="56" y="273"/>
                  <a:pt x="56" y="273"/>
                  <a:pt x="56" y="273"/>
                </a:cubicBezTo>
                <a:cubicBezTo>
                  <a:pt x="106" y="273"/>
                  <a:pt x="106" y="273"/>
                  <a:pt x="106" y="273"/>
                </a:cubicBezTo>
                <a:cubicBezTo>
                  <a:pt x="111" y="305"/>
                  <a:pt x="111" y="305"/>
                  <a:pt x="111" y="305"/>
                </a:cubicBezTo>
                <a:lnTo>
                  <a:pt x="63" y="305"/>
                </a:lnTo>
                <a:close/>
                <a:moveTo>
                  <a:pt x="169" y="305"/>
                </a:moveTo>
                <a:cubicBezTo>
                  <a:pt x="127" y="305"/>
                  <a:pt x="127" y="305"/>
                  <a:pt x="127" y="305"/>
                </a:cubicBezTo>
                <a:cubicBezTo>
                  <a:pt x="122" y="273"/>
                  <a:pt x="122" y="273"/>
                  <a:pt x="122" y="273"/>
                </a:cubicBezTo>
                <a:cubicBezTo>
                  <a:pt x="169" y="273"/>
                  <a:pt x="169" y="273"/>
                  <a:pt x="169" y="273"/>
                </a:cubicBezTo>
                <a:lnTo>
                  <a:pt x="169" y="305"/>
                </a:lnTo>
                <a:close/>
                <a:moveTo>
                  <a:pt x="169" y="257"/>
                </a:moveTo>
                <a:cubicBezTo>
                  <a:pt x="120" y="257"/>
                  <a:pt x="120" y="257"/>
                  <a:pt x="120" y="257"/>
                </a:cubicBezTo>
                <a:cubicBezTo>
                  <a:pt x="115" y="225"/>
                  <a:pt x="115" y="225"/>
                  <a:pt x="115" y="225"/>
                </a:cubicBezTo>
                <a:cubicBezTo>
                  <a:pt x="169" y="225"/>
                  <a:pt x="169" y="225"/>
                  <a:pt x="169" y="225"/>
                </a:cubicBezTo>
                <a:lnTo>
                  <a:pt x="169" y="257"/>
                </a:lnTo>
                <a:close/>
                <a:moveTo>
                  <a:pt x="169" y="209"/>
                </a:moveTo>
                <a:cubicBezTo>
                  <a:pt x="112" y="209"/>
                  <a:pt x="112" y="209"/>
                  <a:pt x="112" y="209"/>
                </a:cubicBezTo>
                <a:cubicBezTo>
                  <a:pt x="107" y="177"/>
                  <a:pt x="107" y="177"/>
                  <a:pt x="107" y="177"/>
                </a:cubicBezTo>
                <a:cubicBezTo>
                  <a:pt x="169" y="177"/>
                  <a:pt x="169" y="177"/>
                  <a:pt x="169" y="177"/>
                </a:cubicBezTo>
                <a:lnTo>
                  <a:pt x="169" y="209"/>
                </a:lnTo>
                <a:close/>
                <a:moveTo>
                  <a:pt x="226" y="305"/>
                </a:moveTo>
                <a:cubicBezTo>
                  <a:pt x="185" y="305"/>
                  <a:pt x="185" y="305"/>
                  <a:pt x="185" y="305"/>
                </a:cubicBezTo>
                <a:cubicBezTo>
                  <a:pt x="185" y="273"/>
                  <a:pt x="185" y="273"/>
                  <a:pt x="185" y="273"/>
                </a:cubicBezTo>
                <a:cubicBezTo>
                  <a:pt x="231" y="273"/>
                  <a:pt x="231" y="273"/>
                  <a:pt x="231" y="273"/>
                </a:cubicBezTo>
                <a:lnTo>
                  <a:pt x="226" y="305"/>
                </a:lnTo>
                <a:close/>
                <a:moveTo>
                  <a:pt x="234" y="257"/>
                </a:moveTo>
                <a:cubicBezTo>
                  <a:pt x="185" y="257"/>
                  <a:pt x="185" y="257"/>
                  <a:pt x="185" y="257"/>
                </a:cubicBezTo>
                <a:cubicBezTo>
                  <a:pt x="185" y="225"/>
                  <a:pt x="185" y="225"/>
                  <a:pt x="185" y="225"/>
                </a:cubicBezTo>
                <a:cubicBezTo>
                  <a:pt x="239" y="225"/>
                  <a:pt x="239" y="225"/>
                  <a:pt x="239" y="225"/>
                </a:cubicBezTo>
                <a:lnTo>
                  <a:pt x="234" y="257"/>
                </a:lnTo>
                <a:close/>
                <a:moveTo>
                  <a:pt x="185" y="209"/>
                </a:moveTo>
                <a:cubicBezTo>
                  <a:pt x="185" y="177"/>
                  <a:pt x="185" y="177"/>
                  <a:pt x="185" y="177"/>
                </a:cubicBezTo>
                <a:cubicBezTo>
                  <a:pt x="247" y="177"/>
                  <a:pt x="247" y="177"/>
                  <a:pt x="247" y="177"/>
                </a:cubicBezTo>
                <a:cubicBezTo>
                  <a:pt x="241" y="209"/>
                  <a:pt x="241" y="209"/>
                  <a:pt x="241" y="209"/>
                </a:cubicBezTo>
                <a:lnTo>
                  <a:pt x="185" y="209"/>
                </a:lnTo>
                <a:close/>
                <a:moveTo>
                  <a:pt x="291" y="305"/>
                </a:moveTo>
                <a:cubicBezTo>
                  <a:pt x="242" y="305"/>
                  <a:pt x="242" y="305"/>
                  <a:pt x="242" y="305"/>
                </a:cubicBezTo>
                <a:cubicBezTo>
                  <a:pt x="247" y="273"/>
                  <a:pt x="247" y="273"/>
                  <a:pt x="247" y="273"/>
                </a:cubicBezTo>
                <a:cubicBezTo>
                  <a:pt x="298" y="273"/>
                  <a:pt x="298" y="273"/>
                  <a:pt x="298" y="273"/>
                </a:cubicBezTo>
                <a:lnTo>
                  <a:pt x="291" y="305"/>
                </a:lnTo>
                <a:close/>
                <a:moveTo>
                  <a:pt x="301" y="257"/>
                </a:moveTo>
                <a:cubicBezTo>
                  <a:pt x="250" y="257"/>
                  <a:pt x="250" y="257"/>
                  <a:pt x="250" y="257"/>
                </a:cubicBezTo>
                <a:cubicBezTo>
                  <a:pt x="255" y="225"/>
                  <a:pt x="255" y="225"/>
                  <a:pt x="255" y="225"/>
                </a:cubicBezTo>
                <a:cubicBezTo>
                  <a:pt x="308" y="225"/>
                  <a:pt x="308" y="225"/>
                  <a:pt x="308" y="225"/>
                </a:cubicBezTo>
                <a:lnTo>
                  <a:pt x="301" y="257"/>
                </a:lnTo>
                <a:close/>
                <a:moveTo>
                  <a:pt x="311" y="209"/>
                </a:moveTo>
                <a:cubicBezTo>
                  <a:pt x="258" y="209"/>
                  <a:pt x="258" y="209"/>
                  <a:pt x="258" y="209"/>
                </a:cubicBezTo>
                <a:cubicBezTo>
                  <a:pt x="263" y="177"/>
                  <a:pt x="263" y="177"/>
                  <a:pt x="263" y="177"/>
                </a:cubicBezTo>
                <a:cubicBezTo>
                  <a:pt x="318" y="177"/>
                  <a:pt x="318" y="177"/>
                  <a:pt x="318" y="177"/>
                </a:cubicBezTo>
                <a:lnTo>
                  <a:pt x="311" y="209"/>
                </a:lnTo>
                <a:close/>
                <a:moveTo>
                  <a:pt x="337" y="161"/>
                </a:moveTo>
                <a:cubicBezTo>
                  <a:pt x="16" y="161"/>
                  <a:pt x="16" y="161"/>
                  <a:pt x="16" y="161"/>
                </a:cubicBezTo>
                <a:cubicBezTo>
                  <a:pt x="16" y="145"/>
                  <a:pt x="16" y="145"/>
                  <a:pt x="16" y="145"/>
                </a:cubicBezTo>
                <a:cubicBezTo>
                  <a:pt x="337" y="145"/>
                  <a:pt x="337" y="145"/>
                  <a:pt x="337" y="145"/>
                </a:cubicBezTo>
                <a:lnTo>
                  <a:pt x="337" y="16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7" name="Freeform 17"/>
          <p:cNvSpPr>
            <a:spLocks noEditPoints="1"/>
          </p:cNvSpPr>
          <p:nvPr/>
        </p:nvSpPr>
        <p:spPr bwMode="auto">
          <a:xfrm>
            <a:off x="3048000" y="2061635"/>
            <a:ext cx="577851" cy="527051"/>
          </a:xfrm>
          <a:custGeom>
            <a:avLst/>
            <a:gdLst>
              <a:gd name="T0" fmla="*/ 168 w 353"/>
              <a:gd name="T1" fmla="*/ 56 h 321"/>
              <a:gd name="T2" fmla="*/ 176 w 353"/>
              <a:gd name="T3" fmla="*/ 96 h 321"/>
              <a:gd name="T4" fmla="*/ 184 w 353"/>
              <a:gd name="T5" fmla="*/ 56 h 321"/>
              <a:gd name="T6" fmla="*/ 224 w 353"/>
              <a:gd name="T7" fmla="*/ 48 h 321"/>
              <a:gd name="T8" fmla="*/ 184 w 353"/>
              <a:gd name="T9" fmla="*/ 40 h 321"/>
              <a:gd name="T10" fmla="*/ 176 w 353"/>
              <a:gd name="T11" fmla="*/ 0 h 321"/>
              <a:gd name="T12" fmla="*/ 168 w 353"/>
              <a:gd name="T13" fmla="*/ 40 h 321"/>
              <a:gd name="T14" fmla="*/ 128 w 353"/>
              <a:gd name="T15" fmla="*/ 48 h 321"/>
              <a:gd name="T16" fmla="*/ 337 w 353"/>
              <a:gd name="T17" fmla="*/ 129 h 321"/>
              <a:gd name="T18" fmla="*/ 0 w 353"/>
              <a:gd name="T19" fmla="*/ 145 h 321"/>
              <a:gd name="T20" fmla="*/ 16 w 353"/>
              <a:gd name="T21" fmla="*/ 177 h 321"/>
              <a:gd name="T22" fmla="*/ 48 w 353"/>
              <a:gd name="T23" fmla="*/ 315 h 321"/>
              <a:gd name="T24" fmla="*/ 56 w 353"/>
              <a:gd name="T25" fmla="*/ 321 h 321"/>
              <a:gd name="T26" fmla="*/ 304 w 353"/>
              <a:gd name="T27" fmla="*/ 315 h 321"/>
              <a:gd name="T28" fmla="*/ 334 w 353"/>
              <a:gd name="T29" fmla="*/ 177 h 321"/>
              <a:gd name="T30" fmla="*/ 353 w 353"/>
              <a:gd name="T31" fmla="*/ 161 h 321"/>
              <a:gd name="T32" fmla="*/ 337 w 353"/>
              <a:gd name="T33" fmla="*/ 129 h 321"/>
              <a:gd name="T34" fmla="*/ 90 w 353"/>
              <a:gd name="T35" fmla="*/ 177 h 321"/>
              <a:gd name="T36" fmla="*/ 42 w 353"/>
              <a:gd name="T37" fmla="*/ 209 h 321"/>
              <a:gd name="T38" fmla="*/ 45 w 353"/>
              <a:gd name="T39" fmla="*/ 225 h 321"/>
              <a:gd name="T40" fmla="*/ 103 w 353"/>
              <a:gd name="T41" fmla="*/ 257 h 321"/>
              <a:gd name="T42" fmla="*/ 45 w 353"/>
              <a:gd name="T43" fmla="*/ 225 h 321"/>
              <a:gd name="T44" fmla="*/ 56 w 353"/>
              <a:gd name="T45" fmla="*/ 273 h 321"/>
              <a:gd name="T46" fmla="*/ 111 w 353"/>
              <a:gd name="T47" fmla="*/ 305 h 321"/>
              <a:gd name="T48" fmla="*/ 168 w 353"/>
              <a:gd name="T49" fmla="*/ 305 h 321"/>
              <a:gd name="T50" fmla="*/ 122 w 353"/>
              <a:gd name="T51" fmla="*/ 273 h 321"/>
              <a:gd name="T52" fmla="*/ 168 w 353"/>
              <a:gd name="T53" fmla="*/ 305 h 321"/>
              <a:gd name="T54" fmla="*/ 119 w 353"/>
              <a:gd name="T55" fmla="*/ 257 h 321"/>
              <a:gd name="T56" fmla="*/ 168 w 353"/>
              <a:gd name="T57" fmla="*/ 225 h 321"/>
              <a:gd name="T58" fmla="*/ 168 w 353"/>
              <a:gd name="T59" fmla="*/ 209 h 321"/>
              <a:gd name="T60" fmla="*/ 106 w 353"/>
              <a:gd name="T61" fmla="*/ 177 h 321"/>
              <a:gd name="T62" fmla="*/ 168 w 353"/>
              <a:gd name="T63" fmla="*/ 209 h 321"/>
              <a:gd name="T64" fmla="*/ 184 w 353"/>
              <a:gd name="T65" fmla="*/ 305 h 321"/>
              <a:gd name="T66" fmla="*/ 231 w 353"/>
              <a:gd name="T67" fmla="*/ 273 h 321"/>
              <a:gd name="T68" fmla="*/ 233 w 353"/>
              <a:gd name="T69" fmla="*/ 257 h 321"/>
              <a:gd name="T70" fmla="*/ 184 w 353"/>
              <a:gd name="T71" fmla="*/ 225 h 321"/>
              <a:gd name="T72" fmla="*/ 233 w 353"/>
              <a:gd name="T73" fmla="*/ 257 h 321"/>
              <a:gd name="T74" fmla="*/ 184 w 353"/>
              <a:gd name="T75" fmla="*/ 177 h 321"/>
              <a:gd name="T76" fmla="*/ 241 w 353"/>
              <a:gd name="T77" fmla="*/ 209 h 321"/>
              <a:gd name="T78" fmla="*/ 290 w 353"/>
              <a:gd name="T79" fmla="*/ 305 h 321"/>
              <a:gd name="T80" fmla="*/ 247 w 353"/>
              <a:gd name="T81" fmla="*/ 273 h 321"/>
              <a:gd name="T82" fmla="*/ 290 w 353"/>
              <a:gd name="T83" fmla="*/ 305 h 321"/>
              <a:gd name="T84" fmla="*/ 249 w 353"/>
              <a:gd name="T85" fmla="*/ 257 h 321"/>
              <a:gd name="T86" fmla="*/ 307 w 353"/>
              <a:gd name="T87" fmla="*/ 225 h 321"/>
              <a:gd name="T88" fmla="*/ 310 w 353"/>
              <a:gd name="T89" fmla="*/ 209 h 321"/>
              <a:gd name="T90" fmla="*/ 262 w 353"/>
              <a:gd name="T91" fmla="*/ 177 h 321"/>
              <a:gd name="T92" fmla="*/ 310 w 353"/>
              <a:gd name="T93" fmla="*/ 209 h 321"/>
              <a:gd name="T94" fmla="*/ 16 w 353"/>
              <a:gd name="T95" fmla="*/ 161 h 321"/>
              <a:gd name="T96" fmla="*/ 337 w 353"/>
              <a:gd name="T97" fmla="*/ 145 h 3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353" h="321">
                <a:moveTo>
                  <a:pt x="136" y="56"/>
                </a:moveTo>
                <a:cubicBezTo>
                  <a:pt x="168" y="56"/>
                  <a:pt x="168" y="56"/>
                  <a:pt x="168" y="56"/>
                </a:cubicBezTo>
                <a:cubicBezTo>
                  <a:pt x="168" y="88"/>
                  <a:pt x="168" y="88"/>
                  <a:pt x="168" y="88"/>
                </a:cubicBezTo>
                <a:cubicBezTo>
                  <a:pt x="168" y="93"/>
                  <a:pt x="172" y="96"/>
                  <a:pt x="176" y="96"/>
                </a:cubicBezTo>
                <a:cubicBezTo>
                  <a:pt x="181" y="96"/>
                  <a:pt x="184" y="93"/>
                  <a:pt x="184" y="88"/>
                </a:cubicBezTo>
                <a:cubicBezTo>
                  <a:pt x="184" y="56"/>
                  <a:pt x="184" y="56"/>
                  <a:pt x="184" y="56"/>
                </a:cubicBezTo>
                <a:cubicBezTo>
                  <a:pt x="216" y="56"/>
                  <a:pt x="216" y="56"/>
                  <a:pt x="216" y="56"/>
                </a:cubicBezTo>
                <a:cubicBezTo>
                  <a:pt x="221" y="56"/>
                  <a:pt x="224" y="53"/>
                  <a:pt x="224" y="48"/>
                </a:cubicBezTo>
                <a:cubicBezTo>
                  <a:pt x="224" y="44"/>
                  <a:pt x="221" y="40"/>
                  <a:pt x="216" y="40"/>
                </a:cubicBezTo>
                <a:cubicBezTo>
                  <a:pt x="184" y="40"/>
                  <a:pt x="184" y="40"/>
                  <a:pt x="184" y="40"/>
                </a:cubicBezTo>
                <a:cubicBezTo>
                  <a:pt x="184" y="8"/>
                  <a:pt x="184" y="8"/>
                  <a:pt x="184" y="8"/>
                </a:cubicBezTo>
                <a:cubicBezTo>
                  <a:pt x="184" y="4"/>
                  <a:pt x="181" y="0"/>
                  <a:pt x="176" y="0"/>
                </a:cubicBezTo>
                <a:cubicBezTo>
                  <a:pt x="172" y="0"/>
                  <a:pt x="168" y="4"/>
                  <a:pt x="168" y="8"/>
                </a:cubicBezTo>
                <a:cubicBezTo>
                  <a:pt x="168" y="40"/>
                  <a:pt x="168" y="40"/>
                  <a:pt x="168" y="40"/>
                </a:cubicBezTo>
                <a:cubicBezTo>
                  <a:pt x="136" y="40"/>
                  <a:pt x="136" y="40"/>
                  <a:pt x="136" y="40"/>
                </a:cubicBezTo>
                <a:cubicBezTo>
                  <a:pt x="132" y="40"/>
                  <a:pt x="128" y="44"/>
                  <a:pt x="128" y="48"/>
                </a:cubicBezTo>
                <a:cubicBezTo>
                  <a:pt x="128" y="53"/>
                  <a:pt x="132" y="56"/>
                  <a:pt x="136" y="56"/>
                </a:cubicBezTo>
                <a:moveTo>
                  <a:pt x="337" y="129"/>
                </a:moveTo>
                <a:cubicBezTo>
                  <a:pt x="16" y="129"/>
                  <a:pt x="16" y="129"/>
                  <a:pt x="16" y="129"/>
                </a:cubicBezTo>
                <a:cubicBezTo>
                  <a:pt x="7" y="129"/>
                  <a:pt x="0" y="136"/>
                  <a:pt x="0" y="145"/>
                </a:cubicBezTo>
                <a:cubicBezTo>
                  <a:pt x="0" y="161"/>
                  <a:pt x="0" y="161"/>
                  <a:pt x="0" y="161"/>
                </a:cubicBezTo>
                <a:cubicBezTo>
                  <a:pt x="0" y="170"/>
                  <a:pt x="7" y="177"/>
                  <a:pt x="16" y="177"/>
                </a:cubicBezTo>
                <a:cubicBezTo>
                  <a:pt x="19" y="177"/>
                  <a:pt x="19" y="177"/>
                  <a:pt x="19" y="177"/>
                </a:cubicBezTo>
                <a:cubicBezTo>
                  <a:pt x="48" y="315"/>
                  <a:pt x="48" y="315"/>
                  <a:pt x="48" y="315"/>
                </a:cubicBezTo>
                <a:cubicBezTo>
                  <a:pt x="48" y="315"/>
                  <a:pt x="48" y="315"/>
                  <a:pt x="48" y="315"/>
                </a:cubicBezTo>
                <a:cubicBezTo>
                  <a:pt x="49" y="319"/>
                  <a:pt x="52" y="321"/>
                  <a:pt x="56" y="321"/>
                </a:cubicBezTo>
                <a:cubicBezTo>
                  <a:pt x="297" y="321"/>
                  <a:pt x="297" y="321"/>
                  <a:pt x="297" y="321"/>
                </a:cubicBezTo>
                <a:cubicBezTo>
                  <a:pt x="300" y="321"/>
                  <a:pt x="303" y="319"/>
                  <a:pt x="304" y="315"/>
                </a:cubicBezTo>
                <a:cubicBezTo>
                  <a:pt x="304" y="315"/>
                  <a:pt x="304" y="315"/>
                  <a:pt x="304" y="315"/>
                </a:cubicBezTo>
                <a:cubicBezTo>
                  <a:pt x="334" y="177"/>
                  <a:pt x="334" y="177"/>
                  <a:pt x="334" y="177"/>
                </a:cubicBezTo>
                <a:cubicBezTo>
                  <a:pt x="337" y="177"/>
                  <a:pt x="337" y="177"/>
                  <a:pt x="337" y="177"/>
                </a:cubicBezTo>
                <a:cubicBezTo>
                  <a:pt x="346" y="177"/>
                  <a:pt x="353" y="170"/>
                  <a:pt x="353" y="161"/>
                </a:cubicBezTo>
                <a:cubicBezTo>
                  <a:pt x="353" y="145"/>
                  <a:pt x="353" y="145"/>
                  <a:pt x="353" y="145"/>
                </a:cubicBezTo>
                <a:cubicBezTo>
                  <a:pt x="353" y="136"/>
                  <a:pt x="346" y="129"/>
                  <a:pt x="337" y="129"/>
                </a:cubicBezTo>
                <a:moveTo>
                  <a:pt x="35" y="177"/>
                </a:moveTo>
                <a:cubicBezTo>
                  <a:pt x="90" y="177"/>
                  <a:pt x="90" y="177"/>
                  <a:pt x="90" y="177"/>
                </a:cubicBezTo>
                <a:cubicBezTo>
                  <a:pt x="95" y="209"/>
                  <a:pt x="95" y="209"/>
                  <a:pt x="95" y="209"/>
                </a:cubicBezTo>
                <a:cubicBezTo>
                  <a:pt x="42" y="209"/>
                  <a:pt x="42" y="209"/>
                  <a:pt x="42" y="209"/>
                </a:cubicBezTo>
                <a:lnTo>
                  <a:pt x="35" y="177"/>
                </a:lnTo>
                <a:close/>
                <a:moveTo>
                  <a:pt x="45" y="225"/>
                </a:moveTo>
                <a:cubicBezTo>
                  <a:pt x="98" y="225"/>
                  <a:pt x="98" y="225"/>
                  <a:pt x="98" y="225"/>
                </a:cubicBezTo>
                <a:cubicBezTo>
                  <a:pt x="103" y="257"/>
                  <a:pt x="103" y="257"/>
                  <a:pt x="103" y="257"/>
                </a:cubicBezTo>
                <a:cubicBezTo>
                  <a:pt x="52" y="257"/>
                  <a:pt x="52" y="257"/>
                  <a:pt x="52" y="257"/>
                </a:cubicBezTo>
                <a:lnTo>
                  <a:pt x="45" y="225"/>
                </a:lnTo>
                <a:close/>
                <a:moveTo>
                  <a:pt x="62" y="305"/>
                </a:moveTo>
                <a:cubicBezTo>
                  <a:pt x="56" y="273"/>
                  <a:pt x="56" y="273"/>
                  <a:pt x="56" y="273"/>
                </a:cubicBezTo>
                <a:cubicBezTo>
                  <a:pt x="106" y="273"/>
                  <a:pt x="106" y="273"/>
                  <a:pt x="106" y="273"/>
                </a:cubicBezTo>
                <a:cubicBezTo>
                  <a:pt x="111" y="305"/>
                  <a:pt x="111" y="305"/>
                  <a:pt x="111" y="305"/>
                </a:cubicBezTo>
                <a:lnTo>
                  <a:pt x="62" y="305"/>
                </a:lnTo>
                <a:close/>
                <a:moveTo>
                  <a:pt x="168" y="305"/>
                </a:moveTo>
                <a:cubicBezTo>
                  <a:pt x="127" y="305"/>
                  <a:pt x="127" y="305"/>
                  <a:pt x="127" y="305"/>
                </a:cubicBezTo>
                <a:cubicBezTo>
                  <a:pt x="122" y="273"/>
                  <a:pt x="122" y="273"/>
                  <a:pt x="122" y="273"/>
                </a:cubicBezTo>
                <a:cubicBezTo>
                  <a:pt x="168" y="273"/>
                  <a:pt x="168" y="273"/>
                  <a:pt x="168" y="273"/>
                </a:cubicBezTo>
                <a:lnTo>
                  <a:pt x="168" y="305"/>
                </a:lnTo>
                <a:close/>
                <a:moveTo>
                  <a:pt x="168" y="257"/>
                </a:moveTo>
                <a:cubicBezTo>
                  <a:pt x="119" y="257"/>
                  <a:pt x="119" y="257"/>
                  <a:pt x="119" y="257"/>
                </a:cubicBezTo>
                <a:cubicBezTo>
                  <a:pt x="114" y="225"/>
                  <a:pt x="114" y="225"/>
                  <a:pt x="114" y="225"/>
                </a:cubicBezTo>
                <a:cubicBezTo>
                  <a:pt x="168" y="225"/>
                  <a:pt x="168" y="225"/>
                  <a:pt x="168" y="225"/>
                </a:cubicBezTo>
                <a:lnTo>
                  <a:pt x="168" y="257"/>
                </a:lnTo>
                <a:close/>
                <a:moveTo>
                  <a:pt x="168" y="209"/>
                </a:moveTo>
                <a:cubicBezTo>
                  <a:pt x="112" y="209"/>
                  <a:pt x="112" y="209"/>
                  <a:pt x="112" y="209"/>
                </a:cubicBezTo>
                <a:cubicBezTo>
                  <a:pt x="106" y="177"/>
                  <a:pt x="106" y="177"/>
                  <a:pt x="106" y="177"/>
                </a:cubicBezTo>
                <a:cubicBezTo>
                  <a:pt x="168" y="177"/>
                  <a:pt x="168" y="177"/>
                  <a:pt x="168" y="177"/>
                </a:cubicBezTo>
                <a:lnTo>
                  <a:pt x="168" y="209"/>
                </a:lnTo>
                <a:close/>
                <a:moveTo>
                  <a:pt x="226" y="305"/>
                </a:moveTo>
                <a:cubicBezTo>
                  <a:pt x="184" y="305"/>
                  <a:pt x="184" y="305"/>
                  <a:pt x="184" y="305"/>
                </a:cubicBezTo>
                <a:cubicBezTo>
                  <a:pt x="184" y="273"/>
                  <a:pt x="184" y="273"/>
                  <a:pt x="184" y="273"/>
                </a:cubicBezTo>
                <a:cubicBezTo>
                  <a:pt x="231" y="273"/>
                  <a:pt x="231" y="273"/>
                  <a:pt x="231" y="273"/>
                </a:cubicBezTo>
                <a:lnTo>
                  <a:pt x="226" y="305"/>
                </a:lnTo>
                <a:close/>
                <a:moveTo>
                  <a:pt x="233" y="257"/>
                </a:moveTo>
                <a:cubicBezTo>
                  <a:pt x="184" y="257"/>
                  <a:pt x="184" y="257"/>
                  <a:pt x="184" y="257"/>
                </a:cubicBezTo>
                <a:cubicBezTo>
                  <a:pt x="184" y="225"/>
                  <a:pt x="184" y="225"/>
                  <a:pt x="184" y="225"/>
                </a:cubicBezTo>
                <a:cubicBezTo>
                  <a:pt x="238" y="225"/>
                  <a:pt x="238" y="225"/>
                  <a:pt x="238" y="225"/>
                </a:cubicBezTo>
                <a:lnTo>
                  <a:pt x="233" y="257"/>
                </a:lnTo>
                <a:close/>
                <a:moveTo>
                  <a:pt x="184" y="209"/>
                </a:moveTo>
                <a:cubicBezTo>
                  <a:pt x="184" y="177"/>
                  <a:pt x="184" y="177"/>
                  <a:pt x="184" y="177"/>
                </a:cubicBezTo>
                <a:cubicBezTo>
                  <a:pt x="246" y="177"/>
                  <a:pt x="246" y="177"/>
                  <a:pt x="246" y="177"/>
                </a:cubicBezTo>
                <a:cubicBezTo>
                  <a:pt x="241" y="209"/>
                  <a:pt x="241" y="209"/>
                  <a:pt x="241" y="209"/>
                </a:cubicBezTo>
                <a:lnTo>
                  <a:pt x="184" y="209"/>
                </a:lnTo>
                <a:close/>
                <a:moveTo>
                  <a:pt x="290" y="305"/>
                </a:moveTo>
                <a:cubicBezTo>
                  <a:pt x="242" y="305"/>
                  <a:pt x="242" y="305"/>
                  <a:pt x="242" y="305"/>
                </a:cubicBezTo>
                <a:cubicBezTo>
                  <a:pt x="247" y="273"/>
                  <a:pt x="247" y="273"/>
                  <a:pt x="247" y="273"/>
                </a:cubicBezTo>
                <a:cubicBezTo>
                  <a:pt x="297" y="273"/>
                  <a:pt x="297" y="273"/>
                  <a:pt x="297" y="273"/>
                </a:cubicBezTo>
                <a:lnTo>
                  <a:pt x="290" y="305"/>
                </a:lnTo>
                <a:close/>
                <a:moveTo>
                  <a:pt x="300" y="257"/>
                </a:moveTo>
                <a:cubicBezTo>
                  <a:pt x="249" y="257"/>
                  <a:pt x="249" y="257"/>
                  <a:pt x="249" y="257"/>
                </a:cubicBezTo>
                <a:cubicBezTo>
                  <a:pt x="254" y="225"/>
                  <a:pt x="254" y="225"/>
                  <a:pt x="254" y="225"/>
                </a:cubicBezTo>
                <a:cubicBezTo>
                  <a:pt x="307" y="225"/>
                  <a:pt x="307" y="225"/>
                  <a:pt x="307" y="225"/>
                </a:cubicBezTo>
                <a:lnTo>
                  <a:pt x="300" y="257"/>
                </a:lnTo>
                <a:close/>
                <a:moveTo>
                  <a:pt x="310" y="209"/>
                </a:moveTo>
                <a:cubicBezTo>
                  <a:pt x="257" y="209"/>
                  <a:pt x="257" y="209"/>
                  <a:pt x="257" y="209"/>
                </a:cubicBezTo>
                <a:cubicBezTo>
                  <a:pt x="262" y="177"/>
                  <a:pt x="262" y="177"/>
                  <a:pt x="262" y="177"/>
                </a:cubicBezTo>
                <a:cubicBezTo>
                  <a:pt x="317" y="177"/>
                  <a:pt x="317" y="177"/>
                  <a:pt x="317" y="177"/>
                </a:cubicBezTo>
                <a:lnTo>
                  <a:pt x="310" y="209"/>
                </a:lnTo>
                <a:close/>
                <a:moveTo>
                  <a:pt x="337" y="161"/>
                </a:moveTo>
                <a:cubicBezTo>
                  <a:pt x="16" y="161"/>
                  <a:pt x="16" y="161"/>
                  <a:pt x="16" y="161"/>
                </a:cubicBezTo>
                <a:cubicBezTo>
                  <a:pt x="16" y="145"/>
                  <a:pt x="16" y="145"/>
                  <a:pt x="16" y="145"/>
                </a:cubicBezTo>
                <a:cubicBezTo>
                  <a:pt x="337" y="145"/>
                  <a:pt x="337" y="145"/>
                  <a:pt x="337" y="145"/>
                </a:cubicBezTo>
                <a:lnTo>
                  <a:pt x="337" y="16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8" name="Freeform 18"/>
          <p:cNvSpPr>
            <a:spLocks noEditPoints="1"/>
          </p:cNvSpPr>
          <p:nvPr/>
        </p:nvSpPr>
        <p:spPr bwMode="auto">
          <a:xfrm>
            <a:off x="4150785" y="2101851"/>
            <a:ext cx="579967" cy="459317"/>
          </a:xfrm>
          <a:custGeom>
            <a:avLst/>
            <a:gdLst>
              <a:gd name="T0" fmla="*/ 217 w 353"/>
              <a:gd name="T1" fmla="*/ 16 h 281"/>
              <a:gd name="T2" fmla="*/ 217 w 353"/>
              <a:gd name="T3" fmla="*/ 0 h 281"/>
              <a:gd name="T4" fmla="*/ 128 w 353"/>
              <a:gd name="T5" fmla="*/ 8 h 281"/>
              <a:gd name="T6" fmla="*/ 337 w 353"/>
              <a:gd name="T7" fmla="*/ 89 h 281"/>
              <a:gd name="T8" fmla="*/ 0 w 353"/>
              <a:gd name="T9" fmla="*/ 105 h 281"/>
              <a:gd name="T10" fmla="*/ 16 w 353"/>
              <a:gd name="T11" fmla="*/ 137 h 281"/>
              <a:gd name="T12" fmla="*/ 48 w 353"/>
              <a:gd name="T13" fmla="*/ 275 h 281"/>
              <a:gd name="T14" fmla="*/ 56 w 353"/>
              <a:gd name="T15" fmla="*/ 281 h 281"/>
              <a:gd name="T16" fmla="*/ 305 w 353"/>
              <a:gd name="T17" fmla="*/ 275 h 281"/>
              <a:gd name="T18" fmla="*/ 334 w 353"/>
              <a:gd name="T19" fmla="*/ 137 h 281"/>
              <a:gd name="T20" fmla="*/ 353 w 353"/>
              <a:gd name="T21" fmla="*/ 121 h 281"/>
              <a:gd name="T22" fmla="*/ 337 w 353"/>
              <a:gd name="T23" fmla="*/ 89 h 281"/>
              <a:gd name="T24" fmla="*/ 91 w 353"/>
              <a:gd name="T25" fmla="*/ 137 h 281"/>
              <a:gd name="T26" fmla="*/ 42 w 353"/>
              <a:gd name="T27" fmla="*/ 169 h 281"/>
              <a:gd name="T28" fmla="*/ 46 w 353"/>
              <a:gd name="T29" fmla="*/ 185 h 281"/>
              <a:gd name="T30" fmla="*/ 103 w 353"/>
              <a:gd name="T31" fmla="*/ 217 h 281"/>
              <a:gd name="T32" fmla="*/ 46 w 353"/>
              <a:gd name="T33" fmla="*/ 185 h 281"/>
              <a:gd name="T34" fmla="*/ 56 w 353"/>
              <a:gd name="T35" fmla="*/ 233 h 281"/>
              <a:gd name="T36" fmla="*/ 111 w 353"/>
              <a:gd name="T37" fmla="*/ 265 h 281"/>
              <a:gd name="T38" fmla="*/ 168 w 353"/>
              <a:gd name="T39" fmla="*/ 265 h 281"/>
              <a:gd name="T40" fmla="*/ 122 w 353"/>
              <a:gd name="T41" fmla="*/ 233 h 281"/>
              <a:gd name="T42" fmla="*/ 168 w 353"/>
              <a:gd name="T43" fmla="*/ 265 h 281"/>
              <a:gd name="T44" fmla="*/ 119 w 353"/>
              <a:gd name="T45" fmla="*/ 217 h 281"/>
              <a:gd name="T46" fmla="*/ 168 w 353"/>
              <a:gd name="T47" fmla="*/ 185 h 281"/>
              <a:gd name="T48" fmla="*/ 168 w 353"/>
              <a:gd name="T49" fmla="*/ 169 h 281"/>
              <a:gd name="T50" fmla="*/ 107 w 353"/>
              <a:gd name="T51" fmla="*/ 137 h 281"/>
              <a:gd name="T52" fmla="*/ 168 w 353"/>
              <a:gd name="T53" fmla="*/ 169 h 281"/>
              <a:gd name="T54" fmla="*/ 185 w 353"/>
              <a:gd name="T55" fmla="*/ 265 h 281"/>
              <a:gd name="T56" fmla="*/ 231 w 353"/>
              <a:gd name="T57" fmla="*/ 233 h 281"/>
              <a:gd name="T58" fmla="*/ 234 w 353"/>
              <a:gd name="T59" fmla="*/ 217 h 281"/>
              <a:gd name="T60" fmla="*/ 185 w 353"/>
              <a:gd name="T61" fmla="*/ 185 h 281"/>
              <a:gd name="T62" fmla="*/ 234 w 353"/>
              <a:gd name="T63" fmla="*/ 217 h 281"/>
              <a:gd name="T64" fmla="*/ 185 w 353"/>
              <a:gd name="T65" fmla="*/ 137 h 281"/>
              <a:gd name="T66" fmla="*/ 241 w 353"/>
              <a:gd name="T67" fmla="*/ 169 h 281"/>
              <a:gd name="T68" fmla="*/ 290 w 353"/>
              <a:gd name="T69" fmla="*/ 265 h 281"/>
              <a:gd name="T70" fmla="*/ 247 w 353"/>
              <a:gd name="T71" fmla="*/ 233 h 281"/>
              <a:gd name="T72" fmla="*/ 290 w 353"/>
              <a:gd name="T73" fmla="*/ 265 h 281"/>
              <a:gd name="T74" fmla="*/ 250 w 353"/>
              <a:gd name="T75" fmla="*/ 217 h 281"/>
              <a:gd name="T76" fmla="*/ 307 w 353"/>
              <a:gd name="T77" fmla="*/ 185 h 281"/>
              <a:gd name="T78" fmla="*/ 311 w 353"/>
              <a:gd name="T79" fmla="*/ 169 h 281"/>
              <a:gd name="T80" fmla="*/ 262 w 353"/>
              <a:gd name="T81" fmla="*/ 137 h 281"/>
              <a:gd name="T82" fmla="*/ 311 w 353"/>
              <a:gd name="T83" fmla="*/ 169 h 281"/>
              <a:gd name="T84" fmla="*/ 16 w 353"/>
              <a:gd name="T85" fmla="*/ 121 h 281"/>
              <a:gd name="T86" fmla="*/ 337 w 353"/>
              <a:gd name="T87" fmla="*/ 105 h 2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353" h="281">
                <a:moveTo>
                  <a:pt x="136" y="16"/>
                </a:moveTo>
                <a:cubicBezTo>
                  <a:pt x="217" y="16"/>
                  <a:pt x="217" y="16"/>
                  <a:pt x="217" y="16"/>
                </a:cubicBezTo>
                <a:cubicBezTo>
                  <a:pt x="221" y="16"/>
                  <a:pt x="225" y="13"/>
                  <a:pt x="225" y="8"/>
                </a:cubicBezTo>
                <a:cubicBezTo>
                  <a:pt x="225" y="4"/>
                  <a:pt x="221" y="0"/>
                  <a:pt x="217" y="0"/>
                </a:cubicBezTo>
                <a:cubicBezTo>
                  <a:pt x="136" y="0"/>
                  <a:pt x="136" y="0"/>
                  <a:pt x="136" y="0"/>
                </a:cubicBezTo>
                <a:cubicBezTo>
                  <a:pt x="132" y="0"/>
                  <a:pt x="128" y="4"/>
                  <a:pt x="128" y="8"/>
                </a:cubicBezTo>
                <a:cubicBezTo>
                  <a:pt x="128" y="13"/>
                  <a:pt x="132" y="16"/>
                  <a:pt x="136" y="16"/>
                </a:cubicBezTo>
                <a:moveTo>
                  <a:pt x="337" y="89"/>
                </a:moveTo>
                <a:cubicBezTo>
                  <a:pt x="16" y="89"/>
                  <a:pt x="16" y="89"/>
                  <a:pt x="16" y="89"/>
                </a:cubicBezTo>
                <a:cubicBezTo>
                  <a:pt x="7" y="89"/>
                  <a:pt x="0" y="96"/>
                  <a:pt x="0" y="105"/>
                </a:cubicBezTo>
                <a:cubicBezTo>
                  <a:pt x="0" y="121"/>
                  <a:pt x="0" y="121"/>
                  <a:pt x="0" y="121"/>
                </a:cubicBezTo>
                <a:cubicBezTo>
                  <a:pt x="0" y="129"/>
                  <a:pt x="7" y="137"/>
                  <a:pt x="16" y="137"/>
                </a:cubicBezTo>
                <a:cubicBezTo>
                  <a:pt x="19" y="137"/>
                  <a:pt x="19" y="137"/>
                  <a:pt x="19" y="137"/>
                </a:cubicBezTo>
                <a:cubicBezTo>
                  <a:pt x="48" y="275"/>
                  <a:pt x="48" y="275"/>
                  <a:pt x="48" y="275"/>
                </a:cubicBezTo>
                <a:cubicBezTo>
                  <a:pt x="48" y="275"/>
                  <a:pt x="48" y="275"/>
                  <a:pt x="48" y="275"/>
                </a:cubicBezTo>
                <a:cubicBezTo>
                  <a:pt x="49" y="279"/>
                  <a:pt x="52" y="281"/>
                  <a:pt x="56" y="281"/>
                </a:cubicBezTo>
                <a:cubicBezTo>
                  <a:pt x="297" y="281"/>
                  <a:pt x="297" y="281"/>
                  <a:pt x="297" y="281"/>
                </a:cubicBezTo>
                <a:cubicBezTo>
                  <a:pt x="301" y="281"/>
                  <a:pt x="304" y="279"/>
                  <a:pt x="305" y="275"/>
                </a:cubicBezTo>
                <a:cubicBezTo>
                  <a:pt x="305" y="275"/>
                  <a:pt x="305" y="275"/>
                  <a:pt x="305" y="275"/>
                </a:cubicBezTo>
                <a:cubicBezTo>
                  <a:pt x="334" y="137"/>
                  <a:pt x="334" y="137"/>
                  <a:pt x="334" y="137"/>
                </a:cubicBezTo>
                <a:cubicBezTo>
                  <a:pt x="337" y="137"/>
                  <a:pt x="337" y="137"/>
                  <a:pt x="337" y="137"/>
                </a:cubicBezTo>
                <a:cubicBezTo>
                  <a:pt x="346" y="137"/>
                  <a:pt x="353" y="129"/>
                  <a:pt x="353" y="121"/>
                </a:cubicBezTo>
                <a:cubicBezTo>
                  <a:pt x="353" y="105"/>
                  <a:pt x="353" y="105"/>
                  <a:pt x="353" y="105"/>
                </a:cubicBezTo>
                <a:cubicBezTo>
                  <a:pt x="353" y="96"/>
                  <a:pt x="346" y="89"/>
                  <a:pt x="337" y="89"/>
                </a:cubicBezTo>
                <a:moveTo>
                  <a:pt x="36" y="137"/>
                </a:moveTo>
                <a:cubicBezTo>
                  <a:pt x="91" y="137"/>
                  <a:pt x="91" y="137"/>
                  <a:pt x="91" y="137"/>
                </a:cubicBezTo>
                <a:cubicBezTo>
                  <a:pt x="96" y="169"/>
                  <a:pt x="96" y="169"/>
                  <a:pt x="96" y="169"/>
                </a:cubicBezTo>
                <a:cubicBezTo>
                  <a:pt x="42" y="169"/>
                  <a:pt x="42" y="169"/>
                  <a:pt x="42" y="169"/>
                </a:cubicBezTo>
                <a:lnTo>
                  <a:pt x="36" y="137"/>
                </a:lnTo>
                <a:close/>
                <a:moveTo>
                  <a:pt x="46" y="185"/>
                </a:moveTo>
                <a:cubicBezTo>
                  <a:pt x="98" y="185"/>
                  <a:pt x="98" y="185"/>
                  <a:pt x="98" y="185"/>
                </a:cubicBezTo>
                <a:cubicBezTo>
                  <a:pt x="103" y="217"/>
                  <a:pt x="103" y="217"/>
                  <a:pt x="103" y="217"/>
                </a:cubicBezTo>
                <a:cubicBezTo>
                  <a:pt x="52" y="217"/>
                  <a:pt x="52" y="217"/>
                  <a:pt x="52" y="217"/>
                </a:cubicBezTo>
                <a:lnTo>
                  <a:pt x="46" y="185"/>
                </a:lnTo>
                <a:close/>
                <a:moveTo>
                  <a:pt x="63" y="265"/>
                </a:moveTo>
                <a:cubicBezTo>
                  <a:pt x="56" y="233"/>
                  <a:pt x="56" y="233"/>
                  <a:pt x="56" y="233"/>
                </a:cubicBezTo>
                <a:cubicBezTo>
                  <a:pt x="106" y="233"/>
                  <a:pt x="106" y="233"/>
                  <a:pt x="106" y="233"/>
                </a:cubicBezTo>
                <a:cubicBezTo>
                  <a:pt x="111" y="265"/>
                  <a:pt x="111" y="265"/>
                  <a:pt x="111" y="265"/>
                </a:cubicBezTo>
                <a:lnTo>
                  <a:pt x="63" y="265"/>
                </a:lnTo>
                <a:close/>
                <a:moveTo>
                  <a:pt x="168" y="265"/>
                </a:moveTo>
                <a:cubicBezTo>
                  <a:pt x="127" y="265"/>
                  <a:pt x="127" y="265"/>
                  <a:pt x="127" y="265"/>
                </a:cubicBezTo>
                <a:cubicBezTo>
                  <a:pt x="122" y="233"/>
                  <a:pt x="122" y="233"/>
                  <a:pt x="122" y="233"/>
                </a:cubicBezTo>
                <a:cubicBezTo>
                  <a:pt x="168" y="233"/>
                  <a:pt x="168" y="233"/>
                  <a:pt x="168" y="233"/>
                </a:cubicBezTo>
                <a:lnTo>
                  <a:pt x="168" y="265"/>
                </a:lnTo>
                <a:close/>
                <a:moveTo>
                  <a:pt x="168" y="217"/>
                </a:moveTo>
                <a:cubicBezTo>
                  <a:pt x="119" y="217"/>
                  <a:pt x="119" y="217"/>
                  <a:pt x="119" y="217"/>
                </a:cubicBezTo>
                <a:cubicBezTo>
                  <a:pt x="114" y="185"/>
                  <a:pt x="114" y="185"/>
                  <a:pt x="114" y="185"/>
                </a:cubicBezTo>
                <a:cubicBezTo>
                  <a:pt x="168" y="185"/>
                  <a:pt x="168" y="185"/>
                  <a:pt x="168" y="185"/>
                </a:cubicBezTo>
                <a:lnTo>
                  <a:pt x="168" y="217"/>
                </a:lnTo>
                <a:close/>
                <a:moveTo>
                  <a:pt x="168" y="169"/>
                </a:moveTo>
                <a:cubicBezTo>
                  <a:pt x="112" y="169"/>
                  <a:pt x="112" y="169"/>
                  <a:pt x="112" y="169"/>
                </a:cubicBezTo>
                <a:cubicBezTo>
                  <a:pt x="107" y="137"/>
                  <a:pt x="107" y="137"/>
                  <a:pt x="107" y="137"/>
                </a:cubicBezTo>
                <a:cubicBezTo>
                  <a:pt x="168" y="137"/>
                  <a:pt x="168" y="137"/>
                  <a:pt x="168" y="137"/>
                </a:cubicBezTo>
                <a:lnTo>
                  <a:pt x="168" y="169"/>
                </a:lnTo>
                <a:close/>
                <a:moveTo>
                  <a:pt x="226" y="265"/>
                </a:moveTo>
                <a:cubicBezTo>
                  <a:pt x="185" y="265"/>
                  <a:pt x="185" y="265"/>
                  <a:pt x="185" y="265"/>
                </a:cubicBezTo>
                <a:cubicBezTo>
                  <a:pt x="185" y="233"/>
                  <a:pt x="185" y="233"/>
                  <a:pt x="185" y="233"/>
                </a:cubicBezTo>
                <a:cubicBezTo>
                  <a:pt x="231" y="233"/>
                  <a:pt x="231" y="233"/>
                  <a:pt x="231" y="233"/>
                </a:cubicBezTo>
                <a:lnTo>
                  <a:pt x="226" y="265"/>
                </a:lnTo>
                <a:close/>
                <a:moveTo>
                  <a:pt x="234" y="217"/>
                </a:moveTo>
                <a:cubicBezTo>
                  <a:pt x="185" y="217"/>
                  <a:pt x="185" y="217"/>
                  <a:pt x="185" y="217"/>
                </a:cubicBezTo>
                <a:cubicBezTo>
                  <a:pt x="185" y="185"/>
                  <a:pt x="185" y="185"/>
                  <a:pt x="185" y="185"/>
                </a:cubicBezTo>
                <a:cubicBezTo>
                  <a:pt x="239" y="185"/>
                  <a:pt x="239" y="185"/>
                  <a:pt x="239" y="185"/>
                </a:cubicBezTo>
                <a:lnTo>
                  <a:pt x="234" y="217"/>
                </a:lnTo>
                <a:close/>
                <a:moveTo>
                  <a:pt x="185" y="169"/>
                </a:moveTo>
                <a:cubicBezTo>
                  <a:pt x="185" y="137"/>
                  <a:pt x="185" y="137"/>
                  <a:pt x="185" y="137"/>
                </a:cubicBezTo>
                <a:cubicBezTo>
                  <a:pt x="246" y="137"/>
                  <a:pt x="246" y="137"/>
                  <a:pt x="246" y="137"/>
                </a:cubicBezTo>
                <a:cubicBezTo>
                  <a:pt x="241" y="169"/>
                  <a:pt x="241" y="169"/>
                  <a:pt x="241" y="169"/>
                </a:cubicBezTo>
                <a:lnTo>
                  <a:pt x="185" y="169"/>
                </a:lnTo>
                <a:close/>
                <a:moveTo>
                  <a:pt x="290" y="265"/>
                </a:moveTo>
                <a:cubicBezTo>
                  <a:pt x="242" y="265"/>
                  <a:pt x="242" y="265"/>
                  <a:pt x="242" y="265"/>
                </a:cubicBezTo>
                <a:cubicBezTo>
                  <a:pt x="247" y="233"/>
                  <a:pt x="247" y="233"/>
                  <a:pt x="247" y="233"/>
                </a:cubicBezTo>
                <a:cubicBezTo>
                  <a:pt x="297" y="233"/>
                  <a:pt x="297" y="233"/>
                  <a:pt x="297" y="233"/>
                </a:cubicBezTo>
                <a:lnTo>
                  <a:pt x="290" y="265"/>
                </a:lnTo>
                <a:close/>
                <a:moveTo>
                  <a:pt x="301" y="217"/>
                </a:moveTo>
                <a:cubicBezTo>
                  <a:pt x="250" y="217"/>
                  <a:pt x="250" y="217"/>
                  <a:pt x="250" y="217"/>
                </a:cubicBezTo>
                <a:cubicBezTo>
                  <a:pt x="255" y="185"/>
                  <a:pt x="255" y="185"/>
                  <a:pt x="255" y="185"/>
                </a:cubicBezTo>
                <a:cubicBezTo>
                  <a:pt x="307" y="185"/>
                  <a:pt x="307" y="185"/>
                  <a:pt x="307" y="185"/>
                </a:cubicBezTo>
                <a:lnTo>
                  <a:pt x="301" y="217"/>
                </a:lnTo>
                <a:close/>
                <a:moveTo>
                  <a:pt x="311" y="169"/>
                </a:moveTo>
                <a:cubicBezTo>
                  <a:pt x="257" y="169"/>
                  <a:pt x="257" y="169"/>
                  <a:pt x="257" y="169"/>
                </a:cubicBezTo>
                <a:cubicBezTo>
                  <a:pt x="262" y="137"/>
                  <a:pt x="262" y="137"/>
                  <a:pt x="262" y="137"/>
                </a:cubicBezTo>
                <a:cubicBezTo>
                  <a:pt x="317" y="137"/>
                  <a:pt x="317" y="137"/>
                  <a:pt x="317" y="137"/>
                </a:cubicBezTo>
                <a:lnTo>
                  <a:pt x="311" y="169"/>
                </a:lnTo>
                <a:close/>
                <a:moveTo>
                  <a:pt x="337" y="121"/>
                </a:moveTo>
                <a:cubicBezTo>
                  <a:pt x="16" y="121"/>
                  <a:pt x="16" y="121"/>
                  <a:pt x="16" y="121"/>
                </a:cubicBezTo>
                <a:cubicBezTo>
                  <a:pt x="16" y="105"/>
                  <a:pt x="16" y="105"/>
                  <a:pt x="16" y="105"/>
                </a:cubicBezTo>
                <a:cubicBezTo>
                  <a:pt x="337" y="105"/>
                  <a:pt x="337" y="105"/>
                  <a:pt x="337" y="105"/>
                </a:cubicBezTo>
                <a:lnTo>
                  <a:pt x="337" y="12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9" name="Freeform 19"/>
          <p:cNvSpPr>
            <a:spLocks noEditPoints="1"/>
          </p:cNvSpPr>
          <p:nvPr/>
        </p:nvSpPr>
        <p:spPr bwMode="auto">
          <a:xfrm>
            <a:off x="5255684" y="2029884"/>
            <a:ext cx="577851" cy="584200"/>
          </a:xfrm>
          <a:custGeom>
            <a:avLst/>
            <a:gdLst>
              <a:gd name="T0" fmla="*/ 48 w 353"/>
              <a:gd name="T1" fmla="*/ 172 h 356"/>
              <a:gd name="T2" fmla="*/ 81 w 353"/>
              <a:gd name="T3" fmla="*/ 172 h 356"/>
              <a:gd name="T4" fmla="*/ 105 w 353"/>
              <a:gd name="T5" fmla="*/ 308 h 356"/>
              <a:gd name="T6" fmla="*/ 121 w 353"/>
              <a:gd name="T7" fmla="*/ 324 h 356"/>
              <a:gd name="T8" fmla="*/ 72 w 353"/>
              <a:gd name="T9" fmla="*/ 308 h 356"/>
              <a:gd name="T10" fmla="*/ 56 w 353"/>
              <a:gd name="T11" fmla="*/ 324 h 356"/>
              <a:gd name="T12" fmla="*/ 72 w 353"/>
              <a:gd name="T13" fmla="*/ 308 h 356"/>
              <a:gd name="T14" fmla="*/ 273 w 353"/>
              <a:gd name="T15" fmla="*/ 172 h 356"/>
              <a:gd name="T16" fmla="*/ 241 w 353"/>
              <a:gd name="T17" fmla="*/ 172 h 356"/>
              <a:gd name="T18" fmla="*/ 249 w 353"/>
              <a:gd name="T19" fmla="*/ 308 h 356"/>
              <a:gd name="T20" fmla="*/ 265 w 353"/>
              <a:gd name="T21" fmla="*/ 324 h 356"/>
              <a:gd name="T22" fmla="*/ 281 w 353"/>
              <a:gd name="T23" fmla="*/ 236 h 356"/>
              <a:gd name="T24" fmla="*/ 289 w 353"/>
              <a:gd name="T25" fmla="*/ 244 h 356"/>
              <a:gd name="T26" fmla="*/ 105 w 353"/>
              <a:gd name="T27" fmla="*/ 164 h 356"/>
              <a:gd name="T28" fmla="*/ 121 w 353"/>
              <a:gd name="T29" fmla="*/ 180 h 356"/>
              <a:gd name="T30" fmla="*/ 217 w 353"/>
              <a:gd name="T31" fmla="*/ 164 h 356"/>
              <a:gd name="T32" fmla="*/ 201 w 353"/>
              <a:gd name="T33" fmla="*/ 180 h 356"/>
              <a:gd name="T34" fmla="*/ 217 w 353"/>
              <a:gd name="T35" fmla="*/ 164 h 356"/>
              <a:gd name="T36" fmla="*/ 289 w 353"/>
              <a:gd name="T37" fmla="*/ 99 h 356"/>
              <a:gd name="T38" fmla="*/ 219 w 353"/>
              <a:gd name="T39" fmla="*/ 4 h 356"/>
              <a:gd name="T40" fmla="*/ 38 w 353"/>
              <a:gd name="T41" fmla="*/ 99 h 356"/>
              <a:gd name="T42" fmla="*/ 0 w 353"/>
              <a:gd name="T43" fmla="*/ 324 h 356"/>
              <a:gd name="T44" fmla="*/ 321 w 353"/>
              <a:gd name="T45" fmla="*/ 324 h 356"/>
              <a:gd name="T46" fmla="*/ 353 w 353"/>
              <a:gd name="T47" fmla="*/ 228 h 356"/>
              <a:gd name="T48" fmla="*/ 305 w 353"/>
              <a:gd name="T49" fmla="*/ 132 h 356"/>
              <a:gd name="T50" fmla="*/ 286 w 353"/>
              <a:gd name="T51" fmla="*/ 132 h 356"/>
              <a:gd name="T52" fmla="*/ 259 w 353"/>
              <a:gd name="T53" fmla="*/ 93 h 356"/>
              <a:gd name="T54" fmla="*/ 259 w 353"/>
              <a:gd name="T55" fmla="*/ 93 h 356"/>
              <a:gd name="T56" fmla="*/ 243 w 353"/>
              <a:gd name="T57" fmla="*/ 31 h 356"/>
              <a:gd name="T58" fmla="*/ 50 w 353"/>
              <a:gd name="T59" fmla="*/ 82 h 356"/>
              <a:gd name="T60" fmla="*/ 32 w 353"/>
              <a:gd name="T61" fmla="*/ 115 h 356"/>
              <a:gd name="T62" fmla="*/ 32 w 353"/>
              <a:gd name="T63" fmla="*/ 132 h 356"/>
              <a:gd name="T64" fmla="*/ 305 w 353"/>
              <a:gd name="T65" fmla="*/ 324 h 356"/>
              <a:gd name="T66" fmla="*/ 16 w 353"/>
              <a:gd name="T67" fmla="*/ 324 h 356"/>
              <a:gd name="T68" fmla="*/ 289 w 353"/>
              <a:gd name="T69" fmla="*/ 148 h 356"/>
              <a:gd name="T70" fmla="*/ 273 w 353"/>
              <a:gd name="T71" fmla="*/ 196 h 356"/>
              <a:gd name="T72" fmla="*/ 273 w 353"/>
              <a:gd name="T73" fmla="*/ 292 h 356"/>
              <a:gd name="T74" fmla="*/ 337 w 353"/>
              <a:gd name="T75" fmla="*/ 260 h 356"/>
              <a:gd name="T76" fmla="*/ 257 w 353"/>
              <a:gd name="T77" fmla="*/ 260 h 356"/>
              <a:gd name="T78" fmla="*/ 321 w 353"/>
              <a:gd name="T79" fmla="*/ 212 h 356"/>
              <a:gd name="T80" fmla="*/ 169 w 353"/>
              <a:gd name="T81" fmla="*/ 308 h 356"/>
              <a:gd name="T82" fmla="*/ 153 w 353"/>
              <a:gd name="T83" fmla="*/ 324 h 356"/>
              <a:gd name="T84" fmla="*/ 169 w 353"/>
              <a:gd name="T85" fmla="*/ 308 h 356"/>
              <a:gd name="T86" fmla="*/ 193 w 353"/>
              <a:gd name="T87" fmla="*/ 316 h 356"/>
              <a:gd name="T88" fmla="*/ 225 w 353"/>
              <a:gd name="T89" fmla="*/ 316 h 356"/>
              <a:gd name="T90" fmla="*/ 153 w 353"/>
              <a:gd name="T91" fmla="*/ 164 h 356"/>
              <a:gd name="T92" fmla="*/ 169 w 353"/>
              <a:gd name="T93" fmla="*/ 180 h 3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353" h="356">
                <a:moveTo>
                  <a:pt x="72" y="164"/>
                </a:moveTo>
                <a:cubicBezTo>
                  <a:pt x="56" y="164"/>
                  <a:pt x="56" y="164"/>
                  <a:pt x="56" y="164"/>
                </a:cubicBezTo>
                <a:cubicBezTo>
                  <a:pt x="52" y="164"/>
                  <a:pt x="48" y="167"/>
                  <a:pt x="48" y="172"/>
                </a:cubicBezTo>
                <a:cubicBezTo>
                  <a:pt x="48" y="176"/>
                  <a:pt x="52" y="180"/>
                  <a:pt x="56" y="180"/>
                </a:cubicBezTo>
                <a:cubicBezTo>
                  <a:pt x="72" y="180"/>
                  <a:pt x="72" y="180"/>
                  <a:pt x="72" y="180"/>
                </a:cubicBezTo>
                <a:cubicBezTo>
                  <a:pt x="77" y="180"/>
                  <a:pt x="81" y="176"/>
                  <a:pt x="81" y="172"/>
                </a:cubicBezTo>
                <a:cubicBezTo>
                  <a:pt x="81" y="167"/>
                  <a:pt x="77" y="164"/>
                  <a:pt x="72" y="164"/>
                </a:cubicBezTo>
                <a:moveTo>
                  <a:pt x="121" y="308"/>
                </a:moveTo>
                <a:cubicBezTo>
                  <a:pt x="105" y="308"/>
                  <a:pt x="105" y="308"/>
                  <a:pt x="105" y="308"/>
                </a:cubicBezTo>
                <a:cubicBezTo>
                  <a:pt x="100" y="308"/>
                  <a:pt x="97" y="312"/>
                  <a:pt x="97" y="316"/>
                </a:cubicBezTo>
                <a:cubicBezTo>
                  <a:pt x="97" y="321"/>
                  <a:pt x="100" y="324"/>
                  <a:pt x="105" y="324"/>
                </a:cubicBezTo>
                <a:cubicBezTo>
                  <a:pt x="121" y="324"/>
                  <a:pt x="121" y="324"/>
                  <a:pt x="121" y="324"/>
                </a:cubicBezTo>
                <a:cubicBezTo>
                  <a:pt x="125" y="324"/>
                  <a:pt x="129" y="321"/>
                  <a:pt x="129" y="316"/>
                </a:cubicBezTo>
                <a:cubicBezTo>
                  <a:pt x="129" y="312"/>
                  <a:pt x="125" y="308"/>
                  <a:pt x="121" y="308"/>
                </a:cubicBezTo>
                <a:moveTo>
                  <a:pt x="72" y="308"/>
                </a:moveTo>
                <a:cubicBezTo>
                  <a:pt x="56" y="308"/>
                  <a:pt x="56" y="308"/>
                  <a:pt x="56" y="308"/>
                </a:cubicBezTo>
                <a:cubicBezTo>
                  <a:pt x="52" y="308"/>
                  <a:pt x="48" y="312"/>
                  <a:pt x="48" y="316"/>
                </a:cubicBezTo>
                <a:cubicBezTo>
                  <a:pt x="48" y="321"/>
                  <a:pt x="52" y="324"/>
                  <a:pt x="56" y="324"/>
                </a:cubicBezTo>
                <a:cubicBezTo>
                  <a:pt x="72" y="324"/>
                  <a:pt x="72" y="324"/>
                  <a:pt x="72" y="324"/>
                </a:cubicBezTo>
                <a:cubicBezTo>
                  <a:pt x="77" y="324"/>
                  <a:pt x="81" y="321"/>
                  <a:pt x="81" y="316"/>
                </a:cubicBezTo>
                <a:cubicBezTo>
                  <a:pt x="81" y="312"/>
                  <a:pt x="77" y="308"/>
                  <a:pt x="72" y="308"/>
                </a:cubicBezTo>
                <a:moveTo>
                  <a:pt x="249" y="180"/>
                </a:moveTo>
                <a:cubicBezTo>
                  <a:pt x="265" y="180"/>
                  <a:pt x="265" y="180"/>
                  <a:pt x="265" y="180"/>
                </a:cubicBezTo>
                <a:cubicBezTo>
                  <a:pt x="270" y="180"/>
                  <a:pt x="273" y="176"/>
                  <a:pt x="273" y="172"/>
                </a:cubicBezTo>
                <a:cubicBezTo>
                  <a:pt x="273" y="167"/>
                  <a:pt x="270" y="164"/>
                  <a:pt x="265" y="164"/>
                </a:cubicBezTo>
                <a:cubicBezTo>
                  <a:pt x="249" y="164"/>
                  <a:pt x="249" y="164"/>
                  <a:pt x="249" y="164"/>
                </a:cubicBezTo>
                <a:cubicBezTo>
                  <a:pt x="245" y="164"/>
                  <a:pt x="241" y="167"/>
                  <a:pt x="241" y="172"/>
                </a:cubicBezTo>
                <a:cubicBezTo>
                  <a:pt x="241" y="176"/>
                  <a:pt x="245" y="180"/>
                  <a:pt x="249" y="180"/>
                </a:cubicBezTo>
                <a:moveTo>
                  <a:pt x="265" y="308"/>
                </a:moveTo>
                <a:cubicBezTo>
                  <a:pt x="249" y="308"/>
                  <a:pt x="249" y="308"/>
                  <a:pt x="249" y="308"/>
                </a:cubicBezTo>
                <a:cubicBezTo>
                  <a:pt x="245" y="308"/>
                  <a:pt x="241" y="312"/>
                  <a:pt x="241" y="316"/>
                </a:cubicBezTo>
                <a:cubicBezTo>
                  <a:pt x="241" y="321"/>
                  <a:pt x="245" y="324"/>
                  <a:pt x="249" y="324"/>
                </a:cubicBezTo>
                <a:cubicBezTo>
                  <a:pt x="265" y="324"/>
                  <a:pt x="265" y="324"/>
                  <a:pt x="265" y="324"/>
                </a:cubicBezTo>
                <a:cubicBezTo>
                  <a:pt x="270" y="324"/>
                  <a:pt x="273" y="321"/>
                  <a:pt x="273" y="316"/>
                </a:cubicBezTo>
                <a:cubicBezTo>
                  <a:pt x="273" y="312"/>
                  <a:pt x="270" y="308"/>
                  <a:pt x="265" y="308"/>
                </a:cubicBezTo>
                <a:moveTo>
                  <a:pt x="281" y="236"/>
                </a:moveTo>
                <a:cubicBezTo>
                  <a:pt x="277" y="236"/>
                  <a:pt x="273" y="239"/>
                  <a:pt x="273" y="244"/>
                </a:cubicBezTo>
                <a:cubicBezTo>
                  <a:pt x="273" y="248"/>
                  <a:pt x="277" y="252"/>
                  <a:pt x="281" y="252"/>
                </a:cubicBezTo>
                <a:cubicBezTo>
                  <a:pt x="286" y="252"/>
                  <a:pt x="289" y="248"/>
                  <a:pt x="289" y="244"/>
                </a:cubicBezTo>
                <a:cubicBezTo>
                  <a:pt x="289" y="239"/>
                  <a:pt x="286" y="236"/>
                  <a:pt x="281" y="236"/>
                </a:cubicBezTo>
                <a:moveTo>
                  <a:pt x="121" y="164"/>
                </a:moveTo>
                <a:cubicBezTo>
                  <a:pt x="105" y="164"/>
                  <a:pt x="105" y="164"/>
                  <a:pt x="105" y="164"/>
                </a:cubicBezTo>
                <a:cubicBezTo>
                  <a:pt x="100" y="164"/>
                  <a:pt x="97" y="167"/>
                  <a:pt x="97" y="172"/>
                </a:cubicBezTo>
                <a:cubicBezTo>
                  <a:pt x="97" y="176"/>
                  <a:pt x="100" y="180"/>
                  <a:pt x="105" y="180"/>
                </a:cubicBezTo>
                <a:cubicBezTo>
                  <a:pt x="121" y="180"/>
                  <a:pt x="121" y="180"/>
                  <a:pt x="121" y="180"/>
                </a:cubicBezTo>
                <a:cubicBezTo>
                  <a:pt x="125" y="180"/>
                  <a:pt x="129" y="176"/>
                  <a:pt x="129" y="172"/>
                </a:cubicBezTo>
                <a:cubicBezTo>
                  <a:pt x="129" y="167"/>
                  <a:pt x="125" y="164"/>
                  <a:pt x="121" y="164"/>
                </a:cubicBezTo>
                <a:moveTo>
                  <a:pt x="217" y="164"/>
                </a:moveTo>
                <a:cubicBezTo>
                  <a:pt x="201" y="164"/>
                  <a:pt x="201" y="164"/>
                  <a:pt x="201" y="164"/>
                </a:cubicBezTo>
                <a:cubicBezTo>
                  <a:pt x="196" y="164"/>
                  <a:pt x="193" y="167"/>
                  <a:pt x="193" y="172"/>
                </a:cubicBezTo>
                <a:cubicBezTo>
                  <a:pt x="193" y="176"/>
                  <a:pt x="196" y="180"/>
                  <a:pt x="201" y="180"/>
                </a:cubicBezTo>
                <a:cubicBezTo>
                  <a:pt x="217" y="180"/>
                  <a:pt x="217" y="180"/>
                  <a:pt x="217" y="180"/>
                </a:cubicBezTo>
                <a:cubicBezTo>
                  <a:pt x="221" y="180"/>
                  <a:pt x="225" y="176"/>
                  <a:pt x="225" y="172"/>
                </a:cubicBezTo>
                <a:cubicBezTo>
                  <a:pt x="225" y="167"/>
                  <a:pt x="221" y="164"/>
                  <a:pt x="217" y="164"/>
                </a:cubicBezTo>
                <a:moveTo>
                  <a:pt x="321" y="196"/>
                </a:moveTo>
                <a:cubicBezTo>
                  <a:pt x="321" y="132"/>
                  <a:pt x="321" y="132"/>
                  <a:pt x="321" y="132"/>
                </a:cubicBezTo>
                <a:cubicBezTo>
                  <a:pt x="321" y="114"/>
                  <a:pt x="307" y="99"/>
                  <a:pt x="289" y="99"/>
                </a:cubicBezTo>
                <a:cubicBezTo>
                  <a:pt x="278" y="99"/>
                  <a:pt x="278" y="99"/>
                  <a:pt x="278" y="99"/>
                </a:cubicBezTo>
                <a:cubicBezTo>
                  <a:pt x="258" y="27"/>
                  <a:pt x="258" y="27"/>
                  <a:pt x="258" y="27"/>
                </a:cubicBezTo>
                <a:cubicBezTo>
                  <a:pt x="254" y="10"/>
                  <a:pt x="236" y="0"/>
                  <a:pt x="219" y="4"/>
                </a:cubicBezTo>
                <a:cubicBezTo>
                  <a:pt x="57" y="47"/>
                  <a:pt x="57" y="47"/>
                  <a:pt x="57" y="47"/>
                </a:cubicBezTo>
                <a:cubicBezTo>
                  <a:pt x="40" y="52"/>
                  <a:pt x="30" y="69"/>
                  <a:pt x="34" y="86"/>
                </a:cubicBezTo>
                <a:cubicBezTo>
                  <a:pt x="38" y="99"/>
                  <a:pt x="38" y="99"/>
                  <a:pt x="38" y="99"/>
                </a:cubicBezTo>
                <a:cubicBezTo>
                  <a:pt x="32" y="99"/>
                  <a:pt x="32" y="99"/>
                  <a:pt x="32" y="99"/>
                </a:cubicBezTo>
                <a:cubicBezTo>
                  <a:pt x="15" y="99"/>
                  <a:pt x="0" y="114"/>
                  <a:pt x="0" y="132"/>
                </a:cubicBezTo>
                <a:cubicBezTo>
                  <a:pt x="0" y="324"/>
                  <a:pt x="0" y="324"/>
                  <a:pt x="0" y="324"/>
                </a:cubicBezTo>
                <a:cubicBezTo>
                  <a:pt x="0" y="342"/>
                  <a:pt x="15" y="356"/>
                  <a:pt x="32" y="356"/>
                </a:cubicBezTo>
                <a:cubicBezTo>
                  <a:pt x="289" y="356"/>
                  <a:pt x="289" y="356"/>
                  <a:pt x="289" y="356"/>
                </a:cubicBezTo>
                <a:cubicBezTo>
                  <a:pt x="307" y="356"/>
                  <a:pt x="321" y="342"/>
                  <a:pt x="321" y="324"/>
                </a:cubicBezTo>
                <a:cubicBezTo>
                  <a:pt x="321" y="292"/>
                  <a:pt x="321" y="292"/>
                  <a:pt x="321" y="292"/>
                </a:cubicBezTo>
                <a:cubicBezTo>
                  <a:pt x="339" y="292"/>
                  <a:pt x="353" y="278"/>
                  <a:pt x="353" y="260"/>
                </a:cubicBezTo>
                <a:cubicBezTo>
                  <a:pt x="353" y="228"/>
                  <a:pt x="353" y="228"/>
                  <a:pt x="353" y="228"/>
                </a:cubicBezTo>
                <a:cubicBezTo>
                  <a:pt x="353" y="210"/>
                  <a:pt x="339" y="196"/>
                  <a:pt x="321" y="196"/>
                </a:cubicBezTo>
                <a:moveTo>
                  <a:pt x="289" y="115"/>
                </a:moveTo>
                <a:cubicBezTo>
                  <a:pt x="298" y="115"/>
                  <a:pt x="305" y="123"/>
                  <a:pt x="305" y="132"/>
                </a:cubicBezTo>
                <a:cubicBezTo>
                  <a:pt x="305" y="136"/>
                  <a:pt x="305" y="136"/>
                  <a:pt x="305" y="136"/>
                </a:cubicBezTo>
                <a:cubicBezTo>
                  <a:pt x="301" y="133"/>
                  <a:pt x="295" y="132"/>
                  <a:pt x="289" y="132"/>
                </a:cubicBezTo>
                <a:cubicBezTo>
                  <a:pt x="286" y="132"/>
                  <a:pt x="286" y="132"/>
                  <a:pt x="286" y="132"/>
                </a:cubicBezTo>
                <a:cubicBezTo>
                  <a:pt x="282" y="115"/>
                  <a:pt x="282" y="115"/>
                  <a:pt x="282" y="115"/>
                </a:cubicBezTo>
                <a:lnTo>
                  <a:pt x="289" y="115"/>
                </a:lnTo>
                <a:close/>
                <a:moveTo>
                  <a:pt x="259" y="93"/>
                </a:moveTo>
                <a:cubicBezTo>
                  <a:pt x="270" y="132"/>
                  <a:pt x="270" y="132"/>
                  <a:pt x="270" y="132"/>
                </a:cubicBezTo>
                <a:cubicBezTo>
                  <a:pt x="115" y="132"/>
                  <a:pt x="115" y="132"/>
                  <a:pt x="115" y="132"/>
                </a:cubicBezTo>
                <a:lnTo>
                  <a:pt x="259" y="93"/>
                </a:lnTo>
                <a:close/>
                <a:moveTo>
                  <a:pt x="61" y="63"/>
                </a:moveTo>
                <a:cubicBezTo>
                  <a:pt x="223" y="20"/>
                  <a:pt x="223" y="20"/>
                  <a:pt x="223" y="20"/>
                </a:cubicBezTo>
                <a:cubicBezTo>
                  <a:pt x="232" y="17"/>
                  <a:pt x="240" y="23"/>
                  <a:pt x="243" y="31"/>
                </a:cubicBezTo>
                <a:cubicBezTo>
                  <a:pt x="247" y="47"/>
                  <a:pt x="247" y="47"/>
                  <a:pt x="247" y="47"/>
                </a:cubicBezTo>
                <a:cubicBezTo>
                  <a:pt x="54" y="98"/>
                  <a:pt x="54" y="98"/>
                  <a:pt x="54" y="98"/>
                </a:cubicBezTo>
                <a:cubicBezTo>
                  <a:pt x="50" y="82"/>
                  <a:pt x="50" y="82"/>
                  <a:pt x="50" y="82"/>
                </a:cubicBezTo>
                <a:cubicBezTo>
                  <a:pt x="47" y="74"/>
                  <a:pt x="53" y="65"/>
                  <a:pt x="61" y="63"/>
                </a:cubicBezTo>
                <a:moveTo>
                  <a:pt x="16" y="132"/>
                </a:moveTo>
                <a:cubicBezTo>
                  <a:pt x="16" y="123"/>
                  <a:pt x="23" y="115"/>
                  <a:pt x="32" y="115"/>
                </a:cubicBezTo>
                <a:cubicBezTo>
                  <a:pt x="42" y="115"/>
                  <a:pt x="42" y="115"/>
                  <a:pt x="42" y="115"/>
                </a:cubicBezTo>
                <a:cubicBezTo>
                  <a:pt x="46" y="132"/>
                  <a:pt x="46" y="132"/>
                  <a:pt x="46" y="132"/>
                </a:cubicBezTo>
                <a:cubicBezTo>
                  <a:pt x="32" y="132"/>
                  <a:pt x="32" y="132"/>
                  <a:pt x="32" y="132"/>
                </a:cubicBezTo>
                <a:cubicBezTo>
                  <a:pt x="26" y="132"/>
                  <a:pt x="21" y="133"/>
                  <a:pt x="16" y="136"/>
                </a:cubicBezTo>
                <a:lnTo>
                  <a:pt x="16" y="132"/>
                </a:lnTo>
                <a:close/>
                <a:moveTo>
                  <a:pt x="305" y="324"/>
                </a:moveTo>
                <a:cubicBezTo>
                  <a:pt x="305" y="333"/>
                  <a:pt x="298" y="340"/>
                  <a:pt x="289" y="340"/>
                </a:cubicBezTo>
                <a:cubicBezTo>
                  <a:pt x="32" y="340"/>
                  <a:pt x="32" y="340"/>
                  <a:pt x="32" y="340"/>
                </a:cubicBezTo>
                <a:cubicBezTo>
                  <a:pt x="23" y="340"/>
                  <a:pt x="16" y="333"/>
                  <a:pt x="16" y="324"/>
                </a:cubicBezTo>
                <a:cubicBezTo>
                  <a:pt x="16" y="164"/>
                  <a:pt x="16" y="164"/>
                  <a:pt x="16" y="164"/>
                </a:cubicBezTo>
                <a:cubicBezTo>
                  <a:pt x="16" y="155"/>
                  <a:pt x="23" y="148"/>
                  <a:pt x="32" y="148"/>
                </a:cubicBezTo>
                <a:cubicBezTo>
                  <a:pt x="289" y="148"/>
                  <a:pt x="289" y="148"/>
                  <a:pt x="289" y="148"/>
                </a:cubicBezTo>
                <a:cubicBezTo>
                  <a:pt x="298" y="148"/>
                  <a:pt x="305" y="155"/>
                  <a:pt x="305" y="164"/>
                </a:cubicBezTo>
                <a:cubicBezTo>
                  <a:pt x="305" y="196"/>
                  <a:pt x="305" y="196"/>
                  <a:pt x="305" y="196"/>
                </a:cubicBezTo>
                <a:cubicBezTo>
                  <a:pt x="273" y="196"/>
                  <a:pt x="273" y="196"/>
                  <a:pt x="273" y="196"/>
                </a:cubicBezTo>
                <a:cubicBezTo>
                  <a:pt x="255" y="196"/>
                  <a:pt x="241" y="210"/>
                  <a:pt x="241" y="228"/>
                </a:cubicBezTo>
                <a:cubicBezTo>
                  <a:pt x="241" y="260"/>
                  <a:pt x="241" y="260"/>
                  <a:pt x="241" y="260"/>
                </a:cubicBezTo>
                <a:cubicBezTo>
                  <a:pt x="241" y="278"/>
                  <a:pt x="255" y="292"/>
                  <a:pt x="273" y="292"/>
                </a:cubicBezTo>
                <a:cubicBezTo>
                  <a:pt x="305" y="292"/>
                  <a:pt x="305" y="292"/>
                  <a:pt x="305" y="292"/>
                </a:cubicBezTo>
                <a:lnTo>
                  <a:pt x="305" y="324"/>
                </a:lnTo>
                <a:close/>
                <a:moveTo>
                  <a:pt x="337" y="260"/>
                </a:moveTo>
                <a:cubicBezTo>
                  <a:pt x="337" y="269"/>
                  <a:pt x="330" y="276"/>
                  <a:pt x="321" y="276"/>
                </a:cubicBezTo>
                <a:cubicBezTo>
                  <a:pt x="273" y="276"/>
                  <a:pt x="273" y="276"/>
                  <a:pt x="273" y="276"/>
                </a:cubicBezTo>
                <a:cubicBezTo>
                  <a:pt x="264" y="276"/>
                  <a:pt x="257" y="269"/>
                  <a:pt x="257" y="260"/>
                </a:cubicBezTo>
                <a:cubicBezTo>
                  <a:pt x="257" y="228"/>
                  <a:pt x="257" y="228"/>
                  <a:pt x="257" y="228"/>
                </a:cubicBezTo>
                <a:cubicBezTo>
                  <a:pt x="257" y="219"/>
                  <a:pt x="264" y="212"/>
                  <a:pt x="273" y="212"/>
                </a:cubicBezTo>
                <a:cubicBezTo>
                  <a:pt x="321" y="212"/>
                  <a:pt x="321" y="212"/>
                  <a:pt x="321" y="212"/>
                </a:cubicBezTo>
                <a:cubicBezTo>
                  <a:pt x="330" y="212"/>
                  <a:pt x="337" y="219"/>
                  <a:pt x="337" y="228"/>
                </a:cubicBezTo>
                <a:lnTo>
                  <a:pt x="337" y="260"/>
                </a:lnTo>
                <a:close/>
                <a:moveTo>
                  <a:pt x="169" y="308"/>
                </a:moveTo>
                <a:cubicBezTo>
                  <a:pt x="153" y="308"/>
                  <a:pt x="153" y="308"/>
                  <a:pt x="153" y="308"/>
                </a:cubicBezTo>
                <a:cubicBezTo>
                  <a:pt x="148" y="308"/>
                  <a:pt x="145" y="312"/>
                  <a:pt x="145" y="316"/>
                </a:cubicBezTo>
                <a:cubicBezTo>
                  <a:pt x="145" y="321"/>
                  <a:pt x="148" y="324"/>
                  <a:pt x="153" y="324"/>
                </a:cubicBezTo>
                <a:cubicBezTo>
                  <a:pt x="169" y="324"/>
                  <a:pt x="169" y="324"/>
                  <a:pt x="169" y="324"/>
                </a:cubicBezTo>
                <a:cubicBezTo>
                  <a:pt x="173" y="324"/>
                  <a:pt x="177" y="321"/>
                  <a:pt x="177" y="316"/>
                </a:cubicBezTo>
                <a:cubicBezTo>
                  <a:pt x="177" y="312"/>
                  <a:pt x="173" y="308"/>
                  <a:pt x="169" y="308"/>
                </a:cubicBezTo>
                <a:moveTo>
                  <a:pt x="217" y="308"/>
                </a:moveTo>
                <a:cubicBezTo>
                  <a:pt x="201" y="308"/>
                  <a:pt x="201" y="308"/>
                  <a:pt x="201" y="308"/>
                </a:cubicBezTo>
                <a:cubicBezTo>
                  <a:pt x="196" y="308"/>
                  <a:pt x="193" y="312"/>
                  <a:pt x="193" y="316"/>
                </a:cubicBezTo>
                <a:cubicBezTo>
                  <a:pt x="193" y="321"/>
                  <a:pt x="196" y="324"/>
                  <a:pt x="201" y="324"/>
                </a:cubicBezTo>
                <a:cubicBezTo>
                  <a:pt x="217" y="324"/>
                  <a:pt x="217" y="324"/>
                  <a:pt x="217" y="324"/>
                </a:cubicBezTo>
                <a:cubicBezTo>
                  <a:pt x="221" y="324"/>
                  <a:pt x="225" y="321"/>
                  <a:pt x="225" y="316"/>
                </a:cubicBezTo>
                <a:cubicBezTo>
                  <a:pt x="225" y="312"/>
                  <a:pt x="221" y="308"/>
                  <a:pt x="217" y="308"/>
                </a:cubicBezTo>
                <a:moveTo>
                  <a:pt x="169" y="164"/>
                </a:moveTo>
                <a:cubicBezTo>
                  <a:pt x="153" y="164"/>
                  <a:pt x="153" y="164"/>
                  <a:pt x="153" y="164"/>
                </a:cubicBezTo>
                <a:cubicBezTo>
                  <a:pt x="148" y="164"/>
                  <a:pt x="145" y="167"/>
                  <a:pt x="145" y="172"/>
                </a:cubicBezTo>
                <a:cubicBezTo>
                  <a:pt x="145" y="176"/>
                  <a:pt x="148" y="180"/>
                  <a:pt x="153" y="180"/>
                </a:cubicBezTo>
                <a:cubicBezTo>
                  <a:pt x="169" y="180"/>
                  <a:pt x="169" y="180"/>
                  <a:pt x="169" y="180"/>
                </a:cubicBezTo>
                <a:cubicBezTo>
                  <a:pt x="173" y="180"/>
                  <a:pt x="177" y="176"/>
                  <a:pt x="177" y="172"/>
                </a:cubicBezTo>
                <a:cubicBezTo>
                  <a:pt x="177" y="167"/>
                  <a:pt x="173" y="164"/>
                  <a:pt x="169" y="164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0" name="Freeform 20"/>
          <p:cNvSpPr>
            <a:spLocks noEditPoints="1"/>
          </p:cNvSpPr>
          <p:nvPr/>
        </p:nvSpPr>
        <p:spPr bwMode="auto">
          <a:xfrm>
            <a:off x="6360584" y="2114552"/>
            <a:ext cx="577851" cy="421217"/>
          </a:xfrm>
          <a:custGeom>
            <a:avLst/>
            <a:gdLst>
              <a:gd name="T0" fmla="*/ 56 w 353"/>
              <a:gd name="T1" fmla="*/ 64 h 257"/>
              <a:gd name="T2" fmla="*/ 56 w 353"/>
              <a:gd name="T3" fmla="*/ 81 h 257"/>
              <a:gd name="T4" fmla="*/ 80 w 353"/>
              <a:gd name="T5" fmla="*/ 72 h 257"/>
              <a:gd name="T6" fmla="*/ 120 w 353"/>
              <a:gd name="T7" fmla="*/ 64 h 257"/>
              <a:gd name="T8" fmla="*/ 96 w 353"/>
              <a:gd name="T9" fmla="*/ 72 h 257"/>
              <a:gd name="T10" fmla="*/ 120 w 353"/>
              <a:gd name="T11" fmla="*/ 81 h 257"/>
              <a:gd name="T12" fmla="*/ 120 w 353"/>
              <a:gd name="T13" fmla="*/ 64 h 257"/>
              <a:gd name="T14" fmla="*/ 104 w 353"/>
              <a:gd name="T15" fmla="*/ 209 h 257"/>
              <a:gd name="T16" fmla="*/ 104 w 353"/>
              <a:gd name="T17" fmla="*/ 225 h 257"/>
              <a:gd name="T18" fmla="*/ 128 w 353"/>
              <a:gd name="T19" fmla="*/ 217 h 257"/>
              <a:gd name="T20" fmla="*/ 281 w 353"/>
              <a:gd name="T21" fmla="*/ 137 h 257"/>
              <a:gd name="T22" fmla="*/ 281 w 353"/>
              <a:gd name="T23" fmla="*/ 153 h 257"/>
              <a:gd name="T24" fmla="*/ 281 w 353"/>
              <a:gd name="T25" fmla="*/ 137 h 257"/>
              <a:gd name="T26" fmla="*/ 321 w 353"/>
              <a:gd name="T27" fmla="*/ 32 h 257"/>
              <a:gd name="T28" fmla="*/ 32 w 353"/>
              <a:gd name="T29" fmla="*/ 0 h 257"/>
              <a:gd name="T30" fmla="*/ 0 w 353"/>
              <a:gd name="T31" fmla="*/ 225 h 257"/>
              <a:gd name="T32" fmla="*/ 289 w 353"/>
              <a:gd name="T33" fmla="*/ 257 h 257"/>
              <a:gd name="T34" fmla="*/ 321 w 353"/>
              <a:gd name="T35" fmla="*/ 193 h 257"/>
              <a:gd name="T36" fmla="*/ 353 w 353"/>
              <a:gd name="T37" fmla="*/ 129 h 257"/>
              <a:gd name="T38" fmla="*/ 16 w 353"/>
              <a:gd name="T39" fmla="*/ 32 h 257"/>
              <a:gd name="T40" fmla="*/ 289 w 353"/>
              <a:gd name="T41" fmla="*/ 16 h 257"/>
              <a:gd name="T42" fmla="*/ 305 w 353"/>
              <a:gd name="T43" fmla="*/ 37 h 257"/>
              <a:gd name="T44" fmla="*/ 32 w 353"/>
              <a:gd name="T45" fmla="*/ 32 h 257"/>
              <a:gd name="T46" fmla="*/ 16 w 353"/>
              <a:gd name="T47" fmla="*/ 32 h 257"/>
              <a:gd name="T48" fmla="*/ 289 w 353"/>
              <a:gd name="T49" fmla="*/ 241 h 257"/>
              <a:gd name="T50" fmla="*/ 16 w 353"/>
              <a:gd name="T51" fmla="*/ 225 h 257"/>
              <a:gd name="T52" fmla="*/ 32 w 353"/>
              <a:gd name="T53" fmla="*/ 48 h 257"/>
              <a:gd name="T54" fmla="*/ 305 w 353"/>
              <a:gd name="T55" fmla="*/ 64 h 257"/>
              <a:gd name="T56" fmla="*/ 273 w 353"/>
              <a:gd name="T57" fmla="*/ 97 h 257"/>
              <a:gd name="T58" fmla="*/ 240 w 353"/>
              <a:gd name="T59" fmla="*/ 161 h 257"/>
              <a:gd name="T60" fmla="*/ 305 w 353"/>
              <a:gd name="T61" fmla="*/ 193 h 257"/>
              <a:gd name="T62" fmla="*/ 337 w 353"/>
              <a:gd name="T63" fmla="*/ 161 h 257"/>
              <a:gd name="T64" fmla="*/ 273 w 353"/>
              <a:gd name="T65" fmla="*/ 177 h 257"/>
              <a:gd name="T66" fmla="*/ 256 w 353"/>
              <a:gd name="T67" fmla="*/ 129 h 257"/>
              <a:gd name="T68" fmla="*/ 321 w 353"/>
              <a:gd name="T69" fmla="*/ 113 h 257"/>
              <a:gd name="T70" fmla="*/ 337 w 353"/>
              <a:gd name="T71" fmla="*/ 161 h 257"/>
              <a:gd name="T72" fmla="*/ 264 w 353"/>
              <a:gd name="T73" fmla="*/ 81 h 257"/>
              <a:gd name="T74" fmla="*/ 264 w 353"/>
              <a:gd name="T75" fmla="*/ 64 h 257"/>
              <a:gd name="T76" fmla="*/ 240 w 353"/>
              <a:gd name="T77" fmla="*/ 72 h 257"/>
              <a:gd name="T78" fmla="*/ 72 w 353"/>
              <a:gd name="T79" fmla="*/ 209 h 257"/>
              <a:gd name="T80" fmla="*/ 48 w 353"/>
              <a:gd name="T81" fmla="*/ 217 h 257"/>
              <a:gd name="T82" fmla="*/ 72 w 353"/>
              <a:gd name="T83" fmla="*/ 225 h 257"/>
              <a:gd name="T84" fmla="*/ 72 w 353"/>
              <a:gd name="T85" fmla="*/ 209 h 257"/>
              <a:gd name="T86" fmla="*/ 152 w 353"/>
              <a:gd name="T87" fmla="*/ 209 h 257"/>
              <a:gd name="T88" fmla="*/ 152 w 353"/>
              <a:gd name="T89" fmla="*/ 225 h 257"/>
              <a:gd name="T90" fmla="*/ 176 w 353"/>
              <a:gd name="T91" fmla="*/ 217 h 257"/>
              <a:gd name="T92" fmla="*/ 216 w 353"/>
              <a:gd name="T93" fmla="*/ 64 h 257"/>
              <a:gd name="T94" fmla="*/ 192 w 353"/>
              <a:gd name="T95" fmla="*/ 72 h 257"/>
              <a:gd name="T96" fmla="*/ 216 w 353"/>
              <a:gd name="T97" fmla="*/ 81 h 257"/>
              <a:gd name="T98" fmla="*/ 216 w 353"/>
              <a:gd name="T99" fmla="*/ 64 h 257"/>
              <a:gd name="T100" fmla="*/ 248 w 353"/>
              <a:gd name="T101" fmla="*/ 209 h 257"/>
              <a:gd name="T102" fmla="*/ 248 w 353"/>
              <a:gd name="T103" fmla="*/ 225 h 257"/>
              <a:gd name="T104" fmla="*/ 273 w 353"/>
              <a:gd name="T105" fmla="*/ 217 h 257"/>
              <a:gd name="T106" fmla="*/ 168 w 353"/>
              <a:gd name="T107" fmla="*/ 64 h 257"/>
              <a:gd name="T108" fmla="*/ 144 w 353"/>
              <a:gd name="T109" fmla="*/ 72 h 257"/>
              <a:gd name="T110" fmla="*/ 168 w 353"/>
              <a:gd name="T111" fmla="*/ 81 h 257"/>
              <a:gd name="T112" fmla="*/ 168 w 353"/>
              <a:gd name="T113" fmla="*/ 64 h 257"/>
              <a:gd name="T114" fmla="*/ 200 w 353"/>
              <a:gd name="T115" fmla="*/ 209 h 257"/>
              <a:gd name="T116" fmla="*/ 200 w 353"/>
              <a:gd name="T117" fmla="*/ 225 h 257"/>
              <a:gd name="T118" fmla="*/ 224 w 353"/>
              <a:gd name="T119" fmla="*/ 217 h 2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353" h="257">
                <a:moveTo>
                  <a:pt x="72" y="64"/>
                </a:moveTo>
                <a:cubicBezTo>
                  <a:pt x="56" y="64"/>
                  <a:pt x="56" y="64"/>
                  <a:pt x="56" y="64"/>
                </a:cubicBezTo>
                <a:cubicBezTo>
                  <a:pt x="51" y="64"/>
                  <a:pt x="48" y="68"/>
                  <a:pt x="48" y="72"/>
                </a:cubicBezTo>
                <a:cubicBezTo>
                  <a:pt x="48" y="77"/>
                  <a:pt x="51" y="81"/>
                  <a:pt x="56" y="81"/>
                </a:cubicBezTo>
                <a:cubicBezTo>
                  <a:pt x="72" y="81"/>
                  <a:pt x="72" y="81"/>
                  <a:pt x="72" y="81"/>
                </a:cubicBezTo>
                <a:cubicBezTo>
                  <a:pt x="76" y="81"/>
                  <a:pt x="80" y="77"/>
                  <a:pt x="80" y="72"/>
                </a:cubicBezTo>
                <a:cubicBezTo>
                  <a:pt x="80" y="68"/>
                  <a:pt x="76" y="64"/>
                  <a:pt x="72" y="64"/>
                </a:cubicBezTo>
                <a:moveTo>
                  <a:pt x="120" y="64"/>
                </a:moveTo>
                <a:cubicBezTo>
                  <a:pt x="104" y="64"/>
                  <a:pt x="104" y="64"/>
                  <a:pt x="104" y="64"/>
                </a:cubicBezTo>
                <a:cubicBezTo>
                  <a:pt x="99" y="64"/>
                  <a:pt x="96" y="68"/>
                  <a:pt x="96" y="72"/>
                </a:cubicBezTo>
                <a:cubicBezTo>
                  <a:pt x="96" y="77"/>
                  <a:pt x="99" y="81"/>
                  <a:pt x="104" y="81"/>
                </a:cubicBezTo>
                <a:cubicBezTo>
                  <a:pt x="120" y="81"/>
                  <a:pt x="120" y="81"/>
                  <a:pt x="120" y="81"/>
                </a:cubicBezTo>
                <a:cubicBezTo>
                  <a:pt x="124" y="81"/>
                  <a:pt x="128" y="77"/>
                  <a:pt x="128" y="72"/>
                </a:cubicBezTo>
                <a:cubicBezTo>
                  <a:pt x="128" y="68"/>
                  <a:pt x="124" y="64"/>
                  <a:pt x="120" y="64"/>
                </a:cubicBezTo>
                <a:moveTo>
                  <a:pt x="120" y="209"/>
                </a:moveTo>
                <a:cubicBezTo>
                  <a:pt x="104" y="209"/>
                  <a:pt x="104" y="209"/>
                  <a:pt x="104" y="209"/>
                </a:cubicBezTo>
                <a:cubicBezTo>
                  <a:pt x="99" y="209"/>
                  <a:pt x="96" y="213"/>
                  <a:pt x="96" y="217"/>
                </a:cubicBezTo>
                <a:cubicBezTo>
                  <a:pt x="96" y="221"/>
                  <a:pt x="99" y="225"/>
                  <a:pt x="104" y="225"/>
                </a:cubicBezTo>
                <a:cubicBezTo>
                  <a:pt x="120" y="225"/>
                  <a:pt x="120" y="225"/>
                  <a:pt x="120" y="225"/>
                </a:cubicBezTo>
                <a:cubicBezTo>
                  <a:pt x="124" y="225"/>
                  <a:pt x="128" y="221"/>
                  <a:pt x="128" y="217"/>
                </a:cubicBezTo>
                <a:cubicBezTo>
                  <a:pt x="128" y="213"/>
                  <a:pt x="124" y="209"/>
                  <a:pt x="120" y="209"/>
                </a:cubicBezTo>
                <a:moveTo>
                  <a:pt x="281" y="137"/>
                </a:moveTo>
                <a:cubicBezTo>
                  <a:pt x="276" y="137"/>
                  <a:pt x="273" y="140"/>
                  <a:pt x="273" y="145"/>
                </a:cubicBezTo>
                <a:cubicBezTo>
                  <a:pt x="273" y="149"/>
                  <a:pt x="276" y="153"/>
                  <a:pt x="281" y="153"/>
                </a:cubicBezTo>
                <a:cubicBezTo>
                  <a:pt x="285" y="153"/>
                  <a:pt x="289" y="149"/>
                  <a:pt x="289" y="145"/>
                </a:cubicBezTo>
                <a:cubicBezTo>
                  <a:pt x="289" y="140"/>
                  <a:pt x="285" y="137"/>
                  <a:pt x="281" y="137"/>
                </a:cubicBezTo>
                <a:moveTo>
                  <a:pt x="321" y="97"/>
                </a:moveTo>
                <a:cubicBezTo>
                  <a:pt x="321" y="32"/>
                  <a:pt x="321" y="32"/>
                  <a:pt x="321" y="32"/>
                </a:cubicBezTo>
                <a:cubicBezTo>
                  <a:pt x="321" y="15"/>
                  <a:pt x="306" y="0"/>
                  <a:pt x="289" y="0"/>
                </a:cubicBez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5"/>
                  <a:pt x="0" y="32"/>
                </a:cubicBezTo>
                <a:cubicBezTo>
                  <a:pt x="0" y="225"/>
                  <a:pt x="0" y="225"/>
                  <a:pt x="0" y="225"/>
                </a:cubicBezTo>
                <a:cubicBezTo>
                  <a:pt x="0" y="243"/>
                  <a:pt x="14" y="257"/>
                  <a:pt x="32" y="257"/>
                </a:cubicBezTo>
                <a:cubicBezTo>
                  <a:pt x="289" y="257"/>
                  <a:pt x="289" y="257"/>
                  <a:pt x="289" y="257"/>
                </a:cubicBezTo>
                <a:cubicBezTo>
                  <a:pt x="306" y="257"/>
                  <a:pt x="321" y="243"/>
                  <a:pt x="321" y="225"/>
                </a:cubicBezTo>
                <a:cubicBezTo>
                  <a:pt x="321" y="193"/>
                  <a:pt x="321" y="193"/>
                  <a:pt x="321" y="193"/>
                </a:cubicBezTo>
                <a:cubicBezTo>
                  <a:pt x="338" y="193"/>
                  <a:pt x="353" y="179"/>
                  <a:pt x="353" y="161"/>
                </a:cubicBezTo>
                <a:cubicBezTo>
                  <a:pt x="353" y="129"/>
                  <a:pt x="353" y="129"/>
                  <a:pt x="353" y="129"/>
                </a:cubicBezTo>
                <a:cubicBezTo>
                  <a:pt x="353" y="111"/>
                  <a:pt x="338" y="97"/>
                  <a:pt x="321" y="97"/>
                </a:cubicBezTo>
                <a:moveTo>
                  <a:pt x="16" y="32"/>
                </a:moveTo>
                <a:cubicBezTo>
                  <a:pt x="16" y="23"/>
                  <a:pt x="23" y="16"/>
                  <a:pt x="32" y="16"/>
                </a:cubicBezTo>
                <a:cubicBezTo>
                  <a:pt x="289" y="16"/>
                  <a:pt x="289" y="16"/>
                  <a:pt x="289" y="16"/>
                </a:cubicBezTo>
                <a:cubicBezTo>
                  <a:pt x="297" y="16"/>
                  <a:pt x="305" y="23"/>
                  <a:pt x="305" y="32"/>
                </a:cubicBezTo>
                <a:cubicBezTo>
                  <a:pt x="305" y="37"/>
                  <a:pt x="305" y="37"/>
                  <a:pt x="305" y="37"/>
                </a:cubicBezTo>
                <a:cubicBezTo>
                  <a:pt x="300" y="34"/>
                  <a:pt x="294" y="32"/>
                  <a:pt x="289" y="32"/>
                </a:cubicBezTo>
                <a:cubicBezTo>
                  <a:pt x="32" y="32"/>
                  <a:pt x="32" y="32"/>
                  <a:pt x="32" y="32"/>
                </a:cubicBezTo>
                <a:cubicBezTo>
                  <a:pt x="26" y="32"/>
                  <a:pt x="20" y="34"/>
                  <a:pt x="16" y="37"/>
                </a:cubicBezTo>
                <a:lnTo>
                  <a:pt x="16" y="32"/>
                </a:lnTo>
                <a:close/>
                <a:moveTo>
                  <a:pt x="305" y="225"/>
                </a:moveTo>
                <a:cubicBezTo>
                  <a:pt x="305" y="234"/>
                  <a:pt x="297" y="241"/>
                  <a:pt x="289" y="241"/>
                </a:cubicBezTo>
                <a:cubicBezTo>
                  <a:pt x="32" y="241"/>
                  <a:pt x="32" y="241"/>
                  <a:pt x="32" y="241"/>
                </a:cubicBezTo>
                <a:cubicBezTo>
                  <a:pt x="23" y="241"/>
                  <a:pt x="16" y="234"/>
                  <a:pt x="16" y="225"/>
                </a:cubicBezTo>
                <a:cubicBezTo>
                  <a:pt x="16" y="64"/>
                  <a:pt x="16" y="64"/>
                  <a:pt x="16" y="64"/>
                </a:cubicBezTo>
                <a:cubicBezTo>
                  <a:pt x="16" y="56"/>
                  <a:pt x="23" y="48"/>
                  <a:pt x="32" y="48"/>
                </a:cubicBezTo>
                <a:cubicBezTo>
                  <a:pt x="289" y="48"/>
                  <a:pt x="289" y="48"/>
                  <a:pt x="289" y="48"/>
                </a:cubicBezTo>
                <a:cubicBezTo>
                  <a:pt x="297" y="48"/>
                  <a:pt x="305" y="56"/>
                  <a:pt x="305" y="64"/>
                </a:cubicBezTo>
                <a:cubicBezTo>
                  <a:pt x="305" y="97"/>
                  <a:pt x="305" y="97"/>
                  <a:pt x="305" y="97"/>
                </a:cubicBezTo>
                <a:cubicBezTo>
                  <a:pt x="273" y="97"/>
                  <a:pt x="273" y="97"/>
                  <a:pt x="273" y="97"/>
                </a:cubicBezTo>
                <a:cubicBezTo>
                  <a:pt x="255" y="97"/>
                  <a:pt x="240" y="111"/>
                  <a:pt x="240" y="129"/>
                </a:cubicBezTo>
                <a:cubicBezTo>
                  <a:pt x="240" y="161"/>
                  <a:pt x="240" y="161"/>
                  <a:pt x="240" y="161"/>
                </a:cubicBezTo>
                <a:cubicBezTo>
                  <a:pt x="240" y="179"/>
                  <a:pt x="255" y="193"/>
                  <a:pt x="273" y="193"/>
                </a:cubicBezTo>
                <a:cubicBezTo>
                  <a:pt x="305" y="193"/>
                  <a:pt x="305" y="193"/>
                  <a:pt x="305" y="193"/>
                </a:cubicBezTo>
                <a:lnTo>
                  <a:pt x="305" y="225"/>
                </a:lnTo>
                <a:close/>
                <a:moveTo>
                  <a:pt x="337" y="161"/>
                </a:moveTo>
                <a:cubicBezTo>
                  <a:pt x="337" y="170"/>
                  <a:pt x="330" y="177"/>
                  <a:pt x="321" y="177"/>
                </a:cubicBezTo>
                <a:cubicBezTo>
                  <a:pt x="273" y="177"/>
                  <a:pt x="273" y="177"/>
                  <a:pt x="273" y="177"/>
                </a:cubicBezTo>
                <a:cubicBezTo>
                  <a:pt x="264" y="177"/>
                  <a:pt x="256" y="170"/>
                  <a:pt x="256" y="161"/>
                </a:cubicBezTo>
                <a:cubicBezTo>
                  <a:pt x="256" y="129"/>
                  <a:pt x="256" y="129"/>
                  <a:pt x="256" y="129"/>
                </a:cubicBezTo>
                <a:cubicBezTo>
                  <a:pt x="256" y="120"/>
                  <a:pt x="264" y="113"/>
                  <a:pt x="273" y="113"/>
                </a:cubicBezTo>
                <a:cubicBezTo>
                  <a:pt x="321" y="113"/>
                  <a:pt x="321" y="113"/>
                  <a:pt x="321" y="113"/>
                </a:cubicBezTo>
                <a:cubicBezTo>
                  <a:pt x="330" y="113"/>
                  <a:pt x="337" y="120"/>
                  <a:pt x="337" y="129"/>
                </a:cubicBezTo>
                <a:lnTo>
                  <a:pt x="337" y="161"/>
                </a:lnTo>
                <a:close/>
                <a:moveTo>
                  <a:pt x="248" y="81"/>
                </a:moveTo>
                <a:cubicBezTo>
                  <a:pt x="264" y="81"/>
                  <a:pt x="264" y="81"/>
                  <a:pt x="264" y="81"/>
                </a:cubicBezTo>
                <a:cubicBezTo>
                  <a:pt x="269" y="81"/>
                  <a:pt x="273" y="77"/>
                  <a:pt x="273" y="72"/>
                </a:cubicBezTo>
                <a:cubicBezTo>
                  <a:pt x="273" y="68"/>
                  <a:pt x="269" y="64"/>
                  <a:pt x="264" y="64"/>
                </a:cubicBezTo>
                <a:cubicBezTo>
                  <a:pt x="248" y="64"/>
                  <a:pt x="248" y="64"/>
                  <a:pt x="248" y="64"/>
                </a:cubicBezTo>
                <a:cubicBezTo>
                  <a:pt x="244" y="64"/>
                  <a:pt x="240" y="68"/>
                  <a:pt x="240" y="72"/>
                </a:cubicBezTo>
                <a:cubicBezTo>
                  <a:pt x="240" y="77"/>
                  <a:pt x="244" y="81"/>
                  <a:pt x="248" y="81"/>
                </a:cubicBezTo>
                <a:moveTo>
                  <a:pt x="72" y="209"/>
                </a:moveTo>
                <a:cubicBezTo>
                  <a:pt x="56" y="209"/>
                  <a:pt x="56" y="209"/>
                  <a:pt x="56" y="209"/>
                </a:cubicBezTo>
                <a:cubicBezTo>
                  <a:pt x="51" y="209"/>
                  <a:pt x="48" y="213"/>
                  <a:pt x="48" y="217"/>
                </a:cubicBezTo>
                <a:cubicBezTo>
                  <a:pt x="48" y="221"/>
                  <a:pt x="51" y="225"/>
                  <a:pt x="56" y="225"/>
                </a:cubicBezTo>
                <a:cubicBezTo>
                  <a:pt x="72" y="225"/>
                  <a:pt x="72" y="225"/>
                  <a:pt x="72" y="225"/>
                </a:cubicBezTo>
                <a:cubicBezTo>
                  <a:pt x="76" y="225"/>
                  <a:pt x="80" y="221"/>
                  <a:pt x="80" y="217"/>
                </a:cubicBezTo>
                <a:cubicBezTo>
                  <a:pt x="80" y="213"/>
                  <a:pt x="76" y="209"/>
                  <a:pt x="72" y="209"/>
                </a:cubicBezTo>
                <a:moveTo>
                  <a:pt x="168" y="209"/>
                </a:moveTo>
                <a:cubicBezTo>
                  <a:pt x="152" y="209"/>
                  <a:pt x="152" y="209"/>
                  <a:pt x="152" y="209"/>
                </a:cubicBezTo>
                <a:cubicBezTo>
                  <a:pt x="148" y="209"/>
                  <a:pt x="144" y="213"/>
                  <a:pt x="144" y="217"/>
                </a:cubicBezTo>
                <a:cubicBezTo>
                  <a:pt x="144" y="221"/>
                  <a:pt x="148" y="225"/>
                  <a:pt x="152" y="225"/>
                </a:cubicBezTo>
                <a:cubicBezTo>
                  <a:pt x="168" y="225"/>
                  <a:pt x="168" y="225"/>
                  <a:pt x="168" y="225"/>
                </a:cubicBezTo>
                <a:cubicBezTo>
                  <a:pt x="173" y="225"/>
                  <a:pt x="176" y="221"/>
                  <a:pt x="176" y="217"/>
                </a:cubicBezTo>
                <a:cubicBezTo>
                  <a:pt x="176" y="213"/>
                  <a:pt x="173" y="209"/>
                  <a:pt x="168" y="209"/>
                </a:cubicBezTo>
                <a:moveTo>
                  <a:pt x="216" y="64"/>
                </a:moveTo>
                <a:cubicBezTo>
                  <a:pt x="200" y="64"/>
                  <a:pt x="200" y="64"/>
                  <a:pt x="200" y="64"/>
                </a:cubicBezTo>
                <a:cubicBezTo>
                  <a:pt x="196" y="64"/>
                  <a:pt x="192" y="68"/>
                  <a:pt x="192" y="72"/>
                </a:cubicBezTo>
                <a:cubicBezTo>
                  <a:pt x="192" y="77"/>
                  <a:pt x="196" y="81"/>
                  <a:pt x="200" y="81"/>
                </a:cubicBezTo>
                <a:cubicBezTo>
                  <a:pt x="216" y="81"/>
                  <a:pt x="216" y="81"/>
                  <a:pt x="216" y="81"/>
                </a:cubicBezTo>
                <a:cubicBezTo>
                  <a:pt x="221" y="81"/>
                  <a:pt x="224" y="77"/>
                  <a:pt x="224" y="72"/>
                </a:cubicBezTo>
                <a:cubicBezTo>
                  <a:pt x="224" y="68"/>
                  <a:pt x="221" y="64"/>
                  <a:pt x="216" y="64"/>
                </a:cubicBezTo>
                <a:moveTo>
                  <a:pt x="264" y="209"/>
                </a:moveTo>
                <a:cubicBezTo>
                  <a:pt x="248" y="209"/>
                  <a:pt x="248" y="209"/>
                  <a:pt x="248" y="209"/>
                </a:cubicBezTo>
                <a:cubicBezTo>
                  <a:pt x="244" y="209"/>
                  <a:pt x="240" y="213"/>
                  <a:pt x="240" y="217"/>
                </a:cubicBezTo>
                <a:cubicBezTo>
                  <a:pt x="240" y="221"/>
                  <a:pt x="244" y="225"/>
                  <a:pt x="248" y="225"/>
                </a:cubicBezTo>
                <a:cubicBezTo>
                  <a:pt x="264" y="225"/>
                  <a:pt x="264" y="225"/>
                  <a:pt x="264" y="225"/>
                </a:cubicBezTo>
                <a:cubicBezTo>
                  <a:pt x="269" y="225"/>
                  <a:pt x="273" y="221"/>
                  <a:pt x="273" y="217"/>
                </a:cubicBezTo>
                <a:cubicBezTo>
                  <a:pt x="273" y="213"/>
                  <a:pt x="269" y="209"/>
                  <a:pt x="264" y="209"/>
                </a:cubicBezTo>
                <a:moveTo>
                  <a:pt x="168" y="64"/>
                </a:moveTo>
                <a:cubicBezTo>
                  <a:pt x="152" y="64"/>
                  <a:pt x="152" y="64"/>
                  <a:pt x="152" y="64"/>
                </a:cubicBezTo>
                <a:cubicBezTo>
                  <a:pt x="148" y="64"/>
                  <a:pt x="144" y="68"/>
                  <a:pt x="144" y="72"/>
                </a:cubicBezTo>
                <a:cubicBezTo>
                  <a:pt x="144" y="77"/>
                  <a:pt x="148" y="81"/>
                  <a:pt x="152" y="81"/>
                </a:cubicBezTo>
                <a:cubicBezTo>
                  <a:pt x="168" y="81"/>
                  <a:pt x="168" y="81"/>
                  <a:pt x="168" y="81"/>
                </a:cubicBezTo>
                <a:cubicBezTo>
                  <a:pt x="173" y="81"/>
                  <a:pt x="176" y="77"/>
                  <a:pt x="176" y="72"/>
                </a:cubicBezTo>
                <a:cubicBezTo>
                  <a:pt x="176" y="68"/>
                  <a:pt x="173" y="64"/>
                  <a:pt x="168" y="64"/>
                </a:cubicBezTo>
                <a:moveTo>
                  <a:pt x="216" y="209"/>
                </a:moveTo>
                <a:cubicBezTo>
                  <a:pt x="200" y="209"/>
                  <a:pt x="200" y="209"/>
                  <a:pt x="200" y="209"/>
                </a:cubicBezTo>
                <a:cubicBezTo>
                  <a:pt x="196" y="209"/>
                  <a:pt x="192" y="213"/>
                  <a:pt x="192" y="217"/>
                </a:cubicBezTo>
                <a:cubicBezTo>
                  <a:pt x="192" y="221"/>
                  <a:pt x="196" y="225"/>
                  <a:pt x="200" y="225"/>
                </a:cubicBezTo>
                <a:cubicBezTo>
                  <a:pt x="216" y="225"/>
                  <a:pt x="216" y="225"/>
                  <a:pt x="216" y="225"/>
                </a:cubicBezTo>
                <a:cubicBezTo>
                  <a:pt x="221" y="225"/>
                  <a:pt x="224" y="221"/>
                  <a:pt x="224" y="217"/>
                </a:cubicBezTo>
                <a:cubicBezTo>
                  <a:pt x="224" y="213"/>
                  <a:pt x="221" y="209"/>
                  <a:pt x="216" y="209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1" name="Freeform 21"/>
          <p:cNvSpPr>
            <a:spLocks noEditPoints="1"/>
          </p:cNvSpPr>
          <p:nvPr/>
        </p:nvSpPr>
        <p:spPr bwMode="auto">
          <a:xfrm>
            <a:off x="7463367" y="2087035"/>
            <a:ext cx="577851" cy="474133"/>
          </a:xfrm>
          <a:custGeom>
            <a:avLst/>
            <a:gdLst>
              <a:gd name="T0" fmla="*/ 48 w 353"/>
              <a:gd name="T1" fmla="*/ 249 h 289"/>
              <a:gd name="T2" fmla="*/ 80 w 353"/>
              <a:gd name="T3" fmla="*/ 249 h 289"/>
              <a:gd name="T4" fmla="*/ 104 w 353"/>
              <a:gd name="T5" fmla="*/ 241 h 289"/>
              <a:gd name="T6" fmla="*/ 120 w 353"/>
              <a:gd name="T7" fmla="*/ 257 h 289"/>
              <a:gd name="T8" fmla="*/ 249 w 353"/>
              <a:gd name="T9" fmla="*/ 113 h 289"/>
              <a:gd name="T10" fmla="*/ 265 w 353"/>
              <a:gd name="T11" fmla="*/ 97 h 289"/>
              <a:gd name="T12" fmla="*/ 249 w 353"/>
              <a:gd name="T13" fmla="*/ 113 h 289"/>
              <a:gd name="T14" fmla="*/ 48 w 353"/>
              <a:gd name="T15" fmla="*/ 105 h 289"/>
              <a:gd name="T16" fmla="*/ 80 w 353"/>
              <a:gd name="T17" fmla="*/ 105 h 289"/>
              <a:gd name="T18" fmla="*/ 273 w 353"/>
              <a:gd name="T19" fmla="*/ 177 h 289"/>
              <a:gd name="T20" fmla="*/ 281 w 353"/>
              <a:gd name="T21" fmla="*/ 169 h 289"/>
              <a:gd name="T22" fmla="*/ 241 w 353"/>
              <a:gd name="T23" fmla="*/ 249 h 289"/>
              <a:gd name="T24" fmla="*/ 273 w 353"/>
              <a:gd name="T25" fmla="*/ 249 h 289"/>
              <a:gd name="T26" fmla="*/ 201 w 353"/>
              <a:gd name="T27" fmla="*/ 97 h 289"/>
              <a:gd name="T28" fmla="*/ 217 w 353"/>
              <a:gd name="T29" fmla="*/ 113 h 289"/>
              <a:gd name="T30" fmla="*/ 321 w 353"/>
              <a:gd name="T31" fmla="*/ 129 h 289"/>
              <a:gd name="T32" fmla="*/ 288 w 353"/>
              <a:gd name="T33" fmla="*/ 17 h 289"/>
              <a:gd name="T34" fmla="*/ 36 w 353"/>
              <a:gd name="T35" fmla="*/ 32 h 289"/>
              <a:gd name="T36" fmla="*/ 0 w 353"/>
              <a:gd name="T37" fmla="*/ 257 h 289"/>
              <a:gd name="T38" fmla="*/ 321 w 353"/>
              <a:gd name="T39" fmla="*/ 257 h 289"/>
              <a:gd name="T40" fmla="*/ 353 w 353"/>
              <a:gd name="T41" fmla="*/ 161 h 289"/>
              <a:gd name="T42" fmla="*/ 305 w 353"/>
              <a:gd name="T43" fmla="*/ 69 h 289"/>
              <a:gd name="T44" fmla="*/ 305 w 353"/>
              <a:gd name="T45" fmla="*/ 64 h 289"/>
              <a:gd name="T46" fmla="*/ 205 w 353"/>
              <a:gd name="T47" fmla="*/ 43 h 289"/>
              <a:gd name="T48" fmla="*/ 224 w 353"/>
              <a:gd name="T49" fmla="*/ 64 h 289"/>
              <a:gd name="T50" fmla="*/ 16 w 353"/>
              <a:gd name="T51" fmla="*/ 64 h 289"/>
              <a:gd name="T52" fmla="*/ 16 w 353"/>
              <a:gd name="T53" fmla="*/ 69 h 289"/>
              <a:gd name="T54" fmla="*/ 289 w 353"/>
              <a:gd name="T55" fmla="*/ 273 h 289"/>
              <a:gd name="T56" fmla="*/ 16 w 353"/>
              <a:gd name="T57" fmla="*/ 97 h 289"/>
              <a:gd name="T58" fmla="*/ 305 w 353"/>
              <a:gd name="T59" fmla="*/ 97 h 289"/>
              <a:gd name="T60" fmla="*/ 241 w 353"/>
              <a:gd name="T61" fmla="*/ 161 h 289"/>
              <a:gd name="T62" fmla="*/ 305 w 353"/>
              <a:gd name="T63" fmla="*/ 225 h 289"/>
              <a:gd name="T64" fmla="*/ 321 w 353"/>
              <a:gd name="T65" fmla="*/ 209 h 289"/>
              <a:gd name="T66" fmla="*/ 257 w 353"/>
              <a:gd name="T67" fmla="*/ 161 h 289"/>
              <a:gd name="T68" fmla="*/ 337 w 353"/>
              <a:gd name="T69" fmla="*/ 161 h 289"/>
              <a:gd name="T70" fmla="*/ 201 w 353"/>
              <a:gd name="T71" fmla="*/ 241 h 289"/>
              <a:gd name="T72" fmla="*/ 217 w 353"/>
              <a:gd name="T73" fmla="*/ 257 h 289"/>
              <a:gd name="T74" fmla="*/ 168 w 353"/>
              <a:gd name="T75" fmla="*/ 241 h 289"/>
              <a:gd name="T76" fmla="*/ 152 w 353"/>
              <a:gd name="T77" fmla="*/ 257 h 289"/>
              <a:gd name="T78" fmla="*/ 168 w 353"/>
              <a:gd name="T79" fmla="*/ 241 h 289"/>
              <a:gd name="T80" fmla="*/ 96 w 353"/>
              <a:gd name="T81" fmla="*/ 105 h 289"/>
              <a:gd name="T82" fmla="*/ 128 w 353"/>
              <a:gd name="T83" fmla="*/ 105 h 289"/>
              <a:gd name="T84" fmla="*/ 152 w 353"/>
              <a:gd name="T85" fmla="*/ 97 h 289"/>
              <a:gd name="T86" fmla="*/ 168 w 353"/>
              <a:gd name="T87" fmla="*/ 113 h 2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353" h="289">
                <a:moveTo>
                  <a:pt x="72" y="241"/>
                </a:moveTo>
                <a:cubicBezTo>
                  <a:pt x="56" y="241"/>
                  <a:pt x="56" y="241"/>
                  <a:pt x="56" y="241"/>
                </a:cubicBezTo>
                <a:cubicBezTo>
                  <a:pt x="52" y="241"/>
                  <a:pt x="48" y="245"/>
                  <a:pt x="48" y="249"/>
                </a:cubicBezTo>
                <a:cubicBezTo>
                  <a:pt x="48" y="253"/>
                  <a:pt x="52" y="257"/>
                  <a:pt x="56" y="257"/>
                </a:cubicBezTo>
                <a:cubicBezTo>
                  <a:pt x="72" y="257"/>
                  <a:pt x="72" y="257"/>
                  <a:pt x="72" y="257"/>
                </a:cubicBezTo>
                <a:cubicBezTo>
                  <a:pt x="77" y="257"/>
                  <a:pt x="80" y="253"/>
                  <a:pt x="80" y="249"/>
                </a:cubicBezTo>
                <a:cubicBezTo>
                  <a:pt x="80" y="245"/>
                  <a:pt x="77" y="241"/>
                  <a:pt x="72" y="241"/>
                </a:cubicBezTo>
                <a:moveTo>
                  <a:pt x="120" y="241"/>
                </a:moveTo>
                <a:cubicBezTo>
                  <a:pt x="104" y="241"/>
                  <a:pt x="104" y="241"/>
                  <a:pt x="104" y="241"/>
                </a:cubicBezTo>
                <a:cubicBezTo>
                  <a:pt x="100" y="241"/>
                  <a:pt x="96" y="245"/>
                  <a:pt x="96" y="249"/>
                </a:cubicBezTo>
                <a:cubicBezTo>
                  <a:pt x="96" y="253"/>
                  <a:pt x="100" y="257"/>
                  <a:pt x="104" y="257"/>
                </a:cubicBezTo>
                <a:cubicBezTo>
                  <a:pt x="120" y="257"/>
                  <a:pt x="120" y="257"/>
                  <a:pt x="120" y="257"/>
                </a:cubicBezTo>
                <a:cubicBezTo>
                  <a:pt x="125" y="257"/>
                  <a:pt x="128" y="253"/>
                  <a:pt x="128" y="249"/>
                </a:cubicBezTo>
                <a:cubicBezTo>
                  <a:pt x="128" y="245"/>
                  <a:pt x="125" y="241"/>
                  <a:pt x="120" y="241"/>
                </a:cubicBezTo>
                <a:moveTo>
                  <a:pt x="249" y="113"/>
                </a:moveTo>
                <a:cubicBezTo>
                  <a:pt x="265" y="113"/>
                  <a:pt x="265" y="113"/>
                  <a:pt x="265" y="113"/>
                </a:cubicBezTo>
                <a:cubicBezTo>
                  <a:pt x="269" y="113"/>
                  <a:pt x="273" y="109"/>
                  <a:pt x="273" y="105"/>
                </a:cubicBezTo>
                <a:cubicBezTo>
                  <a:pt x="273" y="100"/>
                  <a:pt x="269" y="97"/>
                  <a:pt x="265" y="97"/>
                </a:cubicBezTo>
                <a:cubicBezTo>
                  <a:pt x="249" y="97"/>
                  <a:pt x="249" y="97"/>
                  <a:pt x="249" y="97"/>
                </a:cubicBezTo>
                <a:cubicBezTo>
                  <a:pt x="244" y="97"/>
                  <a:pt x="241" y="100"/>
                  <a:pt x="241" y="105"/>
                </a:cubicBezTo>
                <a:cubicBezTo>
                  <a:pt x="241" y="109"/>
                  <a:pt x="244" y="113"/>
                  <a:pt x="249" y="113"/>
                </a:cubicBezTo>
                <a:moveTo>
                  <a:pt x="72" y="97"/>
                </a:moveTo>
                <a:cubicBezTo>
                  <a:pt x="56" y="97"/>
                  <a:pt x="56" y="97"/>
                  <a:pt x="56" y="97"/>
                </a:cubicBezTo>
                <a:cubicBezTo>
                  <a:pt x="52" y="97"/>
                  <a:pt x="48" y="100"/>
                  <a:pt x="48" y="105"/>
                </a:cubicBezTo>
                <a:cubicBezTo>
                  <a:pt x="48" y="109"/>
                  <a:pt x="52" y="113"/>
                  <a:pt x="56" y="113"/>
                </a:cubicBezTo>
                <a:cubicBezTo>
                  <a:pt x="72" y="113"/>
                  <a:pt x="72" y="113"/>
                  <a:pt x="72" y="113"/>
                </a:cubicBezTo>
                <a:cubicBezTo>
                  <a:pt x="77" y="113"/>
                  <a:pt x="80" y="109"/>
                  <a:pt x="80" y="105"/>
                </a:cubicBezTo>
                <a:cubicBezTo>
                  <a:pt x="80" y="100"/>
                  <a:pt x="77" y="97"/>
                  <a:pt x="72" y="97"/>
                </a:cubicBezTo>
                <a:moveTo>
                  <a:pt x="281" y="169"/>
                </a:moveTo>
                <a:cubicBezTo>
                  <a:pt x="276" y="169"/>
                  <a:pt x="273" y="172"/>
                  <a:pt x="273" y="177"/>
                </a:cubicBezTo>
                <a:cubicBezTo>
                  <a:pt x="273" y="181"/>
                  <a:pt x="276" y="185"/>
                  <a:pt x="281" y="185"/>
                </a:cubicBezTo>
                <a:cubicBezTo>
                  <a:pt x="285" y="185"/>
                  <a:pt x="289" y="181"/>
                  <a:pt x="289" y="177"/>
                </a:cubicBezTo>
                <a:cubicBezTo>
                  <a:pt x="289" y="172"/>
                  <a:pt x="285" y="169"/>
                  <a:pt x="281" y="169"/>
                </a:cubicBezTo>
                <a:moveTo>
                  <a:pt x="265" y="241"/>
                </a:moveTo>
                <a:cubicBezTo>
                  <a:pt x="249" y="241"/>
                  <a:pt x="249" y="241"/>
                  <a:pt x="249" y="241"/>
                </a:cubicBezTo>
                <a:cubicBezTo>
                  <a:pt x="244" y="241"/>
                  <a:pt x="241" y="245"/>
                  <a:pt x="241" y="249"/>
                </a:cubicBezTo>
                <a:cubicBezTo>
                  <a:pt x="241" y="253"/>
                  <a:pt x="244" y="257"/>
                  <a:pt x="249" y="257"/>
                </a:cubicBezTo>
                <a:cubicBezTo>
                  <a:pt x="265" y="257"/>
                  <a:pt x="265" y="257"/>
                  <a:pt x="265" y="257"/>
                </a:cubicBezTo>
                <a:cubicBezTo>
                  <a:pt x="269" y="257"/>
                  <a:pt x="273" y="253"/>
                  <a:pt x="273" y="249"/>
                </a:cubicBezTo>
                <a:cubicBezTo>
                  <a:pt x="273" y="245"/>
                  <a:pt x="269" y="241"/>
                  <a:pt x="265" y="241"/>
                </a:cubicBezTo>
                <a:moveTo>
                  <a:pt x="217" y="97"/>
                </a:moveTo>
                <a:cubicBezTo>
                  <a:pt x="201" y="97"/>
                  <a:pt x="201" y="97"/>
                  <a:pt x="201" y="97"/>
                </a:cubicBezTo>
                <a:cubicBezTo>
                  <a:pt x="196" y="97"/>
                  <a:pt x="193" y="100"/>
                  <a:pt x="193" y="105"/>
                </a:cubicBezTo>
                <a:cubicBezTo>
                  <a:pt x="193" y="109"/>
                  <a:pt x="196" y="113"/>
                  <a:pt x="201" y="113"/>
                </a:cubicBezTo>
                <a:cubicBezTo>
                  <a:pt x="217" y="113"/>
                  <a:pt x="217" y="113"/>
                  <a:pt x="217" y="113"/>
                </a:cubicBezTo>
                <a:cubicBezTo>
                  <a:pt x="221" y="113"/>
                  <a:pt x="225" y="109"/>
                  <a:pt x="225" y="105"/>
                </a:cubicBezTo>
                <a:cubicBezTo>
                  <a:pt x="225" y="100"/>
                  <a:pt x="221" y="97"/>
                  <a:pt x="217" y="97"/>
                </a:cubicBezTo>
                <a:moveTo>
                  <a:pt x="321" y="129"/>
                </a:moveTo>
                <a:cubicBezTo>
                  <a:pt x="321" y="64"/>
                  <a:pt x="321" y="64"/>
                  <a:pt x="321" y="64"/>
                </a:cubicBezTo>
                <a:cubicBezTo>
                  <a:pt x="321" y="47"/>
                  <a:pt x="307" y="33"/>
                  <a:pt x="290" y="32"/>
                </a:cubicBezTo>
                <a:cubicBezTo>
                  <a:pt x="288" y="17"/>
                  <a:pt x="288" y="17"/>
                  <a:pt x="288" y="17"/>
                </a:cubicBezTo>
                <a:cubicBezTo>
                  <a:pt x="164" y="32"/>
                  <a:pt x="164" y="32"/>
                  <a:pt x="164" y="32"/>
                </a:cubicBezTo>
                <a:cubicBezTo>
                  <a:pt x="45" y="0"/>
                  <a:pt x="45" y="0"/>
                  <a:pt x="45" y="0"/>
                </a:cubicBezTo>
                <a:cubicBezTo>
                  <a:pt x="36" y="32"/>
                  <a:pt x="36" y="32"/>
                  <a:pt x="36" y="32"/>
                </a:cubicBezTo>
                <a:cubicBezTo>
                  <a:pt x="32" y="32"/>
                  <a:pt x="32" y="32"/>
                  <a:pt x="32" y="32"/>
                </a:cubicBezTo>
                <a:cubicBezTo>
                  <a:pt x="14" y="32"/>
                  <a:pt x="0" y="47"/>
                  <a:pt x="0" y="64"/>
                </a:cubicBezTo>
                <a:cubicBezTo>
                  <a:pt x="0" y="257"/>
                  <a:pt x="0" y="257"/>
                  <a:pt x="0" y="257"/>
                </a:cubicBezTo>
                <a:cubicBezTo>
                  <a:pt x="0" y="275"/>
                  <a:pt x="14" y="289"/>
                  <a:pt x="32" y="289"/>
                </a:cubicBezTo>
                <a:cubicBezTo>
                  <a:pt x="289" y="289"/>
                  <a:pt x="289" y="289"/>
                  <a:pt x="289" y="289"/>
                </a:cubicBezTo>
                <a:cubicBezTo>
                  <a:pt x="307" y="289"/>
                  <a:pt x="321" y="275"/>
                  <a:pt x="321" y="257"/>
                </a:cubicBezTo>
                <a:cubicBezTo>
                  <a:pt x="321" y="225"/>
                  <a:pt x="321" y="225"/>
                  <a:pt x="321" y="225"/>
                </a:cubicBezTo>
                <a:cubicBezTo>
                  <a:pt x="339" y="225"/>
                  <a:pt x="353" y="211"/>
                  <a:pt x="353" y="193"/>
                </a:cubicBezTo>
                <a:cubicBezTo>
                  <a:pt x="353" y="161"/>
                  <a:pt x="353" y="161"/>
                  <a:pt x="353" y="161"/>
                </a:cubicBezTo>
                <a:cubicBezTo>
                  <a:pt x="353" y="143"/>
                  <a:pt x="339" y="129"/>
                  <a:pt x="321" y="129"/>
                </a:cubicBezTo>
                <a:moveTo>
                  <a:pt x="305" y="64"/>
                </a:moveTo>
                <a:cubicBezTo>
                  <a:pt x="305" y="69"/>
                  <a:pt x="305" y="69"/>
                  <a:pt x="305" y="69"/>
                </a:cubicBezTo>
                <a:cubicBezTo>
                  <a:pt x="302" y="67"/>
                  <a:pt x="298" y="66"/>
                  <a:pt x="294" y="65"/>
                </a:cubicBezTo>
                <a:cubicBezTo>
                  <a:pt x="292" y="49"/>
                  <a:pt x="292" y="49"/>
                  <a:pt x="292" y="49"/>
                </a:cubicBezTo>
                <a:cubicBezTo>
                  <a:pt x="299" y="50"/>
                  <a:pt x="305" y="57"/>
                  <a:pt x="305" y="64"/>
                </a:cubicBezTo>
                <a:moveTo>
                  <a:pt x="274" y="34"/>
                </a:moveTo>
                <a:cubicBezTo>
                  <a:pt x="278" y="62"/>
                  <a:pt x="278" y="62"/>
                  <a:pt x="278" y="62"/>
                </a:cubicBezTo>
                <a:cubicBezTo>
                  <a:pt x="205" y="43"/>
                  <a:pt x="205" y="43"/>
                  <a:pt x="205" y="43"/>
                </a:cubicBezTo>
                <a:lnTo>
                  <a:pt x="274" y="34"/>
                </a:lnTo>
                <a:close/>
                <a:moveTo>
                  <a:pt x="56" y="20"/>
                </a:moveTo>
                <a:cubicBezTo>
                  <a:pt x="224" y="64"/>
                  <a:pt x="224" y="64"/>
                  <a:pt x="224" y="64"/>
                </a:cubicBezTo>
                <a:cubicBezTo>
                  <a:pt x="44" y="64"/>
                  <a:pt x="44" y="64"/>
                  <a:pt x="44" y="64"/>
                </a:cubicBezTo>
                <a:lnTo>
                  <a:pt x="56" y="20"/>
                </a:lnTo>
                <a:close/>
                <a:moveTo>
                  <a:pt x="16" y="64"/>
                </a:moveTo>
                <a:cubicBezTo>
                  <a:pt x="16" y="56"/>
                  <a:pt x="23" y="48"/>
                  <a:pt x="32" y="48"/>
                </a:cubicBezTo>
                <a:cubicBezTo>
                  <a:pt x="28" y="65"/>
                  <a:pt x="28" y="65"/>
                  <a:pt x="28" y="65"/>
                </a:cubicBezTo>
                <a:cubicBezTo>
                  <a:pt x="23" y="65"/>
                  <a:pt x="19" y="67"/>
                  <a:pt x="16" y="69"/>
                </a:cubicBezTo>
                <a:lnTo>
                  <a:pt x="16" y="64"/>
                </a:lnTo>
                <a:close/>
                <a:moveTo>
                  <a:pt x="305" y="257"/>
                </a:moveTo>
                <a:cubicBezTo>
                  <a:pt x="305" y="266"/>
                  <a:pt x="298" y="273"/>
                  <a:pt x="289" y="273"/>
                </a:cubicBezTo>
                <a:cubicBezTo>
                  <a:pt x="32" y="273"/>
                  <a:pt x="32" y="273"/>
                  <a:pt x="32" y="273"/>
                </a:cubicBezTo>
                <a:cubicBezTo>
                  <a:pt x="23" y="273"/>
                  <a:pt x="16" y="266"/>
                  <a:pt x="16" y="257"/>
                </a:cubicBezTo>
                <a:cubicBezTo>
                  <a:pt x="16" y="97"/>
                  <a:pt x="16" y="97"/>
                  <a:pt x="16" y="97"/>
                </a:cubicBezTo>
                <a:cubicBezTo>
                  <a:pt x="16" y="88"/>
                  <a:pt x="23" y="80"/>
                  <a:pt x="32" y="80"/>
                </a:cubicBezTo>
                <a:cubicBezTo>
                  <a:pt x="289" y="80"/>
                  <a:pt x="289" y="80"/>
                  <a:pt x="289" y="80"/>
                </a:cubicBezTo>
                <a:cubicBezTo>
                  <a:pt x="298" y="80"/>
                  <a:pt x="305" y="88"/>
                  <a:pt x="305" y="97"/>
                </a:cubicBezTo>
                <a:cubicBezTo>
                  <a:pt x="305" y="129"/>
                  <a:pt x="305" y="129"/>
                  <a:pt x="305" y="129"/>
                </a:cubicBezTo>
                <a:cubicBezTo>
                  <a:pt x="273" y="129"/>
                  <a:pt x="273" y="129"/>
                  <a:pt x="273" y="129"/>
                </a:cubicBezTo>
                <a:cubicBezTo>
                  <a:pt x="255" y="129"/>
                  <a:pt x="241" y="143"/>
                  <a:pt x="241" y="161"/>
                </a:cubicBezTo>
                <a:cubicBezTo>
                  <a:pt x="241" y="193"/>
                  <a:pt x="241" y="193"/>
                  <a:pt x="241" y="193"/>
                </a:cubicBezTo>
                <a:cubicBezTo>
                  <a:pt x="241" y="211"/>
                  <a:pt x="255" y="225"/>
                  <a:pt x="273" y="225"/>
                </a:cubicBezTo>
                <a:cubicBezTo>
                  <a:pt x="305" y="225"/>
                  <a:pt x="305" y="225"/>
                  <a:pt x="305" y="225"/>
                </a:cubicBezTo>
                <a:lnTo>
                  <a:pt x="305" y="257"/>
                </a:lnTo>
                <a:close/>
                <a:moveTo>
                  <a:pt x="337" y="193"/>
                </a:moveTo>
                <a:cubicBezTo>
                  <a:pt x="337" y="202"/>
                  <a:pt x="330" y="209"/>
                  <a:pt x="321" y="209"/>
                </a:cubicBezTo>
                <a:cubicBezTo>
                  <a:pt x="273" y="209"/>
                  <a:pt x="273" y="209"/>
                  <a:pt x="273" y="209"/>
                </a:cubicBezTo>
                <a:cubicBezTo>
                  <a:pt x="264" y="209"/>
                  <a:pt x="257" y="202"/>
                  <a:pt x="257" y="193"/>
                </a:cubicBezTo>
                <a:cubicBezTo>
                  <a:pt x="257" y="161"/>
                  <a:pt x="257" y="161"/>
                  <a:pt x="257" y="161"/>
                </a:cubicBezTo>
                <a:cubicBezTo>
                  <a:pt x="257" y="152"/>
                  <a:pt x="264" y="145"/>
                  <a:pt x="273" y="145"/>
                </a:cubicBezTo>
                <a:cubicBezTo>
                  <a:pt x="321" y="145"/>
                  <a:pt x="321" y="145"/>
                  <a:pt x="321" y="145"/>
                </a:cubicBezTo>
                <a:cubicBezTo>
                  <a:pt x="330" y="145"/>
                  <a:pt x="337" y="152"/>
                  <a:pt x="337" y="161"/>
                </a:cubicBezTo>
                <a:lnTo>
                  <a:pt x="337" y="193"/>
                </a:lnTo>
                <a:close/>
                <a:moveTo>
                  <a:pt x="217" y="241"/>
                </a:moveTo>
                <a:cubicBezTo>
                  <a:pt x="201" y="241"/>
                  <a:pt x="201" y="241"/>
                  <a:pt x="201" y="241"/>
                </a:cubicBezTo>
                <a:cubicBezTo>
                  <a:pt x="196" y="241"/>
                  <a:pt x="193" y="245"/>
                  <a:pt x="193" y="249"/>
                </a:cubicBezTo>
                <a:cubicBezTo>
                  <a:pt x="193" y="253"/>
                  <a:pt x="196" y="257"/>
                  <a:pt x="201" y="257"/>
                </a:cubicBezTo>
                <a:cubicBezTo>
                  <a:pt x="217" y="257"/>
                  <a:pt x="217" y="257"/>
                  <a:pt x="217" y="257"/>
                </a:cubicBezTo>
                <a:cubicBezTo>
                  <a:pt x="221" y="257"/>
                  <a:pt x="225" y="253"/>
                  <a:pt x="225" y="249"/>
                </a:cubicBezTo>
                <a:cubicBezTo>
                  <a:pt x="225" y="245"/>
                  <a:pt x="221" y="241"/>
                  <a:pt x="217" y="241"/>
                </a:cubicBezTo>
                <a:moveTo>
                  <a:pt x="168" y="241"/>
                </a:moveTo>
                <a:cubicBezTo>
                  <a:pt x="152" y="241"/>
                  <a:pt x="152" y="241"/>
                  <a:pt x="152" y="241"/>
                </a:cubicBezTo>
                <a:cubicBezTo>
                  <a:pt x="148" y="241"/>
                  <a:pt x="144" y="245"/>
                  <a:pt x="144" y="249"/>
                </a:cubicBezTo>
                <a:cubicBezTo>
                  <a:pt x="144" y="253"/>
                  <a:pt x="148" y="257"/>
                  <a:pt x="152" y="257"/>
                </a:cubicBezTo>
                <a:cubicBezTo>
                  <a:pt x="168" y="257"/>
                  <a:pt x="168" y="257"/>
                  <a:pt x="168" y="257"/>
                </a:cubicBezTo>
                <a:cubicBezTo>
                  <a:pt x="173" y="257"/>
                  <a:pt x="176" y="253"/>
                  <a:pt x="176" y="249"/>
                </a:cubicBezTo>
                <a:cubicBezTo>
                  <a:pt x="176" y="245"/>
                  <a:pt x="173" y="241"/>
                  <a:pt x="168" y="241"/>
                </a:cubicBezTo>
                <a:moveTo>
                  <a:pt x="120" y="97"/>
                </a:moveTo>
                <a:cubicBezTo>
                  <a:pt x="104" y="97"/>
                  <a:pt x="104" y="97"/>
                  <a:pt x="104" y="97"/>
                </a:cubicBezTo>
                <a:cubicBezTo>
                  <a:pt x="100" y="97"/>
                  <a:pt x="96" y="100"/>
                  <a:pt x="96" y="105"/>
                </a:cubicBezTo>
                <a:cubicBezTo>
                  <a:pt x="96" y="109"/>
                  <a:pt x="100" y="113"/>
                  <a:pt x="104" y="113"/>
                </a:cubicBezTo>
                <a:cubicBezTo>
                  <a:pt x="120" y="113"/>
                  <a:pt x="120" y="113"/>
                  <a:pt x="120" y="113"/>
                </a:cubicBezTo>
                <a:cubicBezTo>
                  <a:pt x="125" y="113"/>
                  <a:pt x="128" y="109"/>
                  <a:pt x="128" y="105"/>
                </a:cubicBezTo>
                <a:cubicBezTo>
                  <a:pt x="128" y="100"/>
                  <a:pt x="125" y="97"/>
                  <a:pt x="120" y="97"/>
                </a:cubicBezTo>
                <a:moveTo>
                  <a:pt x="168" y="97"/>
                </a:moveTo>
                <a:cubicBezTo>
                  <a:pt x="152" y="97"/>
                  <a:pt x="152" y="97"/>
                  <a:pt x="152" y="97"/>
                </a:cubicBezTo>
                <a:cubicBezTo>
                  <a:pt x="148" y="97"/>
                  <a:pt x="144" y="100"/>
                  <a:pt x="144" y="105"/>
                </a:cubicBezTo>
                <a:cubicBezTo>
                  <a:pt x="144" y="109"/>
                  <a:pt x="148" y="113"/>
                  <a:pt x="152" y="113"/>
                </a:cubicBezTo>
                <a:cubicBezTo>
                  <a:pt x="168" y="113"/>
                  <a:pt x="168" y="113"/>
                  <a:pt x="168" y="113"/>
                </a:cubicBezTo>
                <a:cubicBezTo>
                  <a:pt x="173" y="113"/>
                  <a:pt x="176" y="109"/>
                  <a:pt x="176" y="105"/>
                </a:cubicBezTo>
                <a:cubicBezTo>
                  <a:pt x="176" y="100"/>
                  <a:pt x="173" y="97"/>
                  <a:pt x="168" y="97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2" name="Freeform 22"/>
          <p:cNvSpPr>
            <a:spLocks noEditPoints="1"/>
          </p:cNvSpPr>
          <p:nvPr/>
        </p:nvSpPr>
        <p:spPr bwMode="auto">
          <a:xfrm>
            <a:off x="8646585" y="2036235"/>
            <a:ext cx="419100" cy="577851"/>
          </a:xfrm>
          <a:custGeom>
            <a:avLst/>
            <a:gdLst>
              <a:gd name="T0" fmla="*/ 145 w 257"/>
              <a:gd name="T1" fmla="*/ 32 h 353"/>
              <a:gd name="T2" fmla="*/ 161 w 257"/>
              <a:gd name="T3" fmla="*/ 129 h 353"/>
              <a:gd name="T4" fmla="*/ 97 w 257"/>
              <a:gd name="T5" fmla="*/ 32 h 353"/>
              <a:gd name="T6" fmla="*/ 65 w 257"/>
              <a:gd name="T7" fmla="*/ 129 h 353"/>
              <a:gd name="T8" fmla="*/ 97 w 257"/>
              <a:gd name="T9" fmla="*/ 32 h 353"/>
              <a:gd name="T10" fmla="*/ 113 w 257"/>
              <a:gd name="T11" fmla="*/ 32 h 353"/>
              <a:gd name="T12" fmla="*/ 129 w 257"/>
              <a:gd name="T13" fmla="*/ 129 h 353"/>
              <a:gd name="T14" fmla="*/ 225 w 257"/>
              <a:gd name="T15" fmla="*/ 32 h 353"/>
              <a:gd name="T16" fmla="*/ 209 w 257"/>
              <a:gd name="T17" fmla="*/ 129 h 353"/>
              <a:gd name="T18" fmla="*/ 225 w 257"/>
              <a:gd name="T19" fmla="*/ 32 h 353"/>
              <a:gd name="T20" fmla="*/ 177 w 257"/>
              <a:gd name="T21" fmla="*/ 32 h 353"/>
              <a:gd name="T22" fmla="*/ 193 w 257"/>
              <a:gd name="T23" fmla="*/ 129 h 353"/>
              <a:gd name="T24" fmla="*/ 249 w 257"/>
              <a:gd name="T25" fmla="*/ 0 h 353"/>
              <a:gd name="T26" fmla="*/ 0 w 257"/>
              <a:gd name="T27" fmla="*/ 8 h 353"/>
              <a:gd name="T28" fmla="*/ 8 w 257"/>
              <a:gd name="T29" fmla="*/ 353 h 353"/>
              <a:gd name="T30" fmla="*/ 41 w 257"/>
              <a:gd name="T31" fmla="*/ 324 h 353"/>
              <a:gd name="T32" fmla="*/ 73 w 257"/>
              <a:gd name="T33" fmla="*/ 353 h 353"/>
              <a:gd name="T34" fmla="*/ 104 w 257"/>
              <a:gd name="T35" fmla="*/ 325 h 353"/>
              <a:gd name="T36" fmla="*/ 123 w 257"/>
              <a:gd name="T37" fmla="*/ 350 h 353"/>
              <a:gd name="T38" fmla="*/ 135 w 257"/>
              <a:gd name="T39" fmla="*/ 350 h 353"/>
              <a:gd name="T40" fmla="*/ 154 w 257"/>
              <a:gd name="T41" fmla="*/ 325 h 353"/>
              <a:gd name="T42" fmla="*/ 185 w 257"/>
              <a:gd name="T43" fmla="*/ 353 h 353"/>
              <a:gd name="T44" fmla="*/ 217 w 257"/>
              <a:gd name="T45" fmla="*/ 324 h 353"/>
              <a:gd name="T46" fmla="*/ 249 w 257"/>
              <a:gd name="T47" fmla="*/ 353 h 353"/>
              <a:gd name="T48" fmla="*/ 257 w 257"/>
              <a:gd name="T49" fmla="*/ 8 h 353"/>
              <a:gd name="T50" fmla="*/ 241 w 257"/>
              <a:gd name="T51" fmla="*/ 326 h 353"/>
              <a:gd name="T52" fmla="*/ 217 w 257"/>
              <a:gd name="T53" fmla="*/ 305 h 353"/>
              <a:gd name="T54" fmla="*/ 185 w 257"/>
              <a:gd name="T55" fmla="*/ 334 h 353"/>
              <a:gd name="T56" fmla="*/ 153 w 257"/>
              <a:gd name="T57" fmla="*/ 305 h 353"/>
              <a:gd name="T58" fmla="*/ 146 w 257"/>
              <a:gd name="T59" fmla="*/ 308 h 353"/>
              <a:gd name="T60" fmla="*/ 111 w 257"/>
              <a:gd name="T61" fmla="*/ 308 h 353"/>
              <a:gd name="T62" fmla="*/ 105 w 257"/>
              <a:gd name="T63" fmla="*/ 305 h 353"/>
              <a:gd name="T64" fmla="*/ 73 w 257"/>
              <a:gd name="T65" fmla="*/ 334 h 353"/>
              <a:gd name="T66" fmla="*/ 41 w 257"/>
              <a:gd name="T67" fmla="*/ 305 h 353"/>
              <a:gd name="T68" fmla="*/ 16 w 257"/>
              <a:gd name="T69" fmla="*/ 326 h 353"/>
              <a:gd name="T70" fmla="*/ 241 w 257"/>
              <a:gd name="T71" fmla="*/ 16 h 353"/>
              <a:gd name="T72" fmla="*/ 193 w 257"/>
              <a:gd name="T73" fmla="*/ 257 h 353"/>
              <a:gd name="T74" fmla="*/ 32 w 257"/>
              <a:gd name="T75" fmla="*/ 273 h 353"/>
              <a:gd name="T76" fmla="*/ 193 w 257"/>
              <a:gd name="T77" fmla="*/ 257 h 353"/>
              <a:gd name="T78" fmla="*/ 32 w 257"/>
              <a:gd name="T79" fmla="*/ 225 h 353"/>
              <a:gd name="T80" fmla="*/ 225 w 257"/>
              <a:gd name="T81" fmla="*/ 241 h 353"/>
              <a:gd name="T82" fmla="*/ 49 w 257"/>
              <a:gd name="T83" fmla="*/ 32 h 353"/>
              <a:gd name="T84" fmla="*/ 32 w 257"/>
              <a:gd name="T85" fmla="*/ 129 h 353"/>
              <a:gd name="T86" fmla="*/ 49 w 257"/>
              <a:gd name="T87" fmla="*/ 32 h 353"/>
              <a:gd name="T88" fmla="*/ 32 w 257"/>
              <a:gd name="T89" fmla="*/ 193 h 353"/>
              <a:gd name="T90" fmla="*/ 225 w 257"/>
              <a:gd name="T91" fmla="*/ 209 h 353"/>
              <a:gd name="T92" fmla="*/ 161 w 257"/>
              <a:gd name="T93" fmla="*/ 161 h 353"/>
              <a:gd name="T94" fmla="*/ 32 w 257"/>
              <a:gd name="T95" fmla="*/ 177 h 353"/>
              <a:gd name="T96" fmla="*/ 161 w 257"/>
              <a:gd name="T97" fmla="*/ 161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257" h="353">
                <a:moveTo>
                  <a:pt x="161" y="32"/>
                </a:moveTo>
                <a:cubicBezTo>
                  <a:pt x="145" y="32"/>
                  <a:pt x="145" y="32"/>
                  <a:pt x="145" y="32"/>
                </a:cubicBezTo>
                <a:cubicBezTo>
                  <a:pt x="145" y="129"/>
                  <a:pt x="145" y="129"/>
                  <a:pt x="145" y="129"/>
                </a:cubicBezTo>
                <a:cubicBezTo>
                  <a:pt x="161" y="129"/>
                  <a:pt x="161" y="129"/>
                  <a:pt x="161" y="129"/>
                </a:cubicBezTo>
                <a:lnTo>
                  <a:pt x="161" y="32"/>
                </a:lnTo>
                <a:close/>
                <a:moveTo>
                  <a:pt x="97" y="32"/>
                </a:moveTo>
                <a:cubicBezTo>
                  <a:pt x="65" y="32"/>
                  <a:pt x="65" y="32"/>
                  <a:pt x="65" y="32"/>
                </a:cubicBezTo>
                <a:cubicBezTo>
                  <a:pt x="65" y="129"/>
                  <a:pt x="65" y="129"/>
                  <a:pt x="65" y="129"/>
                </a:cubicBezTo>
                <a:cubicBezTo>
                  <a:pt x="97" y="129"/>
                  <a:pt x="97" y="129"/>
                  <a:pt x="97" y="129"/>
                </a:cubicBezTo>
                <a:lnTo>
                  <a:pt x="97" y="32"/>
                </a:lnTo>
                <a:close/>
                <a:moveTo>
                  <a:pt x="129" y="32"/>
                </a:moveTo>
                <a:cubicBezTo>
                  <a:pt x="113" y="32"/>
                  <a:pt x="113" y="32"/>
                  <a:pt x="113" y="32"/>
                </a:cubicBezTo>
                <a:cubicBezTo>
                  <a:pt x="113" y="129"/>
                  <a:pt x="113" y="129"/>
                  <a:pt x="113" y="129"/>
                </a:cubicBezTo>
                <a:cubicBezTo>
                  <a:pt x="129" y="129"/>
                  <a:pt x="129" y="129"/>
                  <a:pt x="129" y="129"/>
                </a:cubicBezTo>
                <a:lnTo>
                  <a:pt x="129" y="32"/>
                </a:lnTo>
                <a:close/>
                <a:moveTo>
                  <a:pt x="225" y="32"/>
                </a:moveTo>
                <a:cubicBezTo>
                  <a:pt x="209" y="32"/>
                  <a:pt x="209" y="32"/>
                  <a:pt x="209" y="32"/>
                </a:cubicBezTo>
                <a:cubicBezTo>
                  <a:pt x="209" y="129"/>
                  <a:pt x="209" y="129"/>
                  <a:pt x="209" y="129"/>
                </a:cubicBezTo>
                <a:cubicBezTo>
                  <a:pt x="225" y="129"/>
                  <a:pt x="225" y="129"/>
                  <a:pt x="225" y="129"/>
                </a:cubicBezTo>
                <a:lnTo>
                  <a:pt x="225" y="32"/>
                </a:lnTo>
                <a:close/>
                <a:moveTo>
                  <a:pt x="193" y="32"/>
                </a:moveTo>
                <a:cubicBezTo>
                  <a:pt x="177" y="32"/>
                  <a:pt x="177" y="32"/>
                  <a:pt x="177" y="32"/>
                </a:cubicBezTo>
                <a:cubicBezTo>
                  <a:pt x="177" y="129"/>
                  <a:pt x="177" y="129"/>
                  <a:pt x="177" y="129"/>
                </a:cubicBezTo>
                <a:cubicBezTo>
                  <a:pt x="193" y="129"/>
                  <a:pt x="193" y="129"/>
                  <a:pt x="193" y="129"/>
                </a:cubicBezTo>
                <a:lnTo>
                  <a:pt x="193" y="32"/>
                </a:lnTo>
                <a:close/>
                <a:moveTo>
                  <a:pt x="249" y="0"/>
                </a:moveTo>
                <a:cubicBezTo>
                  <a:pt x="8" y="0"/>
                  <a:pt x="8" y="0"/>
                  <a:pt x="8" y="0"/>
                </a:cubicBezTo>
                <a:cubicBezTo>
                  <a:pt x="4" y="0"/>
                  <a:pt x="0" y="4"/>
                  <a:pt x="0" y="8"/>
                </a:cubicBezTo>
                <a:cubicBezTo>
                  <a:pt x="0" y="345"/>
                  <a:pt x="0" y="345"/>
                  <a:pt x="0" y="345"/>
                </a:cubicBezTo>
                <a:cubicBezTo>
                  <a:pt x="0" y="350"/>
                  <a:pt x="4" y="353"/>
                  <a:pt x="8" y="353"/>
                </a:cubicBezTo>
                <a:cubicBezTo>
                  <a:pt x="11" y="353"/>
                  <a:pt x="13" y="352"/>
                  <a:pt x="14" y="351"/>
                </a:cubicBezTo>
                <a:cubicBezTo>
                  <a:pt x="41" y="324"/>
                  <a:pt x="41" y="324"/>
                  <a:pt x="41" y="324"/>
                </a:cubicBezTo>
                <a:cubicBezTo>
                  <a:pt x="67" y="351"/>
                  <a:pt x="67" y="351"/>
                  <a:pt x="67" y="351"/>
                </a:cubicBezTo>
                <a:cubicBezTo>
                  <a:pt x="68" y="352"/>
                  <a:pt x="70" y="353"/>
                  <a:pt x="73" y="353"/>
                </a:cubicBezTo>
                <a:cubicBezTo>
                  <a:pt x="75" y="353"/>
                  <a:pt x="77" y="352"/>
                  <a:pt x="78" y="351"/>
                </a:cubicBezTo>
                <a:cubicBezTo>
                  <a:pt x="104" y="325"/>
                  <a:pt x="104" y="325"/>
                  <a:pt x="104" y="325"/>
                </a:cubicBezTo>
                <a:cubicBezTo>
                  <a:pt x="122" y="350"/>
                  <a:pt x="122" y="350"/>
                  <a:pt x="122" y="350"/>
                </a:cubicBezTo>
                <a:cubicBezTo>
                  <a:pt x="123" y="350"/>
                  <a:pt x="123" y="350"/>
                  <a:pt x="123" y="350"/>
                </a:cubicBezTo>
                <a:cubicBezTo>
                  <a:pt x="124" y="352"/>
                  <a:pt x="126" y="353"/>
                  <a:pt x="129" y="353"/>
                </a:cubicBezTo>
                <a:cubicBezTo>
                  <a:pt x="131" y="353"/>
                  <a:pt x="134" y="352"/>
                  <a:pt x="135" y="350"/>
                </a:cubicBezTo>
                <a:cubicBezTo>
                  <a:pt x="135" y="350"/>
                  <a:pt x="135" y="350"/>
                  <a:pt x="135" y="350"/>
                </a:cubicBezTo>
                <a:cubicBezTo>
                  <a:pt x="154" y="325"/>
                  <a:pt x="154" y="325"/>
                  <a:pt x="154" y="325"/>
                </a:cubicBezTo>
                <a:cubicBezTo>
                  <a:pt x="179" y="351"/>
                  <a:pt x="179" y="351"/>
                  <a:pt x="179" y="351"/>
                </a:cubicBezTo>
                <a:cubicBezTo>
                  <a:pt x="181" y="352"/>
                  <a:pt x="183" y="353"/>
                  <a:pt x="185" y="353"/>
                </a:cubicBezTo>
                <a:cubicBezTo>
                  <a:pt x="187" y="353"/>
                  <a:pt x="189" y="352"/>
                  <a:pt x="191" y="351"/>
                </a:cubicBezTo>
                <a:cubicBezTo>
                  <a:pt x="217" y="324"/>
                  <a:pt x="217" y="324"/>
                  <a:pt x="217" y="324"/>
                </a:cubicBezTo>
                <a:cubicBezTo>
                  <a:pt x="244" y="351"/>
                  <a:pt x="244" y="351"/>
                  <a:pt x="244" y="351"/>
                </a:cubicBezTo>
                <a:cubicBezTo>
                  <a:pt x="245" y="352"/>
                  <a:pt x="247" y="353"/>
                  <a:pt x="249" y="353"/>
                </a:cubicBezTo>
                <a:cubicBezTo>
                  <a:pt x="254" y="353"/>
                  <a:pt x="257" y="350"/>
                  <a:pt x="257" y="345"/>
                </a:cubicBezTo>
                <a:cubicBezTo>
                  <a:pt x="257" y="8"/>
                  <a:pt x="257" y="8"/>
                  <a:pt x="257" y="8"/>
                </a:cubicBezTo>
                <a:cubicBezTo>
                  <a:pt x="257" y="4"/>
                  <a:pt x="254" y="0"/>
                  <a:pt x="249" y="0"/>
                </a:cubicBezTo>
                <a:moveTo>
                  <a:pt x="241" y="326"/>
                </a:moveTo>
                <a:cubicBezTo>
                  <a:pt x="223" y="307"/>
                  <a:pt x="223" y="307"/>
                  <a:pt x="223" y="307"/>
                </a:cubicBezTo>
                <a:cubicBezTo>
                  <a:pt x="221" y="306"/>
                  <a:pt x="219" y="305"/>
                  <a:pt x="217" y="305"/>
                </a:cubicBezTo>
                <a:cubicBezTo>
                  <a:pt x="215" y="305"/>
                  <a:pt x="213" y="306"/>
                  <a:pt x="211" y="307"/>
                </a:cubicBezTo>
                <a:cubicBezTo>
                  <a:pt x="185" y="334"/>
                  <a:pt x="185" y="334"/>
                  <a:pt x="185" y="334"/>
                </a:cubicBezTo>
                <a:cubicBezTo>
                  <a:pt x="159" y="307"/>
                  <a:pt x="159" y="307"/>
                  <a:pt x="159" y="307"/>
                </a:cubicBezTo>
                <a:cubicBezTo>
                  <a:pt x="157" y="306"/>
                  <a:pt x="155" y="305"/>
                  <a:pt x="153" y="305"/>
                </a:cubicBezTo>
                <a:cubicBezTo>
                  <a:pt x="150" y="305"/>
                  <a:pt x="148" y="306"/>
                  <a:pt x="147" y="308"/>
                </a:cubicBezTo>
                <a:cubicBezTo>
                  <a:pt x="146" y="308"/>
                  <a:pt x="146" y="308"/>
                  <a:pt x="146" y="308"/>
                </a:cubicBezTo>
                <a:cubicBezTo>
                  <a:pt x="129" y="332"/>
                  <a:pt x="129" y="332"/>
                  <a:pt x="129" y="332"/>
                </a:cubicBezTo>
                <a:cubicBezTo>
                  <a:pt x="111" y="308"/>
                  <a:pt x="111" y="308"/>
                  <a:pt x="111" y="308"/>
                </a:cubicBezTo>
                <a:cubicBezTo>
                  <a:pt x="111" y="308"/>
                  <a:pt x="111" y="308"/>
                  <a:pt x="111" y="308"/>
                </a:cubicBezTo>
                <a:cubicBezTo>
                  <a:pt x="110" y="306"/>
                  <a:pt x="107" y="305"/>
                  <a:pt x="105" y="305"/>
                </a:cubicBezTo>
                <a:cubicBezTo>
                  <a:pt x="103" y="305"/>
                  <a:pt x="101" y="306"/>
                  <a:pt x="99" y="307"/>
                </a:cubicBezTo>
                <a:cubicBezTo>
                  <a:pt x="73" y="334"/>
                  <a:pt x="73" y="334"/>
                  <a:pt x="73" y="334"/>
                </a:cubicBezTo>
                <a:cubicBezTo>
                  <a:pt x="46" y="307"/>
                  <a:pt x="46" y="307"/>
                  <a:pt x="46" y="307"/>
                </a:cubicBezTo>
                <a:cubicBezTo>
                  <a:pt x="45" y="306"/>
                  <a:pt x="43" y="305"/>
                  <a:pt x="41" y="305"/>
                </a:cubicBezTo>
                <a:cubicBezTo>
                  <a:pt x="38" y="305"/>
                  <a:pt x="36" y="306"/>
                  <a:pt x="35" y="307"/>
                </a:cubicBezTo>
                <a:cubicBezTo>
                  <a:pt x="16" y="326"/>
                  <a:pt x="16" y="326"/>
                  <a:pt x="16" y="326"/>
                </a:cubicBezTo>
                <a:cubicBezTo>
                  <a:pt x="16" y="16"/>
                  <a:pt x="16" y="16"/>
                  <a:pt x="16" y="16"/>
                </a:cubicBezTo>
                <a:cubicBezTo>
                  <a:pt x="241" y="16"/>
                  <a:pt x="241" y="16"/>
                  <a:pt x="241" y="16"/>
                </a:cubicBezTo>
                <a:lnTo>
                  <a:pt x="241" y="326"/>
                </a:lnTo>
                <a:close/>
                <a:moveTo>
                  <a:pt x="193" y="257"/>
                </a:moveTo>
                <a:cubicBezTo>
                  <a:pt x="32" y="257"/>
                  <a:pt x="32" y="257"/>
                  <a:pt x="32" y="257"/>
                </a:cubicBezTo>
                <a:cubicBezTo>
                  <a:pt x="32" y="273"/>
                  <a:pt x="32" y="273"/>
                  <a:pt x="32" y="273"/>
                </a:cubicBezTo>
                <a:cubicBezTo>
                  <a:pt x="193" y="273"/>
                  <a:pt x="193" y="273"/>
                  <a:pt x="193" y="273"/>
                </a:cubicBezTo>
                <a:lnTo>
                  <a:pt x="193" y="257"/>
                </a:lnTo>
                <a:close/>
                <a:moveTo>
                  <a:pt x="225" y="225"/>
                </a:moveTo>
                <a:cubicBezTo>
                  <a:pt x="32" y="225"/>
                  <a:pt x="32" y="225"/>
                  <a:pt x="32" y="225"/>
                </a:cubicBezTo>
                <a:cubicBezTo>
                  <a:pt x="32" y="241"/>
                  <a:pt x="32" y="241"/>
                  <a:pt x="32" y="241"/>
                </a:cubicBezTo>
                <a:cubicBezTo>
                  <a:pt x="225" y="241"/>
                  <a:pt x="225" y="241"/>
                  <a:pt x="225" y="241"/>
                </a:cubicBezTo>
                <a:lnTo>
                  <a:pt x="225" y="225"/>
                </a:lnTo>
                <a:close/>
                <a:moveTo>
                  <a:pt x="49" y="32"/>
                </a:moveTo>
                <a:cubicBezTo>
                  <a:pt x="32" y="32"/>
                  <a:pt x="32" y="32"/>
                  <a:pt x="32" y="32"/>
                </a:cubicBezTo>
                <a:cubicBezTo>
                  <a:pt x="32" y="129"/>
                  <a:pt x="32" y="129"/>
                  <a:pt x="32" y="129"/>
                </a:cubicBezTo>
                <a:cubicBezTo>
                  <a:pt x="49" y="129"/>
                  <a:pt x="49" y="129"/>
                  <a:pt x="49" y="129"/>
                </a:cubicBezTo>
                <a:lnTo>
                  <a:pt x="49" y="32"/>
                </a:lnTo>
                <a:close/>
                <a:moveTo>
                  <a:pt x="225" y="193"/>
                </a:moveTo>
                <a:cubicBezTo>
                  <a:pt x="32" y="193"/>
                  <a:pt x="32" y="193"/>
                  <a:pt x="32" y="193"/>
                </a:cubicBezTo>
                <a:cubicBezTo>
                  <a:pt x="32" y="209"/>
                  <a:pt x="32" y="209"/>
                  <a:pt x="32" y="209"/>
                </a:cubicBezTo>
                <a:cubicBezTo>
                  <a:pt x="225" y="209"/>
                  <a:pt x="225" y="209"/>
                  <a:pt x="225" y="209"/>
                </a:cubicBezTo>
                <a:lnTo>
                  <a:pt x="225" y="193"/>
                </a:lnTo>
                <a:close/>
                <a:moveTo>
                  <a:pt x="161" y="161"/>
                </a:moveTo>
                <a:cubicBezTo>
                  <a:pt x="32" y="161"/>
                  <a:pt x="32" y="161"/>
                  <a:pt x="32" y="161"/>
                </a:cubicBezTo>
                <a:cubicBezTo>
                  <a:pt x="32" y="177"/>
                  <a:pt x="32" y="177"/>
                  <a:pt x="32" y="177"/>
                </a:cubicBezTo>
                <a:cubicBezTo>
                  <a:pt x="161" y="177"/>
                  <a:pt x="161" y="177"/>
                  <a:pt x="161" y="177"/>
                </a:cubicBezTo>
                <a:lnTo>
                  <a:pt x="161" y="16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3" name="Freeform 23"/>
          <p:cNvSpPr>
            <a:spLocks noEditPoints="1"/>
          </p:cNvSpPr>
          <p:nvPr/>
        </p:nvSpPr>
        <p:spPr bwMode="auto">
          <a:xfrm>
            <a:off x="9723967" y="2036235"/>
            <a:ext cx="474133" cy="577851"/>
          </a:xfrm>
          <a:custGeom>
            <a:avLst/>
            <a:gdLst>
              <a:gd name="T0" fmla="*/ 112 w 289"/>
              <a:gd name="T1" fmla="*/ 80 h 353"/>
              <a:gd name="T2" fmla="*/ 128 w 289"/>
              <a:gd name="T3" fmla="*/ 161 h 353"/>
              <a:gd name="T4" fmla="*/ 48 w 289"/>
              <a:gd name="T5" fmla="*/ 80 h 353"/>
              <a:gd name="T6" fmla="*/ 32 w 289"/>
              <a:gd name="T7" fmla="*/ 161 h 353"/>
              <a:gd name="T8" fmla="*/ 48 w 289"/>
              <a:gd name="T9" fmla="*/ 80 h 353"/>
              <a:gd name="T10" fmla="*/ 64 w 289"/>
              <a:gd name="T11" fmla="*/ 80 h 353"/>
              <a:gd name="T12" fmla="*/ 96 w 289"/>
              <a:gd name="T13" fmla="*/ 161 h 353"/>
              <a:gd name="T14" fmla="*/ 192 w 289"/>
              <a:gd name="T15" fmla="*/ 80 h 353"/>
              <a:gd name="T16" fmla="*/ 176 w 289"/>
              <a:gd name="T17" fmla="*/ 161 h 353"/>
              <a:gd name="T18" fmla="*/ 192 w 289"/>
              <a:gd name="T19" fmla="*/ 80 h 353"/>
              <a:gd name="T20" fmla="*/ 144 w 289"/>
              <a:gd name="T21" fmla="*/ 80 h 353"/>
              <a:gd name="T22" fmla="*/ 160 w 289"/>
              <a:gd name="T23" fmla="*/ 161 h 353"/>
              <a:gd name="T24" fmla="*/ 144 w 289"/>
              <a:gd name="T25" fmla="*/ 257 h 353"/>
              <a:gd name="T26" fmla="*/ 32 w 289"/>
              <a:gd name="T27" fmla="*/ 273 h 353"/>
              <a:gd name="T28" fmla="*/ 144 w 289"/>
              <a:gd name="T29" fmla="*/ 257 h 353"/>
              <a:gd name="T30" fmla="*/ 72 w 289"/>
              <a:gd name="T31" fmla="*/ 0 h 353"/>
              <a:gd name="T32" fmla="*/ 64 w 289"/>
              <a:gd name="T33" fmla="*/ 32 h 353"/>
              <a:gd name="T34" fmla="*/ 80 w 289"/>
              <a:gd name="T35" fmla="*/ 16 h 353"/>
              <a:gd name="T36" fmla="*/ 273 w 289"/>
              <a:gd name="T37" fmla="*/ 280 h 353"/>
              <a:gd name="T38" fmla="*/ 240 w 289"/>
              <a:gd name="T39" fmla="*/ 257 h 353"/>
              <a:gd name="T40" fmla="*/ 241 w 289"/>
              <a:gd name="T41" fmla="*/ 276 h 353"/>
              <a:gd name="T42" fmla="*/ 281 w 289"/>
              <a:gd name="T43" fmla="*/ 305 h 353"/>
              <a:gd name="T44" fmla="*/ 289 w 289"/>
              <a:gd name="T45" fmla="*/ 8 h 353"/>
              <a:gd name="T46" fmla="*/ 112 w 289"/>
              <a:gd name="T47" fmla="*/ 193 h 353"/>
              <a:gd name="T48" fmla="*/ 32 w 289"/>
              <a:gd name="T49" fmla="*/ 209 h 353"/>
              <a:gd name="T50" fmla="*/ 112 w 289"/>
              <a:gd name="T51" fmla="*/ 193 h 353"/>
              <a:gd name="T52" fmla="*/ 8 w 289"/>
              <a:gd name="T53" fmla="*/ 48 h 353"/>
              <a:gd name="T54" fmla="*/ 0 w 289"/>
              <a:gd name="T55" fmla="*/ 345 h 353"/>
              <a:gd name="T56" fmla="*/ 13 w 289"/>
              <a:gd name="T57" fmla="*/ 351 h 353"/>
              <a:gd name="T58" fmla="*/ 74 w 289"/>
              <a:gd name="T59" fmla="*/ 351 h 353"/>
              <a:gd name="T60" fmla="*/ 86 w 289"/>
              <a:gd name="T61" fmla="*/ 351 h 353"/>
              <a:gd name="T62" fmla="*/ 138 w 289"/>
              <a:gd name="T63" fmla="*/ 351 h 353"/>
              <a:gd name="T64" fmla="*/ 150 w 289"/>
              <a:gd name="T65" fmla="*/ 351 h 353"/>
              <a:gd name="T66" fmla="*/ 211 w 289"/>
              <a:gd name="T67" fmla="*/ 351 h 353"/>
              <a:gd name="T68" fmla="*/ 224 w 289"/>
              <a:gd name="T69" fmla="*/ 345 h 353"/>
              <a:gd name="T70" fmla="*/ 216 w 289"/>
              <a:gd name="T71" fmla="*/ 48 h 353"/>
              <a:gd name="T72" fmla="*/ 182 w 289"/>
              <a:gd name="T73" fmla="*/ 307 h 353"/>
              <a:gd name="T74" fmla="*/ 171 w 289"/>
              <a:gd name="T75" fmla="*/ 307 h 353"/>
              <a:gd name="T76" fmla="*/ 118 w 289"/>
              <a:gd name="T77" fmla="*/ 307 h 353"/>
              <a:gd name="T78" fmla="*/ 106 w 289"/>
              <a:gd name="T79" fmla="*/ 307 h 353"/>
              <a:gd name="T80" fmla="*/ 54 w 289"/>
              <a:gd name="T81" fmla="*/ 307 h 353"/>
              <a:gd name="T82" fmla="*/ 42 w 289"/>
              <a:gd name="T83" fmla="*/ 307 h 353"/>
              <a:gd name="T84" fmla="*/ 16 w 289"/>
              <a:gd name="T85" fmla="*/ 64 h 353"/>
              <a:gd name="T86" fmla="*/ 208 w 289"/>
              <a:gd name="T87" fmla="*/ 329 h 353"/>
              <a:gd name="T88" fmla="*/ 32 w 289"/>
              <a:gd name="T89" fmla="*/ 225 h 353"/>
              <a:gd name="T90" fmla="*/ 192 w 289"/>
              <a:gd name="T91" fmla="*/ 241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289" h="353">
                <a:moveTo>
                  <a:pt x="128" y="80"/>
                </a:moveTo>
                <a:cubicBezTo>
                  <a:pt x="112" y="80"/>
                  <a:pt x="112" y="80"/>
                  <a:pt x="112" y="80"/>
                </a:cubicBezTo>
                <a:cubicBezTo>
                  <a:pt x="112" y="161"/>
                  <a:pt x="112" y="161"/>
                  <a:pt x="112" y="161"/>
                </a:cubicBezTo>
                <a:cubicBezTo>
                  <a:pt x="128" y="161"/>
                  <a:pt x="128" y="161"/>
                  <a:pt x="128" y="161"/>
                </a:cubicBezTo>
                <a:lnTo>
                  <a:pt x="128" y="80"/>
                </a:lnTo>
                <a:close/>
                <a:moveTo>
                  <a:pt x="48" y="80"/>
                </a:moveTo>
                <a:cubicBezTo>
                  <a:pt x="32" y="80"/>
                  <a:pt x="32" y="80"/>
                  <a:pt x="32" y="80"/>
                </a:cubicBezTo>
                <a:cubicBezTo>
                  <a:pt x="32" y="161"/>
                  <a:pt x="32" y="161"/>
                  <a:pt x="32" y="161"/>
                </a:cubicBezTo>
                <a:cubicBezTo>
                  <a:pt x="48" y="161"/>
                  <a:pt x="48" y="161"/>
                  <a:pt x="48" y="161"/>
                </a:cubicBezTo>
                <a:lnTo>
                  <a:pt x="48" y="80"/>
                </a:lnTo>
                <a:close/>
                <a:moveTo>
                  <a:pt x="96" y="80"/>
                </a:moveTo>
                <a:cubicBezTo>
                  <a:pt x="64" y="80"/>
                  <a:pt x="64" y="80"/>
                  <a:pt x="64" y="80"/>
                </a:cubicBezTo>
                <a:cubicBezTo>
                  <a:pt x="64" y="161"/>
                  <a:pt x="64" y="161"/>
                  <a:pt x="64" y="161"/>
                </a:cubicBezTo>
                <a:cubicBezTo>
                  <a:pt x="96" y="161"/>
                  <a:pt x="96" y="161"/>
                  <a:pt x="96" y="161"/>
                </a:cubicBezTo>
                <a:lnTo>
                  <a:pt x="96" y="80"/>
                </a:lnTo>
                <a:close/>
                <a:moveTo>
                  <a:pt x="192" y="80"/>
                </a:moveTo>
                <a:cubicBezTo>
                  <a:pt x="176" y="80"/>
                  <a:pt x="176" y="80"/>
                  <a:pt x="176" y="80"/>
                </a:cubicBezTo>
                <a:cubicBezTo>
                  <a:pt x="176" y="161"/>
                  <a:pt x="176" y="161"/>
                  <a:pt x="176" y="161"/>
                </a:cubicBezTo>
                <a:cubicBezTo>
                  <a:pt x="192" y="161"/>
                  <a:pt x="192" y="161"/>
                  <a:pt x="192" y="161"/>
                </a:cubicBezTo>
                <a:lnTo>
                  <a:pt x="192" y="80"/>
                </a:lnTo>
                <a:close/>
                <a:moveTo>
                  <a:pt x="160" y="80"/>
                </a:moveTo>
                <a:cubicBezTo>
                  <a:pt x="144" y="80"/>
                  <a:pt x="144" y="80"/>
                  <a:pt x="144" y="80"/>
                </a:cubicBezTo>
                <a:cubicBezTo>
                  <a:pt x="144" y="161"/>
                  <a:pt x="144" y="161"/>
                  <a:pt x="144" y="161"/>
                </a:cubicBezTo>
                <a:cubicBezTo>
                  <a:pt x="160" y="161"/>
                  <a:pt x="160" y="161"/>
                  <a:pt x="160" y="161"/>
                </a:cubicBezTo>
                <a:lnTo>
                  <a:pt x="160" y="80"/>
                </a:lnTo>
                <a:close/>
                <a:moveTo>
                  <a:pt x="144" y="257"/>
                </a:moveTo>
                <a:cubicBezTo>
                  <a:pt x="32" y="257"/>
                  <a:pt x="32" y="257"/>
                  <a:pt x="32" y="257"/>
                </a:cubicBezTo>
                <a:cubicBezTo>
                  <a:pt x="32" y="273"/>
                  <a:pt x="32" y="273"/>
                  <a:pt x="32" y="273"/>
                </a:cubicBezTo>
                <a:cubicBezTo>
                  <a:pt x="144" y="273"/>
                  <a:pt x="144" y="273"/>
                  <a:pt x="144" y="273"/>
                </a:cubicBezTo>
                <a:lnTo>
                  <a:pt x="144" y="257"/>
                </a:lnTo>
                <a:close/>
                <a:moveTo>
                  <a:pt x="281" y="0"/>
                </a:moveTo>
                <a:cubicBezTo>
                  <a:pt x="72" y="0"/>
                  <a:pt x="72" y="0"/>
                  <a:pt x="72" y="0"/>
                </a:cubicBezTo>
                <a:cubicBezTo>
                  <a:pt x="67" y="0"/>
                  <a:pt x="64" y="4"/>
                  <a:pt x="64" y="8"/>
                </a:cubicBezTo>
                <a:cubicBezTo>
                  <a:pt x="64" y="32"/>
                  <a:pt x="64" y="32"/>
                  <a:pt x="64" y="32"/>
                </a:cubicBezTo>
                <a:cubicBezTo>
                  <a:pt x="80" y="32"/>
                  <a:pt x="80" y="32"/>
                  <a:pt x="80" y="32"/>
                </a:cubicBezTo>
                <a:cubicBezTo>
                  <a:pt x="80" y="16"/>
                  <a:pt x="80" y="16"/>
                  <a:pt x="80" y="16"/>
                </a:cubicBezTo>
                <a:cubicBezTo>
                  <a:pt x="273" y="16"/>
                  <a:pt x="273" y="16"/>
                  <a:pt x="273" y="16"/>
                </a:cubicBezTo>
                <a:cubicBezTo>
                  <a:pt x="273" y="280"/>
                  <a:pt x="273" y="280"/>
                  <a:pt x="273" y="280"/>
                </a:cubicBezTo>
                <a:cubicBezTo>
                  <a:pt x="246" y="259"/>
                  <a:pt x="246" y="259"/>
                  <a:pt x="246" y="259"/>
                </a:cubicBezTo>
                <a:cubicBezTo>
                  <a:pt x="245" y="258"/>
                  <a:pt x="243" y="257"/>
                  <a:pt x="240" y="257"/>
                </a:cubicBezTo>
                <a:cubicBezTo>
                  <a:pt x="240" y="276"/>
                  <a:pt x="240" y="276"/>
                  <a:pt x="240" y="276"/>
                </a:cubicBezTo>
                <a:cubicBezTo>
                  <a:pt x="241" y="276"/>
                  <a:pt x="241" y="276"/>
                  <a:pt x="241" y="276"/>
                </a:cubicBezTo>
                <a:cubicBezTo>
                  <a:pt x="275" y="303"/>
                  <a:pt x="275" y="303"/>
                  <a:pt x="275" y="303"/>
                </a:cubicBezTo>
                <a:cubicBezTo>
                  <a:pt x="276" y="304"/>
                  <a:pt x="278" y="305"/>
                  <a:pt x="281" y="305"/>
                </a:cubicBezTo>
                <a:cubicBezTo>
                  <a:pt x="285" y="305"/>
                  <a:pt x="289" y="302"/>
                  <a:pt x="289" y="297"/>
                </a:cubicBezTo>
                <a:cubicBezTo>
                  <a:pt x="289" y="8"/>
                  <a:pt x="289" y="8"/>
                  <a:pt x="289" y="8"/>
                </a:cubicBezTo>
                <a:cubicBezTo>
                  <a:pt x="289" y="4"/>
                  <a:pt x="285" y="0"/>
                  <a:pt x="281" y="0"/>
                </a:cubicBezTo>
                <a:moveTo>
                  <a:pt x="112" y="193"/>
                </a:moveTo>
                <a:cubicBezTo>
                  <a:pt x="32" y="193"/>
                  <a:pt x="32" y="193"/>
                  <a:pt x="32" y="193"/>
                </a:cubicBezTo>
                <a:cubicBezTo>
                  <a:pt x="32" y="209"/>
                  <a:pt x="32" y="209"/>
                  <a:pt x="32" y="209"/>
                </a:cubicBezTo>
                <a:cubicBezTo>
                  <a:pt x="112" y="209"/>
                  <a:pt x="112" y="209"/>
                  <a:pt x="112" y="209"/>
                </a:cubicBezTo>
                <a:lnTo>
                  <a:pt x="112" y="193"/>
                </a:lnTo>
                <a:close/>
                <a:moveTo>
                  <a:pt x="216" y="48"/>
                </a:moveTo>
                <a:cubicBezTo>
                  <a:pt x="8" y="48"/>
                  <a:pt x="8" y="48"/>
                  <a:pt x="8" y="48"/>
                </a:cubicBezTo>
                <a:cubicBezTo>
                  <a:pt x="3" y="48"/>
                  <a:pt x="0" y="52"/>
                  <a:pt x="0" y="56"/>
                </a:cubicBezTo>
                <a:cubicBezTo>
                  <a:pt x="0" y="345"/>
                  <a:pt x="0" y="345"/>
                  <a:pt x="0" y="345"/>
                </a:cubicBezTo>
                <a:cubicBezTo>
                  <a:pt x="0" y="350"/>
                  <a:pt x="3" y="353"/>
                  <a:pt x="8" y="353"/>
                </a:cubicBezTo>
                <a:cubicBezTo>
                  <a:pt x="10" y="353"/>
                  <a:pt x="12" y="352"/>
                  <a:pt x="13" y="351"/>
                </a:cubicBezTo>
                <a:cubicBezTo>
                  <a:pt x="47" y="324"/>
                  <a:pt x="47" y="324"/>
                  <a:pt x="47" y="324"/>
                </a:cubicBezTo>
                <a:cubicBezTo>
                  <a:pt x="74" y="351"/>
                  <a:pt x="74" y="351"/>
                  <a:pt x="74" y="351"/>
                </a:cubicBezTo>
                <a:cubicBezTo>
                  <a:pt x="76" y="352"/>
                  <a:pt x="78" y="353"/>
                  <a:pt x="80" y="353"/>
                </a:cubicBezTo>
                <a:cubicBezTo>
                  <a:pt x="82" y="353"/>
                  <a:pt x="84" y="352"/>
                  <a:pt x="86" y="351"/>
                </a:cubicBezTo>
                <a:cubicBezTo>
                  <a:pt x="112" y="324"/>
                  <a:pt x="112" y="324"/>
                  <a:pt x="112" y="324"/>
                </a:cubicBezTo>
                <a:cubicBezTo>
                  <a:pt x="138" y="351"/>
                  <a:pt x="138" y="351"/>
                  <a:pt x="138" y="351"/>
                </a:cubicBezTo>
                <a:cubicBezTo>
                  <a:pt x="140" y="352"/>
                  <a:pt x="142" y="353"/>
                  <a:pt x="144" y="353"/>
                </a:cubicBezTo>
                <a:cubicBezTo>
                  <a:pt x="146" y="353"/>
                  <a:pt x="148" y="352"/>
                  <a:pt x="150" y="351"/>
                </a:cubicBezTo>
                <a:cubicBezTo>
                  <a:pt x="177" y="324"/>
                  <a:pt x="177" y="324"/>
                  <a:pt x="177" y="324"/>
                </a:cubicBezTo>
                <a:cubicBezTo>
                  <a:pt x="211" y="351"/>
                  <a:pt x="211" y="351"/>
                  <a:pt x="211" y="351"/>
                </a:cubicBezTo>
                <a:cubicBezTo>
                  <a:pt x="212" y="352"/>
                  <a:pt x="214" y="353"/>
                  <a:pt x="216" y="353"/>
                </a:cubicBezTo>
                <a:cubicBezTo>
                  <a:pt x="221" y="353"/>
                  <a:pt x="224" y="350"/>
                  <a:pt x="224" y="345"/>
                </a:cubicBezTo>
                <a:cubicBezTo>
                  <a:pt x="224" y="56"/>
                  <a:pt x="224" y="56"/>
                  <a:pt x="224" y="56"/>
                </a:cubicBezTo>
                <a:cubicBezTo>
                  <a:pt x="224" y="52"/>
                  <a:pt x="221" y="48"/>
                  <a:pt x="216" y="48"/>
                </a:cubicBezTo>
                <a:moveTo>
                  <a:pt x="208" y="329"/>
                </a:moveTo>
                <a:cubicBezTo>
                  <a:pt x="182" y="307"/>
                  <a:pt x="182" y="307"/>
                  <a:pt x="182" y="307"/>
                </a:cubicBezTo>
                <a:cubicBezTo>
                  <a:pt x="180" y="306"/>
                  <a:pt x="178" y="305"/>
                  <a:pt x="176" y="305"/>
                </a:cubicBezTo>
                <a:cubicBezTo>
                  <a:pt x="174" y="305"/>
                  <a:pt x="172" y="306"/>
                  <a:pt x="171" y="307"/>
                </a:cubicBezTo>
                <a:cubicBezTo>
                  <a:pt x="144" y="334"/>
                  <a:pt x="144" y="334"/>
                  <a:pt x="144" y="334"/>
                </a:cubicBezTo>
                <a:cubicBezTo>
                  <a:pt x="118" y="307"/>
                  <a:pt x="118" y="307"/>
                  <a:pt x="118" y="307"/>
                </a:cubicBezTo>
                <a:cubicBezTo>
                  <a:pt x="116" y="306"/>
                  <a:pt x="114" y="305"/>
                  <a:pt x="112" y="305"/>
                </a:cubicBezTo>
                <a:cubicBezTo>
                  <a:pt x="110" y="305"/>
                  <a:pt x="108" y="306"/>
                  <a:pt x="106" y="307"/>
                </a:cubicBezTo>
                <a:cubicBezTo>
                  <a:pt x="80" y="334"/>
                  <a:pt x="80" y="334"/>
                  <a:pt x="80" y="334"/>
                </a:cubicBezTo>
                <a:cubicBezTo>
                  <a:pt x="54" y="307"/>
                  <a:pt x="54" y="307"/>
                  <a:pt x="54" y="307"/>
                </a:cubicBezTo>
                <a:cubicBezTo>
                  <a:pt x="52" y="306"/>
                  <a:pt x="50" y="305"/>
                  <a:pt x="48" y="305"/>
                </a:cubicBezTo>
                <a:cubicBezTo>
                  <a:pt x="46" y="305"/>
                  <a:pt x="44" y="306"/>
                  <a:pt x="42" y="307"/>
                </a:cubicBezTo>
                <a:cubicBezTo>
                  <a:pt x="16" y="329"/>
                  <a:pt x="16" y="329"/>
                  <a:pt x="16" y="329"/>
                </a:cubicBezTo>
                <a:cubicBezTo>
                  <a:pt x="16" y="64"/>
                  <a:pt x="16" y="64"/>
                  <a:pt x="16" y="64"/>
                </a:cubicBezTo>
                <a:cubicBezTo>
                  <a:pt x="208" y="64"/>
                  <a:pt x="208" y="64"/>
                  <a:pt x="208" y="64"/>
                </a:cubicBezTo>
                <a:lnTo>
                  <a:pt x="208" y="329"/>
                </a:lnTo>
                <a:close/>
                <a:moveTo>
                  <a:pt x="192" y="225"/>
                </a:moveTo>
                <a:cubicBezTo>
                  <a:pt x="32" y="225"/>
                  <a:pt x="32" y="225"/>
                  <a:pt x="32" y="225"/>
                </a:cubicBezTo>
                <a:cubicBezTo>
                  <a:pt x="32" y="241"/>
                  <a:pt x="32" y="241"/>
                  <a:pt x="32" y="241"/>
                </a:cubicBezTo>
                <a:cubicBezTo>
                  <a:pt x="192" y="241"/>
                  <a:pt x="192" y="241"/>
                  <a:pt x="192" y="241"/>
                </a:cubicBezTo>
                <a:lnTo>
                  <a:pt x="192" y="225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4" name="Freeform 24"/>
          <p:cNvSpPr>
            <a:spLocks noEditPoints="1"/>
          </p:cNvSpPr>
          <p:nvPr/>
        </p:nvSpPr>
        <p:spPr bwMode="auto">
          <a:xfrm>
            <a:off x="10775951" y="2036235"/>
            <a:ext cx="577851" cy="577851"/>
          </a:xfrm>
          <a:custGeom>
            <a:avLst/>
            <a:gdLst>
              <a:gd name="T0" fmla="*/ 305 w 353"/>
              <a:gd name="T1" fmla="*/ 129 h 353"/>
              <a:gd name="T2" fmla="*/ 284 w 353"/>
              <a:gd name="T3" fmla="*/ 129 h 353"/>
              <a:gd name="T4" fmla="*/ 176 w 353"/>
              <a:gd name="T5" fmla="*/ 0 h 353"/>
              <a:gd name="T6" fmla="*/ 69 w 353"/>
              <a:gd name="T7" fmla="*/ 129 h 353"/>
              <a:gd name="T8" fmla="*/ 48 w 353"/>
              <a:gd name="T9" fmla="*/ 129 h 353"/>
              <a:gd name="T10" fmla="*/ 0 w 353"/>
              <a:gd name="T11" fmla="*/ 177 h 353"/>
              <a:gd name="T12" fmla="*/ 2 w 353"/>
              <a:gd name="T13" fmla="*/ 192 h 353"/>
              <a:gd name="T14" fmla="*/ 51 w 353"/>
              <a:gd name="T15" fmla="*/ 334 h 353"/>
              <a:gd name="T16" fmla="*/ 80 w 353"/>
              <a:gd name="T17" fmla="*/ 353 h 353"/>
              <a:gd name="T18" fmla="*/ 273 w 353"/>
              <a:gd name="T19" fmla="*/ 353 h 353"/>
              <a:gd name="T20" fmla="*/ 304 w 353"/>
              <a:gd name="T21" fmla="*/ 330 h 353"/>
              <a:gd name="T22" fmla="*/ 350 w 353"/>
              <a:gd name="T23" fmla="*/ 192 h 353"/>
              <a:gd name="T24" fmla="*/ 353 w 353"/>
              <a:gd name="T25" fmla="*/ 177 h 353"/>
              <a:gd name="T26" fmla="*/ 305 w 353"/>
              <a:gd name="T27" fmla="*/ 129 h 353"/>
              <a:gd name="T28" fmla="*/ 176 w 353"/>
              <a:gd name="T29" fmla="*/ 16 h 353"/>
              <a:gd name="T30" fmla="*/ 268 w 353"/>
              <a:gd name="T31" fmla="*/ 129 h 353"/>
              <a:gd name="T32" fmla="*/ 85 w 353"/>
              <a:gd name="T33" fmla="*/ 129 h 353"/>
              <a:gd name="T34" fmla="*/ 176 w 353"/>
              <a:gd name="T35" fmla="*/ 16 h 353"/>
              <a:gd name="T36" fmla="*/ 288 w 353"/>
              <a:gd name="T37" fmla="*/ 325 h 353"/>
              <a:gd name="T38" fmla="*/ 273 w 353"/>
              <a:gd name="T39" fmla="*/ 337 h 353"/>
              <a:gd name="T40" fmla="*/ 80 w 353"/>
              <a:gd name="T41" fmla="*/ 337 h 353"/>
              <a:gd name="T42" fmla="*/ 65 w 353"/>
              <a:gd name="T43" fmla="*/ 325 h 353"/>
              <a:gd name="T44" fmla="*/ 36 w 353"/>
              <a:gd name="T45" fmla="*/ 240 h 353"/>
              <a:gd name="T46" fmla="*/ 181 w 353"/>
              <a:gd name="T47" fmla="*/ 273 h 353"/>
              <a:gd name="T48" fmla="*/ 316 w 353"/>
              <a:gd name="T49" fmla="*/ 245 h 353"/>
              <a:gd name="T50" fmla="*/ 288 w 353"/>
              <a:gd name="T51" fmla="*/ 325 h 353"/>
              <a:gd name="T52" fmla="*/ 335 w 353"/>
              <a:gd name="T53" fmla="*/ 189 h 353"/>
              <a:gd name="T54" fmla="*/ 323 w 353"/>
              <a:gd name="T55" fmla="*/ 224 h 353"/>
              <a:gd name="T56" fmla="*/ 181 w 353"/>
              <a:gd name="T57" fmla="*/ 257 h 353"/>
              <a:gd name="T58" fmla="*/ 28 w 353"/>
              <a:gd name="T59" fmla="*/ 218 h 353"/>
              <a:gd name="T60" fmla="*/ 18 w 353"/>
              <a:gd name="T61" fmla="*/ 189 h 353"/>
              <a:gd name="T62" fmla="*/ 16 w 353"/>
              <a:gd name="T63" fmla="*/ 177 h 353"/>
              <a:gd name="T64" fmla="*/ 48 w 353"/>
              <a:gd name="T65" fmla="*/ 145 h 353"/>
              <a:gd name="T66" fmla="*/ 305 w 353"/>
              <a:gd name="T67" fmla="*/ 145 h 353"/>
              <a:gd name="T68" fmla="*/ 337 w 353"/>
              <a:gd name="T69" fmla="*/ 177 h 353"/>
              <a:gd name="T70" fmla="*/ 335 w 353"/>
              <a:gd name="T71" fmla="*/ 189 h 353"/>
              <a:gd name="T72" fmla="*/ 176 w 353"/>
              <a:gd name="T73" fmla="*/ 177 h 353"/>
              <a:gd name="T74" fmla="*/ 152 w 353"/>
              <a:gd name="T75" fmla="*/ 201 h 353"/>
              <a:gd name="T76" fmla="*/ 176 w 353"/>
              <a:gd name="T77" fmla="*/ 225 h 353"/>
              <a:gd name="T78" fmla="*/ 201 w 353"/>
              <a:gd name="T79" fmla="*/ 201 h 353"/>
              <a:gd name="T80" fmla="*/ 176 w 353"/>
              <a:gd name="T81" fmla="*/ 177 h 353"/>
              <a:gd name="T82" fmla="*/ 176 w 353"/>
              <a:gd name="T83" fmla="*/ 209 h 353"/>
              <a:gd name="T84" fmla="*/ 168 w 353"/>
              <a:gd name="T85" fmla="*/ 201 h 353"/>
              <a:gd name="T86" fmla="*/ 176 w 353"/>
              <a:gd name="T87" fmla="*/ 193 h 353"/>
              <a:gd name="T88" fmla="*/ 185 w 353"/>
              <a:gd name="T89" fmla="*/ 201 h 353"/>
              <a:gd name="T90" fmla="*/ 176 w 353"/>
              <a:gd name="T91" fmla="*/ 209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353" h="353">
                <a:moveTo>
                  <a:pt x="305" y="129"/>
                </a:moveTo>
                <a:cubicBezTo>
                  <a:pt x="284" y="129"/>
                  <a:pt x="284" y="129"/>
                  <a:pt x="284" y="129"/>
                </a:cubicBezTo>
                <a:cubicBezTo>
                  <a:pt x="271" y="54"/>
                  <a:pt x="228" y="0"/>
                  <a:pt x="176" y="0"/>
                </a:cubicBezTo>
                <a:cubicBezTo>
                  <a:pt x="125" y="0"/>
                  <a:pt x="82" y="54"/>
                  <a:pt x="69" y="129"/>
                </a:cubicBezTo>
                <a:cubicBezTo>
                  <a:pt x="48" y="129"/>
                  <a:pt x="48" y="129"/>
                  <a:pt x="48" y="129"/>
                </a:cubicBezTo>
                <a:cubicBezTo>
                  <a:pt x="21" y="129"/>
                  <a:pt x="0" y="150"/>
                  <a:pt x="0" y="177"/>
                </a:cubicBezTo>
                <a:cubicBezTo>
                  <a:pt x="0" y="186"/>
                  <a:pt x="2" y="192"/>
                  <a:pt x="2" y="192"/>
                </a:cubicBezTo>
                <a:cubicBezTo>
                  <a:pt x="51" y="334"/>
                  <a:pt x="51" y="334"/>
                  <a:pt x="51" y="334"/>
                </a:cubicBezTo>
                <a:cubicBezTo>
                  <a:pt x="51" y="334"/>
                  <a:pt x="56" y="353"/>
                  <a:pt x="80" y="353"/>
                </a:cubicBezTo>
                <a:cubicBezTo>
                  <a:pt x="273" y="353"/>
                  <a:pt x="273" y="353"/>
                  <a:pt x="273" y="353"/>
                </a:cubicBezTo>
                <a:cubicBezTo>
                  <a:pt x="297" y="353"/>
                  <a:pt x="303" y="330"/>
                  <a:pt x="304" y="330"/>
                </a:cubicBezTo>
                <a:cubicBezTo>
                  <a:pt x="350" y="192"/>
                  <a:pt x="350" y="192"/>
                  <a:pt x="350" y="192"/>
                </a:cubicBezTo>
                <a:cubicBezTo>
                  <a:pt x="352" y="187"/>
                  <a:pt x="353" y="182"/>
                  <a:pt x="353" y="177"/>
                </a:cubicBezTo>
                <a:cubicBezTo>
                  <a:pt x="353" y="150"/>
                  <a:pt x="332" y="129"/>
                  <a:pt x="305" y="129"/>
                </a:cubicBezTo>
                <a:moveTo>
                  <a:pt x="176" y="16"/>
                </a:moveTo>
                <a:cubicBezTo>
                  <a:pt x="220" y="16"/>
                  <a:pt x="256" y="63"/>
                  <a:pt x="268" y="129"/>
                </a:cubicBezTo>
                <a:cubicBezTo>
                  <a:pt x="85" y="129"/>
                  <a:pt x="85" y="129"/>
                  <a:pt x="85" y="129"/>
                </a:cubicBezTo>
                <a:cubicBezTo>
                  <a:pt x="97" y="63"/>
                  <a:pt x="133" y="16"/>
                  <a:pt x="176" y="16"/>
                </a:cubicBezTo>
                <a:moveTo>
                  <a:pt x="288" y="325"/>
                </a:moveTo>
                <a:cubicBezTo>
                  <a:pt x="288" y="325"/>
                  <a:pt x="285" y="337"/>
                  <a:pt x="273" y="337"/>
                </a:cubicBezTo>
                <a:cubicBezTo>
                  <a:pt x="80" y="337"/>
                  <a:pt x="80" y="337"/>
                  <a:pt x="80" y="337"/>
                </a:cubicBezTo>
                <a:cubicBezTo>
                  <a:pt x="68" y="337"/>
                  <a:pt x="65" y="325"/>
                  <a:pt x="65" y="325"/>
                </a:cubicBezTo>
                <a:cubicBezTo>
                  <a:pt x="36" y="240"/>
                  <a:pt x="36" y="240"/>
                  <a:pt x="36" y="240"/>
                </a:cubicBezTo>
                <a:cubicBezTo>
                  <a:pt x="75" y="261"/>
                  <a:pt x="125" y="273"/>
                  <a:pt x="181" y="273"/>
                </a:cubicBezTo>
                <a:cubicBezTo>
                  <a:pt x="231" y="273"/>
                  <a:pt x="278" y="262"/>
                  <a:pt x="316" y="245"/>
                </a:cubicBezTo>
                <a:lnTo>
                  <a:pt x="288" y="325"/>
                </a:lnTo>
                <a:close/>
                <a:moveTo>
                  <a:pt x="335" y="189"/>
                </a:moveTo>
                <a:cubicBezTo>
                  <a:pt x="323" y="224"/>
                  <a:pt x="323" y="224"/>
                  <a:pt x="323" y="224"/>
                </a:cubicBezTo>
                <a:cubicBezTo>
                  <a:pt x="286" y="244"/>
                  <a:pt x="236" y="257"/>
                  <a:pt x="181" y="257"/>
                </a:cubicBezTo>
                <a:cubicBezTo>
                  <a:pt x="120" y="257"/>
                  <a:pt x="66" y="242"/>
                  <a:pt x="28" y="218"/>
                </a:cubicBezTo>
                <a:cubicBezTo>
                  <a:pt x="18" y="189"/>
                  <a:pt x="18" y="189"/>
                  <a:pt x="18" y="189"/>
                </a:cubicBezTo>
                <a:cubicBezTo>
                  <a:pt x="18" y="189"/>
                  <a:pt x="16" y="183"/>
                  <a:pt x="16" y="177"/>
                </a:cubicBezTo>
                <a:cubicBezTo>
                  <a:pt x="16" y="159"/>
                  <a:pt x="30" y="145"/>
                  <a:pt x="48" y="145"/>
                </a:cubicBezTo>
                <a:cubicBezTo>
                  <a:pt x="305" y="145"/>
                  <a:pt x="305" y="145"/>
                  <a:pt x="305" y="145"/>
                </a:cubicBezTo>
                <a:cubicBezTo>
                  <a:pt x="323" y="145"/>
                  <a:pt x="337" y="159"/>
                  <a:pt x="337" y="177"/>
                </a:cubicBezTo>
                <a:cubicBezTo>
                  <a:pt x="337" y="183"/>
                  <a:pt x="335" y="189"/>
                  <a:pt x="335" y="189"/>
                </a:cubicBezTo>
                <a:moveTo>
                  <a:pt x="176" y="177"/>
                </a:moveTo>
                <a:cubicBezTo>
                  <a:pt x="163" y="177"/>
                  <a:pt x="152" y="187"/>
                  <a:pt x="152" y="201"/>
                </a:cubicBezTo>
                <a:cubicBezTo>
                  <a:pt x="152" y="214"/>
                  <a:pt x="163" y="225"/>
                  <a:pt x="176" y="225"/>
                </a:cubicBezTo>
                <a:cubicBezTo>
                  <a:pt x="190" y="225"/>
                  <a:pt x="201" y="214"/>
                  <a:pt x="201" y="201"/>
                </a:cubicBezTo>
                <a:cubicBezTo>
                  <a:pt x="201" y="187"/>
                  <a:pt x="190" y="177"/>
                  <a:pt x="176" y="177"/>
                </a:cubicBezTo>
                <a:moveTo>
                  <a:pt x="176" y="209"/>
                </a:moveTo>
                <a:cubicBezTo>
                  <a:pt x="172" y="209"/>
                  <a:pt x="168" y="205"/>
                  <a:pt x="168" y="201"/>
                </a:cubicBezTo>
                <a:cubicBezTo>
                  <a:pt x="168" y="196"/>
                  <a:pt x="172" y="193"/>
                  <a:pt x="176" y="193"/>
                </a:cubicBezTo>
                <a:cubicBezTo>
                  <a:pt x="181" y="193"/>
                  <a:pt x="185" y="196"/>
                  <a:pt x="185" y="201"/>
                </a:cubicBezTo>
                <a:cubicBezTo>
                  <a:pt x="185" y="205"/>
                  <a:pt x="181" y="209"/>
                  <a:pt x="176" y="209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5" name="Freeform 25"/>
          <p:cNvSpPr>
            <a:spLocks noEditPoints="1"/>
          </p:cNvSpPr>
          <p:nvPr/>
        </p:nvSpPr>
        <p:spPr bwMode="auto">
          <a:xfrm>
            <a:off x="918634" y="3139018"/>
            <a:ext cx="421217" cy="579967"/>
          </a:xfrm>
          <a:custGeom>
            <a:avLst/>
            <a:gdLst>
              <a:gd name="T0" fmla="*/ 64 w 257"/>
              <a:gd name="T1" fmla="*/ 209 h 354"/>
              <a:gd name="T2" fmla="*/ 56 w 257"/>
              <a:gd name="T3" fmla="*/ 217 h 354"/>
              <a:gd name="T4" fmla="*/ 59 w 257"/>
              <a:gd name="T5" fmla="*/ 223 h 354"/>
              <a:gd name="T6" fmla="*/ 123 w 257"/>
              <a:gd name="T7" fmla="*/ 287 h 354"/>
              <a:gd name="T8" fmla="*/ 129 w 257"/>
              <a:gd name="T9" fmla="*/ 289 h 354"/>
              <a:gd name="T10" fmla="*/ 134 w 257"/>
              <a:gd name="T11" fmla="*/ 287 h 354"/>
              <a:gd name="T12" fmla="*/ 198 w 257"/>
              <a:gd name="T13" fmla="*/ 223 h 354"/>
              <a:gd name="T14" fmla="*/ 201 w 257"/>
              <a:gd name="T15" fmla="*/ 217 h 354"/>
              <a:gd name="T16" fmla="*/ 193 w 257"/>
              <a:gd name="T17" fmla="*/ 209 h 354"/>
              <a:gd name="T18" fmla="*/ 187 w 257"/>
              <a:gd name="T19" fmla="*/ 211 h 354"/>
              <a:gd name="T20" fmla="*/ 137 w 257"/>
              <a:gd name="T21" fmla="*/ 262 h 354"/>
              <a:gd name="T22" fmla="*/ 137 w 257"/>
              <a:gd name="T23" fmla="*/ 8 h 354"/>
              <a:gd name="T24" fmla="*/ 129 w 257"/>
              <a:gd name="T25" fmla="*/ 0 h 354"/>
              <a:gd name="T26" fmla="*/ 120 w 257"/>
              <a:gd name="T27" fmla="*/ 8 h 354"/>
              <a:gd name="T28" fmla="*/ 120 w 257"/>
              <a:gd name="T29" fmla="*/ 262 h 354"/>
              <a:gd name="T30" fmla="*/ 70 w 257"/>
              <a:gd name="T31" fmla="*/ 211 h 354"/>
              <a:gd name="T32" fmla="*/ 64 w 257"/>
              <a:gd name="T33" fmla="*/ 209 h 354"/>
              <a:gd name="T34" fmla="*/ 249 w 257"/>
              <a:gd name="T35" fmla="*/ 113 h 354"/>
              <a:gd name="T36" fmla="*/ 161 w 257"/>
              <a:gd name="T37" fmla="*/ 113 h 354"/>
              <a:gd name="T38" fmla="*/ 153 w 257"/>
              <a:gd name="T39" fmla="*/ 121 h 354"/>
              <a:gd name="T40" fmla="*/ 161 w 257"/>
              <a:gd name="T41" fmla="*/ 129 h 354"/>
              <a:gd name="T42" fmla="*/ 241 w 257"/>
              <a:gd name="T43" fmla="*/ 129 h 354"/>
              <a:gd name="T44" fmla="*/ 241 w 257"/>
              <a:gd name="T45" fmla="*/ 338 h 354"/>
              <a:gd name="T46" fmla="*/ 16 w 257"/>
              <a:gd name="T47" fmla="*/ 338 h 354"/>
              <a:gd name="T48" fmla="*/ 16 w 257"/>
              <a:gd name="T49" fmla="*/ 129 h 354"/>
              <a:gd name="T50" fmla="*/ 96 w 257"/>
              <a:gd name="T51" fmla="*/ 129 h 354"/>
              <a:gd name="T52" fmla="*/ 104 w 257"/>
              <a:gd name="T53" fmla="*/ 121 h 354"/>
              <a:gd name="T54" fmla="*/ 96 w 257"/>
              <a:gd name="T55" fmla="*/ 113 h 354"/>
              <a:gd name="T56" fmla="*/ 8 w 257"/>
              <a:gd name="T57" fmla="*/ 113 h 354"/>
              <a:gd name="T58" fmla="*/ 0 w 257"/>
              <a:gd name="T59" fmla="*/ 121 h 354"/>
              <a:gd name="T60" fmla="*/ 0 w 257"/>
              <a:gd name="T61" fmla="*/ 346 h 354"/>
              <a:gd name="T62" fmla="*/ 8 w 257"/>
              <a:gd name="T63" fmla="*/ 354 h 354"/>
              <a:gd name="T64" fmla="*/ 249 w 257"/>
              <a:gd name="T65" fmla="*/ 354 h 354"/>
              <a:gd name="T66" fmla="*/ 257 w 257"/>
              <a:gd name="T67" fmla="*/ 346 h 354"/>
              <a:gd name="T68" fmla="*/ 257 w 257"/>
              <a:gd name="T69" fmla="*/ 121 h 354"/>
              <a:gd name="T70" fmla="*/ 249 w 257"/>
              <a:gd name="T71" fmla="*/ 113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257" h="354">
                <a:moveTo>
                  <a:pt x="64" y="209"/>
                </a:moveTo>
                <a:cubicBezTo>
                  <a:pt x="60" y="209"/>
                  <a:pt x="56" y="213"/>
                  <a:pt x="56" y="217"/>
                </a:cubicBezTo>
                <a:cubicBezTo>
                  <a:pt x="56" y="219"/>
                  <a:pt x="57" y="221"/>
                  <a:pt x="59" y="223"/>
                </a:cubicBezTo>
                <a:cubicBezTo>
                  <a:pt x="123" y="287"/>
                  <a:pt x="123" y="287"/>
                  <a:pt x="123" y="287"/>
                </a:cubicBezTo>
                <a:cubicBezTo>
                  <a:pt x="124" y="288"/>
                  <a:pt x="126" y="289"/>
                  <a:pt x="129" y="289"/>
                </a:cubicBezTo>
                <a:cubicBezTo>
                  <a:pt x="131" y="289"/>
                  <a:pt x="133" y="288"/>
                  <a:pt x="134" y="287"/>
                </a:cubicBezTo>
                <a:cubicBezTo>
                  <a:pt x="198" y="223"/>
                  <a:pt x="198" y="223"/>
                  <a:pt x="198" y="223"/>
                </a:cubicBezTo>
                <a:cubicBezTo>
                  <a:pt x="200" y="221"/>
                  <a:pt x="201" y="219"/>
                  <a:pt x="201" y="217"/>
                </a:cubicBezTo>
                <a:cubicBezTo>
                  <a:pt x="201" y="213"/>
                  <a:pt x="197" y="209"/>
                  <a:pt x="193" y="209"/>
                </a:cubicBezTo>
                <a:cubicBezTo>
                  <a:pt x="191" y="209"/>
                  <a:pt x="189" y="210"/>
                  <a:pt x="187" y="211"/>
                </a:cubicBezTo>
                <a:cubicBezTo>
                  <a:pt x="137" y="262"/>
                  <a:pt x="137" y="262"/>
                  <a:pt x="137" y="262"/>
                </a:cubicBezTo>
                <a:cubicBezTo>
                  <a:pt x="137" y="8"/>
                  <a:pt x="137" y="8"/>
                  <a:pt x="137" y="8"/>
                </a:cubicBezTo>
                <a:cubicBezTo>
                  <a:pt x="137" y="4"/>
                  <a:pt x="133" y="0"/>
                  <a:pt x="129" y="0"/>
                </a:cubicBezTo>
                <a:cubicBezTo>
                  <a:pt x="124" y="0"/>
                  <a:pt x="120" y="4"/>
                  <a:pt x="120" y="8"/>
                </a:cubicBezTo>
                <a:cubicBezTo>
                  <a:pt x="120" y="262"/>
                  <a:pt x="120" y="262"/>
                  <a:pt x="120" y="262"/>
                </a:cubicBezTo>
                <a:cubicBezTo>
                  <a:pt x="70" y="211"/>
                  <a:pt x="70" y="211"/>
                  <a:pt x="70" y="211"/>
                </a:cubicBezTo>
                <a:cubicBezTo>
                  <a:pt x="69" y="210"/>
                  <a:pt x="66" y="209"/>
                  <a:pt x="64" y="209"/>
                </a:cubicBezTo>
                <a:moveTo>
                  <a:pt x="249" y="113"/>
                </a:moveTo>
                <a:cubicBezTo>
                  <a:pt x="161" y="113"/>
                  <a:pt x="161" y="113"/>
                  <a:pt x="161" y="113"/>
                </a:cubicBezTo>
                <a:cubicBezTo>
                  <a:pt x="156" y="113"/>
                  <a:pt x="153" y="116"/>
                  <a:pt x="153" y="121"/>
                </a:cubicBezTo>
                <a:cubicBezTo>
                  <a:pt x="153" y="125"/>
                  <a:pt x="156" y="129"/>
                  <a:pt x="161" y="129"/>
                </a:cubicBezTo>
                <a:cubicBezTo>
                  <a:pt x="241" y="129"/>
                  <a:pt x="241" y="129"/>
                  <a:pt x="241" y="129"/>
                </a:cubicBezTo>
                <a:cubicBezTo>
                  <a:pt x="241" y="338"/>
                  <a:pt x="241" y="338"/>
                  <a:pt x="241" y="338"/>
                </a:cubicBezTo>
                <a:cubicBezTo>
                  <a:pt x="16" y="338"/>
                  <a:pt x="16" y="338"/>
                  <a:pt x="16" y="338"/>
                </a:cubicBezTo>
                <a:cubicBezTo>
                  <a:pt x="16" y="129"/>
                  <a:pt x="16" y="129"/>
                  <a:pt x="16" y="129"/>
                </a:cubicBezTo>
                <a:cubicBezTo>
                  <a:pt x="96" y="129"/>
                  <a:pt x="96" y="129"/>
                  <a:pt x="96" y="129"/>
                </a:cubicBezTo>
                <a:cubicBezTo>
                  <a:pt x="101" y="129"/>
                  <a:pt x="104" y="125"/>
                  <a:pt x="104" y="121"/>
                </a:cubicBezTo>
                <a:cubicBezTo>
                  <a:pt x="104" y="116"/>
                  <a:pt x="101" y="113"/>
                  <a:pt x="96" y="113"/>
                </a:cubicBezTo>
                <a:cubicBezTo>
                  <a:pt x="8" y="113"/>
                  <a:pt x="8" y="113"/>
                  <a:pt x="8" y="113"/>
                </a:cubicBezTo>
                <a:cubicBezTo>
                  <a:pt x="4" y="113"/>
                  <a:pt x="0" y="116"/>
                  <a:pt x="0" y="121"/>
                </a:cubicBezTo>
                <a:cubicBezTo>
                  <a:pt x="0" y="346"/>
                  <a:pt x="0" y="346"/>
                  <a:pt x="0" y="346"/>
                </a:cubicBezTo>
                <a:cubicBezTo>
                  <a:pt x="0" y="350"/>
                  <a:pt x="4" y="354"/>
                  <a:pt x="8" y="354"/>
                </a:cubicBezTo>
                <a:cubicBezTo>
                  <a:pt x="249" y="354"/>
                  <a:pt x="249" y="354"/>
                  <a:pt x="249" y="354"/>
                </a:cubicBezTo>
                <a:cubicBezTo>
                  <a:pt x="253" y="354"/>
                  <a:pt x="257" y="350"/>
                  <a:pt x="257" y="346"/>
                </a:cubicBezTo>
                <a:cubicBezTo>
                  <a:pt x="257" y="121"/>
                  <a:pt x="257" y="121"/>
                  <a:pt x="257" y="121"/>
                </a:cubicBezTo>
                <a:cubicBezTo>
                  <a:pt x="257" y="116"/>
                  <a:pt x="253" y="113"/>
                  <a:pt x="249" y="113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6" name="Freeform 26"/>
          <p:cNvSpPr>
            <a:spLocks noEditPoints="1"/>
          </p:cNvSpPr>
          <p:nvPr/>
        </p:nvSpPr>
        <p:spPr bwMode="auto">
          <a:xfrm>
            <a:off x="2021418" y="3139018"/>
            <a:ext cx="421217" cy="579967"/>
          </a:xfrm>
          <a:custGeom>
            <a:avLst/>
            <a:gdLst>
              <a:gd name="T0" fmla="*/ 249 w 257"/>
              <a:gd name="T1" fmla="*/ 113 h 354"/>
              <a:gd name="T2" fmla="*/ 161 w 257"/>
              <a:gd name="T3" fmla="*/ 113 h 354"/>
              <a:gd name="T4" fmla="*/ 153 w 257"/>
              <a:gd name="T5" fmla="*/ 121 h 354"/>
              <a:gd name="T6" fmla="*/ 161 w 257"/>
              <a:gd name="T7" fmla="*/ 129 h 354"/>
              <a:gd name="T8" fmla="*/ 241 w 257"/>
              <a:gd name="T9" fmla="*/ 129 h 354"/>
              <a:gd name="T10" fmla="*/ 241 w 257"/>
              <a:gd name="T11" fmla="*/ 338 h 354"/>
              <a:gd name="T12" fmla="*/ 16 w 257"/>
              <a:gd name="T13" fmla="*/ 338 h 354"/>
              <a:gd name="T14" fmla="*/ 16 w 257"/>
              <a:gd name="T15" fmla="*/ 129 h 354"/>
              <a:gd name="T16" fmla="*/ 97 w 257"/>
              <a:gd name="T17" fmla="*/ 129 h 354"/>
              <a:gd name="T18" fmla="*/ 105 w 257"/>
              <a:gd name="T19" fmla="*/ 121 h 354"/>
              <a:gd name="T20" fmla="*/ 97 w 257"/>
              <a:gd name="T21" fmla="*/ 113 h 354"/>
              <a:gd name="T22" fmla="*/ 8 w 257"/>
              <a:gd name="T23" fmla="*/ 113 h 354"/>
              <a:gd name="T24" fmla="*/ 0 w 257"/>
              <a:gd name="T25" fmla="*/ 121 h 354"/>
              <a:gd name="T26" fmla="*/ 0 w 257"/>
              <a:gd name="T27" fmla="*/ 346 h 354"/>
              <a:gd name="T28" fmla="*/ 8 w 257"/>
              <a:gd name="T29" fmla="*/ 354 h 354"/>
              <a:gd name="T30" fmla="*/ 249 w 257"/>
              <a:gd name="T31" fmla="*/ 354 h 354"/>
              <a:gd name="T32" fmla="*/ 257 w 257"/>
              <a:gd name="T33" fmla="*/ 346 h 354"/>
              <a:gd name="T34" fmla="*/ 257 w 257"/>
              <a:gd name="T35" fmla="*/ 121 h 354"/>
              <a:gd name="T36" fmla="*/ 249 w 257"/>
              <a:gd name="T37" fmla="*/ 113 h 354"/>
              <a:gd name="T38" fmla="*/ 65 w 257"/>
              <a:gd name="T39" fmla="*/ 81 h 354"/>
              <a:gd name="T40" fmla="*/ 70 w 257"/>
              <a:gd name="T41" fmla="*/ 78 h 354"/>
              <a:gd name="T42" fmla="*/ 121 w 257"/>
              <a:gd name="T43" fmla="*/ 28 h 354"/>
              <a:gd name="T44" fmla="*/ 121 w 257"/>
              <a:gd name="T45" fmla="*/ 281 h 354"/>
              <a:gd name="T46" fmla="*/ 129 w 257"/>
              <a:gd name="T47" fmla="*/ 289 h 354"/>
              <a:gd name="T48" fmla="*/ 137 w 257"/>
              <a:gd name="T49" fmla="*/ 281 h 354"/>
              <a:gd name="T50" fmla="*/ 137 w 257"/>
              <a:gd name="T51" fmla="*/ 28 h 354"/>
              <a:gd name="T52" fmla="*/ 187 w 257"/>
              <a:gd name="T53" fmla="*/ 78 h 354"/>
              <a:gd name="T54" fmla="*/ 193 w 257"/>
              <a:gd name="T55" fmla="*/ 81 h 354"/>
              <a:gd name="T56" fmla="*/ 201 w 257"/>
              <a:gd name="T57" fmla="*/ 73 h 354"/>
              <a:gd name="T58" fmla="*/ 199 w 257"/>
              <a:gd name="T59" fmla="*/ 67 h 354"/>
              <a:gd name="T60" fmla="*/ 135 w 257"/>
              <a:gd name="T61" fmla="*/ 3 h 354"/>
              <a:gd name="T62" fmla="*/ 129 w 257"/>
              <a:gd name="T63" fmla="*/ 0 h 354"/>
              <a:gd name="T64" fmla="*/ 123 w 257"/>
              <a:gd name="T65" fmla="*/ 3 h 354"/>
              <a:gd name="T66" fmla="*/ 59 w 257"/>
              <a:gd name="T67" fmla="*/ 67 h 354"/>
              <a:gd name="T68" fmla="*/ 57 w 257"/>
              <a:gd name="T69" fmla="*/ 73 h 354"/>
              <a:gd name="T70" fmla="*/ 65 w 257"/>
              <a:gd name="T71" fmla="*/ 81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257" h="354">
                <a:moveTo>
                  <a:pt x="249" y="113"/>
                </a:moveTo>
                <a:cubicBezTo>
                  <a:pt x="161" y="113"/>
                  <a:pt x="161" y="113"/>
                  <a:pt x="161" y="113"/>
                </a:cubicBezTo>
                <a:cubicBezTo>
                  <a:pt x="157" y="113"/>
                  <a:pt x="153" y="116"/>
                  <a:pt x="153" y="121"/>
                </a:cubicBezTo>
                <a:cubicBezTo>
                  <a:pt x="153" y="125"/>
                  <a:pt x="157" y="129"/>
                  <a:pt x="161" y="129"/>
                </a:cubicBezTo>
                <a:cubicBezTo>
                  <a:pt x="241" y="129"/>
                  <a:pt x="241" y="129"/>
                  <a:pt x="241" y="129"/>
                </a:cubicBezTo>
                <a:cubicBezTo>
                  <a:pt x="241" y="338"/>
                  <a:pt x="241" y="338"/>
                  <a:pt x="241" y="338"/>
                </a:cubicBezTo>
                <a:cubicBezTo>
                  <a:pt x="16" y="338"/>
                  <a:pt x="16" y="338"/>
                  <a:pt x="16" y="338"/>
                </a:cubicBezTo>
                <a:cubicBezTo>
                  <a:pt x="16" y="129"/>
                  <a:pt x="16" y="129"/>
                  <a:pt x="16" y="129"/>
                </a:cubicBezTo>
                <a:cubicBezTo>
                  <a:pt x="97" y="129"/>
                  <a:pt x="97" y="129"/>
                  <a:pt x="97" y="129"/>
                </a:cubicBezTo>
                <a:cubicBezTo>
                  <a:pt x="101" y="129"/>
                  <a:pt x="105" y="125"/>
                  <a:pt x="105" y="121"/>
                </a:cubicBezTo>
                <a:cubicBezTo>
                  <a:pt x="105" y="116"/>
                  <a:pt x="101" y="113"/>
                  <a:pt x="97" y="113"/>
                </a:cubicBezTo>
                <a:cubicBezTo>
                  <a:pt x="8" y="113"/>
                  <a:pt x="8" y="113"/>
                  <a:pt x="8" y="113"/>
                </a:cubicBezTo>
                <a:cubicBezTo>
                  <a:pt x="4" y="113"/>
                  <a:pt x="0" y="116"/>
                  <a:pt x="0" y="121"/>
                </a:cubicBezTo>
                <a:cubicBezTo>
                  <a:pt x="0" y="346"/>
                  <a:pt x="0" y="346"/>
                  <a:pt x="0" y="346"/>
                </a:cubicBezTo>
                <a:cubicBezTo>
                  <a:pt x="0" y="350"/>
                  <a:pt x="4" y="354"/>
                  <a:pt x="8" y="354"/>
                </a:cubicBezTo>
                <a:cubicBezTo>
                  <a:pt x="249" y="354"/>
                  <a:pt x="249" y="354"/>
                  <a:pt x="249" y="354"/>
                </a:cubicBezTo>
                <a:cubicBezTo>
                  <a:pt x="254" y="354"/>
                  <a:pt x="257" y="350"/>
                  <a:pt x="257" y="346"/>
                </a:cubicBezTo>
                <a:cubicBezTo>
                  <a:pt x="257" y="121"/>
                  <a:pt x="257" y="121"/>
                  <a:pt x="257" y="121"/>
                </a:cubicBezTo>
                <a:cubicBezTo>
                  <a:pt x="257" y="116"/>
                  <a:pt x="254" y="113"/>
                  <a:pt x="249" y="113"/>
                </a:cubicBezTo>
                <a:moveTo>
                  <a:pt x="65" y="81"/>
                </a:moveTo>
                <a:cubicBezTo>
                  <a:pt x="67" y="81"/>
                  <a:pt x="69" y="80"/>
                  <a:pt x="70" y="78"/>
                </a:cubicBezTo>
                <a:cubicBezTo>
                  <a:pt x="121" y="28"/>
                  <a:pt x="121" y="28"/>
                  <a:pt x="121" y="28"/>
                </a:cubicBezTo>
                <a:cubicBezTo>
                  <a:pt x="121" y="281"/>
                  <a:pt x="121" y="281"/>
                  <a:pt x="121" y="281"/>
                </a:cubicBezTo>
                <a:cubicBezTo>
                  <a:pt x="121" y="286"/>
                  <a:pt x="124" y="289"/>
                  <a:pt x="129" y="289"/>
                </a:cubicBezTo>
                <a:cubicBezTo>
                  <a:pt x="133" y="289"/>
                  <a:pt x="137" y="286"/>
                  <a:pt x="137" y="281"/>
                </a:cubicBezTo>
                <a:cubicBezTo>
                  <a:pt x="137" y="28"/>
                  <a:pt x="137" y="28"/>
                  <a:pt x="137" y="28"/>
                </a:cubicBezTo>
                <a:cubicBezTo>
                  <a:pt x="187" y="78"/>
                  <a:pt x="187" y="78"/>
                  <a:pt x="187" y="78"/>
                </a:cubicBezTo>
                <a:cubicBezTo>
                  <a:pt x="189" y="80"/>
                  <a:pt x="191" y="81"/>
                  <a:pt x="193" y="81"/>
                </a:cubicBezTo>
                <a:cubicBezTo>
                  <a:pt x="197" y="81"/>
                  <a:pt x="201" y="77"/>
                  <a:pt x="201" y="73"/>
                </a:cubicBezTo>
                <a:cubicBezTo>
                  <a:pt x="201" y="70"/>
                  <a:pt x="200" y="68"/>
                  <a:pt x="199" y="67"/>
                </a:cubicBezTo>
                <a:cubicBezTo>
                  <a:pt x="135" y="3"/>
                  <a:pt x="135" y="3"/>
                  <a:pt x="135" y="3"/>
                </a:cubicBezTo>
                <a:cubicBezTo>
                  <a:pt x="133" y="1"/>
                  <a:pt x="131" y="0"/>
                  <a:pt x="129" y="0"/>
                </a:cubicBezTo>
                <a:cubicBezTo>
                  <a:pt x="127" y="0"/>
                  <a:pt x="125" y="1"/>
                  <a:pt x="123" y="3"/>
                </a:cubicBezTo>
                <a:cubicBezTo>
                  <a:pt x="59" y="67"/>
                  <a:pt x="59" y="67"/>
                  <a:pt x="59" y="67"/>
                </a:cubicBezTo>
                <a:cubicBezTo>
                  <a:pt x="57" y="68"/>
                  <a:pt x="57" y="70"/>
                  <a:pt x="57" y="73"/>
                </a:cubicBezTo>
                <a:cubicBezTo>
                  <a:pt x="57" y="77"/>
                  <a:pt x="60" y="81"/>
                  <a:pt x="65" y="81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7" name="Freeform 27"/>
          <p:cNvSpPr>
            <a:spLocks noEditPoints="1"/>
          </p:cNvSpPr>
          <p:nvPr/>
        </p:nvSpPr>
        <p:spPr bwMode="auto">
          <a:xfrm>
            <a:off x="3048000" y="3139018"/>
            <a:ext cx="577851" cy="579967"/>
          </a:xfrm>
          <a:custGeom>
            <a:avLst/>
            <a:gdLst>
              <a:gd name="T0" fmla="*/ 193 w 353"/>
              <a:gd name="T1" fmla="*/ 226 h 354"/>
              <a:gd name="T2" fmla="*/ 159 w 353"/>
              <a:gd name="T3" fmla="*/ 192 h 354"/>
              <a:gd name="T4" fmla="*/ 170 w 353"/>
              <a:gd name="T5" fmla="*/ 203 h 354"/>
              <a:gd name="T6" fmla="*/ 182 w 353"/>
              <a:gd name="T7" fmla="*/ 215 h 354"/>
              <a:gd name="T8" fmla="*/ 170 w 353"/>
              <a:gd name="T9" fmla="*/ 203 h 354"/>
              <a:gd name="T10" fmla="*/ 240 w 353"/>
              <a:gd name="T11" fmla="*/ 209 h 354"/>
              <a:gd name="T12" fmla="*/ 153 w 353"/>
              <a:gd name="T13" fmla="*/ 269 h 354"/>
              <a:gd name="T14" fmla="*/ 176 w 353"/>
              <a:gd name="T15" fmla="*/ 289 h 354"/>
              <a:gd name="T16" fmla="*/ 246 w 353"/>
              <a:gd name="T17" fmla="*/ 170 h 354"/>
              <a:gd name="T18" fmla="*/ 116 w 353"/>
              <a:gd name="T19" fmla="*/ 232 h 354"/>
              <a:gd name="T20" fmla="*/ 176 w 353"/>
              <a:gd name="T21" fmla="*/ 145 h 354"/>
              <a:gd name="T22" fmla="*/ 216 w 353"/>
              <a:gd name="T23" fmla="*/ 139 h 354"/>
              <a:gd name="T24" fmla="*/ 96 w 353"/>
              <a:gd name="T25" fmla="*/ 209 h 354"/>
              <a:gd name="T26" fmla="*/ 116 w 353"/>
              <a:gd name="T27" fmla="*/ 232 h 354"/>
              <a:gd name="T28" fmla="*/ 32 w 353"/>
              <a:gd name="T29" fmla="*/ 41 h 354"/>
              <a:gd name="T30" fmla="*/ 48 w 353"/>
              <a:gd name="T31" fmla="*/ 41 h 354"/>
              <a:gd name="T32" fmla="*/ 321 w 353"/>
              <a:gd name="T33" fmla="*/ 0 h 354"/>
              <a:gd name="T34" fmla="*/ 0 w 353"/>
              <a:gd name="T35" fmla="*/ 32 h 354"/>
              <a:gd name="T36" fmla="*/ 32 w 353"/>
              <a:gd name="T37" fmla="*/ 354 h 354"/>
              <a:gd name="T38" fmla="*/ 353 w 353"/>
              <a:gd name="T39" fmla="*/ 321 h 354"/>
              <a:gd name="T40" fmla="*/ 321 w 353"/>
              <a:gd name="T41" fmla="*/ 0 h 354"/>
              <a:gd name="T42" fmla="*/ 321 w 353"/>
              <a:gd name="T43" fmla="*/ 338 h 354"/>
              <a:gd name="T44" fmla="*/ 16 w 353"/>
              <a:gd name="T45" fmla="*/ 321 h 354"/>
              <a:gd name="T46" fmla="*/ 337 w 353"/>
              <a:gd name="T47" fmla="*/ 81 h 354"/>
              <a:gd name="T48" fmla="*/ 337 w 353"/>
              <a:gd name="T49" fmla="*/ 65 h 354"/>
              <a:gd name="T50" fmla="*/ 16 w 353"/>
              <a:gd name="T51" fmla="*/ 32 h 354"/>
              <a:gd name="T52" fmla="*/ 321 w 353"/>
              <a:gd name="T53" fmla="*/ 16 h 354"/>
              <a:gd name="T54" fmla="*/ 337 w 353"/>
              <a:gd name="T55" fmla="*/ 65 h 354"/>
              <a:gd name="T56" fmla="*/ 136 w 353"/>
              <a:gd name="T57" fmla="*/ 32 h 354"/>
              <a:gd name="T58" fmla="*/ 136 w 353"/>
              <a:gd name="T59" fmla="*/ 49 h 354"/>
              <a:gd name="T60" fmla="*/ 321 w 353"/>
              <a:gd name="T61" fmla="*/ 41 h 354"/>
              <a:gd name="T62" fmla="*/ 72 w 353"/>
              <a:gd name="T63" fmla="*/ 32 h 354"/>
              <a:gd name="T64" fmla="*/ 72 w 353"/>
              <a:gd name="T65" fmla="*/ 49 h 354"/>
              <a:gd name="T66" fmla="*/ 72 w 353"/>
              <a:gd name="T67" fmla="*/ 32 h 354"/>
              <a:gd name="T68" fmla="*/ 96 w 353"/>
              <a:gd name="T69" fmla="*/ 41 h 354"/>
              <a:gd name="T70" fmla="*/ 112 w 353"/>
              <a:gd name="T71" fmla="*/ 41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353" h="354">
                <a:moveTo>
                  <a:pt x="100" y="285"/>
                </a:moveTo>
                <a:cubicBezTo>
                  <a:pt x="193" y="226"/>
                  <a:pt x="193" y="226"/>
                  <a:pt x="193" y="226"/>
                </a:cubicBezTo>
                <a:cubicBezTo>
                  <a:pt x="252" y="133"/>
                  <a:pt x="252" y="133"/>
                  <a:pt x="252" y="133"/>
                </a:cubicBezTo>
                <a:cubicBezTo>
                  <a:pt x="159" y="192"/>
                  <a:pt x="159" y="192"/>
                  <a:pt x="159" y="192"/>
                </a:cubicBezTo>
                <a:lnTo>
                  <a:pt x="100" y="285"/>
                </a:lnTo>
                <a:close/>
                <a:moveTo>
                  <a:pt x="170" y="203"/>
                </a:moveTo>
                <a:cubicBezTo>
                  <a:pt x="174" y="200"/>
                  <a:pt x="179" y="200"/>
                  <a:pt x="182" y="203"/>
                </a:cubicBezTo>
                <a:cubicBezTo>
                  <a:pt x="185" y="207"/>
                  <a:pt x="185" y="212"/>
                  <a:pt x="182" y="215"/>
                </a:cubicBezTo>
                <a:cubicBezTo>
                  <a:pt x="179" y="218"/>
                  <a:pt x="174" y="218"/>
                  <a:pt x="170" y="215"/>
                </a:cubicBezTo>
                <a:cubicBezTo>
                  <a:pt x="167" y="212"/>
                  <a:pt x="167" y="207"/>
                  <a:pt x="170" y="203"/>
                </a:cubicBezTo>
                <a:moveTo>
                  <a:pt x="236" y="186"/>
                </a:moveTo>
                <a:cubicBezTo>
                  <a:pt x="239" y="193"/>
                  <a:pt x="240" y="201"/>
                  <a:pt x="240" y="209"/>
                </a:cubicBezTo>
                <a:cubicBezTo>
                  <a:pt x="240" y="245"/>
                  <a:pt x="212" y="273"/>
                  <a:pt x="176" y="273"/>
                </a:cubicBezTo>
                <a:cubicBezTo>
                  <a:pt x="168" y="273"/>
                  <a:pt x="160" y="272"/>
                  <a:pt x="153" y="269"/>
                </a:cubicBezTo>
                <a:cubicBezTo>
                  <a:pt x="137" y="279"/>
                  <a:pt x="137" y="279"/>
                  <a:pt x="137" y="279"/>
                </a:cubicBezTo>
                <a:cubicBezTo>
                  <a:pt x="148" y="286"/>
                  <a:pt x="162" y="289"/>
                  <a:pt x="176" y="289"/>
                </a:cubicBezTo>
                <a:cubicBezTo>
                  <a:pt x="221" y="289"/>
                  <a:pt x="256" y="253"/>
                  <a:pt x="256" y="209"/>
                </a:cubicBezTo>
                <a:cubicBezTo>
                  <a:pt x="256" y="195"/>
                  <a:pt x="253" y="181"/>
                  <a:pt x="246" y="170"/>
                </a:cubicBezTo>
                <a:lnTo>
                  <a:pt x="236" y="186"/>
                </a:lnTo>
                <a:close/>
                <a:moveTo>
                  <a:pt x="116" y="232"/>
                </a:moveTo>
                <a:cubicBezTo>
                  <a:pt x="114" y="225"/>
                  <a:pt x="112" y="217"/>
                  <a:pt x="112" y="209"/>
                </a:cubicBezTo>
                <a:cubicBezTo>
                  <a:pt x="112" y="174"/>
                  <a:pt x="141" y="145"/>
                  <a:pt x="176" y="145"/>
                </a:cubicBezTo>
                <a:cubicBezTo>
                  <a:pt x="184" y="145"/>
                  <a:pt x="192" y="146"/>
                  <a:pt x="199" y="149"/>
                </a:cubicBezTo>
                <a:cubicBezTo>
                  <a:pt x="216" y="139"/>
                  <a:pt x="216" y="139"/>
                  <a:pt x="216" y="139"/>
                </a:cubicBezTo>
                <a:cubicBezTo>
                  <a:pt x="204" y="133"/>
                  <a:pt x="191" y="129"/>
                  <a:pt x="176" y="129"/>
                </a:cubicBezTo>
                <a:cubicBezTo>
                  <a:pt x="132" y="129"/>
                  <a:pt x="96" y="165"/>
                  <a:pt x="96" y="209"/>
                </a:cubicBezTo>
                <a:cubicBezTo>
                  <a:pt x="96" y="223"/>
                  <a:pt x="100" y="237"/>
                  <a:pt x="106" y="249"/>
                </a:cubicBezTo>
                <a:lnTo>
                  <a:pt x="116" y="232"/>
                </a:lnTo>
                <a:close/>
                <a:moveTo>
                  <a:pt x="40" y="32"/>
                </a:moveTo>
                <a:cubicBezTo>
                  <a:pt x="35" y="32"/>
                  <a:pt x="32" y="36"/>
                  <a:pt x="32" y="41"/>
                </a:cubicBezTo>
                <a:cubicBezTo>
                  <a:pt x="32" y="45"/>
                  <a:pt x="35" y="49"/>
                  <a:pt x="40" y="49"/>
                </a:cubicBezTo>
                <a:cubicBezTo>
                  <a:pt x="44" y="49"/>
                  <a:pt x="48" y="45"/>
                  <a:pt x="48" y="41"/>
                </a:cubicBezTo>
                <a:cubicBezTo>
                  <a:pt x="48" y="36"/>
                  <a:pt x="44" y="32"/>
                  <a:pt x="40" y="32"/>
                </a:cubicBezTo>
                <a:moveTo>
                  <a:pt x="321" y="0"/>
                </a:move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5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4" y="354"/>
                  <a:pt x="32" y="354"/>
                </a:cubicBezTo>
                <a:cubicBezTo>
                  <a:pt x="321" y="354"/>
                  <a:pt x="321" y="354"/>
                  <a:pt x="321" y="354"/>
                </a:cubicBezTo>
                <a:cubicBezTo>
                  <a:pt x="338" y="354"/>
                  <a:pt x="353" y="339"/>
                  <a:pt x="353" y="321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15"/>
                  <a:pt x="338" y="0"/>
                  <a:pt x="321" y="0"/>
                </a:cubicBezTo>
                <a:moveTo>
                  <a:pt x="337" y="321"/>
                </a:moveTo>
                <a:cubicBezTo>
                  <a:pt x="337" y="330"/>
                  <a:pt x="330" y="338"/>
                  <a:pt x="321" y="338"/>
                </a:cubicBezTo>
                <a:cubicBezTo>
                  <a:pt x="32" y="338"/>
                  <a:pt x="32" y="338"/>
                  <a:pt x="32" y="338"/>
                </a:cubicBezTo>
                <a:cubicBezTo>
                  <a:pt x="23" y="338"/>
                  <a:pt x="16" y="330"/>
                  <a:pt x="16" y="321"/>
                </a:cubicBezTo>
                <a:cubicBezTo>
                  <a:pt x="16" y="81"/>
                  <a:pt x="16" y="81"/>
                  <a:pt x="16" y="81"/>
                </a:cubicBezTo>
                <a:cubicBezTo>
                  <a:pt x="337" y="81"/>
                  <a:pt x="337" y="81"/>
                  <a:pt x="337" y="81"/>
                </a:cubicBezTo>
                <a:lnTo>
                  <a:pt x="337" y="321"/>
                </a:lnTo>
                <a:close/>
                <a:moveTo>
                  <a:pt x="337" y="65"/>
                </a:moveTo>
                <a:cubicBezTo>
                  <a:pt x="16" y="65"/>
                  <a:pt x="16" y="65"/>
                  <a:pt x="16" y="65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4"/>
                  <a:pt x="23" y="16"/>
                  <a:pt x="32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4"/>
                  <a:pt x="337" y="32"/>
                </a:cubicBezTo>
                <a:lnTo>
                  <a:pt x="337" y="65"/>
                </a:lnTo>
                <a:close/>
                <a:moveTo>
                  <a:pt x="313" y="32"/>
                </a:moveTo>
                <a:cubicBezTo>
                  <a:pt x="136" y="32"/>
                  <a:pt x="136" y="32"/>
                  <a:pt x="136" y="32"/>
                </a:cubicBezTo>
                <a:cubicBezTo>
                  <a:pt x="132" y="32"/>
                  <a:pt x="128" y="36"/>
                  <a:pt x="128" y="41"/>
                </a:cubicBezTo>
                <a:cubicBezTo>
                  <a:pt x="128" y="45"/>
                  <a:pt x="132" y="49"/>
                  <a:pt x="136" y="49"/>
                </a:cubicBezTo>
                <a:cubicBezTo>
                  <a:pt x="313" y="49"/>
                  <a:pt x="313" y="49"/>
                  <a:pt x="313" y="49"/>
                </a:cubicBezTo>
                <a:cubicBezTo>
                  <a:pt x="317" y="49"/>
                  <a:pt x="321" y="45"/>
                  <a:pt x="321" y="41"/>
                </a:cubicBezTo>
                <a:cubicBezTo>
                  <a:pt x="321" y="36"/>
                  <a:pt x="317" y="32"/>
                  <a:pt x="313" y="32"/>
                </a:cubicBezTo>
                <a:moveTo>
                  <a:pt x="72" y="32"/>
                </a:moveTo>
                <a:cubicBezTo>
                  <a:pt x="67" y="32"/>
                  <a:pt x="64" y="36"/>
                  <a:pt x="64" y="41"/>
                </a:cubicBezTo>
                <a:cubicBezTo>
                  <a:pt x="64" y="45"/>
                  <a:pt x="67" y="49"/>
                  <a:pt x="72" y="49"/>
                </a:cubicBezTo>
                <a:cubicBezTo>
                  <a:pt x="76" y="49"/>
                  <a:pt x="80" y="45"/>
                  <a:pt x="80" y="41"/>
                </a:cubicBezTo>
                <a:cubicBezTo>
                  <a:pt x="80" y="36"/>
                  <a:pt x="76" y="32"/>
                  <a:pt x="72" y="32"/>
                </a:cubicBezTo>
                <a:moveTo>
                  <a:pt x="104" y="32"/>
                </a:moveTo>
                <a:cubicBezTo>
                  <a:pt x="99" y="32"/>
                  <a:pt x="96" y="36"/>
                  <a:pt x="96" y="41"/>
                </a:cubicBezTo>
                <a:cubicBezTo>
                  <a:pt x="96" y="45"/>
                  <a:pt x="99" y="49"/>
                  <a:pt x="104" y="49"/>
                </a:cubicBezTo>
                <a:cubicBezTo>
                  <a:pt x="108" y="49"/>
                  <a:pt x="112" y="45"/>
                  <a:pt x="112" y="41"/>
                </a:cubicBezTo>
                <a:cubicBezTo>
                  <a:pt x="112" y="36"/>
                  <a:pt x="108" y="32"/>
                  <a:pt x="104" y="32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8" name="Freeform 28"/>
          <p:cNvSpPr>
            <a:spLocks noEditPoints="1"/>
          </p:cNvSpPr>
          <p:nvPr/>
        </p:nvSpPr>
        <p:spPr bwMode="auto">
          <a:xfrm>
            <a:off x="4150785" y="3139018"/>
            <a:ext cx="579967" cy="579967"/>
          </a:xfrm>
          <a:custGeom>
            <a:avLst/>
            <a:gdLst>
              <a:gd name="T0" fmla="*/ 40 w 353"/>
              <a:gd name="T1" fmla="*/ 32 h 354"/>
              <a:gd name="T2" fmla="*/ 32 w 353"/>
              <a:gd name="T3" fmla="*/ 41 h 354"/>
              <a:gd name="T4" fmla="*/ 40 w 353"/>
              <a:gd name="T5" fmla="*/ 49 h 354"/>
              <a:gd name="T6" fmla="*/ 48 w 353"/>
              <a:gd name="T7" fmla="*/ 41 h 354"/>
              <a:gd name="T8" fmla="*/ 40 w 353"/>
              <a:gd name="T9" fmla="*/ 32 h 354"/>
              <a:gd name="T10" fmla="*/ 72 w 353"/>
              <a:gd name="T11" fmla="*/ 32 h 354"/>
              <a:gd name="T12" fmla="*/ 64 w 353"/>
              <a:gd name="T13" fmla="*/ 41 h 354"/>
              <a:gd name="T14" fmla="*/ 72 w 353"/>
              <a:gd name="T15" fmla="*/ 49 h 354"/>
              <a:gd name="T16" fmla="*/ 80 w 353"/>
              <a:gd name="T17" fmla="*/ 41 h 354"/>
              <a:gd name="T18" fmla="*/ 72 w 353"/>
              <a:gd name="T19" fmla="*/ 32 h 354"/>
              <a:gd name="T20" fmla="*/ 104 w 353"/>
              <a:gd name="T21" fmla="*/ 32 h 354"/>
              <a:gd name="T22" fmla="*/ 96 w 353"/>
              <a:gd name="T23" fmla="*/ 41 h 354"/>
              <a:gd name="T24" fmla="*/ 104 w 353"/>
              <a:gd name="T25" fmla="*/ 49 h 354"/>
              <a:gd name="T26" fmla="*/ 112 w 353"/>
              <a:gd name="T27" fmla="*/ 41 h 354"/>
              <a:gd name="T28" fmla="*/ 104 w 353"/>
              <a:gd name="T29" fmla="*/ 32 h 354"/>
              <a:gd name="T30" fmla="*/ 321 w 353"/>
              <a:gd name="T31" fmla="*/ 0 h 354"/>
              <a:gd name="T32" fmla="*/ 32 w 353"/>
              <a:gd name="T33" fmla="*/ 0 h 354"/>
              <a:gd name="T34" fmla="*/ 0 w 353"/>
              <a:gd name="T35" fmla="*/ 32 h 354"/>
              <a:gd name="T36" fmla="*/ 0 w 353"/>
              <a:gd name="T37" fmla="*/ 321 h 354"/>
              <a:gd name="T38" fmla="*/ 32 w 353"/>
              <a:gd name="T39" fmla="*/ 354 h 354"/>
              <a:gd name="T40" fmla="*/ 321 w 353"/>
              <a:gd name="T41" fmla="*/ 354 h 354"/>
              <a:gd name="T42" fmla="*/ 353 w 353"/>
              <a:gd name="T43" fmla="*/ 321 h 354"/>
              <a:gd name="T44" fmla="*/ 353 w 353"/>
              <a:gd name="T45" fmla="*/ 32 h 354"/>
              <a:gd name="T46" fmla="*/ 321 w 353"/>
              <a:gd name="T47" fmla="*/ 0 h 354"/>
              <a:gd name="T48" fmla="*/ 337 w 353"/>
              <a:gd name="T49" fmla="*/ 321 h 354"/>
              <a:gd name="T50" fmla="*/ 321 w 353"/>
              <a:gd name="T51" fmla="*/ 338 h 354"/>
              <a:gd name="T52" fmla="*/ 32 w 353"/>
              <a:gd name="T53" fmla="*/ 338 h 354"/>
              <a:gd name="T54" fmla="*/ 16 w 353"/>
              <a:gd name="T55" fmla="*/ 321 h 354"/>
              <a:gd name="T56" fmla="*/ 16 w 353"/>
              <a:gd name="T57" fmla="*/ 81 h 354"/>
              <a:gd name="T58" fmla="*/ 337 w 353"/>
              <a:gd name="T59" fmla="*/ 81 h 354"/>
              <a:gd name="T60" fmla="*/ 337 w 353"/>
              <a:gd name="T61" fmla="*/ 321 h 354"/>
              <a:gd name="T62" fmla="*/ 337 w 353"/>
              <a:gd name="T63" fmla="*/ 65 h 354"/>
              <a:gd name="T64" fmla="*/ 16 w 353"/>
              <a:gd name="T65" fmla="*/ 65 h 354"/>
              <a:gd name="T66" fmla="*/ 16 w 353"/>
              <a:gd name="T67" fmla="*/ 32 h 354"/>
              <a:gd name="T68" fmla="*/ 32 w 353"/>
              <a:gd name="T69" fmla="*/ 16 h 354"/>
              <a:gd name="T70" fmla="*/ 321 w 353"/>
              <a:gd name="T71" fmla="*/ 16 h 354"/>
              <a:gd name="T72" fmla="*/ 337 w 353"/>
              <a:gd name="T73" fmla="*/ 32 h 354"/>
              <a:gd name="T74" fmla="*/ 337 w 353"/>
              <a:gd name="T75" fmla="*/ 65 h 354"/>
              <a:gd name="T76" fmla="*/ 313 w 353"/>
              <a:gd name="T77" fmla="*/ 32 h 354"/>
              <a:gd name="T78" fmla="*/ 136 w 353"/>
              <a:gd name="T79" fmla="*/ 32 h 354"/>
              <a:gd name="T80" fmla="*/ 128 w 353"/>
              <a:gd name="T81" fmla="*/ 41 h 354"/>
              <a:gd name="T82" fmla="*/ 136 w 353"/>
              <a:gd name="T83" fmla="*/ 49 h 354"/>
              <a:gd name="T84" fmla="*/ 313 w 353"/>
              <a:gd name="T85" fmla="*/ 49 h 354"/>
              <a:gd name="T86" fmla="*/ 321 w 353"/>
              <a:gd name="T87" fmla="*/ 41 h 354"/>
              <a:gd name="T88" fmla="*/ 313 w 353"/>
              <a:gd name="T89" fmla="*/ 32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353" h="354">
                <a:moveTo>
                  <a:pt x="40" y="32"/>
                </a:moveTo>
                <a:cubicBezTo>
                  <a:pt x="36" y="32"/>
                  <a:pt x="32" y="36"/>
                  <a:pt x="32" y="41"/>
                </a:cubicBezTo>
                <a:cubicBezTo>
                  <a:pt x="32" y="45"/>
                  <a:pt x="36" y="49"/>
                  <a:pt x="40" y="49"/>
                </a:cubicBezTo>
                <a:cubicBezTo>
                  <a:pt x="44" y="49"/>
                  <a:pt x="48" y="45"/>
                  <a:pt x="48" y="41"/>
                </a:cubicBezTo>
                <a:cubicBezTo>
                  <a:pt x="48" y="36"/>
                  <a:pt x="44" y="32"/>
                  <a:pt x="40" y="32"/>
                </a:cubicBezTo>
                <a:moveTo>
                  <a:pt x="72" y="32"/>
                </a:moveTo>
                <a:cubicBezTo>
                  <a:pt x="68" y="32"/>
                  <a:pt x="64" y="36"/>
                  <a:pt x="64" y="41"/>
                </a:cubicBezTo>
                <a:cubicBezTo>
                  <a:pt x="64" y="45"/>
                  <a:pt x="68" y="49"/>
                  <a:pt x="72" y="49"/>
                </a:cubicBezTo>
                <a:cubicBezTo>
                  <a:pt x="77" y="49"/>
                  <a:pt x="80" y="45"/>
                  <a:pt x="80" y="41"/>
                </a:cubicBezTo>
                <a:cubicBezTo>
                  <a:pt x="80" y="36"/>
                  <a:pt x="77" y="32"/>
                  <a:pt x="72" y="32"/>
                </a:cubicBezTo>
                <a:moveTo>
                  <a:pt x="104" y="32"/>
                </a:moveTo>
                <a:cubicBezTo>
                  <a:pt x="100" y="32"/>
                  <a:pt x="96" y="36"/>
                  <a:pt x="96" y="41"/>
                </a:cubicBezTo>
                <a:cubicBezTo>
                  <a:pt x="96" y="45"/>
                  <a:pt x="100" y="49"/>
                  <a:pt x="104" y="49"/>
                </a:cubicBezTo>
                <a:cubicBezTo>
                  <a:pt x="109" y="49"/>
                  <a:pt x="112" y="45"/>
                  <a:pt x="112" y="41"/>
                </a:cubicBezTo>
                <a:cubicBezTo>
                  <a:pt x="112" y="36"/>
                  <a:pt x="109" y="32"/>
                  <a:pt x="104" y="32"/>
                </a:cubicBezTo>
                <a:moveTo>
                  <a:pt x="321" y="0"/>
                </a:move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5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4" y="354"/>
                  <a:pt x="32" y="354"/>
                </a:cubicBezTo>
                <a:cubicBezTo>
                  <a:pt x="321" y="354"/>
                  <a:pt x="321" y="354"/>
                  <a:pt x="321" y="354"/>
                </a:cubicBezTo>
                <a:cubicBezTo>
                  <a:pt x="339" y="354"/>
                  <a:pt x="353" y="339"/>
                  <a:pt x="353" y="321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15"/>
                  <a:pt x="339" y="0"/>
                  <a:pt x="321" y="0"/>
                </a:cubicBezTo>
                <a:moveTo>
                  <a:pt x="337" y="321"/>
                </a:moveTo>
                <a:cubicBezTo>
                  <a:pt x="337" y="330"/>
                  <a:pt x="330" y="338"/>
                  <a:pt x="321" y="338"/>
                </a:cubicBezTo>
                <a:cubicBezTo>
                  <a:pt x="32" y="338"/>
                  <a:pt x="32" y="338"/>
                  <a:pt x="32" y="338"/>
                </a:cubicBezTo>
                <a:cubicBezTo>
                  <a:pt x="23" y="338"/>
                  <a:pt x="16" y="330"/>
                  <a:pt x="16" y="321"/>
                </a:cubicBezTo>
                <a:cubicBezTo>
                  <a:pt x="16" y="81"/>
                  <a:pt x="16" y="81"/>
                  <a:pt x="16" y="81"/>
                </a:cubicBezTo>
                <a:cubicBezTo>
                  <a:pt x="337" y="81"/>
                  <a:pt x="337" y="81"/>
                  <a:pt x="337" y="81"/>
                </a:cubicBezTo>
                <a:lnTo>
                  <a:pt x="337" y="321"/>
                </a:lnTo>
                <a:close/>
                <a:moveTo>
                  <a:pt x="337" y="65"/>
                </a:moveTo>
                <a:cubicBezTo>
                  <a:pt x="16" y="65"/>
                  <a:pt x="16" y="65"/>
                  <a:pt x="16" y="65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4"/>
                  <a:pt x="23" y="16"/>
                  <a:pt x="32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4"/>
                  <a:pt x="337" y="32"/>
                </a:cubicBezTo>
                <a:lnTo>
                  <a:pt x="337" y="65"/>
                </a:lnTo>
                <a:close/>
                <a:moveTo>
                  <a:pt x="313" y="32"/>
                </a:moveTo>
                <a:cubicBezTo>
                  <a:pt x="136" y="32"/>
                  <a:pt x="136" y="32"/>
                  <a:pt x="136" y="32"/>
                </a:cubicBezTo>
                <a:cubicBezTo>
                  <a:pt x="132" y="32"/>
                  <a:pt x="128" y="36"/>
                  <a:pt x="128" y="41"/>
                </a:cubicBezTo>
                <a:cubicBezTo>
                  <a:pt x="128" y="45"/>
                  <a:pt x="132" y="49"/>
                  <a:pt x="136" y="49"/>
                </a:cubicBezTo>
                <a:cubicBezTo>
                  <a:pt x="313" y="49"/>
                  <a:pt x="313" y="49"/>
                  <a:pt x="313" y="49"/>
                </a:cubicBezTo>
                <a:cubicBezTo>
                  <a:pt x="317" y="49"/>
                  <a:pt x="321" y="45"/>
                  <a:pt x="321" y="41"/>
                </a:cubicBezTo>
                <a:cubicBezTo>
                  <a:pt x="321" y="36"/>
                  <a:pt x="317" y="32"/>
                  <a:pt x="313" y="32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9" name="Freeform 29"/>
          <p:cNvSpPr>
            <a:spLocks noEditPoints="1"/>
          </p:cNvSpPr>
          <p:nvPr/>
        </p:nvSpPr>
        <p:spPr bwMode="auto">
          <a:xfrm>
            <a:off x="5255684" y="3139018"/>
            <a:ext cx="577851" cy="579967"/>
          </a:xfrm>
          <a:custGeom>
            <a:avLst/>
            <a:gdLst>
              <a:gd name="T0" fmla="*/ 32 w 353"/>
              <a:gd name="T1" fmla="*/ 65 h 354"/>
              <a:gd name="T2" fmla="*/ 0 w 353"/>
              <a:gd name="T3" fmla="*/ 321 h 354"/>
              <a:gd name="T4" fmla="*/ 257 w 353"/>
              <a:gd name="T5" fmla="*/ 354 h 354"/>
              <a:gd name="T6" fmla="*/ 289 w 353"/>
              <a:gd name="T7" fmla="*/ 97 h 354"/>
              <a:gd name="T8" fmla="*/ 273 w 353"/>
              <a:gd name="T9" fmla="*/ 321 h 354"/>
              <a:gd name="T10" fmla="*/ 32 w 353"/>
              <a:gd name="T11" fmla="*/ 338 h 354"/>
              <a:gd name="T12" fmla="*/ 16 w 353"/>
              <a:gd name="T13" fmla="*/ 145 h 354"/>
              <a:gd name="T14" fmla="*/ 273 w 353"/>
              <a:gd name="T15" fmla="*/ 321 h 354"/>
              <a:gd name="T16" fmla="*/ 16 w 353"/>
              <a:gd name="T17" fmla="*/ 129 h 354"/>
              <a:gd name="T18" fmla="*/ 32 w 353"/>
              <a:gd name="T19" fmla="*/ 81 h 354"/>
              <a:gd name="T20" fmla="*/ 273 w 353"/>
              <a:gd name="T21" fmla="*/ 97 h 354"/>
              <a:gd name="T22" fmla="*/ 72 w 353"/>
              <a:gd name="T23" fmla="*/ 97 h 354"/>
              <a:gd name="T24" fmla="*/ 72 w 353"/>
              <a:gd name="T25" fmla="*/ 113 h 354"/>
              <a:gd name="T26" fmla="*/ 72 w 353"/>
              <a:gd name="T27" fmla="*/ 97 h 354"/>
              <a:gd name="T28" fmla="*/ 32 w 353"/>
              <a:gd name="T29" fmla="*/ 105 h 354"/>
              <a:gd name="T30" fmla="*/ 48 w 353"/>
              <a:gd name="T31" fmla="*/ 105 h 354"/>
              <a:gd name="T32" fmla="*/ 321 w 353"/>
              <a:gd name="T33" fmla="*/ 0 h 354"/>
              <a:gd name="T34" fmla="*/ 64 w 353"/>
              <a:gd name="T35" fmla="*/ 32 h 354"/>
              <a:gd name="T36" fmla="*/ 72 w 353"/>
              <a:gd name="T37" fmla="*/ 49 h 354"/>
              <a:gd name="T38" fmla="*/ 81 w 353"/>
              <a:gd name="T39" fmla="*/ 32 h 354"/>
              <a:gd name="T40" fmla="*/ 321 w 353"/>
              <a:gd name="T41" fmla="*/ 16 h 354"/>
              <a:gd name="T42" fmla="*/ 337 w 353"/>
              <a:gd name="T43" fmla="*/ 257 h 354"/>
              <a:gd name="T44" fmla="*/ 313 w 353"/>
              <a:gd name="T45" fmla="*/ 273 h 354"/>
              <a:gd name="T46" fmla="*/ 313 w 353"/>
              <a:gd name="T47" fmla="*/ 289 h 354"/>
              <a:gd name="T48" fmla="*/ 353 w 353"/>
              <a:gd name="T49" fmla="*/ 257 h 354"/>
              <a:gd name="T50" fmla="*/ 321 w 353"/>
              <a:gd name="T51" fmla="*/ 0 h 354"/>
              <a:gd name="T52" fmla="*/ 97 w 353"/>
              <a:gd name="T53" fmla="*/ 105 h 354"/>
              <a:gd name="T54" fmla="*/ 113 w 353"/>
              <a:gd name="T55" fmla="*/ 105 h 354"/>
              <a:gd name="T56" fmla="*/ 249 w 353"/>
              <a:gd name="T57" fmla="*/ 97 h 354"/>
              <a:gd name="T58" fmla="*/ 129 w 353"/>
              <a:gd name="T59" fmla="*/ 105 h 354"/>
              <a:gd name="T60" fmla="*/ 249 w 353"/>
              <a:gd name="T61" fmla="*/ 113 h 354"/>
              <a:gd name="T62" fmla="*/ 249 w 353"/>
              <a:gd name="T63" fmla="*/ 97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353" h="354">
                <a:moveTo>
                  <a:pt x="257" y="65"/>
                </a:moveTo>
                <a:cubicBezTo>
                  <a:pt x="32" y="65"/>
                  <a:pt x="32" y="65"/>
                  <a:pt x="32" y="65"/>
                </a:cubicBezTo>
                <a:cubicBezTo>
                  <a:pt x="15" y="65"/>
                  <a:pt x="0" y="79"/>
                  <a:pt x="0" y="97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5" y="354"/>
                  <a:pt x="32" y="354"/>
                </a:cubicBezTo>
                <a:cubicBezTo>
                  <a:pt x="257" y="354"/>
                  <a:pt x="257" y="354"/>
                  <a:pt x="257" y="354"/>
                </a:cubicBezTo>
                <a:cubicBezTo>
                  <a:pt x="275" y="354"/>
                  <a:pt x="289" y="339"/>
                  <a:pt x="289" y="321"/>
                </a:cubicBezTo>
                <a:cubicBezTo>
                  <a:pt x="289" y="97"/>
                  <a:pt x="289" y="97"/>
                  <a:pt x="289" y="97"/>
                </a:cubicBezTo>
                <a:cubicBezTo>
                  <a:pt x="289" y="79"/>
                  <a:pt x="275" y="65"/>
                  <a:pt x="257" y="65"/>
                </a:cubicBezTo>
                <a:moveTo>
                  <a:pt x="273" y="321"/>
                </a:moveTo>
                <a:cubicBezTo>
                  <a:pt x="273" y="330"/>
                  <a:pt x="266" y="338"/>
                  <a:pt x="257" y="338"/>
                </a:cubicBezTo>
                <a:cubicBezTo>
                  <a:pt x="32" y="338"/>
                  <a:pt x="32" y="338"/>
                  <a:pt x="32" y="338"/>
                </a:cubicBezTo>
                <a:cubicBezTo>
                  <a:pt x="23" y="338"/>
                  <a:pt x="16" y="330"/>
                  <a:pt x="16" y="321"/>
                </a:cubicBezTo>
                <a:cubicBezTo>
                  <a:pt x="16" y="145"/>
                  <a:pt x="16" y="145"/>
                  <a:pt x="16" y="145"/>
                </a:cubicBezTo>
                <a:cubicBezTo>
                  <a:pt x="273" y="145"/>
                  <a:pt x="273" y="145"/>
                  <a:pt x="273" y="145"/>
                </a:cubicBezTo>
                <a:lnTo>
                  <a:pt x="273" y="321"/>
                </a:lnTo>
                <a:close/>
                <a:moveTo>
                  <a:pt x="273" y="129"/>
                </a:moveTo>
                <a:cubicBezTo>
                  <a:pt x="16" y="129"/>
                  <a:pt x="16" y="129"/>
                  <a:pt x="16" y="129"/>
                </a:cubicBezTo>
                <a:cubicBezTo>
                  <a:pt x="16" y="97"/>
                  <a:pt x="16" y="97"/>
                  <a:pt x="16" y="97"/>
                </a:cubicBezTo>
                <a:cubicBezTo>
                  <a:pt x="16" y="88"/>
                  <a:pt x="23" y="81"/>
                  <a:pt x="32" y="81"/>
                </a:cubicBezTo>
                <a:cubicBezTo>
                  <a:pt x="257" y="81"/>
                  <a:pt x="257" y="81"/>
                  <a:pt x="257" y="81"/>
                </a:cubicBezTo>
                <a:cubicBezTo>
                  <a:pt x="266" y="81"/>
                  <a:pt x="273" y="88"/>
                  <a:pt x="273" y="97"/>
                </a:cubicBezTo>
                <a:lnTo>
                  <a:pt x="273" y="129"/>
                </a:lnTo>
                <a:close/>
                <a:moveTo>
                  <a:pt x="72" y="97"/>
                </a:moveTo>
                <a:cubicBezTo>
                  <a:pt x="68" y="97"/>
                  <a:pt x="64" y="100"/>
                  <a:pt x="64" y="105"/>
                </a:cubicBezTo>
                <a:cubicBezTo>
                  <a:pt x="64" y="109"/>
                  <a:pt x="68" y="113"/>
                  <a:pt x="72" y="113"/>
                </a:cubicBezTo>
                <a:cubicBezTo>
                  <a:pt x="77" y="113"/>
                  <a:pt x="81" y="109"/>
                  <a:pt x="81" y="105"/>
                </a:cubicBezTo>
                <a:cubicBezTo>
                  <a:pt x="81" y="100"/>
                  <a:pt x="77" y="97"/>
                  <a:pt x="72" y="97"/>
                </a:cubicBezTo>
                <a:moveTo>
                  <a:pt x="40" y="97"/>
                </a:moveTo>
                <a:cubicBezTo>
                  <a:pt x="36" y="97"/>
                  <a:pt x="32" y="100"/>
                  <a:pt x="32" y="105"/>
                </a:cubicBezTo>
                <a:cubicBezTo>
                  <a:pt x="32" y="109"/>
                  <a:pt x="36" y="113"/>
                  <a:pt x="40" y="113"/>
                </a:cubicBezTo>
                <a:cubicBezTo>
                  <a:pt x="45" y="113"/>
                  <a:pt x="48" y="109"/>
                  <a:pt x="48" y="105"/>
                </a:cubicBezTo>
                <a:cubicBezTo>
                  <a:pt x="48" y="100"/>
                  <a:pt x="45" y="97"/>
                  <a:pt x="40" y="97"/>
                </a:cubicBezTo>
                <a:moveTo>
                  <a:pt x="321" y="0"/>
                </a:moveTo>
                <a:cubicBezTo>
                  <a:pt x="97" y="0"/>
                  <a:pt x="97" y="0"/>
                  <a:pt x="97" y="0"/>
                </a:cubicBezTo>
                <a:cubicBezTo>
                  <a:pt x="79" y="0"/>
                  <a:pt x="64" y="15"/>
                  <a:pt x="64" y="32"/>
                </a:cubicBezTo>
                <a:cubicBezTo>
                  <a:pt x="64" y="41"/>
                  <a:pt x="64" y="41"/>
                  <a:pt x="64" y="41"/>
                </a:cubicBezTo>
                <a:cubicBezTo>
                  <a:pt x="64" y="45"/>
                  <a:pt x="68" y="49"/>
                  <a:pt x="72" y="49"/>
                </a:cubicBezTo>
                <a:cubicBezTo>
                  <a:pt x="77" y="49"/>
                  <a:pt x="81" y="45"/>
                  <a:pt x="81" y="41"/>
                </a:cubicBezTo>
                <a:cubicBezTo>
                  <a:pt x="81" y="32"/>
                  <a:pt x="81" y="32"/>
                  <a:pt x="81" y="32"/>
                </a:cubicBezTo>
                <a:cubicBezTo>
                  <a:pt x="81" y="24"/>
                  <a:pt x="88" y="16"/>
                  <a:pt x="97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4"/>
                  <a:pt x="337" y="32"/>
                </a:cubicBezTo>
                <a:cubicBezTo>
                  <a:pt x="337" y="257"/>
                  <a:pt x="337" y="257"/>
                  <a:pt x="337" y="257"/>
                </a:cubicBezTo>
                <a:cubicBezTo>
                  <a:pt x="337" y="266"/>
                  <a:pt x="330" y="273"/>
                  <a:pt x="321" y="273"/>
                </a:cubicBezTo>
                <a:cubicBezTo>
                  <a:pt x="313" y="273"/>
                  <a:pt x="313" y="273"/>
                  <a:pt x="313" y="273"/>
                </a:cubicBezTo>
                <a:cubicBezTo>
                  <a:pt x="309" y="273"/>
                  <a:pt x="305" y="277"/>
                  <a:pt x="305" y="281"/>
                </a:cubicBezTo>
                <a:cubicBezTo>
                  <a:pt x="305" y="286"/>
                  <a:pt x="309" y="289"/>
                  <a:pt x="313" y="289"/>
                </a:cubicBezTo>
                <a:cubicBezTo>
                  <a:pt x="321" y="289"/>
                  <a:pt x="321" y="289"/>
                  <a:pt x="321" y="289"/>
                </a:cubicBezTo>
                <a:cubicBezTo>
                  <a:pt x="339" y="289"/>
                  <a:pt x="353" y="275"/>
                  <a:pt x="353" y="257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15"/>
                  <a:pt x="339" y="0"/>
                  <a:pt x="321" y="0"/>
                </a:cubicBezTo>
                <a:moveTo>
                  <a:pt x="105" y="97"/>
                </a:moveTo>
                <a:cubicBezTo>
                  <a:pt x="100" y="97"/>
                  <a:pt x="97" y="100"/>
                  <a:pt x="97" y="105"/>
                </a:cubicBezTo>
                <a:cubicBezTo>
                  <a:pt x="97" y="109"/>
                  <a:pt x="100" y="113"/>
                  <a:pt x="105" y="113"/>
                </a:cubicBezTo>
                <a:cubicBezTo>
                  <a:pt x="109" y="113"/>
                  <a:pt x="113" y="109"/>
                  <a:pt x="113" y="105"/>
                </a:cubicBezTo>
                <a:cubicBezTo>
                  <a:pt x="113" y="100"/>
                  <a:pt x="109" y="97"/>
                  <a:pt x="105" y="97"/>
                </a:cubicBezTo>
                <a:moveTo>
                  <a:pt x="249" y="97"/>
                </a:moveTo>
                <a:cubicBezTo>
                  <a:pt x="137" y="97"/>
                  <a:pt x="137" y="97"/>
                  <a:pt x="137" y="97"/>
                </a:cubicBezTo>
                <a:cubicBezTo>
                  <a:pt x="132" y="97"/>
                  <a:pt x="129" y="100"/>
                  <a:pt x="129" y="105"/>
                </a:cubicBezTo>
                <a:cubicBezTo>
                  <a:pt x="129" y="109"/>
                  <a:pt x="132" y="113"/>
                  <a:pt x="137" y="113"/>
                </a:cubicBezTo>
                <a:cubicBezTo>
                  <a:pt x="249" y="113"/>
                  <a:pt x="249" y="113"/>
                  <a:pt x="249" y="113"/>
                </a:cubicBezTo>
                <a:cubicBezTo>
                  <a:pt x="254" y="113"/>
                  <a:pt x="257" y="109"/>
                  <a:pt x="257" y="105"/>
                </a:cubicBezTo>
                <a:cubicBezTo>
                  <a:pt x="257" y="100"/>
                  <a:pt x="254" y="97"/>
                  <a:pt x="249" y="97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0" name="Freeform 30"/>
          <p:cNvSpPr>
            <a:spLocks noEditPoints="1"/>
          </p:cNvSpPr>
          <p:nvPr/>
        </p:nvSpPr>
        <p:spPr bwMode="auto">
          <a:xfrm>
            <a:off x="6360584" y="3219452"/>
            <a:ext cx="577851" cy="421217"/>
          </a:xfrm>
          <a:custGeom>
            <a:avLst/>
            <a:gdLst>
              <a:gd name="T0" fmla="*/ 321 w 353"/>
              <a:gd name="T1" fmla="*/ 0 h 256"/>
              <a:gd name="T2" fmla="*/ 32 w 353"/>
              <a:gd name="T3" fmla="*/ 0 h 256"/>
              <a:gd name="T4" fmla="*/ 0 w 353"/>
              <a:gd name="T5" fmla="*/ 32 h 256"/>
              <a:gd name="T6" fmla="*/ 0 w 353"/>
              <a:gd name="T7" fmla="*/ 224 h 256"/>
              <a:gd name="T8" fmla="*/ 32 w 353"/>
              <a:gd name="T9" fmla="*/ 256 h 256"/>
              <a:gd name="T10" fmla="*/ 321 w 353"/>
              <a:gd name="T11" fmla="*/ 256 h 256"/>
              <a:gd name="T12" fmla="*/ 353 w 353"/>
              <a:gd name="T13" fmla="*/ 224 h 256"/>
              <a:gd name="T14" fmla="*/ 353 w 353"/>
              <a:gd name="T15" fmla="*/ 32 h 256"/>
              <a:gd name="T16" fmla="*/ 321 w 353"/>
              <a:gd name="T17" fmla="*/ 0 h 256"/>
              <a:gd name="T18" fmla="*/ 32 w 353"/>
              <a:gd name="T19" fmla="*/ 16 h 256"/>
              <a:gd name="T20" fmla="*/ 321 w 353"/>
              <a:gd name="T21" fmla="*/ 16 h 256"/>
              <a:gd name="T22" fmla="*/ 326 w 353"/>
              <a:gd name="T23" fmla="*/ 17 h 256"/>
              <a:gd name="T24" fmla="*/ 187 w 353"/>
              <a:gd name="T25" fmla="*/ 156 h 256"/>
              <a:gd name="T26" fmla="*/ 176 w 353"/>
              <a:gd name="T27" fmla="*/ 160 h 256"/>
              <a:gd name="T28" fmla="*/ 165 w 353"/>
              <a:gd name="T29" fmla="*/ 156 h 256"/>
              <a:gd name="T30" fmla="*/ 26 w 353"/>
              <a:gd name="T31" fmla="*/ 17 h 256"/>
              <a:gd name="T32" fmla="*/ 32 w 353"/>
              <a:gd name="T33" fmla="*/ 16 h 256"/>
              <a:gd name="T34" fmla="*/ 16 w 353"/>
              <a:gd name="T35" fmla="*/ 224 h 256"/>
              <a:gd name="T36" fmla="*/ 16 w 353"/>
              <a:gd name="T37" fmla="*/ 32 h 256"/>
              <a:gd name="T38" fmla="*/ 16 w 353"/>
              <a:gd name="T39" fmla="*/ 29 h 256"/>
              <a:gd name="T40" fmla="*/ 115 w 353"/>
              <a:gd name="T41" fmla="*/ 128 h 256"/>
              <a:gd name="T42" fmla="*/ 16 w 353"/>
              <a:gd name="T43" fmla="*/ 227 h 256"/>
              <a:gd name="T44" fmla="*/ 16 w 353"/>
              <a:gd name="T45" fmla="*/ 224 h 256"/>
              <a:gd name="T46" fmla="*/ 321 w 353"/>
              <a:gd name="T47" fmla="*/ 240 h 256"/>
              <a:gd name="T48" fmla="*/ 32 w 353"/>
              <a:gd name="T49" fmla="*/ 240 h 256"/>
              <a:gd name="T50" fmla="*/ 26 w 353"/>
              <a:gd name="T51" fmla="*/ 239 h 256"/>
              <a:gd name="T52" fmla="*/ 126 w 353"/>
              <a:gd name="T53" fmla="*/ 139 h 256"/>
              <a:gd name="T54" fmla="*/ 154 w 353"/>
              <a:gd name="T55" fmla="*/ 167 h 256"/>
              <a:gd name="T56" fmla="*/ 176 w 353"/>
              <a:gd name="T57" fmla="*/ 176 h 256"/>
              <a:gd name="T58" fmla="*/ 198 w 353"/>
              <a:gd name="T59" fmla="*/ 167 h 256"/>
              <a:gd name="T60" fmla="*/ 226 w 353"/>
              <a:gd name="T61" fmla="*/ 139 h 256"/>
              <a:gd name="T62" fmla="*/ 326 w 353"/>
              <a:gd name="T63" fmla="*/ 239 h 256"/>
              <a:gd name="T64" fmla="*/ 321 w 353"/>
              <a:gd name="T65" fmla="*/ 240 h 256"/>
              <a:gd name="T66" fmla="*/ 337 w 353"/>
              <a:gd name="T67" fmla="*/ 224 h 256"/>
              <a:gd name="T68" fmla="*/ 336 w 353"/>
              <a:gd name="T69" fmla="*/ 227 h 256"/>
              <a:gd name="T70" fmla="*/ 237 w 353"/>
              <a:gd name="T71" fmla="*/ 128 h 256"/>
              <a:gd name="T72" fmla="*/ 336 w 353"/>
              <a:gd name="T73" fmla="*/ 29 h 256"/>
              <a:gd name="T74" fmla="*/ 337 w 353"/>
              <a:gd name="T75" fmla="*/ 32 h 256"/>
              <a:gd name="T76" fmla="*/ 337 w 353"/>
              <a:gd name="T77" fmla="*/ 224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353" h="256">
                <a:moveTo>
                  <a:pt x="321" y="0"/>
                </a:move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4"/>
                  <a:pt x="0" y="32"/>
                </a:cubicBezTo>
                <a:cubicBezTo>
                  <a:pt x="0" y="224"/>
                  <a:pt x="0" y="224"/>
                  <a:pt x="0" y="224"/>
                </a:cubicBezTo>
                <a:cubicBezTo>
                  <a:pt x="0" y="242"/>
                  <a:pt x="14" y="256"/>
                  <a:pt x="32" y="256"/>
                </a:cubicBezTo>
                <a:cubicBezTo>
                  <a:pt x="321" y="256"/>
                  <a:pt x="321" y="256"/>
                  <a:pt x="321" y="256"/>
                </a:cubicBezTo>
                <a:cubicBezTo>
                  <a:pt x="338" y="256"/>
                  <a:pt x="353" y="242"/>
                  <a:pt x="353" y="224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14"/>
                  <a:pt x="338" y="0"/>
                  <a:pt x="321" y="0"/>
                </a:cubicBezTo>
                <a:moveTo>
                  <a:pt x="32" y="16"/>
                </a:moveTo>
                <a:cubicBezTo>
                  <a:pt x="321" y="16"/>
                  <a:pt x="321" y="16"/>
                  <a:pt x="321" y="16"/>
                </a:cubicBezTo>
                <a:cubicBezTo>
                  <a:pt x="323" y="16"/>
                  <a:pt x="324" y="16"/>
                  <a:pt x="326" y="17"/>
                </a:cubicBezTo>
                <a:cubicBezTo>
                  <a:pt x="187" y="156"/>
                  <a:pt x="187" y="156"/>
                  <a:pt x="187" y="156"/>
                </a:cubicBezTo>
                <a:cubicBezTo>
                  <a:pt x="184" y="158"/>
                  <a:pt x="180" y="160"/>
                  <a:pt x="176" y="160"/>
                </a:cubicBezTo>
                <a:cubicBezTo>
                  <a:pt x="172" y="160"/>
                  <a:pt x="168" y="158"/>
                  <a:pt x="165" y="156"/>
                </a:cubicBezTo>
                <a:cubicBezTo>
                  <a:pt x="26" y="17"/>
                  <a:pt x="26" y="17"/>
                  <a:pt x="26" y="17"/>
                </a:cubicBezTo>
                <a:cubicBezTo>
                  <a:pt x="28" y="16"/>
                  <a:pt x="30" y="16"/>
                  <a:pt x="32" y="16"/>
                </a:cubicBezTo>
                <a:moveTo>
                  <a:pt x="16" y="224"/>
                </a:moveTo>
                <a:cubicBezTo>
                  <a:pt x="16" y="32"/>
                  <a:pt x="16" y="32"/>
                  <a:pt x="16" y="32"/>
                </a:cubicBezTo>
                <a:cubicBezTo>
                  <a:pt x="16" y="31"/>
                  <a:pt x="16" y="30"/>
                  <a:pt x="16" y="29"/>
                </a:cubicBezTo>
                <a:cubicBezTo>
                  <a:pt x="115" y="128"/>
                  <a:pt x="115" y="128"/>
                  <a:pt x="115" y="128"/>
                </a:cubicBezTo>
                <a:cubicBezTo>
                  <a:pt x="16" y="227"/>
                  <a:pt x="16" y="227"/>
                  <a:pt x="16" y="227"/>
                </a:cubicBezTo>
                <a:cubicBezTo>
                  <a:pt x="16" y="226"/>
                  <a:pt x="16" y="225"/>
                  <a:pt x="16" y="224"/>
                </a:cubicBezTo>
                <a:moveTo>
                  <a:pt x="321" y="240"/>
                </a:moveTo>
                <a:cubicBezTo>
                  <a:pt x="32" y="240"/>
                  <a:pt x="32" y="240"/>
                  <a:pt x="32" y="240"/>
                </a:cubicBezTo>
                <a:cubicBezTo>
                  <a:pt x="30" y="240"/>
                  <a:pt x="28" y="240"/>
                  <a:pt x="26" y="239"/>
                </a:cubicBezTo>
                <a:cubicBezTo>
                  <a:pt x="126" y="139"/>
                  <a:pt x="126" y="139"/>
                  <a:pt x="126" y="139"/>
                </a:cubicBezTo>
                <a:cubicBezTo>
                  <a:pt x="154" y="167"/>
                  <a:pt x="154" y="167"/>
                  <a:pt x="154" y="167"/>
                </a:cubicBezTo>
                <a:cubicBezTo>
                  <a:pt x="160" y="173"/>
                  <a:pt x="168" y="176"/>
                  <a:pt x="176" y="176"/>
                </a:cubicBezTo>
                <a:cubicBezTo>
                  <a:pt x="184" y="176"/>
                  <a:pt x="192" y="173"/>
                  <a:pt x="198" y="167"/>
                </a:cubicBezTo>
                <a:cubicBezTo>
                  <a:pt x="226" y="139"/>
                  <a:pt x="226" y="139"/>
                  <a:pt x="226" y="139"/>
                </a:cubicBezTo>
                <a:cubicBezTo>
                  <a:pt x="326" y="239"/>
                  <a:pt x="326" y="239"/>
                  <a:pt x="326" y="239"/>
                </a:cubicBezTo>
                <a:cubicBezTo>
                  <a:pt x="324" y="240"/>
                  <a:pt x="323" y="240"/>
                  <a:pt x="321" y="240"/>
                </a:cubicBezTo>
                <a:moveTo>
                  <a:pt x="337" y="224"/>
                </a:moveTo>
                <a:cubicBezTo>
                  <a:pt x="337" y="225"/>
                  <a:pt x="337" y="226"/>
                  <a:pt x="336" y="227"/>
                </a:cubicBezTo>
                <a:cubicBezTo>
                  <a:pt x="237" y="128"/>
                  <a:pt x="237" y="128"/>
                  <a:pt x="237" y="128"/>
                </a:cubicBezTo>
                <a:cubicBezTo>
                  <a:pt x="336" y="29"/>
                  <a:pt x="336" y="29"/>
                  <a:pt x="336" y="29"/>
                </a:cubicBezTo>
                <a:cubicBezTo>
                  <a:pt x="337" y="30"/>
                  <a:pt x="337" y="31"/>
                  <a:pt x="337" y="32"/>
                </a:cubicBezTo>
                <a:lnTo>
                  <a:pt x="337" y="224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1" name="Freeform 31"/>
          <p:cNvSpPr>
            <a:spLocks noEditPoints="1"/>
          </p:cNvSpPr>
          <p:nvPr/>
        </p:nvSpPr>
        <p:spPr bwMode="auto">
          <a:xfrm>
            <a:off x="7463367" y="3206752"/>
            <a:ext cx="577851" cy="446617"/>
          </a:xfrm>
          <a:custGeom>
            <a:avLst/>
            <a:gdLst>
              <a:gd name="T0" fmla="*/ 321 w 353"/>
              <a:gd name="T1" fmla="*/ 0 h 272"/>
              <a:gd name="T2" fmla="*/ 96 w 353"/>
              <a:gd name="T3" fmla="*/ 0 h 272"/>
              <a:gd name="T4" fmla="*/ 64 w 353"/>
              <a:gd name="T5" fmla="*/ 32 h 272"/>
              <a:gd name="T6" fmla="*/ 64 w 353"/>
              <a:gd name="T7" fmla="*/ 40 h 272"/>
              <a:gd name="T8" fmla="*/ 72 w 353"/>
              <a:gd name="T9" fmla="*/ 48 h 272"/>
              <a:gd name="T10" fmla="*/ 80 w 353"/>
              <a:gd name="T11" fmla="*/ 40 h 272"/>
              <a:gd name="T12" fmla="*/ 80 w 353"/>
              <a:gd name="T13" fmla="*/ 32 h 272"/>
              <a:gd name="T14" fmla="*/ 96 w 353"/>
              <a:gd name="T15" fmla="*/ 16 h 272"/>
              <a:gd name="T16" fmla="*/ 321 w 353"/>
              <a:gd name="T17" fmla="*/ 16 h 272"/>
              <a:gd name="T18" fmla="*/ 337 w 353"/>
              <a:gd name="T19" fmla="*/ 32 h 272"/>
              <a:gd name="T20" fmla="*/ 337 w 353"/>
              <a:gd name="T21" fmla="*/ 176 h 272"/>
              <a:gd name="T22" fmla="*/ 321 w 353"/>
              <a:gd name="T23" fmla="*/ 192 h 272"/>
              <a:gd name="T24" fmla="*/ 313 w 353"/>
              <a:gd name="T25" fmla="*/ 192 h 272"/>
              <a:gd name="T26" fmla="*/ 305 w 353"/>
              <a:gd name="T27" fmla="*/ 200 h 272"/>
              <a:gd name="T28" fmla="*/ 313 w 353"/>
              <a:gd name="T29" fmla="*/ 208 h 272"/>
              <a:gd name="T30" fmla="*/ 321 w 353"/>
              <a:gd name="T31" fmla="*/ 208 h 272"/>
              <a:gd name="T32" fmla="*/ 353 w 353"/>
              <a:gd name="T33" fmla="*/ 176 h 272"/>
              <a:gd name="T34" fmla="*/ 353 w 353"/>
              <a:gd name="T35" fmla="*/ 32 h 272"/>
              <a:gd name="T36" fmla="*/ 321 w 353"/>
              <a:gd name="T37" fmla="*/ 0 h 272"/>
              <a:gd name="T38" fmla="*/ 257 w 353"/>
              <a:gd name="T39" fmla="*/ 64 h 272"/>
              <a:gd name="T40" fmla="*/ 32 w 353"/>
              <a:gd name="T41" fmla="*/ 64 h 272"/>
              <a:gd name="T42" fmla="*/ 0 w 353"/>
              <a:gd name="T43" fmla="*/ 96 h 272"/>
              <a:gd name="T44" fmla="*/ 0 w 353"/>
              <a:gd name="T45" fmla="*/ 240 h 272"/>
              <a:gd name="T46" fmla="*/ 32 w 353"/>
              <a:gd name="T47" fmla="*/ 272 h 272"/>
              <a:gd name="T48" fmla="*/ 257 w 353"/>
              <a:gd name="T49" fmla="*/ 272 h 272"/>
              <a:gd name="T50" fmla="*/ 289 w 353"/>
              <a:gd name="T51" fmla="*/ 240 h 272"/>
              <a:gd name="T52" fmla="*/ 289 w 353"/>
              <a:gd name="T53" fmla="*/ 96 h 272"/>
              <a:gd name="T54" fmla="*/ 257 w 353"/>
              <a:gd name="T55" fmla="*/ 64 h 272"/>
              <a:gd name="T56" fmla="*/ 32 w 353"/>
              <a:gd name="T57" fmla="*/ 80 h 272"/>
              <a:gd name="T58" fmla="*/ 257 w 353"/>
              <a:gd name="T59" fmla="*/ 80 h 272"/>
              <a:gd name="T60" fmla="*/ 267 w 353"/>
              <a:gd name="T61" fmla="*/ 84 h 272"/>
              <a:gd name="T62" fmla="*/ 155 w 353"/>
              <a:gd name="T63" fmla="*/ 196 h 272"/>
              <a:gd name="T64" fmla="*/ 144 w 353"/>
              <a:gd name="T65" fmla="*/ 200 h 272"/>
              <a:gd name="T66" fmla="*/ 133 w 353"/>
              <a:gd name="T67" fmla="*/ 196 h 272"/>
              <a:gd name="T68" fmla="*/ 22 w 353"/>
              <a:gd name="T69" fmla="*/ 84 h 272"/>
              <a:gd name="T70" fmla="*/ 32 w 353"/>
              <a:gd name="T71" fmla="*/ 80 h 272"/>
              <a:gd name="T72" fmla="*/ 16 w 353"/>
              <a:gd name="T73" fmla="*/ 101 h 272"/>
              <a:gd name="T74" fmla="*/ 83 w 353"/>
              <a:gd name="T75" fmla="*/ 168 h 272"/>
              <a:gd name="T76" fmla="*/ 16 w 353"/>
              <a:gd name="T77" fmla="*/ 235 h 272"/>
              <a:gd name="T78" fmla="*/ 16 w 353"/>
              <a:gd name="T79" fmla="*/ 101 h 272"/>
              <a:gd name="T80" fmla="*/ 257 w 353"/>
              <a:gd name="T81" fmla="*/ 256 h 272"/>
              <a:gd name="T82" fmla="*/ 32 w 353"/>
              <a:gd name="T83" fmla="*/ 256 h 272"/>
              <a:gd name="T84" fmla="*/ 22 w 353"/>
              <a:gd name="T85" fmla="*/ 252 h 272"/>
              <a:gd name="T86" fmla="*/ 95 w 353"/>
              <a:gd name="T87" fmla="*/ 179 h 272"/>
              <a:gd name="T88" fmla="*/ 122 w 353"/>
              <a:gd name="T89" fmla="*/ 207 h 272"/>
              <a:gd name="T90" fmla="*/ 144 w 353"/>
              <a:gd name="T91" fmla="*/ 216 h 272"/>
              <a:gd name="T92" fmla="*/ 167 w 353"/>
              <a:gd name="T93" fmla="*/ 207 h 272"/>
              <a:gd name="T94" fmla="*/ 194 w 353"/>
              <a:gd name="T95" fmla="*/ 179 h 272"/>
              <a:gd name="T96" fmla="*/ 267 w 353"/>
              <a:gd name="T97" fmla="*/ 252 h 272"/>
              <a:gd name="T98" fmla="*/ 257 w 353"/>
              <a:gd name="T99" fmla="*/ 256 h 272"/>
              <a:gd name="T100" fmla="*/ 273 w 353"/>
              <a:gd name="T101" fmla="*/ 235 h 272"/>
              <a:gd name="T102" fmla="*/ 206 w 353"/>
              <a:gd name="T103" fmla="*/ 168 h 272"/>
              <a:gd name="T104" fmla="*/ 273 w 353"/>
              <a:gd name="T105" fmla="*/ 101 h 272"/>
              <a:gd name="T106" fmla="*/ 273 w 353"/>
              <a:gd name="T107" fmla="*/ 235 h 2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353" h="272">
                <a:moveTo>
                  <a:pt x="321" y="0"/>
                </a:moveTo>
                <a:cubicBezTo>
                  <a:pt x="96" y="0"/>
                  <a:pt x="96" y="0"/>
                  <a:pt x="96" y="0"/>
                </a:cubicBezTo>
                <a:cubicBezTo>
                  <a:pt x="78" y="0"/>
                  <a:pt x="64" y="14"/>
                  <a:pt x="64" y="32"/>
                </a:cubicBezTo>
                <a:cubicBezTo>
                  <a:pt x="64" y="40"/>
                  <a:pt x="64" y="40"/>
                  <a:pt x="64" y="40"/>
                </a:cubicBezTo>
                <a:cubicBezTo>
                  <a:pt x="64" y="44"/>
                  <a:pt x="68" y="48"/>
                  <a:pt x="72" y="48"/>
                </a:cubicBezTo>
                <a:cubicBezTo>
                  <a:pt x="77" y="48"/>
                  <a:pt x="80" y="44"/>
                  <a:pt x="80" y="40"/>
                </a:cubicBezTo>
                <a:cubicBezTo>
                  <a:pt x="80" y="32"/>
                  <a:pt x="80" y="32"/>
                  <a:pt x="80" y="32"/>
                </a:cubicBezTo>
                <a:cubicBezTo>
                  <a:pt x="80" y="23"/>
                  <a:pt x="87" y="16"/>
                  <a:pt x="96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3"/>
                  <a:pt x="337" y="32"/>
                </a:cubicBezTo>
                <a:cubicBezTo>
                  <a:pt x="337" y="176"/>
                  <a:pt x="337" y="176"/>
                  <a:pt x="337" y="176"/>
                </a:cubicBezTo>
                <a:cubicBezTo>
                  <a:pt x="337" y="185"/>
                  <a:pt x="330" y="192"/>
                  <a:pt x="321" y="192"/>
                </a:cubicBezTo>
                <a:cubicBezTo>
                  <a:pt x="313" y="192"/>
                  <a:pt x="313" y="192"/>
                  <a:pt x="313" y="192"/>
                </a:cubicBezTo>
                <a:cubicBezTo>
                  <a:pt x="309" y="192"/>
                  <a:pt x="305" y="196"/>
                  <a:pt x="305" y="200"/>
                </a:cubicBezTo>
                <a:cubicBezTo>
                  <a:pt x="305" y="205"/>
                  <a:pt x="309" y="208"/>
                  <a:pt x="313" y="208"/>
                </a:cubicBezTo>
                <a:cubicBezTo>
                  <a:pt x="321" y="208"/>
                  <a:pt x="321" y="208"/>
                  <a:pt x="321" y="208"/>
                </a:cubicBezTo>
                <a:cubicBezTo>
                  <a:pt x="339" y="208"/>
                  <a:pt x="353" y="194"/>
                  <a:pt x="353" y="176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14"/>
                  <a:pt x="339" y="0"/>
                  <a:pt x="321" y="0"/>
                </a:cubicBezTo>
                <a:moveTo>
                  <a:pt x="257" y="64"/>
                </a:moveTo>
                <a:cubicBezTo>
                  <a:pt x="32" y="64"/>
                  <a:pt x="32" y="64"/>
                  <a:pt x="32" y="64"/>
                </a:cubicBezTo>
                <a:cubicBezTo>
                  <a:pt x="14" y="64"/>
                  <a:pt x="0" y="78"/>
                  <a:pt x="0" y="96"/>
                </a:cubicBezTo>
                <a:cubicBezTo>
                  <a:pt x="0" y="240"/>
                  <a:pt x="0" y="240"/>
                  <a:pt x="0" y="240"/>
                </a:cubicBezTo>
                <a:cubicBezTo>
                  <a:pt x="0" y="258"/>
                  <a:pt x="14" y="272"/>
                  <a:pt x="32" y="272"/>
                </a:cubicBezTo>
                <a:cubicBezTo>
                  <a:pt x="257" y="272"/>
                  <a:pt x="257" y="272"/>
                  <a:pt x="257" y="272"/>
                </a:cubicBezTo>
                <a:cubicBezTo>
                  <a:pt x="275" y="272"/>
                  <a:pt x="289" y="258"/>
                  <a:pt x="289" y="240"/>
                </a:cubicBezTo>
                <a:cubicBezTo>
                  <a:pt x="289" y="96"/>
                  <a:pt x="289" y="96"/>
                  <a:pt x="289" y="96"/>
                </a:cubicBezTo>
                <a:cubicBezTo>
                  <a:pt x="289" y="78"/>
                  <a:pt x="275" y="64"/>
                  <a:pt x="257" y="64"/>
                </a:cubicBezTo>
                <a:moveTo>
                  <a:pt x="32" y="80"/>
                </a:moveTo>
                <a:cubicBezTo>
                  <a:pt x="257" y="80"/>
                  <a:pt x="257" y="80"/>
                  <a:pt x="257" y="80"/>
                </a:cubicBezTo>
                <a:cubicBezTo>
                  <a:pt x="261" y="80"/>
                  <a:pt x="264" y="81"/>
                  <a:pt x="267" y="84"/>
                </a:cubicBezTo>
                <a:cubicBezTo>
                  <a:pt x="155" y="196"/>
                  <a:pt x="155" y="196"/>
                  <a:pt x="155" y="196"/>
                </a:cubicBezTo>
                <a:cubicBezTo>
                  <a:pt x="152" y="199"/>
                  <a:pt x="148" y="200"/>
                  <a:pt x="144" y="200"/>
                </a:cubicBezTo>
                <a:cubicBezTo>
                  <a:pt x="140" y="200"/>
                  <a:pt x="136" y="199"/>
                  <a:pt x="133" y="196"/>
                </a:cubicBezTo>
                <a:cubicBezTo>
                  <a:pt x="22" y="84"/>
                  <a:pt x="22" y="84"/>
                  <a:pt x="22" y="84"/>
                </a:cubicBezTo>
                <a:cubicBezTo>
                  <a:pt x="24" y="81"/>
                  <a:pt x="28" y="80"/>
                  <a:pt x="32" y="80"/>
                </a:cubicBezTo>
                <a:moveTo>
                  <a:pt x="16" y="101"/>
                </a:moveTo>
                <a:cubicBezTo>
                  <a:pt x="83" y="168"/>
                  <a:pt x="83" y="168"/>
                  <a:pt x="83" y="168"/>
                </a:cubicBezTo>
                <a:cubicBezTo>
                  <a:pt x="16" y="235"/>
                  <a:pt x="16" y="235"/>
                  <a:pt x="16" y="235"/>
                </a:cubicBezTo>
                <a:lnTo>
                  <a:pt x="16" y="101"/>
                </a:lnTo>
                <a:close/>
                <a:moveTo>
                  <a:pt x="257" y="256"/>
                </a:moveTo>
                <a:cubicBezTo>
                  <a:pt x="32" y="256"/>
                  <a:pt x="32" y="256"/>
                  <a:pt x="32" y="256"/>
                </a:cubicBezTo>
                <a:cubicBezTo>
                  <a:pt x="28" y="256"/>
                  <a:pt x="24" y="255"/>
                  <a:pt x="22" y="252"/>
                </a:cubicBezTo>
                <a:cubicBezTo>
                  <a:pt x="95" y="179"/>
                  <a:pt x="95" y="179"/>
                  <a:pt x="95" y="179"/>
                </a:cubicBezTo>
                <a:cubicBezTo>
                  <a:pt x="122" y="207"/>
                  <a:pt x="122" y="207"/>
                  <a:pt x="122" y="207"/>
                </a:cubicBezTo>
                <a:cubicBezTo>
                  <a:pt x="128" y="213"/>
                  <a:pt x="136" y="216"/>
                  <a:pt x="144" y="216"/>
                </a:cubicBezTo>
                <a:cubicBezTo>
                  <a:pt x="152" y="216"/>
                  <a:pt x="160" y="213"/>
                  <a:pt x="167" y="207"/>
                </a:cubicBezTo>
                <a:cubicBezTo>
                  <a:pt x="194" y="179"/>
                  <a:pt x="194" y="179"/>
                  <a:pt x="194" y="179"/>
                </a:cubicBezTo>
                <a:cubicBezTo>
                  <a:pt x="267" y="252"/>
                  <a:pt x="267" y="252"/>
                  <a:pt x="267" y="252"/>
                </a:cubicBezTo>
                <a:cubicBezTo>
                  <a:pt x="264" y="255"/>
                  <a:pt x="261" y="256"/>
                  <a:pt x="257" y="256"/>
                </a:cubicBezTo>
                <a:moveTo>
                  <a:pt x="273" y="235"/>
                </a:moveTo>
                <a:cubicBezTo>
                  <a:pt x="206" y="168"/>
                  <a:pt x="206" y="168"/>
                  <a:pt x="206" y="168"/>
                </a:cubicBezTo>
                <a:cubicBezTo>
                  <a:pt x="273" y="101"/>
                  <a:pt x="273" y="101"/>
                  <a:pt x="273" y="101"/>
                </a:cubicBezTo>
                <a:lnTo>
                  <a:pt x="273" y="235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2" name="Freeform 32"/>
          <p:cNvSpPr>
            <a:spLocks noEditPoints="1"/>
          </p:cNvSpPr>
          <p:nvPr/>
        </p:nvSpPr>
        <p:spPr bwMode="auto">
          <a:xfrm>
            <a:off x="8568267" y="3191935"/>
            <a:ext cx="577851" cy="474133"/>
          </a:xfrm>
          <a:custGeom>
            <a:avLst/>
            <a:gdLst>
              <a:gd name="T0" fmla="*/ 353 w 353"/>
              <a:gd name="T1" fmla="*/ 166 h 289"/>
              <a:gd name="T2" fmla="*/ 353 w 353"/>
              <a:gd name="T3" fmla="*/ 165 h 289"/>
              <a:gd name="T4" fmla="*/ 272 w 353"/>
              <a:gd name="T5" fmla="*/ 5 h 289"/>
              <a:gd name="T6" fmla="*/ 272 w 353"/>
              <a:gd name="T7" fmla="*/ 5 h 289"/>
              <a:gd name="T8" fmla="*/ 265 w 353"/>
              <a:gd name="T9" fmla="*/ 0 h 289"/>
              <a:gd name="T10" fmla="*/ 89 w 353"/>
              <a:gd name="T11" fmla="*/ 0 h 289"/>
              <a:gd name="T12" fmla="*/ 81 w 353"/>
              <a:gd name="T13" fmla="*/ 5 h 289"/>
              <a:gd name="T14" fmla="*/ 81 w 353"/>
              <a:gd name="T15" fmla="*/ 5 h 289"/>
              <a:gd name="T16" fmla="*/ 1 w 353"/>
              <a:gd name="T17" fmla="*/ 165 h 289"/>
              <a:gd name="T18" fmla="*/ 1 w 353"/>
              <a:gd name="T19" fmla="*/ 166 h 289"/>
              <a:gd name="T20" fmla="*/ 0 w 353"/>
              <a:gd name="T21" fmla="*/ 169 h 289"/>
              <a:gd name="T22" fmla="*/ 0 w 353"/>
              <a:gd name="T23" fmla="*/ 281 h 289"/>
              <a:gd name="T24" fmla="*/ 8 w 353"/>
              <a:gd name="T25" fmla="*/ 289 h 289"/>
              <a:gd name="T26" fmla="*/ 345 w 353"/>
              <a:gd name="T27" fmla="*/ 289 h 289"/>
              <a:gd name="T28" fmla="*/ 353 w 353"/>
              <a:gd name="T29" fmla="*/ 281 h 289"/>
              <a:gd name="T30" fmla="*/ 353 w 353"/>
              <a:gd name="T31" fmla="*/ 169 h 289"/>
              <a:gd name="T32" fmla="*/ 353 w 353"/>
              <a:gd name="T33" fmla="*/ 166 h 289"/>
              <a:gd name="T34" fmla="*/ 93 w 353"/>
              <a:gd name="T35" fmla="*/ 17 h 289"/>
              <a:gd name="T36" fmla="*/ 260 w 353"/>
              <a:gd name="T37" fmla="*/ 17 h 289"/>
              <a:gd name="T38" fmla="*/ 332 w 353"/>
              <a:gd name="T39" fmla="*/ 161 h 289"/>
              <a:gd name="T40" fmla="*/ 233 w 353"/>
              <a:gd name="T41" fmla="*/ 161 h 289"/>
              <a:gd name="T42" fmla="*/ 225 w 353"/>
              <a:gd name="T43" fmla="*/ 169 h 289"/>
              <a:gd name="T44" fmla="*/ 177 w 353"/>
              <a:gd name="T45" fmla="*/ 217 h 289"/>
              <a:gd name="T46" fmla="*/ 129 w 353"/>
              <a:gd name="T47" fmla="*/ 169 h 289"/>
              <a:gd name="T48" fmla="*/ 121 w 353"/>
              <a:gd name="T49" fmla="*/ 161 h 289"/>
              <a:gd name="T50" fmla="*/ 21 w 353"/>
              <a:gd name="T51" fmla="*/ 161 h 289"/>
              <a:gd name="T52" fmla="*/ 93 w 353"/>
              <a:gd name="T53" fmla="*/ 17 h 289"/>
              <a:gd name="T54" fmla="*/ 337 w 353"/>
              <a:gd name="T55" fmla="*/ 273 h 289"/>
              <a:gd name="T56" fmla="*/ 16 w 353"/>
              <a:gd name="T57" fmla="*/ 273 h 289"/>
              <a:gd name="T58" fmla="*/ 16 w 353"/>
              <a:gd name="T59" fmla="*/ 177 h 289"/>
              <a:gd name="T60" fmla="*/ 113 w 353"/>
              <a:gd name="T61" fmla="*/ 177 h 289"/>
              <a:gd name="T62" fmla="*/ 177 w 353"/>
              <a:gd name="T63" fmla="*/ 233 h 289"/>
              <a:gd name="T64" fmla="*/ 241 w 353"/>
              <a:gd name="T65" fmla="*/ 177 h 289"/>
              <a:gd name="T66" fmla="*/ 337 w 353"/>
              <a:gd name="T67" fmla="*/ 177 h 289"/>
              <a:gd name="T68" fmla="*/ 337 w 353"/>
              <a:gd name="T69" fmla="*/ 273 h 2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353" h="289">
                <a:moveTo>
                  <a:pt x="353" y="166"/>
                </a:moveTo>
                <a:cubicBezTo>
                  <a:pt x="353" y="165"/>
                  <a:pt x="353" y="165"/>
                  <a:pt x="353" y="165"/>
                </a:cubicBezTo>
                <a:cubicBezTo>
                  <a:pt x="272" y="5"/>
                  <a:pt x="272" y="5"/>
                  <a:pt x="272" y="5"/>
                </a:cubicBezTo>
                <a:cubicBezTo>
                  <a:pt x="272" y="5"/>
                  <a:pt x="272" y="5"/>
                  <a:pt x="272" y="5"/>
                </a:cubicBezTo>
                <a:cubicBezTo>
                  <a:pt x="271" y="2"/>
                  <a:pt x="268" y="0"/>
                  <a:pt x="265" y="0"/>
                </a:cubicBezTo>
                <a:cubicBezTo>
                  <a:pt x="89" y="0"/>
                  <a:pt x="89" y="0"/>
                  <a:pt x="89" y="0"/>
                </a:cubicBezTo>
                <a:cubicBezTo>
                  <a:pt x="85" y="0"/>
                  <a:pt x="83" y="2"/>
                  <a:pt x="81" y="5"/>
                </a:cubicBezTo>
                <a:cubicBezTo>
                  <a:pt x="81" y="5"/>
                  <a:pt x="81" y="5"/>
                  <a:pt x="81" y="5"/>
                </a:cubicBezTo>
                <a:cubicBezTo>
                  <a:pt x="1" y="165"/>
                  <a:pt x="1" y="165"/>
                  <a:pt x="1" y="165"/>
                </a:cubicBezTo>
                <a:cubicBezTo>
                  <a:pt x="1" y="166"/>
                  <a:pt x="1" y="166"/>
                  <a:pt x="1" y="166"/>
                </a:cubicBezTo>
                <a:cubicBezTo>
                  <a:pt x="1" y="167"/>
                  <a:pt x="0" y="168"/>
                  <a:pt x="0" y="169"/>
                </a:cubicBezTo>
                <a:cubicBezTo>
                  <a:pt x="0" y="281"/>
                  <a:pt x="0" y="281"/>
                  <a:pt x="0" y="281"/>
                </a:cubicBezTo>
                <a:cubicBezTo>
                  <a:pt x="0" y="286"/>
                  <a:pt x="4" y="289"/>
                  <a:pt x="8" y="289"/>
                </a:cubicBezTo>
                <a:cubicBezTo>
                  <a:pt x="345" y="289"/>
                  <a:pt x="345" y="289"/>
                  <a:pt x="345" y="289"/>
                </a:cubicBezTo>
                <a:cubicBezTo>
                  <a:pt x="350" y="289"/>
                  <a:pt x="353" y="286"/>
                  <a:pt x="353" y="281"/>
                </a:cubicBezTo>
                <a:cubicBezTo>
                  <a:pt x="353" y="169"/>
                  <a:pt x="353" y="169"/>
                  <a:pt x="353" y="169"/>
                </a:cubicBezTo>
                <a:cubicBezTo>
                  <a:pt x="353" y="168"/>
                  <a:pt x="353" y="167"/>
                  <a:pt x="353" y="166"/>
                </a:cubicBezTo>
                <a:moveTo>
                  <a:pt x="93" y="17"/>
                </a:moveTo>
                <a:cubicBezTo>
                  <a:pt x="260" y="17"/>
                  <a:pt x="260" y="17"/>
                  <a:pt x="260" y="17"/>
                </a:cubicBezTo>
                <a:cubicBezTo>
                  <a:pt x="332" y="161"/>
                  <a:pt x="332" y="161"/>
                  <a:pt x="332" y="161"/>
                </a:cubicBezTo>
                <a:cubicBezTo>
                  <a:pt x="233" y="161"/>
                  <a:pt x="233" y="161"/>
                  <a:pt x="233" y="161"/>
                </a:cubicBezTo>
                <a:cubicBezTo>
                  <a:pt x="229" y="161"/>
                  <a:pt x="225" y="165"/>
                  <a:pt x="225" y="169"/>
                </a:cubicBezTo>
                <a:cubicBezTo>
                  <a:pt x="225" y="196"/>
                  <a:pt x="203" y="217"/>
                  <a:pt x="177" y="217"/>
                </a:cubicBezTo>
                <a:cubicBezTo>
                  <a:pt x="150" y="217"/>
                  <a:pt x="129" y="196"/>
                  <a:pt x="129" y="169"/>
                </a:cubicBezTo>
                <a:cubicBezTo>
                  <a:pt x="129" y="165"/>
                  <a:pt x="125" y="161"/>
                  <a:pt x="121" y="161"/>
                </a:cubicBezTo>
                <a:cubicBezTo>
                  <a:pt x="21" y="161"/>
                  <a:pt x="21" y="161"/>
                  <a:pt x="21" y="161"/>
                </a:cubicBezTo>
                <a:lnTo>
                  <a:pt x="93" y="17"/>
                </a:lnTo>
                <a:close/>
                <a:moveTo>
                  <a:pt x="337" y="273"/>
                </a:moveTo>
                <a:cubicBezTo>
                  <a:pt x="16" y="273"/>
                  <a:pt x="16" y="273"/>
                  <a:pt x="16" y="273"/>
                </a:cubicBezTo>
                <a:cubicBezTo>
                  <a:pt x="16" y="177"/>
                  <a:pt x="16" y="177"/>
                  <a:pt x="16" y="177"/>
                </a:cubicBezTo>
                <a:cubicBezTo>
                  <a:pt x="113" y="177"/>
                  <a:pt x="113" y="177"/>
                  <a:pt x="113" y="177"/>
                </a:cubicBezTo>
                <a:cubicBezTo>
                  <a:pt x="117" y="209"/>
                  <a:pt x="144" y="233"/>
                  <a:pt x="177" y="233"/>
                </a:cubicBezTo>
                <a:cubicBezTo>
                  <a:pt x="210" y="233"/>
                  <a:pt x="237" y="209"/>
                  <a:pt x="241" y="177"/>
                </a:cubicBezTo>
                <a:cubicBezTo>
                  <a:pt x="337" y="177"/>
                  <a:pt x="337" y="177"/>
                  <a:pt x="337" y="177"/>
                </a:cubicBezTo>
                <a:lnTo>
                  <a:pt x="337" y="273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3" name="Freeform 33"/>
          <p:cNvSpPr>
            <a:spLocks noEditPoints="1"/>
          </p:cNvSpPr>
          <p:nvPr/>
        </p:nvSpPr>
        <p:spPr bwMode="auto">
          <a:xfrm>
            <a:off x="9673167" y="3166535"/>
            <a:ext cx="577851" cy="527051"/>
          </a:xfrm>
          <a:custGeom>
            <a:avLst/>
            <a:gdLst>
              <a:gd name="T0" fmla="*/ 128 w 353"/>
              <a:gd name="T1" fmla="*/ 129 h 322"/>
              <a:gd name="T2" fmla="*/ 120 w 353"/>
              <a:gd name="T3" fmla="*/ 137 h 322"/>
              <a:gd name="T4" fmla="*/ 122 w 353"/>
              <a:gd name="T5" fmla="*/ 143 h 322"/>
              <a:gd name="T6" fmla="*/ 170 w 353"/>
              <a:gd name="T7" fmla="*/ 191 h 322"/>
              <a:gd name="T8" fmla="*/ 176 w 353"/>
              <a:gd name="T9" fmla="*/ 193 h 322"/>
              <a:gd name="T10" fmla="*/ 182 w 353"/>
              <a:gd name="T11" fmla="*/ 191 h 322"/>
              <a:gd name="T12" fmla="*/ 230 w 353"/>
              <a:gd name="T13" fmla="*/ 143 h 322"/>
              <a:gd name="T14" fmla="*/ 232 w 353"/>
              <a:gd name="T15" fmla="*/ 137 h 322"/>
              <a:gd name="T16" fmla="*/ 224 w 353"/>
              <a:gd name="T17" fmla="*/ 129 h 322"/>
              <a:gd name="T18" fmla="*/ 219 w 353"/>
              <a:gd name="T19" fmla="*/ 131 h 322"/>
              <a:gd name="T20" fmla="*/ 184 w 353"/>
              <a:gd name="T21" fmla="*/ 166 h 322"/>
              <a:gd name="T22" fmla="*/ 184 w 353"/>
              <a:gd name="T23" fmla="*/ 8 h 322"/>
              <a:gd name="T24" fmla="*/ 176 w 353"/>
              <a:gd name="T25" fmla="*/ 0 h 322"/>
              <a:gd name="T26" fmla="*/ 168 w 353"/>
              <a:gd name="T27" fmla="*/ 8 h 322"/>
              <a:gd name="T28" fmla="*/ 168 w 353"/>
              <a:gd name="T29" fmla="*/ 166 h 322"/>
              <a:gd name="T30" fmla="*/ 134 w 353"/>
              <a:gd name="T31" fmla="*/ 131 h 322"/>
              <a:gd name="T32" fmla="*/ 128 w 353"/>
              <a:gd name="T33" fmla="*/ 129 h 322"/>
              <a:gd name="T34" fmla="*/ 352 w 353"/>
              <a:gd name="T35" fmla="*/ 198 h 322"/>
              <a:gd name="T36" fmla="*/ 352 w 353"/>
              <a:gd name="T37" fmla="*/ 198 h 322"/>
              <a:gd name="T38" fmla="*/ 272 w 353"/>
              <a:gd name="T39" fmla="*/ 37 h 322"/>
              <a:gd name="T40" fmla="*/ 272 w 353"/>
              <a:gd name="T41" fmla="*/ 37 h 322"/>
              <a:gd name="T42" fmla="*/ 264 w 353"/>
              <a:gd name="T43" fmla="*/ 33 h 322"/>
              <a:gd name="T44" fmla="*/ 208 w 353"/>
              <a:gd name="T45" fmla="*/ 33 h 322"/>
              <a:gd name="T46" fmla="*/ 200 w 353"/>
              <a:gd name="T47" fmla="*/ 41 h 322"/>
              <a:gd name="T48" fmla="*/ 208 w 353"/>
              <a:gd name="T49" fmla="*/ 49 h 322"/>
              <a:gd name="T50" fmla="*/ 260 w 353"/>
              <a:gd name="T51" fmla="*/ 49 h 322"/>
              <a:gd name="T52" fmla="*/ 332 w 353"/>
              <a:gd name="T53" fmla="*/ 193 h 322"/>
              <a:gd name="T54" fmla="*/ 232 w 353"/>
              <a:gd name="T55" fmla="*/ 193 h 322"/>
              <a:gd name="T56" fmla="*/ 224 w 353"/>
              <a:gd name="T57" fmla="*/ 201 h 322"/>
              <a:gd name="T58" fmla="*/ 176 w 353"/>
              <a:gd name="T59" fmla="*/ 249 h 322"/>
              <a:gd name="T60" fmla="*/ 128 w 353"/>
              <a:gd name="T61" fmla="*/ 201 h 322"/>
              <a:gd name="T62" fmla="*/ 120 w 353"/>
              <a:gd name="T63" fmla="*/ 193 h 322"/>
              <a:gd name="T64" fmla="*/ 21 w 353"/>
              <a:gd name="T65" fmla="*/ 193 h 322"/>
              <a:gd name="T66" fmla="*/ 93 w 353"/>
              <a:gd name="T67" fmla="*/ 49 h 322"/>
              <a:gd name="T68" fmla="*/ 144 w 353"/>
              <a:gd name="T69" fmla="*/ 49 h 322"/>
              <a:gd name="T70" fmla="*/ 152 w 353"/>
              <a:gd name="T71" fmla="*/ 41 h 322"/>
              <a:gd name="T72" fmla="*/ 144 w 353"/>
              <a:gd name="T73" fmla="*/ 33 h 322"/>
              <a:gd name="T74" fmla="*/ 88 w 353"/>
              <a:gd name="T75" fmla="*/ 33 h 322"/>
              <a:gd name="T76" fmla="*/ 81 w 353"/>
              <a:gd name="T77" fmla="*/ 37 h 322"/>
              <a:gd name="T78" fmla="*/ 81 w 353"/>
              <a:gd name="T79" fmla="*/ 37 h 322"/>
              <a:gd name="T80" fmla="*/ 0 w 353"/>
              <a:gd name="T81" fmla="*/ 198 h 322"/>
              <a:gd name="T82" fmla="*/ 0 w 353"/>
              <a:gd name="T83" fmla="*/ 198 h 322"/>
              <a:gd name="T84" fmla="*/ 0 w 353"/>
              <a:gd name="T85" fmla="*/ 201 h 322"/>
              <a:gd name="T86" fmla="*/ 0 w 353"/>
              <a:gd name="T87" fmla="*/ 314 h 322"/>
              <a:gd name="T88" fmla="*/ 8 w 353"/>
              <a:gd name="T89" fmla="*/ 322 h 322"/>
              <a:gd name="T90" fmla="*/ 345 w 353"/>
              <a:gd name="T91" fmla="*/ 322 h 322"/>
              <a:gd name="T92" fmla="*/ 353 w 353"/>
              <a:gd name="T93" fmla="*/ 314 h 322"/>
              <a:gd name="T94" fmla="*/ 353 w 353"/>
              <a:gd name="T95" fmla="*/ 201 h 322"/>
              <a:gd name="T96" fmla="*/ 352 w 353"/>
              <a:gd name="T97" fmla="*/ 198 h 322"/>
              <a:gd name="T98" fmla="*/ 337 w 353"/>
              <a:gd name="T99" fmla="*/ 305 h 322"/>
              <a:gd name="T100" fmla="*/ 16 w 353"/>
              <a:gd name="T101" fmla="*/ 305 h 322"/>
              <a:gd name="T102" fmla="*/ 16 w 353"/>
              <a:gd name="T103" fmla="*/ 209 h 322"/>
              <a:gd name="T104" fmla="*/ 112 w 353"/>
              <a:gd name="T105" fmla="*/ 209 h 322"/>
              <a:gd name="T106" fmla="*/ 176 w 353"/>
              <a:gd name="T107" fmla="*/ 265 h 322"/>
              <a:gd name="T108" fmla="*/ 240 w 353"/>
              <a:gd name="T109" fmla="*/ 209 h 322"/>
              <a:gd name="T110" fmla="*/ 337 w 353"/>
              <a:gd name="T111" fmla="*/ 209 h 322"/>
              <a:gd name="T112" fmla="*/ 337 w 353"/>
              <a:gd name="T113" fmla="*/ 305 h 3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353" h="322">
                <a:moveTo>
                  <a:pt x="128" y="129"/>
                </a:moveTo>
                <a:cubicBezTo>
                  <a:pt x="124" y="129"/>
                  <a:pt x="120" y="132"/>
                  <a:pt x="120" y="137"/>
                </a:cubicBezTo>
                <a:cubicBezTo>
                  <a:pt x="120" y="139"/>
                  <a:pt x="121" y="141"/>
                  <a:pt x="122" y="143"/>
                </a:cubicBezTo>
                <a:cubicBezTo>
                  <a:pt x="170" y="191"/>
                  <a:pt x="170" y="191"/>
                  <a:pt x="170" y="191"/>
                </a:cubicBezTo>
                <a:cubicBezTo>
                  <a:pt x="172" y="192"/>
                  <a:pt x="174" y="193"/>
                  <a:pt x="176" y="193"/>
                </a:cubicBezTo>
                <a:cubicBezTo>
                  <a:pt x="178" y="193"/>
                  <a:pt x="180" y="192"/>
                  <a:pt x="182" y="191"/>
                </a:cubicBezTo>
                <a:cubicBezTo>
                  <a:pt x="230" y="143"/>
                  <a:pt x="230" y="143"/>
                  <a:pt x="230" y="143"/>
                </a:cubicBezTo>
                <a:cubicBezTo>
                  <a:pt x="231" y="141"/>
                  <a:pt x="232" y="139"/>
                  <a:pt x="232" y="137"/>
                </a:cubicBezTo>
                <a:cubicBezTo>
                  <a:pt x="232" y="132"/>
                  <a:pt x="229" y="129"/>
                  <a:pt x="224" y="129"/>
                </a:cubicBezTo>
                <a:cubicBezTo>
                  <a:pt x="222" y="129"/>
                  <a:pt x="220" y="130"/>
                  <a:pt x="219" y="131"/>
                </a:cubicBezTo>
                <a:cubicBezTo>
                  <a:pt x="184" y="166"/>
                  <a:pt x="184" y="166"/>
                  <a:pt x="184" y="166"/>
                </a:cubicBezTo>
                <a:cubicBezTo>
                  <a:pt x="184" y="8"/>
                  <a:pt x="184" y="8"/>
                  <a:pt x="184" y="8"/>
                </a:cubicBezTo>
                <a:cubicBezTo>
                  <a:pt x="184" y="4"/>
                  <a:pt x="181" y="0"/>
                  <a:pt x="176" y="0"/>
                </a:cubicBezTo>
                <a:cubicBezTo>
                  <a:pt x="172" y="0"/>
                  <a:pt x="168" y="4"/>
                  <a:pt x="168" y="8"/>
                </a:cubicBezTo>
                <a:cubicBezTo>
                  <a:pt x="168" y="166"/>
                  <a:pt x="168" y="166"/>
                  <a:pt x="168" y="166"/>
                </a:cubicBezTo>
                <a:cubicBezTo>
                  <a:pt x="134" y="131"/>
                  <a:pt x="134" y="131"/>
                  <a:pt x="134" y="131"/>
                </a:cubicBezTo>
                <a:cubicBezTo>
                  <a:pt x="132" y="130"/>
                  <a:pt x="130" y="129"/>
                  <a:pt x="128" y="129"/>
                </a:cubicBezTo>
                <a:moveTo>
                  <a:pt x="352" y="198"/>
                </a:moveTo>
                <a:cubicBezTo>
                  <a:pt x="352" y="198"/>
                  <a:pt x="352" y="198"/>
                  <a:pt x="352" y="198"/>
                </a:cubicBezTo>
                <a:cubicBezTo>
                  <a:pt x="272" y="37"/>
                  <a:pt x="272" y="37"/>
                  <a:pt x="272" y="37"/>
                </a:cubicBezTo>
                <a:cubicBezTo>
                  <a:pt x="272" y="37"/>
                  <a:pt x="272" y="37"/>
                  <a:pt x="272" y="37"/>
                </a:cubicBezTo>
                <a:cubicBezTo>
                  <a:pt x="270" y="34"/>
                  <a:pt x="268" y="33"/>
                  <a:pt x="264" y="33"/>
                </a:cubicBezTo>
                <a:cubicBezTo>
                  <a:pt x="208" y="33"/>
                  <a:pt x="208" y="33"/>
                  <a:pt x="208" y="33"/>
                </a:cubicBezTo>
                <a:cubicBezTo>
                  <a:pt x="204" y="33"/>
                  <a:pt x="200" y="36"/>
                  <a:pt x="200" y="41"/>
                </a:cubicBezTo>
                <a:cubicBezTo>
                  <a:pt x="200" y="45"/>
                  <a:pt x="204" y="49"/>
                  <a:pt x="208" y="49"/>
                </a:cubicBezTo>
                <a:cubicBezTo>
                  <a:pt x="260" y="49"/>
                  <a:pt x="260" y="49"/>
                  <a:pt x="260" y="49"/>
                </a:cubicBezTo>
                <a:cubicBezTo>
                  <a:pt x="332" y="193"/>
                  <a:pt x="332" y="193"/>
                  <a:pt x="332" y="193"/>
                </a:cubicBezTo>
                <a:cubicBezTo>
                  <a:pt x="232" y="193"/>
                  <a:pt x="232" y="193"/>
                  <a:pt x="232" y="193"/>
                </a:cubicBezTo>
                <a:cubicBezTo>
                  <a:pt x="228" y="193"/>
                  <a:pt x="224" y="197"/>
                  <a:pt x="224" y="201"/>
                </a:cubicBezTo>
                <a:cubicBezTo>
                  <a:pt x="224" y="228"/>
                  <a:pt x="203" y="249"/>
                  <a:pt x="176" y="249"/>
                </a:cubicBezTo>
                <a:cubicBezTo>
                  <a:pt x="150" y="249"/>
                  <a:pt x="128" y="228"/>
                  <a:pt x="128" y="201"/>
                </a:cubicBezTo>
                <a:cubicBezTo>
                  <a:pt x="128" y="197"/>
                  <a:pt x="124" y="193"/>
                  <a:pt x="120" y="193"/>
                </a:cubicBezTo>
                <a:cubicBezTo>
                  <a:pt x="21" y="193"/>
                  <a:pt x="21" y="193"/>
                  <a:pt x="21" y="193"/>
                </a:cubicBezTo>
                <a:cubicBezTo>
                  <a:pt x="93" y="49"/>
                  <a:pt x="93" y="49"/>
                  <a:pt x="93" y="49"/>
                </a:cubicBezTo>
                <a:cubicBezTo>
                  <a:pt x="144" y="49"/>
                  <a:pt x="144" y="49"/>
                  <a:pt x="144" y="49"/>
                </a:cubicBezTo>
                <a:cubicBezTo>
                  <a:pt x="148" y="49"/>
                  <a:pt x="152" y="45"/>
                  <a:pt x="152" y="41"/>
                </a:cubicBezTo>
                <a:cubicBezTo>
                  <a:pt x="152" y="36"/>
                  <a:pt x="148" y="33"/>
                  <a:pt x="144" y="33"/>
                </a:cubicBezTo>
                <a:cubicBezTo>
                  <a:pt x="88" y="33"/>
                  <a:pt x="88" y="33"/>
                  <a:pt x="88" y="33"/>
                </a:cubicBezTo>
                <a:cubicBezTo>
                  <a:pt x="85" y="33"/>
                  <a:pt x="82" y="34"/>
                  <a:pt x="81" y="37"/>
                </a:cubicBezTo>
                <a:cubicBezTo>
                  <a:pt x="81" y="37"/>
                  <a:pt x="81" y="37"/>
                  <a:pt x="81" y="37"/>
                </a:cubicBezTo>
                <a:cubicBezTo>
                  <a:pt x="0" y="198"/>
                  <a:pt x="0" y="198"/>
                  <a:pt x="0" y="198"/>
                </a:cubicBezTo>
                <a:cubicBezTo>
                  <a:pt x="0" y="198"/>
                  <a:pt x="0" y="198"/>
                  <a:pt x="0" y="198"/>
                </a:cubicBezTo>
                <a:cubicBezTo>
                  <a:pt x="0" y="199"/>
                  <a:pt x="0" y="200"/>
                  <a:pt x="0" y="201"/>
                </a:cubicBezTo>
                <a:cubicBezTo>
                  <a:pt x="0" y="314"/>
                  <a:pt x="0" y="314"/>
                  <a:pt x="0" y="314"/>
                </a:cubicBezTo>
                <a:cubicBezTo>
                  <a:pt x="0" y="318"/>
                  <a:pt x="3" y="322"/>
                  <a:pt x="8" y="322"/>
                </a:cubicBezTo>
                <a:cubicBezTo>
                  <a:pt x="345" y="322"/>
                  <a:pt x="345" y="322"/>
                  <a:pt x="345" y="322"/>
                </a:cubicBezTo>
                <a:cubicBezTo>
                  <a:pt x="349" y="322"/>
                  <a:pt x="353" y="318"/>
                  <a:pt x="353" y="314"/>
                </a:cubicBezTo>
                <a:cubicBezTo>
                  <a:pt x="353" y="201"/>
                  <a:pt x="353" y="201"/>
                  <a:pt x="353" y="201"/>
                </a:cubicBezTo>
                <a:cubicBezTo>
                  <a:pt x="353" y="200"/>
                  <a:pt x="352" y="199"/>
                  <a:pt x="352" y="198"/>
                </a:cubicBezTo>
                <a:moveTo>
                  <a:pt x="337" y="305"/>
                </a:moveTo>
                <a:cubicBezTo>
                  <a:pt x="16" y="305"/>
                  <a:pt x="16" y="305"/>
                  <a:pt x="16" y="305"/>
                </a:cubicBezTo>
                <a:cubicBezTo>
                  <a:pt x="16" y="209"/>
                  <a:pt x="16" y="209"/>
                  <a:pt x="16" y="209"/>
                </a:cubicBezTo>
                <a:cubicBezTo>
                  <a:pt x="112" y="209"/>
                  <a:pt x="112" y="209"/>
                  <a:pt x="112" y="209"/>
                </a:cubicBezTo>
                <a:cubicBezTo>
                  <a:pt x="116" y="241"/>
                  <a:pt x="143" y="265"/>
                  <a:pt x="176" y="265"/>
                </a:cubicBezTo>
                <a:cubicBezTo>
                  <a:pt x="209" y="265"/>
                  <a:pt x="236" y="241"/>
                  <a:pt x="240" y="209"/>
                </a:cubicBezTo>
                <a:cubicBezTo>
                  <a:pt x="337" y="209"/>
                  <a:pt x="337" y="209"/>
                  <a:pt x="337" y="209"/>
                </a:cubicBezTo>
                <a:lnTo>
                  <a:pt x="337" y="305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4" name="Freeform 34"/>
          <p:cNvSpPr>
            <a:spLocks noEditPoints="1"/>
          </p:cNvSpPr>
          <p:nvPr/>
        </p:nvSpPr>
        <p:spPr bwMode="auto">
          <a:xfrm>
            <a:off x="10775951" y="3166535"/>
            <a:ext cx="577851" cy="527051"/>
          </a:xfrm>
          <a:custGeom>
            <a:avLst/>
            <a:gdLst>
              <a:gd name="T0" fmla="*/ 128 w 353"/>
              <a:gd name="T1" fmla="*/ 65 h 322"/>
              <a:gd name="T2" fmla="*/ 134 w 353"/>
              <a:gd name="T3" fmla="*/ 62 h 322"/>
              <a:gd name="T4" fmla="*/ 168 w 353"/>
              <a:gd name="T5" fmla="*/ 28 h 322"/>
              <a:gd name="T6" fmla="*/ 168 w 353"/>
              <a:gd name="T7" fmla="*/ 185 h 322"/>
              <a:gd name="T8" fmla="*/ 176 w 353"/>
              <a:gd name="T9" fmla="*/ 193 h 322"/>
              <a:gd name="T10" fmla="*/ 185 w 353"/>
              <a:gd name="T11" fmla="*/ 185 h 322"/>
              <a:gd name="T12" fmla="*/ 185 w 353"/>
              <a:gd name="T13" fmla="*/ 28 h 322"/>
              <a:gd name="T14" fmla="*/ 219 w 353"/>
              <a:gd name="T15" fmla="*/ 62 h 322"/>
              <a:gd name="T16" fmla="*/ 225 w 353"/>
              <a:gd name="T17" fmla="*/ 65 h 322"/>
              <a:gd name="T18" fmla="*/ 233 w 353"/>
              <a:gd name="T19" fmla="*/ 57 h 322"/>
              <a:gd name="T20" fmla="*/ 230 w 353"/>
              <a:gd name="T21" fmla="*/ 51 h 322"/>
              <a:gd name="T22" fmla="*/ 182 w 353"/>
              <a:gd name="T23" fmla="*/ 3 h 322"/>
              <a:gd name="T24" fmla="*/ 176 w 353"/>
              <a:gd name="T25" fmla="*/ 0 h 322"/>
              <a:gd name="T26" fmla="*/ 171 w 353"/>
              <a:gd name="T27" fmla="*/ 3 h 322"/>
              <a:gd name="T28" fmla="*/ 123 w 353"/>
              <a:gd name="T29" fmla="*/ 51 h 322"/>
              <a:gd name="T30" fmla="*/ 120 w 353"/>
              <a:gd name="T31" fmla="*/ 57 h 322"/>
              <a:gd name="T32" fmla="*/ 128 w 353"/>
              <a:gd name="T33" fmla="*/ 65 h 322"/>
              <a:gd name="T34" fmla="*/ 352 w 353"/>
              <a:gd name="T35" fmla="*/ 198 h 322"/>
              <a:gd name="T36" fmla="*/ 352 w 353"/>
              <a:gd name="T37" fmla="*/ 198 h 322"/>
              <a:gd name="T38" fmla="*/ 272 w 353"/>
              <a:gd name="T39" fmla="*/ 37 h 322"/>
              <a:gd name="T40" fmla="*/ 272 w 353"/>
              <a:gd name="T41" fmla="*/ 37 h 322"/>
              <a:gd name="T42" fmla="*/ 265 w 353"/>
              <a:gd name="T43" fmla="*/ 33 h 322"/>
              <a:gd name="T44" fmla="*/ 257 w 353"/>
              <a:gd name="T45" fmla="*/ 33 h 322"/>
              <a:gd name="T46" fmla="*/ 249 w 353"/>
              <a:gd name="T47" fmla="*/ 41 h 322"/>
              <a:gd name="T48" fmla="*/ 257 w 353"/>
              <a:gd name="T49" fmla="*/ 49 h 322"/>
              <a:gd name="T50" fmla="*/ 260 w 353"/>
              <a:gd name="T51" fmla="*/ 49 h 322"/>
              <a:gd name="T52" fmla="*/ 332 w 353"/>
              <a:gd name="T53" fmla="*/ 193 h 322"/>
              <a:gd name="T54" fmla="*/ 233 w 353"/>
              <a:gd name="T55" fmla="*/ 193 h 322"/>
              <a:gd name="T56" fmla="*/ 225 w 353"/>
              <a:gd name="T57" fmla="*/ 201 h 322"/>
              <a:gd name="T58" fmla="*/ 176 w 353"/>
              <a:gd name="T59" fmla="*/ 249 h 322"/>
              <a:gd name="T60" fmla="*/ 128 w 353"/>
              <a:gd name="T61" fmla="*/ 201 h 322"/>
              <a:gd name="T62" fmla="*/ 120 w 353"/>
              <a:gd name="T63" fmla="*/ 193 h 322"/>
              <a:gd name="T64" fmla="*/ 21 w 353"/>
              <a:gd name="T65" fmla="*/ 193 h 322"/>
              <a:gd name="T66" fmla="*/ 93 w 353"/>
              <a:gd name="T67" fmla="*/ 49 h 322"/>
              <a:gd name="T68" fmla="*/ 96 w 353"/>
              <a:gd name="T69" fmla="*/ 49 h 322"/>
              <a:gd name="T70" fmla="*/ 104 w 353"/>
              <a:gd name="T71" fmla="*/ 41 h 322"/>
              <a:gd name="T72" fmla="*/ 96 w 353"/>
              <a:gd name="T73" fmla="*/ 33 h 322"/>
              <a:gd name="T74" fmla="*/ 88 w 353"/>
              <a:gd name="T75" fmla="*/ 33 h 322"/>
              <a:gd name="T76" fmla="*/ 81 w 353"/>
              <a:gd name="T77" fmla="*/ 37 h 322"/>
              <a:gd name="T78" fmla="*/ 81 w 353"/>
              <a:gd name="T79" fmla="*/ 37 h 322"/>
              <a:gd name="T80" fmla="*/ 1 w 353"/>
              <a:gd name="T81" fmla="*/ 198 h 322"/>
              <a:gd name="T82" fmla="*/ 1 w 353"/>
              <a:gd name="T83" fmla="*/ 198 h 322"/>
              <a:gd name="T84" fmla="*/ 0 w 353"/>
              <a:gd name="T85" fmla="*/ 201 h 322"/>
              <a:gd name="T86" fmla="*/ 0 w 353"/>
              <a:gd name="T87" fmla="*/ 314 h 322"/>
              <a:gd name="T88" fmla="*/ 8 w 353"/>
              <a:gd name="T89" fmla="*/ 322 h 322"/>
              <a:gd name="T90" fmla="*/ 345 w 353"/>
              <a:gd name="T91" fmla="*/ 322 h 322"/>
              <a:gd name="T92" fmla="*/ 353 w 353"/>
              <a:gd name="T93" fmla="*/ 314 h 322"/>
              <a:gd name="T94" fmla="*/ 353 w 353"/>
              <a:gd name="T95" fmla="*/ 201 h 322"/>
              <a:gd name="T96" fmla="*/ 352 w 353"/>
              <a:gd name="T97" fmla="*/ 198 h 322"/>
              <a:gd name="T98" fmla="*/ 337 w 353"/>
              <a:gd name="T99" fmla="*/ 305 h 322"/>
              <a:gd name="T100" fmla="*/ 16 w 353"/>
              <a:gd name="T101" fmla="*/ 305 h 322"/>
              <a:gd name="T102" fmla="*/ 16 w 353"/>
              <a:gd name="T103" fmla="*/ 209 h 322"/>
              <a:gd name="T104" fmla="*/ 113 w 353"/>
              <a:gd name="T105" fmla="*/ 209 h 322"/>
              <a:gd name="T106" fmla="*/ 176 w 353"/>
              <a:gd name="T107" fmla="*/ 265 h 322"/>
              <a:gd name="T108" fmla="*/ 240 w 353"/>
              <a:gd name="T109" fmla="*/ 209 h 322"/>
              <a:gd name="T110" fmla="*/ 337 w 353"/>
              <a:gd name="T111" fmla="*/ 209 h 322"/>
              <a:gd name="T112" fmla="*/ 337 w 353"/>
              <a:gd name="T113" fmla="*/ 305 h 3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353" h="322">
                <a:moveTo>
                  <a:pt x="128" y="65"/>
                </a:moveTo>
                <a:cubicBezTo>
                  <a:pt x="131" y="65"/>
                  <a:pt x="133" y="64"/>
                  <a:pt x="134" y="62"/>
                </a:cubicBezTo>
                <a:cubicBezTo>
                  <a:pt x="168" y="28"/>
                  <a:pt x="168" y="28"/>
                  <a:pt x="168" y="28"/>
                </a:cubicBezTo>
                <a:cubicBezTo>
                  <a:pt x="168" y="185"/>
                  <a:pt x="168" y="185"/>
                  <a:pt x="168" y="185"/>
                </a:cubicBezTo>
                <a:cubicBezTo>
                  <a:pt x="168" y="190"/>
                  <a:pt x="172" y="193"/>
                  <a:pt x="176" y="193"/>
                </a:cubicBezTo>
                <a:cubicBezTo>
                  <a:pt x="181" y="193"/>
                  <a:pt x="185" y="190"/>
                  <a:pt x="185" y="185"/>
                </a:cubicBezTo>
                <a:cubicBezTo>
                  <a:pt x="185" y="28"/>
                  <a:pt x="185" y="28"/>
                  <a:pt x="185" y="28"/>
                </a:cubicBezTo>
                <a:cubicBezTo>
                  <a:pt x="219" y="62"/>
                  <a:pt x="219" y="62"/>
                  <a:pt x="219" y="62"/>
                </a:cubicBezTo>
                <a:cubicBezTo>
                  <a:pt x="220" y="64"/>
                  <a:pt x="222" y="65"/>
                  <a:pt x="225" y="65"/>
                </a:cubicBezTo>
                <a:cubicBezTo>
                  <a:pt x="229" y="65"/>
                  <a:pt x="233" y="61"/>
                  <a:pt x="233" y="57"/>
                </a:cubicBezTo>
                <a:cubicBezTo>
                  <a:pt x="233" y="54"/>
                  <a:pt x="232" y="52"/>
                  <a:pt x="230" y="51"/>
                </a:cubicBezTo>
                <a:cubicBezTo>
                  <a:pt x="182" y="3"/>
                  <a:pt x="182" y="3"/>
                  <a:pt x="182" y="3"/>
                </a:cubicBezTo>
                <a:cubicBezTo>
                  <a:pt x="181" y="1"/>
                  <a:pt x="179" y="0"/>
                  <a:pt x="176" y="0"/>
                </a:cubicBezTo>
                <a:cubicBezTo>
                  <a:pt x="174" y="0"/>
                  <a:pt x="172" y="1"/>
                  <a:pt x="171" y="3"/>
                </a:cubicBezTo>
                <a:cubicBezTo>
                  <a:pt x="123" y="51"/>
                  <a:pt x="123" y="51"/>
                  <a:pt x="123" y="51"/>
                </a:cubicBezTo>
                <a:cubicBezTo>
                  <a:pt x="121" y="52"/>
                  <a:pt x="120" y="54"/>
                  <a:pt x="120" y="57"/>
                </a:cubicBezTo>
                <a:cubicBezTo>
                  <a:pt x="120" y="61"/>
                  <a:pt x="124" y="65"/>
                  <a:pt x="128" y="65"/>
                </a:cubicBezTo>
                <a:moveTo>
                  <a:pt x="352" y="198"/>
                </a:moveTo>
                <a:cubicBezTo>
                  <a:pt x="352" y="198"/>
                  <a:pt x="352" y="198"/>
                  <a:pt x="352" y="198"/>
                </a:cubicBezTo>
                <a:cubicBezTo>
                  <a:pt x="272" y="37"/>
                  <a:pt x="272" y="37"/>
                  <a:pt x="272" y="37"/>
                </a:cubicBezTo>
                <a:cubicBezTo>
                  <a:pt x="272" y="37"/>
                  <a:pt x="272" y="37"/>
                  <a:pt x="272" y="37"/>
                </a:cubicBezTo>
                <a:cubicBezTo>
                  <a:pt x="271" y="34"/>
                  <a:pt x="268" y="33"/>
                  <a:pt x="265" y="33"/>
                </a:cubicBezTo>
                <a:cubicBezTo>
                  <a:pt x="257" y="33"/>
                  <a:pt x="257" y="33"/>
                  <a:pt x="257" y="33"/>
                </a:cubicBezTo>
                <a:cubicBezTo>
                  <a:pt x="252" y="33"/>
                  <a:pt x="249" y="36"/>
                  <a:pt x="249" y="41"/>
                </a:cubicBezTo>
                <a:cubicBezTo>
                  <a:pt x="249" y="45"/>
                  <a:pt x="252" y="49"/>
                  <a:pt x="257" y="49"/>
                </a:cubicBezTo>
                <a:cubicBezTo>
                  <a:pt x="260" y="49"/>
                  <a:pt x="260" y="49"/>
                  <a:pt x="260" y="49"/>
                </a:cubicBezTo>
                <a:cubicBezTo>
                  <a:pt x="332" y="193"/>
                  <a:pt x="332" y="193"/>
                  <a:pt x="332" y="193"/>
                </a:cubicBezTo>
                <a:cubicBezTo>
                  <a:pt x="233" y="193"/>
                  <a:pt x="233" y="193"/>
                  <a:pt x="233" y="193"/>
                </a:cubicBezTo>
                <a:cubicBezTo>
                  <a:pt x="228" y="193"/>
                  <a:pt x="225" y="197"/>
                  <a:pt x="225" y="201"/>
                </a:cubicBezTo>
                <a:cubicBezTo>
                  <a:pt x="225" y="228"/>
                  <a:pt x="203" y="249"/>
                  <a:pt x="176" y="249"/>
                </a:cubicBezTo>
                <a:cubicBezTo>
                  <a:pt x="150" y="249"/>
                  <a:pt x="128" y="228"/>
                  <a:pt x="128" y="201"/>
                </a:cubicBezTo>
                <a:cubicBezTo>
                  <a:pt x="128" y="197"/>
                  <a:pt x="125" y="193"/>
                  <a:pt x="120" y="193"/>
                </a:cubicBezTo>
                <a:cubicBezTo>
                  <a:pt x="21" y="193"/>
                  <a:pt x="21" y="193"/>
                  <a:pt x="21" y="193"/>
                </a:cubicBezTo>
                <a:cubicBezTo>
                  <a:pt x="93" y="49"/>
                  <a:pt x="93" y="49"/>
                  <a:pt x="93" y="49"/>
                </a:cubicBezTo>
                <a:cubicBezTo>
                  <a:pt x="96" y="49"/>
                  <a:pt x="96" y="49"/>
                  <a:pt x="96" y="49"/>
                </a:cubicBezTo>
                <a:cubicBezTo>
                  <a:pt x="101" y="49"/>
                  <a:pt x="104" y="45"/>
                  <a:pt x="104" y="41"/>
                </a:cubicBezTo>
                <a:cubicBezTo>
                  <a:pt x="104" y="36"/>
                  <a:pt x="101" y="33"/>
                  <a:pt x="96" y="33"/>
                </a:cubicBezTo>
                <a:cubicBezTo>
                  <a:pt x="88" y="33"/>
                  <a:pt x="88" y="33"/>
                  <a:pt x="88" y="33"/>
                </a:cubicBezTo>
                <a:cubicBezTo>
                  <a:pt x="85" y="33"/>
                  <a:pt x="82" y="34"/>
                  <a:pt x="81" y="37"/>
                </a:cubicBezTo>
                <a:cubicBezTo>
                  <a:pt x="81" y="37"/>
                  <a:pt x="81" y="37"/>
                  <a:pt x="81" y="37"/>
                </a:cubicBezTo>
                <a:cubicBezTo>
                  <a:pt x="1" y="198"/>
                  <a:pt x="1" y="198"/>
                  <a:pt x="1" y="198"/>
                </a:cubicBezTo>
                <a:cubicBezTo>
                  <a:pt x="1" y="198"/>
                  <a:pt x="1" y="198"/>
                  <a:pt x="1" y="198"/>
                </a:cubicBezTo>
                <a:cubicBezTo>
                  <a:pt x="0" y="199"/>
                  <a:pt x="0" y="200"/>
                  <a:pt x="0" y="201"/>
                </a:cubicBezTo>
                <a:cubicBezTo>
                  <a:pt x="0" y="314"/>
                  <a:pt x="0" y="314"/>
                  <a:pt x="0" y="314"/>
                </a:cubicBezTo>
                <a:cubicBezTo>
                  <a:pt x="0" y="318"/>
                  <a:pt x="3" y="322"/>
                  <a:pt x="8" y="322"/>
                </a:cubicBezTo>
                <a:cubicBezTo>
                  <a:pt x="345" y="322"/>
                  <a:pt x="345" y="322"/>
                  <a:pt x="345" y="322"/>
                </a:cubicBezTo>
                <a:cubicBezTo>
                  <a:pt x="350" y="322"/>
                  <a:pt x="353" y="318"/>
                  <a:pt x="353" y="314"/>
                </a:cubicBezTo>
                <a:cubicBezTo>
                  <a:pt x="353" y="201"/>
                  <a:pt x="353" y="201"/>
                  <a:pt x="353" y="201"/>
                </a:cubicBezTo>
                <a:cubicBezTo>
                  <a:pt x="353" y="200"/>
                  <a:pt x="353" y="199"/>
                  <a:pt x="352" y="198"/>
                </a:cubicBezTo>
                <a:moveTo>
                  <a:pt x="337" y="305"/>
                </a:moveTo>
                <a:cubicBezTo>
                  <a:pt x="16" y="305"/>
                  <a:pt x="16" y="305"/>
                  <a:pt x="16" y="305"/>
                </a:cubicBezTo>
                <a:cubicBezTo>
                  <a:pt x="16" y="209"/>
                  <a:pt x="16" y="209"/>
                  <a:pt x="16" y="209"/>
                </a:cubicBezTo>
                <a:cubicBezTo>
                  <a:pt x="113" y="209"/>
                  <a:pt x="113" y="209"/>
                  <a:pt x="113" y="209"/>
                </a:cubicBezTo>
                <a:cubicBezTo>
                  <a:pt x="117" y="241"/>
                  <a:pt x="144" y="265"/>
                  <a:pt x="176" y="265"/>
                </a:cubicBezTo>
                <a:cubicBezTo>
                  <a:pt x="209" y="265"/>
                  <a:pt x="236" y="241"/>
                  <a:pt x="240" y="209"/>
                </a:cubicBezTo>
                <a:cubicBezTo>
                  <a:pt x="337" y="209"/>
                  <a:pt x="337" y="209"/>
                  <a:pt x="337" y="209"/>
                </a:cubicBezTo>
                <a:lnTo>
                  <a:pt x="337" y="305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5" name="Freeform 35"/>
          <p:cNvSpPr>
            <a:spLocks noEditPoints="1"/>
          </p:cNvSpPr>
          <p:nvPr/>
        </p:nvSpPr>
        <p:spPr bwMode="auto">
          <a:xfrm>
            <a:off x="840317" y="4298952"/>
            <a:ext cx="577851" cy="472017"/>
          </a:xfrm>
          <a:custGeom>
            <a:avLst/>
            <a:gdLst>
              <a:gd name="T0" fmla="*/ 120 w 353"/>
              <a:gd name="T1" fmla="*/ 64 h 289"/>
              <a:gd name="T2" fmla="*/ 233 w 353"/>
              <a:gd name="T3" fmla="*/ 64 h 289"/>
              <a:gd name="T4" fmla="*/ 241 w 353"/>
              <a:gd name="T5" fmla="*/ 56 h 289"/>
              <a:gd name="T6" fmla="*/ 233 w 353"/>
              <a:gd name="T7" fmla="*/ 48 h 289"/>
              <a:gd name="T8" fmla="*/ 120 w 353"/>
              <a:gd name="T9" fmla="*/ 48 h 289"/>
              <a:gd name="T10" fmla="*/ 112 w 353"/>
              <a:gd name="T11" fmla="*/ 56 h 289"/>
              <a:gd name="T12" fmla="*/ 120 w 353"/>
              <a:gd name="T13" fmla="*/ 64 h 289"/>
              <a:gd name="T14" fmla="*/ 104 w 353"/>
              <a:gd name="T15" fmla="*/ 96 h 289"/>
              <a:gd name="T16" fmla="*/ 249 w 353"/>
              <a:gd name="T17" fmla="*/ 96 h 289"/>
              <a:gd name="T18" fmla="*/ 257 w 353"/>
              <a:gd name="T19" fmla="*/ 88 h 289"/>
              <a:gd name="T20" fmla="*/ 249 w 353"/>
              <a:gd name="T21" fmla="*/ 80 h 289"/>
              <a:gd name="T22" fmla="*/ 104 w 353"/>
              <a:gd name="T23" fmla="*/ 80 h 289"/>
              <a:gd name="T24" fmla="*/ 96 w 353"/>
              <a:gd name="T25" fmla="*/ 88 h 289"/>
              <a:gd name="T26" fmla="*/ 104 w 353"/>
              <a:gd name="T27" fmla="*/ 96 h 289"/>
              <a:gd name="T28" fmla="*/ 273 w 353"/>
              <a:gd name="T29" fmla="*/ 120 h 289"/>
              <a:gd name="T30" fmla="*/ 265 w 353"/>
              <a:gd name="T31" fmla="*/ 112 h 289"/>
              <a:gd name="T32" fmla="*/ 88 w 353"/>
              <a:gd name="T33" fmla="*/ 112 h 289"/>
              <a:gd name="T34" fmla="*/ 80 w 353"/>
              <a:gd name="T35" fmla="*/ 120 h 289"/>
              <a:gd name="T36" fmla="*/ 88 w 353"/>
              <a:gd name="T37" fmla="*/ 128 h 289"/>
              <a:gd name="T38" fmla="*/ 265 w 353"/>
              <a:gd name="T39" fmla="*/ 128 h 289"/>
              <a:gd name="T40" fmla="*/ 273 w 353"/>
              <a:gd name="T41" fmla="*/ 120 h 289"/>
              <a:gd name="T42" fmla="*/ 352 w 353"/>
              <a:gd name="T43" fmla="*/ 165 h 289"/>
              <a:gd name="T44" fmla="*/ 352 w 353"/>
              <a:gd name="T45" fmla="*/ 165 h 289"/>
              <a:gd name="T46" fmla="*/ 272 w 353"/>
              <a:gd name="T47" fmla="*/ 4 h 289"/>
              <a:gd name="T48" fmla="*/ 272 w 353"/>
              <a:gd name="T49" fmla="*/ 4 h 289"/>
              <a:gd name="T50" fmla="*/ 265 w 353"/>
              <a:gd name="T51" fmla="*/ 0 h 289"/>
              <a:gd name="T52" fmla="*/ 88 w 353"/>
              <a:gd name="T53" fmla="*/ 0 h 289"/>
              <a:gd name="T54" fmla="*/ 81 w 353"/>
              <a:gd name="T55" fmla="*/ 4 h 289"/>
              <a:gd name="T56" fmla="*/ 81 w 353"/>
              <a:gd name="T57" fmla="*/ 4 h 289"/>
              <a:gd name="T58" fmla="*/ 1 w 353"/>
              <a:gd name="T59" fmla="*/ 165 h 289"/>
              <a:gd name="T60" fmla="*/ 1 w 353"/>
              <a:gd name="T61" fmla="*/ 165 h 289"/>
              <a:gd name="T62" fmla="*/ 0 w 353"/>
              <a:gd name="T63" fmla="*/ 168 h 289"/>
              <a:gd name="T64" fmla="*/ 0 w 353"/>
              <a:gd name="T65" fmla="*/ 281 h 289"/>
              <a:gd name="T66" fmla="*/ 8 w 353"/>
              <a:gd name="T67" fmla="*/ 289 h 289"/>
              <a:gd name="T68" fmla="*/ 345 w 353"/>
              <a:gd name="T69" fmla="*/ 289 h 289"/>
              <a:gd name="T70" fmla="*/ 353 w 353"/>
              <a:gd name="T71" fmla="*/ 281 h 289"/>
              <a:gd name="T72" fmla="*/ 353 w 353"/>
              <a:gd name="T73" fmla="*/ 168 h 289"/>
              <a:gd name="T74" fmla="*/ 352 w 353"/>
              <a:gd name="T75" fmla="*/ 165 h 289"/>
              <a:gd name="T76" fmla="*/ 93 w 353"/>
              <a:gd name="T77" fmla="*/ 16 h 289"/>
              <a:gd name="T78" fmla="*/ 260 w 353"/>
              <a:gd name="T79" fmla="*/ 16 h 289"/>
              <a:gd name="T80" fmla="*/ 332 w 353"/>
              <a:gd name="T81" fmla="*/ 160 h 289"/>
              <a:gd name="T82" fmla="*/ 233 w 353"/>
              <a:gd name="T83" fmla="*/ 160 h 289"/>
              <a:gd name="T84" fmla="*/ 225 w 353"/>
              <a:gd name="T85" fmla="*/ 168 h 289"/>
              <a:gd name="T86" fmla="*/ 177 w 353"/>
              <a:gd name="T87" fmla="*/ 217 h 289"/>
              <a:gd name="T88" fmla="*/ 128 w 353"/>
              <a:gd name="T89" fmla="*/ 168 h 289"/>
              <a:gd name="T90" fmla="*/ 120 w 353"/>
              <a:gd name="T91" fmla="*/ 160 h 289"/>
              <a:gd name="T92" fmla="*/ 21 w 353"/>
              <a:gd name="T93" fmla="*/ 160 h 289"/>
              <a:gd name="T94" fmla="*/ 93 w 353"/>
              <a:gd name="T95" fmla="*/ 16 h 289"/>
              <a:gd name="T96" fmla="*/ 337 w 353"/>
              <a:gd name="T97" fmla="*/ 273 h 289"/>
              <a:gd name="T98" fmla="*/ 16 w 353"/>
              <a:gd name="T99" fmla="*/ 273 h 289"/>
              <a:gd name="T100" fmla="*/ 16 w 353"/>
              <a:gd name="T101" fmla="*/ 176 h 289"/>
              <a:gd name="T102" fmla="*/ 113 w 353"/>
              <a:gd name="T103" fmla="*/ 176 h 289"/>
              <a:gd name="T104" fmla="*/ 177 w 353"/>
              <a:gd name="T105" fmla="*/ 233 h 289"/>
              <a:gd name="T106" fmla="*/ 240 w 353"/>
              <a:gd name="T107" fmla="*/ 176 h 289"/>
              <a:gd name="T108" fmla="*/ 337 w 353"/>
              <a:gd name="T109" fmla="*/ 176 h 289"/>
              <a:gd name="T110" fmla="*/ 337 w 353"/>
              <a:gd name="T111" fmla="*/ 273 h 2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353" h="289">
                <a:moveTo>
                  <a:pt x="120" y="64"/>
                </a:moveTo>
                <a:cubicBezTo>
                  <a:pt x="233" y="64"/>
                  <a:pt x="233" y="64"/>
                  <a:pt x="233" y="64"/>
                </a:cubicBezTo>
                <a:cubicBezTo>
                  <a:pt x="237" y="64"/>
                  <a:pt x="241" y="60"/>
                  <a:pt x="241" y="56"/>
                </a:cubicBezTo>
                <a:cubicBezTo>
                  <a:pt x="241" y="52"/>
                  <a:pt x="237" y="48"/>
                  <a:pt x="233" y="48"/>
                </a:cubicBezTo>
                <a:cubicBezTo>
                  <a:pt x="120" y="48"/>
                  <a:pt x="120" y="48"/>
                  <a:pt x="120" y="48"/>
                </a:cubicBezTo>
                <a:cubicBezTo>
                  <a:pt x="116" y="48"/>
                  <a:pt x="112" y="52"/>
                  <a:pt x="112" y="56"/>
                </a:cubicBezTo>
                <a:cubicBezTo>
                  <a:pt x="112" y="60"/>
                  <a:pt x="116" y="64"/>
                  <a:pt x="120" y="64"/>
                </a:cubicBezTo>
                <a:moveTo>
                  <a:pt x="104" y="96"/>
                </a:moveTo>
                <a:cubicBezTo>
                  <a:pt x="249" y="96"/>
                  <a:pt x="249" y="96"/>
                  <a:pt x="249" y="96"/>
                </a:cubicBezTo>
                <a:cubicBezTo>
                  <a:pt x="253" y="96"/>
                  <a:pt x="257" y="93"/>
                  <a:pt x="257" y="88"/>
                </a:cubicBezTo>
                <a:cubicBezTo>
                  <a:pt x="257" y="84"/>
                  <a:pt x="253" y="80"/>
                  <a:pt x="249" y="80"/>
                </a:cubicBezTo>
                <a:cubicBezTo>
                  <a:pt x="104" y="80"/>
                  <a:pt x="104" y="80"/>
                  <a:pt x="104" y="80"/>
                </a:cubicBezTo>
                <a:cubicBezTo>
                  <a:pt x="100" y="80"/>
                  <a:pt x="96" y="84"/>
                  <a:pt x="96" y="88"/>
                </a:cubicBezTo>
                <a:cubicBezTo>
                  <a:pt x="96" y="93"/>
                  <a:pt x="100" y="96"/>
                  <a:pt x="104" y="96"/>
                </a:cubicBezTo>
                <a:moveTo>
                  <a:pt x="273" y="120"/>
                </a:moveTo>
                <a:cubicBezTo>
                  <a:pt x="273" y="116"/>
                  <a:pt x="269" y="112"/>
                  <a:pt x="265" y="112"/>
                </a:cubicBezTo>
                <a:cubicBezTo>
                  <a:pt x="88" y="112"/>
                  <a:pt x="88" y="112"/>
                  <a:pt x="88" y="112"/>
                </a:cubicBezTo>
                <a:cubicBezTo>
                  <a:pt x="84" y="112"/>
                  <a:pt x="80" y="116"/>
                  <a:pt x="80" y="120"/>
                </a:cubicBezTo>
                <a:cubicBezTo>
                  <a:pt x="80" y="125"/>
                  <a:pt x="84" y="128"/>
                  <a:pt x="88" y="128"/>
                </a:cubicBezTo>
                <a:cubicBezTo>
                  <a:pt x="265" y="128"/>
                  <a:pt x="265" y="128"/>
                  <a:pt x="265" y="128"/>
                </a:cubicBezTo>
                <a:cubicBezTo>
                  <a:pt x="269" y="128"/>
                  <a:pt x="273" y="125"/>
                  <a:pt x="273" y="120"/>
                </a:cubicBezTo>
                <a:moveTo>
                  <a:pt x="352" y="165"/>
                </a:moveTo>
                <a:cubicBezTo>
                  <a:pt x="352" y="165"/>
                  <a:pt x="352" y="165"/>
                  <a:pt x="352" y="165"/>
                </a:cubicBezTo>
                <a:cubicBezTo>
                  <a:pt x="272" y="4"/>
                  <a:pt x="272" y="4"/>
                  <a:pt x="272" y="4"/>
                </a:cubicBezTo>
                <a:cubicBezTo>
                  <a:pt x="272" y="4"/>
                  <a:pt x="272" y="4"/>
                  <a:pt x="272" y="4"/>
                </a:cubicBezTo>
                <a:cubicBezTo>
                  <a:pt x="271" y="2"/>
                  <a:pt x="268" y="0"/>
                  <a:pt x="265" y="0"/>
                </a:cubicBezTo>
                <a:cubicBezTo>
                  <a:pt x="88" y="0"/>
                  <a:pt x="88" y="0"/>
                  <a:pt x="88" y="0"/>
                </a:cubicBezTo>
                <a:cubicBezTo>
                  <a:pt x="85" y="0"/>
                  <a:pt x="82" y="2"/>
                  <a:pt x="81" y="4"/>
                </a:cubicBezTo>
                <a:cubicBezTo>
                  <a:pt x="81" y="4"/>
                  <a:pt x="81" y="4"/>
                  <a:pt x="81" y="4"/>
                </a:cubicBezTo>
                <a:cubicBezTo>
                  <a:pt x="1" y="165"/>
                  <a:pt x="1" y="165"/>
                  <a:pt x="1" y="165"/>
                </a:cubicBezTo>
                <a:cubicBezTo>
                  <a:pt x="1" y="165"/>
                  <a:pt x="1" y="165"/>
                  <a:pt x="1" y="165"/>
                </a:cubicBezTo>
                <a:cubicBezTo>
                  <a:pt x="0" y="166"/>
                  <a:pt x="0" y="167"/>
                  <a:pt x="0" y="168"/>
                </a:cubicBezTo>
                <a:cubicBezTo>
                  <a:pt x="0" y="281"/>
                  <a:pt x="0" y="281"/>
                  <a:pt x="0" y="281"/>
                </a:cubicBezTo>
                <a:cubicBezTo>
                  <a:pt x="0" y="285"/>
                  <a:pt x="3" y="289"/>
                  <a:pt x="8" y="289"/>
                </a:cubicBezTo>
                <a:cubicBezTo>
                  <a:pt x="345" y="289"/>
                  <a:pt x="345" y="289"/>
                  <a:pt x="345" y="289"/>
                </a:cubicBezTo>
                <a:cubicBezTo>
                  <a:pt x="350" y="289"/>
                  <a:pt x="353" y="285"/>
                  <a:pt x="353" y="281"/>
                </a:cubicBezTo>
                <a:cubicBezTo>
                  <a:pt x="353" y="168"/>
                  <a:pt x="353" y="168"/>
                  <a:pt x="353" y="168"/>
                </a:cubicBezTo>
                <a:cubicBezTo>
                  <a:pt x="353" y="167"/>
                  <a:pt x="353" y="166"/>
                  <a:pt x="352" y="165"/>
                </a:cubicBezTo>
                <a:moveTo>
                  <a:pt x="93" y="16"/>
                </a:moveTo>
                <a:cubicBezTo>
                  <a:pt x="260" y="16"/>
                  <a:pt x="260" y="16"/>
                  <a:pt x="260" y="16"/>
                </a:cubicBezTo>
                <a:cubicBezTo>
                  <a:pt x="332" y="160"/>
                  <a:pt x="332" y="160"/>
                  <a:pt x="332" y="160"/>
                </a:cubicBezTo>
                <a:cubicBezTo>
                  <a:pt x="233" y="160"/>
                  <a:pt x="233" y="160"/>
                  <a:pt x="233" y="160"/>
                </a:cubicBezTo>
                <a:cubicBezTo>
                  <a:pt x="228" y="160"/>
                  <a:pt x="225" y="164"/>
                  <a:pt x="225" y="168"/>
                </a:cubicBezTo>
                <a:cubicBezTo>
                  <a:pt x="225" y="195"/>
                  <a:pt x="203" y="217"/>
                  <a:pt x="177" y="217"/>
                </a:cubicBezTo>
                <a:cubicBezTo>
                  <a:pt x="150" y="217"/>
                  <a:pt x="128" y="195"/>
                  <a:pt x="128" y="168"/>
                </a:cubicBezTo>
                <a:cubicBezTo>
                  <a:pt x="128" y="164"/>
                  <a:pt x="125" y="160"/>
                  <a:pt x="120" y="160"/>
                </a:cubicBezTo>
                <a:cubicBezTo>
                  <a:pt x="21" y="160"/>
                  <a:pt x="21" y="160"/>
                  <a:pt x="21" y="160"/>
                </a:cubicBezTo>
                <a:lnTo>
                  <a:pt x="93" y="16"/>
                </a:lnTo>
                <a:close/>
                <a:moveTo>
                  <a:pt x="337" y="273"/>
                </a:moveTo>
                <a:cubicBezTo>
                  <a:pt x="16" y="273"/>
                  <a:pt x="16" y="273"/>
                  <a:pt x="16" y="273"/>
                </a:cubicBezTo>
                <a:cubicBezTo>
                  <a:pt x="16" y="176"/>
                  <a:pt x="16" y="176"/>
                  <a:pt x="16" y="176"/>
                </a:cubicBezTo>
                <a:cubicBezTo>
                  <a:pt x="113" y="176"/>
                  <a:pt x="113" y="176"/>
                  <a:pt x="113" y="176"/>
                </a:cubicBezTo>
                <a:cubicBezTo>
                  <a:pt x="117" y="208"/>
                  <a:pt x="144" y="233"/>
                  <a:pt x="177" y="233"/>
                </a:cubicBezTo>
                <a:cubicBezTo>
                  <a:pt x="209" y="233"/>
                  <a:pt x="236" y="208"/>
                  <a:pt x="240" y="176"/>
                </a:cubicBezTo>
                <a:cubicBezTo>
                  <a:pt x="337" y="176"/>
                  <a:pt x="337" y="176"/>
                  <a:pt x="337" y="176"/>
                </a:cubicBezTo>
                <a:lnTo>
                  <a:pt x="337" y="273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6" name="Freeform 36"/>
          <p:cNvSpPr>
            <a:spLocks noEditPoints="1"/>
          </p:cNvSpPr>
          <p:nvPr/>
        </p:nvSpPr>
        <p:spPr bwMode="auto">
          <a:xfrm>
            <a:off x="1943100" y="4246035"/>
            <a:ext cx="577851" cy="577851"/>
          </a:xfrm>
          <a:custGeom>
            <a:avLst/>
            <a:gdLst>
              <a:gd name="T0" fmla="*/ 353 w 353"/>
              <a:gd name="T1" fmla="*/ 104 h 353"/>
              <a:gd name="T2" fmla="*/ 353 w 353"/>
              <a:gd name="T3" fmla="*/ 100 h 353"/>
              <a:gd name="T4" fmla="*/ 288 w 353"/>
              <a:gd name="T5" fmla="*/ 4 h 353"/>
              <a:gd name="T6" fmla="*/ 72 w 353"/>
              <a:gd name="T7" fmla="*/ 0 h 353"/>
              <a:gd name="T8" fmla="*/ 65 w 353"/>
              <a:gd name="T9" fmla="*/ 4 h 353"/>
              <a:gd name="T10" fmla="*/ 1 w 353"/>
              <a:gd name="T11" fmla="*/ 101 h 353"/>
              <a:gd name="T12" fmla="*/ 0 w 353"/>
              <a:gd name="T13" fmla="*/ 200 h 353"/>
              <a:gd name="T14" fmla="*/ 25 w 353"/>
              <a:gd name="T15" fmla="*/ 208 h 353"/>
              <a:gd name="T16" fmla="*/ 1 w 353"/>
              <a:gd name="T17" fmla="*/ 245 h 353"/>
              <a:gd name="T18" fmla="*/ 0 w 353"/>
              <a:gd name="T19" fmla="*/ 345 h 353"/>
              <a:gd name="T20" fmla="*/ 345 w 353"/>
              <a:gd name="T21" fmla="*/ 353 h 353"/>
              <a:gd name="T22" fmla="*/ 353 w 353"/>
              <a:gd name="T23" fmla="*/ 249 h 353"/>
              <a:gd name="T24" fmla="*/ 353 w 353"/>
              <a:gd name="T25" fmla="*/ 245 h 353"/>
              <a:gd name="T26" fmla="*/ 345 w 353"/>
              <a:gd name="T27" fmla="*/ 208 h 353"/>
              <a:gd name="T28" fmla="*/ 77 w 353"/>
              <a:gd name="T29" fmla="*/ 16 h 353"/>
              <a:gd name="T30" fmla="*/ 332 w 353"/>
              <a:gd name="T31" fmla="*/ 96 h 353"/>
              <a:gd name="T32" fmla="*/ 225 w 353"/>
              <a:gd name="T33" fmla="*/ 104 h 353"/>
              <a:gd name="T34" fmla="*/ 129 w 353"/>
              <a:gd name="T35" fmla="*/ 104 h 353"/>
              <a:gd name="T36" fmla="*/ 22 w 353"/>
              <a:gd name="T37" fmla="*/ 96 h 353"/>
              <a:gd name="T38" fmla="*/ 337 w 353"/>
              <a:gd name="T39" fmla="*/ 337 h 353"/>
              <a:gd name="T40" fmla="*/ 16 w 353"/>
              <a:gd name="T41" fmla="*/ 257 h 353"/>
              <a:gd name="T42" fmla="*/ 177 w 353"/>
              <a:gd name="T43" fmla="*/ 313 h 353"/>
              <a:gd name="T44" fmla="*/ 337 w 353"/>
              <a:gd name="T45" fmla="*/ 257 h 353"/>
              <a:gd name="T46" fmla="*/ 332 w 353"/>
              <a:gd name="T47" fmla="*/ 241 h 353"/>
              <a:gd name="T48" fmla="*/ 225 w 353"/>
              <a:gd name="T49" fmla="*/ 249 h 353"/>
              <a:gd name="T50" fmla="*/ 129 w 353"/>
              <a:gd name="T51" fmla="*/ 249 h 353"/>
              <a:gd name="T52" fmla="*/ 22 w 353"/>
              <a:gd name="T53" fmla="*/ 241 h 353"/>
              <a:gd name="T54" fmla="*/ 310 w 353"/>
              <a:gd name="T55" fmla="*/ 208 h 353"/>
              <a:gd name="T56" fmla="*/ 337 w 353"/>
              <a:gd name="T57" fmla="*/ 192 h 353"/>
              <a:gd name="T58" fmla="*/ 16 w 353"/>
              <a:gd name="T59" fmla="*/ 112 h 353"/>
              <a:gd name="T60" fmla="*/ 177 w 353"/>
              <a:gd name="T61" fmla="*/ 168 h 353"/>
              <a:gd name="T62" fmla="*/ 337 w 353"/>
              <a:gd name="T63" fmla="*/ 112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353" h="353">
                <a:moveTo>
                  <a:pt x="353" y="200"/>
                </a:moveTo>
                <a:cubicBezTo>
                  <a:pt x="353" y="104"/>
                  <a:pt x="353" y="104"/>
                  <a:pt x="353" y="104"/>
                </a:cubicBezTo>
                <a:cubicBezTo>
                  <a:pt x="353" y="103"/>
                  <a:pt x="353" y="102"/>
                  <a:pt x="353" y="101"/>
                </a:cubicBezTo>
                <a:cubicBezTo>
                  <a:pt x="353" y="100"/>
                  <a:pt x="353" y="100"/>
                  <a:pt x="353" y="100"/>
                </a:cubicBezTo>
                <a:cubicBezTo>
                  <a:pt x="288" y="4"/>
                  <a:pt x="288" y="4"/>
                  <a:pt x="288" y="4"/>
                </a:cubicBezTo>
                <a:cubicBezTo>
                  <a:pt x="288" y="4"/>
                  <a:pt x="288" y="4"/>
                  <a:pt x="288" y="4"/>
                </a:cubicBezTo>
                <a:cubicBezTo>
                  <a:pt x="287" y="2"/>
                  <a:pt x="284" y="0"/>
                  <a:pt x="281" y="0"/>
                </a:cubicBezTo>
                <a:cubicBezTo>
                  <a:pt x="72" y="0"/>
                  <a:pt x="72" y="0"/>
                  <a:pt x="72" y="0"/>
                </a:cubicBezTo>
                <a:cubicBezTo>
                  <a:pt x="69" y="0"/>
                  <a:pt x="67" y="2"/>
                  <a:pt x="65" y="4"/>
                </a:cubicBezTo>
                <a:cubicBezTo>
                  <a:pt x="65" y="4"/>
                  <a:pt x="65" y="4"/>
                  <a:pt x="65" y="4"/>
                </a:cubicBezTo>
                <a:cubicBezTo>
                  <a:pt x="1" y="100"/>
                  <a:pt x="1" y="100"/>
                  <a:pt x="1" y="100"/>
                </a:cubicBezTo>
                <a:cubicBezTo>
                  <a:pt x="1" y="101"/>
                  <a:pt x="1" y="101"/>
                  <a:pt x="1" y="101"/>
                </a:cubicBezTo>
                <a:cubicBezTo>
                  <a:pt x="1" y="102"/>
                  <a:pt x="0" y="103"/>
                  <a:pt x="0" y="104"/>
                </a:cubicBezTo>
                <a:cubicBezTo>
                  <a:pt x="0" y="200"/>
                  <a:pt x="0" y="200"/>
                  <a:pt x="0" y="200"/>
                </a:cubicBezTo>
                <a:cubicBezTo>
                  <a:pt x="0" y="205"/>
                  <a:pt x="4" y="208"/>
                  <a:pt x="8" y="208"/>
                </a:cubicBezTo>
                <a:cubicBezTo>
                  <a:pt x="25" y="208"/>
                  <a:pt x="25" y="208"/>
                  <a:pt x="25" y="208"/>
                </a:cubicBezTo>
                <a:cubicBezTo>
                  <a:pt x="1" y="245"/>
                  <a:pt x="1" y="245"/>
                  <a:pt x="1" y="245"/>
                </a:cubicBezTo>
                <a:cubicBezTo>
                  <a:pt x="1" y="245"/>
                  <a:pt x="1" y="245"/>
                  <a:pt x="1" y="245"/>
                </a:cubicBezTo>
                <a:cubicBezTo>
                  <a:pt x="1" y="246"/>
                  <a:pt x="0" y="247"/>
                  <a:pt x="0" y="249"/>
                </a:cubicBezTo>
                <a:cubicBezTo>
                  <a:pt x="0" y="345"/>
                  <a:pt x="0" y="345"/>
                  <a:pt x="0" y="345"/>
                </a:cubicBezTo>
                <a:cubicBezTo>
                  <a:pt x="0" y="349"/>
                  <a:pt x="4" y="353"/>
                  <a:pt x="8" y="353"/>
                </a:cubicBezTo>
                <a:cubicBezTo>
                  <a:pt x="345" y="353"/>
                  <a:pt x="345" y="353"/>
                  <a:pt x="345" y="353"/>
                </a:cubicBezTo>
                <a:cubicBezTo>
                  <a:pt x="350" y="353"/>
                  <a:pt x="353" y="349"/>
                  <a:pt x="353" y="345"/>
                </a:cubicBezTo>
                <a:cubicBezTo>
                  <a:pt x="353" y="249"/>
                  <a:pt x="353" y="249"/>
                  <a:pt x="353" y="249"/>
                </a:cubicBezTo>
                <a:cubicBezTo>
                  <a:pt x="353" y="247"/>
                  <a:pt x="353" y="246"/>
                  <a:pt x="353" y="245"/>
                </a:cubicBezTo>
                <a:cubicBezTo>
                  <a:pt x="353" y="245"/>
                  <a:pt x="353" y="245"/>
                  <a:pt x="353" y="245"/>
                </a:cubicBezTo>
                <a:cubicBezTo>
                  <a:pt x="328" y="208"/>
                  <a:pt x="328" y="208"/>
                  <a:pt x="328" y="208"/>
                </a:cubicBezTo>
                <a:cubicBezTo>
                  <a:pt x="345" y="208"/>
                  <a:pt x="345" y="208"/>
                  <a:pt x="345" y="208"/>
                </a:cubicBezTo>
                <a:cubicBezTo>
                  <a:pt x="350" y="208"/>
                  <a:pt x="353" y="205"/>
                  <a:pt x="353" y="200"/>
                </a:cubicBezTo>
                <a:moveTo>
                  <a:pt x="77" y="16"/>
                </a:moveTo>
                <a:cubicBezTo>
                  <a:pt x="277" y="16"/>
                  <a:pt x="277" y="16"/>
                  <a:pt x="277" y="16"/>
                </a:cubicBezTo>
                <a:cubicBezTo>
                  <a:pt x="332" y="96"/>
                  <a:pt x="332" y="96"/>
                  <a:pt x="332" y="96"/>
                </a:cubicBezTo>
                <a:cubicBezTo>
                  <a:pt x="233" y="96"/>
                  <a:pt x="233" y="96"/>
                  <a:pt x="233" y="96"/>
                </a:cubicBezTo>
                <a:cubicBezTo>
                  <a:pt x="229" y="96"/>
                  <a:pt x="225" y="100"/>
                  <a:pt x="225" y="104"/>
                </a:cubicBezTo>
                <a:cubicBezTo>
                  <a:pt x="225" y="131"/>
                  <a:pt x="203" y="152"/>
                  <a:pt x="177" y="152"/>
                </a:cubicBezTo>
                <a:cubicBezTo>
                  <a:pt x="150" y="152"/>
                  <a:pt x="129" y="131"/>
                  <a:pt x="129" y="104"/>
                </a:cubicBezTo>
                <a:cubicBezTo>
                  <a:pt x="129" y="100"/>
                  <a:pt x="125" y="96"/>
                  <a:pt x="121" y="96"/>
                </a:cubicBezTo>
                <a:cubicBezTo>
                  <a:pt x="22" y="96"/>
                  <a:pt x="22" y="96"/>
                  <a:pt x="22" y="96"/>
                </a:cubicBezTo>
                <a:lnTo>
                  <a:pt x="77" y="16"/>
                </a:lnTo>
                <a:close/>
                <a:moveTo>
                  <a:pt x="337" y="337"/>
                </a:moveTo>
                <a:cubicBezTo>
                  <a:pt x="16" y="337"/>
                  <a:pt x="16" y="337"/>
                  <a:pt x="16" y="337"/>
                </a:cubicBezTo>
                <a:cubicBezTo>
                  <a:pt x="16" y="257"/>
                  <a:pt x="16" y="257"/>
                  <a:pt x="16" y="257"/>
                </a:cubicBezTo>
                <a:cubicBezTo>
                  <a:pt x="113" y="257"/>
                  <a:pt x="113" y="257"/>
                  <a:pt x="113" y="257"/>
                </a:cubicBezTo>
                <a:cubicBezTo>
                  <a:pt x="117" y="288"/>
                  <a:pt x="144" y="313"/>
                  <a:pt x="177" y="313"/>
                </a:cubicBezTo>
                <a:cubicBezTo>
                  <a:pt x="210" y="313"/>
                  <a:pt x="237" y="288"/>
                  <a:pt x="241" y="257"/>
                </a:cubicBezTo>
                <a:cubicBezTo>
                  <a:pt x="337" y="257"/>
                  <a:pt x="337" y="257"/>
                  <a:pt x="337" y="257"/>
                </a:cubicBezTo>
                <a:lnTo>
                  <a:pt x="337" y="337"/>
                </a:lnTo>
                <a:close/>
                <a:moveTo>
                  <a:pt x="332" y="241"/>
                </a:moveTo>
                <a:cubicBezTo>
                  <a:pt x="233" y="241"/>
                  <a:pt x="233" y="241"/>
                  <a:pt x="233" y="241"/>
                </a:cubicBezTo>
                <a:cubicBezTo>
                  <a:pt x="229" y="241"/>
                  <a:pt x="225" y="244"/>
                  <a:pt x="225" y="249"/>
                </a:cubicBezTo>
                <a:cubicBezTo>
                  <a:pt x="225" y="275"/>
                  <a:pt x="203" y="297"/>
                  <a:pt x="177" y="297"/>
                </a:cubicBezTo>
                <a:cubicBezTo>
                  <a:pt x="150" y="297"/>
                  <a:pt x="129" y="275"/>
                  <a:pt x="129" y="249"/>
                </a:cubicBezTo>
                <a:cubicBezTo>
                  <a:pt x="129" y="244"/>
                  <a:pt x="125" y="241"/>
                  <a:pt x="121" y="241"/>
                </a:cubicBezTo>
                <a:cubicBezTo>
                  <a:pt x="22" y="241"/>
                  <a:pt x="22" y="241"/>
                  <a:pt x="22" y="241"/>
                </a:cubicBezTo>
                <a:cubicBezTo>
                  <a:pt x="44" y="208"/>
                  <a:pt x="44" y="208"/>
                  <a:pt x="44" y="208"/>
                </a:cubicBezTo>
                <a:cubicBezTo>
                  <a:pt x="310" y="208"/>
                  <a:pt x="310" y="208"/>
                  <a:pt x="310" y="208"/>
                </a:cubicBezTo>
                <a:lnTo>
                  <a:pt x="332" y="241"/>
                </a:lnTo>
                <a:close/>
                <a:moveTo>
                  <a:pt x="337" y="192"/>
                </a:moveTo>
                <a:cubicBezTo>
                  <a:pt x="16" y="192"/>
                  <a:pt x="16" y="192"/>
                  <a:pt x="16" y="192"/>
                </a:cubicBezTo>
                <a:cubicBezTo>
                  <a:pt x="16" y="112"/>
                  <a:pt x="16" y="112"/>
                  <a:pt x="16" y="112"/>
                </a:cubicBezTo>
                <a:cubicBezTo>
                  <a:pt x="113" y="112"/>
                  <a:pt x="113" y="112"/>
                  <a:pt x="113" y="112"/>
                </a:cubicBezTo>
                <a:cubicBezTo>
                  <a:pt x="117" y="144"/>
                  <a:pt x="144" y="168"/>
                  <a:pt x="177" y="168"/>
                </a:cubicBezTo>
                <a:cubicBezTo>
                  <a:pt x="210" y="168"/>
                  <a:pt x="237" y="144"/>
                  <a:pt x="241" y="112"/>
                </a:cubicBezTo>
                <a:cubicBezTo>
                  <a:pt x="337" y="112"/>
                  <a:pt x="337" y="112"/>
                  <a:pt x="337" y="112"/>
                </a:cubicBezTo>
                <a:lnTo>
                  <a:pt x="337" y="192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7" name="Freeform 37"/>
          <p:cNvSpPr>
            <a:spLocks/>
          </p:cNvSpPr>
          <p:nvPr/>
        </p:nvSpPr>
        <p:spPr bwMode="auto">
          <a:xfrm>
            <a:off x="3048000" y="4246035"/>
            <a:ext cx="577851" cy="577851"/>
          </a:xfrm>
          <a:custGeom>
            <a:avLst/>
            <a:gdLst>
              <a:gd name="T0" fmla="*/ 345 w 353"/>
              <a:gd name="T1" fmla="*/ 168 h 353"/>
              <a:gd name="T2" fmla="*/ 337 w 353"/>
              <a:gd name="T3" fmla="*/ 176 h 353"/>
              <a:gd name="T4" fmla="*/ 176 w 353"/>
              <a:gd name="T5" fmla="*/ 337 h 353"/>
              <a:gd name="T6" fmla="*/ 16 w 353"/>
              <a:gd name="T7" fmla="*/ 176 h 353"/>
              <a:gd name="T8" fmla="*/ 176 w 353"/>
              <a:gd name="T9" fmla="*/ 16 h 353"/>
              <a:gd name="T10" fmla="*/ 305 w 353"/>
              <a:gd name="T11" fmla="*/ 80 h 353"/>
              <a:gd name="T12" fmla="*/ 240 w 353"/>
              <a:gd name="T13" fmla="*/ 80 h 353"/>
              <a:gd name="T14" fmla="*/ 232 w 353"/>
              <a:gd name="T15" fmla="*/ 88 h 353"/>
              <a:gd name="T16" fmla="*/ 240 w 353"/>
              <a:gd name="T17" fmla="*/ 96 h 353"/>
              <a:gd name="T18" fmla="*/ 321 w 353"/>
              <a:gd name="T19" fmla="*/ 96 h 353"/>
              <a:gd name="T20" fmla="*/ 329 w 353"/>
              <a:gd name="T21" fmla="*/ 88 h 353"/>
              <a:gd name="T22" fmla="*/ 329 w 353"/>
              <a:gd name="T23" fmla="*/ 8 h 353"/>
              <a:gd name="T24" fmla="*/ 321 w 353"/>
              <a:gd name="T25" fmla="*/ 0 h 353"/>
              <a:gd name="T26" fmla="*/ 313 w 353"/>
              <a:gd name="T27" fmla="*/ 8 h 353"/>
              <a:gd name="T28" fmla="*/ 313 w 353"/>
              <a:gd name="T29" fmla="*/ 64 h 353"/>
              <a:gd name="T30" fmla="*/ 176 w 353"/>
              <a:gd name="T31" fmla="*/ 0 h 353"/>
              <a:gd name="T32" fmla="*/ 0 w 353"/>
              <a:gd name="T33" fmla="*/ 176 h 353"/>
              <a:gd name="T34" fmla="*/ 176 w 353"/>
              <a:gd name="T35" fmla="*/ 353 h 353"/>
              <a:gd name="T36" fmla="*/ 353 w 353"/>
              <a:gd name="T37" fmla="*/ 176 h 353"/>
              <a:gd name="T38" fmla="*/ 345 w 353"/>
              <a:gd name="T39" fmla="*/ 168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353" h="353">
                <a:moveTo>
                  <a:pt x="345" y="168"/>
                </a:moveTo>
                <a:cubicBezTo>
                  <a:pt x="340" y="168"/>
                  <a:pt x="337" y="172"/>
                  <a:pt x="337" y="176"/>
                </a:cubicBezTo>
                <a:cubicBezTo>
                  <a:pt x="337" y="265"/>
                  <a:pt x="265" y="337"/>
                  <a:pt x="176" y="337"/>
                </a:cubicBezTo>
                <a:cubicBezTo>
                  <a:pt x="87" y="337"/>
                  <a:pt x="16" y="265"/>
                  <a:pt x="16" y="176"/>
                </a:cubicBezTo>
                <a:cubicBezTo>
                  <a:pt x="16" y="88"/>
                  <a:pt x="87" y="16"/>
                  <a:pt x="176" y="16"/>
                </a:cubicBezTo>
                <a:cubicBezTo>
                  <a:pt x="229" y="16"/>
                  <a:pt x="275" y="41"/>
                  <a:pt x="305" y="80"/>
                </a:cubicBezTo>
                <a:cubicBezTo>
                  <a:pt x="240" y="80"/>
                  <a:pt x="240" y="80"/>
                  <a:pt x="240" y="80"/>
                </a:cubicBezTo>
                <a:cubicBezTo>
                  <a:pt x="236" y="80"/>
                  <a:pt x="232" y="84"/>
                  <a:pt x="232" y="88"/>
                </a:cubicBezTo>
                <a:cubicBezTo>
                  <a:pt x="232" y="92"/>
                  <a:pt x="236" y="96"/>
                  <a:pt x="240" y="96"/>
                </a:cubicBezTo>
                <a:cubicBezTo>
                  <a:pt x="321" y="96"/>
                  <a:pt x="321" y="96"/>
                  <a:pt x="321" y="96"/>
                </a:cubicBezTo>
                <a:cubicBezTo>
                  <a:pt x="325" y="96"/>
                  <a:pt x="329" y="92"/>
                  <a:pt x="329" y="88"/>
                </a:cubicBezTo>
                <a:cubicBezTo>
                  <a:pt x="329" y="8"/>
                  <a:pt x="329" y="8"/>
                  <a:pt x="329" y="8"/>
                </a:cubicBezTo>
                <a:cubicBezTo>
                  <a:pt x="329" y="3"/>
                  <a:pt x="325" y="0"/>
                  <a:pt x="321" y="0"/>
                </a:cubicBezTo>
                <a:cubicBezTo>
                  <a:pt x="316" y="0"/>
                  <a:pt x="313" y="3"/>
                  <a:pt x="313" y="8"/>
                </a:cubicBezTo>
                <a:cubicBezTo>
                  <a:pt x="313" y="64"/>
                  <a:pt x="313" y="64"/>
                  <a:pt x="313" y="64"/>
                </a:cubicBezTo>
                <a:cubicBezTo>
                  <a:pt x="280" y="25"/>
                  <a:pt x="231" y="0"/>
                  <a:pt x="176" y="0"/>
                </a:cubicBezTo>
                <a:cubicBezTo>
                  <a:pt x="79" y="0"/>
                  <a:pt x="0" y="79"/>
                  <a:pt x="0" y="176"/>
                </a:cubicBezTo>
                <a:cubicBezTo>
                  <a:pt x="0" y="274"/>
                  <a:pt x="79" y="353"/>
                  <a:pt x="176" y="353"/>
                </a:cubicBezTo>
                <a:cubicBezTo>
                  <a:pt x="274" y="353"/>
                  <a:pt x="353" y="274"/>
                  <a:pt x="353" y="176"/>
                </a:cubicBezTo>
                <a:cubicBezTo>
                  <a:pt x="353" y="172"/>
                  <a:pt x="349" y="168"/>
                  <a:pt x="345" y="168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8" name="Freeform 38"/>
          <p:cNvSpPr>
            <a:spLocks noEditPoints="1"/>
          </p:cNvSpPr>
          <p:nvPr/>
        </p:nvSpPr>
        <p:spPr bwMode="auto">
          <a:xfrm>
            <a:off x="4150785" y="4246035"/>
            <a:ext cx="579967" cy="577851"/>
          </a:xfrm>
          <a:custGeom>
            <a:avLst/>
            <a:gdLst>
              <a:gd name="T0" fmla="*/ 345 w 353"/>
              <a:gd name="T1" fmla="*/ 168 h 353"/>
              <a:gd name="T2" fmla="*/ 337 w 353"/>
              <a:gd name="T3" fmla="*/ 176 h 353"/>
              <a:gd name="T4" fmla="*/ 177 w 353"/>
              <a:gd name="T5" fmla="*/ 337 h 353"/>
              <a:gd name="T6" fmla="*/ 48 w 353"/>
              <a:gd name="T7" fmla="*/ 273 h 353"/>
              <a:gd name="T8" fmla="*/ 112 w 353"/>
              <a:gd name="T9" fmla="*/ 273 h 353"/>
              <a:gd name="T10" fmla="*/ 120 w 353"/>
              <a:gd name="T11" fmla="*/ 265 h 353"/>
              <a:gd name="T12" fmla="*/ 112 w 353"/>
              <a:gd name="T13" fmla="*/ 257 h 353"/>
              <a:gd name="T14" fmla="*/ 32 w 353"/>
              <a:gd name="T15" fmla="*/ 257 h 353"/>
              <a:gd name="T16" fmla="*/ 24 w 353"/>
              <a:gd name="T17" fmla="*/ 265 h 353"/>
              <a:gd name="T18" fmla="*/ 24 w 353"/>
              <a:gd name="T19" fmla="*/ 345 h 353"/>
              <a:gd name="T20" fmla="*/ 32 w 353"/>
              <a:gd name="T21" fmla="*/ 353 h 353"/>
              <a:gd name="T22" fmla="*/ 40 w 353"/>
              <a:gd name="T23" fmla="*/ 345 h 353"/>
              <a:gd name="T24" fmla="*/ 40 w 353"/>
              <a:gd name="T25" fmla="*/ 288 h 353"/>
              <a:gd name="T26" fmla="*/ 177 w 353"/>
              <a:gd name="T27" fmla="*/ 353 h 353"/>
              <a:gd name="T28" fmla="*/ 353 w 353"/>
              <a:gd name="T29" fmla="*/ 176 h 353"/>
              <a:gd name="T30" fmla="*/ 345 w 353"/>
              <a:gd name="T31" fmla="*/ 168 h 353"/>
              <a:gd name="T32" fmla="*/ 177 w 353"/>
              <a:gd name="T33" fmla="*/ 16 h 353"/>
              <a:gd name="T34" fmla="*/ 305 w 353"/>
              <a:gd name="T35" fmla="*/ 80 h 353"/>
              <a:gd name="T36" fmla="*/ 241 w 353"/>
              <a:gd name="T37" fmla="*/ 80 h 353"/>
              <a:gd name="T38" fmla="*/ 233 w 353"/>
              <a:gd name="T39" fmla="*/ 88 h 353"/>
              <a:gd name="T40" fmla="*/ 241 w 353"/>
              <a:gd name="T41" fmla="*/ 96 h 353"/>
              <a:gd name="T42" fmla="*/ 321 w 353"/>
              <a:gd name="T43" fmla="*/ 96 h 353"/>
              <a:gd name="T44" fmla="*/ 329 w 353"/>
              <a:gd name="T45" fmla="*/ 88 h 353"/>
              <a:gd name="T46" fmla="*/ 329 w 353"/>
              <a:gd name="T47" fmla="*/ 8 h 353"/>
              <a:gd name="T48" fmla="*/ 321 w 353"/>
              <a:gd name="T49" fmla="*/ 0 h 353"/>
              <a:gd name="T50" fmla="*/ 313 w 353"/>
              <a:gd name="T51" fmla="*/ 8 h 353"/>
              <a:gd name="T52" fmla="*/ 313 w 353"/>
              <a:gd name="T53" fmla="*/ 64 h 353"/>
              <a:gd name="T54" fmla="*/ 177 w 353"/>
              <a:gd name="T55" fmla="*/ 0 h 353"/>
              <a:gd name="T56" fmla="*/ 0 w 353"/>
              <a:gd name="T57" fmla="*/ 176 h 353"/>
              <a:gd name="T58" fmla="*/ 8 w 353"/>
              <a:gd name="T59" fmla="*/ 184 h 353"/>
              <a:gd name="T60" fmla="*/ 16 w 353"/>
              <a:gd name="T61" fmla="*/ 176 h 353"/>
              <a:gd name="T62" fmla="*/ 177 w 353"/>
              <a:gd name="T63" fmla="*/ 16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353" h="353">
                <a:moveTo>
                  <a:pt x="345" y="168"/>
                </a:moveTo>
                <a:cubicBezTo>
                  <a:pt x="341" y="168"/>
                  <a:pt x="337" y="172"/>
                  <a:pt x="337" y="176"/>
                </a:cubicBezTo>
                <a:cubicBezTo>
                  <a:pt x="337" y="265"/>
                  <a:pt x="265" y="337"/>
                  <a:pt x="177" y="337"/>
                </a:cubicBezTo>
                <a:cubicBezTo>
                  <a:pt x="124" y="337"/>
                  <a:pt x="77" y="312"/>
                  <a:pt x="48" y="273"/>
                </a:cubicBezTo>
                <a:cubicBezTo>
                  <a:pt x="112" y="273"/>
                  <a:pt x="112" y="273"/>
                  <a:pt x="112" y="273"/>
                </a:cubicBezTo>
                <a:cubicBezTo>
                  <a:pt x="117" y="273"/>
                  <a:pt x="120" y="269"/>
                  <a:pt x="120" y="265"/>
                </a:cubicBezTo>
                <a:cubicBezTo>
                  <a:pt x="120" y="260"/>
                  <a:pt x="117" y="257"/>
                  <a:pt x="112" y="257"/>
                </a:cubicBezTo>
                <a:cubicBezTo>
                  <a:pt x="32" y="257"/>
                  <a:pt x="32" y="257"/>
                  <a:pt x="32" y="257"/>
                </a:cubicBezTo>
                <a:cubicBezTo>
                  <a:pt x="28" y="257"/>
                  <a:pt x="24" y="260"/>
                  <a:pt x="24" y="265"/>
                </a:cubicBezTo>
                <a:cubicBezTo>
                  <a:pt x="24" y="345"/>
                  <a:pt x="24" y="345"/>
                  <a:pt x="24" y="345"/>
                </a:cubicBezTo>
                <a:cubicBezTo>
                  <a:pt x="24" y="349"/>
                  <a:pt x="28" y="353"/>
                  <a:pt x="32" y="353"/>
                </a:cubicBezTo>
                <a:cubicBezTo>
                  <a:pt x="36" y="353"/>
                  <a:pt x="40" y="349"/>
                  <a:pt x="40" y="345"/>
                </a:cubicBezTo>
                <a:cubicBezTo>
                  <a:pt x="40" y="288"/>
                  <a:pt x="40" y="288"/>
                  <a:pt x="40" y="288"/>
                </a:cubicBezTo>
                <a:cubicBezTo>
                  <a:pt x="72" y="328"/>
                  <a:pt x="121" y="353"/>
                  <a:pt x="177" y="353"/>
                </a:cubicBezTo>
                <a:cubicBezTo>
                  <a:pt x="274" y="353"/>
                  <a:pt x="353" y="274"/>
                  <a:pt x="353" y="176"/>
                </a:cubicBezTo>
                <a:cubicBezTo>
                  <a:pt x="353" y="172"/>
                  <a:pt x="350" y="168"/>
                  <a:pt x="345" y="168"/>
                </a:cubicBezTo>
                <a:moveTo>
                  <a:pt x="177" y="16"/>
                </a:moveTo>
                <a:cubicBezTo>
                  <a:pt x="229" y="16"/>
                  <a:pt x="276" y="41"/>
                  <a:pt x="305" y="80"/>
                </a:cubicBezTo>
                <a:cubicBezTo>
                  <a:pt x="241" y="80"/>
                  <a:pt x="241" y="80"/>
                  <a:pt x="241" y="80"/>
                </a:cubicBezTo>
                <a:cubicBezTo>
                  <a:pt x="236" y="80"/>
                  <a:pt x="233" y="84"/>
                  <a:pt x="233" y="88"/>
                </a:cubicBezTo>
                <a:cubicBezTo>
                  <a:pt x="233" y="92"/>
                  <a:pt x="236" y="96"/>
                  <a:pt x="241" y="96"/>
                </a:cubicBezTo>
                <a:cubicBezTo>
                  <a:pt x="321" y="96"/>
                  <a:pt x="321" y="96"/>
                  <a:pt x="321" y="96"/>
                </a:cubicBezTo>
                <a:cubicBezTo>
                  <a:pt x="325" y="96"/>
                  <a:pt x="329" y="92"/>
                  <a:pt x="329" y="88"/>
                </a:cubicBezTo>
                <a:cubicBezTo>
                  <a:pt x="329" y="8"/>
                  <a:pt x="329" y="8"/>
                  <a:pt x="329" y="8"/>
                </a:cubicBezTo>
                <a:cubicBezTo>
                  <a:pt x="329" y="3"/>
                  <a:pt x="325" y="0"/>
                  <a:pt x="321" y="0"/>
                </a:cubicBezTo>
                <a:cubicBezTo>
                  <a:pt x="317" y="0"/>
                  <a:pt x="313" y="3"/>
                  <a:pt x="313" y="8"/>
                </a:cubicBezTo>
                <a:cubicBezTo>
                  <a:pt x="313" y="64"/>
                  <a:pt x="313" y="64"/>
                  <a:pt x="313" y="64"/>
                </a:cubicBezTo>
                <a:cubicBezTo>
                  <a:pt x="281" y="25"/>
                  <a:pt x="232" y="0"/>
                  <a:pt x="177" y="0"/>
                </a:cubicBezTo>
                <a:cubicBezTo>
                  <a:pt x="79" y="0"/>
                  <a:pt x="0" y="79"/>
                  <a:pt x="0" y="176"/>
                </a:cubicBezTo>
                <a:cubicBezTo>
                  <a:pt x="0" y="181"/>
                  <a:pt x="3" y="184"/>
                  <a:pt x="8" y="184"/>
                </a:cubicBezTo>
                <a:cubicBezTo>
                  <a:pt x="12" y="184"/>
                  <a:pt x="16" y="181"/>
                  <a:pt x="16" y="176"/>
                </a:cubicBezTo>
                <a:cubicBezTo>
                  <a:pt x="16" y="88"/>
                  <a:pt x="88" y="16"/>
                  <a:pt x="177" y="16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9" name="Freeform 39"/>
          <p:cNvSpPr>
            <a:spLocks noEditPoints="1"/>
          </p:cNvSpPr>
          <p:nvPr/>
        </p:nvSpPr>
        <p:spPr bwMode="auto">
          <a:xfrm>
            <a:off x="5308601" y="4246035"/>
            <a:ext cx="472017" cy="577851"/>
          </a:xfrm>
          <a:custGeom>
            <a:avLst/>
            <a:gdLst>
              <a:gd name="T0" fmla="*/ 281 w 289"/>
              <a:gd name="T1" fmla="*/ 200 h 353"/>
              <a:gd name="T2" fmla="*/ 273 w 289"/>
              <a:gd name="T3" fmla="*/ 208 h 353"/>
              <a:gd name="T4" fmla="*/ 145 w 289"/>
              <a:gd name="T5" fmla="*/ 337 h 353"/>
              <a:gd name="T6" fmla="*/ 16 w 289"/>
              <a:gd name="T7" fmla="*/ 208 h 353"/>
              <a:gd name="T8" fmla="*/ 145 w 289"/>
              <a:gd name="T9" fmla="*/ 80 h 353"/>
              <a:gd name="T10" fmla="*/ 145 w 289"/>
              <a:gd name="T11" fmla="*/ 136 h 353"/>
              <a:gd name="T12" fmla="*/ 153 w 289"/>
              <a:gd name="T13" fmla="*/ 144 h 353"/>
              <a:gd name="T14" fmla="*/ 157 w 289"/>
              <a:gd name="T15" fmla="*/ 143 h 353"/>
              <a:gd name="T16" fmla="*/ 157 w 289"/>
              <a:gd name="T17" fmla="*/ 143 h 353"/>
              <a:gd name="T18" fmla="*/ 254 w 289"/>
              <a:gd name="T19" fmla="*/ 79 h 353"/>
              <a:gd name="T20" fmla="*/ 254 w 289"/>
              <a:gd name="T21" fmla="*/ 79 h 353"/>
              <a:gd name="T22" fmla="*/ 257 w 289"/>
              <a:gd name="T23" fmla="*/ 72 h 353"/>
              <a:gd name="T24" fmla="*/ 254 w 289"/>
              <a:gd name="T25" fmla="*/ 65 h 353"/>
              <a:gd name="T26" fmla="*/ 254 w 289"/>
              <a:gd name="T27" fmla="*/ 65 h 353"/>
              <a:gd name="T28" fmla="*/ 157 w 289"/>
              <a:gd name="T29" fmla="*/ 1 h 353"/>
              <a:gd name="T30" fmla="*/ 157 w 289"/>
              <a:gd name="T31" fmla="*/ 1 h 353"/>
              <a:gd name="T32" fmla="*/ 153 w 289"/>
              <a:gd name="T33" fmla="*/ 0 h 353"/>
              <a:gd name="T34" fmla="*/ 145 w 289"/>
              <a:gd name="T35" fmla="*/ 8 h 353"/>
              <a:gd name="T36" fmla="*/ 145 w 289"/>
              <a:gd name="T37" fmla="*/ 64 h 353"/>
              <a:gd name="T38" fmla="*/ 0 w 289"/>
              <a:gd name="T39" fmla="*/ 208 h 353"/>
              <a:gd name="T40" fmla="*/ 145 w 289"/>
              <a:gd name="T41" fmla="*/ 353 h 353"/>
              <a:gd name="T42" fmla="*/ 289 w 289"/>
              <a:gd name="T43" fmla="*/ 208 h 353"/>
              <a:gd name="T44" fmla="*/ 281 w 289"/>
              <a:gd name="T45" fmla="*/ 200 h 353"/>
              <a:gd name="T46" fmla="*/ 161 w 289"/>
              <a:gd name="T47" fmla="*/ 23 h 353"/>
              <a:gd name="T48" fmla="*/ 235 w 289"/>
              <a:gd name="T49" fmla="*/ 72 h 353"/>
              <a:gd name="T50" fmla="*/ 161 w 289"/>
              <a:gd name="T51" fmla="*/ 121 h 353"/>
              <a:gd name="T52" fmla="*/ 161 w 289"/>
              <a:gd name="T53" fmla="*/ 23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289" h="353">
                <a:moveTo>
                  <a:pt x="281" y="200"/>
                </a:moveTo>
                <a:cubicBezTo>
                  <a:pt x="277" y="200"/>
                  <a:pt x="273" y="204"/>
                  <a:pt x="273" y="208"/>
                </a:cubicBezTo>
                <a:cubicBezTo>
                  <a:pt x="273" y="279"/>
                  <a:pt x="216" y="337"/>
                  <a:pt x="145" y="337"/>
                </a:cubicBezTo>
                <a:cubicBezTo>
                  <a:pt x="74" y="337"/>
                  <a:pt x="16" y="279"/>
                  <a:pt x="16" y="208"/>
                </a:cubicBezTo>
                <a:cubicBezTo>
                  <a:pt x="16" y="137"/>
                  <a:pt x="74" y="80"/>
                  <a:pt x="145" y="80"/>
                </a:cubicBezTo>
                <a:cubicBezTo>
                  <a:pt x="145" y="136"/>
                  <a:pt x="145" y="136"/>
                  <a:pt x="145" y="136"/>
                </a:cubicBezTo>
                <a:cubicBezTo>
                  <a:pt x="145" y="141"/>
                  <a:pt x="148" y="144"/>
                  <a:pt x="153" y="144"/>
                </a:cubicBezTo>
                <a:cubicBezTo>
                  <a:pt x="155" y="144"/>
                  <a:pt x="156" y="144"/>
                  <a:pt x="157" y="143"/>
                </a:cubicBezTo>
                <a:cubicBezTo>
                  <a:pt x="157" y="143"/>
                  <a:pt x="157" y="143"/>
                  <a:pt x="157" y="143"/>
                </a:cubicBezTo>
                <a:cubicBezTo>
                  <a:pt x="254" y="79"/>
                  <a:pt x="254" y="79"/>
                  <a:pt x="254" y="79"/>
                </a:cubicBezTo>
                <a:cubicBezTo>
                  <a:pt x="254" y="79"/>
                  <a:pt x="254" y="79"/>
                  <a:pt x="254" y="79"/>
                </a:cubicBezTo>
                <a:cubicBezTo>
                  <a:pt x="256" y="77"/>
                  <a:pt x="257" y="75"/>
                  <a:pt x="257" y="72"/>
                </a:cubicBezTo>
                <a:cubicBezTo>
                  <a:pt x="257" y="69"/>
                  <a:pt x="256" y="67"/>
                  <a:pt x="254" y="65"/>
                </a:cubicBezTo>
                <a:cubicBezTo>
                  <a:pt x="254" y="65"/>
                  <a:pt x="254" y="65"/>
                  <a:pt x="254" y="65"/>
                </a:cubicBezTo>
                <a:cubicBezTo>
                  <a:pt x="157" y="1"/>
                  <a:pt x="157" y="1"/>
                  <a:pt x="157" y="1"/>
                </a:cubicBezTo>
                <a:cubicBezTo>
                  <a:pt x="157" y="1"/>
                  <a:pt x="157" y="1"/>
                  <a:pt x="157" y="1"/>
                </a:cubicBezTo>
                <a:cubicBezTo>
                  <a:pt x="156" y="0"/>
                  <a:pt x="155" y="0"/>
                  <a:pt x="153" y="0"/>
                </a:cubicBezTo>
                <a:cubicBezTo>
                  <a:pt x="148" y="0"/>
                  <a:pt x="145" y="3"/>
                  <a:pt x="145" y="8"/>
                </a:cubicBezTo>
                <a:cubicBezTo>
                  <a:pt x="145" y="64"/>
                  <a:pt x="145" y="64"/>
                  <a:pt x="145" y="64"/>
                </a:cubicBezTo>
                <a:cubicBezTo>
                  <a:pt x="65" y="64"/>
                  <a:pt x="0" y="129"/>
                  <a:pt x="0" y="208"/>
                </a:cubicBezTo>
                <a:cubicBezTo>
                  <a:pt x="0" y="288"/>
                  <a:pt x="65" y="353"/>
                  <a:pt x="145" y="353"/>
                </a:cubicBezTo>
                <a:cubicBezTo>
                  <a:pt x="225" y="353"/>
                  <a:pt x="289" y="288"/>
                  <a:pt x="289" y="208"/>
                </a:cubicBezTo>
                <a:cubicBezTo>
                  <a:pt x="289" y="204"/>
                  <a:pt x="286" y="200"/>
                  <a:pt x="281" y="200"/>
                </a:cubicBezTo>
                <a:moveTo>
                  <a:pt x="161" y="23"/>
                </a:moveTo>
                <a:cubicBezTo>
                  <a:pt x="235" y="72"/>
                  <a:pt x="235" y="72"/>
                  <a:pt x="235" y="72"/>
                </a:cubicBezTo>
                <a:cubicBezTo>
                  <a:pt x="161" y="121"/>
                  <a:pt x="161" y="121"/>
                  <a:pt x="161" y="121"/>
                </a:cubicBezTo>
                <a:lnTo>
                  <a:pt x="161" y="23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0" name="Freeform 40"/>
          <p:cNvSpPr>
            <a:spLocks/>
          </p:cNvSpPr>
          <p:nvPr/>
        </p:nvSpPr>
        <p:spPr bwMode="auto">
          <a:xfrm>
            <a:off x="6413501" y="4246035"/>
            <a:ext cx="472017" cy="577851"/>
          </a:xfrm>
          <a:custGeom>
            <a:avLst/>
            <a:gdLst>
              <a:gd name="T0" fmla="*/ 281 w 289"/>
              <a:gd name="T1" fmla="*/ 200 h 353"/>
              <a:gd name="T2" fmla="*/ 273 w 289"/>
              <a:gd name="T3" fmla="*/ 208 h 353"/>
              <a:gd name="T4" fmla="*/ 144 w 289"/>
              <a:gd name="T5" fmla="*/ 337 h 353"/>
              <a:gd name="T6" fmla="*/ 16 w 289"/>
              <a:gd name="T7" fmla="*/ 208 h 353"/>
              <a:gd name="T8" fmla="*/ 144 w 289"/>
              <a:gd name="T9" fmla="*/ 80 h 353"/>
              <a:gd name="T10" fmla="*/ 197 w 289"/>
              <a:gd name="T11" fmla="*/ 80 h 353"/>
              <a:gd name="T12" fmla="*/ 148 w 289"/>
              <a:gd name="T13" fmla="*/ 129 h 353"/>
              <a:gd name="T14" fmla="*/ 148 w 289"/>
              <a:gd name="T15" fmla="*/ 130 h 353"/>
              <a:gd name="T16" fmla="*/ 144 w 289"/>
              <a:gd name="T17" fmla="*/ 136 h 353"/>
              <a:gd name="T18" fmla="*/ 152 w 289"/>
              <a:gd name="T19" fmla="*/ 144 h 353"/>
              <a:gd name="T20" fmla="*/ 157 w 289"/>
              <a:gd name="T21" fmla="*/ 143 h 353"/>
              <a:gd name="T22" fmla="*/ 157 w 289"/>
              <a:gd name="T23" fmla="*/ 143 h 353"/>
              <a:gd name="T24" fmla="*/ 157 w 289"/>
              <a:gd name="T25" fmla="*/ 142 h 353"/>
              <a:gd name="T26" fmla="*/ 158 w 289"/>
              <a:gd name="T27" fmla="*/ 141 h 353"/>
              <a:gd name="T28" fmla="*/ 221 w 289"/>
              <a:gd name="T29" fmla="*/ 79 h 353"/>
              <a:gd name="T30" fmla="*/ 221 w 289"/>
              <a:gd name="T31" fmla="*/ 79 h 353"/>
              <a:gd name="T32" fmla="*/ 224 w 289"/>
              <a:gd name="T33" fmla="*/ 72 h 353"/>
              <a:gd name="T34" fmla="*/ 221 w 289"/>
              <a:gd name="T35" fmla="*/ 65 h 353"/>
              <a:gd name="T36" fmla="*/ 221 w 289"/>
              <a:gd name="T37" fmla="*/ 65 h 353"/>
              <a:gd name="T38" fmla="*/ 158 w 289"/>
              <a:gd name="T39" fmla="*/ 3 h 353"/>
              <a:gd name="T40" fmla="*/ 157 w 289"/>
              <a:gd name="T41" fmla="*/ 2 h 353"/>
              <a:gd name="T42" fmla="*/ 157 w 289"/>
              <a:gd name="T43" fmla="*/ 1 h 353"/>
              <a:gd name="T44" fmla="*/ 157 w 289"/>
              <a:gd name="T45" fmla="*/ 1 h 353"/>
              <a:gd name="T46" fmla="*/ 152 w 289"/>
              <a:gd name="T47" fmla="*/ 0 h 353"/>
              <a:gd name="T48" fmla="*/ 144 w 289"/>
              <a:gd name="T49" fmla="*/ 8 h 353"/>
              <a:gd name="T50" fmla="*/ 148 w 289"/>
              <a:gd name="T51" fmla="*/ 14 h 353"/>
              <a:gd name="T52" fmla="*/ 148 w 289"/>
              <a:gd name="T53" fmla="*/ 14 h 353"/>
              <a:gd name="T54" fmla="*/ 197 w 289"/>
              <a:gd name="T55" fmla="*/ 64 h 353"/>
              <a:gd name="T56" fmla="*/ 144 w 289"/>
              <a:gd name="T57" fmla="*/ 64 h 353"/>
              <a:gd name="T58" fmla="*/ 0 w 289"/>
              <a:gd name="T59" fmla="*/ 208 h 353"/>
              <a:gd name="T60" fmla="*/ 144 w 289"/>
              <a:gd name="T61" fmla="*/ 353 h 353"/>
              <a:gd name="T62" fmla="*/ 289 w 289"/>
              <a:gd name="T63" fmla="*/ 208 h 353"/>
              <a:gd name="T64" fmla="*/ 281 w 289"/>
              <a:gd name="T65" fmla="*/ 200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289" h="353">
                <a:moveTo>
                  <a:pt x="281" y="200"/>
                </a:moveTo>
                <a:cubicBezTo>
                  <a:pt x="276" y="200"/>
                  <a:pt x="273" y="204"/>
                  <a:pt x="273" y="208"/>
                </a:cubicBezTo>
                <a:cubicBezTo>
                  <a:pt x="273" y="279"/>
                  <a:pt x="215" y="337"/>
                  <a:pt x="144" y="337"/>
                </a:cubicBezTo>
                <a:cubicBezTo>
                  <a:pt x="73" y="337"/>
                  <a:pt x="16" y="279"/>
                  <a:pt x="16" y="208"/>
                </a:cubicBezTo>
                <a:cubicBezTo>
                  <a:pt x="16" y="137"/>
                  <a:pt x="73" y="80"/>
                  <a:pt x="144" y="80"/>
                </a:cubicBezTo>
                <a:cubicBezTo>
                  <a:pt x="197" y="80"/>
                  <a:pt x="197" y="80"/>
                  <a:pt x="197" y="80"/>
                </a:cubicBezTo>
                <a:cubicBezTo>
                  <a:pt x="148" y="129"/>
                  <a:pt x="148" y="129"/>
                  <a:pt x="148" y="129"/>
                </a:cubicBezTo>
                <a:cubicBezTo>
                  <a:pt x="148" y="130"/>
                  <a:pt x="148" y="130"/>
                  <a:pt x="148" y="130"/>
                </a:cubicBezTo>
                <a:cubicBezTo>
                  <a:pt x="146" y="131"/>
                  <a:pt x="144" y="133"/>
                  <a:pt x="144" y="136"/>
                </a:cubicBezTo>
                <a:cubicBezTo>
                  <a:pt x="144" y="141"/>
                  <a:pt x="148" y="144"/>
                  <a:pt x="152" y="144"/>
                </a:cubicBezTo>
                <a:cubicBezTo>
                  <a:pt x="154" y="144"/>
                  <a:pt x="155" y="144"/>
                  <a:pt x="157" y="143"/>
                </a:cubicBezTo>
                <a:cubicBezTo>
                  <a:pt x="157" y="143"/>
                  <a:pt x="157" y="143"/>
                  <a:pt x="157" y="143"/>
                </a:cubicBezTo>
                <a:cubicBezTo>
                  <a:pt x="157" y="142"/>
                  <a:pt x="157" y="142"/>
                  <a:pt x="157" y="142"/>
                </a:cubicBezTo>
                <a:cubicBezTo>
                  <a:pt x="158" y="142"/>
                  <a:pt x="158" y="142"/>
                  <a:pt x="158" y="141"/>
                </a:cubicBezTo>
                <a:cubicBezTo>
                  <a:pt x="221" y="79"/>
                  <a:pt x="221" y="79"/>
                  <a:pt x="221" y="79"/>
                </a:cubicBezTo>
                <a:cubicBezTo>
                  <a:pt x="221" y="79"/>
                  <a:pt x="221" y="79"/>
                  <a:pt x="221" y="79"/>
                </a:cubicBezTo>
                <a:cubicBezTo>
                  <a:pt x="223" y="77"/>
                  <a:pt x="224" y="75"/>
                  <a:pt x="224" y="72"/>
                </a:cubicBezTo>
                <a:cubicBezTo>
                  <a:pt x="224" y="69"/>
                  <a:pt x="223" y="67"/>
                  <a:pt x="221" y="65"/>
                </a:cubicBezTo>
                <a:cubicBezTo>
                  <a:pt x="221" y="65"/>
                  <a:pt x="221" y="65"/>
                  <a:pt x="221" y="65"/>
                </a:cubicBezTo>
                <a:cubicBezTo>
                  <a:pt x="158" y="3"/>
                  <a:pt x="158" y="3"/>
                  <a:pt x="158" y="3"/>
                </a:cubicBezTo>
                <a:cubicBezTo>
                  <a:pt x="158" y="2"/>
                  <a:pt x="158" y="2"/>
                  <a:pt x="157" y="2"/>
                </a:cubicBezTo>
                <a:cubicBezTo>
                  <a:pt x="157" y="1"/>
                  <a:pt x="157" y="1"/>
                  <a:pt x="157" y="1"/>
                </a:cubicBezTo>
                <a:cubicBezTo>
                  <a:pt x="157" y="1"/>
                  <a:pt x="157" y="1"/>
                  <a:pt x="157" y="1"/>
                </a:cubicBezTo>
                <a:cubicBezTo>
                  <a:pt x="155" y="0"/>
                  <a:pt x="154" y="0"/>
                  <a:pt x="152" y="0"/>
                </a:cubicBezTo>
                <a:cubicBezTo>
                  <a:pt x="148" y="0"/>
                  <a:pt x="144" y="3"/>
                  <a:pt x="144" y="8"/>
                </a:cubicBezTo>
                <a:cubicBezTo>
                  <a:pt x="144" y="11"/>
                  <a:pt x="146" y="13"/>
                  <a:pt x="148" y="14"/>
                </a:cubicBezTo>
                <a:cubicBezTo>
                  <a:pt x="148" y="14"/>
                  <a:pt x="148" y="14"/>
                  <a:pt x="148" y="14"/>
                </a:cubicBezTo>
                <a:cubicBezTo>
                  <a:pt x="197" y="64"/>
                  <a:pt x="197" y="64"/>
                  <a:pt x="197" y="64"/>
                </a:cubicBezTo>
                <a:cubicBezTo>
                  <a:pt x="144" y="64"/>
                  <a:pt x="144" y="64"/>
                  <a:pt x="144" y="64"/>
                </a:cubicBezTo>
                <a:cubicBezTo>
                  <a:pt x="64" y="64"/>
                  <a:pt x="0" y="129"/>
                  <a:pt x="0" y="208"/>
                </a:cubicBezTo>
                <a:cubicBezTo>
                  <a:pt x="0" y="288"/>
                  <a:pt x="64" y="353"/>
                  <a:pt x="144" y="353"/>
                </a:cubicBezTo>
                <a:cubicBezTo>
                  <a:pt x="224" y="353"/>
                  <a:pt x="289" y="288"/>
                  <a:pt x="289" y="208"/>
                </a:cubicBezTo>
                <a:cubicBezTo>
                  <a:pt x="289" y="204"/>
                  <a:pt x="285" y="200"/>
                  <a:pt x="281" y="200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1" name="Freeform 41"/>
          <p:cNvSpPr>
            <a:spLocks noEditPoints="1"/>
          </p:cNvSpPr>
          <p:nvPr/>
        </p:nvSpPr>
        <p:spPr bwMode="auto">
          <a:xfrm>
            <a:off x="7463367" y="4246035"/>
            <a:ext cx="577851" cy="577851"/>
          </a:xfrm>
          <a:custGeom>
            <a:avLst/>
            <a:gdLst>
              <a:gd name="T0" fmla="*/ 225 w 353"/>
              <a:gd name="T1" fmla="*/ 289 h 353"/>
              <a:gd name="T2" fmla="*/ 219 w 353"/>
              <a:gd name="T3" fmla="*/ 291 h 353"/>
              <a:gd name="T4" fmla="*/ 185 w 353"/>
              <a:gd name="T5" fmla="*/ 326 h 353"/>
              <a:gd name="T6" fmla="*/ 185 w 353"/>
              <a:gd name="T7" fmla="*/ 136 h 353"/>
              <a:gd name="T8" fmla="*/ 176 w 353"/>
              <a:gd name="T9" fmla="*/ 128 h 353"/>
              <a:gd name="T10" fmla="*/ 168 w 353"/>
              <a:gd name="T11" fmla="*/ 136 h 353"/>
              <a:gd name="T12" fmla="*/ 168 w 353"/>
              <a:gd name="T13" fmla="*/ 326 h 353"/>
              <a:gd name="T14" fmla="*/ 134 w 353"/>
              <a:gd name="T15" fmla="*/ 291 h 353"/>
              <a:gd name="T16" fmla="*/ 128 w 353"/>
              <a:gd name="T17" fmla="*/ 289 h 353"/>
              <a:gd name="T18" fmla="*/ 120 w 353"/>
              <a:gd name="T19" fmla="*/ 297 h 353"/>
              <a:gd name="T20" fmla="*/ 123 w 353"/>
              <a:gd name="T21" fmla="*/ 302 h 353"/>
              <a:gd name="T22" fmla="*/ 171 w 353"/>
              <a:gd name="T23" fmla="*/ 351 h 353"/>
              <a:gd name="T24" fmla="*/ 176 w 353"/>
              <a:gd name="T25" fmla="*/ 353 h 353"/>
              <a:gd name="T26" fmla="*/ 182 w 353"/>
              <a:gd name="T27" fmla="*/ 351 h 353"/>
              <a:gd name="T28" fmla="*/ 230 w 353"/>
              <a:gd name="T29" fmla="*/ 302 h 353"/>
              <a:gd name="T30" fmla="*/ 233 w 353"/>
              <a:gd name="T31" fmla="*/ 297 h 353"/>
              <a:gd name="T32" fmla="*/ 225 w 353"/>
              <a:gd name="T33" fmla="*/ 289 h 353"/>
              <a:gd name="T34" fmla="*/ 305 w 353"/>
              <a:gd name="T35" fmla="*/ 103 h 353"/>
              <a:gd name="T36" fmla="*/ 305 w 353"/>
              <a:gd name="T37" fmla="*/ 96 h 353"/>
              <a:gd name="T38" fmla="*/ 209 w 353"/>
              <a:gd name="T39" fmla="*/ 0 h 353"/>
              <a:gd name="T40" fmla="*/ 123 w 353"/>
              <a:gd name="T41" fmla="*/ 51 h 353"/>
              <a:gd name="T42" fmla="*/ 104 w 353"/>
              <a:gd name="T43" fmla="*/ 48 h 353"/>
              <a:gd name="T44" fmla="*/ 48 w 353"/>
              <a:gd name="T45" fmla="*/ 104 h 353"/>
              <a:gd name="T46" fmla="*/ 49 w 353"/>
              <a:gd name="T47" fmla="*/ 116 h 353"/>
              <a:gd name="T48" fmla="*/ 0 w 353"/>
              <a:gd name="T49" fmla="*/ 184 h 353"/>
              <a:gd name="T50" fmla="*/ 72 w 353"/>
              <a:gd name="T51" fmla="*/ 257 h 353"/>
              <a:gd name="T52" fmla="*/ 144 w 353"/>
              <a:gd name="T53" fmla="*/ 257 h 353"/>
              <a:gd name="T54" fmla="*/ 152 w 353"/>
              <a:gd name="T55" fmla="*/ 249 h 353"/>
              <a:gd name="T56" fmla="*/ 144 w 353"/>
              <a:gd name="T57" fmla="*/ 241 h 353"/>
              <a:gd name="T58" fmla="*/ 72 w 353"/>
              <a:gd name="T59" fmla="*/ 241 h 353"/>
              <a:gd name="T60" fmla="*/ 16 w 353"/>
              <a:gd name="T61" fmla="*/ 184 h 353"/>
              <a:gd name="T62" fmla="*/ 54 w 353"/>
              <a:gd name="T63" fmla="*/ 131 h 353"/>
              <a:gd name="T64" fmla="*/ 68 w 353"/>
              <a:gd name="T65" fmla="*/ 127 h 353"/>
              <a:gd name="T66" fmla="*/ 65 w 353"/>
              <a:gd name="T67" fmla="*/ 112 h 353"/>
              <a:gd name="T68" fmla="*/ 64 w 353"/>
              <a:gd name="T69" fmla="*/ 104 h 353"/>
              <a:gd name="T70" fmla="*/ 104 w 353"/>
              <a:gd name="T71" fmla="*/ 64 h 353"/>
              <a:gd name="T72" fmla="*/ 118 w 353"/>
              <a:gd name="T73" fmla="*/ 66 h 353"/>
              <a:gd name="T74" fmla="*/ 131 w 353"/>
              <a:gd name="T75" fmla="*/ 71 h 353"/>
              <a:gd name="T76" fmla="*/ 138 w 353"/>
              <a:gd name="T77" fmla="*/ 59 h 353"/>
              <a:gd name="T78" fmla="*/ 209 w 353"/>
              <a:gd name="T79" fmla="*/ 16 h 353"/>
              <a:gd name="T80" fmla="*/ 289 w 353"/>
              <a:gd name="T81" fmla="*/ 96 h 353"/>
              <a:gd name="T82" fmla="*/ 289 w 353"/>
              <a:gd name="T83" fmla="*/ 100 h 353"/>
              <a:gd name="T84" fmla="*/ 289 w 353"/>
              <a:gd name="T85" fmla="*/ 102 h 353"/>
              <a:gd name="T86" fmla="*/ 288 w 353"/>
              <a:gd name="T87" fmla="*/ 113 h 353"/>
              <a:gd name="T88" fmla="*/ 298 w 353"/>
              <a:gd name="T89" fmla="*/ 117 h 353"/>
              <a:gd name="T90" fmla="*/ 337 w 353"/>
              <a:gd name="T91" fmla="*/ 176 h 353"/>
              <a:gd name="T92" fmla="*/ 273 w 353"/>
              <a:gd name="T93" fmla="*/ 241 h 353"/>
              <a:gd name="T94" fmla="*/ 209 w 353"/>
              <a:gd name="T95" fmla="*/ 241 h 353"/>
              <a:gd name="T96" fmla="*/ 201 w 353"/>
              <a:gd name="T97" fmla="*/ 249 h 353"/>
              <a:gd name="T98" fmla="*/ 209 w 353"/>
              <a:gd name="T99" fmla="*/ 257 h 353"/>
              <a:gd name="T100" fmla="*/ 273 w 353"/>
              <a:gd name="T101" fmla="*/ 257 h 353"/>
              <a:gd name="T102" fmla="*/ 353 w 353"/>
              <a:gd name="T103" fmla="*/ 176 h 353"/>
              <a:gd name="T104" fmla="*/ 305 w 353"/>
              <a:gd name="T105" fmla="*/ 103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353" h="353">
                <a:moveTo>
                  <a:pt x="225" y="289"/>
                </a:moveTo>
                <a:cubicBezTo>
                  <a:pt x="222" y="289"/>
                  <a:pt x="220" y="290"/>
                  <a:pt x="219" y="291"/>
                </a:cubicBezTo>
                <a:cubicBezTo>
                  <a:pt x="185" y="326"/>
                  <a:pt x="185" y="326"/>
                  <a:pt x="185" y="326"/>
                </a:cubicBezTo>
                <a:cubicBezTo>
                  <a:pt x="185" y="136"/>
                  <a:pt x="185" y="136"/>
                  <a:pt x="185" y="136"/>
                </a:cubicBezTo>
                <a:cubicBezTo>
                  <a:pt x="185" y="132"/>
                  <a:pt x="181" y="128"/>
                  <a:pt x="176" y="128"/>
                </a:cubicBezTo>
                <a:cubicBezTo>
                  <a:pt x="172" y="128"/>
                  <a:pt x="168" y="132"/>
                  <a:pt x="168" y="136"/>
                </a:cubicBezTo>
                <a:cubicBezTo>
                  <a:pt x="168" y="326"/>
                  <a:pt x="168" y="326"/>
                  <a:pt x="168" y="326"/>
                </a:cubicBezTo>
                <a:cubicBezTo>
                  <a:pt x="134" y="291"/>
                  <a:pt x="134" y="291"/>
                  <a:pt x="134" y="291"/>
                </a:cubicBezTo>
                <a:cubicBezTo>
                  <a:pt x="133" y="290"/>
                  <a:pt x="131" y="289"/>
                  <a:pt x="128" y="289"/>
                </a:cubicBezTo>
                <a:cubicBezTo>
                  <a:pt x="124" y="289"/>
                  <a:pt x="120" y="292"/>
                  <a:pt x="120" y="297"/>
                </a:cubicBezTo>
                <a:cubicBezTo>
                  <a:pt x="120" y="299"/>
                  <a:pt x="121" y="301"/>
                  <a:pt x="123" y="302"/>
                </a:cubicBezTo>
                <a:cubicBezTo>
                  <a:pt x="171" y="351"/>
                  <a:pt x="171" y="351"/>
                  <a:pt x="171" y="351"/>
                </a:cubicBezTo>
                <a:cubicBezTo>
                  <a:pt x="172" y="352"/>
                  <a:pt x="174" y="353"/>
                  <a:pt x="176" y="353"/>
                </a:cubicBezTo>
                <a:cubicBezTo>
                  <a:pt x="179" y="353"/>
                  <a:pt x="181" y="352"/>
                  <a:pt x="182" y="351"/>
                </a:cubicBezTo>
                <a:cubicBezTo>
                  <a:pt x="230" y="302"/>
                  <a:pt x="230" y="302"/>
                  <a:pt x="230" y="302"/>
                </a:cubicBezTo>
                <a:cubicBezTo>
                  <a:pt x="232" y="301"/>
                  <a:pt x="233" y="299"/>
                  <a:pt x="233" y="297"/>
                </a:cubicBezTo>
                <a:cubicBezTo>
                  <a:pt x="233" y="292"/>
                  <a:pt x="229" y="289"/>
                  <a:pt x="225" y="289"/>
                </a:cubicBezTo>
                <a:moveTo>
                  <a:pt x="305" y="103"/>
                </a:moveTo>
                <a:cubicBezTo>
                  <a:pt x="305" y="100"/>
                  <a:pt x="305" y="98"/>
                  <a:pt x="305" y="96"/>
                </a:cubicBezTo>
                <a:cubicBezTo>
                  <a:pt x="305" y="43"/>
                  <a:pt x="262" y="0"/>
                  <a:pt x="209" y="0"/>
                </a:cubicBezTo>
                <a:cubicBezTo>
                  <a:pt x="172" y="0"/>
                  <a:pt x="139" y="21"/>
                  <a:pt x="123" y="51"/>
                </a:cubicBezTo>
                <a:cubicBezTo>
                  <a:pt x="117" y="49"/>
                  <a:pt x="111" y="48"/>
                  <a:pt x="104" y="48"/>
                </a:cubicBezTo>
                <a:cubicBezTo>
                  <a:pt x="73" y="48"/>
                  <a:pt x="48" y="73"/>
                  <a:pt x="48" y="104"/>
                </a:cubicBezTo>
                <a:cubicBezTo>
                  <a:pt x="48" y="108"/>
                  <a:pt x="49" y="112"/>
                  <a:pt x="49" y="116"/>
                </a:cubicBezTo>
                <a:cubicBezTo>
                  <a:pt x="21" y="125"/>
                  <a:pt x="0" y="152"/>
                  <a:pt x="0" y="184"/>
                </a:cubicBezTo>
                <a:cubicBezTo>
                  <a:pt x="0" y="224"/>
                  <a:pt x="32" y="257"/>
                  <a:pt x="72" y="257"/>
                </a:cubicBezTo>
                <a:cubicBezTo>
                  <a:pt x="144" y="257"/>
                  <a:pt x="144" y="257"/>
                  <a:pt x="144" y="257"/>
                </a:cubicBezTo>
                <a:cubicBezTo>
                  <a:pt x="149" y="257"/>
                  <a:pt x="152" y="253"/>
                  <a:pt x="152" y="249"/>
                </a:cubicBezTo>
                <a:cubicBezTo>
                  <a:pt x="152" y="244"/>
                  <a:pt x="149" y="241"/>
                  <a:pt x="144" y="241"/>
                </a:cubicBezTo>
                <a:cubicBezTo>
                  <a:pt x="72" y="241"/>
                  <a:pt x="72" y="241"/>
                  <a:pt x="72" y="241"/>
                </a:cubicBezTo>
                <a:cubicBezTo>
                  <a:pt x="41" y="241"/>
                  <a:pt x="16" y="215"/>
                  <a:pt x="16" y="184"/>
                </a:cubicBezTo>
                <a:cubicBezTo>
                  <a:pt x="16" y="160"/>
                  <a:pt x="31" y="139"/>
                  <a:pt x="54" y="131"/>
                </a:cubicBezTo>
                <a:cubicBezTo>
                  <a:pt x="68" y="127"/>
                  <a:pt x="68" y="127"/>
                  <a:pt x="68" y="127"/>
                </a:cubicBezTo>
                <a:cubicBezTo>
                  <a:pt x="65" y="112"/>
                  <a:pt x="65" y="112"/>
                  <a:pt x="65" y="112"/>
                </a:cubicBezTo>
                <a:cubicBezTo>
                  <a:pt x="64" y="110"/>
                  <a:pt x="64" y="107"/>
                  <a:pt x="64" y="104"/>
                </a:cubicBezTo>
                <a:cubicBezTo>
                  <a:pt x="64" y="82"/>
                  <a:pt x="82" y="64"/>
                  <a:pt x="104" y="64"/>
                </a:cubicBezTo>
                <a:cubicBezTo>
                  <a:pt x="109" y="64"/>
                  <a:pt x="113" y="65"/>
                  <a:pt x="118" y="66"/>
                </a:cubicBezTo>
                <a:cubicBezTo>
                  <a:pt x="131" y="71"/>
                  <a:pt x="131" y="71"/>
                  <a:pt x="131" y="71"/>
                </a:cubicBezTo>
                <a:cubicBezTo>
                  <a:pt x="138" y="59"/>
                  <a:pt x="138" y="59"/>
                  <a:pt x="138" y="59"/>
                </a:cubicBezTo>
                <a:cubicBezTo>
                  <a:pt x="152" y="32"/>
                  <a:pt x="179" y="16"/>
                  <a:pt x="209" y="16"/>
                </a:cubicBezTo>
                <a:cubicBezTo>
                  <a:pt x="253" y="16"/>
                  <a:pt x="289" y="52"/>
                  <a:pt x="289" y="96"/>
                </a:cubicBezTo>
                <a:cubicBezTo>
                  <a:pt x="289" y="97"/>
                  <a:pt x="289" y="99"/>
                  <a:pt x="289" y="100"/>
                </a:cubicBezTo>
                <a:cubicBezTo>
                  <a:pt x="289" y="102"/>
                  <a:pt x="289" y="102"/>
                  <a:pt x="289" y="102"/>
                </a:cubicBezTo>
                <a:cubicBezTo>
                  <a:pt x="288" y="113"/>
                  <a:pt x="288" y="113"/>
                  <a:pt x="288" y="113"/>
                </a:cubicBezTo>
                <a:cubicBezTo>
                  <a:pt x="298" y="117"/>
                  <a:pt x="298" y="117"/>
                  <a:pt x="298" y="117"/>
                </a:cubicBezTo>
                <a:cubicBezTo>
                  <a:pt x="322" y="128"/>
                  <a:pt x="337" y="151"/>
                  <a:pt x="337" y="176"/>
                </a:cubicBezTo>
                <a:cubicBezTo>
                  <a:pt x="337" y="212"/>
                  <a:pt x="308" y="241"/>
                  <a:pt x="273" y="241"/>
                </a:cubicBezTo>
                <a:cubicBezTo>
                  <a:pt x="209" y="241"/>
                  <a:pt x="209" y="241"/>
                  <a:pt x="209" y="241"/>
                </a:cubicBezTo>
                <a:cubicBezTo>
                  <a:pt x="204" y="241"/>
                  <a:pt x="201" y="244"/>
                  <a:pt x="201" y="249"/>
                </a:cubicBezTo>
                <a:cubicBezTo>
                  <a:pt x="201" y="253"/>
                  <a:pt x="204" y="257"/>
                  <a:pt x="209" y="257"/>
                </a:cubicBezTo>
                <a:cubicBezTo>
                  <a:pt x="273" y="257"/>
                  <a:pt x="273" y="257"/>
                  <a:pt x="273" y="257"/>
                </a:cubicBezTo>
                <a:cubicBezTo>
                  <a:pt x="317" y="257"/>
                  <a:pt x="353" y="221"/>
                  <a:pt x="353" y="176"/>
                </a:cubicBezTo>
                <a:cubicBezTo>
                  <a:pt x="353" y="143"/>
                  <a:pt x="333" y="115"/>
                  <a:pt x="305" y="103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2" name="Freeform 42"/>
          <p:cNvSpPr>
            <a:spLocks noEditPoints="1"/>
          </p:cNvSpPr>
          <p:nvPr/>
        </p:nvSpPr>
        <p:spPr bwMode="auto">
          <a:xfrm>
            <a:off x="8568267" y="4246035"/>
            <a:ext cx="577851" cy="577851"/>
          </a:xfrm>
          <a:custGeom>
            <a:avLst/>
            <a:gdLst>
              <a:gd name="T0" fmla="*/ 225 w 353"/>
              <a:gd name="T1" fmla="*/ 192 h 353"/>
              <a:gd name="T2" fmla="*/ 233 w 353"/>
              <a:gd name="T3" fmla="*/ 184 h 353"/>
              <a:gd name="T4" fmla="*/ 231 w 353"/>
              <a:gd name="T5" fmla="*/ 179 h 353"/>
              <a:gd name="T6" fmla="*/ 183 w 353"/>
              <a:gd name="T7" fmla="*/ 131 h 353"/>
              <a:gd name="T8" fmla="*/ 177 w 353"/>
              <a:gd name="T9" fmla="*/ 128 h 353"/>
              <a:gd name="T10" fmla="*/ 171 w 353"/>
              <a:gd name="T11" fmla="*/ 131 h 353"/>
              <a:gd name="T12" fmla="*/ 123 w 353"/>
              <a:gd name="T13" fmla="*/ 179 h 353"/>
              <a:gd name="T14" fmla="*/ 121 w 353"/>
              <a:gd name="T15" fmla="*/ 184 h 353"/>
              <a:gd name="T16" fmla="*/ 129 w 353"/>
              <a:gd name="T17" fmla="*/ 192 h 353"/>
              <a:gd name="T18" fmla="*/ 134 w 353"/>
              <a:gd name="T19" fmla="*/ 190 h 353"/>
              <a:gd name="T20" fmla="*/ 169 w 353"/>
              <a:gd name="T21" fmla="*/ 156 h 353"/>
              <a:gd name="T22" fmla="*/ 169 w 353"/>
              <a:gd name="T23" fmla="*/ 345 h 353"/>
              <a:gd name="T24" fmla="*/ 177 w 353"/>
              <a:gd name="T25" fmla="*/ 353 h 353"/>
              <a:gd name="T26" fmla="*/ 185 w 353"/>
              <a:gd name="T27" fmla="*/ 345 h 353"/>
              <a:gd name="T28" fmla="*/ 185 w 353"/>
              <a:gd name="T29" fmla="*/ 156 h 353"/>
              <a:gd name="T30" fmla="*/ 219 w 353"/>
              <a:gd name="T31" fmla="*/ 190 h 353"/>
              <a:gd name="T32" fmla="*/ 225 w 353"/>
              <a:gd name="T33" fmla="*/ 192 h 353"/>
              <a:gd name="T34" fmla="*/ 305 w 353"/>
              <a:gd name="T35" fmla="*/ 103 h 353"/>
              <a:gd name="T36" fmla="*/ 305 w 353"/>
              <a:gd name="T37" fmla="*/ 96 h 353"/>
              <a:gd name="T38" fmla="*/ 209 w 353"/>
              <a:gd name="T39" fmla="*/ 0 h 353"/>
              <a:gd name="T40" fmla="*/ 124 w 353"/>
              <a:gd name="T41" fmla="*/ 51 h 353"/>
              <a:gd name="T42" fmla="*/ 105 w 353"/>
              <a:gd name="T43" fmla="*/ 48 h 353"/>
              <a:gd name="T44" fmla="*/ 48 w 353"/>
              <a:gd name="T45" fmla="*/ 104 h 353"/>
              <a:gd name="T46" fmla="*/ 50 w 353"/>
              <a:gd name="T47" fmla="*/ 116 h 353"/>
              <a:gd name="T48" fmla="*/ 0 w 353"/>
              <a:gd name="T49" fmla="*/ 184 h 353"/>
              <a:gd name="T50" fmla="*/ 72 w 353"/>
              <a:gd name="T51" fmla="*/ 257 h 353"/>
              <a:gd name="T52" fmla="*/ 145 w 353"/>
              <a:gd name="T53" fmla="*/ 257 h 353"/>
              <a:gd name="T54" fmla="*/ 153 w 353"/>
              <a:gd name="T55" fmla="*/ 249 h 353"/>
              <a:gd name="T56" fmla="*/ 145 w 353"/>
              <a:gd name="T57" fmla="*/ 241 h 353"/>
              <a:gd name="T58" fmla="*/ 72 w 353"/>
              <a:gd name="T59" fmla="*/ 241 h 353"/>
              <a:gd name="T60" fmla="*/ 16 w 353"/>
              <a:gd name="T61" fmla="*/ 184 h 353"/>
              <a:gd name="T62" fmla="*/ 55 w 353"/>
              <a:gd name="T63" fmla="*/ 131 h 353"/>
              <a:gd name="T64" fmla="*/ 68 w 353"/>
              <a:gd name="T65" fmla="*/ 127 h 353"/>
              <a:gd name="T66" fmla="*/ 65 w 353"/>
              <a:gd name="T67" fmla="*/ 112 h 353"/>
              <a:gd name="T68" fmla="*/ 64 w 353"/>
              <a:gd name="T69" fmla="*/ 104 h 353"/>
              <a:gd name="T70" fmla="*/ 105 w 353"/>
              <a:gd name="T71" fmla="*/ 64 h 353"/>
              <a:gd name="T72" fmla="*/ 118 w 353"/>
              <a:gd name="T73" fmla="*/ 66 h 353"/>
              <a:gd name="T74" fmla="*/ 131 w 353"/>
              <a:gd name="T75" fmla="*/ 71 h 353"/>
              <a:gd name="T76" fmla="*/ 138 w 353"/>
              <a:gd name="T77" fmla="*/ 59 h 353"/>
              <a:gd name="T78" fmla="*/ 209 w 353"/>
              <a:gd name="T79" fmla="*/ 16 h 353"/>
              <a:gd name="T80" fmla="*/ 289 w 353"/>
              <a:gd name="T81" fmla="*/ 96 h 353"/>
              <a:gd name="T82" fmla="*/ 289 w 353"/>
              <a:gd name="T83" fmla="*/ 100 h 353"/>
              <a:gd name="T84" fmla="*/ 289 w 353"/>
              <a:gd name="T85" fmla="*/ 102 h 353"/>
              <a:gd name="T86" fmla="*/ 288 w 353"/>
              <a:gd name="T87" fmla="*/ 113 h 353"/>
              <a:gd name="T88" fmla="*/ 299 w 353"/>
              <a:gd name="T89" fmla="*/ 117 h 353"/>
              <a:gd name="T90" fmla="*/ 337 w 353"/>
              <a:gd name="T91" fmla="*/ 176 h 353"/>
              <a:gd name="T92" fmla="*/ 273 w 353"/>
              <a:gd name="T93" fmla="*/ 241 h 353"/>
              <a:gd name="T94" fmla="*/ 209 w 353"/>
              <a:gd name="T95" fmla="*/ 241 h 353"/>
              <a:gd name="T96" fmla="*/ 201 w 353"/>
              <a:gd name="T97" fmla="*/ 249 h 353"/>
              <a:gd name="T98" fmla="*/ 209 w 353"/>
              <a:gd name="T99" fmla="*/ 257 h 353"/>
              <a:gd name="T100" fmla="*/ 273 w 353"/>
              <a:gd name="T101" fmla="*/ 257 h 353"/>
              <a:gd name="T102" fmla="*/ 353 w 353"/>
              <a:gd name="T103" fmla="*/ 176 h 353"/>
              <a:gd name="T104" fmla="*/ 305 w 353"/>
              <a:gd name="T105" fmla="*/ 103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353" h="353">
                <a:moveTo>
                  <a:pt x="225" y="192"/>
                </a:moveTo>
                <a:cubicBezTo>
                  <a:pt x="229" y="192"/>
                  <a:pt x="233" y="189"/>
                  <a:pt x="233" y="184"/>
                </a:cubicBezTo>
                <a:cubicBezTo>
                  <a:pt x="233" y="182"/>
                  <a:pt x="232" y="180"/>
                  <a:pt x="231" y="179"/>
                </a:cubicBezTo>
                <a:cubicBezTo>
                  <a:pt x="183" y="131"/>
                  <a:pt x="183" y="131"/>
                  <a:pt x="183" y="131"/>
                </a:cubicBezTo>
                <a:cubicBezTo>
                  <a:pt x="181" y="129"/>
                  <a:pt x="179" y="128"/>
                  <a:pt x="177" y="128"/>
                </a:cubicBezTo>
                <a:cubicBezTo>
                  <a:pt x="175" y="128"/>
                  <a:pt x="173" y="129"/>
                  <a:pt x="171" y="131"/>
                </a:cubicBezTo>
                <a:cubicBezTo>
                  <a:pt x="123" y="179"/>
                  <a:pt x="123" y="179"/>
                  <a:pt x="123" y="179"/>
                </a:cubicBezTo>
                <a:cubicBezTo>
                  <a:pt x="122" y="180"/>
                  <a:pt x="121" y="182"/>
                  <a:pt x="121" y="184"/>
                </a:cubicBezTo>
                <a:cubicBezTo>
                  <a:pt x="121" y="189"/>
                  <a:pt x="124" y="192"/>
                  <a:pt x="129" y="192"/>
                </a:cubicBezTo>
                <a:cubicBezTo>
                  <a:pt x="131" y="192"/>
                  <a:pt x="133" y="191"/>
                  <a:pt x="134" y="190"/>
                </a:cubicBezTo>
                <a:cubicBezTo>
                  <a:pt x="169" y="156"/>
                  <a:pt x="169" y="156"/>
                  <a:pt x="169" y="156"/>
                </a:cubicBezTo>
                <a:cubicBezTo>
                  <a:pt x="169" y="345"/>
                  <a:pt x="169" y="345"/>
                  <a:pt x="169" y="345"/>
                </a:cubicBezTo>
                <a:cubicBezTo>
                  <a:pt x="169" y="349"/>
                  <a:pt x="172" y="353"/>
                  <a:pt x="177" y="353"/>
                </a:cubicBezTo>
                <a:cubicBezTo>
                  <a:pt x="181" y="353"/>
                  <a:pt x="185" y="349"/>
                  <a:pt x="185" y="345"/>
                </a:cubicBezTo>
                <a:cubicBezTo>
                  <a:pt x="185" y="156"/>
                  <a:pt x="185" y="156"/>
                  <a:pt x="185" y="156"/>
                </a:cubicBezTo>
                <a:cubicBezTo>
                  <a:pt x="219" y="190"/>
                  <a:pt x="219" y="190"/>
                  <a:pt x="219" y="190"/>
                </a:cubicBezTo>
                <a:cubicBezTo>
                  <a:pt x="221" y="191"/>
                  <a:pt x="223" y="192"/>
                  <a:pt x="225" y="192"/>
                </a:cubicBezTo>
                <a:moveTo>
                  <a:pt x="305" y="103"/>
                </a:moveTo>
                <a:cubicBezTo>
                  <a:pt x="305" y="100"/>
                  <a:pt x="305" y="98"/>
                  <a:pt x="305" y="96"/>
                </a:cubicBezTo>
                <a:cubicBezTo>
                  <a:pt x="305" y="43"/>
                  <a:pt x="262" y="0"/>
                  <a:pt x="209" y="0"/>
                </a:cubicBezTo>
                <a:cubicBezTo>
                  <a:pt x="172" y="0"/>
                  <a:pt x="140" y="21"/>
                  <a:pt x="124" y="51"/>
                </a:cubicBezTo>
                <a:cubicBezTo>
                  <a:pt x="118" y="49"/>
                  <a:pt x="111" y="48"/>
                  <a:pt x="105" y="48"/>
                </a:cubicBezTo>
                <a:cubicBezTo>
                  <a:pt x="74" y="48"/>
                  <a:pt x="48" y="73"/>
                  <a:pt x="48" y="104"/>
                </a:cubicBezTo>
                <a:cubicBezTo>
                  <a:pt x="48" y="108"/>
                  <a:pt x="49" y="112"/>
                  <a:pt x="50" y="116"/>
                </a:cubicBezTo>
                <a:cubicBezTo>
                  <a:pt x="21" y="125"/>
                  <a:pt x="0" y="152"/>
                  <a:pt x="0" y="184"/>
                </a:cubicBezTo>
                <a:cubicBezTo>
                  <a:pt x="0" y="224"/>
                  <a:pt x="33" y="257"/>
                  <a:pt x="72" y="257"/>
                </a:cubicBezTo>
                <a:cubicBezTo>
                  <a:pt x="145" y="257"/>
                  <a:pt x="145" y="257"/>
                  <a:pt x="145" y="257"/>
                </a:cubicBezTo>
                <a:cubicBezTo>
                  <a:pt x="149" y="257"/>
                  <a:pt x="153" y="253"/>
                  <a:pt x="153" y="249"/>
                </a:cubicBezTo>
                <a:cubicBezTo>
                  <a:pt x="153" y="244"/>
                  <a:pt x="149" y="241"/>
                  <a:pt x="145" y="241"/>
                </a:cubicBezTo>
                <a:cubicBezTo>
                  <a:pt x="72" y="241"/>
                  <a:pt x="72" y="241"/>
                  <a:pt x="72" y="241"/>
                </a:cubicBezTo>
                <a:cubicBezTo>
                  <a:pt x="41" y="241"/>
                  <a:pt x="16" y="215"/>
                  <a:pt x="16" y="184"/>
                </a:cubicBezTo>
                <a:cubicBezTo>
                  <a:pt x="16" y="160"/>
                  <a:pt x="32" y="139"/>
                  <a:pt x="55" y="131"/>
                </a:cubicBezTo>
                <a:cubicBezTo>
                  <a:pt x="68" y="127"/>
                  <a:pt x="68" y="127"/>
                  <a:pt x="68" y="127"/>
                </a:cubicBezTo>
                <a:cubicBezTo>
                  <a:pt x="65" y="112"/>
                  <a:pt x="65" y="112"/>
                  <a:pt x="65" y="112"/>
                </a:cubicBezTo>
                <a:cubicBezTo>
                  <a:pt x="65" y="110"/>
                  <a:pt x="64" y="107"/>
                  <a:pt x="64" y="104"/>
                </a:cubicBezTo>
                <a:cubicBezTo>
                  <a:pt x="64" y="82"/>
                  <a:pt x="82" y="64"/>
                  <a:pt x="105" y="64"/>
                </a:cubicBezTo>
                <a:cubicBezTo>
                  <a:pt x="109" y="64"/>
                  <a:pt x="114" y="65"/>
                  <a:pt x="118" y="66"/>
                </a:cubicBezTo>
                <a:cubicBezTo>
                  <a:pt x="131" y="71"/>
                  <a:pt x="131" y="71"/>
                  <a:pt x="131" y="71"/>
                </a:cubicBezTo>
                <a:cubicBezTo>
                  <a:pt x="138" y="59"/>
                  <a:pt x="138" y="59"/>
                  <a:pt x="138" y="59"/>
                </a:cubicBezTo>
                <a:cubicBezTo>
                  <a:pt x="152" y="32"/>
                  <a:pt x="179" y="16"/>
                  <a:pt x="209" y="16"/>
                </a:cubicBezTo>
                <a:cubicBezTo>
                  <a:pt x="253" y="16"/>
                  <a:pt x="289" y="52"/>
                  <a:pt x="289" y="96"/>
                </a:cubicBezTo>
                <a:cubicBezTo>
                  <a:pt x="289" y="97"/>
                  <a:pt x="289" y="99"/>
                  <a:pt x="289" y="100"/>
                </a:cubicBezTo>
                <a:cubicBezTo>
                  <a:pt x="289" y="102"/>
                  <a:pt x="289" y="102"/>
                  <a:pt x="289" y="102"/>
                </a:cubicBezTo>
                <a:cubicBezTo>
                  <a:pt x="288" y="113"/>
                  <a:pt x="288" y="113"/>
                  <a:pt x="288" y="113"/>
                </a:cubicBezTo>
                <a:cubicBezTo>
                  <a:pt x="299" y="117"/>
                  <a:pt x="299" y="117"/>
                  <a:pt x="299" y="117"/>
                </a:cubicBezTo>
                <a:cubicBezTo>
                  <a:pt x="322" y="128"/>
                  <a:pt x="337" y="151"/>
                  <a:pt x="337" y="176"/>
                </a:cubicBezTo>
                <a:cubicBezTo>
                  <a:pt x="337" y="212"/>
                  <a:pt x="309" y="241"/>
                  <a:pt x="273" y="241"/>
                </a:cubicBezTo>
                <a:cubicBezTo>
                  <a:pt x="209" y="241"/>
                  <a:pt x="209" y="241"/>
                  <a:pt x="209" y="241"/>
                </a:cubicBezTo>
                <a:cubicBezTo>
                  <a:pt x="205" y="241"/>
                  <a:pt x="201" y="244"/>
                  <a:pt x="201" y="249"/>
                </a:cubicBezTo>
                <a:cubicBezTo>
                  <a:pt x="201" y="253"/>
                  <a:pt x="205" y="257"/>
                  <a:pt x="209" y="257"/>
                </a:cubicBezTo>
                <a:cubicBezTo>
                  <a:pt x="273" y="257"/>
                  <a:pt x="273" y="257"/>
                  <a:pt x="273" y="257"/>
                </a:cubicBezTo>
                <a:cubicBezTo>
                  <a:pt x="317" y="257"/>
                  <a:pt x="353" y="221"/>
                  <a:pt x="353" y="176"/>
                </a:cubicBezTo>
                <a:cubicBezTo>
                  <a:pt x="353" y="143"/>
                  <a:pt x="333" y="115"/>
                  <a:pt x="305" y="103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3" name="Freeform 43"/>
          <p:cNvSpPr>
            <a:spLocks noEditPoints="1"/>
          </p:cNvSpPr>
          <p:nvPr/>
        </p:nvSpPr>
        <p:spPr bwMode="auto">
          <a:xfrm>
            <a:off x="9673167" y="4286251"/>
            <a:ext cx="577851" cy="499533"/>
          </a:xfrm>
          <a:custGeom>
            <a:avLst/>
            <a:gdLst>
              <a:gd name="T0" fmla="*/ 171 w 353"/>
              <a:gd name="T1" fmla="*/ 202 h 305"/>
              <a:gd name="T2" fmla="*/ 170 w 353"/>
              <a:gd name="T3" fmla="*/ 201 h 305"/>
              <a:gd name="T4" fmla="*/ 138 w 353"/>
              <a:gd name="T5" fmla="*/ 193 h 305"/>
              <a:gd name="T6" fmla="*/ 129 w 353"/>
              <a:gd name="T7" fmla="*/ 204 h 305"/>
              <a:gd name="T8" fmla="*/ 146 w 353"/>
              <a:gd name="T9" fmla="*/ 212 h 305"/>
              <a:gd name="T10" fmla="*/ 158 w 353"/>
              <a:gd name="T11" fmla="*/ 293 h 305"/>
              <a:gd name="T12" fmla="*/ 144 w 353"/>
              <a:gd name="T13" fmla="*/ 249 h 305"/>
              <a:gd name="T14" fmla="*/ 152 w 353"/>
              <a:gd name="T15" fmla="*/ 240 h 305"/>
              <a:gd name="T16" fmla="*/ 164 w 353"/>
              <a:gd name="T17" fmla="*/ 249 h 305"/>
              <a:gd name="T18" fmla="*/ 177 w 353"/>
              <a:gd name="T19" fmla="*/ 211 h 305"/>
              <a:gd name="T20" fmla="*/ 304 w 353"/>
              <a:gd name="T21" fmla="*/ 103 h 305"/>
              <a:gd name="T22" fmla="*/ 208 w 353"/>
              <a:gd name="T23" fmla="*/ 0 h 305"/>
              <a:gd name="T24" fmla="*/ 104 w 353"/>
              <a:gd name="T25" fmla="*/ 48 h 305"/>
              <a:gd name="T26" fmla="*/ 49 w 353"/>
              <a:gd name="T27" fmla="*/ 116 h 305"/>
              <a:gd name="T28" fmla="*/ 72 w 353"/>
              <a:gd name="T29" fmla="*/ 257 h 305"/>
              <a:gd name="T30" fmla="*/ 112 w 353"/>
              <a:gd name="T31" fmla="*/ 249 h 305"/>
              <a:gd name="T32" fmla="*/ 72 w 353"/>
              <a:gd name="T33" fmla="*/ 241 h 305"/>
              <a:gd name="T34" fmla="*/ 54 w 353"/>
              <a:gd name="T35" fmla="*/ 131 h 305"/>
              <a:gd name="T36" fmla="*/ 65 w 353"/>
              <a:gd name="T37" fmla="*/ 113 h 305"/>
              <a:gd name="T38" fmla="*/ 104 w 353"/>
              <a:gd name="T39" fmla="*/ 64 h 305"/>
              <a:gd name="T40" fmla="*/ 131 w 353"/>
              <a:gd name="T41" fmla="*/ 71 h 305"/>
              <a:gd name="T42" fmla="*/ 208 w 353"/>
              <a:gd name="T43" fmla="*/ 16 h 305"/>
              <a:gd name="T44" fmla="*/ 288 w 353"/>
              <a:gd name="T45" fmla="*/ 100 h 305"/>
              <a:gd name="T46" fmla="*/ 288 w 353"/>
              <a:gd name="T47" fmla="*/ 113 h 305"/>
              <a:gd name="T48" fmla="*/ 337 w 353"/>
              <a:gd name="T49" fmla="*/ 176 h 305"/>
              <a:gd name="T50" fmla="*/ 248 w 353"/>
              <a:gd name="T51" fmla="*/ 241 h 305"/>
              <a:gd name="T52" fmla="*/ 248 w 353"/>
              <a:gd name="T53" fmla="*/ 257 h 305"/>
              <a:gd name="T54" fmla="*/ 353 w 353"/>
              <a:gd name="T55" fmla="*/ 176 h 305"/>
              <a:gd name="T56" fmla="*/ 219 w 353"/>
              <a:gd name="T57" fmla="*/ 289 h 305"/>
              <a:gd name="T58" fmla="*/ 224 w 353"/>
              <a:gd name="T59" fmla="*/ 249 h 305"/>
              <a:gd name="T60" fmla="*/ 191 w 353"/>
              <a:gd name="T61" fmla="*/ 220 h 305"/>
              <a:gd name="T62" fmla="*/ 196 w 353"/>
              <a:gd name="T63" fmla="*/ 273 h 305"/>
              <a:gd name="T64" fmla="*/ 200 w 353"/>
              <a:gd name="T65" fmla="*/ 251 h 305"/>
              <a:gd name="T66" fmla="*/ 185 w 353"/>
              <a:gd name="T67" fmla="*/ 253 h 305"/>
              <a:gd name="T68" fmla="*/ 177 w 353"/>
              <a:gd name="T69" fmla="*/ 292 h 305"/>
              <a:gd name="T70" fmla="*/ 181 w 353"/>
              <a:gd name="T71" fmla="*/ 296 h 305"/>
              <a:gd name="T72" fmla="*/ 215 w 353"/>
              <a:gd name="T73" fmla="*/ 305 h 305"/>
              <a:gd name="T74" fmla="*/ 224 w 353"/>
              <a:gd name="T75" fmla="*/ 293 h 3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353" h="305">
                <a:moveTo>
                  <a:pt x="176" y="205"/>
                </a:moveTo>
                <a:cubicBezTo>
                  <a:pt x="175" y="203"/>
                  <a:pt x="173" y="202"/>
                  <a:pt x="171" y="202"/>
                </a:cubicBezTo>
                <a:cubicBezTo>
                  <a:pt x="172" y="201"/>
                  <a:pt x="172" y="201"/>
                  <a:pt x="172" y="201"/>
                </a:cubicBezTo>
                <a:cubicBezTo>
                  <a:pt x="171" y="201"/>
                  <a:pt x="170" y="201"/>
                  <a:pt x="170" y="201"/>
                </a:cubicBezTo>
                <a:cubicBezTo>
                  <a:pt x="138" y="193"/>
                  <a:pt x="138" y="193"/>
                  <a:pt x="138" y="193"/>
                </a:cubicBezTo>
                <a:cubicBezTo>
                  <a:pt x="138" y="193"/>
                  <a:pt x="138" y="193"/>
                  <a:pt x="138" y="193"/>
                </a:cubicBezTo>
                <a:cubicBezTo>
                  <a:pt x="136" y="192"/>
                  <a:pt x="134" y="192"/>
                  <a:pt x="132" y="194"/>
                </a:cubicBezTo>
                <a:cubicBezTo>
                  <a:pt x="128" y="196"/>
                  <a:pt x="127" y="201"/>
                  <a:pt x="129" y="204"/>
                </a:cubicBezTo>
                <a:cubicBezTo>
                  <a:pt x="130" y="206"/>
                  <a:pt x="132" y="208"/>
                  <a:pt x="134" y="208"/>
                </a:cubicBezTo>
                <a:cubicBezTo>
                  <a:pt x="146" y="212"/>
                  <a:pt x="146" y="212"/>
                  <a:pt x="146" y="212"/>
                </a:cubicBezTo>
                <a:cubicBezTo>
                  <a:pt x="135" y="220"/>
                  <a:pt x="128" y="233"/>
                  <a:pt x="128" y="249"/>
                </a:cubicBezTo>
                <a:cubicBezTo>
                  <a:pt x="128" y="269"/>
                  <a:pt x="140" y="286"/>
                  <a:pt x="158" y="293"/>
                </a:cubicBezTo>
                <a:cubicBezTo>
                  <a:pt x="162" y="277"/>
                  <a:pt x="162" y="277"/>
                  <a:pt x="162" y="277"/>
                </a:cubicBezTo>
                <a:cubicBezTo>
                  <a:pt x="151" y="272"/>
                  <a:pt x="144" y="261"/>
                  <a:pt x="144" y="249"/>
                </a:cubicBezTo>
                <a:cubicBezTo>
                  <a:pt x="144" y="238"/>
                  <a:pt x="149" y="229"/>
                  <a:pt x="157" y="223"/>
                </a:cubicBezTo>
                <a:cubicBezTo>
                  <a:pt x="152" y="240"/>
                  <a:pt x="152" y="240"/>
                  <a:pt x="152" y="240"/>
                </a:cubicBezTo>
                <a:cubicBezTo>
                  <a:pt x="152" y="242"/>
                  <a:pt x="152" y="244"/>
                  <a:pt x="153" y="246"/>
                </a:cubicBezTo>
                <a:cubicBezTo>
                  <a:pt x="155" y="250"/>
                  <a:pt x="160" y="251"/>
                  <a:pt x="164" y="249"/>
                </a:cubicBezTo>
                <a:cubicBezTo>
                  <a:pt x="166" y="248"/>
                  <a:pt x="167" y="246"/>
                  <a:pt x="168" y="244"/>
                </a:cubicBezTo>
                <a:cubicBezTo>
                  <a:pt x="177" y="211"/>
                  <a:pt x="177" y="211"/>
                  <a:pt x="177" y="211"/>
                </a:cubicBezTo>
                <a:cubicBezTo>
                  <a:pt x="177" y="209"/>
                  <a:pt x="177" y="207"/>
                  <a:pt x="176" y="205"/>
                </a:cubicBezTo>
                <a:moveTo>
                  <a:pt x="304" y="103"/>
                </a:moveTo>
                <a:cubicBezTo>
                  <a:pt x="304" y="101"/>
                  <a:pt x="305" y="98"/>
                  <a:pt x="305" y="96"/>
                </a:cubicBezTo>
                <a:cubicBezTo>
                  <a:pt x="305" y="43"/>
                  <a:pt x="261" y="0"/>
                  <a:pt x="208" y="0"/>
                </a:cubicBezTo>
                <a:cubicBezTo>
                  <a:pt x="171" y="0"/>
                  <a:pt x="139" y="21"/>
                  <a:pt x="123" y="51"/>
                </a:cubicBezTo>
                <a:cubicBezTo>
                  <a:pt x="117" y="49"/>
                  <a:pt x="111" y="48"/>
                  <a:pt x="104" y="48"/>
                </a:cubicBezTo>
                <a:cubicBezTo>
                  <a:pt x="73" y="48"/>
                  <a:pt x="48" y="73"/>
                  <a:pt x="48" y="104"/>
                </a:cubicBezTo>
                <a:cubicBezTo>
                  <a:pt x="48" y="108"/>
                  <a:pt x="48" y="112"/>
                  <a:pt x="49" y="116"/>
                </a:cubicBezTo>
                <a:cubicBezTo>
                  <a:pt x="20" y="125"/>
                  <a:pt x="0" y="153"/>
                  <a:pt x="0" y="184"/>
                </a:cubicBezTo>
                <a:cubicBezTo>
                  <a:pt x="0" y="224"/>
                  <a:pt x="32" y="257"/>
                  <a:pt x="72" y="257"/>
                </a:cubicBezTo>
                <a:cubicBezTo>
                  <a:pt x="104" y="257"/>
                  <a:pt x="104" y="257"/>
                  <a:pt x="104" y="257"/>
                </a:cubicBezTo>
                <a:cubicBezTo>
                  <a:pt x="108" y="257"/>
                  <a:pt x="112" y="253"/>
                  <a:pt x="112" y="249"/>
                </a:cubicBezTo>
                <a:cubicBezTo>
                  <a:pt x="112" y="244"/>
                  <a:pt x="108" y="241"/>
                  <a:pt x="104" y="241"/>
                </a:cubicBezTo>
                <a:cubicBezTo>
                  <a:pt x="72" y="241"/>
                  <a:pt x="72" y="241"/>
                  <a:pt x="72" y="241"/>
                </a:cubicBezTo>
                <a:cubicBezTo>
                  <a:pt x="41" y="241"/>
                  <a:pt x="16" y="215"/>
                  <a:pt x="16" y="184"/>
                </a:cubicBezTo>
                <a:cubicBezTo>
                  <a:pt x="16" y="160"/>
                  <a:pt x="31" y="139"/>
                  <a:pt x="54" y="131"/>
                </a:cubicBezTo>
                <a:cubicBezTo>
                  <a:pt x="68" y="127"/>
                  <a:pt x="68" y="127"/>
                  <a:pt x="68" y="127"/>
                </a:cubicBezTo>
                <a:cubicBezTo>
                  <a:pt x="65" y="113"/>
                  <a:pt x="65" y="113"/>
                  <a:pt x="65" y="113"/>
                </a:cubicBezTo>
                <a:cubicBezTo>
                  <a:pt x="64" y="110"/>
                  <a:pt x="64" y="107"/>
                  <a:pt x="64" y="104"/>
                </a:cubicBezTo>
                <a:cubicBezTo>
                  <a:pt x="64" y="82"/>
                  <a:pt x="82" y="64"/>
                  <a:pt x="104" y="64"/>
                </a:cubicBezTo>
                <a:cubicBezTo>
                  <a:pt x="108" y="64"/>
                  <a:pt x="113" y="65"/>
                  <a:pt x="118" y="66"/>
                </a:cubicBezTo>
                <a:cubicBezTo>
                  <a:pt x="131" y="71"/>
                  <a:pt x="131" y="71"/>
                  <a:pt x="131" y="71"/>
                </a:cubicBezTo>
                <a:cubicBezTo>
                  <a:pt x="137" y="59"/>
                  <a:pt x="137" y="59"/>
                  <a:pt x="137" y="59"/>
                </a:cubicBezTo>
                <a:cubicBezTo>
                  <a:pt x="151" y="32"/>
                  <a:pt x="178" y="16"/>
                  <a:pt x="208" y="16"/>
                </a:cubicBezTo>
                <a:cubicBezTo>
                  <a:pt x="253" y="16"/>
                  <a:pt x="289" y="52"/>
                  <a:pt x="289" y="96"/>
                </a:cubicBezTo>
                <a:cubicBezTo>
                  <a:pt x="289" y="98"/>
                  <a:pt x="288" y="99"/>
                  <a:pt x="288" y="100"/>
                </a:cubicBezTo>
                <a:cubicBezTo>
                  <a:pt x="288" y="102"/>
                  <a:pt x="288" y="102"/>
                  <a:pt x="288" y="102"/>
                </a:cubicBezTo>
                <a:cubicBezTo>
                  <a:pt x="288" y="113"/>
                  <a:pt x="288" y="113"/>
                  <a:pt x="288" y="113"/>
                </a:cubicBezTo>
                <a:cubicBezTo>
                  <a:pt x="298" y="117"/>
                  <a:pt x="298" y="117"/>
                  <a:pt x="298" y="117"/>
                </a:cubicBezTo>
                <a:cubicBezTo>
                  <a:pt x="321" y="128"/>
                  <a:pt x="337" y="151"/>
                  <a:pt x="337" y="176"/>
                </a:cubicBezTo>
                <a:cubicBezTo>
                  <a:pt x="337" y="212"/>
                  <a:pt x="308" y="241"/>
                  <a:pt x="272" y="241"/>
                </a:cubicBezTo>
                <a:cubicBezTo>
                  <a:pt x="248" y="241"/>
                  <a:pt x="248" y="241"/>
                  <a:pt x="248" y="241"/>
                </a:cubicBezTo>
                <a:cubicBezTo>
                  <a:pt x="244" y="241"/>
                  <a:pt x="240" y="244"/>
                  <a:pt x="240" y="249"/>
                </a:cubicBezTo>
                <a:cubicBezTo>
                  <a:pt x="240" y="253"/>
                  <a:pt x="244" y="257"/>
                  <a:pt x="248" y="257"/>
                </a:cubicBezTo>
                <a:cubicBezTo>
                  <a:pt x="272" y="257"/>
                  <a:pt x="272" y="257"/>
                  <a:pt x="272" y="257"/>
                </a:cubicBezTo>
                <a:cubicBezTo>
                  <a:pt x="317" y="257"/>
                  <a:pt x="353" y="221"/>
                  <a:pt x="353" y="176"/>
                </a:cubicBezTo>
                <a:cubicBezTo>
                  <a:pt x="353" y="143"/>
                  <a:pt x="333" y="115"/>
                  <a:pt x="304" y="103"/>
                </a:cubicBezTo>
                <a:moveTo>
                  <a:pt x="219" y="289"/>
                </a:moveTo>
                <a:cubicBezTo>
                  <a:pt x="206" y="286"/>
                  <a:pt x="206" y="286"/>
                  <a:pt x="206" y="286"/>
                </a:cubicBezTo>
                <a:cubicBezTo>
                  <a:pt x="217" y="277"/>
                  <a:pt x="224" y="264"/>
                  <a:pt x="224" y="249"/>
                </a:cubicBezTo>
                <a:cubicBezTo>
                  <a:pt x="224" y="229"/>
                  <a:pt x="212" y="212"/>
                  <a:pt x="195" y="204"/>
                </a:cubicBezTo>
                <a:cubicBezTo>
                  <a:pt x="191" y="220"/>
                  <a:pt x="191" y="220"/>
                  <a:pt x="191" y="220"/>
                </a:cubicBezTo>
                <a:cubicBezTo>
                  <a:pt x="201" y="226"/>
                  <a:pt x="208" y="236"/>
                  <a:pt x="208" y="249"/>
                </a:cubicBezTo>
                <a:cubicBezTo>
                  <a:pt x="208" y="259"/>
                  <a:pt x="204" y="268"/>
                  <a:pt x="196" y="273"/>
                </a:cubicBezTo>
                <a:cubicBezTo>
                  <a:pt x="201" y="257"/>
                  <a:pt x="201" y="257"/>
                  <a:pt x="201" y="257"/>
                </a:cubicBezTo>
                <a:cubicBezTo>
                  <a:pt x="201" y="255"/>
                  <a:pt x="201" y="253"/>
                  <a:pt x="200" y="251"/>
                </a:cubicBezTo>
                <a:cubicBezTo>
                  <a:pt x="198" y="248"/>
                  <a:pt x="193" y="246"/>
                  <a:pt x="189" y="248"/>
                </a:cubicBezTo>
                <a:cubicBezTo>
                  <a:pt x="187" y="250"/>
                  <a:pt x="186" y="251"/>
                  <a:pt x="185" y="253"/>
                </a:cubicBezTo>
                <a:cubicBezTo>
                  <a:pt x="176" y="286"/>
                  <a:pt x="176" y="286"/>
                  <a:pt x="176" y="286"/>
                </a:cubicBezTo>
                <a:cubicBezTo>
                  <a:pt x="176" y="288"/>
                  <a:pt x="176" y="290"/>
                  <a:pt x="177" y="292"/>
                </a:cubicBezTo>
                <a:cubicBezTo>
                  <a:pt x="178" y="294"/>
                  <a:pt x="180" y="295"/>
                  <a:pt x="182" y="296"/>
                </a:cubicBezTo>
                <a:cubicBezTo>
                  <a:pt x="181" y="296"/>
                  <a:pt x="181" y="296"/>
                  <a:pt x="181" y="296"/>
                </a:cubicBezTo>
                <a:cubicBezTo>
                  <a:pt x="182" y="296"/>
                  <a:pt x="182" y="296"/>
                  <a:pt x="182" y="296"/>
                </a:cubicBezTo>
                <a:cubicBezTo>
                  <a:pt x="215" y="305"/>
                  <a:pt x="215" y="305"/>
                  <a:pt x="215" y="305"/>
                </a:cubicBezTo>
                <a:cubicBezTo>
                  <a:pt x="217" y="305"/>
                  <a:pt x="219" y="305"/>
                  <a:pt x="221" y="304"/>
                </a:cubicBezTo>
                <a:cubicBezTo>
                  <a:pt x="225" y="302"/>
                  <a:pt x="226" y="297"/>
                  <a:pt x="224" y="293"/>
                </a:cubicBezTo>
                <a:cubicBezTo>
                  <a:pt x="223" y="291"/>
                  <a:pt x="221" y="290"/>
                  <a:pt x="219" y="289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4" name="Freeform 44"/>
          <p:cNvSpPr>
            <a:spLocks noEditPoints="1"/>
          </p:cNvSpPr>
          <p:nvPr/>
        </p:nvSpPr>
        <p:spPr bwMode="auto">
          <a:xfrm>
            <a:off x="10775951" y="4246035"/>
            <a:ext cx="577851" cy="577851"/>
          </a:xfrm>
          <a:custGeom>
            <a:avLst/>
            <a:gdLst>
              <a:gd name="T0" fmla="*/ 48 w 353"/>
              <a:gd name="T1" fmla="*/ 257 h 353"/>
              <a:gd name="T2" fmla="*/ 0 w 353"/>
              <a:gd name="T3" fmla="*/ 305 h 353"/>
              <a:gd name="T4" fmla="*/ 48 w 353"/>
              <a:gd name="T5" fmla="*/ 353 h 353"/>
              <a:gd name="T6" fmla="*/ 96 w 353"/>
              <a:gd name="T7" fmla="*/ 305 h 353"/>
              <a:gd name="T8" fmla="*/ 48 w 353"/>
              <a:gd name="T9" fmla="*/ 257 h 353"/>
              <a:gd name="T10" fmla="*/ 48 w 353"/>
              <a:gd name="T11" fmla="*/ 337 h 353"/>
              <a:gd name="T12" fmla="*/ 16 w 353"/>
              <a:gd name="T13" fmla="*/ 305 h 353"/>
              <a:gd name="T14" fmla="*/ 48 w 353"/>
              <a:gd name="T15" fmla="*/ 273 h 353"/>
              <a:gd name="T16" fmla="*/ 80 w 353"/>
              <a:gd name="T17" fmla="*/ 305 h 353"/>
              <a:gd name="T18" fmla="*/ 48 w 353"/>
              <a:gd name="T19" fmla="*/ 337 h 353"/>
              <a:gd name="T20" fmla="*/ 8 w 353"/>
              <a:gd name="T21" fmla="*/ 80 h 353"/>
              <a:gd name="T22" fmla="*/ 0 w 353"/>
              <a:gd name="T23" fmla="*/ 88 h 353"/>
              <a:gd name="T24" fmla="*/ 8 w 353"/>
              <a:gd name="T25" fmla="*/ 96 h 353"/>
              <a:gd name="T26" fmla="*/ 257 w 353"/>
              <a:gd name="T27" fmla="*/ 345 h 353"/>
              <a:gd name="T28" fmla="*/ 265 w 353"/>
              <a:gd name="T29" fmla="*/ 353 h 353"/>
              <a:gd name="T30" fmla="*/ 273 w 353"/>
              <a:gd name="T31" fmla="*/ 345 h 353"/>
              <a:gd name="T32" fmla="*/ 8 w 353"/>
              <a:gd name="T33" fmla="*/ 80 h 353"/>
              <a:gd name="T34" fmla="*/ 8 w 353"/>
              <a:gd name="T35" fmla="*/ 160 h 353"/>
              <a:gd name="T36" fmla="*/ 0 w 353"/>
              <a:gd name="T37" fmla="*/ 168 h 353"/>
              <a:gd name="T38" fmla="*/ 8 w 353"/>
              <a:gd name="T39" fmla="*/ 176 h 353"/>
              <a:gd name="T40" fmla="*/ 176 w 353"/>
              <a:gd name="T41" fmla="*/ 345 h 353"/>
              <a:gd name="T42" fmla="*/ 185 w 353"/>
              <a:gd name="T43" fmla="*/ 353 h 353"/>
              <a:gd name="T44" fmla="*/ 193 w 353"/>
              <a:gd name="T45" fmla="*/ 345 h 353"/>
              <a:gd name="T46" fmla="*/ 8 w 353"/>
              <a:gd name="T47" fmla="*/ 160 h 353"/>
              <a:gd name="T48" fmla="*/ 8 w 353"/>
              <a:gd name="T49" fmla="*/ 0 h 353"/>
              <a:gd name="T50" fmla="*/ 0 w 353"/>
              <a:gd name="T51" fmla="*/ 8 h 353"/>
              <a:gd name="T52" fmla="*/ 8 w 353"/>
              <a:gd name="T53" fmla="*/ 16 h 353"/>
              <a:gd name="T54" fmla="*/ 337 w 353"/>
              <a:gd name="T55" fmla="*/ 345 h 353"/>
              <a:gd name="T56" fmla="*/ 345 w 353"/>
              <a:gd name="T57" fmla="*/ 353 h 353"/>
              <a:gd name="T58" fmla="*/ 353 w 353"/>
              <a:gd name="T59" fmla="*/ 345 h 353"/>
              <a:gd name="T60" fmla="*/ 8 w 353"/>
              <a:gd name="T61" fmla="*/ 0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353" h="353">
                <a:moveTo>
                  <a:pt x="48" y="257"/>
                </a:moveTo>
                <a:cubicBezTo>
                  <a:pt x="21" y="257"/>
                  <a:pt x="0" y="278"/>
                  <a:pt x="0" y="305"/>
                </a:cubicBezTo>
                <a:cubicBezTo>
                  <a:pt x="0" y="331"/>
                  <a:pt x="21" y="353"/>
                  <a:pt x="48" y="353"/>
                </a:cubicBezTo>
                <a:cubicBezTo>
                  <a:pt x="75" y="353"/>
                  <a:pt x="96" y="331"/>
                  <a:pt x="96" y="305"/>
                </a:cubicBezTo>
                <a:cubicBezTo>
                  <a:pt x="96" y="278"/>
                  <a:pt x="75" y="257"/>
                  <a:pt x="48" y="257"/>
                </a:cubicBezTo>
                <a:moveTo>
                  <a:pt x="48" y="337"/>
                </a:moveTo>
                <a:cubicBezTo>
                  <a:pt x="30" y="337"/>
                  <a:pt x="16" y="322"/>
                  <a:pt x="16" y="305"/>
                </a:cubicBezTo>
                <a:cubicBezTo>
                  <a:pt x="16" y="287"/>
                  <a:pt x="30" y="273"/>
                  <a:pt x="48" y="273"/>
                </a:cubicBezTo>
                <a:cubicBezTo>
                  <a:pt x="66" y="273"/>
                  <a:pt x="80" y="287"/>
                  <a:pt x="80" y="305"/>
                </a:cubicBezTo>
                <a:cubicBezTo>
                  <a:pt x="80" y="322"/>
                  <a:pt x="66" y="337"/>
                  <a:pt x="48" y="337"/>
                </a:cubicBezTo>
                <a:moveTo>
                  <a:pt x="8" y="80"/>
                </a:moveTo>
                <a:cubicBezTo>
                  <a:pt x="3" y="80"/>
                  <a:pt x="0" y="84"/>
                  <a:pt x="0" y="88"/>
                </a:cubicBezTo>
                <a:cubicBezTo>
                  <a:pt x="0" y="92"/>
                  <a:pt x="3" y="96"/>
                  <a:pt x="8" y="96"/>
                </a:cubicBezTo>
                <a:cubicBezTo>
                  <a:pt x="145" y="96"/>
                  <a:pt x="257" y="207"/>
                  <a:pt x="257" y="345"/>
                </a:cubicBezTo>
                <a:cubicBezTo>
                  <a:pt x="257" y="349"/>
                  <a:pt x="260" y="353"/>
                  <a:pt x="265" y="353"/>
                </a:cubicBezTo>
                <a:cubicBezTo>
                  <a:pt x="269" y="353"/>
                  <a:pt x="273" y="349"/>
                  <a:pt x="273" y="345"/>
                </a:cubicBezTo>
                <a:cubicBezTo>
                  <a:pt x="273" y="199"/>
                  <a:pt x="154" y="80"/>
                  <a:pt x="8" y="80"/>
                </a:cubicBezTo>
                <a:moveTo>
                  <a:pt x="8" y="160"/>
                </a:moveTo>
                <a:cubicBezTo>
                  <a:pt x="3" y="160"/>
                  <a:pt x="0" y="164"/>
                  <a:pt x="0" y="168"/>
                </a:cubicBezTo>
                <a:cubicBezTo>
                  <a:pt x="0" y="173"/>
                  <a:pt x="3" y="176"/>
                  <a:pt x="8" y="176"/>
                </a:cubicBezTo>
                <a:cubicBezTo>
                  <a:pt x="101" y="176"/>
                  <a:pt x="176" y="252"/>
                  <a:pt x="176" y="345"/>
                </a:cubicBezTo>
                <a:cubicBezTo>
                  <a:pt x="176" y="349"/>
                  <a:pt x="180" y="353"/>
                  <a:pt x="185" y="353"/>
                </a:cubicBezTo>
                <a:cubicBezTo>
                  <a:pt x="189" y="353"/>
                  <a:pt x="193" y="349"/>
                  <a:pt x="193" y="345"/>
                </a:cubicBezTo>
                <a:cubicBezTo>
                  <a:pt x="193" y="243"/>
                  <a:pt x="110" y="160"/>
                  <a:pt x="8" y="160"/>
                </a:cubicBezTo>
                <a:moveTo>
                  <a:pt x="8" y="0"/>
                </a:moveTo>
                <a:cubicBezTo>
                  <a:pt x="3" y="0"/>
                  <a:pt x="0" y="3"/>
                  <a:pt x="0" y="8"/>
                </a:cubicBezTo>
                <a:cubicBezTo>
                  <a:pt x="0" y="12"/>
                  <a:pt x="3" y="16"/>
                  <a:pt x="8" y="16"/>
                </a:cubicBezTo>
                <a:cubicBezTo>
                  <a:pt x="190" y="16"/>
                  <a:pt x="337" y="163"/>
                  <a:pt x="337" y="345"/>
                </a:cubicBezTo>
                <a:cubicBezTo>
                  <a:pt x="337" y="349"/>
                  <a:pt x="341" y="353"/>
                  <a:pt x="345" y="353"/>
                </a:cubicBezTo>
                <a:cubicBezTo>
                  <a:pt x="350" y="353"/>
                  <a:pt x="353" y="349"/>
                  <a:pt x="353" y="345"/>
                </a:cubicBezTo>
                <a:cubicBezTo>
                  <a:pt x="353" y="154"/>
                  <a:pt x="199" y="0"/>
                  <a:pt x="8" y="0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5" name="Freeform 45"/>
          <p:cNvSpPr>
            <a:spLocks noEditPoints="1"/>
          </p:cNvSpPr>
          <p:nvPr/>
        </p:nvSpPr>
        <p:spPr bwMode="auto">
          <a:xfrm>
            <a:off x="840317" y="5350935"/>
            <a:ext cx="577851" cy="577851"/>
          </a:xfrm>
          <a:custGeom>
            <a:avLst/>
            <a:gdLst>
              <a:gd name="T0" fmla="*/ 321 w 353"/>
              <a:gd name="T1" fmla="*/ 0 h 353"/>
              <a:gd name="T2" fmla="*/ 32 w 353"/>
              <a:gd name="T3" fmla="*/ 0 h 353"/>
              <a:gd name="T4" fmla="*/ 0 w 353"/>
              <a:gd name="T5" fmla="*/ 32 h 353"/>
              <a:gd name="T6" fmla="*/ 0 w 353"/>
              <a:gd name="T7" fmla="*/ 321 h 353"/>
              <a:gd name="T8" fmla="*/ 32 w 353"/>
              <a:gd name="T9" fmla="*/ 353 h 353"/>
              <a:gd name="T10" fmla="*/ 321 w 353"/>
              <a:gd name="T11" fmla="*/ 353 h 353"/>
              <a:gd name="T12" fmla="*/ 353 w 353"/>
              <a:gd name="T13" fmla="*/ 321 h 353"/>
              <a:gd name="T14" fmla="*/ 353 w 353"/>
              <a:gd name="T15" fmla="*/ 32 h 353"/>
              <a:gd name="T16" fmla="*/ 321 w 353"/>
              <a:gd name="T17" fmla="*/ 0 h 353"/>
              <a:gd name="T18" fmla="*/ 337 w 353"/>
              <a:gd name="T19" fmla="*/ 321 h 353"/>
              <a:gd name="T20" fmla="*/ 321 w 353"/>
              <a:gd name="T21" fmla="*/ 337 h 353"/>
              <a:gd name="T22" fmla="*/ 32 w 353"/>
              <a:gd name="T23" fmla="*/ 337 h 353"/>
              <a:gd name="T24" fmla="*/ 16 w 353"/>
              <a:gd name="T25" fmla="*/ 321 h 353"/>
              <a:gd name="T26" fmla="*/ 16 w 353"/>
              <a:gd name="T27" fmla="*/ 32 h 353"/>
              <a:gd name="T28" fmla="*/ 32 w 353"/>
              <a:gd name="T29" fmla="*/ 16 h 353"/>
              <a:gd name="T30" fmla="*/ 321 w 353"/>
              <a:gd name="T31" fmla="*/ 16 h 353"/>
              <a:gd name="T32" fmla="*/ 337 w 353"/>
              <a:gd name="T33" fmla="*/ 32 h 353"/>
              <a:gd name="T34" fmla="*/ 337 w 353"/>
              <a:gd name="T35" fmla="*/ 321 h 353"/>
              <a:gd name="T36" fmla="*/ 96 w 353"/>
              <a:gd name="T37" fmla="*/ 72 h 353"/>
              <a:gd name="T38" fmla="*/ 80 w 353"/>
              <a:gd name="T39" fmla="*/ 72 h 353"/>
              <a:gd name="T40" fmla="*/ 72 w 353"/>
              <a:gd name="T41" fmla="*/ 80 h 353"/>
              <a:gd name="T42" fmla="*/ 80 w 353"/>
              <a:gd name="T43" fmla="*/ 88 h 353"/>
              <a:gd name="T44" fmla="*/ 96 w 353"/>
              <a:gd name="T45" fmla="*/ 88 h 353"/>
              <a:gd name="T46" fmla="*/ 265 w 353"/>
              <a:gd name="T47" fmla="*/ 257 h 353"/>
              <a:gd name="T48" fmla="*/ 265 w 353"/>
              <a:gd name="T49" fmla="*/ 273 h 353"/>
              <a:gd name="T50" fmla="*/ 273 w 353"/>
              <a:gd name="T51" fmla="*/ 281 h 353"/>
              <a:gd name="T52" fmla="*/ 281 w 353"/>
              <a:gd name="T53" fmla="*/ 273 h 353"/>
              <a:gd name="T54" fmla="*/ 281 w 353"/>
              <a:gd name="T55" fmla="*/ 257 h 353"/>
              <a:gd name="T56" fmla="*/ 96 w 353"/>
              <a:gd name="T57" fmla="*/ 72 h 353"/>
              <a:gd name="T58" fmla="*/ 104 w 353"/>
              <a:gd name="T59" fmla="*/ 217 h 353"/>
              <a:gd name="T60" fmla="*/ 72 w 353"/>
              <a:gd name="T61" fmla="*/ 249 h 353"/>
              <a:gd name="T62" fmla="*/ 104 w 353"/>
              <a:gd name="T63" fmla="*/ 281 h 353"/>
              <a:gd name="T64" fmla="*/ 136 w 353"/>
              <a:gd name="T65" fmla="*/ 249 h 353"/>
              <a:gd name="T66" fmla="*/ 104 w 353"/>
              <a:gd name="T67" fmla="*/ 217 h 353"/>
              <a:gd name="T68" fmla="*/ 104 w 353"/>
              <a:gd name="T69" fmla="*/ 265 h 353"/>
              <a:gd name="T70" fmla="*/ 88 w 353"/>
              <a:gd name="T71" fmla="*/ 249 h 353"/>
              <a:gd name="T72" fmla="*/ 104 w 353"/>
              <a:gd name="T73" fmla="*/ 233 h 353"/>
              <a:gd name="T74" fmla="*/ 120 w 353"/>
              <a:gd name="T75" fmla="*/ 249 h 353"/>
              <a:gd name="T76" fmla="*/ 104 w 353"/>
              <a:gd name="T77" fmla="*/ 265 h 353"/>
              <a:gd name="T78" fmla="*/ 96 w 353"/>
              <a:gd name="T79" fmla="*/ 120 h 353"/>
              <a:gd name="T80" fmla="*/ 80 w 353"/>
              <a:gd name="T81" fmla="*/ 120 h 353"/>
              <a:gd name="T82" fmla="*/ 72 w 353"/>
              <a:gd name="T83" fmla="*/ 128 h 353"/>
              <a:gd name="T84" fmla="*/ 80 w 353"/>
              <a:gd name="T85" fmla="*/ 137 h 353"/>
              <a:gd name="T86" fmla="*/ 96 w 353"/>
              <a:gd name="T87" fmla="*/ 137 h 353"/>
              <a:gd name="T88" fmla="*/ 217 w 353"/>
              <a:gd name="T89" fmla="*/ 257 h 353"/>
              <a:gd name="T90" fmla="*/ 217 w 353"/>
              <a:gd name="T91" fmla="*/ 273 h 353"/>
              <a:gd name="T92" fmla="*/ 225 w 353"/>
              <a:gd name="T93" fmla="*/ 281 h 353"/>
              <a:gd name="T94" fmla="*/ 233 w 353"/>
              <a:gd name="T95" fmla="*/ 273 h 353"/>
              <a:gd name="T96" fmla="*/ 233 w 353"/>
              <a:gd name="T97" fmla="*/ 257 h 353"/>
              <a:gd name="T98" fmla="*/ 96 w 353"/>
              <a:gd name="T99" fmla="*/ 120 h 353"/>
              <a:gd name="T100" fmla="*/ 96 w 353"/>
              <a:gd name="T101" fmla="*/ 169 h 353"/>
              <a:gd name="T102" fmla="*/ 80 w 353"/>
              <a:gd name="T103" fmla="*/ 169 h 353"/>
              <a:gd name="T104" fmla="*/ 72 w 353"/>
              <a:gd name="T105" fmla="*/ 177 h 353"/>
              <a:gd name="T106" fmla="*/ 80 w 353"/>
              <a:gd name="T107" fmla="*/ 185 h 353"/>
              <a:gd name="T108" fmla="*/ 96 w 353"/>
              <a:gd name="T109" fmla="*/ 185 h 353"/>
              <a:gd name="T110" fmla="*/ 168 w 353"/>
              <a:gd name="T111" fmla="*/ 257 h 353"/>
              <a:gd name="T112" fmla="*/ 168 w 353"/>
              <a:gd name="T113" fmla="*/ 273 h 353"/>
              <a:gd name="T114" fmla="*/ 177 w 353"/>
              <a:gd name="T115" fmla="*/ 281 h 353"/>
              <a:gd name="T116" fmla="*/ 185 w 353"/>
              <a:gd name="T117" fmla="*/ 273 h 353"/>
              <a:gd name="T118" fmla="*/ 185 w 353"/>
              <a:gd name="T119" fmla="*/ 257 h 353"/>
              <a:gd name="T120" fmla="*/ 96 w 353"/>
              <a:gd name="T121" fmla="*/ 169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353" h="353">
                <a:moveTo>
                  <a:pt x="321" y="0"/>
                </a:move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4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4" y="353"/>
                  <a:pt x="32" y="353"/>
                </a:cubicBezTo>
                <a:cubicBezTo>
                  <a:pt x="321" y="353"/>
                  <a:pt x="321" y="353"/>
                  <a:pt x="321" y="353"/>
                </a:cubicBezTo>
                <a:cubicBezTo>
                  <a:pt x="339" y="353"/>
                  <a:pt x="353" y="339"/>
                  <a:pt x="353" y="321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14"/>
                  <a:pt x="339" y="0"/>
                  <a:pt x="321" y="0"/>
                </a:cubicBezTo>
                <a:moveTo>
                  <a:pt x="337" y="321"/>
                </a:moveTo>
                <a:cubicBezTo>
                  <a:pt x="337" y="330"/>
                  <a:pt x="330" y="337"/>
                  <a:pt x="321" y="337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23" y="337"/>
                  <a:pt x="16" y="330"/>
                  <a:pt x="16" y="32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3"/>
                  <a:pt x="23" y="16"/>
                  <a:pt x="32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3"/>
                  <a:pt x="337" y="32"/>
                </a:cubicBezTo>
                <a:lnTo>
                  <a:pt x="337" y="321"/>
                </a:lnTo>
                <a:close/>
                <a:moveTo>
                  <a:pt x="96" y="72"/>
                </a:moveTo>
                <a:cubicBezTo>
                  <a:pt x="80" y="72"/>
                  <a:pt x="80" y="72"/>
                  <a:pt x="80" y="72"/>
                </a:cubicBezTo>
                <a:cubicBezTo>
                  <a:pt x="76" y="72"/>
                  <a:pt x="72" y="76"/>
                  <a:pt x="72" y="80"/>
                </a:cubicBezTo>
                <a:cubicBezTo>
                  <a:pt x="72" y="85"/>
                  <a:pt x="76" y="88"/>
                  <a:pt x="80" y="88"/>
                </a:cubicBezTo>
                <a:cubicBezTo>
                  <a:pt x="96" y="88"/>
                  <a:pt x="96" y="88"/>
                  <a:pt x="96" y="88"/>
                </a:cubicBezTo>
                <a:cubicBezTo>
                  <a:pt x="189" y="88"/>
                  <a:pt x="265" y="164"/>
                  <a:pt x="265" y="257"/>
                </a:cubicBezTo>
                <a:cubicBezTo>
                  <a:pt x="265" y="273"/>
                  <a:pt x="265" y="273"/>
                  <a:pt x="265" y="273"/>
                </a:cubicBezTo>
                <a:cubicBezTo>
                  <a:pt x="265" y="277"/>
                  <a:pt x="268" y="281"/>
                  <a:pt x="273" y="281"/>
                </a:cubicBezTo>
                <a:cubicBezTo>
                  <a:pt x="277" y="281"/>
                  <a:pt x="281" y="277"/>
                  <a:pt x="281" y="273"/>
                </a:cubicBezTo>
                <a:cubicBezTo>
                  <a:pt x="281" y="257"/>
                  <a:pt x="281" y="257"/>
                  <a:pt x="281" y="257"/>
                </a:cubicBezTo>
                <a:cubicBezTo>
                  <a:pt x="281" y="155"/>
                  <a:pt x="198" y="72"/>
                  <a:pt x="96" y="72"/>
                </a:cubicBezTo>
                <a:moveTo>
                  <a:pt x="104" y="217"/>
                </a:moveTo>
                <a:cubicBezTo>
                  <a:pt x="87" y="217"/>
                  <a:pt x="72" y="231"/>
                  <a:pt x="72" y="249"/>
                </a:cubicBezTo>
                <a:cubicBezTo>
                  <a:pt x="72" y="267"/>
                  <a:pt x="87" y="281"/>
                  <a:pt x="104" y="281"/>
                </a:cubicBezTo>
                <a:cubicBezTo>
                  <a:pt x="122" y="281"/>
                  <a:pt x="136" y="267"/>
                  <a:pt x="136" y="249"/>
                </a:cubicBezTo>
                <a:cubicBezTo>
                  <a:pt x="136" y="231"/>
                  <a:pt x="122" y="217"/>
                  <a:pt x="104" y="217"/>
                </a:cubicBezTo>
                <a:moveTo>
                  <a:pt x="104" y="265"/>
                </a:moveTo>
                <a:cubicBezTo>
                  <a:pt x="95" y="265"/>
                  <a:pt x="88" y="258"/>
                  <a:pt x="88" y="249"/>
                </a:cubicBezTo>
                <a:cubicBezTo>
                  <a:pt x="88" y="240"/>
                  <a:pt x="95" y="233"/>
                  <a:pt x="104" y="233"/>
                </a:cubicBezTo>
                <a:cubicBezTo>
                  <a:pt x="113" y="233"/>
                  <a:pt x="120" y="240"/>
                  <a:pt x="120" y="249"/>
                </a:cubicBezTo>
                <a:cubicBezTo>
                  <a:pt x="120" y="258"/>
                  <a:pt x="113" y="265"/>
                  <a:pt x="104" y="265"/>
                </a:cubicBezTo>
                <a:moveTo>
                  <a:pt x="96" y="120"/>
                </a:moveTo>
                <a:cubicBezTo>
                  <a:pt x="80" y="120"/>
                  <a:pt x="80" y="120"/>
                  <a:pt x="80" y="120"/>
                </a:cubicBezTo>
                <a:cubicBezTo>
                  <a:pt x="76" y="120"/>
                  <a:pt x="72" y="124"/>
                  <a:pt x="72" y="128"/>
                </a:cubicBezTo>
                <a:cubicBezTo>
                  <a:pt x="72" y="133"/>
                  <a:pt x="76" y="137"/>
                  <a:pt x="80" y="137"/>
                </a:cubicBezTo>
                <a:cubicBezTo>
                  <a:pt x="96" y="137"/>
                  <a:pt x="96" y="137"/>
                  <a:pt x="96" y="137"/>
                </a:cubicBezTo>
                <a:cubicBezTo>
                  <a:pt x="163" y="137"/>
                  <a:pt x="217" y="190"/>
                  <a:pt x="217" y="257"/>
                </a:cubicBezTo>
                <a:cubicBezTo>
                  <a:pt x="217" y="273"/>
                  <a:pt x="217" y="273"/>
                  <a:pt x="217" y="273"/>
                </a:cubicBezTo>
                <a:cubicBezTo>
                  <a:pt x="217" y="277"/>
                  <a:pt x="220" y="281"/>
                  <a:pt x="225" y="281"/>
                </a:cubicBezTo>
                <a:cubicBezTo>
                  <a:pt x="229" y="281"/>
                  <a:pt x="233" y="277"/>
                  <a:pt x="233" y="273"/>
                </a:cubicBezTo>
                <a:cubicBezTo>
                  <a:pt x="233" y="257"/>
                  <a:pt x="233" y="257"/>
                  <a:pt x="233" y="257"/>
                </a:cubicBezTo>
                <a:cubicBezTo>
                  <a:pt x="233" y="182"/>
                  <a:pt x="172" y="120"/>
                  <a:pt x="96" y="120"/>
                </a:cubicBezTo>
                <a:moveTo>
                  <a:pt x="96" y="169"/>
                </a:moveTo>
                <a:cubicBezTo>
                  <a:pt x="80" y="169"/>
                  <a:pt x="80" y="169"/>
                  <a:pt x="80" y="169"/>
                </a:cubicBezTo>
                <a:cubicBezTo>
                  <a:pt x="76" y="169"/>
                  <a:pt x="72" y="172"/>
                  <a:pt x="72" y="177"/>
                </a:cubicBezTo>
                <a:cubicBezTo>
                  <a:pt x="72" y="181"/>
                  <a:pt x="76" y="185"/>
                  <a:pt x="80" y="185"/>
                </a:cubicBezTo>
                <a:cubicBezTo>
                  <a:pt x="96" y="185"/>
                  <a:pt x="96" y="185"/>
                  <a:pt x="96" y="185"/>
                </a:cubicBezTo>
                <a:cubicBezTo>
                  <a:pt x="136" y="185"/>
                  <a:pt x="168" y="217"/>
                  <a:pt x="168" y="257"/>
                </a:cubicBezTo>
                <a:cubicBezTo>
                  <a:pt x="168" y="273"/>
                  <a:pt x="168" y="273"/>
                  <a:pt x="168" y="273"/>
                </a:cubicBezTo>
                <a:cubicBezTo>
                  <a:pt x="168" y="277"/>
                  <a:pt x="172" y="281"/>
                  <a:pt x="177" y="281"/>
                </a:cubicBezTo>
                <a:cubicBezTo>
                  <a:pt x="181" y="281"/>
                  <a:pt x="185" y="277"/>
                  <a:pt x="185" y="273"/>
                </a:cubicBezTo>
                <a:cubicBezTo>
                  <a:pt x="185" y="257"/>
                  <a:pt x="185" y="257"/>
                  <a:pt x="185" y="257"/>
                </a:cubicBezTo>
                <a:cubicBezTo>
                  <a:pt x="185" y="208"/>
                  <a:pt x="145" y="169"/>
                  <a:pt x="96" y="169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6" name="Freeform 46"/>
          <p:cNvSpPr>
            <a:spLocks noEditPoints="1"/>
          </p:cNvSpPr>
          <p:nvPr/>
        </p:nvSpPr>
        <p:spPr bwMode="auto">
          <a:xfrm>
            <a:off x="1968500" y="5350935"/>
            <a:ext cx="527051" cy="577851"/>
          </a:xfrm>
          <a:custGeom>
            <a:avLst/>
            <a:gdLst>
              <a:gd name="T0" fmla="*/ 161 w 321"/>
              <a:gd name="T1" fmla="*/ 201 h 353"/>
              <a:gd name="T2" fmla="*/ 113 w 321"/>
              <a:gd name="T3" fmla="*/ 249 h 353"/>
              <a:gd name="T4" fmla="*/ 129 w 321"/>
              <a:gd name="T5" fmla="*/ 337 h 353"/>
              <a:gd name="T6" fmla="*/ 145 w 321"/>
              <a:gd name="T7" fmla="*/ 353 h 353"/>
              <a:gd name="T8" fmla="*/ 177 w 321"/>
              <a:gd name="T9" fmla="*/ 353 h 353"/>
              <a:gd name="T10" fmla="*/ 193 w 321"/>
              <a:gd name="T11" fmla="*/ 337 h 353"/>
              <a:gd name="T12" fmla="*/ 209 w 321"/>
              <a:gd name="T13" fmla="*/ 249 h 353"/>
              <a:gd name="T14" fmla="*/ 161 w 321"/>
              <a:gd name="T15" fmla="*/ 201 h 353"/>
              <a:gd name="T16" fmla="*/ 179 w 321"/>
              <a:gd name="T17" fmla="*/ 330 h 353"/>
              <a:gd name="T18" fmla="*/ 174 w 321"/>
              <a:gd name="T19" fmla="*/ 337 h 353"/>
              <a:gd name="T20" fmla="*/ 148 w 321"/>
              <a:gd name="T21" fmla="*/ 337 h 353"/>
              <a:gd name="T22" fmla="*/ 143 w 321"/>
              <a:gd name="T23" fmla="*/ 330 h 353"/>
              <a:gd name="T24" fmla="*/ 129 w 321"/>
              <a:gd name="T25" fmla="*/ 249 h 353"/>
              <a:gd name="T26" fmla="*/ 161 w 321"/>
              <a:gd name="T27" fmla="*/ 217 h 353"/>
              <a:gd name="T28" fmla="*/ 193 w 321"/>
              <a:gd name="T29" fmla="*/ 249 h 353"/>
              <a:gd name="T30" fmla="*/ 179 w 321"/>
              <a:gd name="T31" fmla="*/ 330 h 353"/>
              <a:gd name="T32" fmla="*/ 161 w 321"/>
              <a:gd name="T33" fmla="*/ 185 h 353"/>
              <a:gd name="T34" fmla="*/ 201 w 321"/>
              <a:gd name="T35" fmla="*/ 145 h 353"/>
              <a:gd name="T36" fmla="*/ 161 w 321"/>
              <a:gd name="T37" fmla="*/ 104 h 353"/>
              <a:gd name="T38" fmla="*/ 121 w 321"/>
              <a:gd name="T39" fmla="*/ 145 h 353"/>
              <a:gd name="T40" fmla="*/ 161 w 321"/>
              <a:gd name="T41" fmla="*/ 185 h 353"/>
              <a:gd name="T42" fmla="*/ 161 w 321"/>
              <a:gd name="T43" fmla="*/ 120 h 353"/>
              <a:gd name="T44" fmla="*/ 185 w 321"/>
              <a:gd name="T45" fmla="*/ 145 h 353"/>
              <a:gd name="T46" fmla="*/ 161 w 321"/>
              <a:gd name="T47" fmla="*/ 169 h 353"/>
              <a:gd name="T48" fmla="*/ 137 w 321"/>
              <a:gd name="T49" fmla="*/ 145 h 353"/>
              <a:gd name="T50" fmla="*/ 161 w 321"/>
              <a:gd name="T51" fmla="*/ 120 h 353"/>
              <a:gd name="T52" fmla="*/ 161 w 321"/>
              <a:gd name="T53" fmla="*/ 0 h 353"/>
              <a:gd name="T54" fmla="*/ 0 w 321"/>
              <a:gd name="T55" fmla="*/ 161 h 353"/>
              <a:gd name="T56" fmla="*/ 104 w 321"/>
              <a:gd name="T57" fmla="*/ 310 h 353"/>
              <a:gd name="T58" fmla="*/ 100 w 321"/>
              <a:gd name="T59" fmla="*/ 292 h 353"/>
              <a:gd name="T60" fmla="*/ 16 w 321"/>
              <a:gd name="T61" fmla="*/ 161 h 353"/>
              <a:gd name="T62" fmla="*/ 161 w 321"/>
              <a:gd name="T63" fmla="*/ 16 h 353"/>
              <a:gd name="T64" fmla="*/ 305 w 321"/>
              <a:gd name="T65" fmla="*/ 161 h 353"/>
              <a:gd name="T66" fmla="*/ 221 w 321"/>
              <a:gd name="T67" fmla="*/ 292 h 353"/>
              <a:gd name="T68" fmla="*/ 218 w 321"/>
              <a:gd name="T69" fmla="*/ 310 h 353"/>
              <a:gd name="T70" fmla="*/ 321 w 321"/>
              <a:gd name="T71" fmla="*/ 161 h 353"/>
              <a:gd name="T72" fmla="*/ 161 w 321"/>
              <a:gd name="T73" fmla="*/ 0 h 353"/>
              <a:gd name="T74" fmla="*/ 212 w 321"/>
              <a:gd name="T75" fmla="*/ 206 h 353"/>
              <a:gd name="T76" fmla="*/ 220 w 321"/>
              <a:gd name="T77" fmla="*/ 221 h 353"/>
              <a:gd name="T78" fmla="*/ 257 w 321"/>
              <a:gd name="T79" fmla="*/ 145 h 353"/>
              <a:gd name="T80" fmla="*/ 161 w 321"/>
              <a:gd name="T81" fmla="*/ 48 h 353"/>
              <a:gd name="T82" fmla="*/ 65 w 321"/>
              <a:gd name="T83" fmla="*/ 145 h 353"/>
              <a:gd name="T84" fmla="*/ 101 w 321"/>
              <a:gd name="T85" fmla="*/ 220 h 353"/>
              <a:gd name="T86" fmla="*/ 109 w 321"/>
              <a:gd name="T87" fmla="*/ 206 h 353"/>
              <a:gd name="T88" fmla="*/ 81 w 321"/>
              <a:gd name="T89" fmla="*/ 145 h 353"/>
              <a:gd name="T90" fmla="*/ 161 w 321"/>
              <a:gd name="T91" fmla="*/ 64 h 353"/>
              <a:gd name="T92" fmla="*/ 241 w 321"/>
              <a:gd name="T93" fmla="*/ 145 h 353"/>
              <a:gd name="T94" fmla="*/ 212 w 321"/>
              <a:gd name="T95" fmla="*/ 206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21" h="353">
                <a:moveTo>
                  <a:pt x="161" y="201"/>
                </a:moveTo>
                <a:cubicBezTo>
                  <a:pt x="121" y="201"/>
                  <a:pt x="113" y="225"/>
                  <a:pt x="113" y="249"/>
                </a:cubicBezTo>
                <a:cubicBezTo>
                  <a:pt x="113" y="273"/>
                  <a:pt x="121" y="321"/>
                  <a:pt x="129" y="337"/>
                </a:cubicBezTo>
                <a:cubicBezTo>
                  <a:pt x="137" y="353"/>
                  <a:pt x="145" y="353"/>
                  <a:pt x="145" y="353"/>
                </a:cubicBezTo>
                <a:cubicBezTo>
                  <a:pt x="177" y="353"/>
                  <a:pt x="177" y="353"/>
                  <a:pt x="177" y="353"/>
                </a:cubicBezTo>
                <a:cubicBezTo>
                  <a:pt x="177" y="353"/>
                  <a:pt x="185" y="353"/>
                  <a:pt x="193" y="337"/>
                </a:cubicBezTo>
                <a:cubicBezTo>
                  <a:pt x="201" y="321"/>
                  <a:pt x="209" y="273"/>
                  <a:pt x="209" y="249"/>
                </a:cubicBezTo>
                <a:cubicBezTo>
                  <a:pt x="209" y="225"/>
                  <a:pt x="201" y="201"/>
                  <a:pt x="161" y="201"/>
                </a:cubicBezTo>
                <a:moveTo>
                  <a:pt x="179" y="330"/>
                </a:moveTo>
                <a:cubicBezTo>
                  <a:pt x="177" y="334"/>
                  <a:pt x="175" y="336"/>
                  <a:pt x="174" y="337"/>
                </a:cubicBezTo>
                <a:cubicBezTo>
                  <a:pt x="148" y="337"/>
                  <a:pt x="148" y="337"/>
                  <a:pt x="148" y="337"/>
                </a:cubicBezTo>
                <a:cubicBezTo>
                  <a:pt x="147" y="336"/>
                  <a:pt x="145" y="334"/>
                  <a:pt x="143" y="330"/>
                </a:cubicBezTo>
                <a:cubicBezTo>
                  <a:pt x="137" y="317"/>
                  <a:pt x="129" y="272"/>
                  <a:pt x="129" y="249"/>
                </a:cubicBezTo>
                <a:cubicBezTo>
                  <a:pt x="129" y="225"/>
                  <a:pt x="137" y="217"/>
                  <a:pt x="161" y="217"/>
                </a:cubicBezTo>
                <a:cubicBezTo>
                  <a:pt x="185" y="217"/>
                  <a:pt x="193" y="225"/>
                  <a:pt x="193" y="249"/>
                </a:cubicBezTo>
                <a:cubicBezTo>
                  <a:pt x="193" y="272"/>
                  <a:pt x="185" y="317"/>
                  <a:pt x="179" y="330"/>
                </a:cubicBezTo>
                <a:moveTo>
                  <a:pt x="161" y="185"/>
                </a:moveTo>
                <a:cubicBezTo>
                  <a:pt x="183" y="185"/>
                  <a:pt x="201" y="167"/>
                  <a:pt x="201" y="145"/>
                </a:cubicBezTo>
                <a:cubicBezTo>
                  <a:pt x="201" y="122"/>
                  <a:pt x="183" y="104"/>
                  <a:pt x="161" y="104"/>
                </a:cubicBezTo>
                <a:cubicBezTo>
                  <a:pt x="139" y="104"/>
                  <a:pt x="121" y="122"/>
                  <a:pt x="121" y="145"/>
                </a:cubicBezTo>
                <a:cubicBezTo>
                  <a:pt x="121" y="167"/>
                  <a:pt x="139" y="185"/>
                  <a:pt x="161" y="185"/>
                </a:cubicBezTo>
                <a:moveTo>
                  <a:pt x="161" y="120"/>
                </a:moveTo>
                <a:cubicBezTo>
                  <a:pt x="174" y="120"/>
                  <a:pt x="185" y="131"/>
                  <a:pt x="185" y="145"/>
                </a:cubicBezTo>
                <a:cubicBezTo>
                  <a:pt x="185" y="158"/>
                  <a:pt x="174" y="169"/>
                  <a:pt x="161" y="169"/>
                </a:cubicBezTo>
                <a:cubicBezTo>
                  <a:pt x="148" y="169"/>
                  <a:pt x="137" y="158"/>
                  <a:pt x="137" y="145"/>
                </a:cubicBezTo>
                <a:cubicBezTo>
                  <a:pt x="137" y="131"/>
                  <a:pt x="148" y="120"/>
                  <a:pt x="161" y="120"/>
                </a:cubicBezTo>
                <a:moveTo>
                  <a:pt x="161" y="0"/>
                </a:moveTo>
                <a:cubicBezTo>
                  <a:pt x="72" y="0"/>
                  <a:pt x="0" y="72"/>
                  <a:pt x="0" y="161"/>
                </a:cubicBezTo>
                <a:cubicBezTo>
                  <a:pt x="0" y="229"/>
                  <a:pt x="43" y="287"/>
                  <a:pt x="104" y="310"/>
                </a:cubicBezTo>
                <a:cubicBezTo>
                  <a:pt x="102" y="304"/>
                  <a:pt x="101" y="298"/>
                  <a:pt x="100" y="292"/>
                </a:cubicBezTo>
                <a:cubicBezTo>
                  <a:pt x="51" y="269"/>
                  <a:pt x="16" y="219"/>
                  <a:pt x="16" y="161"/>
                </a:cubicBezTo>
                <a:cubicBezTo>
                  <a:pt x="16" y="81"/>
                  <a:pt x="81" y="16"/>
                  <a:pt x="161" y="16"/>
                </a:cubicBezTo>
                <a:cubicBezTo>
                  <a:pt x="241" y="16"/>
                  <a:pt x="305" y="81"/>
                  <a:pt x="305" y="161"/>
                </a:cubicBezTo>
                <a:cubicBezTo>
                  <a:pt x="305" y="219"/>
                  <a:pt x="271" y="269"/>
                  <a:pt x="221" y="292"/>
                </a:cubicBezTo>
                <a:cubicBezTo>
                  <a:pt x="220" y="298"/>
                  <a:pt x="219" y="304"/>
                  <a:pt x="218" y="310"/>
                </a:cubicBezTo>
                <a:cubicBezTo>
                  <a:pt x="279" y="287"/>
                  <a:pt x="321" y="229"/>
                  <a:pt x="321" y="161"/>
                </a:cubicBezTo>
                <a:cubicBezTo>
                  <a:pt x="321" y="72"/>
                  <a:pt x="250" y="0"/>
                  <a:pt x="161" y="0"/>
                </a:cubicBezTo>
                <a:moveTo>
                  <a:pt x="212" y="206"/>
                </a:moveTo>
                <a:cubicBezTo>
                  <a:pt x="215" y="211"/>
                  <a:pt x="218" y="215"/>
                  <a:pt x="220" y="221"/>
                </a:cubicBezTo>
                <a:cubicBezTo>
                  <a:pt x="243" y="203"/>
                  <a:pt x="257" y="175"/>
                  <a:pt x="257" y="145"/>
                </a:cubicBezTo>
                <a:cubicBezTo>
                  <a:pt x="257" y="91"/>
                  <a:pt x="214" y="48"/>
                  <a:pt x="161" y="48"/>
                </a:cubicBezTo>
                <a:cubicBezTo>
                  <a:pt x="108" y="48"/>
                  <a:pt x="65" y="91"/>
                  <a:pt x="65" y="145"/>
                </a:cubicBezTo>
                <a:cubicBezTo>
                  <a:pt x="65" y="175"/>
                  <a:pt x="79" y="203"/>
                  <a:pt x="101" y="220"/>
                </a:cubicBezTo>
                <a:cubicBezTo>
                  <a:pt x="103" y="215"/>
                  <a:pt x="106" y="210"/>
                  <a:pt x="109" y="206"/>
                </a:cubicBezTo>
                <a:cubicBezTo>
                  <a:pt x="92" y="191"/>
                  <a:pt x="81" y="169"/>
                  <a:pt x="81" y="145"/>
                </a:cubicBezTo>
                <a:cubicBezTo>
                  <a:pt x="81" y="100"/>
                  <a:pt x="117" y="64"/>
                  <a:pt x="161" y="64"/>
                </a:cubicBezTo>
                <a:cubicBezTo>
                  <a:pt x="205" y="64"/>
                  <a:pt x="241" y="100"/>
                  <a:pt x="241" y="145"/>
                </a:cubicBezTo>
                <a:cubicBezTo>
                  <a:pt x="241" y="169"/>
                  <a:pt x="230" y="192"/>
                  <a:pt x="212" y="206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7" name="Freeform 47"/>
          <p:cNvSpPr>
            <a:spLocks noEditPoints="1"/>
          </p:cNvSpPr>
          <p:nvPr/>
        </p:nvSpPr>
        <p:spPr bwMode="auto">
          <a:xfrm>
            <a:off x="3100918" y="5350935"/>
            <a:ext cx="472017" cy="577851"/>
          </a:xfrm>
          <a:custGeom>
            <a:avLst/>
            <a:gdLst>
              <a:gd name="T0" fmla="*/ 144 w 289"/>
              <a:gd name="T1" fmla="*/ 193 h 353"/>
              <a:gd name="T2" fmla="*/ 96 w 289"/>
              <a:gd name="T3" fmla="*/ 241 h 353"/>
              <a:gd name="T4" fmla="*/ 112 w 289"/>
              <a:gd name="T5" fmla="*/ 337 h 353"/>
              <a:gd name="T6" fmla="*/ 128 w 289"/>
              <a:gd name="T7" fmla="*/ 353 h 353"/>
              <a:gd name="T8" fmla="*/ 160 w 289"/>
              <a:gd name="T9" fmla="*/ 353 h 353"/>
              <a:gd name="T10" fmla="*/ 176 w 289"/>
              <a:gd name="T11" fmla="*/ 337 h 353"/>
              <a:gd name="T12" fmla="*/ 192 w 289"/>
              <a:gd name="T13" fmla="*/ 241 h 353"/>
              <a:gd name="T14" fmla="*/ 144 w 289"/>
              <a:gd name="T15" fmla="*/ 193 h 353"/>
              <a:gd name="T16" fmla="*/ 162 w 289"/>
              <a:gd name="T17" fmla="*/ 330 h 353"/>
              <a:gd name="T18" fmla="*/ 157 w 289"/>
              <a:gd name="T19" fmla="*/ 337 h 353"/>
              <a:gd name="T20" fmla="*/ 131 w 289"/>
              <a:gd name="T21" fmla="*/ 337 h 353"/>
              <a:gd name="T22" fmla="*/ 126 w 289"/>
              <a:gd name="T23" fmla="*/ 330 h 353"/>
              <a:gd name="T24" fmla="*/ 112 w 289"/>
              <a:gd name="T25" fmla="*/ 241 h 353"/>
              <a:gd name="T26" fmla="*/ 144 w 289"/>
              <a:gd name="T27" fmla="*/ 209 h 353"/>
              <a:gd name="T28" fmla="*/ 176 w 289"/>
              <a:gd name="T29" fmla="*/ 241 h 353"/>
              <a:gd name="T30" fmla="*/ 162 w 289"/>
              <a:gd name="T31" fmla="*/ 330 h 353"/>
              <a:gd name="T32" fmla="*/ 144 w 289"/>
              <a:gd name="T33" fmla="*/ 0 h 353"/>
              <a:gd name="T34" fmla="*/ 0 w 289"/>
              <a:gd name="T35" fmla="*/ 145 h 353"/>
              <a:gd name="T36" fmla="*/ 82 w 289"/>
              <a:gd name="T37" fmla="*/ 275 h 353"/>
              <a:gd name="T38" fmla="*/ 81 w 289"/>
              <a:gd name="T39" fmla="*/ 256 h 353"/>
              <a:gd name="T40" fmla="*/ 16 w 289"/>
              <a:gd name="T41" fmla="*/ 145 h 353"/>
              <a:gd name="T42" fmla="*/ 144 w 289"/>
              <a:gd name="T43" fmla="*/ 16 h 353"/>
              <a:gd name="T44" fmla="*/ 273 w 289"/>
              <a:gd name="T45" fmla="*/ 145 h 353"/>
              <a:gd name="T46" fmla="*/ 208 w 289"/>
              <a:gd name="T47" fmla="*/ 256 h 353"/>
              <a:gd name="T48" fmla="*/ 206 w 289"/>
              <a:gd name="T49" fmla="*/ 275 h 353"/>
              <a:gd name="T50" fmla="*/ 289 w 289"/>
              <a:gd name="T51" fmla="*/ 145 h 353"/>
              <a:gd name="T52" fmla="*/ 144 w 289"/>
              <a:gd name="T53" fmla="*/ 0 h 353"/>
              <a:gd name="T54" fmla="*/ 232 w 289"/>
              <a:gd name="T55" fmla="*/ 145 h 353"/>
              <a:gd name="T56" fmla="*/ 144 w 289"/>
              <a:gd name="T57" fmla="*/ 56 h 353"/>
              <a:gd name="T58" fmla="*/ 56 w 289"/>
              <a:gd name="T59" fmla="*/ 145 h 353"/>
              <a:gd name="T60" fmla="*/ 85 w 289"/>
              <a:gd name="T61" fmla="*/ 210 h 353"/>
              <a:gd name="T62" fmla="*/ 94 w 289"/>
              <a:gd name="T63" fmla="*/ 196 h 353"/>
              <a:gd name="T64" fmla="*/ 72 w 289"/>
              <a:gd name="T65" fmla="*/ 145 h 353"/>
              <a:gd name="T66" fmla="*/ 144 w 289"/>
              <a:gd name="T67" fmla="*/ 72 h 353"/>
              <a:gd name="T68" fmla="*/ 216 w 289"/>
              <a:gd name="T69" fmla="*/ 145 h 353"/>
              <a:gd name="T70" fmla="*/ 194 w 289"/>
              <a:gd name="T71" fmla="*/ 197 h 353"/>
              <a:gd name="T72" fmla="*/ 202 w 289"/>
              <a:gd name="T73" fmla="*/ 211 h 353"/>
              <a:gd name="T74" fmla="*/ 232 w 289"/>
              <a:gd name="T75" fmla="*/ 145 h 353"/>
              <a:gd name="T76" fmla="*/ 176 w 289"/>
              <a:gd name="T77" fmla="*/ 145 h 353"/>
              <a:gd name="T78" fmla="*/ 144 w 289"/>
              <a:gd name="T79" fmla="*/ 112 h 353"/>
              <a:gd name="T80" fmla="*/ 112 w 289"/>
              <a:gd name="T81" fmla="*/ 145 h 353"/>
              <a:gd name="T82" fmla="*/ 144 w 289"/>
              <a:gd name="T83" fmla="*/ 177 h 353"/>
              <a:gd name="T84" fmla="*/ 176 w 289"/>
              <a:gd name="T85" fmla="*/ 145 h 353"/>
              <a:gd name="T86" fmla="*/ 128 w 289"/>
              <a:gd name="T87" fmla="*/ 145 h 353"/>
              <a:gd name="T88" fmla="*/ 144 w 289"/>
              <a:gd name="T89" fmla="*/ 128 h 353"/>
              <a:gd name="T90" fmla="*/ 160 w 289"/>
              <a:gd name="T91" fmla="*/ 145 h 353"/>
              <a:gd name="T92" fmla="*/ 144 w 289"/>
              <a:gd name="T93" fmla="*/ 161 h 353"/>
              <a:gd name="T94" fmla="*/ 128 w 289"/>
              <a:gd name="T95" fmla="*/ 145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289" h="353">
                <a:moveTo>
                  <a:pt x="144" y="193"/>
                </a:moveTo>
                <a:cubicBezTo>
                  <a:pt x="104" y="193"/>
                  <a:pt x="96" y="217"/>
                  <a:pt x="96" y="241"/>
                </a:cubicBezTo>
                <a:cubicBezTo>
                  <a:pt x="96" y="265"/>
                  <a:pt x="104" y="321"/>
                  <a:pt x="112" y="337"/>
                </a:cubicBezTo>
                <a:cubicBezTo>
                  <a:pt x="120" y="353"/>
                  <a:pt x="128" y="353"/>
                  <a:pt x="128" y="353"/>
                </a:cubicBezTo>
                <a:cubicBezTo>
                  <a:pt x="160" y="353"/>
                  <a:pt x="160" y="353"/>
                  <a:pt x="160" y="353"/>
                </a:cubicBezTo>
                <a:cubicBezTo>
                  <a:pt x="160" y="353"/>
                  <a:pt x="168" y="353"/>
                  <a:pt x="176" y="337"/>
                </a:cubicBezTo>
                <a:cubicBezTo>
                  <a:pt x="184" y="321"/>
                  <a:pt x="192" y="265"/>
                  <a:pt x="192" y="241"/>
                </a:cubicBezTo>
                <a:cubicBezTo>
                  <a:pt x="192" y="217"/>
                  <a:pt x="184" y="193"/>
                  <a:pt x="144" y="193"/>
                </a:cubicBezTo>
                <a:moveTo>
                  <a:pt x="162" y="330"/>
                </a:moveTo>
                <a:cubicBezTo>
                  <a:pt x="160" y="334"/>
                  <a:pt x="158" y="336"/>
                  <a:pt x="157" y="337"/>
                </a:cubicBezTo>
                <a:cubicBezTo>
                  <a:pt x="131" y="337"/>
                  <a:pt x="131" y="337"/>
                  <a:pt x="131" y="337"/>
                </a:cubicBezTo>
                <a:cubicBezTo>
                  <a:pt x="130" y="336"/>
                  <a:pt x="128" y="334"/>
                  <a:pt x="126" y="330"/>
                </a:cubicBezTo>
                <a:cubicBezTo>
                  <a:pt x="121" y="318"/>
                  <a:pt x="112" y="266"/>
                  <a:pt x="112" y="241"/>
                </a:cubicBezTo>
                <a:cubicBezTo>
                  <a:pt x="112" y="217"/>
                  <a:pt x="120" y="209"/>
                  <a:pt x="144" y="209"/>
                </a:cubicBezTo>
                <a:cubicBezTo>
                  <a:pt x="168" y="209"/>
                  <a:pt x="176" y="217"/>
                  <a:pt x="176" y="241"/>
                </a:cubicBezTo>
                <a:cubicBezTo>
                  <a:pt x="176" y="266"/>
                  <a:pt x="168" y="318"/>
                  <a:pt x="162" y="330"/>
                </a:cubicBezTo>
                <a:moveTo>
                  <a:pt x="144" y="0"/>
                </a:moveTo>
                <a:cubicBezTo>
                  <a:pt x="64" y="0"/>
                  <a:pt x="0" y="65"/>
                  <a:pt x="0" y="145"/>
                </a:cubicBezTo>
                <a:cubicBezTo>
                  <a:pt x="0" y="202"/>
                  <a:pt x="34" y="252"/>
                  <a:pt x="82" y="275"/>
                </a:cubicBezTo>
                <a:cubicBezTo>
                  <a:pt x="82" y="268"/>
                  <a:pt x="81" y="262"/>
                  <a:pt x="81" y="256"/>
                </a:cubicBezTo>
                <a:cubicBezTo>
                  <a:pt x="42" y="234"/>
                  <a:pt x="16" y="192"/>
                  <a:pt x="16" y="145"/>
                </a:cubicBezTo>
                <a:cubicBezTo>
                  <a:pt x="16" y="74"/>
                  <a:pt x="73" y="16"/>
                  <a:pt x="144" y="16"/>
                </a:cubicBezTo>
                <a:cubicBezTo>
                  <a:pt x="215" y="16"/>
                  <a:pt x="273" y="74"/>
                  <a:pt x="273" y="145"/>
                </a:cubicBezTo>
                <a:cubicBezTo>
                  <a:pt x="273" y="192"/>
                  <a:pt x="247" y="234"/>
                  <a:pt x="208" y="256"/>
                </a:cubicBezTo>
                <a:cubicBezTo>
                  <a:pt x="207" y="262"/>
                  <a:pt x="207" y="268"/>
                  <a:pt x="206" y="275"/>
                </a:cubicBezTo>
                <a:cubicBezTo>
                  <a:pt x="255" y="252"/>
                  <a:pt x="289" y="202"/>
                  <a:pt x="289" y="145"/>
                </a:cubicBezTo>
                <a:cubicBezTo>
                  <a:pt x="289" y="65"/>
                  <a:pt x="224" y="0"/>
                  <a:pt x="144" y="0"/>
                </a:cubicBezTo>
                <a:moveTo>
                  <a:pt x="232" y="145"/>
                </a:moveTo>
                <a:cubicBezTo>
                  <a:pt x="232" y="96"/>
                  <a:pt x="193" y="56"/>
                  <a:pt x="144" y="56"/>
                </a:cubicBezTo>
                <a:cubicBezTo>
                  <a:pt x="95" y="56"/>
                  <a:pt x="56" y="96"/>
                  <a:pt x="56" y="145"/>
                </a:cubicBezTo>
                <a:cubicBezTo>
                  <a:pt x="56" y="171"/>
                  <a:pt x="67" y="194"/>
                  <a:pt x="85" y="210"/>
                </a:cubicBezTo>
                <a:cubicBezTo>
                  <a:pt x="88" y="205"/>
                  <a:pt x="90" y="200"/>
                  <a:pt x="94" y="196"/>
                </a:cubicBezTo>
                <a:cubicBezTo>
                  <a:pt x="80" y="183"/>
                  <a:pt x="72" y="165"/>
                  <a:pt x="72" y="145"/>
                </a:cubicBezTo>
                <a:cubicBezTo>
                  <a:pt x="72" y="105"/>
                  <a:pt x="104" y="72"/>
                  <a:pt x="144" y="72"/>
                </a:cubicBezTo>
                <a:cubicBezTo>
                  <a:pt x="184" y="72"/>
                  <a:pt x="216" y="105"/>
                  <a:pt x="216" y="145"/>
                </a:cubicBezTo>
                <a:cubicBezTo>
                  <a:pt x="216" y="165"/>
                  <a:pt x="208" y="184"/>
                  <a:pt x="194" y="197"/>
                </a:cubicBezTo>
                <a:cubicBezTo>
                  <a:pt x="197" y="201"/>
                  <a:pt x="200" y="206"/>
                  <a:pt x="202" y="211"/>
                </a:cubicBezTo>
                <a:cubicBezTo>
                  <a:pt x="221" y="195"/>
                  <a:pt x="232" y="171"/>
                  <a:pt x="232" y="145"/>
                </a:cubicBezTo>
                <a:moveTo>
                  <a:pt x="176" y="145"/>
                </a:moveTo>
                <a:cubicBezTo>
                  <a:pt x="176" y="127"/>
                  <a:pt x="162" y="112"/>
                  <a:pt x="144" y="112"/>
                </a:cubicBezTo>
                <a:cubicBezTo>
                  <a:pt x="126" y="112"/>
                  <a:pt x="112" y="127"/>
                  <a:pt x="112" y="145"/>
                </a:cubicBezTo>
                <a:cubicBezTo>
                  <a:pt x="112" y="162"/>
                  <a:pt x="126" y="177"/>
                  <a:pt x="144" y="177"/>
                </a:cubicBezTo>
                <a:cubicBezTo>
                  <a:pt x="162" y="177"/>
                  <a:pt x="176" y="162"/>
                  <a:pt x="176" y="145"/>
                </a:cubicBezTo>
                <a:moveTo>
                  <a:pt x="128" y="145"/>
                </a:moveTo>
                <a:cubicBezTo>
                  <a:pt x="128" y="136"/>
                  <a:pt x="135" y="128"/>
                  <a:pt x="144" y="128"/>
                </a:cubicBezTo>
                <a:cubicBezTo>
                  <a:pt x="153" y="128"/>
                  <a:pt x="160" y="136"/>
                  <a:pt x="160" y="145"/>
                </a:cubicBezTo>
                <a:cubicBezTo>
                  <a:pt x="160" y="153"/>
                  <a:pt x="153" y="161"/>
                  <a:pt x="144" y="161"/>
                </a:cubicBezTo>
                <a:cubicBezTo>
                  <a:pt x="135" y="161"/>
                  <a:pt x="128" y="153"/>
                  <a:pt x="128" y="145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8" name="Freeform 48"/>
          <p:cNvSpPr>
            <a:spLocks noEditPoints="1"/>
          </p:cNvSpPr>
          <p:nvPr/>
        </p:nvSpPr>
        <p:spPr bwMode="auto">
          <a:xfrm>
            <a:off x="4150785" y="5350935"/>
            <a:ext cx="579967" cy="577851"/>
          </a:xfrm>
          <a:custGeom>
            <a:avLst/>
            <a:gdLst>
              <a:gd name="T0" fmla="*/ 313 w 353"/>
              <a:gd name="T1" fmla="*/ 0 h 353"/>
              <a:gd name="T2" fmla="*/ 273 w 353"/>
              <a:gd name="T3" fmla="*/ 40 h 353"/>
              <a:gd name="T4" fmla="*/ 305 w 353"/>
              <a:gd name="T5" fmla="*/ 79 h 353"/>
              <a:gd name="T6" fmla="*/ 305 w 353"/>
              <a:gd name="T7" fmla="*/ 169 h 353"/>
              <a:gd name="T8" fmla="*/ 216 w 353"/>
              <a:gd name="T9" fmla="*/ 169 h 353"/>
              <a:gd name="T10" fmla="*/ 177 w 353"/>
              <a:gd name="T11" fmla="*/ 137 h 353"/>
              <a:gd name="T12" fmla="*/ 137 w 353"/>
              <a:gd name="T13" fmla="*/ 169 h 353"/>
              <a:gd name="T14" fmla="*/ 40 w 353"/>
              <a:gd name="T15" fmla="*/ 169 h 353"/>
              <a:gd name="T16" fmla="*/ 32 w 353"/>
              <a:gd name="T17" fmla="*/ 177 h 353"/>
              <a:gd name="T18" fmla="*/ 32 w 353"/>
              <a:gd name="T19" fmla="*/ 274 h 353"/>
              <a:gd name="T20" fmla="*/ 0 w 353"/>
              <a:gd name="T21" fmla="*/ 313 h 353"/>
              <a:gd name="T22" fmla="*/ 40 w 353"/>
              <a:gd name="T23" fmla="*/ 353 h 353"/>
              <a:gd name="T24" fmla="*/ 80 w 353"/>
              <a:gd name="T25" fmla="*/ 313 h 353"/>
              <a:gd name="T26" fmla="*/ 48 w 353"/>
              <a:gd name="T27" fmla="*/ 274 h 353"/>
              <a:gd name="T28" fmla="*/ 48 w 353"/>
              <a:gd name="T29" fmla="*/ 185 h 353"/>
              <a:gd name="T30" fmla="*/ 137 w 353"/>
              <a:gd name="T31" fmla="*/ 185 h 353"/>
              <a:gd name="T32" fmla="*/ 177 w 353"/>
              <a:gd name="T33" fmla="*/ 217 h 353"/>
              <a:gd name="T34" fmla="*/ 216 w 353"/>
              <a:gd name="T35" fmla="*/ 185 h 353"/>
              <a:gd name="T36" fmla="*/ 313 w 353"/>
              <a:gd name="T37" fmla="*/ 185 h 353"/>
              <a:gd name="T38" fmla="*/ 321 w 353"/>
              <a:gd name="T39" fmla="*/ 177 h 353"/>
              <a:gd name="T40" fmla="*/ 321 w 353"/>
              <a:gd name="T41" fmla="*/ 79 h 353"/>
              <a:gd name="T42" fmla="*/ 353 w 353"/>
              <a:gd name="T43" fmla="*/ 40 h 353"/>
              <a:gd name="T44" fmla="*/ 313 w 353"/>
              <a:gd name="T45" fmla="*/ 0 h 353"/>
              <a:gd name="T46" fmla="*/ 64 w 353"/>
              <a:gd name="T47" fmla="*/ 313 h 353"/>
              <a:gd name="T48" fmla="*/ 40 w 353"/>
              <a:gd name="T49" fmla="*/ 337 h 353"/>
              <a:gd name="T50" fmla="*/ 16 w 353"/>
              <a:gd name="T51" fmla="*/ 313 h 353"/>
              <a:gd name="T52" fmla="*/ 40 w 353"/>
              <a:gd name="T53" fmla="*/ 289 h 353"/>
              <a:gd name="T54" fmla="*/ 64 w 353"/>
              <a:gd name="T55" fmla="*/ 313 h 353"/>
              <a:gd name="T56" fmla="*/ 177 w 353"/>
              <a:gd name="T57" fmla="*/ 201 h 353"/>
              <a:gd name="T58" fmla="*/ 152 w 353"/>
              <a:gd name="T59" fmla="*/ 177 h 353"/>
              <a:gd name="T60" fmla="*/ 177 w 353"/>
              <a:gd name="T61" fmla="*/ 152 h 353"/>
              <a:gd name="T62" fmla="*/ 201 w 353"/>
              <a:gd name="T63" fmla="*/ 177 h 353"/>
              <a:gd name="T64" fmla="*/ 177 w 353"/>
              <a:gd name="T65" fmla="*/ 201 h 353"/>
              <a:gd name="T66" fmla="*/ 313 w 353"/>
              <a:gd name="T67" fmla="*/ 64 h 353"/>
              <a:gd name="T68" fmla="*/ 289 w 353"/>
              <a:gd name="T69" fmla="*/ 40 h 353"/>
              <a:gd name="T70" fmla="*/ 313 w 353"/>
              <a:gd name="T71" fmla="*/ 16 h 353"/>
              <a:gd name="T72" fmla="*/ 337 w 353"/>
              <a:gd name="T73" fmla="*/ 40 h 353"/>
              <a:gd name="T74" fmla="*/ 313 w 353"/>
              <a:gd name="T75" fmla="*/ 64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353" h="353">
                <a:moveTo>
                  <a:pt x="313" y="0"/>
                </a:moveTo>
                <a:cubicBezTo>
                  <a:pt x="291" y="0"/>
                  <a:pt x="273" y="18"/>
                  <a:pt x="273" y="40"/>
                </a:cubicBezTo>
                <a:cubicBezTo>
                  <a:pt x="273" y="60"/>
                  <a:pt x="287" y="76"/>
                  <a:pt x="305" y="79"/>
                </a:cubicBezTo>
                <a:cubicBezTo>
                  <a:pt x="305" y="169"/>
                  <a:pt x="305" y="169"/>
                  <a:pt x="305" y="169"/>
                </a:cubicBezTo>
                <a:cubicBezTo>
                  <a:pt x="216" y="169"/>
                  <a:pt x="216" y="169"/>
                  <a:pt x="216" y="169"/>
                </a:cubicBezTo>
                <a:cubicBezTo>
                  <a:pt x="212" y="150"/>
                  <a:pt x="196" y="137"/>
                  <a:pt x="177" y="137"/>
                </a:cubicBezTo>
                <a:cubicBezTo>
                  <a:pt x="157" y="137"/>
                  <a:pt x="141" y="150"/>
                  <a:pt x="137" y="169"/>
                </a:cubicBezTo>
                <a:cubicBezTo>
                  <a:pt x="40" y="169"/>
                  <a:pt x="40" y="169"/>
                  <a:pt x="40" y="169"/>
                </a:cubicBezTo>
                <a:cubicBezTo>
                  <a:pt x="36" y="169"/>
                  <a:pt x="32" y="172"/>
                  <a:pt x="32" y="177"/>
                </a:cubicBezTo>
                <a:cubicBezTo>
                  <a:pt x="32" y="274"/>
                  <a:pt x="32" y="274"/>
                  <a:pt x="32" y="274"/>
                </a:cubicBezTo>
                <a:cubicBezTo>
                  <a:pt x="14" y="278"/>
                  <a:pt x="0" y="294"/>
                  <a:pt x="0" y="313"/>
                </a:cubicBezTo>
                <a:cubicBezTo>
                  <a:pt x="0" y="335"/>
                  <a:pt x="18" y="353"/>
                  <a:pt x="40" y="353"/>
                </a:cubicBezTo>
                <a:cubicBezTo>
                  <a:pt x="62" y="353"/>
                  <a:pt x="80" y="335"/>
                  <a:pt x="80" y="313"/>
                </a:cubicBezTo>
                <a:cubicBezTo>
                  <a:pt x="80" y="294"/>
                  <a:pt x="66" y="278"/>
                  <a:pt x="48" y="274"/>
                </a:cubicBezTo>
                <a:cubicBezTo>
                  <a:pt x="48" y="185"/>
                  <a:pt x="48" y="185"/>
                  <a:pt x="48" y="185"/>
                </a:cubicBezTo>
                <a:cubicBezTo>
                  <a:pt x="137" y="185"/>
                  <a:pt x="137" y="185"/>
                  <a:pt x="137" y="185"/>
                </a:cubicBezTo>
                <a:cubicBezTo>
                  <a:pt x="141" y="203"/>
                  <a:pt x="157" y="217"/>
                  <a:pt x="177" y="217"/>
                </a:cubicBezTo>
                <a:cubicBezTo>
                  <a:pt x="196" y="217"/>
                  <a:pt x="212" y="203"/>
                  <a:pt x="216" y="185"/>
                </a:cubicBezTo>
                <a:cubicBezTo>
                  <a:pt x="313" y="185"/>
                  <a:pt x="313" y="185"/>
                  <a:pt x="313" y="185"/>
                </a:cubicBezTo>
                <a:cubicBezTo>
                  <a:pt x="317" y="185"/>
                  <a:pt x="321" y="181"/>
                  <a:pt x="321" y="177"/>
                </a:cubicBezTo>
                <a:cubicBezTo>
                  <a:pt x="321" y="79"/>
                  <a:pt x="321" y="79"/>
                  <a:pt x="321" y="79"/>
                </a:cubicBezTo>
                <a:cubicBezTo>
                  <a:pt x="339" y="76"/>
                  <a:pt x="353" y="60"/>
                  <a:pt x="353" y="40"/>
                </a:cubicBezTo>
                <a:cubicBezTo>
                  <a:pt x="353" y="18"/>
                  <a:pt x="335" y="0"/>
                  <a:pt x="313" y="0"/>
                </a:cubicBezTo>
                <a:moveTo>
                  <a:pt x="64" y="313"/>
                </a:moveTo>
                <a:cubicBezTo>
                  <a:pt x="64" y="326"/>
                  <a:pt x="53" y="337"/>
                  <a:pt x="40" y="337"/>
                </a:cubicBezTo>
                <a:cubicBezTo>
                  <a:pt x="27" y="337"/>
                  <a:pt x="16" y="326"/>
                  <a:pt x="16" y="313"/>
                </a:cubicBezTo>
                <a:cubicBezTo>
                  <a:pt x="16" y="300"/>
                  <a:pt x="27" y="289"/>
                  <a:pt x="40" y="289"/>
                </a:cubicBezTo>
                <a:cubicBezTo>
                  <a:pt x="53" y="289"/>
                  <a:pt x="64" y="300"/>
                  <a:pt x="64" y="313"/>
                </a:cubicBezTo>
                <a:moveTo>
                  <a:pt x="177" y="201"/>
                </a:moveTo>
                <a:cubicBezTo>
                  <a:pt x="163" y="201"/>
                  <a:pt x="152" y="190"/>
                  <a:pt x="152" y="177"/>
                </a:cubicBezTo>
                <a:cubicBezTo>
                  <a:pt x="152" y="163"/>
                  <a:pt x="163" y="152"/>
                  <a:pt x="177" y="152"/>
                </a:cubicBezTo>
                <a:cubicBezTo>
                  <a:pt x="190" y="152"/>
                  <a:pt x="201" y="163"/>
                  <a:pt x="201" y="177"/>
                </a:cubicBezTo>
                <a:cubicBezTo>
                  <a:pt x="201" y="190"/>
                  <a:pt x="190" y="201"/>
                  <a:pt x="177" y="201"/>
                </a:cubicBezTo>
                <a:moveTo>
                  <a:pt x="313" y="64"/>
                </a:moveTo>
                <a:cubicBezTo>
                  <a:pt x="300" y="64"/>
                  <a:pt x="289" y="53"/>
                  <a:pt x="289" y="40"/>
                </a:cubicBezTo>
                <a:cubicBezTo>
                  <a:pt x="289" y="27"/>
                  <a:pt x="300" y="16"/>
                  <a:pt x="313" y="16"/>
                </a:cubicBezTo>
                <a:cubicBezTo>
                  <a:pt x="326" y="16"/>
                  <a:pt x="337" y="27"/>
                  <a:pt x="337" y="40"/>
                </a:cubicBezTo>
                <a:cubicBezTo>
                  <a:pt x="337" y="53"/>
                  <a:pt x="326" y="64"/>
                  <a:pt x="313" y="64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9" name="Freeform 49"/>
          <p:cNvSpPr>
            <a:spLocks noEditPoints="1"/>
          </p:cNvSpPr>
          <p:nvPr/>
        </p:nvSpPr>
        <p:spPr bwMode="auto">
          <a:xfrm>
            <a:off x="5281084" y="5350935"/>
            <a:ext cx="524933" cy="577851"/>
          </a:xfrm>
          <a:custGeom>
            <a:avLst/>
            <a:gdLst>
              <a:gd name="T0" fmla="*/ 281 w 321"/>
              <a:gd name="T1" fmla="*/ 273 h 353"/>
              <a:gd name="T2" fmla="*/ 251 w 321"/>
              <a:gd name="T3" fmla="*/ 287 h 353"/>
              <a:gd name="T4" fmla="*/ 78 w 321"/>
              <a:gd name="T5" fmla="*/ 189 h 353"/>
              <a:gd name="T6" fmla="*/ 81 w 321"/>
              <a:gd name="T7" fmla="*/ 177 h 353"/>
              <a:gd name="T8" fmla="*/ 78 w 321"/>
              <a:gd name="T9" fmla="*/ 164 h 353"/>
              <a:gd name="T10" fmla="*/ 251 w 321"/>
              <a:gd name="T11" fmla="*/ 66 h 353"/>
              <a:gd name="T12" fmla="*/ 281 w 321"/>
              <a:gd name="T13" fmla="*/ 80 h 353"/>
              <a:gd name="T14" fmla="*/ 321 w 321"/>
              <a:gd name="T15" fmla="*/ 40 h 353"/>
              <a:gd name="T16" fmla="*/ 281 w 321"/>
              <a:gd name="T17" fmla="*/ 0 h 353"/>
              <a:gd name="T18" fmla="*/ 241 w 321"/>
              <a:gd name="T19" fmla="*/ 40 h 353"/>
              <a:gd name="T20" fmla="*/ 243 w 321"/>
              <a:gd name="T21" fmla="*/ 52 h 353"/>
              <a:gd name="T22" fmla="*/ 70 w 321"/>
              <a:gd name="T23" fmla="*/ 150 h 353"/>
              <a:gd name="T24" fmla="*/ 40 w 321"/>
              <a:gd name="T25" fmla="*/ 137 h 353"/>
              <a:gd name="T26" fmla="*/ 0 w 321"/>
              <a:gd name="T27" fmla="*/ 177 h 353"/>
              <a:gd name="T28" fmla="*/ 40 w 321"/>
              <a:gd name="T29" fmla="*/ 217 h 353"/>
              <a:gd name="T30" fmla="*/ 70 w 321"/>
              <a:gd name="T31" fmla="*/ 203 h 353"/>
              <a:gd name="T32" fmla="*/ 243 w 321"/>
              <a:gd name="T33" fmla="*/ 301 h 353"/>
              <a:gd name="T34" fmla="*/ 241 w 321"/>
              <a:gd name="T35" fmla="*/ 313 h 353"/>
              <a:gd name="T36" fmla="*/ 281 w 321"/>
              <a:gd name="T37" fmla="*/ 353 h 353"/>
              <a:gd name="T38" fmla="*/ 321 w 321"/>
              <a:gd name="T39" fmla="*/ 313 h 353"/>
              <a:gd name="T40" fmla="*/ 281 w 321"/>
              <a:gd name="T41" fmla="*/ 273 h 353"/>
              <a:gd name="T42" fmla="*/ 281 w 321"/>
              <a:gd name="T43" fmla="*/ 16 h 353"/>
              <a:gd name="T44" fmla="*/ 305 w 321"/>
              <a:gd name="T45" fmla="*/ 40 h 353"/>
              <a:gd name="T46" fmla="*/ 281 w 321"/>
              <a:gd name="T47" fmla="*/ 64 h 353"/>
              <a:gd name="T48" fmla="*/ 257 w 321"/>
              <a:gd name="T49" fmla="*/ 40 h 353"/>
              <a:gd name="T50" fmla="*/ 281 w 321"/>
              <a:gd name="T51" fmla="*/ 16 h 353"/>
              <a:gd name="T52" fmla="*/ 40 w 321"/>
              <a:gd name="T53" fmla="*/ 201 h 353"/>
              <a:gd name="T54" fmla="*/ 16 w 321"/>
              <a:gd name="T55" fmla="*/ 177 h 353"/>
              <a:gd name="T56" fmla="*/ 40 w 321"/>
              <a:gd name="T57" fmla="*/ 152 h 353"/>
              <a:gd name="T58" fmla="*/ 65 w 321"/>
              <a:gd name="T59" fmla="*/ 177 h 353"/>
              <a:gd name="T60" fmla="*/ 40 w 321"/>
              <a:gd name="T61" fmla="*/ 201 h 353"/>
              <a:gd name="T62" fmla="*/ 281 w 321"/>
              <a:gd name="T63" fmla="*/ 337 h 353"/>
              <a:gd name="T64" fmla="*/ 257 w 321"/>
              <a:gd name="T65" fmla="*/ 313 h 353"/>
              <a:gd name="T66" fmla="*/ 281 w 321"/>
              <a:gd name="T67" fmla="*/ 289 h 353"/>
              <a:gd name="T68" fmla="*/ 305 w 321"/>
              <a:gd name="T69" fmla="*/ 313 h 353"/>
              <a:gd name="T70" fmla="*/ 281 w 321"/>
              <a:gd name="T71" fmla="*/ 337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321" h="353">
                <a:moveTo>
                  <a:pt x="281" y="273"/>
                </a:moveTo>
                <a:cubicBezTo>
                  <a:pt x="269" y="273"/>
                  <a:pt x="259" y="278"/>
                  <a:pt x="251" y="287"/>
                </a:cubicBezTo>
                <a:cubicBezTo>
                  <a:pt x="78" y="189"/>
                  <a:pt x="78" y="189"/>
                  <a:pt x="78" y="189"/>
                </a:cubicBezTo>
                <a:cubicBezTo>
                  <a:pt x="80" y="185"/>
                  <a:pt x="81" y="181"/>
                  <a:pt x="81" y="177"/>
                </a:cubicBezTo>
                <a:cubicBezTo>
                  <a:pt x="81" y="172"/>
                  <a:pt x="80" y="168"/>
                  <a:pt x="78" y="164"/>
                </a:cubicBezTo>
                <a:cubicBezTo>
                  <a:pt x="251" y="66"/>
                  <a:pt x="251" y="66"/>
                  <a:pt x="251" y="66"/>
                </a:cubicBezTo>
                <a:cubicBezTo>
                  <a:pt x="259" y="75"/>
                  <a:pt x="269" y="80"/>
                  <a:pt x="281" y="80"/>
                </a:cubicBezTo>
                <a:cubicBezTo>
                  <a:pt x="303" y="80"/>
                  <a:pt x="321" y="62"/>
                  <a:pt x="321" y="40"/>
                </a:cubicBezTo>
                <a:cubicBezTo>
                  <a:pt x="321" y="18"/>
                  <a:pt x="303" y="0"/>
                  <a:pt x="281" y="0"/>
                </a:cubicBezTo>
                <a:cubicBezTo>
                  <a:pt x="259" y="0"/>
                  <a:pt x="241" y="18"/>
                  <a:pt x="241" y="40"/>
                </a:cubicBezTo>
                <a:cubicBezTo>
                  <a:pt x="241" y="44"/>
                  <a:pt x="242" y="49"/>
                  <a:pt x="243" y="52"/>
                </a:cubicBezTo>
                <a:cubicBezTo>
                  <a:pt x="70" y="150"/>
                  <a:pt x="70" y="150"/>
                  <a:pt x="70" y="150"/>
                </a:cubicBezTo>
                <a:cubicBezTo>
                  <a:pt x="63" y="142"/>
                  <a:pt x="52" y="137"/>
                  <a:pt x="40" y="137"/>
                </a:cubicBezTo>
                <a:cubicBezTo>
                  <a:pt x="18" y="137"/>
                  <a:pt x="0" y="155"/>
                  <a:pt x="0" y="177"/>
                </a:cubicBezTo>
                <a:cubicBezTo>
                  <a:pt x="0" y="199"/>
                  <a:pt x="18" y="217"/>
                  <a:pt x="40" y="217"/>
                </a:cubicBezTo>
                <a:cubicBezTo>
                  <a:pt x="52" y="217"/>
                  <a:pt x="63" y="211"/>
                  <a:pt x="70" y="203"/>
                </a:cubicBezTo>
                <a:cubicBezTo>
                  <a:pt x="243" y="301"/>
                  <a:pt x="243" y="301"/>
                  <a:pt x="243" y="301"/>
                </a:cubicBezTo>
                <a:cubicBezTo>
                  <a:pt x="242" y="305"/>
                  <a:pt x="241" y="309"/>
                  <a:pt x="241" y="313"/>
                </a:cubicBezTo>
                <a:cubicBezTo>
                  <a:pt x="241" y="335"/>
                  <a:pt x="259" y="353"/>
                  <a:pt x="281" y="353"/>
                </a:cubicBezTo>
                <a:cubicBezTo>
                  <a:pt x="303" y="353"/>
                  <a:pt x="321" y="335"/>
                  <a:pt x="321" y="313"/>
                </a:cubicBezTo>
                <a:cubicBezTo>
                  <a:pt x="321" y="291"/>
                  <a:pt x="303" y="273"/>
                  <a:pt x="281" y="273"/>
                </a:cubicBezTo>
                <a:moveTo>
                  <a:pt x="281" y="16"/>
                </a:moveTo>
                <a:cubicBezTo>
                  <a:pt x="295" y="16"/>
                  <a:pt x="305" y="27"/>
                  <a:pt x="305" y="40"/>
                </a:cubicBezTo>
                <a:cubicBezTo>
                  <a:pt x="305" y="53"/>
                  <a:pt x="295" y="64"/>
                  <a:pt x="281" y="64"/>
                </a:cubicBezTo>
                <a:cubicBezTo>
                  <a:pt x="268" y="64"/>
                  <a:pt x="257" y="53"/>
                  <a:pt x="257" y="40"/>
                </a:cubicBezTo>
                <a:cubicBezTo>
                  <a:pt x="257" y="27"/>
                  <a:pt x="268" y="16"/>
                  <a:pt x="281" y="16"/>
                </a:cubicBezTo>
                <a:moveTo>
                  <a:pt x="40" y="201"/>
                </a:moveTo>
                <a:cubicBezTo>
                  <a:pt x="27" y="201"/>
                  <a:pt x="16" y="190"/>
                  <a:pt x="16" y="177"/>
                </a:cubicBezTo>
                <a:cubicBezTo>
                  <a:pt x="16" y="163"/>
                  <a:pt x="27" y="152"/>
                  <a:pt x="40" y="152"/>
                </a:cubicBezTo>
                <a:cubicBezTo>
                  <a:pt x="54" y="152"/>
                  <a:pt x="65" y="163"/>
                  <a:pt x="65" y="177"/>
                </a:cubicBezTo>
                <a:cubicBezTo>
                  <a:pt x="65" y="190"/>
                  <a:pt x="54" y="201"/>
                  <a:pt x="40" y="201"/>
                </a:cubicBezTo>
                <a:moveTo>
                  <a:pt x="281" y="337"/>
                </a:moveTo>
                <a:cubicBezTo>
                  <a:pt x="268" y="337"/>
                  <a:pt x="257" y="326"/>
                  <a:pt x="257" y="313"/>
                </a:cubicBezTo>
                <a:cubicBezTo>
                  <a:pt x="257" y="300"/>
                  <a:pt x="268" y="289"/>
                  <a:pt x="281" y="289"/>
                </a:cubicBezTo>
                <a:cubicBezTo>
                  <a:pt x="295" y="289"/>
                  <a:pt x="305" y="300"/>
                  <a:pt x="305" y="313"/>
                </a:cubicBezTo>
                <a:cubicBezTo>
                  <a:pt x="305" y="326"/>
                  <a:pt x="295" y="337"/>
                  <a:pt x="281" y="337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0" name="Freeform 50"/>
          <p:cNvSpPr>
            <a:spLocks noEditPoints="1"/>
          </p:cNvSpPr>
          <p:nvPr/>
        </p:nvSpPr>
        <p:spPr bwMode="auto">
          <a:xfrm>
            <a:off x="6358467" y="5350935"/>
            <a:ext cx="579967" cy="577851"/>
          </a:xfrm>
          <a:custGeom>
            <a:avLst/>
            <a:gdLst>
              <a:gd name="T0" fmla="*/ 304 w 354"/>
              <a:gd name="T1" fmla="*/ 293 h 353"/>
              <a:gd name="T2" fmla="*/ 231 w 354"/>
              <a:gd name="T3" fmla="*/ 332 h 353"/>
              <a:gd name="T4" fmla="*/ 121 w 354"/>
              <a:gd name="T5" fmla="*/ 328 h 353"/>
              <a:gd name="T6" fmla="*/ 30 w 354"/>
              <a:gd name="T7" fmla="*/ 246 h 353"/>
              <a:gd name="T8" fmla="*/ 30 w 354"/>
              <a:gd name="T9" fmla="*/ 113 h 353"/>
              <a:gd name="T10" fmla="*/ 119 w 354"/>
              <a:gd name="T11" fmla="*/ 28 h 353"/>
              <a:gd name="T12" fmla="*/ 247 w 354"/>
              <a:gd name="T13" fmla="*/ 25 h 353"/>
              <a:gd name="T14" fmla="*/ 326 w 354"/>
              <a:gd name="T15" fmla="*/ 94 h 353"/>
              <a:gd name="T16" fmla="*/ 328 w 354"/>
              <a:gd name="T17" fmla="*/ 196 h 353"/>
              <a:gd name="T18" fmla="*/ 274 w 354"/>
              <a:gd name="T19" fmla="*/ 260 h 353"/>
              <a:gd name="T20" fmla="*/ 229 w 354"/>
              <a:gd name="T21" fmla="*/ 266 h 353"/>
              <a:gd name="T22" fmla="*/ 226 w 354"/>
              <a:gd name="T23" fmla="*/ 241 h 353"/>
              <a:gd name="T24" fmla="*/ 291 w 354"/>
              <a:gd name="T25" fmla="*/ 79 h 353"/>
              <a:gd name="T26" fmla="*/ 263 w 354"/>
              <a:gd name="T27" fmla="*/ 107 h 353"/>
              <a:gd name="T28" fmla="*/ 193 w 354"/>
              <a:gd name="T29" fmla="*/ 70 h 353"/>
              <a:gd name="T30" fmla="*/ 103 w 354"/>
              <a:gd name="T31" fmla="*/ 118 h 353"/>
              <a:gd name="T32" fmla="*/ 70 w 354"/>
              <a:gd name="T33" fmla="*/ 212 h 353"/>
              <a:gd name="T34" fmla="*/ 90 w 354"/>
              <a:gd name="T35" fmla="*/ 263 h 353"/>
              <a:gd name="T36" fmla="*/ 179 w 354"/>
              <a:gd name="T37" fmla="*/ 278 h 353"/>
              <a:gd name="T38" fmla="*/ 216 w 354"/>
              <a:gd name="T39" fmla="*/ 275 h 353"/>
              <a:gd name="T40" fmla="*/ 281 w 354"/>
              <a:gd name="T41" fmla="*/ 274 h 353"/>
              <a:gd name="T42" fmla="*/ 344 w 354"/>
              <a:gd name="T43" fmla="*/ 201 h 353"/>
              <a:gd name="T44" fmla="*/ 341 w 354"/>
              <a:gd name="T45" fmla="*/ 86 h 353"/>
              <a:gd name="T46" fmla="*/ 252 w 354"/>
              <a:gd name="T47" fmla="*/ 10 h 353"/>
              <a:gd name="T48" fmla="*/ 115 w 354"/>
              <a:gd name="T49" fmla="*/ 13 h 353"/>
              <a:gd name="T50" fmla="*/ 15 w 354"/>
              <a:gd name="T51" fmla="*/ 105 h 353"/>
              <a:gd name="T52" fmla="*/ 17 w 354"/>
              <a:gd name="T53" fmla="*/ 256 h 353"/>
              <a:gd name="T54" fmla="*/ 119 w 354"/>
              <a:gd name="T55" fmla="*/ 343 h 353"/>
              <a:gd name="T56" fmla="*/ 234 w 354"/>
              <a:gd name="T57" fmla="*/ 347 h 353"/>
              <a:gd name="T58" fmla="*/ 317 w 354"/>
              <a:gd name="T59" fmla="*/ 303 h 353"/>
              <a:gd name="T60" fmla="*/ 351 w 354"/>
              <a:gd name="T61" fmla="*/ 262 h 353"/>
              <a:gd name="T62" fmla="*/ 331 w 354"/>
              <a:gd name="T63" fmla="*/ 263 h 353"/>
              <a:gd name="T64" fmla="*/ 184 w 354"/>
              <a:gd name="T65" fmla="*/ 258 h 353"/>
              <a:gd name="T66" fmla="*/ 121 w 354"/>
              <a:gd name="T67" fmla="*/ 265 h 353"/>
              <a:gd name="T68" fmla="*/ 90 w 354"/>
              <a:gd name="T69" fmla="*/ 235 h 353"/>
              <a:gd name="T70" fmla="*/ 94 w 354"/>
              <a:gd name="T71" fmla="*/ 170 h 353"/>
              <a:gd name="T72" fmla="*/ 149 w 354"/>
              <a:gd name="T73" fmla="*/ 98 h 353"/>
              <a:gd name="T74" fmla="*/ 210 w 354"/>
              <a:gd name="T75" fmla="*/ 88 h 353"/>
              <a:gd name="T76" fmla="*/ 245 w 354"/>
              <a:gd name="T77" fmla="*/ 107 h 353"/>
              <a:gd name="T78" fmla="*/ 219 w 354"/>
              <a:gd name="T79" fmla="*/ 213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354" h="353">
                <a:moveTo>
                  <a:pt x="331" y="263"/>
                </a:moveTo>
                <a:cubicBezTo>
                  <a:pt x="324" y="274"/>
                  <a:pt x="315" y="284"/>
                  <a:pt x="304" y="293"/>
                </a:cubicBezTo>
                <a:cubicBezTo>
                  <a:pt x="294" y="302"/>
                  <a:pt x="283" y="310"/>
                  <a:pt x="270" y="317"/>
                </a:cubicBezTo>
                <a:cubicBezTo>
                  <a:pt x="258" y="323"/>
                  <a:pt x="244" y="329"/>
                  <a:pt x="231" y="332"/>
                </a:cubicBezTo>
                <a:cubicBezTo>
                  <a:pt x="217" y="336"/>
                  <a:pt x="202" y="338"/>
                  <a:pt x="187" y="338"/>
                </a:cubicBezTo>
                <a:cubicBezTo>
                  <a:pt x="164" y="338"/>
                  <a:pt x="142" y="335"/>
                  <a:pt x="121" y="328"/>
                </a:cubicBezTo>
                <a:cubicBezTo>
                  <a:pt x="101" y="321"/>
                  <a:pt x="83" y="310"/>
                  <a:pt x="67" y="297"/>
                </a:cubicBezTo>
                <a:cubicBezTo>
                  <a:pt x="52" y="283"/>
                  <a:pt x="39" y="266"/>
                  <a:pt x="30" y="246"/>
                </a:cubicBezTo>
                <a:cubicBezTo>
                  <a:pt x="21" y="226"/>
                  <a:pt x="17" y="202"/>
                  <a:pt x="17" y="175"/>
                </a:cubicBezTo>
                <a:cubicBezTo>
                  <a:pt x="17" y="153"/>
                  <a:pt x="21" y="132"/>
                  <a:pt x="30" y="113"/>
                </a:cubicBezTo>
                <a:cubicBezTo>
                  <a:pt x="38" y="94"/>
                  <a:pt x="50" y="77"/>
                  <a:pt x="65" y="62"/>
                </a:cubicBezTo>
                <a:cubicBezTo>
                  <a:pt x="81" y="48"/>
                  <a:pt x="99" y="36"/>
                  <a:pt x="119" y="28"/>
                </a:cubicBezTo>
                <a:cubicBezTo>
                  <a:pt x="140" y="20"/>
                  <a:pt x="163" y="16"/>
                  <a:pt x="187" y="16"/>
                </a:cubicBezTo>
                <a:cubicBezTo>
                  <a:pt x="208" y="16"/>
                  <a:pt x="229" y="19"/>
                  <a:pt x="247" y="25"/>
                </a:cubicBezTo>
                <a:cubicBezTo>
                  <a:pt x="266" y="32"/>
                  <a:pt x="282" y="41"/>
                  <a:pt x="295" y="52"/>
                </a:cubicBezTo>
                <a:cubicBezTo>
                  <a:pt x="308" y="64"/>
                  <a:pt x="319" y="78"/>
                  <a:pt x="326" y="94"/>
                </a:cubicBezTo>
                <a:cubicBezTo>
                  <a:pt x="334" y="110"/>
                  <a:pt x="338" y="128"/>
                  <a:pt x="338" y="148"/>
                </a:cubicBezTo>
                <a:cubicBezTo>
                  <a:pt x="338" y="165"/>
                  <a:pt x="335" y="181"/>
                  <a:pt x="328" y="196"/>
                </a:cubicBezTo>
                <a:cubicBezTo>
                  <a:pt x="322" y="210"/>
                  <a:pt x="314" y="223"/>
                  <a:pt x="305" y="234"/>
                </a:cubicBezTo>
                <a:cubicBezTo>
                  <a:pt x="295" y="245"/>
                  <a:pt x="285" y="254"/>
                  <a:pt x="274" y="260"/>
                </a:cubicBezTo>
                <a:cubicBezTo>
                  <a:pt x="263" y="266"/>
                  <a:pt x="252" y="269"/>
                  <a:pt x="242" y="269"/>
                </a:cubicBezTo>
                <a:cubicBezTo>
                  <a:pt x="236" y="269"/>
                  <a:pt x="232" y="268"/>
                  <a:pt x="229" y="266"/>
                </a:cubicBezTo>
                <a:cubicBezTo>
                  <a:pt x="226" y="263"/>
                  <a:pt x="225" y="260"/>
                  <a:pt x="224" y="256"/>
                </a:cubicBezTo>
                <a:cubicBezTo>
                  <a:pt x="224" y="252"/>
                  <a:pt x="224" y="247"/>
                  <a:pt x="226" y="241"/>
                </a:cubicBezTo>
                <a:cubicBezTo>
                  <a:pt x="227" y="235"/>
                  <a:pt x="230" y="229"/>
                  <a:pt x="233" y="222"/>
                </a:cubicBezTo>
                <a:cubicBezTo>
                  <a:pt x="291" y="79"/>
                  <a:pt x="291" y="79"/>
                  <a:pt x="291" y="79"/>
                </a:cubicBezTo>
                <a:cubicBezTo>
                  <a:pt x="273" y="79"/>
                  <a:pt x="273" y="79"/>
                  <a:pt x="273" y="79"/>
                </a:cubicBezTo>
                <a:cubicBezTo>
                  <a:pt x="263" y="107"/>
                  <a:pt x="263" y="107"/>
                  <a:pt x="263" y="107"/>
                </a:cubicBezTo>
                <a:cubicBezTo>
                  <a:pt x="258" y="96"/>
                  <a:pt x="249" y="88"/>
                  <a:pt x="238" y="81"/>
                </a:cubicBezTo>
                <a:cubicBezTo>
                  <a:pt x="225" y="74"/>
                  <a:pt x="210" y="70"/>
                  <a:pt x="193" y="70"/>
                </a:cubicBezTo>
                <a:cubicBezTo>
                  <a:pt x="175" y="70"/>
                  <a:pt x="157" y="75"/>
                  <a:pt x="142" y="84"/>
                </a:cubicBezTo>
                <a:cubicBezTo>
                  <a:pt x="127" y="93"/>
                  <a:pt x="114" y="104"/>
                  <a:pt x="103" y="118"/>
                </a:cubicBezTo>
                <a:cubicBezTo>
                  <a:pt x="93" y="132"/>
                  <a:pt x="84" y="148"/>
                  <a:pt x="79" y="164"/>
                </a:cubicBezTo>
                <a:cubicBezTo>
                  <a:pt x="73" y="181"/>
                  <a:pt x="70" y="197"/>
                  <a:pt x="70" y="212"/>
                </a:cubicBezTo>
                <a:cubicBezTo>
                  <a:pt x="70" y="222"/>
                  <a:pt x="72" y="231"/>
                  <a:pt x="75" y="240"/>
                </a:cubicBezTo>
                <a:cubicBezTo>
                  <a:pt x="79" y="249"/>
                  <a:pt x="84" y="257"/>
                  <a:pt x="90" y="263"/>
                </a:cubicBezTo>
                <a:cubicBezTo>
                  <a:pt x="97" y="270"/>
                  <a:pt x="104" y="275"/>
                  <a:pt x="113" y="279"/>
                </a:cubicBezTo>
                <a:cubicBezTo>
                  <a:pt x="132" y="287"/>
                  <a:pt x="156" y="286"/>
                  <a:pt x="179" y="278"/>
                </a:cubicBezTo>
                <a:cubicBezTo>
                  <a:pt x="190" y="275"/>
                  <a:pt x="199" y="268"/>
                  <a:pt x="208" y="259"/>
                </a:cubicBezTo>
                <a:cubicBezTo>
                  <a:pt x="209" y="265"/>
                  <a:pt x="211" y="271"/>
                  <a:pt x="216" y="275"/>
                </a:cubicBezTo>
                <a:cubicBezTo>
                  <a:pt x="222" y="281"/>
                  <a:pt x="231" y="285"/>
                  <a:pt x="241" y="285"/>
                </a:cubicBezTo>
                <a:cubicBezTo>
                  <a:pt x="254" y="285"/>
                  <a:pt x="267" y="281"/>
                  <a:pt x="281" y="274"/>
                </a:cubicBezTo>
                <a:cubicBezTo>
                  <a:pt x="294" y="266"/>
                  <a:pt x="306" y="257"/>
                  <a:pt x="317" y="244"/>
                </a:cubicBezTo>
                <a:cubicBezTo>
                  <a:pt x="328" y="232"/>
                  <a:pt x="337" y="217"/>
                  <a:pt x="344" y="201"/>
                </a:cubicBezTo>
                <a:cubicBezTo>
                  <a:pt x="350" y="184"/>
                  <a:pt x="354" y="166"/>
                  <a:pt x="354" y="148"/>
                </a:cubicBezTo>
                <a:cubicBezTo>
                  <a:pt x="354" y="125"/>
                  <a:pt x="349" y="105"/>
                  <a:pt x="341" y="86"/>
                </a:cubicBezTo>
                <a:cubicBezTo>
                  <a:pt x="332" y="68"/>
                  <a:pt x="320" y="52"/>
                  <a:pt x="305" y="40"/>
                </a:cubicBezTo>
                <a:cubicBezTo>
                  <a:pt x="290" y="27"/>
                  <a:pt x="272" y="17"/>
                  <a:pt x="252" y="10"/>
                </a:cubicBezTo>
                <a:cubicBezTo>
                  <a:pt x="231" y="3"/>
                  <a:pt x="210" y="0"/>
                  <a:pt x="187" y="0"/>
                </a:cubicBezTo>
                <a:cubicBezTo>
                  <a:pt x="162" y="0"/>
                  <a:pt x="137" y="4"/>
                  <a:pt x="115" y="13"/>
                </a:cubicBezTo>
                <a:cubicBezTo>
                  <a:pt x="92" y="22"/>
                  <a:pt x="72" y="34"/>
                  <a:pt x="55" y="50"/>
                </a:cubicBezTo>
                <a:cubicBezTo>
                  <a:pt x="38" y="65"/>
                  <a:pt x="25" y="84"/>
                  <a:pt x="15" y="105"/>
                </a:cubicBezTo>
                <a:cubicBezTo>
                  <a:pt x="5" y="127"/>
                  <a:pt x="0" y="150"/>
                  <a:pt x="0" y="175"/>
                </a:cubicBezTo>
                <a:cubicBezTo>
                  <a:pt x="0" y="206"/>
                  <a:pt x="6" y="233"/>
                  <a:pt x="17" y="256"/>
                </a:cubicBezTo>
                <a:cubicBezTo>
                  <a:pt x="28" y="278"/>
                  <a:pt x="42" y="297"/>
                  <a:pt x="59" y="311"/>
                </a:cubicBezTo>
                <a:cubicBezTo>
                  <a:pt x="77" y="325"/>
                  <a:pt x="97" y="336"/>
                  <a:pt x="119" y="343"/>
                </a:cubicBezTo>
                <a:cubicBezTo>
                  <a:pt x="141" y="350"/>
                  <a:pt x="164" y="353"/>
                  <a:pt x="187" y="353"/>
                </a:cubicBezTo>
                <a:cubicBezTo>
                  <a:pt x="202" y="353"/>
                  <a:pt x="218" y="351"/>
                  <a:pt x="234" y="347"/>
                </a:cubicBezTo>
                <a:cubicBezTo>
                  <a:pt x="249" y="343"/>
                  <a:pt x="264" y="337"/>
                  <a:pt x="278" y="330"/>
                </a:cubicBezTo>
                <a:cubicBezTo>
                  <a:pt x="292" y="322"/>
                  <a:pt x="305" y="313"/>
                  <a:pt x="317" y="303"/>
                </a:cubicBezTo>
                <a:cubicBezTo>
                  <a:pt x="329" y="292"/>
                  <a:pt x="340" y="280"/>
                  <a:pt x="348" y="267"/>
                </a:cubicBezTo>
                <a:cubicBezTo>
                  <a:pt x="351" y="262"/>
                  <a:pt x="351" y="262"/>
                  <a:pt x="351" y="262"/>
                </a:cubicBezTo>
                <a:cubicBezTo>
                  <a:pt x="332" y="262"/>
                  <a:pt x="332" y="262"/>
                  <a:pt x="332" y="262"/>
                </a:cubicBezTo>
                <a:lnTo>
                  <a:pt x="331" y="263"/>
                </a:lnTo>
                <a:close/>
                <a:moveTo>
                  <a:pt x="203" y="241"/>
                </a:moveTo>
                <a:cubicBezTo>
                  <a:pt x="197" y="248"/>
                  <a:pt x="191" y="254"/>
                  <a:pt x="184" y="258"/>
                </a:cubicBezTo>
                <a:cubicBezTo>
                  <a:pt x="178" y="262"/>
                  <a:pt x="171" y="265"/>
                  <a:pt x="164" y="267"/>
                </a:cubicBezTo>
                <a:cubicBezTo>
                  <a:pt x="148" y="270"/>
                  <a:pt x="133" y="270"/>
                  <a:pt x="121" y="265"/>
                </a:cubicBezTo>
                <a:cubicBezTo>
                  <a:pt x="114" y="262"/>
                  <a:pt x="107" y="258"/>
                  <a:pt x="102" y="253"/>
                </a:cubicBezTo>
                <a:cubicBezTo>
                  <a:pt x="97" y="247"/>
                  <a:pt x="93" y="241"/>
                  <a:pt x="90" y="235"/>
                </a:cubicBezTo>
                <a:cubicBezTo>
                  <a:pt x="87" y="228"/>
                  <a:pt x="86" y="220"/>
                  <a:pt x="86" y="212"/>
                </a:cubicBezTo>
                <a:cubicBezTo>
                  <a:pt x="86" y="199"/>
                  <a:pt x="89" y="185"/>
                  <a:pt x="94" y="170"/>
                </a:cubicBezTo>
                <a:cubicBezTo>
                  <a:pt x="99" y="156"/>
                  <a:pt x="106" y="142"/>
                  <a:pt x="115" y="129"/>
                </a:cubicBezTo>
                <a:cubicBezTo>
                  <a:pt x="124" y="117"/>
                  <a:pt x="136" y="106"/>
                  <a:pt x="149" y="98"/>
                </a:cubicBezTo>
                <a:cubicBezTo>
                  <a:pt x="161" y="90"/>
                  <a:pt x="176" y="86"/>
                  <a:pt x="191" y="86"/>
                </a:cubicBezTo>
                <a:cubicBezTo>
                  <a:pt x="197" y="86"/>
                  <a:pt x="204" y="87"/>
                  <a:pt x="210" y="88"/>
                </a:cubicBezTo>
                <a:cubicBezTo>
                  <a:pt x="217" y="89"/>
                  <a:pt x="223" y="92"/>
                  <a:pt x="229" y="95"/>
                </a:cubicBezTo>
                <a:cubicBezTo>
                  <a:pt x="235" y="98"/>
                  <a:pt x="240" y="102"/>
                  <a:pt x="245" y="107"/>
                </a:cubicBezTo>
                <a:cubicBezTo>
                  <a:pt x="249" y="112"/>
                  <a:pt x="252" y="118"/>
                  <a:pt x="254" y="126"/>
                </a:cubicBezTo>
                <a:cubicBezTo>
                  <a:pt x="219" y="213"/>
                  <a:pt x="219" y="213"/>
                  <a:pt x="219" y="213"/>
                </a:cubicBezTo>
                <a:cubicBezTo>
                  <a:pt x="214" y="224"/>
                  <a:pt x="209" y="234"/>
                  <a:pt x="203" y="241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1" name="Freeform 51"/>
          <p:cNvSpPr>
            <a:spLocks noEditPoints="1"/>
          </p:cNvSpPr>
          <p:nvPr/>
        </p:nvSpPr>
        <p:spPr bwMode="auto">
          <a:xfrm>
            <a:off x="7463367" y="5350935"/>
            <a:ext cx="577851" cy="577851"/>
          </a:xfrm>
          <a:custGeom>
            <a:avLst/>
            <a:gdLst>
              <a:gd name="T0" fmla="*/ 0 w 353"/>
              <a:gd name="T1" fmla="*/ 177 h 353"/>
              <a:gd name="T2" fmla="*/ 353 w 353"/>
              <a:gd name="T3" fmla="*/ 177 h 353"/>
              <a:gd name="T4" fmla="*/ 265 w 353"/>
              <a:gd name="T5" fmla="*/ 43 h 353"/>
              <a:gd name="T6" fmla="*/ 260 w 353"/>
              <a:gd name="T7" fmla="*/ 97 h 353"/>
              <a:gd name="T8" fmla="*/ 248 w 353"/>
              <a:gd name="T9" fmla="*/ 137 h 353"/>
              <a:gd name="T10" fmla="*/ 171 w 353"/>
              <a:gd name="T11" fmla="*/ 52 h 353"/>
              <a:gd name="T12" fmla="*/ 265 w 353"/>
              <a:gd name="T13" fmla="*/ 43 h 353"/>
              <a:gd name="T14" fmla="*/ 278 w 353"/>
              <a:gd name="T15" fmla="*/ 236 h 353"/>
              <a:gd name="T16" fmla="*/ 200 w 353"/>
              <a:gd name="T17" fmla="*/ 240 h 353"/>
              <a:gd name="T18" fmla="*/ 231 w 353"/>
              <a:gd name="T19" fmla="*/ 201 h 353"/>
              <a:gd name="T20" fmla="*/ 203 w 353"/>
              <a:gd name="T21" fmla="*/ 18 h 353"/>
              <a:gd name="T22" fmla="*/ 168 w 353"/>
              <a:gd name="T23" fmla="*/ 17 h 353"/>
              <a:gd name="T24" fmla="*/ 219 w 353"/>
              <a:gd name="T25" fmla="*/ 189 h 353"/>
              <a:gd name="T26" fmla="*/ 176 w 353"/>
              <a:gd name="T27" fmla="*/ 217 h 353"/>
              <a:gd name="T28" fmla="*/ 64 w 353"/>
              <a:gd name="T29" fmla="*/ 195 h 353"/>
              <a:gd name="T30" fmla="*/ 104 w 353"/>
              <a:gd name="T31" fmla="*/ 120 h 353"/>
              <a:gd name="T32" fmla="*/ 126 w 353"/>
              <a:gd name="T33" fmla="*/ 87 h 353"/>
              <a:gd name="T34" fmla="*/ 219 w 353"/>
              <a:gd name="T35" fmla="*/ 189 h 353"/>
              <a:gd name="T36" fmla="*/ 16 w 353"/>
              <a:gd name="T37" fmla="*/ 180 h 353"/>
              <a:gd name="T38" fmla="*/ 40 w 353"/>
              <a:gd name="T39" fmla="*/ 257 h 353"/>
              <a:gd name="T40" fmla="*/ 50 w 353"/>
              <a:gd name="T41" fmla="*/ 186 h 353"/>
              <a:gd name="T42" fmla="*/ 152 w 353"/>
              <a:gd name="T43" fmla="*/ 18 h 353"/>
              <a:gd name="T44" fmla="*/ 115 w 353"/>
              <a:gd name="T45" fmla="*/ 75 h 353"/>
              <a:gd name="T46" fmla="*/ 80 w 353"/>
              <a:gd name="T47" fmla="*/ 96 h 353"/>
              <a:gd name="T48" fmla="*/ 50 w 353"/>
              <a:gd name="T49" fmla="*/ 186 h 353"/>
              <a:gd name="T50" fmla="*/ 56 w 353"/>
              <a:gd name="T51" fmla="*/ 257 h 353"/>
              <a:gd name="T52" fmla="*/ 154 w 353"/>
              <a:gd name="T53" fmla="*/ 249 h 353"/>
              <a:gd name="T54" fmla="*/ 59 w 353"/>
              <a:gd name="T55" fmla="*/ 286 h 353"/>
              <a:gd name="T56" fmla="*/ 176 w 353"/>
              <a:gd name="T57" fmla="*/ 337 h 353"/>
              <a:gd name="T58" fmla="*/ 166 w 353"/>
              <a:gd name="T59" fmla="*/ 262 h 353"/>
              <a:gd name="T60" fmla="*/ 195 w 353"/>
              <a:gd name="T61" fmla="*/ 256 h 353"/>
              <a:gd name="T62" fmla="*/ 300 w 353"/>
              <a:gd name="T63" fmla="*/ 248 h 353"/>
              <a:gd name="T64" fmla="*/ 176 w 353"/>
              <a:gd name="T65" fmla="*/ 337 h 353"/>
              <a:gd name="T66" fmla="*/ 240 w 353"/>
              <a:gd name="T67" fmla="*/ 187 h 353"/>
              <a:gd name="T68" fmla="*/ 265 w 353"/>
              <a:gd name="T69" fmla="*/ 145 h 353"/>
              <a:gd name="T70" fmla="*/ 276 w 353"/>
              <a:gd name="T71" fmla="*/ 99 h 353"/>
              <a:gd name="T72" fmla="*/ 337 w 353"/>
              <a:gd name="T73" fmla="*/ 177 h 353"/>
              <a:gd name="T74" fmla="*/ 301 w 353"/>
              <a:gd name="T75" fmla="*/ 231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353" h="353">
                <a:moveTo>
                  <a:pt x="176" y="0"/>
                </a:moveTo>
                <a:cubicBezTo>
                  <a:pt x="79" y="0"/>
                  <a:pt x="0" y="79"/>
                  <a:pt x="0" y="177"/>
                </a:cubicBezTo>
                <a:cubicBezTo>
                  <a:pt x="0" y="274"/>
                  <a:pt x="79" y="353"/>
                  <a:pt x="176" y="353"/>
                </a:cubicBezTo>
                <a:cubicBezTo>
                  <a:pt x="274" y="353"/>
                  <a:pt x="353" y="274"/>
                  <a:pt x="353" y="177"/>
                </a:cubicBezTo>
                <a:cubicBezTo>
                  <a:pt x="353" y="79"/>
                  <a:pt x="274" y="0"/>
                  <a:pt x="176" y="0"/>
                </a:cubicBezTo>
                <a:moveTo>
                  <a:pt x="265" y="43"/>
                </a:moveTo>
                <a:cubicBezTo>
                  <a:pt x="265" y="44"/>
                  <a:pt x="265" y="46"/>
                  <a:pt x="265" y="48"/>
                </a:cubicBezTo>
                <a:cubicBezTo>
                  <a:pt x="265" y="65"/>
                  <a:pt x="263" y="81"/>
                  <a:pt x="260" y="97"/>
                </a:cubicBezTo>
                <a:cubicBezTo>
                  <a:pt x="249" y="99"/>
                  <a:pt x="241" y="109"/>
                  <a:pt x="241" y="120"/>
                </a:cubicBezTo>
                <a:cubicBezTo>
                  <a:pt x="241" y="127"/>
                  <a:pt x="243" y="133"/>
                  <a:pt x="248" y="137"/>
                </a:cubicBezTo>
                <a:cubicBezTo>
                  <a:pt x="242" y="150"/>
                  <a:pt x="236" y="163"/>
                  <a:pt x="229" y="175"/>
                </a:cubicBezTo>
                <a:cubicBezTo>
                  <a:pt x="199" y="141"/>
                  <a:pt x="178" y="99"/>
                  <a:pt x="171" y="52"/>
                </a:cubicBezTo>
                <a:cubicBezTo>
                  <a:pt x="189" y="40"/>
                  <a:pt x="209" y="32"/>
                  <a:pt x="231" y="26"/>
                </a:cubicBezTo>
                <a:cubicBezTo>
                  <a:pt x="243" y="30"/>
                  <a:pt x="254" y="36"/>
                  <a:pt x="265" y="43"/>
                </a:cubicBezTo>
                <a:moveTo>
                  <a:pt x="231" y="201"/>
                </a:moveTo>
                <a:cubicBezTo>
                  <a:pt x="245" y="214"/>
                  <a:pt x="261" y="226"/>
                  <a:pt x="278" y="236"/>
                </a:cubicBezTo>
                <a:cubicBezTo>
                  <a:pt x="260" y="239"/>
                  <a:pt x="243" y="241"/>
                  <a:pt x="225" y="241"/>
                </a:cubicBezTo>
                <a:cubicBezTo>
                  <a:pt x="217" y="241"/>
                  <a:pt x="208" y="240"/>
                  <a:pt x="200" y="240"/>
                </a:cubicBezTo>
                <a:cubicBezTo>
                  <a:pt x="200" y="238"/>
                  <a:pt x="200" y="237"/>
                  <a:pt x="200" y="235"/>
                </a:cubicBezTo>
                <a:cubicBezTo>
                  <a:pt x="211" y="225"/>
                  <a:pt x="222" y="213"/>
                  <a:pt x="231" y="201"/>
                </a:cubicBezTo>
                <a:moveTo>
                  <a:pt x="176" y="16"/>
                </a:moveTo>
                <a:cubicBezTo>
                  <a:pt x="185" y="16"/>
                  <a:pt x="194" y="17"/>
                  <a:pt x="203" y="18"/>
                </a:cubicBezTo>
                <a:cubicBezTo>
                  <a:pt x="191" y="23"/>
                  <a:pt x="180" y="28"/>
                  <a:pt x="169" y="34"/>
                </a:cubicBezTo>
                <a:cubicBezTo>
                  <a:pt x="169" y="28"/>
                  <a:pt x="169" y="22"/>
                  <a:pt x="168" y="17"/>
                </a:cubicBezTo>
                <a:cubicBezTo>
                  <a:pt x="171" y="16"/>
                  <a:pt x="174" y="16"/>
                  <a:pt x="176" y="16"/>
                </a:cubicBezTo>
                <a:moveTo>
                  <a:pt x="219" y="189"/>
                </a:moveTo>
                <a:cubicBezTo>
                  <a:pt x="211" y="201"/>
                  <a:pt x="201" y="212"/>
                  <a:pt x="191" y="222"/>
                </a:cubicBezTo>
                <a:cubicBezTo>
                  <a:pt x="187" y="219"/>
                  <a:pt x="182" y="217"/>
                  <a:pt x="176" y="217"/>
                </a:cubicBezTo>
                <a:cubicBezTo>
                  <a:pt x="166" y="217"/>
                  <a:pt x="157" y="223"/>
                  <a:pt x="154" y="233"/>
                </a:cubicBezTo>
                <a:cubicBezTo>
                  <a:pt x="122" y="225"/>
                  <a:pt x="92" y="212"/>
                  <a:pt x="64" y="195"/>
                </a:cubicBezTo>
                <a:cubicBezTo>
                  <a:pt x="71" y="168"/>
                  <a:pt x="83" y="142"/>
                  <a:pt x="99" y="120"/>
                </a:cubicBezTo>
                <a:cubicBezTo>
                  <a:pt x="101" y="120"/>
                  <a:pt x="102" y="120"/>
                  <a:pt x="104" y="120"/>
                </a:cubicBezTo>
                <a:cubicBezTo>
                  <a:pt x="118" y="120"/>
                  <a:pt x="128" y="110"/>
                  <a:pt x="128" y="96"/>
                </a:cubicBezTo>
                <a:cubicBezTo>
                  <a:pt x="128" y="93"/>
                  <a:pt x="128" y="90"/>
                  <a:pt x="126" y="87"/>
                </a:cubicBezTo>
                <a:cubicBezTo>
                  <a:pt x="136" y="78"/>
                  <a:pt x="146" y="69"/>
                  <a:pt x="156" y="61"/>
                </a:cubicBezTo>
                <a:cubicBezTo>
                  <a:pt x="165" y="110"/>
                  <a:pt x="188" y="154"/>
                  <a:pt x="219" y="189"/>
                </a:cubicBezTo>
                <a:moveTo>
                  <a:pt x="40" y="261"/>
                </a:moveTo>
                <a:cubicBezTo>
                  <a:pt x="25" y="237"/>
                  <a:pt x="17" y="210"/>
                  <a:pt x="16" y="180"/>
                </a:cubicBezTo>
                <a:cubicBezTo>
                  <a:pt x="26" y="188"/>
                  <a:pt x="36" y="196"/>
                  <a:pt x="46" y="203"/>
                </a:cubicBezTo>
                <a:cubicBezTo>
                  <a:pt x="42" y="220"/>
                  <a:pt x="40" y="238"/>
                  <a:pt x="40" y="257"/>
                </a:cubicBezTo>
                <a:cubicBezTo>
                  <a:pt x="40" y="258"/>
                  <a:pt x="40" y="260"/>
                  <a:pt x="40" y="261"/>
                </a:cubicBezTo>
                <a:moveTo>
                  <a:pt x="50" y="186"/>
                </a:moveTo>
                <a:cubicBezTo>
                  <a:pt x="38" y="178"/>
                  <a:pt x="27" y="169"/>
                  <a:pt x="17" y="159"/>
                </a:cubicBezTo>
                <a:cubicBezTo>
                  <a:pt x="25" y="87"/>
                  <a:pt x="81" y="29"/>
                  <a:pt x="152" y="18"/>
                </a:cubicBezTo>
                <a:cubicBezTo>
                  <a:pt x="153" y="27"/>
                  <a:pt x="153" y="35"/>
                  <a:pt x="154" y="44"/>
                </a:cubicBezTo>
                <a:cubicBezTo>
                  <a:pt x="140" y="53"/>
                  <a:pt x="127" y="63"/>
                  <a:pt x="115" y="75"/>
                </a:cubicBezTo>
                <a:cubicBezTo>
                  <a:pt x="112" y="73"/>
                  <a:pt x="108" y="72"/>
                  <a:pt x="104" y="72"/>
                </a:cubicBezTo>
                <a:cubicBezTo>
                  <a:pt x="91" y="72"/>
                  <a:pt x="80" y="83"/>
                  <a:pt x="80" y="96"/>
                </a:cubicBezTo>
                <a:cubicBezTo>
                  <a:pt x="80" y="102"/>
                  <a:pt x="82" y="107"/>
                  <a:pt x="85" y="111"/>
                </a:cubicBezTo>
                <a:cubicBezTo>
                  <a:pt x="70" y="134"/>
                  <a:pt x="58" y="159"/>
                  <a:pt x="50" y="186"/>
                </a:cubicBezTo>
                <a:moveTo>
                  <a:pt x="58" y="284"/>
                </a:moveTo>
                <a:cubicBezTo>
                  <a:pt x="57" y="275"/>
                  <a:pt x="56" y="266"/>
                  <a:pt x="56" y="257"/>
                </a:cubicBezTo>
                <a:cubicBezTo>
                  <a:pt x="56" y="241"/>
                  <a:pt x="58" y="226"/>
                  <a:pt x="61" y="212"/>
                </a:cubicBezTo>
                <a:cubicBezTo>
                  <a:pt x="89" y="229"/>
                  <a:pt x="121" y="242"/>
                  <a:pt x="154" y="249"/>
                </a:cubicBezTo>
                <a:cubicBezTo>
                  <a:pt x="154" y="249"/>
                  <a:pt x="154" y="250"/>
                  <a:pt x="154" y="250"/>
                </a:cubicBezTo>
                <a:cubicBezTo>
                  <a:pt x="126" y="269"/>
                  <a:pt x="94" y="281"/>
                  <a:pt x="59" y="286"/>
                </a:cubicBezTo>
                <a:cubicBezTo>
                  <a:pt x="59" y="286"/>
                  <a:pt x="58" y="285"/>
                  <a:pt x="58" y="284"/>
                </a:cubicBezTo>
                <a:moveTo>
                  <a:pt x="176" y="337"/>
                </a:moveTo>
                <a:cubicBezTo>
                  <a:pt x="137" y="337"/>
                  <a:pt x="101" y="323"/>
                  <a:pt x="74" y="300"/>
                </a:cubicBezTo>
                <a:cubicBezTo>
                  <a:pt x="107" y="293"/>
                  <a:pt x="138" y="280"/>
                  <a:pt x="166" y="262"/>
                </a:cubicBezTo>
                <a:cubicBezTo>
                  <a:pt x="169" y="264"/>
                  <a:pt x="173" y="265"/>
                  <a:pt x="176" y="265"/>
                </a:cubicBezTo>
                <a:cubicBezTo>
                  <a:pt x="184" y="265"/>
                  <a:pt x="191" y="261"/>
                  <a:pt x="195" y="256"/>
                </a:cubicBezTo>
                <a:cubicBezTo>
                  <a:pt x="205" y="256"/>
                  <a:pt x="215" y="257"/>
                  <a:pt x="225" y="257"/>
                </a:cubicBezTo>
                <a:cubicBezTo>
                  <a:pt x="250" y="257"/>
                  <a:pt x="275" y="254"/>
                  <a:pt x="300" y="248"/>
                </a:cubicBezTo>
                <a:cubicBezTo>
                  <a:pt x="305" y="251"/>
                  <a:pt x="311" y="253"/>
                  <a:pt x="316" y="255"/>
                </a:cubicBezTo>
                <a:cubicBezTo>
                  <a:pt x="289" y="304"/>
                  <a:pt x="237" y="337"/>
                  <a:pt x="176" y="337"/>
                </a:cubicBezTo>
                <a:moveTo>
                  <a:pt x="301" y="231"/>
                </a:moveTo>
                <a:cubicBezTo>
                  <a:pt x="279" y="220"/>
                  <a:pt x="258" y="205"/>
                  <a:pt x="240" y="187"/>
                </a:cubicBezTo>
                <a:cubicBezTo>
                  <a:pt x="249" y="174"/>
                  <a:pt x="256" y="159"/>
                  <a:pt x="262" y="144"/>
                </a:cubicBezTo>
                <a:cubicBezTo>
                  <a:pt x="263" y="144"/>
                  <a:pt x="264" y="145"/>
                  <a:pt x="265" y="145"/>
                </a:cubicBezTo>
                <a:cubicBezTo>
                  <a:pt x="278" y="145"/>
                  <a:pt x="289" y="134"/>
                  <a:pt x="289" y="120"/>
                </a:cubicBezTo>
                <a:cubicBezTo>
                  <a:pt x="289" y="111"/>
                  <a:pt x="283" y="103"/>
                  <a:pt x="276" y="99"/>
                </a:cubicBezTo>
                <a:cubicBezTo>
                  <a:pt x="278" y="85"/>
                  <a:pt x="280" y="70"/>
                  <a:pt x="281" y="55"/>
                </a:cubicBezTo>
                <a:cubicBezTo>
                  <a:pt x="315" y="84"/>
                  <a:pt x="337" y="128"/>
                  <a:pt x="337" y="177"/>
                </a:cubicBezTo>
                <a:cubicBezTo>
                  <a:pt x="337" y="192"/>
                  <a:pt x="335" y="208"/>
                  <a:pt x="330" y="222"/>
                </a:cubicBezTo>
                <a:cubicBezTo>
                  <a:pt x="321" y="225"/>
                  <a:pt x="311" y="229"/>
                  <a:pt x="301" y="231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2" name="Freeform 52"/>
          <p:cNvSpPr>
            <a:spLocks noEditPoints="1"/>
          </p:cNvSpPr>
          <p:nvPr/>
        </p:nvSpPr>
        <p:spPr bwMode="auto">
          <a:xfrm>
            <a:off x="8619067" y="5350935"/>
            <a:ext cx="474133" cy="577851"/>
          </a:xfrm>
          <a:custGeom>
            <a:avLst/>
            <a:gdLst>
              <a:gd name="T0" fmla="*/ 289 w 289"/>
              <a:gd name="T1" fmla="*/ 48 h 353"/>
              <a:gd name="T2" fmla="*/ 145 w 289"/>
              <a:gd name="T3" fmla="*/ 0 h 353"/>
              <a:gd name="T4" fmla="*/ 0 w 289"/>
              <a:gd name="T5" fmla="*/ 48 h 353"/>
              <a:gd name="T6" fmla="*/ 0 w 289"/>
              <a:gd name="T7" fmla="*/ 112 h 353"/>
              <a:gd name="T8" fmla="*/ 9 w 289"/>
              <a:gd name="T9" fmla="*/ 128 h 353"/>
              <a:gd name="T10" fmla="*/ 0 w 289"/>
              <a:gd name="T11" fmla="*/ 145 h 353"/>
              <a:gd name="T12" fmla="*/ 0 w 289"/>
              <a:gd name="T13" fmla="*/ 209 h 353"/>
              <a:gd name="T14" fmla="*/ 9 w 289"/>
              <a:gd name="T15" fmla="*/ 225 h 353"/>
              <a:gd name="T16" fmla="*/ 0 w 289"/>
              <a:gd name="T17" fmla="*/ 241 h 353"/>
              <a:gd name="T18" fmla="*/ 0 w 289"/>
              <a:gd name="T19" fmla="*/ 305 h 353"/>
              <a:gd name="T20" fmla="*/ 145 w 289"/>
              <a:gd name="T21" fmla="*/ 353 h 353"/>
              <a:gd name="T22" fmla="*/ 289 w 289"/>
              <a:gd name="T23" fmla="*/ 305 h 353"/>
              <a:gd name="T24" fmla="*/ 289 w 289"/>
              <a:gd name="T25" fmla="*/ 241 h 353"/>
              <a:gd name="T26" fmla="*/ 281 w 289"/>
              <a:gd name="T27" fmla="*/ 225 h 353"/>
              <a:gd name="T28" fmla="*/ 289 w 289"/>
              <a:gd name="T29" fmla="*/ 209 h 353"/>
              <a:gd name="T30" fmla="*/ 289 w 289"/>
              <a:gd name="T31" fmla="*/ 145 h 353"/>
              <a:gd name="T32" fmla="*/ 281 w 289"/>
              <a:gd name="T33" fmla="*/ 128 h 353"/>
              <a:gd name="T34" fmla="*/ 289 w 289"/>
              <a:gd name="T35" fmla="*/ 112 h 353"/>
              <a:gd name="T36" fmla="*/ 289 w 289"/>
              <a:gd name="T37" fmla="*/ 48 h 353"/>
              <a:gd name="T38" fmla="*/ 273 w 289"/>
              <a:gd name="T39" fmla="*/ 305 h 353"/>
              <a:gd name="T40" fmla="*/ 145 w 289"/>
              <a:gd name="T41" fmla="*/ 337 h 353"/>
              <a:gd name="T42" fmla="*/ 16 w 289"/>
              <a:gd name="T43" fmla="*/ 305 h 353"/>
              <a:gd name="T44" fmla="*/ 16 w 289"/>
              <a:gd name="T45" fmla="*/ 263 h 353"/>
              <a:gd name="T46" fmla="*/ 145 w 289"/>
              <a:gd name="T47" fmla="*/ 289 h 353"/>
              <a:gd name="T48" fmla="*/ 273 w 289"/>
              <a:gd name="T49" fmla="*/ 263 h 353"/>
              <a:gd name="T50" fmla="*/ 273 w 289"/>
              <a:gd name="T51" fmla="*/ 305 h 353"/>
              <a:gd name="T52" fmla="*/ 145 w 289"/>
              <a:gd name="T53" fmla="*/ 273 h 353"/>
              <a:gd name="T54" fmla="*/ 16 w 289"/>
              <a:gd name="T55" fmla="*/ 241 h 353"/>
              <a:gd name="T56" fmla="*/ 20 w 289"/>
              <a:gd name="T57" fmla="*/ 233 h 353"/>
              <a:gd name="T58" fmla="*/ 145 w 289"/>
              <a:gd name="T59" fmla="*/ 257 h 353"/>
              <a:gd name="T60" fmla="*/ 269 w 289"/>
              <a:gd name="T61" fmla="*/ 233 h 353"/>
              <a:gd name="T62" fmla="*/ 273 w 289"/>
              <a:gd name="T63" fmla="*/ 241 h 353"/>
              <a:gd name="T64" fmla="*/ 145 w 289"/>
              <a:gd name="T65" fmla="*/ 273 h 353"/>
              <a:gd name="T66" fmla="*/ 273 w 289"/>
              <a:gd name="T67" fmla="*/ 209 h 353"/>
              <a:gd name="T68" fmla="*/ 145 w 289"/>
              <a:gd name="T69" fmla="*/ 241 h 353"/>
              <a:gd name="T70" fmla="*/ 16 w 289"/>
              <a:gd name="T71" fmla="*/ 209 h 353"/>
              <a:gd name="T72" fmla="*/ 16 w 289"/>
              <a:gd name="T73" fmla="*/ 167 h 353"/>
              <a:gd name="T74" fmla="*/ 145 w 289"/>
              <a:gd name="T75" fmla="*/ 193 h 353"/>
              <a:gd name="T76" fmla="*/ 273 w 289"/>
              <a:gd name="T77" fmla="*/ 167 h 353"/>
              <a:gd name="T78" fmla="*/ 273 w 289"/>
              <a:gd name="T79" fmla="*/ 209 h 353"/>
              <a:gd name="T80" fmla="*/ 145 w 289"/>
              <a:gd name="T81" fmla="*/ 177 h 353"/>
              <a:gd name="T82" fmla="*/ 16 w 289"/>
              <a:gd name="T83" fmla="*/ 145 h 353"/>
              <a:gd name="T84" fmla="*/ 20 w 289"/>
              <a:gd name="T85" fmla="*/ 137 h 353"/>
              <a:gd name="T86" fmla="*/ 145 w 289"/>
              <a:gd name="T87" fmla="*/ 161 h 353"/>
              <a:gd name="T88" fmla="*/ 269 w 289"/>
              <a:gd name="T89" fmla="*/ 137 h 353"/>
              <a:gd name="T90" fmla="*/ 273 w 289"/>
              <a:gd name="T91" fmla="*/ 145 h 353"/>
              <a:gd name="T92" fmla="*/ 145 w 289"/>
              <a:gd name="T93" fmla="*/ 177 h 353"/>
              <a:gd name="T94" fmla="*/ 273 w 289"/>
              <a:gd name="T95" fmla="*/ 112 h 353"/>
              <a:gd name="T96" fmla="*/ 145 w 289"/>
              <a:gd name="T97" fmla="*/ 145 h 353"/>
              <a:gd name="T98" fmla="*/ 16 w 289"/>
              <a:gd name="T99" fmla="*/ 112 h 353"/>
              <a:gd name="T100" fmla="*/ 16 w 289"/>
              <a:gd name="T101" fmla="*/ 70 h 353"/>
              <a:gd name="T102" fmla="*/ 145 w 289"/>
              <a:gd name="T103" fmla="*/ 96 h 353"/>
              <a:gd name="T104" fmla="*/ 273 w 289"/>
              <a:gd name="T105" fmla="*/ 70 h 353"/>
              <a:gd name="T106" fmla="*/ 273 w 289"/>
              <a:gd name="T107" fmla="*/ 112 h 353"/>
              <a:gd name="T108" fmla="*/ 145 w 289"/>
              <a:gd name="T109" fmla="*/ 80 h 353"/>
              <a:gd name="T110" fmla="*/ 16 w 289"/>
              <a:gd name="T111" fmla="*/ 48 h 353"/>
              <a:gd name="T112" fmla="*/ 145 w 289"/>
              <a:gd name="T113" fmla="*/ 16 h 353"/>
              <a:gd name="T114" fmla="*/ 273 w 289"/>
              <a:gd name="T115" fmla="*/ 48 h 353"/>
              <a:gd name="T116" fmla="*/ 145 w 289"/>
              <a:gd name="T117" fmla="*/ 80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289" h="353">
                <a:moveTo>
                  <a:pt x="289" y="48"/>
                </a:moveTo>
                <a:cubicBezTo>
                  <a:pt x="289" y="22"/>
                  <a:pt x="225" y="0"/>
                  <a:pt x="145" y="0"/>
                </a:cubicBezTo>
                <a:cubicBezTo>
                  <a:pt x="65" y="0"/>
                  <a:pt x="0" y="22"/>
                  <a:pt x="0" y="48"/>
                </a:cubicBezTo>
                <a:cubicBezTo>
                  <a:pt x="0" y="112"/>
                  <a:pt x="0" y="112"/>
                  <a:pt x="0" y="112"/>
                </a:cubicBezTo>
                <a:cubicBezTo>
                  <a:pt x="0" y="118"/>
                  <a:pt x="3" y="123"/>
                  <a:pt x="9" y="128"/>
                </a:cubicBezTo>
                <a:cubicBezTo>
                  <a:pt x="3" y="134"/>
                  <a:pt x="0" y="139"/>
                  <a:pt x="0" y="145"/>
                </a:cubicBezTo>
                <a:cubicBezTo>
                  <a:pt x="0" y="209"/>
                  <a:pt x="0" y="209"/>
                  <a:pt x="0" y="209"/>
                </a:cubicBezTo>
                <a:cubicBezTo>
                  <a:pt x="0" y="214"/>
                  <a:pt x="3" y="220"/>
                  <a:pt x="9" y="225"/>
                </a:cubicBezTo>
                <a:cubicBezTo>
                  <a:pt x="3" y="230"/>
                  <a:pt x="0" y="235"/>
                  <a:pt x="0" y="241"/>
                </a:cubicBezTo>
                <a:cubicBezTo>
                  <a:pt x="0" y="305"/>
                  <a:pt x="0" y="305"/>
                  <a:pt x="0" y="305"/>
                </a:cubicBezTo>
                <a:cubicBezTo>
                  <a:pt x="0" y="332"/>
                  <a:pt x="65" y="353"/>
                  <a:pt x="145" y="353"/>
                </a:cubicBezTo>
                <a:cubicBezTo>
                  <a:pt x="225" y="353"/>
                  <a:pt x="289" y="332"/>
                  <a:pt x="289" y="305"/>
                </a:cubicBezTo>
                <a:cubicBezTo>
                  <a:pt x="289" y="241"/>
                  <a:pt x="289" y="241"/>
                  <a:pt x="289" y="241"/>
                </a:cubicBezTo>
                <a:cubicBezTo>
                  <a:pt x="289" y="235"/>
                  <a:pt x="286" y="230"/>
                  <a:pt x="281" y="225"/>
                </a:cubicBezTo>
                <a:cubicBezTo>
                  <a:pt x="286" y="220"/>
                  <a:pt x="289" y="214"/>
                  <a:pt x="289" y="209"/>
                </a:cubicBezTo>
                <a:cubicBezTo>
                  <a:pt x="289" y="145"/>
                  <a:pt x="289" y="145"/>
                  <a:pt x="289" y="145"/>
                </a:cubicBezTo>
                <a:cubicBezTo>
                  <a:pt x="289" y="139"/>
                  <a:pt x="286" y="134"/>
                  <a:pt x="281" y="128"/>
                </a:cubicBezTo>
                <a:cubicBezTo>
                  <a:pt x="286" y="123"/>
                  <a:pt x="289" y="118"/>
                  <a:pt x="289" y="112"/>
                </a:cubicBezTo>
                <a:lnTo>
                  <a:pt x="289" y="48"/>
                </a:lnTo>
                <a:close/>
                <a:moveTo>
                  <a:pt x="273" y="305"/>
                </a:moveTo>
                <a:cubicBezTo>
                  <a:pt x="273" y="323"/>
                  <a:pt x="216" y="337"/>
                  <a:pt x="145" y="337"/>
                </a:cubicBezTo>
                <a:cubicBezTo>
                  <a:pt x="74" y="337"/>
                  <a:pt x="16" y="323"/>
                  <a:pt x="16" y="305"/>
                </a:cubicBezTo>
                <a:cubicBezTo>
                  <a:pt x="16" y="263"/>
                  <a:pt x="16" y="263"/>
                  <a:pt x="16" y="263"/>
                </a:cubicBezTo>
                <a:cubicBezTo>
                  <a:pt x="40" y="278"/>
                  <a:pt x="89" y="289"/>
                  <a:pt x="145" y="289"/>
                </a:cubicBezTo>
                <a:cubicBezTo>
                  <a:pt x="201" y="289"/>
                  <a:pt x="249" y="278"/>
                  <a:pt x="273" y="263"/>
                </a:cubicBezTo>
                <a:lnTo>
                  <a:pt x="273" y="305"/>
                </a:lnTo>
                <a:close/>
                <a:moveTo>
                  <a:pt x="145" y="273"/>
                </a:moveTo>
                <a:cubicBezTo>
                  <a:pt x="74" y="273"/>
                  <a:pt x="16" y="259"/>
                  <a:pt x="16" y="241"/>
                </a:cubicBezTo>
                <a:cubicBezTo>
                  <a:pt x="16" y="238"/>
                  <a:pt x="18" y="236"/>
                  <a:pt x="20" y="233"/>
                </a:cubicBezTo>
                <a:cubicBezTo>
                  <a:pt x="45" y="247"/>
                  <a:pt x="92" y="257"/>
                  <a:pt x="145" y="257"/>
                </a:cubicBezTo>
                <a:cubicBezTo>
                  <a:pt x="198" y="257"/>
                  <a:pt x="244" y="247"/>
                  <a:pt x="269" y="233"/>
                </a:cubicBezTo>
                <a:cubicBezTo>
                  <a:pt x="272" y="236"/>
                  <a:pt x="273" y="238"/>
                  <a:pt x="273" y="241"/>
                </a:cubicBezTo>
                <a:cubicBezTo>
                  <a:pt x="273" y="259"/>
                  <a:pt x="216" y="273"/>
                  <a:pt x="145" y="273"/>
                </a:cubicBezTo>
                <a:moveTo>
                  <a:pt x="273" y="209"/>
                </a:moveTo>
                <a:cubicBezTo>
                  <a:pt x="273" y="226"/>
                  <a:pt x="216" y="241"/>
                  <a:pt x="145" y="241"/>
                </a:cubicBezTo>
                <a:cubicBezTo>
                  <a:pt x="74" y="241"/>
                  <a:pt x="16" y="226"/>
                  <a:pt x="16" y="209"/>
                </a:cubicBezTo>
                <a:cubicBezTo>
                  <a:pt x="16" y="167"/>
                  <a:pt x="16" y="167"/>
                  <a:pt x="16" y="167"/>
                </a:cubicBezTo>
                <a:cubicBezTo>
                  <a:pt x="40" y="182"/>
                  <a:pt x="89" y="193"/>
                  <a:pt x="145" y="193"/>
                </a:cubicBezTo>
                <a:cubicBezTo>
                  <a:pt x="201" y="193"/>
                  <a:pt x="249" y="182"/>
                  <a:pt x="273" y="167"/>
                </a:cubicBezTo>
                <a:lnTo>
                  <a:pt x="273" y="209"/>
                </a:lnTo>
                <a:close/>
                <a:moveTo>
                  <a:pt x="145" y="177"/>
                </a:moveTo>
                <a:cubicBezTo>
                  <a:pt x="74" y="177"/>
                  <a:pt x="16" y="162"/>
                  <a:pt x="16" y="145"/>
                </a:cubicBezTo>
                <a:cubicBezTo>
                  <a:pt x="16" y="142"/>
                  <a:pt x="18" y="139"/>
                  <a:pt x="20" y="137"/>
                </a:cubicBezTo>
                <a:cubicBezTo>
                  <a:pt x="45" y="151"/>
                  <a:pt x="92" y="161"/>
                  <a:pt x="145" y="161"/>
                </a:cubicBezTo>
                <a:cubicBezTo>
                  <a:pt x="198" y="161"/>
                  <a:pt x="244" y="151"/>
                  <a:pt x="269" y="137"/>
                </a:cubicBezTo>
                <a:cubicBezTo>
                  <a:pt x="272" y="139"/>
                  <a:pt x="273" y="142"/>
                  <a:pt x="273" y="145"/>
                </a:cubicBezTo>
                <a:cubicBezTo>
                  <a:pt x="273" y="162"/>
                  <a:pt x="216" y="177"/>
                  <a:pt x="145" y="177"/>
                </a:cubicBezTo>
                <a:moveTo>
                  <a:pt x="273" y="112"/>
                </a:moveTo>
                <a:cubicBezTo>
                  <a:pt x="273" y="130"/>
                  <a:pt x="216" y="145"/>
                  <a:pt x="145" y="145"/>
                </a:cubicBezTo>
                <a:cubicBezTo>
                  <a:pt x="74" y="145"/>
                  <a:pt x="16" y="130"/>
                  <a:pt x="16" y="112"/>
                </a:cubicBezTo>
                <a:cubicBezTo>
                  <a:pt x="16" y="70"/>
                  <a:pt x="16" y="70"/>
                  <a:pt x="16" y="70"/>
                </a:cubicBezTo>
                <a:cubicBezTo>
                  <a:pt x="40" y="86"/>
                  <a:pt x="89" y="96"/>
                  <a:pt x="145" y="96"/>
                </a:cubicBezTo>
                <a:cubicBezTo>
                  <a:pt x="201" y="96"/>
                  <a:pt x="249" y="86"/>
                  <a:pt x="273" y="70"/>
                </a:cubicBezTo>
                <a:lnTo>
                  <a:pt x="273" y="112"/>
                </a:lnTo>
                <a:close/>
                <a:moveTo>
                  <a:pt x="145" y="80"/>
                </a:moveTo>
                <a:cubicBezTo>
                  <a:pt x="74" y="80"/>
                  <a:pt x="16" y="66"/>
                  <a:pt x="16" y="48"/>
                </a:cubicBezTo>
                <a:cubicBezTo>
                  <a:pt x="16" y="30"/>
                  <a:pt x="74" y="16"/>
                  <a:pt x="145" y="16"/>
                </a:cubicBezTo>
                <a:cubicBezTo>
                  <a:pt x="216" y="16"/>
                  <a:pt x="273" y="30"/>
                  <a:pt x="273" y="48"/>
                </a:cubicBezTo>
                <a:cubicBezTo>
                  <a:pt x="273" y="66"/>
                  <a:pt x="216" y="80"/>
                  <a:pt x="145" y="80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3" name="Freeform 53"/>
          <p:cNvSpPr>
            <a:spLocks noEditPoints="1"/>
          </p:cNvSpPr>
          <p:nvPr/>
        </p:nvSpPr>
        <p:spPr bwMode="auto">
          <a:xfrm>
            <a:off x="9673167" y="5350935"/>
            <a:ext cx="577851" cy="577851"/>
          </a:xfrm>
          <a:custGeom>
            <a:avLst/>
            <a:gdLst>
              <a:gd name="T0" fmla="*/ 260 w 353"/>
              <a:gd name="T1" fmla="*/ 115 h 353"/>
              <a:gd name="T2" fmla="*/ 239 w 353"/>
              <a:gd name="T3" fmla="*/ 123 h 353"/>
              <a:gd name="T4" fmla="*/ 215 w 353"/>
              <a:gd name="T5" fmla="*/ 112 h 353"/>
              <a:gd name="T6" fmla="*/ 182 w 353"/>
              <a:gd name="T7" fmla="*/ 145 h 353"/>
              <a:gd name="T8" fmla="*/ 183 w 353"/>
              <a:gd name="T9" fmla="*/ 152 h 353"/>
              <a:gd name="T10" fmla="*/ 115 w 353"/>
              <a:gd name="T11" fmla="*/ 118 h 353"/>
              <a:gd name="T12" fmla="*/ 111 w 353"/>
              <a:gd name="T13" fmla="*/ 135 h 353"/>
              <a:gd name="T14" fmla="*/ 125 w 353"/>
              <a:gd name="T15" fmla="*/ 162 h 353"/>
              <a:gd name="T16" fmla="*/ 110 w 353"/>
              <a:gd name="T17" fmla="*/ 158 h 353"/>
              <a:gd name="T18" fmla="*/ 110 w 353"/>
              <a:gd name="T19" fmla="*/ 158 h 353"/>
              <a:gd name="T20" fmla="*/ 137 w 353"/>
              <a:gd name="T21" fmla="*/ 190 h 353"/>
              <a:gd name="T22" fmla="*/ 128 w 353"/>
              <a:gd name="T23" fmla="*/ 191 h 353"/>
              <a:gd name="T24" fmla="*/ 122 w 353"/>
              <a:gd name="T25" fmla="*/ 190 h 353"/>
              <a:gd name="T26" fmla="*/ 153 w 353"/>
              <a:gd name="T27" fmla="*/ 213 h 353"/>
              <a:gd name="T28" fmla="*/ 112 w 353"/>
              <a:gd name="T29" fmla="*/ 227 h 353"/>
              <a:gd name="T30" fmla="*/ 104 w 353"/>
              <a:gd name="T31" fmla="*/ 226 h 353"/>
              <a:gd name="T32" fmla="*/ 154 w 353"/>
              <a:gd name="T33" fmla="*/ 241 h 353"/>
              <a:gd name="T34" fmla="*/ 248 w 353"/>
              <a:gd name="T35" fmla="*/ 149 h 353"/>
              <a:gd name="T36" fmla="*/ 248 w 353"/>
              <a:gd name="T37" fmla="*/ 144 h 353"/>
              <a:gd name="T38" fmla="*/ 264 w 353"/>
              <a:gd name="T39" fmla="*/ 128 h 353"/>
              <a:gd name="T40" fmla="*/ 246 w 353"/>
              <a:gd name="T41" fmla="*/ 133 h 353"/>
              <a:gd name="T42" fmla="*/ 260 w 353"/>
              <a:gd name="T43" fmla="*/ 115 h 353"/>
              <a:gd name="T44" fmla="*/ 176 w 353"/>
              <a:gd name="T45" fmla="*/ 0 h 353"/>
              <a:gd name="T46" fmla="*/ 0 w 353"/>
              <a:gd name="T47" fmla="*/ 177 h 353"/>
              <a:gd name="T48" fmla="*/ 176 w 353"/>
              <a:gd name="T49" fmla="*/ 353 h 353"/>
              <a:gd name="T50" fmla="*/ 353 w 353"/>
              <a:gd name="T51" fmla="*/ 177 h 353"/>
              <a:gd name="T52" fmla="*/ 176 w 353"/>
              <a:gd name="T53" fmla="*/ 0 h 353"/>
              <a:gd name="T54" fmla="*/ 176 w 353"/>
              <a:gd name="T55" fmla="*/ 337 h 353"/>
              <a:gd name="T56" fmla="*/ 16 w 353"/>
              <a:gd name="T57" fmla="*/ 177 h 353"/>
              <a:gd name="T58" fmla="*/ 176 w 353"/>
              <a:gd name="T59" fmla="*/ 16 h 353"/>
              <a:gd name="T60" fmla="*/ 337 w 353"/>
              <a:gd name="T61" fmla="*/ 177 h 353"/>
              <a:gd name="T62" fmla="*/ 176 w 353"/>
              <a:gd name="T63" fmla="*/ 337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353" h="353">
                <a:moveTo>
                  <a:pt x="260" y="115"/>
                </a:moveTo>
                <a:cubicBezTo>
                  <a:pt x="254" y="119"/>
                  <a:pt x="247" y="121"/>
                  <a:pt x="239" y="123"/>
                </a:cubicBezTo>
                <a:cubicBezTo>
                  <a:pt x="233" y="116"/>
                  <a:pt x="225" y="112"/>
                  <a:pt x="215" y="112"/>
                </a:cubicBezTo>
                <a:cubicBezTo>
                  <a:pt x="197" y="112"/>
                  <a:pt x="182" y="127"/>
                  <a:pt x="182" y="145"/>
                </a:cubicBezTo>
                <a:cubicBezTo>
                  <a:pt x="182" y="147"/>
                  <a:pt x="182" y="150"/>
                  <a:pt x="183" y="152"/>
                </a:cubicBezTo>
                <a:cubicBezTo>
                  <a:pt x="156" y="151"/>
                  <a:pt x="131" y="138"/>
                  <a:pt x="115" y="118"/>
                </a:cubicBezTo>
                <a:cubicBezTo>
                  <a:pt x="112" y="123"/>
                  <a:pt x="111" y="129"/>
                  <a:pt x="111" y="135"/>
                </a:cubicBezTo>
                <a:cubicBezTo>
                  <a:pt x="111" y="146"/>
                  <a:pt x="116" y="156"/>
                  <a:pt x="125" y="162"/>
                </a:cubicBezTo>
                <a:cubicBezTo>
                  <a:pt x="120" y="161"/>
                  <a:pt x="115" y="160"/>
                  <a:pt x="110" y="158"/>
                </a:cubicBezTo>
                <a:cubicBezTo>
                  <a:pt x="110" y="158"/>
                  <a:pt x="110" y="158"/>
                  <a:pt x="110" y="158"/>
                </a:cubicBezTo>
                <a:cubicBezTo>
                  <a:pt x="110" y="174"/>
                  <a:pt x="122" y="187"/>
                  <a:pt x="137" y="190"/>
                </a:cubicBezTo>
                <a:cubicBezTo>
                  <a:pt x="134" y="191"/>
                  <a:pt x="131" y="191"/>
                  <a:pt x="128" y="191"/>
                </a:cubicBezTo>
                <a:cubicBezTo>
                  <a:pt x="126" y="191"/>
                  <a:pt x="124" y="191"/>
                  <a:pt x="122" y="190"/>
                </a:cubicBezTo>
                <a:cubicBezTo>
                  <a:pt x="126" y="203"/>
                  <a:pt x="138" y="213"/>
                  <a:pt x="153" y="213"/>
                </a:cubicBezTo>
                <a:cubicBezTo>
                  <a:pt x="141" y="222"/>
                  <a:pt x="127" y="227"/>
                  <a:pt x="112" y="227"/>
                </a:cubicBezTo>
                <a:cubicBezTo>
                  <a:pt x="109" y="227"/>
                  <a:pt x="106" y="227"/>
                  <a:pt x="104" y="226"/>
                </a:cubicBezTo>
                <a:cubicBezTo>
                  <a:pt x="118" y="235"/>
                  <a:pt x="136" y="241"/>
                  <a:pt x="154" y="241"/>
                </a:cubicBezTo>
                <a:cubicBezTo>
                  <a:pt x="215" y="241"/>
                  <a:pt x="248" y="191"/>
                  <a:pt x="248" y="149"/>
                </a:cubicBezTo>
                <a:cubicBezTo>
                  <a:pt x="248" y="147"/>
                  <a:pt x="248" y="146"/>
                  <a:pt x="248" y="144"/>
                </a:cubicBezTo>
                <a:cubicBezTo>
                  <a:pt x="254" y="140"/>
                  <a:pt x="260" y="134"/>
                  <a:pt x="264" y="128"/>
                </a:cubicBezTo>
                <a:cubicBezTo>
                  <a:pt x="259" y="130"/>
                  <a:pt x="252" y="132"/>
                  <a:pt x="246" y="133"/>
                </a:cubicBezTo>
                <a:cubicBezTo>
                  <a:pt x="252" y="129"/>
                  <a:pt x="258" y="122"/>
                  <a:pt x="260" y="115"/>
                </a:cubicBezTo>
                <a:moveTo>
                  <a:pt x="176" y="0"/>
                </a:moveTo>
                <a:cubicBezTo>
                  <a:pt x="79" y="0"/>
                  <a:pt x="0" y="79"/>
                  <a:pt x="0" y="177"/>
                </a:cubicBezTo>
                <a:cubicBezTo>
                  <a:pt x="0" y="274"/>
                  <a:pt x="79" y="353"/>
                  <a:pt x="176" y="353"/>
                </a:cubicBezTo>
                <a:cubicBezTo>
                  <a:pt x="274" y="353"/>
                  <a:pt x="353" y="274"/>
                  <a:pt x="353" y="177"/>
                </a:cubicBezTo>
                <a:cubicBezTo>
                  <a:pt x="353" y="79"/>
                  <a:pt x="274" y="0"/>
                  <a:pt x="176" y="0"/>
                </a:cubicBezTo>
                <a:moveTo>
                  <a:pt x="176" y="337"/>
                </a:moveTo>
                <a:cubicBezTo>
                  <a:pt x="87" y="337"/>
                  <a:pt x="16" y="265"/>
                  <a:pt x="16" y="177"/>
                </a:cubicBezTo>
                <a:cubicBezTo>
                  <a:pt x="16" y="88"/>
                  <a:pt x="87" y="16"/>
                  <a:pt x="176" y="16"/>
                </a:cubicBezTo>
                <a:cubicBezTo>
                  <a:pt x="265" y="16"/>
                  <a:pt x="337" y="88"/>
                  <a:pt x="337" y="177"/>
                </a:cubicBezTo>
                <a:cubicBezTo>
                  <a:pt x="337" y="265"/>
                  <a:pt x="265" y="337"/>
                  <a:pt x="176" y="337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4" name="Freeform 54"/>
          <p:cNvSpPr>
            <a:spLocks noEditPoints="1"/>
          </p:cNvSpPr>
          <p:nvPr/>
        </p:nvSpPr>
        <p:spPr bwMode="auto">
          <a:xfrm>
            <a:off x="10775951" y="5350935"/>
            <a:ext cx="577851" cy="577851"/>
          </a:xfrm>
          <a:custGeom>
            <a:avLst/>
            <a:gdLst>
              <a:gd name="T0" fmla="*/ 176 w 353"/>
              <a:gd name="T1" fmla="*/ 0 h 353"/>
              <a:gd name="T2" fmla="*/ 0 w 353"/>
              <a:gd name="T3" fmla="*/ 177 h 353"/>
              <a:gd name="T4" fmla="*/ 176 w 353"/>
              <a:gd name="T5" fmla="*/ 353 h 353"/>
              <a:gd name="T6" fmla="*/ 353 w 353"/>
              <a:gd name="T7" fmla="*/ 177 h 353"/>
              <a:gd name="T8" fmla="*/ 176 w 353"/>
              <a:gd name="T9" fmla="*/ 0 h 353"/>
              <a:gd name="T10" fmla="*/ 176 w 353"/>
              <a:gd name="T11" fmla="*/ 337 h 353"/>
              <a:gd name="T12" fmla="*/ 16 w 353"/>
              <a:gd name="T13" fmla="*/ 177 h 353"/>
              <a:gd name="T14" fmla="*/ 176 w 353"/>
              <a:gd name="T15" fmla="*/ 16 h 353"/>
              <a:gd name="T16" fmla="*/ 337 w 353"/>
              <a:gd name="T17" fmla="*/ 177 h 353"/>
              <a:gd name="T18" fmla="*/ 176 w 353"/>
              <a:gd name="T19" fmla="*/ 337 h 353"/>
              <a:gd name="T20" fmla="*/ 192 w 353"/>
              <a:gd name="T21" fmla="*/ 139 h 353"/>
              <a:gd name="T22" fmla="*/ 203 w 353"/>
              <a:gd name="T23" fmla="*/ 129 h 353"/>
              <a:gd name="T24" fmla="*/ 216 w 353"/>
              <a:gd name="T25" fmla="*/ 129 h 353"/>
              <a:gd name="T26" fmla="*/ 216 w 353"/>
              <a:gd name="T27" fmla="*/ 104 h 353"/>
              <a:gd name="T28" fmla="*/ 195 w 353"/>
              <a:gd name="T29" fmla="*/ 104 h 353"/>
              <a:gd name="T30" fmla="*/ 160 w 353"/>
              <a:gd name="T31" fmla="*/ 137 h 353"/>
              <a:gd name="T32" fmla="*/ 160 w 353"/>
              <a:gd name="T33" fmla="*/ 152 h 353"/>
              <a:gd name="T34" fmla="*/ 144 w 353"/>
              <a:gd name="T35" fmla="*/ 152 h 353"/>
              <a:gd name="T36" fmla="*/ 144 w 353"/>
              <a:gd name="T37" fmla="*/ 177 h 353"/>
              <a:gd name="T38" fmla="*/ 160 w 353"/>
              <a:gd name="T39" fmla="*/ 177 h 353"/>
              <a:gd name="T40" fmla="*/ 160 w 353"/>
              <a:gd name="T41" fmla="*/ 249 h 353"/>
              <a:gd name="T42" fmla="*/ 192 w 353"/>
              <a:gd name="T43" fmla="*/ 249 h 353"/>
              <a:gd name="T44" fmla="*/ 192 w 353"/>
              <a:gd name="T45" fmla="*/ 177 h 353"/>
              <a:gd name="T46" fmla="*/ 214 w 353"/>
              <a:gd name="T47" fmla="*/ 177 h 353"/>
              <a:gd name="T48" fmla="*/ 217 w 353"/>
              <a:gd name="T49" fmla="*/ 152 h 353"/>
              <a:gd name="T50" fmla="*/ 192 w 353"/>
              <a:gd name="T51" fmla="*/ 152 h 353"/>
              <a:gd name="T52" fmla="*/ 192 w 353"/>
              <a:gd name="T53" fmla="*/ 139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353" h="353">
                <a:moveTo>
                  <a:pt x="176" y="0"/>
                </a:moveTo>
                <a:cubicBezTo>
                  <a:pt x="79" y="0"/>
                  <a:pt x="0" y="79"/>
                  <a:pt x="0" y="177"/>
                </a:cubicBezTo>
                <a:cubicBezTo>
                  <a:pt x="0" y="274"/>
                  <a:pt x="79" y="353"/>
                  <a:pt x="176" y="353"/>
                </a:cubicBezTo>
                <a:cubicBezTo>
                  <a:pt x="274" y="353"/>
                  <a:pt x="353" y="274"/>
                  <a:pt x="353" y="177"/>
                </a:cubicBezTo>
                <a:cubicBezTo>
                  <a:pt x="353" y="79"/>
                  <a:pt x="274" y="0"/>
                  <a:pt x="176" y="0"/>
                </a:cubicBezTo>
                <a:moveTo>
                  <a:pt x="176" y="337"/>
                </a:moveTo>
                <a:cubicBezTo>
                  <a:pt x="88" y="337"/>
                  <a:pt x="16" y="265"/>
                  <a:pt x="16" y="177"/>
                </a:cubicBezTo>
                <a:cubicBezTo>
                  <a:pt x="16" y="88"/>
                  <a:pt x="88" y="16"/>
                  <a:pt x="176" y="16"/>
                </a:cubicBezTo>
                <a:cubicBezTo>
                  <a:pt x="265" y="16"/>
                  <a:pt x="337" y="88"/>
                  <a:pt x="337" y="177"/>
                </a:cubicBezTo>
                <a:cubicBezTo>
                  <a:pt x="337" y="265"/>
                  <a:pt x="265" y="337"/>
                  <a:pt x="176" y="337"/>
                </a:cubicBezTo>
                <a:moveTo>
                  <a:pt x="192" y="139"/>
                </a:moveTo>
                <a:cubicBezTo>
                  <a:pt x="192" y="132"/>
                  <a:pt x="193" y="129"/>
                  <a:pt x="203" y="129"/>
                </a:cubicBezTo>
                <a:cubicBezTo>
                  <a:pt x="216" y="129"/>
                  <a:pt x="216" y="129"/>
                  <a:pt x="216" y="129"/>
                </a:cubicBezTo>
                <a:cubicBezTo>
                  <a:pt x="216" y="104"/>
                  <a:pt x="216" y="104"/>
                  <a:pt x="216" y="104"/>
                </a:cubicBezTo>
                <a:cubicBezTo>
                  <a:pt x="195" y="104"/>
                  <a:pt x="195" y="104"/>
                  <a:pt x="195" y="104"/>
                </a:cubicBezTo>
                <a:cubicBezTo>
                  <a:pt x="169" y="104"/>
                  <a:pt x="160" y="116"/>
                  <a:pt x="160" y="137"/>
                </a:cubicBezTo>
                <a:cubicBezTo>
                  <a:pt x="160" y="152"/>
                  <a:pt x="160" y="152"/>
                  <a:pt x="160" y="152"/>
                </a:cubicBezTo>
                <a:cubicBezTo>
                  <a:pt x="144" y="152"/>
                  <a:pt x="144" y="152"/>
                  <a:pt x="144" y="152"/>
                </a:cubicBezTo>
                <a:cubicBezTo>
                  <a:pt x="144" y="177"/>
                  <a:pt x="144" y="177"/>
                  <a:pt x="144" y="177"/>
                </a:cubicBezTo>
                <a:cubicBezTo>
                  <a:pt x="160" y="177"/>
                  <a:pt x="160" y="177"/>
                  <a:pt x="160" y="177"/>
                </a:cubicBezTo>
                <a:cubicBezTo>
                  <a:pt x="160" y="249"/>
                  <a:pt x="160" y="249"/>
                  <a:pt x="160" y="249"/>
                </a:cubicBezTo>
                <a:cubicBezTo>
                  <a:pt x="192" y="249"/>
                  <a:pt x="192" y="249"/>
                  <a:pt x="192" y="249"/>
                </a:cubicBezTo>
                <a:cubicBezTo>
                  <a:pt x="192" y="177"/>
                  <a:pt x="192" y="177"/>
                  <a:pt x="192" y="177"/>
                </a:cubicBezTo>
                <a:cubicBezTo>
                  <a:pt x="214" y="177"/>
                  <a:pt x="214" y="177"/>
                  <a:pt x="214" y="177"/>
                </a:cubicBezTo>
                <a:cubicBezTo>
                  <a:pt x="217" y="152"/>
                  <a:pt x="217" y="152"/>
                  <a:pt x="217" y="152"/>
                </a:cubicBezTo>
                <a:cubicBezTo>
                  <a:pt x="192" y="152"/>
                  <a:pt x="192" y="152"/>
                  <a:pt x="192" y="152"/>
                </a:cubicBezTo>
                <a:lnTo>
                  <a:pt x="192" y="139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</p:spTree>
    <p:extLst>
      <p:ext uri="{BB962C8B-B14F-4D97-AF65-F5344CB8AC3E}">
        <p14:creationId xmlns:p14="http://schemas.microsoft.com/office/powerpoint/2010/main" val="1100730379"/>
      </p:ext>
    </p:extLst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reeform 5"/>
          <p:cNvSpPr>
            <a:spLocks noEditPoints="1"/>
          </p:cNvSpPr>
          <p:nvPr/>
        </p:nvSpPr>
        <p:spPr bwMode="auto">
          <a:xfrm>
            <a:off x="878418" y="946152"/>
            <a:ext cx="573617" cy="573617"/>
          </a:xfrm>
          <a:custGeom>
            <a:avLst/>
            <a:gdLst>
              <a:gd name="T0" fmla="*/ 173 w 353"/>
              <a:gd name="T1" fmla="*/ 144 h 353"/>
              <a:gd name="T2" fmla="*/ 186 w 353"/>
              <a:gd name="T3" fmla="*/ 109 h 353"/>
              <a:gd name="T4" fmla="*/ 169 w 353"/>
              <a:gd name="T5" fmla="*/ 96 h 353"/>
              <a:gd name="T6" fmla="*/ 156 w 353"/>
              <a:gd name="T7" fmla="*/ 131 h 353"/>
              <a:gd name="T8" fmla="*/ 166 w 353"/>
              <a:gd name="T9" fmla="*/ 109 h 353"/>
              <a:gd name="T10" fmla="*/ 176 w 353"/>
              <a:gd name="T11" fmla="*/ 109 h 353"/>
              <a:gd name="T12" fmla="*/ 171 w 353"/>
              <a:gd name="T13" fmla="*/ 137 h 353"/>
              <a:gd name="T14" fmla="*/ 166 w 353"/>
              <a:gd name="T15" fmla="*/ 109 h 353"/>
              <a:gd name="T16" fmla="*/ 215 w 353"/>
              <a:gd name="T17" fmla="*/ 138 h 353"/>
              <a:gd name="T18" fmla="*/ 225 w 353"/>
              <a:gd name="T19" fmla="*/ 143 h 353"/>
              <a:gd name="T20" fmla="*/ 215 w 353"/>
              <a:gd name="T21" fmla="*/ 96 h 353"/>
              <a:gd name="T22" fmla="*/ 208 w 353"/>
              <a:gd name="T23" fmla="*/ 137 h 353"/>
              <a:gd name="T24" fmla="*/ 205 w 353"/>
              <a:gd name="T25" fmla="*/ 96 h 353"/>
              <a:gd name="T26" fmla="*/ 195 w 353"/>
              <a:gd name="T27" fmla="*/ 137 h 353"/>
              <a:gd name="T28" fmla="*/ 130 w 353"/>
              <a:gd name="T29" fmla="*/ 143 h 353"/>
              <a:gd name="T30" fmla="*/ 142 w 353"/>
              <a:gd name="T31" fmla="*/ 118 h 353"/>
              <a:gd name="T32" fmla="*/ 145 w 353"/>
              <a:gd name="T33" fmla="*/ 81 h 353"/>
              <a:gd name="T34" fmla="*/ 128 w 353"/>
              <a:gd name="T35" fmla="*/ 81 h 353"/>
              <a:gd name="T36" fmla="*/ 130 w 353"/>
              <a:gd name="T37" fmla="*/ 118 h 353"/>
              <a:gd name="T38" fmla="*/ 196 w 353"/>
              <a:gd name="T39" fmla="*/ 198 h 353"/>
              <a:gd name="T40" fmla="*/ 191 w 353"/>
              <a:gd name="T41" fmla="*/ 234 h 353"/>
              <a:gd name="T42" fmla="*/ 201 w 353"/>
              <a:gd name="T43" fmla="*/ 230 h 353"/>
              <a:gd name="T44" fmla="*/ 196 w 353"/>
              <a:gd name="T45" fmla="*/ 198 h 353"/>
              <a:gd name="T46" fmla="*/ 0 w 353"/>
              <a:gd name="T47" fmla="*/ 177 h 353"/>
              <a:gd name="T48" fmla="*/ 353 w 353"/>
              <a:gd name="T49" fmla="*/ 177 h 353"/>
              <a:gd name="T50" fmla="*/ 177 w 353"/>
              <a:gd name="T51" fmla="*/ 337 h 353"/>
              <a:gd name="T52" fmla="*/ 177 w 353"/>
              <a:gd name="T53" fmla="*/ 16 h 353"/>
              <a:gd name="T54" fmla="*/ 177 w 353"/>
              <a:gd name="T55" fmla="*/ 337 h 353"/>
              <a:gd name="T56" fmla="*/ 177 w 353"/>
              <a:gd name="T57" fmla="*/ 153 h 353"/>
              <a:gd name="T58" fmla="*/ 91 w 353"/>
              <a:gd name="T59" fmla="*/ 178 h 353"/>
              <a:gd name="T60" fmla="*/ 91 w 353"/>
              <a:gd name="T61" fmla="*/ 240 h 353"/>
              <a:gd name="T62" fmla="*/ 177 w 353"/>
              <a:gd name="T63" fmla="*/ 265 h 353"/>
              <a:gd name="T64" fmla="*/ 262 w 353"/>
              <a:gd name="T65" fmla="*/ 240 h 353"/>
              <a:gd name="T66" fmla="*/ 262 w 353"/>
              <a:gd name="T67" fmla="*/ 178 h 353"/>
              <a:gd name="T68" fmla="*/ 140 w 353"/>
              <a:gd name="T69" fmla="*/ 181 h 353"/>
              <a:gd name="T70" fmla="*/ 128 w 353"/>
              <a:gd name="T71" fmla="*/ 244 h 353"/>
              <a:gd name="T72" fmla="*/ 116 w 353"/>
              <a:gd name="T73" fmla="*/ 181 h 353"/>
              <a:gd name="T74" fmla="*/ 104 w 353"/>
              <a:gd name="T75" fmla="*/ 171 h 353"/>
              <a:gd name="T76" fmla="*/ 140 w 353"/>
              <a:gd name="T77" fmla="*/ 181 h 353"/>
              <a:gd name="T78" fmla="*/ 162 w 353"/>
              <a:gd name="T79" fmla="*/ 244 h 353"/>
              <a:gd name="T80" fmla="*/ 150 w 353"/>
              <a:gd name="T81" fmla="*/ 244 h 353"/>
              <a:gd name="T82" fmla="*/ 142 w 353"/>
              <a:gd name="T83" fmla="*/ 189 h 353"/>
              <a:gd name="T84" fmla="*/ 152 w 353"/>
              <a:gd name="T85" fmla="*/ 235 h 353"/>
              <a:gd name="T86" fmla="*/ 162 w 353"/>
              <a:gd name="T87" fmla="*/ 233 h 353"/>
              <a:gd name="T88" fmla="*/ 172 w 353"/>
              <a:gd name="T89" fmla="*/ 189 h 353"/>
              <a:gd name="T90" fmla="*/ 211 w 353"/>
              <a:gd name="T91" fmla="*/ 232 h 353"/>
              <a:gd name="T92" fmla="*/ 191 w 353"/>
              <a:gd name="T93" fmla="*/ 239 h 353"/>
              <a:gd name="T94" fmla="*/ 180 w 353"/>
              <a:gd name="T95" fmla="*/ 244 h 353"/>
              <a:gd name="T96" fmla="*/ 191 w 353"/>
              <a:gd name="T97" fmla="*/ 171 h 353"/>
              <a:gd name="T98" fmla="*/ 202 w 353"/>
              <a:gd name="T99" fmla="*/ 189 h 353"/>
              <a:gd name="T100" fmla="*/ 211 w 353"/>
              <a:gd name="T101" fmla="*/ 232 h 353"/>
              <a:gd name="T102" fmla="*/ 250 w 353"/>
              <a:gd name="T103" fmla="*/ 218 h 353"/>
              <a:gd name="T104" fmla="*/ 229 w 353"/>
              <a:gd name="T105" fmla="*/ 230 h 353"/>
              <a:gd name="T106" fmla="*/ 239 w 353"/>
              <a:gd name="T107" fmla="*/ 230 h 353"/>
              <a:gd name="T108" fmla="*/ 250 w 353"/>
              <a:gd name="T109" fmla="*/ 225 h 353"/>
              <a:gd name="T110" fmla="*/ 235 w 353"/>
              <a:gd name="T111" fmla="*/ 244 h 353"/>
              <a:gd name="T112" fmla="*/ 219 w 353"/>
              <a:gd name="T113" fmla="*/ 202 h 353"/>
              <a:gd name="T114" fmla="*/ 250 w 353"/>
              <a:gd name="T115" fmla="*/ 202 h 353"/>
              <a:gd name="T116" fmla="*/ 229 w 353"/>
              <a:gd name="T117" fmla="*/ 203 h 353"/>
              <a:gd name="T118" fmla="*/ 239 w 353"/>
              <a:gd name="T119" fmla="*/ 210 h 353"/>
              <a:gd name="T120" fmla="*/ 234 w 353"/>
              <a:gd name="T121" fmla="*/ 198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353" h="353">
                <a:moveTo>
                  <a:pt x="169" y="144"/>
                </a:moveTo>
                <a:cubicBezTo>
                  <a:pt x="173" y="144"/>
                  <a:pt x="173" y="144"/>
                  <a:pt x="173" y="144"/>
                </a:cubicBezTo>
                <a:cubicBezTo>
                  <a:pt x="180" y="144"/>
                  <a:pt x="186" y="138"/>
                  <a:pt x="186" y="131"/>
                </a:cubicBezTo>
                <a:cubicBezTo>
                  <a:pt x="186" y="109"/>
                  <a:pt x="186" y="109"/>
                  <a:pt x="186" y="109"/>
                </a:cubicBezTo>
                <a:cubicBezTo>
                  <a:pt x="186" y="102"/>
                  <a:pt x="180" y="96"/>
                  <a:pt x="173" y="96"/>
                </a:cubicBezTo>
                <a:cubicBezTo>
                  <a:pt x="169" y="96"/>
                  <a:pt x="169" y="96"/>
                  <a:pt x="169" y="96"/>
                </a:cubicBezTo>
                <a:cubicBezTo>
                  <a:pt x="162" y="96"/>
                  <a:pt x="156" y="102"/>
                  <a:pt x="156" y="109"/>
                </a:cubicBezTo>
                <a:cubicBezTo>
                  <a:pt x="156" y="131"/>
                  <a:pt x="156" y="131"/>
                  <a:pt x="156" y="131"/>
                </a:cubicBezTo>
                <a:cubicBezTo>
                  <a:pt x="156" y="138"/>
                  <a:pt x="162" y="144"/>
                  <a:pt x="169" y="144"/>
                </a:cubicBezTo>
                <a:moveTo>
                  <a:pt x="166" y="109"/>
                </a:moveTo>
                <a:cubicBezTo>
                  <a:pt x="166" y="106"/>
                  <a:pt x="168" y="104"/>
                  <a:pt x="171" y="104"/>
                </a:cubicBezTo>
                <a:cubicBezTo>
                  <a:pt x="174" y="104"/>
                  <a:pt x="176" y="106"/>
                  <a:pt x="176" y="109"/>
                </a:cubicBezTo>
                <a:cubicBezTo>
                  <a:pt x="176" y="132"/>
                  <a:pt x="176" y="132"/>
                  <a:pt x="176" y="132"/>
                </a:cubicBezTo>
                <a:cubicBezTo>
                  <a:pt x="176" y="134"/>
                  <a:pt x="174" y="137"/>
                  <a:pt x="171" y="137"/>
                </a:cubicBezTo>
                <a:cubicBezTo>
                  <a:pt x="168" y="137"/>
                  <a:pt x="166" y="134"/>
                  <a:pt x="166" y="132"/>
                </a:cubicBezTo>
                <a:lnTo>
                  <a:pt x="166" y="109"/>
                </a:lnTo>
                <a:close/>
                <a:moveTo>
                  <a:pt x="203" y="144"/>
                </a:moveTo>
                <a:cubicBezTo>
                  <a:pt x="209" y="144"/>
                  <a:pt x="215" y="138"/>
                  <a:pt x="215" y="138"/>
                </a:cubicBezTo>
                <a:cubicBezTo>
                  <a:pt x="215" y="143"/>
                  <a:pt x="215" y="143"/>
                  <a:pt x="215" y="143"/>
                </a:cubicBezTo>
                <a:cubicBezTo>
                  <a:pt x="225" y="143"/>
                  <a:pt x="225" y="143"/>
                  <a:pt x="225" y="143"/>
                </a:cubicBezTo>
                <a:cubicBezTo>
                  <a:pt x="225" y="96"/>
                  <a:pt x="225" y="96"/>
                  <a:pt x="225" y="96"/>
                </a:cubicBezTo>
                <a:cubicBezTo>
                  <a:pt x="215" y="96"/>
                  <a:pt x="215" y="96"/>
                  <a:pt x="215" y="96"/>
                </a:cubicBezTo>
                <a:cubicBezTo>
                  <a:pt x="215" y="132"/>
                  <a:pt x="215" y="132"/>
                  <a:pt x="215" y="132"/>
                </a:cubicBezTo>
                <a:cubicBezTo>
                  <a:pt x="215" y="132"/>
                  <a:pt x="212" y="137"/>
                  <a:pt x="208" y="137"/>
                </a:cubicBezTo>
                <a:cubicBezTo>
                  <a:pt x="205" y="137"/>
                  <a:pt x="205" y="134"/>
                  <a:pt x="205" y="134"/>
                </a:cubicBezTo>
                <a:cubicBezTo>
                  <a:pt x="205" y="96"/>
                  <a:pt x="205" y="96"/>
                  <a:pt x="205" y="96"/>
                </a:cubicBezTo>
                <a:cubicBezTo>
                  <a:pt x="195" y="96"/>
                  <a:pt x="195" y="96"/>
                  <a:pt x="195" y="96"/>
                </a:cubicBezTo>
                <a:cubicBezTo>
                  <a:pt x="195" y="137"/>
                  <a:pt x="195" y="137"/>
                  <a:pt x="195" y="137"/>
                </a:cubicBezTo>
                <a:cubicBezTo>
                  <a:pt x="195" y="137"/>
                  <a:pt x="196" y="144"/>
                  <a:pt x="203" y="144"/>
                </a:cubicBezTo>
                <a:moveTo>
                  <a:pt x="130" y="143"/>
                </a:moveTo>
                <a:cubicBezTo>
                  <a:pt x="142" y="143"/>
                  <a:pt x="142" y="143"/>
                  <a:pt x="142" y="143"/>
                </a:cubicBezTo>
                <a:cubicBezTo>
                  <a:pt x="142" y="118"/>
                  <a:pt x="142" y="118"/>
                  <a:pt x="142" y="118"/>
                </a:cubicBezTo>
                <a:cubicBezTo>
                  <a:pt x="155" y="81"/>
                  <a:pt x="155" y="81"/>
                  <a:pt x="155" y="81"/>
                </a:cubicBezTo>
                <a:cubicBezTo>
                  <a:pt x="145" y="81"/>
                  <a:pt x="145" y="81"/>
                  <a:pt x="145" y="81"/>
                </a:cubicBezTo>
                <a:cubicBezTo>
                  <a:pt x="136" y="105"/>
                  <a:pt x="136" y="105"/>
                  <a:pt x="136" y="105"/>
                </a:cubicBezTo>
                <a:cubicBezTo>
                  <a:pt x="128" y="81"/>
                  <a:pt x="128" y="81"/>
                  <a:pt x="128" y="81"/>
                </a:cubicBezTo>
                <a:cubicBezTo>
                  <a:pt x="116" y="81"/>
                  <a:pt x="116" y="81"/>
                  <a:pt x="116" y="81"/>
                </a:cubicBezTo>
                <a:cubicBezTo>
                  <a:pt x="130" y="118"/>
                  <a:pt x="130" y="118"/>
                  <a:pt x="130" y="118"/>
                </a:cubicBezTo>
                <a:lnTo>
                  <a:pt x="130" y="143"/>
                </a:lnTo>
                <a:close/>
                <a:moveTo>
                  <a:pt x="196" y="198"/>
                </a:moveTo>
                <a:cubicBezTo>
                  <a:pt x="194" y="198"/>
                  <a:pt x="192" y="199"/>
                  <a:pt x="191" y="200"/>
                </a:cubicBezTo>
                <a:cubicBezTo>
                  <a:pt x="191" y="234"/>
                  <a:pt x="191" y="234"/>
                  <a:pt x="191" y="234"/>
                </a:cubicBezTo>
                <a:cubicBezTo>
                  <a:pt x="192" y="235"/>
                  <a:pt x="194" y="236"/>
                  <a:pt x="196" y="236"/>
                </a:cubicBezTo>
                <a:cubicBezTo>
                  <a:pt x="201" y="236"/>
                  <a:pt x="201" y="230"/>
                  <a:pt x="201" y="230"/>
                </a:cubicBezTo>
                <a:cubicBezTo>
                  <a:pt x="201" y="203"/>
                  <a:pt x="201" y="203"/>
                  <a:pt x="201" y="203"/>
                </a:cubicBezTo>
                <a:cubicBezTo>
                  <a:pt x="201" y="203"/>
                  <a:pt x="200" y="198"/>
                  <a:pt x="196" y="198"/>
                </a:cubicBezTo>
                <a:moveTo>
                  <a:pt x="177" y="0"/>
                </a:moveTo>
                <a:cubicBezTo>
                  <a:pt x="79" y="0"/>
                  <a:pt x="0" y="79"/>
                  <a:pt x="0" y="177"/>
                </a:cubicBezTo>
                <a:cubicBezTo>
                  <a:pt x="0" y="274"/>
                  <a:pt x="79" y="353"/>
                  <a:pt x="177" y="353"/>
                </a:cubicBezTo>
                <a:cubicBezTo>
                  <a:pt x="274" y="353"/>
                  <a:pt x="353" y="274"/>
                  <a:pt x="353" y="177"/>
                </a:cubicBezTo>
                <a:cubicBezTo>
                  <a:pt x="353" y="79"/>
                  <a:pt x="274" y="0"/>
                  <a:pt x="177" y="0"/>
                </a:cubicBezTo>
                <a:moveTo>
                  <a:pt x="177" y="337"/>
                </a:moveTo>
                <a:cubicBezTo>
                  <a:pt x="88" y="337"/>
                  <a:pt x="16" y="265"/>
                  <a:pt x="16" y="177"/>
                </a:cubicBezTo>
                <a:cubicBezTo>
                  <a:pt x="16" y="88"/>
                  <a:pt x="88" y="16"/>
                  <a:pt x="177" y="16"/>
                </a:cubicBezTo>
                <a:cubicBezTo>
                  <a:pt x="265" y="16"/>
                  <a:pt x="337" y="88"/>
                  <a:pt x="337" y="177"/>
                </a:cubicBezTo>
                <a:cubicBezTo>
                  <a:pt x="337" y="265"/>
                  <a:pt x="265" y="337"/>
                  <a:pt x="177" y="337"/>
                </a:cubicBezTo>
                <a:moveTo>
                  <a:pt x="237" y="154"/>
                </a:moveTo>
                <a:cubicBezTo>
                  <a:pt x="237" y="154"/>
                  <a:pt x="207" y="153"/>
                  <a:pt x="177" y="153"/>
                </a:cubicBezTo>
                <a:cubicBezTo>
                  <a:pt x="146" y="153"/>
                  <a:pt x="116" y="154"/>
                  <a:pt x="116" y="154"/>
                </a:cubicBezTo>
                <a:cubicBezTo>
                  <a:pt x="102" y="154"/>
                  <a:pt x="91" y="165"/>
                  <a:pt x="91" y="178"/>
                </a:cubicBezTo>
                <a:cubicBezTo>
                  <a:pt x="91" y="178"/>
                  <a:pt x="88" y="193"/>
                  <a:pt x="88" y="209"/>
                </a:cubicBezTo>
                <a:cubicBezTo>
                  <a:pt x="88" y="224"/>
                  <a:pt x="91" y="240"/>
                  <a:pt x="91" y="240"/>
                </a:cubicBezTo>
                <a:cubicBezTo>
                  <a:pt x="91" y="253"/>
                  <a:pt x="102" y="263"/>
                  <a:pt x="116" y="263"/>
                </a:cubicBezTo>
                <a:cubicBezTo>
                  <a:pt x="116" y="263"/>
                  <a:pt x="146" y="265"/>
                  <a:pt x="177" y="265"/>
                </a:cubicBezTo>
                <a:cubicBezTo>
                  <a:pt x="206" y="265"/>
                  <a:pt x="237" y="263"/>
                  <a:pt x="237" y="263"/>
                </a:cubicBezTo>
                <a:cubicBezTo>
                  <a:pt x="251" y="263"/>
                  <a:pt x="262" y="253"/>
                  <a:pt x="262" y="240"/>
                </a:cubicBezTo>
                <a:cubicBezTo>
                  <a:pt x="262" y="240"/>
                  <a:pt x="265" y="224"/>
                  <a:pt x="265" y="209"/>
                </a:cubicBezTo>
                <a:cubicBezTo>
                  <a:pt x="265" y="193"/>
                  <a:pt x="262" y="178"/>
                  <a:pt x="262" y="178"/>
                </a:cubicBezTo>
                <a:cubicBezTo>
                  <a:pt x="262" y="165"/>
                  <a:pt x="251" y="154"/>
                  <a:pt x="237" y="154"/>
                </a:cubicBezTo>
                <a:moveTo>
                  <a:pt x="140" y="181"/>
                </a:moveTo>
                <a:cubicBezTo>
                  <a:pt x="128" y="181"/>
                  <a:pt x="128" y="181"/>
                  <a:pt x="128" y="181"/>
                </a:cubicBezTo>
                <a:cubicBezTo>
                  <a:pt x="128" y="244"/>
                  <a:pt x="128" y="244"/>
                  <a:pt x="128" y="244"/>
                </a:cubicBezTo>
                <a:cubicBezTo>
                  <a:pt x="116" y="244"/>
                  <a:pt x="116" y="244"/>
                  <a:pt x="116" y="244"/>
                </a:cubicBezTo>
                <a:cubicBezTo>
                  <a:pt x="116" y="181"/>
                  <a:pt x="116" y="181"/>
                  <a:pt x="116" y="181"/>
                </a:cubicBezTo>
                <a:cubicBezTo>
                  <a:pt x="104" y="181"/>
                  <a:pt x="104" y="181"/>
                  <a:pt x="104" y="181"/>
                </a:cubicBezTo>
                <a:cubicBezTo>
                  <a:pt x="104" y="171"/>
                  <a:pt x="104" y="171"/>
                  <a:pt x="104" y="171"/>
                </a:cubicBezTo>
                <a:cubicBezTo>
                  <a:pt x="140" y="171"/>
                  <a:pt x="140" y="171"/>
                  <a:pt x="140" y="171"/>
                </a:cubicBezTo>
                <a:lnTo>
                  <a:pt x="140" y="181"/>
                </a:lnTo>
                <a:close/>
                <a:moveTo>
                  <a:pt x="172" y="244"/>
                </a:moveTo>
                <a:cubicBezTo>
                  <a:pt x="162" y="244"/>
                  <a:pt x="162" y="244"/>
                  <a:pt x="162" y="244"/>
                </a:cubicBezTo>
                <a:cubicBezTo>
                  <a:pt x="162" y="239"/>
                  <a:pt x="162" y="239"/>
                  <a:pt x="162" y="239"/>
                </a:cubicBezTo>
                <a:cubicBezTo>
                  <a:pt x="162" y="239"/>
                  <a:pt x="156" y="244"/>
                  <a:pt x="150" y="244"/>
                </a:cubicBezTo>
                <a:cubicBezTo>
                  <a:pt x="143" y="244"/>
                  <a:pt x="142" y="238"/>
                  <a:pt x="142" y="238"/>
                </a:cubicBezTo>
                <a:cubicBezTo>
                  <a:pt x="142" y="189"/>
                  <a:pt x="142" y="189"/>
                  <a:pt x="142" y="189"/>
                </a:cubicBezTo>
                <a:cubicBezTo>
                  <a:pt x="152" y="189"/>
                  <a:pt x="152" y="189"/>
                  <a:pt x="152" y="189"/>
                </a:cubicBezTo>
                <a:cubicBezTo>
                  <a:pt x="152" y="235"/>
                  <a:pt x="152" y="235"/>
                  <a:pt x="152" y="235"/>
                </a:cubicBezTo>
                <a:cubicBezTo>
                  <a:pt x="152" y="235"/>
                  <a:pt x="152" y="237"/>
                  <a:pt x="155" y="237"/>
                </a:cubicBezTo>
                <a:cubicBezTo>
                  <a:pt x="159" y="237"/>
                  <a:pt x="162" y="233"/>
                  <a:pt x="162" y="233"/>
                </a:cubicBezTo>
                <a:cubicBezTo>
                  <a:pt x="162" y="189"/>
                  <a:pt x="162" y="189"/>
                  <a:pt x="162" y="189"/>
                </a:cubicBezTo>
                <a:cubicBezTo>
                  <a:pt x="172" y="189"/>
                  <a:pt x="172" y="189"/>
                  <a:pt x="172" y="189"/>
                </a:cubicBezTo>
                <a:lnTo>
                  <a:pt x="172" y="244"/>
                </a:lnTo>
                <a:close/>
                <a:moveTo>
                  <a:pt x="211" y="232"/>
                </a:moveTo>
                <a:cubicBezTo>
                  <a:pt x="211" y="232"/>
                  <a:pt x="211" y="244"/>
                  <a:pt x="202" y="244"/>
                </a:cubicBezTo>
                <a:cubicBezTo>
                  <a:pt x="196" y="244"/>
                  <a:pt x="193" y="241"/>
                  <a:pt x="191" y="239"/>
                </a:cubicBezTo>
                <a:cubicBezTo>
                  <a:pt x="191" y="244"/>
                  <a:pt x="191" y="244"/>
                  <a:pt x="191" y="244"/>
                </a:cubicBezTo>
                <a:cubicBezTo>
                  <a:pt x="180" y="244"/>
                  <a:pt x="180" y="244"/>
                  <a:pt x="180" y="244"/>
                </a:cubicBezTo>
                <a:cubicBezTo>
                  <a:pt x="180" y="171"/>
                  <a:pt x="180" y="171"/>
                  <a:pt x="180" y="171"/>
                </a:cubicBezTo>
                <a:cubicBezTo>
                  <a:pt x="191" y="171"/>
                  <a:pt x="191" y="171"/>
                  <a:pt x="191" y="171"/>
                </a:cubicBezTo>
                <a:cubicBezTo>
                  <a:pt x="191" y="194"/>
                  <a:pt x="191" y="194"/>
                  <a:pt x="191" y="194"/>
                </a:cubicBezTo>
                <a:cubicBezTo>
                  <a:pt x="193" y="193"/>
                  <a:pt x="197" y="189"/>
                  <a:pt x="202" y="189"/>
                </a:cubicBezTo>
                <a:cubicBezTo>
                  <a:pt x="208" y="189"/>
                  <a:pt x="211" y="195"/>
                  <a:pt x="211" y="202"/>
                </a:cubicBezTo>
                <a:lnTo>
                  <a:pt x="211" y="232"/>
                </a:lnTo>
                <a:close/>
                <a:moveTo>
                  <a:pt x="250" y="202"/>
                </a:moveTo>
                <a:cubicBezTo>
                  <a:pt x="250" y="218"/>
                  <a:pt x="250" y="218"/>
                  <a:pt x="250" y="218"/>
                </a:cubicBezTo>
                <a:cubicBezTo>
                  <a:pt x="229" y="218"/>
                  <a:pt x="229" y="218"/>
                  <a:pt x="229" y="218"/>
                </a:cubicBezTo>
                <a:cubicBezTo>
                  <a:pt x="229" y="230"/>
                  <a:pt x="229" y="230"/>
                  <a:pt x="229" y="230"/>
                </a:cubicBezTo>
                <a:cubicBezTo>
                  <a:pt x="229" y="230"/>
                  <a:pt x="229" y="236"/>
                  <a:pt x="234" y="236"/>
                </a:cubicBezTo>
                <a:cubicBezTo>
                  <a:pt x="239" y="236"/>
                  <a:pt x="239" y="230"/>
                  <a:pt x="239" y="230"/>
                </a:cubicBezTo>
                <a:cubicBezTo>
                  <a:pt x="239" y="225"/>
                  <a:pt x="239" y="225"/>
                  <a:pt x="239" y="225"/>
                </a:cubicBezTo>
                <a:cubicBezTo>
                  <a:pt x="250" y="225"/>
                  <a:pt x="250" y="225"/>
                  <a:pt x="250" y="225"/>
                </a:cubicBezTo>
                <a:cubicBezTo>
                  <a:pt x="250" y="233"/>
                  <a:pt x="250" y="233"/>
                  <a:pt x="250" y="233"/>
                </a:cubicBezTo>
                <a:cubicBezTo>
                  <a:pt x="250" y="233"/>
                  <a:pt x="248" y="244"/>
                  <a:pt x="235" y="244"/>
                </a:cubicBezTo>
                <a:cubicBezTo>
                  <a:pt x="222" y="244"/>
                  <a:pt x="219" y="233"/>
                  <a:pt x="219" y="233"/>
                </a:cubicBezTo>
                <a:cubicBezTo>
                  <a:pt x="219" y="202"/>
                  <a:pt x="219" y="202"/>
                  <a:pt x="219" y="202"/>
                </a:cubicBezTo>
                <a:cubicBezTo>
                  <a:pt x="219" y="202"/>
                  <a:pt x="219" y="189"/>
                  <a:pt x="235" y="189"/>
                </a:cubicBezTo>
                <a:cubicBezTo>
                  <a:pt x="251" y="189"/>
                  <a:pt x="250" y="202"/>
                  <a:pt x="250" y="202"/>
                </a:cubicBezTo>
                <a:moveTo>
                  <a:pt x="234" y="198"/>
                </a:moveTo>
                <a:cubicBezTo>
                  <a:pt x="229" y="198"/>
                  <a:pt x="229" y="203"/>
                  <a:pt x="229" y="203"/>
                </a:cubicBezTo>
                <a:cubicBezTo>
                  <a:pt x="229" y="210"/>
                  <a:pt x="229" y="210"/>
                  <a:pt x="229" y="210"/>
                </a:cubicBezTo>
                <a:cubicBezTo>
                  <a:pt x="239" y="210"/>
                  <a:pt x="239" y="210"/>
                  <a:pt x="239" y="210"/>
                </a:cubicBezTo>
                <a:cubicBezTo>
                  <a:pt x="239" y="203"/>
                  <a:pt x="239" y="203"/>
                  <a:pt x="239" y="203"/>
                </a:cubicBezTo>
                <a:cubicBezTo>
                  <a:pt x="239" y="203"/>
                  <a:pt x="239" y="198"/>
                  <a:pt x="234" y="198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" name="Freeform 6"/>
          <p:cNvSpPr>
            <a:spLocks noEditPoints="1"/>
          </p:cNvSpPr>
          <p:nvPr/>
        </p:nvSpPr>
        <p:spPr bwMode="auto">
          <a:xfrm>
            <a:off x="1972734" y="946152"/>
            <a:ext cx="573617" cy="573617"/>
          </a:xfrm>
          <a:custGeom>
            <a:avLst/>
            <a:gdLst>
              <a:gd name="T0" fmla="*/ 175 w 353"/>
              <a:gd name="T1" fmla="*/ 104 h 353"/>
              <a:gd name="T2" fmla="*/ 164 w 353"/>
              <a:gd name="T3" fmla="*/ 106 h 353"/>
              <a:gd name="T4" fmla="*/ 146 w 353"/>
              <a:gd name="T5" fmla="*/ 112 h 353"/>
              <a:gd name="T6" fmla="*/ 116 w 353"/>
              <a:gd name="T7" fmla="*/ 145 h 353"/>
              <a:gd name="T8" fmla="*/ 114 w 353"/>
              <a:gd name="T9" fmla="*/ 153 h 353"/>
              <a:gd name="T10" fmla="*/ 129 w 353"/>
              <a:gd name="T11" fmla="*/ 196 h 353"/>
              <a:gd name="T12" fmla="*/ 137 w 353"/>
              <a:gd name="T13" fmla="*/ 196 h 353"/>
              <a:gd name="T14" fmla="*/ 138 w 353"/>
              <a:gd name="T15" fmla="*/ 190 h 353"/>
              <a:gd name="T16" fmla="*/ 140 w 353"/>
              <a:gd name="T17" fmla="*/ 185 h 353"/>
              <a:gd name="T18" fmla="*/ 135 w 353"/>
              <a:gd name="T19" fmla="*/ 179 h 353"/>
              <a:gd name="T20" fmla="*/ 131 w 353"/>
              <a:gd name="T21" fmla="*/ 165 h 353"/>
              <a:gd name="T22" fmla="*/ 132 w 353"/>
              <a:gd name="T23" fmla="*/ 163 h 353"/>
              <a:gd name="T24" fmla="*/ 135 w 353"/>
              <a:gd name="T25" fmla="*/ 147 h 353"/>
              <a:gd name="T26" fmla="*/ 165 w 353"/>
              <a:gd name="T27" fmla="*/ 122 h 353"/>
              <a:gd name="T28" fmla="*/ 183 w 353"/>
              <a:gd name="T29" fmla="*/ 120 h 353"/>
              <a:gd name="T30" fmla="*/ 192 w 353"/>
              <a:gd name="T31" fmla="*/ 122 h 353"/>
              <a:gd name="T32" fmla="*/ 215 w 353"/>
              <a:gd name="T33" fmla="*/ 141 h 353"/>
              <a:gd name="T34" fmla="*/ 217 w 353"/>
              <a:gd name="T35" fmla="*/ 167 h 353"/>
              <a:gd name="T36" fmla="*/ 215 w 353"/>
              <a:gd name="T37" fmla="*/ 177 h 353"/>
              <a:gd name="T38" fmla="*/ 191 w 353"/>
              <a:gd name="T39" fmla="*/ 204 h 353"/>
              <a:gd name="T40" fmla="*/ 173 w 353"/>
              <a:gd name="T41" fmla="*/ 195 h 353"/>
              <a:gd name="T42" fmla="*/ 172 w 353"/>
              <a:gd name="T43" fmla="*/ 188 h 353"/>
              <a:gd name="T44" fmla="*/ 181 w 353"/>
              <a:gd name="T45" fmla="*/ 159 h 353"/>
              <a:gd name="T46" fmla="*/ 171 w 353"/>
              <a:gd name="T47" fmla="*/ 140 h 353"/>
              <a:gd name="T48" fmla="*/ 152 w 353"/>
              <a:gd name="T49" fmla="*/ 152 h 353"/>
              <a:gd name="T50" fmla="*/ 150 w 353"/>
              <a:gd name="T51" fmla="*/ 171 h 353"/>
              <a:gd name="T52" fmla="*/ 153 w 353"/>
              <a:gd name="T53" fmla="*/ 180 h 353"/>
              <a:gd name="T54" fmla="*/ 147 w 353"/>
              <a:gd name="T55" fmla="*/ 204 h 353"/>
              <a:gd name="T56" fmla="*/ 141 w 353"/>
              <a:gd name="T57" fmla="*/ 227 h 353"/>
              <a:gd name="T58" fmla="*/ 139 w 353"/>
              <a:gd name="T59" fmla="*/ 238 h 353"/>
              <a:gd name="T60" fmla="*/ 139 w 353"/>
              <a:gd name="T61" fmla="*/ 244 h 353"/>
              <a:gd name="T62" fmla="*/ 140 w 353"/>
              <a:gd name="T63" fmla="*/ 257 h 353"/>
              <a:gd name="T64" fmla="*/ 140 w 353"/>
              <a:gd name="T65" fmla="*/ 263 h 353"/>
              <a:gd name="T66" fmla="*/ 141 w 353"/>
              <a:gd name="T67" fmla="*/ 265 h 353"/>
              <a:gd name="T68" fmla="*/ 150 w 353"/>
              <a:gd name="T69" fmla="*/ 254 h 353"/>
              <a:gd name="T70" fmla="*/ 159 w 353"/>
              <a:gd name="T71" fmla="*/ 238 h 353"/>
              <a:gd name="T72" fmla="*/ 163 w 353"/>
              <a:gd name="T73" fmla="*/ 222 h 353"/>
              <a:gd name="T74" fmla="*/ 166 w 353"/>
              <a:gd name="T75" fmla="*/ 209 h 353"/>
              <a:gd name="T76" fmla="*/ 167 w 353"/>
              <a:gd name="T77" fmla="*/ 209 h 353"/>
              <a:gd name="T78" fmla="*/ 172 w 353"/>
              <a:gd name="T79" fmla="*/ 215 h 353"/>
              <a:gd name="T80" fmla="*/ 198 w 353"/>
              <a:gd name="T81" fmla="*/ 220 h 353"/>
              <a:gd name="T82" fmla="*/ 227 w 353"/>
              <a:gd name="T83" fmla="*/ 203 h 353"/>
              <a:gd name="T84" fmla="*/ 238 w 353"/>
              <a:gd name="T85" fmla="*/ 181 h 353"/>
              <a:gd name="T86" fmla="*/ 240 w 353"/>
              <a:gd name="T87" fmla="*/ 168 h 353"/>
              <a:gd name="T88" fmla="*/ 236 w 353"/>
              <a:gd name="T89" fmla="*/ 137 h 353"/>
              <a:gd name="T90" fmla="*/ 175 w 353"/>
              <a:gd name="T91" fmla="*/ 104 h 353"/>
              <a:gd name="T92" fmla="*/ 177 w 353"/>
              <a:gd name="T93" fmla="*/ 0 h 353"/>
              <a:gd name="T94" fmla="*/ 0 w 353"/>
              <a:gd name="T95" fmla="*/ 177 h 353"/>
              <a:gd name="T96" fmla="*/ 177 w 353"/>
              <a:gd name="T97" fmla="*/ 353 h 353"/>
              <a:gd name="T98" fmla="*/ 353 w 353"/>
              <a:gd name="T99" fmla="*/ 177 h 353"/>
              <a:gd name="T100" fmla="*/ 177 w 353"/>
              <a:gd name="T101" fmla="*/ 0 h 353"/>
              <a:gd name="T102" fmla="*/ 177 w 353"/>
              <a:gd name="T103" fmla="*/ 337 h 353"/>
              <a:gd name="T104" fmla="*/ 16 w 353"/>
              <a:gd name="T105" fmla="*/ 177 h 353"/>
              <a:gd name="T106" fmla="*/ 177 w 353"/>
              <a:gd name="T107" fmla="*/ 16 h 353"/>
              <a:gd name="T108" fmla="*/ 337 w 353"/>
              <a:gd name="T109" fmla="*/ 177 h 353"/>
              <a:gd name="T110" fmla="*/ 177 w 353"/>
              <a:gd name="T111" fmla="*/ 337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353" h="353">
                <a:moveTo>
                  <a:pt x="175" y="104"/>
                </a:moveTo>
                <a:cubicBezTo>
                  <a:pt x="171" y="105"/>
                  <a:pt x="168" y="105"/>
                  <a:pt x="164" y="106"/>
                </a:cubicBezTo>
                <a:cubicBezTo>
                  <a:pt x="158" y="107"/>
                  <a:pt x="151" y="109"/>
                  <a:pt x="146" y="112"/>
                </a:cubicBezTo>
                <a:cubicBezTo>
                  <a:pt x="132" y="120"/>
                  <a:pt x="122" y="129"/>
                  <a:pt x="116" y="145"/>
                </a:cubicBezTo>
                <a:cubicBezTo>
                  <a:pt x="115" y="147"/>
                  <a:pt x="115" y="150"/>
                  <a:pt x="114" y="153"/>
                </a:cubicBezTo>
                <a:cubicBezTo>
                  <a:pt x="109" y="171"/>
                  <a:pt x="118" y="189"/>
                  <a:pt x="129" y="196"/>
                </a:cubicBezTo>
                <a:cubicBezTo>
                  <a:pt x="131" y="197"/>
                  <a:pt x="135" y="199"/>
                  <a:pt x="137" y="196"/>
                </a:cubicBezTo>
                <a:cubicBezTo>
                  <a:pt x="138" y="194"/>
                  <a:pt x="138" y="192"/>
                  <a:pt x="138" y="190"/>
                </a:cubicBezTo>
                <a:cubicBezTo>
                  <a:pt x="139" y="189"/>
                  <a:pt x="140" y="187"/>
                  <a:pt x="140" y="185"/>
                </a:cubicBezTo>
                <a:cubicBezTo>
                  <a:pt x="139" y="183"/>
                  <a:pt x="136" y="181"/>
                  <a:pt x="135" y="179"/>
                </a:cubicBezTo>
                <a:cubicBezTo>
                  <a:pt x="133" y="175"/>
                  <a:pt x="133" y="171"/>
                  <a:pt x="131" y="165"/>
                </a:cubicBezTo>
                <a:cubicBezTo>
                  <a:pt x="131" y="164"/>
                  <a:pt x="132" y="164"/>
                  <a:pt x="132" y="163"/>
                </a:cubicBezTo>
                <a:cubicBezTo>
                  <a:pt x="132" y="156"/>
                  <a:pt x="133" y="152"/>
                  <a:pt x="135" y="147"/>
                </a:cubicBezTo>
                <a:cubicBezTo>
                  <a:pt x="141" y="134"/>
                  <a:pt x="150" y="126"/>
                  <a:pt x="165" y="122"/>
                </a:cubicBezTo>
                <a:cubicBezTo>
                  <a:pt x="169" y="121"/>
                  <a:pt x="178" y="119"/>
                  <a:pt x="183" y="120"/>
                </a:cubicBezTo>
                <a:cubicBezTo>
                  <a:pt x="186" y="121"/>
                  <a:pt x="189" y="121"/>
                  <a:pt x="192" y="122"/>
                </a:cubicBezTo>
                <a:cubicBezTo>
                  <a:pt x="203" y="125"/>
                  <a:pt x="211" y="131"/>
                  <a:pt x="215" y="141"/>
                </a:cubicBezTo>
                <a:cubicBezTo>
                  <a:pt x="218" y="147"/>
                  <a:pt x="218" y="159"/>
                  <a:pt x="217" y="167"/>
                </a:cubicBezTo>
                <a:cubicBezTo>
                  <a:pt x="216" y="171"/>
                  <a:pt x="216" y="174"/>
                  <a:pt x="215" y="177"/>
                </a:cubicBezTo>
                <a:cubicBezTo>
                  <a:pt x="211" y="190"/>
                  <a:pt x="205" y="201"/>
                  <a:pt x="191" y="204"/>
                </a:cubicBezTo>
                <a:cubicBezTo>
                  <a:pt x="182" y="206"/>
                  <a:pt x="175" y="201"/>
                  <a:pt x="173" y="195"/>
                </a:cubicBezTo>
                <a:cubicBezTo>
                  <a:pt x="173" y="194"/>
                  <a:pt x="172" y="191"/>
                  <a:pt x="172" y="188"/>
                </a:cubicBezTo>
                <a:cubicBezTo>
                  <a:pt x="174" y="178"/>
                  <a:pt x="178" y="169"/>
                  <a:pt x="181" y="159"/>
                </a:cubicBezTo>
                <a:cubicBezTo>
                  <a:pt x="183" y="150"/>
                  <a:pt x="178" y="142"/>
                  <a:pt x="171" y="140"/>
                </a:cubicBezTo>
                <a:cubicBezTo>
                  <a:pt x="162" y="138"/>
                  <a:pt x="154" y="147"/>
                  <a:pt x="152" y="152"/>
                </a:cubicBezTo>
                <a:cubicBezTo>
                  <a:pt x="150" y="157"/>
                  <a:pt x="149" y="165"/>
                  <a:pt x="150" y="171"/>
                </a:cubicBezTo>
                <a:cubicBezTo>
                  <a:pt x="151" y="173"/>
                  <a:pt x="153" y="178"/>
                  <a:pt x="153" y="180"/>
                </a:cubicBezTo>
                <a:cubicBezTo>
                  <a:pt x="151" y="187"/>
                  <a:pt x="149" y="196"/>
                  <a:pt x="147" y="204"/>
                </a:cubicBezTo>
                <a:cubicBezTo>
                  <a:pt x="144" y="211"/>
                  <a:pt x="143" y="220"/>
                  <a:pt x="141" y="227"/>
                </a:cubicBezTo>
                <a:cubicBezTo>
                  <a:pt x="140" y="231"/>
                  <a:pt x="140" y="235"/>
                  <a:pt x="139" y="238"/>
                </a:cubicBezTo>
                <a:cubicBezTo>
                  <a:pt x="139" y="244"/>
                  <a:pt x="139" y="244"/>
                  <a:pt x="139" y="244"/>
                </a:cubicBezTo>
                <a:cubicBezTo>
                  <a:pt x="138" y="247"/>
                  <a:pt x="139" y="253"/>
                  <a:pt x="140" y="257"/>
                </a:cubicBezTo>
                <a:cubicBezTo>
                  <a:pt x="140" y="259"/>
                  <a:pt x="139" y="261"/>
                  <a:pt x="140" y="263"/>
                </a:cubicBezTo>
                <a:cubicBezTo>
                  <a:pt x="140" y="264"/>
                  <a:pt x="140" y="264"/>
                  <a:pt x="141" y="265"/>
                </a:cubicBezTo>
                <a:cubicBezTo>
                  <a:pt x="144" y="265"/>
                  <a:pt x="149" y="256"/>
                  <a:pt x="150" y="254"/>
                </a:cubicBezTo>
                <a:cubicBezTo>
                  <a:pt x="153" y="249"/>
                  <a:pt x="156" y="244"/>
                  <a:pt x="159" y="238"/>
                </a:cubicBezTo>
                <a:cubicBezTo>
                  <a:pt x="161" y="233"/>
                  <a:pt x="161" y="227"/>
                  <a:pt x="163" y="222"/>
                </a:cubicBezTo>
                <a:cubicBezTo>
                  <a:pt x="164" y="218"/>
                  <a:pt x="166" y="213"/>
                  <a:pt x="166" y="209"/>
                </a:cubicBezTo>
                <a:cubicBezTo>
                  <a:pt x="167" y="209"/>
                  <a:pt x="167" y="209"/>
                  <a:pt x="167" y="209"/>
                </a:cubicBezTo>
                <a:cubicBezTo>
                  <a:pt x="167" y="211"/>
                  <a:pt x="170" y="213"/>
                  <a:pt x="172" y="215"/>
                </a:cubicBezTo>
                <a:cubicBezTo>
                  <a:pt x="177" y="219"/>
                  <a:pt x="187" y="222"/>
                  <a:pt x="198" y="220"/>
                </a:cubicBezTo>
                <a:cubicBezTo>
                  <a:pt x="210" y="217"/>
                  <a:pt x="220" y="211"/>
                  <a:pt x="227" y="203"/>
                </a:cubicBezTo>
                <a:cubicBezTo>
                  <a:pt x="231" y="196"/>
                  <a:pt x="235" y="189"/>
                  <a:pt x="238" y="181"/>
                </a:cubicBezTo>
                <a:cubicBezTo>
                  <a:pt x="239" y="177"/>
                  <a:pt x="239" y="172"/>
                  <a:pt x="240" y="168"/>
                </a:cubicBezTo>
                <a:cubicBezTo>
                  <a:pt x="243" y="157"/>
                  <a:pt x="239" y="144"/>
                  <a:pt x="236" y="137"/>
                </a:cubicBezTo>
                <a:cubicBezTo>
                  <a:pt x="227" y="116"/>
                  <a:pt x="207" y="104"/>
                  <a:pt x="175" y="104"/>
                </a:cubicBezTo>
                <a:moveTo>
                  <a:pt x="177" y="0"/>
                </a:moveTo>
                <a:cubicBezTo>
                  <a:pt x="79" y="0"/>
                  <a:pt x="0" y="79"/>
                  <a:pt x="0" y="177"/>
                </a:cubicBezTo>
                <a:cubicBezTo>
                  <a:pt x="0" y="274"/>
                  <a:pt x="79" y="353"/>
                  <a:pt x="177" y="353"/>
                </a:cubicBezTo>
                <a:cubicBezTo>
                  <a:pt x="274" y="353"/>
                  <a:pt x="353" y="274"/>
                  <a:pt x="353" y="177"/>
                </a:cubicBezTo>
                <a:cubicBezTo>
                  <a:pt x="353" y="79"/>
                  <a:pt x="274" y="0"/>
                  <a:pt x="177" y="0"/>
                </a:cubicBezTo>
                <a:moveTo>
                  <a:pt x="177" y="337"/>
                </a:moveTo>
                <a:cubicBezTo>
                  <a:pt x="88" y="337"/>
                  <a:pt x="16" y="265"/>
                  <a:pt x="16" y="177"/>
                </a:cubicBezTo>
                <a:cubicBezTo>
                  <a:pt x="16" y="88"/>
                  <a:pt x="88" y="16"/>
                  <a:pt x="177" y="16"/>
                </a:cubicBezTo>
                <a:cubicBezTo>
                  <a:pt x="266" y="16"/>
                  <a:pt x="337" y="88"/>
                  <a:pt x="337" y="177"/>
                </a:cubicBezTo>
                <a:cubicBezTo>
                  <a:pt x="337" y="265"/>
                  <a:pt x="266" y="337"/>
                  <a:pt x="177" y="337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" name="Freeform 7"/>
          <p:cNvSpPr>
            <a:spLocks noEditPoints="1"/>
          </p:cNvSpPr>
          <p:nvPr/>
        </p:nvSpPr>
        <p:spPr bwMode="auto">
          <a:xfrm>
            <a:off x="3071285" y="946152"/>
            <a:ext cx="573617" cy="573617"/>
          </a:xfrm>
          <a:custGeom>
            <a:avLst/>
            <a:gdLst>
              <a:gd name="T0" fmla="*/ 233 w 353"/>
              <a:gd name="T1" fmla="*/ 112 h 353"/>
              <a:gd name="T2" fmla="*/ 188 w 353"/>
              <a:gd name="T3" fmla="*/ 147 h 353"/>
              <a:gd name="T4" fmla="*/ 200 w 353"/>
              <a:gd name="T5" fmla="*/ 145 h 353"/>
              <a:gd name="T6" fmla="*/ 210 w 353"/>
              <a:gd name="T7" fmla="*/ 157 h 353"/>
              <a:gd name="T8" fmla="*/ 200 w 353"/>
              <a:gd name="T9" fmla="*/ 180 h 353"/>
              <a:gd name="T10" fmla="*/ 184 w 353"/>
              <a:gd name="T11" fmla="*/ 194 h 353"/>
              <a:gd name="T12" fmla="*/ 173 w 353"/>
              <a:gd name="T13" fmla="*/ 172 h 353"/>
              <a:gd name="T14" fmla="*/ 166 w 353"/>
              <a:gd name="T15" fmla="*/ 138 h 353"/>
              <a:gd name="T16" fmla="*/ 143 w 353"/>
              <a:gd name="T17" fmla="*/ 114 h 353"/>
              <a:gd name="T18" fmla="*/ 119 w 353"/>
              <a:gd name="T19" fmla="*/ 127 h 353"/>
              <a:gd name="T20" fmla="*/ 96 w 353"/>
              <a:gd name="T21" fmla="*/ 147 h 353"/>
              <a:gd name="T22" fmla="*/ 103 w 353"/>
              <a:gd name="T23" fmla="*/ 156 h 353"/>
              <a:gd name="T24" fmla="*/ 116 w 353"/>
              <a:gd name="T25" fmla="*/ 149 h 353"/>
              <a:gd name="T26" fmla="*/ 131 w 353"/>
              <a:gd name="T27" fmla="*/ 173 h 353"/>
              <a:gd name="T28" fmla="*/ 144 w 353"/>
              <a:gd name="T29" fmla="*/ 217 h 353"/>
              <a:gd name="T30" fmla="*/ 168 w 353"/>
              <a:gd name="T31" fmla="*/ 241 h 353"/>
              <a:gd name="T32" fmla="*/ 224 w 353"/>
              <a:gd name="T33" fmla="*/ 201 h 353"/>
              <a:gd name="T34" fmla="*/ 257 w 353"/>
              <a:gd name="T35" fmla="*/ 142 h 353"/>
              <a:gd name="T36" fmla="*/ 233 w 353"/>
              <a:gd name="T37" fmla="*/ 112 h 353"/>
              <a:gd name="T38" fmla="*/ 176 w 353"/>
              <a:gd name="T39" fmla="*/ 0 h 353"/>
              <a:gd name="T40" fmla="*/ 0 w 353"/>
              <a:gd name="T41" fmla="*/ 177 h 353"/>
              <a:gd name="T42" fmla="*/ 176 w 353"/>
              <a:gd name="T43" fmla="*/ 353 h 353"/>
              <a:gd name="T44" fmla="*/ 353 w 353"/>
              <a:gd name="T45" fmla="*/ 177 h 353"/>
              <a:gd name="T46" fmla="*/ 176 w 353"/>
              <a:gd name="T47" fmla="*/ 0 h 353"/>
              <a:gd name="T48" fmla="*/ 176 w 353"/>
              <a:gd name="T49" fmla="*/ 337 h 353"/>
              <a:gd name="T50" fmla="*/ 16 w 353"/>
              <a:gd name="T51" fmla="*/ 177 h 353"/>
              <a:gd name="T52" fmla="*/ 176 w 353"/>
              <a:gd name="T53" fmla="*/ 16 h 353"/>
              <a:gd name="T54" fmla="*/ 337 w 353"/>
              <a:gd name="T55" fmla="*/ 177 h 353"/>
              <a:gd name="T56" fmla="*/ 176 w 353"/>
              <a:gd name="T57" fmla="*/ 337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353" h="353">
                <a:moveTo>
                  <a:pt x="233" y="112"/>
                </a:moveTo>
                <a:cubicBezTo>
                  <a:pt x="211" y="112"/>
                  <a:pt x="196" y="123"/>
                  <a:pt x="188" y="147"/>
                </a:cubicBezTo>
                <a:cubicBezTo>
                  <a:pt x="192" y="146"/>
                  <a:pt x="196" y="145"/>
                  <a:pt x="200" y="145"/>
                </a:cubicBezTo>
                <a:cubicBezTo>
                  <a:pt x="208" y="145"/>
                  <a:pt x="211" y="149"/>
                  <a:pt x="210" y="157"/>
                </a:cubicBezTo>
                <a:cubicBezTo>
                  <a:pt x="210" y="163"/>
                  <a:pt x="206" y="170"/>
                  <a:pt x="200" y="180"/>
                </a:cubicBezTo>
                <a:cubicBezTo>
                  <a:pt x="193" y="190"/>
                  <a:pt x="188" y="194"/>
                  <a:pt x="184" y="194"/>
                </a:cubicBezTo>
                <a:cubicBezTo>
                  <a:pt x="180" y="194"/>
                  <a:pt x="176" y="187"/>
                  <a:pt x="173" y="172"/>
                </a:cubicBezTo>
                <a:cubicBezTo>
                  <a:pt x="171" y="167"/>
                  <a:pt x="169" y="156"/>
                  <a:pt x="166" y="138"/>
                </a:cubicBezTo>
                <a:cubicBezTo>
                  <a:pt x="163" y="121"/>
                  <a:pt x="156" y="113"/>
                  <a:pt x="143" y="114"/>
                </a:cubicBezTo>
                <a:cubicBezTo>
                  <a:pt x="138" y="115"/>
                  <a:pt x="130" y="119"/>
                  <a:pt x="119" y="127"/>
                </a:cubicBezTo>
                <a:cubicBezTo>
                  <a:pt x="112" y="134"/>
                  <a:pt x="104" y="140"/>
                  <a:pt x="96" y="147"/>
                </a:cubicBezTo>
                <a:cubicBezTo>
                  <a:pt x="103" y="156"/>
                  <a:pt x="103" y="156"/>
                  <a:pt x="103" y="156"/>
                </a:cubicBezTo>
                <a:cubicBezTo>
                  <a:pt x="111" y="151"/>
                  <a:pt x="115" y="149"/>
                  <a:pt x="116" y="149"/>
                </a:cubicBezTo>
                <a:cubicBezTo>
                  <a:pt x="122" y="149"/>
                  <a:pt x="127" y="157"/>
                  <a:pt x="131" y="173"/>
                </a:cubicBezTo>
                <a:cubicBezTo>
                  <a:pt x="136" y="187"/>
                  <a:pt x="140" y="202"/>
                  <a:pt x="144" y="217"/>
                </a:cubicBezTo>
                <a:cubicBezTo>
                  <a:pt x="151" y="233"/>
                  <a:pt x="159" y="241"/>
                  <a:pt x="168" y="241"/>
                </a:cubicBezTo>
                <a:cubicBezTo>
                  <a:pt x="183" y="241"/>
                  <a:pt x="202" y="228"/>
                  <a:pt x="224" y="201"/>
                </a:cubicBezTo>
                <a:cubicBezTo>
                  <a:pt x="245" y="176"/>
                  <a:pt x="256" y="157"/>
                  <a:pt x="257" y="142"/>
                </a:cubicBezTo>
                <a:cubicBezTo>
                  <a:pt x="257" y="123"/>
                  <a:pt x="250" y="113"/>
                  <a:pt x="233" y="112"/>
                </a:cubicBezTo>
                <a:moveTo>
                  <a:pt x="176" y="0"/>
                </a:moveTo>
                <a:cubicBezTo>
                  <a:pt x="79" y="0"/>
                  <a:pt x="0" y="79"/>
                  <a:pt x="0" y="177"/>
                </a:cubicBezTo>
                <a:cubicBezTo>
                  <a:pt x="0" y="274"/>
                  <a:pt x="79" y="353"/>
                  <a:pt x="176" y="353"/>
                </a:cubicBezTo>
                <a:cubicBezTo>
                  <a:pt x="274" y="353"/>
                  <a:pt x="353" y="274"/>
                  <a:pt x="353" y="177"/>
                </a:cubicBezTo>
                <a:cubicBezTo>
                  <a:pt x="353" y="79"/>
                  <a:pt x="274" y="0"/>
                  <a:pt x="176" y="0"/>
                </a:cubicBezTo>
                <a:moveTo>
                  <a:pt x="176" y="337"/>
                </a:moveTo>
                <a:cubicBezTo>
                  <a:pt x="87" y="337"/>
                  <a:pt x="16" y="265"/>
                  <a:pt x="16" y="177"/>
                </a:cubicBezTo>
                <a:cubicBezTo>
                  <a:pt x="16" y="88"/>
                  <a:pt x="87" y="16"/>
                  <a:pt x="176" y="16"/>
                </a:cubicBezTo>
                <a:cubicBezTo>
                  <a:pt x="265" y="16"/>
                  <a:pt x="337" y="88"/>
                  <a:pt x="337" y="177"/>
                </a:cubicBezTo>
                <a:cubicBezTo>
                  <a:pt x="337" y="265"/>
                  <a:pt x="265" y="337"/>
                  <a:pt x="176" y="337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" name="Freeform 8"/>
          <p:cNvSpPr>
            <a:spLocks noEditPoints="1"/>
          </p:cNvSpPr>
          <p:nvPr/>
        </p:nvSpPr>
        <p:spPr bwMode="auto">
          <a:xfrm>
            <a:off x="4165601" y="946152"/>
            <a:ext cx="573617" cy="573617"/>
          </a:xfrm>
          <a:custGeom>
            <a:avLst/>
            <a:gdLst>
              <a:gd name="T0" fmla="*/ 176 w 353"/>
              <a:gd name="T1" fmla="*/ 0 h 353"/>
              <a:gd name="T2" fmla="*/ 0 w 353"/>
              <a:gd name="T3" fmla="*/ 177 h 353"/>
              <a:gd name="T4" fmla="*/ 176 w 353"/>
              <a:gd name="T5" fmla="*/ 353 h 353"/>
              <a:gd name="T6" fmla="*/ 353 w 353"/>
              <a:gd name="T7" fmla="*/ 177 h 353"/>
              <a:gd name="T8" fmla="*/ 176 w 353"/>
              <a:gd name="T9" fmla="*/ 0 h 353"/>
              <a:gd name="T10" fmla="*/ 176 w 353"/>
              <a:gd name="T11" fmla="*/ 337 h 353"/>
              <a:gd name="T12" fmla="*/ 16 w 353"/>
              <a:gd name="T13" fmla="*/ 177 h 353"/>
              <a:gd name="T14" fmla="*/ 176 w 353"/>
              <a:gd name="T15" fmla="*/ 16 h 353"/>
              <a:gd name="T16" fmla="*/ 337 w 353"/>
              <a:gd name="T17" fmla="*/ 177 h 353"/>
              <a:gd name="T18" fmla="*/ 176 w 353"/>
              <a:gd name="T19" fmla="*/ 337 h 353"/>
              <a:gd name="T20" fmla="*/ 177 w 353"/>
              <a:gd name="T21" fmla="*/ 183 h 353"/>
              <a:gd name="T22" fmla="*/ 169 w 353"/>
              <a:gd name="T23" fmla="*/ 174 h 353"/>
              <a:gd name="T24" fmla="*/ 175 w 353"/>
              <a:gd name="T25" fmla="*/ 166 h 353"/>
              <a:gd name="T26" fmla="*/ 186 w 353"/>
              <a:gd name="T27" fmla="*/ 144 h 353"/>
              <a:gd name="T28" fmla="*/ 181 w 353"/>
              <a:gd name="T29" fmla="*/ 125 h 353"/>
              <a:gd name="T30" fmla="*/ 184 w 353"/>
              <a:gd name="T31" fmla="*/ 125 h 353"/>
              <a:gd name="T32" fmla="*/ 201 w 353"/>
              <a:gd name="T33" fmla="*/ 112 h 353"/>
              <a:gd name="T34" fmla="*/ 155 w 353"/>
              <a:gd name="T35" fmla="*/ 112 h 353"/>
              <a:gd name="T36" fmla="*/ 120 w 353"/>
              <a:gd name="T37" fmla="*/ 143 h 353"/>
              <a:gd name="T38" fmla="*/ 149 w 353"/>
              <a:gd name="T39" fmla="*/ 174 h 353"/>
              <a:gd name="T40" fmla="*/ 149 w 353"/>
              <a:gd name="T41" fmla="*/ 178 h 353"/>
              <a:gd name="T42" fmla="*/ 151 w 353"/>
              <a:gd name="T43" fmla="*/ 185 h 353"/>
              <a:gd name="T44" fmla="*/ 112 w 353"/>
              <a:gd name="T45" fmla="*/ 215 h 353"/>
              <a:gd name="T46" fmla="*/ 152 w 353"/>
              <a:gd name="T47" fmla="*/ 241 h 353"/>
              <a:gd name="T48" fmla="*/ 191 w 353"/>
              <a:gd name="T49" fmla="*/ 210 h 353"/>
              <a:gd name="T50" fmla="*/ 177 w 353"/>
              <a:gd name="T51" fmla="*/ 183 h 353"/>
              <a:gd name="T52" fmla="*/ 140 w 353"/>
              <a:gd name="T53" fmla="*/ 143 h 353"/>
              <a:gd name="T54" fmla="*/ 143 w 353"/>
              <a:gd name="T55" fmla="*/ 128 h 353"/>
              <a:gd name="T56" fmla="*/ 150 w 353"/>
              <a:gd name="T57" fmla="*/ 125 h 353"/>
              <a:gd name="T58" fmla="*/ 150 w 353"/>
              <a:gd name="T59" fmla="*/ 121 h 353"/>
              <a:gd name="T60" fmla="*/ 150 w 353"/>
              <a:gd name="T61" fmla="*/ 125 h 353"/>
              <a:gd name="T62" fmla="*/ 167 w 353"/>
              <a:gd name="T63" fmla="*/ 145 h 353"/>
              <a:gd name="T64" fmla="*/ 163 w 353"/>
              <a:gd name="T65" fmla="*/ 160 h 353"/>
              <a:gd name="T66" fmla="*/ 156 w 353"/>
              <a:gd name="T67" fmla="*/ 164 h 353"/>
              <a:gd name="T68" fmla="*/ 156 w 353"/>
              <a:gd name="T69" fmla="*/ 164 h 353"/>
              <a:gd name="T70" fmla="*/ 140 w 353"/>
              <a:gd name="T71" fmla="*/ 143 h 353"/>
              <a:gd name="T72" fmla="*/ 152 w 353"/>
              <a:gd name="T73" fmla="*/ 228 h 353"/>
              <a:gd name="T74" fmla="*/ 132 w 353"/>
              <a:gd name="T75" fmla="*/ 211 h 353"/>
              <a:gd name="T76" fmla="*/ 154 w 353"/>
              <a:gd name="T77" fmla="*/ 195 h 353"/>
              <a:gd name="T78" fmla="*/ 154 w 353"/>
              <a:gd name="T79" fmla="*/ 192 h 353"/>
              <a:gd name="T80" fmla="*/ 154 w 353"/>
              <a:gd name="T81" fmla="*/ 192 h 353"/>
              <a:gd name="T82" fmla="*/ 155 w 353"/>
              <a:gd name="T83" fmla="*/ 195 h 353"/>
              <a:gd name="T84" fmla="*/ 162 w 353"/>
              <a:gd name="T85" fmla="*/ 196 h 353"/>
              <a:gd name="T86" fmla="*/ 165 w 353"/>
              <a:gd name="T87" fmla="*/ 198 h 353"/>
              <a:gd name="T88" fmla="*/ 175 w 353"/>
              <a:gd name="T89" fmla="*/ 209 h 353"/>
              <a:gd name="T90" fmla="*/ 175 w 353"/>
              <a:gd name="T91" fmla="*/ 212 h 353"/>
              <a:gd name="T92" fmla="*/ 152 w 353"/>
              <a:gd name="T93" fmla="*/ 228 h 353"/>
              <a:gd name="T94" fmla="*/ 241 w 353"/>
              <a:gd name="T95" fmla="*/ 120 h 353"/>
              <a:gd name="T96" fmla="*/ 225 w 353"/>
              <a:gd name="T97" fmla="*/ 120 h 353"/>
              <a:gd name="T98" fmla="*/ 225 w 353"/>
              <a:gd name="T99" fmla="*/ 144 h 353"/>
              <a:gd name="T100" fmla="*/ 200 w 353"/>
              <a:gd name="T101" fmla="*/ 144 h 353"/>
              <a:gd name="T102" fmla="*/ 200 w 353"/>
              <a:gd name="T103" fmla="*/ 161 h 353"/>
              <a:gd name="T104" fmla="*/ 225 w 353"/>
              <a:gd name="T105" fmla="*/ 161 h 353"/>
              <a:gd name="T106" fmla="*/ 225 w 353"/>
              <a:gd name="T107" fmla="*/ 185 h 353"/>
              <a:gd name="T108" fmla="*/ 241 w 353"/>
              <a:gd name="T109" fmla="*/ 185 h 353"/>
              <a:gd name="T110" fmla="*/ 241 w 353"/>
              <a:gd name="T111" fmla="*/ 161 h 353"/>
              <a:gd name="T112" fmla="*/ 265 w 353"/>
              <a:gd name="T113" fmla="*/ 161 h 353"/>
              <a:gd name="T114" fmla="*/ 265 w 353"/>
              <a:gd name="T115" fmla="*/ 144 h 353"/>
              <a:gd name="T116" fmla="*/ 241 w 353"/>
              <a:gd name="T117" fmla="*/ 144 h 353"/>
              <a:gd name="T118" fmla="*/ 241 w 353"/>
              <a:gd name="T119" fmla="*/ 120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353" h="353">
                <a:moveTo>
                  <a:pt x="176" y="0"/>
                </a:moveTo>
                <a:cubicBezTo>
                  <a:pt x="79" y="0"/>
                  <a:pt x="0" y="79"/>
                  <a:pt x="0" y="177"/>
                </a:cubicBezTo>
                <a:cubicBezTo>
                  <a:pt x="0" y="274"/>
                  <a:pt x="79" y="353"/>
                  <a:pt x="176" y="353"/>
                </a:cubicBezTo>
                <a:cubicBezTo>
                  <a:pt x="274" y="353"/>
                  <a:pt x="353" y="274"/>
                  <a:pt x="353" y="177"/>
                </a:cubicBezTo>
                <a:cubicBezTo>
                  <a:pt x="353" y="79"/>
                  <a:pt x="274" y="0"/>
                  <a:pt x="176" y="0"/>
                </a:cubicBezTo>
                <a:moveTo>
                  <a:pt x="176" y="337"/>
                </a:moveTo>
                <a:cubicBezTo>
                  <a:pt x="88" y="337"/>
                  <a:pt x="16" y="265"/>
                  <a:pt x="16" y="177"/>
                </a:cubicBezTo>
                <a:cubicBezTo>
                  <a:pt x="16" y="88"/>
                  <a:pt x="88" y="16"/>
                  <a:pt x="176" y="16"/>
                </a:cubicBezTo>
                <a:cubicBezTo>
                  <a:pt x="265" y="16"/>
                  <a:pt x="337" y="88"/>
                  <a:pt x="337" y="177"/>
                </a:cubicBezTo>
                <a:cubicBezTo>
                  <a:pt x="337" y="265"/>
                  <a:pt x="265" y="337"/>
                  <a:pt x="176" y="337"/>
                </a:cubicBezTo>
                <a:moveTo>
                  <a:pt x="177" y="183"/>
                </a:moveTo>
                <a:cubicBezTo>
                  <a:pt x="173" y="180"/>
                  <a:pt x="169" y="176"/>
                  <a:pt x="169" y="174"/>
                </a:cubicBezTo>
                <a:cubicBezTo>
                  <a:pt x="169" y="172"/>
                  <a:pt x="169" y="171"/>
                  <a:pt x="175" y="166"/>
                </a:cubicBezTo>
                <a:cubicBezTo>
                  <a:pt x="182" y="160"/>
                  <a:pt x="186" y="152"/>
                  <a:pt x="186" y="144"/>
                </a:cubicBezTo>
                <a:cubicBezTo>
                  <a:pt x="186" y="136"/>
                  <a:pt x="184" y="130"/>
                  <a:pt x="181" y="125"/>
                </a:cubicBezTo>
                <a:cubicBezTo>
                  <a:pt x="184" y="125"/>
                  <a:pt x="184" y="125"/>
                  <a:pt x="184" y="125"/>
                </a:cubicBezTo>
                <a:cubicBezTo>
                  <a:pt x="201" y="112"/>
                  <a:pt x="201" y="112"/>
                  <a:pt x="201" y="112"/>
                </a:cubicBezTo>
                <a:cubicBezTo>
                  <a:pt x="155" y="112"/>
                  <a:pt x="155" y="112"/>
                  <a:pt x="155" y="112"/>
                </a:cubicBezTo>
                <a:cubicBezTo>
                  <a:pt x="136" y="112"/>
                  <a:pt x="120" y="127"/>
                  <a:pt x="120" y="143"/>
                </a:cubicBezTo>
                <a:cubicBezTo>
                  <a:pt x="120" y="161"/>
                  <a:pt x="132" y="173"/>
                  <a:pt x="149" y="174"/>
                </a:cubicBezTo>
                <a:cubicBezTo>
                  <a:pt x="149" y="175"/>
                  <a:pt x="149" y="177"/>
                  <a:pt x="149" y="178"/>
                </a:cubicBezTo>
                <a:cubicBezTo>
                  <a:pt x="149" y="180"/>
                  <a:pt x="149" y="183"/>
                  <a:pt x="151" y="185"/>
                </a:cubicBezTo>
                <a:cubicBezTo>
                  <a:pt x="130" y="185"/>
                  <a:pt x="112" y="199"/>
                  <a:pt x="112" y="215"/>
                </a:cubicBezTo>
                <a:cubicBezTo>
                  <a:pt x="112" y="230"/>
                  <a:pt x="129" y="241"/>
                  <a:pt x="152" y="241"/>
                </a:cubicBezTo>
                <a:cubicBezTo>
                  <a:pt x="178" y="241"/>
                  <a:pt x="191" y="225"/>
                  <a:pt x="191" y="210"/>
                </a:cubicBezTo>
                <a:cubicBezTo>
                  <a:pt x="191" y="198"/>
                  <a:pt x="187" y="191"/>
                  <a:pt x="177" y="183"/>
                </a:cubicBezTo>
                <a:moveTo>
                  <a:pt x="140" y="143"/>
                </a:moveTo>
                <a:cubicBezTo>
                  <a:pt x="139" y="137"/>
                  <a:pt x="140" y="131"/>
                  <a:pt x="143" y="128"/>
                </a:cubicBezTo>
                <a:cubicBezTo>
                  <a:pt x="145" y="126"/>
                  <a:pt x="147" y="125"/>
                  <a:pt x="150" y="125"/>
                </a:cubicBezTo>
                <a:cubicBezTo>
                  <a:pt x="150" y="121"/>
                  <a:pt x="150" y="121"/>
                  <a:pt x="150" y="121"/>
                </a:cubicBezTo>
                <a:cubicBezTo>
                  <a:pt x="150" y="125"/>
                  <a:pt x="150" y="125"/>
                  <a:pt x="150" y="125"/>
                </a:cubicBezTo>
                <a:cubicBezTo>
                  <a:pt x="158" y="125"/>
                  <a:pt x="165" y="134"/>
                  <a:pt x="167" y="145"/>
                </a:cubicBezTo>
                <a:cubicBezTo>
                  <a:pt x="167" y="151"/>
                  <a:pt x="166" y="157"/>
                  <a:pt x="163" y="160"/>
                </a:cubicBezTo>
                <a:cubicBezTo>
                  <a:pt x="161" y="163"/>
                  <a:pt x="159" y="164"/>
                  <a:pt x="156" y="164"/>
                </a:cubicBezTo>
                <a:cubicBezTo>
                  <a:pt x="156" y="164"/>
                  <a:pt x="156" y="164"/>
                  <a:pt x="156" y="164"/>
                </a:cubicBezTo>
                <a:cubicBezTo>
                  <a:pt x="148" y="163"/>
                  <a:pt x="141" y="154"/>
                  <a:pt x="140" y="143"/>
                </a:cubicBezTo>
                <a:moveTo>
                  <a:pt x="152" y="228"/>
                </a:moveTo>
                <a:cubicBezTo>
                  <a:pt x="141" y="228"/>
                  <a:pt x="132" y="221"/>
                  <a:pt x="132" y="211"/>
                </a:cubicBezTo>
                <a:cubicBezTo>
                  <a:pt x="132" y="203"/>
                  <a:pt x="142" y="195"/>
                  <a:pt x="154" y="195"/>
                </a:cubicBezTo>
                <a:cubicBezTo>
                  <a:pt x="154" y="192"/>
                  <a:pt x="154" y="192"/>
                  <a:pt x="154" y="192"/>
                </a:cubicBezTo>
                <a:cubicBezTo>
                  <a:pt x="154" y="192"/>
                  <a:pt x="154" y="192"/>
                  <a:pt x="154" y="192"/>
                </a:cubicBezTo>
                <a:cubicBezTo>
                  <a:pt x="155" y="195"/>
                  <a:pt x="155" y="195"/>
                  <a:pt x="155" y="195"/>
                </a:cubicBezTo>
                <a:cubicBezTo>
                  <a:pt x="157" y="195"/>
                  <a:pt x="160" y="196"/>
                  <a:pt x="162" y="196"/>
                </a:cubicBezTo>
                <a:cubicBezTo>
                  <a:pt x="165" y="198"/>
                  <a:pt x="165" y="198"/>
                  <a:pt x="165" y="198"/>
                </a:cubicBezTo>
                <a:cubicBezTo>
                  <a:pt x="171" y="202"/>
                  <a:pt x="174" y="205"/>
                  <a:pt x="175" y="209"/>
                </a:cubicBezTo>
                <a:cubicBezTo>
                  <a:pt x="175" y="210"/>
                  <a:pt x="175" y="211"/>
                  <a:pt x="175" y="212"/>
                </a:cubicBezTo>
                <a:cubicBezTo>
                  <a:pt x="175" y="223"/>
                  <a:pt x="167" y="228"/>
                  <a:pt x="152" y="228"/>
                </a:cubicBezTo>
                <a:moveTo>
                  <a:pt x="241" y="120"/>
                </a:moveTo>
                <a:cubicBezTo>
                  <a:pt x="225" y="120"/>
                  <a:pt x="225" y="120"/>
                  <a:pt x="225" y="120"/>
                </a:cubicBezTo>
                <a:cubicBezTo>
                  <a:pt x="225" y="144"/>
                  <a:pt x="225" y="144"/>
                  <a:pt x="225" y="144"/>
                </a:cubicBezTo>
                <a:cubicBezTo>
                  <a:pt x="200" y="144"/>
                  <a:pt x="200" y="144"/>
                  <a:pt x="200" y="144"/>
                </a:cubicBezTo>
                <a:cubicBezTo>
                  <a:pt x="200" y="161"/>
                  <a:pt x="200" y="161"/>
                  <a:pt x="200" y="161"/>
                </a:cubicBezTo>
                <a:cubicBezTo>
                  <a:pt x="225" y="161"/>
                  <a:pt x="225" y="161"/>
                  <a:pt x="225" y="161"/>
                </a:cubicBezTo>
                <a:cubicBezTo>
                  <a:pt x="225" y="185"/>
                  <a:pt x="225" y="185"/>
                  <a:pt x="225" y="185"/>
                </a:cubicBezTo>
                <a:cubicBezTo>
                  <a:pt x="241" y="185"/>
                  <a:pt x="241" y="185"/>
                  <a:pt x="241" y="185"/>
                </a:cubicBezTo>
                <a:cubicBezTo>
                  <a:pt x="241" y="161"/>
                  <a:pt x="241" y="161"/>
                  <a:pt x="241" y="161"/>
                </a:cubicBezTo>
                <a:cubicBezTo>
                  <a:pt x="265" y="161"/>
                  <a:pt x="265" y="161"/>
                  <a:pt x="265" y="161"/>
                </a:cubicBezTo>
                <a:cubicBezTo>
                  <a:pt x="265" y="144"/>
                  <a:pt x="265" y="144"/>
                  <a:pt x="265" y="144"/>
                </a:cubicBezTo>
                <a:cubicBezTo>
                  <a:pt x="241" y="144"/>
                  <a:pt x="241" y="144"/>
                  <a:pt x="241" y="144"/>
                </a:cubicBezTo>
                <a:lnTo>
                  <a:pt x="241" y="12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" name="Freeform 9"/>
          <p:cNvSpPr>
            <a:spLocks noEditPoints="1"/>
          </p:cNvSpPr>
          <p:nvPr/>
        </p:nvSpPr>
        <p:spPr bwMode="auto">
          <a:xfrm>
            <a:off x="5262034" y="946152"/>
            <a:ext cx="573617" cy="573617"/>
          </a:xfrm>
          <a:custGeom>
            <a:avLst/>
            <a:gdLst>
              <a:gd name="T0" fmla="*/ 129 w 353"/>
              <a:gd name="T1" fmla="*/ 112 h 353"/>
              <a:gd name="T2" fmla="*/ 113 w 353"/>
              <a:gd name="T3" fmla="*/ 129 h 353"/>
              <a:gd name="T4" fmla="*/ 129 w 353"/>
              <a:gd name="T5" fmla="*/ 145 h 353"/>
              <a:gd name="T6" fmla="*/ 145 w 353"/>
              <a:gd name="T7" fmla="*/ 129 h 353"/>
              <a:gd name="T8" fmla="*/ 129 w 353"/>
              <a:gd name="T9" fmla="*/ 112 h 353"/>
              <a:gd name="T10" fmla="*/ 113 w 353"/>
              <a:gd name="T11" fmla="*/ 241 h 353"/>
              <a:gd name="T12" fmla="*/ 145 w 353"/>
              <a:gd name="T13" fmla="*/ 241 h 353"/>
              <a:gd name="T14" fmla="*/ 145 w 353"/>
              <a:gd name="T15" fmla="*/ 152 h 353"/>
              <a:gd name="T16" fmla="*/ 113 w 353"/>
              <a:gd name="T17" fmla="*/ 152 h 353"/>
              <a:gd name="T18" fmla="*/ 113 w 353"/>
              <a:gd name="T19" fmla="*/ 241 h 353"/>
              <a:gd name="T20" fmla="*/ 220 w 353"/>
              <a:gd name="T21" fmla="*/ 152 h 353"/>
              <a:gd name="T22" fmla="*/ 193 w 353"/>
              <a:gd name="T23" fmla="*/ 167 h 353"/>
              <a:gd name="T24" fmla="*/ 193 w 353"/>
              <a:gd name="T25" fmla="*/ 153 h 353"/>
              <a:gd name="T26" fmla="*/ 161 w 353"/>
              <a:gd name="T27" fmla="*/ 153 h 353"/>
              <a:gd name="T28" fmla="*/ 161 w 353"/>
              <a:gd name="T29" fmla="*/ 241 h 353"/>
              <a:gd name="T30" fmla="*/ 193 w 353"/>
              <a:gd name="T31" fmla="*/ 241 h 353"/>
              <a:gd name="T32" fmla="*/ 193 w 353"/>
              <a:gd name="T33" fmla="*/ 193 h 353"/>
              <a:gd name="T34" fmla="*/ 207 w 353"/>
              <a:gd name="T35" fmla="*/ 177 h 353"/>
              <a:gd name="T36" fmla="*/ 217 w 353"/>
              <a:gd name="T37" fmla="*/ 193 h 353"/>
              <a:gd name="T38" fmla="*/ 217 w 353"/>
              <a:gd name="T39" fmla="*/ 241 h 353"/>
              <a:gd name="T40" fmla="*/ 249 w 353"/>
              <a:gd name="T41" fmla="*/ 241 h 353"/>
              <a:gd name="T42" fmla="*/ 249 w 353"/>
              <a:gd name="T43" fmla="*/ 193 h 353"/>
              <a:gd name="T44" fmla="*/ 220 w 353"/>
              <a:gd name="T45" fmla="*/ 152 h 353"/>
              <a:gd name="T46" fmla="*/ 177 w 353"/>
              <a:gd name="T47" fmla="*/ 0 h 353"/>
              <a:gd name="T48" fmla="*/ 0 w 353"/>
              <a:gd name="T49" fmla="*/ 177 h 353"/>
              <a:gd name="T50" fmla="*/ 177 w 353"/>
              <a:gd name="T51" fmla="*/ 353 h 353"/>
              <a:gd name="T52" fmla="*/ 353 w 353"/>
              <a:gd name="T53" fmla="*/ 177 h 353"/>
              <a:gd name="T54" fmla="*/ 177 w 353"/>
              <a:gd name="T55" fmla="*/ 0 h 353"/>
              <a:gd name="T56" fmla="*/ 177 w 353"/>
              <a:gd name="T57" fmla="*/ 337 h 353"/>
              <a:gd name="T58" fmla="*/ 16 w 353"/>
              <a:gd name="T59" fmla="*/ 177 h 353"/>
              <a:gd name="T60" fmla="*/ 177 w 353"/>
              <a:gd name="T61" fmla="*/ 16 h 353"/>
              <a:gd name="T62" fmla="*/ 337 w 353"/>
              <a:gd name="T63" fmla="*/ 177 h 353"/>
              <a:gd name="T64" fmla="*/ 177 w 353"/>
              <a:gd name="T65" fmla="*/ 337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353" h="353">
                <a:moveTo>
                  <a:pt x="129" y="112"/>
                </a:moveTo>
                <a:cubicBezTo>
                  <a:pt x="120" y="112"/>
                  <a:pt x="113" y="120"/>
                  <a:pt x="113" y="129"/>
                </a:cubicBezTo>
                <a:cubicBezTo>
                  <a:pt x="113" y="137"/>
                  <a:pt x="120" y="145"/>
                  <a:pt x="129" y="145"/>
                </a:cubicBezTo>
                <a:cubicBezTo>
                  <a:pt x="137" y="145"/>
                  <a:pt x="145" y="137"/>
                  <a:pt x="145" y="129"/>
                </a:cubicBezTo>
                <a:cubicBezTo>
                  <a:pt x="145" y="120"/>
                  <a:pt x="137" y="112"/>
                  <a:pt x="129" y="112"/>
                </a:cubicBezTo>
                <a:moveTo>
                  <a:pt x="113" y="241"/>
                </a:moveTo>
                <a:cubicBezTo>
                  <a:pt x="145" y="241"/>
                  <a:pt x="145" y="241"/>
                  <a:pt x="145" y="241"/>
                </a:cubicBezTo>
                <a:cubicBezTo>
                  <a:pt x="145" y="152"/>
                  <a:pt x="145" y="152"/>
                  <a:pt x="145" y="152"/>
                </a:cubicBezTo>
                <a:cubicBezTo>
                  <a:pt x="113" y="152"/>
                  <a:pt x="113" y="152"/>
                  <a:pt x="113" y="152"/>
                </a:cubicBezTo>
                <a:lnTo>
                  <a:pt x="113" y="241"/>
                </a:lnTo>
                <a:close/>
                <a:moveTo>
                  <a:pt x="220" y="152"/>
                </a:moveTo>
                <a:cubicBezTo>
                  <a:pt x="196" y="152"/>
                  <a:pt x="193" y="167"/>
                  <a:pt x="193" y="167"/>
                </a:cubicBezTo>
                <a:cubicBezTo>
                  <a:pt x="193" y="153"/>
                  <a:pt x="193" y="153"/>
                  <a:pt x="193" y="153"/>
                </a:cubicBezTo>
                <a:cubicBezTo>
                  <a:pt x="161" y="153"/>
                  <a:pt x="161" y="153"/>
                  <a:pt x="161" y="153"/>
                </a:cubicBezTo>
                <a:cubicBezTo>
                  <a:pt x="161" y="241"/>
                  <a:pt x="161" y="241"/>
                  <a:pt x="161" y="241"/>
                </a:cubicBezTo>
                <a:cubicBezTo>
                  <a:pt x="193" y="241"/>
                  <a:pt x="193" y="241"/>
                  <a:pt x="193" y="241"/>
                </a:cubicBezTo>
                <a:cubicBezTo>
                  <a:pt x="193" y="193"/>
                  <a:pt x="193" y="193"/>
                  <a:pt x="193" y="193"/>
                </a:cubicBezTo>
                <a:cubicBezTo>
                  <a:pt x="193" y="193"/>
                  <a:pt x="193" y="177"/>
                  <a:pt x="207" y="177"/>
                </a:cubicBezTo>
                <a:cubicBezTo>
                  <a:pt x="214" y="177"/>
                  <a:pt x="217" y="184"/>
                  <a:pt x="217" y="193"/>
                </a:cubicBezTo>
                <a:cubicBezTo>
                  <a:pt x="217" y="241"/>
                  <a:pt x="217" y="241"/>
                  <a:pt x="217" y="241"/>
                </a:cubicBezTo>
                <a:cubicBezTo>
                  <a:pt x="249" y="241"/>
                  <a:pt x="249" y="241"/>
                  <a:pt x="249" y="241"/>
                </a:cubicBezTo>
                <a:cubicBezTo>
                  <a:pt x="249" y="193"/>
                  <a:pt x="249" y="193"/>
                  <a:pt x="249" y="193"/>
                </a:cubicBezTo>
                <a:cubicBezTo>
                  <a:pt x="249" y="168"/>
                  <a:pt x="238" y="152"/>
                  <a:pt x="220" y="152"/>
                </a:cubicBezTo>
                <a:moveTo>
                  <a:pt x="177" y="0"/>
                </a:moveTo>
                <a:cubicBezTo>
                  <a:pt x="79" y="0"/>
                  <a:pt x="0" y="79"/>
                  <a:pt x="0" y="177"/>
                </a:cubicBezTo>
                <a:cubicBezTo>
                  <a:pt x="0" y="274"/>
                  <a:pt x="79" y="353"/>
                  <a:pt x="177" y="353"/>
                </a:cubicBezTo>
                <a:cubicBezTo>
                  <a:pt x="274" y="353"/>
                  <a:pt x="353" y="274"/>
                  <a:pt x="353" y="177"/>
                </a:cubicBezTo>
                <a:cubicBezTo>
                  <a:pt x="353" y="79"/>
                  <a:pt x="274" y="0"/>
                  <a:pt x="177" y="0"/>
                </a:cubicBezTo>
                <a:moveTo>
                  <a:pt x="177" y="337"/>
                </a:moveTo>
                <a:cubicBezTo>
                  <a:pt x="88" y="337"/>
                  <a:pt x="16" y="265"/>
                  <a:pt x="16" y="177"/>
                </a:cubicBezTo>
                <a:cubicBezTo>
                  <a:pt x="16" y="88"/>
                  <a:pt x="88" y="16"/>
                  <a:pt x="177" y="16"/>
                </a:cubicBezTo>
                <a:cubicBezTo>
                  <a:pt x="266" y="16"/>
                  <a:pt x="337" y="88"/>
                  <a:pt x="337" y="177"/>
                </a:cubicBezTo>
                <a:cubicBezTo>
                  <a:pt x="337" y="265"/>
                  <a:pt x="266" y="337"/>
                  <a:pt x="177" y="337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0" name="Freeform 10"/>
          <p:cNvSpPr>
            <a:spLocks noEditPoints="1"/>
          </p:cNvSpPr>
          <p:nvPr/>
        </p:nvSpPr>
        <p:spPr bwMode="auto">
          <a:xfrm>
            <a:off x="6358468" y="946152"/>
            <a:ext cx="573617" cy="573617"/>
          </a:xfrm>
          <a:custGeom>
            <a:avLst/>
            <a:gdLst>
              <a:gd name="T0" fmla="*/ 189 w 353"/>
              <a:gd name="T1" fmla="*/ 217 h 353"/>
              <a:gd name="T2" fmla="*/ 184 w 353"/>
              <a:gd name="T3" fmla="*/ 212 h 353"/>
              <a:gd name="T4" fmla="*/ 184 w 353"/>
              <a:gd name="T5" fmla="*/ 168 h 353"/>
              <a:gd name="T6" fmla="*/ 216 w 353"/>
              <a:gd name="T7" fmla="*/ 168 h 353"/>
              <a:gd name="T8" fmla="*/ 216 w 353"/>
              <a:gd name="T9" fmla="*/ 145 h 353"/>
              <a:gd name="T10" fmla="*/ 184 w 353"/>
              <a:gd name="T11" fmla="*/ 145 h 353"/>
              <a:gd name="T12" fmla="*/ 184 w 353"/>
              <a:gd name="T13" fmla="*/ 112 h 353"/>
              <a:gd name="T14" fmla="*/ 164 w 353"/>
              <a:gd name="T15" fmla="*/ 113 h 353"/>
              <a:gd name="T16" fmla="*/ 159 w 353"/>
              <a:gd name="T17" fmla="*/ 129 h 353"/>
              <a:gd name="T18" fmla="*/ 150 w 353"/>
              <a:gd name="T19" fmla="*/ 140 h 353"/>
              <a:gd name="T20" fmla="*/ 136 w 353"/>
              <a:gd name="T21" fmla="*/ 147 h 353"/>
              <a:gd name="T22" fmla="*/ 136 w 353"/>
              <a:gd name="T23" fmla="*/ 169 h 353"/>
              <a:gd name="T24" fmla="*/ 152 w 353"/>
              <a:gd name="T25" fmla="*/ 168 h 353"/>
              <a:gd name="T26" fmla="*/ 152 w 353"/>
              <a:gd name="T27" fmla="*/ 210 h 353"/>
              <a:gd name="T28" fmla="*/ 154 w 353"/>
              <a:gd name="T29" fmla="*/ 224 h 353"/>
              <a:gd name="T30" fmla="*/ 161 w 353"/>
              <a:gd name="T31" fmla="*/ 232 h 353"/>
              <a:gd name="T32" fmla="*/ 173 w 353"/>
              <a:gd name="T33" fmla="*/ 239 h 353"/>
              <a:gd name="T34" fmla="*/ 190 w 353"/>
              <a:gd name="T35" fmla="*/ 241 h 353"/>
              <a:gd name="T36" fmla="*/ 204 w 353"/>
              <a:gd name="T37" fmla="*/ 239 h 353"/>
              <a:gd name="T38" fmla="*/ 222 w 353"/>
              <a:gd name="T39" fmla="*/ 234 h 353"/>
              <a:gd name="T40" fmla="*/ 222 w 353"/>
              <a:gd name="T41" fmla="*/ 214 h 353"/>
              <a:gd name="T42" fmla="*/ 199 w 353"/>
              <a:gd name="T43" fmla="*/ 220 h 353"/>
              <a:gd name="T44" fmla="*/ 189 w 353"/>
              <a:gd name="T45" fmla="*/ 217 h 353"/>
              <a:gd name="T46" fmla="*/ 176 w 353"/>
              <a:gd name="T47" fmla="*/ 0 h 353"/>
              <a:gd name="T48" fmla="*/ 0 w 353"/>
              <a:gd name="T49" fmla="*/ 177 h 353"/>
              <a:gd name="T50" fmla="*/ 176 w 353"/>
              <a:gd name="T51" fmla="*/ 353 h 353"/>
              <a:gd name="T52" fmla="*/ 353 w 353"/>
              <a:gd name="T53" fmla="*/ 177 h 353"/>
              <a:gd name="T54" fmla="*/ 176 w 353"/>
              <a:gd name="T55" fmla="*/ 0 h 353"/>
              <a:gd name="T56" fmla="*/ 176 w 353"/>
              <a:gd name="T57" fmla="*/ 337 h 353"/>
              <a:gd name="T58" fmla="*/ 16 w 353"/>
              <a:gd name="T59" fmla="*/ 177 h 353"/>
              <a:gd name="T60" fmla="*/ 176 w 353"/>
              <a:gd name="T61" fmla="*/ 16 h 353"/>
              <a:gd name="T62" fmla="*/ 337 w 353"/>
              <a:gd name="T63" fmla="*/ 177 h 353"/>
              <a:gd name="T64" fmla="*/ 176 w 353"/>
              <a:gd name="T65" fmla="*/ 337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353" h="353">
                <a:moveTo>
                  <a:pt x="189" y="217"/>
                </a:moveTo>
                <a:cubicBezTo>
                  <a:pt x="187" y="216"/>
                  <a:pt x="185" y="214"/>
                  <a:pt x="184" y="212"/>
                </a:cubicBezTo>
                <a:cubicBezTo>
                  <a:pt x="184" y="212"/>
                  <a:pt x="184" y="168"/>
                  <a:pt x="184" y="168"/>
                </a:cubicBezTo>
                <a:cubicBezTo>
                  <a:pt x="216" y="168"/>
                  <a:pt x="216" y="168"/>
                  <a:pt x="216" y="168"/>
                </a:cubicBezTo>
                <a:cubicBezTo>
                  <a:pt x="216" y="145"/>
                  <a:pt x="216" y="145"/>
                  <a:pt x="216" y="145"/>
                </a:cubicBezTo>
                <a:cubicBezTo>
                  <a:pt x="184" y="145"/>
                  <a:pt x="184" y="145"/>
                  <a:pt x="184" y="145"/>
                </a:cubicBezTo>
                <a:cubicBezTo>
                  <a:pt x="184" y="112"/>
                  <a:pt x="184" y="112"/>
                  <a:pt x="184" y="112"/>
                </a:cubicBezTo>
                <a:cubicBezTo>
                  <a:pt x="164" y="113"/>
                  <a:pt x="164" y="113"/>
                  <a:pt x="164" y="113"/>
                </a:cubicBezTo>
                <a:cubicBezTo>
                  <a:pt x="163" y="119"/>
                  <a:pt x="161" y="125"/>
                  <a:pt x="159" y="129"/>
                </a:cubicBezTo>
                <a:cubicBezTo>
                  <a:pt x="157" y="133"/>
                  <a:pt x="154" y="137"/>
                  <a:pt x="150" y="140"/>
                </a:cubicBezTo>
                <a:cubicBezTo>
                  <a:pt x="146" y="143"/>
                  <a:pt x="141" y="145"/>
                  <a:pt x="136" y="147"/>
                </a:cubicBezTo>
                <a:cubicBezTo>
                  <a:pt x="136" y="169"/>
                  <a:pt x="136" y="169"/>
                  <a:pt x="136" y="169"/>
                </a:cubicBezTo>
                <a:cubicBezTo>
                  <a:pt x="152" y="168"/>
                  <a:pt x="152" y="168"/>
                  <a:pt x="152" y="168"/>
                </a:cubicBezTo>
                <a:cubicBezTo>
                  <a:pt x="152" y="210"/>
                  <a:pt x="152" y="210"/>
                  <a:pt x="152" y="210"/>
                </a:cubicBezTo>
                <a:cubicBezTo>
                  <a:pt x="152" y="216"/>
                  <a:pt x="153" y="220"/>
                  <a:pt x="154" y="224"/>
                </a:cubicBezTo>
                <a:cubicBezTo>
                  <a:pt x="155" y="227"/>
                  <a:pt x="158" y="230"/>
                  <a:pt x="161" y="232"/>
                </a:cubicBezTo>
                <a:cubicBezTo>
                  <a:pt x="164" y="235"/>
                  <a:pt x="169" y="237"/>
                  <a:pt x="173" y="239"/>
                </a:cubicBezTo>
                <a:cubicBezTo>
                  <a:pt x="178" y="240"/>
                  <a:pt x="183" y="241"/>
                  <a:pt x="190" y="241"/>
                </a:cubicBezTo>
                <a:cubicBezTo>
                  <a:pt x="195" y="241"/>
                  <a:pt x="200" y="240"/>
                  <a:pt x="204" y="239"/>
                </a:cubicBezTo>
                <a:cubicBezTo>
                  <a:pt x="209" y="238"/>
                  <a:pt x="216" y="236"/>
                  <a:pt x="222" y="234"/>
                </a:cubicBezTo>
                <a:cubicBezTo>
                  <a:pt x="222" y="214"/>
                  <a:pt x="222" y="214"/>
                  <a:pt x="222" y="214"/>
                </a:cubicBezTo>
                <a:cubicBezTo>
                  <a:pt x="215" y="218"/>
                  <a:pt x="206" y="220"/>
                  <a:pt x="199" y="220"/>
                </a:cubicBezTo>
                <a:cubicBezTo>
                  <a:pt x="196" y="220"/>
                  <a:pt x="192" y="219"/>
                  <a:pt x="189" y="217"/>
                </a:cubicBezTo>
                <a:moveTo>
                  <a:pt x="176" y="0"/>
                </a:moveTo>
                <a:cubicBezTo>
                  <a:pt x="79" y="0"/>
                  <a:pt x="0" y="79"/>
                  <a:pt x="0" y="177"/>
                </a:cubicBezTo>
                <a:cubicBezTo>
                  <a:pt x="0" y="274"/>
                  <a:pt x="79" y="353"/>
                  <a:pt x="176" y="353"/>
                </a:cubicBezTo>
                <a:cubicBezTo>
                  <a:pt x="274" y="353"/>
                  <a:pt x="353" y="274"/>
                  <a:pt x="353" y="177"/>
                </a:cubicBezTo>
                <a:cubicBezTo>
                  <a:pt x="353" y="79"/>
                  <a:pt x="274" y="0"/>
                  <a:pt x="176" y="0"/>
                </a:cubicBezTo>
                <a:moveTo>
                  <a:pt x="176" y="337"/>
                </a:moveTo>
                <a:cubicBezTo>
                  <a:pt x="87" y="337"/>
                  <a:pt x="16" y="265"/>
                  <a:pt x="16" y="177"/>
                </a:cubicBezTo>
                <a:cubicBezTo>
                  <a:pt x="16" y="88"/>
                  <a:pt x="87" y="16"/>
                  <a:pt x="176" y="16"/>
                </a:cubicBezTo>
                <a:cubicBezTo>
                  <a:pt x="265" y="16"/>
                  <a:pt x="337" y="88"/>
                  <a:pt x="337" y="177"/>
                </a:cubicBezTo>
                <a:cubicBezTo>
                  <a:pt x="337" y="265"/>
                  <a:pt x="265" y="337"/>
                  <a:pt x="176" y="337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1" name="Freeform 11"/>
          <p:cNvSpPr>
            <a:spLocks noEditPoints="1"/>
          </p:cNvSpPr>
          <p:nvPr/>
        </p:nvSpPr>
        <p:spPr bwMode="auto">
          <a:xfrm>
            <a:off x="7454901" y="946152"/>
            <a:ext cx="573617" cy="573617"/>
          </a:xfrm>
          <a:custGeom>
            <a:avLst/>
            <a:gdLst>
              <a:gd name="T0" fmla="*/ 214 w 353"/>
              <a:gd name="T1" fmla="*/ 113 h 353"/>
              <a:gd name="T2" fmla="*/ 211 w 353"/>
              <a:gd name="T3" fmla="*/ 113 h 353"/>
              <a:gd name="T4" fmla="*/ 211 w 353"/>
              <a:gd name="T5" fmla="*/ 113 h 353"/>
              <a:gd name="T6" fmla="*/ 196 w 353"/>
              <a:gd name="T7" fmla="*/ 113 h 353"/>
              <a:gd name="T8" fmla="*/ 195 w 353"/>
              <a:gd name="T9" fmla="*/ 113 h 353"/>
              <a:gd name="T10" fmla="*/ 163 w 353"/>
              <a:gd name="T11" fmla="*/ 166 h 353"/>
              <a:gd name="T12" fmla="*/ 132 w 353"/>
              <a:gd name="T13" fmla="*/ 112 h 353"/>
              <a:gd name="T14" fmla="*/ 131 w 353"/>
              <a:gd name="T15" fmla="*/ 113 h 353"/>
              <a:gd name="T16" fmla="*/ 116 w 353"/>
              <a:gd name="T17" fmla="*/ 113 h 353"/>
              <a:gd name="T18" fmla="*/ 112 w 353"/>
              <a:gd name="T19" fmla="*/ 113 h 353"/>
              <a:gd name="T20" fmla="*/ 155 w 353"/>
              <a:gd name="T21" fmla="*/ 186 h 353"/>
              <a:gd name="T22" fmla="*/ 154 w 353"/>
              <a:gd name="T23" fmla="*/ 239 h 353"/>
              <a:gd name="T24" fmla="*/ 154 w 353"/>
              <a:gd name="T25" fmla="*/ 241 h 353"/>
              <a:gd name="T26" fmla="*/ 155 w 353"/>
              <a:gd name="T27" fmla="*/ 241 h 353"/>
              <a:gd name="T28" fmla="*/ 156 w 353"/>
              <a:gd name="T29" fmla="*/ 241 h 353"/>
              <a:gd name="T30" fmla="*/ 171 w 353"/>
              <a:gd name="T31" fmla="*/ 241 h 353"/>
              <a:gd name="T32" fmla="*/ 173 w 353"/>
              <a:gd name="T33" fmla="*/ 241 h 353"/>
              <a:gd name="T34" fmla="*/ 172 w 353"/>
              <a:gd name="T35" fmla="*/ 186 h 353"/>
              <a:gd name="T36" fmla="*/ 192 w 353"/>
              <a:gd name="T37" fmla="*/ 150 h 353"/>
              <a:gd name="T38" fmla="*/ 213 w 353"/>
              <a:gd name="T39" fmla="*/ 115 h 353"/>
              <a:gd name="T40" fmla="*/ 214 w 353"/>
              <a:gd name="T41" fmla="*/ 113 h 353"/>
              <a:gd name="T42" fmla="*/ 176 w 353"/>
              <a:gd name="T43" fmla="*/ 0 h 353"/>
              <a:gd name="T44" fmla="*/ 0 w 353"/>
              <a:gd name="T45" fmla="*/ 177 h 353"/>
              <a:gd name="T46" fmla="*/ 176 w 353"/>
              <a:gd name="T47" fmla="*/ 353 h 353"/>
              <a:gd name="T48" fmla="*/ 353 w 353"/>
              <a:gd name="T49" fmla="*/ 177 h 353"/>
              <a:gd name="T50" fmla="*/ 176 w 353"/>
              <a:gd name="T51" fmla="*/ 0 h 353"/>
              <a:gd name="T52" fmla="*/ 176 w 353"/>
              <a:gd name="T53" fmla="*/ 337 h 353"/>
              <a:gd name="T54" fmla="*/ 16 w 353"/>
              <a:gd name="T55" fmla="*/ 177 h 353"/>
              <a:gd name="T56" fmla="*/ 176 w 353"/>
              <a:gd name="T57" fmla="*/ 16 h 353"/>
              <a:gd name="T58" fmla="*/ 337 w 353"/>
              <a:gd name="T59" fmla="*/ 177 h 353"/>
              <a:gd name="T60" fmla="*/ 176 w 353"/>
              <a:gd name="T61" fmla="*/ 337 h 353"/>
              <a:gd name="T62" fmla="*/ 217 w 353"/>
              <a:gd name="T63" fmla="*/ 223 h 353"/>
              <a:gd name="T64" fmla="*/ 205 w 353"/>
              <a:gd name="T65" fmla="*/ 229 h 353"/>
              <a:gd name="T66" fmla="*/ 206 w 353"/>
              <a:gd name="T67" fmla="*/ 236 h 353"/>
              <a:gd name="T68" fmla="*/ 212 w 353"/>
              <a:gd name="T69" fmla="*/ 240 h 353"/>
              <a:gd name="T70" fmla="*/ 215 w 353"/>
              <a:gd name="T71" fmla="*/ 241 h 353"/>
              <a:gd name="T72" fmla="*/ 224 w 353"/>
              <a:gd name="T73" fmla="*/ 235 h 353"/>
              <a:gd name="T74" fmla="*/ 223 w 353"/>
              <a:gd name="T75" fmla="*/ 227 h 353"/>
              <a:gd name="T76" fmla="*/ 217 w 353"/>
              <a:gd name="T77" fmla="*/ 223 h 353"/>
              <a:gd name="T78" fmla="*/ 234 w 353"/>
              <a:gd name="T79" fmla="*/ 114 h 353"/>
              <a:gd name="T80" fmla="*/ 231 w 353"/>
              <a:gd name="T81" fmla="*/ 114 h 353"/>
              <a:gd name="T82" fmla="*/ 222 w 353"/>
              <a:gd name="T83" fmla="*/ 123 h 353"/>
              <a:gd name="T84" fmla="*/ 213 w 353"/>
              <a:gd name="T85" fmla="*/ 211 h 353"/>
              <a:gd name="T86" fmla="*/ 213 w 353"/>
              <a:gd name="T87" fmla="*/ 213 h 353"/>
              <a:gd name="T88" fmla="*/ 215 w 353"/>
              <a:gd name="T89" fmla="*/ 213 h 353"/>
              <a:gd name="T90" fmla="*/ 215 w 353"/>
              <a:gd name="T91" fmla="*/ 213 h 353"/>
              <a:gd name="T92" fmla="*/ 220 w 353"/>
              <a:gd name="T93" fmla="*/ 214 h 353"/>
              <a:gd name="T94" fmla="*/ 222 w 353"/>
              <a:gd name="T95" fmla="*/ 215 h 353"/>
              <a:gd name="T96" fmla="*/ 222 w 353"/>
              <a:gd name="T97" fmla="*/ 213 h 353"/>
              <a:gd name="T98" fmla="*/ 238 w 353"/>
              <a:gd name="T99" fmla="*/ 138 h 353"/>
              <a:gd name="T100" fmla="*/ 240 w 353"/>
              <a:gd name="T101" fmla="*/ 127 h 353"/>
              <a:gd name="T102" fmla="*/ 239 w 353"/>
              <a:gd name="T103" fmla="*/ 118 h 353"/>
              <a:gd name="T104" fmla="*/ 234 w 353"/>
              <a:gd name="T105" fmla="*/ 114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353" h="353">
                <a:moveTo>
                  <a:pt x="214" y="113"/>
                </a:moveTo>
                <a:cubicBezTo>
                  <a:pt x="211" y="113"/>
                  <a:pt x="211" y="113"/>
                  <a:pt x="211" y="113"/>
                </a:cubicBezTo>
                <a:cubicBezTo>
                  <a:pt x="211" y="113"/>
                  <a:pt x="211" y="113"/>
                  <a:pt x="211" y="113"/>
                </a:cubicBezTo>
                <a:cubicBezTo>
                  <a:pt x="207" y="114"/>
                  <a:pt x="200" y="114"/>
                  <a:pt x="196" y="113"/>
                </a:cubicBezTo>
                <a:cubicBezTo>
                  <a:pt x="195" y="113"/>
                  <a:pt x="195" y="113"/>
                  <a:pt x="195" y="113"/>
                </a:cubicBezTo>
                <a:cubicBezTo>
                  <a:pt x="163" y="166"/>
                  <a:pt x="163" y="166"/>
                  <a:pt x="163" y="166"/>
                </a:cubicBezTo>
                <a:cubicBezTo>
                  <a:pt x="132" y="112"/>
                  <a:pt x="132" y="112"/>
                  <a:pt x="132" y="112"/>
                </a:cubicBezTo>
                <a:cubicBezTo>
                  <a:pt x="131" y="113"/>
                  <a:pt x="131" y="113"/>
                  <a:pt x="131" y="113"/>
                </a:cubicBezTo>
                <a:cubicBezTo>
                  <a:pt x="126" y="114"/>
                  <a:pt x="120" y="114"/>
                  <a:pt x="116" y="113"/>
                </a:cubicBezTo>
                <a:cubicBezTo>
                  <a:pt x="112" y="113"/>
                  <a:pt x="112" y="113"/>
                  <a:pt x="112" y="113"/>
                </a:cubicBezTo>
                <a:cubicBezTo>
                  <a:pt x="155" y="186"/>
                  <a:pt x="155" y="186"/>
                  <a:pt x="155" y="186"/>
                </a:cubicBezTo>
                <a:cubicBezTo>
                  <a:pt x="154" y="239"/>
                  <a:pt x="154" y="239"/>
                  <a:pt x="154" y="239"/>
                </a:cubicBezTo>
                <a:cubicBezTo>
                  <a:pt x="154" y="241"/>
                  <a:pt x="154" y="241"/>
                  <a:pt x="154" y="241"/>
                </a:cubicBezTo>
                <a:cubicBezTo>
                  <a:pt x="155" y="241"/>
                  <a:pt x="155" y="241"/>
                  <a:pt x="155" y="241"/>
                </a:cubicBezTo>
                <a:cubicBezTo>
                  <a:pt x="156" y="241"/>
                  <a:pt x="156" y="241"/>
                  <a:pt x="156" y="241"/>
                </a:cubicBezTo>
                <a:cubicBezTo>
                  <a:pt x="160" y="240"/>
                  <a:pt x="167" y="240"/>
                  <a:pt x="171" y="241"/>
                </a:cubicBezTo>
                <a:cubicBezTo>
                  <a:pt x="173" y="241"/>
                  <a:pt x="173" y="241"/>
                  <a:pt x="173" y="241"/>
                </a:cubicBezTo>
                <a:cubicBezTo>
                  <a:pt x="172" y="186"/>
                  <a:pt x="172" y="186"/>
                  <a:pt x="172" y="186"/>
                </a:cubicBezTo>
                <a:cubicBezTo>
                  <a:pt x="173" y="184"/>
                  <a:pt x="182" y="167"/>
                  <a:pt x="192" y="150"/>
                </a:cubicBezTo>
                <a:cubicBezTo>
                  <a:pt x="202" y="133"/>
                  <a:pt x="213" y="115"/>
                  <a:pt x="213" y="115"/>
                </a:cubicBezTo>
                <a:lnTo>
                  <a:pt x="214" y="113"/>
                </a:lnTo>
                <a:close/>
                <a:moveTo>
                  <a:pt x="176" y="0"/>
                </a:moveTo>
                <a:cubicBezTo>
                  <a:pt x="79" y="0"/>
                  <a:pt x="0" y="79"/>
                  <a:pt x="0" y="177"/>
                </a:cubicBezTo>
                <a:cubicBezTo>
                  <a:pt x="0" y="274"/>
                  <a:pt x="79" y="353"/>
                  <a:pt x="176" y="353"/>
                </a:cubicBezTo>
                <a:cubicBezTo>
                  <a:pt x="274" y="353"/>
                  <a:pt x="353" y="274"/>
                  <a:pt x="353" y="177"/>
                </a:cubicBezTo>
                <a:cubicBezTo>
                  <a:pt x="353" y="79"/>
                  <a:pt x="274" y="0"/>
                  <a:pt x="176" y="0"/>
                </a:cubicBezTo>
                <a:moveTo>
                  <a:pt x="176" y="337"/>
                </a:moveTo>
                <a:cubicBezTo>
                  <a:pt x="88" y="337"/>
                  <a:pt x="16" y="265"/>
                  <a:pt x="16" y="177"/>
                </a:cubicBezTo>
                <a:cubicBezTo>
                  <a:pt x="16" y="88"/>
                  <a:pt x="88" y="16"/>
                  <a:pt x="176" y="16"/>
                </a:cubicBezTo>
                <a:cubicBezTo>
                  <a:pt x="265" y="16"/>
                  <a:pt x="337" y="88"/>
                  <a:pt x="337" y="177"/>
                </a:cubicBezTo>
                <a:cubicBezTo>
                  <a:pt x="337" y="265"/>
                  <a:pt x="265" y="337"/>
                  <a:pt x="176" y="337"/>
                </a:cubicBezTo>
                <a:moveTo>
                  <a:pt x="217" y="223"/>
                </a:moveTo>
                <a:cubicBezTo>
                  <a:pt x="211" y="221"/>
                  <a:pt x="207" y="224"/>
                  <a:pt x="205" y="229"/>
                </a:cubicBezTo>
                <a:cubicBezTo>
                  <a:pt x="205" y="232"/>
                  <a:pt x="205" y="234"/>
                  <a:pt x="206" y="236"/>
                </a:cubicBezTo>
                <a:cubicBezTo>
                  <a:pt x="208" y="238"/>
                  <a:pt x="210" y="240"/>
                  <a:pt x="212" y="240"/>
                </a:cubicBezTo>
                <a:cubicBezTo>
                  <a:pt x="213" y="241"/>
                  <a:pt x="214" y="241"/>
                  <a:pt x="215" y="241"/>
                </a:cubicBezTo>
                <a:cubicBezTo>
                  <a:pt x="220" y="241"/>
                  <a:pt x="223" y="238"/>
                  <a:pt x="224" y="235"/>
                </a:cubicBezTo>
                <a:cubicBezTo>
                  <a:pt x="225" y="232"/>
                  <a:pt x="224" y="229"/>
                  <a:pt x="223" y="227"/>
                </a:cubicBezTo>
                <a:cubicBezTo>
                  <a:pt x="222" y="225"/>
                  <a:pt x="220" y="223"/>
                  <a:pt x="217" y="223"/>
                </a:cubicBezTo>
                <a:moveTo>
                  <a:pt x="234" y="114"/>
                </a:moveTo>
                <a:cubicBezTo>
                  <a:pt x="233" y="114"/>
                  <a:pt x="232" y="114"/>
                  <a:pt x="231" y="114"/>
                </a:cubicBezTo>
                <a:cubicBezTo>
                  <a:pt x="226" y="114"/>
                  <a:pt x="222" y="117"/>
                  <a:pt x="222" y="123"/>
                </a:cubicBezTo>
                <a:cubicBezTo>
                  <a:pt x="216" y="191"/>
                  <a:pt x="213" y="211"/>
                  <a:pt x="213" y="211"/>
                </a:cubicBezTo>
                <a:cubicBezTo>
                  <a:pt x="213" y="213"/>
                  <a:pt x="213" y="213"/>
                  <a:pt x="213" y="213"/>
                </a:cubicBezTo>
                <a:cubicBezTo>
                  <a:pt x="215" y="213"/>
                  <a:pt x="215" y="213"/>
                  <a:pt x="215" y="213"/>
                </a:cubicBezTo>
                <a:cubicBezTo>
                  <a:pt x="215" y="213"/>
                  <a:pt x="215" y="213"/>
                  <a:pt x="215" y="213"/>
                </a:cubicBezTo>
                <a:cubicBezTo>
                  <a:pt x="217" y="213"/>
                  <a:pt x="219" y="213"/>
                  <a:pt x="220" y="214"/>
                </a:cubicBezTo>
                <a:cubicBezTo>
                  <a:pt x="222" y="215"/>
                  <a:pt x="222" y="215"/>
                  <a:pt x="222" y="215"/>
                </a:cubicBezTo>
                <a:cubicBezTo>
                  <a:pt x="222" y="213"/>
                  <a:pt x="222" y="213"/>
                  <a:pt x="222" y="213"/>
                </a:cubicBezTo>
                <a:cubicBezTo>
                  <a:pt x="226" y="188"/>
                  <a:pt x="234" y="156"/>
                  <a:pt x="238" y="138"/>
                </a:cubicBezTo>
                <a:cubicBezTo>
                  <a:pt x="239" y="133"/>
                  <a:pt x="240" y="129"/>
                  <a:pt x="240" y="127"/>
                </a:cubicBezTo>
                <a:cubicBezTo>
                  <a:pt x="241" y="123"/>
                  <a:pt x="241" y="120"/>
                  <a:pt x="239" y="118"/>
                </a:cubicBezTo>
                <a:cubicBezTo>
                  <a:pt x="238" y="116"/>
                  <a:pt x="236" y="115"/>
                  <a:pt x="234" y="114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2" name="Freeform 12"/>
          <p:cNvSpPr>
            <a:spLocks noEditPoints="1"/>
          </p:cNvSpPr>
          <p:nvPr/>
        </p:nvSpPr>
        <p:spPr bwMode="auto">
          <a:xfrm>
            <a:off x="8549218" y="946152"/>
            <a:ext cx="573617" cy="573617"/>
          </a:xfrm>
          <a:custGeom>
            <a:avLst/>
            <a:gdLst>
              <a:gd name="T0" fmla="*/ 228 w 353"/>
              <a:gd name="T1" fmla="*/ 159 h 353"/>
              <a:gd name="T2" fmla="*/ 228 w 353"/>
              <a:gd name="T3" fmla="*/ 159 h 353"/>
              <a:gd name="T4" fmla="*/ 228 w 353"/>
              <a:gd name="T5" fmla="*/ 159 h 353"/>
              <a:gd name="T6" fmla="*/ 228 w 353"/>
              <a:gd name="T7" fmla="*/ 159 h 353"/>
              <a:gd name="T8" fmla="*/ 125 w 353"/>
              <a:gd name="T9" fmla="*/ 160 h 353"/>
              <a:gd name="T10" fmla="*/ 89 w 353"/>
              <a:gd name="T11" fmla="*/ 189 h 353"/>
              <a:gd name="T12" fmla="*/ 120 w 353"/>
              <a:gd name="T13" fmla="*/ 208 h 353"/>
              <a:gd name="T14" fmla="*/ 120 w 353"/>
              <a:gd name="T15" fmla="*/ 208 h 353"/>
              <a:gd name="T16" fmla="*/ 127 w 353"/>
              <a:gd name="T17" fmla="*/ 213 h 353"/>
              <a:gd name="T18" fmla="*/ 141 w 353"/>
              <a:gd name="T19" fmla="*/ 221 h 353"/>
              <a:gd name="T20" fmla="*/ 165 w 353"/>
              <a:gd name="T21" fmla="*/ 203 h 353"/>
              <a:gd name="T22" fmla="*/ 177 w 353"/>
              <a:gd name="T23" fmla="*/ 194 h 353"/>
              <a:gd name="T24" fmla="*/ 177 w 353"/>
              <a:gd name="T25" fmla="*/ 194 h 353"/>
              <a:gd name="T26" fmla="*/ 177 w 353"/>
              <a:gd name="T27" fmla="*/ 194 h 353"/>
              <a:gd name="T28" fmla="*/ 177 w 353"/>
              <a:gd name="T29" fmla="*/ 194 h 353"/>
              <a:gd name="T30" fmla="*/ 177 w 353"/>
              <a:gd name="T31" fmla="*/ 194 h 353"/>
              <a:gd name="T32" fmla="*/ 205 w 353"/>
              <a:gd name="T33" fmla="*/ 215 h 353"/>
              <a:gd name="T34" fmla="*/ 213 w 353"/>
              <a:gd name="T35" fmla="*/ 221 h 353"/>
              <a:gd name="T36" fmla="*/ 265 w 353"/>
              <a:gd name="T37" fmla="*/ 189 h 353"/>
              <a:gd name="T38" fmla="*/ 228 w 353"/>
              <a:gd name="T39" fmla="*/ 159 h 353"/>
              <a:gd name="T40" fmla="*/ 177 w 353"/>
              <a:gd name="T41" fmla="*/ 192 h 353"/>
              <a:gd name="T42" fmla="*/ 125 w 353"/>
              <a:gd name="T43" fmla="*/ 160 h 353"/>
              <a:gd name="T44" fmla="*/ 212 w 353"/>
              <a:gd name="T45" fmla="*/ 240 h 353"/>
              <a:gd name="T46" fmla="*/ 212 w 353"/>
              <a:gd name="T47" fmla="*/ 241 h 353"/>
              <a:gd name="T48" fmla="*/ 177 w 353"/>
              <a:gd name="T49" fmla="*/ 214 h 353"/>
              <a:gd name="T50" fmla="*/ 143 w 353"/>
              <a:gd name="T51" fmla="*/ 240 h 353"/>
              <a:gd name="T52" fmla="*/ 143 w 353"/>
              <a:gd name="T53" fmla="*/ 241 h 353"/>
              <a:gd name="T54" fmla="*/ 124 w 353"/>
              <a:gd name="T55" fmla="*/ 229 h 353"/>
              <a:gd name="T56" fmla="*/ 124 w 353"/>
              <a:gd name="T57" fmla="*/ 239 h 353"/>
              <a:gd name="T58" fmla="*/ 177 w 353"/>
              <a:gd name="T59" fmla="*/ 273 h 353"/>
              <a:gd name="T60" fmla="*/ 229 w 353"/>
              <a:gd name="T61" fmla="*/ 239 h 353"/>
              <a:gd name="T62" fmla="*/ 229 w 353"/>
              <a:gd name="T63" fmla="*/ 230 h 353"/>
              <a:gd name="T64" fmla="*/ 212 w 353"/>
              <a:gd name="T65" fmla="*/ 240 h 353"/>
              <a:gd name="T66" fmla="*/ 89 w 353"/>
              <a:gd name="T67" fmla="*/ 131 h 353"/>
              <a:gd name="T68" fmla="*/ 125 w 353"/>
              <a:gd name="T69" fmla="*/ 160 h 353"/>
              <a:gd name="T70" fmla="*/ 177 w 353"/>
              <a:gd name="T71" fmla="*/ 127 h 353"/>
              <a:gd name="T72" fmla="*/ 141 w 353"/>
              <a:gd name="T73" fmla="*/ 96 h 353"/>
              <a:gd name="T74" fmla="*/ 89 w 353"/>
              <a:gd name="T75" fmla="*/ 131 h 353"/>
              <a:gd name="T76" fmla="*/ 214 w 353"/>
              <a:gd name="T77" fmla="*/ 96 h 353"/>
              <a:gd name="T78" fmla="*/ 177 w 353"/>
              <a:gd name="T79" fmla="*/ 127 h 353"/>
              <a:gd name="T80" fmla="*/ 228 w 353"/>
              <a:gd name="T81" fmla="*/ 159 h 353"/>
              <a:gd name="T82" fmla="*/ 265 w 353"/>
              <a:gd name="T83" fmla="*/ 130 h 353"/>
              <a:gd name="T84" fmla="*/ 214 w 353"/>
              <a:gd name="T85" fmla="*/ 96 h 353"/>
              <a:gd name="T86" fmla="*/ 177 w 353"/>
              <a:gd name="T87" fmla="*/ 0 h 353"/>
              <a:gd name="T88" fmla="*/ 0 w 353"/>
              <a:gd name="T89" fmla="*/ 177 h 353"/>
              <a:gd name="T90" fmla="*/ 177 w 353"/>
              <a:gd name="T91" fmla="*/ 353 h 353"/>
              <a:gd name="T92" fmla="*/ 353 w 353"/>
              <a:gd name="T93" fmla="*/ 177 h 353"/>
              <a:gd name="T94" fmla="*/ 177 w 353"/>
              <a:gd name="T95" fmla="*/ 0 h 353"/>
              <a:gd name="T96" fmla="*/ 177 w 353"/>
              <a:gd name="T97" fmla="*/ 337 h 353"/>
              <a:gd name="T98" fmla="*/ 16 w 353"/>
              <a:gd name="T99" fmla="*/ 177 h 353"/>
              <a:gd name="T100" fmla="*/ 177 w 353"/>
              <a:gd name="T101" fmla="*/ 16 h 353"/>
              <a:gd name="T102" fmla="*/ 337 w 353"/>
              <a:gd name="T103" fmla="*/ 177 h 353"/>
              <a:gd name="T104" fmla="*/ 177 w 353"/>
              <a:gd name="T105" fmla="*/ 337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353" h="353">
                <a:moveTo>
                  <a:pt x="228" y="159"/>
                </a:moveTo>
                <a:cubicBezTo>
                  <a:pt x="228" y="159"/>
                  <a:pt x="228" y="159"/>
                  <a:pt x="228" y="159"/>
                </a:cubicBezTo>
                <a:cubicBezTo>
                  <a:pt x="228" y="159"/>
                  <a:pt x="228" y="159"/>
                  <a:pt x="228" y="159"/>
                </a:cubicBezTo>
                <a:cubicBezTo>
                  <a:pt x="228" y="159"/>
                  <a:pt x="228" y="159"/>
                  <a:pt x="228" y="159"/>
                </a:cubicBezTo>
                <a:close/>
                <a:moveTo>
                  <a:pt x="125" y="160"/>
                </a:moveTo>
                <a:cubicBezTo>
                  <a:pt x="89" y="189"/>
                  <a:pt x="89" y="189"/>
                  <a:pt x="89" y="189"/>
                </a:cubicBezTo>
                <a:cubicBezTo>
                  <a:pt x="120" y="208"/>
                  <a:pt x="120" y="208"/>
                  <a:pt x="120" y="208"/>
                </a:cubicBezTo>
                <a:cubicBezTo>
                  <a:pt x="120" y="208"/>
                  <a:pt x="120" y="208"/>
                  <a:pt x="120" y="208"/>
                </a:cubicBezTo>
                <a:cubicBezTo>
                  <a:pt x="127" y="213"/>
                  <a:pt x="127" y="213"/>
                  <a:pt x="127" y="213"/>
                </a:cubicBezTo>
                <a:cubicBezTo>
                  <a:pt x="141" y="221"/>
                  <a:pt x="141" y="221"/>
                  <a:pt x="141" y="221"/>
                </a:cubicBezTo>
                <a:cubicBezTo>
                  <a:pt x="165" y="203"/>
                  <a:pt x="165" y="203"/>
                  <a:pt x="165" y="203"/>
                </a:cubicBezTo>
                <a:cubicBezTo>
                  <a:pt x="177" y="194"/>
                  <a:pt x="177" y="194"/>
                  <a:pt x="177" y="194"/>
                </a:cubicBezTo>
                <a:cubicBezTo>
                  <a:pt x="177" y="194"/>
                  <a:pt x="177" y="194"/>
                  <a:pt x="177" y="194"/>
                </a:cubicBezTo>
                <a:cubicBezTo>
                  <a:pt x="177" y="194"/>
                  <a:pt x="177" y="194"/>
                  <a:pt x="177" y="194"/>
                </a:cubicBezTo>
                <a:cubicBezTo>
                  <a:pt x="177" y="194"/>
                  <a:pt x="177" y="194"/>
                  <a:pt x="177" y="194"/>
                </a:cubicBezTo>
                <a:cubicBezTo>
                  <a:pt x="177" y="194"/>
                  <a:pt x="177" y="194"/>
                  <a:pt x="177" y="194"/>
                </a:cubicBezTo>
                <a:cubicBezTo>
                  <a:pt x="205" y="215"/>
                  <a:pt x="205" y="215"/>
                  <a:pt x="205" y="215"/>
                </a:cubicBezTo>
                <a:cubicBezTo>
                  <a:pt x="213" y="221"/>
                  <a:pt x="213" y="221"/>
                  <a:pt x="213" y="221"/>
                </a:cubicBezTo>
                <a:cubicBezTo>
                  <a:pt x="265" y="189"/>
                  <a:pt x="265" y="189"/>
                  <a:pt x="265" y="189"/>
                </a:cubicBezTo>
                <a:cubicBezTo>
                  <a:pt x="228" y="159"/>
                  <a:pt x="228" y="159"/>
                  <a:pt x="228" y="159"/>
                </a:cubicBezTo>
                <a:cubicBezTo>
                  <a:pt x="177" y="192"/>
                  <a:pt x="177" y="192"/>
                  <a:pt x="177" y="192"/>
                </a:cubicBezTo>
                <a:lnTo>
                  <a:pt x="125" y="160"/>
                </a:lnTo>
                <a:close/>
                <a:moveTo>
                  <a:pt x="212" y="240"/>
                </a:moveTo>
                <a:cubicBezTo>
                  <a:pt x="212" y="241"/>
                  <a:pt x="212" y="241"/>
                  <a:pt x="212" y="241"/>
                </a:cubicBezTo>
                <a:cubicBezTo>
                  <a:pt x="177" y="214"/>
                  <a:pt x="177" y="214"/>
                  <a:pt x="177" y="214"/>
                </a:cubicBezTo>
                <a:cubicBezTo>
                  <a:pt x="143" y="240"/>
                  <a:pt x="143" y="240"/>
                  <a:pt x="143" y="240"/>
                </a:cubicBezTo>
                <a:cubicBezTo>
                  <a:pt x="143" y="241"/>
                  <a:pt x="143" y="241"/>
                  <a:pt x="143" y="241"/>
                </a:cubicBezTo>
                <a:cubicBezTo>
                  <a:pt x="124" y="229"/>
                  <a:pt x="124" y="229"/>
                  <a:pt x="124" y="229"/>
                </a:cubicBezTo>
                <a:cubicBezTo>
                  <a:pt x="124" y="239"/>
                  <a:pt x="124" y="239"/>
                  <a:pt x="124" y="239"/>
                </a:cubicBezTo>
                <a:cubicBezTo>
                  <a:pt x="177" y="273"/>
                  <a:pt x="177" y="273"/>
                  <a:pt x="177" y="273"/>
                </a:cubicBezTo>
                <a:cubicBezTo>
                  <a:pt x="229" y="239"/>
                  <a:pt x="229" y="239"/>
                  <a:pt x="229" y="239"/>
                </a:cubicBezTo>
                <a:cubicBezTo>
                  <a:pt x="229" y="230"/>
                  <a:pt x="229" y="230"/>
                  <a:pt x="229" y="230"/>
                </a:cubicBezTo>
                <a:cubicBezTo>
                  <a:pt x="212" y="240"/>
                  <a:pt x="212" y="240"/>
                  <a:pt x="212" y="240"/>
                </a:cubicBezTo>
                <a:close/>
                <a:moveTo>
                  <a:pt x="89" y="131"/>
                </a:moveTo>
                <a:cubicBezTo>
                  <a:pt x="125" y="160"/>
                  <a:pt x="125" y="160"/>
                  <a:pt x="125" y="160"/>
                </a:cubicBezTo>
                <a:cubicBezTo>
                  <a:pt x="177" y="127"/>
                  <a:pt x="177" y="127"/>
                  <a:pt x="177" y="127"/>
                </a:cubicBezTo>
                <a:cubicBezTo>
                  <a:pt x="141" y="96"/>
                  <a:pt x="141" y="96"/>
                  <a:pt x="141" y="96"/>
                </a:cubicBezTo>
                <a:lnTo>
                  <a:pt x="89" y="131"/>
                </a:lnTo>
                <a:close/>
                <a:moveTo>
                  <a:pt x="214" y="96"/>
                </a:moveTo>
                <a:cubicBezTo>
                  <a:pt x="177" y="127"/>
                  <a:pt x="177" y="127"/>
                  <a:pt x="177" y="127"/>
                </a:cubicBezTo>
                <a:cubicBezTo>
                  <a:pt x="228" y="159"/>
                  <a:pt x="228" y="159"/>
                  <a:pt x="228" y="159"/>
                </a:cubicBezTo>
                <a:cubicBezTo>
                  <a:pt x="265" y="130"/>
                  <a:pt x="265" y="130"/>
                  <a:pt x="265" y="130"/>
                </a:cubicBezTo>
                <a:lnTo>
                  <a:pt x="214" y="96"/>
                </a:lnTo>
                <a:close/>
                <a:moveTo>
                  <a:pt x="177" y="0"/>
                </a:moveTo>
                <a:cubicBezTo>
                  <a:pt x="79" y="0"/>
                  <a:pt x="0" y="79"/>
                  <a:pt x="0" y="177"/>
                </a:cubicBezTo>
                <a:cubicBezTo>
                  <a:pt x="0" y="274"/>
                  <a:pt x="79" y="353"/>
                  <a:pt x="177" y="353"/>
                </a:cubicBezTo>
                <a:cubicBezTo>
                  <a:pt x="274" y="353"/>
                  <a:pt x="353" y="274"/>
                  <a:pt x="353" y="177"/>
                </a:cubicBezTo>
                <a:cubicBezTo>
                  <a:pt x="353" y="79"/>
                  <a:pt x="274" y="0"/>
                  <a:pt x="177" y="0"/>
                </a:cubicBezTo>
                <a:moveTo>
                  <a:pt x="177" y="337"/>
                </a:moveTo>
                <a:cubicBezTo>
                  <a:pt x="88" y="337"/>
                  <a:pt x="16" y="265"/>
                  <a:pt x="16" y="177"/>
                </a:cubicBezTo>
                <a:cubicBezTo>
                  <a:pt x="16" y="88"/>
                  <a:pt x="88" y="16"/>
                  <a:pt x="177" y="16"/>
                </a:cubicBezTo>
                <a:cubicBezTo>
                  <a:pt x="266" y="16"/>
                  <a:pt x="337" y="88"/>
                  <a:pt x="337" y="177"/>
                </a:cubicBezTo>
                <a:cubicBezTo>
                  <a:pt x="337" y="265"/>
                  <a:pt x="266" y="337"/>
                  <a:pt x="177" y="337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3" name="Freeform 13"/>
          <p:cNvSpPr>
            <a:spLocks noEditPoints="1"/>
          </p:cNvSpPr>
          <p:nvPr/>
        </p:nvSpPr>
        <p:spPr bwMode="auto">
          <a:xfrm>
            <a:off x="9645651" y="946152"/>
            <a:ext cx="575733" cy="573617"/>
          </a:xfrm>
          <a:custGeom>
            <a:avLst/>
            <a:gdLst>
              <a:gd name="T0" fmla="*/ 176 w 353"/>
              <a:gd name="T1" fmla="*/ 0 h 353"/>
              <a:gd name="T2" fmla="*/ 0 w 353"/>
              <a:gd name="T3" fmla="*/ 177 h 353"/>
              <a:gd name="T4" fmla="*/ 176 w 353"/>
              <a:gd name="T5" fmla="*/ 353 h 353"/>
              <a:gd name="T6" fmla="*/ 353 w 353"/>
              <a:gd name="T7" fmla="*/ 177 h 353"/>
              <a:gd name="T8" fmla="*/ 176 w 353"/>
              <a:gd name="T9" fmla="*/ 0 h 353"/>
              <a:gd name="T10" fmla="*/ 176 w 353"/>
              <a:gd name="T11" fmla="*/ 337 h 353"/>
              <a:gd name="T12" fmla="*/ 16 w 353"/>
              <a:gd name="T13" fmla="*/ 177 h 353"/>
              <a:gd name="T14" fmla="*/ 176 w 353"/>
              <a:gd name="T15" fmla="*/ 16 h 353"/>
              <a:gd name="T16" fmla="*/ 337 w 353"/>
              <a:gd name="T17" fmla="*/ 177 h 353"/>
              <a:gd name="T18" fmla="*/ 176 w 353"/>
              <a:gd name="T19" fmla="*/ 337 h 353"/>
              <a:gd name="T20" fmla="*/ 224 w 353"/>
              <a:gd name="T21" fmla="*/ 96 h 353"/>
              <a:gd name="T22" fmla="*/ 128 w 353"/>
              <a:gd name="T23" fmla="*/ 96 h 353"/>
              <a:gd name="T24" fmla="*/ 96 w 353"/>
              <a:gd name="T25" fmla="*/ 128 h 353"/>
              <a:gd name="T26" fmla="*/ 96 w 353"/>
              <a:gd name="T27" fmla="*/ 225 h 353"/>
              <a:gd name="T28" fmla="*/ 128 w 353"/>
              <a:gd name="T29" fmla="*/ 257 h 353"/>
              <a:gd name="T30" fmla="*/ 224 w 353"/>
              <a:gd name="T31" fmla="*/ 257 h 353"/>
              <a:gd name="T32" fmla="*/ 256 w 353"/>
              <a:gd name="T33" fmla="*/ 225 h 353"/>
              <a:gd name="T34" fmla="*/ 256 w 353"/>
              <a:gd name="T35" fmla="*/ 128 h 353"/>
              <a:gd name="T36" fmla="*/ 224 w 353"/>
              <a:gd name="T37" fmla="*/ 96 h 353"/>
              <a:gd name="T38" fmla="*/ 208 w 353"/>
              <a:gd name="T39" fmla="*/ 120 h 353"/>
              <a:gd name="T40" fmla="*/ 232 w 353"/>
              <a:gd name="T41" fmla="*/ 120 h 353"/>
              <a:gd name="T42" fmla="*/ 232 w 353"/>
              <a:gd name="T43" fmla="*/ 145 h 353"/>
              <a:gd name="T44" fmla="*/ 208 w 353"/>
              <a:gd name="T45" fmla="*/ 145 h 353"/>
              <a:gd name="T46" fmla="*/ 208 w 353"/>
              <a:gd name="T47" fmla="*/ 120 h 353"/>
              <a:gd name="T48" fmla="*/ 176 w 353"/>
              <a:gd name="T49" fmla="*/ 145 h 353"/>
              <a:gd name="T50" fmla="*/ 208 w 353"/>
              <a:gd name="T51" fmla="*/ 177 h 353"/>
              <a:gd name="T52" fmla="*/ 176 w 353"/>
              <a:gd name="T53" fmla="*/ 209 h 353"/>
              <a:gd name="T54" fmla="*/ 144 w 353"/>
              <a:gd name="T55" fmla="*/ 177 h 353"/>
              <a:gd name="T56" fmla="*/ 176 w 353"/>
              <a:gd name="T57" fmla="*/ 145 h 353"/>
              <a:gd name="T58" fmla="*/ 240 w 353"/>
              <a:gd name="T59" fmla="*/ 225 h 353"/>
              <a:gd name="T60" fmla="*/ 224 w 353"/>
              <a:gd name="T61" fmla="*/ 241 h 353"/>
              <a:gd name="T62" fmla="*/ 128 w 353"/>
              <a:gd name="T63" fmla="*/ 241 h 353"/>
              <a:gd name="T64" fmla="*/ 112 w 353"/>
              <a:gd name="T65" fmla="*/ 225 h 353"/>
              <a:gd name="T66" fmla="*/ 112 w 353"/>
              <a:gd name="T67" fmla="*/ 169 h 353"/>
              <a:gd name="T68" fmla="*/ 129 w 353"/>
              <a:gd name="T69" fmla="*/ 169 h 353"/>
              <a:gd name="T70" fmla="*/ 128 w 353"/>
              <a:gd name="T71" fmla="*/ 177 h 353"/>
              <a:gd name="T72" fmla="*/ 176 w 353"/>
              <a:gd name="T73" fmla="*/ 225 h 353"/>
              <a:gd name="T74" fmla="*/ 224 w 353"/>
              <a:gd name="T75" fmla="*/ 177 h 353"/>
              <a:gd name="T76" fmla="*/ 224 w 353"/>
              <a:gd name="T77" fmla="*/ 169 h 353"/>
              <a:gd name="T78" fmla="*/ 240 w 353"/>
              <a:gd name="T79" fmla="*/ 169 h 353"/>
              <a:gd name="T80" fmla="*/ 240 w 353"/>
              <a:gd name="T81" fmla="*/ 225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353" h="353">
                <a:moveTo>
                  <a:pt x="176" y="0"/>
                </a:moveTo>
                <a:cubicBezTo>
                  <a:pt x="79" y="0"/>
                  <a:pt x="0" y="79"/>
                  <a:pt x="0" y="177"/>
                </a:cubicBezTo>
                <a:cubicBezTo>
                  <a:pt x="0" y="274"/>
                  <a:pt x="79" y="353"/>
                  <a:pt x="176" y="353"/>
                </a:cubicBezTo>
                <a:cubicBezTo>
                  <a:pt x="274" y="353"/>
                  <a:pt x="353" y="274"/>
                  <a:pt x="353" y="177"/>
                </a:cubicBezTo>
                <a:cubicBezTo>
                  <a:pt x="353" y="79"/>
                  <a:pt x="274" y="0"/>
                  <a:pt x="176" y="0"/>
                </a:cubicBezTo>
                <a:moveTo>
                  <a:pt x="176" y="337"/>
                </a:moveTo>
                <a:cubicBezTo>
                  <a:pt x="87" y="337"/>
                  <a:pt x="16" y="265"/>
                  <a:pt x="16" y="177"/>
                </a:cubicBezTo>
                <a:cubicBezTo>
                  <a:pt x="16" y="88"/>
                  <a:pt x="87" y="16"/>
                  <a:pt x="176" y="16"/>
                </a:cubicBezTo>
                <a:cubicBezTo>
                  <a:pt x="265" y="16"/>
                  <a:pt x="337" y="88"/>
                  <a:pt x="337" y="177"/>
                </a:cubicBezTo>
                <a:cubicBezTo>
                  <a:pt x="337" y="265"/>
                  <a:pt x="265" y="337"/>
                  <a:pt x="176" y="337"/>
                </a:cubicBezTo>
                <a:moveTo>
                  <a:pt x="224" y="96"/>
                </a:moveTo>
                <a:cubicBezTo>
                  <a:pt x="128" y="96"/>
                  <a:pt x="128" y="96"/>
                  <a:pt x="128" y="96"/>
                </a:cubicBezTo>
                <a:cubicBezTo>
                  <a:pt x="110" y="96"/>
                  <a:pt x="96" y="111"/>
                  <a:pt x="96" y="128"/>
                </a:cubicBezTo>
                <a:cubicBezTo>
                  <a:pt x="96" y="225"/>
                  <a:pt x="96" y="225"/>
                  <a:pt x="96" y="225"/>
                </a:cubicBezTo>
                <a:cubicBezTo>
                  <a:pt x="96" y="243"/>
                  <a:pt x="110" y="257"/>
                  <a:pt x="128" y="257"/>
                </a:cubicBezTo>
                <a:cubicBezTo>
                  <a:pt x="224" y="257"/>
                  <a:pt x="224" y="257"/>
                  <a:pt x="224" y="257"/>
                </a:cubicBezTo>
                <a:cubicBezTo>
                  <a:pt x="242" y="257"/>
                  <a:pt x="256" y="243"/>
                  <a:pt x="256" y="225"/>
                </a:cubicBezTo>
                <a:cubicBezTo>
                  <a:pt x="256" y="128"/>
                  <a:pt x="256" y="128"/>
                  <a:pt x="256" y="128"/>
                </a:cubicBezTo>
                <a:cubicBezTo>
                  <a:pt x="256" y="111"/>
                  <a:pt x="242" y="96"/>
                  <a:pt x="224" y="96"/>
                </a:cubicBezTo>
                <a:moveTo>
                  <a:pt x="208" y="120"/>
                </a:moveTo>
                <a:cubicBezTo>
                  <a:pt x="232" y="120"/>
                  <a:pt x="232" y="120"/>
                  <a:pt x="232" y="120"/>
                </a:cubicBezTo>
                <a:cubicBezTo>
                  <a:pt x="232" y="145"/>
                  <a:pt x="232" y="145"/>
                  <a:pt x="232" y="145"/>
                </a:cubicBezTo>
                <a:cubicBezTo>
                  <a:pt x="208" y="145"/>
                  <a:pt x="208" y="145"/>
                  <a:pt x="208" y="145"/>
                </a:cubicBezTo>
                <a:lnTo>
                  <a:pt x="208" y="120"/>
                </a:lnTo>
                <a:close/>
                <a:moveTo>
                  <a:pt x="176" y="145"/>
                </a:moveTo>
                <a:cubicBezTo>
                  <a:pt x="194" y="145"/>
                  <a:pt x="208" y="159"/>
                  <a:pt x="208" y="177"/>
                </a:cubicBezTo>
                <a:cubicBezTo>
                  <a:pt x="208" y="194"/>
                  <a:pt x="194" y="209"/>
                  <a:pt x="176" y="209"/>
                </a:cubicBezTo>
                <a:cubicBezTo>
                  <a:pt x="158" y="209"/>
                  <a:pt x="144" y="194"/>
                  <a:pt x="144" y="177"/>
                </a:cubicBezTo>
                <a:cubicBezTo>
                  <a:pt x="144" y="159"/>
                  <a:pt x="158" y="145"/>
                  <a:pt x="176" y="145"/>
                </a:cubicBezTo>
                <a:moveTo>
                  <a:pt x="240" y="225"/>
                </a:moveTo>
                <a:cubicBezTo>
                  <a:pt x="240" y="234"/>
                  <a:pt x="233" y="241"/>
                  <a:pt x="224" y="241"/>
                </a:cubicBezTo>
                <a:cubicBezTo>
                  <a:pt x="128" y="241"/>
                  <a:pt x="128" y="241"/>
                  <a:pt x="128" y="241"/>
                </a:cubicBezTo>
                <a:cubicBezTo>
                  <a:pt x="119" y="241"/>
                  <a:pt x="112" y="234"/>
                  <a:pt x="112" y="225"/>
                </a:cubicBezTo>
                <a:cubicBezTo>
                  <a:pt x="112" y="169"/>
                  <a:pt x="112" y="169"/>
                  <a:pt x="112" y="169"/>
                </a:cubicBezTo>
                <a:cubicBezTo>
                  <a:pt x="129" y="169"/>
                  <a:pt x="129" y="169"/>
                  <a:pt x="129" y="169"/>
                </a:cubicBezTo>
                <a:cubicBezTo>
                  <a:pt x="128" y="171"/>
                  <a:pt x="128" y="174"/>
                  <a:pt x="128" y="177"/>
                </a:cubicBezTo>
                <a:cubicBezTo>
                  <a:pt x="128" y="203"/>
                  <a:pt x="150" y="225"/>
                  <a:pt x="176" y="225"/>
                </a:cubicBezTo>
                <a:cubicBezTo>
                  <a:pt x="203" y="225"/>
                  <a:pt x="224" y="203"/>
                  <a:pt x="224" y="177"/>
                </a:cubicBezTo>
                <a:cubicBezTo>
                  <a:pt x="224" y="174"/>
                  <a:pt x="224" y="171"/>
                  <a:pt x="224" y="169"/>
                </a:cubicBezTo>
                <a:cubicBezTo>
                  <a:pt x="240" y="169"/>
                  <a:pt x="240" y="169"/>
                  <a:pt x="240" y="169"/>
                </a:cubicBezTo>
                <a:lnTo>
                  <a:pt x="240" y="225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4" name="Freeform 14"/>
          <p:cNvSpPr>
            <a:spLocks noEditPoints="1"/>
          </p:cNvSpPr>
          <p:nvPr/>
        </p:nvSpPr>
        <p:spPr bwMode="auto">
          <a:xfrm>
            <a:off x="10742085" y="946152"/>
            <a:ext cx="573617" cy="573617"/>
          </a:xfrm>
          <a:custGeom>
            <a:avLst/>
            <a:gdLst>
              <a:gd name="T0" fmla="*/ 176 w 353"/>
              <a:gd name="T1" fmla="*/ 0 h 353"/>
              <a:gd name="T2" fmla="*/ 0 w 353"/>
              <a:gd name="T3" fmla="*/ 177 h 353"/>
              <a:gd name="T4" fmla="*/ 176 w 353"/>
              <a:gd name="T5" fmla="*/ 353 h 353"/>
              <a:gd name="T6" fmla="*/ 353 w 353"/>
              <a:gd name="T7" fmla="*/ 177 h 353"/>
              <a:gd name="T8" fmla="*/ 176 w 353"/>
              <a:gd name="T9" fmla="*/ 0 h 353"/>
              <a:gd name="T10" fmla="*/ 176 w 353"/>
              <a:gd name="T11" fmla="*/ 337 h 353"/>
              <a:gd name="T12" fmla="*/ 16 w 353"/>
              <a:gd name="T13" fmla="*/ 177 h 353"/>
              <a:gd name="T14" fmla="*/ 176 w 353"/>
              <a:gd name="T15" fmla="*/ 16 h 353"/>
              <a:gd name="T16" fmla="*/ 337 w 353"/>
              <a:gd name="T17" fmla="*/ 177 h 353"/>
              <a:gd name="T18" fmla="*/ 176 w 353"/>
              <a:gd name="T19" fmla="*/ 337 h 353"/>
              <a:gd name="T20" fmla="*/ 176 w 353"/>
              <a:gd name="T21" fmla="*/ 80 h 353"/>
              <a:gd name="T22" fmla="*/ 80 w 353"/>
              <a:gd name="T23" fmla="*/ 177 h 353"/>
              <a:gd name="T24" fmla="*/ 176 w 353"/>
              <a:gd name="T25" fmla="*/ 273 h 353"/>
              <a:gd name="T26" fmla="*/ 273 w 353"/>
              <a:gd name="T27" fmla="*/ 177 h 353"/>
              <a:gd name="T28" fmla="*/ 176 w 353"/>
              <a:gd name="T29" fmla="*/ 80 h 353"/>
              <a:gd name="T30" fmla="*/ 96 w 353"/>
              <a:gd name="T31" fmla="*/ 177 h 353"/>
              <a:gd name="T32" fmla="*/ 103 w 353"/>
              <a:gd name="T33" fmla="*/ 145 h 353"/>
              <a:gd name="T34" fmla="*/ 140 w 353"/>
              <a:gd name="T35" fmla="*/ 248 h 353"/>
              <a:gd name="T36" fmla="*/ 96 w 353"/>
              <a:gd name="T37" fmla="*/ 177 h 353"/>
              <a:gd name="T38" fmla="*/ 176 w 353"/>
              <a:gd name="T39" fmla="*/ 257 h 353"/>
              <a:gd name="T40" fmla="*/ 154 w 353"/>
              <a:gd name="T41" fmla="*/ 254 h 353"/>
              <a:gd name="T42" fmla="*/ 178 w 353"/>
              <a:gd name="T43" fmla="*/ 184 h 353"/>
              <a:gd name="T44" fmla="*/ 203 w 353"/>
              <a:gd name="T45" fmla="*/ 252 h 353"/>
              <a:gd name="T46" fmla="*/ 176 w 353"/>
              <a:gd name="T47" fmla="*/ 257 h 353"/>
              <a:gd name="T48" fmla="*/ 188 w 353"/>
              <a:gd name="T49" fmla="*/ 138 h 353"/>
              <a:gd name="T50" fmla="*/ 197 w 353"/>
              <a:gd name="T51" fmla="*/ 138 h 353"/>
              <a:gd name="T52" fmla="*/ 197 w 353"/>
              <a:gd name="T53" fmla="*/ 131 h 353"/>
              <a:gd name="T54" fmla="*/ 175 w 353"/>
              <a:gd name="T55" fmla="*/ 132 h 353"/>
              <a:gd name="T56" fmla="*/ 153 w 353"/>
              <a:gd name="T57" fmla="*/ 131 h 353"/>
              <a:gd name="T58" fmla="*/ 153 w 353"/>
              <a:gd name="T59" fmla="*/ 138 h 353"/>
              <a:gd name="T60" fmla="*/ 161 w 353"/>
              <a:gd name="T61" fmla="*/ 138 h 353"/>
              <a:gd name="T62" fmla="*/ 174 w 353"/>
              <a:gd name="T63" fmla="*/ 173 h 353"/>
              <a:gd name="T64" fmla="*/ 156 w 353"/>
              <a:gd name="T65" fmla="*/ 227 h 353"/>
              <a:gd name="T66" fmla="*/ 126 w 353"/>
              <a:gd name="T67" fmla="*/ 138 h 353"/>
              <a:gd name="T68" fmla="*/ 136 w 353"/>
              <a:gd name="T69" fmla="*/ 138 h 353"/>
              <a:gd name="T70" fmla="*/ 135 w 353"/>
              <a:gd name="T71" fmla="*/ 131 h 353"/>
              <a:gd name="T72" fmla="*/ 114 w 353"/>
              <a:gd name="T73" fmla="*/ 132 h 353"/>
              <a:gd name="T74" fmla="*/ 110 w 353"/>
              <a:gd name="T75" fmla="*/ 132 h 353"/>
              <a:gd name="T76" fmla="*/ 176 w 353"/>
              <a:gd name="T77" fmla="*/ 96 h 353"/>
              <a:gd name="T78" fmla="*/ 230 w 353"/>
              <a:gd name="T79" fmla="*/ 117 h 353"/>
              <a:gd name="T80" fmla="*/ 217 w 353"/>
              <a:gd name="T81" fmla="*/ 131 h 353"/>
              <a:gd name="T82" fmla="*/ 225 w 353"/>
              <a:gd name="T83" fmla="*/ 150 h 353"/>
              <a:gd name="T84" fmla="*/ 232 w 353"/>
              <a:gd name="T85" fmla="*/ 173 h 353"/>
              <a:gd name="T86" fmla="*/ 225 w 353"/>
              <a:gd name="T87" fmla="*/ 199 h 353"/>
              <a:gd name="T88" fmla="*/ 217 w 353"/>
              <a:gd name="T89" fmla="*/ 226 h 353"/>
              <a:gd name="T90" fmla="*/ 188 w 353"/>
              <a:gd name="T91" fmla="*/ 138 h 353"/>
              <a:gd name="T92" fmla="*/ 257 w 353"/>
              <a:gd name="T93" fmla="*/ 177 h 353"/>
              <a:gd name="T94" fmla="*/ 218 w 353"/>
              <a:gd name="T95" fmla="*/ 245 h 353"/>
              <a:gd name="T96" fmla="*/ 242 w 353"/>
              <a:gd name="T97" fmla="*/ 175 h 353"/>
              <a:gd name="T98" fmla="*/ 249 w 353"/>
              <a:gd name="T99" fmla="*/ 146 h 353"/>
              <a:gd name="T100" fmla="*/ 248 w 353"/>
              <a:gd name="T101" fmla="*/ 141 h 353"/>
              <a:gd name="T102" fmla="*/ 257 w 353"/>
              <a:gd name="T103" fmla="*/ 177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353" h="353">
                <a:moveTo>
                  <a:pt x="176" y="0"/>
                </a:moveTo>
                <a:cubicBezTo>
                  <a:pt x="79" y="0"/>
                  <a:pt x="0" y="79"/>
                  <a:pt x="0" y="177"/>
                </a:cubicBezTo>
                <a:cubicBezTo>
                  <a:pt x="0" y="274"/>
                  <a:pt x="79" y="353"/>
                  <a:pt x="176" y="353"/>
                </a:cubicBezTo>
                <a:cubicBezTo>
                  <a:pt x="274" y="353"/>
                  <a:pt x="353" y="274"/>
                  <a:pt x="353" y="177"/>
                </a:cubicBezTo>
                <a:cubicBezTo>
                  <a:pt x="353" y="79"/>
                  <a:pt x="274" y="0"/>
                  <a:pt x="176" y="0"/>
                </a:cubicBezTo>
                <a:moveTo>
                  <a:pt x="176" y="337"/>
                </a:moveTo>
                <a:cubicBezTo>
                  <a:pt x="88" y="337"/>
                  <a:pt x="16" y="265"/>
                  <a:pt x="16" y="177"/>
                </a:cubicBezTo>
                <a:cubicBezTo>
                  <a:pt x="16" y="88"/>
                  <a:pt x="88" y="16"/>
                  <a:pt x="176" y="16"/>
                </a:cubicBezTo>
                <a:cubicBezTo>
                  <a:pt x="265" y="16"/>
                  <a:pt x="337" y="88"/>
                  <a:pt x="337" y="177"/>
                </a:cubicBezTo>
                <a:cubicBezTo>
                  <a:pt x="337" y="265"/>
                  <a:pt x="265" y="337"/>
                  <a:pt x="176" y="337"/>
                </a:cubicBezTo>
                <a:moveTo>
                  <a:pt x="176" y="80"/>
                </a:moveTo>
                <a:cubicBezTo>
                  <a:pt x="123" y="80"/>
                  <a:pt x="80" y="123"/>
                  <a:pt x="80" y="177"/>
                </a:cubicBezTo>
                <a:cubicBezTo>
                  <a:pt x="80" y="230"/>
                  <a:pt x="123" y="273"/>
                  <a:pt x="176" y="273"/>
                </a:cubicBezTo>
                <a:cubicBezTo>
                  <a:pt x="230" y="273"/>
                  <a:pt x="273" y="230"/>
                  <a:pt x="273" y="177"/>
                </a:cubicBezTo>
                <a:cubicBezTo>
                  <a:pt x="273" y="123"/>
                  <a:pt x="230" y="80"/>
                  <a:pt x="176" y="80"/>
                </a:cubicBezTo>
                <a:moveTo>
                  <a:pt x="96" y="177"/>
                </a:moveTo>
                <a:cubicBezTo>
                  <a:pt x="96" y="166"/>
                  <a:pt x="98" y="155"/>
                  <a:pt x="103" y="145"/>
                </a:cubicBezTo>
                <a:cubicBezTo>
                  <a:pt x="140" y="248"/>
                  <a:pt x="140" y="248"/>
                  <a:pt x="140" y="248"/>
                </a:cubicBezTo>
                <a:cubicBezTo>
                  <a:pt x="114" y="235"/>
                  <a:pt x="96" y="208"/>
                  <a:pt x="96" y="177"/>
                </a:cubicBezTo>
                <a:moveTo>
                  <a:pt x="176" y="257"/>
                </a:moveTo>
                <a:cubicBezTo>
                  <a:pt x="169" y="257"/>
                  <a:pt x="161" y="256"/>
                  <a:pt x="154" y="254"/>
                </a:cubicBezTo>
                <a:cubicBezTo>
                  <a:pt x="178" y="184"/>
                  <a:pt x="178" y="184"/>
                  <a:pt x="178" y="184"/>
                </a:cubicBezTo>
                <a:cubicBezTo>
                  <a:pt x="178" y="184"/>
                  <a:pt x="200" y="243"/>
                  <a:pt x="203" y="252"/>
                </a:cubicBezTo>
                <a:cubicBezTo>
                  <a:pt x="195" y="255"/>
                  <a:pt x="186" y="257"/>
                  <a:pt x="176" y="257"/>
                </a:cubicBezTo>
                <a:moveTo>
                  <a:pt x="188" y="138"/>
                </a:moveTo>
                <a:cubicBezTo>
                  <a:pt x="193" y="138"/>
                  <a:pt x="197" y="138"/>
                  <a:pt x="197" y="138"/>
                </a:cubicBezTo>
                <a:cubicBezTo>
                  <a:pt x="201" y="137"/>
                  <a:pt x="201" y="131"/>
                  <a:pt x="197" y="131"/>
                </a:cubicBezTo>
                <a:cubicBezTo>
                  <a:pt x="197" y="131"/>
                  <a:pt x="183" y="132"/>
                  <a:pt x="175" y="132"/>
                </a:cubicBezTo>
                <a:cubicBezTo>
                  <a:pt x="167" y="132"/>
                  <a:pt x="153" y="131"/>
                  <a:pt x="153" y="131"/>
                </a:cubicBezTo>
                <a:cubicBezTo>
                  <a:pt x="149" y="131"/>
                  <a:pt x="148" y="137"/>
                  <a:pt x="153" y="138"/>
                </a:cubicBezTo>
                <a:cubicBezTo>
                  <a:pt x="153" y="138"/>
                  <a:pt x="157" y="138"/>
                  <a:pt x="161" y="138"/>
                </a:cubicBezTo>
                <a:cubicBezTo>
                  <a:pt x="174" y="173"/>
                  <a:pt x="174" y="173"/>
                  <a:pt x="174" y="173"/>
                </a:cubicBezTo>
                <a:cubicBezTo>
                  <a:pt x="156" y="227"/>
                  <a:pt x="156" y="227"/>
                  <a:pt x="156" y="227"/>
                </a:cubicBezTo>
                <a:cubicBezTo>
                  <a:pt x="126" y="138"/>
                  <a:pt x="126" y="138"/>
                  <a:pt x="126" y="138"/>
                </a:cubicBezTo>
                <a:cubicBezTo>
                  <a:pt x="131" y="138"/>
                  <a:pt x="136" y="138"/>
                  <a:pt x="136" y="138"/>
                </a:cubicBezTo>
                <a:cubicBezTo>
                  <a:pt x="140" y="137"/>
                  <a:pt x="140" y="131"/>
                  <a:pt x="135" y="131"/>
                </a:cubicBezTo>
                <a:cubicBezTo>
                  <a:pt x="135" y="131"/>
                  <a:pt x="122" y="132"/>
                  <a:pt x="114" y="132"/>
                </a:cubicBezTo>
                <a:cubicBezTo>
                  <a:pt x="112" y="132"/>
                  <a:pt x="111" y="132"/>
                  <a:pt x="110" y="132"/>
                </a:cubicBezTo>
                <a:cubicBezTo>
                  <a:pt x="124" y="110"/>
                  <a:pt x="149" y="96"/>
                  <a:pt x="176" y="96"/>
                </a:cubicBezTo>
                <a:cubicBezTo>
                  <a:pt x="197" y="96"/>
                  <a:pt x="215" y="104"/>
                  <a:pt x="230" y="117"/>
                </a:cubicBezTo>
                <a:cubicBezTo>
                  <a:pt x="222" y="117"/>
                  <a:pt x="217" y="124"/>
                  <a:pt x="217" y="131"/>
                </a:cubicBezTo>
                <a:cubicBezTo>
                  <a:pt x="217" y="138"/>
                  <a:pt x="221" y="143"/>
                  <a:pt x="225" y="150"/>
                </a:cubicBezTo>
                <a:cubicBezTo>
                  <a:pt x="228" y="155"/>
                  <a:pt x="232" y="162"/>
                  <a:pt x="232" y="173"/>
                </a:cubicBezTo>
                <a:cubicBezTo>
                  <a:pt x="232" y="180"/>
                  <a:pt x="229" y="188"/>
                  <a:pt x="225" y="199"/>
                </a:cubicBezTo>
                <a:cubicBezTo>
                  <a:pt x="217" y="226"/>
                  <a:pt x="217" y="226"/>
                  <a:pt x="217" y="226"/>
                </a:cubicBezTo>
                <a:lnTo>
                  <a:pt x="188" y="138"/>
                </a:lnTo>
                <a:close/>
                <a:moveTo>
                  <a:pt x="257" y="177"/>
                </a:moveTo>
                <a:cubicBezTo>
                  <a:pt x="257" y="206"/>
                  <a:pt x="241" y="231"/>
                  <a:pt x="218" y="245"/>
                </a:cubicBezTo>
                <a:cubicBezTo>
                  <a:pt x="242" y="175"/>
                  <a:pt x="242" y="175"/>
                  <a:pt x="242" y="175"/>
                </a:cubicBezTo>
                <a:cubicBezTo>
                  <a:pt x="247" y="163"/>
                  <a:pt x="249" y="154"/>
                  <a:pt x="249" y="146"/>
                </a:cubicBezTo>
                <a:cubicBezTo>
                  <a:pt x="249" y="144"/>
                  <a:pt x="248" y="143"/>
                  <a:pt x="248" y="141"/>
                </a:cubicBezTo>
                <a:cubicBezTo>
                  <a:pt x="254" y="152"/>
                  <a:pt x="257" y="164"/>
                  <a:pt x="257" y="177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5" name="Freeform 15"/>
          <p:cNvSpPr>
            <a:spLocks noEditPoints="1"/>
          </p:cNvSpPr>
          <p:nvPr/>
        </p:nvSpPr>
        <p:spPr bwMode="auto">
          <a:xfrm>
            <a:off x="878418" y="2042584"/>
            <a:ext cx="573617" cy="575733"/>
          </a:xfrm>
          <a:custGeom>
            <a:avLst/>
            <a:gdLst>
              <a:gd name="T0" fmla="*/ 177 w 353"/>
              <a:gd name="T1" fmla="*/ 81 h 354"/>
              <a:gd name="T2" fmla="*/ 80 w 353"/>
              <a:gd name="T3" fmla="*/ 177 h 354"/>
              <a:gd name="T4" fmla="*/ 177 w 353"/>
              <a:gd name="T5" fmla="*/ 273 h 354"/>
              <a:gd name="T6" fmla="*/ 273 w 353"/>
              <a:gd name="T7" fmla="*/ 177 h 354"/>
              <a:gd name="T8" fmla="*/ 177 w 353"/>
              <a:gd name="T9" fmla="*/ 81 h 354"/>
              <a:gd name="T10" fmla="*/ 177 w 353"/>
              <a:gd name="T11" fmla="*/ 97 h 354"/>
              <a:gd name="T12" fmla="*/ 227 w 353"/>
              <a:gd name="T13" fmla="*/ 115 h 354"/>
              <a:gd name="T14" fmla="*/ 184 w 353"/>
              <a:gd name="T15" fmla="*/ 141 h 354"/>
              <a:gd name="T16" fmla="*/ 153 w 353"/>
              <a:gd name="T17" fmla="*/ 100 h 354"/>
              <a:gd name="T18" fmla="*/ 177 w 353"/>
              <a:gd name="T19" fmla="*/ 97 h 354"/>
              <a:gd name="T20" fmla="*/ 137 w 353"/>
              <a:gd name="T21" fmla="*/ 107 h 354"/>
              <a:gd name="T22" fmla="*/ 169 w 353"/>
              <a:gd name="T23" fmla="*/ 148 h 354"/>
              <a:gd name="T24" fmla="*/ 98 w 353"/>
              <a:gd name="T25" fmla="*/ 161 h 354"/>
              <a:gd name="T26" fmla="*/ 137 w 353"/>
              <a:gd name="T27" fmla="*/ 107 h 354"/>
              <a:gd name="T28" fmla="*/ 96 w 353"/>
              <a:gd name="T29" fmla="*/ 177 h 354"/>
              <a:gd name="T30" fmla="*/ 177 w 353"/>
              <a:gd name="T31" fmla="*/ 162 h 354"/>
              <a:gd name="T32" fmla="*/ 185 w 353"/>
              <a:gd name="T33" fmla="*/ 178 h 354"/>
              <a:gd name="T34" fmla="*/ 118 w 353"/>
              <a:gd name="T35" fmla="*/ 232 h 354"/>
              <a:gd name="T36" fmla="*/ 96 w 353"/>
              <a:gd name="T37" fmla="*/ 177 h 354"/>
              <a:gd name="T38" fmla="*/ 177 w 353"/>
              <a:gd name="T39" fmla="*/ 257 h 354"/>
              <a:gd name="T40" fmla="*/ 130 w 353"/>
              <a:gd name="T41" fmla="*/ 243 h 354"/>
              <a:gd name="T42" fmla="*/ 190 w 353"/>
              <a:gd name="T43" fmla="*/ 193 h 354"/>
              <a:gd name="T44" fmla="*/ 200 w 353"/>
              <a:gd name="T45" fmla="*/ 254 h 354"/>
              <a:gd name="T46" fmla="*/ 177 w 353"/>
              <a:gd name="T47" fmla="*/ 257 h 354"/>
              <a:gd name="T48" fmla="*/ 216 w 353"/>
              <a:gd name="T49" fmla="*/ 247 h 354"/>
              <a:gd name="T50" fmla="*/ 206 w 353"/>
              <a:gd name="T51" fmla="*/ 188 h 354"/>
              <a:gd name="T52" fmla="*/ 233 w 353"/>
              <a:gd name="T53" fmla="*/ 185 h 354"/>
              <a:gd name="T54" fmla="*/ 256 w 353"/>
              <a:gd name="T55" fmla="*/ 188 h 354"/>
              <a:gd name="T56" fmla="*/ 216 w 353"/>
              <a:gd name="T57" fmla="*/ 247 h 354"/>
              <a:gd name="T58" fmla="*/ 233 w 353"/>
              <a:gd name="T59" fmla="*/ 169 h 354"/>
              <a:gd name="T60" fmla="*/ 200 w 353"/>
              <a:gd name="T61" fmla="*/ 173 h 354"/>
              <a:gd name="T62" fmla="*/ 192 w 353"/>
              <a:gd name="T63" fmla="*/ 155 h 354"/>
              <a:gd name="T64" fmla="*/ 239 w 353"/>
              <a:gd name="T65" fmla="*/ 126 h 354"/>
              <a:gd name="T66" fmla="*/ 257 w 353"/>
              <a:gd name="T67" fmla="*/ 171 h 354"/>
              <a:gd name="T68" fmla="*/ 233 w 353"/>
              <a:gd name="T69" fmla="*/ 169 h 354"/>
              <a:gd name="T70" fmla="*/ 177 w 353"/>
              <a:gd name="T71" fmla="*/ 0 h 354"/>
              <a:gd name="T72" fmla="*/ 0 w 353"/>
              <a:gd name="T73" fmla="*/ 177 h 354"/>
              <a:gd name="T74" fmla="*/ 177 w 353"/>
              <a:gd name="T75" fmla="*/ 354 h 354"/>
              <a:gd name="T76" fmla="*/ 353 w 353"/>
              <a:gd name="T77" fmla="*/ 177 h 354"/>
              <a:gd name="T78" fmla="*/ 177 w 353"/>
              <a:gd name="T79" fmla="*/ 0 h 354"/>
              <a:gd name="T80" fmla="*/ 177 w 353"/>
              <a:gd name="T81" fmla="*/ 338 h 354"/>
              <a:gd name="T82" fmla="*/ 16 w 353"/>
              <a:gd name="T83" fmla="*/ 177 h 354"/>
              <a:gd name="T84" fmla="*/ 177 w 353"/>
              <a:gd name="T85" fmla="*/ 16 h 354"/>
              <a:gd name="T86" fmla="*/ 337 w 353"/>
              <a:gd name="T87" fmla="*/ 177 h 354"/>
              <a:gd name="T88" fmla="*/ 177 w 353"/>
              <a:gd name="T89" fmla="*/ 338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353" h="354">
                <a:moveTo>
                  <a:pt x="177" y="81"/>
                </a:moveTo>
                <a:cubicBezTo>
                  <a:pt x="123" y="81"/>
                  <a:pt x="80" y="124"/>
                  <a:pt x="80" y="177"/>
                </a:cubicBezTo>
                <a:cubicBezTo>
                  <a:pt x="80" y="230"/>
                  <a:pt x="123" y="273"/>
                  <a:pt x="177" y="273"/>
                </a:cubicBezTo>
                <a:cubicBezTo>
                  <a:pt x="230" y="273"/>
                  <a:pt x="273" y="230"/>
                  <a:pt x="273" y="177"/>
                </a:cubicBezTo>
                <a:cubicBezTo>
                  <a:pt x="273" y="124"/>
                  <a:pt x="230" y="81"/>
                  <a:pt x="177" y="81"/>
                </a:cubicBezTo>
                <a:moveTo>
                  <a:pt x="177" y="97"/>
                </a:moveTo>
                <a:cubicBezTo>
                  <a:pt x="196" y="97"/>
                  <a:pt x="213" y="103"/>
                  <a:pt x="227" y="115"/>
                </a:cubicBezTo>
                <a:cubicBezTo>
                  <a:pt x="214" y="125"/>
                  <a:pt x="200" y="134"/>
                  <a:pt x="184" y="141"/>
                </a:cubicBezTo>
                <a:cubicBezTo>
                  <a:pt x="175" y="126"/>
                  <a:pt x="165" y="113"/>
                  <a:pt x="153" y="100"/>
                </a:cubicBezTo>
                <a:cubicBezTo>
                  <a:pt x="160" y="98"/>
                  <a:pt x="168" y="97"/>
                  <a:pt x="177" y="97"/>
                </a:cubicBezTo>
                <a:moveTo>
                  <a:pt x="137" y="107"/>
                </a:moveTo>
                <a:cubicBezTo>
                  <a:pt x="149" y="119"/>
                  <a:pt x="160" y="133"/>
                  <a:pt x="169" y="148"/>
                </a:cubicBezTo>
                <a:cubicBezTo>
                  <a:pt x="147" y="156"/>
                  <a:pt x="123" y="161"/>
                  <a:pt x="98" y="161"/>
                </a:cubicBezTo>
                <a:cubicBezTo>
                  <a:pt x="103" y="138"/>
                  <a:pt x="117" y="119"/>
                  <a:pt x="137" y="107"/>
                </a:cubicBezTo>
                <a:moveTo>
                  <a:pt x="96" y="177"/>
                </a:moveTo>
                <a:cubicBezTo>
                  <a:pt x="125" y="177"/>
                  <a:pt x="152" y="172"/>
                  <a:pt x="177" y="162"/>
                </a:cubicBezTo>
                <a:cubicBezTo>
                  <a:pt x="180" y="167"/>
                  <a:pt x="183" y="172"/>
                  <a:pt x="185" y="178"/>
                </a:cubicBezTo>
                <a:cubicBezTo>
                  <a:pt x="157" y="188"/>
                  <a:pt x="134" y="207"/>
                  <a:pt x="118" y="232"/>
                </a:cubicBezTo>
                <a:cubicBezTo>
                  <a:pt x="105" y="218"/>
                  <a:pt x="96" y="198"/>
                  <a:pt x="96" y="177"/>
                </a:cubicBezTo>
                <a:moveTo>
                  <a:pt x="177" y="257"/>
                </a:moveTo>
                <a:cubicBezTo>
                  <a:pt x="159" y="257"/>
                  <a:pt x="143" y="252"/>
                  <a:pt x="130" y="243"/>
                </a:cubicBezTo>
                <a:cubicBezTo>
                  <a:pt x="144" y="220"/>
                  <a:pt x="165" y="202"/>
                  <a:pt x="190" y="193"/>
                </a:cubicBezTo>
                <a:cubicBezTo>
                  <a:pt x="197" y="212"/>
                  <a:pt x="200" y="232"/>
                  <a:pt x="200" y="254"/>
                </a:cubicBezTo>
                <a:cubicBezTo>
                  <a:pt x="193" y="256"/>
                  <a:pt x="185" y="257"/>
                  <a:pt x="177" y="257"/>
                </a:cubicBezTo>
                <a:moveTo>
                  <a:pt x="216" y="247"/>
                </a:moveTo>
                <a:cubicBezTo>
                  <a:pt x="215" y="226"/>
                  <a:pt x="212" y="207"/>
                  <a:pt x="206" y="188"/>
                </a:cubicBezTo>
                <a:cubicBezTo>
                  <a:pt x="214" y="186"/>
                  <a:pt x="223" y="185"/>
                  <a:pt x="233" y="185"/>
                </a:cubicBezTo>
                <a:cubicBezTo>
                  <a:pt x="241" y="185"/>
                  <a:pt x="248" y="186"/>
                  <a:pt x="256" y="188"/>
                </a:cubicBezTo>
                <a:cubicBezTo>
                  <a:pt x="253" y="213"/>
                  <a:pt x="237" y="235"/>
                  <a:pt x="216" y="247"/>
                </a:cubicBezTo>
                <a:moveTo>
                  <a:pt x="233" y="169"/>
                </a:moveTo>
                <a:cubicBezTo>
                  <a:pt x="222" y="169"/>
                  <a:pt x="211" y="170"/>
                  <a:pt x="200" y="173"/>
                </a:cubicBezTo>
                <a:cubicBezTo>
                  <a:pt x="198" y="167"/>
                  <a:pt x="195" y="161"/>
                  <a:pt x="192" y="155"/>
                </a:cubicBezTo>
                <a:cubicBezTo>
                  <a:pt x="209" y="148"/>
                  <a:pt x="224" y="138"/>
                  <a:pt x="239" y="126"/>
                </a:cubicBezTo>
                <a:cubicBezTo>
                  <a:pt x="249" y="139"/>
                  <a:pt x="255" y="154"/>
                  <a:pt x="257" y="171"/>
                </a:cubicBezTo>
                <a:cubicBezTo>
                  <a:pt x="249" y="170"/>
                  <a:pt x="241" y="169"/>
                  <a:pt x="233" y="169"/>
                </a:cubicBezTo>
                <a:moveTo>
                  <a:pt x="177" y="0"/>
                </a:moveTo>
                <a:cubicBezTo>
                  <a:pt x="79" y="0"/>
                  <a:pt x="0" y="79"/>
                  <a:pt x="0" y="177"/>
                </a:cubicBezTo>
                <a:cubicBezTo>
                  <a:pt x="0" y="275"/>
                  <a:pt x="79" y="354"/>
                  <a:pt x="177" y="354"/>
                </a:cubicBezTo>
                <a:cubicBezTo>
                  <a:pt x="274" y="354"/>
                  <a:pt x="353" y="275"/>
                  <a:pt x="353" y="177"/>
                </a:cubicBezTo>
                <a:cubicBezTo>
                  <a:pt x="353" y="79"/>
                  <a:pt x="274" y="0"/>
                  <a:pt x="177" y="0"/>
                </a:cubicBezTo>
                <a:moveTo>
                  <a:pt x="177" y="338"/>
                </a:moveTo>
                <a:cubicBezTo>
                  <a:pt x="88" y="338"/>
                  <a:pt x="16" y="266"/>
                  <a:pt x="16" y="177"/>
                </a:cubicBezTo>
                <a:cubicBezTo>
                  <a:pt x="16" y="88"/>
                  <a:pt x="88" y="16"/>
                  <a:pt x="177" y="16"/>
                </a:cubicBezTo>
                <a:cubicBezTo>
                  <a:pt x="265" y="16"/>
                  <a:pt x="337" y="88"/>
                  <a:pt x="337" y="177"/>
                </a:cubicBezTo>
                <a:cubicBezTo>
                  <a:pt x="337" y="266"/>
                  <a:pt x="265" y="338"/>
                  <a:pt x="177" y="338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6" name="Freeform 16"/>
          <p:cNvSpPr>
            <a:spLocks noEditPoints="1"/>
          </p:cNvSpPr>
          <p:nvPr/>
        </p:nvSpPr>
        <p:spPr bwMode="auto">
          <a:xfrm>
            <a:off x="1972734" y="2042584"/>
            <a:ext cx="573617" cy="575733"/>
          </a:xfrm>
          <a:custGeom>
            <a:avLst/>
            <a:gdLst>
              <a:gd name="T0" fmla="*/ 261 w 353"/>
              <a:gd name="T1" fmla="*/ 115 h 354"/>
              <a:gd name="T2" fmla="*/ 240 w 353"/>
              <a:gd name="T3" fmla="*/ 123 h 354"/>
              <a:gd name="T4" fmla="*/ 216 w 353"/>
              <a:gd name="T5" fmla="*/ 113 h 354"/>
              <a:gd name="T6" fmla="*/ 183 w 353"/>
              <a:gd name="T7" fmla="*/ 145 h 354"/>
              <a:gd name="T8" fmla="*/ 184 w 353"/>
              <a:gd name="T9" fmla="*/ 153 h 354"/>
              <a:gd name="T10" fmla="*/ 116 w 353"/>
              <a:gd name="T11" fmla="*/ 119 h 354"/>
              <a:gd name="T12" fmla="*/ 111 w 353"/>
              <a:gd name="T13" fmla="*/ 135 h 354"/>
              <a:gd name="T14" fmla="*/ 126 w 353"/>
              <a:gd name="T15" fmla="*/ 162 h 354"/>
              <a:gd name="T16" fmla="*/ 111 w 353"/>
              <a:gd name="T17" fmla="*/ 158 h 354"/>
              <a:gd name="T18" fmla="*/ 111 w 353"/>
              <a:gd name="T19" fmla="*/ 158 h 354"/>
              <a:gd name="T20" fmla="*/ 137 w 353"/>
              <a:gd name="T21" fmla="*/ 190 h 354"/>
              <a:gd name="T22" fmla="*/ 129 w 353"/>
              <a:gd name="T23" fmla="*/ 191 h 354"/>
              <a:gd name="T24" fmla="*/ 123 w 353"/>
              <a:gd name="T25" fmla="*/ 191 h 354"/>
              <a:gd name="T26" fmla="*/ 153 w 353"/>
              <a:gd name="T27" fmla="*/ 213 h 354"/>
              <a:gd name="T28" fmla="*/ 112 w 353"/>
              <a:gd name="T29" fmla="*/ 227 h 354"/>
              <a:gd name="T30" fmla="*/ 105 w 353"/>
              <a:gd name="T31" fmla="*/ 227 h 354"/>
              <a:gd name="T32" fmla="*/ 155 w 353"/>
              <a:gd name="T33" fmla="*/ 241 h 354"/>
              <a:gd name="T34" fmla="*/ 249 w 353"/>
              <a:gd name="T35" fmla="*/ 149 h 354"/>
              <a:gd name="T36" fmla="*/ 249 w 353"/>
              <a:gd name="T37" fmla="*/ 145 h 354"/>
              <a:gd name="T38" fmla="*/ 265 w 353"/>
              <a:gd name="T39" fmla="*/ 128 h 354"/>
              <a:gd name="T40" fmla="*/ 246 w 353"/>
              <a:gd name="T41" fmla="*/ 133 h 354"/>
              <a:gd name="T42" fmla="*/ 261 w 353"/>
              <a:gd name="T43" fmla="*/ 115 h 354"/>
              <a:gd name="T44" fmla="*/ 321 w 353"/>
              <a:gd name="T45" fmla="*/ 0 h 354"/>
              <a:gd name="T46" fmla="*/ 32 w 353"/>
              <a:gd name="T47" fmla="*/ 0 h 354"/>
              <a:gd name="T48" fmla="*/ 0 w 353"/>
              <a:gd name="T49" fmla="*/ 32 h 354"/>
              <a:gd name="T50" fmla="*/ 0 w 353"/>
              <a:gd name="T51" fmla="*/ 321 h 354"/>
              <a:gd name="T52" fmla="*/ 32 w 353"/>
              <a:gd name="T53" fmla="*/ 354 h 354"/>
              <a:gd name="T54" fmla="*/ 321 w 353"/>
              <a:gd name="T55" fmla="*/ 354 h 354"/>
              <a:gd name="T56" fmla="*/ 353 w 353"/>
              <a:gd name="T57" fmla="*/ 321 h 354"/>
              <a:gd name="T58" fmla="*/ 353 w 353"/>
              <a:gd name="T59" fmla="*/ 32 h 354"/>
              <a:gd name="T60" fmla="*/ 321 w 353"/>
              <a:gd name="T61" fmla="*/ 0 h 354"/>
              <a:gd name="T62" fmla="*/ 337 w 353"/>
              <a:gd name="T63" fmla="*/ 321 h 354"/>
              <a:gd name="T64" fmla="*/ 321 w 353"/>
              <a:gd name="T65" fmla="*/ 338 h 354"/>
              <a:gd name="T66" fmla="*/ 32 w 353"/>
              <a:gd name="T67" fmla="*/ 338 h 354"/>
              <a:gd name="T68" fmla="*/ 16 w 353"/>
              <a:gd name="T69" fmla="*/ 321 h 354"/>
              <a:gd name="T70" fmla="*/ 16 w 353"/>
              <a:gd name="T71" fmla="*/ 32 h 354"/>
              <a:gd name="T72" fmla="*/ 32 w 353"/>
              <a:gd name="T73" fmla="*/ 16 h 354"/>
              <a:gd name="T74" fmla="*/ 321 w 353"/>
              <a:gd name="T75" fmla="*/ 16 h 354"/>
              <a:gd name="T76" fmla="*/ 337 w 353"/>
              <a:gd name="T77" fmla="*/ 32 h 354"/>
              <a:gd name="T78" fmla="*/ 337 w 353"/>
              <a:gd name="T79" fmla="*/ 321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353" h="354">
                <a:moveTo>
                  <a:pt x="261" y="115"/>
                </a:moveTo>
                <a:cubicBezTo>
                  <a:pt x="254" y="119"/>
                  <a:pt x="247" y="122"/>
                  <a:pt x="240" y="123"/>
                </a:cubicBezTo>
                <a:cubicBezTo>
                  <a:pt x="234" y="117"/>
                  <a:pt x="225" y="113"/>
                  <a:pt x="216" y="113"/>
                </a:cubicBezTo>
                <a:cubicBezTo>
                  <a:pt x="198" y="113"/>
                  <a:pt x="183" y="127"/>
                  <a:pt x="183" y="145"/>
                </a:cubicBezTo>
                <a:cubicBezTo>
                  <a:pt x="183" y="148"/>
                  <a:pt x="183" y="150"/>
                  <a:pt x="184" y="153"/>
                </a:cubicBezTo>
                <a:cubicBezTo>
                  <a:pt x="156" y="151"/>
                  <a:pt x="132" y="138"/>
                  <a:pt x="116" y="119"/>
                </a:cubicBezTo>
                <a:cubicBezTo>
                  <a:pt x="113" y="124"/>
                  <a:pt x="111" y="129"/>
                  <a:pt x="111" y="135"/>
                </a:cubicBezTo>
                <a:cubicBezTo>
                  <a:pt x="111" y="146"/>
                  <a:pt x="117" y="156"/>
                  <a:pt x="126" y="162"/>
                </a:cubicBezTo>
                <a:cubicBezTo>
                  <a:pt x="121" y="162"/>
                  <a:pt x="115" y="160"/>
                  <a:pt x="111" y="158"/>
                </a:cubicBezTo>
                <a:cubicBezTo>
                  <a:pt x="111" y="158"/>
                  <a:pt x="111" y="158"/>
                  <a:pt x="111" y="158"/>
                </a:cubicBezTo>
                <a:cubicBezTo>
                  <a:pt x="111" y="174"/>
                  <a:pt x="122" y="187"/>
                  <a:pt x="137" y="190"/>
                </a:cubicBezTo>
                <a:cubicBezTo>
                  <a:pt x="135" y="191"/>
                  <a:pt x="132" y="191"/>
                  <a:pt x="129" y="191"/>
                </a:cubicBezTo>
                <a:cubicBezTo>
                  <a:pt x="127" y="191"/>
                  <a:pt x="125" y="191"/>
                  <a:pt x="123" y="191"/>
                </a:cubicBezTo>
                <a:cubicBezTo>
                  <a:pt x="127" y="204"/>
                  <a:pt x="139" y="213"/>
                  <a:pt x="153" y="213"/>
                </a:cubicBezTo>
                <a:cubicBezTo>
                  <a:pt x="142" y="222"/>
                  <a:pt x="128" y="227"/>
                  <a:pt x="112" y="227"/>
                </a:cubicBezTo>
                <a:cubicBezTo>
                  <a:pt x="110" y="227"/>
                  <a:pt x="107" y="227"/>
                  <a:pt x="105" y="227"/>
                </a:cubicBezTo>
                <a:cubicBezTo>
                  <a:pt x="119" y="236"/>
                  <a:pt x="136" y="241"/>
                  <a:pt x="155" y="241"/>
                </a:cubicBezTo>
                <a:cubicBezTo>
                  <a:pt x="216" y="241"/>
                  <a:pt x="249" y="192"/>
                  <a:pt x="249" y="149"/>
                </a:cubicBezTo>
                <a:cubicBezTo>
                  <a:pt x="249" y="148"/>
                  <a:pt x="249" y="146"/>
                  <a:pt x="249" y="145"/>
                </a:cubicBezTo>
                <a:cubicBezTo>
                  <a:pt x="255" y="140"/>
                  <a:pt x="261" y="134"/>
                  <a:pt x="265" y="128"/>
                </a:cubicBezTo>
                <a:cubicBezTo>
                  <a:pt x="259" y="131"/>
                  <a:pt x="253" y="132"/>
                  <a:pt x="246" y="133"/>
                </a:cubicBezTo>
                <a:cubicBezTo>
                  <a:pt x="253" y="129"/>
                  <a:pt x="258" y="123"/>
                  <a:pt x="261" y="115"/>
                </a:cubicBezTo>
                <a:moveTo>
                  <a:pt x="321" y="0"/>
                </a:moveTo>
                <a:cubicBezTo>
                  <a:pt x="32" y="0"/>
                  <a:pt x="32" y="0"/>
                  <a:pt x="32" y="0"/>
                </a:cubicBezTo>
                <a:cubicBezTo>
                  <a:pt x="15" y="0"/>
                  <a:pt x="0" y="15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5" y="354"/>
                  <a:pt x="32" y="354"/>
                </a:cubicBezTo>
                <a:cubicBezTo>
                  <a:pt x="321" y="354"/>
                  <a:pt x="321" y="354"/>
                  <a:pt x="321" y="354"/>
                </a:cubicBezTo>
                <a:cubicBezTo>
                  <a:pt x="339" y="354"/>
                  <a:pt x="353" y="339"/>
                  <a:pt x="353" y="321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15"/>
                  <a:pt x="339" y="0"/>
                  <a:pt x="321" y="0"/>
                </a:cubicBezTo>
                <a:moveTo>
                  <a:pt x="337" y="321"/>
                </a:moveTo>
                <a:cubicBezTo>
                  <a:pt x="337" y="330"/>
                  <a:pt x="330" y="338"/>
                  <a:pt x="321" y="338"/>
                </a:cubicBezTo>
                <a:cubicBezTo>
                  <a:pt x="32" y="338"/>
                  <a:pt x="32" y="338"/>
                  <a:pt x="32" y="338"/>
                </a:cubicBezTo>
                <a:cubicBezTo>
                  <a:pt x="23" y="338"/>
                  <a:pt x="16" y="330"/>
                  <a:pt x="16" y="32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4"/>
                  <a:pt x="23" y="16"/>
                  <a:pt x="32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4"/>
                  <a:pt x="337" y="32"/>
                </a:cubicBezTo>
                <a:lnTo>
                  <a:pt x="337" y="32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7" name="Freeform 17"/>
          <p:cNvSpPr>
            <a:spLocks noEditPoints="1"/>
          </p:cNvSpPr>
          <p:nvPr/>
        </p:nvSpPr>
        <p:spPr bwMode="auto">
          <a:xfrm>
            <a:off x="3071285" y="2042584"/>
            <a:ext cx="573617" cy="575733"/>
          </a:xfrm>
          <a:custGeom>
            <a:avLst/>
            <a:gdLst>
              <a:gd name="T0" fmla="*/ 321 w 353"/>
              <a:gd name="T1" fmla="*/ 0 h 354"/>
              <a:gd name="T2" fmla="*/ 32 w 353"/>
              <a:gd name="T3" fmla="*/ 0 h 354"/>
              <a:gd name="T4" fmla="*/ 0 w 353"/>
              <a:gd name="T5" fmla="*/ 32 h 354"/>
              <a:gd name="T6" fmla="*/ 0 w 353"/>
              <a:gd name="T7" fmla="*/ 321 h 354"/>
              <a:gd name="T8" fmla="*/ 32 w 353"/>
              <a:gd name="T9" fmla="*/ 354 h 354"/>
              <a:gd name="T10" fmla="*/ 321 w 353"/>
              <a:gd name="T11" fmla="*/ 354 h 354"/>
              <a:gd name="T12" fmla="*/ 353 w 353"/>
              <a:gd name="T13" fmla="*/ 321 h 354"/>
              <a:gd name="T14" fmla="*/ 353 w 353"/>
              <a:gd name="T15" fmla="*/ 32 h 354"/>
              <a:gd name="T16" fmla="*/ 321 w 353"/>
              <a:gd name="T17" fmla="*/ 0 h 354"/>
              <a:gd name="T18" fmla="*/ 337 w 353"/>
              <a:gd name="T19" fmla="*/ 321 h 354"/>
              <a:gd name="T20" fmla="*/ 321 w 353"/>
              <a:gd name="T21" fmla="*/ 338 h 354"/>
              <a:gd name="T22" fmla="*/ 32 w 353"/>
              <a:gd name="T23" fmla="*/ 338 h 354"/>
              <a:gd name="T24" fmla="*/ 16 w 353"/>
              <a:gd name="T25" fmla="*/ 321 h 354"/>
              <a:gd name="T26" fmla="*/ 16 w 353"/>
              <a:gd name="T27" fmla="*/ 32 h 354"/>
              <a:gd name="T28" fmla="*/ 32 w 353"/>
              <a:gd name="T29" fmla="*/ 16 h 354"/>
              <a:gd name="T30" fmla="*/ 321 w 353"/>
              <a:gd name="T31" fmla="*/ 16 h 354"/>
              <a:gd name="T32" fmla="*/ 337 w 353"/>
              <a:gd name="T33" fmla="*/ 32 h 354"/>
              <a:gd name="T34" fmla="*/ 337 w 353"/>
              <a:gd name="T35" fmla="*/ 321 h 354"/>
              <a:gd name="T36" fmla="*/ 192 w 353"/>
              <a:gd name="T37" fmla="*/ 139 h 354"/>
              <a:gd name="T38" fmla="*/ 203 w 353"/>
              <a:gd name="T39" fmla="*/ 129 h 354"/>
              <a:gd name="T40" fmla="*/ 216 w 353"/>
              <a:gd name="T41" fmla="*/ 129 h 354"/>
              <a:gd name="T42" fmla="*/ 216 w 353"/>
              <a:gd name="T43" fmla="*/ 105 h 354"/>
              <a:gd name="T44" fmla="*/ 195 w 353"/>
              <a:gd name="T45" fmla="*/ 105 h 354"/>
              <a:gd name="T46" fmla="*/ 160 w 353"/>
              <a:gd name="T47" fmla="*/ 137 h 354"/>
              <a:gd name="T48" fmla="*/ 160 w 353"/>
              <a:gd name="T49" fmla="*/ 153 h 354"/>
              <a:gd name="T50" fmla="*/ 144 w 353"/>
              <a:gd name="T51" fmla="*/ 153 h 354"/>
              <a:gd name="T52" fmla="*/ 144 w 353"/>
              <a:gd name="T53" fmla="*/ 177 h 354"/>
              <a:gd name="T54" fmla="*/ 160 w 353"/>
              <a:gd name="T55" fmla="*/ 177 h 354"/>
              <a:gd name="T56" fmla="*/ 160 w 353"/>
              <a:gd name="T57" fmla="*/ 249 h 354"/>
              <a:gd name="T58" fmla="*/ 192 w 353"/>
              <a:gd name="T59" fmla="*/ 249 h 354"/>
              <a:gd name="T60" fmla="*/ 192 w 353"/>
              <a:gd name="T61" fmla="*/ 177 h 354"/>
              <a:gd name="T62" fmla="*/ 213 w 353"/>
              <a:gd name="T63" fmla="*/ 177 h 354"/>
              <a:gd name="T64" fmla="*/ 216 w 353"/>
              <a:gd name="T65" fmla="*/ 153 h 354"/>
              <a:gd name="T66" fmla="*/ 192 w 353"/>
              <a:gd name="T67" fmla="*/ 153 h 354"/>
              <a:gd name="T68" fmla="*/ 192 w 353"/>
              <a:gd name="T69" fmla="*/ 139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353" h="354">
                <a:moveTo>
                  <a:pt x="321" y="0"/>
                </a:move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5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4" y="354"/>
                  <a:pt x="32" y="354"/>
                </a:cubicBezTo>
                <a:cubicBezTo>
                  <a:pt x="321" y="354"/>
                  <a:pt x="321" y="354"/>
                  <a:pt x="321" y="354"/>
                </a:cubicBezTo>
                <a:cubicBezTo>
                  <a:pt x="338" y="354"/>
                  <a:pt x="353" y="339"/>
                  <a:pt x="353" y="321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15"/>
                  <a:pt x="338" y="0"/>
                  <a:pt x="321" y="0"/>
                </a:cubicBezTo>
                <a:moveTo>
                  <a:pt x="337" y="321"/>
                </a:moveTo>
                <a:cubicBezTo>
                  <a:pt x="337" y="330"/>
                  <a:pt x="330" y="338"/>
                  <a:pt x="321" y="338"/>
                </a:cubicBezTo>
                <a:cubicBezTo>
                  <a:pt x="32" y="338"/>
                  <a:pt x="32" y="338"/>
                  <a:pt x="32" y="338"/>
                </a:cubicBezTo>
                <a:cubicBezTo>
                  <a:pt x="23" y="338"/>
                  <a:pt x="16" y="330"/>
                  <a:pt x="16" y="32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4"/>
                  <a:pt x="23" y="16"/>
                  <a:pt x="32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4"/>
                  <a:pt x="337" y="32"/>
                </a:cubicBezTo>
                <a:lnTo>
                  <a:pt x="337" y="321"/>
                </a:lnTo>
                <a:close/>
                <a:moveTo>
                  <a:pt x="192" y="139"/>
                </a:moveTo>
                <a:cubicBezTo>
                  <a:pt x="192" y="132"/>
                  <a:pt x="193" y="129"/>
                  <a:pt x="203" y="129"/>
                </a:cubicBezTo>
                <a:cubicBezTo>
                  <a:pt x="216" y="129"/>
                  <a:pt x="216" y="129"/>
                  <a:pt x="216" y="129"/>
                </a:cubicBezTo>
                <a:cubicBezTo>
                  <a:pt x="216" y="105"/>
                  <a:pt x="216" y="105"/>
                  <a:pt x="216" y="105"/>
                </a:cubicBezTo>
                <a:cubicBezTo>
                  <a:pt x="195" y="105"/>
                  <a:pt x="195" y="105"/>
                  <a:pt x="195" y="105"/>
                </a:cubicBezTo>
                <a:cubicBezTo>
                  <a:pt x="169" y="105"/>
                  <a:pt x="160" y="117"/>
                  <a:pt x="160" y="137"/>
                </a:cubicBezTo>
                <a:cubicBezTo>
                  <a:pt x="160" y="153"/>
                  <a:pt x="160" y="153"/>
                  <a:pt x="160" y="153"/>
                </a:cubicBezTo>
                <a:cubicBezTo>
                  <a:pt x="144" y="153"/>
                  <a:pt x="144" y="153"/>
                  <a:pt x="144" y="153"/>
                </a:cubicBezTo>
                <a:cubicBezTo>
                  <a:pt x="144" y="177"/>
                  <a:pt x="144" y="177"/>
                  <a:pt x="144" y="177"/>
                </a:cubicBezTo>
                <a:cubicBezTo>
                  <a:pt x="160" y="177"/>
                  <a:pt x="160" y="177"/>
                  <a:pt x="160" y="177"/>
                </a:cubicBezTo>
                <a:cubicBezTo>
                  <a:pt x="160" y="249"/>
                  <a:pt x="160" y="249"/>
                  <a:pt x="160" y="249"/>
                </a:cubicBezTo>
                <a:cubicBezTo>
                  <a:pt x="192" y="249"/>
                  <a:pt x="192" y="249"/>
                  <a:pt x="192" y="249"/>
                </a:cubicBezTo>
                <a:cubicBezTo>
                  <a:pt x="192" y="177"/>
                  <a:pt x="192" y="177"/>
                  <a:pt x="192" y="177"/>
                </a:cubicBezTo>
                <a:cubicBezTo>
                  <a:pt x="213" y="177"/>
                  <a:pt x="213" y="177"/>
                  <a:pt x="213" y="177"/>
                </a:cubicBezTo>
                <a:cubicBezTo>
                  <a:pt x="216" y="153"/>
                  <a:pt x="216" y="153"/>
                  <a:pt x="216" y="153"/>
                </a:cubicBezTo>
                <a:cubicBezTo>
                  <a:pt x="192" y="153"/>
                  <a:pt x="192" y="153"/>
                  <a:pt x="192" y="153"/>
                </a:cubicBezTo>
                <a:lnTo>
                  <a:pt x="192" y="139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8" name="Freeform 18"/>
          <p:cNvSpPr>
            <a:spLocks noEditPoints="1"/>
          </p:cNvSpPr>
          <p:nvPr/>
        </p:nvSpPr>
        <p:spPr bwMode="auto">
          <a:xfrm>
            <a:off x="4165601" y="2042584"/>
            <a:ext cx="573617" cy="575733"/>
          </a:xfrm>
          <a:custGeom>
            <a:avLst/>
            <a:gdLst>
              <a:gd name="T0" fmla="*/ 215 w 353"/>
              <a:gd name="T1" fmla="*/ 143 h 354"/>
              <a:gd name="T2" fmla="*/ 215 w 353"/>
              <a:gd name="T3" fmla="*/ 96 h 354"/>
              <a:gd name="T4" fmla="*/ 205 w 353"/>
              <a:gd name="T5" fmla="*/ 134 h 354"/>
              <a:gd name="T6" fmla="*/ 195 w 353"/>
              <a:gd name="T7" fmla="*/ 138 h 354"/>
              <a:gd name="T8" fmla="*/ 173 w 353"/>
              <a:gd name="T9" fmla="*/ 144 h 354"/>
              <a:gd name="T10" fmla="*/ 173 w 353"/>
              <a:gd name="T11" fmla="*/ 96 h 354"/>
              <a:gd name="T12" fmla="*/ 156 w 353"/>
              <a:gd name="T13" fmla="*/ 131 h 354"/>
              <a:gd name="T14" fmla="*/ 171 w 353"/>
              <a:gd name="T15" fmla="*/ 104 h 354"/>
              <a:gd name="T16" fmla="*/ 171 w 353"/>
              <a:gd name="T17" fmla="*/ 137 h 354"/>
              <a:gd name="T18" fmla="*/ 130 w 353"/>
              <a:gd name="T19" fmla="*/ 143 h 354"/>
              <a:gd name="T20" fmla="*/ 155 w 353"/>
              <a:gd name="T21" fmla="*/ 82 h 354"/>
              <a:gd name="T22" fmla="*/ 128 w 353"/>
              <a:gd name="T23" fmla="*/ 82 h 354"/>
              <a:gd name="T24" fmla="*/ 130 w 353"/>
              <a:gd name="T25" fmla="*/ 143 h 354"/>
              <a:gd name="T26" fmla="*/ 0 w 353"/>
              <a:gd name="T27" fmla="*/ 32 h 354"/>
              <a:gd name="T28" fmla="*/ 321 w 353"/>
              <a:gd name="T29" fmla="*/ 354 h 354"/>
              <a:gd name="T30" fmla="*/ 321 w 353"/>
              <a:gd name="T31" fmla="*/ 0 h 354"/>
              <a:gd name="T32" fmla="*/ 32 w 353"/>
              <a:gd name="T33" fmla="*/ 338 h 354"/>
              <a:gd name="T34" fmla="*/ 32 w 353"/>
              <a:gd name="T35" fmla="*/ 16 h 354"/>
              <a:gd name="T36" fmla="*/ 337 w 353"/>
              <a:gd name="T37" fmla="*/ 321 h 354"/>
              <a:gd name="T38" fmla="*/ 191 w 353"/>
              <a:gd name="T39" fmla="*/ 234 h 354"/>
              <a:gd name="T40" fmla="*/ 201 w 353"/>
              <a:gd name="T41" fmla="*/ 204 h 354"/>
              <a:gd name="T42" fmla="*/ 176 w 353"/>
              <a:gd name="T43" fmla="*/ 153 h 354"/>
              <a:gd name="T44" fmla="*/ 88 w 353"/>
              <a:gd name="T45" fmla="*/ 209 h 354"/>
              <a:gd name="T46" fmla="*/ 176 w 353"/>
              <a:gd name="T47" fmla="*/ 265 h 354"/>
              <a:gd name="T48" fmla="*/ 265 w 353"/>
              <a:gd name="T49" fmla="*/ 209 h 354"/>
              <a:gd name="T50" fmla="*/ 140 w 353"/>
              <a:gd name="T51" fmla="*/ 181 h 354"/>
              <a:gd name="T52" fmla="*/ 116 w 353"/>
              <a:gd name="T53" fmla="*/ 244 h 354"/>
              <a:gd name="T54" fmla="*/ 104 w 353"/>
              <a:gd name="T55" fmla="*/ 171 h 354"/>
              <a:gd name="T56" fmla="*/ 172 w 353"/>
              <a:gd name="T57" fmla="*/ 244 h 354"/>
              <a:gd name="T58" fmla="*/ 150 w 353"/>
              <a:gd name="T59" fmla="*/ 245 h 354"/>
              <a:gd name="T60" fmla="*/ 152 w 353"/>
              <a:gd name="T61" fmla="*/ 189 h 354"/>
              <a:gd name="T62" fmla="*/ 162 w 353"/>
              <a:gd name="T63" fmla="*/ 234 h 354"/>
              <a:gd name="T64" fmla="*/ 172 w 353"/>
              <a:gd name="T65" fmla="*/ 244 h 354"/>
              <a:gd name="T66" fmla="*/ 191 w 353"/>
              <a:gd name="T67" fmla="*/ 239 h 354"/>
              <a:gd name="T68" fmla="*/ 180 w 353"/>
              <a:gd name="T69" fmla="*/ 171 h 354"/>
              <a:gd name="T70" fmla="*/ 202 w 353"/>
              <a:gd name="T71" fmla="*/ 189 h 354"/>
              <a:gd name="T72" fmla="*/ 250 w 353"/>
              <a:gd name="T73" fmla="*/ 203 h 354"/>
              <a:gd name="T74" fmla="*/ 229 w 353"/>
              <a:gd name="T75" fmla="*/ 231 h 354"/>
              <a:gd name="T76" fmla="*/ 239 w 353"/>
              <a:gd name="T77" fmla="*/ 225 h 354"/>
              <a:gd name="T78" fmla="*/ 235 w 353"/>
              <a:gd name="T79" fmla="*/ 245 h 354"/>
              <a:gd name="T80" fmla="*/ 235 w 353"/>
              <a:gd name="T81" fmla="*/ 189 h 354"/>
              <a:gd name="T82" fmla="*/ 229 w 353"/>
              <a:gd name="T83" fmla="*/ 204 h 354"/>
              <a:gd name="T84" fmla="*/ 239 w 353"/>
              <a:gd name="T85" fmla="*/ 204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353" h="354">
                <a:moveTo>
                  <a:pt x="203" y="144"/>
                </a:moveTo>
                <a:cubicBezTo>
                  <a:pt x="209" y="144"/>
                  <a:pt x="215" y="139"/>
                  <a:pt x="215" y="139"/>
                </a:cubicBezTo>
                <a:cubicBezTo>
                  <a:pt x="215" y="143"/>
                  <a:pt x="215" y="143"/>
                  <a:pt x="215" y="143"/>
                </a:cubicBezTo>
                <a:cubicBezTo>
                  <a:pt x="225" y="143"/>
                  <a:pt x="225" y="143"/>
                  <a:pt x="225" y="143"/>
                </a:cubicBezTo>
                <a:cubicBezTo>
                  <a:pt x="225" y="96"/>
                  <a:pt x="225" y="96"/>
                  <a:pt x="225" y="96"/>
                </a:cubicBezTo>
                <a:cubicBezTo>
                  <a:pt x="215" y="96"/>
                  <a:pt x="215" y="96"/>
                  <a:pt x="215" y="96"/>
                </a:cubicBezTo>
                <a:cubicBezTo>
                  <a:pt x="215" y="133"/>
                  <a:pt x="215" y="133"/>
                  <a:pt x="215" y="133"/>
                </a:cubicBezTo>
                <a:cubicBezTo>
                  <a:pt x="215" y="133"/>
                  <a:pt x="212" y="137"/>
                  <a:pt x="208" y="137"/>
                </a:cubicBezTo>
                <a:cubicBezTo>
                  <a:pt x="205" y="137"/>
                  <a:pt x="205" y="134"/>
                  <a:pt x="205" y="134"/>
                </a:cubicBezTo>
                <a:cubicBezTo>
                  <a:pt x="205" y="96"/>
                  <a:pt x="205" y="96"/>
                  <a:pt x="205" y="96"/>
                </a:cubicBezTo>
                <a:cubicBezTo>
                  <a:pt x="195" y="96"/>
                  <a:pt x="195" y="96"/>
                  <a:pt x="195" y="96"/>
                </a:cubicBezTo>
                <a:cubicBezTo>
                  <a:pt x="195" y="138"/>
                  <a:pt x="195" y="138"/>
                  <a:pt x="195" y="138"/>
                </a:cubicBezTo>
                <a:cubicBezTo>
                  <a:pt x="195" y="138"/>
                  <a:pt x="196" y="144"/>
                  <a:pt x="203" y="144"/>
                </a:cubicBezTo>
                <a:moveTo>
                  <a:pt x="169" y="144"/>
                </a:moveTo>
                <a:cubicBezTo>
                  <a:pt x="173" y="144"/>
                  <a:pt x="173" y="144"/>
                  <a:pt x="173" y="144"/>
                </a:cubicBezTo>
                <a:cubicBezTo>
                  <a:pt x="180" y="144"/>
                  <a:pt x="186" y="138"/>
                  <a:pt x="186" y="131"/>
                </a:cubicBezTo>
                <a:cubicBezTo>
                  <a:pt x="186" y="110"/>
                  <a:pt x="186" y="110"/>
                  <a:pt x="186" y="110"/>
                </a:cubicBezTo>
                <a:cubicBezTo>
                  <a:pt x="186" y="102"/>
                  <a:pt x="180" y="96"/>
                  <a:pt x="173" y="96"/>
                </a:cubicBezTo>
                <a:cubicBezTo>
                  <a:pt x="169" y="96"/>
                  <a:pt x="169" y="96"/>
                  <a:pt x="169" y="96"/>
                </a:cubicBezTo>
                <a:cubicBezTo>
                  <a:pt x="162" y="96"/>
                  <a:pt x="156" y="102"/>
                  <a:pt x="156" y="110"/>
                </a:cubicBezTo>
                <a:cubicBezTo>
                  <a:pt x="156" y="131"/>
                  <a:pt x="156" y="131"/>
                  <a:pt x="156" y="131"/>
                </a:cubicBezTo>
                <a:cubicBezTo>
                  <a:pt x="156" y="138"/>
                  <a:pt x="162" y="144"/>
                  <a:pt x="169" y="144"/>
                </a:cubicBezTo>
                <a:moveTo>
                  <a:pt x="166" y="109"/>
                </a:moveTo>
                <a:cubicBezTo>
                  <a:pt x="166" y="106"/>
                  <a:pt x="168" y="104"/>
                  <a:pt x="171" y="104"/>
                </a:cubicBezTo>
                <a:cubicBezTo>
                  <a:pt x="174" y="104"/>
                  <a:pt x="176" y="106"/>
                  <a:pt x="176" y="109"/>
                </a:cubicBezTo>
                <a:cubicBezTo>
                  <a:pt x="176" y="132"/>
                  <a:pt x="176" y="132"/>
                  <a:pt x="176" y="132"/>
                </a:cubicBezTo>
                <a:cubicBezTo>
                  <a:pt x="176" y="135"/>
                  <a:pt x="174" y="137"/>
                  <a:pt x="171" y="137"/>
                </a:cubicBezTo>
                <a:cubicBezTo>
                  <a:pt x="168" y="137"/>
                  <a:pt x="166" y="135"/>
                  <a:pt x="166" y="132"/>
                </a:cubicBezTo>
                <a:lnTo>
                  <a:pt x="166" y="109"/>
                </a:lnTo>
                <a:close/>
                <a:moveTo>
                  <a:pt x="130" y="143"/>
                </a:moveTo>
                <a:cubicBezTo>
                  <a:pt x="142" y="143"/>
                  <a:pt x="142" y="143"/>
                  <a:pt x="142" y="143"/>
                </a:cubicBezTo>
                <a:cubicBezTo>
                  <a:pt x="142" y="118"/>
                  <a:pt x="142" y="118"/>
                  <a:pt x="142" y="118"/>
                </a:cubicBezTo>
                <a:cubicBezTo>
                  <a:pt x="155" y="82"/>
                  <a:pt x="155" y="82"/>
                  <a:pt x="155" y="82"/>
                </a:cubicBezTo>
                <a:cubicBezTo>
                  <a:pt x="145" y="82"/>
                  <a:pt x="145" y="82"/>
                  <a:pt x="145" y="82"/>
                </a:cubicBezTo>
                <a:cubicBezTo>
                  <a:pt x="136" y="106"/>
                  <a:pt x="136" y="106"/>
                  <a:pt x="136" y="106"/>
                </a:cubicBezTo>
                <a:cubicBezTo>
                  <a:pt x="128" y="82"/>
                  <a:pt x="128" y="82"/>
                  <a:pt x="128" y="82"/>
                </a:cubicBezTo>
                <a:cubicBezTo>
                  <a:pt x="116" y="82"/>
                  <a:pt x="116" y="82"/>
                  <a:pt x="116" y="82"/>
                </a:cubicBezTo>
                <a:cubicBezTo>
                  <a:pt x="130" y="118"/>
                  <a:pt x="130" y="118"/>
                  <a:pt x="130" y="118"/>
                </a:cubicBezTo>
                <a:lnTo>
                  <a:pt x="130" y="143"/>
                </a:lnTo>
                <a:close/>
                <a:moveTo>
                  <a:pt x="321" y="0"/>
                </a:move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5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4" y="354"/>
                  <a:pt x="32" y="354"/>
                </a:cubicBezTo>
                <a:cubicBezTo>
                  <a:pt x="321" y="354"/>
                  <a:pt x="321" y="354"/>
                  <a:pt x="321" y="354"/>
                </a:cubicBezTo>
                <a:cubicBezTo>
                  <a:pt x="339" y="354"/>
                  <a:pt x="353" y="339"/>
                  <a:pt x="353" y="321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15"/>
                  <a:pt x="339" y="0"/>
                  <a:pt x="321" y="0"/>
                </a:cubicBezTo>
                <a:moveTo>
                  <a:pt x="337" y="321"/>
                </a:moveTo>
                <a:cubicBezTo>
                  <a:pt x="337" y="330"/>
                  <a:pt x="330" y="338"/>
                  <a:pt x="321" y="338"/>
                </a:cubicBezTo>
                <a:cubicBezTo>
                  <a:pt x="32" y="338"/>
                  <a:pt x="32" y="338"/>
                  <a:pt x="32" y="338"/>
                </a:cubicBezTo>
                <a:cubicBezTo>
                  <a:pt x="23" y="338"/>
                  <a:pt x="16" y="330"/>
                  <a:pt x="16" y="32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4"/>
                  <a:pt x="23" y="16"/>
                  <a:pt x="32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4"/>
                  <a:pt x="337" y="32"/>
                </a:cubicBezTo>
                <a:lnTo>
                  <a:pt x="337" y="321"/>
                </a:lnTo>
                <a:close/>
                <a:moveTo>
                  <a:pt x="196" y="198"/>
                </a:moveTo>
                <a:cubicBezTo>
                  <a:pt x="194" y="198"/>
                  <a:pt x="192" y="199"/>
                  <a:pt x="191" y="201"/>
                </a:cubicBezTo>
                <a:cubicBezTo>
                  <a:pt x="191" y="234"/>
                  <a:pt x="191" y="234"/>
                  <a:pt x="191" y="234"/>
                </a:cubicBezTo>
                <a:cubicBezTo>
                  <a:pt x="192" y="235"/>
                  <a:pt x="194" y="236"/>
                  <a:pt x="196" y="236"/>
                </a:cubicBezTo>
                <a:cubicBezTo>
                  <a:pt x="201" y="236"/>
                  <a:pt x="201" y="231"/>
                  <a:pt x="201" y="231"/>
                </a:cubicBezTo>
                <a:cubicBezTo>
                  <a:pt x="201" y="204"/>
                  <a:pt x="201" y="204"/>
                  <a:pt x="201" y="204"/>
                </a:cubicBezTo>
                <a:cubicBezTo>
                  <a:pt x="201" y="204"/>
                  <a:pt x="200" y="198"/>
                  <a:pt x="196" y="198"/>
                </a:cubicBezTo>
                <a:moveTo>
                  <a:pt x="237" y="155"/>
                </a:moveTo>
                <a:cubicBezTo>
                  <a:pt x="237" y="155"/>
                  <a:pt x="207" y="153"/>
                  <a:pt x="176" y="153"/>
                </a:cubicBezTo>
                <a:cubicBezTo>
                  <a:pt x="146" y="153"/>
                  <a:pt x="116" y="155"/>
                  <a:pt x="116" y="155"/>
                </a:cubicBezTo>
                <a:cubicBezTo>
                  <a:pt x="102" y="155"/>
                  <a:pt x="91" y="165"/>
                  <a:pt x="91" y="178"/>
                </a:cubicBezTo>
                <a:cubicBezTo>
                  <a:pt x="91" y="178"/>
                  <a:pt x="88" y="194"/>
                  <a:pt x="88" y="209"/>
                </a:cubicBezTo>
                <a:cubicBezTo>
                  <a:pt x="88" y="225"/>
                  <a:pt x="91" y="240"/>
                  <a:pt x="91" y="240"/>
                </a:cubicBezTo>
                <a:cubicBezTo>
                  <a:pt x="91" y="253"/>
                  <a:pt x="102" y="264"/>
                  <a:pt x="116" y="264"/>
                </a:cubicBezTo>
                <a:cubicBezTo>
                  <a:pt x="116" y="264"/>
                  <a:pt x="146" y="265"/>
                  <a:pt x="176" y="265"/>
                </a:cubicBezTo>
                <a:cubicBezTo>
                  <a:pt x="206" y="265"/>
                  <a:pt x="237" y="264"/>
                  <a:pt x="237" y="264"/>
                </a:cubicBezTo>
                <a:cubicBezTo>
                  <a:pt x="251" y="264"/>
                  <a:pt x="262" y="253"/>
                  <a:pt x="262" y="240"/>
                </a:cubicBezTo>
                <a:cubicBezTo>
                  <a:pt x="262" y="240"/>
                  <a:pt x="265" y="224"/>
                  <a:pt x="265" y="209"/>
                </a:cubicBezTo>
                <a:cubicBezTo>
                  <a:pt x="265" y="194"/>
                  <a:pt x="262" y="178"/>
                  <a:pt x="262" y="178"/>
                </a:cubicBezTo>
                <a:cubicBezTo>
                  <a:pt x="262" y="165"/>
                  <a:pt x="251" y="155"/>
                  <a:pt x="237" y="155"/>
                </a:cubicBezTo>
                <a:moveTo>
                  <a:pt x="140" y="181"/>
                </a:moveTo>
                <a:cubicBezTo>
                  <a:pt x="128" y="181"/>
                  <a:pt x="128" y="181"/>
                  <a:pt x="128" y="181"/>
                </a:cubicBezTo>
                <a:cubicBezTo>
                  <a:pt x="128" y="244"/>
                  <a:pt x="128" y="244"/>
                  <a:pt x="128" y="244"/>
                </a:cubicBezTo>
                <a:cubicBezTo>
                  <a:pt x="116" y="244"/>
                  <a:pt x="116" y="244"/>
                  <a:pt x="116" y="244"/>
                </a:cubicBezTo>
                <a:cubicBezTo>
                  <a:pt x="116" y="181"/>
                  <a:pt x="116" y="181"/>
                  <a:pt x="116" y="181"/>
                </a:cubicBezTo>
                <a:cubicBezTo>
                  <a:pt x="104" y="181"/>
                  <a:pt x="104" y="181"/>
                  <a:pt x="104" y="181"/>
                </a:cubicBezTo>
                <a:cubicBezTo>
                  <a:pt x="104" y="171"/>
                  <a:pt x="104" y="171"/>
                  <a:pt x="104" y="171"/>
                </a:cubicBezTo>
                <a:cubicBezTo>
                  <a:pt x="140" y="171"/>
                  <a:pt x="140" y="171"/>
                  <a:pt x="140" y="171"/>
                </a:cubicBezTo>
                <a:lnTo>
                  <a:pt x="140" y="181"/>
                </a:lnTo>
                <a:close/>
                <a:moveTo>
                  <a:pt x="172" y="244"/>
                </a:moveTo>
                <a:cubicBezTo>
                  <a:pt x="162" y="244"/>
                  <a:pt x="162" y="244"/>
                  <a:pt x="162" y="244"/>
                </a:cubicBezTo>
                <a:cubicBezTo>
                  <a:pt x="162" y="239"/>
                  <a:pt x="162" y="239"/>
                  <a:pt x="162" y="239"/>
                </a:cubicBezTo>
                <a:cubicBezTo>
                  <a:pt x="162" y="239"/>
                  <a:pt x="156" y="245"/>
                  <a:pt x="150" y="245"/>
                </a:cubicBezTo>
                <a:cubicBezTo>
                  <a:pt x="143" y="245"/>
                  <a:pt x="142" y="238"/>
                  <a:pt x="142" y="238"/>
                </a:cubicBezTo>
                <a:cubicBezTo>
                  <a:pt x="142" y="189"/>
                  <a:pt x="142" y="189"/>
                  <a:pt x="142" y="189"/>
                </a:cubicBezTo>
                <a:cubicBezTo>
                  <a:pt x="152" y="189"/>
                  <a:pt x="152" y="189"/>
                  <a:pt x="152" y="189"/>
                </a:cubicBezTo>
                <a:cubicBezTo>
                  <a:pt x="152" y="235"/>
                  <a:pt x="152" y="235"/>
                  <a:pt x="152" y="235"/>
                </a:cubicBezTo>
                <a:cubicBezTo>
                  <a:pt x="152" y="235"/>
                  <a:pt x="152" y="238"/>
                  <a:pt x="155" y="238"/>
                </a:cubicBezTo>
                <a:cubicBezTo>
                  <a:pt x="159" y="238"/>
                  <a:pt x="162" y="234"/>
                  <a:pt x="162" y="234"/>
                </a:cubicBezTo>
                <a:cubicBezTo>
                  <a:pt x="162" y="189"/>
                  <a:pt x="162" y="189"/>
                  <a:pt x="162" y="189"/>
                </a:cubicBezTo>
                <a:cubicBezTo>
                  <a:pt x="172" y="189"/>
                  <a:pt x="172" y="189"/>
                  <a:pt x="172" y="189"/>
                </a:cubicBezTo>
                <a:lnTo>
                  <a:pt x="172" y="244"/>
                </a:lnTo>
                <a:close/>
                <a:moveTo>
                  <a:pt x="211" y="232"/>
                </a:moveTo>
                <a:cubicBezTo>
                  <a:pt x="211" y="232"/>
                  <a:pt x="211" y="245"/>
                  <a:pt x="202" y="245"/>
                </a:cubicBezTo>
                <a:cubicBezTo>
                  <a:pt x="196" y="245"/>
                  <a:pt x="193" y="242"/>
                  <a:pt x="191" y="239"/>
                </a:cubicBezTo>
                <a:cubicBezTo>
                  <a:pt x="191" y="244"/>
                  <a:pt x="191" y="244"/>
                  <a:pt x="191" y="244"/>
                </a:cubicBezTo>
                <a:cubicBezTo>
                  <a:pt x="180" y="244"/>
                  <a:pt x="180" y="244"/>
                  <a:pt x="180" y="244"/>
                </a:cubicBezTo>
                <a:cubicBezTo>
                  <a:pt x="180" y="171"/>
                  <a:pt x="180" y="171"/>
                  <a:pt x="180" y="171"/>
                </a:cubicBezTo>
                <a:cubicBezTo>
                  <a:pt x="191" y="171"/>
                  <a:pt x="191" y="171"/>
                  <a:pt x="191" y="171"/>
                </a:cubicBezTo>
                <a:cubicBezTo>
                  <a:pt x="191" y="195"/>
                  <a:pt x="191" y="195"/>
                  <a:pt x="191" y="195"/>
                </a:cubicBezTo>
                <a:cubicBezTo>
                  <a:pt x="193" y="193"/>
                  <a:pt x="197" y="189"/>
                  <a:pt x="202" y="189"/>
                </a:cubicBezTo>
                <a:cubicBezTo>
                  <a:pt x="208" y="189"/>
                  <a:pt x="211" y="195"/>
                  <a:pt x="211" y="202"/>
                </a:cubicBezTo>
                <a:lnTo>
                  <a:pt x="211" y="232"/>
                </a:lnTo>
                <a:close/>
                <a:moveTo>
                  <a:pt x="250" y="203"/>
                </a:moveTo>
                <a:cubicBezTo>
                  <a:pt x="250" y="219"/>
                  <a:pt x="250" y="219"/>
                  <a:pt x="250" y="219"/>
                </a:cubicBezTo>
                <a:cubicBezTo>
                  <a:pt x="229" y="219"/>
                  <a:pt x="229" y="219"/>
                  <a:pt x="229" y="219"/>
                </a:cubicBezTo>
                <a:cubicBezTo>
                  <a:pt x="229" y="231"/>
                  <a:pt x="229" y="231"/>
                  <a:pt x="229" y="231"/>
                </a:cubicBezTo>
                <a:cubicBezTo>
                  <a:pt x="229" y="231"/>
                  <a:pt x="229" y="236"/>
                  <a:pt x="234" y="236"/>
                </a:cubicBezTo>
                <a:cubicBezTo>
                  <a:pt x="239" y="236"/>
                  <a:pt x="239" y="231"/>
                  <a:pt x="239" y="231"/>
                </a:cubicBezTo>
                <a:cubicBezTo>
                  <a:pt x="239" y="225"/>
                  <a:pt x="239" y="225"/>
                  <a:pt x="239" y="225"/>
                </a:cubicBezTo>
                <a:cubicBezTo>
                  <a:pt x="250" y="225"/>
                  <a:pt x="250" y="225"/>
                  <a:pt x="250" y="225"/>
                </a:cubicBezTo>
                <a:cubicBezTo>
                  <a:pt x="250" y="234"/>
                  <a:pt x="250" y="234"/>
                  <a:pt x="250" y="234"/>
                </a:cubicBezTo>
                <a:cubicBezTo>
                  <a:pt x="250" y="234"/>
                  <a:pt x="248" y="245"/>
                  <a:pt x="235" y="245"/>
                </a:cubicBezTo>
                <a:cubicBezTo>
                  <a:pt x="222" y="245"/>
                  <a:pt x="219" y="234"/>
                  <a:pt x="219" y="234"/>
                </a:cubicBezTo>
                <a:cubicBezTo>
                  <a:pt x="219" y="203"/>
                  <a:pt x="219" y="203"/>
                  <a:pt x="219" y="203"/>
                </a:cubicBezTo>
                <a:cubicBezTo>
                  <a:pt x="219" y="203"/>
                  <a:pt x="219" y="189"/>
                  <a:pt x="235" y="189"/>
                </a:cubicBezTo>
                <a:cubicBezTo>
                  <a:pt x="251" y="189"/>
                  <a:pt x="250" y="203"/>
                  <a:pt x="250" y="203"/>
                </a:cubicBezTo>
                <a:moveTo>
                  <a:pt x="234" y="198"/>
                </a:moveTo>
                <a:cubicBezTo>
                  <a:pt x="229" y="198"/>
                  <a:pt x="229" y="204"/>
                  <a:pt x="229" y="204"/>
                </a:cubicBezTo>
                <a:cubicBezTo>
                  <a:pt x="229" y="211"/>
                  <a:pt x="229" y="211"/>
                  <a:pt x="229" y="211"/>
                </a:cubicBezTo>
                <a:cubicBezTo>
                  <a:pt x="239" y="211"/>
                  <a:pt x="239" y="211"/>
                  <a:pt x="239" y="211"/>
                </a:cubicBezTo>
                <a:cubicBezTo>
                  <a:pt x="239" y="204"/>
                  <a:pt x="239" y="204"/>
                  <a:pt x="239" y="204"/>
                </a:cubicBezTo>
                <a:cubicBezTo>
                  <a:pt x="239" y="204"/>
                  <a:pt x="239" y="198"/>
                  <a:pt x="234" y="198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9" name="Freeform 19"/>
          <p:cNvSpPr>
            <a:spLocks noEditPoints="1"/>
          </p:cNvSpPr>
          <p:nvPr/>
        </p:nvSpPr>
        <p:spPr bwMode="auto">
          <a:xfrm>
            <a:off x="5262034" y="2042584"/>
            <a:ext cx="573617" cy="575733"/>
          </a:xfrm>
          <a:custGeom>
            <a:avLst/>
            <a:gdLst>
              <a:gd name="T0" fmla="*/ 164 w 353"/>
              <a:gd name="T1" fmla="*/ 106 h 354"/>
              <a:gd name="T2" fmla="*/ 116 w 353"/>
              <a:gd name="T3" fmla="*/ 145 h 354"/>
              <a:gd name="T4" fmla="*/ 128 w 353"/>
              <a:gd name="T5" fmla="*/ 196 h 354"/>
              <a:gd name="T6" fmla="*/ 138 w 353"/>
              <a:gd name="T7" fmla="*/ 191 h 354"/>
              <a:gd name="T8" fmla="*/ 135 w 353"/>
              <a:gd name="T9" fmla="*/ 179 h 354"/>
              <a:gd name="T10" fmla="*/ 132 w 353"/>
              <a:gd name="T11" fmla="*/ 163 h 354"/>
              <a:gd name="T12" fmla="*/ 165 w 353"/>
              <a:gd name="T13" fmla="*/ 122 h 354"/>
              <a:gd name="T14" fmla="*/ 192 w 353"/>
              <a:gd name="T15" fmla="*/ 122 h 354"/>
              <a:gd name="T16" fmla="*/ 217 w 353"/>
              <a:gd name="T17" fmla="*/ 167 h 354"/>
              <a:gd name="T18" fmla="*/ 191 w 353"/>
              <a:gd name="T19" fmla="*/ 205 h 354"/>
              <a:gd name="T20" fmla="*/ 172 w 353"/>
              <a:gd name="T21" fmla="*/ 189 h 354"/>
              <a:gd name="T22" fmla="*/ 171 w 353"/>
              <a:gd name="T23" fmla="*/ 141 h 354"/>
              <a:gd name="T24" fmla="*/ 150 w 353"/>
              <a:gd name="T25" fmla="*/ 171 h 354"/>
              <a:gd name="T26" fmla="*/ 147 w 353"/>
              <a:gd name="T27" fmla="*/ 204 h 354"/>
              <a:gd name="T28" fmla="*/ 139 w 353"/>
              <a:gd name="T29" fmla="*/ 239 h 354"/>
              <a:gd name="T30" fmla="*/ 140 w 353"/>
              <a:gd name="T31" fmla="*/ 257 h 354"/>
              <a:gd name="T32" fmla="*/ 141 w 353"/>
              <a:gd name="T33" fmla="*/ 265 h 354"/>
              <a:gd name="T34" fmla="*/ 159 w 353"/>
              <a:gd name="T35" fmla="*/ 238 h 354"/>
              <a:gd name="T36" fmla="*/ 166 w 353"/>
              <a:gd name="T37" fmla="*/ 209 h 354"/>
              <a:gd name="T38" fmla="*/ 172 w 353"/>
              <a:gd name="T39" fmla="*/ 215 h 354"/>
              <a:gd name="T40" fmla="*/ 227 w 353"/>
              <a:gd name="T41" fmla="*/ 203 h 354"/>
              <a:gd name="T42" fmla="*/ 240 w 353"/>
              <a:gd name="T43" fmla="*/ 169 h 354"/>
              <a:gd name="T44" fmla="*/ 175 w 353"/>
              <a:gd name="T45" fmla="*/ 105 h 354"/>
              <a:gd name="T46" fmla="*/ 32 w 353"/>
              <a:gd name="T47" fmla="*/ 0 h 354"/>
              <a:gd name="T48" fmla="*/ 0 w 353"/>
              <a:gd name="T49" fmla="*/ 321 h 354"/>
              <a:gd name="T50" fmla="*/ 321 w 353"/>
              <a:gd name="T51" fmla="*/ 354 h 354"/>
              <a:gd name="T52" fmla="*/ 353 w 353"/>
              <a:gd name="T53" fmla="*/ 32 h 354"/>
              <a:gd name="T54" fmla="*/ 337 w 353"/>
              <a:gd name="T55" fmla="*/ 321 h 354"/>
              <a:gd name="T56" fmla="*/ 32 w 353"/>
              <a:gd name="T57" fmla="*/ 338 h 354"/>
              <a:gd name="T58" fmla="*/ 16 w 353"/>
              <a:gd name="T59" fmla="*/ 32 h 354"/>
              <a:gd name="T60" fmla="*/ 321 w 353"/>
              <a:gd name="T61" fmla="*/ 16 h 354"/>
              <a:gd name="T62" fmla="*/ 337 w 353"/>
              <a:gd name="T63" fmla="*/ 321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353" h="354">
                <a:moveTo>
                  <a:pt x="175" y="105"/>
                </a:moveTo>
                <a:cubicBezTo>
                  <a:pt x="171" y="105"/>
                  <a:pt x="168" y="106"/>
                  <a:pt x="164" y="106"/>
                </a:cubicBezTo>
                <a:cubicBezTo>
                  <a:pt x="158" y="108"/>
                  <a:pt x="151" y="109"/>
                  <a:pt x="146" y="112"/>
                </a:cubicBezTo>
                <a:cubicBezTo>
                  <a:pt x="132" y="120"/>
                  <a:pt x="122" y="130"/>
                  <a:pt x="116" y="145"/>
                </a:cubicBezTo>
                <a:cubicBezTo>
                  <a:pt x="115" y="148"/>
                  <a:pt x="115" y="150"/>
                  <a:pt x="114" y="153"/>
                </a:cubicBezTo>
                <a:cubicBezTo>
                  <a:pt x="109" y="171"/>
                  <a:pt x="118" y="189"/>
                  <a:pt x="128" y="196"/>
                </a:cubicBezTo>
                <a:cubicBezTo>
                  <a:pt x="131" y="197"/>
                  <a:pt x="135" y="199"/>
                  <a:pt x="137" y="196"/>
                </a:cubicBezTo>
                <a:cubicBezTo>
                  <a:pt x="138" y="195"/>
                  <a:pt x="138" y="193"/>
                  <a:pt x="138" y="191"/>
                </a:cubicBezTo>
                <a:cubicBezTo>
                  <a:pt x="139" y="190"/>
                  <a:pt x="140" y="187"/>
                  <a:pt x="140" y="186"/>
                </a:cubicBezTo>
                <a:cubicBezTo>
                  <a:pt x="139" y="183"/>
                  <a:pt x="136" y="181"/>
                  <a:pt x="135" y="179"/>
                </a:cubicBezTo>
                <a:cubicBezTo>
                  <a:pt x="133" y="175"/>
                  <a:pt x="133" y="171"/>
                  <a:pt x="131" y="165"/>
                </a:cubicBezTo>
                <a:cubicBezTo>
                  <a:pt x="131" y="165"/>
                  <a:pt x="132" y="164"/>
                  <a:pt x="132" y="163"/>
                </a:cubicBezTo>
                <a:cubicBezTo>
                  <a:pt x="132" y="157"/>
                  <a:pt x="133" y="152"/>
                  <a:pt x="135" y="148"/>
                </a:cubicBezTo>
                <a:cubicBezTo>
                  <a:pt x="141" y="134"/>
                  <a:pt x="150" y="127"/>
                  <a:pt x="165" y="122"/>
                </a:cubicBezTo>
                <a:cubicBezTo>
                  <a:pt x="169" y="121"/>
                  <a:pt x="178" y="120"/>
                  <a:pt x="183" y="121"/>
                </a:cubicBezTo>
                <a:cubicBezTo>
                  <a:pt x="186" y="121"/>
                  <a:pt x="189" y="122"/>
                  <a:pt x="192" y="122"/>
                </a:cubicBezTo>
                <a:cubicBezTo>
                  <a:pt x="203" y="126"/>
                  <a:pt x="211" y="132"/>
                  <a:pt x="215" y="142"/>
                </a:cubicBezTo>
                <a:cubicBezTo>
                  <a:pt x="218" y="148"/>
                  <a:pt x="218" y="159"/>
                  <a:pt x="217" y="167"/>
                </a:cubicBezTo>
                <a:cubicBezTo>
                  <a:pt x="216" y="171"/>
                  <a:pt x="216" y="174"/>
                  <a:pt x="215" y="177"/>
                </a:cubicBezTo>
                <a:cubicBezTo>
                  <a:pt x="211" y="190"/>
                  <a:pt x="205" y="201"/>
                  <a:pt x="191" y="205"/>
                </a:cubicBezTo>
                <a:cubicBezTo>
                  <a:pt x="182" y="207"/>
                  <a:pt x="175" y="201"/>
                  <a:pt x="173" y="196"/>
                </a:cubicBezTo>
                <a:cubicBezTo>
                  <a:pt x="173" y="194"/>
                  <a:pt x="172" y="191"/>
                  <a:pt x="172" y="189"/>
                </a:cubicBezTo>
                <a:cubicBezTo>
                  <a:pt x="174" y="179"/>
                  <a:pt x="178" y="170"/>
                  <a:pt x="181" y="160"/>
                </a:cubicBezTo>
                <a:cubicBezTo>
                  <a:pt x="183" y="150"/>
                  <a:pt x="178" y="142"/>
                  <a:pt x="171" y="141"/>
                </a:cubicBezTo>
                <a:cubicBezTo>
                  <a:pt x="162" y="138"/>
                  <a:pt x="154" y="147"/>
                  <a:pt x="152" y="153"/>
                </a:cubicBezTo>
                <a:cubicBezTo>
                  <a:pt x="150" y="157"/>
                  <a:pt x="149" y="165"/>
                  <a:pt x="150" y="171"/>
                </a:cubicBezTo>
                <a:cubicBezTo>
                  <a:pt x="151" y="173"/>
                  <a:pt x="153" y="178"/>
                  <a:pt x="153" y="180"/>
                </a:cubicBezTo>
                <a:cubicBezTo>
                  <a:pt x="151" y="188"/>
                  <a:pt x="149" y="196"/>
                  <a:pt x="147" y="204"/>
                </a:cubicBezTo>
                <a:cubicBezTo>
                  <a:pt x="144" y="212"/>
                  <a:pt x="143" y="220"/>
                  <a:pt x="141" y="228"/>
                </a:cubicBezTo>
                <a:cubicBezTo>
                  <a:pt x="140" y="231"/>
                  <a:pt x="140" y="235"/>
                  <a:pt x="139" y="239"/>
                </a:cubicBezTo>
                <a:cubicBezTo>
                  <a:pt x="139" y="244"/>
                  <a:pt x="139" y="244"/>
                  <a:pt x="139" y="244"/>
                </a:cubicBezTo>
                <a:cubicBezTo>
                  <a:pt x="138" y="247"/>
                  <a:pt x="139" y="253"/>
                  <a:pt x="140" y="257"/>
                </a:cubicBezTo>
                <a:cubicBezTo>
                  <a:pt x="140" y="259"/>
                  <a:pt x="139" y="262"/>
                  <a:pt x="140" y="263"/>
                </a:cubicBezTo>
                <a:cubicBezTo>
                  <a:pt x="140" y="264"/>
                  <a:pt x="140" y="265"/>
                  <a:pt x="141" y="265"/>
                </a:cubicBezTo>
                <a:cubicBezTo>
                  <a:pt x="144" y="265"/>
                  <a:pt x="149" y="257"/>
                  <a:pt x="150" y="254"/>
                </a:cubicBezTo>
                <a:cubicBezTo>
                  <a:pt x="153" y="249"/>
                  <a:pt x="156" y="244"/>
                  <a:pt x="159" y="238"/>
                </a:cubicBezTo>
                <a:cubicBezTo>
                  <a:pt x="161" y="233"/>
                  <a:pt x="161" y="228"/>
                  <a:pt x="163" y="222"/>
                </a:cubicBezTo>
                <a:cubicBezTo>
                  <a:pt x="164" y="218"/>
                  <a:pt x="166" y="214"/>
                  <a:pt x="166" y="209"/>
                </a:cubicBezTo>
                <a:cubicBezTo>
                  <a:pt x="167" y="209"/>
                  <a:pt x="167" y="209"/>
                  <a:pt x="167" y="209"/>
                </a:cubicBezTo>
                <a:cubicBezTo>
                  <a:pt x="167" y="212"/>
                  <a:pt x="170" y="214"/>
                  <a:pt x="172" y="215"/>
                </a:cubicBezTo>
                <a:cubicBezTo>
                  <a:pt x="177" y="219"/>
                  <a:pt x="187" y="223"/>
                  <a:pt x="198" y="220"/>
                </a:cubicBezTo>
                <a:cubicBezTo>
                  <a:pt x="210" y="217"/>
                  <a:pt x="220" y="212"/>
                  <a:pt x="227" y="203"/>
                </a:cubicBezTo>
                <a:cubicBezTo>
                  <a:pt x="231" y="197"/>
                  <a:pt x="235" y="190"/>
                  <a:pt x="238" y="181"/>
                </a:cubicBezTo>
                <a:cubicBezTo>
                  <a:pt x="239" y="177"/>
                  <a:pt x="239" y="173"/>
                  <a:pt x="240" y="169"/>
                </a:cubicBezTo>
                <a:cubicBezTo>
                  <a:pt x="243" y="158"/>
                  <a:pt x="239" y="145"/>
                  <a:pt x="236" y="138"/>
                </a:cubicBezTo>
                <a:cubicBezTo>
                  <a:pt x="227" y="116"/>
                  <a:pt x="207" y="104"/>
                  <a:pt x="175" y="105"/>
                </a:cubicBezTo>
                <a:moveTo>
                  <a:pt x="321" y="0"/>
                </a:moveTo>
                <a:cubicBezTo>
                  <a:pt x="32" y="0"/>
                  <a:pt x="32" y="0"/>
                  <a:pt x="32" y="0"/>
                </a:cubicBezTo>
                <a:cubicBezTo>
                  <a:pt x="15" y="0"/>
                  <a:pt x="0" y="15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5" y="354"/>
                  <a:pt x="32" y="354"/>
                </a:cubicBezTo>
                <a:cubicBezTo>
                  <a:pt x="321" y="354"/>
                  <a:pt x="321" y="354"/>
                  <a:pt x="321" y="354"/>
                </a:cubicBezTo>
                <a:cubicBezTo>
                  <a:pt x="339" y="354"/>
                  <a:pt x="353" y="339"/>
                  <a:pt x="353" y="321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15"/>
                  <a:pt x="339" y="0"/>
                  <a:pt x="321" y="0"/>
                </a:cubicBezTo>
                <a:moveTo>
                  <a:pt x="337" y="321"/>
                </a:moveTo>
                <a:cubicBezTo>
                  <a:pt x="337" y="330"/>
                  <a:pt x="330" y="338"/>
                  <a:pt x="321" y="338"/>
                </a:cubicBezTo>
                <a:cubicBezTo>
                  <a:pt x="32" y="338"/>
                  <a:pt x="32" y="338"/>
                  <a:pt x="32" y="338"/>
                </a:cubicBezTo>
                <a:cubicBezTo>
                  <a:pt x="23" y="338"/>
                  <a:pt x="16" y="330"/>
                  <a:pt x="16" y="32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4"/>
                  <a:pt x="23" y="16"/>
                  <a:pt x="32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4"/>
                  <a:pt x="337" y="32"/>
                </a:cubicBezTo>
                <a:lnTo>
                  <a:pt x="337" y="32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0" name="Freeform 20"/>
          <p:cNvSpPr>
            <a:spLocks noEditPoints="1"/>
          </p:cNvSpPr>
          <p:nvPr/>
        </p:nvSpPr>
        <p:spPr bwMode="auto">
          <a:xfrm>
            <a:off x="6358468" y="2042584"/>
            <a:ext cx="573617" cy="575733"/>
          </a:xfrm>
          <a:custGeom>
            <a:avLst/>
            <a:gdLst>
              <a:gd name="T0" fmla="*/ 321 w 353"/>
              <a:gd name="T1" fmla="*/ 0 h 354"/>
              <a:gd name="T2" fmla="*/ 32 w 353"/>
              <a:gd name="T3" fmla="*/ 0 h 354"/>
              <a:gd name="T4" fmla="*/ 0 w 353"/>
              <a:gd name="T5" fmla="*/ 32 h 354"/>
              <a:gd name="T6" fmla="*/ 0 w 353"/>
              <a:gd name="T7" fmla="*/ 321 h 354"/>
              <a:gd name="T8" fmla="*/ 32 w 353"/>
              <a:gd name="T9" fmla="*/ 354 h 354"/>
              <a:gd name="T10" fmla="*/ 321 w 353"/>
              <a:gd name="T11" fmla="*/ 354 h 354"/>
              <a:gd name="T12" fmla="*/ 353 w 353"/>
              <a:gd name="T13" fmla="*/ 321 h 354"/>
              <a:gd name="T14" fmla="*/ 353 w 353"/>
              <a:gd name="T15" fmla="*/ 32 h 354"/>
              <a:gd name="T16" fmla="*/ 321 w 353"/>
              <a:gd name="T17" fmla="*/ 0 h 354"/>
              <a:gd name="T18" fmla="*/ 337 w 353"/>
              <a:gd name="T19" fmla="*/ 321 h 354"/>
              <a:gd name="T20" fmla="*/ 321 w 353"/>
              <a:gd name="T21" fmla="*/ 338 h 354"/>
              <a:gd name="T22" fmla="*/ 32 w 353"/>
              <a:gd name="T23" fmla="*/ 338 h 354"/>
              <a:gd name="T24" fmla="*/ 16 w 353"/>
              <a:gd name="T25" fmla="*/ 321 h 354"/>
              <a:gd name="T26" fmla="*/ 16 w 353"/>
              <a:gd name="T27" fmla="*/ 32 h 354"/>
              <a:gd name="T28" fmla="*/ 32 w 353"/>
              <a:gd name="T29" fmla="*/ 16 h 354"/>
              <a:gd name="T30" fmla="*/ 321 w 353"/>
              <a:gd name="T31" fmla="*/ 16 h 354"/>
              <a:gd name="T32" fmla="*/ 337 w 353"/>
              <a:gd name="T33" fmla="*/ 32 h 354"/>
              <a:gd name="T34" fmla="*/ 337 w 353"/>
              <a:gd name="T35" fmla="*/ 321 h 354"/>
              <a:gd name="T36" fmla="*/ 233 w 353"/>
              <a:gd name="T37" fmla="*/ 113 h 354"/>
              <a:gd name="T38" fmla="*/ 188 w 353"/>
              <a:gd name="T39" fmla="*/ 147 h 354"/>
              <a:gd name="T40" fmla="*/ 200 w 353"/>
              <a:gd name="T41" fmla="*/ 145 h 354"/>
              <a:gd name="T42" fmla="*/ 210 w 353"/>
              <a:gd name="T43" fmla="*/ 158 h 354"/>
              <a:gd name="T44" fmla="*/ 200 w 353"/>
              <a:gd name="T45" fmla="*/ 180 h 354"/>
              <a:gd name="T46" fmla="*/ 184 w 353"/>
              <a:gd name="T47" fmla="*/ 195 h 354"/>
              <a:gd name="T48" fmla="*/ 173 w 353"/>
              <a:gd name="T49" fmla="*/ 172 h 354"/>
              <a:gd name="T50" fmla="*/ 166 w 353"/>
              <a:gd name="T51" fmla="*/ 138 h 354"/>
              <a:gd name="T52" fmla="*/ 143 w 353"/>
              <a:gd name="T53" fmla="*/ 114 h 354"/>
              <a:gd name="T54" fmla="*/ 119 w 353"/>
              <a:gd name="T55" fmla="*/ 128 h 354"/>
              <a:gd name="T56" fmla="*/ 96 w 353"/>
              <a:gd name="T57" fmla="*/ 147 h 354"/>
              <a:gd name="T58" fmla="*/ 103 w 353"/>
              <a:gd name="T59" fmla="*/ 156 h 354"/>
              <a:gd name="T60" fmla="*/ 116 w 353"/>
              <a:gd name="T61" fmla="*/ 149 h 354"/>
              <a:gd name="T62" fmla="*/ 131 w 353"/>
              <a:gd name="T63" fmla="*/ 173 h 354"/>
              <a:gd name="T64" fmla="*/ 144 w 353"/>
              <a:gd name="T65" fmla="*/ 217 h 354"/>
              <a:gd name="T66" fmla="*/ 168 w 353"/>
              <a:gd name="T67" fmla="*/ 241 h 354"/>
              <a:gd name="T68" fmla="*/ 224 w 353"/>
              <a:gd name="T69" fmla="*/ 202 h 354"/>
              <a:gd name="T70" fmla="*/ 257 w 353"/>
              <a:gd name="T71" fmla="*/ 142 h 354"/>
              <a:gd name="T72" fmla="*/ 233 w 353"/>
              <a:gd name="T73" fmla="*/ 113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353" h="354">
                <a:moveTo>
                  <a:pt x="321" y="0"/>
                </a:move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5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4" y="354"/>
                  <a:pt x="32" y="354"/>
                </a:cubicBezTo>
                <a:cubicBezTo>
                  <a:pt x="321" y="354"/>
                  <a:pt x="321" y="354"/>
                  <a:pt x="321" y="354"/>
                </a:cubicBezTo>
                <a:cubicBezTo>
                  <a:pt x="338" y="354"/>
                  <a:pt x="353" y="339"/>
                  <a:pt x="353" y="321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15"/>
                  <a:pt x="338" y="0"/>
                  <a:pt x="321" y="0"/>
                </a:cubicBezTo>
                <a:moveTo>
                  <a:pt x="337" y="321"/>
                </a:moveTo>
                <a:cubicBezTo>
                  <a:pt x="337" y="330"/>
                  <a:pt x="330" y="338"/>
                  <a:pt x="321" y="338"/>
                </a:cubicBezTo>
                <a:cubicBezTo>
                  <a:pt x="32" y="338"/>
                  <a:pt x="32" y="338"/>
                  <a:pt x="32" y="338"/>
                </a:cubicBezTo>
                <a:cubicBezTo>
                  <a:pt x="23" y="338"/>
                  <a:pt x="16" y="330"/>
                  <a:pt x="16" y="32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4"/>
                  <a:pt x="23" y="16"/>
                  <a:pt x="32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4"/>
                  <a:pt x="337" y="32"/>
                </a:cubicBezTo>
                <a:lnTo>
                  <a:pt x="337" y="321"/>
                </a:lnTo>
                <a:close/>
                <a:moveTo>
                  <a:pt x="233" y="113"/>
                </a:moveTo>
                <a:cubicBezTo>
                  <a:pt x="211" y="112"/>
                  <a:pt x="196" y="124"/>
                  <a:pt x="188" y="147"/>
                </a:cubicBezTo>
                <a:cubicBezTo>
                  <a:pt x="192" y="146"/>
                  <a:pt x="196" y="145"/>
                  <a:pt x="200" y="145"/>
                </a:cubicBezTo>
                <a:cubicBezTo>
                  <a:pt x="208" y="145"/>
                  <a:pt x="211" y="149"/>
                  <a:pt x="210" y="158"/>
                </a:cubicBezTo>
                <a:cubicBezTo>
                  <a:pt x="210" y="163"/>
                  <a:pt x="206" y="170"/>
                  <a:pt x="200" y="180"/>
                </a:cubicBezTo>
                <a:cubicBezTo>
                  <a:pt x="193" y="190"/>
                  <a:pt x="188" y="195"/>
                  <a:pt x="184" y="195"/>
                </a:cubicBezTo>
                <a:cubicBezTo>
                  <a:pt x="180" y="195"/>
                  <a:pt x="176" y="187"/>
                  <a:pt x="173" y="172"/>
                </a:cubicBezTo>
                <a:cubicBezTo>
                  <a:pt x="171" y="168"/>
                  <a:pt x="169" y="156"/>
                  <a:pt x="166" y="138"/>
                </a:cubicBezTo>
                <a:cubicBezTo>
                  <a:pt x="163" y="121"/>
                  <a:pt x="156" y="113"/>
                  <a:pt x="143" y="114"/>
                </a:cubicBezTo>
                <a:cubicBezTo>
                  <a:pt x="138" y="115"/>
                  <a:pt x="130" y="119"/>
                  <a:pt x="119" y="128"/>
                </a:cubicBezTo>
                <a:cubicBezTo>
                  <a:pt x="112" y="134"/>
                  <a:pt x="104" y="141"/>
                  <a:pt x="96" y="147"/>
                </a:cubicBezTo>
                <a:cubicBezTo>
                  <a:pt x="103" y="156"/>
                  <a:pt x="103" y="156"/>
                  <a:pt x="103" y="156"/>
                </a:cubicBezTo>
                <a:cubicBezTo>
                  <a:pt x="111" y="151"/>
                  <a:pt x="115" y="149"/>
                  <a:pt x="116" y="149"/>
                </a:cubicBezTo>
                <a:cubicBezTo>
                  <a:pt x="122" y="149"/>
                  <a:pt x="127" y="157"/>
                  <a:pt x="131" y="173"/>
                </a:cubicBezTo>
                <a:cubicBezTo>
                  <a:pt x="136" y="188"/>
                  <a:pt x="140" y="202"/>
                  <a:pt x="144" y="217"/>
                </a:cubicBezTo>
                <a:cubicBezTo>
                  <a:pt x="151" y="233"/>
                  <a:pt x="159" y="241"/>
                  <a:pt x="168" y="241"/>
                </a:cubicBezTo>
                <a:cubicBezTo>
                  <a:pt x="183" y="241"/>
                  <a:pt x="202" y="228"/>
                  <a:pt x="224" y="202"/>
                </a:cubicBezTo>
                <a:cubicBezTo>
                  <a:pt x="245" y="177"/>
                  <a:pt x="256" y="157"/>
                  <a:pt x="257" y="142"/>
                </a:cubicBezTo>
                <a:cubicBezTo>
                  <a:pt x="257" y="123"/>
                  <a:pt x="250" y="113"/>
                  <a:pt x="233" y="113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1" name="Freeform 21"/>
          <p:cNvSpPr>
            <a:spLocks noEditPoints="1"/>
          </p:cNvSpPr>
          <p:nvPr/>
        </p:nvSpPr>
        <p:spPr bwMode="auto">
          <a:xfrm>
            <a:off x="7454901" y="2042584"/>
            <a:ext cx="573617" cy="575733"/>
          </a:xfrm>
          <a:custGeom>
            <a:avLst/>
            <a:gdLst>
              <a:gd name="T0" fmla="*/ 169 w 353"/>
              <a:gd name="T1" fmla="*/ 174 h 354"/>
              <a:gd name="T2" fmla="*/ 186 w 353"/>
              <a:gd name="T3" fmla="*/ 144 h 354"/>
              <a:gd name="T4" fmla="*/ 184 w 353"/>
              <a:gd name="T5" fmla="*/ 126 h 354"/>
              <a:gd name="T6" fmla="*/ 155 w 353"/>
              <a:gd name="T7" fmla="*/ 113 h 354"/>
              <a:gd name="T8" fmla="*/ 149 w 353"/>
              <a:gd name="T9" fmla="*/ 175 h 354"/>
              <a:gd name="T10" fmla="*/ 151 w 353"/>
              <a:gd name="T11" fmla="*/ 185 h 354"/>
              <a:gd name="T12" fmla="*/ 152 w 353"/>
              <a:gd name="T13" fmla="*/ 241 h 354"/>
              <a:gd name="T14" fmla="*/ 177 w 353"/>
              <a:gd name="T15" fmla="*/ 183 h 354"/>
              <a:gd name="T16" fmla="*/ 143 w 353"/>
              <a:gd name="T17" fmla="*/ 128 h 354"/>
              <a:gd name="T18" fmla="*/ 150 w 353"/>
              <a:gd name="T19" fmla="*/ 122 h 354"/>
              <a:gd name="T20" fmla="*/ 150 w 353"/>
              <a:gd name="T21" fmla="*/ 125 h 354"/>
              <a:gd name="T22" fmla="*/ 163 w 353"/>
              <a:gd name="T23" fmla="*/ 161 h 354"/>
              <a:gd name="T24" fmla="*/ 156 w 353"/>
              <a:gd name="T25" fmla="*/ 164 h 354"/>
              <a:gd name="T26" fmla="*/ 152 w 353"/>
              <a:gd name="T27" fmla="*/ 228 h 354"/>
              <a:gd name="T28" fmla="*/ 154 w 353"/>
              <a:gd name="T29" fmla="*/ 195 h 354"/>
              <a:gd name="T30" fmla="*/ 155 w 353"/>
              <a:gd name="T31" fmla="*/ 195 h 354"/>
              <a:gd name="T32" fmla="*/ 165 w 353"/>
              <a:gd name="T33" fmla="*/ 198 h 354"/>
              <a:gd name="T34" fmla="*/ 175 w 353"/>
              <a:gd name="T35" fmla="*/ 212 h 354"/>
              <a:gd name="T36" fmla="*/ 241 w 353"/>
              <a:gd name="T37" fmla="*/ 121 h 354"/>
              <a:gd name="T38" fmla="*/ 225 w 353"/>
              <a:gd name="T39" fmla="*/ 145 h 354"/>
              <a:gd name="T40" fmla="*/ 200 w 353"/>
              <a:gd name="T41" fmla="*/ 161 h 354"/>
              <a:gd name="T42" fmla="*/ 225 w 353"/>
              <a:gd name="T43" fmla="*/ 185 h 354"/>
              <a:gd name="T44" fmla="*/ 241 w 353"/>
              <a:gd name="T45" fmla="*/ 161 h 354"/>
              <a:gd name="T46" fmla="*/ 265 w 353"/>
              <a:gd name="T47" fmla="*/ 145 h 354"/>
              <a:gd name="T48" fmla="*/ 241 w 353"/>
              <a:gd name="T49" fmla="*/ 121 h 354"/>
              <a:gd name="T50" fmla="*/ 32 w 353"/>
              <a:gd name="T51" fmla="*/ 0 h 354"/>
              <a:gd name="T52" fmla="*/ 0 w 353"/>
              <a:gd name="T53" fmla="*/ 321 h 354"/>
              <a:gd name="T54" fmla="*/ 321 w 353"/>
              <a:gd name="T55" fmla="*/ 354 h 354"/>
              <a:gd name="T56" fmla="*/ 353 w 353"/>
              <a:gd name="T57" fmla="*/ 32 h 354"/>
              <a:gd name="T58" fmla="*/ 337 w 353"/>
              <a:gd name="T59" fmla="*/ 321 h 354"/>
              <a:gd name="T60" fmla="*/ 32 w 353"/>
              <a:gd name="T61" fmla="*/ 338 h 354"/>
              <a:gd name="T62" fmla="*/ 16 w 353"/>
              <a:gd name="T63" fmla="*/ 32 h 354"/>
              <a:gd name="T64" fmla="*/ 321 w 353"/>
              <a:gd name="T65" fmla="*/ 16 h 354"/>
              <a:gd name="T66" fmla="*/ 337 w 353"/>
              <a:gd name="T67" fmla="*/ 321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353" h="354">
                <a:moveTo>
                  <a:pt x="177" y="183"/>
                </a:moveTo>
                <a:cubicBezTo>
                  <a:pt x="173" y="180"/>
                  <a:pt x="169" y="176"/>
                  <a:pt x="169" y="174"/>
                </a:cubicBezTo>
                <a:cubicBezTo>
                  <a:pt x="169" y="172"/>
                  <a:pt x="169" y="171"/>
                  <a:pt x="175" y="166"/>
                </a:cubicBezTo>
                <a:cubicBezTo>
                  <a:pt x="182" y="160"/>
                  <a:pt x="186" y="152"/>
                  <a:pt x="186" y="144"/>
                </a:cubicBezTo>
                <a:cubicBezTo>
                  <a:pt x="186" y="137"/>
                  <a:pt x="184" y="130"/>
                  <a:pt x="181" y="126"/>
                </a:cubicBezTo>
                <a:cubicBezTo>
                  <a:pt x="184" y="126"/>
                  <a:pt x="184" y="126"/>
                  <a:pt x="184" y="126"/>
                </a:cubicBezTo>
                <a:cubicBezTo>
                  <a:pt x="201" y="113"/>
                  <a:pt x="201" y="113"/>
                  <a:pt x="201" y="113"/>
                </a:cubicBezTo>
                <a:cubicBezTo>
                  <a:pt x="155" y="113"/>
                  <a:pt x="155" y="113"/>
                  <a:pt x="155" y="113"/>
                </a:cubicBezTo>
                <a:cubicBezTo>
                  <a:pt x="136" y="113"/>
                  <a:pt x="120" y="127"/>
                  <a:pt x="120" y="144"/>
                </a:cubicBezTo>
                <a:cubicBezTo>
                  <a:pt x="120" y="161"/>
                  <a:pt x="132" y="174"/>
                  <a:pt x="149" y="175"/>
                </a:cubicBezTo>
                <a:cubicBezTo>
                  <a:pt x="149" y="176"/>
                  <a:pt x="149" y="177"/>
                  <a:pt x="149" y="178"/>
                </a:cubicBezTo>
                <a:cubicBezTo>
                  <a:pt x="149" y="181"/>
                  <a:pt x="149" y="183"/>
                  <a:pt x="151" y="185"/>
                </a:cubicBezTo>
                <a:cubicBezTo>
                  <a:pt x="130" y="185"/>
                  <a:pt x="112" y="199"/>
                  <a:pt x="112" y="216"/>
                </a:cubicBezTo>
                <a:cubicBezTo>
                  <a:pt x="112" y="230"/>
                  <a:pt x="129" y="241"/>
                  <a:pt x="152" y="241"/>
                </a:cubicBezTo>
                <a:cubicBezTo>
                  <a:pt x="178" y="241"/>
                  <a:pt x="191" y="225"/>
                  <a:pt x="191" y="211"/>
                </a:cubicBezTo>
                <a:cubicBezTo>
                  <a:pt x="191" y="198"/>
                  <a:pt x="187" y="191"/>
                  <a:pt x="177" y="183"/>
                </a:cubicBezTo>
                <a:moveTo>
                  <a:pt x="140" y="143"/>
                </a:moveTo>
                <a:cubicBezTo>
                  <a:pt x="139" y="137"/>
                  <a:pt x="140" y="131"/>
                  <a:pt x="143" y="128"/>
                </a:cubicBezTo>
                <a:cubicBezTo>
                  <a:pt x="145" y="126"/>
                  <a:pt x="147" y="125"/>
                  <a:pt x="150" y="125"/>
                </a:cubicBezTo>
                <a:cubicBezTo>
                  <a:pt x="150" y="122"/>
                  <a:pt x="150" y="122"/>
                  <a:pt x="150" y="122"/>
                </a:cubicBezTo>
                <a:cubicBezTo>
                  <a:pt x="150" y="122"/>
                  <a:pt x="150" y="122"/>
                  <a:pt x="150" y="122"/>
                </a:cubicBezTo>
                <a:cubicBezTo>
                  <a:pt x="150" y="125"/>
                  <a:pt x="150" y="125"/>
                  <a:pt x="150" y="125"/>
                </a:cubicBezTo>
                <a:cubicBezTo>
                  <a:pt x="158" y="125"/>
                  <a:pt x="165" y="134"/>
                  <a:pt x="167" y="145"/>
                </a:cubicBezTo>
                <a:cubicBezTo>
                  <a:pt x="167" y="151"/>
                  <a:pt x="166" y="157"/>
                  <a:pt x="163" y="161"/>
                </a:cubicBezTo>
                <a:cubicBezTo>
                  <a:pt x="161" y="163"/>
                  <a:pt x="159" y="164"/>
                  <a:pt x="156" y="164"/>
                </a:cubicBezTo>
                <a:cubicBezTo>
                  <a:pt x="156" y="164"/>
                  <a:pt x="156" y="164"/>
                  <a:pt x="156" y="164"/>
                </a:cubicBezTo>
                <a:cubicBezTo>
                  <a:pt x="148" y="164"/>
                  <a:pt x="141" y="154"/>
                  <a:pt x="140" y="143"/>
                </a:cubicBezTo>
                <a:moveTo>
                  <a:pt x="152" y="228"/>
                </a:moveTo>
                <a:cubicBezTo>
                  <a:pt x="141" y="228"/>
                  <a:pt x="132" y="221"/>
                  <a:pt x="132" y="212"/>
                </a:cubicBezTo>
                <a:cubicBezTo>
                  <a:pt x="132" y="203"/>
                  <a:pt x="142" y="195"/>
                  <a:pt x="154" y="195"/>
                </a:cubicBezTo>
                <a:cubicBezTo>
                  <a:pt x="154" y="192"/>
                  <a:pt x="154" y="192"/>
                  <a:pt x="154" y="192"/>
                </a:cubicBezTo>
                <a:cubicBezTo>
                  <a:pt x="155" y="195"/>
                  <a:pt x="155" y="195"/>
                  <a:pt x="155" y="195"/>
                </a:cubicBezTo>
                <a:cubicBezTo>
                  <a:pt x="157" y="195"/>
                  <a:pt x="160" y="196"/>
                  <a:pt x="162" y="197"/>
                </a:cubicBezTo>
                <a:cubicBezTo>
                  <a:pt x="165" y="198"/>
                  <a:pt x="165" y="198"/>
                  <a:pt x="165" y="198"/>
                </a:cubicBezTo>
                <a:cubicBezTo>
                  <a:pt x="171" y="203"/>
                  <a:pt x="174" y="205"/>
                  <a:pt x="175" y="209"/>
                </a:cubicBezTo>
                <a:cubicBezTo>
                  <a:pt x="175" y="210"/>
                  <a:pt x="175" y="211"/>
                  <a:pt x="175" y="212"/>
                </a:cubicBezTo>
                <a:cubicBezTo>
                  <a:pt x="175" y="223"/>
                  <a:pt x="167" y="228"/>
                  <a:pt x="152" y="228"/>
                </a:cubicBezTo>
                <a:moveTo>
                  <a:pt x="241" y="121"/>
                </a:moveTo>
                <a:cubicBezTo>
                  <a:pt x="225" y="121"/>
                  <a:pt x="225" y="121"/>
                  <a:pt x="225" y="121"/>
                </a:cubicBezTo>
                <a:cubicBezTo>
                  <a:pt x="225" y="145"/>
                  <a:pt x="225" y="145"/>
                  <a:pt x="225" y="145"/>
                </a:cubicBezTo>
                <a:cubicBezTo>
                  <a:pt x="200" y="145"/>
                  <a:pt x="200" y="145"/>
                  <a:pt x="200" y="145"/>
                </a:cubicBezTo>
                <a:cubicBezTo>
                  <a:pt x="200" y="161"/>
                  <a:pt x="200" y="161"/>
                  <a:pt x="200" y="161"/>
                </a:cubicBezTo>
                <a:cubicBezTo>
                  <a:pt x="225" y="161"/>
                  <a:pt x="225" y="161"/>
                  <a:pt x="225" y="161"/>
                </a:cubicBezTo>
                <a:cubicBezTo>
                  <a:pt x="225" y="185"/>
                  <a:pt x="225" y="185"/>
                  <a:pt x="225" y="185"/>
                </a:cubicBezTo>
                <a:cubicBezTo>
                  <a:pt x="241" y="185"/>
                  <a:pt x="241" y="185"/>
                  <a:pt x="241" y="185"/>
                </a:cubicBezTo>
                <a:cubicBezTo>
                  <a:pt x="241" y="161"/>
                  <a:pt x="241" y="161"/>
                  <a:pt x="241" y="161"/>
                </a:cubicBezTo>
                <a:cubicBezTo>
                  <a:pt x="265" y="161"/>
                  <a:pt x="265" y="161"/>
                  <a:pt x="265" y="161"/>
                </a:cubicBezTo>
                <a:cubicBezTo>
                  <a:pt x="265" y="145"/>
                  <a:pt x="265" y="145"/>
                  <a:pt x="265" y="145"/>
                </a:cubicBezTo>
                <a:cubicBezTo>
                  <a:pt x="241" y="145"/>
                  <a:pt x="241" y="145"/>
                  <a:pt x="241" y="145"/>
                </a:cubicBezTo>
                <a:lnTo>
                  <a:pt x="241" y="121"/>
                </a:lnTo>
                <a:close/>
                <a:moveTo>
                  <a:pt x="321" y="0"/>
                </a:move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5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4" y="354"/>
                  <a:pt x="32" y="354"/>
                </a:cubicBezTo>
                <a:cubicBezTo>
                  <a:pt x="321" y="354"/>
                  <a:pt x="321" y="354"/>
                  <a:pt x="321" y="354"/>
                </a:cubicBezTo>
                <a:cubicBezTo>
                  <a:pt x="339" y="354"/>
                  <a:pt x="353" y="339"/>
                  <a:pt x="353" y="321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15"/>
                  <a:pt x="339" y="0"/>
                  <a:pt x="321" y="0"/>
                </a:cubicBezTo>
                <a:moveTo>
                  <a:pt x="337" y="321"/>
                </a:moveTo>
                <a:cubicBezTo>
                  <a:pt x="337" y="330"/>
                  <a:pt x="330" y="338"/>
                  <a:pt x="321" y="338"/>
                </a:cubicBezTo>
                <a:cubicBezTo>
                  <a:pt x="32" y="338"/>
                  <a:pt x="32" y="338"/>
                  <a:pt x="32" y="338"/>
                </a:cubicBezTo>
                <a:cubicBezTo>
                  <a:pt x="23" y="338"/>
                  <a:pt x="16" y="330"/>
                  <a:pt x="16" y="32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4"/>
                  <a:pt x="23" y="16"/>
                  <a:pt x="32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4"/>
                  <a:pt x="337" y="32"/>
                </a:cubicBezTo>
                <a:lnTo>
                  <a:pt x="337" y="32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2" name="Freeform 22"/>
          <p:cNvSpPr>
            <a:spLocks noEditPoints="1"/>
          </p:cNvSpPr>
          <p:nvPr/>
        </p:nvSpPr>
        <p:spPr bwMode="auto">
          <a:xfrm>
            <a:off x="8549218" y="2042584"/>
            <a:ext cx="573617" cy="575733"/>
          </a:xfrm>
          <a:custGeom>
            <a:avLst/>
            <a:gdLst>
              <a:gd name="T0" fmla="*/ 129 w 353"/>
              <a:gd name="T1" fmla="*/ 113 h 354"/>
              <a:gd name="T2" fmla="*/ 113 w 353"/>
              <a:gd name="T3" fmla="*/ 129 h 354"/>
              <a:gd name="T4" fmla="*/ 129 w 353"/>
              <a:gd name="T5" fmla="*/ 145 h 354"/>
              <a:gd name="T6" fmla="*/ 145 w 353"/>
              <a:gd name="T7" fmla="*/ 129 h 354"/>
              <a:gd name="T8" fmla="*/ 129 w 353"/>
              <a:gd name="T9" fmla="*/ 113 h 354"/>
              <a:gd name="T10" fmla="*/ 321 w 353"/>
              <a:gd name="T11" fmla="*/ 0 h 354"/>
              <a:gd name="T12" fmla="*/ 32 w 353"/>
              <a:gd name="T13" fmla="*/ 0 h 354"/>
              <a:gd name="T14" fmla="*/ 0 w 353"/>
              <a:gd name="T15" fmla="*/ 32 h 354"/>
              <a:gd name="T16" fmla="*/ 0 w 353"/>
              <a:gd name="T17" fmla="*/ 321 h 354"/>
              <a:gd name="T18" fmla="*/ 32 w 353"/>
              <a:gd name="T19" fmla="*/ 354 h 354"/>
              <a:gd name="T20" fmla="*/ 321 w 353"/>
              <a:gd name="T21" fmla="*/ 354 h 354"/>
              <a:gd name="T22" fmla="*/ 353 w 353"/>
              <a:gd name="T23" fmla="*/ 321 h 354"/>
              <a:gd name="T24" fmla="*/ 353 w 353"/>
              <a:gd name="T25" fmla="*/ 32 h 354"/>
              <a:gd name="T26" fmla="*/ 321 w 353"/>
              <a:gd name="T27" fmla="*/ 0 h 354"/>
              <a:gd name="T28" fmla="*/ 337 w 353"/>
              <a:gd name="T29" fmla="*/ 321 h 354"/>
              <a:gd name="T30" fmla="*/ 321 w 353"/>
              <a:gd name="T31" fmla="*/ 338 h 354"/>
              <a:gd name="T32" fmla="*/ 32 w 353"/>
              <a:gd name="T33" fmla="*/ 338 h 354"/>
              <a:gd name="T34" fmla="*/ 16 w 353"/>
              <a:gd name="T35" fmla="*/ 321 h 354"/>
              <a:gd name="T36" fmla="*/ 16 w 353"/>
              <a:gd name="T37" fmla="*/ 32 h 354"/>
              <a:gd name="T38" fmla="*/ 32 w 353"/>
              <a:gd name="T39" fmla="*/ 16 h 354"/>
              <a:gd name="T40" fmla="*/ 321 w 353"/>
              <a:gd name="T41" fmla="*/ 16 h 354"/>
              <a:gd name="T42" fmla="*/ 337 w 353"/>
              <a:gd name="T43" fmla="*/ 32 h 354"/>
              <a:gd name="T44" fmla="*/ 337 w 353"/>
              <a:gd name="T45" fmla="*/ 321 h 354"/>
              <a:gd name="T46" fmla="*/ 113 w 353"/>
              <a:gd name="T47" fmla="*/ 241 h 354"/>
              <a:gd name="T48" fmla="*/ 145 w 353"/>
              <a:gd name="T49" fmla="*/ 241 h 354"/>
              <a:gd name="T50" fmla="*/ 145 w 353"/>
              <a:gd name="T51" fmla="*/ 153 h 354"/>
              <a:gd name="T52" fmla="*/ 113 w 353"/>
              <a:gd name="T53" fmla="*/ 153 h 354"/>
              <a:gd name="T54" fmla="*/ 113 w 353"/>
              <a:gd name="T55" fmla="*/ 241 h 354"/>
              <a:gd name="T56" fmla="*/ 220 w 353"/>
              <a:gd name="T57" fmla="*/ 153 h 354"/>
              <a:gd name="T58" fmla="*/ 193 w 353"/>
              <a:gd name="T59" fmla="*/ 167 h 354"/>
              <a:gd name="T60" fmla="*/ 193 w 353"/>
              <a:gd name="T61" fmla="*/ 153 h 354"/>
              <a:gd name="T62" fmla="*/ 161 w 353"/>
              <a:gd name="T63" fmla="*/ 153 h 354"/>
              <a:gd name="T64" fmla="*/ 161 w 353"/>
              <a:gd name="T65" fmla="*/ 241 h 354"/>
              <a:gd name="T66" fmla="*/ 193 w 353"/>
              <a:gd name="T67" fmla="*/ 241 h 354"/>
              <a:gd name="T68" fmla="*/ 193 w 353"/>
              <a:gd name="T69" fmla="*/ 193 h 354"/>
              <a:gd name="T70" fmla="*/ 207 w 353"/>
              <a:gd name="T71" fmla="*/ 177 h 354"/>
              <a:gd name="T72" fmla="*/ 217 w 353"/>
              <a:gd name="T73" fmla="*/ 193 h 354"/>
              <a:gd name="T74" fmla="*/ 217 w 353"/>
              <a:gd name="T75" fmla="*/ 241 h 354"/>
              <a:gd name="T76" fmla="*/ 249 w 353"/>
              <a:gd name="T77" fmla="*/ 241 h 354"/>
              <a:gd name="T78" fmla="*/ 249 w 353"/>
              <a:gd name="T79" fmla="*/ 193 h 354"/>
              <a:gd name="T80" fmla="*/ 220 w 353"/>
              <a:gd name="T81" fmla="*/ 153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353" h="354">
                <a:moveTo>
                  <a:pt x="129" y="113"/>
                </a:moveTo>
                <a:cubicBezTo>
                  <a:pt x="120" y="113"/>
                  <a:pt x="113" y="120"/>
                  <a:pt x="113" y="129"/>
                </a:cubicBezTo>
                <a:cubicBezTo>
                  <a:pt x="113" y="138"/>
                  <a:pt x="120" y="145"/>
                  <a:pt x="129" y="145"/>
                </a:cubicBezTo>
                <a:cubicBezTo>
                  <a:pt x="137" y="145"/>
                  <a:pt x="145" y="138"/>
                  <a:pt x="145" y="129"/>
                </a:cubicBezTo>
                <a:cubicBezTo>
                  <a:pt x="145" y="120"/>
                  <a:pt x="137" y="113"/>
                  <a:pt x="129" y="113"/>
                </a:cubicBezTo>
                <a:moveTo>
                  <a:pt x="321" y="0"/>
                </a:moveTo>
                <a:cubicBezTo>
                  <a:pt x="32" y="0"/>
                  <a:pt x="32" y="0"/>
                  <a:pt x="32" y="0"/>
                </a:cubicBezTo>
                <a:cubicBezTo>
                  <a:pt x="15" y="0"/>
                  <a:pt x="0" y="15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5" y="354"/>
                  <a:pt x="32" y="354"/>
                </a:cubicBezTo>
                <a:cubicBezTo>
                  <a:pt x="321" y="354"/>
                  <a:pt x="321" y="354"/>
                  <a:pt x="321" y="354"/>
                </a:cubicBezTo>
                <a:cubicBezTo>
                  <a:pt x="339" y="354"/>
                  <a:pt x="353" y="339"/>
                  <a:pt x="353" y="321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15"/>
                  <a:pt x="339" y="0"/>
                  <a:pt x="321" y="0"/>
                </a:cubicBezTo>
                <a:moveTo>
                  <a:pt x="337" y="321"/>
                </a:moveTo>
                <a:cubicBezTo>
                  <a:pt x="337" y="330"/>
                  <a:pt x="330" y="338"/>
                  <a:pt x="321" y="338"/>
                </a:cubicBezTo>
                <a:cubicBezTo>
                  <a:pt x="32" y="338"/>
                  <a:pt x="32" y="338"/>
                  <a:pt x="32" y="338"/>
                </a:cubicBezTo>
                <a:cubicBezTo>
                  <a:pt x="23" y="338"/>
                  <a:pt x="16" y="330"/>
                  <a:pt x="16" y="32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4"/>
                  <a:pt x="23" y="16"/>
                  <a:pt x="32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4"/>
                  <a:pt x="337" y="32"/>
                </a:cubicBezTo>
                <a:lnTo>
                  <a:pt x="337" y="321"/>
                </a:lnTo>
                <a:close/>
                <a:moveTo>
                  <a:pt x="113" y="241"/>
                </a:moveTo>
                <a:cubicBezTo>
                  <a:pt x="145" y="241"/>
                  <a:pt x="145" y="241"/>
                  <a:pt x="145" y="241"/>
                </a:cubicBezTo>
                <a:cubicBezTo>
                  <a:pt x="145" y="153"/>
                  <a:pt x="145" y="153"/>
                  <a:pt x="145" y="153"/>
                </a:cubicBezTo>
                <a:cubicBezTo>
                  <a:pt x="113" y="153"/>
                  <a:pt x="113" y="153"/>
                  <a:pt x="113" y="153"/>
                </a:cubicBezTo>
                <a:lnTo>
                  <a:pt x="113" y="241"/>
                </a:lnTo>
                <a:close/>
                <a:moveTo>
                  <a:pt x="220" y="153"/>
                </a:moveTo>
                <a:cubicBezTo>
                  <a:pt x="196" y="153"/>
                  <a:pt x="193" y="167"/>
                  <a:pt x="193" y="167"/>
                </a:cubicBezTo>
                <a:cubicBezTo>
                  <a:pt x="193" y="153"/>
                  <a:pt x="193" y="153"/>
                  <a:pt x="193" y="153"/>
                </a:cubicBezTo>
                <a:cubicBezTo>
                  <a:pt x="161" y="153"/>
                  <a:pt x="161" y="153"/>
                  <a:pt x="161" y="153"/>
                </a:cubicBezTo>
                <a:cubicBezTo>
                  <a:pt x="161" y="241"/>
                  <a:pt x="161" y="241"/>
                  <a:pt x="161" y="241"/>
                </a:cubicBezTo>
                <a:cubicBezTo>
                  <a:pt x="193" y="241"/>
                  <a:pt x="193" y="241"/>
                  <a:pt x="193" y="241"/>
                </a:cubicBezTo>
                <a:cubicBezTo>
                  <a:pt x="193" y="193"/>
                  <a:pt x="193" y="193"/>
                  <a:pt x="193" y="193"/>
                </a:cubicBezTo>
                <a:cubicBezTo>
                  <a:pt x="193" y="193"/>
                  <a:pt x="193" y="177"/>
                  <a:pt x="207" y="177"/>
                </a:cubicBezTo>
                <a:cubicBezTo>
                  <a:pt x="214" y="177"/>
                  <a:pt x="217" y="184"/>
                  <a:pt x="217" y="193"/>
                </a:cubicBezTo>
                <a:cubicBezTo>
                  <a:pt x="217" y="241"/>
                  <a:pt x="217" y="241"/>
                  <a:pt x="217" y="241"/>
                </a:cubicBezTo>
                <a:cubicBezTo>
                  <a:pt x="249" y="241"/>
                  <a:pt x="249" y="241"/>
                  <a:pt x="249" y="241"/>
                </a:cubicBezTo>
                <a:cubicBezTo>
                  <a:pt x="249" y="193"/>
                  <a:pt x="249" y="193"/>
                  <a:pt x="249" y="193"/>
                </a:cubicBezTo>
                <a:cubicBezTo>
                  <a:pt x="249" y="168"/>
                  <a:pt x="238" y="153"/>
                  <a:pt x="220" y="153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3" name="Freeform 23"/>
          <p:cNvSpPr>
            <a:spLocks noEditPoints="1"/>
          </p:cNvSpPr>
          <p:nvPr/>
        </p:nvSpPr>
        <p:spPr bwMode="auto">
          <a:xfrm>
            <a:off x="9645651" y="2042584"/>
            <a:ext cx="575733" cy="575733"/>
          </a:xfrm>
          <a:custGeom>
            <a:avLst/>
            <a:gdLst>
              <a:gd name="T0" fmla="*/ 189 w 353"/>
              <a:gd name="T1" fmla="*/ 218 h 354"/>
              <a:gd name="T2" fmla="*/ 184 w 353"/>
              <a:gd name="T3" fmla="*/ 213 h 354"/>
              <a:gd name="T4" fmla="*/ 184 w 353"/>
              <a:gd name="T5" fmla="*/ 169 h 354"/>
              <a:gd name="T6" fmla="*/ 216 w 353"/>
              <a:gd name="T7" fmla="*/ 169 h 354"/>
              <a:gd name="T8" fmla="*/ 216 w 353"/>
              <a:gd name="T9" fmla="*/ 145 h 354"/>
              <a:gd name="T10" fmla="*/ 184 w 353"/>
              <a:gd name="T11" fmla="*/ 145 h 354"/>
              <a:gd name="T12" fmla="*/ 184 w 353"/>
              <a:gd name="T13" fmla="*/ 113 h 354"/>
              <a:gd name="T14" fmla="*/ 164 w 353"/>
              <a:gd name="T15" fmla="*/ 113 h 354"/>
              <a:gd name="T16" fmla="*/ 159 w 353"/>
              <a:gd name="T17" fmla="*/ 129 h 354"/>
              <a:gd name="T18" fmla="*/ 150 w 353"/>
              <a:gd name="T19" fmla="*/ 140 h 354"/>
              <a:gd name="T20" fmla="*/ 136 w 353"/>
              <a:gd name="T21" fmla="*/ 147 h 354"/>
              <a:gd name="T22" fmla="*/ 136 w 353"/>
              <a:gd name="T23" fmla="*/ 169 h 354"/>
              <a:gd name="T24" fmla="*/ 152 w 353"/>
              <a:gd name="T25" fmla="*/ 169 h 354"/>
              <a:gd name="T26" fmla="*/ 152 w 353"/>
              <a:gd name="T27" fmla="*/ 210 h 354"/>
              <a:gd name="T28" fmla="*/ 154 w 353"/>
              <a:gd name="T29" fmla="*/ 224 h 354"/>
              <a:gd name="T30" fmla="*/ 161 w 353"/>
              <a:gd name="T31" fmla="*/ 233 h 354"/>
              <a:gd name="T32" fmla="*/ 173 w 353"/>
              <a:gd name="T33" fmla="*/ 239 h 354"/>
              <a:gd name="T34" fmla="*/ 190 w 353"/>
              <a:gd name="T35" fmla="*/ 241 h 354"/>
              <a:gd name="T36" fmla="*/ 204 w 353"/>
              <a:gd name="T37" fmla="*/ 240 h 354"/>
              <a:gd name="T38" fmla="*/ 222 w 353"/>
              <a:gd name="T39" fmla="*/ 234 h 354"/>
              <a:gd name="T40" fmla="*/ 222 w 353"/>
              <a:gd name="T41" fmla="*/ 214 h 354"/>
              <a:gd name="T42" fmla="*/ 199 w 353"/>
              <a:gd name="T43" fmla="*/ 220 h 354"/>
              <a:gd name="T44" fmla="*/ 189 w 353"/>
              <a:gd name="T45" fmla="*/ 218 h 354"/>
              <a:gd name="T46" fmla="*/ 321 w 353"/>
              <a:gd name="T47" fmla="*/ 0 h 354"/>
              <a:gd name="T48" fmla="*/ 32 w 353"/>
              <a:gd name="T49" fmla="*/ 0 h 354"/>
              <a:gd name="T50" fmla="*/ 0 w 353"/>
              <a:gd name="T51" fmla="*/ 32 h 354"/>
              <a:gd name="T52" fmla="*/ 0 w 353"/>
              <a:gd name="T53" fmla="*/ 321 h 354"/>
              <a:gd name="T54" fmla="*/ 32 w 353"/>
              <a:gd name="T55" fmla="*/ 354 h 354"/>
              <a:gd name="T56" fmla="*/ 321 w 353"/>
              <a:gd name="T57" fmla="*/ 354 h 354"/>
              <a:gd name="T58" fmla="*/ 353 w 353"/>
              <a:gd name="T59" fmla="*/ 321 h 354"/>
              <a:gd name="T60" fmla="*/ 353 w 353"/>
              <a:gd name="T61" fmla="*/ 32 h 354"/>
              <a:gd name="T62" fmla="*/ 321 w 353"/>
              <a:gd name="T63" fmla="*/ 0 h 354"/>
              <a:gd name="T64" fmla="*/ 337 w 353"/>
              <a:gd name="T65" fmla="*/ 321 h 354"/>
              <a:gd name="T66" fmla="*/ 321 w 353"/>
              <a:gd name="T67" fmla="*/ 338 h 354"/>
              <a:gd name="T68" fmla="*/ 32 w 353"/>
              <a:gd name="T69" fmla="*/ 338 h 354"/>
              <a:gd name="T70" fmla="*/ 16 w 353"/>
              <a:gd name="T71" fmla="*/ 321 h 354"/>
              <a:gd name="T72" fmla="*/ 16 w 353"/>
              <a:gd name="T73" fmla="*/ 32 h 354"/>
              <a:gd name="T74" fmla="*/ 32 w 353"/>
              <a:gd name="T75" fmla="*/ 16 h 354"/>
              <a:gd name="T76" fmla="*/ 321 w 353"/>
              <a:gd name="T77" fmla="*/ 16 h 354"/>
              <a:gd name="T78" fmla="*/ 337 w 353"/>
              <a:gd name="T79" fmla="*/ 32 h 354"/>
              <a:gd name="T80" fmla="*/ 337 w 353"/>
              <a:gd name="T81" fmla="*/ 321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353" h="354">
                <a:moveTo>
                  <a:pt x="189" y="218"/>
                </a:moveTo>
                <a:cubicBezTo>
                  <a:pt x="187" y="216"/>
                  <a:pt x="185" y="215"/>
                  <a:pt x="184" y="213"/>
                </a:cubicBezTo>
                <a:cubicBezTo>
                  <a:pt x="184" y="212"/>
                  <a:pt x="184" y="169"/>
                  <a:pt x="184" y="169"/>
                </a:cubicBezTo>
                <a:cubicBezTo>
                  <a:pt x="216" y="169"/>
                  <a:pt x="216" y="169"/>
                  <a:pt x="216" y="169"/>
                </a:cubicBezTo>
                <a:cubicBezTo>
                  <a:pt x="216" y="145"/>
                  <a:pt x="216" y="145"/>
                  <a:pt x="216" y="145"/>
                </a:cubicBezTo>
                <a:cubicBezTo>
                  <a:pt x="184" y="145"/>
                  <a:pt x="184" y="145"/>
                  <a:pt x="184" y="145"/>
                </a:cubicBezTo>
                <a:cubicBezTo>
                  <a:pt x="184" y="113"/>
                  <a:pt x="184" y="113"/>
                  <a:pt x="184" y="113"/>
                </a:cubicBezTo>
                <a:cubicBezTo>
                  <a:pt x="164" y="113"/>
                  <a:pt x="164" y="113"/>
                  <a:pt x="164" y="113"/>
                </a:cubicBezTo>
                <a:cubicBezTo>
                  <a:pt x="163" y="119"/>
                  <a:pt x="161" y="125"/>
                  <a:pt x="159" y="129"/>
                </a:cubicBezTo>
                <a:cubicBezTo>
                  <a:pt x="157" y="134"/>
                  <a:pt x="154" y="137"/>
                  <a:pt x="150" y="140"/>
                </a:cubicBezTo>
                <a:cubicBezTo>
                  <a:pt x="146" y="143"/>
                  <a:pt x="141" y="146"/>
                  <a:pt x="136" y="147"/>
                </a:cubicBezTo>
                <a:cubicBezTo>
                  <a:pt x="136" y="169"/>
                  <a:pt x="136" y="169"/>
                  <a:pt x="136" y="169"/>
                </a:cubicBezTo>
                <a:cubicBezTo>
                  <a:pt x="152" y="169"/>
                  <a:pt x="152" y="169"/>
                  <a:pt x="152" y="169"/>
                </a:cubicBezTo>
                <a:cubicBezTo>
                  <a:pt x="152" y="210"/>
                  <a:pt x="152" y="210"/>
                  <a:pt x="152" y="210"/>
                </a:cubicBezTo>
                <a:cubicBezTo>
                  <a:pt x="152" y="216"/>
                  <a:pt x="153" y="221"/>
                  <a:pt x="154" y="224"/>
                </a:cubicBezTo>
                <a:cubicBezTo>
                  <a:pt x="155" y="227"/>
                  <a:pt x="158" y="230"/>
                  <a:pt x="161" y="233"/>
                </a:cubicBezTo>
                <a:cubicBezTo>
                  <a:pt x="164" y="235"/>
                  <a:pt x="169" y="237"/>
                  <a:pt x="173" y="239"/>
                </a:cubicBezTo>
                <a:cubicBezTo>
                  <a:pt x="178" y="240"/>
                  <a:pt x="183" y="241"/>
                  <a:pt x="190" y="241"/>
                </a:cubicBezTo>
                <a:cubicBezTo>
                  <a:pt x="195" y="241"/>
                  <a:pt x="200" y="241"/>
                  <a:pt x="204" y="240"/>
                </a:cubicBezTo>
                <a:cubicBezTo>
                  <a:pt x="209" y="239"/>
                  <a:pt x="216" y="237"/>
                  <a:pt x="222" y="234"/>
                </a:cubicBezTo>
                <a:cubicBezTo>
                  <a:pt x="222" y="214"/>
                  <a:pt x="222" y="214"/>
                  <a:pt x="222" y="214"/>
                </a:cubicBezTo>
                <a:cubicBezTo>
                  <a:pt x="215" y="219"/>
                  <a:pt x="206" y="220"/>
                  <a:pt x="199" y="220"/>
                </a:cubicBezTo>
                <a:cubicBezTo>
                  <a:pt x="196" y="220"/>
                  <a:pt x="192" y="219"/>
                  <a:pt x="189" y="218"/>
                </a:cubicBezTo>
                <a:moveTo>
                  <a:pt x="321" y="0"/>
                </a:move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5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4" y="354"/>
                  <a:pt x="32" y="354"/>
                </a:cubicBezTo>
                <a:cubicBezTo>
                  <a:pt x="321" y="354"/>
                  <a:pt x="321" y="354"/>
                  <a:pt x="321" y="354"/>
                </a:cubicBezTo>
                <a:cubicBezTo>
                  <a:pt x="338" y="354"/>
                  <a:pt x="353" y="339"/>
                  <a:pt x="353" y="321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15"/>
                  <a:pt x="338" y="0"/>
                  <a:pt x="321" y="0"/>
                </a:cubicBezTo>
                <a:moveTo>
                  <a:pt x="337" y="321"/>
                </a:moveTo>
                <a:cubicBezTo>
                  <a:pt x="337" y="330"/>
                  <a:pt x="330" y="338"/>
                  <a:pt x="321" y="338"/>
                </a:cubicBezTo>
                <a:cubicBezTo>
                  <a:pt x="32" y="338"/>
                  <a:pt x="32" y="338"/>
                  <a:pt x="32" y="338"/>
                </a:cubicBezTo>
                <a:cubicBezTo>
                  <a:pt x="23" y="338"/>
                  <a:pt x="16" y="330"/>
                  <a:pt x="16" y="32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4"/>
                  <a:pt x="23" y="16"/>
                  <a:pt x="32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4"/>
                  <a:pt x="337" y="32"/>
                </a:cubicBezTo>
                <a:lnTo>
                  <a:pt x="337" y="32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4" name="Freeform 24"/>
          <p:cNvSpPr>
            <a:spLocks noEditPoints="1"/>
          </p:cNvSpPr>
          <p:nvPr/>
        </p:nvSpPr>
        <p:spPr bwMode="auto">
          <a:xfrm>
            <a:off x="10742085" y="2042584"/>
            <a:ext cx="573617" cy="575733"/>
          </a:xfrm>
          <a:custGeom>
            <a:avLst/>
            <a:gdLst>
              <a:gd name="T0" fmla="*/ 213 w 353"/>
              <a:gd name="T1" fmla="*/ 115 h 354"/>
              <a:gd name="T2" fmla="*/ 214 w 353"/>
              <a:gd name="T3" fmla="*/ 113 h 354"/>
              <a:gd name="T4" fmla="*/ 211 w 353"/>
              <a:gd name="T5" fmla="*/ 113 h 354"/>
              <a:gd name="T6" fmla="*/ 211 w 353"/>
              <a:gd name="T7" fmla="*/ 113 h 354"/>
              <a:gd name="T8" fmla="*/ 196 w 353"/>
              <a:gd name="T9" fmla="*/ 113 h 354"/>
              <a:gd name="T10" fmla="*/ 195 w 353"/>
              <a:gd name="T11" fmla="*/ 113 h 354"/>
              <a:gd name="T12" fmla="*/ 163 w 353"/>
              <a:gd name="T13" fmla="*/ 166 h 354"/>
              <a:gd name="T14" fmla="*/ 132 w 353"/>
              <a:gd name="T15" fmla="*/ 113 h 354"/>
              <a:gd name="T16" fmla="*/ 131 w 353"/>
              <a:gd name="T17" fmla="*/ 113 h 354"/>
              <a:gd name="T18" fmla="*/ 116 w 353"/>
              <a:gd name="T19" fmla="*/ 113 h 354"/>
              <a:gd name="T20" fmla="*/ 112 w 353"/>
              <a:gd name="T21" fmla="*/ 113 h 354"/>
              <a:gd name="T22" fmla="*/ 155 w 353"/>
              <a:gd name="T23" fmla="*/ 187 h 354"/>
              <a:gd name="T24" fmla="*/ 154 w 353"/>
              <a:gd name="T25" fmla="*/ 240 h 354"/>
              <a:gd name="T26" fmla="*/ 154 w 353"/>
              <a:gd name="T27" fmla="*/ 241 h 354"/>
              <a:gd name="T28" fmla="*/ 155 w 353"/>
              <a:gd name="T29" fmla="*/ 241 h 354"/>
              <a:gd name="T30" fmla="*/ 156 w 353"/>
              <a:gd name="T31" fmla="*/ 241 h 354"/>
              <a:gd name="T32" fmla="*/ 171 w 353"/>
              <a:gd name="T33" fmla="*/ 241 h 354"/>
              <a:gd name="T34" fmla="*/ 173 w 353"/>
              <a:gd name="T35" fmla="*/ 241 h 354"/>
              <a:gd name="T36" fmla="*/ 172 w 353"/>
              <a:gd name="T37" fmla="*/ 187 h 354"/>
              <a:gd name="T38" fmla="*/ 192 w 353"/>
              <a:gd name="T39" fmla="*/ 151 h 354"/>
              <a:gd name="T40" fmla="*/ 213 w 353"/>
              <a:gd name="T41" fmla="*/ 115 h 354"/>
              <a:gd name="T42" fmla="*/ 217 w 353"/>
              <a:gd name="T43" fmla="*/ 223 h 354"/>
              <a:gd name="T44" fmla="*/ 205 w 353"/>
              <a:gd name="T45" fmla="*/ 230 h 354"/>
              <a:gd name="T46" fmla="*/ 206 w 353"/>
              <a:gd name="T47" fmla="*/ 237 h 354"/>
              <a:gd name="T48" fmla="*/ 212 w 353"/>
              <a:gd name="T49" fmla="*/ 241 h 354"/>
              <a:gd name="T50" fmla="*/ 215 w 353"/>
              <a:gd name="T51" fmla="*/ 241 h 354"/>
              <a:gd name="T52" fmla="*/ 224 w 353"/>
              <a:gd name="T53" fmla="*/ 235 h 354"/>
              <a:gd name="T54" fmla="*/ 223 w 353"/>
              <a:gd name="T55" fmla="*/ 227 h 354"/>
              <a:gd name="T56" fmla="*/ 217 w 353"/>
              <a:gd name="T57" fmla="*/ 223 h 354"/>
              <a:gd name="T58" fmla="*/ 234 w 353"/>
              <a:gd name="T59" fmla="*/ 115 h 354"/>
              <a:gd name="T60" fmla="*/ 231 w 353"/>
              <a:gd name="T61" fmla="*/ 114 h 354"/>
              <a:gd name="T62" fmla="*/ 222 w 353"/>
              <a:gd name="T63" fmla="*/ 123 h 354"/>
              <a:gd name="T64" fmla="*/ 213 w 353"/>
              <a:gd name="T65" fmla="*/ 212 h 354"/>
              <a:gd name="T66" fmla="*/ 213 w 353"/>
              <a:gd name="T67" fmla="*/ 213 h 354"/>
              <a:gd name="T68" fmla="*/ 215 w 353"/>
              <a:gd name="T69" fmla="*/ 213 h 354"/>
              <a:gd name="T70" fmla="*/ 215 w 353"/>
              <a:gd name="T71" fmla="*/ 213 h 354"/>
              <a:gd name="T72" fmla="*/ 220 w 353"/>
              <a:gd name="T73" fmla="*/ 214 h 354"/>
              <a:gd name="T74" fmla="*/ 222 w 353"/>
              <a:gd name="T75" fmla="*/ 215 h 354"/>
              <a:gd name="T76" fmla="*/ 222 w 353"/>
              <a:gd name="T77" fmla="*/ 213 h 354"/>
              <a:gd name="T78" fmla="*/ 238 w 353"/>
              <a:gd name="T79" fmla="*/ 139 h 354"/>
              <a:gd name="T80" fmla="*/ 240 w 353"/>
              <a:gd name="T81" fmla="*/ 127 h 354"/>
              <a:gd name="T82" fmla="*/ 239 w 353"/>
              <a:gd name="T83" fmla="*/ 118 h 354"/>
              <a:gd name="T84" fmla="*/ 234 w 353"/>
              <a:gd name="T85" fmla="*/ 115 h 354"/>
              <a:gd name="T86" fmla="*/ 321 w 353"/>
              <a:gd name="T87" fmla="*/ 0 h 354"/>
              <a:gd name="T88" fmla="*/ 32 w 353"/>
              <a:gd name="T89" fmla="*/ 0 h 354"/>
              <a:gd name="T90" fmla="*/ 0 w 353"/>
              <a:gd name="T91" fmla="*/ 32 h 354"/>
              <a:gd name="T92" fmla="*/ 0 w 353"/>
              <a:gd name="T93" fmla="*/ 321 h 354"/>
              <a:gd name="T94" fmla="*/ 32 w 353"/>
              <a:gd name="T95" fmla="*/ 354 h 354"/>
              <a:gd name="T96" fmla="*/ 321 w 353"/>
              <a:gd name="T97" fmla="*/ 354 h 354"/>
              <a:gd name="T98" fmla="*/ 353 w 353"/>
              <a:gd name="T99" fmla="*/ 321 h 354"/>
              <a:gd name="T100" fmla="*/ 353 w 353"/>
              <a:gd name="T101" fmla="*/ 32 h 354"/>
              <a:gd name="T102" fmla="*/ 321 w 353"/>
              <a:gd name="T103" fmla="*/ 0 h 354"/>
              <a:gd name="T104" fmla="*/ 337 w 353"/>
              <a:gd name="T105" fmla="*/ 321 h 354"/>
              <a:gd name="T106" fmla="*/ 321 w 353"/>
              <a:gd name="T107" fmla="*/ 338 h 354"/>
              <a:gd name="T108" fmla="*/ 32 w 353"/>
              <a:gd name="T109" fmla="*/ 338 h 354"/>
              <a:gd name="T110" fmla="*/ 16 w 353"/>
              <a:gd name="T111" fmla="*/ 321 h 354"/>
              <a:gd name="T112" fmla="*/ 16 w 353"/>
              <a:gd name="T113" fmla="*/ 32 h 354"/>
              <a:gd name="T114" fmla="*/ 32 w 353"/>
              <a:gd name="T115" fmla="*/ 16 h 354"/>
              <a:gd name="T116" fmla="*/ 321 w 353"/>
              <a:gd name="T117" fmla="*/ 16 h 354"/>
              <a:gd name="T118" fmla="*/ 337 w 353"/>
              <a:gd name="T119" fmla="*/ 32 h 354"/>
              <a:gd name="T120" fmla="*/ 337 w 353"/>
              <a:gd name="T121" fmla="*/ 321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353" h="354">
                <a:moveTo>
                  <a:pt x="213" y="115"/>
                </a:moveTo>
                <a:cubicBezTo>
                  <a:pt x="214" y="113"/>
                  <a:pt x="214" y="113"/>
                  <a:pt x="214" y="113"/>
                </a:cubicBezTo>
                <a:cubicBezTo>
                  <a:pt x="211" y="113"/>
                  <a:pt x="211" y="113"/>
                  <a:pt x="211" y="113"/>
                </a:cubicBezTo>
                <a:cubicBezTo>
                  <a:pt x="211" y="113"/>
                  <a:pt x="211" y="113"/>
                  <a:pt x="211" y="113"/>
                </a:cubicBezTo>
                <a:cubicBezTo>
                  <a:pt x="207" y="114"/>
                  <a:pt x="200" y="114"/>
                  <a:pt x="196" y="113"/>
                </a:cubicBezTo>
                <a:cubicBezTo>
                  <a:pt x="195" y="113"/>
                  <a:pt x="195" y="113"/>
                  <a:pt x="195" y="113"/>
                </a:cubicBezTo>
                <a:cubicBezTo>
                  <a:pt x="163" y="166"/>
                  <a:pt x="163" y="166"/>
                  <a:pt x="163" y="166"/>
                </a:cubicBezTo>
                <a:cubicBezTo>
                  <a:pt x="132" y="113"/>
                  <a:pt x="132" y="113"/>
                  <a:pt x="132" y="113"/>
                </a:cubicBezTo>
                <a:cubicBezTo>
                  <a:pt x="131" y="113"/>
                  <a:pt x="131" y="113"/>
                  <a:pt x="131" y="113"/>
                </a:cubicBezTo>
                <a:cubicBezTo>
                  <a:pt x="126" y="114"/>
                  <a:pt x="120" y="114"/>
                  <a:pt x="116" y="113"/>
                </a:cubicBezTo>
                <a:cubicBezTo>
                  <a:pt x="112" y="113"/>
                  <a:pt x="112" y="113"/>
                  <a:pt x="112" y="113"/>
                </a:cubicBezTo>
                <a:cubicBezTo>
                  <a:pt x="155" y="187"/>
                  <a:pt x="155" y="187"/>
                  <a:pt x="155" y="187"/>
                </a:cubicBezTo>
                <a:cubicBezTo>
                  <a:pt x="154" y="240"/>
                  <a:pt x="154" y="240"/>
                  <a:pt x="154" y="240"/>
                </a:cubicBezTo>
                <a:cubicBezTo>
                  <a:pt x="154" y="241"/>
                  <a:pt x="154" y="241"/>
                  <a:pt x="154" y="241"/>
                </a:cubicBezTo>
                <a:cubicBezTo>
                  <a:pt x="155" y="241"/>
                  <a:pt x="155" y="241"/>
                  <a:pt x="155" y="241"/>
                </a:cubicBezTo>
                <a:cubicBezTo>
                  <a:pt x="156" y="241"/>
                  <a:pt x="156" y="241"/>
                  <a:pt x="156" y="241"/>
                </a:cubicBezTo>
                <a:cubicBezTo>
                  <a:pt x="160" y="240"/>
                  <a:pt x="167" y="240"/>
                  <a:pt x="171" y="241"/>
                </a:cubicBezTo>
                <a:cubicBezTo>
                  <a:pt x="173" y="241"/>
                  <a:pt x="173" y="241"/>
                  <a:pt x="173" y="241"/>
                </a:cubicBezTo>
                <a:cubicBezTo>
                  <a:pt x="172" y="187"/>
                  <a:pt x="172" y="187"/>
                  <a:pt x="172" y="187"/>
                </a:cubicBezTo>
                <a:cubicBezTo>
                  <a:pt x="173" y="184"/>
                  <a:pt x="182" y="167"/>
                  <a:pt x="192" y="151"/>
                </a:cubicBezTo>
                <a:cubicBezTo>
                  <a:pt x="202" y="133"/>
                  <a:pt x="213" y="115"/>
                  <a:pt x="213" y="115"/>
                </a:cubicBezTo>
                <a:moveTo>
                  <a:pt x="217" y="223"/>
                </a:moveTo>
                <a:cubicBezTo>
                  <a:pt x="211" y="222"/>
                  <a:pt x="207" y="224"/>
                  <a:pt x="205" y="230"/>
                </a:cubicBezTo>
                <a:cubicBezTo>
                  <a:pt x="205" y="232"/>
                  <a:pt x="205" y="235"/>
                  <a:pt x="206" y="237"/>
                </a:cubicBezTo>
                <a:cubicBezTo>
                  <a:pt x="208" y="239"/>
                  <a:pt x="210" y="240"/>
                  <a:pt x="212" y="241"/>
                </a:cubicBezTo>
                <a:cubicBezTo>
                  <a:pt x="213" y="241"/>
                  <a:pt x="214" y="241"/>
                  <a:pt x="215" y="241"/>
                </a:cubicBezTo>
                <a:cubicBezTo>
                  <a:pt x="220" y="241"/>
                  <a:pt x="223" y="239"/>
                  <a:pt x="224" y="235"/>
                </a:cubicBezTo>
                <a:cubicBezTo>
                  <a:pt x="225" y="232"/>
                  <a:pt x="224" y="229"/>
                  <a:pt x="223" y="227"/>
                </a:cubicBezTo>
                <a:cubicBezTo>
                  <a:pt x="222" y="225"/>
                  <a:pt x="220" y="223"/>
                  <a:pt x="217" y="223"/>
                </a:cubicBezTo>
                <a:moveTo>
                  <a:pt x="234" y="115"/>
                </a:moveTo>
                <a:cubicBezTo>
                  <a:pt x="233" y="114"/>
                  <a:pt x="232" y="114"/>
                  <a:pt x="231" y="114"/>
                </a:cubicBezTo>
                <a:cubicBezTo>
                  <a:pt x="226" y="114"/>
                  <a:pt x="222" y="118"/>
                  <a:pt x="222" y="123"/>
                </a:cubicBezTo>
                <a:cubicBezTo>
                  <a:pt x="216" y="192"/>
                  <a:pt x="213" y="211"/>
                  <a:pt x="213" y="212"/>
                </a:cubicBezTo>
                <a:cubicBezTo>
                  <a:pt x="213" y="213"/>
                  <a:pt x="213" y="213"/>
                  <a:pt x="213" y="213"/>
                </a:cubicBezTo>
                <a:cubicBezTo>
                  <a:pt x="215" y="213"/>
                  <a:pt x="215" y="213"/>
                  <a:pt x="215" y="213"/>
                </a:cubicBezTo>
                <a:cubicBezTo>
                  <a:pt x="215" y="213"/>
                  <a:pt x="215" y="213"/>
                  <a:pt x="215" y="213"/>
                </a:cubicBezTo>
                <a:cubicBezTo>
                  <a:pt x="217" y="213"/>
                  <a:pt x="219" y="214"/>
                  <a:pt x="220" y="214"/>
                </a:cubicBezTo>
                <a:cubicBezTo>
                  <a:pt x="222" y="215"/>
                  <a:pt x="222" y="215"/>
                  <a:pt x="222" y="215"/>
                </a:cubicBezTo>
                <a:cubicBezTo>
                  <a:pt x="222" y="213"/>
                  <a:pt x="222" y="213"/>
                  <a:pt x="222" y="213"/>
                </a:cubicBezTo>
                <a:cubicBezTo>
                  <a:pt x="226" y="189"/>
                  <a:pt x="234" y="156"/>
                  <a:pt x="238" y="139"/>
                </a:cubicBezTo>
                <a:cubicBezTo>
                  <a:pt x="239" y="133"/>
                  <a:pt x="240" y="129"/>
                  <a:pt x="240" y="127"/>
                </a:cubicBezTo>
                <a:cubicBezTo>
                  <a:pt x="241" y="124"/>
                  <a:pt x="241" y="120"/>
                  <a:pt x="239" y="118"/>
                </a:cubicBezTo>
                <a:cubicBezTo>
                  <a:pt x="238" y="116"/>
                  <a:pt x="236" y="115"/>
                  <a:pt x="234" y="115"/>
                </a:cubicBezTo>
                <a:moveTo>
                  <a:pt x="321" y="0"/>
                </a:move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5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4" y="354"/>
                  <a:pt x="32" y="354"/>
                </a:cubicBezTo>
                <a:cubicBezTo>
                  <a:pt x="321" y="354"/>
                  <a:pt x="321" y="354"/>
                  <a:pt x="321" y="354"/>
                </a:cubicBezTo>
                <a:cubicBezTo>
                  <a:pt x="339" y="354"/>
                  <a:pt x="353" y="339"/>
                  <a:pt x="353" y="321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15"/>
                  <a:pt x="339" y="0"/>
                  <a:pt x="321" y="0"/>
                </a:cubicBezTo>
                <a:moveTo>
                  <a:pt x="337" y="321"/>
                </a:moveTo>
                <a:cubicBezTo>
                  <a:pt x="337" y="330"/>
                  <a:pt x="330" y="338"/>
                  <a:pt x="321" y="338"/>
                </a:cubicBezTo>
                <a:cubicBezTo>
                  <a:pt x="32" y="338"/>
                  <a:pt x="32" y="338"/>
                  <a:pt x="32" y="338"/>
                </a:cubicBezTo>
                <a:cubicBezTo>
                  <a:pt x="23" y="338"/>
                  <a:pt x="16" y="330"/>
                  <a:pt x="16" y="32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4"/>
                  <a:pt x="23" y="16"/>
                  <a:pt x="32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4"/>
                  <a:pt x="337" y="32"/>
                </a:cubicBezTo>
                <a:lnTo>
                  <a:pt x="337" y="32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5" name="Freeform 25"/>
          <p:cNvSpPr>
            <a:spLocks noEditPoints="1"/>
          </p:cNvSpPr>
          <p:nvPr/>
        </p:nvSpPr>
        <p:spPr bwMode="auto">
          <a:xfrm>
            <a:off x="878418" y="3141134"/>
            <a:ext cx="573617" cy="573617"/>
          </a:xfrm>
          <a:custGeom>
            <a:avLst/>
            <a:gdLst>
              <a:gd name="T0" fmla="*/ 125 w 353"/>
              <a:gd name="T1" fmla="*/ 159 h 353"/>
              <a:gd name="T2" fmla="*/ 88 w 353"/>
              <a:gd name="T3" fmla="*/ 189 h 353"/>
              <a:gd name="T4" fmla="*/ 120 w 353"/>
              <a:gd name="T5" fmla="*/ 208 h 353"/>
              <a:gd name="T6" fmla="*/ 120 w 353"/>
              <a:gd name="T7" fmla="*/ 208 h 353"/>
              <a:gd name="T8" fmla="*/ 126 w 353"/>
              <a:gd name="T9" fmla="*/ 212 h 353"/>
              <a:gd name="T10" fmla="*/ 141 w 353"/>
              <a:gd name="T11" fmla="*/ 221 h 353"/>
              <a:gd name="T12" fmla="*/ 164 w 353"/>
              <a:gd name="T13" fmla="*/ 203 h 353"/>
              <a:gd name="T14" fmla="*/ 176 w 353"/>
              <a:gd name="T15" fmla="*/ 194 h 353"/>
              <a:gd name="T16" fmla="*/ 176 w 353"/>
              <a:gd name="T17" fmla="*/ 194 h 353"/>
              <a:gd name="T18" fmla="*/ 176 w 353"/>
              <a:gd name="T19" fmla="*/ 194 h 353"/>
              <a:gd name="T20" fmla="*/ 176 w 353"/>
              <a:gd name="T21" fmla="*/ 194 h 353"/>
              <a:gd name="T22" fmla="*/ 177 w 353"/>
              <a:gd name="T23" fmla="*/ 194 h 353"/>
              <a:gd name="T24" fmla="*/ 205 w 353"/>
              <a:gd name="T25" fmla="*/ 215 h 353"/>
              <a:gd name="T26" fmla="*/ 213 w 353"/>
              <a:gd name="T27" fmla="*/ 221 h 353"/>
              <a:gd name="T28" fmla="*/ 265 w 353"/>
              <a:gd name="T29" fmla="*/ 189 h 353"/>
              <a:gd name="T30" fmla="*/ 228 w 353"/>
              <a:gd name="T31" fmla="*/ 159 h 353"/>
              <a:gd name="T32" fmla="*/ 176 w 353"/>
              <a:gd name="T33" fmla="*/ 191 h 353"/>
              <a:gd name="T34" fmla="*/ 125 w 353"/>
              <a:gd name="T35" fmla="*/ 159 h 353"/>
              <a:gd name="T36" fmla="*/ 212 w 353"/>
              <a:gd name="T37" fmla="*/ 240 h 353"/>
              <a:gd name="T38" fmla="*/ 212 w 353"/>
              <a:gd name="T39" fmla="*/ 240 h 353"/>
              <a:gd name="T40" fmla="*/ 177 w 353"/>
              <a:gd name="T41" fmla="*/ 214 h 353"/>
              <a:gd name="T42" fmla="*/ 143 w 353"/>
              <a:gd name="T43" fmla="*/ 240 h 353"/>
              <a:gd name="T44" fmla="*/ 142 w 353"/>
              <a:gd name="T45" fmla="*/ 240 h 353"/>
              <a:gd name="T46" fmla="*/ 124 w 353"/>
              <a:gd name="T47" fmla="*/ 229 h 353"/>
              <a:gd name="T48" fmla="*/ 124 w 353"/>
              <a:gd name="T49" fmla="*/ 239 h 353"/>
              <a:gd name="T50" fmla="*/ 176 w 353"/>
              <a:gd name="T51" fmla="*/ 273 h 353"/>
              <a:gd name="T52" fmla="*/ 229 w 353"/>
              <a:gd name="T53" fmla="*/ 239 h 353"/>
              <a:gd name="T54" fmla="*/ 229 w 353"/>
              <a:gd name="T55" fmla="*/ 230 h 353"/>
              <a:gd name="T56" fmla="*/ 212 w 353"/>
              <a:gd name="T57" fmla="*/ 240 h 353"/>
              <a:gd name="T58" fmla="*/ 228 w 353"/>
              <a:gd name="T59" fmla="*/ 159 h 353"/>
              <a:gd name="T60" fmla="*/ 228 w 353"/>
              <a:gd name="T61" fmla="*/ 159 h 353"/>
              <a:gd name="T62" fmla="*/ 228 w 353"/>
              <a:gd name="T63" fmla="*/ 159 h 353"/>
              <a:gd name="T64" fmla="*/ 228 w 353"/>
              <a:gd name="T65" fmla="*/ 159 h 353"/>
              <a:gd name="T66" fmla="*/ 88 w 353"/>
              <a:gd name="T67" fmla="*/ 131 h 353"/>
              <a:gd name="T68" fmla="*/ 125 w 353"/>
              <a:gd name="T69" fmla="*/ 159 h 353"/>
              <a:gd name="T70" fmla="*/ 176 w 353"/>
              <a:gd name="T71" fmla="*/ 127 h 353"/>
              <a:gd name="T72" fmla="*/ 141 w 353"/>
              <a:gd name="T73" fmla="*/ 96 h 353"/>
              <a:gd name="T74" fmla="*/ 88 w 353"/>
              <a:gd name="T75" fmla="*/ 131 h 353"/>
              <a:gd name="T76" fmla="*/ 321 w 353"/>
              <a:gd name="T77" fmla="*/ 0 h 353"/>
              <a:gd name="T78" fmla="*/ 32 w 353"/>
              <a:gd name="T79" fmla="*/ 0 h 353"/>
              <a:gd name="T80" fmla="*/ 0 w 353"/>
              <a:gd name="T81" fmla="*/ 32 h 353"/>
              <a:gd name="T82" fmla="*/ 0 w 353"/>
              <a:gd name="T83" fmla="*/ 321 h 353"/>
              <a:gd name="T84" fmla="*/ 32 w 353"/>
              <a:gd name="T85" fmla="*/ 353 h 353"/>
              <a:gd name="T86" fmla="*/ 321 w 353"/>
              <a:gd name="T87" fmla="*/ 353 h 353"/>
              <a:gd name="T88" fmla="*/ 353 w 353"/>
              <a:gd name="T89" fmla="*/ 321 h 353"/>
              <a:gd name="T90" fmla="*/ 353 w 353"/>
              <a:gd name="T91" fmla="*/ 32 h 353"/>
              <a:gd name="T92" fmla="*/ 321 w 353"/>
              <a:gd name="T93" fmla="*/ 0 h 353"/>
              <a:gd name="T94" fmla="*/ 337 w 353"/>
              <a:gd name="T95" fmla="*/ 321 h 353"/>
              <a:gd name="T96" fmla="*/ 321 w 353"/>
              <a:gd name="T97" fmla="*/ 337 h 353"/>
              <a:gd name="T98" fmla="*/ 32 w 353"/>
              <a:gd name="T99" fmla="*/ 337 h 353"/>
              <a:gd name="T100" fmla="*/ 16 w 353"/>
              <a:gd name="T101" fmla="*/ 321 h 353"/>
              <a:gd name="T102" fmla="*/ 16 w 353"/>
              <a:gd name="T103" fmla="*/ 32 h 353"/>
              <a:gd name="T104" fmla="*/ 32 w 353"/>
              <a:gd name="T105" fmla="*/ 16 h 353"/>
              <a:gd name="T106" fmla="*/ 321 w 353"/>
              <a:gd name="T107" fmla="*/ 16 h 353"/>
              <a:gd name="T108" fmla="*/ 337 w 353"/>
              <a:gd name="T109" fmla="*/ 32 h 353"/>
              <a:gd name="T110" fmla="*/ 337 w 353"/>
              <a:gd name="T111" fmla="*/ 321 h 353"/>
              <a:gd name="T112" fmla="*/ 213 w 353"/>
              <a:gd name="T113" fmla="*/ 96 h 353"/>
              <a:gd name="T114" fmla="*/ 176 w 353"/>
              <a:gd name="T115" fmla="*/ 127 h 353"/>
              <a:gd name="T116" fmla="*/ 228 w 353"/>
              <a:gd name="T117" fmla="*/ 159 h 353"/>
              <a:gd name="T118" fmla="*/ 265 w 353"/>
              <a:gd name="T119" fmla="*/ 129 h 353"/>
              <a:gd name="T120" fmla="*/ 213 w 353"/>
              <a:gd name="T121" fmla="*/ 96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353" h="353">
                <a:moveTo>
                  <a:pt x="125" y="159"/>
                </a:moveTo>
                <a:cubicBezTo>
                  <a:pt x="88" y="189"/>
                  <a:pt x="88" y="189"/>
                  <a:pt x="88" y="189"/>
                </a:cubicBezTo>
                <a:cubicBezTo>
                  <a:pt x="120" y="208"/>
                  <a:pt x="120" y="208"/>
                  <a:pt x="120" y="208"/>
                </a:cubicBezTo>
                <a:cubicBezTo>
                  <a:pt x="120" y="208"/>
                  <a:pt x="120" y="208"/>
                  <a:pt x="120" y="208"/>
                </a:cubicBezTo>
                <a:cubicBezTo>
                  <a:pt x="126" y="212"/>
                  <a:pt x="126" y="212"/>
                  <a:pt x="126" y="212"/>
                </a:cubicBezTo>
                <a:cubicBezTo>
                  <a:pt x="141" y="221"/>
                  <a:pt x="141" y="221"/>
                  <a:pt x="141" y="221"/>
                </a:cubicBezTo>
                <a:cubicBezTo>
                  <a:pt x="164" y="203"/>
                  <a:pt x="164" y="203"/>
                  <a:pt x="164" y="203"/>
                </a:cubicBezTo>
                <a:cubicBezTo>
                  <a:pt x="176" y="194"/>
                  <a:pt x="176" y="194"/>
                  <a:pt x="176" y="194"/>
                </a:cubicBezTo>
                <a:cubicBezTo>
                  <a:pt x="176" y="194"/>
                  <a:pt x="176" y="194"/>
                  <a:pt x="176" y="194"/>
                </a:cubicBezTo>
                <a:cubicBezTo>
                  <a:pt x="176" y="194"/>
                  <a:pt x="176" y="194"/>
                  <a:pt x="176" y="194"/>
                </a:cubicBezTo>
                <a:cubicBezTo>
                  <a:pt x="176" y="194"/>
                  <a:pt x="176" y="194"/>
                  <a:pt x="176" y="194"/>
                </a:cubicBezTo>
                <a:cubicBezTo>
                  <a:pt x="177" y="194"/>
                  <a:pt x="177" y="194"/>
                  <a:pt x="177" y="194"/>
                </a:cubicBezTo>
                <a:cubicBezTo>
                  <a:pt x="205" y="215"/>
                  <a:pt x="205" y="215"/>
                  <a:pt x="205" y="215"/>
                </a:cubicBezTo>
                <a:cubicBezTo>
                  <a:pt x="213" y="221"/>
                  <a:pt x="213" y="221"/>
                  <a:pt x="213" y="221"/>
                </a:cubicBezTo>
                <a:cubicBezTo>
                  <a:pt x="265" y="189"/>
                  <a:pt x="265" y="189"/>
                  <a:pt x="265" y="189"/>
                </a:cubicBezTo>
                <a:cubicBezTo>
                  <a:pt x="228" y="159"/>
                  <a:pt x="228" y="159"/>
                  <a:pt x="228" y="159"/>
                </a:cubicBezTo>
                <a:cubicBezTo>
                  <a:pt x="176" y="191"/>
                  <a:pt x="176" y="191"/>
                  <a:pt x="176" y="191"/>
                </a:cubicBezTo>
                <a:lnTo>
                  <a:pt x="125" y="159"/>
                </a:lnTo>
                <a:close/>
                <a:moveTo>
                  <a:pt x="212" y="240"/>
                </a:moveTo>
                <a:cubicBezTo>
                  <a:pt x="212" y="240"/>
                  <a:pt x="212" y="240"/>
                  <a:pt x="212" y="240"/>
                </a:cubicBezTo>
                <a:cubicBezTo>
                  <a:pt x="177" y="214"/>
                  <a:pt x="177" y="214"/>
                  <a:pt x="177" y="214"/>
                </a:cubicBezTo>
                <a:cubicBezTo>
                  <a:pt x="143" y="240"/>
                  <a:pt x="143" y="240"/>
                  <a:pt x="143" y="240"/>
                </a:cubicBezTo>
                <a:cubicBezTo>
                  <a:pt x="142" y="240"/>
                  <a:pt x="142" y="240"/>
                  <a:pt x="142" y="240"/>
                </a:cubicBezTo>
                <a:cubicBezTo>
                  <a:pt x="124" y="229"/>
                  <a:pt x="124" y="229"/>
                  <a:pt x="124" y="229"/>
                </a:cubicBezTo>
                <a:cubicBezTo>
                  <a:pt x="124" y="239"/>
                  <a:pt x="124" y="239"/>
                  <a:pt x="124" y="239"/>
                </a:cubicBezTo>
                <a:cubicBezTo>
                  <a:pt x="176" y="273"/>
                  <a:pt x="176" y="273"/>
                  <a:pt x="176" y="273"/>
                </a:cubicBezTo>
                <a:cubicBezTo>
                  <a:pt x="229" y="239"/>
                  <a:pt x="229" y="239"/>
                  <a:pt x="229" y="239"/>
                </a:cubicBezTo>
                <a:cubicBezTo>
                  <a:pt x="229" y="230"/>
                  <a:pt x="229" y="230"/>
                  <a:pt x="229" y="230"/>
                </a:cubicBezTo>
                <a:cubicBezTo>
                  <a:pt x="212" y="240"/>
                  <a:pt x="212" y="240"/>
                  <a:pt x="212" y="240"/>
                </a:cubicBezTo>
                <a:close/>
                <a:moveTo>
                  <a:pt x="228" y="159"/>
                </a:moveTo>
                <a:cubicBezTo>
                  <a:pt x="228" y="159"/>
                  <a:pt x="228" y="159"/>
                  <a:pt x="228" y="159"/>
                </a:cubicBezTo>
                <a:cubicBezTo>
                  <a:pt x="228" y="159"/>
                  <a:pt x="228" y="159"/>
                  <a:pt x="228" y="159"/>
                </a:cubicBezTo>
                <a:cubicBezTo>
                  <a:pt x="228" y="159"/>
                  <a:pt x="228" y="159"/>
                  <a:pt x="228" y="159"/>
                </a:cubicBezTo>
                <a:close/>
                <a:moveTo>
                  <a:pt x="88" y="131"/>
                </a:moveTo>
                <a:cubicBezTo>
                  <a:pt x="125" y="159"/>
                  <a:pt x="125" y="159"/>
                  <a:pt x="125" y="159"/>
                </a:cubicBezTo>
                <a:cubicBezTo>
                  <a:pt x="176" y="127"/>
                  <a:pt x="176" y="127"/>
                  <a:pt x="176" y="127"/>
                </a:cubicBezTo>
                <a:cubicBezTo>
                  <a:pt x="141" y="96"/>
                  <a:pt x="141" y="96"/>
                  <a:pt x="141" y="96"/>
                </a:cubicBezTo>
                <a:lnTo>
                  <a:pt x="88" y="131"/>
                </a:lnTo>
                <a:close/>
                <a:moveTo>
                  <a:pt x="321" y="0"/>
                </a:move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4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4" y="353"/>
                  <a:pt x="32" y="353"/>
                </a:cubicBezTo>
                <a:cubicBezTo>
                  <a:pt x="321" y="353"/>
                  <a:pt x="321" y="353"/>
                  <a:pt x="321" y="353"/>
                </a:cubicBezTo>
                <a:cubicBezTo>
                  <a:pt x="339" y="353"/>
                  <a:pt x="353" y="339"/>
                  <a:pt x="353" y="321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14"/>
                  <a:pt x="339" y="0"/>
                  <a:pt x="321" y="0"/>
                </a:cubicBezTo>
                <a:moveTo>
                  <a:pt x="337" y="321"/>
                </a:moveTo>
                <a:cubicBezTo>
                  <a:pt x="337" y="330"/>
                  <a:pt x="330" y="337"/>
                  <a:pt x="321" y="337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23" y="337"/>
                  <a:pt x="16" y="330"/>
                  <a:pt x="16" y="32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3"/>
                  <a:pt x="23" y="16"/>
                  <a:pt x="32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3"/>
                  <a:pt x="337" y="32"/>
                </a:cubicBezTo>
                <a:lnTo>
                  <a:pt x="337" y="321"/>
                </a:lnTo>
                <a:close/>
                <a:moveTo>
                  <a:pt x="213" y="96"/>
                </a:moveTo>
                <a:cubicBezTo>
                  <a:pt x="176" y="127"/>
                  <a:pt x="176" y="127"/>
                  <a:pt x="176" y="127"/>
                </a:cubicBezTo>
                <a:cubicBezTo>
                  <a:pt x="228" y="159"/>
                  <a:pt x="228" y="159"/>
                  <a:pt x="228" y="159"/>
                </a:cubicBezTo>
                <a:cubicBezTo>
                  <a:pt x="265" y="129"/>
                  <a:pt x="265" y="129"/>
                  <a:pt x="265" y="129"/>
                </a:cubicBezTo>
                <a:lnTo>
                  <a:pt x="213" y="96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6" name="Freeform 26"/>
          <p:cNvSpPr>
            <a:spLocks noEditPoints="1"/>
          </p:cNvSpPr>
          <p:nvPr/>
        </p:nvSpPr>
        <p:spPr bwMode="auto">
          <a:xfrm>
            <a:off x="1972734" y="3141134"/>
            <a:ext cx="573617" cy="573617"/>
          </a:xfrm>
          <a:custGeom>
            <a:avLst/>
            <a:gdLst>
              <a:gd name="T0" fmla="*/ 321 w 353"/>
              <a:gd name="T1" fmla="*/ 0 h 353"/>
              <a:gd name="T2" fmla="*/ 32 w 353"/>
              <a:gd name="T3" fmla="*/ 0 h 353"/>
              <a:gd name="T4" fmla="*/ 0 w 353"/>
              <a:gd name="T5" fmla="*/ 32 h 353"/>
              <a:gd name="T6" fmla="*/ 0 w 353"/>
              <a:gd name="T7" fmla="*/ 321 h 353"/>
              <a:gd name="T8" fmla="*/ 32 w 353"/>
              <a:gd name="T9" fmla="*/ 353 h 353"/>
              <a:gd name="T10" fmla="*/ 321 w 353"/>
              <a:gd name="T11" fmla="*/ 353 h 353"/>
              <a:gd name="T12" fmla="*/ 353 w 353"/>
              <a:gd name="T13" fmla="*/ 321 h 353"/>
              <a:gd name="T14" fmla="*/ 353 w 353"/>
              <a:gd name="T15" fmla="*/ 32 h 353"/>
              <a:gd name="T16" fmla="*/ 321 w 353"/>
              <a:gd name="T17" fmla="*/ 0 h 353"/>
              <a:gd name="T18" fmla="*/ 337 w 353"/>
              <a:gd name="T19" fmla="*/ 321 h 353"/>
              <a:gd name="T20" fmla="*/ 321 w 353"/>
              <a:gd name="T21" fmla="*/ 337 h 353"/>
              <a:gd name="T22" fmla="*/ 32 w 353"/>
              <a:gd name="T23" fmla="*/ 337 h 353"/>
              <a:gd name="T24" fmla="*/ 16 w 353"/>
              <a:gd name="T25" fmla="*/ 321 h 353"/>
              <a:gd name="T26" fmla="*/ 16 w 353"/>
              <a:gd name="T27" fmla="*/ 32 h 353"/>
              <a:gd name="T28" fmla="*/ 32 w 353"/>
              <a:gd name="T29" fmla="*/ 16 h 353"/>
              <a:gd name="T30" fmla="*/ 321 w 353"/>
              <a:gd name="T31" fmla="*/ 16 h 353"/>
              <a:gd name="T32" fmla="*/ 337 w 353"/>
              <a:gd name="T33" fmla="*/ 32 h 353"/>
              <a:gd name="T34" fmla="*/ 337 w 353"/>
              <a:gd name="T35" fmla="*/ 321 h 353"/>
              <a:gd name="T36" fmla="*/ 225 w 353"/>
              <a:gd name="T37" fmla="*/ 96 h 353"/>
              <a:gd name="T38" fmla="*/ 129 w 353"/>
              <a:gd name="T39" fmla="*/ 96 h 353"/>
              <a:gd name="T40" fmla="*/ 97 w 353"/>
              <a:gd name="T41" fmla="*/ 128 h 353"/>
              <a:gd name="T42" fmla="*/ 97 w 353"/>
              <a:gd name="T43" fmla="*/ 224 h 353"/>
              <a:gd name="T44" fmla="*/ 129 w 353"/>
              <a:gd name="T45" fmla="*/ 257 h 353"/>
              <a:gd name="T46" fmla="*/ 225 w 353"/>
              <a:gd name="T47" fmla="*/ 257 h 353"/>
              <a:gd name="T48" fmla="*/ 257 w 353"/>
              <a:gd name="T49" fmla="*/ 224 h 353"/>
              <a:gd name="T50" fmla="*/ 257 w 353"/>
              <a:gd name="T51" fmla="*/ 128 h 353"/>
              <a:gd name="T52" fmla="*/ 225 w 353"/>
              <a:gd name="T53" fmla="*/ 96 h 353"/>
              <a:gd name="T54" fmla="*/ 209 w 353"/>
              <a:gd name="T55" fmla="*/ 120 h 353"/>
              <a:gd name="T56" fmla="*/ 233 w 353"/>
              <a:gd name="T57" fmla="*/ 120 h 353"/>
              <a:gd name="T58" fmla="*/ 233 w 353"/>
              <a:gd name="T59" fmla="*/ 144 h 353"/>
              <a:gd name="T60" fmla="*/ 209 w 353"/>
              <a:gd name="T61" fmla="*/ 144 h 353"/>
              <a:gd name="T62" fmla="*/ 209 w 353"/>
              <a:gd name="T63" fmla="*/ 120 h 353"/>
              <a:gd name="T64" fmla="*/ 177 w 353"/>
              <a:gd name="T65" fmla="*/ 144 h 353"/>
              <a:gd name="T66" fmla="*/ 209 w 353"/>
              <a:gd name="T67" fmla="*/ 176 h 353"/>
              <a:gd name="T68" fmla="*/ 177 w 353"/>
              <a:gd name="T69" fmla="*/ 208 h 353"/>
              <a:gd name="T70" fmla="*/ 145 w 353"/>
              <a:gd name="T71" fmla="*/ 176 h 353"/>
              <a:gd name="T72" fmla="*/ 177 w 353"/>
              <a:gd name="T73" fmla="*/ 144 h 353"/>
              <a:gd name="T74" fmla="*/ 241 w 353"/>
              <a:gd name="T75" fmla="*/ 224 h 353"/>
              <a:gd name="T76" fmla="*/ 225 w 353"/>
              <a:gd name="T77" fmla="*/ 241 h 353"/>
              <a:gd name="T78" fmla="*/ 129 w 353"/>
              <a:gd name="T79" fmla="*/ 241 h 353"/>
              <a:gd name="T80" fmla="*/ 113 w 353"/>
              <a:gd name="T81" fmla="*/ 224 h 353"/>
              <a:gd name="T82" fmla="*/ 113 w 353"/>
              <a:gd name="T83" fmla="*/ 168 h 353"/>
              <a:gd name="T84" fmla="*/ 129 w 353"/>
              <a:gd name="T85" fmla="*/ 168 h 353"/>
              <a:gd name="T86" fmla="*/ 129 w 353"/>
              <a:gd name="T87" fmla="*/ 176 h 353"/>
              <a:gd name="T88" fmla="*/ 177 w 353"/>
              <a:gd name="T89" fmla="*/ 224 h 353"/>
              <a:gd name="T90" fmla="*/ 225 w 353"/>
              <a:gd name="T91" fmla="*/ 176 h 353"/>
              <a:gd name="T92" fmla="*/ 224 w 353"/>
              <a:gd name="T93" fmla="*/ 168 h 353"/>
              <a:gd name="T94" fmla="*/ 241 w 353"/>
              <a:gd name="T95" fmla="*/ 168 h 353"/>
              <a:gd name="T96" fmla="*/ 241 w 353"/>
              <a:gd name="T97" fmla="*/ 224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353" h="353">
                <a:moveTo>
                  <a:pt x="321" y="0"/>
                </a:moveTo>
                <a:cubicBezTo>
                  <a:pt x="32" y="0"/>
                  <a:pt x="32" y="0"/>
                  <a:pt x="32" y="0"/>
                </a:cubicBezTo>
                <a:cubicBezTo>
                  <a:pt x="15" y="0"/>
                  <a:pt x="0" y="14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5" y="353"/>
                  <a:pt x="32" y="353"/>
                </a:cubicBezTo>
                <a:cubicBezTo>
                  <a:pt x="321" y="353"/>
                  <a:pt x="321" y="353"/>
                  <a:pt x="321" y="353"/>
                </a:cubicBezTo>
                <a:cubicBezTo>
                  <a:pt x="339" y="353"/>
                  <a:pt x="353" y="339"/>
                  <a:pt x="353" y="321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14"/>
                  <a:pt x="339" y="0"/>
                  <a:pt x="321" y="0"/>
                </a:cubicBezTo>
                <a:moveTo>
                  <a:pt x="337" y="321"/>
                </a:moveTo>
                <a:cubicBezTo>
                  <a:pt x="337" y="330"/>
                  <a:pt x="330" y="337"/>
                  <a:pt x="321" y="337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23" y="337"/>
                  <a:pt x="16" y="330"/>
                  <a:pt x="16" y="32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3"/>
                  <a:pt x="23" y="16"/>
                  <a:pt x="32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3"/>
                  <a:pt x="337" y="32"/>
                </a:cubicBezTo>
                <a:lnTo>
                  <a:pt x="337" y="321"/>
                </a:lnTo>
                <a:close/>
                <a:moveTo>
                  <a:pt x="225" y="96"/>
                </a:moveTo>
                <a:cubicBezTo>
                  <a:pt x="129" y="96"/>
                  <a:pt x="129" y="96"/>
                  <a:pt x="129" y="96"/>
                </a:cubicBezTo>
                <a:cubicBezTo>
                  <a:pt x="111" y="96"/>
                  <a:pt x="97" y="110"/>
                  <a:pt x="97" y="128"/>
                </a:cubicBezTo>
                <a:cubicBezTo>
                  <a:pt x="97" y="224"/>
                  <a:pt x="97" y="224"/>
                  <a:pt x="97" y="224"/>
                </a:cubicBezTo>
                <a:cubicBezTo>
                  <a:pt x="97" y="242"/>
                  <a:pt x="111" y="257"/>
                  <a:pt x="129" y="257"/>
                </a:cubicBezTo>
                <a:cubicBezTo>
                  <a:pt x="225" y="257"/>
                  <a:pt x="225" y="257"/>
                  <a:pt x="225" y="257"/>
                </a:cubicBezTo>
                <a:cubicBezTo>
                  <a:pt x="243" y="257"/>
                  <a:pt x="257" y="242"/>
                  <a:pt x="257" y="224"/>
                </a:cubicBezTo>
                <a:cubicBezTo>
                  <a:pt x="257" y="128"/>
                  <a:pt x="257" y="128"/>
                  <a:pt x="257" y="128"/>
                </a:cubicBezTo>
                <a:cubicBezTo>
                  <a:pt x="257" y="110"/>
                  <a:pt x="243" y="96"/>
                  <a:pt x="225" y="96"/>
                </a:cubicBezTo>
                <a:moveTo>
                  <a:pt x="209" y="120"/>
                </a:moveTo>
                <a:cubicBezTo>
                  <a:pt x="233" y="120"/>
                  <a:pt x="233" y="120"/>
                  <a:pt x="233" y="120"/>
                </a:cubicBezTo>
                <a:cubicBezTo>
                  <a:pt x="233" y="144"/>
                  <a:pt x="233" y="144"/>
                  <a:pt x="233" y="144"/>
                </a:cubicBezTo>
                <a:cubicBezTo>
                  <a:pt x="209" y="144"/>
                  <a:pt x="209" y="144"/>
                  <a:pt x="209" y="144"/>
                </a:cubicBezTo>
                <a:lnTo>
                  <a:pt x="209" y="120"/>
                </a:lnTo>
                <a:close/>
                <a:moveTo>
                  <a:pt x="177" y="144"/>
                </a:moveTo>
                <a:cubicBezTo>
                  <a:pt x="195" y="144"/>
                  <a:pt x="209" y="159"/>
                  <a:pt x="209" y="176"/>
                </a:cubicBezTo>
                <a:cubicBezTo>
                  <a:pt x="209" y="194"/>
                  <a:pt x="195" y="208"/>
                  <a:pt x="177" y="208"/>
                </a:cubicBezTo>
                <a:cubicBezTo>
                  <a:pt x="159" y="208"/>
                  <a:pt x="145" y="194"/>
                  <a:pt x="145" y="176"/>
                </a:cubicBezTo>
                <a:cubicBezTo>
                  <a:pt x="145" y="159"/>
                  <a:pt x="159" y="144"/>
                  <a:pt x="177" y="144"/>
                </a:cubicBezTo>
                <a:moveTo>
                  <a:pt x="241" y="224"/>
                </a:moveTo>
                <a:cubicBezTo>
                  <a:pt x="241" y="233"/>
                  <a:pt x="234" y="241"/>
                  <a:pt x="225" y="241"/>
                </a:cubicBezTo>
                <a:cubicBezTo>
                  <a:pt x="129" y="241"/>
                  <a:pt x="129" y="241"/>
                  <a:pt x="129" y="241"/>
                </a:cubicBezTo>
                <a:cubicBezTo>
                  <a:pt x="120" y="241"/>
                  <a:pt x="113" y="233"/>
                  <a:pt x="113" y="224"/>
                </a:cubicBezTo>
                <a:cubicBezTo>
                  <a:pt x="113" y="168"/>
                  <a:pt x="113" y="168"/>
                  <a:pt x="113" y="168"/>
                </a:cubicBezTo>
                <a:cubicBezTo>
                  <a:pt x="129" y="168"/>
                  <a:pt x="129" y="168"/>
                  <a:pt x="129" y="168"/>
                </a:cubicBezTo>
                <a:cubicBezTo>
                  <a:pt x="129" y="171"/>
                  <a:pt x="129" y="174"/>
                  <a:pt x="129" y="176"/>
                </a:cubicBezTo>
                <a:cubicBezTo>
                  <a:pt x="129" y="203"/>
                  <a:pt x="150" y="224"/>
                  <a:pt x="177" y="224"/>
                </a:cubicBezTo>
                <a:cubicBezTo>
                  <a:pt x="203" y="224"/>
                  <a:pt x="225" y="203"/>
                  <a:pt x="225" y="176"/>
                </a:cubicBezTo>
                <a:cubicBezTo>
                  <a:pt x="225" y="174"/>
                  <a:pt x="225" y="171"/>
                  <a:pt x="224" y="168"/>
                </a:cubicBezTo>
                <a:cubicBezTo>
                  <a:pt x="241" y="168"/>
                  <a:pt x="241" y="168"/>
                  <a:pt x="241" y="168"/>
                </a:cubicBezTo>
                <a:lnTo>
                  <a:pt x="241" y="224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7" name="Freeform 27"/>
          <p:cNvSpPr>
            <a:spLocks noEditPoints="1"/>
          </p:cNvSpPr>
          <p:nvPr/>
        </p:nvSpPr>
        <p:spPr bwMode="auto">
          <a:xfrm>
            <a:off x="3071285" y="3141134"/>
            <a:ext cx="573617" cy="573617"/>
          </a:xfrm>
          <a:custGeom>
            <a:avLst/>
            <a:gdLst>
              <a:gd name="T0" fmla="*/ 321 w 353"/>
              <a:gd name="T1" fmla="*/ 0 h 353"/>
              <a:gd name="T2" fmla="*/ 32 w 353"/>
              <a:gd name="T3" fmla="*/ 0 h 353"/>
              <a:gd name="T4" fmla="*/ 0 w 353"/>
              <a:gd name="T5" fmla="*/ 32 h 353"/>
              <a:gd name="T6" fmla="*/ 0 w 353"/>
              <a:gd name="T7" fmla="*/ 321 h 353"/>
              <a:gd name="T8" fmla="*/ 32 w 353"/>
              <a:gd name="T9" fmla="*/ 353 h 353"/>
              <a:gd name="T10" fmla="*/ 321 w 353"/>
              <a:gd name="T11" fmla="*/ 353 h 353"/>
              <a:gd name="T12" fmla="*/ 353 w 353"/>
              <a:gd name="T13" fmla="*/ 321 h 353"/>
              <a:gd name="T14" fmla="*/ 353 w 353"/>
              <a:gd name="T15" fmla="*/ 32 h 353"/>
              <a:gd name="T16" fmla="*/ 321 w 353"/>
              <a:gd name="T17" fmla="*/ 0 h 353"/>
              <a:gd name="T18" fmla="*/ 337 w 353"/>
              <a:gd name="T19" fmla="*/ 321 h 353"/>
              <a:gd name="T20" fmla="*/ 321 w 353"/>
              <a:gd name="T21" fmla="*/ 337 h 353"/>
              <a:gd name="T22" fmla="*/ 32 w 353"/>
              <a:gd name="T23" fmla="*/ 337 h 353"/>
              <a:gd name="T24" fmla="*/ 16 w 353"/>
              <a:gd name="T25" fmla="*/ 321 h 353"/>
              <a:gd name="T26" fmla="*/ 16 w 353"/>
              <a:gd name="T27" fmla="*/ 32 h 353"/>
              <a:gd name="T28" fmla="*/ 32 w 353"/>
              <a:gd name="T29" fmla="*/ 16 h 353"/>
              <a:gd name="T30" fmla="*/ 321 w 353"/>
              <a:gd name="T31" fmla="*/ 16 h 353"/>
              <a:gd name="T32" fmla="*/ 337 w 353"/>
              <a:gd name="T33" fmla="*/ 32 h 353"/>
              <a:gd name="T34" fmla="*/ 337 w 353"/>
              <a:gd name="T35" fmla="*/ 321 h 353"/>
              <a:gd name="T36" fmla="*/ 176 w 353"/>
              <a:gd name="T37" fmla="*/ 80 h 353"/>
              <a:gd name="T38" fmla="*/ 80 w 353"/>
              <a:gd name="T39" fmla="*/ 176 h 353"/>
              <a:gd name="T40" fmla="*/ 176 w 353"/>
              <a:gd name="T41" fmla="*/ 273 h 353"/>
              <a:gd name="T42" fmla="*/ 273 w 353"/>
              <a:gd name="T43" fmla="*/ 176 h 353"/>
              <a:gd name="T44" fmla="*/ 176 w 353"/>
              <a:gd name="T45" fmla="*/ 80 h 353"/>
              <a:gd name="T46" fmla="*/ 96 w 353"/>
              <a:gd name="T47" fmla="*/ 176 h 353"/>
              <a:gd name="T48" fmla="*/ 102 w 353"/>
              <a:gd name="T49" fmla="*/ 145 h 353"/>
              <a:gd name="T50" fmla="*/ 140 w 353"/>
              <a:gd name="T51" fmla="*/ 248 h 353"/>
              <a:gd name="T52" fmla="*/ 96 w 353"/>
              <a:gd name="T53" fmla="*/ 176 h 353"/>
              <a:gd name="T54" fmla="*/ 176 w 353"/>
              <a:gd name="T55" fmla="*/ 257 h 353"/>
              <a:gd name="T56" fmla="*/ 154 w 353"/>
              <a:gd name="T57" fmla="*/ 253 h 353"/>
              <a:gd name="T58" fmla="*/ 178 w 353"/>
              <a:gd name="T59" fmla="*/ 183 h 353"/>
              <a:gd name="T60" fmla="*/ 203 w 353"/>
              <a:gd name="T61" fmla="*/ 252 h 353"/>
              <a:gd name="T62" fmla="*/ 176 w 353"/>
              <a:gd name="T63" fmla="*/ 257 h 353"/>
              <a:gd name="T64" fmla="*/ 187 w 353"/>
              <a:gd name="T65" fmla="*/ 138 h 353"/>
              <a:gd name="T66" fmla="*/ 197 w 353"/>
              <a:gd name="T67" fmla="*/ 137 h 353"/>
              <a:gd name="T68" fmla="*/ 196 w 353"/>
              <a:gd name="T69" fmla="*/ 131 h 353"/>
              <a:gd name="T70" fmla="*/ 174 w 353"/>
              <a:gd name="T71" fmla="*/ 132 h 353"/>
              <a:gd name="T72" fmla="*/ 153 w 353"/>
              <a:gd name="T73" fmla="*/ 131 h 353"/>
              <a:gd name="T74" fmla="*/ 152 w 353"/>
              <a:gd name="T75" fmla="*/ 137 h 353"/>
              <a:gd name="T76" fmla="*/ 161 w 353"/>
              <a:gd name="T77" fmla="*/ 138 h 353"/>
              <a:gd name="T78" fmla="*/ 174 w 353"/>
              <a:gd name="T79" fmla="*/ 173 h 353"/>
              <a:gd name="T80" fmla="*/ 156 w 353"/>
              <a:gd name="T81" fmla="*/ 226 h 353"/>
              <a:gd name="T82" fmla="*/ 126 w 353"/>
              <a:gd name="T83" fmla="*/ 138 h 353"/>
              <a:gd name="T84" fmla="*/ 136 w 353"/>
              <a:gd name="T85" fmla="*/ 137 h 353"/>
              <a:gd name="T86" fmla="*/ 135 w 353"/>
              <a:gd name="T87" fmla="*/ 131 h 353"/>
              <a:gd name="T88" fmla="*/ 113 w 353"/>
              <a:gd name="T89" fmla="*/ 132 h 353"/>
              <a:gd name="T90" fmla="*/ 110 w 353"/>
              <a:gd name="T91" fmla="*/ 132 h 353"/>
              <a:gd name="T92" fmla="*/ 176 w 353"/>
              <a:gd name="T93" fmla="*/ 96 h 353"/>
              <a:gd name="T94" fmla="*/ 229 w 353"/>
              <a:gd name="T95" fmla="*/ 116 h 353"/>
              <a:gd name="T96" fmla="*/ 217 w 353"/>
              <a:gd name="T97" fmla="*/ 131 h 353"/>
              <a:gd name="T98" fmla="*/ 225 w 353"/>
              <a:gd name="T99" fmla="*/ 150 h 353"/>
              <a:gd name="T100" fmla="*/ 231 w 353"/>
              <a:gd name="T101" fmla="*/ 172 h 353"/>
              <a:gd name="T102" fmla="*/ 225 w 353"/>
              <a:gd name="T103" fmla="*/ 199 h 353"/>
              <a:gd name="T104" fmla="*/ 217 w 353"/>
              <a:gd name="T105" fmla="*/ 226 h 353"/>
              <a:gd name="T106" fmla="*/ 187 w 353"/>
              <a:gd name="T107" fmla="*/ 138 h 353"/>
              <a:gd name="T108" fmla="*/ 256 w 353"/>
              <a:gd name="T109" fmla="*/ 176 h 353"/>
              <a:gd name="T110" fmla="*/ 218 w 353"/>
              <a:gd name="T111" fmla="*/ 245 h 353"/>
              <a:gd name="T112" fmla="*/ 242 w 353"/>
              <a:gd name="T113" fmla="*/ 175 h 353"/>
              <a:gd name="T114" fmla="*/ 248 w 353"/>
              <a:gd name="T115" fmla="*/ 146 h 353"/>
              <a:gd name="T116" fmla="*/ 248 w 353"/>
              <a:gd name="T117" fmla="*/ 141 h 353"/>
              <a:gd name="T118" fmla="*/ 256 w 353"/>
              <a:gd name="T119" fmla="*/ 176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353" h="353">
                <a:moveTo>
                  <a:pt x="321" y="0"/>
                </a:move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4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4" y="353"/>
                  <a:pt x="32" y="353"/>
                </a:cubicBezTo>
                <a:cubicBezTo>
                  <a:pt x="321" y="353"/>
                  <a:pt x="321" y="353"/>
                  <a:pt x="321" y="353"/>
                </a:cubicBezTo>
                <a:cubicBezTo>
                  <a:pt x="338" y="353"/>
                  <a:pt x="353" y="339"/>
                  <a:pt x="353" y="321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14"/>
                  <a:pt x="338" y="0"/>
                  <a:pt x="321" y="0"/>
                </a:cubicBezTo>
                <a:moveTo>
                  <a:pt x="337" y="321"/>
                </a:moveTo>
                <a:cubicBezTo>
                  <a:pt x="337" y="330"/>
                  <a:pt x="330" y="337"/>
                  <a:pt x="321" y="337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23" y="337"/>
                  <a:pt x="16" y="330"/>
                  <a:pt x="16" y="32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3"/>
                  <a:pt x="23" y="16"/>
                  <a:pt x="32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3"/>
                  <a:pt x="337" y="32"/>
                </a:cubicBezTo>
                <a:lnTo>
                  <a:pt x="337" y="321"/>
                </a:lnTo>
                <a:close/>
                <a:moveTo>
                  <a:pt x="176" y="80"/>
                </a:moveTo>
                <a:cubicBezTo>
                  <a:pt x="123" y="80"/>
                  <a:pt x="80" y="123"/>
                  <a:pt x="80" y="176"/>
                </a:cubicBezTo>
                <a:cubicBezTo>
                  <a:pt x="80" y="230"/>
                  <a:pt x="123" y="273"/>
                  <a:pt x="176" y="273"/>
                </a:cubicBezTo>
                <a:cubicBezTo>
                  <a:pt x="229" y="273"/>
                  <a:pt x="273" y="230"/>
                  <a:pt x="273" y="176"/>
                </a:cubicBezTo>
                <a:cubicBezTo>
                  <a:pt x="273" y="123"/>
                  <a:pt x="229" y="80"/>
                  <a:pt x="176" y="80"/>
                </a:cubicBezTo>
                <a:moveTo>
                  <a:pt x="96" y="176"/>
                </a:moveTo>
                <a:cubicBezTo>
                  <a:pt x="96" y="165"/>
                  <a:pt x="98" y="155"/>
                  <a:pt x="102" y="145"/>
                </a:cubicBezTo>
                <a:cubicBezTo>
                  <a:pt x="140" y="248"/>
                  <a:pt x="140" y="248"/>
                  <a:pt x="140" y="248"/>
                </a:cubicBezTo>
                <a:cubicBezTo>
                  <a:pt x="114" y="235"/>
                  <a:pt x="96" y="208"/>
                  <a:pt x="96" y="176"/>
                </a:cubicBezTo>
                <a:moveTo>
                  <a:pt x="176" y="257"/>
                </a:moveTo>
                <a:cubicBezTo>
                  <a:pt x="168" y="257"/>
                  <a:pt x="161" y="255"/>
                  <a:pt x="154" y="253"/>
                </a:cubicBezTo>
                <a:cubicBezTo>
                  <a:pt x="178" y="183"/>
                  <a:pt x="178" y="183"/>
                  <a:pt x="178" y="183"/>
                </a:cubicBezTo>
                <a:cubicBezTo>
                  <a:pt x="178" y="183"/>
                  <a:pt x="199" y="243"/>
                  <a:pt x="203" y="252"/>
                </a:cubicBezTo>
                <a:cubicBezTo>
                  <a:pt x="194" y="255"/>
                  <a:pt x="186" y="257"/>
                  <a:pt x="176" y="257"/>
                </a:cubicBezTo>
                <a:moveTo>
                  <a:pt x="187" y="138"/>
                </a:moveTo>
                <a:cubicBezTo>
                  <a:pt x="192" y="138"/>
                  <a:pt x="197" y="137"/>
                  <a:pt x="197" y="137"/>
                </a:cubicBezTo>
                <a:cubicBezTo>
                  <a:pt x="201" y="137"/>
                  <a:pt x="201" y="130"/>
                  <a:pt x="196" y="131"/>
                </a:cubicBezTo>
                <a:cubicBezTo>
                  <a:pt x="196" y="131"/>
                  <a:pt x="183" y="132"/>
                  <a:pt x="174" y="132"/>
                </a:cubicBezTo>
                <a:cubicBezTo>
                  <a:pt x="166" y="132"/>
                  <a:pt x="153" y="131"/>
                  <a:pt x="153" y="131"/>
                </a:cubicBezTo>
                <a:cubicBezTo>
                  <a:pt x="149" y="130"/>
                  <a:pt x="148" y="137"/>
                  <a:pt x="152" y="137"/>
                </a:cubicBezTo>
                <a:cubicBezTo>
                  <a:pt x="152" y="137"/>
                  <a:pt x="157" y="138"/>
                  <a:pt x="161" y="138"/>
                </a:cubicBezTo>
                <a:cubicBezTo>
                  <a:pt x="174" y="173"/>
                  <a:pt x="174" y="173"/>
                  <a:pt x="174" y="173"/>
                </a:cubicBezTo>
                <a:cubicBezTo>
                  <a:pt x="156" y="226"/>
                  <a:pt x="156" y="226"/>
                  <a:pt x="156" y="226"/>
                </a:cubicBezTo>
                <a:cubicBezTo>
                  <a:pt x="126" y="138"/>
                  <a:pt x="126" y="138"/>
                  <a:pt x="126" y="138"/>
                </a:cubicBezTo>
                <a:cubicBezTo>
                  <a:pt x="131" y="138"/>
                  <a:pt x="136" y="137"/>
                  <a:pt x="136" y="137"/>
                </a:cubicBezTo>
                <a:cubicBezTo>
                  <a:pt x="140" y="137"/>
                  <a:pt x="139" y="130"/>
                  <a:pt x="135" y="131"/>
                </a:cubicBezTo>
                <a:cubicBezTo>
                  <a:pt x="135" y="131"/>
                  <a:pt x="122" y="132"/>
                  <a:pt x="113" y="132"/>
                </a:cubicBezTo>
                <a:cubicBezTo>
                  <a:pt x="112" y="132"/>
                  <a:pt x="111" y="132"/>
                  <a:pt x="110" y="132"/>
                </a:cubicBezTo>
                <a:cubicBezTo>
                  <a:pt x="124" y="110"/>
                  <a:pt x="148" y="96"/>
                  <a:pt x="176" y="96"/>
                </a:cubicBezTo>
                <a:cubicBezTo>
                  <a:pt x="197" y="96"/>
                  <a:pt x="215" y="104"/>
                  <a:pt x="229" y="116"/>
                </a:cubicBezTo>
                <a:cubicBezTo>
                  <a:pt x="222" y="117"/>
                  <a:pt x="217" y="123"/>
                  <a:pt x="217" y="131"/>
                </a:cubicBezTo>
                <a:cubicBezTo>
                  <a:pt x="217" y="137"/>
                  <a:pt x="220" y="143"/>
                  <a:pt x="225" y="150"/>
                </a:cubicBezTo>
                <a:cubicBezTo>
                  <a:pt x="228" y="155"/>
                  <a:pt x="231" y="162"/>
                  <a:pt x="231" y="172"/>
                </a:cubicBezTo>
                <a:cubicBezTo>
                  <a:pt x="231" y="179"/>
                  <a:pt x="229" y="187"/>
                  <a:pt x="225" y="199"/>
                </a:cubicBezTo>
                <a:cubicBezTo>
                  <a:pt x="217" y="226"/>
                  <a:pt x="217" y="226"/>
                  <a:pt x="217" y="226"/>
                </a:cubicBezTo>
                <a:lnTo>
                  <a:pt x="187" y="138"/>
                </a:lnTo>
                <a:close/>
                <a:moveTo>
                  <a:pt x="256" y="176"/>
                </a:moveTo>
                <a:cubicBezTo>
                  <a:pt x="256" y="205"/>
                  <a:pt x="241" y="231"/>
                  <a:pt x="218" y="245"/>
                </a:cubicBezTo>
                <a:cubicBezTo>
                  <a:pt x="242" y="175"/>
                  <a:pt x="242" y="175"/>
                  <a:pt x="242" y="175"/>
                </a:cubicBezTo>
                <a:cubicBezTo>
                  <a:pt x="247" y="163"/>
                  <a:pt x="248" y="154"/>
                  <a:pt x="248" y="146"/>
                </a:cubicBezTo>
                <a:cubicBezTo>
                  <a:pt x="248" y="144"/>
                  <a:pt x="248" y="142"/>
                  <a:pt x="248" y="141"/>
                </a:cubicBezTo>
                <a:cubicBezTo>
                  <a:pt x="253" y="151"/>
                  <a:pt x="256" y="163"/>
                  <a:pt x="256" y="176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8" name="Freeform 28"/>
          <p:cNvSpPr>
            <a:spLocks noEditPoints="1"/>
          </p:cNvSpPr>
          <p:nvPr/>
        </p:nvSpPr>
        <p:spPr bwMode="auto">
          <a:xfrm>
            <a:off x="4165601" y="3141134"/>
            <a:ext cx="573617" cy="573617"/>
          </a:xfrm>
          <a:custGeom>
            <a:avLst/>
            <a:gdLst>
              <a:gd name="T0" fmla="*/ 321 w 353"/>
              <a:gd name="T1" fmla="*/ 0 h 353"/>
              <a:gd name="T2" fmla="*/ 32 w 353"/>
              <a:gd name="T3" fmla="*/ 0 h 353"/>
              <a:gd name="T4" fmla="*/ 0 w 353"/>
              <a:gd name="T5" fmla="*/ 32 h 353"/>
              <a:gd name="T6" fmla="*/ 0 w 353"/>
              <a:gd name="T7" fmla="*/ 321 h 353"/>
              <a:gd name="T8" fmla="*/ 32 w 353"/>
              <a:gd name="T9" fmla="*/ 353 h 353"/>
              <a:gd name="T10" fmla="*/ 321 w 353"/>
              <a:gd name="T11" fmla="*/ 353 h 353"/>
              <a:gd name="T12" fmla="*/ 353 w 353"/>
              <a:gd name="T13" fmla="*/ 321 h 353"/>
              <a:gd name="T14" fmla="*/ 353 w 353"/>
              <a:gd name="T15" fmla="*/ 32 h 353"/>
              <a:gd name="T16" fmla="*/ 321 w 353"/>
              <a:gd name="T17" fmla="*/ 0 h 353"/>
              <a:gd name="T18" fmla="*/ 337 w 353"/>
              <a:gd name="T19" fmla="*/ 321 h 353"/>
              <a:gd name="T20" fmla="*/ 321 w 353"/>
              <a:gd name="T21" fmla="*/ 337 h 353"/>
              <a:gd name="T22" fmla="*/ 32 w 353"/>
              <a:gd name="T23" fmla="*/ 337 h 353"/>
              <a:gd name="T24" fmla="*/ 16 w 353"/>
              <a:gd name="T25" fmla="*/ 321 h 353"/>
              <a:gd name="T26" fmla="*/ 16 w 353"/>
              <a:gd name="T27" fmla="*/ 32 h 353"/>
              <a:gd name="T28" fmla="*/ 32 w 353"/>
              <a:gd name="T29" fmla="*/ 16 h 353"/>
              <a:gd name="T30" fmla="*/ 321 w 353"/>
              <a:gd name="T31" fmla="*/ 16 h 353"/>
              <a:gd name="T32" fmla="*/ 337 w 353"/>
              <a:gd name="T33" fmla="*/ 32 h 353"/>
              <a:gd name="T34" fmla="*/ 337 w 353"/>
              <a:gd name="T35" fmla="*/ 321 h 353"/>
              <a:gd name="T36" fmla="*/ 177 w 353"/>
              <a:gd name="T37" fmla="*/ 80 h 353"/>
              <a:gd name="T38" fmla="*/ 80 w 353"/>
              <a:gd name="T39" fmla="*/ 176 h 353"/>
              <a:gd name="T40" fmla="*/ 177 w 353"/>
              <a:gd name="T41" fmla="*/ 273 h 353"/>
              <a:gd name="T42" fmla="*/ 273 w 353"/>
              <a:gd name="T43" fmla="*/ 176 h 353"/>
              <a:gd name="T44" fmla="*/ 177 w 353"/>
              <a:gd name="T45" fmla="*/ 80 h 353"/>
              <a:gd name="T46" fmla="*/ 177 w 353"/>
              <a:gd name="T47" fmla="*/ 96 h 353"/>
              <a:gd name="T48" fmla="*/ 227 w 353"/>
              <a:gd name="T49" fmla="*/ 114 h 353"/>
              <a:gd name="T50" fmla="*/ 184 w 353"/>
              <a:gd name="T51" fmla="*/ 141 h 353"/>
              <a:gd name="T52" fmla="*/ 153 w 353"/>
              <a:gd name="T53" fmla="*/ 100 h 353"/>
              <a:gd name="T54" fmla="*/ 177 w 353"/>
              <a:gd name="T55" fmla="*/ 96 h 353"/>
              <a:gd name="T56" fmla="*/ 137 w 353"/>
              <a:gd name="T57" fmla="*/ 107 h 353"/>
              <a:gd name="T58" fmla="*/ 169 w 353"/>
              <a:gd name="T59" fmla="*/ 147 h 353"/>
              <a:gd name="T60" fmla="*/ 98 w 353"/>
              <a:gd name="T61" fmla="*/ 160 h 353"/>
              <a:gd name="T62" fmla="*/ 137 w 353"/>
              <a:gd name="T63" fmla="*/ 107 h 353"/>
              <a:gd name="T64" fmla="*/ 96 w 353"/>
              <a:gd name="T65" fmla="*/ 176 h 353"/>
              <a:gd name="T66" fmla="*/ 177 w 353"/>
              <a:gd name="T67" fmla="*/ 161 h 353"/>
              <a:gd name="T68" fmla="*/ 185 w 353"/>
              <a:gd name="T69" fmla="*/ 177 h 353"/>
              <a:gd name="T70" fmla="*/ 118 w 353"/>
              <a:gd name="T71" fmla="*/ 231 h 353"/>
              <a:gd name="T72" fmla="*/ 96 w 353"/>
              <a:gd name="T73" fmla="*/ 176 h 353"/>
              <a:gd name="T74" fmla="*/ 177 w 353"/>
              <a:gd name="T75" fmla="*/ 257 h 353"/>
              <a:gd name="T76" fmla="*/ 130 w 353"/>
              <a:gd name="T77" fmla="*/ 242 h 353"/>
              <a:gd name="T78" fmla="*/ 190 w 353"/>
              <a:gd name="T79" fmla="*/ 192 h 353"/>
              <a:gd name="T80" fmla="*/ 200 w 353"/>
              <a:gd name="T81" fmla="*/ 253 h 353"/>
              <a:gd name="T82" fmla="*/ 177 w 353"/>
              <a:gd name="T83" fmla="*/ 257 h 353"/>
              <a:gd name="T84" fmla="*/ 216 w 353"/>
              <a:gd name="T85" fmla="*/ 246 h 353"/>
              <a:gd name="T86" fmla="*/ 206 w 353"/>
              <a:gd name="T87" fmla="*/ 187 h 353"/>
              <a:gd name="T88" fmla="*/ 233 w 353"/>
              <a:gd name="T89" fmla="*/ 184 h 353"/>
              <a:gd name="T90" fmla="*/ 256 w 353"/>
              <a:gd name="T91" fmla="*/ 187 h 353"/>
              <a:gd name="T92" fmla="*/ 216 w 353"/>
              <a:gd name="T93" fmla="*/ 246 h 353"/>
              <a:gd name="T94" fmla="*/ 233 w 353"/>
              <a:gd name="T95" fmla="*/ 168 h 353"/>
              <a:gd name="T96" fmla="*/ 200 w 353"/>
              <a:gd name="T97" fmla="*/ 172 h 353"/>
              <a:gd name="T98" fmla="*/ 192 w 353"/>
              <a:gd name="T99" fmla="*/ 155 h 353"/>
              <a:gd name="T100" fmla="*/ 239 w 353"/>
              <a:gd name="T101" fmla="*/ 125 h 353"/>
              <a:gd name="T102" fmla="*/ 256 w 353"/>
              <a:gd name="T103" fmla="*/ 171 h 353"/>
              <a:gd name="T104" fmla="*/ 233 w 353"/>
              <a:gd name="T105" fmla="*/ 168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353" h="353">
                <a:moveTo>
                  <a:pt x="321" y="0"/>
                </a:move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4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4" y="353"/>
                  <a:pt x="32" y="353"/>
                </a:cubicBezTo>
                <a:cubicBezTo>
                  <a:pt x="321" y="353"/>
                  <a:pt x="321" y="353"/>
                  <a:pt x="321" y="353"/>
                </a:cubicBezTo>
                <a:cubicBezTo>
                  <a:pt x="339" y="353"/>
                  <a:pt x="353" y="339"/>
                  <a:pt x="353" y="321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14"/>
                  <a:pt x="339" y="0"/>
                  <a:pt x="321" y="0"/>
                </a:cubicBezTo>
                <a:moveTo>
                  <a:pt x="337" y="321"/>
                </a:moveTo>
                <a:cubicBezTo>
                  <a:pt x="337" y="330"/>
                  <a:pt x="330" y="337"/>
                  <a:pt x="321" y="337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23" y="337"/>
                  <a:pt x="16" y="330"/>
                  <a:pt x="16" y="32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3"/>
                  <a:pt x="23" y="16"/>
                  <a:pt x="32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3"/>
                  <a:pt x="337" y="32"/>
                </a:cubicBezTo>
                <a:lnTo>
                  <a:pt x="337" y="321"/>
                </a:lnTo>
                <a:close/>
                <a:moveTo>
                  <a:pt x="177" y="80"/>
                </a:moveTo>
                <a:cubicBezTo>
                  <a:pt x="123" y="80"/>
                  <a:pt x="80" y="123"/>
                  <a:pt x="80" y="176"/>
                </a:cubicBezTo>
                <a:cubicBezTo>
                  <a:pt x="80" y="230"/>
                  <a:pt x="123" y="273"/>
                  <a:pt x="177" y="273"/>
                </a:cubicBezTo>
                <a:cubicBezTo>
                  <a:pt x="230" y="273"/>
                  <a:pt x="273" y="230"/>
                  <a:pt x="273" y="176"/>
                </a:cubicBezTo>
                <a:cubicBezTo>
                  <a:pt x="273" y="123"/>
                  <a:pt x="230" y="80"/>
                  <a:pt x="177" y="80"/>
                </a:cubicBezTo>
                <a:moveTo>
                  <a:pt x="177" y="96"/>
                </a:moveTo>
                <a:cubicBezTo>
                  <a:pt x="196" y="96"/>
                  <a:pt x="213" y="103"/>
                  <a:pt x="227" y="114"/>
                </a:cubicBezTo>
                <a:cubicBezTo>
                  <a:pt x="214" y="124"/>
                  <a:pt x="200" y="133"/>
                  <a:pt x="184" y="141"/>
                </a:cubicBezTo>
                <a:cubicBezTo>
                  <a:pt x="175" y="126"/>
                  <a:pt x="165" y="112"/>
                  <a:pt x="153" y="100"/>
                </a:cubicBezTo>
                <a:cubicBezTo>
                  <a:pt x="160" y="97"/>
                  <a:pt x="168" y="96"/>
                  <a:pt x="177" y="96"/>
                </a:cubicBezTo>
                <a:moveTo>
                  <a:pt x="137" y="107"/>
                </a:moveTo>
                <a:cubicBezTo>
                  <a:pt x="149" y="119"/>
                  <a:pt x="160" y="132"/>
                  <a:pt x="169" y="147"/>
                </a:cubicBezTo>
                <a:cubicBezTo>
                  <a:pt x="147" y="155"/>
                  <a:pt x="123" y="160"/>
                  <a:pt x="98" y="160"/>
                </a:cubicBezTo>
                <a:cubicBezTo>
                  <a:pt x="103" y="137"/>
                  <a:pt x="117" y="118"/>
                  <a:pt x="137" y="107"/>
                </a:cubicBezTo>
                <a:moveTo>
                  <a:pt x="96" y="176"/>
                </a:moveTo>
                <a:cubicBezTo>
                  <a:pt x="125" y="176"/>
                  <a:pt x="152" y="171"/>
                  <a:pt x="177" y="161"/>
                </a:cubicBezTo>
                <a:cubicBezTo>
                  <a:pt x="180" y="166"/>
                  <a:pt x="183" y="172"/>
                  <a:pt x="185" y="177"/>
                </a:cubicBezTo>
                <a:cubicBezTo>
                  <a:pt x="157" y="188"/>
                  <a:pt x="134" y="207"/>
                  <a:pt x="118" y="231"/>
                </a:cubicBezTo>
                <a:cubicBezTo>
                  <a:pt x="105" y="217"/>
                  <a:pt x="96" y="198"/>
                  <a:pt x="96" y="176"/>
                </a:cubicBezTo>
                <a:moveTo>
                  <a:pt x="177" y="257"/>
                </a:moveTo>
                <a:cubicBezTo>
                  <a:pt x="159" y="257"/>
                  <a:pt x="143" y="251"/>
                  <a:pt x="130" y="242"/>
                </a:cubicBezTo>
                <a:cubicBezTo>
                  <a:pt x="144" y="219"/>
                  <a:pt x="165" y="202"/>
                  <a:pt x="190" y="192"/>
                </a:cubicBezTo>
                <a:cubicBezTo>
                  <a:pt x="197" y="211"/>
                  <a:pt x="200" y="232"/>
                  <a:pt x="200" y="253"/>
                </a:cubicBezTo>
                <a:cubicBezTo>
                  <a:pt x="193" y="255"/>
                  <a:pt x="185" y="257"/>
                  <a:pt x="177" y="257"/>
                </a:cubicBezTo>
                <a:moveTo>
                  <a:pt x="216" y="246"/>
                </a:moveTo>
                <a:cubicBezTo>
                  <a:pt x="215" y="226"/>
                  <a:pt x="212" y="206"/>
                  <a:pt x="206" y="187"/>
                </a:cubicBezTo>
                <a:cubicBezTo>
                  <a:pt x="214" y="185"/>
                  <a:pt x="223" y="184"/>
                  <a:pt x="233" y="184"/>
                </a:cubicBezTo>
                <a:cubicBezTo>
                  <a:pt x="241" y="184"/>
                  <a:pt x="248" y="185"/>
                  <a:pt x="256" y="187"/>
                </a:cubicBezTo>
                <a:cubicBezTo>
                  <a:pt x="253" y="212"/>
                  <a:pt x="237" y="234"/>
                  <a:pt x="216" y="246"/>
                </a:cubicBezTo>
                <a:moveTo>
                  <a:pt x="233" y="168"/>
                </a:moveTo>
                <a:cubicBezTo>
                  <a:pt x="221" y="168"/>
                  <a:pt x="211" y="170"/>
                  <a:pt x="200" y="172"/>
                </a:cubicBezTo>
                <a:cubicBezTo>
                  <a:pt x="198" y="166"/>
                  <a:pt x="195" y="161"/>
                  <a:pt x="192" y="155"/>
                </a:cubicBezTo>
                <a:cubicBezTo>
                  <a:pt x="209" y="147"/>
                  <a:pt x="224" y="137"/>
                  <a:pt x="239" y="125"/>
                </a:cubicBezTo>
                <a:cubicBezTo>
                  <a:pt x="249" y="138"/>
                  <a:pt x="255" y="154"/>
                  <a:pt x="256" y="171"/>
                </a:cubicBezTo>
                <a:cubicBezTo>
                  <a:pt x="249" y="169"/>
                  <a:pt x="241" y="168"/>
                  <a:pt x="233" y="168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9" name="Freeform 29"/>
          <p:cNvSpPr>
            <a:spLocks noEditPoints="1"/>
          </p:cNvSpPr>
          <p:nvPr/>
        </p:nvSpPr>
        <p:spPr bwMode="auto">
          <a:xfrm>
            <a:off x="5312834" y="3141134"/>
            <a:ext cx="469900" cy="573617"/>
          </a:xfrm>
          <a:custGeom>
            <a:avLst/>
            <a:gdLst>
              <a:gd name="T0" fmla="*/ 133 w 289"/>
              <a:gd name="T1" fmla="*/ 210 h 353"/>
              <a:gd name="T2" fmla="*/ 154 w 289"/>
              <a:gd name="T3" fmla="*/ 207 h 353"/>
              <a:gd name="T4" fmla="*/ 142 w 289"/>
              <a:gd name="T5" fmla="*/ 192 h 353"/>
              <a:gd name="T6" fmla="*/ 136 w 289"/>
              <a:gd name="T7" fmla="*/ 230 h 353"/>
              <a:gd name="T8" fmla="*/ 137 w 289"/>
              <a:gd name="T9" fmla="*/ 246 h 353"/>
              <a:gd name="T10" fmla="*/ 119 w 289"/>
              <a:gd name="T11" fmla="*/ 254 h 353"/>
              <a:gd name="T12" fmla="*/ 160 w 289"/>
              <a:gd name="T13" fmla="*/ 238 h 353"/>
              <a:gd name="T14" fmla="*/ 91 w 289"/>
              <a:gd name="T15" fmla="*/ 192 h 353"/>
              <a:gd name="T16" fmla="*/ 73 w 289"/>
              <a:gd name="T17" fmla="*/ 257 h 353"/>
              <a:gd name="T18" fmla="*/ 86 w 289"/>
              <a:gd name="T19" fmla="*/ 234 h 353"/>
              <a:gd name="T20" fmla="*/ 110 w 289"/>
              <a:gd name="T21" fmla="*/ 227 h 353"/>
              <a:gd name="T22" fmla="*/ 109 w 289"/>
              <a:gd name="T23" fmla="*/ 198 h 353"/>
              <a:gd name="T24" fmla="*/ 91 w 289"/>
              <a:gd name="T25" fmla="*/ 223 h 353"/>
              <a:gd name="T26" fmla="*/ 86 w 289"/>
              <a:gd name="T27" fmla="*/ 204 h 353"/>
              <a:gd name="T28" fmla="*/ 102 w 289"/>
              <a:gd name="T29" fmla="*/ 213 h 353"/>
              <a:gd name="T30" fmla="*/ 209 w 289"/>
              <a:gd name="T31" fmla="*/ 0 h 353"/>
              <a:gd name="T32" fmla="*/ 0 w 289"/>
              <a:gd name="T33" fmla="*/ 32 h 353"/>
              <a:gd name="T34" fmla="*/ 32 w 289"/>
              <a:gd name="T35" fmla="*/ 353 h 353"/>
              <a:gd name="T36" fmla="*/ 289 w 289"/>
              <a:gd name="T37" fmla="*/ 321 h 353"/>
              <a:gd name="T38" fmla="*/ 209 w 289"/>
              <a:gd name="T39" fmla="*/ 0 h 353"/>
              <a:gd name="T40" fmla="*/ 257 w 289"/>
              <a:gd name="T41" fmla="*/ 337 h 353"/>
              <a:gd name="T42" fmla="*/ 16 w 289"/>
              <a:gd name="T43" fmla="*/ 321 h 353"/>
              <a:gd name="T44" fmla="*/ 32 w 289"/>
              <a:gd name="T45" fmla="*/ 16 h 353"/>
              <a:gd name="T46" fmla="*/ 177 w 289"/>
              <a:gd name="T47" fmla="*/ 96 h 353"/>
              <a:gd name="T48" fmla="*/ 273 w 289"/>
              <a:gd name="T49" fmla="*/ 112 h 353"/>
              <a:gd name="T50" fmla="*/ 193 w 289"/>
              <a:gd name="T51" fmla="*/ 96 h 353"/>
              <a:gd name="T52" fmla="*/ 201 w 289"/>
              <a:gd name="T53" fmla="*/ 16 h 353"/>
              <a:gd name="T54" fmla="*/ 193 w 289"/>
              <a:gd name="T55" fmla="*/ 96 h 353"/>
              <a:gd name="T56" fmla="*/ 169 w 289"/>
              <a:gd name="T57" fmla="*/ 256 h 353"/>
              <a:gd name="T58" fmla="*/ 212 w 289"/>
              <a:gd name="T59" fmla="*/ 249 h 353"/>
              <a:gd name="T60" fmla="*/ 212 w 289"/>
              <a:gd name="T61" fmla="*/ 199 h 353"/>
              <a:gd name="T62" fmla="*/ 169 w 289"/>
              <a:gd name="T63" fmla="*/ 194 h 353"/>
              <a:gd name="T64" fmla="*/ 188 w 289"/>
              <a:gd name="T65" fmla="*/ 246 h 353"/>
              <a:gd name="T66" fmla="*/ 183 w 289"/>
              <a:gd name="T67" fmla="*/ 204 h 353"/>
              <a:gd name="T68" fmla="*/ 208 w 289"/>
              <a:gd name="T69" fmla="*/ 224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289" h="353">
                <a:moveTo>
                  <a:pt x="144" y="219"/>
                </a:moveTo>
                <a:cubicBezTo>
                  <a:pt x="137" y="216"/>
                  <a:pt x="133" y="214"/>
                  <a:pt x="133" y="210"/>
                </a:cubicBezTo>
                <a:cubicBezTo>
                  <a:pt x="133" y="207"/>
                  <a:pt x="136" y="204"/>
                  <a:pt x="142" y="204"/>
                </a:cubicBezTo>
                <a:cubicBezTo>
                  <a:pt x="148" y="204"/>
                  <a:pt x="152" y="206"/>
                  <a:pt x="154" y="207"/>
                </a:cubicBezTo>
                <a:cubicBezTo>
                  <a:pt x="157" y="195"/>
                  <a:pt x="157" y="195"/>
                  <a:pt x="157" y="195"/>
                </a:cubicBezTo>
                <a:cubicBezTo>
                  <a:pt x="154" y="193"/>
                  <a:pt x="149" y="192"/>
                  <a:pt x="142" y="192"/>
                </a:cubicBezTo>
                <a:cubicBezTo>
                  <a:pt x="128" y="192"/>
                  <a:pt x="120" y="200"/>
                  <a:pt x="120" y="211"/>
                </a:cubicBezTo>
                <a:cubicBezTo>
                  <a:pt x="120" y="220"/>
                  <a:pt x="126" y="226"/>
                  <a:pt x="136" y="230"/>
                </a:cubicBezTo>
                <a:cubicBezTo>
                  <a:pt x="143" y="233"/>
                  <a:pt x="146" y="235"/>
                  <a:pt x="146" y="239"/>
                </a:cubicBezTo>
                <a:cubicBezTo>
                  <a:pt x="146" y="243"/>
                  <a:pt x="143" y="246"/>
                  <a:pt x="137" y="246"/>
                </a:cubicBezTo>
                <a:cubicBezTo>
                  <a:pt x="131" y="246"/>
                  <a:pt x="125" y="244"/>
                  <a:pt x="122" y="242"/>
                </a:cubicBezTo>
                <a:cubicBezTo>
                  <a:pt x="119" y="254"/>
                  <a:pt x="119" y="254"/>
                  <a:pt x="119" y="254"/>
                </a:cubicBezTo>
                <a:cubicBezTo>
                  <a:pt x="122" y="256"/>
                  <a:pt x="129" y="258"/>
                  <a:pt x="136" y="258"/>
                </a:cubicBezTo>
                <a:cubicBezTo>
                  <a:pt x="152" y="258"/>
                  <a:pt x="160" y="248"/>
                  <a:pt x="160" y="238"/>
                </a:cubicBezTo>
                <a:cubicBezTo>
                  <a:pt x="160" y="229"/>
                  <a:pt x="155" y="223"/>
                  <a:pt x="144" y="219"/>
                </a:cubicBezTo>
                <a:moveTo>
                  <a:pt x="91" y="192"/>
                </a:moveTo>
                <a:cubicBezTo>
                  <a:pt x="83" y="192"/>
                  <a:pt x="77" y="193"/>
                  <a:pt x="73" y="194"/>
                </a:cubicBezTo>
                <a:cubicBezTo>
                  <a:pt x="73" y="257"/>
                  <a:pt x="73" y="257"/>
                  <a:pt x="73" y="257"/>
                </a:cubicBezTo>
                <a:cubicBezTo>
                  <a:pt x="86" y="257"/>
                  <a:pt x="86" y="257"/>
                  <a:pt x="86" y="257"/>
                </a:cubicBezTo>
                <a:cubicBezTo>
                  <a:pt x="86" y="234"/>
                  <a:pt x="86" y="234"/>
                  <a:pt x="86" y="234"/>
                </a:cubicBezTo>
                <a:cubicBezTo>
                  <a:pt x="88" y="234"/>
                  <a:pt x="89" y="234"/>
                  <a:pt x="91" y="234"/>
                </a:cubicBezTo>
                <a:cubicBezTo>
                  <a:pt x="99" y="234"/>
                  <a:pt x="106" y="232"/>
                  <a:pt x="110" y="227"/>
                </a:cubicBezTo>
                <a:cubicBezTo>
                  <a:pt x="114" y="224"/>
                  <a:pt x="116" y="219"/>
                  <a:pt x="116" y="212"/>
                </a:cubicBezTo>
                <a:cubicBezTo>
                  <a:pt x="116" y="206"/>
                  <a:pt x="113" y="201"/>
                  <a:pt x="109" y="198"/>
                </a:cubicBezTo>
                <a:cubicBezTo>
                  <a:pt x="105" y="194"/>
                  <a:pt x="100" y="192"/>
                  <a:pt x="91" y="192"/>
                </a:cubicBezTo>
                <a:moveTo>
                  <a:pt x="91" y="223"/>
                </a:moveTo>
                <a:cubicBezTo>
                  <a:pt x="89" y="223"/>
                  <a:pt x="88" y="223"/>
                  <a:pt x="86" y="223"/>
                </a:cubicBezTo>
                <a:cubicBezTo>
                  <a:pt x="86" y="204"/>
                  <a:pt x="86" y="204"/>
                  <a:pt x="86" y="204"/>
                </a:cubicBezTo>
                <a:cubicBezTo>
                  <a:pt x="87" y="204"/>
                  <a:pt x="89" y="203"/>
                  <a:pt x="92" y="203"/>
                </a:cubicBezTo>
                <a:cubicBezTo>
                  <a:pt x="99" y="203"/>
                  <a:pt x="102" y="207"/>
                  <a:pt x="102" y="213"/>
                </a:cubicBezTo>
                <a:cubicBezTo>
                  <a:pt x="102" y="219"/>
                  <a:pt x="98" y="223"/>
                  <a:pt x="91" y="223"/>
                </a:cubicBezTo>
                <a:moveTo>
                  <a:pt x="209" y="0"/>
                </a:moveTo>
                <a:cubicBezTo>
                  <a:pt x="32" y="0"/>
                  <a:pt x="32" y="0"/>
                  <a:pt x="32" y="0"/>
                </a:cubicBezTo>
                <a:cubicBezTo>
                  <a:pt x="15" y="0"/>
                  <a:pt x="0" y="14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5" y="353"/>
                  <a:pt x="32" y="353"/>
                </a:cubicBezTo>
                <a:cubicBezTo>
                  <a:pt x="257" y="353"/>
                  <a:pt x="257" y="353"/>
                  <a:pt x="257" y="353"/>
                </a:cubicBezTo>
                <a:cubicBezTo>
                  <a:pt x="275" y="353"/>
                  <a:pt x="289" y="339"/>
                  <a:pt x="289" y="321"/>
                </a:cubicBezTo>
                <a:cubicBezTo>
                  <a:pt x="289" y="88"/>
                  <a:pt x="289" y="88"/>
                  <a:pt x="289" y="88"/>
                </a:cubicBezTo>
                <a:lnTo>
                  <a:pt x="209" y="0"/>
                </a:lnTo>
                <a:close/>
                <a:moveTo>
                  <a:pt x="273" y="321"/>
                </a:moveTo>
                <a:cubicBezTo>
                  <a:pt x="273" y="330"/>
                  <a:pt x="266" y="337"/>
                  <a:pt x="257" y="337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24" y="337"/>
                  <a:pt x="16" y="330"/>
                  <a:pt x="16" y="32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3"/>
                  <a:pt x="24" y="16"/>
                  <a:pt x="32" y="16"/>
                </a:cubicBezTo>
                <a:cubicBezTo>
                  <a:pt x="177" y="16"/>
                  <a:pt x="177" y="16"/>
                  <a:pt x="177" y="16"/>
                </a:cubicBezTo>
                <a:cubicBezTo>
                  <a:pt x="177" y="96"/>
                  <a:pt x="177" y="96"/>
                  <a:pt x="177" y="96"/>
                </a:cubicBezTo>
                <a:cubicBezTo>
                  <a:pt x="177" y="105"/>
                  <a:pt x="184" y="112"/>
                  <a:pt x="193" y="112"/>
                </a:cubicBezTo>
                <a:cubicBezTo>
                  <a:pt x="273" y="112"/>
                  <a:pt x="273" y="112"/>
                  <a:pt x="273" y="112"/>
                </a:cubicBezTo>
                <a:lnTo>
                  <a:pt x="273" y="321"/>
                </a:lnTo>
                <a:close/>
                <a:moveTo>
                  <a:pt x="193" y="96"/>
                </a:moveTo>
                <a:cubicBezTo>
                  <a:pt x="193" y="16"/>
                  <a:pt x="193" y="16"/>
                  <a:pt x="193" y="16"/>
                </a:cubicBezTo>
                <a:cubicBezTo>
                  <a:pt x="201" y="16"/>
                  <a:pt x="201" y="16"/>
                  <a:pt x="201" y="16"/>
                </a:cubicBezTo>
                <a:cubicBezTo>
                  <a:pt x="273" y="96"/>
                  <a:pt x="273" y="96"/>
                  <a:pt x="273" y="96"/>
                </a:cubicBezTo>
                <a:lnTo>
                  <a:pt x="193" y="96"/>
                </a:lnTo>
                <a:close/>
                <a:moveTo>
                  <a:pt x="169" y="194"/>
                </a:moveTo>
                <a:cubicBezTo>
                  <a:pt x="169" y="256"/>
                  <a:pt x="169" y="256"/>
                  <a:pt x="169" y="256"/>
                </a:cubicBezTo>
                <a:cubicBezTo>
                  <a:pt x="173" y="257"/>
                  <a:pt x="178" y="257"/>
                  <a:pt x="185" y="257"/>
                </a:cubicBezTo>
                <a:cubicBezTo>
                  <a:pt x="196" y="257"/>
                  <a:pt x="206" y="255"/>
                  <a:pt x="212" y="249"/>
                </a:cubicBezTo>
                <a:cubicBezTo>
                  <a:pt x="218" y="244"/>
                  <a:pt x="222" y="235"/>
                  <a:pt x="222" y="223"/>
                </a:cubicBezTo>
                <a:cubicBezTo>
                  <a:pt x="222" y="212"/>
                  <a:pt x="218" y="204"/>
                  <a:pt x="212" y="199"/>
                </a:cubicBezTo>
                <a:cubicBezTo>
                  <a:pt x="206" y="195"/>
                  <a:pt x="199" y="192"/>
                  <a:pt x="188" y="192"/>
                </a:cubicBezTo>
                <a:cubicBezTo>
                  <a:pt x="181" y="192"/>
                  <a:pt x="174" y="193"/>
                  <a:pt x="169" y="194"/>
                </a:cubicBezTo>
                <a:moveTo>
                  <a:pt x="208" y="224"/>
                </a:moveTo>
                <a:cubicBezTo>
                  <a:pt x="208" y="239"/>
                  <a:pt x="200" y="246"/>
                  <a:pt x="188" y="246"/>
                </a:cubicBezTo>
                <a:cubicBezTo>
                  <a:pt x="186" y="246"/>
                  <a:pt x="184" y="246"/>
                  <a:pt x="183" y="246"/>
                </a:cubicBezTo>
                <a:cubicBezTo>
                  <a:pt x="183" y="204"/>
                  <a:pt x="183" y="204"/>
                  <a:pt x="183" y="204"/>
                </a:cubicBezTo>
                <a:cubicBezTo>
                  <a:pt x="184" y="204"/>
                  <a:pt x="186" y="204"/>
                  <a:pt x="189" y="204"/>
                </a:cubicBezTo>
                <a:cubicBezTo>
                  <a:pt x="201" y="204"/>
                  <a:pt x="208" y="211"/>
                  <a:pt x="208" y="224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0" name="Freeform 30"/>
          <p:cNvSpPr>
            <a:spLocks noEditPoints="1"/>
          </p:cNvSpPr>
          <p:nvPr/>
        </p:nvSpPr>
        <p:spPr bwMode="auto">
          <a:xfrm>
            <a:off x="6411385" y="3141134"/>
            <a:ext cx="469900" cy="573617"/>
          </a:xfrm>
          <a:custGeom>
            <a:avLst/>
            <a:gdLst>
              <a:gd name="T0" fmla="*/ 126 w 289"/>
              <a:gd name="T1" fmla="*/ 193 h 353"/>
              <a:gd name="T2" fmla="*/ 108 w 289"/>
              <a:gd name="T3" fmla="*/ 257 h 353"/>
              <a:gd name="T4" fmla="*/ 122 w 289"/>
              <a:gd name="T5" fmla="*/ 257 h 353"/>
              <a:gd name="T6" fmla="*/ 126 w 289"/>
              <a:gd name="T7" fmla="*/ 240 h 353"/>
              <a:gd name="T8" fmla="*/ 143 w 289"/>
              <a:gd name="T9" fmla="*/ 240 h 353"/>
              <a:gd name="T10" fmla="*/ 148 w 289"/>
              <a:gd name="T11" fmla="*/ 257 h 353"/>
              <a:gd name="T12" fmla="*/ 163 w 289"/>
              <a:gd name="T13" fmla="*/ 257 h 353"/>
              <a:gd name="T14" fmla="*/ 144 w 289"/>
              <a:gd name="T15" fmla="*/ 193 h 353"/>
              <a:gd name="T16" fmla="*/ 126 w 289"/>
              <a:gd name="T17" fmla="*/ 193 h 353"/>
              <a:gd name="T18" fmla="*/ 128 w 289"/>
              <a:gd name="T19" fmla="*/ 230 h 353"/>
              <a:gd name="T20" fmla="*/ 132 w 289"/>
              <a:gd name="T21" fmla="*/ 216 h 353"/>
              <a:gd name="T22" fmla="*/ 135 w 289"/>
              <a:gd name="T23" fmla="*/ 204 h 353"/>
              <a:gd name="T24" fmla="*/ 135 w 289"/>
              <a:gd name="T25" fmla="*/ 204 h 353"/>
              <a:gd name="T26" fmla="*/ 138 w 289"/>
              <a:gd name="T27" fmla="*/ 216 h 353"/>
              <a:gd name="T28" fmla="*/ 142 w 289"/>
              <a:gd name="T29" fmla="*/ 230 h 353"/>
              <a:gd name="T30" fmla="*/ 128 w 289"/>
              <a:gd name="T31" fmla="*/ 230 h 353"/>
              <a:gd name="T32" fmla="*/ 208 w 289"/>
              <a:gd name="T33" fmla="*/ 0 h 353"/>
              <a:gd name="T34" fmla="*/ 32 w 289"/>
              <a:gd name="T35" fmla="*/ 0 h 353"/>
              <a:gd name="T36" fmla="*/ 0 w 289"/>
              <a:gd name="T37" fmla="*/ 32 h 353"/>
              <a:gd name="T38" fmla="*/ 0 w 289"/>
              <a:gd name="T39" fmla="*/ 321 h 353"/>
              <a:gd name="T40" fmla="*/ 32 w 289"/>
              <a:gd name="T41" fmla="*/ 353 h 353"/>
              <a:gd name="T42" fmla="*/ 257 w 289"/>
              <a:gd name="T43" fmla="*/ 353 h 353"/>
              <a:gd name="T44" fmla="*/ 289 w 289"/>
              <a:gd name="T45" fmla="*/ 321 h 353"/>
              <a:gd name="T46" fmla="*/ 289 w 289"/>
              <a:gd name="T47" fmla="*/ 88 h 353"/>
              <a:gd name="T48" fmla="*/ 208 w 289"/>
              <a:gd name="T49" fmla="*/ 0 h 353"/>
              <a:gd name="T50" fmla="*/ 273 w 289"/>
              <a:gd name="T51" fmla="*/ 321 h 353"/>
              <a:gd name="T52" fmla="*/ 257 w 289"/>
              <a:gd name="T53" fmla="*/ 337 h 353"/>
              <a:gd name="T54" fmla="*/ 32 w 289"/>
              <a:gd name="T55" fmla="*/ 337 h 353"/>
              <a:gd name="T56" fmla="*/ 16 w 289"/>
              <a:gd name="T57" fmla="*/ 321 h 353"/>
              <a:gd name="T58" fmla="*/ 16 w 289"/>
              <a:gd name="T59" fmla="*/ 32 h 353"/>
              <a:gd name="T60" fmla="*/ 32 w 289"/>
              <a:gd name="T61" fmla="*/ 16 h 353"/>
              <a:gd name="T62" fmla="*/ 176 w 289"/>
              <a:gd name="T63" fmla="*/ 16 h 353"/>
              <a:gd name="T64" fmla="*/ 176 w 289"/>
              <a:gd name="T65" fmla="*/ 96 h 353"/>
              <a:gd name="T66" fmla="*/ 192 w 289"/>
              <a:gd name="T67" fmla="*/ 112 h 353"/>
              <a:gd name="T68" fmla="*/ 273 w 289"/>
              <a:gd name="T69" fmla="*/ 112 h 353"/>
              <a:gd name="T70" fmla="*/ 273 w 289"/>
              <a:gd name="T71" fmla="*/ 321 h 353"/>
              <a:gd name="T72" fmla="*/ 192 w 289"/>
              <a:gd name="T73" fmla="*/ 96 h 353"/>
              <a:gd name="T74" fmla="*/ 192 w 289"/>
              <a:gd name="T75" fmla="*/ 16 h 353"/>
              <a:gd name="T76" fmla="*/ 200 w 289"/>
              <a:gd name="T77" fmla="*/ 16 h 353"/>
              <a:gd name="T78" fmla="*/ 273 w 289"/>
              <a:gd name="T79" fmla="*/ 96 h 353"/>
              <a:gd name="T80" fmla="*/ 192 w 289"/>
              <a:gd name="T81" fmla="*/ 96 h 353"/>
              <a:gd name="T82" fmla="*/ 169 w 289"/>
              <a:gd name="T83" fmla="*/ 257 h 353"/>
              <a:gd name="T84" fmla="*/ 182 w 289"/>
              <a:gd name="T85" fmla="*/ 257 h 353"/>
              <a:gd name="T86" fmla="*/ 182 w 289"/>
              <a:gd name="T87" fmla="*/ 193 h 353"/>
              <a:gd name="T88" fmla="*/ 169 w 289"/>
              <a:gd name="T89" fmla="*/ 193 h 353"/>
              <a:gd name="T90" fmla="*/ 169 w 289"/>
              <a:gd name="T91" fmla="*/ 257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289" h="353">
                <a:moveTo>
                  <a:pt x="126" y="193"/>
                </a:moveTo>
                <a:cubicBezTo>
                  <a:pt x="108" y="257"/>
                  <a:pt x="108" y="257"/>
                  <a:pt x="108" y="257"/>
                </a:cubicBezTo>
                <a:cubicBezTo>
                  <a:pt x="122" y="257"/>
                  <a:pt x="122" y="257"/>
                  <a:pt x="122" y="257"/>
                </a:cubicBezTo>
                <a:cubicBezTo>
                  <a:pt x="126" y="240"/>
                  <a:pt x="126" y="240"/>
                  <a:pt x="126" y="240"/>
                </a:cubicBezTo>
                <a:cubicBezTo>
                  <a:pt x="143" y="240"/>
                  <a:pt x="143" y="240"/>
                  <a:pt x="143" y="240"/>
                </a:cubicBezTo>
                <a:cubicBezTo>
                  <a:pt x="148" y="257"/>
                  <a:pt x="148" y="257"/>
                  <a:pt x="148" y="257"/>
                </a:cubicBezTo>
                <a:cubicBezTo>
                  <a:pt x="163" y="257"/>
                  <a:pt x="163" y="257"/>
                  <a:pt x="163" y="257"/>
                </a:cubicBezTo>
                <a:cubicBezTo>
                  <a:pt x="144" y="193"/>
                  <a:pt x="144" y="193"/>
                  <a:pt x="144" y="193"/>
                </a:cubicBezTo>
                <a:lnTo>
                  <a:pt x="126" y="193"/>
                </a:lnTo>
                <a:close/>
                <a:moveTo>
                  <a:pt x="128" y="230"/>
                </a:moveTo>
                <a:cubicBezTo>
                  <a:pt x="132" y="216"/>
                  <a:pt x="132" y="216"/>
                  <a:pt x="132" y="216"/>
                </a:cubicBezTo>
                <a:cubicBezTo>
                  <a:pt x="133" y="212"/>
                  <a:pt x="134" y="207"/>
                  <a:pt x="135" y="204"/>
                </a:cubicBezTo>
                <a:cubicBezTo>
                  <a:pt x="135" y="204"/>
                  <a:pt x="135" y="204"/>
                  <a:pt x="135" y="204"/>
                </a:cubicBezTo>
                <a:cubicBezTo>
                  <a:pt x="136" y="207"/>
                  <a:pt x="137" y="212"/>
                  <a:pt x="138" y="216"/>
                </a:cubicBezTo>
                <a:cubicBezTo>
                  <a:pt x="142" y="230"/>
                  <a:pt x="142" y="230"/>
                  <a:pt x="142" y="230"/>
                </a:cubicBezTo>
                <a:lnTo>
                  <a:pt x="128" y="230"/>
                </a:lnTo>
                <a:close/>
                <a:moveTo>
                  <a:pt x="208" y="0"/>
                </a:move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4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4" y="353"/>
                  <a:pt x="32" y="353"/>
                </a:cubicBezTo>
                <a:cubicBezTo>
                  <a:pt x="257" y="353"/>
                  <a:pt x="257" y="353"/>
                  <a:pt x="257" y="353"/>
                </a:cubicBezTo>
                <a:cubicBezTo>
                  <a:pt x="274" y="353"/>
                  <a:pt x="289" y="339"/>
                  <a:pt x="289" y="321"/>
                </a:cubicBezTo>
                <a:cubicBezTo>
                  <a:pt x="289" y="88"/>
                  <a:pt x="289" y="88"/>
                  <a:pt x="289" y="88"/>
                </a:cubicBezTo>
                <a:lnTo>
                  <a:pt x="208" y="0"/>
                </a:lnTo>
                <a:close/>
                <a:moveTo>
                  <a:pt x="273" y="321"/>
                </a:moveTo>
                <a:cubicBezTo>
                  <a:pt x="273" y="330"/>
                  <a:pt x="265" y="337"/>
                  <a:pt x="257" y="337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23" y="337"/>
                  <a:pt x="16" y="330"/>
                  <a:pt x="16" y="32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3"/>
                  <a:pt x="23" y="16"/>
                  <a:pt x="32" y="16"/>
                </a:cubicBezTo>
                <a:cubicBezTo>
                  <a:pt x="176" y="16"/>
                  <a:pt x="176" y="16"/>
                  <a:pt x="176" y="16"/>
                </a:cubicBezTo>
                <a:cubicBezTo>
                  <a:pt x="176" y="96"/>
                  <a:pt x="176" y="96"/>
                  <a:pt x="176" y="96"/>
                </a:cubicBezTo>
                <a:cubicBezTo>
                  <a:pt x="176" y="105"/>
                  <a:pt x="183" y="112"/>
                  <a:pt x="192" y="112"/>
                </a:cubicBezTo>
                <a:cubicBezTo>
                  <a:pt x="273" y="112"/>
                  <a:pt x="273" y="112"/>
                  <a:pt x="273" y="112"/>
                </a:cubicBezTo>
                <a:lnTo>
                  <a:pt x="273" y="321"/>
                </a:lnTo>
                <a:close/>
                <a:moveTo>
                  <a:pt x="192" y="96"/>
                </a:moveTo>
                <a:cubicBezTo>
                  <a:pt x="192" y="16"/>
                  <a:pt x="192" y="16"/>
                  <a:pt x="192" y="16"/>
                </a:cubicBezTo>
                <a:cubicBezTo>
                  <a:pt x="200" y="16"/>
                  <a:pt x="200" y="16"/>
                  <a:pt x="200" y="16"/>
                </a:cubicBezTo>
                <a:cubicBezTo>
                  <a:pt x="273" y="96"/>
                  <a:pt x="273" y="96"/>
                  <a:pt x="273" y="96"/>
                </a:cubicBezTo>
                <a:lnTo>
                  <a:pt x="192" y="96"/>
                </a:lnTo>
                <a:close/>
                <a:moveTo>
                  <a:pt x="169" y="257"/>
                </a:moveTo>
                <a:cubicBezTo>
                  <a:pt x="182" y="257"/>
                  <a:pt x="182" y="257"/>
                  <a:pt x="182" y="257"/>
                </a:cubicBezTo>
                <a:cubicBezTo>
                  <a:pt x="182" y="193"/>
                  <a:pt x="182" y="193"/>
                  <a:pt x="182" y="193"/>
                </a:cubicBezTo>
                <a:cubicBezTo>
                  <a:pt x="169" y="193"/>
                  <a:pt x="169" y="193"/>
                  <a:pt x="169" y="193"/>
                </a:cubicBezTo>
                <a:lnTo>
                  <a:pt x="169" y="257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1" name="Freeform 31"/>
          <p:cNvSpPr>
            <a:spLocks noEditPoints="1"/>
          </p:cNvSpPr>
          <p:nvPr/>
        </p:nvSpPr>
        <p:spPr bwMode="auto">
          <a:xfrm>
            <a:off x="7505701" y="3141134"/>
            <a:ext cx="469900" cy="573617"/>
          </a:xfrm>
          <a:custGeom>
            <a:avLst/>
            <a:gdLst>
              <a:gd name="T0" fmla="*/ 73 w 289"/>
              <a:gd name="T1" fmla="*/ 194 h 353"/>
              <a:gd name="T2" fmla="*/ 86 w 289"/>
              <a:gd name="T3" fmla="*/ 257 h 353"/>
              <a:gd name="T4" fmla="*/ 91 w 289"/>
              <a:gd name="T5" fmla="*/ 234 h 353"/>
              <a:gd name="T6" fmla="*/ 115 w 289"/>
              <a:gd name="T7" fmla="*/ 212 h 353"/>
              <a:gd name="T8" fmla="*/ 91 w 289"/>
              <a:gd name="T9" fmla="*/ 192 h 353"/>
              <a:gd name="T10" fmla="*/ 86 w 289"/>
              <a:gd name="T11" fmla="*/ 223 h 353"/>
              <a:gd name="T12" fmla="*/ 92 w 289"/>
              <a:gd name="T13" fmla="*/ 203 h 353"/>
              <a:gd name="T14" fmla="*/ 91 w 289"/>
              <a:gd name="T15" fmla="*/ 223 h 353"/>
              <a:gd name="T16" fmla="*/ 121 w 289"/>
              <a:gd name="T17" fmla="*/ 194 h 353"/>
              <a:gd name="T18" fmla="*/ 136 w 289"/>
              <a:gd name="T19" fmla="*/ 257 h 353"/>
              <a:gd name="T20" fmla="*/ 174 w 289"/>
              <a:gd name="T21" fmla="*/ 223 h 353"/>
              <a:gd name="T22" fmla="*/ 139 w 289"/>
              <a:gd name="T23" fmla="*/ 192 h 353"/>
              <a:gd name="T24" fmla="*/ 134 w 289"/>
              <a:gd name="T25" fmla="*/ 246 h 353"/>
              <a:gd name="T26" fmla="*/ 141 w 289"/>
              <a:gd name="T27" fmla="*/ 204 h 353"/>
              <a:gd name="T28" fmla="*/ 139 w 289"/>
              <a:gd name="T29" fmla="*/ 246 h 353"/>
              <a:gd name="T30" fmla="*/ 32 w 289"/>
              <a:gd name="T31" fmla="*/ 0 h 353"/>
              <a:gd name="T32" fmla="*/ 0 w 289"/>
              <a:gd name="T33" fmla="*/ 321 h 353"/>
              <a:gd name="T34" fmla="*/ 257 w 289"/>
              <a:gd name="T35" fmla="*/ 353 h 353"/>
              <a:gd name="T36" fmla="*/ 289 w 289"/>
              <a:gd name="T37" fmla="*/ 88 h 353"/>
              <a:gd name="T38" fmla="*/ 273 w 289"/>
              <a:gd name="T39" fmla="*/ 321 h 353"/>
              <a:gd name="T40" fmla="*/ 32 w 289"/>
              <a:gd name="T41" fmla="*/ 337 h 353"/>
              <a:gd name="T42" fmla="*/ 16 w 289"/>
              <a:gd name="T43" fmla="*/ 32 h 353"/>
              <a:gd name="T44" fmla="*/ 177 w 289"/>
              <a:gd name="T45" fmla="*/ 16 h 353"/>
              <a:gd name="T46" fmla="*/ 193 w 289"/>
              <a:gd name="T47" fmla="*/ 112 h 353"/>
              <a:gd name="T48" fmla="*/ 273 w 289"/>
              <a:gd name="T49" fmla="*/ 321 h 353"/>
              <a:gd name="T50" fmla="*/ 193 w 289"/>
              <a:gd name="T51" fmla="*/ 16 h 353"/>
              <a:gd name="T52" fmla="*/ 273 w 289"/>
              <a:gd name="T53" fmla="*/ 96 h 353"/>
              <a:gd name="T54" fmla="*/ 185 w 289"/>
              <a:gd name="T55" fmla="*/ 257 h 353"/>
              <a:gd name="T56" fmla="*/ 199 w 289"/>
              <a:gd name="T57" fmla="*/ 231 h 353"/>
              <a:gd name="T58" fmla="*/ 220 w 289"/>
              <a:gd name="T59" fmla="*/ 219 h 353"/>
              <a:gd name="T60" fmla="*/ 199 w 289"/>
              <a:gd name="T61" fmla="*/ 205 h 353"/>
              <a:gd name="T62" fmla="*/ 222 w 289"/>
              <a:gd name="T63" fmla="*/ 193 h 353"/>
              <a:gd name="T64" fmla="*/ 185 w 289"/>
              <a:gd name="T65" fmla="*/ 257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289" h="353">
                <a:moveTo>
                  <a:pt x="91" y="192"/>
                </a:moveTo>
                <a:cubicBezTo>
                  <a:pt x="83" y="192"/>
                  <a:pt x="77" y="193"/>
                  <a:pt x="73" y="194"/>
                </a:cubicBezTo>
                <a:cubicBezTo>
                  <a:pt x="73" y="257"/>
                  <a:pt x="73" y="257"/>
                  <a:pt x="73" y="257"/>
                </a:cubicBezTo>
                <a:cubicBezTo>
                  <a:pt x="86" y="257"/>
                  <a:pt x="86" y="257"/>
                  <a:pt x="86" y="257"/>
                </a:cubicBezTo>
                <a:cubicBezTo>
                  <a:pt x="86" y="234"/>
                  <a:pt x="86" y="234"/>
                  <a:pt x="86" y="234"/>
                </a:cubicBezTo>
                <a:cubicBezTo>
                  <a:pt x="87" y="234"/>
                  <a:pt x="89" y="234"/>
                  <a:pt x="91" y="234"/>
                </a:cubicBezTo>
                <a:cubicBezTo>
                  <a:pt x="99" y="234"/>
                  <a:pt x="105" y="232"/>
                  <a:pt x="110" y="227"/>
                </a:cubicBezTo>
                <a:cubicBezTo>
                  <a:pt x="114" y="224"/>
                  <a:pt x="115" y="219"/>
                  <a:pt x="115" y="212"/>
                </a:cubicBezTo>
                <a:cubicBezTo>
                  <a:pt x="115" y="206"/>
                  <a:pt x="113" y="201"/>
                  <a:pt x="109" y="198"/>
                </a:cubicBezTo>
                <a:cubicBezTo>
                  <a:pt x="105" y="194"/>
                  <a:pt x="99" y="192"/>
                  <a:pt x="91" y="192"/>
                </a:cubicBezTo>
                <a:moveTo>
                  <a:pt x="91" y="223"/>
                </a:moveTo>
                <a:cubicBezTo>
                  <a:pt x="89" y="223"/>
                  <a:pt x="87" y="223"/>
                  <a:pt x="86" y="223"/>
                </a:cubicBezTo>
                <a:cubicBezTo>
                  <a:pt x="86" y="204"/>
                  <a:pt x="86" y="204"/>
                  <a:pt x="86" y="204"/>
                </a:cubicBezTo>
                <a:cubicBezTo>
                  <a:pt x="87" y="204"/>
                  <a:pt x="89" y="203"/>
                  <a:pt x="92" y="203"/>
                </a:cubicBezTo>
                <a:cubicBezTo>
                  <a:pt x="98" y="203"/>
                  <a:pt x="102" y="207"/>
                  <a:pt x="102" y="213"/>
                </a:cubicBezTo>
                <a:cubicBezTo>
                  <a:pt x="102" y="219"/>
                  <a:pt x="98" y="223"/>
                  <a:pt x="91" y="223"/>
                </a:cubicBezTo>
                <a:moveTo>
                  <a:pt x="139" y="192"/>
                </a:moveTo>
                <a:cubicBezTo>
                  <a:pt x="132" y="192"/>
                  <a:pt x="126" y="193"/>
                  <a:pt x="121" y="194"/>
                </a:cubicBezTo>
                <a:cubicBezTo>
                  <a:pt x="121" y="256"/>
                  <a:pt x="121" y="256"/>
                  <a:pt x="121" y="256"/>
                </a:cubicBezTo>
                <a:cubicBezTo>
                  <a:pt x="124" y="257"/>
                  <a:pt x="129" y="257"/>
                  <a:pt x="136" y="257"/>
                </a:cubicBezTo>
                <a:cubicBezTo>
                  <a:pt x="148" y="257"/>
                  <a:pt x="157" y="255"/>
                  <a:pt x="164" y="249"/>
                </a:cubicBezTo>
                <a:cubicBezTo>
                  <a:pt x="169" y="244"/>
                  <a:pt x="174" y="235"/>
                  <a:pt x="174" y="223"/>
                </a:cubicBezTo>
                <a:cubicBezTo>
                  <a:pt x="174" y="212"/>
                  <a:pt x="170" y="204"/>
                  <a:pt x="163" y="199"/>
                </a:cubicBezTo>
                <a:cubicBezTo>
                  <a:pt x="158" y="195"/>
                  <a:pt x="150" y="192"/>
                  <a:pt x="139" y="192"/>
                </a:cubicBezTo>
                <a:moveTo>
                  <a:pt x="139" y="246"/>
                </a:moveTo>
                <a:cubicBezTo>
                  <a:pt x="137" y="246"/>
                  <a:pt x="136" y="246"/>
                  <a:pt x="134" y="246"/>
                </a:cubicBezTo>
                <a:cubicBezTo>
                  <a:pt x="134" y="204"/>
                  <a:pt x="134" y="204"/>
                  <a:pt x="134" y="204"/>
                </a:cubicBezTo>
                <a:cubicBezTo>
                  <a:pt x="136" y="204"/>
                  <a:pt x="137" y="204"/>
                  <a:pt x="141" y="204"/>
                </a:cubicBezTo>
                <a:cubicBezTo>
                  <a:pt x="152" y="204"/>
                  <a:pt x="159" y="211"/>
                  <a:pt x="159" y="224"/>
                </a:cubicBezTo>
                <a:cubicBezTo>
                  <a:pt x="159" y="239"/>
                  <a:pt x="151" y="246"/>
                  <a:pt x="139" y="246"/>
                </a:cubicBezTo>
                <a:moveTo>
                  <a:pt x="209" y="0"/>
                </a:move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4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4" y="353"/>
                  <a:pt x="32" y="353"/>
                </a:cubicBezTo>
                <a:cubicBezTo>
                  <a:pt x="257" y="353"/>
                  <a:pt x="257" y="353"/>
                  <a:pt x="257" y="353"/>
                </a:cubicBezTo>
                <a:cubicBezTo>
                  <a:pt x="275" y="353"/>
                  <a:pt x="289" y="339"/>
                  <a:pt x="289" y="321"/>
                </a:cubicBezTo>
                <a:cubicBezTo>
                  <a:pt x="289" y="88"/>
                  <a:pt x="289" y="88"/>
                  <a:pt x="289" y="88"/>
                </a:cubicBezTo>
                <a:lnTo>
                  <a:pt x="209" y="0"/>
                </a:lnTo>
                <a:close/>
                <a:moveTo>
                  <a:pt x="273" y="321"/>
                </a:moveTo>
                <a:cubicBezTo>
                  <a:pt x="273" y="330"/>
                  <a:pt x="266" y="337"/>
                  <a:pt x="257" y="337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23" y="337"/>
                  <a:pt x="16" y="330"/>
                  <a:pt x="16" y="32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3"/>
                  <a:pt x="23" y="16"/>
                  <a:pt x="32" y="16"/>
                </a:cubicBezTo>
                <a:cubicBezTo>
                  <a:pt x="177" y="16"/>
                  <a:pt x="177" y="16"/>
                  <a:pt x="177" y="16"/>
                </a:cubicBezTo>
                <a:cubicBezTo>
                  <a:pt x="177" y="96"/>
                  <a:pt x="177" y="96"/>
                  <a:pt x="177" y="96"/>
                </a:cubicBezTo>
                <a:cubicBezTo>
                  <a:pt x="177" y="105"/>
                  <a:pt x="184" y="112"/>
                  <a:pt x="193" y="112"/>
                </a:cubicBezTo>
                <a:cubicBezTo>
                  <a:pt x="273" y="112"/>
                  <a:pt x="273" y="112"/>
                  <a:pt x="273" y="112"/>
                </a:cubicBezTo>
                <a:lnTo>
                  <a:pt x="273" y="321"/>
                </a:lnTo>
                <a:close/>
                <a:moveTo>
                  <a:pt x="193" y="96"/>
                </a:moveTo>
                <a:cubicBezTo>
                  <a:pt x="193" y="16"/>
                  <a:pt x="193" y="16"/>
                  <a:pt x="193" y="16"/>
                </a:cubicBezTo>
                <a:cubicBezTo>
                  <a:pt x="201" y="16"/>
                  <a:pt x="201" y="16"/>
                  <a:pt x="201" y="16"/>
                </a:cubicBezTo>
                <a:cubicBezTo>
                  <a:pt x="273" y="96"/>
                  <a:pt x="273" y="96"/>
                  <a:pt x="273" y="96"/>
                </a:cubicBezTo>
                <a:lnTo>
                  <a:pt x="193" y="96"/>
                </a:lnTo>
                <a:close/>
                <a:moveTo>
                  <a:pt x="185" y="257"/>
                </a:moveTo>
                <a:cubicBezTo>
                  <a:pt x="199" y="257"/>
                  <a:pt x="199" y="257"/>
                  <a:pt x="199" y="257"/>
                </a:cubicBezTo>
                <a:cubicBezTo>
                  <a:pt x="199" y="231"/>
                  <a:pt x="199" y="231"/>
                  <a:pt x="199" y="231"/>
                </a:cubicBezTo>
                <a:cubicBezTo>
                  <a:pt x="220" y="231"/>
                  <a:pt x="220" y="231"/>
                  <a:pt x="220" y="231"/>
                </a:cubicBezTo>
                <a:cubicBezTo>
                  <a:pt x="220" y="219"/>
                  <a:pt x="220" y="219"/>
                  <a:pt x="220" y="219"/>
                </a:cubicBezTo>
                <a:cubicBezTo>
                  <a:pt x="199" y="219"/>
                  <a:pt x="199" y="219"/>
                  <a:pt x="199" y="219"/>
                </a:cubicBezTo>
                <a:cubicBezTo>
                  <a:pt x="199" y="205"/>
                  <a:pt x="199" y="205"/>
                  <a:pt x="199" y="205"/>
                </a:cubicBezTo>
                <a:cubicBezTo>
                  <a:pt x="222" y="205"/>
                  <a:pt x="222" y="205"/>
                  <a:pt x="222" y="205"/>
                </a:cubicBezTo>
                <a:cubicBezTo>
                  <a:pt x="222" y="193"/>
                  <a:pt x="222" y="193"/>
                  <a:pt x="222" y="193"/>
                </a:cubicBezTo>
                <a:cubicBezTo>
                  <a:pt x="185" y="193"/>
                  <a:pt x="185" y="193"/>
                  <a:pt x="185" y="193"/>
                </a:cubicBezTo>
                <a:lnTo>
                  <a:pt x="185" y="257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2" name="Freeform 32"/>
          <p:cNvSpPr>
            <a:spLocks noEditPoints="1"/>
          </p:cNvSpPr>
          <p:nvPr/>
        </p:nvSpPr>
        <p:spPr bwMode="auto">
          <a:xfrm>
            <a:off x="8602134" y="3141134"/>
            <a:ext cx="469900" cy="573617"/>
          </a:xfrm>
          <a:custGeom>
            <a:avLst/>
            <a:gdLst>
              <a:gd name="T0" fmla="*/ 113 w 289"/>
              <a:gd name="T1" fmla="*/ 231 h 353"/>
              <a:gd name="T2" fmla="*/ 122 w 289"/>
              <a:gd name="T3" fmla="*/ 231 h 353"/>
              <a:gd name="T4" fmla="*/ 122 w 289"/>
              <a:gd name="T5" fmla="*/ 245 h 353"/>
              <a:gd name="T6" fmla="*/ 115 w 289"/>
              <a:gd name="T7" fmla="*/ 246 h 353"/>
              <a:gd name="T8" fmla="*/ 96 w 289"/>
              <a:gd name="T9" fmla="*/ 225 h 353"/>
              <a:gd name="T10" fmla="*/ 116 w 289"/>
              <a:gd name="T11" fmla="*/ 204 h 353"/>
              <a:gd name="T12" fmla="*/ 130 w 289"/>
              <a:gd name="T13" fmla="*/ 207 h 353"/>
              <a:gd name="T14" fmla="*/ 133 w 289"/>
              <a:gd name="T15" fmla="*/ 195 h 353"/>
              <a:gd name="T16" fmla="*/ 116 w 289"/>
              <a:gd name="T17" fmla="*/ 192 h 353"/>
              <a:gd name="T18" fmla="*/ 82 w 289"/>
              <a:gd name="T19" fmla="*/ 226 h 353"/>
              <a:gd name="T20" fmla="*/ 91 w 289"/>
              <a:gd name="T21" fmla="*/ 249 h 353"/>
              <a:gd name="T22" fmla="*/ 115 w 289"/>
              <a:gd name="T23" fmla="*/ 257 h 353"/>
              <a:gd name="T24" fmla="*/ 135 w 289"/>
              <a:gd name="T25" fmla="*/ 254 h 353"/>
              <a:gd name="T26" fmla="*/ 135 w 289"/>
              <a:gd name="T27" fmla="*/ 220 h 353"/>
              <a:gd name="T28" fmla="*/ 113 w 289"/>
              <a:gd name="T29" fmla="*/ 220 h 353"/>
              <a:gd name="T30" fmla="*/ 113 w 289"/>
              <a:gd name="T31" fmla="*/ 231 h 353"/>
              <a:gd name="T32" fmla="*/ 149 w 289"/>
              <a:gd name="T33" fmla="*/ 257 h 353"/>
              <a:gd name="T34" fmla="*/ 163 w 289"/>
              <a:gd name="T35" fmla="*/ 257 h 353"/>
              <a:gd name="T36" fmla="*/ 163 w 289"/>
              <a:gd name="T37" fmla="*/ 193 h 353"/>
              <a:gd name="T38" fmla="*/ 149 w 289"/>
              <a:gd name="T39" fmla="*/ 193 h 353"/>
              <a:gd name="T40" fmla="*/ 149 w 289"/>
              <a:gd name="T41" fmla="*/ 257 h 353"/>
              <a:gd name="T42" fmla="*/ 209 w 289"/>
              <a:gd name="T43" fmla="*/ 0 h 353"/>
              <a:gd name="T44" fmla="*/ 32 w 289"/>
              <a:gd name="T45" fmla="*/ 0 h 353"/>
              <a:gd name="T46" fmla="*/ 0 w 289"/>
              <a:gd name="T47" fmla="*/ 32 h 353"/>
              <a:gd name="T48" fmla="*/ 0 w 289"/>
              <a:gd name="T49" fmla="*/ 321 h 353"/>
              <a:gd name="T50" fmla="*/ 32 w 289"/>
              <a:gd name="T51" fmla="*/ 353 h 353"/>
              <a:gd name="T52" fmla="*/ 257 w 289"/>
              <a:gd name="T53" fmla="*/ 353 h 353"/>
              <a:gd name="T54" fmla="*/ 289 w 289"/>
              <a:gd name="T55" fmla="*/ 321 h 353"/>
              <a:gd name="T56" fmla="*/ 289 w 289"/>
              <a:gd name="T57" fmla="*/ 88 h 353"/>
              <a:gd name="T58" fmla="*/ 209 w 289"/>
              <a:gd name="T59" fmla="*/ 0 h 353"/>
              <a:gd name="T60" fmla="*/ 273 w 289"/>
              <a:gd name="T61" fmla="*/ 321 h 353"/>
              <a:gd name="T62" fmla="*/ 257 w 289"/>
              <a:gd name="T63" fmla="*/ 337 h 353"/>
              <a:gd name="T64" fmla="*/ 32 w 289"/>
              <a:gd name="T65" fmla="*/ 337 h 353"/>
              <a:gd name="T66" fmla="*/ 16 w 289"/>
              <a:gd name="T67" fmla="*/ 321 h 353"/>
              <a:gd name="T68" fmla="*/ 16 w 289"/>
              <a:gd name="T69" fmla="*/ 32 h 353"/>
              <a:gd name="T70" fmla="*/ 32 w 289"/>
              <a:gd name="T71" fmla="*/ 16 h 353"/>
              <a:gd name="T72" fmla="*/ 177 w 289"/>
              <a:gd name="T73" fmla="*/ 16 h 353"/>
              <a:gd name="T74" fmla="*/ 177 w 289"/>
              <a:gd name="T75" fmla="*/ 96 h 353"/>
              <a:gd name="T76" fmla="*/ 193 w 289"/>
              <a:gd name="T77" fmla="*/ 112 h 353"/>
              <a:gd name="T78" fmla="*/ 273 w 289"/>
              <a:gd name="T79" fmla="*/ 112 h 353"/>
              <a:gd name="T80" fmla="*/ 273 w 289"/>
              <a:gd name="T81" fmla="*/ 321 h 353"/>
              <a:gd name="T82" fmla="*/ 193 w 289"/>
              <a:gd name="T83" fmla="*/ 96 h 353"/>
              <a:gd name="T84" fmla="*/ 193 w 289"/>
              <a:gd name="T85" fmla="*/ 16 h 353"/>
              <a:gd name="T86" fmla="*/ 201 w 289"/>
              <a:gd name="T87" fmla="*/ 16 h 353"/>
              <a:gd name="T88" fmla="*/ 273 w 289"/>
              <a:gd name="T89" fmla="*/ 96 h 353"/>
              <a:gd name="T90" fmla="*/ 193 w 289"/>
              <a:gd name="T91" fmla="*/ 96 h 353"/>
              <a:gd name="T92" fmla="*/ 173 w 289"/>
              <a:gd name="T93" fmla="*/ 257 h 353"/>
              <a:gd name="T94" fmla="*/ 187 w 289"/>
              <a:gd name="T95" fmla="*/ 257 h 353"/>
              <a:gd name="T96" fmla="*/ 187 w 289"/>
              <a:gd name="T97" fmla="*/ 231 h 353"/>
              <a:gd name="T98" fmla="*/ 208 w 289"/>
              <a:gd name="T99" fmla="*/ 231 h 353"/>
              <a:gd name="T100" fmla="*/ 208 w 289"/>
              <a:gd name="T101" fmla="*/ 219 h 353"/>
              <a:gd name="T102" fmla="*/ 187 w 289"/>
              <a:gd name="T103" fmla="*/ 219 h 353"/>
              <a:gd name="T104" fmla="*/ 187 w 289"/>
              <a:gd name="T105" fmla="*/ 205 h 353"/>
              <a:gd name="T106" fmla="*/ 210 w 289"/>
              <a:gd name="T107" fmla="*/ 205 h 353"/>
              <a:gd name="T108" fmla="*/ 210 w 289"/>
              <a:gd name="T109" fmla="*/ 193 h 353"/>
              <a:gd name="T110" fmla="*/ 173 w 289"/>
              <a:gd name="T111" fmla="*/ 193 h 353"/>
              <a:gd name="T112" fmla="*/ 173 w 289"/>
              <a:gd name="T113" fmla="*/ 257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289" h="353">
                <a:moveTo>
                  <a:pt x="113" y="231"/>
                </a:moveTo>
                <a:cubicBezTo>
                  <a:pt x="122" y="231"/>
                  <a:pt x="122" y="231"/>
                  <a:pt x="122" y="231"/>
                </a:cubicBezTo>
                <a:cubicBezTo>
                  <a:pt x="122" y="245"/>
                  <a:pt x="122" y="245"/>
                  <a:pt x="122" y="245"/>
                </a:cubicBezTo>
                <a:cubicBezTo>
                  <a:pt x="121" y="245"/>
                  <a:pt x="118" y="246"/>
                  <a:pt x="115" y="246"/>
                </a:cubicBezTo>
                <a:cubicBezTo>
                  <a:pt x="104" y="246"/>
                  <a:pt x="96" y="238"/>
                  <a:pt x="96" y="225"/>
                </a:cubicBezTo>
                <a:cubicBezTo>
                  <a:pt x="96" y="211"/>
                  <a:pt x="105" y="204"/>
                  <a:pt x="116" y="204"/>
                </a:cubicBezTo>
                <a:cubicBezTo>
                  <a:pt x="123" y="204"/>
                  <a:pt x="127" y="205"/>
                  <a:pt x="130" y="207"/>
                </a:cubicBezTo>
                <a:cubicBezTo>
                  <a:pt x="133" y="195"/>
                  <a:pt x="133" y="195"/>
                  <a:pt x="133" y="195"/>
                </a:cubicBezTo>
                <a:cubicBezTo>
                  <a:pt x="130" y="194"/>
                  <a:pt x="124" y="192"/>
                  <a:pt x="116" y="192"/>
                </a:cubicBezTo>
                <a:cubicBezTo>
                  <a:pt x="97" y="192"/>
                  <a:pt x="82" y="204"/>
                  <a:pt x="82" y="226"/>
                </a:cubicBezTo>
                <a:cubicBezTo>
                  <a:pt x="82" y="235"/>
                  <a:pt x="85" y="243"/>
                  <a:pt x="91" y="249"/>
                </a:cubicBezTo>
                <a:cubicBezTo>
                  <a:pt x="96" y="254"/>
                  <a:pt x="104" y="257"/>
                  <a:pt x="115" y="257"/>
                </a:cubicBezTo>
                <a:cubicBezTo>
                  <a:pt x="123" y="257"/>
                  <a:pt x="131" y="255"/>
                  <a:pt x="135" y="254"/>
                </a:cubicBezTo>
                <a:cubicBezTo>
                  <a:pt x="135" y="220"/>
                  <a:pt x="135" y="220"/>
                  <a:pt x="135" y="220"/>
                </a:cubicBezTo>
                <a:cubicBezTo>
                  <a:pt x="113" y="220"/>
                  <a:pt x="113" y="220"/>
                  <a:pt x="113" y="220"/>
                </a:cubicBezTo>
                <a:lnTo>
                  <a:pt x="113" y="231"/>
                </a:lnTo>
                <a:close/>
                <a:moveTo>
                  <a:pt x="149" y="257"/>
                </a:moveTo>
                <a:cubicBezTo>
                  <a:pt x="163" y="257"/>
                  <a:pt x="163" y="257"/>
                  <a:pt x="163" y="257"/>
                </a:cubicBezTo>
                <a:cubicBezTo>
                  <a:pt x="163" y="193"/>
                  <a:pt x="163" y="193"/>
                  <a:pt x="163" y="193"/>
                </a:cubicBezTo>
                <a:cubicBezTo>
                  <a:pt x="149" y="193"/>
                  <a:pt x="149" y="193"/>
                  <a:pt x="149" y="193"/>
                </a:cubicBezTo>
                <a:lnTo>
                  <a:pt x="149" y="257"/>
                </a:lnTo>
                <a:close/>
                <a:moveTo>
                  <a:pt x="209" y="0"/>
                </a:moveTo>
                <a:cubicBezTo>
                  <a:pt x="32" y="0"/>
                  <a:pt x="32" y="0"/>
                  <a:pt x="32" y="0"/>
                </a:cubicBezTo>
                <a:cubicBezTo>
                  <a:pt x="15" y="0"/>
                  <a:pt x="0" y="14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5" y="353"/>
                  <a:pt x="32" y="353"/>
                </a:cubicBezTo>
                <a:cubicBezTo>
                  <a:pt x="257" y="353"/>
                  <a:pt x="257" y="353"/>
                  <a:pt x="257" y="353"/>
                </a:cubicBezTo>
                <a:cubicBezTo>
                  <a:pt x="275" y="353"/>
                  <a:pt x="289" y="339"/>
                  <a:pt x="289" y="321"/>
                </a:cubicBezTo>
                <a:cubicBezTo>
                  <a:pt x="289" y="88"/>
                  <a:pt x="289" y="88"/>
                  <a:pt x="289" y="88"/>
                </a:cubicBezTo>
                <a:lnTo>
                  <a:pt x="209" y="0"/>
                </a:lnTo>
                <a:close/>
                <a:moveTo>
                  <a:pt x="273" y="321"/>
                </a:moveTo>
                <a:cubicBezTo>
                  <a:pt x="273" y="330"/>
                  <a:pt x="266" y="337"/>
                  <a:pt x="257" y="337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24" y="337"/>
                  <a:pt x="16" y="330"/>
                  <a:pt x="16" y="32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3"/>
                  <a:pt x="24" y="16"/>
                  <a:pt x="32" y="16"/>
                </a:cubicBezTo>
                <a:cubicBezTo>
                  <a:pt x="177" y="16"/>
                  <a:pt x="177" y="16"/>
                  <a:pt x="177" y="16"/>
                </a:cubicBezTo>
                <a:cubicBezTo>
                  <a:pt x="177" y="96"/>
                  <a:pt x="177" y="96"/>
                  <a:pt x="177" y="96"/>
                </a:cubicBezTo>
                <a:cubicBezTo>
                  <a:pt x="177" y="105"/>
                  <a:pt x="184" y="112"/>
                  <a:pt x="193" y="112"/>
                </a:cubicBezTo>
                <a:cubicBezTo>
                  <a:pt x="273" y="112"/>
                  <a:pt x="273" y="112"/>
                  <a:pt x="273" y="112"/>
                </a:cubicBezTo>
                <a:lnTo>
                  <a:pt x="273" y="321"/>
                </a:lnTo>
                <a:close/>
                <a:moveTo>
                  <a:pt x="193" y="96"/>
                </a:moveTo>
                <a:cubicBezTo>
                  <a:pt x="193" y="16"/>
                  <a:pt x="193" y="16"/>
                  <a:pt x="193" y="16"/>
                </a:cubicBezTo>
                <a:cubicBezTo>
                  <a:pt x="201" y="16"/>
                  <a:pt x="201" y="16"/>
                  <a:pt x="201" y="16"/>
                </a:cubicBezTo>
                <a:cubicBezTo>
                  <a:pt x="273" y="96"/>
                  <a:pt x="273" y="96"/>
                  <a:pt x="273" y="96"/>
                </a:cubicBezTo>
                <a:lnTo>
                  <a:pt x="193" y="96"/>
                </a:lnTo>
                <a:close/>
                <a:moveTo>
                  <a:pt x="173" y="257"/>
                </a:moveTo>
                <a:cubicBezTo>
                  <a:pt x="187" y="257"/>
                  <a:pt x="187" y="257"/>
                  <a:pt x="187" y="257"/>
                </a:cubicBezTo>
                <a:cubicBezTo>
                  <a:pt x="187" y="231"/>
                  <a:pt x="187" y="231"/>
                  <a:pt x="187" y="231"/>
                </a:cubicBezTo>
                <a:cubicBezTo>
                  <a:pt x="208" y="231"/>
                  <a:pt x="208" y="231"/>
                  <a:pt x="208" y="231"/>
                </a:cubicBezTo>
                <a:cubicBezTo>
                  <a:pt x="208" y="219"/>
                  <a:pt x="208" y="219"/>
                  <a:pt x="208" y="219"/>
                </a:cubicBezTo>
                <a:cubicBezTo>
                  <a:pt x="187" y="219"/>
                  <a:pt x="187" y="219"/>
                  <a:pt x="187" y="219"/>
                </a:cubicBezTo>
                <a:cubicBezTo>
                  <a:pt x="187" y="205"/>
                  <a:pt x="187" y="205"/>
                  <a:pt x="187" y="205"/>
                </a:cubicBezTo>
                <a:cubicBezTo>
                  <a:pt x="210" y="205"/>
                  <a:pt x="210" y="205"/>
                  <a:pt x="210" y="205"/>
                </a:cubicBezTo>
                <a:cubicBezTo>
                  <a:pt x="210" y="193"/>
                  <a:pt x="210" y="193"/>
                  <a:pt x="210" y="193"/>
                </a:cubicBezTo>
                <a:cubicBezTo>
                  <a:pt x="173" y="193"/>
                  <a:pt x="173" y="193"/>
                  <a:pt x="173" y="193"/>
                </a:cubicBezTo>
                <a:lnTo>
                  <a:pt x="173" y="257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3" name="Freeform 33"/>
          <p:cNvSpPr>
            <a:spLocks noEditPoints="1"/>
          </p:cNvSpPr>
          <p:nvPr/>
        </p:nvSpPr>
        <p:spPr bwMode="auto">
          <a:xfrm>
            <a:off x="9698567" y="3141134"/>
            <a:ext cx="469900" cy="573617"/>
          </a:xfrm>
          <a:custGeom>
            <a:avLst/>
            <a:gdLst>
              <a:gd name="T0" fmla="*/ 79 w 289"/>
              <a:gd name="T1" fmla="*/ 246 h 353"/>
              <a:gd name="T2" fmla="*/ 70 w 289"/>
              <a:gd name="T3" fmla="*/ 256 h 353"/>
              <a:gd name="T4" fmla="*/ 101 w 289"/>
              <a:gd name="T5" fmla="*/ 233 h 353"/>
              <a:gd name="T6" fmla="*/ 88 w 289"/>
              <a:gd name="T7" fmla="*/ 193 h 353"/>
              <a:gd name="T8" fmla="*/ 208 w 289"/>
              <a:gd name="T9" fmla="*/ 0 h 353"/>
              <a:gd name="T10" fmla="*/ 0 w 289"/>
              <a:gd name="T11" fmla="*/ 32 h 353"/>
              <a:gd name="T12" fmla="*/ 32 w 289"/>
              <a:gd name="T13" fmla="*/ 353 h 353"/>
              <a:gd name="T14" fmla="*/ 289 w 289"/>
              <a:gd name="T15" fmla="*/ 321 h 353"/>
              <a:gd name="T16" fmla="*/ 208 w 289"/>
              <a:gd name="T17" fmla="*/ 0 h 353"/>
              <a:gd name="T18" fmla="*/ 257 w 289"/>
              <a:gd name="T19" fmla="*/ 337 h 353"/>
              <a:gd name="T20" fmla="*/ 16 w 289"/>
              <a:gd name="T21" fmla="*/ 321 h 353"/>
              <a:gd name="T22" fmla="*/ 32 w 289"/>
              <a:gd name="T23" fmla="*/ 16 h 353"/>
              <a:gd name="T24" fmla="*/ 176 w 289"/>
              <a:gd name="T25" fmla="*/ 96 h 353"/>
              <a:gd name="T26" fmla="*/ 273 w 289"/>
              <a:gd name="T27" fmla="*/ 112 h 353"/>
              <a:gd name="T28" fmla="*/ 192 w 289"/>
              <a:gd name="T29" fmla="*/ 96 h 353"/>
              <a:gd name="T30" fmla="*/ 200 w 289"/>
              <a:gd name="T31" fmla="*/ 16 h 353"/>
              <a:gd name="T32" fmla="*/ 192 w 289"/>
              <a:gd name="T33" fmla="*/ 96 h 353"/>
              <a:gd name="T34" fmla="*/ 170 w 289"/>
              <a:gd name="T35" fmla="*/ 249 h 353"/>
              <a:gd name="T36" fmla="*/ 214 w 289"/>
              <a:gd name="T37" fmla="*/ 254 h 353"/>
              <a:gd name="T38" fmla="*/ 192 w 289"/>
              <a:gd name="T39" fmla="*/ 220 h 353"/>
              <a:gd name="T40" fmla="*/ 201 w 289"/>
              <a:gd name="T41" fmla="*/ 231 h 353"/>
              <a:gd name="T42" fmla="*/ 195 w 289"/>
              <a:gd name="T43" fmla="*/ 246 h 353"/>
              <a:gd name="T44" fmla="*/ 196 w 289"/>
              <a:gd name="T45" fmla="*/ 204 h 353"/>
              <a:gd name="T46" fmla="*/ 212 w 289"/>
              <a:gd name="T47" fmla="*/ 195 h 353"/>
              <a:gd name="T48" fmla="*/ 162 w 289"/>
              <a:gd name="T49" fmla="*/ 226 h 353"/>
              <a:gd name="T50" fmla="*/ 117 w 289"/>
              <a:gd name="T51" fmla="*/ 194 h 353"/>
              <a:gd name="T52" fmla="*/ 130 w 289"/>
              <a:gd name="T53" fmla="*/ 257 h 353"/>
              <a:gd name="T54" fmla="*/ 134 w 289"/>
              <a:gd name="T55" fmla="*/ 234 h 353"/>
              <a:gd name="T56" fmla="*/ 159 w 289"/>
              <a:gd name="T57" fmla="*/ 212 h 353"/>
              <a:gd name="T58" fmla="*/ 135 w 289"/>
              <a:gd name="T59" fmla="*/ 192 h 353"/>
              <a:gd name="T60" fmla="*/ 130 w 289"/>
              <a:gd name="T61" fmla="*/ 223 h 353"/>
              <a:gd name="T62" fmla="*/ 135 w 289"/>
              <a:gd name="T63" fmla="*/ 203 h 353"/>
              <a:gd name="T64" fmla="*/ 134 w 289"/>
              <a:gd name="T65" fmla="*/ 223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289" h="353">
                <a:moveTo>
                  <a:pt x="88" y="233"/>
                </a:moveTo>
                <a:cubicBezTo>
                  <a:pt x="88" y="243"/>
                  <a:pt x="85" y="246"/>
                  <a:pt x="79" y="246"/>
                </a:cubicBezTo>
                <a:cubicBezTo>
                  <a:pt x="76" y="246"/>
                  <a:pt x="74" y="245"/>
                  <a:pt x="72" y="245"/>
                </a:cubicBezTo>
                <a:cubicBezTo>
                  <a:pt x="70" y="256"/>
                  <a:pt x="70" y="256"/>
                  <a:pt x="70" y="256"/>
                </a:cubicBezTo>
                <a:cubicBezTo>
                  <a:pt x="73" y="257"/>
                  <a:pt x="77" y="258"/>
                  <a:pt x="80" y="258"/>
                </a:cubicBezTo>
                <a:cubicBezTo>
                  <a:pt x="93" y="258"/>
                  <a:pt x="101" y="251"/>
                  <a:pt x="101" y="233"/>
                </a:cubicBezTo>
                <a:cubicBezTo>
                  <a:pt x="101" y="193"/>
                  <a:pt x="101" y="193"/>
                  <a:pt x="101" y="193"/>
                </a:cubicBezTo>
                <a:cubicBezTo>
                  <a:pt x="88" y="193"/>
                  <a:pt x="88" y="193"/>
                  <a:pt x="88" y="193"/>
                </a:cubicBezTo>
                <a:lnTo>
                  <a:pt x="88" y="233"/>
                </a:lnTo>
                <a:close/>
                <a:moveTo>
                  <a:pt x="208" y="0"/>
                </a:move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4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4" y="353"/>
                  <a:pt x="32" y="353"/>
                </a:cubicBezTo>
                <a:cubicBezTo>
                  <a:pt x="257" y="353"/>
                  <a:pt x="257" y="353"/>
                  <a:pt x="257" y="353"/>
                </a:cubicBezTo>
                <a:cubicBezTo>
                  <a:pt x="274" y="353"/>
                  <a:pt x="289" y="339"/>
                  <a:pt x="289" y="321"/>
                </a:cubicBezTo>
                <a:cubicBezTo>
                  <a:pt x="289" y="88"/>
                  <a:pt x="289" y="88"/>
                  <a:pt x="289" y="88"/>
                </a:cubicBezTo>
                <a:lnTo>
                  <a:pt x="208" y="0"/>
                </a:lnTo>
                <a:close/>
                <a:moveTo>
                  <a:pt x="273" y="321"/>
                </a:moveTo>
                <a:cubicBezTo>
                  <a:pt x="273" y="330"/>
                  <a:pt x="265" y="337"/>
                  <a:pt x="257" y="337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23" y="337"/>
                  <a:pt x="16" y="330"/>
                  <a:pt x="16" y="32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3"/>
                  <a:pt x="23" y="16"/>
                  <a:pt x="32" y="16"/>
                </a:cubicBezTo>
                <a:cubicBezTo>
                  <a:pt x="176" y="16"/>
                  <a:pt x="176" y="16"/>
                  <a:pt x="176" y="16"/>
                </a:cubicBezTo>
                <a:cubicBezTo>
                  <a:pt x="176" y="96"/>
                  <a:pt x="176" y="96"/>
                  <a:pt x="176" y="96"/>
                </a:cubicBezTo>
                <a:cubicBezTo>
                  <a:pt x="176" y="105"/>
                  <a:pt x="183" y="112"/>
                  <a:pt x="192" y="112"/>
                </a:cubicBezTo>
                <a:cubicBezTo>
                  <a:pt x="273" y="112"/>
                  <a:pt x="273" y="112"/>
                  <a:pt x="273" y="112"/>
                </a:cubicBezTo>
                <a:lnTo>
                  <a:pt x="273" y="321"/>
                </a:lnTo>
                <a:close/>
                <a:moveTo>
                  <a:pt x="192" y="96"/>
                </a:moveTo>
                <a:cubicBezTo>
                  <a:pt x="192" y="16"/>
                  <a:pt x="192" y="16"/>
                  <a:pt x="192" y="16"/>
                </a:cubicBezTo>
                <a:cubicBezTo>
                  <a:pt x="200" y="16"/>
                  <a:pt x="200" y="16"/>
                  <a:pt x="200" y="16"/>
                </a:cubicBezTo>
                <a:cubicBezTo>
                  <a:pt x="273" y="96"/>
                  <a:pt x="273" y="96"/>
                  <a:pt x="273" y="96"/>
                </a:cubicBezTo>
                <a:lnTo>
                  <a:pt x="192" y="96"/>
                </a:lnTo>
                <a:close/>
                <a:moveTo>
                  <a:pt x="162" y="226"/>
                </a:moveTo>
                <a:cubicBezTo>
                  <a:pt x="162" y="235"/>
                  <a:pt x="165" y="243"/>
                  <a:pt x="170" y="249"/>
                </a:cubicBezTo>
                <a:cubicBezTo>
                  <a:pt x="176" y="254"/>
                  <a:pt x="184" y="257"/>
                  <a:pt x="195" y="257"/>
                </a:cubicBezTo>
                <a:cubicBezTo>
                  <a:pt x="202" y="257"/>
                  <a:pt x="210" y="255"/>
                  <a:pt x="214" y="254"/>
                </a:cubicBezTo>
                <a:cubicBezTo>
                  <a:pt x="214" y="220"/>
                  <a:pt x="214" y="220"/>
                  <a:pt x="214" y="220"/>
                </a:cubicBezTo>
                <a:cubicBezTo>
                  <a:pt x="192" y="220"/>
                  <a:pt x="192" y="220"/>
                  <a:pt x="192" y="220"/>
                </a:cubicBezTo>
                <a:cubicBezTo>
                  <a:pt x="192" y="231"/>
                  <a:pt x="192" y="231"/>
                  <a:pt x="192" y="231"/>
                </a:cubicBezTo>
                <a:cubicBezTo>
                  <a:pt x="201" y="231"/>
                  <a:pt x="201" y="231"/>
                  <a:pt x="201" y="231"/>
                </a:cubicBezTo>
                <a:cubicBezTo>
                  <a:pt x="201" y="245"/>
                  <a:pt x="201" y="245"/>
                  <a:pt x="201" y="245"/>
                </a:cubicBezTo>
                <a:cubicBezTo>
                  <a:pt x="200" y="245"/>
                  <a:pt x="198" y="246"/>
                  <a:pt x="195" y="246"/>
                </a:cubicBezTo>
                <a:cubicBezTo>
                  <a:pt x="184" y="246"/>
                  <a:pt x="176" y="238"/>
                  <a:pt x="176" y="225"/>
                </a:cubicBezTo>
                <a:cubicBezTo>
                  <a:pt x="176" y="211"/>
                  <a:pt x="185" y="204"/>
                  <a:pt x="196" y="204"/>
                </a:cubicBezTo>
                <a:cubicBezTo>
                  <a:pt x="202" y="204"/>
                  <a:pt x="206" y="205"/>
                  <a:pt x="210" y="207"/>
                </a:cubicBezTo>
                <a:cubicBezTo>
                  <a:pt x="212" y="195"/>
                  <a:pt x="212" y="195"/>
                  <a:pt x="212" y="195"/>
                </a:cubicBezTo>
                <a:cubicBezTo>
                  <a:pt x="210" y="194"/>
                  <a:pt x="204" y="192"/>
                  <a:pt x="196" y="192"/>
                </a:cubicBezTo>
                <a:cubicBezTo>
                  <a:pt x="176" y="192"/>
                  <a:pt x="162" y="204"/>
                  <a:pt x="162" y="226"/>
                </a:cubicBezTo>
                <a:moveTo>
                  <a:pt x="135" y="192"/>
                </a:moveTo>
                <a:cubicBezTo>
                  <a:pt x="127" y="192"/>
                  <a:pt x="121" y="193"/>
                  <a:pt x="117" y="194"/>
                </a:cubicBezTo>
                <a:cubicBezTo>
                  <a:pt x="117" y="257"/>
                  <a:pt x="117" y="257"/>
                  <a:pt x="117" y="257"/>
                </a:cubicBezTo>
                <a:cubicBezTo>
                  <a:pt x="130" y="257"/>
                  <a:pt x="130" y="257"/>
                  <a:pt x="130" y="257"/>
                </a:cubicBezTo>
                <a:cubicBezTo>
                  <a:pt x="130" y="234"/>
                  <a:pt x="130" y="234"/>
                  <a:pt x="130" y="234"/>
                </a:cubicBezTo>
                <a:cubicBezTo>
                  <a:pt x="131" y="234"/>
                  <a:pt x="133" y="234"/>
                  <a:pt x="134" y="234"/>
                </a:cubicBezTo>
                <a:cubicBezTo>
                  <a:pt x="142" y="234"/>
                  <a:pt x="149" y="232"/>
                  <a:pt x="154" y="227"/>
                </a:cubicBezTo>
                <a:cubicBezTo>
                  <a:pt x="157" y="224"/>
                  <a:pt x="159" y="219"/>
                  <a:pt x="159" y="212"/>
                </a:cubicBezTo>
                <a:cubicBezTo>
                  <a:pt x="159" y="206"/>
                  <a:pt x="157" y="201"/>
                  <a:pt x="153" y="198"/>
                </a:cubicBezTo>
                <a:cubicBezTo>
                  <a:pt x="149" y="194"/>
                  <a:pt x="143" y="192"/>
                  <a:pt x="135" y="192"/>
                </a:cubicBezTo>
                <a:moveTo>
                  <a:pt x="134" y="223"/>
                </a:moveTo>
                <a:cubicBezTo>
                  <a:pt x="132" y="223"/>
                  <a:pt x="131" y="223"/>
                  <a:pt x="130" y="223"/>
                </a:cubicBezTo>
                <a:cubicBezTo>
                  <a:pt x="130" y="204"/>
                  <a:pt x="130" y="204"/>
                  <a:pt x="130" y="204"/>
                </a:cubicBezTo>
                <a:cubicBezTo>
                  <a:pt x="131" y="204"/>
                  <a:pt x="133" y="203"/>
                  <a:pt x="135" y="203"/>
                </a:cubicBezTo>
                <a:cubicBezTo>
                  <a:pt x="142" y="203"/>
                  <a:pt x="146" y="207"/>
                  <a:pt x="146" y="213"/>
                </a:cubicBezTo>
                <a:cubicBezTo>
                  <a:pt x="146" y="219"/>
                  <a:pt x="142" y="223"/>
                  <a:pt x="134" y="223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4" name="Freeform 34"/>
          <p:cNvSpPr>
            <a:spLocks noEditPoints="1"/>
          </p:cNvSpPr>
          <p:nvPr/>
        </p:nvSpPr>
        <p:spPr bwMode="auto">
          <a:xfrm>
            <a:off x="10795000" y="3141134"/>
            <a:ext cx="467784" cy="573617"/>
          </a:xfrm>
          <a:custGeom>
            <a:avLst/>
            <a:gdLst>
              <a:gd name="T0" fmla="*/ 151 w 289"/>
              <a:gd name="T1" fmla="*/ 238 h 353"/>
              <a:gd name="T2" fmla="*/ 141 w 289"/>
              <a:gd name="T3" fmla="*/ 216 h 353"/>
              <a:gd name="T4" fmla="*/ 113 w 289"/>
              <a:gd name="T5" fmla="*/ 193 h 353"/>
              <a:gd name="T6" fmla="*/ 125 w 289"/>
              <a:gd name="T7" fmla="*/ 257 h 353"/>
              <a:gd name="T8" fmla="*/ 125 w 289"/>
              <a:gd name="T9" fmla="*/ 210 h 353"/>
              <a:gd name="T10" fmla="*/ 135 w 289"/>
              <a:gd name="T11" fmla="*/ 232 h 353"/>
              <a:gd name="T12" fmla="*/ 162 w 289"/>
              <a:gd name="T13" fmla="*/ 257 h 353"/>
              <a:gd name="T14" fmla="*/ 150 w 289"/>
              <a:gd name="T15" fmla="*/ 193 h 353"/>
              <a:gd name="T16" fmla="*/ 83 w 289"/>
              <a:gd name="T17" fmla="*/ 192 h 353"/>
              <a:gd name="T18" fmla="*/ 65 w 289"/>
              <a:gd name="T19" fmla="*/ 257 h 353"/>
              <a:gd name="T20" fmla="*/ 78 w 289"/>
              <a:gd name="T21" fmla="*/ 234 h 353"/>
              <a:gd name="T22" fmla="*/ 102 w 289"/>
              <a:gd name="T23" fmla="*/ 227 h 353"/>
              <a:gd name="T24" fmla="*/ 101 w 289"/>
              <a:gd name="T25" fmla="*/ 198 h 353"/>
              <a:gd name="T26" fmla="*/ 83 w 289"/>
              <a:gd name="T27" fmla="*/ 223 h 353"/>
              <a:gd name="T28" fmla="*/ 78 w 289"/>
              <a:gd name="T29" fmla="*/ 204 h 353"/>
              <a:gd name="T30" fmla="*/ 94 w 289"/>
              <a:gd name="T31" fmla="*/ 213 h 353"/>
              <a:gd name="T32" fmla="*/ 174 w 289"/>
              <a:gd name="T33" fmla="*/ 226 h 353"/>
              <a:gd name="T34" fmla="*/ 207 w 289"/>
              <a:gd name="T35" fmla="*/ 257 h 353"/>
              <a:gd name="T36" fmla="*/ 227 w 289"/>
              <a:gd name="T37" fmla="*/ 220 h 353"/>
              <a:gd name="T38" fmla="*/ 205 w 289"/>
              <a:gd name="T39" fmla="*/ 231 h 353"/>
              <a:gd name="T40" fmla="*/ 214 w 289"/>
              <a:gd name="T41" fmla="*/ 245 h 353"/>
              <a:gd name="T42" fmla="*/ 188 w 289"/>
              <a:gd name="T43" fmla="*/ 225 h 353"/>
              <a:gd name="T44" fmla="*/ 222 w 289"/>
              <a:gd name="T45" fmla="*/ 207 h 353"/>
              <a:gd name="T46" fmla="*/ 208 w 289"/>
              <a:gd name="T47" fmla="*/ 192 h 353"/>
              <a:gd name="T48" fmla="*/ 209 w 289"/>
              <a:gd name="T49" fmla="*/ 0 h 353"/>
              <a:gd name="T50" fmla="*/ 0 w 289"/>
              <a:gd name="T51" fmla="*/ 32 h 353"/>
              <a:gd name="T52" fmla="*/ 32 w 289"/>
              <a:gd name="T53" fmla="*/ 353 h 353"/>
              <a:gd name="T54" fmla="*/ 289 w 289"/>
              <a:gd name="T55" fmla="*/ 321 h 353"/>
              <a:gd name="T56" fmla="*/ 209 w 289"/>
              <a:gd name="T57" fmla="*/ 0 h 353"/>
              <a:gd name="T58" fmla="*/ 257 w 289"/>
              <a:gd name="T59" fmla="*/ 337 h 353"/>
              <a:gd name="T60" fmla="*/ 16 w 289"/>
              <a:gd name="T61" fmla="*/ 321 h 353"/>
              <a:gd name="T62" fmla="*/ 32 w 289"/>
              <a:gd name="T63" fmla="*/ 16 h 353"/>
              <a:gd name="T64" fmla="*/ 177 w 289"/>
              <a:gd name="T65" fmla="*/ 96 h 353"/>
              <a:gd name="T66" fmla="*/ 273 w 289"/>
              <a:gd name="T67" fmla="*/ 112 h 353"/>
              <a:gd name="T68" fmla="*/ 193 w 289"/>
              <a:gd name="T69" fmla="*/ 96 h 353"/>
              <a:gd name="T70" fmla="*/ 201 w 289"/>
              <a:gd name="T71" fmla="*/ 16 h 353"/>
              <a:gd name="T72" fmla="*/ 193 w 289"/>
              <a:gd name="T73" fmla="*/ 96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289" h="353">
                <a:moveTo>
                  <a:pt x="150" y="212"/>
                </a:moveTo>
                <a:cubicBezTo>
                  <a:pt x="150" y="221"/>
                  <a:pt x="150" y="230"/>
                  <a:pt x="151" y="238"/>
                </a:cubicBezTo>
                <a:cubicBezTo>
                  <a:pt x="151" y="238"/>
                  <a:pt x="151" y="238"/>
                  <a:pt x="151" y="238"/>
                </a:cubicBezTo>
                <a:cubicBezTo>
                  <a:pt x="148" y="231"/>
                  <a:pt x="144" y="223"/>
                  <a:pt x="141" y="216"/>
                </a:cubicBezTo>
                <a:cubicBezTo>
                  <a:pt x="129" y="193"/>
                  <a:pt x="129" y="193"/>
                  <a:pt x="129" y="193"/>
                </a:cubicBezTo>
                <a:cubicBezTo>
                  <a:pt x="113" y="193"/>
                  <a:pt x="113" y="193"/>
                  <a:pt x="113" y="193"/>
                </a:cubicBezTo>
                <a:cubicBezTo>
                  <a:pt x="113" y="257"/>
                  <a:pt x="113" y="257"/>
                  <a:pt x="113" y="257"/>
                </a:cubicBezTo>
                <a:cubicBezTo>
                  <a:pt x="125" y="257"/>
                  <a:pt x="125" y="257"/>
                  <a:pt x="125" y="257"/>
                </a:cubicBezTo>
                <a:cubicBezTo>
                  <a:pt x="125" y="237"/>
                  <a:pt x="125" y="237"/>
                  <a:pt x="125" y="237"/>
                </a:cubicBezTo>
                <a:cubicBezTo>
                  <a:pt x="125" y="227"/>
                  <a:pt x="125" y="218"/>
                  <a:pt x="125" y="210"/>
                </a:cubicBezTo>
                <a:cubicBezTo>
                  <a:pt x="125" y="210"/>
                  <a:pt x="125" y="210"/>
                  <a:pt x="125" y="210"/>
                </a:cubicBezTo>
                <a:cubicBezTo>
                  <a:pt x="128" y="217"/>
                  <a:pt x="132" y="225"/>
                  <a:pt x="135" y="232"/>
                </a:cubicBezTo>
                <a:cubicBezTo>
                  <a:pt x="148" y="257"/>
                  <a:pt x="148" y="257"/>
                  <a:pt x="148" y="257"/>
                </a:cubicBezTo>
                <a:cubicBezTo>
                  <a:pt x="162" y="257"/>
                  <a:pt x="162" y="257"/>
                  <a:pt x="162" y="257"/>
                </a:cubicBezTo>
                <a:cubicBezTo>
                  <a:pt x="162" y="193"/>
                  <a:pt x="162" y="193"/>
                  <a:pt x="162" y="193"/>
                </a:cubicBezTo>
                <a:cubicBezTo>
                  <a:pt x="150" y="193"/>
                  <a:pt x="150" y="193"/>
                  <a:pt x="150" y="193"/>
                </a:cubicBezTo>
                <a:lnTo>
                  <a:pt x="150" y="212"/>
                </a:lnTo>
                <a:close/>
                <a:moveTo>
                  <a:pt x="83" y="192"/>
                </a:moveTo>
                <a:cubicBezTo>
                  <a:pt x="75" y="192"/>
                  <a:pt x="69" y="193"/>
                  <a:pt x="65" y="194"/>
                </a:cubicBezTo>
                <a:cubicBezTo>
                  <a:pt x="65" y="257"/>
                  <a:pt x="65" y="257"/>
                  <a:pt x="65" y="257"/>
                </a:cubicBezTo>
                <a:cubicBezTo>
                  <a:pt x="78" y="257"/>
                  <a:pt x="78" y="257"/>
                  <a:pt x="78" y="257"/>
                </a:cubicBezTo>
                <a:cubicBezTo>
                  <a:pt x="78" y="234"/>
                  <a:pt x="78" y="234"/>
                  <a:pt x="78" y="234"/>
                </a:cubicBezTo>
                <a:cubicBezTo>
                  <a:pt x="79" y="234"/>
                  <a:pt x="81" y="234"/>
                  <a:pt x="83" y="234"/>
                </a:cubicBezTo>
                <a:cubicBezTo>
                  <a:pt x="91" y="234"/>
                  <a:pt x="97" y="232"/>
                  <a:pt x="102" y="227"/>
                </a:cubicBezTo>
                <a:cubicBezTo>
                  <a:pt x="106" y="224"/>
                  <a:pt x="107" y="219"/>
                  <a:pt x="107" y="212"/>
                </a:cubicBezTo>
                <a:cubicBezTo>
                  <a:pt x="107" y="206"/>
                  <a:pt x="105" y="201"/>
                  <a:pt x="101" y="198"/>
                </a:cubicBezTo>
                <a:cubicBezTo>
                  <a:pt x="97" y="194"/>
                  <a:pt x="91" y="192"/>
                  <a:pt x="83" y="192"/>
                </a:cubicBezTo>
                <a:moveTo>
                  <a:pt x="83" y="223"/>
                </a:moveTo>
                <a:cubicBezTo>
                  <a:pt x="81" y="223"/>
                  <a:pt x="79" y="223"/>
                  <a:pt x="78" y="223"/>
                </a:cubicBezTo>
                <a:cubicBezTo>
                  <a:pt x="78" y="204"/>
                  <a:pt x="78" y="204"/>
                  <a:pt x="78" y="204"/>
                </a:cubicBezTo>
                <a:cubicBezTo>
                  <a:pt x="79" y="204"/>
                  <a:pt x="81" y="203"/>
                  <a:pt x="84" y="203"/>
                </a:cubicBezTo>
                <a:cubicBezTo>
                  <a:pt x="90" y="203"/>
                  <a:pt x="94" y="207"/>
                  <a:pt x="94" y="213"/>
                </a:cubicBezTo>
                <a:cubicBezTo>
                  <a:pt x="94" y="219"/>
                  <a:pt x="90" y="223"/>
                  <a:pt x="83" y="223"/>
                </a:cubicBezTo>
                <a:moveTo>
                  <a:pt x="174" y="226"/>
                </a:moveTo>
                <a:cubicBezTo>
                  <a:pt x="174" y="235"/>
                  <a:pt x="177" y="243"/>
                  <a:pt x="183" y="249"/>
                </a:cubicBezTo>
                <a:cubicBezTo>
                  <a:pt x="188" y="254"/>
                  <a:pt x="196" y="257"/>
                  <a:pt x="207" y="257"/>
                </a:cubicBezTo>
                <a:cubicBezTo>
                  <a:pt x="215" y="257"/>
                  <a:pt x="223" y="255"/>
                  <a:pt x="227" y="254"/>
                </a:cubicBezTo>
                <a:cubicBezTo>
                  <a:pt x="227" y="220"/>
                  <a:pt x="227" y="220"/>
                  <a:pt x="227" y="220"/>
                </a:cubicBezTo>
                <a:cubicBezTo>
                  <a:pt x="205" y="220"/>
                  <a:pt x="205" y="220"/>
                  <a:pt x="205" y="220"/>
                </a:cubicBezTo>
                <a:cubicBezTo>
                  <a:pt x="205" y="231"/>
                  <a:pt x="205" y="231"/>
                  <a:pt x="205" y="231"/>
                </a:cubicBezTo>
                <a:cubicBezTo>
                  <a:pt x="214" y="231"/>
                  <a:pt x="214" y="231"/>
                  <a:pt x="214" y="231"/>
                </a:cubicBezTo>
                <a:cubicBezTo>
                  <a:pt x="214" y="245"/>
                  <a:pt x="214" y="245"/>
                  <a:pt x="214" y="245"/>
                </a:cubicBezTo>
                <a:cubicBezTo>
                  <a:pt x="213" y="245"/>
                  <a:pt x="210" y="246"/>
                  <a:pt x="207" y="246"/>
                </a:cubicBezTo>
                <a:cubicBezTo>
                  <a:pt x="196" y="246"/>
                  <a:pt x="188" y="238"/>
                  <a:pt x="188" y="225"/>
                </a:cubicBezTo>
                <a:cubicBezTo>
                  <a:pt x="188" y="211"/>
                  <a:pt x="197" y="204"/>
                  <a:pt x="208" y="204"/>
                </a:cubicBezTo>
                <a:cubicBezTo>
                  <a:pt x="215" y="204"/>
                  <a:pt x="219" y="205"/>
                  <a:pt x="222" y="207"/>
                </a:cubicBezTo>
                <a:cubicBezTo>
                  <a:pt x="225" y="195"/>
                  <a:pt x="225" y="195"/>
                  <a:pt x="225" y="195"/>
                </a:cubicBezTo>
                <a:cubicBezTo>
                  <a:pt x="222" y="194"/>
                  <a:pt x="216" y="192"/>
                  <a:pt x="208" y="192"/>
                </a:cubicBezTo>
                <a:cubicBezTo>
                  <a:pt x="189" y="192"/>
                  <a:pt x="174" y="204"/>
                  <a:pt x="174" y="226"/>
                </a:cubicBezTo>
                <a:moveTo>
                  <a:pt x="209" y="0"/>
                </a:move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4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4" y="353"/>
                  <a:pt x="32" y="353"/>
                </a:cubicBezTo>
                <a:cubicBezTo>
                  <a:pt x="257" y="353"/>
                  <a:pt x="257" y="353"/>
                  <a:pt x="257" y="353"/>
                </a:cubicBezTo>
                <a:cubicBezTo>
                  <a:pt x="275" y="353"/>
                  <a:pt x="289" y="339"/>
                  <a:pt x="289" y="321"/>
                </a:cubicBezTo>
                <a:cubicBezTo>
                  <a:pt x="289" y="88"/>
                  <a:pt x="289" y="88"/>
                  <a:pt x="289" y="88"/>
                </a:cubicBezTo>
                <a:lnTo>
                  <a:pt x="209" y="0"/>
                </a:lnTo>
                <a:close/>
                <a:moveTo>
                  <a:pt x="273" y="321"/>
                </a:moveTo>
                <a:cubicBezTo>
                  <a:pt x="273" y="330"/>
                  <a:pt x="266" y="337"/>
                  <a:pt x="257" y="337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23" y="337"/>
                  <a:pt x="16" y="330"/>
                  <a:pt x="16" y="32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3"/>
                  <a:pt x="23" y="16"/>
                  <a:pt x="32" y="16"/>
                </a:cubicBezTo>
                <a:cubicBezTo>
                  <a:pt x="177" y="16"/>
                  <a:pt x="177" y="16"/>
                  <a:pt x="177" y="16"/>
                </a:cubicBezTo>
                <a:cubicBezTo>
                  <a:pt x="177" y="96"/>
                  <a:pt x="177" y="96"/>
                  <a:pt x="177" y="96"/>
                </a:cubicBezTo>
                <a:cubicBezTo>
                  <a:pt x="177" y="105"/>
                  <a:pt x="184" y="112"/>
                  <a:pt x="193" y="112"/>
                </a:cubicBezTo>
                <a:cubicBezTo>
                  <a:pt x="273" y="112"/>
                  <a:pt x="273" y="112"/>
                  <a:pt x="273" y="112"/>
                </a:cubicBezTo>
                <a:lnTo>
                  <a:pt x="273" y="321"/>
                </a:lnTo>
                <a:close/>
                <a:moveTo>
                  <a:pt x="193" y="96"/>
                </a:moveTo>
                <a:cubicBezTo>
                  <a:pt x="193" y="16"/>
                  <a:pt x="193" y="16"/>
                  <a:pt x="193" y="16"/>
                </a:cubicBezTo>
                <a:cubicBezTo>
                  <a:pt x="201" y="16"/>
                  <a:pt x="201" y="16"/>
                  <a:pt x="201" y="16"/>
                </a:cubicBezTo>
                <a:cubicBezTo>
                  <a:pt x="273" y="96"/>
                  <a:pt x="273" y="96"/>
                  <a:pt x="273" y="96"/>
                </a:cubicBezTo>
                <a:lnTo>
                  <a:pt x="193" y="96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5" name="Freeform 35"/>
          <p:cNvSpPr>
            <a:spLocks noEditPoints="1"/>
          </p:cNvSpPr>
          <p:nvPr/>
        </p:nvSpPr>
        <p:spPr bwMode="auto">
          <a:xfrm>
            <a:off x="956733" y="4235451"/>
            <a:ext cx="416984" cy="575733"/>
          </a:xfrm>
          <a:custGeom>
            <a:avLst/>
            <a:gdLst>
              <a:gd name="T0" fmla="*/ 129 w 257"/>
              <a:gd name="T1" fmla="*/ 0 h 353"/>
              <a:gd name="T2" fmla="*/ 0 w 257"/>
              <a:gd name="T3" fmla="*/ 128 h 353"/>
              <a:gd name="T4" fmla="*/ 129 w 257"/>
              <a:gd name="T5" fmla="*/ 353 h 353"/>
              <a:gd name="T6" fmla="*/ 257 w 257"/>
              <a:gd name="T7" fmla="*/ 128 h 353"/>
              <a:gd name="T8" fmla="*/ 129 w 257"/>
              <a:gd name="T9" fmla="*/ 0 h 353"/>
              <a:gd name="T10" fmla="*/ 129 w 257"/>
              <a:gd name="T11" fmla="*/ 329 h 353"/>
              <a:gd name="T12" fmla="*/ 16 w 257"/>
              <a:gd name="T13" fmla="*/ 128 h 353"/>
              <a:gd name="T14" fmla="*/ 129 w 257"/>
              <a:gd name="T15" fmla="*/ 16 h 353"/>
              <a:gd name="T16" fmla="*/ 241 w 257"/>
              <a:gd name="T17" fmla="*/ 128 h 353"/>
              <a:gd name="T18" fmla="*/ 129 w 257"/>
              <a:gd name="T19" fmla="*/ 329 h 353"/>
              <a:gd name="T20" fmla="*/ 129 w 257"/>
              <a:gd name="T21" fmla="*/ 64 h 353"/>
              <a:gd name="T22" fmla="*/ 64 w 257"/>
              <a:gd name="T23" fmla="*/ 128 h 353"/>
              <a:gd name="T24" fmla="*/ 129 w 257"/>
              <a:gd name="T25" fmla="*/ 193 h 353"/>
              <a:gd name="T26" fmla="*/ 193 w 257"/>
              <a:gd name="T27" fmla="*/ 128 h 353"/>
              <a:gd name="T28" fmla="*/ 129 w 257"/>
              <a:gd name="T29" fmla="*/ 64 h 353"/>
              <a:gd name="T30" fmla="*/ 129 w 257"/>
              <a:gd name="T31" fmla="*/ 177 h 353"/>
              <a:gd name="T32" fmla="*/ 80 w 257"/>
              <a:gd name="T33" fmla="*/ 128 h 353"/>
              <a:gd name="T34" fmla="*/ 129 w 257"/>
              <a:gd name="T35" fmla="*/ 80 h 353"/>
              <a:gd name="T36" fmla="*/ 177 w 257"/>
              <a:gd name="T37" fmla="*/ 128 h 353"/>
              <a:gd name="T38" fmla="*/ 129 w 257"/>
              <a:gd name="T39" fmla="*/ 177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257" h="353">
                <a:moveTo>
                  <a:pt x="129" y="0"/>
                </a:moveTo>
                <a:cubicBezTo>
                  <a:pt x="58" y="0"/>
                  <a:pt x="0" y="57"/>
                  <a:pt x="0" y="128"/>
                </a:cubicBezTo>
                <a:cubicBezTo>
                  <a:pt x="0" y="233"/>
                  <a:pt x="129" y="353"/>
                  <a:pt x="129" y="353"/>
                </a:cubicBezTo>
                <a:cubicBezTo>
                  <a:pt x="129" y="353"/>
                  <a:pt x="257" y="233"/>
                  <a:pt x="257" y="128"/>
                </a:cubicBezTo>
                <a:cubicBezTo>
                  <a:pt x="257" y="57"/>
                  <a:pt x="199" y="0"/>
                  <a:pt x="129" y="0"/>
                </a:cubicBezTo>
                <a:moveTo>
                  <a:pt x="129" y="329"/>
                </a:moveTo>
                <a:cubicBezTo>
                  <a:pt x="129" y="329"/>
                  <a:pt x="16" y="225"/>
                  <a:pt x="16" y="128"/>
                </a:cubicBezTo>
                <a:cubicBezTo>
                  <a:pt x="16" y="66"/>
                  <a:pt x="66" y="16"/>
                  <a:pt x="129" y="16"/>
                </a:cubicBezTo>
                <a:cubicBezTo>
                  <a:pt x="191" y="16"/>
                  <a:pt x="241" y="66"/>
                  <a:pt x="241" y="128"/>
                </a:cubicBezTo>
                <a:cubicBezTo>
                  <a:pt x="241" y="225"/>
                  <a:pt x="129" y="329"/>
                  <a:pt x="129" y="329"/>
                </a:cubicBezTo>
                <a:moveTo>
                  <a:pt x="129" y="64"/>
                </a:moveTo>
                <a:cubicBezTo>
                  <a:pt x="93" y="64"/>
                  <a:pt x="64" y="93"/>
                  <a:pt x="64" y="128"/>
                </a:cubicBezTo>
                <a:cubicBezTo>
                  <a:pt x="64" y="164"/>
                  <a:pt x="93" y="193"/>
                  <a:pt x="129" y="193"/>
                </a:cubicBezTo>
                <a:cubicBezTo>
                  <a:pt x="164" y="193"/>
                  <a:pt x="193" y="164"/>
                  <a:pt x="193" y="128"/>
                </a:cubicBezTo>
                <a:cubicBezTo>
                  <a:pt x="193" y="93"/>
                  <a:pt x="164" y="64"/>
                  <a:pt x="129" y="64"/>
                </a:cubicBezTo>
                <a:moveTo>
                  <a:pt x="129" y="177"/>
                </a:moveTo>
                <a:cubicBezTo>
                  <a:pt x="102" y="177"/>
                  <a:pt x="80" y="155"/>
                  <a:pt x="80" y="128"/>
                </a:cubicBezTo>
                <a:cubicBezTo>
                  <a:pt x="80" y="102"/>
                  <a:pt x="102" y="80"/>
                  <a:pt x="129" y="80"/>
                </a:cubicBezTo>
                <a:cubicBezTo>
                  <a:pt x="155" y="80"/>
                  <a:pt x="177" y="102"/>
                  <a:pt x="177" y="128"/>
                </a:cubicBezTo>
                <a:cubicBezTo>
                  <a:pt x="177" y="155"/>
                  <a:pt x="155" y="177"/>
                  <a:pt x="129" y="177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6" name="Freeform 36"/>
          <p:cNvSpPr>
            <a:spLocks noEditPoints="1"/>
          </p:cNvSpPr>
          <p:nvPr/>
        </p:nvSpPr>
        <p:spPr bwMode="auto">
          <a:xfrm>
            <a:off x="1972734" y="4235451"/>
            <a:ext cx="575733" cy="575733"/>
          </a:xfrm>
          <a:custGeom>
            <a:avLst/>
            <a:gdLst>
              <a:gd name="T0" fmla="*/ 48 w 354"/>
              <a:gd name="T1" fmla="*/ 104 h 353"/>
              <a:gd name="T2" fmla="*/ 161 w 354"/>
              <a:gd name="T3" fmla="*/ 104 h 353"/>
              <a:gd name="T4" fmla="*/ 105 w 354"/>
              <a:gd name="T5" fmla="*/ 144 h 353"/>
              <a:gd name="T6" fmla="*/ 105 w 354"/>
              <a:gd name="T7" fmla="*/ 64 h 353"/>
              <a:gd name="T8" fmla="*/ 105 w 354"/>
              <a:gd name="T9" fmla="*/ 144 h 353"/>
              <a:gd name="T10" fmla="*/ 263 w 354"/>
              <a:gd name="T11" fmla="*/ 178 h 353"/>
              <a:gd name="T12" fmla="*/ 279 w 354"/>
              <a:gd name="T13" fmla="*/ 161 h 353"/>
              <a:gd name="T14" fmla="*/ 266 w 354"/>
              <a:gd name="T15" fmla="*/ 151 h 353"/>
              <a:gd name="T16" fmla="*/ 259 w 354"/>
              <a:gd name="T17" fmla="*/ 176 h 353"/>
              <a:gd name="T18" fmla="*/ 104 w 354"/>
              <a:gd name="T19" fmla="*/ 289 h 353"/>
              <a:gd name="T20" fmla="*/ 99 w 354"/>
              <a:gd name="T21" fmla="*/ 308 h 353"/>
              <a:gd name="T22" fmla="*/ 109 w 354"/>
              <a:gd name="T23" fmla="*/ 313 h 353"/>
              <a:gd name="T24" fmla="*/ 112 w 354"/>
              <a:gd name="T25" fmla="*/ 297 h 353"/>
              <a:gd name="T26" fmla="*/ 177 w 354"/>
              <a:gd name="T27" fmla="*/ 336 h 353"/>
              <a:gd name="T28" fmla="*/ 175 w 354"/>
              <a:gd name="T29" fmla="*/ 351 h 353"/>
              <a:gd name="T30" fmla="*/ 192 w 354"/>
              <a:gd name="T31" fmla="*/ 353 h 353"/>
              <a:gd name="T32" fmla="*/ 193 w 354"/>
              <a:gd name="T33" fmla="*/ 337 h 353"/>
              <a:gd name="T34" fmla="*/ 132 w 354"/>
              <a:gd name="T35" fmla="*/ 322 h 353"/>
              <a:gd name="T36" fmla="*/ 124 w 354"/>
              <a:gd name="T37" fmla="*/ 336 h 353"/>
              <a:gd name="T38" fmla="*/ 143 w 354"/>
              <a:gd name="T39" fmla="*/ 344 h 353"/>
              <a:gd name="T40" fmla="*/ 146 w 354"/>
              <a:gd name="T41" fmla="*/ 329 h 353"/>
              <a:gd name="T42" fmla="*/ 225 w 354"/>
              <a:gd name="T43" fmla="*/ 337 h 353"/>
              <a:gd name="T44" fmla="*/ 226 w 354"/>
              <a:gd name="T45" fmla="*/ 353 h 353"/>
              <a:gd name="T46" fmla="*/ 244 w 354"/>
              <a:gd name="T47" fmla="*/ 351 h 353"/>
              <a:gd name="T48" fmla="*/ 241 w 354"/>
              <a:gd name="T49" fmla="*/ 335 h 353"/>
              <a:gd name="T50" fmla="*/ 291 w 354"/>
              <a:gd name="T51" fmla="*/ 127 h 353"/>
              <a:gd name="T52" fmla="*/ 296 w 354"/>
              <a:gd name="T53" fmla="*/ 141 h 353"/>
              <a:gd name="T54" fmla="*/ 314 w 354"/>
              <a:gd name="T55" fmla="*/ 129 h 353"/>
              <a:gd name="T56" fmla="*/ 305 w 354"/>
              <a:gd name="T57" fmla="*/ 116 h 353"/>
              <a:gd name="T58" fmla="*/ 300 w 354"/>
              <a:gd name="T59" fmla="*/ 285 h 353"/>
              <a:gd name="T60" fmla="*/ 300 w 354"/>
              <a:gd name="T61" fmla="*/ 299 h 353"/>
              <a:gd name="T62" fmla="*/ 308 w 354"/>
              <a:gd name="T63" fmla="*/ 308 h 353"/>
              <a:gd name="T64" fmla="*/ 317 w 354"/>
              <a:gd name="T65" fmla="*/ 293 h 353"/>
              <a:gd name="T66" fmla="*/ 306 w 354"/>
              <a:gd name="T67" fmla="*/ 276 h 353"/>
              <a:gd name="T68" fmla="*/ 341 w 354"/>
              <a:gd name="T69" fmla="*/ 93 h 353"/>
              <a:gd name="T70" fmla="*/ 331 w 354"/>
              <a:gd name="T71" fmla="*/ 108 h 353"/>
              <a:gd name="T72" fmla="*/ 342 w 354"/>
              <a:gd name="T73" fmla="*/ 111 h 353"/>
              <a:gd name="T74" fmla="*/ 352 w 354"/>
              <a:gd name="T75" fmla="*/ 97 h 353"/>
              <a:gd name="T76" fmla="*/ 288 w 354"/>
              <a:gd name="T77" fmla="*/ 236 h 353"/>
              <a:gd name="T78" fmla="*/ 276 w 354"/>
              <a:gd name="T79" fmla="*/ 247 h 353"/>
              <a:gd name="T80" fmla="*/ 293 w 354"/>
              <a:gd name="T81" fmla="*/ 262 h 353"/>
              <a:gd name="T82" fmla="*/ 299 w 354"/>
              <a:gd name="T83" fmla="*/ 249 h 353"/>
              <a:gd name="T84" fmla="*/ 262 w 354"/>
              <a:gd name="T85" fmla="*/ 200 h 353"/>
              <a:gd name="T86" fmla="*/ 246 w 354"/>
              <a:gd name="T87" fmla="*/ 202 h 353"/>
              <a:gd name="T88" fmla="*/ 260 w 354"/>
              <a:gd name="T89" fmla="*/ 225 h 353"/>
              <a:gd name="T90" fmla="*/ 267 w 354"/>
              <a:gd name="T91" fmla="*/ 213 h 353"/>
              <a:gd name="T92" fmla="*/ 272 w 354"/>
              <a:gd name="T93" fmla="*/ 327 h 353"/>
              <a:gd name="T94" fmla="*/ 275 w 354"/>
              <a:gd name="T95" fmla="*/ 343 h 353"/>
              <a:gd name="T96" fmla="*/ 294 w 354"/>
              <a:gd name="T97" fmla="*/ 334 h 353"/>
              <a:gd name="T98" fmla="*/ 285 w 354"/>
              <a:gd name="T99" fmla="*/ 320 h 353"/>
              <a:gd name="T100" fmla="*/ 0 w 354"/>
              <a:gd name="T101" fmla="*/ 105 h 353"/>
              <a:gd name="T102" fmla="*/ 209 w 354"/>
              <a:gd name="T103" fmla="*/ 105 h 353"/>
              <a:gd name="T104" fmla="*/ 105 w 354"/>
              <a:gd name="T105" fmla="*/ 252 h 353"/>
              <a:gd name="T106" fmla="*/ 16 w 354"/>
              <a:gd name="T107" fmla="*/ 105 h 353"/>
              <a:gd name="T108" fmla="*/ 193 w 354"/>
              <a:gd name="T109" fmla="*/ 105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354" h="353">
                <a:moveTo>
                  <a:pt x="105" y="48"/>
                </a:moveTo>
                <a:cubicBezTo>
                  <a:pt x="74" y="48"/>
                  <a:pt x="48" y="73"/>
                  <a:pt x="48" y="104"/>
                </a:cubicBezTo>
                <a:cubicBezTo>
                  <a:pt x="48" y="135"/>
                  <a:pt x="74" y="161"/>
                  <a:pt x="105" y="161"/>
                </a:cubicBezTo>
                <a:cubicBezTo>
                  <a:pt x="136" y="161"/>
                  <a:pt x="161" y="135"/>
                  <a:pt x="161" y="104"/>
                </a:cubicBezTo>
                <a:cubicBezTo>
                  <a:pt x="161" y="73"/>
                  <a:pt x="136" y="48"/>
                  <a:pt x="105" y="48"/>
                </a:cubicBezTo>
                <a:moveTo>
                  <a:pt x="105" y="144"/>
                </a:moveTo>
                <a:cubicBezTo>
                  <a:pt x="82" y="144"/>
                  <a:pt x="64" y="126"/>
                  <a:pt x="64" y="104"/>
                </a:cubicBezTo>
                <a:cubicBezTo>
                  <a:pt x="64" y="82"/>
                  <a:pt x="82" y="64"/>
                  <a:pt x="105" y="64"/>
                </a:cubicBezTo>
                <a:cubicBezTo>
                  <a:pt x="127" y="64"/>
                  <a:pt x="145" y="82"/>
                  <a:pt x="145" y="104"/>
                </a:cubicBezTo>
                <a:cubicBezTo>
                  <a:pt x="145" y="126"/>
                  <a:pt x="127" y="144"/>
                  <a:pt x="105" y="144"/>
                </a:cubicBezTo>
                <a:moveTo>
                  <a:pt x="259" y="176"/>
                </a:moveTo>
                <a:cubicBezTo>
                  <a:pt x="260" y="177"/>
                  <a:pt x="261" y="178"/>
                  <a:pt x="263" y="178"/>
                </a:cubicBezTo>
                <a:cubicBezTo>
                  <a:pt x="265" y="178"/>
                  <a:pt x="268" y="176"/>
                  <a:pt x="270" y="174"/>
                </a:cubicBezTo>
                <a:cubicBezTo>
                  <a:pt x="272" y="170"/>
                  <a:pt x="275" y="165"/>
                  <a:pt x="279" y="161"/>
                </a:cubicBezTo>
                <a:cubicBezTo>
                  <a:pt x="281" y="158"/>
                  <a:pt x="281" y="153"/>
                  <a:pt x="278" y="150"/>
                </a:cubicBezTo>
                <a:cubicBezTo>
                  <a:pt x="274" y="147"/>
                  <a:pt x="269" y="147"/>
                  <a:pt x="266" y="151"/>
                </a:cubicBezTo>
                <a:cubicBezTo>
                  <a:pt x="262" y="156"/>
                  <a:pt x="259" y="161"/>
                  <a:pt x="256" y="165"/>
                </a:cubicBezTo>
                <a:cubicBezTo>
                  <a:pt x="254" y="169"/>
                  <a:pt x="255" y="174"/>
                  <a:pt x="259" y="176"/>
                </a:cubicBezTo>
                <a:moveTo>
                  <a:pt x="112" y="297"/>
                </a:moveTo>
                <a:cubicBezTo>
                  <a:pt x="112" y="293"/>
                  <a:pt x="109" y="289"/>
                  <a:pt x="104" y="289"/>
                </a:cubicBezTo>
                <a:cubicBezTo>
                  <a:pt x="100" y="289"/>
                  <a:pt x="96" y="293"/>
                  <a:pt x="96" y="297"/>
                </a:cubicBezTo>
                <a:cubicBezTo>
                  <a:pt x="96" y="298"/>
                  <a:pt x="96" y="302"/>
                  <a:pt x="99" y="308"/>
                </a:cubicBezTo>
                <a:cubicBezTo>
                  <a:pt x="100" y="311"/>
                  <a:pt x="103" y="313"/>
                  <a:pt x="106" y="313"/>
                </a:cubicBezTo>
                <a:cubicBezTo>
                  <a:pt x="107" y="313"/>
                  <a:pt x="108" y="313"/>
                  <a:pt x="109" y="313"/>
                </a:cubicBezTo>
                <a:cubicBezTo>
                  <a:pt x="113" y="311"/>
                  <a:pt x="115" y="306"/>
                  <a:pt x="114" y="302"/>
                </a:cubicBezTo>
                <a:cubicBezTo>
                  <a:pt x="113" y="299"/>
                  <a:pt x="112" y="297"/>
                  <a:pt x="112" y="297"/>
                </a:cubicBezTo>
                <a:moveTo>
                  <a:pt x="193" y="337"/>
                </a:moveTo>
                <a:cubicBezTo>
                  <a:pt x="187" y="337"/>
                  <a:pt x="182" y="336"/>
                  <a:pt x="177" y="336"/>
                </a:cubicBezTo>
                <a:cubicBezTo>
                  <a:pt x="172" y="335"/>
                  <a:pt x="168" y="338"/>
                  <a:pt x="168" y="343"/>
                </a:cubicBezTo>
                <a:cubicBezTo>
                  <a:pt x="167" y="347"/>
                  <a:pt x="170" y="351"/>
                  <a:pt x="175" y="351"/>
                </a:cubicBezTo>
                <a:cubicBezTo>
                  <a:pt x="180" y="352"/>
                  <a:pt x="186" y="353"/>
                  <a:pt x="192" y="353"/>
                </a:cubicBezTo>
                <a:cubicBezTo>
                  <a:pt x="192" y="353"/>
                  <a:pt x="192" y="353"/>
                  <a:pt x="192" y="353"/>
                </a:cubicBezTo>
                <a:cubicBezTo>
                  <a:pt x="197" y="353"/>
                  <a:pt x="200" y="350"/>
                  <a:pt x="200" y="345"/>
                </a:cubicBezTo>
                <a:cubicBezTo>
                  <a:pt x="201" y="341"/>
                  <a:pt x="197" y="337"/>
                  <a:pt x="193" y="337"/>
                </a:cubicBezTo>
                <a:moveTo>
                  <a:pt x="146" y="329"/>
                </a:moveTo>
                <a:cubicBezTo>
                  <a:pt x="141" y="327"/>
                  <a:pt x="136" y="325"/>
                  <a:pt x="132" y="322"/>
                </a:cubicBezTo>
                <a:cubicBezTo>
                  <a:pt x="128" y="320"/>
                  <a:pt x="123" y="321"/>
                  <a:pt x="121" y="325"/>
                </a:cubicBezTo>
                <a:cubicBezTo>
                  <a:pt x="119" y="329"/>
                  <a:pt x="120" y="334"/>
                  <a:pt x="124" y="336"/>
                </a:cubicBezTo>
                <a:cubicBezTo>
                  <a:pt x="129" y="339"/>
                  <a:pt x="135" y="342"/>
                  <a:pt x="141" y="344"/>
                </a:cubicBezTo>
                <a:cubicBezTo>
                  <a:pt x="141" y="344"/>
                  <a:pt x="142" y="344"/>
                  <a:pt x="143" y="344"/>
                </a:cubicBezTo>
                <a:cubicBezTo>
                  <a:pt x="147" y="344"/>
                  <a:pt x="150" y="342"/>
                  <a:pt x="151" y="339"/>
                </a:cubicBezTo>
                <a:cubicBezTo>
                  <a:pt x="152" y="335"/>
                  <a:pt x="150" y="330"/>
                  <a:pt x="146" y="329"/>
                </a:cubicBezTo>
                <a:moveTo>
                  <a:pt x="241" y="335"/>
                </a:moveTo>
                <a:cubicBezTo>
                  <a:pt x="236" y="336"/>
                  <a:pt x="231" y="336"/>
                  <a:pt x="225" y="337"/>
                </a:cubicBezTo>
                <a:cubicBezTo>
                  <a:pt x="221" y="337"/>
                  <a:pt x="218" y="341"/>
                  <a:pt x="218" y="345"/>
                </a:cubicBezTo>
                <a:cubicBezTo>
                  <a:pt x="218" y="350"/>
                  <a:pt x="222" y="353"/>
                  <a:pt x="226" y="353"/>
                </a:cubicBezTo>
                <a:cubicBezTo>
                  <a:pt x="226" y="353"/>
                  <a:pt x="226" y="353"/>
                  <a:pt x="226" y="353"/>
                </a:cubicBezTo>
                <a:cubicBezTo>
                  <a:pt x="232" y="352"/>
                  <a:pt x="238" y="352"/>
                  <a:pt x="244" y="351"/>
                </a:cubicBezTo>
                <a:cubicBezTo>
                  <a:pt x="248" y="350"/>
                  <a:pt x="251" y="346"/>
                  <a:pt x="250" y="342"/>
                </a:cubicBezTo>
                <a:cubicBezTo>
                  <a:pt x="250" y="338"/>
                  <a:pt x="246" y="335"/>
                  <a:pt x="241" y="335"/>
                </a:cubicBezTo>
                <a:moveTo>
                  <a:pt x="305" y="116"/>
                </a:moveTo>
                <a:cubicBezTo>
                  <a:pt x="301" y="119"/>
                  <a:pt x="296" y="123"/>
                  <a:pt x="291" y="127"/>
                </a:cubicBezTo>
                <a:cubicBezTo>
                  <a:pt x="288" y="129"/>
                  <a:pt x="287" y="134"/>
                  <a:pt x="290" y="138"/>
                </a:cubicBezTo>
                <a:cubicBezTo>
                  <a:pt x="292" y="140"/>
                  <a:pt x="294" y="141"/>
                  <a:pt x="296" y="141"/>
                </a:cubicBezTo>
                <a:cubicBezTo>
                  <a:pt x="298" y="141"/>
                  <a:pt x="300" y="140"/>
                  <a:pt x="301" y="139"/>
                </a:cubicBezTo>
                <a:cubicBezTo>
                  <a:pt x="306" y="135"/>
                  <a:pt x="310" y="132"/>
                  <a:pt x="314" y="129"/>
                </a:cubicBezTo>
                <a:cubicBezTo>
                  <a:pt x="318" y="127"/>
                  <a:pt x="319" y="122"/>
                  <a:pt x="316" y="118"/>
                </a:cubicBezTo>
                <a:cubicBezTo>
                  <a:pt x="314" y="114"/>
                  <a:pt x="309" y="114"/>
                  <a:pt x="305" y="116"/>
                </a:cubicBezTo>
                <a:moveTo>
                  <a:pt x="306" y="276"/>
                </a:moveTo>
                <a:cubicBezTo>
                  <a:pt x="302" y="277"/>
                  <a:pt x="299" y="281"/>
                  <a:pt x="300" y="285"/>
                </a:cubicBezTo>
                <a:cubicBezTo>
                  <a:pt x="300" y="288"/>
                  <a:pt x="301" y="291"/>
                  <a:pt x="301" y="293"/>
                </a:cubicBezTo>
                <a:cubicBezTo>
                  <a:pt x="301" y="295"/>
                  <a:pt x="301" y="297"/>
                  <a:pt x="300" y="299"/>
                </a:cubicBezTo>
                <a:cubicBezTo>
                  <a:pt x="299" y="303"/>
                  <a:pt x="302" y="307"/>
                  <a:pt x="307" y="308"/>
                </a:cubicBezTo>
                <a:cubicBezTo>
                  <a:pt x="307" y="308"/>
                  <a:pt x="308" y="308"/>
                  <a:pt x="308" y="308"/>
                </a:cubicBezTo>
                <a:cubicBezTo>
                  <a:pt x="312" y="308"/>
                  <a:pt x="315" y="306"/>
                  <a:pt x="316" y="302"/>
                </a:cubicBezTo>
                <a:cubicBezTo>
                  <a:pt x="316" y="299"/>
                  <a:pt x="317" y="296"/>
                  <a:pt x="317" y="293"/>
                </a:cubicBezTo>
                <a:cubicBezTo>
                  <a:pt x="317" y="289"/>
                  <a:pt x="316" y="286"/>
                  <a:pt x="316" y="282"/>
                </a:cubicBezTo>
                <a:cubicBezTo>
                  <a:pt x="315" y="278"/>
                  <a:pt x="310" y="275"/>
                  <a:pt x="306" y="276"/>
                </a:cubicBezTo>
                <a:moveTo>
                  <a:pt x="352" y="97"/>
                </a:moveTo>
                <a:cubicBezTo>
                  <a:pt x="350" y="93"/>
                  <a:pt x="345" y="91"/>
                  <a:pt x="341" y="93"/>
                </a:cubicBezTo>
                <a:cubicBezTo>
                  <a:pt x="341" y="93"/>
                  <a:pt x="339" y="95"/>
                  <a:pt x="334" y="97"/>
                </a:cubicBezTo>
                <a:cubicBezTo>
                  <a:pt x="330" y="100"/>
                  <a:pt x="329" y="105"/>
                  <a:pt x="331" y="108"/>
                </a:cubicBezTo>
                <a:cubicBezTo>
                  <a:pt x="333" y="111"/>
                  <a:pt x="335" y="112"/>
                  <a:pt x="338" y="112"/>
                </a:cubicBezTo>
                <a:cubicBezTo>
                  <a:pt x="340" y="112"/>
                  <a:pt x="341" y="112"/>
                  <a:pt x="342" y="111"/>
                </a:cubicBezTo>
                <a:cubicBezTo>
                  <a:pt x="346" y="109"/>
                  <a:pt x="349" y="108"/>
                  <a:pt x="349" y="108"/>
                </a:cubicBezTo>
                <a:cubicBezTo>
                  <a:pt x="353" y="106"/>
                  <a:pt x="354" y="101"/>
                  <a:pt x="352" y="97"/>
                </a:cubicBezTo>
                <a:moveTo>
                  <a:pt x="299" y="249"/>
                </a:moveTo>
                <a:cubicBezTo>
                  <a:pt x="296" y="245"/>
                  <a:pt x="292" y="240"/>
                  <a:pt x="288" y="236"/>
                </a:cubicBezTo>
                <a:cubicBezTo>
                  <a:pt x="285" y="233"/>
                  <a:pt x="280" y="233"/>
                  <a:pt x="276" y="236"/>
                </a:cubicBezTo>
                <a:cubicBezTo>
                  <a:pt x="273" y="239"/>
                  <a:pt x="273" y="244"/>
                  <a:pt x="276" y="247"/>
                </a:cubicBezTo>
                <a:cubicBezTo>
                  <a:pt x="280" y="251"/>
                  <a:pt x="284" y="255"/>
                  <a:pt x="287" y="259"/>
                </a:cubicBezTo>
                <a:cubicBezTo>
                  <a:pt x="288" y="261"/>
                  <a:pt x="291" y="262"/>
                  <a:pt x="293" y="262"/>
                </a:cubicBezTo>
                <a:cubicBezTo>
                  <a:pt x="295" y="262"/>
                  <a:pt x="296" y="262"/>
                  <a:pt x="298" y="261"/>
                </a:cubicBezTo>
                <a:cubicBezTo>
                  <a:pt x="301" y="258"/>
                  <a:pt x="302" y="253"/>
                  <a:pt x="299" y="249"/>
                </a:cubicBezTo>
                <a:moveTo>
                  <a:pt x="267" y="213"/>
                </a:moveTo>
                <a:cubicBezTo>
                  <a:pt x="264" y="209"/>
                  <a:pt x="263" y="205"/>
                  <a:pt x="262" y="200"/>
                </a:cubicBezTo>
                <a:cubicBezTo>
                  <a:pt x="262" y="196"/>
                  <a:pt x="258" y="193"/>
                  <a:pt x="254" y="193"/>
                </a:cubicBezTo>
                <a:cubicBezTo>
                  <a:pt x="249" y="194"/>
                  <a:pt x="246" y="198"/>
                  <a:pt x="246" y="202"/>
                </a:cubicBezTo>
                <a:cubicBezTo>
                  <a:pt x="247" y="209"/>
                  <a:pt x="249" y="215"/>
                  <a:pt x="253" y="221"/>
                </a:cubicBezTo>
                <a:cubicBezTo>
                  <a:pt x="254" y="224"/>
                  <a:pt x="257" y="225"/>
                  <a:pt x="260" y="225"/>
                </a:cubicBezTo>
                <a:cubicBezTo>
                  <a:pt x="261" y="225"/>
                  <a:pt x="262" y="225"/>
                  <a:pt x="264" y="224"/>
                </a:cubicBezTo>
                <a:cubicBezTo>
                  <a:pt x="267" y="222"/>
                  <a:pt x="269" y="217"/>
                  <a:pt x="267" y="213"/>
                </a:cubicBezTo>
                <a:moveTo>
                  <a:pt x="285" y="320"/>
                </a:moveTo>
                <a:cubicBezTo>
                  <a:pt x="281" y="323"/>
                  <a:pt x="277" y="325"/>
                  <a:pt x="272" y="327"/>
                </a:cubicBezTo>
                <a:cubicBezTo>
                  <a:pt x="268" y="329"/>
                  <a:pt x="266" y="334"/>
                  <a:pt x="267" y="338"/>
                </a:cubicBezTo>
                <a:cubicBezTo>
                  <a:pt x="269" y="341"/>
                  <a:pt x="272" y="343"/>
                  <a:pt x="275" y="343"/>
                </a:cubicBezTo>
                <a:cubicBezTo>
                  <a:pt x="276" y="343"/>
                  <a:pt x="277" y="343"/>
                  <a:pt x="278" y="342"/>
                </a:cubicBezTo>
                <a:cubicBezTo>
                  <a:pt x="284" y="340"/>
                  <a:pt x="289" y="337"/>
                  <a:pt x="294" y="334"/>
                </a:cubicBezTo>
                <a:cubicBezTo>
                  <a:pt x="298" y="331"/>
                  <a:pt x="298" y="326"/>
                  <a:pt x="296" y="322"/>
                </a:cubicBezTo>
                <a:cubicBezTo>
                  <a:pt x="293" y="319"/>
                  <a:pt x="288" y="318"/>
                  <a:pt x="285" y="320"/>
                </a:cubicBezTo>
                <a:moveTo>
                  <a:pt x="105" y="0"/>
                </a:moveTo>
                <a:cubicBezTo>
                  <a:pt x="47" y="0"/>
                  <a:pt x="0" y="47"/>
                  <a:pt x="0" y="105"/>
                </a:cubicBezTo>
                <a:cubicBezTo>
                  <a:pt x="0" y="190"/>
                  <a:pt x="105" y="273"/>
                  <a:pt x="105" y="273"/>
                </a:cubicBezTo>
                <a:cubicBezTo>
                  <a:pt x="105" y="273"/>
                  <a:pt x="209" y="190"/>
                  <a:pt x="209" y="105"/>
                </a:cubicBezTo>
                <a:cubicBezTo>
                  <a:pt x="209" y="47"/>
                  <a:pt x="162" y="0"/>
                  <a:pt x="105" y="0"/>
                </a:cubicBezTo>
                <a:moveTo>
                  <a:pt x="105" y="252"/>
                </a:moveTo>
                <a:cubicBezTo>
                  <a:pt x="95" y="243"/>
                  <a:pt x="80" y="229"/>
                  <a:pt x="65" y="211"/>
                </a:cubicBezTo>
                <a:cubicBezTo>
                  <a:pt x="43" y="184"/>
                  <a:pt x="16" y="144"/>
                  <a:pt x="16" y="105"/>
                </a:cubicBezTo>
                <a:cubicBezTo>
                  <a:pt x="16" y="56"/>
                  <a:pt x="56" y="16"/>
                  <a:pt x="105" y="16"/>
                </a:cubicBezTo>
                <a:cubicBezTo>
                  <a:pt x="153" y="16"/>
                  <a:pt x="193" y="56"/>
                  <a:pt x="193" y="105"/>
                </a:cubicBezTo>
                <a:cubicBezTo>
                  <a:pt x="193" y="167"/>
                  <a:pt x="130" y="230"/>
                  <a:pt x="105" y="252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7" name="Freeform 37"/>
          <p:cNvSpPr>
            <a:spLocks noEditPoints="1"/>
          </p:cNvSpPr>
          <p:nvPr/>
        </p:nvSpPr>
        <p:spPr bwMode="auto">
          <a:xfrm>
            <a:off x="3225801" y="4235451"/>
            <a:ext cx="260351" cy="575733"/>
          </a:xfrm>
          <a:custGeom>
            <a:avLst/>
            <a:gdLst>
              <a:gd name="T0" fmla="*/ 80 w 160"/>
              <a:gd name="T1" fmla="*/ 0 h 353"/>
              <a:gd name="T2" fmla="*/ 0 w 160"/>
              <a:gd name="T3" fmla="*/ 80 h 353"/>
              <a:gd name="T4" fmla="*/ 44 w 160"/>
              <a:gd name="T5" fmla="*/ 152 h 353"/>
              <a:gd name="T6" fmla="*/ 80 w 160"/>
              <a:gd name="T7" fmla="*/ 353 h 353"/>
              <a:gd name="T8" fmla="*/ 116 w 160"/>
              <a:gd name="T9" fmla="*/ 152 h 353"/>
              <a:gd name="T10" fmla="*/ 160 w 160"/>
              <a:gd name="T11" fmla="*/ 80 h 353"/>
              <a:gd name="T12" fmla="*/ 80 w 160"/>
              <a:gd name="T13" fmla="*/ 0 h 353"/>
              <a:gd name="T14" fmla="*/ 80 w 160"/>
              <a:gd name="T15" fmla="*/ 281 h 353"/>
              <a:gd name="T16" fmla="*/ 61 w 160"/>
              <a:gd name="T17" fmla="*/ 158 h 353"/>
              <a:gd name="T18" fmla="*/ 80 w 160"/>
              <a:gd name="T19" fmla="*/ 161 h 353"/>
              <a:gd name="T20" fmla="*/ 100 w 160"/>
              <a:gd name="T21" fmla="*/ 158 h 353"/>
              <a:gd name="T22" fmla="*/ 80 w 160"/>
              <a:gd name="T23" fmla="*/ 281 h 353"/>
              <a:gd name="T24" fmla="*/ 80 w 160"/>
              <a:gd name="T25" fmla="*/ 144 h 353"/>
              <a:gd name="T26" fmla="*/ 16 w 160"/>
              <a:gd name="T27" fmla="*/ 80 h 353"/>
              <a:gd name="T28" fmla="*/ 80 w 160"/>
              <a:gd name="T29" fmla="*/ 16 h 353"/>
              <a:gd name="T30" fmla="*/ 144 w 160"/>
              <a:gd name="T31" fmla="*/ 80 h 353"/>
              <a:gd name="T32" fmla="*/ 80 w 160"/>
              <a:gd name="T33" fmla="*/ 144 h 353"/>
              <a:gd name="T34" fmla="*/ 80 w 160"/>
              <a:gd name="T35" fmla="*/ 32 h 353"/>
              <a:gd name="T36" fmla="*/ 32 w 160"/>
              <a:gd name="T37" fmla="*/ 80 h 353"/>
              <a:gd name="T38" fmla="*/ 40 w 160"/>
              <a:gd name="T39" fmla="*/ 88 h 353"/>
              <a:gd name="T40" fmla="*/ 48 w 160"/>
              <a:gd name="T41" fmla="*/ 80 h 353"/>
              <a:gd name="T42" fmla="*/ 80 w 160"/>
              <a:gd name="T43" fmla="*/ 48 h 353"/>
              <a:gd name="T44" fmla="*/ 88 w 160"/>
              <a:gd name="T45" fmla="*/ 40 h 353"/>
              <a:gd name="T46" fmla="*/ 80 w 160"/>
              <a:gd name="T47" fmla="*/ 32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160" h="353">
                <a:moveTo>
                  <a:pt x="80" y="0"/>
                </a:moveTo>
                <a:cubicBezTo>
                  <a:pt x="36" y="0"/>
                  <a:pt x="0" y="36"/>
                  <a:pt x="0" y="80"/>
                </a:cubicBezTo>
                <a:cubicBezTo>
                  <a:pt x="0" y="112"/>
                  <a:pt x="18" y="139"/>
                  <a:pt x="44" y="152"/>
                </a:cubicBezTo>
                <a:cubicBezTo>
                  <a:pt x="80" y="353"/>
                  <a:pt x="80" y="353"/>
                  <a:pt x="80" y="353"/>
                </a:cubicBezTo>
                <a:cubicBezTo>
                  <a:pt x="116" y="152"/>
                  <a:pt x="116" y="152"/>
                  <a:pt x="116" y="152"/>
                </a:cubicBezTo>
                <a:cubicBezTo>
                  <a:pt x="142" y="139"/>
                  <a:pt x="160" y="112"/>
                  <a:pt x="160" y="80"/>
                </a:cubicBezTo>
                <a:cubicBezTo>
                  <a:pt x="160" y="36"/>
                  <a:pt x="125" y="0"/>
                  <a:pt x="80" y="0"/>
                </a:cubicBezTo>
                <a:moveTo>
                  <a:pt x="80" y="281"/>
                </a:moveTo>
                <a:cubicBezTo>
                  <a:pt x="61" y="158"/>
                  <a:pt x="61" y="158"/>
                  <a:pt x="61" y="158"/>
                </a:cubicBezTo>
                <a:cubicBezTo>
                  <a:pt x="67" y="160"/>
                  <a:pt x="73" y="161"/>
                  <a:pt x="80" y="161"/>
                </a:cubicBezTo>
                <a:cubicBezTo>
                  <a:pt x="87" y="161"/>
                  <a:pt x="94" y="160"/>
                  <a:pt x="100" y="158"/>
                </a:cubicBezTo>
                <a:lnTo>
                  <a:pt x="80" y="281"/>
                </a:lnTo>
                <a:close/>
                <a:moveTo>
                  <a:pt x="80" y="144"/>
                </a:moveTo>
                <a:cubicBezTo>
                  <a:pt x="45" y="144"/>
                  <a:pt x="16" y="116"/>
                  <a:pt x="16" y="80"/>
                </a:cubicBezTo>
                <a:cubicBezTo>
                  <a:pt x="16" y="45"/>
                  <a:pt x="45" y="16"/>
                  <a:pt x="80" y="16"/>
                </a:cubicBezTo>
                <a:cubicBezTo>
                  <a:pt x="116" y="16"/>
                  <a:pt x="144" y="45"/>
                  <a:pt x="144" y="80"/>
                </a:cubicBezTo>
                <a:cubicBezTo>
                  <a:pt x="144" y="116"/>
                  <a:pt x="116" y="144"/>
                  <a:pt x="80" y="144"/>
                </a:cubicBezTo>
                <a:moveTo>
                  <a:pt x="80" y="32"/>
                </a:moveTo>
                <a:cubicBezTo>
                  <a:pt x="80" y="32"/>
                  <a:pt x="32" y="32"/>
                  <a:pt x="32" y="80"/>
                </a:cubicBezTo>
                <a:cubicBezTo>
                  <a:pt x="32" y="85"/>
                  <a:pt x="36" y="88"/>
                  <a:pt x="40" y="88"/>
                </a:cubicBezTo>
                <a:cubicBezTo>
                  <a:pt x="44" y="88"/>
                  <a:pt x="48" y="85"/>
                  <a:pt x="48" y="80"/>
                </a:cubicBezTo>
                <a:cubicBezTo>
                  <a:pt x="48" y="48"/>
                  <a:pt x="80" y="48"/>
                  <a:pt x="80" y="48"/>
                </a:cubicBezTo>
                <a:cubicBezTo>
                  <a:pt x="85" y="48"/>
                  <a:pt x="88" y="45"/>
                  <a:pt x="88" y="40"/>
                </a:cubicBezTo>
                <a:cubicBezTo>
                  <a:pt x="88" y="36"/>
                  <a:pt x="85" y="32"/>
                  <a:pt x="80" y="32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8" name="Freeform 38"/>
          <p:cNvSpPr>
            <a:spLocks noEditPoints="1"/>
          </p:cNvSpPr>
          <p:nvPr/>
        </p:nvSpPr>
        <p:spPr bwMode="auto">
          <a:xfrm>
            <a:off x="4165601" y="4235451"/>
            <a:ext cx="573617" cy="575733"/>
          </a:xfrm>
          <a:custGeom>
            <a:avLst/>
            <a:gdLst>
              <a:gd name="T0" fmla="*/ 188 w 353"/>
              <a:gd name="T1" fmla="*/ 188 h 353"/>
              <a:gd name="T2" fmla="*/ 188 w 353"/>
              <a:gd name="T3" fmla="*/ 165 h 353"/>
              <a:gd name="T4" fmla="*/ 165 w 353"/>
              <a:gd name="T5" fmla="*/ 165 h 353"/>
              <a:gd name="T6" fmla="*/ 165 w 353"/>
              <a:gd name="T7" fmla="*/ 188 h 353"/>
              <a:gd name="T8" fmla="*/ 188 w 353"/>
              <a:gd name="T9" fmla="*/ 188 h 353"/>
              <a:gd name="T10" fmla="*/ 74 w 353"/>
              <a:gd name="T11" fmla="*/ 279 h 353"/>
              <a:gd name="T12" fmla="*/ 211 w 353"/>
              <a:gd name="T13" fmla="*/ 211 h 353"/>
              <a:gd name="T14" fmla="*/ 279 w 353"/>
              <a:gd name="T15" fmla="*/ 74 h 353"/>
              <a:gd name="T16" fmla="*/ 142 w 353"/>
              <a:gd name="T17" fmla="*/ 143 h 353"/>
              <a:gd name="T18" fmla="*/ 74 w 353"/>
              <a:gd name="T19" fmla="*/ 279 h 353"/>
              <a:gd name="T20" fmla="*/ 245 w 353"/>
              <a:gd name="T21" fmla="*/ 108 h 353"/>
              <a:gd name="T22" fmla="*/ 199 w 353"/>
              <a:gd name="T23" fmla="*/ 199 h 353"/>
              <a:gd name="T24" fmla="*/ 108 w 353"/>
              <a:gd name="T25" fmla="*/ 245 h 353"/>
              <a:gd name="T26" fmla="*/ 154 w 353"/>
              <a:gd name="T27" fmla="*/ 154 h 353"/>
              <a:gd name="T28" fmla="*/ 245 w 353"/>
              <a:gd name="T29" fmla="*/ 108 h 353"/>
              <a:gd name="T30" fmla="*/ 177 w 353"/>
              <a:gd name="T31" fmla="*/ 0 h 353"/>
              <a:gd name="T32" fmla="*/ 0 w 353"/>
              <a:gd name="T33" fmla="*/ 177 h 353"/>
              <a:gd name="T34" fmla="*/ 177 w 353"/>
              <a:gd name="T35" fmla="*/ 353 h 353"/>
              <a:gd name="T36" fmla="*/ 353 w 353"/>
              <a:gd name="T37" fmla="*/ 177 h 353"/>
              <a:gd name="T38" fmla="*/ 177 w 353"/>
              <a:gd name="T39" fmla="*/ 0 h 353"/>
              <a:gd name="T40" fmla="*/ 185 w 353"/>
              <a:gd name="T41" fmla="*/ 337 h 353"/>
              <a:gd name="T42" fmla="*/ 185 w 353"/>
              <a:gd name="T43" fmla="*/ 313 h 353"/>
              <a:gd name="T44" fmla="*/ 177 w 353"/>
              <a:gd name="T45" fmla="*/ 305 h 353"/>
              <a:gd name="T46" fmla="*/ 168 w 353"/>
              <a:gd name="T47" fmla="*/ 313 h 353"/>
              <a:gd name="T48" fmla="*/ 168 w 353"/>
              <a:gd name="T49" fmla="*/ 337 h 353"/>
              <a:gd name="T50" fmla="*/ 16 w 353"/>
              <a:gd name="T51" fmla="*/ 185 h 353"/>
              <a:gd name="T52" fmla="*/ 40 w 353"/>
              <a:gd name="T53" fmla="*/ 185 h 353"/>
              <a:gd name="T54" fmla="*/ 48 w 353"/>
              <a:gd name="T55" fmla="*/ 177 h 353"/>
              <a:gd name="T56" fmla="*/ 40 w 353"/>
              <a:gd name="T57" fmla="*/ 169 h 353"/>
              <a:gd name="T58" fmla="*/ 16 w 353"/>
              <a:gd name="T59" fmla="*/ 169 h 353"/>
              <a:gd name="T60" fmla="*/ 168 w 353"/>
              <a:gd name="T61" fmla="*/ 16 h 353"/>
              <a:gd name="T62" fmla="*/ 168 w 353"/>
              <a:gd name="T63" fmla="*/ 40 h 353"/>
              <a:gd name="T64" fmla="*/ 177 w 353"/>
              <a:gd name="T65" fmla="*/ 48 h 353"/>
              <a:gd name="T66" fmla="*/ 185 w 353"/>
              <a:gd name="T67" fmla="*/ 40 h 353"/>
              <a:gd name="T68" fmla="*/ 185 w 353"/>
              <a:gd name="T69" fmla="*/ 16 h 353"/>
              <a:gd name="T70" fmla="*/ 337 w 353"/>
              <a:gd name="T71" fmla="*/ 169 h 353"/>
              <a:gd name="T72" fmla="*/ 313 w 353"/>
              <a:gd name="T73" fmla="*/ 169 h 353"/>
              <a:gd name="T74" fmla="*/ 305 w 353"/>
              <a:gd name="T75" fmla="*/ 177 h 353"/>
              <a:gd name="T76" fmla="*/ 313 w 353"/>
              <a:gd name="T77" fmla="*/ 185 h 353"/>
              <a:gd name="T78" fmla="*/ 337 w 353"/>
              <a:gd name="T79" fmla="*/ 185 h 353"/>
              <a:gd name="T80" fmla="*/ 185 w 353"/>
              <a:gd name="T81" fmla="*/ 337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353" h="353">
                <a:moveTo>
                  <a:pt x="188" y="188"/>
                </a:moveTo>
                <a:cubicBezTo>
                  <a:pt x="194" y="182"/>
                  <a:pt x="194" y="172"/>
                  <a:pt x="188" y="165"/>
                </a:cubicBezTo>
                <a:cubicBezTo>
                  <a:pt x="182" y="159"/>
                  <a:pt x="171" y="159"/>
                  <a:pt x="165" y="165"/>
                </a:cubicBezTo>
                <a:cubicBezTo>
                  <a:pt x="159" y="172"/>
                  <a:pt x="159" y="182"/>
                  <a:pt x="165" y="188"/>
                </a:cubicBezTo>
                <a:cubicBezTo>
                  <a:pt x="171" y="194"/>
                  <a:pt x="182" y="194"/>
                  <a:pt x="188" y="188"/>
                </a:cubicBezTo>
                <a:moveTo>
                  <a:pt x="74" y="279"/>
                </a:moveTo>
                <a:cubicBezTo>
                  <a:pt x="211" y="211"/>
                  <a:pt x="211" y="211"/>
                  <a:pt x="211" y="211"/>
                </a:cubicBezTo>
                <a:cubicBezTo>
                  <a:pt x="279" y="74"/>
                  <a:pt x="279" y="74"/>
                  <a:pt x="279" y="74"/>
                </a:cubicBezTo>
                <a:cubicBezTo>
                  <a:pt x="142" y="143"/>
                  <a:pt x="142" y="143"/>
                  <a:pt x="142" y="143"/>
                </a:cubicBezTo>
                <a:lnTo>
                  <a:pt x="74" y="279"/>
                </a:lnTo>
                <a:close/>
                <a:moveTo>
                  <a:pt x="245" y="108"/>
                </a:moveTo>
                <a:cubicBezTo>
                  <a:pt x="199" y="199"/>
                  <a:pt x="199" y="199"/>
                  <a:pt x="199" y="199"/>
                </a:cubicBezTo>
                <a:cubicBezTo>
                  <a:pt x="108" y="245"/>
                  <a:pt x="108" y="245"/>
                  <a:pt x="108" y="245"/>
                </a:cubicBezTo>
                <a:cubicBezTo>
                  <a:pt x="154" y="154"/>
                  <a:pt x="154" y="154"/>
                  <a:pt x="154" y="154"/>
                </a:cubicBezTo>
                <a:lnTo>
                  <a:pt x="245" y="108"/>
                </a:lnTo>
                <a:close/>
                <a:moveTo>
                  <a:pt x="177" y="0"/>
                </a:moveTo>
                <a:cubicBezTo>
                  <a:pt x="79" y="0"/>
                  <a:pt x="0" y="79"/>
                  <a:pt x="0" y="177"/>
                </a:cubicBezTo>
                <a:cubicBezTo>
                  <a:pt x="0" y="274"/>
                  <a:pt x="79" y="353"/>
                  <a:pt x="177" y="353"/>
                </a:cubicBezTo>
                <a:cubicBezTo>
                  <a:pt x="274" y="353"/>
                  <a:pt x="353" y="274"/>
                  <a:pt x="353" y="177"/>
                </a:cubicBezTo>
                <a:cubicBezTo>
                  <a:pt x="353" y="79"/>
                  <a:pt x="274" y="0"/>
                  <a:pt x="177" y="0"/>
                </a:cubicBezTo>
                <a:moveTo>
                  <a:pt x="185" y="337"/>
                </a:moveTo>
                <a:cubicBezTo>
                  <a:pt x="185" y="313"/>
                  <a:pt x="185" y="313"/>
                  <a:pt x="185" y="313"/>
                </a:cubicBezTo>
                <a:cubicBezTo>
                  <a:pt x="185" y="309"/>
                  <a:pt x="181" y="305"/>
                  <a:pt x="177" y="305"/>
                </a:cubicBezTo>
                <a:cubicBezTo>
                  <a:pt x="172" y="305"/>
                  <a:pt x="168" y="309"/>
                  <a:pt x="168" y="313"/>
                </a:cubicBezTo>
                <a:cubicBezTo>
                  <a:pt x="168" y="337"/>
                  <a:pt x="168" y="337"/>
                  <a:pt x="168" y="337"/>
                </a:cubicBezTo>
                <a:cubicBezTo>
                  <a:pt x="86" y="333"/>
                  <a:pt x="20" y="267"/>
                  <a:pt x="16" y="185"/>
                </a:cubicBezTo>
                <a:cubicBezTo>
                  <a:pt x="40" y="185"/>
                  <a:pt x="40" y="185"/>
                  <a:pt x="40" y="185"/>
                </a:cubicBezTo>
                <a:cubicBezTo>
                  <a:pt x="44" y="185"/>
                  <a:pt x="48" y="181"/>
                  <a:pt x="48" y="177"/>
                </a:cubicBezTo>
                <a:cubicBezTo>
                  <a:pt x="48" y="172"/>
                  <a:pt x="44" y="169"/>
                  <a:pt x="40" y="169"/>
                </a:cubicBezTo>
                <a:cubicBezTo>
                  <a:pt x="16" y="169"/>
                  <a:pt x="16" y="169"/>
                  <a:pt x="16" y="169"/>
                </a:cubicBezTo>
                <a:cubicBezTo>
                  <a:pt x="20" y="86"/>
                  <a:pt x="86" y="21"/>
                  <a:pt x="168" y="16"/>
                </a:cubicBezTo>
                <a:cubicBezTo>
                  <a:pt x="168" y="40"/>
                  <a:pt x="168" y="40"/>
                  <a:pt x="168" y="40"/>
                </a:cubicBezTo>
                <a:cubicBezTo>
                  <a:pt x="168" y="45"/>
                  <a:pt x="172" y="48"/>
                  <a:pt x="177" y="48"/>
                </a:cubicBezTo>
                <a:cubicBezTo>
                  <a:pt x="181" y="48"/>
                  <a:pt x="185" y="45"/>
                  <a:pt x="185" y="40"/>
                </a:cubicBezTo>
                <a:cubicBezTo>
                  <a:pt x="185" y="16"/>
                  <a:pt x="185" y="16"/>
                  <a:pt x="185" y="16"/>
                </a:cubicBezTo>
                <a:cubicBezTo>
                  <a:pt x="267" y="21"/>
                  <a:pt x="333" y="86"/>
                  <a:pt x="337" y="169"/>
                </a:cubicBezTo>
                <a:cubicBezTo>
                  <a:pt x="313" y="169"/>
                  <a:pt x="313" y="169"/>
                  <a:pt x="313" y="169"/>
                </a:cubicBezTo>
                <a:cubicBezTo>
                  <a:pt x="309" y="169"/>
                  <a:pt x="305" y="172"/>
                  <a:pt x="305" y="177"/>
                </a:cubicBezTo>
                <a:cubicBezTo>
                  <a:pt x="305" y="181"/>
                  <a:pt x="309" y="185"/>
                  <a:pt x="313" y="185"/>
                </a:cubicBezTo>
                <a:cubicBezTo>
                  <a:pt x="337" y="185"/>
                  <a:pt x="337" y="185"/>
                  <a:pt x="337" y="185"/>
                </a:cubicBezTo>
                <a:cubicBezTo>
                  <a:pt x="333" y="267"/>
                  <a:pt x="267" y="333"/>
                  <a:pt x="185" y="337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9" name="Freeform 39"/>
          <p:cNvSpPr>
            <a:spLocks noEditPoints="1"/>
          </p:cNvSpPr>
          <p:nvPr/>
        </p:nvSpPr>
        <p:spPr bwMode="auto">
          <a:xfrm>
            <a:off x="5262034" y="4235451"/>
            <a:ext cx="573617" cy="575733"/>
          </a:xfrm>
          <a:custGeom>
            <a:avLst/>
            <a:gdLst>
              <a:gd name="T0" fmla="*/ 348 w 353"/>
              <a:gd name="T1" fmla="*/ 33 h 353"/>
              <a:gd name="T2" fmla="*/ 348 w 353"/>
              <a:gd name="T3" fmla="*/ 32 h 353"/>
              <a:gd name="T4" fmla="*/ 235 w 353"/>
              <a:gd name="T5" fmla="*/ 0 h 353"/>
              <a:gd name="T6" fmla="*/ 235 w 353"/>
              <a:gd name="T7" fmla="*/ 0 h 353"/>
              <a:gd name="T8" fmla="*/ 233 w 353"/>
              <a:gd name="T9" fmla="*/ 0 h 353"/>
              <a:gd name="T10" fmla="*/ 231 w 353"/>
              <a:gd name="T11" fmla="*/ 0 h 353"/>
              <a:gd name="T12" fmla="*/ 231 w 353"/>
              <a:gd name="T13" fmla="*/ 0 h 353"/>
              <a:gd name="T14" fmla="*/ 121 w 353"/>
              <a:gd name="T15" fmla="*/ 32 h 353"/>
              <a:gd name="T16" fmla="*/ 10 w 353"/>
              <a:gd name="T17" fmla="*/ 0 h 353"/>
              <a:gd name="T18" fmla="*/ 10 w 353"/>
              <a:gd name="T19" fmla="*/ 0 h 353"/>
              <a:gd name="T20" fmla="*/ 8 w 353"/>
              <a:gd name="T21" fmla="*/ 0 h 353"/>
              <a:gd name="T22" fmla="*/ 0 w 353"/>
              <a:gd name="T23" fmla="*/ 8 h 353"/>
              <a:gd name="T24" fmla="*/ 0 w 353"/>
              <a:gd name="T25" fmla="*/ 313 h 353"/>
              <a:gd name="T26" fmla="*/ 6 w 353"/>
              <a:gd name="T27" fmla="*/ 321 h 353"/>
              <a:gd name="T28" fmla="*/ 6 w 353"/>
              <a:gd name="T29" fmla="*/ 321 h 353"/>
              <a:gd name="T30" fmla="*/ 118 w 353"/>
              <a:gd name="T31" fmla="*/ 353 h 353"/>
              <a:gd name="T32" fmla="*/ 118 w 353"/>
              <a:gd name="T33" fmla="*/ 353 h 353"/>
              <a:gd name="T34" fmla="*/ 121 w 353"/>
              <a:gd name="T35" fmla="*/ 353 h 353"/>
              <a:gd name="T36" fmla="*/ 123 w 353"/>
              <a:gd name="T37" fmla="*/ 353 h 353"/>
              <a:gd name="T38" fmla="*/ 123 w 353"/>
              <a:gd name="T39" fmla="*/ 353 h 353"/>
              <a:gd name="T40" fmla="*/ 233 w 353"/>
              <a:gd name="T41" fmla="*/ 321 h 353"/>
              <a:gd name="T42" fmla="*/ 343 w 353"/>
              <a:gd name="T43" fmla="*/ 353 h 353"/>
              <a:gd name="T44" fmla="*/ 343 w 353"/>
              <a:gd name="T45" fmla="*/ 353 h 353"/>
              <a:gd name="T46" fmla="*/ 345 w 353"/>
              <a:gd name="T47" fmla="*/ 353 h 353"/>
              <a:gd name="T48" fmla="*/ 353 w 353"/>
              <a:gd name="T49" fmla="*/ 345 h 353"/>
              <a:gd name="T50" fmla="*/ 353 w 353"/>
              <a:gd name="T51" fmla="*/ 40 h 353"/>
              <a:gd name="T52" fmla="*/ 348 w 353"/>
              <a:gd name="T53" fmla="*/ 33 h 353"/>
              <a:gd name="T54" fmla="*/ 113 w 353"/>
              <a:gd name="T55" fmla="*/ 335 h 353"/>
              <a:gd name="T56" fmla="*/ 16 w 353"/>
              <a:gd name="T57" fmla="*/ 307 h 353"/>
              <a:gd name="T58" fmla="*/ 16 w 353"/>
              <a:gd name="T59" fmla="*/ 19 h 353"/>
              <a:gd name="T60" fmla="*/ 113 w 353"/>
              <a:gd name="T61" fmla="*/ 46 h 353"/>
              <a:gd name="T62" fmla="*/ 113 w 353"/>
              <a:gd name="T63" fmla="*/ 335 h 353"/>
              <a:gd name="T64" fmla="*/ 225 w 353"/>
              <a:gd name="T65" fmla="*/ 307 h 353"/>
              <a:gd name="T66" fmla="*/ 129 w 353"/>
              <a:gd name="T67" fmla="*/ 335 h 353"/>
              <a:gd name="T68" fmla="*/ 129 w 353"/>
              <a:gd name="T69" fmla="*/ 46 h 353"/>
              <a:gd name="T70" fmla="*/ 225 w 353"/>
              <a:gd name="T71" fmla="*/ 19 h 353"/>
              <a:gd name="T72" fmla="*/ 225 w 353"/>
              <a:gd name="T73" fmla="*/ 307 h 353"/>
              <a:gd name="T74" fmla="*/ 337 w 353"/>
              <a:gd name="T75" fmla="*/ 335 h 353"/>
              <a:gd name="T76" fmla="*/ 241 w 353"/>
              <a:gd name="T77" fmla="*/ 307 h 353"/>
              <a:gd name="T78" fmla="*/ 241 w 353"/>
              <a:gd name="T79" fmla="*/ 19 h 353"/>
              <a:gd name="T80" fmla="*/ 337 w 353"/>
              <a:gd name="T81" fmla="*/ 46 h 353"/>
              <a:gd name="T82" fmla="*/ 337 w 353"/>
              <a:gd name="T83" fmla="*/ 335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353" h="353">
                <a:moveTo>
                  <a:pt x="348" y="33"/>
                </a:moveTo>
                <a:cubicBezTo>
                  <a:pt x="348" y="32"/>
                  <a:pt x="348" y="32"/>
                  <a:pt x="348" y="32"/>
                </a:cubicBezTo>
                <a:cubicBezTo>
                  <a:pt x="235" y="0"/>
                  <a:pt x="235" y="0"/>
                  <a:pt x="235" y="0"/>
                </a:cubicBezTo>
                <a:cubicBezTo>
                  <a:pt x="235" y="0"/>
                  <a:pt x="235" y="0"/>
                  <a:pt x="235" y="0"/>
                </a:cubicBezTo>
                <a:cubicBezTo>
                  <a:pt x="234" y="0"/>
                  <a:pt x="234" y="0"/>
                  <a:pt x="233" y="0"/>
                </a:cubicBezTo>
                <a:cubicBezTo>
                  <a:pt x="232" y="0"/>
                  <a:pt x="232" y="0"/>
                  <a:pt x="231" y="0"/>
                </a:cubicBezTo>
                <a:cubicBezTo>
                  <a:pt x="231" y="0"/>
                  <a:pt x="231" y="0"/>
                  <a:pt x="231" y="0"/>
                </a:cubicBezTo>
                <a:cubicBezTo>
                  <a:pt x="121" y="32"/>
                  <a:pt x="121" y="32"/>
                  <a:pt x="121" y="32"/>
                </a:cubicBezTo>
                <a:cubicBezTo>
                  <a:pt x="10" y="0"/>
                  <a:pt x="10" y="0"/>
                  <a:pt x="10" y="0"/>
                </a:cubicBezTo>
                <a:cubicBezTo>
                  <a:pt x="10" y="0"/>
                  <a:pt x="10" y="0"/>
                  <a:pt x="10" y="0"/>
                </a:cubicBezTo>
                <a:cubicBezTo>
                  <a:pt x="10" y="0"/>
                  <a:pt x="9" y="0"/>
                  <a:pt x="8" y="0"/>
                </a:cubicBezTo>
                <a:cubicBezTo>
                  <a:pt x="4" y="0"/>
                  <a:pt x="0" y="4"/>
                  <a:pt x="0" y="8"/>
                </a:cubicBezTo>
                <a:cubicBezTo>
                  <a:pt x="0" y="313"/>
                  <a:pt x="0" y="313"/>
                  <a:pt x="0" y="313"/>
                </a:cubicBezTo>
                <a:cubicBezTo>
                  <a:pt x="0" y="317"/>
                  <a:pt x="3" y="320"/>
                  <a:pt x="6" y="321"/>
                </a:cubicBezTo>
                <a:cubicBezTo>
                  <a:pt x="6" y="321"/>
                  <a:pt x="6" y="321"/>
                  <a:pt x="6" y="321"/>
                </a:cubicBezTo>
                <a:cubicBezTo>
                  <a:pt x="118" y="353"/>
                  <a:pt x="118" y="353"/>
                  <a:pt x="118" y="353"/>
                </a:cubicBezTo>
                <a:cubicBezTo>
                  <a:pt x="118" y="353"/>
                  <a:pt x="118" y="353"/>
                  <a:pt x="118" y="353"/>
                </a:cubicBezTo>
                <a:cubicBezTo>
                  <a:pt x="119" y="353"/>
                  <a:pt x="120" y="353"/>
                  <a:pt x="121" y="353"/>
                </a:cubicBezTo>
                <a:cubicBezTo>
                  <a:pt x="121" y="353"/>
                  <a:pt x="122" y="353"/>
                  <a:pt x="123" y="353"/>
                </a:cubicBezTo>
                <a:cubicBezTo>
                  <a:pt x="123" y="353"/>
                  <a:pt x="123" y="353"/>
                  <a:pt x="123" y="353"/>
                </a:cubicBezTo>
                <a:cubicBezTo>
                  <a:pt x="233" y="321"/>
                  <a:pt x="233" y="321"/>
                  <a:pt x="233" y="321"/>
                </a:cubicBezTo>
                <a:cubicBezTo>
                  <a:pt x="343" y="353"/>
                  <a:pt x="343" y="353"/>
                  <a:pt x="343" y="353"/>
                </a:cubicBezTo>
                <a:cubicBezTo>
                  <a:pt x="343" y="353"/>
                  <a:pt x="343" y="353"/>
                  <a:pt x="343" y="353"/>
                </a:cubicBezTo>
                <a:cubicBezTo>
                  <a:pt x="344" y="353"/>
                  <a:pt x="345" y="353"/>
                  <a:pt x="345" y="353"/>
                </a:cubicBezTo>
                <a:cubicBezTo>
                  <a:pt x="350" y="353"/>
                  <a:pt x="353" y="350"/>
                  <a:pt x="353" y="345"/>
                </a:cubicBezTo>
                <a:cubicBezTo>
                  <a:pt x="353" y="40"/>
                  <a:pt x="353" y="40"/>
                  <a:pt x="353" y="40"/>
                </a:cubicBezTo>
                <a:cubicBezTo>
                  <a:pt x="353" y="36"/>
                  <a:pt x="351" y="33"/>
                  <a:pt x="348" y="33"/>
                </a:cubicBezTo>
                <a:moveTo>
                  <a:pt x="113" y="335"/>
                </a:moveTo>
                <a:cubicBezTo>
                  <a:pt x="16" y="307"/>
                  <a:pt x="16" y="307"/>
                  <a:pt x="16" y="307"/>
                </a:cubicBezTo>
                <a:cubicBezTo>
                  <a:pt x="16" y="19"/>
                  <a:pt x="16" y="19"/>
                  <a:pt x="16" y="19"/>
                </a:cubicBezTo>
                <a:cubicBezTo>
                  <a:pt x="113" y="46"/>
                  <a:pt x="113" y="46"/>
                  <a:pt x="113" y="46"/>
                </a:cubicBezTo>
                <a:lnTo>
                  <a:pt x="113" y="335"/>
                </a:lnTo>
                <a:close/>
                <a:moveTo>
                  <a:pt x="225" y="307"/>
                </a:moveTo>
                <a:cubicBezTo>
                  <a:pt x="129" y="335"/>
                  <a:pt x="129" y="335"/>
                  <a:pt x="129" y="335"/>
                </a:cubicBezTo>
                <a:cubicBezTo>
                  <a:pt x="129" y="46"/>
                  <a:pt x="129" y="46"/>
                  <a:pt x="129" y="46"/>
                </a:cubicBezTo>
                <a:cubicBezTo>
                  <a:pt x="225" y="19"/>
                  <a:pt x="225" y="19"/>
                  <a:pt x="225" y="19"/>
                </a:cubicBezTo>
                <a:lnTo>
                  <a:pt x="225" y="307"/>
                </a:lnTo>
                <a:close/>
                <a:moveTo>
                  <a:pt x="337" y="335"/>
                </a:moveTo>
                <a:cubicBezTo>
                  <a:pt x="241" y="307"/>
                  <a:pt x="241" y="307"/>
                  <a:pt x="241" y="307"/>
                </a:cubicBezTo>
                <a:cubicBezTo>
                  <a:pt x="241" y="19"/>
                  <a:pt x="241" y="19"/>
                  <a:pt x="241" y="19"/>
                </a:cubicBezTo>
                <a:cubicBezTo>
                  <a:pt x="337" y="46"/>
                  <a:pt x="337" y="46"/>
                  <a:pt x="337" y="46"/>
                </a:cubicBezTo>
                <a:lnTo>
                  <a:pt x="337" y="335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0" name="Freeform 40"/>
          <p:cNvSpPr>
            <a:spLocks noEditPoints="1"/>
          </p:cNvSpPr>
          <p:nvPr/>
        </p:nvSpPr>
        <p:spPr bwMode="auto">
          <a:xfrm>
            <a:off x="6358468" y="4235451"/>
            <a:ext cx="573617" cy="575733"/>
          </a:xfrm>
          <a:custGeom>
            <a:avLst/>
            <a:gdLst>
              <a:gd name="T0" fmla="*/ 216 w 353"/>
              <a:gd name="T1" fmla="*/ 112 h 353"/>
              <a:gd name="T2" fmla="*/ 184 w 353"/>
              <a:gd name="T3" fmla="*/ 112 h 353"/>
              <a:gd name="T4" fmla="*/ 64 w 353"/>
              <a:gd name="T5" fmla="*/ 257 h 353"/>
              <a:gd name="T6" fmla="*/ 64 w 353"/>
              <a:gd name="T7" fmla="*/ 225 h 353"/>
              <a:gd name="T8" fmla="*/ 64 w 353"/>
              <a:gd name="T9" fmla="*/ 257 h 353"/>
              <a:gd name="T10" fmla="*/ 163 w 353"/>
              <a:gd name="T11" fmla="*/ 122 h 353"/>
              <a:gd name="T12" fmla="*/ 161 w 353"/>
              <a:gd name="T13" fmla="*/ 145 h 353"/>
              <a:gd name="T14" fmla="*/ 81 w 353"/>
              <a:gd name="T15" fmla="*/ 199 h 353"/>
              <a:gd name="T16" fmla="*/ 60 w 353"/>
              <a:gd name="T17" fmla="*/ 207 h 353"/>
              <a:gd name="T18" fmla="*/ 81 w 353"/>
              <a:gd name="T19" fmla="*/ 199 h 353"/>
              <a:gd name="T20" fmla="*/ 93 w 353"/>
              <a:gd name="T21" fmla="*/ 167 h 353"/>
              <a:gd name="T22" fmla="*/ 91 w 353"/>
              <a:gd name="T23" fmla="*/ 189 h 353"/>
              <a:gd name="T24" fmla="*/ 268 w 353"/>
              <a:gd name="T25" fmla="*/ 152 h 353"/>
              <a:gd name="T26" fmla="*/ 282 w 353"/>
              <a:gd name="T27" fmla="*/ 143 h 353"/>
              <a:gd name="T28" fmla="*/ 272 w 353"/>
              <a:gd name="T29" fmla="*/ 131 h 353"/>
              <a:gd name="T30" fmla="*/ 268 w 353"/>
              <a:gd name="T31" fmla="*/ 152 h 353"/>
              <a:gd name="T32" fmla="*/ 347 w 353"/>
              <a:gd name="T33" fmla="*/ 32 h 353"/>
              <a:gd name="T34" fmla="*/ 235 w 353"/>
              <a:gd name="T35" fmla="*/ 0 h 353"/>
              <a:gd name="T36" fmla="*/ 230 w 353"/>
              <a:gd name="T37" fmla="*/ 0 h 353"/>
              <a:gd name="T38" fmla="*/ 120 w 353"/>
              <a:gd name="T39" fmla="*/ 32 h 353"/>
              <a:gd name="T40" fmla="*/ 10 w 353"/>
              <a:gd name="T41" fmla="*/ 0 h 353"/>
              <a:gd name="T42" fmla="*/ 0 w 353"/>
              <a:gd name="T43" fmla="*/ 8 h 353"/>
              <a:gd name="T44" fmla="*/ 5 w 353"/>
              <a:gd name="T45" fmla="*/ 321 h 353"/>
              <a:gd name="T46" fmla="*/ 118 w 353"/>
              <a:gd name="T47" fmla="*/ 353 h 353"/>
              <a:gd name="T48" fmla="*/ 120 w 353"/>
              <a:gd name="T49" fmla="*/ 353 h 353"/>
              <a:gd name="T50" fmla="*/ 122 w 353"/>
              <a:gd name="T51" fmla="*/ 353 h 353"/>
              <a:gd name="T52" fmla="*/ 343 w 353"/>
              <a:gd name="T53" fmla="*/ 353 h 353"/>
              <a:gd name="T54" fmla="*/ 345 w 353"/>
              <a:gd name="T55" fmla="*/ 353 h 353"/>
              <a:gd name="T56" fmla="*/ 353 w 353"/>
              <a:gd name="T57" fmla="*/ 40 h 353"/>
              <a:gd name="T58" fmla="*/ 112 w 353"/>
              <a:gd name="T59" fmla="*/ 335 h 353"/>
              <a:gd name="T60" fmla="*/ 16 w 353"/>
              <a:gd name="T61" fmla="*/ 19 h 353"/>
              <a:gd name="T62" fmla="*/ 112 w 353"/>
              <a:gd name="T63" fmla="*/ 335 h 353"/>
              <a:gd name="T64" fmla="*/ 128 w 353"/>
              <a:gd name="T65" fmla="*/ 335 h 353"/>
              <a:gd name="T66" fmla="*/ 134 w 353"/>
              <a:gd name="T67" fmla="*/ 167 h 353"/>
              <a:gd name="T68" fmla="*/ 139 w 353"/>
              <a:gd name="T69" fmla="*/ 145 h 353"/>
              <a:gd name="T70" fmla="*/ 128 w 353"/>
              <a:gd name="T71" fmla="*/ 46 h 353"/>
              <a:gd name="T72" fmla="*/ 224 w 353"/>
              <a:gd name="T73" fmla="*/ 307 h 353"/>
              <a:gd name="T74" fmla="*/ 240 w 353"/>
              <a:gd name="T75" fmla="*/ 307 h 353"/>
              <a:gd name="T76" fmla="*/ 250 w 353"/>
              <a:gd name="T77" fmla="*/ 131 h 353"/>
              <a:gd name="T78" fmla="*/ 244 w 353"/>
              <a:gd name="T79" fmla="*/ 110 h 353"/>
              <a:gd name="T80" fmla="*/ 240 w 353"/>
              <a:gd name="T81" fmla="*/ 19 h 353"/>
              <a:gd name="T82" fmla="*/ 337 w 353"/>
              <a:gd name="T83" fmla="*/ 335 h 353"/>
              <a:gd name="T84" fmla="*/ 281 w 353"/>
              <a:gd name="T85" fmla="*/ 225 h 353"/>
              <a:gd name="T86" fmla="*/ 275 w 353"/>
              <a:gd name="T87" fmla="*/ 238 h 353"/>
              <a:gd name="T88" fmla="*/ 275 w 353"/>
              <a:gd name="T89" fmla="*/ 259 h 353"/>
              <a:gd name="T90" fmla="*/ 281 w 353"/>
              <a:gd name="T91" fmla="*/ 273 h 353"/>
              <a:gd name="T92" fmla="*/ 297 w 353"/>
              <a:gd name="T93" fmla="*/ 260 h 353"/>
              <a:gd name="T94" fmla="*/ 313 w 353"/>
              <a:gd name="T95" fmla="*/ 273 h 353"/>
              <a:gd name="T96" fmla="*/ 318 w 353"/>
              <a:gd name="T97" fmla="*/ 259 h 353"/>
              <a:gd name="T98" fmla="*/ 318 w 353"/>
              <a:gd name="T99" fmla="*/ 238 h 353"/>
              <a:gd name="T100" fmla="*/ 313 w 353"/>
              <a:gd name="T101" fmla="*/ 225 h 353"/>
              <a:gd name="T102" fmla="*/ 297 w 353"/>
              <a:gd name="T103" fmla="*/ 237 h 353"/>
              <a:gd name="T104" fmla="*/ 285 w 353"/>
              <a:gd name="T105" fmla="*/ 177 h 353"/>
              <a:gd name="T106" fmla="*/ 292 w 353"/>
              <a:gd name="T107" fmla="*/ 156 h 353"/>
              <a:gd name="T108" fmla="*/ 285 w 353"/>
              <a:gd name="T109" fmla="*/ 177 h 353"/>
              <a:gd name="T110" fmla="*/ 302 w 353"/>
              <a:gd name="T111" fmla="*/ 207 h 353"/>
              <a:gd name="T112" fmla="*/ 287 w 353"/>
              <a:gd name="T113" fmla="*/ 190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353" h="353">
                <a:moveTo>
                  <a:pt x="200" y="128"/>
                </a:moveTo>
                <a:cubicBezTo>
                  <a:pt x="209" y="128"/>
                  <a:pt x="216" y="121"/>
                  <a:pt x="216" y="112"/>
                </a:cubicBezTo>
                <a:cubicBezTo>
                  <a:pt x="216" y="104"/>
                  <a:pt x="209" y="96"/>
                  <a:pt x="200" y="96"/>
                </a:cubicBezTo>
                <a:cubicBezTo>
                  <a:pt x="191" y="96"/>
                  <a:pt x="184" y="104"/>
                  <a:pt x="184" y="112"/>
                </a:cubicBezTo>
                <a:cubicBezTo>
                  <a:pt x="184" y="121"/>
                  <a:pt x="191" y="128"/>
                  <a:pt x="200" y="128"/>
                </a:cubicBezTo>
                <a:moveTo>
                  <a:pt x="64" y="257"/>
                </a:moveTo>
                <a:cubicBezTo>
                  <a:pt x="73" y="257"/>
                  <a:pt x="80" y="250"/>
                  <a:pt x="80" y="241"/>
                </a:cubicBezTo>
                <a:cubicBezTo>
                  <a:pt x="80" y="232"/>
                  <a:pt x="73" y="225"/>
                  <a:pt x="64" y="225"/>
                </a:cubicBezTo>
                <a:cubicBezTo>
                  <a:pt x="55" y="225"/>
                  <a:pt x="48" y="232"/>
                  <a:pt x="48" y="241"/>
                </a:cubicBezTo>
                <a:cubicBezTo>
                  <a:pt x="48" y="250"/>
                  <a:pt x="55" y="257"/>
                  <a:pt x="64" y="257"/>
                </a:cubicBezTo>
                <a:moveTo>
                  <a:pt x="171" y="136"/>
                </a:moveTo>
                <a:cubicBezTo>
                  <a:pt x="163" y="122"/>
                  <a:pt x="163" y="122"/>
                  <a:pt x="163" y="122"/>
                </a:cubicBezTo>
                <a:cubicBezTo>
                  <a:pt x="157" y="125"/>
                  <a:pt x="153" y="130"/>
                  <a:pt x="149" y="134"/>
                </a:cubicBezTo>
                <a:cubicBezTo>
                  <a:pt x="161" y="145"/>
                  <a:pt x="161" y="145"/>
                  <a:pt x="161" y="145"/>
                </a:cubicBezTo>
                <a:cubicBezTo>
                  <a:pt x="164" y="141"/>
                  <a:pt x="167" y="138"/>
                  <a:pt x="171" y="136"/>
                </a:cubicBezTo>
                <a:moveTo>
                  <a:pt x="81" y="199"/>
                </a:moveTo>
                <a:cubicBezTo>
                  <a:pt x="68" y="190"/>
                  <a:pt x="68" y="190"/>
                  <a:pt x="68" y="190"/>
                </a:cubicBezTo>
                <a:cubicBezTo>
                  <a:pt x="65" y="195"/>
                  <a:pt x="62" y="201"/>
                  <a:pt x="60" y="207"/>
                </a:cubicBezTo>
                <a:cubicBezTo>
                  <a:pt x="76" y="211"/>
                  <a:pt x="76" y="211"/>
                  <a:pt x="76" y="211"/>
                </a:cubicBezTo>
                <a:cubicBezTo>
                  <a:pt x="77" y="207"/>
                  <a:pt x="79" y="203"/>
                  <a:pt x="81" y="199"/>
                </a:cubicBezTo>
                <a:moveTo>
                  <a:pt x="102" y="180"/>
                </a:moveTo>
                <a:cubicBezTo>
                  <a:pt x="93" y="167"/>
                  <a:pt x="93" y="167"/>
                  <a:pt x="93" y="167"/>
                </a:cubicBezTo>
                <a:cubicBezTo>
                  <a:pt x="88" y="170"/>
                  <a:pt x="84" y="173"/>
                  <a:pt x="80" y="177"/>
                </a:cubicBezTo>
                <a:cubicBezTo>
                  <a:pt x="91" y="189"/>
                  <a:pt x="91" y="189"/>
                  <a:pt x="91" y="189"/>
                </a:cubicBezTo>
                <a:cubicBezTo>
                  <a:pt x="94" y="186"/>
                  <a:pt x="98" y="183"/>
                  <a:pt x="102" y="180"/>
                </a:cubicBezTo>
                <a:moveTo>
                  <a:pt x="268" y="152"/>
                </a:moveTo>
                <a:cubicBezTo>
                  <a:pt x="270" y="153"/>
                  <a:pt x="270" y="153"/>
                  <a:pt x="270" y="153"/>
                </a:cubicBezTo>
                <a:cubicBezTo>
                  <a:pt x="282" y="143"/>
                  <a:pt x="282" y="143"/>
                  <a:pt x="282" y="143"/>
                </a:cubicBezTo>
                <a:cubicBezTo>
                  <a:pt x="281" y="141"/>
                  <a:pt x="281" y="141"/>
                  <a:pt x="281" y="141"/>
                </a:cubicBezTo>
                <a:cubicBezTo>
                  <a:pt x="278" y="138"/>
                  <a:pt x="275" y="135"/>
                  <a:pt x="272" y="131"/>
                </a:cubicBezTo>
                <a:cubicBezTo>
                  <a:pt x="259" y="141"/>
                  <a:pt x="259" y="141"/>
                  <a:pt x="259" y="141"/>
                </a:cubicBezTo>
                <a:cubicBezTo>
                  <a:pt x="262" y="145"/>
                  <a:pt x="265" y="148"/>
                  <a:pt x="268" y="152"/>
                </a:cubicBezTo>
                <a:moveTo>
                  <a:pt x="347" y="33"/>
                </a:moveTo>
                <a:cubicBezTo>
                  <a:pt x="347" y="32"/>
                  <a:pt x="347" y="32"/>
                  <a:pt x="347" y="32"/>
                </a:cubicBezTo>
                <a:cubicBezTo>
                  <a:pt x="235" y="0"/>
                  <a:pt x="235" y="0"/>
                  <a:pt x="235" y="0"/>
                </a:cubicBezTo>
                <a:cubicBezTo>
                  <a:pt x="235" y="0"/>
                  <a:pt x="235" y="0"/>
                  <a:pt x="235" y="0"/>
                </a:cubicBezTo>
                <a:cubicBezTo>
                  <a:pt x="234" y="0"/>
                  <a:pt x="233" y="0"/>
                  <a:pt x="232" y="0"/>
                </a:cubicBezTo>
                <a:cubicBezTo>
                  <a:pt x="232" y="0"/>
                  <a:pt x="231" y="0"/>
                  <a:pt x="230" y="0"/>
                </a:cubicBezTo>
                <a:cubicBezTo>
                  <a:pt x="230" y="0"/>
                  <a:pt x="230" y="0"/>
                  <a:pt x="230" y="0"/>
                </a:cubicBezTo>
                <a:cubicBezTo>
                  <a:pt x="120" y="32"/>
                  <a:pt x="120" y="32"/>
                  <a:pt x="120" y="32"/>
                </a:cubicBezTo>
                <a:cubicBezTo>
                  <a:pt x="10" y="0"/>
                  <a:pt x="10" y="0"/>
                  <a:pt x="10" y="0"/>
                </a:cubicBezTo>
                <a:cubicBezTo>
                  <a:pt x="10" y="0"/>
                  <a:pt x="10" y="0"/>
                  <a:pt x="10" y="0"/>
                </a:cubicBezTo>
                <a:cubicBezTo>
                  <a:pt x="9" y="0"/>
                  <a:pt x="8" y="0"/>
                  <a:pt x="8" y="0"/>
                </a:cubicBezTo>
                <a:cubicBezTo>
                  <a:pt x="3" y="0"/>
                  <a:pt x="0" y="4"/>
                  <a:pt x="0" y="8"/>
                </a:cubicBezTo>
                <a:cubicBezTo>
                  <a:pt x="0" y="313"/>
                  <a:pt x="0" y="313"/>
                  <a:pt x="0" y="313"/>
                </a:cubicBezTo>
                <a:cubicBezTo>
                  <a:pt x="0" y="317"/>
                  <a:pt x="2" y="320"/>
                  <a:pt x="5" y="321"/>
                </a:cubicBezTo>
                <a:cubicBezTo>
                  <a:pt x="5" y="321"/>
                  <a:pt x="5" y="321"/>
                  <a:pt x="5" y="321"/>
                </a:cubicBezTo>
                <a:cubicBezTo>
                  <a:pt x="118" y="353"/>
                  <a:pt x="118" y="353"/>
                  <a:pt x="118" y="353"/>
                </a:cubicBezTo>
                <a:cubicBezTo>
                  <a:pt x="118" y="353"/>
                  <a:pt x="118" y="353"/>
                  <a:pt x="118" y="353"/>
                </a:cubicBezTo>
                <a:cubicBezTo>
                  <a:pt x="119" y="353"/>
                  <a:pt x="119" y="353"/>
                  <a:pt x="120" y="353"/>
                </a:cubicBezTo>
                <a:cubicBezTo>
                  <a:pt x="121" y="353"/>
                  <a:pt x="121" y="353"/>
                  <a:pt x="122" y="353"/>
                </a:cubicBezTo>
                <a:cubicBezTo>
                  <a:pt x="122" y="353"/>
                  <a:pt x="122" y="353"/>
                  <a:pt x="122" y="353"/>
                </a:cubicBezTo>
                <a:cubicBezTo>
                  <a:pt x="232" y="321"/>
                  <a:pt x="232" y="321"/>
                  <a:pt x="232" y="321"/>
                </a:cubicBezTo>
                <a:cubicBezTo>
                  <a:pt x="343" y="353"/>
                  <a:pt x="343" y="353"/>
                  <a:pt x="343" y="353"/>
                </a:cubicBezTo>
                <a:cubicBezTo>
                  <a:pt x="343" y="353"/>
                  <a:pt x="343" y="353"/>
                  <a:pt x="343" y="353"/>
                </a:cubicBezTo>
                <a:cubicBezTo>
                  <a:pt x="343" y="353"/>
                  <a:pt x="344" y="353"/>
                  <a:pt x="345" y="353"/>
                </a:cubicBezTo>
                <a:cubicBezTo>
                  <a:pt x="349" y="353"/>
                  <a:pt x="353" y="350"/>
                  <a:pt x="353" y="345"/>
                </a:cubicBezTo>
                <a:cubicBezTo>
                  <a:pt x="353" y="40"/>
                  <a:pt x="353" y="40"/>
                  <a:pt x="353" y="40"/>
                </a:cubicBezTo>
                <a:cubicBezTo>
                  <a:pt x="353" y="36"/>
                  <a:pt x="350" y="33"/>
                  <a:pt x="347" y="33"/>
                </a:cubicBezTo>
                <a:moveTo>
                  <a:pt x="112" y="335"/>
                </a:moveTo>
                <a:cubicBezTo>
                  <a:pt x="16" y="307"/>
                  <a:pt x="16" y="307"/>
                  <a:pt x="16" y="307"/>
                </a:cubicBezTo>
                <a:cubicBezTo>
                  <a:pt x="16" y="19"/>
                  <a:pt x="16" y="19"/>
                  <a:pt x="16" y="19"/>
                </a:cubicBezTo>
                <a:cubicBezTo>
                  <a:pt x="112" y="46"/>
                  <a:pt x="112" y="46"/>
                  <a:pt x="112" y="46"/>
                </a:cubicBezTo>
                <a:lnTo>
                  <a:pt x="112" y="335"/>
                </a:lnTo>
                <a:close/>
                <a:moveTo>
                  <a:pt x="224" y="307"/>
                </a:moveTo>
                <a:cubicBezTo>
                  <a:pt x="128" y="335"/>
                  <a:pt x="128" y="335"/>
                  <a:pt x="128" y="335"/>
                </a:cubicBezTo>
                <a:cubicBezTo>
                  <a:pt x="128" y="153"/>
                  <a:pt x="128" y="153"/>
                  <a:pt x="128" y="153"/>
                </a:cubicBezTo>
                <a:cubicBezTo>
                  <a:pt x="134" y="167"/>
                  <a:pt x="134" y="167"/>
                  <a:pt x="134" y="167"/>
                </a:cubicBezTo>
                <a:cubicBezTo>
                  <a:pt x="140" y="164"/>
                  <a:pt x="145" y="161"/>
                  <a:pt x="149" y="157"/>
                </a:cubicBezTo>
                <a:cubicBezTo>
                  <a:pt x="139" y="145"/>
                  <a:pt x="139" y="145"/>
                  <a:pt x="139" y="145"/>
                </a:cubicBezTo>
                <a:cubicBezTo>
                  <a:pt x="135" y="148"/>
                  <a:pt x="132" y="150"/>
                  <a:pt x="128" y="152"/>
                </a:cubicBezTo>
                <a:cubicBezTo>
                  <a:pt x="128" y="46"/>
                  <a:pt x="128" y="46"/>
                  <a:pt x="128" y="46"/>
                </a:cubicBezTo>
                <a:cubicBezTo>
                  <a:pt x="224" y="19"/>
                  <a:pt x="224" y="19"/>
                  <a:pt x="224" y="19"/>
                </a:cubicBezTo>
                <a:lnTo>
                  <a:pt x="224" y="307"/>
                </a:lnTo>
                <a:close/>
                <a:moveTo>
                  <a:pt x="337" y="335"/>
                </a:moveTo>
                <a:cubicBezTo>
                  <a:pt x="240" y="307"/>
                  <a:pt x="240" y="307"/>
                  <a:pt x="240" y="307"/>
                </a:cubicBezTo>
                <a:cubicBezTo>
                  <a:pt x="240" y="126"/>
                  <a:pt x="240" y="126"/>
                  <a:pt x="240" y="126"/>
                </a:cubicBezTo>
                <a:cubicBezTo>
                  <a:pt x="244" y="128"/>
                  <a:pt x="247" y="129"/>
                  <a:pt x="250" y="131"/>
                </a:cubicBezTo>
                <a:cubicBezTo>
                  <a:pt x="259" y="118"/>
                  <a:pt x="259" y="118"/>
                  <a:pt x="259" y="118"/>
                </a:cubicBezTo>
                <a:cubicBezTo>
                  <a:pt x="255" y="115"/>
                  <a:pt x="250" y="112"/>
                  <a:pt x="244" y="110"/>
                </a:cubicBezTo>
                <a:cubicBezTo>
                  <a:pt x="240" y="119"/>
                  <a:pt x="240" y="119"/>
                  <a:pt x="240" y="119"/>
                </a:cubicBezTo>
                <a:cubicBezTo>
                  <a:pt x="240" y="19"/>
                  <a:pt x="240" y="19"/>
                  <a:pt x="240" y="19"/>
                </a:cubicBezTo>
                <a:cubicBezTo>
                  <a:pt x="337" y="46"/>
                  <a:pt x="337" y="46"/>
                  <a:pt x="337" y="46"/>
                </a:cubicBezTo>
                <a:lnTo>
                  <a:pt x="337" y="335"/>
                </a:lnTo>
                <a:close/>
                <a:moveTo>
                  <a:pt x="286" y="227"/>
                </a:moveTo>
                <a:cubicBezTo>
                  <a:pt x="285" y="226"/>
                  <a:pt x="283" y="225"/>
                  <a:pt x="281" y="225"/>
                </a:cubicBezTo>
                <a:cubicBezTo>
                  <a:pt x="276" y="225"/>
                  <a:pt x="273" y="228"/>
                  <a:pt x="273" y="233"/>
                </a:cubicBezTo>
                <a:cubicBezTo>
                  <a:pt x="273" y="235"/>
                  <a:pt x="273" y="237"/>
                  <a:pt x="275" y="238"/>
                </a:cubicBezTo>
                <a:cubicBezTo>
                  <a:pt x="285" y="249"/>
                  <a:pt x="285" y="249"/>
                  <a:pt x="285" y="249"/>
                </a:cubicBezTo>
                <a:cubicBezTo>
                  <a:pt x="275" y="259"/>
                  <a:pt x="275" y="259"/>
                  <a:pt x="275" y="259"/>
                </a:cubicBezTo>
                <a:cubicBezTo>
                  <a:pt x="273" y="261"/>
                  <a:pt x="273" y="263"/>
                  <a:pt x="273" y="265"/>
                </a:cubicBezTo>
                <a:cubicBezTo>
                  <a:pt x="273" y="269"/>
                  <a:pt x="276" y="273"/>
                  <a:pt x="281" y="273"/>
                </a:cubicBezTo>
                <a:cubicBezTo>
                  <a:pt x="283" y="273"/>
                  <a:pt x="285" y="272"/>
                  <a:pt x="286" y="271"/>
                </a:cubicBezTo>
                <a:cubicBezTo>
                  <a:pt x="297" y="260"/>
                  <a:pt x="297" y="260"/>
                  <a:pt x="297" y="260"/>
                </a:cubicBezTo>
                <a:cubicBezTo>
                  <a:pt x="307" y="271"/>
                  <a:pt x="307" y="271"/>
                  <a:pt x="307" y="271"/>
                </a:cubicBezTo>
                <a:cubicBezTo>
                  <a:pt x="308" y="272"/>
                  <a:pt x="310" y="273"/>
                  <a:pt x="313" y="273"/>
                </a:cubicBezTo>
                <a:cubicBezTo>
                  <a:pt x="317" y="273"/>
                  <a:pt x="321" y="269"/>
                  <a:pt x="321" y="265"/>
                </a:cubicBezTo>
                <a:cubicBezTo>
                  <a:pt x="321" y="263"/>
                  <a:pt x="320" y="261"/>
                  <a:pt x="318" y="259"/>
                </a:cubicBezTo>
                <a:cubicBezTo>
                  <a:pt x="308" y="249"/>
                  <a:pt x="308" y="249"/>
                  <a:pt x="308" y="249"/>
                </a:cubicBezTo>
                <a:cubicBezTo>
                  <a:pt x="318" y="238"/>
                  <a:pt x="318" y="238"/>
                  <a:pt x="318" y="238"/>
                </a:cubicBezTo>
                <a:cubicBezTo>
                  <a:pt x="320" y="237"/>
                  <a:pt x="321" y="235"/>
                  <a:pt x="321" y="233"/>
                </a:cubicBezTo>
                <a:cubicBezTo>
                  <a:pt x="321" y="228"/>
                  <a:pt x="317" y="225"/>
                  <a:pt x="313" y="225"/>
                </a:cubicBezTo>
                <a:cubicBezTo>
                  <a:pt x="310" y="225"/>
                  <a:pt x="308" y="226"/>
                  <a:pt x="307" y="227"/>
                </a:cubicBezTo>
                <a:cubicBezTo>
                  <a:pt x="297" y="237"/>
                  <a:pt x="297" y="237"/>
                  <a:pt x="297" y="237"/>
                </a:cubicBezTo>
                <a:lnTo>
                  <a:pt x="286" y="227"/>
                </a:lnTo>
                <a:close/>
                <a:moveTo>
                  <a:pt x="285" y="177"/>
                </a:moveTo>
                <a:cubicBezTo>
                  <a:pt x="300" y="172"/>
                  <a:pt x="300" y="172"/>
                  <a:pt x="300" y="172"/>
                </a:cubicBezTo>
                <a:cubicBezTo>
                  <a:pt x="298" y="167"/>
                  <a:pt x="296" y="161"/>
                  <a:pt x="292" y="156"/>
                </a:cubicBezTo>
                <a:cubicBezTo>
                  <a:pt x="279" y="165"/>
                  <a:pt x="279" y="165"/>
                  <a:pt x="279" y="165"/>
                </a:cubicBezTo>
                <a:cubicBezTo>
                  <a:pt x="281" y="169"/>
                  <a:pt x="283" y="173"/>
                  <a:pt x="285" y="177"/>
                </a:cubicBezTo>
                <a:moveTo>
                  <a:pt x="287" y="205"/>
                </a:moveTo>
                <a:cubicBezTo>
                  <a:pt x="302" y="207"/>
                  <a:pt x="302" y="207"/>
                  <a:pt x="302" y="207"/>
                </a:cubicBezTo>
                <a:cubicBezTo>
                  <a:pt x="303" y="201"/>
                  <a:pt x="304" y="195"/>
                  <a:pt x="303" y="190"/>
                </a:cubicBezTo>
                <a:cubicBezTo>
                  <a:pt x="287" y="190"/>
                  <a:pt x="287" y="190"/>
                  <a:pt x="287" y="190"/>
                </a:cubicBezTo>
                <a:cubicBezTo>
                  <a:pt x="287" y="195"/>
                  <a:pt x="287" y="200"/>
                  <a:pt x="287" y="205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1" name="Freeform 41"/>
          <p:cNvSpPr>
            <a:spLocks noEditPoints="1"/>
          </p:cNvSpPr>
          <p:nvPr/>
        </p:nvSpPr>
        <p:spPr bwMode="auto">
          <a:xfrm>
            <a:off x="7454901" y="4235451"/>
            <a:ext cx="573617" cy="575733"/>
          </a:xfrm>
          <a:custGeom>
            <a:avLst/>
            <a:gdLst>
              <a:gd name="T0" fmla="*/ 177 w 353"/>
              <a:gd name="T1" fmla="*/ 0 h 353"/>
              <a:gd name="T2" fmla="*/ 176 w 353"/>
              <a:gd name="T3" fmla="*/ 0 h 353"/>
              <a:gd name="T4" fmla="*/ 176 w 353"/>
              <a:gd name="T5" fmla="*/ 0 h 353"/>
              <a:gd name="T6" fmla="*/ 0 w 353"/>
              <a:gd name="T7" fmla="*/ 177 h 353"/>
              <a:gd name="T8" fmla="*/ 176 w 353"/>
              <a:gd name="T9" fmla="*/ 353 h 353"/>
              <a:gd name="T10" fmla="*/ 353 w 353"/>
              <a:gd name="T11" fmla="*/ 177 h 353"/>
              <a:gd name="T12" fmla="*/ 177 w 353"/>
              <a:gd name="T13" fmla="*/ 0 h 353"/>
              <a:gd name="T14" fmla="*/ 185 w 353"/>
              <a:gd name="T15" fmla="*/ 337 h 353"/>
              <a:gd name="T16" fmla="*/ 185 w 353"/>
              <a:gd name="T17" fmla="*/ 281 h 353"/>
              <a:gd name="T18" fmla="*/ 176 w 353"/>
              <a:gd name="T19" fmla="*/ 273 h 353"/>
              <a:gd name="T20" fmla="*/ 168 w 353"/>
              <a:gd name="T21" fmla="*/ 281 h 353"/>
              <a:gd name="T22" fmla="*/ 168 w 353"/>
              <a:gd name="T23" fmla="*/ 337 h 353"/>
              <a:gd name="T24" fmla="*/ 16 w 353"/>
              <a:gd name="T25" fmla="*/ 185 h 353"/>
              <a:gd name="T26" fmla="*/ 72 w 353"/>
              <a:gd name="T27" fmla="*/ 185 h 353"/>
              <a:gd name="T28" fmla="*/ 80 w 353"/>
              <a:gd name="T29" fmla="*/ 177 h 353"/>
              <a:gd name="T30" fmla="*/ 72 w 353"/>
              <a:gd name="T31" fmla="*/ 169 h 353"/>
              <a:gd name="T32" fmla="*/ 16 w 353"/>
              <a:gd name="T33" fmla="*/ 169 h 353"/>
              <a:gd name="T34" fmla="*/ 168 w 353"/>
              <a:gd name="T35" fmla="*/ 16 h 353"/>
              <a:gd name="T36" fmla="*/ 168 w 353"/>
              <a:gd name="T37" fmla="*/ 72 h 353"/>
              <a:gd name="T38" fmla="*/ 176 w 353"/>
              <a:gd name="T39" fmla="*/ 80 h 353"/>
              <a:gd name="T40" fmla="*/ 185 w 353"/>
              <a:gd name="T41" fmla="*/ 72 h 353"/>
              <a:gd name="T42" fmla="*/ 185 w 353"/>
              <a:gd name="T43" fmla="*/ 16 h 353"/>
              <a:gd name="T44" fmla="*/ 337 w 353"/>
              <a:gd name="T45" fmla="*/ 169 h 353"/>
              <a:gd name="T46" fmla="*/ 281 w 353"/>
              <a:gd name="T47" fmla="*/ 169 h 353"/>
              <a:gd name="T48" fmla="*/ 273 w 353"/>
              <a:gd name="T49" fmla="*/ 177 h 353"/>
              <a:gd name="T50" fmla="*/ 281 w 353"/>
              <a:gd name="T51" fmla="*/ 185 h 353"/>
              <a:gd name="T52" fmla="*/ 337 w 353"/>
              <a:gd name="T53" fmla="*/ 185 h 353"/>
              <a:gd name="T54" fmla="*/ 185 w 353"/>
              <a:gd name="T55" fmla="*/ 337 h 353"/>
              <a:gd name="T56" fmla="*/ 176 w 353"/>
              <a:gd name="T57" fmla="*/ 136 h 353"/>
              <a:gd name="T58" fmla="*/ 136 w 353"/>
              <a:gd name="T59" fmla="*/ 177 h 353"/>
              <a:gd name="T60" fmla="*/ 176 w 353"/>
              <a:gd name="T61" fmla="*/ 217 h 353"/>
              <a:gd name="T62" fmla="*/ 217 w 353"/>
              <a:gd name="T63" fmla="*/ 177 h 353"/>
              <a:gd name="T64" fmla="*/ 176 w 353"/>
              <a:gd name="T65" fmla="*/ 136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353" h="353">
                <a:moveTo>
                  <a:pt x="177" y="0"/>
                </a:moveTo>
                <a:cubicBezTo>
                  <a:pt x="176" y="0"/>
                  <a:pt x="176" y="0"/>
                  <a:pt x="176" y="0"/>
                </a:cubicBezTo>
                <a:cubicBezTo>
                  <a:pt x="176" y="0"/>
                  <a:pt x="176" y="0"/>
                  <a:pt x="176" y="0"/>
                </a:cubicBezTo>
                <a:cubicBezTo>
                  <a:pt x="79" y="0"/>
                  <a:pt x="0" y="79"/>
                  <a:pt x="0" y="177"/>
                </a:cubicBezTo>
                <a:cubicBezTo>
                  <a:pt x="0" y="274"/>
                  <a:pt x="79" y="353"/>
                  <a:pt x="176" y="353"/>
                </a:cubicBezTo>
                <a:cubicBezTo>
                  <a:pt x="274" y="353"/>
                  <a:pt x="353" y="274"/>
                  <a:pt x="353" y="177"/>
                </a:cubicBezTo>
                <a:cubicBezTo>
                  <a:pt x="353" y="79"/>
                  <a:pt x="274" y="0"/>
                  <a:pt x="177" y="0"/>
                </a:cubicBezTo>
                <a:moveTo>
                  <a:pt x="185" y="337"/>
                </a:moveTo>
                <a:cubicBezTo>
                  <a:pt x="185" y="281"/>
                  <a:pt x="185" y="281"/>
                  <a:pt x="185" y="281"/>
                </a:cubicBezTo>
                <a:cubicBezTo>
                  <a:pt x="185" y="277"/>
                  <a:pt x="181" y="273"/>
                  <a:pt x="176" y="273"/>
                </a:cubicBezTo>
                <a:cubicBezTo>
                  <a:pt x="172" y="273"/>
                  <a:pt x="168" y="277"/>
                  <a:pt x="168" y="281"/>
                </a:cubicBezTo>
                <a:cubicBezTo>
                  <a:pt x="168" y="337"/>
                  <a:pt x="168" y="337"/>
                  <a:pt x="168" y="337"/>
                </a:cubicBezTo>
                <a:cubicBezTo>
                  <a:pt x="86" y="333"/>
                  <a:pt x="20" y="267"/>
                  <a:pt x="16" y="185"/>
                </a:cubicBezTo>
                <a:cubicBezTo>
                  <a:pt x="72" y="185"/>
                  <a:pt x="72" y="185"/>
                  <a:pt x="72" y="185"/>
                </a:cubicBezTo>
                <a:cubicBezTo>
                  <a:pt x="77" y="185"/>
                  <a:pt x="80" y="181"/>
                  <a:pt x="80" y="177"/>
                </a:cubicBezTo>
                <a:cubicBezTo>
                  <a:pt x="80" y="172"/>
                  <a:pt x="77" y="169"/>
                  <a:pt x="72" y="169"/>
                </a:cubicBezTo>
                <a:cubicBezTo>
                  <a:pt x="16" y="169"/>
                  <a:pt x="16" y="169"/>
                  <a:pt x="16" y="169"/>
                </a:cubicBezTo>
                <a:cubicBezTo>
                  <a:pt x="20" y="86"/>
                  <a:pt x="86" y="21"/>
                  <a:pt x="168" y="16"/>
                </a:cubicBezTo>
                <a:cubicBezTo>
                  <a:pt x="168" y="72"/>
                  <a:pt x="168" y="72"/>
                  <a:pt x="168" y="72"/>
                </a:cubicBezTo>
                <a:cubicBezTo>
                  <a:pt x="168" y="77"/>
                  <a:pt x="172" y="80"/>
                  <a:pt x="176" y="80"/>
                </a:cubicBezTo>
                <a:cubicBezTo>
                  <a:pt x="181" y="80"/>
                  <a:pt x="185" y="77"/>
                  <a:pt x="185" y="72"/>
                </a:cubicBezTo>
                <a:cubicBezTo>
                  <a:pt x="185" y="16"/>
                  <a:pt x="185" y="16"/>
                  <a:pt x="185" y="16"/>
                </a:cubicBezTo>
                <a:cubicBezTo>
                  <a:pt x="267" y="21"/>
                  <a:pt x="333" y="86"/>
                  <a:pt x="337" y="169"/>
                </a:cubicBezTo>
                <a:cubicBezTo>
                  <a:pt x="281" y="169"/>
                  <a:pt x="281" y="169"/>
                  <a:pt x="281" y="169"/>
                </a:cubicBezTo>
                <a:cubicBezTo>
                  <a:pt x="276" y="169"/>
                  <a:pt x="273" y="172"/>
                  <a:pt x="273" y="177"/>
                </a:cubicBezTo>
                <a:cubicBezTo>
                  <a:pt x="273" y="181"/>
                  <a:pt x="276" y="185"/>
                  <a:pt x="281" y="185"/>
                </a:cubicBezTo>
                <a:cubicBezTo>
                  <a:pt x="337" y="185"/>
                  <a:pt x="337" y="185"/>
                  <a:pt x="337" y="185"/>
                </a:cubicBezTo>
                <a:cubicBezTo>
                  <a:pt x="333" y="267"/>
                  <a:pt x="267" y="333"/>
                  <a:pt x="185" y="337"/>
                </a:cubicBezTo>
                <a:moveTo>
                  <a:pt x="176" y="136"/>
                </a:moveTo>
                <a:cubicBezTo>
                  <a:pt x="154" y="136"/>
                  <a:pt x="136" y="154"/>
                  <a:pt x="136" y="177"/>
                </a:cubicBezTo>
                <a:cubicBezTo>
                  <a:pt x="136" y="199"/>
                  <a:pt x="154" y="217"/>
                  <a:pt x="176" y="217"/>
                </a:cubicBezTo>
                <a:cubicBezTo>
                  <a:pt x="199" y="217"/>
                  <a:pt x="217" y="199"/>
                  <a:pt x="217" y="177"/>
                </a:cubicBezTo>
                <a:cubicBezTo>
                  <a:pt x="217" y="154"/>
                  <a:pt x="199" y="136"/>
                  <a:pt x="176" y="136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2" name="Freeform 42"/>
          <p:cNvSpPr>
            <a:spLocks noEditPoints="1"/>
          </p:cNvSpPr>
          <p:nvPr/>
        </p:nvSpPr>
        <p:spPr bwMode="auto">
          <a:xfrm>
            <a:off x="8549218" y="4235451"/>
            <a:ext cx="573617" cy="575733"/>
          </a:xfrm>
          <a:custGeom>
            <a:avLst/>
            <a:gdLst>
              <a:gd name="T0" fmla="*/ 177 w 353"/>
              <a:gd name="T1" fmla="*/ 0 h 353"/>
              <a:gd name="T2" fmla="*/ 0 w 353"/>
              <a:gd name="T3" fmla="*/ 177 h 353"/>
              <a:gd name="T4" fmla="*/ 177 w 353"/>
              <a:gd name="T5" fmla="*/ 353 h 353"/>
              <a:gd name="T6" fmla="*/ 353 w 353"/>
              <a:gd name="T7" fmla="*/ 177 h 353"/>
              <a:gd name="T8" fmla="*/ 177 w 353"/>
              <a:gd name="T9" fmla="*/ 0 h 353"/>
              <a:gd name="T10" fmla="*/ 169 w 353"/>
              <a:gd name="T11" fmla="*/ 337 h 353"/>
              <a:gd name="T12" fmla="*/ 17 w 353"/>
              <a:gd name="T13" fmla="*/ 185 h 353"/>
              <a:gd name="T14" fmla="*/ 50 w 353"/>
              <a:gd name="T15" fmla="*/ 185 h 353"/>
              <a:gd name="T16" fmla="*/ 67 w 353"/>
              <a:gd name="T17" fmla="*/ 200 h 353"/>
              <a:gd name="T18" fmla="*/ 169 w 353"/>
              <a:gd name="T19" fmla="*/ 289 h 353"/>
              <a:gd name="T20" fmla="*/ 169 w 353"/>
              <a:gd name="T21" fmla="*/ 337 h 353"/>
              <a:gd name="T22" fmla="*/ 169 w 353"/>
              <a:gd name="T23" fmla="*/ 273 h 353"/>
              <a:gd name="T24" fmla="*/ 83 w 353"/>
              <a:gd name="T25" fmla="*/ 198 h 353"/>
              <a:gd name="T26" fmla="*/ 95 w 353"/>
              <a:gd name="T27" fmla="*/ 185 h 353"/>
              <a:gd name="T28" fmla="*/ 138 w 353"/>
              <a:gd name="T29" fmla="*/ 185 h 353"/>
              <a:gd name="T30" fmla="*/ 169 w 353"/>
              <a:gd name="T31" fmla="*/ 216 h 353"/>
              <a:gd name="T32" fmla="*/ 169 w 353"/>
              <a:gd name="T33" fmla="*/ 273 h 353"/>
              <a:gd name="T34" fmla="*/ 169 w 353"/>
              <a:gd name="T35" fmla="*/ 137 h 353"/>
              <a:gd name="T36" fmla="*/ 138 w 353"/>
              <a:gd name="T37" fmla="*/ 169 h 353"/>
              <a:gd name="T38" fmla="*/ 95 w 353"/>
              <a:gd name="T39" fmla="*/ 169 h 353"/>
              <a:gd name="T40" fmla="*/ 83 w 353"/>
              <a:gd name="T41" fmla="*/ 155 h 353"/>
              <a:gd name="T42" fmla="*/ 169 w 353"/>
              <a:gd name="T43" fmla="*/ 81 h 353"/>
              <a:gd name="T44" fmla="*/ 169 w 353"/>
              <a:gd name="T45" fmla="*/ 137 h 353"/>
              <a:gd name="T46" fmla="*/ 169 w 353"/>
              <a:gd name="T47" fmla="*/ 65 h 353"/>
              <a:gd name="T48" fmla="*/ 67 w 353"/>
              <a:gd name="T49" fmla="*/ 153 h 353"/>
              <a:gd name="T50" fmla="*/ 50 w 353"/>
              <a:gd name="T51" fmla="*/ 169 h 353"/>
              <a:gd name="T52" fmla="*/ 17 w 353"/>
              <a:gd name="T53" fmla="*/ 169 h 353"/>
              <a:gd name="T54" fmla="*/ 169 w 353"/>
              <a:gd name="T55" fmla="*/ 16 h 353"/>
              <a:gd name="T56" fmla="*/ 169 w 353"/>
              <a:gd name="T57" fmla="*/ 65 h 353"/>
              <a:gd name="T58" fmla="*/ 185 w 353"/>
              <a:gd name="T59" fmla="*/ 16 h 353"/>
              <a:gd name="T60" fmla="*/ 337 w 353"/>
              <a:gd name="T61" fmla="*/ 169 h 353"/>
              <a:gd name="T62" fmla="*/ 289 w 353"/>
              <a:gd name="T63" fmla="*/ 169 h 353"/>
              <a:gd name="T64" fmla="*/ 271 w 353"/>
              <a:gd name="T65" fmla="*/ 115 h 353"/>
              <a:gd name="T66" fmla="*/ 273 w 353"/>
              <a:gd name="T67" fmla="*/ 104 h 353"/>
              <a:gd name="T68" fmla="*/ 249 w 353"/>
              <a:gd name="T69" fmla="*/ 80 h 353"/>
              <a:gd name="T70" fmla="*/ 238 w 353"/>
              <a:gd name="T71" fmla="*/ 83 h 353"/>
              <a:gd name="T72" fmla="*/ 185 w 353"/>
              <a:gd name="T73" fmla="*/ 65 h 353"/>
              <a:gd name="T74" fmla="*/ 185 w 353"/>
              <a:gd name="T75" fmla="*/ 16 h 353"/>
              <a:gd name="T76" fmla="*/ 185 w 353"/>
              <a:gd name="T77" fmla="*/ 81 h 353"/>
              <a:gd name="T78" fmla="*/ 227 w 353"/>
              <a:gd name="T79" fmla="*/ 95 h 353"/>
              <a:gd name="T80" fmla="*/ 225 w 353"/>
              <a:gd name="T81" fmla="*/ 104 h 353"/>
              <a:gd name="T82" fmla="*/ 249 w 353"/>
              <a:gd name="T83" fmla="*/ 128 h 353"/>
              <a:gd name="T84" fmla="*/ 259 w 353"/>
              <a:gd name="T85" fmla="*/ 126 h 353"/>
              <a:gd name="T86" fmla="*/ 273 w 353"/>
              <a:gd name="T87" fmla="*/ 169 h 353"/>
              <a:gd name="T88" fmla="*/ 216 w 353"/>
              <a:gd name="T89" fmla="*/ 169 h 353"/>
              <a:gd name="T90" fmla="*/ 185 w 353"/>
              <a:gd name="T91" fmla="*/ 137 h 353"/>
              <a:gd name="T92" fmla="*/ 185 w 353"/>
              <a:gd name="T93" fmla="*/ 81 h 353"/>
              <a:gd name="T94" fmla="*/ 185 w 353"/>
              <a:gd name="T95" fmla="*/ 216 h 353"/>
              <a:gd name="T96" fmla="*/ 216 w 353"/>
              <a:gd name="T97" fmla="*/ 185 h 353"/>
              <a:gd name="T98" fmla="*/ 273 w 353"/>
              <a:gd name="T99" fmla="*/ 185 h 353"/>
              <a:gd name="T100" fmla="*/ 185 w 353"/>
              <a:gd name="T101" fmla="*/ 273 h 353"/>
              <a:gd name="T102" fmla="*/ 185 w 353"/>
              <a:gd name="T103" fmla="*/ 216 h 353"/>
              <a:gd name="T104" fmla="*/ 185 w 353"/>
              <a:gd name="T105" fmla="*/ 337 h 353"/>
              <a:gd name="T106" fmla="*/ 185 w 353"/>
              <a:gd name="T107" fmla="*/ 289 h 353"/>
              <a:gd name="T108" fmla="*/ 289 w 353"/>
              <a:gd name="T109" fmla="*/ 185 h 353"/>
              <a:gd name="T110" fmla="*/ 337 w 353"/>
              <a:gd name="T111" fmla="*/ 185 h 353"/>
              <a:gd name="T112" fmla="*/ 185 w 353"/>
              <a:gd name="T113" fmla="*/ 337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353" h="353">
                <a:moveTo>
                  <a:pt x="177" y="0"/>
                </a:moveTo>
                <a:cubicBezTo>
                  <a:pt x="79" y="0"/>
                  <a:pt x="0" y="79"/>
                  <a:pt x="0" y="177"/>
                </a:cubicBezTo>
                <a:cubicBezTo>
                  <a:pt x="0" y="274"/>
                  <a:pt x="79" y="353"/>
                  <a:pt x="177" y="353"/>
                </a:cubicBezTo>
                <a:cubicBezTo>
                  <a:pt x="274" y="353"/>
                  <a:pt x="353" y="274"/>
                  <a:pt x="353" y="177"/>
                </a:cubicBezTo>
                <a:cubicBezTo>
                  <a:pt x="353" y="79"/>
                  <a:pt x="274" y="0"/>
                  <a:pt x="177" y="0"/>
                </a:cubicBezTo>
                <a:moveTo>
                  <a:pt x="169" y="337"/>
                </a:moveTo>
                <a:cubicBezTo>
                  <a:pt x="87" y="333"/>
                  <a:pt x="21" y="267"/>
                  <a:pt x="17" y="185"/>
                </a:cubicBezTo>
                <a:cubicBezTo>
                  <a:pt x="50" y="185"/>
                  <a:pt x="50" y="185"/>
                  <a:pt x="50" y="185"/>
                </a:cubicBezTo>
                <a:cubicBezTo>
                  <a:pt x="52" y="192"/>
                  <a:pt x="59" y="198"/>
                  <a:pt x="67" y="200"/>
                </a:cubicBezTo>
                <a:cubicBezTo>
                  <a:pt x="77" y="248"/>
                  <a:pt x="118" y="285"/>
                  <a:pt x="169" y="289"/>
                </a:cubicBezTo>
                <a:lnTo>
                  <a:pt x="169" y="337"/>
                </a:lnTo>
                <a:close/>
                <a:moveTo>
                  <a:pt x="169" y="273"/>
                </a:moveTo>
                <a:cubicBezTo>
                  <a:pt x="127" y="269"/>
                  <a:pt x="92" y="238"/>
                  <a:pt x="83" y="198"/>
                </a:cubicBezTo>
                <a:cubicBezTo>
                  <a:pt x="89" y="195"/>
                  <a:pt x="93" y="191"/>
                  <a:pt x="95" y="185"/>
                </a:cubicBezTo>
                <a:cubicBezTo>
                  <a:pt x="138" y="185"/>
                  <a:pt x="138" y="185"/>
                  <a:pt x="138" y="185"/>
                </a:cubicBezTo>
                <a:cubicBezTo>
                  <a:pt x="141" y="200"/>
                  <a:pt x="153" y="213"/>
                  <a:pt x="169" y="216"/>
                </a:cubicBezTo>
                <a:lnTo>
                  <a:pt x="169" y="273"/>
                </a:lnTo>
                <a:close/>
                <a:moveTo>
                  <a:pt x="169" y="137"/>
                </a:moveTo>
                <a:cubicBezTo>
                  <a:pt x="153" y="140"/>
                  <a:pt x="141" y="153"/>
                  <a:pt x="138" y="169"/>
                </a:cubicBezTo>
                <a:cubicBezTo>
                  <a:pt x="95" y="169"/>
                  <a:pt x="95" y="169"/>
                  <a:pt x="95" y="169"/>
                </a:cubicBezTo>
                <a:cubicBezTo>
                  <a:pt x="93" y="163"/>
                  <a:pt x="89" y="158"/>
                  <a:pt x="83" y="155"/>
                </a:cubicBezTo>
                <a:cubicBezTo>
                  <a:pt x="92" y="115"/>
                  <a:pt x="127" y="84"/>
                  <a:pt x="169" y="81"/>
                </a:cubicBezTo>
                <a:lnTo>
                  <a:pt x="169" y="137"/>
                </a:lnTo>
                <a:close/>
                <a:moveTo>
                  <a:pt x="169" y="65"/>
                </a:moveTo>
                <a:cubicBezTo>
                  <a:pt x="118" y="68"/>
                  <a:pt x="77" y="105"/>
                  <a:pt x="67" y="153"/>
                </a:cubicBezTo>
                <a:cubicBezTo>
                  <a:pt x="59" y="155"/>
                  <a:pt x="52" y="161"/>
                  <a:pt x="50" y="169"/>
                </a:cubicBezTo>
                <a:cubicBezTo>
                  <a:pt x="17" y="169"/>
                  <a:pt x="17" y="169"/>
                  <a:pt x="17" y="169"/>
                </a:cubicBezTo>
                <a:cubicBezTo>
                  <a:pt x="21" y="86"/>
                  <a:pt x="87" y="21"/>
                  <a:pt x="169" y="16"/>
                </a:cubicBezTo>
                <a:lnTo>
                  <a:pt x="169" y="65"/>
                </a:lnTo>
                <a:close/>
                <a:moveTo>
                  <a:pt x="185" y="16"/>
                </a:moveTo>
                <a:cubicBezTo>
                  <a:pt x="267" y="21"/>
                  <a:pt x="333" y="86"/>
                  <a:pt x="337" y="169"/>
                </a:cubicBezTo>
                <a:cubicBezTo>
                  <a:pt x="289" y="169"/>
                  <a:pt x="289" y="169"/>
                  <a:pt x="289" y="169"/>
                </a:cubicBezTo>
                <a:cubicBezTo>
                  <a:pt x="287" y="149"/>
                  <a:pt x="281" y="131"/>
                  <a:pt x="271" y="115"/>
                </a:cubicBezTo>
                <a:cubicBezTo>
                  <a:pt x="272" y="112"/>
                  <a:pt x="273" y="108"/>
                  <a:pt x="273" y="104"/>
                </a:cubicBezTo>
                <a:cubicBezTo>
                  <a:pt x="273" y="91"/>
                  <a:pt x="262" y="80"/>
                  <a:pt x="249" y="80"/>
                </a:cubicBezTo>
                <a:cubicBezTo>
                  <a:pt x="245" y="80"/>
                  <a:pt x="242" y="81"/>
                  <a:pt x="238" y="83"/>
                </a:cubicBezTo>
                <a:cubicBezTo>
                  <a:pt x="223" y="73"/>
                  <a:pt x="205" y="66"/>
                  <a:pt x="185" y="65"/>
                </a:cubicBezTo>
                <a:lnTo>
                  <a:pt x="185" y="16"/>
                </a:lnTo>
                <a:close/>
                <a:moveTo>
                  <a:pt x="185" y="81"/>
                </a:moveTo>
                <a:cubicBezTo>
                  <a:pt x="200" y="82"/>
                  <a:pt x="215" y="87"/>
                  <a:pt x="227" y="95"/>
                </a:cubicBezTo>
                <a:cubicBezTo>
                  <a:pt x="226" y="98"/>
                  <a:pt x="225" y="101"/>
                  <a:pt x="225" y="104"/>
                </a:cubicBezTo>
                <a:cubicBezTo>
                  <a:pt x="225" y="118"/>
                  <a:pt x="236" y="128"/>
                  <a:pt x="249" y="128"/>
                </a:cubicBezTo>
                <a:cubicBezTo>
                  <a:pt x="253" y="128"/>
                  <a:pt x="256" y="128"/>
                  <a:pt x="259" y="126"/>
                </a:cubicBezTo>
                <a:cubicBezTo>
                  <a:pt x="267" y="139"/>
                  <a:pt x="272" y="153"/>
                  <a:pt x="273" y="169"/>
                </a:cubicBezTo>
                <a:cubicBezTo>
                  <a:pt x="216" y="169"/>
                  <a:pt x="216" y="169"/>
                  <a:pt x="216" y="169"/>
                </a:cubicBezTo>
                <a:cubicBezTo>
                  <a:pt x="213" y="153"/>
                  <a:pt x="201" y="140"/>
                  <a:pt x="185" y="137"/>
                </a:cubicBezTo>
                <a:lnTo>
                  <a:pt x="185" y="81"/>
                </a:lnTo>
                <a:close/>
                <a:moveTo>
                  <a:pt x="185" y="216"/>
                </a:moveTo>
                <a:cubicBezTo>
                  <a:pt x="201" y="213"/>
                  <a:pt x="213" y="200"/>
                  <a:pt x="216" y="185"/>
                </a:cubicBezTo>
                <a:cubicBezTo>
                  <a:pt x="273" y="185"/>
                  <a:pt x="273" y="185"/>
                  <a:pt x="273" y="185"/>
                </a:cubicBezTo>
                <a:cubicBezTo>
                  <a:pt x="269" y="231"/>
                  <a:pt x="232" y="269"/>
                  <a:pt x="185" y="273"/>
                </a:cubicBezTo>
                <a:lnTo>
                  <a:pt x="185" y="216"/>
                </a:lnTo>
                <a:close/>
                <a:moveTo>
                  <a:pt x="185" y="337"/>
                </a:moveTo>
                <a:cubicBezTo>
                  <a:pt x="185" y="289"/>
                  <a:pt x="185" y="289"/>
                  <a:pt x="185" y="289"/>
                </a:cubicBezTo>
                <a:cubicBezTo>
                  <a:pt x="241" y="285"/>
                  <a:pt x="285" y="240"/>
                  <a:pt x="289" y="185"/>
                </a:cubicBezTo>
                <a:cubicBezTo>
                  <a:pt x="337" y="185"/>
                  <a:pt x="337" y="185"/>
                  <a:pt x="337" y="185"/>
                </a:cubicBezTo>
                <a:cubicBezTo>
                  <a:pt x="333" y="267"/>
                  <a:pt x="267" y="333"/>
                  <a:pt x="185" y="337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3" name="Freeform 43"/>
          <p:cNvSpPr>
            <a:spLocks noEditPoints="1"/>
          </p:cNvSpPr>
          <p:nvPr/>
        </p:nvSpPr>
        <p:spPr bwMode="auto">
          <a:xfrm>
            <a:off x="9698567" y="4235451"/>
            <a:ext cx="469900" cy="575733"/>
          </a:xfrm>
          <a:custGeom>
            <a:avLst/>
            <a:gdLst>
              <a:gd name="T0" fmla="*/ 289 w 289"/>
              <a:gd name="T1" fmla="*/ 24 h 353"/>
              <a:gd name="T2" fmla="*/ 284 w 289"/>
              <a:gd name="T3" fmla="*/ 17 h 353"/>
              <a:gd name="T4" fmla="*/ 200 w 289"/>
              <a:gd name="T5" fmla="*/ 0 h 353"/>
              <a:gd name="T6" fmla="*/ 141 w 289"/>
              <a:gd name="T7" fmla="*/ 9 h 353"/>
              <a:gd name="T8" fmla="*/ 104 w 289"/>
              <a:gd name="T9" fmla="*/ 16 h 353"/>
              <a:gd name="T10" fmla="*/ 58 w 289"/>
              <a:gd name="T11" fmla="*/ 8 h 353"/>
              <a:gd name="T12" fmla="*/ 8 w 289"/>
              <a:gd name="T13" fmla="*/ 0 h 353"/>
              <a:gd name="T14" fmla="*/ 0 w 289"/>
              <a:gd name="T15" fmla="*/ 8 h 353"/>
              <a:gd name="T16" fmla="*/ 0 w 289"/>
              <a:gd name="T17" fmla="*/ 345 h 353"/>
              <a:gd name="T18" fmla="*/ 8 w 289"/>
              <a:gd name="T19" fmla="*/ 353 h 353"/>
              <a:gd name="T20" fmla="*/ 16 w 289"/>
              <a:gd name="T21" fmla="*/ 345 h 353"/>
              <a:gd name="T22" fmla="*/ 16 w 289"/>
              <a:gd name="T23" fmla="*/ 209 h 353"/>
              <a:gd name="T24" fmla="*/ 53 w 289"/>
              <a:gd name="T25" fmla="*/ 216 h 353"/>
              <a:gd name="T26" fmla="*/ 104 w 289"/>
              <a:gd name="T27" fmla="*/ 225 h 353"/>
              <a:gd name="T28" fmla="*/ 146 w 289"/>
              <a:gd name="T29" fmla="*/ 217 h 353"/>
              <a:gd name="T30" fmla="*/ 200 w 289"/>
              <a:gd name="T31" fmla="*/ 209 h 353"/>
              <a:gd name="T32" fmla="*/ 277 w 289"/>
              <a:gd name="T33" fmla="*/ 224 h 353"/>
              <a:gd name="T34" fmla="*/ 288 w 289"/>
              <a:gd name="T35" fmla="*/ 220 h 353"/>
              <a:gd name="T36" fmla="*/ 289 w 289"/>
              <a:gd name="T37" fmla="*/ 217 h 353"/>
              <a:gd name="T38" fmla="*/ 289 w 289"/>
              <a:gd name="T39" fmla="*/ 217 h 353"/>
              <a:gd name="T40" fmla="*/ 289 w 289"/>
              <a:gd name="T41" fmla="*/ 24 h 353"/>
              <a:gd name="T42" fmla="*/ 273 w 289"/>
              <a:gd name="T43" fmla="*/ 205 h 353"/>
              <a:gd name="T44" fmla="*/ 200 w 289"/>
              <a:gd name="T45" fmla="*/ 193 h 353"/>
              <a:gd name="T46" fmla="*/ 141 w 289"/>
              <a:gd name="T47" fmla="*/ 202 h 353"/>
              <a:gd name="T48" fmla="*/ 104 w 289"/>
              <a:gd name="T49" fmla="*/ 209 h 353"/>
              <a:gd name="T50" fmla="*/ 58 w 289"/>
              <a:gd name="T51" fmla="*/ 201 h 353"/>
              <a:gd name="T52" fmla="*/ 16 w 289"/>
              <a:gd name="T53" fmla="*/ 193 h 353"/>
              <a:gd name="T54" fmla="*/ 16 w 289"/>
              <a:gd name="T55" fmla="*/ 16 h 353"/>
              <a:gd name="T56" fmla="*/ 53 w 289"/>
              <a:gd name="T57" fmla="*/ 24 h 353"/>
              <a:gd name="T58" fmla="*/ 104 w 289"/>
              <a:gd name="T59" fmla="*/ 32 h 353"/>
              <a:gd name="T60" fmla="*/ 146 w 289"/>
              <a:gd name="T61" fmla="*/ 25 h 353"/>
              <a:gd name="T62" fmla="*/ 200 w 289"/>
              <a:gd name="T63" fmla="*/ 16 h 353"/>
              <a:gd name="T64" fmla="*/ 273 w 289"/>
              <a:gd name="T65" fmla="*/ 29 h 353"/>
              <a:gd name="T66" fmla="*/ 273 w 289"/>
              <a:gd name="T67" fmla="*/ 205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289" h="353">
                <a:moveTo>
                  <a:pt x="289" y="24"/>
                </a:moveTo>
                <a:cubicBezTo>
                  <a:pt x="289" y="21"/>
                  <a:pt x="287" y="18"/>
                  <a:pt x="284" y="17"/>
                </a:cubicBezTo>
                <a:cubicBezTo>
                  <a:pt x="283" y="16"/>
                  <a:pt x="250" y="0"/>
                  <a:pt x="200" y="0"/>
                </a:cubicBezTo>
                <a:cubicBezTo>
                  <a:pt x="169" y="0"/>
                  <a:pt x="154" y="5"/>
                  <a:pt x="141" y="9"/>
                </a:cubicBezTo>
                <a:cubicBezTo>
                  <a:pt x="130" y="13"/>
                  <a:pt x="121" y="16"/>
                  <a:pt x="104" y="16"/>
                </a:cubicBezTo>
                <a:cubicBezTo>
                  <a:pt x="81" y="16"/>
                  <a:pt x="70" y="12"/>
                  <a:pt x="58" y="8"/>
                </a:cubicBezTo>
                <a:cubicBezTo>
                  <a:pt x="46" y="4"/>
                  <a:pt x="33" y="0"/>
                  <a:pt x="8" y="0"/>
                </a:cubicBezTo>
                <a:cubicBezTo>
                  <a:pt x="3" y="0"/>
                  <a:pt x="0" y="4"/>
                  <a:pt x="0" y="8"/>
                </a:cubicBezTo>
                <a:cubicBezTo>
                  <a:pt x="0" y="345"/>
                  <a:pt x="0" y="345"/>
                  <a:pt x="0" y="345"/>
                </a:cubicBezTo>
                <a:cubicBezTo>
                  <a:pt x="0" y="350"/>
                  <a:pt x="3" y="353"/>
                  <a:pt x="8" y="353"/>
                </a:cubicBezTo>
                <a:cubicBezTo>
                  <a:pt x="12" y="353"/>
                  <a:pt x="16" y="350"/>
                  <a:pt x="16" y="345"/>
                </a:cubicBezTo>
                <a:cubicBezTo>
                  <a:pt x="16" y="209"/>
                  <a:pt x="16" y="209"/>
                  <a:pt x="16" y="209"/>
                </a:cubicBezTo>
                <a:cubicBezTo>
                  <a:pt x="33" y="210"/>
                  <a:pt x="43" y="213"/>
                  <a:pt x="53" y="216"/>
                </a:cubicBezTo>
                <a:cubicBezTo>
                  <a:pt x="66" y="220"/>
                  <a:pt x="79" y="225"/>
                  <a:pt x="104" y="225"/>
                </a:cubicBezTo>
                <a:cubicBezTo>
                  <a:pt x="124" y="225"/>
                  <a:pt x="135" y="221"/>
                  <a:pt x="146" y="217"/>
                </a:cubicBezTo>
                <a:cubicBezTo>
                  <a:pt x="158" y="213"/>
                  <a:pt x="171" y="209"/>
                  <a:pt x="200" y="209"/>
                </a:cubicBezTo>
                <a:cubicBezTo>
                  <a:pt x="246" y="209"/>
                  <a:pt x="277" y="224"/>
                  <a:pt x="277" y="224"/>
                </a:cubicBezTo>
                <a:cubicBezTo>
                  <a:pt x="281" y="226"/>
                  <a:pt x="286" y="224"/>
                  <a:pt x="288" y="220"/>
                </a:cubicBezTo>
                <a:cubicBezTo>
                  <a:pt x="288" y="219"/>
                  <a:pt x="289" y="218"/>
                  <a:pt x="289" y="217"/>
                </a:cubicBezTo>
                <a:cubicBezTo>
                  <a:pt x="289" y="217"/>
                  <a:pt x="289" y="217"/>
                  <a:pt x="289" y="217"/>
                </a:cubicBezTo>
                <a:cubicBezTo>
                  <a:pt x="289" y="24"/>
                  <a:pt x="289" y="24"/>
                  <a:pt x="289" y="24"/>
                </a:cubicBezTo>
                <a:close/>
                <a:moveTo>
                  <a:pt x="273" y="205"/>
                </a:moveTo>
                <a:cubicBezTo>
                  <a:pt x="259" y="200"/>
                  <a:pt x="233" y="193"/>
                  <a:pt x="200" y="193"/>
                </a:cubicBezTo>
                <a:cubicBezTo>
                  <a:pt x="169" y="193"/>
                  <a:pt x="154" y="198"/>
                  <a:pt x="141" y="202"/>
                </a:cubicBezTo>
                <a:cubicBezTo>
                  <a:pt x="130" y="206"/>
                  <a:pt x="121" y="209"/>
                  <a:pt x="104" y="209"/>
                </a:cubicBezTo>
                <a:cubicBezTo>
                  <a:pt x="81" y="209"/>
                  <a:pt x="70" y="205"/>
                  <a:pt x="58" y="201"/>
                </a:cubicBezTo>
                <a:cubicBezTo>
                  <a:pt x="47" y="197"/>
                  <a:pt x="36" y="194"/>
                  <a:pt x="16" y="193"/>
                </a:cubicBezTo>
                <a:cubicBezTo>
                  <a:pt x="16" y="16"/>
                  <a:pt x="16" y="16"/>
                  <a:pt x="16" y="16"/>
                </a:cubicBezTo>
                <a:cubicBezTo>
                  <a:pt x="33" y="17"/>
                  <a:pt x="43" y="20"/>
                  <a:pt x="53" y="24"/>
                </a:cubicBezTo>
                <a:cubicBezTo>
                  <a:pt x="66" y="28"/>
                  <a:pt x="79" y="32"/>
                  <a:pt x="104" y="32"/>
                </a:cubicBezTo>
                <a:cubicBezTo>
                  <a:pt x="124" y="32"/>
                  <a:pt x="135" y="28"/>
                  <a:pt x="146" y="25"/>
                </a:cubicBezTo>
                <a:cubicBezTo>
                  <a:pt x="158" y="20"/>
                  <a:pt x="171" y="16"/>
                  <a:pt x="200" y="16"/>
                </a:cubicBezTo>
                <a:cubicBezTo>
                  <a:pt x="236" y="16"/>
                  <a:pt x="263" y="25"/>
                  <a:pt x="273" y="29"/>
                </a:cubicBezTo>
                <a:lnTo>
                  <a:pt x="273" y="205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4" name="Freeform 44"/>
          <p:cNvSpPr>
            <a:spLocks noEditPoints="1"/>
          </p:cNvSpPr>
          <p:nvPr/>
        </p:nvSpPr>
        <p:spPr bwMode="auto">
          <a:xfrm>
            <a:off x="10795000" y="4235451"/>
            <a:ext cx="467784" cy="575733"/>
          </a:xfrm>
          <a:custGeom>
            <a:avLst/>
            <a:gdLst>
              <a:gd name="T0" fmla="*/ 288 w 289"/>
              <a:gd name="T1" fmla="*/ 197 h 353"/>
              <a:gd name="T2" fmla="*/ 242 w 289"/>
              <a:gd name="T3" fmla="*/ 120 h 353"/>
              <a:gd name="T4" fmla="*/ 288 w 289"/>
              <a:gd name="T5" fmla="*/ 44 h 353"/>
              <a:gd name="T6" fmla="*/ 288 w 289"/>
              <a:gd name="T7" fmla="*/ 44 h 353"/>
              <a:gd name="T8" fmla="*/ 289 w 289"/>
              <a:gd name="T9" fmla="*/ 40 h 353"/>
              <a:gd name="T10" fmla="*/ 281 w 289"/>
              <a:gd name="T11" fmla="*/ 32 h 353"/>
              <a:gd name="T12" fmla="*/ 161 w 289"/>
              <a:gd name="T13" fmla="*/ 32 h 353"/>
              <a:gd name="T14" fmla="*/ 161 w 289"/>
              <a:gd name="T15" fmla="*/ 8 h 353"/>
              <a:gd name="T16" fmla="*/ 153 w 289"/>
              <a:gd name="T17" fmla="*/ 0 h 353"/>
              <a:gd name="T18" fmla="*/ 8 w 289"/>
              <a:gd name="T19" fmla="*/ 0 h 353"/>
              <a:gd name="T20" fmla="*/ 0 w 289"/>
              <a:gd name="T21" fmla="*/ 8 h 353"/>
              <a:gd name="T22" fmla="*/ 0 w 289"/>
              <a:gd name="T23" fmla="*/ 345 h 353"/>
              <a:gd name="T24" fmla="*/ 8 w 289"/>
              <a:gd name="T25" fmla="*/ 353 h 353"/>
              <a:gd name="T26" fmla="*/ 16 w 289"/>
              <a:gd name="T27" fmla="*/ 345 h 353"/>
              <a:gd name="T28" fmla="*/ 16 w 289"/>
              <a:gd name="T29" fmla="*/ 177 h 353"/>
              <a:gd name="T30" fmla="*/ 112 w 289"/>
              <a:gd name="T31" fmla="*/ 177 h 353"/>
              <a:gd name="T32" fmla="*/ 112 w 289"/>
              <a:gd name="T33" fmla="*/ 201 h 353"/>
              <a:gd name="T34" fmla="*/ 120 w 289"/>
              <a:gd name="T35" fmla="*/ 209 h 353"/>
              <a:gd name="T36" fmla="*/ 281 w 289"/>
              <a:gd name="T37" fmla="*/ 209 h 353"/>
              <a:gd name="T38" fmla="*/ 289 w 289"/>
              <a:gd name="T39" fmla="*/ 201 h 353"/>
              <a:gd name="T40" fmla="*/ 288 w 289"/>
              <a:gd name="T41" fmla="*/ 197 h 353"/>
              <a:gd name="T42" fmla="*/ 16 w 289"/>
              <a:gd name="T43" fmla="*/ 16 h 353"/>
              <a:gd name="T44" fmla="*/ 144 w 289"/>
              <a:gd name="T45" fmla="*/ 16 h 353"/>
              <a:gd name="T46" fmla="*/ 144 w 289"/>
              <a:gd name="T47" fmla="*/ 161 h 353"/>
              <a:gd name="T48" fmla="*/ 16 w 289"/>
              <a:gd name="T49" fmla="*/ 161 h 353"/>
              <a:gd name="T50" fmla="*/ 16 w 289"/>
              <a:gd name="T51" fmla="*/ 16 h 353"/>
              <a:gd name="T52" fmla="*/ 128 w 289"/>
              <a:gd name="T53" fmla="*/ 193 h 353"/>
              <a:gd name="T54" fmla="*/ 128 w 289"/>
              <a:gd name="T55" fmla="*/ 177 h 353"/>
              <a:gd name="T56" fmla="*/ 153 w 289"/>
              <a:gd name="T57" fmla="*/ 177 h 353"/>
              <a:gd name="T58" fmla="*/ 161 w 289"/>
              <a:gd name="T59" fmla="*/ 169 h 353"/>
              <a:gd name="T60" fmla="*/ 161 w 289"/>
              <a:gd name="T61" fmla="*/ 48 h 353"/>
              <a:gd name="T62" fmla="*/ 267 w 289"/>
              <a:gd name="T63" fmla="*/ 48 h 353"/>
              <a:gd name="T64" fmla="*/ 226 w 289"/>
              <a:gd name="T65" fmla="*/ 116 h 353"/>
              <a:gd name="T66" fmla="*/ 226 w 289"/>
              <a:gd name="T67" fmla="*/ 116 h 353"/>
              <a:gd name="T68" fmla="*/ 225 w 289"/>
              <a:gd name="T69" fmla="*/ 120 h 353"/>
              <a:gd name="T70" fmla="*/ 226 w 289"/>
              <a:gd name="T71" fmla="*/ 124 h 353"/>
              <a:gd name="T72" fmla="*/ 226 w 289"/>
              <a:gd name="T73" fmla="*/ 125 h 353"/>
              <a:gd name="T74" fmla="*/ 267 w 289"/>
              <a:gd name="T75" fmla="*/ 193 h 353"/>
              <a:gd name="T76" fmla="*/ 128 w 289"/>
              <a:gd name="T77" fmla="*/ 193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289" h="353">
                <a:moveTo>
                  <a:pt x="288" y="197"/>
                </a:moveTo>
                <a:cubicBezTo>
                  <a:pt x="242" y="120"/>
                  <a:pt x="242" y="120"/>
                  <a:pt x="242" y="120"/>
                </a:cubicBezTo>
                <a:cubicBezTo>
                  <a:pt x="288" y="44"/>
                  <a:pt x="288" y="44"/>
                  <a:pt x="288" y="44"/>
                </a:cubicBezTo>
                <a:cubicBezTo>
                  <a:pt x="288" y="44"/>
                  <a:pt x="288" y="44"/>
                  <a:pt x="288" y="44"/>
                </a:cubicBezTo>
                <a:cubicBezTo>
                  <a:pt x="288" y="43"/>
                  <a:pt x="289" y="42"/>
                  <a:pt x="289" y="40"/>
                </a:cubicBezTo>
                <a:cubicBezTo>
                  <a:pt x="289" y="36"/>
                  <a:pt x="285" y="32"/>
                  <a:pt x="281" y="32"/>
                </a:cubicBezTo>
                <a:cubicBezTo>
                  <a:pt x="161" y="32"/>
                  <a:pt x="161" y="32"/>
                  <a:pt x="161" y="32"/>
                </a:cubicBezTo>
                <a:cubicBezTo>
                  <a:pt x="161" y="8"/>
                  <a:pt x="161" y="8"/>
                  <a:pt x="161" y="8"/>
                </a:cubicBezTo>
                <a:cubicBezTo>
                  <a:pt x="161" y="4"/>
                  <a:pt x="157" y="0"/>
                  <a:pt x="153" y="0"/>
                </a:cubicBezTo>
                <a:cubicBezTo>
                  <a:pt x="8" y="0"/>
                  <a:pt x="8" y="0"/>
                  <a:pt x="8" y="0"/>
                </a:cubicBezTo>
                <a:cubicBezTo>
                  <a:pt x="4" y="0"/>
                  <a:pt x="0" y="4"/>
                  <a:pt x="0" y="8"/>
                </a:cubicBezTo>
                <a:cubicBezTo>
                  <a:pt x="0" y="345"/>
                  <a:pt x="0" y="345"/>
                  <a:pt x="0" y="345"/>
                </a:cubicBezTo>
                <a:cubicBezTo>
                  <a:pt x="0" y="350"/>
                  <a:pt x="4" y="353"/>
                  <a:pt x="8" y="353"/>
                </a:cubicBezTo>
                <a:cubicBezTo>
                  <a:pt x="12" y="353"/>
                  <a:pt x="16" y="350"/>
                  <a:pt x="16" y="345"/>
                </a:cubicBezTo>
                <a:cubicBezTo>
                  <a:pt x="16" y="177"/>
                  <a:pt x="16" y="177"/>
                  <a:pt x="16" y="177"/>
                </a:cubicBezTo>
                <a:cubicBezTo>
                  <a:pt x="112" y="177"/>
                  <a:pt x="112" y="177"/>
                  <a:pt x="112" y="177"/>
                </a:cubicBezTo>
                <a:cubicBezTo>
                  <a:pt x="112" y="201"/>
                  <a:pt x="112" y="201"/>
                  <a:pt x="112" y="201"/>
                </a:cubicBezTo>
                <a:cubicBezTo>
                  <a:pt x="112" y="205"/>
                  <a:pt x="116" y="209"/>
                  <a:pt x="120" y="209"/>
                </a:cubicBezTo>
                <a:cubicBezTo>
                  <a:pt x="281" y="209"/>
                  <a:pt x="281" y="209"/>
                  <a:pt x="281" y="209"/>
                </a:cubicBezTo>
                <a:cubicBezTo>
                  <a:pt x="285" y="209"/>
                  <a:pt x="289" y="205"/>
                  <a:pt x="289" y="201"/>
                </a:cubicBezTo>
                <a:cubicBezTo>
                  <a:pt x="289" y="199"/>
                  <a:pt x="288" y="198"/>
                  <a:pt x="288" y="197"/>
                </a:cubicBezTo>
                <a:close/>
                <a:moveTo>
                  <a:pt x="16" y="16"/>
                </a:moveTo>
                <a:cubicBezTo>
                  <a:pt x="144" y="16"/>
                  <a:pt x="144" y="16"/>
                  <a:pt x="144" y="16"/>
                </a:cubicBezTo>
                <a:cubicBezTo>
                  <a:pt x="144" y="161"/>
                  <a:pt x="144" y="161"/>
                  <a:pt x="144" y="161"/>
                </a:cubicBezTo>
                <a:cubicBezTo>
                  <a:pt x="16" y="161"/>
                  <a:pt x="16" y="161"/>
                  <a:pt x="16" y="161"/>
                </a:cubicBezTo>
                <a:lnTo>
                  <a:pt x="16" y="16"/>
                </a:lnTo>
                <a:close/>
                <a:moveTo>
                  <a:pt x="128" y="193"/>
                </a:moveTo>
                <a:cubicBezTo>
                  <a:pt x="128" y="177"/>
                  <a:pt x="128" y="177"/>
                  <a:pt x="128" y="177"/>
                </a:cubicBezTo>
                <a:cubicBezTo>
                  <a:pt x="153" y="177"/>
                  <a:pt x="153" y="177"/>
                  <a:pt x="153" y="177"/>
                </a:cubicBezTo>
                <a:cubicBezTo>
                  <a:pt x="157" y="177"/>
                  <a:pt x="161" y="173"/>
                  <a:pt x="161" y="169"/>
                </a:cubicBezTo>
                <a:cubicBezTo>
                  <a:pt x="161" y="48"/>
                  <a:pt x="161" y="48"/>
                  <a:pt x="161" y="48"/>
                </a:cubicBezTo>
                <a:cubicBezTo>
                  <a:pt x="267" y="48"/>
                  <a:pt x="267" y="48"/>
                  <a:pt x="267" y="48"/>
                </a:cubicBezTo>
                <a:cubicBezTo>
                  <a:pt x="226" y="116"/>
                  <a:pt x="226" y="116"/>
                  <a:pt x="226" y="116"/>
                </a:cubicBezTo>
                <a:cubicBezTo>
                  <a:pt x="226" y="116"/>
                  <a:pt x="226" y="116"/>
                  <a:pt x="226" y="116"/>
                </a:cubicBezTo>
                <a:cubicBezTo>
                  <a:pt x="225" y="118"/>
                  <a:pt x="225" y="119"/>
                  <a:pt x="225" y="120"/>
                </a:cubicBezTo>
                <a:cubicBezTo>
                  <a:pt x="225" y="122"/>
                  <a:pt x="225" y="123"/>
                  <a:pt x="226" y="124"/>
                </a:cubicBezTo>
                <a:cubicBezTo>
                  <a:pt x="226" y="125"/>
                  <a:pt x="226" y="125"/>
                  <a:pt x="226" y="125"/>
                </a:cubicBezTo>
                <a:cubicBezTo>
                  <a:pt x="267" y="193"/>
                  <a:pt x="267" y="193"/>
                  <a:pt x="267" y="193"/>
                </a:cubicBezTo>
                <a:lnTo>
                  <a:pt x="128" y="193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5" name="Freeform 45"/>
          <p:cNvSpPr>
            <a:spLocks noEditPoints="1"/>
          </p:cNvSpPr>
          <p:nvPr/>
        </p:nvSpPr>
        <p:spPr bwMode="auto">
          <a:xfrm>
            <a:off x="878418" y="5331884"/>
            <a:ext cx="573617" cy="575733"/>
          </a:xfrm>
          <a:custGeom>
            <a:avLst/>
            <a:gdLst>
              <a:gd name="T0" fmla="*/ 0 w 353"/>
              <a:gd name="T1" fmla="*/ 177 h 354"/>
              <a:gd name="T2" fmla="*/ 353 w 353"/>
              <a:gd name="T3" fmla="*/ 177 h 354"/>
              <a:gd name="T4" fmla="*/ 129 w 353"/>
              <a:gd name="T5" fmla="*/ 24 h 354"/>
              <a:gd name="T6" fmla="*/ 118 w 353"/>
              <a:gd name="T7" fmla="*/ 37 h 354"/>
              <a:gd name="T8" fmla="*/ 100 w 353"/>
              <a:gd name="T9" fmla="*/ 69 h 354"/>
              <a:gd name="T10" fmla="*/ 73 w 353"/>
              <a:gd name="T11" fmla="*/ 55 h 354"/>
              <a:gd name="T12" fmla="*/ 61 w 353"/>
              <a:gd name="T13" fmla="*/ 65 h 354"/>
              <a:gd name="T14" fmla="*/ 93 w 353"/>
              <a:gd name="T15" fmla="*/ 89 h 354"/>
              <a:gd name="T16" fmla="*/ 83 w 353"/>
              <a:gd name="T17" fmla="*/ 133 h 354"/>
              <a:gd name="T18" fmla="*/ 81 w 353"/>
              <a:gd name="T19" fmla="*/ 155 h 354"/>
              <a:gd name="T20" fmla="*/ 16 w 353"/>
              <a:gd name="T21" fmla="*/ 169 h 354"/>
              <a:gd name="T22" fmla="*/ 16 w 353"/>
              <a:gd name="T23" fmla="*/ 185 h 354"/>
              <a:gd name="T24" fmla="*/ 81 w 353"/>
              <a:gd name="T25" fmla="*/ 199 h 354"/>
              <a:gd name="T26" fmla="*/ 83 w 353"/>
              <a:gd name="T27" fmla="*/ 221 h 354"/>
              <a:gd name="T28" fmla="*/ 93 w 353"/>
              <a:gd name="T29" fmla="*/ 265 h 354"/>
              <a:gd name="T30" fmla="*/ 61 w 353"/>
              <a:gd name="T31" fmla="*/ 288 h 354"/>
              <a:gd name="T32" fmla="*/ 73 w 353"/>
              <a:gd name="T33" fmla="*/ 299 h 354"/>
              <a:gd name="T34" fmla="*/ 100 w 353"/>
              <a:gd name="T35" fmla="*/ 284 h 354"/>
              <a:gd name="T36" fmla="*/ 118 w 353"/>
              <a:gd name="T37" fmla="*/ 317 h 354"/>
              <a:gd name="T38" fmla="*/ 129 w 353"/>
              <a:gd name="T39" fmla="*/ 330 h 354"/>
              <a:gd name="T40" fmla="*/ 168 w 353"/>
              <a:gd name="T41" fmla="*/ 337 h 354"/>
              <a:gd name="T42" fmla="*/ 168 w 353"/>
              <a:gd name="T43" fmla="*/ 266 h 354"/>
              <a:gd name="T44" fmla="*/ 168 w 353"/>
              <a:gd name="T45" fmla="*/ 250 h 354"/>
              <a:gd name="T46" fmla="*/ 96 w 353"/>
              <a:gd name="T47" fmla="*/ 185 h 354"/>
              <a:gd name="T48" fmla="*/ 168 w 353"/>
              <a:gd name="T49" fmla="*/ 250 h 354"/>
              <a:gd name="T50" fmla="*/ 96 w 353"/>
              <a:gd name="T51" fmla="*/ 169 h 354"/>
              <a:gd name="T52" fmla="*/ 168 w 353"/>
              <a:gd name="T53" fmla="*/ 104 h 354"/>
              <a:gd name="T54" fmla="*/ 168 w 353"/>
              <a:gd name="T55" fmla="*/ 88 h 354"/>
              <a:gd name="T56" fmla="*/ 168 w 353"/>
              <a:gd name="T57" fmla="*/ 17 h 354"/>
              <a:gd name="T58" fmla="*/ 337 w 353"/>
              <a:gd name="T59" fmla="*/ 169 h 354"/>
              <a:gd name="T60" fmla="*/ 272 w 353"/>
              <a:gd name="T61" fmla="*/ 155 h 354"/>
              <a:gd name="T62" fmla="*/ 270 w 353"/>
              <a:gd name="T63" fmla="*/ 133 h 354"/>
              <a:gd name="T64" fmla="*/ 260 w 353"/>
              <a:gd name="T65" fmla="*/ 89 h 354"/>
              <a:gd name="T66" fmla="*/ 292 w 353"/>
              <a:gd name="T67" fmla="*/ 65 h 354"/>
              <a:gd name="T68" fmla="*/ 280 w 353"/>
              <a:gd name="T69" fmla="*/ 55 h 354"/>
              <a:gd name="T70" fmla="*/ 253 w 353"/>
              <a:gd name="T71" fmla="*/ 69 h 354"/>
              <a:gd name="T72" fmla="*/ 235 w 353"/>
              <a:gd name="T73" fmla="*/ 37 h 354"/>
              <a:gd name="T74" fmla="*/ 224 w 353"/>
              <a:gd name="T75" fmla="*/ 24 h 354"/>
              <a:gd name="T76" fmla="*/ 185 w 353"/>
              <a:gd name="T77" fmla="*/ 17 h 354"/>
              <a:gd name="T78" fmla="*/ 185 w 353"/>
              <a:gd name="T79" fmla="*/ 88 h 354"/>
              <a:gd name="T80" fmla="*/ 185 w 353"/>
              <a:gd name="T81" fmla="*/ 104 h 354"/>
              <a:gd name="T82" fmla="*/ 257 w 353"/>
              <a:gd name="T83" fmla="*/ 169 h 354"/>
              <a:gd name="T84" fmla="*/ 185 w 353"/>
              <a:gd name="T85" fmla="*/ 104 h 354"/>
              <a:gd name="T86" fmla="*/ 257 w 353"/>
              <a:gd name="T87" fmla="*/ 185 h 354"/>
              <a:gd name="T88" fmla="*/ 185 w 353"/>
              <a:gd name="T89" fmla="*/ 250 h 354"/>
              <a:gd name="T90" fmla="*/ 185 w 353"/>
              <a:gd name="T91" fmla="*/ 337 h 354"/>
              <a:gd name="T92" fmla="*/ 240 w 353"/>
              <a:gd name="T93" fmla="*/ 276 h 354"/>
              <a:gd name="T94" fmla="*/ 224 w 353"/>
              <a:gd name="T95" fmla="*/ 330 h 354"/>
              <a:gd name="T96" fmla="*/ 235 w 353"/>
              <a:gd name="T97" fmla="*/ 317 h 354"/>
              <a:gd name="T98" fmla="*/ 253 w 353"/>
              <a:gd name="T99" fmla="*/ 284 h 354"/>
              <a:gd name="T100" fmla="*/ 280 w 353"/>
              <a:gd name="T101" fmla="*/ 299 h 354"/>
              <a:gd name="T102" fmla="*/ 292 w 353"/>
              <a:gd name="T103" fmla="*/ 288 h 354"/>
              <a:gd name="T104" fmla="*/ 260 w 353"/>
              <a:gd name="T105" fmla="*/ 265 h 354"/>
              <a:gd name="T106" fmla="*/ 270 w 353"/>
              <a:gd name="T107" fmla="*/ 221 h 354"/>
              <a:gd name="T108" fmla="*/ 272 w 353"/>
              <a:gd name="T109" fmla="*/ 199 h 354"/>
              <a:gd name="T110" fmla="*/ 337 w 353"/>
              <a:gd name="T111" fmla="*/ 185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353" h="354">
                <a:moveTo>
                  <a:pt x="177" y="0"/>
                </a:moveTo>
                <a:cubicBezTo>
                  <a:pt x="79" y="0"/>
                  <a:pt x="0" y="79"/>
                  <a:pt x="0" y="177"/>
                </a:cubicBezTo>
                <a:cubicBezTo>
                  <a:pt x="0" y="274"/>
                  <a:pt x="79" y="354"/>
                  <a:pt x="177" y="354"/>
                </a:cubicBezTo>
                <a:cubicBezTo>
                  <a:pt x="274" y="354"/>
                  <a:pt x="353" y="274"/>
                  <a:pt x="353" y="177"/>
                </a:cubicBezTo>
                <a:cubicBezTo>
                  <a:pt x="353" y="79"/>
                  <a:pt x="274" y="0"/>
                  <a:pt x="177" y="0"/>
                </a:cubicBezTo>
                <a:moveTo>
                  <a:pt x="129" y="24"/>
                </a:moveTo>
                <a:cubicBezTo>
                  <a:pt x="125" y="27"/>
                  <a:pt x="122" y="31"/>
                  <a:pt x="119" y="36"/>
                </a:cubicBezTo>
                <a:cubicBezTo>
                  <a:pt x="119" y="36"/>
                  <a:pt x="118" y="36"/>
                  <a:pt x="118" y="37"/>
                </a:cubicBezTo>
                <a:cubicBezTo>
                  <a:pt x="112" y="46"/>
                  <a:pt x="106" y="56"/>
                  <a:pt x="101" y="68"/>
                </a:cubicBezTo>
                <a:cubicBezTo>
                  <a:pt x="101" y="68"/>
                  <a:pt x="100" y="69"/>
                  <a:pt x="100" y="69"/>
                </a:cubicBezTo>
                <a:cubicBezTo>
                  <a:pt x="100" y="70"/>
                  <a:pt x="100" y="71"/>
                  <a:pt x="99" y="72"/>
                </a:cubicBezTo>
                <a:cubicBezTo>
                  <a:pt x="89" y="67"/>
                  <a:pt x="81" y="61"/>
                  <a:pt x="73" y="55"/>
                </a:cubicBezTo>
                <a:cubicBezTo>
                  <a:pt x="89" y="41"/>
                  <a:pt x="108" y="30"/>
                  <a:pt x="129" y="24"/>
                </a:cubicBezTo>
                <a:moveTo>
                  <a:pt x="61" y="65"/>
                </a:moveTo>
                <a:cubicBezTo>
                  <a:pt x="71" y="74"/>
                  <a:pt x="82" y="81"/>
                  <a:pt x="94" y="87"/>
                </a:cubicBezTo>
                <a:cubicBezTo>
                  <a:pt x="94" y="87"/>
                  <a:pt x="93" y="88"/>
                  <a:pt x="93" y="89"/>
                </a:cubicBezTo>
                <a:cubicBezTo>
                  <a:pt x="89" y="101"/>
                  <a:pt x="86" y="114"/>
                  <a:pt x="84" y="128"/>
                </a:cubicBezTo>
                <a:cubicBezTo>
                  <a:pt x="84" y="129"/>
                  <a:pt x="84" y="131"/>
                  <a:pt x="83" y="133"/>
                </a:cubicBezTo>
                <a:cubicBezTo>
                  <a:pt x="83" y="138"/>
                  <a:pt x="82" y="144"/>
                  <a:pt x="81" y="149"/>
                </a:cubicBezTo>
                <a:cubicBezTo>
                  <a:pt x="81" y="151"/>
                  <a:pt x="81" y="153"/>
                  <a:pt x="81" y="155"/>
                </a:cubicBezTo>
                <a:cubicBezTo>
                  <a:pt x="81" y="160"/>
                  <a:pt x="81" y="164"/>
                  <a:pt x="80" y="169"/>
                </a:cubicBezTo>
                <a:cubicBezTo>
                  <a:pt x="16" y="169"/>
                  <a:pt x="16" y="169"/>
                  <a:pt x="16" y="169"/>
                </a:cubicBezTo>
                <a:cubicBezTo>
                  <a:pt x="18" y="129"/>
                  <a:pt x="35" y="93"/>
                  <a:pt x="61" y="65"/>
                </a:cubicBezTo>
                <a:moveTo>
                  <a:pt x="16" y="185"/>
                </a:moveTo>
                <a:cubicBezTo>
                  <a:pt x="80" y="185"/>
                  <a:pt x="80" y="185"/>
                  <a:pt x="80" y="185"/>
                </a:cubicBezTo>
                <a:cubicBezTo>
                  <a:pt x="81" y="190"/>
                  <a:pt x="81" y="194"/>
                  <a:pt x="81" y="199"/>
                </a:cubicBezTo>
                <a:cubicBezTo>
                  <a:pt x="81" y="201"/>
                  <a:pt x="81" y="203"/>
                  <a:pt x="81" y="205"/>
                </a:cubicBezTo>
                <a:cubicBezTo>
                  <a:pt x="82" y="210"/>
                  <a:pt x="83" y="216"/>
                  <a:pt x="83" y="221"/>
                </a:cubicBezTo>
                <a:cubicBezTo>
                  <a:pt x="84" y="223"/>
                  <a:pt x="84" y="224"/>
                  <a:pt x="84" y="226"/>
                </a:cubicBezTo>
                <a:cubicBezTo>
                  <a:pt x="86" y="240"/>
                  <a:pt x="89" y="253"/>
                  <a:pt x="93" y="265"/>
                </a:cubicBezTo>
                <a:cubicBezTo>
                  <a:pt x="93" y="266"/>
                  <a:pt x="94" y="267"/>
                  <a:pt x="94" y="267"/>
                </a:cubicBezTo>
                <a:cubicBezTo>
                  <a:pt x="82" y="273"/>
                  <a:pt x="71" y="280"/>
                  <a:pt x="61" y="288"/>
                </a:cubicBezTo>
                <a:cubicBezTo>
                  <a:pt x="35" y="261"/>
                  <a:pt x="18" y="225"/>
                  <a:pt x="16" y="185"/>
                </a:cubicBezTo>
                <a:moveTo>
                  <a:pt x="73" y="299"/>
                </a:moveTo>
                <a:cubicBezTo>
                  <a:pt x="81" y="293"/>
                  <a:pt x="89" y="287"/>
                  <a:pt x="99" y="282"/>
                </a:cubicBezTo>
                <a:cubicBezTo>
                  <a:pt x="100" y="283"/>
                  <a:pt x="100" y="284"/>
                  <a:pt x="100" y="284"/>
                </a:cubicBezTo>
                <a:cubicBezTo>
                  <a:pt x="100" y="285"/>
                  <a:pt x="101" y="286"/>
                  <a:pt x="101" y="286"/>
                </a:cubicBezTo>
                <a:cubicBezTo>
                  <a:pt x="106" y="298"/>
                  <a:pt x="112" y="308"/>
                  <a:pt x="118" y="317"/>
                </a:cubicBezTo>
                <a:cubicBezTo>
                  <a:pt x="118" y="317"/>
                  <a:pt x="119" y="318"/>
                  <a:pt x="119" y="318"/>
                </a:cubicBezTo>
                <a:cubicBezTo>
                  <a:pt x="122" y="323"/>
                  <a:pt x="125" y="327"/>
                  <a:pt x="129" y="330"/>
                </a:cubicBezTo>
                <a:cubicBezTo>
                  <a:pt x="108" y="324"/>
                  <a:pt x="89" y="313"/>
                  <a:pt x="73" y="299"/>
                </a:cubicBezTo>
                <a:moveTo>
                  <a:pt x="168" y="337"/>
                </a:moveTo>
                <a:cubicBezTo>
                  <a:pt x="146" y="332"/>
                  <a:pt x="127" y="310"/>
                  <a:pt x="113" y="276"/>
                </a:cubicBezTo>
                <a:cubicBezTo>
                  <a:pt x="130" y="270"/>
                  <a:pt x="149" y="266"/>
                  <a:pt x="168" y="266"/>
                </a:cubicBezTo>
                <a:lnTo>
                  <a:pt x="168" y="337"/>
                </a:lnTo>
                <a:close/>
                <a:moveTo>
                  <a:pt x="168" y="250"/>
                </a:moveTo>
                <a:cubicBezTo>
                  <a:pt x="147" y="250"/>
                  <a:pt x="127" y="254"/>
                  <a:pt x="108" y="261"/>
                </a:cubicBezTo>
                <a:cubicBezTo>
                  <a:pt x="101" y="239"/>
                  <a:pt x="97" y="213"/>
                  <a:pt x="96" y="185"/>
                </a:cubicBezTo>
                <a:cubicBezTo>
                  <a:pt x="168" y="185"/>
                  <a:pt x="168" y="185"/>
                  <a:pt x="168" y="185"/>
                </a:cubicBezTo>
                <a:lnTo>
                  <a:pt x="168" y="250"/>
                </a:lnTo>
                <a:close/>
                <a:moveTo>
                  <a:pt x="168" y="169"/>
                </a:moveTo>
                <a:cubicBezTo>
                  <a:pt x="96" y="169"/>
                  <a:pt x="96" y="169"/>
                  <a:pt x="96" y="169"/>
                </a:cubicBezTo>
                <a:cubicBezTo>
                  <a:pt x="97" y="141"/>
                  <a:pt x="101" y="115"/>
                  <a:pt x="108" y="93"/>
                </a:cubicBezTo>
                <a:cubicBezTo>
                  <a:pt x="127" y="100"/>
                  <a:pt x="147" y="103"/>
                  <a:pt x="168" y="104"/>
                </a:cubicBezTo>
                <a:lnTo>
                  <a:pt x="168" y="169"/>
                </a:lnTo>
                <a:close/>
                <a:moveTo>
                  <a:pt x="168" y="88"/>
                </a:moveTo>
                <a:cubicBezTo>
                  <a:pt x="149" y="87"/>
                  <a:pt x="130" y="84"/>
                  <a:pt x="113" y="78"/>
                </a:cubicBezTo>
                <a:cubicBezTo>
                  <a:pt x="127" y="44"/>
                  <a:pt x="146" y="22"/>
                  <a:pt x="168" y="17"/>
                </a:cubicBezTo>
                <a:lnTo>
                  <a:pt x="168" y="88"/>
                </a:lnTo>
                <a:close/>
                <a:moveTo>
                  <a:pt x="337" y="169"/>
                </a:moveTo>
                <a:cubicBezTo>
                  <a:pt x="273" y="169"/>
                  <a:pt x="273" y="169"/>
                  <a:pt x="273" y="169"/>
                </a:cubicBezTo>
                <a:cubicBezTo>
                  <a:pt x="272" y="164"/>
                  <a:pt x="272" y="160"/>
                  <a:pt x="272" y="155"/>
                </a:cubicBezTo>
                <a:cubicBezTo>
                  <a:pt x="272" y="153"/>
                  <a:pt x="272" y="151"/>
                  <a:pt x="272" y="149"/>
                </a:cubicBezTo>
                <a:cubicBezTo>
                  <a:pt x="271" y="144"/>
                  <a:pt x="270" y="138"/>
                  <a:pt x="270" y="133"/>
                </a:cubicBezTo>
                <a:cubicBezTo>
                  <a:pt x="269" y="131"/>
                  <a:pt x="269" y="129"/>
                  <a:pt x="269" y="128"/>
                </a:cubicBezTo>
                <a:cubicBezTo>
                  <a:pt x="267" y="114"/>
                  <a:pt x="264" y="101"/>
                  <a:pt x="260" y="89"/>
                </a:cubicBezTo>
                <a:cubicBezTo>
                  <a:pt x="260" y="88"/>
                  <a:pt x="259" y="87"/>
                  <a:pt x="259" y="87"/>
                </a:cubicBezTo>
                <a:cubicBezTo>
                  <a:pt x="271" y="81"/>
                  <a:pt x="282" y="74"/>
                  <a:pt x="292" y="65"/>
                </a:cubicBezTo>
                <a:cubicBezTo>
                  <a:pt x="318" y="93"/>
                  <a:pt x="335" y="129"/>
                  <a:pt x="337" y="169"/>
                </a:cubicBezTo>
                <a:moveTo>
                  <a:pt x="280" y="55"/>
                </a:moveTo>
                <a:cubicBezTo>
                  <a:pt x="272" y="61"/>
                  <a:pt x="264" y="67"/>
                  <a:pt x="254" y="72"/>
                </a:cubicBezTo>
                <a:cubicBezTo>
                  <a:pt x="253" y="71"/>
                  <a:pt x="253" y="70"/>
                  <a:pt x="253" y="69"/>
                </a:cubicBezTo>
                <a:cubicBezTo>
                  <a:pt x="253" y="69"/>
                  <a:pt x="252" y="68"/>
                  <a:pt x="252" y="68"/>
                </a:cubicBezTo>
                <a:cubicBezTo>
                  <a:pt x="247" y="56"/>
                  <a:pt x="241" y="46"/>
                  <a:pt x="235" y="37"/>
                </a:cubicBezTo>
                <a:cubicBezTo>
                  <a:pt x="235" y="36"/>
                  <a:pt x="234" y="36"/>
                  <a:pt x="234" y="36"/>
                </a:cubicBezTo>
                <a:cubicBezTo>
                  <a:pt x="231" y="31"/>
                  <a:pt x="228" y="27"/>
                  <a:pt x="224" y="24"/>
                </a:cubicBezTo>
                <a:cubicBezTo>
                  <a:pt x="245" y="30"/>
                  <a:pt x="264" y="41"/>
                  <a:pt x="280" y="55"/>
                </a:cubicBezTo>
                <a:moveTo>
                  <a:pt x="185" y="17"/>
                </a:moveTo>
                <a:cubicBezTo>
                  <a:pt x="207" y="22"/>
                  <a:pt x="226" y="44"/>
                  <a:pt x="240" y="78"/>
                </a:cubicBezTo>
                <a:cubicBezTo>
                  <a:pt x="223" y="84"/>
                  <a:pt x="204" y="87"/>
                  <a:pt x="185" y="88"/>
                </a:cubicBezTo>
                <a:lnTo>
                  <a:pt x="185" y="17"/>
                </a:lnTo>
                <a:close/>
                <a:moveTo>
                  <a:pt x="185" y="104"/>
                </a:moveTo>
                <a:cubicBezTo>
                  <a:pt x="206" y="103"/>
                  <a:pt x="226" y="100"/>
                  <a:pt x="245" y="93"/>
                </a:cubicBezTo>
                <a:cubicBezTo>
                  <a:pt x="252" y="115"/>
                  <a:pt x="256" y="141"/>
                  <a:pt x="257" y="169"/>
                </a:cubicBezTo>
                <a:cubicBezTo>
                  <a:pt x="185" y="169"/>
                  <a:pt x="185" y="169"/>
                  <a:pt x="185" y="169"/>
                </a:cubicBezTo>
                <a:lnTo>
                  <a:pt x="185" y="104"/>
                </a:lnTo>
                <a:close/>
                <a:moveTo>
                  <a:pt x="185" y="185"/>
                </a:moveTo>
                <a:cubicBezTo>
                  <a:pt x="257" y="185"/>
                  <a:pt x="257" y="185"/>
                  <a:pt x="257" y="185"/>
                </a:cubicBezTo>
                <a:cubicBezTo>
                  <a:pt x="256" y="213"/>
                  <a:pt x="252" y="239"/>
                  <a:pt x="245" y="261"/>
                </a:cubicBezTo>
                <a:cubicBezTo>
                  <a:pt x="226" y="254"/>
                  <a:pt x="206" y="250"/>
                  <a:pt x="185" y="250"/>
                </a:cubicBezTo>
                <a:lnTo>
                  <a:pt x="185" y="185"/>
                </a:lnTo>
                <a:close/>
                <a:moveTo>
                  <a:pt x="185" y="337"/>
                </a:moveTo>
                <a:cubicBezTo>
                  <a:pt x="185" y="266"/>
                  <a:pt x="185" y="266"/>
                  <a:pt x="185" y="266"/>
                </a:cubicBezTo>
                <a:cubicBezTo>
                  <a:pt x="204" y="266"/>
                  <a:pt x="223" y="270"/>
                  <a:pt x="240" y="276"/>
                </a:cubicBezTo>
                <a:cubicBezTo>
                  <a:pt x="226" y="310"/>
                  <a:pt x="207" y="332"/>
                  <a:pt x="185" y="337"/>
                </a:cubicBezTo>
                <a:moveTo>
                  <a:pt x="224" y="330"/>
                </a:moveTo>
                <a:cubicBezTo>
                  <a:pt x="228" y="327"/>
                  <a:pt x="231" y="323"/>
                  <a:pt x="234" y="318"/>
                </a:cubicBezTo>
                <a:cubicBezTo>
                  <a:pt x="234" y="318"/>
                  <a:pt x="235" y="317"/>
                  <a:pt x="235" y="317"/>
                </a:cubicBezTo>
                <a:cubicBezTo>
                  <a:pt x="241" y="308"/>
                  <a:pt x="247" y="298"/>
                  <a:pt x="252" y="286"/>
                </a:cubicBezTo>
                <a:cubicBezTo>
                  <a:pt x="252" y="286"/>
                  <a:pt x="253" y="285"/>
                  <a:pt x="253" y="284"/>
                </a:cubicBezTo>
                <a:cubicBezTo>
                  <a:pt x="253" y="284"/>
                  <a:pt x="253" y="283"/>
                  <a:pt x="254" y="282"/>
                </a:cubicBezTo>
                <a:cubicBezTo>
                  <a:pt x="264" y="287"/>
                  <a:pt x="272" y="293"/>
                  <a:pt x="280" y="299"/>
                </a:cubicBezTo>
                <a:cubicBezTo>
                  <a:pt x="264" y="313"/>
                  <a:pt x="245" y="324"/>
                  <a:pt x="224" y="330"/>
                </a:cubicBezTo>
                <a:moveTo>
                  <a:pt x="292" y="288"/>
                </a:moveTo>
                <a:cubicBezTo>
                  <a:pt x="282" y="280"/>
                  <a:pt x="271" y="273"/>
                  <a:pt x="259" y="267"/>
                </a:cubicBezTo>
                <a:cubicBezTo>
                  <a:pt x="259" y="267"/>
                  <a:pt x="260" y="266"/>
                  <a:pt x="260" y="265"/>
                </a:cubicBezTo>
                <a:cubicBezTo>
                  <a:pt x="264" y="253"/>
                  <a:pt x="267" y="240"/>
                  <a:pt x="269" y="226"/>
                </a:cubicBezTo>
                <a:cubicBezTo>
                  <a:pt x="269" y="224"/>
                  <a:pt x="269" y="223"/>
                  <a:pt x="270" y="221"/>
                </a:cubicBezTo>
                <a:cubicBezTo>
                  <a:pt x="270" y="216"/>
                  <a:pt x="271" y="210"/>
                  <a:pt x="272" y="205"/>
                </a:cubicBezTo>
                <a:cubicBezTo>
                  <a:pt x="272" y="203"/>
                  <a:pt x="272" y="201"/>
                  <a:pt x="272" y="199"/>
                </a:cubicBezTo>
                <a:cubicBezTo>
                  <a:pt x="272" y="194"/>
                  <a:pt x="272" y="190"/>
                  <a:pt x="273" y="185"/>
                </a:cubicBezTo>
                <a:cubicBezTo>
                  <a:pt x="337" y="185"/>
                  <a:pt x="337" y="185"/>
                  <a:pt x="337" y="185"/>
                </a:cubicBezTo>
                <a:cubicBezTo>
                  <a:pt x="335" y="225"/>
                  <a:pt x="318" y="261"/>
                  <a:pt x="292" y="288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6" name="Freeform 46"/>
          <p:cNvSpPr>
            <a:spLocks noEditPoints="1"/>
          </p:cNvSpPr>
          <p:nvPr/>
        </p:nvSpPr>
        <p:spPr bwMode="auto">
          <a:xfrm>
            <a:off x="1972734" y="5331884"/>
            <a:ext cx="573617" cy="575733"/>
          </a:xfrm>
          <a:custGeom>
            <a:avLst/>
            <a:gdLst>
              <a:gd name="T0" fmla="*/ 0 w 353"/>
              <a:gd name="T1" fmla="*/ 209 h 354"/>
              <a:gd name="T2" fmla="*/ 289 w 353"/>
              <a:gd name="T3" fmla="*/ 209 h 354"/>
              <a:gd name="T4" fmla="*/ 100 w 353"/>
              <a:gd name="T5" fmla="*/ 89 h 354"/>
              <a:gd name="T6" fmla="*/ 64 w 353"/>
              <a:gd name="T7" fmla="*/ 110 h 354"/>
              <a:gd name="T8" fmla="*/ 52 w 353"/>
              <a:gd name="T9" fmla="*/ 121 h 354"/>
              <a:gd name="T10" fmla="*/ 65 w 353"/>
              <a:gd name="T11" fmla="*/ 201 h 354"/>
              <a:gd name="T12" fmla="*/ 52 w 353"/>
              <a:gd name="T13" fmla="*/ 121 h 354"/>
              <a:gd name="T14" fmla="*/ 65 w 353"/>
              <a:gd name="T15" fmla="*/ 217 h 354"/>
              <a:gd name="T16" fmla="*/ 52 w 353"/>
              <a:gd name="T17" fmla="*/ 297 h 354"/>
              <a:gd name="T18" fmla="*/ 64 w 353"/>
              <a:gd name="T19" fmla="*/ 308 h 354"/>
              <a:gd name="T20" fmla="*/ 100 w 353"/>
              <a:gd name="T21" fmla="*/ 329 h 354"/>
              <a:gd name="T22" fmla="*/ 137 w 353"/>
              <a:gd name="T23" fmla="*/ 336 h 354"/>
              <a:gd name="T24" fmla="*/ 137 w 353"/>
              <a:gd name="T25" fmla="*/ 282 h 354"/>
              <a:gd name="T26" fmla="*/ 137 w 353"/>
              <a:gd name="T27" fmla="*/ 266 h 354"/>
              <a:gd name="T28" fmla="*/ 81 w 353"/>
              <a:gd name="T29" fmla="*/ 217 h 354"/>
              <a:gd name="T30" fmla="*/ 137 w 353"/>
              <a:gd name="T31" fmla="*/ 266 h 354"/>
              <a:gd name="T32" fmla="*/ 81 w 353"/>
              <a:gd name="T33" fmla="*/ 201 h 354"/>
              <a:gd name="T34" fmla="*/ 137 w 353"/>
              <a:gd name="T35" fmla="*/ 152 h 354"/>
              <a:gd name="T36" fmla="*/ 137 w 353"/>
              <a:gd name="T37" fmla="*/ 136 h 354"/>
              <a:gd name="T38" fmla="*/ 137 w 353"/>
              <a:gd name="T39" fmla="*/ 82 h 354"/>
              <a:gd name="T40" fmla="*/ 226 w 353"/>
              <a:gd name="T41" fmla="*/ 110 h 354"/>
              <a:gd name="T42" fmla="*/ 189 w 353"/>
              <a:gd name="T43" fmla="*/ 89 h 354"/>
              <a:gd name="T44" fmla="*/ 153 w 353"/>
              <a:gd name="T45" fmla="*/ 82 h 354"/>
              <a:gd name="T46" fmla="*/ 153 w 353"/>
              <a:gd name="T47" fmla="*/ 136 h 354"/>
              <a:gd name="T48" fmla="*/ 153 w 353"/>
              <a:gd name="T49" fmla="*/ 152 h 354"/>
              <a:gd name="T50" fmla="*/ 209 w 353"/>
              <a:gd name="T51" fmla="*/ 201 h 354"/>
              <a:gd name="T52" fmla="*/ 153 w 353"/>
              <a:gd name="T53" fmla="*/ 152 h 354"/>
              <a:gd name="T54" fmla="*/ 209 w 353"/>
              <a:gd name="T55" fmla="*/ 217 h 354"/>
              <a:gd name="T56" fmla="*/ 153 w 353"/>
              <a:gd name="T57" fmla="*/ 266 h 354"/>
              <a:gd name="T58" fmla="*/ 153 w 353"/>
              <a:gd name="T59" fmla="*/ 336 h 354"/>
              <a:gd name="T60" fmla="*/ 194 w 353"/>
              <a:gd name="T61" fmla="*/ 290 h 354"/>
              <a:gd name="T62" fmla="*/ 189 w 353"/>
              <a:gd name="T63" fmla="*/ 329 h 354"/>
              <a:gd name="T64" fmla="*/ 226 w 353"/>
              <a:gd name="T65" fmla="*/ 308 h 354"/>
              <a:gd name="T66" fmla="*/ 237 w 353"/>
              <a:gd name="T67" fmla="*/ 297 h 354"/>
              <a:gd name="T68" fmla="*/ 225 w 353"/>
              <a:gd name="T69" fmla="*/ 217 h 354"/>
              <a:gd name="T70" fmla="*/ 237 w 353"/>
              <a:gd name="T71" fmla="*/ 297 h 354"/>
              <a:gd name="T72" fmla="*/ 214 w 353"/>
              <a:gd name="T73" fmla="*/ 137 h 354"/>
              <a:gd name="T74" fmla="*/ 273 w 353"/>
              <a:gd name="T75" fmla="*/ 201 h 354"/>
              <a:gd name="T76" fmla="*/ 209 w 353"/>
              <a:gd name="T77" fmla="*/ 0 h 354"/>
              <a:gd name="T78" fmla="*/ 132 w 353"/>
              <a:gd name="T79" fmla="*/ 49 h 354"/>
              <a:gd name="T80" fmla="*/ 164 w 353"/>
              <a:gd name="T81" fmla="*/ 25 h 354"/>
              <a:gd name="T82" fmla="*/ 166 w 353"/>
              <a:gd name="T83" fmla="*/ 50 h 354"/>
              <a:gd name="T84" fmla="*/ 201 w 353"/>
              <a:gd name="T85" fmla="*/ 59 h 354"/>
              <a:gd name="T86" fmla="*/ 217 w 353"/>
              <a:gd name="T87" fmla="*/ 18 h 354"/>
              <a:gd name="T88" fmla="*/ 227 w 353"/>
              <a:gd name="T89" fmla="*/ 71 h 354"/>
              <a:gd name="T90" fmla="*/ 264 w 353"/>
              <a:gd name="T91" fmla="*/ 79 h 354"/>
              <a:gd name="T92" fmla="*/ 295 w 353"/>
              <a:gd name="T93" fmla="*/ 153 h 354"/>
              <a:gd name="T94" fmla="*/ 304 w 353"/>
              <a:gd name="T95" fmla="*/ 231 h 354"/>
              <a:gd name="T96" fmla="*/ 353 w 353"/>
              <a:gd name="T97" fmla="*/ 145 h 354"/>
              <a:gd name="T98" fmla="*/ 253 w 353"/>
              <a:gd name="T99" fmla="*/ 25 h 354"/>
              <a:gd name="T100" fmla="*/ 273 w 353"/>
              <a:gd name="T101" fmla="*/ 57 h 354"/>
              <a:gd name="T102" fmla="*/ 289 w 353"/>
              <a:gd name="T103" fmla="*/ 137 h 354"/>
              <a:gd name="T104" fmla="*/ 302 w 353"/>
              <a:gd name="T105" fmla="*/ 56 h 354"/>
              <a:gd name="T106" fmla="*/ 289 w 353"/>
              <a:gd name="T107" fmla="*/ 137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353" h="354">
                <a:moveTo>
                  <a:pt x="145" y="65"/>
                </a:moveTo>
                <a:cubicBezTo>
                  <a:pt x="65" y="65"/>
                  <a:pt x="0" y="129"/>
                  <a:pt x="0" y="209"/>
                </a:cubicBezTo>
                <a:cubicBezTo>
                  <a:pt x="0" y="289"/>
                  <a:pt x="65" y="354"/>
                  <a:pt x="145" y="354"/>
                </a:cubicBezTo>
                <a:cubicBezTo>
                  <a:pt x="225" y="354"/>
                  <a:pt x="289" y="289"/>
                  <a:pt x="289" y="209"/>
                </a:cubicBezTo>
                <a:cubicBezTo>
                  <a:pt x="289" y="129"/>
                  <a:pt x="225" y="65"/>
                  <a:pt x="145" y="65"/>
                </a:cubicBezTo>
                <a:moveTo>
                  <a:pt x="100" y="89"/>
                </a:moveTo>
                <a:cubicBezTo>
                  <a:pt x="93" y="98"/>
                  <a:pt x="86" y="109"/>
                  <a:pt x="81" y="122"/>
                </a:cubicBezTo>
                <a:cubicBezTo>
                  <a:pt x="75" y="118"/>
                  <a:pt x="69" y="114"/>
                  <a:pt x="64" y="110"/>
                </a:cubicBezTo>
                <a:cubicBezTo>
                  <a:pt x="74" y="101"/>
                  <a:pt x="87" y="94"/>
                  <a:pt x="100" y="89"/>
                </a:cubicBezTo>
                <a:moveTo>
                  <a:pt x="52" y="121"/>
                </a:moveTo>
                <a:cubicBezTo>
                  <a:pt x="59" y="127"/>
                  <a:pt x="67" y="132"/>
                  <a:pt x="75" y="137"/>
                </a:cubicBezTo>
                <a:cubicBezTo>
                  <a:pt x="69" y="156"/>
                  <a:pt x="65" y="178"/>
                  <a:pt x="65" y="201"/>
                </a:cubicBezTo>
                <a:cubicBezTo>
                  <a:pt x="17" y="201"/>
                  <a:pt x="17" y="201"/>
                  <a:pt x="17" y="201"/>
                </a:cubicBezTo>
                <a:cubicBezTo>
                  <a:pt x="19" y="170"/>
                  <a:pt x="32" y="142"/>
                  <a:pt x="52" y="121"/>
                </a:cubicBezTo>
                <a:moveTo>
                  <a:pt x="17" y="217"/>
                </a:moveTo>
                <a:cubicBezTo>
                  <a:pt x="65" y="217"/>
                  <a:pt x="65" y="217"/>
                  <a:pt x="65" y="217"/>
                </a:cubicBezTo>
                <a:cubicBezTo>
                  <a:pt x="65" y="240"/>
                  <a:pt x="69" y="262"/>
                  <a:pt x="75" y="281"/>
                </a:cubicBezTo>
                <a:cubicBezTo>
                  <a:pt x="67" y="286"/>
                  <a:pt x="59" y="291"/>
                  <a:pt x="52" y="297"/>
                </a:cubicBezTo>
                <a:cubicBezTo>
                  <a:pt x="32" y="276"/>
                  <a:pt x="19" y="248"/>
                  <a:pt x="17" y="217"/>
                </a:cubicBezTo>
                <a:moveTo>
                  <a:pt x="64" y="308"/>
                </a:moveTo>
                <a:cubicBezTo>
                  <a:pt x="69" y="304"/>
                  <a:pt x="75" y="300"/>
                  <a:pt x="81" y="297"/>
                </a:cubicBezTo>
                <a:cubicBezTo>
                  <a:pt x="86" y="309"/>
                  <a:pt x="93" y="320"/>
                  <a:pt x="100" y="329"/>
                </a:cubicBezTo>
                <a:cubicBezTo>
                  <a:pt x="87" y="324"/>
                  <a:pt x="74" y="317"/>
                  <a:pt x="64" y="308"/>
                </a:cubicBezTo>
                <a:moveTo>
                  <a:pt x="137" y="336"/>
                </a:moveTo>
                <a:cubicBezTo>
                  <a:pt x="120" y="332"/>
                  <a:pt x="105" y="315"/>
                  <a:pt x="95" y="290"/>
                </a:cubicBezTo>
                <a:cubicBezTo>
                  <a:pt x="108" y="285"/>
                  <a:pt x="122" y="282"/>
                  <a:pt x="137" y="282"/>
                </a:cubicBezTo>
                <a:lnTo>
                  <a:pt x="137" y="336"/>
                </a:lnTo>
                <a:close/>
                <a:moveTo>
                  <a:pt x="137" y="266"/>
                </a:moveTo>
                <a:cubicBezTo>
                  <a:pt x="120" y="266"/>
                  <a:pt x="104" y="270"/>
                  <a:pt x="90" y="275"/>
                </a:cubicBezTo>
                <a:cubicBezTo>
                  <a:pt x="85" y="258"/>
                  <a:pt x="81" y="238"/>
                  <a:pt x="81" y="217"/>
                </a:cubicBezTo>
                <a:cubicBezTo>
                  <a:pt x="137" y="217"/>
                  <a:pt x="137" y="217"/>
                  <a:pt x="137" y="217"/>
                </a:cubicBezTo>
                <a:lnTo>
                  <a:pt x="137" y="266"/>
                </a:lnTo>
                <a:close/>
                <a:moveTo>
                  <a:pt x="137" y="201"/>
                </a:moveTo>
                <a:cubicBezTo>
                  <a:pt x="81" y="201"/>
                  <a:pt x="81" y="201"/>
                  <a:pt x="81" y="201"/>
                </a:cubicBezTo>
                <a:cubicBezTo>
                  <a:pt x="81" y="180"/>
                  <a:pt x="85" y="160"/>
                  <a:pt x="90" y="143"/>
                </a:cubicBezTo>
                <a:cubicBezTo>
                  <a:pt x="104" y="148"/>
                  <a:pt x="120" y="152"/>
                  <a:pt x="137" y="152"/>
                </a:cubicBezTo>
                <a:lnTo>
                  <a:pt x="137" y="201"/>
                </a:lnTo>
                <a:close/>
                <a:moveTo>
                  <a:pt x="137" y="136"/>
                </a:moveTo>
                <a:cubicBezTo>
                  <a:pt x="122" y="136"/>
                  <a:pt x="108" y="133"/>
                  <a:pt x="95" y="128"/>
                </a:cubicBezTo>
                <a:cubicBezTo>
                  <a:pt x="105" y="103"/>
                  <a:pt x="120" y="86"/>
                  <a:pt x="137" y="82"/>
                </a:cubicBezTo>
                <a:lnTo>
                  <a:pt x="137" y="136"/>
                </a:lnTo>
                <a:close/>
                <a:moveTo>
                  <a:pt x="226" y="110"/>
                </a:moveTo>
                <a:cubicBezTo>
                  <a:pt x="221" y="114"/>
                  <a:pt x="215" y="118"/>
                  <a:pt x="209" y="122"/>
                </a:cubicBezTo>
                <a:cubicBezTo>
                  <a:pt x="203" y="109"/>
                  <a:pt x="197" y="98"/>
                  <a:pt x="189" y="89"/>
                </a:cubicBezTo>
                <a:cubicBezTo>
                  <a:pt x="203" y="94"/>
                  <a:pt x="215" y="101"/>
                  <a:pt x="226" y="110"/>
                </a:cubicBezTo>
                <a:moveTo>
                  <a:pt x="153" y="82"/>
                </a:moveTo>
                <a:cubicBezTo>
                  <a:pt x="170" y="86"/>
                  <a:pt x="184" y="103"/>
                  <a:pt x="194" y="128"/>
                </a:cubicBezTo>
                <a:cubicBezTo>
                  <a:pt x="182" y="133"/>
                  <a:pt x="168" y="136"/>
                  <a:pt x="153" y="136"/>
                </a:cubicBezTo>
                <a:lnTo>
                  <a:pt x="153" y="82"/>
                </a:lnTo>
                <a:close/>
                <a:moveTo>
                  <a:pt x="153" y="152"/>
                </a:moveTo>
                <a:cubicBezTo>
                  <a:pt x="170" y="152"/>
                  <a:pt x="185" y="148"/>
                  <a:pt x="200" y="143"/>
                </a:cubicBezTo>
                <a:cubicBezTo>
                  <a:pt x="205" y="160"/>
                  <a:pt x="208" y="180"/>
                  <a:pt x="209" y="201"/>
                </a:cubicBezTo>
                <a:cubicBezTo>
                  <a:pt x="153" y="201"/>
                  <a:pt x="153" y="201"/>
                  <a:pt x="153" y="201"/>
                </a:cubicBezTo>
                <a:lnTo>
                  <a:pt x="153" y="152"/>
                </a:lnTo>
                <a:close/>
                <a:moveTo>
                  <a:pt x="153" y="217"/>
                </a:moveTo>
                <a:cubicBezTo>
                  <a:pt x="209" y="217"/>
                  <a:pt x="209" y="217"/>
                  <a:pt x="209" y="217"/>
                </a:cubicBezTo>
                <a:cubicBezTo>
                  <a:pt x="208" y="238"/>
                  <a:pt x="205" y="258"/>
                  <a:pt x="200" y="275"/>
                </a:cubicBezTo>
                <a:cubicBezTo>
                  <a:pt x="185" y="270"/>
                  <a:pt x="170" y="266"/>
                  <a:pt x="153" y="266"/>
                </a:cubicBezTo>
                <a:lnTo>
                  <a:pt x="153" y="217"/>
                </a:lnTo>
                <a:close/>
                <a:moveTo>
                  <a:pt x="153" y="336"/>
                </a:moveTo>
                <a:cubicBezTo>
                  <a:pt x="153" y="282"/>
                  <a:pt x="153" y="282"/>
                  <a:pt x="153" y="282"/>
                </a:cubicBezTo>
                <a:cubicBezTo>
                  <a:pt x="168" y="282"/>
                  <a:pt x="182" y="285"/>
                  <a:pt x="194" y="290"/>
                </a:cubicBezTo>
                <a:cubicBezTo>
                  <a:pt x="184" y="315"/>
                  <a:pt x="170" y="332"/>
                  <a:pt x="153" y="336"/>
                </a:cubicBezTo>
                <a:moveTo>
                  <a:pt x="189" y="329"/>
                </a:moveTo>
                <a:cubicBezTo>
                  <a:pt x="197" y="320"/>
                  <a:pt x="203" y="309"/>
                  <a:pt x="209" y="297"/>
                </a:cubicBezTo>
                <a:cubicBezTo>
                  <a:pt x="215" y="300"/>
                  <a:pt x="221" y="304"/>
                  <a:pt x="226" y="308"/>
                </a:cubicBezTo>
                <a:cubicBezTo>
                  <a:pt x="215" y="317"/>
                  <a:pt x="203" y="324"/>
                  <a:pt x="189" y="329"/>
                </a:cubicBezTo>
                <a:moveTo>
                  <a:pt x="237" y="297"/>
                </a:moveTo>
                <a:cubicBezTo>
                  <a:pt x="231" y="291"/>
                  <a:pt x="223" y="286"/>
                  <a:pt x="214" y="281"/>
                </a:cubicBezTo>
                <a:cubicBezTo>
                  <a:pt x="220" y="262"/>
                  <a:pt x="224" y="240"/>
                  <a:pt x="225" y="217"/>
                </a:cubicBezTo>
                <a:cubicBezTo>
                  <a:pt x="273" y="217"/>
                  <a:pt x="273" y="217"/>
                  <a:pt x="273" y="217"/>
                </a:cubicBezTo>
                <a:cubicBezTo>
                  <a:pt x="271" y="248"/>
                  <a:pt x="258" y="276"/>
                  <a:pt x="237" y="297"/>
                </a:cubicBezTo>
                <a:moveTo>
                  <a:pt x="225" y="201"/>
                </a:moveTo>
                <a:cubicBezTo>
                  <a:pt x="224" y="178"/>
                  <a:pt x="220" y="156"/>
                  <a:pt x="214" y="137"/>
                </a:cubicBezTo>
                <a:cubicBezTo>
                  <a:pt x="223" y="132"/>
                  <a:pt x="231" y="127"/>
                  <a:pt x="237" y="121"/>
                </a:cubicBezTo>
                <a:cubicBezTo>
                  <a:pt x="258" y="142"/>
                  <a:pt x="271" y="170"/>
                  <a:pt x="273" y="201"/>
                </a:cubicBezTo>
                <a:lnTo>
                  <a:pt x="225" y="201"/>
                </a:lnTo>
                <a:close/>
                <a:moveTo>
                  <a:pt x="209" y="0"/>
                </a:moveTo>
                <a:cubicBezTo>
                  <a:pt x="162" y="0"/>
                  <a:pt x="121" y="22"/>
                  <a:pt x="95" y="57"/>
                </a:cubicBezTo>
                <a:cubicBezTo>
                  <a:pt x="107" y="53"/>
                  <a:pt x="119" y="50"/>
                  <a:pt x="132" y="49"/>
                </a:cubicBezTo>
                <a:cubicBezTo>
                  <a:pt x="131" y="48"/>
                  <a:pt x="129" y="47"/>
                  <a:pt x="128" y="46"/>
                </a:cubicBezTo>
                <a:cubicBezTo>
                  <a:pt x="139" y="37"/>
                  <a:pt x="151" y="30"/>
                  <a:pt x="164" y="25"/>
                </a:cubicBezTo>
                <a:cubicBezTo>
                  <a:pt x="159" y="31"/>
                  <a:pt x="154" y="40"/>
                  <a:pt x="149" y="49"/>
                </a:cubicBezTo>
                <a:cubicBezTo>
                  <a:pt x="155" y="49"/>
                  <a:pt x="160" y="49"/>
                  <a:pt x="166" y="50"/>
                </a:cubicBezTo>
                <a:cubicBezTo>
                  <a:pt x="175" y="33"/>
                  <a:pt x="187" y="21"/>
                  <a:pt x="201" y="18"/>
                </a:cubicBezTo>
                <a:cubicBezTo>
                  <a:pt x="201" y="59"/>
                  <a:pt x="201" y="59"/>
                  <a:pt x="201" y="59"/>
                </a:cubicBezTo>
                <a:cubicBezTo>
                  <a:pt x="206" y="61"/>
                  <a:pt x="212" y="63"/>
                  <a:pt x="217" y="66"/>
                </a:cubicBezTo>
                <a:cubicBezTo>
                  <a:pt x="217" y="18"/>
                  <a:pt x="217" y="18"/>
                  <a:pt x="217" y="18"/>
                </a:cubicBezTo>
                <a:cubicBezTo>
                  <a:pt x="234" y="22"/>
                  <a:pt x="248" y="39"/>
                  <a:pt x="259" y="64"/>
                </a:cubicBezTo>
                <a:cubicBezTo>
                  <a:pt x="249" y="67"/>
                  <a:pt x="238" y="70"/>
                  <a:pt x="227" y="71"/>
                </a:cubicBezTo>
                <a:cubicBezTo>
                  <a:pt x="233" y="75"/>
                  <a:pt x="240" y="79"/>
                  <a:pt x="246" y="84"/>
                </a:cubicBezTo>
                <a:cubicBezTo>
                  <a:pt x="252" y="83"/>
                  <a:pt x="258" y="81"/>
                  <a:pt x="264" y="79"/>
                </a:cubicBezTo>
                <a:cubicBezTo>
                  <a:pt x="267" y="88"/>
                  <a:pt x="269" y="99"/>
                  <a:pt x="270" y="109"/>
                </a:cubicBezTo>
                <a:cubicBezTo>
                  <a:pt x="281" y="122"/>
                  <a:pt x="289" y="137"/>
                  <a:pt x="295" y="153"/>
                </a:cubicBezTo>
                <a:cubicBezTo>
                  <a:pt x="337" y="153"/>
                  <a:pt x="337" y="153"/>
                  <a:pt x="337" y="153"/>
                </a:cubicBezTo>
                <a:cubicBezTo>
                  <a:pt x="335" y="183"/>
                  <a:pt x="323" y="210"/>
                  <a:pt x="304" y="231"/>
                </a:cubicBezTo>
                <a:cubicBezTo>
                  <a:pt x="302" y="241"/>
                  <a:pt x="300" y="250"/>
                  <a:pt x="297" y="259"/>
                </a:cubicBezTo>
                <a:cubicBezTo>
                  <a:pt x="331" y="233"/>
                  <a:pt x="353" y="191"/>
                  <a:pt x="353" y="145"/>
                </a:cubicBezTo>
                <a:cubicBezTo>
                  <a:pt x="353" y="65"/>
                  <a:pt x="289" y="0"/>
                  <a:pt x="209" y="0"/>
                </a:cubicBezTo>
                <a:moveTo>
                  <a:pt x="253" y="25"/>
                </a:moveTo>
                <a:cubicBezTo>
                  <a:pt x="267" y="30"/>
                  <a:pt x="279" y="37"/>
                  <a:pt x="290" y="46"/>
                </a:cubicBezTo>
                <a:cubicBezTo>
                  <a:pt x="285" y="50"/>
                  <a:pt x="279" y="54"/>
                  <a:pt x="273" y="57"/>
                </a:cubicBezTo>
                <a:cubicBezTo>
                  <a:pt x="267" y="45"/>
                  <a:pt x="261" y="33"/>
                  <a:pt x="253" y="25"/>
                </a:cubicBezTo>
                <a:moveTo>
                  <a:pt x="289" y="137"/>
                </a:moveTo>
                <a:cubicBezTo>
                  <a:pt x="288" y="113"/>
                  <a:pt x="284" y="92"/>
                  <a:pt x="278" y="72"/>
                </a:cubicBezTo>
                <a:cubicBezTo>
                  <a:pt x="287" y="68"/>
                  <a:pt x="295" y="62"/>
                  <a:pt x="302" y="56"/>
                </a:cubicBezTo>
                <a:cubicBezTo>
                  <a:pt x="322" y="78"/>
                  <a:pt x="335" y="106"/>
                  <a:pt x="337" y="137"/>
                </a:cubicBezTo>
                <a:lnTo>
                  <a:pt x="289" y="137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7" name="Freeform 47"/>
          <p:cNvSpPr>
            <a:spLocks noEditPoints="1"/>
          </p:cNvSpPr>
          <p:nvPr/>
        </p:nvSpPr>
        <p:spPr bwMode="auto">
          <a:xfrm>
            <a:off x="3071285" y="5331884"/>
            <a:ext cx="573617" cy="575733"/>
          </a:xfrm>
          <a:custGeom>
            <a:avLst/>
            <a:gdLst>
              <a:gd name="T0" fmla="*/ 160 w 353"/>
              <a:gd name="T1" fmla="*/ 191 h 354"/>
              <a:gd name="T2" fmla="*/ 150 w 353"/>
              <a:gd name="T3" fmla="*/ 266 h 354"/>
              <a:gd name="T4" fmla="*/ 176 w 353"/>
              <a:gd name="T5" fmla="*/ 298 h 354"/>
              <a:gd name="T6" fmla="*/ 196 w 353"/>
              <a:gd name="T7" fmla="*/ 212 h 354"/>
              <a:gd name="T8" fmla="*/ 264 w 353"/>
              <a:gd name="T9" fmla="*/ 226 h 354"/>
              <a:gd name="T10" fmla="*/ 265 w 353"/>
              <a:gd name="T11" fmla="*/ 211 h 354"/>
              <a:gd name="T12" fmla="*/ 169 w 353"/>
              <a:gd name="T13" fmla="*/ 130 h 354"/>
              <a:gd name="T14" fmla="*/ 167 w 353"/>
              <a:gd name="T15" fmla="*/ 97 h 354"/>
              <a:gd name="T16" fmla="*/ 152 w 353"/>
              <a:gd name="T17" fmla="*/ 92 h 354"/>
              <a:gd name="T18" fmla="*/ 132 w 353"/>
              <a:gd name="T19" fmla="*/ 75 h 354"/>
              <a:gd name="T20" fmla="*/ 83 w 353"/>
              <a:gd name="T21" fmla="*/ 66 h 354"/>
              <a:gd name="T22" fmla="*/ 61 w 353"/>
              <a:gd name="T23" fmla="*/ 159 h 354"/>
              <a:gd name="T24" fmla="*/ 112 w 353"/>
              <a:gd name="T25" fmla="*/ 189 h 354"/>
              <a:gd name="T26" fmla="*/ 123 w 353"/>
              <a:gd name="T27" fmla="*/ 166 h 354"/>
              <a:gd name="T28" fmla="*/ 176 w 353"/>
              <a:gd name="T29" fmla="*/ 0 h 354"/>
              <a:gd name="T30" fmla="*/ 176 w 353"/>
              <a:gd name="T31" fmla="*/ 354 h 354"/>
              <a:gd name="T32" fmla="*/ 176 w 353"/>
              <a:gd name="T33" fmla="*/ 0 h 354"/>
              <a:gd name="T34" fmla="*/ 16 w 353"/>
              <a:gd name="T35" fmla="*/ 177 h 354"/>
              <a:gd name="T36" fmla="*/ 337 w 353"/>
              <a:gd name="T37" fmla="*/ 177 h 354"/>
              <a:gd name="T38" fmla="*/ 320 w 353"/>
              <a:gd name="T39" fmla="*/ 164 h 354"/>
              <a:gd name="T40" fmla="*/ 318 w 353"/>
              <a:gd name="T41" fmla="*/ 150 h 354"/>
              <a:gd name="T42" fmla="*/ 315 w 353"/>
              <a:gd name="T43" fmla="*/ 137 h 354"/>
              <a:gd name="T44" fmla="*/ 310 w 353"/>
              <a:gd name="T45" fmla="*/ 122 h 354"/>
              <a:gd name="T46" fmla="*/ 304 w 353"/>
              <a:gd name="T47" fmla="*/ 110 h 354"/>
              <a:gd name="T48" fmla="*/ 298 w 353"/>
              <a:gd name="T49" fmla="*/ 100 h 354"/>
              <a:gd name="T50" fmla="*/ 292 w 353"/>
              <a:gd name="T51" fmla="*/ 91 h 354"/>
              <a:gd name="T52" fmla="*/ 272 w 353"/>
              <a:gd name="T53" fmla="*/ 69 h 354"/>
              <a:gd name="T54" fmla="*/ 264 w 353"/>
              <a:gd name="T55" fmla="*/ 62 h 354"/>
              <a:gd name="T56" fmla="*/ 213 w 353"/>
              <a:gd name="T57" fmla="*/ 59 h 354"/>
              <a:gd name="T58" fmla="*/ 220 w 353"/>
              <a:gd name="T59" fmla="*/ 96 h 354"/>
              <a:gd name="T60" fmla="*/ 264 w 353"/>
              <a:gd name="T61" fmla="*/ 113 h 354"/>
              <a:gd name="T62" fmla="*/ 288 w 353"/>
              <a:gd name="T63" fmla="*/ 200 h 354"/>
              <a:gd name="T64" fmla="*/ 317 w 353"/>
              <a:gd name="T65" fmla="*/ 208 h 354"/>
              <a:gd name="T66" fmla="*/ 320 w 353"/>
              <a:gd name="T67" fmla="*/ 194 h 354"/>
              <a:gd name="T68" fmla="*/ 321 w 353"/>
              <a:gd name="T69" fmla="*/ 177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353" h="354">
                <a:moveTo>
                  <a:pt x="196" y="212"/>
                </a:moveTo>
                <a:cubicBezTo>
                  <a:pt x="179" y="197"/>
                  <a:pt x="181" y="191"/>
                  <a:pt x="160" y="191"/>
                </a:cubicBezTo>
                <a:cubicBezTo>
                  <a:pt x="138" y="191"/>
                  <a:pt x="124" y="196"/>
                  <a:pt x="130" y="226"/>
                </a:cubicBezTo>
                <a:cubicBezTo>
                  <a:pt x="136" y="256"/>
                  <a:pt x="152" y="243"/>
                  <a:pt x="150" y="266"/>
                </a:cubicBezTo>
                <a:cubicBezTo>
                  <a:pt x="149" y="289"/>
                  <a:pt x="154" y="294"/>
                  <a:pt x="158" y="299"/>
                </a:cubicBezTo>
                <a:cubicBezTo>
                  <a:pt x="161" y="305"/>
                  <a:pt x="172" y="321"/>
                  <a:pt x="176" y="298"/>
                </a:cubicBezTo>
                <a:cubicBezTo>
                  <a:pt x="180" y="276"/>
                  <a:pt x="187" y="263"/>
                  <a:pt x="196" y="252"/>
                </a:cubicBezTo>
                <a:cubicBezTo>
                  <a:pt x="204" y="241"/>
                  <a:pt x="213" y="227"/>
                  <a:pt x="196" y="212"/>
                </a:cubicBezTo>
                <a:moveTo>
                  <a:pt x="265" y="211"/>
                </a:moveTo>
                <a:cubicBezTo>
                  <a:pt x="259" y="214"/>
                  <a:pt x="260" y="222"/>
                  <a:pt x="264" y="226"/>
                </a:cubicBezTo>
                <a:cubicBezTo>
                  <a:pt x="269" y="231"/>
                  <a:pt x="279" y="236"/>
                  <a:pt x="282" y="226"/>
                </a:cubicBezTo>
                <a:cubicBezTo>
                  <a:pt x="285" y="217"/>
                  <a:pt x="271" y="207"/>
                  <a:pt x="265" y="211"/>
                </a:cubicBezTo>
                <a:moveTo>
                  <a:pt x="137" y="159"/>
                </a:moveTo>
                <a:cubicBezTo>
                  <a:pt x="138" y="148"/>
                  <a:pt x="157" y="136"/>
                  <a:pt x="169" y="130"/>
                </a:cubicBezTo>
                <a:cubicBezTo>
                  <a:pt x="182" y="125"/>
                  <a:pt x="193" y="123"/>
                  <a:pt x="192" y="113"/>
                </a:cubicBezTo>
                <a:cubicBezTo>
                  <a:pt x="190" y="104"/>
                  <a:pt x="187" y="97"/>
                  <a:pt x="167" y="97"/>
                </a:cubicBezTo>
                <a:cubicBezTo>
                  <a:pt x="148" y="97"/>
                  <a:pt x="156" y="123"/>
                  <a:pt x="140" y="107"/>
                </a:cubicBezTo>
                <a:cubicBezTo>
                  <a:pt x="124" y="92"/>
                  <a:pt x="144" y="96"/>
                  <a:pt x="152" y="92"/>
                </a:cubicBezTo>
                <a:cubicBezTo>
                  <a:pt x="160" y="89"/>
                  <a:pt x="168" y="74"/>
                  <a:pt x="154" y="73"/>
                </a:cubicBezTo>
                <a:cubicBezTo>
                  <a:pt x="140" y="72"/>
                  <a:pt x="143" y="79"/>
                  <a:pt x="132" y="75"/>
                </a:cubicBezTo>
                <a:cubicBezTo>
                  <a:pt x="120" y="71"/>
                  <a:pt x="115" y="89"/>
                  <a:pt x="108" y="87"/>
                </a:cubicBezTo>
                <a:cubicBezTo>
                  <a:pt x="104" y="85"/>
                  <a:pt x="91" y="76"/>
                  <a:pt x="83" y="66"/>
                </a:cubicBezTo>
                <a:cubicBezTo>
                  <a:pt x="67" y="80"/>
                  <a:pt x="53" y="98"/>
                  <a:pt x="44" y="118"/>
                </a:cubicBezTo>
                <a:cubicBezTo>
                  <a:pt x="47" y="145"/>
                  <a:pt x="61" y="159"/>
                  <a:pt x="61" y="159"/>
                </a:cubicBezTo>
                <a:cubicBezTo>
                  <a:pt x="61" y="159"/>
                  <a:pt x="69" y="177"/>
                  <a:pt x="114" y="198"/>
                </a:cubicBezTo>
                <a:cubicBezTo>
                  <a:pt x="114" y="198"/>
                  <a:pt x="122" y="199"/>
                  <a:pt x="112" y="189"/>
                </a:cubicBezTo>
                <a:cubicBezTo>
                  <a:pt x="102" y="179"/>
                  <a:pt x="91" y="166"/>
                  <a:pt x="104" y="160"/>
                </a:cubicBezTo>
                <a:cubicBezTo>
                  <a:pt x="116" y="153"/>
                  <a:pt x="120" y="154"/>
                  <a:pt x="123" y="166"/>
                </a:cubicBezTo>
                <a:cubicBezTo>
                  <a:pt x="126" y="178"/>
                  <a:pt x="136" y="171"/>
                  <a:pt x="137" y="159"/>
                </a:cubicBezTo>
                <a:moveTo>
                  <a:pt x="176" y="0"/>
                </a:moveTo>
                <a:cubicBezTo>
                  <a:pt x="79" y="0"/>
                  <a:pt x="0" y="79"/>
                  <a:pt x="0" y="177"/>
                </a:cubicBezTo>
                <a:cubicBezTo>
                  <a:pt x="0" y="274"/>
                  <a:pt x="79" y="354"/>
                  <a:pt x="176" y="354"/>
                </a:cubicBezTo>
                <a:cubicBezTo>
                  <a:pt x="274" y="354"/>
                  <a:pt x="353" y="274"/>
                  <a:pt x="353" y="177"/>
                </a:cubicBezTo>
                <a:cubicBezTo>
                  <a:pt x="353" y="79"/>
                  <a:pt x="274" y="0"/>
                  <a:pt x="176" y="0"/>
                </a:cubicBezTo>
                <a:moveTo>
                  <a:pt x="176" y="337"/>
                </a:moveTo>
                <a:cubicBezTo>
                  <a:pt x="88" y="337"/>
                  <a:pt x="16" y="266"/>
                  <a:pt x="16" y="177"/>
                </a:cubicBezTo>
                <a:cubicBezTo>
                  <a:pt x="16" y="88"/>
                  <a:pt x="88" y="16"/>
                  <a:pt x="176" y="16"/>
                </a:cubicBezTo>
                <a:cubicBezTo>
                  <a:pt x="265" y="16"/>
                  <a:pt x="337" y="88"/>
                  <a:pt x="337" y="177"/>
                </a:cubicBezTo>
                <a:cubicBezTo>
                  <a:pt x="337" y="266"/>
                  <a:pt x="265" y="337"/>
                  <a:pt x="176" y="337"/>
                </a:cubicBezTo>
                <a:moveTo>
                  <a:pt x="320" y="164"/>
                </a:moveTo>
                <a:cubicBezTo>
                  <a:pt x="320" y="162"/>
                  <a:pt x="320" y="161"/>
                  <a:pt x="320" y="159"/>
                </a:cubicBezTo>
                <a:cubicBezTo>
                  <a:pt x="319" y="156"/>
                  <a:pt x="319" y="153"/>
                  <a:pt x="318" y="150"/>
                </a:cubicBezTo>
                <a:cubicBezTo>
                  <a:pt x="318" y="149"/>
                  <a:pt x="318" y="147"/>
                  <a:pt x="317" y="146"/>
                </a:cubicBezTo>
                <a:cubicBezTo>
                  <a:pt x="317" y="143"/>
                  <a:pt x="316" y="140"/>
                  <a:pt x="315" y="137"/>
                </a:cubicBezTo>
                <a:cubicBezTo>
                  <a:pt x="315" y="136"/>
                  <a:pt x="314" y="134"/>
                  <a:pt x="314" y="133"/>
                </a:cubicBezTo>
                <a:cubicBezTo>
                  <a:pt x="313" y="129"/>
                  <a:pt x="311" y="125"/>
                  <a:pt x="310" y="122"/>
                </a:cubicBezTo>
                <a:cubicBezTo>
                  <a:pt x="309" y="120"/>
                  <a:pt x="308" y="119"/>
                  <a:pt x="308" y="117"/>
                </a:cubicBezTo>
                <a:cubicBezTo>
                  <a:pt x="307" y="115"/>
                  <a:pt x="305" y="113"/>
                  <a:pt x="304" y="110"/>
                </a:cubicBezTo>
                <a:cubicBezTo>
                  <a:pt x="303" y="109"/>
                  <a:pt x="302" y="107"/>
                  <a:pt x="301" y="105"/>
                </a:cubicBezTo>
                <a:cubicBezTo>
                  <a:pt x="300" y="103"/>
                  <a:pt x="299" y="102"/>
                  <a:pt x="298" y="100"/>
                </a:cubicBezTo>
                <a:cubicBezTo>
                  <a:pt x="297" y="98"/>
                  <a:pt x="296" y="96"/>
                  <a:pt x="294" y="94"/>
                </a:cubicBezTo>
                <a:cubicBezTo>
                  <a:pt x="294" y="93"/>
                  <a:pt x="293" y="92"/>
                  <a:pt x="292" y="91"/>
                </a:cubicBezTo>
                <a:cubicBezTo>
                  <a:pt x="286" y="83"/>
                  <a:pt x="280" y="76"/>
                  <a:pt x="273" y="70"/>
                </a:cubicBezTo>
                <a:cubicBezTo>
                  <a:pt x="273" y="70"/>
                  <a:pt x="272" y="69"/>
                  <a:pt x="272" y="69"/>
                </a:cubicBezTo>
                <a:cubicBezTo>
                  <a:pt x="269" y="67"/>
                  <a:pt x="267" y="65"/>
                  <a:pt x="264" y="62"/>
                </a:cubicBezTo>
                <a:cubicBezTo>
                  <a:pt x="264" y="62"/>
                  <a:pt x="264" y="62"/>
                  <a:pt x="264" y="62"/>
                </a:cubicBezTo>
                <a:cubicBezTo>
                  <a:pt x="252" y="53"/>
                  <a:pt x="240" y="46"/>
                  <a:pt x="226" y="41"/>
                </a:cubicBezTo>
                <a:cubicBezTo>
                  <a:pt x="222" y="48"/>
                  <a:pt x="218" y="56"/>
                  <a:pt x="213" y="59"/>
                </a:cubicBezTo>
                <a:cubicBezTo>
                  <a:pt x="206" y="63"/>
                  <a:pt x="206" y="79"/>
                  <a:pt x="220" y="78"/>
                </a:cubicBezTo>
                <a:cubicBezTo>
                  <a:pt x="220" y="78"/>
                  <a:pt x="216" y="82"/>
                  <a:pt x="220" y="96"/>
                </a:cubicBezTo>
                <a:cubicBezTo>
                  <a:pt x="224" y="111"/>
                  <a:pt x="231" y="114"/>
                  <a:pt x="250" y="106"/>
                </a:cubicBezTo>
                <a:cubicBezTo>
                  <a:pt x="259" y="102"/>
                  <a:pt x="265" y="104"/>
                  <a:pt x="264" y="113"/>
                </a:cubicBezTo>
                <a:cubicBezTo>
                  <a:pt x="262" y="131"/>
                  <a:pt x="248" y="130"/>
                  <a:pt x="259" y="160"/>
                </a:cubicBezTo>
                <a:cubicBezTo>
                  <a:pt x="265" y="178"/>
                  <a:pt x="282" y="185"/>
                  <a:pt x="288" y="200"/>
                </a:cubicBezTo>
                <a:cubicBezTo>
                  <a:pt x="291" y="207"/>
                  <a:pt x="304" y="214"/>
                  <a:pt x="314" y="219"/>
                </a:cubicBezTo>
                <a:cubicBezTo>
                  <a:pt x="316" y="215"/>
                  <a:pt x="316" y="212"/>
                  <a:pt x="317" y="208"/>
                </a:cubicBezTo>
                <a:cubicBezTo>
                  <a:pt x="318" y="206"/>
                  <a:pt x="318" y="205"/>
                  <a:pt x="318" y="203"/>
                </a:cubicBezTo>
                <a:cubicBezTo>
                  <a:pt x="319" y="200"/>
                  <a:pt x="319" y="197"/>
                  <a:pt x="320" y="194"/>
                </a:cubicBezTo>
                <a:cubicBezTo>
                  <a:pt x="320" y="193"/>
                  <a:pt x="320" y="191"/>
                  <a:pt x="320" y="190"/>
                </a:cubicBezTo>
                <a:cubicBezTo>
                  <a:pt x="320" y="186"/>
                  <a:pt x="321" y="181"/>
                  <a:pt x="321" y="177"/>
                </a:cubicBezTo>
                <a:cubicBezTo>
                  <a:pt x="321" y="172"/>
                  <a:pt x="320" y="168"/>
                  <a:pt x="320" y="164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8" name="Freeform 48"/>
          <p:cNvSpPr>
            <a:spLocks noEditPoints="1"/>
          </p:cNvSpPr>
          <p:nvPr/>
        </p:nvSpPr>
        <p:spPr bwMode="auto">
          <a:xfrm>
            <a:off x="4165601" y="5331884"/>
            <a:ext cx="573617" cy="575733"/>
          </a:xfrm>
          <a:custGeom>
            <a:avLst/>
            <a:gdLst>
              <a:gd name="T0" fmla="*/ 337 w 353"/>
              <a:gd name="T1" fmla="*/ 73 h 354"/>
              <a:gd name="T2" fmla="*/ 351 w 353"/>
              <a:gd name="T3" fmla="*/ 14 h 354"/>
              <a:gd name="T4" fmla="*/ 339 w 353"/>
              <a:gd name="T5" fmla="*/ 3 h 354"/>
              <a:gd name="T6" fmla="*/ 281 w 353"/>
              <a:gd name="T7" fmla="*/ 16 h 354"/>
              <a:gd name="T8" fmla="*/ 281 w 353"/>
              <a:gd name="T9" fmla="*/ 81 h 354"/>
              <a:gd name="T10" fmla="*/ 16 w 353"/>
              <a:gd name="T11" fmla="*/ 73 h 354"/>
              <a:gd name="T12" fmla="*/ 80 w 353"/>
              <a:gd name="T13" fmla="*/ 73 h 354"/>
              <a:gd name="T14" fmla="*/ 64 w 353"/>
              <a:gd name="T15" fmla="*/ 24 h 354"/>
              <a:gd name="T16" fmla="*/ 8 w 353"/>
              <a:gd name="T17" fmla="*/ 0 h 354"/>
              <a:gd name="T18" fmla="*/ 53 w 353"/>
              <a:gd name="T19" fmla="*/ 65 h 354"/>
              <a:gd name="T20" fmla="*/ 177 w 353"/>
              <a:gd name="T21" fmla="*/ 273 h 354"/>
              <a:gd name="T22" fmla="*/ 138 w 353"/>
              <a:gd name="T23" fmla="*/ 106 h 354"/>
              <a:gd name="T24" fmla="*/ 138 w 353"/>
              <a:gd name="T25" fmla="*/ 106 h 354"/>
              <a:gd name="T26" fmla="*/ 120 w 353"/>
              <a:gd name="T27" fmla="*/ 169 h 354"/>
              <a:gd name="T28" fmla="*/ 97 w 353"/>
              <a:gd name="T29" fmla="*/ 185 h 354"/>
              <a:gd name="T30" fmla="*/ 115 w 353"/>
              <a:gd name="T31" fmla="*/ 228 h 354"/>
              <a:gd name="T32" fmla="*/ 132 w 353"/>
              <a:gd name="T33" fmla="*/ 235 h 354"/>
              <a:gd name="T34" fmla="*/ 168 w 353"/>
              <a:gd name="T35" fmla="*/ 256 h 354"/>
              <a:gd name="T36" fmla="*/ 168 w 353"/>
              <a:gd name="T37" fmla="*/ 256 h 354"/>
              <a:gd name="T38" fmla="*/ 137 w 353"/>
              <a:gd name="T39" fmla="*/ 185 h 354"/>
              <a:gd name="T40" fmla="*/ 168 w 353"/>
              <a:gd name="T41" fmla="*/ 169 h 354"/>
              <a:gd name="T42" fmla="*/ 168 w 353"/>
              <a:gd name="T43" fmla="*/ 144 h 354"/>
              <a:gd name="T44" fmla="*/ 146 w 353"/>
              <a:gd name="T45" fmla="*/ 124 h 354"/>
              <a:gd name="T46" fmla="*/ 256 w 353"/>
              <a:gd name="T47" fmla="*/ 169 h 354"/>
              <a:gd name="T48" fmla="*/ 238 w 353"/>
              <a:gd name="T49" fmla="*/ 126 h 354"/>
              <a:gd name="T50" fmla="*/ 221 w 353"/>
              <a:gd name="T51" fmla="*/ 118 h 354"/>
              <a:gd name="T52" fmla="*/ 185 w 353"/>
              <a:gd name="T53" fmla="*/ 98 h 354"/>
              <a:gd name="T54" fmla="*/ 185 w 353"/>
              <a:gd name="T55" fmla="*/ 98 h 354"/>
              <a:gd name="T56" fmla="*/ 216 w 353"/>
              <a:gd name="T57" fmla="*/ 169 h 354"/>
              <a:gd name="T58" fmla="*/ 185 w 353"/>
              <a:gd name="T59" fmla="*/ 256 h 354"/>
              <a:gd name="T60" fmla="*/ 185 w 353"/>
              <a:gd name="T61" fmla="*/ 256 h 354"/>
              <a:gd name="T62" fmla="*/ 216 w 353"/>
              <a:gd name="T63" fmla="*/ 185 h 354"/>
              <a:gd name="T64" fmla="*/ 215 w 353"/>
              <a:gd name="T65" fmla="*/ 248 h 354"/>
              <a:gd name="T66" fmla="*/ 215 w 353"/>
              <a:gd name="T67" fmla="*/ 248 h 354"/>
              <a:gd name="T68" fmla="*/ 233 w 353"/>
              <a:gd name="T69" fmla="*/ 185 h 354"/>
              <a:gd name="T70" fmla="*/ 72 w 353"/>
              <a:gd name="T71" fmla="*/ 273 h 354"/>
              <a:gd name="T72" fmla="*/ 24 w 353"/>
              <a:gd name="T73" fmla="*/ 289 h 354"/>
              <a:gd name="T74" fmla="*/ 0 w 353"/>
              <a:gd name="T75" fmla="*/ 346 h 354"/>
              <a:gd name="T76" fmla="*/ 64 w 353"/>
              <a:gd name="T77" fmla="*/ 301 h 354"/>
              <a:gd name="T78" fmla="*/ 80 w 353"/>
              <a:gd name="T79" fmla="*/ 329 h 354"/>
              <a:gd name="T80" fmla="*/ 300 w 353"/>
              <a:gd name="T81" fmla="*/ 289 h 354"/>
              <a:gd name="T82" fmla="*/ 329 w 353"/>
              <a:gd name="T83" fmla="*/ 273 h 354"/>
              <a:gd name="T84" fmla="*/ 273 w 353"/>
              <a:gd name="T85" fmla="*/ 329 h 354"/>
              <a:gd name="T86" fmla="*/ 289 w 353"/>
              <a:gd name="T87" fmla="*/ 301 h 354"/>
              <a:gd name="T88" fmla="*/ 353 w 353"/>
              <a:gd name="T89" fmla="*/ 346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353" h="354">
                <a:moveTo>
                  <a:pt x="281" y="81"/>
                </a:moveTo>
                <a:cubicBezTo>
                  <a:pt x="329" y="81"/>
                  <a:pt x="329" y="81"/>
                  <a:pt x="329" y="81"/>
                </a:cubicBezTo>
                <a:cubicBezTo>
                  <a:pt x="333" y="81"/>
                  <a:pt x="337" y="77"/>
                  <a:pt x="337" y="73"/>
                </a:cubicBezTo>
                <a:cubicBezTo>
                  <a:pt x="337" y="68"/>
                  <a:pt x="333" y="65"/>
                  <a:pt x="329" y="65"/>
                </a:cubicBezTo>
                <a:cubicBezTo>
                  <a:pt x="300" y="65"/>
                  <a:pt x="300" y="65"/>
                  <a:pt x="300" y="65"/>
                </a:cubicBezTo>
                <a:cubicBezTo>
                  <a:pt x="351" y="14"/>
                  <a:pt x="351" y="14"/>
                  <a:pt x="351" y="14"/>
                </a:cubicBezTo>
                <a:cubicBezTo>
                  <a:pt x="352" y="13"/>
                  <a:pt x="353" y="11"/>
                  <a:pt x="353" y="8"/>
                </a:cubicBezTo>
                <a:cubicBezTo>
                  <a:pt x="353" y="4"/>
                  <a:pt x="350" y="0"/>
                  <a:pt x="345" y="0"/>
                </a:cubicBezTo>
                <a:cubicBezTo>
                  <a:pt x="343" y="0"/>
                  <a:pt x="341" y="1"/>
                  <a:pt x="339" y="3"/>
                </a:cubicBezTo>
                <a:cubicBezTo>
                  <a:pt x="289" y="53"/>
                  <a:pt x="289" y="53"/>
                  <a:pt x="289" y="53"/>
                </a:cubicBezTo>
                <a:cubicBezTo>
                  <a:pt x="289" y="24"/>
                  <a:pt x="289" y="24"/>
                  <a:pt x="289" y="24"/>
                </a:cubicBezTo>
                <a:cubicBezTo>
                  <a:pt x="289" y="20"/>
                  <a:pt x="285" y="16"/>
                  <a:pt x="281" y="16"/>
                </a:cubicBezTo>
                <a:cubicBezTo>
                  <a:pt x="276" y="16"/>
                  <a:pt x="273" y="20"/>
                  <a:pt x="273" y="24"/>
                </a:cubicBezTo>
                <a:cubicBezTo>
                  <a:pt x="273" y="73"/>
                  <a:pt x="273" y="73"/>
                  <a:pt x="273" y="73"/>
                </a:cubicBezTo>
                <a:cubicBezTo>
                  <a:pt x="273" y="77"/>
                  <a:pt x="276" y="81"/>
                  <a:pt x="281" y="81"/>
                </a:cubicBezTo>
                <a:moveTo>
                  <a:pt x="53" y="65"/>
                </a:moveTo>
                <a:cubicBezTo>
                  <a:pt x="24" y="65"/>
                  <a:pt x="24" y="65"/>
                  <a:pt x="24" y="65"/>
                </a:cubicBezTo>
                <a:cubicBezTo>
                  <a:pt x="20" y="65"/>
                  <a:pt x="16" y="68"/>
                  <a:pt x="16" y="73"/>
                </a:cubicBezTo>
                <a:cubicBezTo>
                  <a:pt x="16" y="77"/>
                  <a:pt x="20" y="81"/>
                  <a:pt x="24" y="81"/>
                </a:cubicBezTo>
                <a:cubicBezTo>
                  <a:pt x="72" y="81"/>
                  <a:pt x="72" y="81"/>
                  <a:pt x="72" y="81"/>
                </a:cubicBezTo>
                <a:cubicBezTo>
                  <a:pt x="77" y="81"/>
                  <a:pt x="80" y="77"/>
                  <a:pt x="80" y="73"/>
                </a:cubicBezTo>
                <a:cubicBezTo>
                  <a:pt x="80" y="24"/>
                  <a:pt x="80" y="24"/>
                  <a:pt x="80" y="24"/>
                </a:cubicBezTo>
                <a:cubicBezTo>
                  <a:pt x="80" y="20"/>
                  <a:pt x="77" y="16"/>
                  <a:pt x="72" y="16"/>
                </a:cubicBezTo>
                <a:cubicBezTo>
                  <a:pt x="68" y="16"/>
                  <a:pt x="64" y="20"/>
                  <a:pt x="64" y="24"/>
                </a:cubicBezTo>
                <a:cubicBezTo>
                  <a:pt x="64" y="53"/>
                  <a:pt x="64" y="53"/>
                  <a:pt x="64" y="53"/>
                </a:cubicBezTo>
                <a:cubicBezTo>
                  <a:pt x="14" y="3"/>
                  <a:pt x="14" y="3"/>
                  <a:pt x="14" y="3"/>
                </a:cubicBezTo>
                <a:cubicBezTo>
                  <a:pt x="12" y="1"/>
                  <a:pt x="10" y="0"/>
                  <a:pt x="8" y="0"/>
                </a:cubicBezTo>
                <a:cubicBezTo>
                  <a:pt x="3" y="0"/>
                  <a:pt x="0" y="4"/>
                  <a:pt x="0" y="8"/>
                </a:cubicBezTo>
                <a:cubicBezTo>
                  <a:pt x="0" y="11"/>
                  <a:pt x="1" y="13"/>
                  <a:pt x="2" y="14"/>
                </a:cubicBezTo>
                <a:lnTo>
                  <a:pt x="53" y="65"/>
                </a:lnTo>
                <a:close/>
                <a:moveTo>
                  <a:pt x="177" y="81"/>
                </a:moveTo>
                <a:cubicBezTo>
                  <a:pt x="123" y="81"/>
                  <a:pt x="80" y="124"/>
                  <a:pt x="80" y="177"/>
                </a:cubicBezTo>
                <a:cubicBezTo>
                  <a:pt x="80" y="230"/>
                  <a:pt x="123" y="273"/>
                  <a:pt x="177" y="273"/>
                </a:cubicBezTo>
                <a:cubicBezTo>
                  <a:pt x="230" y="273"/>
                  <a:pt x="273" y="230"/>
                  <a:pt x="273" y="177"/>
                </a:cubicBezTo>
                <a:cubicBezTo>
                  <a:pt x="273" y="124"/>
                  <a:pt x="230" y="81"/>
                  <a:pt x="177" y="81"/>
                </a:cubicBezTo>
                <a:moveTo>
                  <a:pt x="138" y="106"/>
                </a:moveTo>
                <a:cubicBezTo>
                  <a:pt x="136" y="110"/>
                  <a:pt x="134" y="114"/>
                  <a:pt x="132" y="118"/>
                </a:cubicBezTo>
                <a:cubicBezTo>
                  <a:pt x="130" y="117"/>
                  <a:pt x="128" y="116"/>
                  <a:pt x="126" y="115"/>
                </a:cubicBezTo>
                <a:cubicBezTo>
                  <a:pt x="130" y="112"/>
                  <a:pt x="134" y="109"/>
                  <a:pt x="138" y="106"/>
                </a:cubicBezTo>
                <a:moveTo>
                  <a:pt x="115" y="126"/>
                </a:moveTo>
                <a:cubicBezTo>
                  <a:pt x="118" y="129"/>
                  <a:pt x="122" y="131"/>
                  <a:pt x="126" y="133"/>
                </a:cubicBezTo>
                <a:cubicBezTo>
                  <a:pt x="123" y="144"/>
                  <a:pt x="121" y="156"/>
                  <a:pt x="120" y="169"/>
                </a:cubicBezTo>
                <a:cubicBezTo>
                  <a:pt x="97" y="169"/>
                  <a:pt x="97" y="169"/>
                  <a:pt x="97" y="169"/>
                </a:cubicBezTo>
                <a:cubicBezTo>
                  <a:pt x="98" y="152"/>
                  <a:pt x="105" y="138"/>
                  <a:pt x="115" y="126"/>
                </a:cubicBezTo>
                <a:moveTo>
                  <a:pt x="97" y="185"/>
                </a:moveTo>
                <a:cubicBezTo>
                  <a:pt x="120" y="185"/>
                  <a:pt x="120" y="185"/>
                  <a:pt x="120" y="185"/>
                </a:cubicBezTo>
                <a:cubicBezTo>
                  <a:pt x="121" y="198"/>
                  <a:pt x="123" y="210"/>
                  <a:pt x="126" y="221"/>
                </a:cubicBezTo>
                <a:cubicBezTo>
                  <a:pt x="122" y="223"/>
                  <a:pt x="118" y="225"/>
                  <a:pt x="115" y="228"/>
                </a:cubicBezTo>
                <a:cubicBezTo>
                  <a:pt x="105" y="216"/>
                  <a:pt x="98" y="201"/>
                  <a:pt x="97" y="185"/>
                </a:cubicBezTo>
                <a:moveTo>
                  <a:pt x="126" y="239"/>
                </a:moveTo>
                <a:cubicBezTo>
                  <a:pt x="128" y="238"/>
                  <a:pt x="130" y="237"/>
                  <a:pt x="132" y="235"/>
                </a:cubicBezTo>
                <a:cubicBezTo>
                  <a:pt x="134" y="240"/>
                  <a:pt x="136" y="244"/>
                  <a:pt x="138" y="248"/>
                </a:cubicBezTo>
                <a:cubicBezTo>
                  <a:pt x="134" y="245"/>
                  <a:pt x="130" y="242"/>
                  <a:pt x="126" y="239"/>
                </a:cubicBezTo>
                <a:moveTo>
                  <a:pt x="168" y="256"/>
                </a:moveTo>
                <a:cubicBezTo>
                  <a:pt x="160" y="252"/>
                  <a:pt x="152" y="242"/>
                  <a:pt x="146" y="229"/>
                </a:cubicBezTo>
                <a:cubicBezTo>
                  <a:pt x="153" y="227"/>
                  <a:pt x="160" y="226"/>
                  <a:pt x="168" y="225"/>
                </a:cubicBezTo>
                <a:lnTo>
                  <a:pt x="168" y="256"/>
                </a:lnTo>
                <a:close/>
                <a:moveTo>
                  <a:pt x="168" y="209"/>
                </a:moveTo>
                <a:cubicBezTo>
                  <a:pt x="159" y="210"/>
                  <a:pt x="150" y="212"/>
                  <a:pt x="141" y="214"/>
                </a:cubicBezTo>
                <a:cubicBezTo>
                  <a:pt x="139" y="205"/>
                  <a:pt x="137" y="196"/>
                  <a:pt x="137" y="185"/>
                </a:cubicBezTo>
                <a:cubicBezTo>
                  <a:pt x="168" y="185"/>
                  <a:pt x="168" y="185"/>
                  <a:pt x="168" y="185"/>
                </a:cubicBezTo>
                <a:lnTo>
                  <a:pt x="168" y="209"/>
                </a:lnTo>
                <a:close/>
                <a:moveTo>
                  <a:pt x="168" y="169"/>
                </a:moveTo>
                <a:cubicBezTo>
                  <a:pt x="137" y="169"/>
                  <a:pt x="137" y="169"/>
                  <a:pt x="137" y="169"/>
                </a:cubicBezTo>
                <a:cubicBezTo>
                  <a:pt x="137" y="158"/>
                  <a:pt x="139" y="148"/>
                  <a:pt x="141" y="139"/>
                </a:cubicBezTo>
                <a:cubicBezTo>
                  <a:pt x="150" y="142"/>
                  <a:pt x="159" y="144"/>
                  <a:pt x="168" y="144"/>
                </a:cubicBezTo>
                <a:lnTo>
                  <a:pt x="168" y="169"/>
                </a:lnTo>
                <a:close/>
                <a:moveTo>
                  <a:pt x="168" y="128"/>
                </a:moveTo>
                <a:cubicBezTo>
                  <a:pt x="160" y="128"/>
                  <a:pt x="153" y="126"/>
                  <a:pt x="146" y="124"/>
                </a:cubicBezTo>
                <a:cubicBezTo>
                  <a:pt x="152" y="111"/>
                  <a:pt x="160" y="102"/>
                  <a:pt x="168" y="98"/>
                </a:cubicBezTo>
                <a:lnTo>
                  <a:pt x="168" y="128"/>
                </a:lnTo>
                <a:close/>
                <a:moveTo>
                  <a:pt x="256" y="169"/>
                </a:moveTo>
                <a:cubicBezTo>
                  <a:pt x="233" y="169"/>
                  <a:pt x="233" y="169"/>
                  <a:pt x="233" y="169"/>
                </a:cubicBezTo>
                <a:cubicBezTo>
                  <a:pt x="232" y="156"/>
                  <a:pt x="230" y="144"/>
                  <a:pt x="227" y="133"/>
                </a:cubicBezTo>
                <a:cubicBezTo>
                  <a:pt x="231" y="131"/>
                  <a:pt x="235" y="129"/>
                  <a:pt x="238" y="126"/>
                </a:cubicBezTo>
                <a:cubicBezTo>
                  <a:pt x="248" y="138"/>
                  <a:pt x="255" y="152"/>
                  <a:pt x="256" y="169"/>
                </a:cubicBezTo>
                <a:moveTo>
                  <a:pt x="227" y="115"/>
                </a:moveTo>
                <a:cubicBezTo>
                  <a:pt x="225" y="116"/>
                  <a:pt x="223" y="117"/>
                  <a:pt x="221" y="118"/>
                </a:cubicBezTo>
                <a:cubicBezTo>
                  <a:pt x="219" y="114"/>
                  <a:pt x="217" y="110"/>
                  <a:pt x="215" y="106"/>
                </a:cubicBezTo>
                <a:cubicBezTo>
                  <a:pt x="219" y="109"/>
                  <a:pt x="223" y="112"/>
                  <a:pt x="227" y="115"/>
                </a:cubicBezTo>
                <a:moveTo>
                  <a:pt x="185" y="98"/>
                </a:moveTo>
                <a:cubicBezTo>
                  <a:pt x="193" y="102"/>
                  <a:pt x="201" y="111"/>
                  <a:pt x="207" y="124"/>
                </a:cubicBezTo>
                <a:cubicBezTo>
                  <a:pt x="200" y="126"/>
                  <a:pt x="193" y="128"/>
                  <a:pt x="185" y="128"/>
                </a:cubicBezTo>
                <a:lnTo>
                  <a:pt x="185" y="98"/>
                </a:lnTo>
                <a:close/>
                <a:moveTo>
                  <a:pt x="185" y="144"/>
                </a:moveTo>
                <a:cubicBezTo>
                  <a:pt x="194" y="144"/>
                  <a:pt x="203" y="142"/>
                  <a:pt x="212" y="139"/>
                </a:cubicBezTo>
                <a:cubicBezTo>
                  <a:pt x="214" y="148"/>
                  <a:pt x="216" y="158"/>
                  <a:pt x="216" y="169"/>
                </a:cubicBezTo>
                <a:cubicBezTo>
                  <a:pt x="185" y="169"/>
                  <a:pt x="185" y="169"/>
                  <a:pt x="185" y="169"/>
                </a:cubicBezTo>
                <a:lnTo>
                  <a:pt x="185" y="144"/>
                </a:lnTo>
                <a:close/>
                <a:moveTo>
                  <a:pt x="185" y="256"/>
                </a:moveTo>
                <a:cubicBezTo>
                  <a:pt x="185" y="225"/>
                  <a:pt x="185" y="225"/>
                  <a:pt x="185" y="225"/>
                </a:cubicBezTo>
                <a:cubicBezTo>
                  <a:pt x="193" y="226"/>
                  <a:pt x="200" y="227"/>
                  <a:pt x="207" y="229"/>
                </a:cubicBezTo>
                <a:cubicBezTo>
                  <a:pt x="201" y="242"/>
                  <a:pt x="193" y="252"/>
                  <a:pt x="185" y="256"/>
                </a:cubicBezTo>
                <a:moveTo>
                  <a:pt x="185" y="209"/>
                </a:moveTo>
                <a:cubicBezTo>
                  <a:pt x="185" y="185"/>
                  <a:pt x="185" y="185"/>
                  <a:pt x="185" y="185"/>
                </a:cubicBezTo>
                <a:cubicBezTo>
                  <a:pt x="216" y="185"/>
                  <a:pt x="216" y="185"/>
                  <a:pt x="216" y="185"/>
                </a:cubicBezTo>
                <a:cubicBezTo>
                  <a:pt x="216" y="196"/>
                  <a:pt x="214" y="205"/>
                  <a:pt x="212" y="214"/>
                </a:cubicBezTo>
                <a:cubicBezTo>
                  <a:pt x="203" y="212"/>
                  <a:pt x="194" y="210"/>
                  <a:pt x="185" y="209"/>
                </a:cubicBezTo>
                <a:moveTo>
                  <a:pt x="215" y="248"/>
                </a:moveTo>
                <a:cubicBezTo>
                  <a:pt x="217" y="244"/>
                  <a:pt x="219" y="240"/>
                  <a:pt x="221" y="235"/>
                </a:cubicBezTo>
                <a:cubicBezTo>
                  <a:pt x="223" y="237"/>
                  <a:pt x="225" y="238"/>
                  <a:pt x="227" y="239"/>
                </a:cubicBezTo>
                <a:cubicBezTo>
                  <a:pt x="223" y="242"/>
                  <a:pt x="219" y="245"/>
                  <a:pt x="215" y="248"/>
                </a:cubicBezTo>
                <a:moveTo>
                  <a:pt x="238" y="228"/>
                </a:moveTo>
                <a:cubicBezTo>
                  <a:pt x="235" y="225"/>
                  <a:pt x="231" y="223"/>
                  <a:pt x="227" y="221"/>
                </a:cubicBezTo>
                <a:cubicBezTo>
                  <a:pt x="230" y="210"/>
                  <a:pt x="232" y="198"/>
                  <a:pt x="233" y="185"/>
                </a:cubicBezTo>
                <a:cubicBezTo>
                  <a:pt x="256" y="185"/>
                  <a:pt x="256" y="185"/>
                  <a:pt x="256" y="185"/>
                </a:cubicBezTo>
                <a:cubicBezTo>
                  <a:pt x="255" y="201"/>
                  <a:pt x="248" y="216"/>
                  <a:pt x="238" y="228"/>
                </a:cubicBezTo>
                <a:moveTo>
                  <a:pt x="72" y="273"/>
                </a:moveTo>
                <a:cubicBezTo>
                  <a:pt x="24" y="273"/>
                  <a:pt x="24" y="273"/>
                  <a:pt x="24" y="273"/>
                </a:cubicBezTo>
                <a:cubicBezTo>
                  <a:pt x="20" y="273"/>
                  <a:pt x="16" y="277"/>
                  <a:pt x="16" y="281"/>
                </a:cubicBezTo>
                <a:cubicBezTo>
                  <a:pt x="16" y="286"/>
                  <a:pt x="20" y="289"/>
                  <a:pt x="24" y="289"/>
                </a:cubicBezTo>
                <a:cubicBezTo>
                  <a:pt x="53" y="289"/>
                  <a:pt x="53" y="289"/>
                  <a:pt x="53" y="289"/>
                </a:cubicBezTo>
                <a:cubicBezTo>
                  <a:pt x="2" y="340"/>
                  <a:pt x="2" y="340"/>
                  <a:pt x="2" y="340"/>
                </a:cubicBezTo>
                <a:cubicBezTo>
                  <a:pt x="1" y="341"/>
                  <a:pt x="0" y="343"/>
                  <a:pt x="0" y="346"/>
                </a:cubicBezTo>
                <a:cubicBezTo>
                  <a:pt x="0" y="350"/>
                  <a:pt x="3" y="354"/>
                  <a:pt x="8" y="354"/>
                </a:cubicBezTo>
                <a:cubicBezTo>
                  <a:pt x="10" y="354"/>
                  <a:pt x="12" y="353"/>
                  <a:pt x="14" y="351"/>
                </a:cubicBezTo>
                <a:cubicBezTo>
                  <a:pt x="64" y="301"/>
                  <a:pt x="64" y="301"/>
                  <a:pt x="64" y="301"/>
                </a:cubicBezTo>
                <a:cubicBezTo>
                  <a:pt x="64" y="329"/>
                  <a:pt x="64" y="329"/>
                  <a:pt x="64" y="329"/>
                </a:cubicBezTo>
                <a:cubicBezTo>
                  <a:pt x="64" y="334"/>
                  <a:pt x="68" y="337"/>
                  <a:pt x="72" y="337"/>
                </a:cubicBezTo>
                <a:cubicBezTo>
                  <a:pt x="77" y="337"/>
                  <a:pt x="80" y="334"/>
                  <a:pt x="80" y="329"/>
                </a:cubicBezTo>
                <a:cubicBezTo>
                  <a:pt x="80" y="281"/>
                  <a:pt x="80" y="281"/>
                  <a:pt x="80" y="281"/>
                </a:cubicBezTo>
                <a:cubicBezTo>
                  <a:pt x="80" y="277"/>
                  <a:pt x="77" y="273"/>
                  <a:pt x="72" y="273"/>
                </a:cubicBezTo>
                <a:moveTo>
                  <a:pt x="300" y="289"/>
                </a:moveTo>
                <a:cubicBezTo>
                  <a:pt x="329" y="289"/>
                  <a:pt x="329" y="289"/>
                  <a:pt x="329" y="289"/>
                </a:cubicBezTo>
                <a:cubicBezTo>
                  <a:pt x="333" y="289"/>
                  <a:pt x="337" y="286"/>
                  <a:pt x="337" y="281"/>
                </a:cubicBezTo>
                <a:cubicBezTo>
                  <a:pt x="337" y="277"/>
                  <a:pt x="333" y="273"/>
                  <a:pt x="329" y="273"/>
                </a:cubicBezTo>
                <a:cubicBezTo>
                  <a:pt x="281" y="273"/>
                  <a:pt x="281" y="273"/>
                  <a:pt x="281" y="273"/>
                </a:cubicBezTo>
                <a:cubicBezTo>
                  <a:pt x="276" y="273"/>
                  <a:pt x="273" y="277"/>
                  <a:pt x="273" y="281"/>
                </a:cubicBezTo>
                <a:cubicBezTo>
                  <a:pt x="273" y="329"/>
                  <a:pt x="273" y="329"/>
                  <a:pt x="273" y="329"/>
                </a:cubicBezTo>
                <a:cubicBezTo>
                  <a:pt x="273" y="334"/>
                  <a:pt x="276" y="337"/>
                  <a:pt x="281" y="337"/>
                </a:cubicBezTo>
                <a:cubicBezTo>
                  <a:pt x="285" y="337"/>
                  <a:pt x="289" y="334"/>
                  <a:pt x="289" y="329"/>
                </a:cubicBezTo>
                <a:cubicBezTo>
                  <a:pt x="289" y="301"/>
                  <a:pt x="289" y="301"/>
                  <a:pt x="289" y="301"/>
                </a:cubicBezTo>
                <a:cubicBezTo>
                  <a:pt x="339" y="351"/>
                  <a:pt x="339" y="351"/>
                  <a:pt x="339" y="351"/>
                </a:cubicBezTo>
                <a:cubicBezTo>
                  <a:pt x="341" y="353"/>
                  <a:pt x="343" y="354"/>
                  <a:pt x="345" y="354"/>
                </a:cubicBezTo>
                <a:cubicBezTo>
                  <a:pt x="350" y="354"/>
                  <a:pt x="353" y="350"/>
                  <a:pt x="353" y="346"/>
                </a:cubicBezTo>
                <a:cubicBezTo>
                  <a:pt x="353" y="343"/>
                  <a:pt x="352" y="341"/>
                  <a:pt x="351" y="340"/>
                </a:cubicBezTo>
                <a:lnTo>
                  <a:pt x="300" y="289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9" name="Freeform 49"/>
          <p:cNvSpPr>
            <a:spLocks noEditPoints="1"/>
          </p:cNvSpPr>
          <p:nvPr/>
        </p:nvSpPr>
        <p:spPr bwMode="auto">
          <a:xfrm>
            <a:off x="5340351" y="5331884"/>
            <a:ext cx="416984" cy="575733"/>
          </a:xfrm>
          <a:custGeom>
            <a:avLst/>
            <a:gdLst>
              <a:gd name="T0" fmla="*/ 172 w 257"/>
              <a:gd name="T1" fmla="*/ 65 h 354"/>
              <a:gd name="T2" fmla="*/ 199 w 257"/>
              <a:gd name="T3" fmla="*/ 75 h 354"/>
              <a:gd name="T4" fmla="*/ 213 w 257"/>
              <a:gd name="T5" fmla="*/ 127 h 354"/>
              <a:gd name="T6" fmla="*/ 225 w 257"/>
              <a:gd name="T7" fmla="*/ 113 h 354"/>
              <a:gd name="T8" fmla="*/ 167 w 257"/>
              <a:gd name="T9" fmla="*/ 43 h 354"/>
              <a:gd name="T10" fmla="*/ 135 w 257"/>
              <a:gd name="T11" fmla="*/ 122 h 354"/>
              <a:gd name="T12" fmla="*/ 129 w 257"/>
              <a:gd name="T13" fmla="*/ 166 h 354"/>
              <a:gd name="T14" fmla="*/ 140 w 257"/>
              <a:gd name="T15" fmla="*/ 193 h 354"/>
              <a:gd name="T16" fmla="*/ 145 w 257"/>
              <a:gd name="T17" fmla="*/ 186 h 354"/>
              <a:gd name="T18" fmla="*/ 157 w 257"/>
              <a:gd name="T19" fmla="*/ 134 h 354"/>
              <a:gd name="T20" fmla="*/ 199 w 257"/>
              <a:gd name="T21" fmla="*/ 134 h 354"/>
              <a:gd name="T22" fmla="*/ 209 w 257"/>
              <a:gd name="T23" fmla="*/ 143 h 354"/>
              <a:gd name="T24" fmla="*/ 145 w 257"/>
              <a:gd name="T25" fmla="*/ 225 h 354"/>
              <a:gd name="T26" fmla="*/ 145 w 257"/>
              <a:gd name="T27" fmla="*/ 0 h 354"/>
              <a:gd name="T28" fmla="*/ 145 w 257"/>
              <a:gd name="T29" fmla="*/ 225 h 354"/>
              <a:gd name="T30" fmla="*/ 241 w 257"/>
              <a:gd name="T31" fmla="*/ 113 h 354"/>
              <a:gd name="T32" fmla="*/ 49 w 257"/>
              <a:gd name="T33" fmla="*/ 113 h 354"/>
              <a:gd name="T34" fmla="*/ 245 w 257"/>
              <a:gd name="T35" fmla="*/ 197 h 354"/>
              <a:gd name="T36" fmla="*/ 240 w 257"/>
              <a:gd name="T37" fmla="*/ 199 h 354"/>
              <a:gd name="T38" fmla="*/ 16 w 257"/>
              <a:gd name="T39" fmla="*/ 113 h 354"/>
              <a:gd name="T40" fmla="*/ 57 w 257"/>
              <a:gd name="T41" fmla="*/ 19 h 354"/>
              <a:gd name="T42" fmla="*/ 53 w 257"/>
              <a:gd name="T43" fmla="*/ 4 h 354"/>
              <a:gd name="T44" fmla="*/ 47 w 257"/>
              <a:gd name="T45" fmla="*/ 7 h 354"/>
              <a:gd name="T46" fmla="*/ 137 w 257"/>
              <a:gd name="T47" fmla="*/ 257 h 354"/>
              <a:gd name="T48" fmla="*/ 89 w 257"/>
              <a:gd name="T49" fmla="*/ 337 h 354"/>
              <a:gd name="T50" fmla="*/ 89 w 257"/>
              <a:gd name="T51" fmla="*/ 354 h 354"/>
              <a:gd name="T52" fmla="*/ 209 w 257"/>
              <a:gd name="T53" fmla="*/ 346 h 354"/>
              <a:gd name="T54" fmla="*/ 153 w 257"/>
              <a:gd name="T55" fmla="*/ 337 h 354"/>
              <a:gd name="T56" fmla="*/ 251 w 257"/>
              <a:gd name="T57" fmla="*/ 211 h 354"/>
              <a:gd name="T58" fmla="*/ 253 w 257"/>
              <a:gd name="T59" fmla="*/ 205 h 354"/>
              <a:gd name="T60" fmla="*/ 75 w 257"/>
              <a:gd name="T61" fmla="*/ 103 h 354"/>
              <a:gd name="T62" fmla="*/ 106 w 257"/>
              <a:gd name="T63" fmla="*/ 121 h 354"/>
              <a:gd name="T64" fmla="*/ 113 w 257"/>
              <a:gd name="T65" fmla="*/ 107 h 354"/>
              <a:gd name="T66" fmla="*/ 141 w 257"/>
              <a:gd name="T67" fmla="*/ 85 h 354"/>
              <a:gd name="T68" fmla="*/ 140 w 257"/>
              <a:gd name="T69" fmla="*/ 65 h 354"/>
              <a:gd name="T70" fmla="*/ 130 w 257"/>
              <a:gd name="T71" fmla="*/ 63 h 354"/>
              <a:gd name="T72" fmla="*/ 118 w 257"/>
              <a:gd name="T73" fmla="*/ 53 h 354"/>
              <a:gd name="T74" fmla="*/ 93 w 257"/>
              <a:gd name="T75" fmla="*/ 52 h 354"/>
              <a:gd name="T76" fmla="*/ 75 w 257"/>
              <a:gd name="T77" fmla="*/ 103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257" h="354">
                <a:moveTo>
                  <a:pt x="172" y="54"/>
                </a:moveTo>
                <a:cubicBezTo>
                  <a:pt x="172" y="54"/>
                  <a:pt x="169" y="56"/>
                  <a:pt x="172" y="65"/>
                </a:cubicBezTo>
                <a:cubicBezTo>
                  <a:pt x="174" y="74"/>
                  <a:pt x="178" y="76"/>
                  <a:pt x="190" y="71"/>
                </a:cubicBezTo>
                <a:cubicBezTo>
                  <a:pt x="196" y="69"/>
                  <a:pt x="200" y="70"/>
                  <a:pt x="199" y="75"/>
                </a:cubicBezTo>
                <a:cubicBezTo>
                  <a:pt x="198" y="86"/>
                  <a:pt x="189" y="86"/>
                  <a:pt x="196" y="103"/>
                </a:cubicBezTo>
                <a:cubicBezTo>
                  <a:pt x="200" y="114"/>
                  <a:pt x="209" y="118"/>
                  <a:pt x="213" y="127"/>
                </a:cubicBezTo>
                <a:cubicBezTo>
                  <a:pt x="214" y="130"/>
                  <a:pt x="218" y="132"/>
                  <a:pt x="222" y="135"/>
                </a:cubicBezTo>
                <a:cubicBezTo>
                  <a:pt x="224" y="128"/>
                  <a:pt x="225" y="120"/>
                  <a:pt x="225" y="113"/>
                </a:cubicBezTo>
                <a:cubicBezTo>
                  <a:pt x="225" y="78"/>
                  <a:pt x="203" y="49"/>
                  <a:pt x="172" y="37"/>
                </a:cubicBezTo>
                <a:cubicBezTo>
                  <a:pt x="171" y="40"/>
                  <a:pt x="169" y="42"/>
                  <a:pt x="167" y="43"/>
                </a:cubicBezTo>
                <a:cubicBezTo>
                  <a:pt x="163" y="45"/>
                  <a:pt x="163" y="55"/>
                  <a:pt x="172" y="54"/>
                </a:cubicBezTo>
                <a:moveTo>
                  <a:pt x="135" y="122"/>
                </a:moveTo>
                <a:cubicBezTo>
                  <a:pt x="122" y="122"/>
                  <a:pt x="114" y="125"/>
                  <a:pt x="117" y="143"/>
                </a:cubicBezTo>
                <a:cubicBezTo>
                  <a:pt x="120" y="161"/>
                  <a:pt x="130" y="153"/>
                  <a:pt x="129" y="166"/>
                </a:cubicBezTo>
                <a:cubicBezTo>
                  <a:pt x="128" y="180"/>
                  <a:pt x="132" y="183"/>
                  <a:pt x="134" y="187"/>
                </a:cubicBezTo>
                <a:cubicBezTo>
                  <a:pt x="135" y="188"/>
                  <a:pt x="138" y="192"/>
                  <a:pt x="140" y="193"/>
                </a:cubicBezTo>
                <a:cubicBezTo>
                  <a:pt x="140" y="193"/>
                  <a:pt x="141" y="193"/>
                  <a:pt x="141" y="193"/>
                </a:cubicBezTo>
                <a:cubicBezTo>
                  <a:pt x="143" y="192"/>
                  <a:pt x="144" y="191"/>
                  <a:pt x="145" y="186"/>
                </a:cubicBezTo>
                <a:cubicBezTo>
                  <a:pt x="147" y="172"/>
                  <a:pt x="152" y="165"/>
                  <a:pt x="157" y="158"/>
                </a:cubicBezTo>
                <a:cubicBezTo>
                  <a:pt x="162" y="152"/>
                  <a:pt x="168" y="143"/>
                  <a:pt x="157" y="134"/>
                </a:cubicBezTo>
                <a:cubicBezTo>
                  <a:pt x="147" y="126"/>
                  <a:pt x="148" y="122"/>
                  <a:pt x="135" y="122"/>
                </a:cubicBezTo>
                <a:moveTo>
                  <a:pt x="199" y="134"/>
                </a:moveTo>
                <a:cubicBezTo>
                  <a:pt x="196" y="136"/>
                  <a:pt x="196" y="140"/>
                  <a:pt x="199" y="143"/>
                </a:cubicBezTo>
                <a:cubicBezTo>
                  <a:pt x="202" y="145"/>
                  <a:pt x="208" y="149"/>
                  <a:pt x="209" y="143"/>
                </a:cubicBezTo>
                <a:cubicBezTo>
                  <a:pt x="211" y="137"/>
                  <a:pt x="203" y="132"/>
                  <a:pt x="199" y="134"/>
                </a:cubicBezTo>
                <a:moveTo>
                  <a:pt x="145" y="225"/>
                </a:moveTo>
                <a:cubicBezTo>
                  <a:pt x="207" y="225"/>
                  <a:pt x="257" y="175"/>
                  <a:pt x="257" y="113"/>
                </a:cubicBezTo>
                <a:cubicBezTo>
                  <a:pt x="257" y="51"/>
                  <a:pt x="207" y="0"/>
                  <a:pt x="145" y="0"/>
                </a:cubicBezTo>
                <a:cubicBezTo>
                  <a:pt x="83" y="0"/>
                  <a:pt x="33" y="51"/>
                  <a:pt x="33" y="113"/>
                </a:cubicBezTo>
                <a:cubicBezTo>
                  <a:pt x="33" y="175"/>
                  <a:pt x="83" y="225"/>
                  <a:pt x="145" y="225"/>
                </a:cubicBezTo>
                <a:moveTo>
                  <a:pt x="145" y="16"/>
                </a:moveTo>
                <a:cubicBezTo>
                  <a:pt x="198" y="16"/>
                  <a:pt x="241" y="60"/>
                  <a:pt x="241" y="113"/>
                </a:cubicBezTo>
                <a:cubicBezTo>
                  <a:pt x="241" y="166"/>
                  <a:pt x="198" y="209"/>
                  <a:pt x="145" y="209"/>
                </a:cubicBezTo>
                <a:cubicBezTo>
                  <a:pt x="92" y="209"/>
                  <a:pt x="49" y="166"/>
                  <a:pt x="49" y="113"/>
                </a:cubicBezTo>
                <a:cubicBezTo>
                  <a:pt x="49" y="60"/>
                  <a:pt x="92" y="16"/>
                  <a:pt x="145" y="16"/>
                </a:cubicBezTo>
                <a:moveTo>
                  <a:pt x="245" y="197"/>
                </a:moveTo>
                <a:cubicBezTo>
                  <a:pt x="243" y="197"/>
                  <a:pt x="241" y="198"/>
                  <a:pt x="240" y="199"/>
                </a:cubicBezTo>
                <a:cubicBezTo>
                  <a:pt x="240" y="199"/>
                  <a:pt x="240" y="199"/>
                  <a:pt x="240" y="199"/>
                </a:cubicBezTo>
                <a:cubicBezTo>
                  <a:pt x="216" y="225"/>
                  <a:pt x="182" y="241"/>
                  <a:pt x="145" y="241"/>
                </a:cubicBezTo>
                <a:cubicBezTo>
                  <a:pt x="74" y="241"/>
                  <a:pt x="16" y="184"/>
                  <a:pt x="16" y="113"/>
                </a:cubicBezTo>
                <a:cubicBezTo>
                  <a:pt x="16" y="76"/>
                  <a:pt x="32" y="42"/>
                  <a:pt x="57" y="19"/>
                </a:cubicBezTo>
                <a:cubicBezTo>
                  <a:pt x="57" y="19"/>
                  <a:pt x="57" y="19"/>
                  <a:pt x="57" y="19"/>
                </a:cubicBezTo>
                <a:cubicBezTo>
                  <a:pt x="59" y="17"/>
                  <a:pt x="61" y="15"/>
                  <a:pt x="61" y="12"/>
                </a:cubicBezTo>
                <a:cubicBezTo>
                  <a:pt x="61" y="8"/>
                  <a:pt x="57" y="4"/>
                  <a:pt x="53" y="4"/>
                </a:cubicBezTo>
                <a:cubicBezTo>
                  <a:pt x="50" y="4"/>
                  <a:pt x="48" y="5"/>
                  <a:pt x="47" y="7"/>
                </a:cubicBezTo>
                <a:cubicBezTo>
                  <a:pt x="47" y="7"/>
                  <a:pt x="47" y="7"/>
                  <a:pt x="47" y="7"/>
                </a:cubicBezTo>
                <a:cubicBezTo>
                  <a:pt x="18" y="33"/>
                  <a:pt x="0" y="71"/>
                  <a:pt x="0" y="113"/>
                </a:cubicBezTo>
                <a:cubicBezTo>
                  <a:pt x="0" y="190"/>
                  <a:pt x="61" y="253"/>
                  <a:pt x="137" y="257"/>
                </a:cubicBezTo>
                <a:cubicBezTo>
                  <a:pt x="137" y="337"/>
                  <a:pt x="137" y="337"/>
                  <a:pt x="137" y="337"/>
                </a:cubicBezTo>
                <a:cubicBezTo>
                  <a:pt x="89" y="337"/>
                  <a:pt x="89" y="337"/>
                  <a:pt x="89" y="337"/>
                </a:cubicBezTo>
                <a:cubicBezTo>
                  <a:pt x="84" y="337"/>
                  <a:pt x="81" y="341"/>
                  <a:pt x="81" y="346"/>
                </a:cubicBezTo>
                <a:cubicBezTo>
                  <a:pt x="81" y="350"/>
                  <a:pt x="84" y="354"/>
                  <a:pt x="89" y="354"/>
                </a:cubicBezTo>
                <a:cubicBezTo>
                  <a:pt x="201" y="354"/>
                  <a:pt x="201" y="354"/>
                  <a:pt x="201" y="354"/>
                </a:cubicBezTo>
                <a:cubicBezTo>
                  <a:pt x="206" y="354"/>
                  <a:pt x="209" y="350"/>
                  <a:pt x="209" y="346"/>
                </a:cubicBezTo>
                <a:cubicBezTo>
                  <a:pt x="209" y="341"/>
                  <a:pt x="206" y="337"/>
                  <a:pt x="201" y="337"/>
                </a:cubicBezTo>
                <a:cubicBezTo>
                  <a:pt x="153" y="337"/>
                  <a:pt x="153" y="337"/>
                  <a:pt x="153" y="337"/>
                </a:cubicBezTo>
                <a:cubicBezTo>
                  <a:pt x="153" y="257"/>
                  <a:pt x="153" y="257"/>
                  <a:pt x="153" y="257"/>
                </a:cubicBezTo>
                <a:cubicBezTo>
                  <a:pt x="191" y="255"/>
                  <a:pt x="226" y="237"/>
                  <a:pt x="251" y="211"/>
                </a:cubicBezTo>
                <a:cubicBezTo>
                  <a:pt x="251" y="211"/>
                  <a:pt x="251" y="211"/>
                  <a:pt x="251" y="211"/>
                </a:cubicBezTo>
                <a:cubicBezTo>
                  <a:pt x="252" y="209"/>
                  <a:pt x="253" y="207"/>
                  <a:pt x="253" y="205"/>
                </a:cubicBezTo>
                <a:cubicBezTo>
                  <a:pt x="253" y="201"/>
                  <a:pt x="250" y="197"/>
                  <a:pt x="245" y="197"/>
                </a:cubicBezTo>
                <a:moveTo>
                  <a:pt x="75" y="103"/>
                </a:moveTo>
                <a:cubicBezTo>
                  <a:pt x="75" y="103"/>
                  <a:pt x="80" y="113"/>
                  <a:pt x="107" y="126"/>
                </a:cubicBezTo>
                <a:cubicBezTo>
                  <a:pt x="107" y="126"/>
                  <a:pt x="112" y="127"/>
                  <a:pt x="106" y="121"/>
                </a:cubicBezTo>
                <a:cubicBezTo>
                  <a:pt x="100" y="115"/>
                  <a:pt x="93" y="107"/>
                  <a:pt x="101" y="103"/>
                </a:cubicBezTo>
                <a:cubicBezTo>
                  <a:pt x="109" y="99"/>
                  <a:pt x="111" y="100"/>
                  <a:pt x="113" y="107"/>
                </a:cubicBezTo>
                <a:cubicBezTo>
                  <a:pt x="114" y="114"/>
                  <a:pt x="121" y="110"/>
                  <a:pt x="121" y="103"/>
                </a:cubicBezTo>
                <a:cubicBezTo>
                  <a:pt x="122" y="96"/>
                  <a:pt x="133" y="89"/>
                  <a:pt x="141" y="85"/>
                </a:cubicBezTo>
                <a:cubicBezTo>
                  <a:pt x="148" y="82"/>
                  <a:pt x="155" y="81"/>
                  <a:pt x="155" y="75"/>
                </a:cubicBezTo>
                <a:cubicBezTo>
                  <a:pt x="154" y="70"/>
                  <a:pt x="152" y="65"/>
                  <a:pt x="140" y="65"/>
                </a:cubicBezTo>
                <a:cubicBezTo>
                  <a:pt x="128" y="65"/>
                  <a:pt x="133" y="81"/>
                  <a:pt x="123" y="72"/>
                </a:cubicBezTo>
                <a:cubicBezTo>
                  <a:pt x="113" y="62"/>
                  <a:pt x="125" y="65"/>
                  <a:pt x="130" y="63"/>
                </a:cubicBezTo>
                <a:cubicBezTo>
                  <a:pt x="135" y="61"/>
                  <a:pt x="140" y="52"/>
                  <a:pt x="131" y="51"/>
                </a:cubicBezTo>
                <a:cubicBezTo>
                  <a:pt x="123" y="51"/>
                  <a:pt x="125" y="55"/>
                  <a:pt x="118" y="53"/>
                </a:cubicBezTo>
                <a:cubicBezTo>
                  <a:pt x="111" y="50"/>
                  <a:pt x="108" y="61"/>
                  <a:pt x="104" y="59"/>
                </a:cubicBezTo>
                <a:cubicBezTo>
                  <a:pt x="102" y="59"/>
                  <a:pt x="97" y="55"/>
                  <a:pt x="93" y="52"/>
                </a:cubicBezTo>
                <a:cubicBezTo>
                  <a:pt x="81" y="62"/>
                  <a:pt x="72" y="75"/>
                  <a:pt x="68" y="91"/>
                </a:cubicBezTo>
                <a:cubicBezTo>
                  <a:pt x="71" y="99"/>
                  <a:pt x="75" y="103"/>
                  <a:pt x="75" y="103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0" name="Freeform 50"/>
          <p:cNvSpPr>
            <a:spLocks noEditPoints="1"/>
          </p:cNvSpPr>
          <p:nvPr/>
        </p:nvSpPr>
        <p:spPr bwMode="auto">
          <a:xfrm>
            <a:off x="6411385" y="5331884"/>
            <a:ext cx="469900" cy="575733"/>
          </a:xfrm>
          <a:custGeom>
            <a:avLst/>
            <a:gdLst>
              <a:gd name="T0" fmla="*/ 238 w 289"/>
              <a:gd name="T1" fmla="*/ 179 h 354"/>
              <a:gd name="T2" fmla="*/ 168 w 289"/>
              <a:gd name="T3" fmla="*/ 177 h 354"/>
              <a:gd name="T4" fmla="*/ 249 w 289"/>
              <a:gd name="T5" fmla="*/ 145 h 354"/>
              <a:gd name="T6" fmla="*/ 257 w 289"/>
              <a:gd name="T7" fmla="*/ 40 h 354"/>
              <a:gd name="T8" fmla="*/ 168 w 289"/>
              <a:gd name="T9" fmla="*/ 32 h 354"/>
              <a:gd name="T10" fmla="*/ 152 w 289"/>
              <a:gd name="T11" fmla="*/ 0 h 354"/>
              <a:gd name="T12" fmla="*/ 120 w 289"/>
              <a:gd name="T13" fmla="*/ 16 h 354"/>
              <a:gd name="T14" fmla="*/ 56 w 289"/>
              <a:gd name="T15" fmla="*/ 32 h 354"/>
              <a:gd name="T16" fmla="*/ 2 w 289"/>
              <a:gd name="T17" fmla="*/ 83 h 354"/>
              <a:gd name="T18" fmla="*/ 2 w 289"/>
              <a:gd name="T19" fmla="*/ 94 h 354"/>
              <a:gd name="T20" fmla="*/ 56 w 289"/>
              <a:gd name="T21" fmla="*/ 145 h 354"/>
              <a:gd name="T22" fmla="*/ 120 w 289"/>
              <a:gd name="T23" fmla="*/ 177 h 354"/>
              <a:gd name="T24" fmla="*/ 32 w 289"/>
              <a:gd name="T25" fmla="*/ 185 h 354"/>
              <a:gd name="T26" fmla="*/ 40 w 289"/>
              <a:gd name="T27" fmla="*/ 289 h 354"/>
              <a:gd name="T28" fmla="*/ 120 w 289"/>
              <a:gd name="T29" fmla="*/ 337 h 354"/>
              <a:gd name="T30" fmla="*/ 152 w 289"/>
              <a:gd name="T31" fmla="*/ 354 h 354"/>
              <a:gd name="T32" fmla="*/ 168 w 289"/>
              <a:gd name="T33" fmla="*/ 289 h 354"/>
              <a:gd name="T34" fmla="*/ 238 w 289"/>
              <a:gd name="T35" fmla="*/ 287 h 354"/>
              <a:gd name="T36" fmla="*/ 289 w 289"/>
              <a:gd name="T37" fmla="*/ 233 h 354"/>
              <a:gd name="T38" fmla="*/ 136 w 289"/>
              <a:gd name="T39" fmla="*/ 16 h 354"/>
              <a:gd name="T40" fmla="*/ 152 w 289"/>
              <a:gd name="T41" fmla="*/ 32 h 354"/>
              <a:gd name="T42" fmla="*/ 136 w 289"/>
              <a:gd name="T43" fmla="*/ 16 h 354"/>
              <a:gd name="T44" fmla="*/ 19 w 289"/>
              <a:gd name="T45" fmla="*/ 89 h 354"/>
              <a:gd name="T46" fmla="*/ 241 w 289"/>
              <a:gd name="T47" fmla="*/ 48 h 354"/>
              <a:gd name="T48" fmla="*/ 59 w 289"/>
              <a:gd name="T49" fmla="*/ 129 h 354"/>
              <a:gd name="T50" fmla="*/ 136 w 289"/>
              <a:gd name="T51" fmla="*/ 177 h 354"/>
              <a:gd name="T52" fmla="*/ 152 w 289"/>
              <a:gd name="T53" fmla="*/ 145 h 354"/>
              <a:gd name="T54" fmla="*/ 152 w 289"/>
              <a:gd name="T55" fmla="*/ 337 h 354"/>
              <a:gd name="T56" fmla="*/ 136 w 289"/>
              <a:gd name="T57" fmla="*/ 289 h 354"/>
              <a:gd name="T58" fmla="*/ 152 w 289"/>
              <a:gd name="T59" fmla="*/ 337 h 354"/>
              <a:gd name="T60" fmla="*/ 48 w 289"/>
              <a:gd name="T61" fmla="*/ 273 h 354"/>
              <a:gd name="T62" fmla="*/ 229 w 289"/>
              <a:gd name="T63" fmla="*/ 193 h 354"/>
              <a:gd name="T64" fmla="*/ 229 w 289"/>
              <a:gd name="T65" fmla="*/ 273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289" h="354">
                <a:moveTo>
                  <a:pt x="286" y="227"/>
                </a:moveTo>
                <a:cubicBezTo>
                  <a:pt x="238" y="179"/>
                  <a:pt x="238" y="179"/>
                  <a:pt x="238" y="179"/>
                </a:cubicBezTo>
                <a:cubicBezTo>
                  <a:pt x="237" y="178"/>
                  <a:pt x="235" y="177"/>
                  <a:pt x="232" y="177"/>
                </a:cubicBezTo>
                <a:cubicBezTo>
                  <a:pt x="168" y="177"/>
                  <a:pt x="168" y="177"/>
                  <a:pt x="168" y="177"/>
                </a:cubicBezTo>
                <a:cubicBezTo>
                  <a:pt x="168" y="145"/>
                  <a:pt x="168" y="145"/>
                  <a:pt x="168" y="145"/>
                </a:cubicBezTo>
                <a:cubicBezTo>
                  <a:pt x="249" y="145"/>
                  <a:pt x="249" y="145"/>
                  <a:pt x="249" y="145"/>
                </a:cubicBezTo>
                <a:cubicBezTo>
                  <a:pt x="253" y="145"/>
                  <a:pt x="257" y="141"/>
                  <a:pt x="257" y="137"/>
                </a:cubicBezTo>
                <a:cubicBezTo>
                  <a:pt x="257" y="40"/>
                  <a:pt x="257" y="40"/>
                  <a:pt x="257" y="40"/>
                </a:cubicBezTo>
                <a:cubicBezTo>
                  <a:pt x="257" y="36"/>
                  <a:pt x="253" y="32"/>
                  <a:pt x="249" y="32"/>
                </a:cubicBezTo>
                <a:cubicBezTo>
                  <a:pt x="168" y="32"/>
                  <a:pt x="168" y="32"/>
                  <a:pt x="168" y="32"/>
                </a:cubicBezTo>
                <a:cubicBezTo>
                  <a:pt x="168" y="16"/>
                  <a:pt x="168" y="16"/>
                  <a:pt x="168" y="16"/>
                </a:cubicBezTo>
                <a:cubicBezTo>
                  <a:pt x="168" y="8"/>
                  <a:pt x="161" y="0"/>
                  <a:pt x="152" y="0"/>
                </a:cubicBezTo>
                <a:cubicBezTo>
                  <a:pt x="136" y="0"/>
                  <a:pt x="136" y="0"/>
                  <a:pt x="136" y="0"/>
                </a:cubicBezTo>
                <a:cubicBezTo>
                  <a:pt x="127" y="0"/>
                  <a:pt x="120" y="8"/>
                  <a:pt x="120" y="16"/>
                </a:cubicBezTo>
                <a:cubicBezTo>
                  <a:pt x="120" y="32"/>
                  <a:pt x="120" y="32"/>
                  <a:pt x="120" y="32"/>
                </a:cubicBezTo>
                <a:cubicBezTo>
                  <a:pt x="56" y="32"/>
                  <a:pt x="56" y="32"/>
                  <a:pt x="56" y="32"/>
                </a:cubicBezTo>
                <a:cubicBezTo>
                  <a:pt x="54" y="32"/>
                  <a:pt x="52" y="33"/>
                  <a:pt x="50" y="35"/>
                </a:cubicBezTo>
                <a:cubicBezTo>
                  <a:pt x="2" y="83"/>
                  <a:pt x="2" y="83"/>
                  <a:pt x="2" y="83"/>
                </a:cubicBezTo>
                <a:cubicBezTo>
                  <a:pt x="1" y="84"/>
                  <a:pt x="0" y="86"/>
                  <a:pt x="0" y="89"/>
                </a:cubicBezTo>
                <a:cubicBezTo>
                  <a:pt x="0" y="91"/>
                  <a:pt x="1" y="93"/>
                  <a:pt x="2" y="94"/>
                </a:cubicBezTo>
                <a:cubicBezTo>
                  <a:pt x="50" y="142"/>
                  <a:pt x="50" y="142"/>
                  <a:pt x="50" y="142"/>
                </a:cubicBezTo>
                <a:cubicBezTo>
                  <a:pt x="52" y="144"/>
                  <a:pt x="54" y="145"/>
                  <a:pt x="56" y="145"/>
                </a:cubicBezTo>
                <a:cubicBezTo>
                  <a:pt x="120" y="145"/>
                  <a:pt x="120" y="145"/>
                  <a:pt x="120" y="145"/>
                </a:cubicBezTo>
                <a:cubicBezTo>
                  <a:pt x="120" y="177"/>
                  <a:pt x="120" y="177"/>
                  <a:pt x="120" y="177"/>
                </a:cubicBezTo>
                <a:cubicBezTo>
                  <a:pt x="40" y="177"/>
                  <a:pt x="40" y="177"/>
                  <a:pt x="40" y="177"/>
                </a:cubicBezTo>
                <a:cubicBezTo>
                  <a:pt x="35" y="177"/>
                  <a:pt x="32" y="181"/>
                  <a:pt x="32" y="185"/>
                </a:cubicBezTo>
                <a:cubicBezTo>
                  <a:pt x="32" y="281"/>
                  <a:pt x="32" y="281"/>
                  <a:pt x="32" y="281"/>
                </a:cubicBezTo>
                <a:cubicBezTo>
                  <a:pt x="32" y="286"/>
                  <a:pt x="35" y="289"/>
                  <a:pt x="40" y="289"/>
                </a:cubicBezTo>
                <a:cubicBezTo>
                  <a:pt x="120" y="289"/>
                  <a:pt x="120" y="289"/>
                  <a:pt x="120" y="289"/>
                </a:cubicBezTo>
                <a:cubicBezTo>
                  <a:pt x="120" y="337"/>
                  <a:pt x="120" y="337"/>
                  <a:pt x="120" y="337"/>
                </a:cubicBezTo>
                <a:cubicBezTo>
                  <a:pt x="120" y="346"/>
                  <a:pt x="127" y="354"/>
                  <a:pt x="136" y="354"/>
                </a:cubicBezTo>
                <a:cubicBezTo>
                  <a:pt x="152" y="354"/>
                  <a:pt x="152" y="354"/>
                  <a:pt x="152" y="354"/>
                </a:cubicBezTo>
                <a:cubicBezTo>
                  <a:pt x="161" y="354"/>
                  <a:pt x="168" y="346"/>
                  <a:pt x="168" y="337"/>
                </a:cubicBezTo>
                <a:cubicBezTo>
                  <a:pt x="168" y="289"/>
                  <a:pt x="168" y="289"/>
                  <a:pt x="168" y="289"/>
                </a:cubicBezTo>
                <a:cubicBezTo>
                  <a:pt x="232" y="289"/>
                  <a:pt x="232" y="289"/>
                  <a:pt x="232" y="289"/>
                </a:cubicBezTo>
                <a:cubicBezTo>
                  <a:pt x="235" y="289"/>
                  <a:pt x="237" y="288"/>
                  <a:pt x="238" y="287"/>
                </a:cubicBezTo>
                <a:cubicBezTo>
                  <a:pt x="286" y="239"/>
                  <a:pt x="286" y="239"/>
                  <a:pt x="286" y="239"/>
                </a:cubicBezTo>
                <a:cubicBezTo>
                  <a:pt x="288" y="237"/>
                  <a:pt x="289" y="235"/>
                  <a:pt x="289" y="233"/>
                </a:cubicBezTo>
                <a:cubicBezTo>
                  <a:pt x="289" y="231"/>
                  <a:pt x="288" y="229"/>
                  <a:pt x="286" y="227"/>
                </a:cubicBezTo>
                <a:moveTo>
                  <a:pt x="136" y="16"/>
                </a:moveTo>
                <a:cubicBezTo>
                  <a:pt x="152" y="16"/>
                  <a:pt x="152" y="16"/>
                  <a:pt x="152" y="16"/>
                </a:cubicBezTo>
                <a:cubicBezTo>
                  <a:pt x="152" y="32"/>
                  <a:pt x="152" y="32"/>
                  <a:pt x="152" y="32"/>
                </a:cubicBezTo>
                <a:cubicBezTo>
                  <a:pt x="136" y="32"/>
                  <a:pt x="136" y="32"/>
                  <a:pt x="136" y="32"/>
                </a:cubicBezTo>
                <a:lnTo>
                  <a:pt x="136" y="16"/>
                </a:lnTo>
                <a:close/>
                <a:moveTo>
                  <a:pt x="59" y="129"/>
                </a:moveTo>
                <a:cubicBezTo>
                  <a:pt x="19" y="89"/>
                  <a:pt x="19" y="89"/>
                  <a:pt x="19" y="89"/>
                </a:cubicBezTo>
                <a:cubicBezTo>
                  <a:pt x="59" y="48"/>
                  <a:pt x="59" y="48"/>
                  <a:pt x="59" y="48"/>
                </a:cubicBezTo>
                <a:cubicBezTo>
                  <a:pt x="241" y="48"/>
                  <a:pt x="241" y="48"/>
                  <a:pt x="241" y="48"/>
                </a:cubicBezTo>
                <a:cubicBezTo>
                  <a:pt x="241" y="129"/>
                  <a:pt x="241" y="129"/>
                  <a:pt x="241" y="129"/>
                </a:cubicBezTo>
                <a:lnTo>
                  <a:pt x="59" y="129"/>
                </a:lnTo>
                <a:close/>
                <a:moveTo>
                  <a:pt x="152" y="177"/>
                </a:moveTo>
                <a:cubicBezTo>
                  <a:pt x="136" y="177"/>
                  <a:pt x="136" y="177"/>
                  <a:pt x="136" y="177"/>
                </a:cubicBezTo>
                <a:cubicBezTo>
                  <a:pt x="136" y="145"/>
                  <a:pt x="136" y="145"/>
                  <a:pt x="136" y="145"/>
                </a:cubicBezTo>
                <a:cubicBezTo>
                  <a:pt x="152" y="145"/>
                  <a:pt x="152" y="145"/>
                  <a:pt x="152" y="145"/>
                </a:cubicBezTo>
                <a:lnTo>
                  <a:pt x="152" y="177"/>
                </a:lnTo>
                <a:close/>
                <a:moveTo>
                  <a:pt x="152" y="337"/>
                </a:moveTo>
                <a:cubicBezTo>
                  <a:pt x="136" y="337"/>
                  <a:pt x="136" y="337"/>
                  <a:pt x="136" y="337"/>
                </a:cubicBezTo>
                <a:cubicBezTo>
                  <a:pt x="136" y="289"/>
                  <a:pt x="136" y="289"/>
                  <a:pt x="136" y="289"/>
                </a:cubicBezTo>
                <a:cubicBezTo>
                  <a:pt x="152" y="289"/>
                  <a:pt x="152" y="289"/>
                  <a:pt x="152" y="289"/>
                </a:cubicBezTo>
                <a:lnTo>
                  <a:pt x="152" y="337"/>
                </a:lnTo>
                <a:close/>
                <a:moveTo>
                  <a:pt x="229" y="273"/>
                </a:moveTo>
                <a:cubicBezTo>
                  <a:pt x="48" y="273"/>
                  <a:pt x="48" y="273"/>
                  <a:pt x="48" y="273"/>
                </a:cubicBezTo>
                <a:cubicBezTo>
                  <a:pt x="48" y="193"/>
                  <a:pt x="48" y="193"/>
                  <a:pt x="48" y="193"/>
                </a:cubicBezTo>
                <a:cubicBezTo>
                  <a:pt x="229" y="193"/>
                  <a:pt x="229" y="193"/>
                  <a:pt x="229" y="193"/>
                </a:cubicBezTo>
                <a:cubicBezTo>
                  <a:pt x="269" y="233"/>
                  <a:pt x="269" y="233"/>
                  <a:pt x="269" y="233"/>
                </a:cubicBezTo>
                <a:lnTo>
                  <a:pt x="229" y="273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1" name="Freeform 51"/>
          <p:cNvSpPr>
            <a:spLocks noEditPoints="1"/>
          </p:cNvSpPr>
          <p:nvPr/>
        </p:nvSpPr>
        <p:spPr bwMode="auto">
          <a:xfrm>
            <a:off x="7505701" y="5331884"/>
            <a:ext cx="469900" cy="575733"/>
          </a:xfrm>
          <a:custGeom>
            <a:avLst/>
            <a:gdLst>
              <a:gd name="T0" fmla="*/ 136 w 289"/>
              <a:gd name="T1" fmla="*/ 129 h 354"/>
              <a:gd name="T2" fmla="*/ 241 w 289"/>
              <a:gd name="T3" fmla="*/ 121 h 354"/>
              <a:gd name="T4" fmla="*/ 136 w 289"/>
              <a:gd name="T5" fmla="*/ 113 h 354"/>
              <a:gd name="T6" fmla="*/ 233 w 289"/>
              <a:gd name="T7" fmla="*/ 145 h 354"/>
              <a:gd name="T8" fmla="*/ 177 w 289"/>
              <a:gd name="T9" fmla="*/ 153 h 354"/>
              <a:gd name="T10" fmla="*/ 233 w 289"/>
              <a:gd name="T11" fmla="*/ 161 h 354"/>
              <a:gd name="T12" fmla="*/ 233 w 289"/>
              <a:gd name="T13" fmla="*/ 145 h 354"/>
              <a:gd name="T14" fmla="*/ 169 w 289"/>
              <a:gd name="T15" fmla="*/ 32 h 354"/>
              <a:gd name="T16" fmla="*/ 153 w 289"/>
              <a:gd name="T17" fmla="*/ 0 h 354"/>
              <a:gd name="T18" fmla="*/ 120 w 289"/>
              <a:gd name="T19" fmla="*/ 16 h 354"/>
              <a:gd name="T20" fmla="*/ 16 w 289"/>
              <a:gd name="T21" fmla="*/ 32 h 354"/>
              <a:gd name="T22" fmla="*/ 0 w 289"/>
              <a:gd name="T23" fmla="*/ 225 h 354"/>
              <a:gd name="T24" fmla="*/ 120 w 289"/>
              <a:gd name="T25" fmla="*/ 241 h 354"/>
              <a:gd name="T26" fmla="*/ 136 w 289"/>
              <a:gd name="T27" fmla="*/ 354 h 354"/>
              <a:gd name="T28" fmla="*/ 169 w 289"/>
              <a:gd name="T29" fmla="*/ 337 h 354"/>
              <a:gd name="T30" fmla="*/ 273 w 289"/>
              <a:gd name="T31" fmla="*/ 241 h 354"/>
              <a:gd name="T32" fmla="*/ 289 w 289"/>
              <a:gd name="T33" fmla="*/ 48 h 354"/>
              <a:gd name="T34" fmla="*/ 136 w 289"/>
              <a:gd name="T35" fmla="*/ 16 h 354"/>
              <a:gd name="T36" fmla="*/ 153 w 289"/>
              <a:gd name="T37" fmla="*/ 32 h 354"/>
              <a:gd name="T38" fmla="*/ 136 w 289"/>
              <a:gd name="T39" fmla="*/ 16 h 354"/>
              <a:gd name="T40" fmla="*/ 136 w 289"/>
              <a:gd name="T41" fmla="*/ 337 h 354"/>
              <a:gd name="T42" fmla="*/ 153 w 289"/>
              <a:gd name="T43" fmla="*/ 241 h 354"/>
              <a:gd name="T44" fmla="*/ 273 w 289"/>
              <a:gd name="T45" fmla="*/ 225 h 354"/>
              <a:gd name="T46" fmla="*/ 16 w 289"/>
              <a:gd name="T47" fmla="*/ 48 h 354"/>
              <a:gd name="T48" fmla="*/ 273 w 289"/>
              <a:gd name="T49" fmla="*/ 225 h 354"/>
              <a:gd name="T50" fmla="*/ 201 w 289"/>
              <a:gd name="T51" fmla="*/ 97 h 354"/>
              <a:gd name="T52" fmla="*/ 201 w 289"/>
              <a:gd name="T53" fmla="*/ 81 h 354"/>
              <a:gd name="T54" fmla="*/ 48 w 289"/>
              <a:gd name="T55" fmla="*/ 89 h 354"/>
              <a:gd name="T56" fmla="*/ 56 w 289"/>
              <a:gd name="T57" fmla="*/ 161 h 354"/>
              <a:gd name="T58" fmla="*/ 161 w 289"/>
              <a:gd name="T59" fmla="*/ 153 h 354"/>
              <a:gd name="T60" fmla="*/ 56 w 289"/>
              <a:gd name="T61" fmla="*/ 145 h 354"/>
              <a:gd name="T62" fmla="*/ 56 w 289"/>
              <a:gd name="T63" fmla="*/ 161 h 354"/>
              <a:gd name="T64" fmla="*/ 217 w 289"/>
              <a:gd name="T65" fmla="*/ 193 h 354"/>
              <a:gd name="T66" fmla="*/ 217 w 289"/>
              <a:gd name="T67" fmla="*/ 177 h 354"/>
              <a:gd name="T68" fmla="*/ 48 w 289"/>
              <a:gd name="T69" fmla="*/ 185 h 354"/>
              <a:gd name="T70" fmla="*/ 56 w 289"/>
              <a:gd name="T71" fmla="*/ 129 h 354"/>
              <a:gd name="T72" fmla="*/ 112 w 289"/>
              <a:gd name="T73" fmla="*/ 121 h 354"/>
              <a:gd name="T74" fmla="*/ 56 w 289"/>
              <a:gd name="T75" fmla="*/ 113 h 354"/>
              <a:gd name="T76" fmla="*/ 56 w 289"/>
              <a:gd name="T77" fmla="*/ 129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289" h="354">
                <a:moveTo>
                  <a:pt x="128" y="121"/>
                </a:moveTo>
                <a:cubicBezTo>
                  <a:pt x="128" y="125"/>
                  <a:pt x="132" y="129"/>
                  <a:pt x="136" y="129"/>
                </a:cubicBezTo>
                <a:cubicBezTo>
                  <a:pt x="233" y="129"/>
                  <a:pt x="233" y="129"/>
                  <a:pt x="233" y="129"/>
                </a:cubicBezTo>
                <a:cubicBezTo>
                  <a:pt x="237" y="129"/>
                  <a:pt x="241" y="125"/>
                  <a:pt x="241" y="121"/>
                </a:cubicBezTo>
                <a:cubicBezTo>
                  <a:pt x="241" y="116"/>
                  <a:pt x="237" y="113"/>
                  <a:pt x="233" y="113"/>
                </a:cubicBezTo>
                <a:cubicBezTo>
                  <a:pt x="136" y="113"/>
                  <a:pt x="136" y="113"/>
                  <a:pt x="136" y="113"/>
                </a:cubicBezTo>
                <a:cubicBezTo>
                  <a:pt x="132" y="113"/>
                  <a:pt x="128" y="116"/>
                  <a:pt x="128" y="121"/>
                </a:cubicBezTo>
                <a:moveTo>
                  <a:pt x="233" y="145"/>
                </a:moveTo>
                <a:cubicBezTo>
                  <a:pt x="185" y="145"/>
                  <a:pt x="185" y="145"/>
                  <a:pt x="185" y="145"/>
                </a:cubicBezTo>
                <a:cubicBezTo>
                  <a:pt x="180" y="145"/>
                  <a:pt x="177" y="148"/>
                  <a:pt x="177" y="153"/>
                </a:cubicBezTo>
                <a:cubicBezTo>
                  <a:pt x="177" y="157"/>
                  <a:pt x="180" y="161"/>
                  <a:pt x="185" y="161"/>
                </a:cubicBezTo>
                <a:cubicBezTo>
                  <a:pt x="233" y="161"/>
                  <a:pt x="233" y="161"/>
                  <a:pt x="233" y="161"/>
                </a:cubicBezTo>
                <a:cubicBezTo>
                  <a:pt x="237" y="161"/>
                  <a:pt x="241" y="157"/>
                  <a:pt x="241" y="153"/>
                </a:cubicBezTo>
                <a:cubicBezTo>
                  <a:pt x="241" y="148"/>
                  <a:pt x="237" y="145"/>
                  <a:pt x="233" y="145"/>
                </a:cubicBezTo>
                <a:moveTo>
                  <a:pt x="273" y="32"/>
                </a:moveTo>
                <a:cubicBezTo>
                  <a:pt x="169" y="32"/>
                  <a:pt x="169" y="32"/>
                  <a:pt x="169" y="32"/>
                </a:cubicBezTo>
                <a:cubicBezTo>
                  <a:pt x="169" y="16"/>
                  <a:pt x="169" y="16"/>
                  <a:pt x="169" y="16"/>
                </a:cubicBezTo>
                <a:cubicBezTo>
                  <a:pt x="169" y="8"/>
                  <a:pt x="161" y="0"/>
                  <a:pt x="153" y="0"/>
                </a:cubicBezTo>
                <a:cubicBezTo>
                  <a:pt x="136" y="0"/>
                  <a:pt x="136" y="0"/>
                  <a:pt x="136" y="0"/>
                </a:cubicBezTo>
                <a:cubicBezTo>
                  <a:pt x="128" y="0"/>
                  <a:pt x="120" y="8"/>
                  <a:pt x="120" y="16"/>
                </a:cubicBezTo>
                <a:cubicBezTo>
                  <a:pt x="120" y="32"/>
                  <a:pt x="120" y="32"/>
                  <a:pt x="120" y="32"/>
                </a:cubicBezTo>
                <a:cubicBezTo>
                  <a:pt x="16" y="32"/>
                  <a:pt x="16" y="32"/>
                  <a:pt x="16" y="32"/>
                </a:cubicBezTo>
                <a:cubicBezTo>
                  <a:pt x="7" y="32"/>
                  <a:pt x="0" y="40"/>
                  <a:pt x="0" y="48"/>
                </a:cubicBezTo>
                <a:cubicBezTo>
                  <a:pt x="0" y="225"/>
                  <a:pt x="0" y="225"/>
                  <a:pt x="0" y="225"/>
                </a:cubicBezTo>
                <a:cubicBezTo>
                  <a:pt x="0" y="234"/>
                  <a:pt x="7" y="241"/>
                  <a:pt x="16" y="241"/>
                </a:cubicBezTo>
                <a:cubicBezTo>
                  <a:pt x="120" y="241"/>
                  <a:pt x="120" y="241"/>
                  <a:pt x="120" y="241"/>
                </a:cubicBezTo>
                <a:cubicBezTo>
                  <a:pt x="120" y="337"/>
                  <a:pt x="120" y="337"/>
                  <a:pt x="120" y="337"/>
                </a:cubicBezTo>
                <a:cubicBezTo>
                  <a:pt x="120" y="346"/>
                  <a:pt x="128" y="354"/>
                  <a:pt x="136" y="354"/>
                </a:cubicBezTo>
                <a:cubicBezTo>
                  <a:pt x="153" y="354"/>
                  <a:pt x="153" y="354"/>
                  <a:pt x="153" y="354"/>
                </a:cubicBezTo>
                <a:cubicBezTo>
                  <a:pt x="161" y="354"/>
                  <a:pt x="169" y="346"/>
                  <a:pt x="169" y="337"/>
                </a:cubicBezTo>
                <a:cubicBezTo>
                  <a:pt x="169" y="241"/>
                  <a:pt x="169" y="241"/>
                  <a:pt x="169" y="241"/>
                </a:cubicBezTo>
                <a:cubicBezTo>
                  <a:pt x="273" y="241"/>
                  <a:pt x="273" y="241"/>
                  <a:pt x="273" y="241"/>
                </a:cubicBezTo>
                <a:cubicBezTo>
                  <a:pt x="282" y="241"/>
                  <a:pt x="289" y="234"/>
                  <a:pt x="289" y="225"/>
                </a:cubicBezTo>
                <a:cubicBezTo>
                  <a:pt x="289" y="48"/>
                  <a:pt x="289" y="48"/>
                  <a:pt x="289" y="48"/>
                </a:cubicBezTo>
                <a:cubicBezTo>
                  <a:pt x="289" y="40"/>
                  <a:pt x="282" y="32"/>
                  <a:pt x="273" y="32"/>
                </a:cubicBezTo>
                <a:moveTo>
                  <a:pt x="136" y="16"/>
                </a:moveTo>
                <a:cubicBezTo>
                  <a:pt x="153" y="16"/>
                  <a:pt x="153" y="16"/>
                  <a:pt x="153" y="16"/>
                </a:cubicBezTo>
                <a:cubicBezTo>
                  <a:pt x="153" y="32"/>
                  <a:pt x="153" y="32"/>
                  <a:pt x="153" y="32"/>
                </a:cubicBezTo>
                <a:cubicBezTo>
                  <a:pt x="136" y="32"/>
                  <a:pt x="136" y="32"/>
                  <a:pt x="136" y="32"/>
                </a:cubicBezTo>
                <a:lnTo>
                  <a:pt x="136" y="16"/>
                </a:lnTo>
                <a:close/>
                <a:moveTo>
                  <a:pt x="153" y="337"/>
                </a:moveTo>
                <a:cubicBezTo>
                  <a:pt x="136" y="337"/>
                  <a:pt x="136" y="337"/>
                  <a:pt x="136" y="337"/>
                </a:cubicBezTo>
                <a:cubicBezTo>
                  <a:pt x="136" y="241"/>
                  <a:pt x="136" y="241"/>
                  <a:pt x="136" y="241"/>
                </a:cubicBezTo>
                <a:cubicBezTo>
                  <a:pt x="153" y="241"/>
                  <a:pt x="153" y="241"/>
                  <a:pt x="153" y="241"/>
                </a:cubicBezTo>
                <a:lnTo>
                  <a:pt x="153" y="337"/>
                </a:lnTo>
                <a:close/>
                <a:moveTo>
                  <a:pt x="273" y="225"/>
                </a:moveTo>
                <a:cubicBezTo>
                  <a:pt x="16" y="225"/>
                  <a:pt x="16" y="225"/>
                  <a:pt x="16" y="225"/>
                </a:cubicBezTo>
                <a:cubicBezTo>
                  <a:pt x="16" y="48"/>
                  <a:pt x="16" y="48"/>
                  <a:pt x="16" y="48"/>
                </a:cubicBezTo>
                <a:cubicBezTo>
                  <a:pt x="273" y="48"/>
                  <a:pt x="273" y="48"/>
                  <a:pt x="273" y="48"/>
                </a:cubicBezTo>
                <a:lnTo>
                  <a:pt x="273" y="225"/>
                </a:lnTo>
                <a:close/>
                <a:moveTo>
                  <a:pt x="56" y="97"/>
                </a:moveTo>
                <a:cubicBezTo>
                  <a:pt x="201" y="97"/>
                  <a:pt x="201" y="97"/>
                  <a:pt x="201" y="97"/>
                </a:cubicBezTo>
                <a:cubicBezTo>
                  <a:pt x="205" y="97"/>
                  <a:pt x="209" y="93"/>
                  <a:pt x="209" y="89"/>
                </a:cubicBezTo>
                <a:cubicBezTo>
                  <a:pt x="209" y="84"/>
                  <a:pt x="205" y="81"/>
                  <a:pt x="201" y="81"/>
                </a:cubicBezTo>
                <a:cubicBezTo>
                  <a:pt x="56" y="81"/>
                  <a:pt x="56" y="81"/>
                  <a:pt x="56" y="81"/>
                </a:cubicBezTo>
                <a:cubicBezTo>
                  <a:pt x="52" y="81"/>
                  <a:pt x="48" y="84"/>
                  <a:pt x="48" y="89"/>
                </a:cubicBezTo>
                <a:cubicBezTo>
                  <a:pt x="48" y="93"/>
                  <a:pt x="52" y="97"/>
                  <a:pt x="56" y="97"/>
                </a:cubicBezTo>
                <a:moveTo>
                  <a:pt x="56" y="161"/>
                </a:moveTo>
                <a:cubicBezTo>
                  <a:pt x="153" y="161"/>
                  <a:pt x="153" y="161"/>
                  <a:pt x="153" y="161"/>
                </a:cubicBezTo>
                <a:cubicBezTo>
                  <a:pt x="157" y="161"/>
                  <a:pt x="161" y="157"/>
                  <a:pt x="161" y="153"/>
                </a:cubicBezTo>
                <a:cubicBezTo>
                  <a:pt x="161" y="148"/>
                  <a:pt x="157" y="145"/>
                  <a:pt x="153" y="145"/>
                </a:cubicBezTo>
                <a:cubicBezTo>
                  <a:pt x="56" y="145"/>
                  <a:pt x="56" y="145"/>
                  <a:pt x="56" y="145"/>
                </a:cubicBezTo>
                <a:cubicBezTo>
                  <a:pt x="52" y="145"/>
                  <a:pt x="48" y="148"/>
                  <a:pt x="48" y="153"/>
                </a:cubicBezTo>
                <a:cubicBezTo>
                  <a:pt x="48" y="157"/>
                  <a:pt x="52" y="161"/>
                  <a:pt x="56" y="161"/>
                </a:cubicBezTo>
                <a:moveTo>
                  <a:pt x="56" y="193"/>
                </a:moveTo>
                <a:cubicBezTo>
                  <a:pt x="217" y="193"/>
                  <a:pt x="217" y="193"/>
                  <a:pt x="217" y="193"/>
                </a:cubicBezTo>
                <a:cubicBezTo>
                  <a:pt x="221" y="193"/>
                  <a:pt x="225" y="189"/>
                  <a:pt x="225" y="185"/>
                </a:cubicBezTo>
                <a:cubicBezTo>
                  <a:pt x="225" y="181"/>
                  <a:pt x="221" y="177"/>
                  <a:pt x="217" y="177"/>
                </a:cubicBezTo>
                <a:cubicBezTo>
                  <a:pt x="56" y="177"/>
                  <a:pt x="56" y="177"/>
                  <a:pt x="56" y="177"/>
                </a:cubicBezTo>
                <a:cubicBezTo>
                  <a:pt x="52" y="177"/>
                  <a:pt x="48" y="181"/>
                  <a:pt x="48" y="185"/>
                </a:cubicBezTo>
                <a:cubicBezTo>
                  <a:pt x="48" y="189"/>
                  <a:pt x="52" y="193"/>
                  <a:pt x="56" y="193"/>
                </a:cubicBezTo>
                <a:moveTo>
                  <a:pt x="56" y="129"/>
                </a:moveTo>
                <a:cubicBezTo>
                  <a:pt x="104" y="129"/>
                  <a:pt x="104" y="129"/>
                  <a:pt x="104" y="129"/>
                </a:cubicBezTo>
                <a:cubicBezTo>
                  <a:pt x="109" y="129"/>
                  <a:pt x="112" y="125"/>
                  <a:pt x="112" y="121"/>
                </a:cubicBezTo>
                <a:cubicBezTo>
                  <a:pt x="112" y="116"/>
                  <a:pt x="109" y="113"/>
                  <a:pt x="104" y="113"/>
                </a:cubicBezTo>
                <a:cubicBezTo>
                  <a:pt x="56" y="113"/>
                  <a:pt x="56" y="113"/>
                  <a:pt x="56" y="113"/>
                </a:cubicBezTo>
                <a:cubicBezTo>
                  <a:pt x="52" y="113"/>
                  <a:pt x="48" y="116"/>
                  <a:pt x="48" y="121"/>
                </a:cubicBezTo>
                <a:cubicBezTo>
                  <a:pt x="48" y="125"/>
                  <a:pt x="52" y="129"/>
                  <a:pt x="56" y="129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2" name="Freeform 52"/>
          <p:cNvSpPr>
            <a:spLocks noEditPoints="1"/>
          </p:cNvSpPr>
          <p:nvPr/>
        </p:nvSpPr>
        <p:spPr bwMode="auto">
          <a:xfrm>
            <a:off x="8549218" y="5384801"/>
            <a:ext cx="573617" cy="469900"/>
          </a:xfrm>
          <a:custGeom>
            <a:avLst/>
            <a:gdLst>
              <a:gd name="T0" fmla="*/ 217 w 353"/>
              <a:gd name="T1" fmla="*/ 113 h 289"/>
              <a:gd name="T2" fmla="*/ 169 w 353"/>
              <a:gd name="T3" fmla="*/ 113 h 289"/>
              <a:gd name="T4" fmla="*/ 161 w 353"/>
              <a:gd name="T5" fmla="*/ 121 h 289"/>
              <a:gd name="T6" fmla="*/ 169 w 353"/>
              <a:gd name="T7" fmla="*/ 129 h 289"/>
              <a:gd name="T8" fmla="*/ 194 w 353"/>
              <a:gd name="T9" fmla="*/ 129 h 289"/>
              <a:gd name="T10" fmla="*/ 129 w 353"/>
              <a:gd name="T11" fmla="*/ 233 h 289"/>
              <a:gd name="T12" fmla="*/ 129 w 353"/>
              <a:gd name="T13" fmla="*/ 233 h 289"/>
              <a:gd name="T14" fmla="*/ 129 w 353"/>
              <a:gd name="T15" fmla="*/ 233 h 289"/>
              <a:gd name="T16" fmla="*/ 137 w 353"/>
              <a:gd name="T17" fmla="*/ 241 h 289"/>
              <a:gd name="T18" fmla="*/ 145 w 353"/>
              <a:gd name="T19" fmla="*/ 233 h 289"/>
              <a:gd name="T20" fmla="*/ 145 w 353"/>
              <a:gd name="T21" fmla="*/ 233 h 289"/>
              <a:gd name="T22" fmla="*/ 209 w 353"/>
              <a:gd name="T23" fmla="*/ 137 h 289"/>
              <a:gd name="T24" fmla="*/ 209 w 353"/>
              <a:gd name="T25" fmla="*/ 169 h 289"/>
              <a:gd name="T26" fmla="*/ 217 w 353"/>
              <a:gd name="T27" fmla="*/ 177 h 289"/>
              <a:gd name="T28" fmla="*/ 225 w 353"/>
              <a:gd name="T29" fmla="*/ 169 h 289"/>
              <a:gd name="T30" fmla="*/ 225 w 353"/>
              <a:gd name="T31" fmla="*/ 121 h 289"/>
              <a:gd name="T32" fmla="*/ 217 w 353"/>
              <a:gd name="T33" fmla="*/ 113 h 289"/>
              <a:gd name="T34" fmla="*/ 349 w 353"/>
              <a:gd name="T35" fmla="*/ 242 h 289"/>
              <a:gd name="T36" fmla="*/ 205 w 353"/>
              <a:gd name="T37" fmla="*/ 17 h 289"/>
              <a:gd name="T38" fmla="*/ 177 w 353"/>
              <a:gd name="T39" fmla="*/ 0 h 289"/>
              <a:gd name="T40" fmla="*/ 149 w 353"/>
              <a:gd name="T41" fmla="*/ 17 h 289"/>
              <a:gd name="T42" fmla="*/ 4 w 353"/>
              <a:gd name="T43" fmla="*/ 242 h 289"/>
              <a:gd name="T44" fmla="*/ 0 w 353"/>
              <a:gd name="T45" fmla="*/ 257 h 289"/>
              <a:gd name="T46" fmla="*/ 32 w 353"/>
              <a:gd name="T47" fmla="*/ 289 h 289"/>
              <a:gd name="T48" fmla="*/ 321 w 353"/>
              <a:gd name="T49" fmla="*/ 289 h 289"/>
              <a:gd name="T50" fmla="*/ 353 w 353"/>
              <a:gd name="T51" fmla="*/ 257 h 289"/>
              <a:gd name="T52" fmla="*/ 349 w 353"/>
              <a:gd name="T53" fmla="*/ 242 h 289"/>
              <a:gd name="T54" fmla="*/ 321 w 353"/>
              <a:gd name="T55" fmla="*/ 273 h 289"/>
              <a:gd name="T56" fmla="*/ 32 w 353"/>
              <a:gd name="T57" fmla="*/ 273 h 289"/>
              <a:gd name="T58" fmla="*/ 16 w 353"/>
              <a:gd name="T59" fmla="*/ 257 h 289"/>
              <a:gd name="T60" fmla="*/ 17 w 353"/>
              <a:gd name="T61" fmla="*/ 251 h 289"/>
              <a:gd name="T62" fmla="*/ 18 w 353"/>
              <a:gd name="T63" fmla="*/ 250 h 289"/>
              <a:gd name="T64" fmla="*/ 162 w 353"/>
              <a:gd name="T65" fmla="*/ 25 h 289"/>
              <a:gd name="T66" fmla="*/ 163 w 353"/>
              <a:gd name="T67" fmla="*/ 24 h 289"/>
              <a:gd name="T68" fmla="*/ 177 w 353"/>
              <a:gd name="T69" fmla="*/ 16 h 289"/>
              <a:gd name="T70" fmla="*/ 190 w 353"/>
              <a:gd name="T71" fmla="*/ 23 h 289"/>
              <a:gd name="T72" fmla="*/ 191 w 353"/>
              <a:gd name="T73" fmla="*/ 25 h 289"/>
              <a:gd name="T74" fmla="*/ 336 w 353"/>
              <a:gd name="T75" fmla="*/ 250 h 289"/>
              <a:gd name="T76" fmla="*/ 336 w 353"/>
              <a:gd name="T77" fmla="*/ 251 h 289"/>
              <a:gd name="T78" fmla="*/ 337 w 353"/>
              <a:gd name="T79" fmla="*/ 257 h 289"/>
              <a:gd name="T80" fmla="*/ 321 w 353"/>
              <a:gd name="T81" fmla="*/ 273 h 2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353" h="289">
                <a:moveTo>
                  <a:pt x="217" y="113"/>
                </a:moveTo>
                <a:cubicBezTo>
                  <a:pt x="169" y="113"/>
                  <a:pt x="169" y="113"/>
                  <a:pt x="169" y="113"/>
                </a:cubicBezTo>
                <a:cubicBezTo>
                  <a:pt x="164" y="113"/>
                  <a:pt x="161" y="116"/>
                  <a:pt x="161" y="121"/>
                </a:cubicBezTo>
                <a:cubicBezTo>
                  <a:pt x="161" y="125"/>
                  <a:pt x="164" y="129"/>
                  <a:pt x="169" y="129"/>
                </a:cubicBezTo>
                <a:cubicBezTo>
                  <a:pt x="194" y="129"/>
                  <a:pt x="194" y="129"/>
                  <a:pt x="194" y="129"/>
                </a:cubicBezTo>
                <a:cubicBezTo>
                  <a:pt x="169" y="150"/>
                  <a:pt x="129" y="191"/>
                  <a:pt x="129" y="233"/>
                </a:cubicBezTo>
                <a:cubicBezTo>
                  <a:pt x="129" y="233"/>
                  <a:pt x="129" y="233"/>
                  <a:pt x="129" y="233"/>
                </a:cubicBezTo>
                <a:cubicBezTo>
                  <a:pt x="129" y="233"/>
                  <a:pt x="129" y="233"/>
                  <a:pt x="129" y="233"/>
                </a:cubicBezTo>
                <a:cubicBezTo>
                  <a:pt x="129" y="238"/>
                  <a:pt x="132" y="241"/>
                  <a:pt x="137" y="241"/>
                </a:cubicBezTo>
                <a:cubicBezTo>
                  <a:pt x="141" y="241"/>
                  <a:pt x="145" y="238"/>
                  <a:pt x="145" y="233"/>
                </a:cubicBezTo>
                <a:cubicBezTo>
                  <a:pt x="145" y="233"/>
                  <a:pt x="145" y="233"/>
                  <a:pt x="145" y="233"/>
                </a:cubicBezTo>
                <a:cubicBezTo>
                  <a:pt x="145" y="195"/>
                  <a:pt x="187" y="155"/>
                  <a:pt x="209" y="137"/>
                </a:cubicBezTo>
                <a:cubicBezTo>
                  <a:pt x="209" y="169"/>
                  <a:pt x="209" y="169"/>
                  <a:pt x="209" y="169"/>
                </a:cubicBezTo>
                <a:cubicBezTo>
                  <a:pt x="209" y="173"/>
                  <a:pt x="213" y="177"/>
                  <a:pt x="217" y="177"/>
                </a:cubicBezTo>
                <a:cubicBezTo>
                  <a:pt x="221" y="177"/>
                  <a:pt x="225" y="173"/>
                  <a:pt x="225" y="169"/>
                </a:cubicBezTo>
                <a:cubicBezTo>
                  <a:pt x="225" y="121"/>
                  <a:pt x="225" y="121"/>
                  <a:pt x="225" y="121"/>
                </a:cubicBezTo>
                <a:cubicBezTo>
                  <a:pt x="225" y="116"/>
                  <a:pt x="221" y="113"/>
                  <a:pt x="217" y="113"/>
                </a:cubicBezTo>
                <a:moveTo>
                  <a:pt x="349" y="242"/>
                </a:moveTo>
                <a:cubicBezTo>
                  <a:pt x="205" y="17"/>
                  <a:pt x="205" y="17"/>
                  <a:pt x="205" y="17"/>
                </a:cubicBezTo>
                <a:cubicBezTo>
                  <a:pt x="205" y="17"/>
                  <a:pt x="197" y="0"/>
                  <a:pt x="177" y="0"/>
                </a:cubicBezTo>
                <a:cubicBezTo>
                  <a:pt x="157" y="0"/>
                  <a:pt x="149" y="17"/>
                  <a:pt x="149" y="17"/>
                </a:cubicBezTo>
                <a:cubicBezTo>
                  <a:pt x="4" y="242"/>
                  <a:pt x="4" y="242"/>
                  <a:pt x="4" y="242"/>
                </a:cubicBezTo>
                <a:cubicBezTo>
                  <a:pt x="4" y="242"/>
                  <a:pt x="0" y="247"/>
                  <a:pt x="0" y="257"/>
                </a:cubicBezTo>
                <a:cubicBezTo>
                  <a:pt x="0" y="275"/>
                  <a:pt x="15" y="289"/>
                  <a:pt x="32" y="289"/>
                </a:cubicBezTo>
                <a:cubicBezTo>
                  <a:pt x="321" y="289"/>
                  <a:pt x="321" y="289"/>
                  <a:pt x="321" y="289"/>
                </a:cubicBezTo>
                <a:cubicBezTo>
                  <a:pt x="339" y="289"/>
                  <a:pt x="353" y="275"/>
                  <a:pt x="353" y="257"/>
                </a:cubicBezTo>
                <a:cubicBezTo>
                  <a:pt x="353" y="246"/>
                  <a:pt x="349" y="242"/>
                  <a:pt x="349" y="242"/>
                </a:cubicBezTo>
                <a:moveTo>
                  <a:pt x="321" y="273"/>
                </a:moveTo>
                <a:cubicBezTo>
                  <a:pt x="32" y="273"/>
                  <a:pt x="32" y="273"/>
                  <a:pt x="32" y="273"/>
                </a:cubicBezTo>
                <a:cubicBezTo>
                  <a:pt x="23" y="273"/>
                  <a:pt x="16" y="266"/>
                  <a:pt x="16" y="257"/>
                </a:cubicBezTo>
                <a:cubicBezTo>
                  <a:pt x="16" y="254"/>
                  <a:pt x="17" y="252"/>
                  <a:pt x="17" y="251"/>
                </a:cubicBezTo>
                <a:cubicBezTo>
                  <a:pt x="18" y="251"/>
                  <a:pt x="17" y="251"/>
                  <a:pt x="18" y="250"/>
                </a:cubicBezTo>
                <a:cubicBezTo>
                  <a:pt x="162" y="25"/>
                  <a:pt x="162" y="25"/>
                  <a:pt x="162" y="25"/>
                </a:cubicBezTo>
                <a:cubicBezTo>
                  <a:pt x="163" y="25"/>
                  <a:pt x="163" y="25"/>
                  <a:pt x="163" y="24"/>
                </a:cubicBezTo>
                <a:cubicBezTo>
                  <a:pt x="163" y="24"/>
                  <a:pt x="168" y="16"/>
                  <a:pt x="177" y="16"/>
                </a:cubicBezTo>
                <a:cubicBezTo>
                  <a:pt x="186" y="16"/>
                  <a:pt x="190" y="23"/>
                  <a:pt x="190" y="23"/>
                </a:cubicBezTo>
                <a:cubicBezTo>
                  <a:pt x="191" y="24"/>
                  <a:pt x="191" y="25"/>
                  <a:pt x="191" y="25"/>
                </a:cubicBezTo>
                <a:cubicBezTo>
                  <a:pt x="336" y="250"/>
                  <a:pt x="336" y="250"/>
                  <a:pt x="336" y="250"/>
                </a:cubicBezTo>
                <a:cubicBezTo>
                  <a:pt x="336" y="251"/>
                  <a:pt x="336" y="251"/>
                  <a:pt x="336" y="251"/>
                </a:cubicBezTo>
                <a:cubicBezTo>
                  <a:pt x="337" y="252"/>
                  <a:pt x="337" y="254"/>
                  <a:pt x="337" y="257"/>
                </a:cubicBezTo>
                <a:cubicBezTo>
                  <a:pt x="337" y="266"/>
                  <a:pt x="330" y="273"/>
                  <a:pt x="321" y="273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3" name="Freeform 53"/>
          <p:cNvSpPr>
            <a:spLocks noEditPoints="1"/>
          </p:cNvSpPr>
          <p:nvPr/>
        </p:nvSpPr>
        <p:spPr bwMode="auto">
          <a:xfrm>
            <a:off x="9645651" y="5331884"/>
            <a:ext cx="575733" cy="575733"/>
          </a:xfrm>
          <a:custGeom>
            <a:avLst/>
            <a:gdLst>
              <a:gd name="T0" fmla="*/ 337 w 353"/>
              <a:gd name="T1" fmla="*/ 32 h 354"/>
              <a:gd name="T2" fmla="*/ 289 w 353"/>
              <a:gd name="T3" fmla="*/ 16 h 354"/>
              <a:gd name="T4" fmla="*/ 281 w 353"/>
              <a:gd name="T5" fmla="*/ 0 h 354"/>
              <a:gd name="T6" fmla="*/ 272 w 353"/>
              <a:gd name="T7" fmla="*/ 16 h 354"/>
              <a:gd name="T8" fmla="*/ 80 w 353"/>
              <a:gd name="T9" fmla="*/ 8 h 354"/>
              <a:gd name="T10" fmla="*/ 64 w 353"/>
              <a:gd name="T11" fmla="*/ 8 h 354"/>
              <a:gd name="T12" fmla="*/ 32 w 353"/>
              <a:gd name="T13" fmla="*/ 16 h 354"/>
              <a:gd name="T14" fmla="*/ 16 w 353"/>
              <a:gd name="T15" fmla="*/ 193 h 354"/>
              <a:gd name="T16" fmla="*/ 0 w 353"/>
              <a:gd name="T17" fmla="*/ 225 h 354"/>
              <a:gd name="T18" fmla="*/ 48 w 353"/>
              <a:gd name="T19" fmla="*/ 241 h 354"/>
              <a:gd name="T20" fmla="*/ 56 w 353"/>
              <a:gd name="T21" fmla="*/ 354 h 354"/>
              <a:gd name="T22" fmla="*/ 64 w 353"/>
              <a:gd name="T23" fmla="*/ 333 h 354"/>
              <a:gd name="T24" fmla="*/ 88 w 353"/>
              <a:gd name="T25" fmla="*/ 354 h 354"/>
              <a:gd name="T26" fmla="*/ 96 w 353"/>
              <a:gd name="T27" fmla="*/ 241 h 354"/>
              <a:gd name="T28" fmla="*/ 256 w 353"/>
              <a:gd name="T29" fmla="*/ 346 h 354"/>
              <a:gd name="T30" fmla="*/ 270 w 353"/>
              <a:gd name="T31" fmla="*/ 351 h 354"/>
              <a:gd name="T32" fmla="*/ 289 w 353"/>
              <a:gd name="T33" fmla="*/ 346 h 354"/>
              <a:gd name="T34" fmla="*/ 305 w 353"/>
              <a:gd name="T35" fmla="*/ 346 h 354"/>
              <a:gd name="T36" fmla="*/ 337 w 353"/>
              <a:gd name="T37" fmla="*/ 241 h 354"/>
              <a:gd name="T38" fmla="*/ 353 w 353"/>
              <a:gd name="T39" fmla="*/ 209 h 354"/>
              <a:gd name="T40" fmla="*/ 32 w 353"/>
              <a:gd name="T41" fmla="*/ 32 h 354"/>
              <a:gd name="T42" fmla="*/ 321 w 353"/>
              <a:gd name="T43" fmla="*/ 193 h 354"/>
              <a:gd name="T44" fmla="*/ 32 w 353"/>
              <a:gd name="T45" fmla="*/ 32 h 354"/>
              <a:gd name="T46" fmla="*/ 67 w 353"/>
              <a:gd name="T47" fmla="*/ 313 h 354"/>
              <a:gd name="T48" fmla="*/ 80 w 353"/>
              <a:gd name="T49" fmla="*/ 326 h 354"/>
              <a:gd name="T50" fmla="*/ 64 w 353"/>
              <a:gd name="T51" fmla="*/ 269 h 354"/>
              <a:gd name="T52" fmla="*/ 64 w 353"/>
              <a:gd name="T53" fmla="*/ 294 h 354"/>
              <a:gd name="T54" fmla="*/ 64 w 353"/>
              <a:gd name="T55" fmla="*/ 246 h 354"/>
              <a:gd name="T56" fmla="*/ 80 w 353"/>
              <a:gd name="T57" fmla="*/ 241 h 354"/>
              <a:gd name="T58" fmla="*/ 272 w 353"/>
              <a:gd name="T59" fmla="*/ 326 h 354"/>
              <a:gd name="T60" fmla="*/ 285 w 353"/>
              <a:gd name="T61" fmla="*/ 313 h 354"/>
              <a:gd name="T62" fmla="*/ 289 w 353"/>
              <a:gd name="T63" fmla="*/ 294 h 354"/>
              <a:gd name="T64" fmla="*/ 289 w 353"/>
              <a:gd name="T65" fmla="*/ 269 h 354"/>
              <a:gd name="T66" fmla="*/ 289 w 353"/>
              <a:gd name="T67" fmla="*/ 246 h 354"/>
              <a:gd name="T68" fmla="*/ 272 w 353"/>
              <a:gd name="T69" fmla="*/ 241 h 354"/>
              <a:gd name="T70" fmla="*/ 289 w 353"/>
              <a:gd name="T71" fmla="*/ 246 h 354"/>
              <a:gd name="T72" fmla="*/ 16 w 353"/>
              <a:gd name="T73" fmla="*/ 225 h 354"/>
              <a:gd name="T74" fmla="*/ 337 w 353"/>
              <a:gd name="T75" fmla="*/ 209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353" h="354">
                <a:moveTo>
                  <a:pt x="337" y="193"/>
                </a:moveTo>
                <a:cubicBezTo>
                  <a:pt x="337" y="32"/>
                  <a:pt x="337" y="32"/>
                  <a:pt x="337" y="32"/>
                </a:cubicBezTo>
                <a:cubicBezTo>
                  <a:pt x="337" y="24"/>
                  <a:pt x="330" y="16"/>
                  <a:pt x="321" y="16"/>
                </a:cubicBezTo>
                <a:cubicBezTo>
                  <a:pt x="289" y="16"/>
                  <a:pt x="289" y="16"/>
                  <a:pt x="289" y="16"/>
                </a:cubicBezTo>
                <a:cubicBezTo>
                  <a:pt x="289" y="8"/>
                  <a:pt x="289" y="8"/>
                  <a:pt x="289" y="8"/>
                </a:cubicBezTo>
                <a:cubicBezTo>
                  <a:pt x="289" y="4"/>
                  <a:pt x="285" y="0"/>
                  <a:pt x="281" y="0"/>
                </a:cubicBezTo>
                <a:cubicBezTo>
                  <a:pt x="276" y="0"/>
                  <a:pt x="272" y="4"/>
                  <a:pt x="272" y="8"/>
                </a:cubicBezTo>
                <a:cubicBezTo>
                  <a:pt x="272" y="16"/>
                  <a:pt x="272" y="16"/>
                  <a:pt x="272" y="16"/>
                </a:cubicBezTo>
                <a:cubicBezTo>
                  <a:pt x="80" y="16"/>
                  <a:pt x="80" y="16"/>
                  <a:pt x="80" y="16"/>
                </a:cubicBezTo>
                <a:cubicBezTo>
                  <a:pt x="80" y="8"/>
                  <a:pt x="80" y="8"/>
                  <a:pt x="80" y="8"/>
                </a:cubicBezTo>
                <a:cubicBezTo>
                  <a:pt x="80" y="4"/>
                  <a:pt x="76" y="0"/>
                  <a:pt x="72" y="0"/>
                </a:cubicBezTo>
                <a:cubicBezTo>
                  <a:pt x="67" y="0"/>
                  <a:pt x="64" y="4"/>
                  <a:pt x="64" y="8"/>
                </a:cubicBezTo>
                <a:cubicBezTo>
                  <a:pt x="64" y="16"/>
                  <a:pt x="64" y="16"/>
                  <a:pt x="64" y="16"/>
                </a:cubicBezTo>
                <a:cubicBezTo>
                  <a:pt x="32" y="16"/>
                  <a:pt x="32" y="16"/>
                  <a:pt x="32" y="16"/>
                </a:cubicBezTo>
                <a:cubicBezTo>
                  <a:pt x="23" y="16"/>
                  <a:pt x="16" y="24"/>
                  <a:pt x="16" y="32"/>
                </a:cubicBezTo>
                <a:cubicBezTo>
                  <a:pt x="16" y="193"/>
                  <a:pt x="16" y="193"/>
                  <a:pt x="16" y="193"/>
                </a:cubicBezTo>
                <a:cubicBezTo>
                  <a:pt x="7" y="193"/>
                  <a:pt x="0" y="200"/>
                  <a:pt x="0" y="209"/>
                </a:cubicBezTo>
                <a:cubicBezTo>
                  <a:pt x="0" y="225"/>
                  <a:pt x="0" y="225"/>
                  <a:pt x="0" y="225"/>
                </a:cubicBezTo>
                <a:cubicBezTo>
                  <a:pt x="0" y="234"/>
                  <a:pt x="7" y="241"/>
                  <a:pt x="16" y="241"/>
                </a:cubicBezTo>
                <a:cubicBezTo>
                  <a:pt x="48" y="241"/>
                  <a:pt x="48" y="241"/>
                  <a:pt x="48" y="241"/>
                </a:cubicBezTo>
                <a:cubicBezTo>
                  <a:pt x="48" y="346"/>
                  <a:pt x="48" y="346"/>
                  <a:pt x="48" y="346"/>
                </a:cubicBezTo>
                <a:cubicBezTo>
                  <a:pt x="48" y="350"/>
                  <a:pt x="51" y="354"/>
                  <a:pt x="56" y="354"/>
                </a:cubicBezTo>
                <a:cubicBezTo>
                  <a:pt x="60" y="354"/>
                  <a:pt x="64" y="350"/>
                  <a:pt x="64" y="346"/>
                </a:cubicBezTo>
                <a:cubicBezTo>
                  <a:pt x="64" y="333"/>
                  <a:pt x="64" y="333"/>
                  <a:pt x="64" y="333"/>
                </a:cubicBezTo>
                <a:cubicBezTo>
                  <a:pt x="82" y="351"/>
                  <a:pt x="82" y="351"/>
                  <a:pt x="82" y="351"/>
                </a:cubicBezTo>
                <a:cubicBezTo>
                  <a:pt x="84" y="353"/>
                  <a:pt x="86" y="354"/>
                  <a:pt x="88" y="354"/>
                </a:cubicBezTo>
                <a:cubicBezTo>
                  <a:pt x="92" y="354"/>
                  <a:pt x="96" y="350"/>
                  <a:pt x="96" y="346"/>
                </a:cubicBezTo>
                <a:cubicBezTo>
                  <a:pt x="96" y="241"/>
                  <a:pt x="96" y="241"/>
                  <a:pt x="96" y="241"/>
                </a:cubicBezTo>
                <a:cubicBezTo>
                  <a:pt x="256" y="241"/>
                  <a:pt x="256" y="241"/>
                  <a:pt x="256" y="241"/>
                </a:cubicBezTo>
                <a:cubicBezTo>
                  <a:pt x="256" y="346"/>
                  <a:pt x="256" y="346"/>
                  <a:pt x="256" y="346"/>
                </a:cubicBezTo>
                <a:cubicBezTo>
                  <a:pt x="256" y="350"/>
                  <a:pt x="260" y="354"/>
                  <a:pt x="264" y="354"/>
                </a:cubicBezTo>
                <a:cubicBezTo>
                  <a:pt x="267" y="354"/>
                  <a:pt x="269" y="353"/>
                  <a:pt x="270" y="351"/>
                </a:cubicBezTo>
                <a:cubicBezTo>
                  <a:pt x="289" y="333"/>
                  <a:pt x="289" y="333"/>
                  <a:pt x="289" y="333"/>
                </a:cubicBezTo>
                <a:cubicBezTo>
                  <a:pt x="289" y="346"/>
                  <a:pt x="289" y="346"/>
                  <a:pt x="289" y="346"/>
                </a:cubicBezTo>
                <a:cubicBezTo>
                  <a:pt x="289" y="350"/>
                  <a:pt x="292" y="354"/>
                  <a:pt x="297" y="354"/>
                </a:cubicBezTo>
                <a:cubicBezTo>
                  <a:pt x="301" y="354"/>
                  <a:pt x="305" y="350"/>
                  <a:pt x="305" y="346"/>
                </a:cubicBezTo>
                <a:cubicBezTo>
                  <a:pt x="305" y="241"/>
                  <a:pt x="305" y="241"/>
                  <a:pt x="305" y="241"/>
                </a:cubicBezTo>
                <a:cubicBezTo>
                  <a:pt x="337" y="241"/>
                  <a:pt x="337" y="241"/>
                  <a:pt x="337" y="241"/>
                </a:cubicBezTo>
                <a:cubicBezTo>
                  <a:pt x="346" y="241"/>
                  <a:pt x="353" y="234"/>
                  <a:pt x="353" y="225"/>
                </a:cubicBezTo>
                <a:cubicBezTo>
                  <a:pt x="353" y="209"/>
                  <a:pt x="353" y="209"/>
                  <a:pt x="353" y="209"/>
                </a:cubicBezTo>
                <a:cubicBezTo>
                  <a:pt x="353" y="200"/>
                  <a:pt x="346" y="193"/>
                  <a:pt x="337" y="193"/>
                </a:cubicBezTo>
                <a:moveTo>
                  <a:pt x="32" y="32"/>
                </a:moveTo>
                <a:cubicBezTo>
                  <a:pt x="321" y="32"/>
                  <a:pt x="321" y="32"/>
                  <a:pt x="321" y="32"/>
                </a:cubicBezTo>
                <a:cubicBezTo>
                  <a:pt x="321" y="193"/>
                  <a:pt x="321" y="193"/>
                  <a:pt x="321" y="193"/>
                </a:cubicBezTo>
                <a:cubicBezTo>
                  <a:pt x="32" y="193"/>
                  <a:pt x="32" y="193"/>
                  <a:pt x="32" y="193"/>
                </a:cubicBezTo>
                <a:lnTo>
                  <a:pt x="32" y="32"/>
                </a:lnTo>
                <a:close/>
                <a:moveTo>
                  <a:pt x="80" y="326"/>
                </a:moveTo>
                <a:cubicBezTo>
                  <a:pt x="67" y="313"/>
                  <a:pt x="67" y="313"/>
                  <a:pt x="67" y="313"/>
                </a:cubicBezTo>
                <a:cubicBezTo>
                  <a:pt x="80" y="301"/>
                  <a:pt x="80" y="301"/>
                  <a:pt x="80" y="301"/>
                </a:cubicBezTo>
                <a:lnTo>
                  <a:pt x="80" y="326"/>
                </a:lnTo>
                <a:close/>
                <a:moveTo>
                  <a:pt x="64" y="294"/>
                </a:moveTo>
                <a:cubicBezTo>
                  <a:pt x="64" y="269"/>
                  <a:pt x="64" y="269"/>
                  <a:pt x="64" y="269"/>
                </a:cubicBezTo>
                <a:cubicBezTo>
                  <a:pt x="77" y="281"/>
                  <a:pt x="77" y="281"/>
                  <a:pt x="77" y="281"/>
                </a:cubicBezTo>
                <a:lnTo>
                  <a:pt x="64" y="294"/>
                </a:lnTo>
                <a:close/>
                <a:moveTo>
                  <a:pt x="80" y="262"/>
                </a:moveTo>
                <a:cubicBezTo>
                  <a:pt x="64" y="246"/>
                  <a:pt x="64" y="246"/>
                  <a:pt x="64" y="246"/>
                </a:cubicBezTo>
                <a:cubicBezTo>
                  <a:pt x="64" y="241"/>
                  <a:pt x="64" y="241"/>
                  <a:pt x="64" y="241"/>
                </a:cubicBezTo>
                <a:cubicBezTo>
                  <a:pt x="80" y="241"/>
                  <a:pt x="80" y="241"/>
                  <a:pt x="80" y="241"/>
                </a:cubicBezTo>
                <a:lnTo>
                  <a:pt x="80" y="262"/>
                </a:lnTo>
                <a:close/>
                <a:moveTo>
                  <a:pt x="272" y="326"/>
                </a:moveTo>
                <a:cubicBezTo>
                  <a:pt x="272" y="301"/>
                  <a:pt x="272" y="301"/>
                  <a:pt x="272" y="301"/>
                </a:cubicBezTo>
                <a:cubicBezTo>
                  <a:pt x="285" y="313"/>
                  <a:pt x="285" y="313"/>
                  <a:pt x="285" y="313"/>
                </a:cubicBezTo>
                <a:lnTo>
                  <a:pt x="272" y="326"/>
                </a:lnTo>
                <a:close/>
                <a:moveTo>
                  <a:pt x="289" y="294"/>
                </a:moveTo>
                <a:cubicBezTo>
                  <a:pt x="276" y="281"/>
                  <a:pt x="276" y="281"/>
                  <a:pt x="276" y="281"/>
                </a:cubicBezTo>
                <a:cubicBezTo>
                  <a:pt x="289" y="269"/>
                  <a:pt x="289" y="269"/>
                  <a:pt x="289" y="269"/>
                </a:cubicBezTo>
                <a:lnTo>
                  <a:pt x="289" y="294"/>
                </a:lnTo>
                <a:close/>
                <a:moveTo>
                  <a:pt x="289" y="246"/>
                </a:moveTo>
                <a:cubicBezTo>
                  <a:pt x="272" y="262"/>
                  <a:pt x="272" y="262"/>
                  <a:pt x="272" y="262"/>
                </a:cubicBezTo>
                <a:cubicBezTo>
                  <a:pt x="272" y="241"/>
                  <a:pt x="272" y="241"/>
                  <a:pt x="272" y="241"/>
                </a:cubicBezTo>
                <a:cubicBezTo>
                  <a:pt x="289" y="241"/>
                  <a:pt x="289" y="241"/>
                  <a:pt x="289" y="241"/>
                </a:cubicBezTo>
                <a:lnTo>
                  <a:pt x="289" y="246"/>
                </a:lnTo>
                <a:close/>
                <a:moveTo>
                  <a:pt x="337" y="225"/>
                </a:moveTo>
                <a:cubicBezTo>
                  <a:pt x="16" y="225"/>
                  <a:pt x="16" y="225"/>
                  <a:pt x="16" y="225"/>
                </a:cubicBezTo>
                <a:cubicBezTo>
                  <a:pt x="16" y="209"/>
                  <a:pt x="16" y="209"/>
                  <a:pt x="16" y="209"/>
                </a:cubicBezTo>
                <a:cubicBezTo>
                  <a:pt x="337" y="209"/>
                  <a:pt x="337" y="209"/>
                  <a:pt x="337" y="209"/>
                </a:cubicBezTo>
                <a:lnTo>
                  <a:pt x="337" y="225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4" name="Freeform 54"/>
          <p:cNvSpPr>
            <a:spLocks noEditPoints="1"/>
          </p:cNvSpPr>
          <p:nvPr/>
        </p:nvSpPr>
        <p:spPr bwMode="auto">
          <a:xfrm>
            <a:off x="10742085" y="5331884"/>
            <a:ext cx="573617" cy="575733"/>
          </a:xfrm>
          <a:custGeom>
            <a:avLst/>
            <a:gdLst>
              <a:gd name="T0" fmla="*/ 201 w 353"/>
              <a:gd name="T1" fmla="*/ 65 h 354"/>
              <a:gd name="T2" fmla="*/ 195 w 353"/>
              <a:gd name="T3" fmla="*/ 78 h 354"/>
              <a:gd name="T4" fmla="*/ 112 w 353"/>
              <a:gd name="T5" fmla="*/ 105 h 354"/>
              <a:gd name="T6" fmla="*/ 112 w 353"/>
              <a:gd name="T7" fmla="*/ 121 h 354"/>
              <a:gd name="T8" fmla="*/ 195 w 353"/>
              <a:gd name="T9" fmla="*/ 147 h 354"/>
              <a:gd name="T10" fmla="*/ 201 w 353"/>
              <a:gd name="T11" fmla="*/ 161 h 354"/>
              <a:gd name="T12" fmla="*/ 246 w 353"/>
              <a:gd name="T13" fmla="*/ 118 h 354"/>
              <a:gd name="T14" fmla="*/ 246 w 353"/>
              <a:gd name="T15" fmla="*/ 107 h 354"/>
              <a:gd name="T16" fmla="*/ 337 w 353"/>
              <a:gd name="T17" fmla="*/ 193 h 354"/>
              <a:gd name="T18" fmla="*/ 321 w 353"/>
              <a:gd name="T19" fmla="*/ 16 h 354"/>
              <a:gd name="T20" fmla="*/ 289 w 353"/>
              <a:gd name="T21" fmla="*/ 8 h 354"/>
              <a:gd name="T22" fmla="*/ 273 w 353"/>
              <a:gd name="T23" fmla="*/ 8 h 354"/>
              <a:gd name="T24" fmla="*/ 80 w 353"/>
              <a:gd name="T25" fmla="*/ 16 h 354"/>
              <a:gd name="T26" fmla="*/ 72 w 353"/>
              <a:gd name="T27" fmla="*/ 0 h 354"/>
              <a:gd name="T28" fmla="*/ 64 w 353"/>
              <a:gd name="T29" fmla="*/ 16 h 354"/>
              <a:gd name="T30" fmla="*/ 16 w 353"/>
              <a:gd name="T31" fmla="*/ 32 h 354"/>
              <a:gd name="T32" fmla="*/ 0 w 353"/>
              <a:gd name="T33" fmla="*/ 209 h 354"/>
              <a:gd name="T34" fmla="*/ 16 w 353"/>
              <a:gd name="T35" fmla="*/ 241 h 354"/>
              <a:gd name="T36" fmla="*/ 48 w 353"/>
              <a:gd name="T37" fmla="*/ 346 h 354"/>
              <a:gd name="T38" fmla="*/ 64 w 353"/>
              <a:gd name="T39" fmla="*/ 346 h 354"/>
              <a:gd name="T40" fmla="*/ 83 w 353"/>
              <a:gd name="T41" fmla="*/ 351 h 354"/>
              <a:gd name="T42" fmla="*/ 96 w 353"/>
              <a:gd name="T43" fmla="*/ 346 h 354"/>
              <a:gd name="T44" fmla="*/ 257 w 353"/>
              <a:gd name="T45" fmla="*/ 241 h 354"/>
              <a:gd name="T46" fmla="*/ 265 w 353"/>
              <a:gd name="T47" fmla="*/ 354 h 354"/>
              <a:gd name="T48" fmla="*/ 289 w 353"/>
              <a:gd name="T49" fmla="*/ 333 h 354"/>
              <a:gd name="T50" fmla="*/ 297 w 353"/>
              <a:gd name="T51" fmla="*/ 354 h 354"/>
              <a:gd name="T52" fmla="*/ 305 w 353"/>
              <a:gd name="T53" fmla="*/ 241 h 354"/>
              <a:gd name="T54" fmla="*/ 353 w 353"/>
              <a:gd name="T55" fmla="*/ 225 h 354"/>
              <a:gd name="T56" fmla="*/ 337 w 353"/>
              <a:gd name="T57" fmla="*/ 193 h 354"/>
              <a:gd name="T58" fmla="*/ 321 w 353"/>
              <a:gd name="T59" fmla="*/ 32 h 354"/>
              <a:gd name="T60" fmla="*/ 32 w 353"/>
              <a:gd name="T61" fmla="*/ 193 h 354"/>
              <a:gd name="T62" fmla="*/ 80 w 353"/>
              <a:gd name="T63" fmla="*/ 326 h 354"/>
              <a:gd name="T64" fmla="*/ 80 w 353"/>
              <a:gd name="T65" fmla="*/ 301 h 354"/>
              <a:gd name="T66" fmla="*/ 64 w 353"/>
              <a:gd name="T67" fmla="*/ 294 h 354"/>
              <a:gd name="T68" fmla="*/ 77 w 353"/>
              <a:gd name="T69" fmla="*/ 281 h 354"/>
              <a:gd name="T70" fmla="*/ 80 w 353"/>
              <a:gd name="T71" fmla="*/ 262 h 354"/>
              <a:gd name="T72" fmla="*/ 64 w 353"/>
              <a:gd name="T73" fmla="*/ 241 h 354"/>
              <a:gd name="T74" fmla="*/ 80 w 353"/>
              <a:gd name="T75" fmla="*/ 262 h 354"/>
              <a:gd name="T76" fmla="*/ 273 w 353"/>
              <a:gd name="T77" fmla="*/ 301 h 354"/>
              <a:gd name="T78" fmla="*/ 273 w 353"/>
              <a:gd name="T79" fmla="*/ 326 h 354"/>
              <a:gd name="T80" fmla="*/ 276 w 353"/>
              <a:gd name="T81" fmla="*/ 281 h 354"/>
              <a:gd name="T82" fmla="*/ 289 w 353"/>
              <a:gd name="T83" fmla="*/ 294 h 354"/>
              <a:gd name="T84" fmla="*/ 273 w 353"/>
              <a:gd name="T85" fmla="*/ 262 h 354"/>
              <a:gd name="T86" fmla="*/ 289 w 353"/>
              <a:gd name="T87" fmla="*/ 241 h 354"/>
              <a:gd name="T88" fmla="*/ 337 w 353"/>
              <a:gd name="T89" fmla="*/ 225 h 354"/>
              <a:gd name="T90" fmla="*/ 16 w 353"/>
              <a:gd name="T91" fmla="*/ 209 h 354"/>
              <a:gd name="T92" fmla="*/ 337 w 353"/>
              <a:gd name="T93" fmla="*/ 225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353" h="354">
                <a:moveTo>
                  <a:pt x="206" y="67"/>
                </a:moveTo>
                <a:cubicBezTo>
                  <a:pt x="205" y="65"/>
                  <a:pt x="203" y="65"/>
                  <a:pt x="201" y="65"/>
                </a:cubicBezTo>
                <a:cubicBezTo>
                  <a:pt x="196" y="65"/>
                  <a:pt x="193" y="68"/>
                  <a:pt x="193" y="73"/>
                </a:cubicBezTo>
                <a:cubicBezTo>
                  <a:pt x="193" y="75"/>
                  <a:pt x="193" y="77"/>
                  <a:pt x="195" y="78"/>
                </a:cubicBezTo>
                <a:cubicBezTo>
                  <a:pt x="221" y="105"/>
                  <a:pt x="221" y="105"/>
                  <a:pt x="221" y="105"/>
                </a:cubicBezTo>
                <a:cubicBezTo>
                  <a:pt x="112" y="105"/>
                  <a:pt x="112" y="105"/>
                  <a:pt x="112" y="105"/>
                </a:cubicBezTo>
                <a:cubicBezTo>
                  <a:pt x="108" y="105"/>
                  <a:pt x="104" y="108"/>
                  <a:pt x="104" y="113"/>
                </a:cubicBezTo>
                <a:cubicBezTo>
                  <a:pt x="104" y="117"/>
                  <a:pt x="108" y="121"/>
                  <a:pt x="112" y="121"/>
                </a:cubicBezTo>
                <a:cubicBezTo>
                  <a:pt x="221" y="121"/>
                  <a:pt x="221" y="121"/>
                  <a:pt x="221" y="121"/>
                </a:cubicBezTo>
                <a:cubicBezTo>
                  <a:pt x="195" y="147"/>
                  <a:pt x="195" y="147"/>
                  <a:pt x="195" y="147"/>
                </a:cubicBezTo>
                <a:cubicBezTo>
                  <a:pt x="193" y="149"/>
                  <a:pt x="193" y="151"/>
                  <a:pt x="193" y="153"/>
                </a:cubicBezTo>
                <a:cubicBezTo>
                  <a:pt x="193" y="157"/>
                  <a:pt x="196" y="161"/>
                  <a:pt x="201" y="161"/>
                </a:cubicBezTo>
                <a:cubicBezTo>
                  <a:pt x="203" y="161"/>
                  <a:pt x="205" y="160"/>
                  <a:pt x="206" y="159"/>
                </a:cubicBezTo>
                <a:cubicBezTo>
                  <a:pt x="246" y="118"/>
                  <a:pt x="246" y="118"/>
                  <a:pt x="246" y="118"/>
                </a:cubicBezTo>
                <a:cubicBezTo>
                  <a:pt x="248" y="117"/>
                  <a:pt x="249" y="115"/>
                  <a:pt x="249" y="113"/>
                </a:cubicBezTo>
                <a:cubicBezTo>
                  <a:pt x="249" y="110"/>
                  <a:pt x="248" y="108"/>
                  <a:pt x="246" y="107"/>
                </a:cubicBezTo>
                <a:lnTo>
                  <a:pt x="206" y="67"/>
                </a:lnTo>
                <a:close/>
                <a:moveTo>
                  <a:pt x="337" y="193"/>
                </a:moveTo>
                <a:cubicBezTo>
                  <a:pt x="337" y="32"/>
                  <a:pt x="337" y="32"/>
                  <a:pt x="337" y="32"/>
                </a:cubicBezTo>
                <a:cubicBezTo>
                  <a:pt x="337" y="24"/>
                  <a:pt x="330" y="16"/>
                  <a:pt x="321" y="16"/>
                </a:cubicBezTo>
                <a:cubicBezTo>
                  <a:pt x="289" y="16"/>
                  <a:pt x="289" y="16"/>
                  <a:pt x="289" y="16"/>
                </a:cubicBezTo>
                <a:cubicBezTo>
                  <a:pt x="289" y="8"/>
                  <a:pt x="289" y="8"/>
                  <a:pt x="289" y="8"/>
                </a:cubicBezTo>
                <a:cubicBezTo>
                  <a:pt x="289" y="4"/>
                  <a:pt x="285" y="0"/>
                  <a:pt x="281" y="0"/>
                </a:cubicBezTo>
                <a:cubicBezTo>
                  <a:pt x="276" y="0"/>
                  <a:pt x="273" y="4"/>
                  <a:pt x="273" y="8"/>
                </a:cubicBezTo>
                <a:cubicBezTo>
                  <a:pt x="273" y="16"/>
                  <a:pt x="273" y="16"/>
                  <a:pt x="273" y="16"/>
                </a:cubicBezTo>
                <a:cubicBezTo>
                  <a:pt x="80" y="16"/>
                  <a:pt x="80" y="16"/>
                  <a:pt x="80" y="16"/>
                </a:cubicBezTo>
                <a:cubicBezTo>
                  <a:pt x="80" y="8"/>
                  <a:pt x="80" y="8"/>
                  <a:pt x="80" y="8"/>
                </a:cubicBezTo>
                <a:cubicBezTo>
                  <a:pt x="80" y="4"/>
                  <a:pt x="77" y="0"/>
                  <a:pt x="72" y="0"/>
                </a:cubicBezTo>
                <a:cubicBezTo>
                  <a:pt x="68" y="0"/>
                  <a:pt x="64" y="4"/>
                  <a:pt x="64" y="8"/>
                </a:cubicBezTo>
                <a:cubicBezTo>
                  <a:pt x="64" y="16"/>
                  <a:pt x="64" y="16"/>
                  <a:pt x="64" y="16"/>
                </a:cubicBezTo>
                <a:cubicBezTo>
                  <a:pt x="32" y="16"/>
                  <a:pt x="32" y="16"/>
                  <a:pt x="32" y="16"/>
                </a:cubicBezTo>
                <a:cubicBezTo>
                  <a:pt x="23" y="16"/>
                  <a:pt x="16" y="24"/>
                  <a:pt x="16" y="32"/>
                </a:cubicBezTo>
                <a:cubicBezTo>
                  <a:pt x="16" y="193"/>
                  <a:pt x="16" y="193"/>
                  <a:pt x="16" y="193"/>
                </a:cubicBezTo>
                <a:cubicBezTo>
                  <a:pt x="7" y="193"/>
                  <a:pt x="0" y="200"/>
                  <a:pt x="0" y="209"/>
                </a:cubicBezTo>
                <a:cubicBezTo>
                  <a:pt x="0" y="225"/>
                  <a:pt x="0" y="225"/>
                  <a:pt x="0" y="225"/>
                </a:cubicBezTo>
                <a:cubicBezTo>
                  <a:pt x="0" y="234"/>
                  <a:pt x="7" y="241"/>
                  <a:pt x="16" y="241"/>
                </a:cubicBezTo>
                <a:cubicBezTo>
                  <a:pt x="48" y="241"/>
                  <a:pt x="48" y="241"/>
                  <a:pt x="48" y="241"/>
                </a:cubicBezTo>
                <a:cubicBezTo>
                  <a:pt x="48" y="346"/>
                  <a:pt x="48" y="346"/>
                  <a:pt x="48" y="346"/>
                </a:cubicBezTo>
                <a:cubicBezTo>
                  <a:pt x="48" y="350"/>
                  <a:pt x="52" y="354"/>
                  <a:pt x="56" y="354"/>
                </a:cubicBezTo>
                <a:cubicBezTo>
                  <a:pt x="61" y="354"/>
                  <a:pt x="64" y="350"/>
                  <a:pt x="64" y="346"/>
                </a:cubicBezTo>
                <a:cubicBezTo>
                  <a:pt x="64" y="333"/>
                  <a:pt x="64" y="333"/>
                  <a:pt x="64" y="333"/>
                </a:cubicBezTo>
                <a:cubicBezTo>
                  <a:pt x="83" y="351"/>
                  <a:pt x="83" y="351"/>
                  <a:pt x="83" y="351"/>
                </a:cubicBezTo>
                <a:cubicBezTo>
                  <a:pt x="84" y="353"/>
                  <a:pt x="86" y="354"/>
                  <a:pt x="88" y="354"/>
                </a:cubicBezTo>
                <a:cubicBezTo>
                  <a:pt x="93" y="354"/>
                  <a:pt x="96" y="350"/>
                  <a:pt x="96" y="346"/>
                </a:cubicBezTo>
                <a:cubicBezTo>
                  <a:pt x="96" y="241"/>
                  <a:pt x="96" y="241"/>
                  <a:pt x="96" y="241"/>
                </a:cubicBezTo>
                <a:cubicBezTo>
                  <a:pt x="257" y="241"/>
                  <a:pt x="257" y="241"/>
                  <a:pt x="257" y="241"/>
                </a:cubicBezTo>
                <a:cubicBezTo>
                  <a:pt x="257" y="346"/>
                  <a:pt x="257" y="346"/>
                  <a:pt x="257" y="346"/>
                </a:cubicBezTo>
                <a:cubicBezTo>
                  <a:pt x="257" y="350"/>
                  <a:pt x="260" y="354"/>
                  <a:pt x="265" y="354"/>
                </a:cubicBezTo>
                <a:cubicBezTo>
                  <a:pt x="267" y="354"/>
                  <a:pt x="269" y="353"/>
                  <a:pt x="270" y="351"/>
                </a:cubicBezTo>
                <a:cubicBezTo>
                  <a:pt x="289" y="333"/>
                  <a:pt x="289" y="333"/>
                  <a:pt x="289" y="333"/>
                </a:cubicBezTo>
                <a:cubicBezTo>
                  <a:pt x="289" y="346"/>
                  <a:pt x="289" y="346"/>
                  <a:pt x="289" y="346"/>
                </a:cubicBezTo>
                <a:cubicBezTo>
                  <a:pt x="289" y="350"/>
                  <a:pt x="292" y="354"/>
                  <a:pt x="297" y="354"/>
                </a:cubicBezTo>
                <a:cubicBezTo>
                  <a:pt x="301" y="354"/>
                  <a:pt x="305" y="350"/>
                  <a:pt x="305" y="346"/>
                </a:cubicBezTo>
                <a:cubicBezTo>
                  <a:pt x="305" y="241"/>
                  <a:pt x="305" y="241"/>
                  <a:pt x="305" y="241"/>
                </a:cubicBezTo>
                <a:cubicBezTo>
                  <a:pt x="337" y="241"/>
                  <a:pt x="337" y="241"/>
                  <a:pt x="337" y="241"/>
                </a:cubicBezTo>
                <a:cubicBezTo>
                  <a:pt x="346" y="241"/>
                  <a:pt x="353" y="234"/>
                  <a:pt x="353" y="225"/>
                </a:cubicBezTo>
                <a:cubicBezTo>
                  <a:pt x="353" y="209"/>
                  <a:pt x="353" y="209"/>
                  <a:pt x="353" y="209"/>
                </a:cubicBezTo>
                <a:cubicBezTo>
                  <a:pt x="353" y="200"/>
                  <a:pt x="346" y="193"/>
                  <a:pt x="337" y="193"/>
                </a:cubicBezTo>
                <a:moveTo>
                  <a:pt x="32" y="32"/>
                </a:moveTo>
                <a:cubicBezTo>
                  <a:pt x="321" y="32"/>
                  <a:pt x="321" y="32"/>
                  <a:pt x="321" y="32"/>
                </a:cubicBezTo>
                <a:cubicBezTo>
                  <a:pt x="321" y="193"/>
                  <a:pt x="321" y="193"/>
                  <a:pt x="321" y="193"/>
                </a:cubicBezTo>
                <a:cubicBezTo>
                  <a:pt x="32" y="193"/>
                  <a:pt x="32" y="193"/>
                  <a:pt x="32" y="193"/>
                </a:cubicBezTo>
                <a:lnTo>
                  <a:pt x="32" y="32"/>
                </a:lnTo>
                <a:close/>
                <a:moveTo>
                  <a:pt x="80" y="326"/>
                </a:moveTo>
                <a:cubicBezTo>
                  <a:pt x="67" y="313"/>
                  <a:pt x="67" y="313"/>
                  <a:pt x="67" y="313"/>
                </a:cubicBezTo>
                <a:cubicBezTo>
                  <a:pt x="80" y="301"/>
                  <a:pt x="80" y="301"/>
                  <a:pt x="80" y="301"/>
                </a:cubicBezTo>
                <a:lnTo>
                  <a:pt x="80" y="326"/>
                </a:lnTo>
                <a:close/>
                <a:moveTo>
                  <a:pt x="64" y="294"/>
                </a:moveTo>
                <a:cubicBezTo>
                  <a:pt x="64" y="269"/>
                  <a:pt x="64" y="269"/>
                  <a:pt x="64" y="269"/>
                </a:cubicBezTo>
                <a:cubicBezTo>
                  <a:pt x="77" y="281"/>
                  <a:pt x="77" y="281"/>
                  <a:pt x="77" y="281"/>
                </a:cubicBezTo>
                <a:lnTo>
                  <a:pt x="64" y="294"/>
                </a:lnTo>
                <a:close/>
                <a:moveTo>
                  <a:pt x="80" y="262"/>
                </a:moveTo>
                <a:cubicBezTo>
                  <a:pt x="64" y="246"/>
                  <a:pt x="64" y="246"/>
                  <a:pt x="64" y="246"/>
                </a:cubicBezTo>
                <a:cubicBezTo>
                  <a:pt x="64" y="241"/>
                  <a:pt x="64" y="241"/>
                  <a:pt x="64" y="241"/>
                </a:cubicBezTo>
                <a:cubicBezTo>
                  <a:pt x="80" y="241"/>
                  <a:pt x="80" y="241"/>
                  <a:pt x="80" y="241"/>
                </a:cubicBezTo>
                <a:lnTo>
                  <a:pt x="80" y="262"/>
                </a:lnTo>
                <a:close/>
                <a:moveTo>
                  <a:pt x="273" y="326"/>
                </a:moveTo>
                <a:cubicBezTo>
                  <a:pt x="273" y="301"/>
                  <a:pt x="273" y="301"/>
                  <a:pt x="273" y="301"/>
                </a:cubicBezTo>
                <a:cubicBezTo>
                  <a:pt x="286" y="313"/>
                  <a:pt x="286" y="313"/>
                  <a:pt x="286" y="313"/>
                </a:cubicBezTo>
                <a:lnTo>
                  <a:pt x="273" y="326"/>
                </a:lnTo>
                <a:close/>
                <a:moveTo>
                  <a:pt x="289" y="294"/>
                </a:moveTo>
                <a:cubicBezTo>
                  <a:pt x="276" y="281"/>
                  <a:pt x="276" y="281"/>
                  <a:pt x="276" y="281"/>
                </a:cubicBezTo>
                <a:cubicBezTo>
                  <a:pt x="289" y="269"/>
                  <a:pt x="289" y="269"/>
                  <a:pt x="289" y="269"/>
                </a:cubicBezTo>
                <a:lnTo>
                  <a:pt x="289" y="294"/>
                </a:lnTo>
                <a:close/>
                <a:moveTo>
                  <a:pt x="289" y="246"/>
                </a:moveTo>
                <a:cubicBezTo>
                  <a:pt x="273" y="262"/>
                  <a:pt x="273" y="262"/>
                  <a:pt x="273" y="262"/>
                </a:cubicBezTo>
                <a:cubicBezTo>
                  <a:pt x="273" y="241"/>
                  <a:pt x="273" y="241"/>
                  <a:pt x="273" y="241"/>
                </a:cubicBezTo>
                <a:cubicBezTo>
                  <a:pt x="289" y="241"/>
                  <a:pt x="289" y="241"/>
                  <a:pt x="289" y="241"/>
                </a:cubicBezTo>
                <a:lnTo>
                  <a:pt x="289" y="246"/>
                </a:lnTo>
                <a:close/>
                <a:moveTo>
                  <a:pt x="337" y="225"/>
                </a:moveTo>
                <a:cubicBezTo>
                  <a:pt x="16" y="225"/>
                  <a:pt x="16" y="225"/>
                  <a:pt x="16" y="225"/>
                </a:cubicBezTo>
                <a:cubicBezTo>
                  <a:pt x="16" y="209"/>
                  <a:pt x="16" y="209"/>
                  <a:pt x="16" y="209"/>
                </a:cubicBezTo>
                <a:cubicBezTo>
                  <a:pt x="337" y="209"/>
                  <a:pt x="337" y="209"/>
                  <a:pt x="337" y="209"/>
                </a:cubicBezTo>
                <a:lnTo>
                  <a:pt x="337" y="225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</p:spTree>
    <p:extLst>
      <p:ext uri="{BB962C8B-B14F-4D97-AF65-F5344CB8AC3E}">
        <p14:creationId xmlns:p14="http://schemas.microsoft.com/office/powerpoint/2010/main" val="2486895207"/>
      </p:ext>
    </p:extLst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Freeform 5"/>
          <p:cNvSpPr>
            <a:spLocks noEditPoints="1"/>
          </p:cNvSpPr>
          <p:nvPr/>
        </p:nvSpPr>
        <p:spPr bwMode="auto">
          <a:xfrm>
            <a:off x="804335" y="848785"/>
            <a:ext cx="582084" cy="582084"/>
          </a:xfrm>
          <a:custGeom>
            <a:avLst/>
            <a:gdLst>
              <a:gd name="T0" fmla="*/ 345 w 353"/>
              <a:gd name="T1" fmla="*/ 0 h 353"/>
              <a:gd name="T2" fmla="*/ 56 w 353"/>
              <a:gd name="T3" fmla="*/ 0 h 353"/>
              <a:gd name="T4" fmla="*/ 48 w 353"/>
              <a:gd name="T5" fmla="*/ 8 h 353"/>
              <a:gd name="T6" fmla="*/ 48 w 353"/>
              <a:gd name="T7" fmla="*/ 128 h 353"/>
              <a:gd name="T8" fmla="*/ 56 w 353"/>
              <a:gd name="T9" fmla="*/ 137 h 353"/>
              <a:gd name="T10" fmla="*/ 64 w 353"/>
              <a:gd name="T11" fmla="*/ 128 h 353"/>
              <a:gd name="T12" fmla="*/ 64 w 353"/>
              <a:gd name="T13" fmla="*/ 16 h 353"/>
              <a:gd name="T14" fmla="*/ 337 w 353"/>
              <a:gd name="T15" fmla="*/ 16 h 353"/>
              <a:gd name="T16" fmla="*/ 337 w 353"/>
              <a:gd name="T17" fmla="*/ 337 h 353"/>
              <a:gd name="T18" fmla="*/ 64 w 353"/>
              <a:gd name="T19" fmla="*/ 337 h 353"/>
              <a:gd name="T20" fmla="*/ 64 w 353"/>
              <a:gd name="T21" fmla="*/ 225 h 353"/>
              <a:gd name="T22" fmla="*/ 56 w 353"/>
              <a:gd name="T23" fmla="*/ 217 h 353"/>
              <a:gd name="T24" fmla="*/ 48 w 353"/>
              <a:gd name="T25" fmla="*/ 225 h 353"/>
              <a:gd name="T26" fmla="*/ 48 w 353"/>
              <a:gd name="T27" fmla="*/ 345 h 353"/>
              <a:gd name="T28" fmla="*/ 56 w 353"/>
              <a:gd name="T29" fmla="*/ 353 h 353"/>
              <a:gd name="T30" fmla="*/ 345 w 353"/>
              <a:gd name="T31" fmla="*/ 353 h 353"/>
              <a:gd name="T32" fmla="*/ 353 w 353"/>
              <a:gd name="T33" fmla="*/ 345 h 353"/>
              <a:gd name="T34" fmla="*/ 353 w 353"/>
              <a:gd name="T35" fmla="*/ 8 h 353"/>
              <a:gd name="T36" fmla="*/ 345 w 353"/>
              <a:gd name="T37" fmla="*/ 0 h 353"/>
              <a:gd name="T38" fmla="*/ 211 w 353"/>
              <a:gd name="T39" fmla="*/ 235 h 353"/>
              <a:gd name="T40" fmla="*/ 209 w 353"/>
              <a:gd name="T41" fmla="*/ 241 h 353"/>
              <a:gd name="T42" fmla="*/ 217 w 353"/>
              <a:gd name="T43" fmla="*/ 249 h 353"/>
              <a:gd name="T44" fmla="*/ 222 w 353"/>
              <a:gd name="T45" fmla="*/ 247 h 353"/>
              <a:gd name="T46" fmla="*/ 287 w 353"/>
              <a:gd name="T47" fmla="*/ 182 h 353"/>
              <a:gd name="T48" fmla="*/ 289 w 353"/>
              <a:gd name="T49" fmla="*/ 177 h 353"/>
              <a:gd name="T50" fmla="*/ 287 w 353"/>
              <a:gd name="T51" fmla="*/ 171 h 353"/>
              <a:gd name="T52" fmla="*/ 222 w 353"/>
              <a:gd name="T53" fmla="*/ 107 h 353"/>
              <a:gd name="T54" fmla="*/ 217 w 353"/>
              <a:gd name="T55" fmla="*/ 104 h 353"/>
              <a:gd name="T56" fmla="*/ 209 w 353"/>
              <a:gd name="T57" fmla="*/ 112 h 353"/>
              <a:gd name="T58" fmla="*/ 211 w 353"/>
              <a:gd name="T59" fmla="*/ 118 h 353"/>
              <a:gd name="T60" fmla="*/ 261 w 353"/>
              <a:gd name="T61" fmla="*/ 169 h 353"/>
              <a:gd name="T62" fmla="*/ 8 w 353"/>
              <a:gd name="T63" fmla="*/ 169 h 353"/>
              <a:gd name="T64" fmla="*/ 0 w 353"/>
              <a:gd name="T65" fmla="*/ 177 h 353"/>
              <a:gd name="T66" fmla="*/ 8 w 353"/>
              <a:gd name="T67" fmla="*/ 185 h 353"/>
              <a:gd name="T68" fmla="*/ 261 w 353"/>
              <a:gd name="T69" fmla="*/ 185 h 353"/>
              <a:gd name="T70" fmla="*/ 211 w 353"/>
              <a:gd name="T71" fmla="*/ 235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353" h="353">
                <a:moveTo>
                  <a:pt x="345" y="0"/>
                </a:moveTo>
                <a:cubicBezTo>
                  <a:pt x="56" y="0"/>
                  <a:pt x="56" y="0"/>
                  <a:pt x="56" y="0"/>
                </a:cubicBezTo>
                <a:cubicBezTo>
                  <a:pt x="52" y="0"/>
                  <a:pt x="48" y="4"/>
                  <a:pt x="48" y="8"/>
                </a:cubicBezTo>
                <a:cubicBezTo>
                  <a:pt x="48" y="128"/>
                  <a:pt x="48" y="128"/>
                  <a:pt x="48" y="128"/>
                </a:cubicBezTo>
                <a:cubicBezTo>
                  <a:pt x="48" y="133"/>
                  <a:pt x="52" y="137"/>
                  <a:pt x="56" y="137"/>
                </a:cubicBezTo>
                <a:cubicBezTo>
                  <a:pt x="61" y="137"/>
                  <a:pt x="64" y="133"/>
                  <a:pt x="64" y="128"/>
                </a:cubicBezTo>
                <a:cubicBezTo>
                  <a:pt x="64" y="16"/>
                  <a:pt x="64" y="16"/>
                  <a:pt x="64" y="16"/>
                </a:cubicBezTo>
                <a:cubicBezTo>
                  <a:pt x="337" y="16"/>
                  <a:pt x="337" y="16"/>
                  <a:pt x="337" y="16"/>
                </a:cubicBezTo>
                <a:cubicBezTo>
                  <a:pt x="337" y="337"/>
                  <a:pt x="337" y="337"/>
                  <a:pt x="337" y="337"/>
                </a:cubicBezTo>
                <a:cubicBezTo>
                  <a:pt x="64" y="337"/>
                  <a:pt x="64" y="337"/>
                  <a:pt x="64" y="337"/>
                </a:cubicBezTo>
                <a:cubicBezTo>
                  <a:pt x="64" y="225"/>
                  <a:pt x="64" y="225"/>
                  <a:pt x="64" y="225"/>
                </a:cubicBezTo>
                <a:cubicBezTo>
                  <a:pt x="64" y="220"/>
                  <a:pt x="61" y="217"/>
                  <a:pt x="56" y="217"/>
                </a:cubicBezTo>
                <a:cubicBezTo>
                  <a:pt x="52" y="217"/>
                  <a:pt x="48" y="220"/>
                  <a:pt x="48" y="225"/>
                </a:cubicBezTo>
                <a:cubicBezTo>
                  <a:pt x="48" y="345"/>
                  <a:pt x="48" y="345"/>
                  <a:pt x="48" y="345"/>
                </a:cubicBezTo>
                <a:cubicBezTo>
                  <a:pt x="48" y="350"/>
                  <a:pt x="52" y="353"/>
                  <a:pt x="56" y="353"/>
                </a:cubicBezTo>
                <a:cubicBezTo>
                  <a:pt x="345" y="353"/>
                  <a:pt x="345" y="353"/>
                  <a:pt x="345" y="353"/>
                </a:cubicBezTo>
                <a:cubicBezTo>
                  <a:pt x="350" y="353"/>
                  <a:pt x="353" y="350"/>
                  <a:pt x="353" y="345"/>
                </a:cubicBezTo>
                <a:cubicBezTo>
                  <a:pt x="353" y="8"/>
                  <a:pt x="353" y="8"/>
                  <a:pt x="353" y="8"/>
                </a:cubicBezTo>
                <a:cubicBezTo>
                  <a:pt x="353" y="4"/>
                  <a:pt x="350" y="0"/>
                  <a:pt x="345" y="0"/>
                </a:cubicBezTo>
                <a:moveTo>
                  <a:pt x="211" y="235"/>
                </a:moveTo>
                <a:cubicBezTo>
                  <a:pt x="210" y="237"/>
                  <a:pt x="209" y="239"/>
                  <a:pt x="209" y="241"/>
                </a:cubicBezTo>
                <a:cubicBezTo>
                  <a:pt x="209" y="245"/>
                  <a:pt x="212" y="249"/>
                  <a:pt x="217" y="249"/>
                </a:cubicBezTo>
                <a:cubicBezTo>
                  <a:pt x="219" y="249"/>
                  <a:pt x="221" y="248"/>
                  <a:pt x="222" y="247"/>
                </a:cubicBezTo>
                <a:cubicBezTo>
                  <a:pt x="287" y="182"/>
                  <a:pt x="287" y="182"/>
                  <a:pt x="287" y="182"/>
                </a:cubicBezTo>
                <a:cubicBezTo>
                  <a:pt x="288" y="181"/>
                  <a:pt x="289" y="179"/>
                  <a:pt x="289" y="177"/>
                </a:cubicBezTo>
                <a:cubicBezTo>
                  <a:pt x="289" y="174"/>
                  <a:pt x="288" y="172"/>
                  <a:pt x="287" y="171"/>
                </a:cubicBezTo>
                <a:cubicBezTo>
                  <a:pt x="222" y="107"/>
                  <a:pt x="222" y="107"/>
                  <a:pt x="222" y="107"/>
                </a:cubicBezTo>
                <a:cubicBezTo>
                  <a:pt x="221" y="105"/>
                  <a:pt x="219" y="104"/>
                  <a:pt x="217" y="104"/>
                </a:cubicBezTo>
                <a:cubicBezTo>
                  <a:pt x="212" y="104"/>
                  <a:pt x="209" y="108"/>
                  <a:pt x="209" y="112"/>
                </a:cubicBezTo>
                <a:cubicBezTo>
                  <a:pt x="209" y="115"/>
                  <a:pt x="210" y="117"/>
                  <a:pt x="211" y="118"/>
                </a:cubicBezTo>
                <a:cubicBezTo>
                  <a:pt x="261" y="169"/>
                  <a:pt x="261" y="169"/>
                  <a:pt x="261" y="169"/>
                </a:cubicBezTo>
                <a:cubicBezTo>
                  <a:pt x="8" y="169"/>
                  <a:pt x="8" y="169"/>
                  <a:pt x="8" y="169"/>
                </a:cubicBezTo>
                <a:cubicBezTo>
                  <a:pt x="3" y="169"/>
                  <a:pt x="0" y="172"/>
                  <a:pt x="0" y="177"/>
                </a:cubicBezTo>
                <a:cubicBezTo>
                  <a:pt x="0" y="181"/>
                  <a:pt x="3" y="185"/>
                  <a:pt x="8" y="185"/>
                </a:cubicBezTo>
                <a:cubicBezTo>
                  <a:pt x="261" y="185"/>
                  <a:pt x="261" y="185"/>
                  <a:pt x="261" y="185"/>
                </a:cubicBezTo>
                <a:lnTo>
                  <a:pt x="211" y="235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" name="Freeform 6"/>
          <p:cNvSpPr>
            <a:spLocks noEditPoints="1"/>
          </p:cNvSpPr>
          <p:nvPr/>
        </p:nvSpPr>
        <p:spPr bwMode="auto">
          <a:xfrm>
            <a:off x="1915585" y="848785"/>
            <a:ext cx="582084" cy="582084"/>
          </a:xfrm>
          <a:custGeom>
            <a:avLst/>
            <a:gdLst>
              <a:gd name="T0" fmla="*/ 297 w 353"/>
              <a:gd name="T1" fmla="*/ 217 h 353"/>
              <a:gd name="T2" fmla="*/ 289 w 353"/>
              <a:gd name="T3" fmla="*/ 225 h 353"/>
              <a:gd name="T4" fmla="*/ 289 w 353"/>
              <a:gd name="T5" fmla="*/ 337 h 353"/>
              <a:gd name="T6" fmla="*/ 16 w 353"/>
              <a:gd name="T7" fmla="*/ 337 h 353"/>
              <a:gd name="T8" fmla="*/ 16 w 353"/>
              <a:gd name="T9" fmla="*/ 16 h 353"/>
              <a:gd name="T10" fmla="*/ 289 w 353"/>
              <a:gd name="T11" fmla="*/ 16 h 353"/>
              <a:gd name="T12" fmla="*/ 289 w 353"/>
              <a:gd name="T13" fmla="*/ 128 h 353"/>
              <a:gd name="T14" fmla="*/ 297 w 353"/>
              <a:gd name="T15" fmla="*/ 137 h 353"/>
              <a:gd name="T16" fmla="*/ 305 w 353"/>
              <a:gd name="T17" fmla="*/ 128 h 353"/>
              <a:gd name="T18" fmla="*/ 305 w 353"/>
              <a:gd name="T19" fmla="*/ 8 h 353"/>
              <a:gd name="T20" fmla="*/ 297 w 353"/>
              <a:gd name="T21" fmla="*/ 0 h 353"/>
              <a:gd name="T22" fmla="*/ 8 w 353"/>
              <a:gd name="T23" fmla="*/ 0 h 353"/>
              <a:gd name="T24" fmla="*/ 0 w 353"/>
              <a:gd name="T25" fmla="*/ 8 h 353"/>
              <a:gd name="T26" fmla="*/ 0 w 353"/>
              <a:gd name="T27" fmla="*/ 345 h 353"/>
              <a:gd name="T28" fmla="*/ 8 w 353"/>
              <a:gd name="T29" fmla="*/ 353 h 353"/>
              <a:gd name="T30" fmla="*/ 297 w 353"/>
              <a:gd name="T31" fmla="*/ 353 h 353"/>
              <a:gd name="T32" fmla="*/ 305 w 353"/>
              <a:gd name="T33" fmla="*/ 345 h 353"/>
              <a:gd name="T34" fmla="*/ 305 w 353"/>
              <a:gd name="T35" fmla="*/ 225 h 353"/>
              <a:gd name="T36" fmla="*/ 297 w 353"/>
              <a:gd name="T37" fmla="*/ 217 h 353"/>
              <a:gd name="T38" fmla="*/ 345 w 353"/>
              <a:gd name="T39" fmla="*/ 169 h 353"/>
              <a:gd name="T40" fmla="*/ 92 w 353"/>
              <a:gd name="T41" fmla="*/ 169 h 353"/>
              <a:gd name="T42" fmla="*/ 142 w 353"/>
              <a:gd name="T43" fmla="*/ 118 h 353"/>
              <a:gd name="T44" fmla="*/ 145 w 353"/>
              <a:gd name="T45" fmla="*/ 112 h 353"/>
              <a:gd name="T46" fmla="*/ 137 w 353"/>
              <a:gd name="T47" fmla="*/ 104 h 353"/>
              <a:gd name="T48" fmla="*/ 131 w 353"/>
              <a:gd name="T49" fmla="*/ 107 h 353"/>
              <a:gd name="T50" fmla="*/ 67 w 353"/>
              <a:gd name="T51" fmla="*/ 171 h 353"/>
              <a:gd name="T52" fmla="*/ 64 w 353"/>
              <a:gd name="T53" fmla="*/ 177 h 353"/>
              <a:gd name="T54" fmla="*/ 67 w 353"/>
              <a:gd name="T55" fmla="*/ 182 h 353"/>
              <a:gd name="T56" fmla="*/ 131 w 353"/>
              <a:gd name="T57" fmla="*/ 247 h 353"/>
              <a:gd name="T58" fmla="*/ 137 w 353"/>
              <a:gd name="T59" fmla="*/ 249 h 353"/>
              <a:gd name="T60" fmla="*/ 145 w 353"/>
              <a:gd name="T61" fmla="*/ 241 h 353"/>
              <a:gd name="T62" fmla="*/ 142 w 353"/>
              <a:gd name="T63" fmla="*/ 235 h 353"/>
              <a:gd name="T64" fmla="*/ 92 w 353"/>
              <a:gd name="T65" fmla="*/ 185 h 353"/>
              <a:gd name="T66" fmla="*/ 345 w 353"/>
              <a:gd name="T67" fmla="*/ 185 h 353"/>
              <a:gd name="T68" fmla="*/ 353 w 353"/>
              <a:gd name="T69" fmla="*/ 177 h 353"/>
              <a:gd name="T70" fmla="*/ 345 w 353"/>
              <a:gd name="T71" fmla="*/ 169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353" h="353">
                <a:moveTo>
                  <a:pt x="297" y="217"/>
                </a:moveTo>
                <a:cubicBezTo>
                  <a:pt x="293" y="217"/>
                  <a:pt x="289" y="220"/>
                  <a:pt x="289" y="225"/>
                </a:cubicBezTo>
                <a:cubicBezTo>
                  <a:pt x="289" y="337"/>
                  <a:pt x="289" y="337"/>
                  <a:pt x="289" y="337"/>
                </a:cubicBezTo>
                <a:cubicBezTo>
                  <a:pt x="16" y="337"/>
                  <a:pt x="16" y="337"/>
                  <a:pt x="16" y="337"/>
                </a:cubicBezTo>
                <a:cubicBezTo>
                  <a:pt x="16" y="16"/>
                  <a:pt x="16" y="16"/>
                  <a:pt x="16" y="16"/>
                </a:cubicBezTo>
                <a:cubicBezTo>
                  <a:pt x="289" y="16"/>
                  <a:pt x="289" y="16"/>
                  <a:pt x="289" y="16"/>
                </a:cubicBezTo>
                <a:cubicBezTo>
                  <a:pt x="289" y="128"/>
                  <a:pt x="289" y="128"/>
                  <a:pt x="289" y="128"/>
                </a:cubicBezTo>
                <a:cubicBezTo>
                  <a:pt x="289" y="133"/>
                  <a:pt x="293" y="137"/>
                  <a:pt x="297" y="137"/>
                </a:cubicBezTo>
                <a:cubicBezTo>
                  <a:pt x="302" y="137"/>
                  <a:pt x="305" y="133"/>
                  <a:pt x="305" y="128"/>
                </a:cubicBezTo>
                <a:cubicBezTo>
                  <a:pt x="305" y="8"/>
                  <a:pt x="305" y="8"/>
                  <a:pt x="305" y="8"/>
                </a:cubicBezTo>
                <a:cubicBezTo>
                  <a:pt x="305" y="4"/>
                  <a:pt x="302" y="0"/>
                  <a:pt x="297" y="0"/>
                </a:cubicBezTo>
                <a:cubicBezTo>
                  <a:pt x="8" y="0"/>
                  <a:pt x="8" y="0"/>
                  <a:pt x="8" y="0"/>
                </a:cubicBezTo>
                <a:cubicBezTo>
                  <a:pt x="4" y="0"/>
                  <a:pt x="0" y="4"/>
                  <a:pt x="0" y="8"/>
                </a:cubicBezTo>
                <a:cubicBezTo>
                  <a:pt x="0" y="345"/>
                  <a:pt x="0" y="345"/>
                  <a:pt x="0" y="345"/>
                </a:cubicBezTo>
                <a:cubicBezTo>
                  <a:pt x="0" y="350"/>
                  <a:pt x="4" y="353"/>
                  <a:pt x="8" y="353"/>
                </a:cubicBezTo>
                <a:cubicBezTo>
                  <a:pt x="297" y="353"/>
                  <a:pt x="297" y="353"/>
                  <a:pt x="297" y="353"/>
                </a:cubicBezTo>
                <a:cubicBezTo>
                  <a:pt x="302" y="353"/>
                  <a:pt x="305" y="350"/>
                  <a:pt x="305" y="345"/>
                </a:cubicBezTo>
                <a:cubicBezTo>
                  <a:pt x="305" y="225"/>
                  <a:pt x="305" y="225"/>
                  <a:pt x="305" y="225"/>
                </a:cubicBezTo>
                <a:cubicBezTo>
                  <a:pt x="305" y="220"/>
                  <a:pt x="302" y="217"/>
                  <a:pt x="297" y="217"/>
                </a:cubicBezTo>
                <a:moveTo>
                  <a:pt x="345" y="169"/>
                </a:moveTo>
                <a:cubicBezTo>
                  <a:pt x="92" y="169"/>
                  <a:pt x="92" y="169"/>
                  <a:pt x="92" y="169"/>
                </a:cubicBezTo>
                <a:cubicBezTo>
                  <a:pt x="142" y="118"/>
                  <a:pt x="142" y="118"/>
                  <a:pt x="142" y="118"/>
                </a:cubicBezTo>
                <a:cubicBezTo>
                  <a:pt x="144" y="117"/>
                  <a:pt x="145" y="115"/>
                  <a:pt x="145" y="112"/>
                </a:cubicBezTo>
                <a:cubicBezTo>
                  <a:pt x="145" y="108"/>
                  <a:pt x="141" y="104"/>
                  <a:pt x="137" y="104"/>
                </a:cubicBezTo>
                <a:cubicBezTo>
                  <a:pt x="134" y="104"/>
                  <a:pt x="132" y="105"/>
                  <a:pt x="131" y="107"/>
                </a:cubicBezTo>
                <a:cubicBezTo>
                  <a:pt x="67" y="171"/>
                  <a:pt x="67" y="171"/>
                  <a:pt x="67" y="171"/>
                </a:cubicBezTo>
                <a:cubicBezTo>
                  <a:pt x="65" y="172"/>
                  <a:pt x="64" y="174"/>
                  <a:pt x="64" y="177"/>
                </a:cubicBezTo>
                <a:cubicBezTo>
                  <a:pt x="64" y="179"/>
                  <a:pt x="65" y="181"/>
                  <a:pt x="67" y="182"/>
                </a:cubicBezTo>
                <a:cubicBezTo>
                  <a:pt x="131" y="247"/>
                  <a:pt x="131" y="247"/>
                  <a:pt x="131" y="247"/>
                </a:cubicBezTo>
                <a:cubicBezTo>
                  <a:pt x="132" y="248"/>
                  <a:pt x="134" y="249"/>
                  <a:pt x="137" y="249"/>
                </a:cubicBezTo>
                <a:cubicBezTo>
                  <a:pt x="141" y="249"/>
                  <a:pt x="145" y="245"/>
                  <a:pt x="145" y="241"/>
                </a:cubicBezTo>
                <a:cubicBezTo>
                  <a:pt x="145" y="239"/>
                  <a:pt x="144" y="237"/>
                  <a:pt x="142" y="235"/>
                </a:cubicBezTo>
                <a:cubicBezTo>
                  <a:pt x="92" y="185"/>
                  <a:pt x="92" y="185"/>
                  <a:pt x="92" y="185"/>
                </a:cubicBezTo>
                <a:cubicBezTo>
                  <a:pt x="345" y="185"/>
                  <a:pt x="345" y="185"/>
                  <a:pt x="345" y="185"/>
                </a:cubicBezTo>
                <a:cubicBezTo>
                  <a:pt x="350" y="185"/>
                  <a:pt x="353" y="181"/>
                  <a:pt x="353" y="177"/>
                </a:cubicBezTo>
                <a:cubicBezTo>
                  <a:pt x="353" y="172"/>
                  <a:pt x="350" y="169"/>
                  <a:pt x="345" y="169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" name="Freeform 7"/>
          <p:cNvSpPr>
            <a:spLocks/>
          </p:cNvSpPr>
          <p:nvPr/>
        </p:nvSpPr>
        <p:spPr bwMode="auto">
          <a:xfrm>
            <a:off x="3172884" y="848785"/>
            <a:ext cx="289984" cy="582084"/>
          </a:xfrm>
          <a:custGeom>
            <a:avLst/>
            <a:gdLst>
              <a:gd name="T0" fmla="*/ 168 w 176"/>
              <a:gd name="T1" fmla="*/ 257 h 353"/>
              <a:gd name="T2" fmla="*/ 163 w 176"/>
              <a:gd name="T3" fmla="*/ 259 h 353"/>
              <a:gd name="T4" fmla="*/ 96 w 176"/>
              <a:gd name="T5" fmla="*/ 326 h 353"/>
              <a:gd name="T6" fmla="*/ 96 w 176"/>
              <a:gd name="T7" fmla="*/ 8 h 353"/>
              <a:gd name="T8" fmla="*/ 88 w 176"/>
              <a:gd name="T9" fmla="*/ 0 h 353"/>
              <a:gd name="T10" fmla="*/ 80 w 176"/>
              <a:gd name="T11" fmla="*/ 8 h 353"/>
              <a:gd name="T12" fmla="*/ 80 w 176"/>
              <a:gd name="T13" fmla="*/ 326 h 353"/>
              <a:gd name="T14" fmla="*/ 14 w 176"/>
              <a:gd name="T15" fmla="*/ 259 h 353"/>
              <a:gd name="T16" fmla="*/ 8 w 176"/>
              <a:gd name="T17" fmla="*/ 257 h 353"/>
              <a:gd name="T18" fmla="*/ 0 w 176"/>
              <a:gd name="T19" fmla="*/ 265 h 353"/>
              <a:gd name="T20" fmla="*/ 2 w 176"/>
              <a:gd name="T21" fmla="*/ 271 h 353"/>
              <a:gd name="T22" fmla="*/ 82 w 176"/>
              <a:gd name="T23" fmla="*/ 351 h 353"/>
              <a:gd name="T24" fmla="*/ 88 w 176"/>
              <a:gd name="T25" fmla="*/ 353 h 353"/>
              <a:gd name="T26" fmla="*/ 94 w 176"/>
              <a:gd name="T27" fmla="*/ 351 h 353"/>
              <a:gd name="T28" fmla="*/ 174 w 176"/>
              <a:gd name="T29" fmla="*/ 271 h 353"/>
              <a:gd name="T30" fmla="*/ 176 w 176"/>
              <a:gd name="T31" fmla="*/ 265 h 353"/>
              <a:gd name="T32" fmla="*/ 168 w 176"/>
              <a:gd name="T33" fmla="*/ 257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76" h="353">
                <a:moveTo>
                  <a:pt x="168" y="257"/>
                </a:moveTo>
                <a:cubicBezTo>
                  <a:pt x="166" y="257"/>
                  <a:pt x="164" y="258"/>
                  <a:pt x="163" y="259"/>
                </a:cubicBezTo>
                <a:cubicBezTo>
                  <a:pt x="96" y="326"/>
                  <a:pt x="96" y="326"/>
                  <a:pt x="96" y="326"/>
                </a:cubicBezTo>
                <a:cubicBezTo>
                  <a:pt x="96" y="8"/>
                  <a:pt x="96" y="8"/>
                  <a:pt x="96" y="8"/>
                </a:cubicBezTo>
                <a:cubicBezTo>
                  <a:pt x="96" y="4"/>
                  <a:pt x="93" y="0"/>
                  <a:pt x="88" y="0"/>
                </a:cubicBezTo>
                <a:cubicBezTo>
                  <a:pt x="84" y="0"/>
                  <a:pt x="80" y="4"/>
                  <a:pt x="80" y="8"/>
                </a:cubicBezTo>
                <a:cubicBezTo>
                  <a:pt x="80" y="326"/>
                  <a:pt x="80" y="326"/>
                  <a:pt x="80" y="326"/>
                </a:cubicBezTo>
                <a:cubicBezTo>
                  <a:pt x="14" y="259"/>
                  <a:pt x="14" y="259"/>
                  <a:pt x="14" y="259"/>
                </a:cubicBezTo>
                <a:cubicBezTo>
                  <a:pt x="12" y="258"/>
                  <a:pt x="10" y="257"/>
                  <a:pt x="8" y="257"/>
                </a:cubicBezTo>
                <a:cubicBezTo>
                  <a:pt x="3" y="257"/>
                  <a:pt x="0" y="261"/>
                  <a:pt x="0" y="265"/>
                </a:cubicBezTo>
                <a:cubicBezTo>
                  <a:pt x="0" y="267"/>
                  <a:pt x="1" y="269"/>
                  <a:pt x="2" y="271"/>
                </a:cubicBezTo>
                <a:cubicBezTo>
                  <a:pt x="82" y="351"/>
                  <a:pt x="82" y="351"/>
                  <a:pt x="82" y="351"/>
                </a:cubicBezTo>
                <a:cubicBezTo>
                  <a:pt x="84" y="352"/>
                  <a:pt x="86" y="353"/>
                  <a:pt x="88" y="353"/>
                </a:cubicBezTo>
                <a:cubicBezTo>
                  <a:pt x="90" y="353"/>
                  <a:pt x="92" y="352"/>
                  <a:pt x="94" y="351"/>
                </a:cubicBezTo>
                <a:cubicBezTo>
                  <a:pt x="174" y="271"/>
                  <a:pt x="174" y="271"/>
                  <a:pt x="174" y="271"/>
                </a:cubicBezTo>
                <a:cubicBezTo>
                  <a:pt x="176" y="269"/>
                  <a:pt x="176" y="267"/>
                  <a:pt x="176" y="265"/>
                </a:cubicBezTo>
                <a:cubicBezTo>
                  <a:pt x="176" y="261"/>
                  <a:pt x="173" y="257"/>
                  <a:pt x="168" y="257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0" name="Freeform 8"/>
          <p:cNvSpPr>
            <a:spLocks/>
          </p:cNvSpPr>
          <p:nvPr/>
        </p:nvSpPr>
        <p:spPr bwMode="auto">
          <a:xfrm>
            <a:off x="4284135" y="848785"/>
            <a:ext cx="292100" cy="582084"/>
          </a:xfrm>
          <a:custGeom>
            <a:avLst/>
            <a:gdLst>
              <a:gd name="T0" fmla="*/ 174 w 177"/>
              <a:gd name="T1" fmla="*/ 83 h 353"/>
              <a:gd name="T2" fmla="*/ 94 w 177"/>
              <a:gd name="T3" fmla="*/ 2 h 353"/>
              <a:gd name="T4" fmla="*/ 89 w 177"/>
              <a:gd name="T5" fmla="*/ 0 h 353"/>
              <a:gd name="T6" fmla="*/ 83 w 177"/>
              <a:gd name="T7" fmla="*/ 2 h 353"/>
              <a:gd name="T8" fmla="*/ 3 w 177"/>
              <a:gd name="T9" fmla="*/ 83 h 353"/>
              <a:gd name="T10" fmla="*/ 0 w 177"/>
              <a:gd name="T11" fmla="*/ 88 h 353"/>
              <a:gd name="T12" fmla="*/ 8 w 177"/>
              <a:gd name="T13" fmla="*/ 96 h 353"/>
              <a:gd name="T14" fmla="*/ 14 w 177"/>
              <a:gd name="T15" fmla="*/ 94 h 353"/>
              <a:gd name="T16" fmla="*/ 80 w 177"/>
              <a:gd name="T17" fmla="*/ 27 h 353"/>
              <a:gd name="T18" fmla="*/ 80 w 177"/>
              <a:gd name="T19" fmla="*/ 345 h 353"/>
              <a:gd name="T20" fmla="*/ 89 w 177"/>
              <a:gd name="T21" fmla="*/ 353 h 353"/>
              <a:gd name="T22" fmla="*/ 97 w 177"/>
              <a:gd name="T23" fmla="*/ 345 h 353"/>
              <a:gd name="T24" fmla="*/ 97 w 177"/>
              <a:gd name="T25" fmla="*/ 27 h 353"/>
              <a:gd name="T26" fmla="*/ 163 w 177"/>
              <a:gd name="T27" fmla="*/ 94 h 353"/>
              <a:gd name="T28" fmla="*/ 169 w 177"/>
              <a:gd name="T29" fmla="*/ 96 h 353"/>
              <a:gd name="T30" fmla="*/ 177 w 177"/>
              <a:gd name="T31" fmla="*/ 88 h 353"/>
              <a:gd name="T32" fmla="*/ 174 w 177"/>
              <a:gd name="T33" fmla="*/ 83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77" h="353">
                <a:moveTo>
                  <a:pt x="174" y="83"/>
                </a:moveTo>
                <a:cubicBezTo>
                  <a:pt x="94" y="2"/>
                  <a:pt x="94" y="2"/>
                  <a:pt x="94" y="2"/>
                </a:cubicBezTo>
                <a:cubicBezTo>
                  <a:pt x="93" y="1"/>
                  <a:pt x="91" y="0"/>
                  <a:pt x="89" y="0"/>
                </a:cubicBezTo>
                <a:cubicBezTo>
                  <a:pt x="86" y="0"/>
                  <a:pt x="84" y="1"/>
                  <a:pt x="83" y="2"/>
                </a:cubicBezTo>
                <a:cubicBezTo>
                  <a:pt x="3" y="83"/>
                  <a:pt x="3" y="83"/>
                  <a:pt x="3" y="83"/>
                </a:cubicBezTo>
                <a:cubicBezTo>
                  <a:pt x="1" y="84"/>
                  <a:pt x="0" y="86"/>
                  <a:pt x="0" y="88"/>
                </a:cubicBezTo>
                <a:cubicBezTo>
                  <a:pt x="0" y="93"/>
                  <a:pt x="4" y="96"/>
                  <a:pt x="8" y="96"/>
                </a:cubicBezTo>
                <a:cubicBezTo>
                  <a:pt x="10" y="96"/>
                  <a:pt x="12" y="95"/>
                  <a:pt x="14" y="94"/>
                </a:cubicBezTo>
                <a:cubicBezTo>
                  <a:pt x="80" y="27"/>
                  <a:pt x="80" y="27"/>
                  <a:pt x="80" y="27"/>
                </a:cubicBezTo>
                <a:cubicBezTo>
                  <a:pt x="80" y="345"/>
                  <a:pt x="80" y="345"/>
                  <a:pt x="80" y="345"/>
                </a:cubicBezTo>
                <a:cubicBezTo>
                  <a:pt x="80" y="350"/>
                  <a:pt x="84" y="353"/>
                  <a:pt x="89" y="353"/>
                </a:cubicBezTo>
                <a:cubicBezTo>
                  <a:pt x="93" y="353"/>
                  <a:pt x="97" y="350"/>
                  <a:pt x="97" y="345"/>
                </a:cubicBezTo>
                <a:cubicBezTo>
                  <a:pt x="97" y="27"/>
                  <a:pt x="97" y="27"/>
                  <a:pt x="97" y="27"/>
                </a:cubicBezTo>
                <a:cubicBezTo>
                  <a:pt x="163" y="94"/>
                  <a:pt x="163" y="94"/>
                  <a:pt x="163" y="94"/>
                </a:cubicBezTo>
                <a:cubicBezTo>
                  <a:pt x="165" y="95"/>
                  <a:pt x="167" y="96"/>
                  <a:pt x="169" y="96"/>
                </a:cubicBezTo>
                <a:cubicBezTo>
                  <a:pt x="173" y="96"/>
                  <a:pt x="177" y="93"/>
                  <a:pt x="177" y="88"/>
                </a:cubicBezTo>
                <a:cubicBezTo>
                  <a:pt x="177" y="86"/>
                  <a:pt x="176" y="84"/>
                  <a:pt x="174" y="83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1" name="Freeform 9"/>
          <p:cNvSpPr>
            <a:spLocks/>
          </p:cNvSpPr>
          <p:nvPr/>
        </p:nvSpPr>
        <p:spPr bwMode="auto">
          <a:xfrm>
            <a:off x="5249335" y="994834"/>
            <a:ext cx="582084" cy="292100"/>
          </a:xfrm>
          <a:custGeom>
            <a:avLst/>
            <a:gdLst>
              <a:gd name="T0" fmla="*/ 345 w 353"/>
              <a:gd name="T1" fmla="*/ 81 h 177"/>
              <a:gd name="T2" fmla="*/ 28 w 353"/>
              <a:gd name="T3" fmla="*/ 81 h 177"/>
              <a:gd name="T4" fmla="*/ 94 w 353"/>
              <a:gd name="T5" fmla="*/ 14 h 177"/>
              <a:gd name="T6" fmla="*/ 97 w 353"/>
              <a:gd name="T7" fmla="*/ 8 h 177"/>
              <a:gd name="T8" fmla="*/ 89 w 353"/>
              <a:gd name="T9" fmla="*/ 0 h 177"/>
              <a:gd name="T10" fmla="*/ 83 w 353"/>
              <a:gd name="T11" fmla="*/ 3 h 177"/>
              <a:gd name="T12" fmla="*/ 3 w 353"/>
              <a:gd name="T13" fmla="*/ 83 h 177"/>
              <a:gd name="T14" fmla="*/ 0 w 353"/>
              <a:gd name="T15" fmla="*/ 89 h 177"/>
              <a:gd name="T16" fmla="*/ 3 w 353"/>
              <a:gd name="T17" fmla="*/ 94 h 177"/>
              <a:gd name="T18" fmla="*/ 83 w 353"/>
              <a:gd name="T19" fmla="*/ 175 h 177"/>
              <a:gd name="T20" fmla="*/ 89 w 353"/>
              <a:gd name="T21" fmla="*/ 177 h 177"/>
              <a:gd name="T22" fmla="*/ 97 w 353"/>
              <a:gd name="T23" fmla="*/ 169 h 177"/>
              <a:gd name="T24" fmla="*/ 94 w 353"/>
              <a:gd name="T25" fmla="*/ 163 h 177"/>
              <a:gd name="T26" fmla="*/ 28 w 353"/>
              <a:gd name="T27" fmla="*/ 97 h 177"/>
              <a:gd name="T28" fmla="*/ 345 w 353"/>
              <a:gd name="T29" fmla="*/ 97 h 177"/>
              <a:gd name="T30" fmla="*/ 353 w 353"/>
              <a:gd name="T31" fmla="*/ 89 h 177"/>
              <a:gd name="T32" fmla="*/ 345 w 353"/>
              <a:gd name="T33" fmla="*/ 81 h 1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353" h="177">
                <a:moveTo>
                  <a:pt x="345" y="81"/>
                </a:moveTo>
                <a:cubicBezTo>
                  <a:pt x="28" y="81"/>
                  <a:pt x="28" y="81"/>
                  <a:pt x="28" y="81"/>
                </a:cubicBezTo>
                <a:cubicBezTo>
                  <a:pt x="94" y="14"/>
                  <a:pt x="94" y="14"/>
                  <a:pt x="94" y="14"/>
                </a:cubicBezTo>
                <a:cubicBezTo>
                  <a:pt x="96" y="13"/>
                  <a:pt x="97" y="11"/>
                  <a:pt x="97" y="8"/>
                </a:cubicBezTo>
                <a:cubicBezTo>
                  <a:pt x="97" y="4"/>
                  <a:pt x="93" y="0"/>
                  <a:pt x="89" y="0"/>
                </a:cubicBezTo>
                <a:cubicBezTo>
                  <a:pt x="86" y="0"/>
                  <a:pt x="84" y="1"/>
                  <a:pt x="83" y="3"/>
                </a:cubicBezTo>
                <a:cubicBezTo>
                  <a:pt x="3" y="83"/>
                  <a:pt x="3" y="83"/>
                  <a:pt x="3" y="83"/>
                </a:cubicBezTo>
                <a:cubicBezTo>
                  <a:pt x="1" y="84"/>
                  <a:pt x="0" y="86"/>
                  <a:pt x="0" y="89"/>
                </a:cubicBezTo>
                <a:cubicBezTo>
                  <a:pt x="0" y="91"/>
                  <a:pt x="1" y="93"/>
                  <a:pt x="3" y="94"/>
                </a:cubicBezTo>
                <a:cubicBezTo>
                  <a:pt x="83" y="175"/>
                  <a:pt x="83" y="175"/>
                  <a:pt x="83" y="175"/>
                </a:cubicBezTo>
                <a:cubicBezTo>
                  <a:pt x="84" y="176"/>
                  <a:pt x="86" y="177"/>
                  <a:pt x="89" y="177"/>
                </a:cubicBezTo>
                <a:cubicBezTo>
                  <a:pt x="93" y="177"/>
                  <a:pt x="97" y="173"/>
                  <a:pt x="97" y="169"/>
                </a:cubicBezTo>
                <a:cubicBezTo>
                  <a:pt x="97" y="167"/>
                  <a:pt x="96" y="165"/>
                  <a:pt x="94" y="163"/>
                </a:cubicBezTo>
                <a:cubicBezTo>
                  <a:pt x="28" y="97"/>
                  <a:pt x="28" y="97"/>
                  <a:pt x="28" y="97"/>
                </a:cubicBezTo>
                <a:cubicBezTo>
                  <a:pt x="345" y="97"/>
                  <a:pt x="345" y="97"/>
                  <a:pt x="345" y="97"/>
                </a:cubicBezTo>
                <a:cubicBezTo>
                  <a:pt x="350" y="97"/>
                  <a:pt x="353" y="93"/>
                  <a:pt x="353" y="89"/>
                </a:cubicBezTo>
                <a:cubicBezTo>
                  <a:pt x="353" y="84"/>
                  <a:pt x="350" y="81"/>
                  <a:pt x="345" y="81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2" name="Freeform 10"/>
          <p:cNvSpPr>
            <a:spLocks/>
          </p:cNvSpPr>
          <p:nvPr/>
        </p:nvSpPr>
        <p:spPr bwMode="auto">
          <a:xfrm>
            <a:off x="6362702" y="994834"/>
            <a:ext cx="582084" cy="292100"/>
          </a:xfrm>
          <a:custGeom>
            <a:avLst/>
            <a:gdLst>
              <a:gd name="T0" fmla="*/ 350 w 353"/>
              <a:gd name="T1" fmla="*/ 83 h 177"/>
              <a:gd name="T2" fmla="*/ 270 w 353"/>
              <a:gd name="T3" fmla="*/ 3 h 177"/>
              <a:gd name="T4" fmla="*/ 264 w 353"/>
              <a:gd name="T5" fmla="*/ 0 h 177"/>
              <a:gd name="T6" fmla="*/ 256 w 353"/>
              <a:gd name="T7" fmla="*/ 8 h 177"/>
              <a:gd name="T8" fmla="*/ 259 w 353"/>
              <a:gd name="T9" fmla="*/ 14 h 177"/>
              <a:gd name="T10" fmla="*/ 325 w 353"/>
              <a:gd name="T11" fmla="*/ 81 h 177"/>
              <a:gd name="T12" fmla="*/ 8 w 353"/>
              <a:gd name="T13" fmla="*/ 81 h 177"/>
              <a:gd name="T14" fmla="*/ 0 w 353"/>
              <a:gd name="T15" fmla="*/ 89 h 177"/>
              <a:gd name="T16" fmla="*/ 8 w 353"/>
              <a:gd name="T17" fmla="*/ 97 h 177"/>
              <a:gd name="T18" fmla="*/ 325 w 353"/>
              <a:gd name="T19" fmla="*/ 97 h 177"/>
              <a:gd name="T20" fmla="*/ 259 w 353"/>
              <a:gd name="T21" fmla="*/ 163 h 177"/>
              <a:gd name="T22" fmla="*/ 256 w 353"/>
              <a:gd name="T23" fmla="*/ 169 h 177"/>
              <a:gd name="T24" fmla="*/ 264 w 353"/>
              <a:gd name="T25" fmla="*/ 177 h 177"/>
              <a:gd name="T26" fmla="*/ 270 w 353"/>
              <a:gd name="T27" fmla="*/ 175 h 177"/>
              <a:gd name="T28" fmla="*/ 350 w 353"/>
              <a:gd name="T29" fmla="*/ 94 h 177"/>
              <a:gd name="T30" fmla="*/ 353 w 353"/>
              <a:gd name="T31" fmla="*/ 89 h 177"/>
              <a:gd name="T32" fmla="*/ 350 w 353"/>
              <a:gd name="T33" fmla="*/ 83 h 1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353" h="177">
                <a:moveTo>
                  <a:pt x="350" y="83"/>
                </a:moveTo>
                <a:cubicBezTo>
                  <a:pt x="270" y="3"/>
                  <a:pt x="270" y="3"/>
                  <a:pt x="270" y="3"/>
                </a:cubicBezTo>
                <a:cubicBezTo>
                  <a:pt x="269" y="1"/>
                  <a:pt x="267" y="0"/>
                  <a:pt x="264" y="0"/>
                </a:cubicBezTo>
                <a:cubicBezTo>
                  <a:pt x="260" y="0"/>
                  <a:pt x="256" y="4"/>
                  <a:pt x="256" y="8"/>
                </a:cubicBezTo>
                <a:cubicBezTo>
                  <a:pt x="256" y="11"/>
                  <a:pt x="257" y="13"/>
                  <a:pt x="259" y="14"/>
                </a:cubicBezTo>
                <a:cubicBezTo>
                  <a:pt x="325" y="81"/>
                  <a:pt x="325" y="81"/>
                  <a:pt x="325" y="81"/>
                </a:cubicBezTo>
                <a:cubicBezTo>
                  <a:pt x="8" y="81"/>
                  <a:pt x="8" y="81"/>
                  <a:pt x="8" y="81"/>
                </a:cubicBezTo>
                <a:cubicBezTo>
                  <a:pt x="3" y="81"/>
                  <a:pt x="0" y="84"/>
                  <a:pt x="0" y="89"/>
                </a:cubicBezTo>
                <a:cubicBezTo>
                  <a:pt x="0" y="93"/>
                  <a:pt x="3" y="97"/>
                  <a:pt x="8" y="97"/>
                </a:cubicBezTo>
                <a:cubicBezTo>
                  <a:pt x="325" y="97"/>
                  <a:pt x="325" y="97"/>
                  <a:pt x="325" y="97"/>
                </a:cubicBezTo>
                <a:cubicBezTo>
                  <a:pt x="259" y="163"/>
                  <a:pt x="259" y="163"/>
                  <a:pt x="259" y="163"/>
                </a:cubicBezTo>
                <a:cubicBezTo>
                  <a:pt x="257" y="165"/>
                  <a:pt x="256" y="167"/>
                  <a:pt x="256" y="169"/>
                </a:cubicBezTo>
                <a:cubicBezTo>
                  <a:pt x="256" y="173"/>
                  <a:pt x="260" y="177"/>
                  <a:pt x="264" y="177"/>
                </a:cubicBezTo>
                <a:cubicBezTo>
                  <a:pt x="267" y="177"/>
                  <a:pt x="269" y="176"/>
                  <a:pt x="270" y="175"/>
                </a:cubicBezTo>
                <a:cubicBezTo>
                  <a:pt x="350" y="94"/>
                  <a:pt x="350" y="94"/>
                  <a:pt x="350" y="94"/>
                </a:cubicBezTo>
                <a:cubicBezTo>
                  <a:pt x="352" y="93"/>
                  <a:pt x="353" y="91"/>
                  <a:pt x="353" y="89"/>
                </a:cubicBezTo>
                <a:cubicBezTo>
                  <a:pt x="353" y="86"/>
                  <a:pt x="352" y="84"/>
                  <a:pt x="350" y="83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3" name="Freeform 11"/>
          <p:cNvSpPr>
            <a:spLocks/>
          </p:cNvSpPr>
          <p:nvPr/>
        </p:nvSpPr>
        <p:spPr bwMode="auto">
          <a:xfrm>
            <a:off x="7499351" y="1007534"/>
            <a:ext cx="529167" cy="266700"/>
          </a:xfrm>
          <a:custGeom>
            <a:avLst/>
            <a:gdLst>
              <a:gd name="T0" fmla="*/ 313 w 321"/>
              <a:gd name="T1" fmla="*/ 0 h 161"/>
              <a:gd name="T2" fmla="*/ 307 w 321"/>
              <a:gd name="T3" fmla="*/ 3 h 161"/>
              <a:gd name="T4" fmla="*/ 160 w 321"/>
              <a:gd name="T5" fmla="*/ 142 h 161"/>
              <a:gd name="T6" fmla="*/ 14 w 321"/>
              <a:gd name="T7" fmla="*/ 3 h 161"/>
              <a:gd name="T8" fmla="*/ 8 w 321"/>
              <a:gd name="T9" fmla="*/ 0 h 161"/>
              <a:gd name="T10" fmla="*/ 0 w 321"/>
              <a:gd name="T11" fmla="*/ 8 h 161"/>
              <a:gd name="T12" fmla="*/ 2 w 321"/>
              <a:gd name="T13" fmla="*/ 14 h 161"/>
              <a:gd name="T14" fmla="*/ 155 w 321"/>
              <a:gd name="T15" fmla="*/ 159 h 161"/>
              <a:gd name="T16" fmla="*/ 160 w 321"/>
              <a:gd name="T17" fmla="*/ 161 h 161"/>
              <a:gd name="T18" fmla="*/ 166 w 321"/>
              <a:gd name="T19" fmla="*/ 159 h 161"/>
              <a:gd name="T20" fmla="*/ 319 w 321"/>
              <a:gd name="T21" fmla="*/ 14 h 161"/>
              <a:gd name="T22" fmla="*/ 321 w 321"/>
              <a:gd name="T23" fmla="*/ 8 h 161"/>
              <a:gd name="T24" fmla="*/ 313 w 321"/>
              <a:gd name="T25" fmla="*/ 0 h 1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321" h="161">
                <a:moveTo>
                  <a:pt x="313" y="0"/>
                </a:moveTo>
                <a:cubicBezTo>
                  <a:pt x="311" y="0"/>
                  <a:pt x="309" y="1"/>
                  <a:pt x="307" y="3"/>
                </a:cubicBezTo>
                <a:cubicBezTo>
                  <a:pt x="160" y="142"/>
                  <a:pt x="160" y="142"/>
                  <a:pt x="160" y="142"/>
                </a:cubicBezTo>
                <a:cubicBezTo>
                  <a:pt x="14" y="3"/>
                  <a:pt x="14" y="3"/>
                  <a:pt x="14" y="3"/>
                </a:cubicBezTo>
                <a:cubicBezTo>
                  <a:pt x="12" y="1"/>
                  <a:pt x="10" y="0"/>
                  <a:pt x="8" y="0"/>
                </a:cubicBezTo>
                <a:cubicBezTo>
                  <a:pt x="4" y="0"/>
                  <a:pt x="0" y="4"/>
                  <a:pt x="0" y="8"/>
                </a:cubicBezTo>
                <a:cubicBezTo>
                  <a:pt x="0" y="11"/>
                  <a:pt x="1" y="13"/>
                  <a:pt x="2" y="14"/>
                </a:cubicBezTo>
                <a:cubicBezTo>
                  <a:pt x="155" y="159"/>
                  <a:pt x="155" y="159"/>
                  <a:pt x="155" y="159"/>
                </a:cubicBezTo>
                <a:cubicBezTo>
                  <a:pt x="156" y="160"/>
                  <a:pt x="158" y="161"/>
                  <a:pt x="160" y="161"/>
                </a:cubicBezTo>
                <a:cubicBezTo>
                  <a:pt x="163" y="161"/>
                  <a:pt x="165" y="160"/>
                  <a:pt x="166" y="159"/>
                </a:cubicBezTo>
                <a:cubicBezTo>
                  <a:pt x="319" y="14"/>
                  <a:pt x="319" y="14"/>
                  <a:pt x="319" y="14"/>
                </a:cubicBezTo>
                <a:cubicBezTo>
                  <a:pt x="320" y="13"/>
                  <a:pt x="321" y="11"/>
                  <a:pt x="321" y="8"/>
                </a:cubicBezTo>
                <a:cubicBezTo>
                  <a:pt x="321" y="4"/>
                  <a:pt x="317" y="0"/>
                  <a:pt x="313" y="0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4" name="Freeform 12"/>
          <p:cNvSpPr>
            <a:spLocks/>
          </p:cNvSpPr>
          <p:nvPr/>
        </p:nvSpPr>
        <p:spPr bwMode="auto">
          <a:xfrm>
            <a:off x="8610602" y="1007534"/>
            <a:ext cx="529167" cy="266700"/>
          </a:xfrm>
          <a:custGeom>
            <a:avLst/>
            <a:gdLst>
              <a:gd name="T0" fmla="*/ 319 w 321"/>
              <a:gd name="T1" fmla="*/ 147 h 161"/>
              <a:gd name="T2" fmla="*/ 167 w 321"/>
              <a:gd name="T3" fmla="*/ 3 h 161"/>
              <a:gd name="T4" fmla="*/ 161 w 321"/>
              <a:gd name="T5" fmla="*/ 0 h 161"/>
              <a:gd name="T6" fmla="*/ 155 w 321"/>
              <a:gd name="T7" fmla="*/ 3 h 161"/>
              <a:gd name="T8" fmla="*/ 3 w 321"/>
              <a:gd name="T9" fmla="*/ 147 h 161"/>
              <a:gd name="T10" fmla="*/ 0 w 321"/>
              <a:gd name="T11" fmla="*/ 153 h 161"/>
              <a:gd name="T12" fmla="*/ 8 w 321"/>
              <a:gd name="T13" fmla="*/ 161 h 161"/>
              <a:gd name="T14" fmla="*/ 14 w 321"/>
              <a:gd name="T15" fmla="*/ 159 h 161"/>
              <a:gd name="T16" fmla="*/ 161 w 321"/>
              <a:gd name="T17" fmla="*/ 19 h 161"/>
              <a:gd name="T18" fmla="*/ 308 w 321"/>
              <a:gd name="T19" fmla="*/ 159 h 161"/>
              <a:gd name="T20" fmla="*/ 313 w 321"/>
              <a:gd name="T21" fmla="*/ 161 h 161"/>
              <a:gd name="T22" fmla="*/ 321 w 321"/>
              <a:gd name="T23" fmla="*/ 153 h 161"/>
              <a:gd name="T24" fmla="*/ 319 w 321"/>
              <a:gd name="T25" fmla="*/ 147 h 1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321" h="161">
                <a:moveTo>
                  <a:pt x="319" y="147"/>
                </a:moveTo>
                <a:cubicBezTo>
                  <a:pt x="167" y="3"/>
                  <a:pt x="167" y="3"/>
                  <a:pt x="167" y="3"/>
                </a:cubicBezTo>
                <a:cubicBezTo>
                  <a:pt x="165" y="1"/>
                  <a:pt x="163" y="0"/>
                  <a:pt x="161" y="0"/>
                </a:cubicBezTo>
                <a:cubicBezTo>
                  <a:pt x="159" y="0"/>
                  <a:pt x="157" y="1"/>
                  <a:pt x="155" y="3"/>
                </a:cubicBezTo>
                <a:cubicBezTo>
                  <a:pt x="3" y="147"/>
                  <a:pt x="3" y="147"/>
                  <a:pt x="3" y="147"/>
                </a:cubicBezTo>
                <a:cubicBezTo>
                  <a:pt x="1" y="149"/>
                  <a:pt x="0" y="151"/>
                  <a:pt x="0" y="153"/>
                </a:cubicBezTo>
                <a:cubicBezTo>
                  <a:pt x="0" y="157"/>
                  <a:pt x="4" y="161"/>
                  <a:pt x="8" y="161"/>
                </a:cubicBezTo>
                <a:cubicBezTo>
                  <a:pt x="11" y="161"/>
                  <a:pt x="13" y="160"/>
                  <a:pt x="14" y="159"/>
                </a:cubicBezTo>
                <a:cubicBezTo>
                  <a:pt x="161" y="19"/>
                  <a:pt x="161" y="19"/>
                  <a:pt x="161" y="19"/>
                </a:cubicBezTo>
                <a:cubicBezTo>
                  <a:pt x="308" y="159"/>
                  <a:pt x="308" y="159"/>
                  <a:pt x="308" y="159"/>
                </a:cubicBezTo>
                <a:cubicBezTo>
                  <a:pt x="309" y="160"/>
                  <a:pt x="311" y="161"/>
                  <a:pt x="313" y="161"/>
                </a:cubicBezTo>
                <a:cubicBezTo>
                  <a:pt x="318" y="161"/>
                  <a:pt x="321" y="157"/>
                  <a:pt x="321" y="153"/>
                </a:cubicBezTo>
                <a:cubicBezTo>
                  <a:pt x="321" y="151"/>
                  <a:pt x="320" y="149"/>
                  <a:pt x="319" y="147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5" name="Freeform 13"/>
          <p:cNvSpPr>
            <a:spLocks/>
          </p:cNvSpPr>
          <p:nvPr/>
        </p:nvSpPr>
        <p:spPr bwMode="auto">
          <a:xfrm>
            <a:off x="9855201" y="876301"/>
            <a:ext cx="264584" cy="529167"/>
          </a:xfrm>
          <a:custGeom>
            <a:avLst/>
            <a:gdLst>
              <a:gd name="T0" fmla="*/ 19 w 160"/>
              <a:gd name="T1" fmla="*/ 161 h 321"/>
              <a:gd name="T2" fmla="*/ 158 w 160"/>
              <a:gd name="T3" fmla="*/ 14 h 321"/>
              <a:gd name="T4" fmla="*/ 160 w 160"/>
              <a:gd name="T5" fmla="*/ 8 h 321"/>
              <a:gd name="T6" fmla="*/ 152 w 160"/>
              <a:gd name="T7" fmla="*/ 0 h 321"/>
              <a:gd name="T8" fmla="*/ 147 w 160"/>
              <a:gd name="T9" fmla="*/ 2 h 321"/>
              <a:gd name="T10" fmla="*/ 2 w 160"/>
              <a:gd name="T11" fmla="*/ 155 h 321"/>
              <a:gd name="T12" fmla="*/ 0 w 160"/>
              <a:gd name="T13" fmla="*/ 161 h 321"/>
              <a:gd name="T14" fmla="*/ 2 w 160"/>
              <a:gd name="T15" fmla="*/ 166 h 321"/>
              <a:gd name="T16" fmla="*/ 147 w 160"/>
              <a:gd name="T17" fmla="*/ 319 h 321"/>
              <a:gd name="T18" fmla="*/ 152 w 160"/>
              <a:gd name="T19" fmla="*/ 321 h 321"/>
              <a:gd name="T20" fmla="*/ 160 w 160"/>
              <a:gd name="T21" fmla="*/ 313 h 321"/>
              <a:gd name="T22" fmla="*/ 158 w 160"/>
              <a:gd name="T23" fmla="*/ 307 h 321"/>
              <a:gd name="T24" fmla="*/ 19 w 160"/>
              <a:gd name="T25" fmla="*/ 161 h 3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60" h="321">
                <a:moveTo>
                  <a:pt x="19" y="161"/>
                </a:moveTo>
                <a:cubicBezTo>
                  <a:pt x="158" y="14"/>
                  <a:pt x="158" y="14"/>
                  <a:pt x="158" y="14"/>
                </a:cubicBezTo>
                <a:cubicBezTo>
                  <a:pt x="160" y="12"/>
                  <a:pt x="160" y="10"/>
                  <a:pt x="160" y="8"/>
                </a:cubicBezTo>
                <a:cubicBezTo>
                  <a:pt x="160" y="4"/>
                  <a:pt x="157" y="0"/>
                  <a:pt x="152" y="0"/>
                </a:cubicBezTo>
                <a:cubicBezTo>
                  <a:pt x="150" y="0"/>
                  <a:pt x="148" y="1"/>
                  <a:pt x="147" y="2"/>
                </a:cubicBezTo>
                <a:cubicBezTo>
                  <a:pt x="2" y="155"/>
                  <a:pt x="2" y="155"/>
                  <a:pt x="2" y="155"/>
                </a:cubicBezTo>
                <a:cubicBezTo>
                  <a:pt x="1" y="156"/>
                  <a:pt x="0" y="158"/>
                  <a:pt x="0" y="161"/>
                </a:cubicBezTo>
                <a:cubicBezTo>
                  <a:pt x="0" y="163"/>
                  <a:pt x="1" y="165"/>
                  <a:pt x="2" y="166"/>
                </a:cubicBezTo>
                <a:cubicBezTo>
                  <a:pt x="147" y="319"/>
                  <a:pt x="147" y="319"/>
                  <a:pt x="147" y="319"/>
                </a:cubicBezTo>
                <a:cubicBezTo>
                  <a:pt x="148" y="320"/>
                  <a:pt x="150" y="321"/>
                  <a:pt x="152" y="321"/>
                </a:cubicBezTo>
                <a:cubicBezTo>
                  <a:pt x="157" y="321"/>
                  <a:pt x="160" y="318"/>
                  <a:pt x="160" y="313"/>
                </a:cubicBezTo>
                <a:cubicBezTo>
                  <a:pt x="160" y="311"/>
                  <a:pt x="160" y="309"/>
                  <a:pt x="158" y="307"/>
                </a:cubicBezTo>
                <a:lnTo>
                  <a:pt x="19" y="16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6" name="Freeform 14"/>
          <p:cNvSpPr>
            <a:spLocks/>
          </p:cNvSpPr>
          <p:nvPr/>
        </p:nvSpPr>
        <p:spPr bwMode="auto">
          <a:xfrm>
            <a:off x="10966451" y="876301"/>
            <a:ext cx="264584" cy="529167"/>
          </a:xfrm>
          <a:custGeom>
            <a:avLst/>
            <a:gdLst>
              <a:gd name="T0" fmla="*/ 158 w 161"/>
              <a:gd name="T1" fmla="*/ 155 h 321"/>
              <a:gd name="T2" fmla="*/ 14 w 161"/>
              <a:gd name="T3" fmla="*/ 2 h 321"/>
              <a:gd name="T4" fmla="*/ 8 w 161"/>
              <a:gd name="T5" fmla="*/ 0 h 321"/>
              <a:gd name="T6" fmla="*/ 0 w 161"/>
              <a:gd name="T7" fmla="*/ 8 h 321"/>
              <a:gd name="T8" fmla="*/ 3 w 161"/>
              <a:gd name="T9" fmla="*/ 14 h 321"/>
              <a:gd name="T10" fmla="*/ 142 w 161"/>
              <a:gd name="T11" fmla="*/ 161 h 321"/>
              <a:gd name="T12" fmla="*/ 3 w 161"/>
              <a:gd name="T13" fmla="*/ 307 h 321"/>
              <a:gd name="T14" fmla="*/ 0 w 161"/>
              <a:gd name="T15" fmla="*/ 313 h 321"/>
              <a:gd name="T16" fmla="*/ 8 w 161"/>
              <a:gd name="T17" fmla="*/ 321 h 321"/>
              <a:gd name="T18" fmla="*/ 14 w 161"/>
              <a:gd name="T19" fmla="*/ 319 h 321"/>
              <a:gd name="T20" fmla="*/ 158 w 161"/>
              <a:gd name="T21" fmla="*/ 166 h 321"/>
              <a:gd name="T22" fmla="*/ 161 w 161"/>
              <a:gd name="T23" fmla="*/ 161 h 321"/>
              <a:gd name="T24" fmla="*/ 158 w 161"/>
              <a:gd name="T25" fmla="*/ 155 h 3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61" h="321">
                <a:moveTo>
                  <a:pt x="158" y="155"/>
                </a:moveTo>
                <a:cubicBezTo>
                  <a:pt x="14" y="2"/>
                  <a:pt x="14" y="2"/>
                  <a:pt x="14" y="2"/>
                </a:cubicBezTo>
                <a:cubicBezTo>
                  <a:pt x="12" y="1"/>
                  <a:pt x="10" y="0"/>
                  <a:pt x="8" y="0"/>
                </a:cubicBezTo>
                <a:cubicBezTo>
                  <a:pt x="4" y="0"/>
                  <a:pt x="0" y="4"/>
                  <a:pt x="0" y="8"/>
                </a:cubicBezTo>
                <a:cubicBezTo>
                  <a:pt x="0" y="10"/>
                  <a:pt x="1" y="12"/>
                  <a:pt x="3" y="14"/>
                </a:cubicBezTo>
                <a:cubicBezTo>
                  <a:pt x="142" y="161"/>
                  <a:pt x="142" y="161"/>
                  <a:pt x="142" y="161"/>
                </a:cubicBezTo>
                <a:cubicBezTo>
                  <a:pt x="3" y="307"/>
                  <a:pt x="3" y="307"/>
                  <a:pt x="3" y="307"/>
                </a:cubicBezTo>
                <a:cubicBezTo>
                  <a:pt x="1" y="309"/>
                  <a:pt x="0" y="311"/>
                  <a:pt x="0" y="313"/>
                </a:cubicBezTo>
                <a:cubicBezTo>
                  <a:pt x="0" y="318"/>
                  <a:pt x="4" y="321"/>
                  <a:pt x="8" y="321"/>
                </a:cubicBezTo>
                <a:cubicBezTo>
                  <a:pt x="10" y="321"/>
                  <a:pt x="12" y="320"/>
                  <a:pt x="14" y="319"/>
                </a:cubicBezTo>
                <a:cubicBezTo>
                  <a:pt x="158" y="166"/>
                  <a:pt x="158" y="166"/>
                  <a:pt x="158" y="166"/>
                </a:cubicBezTo>
                <a:cubicBezTo>
                  <a:pt x="160" y="165"/>
                  <a:pt x="161" y="163"/>
                  <a:pt x="161" y="161"/>
                </a:cubicBezTo>
                <a:cubicBezTo>
                  <a:pt x="161" y="158"/>
                  <a:pt x="160" y="156"/>
                  <a:pt x="158" y="155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7" name="Freeform 15"/>
          <p:cNvSpPr>
            <a:spLocks noEditPoints="1"/>
          </p:cNvSpPr>
          <p:nvPr/>
        </p:nvSpPr>
        <p:spPr bwMode="auto">
          <a:xfrm>
            <a:off x="804335" y="1960033"/>
            <a:ext cx="582084" cy="584200"/>
          </a:xfrm>
          <a:custGeom>
            <a:avLst/>
            <a:gdLst>
              <a:gd name="T0" fmla="*/ 265 w 353"/>
              <a:gd name="T1" fmla="*/ 145 h 354"/>
              <a:gd name="T2" fmla="*/ 259 w 353"/>
              <a:gd name="T3" fmla="*/ 147 h 354"/>
              <a:gd name="T4" fmla="*/ 177 w 353"/>
              <a:gd name="T5" fmla="*/ 222 h 354"/>
              <a:gd name="T6" fmla="*/ 94 w 353"/>
              <a:gd name="T7" fmla="*/ 147 h 354"/>
              <a:gd name="T8" fmla="*/ 88 w 353"/>
              <a:gd name="T9" fmla="*/ 145 h 354"/>
              <a:gd name="T10" fmla="*/ 80 w 353"/>
              <a:gd name="T11" fmla="*/ 153 h 354"/>
              <a:gd name="T12" fmla="*/ 83 w 353"/>
              <a:gd name="T13" fmla="*/ 159 h 354"/>
              <a:gd name="T14" fmla="*/ 171 w 353"/>
              <a:gd name="T15" fmla="*/ 239 h 354"/>
              <a:gd name="T16" fmla="*/ 177 w 353"/>
              <a:gd name="T17" fmla="*/ 241 h 354"/>
              <a:gd name="T18" fmla="*/ 182 w 353"/>
              <a:gd name="T19" fmla="*/ 239 h 354"/>
              <a:gd name="T20" fmla="*/ 270 w 353"/>
              <a:gd name="T21" fmla="*/ 159 h 354"/>
              <a:gd name="T22" fmla="*/ 273 w 353"/>
              <a:gd name="T23" fmla="*/ 153 h 354"/>
              <a:gd name="T24" fmla="*/ 265 w 353"/>
              <a:gd name="T25" fmla="*/ 145 h 354"/>
              <a:gd name="T26" fmla="*/ 177 w 353"/>
              <a:gd name="T27" fmla="*/ 0 h 354"/>
              <a:gd name="T28" fmla="*/ 0 w 353"/>
              <a:gd name="T29" fmla="*/ 177 h 354"/>
              <a:gd name="T30" fmla="*/ 177 w 353"/>
              <a:gd name="T31" fmla="*/ 354 h 354"/>
              <a:gd name="T32" fmla="*/ 353 w 353"/>
              <a:gd name="T33" fmla="*/ 177 h 354"/>
              <a:gd name="T34" fmla="*/ 177 w 353"/>
              <a:gd name="T35" fmla="*/ 0 h 354"/>
              <a:gd name="T36" fmla="*/ 177 w 353"/>
              <a:gd name="T37" fmla="*/ 338 h 354"/>
              <a:gd name="T38" fmla="*/ 16 w 353"/>
              <a:gd name="T39" fmla="*/ 177 h 354"/>
              <a:gd name="T40" fmla="*/ 177 w 353"/>
              <a:gd name="T41" fmla="*/ 16 h 354"/>
              <a:gd name="T42" fmla="*/ 337 w 353"/>
              <a:gd name="T43" fmla="*/ 177 h 354"/>
              <a:gd name="T44" fmla="*/ 177 w 353"/>
              <a:gd name="T45" fmla="*/ 338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353" h="354">
                <a:moveTo>
                  <a:pt x="265" y="145"/>
                </a:moveTo>
                <a:cubicBezTo>
                  <a:pt x="263" y="145"/>
                  <a:pt x="261" y="146"/>
                  <a:pt x="259" y="147"/>
                </a:cubicBezTo>
                <a:cubicBezTo>
                  <a:pt x="177" y="222"/>
                  <a:pt x="177" y="222"/>
                  <a:pt x="177" y="222"/>
                </a:cubicBezTo>
                <a:cubicBezTo>
                  <a:pt x="94" y="147"/>
                  <a:pt x="94" y="147"/>
                  <a:pt x="94" y="147"/>
                </a:cubicBezTo>
                <a:cubicBezTo>
                  <a:pt x="92" y="146"/>
                  <a:pt x="90" y="145"/>
                  <a:pt x="88" y="145"/>
                </a:cubicBezTo>
                <a:cubicBezTo>
                  <a:pt x="84" y="145"/>
                  <a:pt x="80" y="148"/>
                  <a:pt x="80" y="153"/>
                </a:cubicBezTo>
                <a:cubicBezTo>
                  <a:pt x="80" y="155"/>
                  <a:pt x="81" y="157"/>
                  <a:pt x="83" y="159"/>
                </a:cubicBezTo>
                <a:cubicBezTo>
                  <a:pt x="171" y="239"/>
                  <a:pt x="171" y="239"/>
                  <a:pt x="171" y="239"/>
                </a:cubicBezTo>
                <a:cubicBezTo>
                  <a:pt x="172" y="240"/>
                  <a:pt x="174" y="241"/>
                  <a:pt x="177" y="241"/>
                </a:cubicBezTo>
                <a:cubicBezTo>
                  <a:pt x="179" y="241"/>
                  <a:pt x="181" y="240"/>
                  <a:pt x="182" y="239"/>
                </a:cubicBezTo>
                <a:cubicBezTo>
                  <a:pt x="270" y="159"/>
                  <a:pt x="270" y="159"/>
                  <a:pt x="270" y="159"/>
                </a:cubicBezTo>
                <a:cubicBezTo>
                  <a:pt x="272" y="157"/>
                  <a:pt x="273" y="155"/>
                  <a:pt x="273" y="153"/>
                </a:cubicBezTo>
                <a:cubicBezTo>
                  <a:pt x="273" y="148"/>
                  <a:pt x="269" y="145"/>
                  <a:pt x="265" y="145"/>
                </a:cubicBezTo>
                <a:moveTo>
                  <a:pt x="177" y="0"/>
                </a:moveTo>
                <a:cubicBezTo>
                  <a:pt x="79" y="0"/>
                  <a:pt x="0" y="79"/>
                  <a:pt x="0" y="177"/>
                </a:cubicBezTo>
                <a:cubicBezTo>
                  <a:pt x="0" y="275"/>
                  <a:pt x="79" y="354"/>
                  <a:pt x="177" y="354"/>
                </a:cubicBezTo>
                <a:cubicBezTo>
                  <a:pt x="274" y="354"/>
                  <a:pt x="353" y="275"/>
                  <a:pt x="353" y="177"/>
                </a:cubicBezTo>
                <a:cubicBezTo>
                  <a:pt x="353" y="79"/>
                  <a:pt x="274" y="0"/>
                  <a:pt x="177" y="0"/>
                </a:cubicBezTo>
                <a:moveTo>
                  <a:pt x="177" y="338"/>
                </a:moveTo>
                <a:cubicBezTo>
                  <a:pt x="88" y="338"/>
                  <a:pt x="16" y="266"/>
                  <a:pt x="16" y="177"/>
                </a:cubicBezTo>
                <a:cubicBezTo>
                  <a:pt x="16" y="88"/>
                  <a:pt x="88" y="16"/>
                  <a:pt x="177" y="16"/>
                </a:cubicBezTo>
                <a:cubicBezTo>
                  <a:pt x="265" y="16"/>
                  <a:pt x="337" y="88"/>
                  <a:pt x="337" y="177"/>
                </a:cubicBezTo>
                <a:cubicBezTo>
                  <a:pt x="337" y="266"/>
                  <a:pt x="265" y="338"/>
                  <a:pt x="177" y="338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8" name="Freeform 16"/>
          <p:cNvSpPr>
            <a:spLocks noEditPoints="1"/>
          </p:cNvSpPr>
          <p:nvPr/>
        </p:nvSpPr>
        <p:spPr bwMode="auto">
          <a:xfrm>
            <a:off x="1915585" y="1960033"/>
            <a:ext cx="582084" cy="584200"/>
          </a:xfrm>
          <a:custGeom>
            <a:avLst/>
            <a:gdLst>
              <a:gd name="T0" fmla="*/ 177 w 353"/>
              <a:gd name="T1" fmla="*/ 0 h 354"/>
              <a:gd name="T2" fmla="*/ 0 w 353"/>
              <a:gd name="T3" fmla="*/ 177 h 354"/>
              <a:gd name="T4" fmla="*/ 177 w 353"/>
              <a:gd name="T5" fmla="*/ 354 h 354"/>
              <a:gd name="T6" fmla="*/ 353 w 353"/>
              <a:gd name="T7" fmla="*/ 177 h 354"/>
              <a:gd name="T8" fmla="*/ 177 w 353"/>
              <a:gd name="T9" fmla="*/ 0 h 354"/>
              <a:gd name="T10" fmla="*/ 177 w 353"/>
              <a:gd name="T11" fmla="*/ 338 h 354"/>
              <a:gd name="T12" fmla="*/ 16 w 353"/>
              <a:gd name="T13" fmla="*/ 177 h 354"/>
              <a:gd name="T14" fmla="*/ 177 w 353"/>
              <a:gd name="T15" fmla="*/ 16 h 354"/>
              <a:gd name="T16" fmla="*/ 337 w 353"/>
              <a:gd name="T17" fmla="*/ 177 h 354"/>
              <a:gd name="T18" fmla="*/ 177 w 353"/>
              <a:gd name="T19" fmla="*/ 338 h 354"/>
              <a:gd name="T20" fmla="*/ 183 w 353"/>
              <a:gd name="T21" fmla="*/ 115 h 354"/>
              <a:gd name="T22" fmla="*/ 177 w 353"/>
              <a:gd name="T23" fmla="*/ 113 h 354"/>
              <a:gd name="T24" fmla="*/ 171 w 353"/>
              <a:gd name="T25" fmla="*/ 115 h 354"/>
              <a:gd name="T26" fmla="*/ 83 w 353"/>
              <a:gd name="T27" fmla="*/ 195 h 354"/>
              <a:gd name="T28" fmla="*/ 81 w 353"/>
              <a:gd name="T29" fmla="*/ 201 h 354"/>
              <a:gd name="T30" fmla="*/ 89 w 353"/>
              <a:gd name="T31" fmla="*/ 209 h 354"/>
              <a:gd name="T32" fmla="*/ 94 w 353"/>
              <a:gd name="T33" fmla="*/ 207 h 354"/>
              <a:gd name="T34" fmla="*/ 177 w 353"/>
              <a:gd name="T35" fmla="*/ 132 h 354"/>
              <a:gd name="T36" fmla="*/ 259 w 353"/>
              <a:gd name="T37" fmla="*/ 207 h 354"/>
              <a:gd name="T38" fmla="*/ 265 w 353"/>
              <a:gd name="T39" fmla="*/ 209 h 354"/>
              <a:gd name="T40" fmla="*/ 273 w 353"/>
              <a:gd name="T41" fmla="*/ 201 h 354"/>
              <a:gd name="T42" fmla="*/ 271 w 353"/>
              <a:gd name="T43" fmla="*/ 195 h 354"/>
              <a:gd name="T44" fmla="*/ 183 w 353"/>
              <a:gd name="T45" fmla="*/ 115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353" h="354">
                <a:moveTo>
                  <a:pt x="177" y="0"/>
                </a:moveTo>
                <a:cubicBezTo>
                  <a:pt x="79" y="0"/>
                  <a:pt x="0" y="79"/>
                  <a:pt x="0" y="177"/>
                </a:cubicBezTo>
                <a:cubicBezTo>
                  <a:pt x="0" y="275"/>
                  <a:pt x="79" y="354"/>
                  <a:pt x="177" y="354"/>
                </a:cubicBezTo>
                <a:cubicBezTo>
                  <a:pt x="274" y="354"/>
                  <a:pt x="353" y="275"/>
                  <a:pt x="353" y="177"/>
                </a:cubicBezTo>
                <a:cubicBezTo>
                  <a:pt x="353" y="79"/>
                  <a:pt x="274" y="0"/>
                  <a:pt x="177" y="0"/>
                </a:cubicBezTo>
                <a:moveTo>
                  <a:pt x="177" y="338"/>
                </a:moveTo>
                <a:cubicBezTo>
                  <a:pt x="88" y="338"/>
                  <a:pt x="16" y="266"/>
                  <a:pt x="16" y="177"/>
                </a:cubicBezTo>
                <a:cubicBezTo>
                  <a:pt x="16" y="88"/>
                  <a:pt x="88" y="16"/>
                  <a:pt x="177" y="16"/>
                </a:cubicBezTo>
                <a:cubicBezTo>
                  <a:pt x="266" y="16"/>
                  <a:pt x="337" y="88"/>
                  <a:pt x="337" y="177"/>
                </a:cubicBezTo>
                <a:cubicBezTo>
                  <a:pt x="337" y="266"/>
                  <a:pt x="266" y="338"/>
                  <a:pt x="177" y="338"/>
                </a:cubicBezTo>
                <a:moveTo>
                  <a:pt x="183" y="115"/>
                </a:moveTo>
                <a:cubicBezTo>
                  <a:pt x="181" y="114"/>
                  <a:pt x="179" y="113"/>
                  <a:pt x="177" y="113"/>
                </a:cubicBezTo>
                <a:cubicBezTo>
                  <a:pt x="175" y="113"/>
                  <a:pt x="173" y="114"/>
                  <a:pt x="171" y="115"/>
                </a:cubicBezTo>
                <a:cubicBezTo>
                  <a:pt x="83" y="195"/>
                  <a:pt x="83" y="195"/>
                  <a:pt x="83" y="195"/>
                </a:cubicBezTo>
                <a:cubicBezTo>
                  <a:pt x="81" y="197"/>
                  <a:pt x="81" y="199"/>
                  <a:pt x="81" y="201"/>
                </a:cubicBezTo>
                <a:cubicBezTo>
                  <a:pt x="81" y="205"/>
                  <a:pt x="84" y="209"/>
                  <a:pt x="89" y="209"/>
                </a:cubicBezTo>
                <a:cubicBezTo>
                  <a:pt x="91" y="209"/>
                  <a:pt x="93" y="208"/>
                  <a:pt x="94" y="207"/>
                </a:cubicBezTo>
                <a:cubicBezTo>
                  <a:pt x="177" y="132"/>
                  <a:pt x="177" y="132"/>
                  <a:pt x="177" y="132"/>
                </a:cubicBezTo>
                <a:cubicBezTo>
                  <a:pt x="259" y="207"/>
                  <a:pt x="259" y="207"/>
                  <a:pt x="259" y="207"/>
                </a:cubicBezTo>
                <a:cubicBezTo>
                  <a:pt x="261" y="208"/>
                  <a:pt x="263" y="209"/>
                  <a:pt x="265" y="209"/>
                </a:cubicBezTo>
                <a:cubicBezTo>
                  <a:pt x="270" y="209"/>
                  <a:pt x="273" y="205"/>
                  <a:pt x="273" y="201"/>
                </a:cubicBezTo>
                <a:cubicBezTo>
                  <a:pt x="273" y="199"/>
                  <a:pt x="272" y="197"/>
                  <a:pt x="271" y="195"/>
                </a:cubicBezTo>
                <a:lnTo>
                  <a:pt x="183" y="115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9" name="Freeform 17"/>
          <p:cNvSpPr>
            <a:spLocks noEditPoints="1"/>
          </p:cNvSpPr>
          <p:nvPr/>
        </p:nvSpPr>
        <p:spPr bwMode="auto">
          <a:xfrm>
            <a:off x="3026835" y="1960033"/>
            <a:ext cx="582084" cy="584200"/>
          </a:xfrm>
          <a:custGeom>
            <a:avLst/>
            <a:gdLst>
              <a:gd name="T0" fmla="*/ 208 w 353"/>
              <a:gd name="T1" fmla="*/ 89 h 354"/>
              <a:gd name="T2" fmla="*/ 200 w 353"/>
              <a:gd name="T3" fmla="*/ 81 h 354"/>
              <a:gd name="T4" fmla="*/ 195 w 353"/>
              <a:gd name="T5" fmla="*/ 83 h 354"/>
              <a:gd name="T6" fmla="*/ 114 w 353"/>
              <a:gd name="T7" fmla="*/ 171 h 354"/>
              <a:gd name="T8" fmla="*/ 112 w 353"/>
              <a:gd name="T9" fmla="*/ 177 h 354"/>
              <a:gd name="T10" fmla="*/ 114 w 353"/>
              <a:gd name="T11" fmla="*/ 183 h 354"/>
              <a:gd name="T12" fmla="*/ 195 w 353"/>
              <a:gd name="T13" fmla="*/ 271 h 354"/>
              <a:gd name="T14" fmla="*/ 200 w 353"/>
              <a:gd name="T15" fmla="*/ 273 h 354"/>
              <a:gd name="T16" fmla="*/ 208 w 353"/>
              <a:gd name="T17" fmla="*/ 265 h 354"/>
              <a:gd name="T18" fmla="*/ 206 w 353"/>
              <a:gd name="T19" fmla="*/ 260 h 354"/>
              <a:gd name="T20" fmla="*/ 131 w 353"/>
              <a:gd name="T21" fmla="*/ 177 h 354"/>
              <a:gd name="T22" fmla="*/ 206 w 353"/>
              <a:gd name="T23" fmla="*/ 94 h 354"/>
              <a:gd name="T24" fmla="*/ 208 w 353"/>
              <a:gd name="T25" fmla="*/ 89 h 354"/>
              <a:gd name="T26" fmla="*/ 176 w 353"/>
              <a:gd name="T27" fmla="*/ 0 h 354"/>
              <a:gd name="T28" fmla="*/ 0 w 353"/>
              <a:gd name="T29" fmla="*/ 177 h 354"/>
              <a:gd name="T30" fmla="*/ 176 w 353"/>
              <a:gd name="T31" fmla="*/ 354 h 354"/>
              <a:gd name="T32" fmla="*/ 353 w 353"/>
              <a:gd name="T33" fmla="*/ 177 h 354"/>
              <a:gd name="T34" fmla="*/ 176 w 353"/>
              <a:gd name="T35" fmla="*/ 0 h 354"/>
              <a:gd name="T36" fmla="*/ 176 w 353"/>
              <a:gd name="T37" fmla="*/ 338 h 354"/>
              <a:gd name="T38" fmla="*/ 16 w 353"/>
              <a:gd name="T39" fmla="*/ 177 h 354"/>
              <a:gd name="T40" fmla="*/ 176 w 353"/>
              <a:gd name="T41" fmla="*/ 16 h 354"/>
              <a:gd name="T42" fmla="*/ 337 w 353"/>
              <a:gd name="T43" fmla="*/ 177 h 354"/>
              <a:gd name="T44" fmla="*/ 176 w 353"/>
              <a:gd name="T45" fmla="*/ 338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353" h="354">
                <a:moveTo>
                  <a:pt x="208" y="89"/>
                </a:moveTo>
                <a:cubicBezTo>
                  <a:pt x="208" y="84"/>
                  <a:pt x="205" y="81"/>
                  <a:pt x="200" y="81"/>
                </a:cubicBezTo>
                <a:cubicBezTo>
                  <a:pt x="198" y="81"/>
                  <a:pt x="196" y="82"/>
                  <a:pt x="195" y="83"/>
                </a:cubicBezTo>
                <a:cubicBezTo>
                  <a:pt x="114" y="171"/>
                  <a:pt x="114" y="171"/>
                  <a:pt x="114" y="171"/>
                </a:cubicBezTo>
                <a:cubicBezTo>
                  <a:pt x="113" y="173"/>
                  <a:pt x="112" y="175"/>
                  <a:pt x="112" y="177"/>
                </a:cubicBezTo>
                <a:cubicBezTo>
                  <a:pt x="112" y="179"/>
                  <a:pt x="113" y="181"/>
                  <a:pt x="114" y="183"/>
                </a:cubicBezTo>
                <a:cubicBezTo>
                  <a:pt x="195" y="271"/>
                  <a:pt x="195" y="271"/>
                  <a:pt x="195" y="271"/>
                </a:cubicBezTo>
                <a:cubicBezTo>
                  <a:pt x="196" y="272"/>
                  <a:pt x="198" y="273"/>
                  <a:pt x="200" y="273"/>
                </a:cubicBezTo>
                <a:cubicBezTo>
                  <a:pt x="205" y="273"/>
                  <a:pt x="208" y="270"/>
                  <a:pt x="208" y="265"/>
                </a:cubicBezTo>
                <a:cubicBezTo>
                  <a:pt x="208" y="263"/>
                  <a:pt x="207" y="261"/>
                  <a:pt x="206" y="260"/>
                </a:cubicBezTo>
                <a:cubicBezTo>
                  <a:pt x="131" y="177"/>
                  <a:pt x="131" y="177"/>
                  <a:pt x="131" y="177"/>
                </a:cubicBezTo>
                <a:cubicBezTo>
                  <a:pt x="206" y="94"/>
                  <a:pt x="206" y="94"/>
                  <a:pt x="206" y="94"/>
                </a:cubicBezTo>
                <a:cubicBezTo>
                  <a:pt x="207" y="93"/>
                  <a:pt x="208" y="91"/>
                  <a:pt x="208" y="89"/>
                </a:cubicBezTo>
                <a:moveTo>
                  <a:pt x="176" y="0"/>
                </a:moveTo>
                <a:cubicBezTo>
                  <a:pt x="79" y="0"/>
                  <a:pt x="0" y="79"/>
                  <a:pt x="0" y="177"/>
                </a:cubicBezTo>
                <a:cubicBezTo>
                  <a:pt x="0" y="275"/>
                  <a:pt x="79" y="354"/>
                  <a:pt x="176" y="354"/>
                </a:cubicBezTo>
                <a:cubicBezTo>
                  <a:pt x="274" y="354"/>
                  <a:pt x="353" y="275"/>
                  <a:pt x="353" y="177"/>
                </a:cubicBezTo>
                <a:cubicBezTo>
                  <a:pt x="353" y="79"/>
                  <a:pt x="274" y="0"/>
                  <a:pt x="176" y="0"/>
                </a:cubicBezTo>
                <a:moveTo>
                  <a:pt x="176" y="338"/>
                </a:moveTo>
                <a:cubicBezTo>
                  <a:pt x="87" y="338"/>
                  <a:pt x="16" y="266"/>
                  <a:pt x="16" y="177"/>
                </a:cubicBezTo>
                <a:cubicBezTo>
                  <a:pt x="16" y="88"/>
                  <a:pt x="87" y="16"/>
                  <a:pt x="176" y="16"/>
                </a:cubicBezTo>
                <a:cubicBezTo>
                  <a:pt x="265" y="16"/>
                  <a:pt x="337" y="88"/>
                  <a:pt x="337" y="177"/>
                </a:cubicBezTo>
                <a:cubicBezTo>
                  <a:pt x="337" y="266"/>
                  <a:pt x="265" y="338"/>
                  <a:pt x="176" y="338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0" name="Freeform 18"/>
          <p:cNvSpPr>
            <a:spLocks noEditPoints="1"/>
          </p:cNvSpPr>
          <p:nvPr/>
        </p:nvSpPr>
        <p:spPr bwMode="auto">
          <a:xfrm>
            <a:off x="4138085" y="1960033"/>
            <a:ext cx="582084" cy="584200"/>
          </a:xfrm>
          <a:custGeom>
            <a:avLst/>
            <a:gdLst>
              <a:gd name="T0" fmla="*/ 158 w 353"/>
              <a:gd name="T1" fmla="*/ 83 h 354"/>
              <a:gd name="T2" fmla="*/ 152 w 353"/>
              <a:gd name="T3" fmla="*/ 81 h 354"/>
              <a:gd name="T4" fmla="*/ 144 w 353"/>
              <a:gd name="T5" fmla="*/ 89 h 354"/>
              <a:gd name="T6" fmla="*/ 147 w 353"/>
              <a:gd name="T7" fmla="*/ 94 h 354"/>
              <a:gd name="T8" fmla="*/ 222 w 353"/>
              <a:gd name="T9" fmla="*/ 177 h 354"/>
              <a:gd name="T10" fmla="*/ 147 w 353"/>
              <a:gd name="T11" fmla="*/ 260 h 354"/>
              <a:gd name="T12" fmla="*/ 144 w 353"/>
              <a:gd name="T13" fmla="*/ 265 h 354"/>
              <a:gd name="T14" fmla="*/ 152 w 353"/>
              <a:gd name="T15" fmla="*/ 273 h 354"/>
              <a:gd name="T16" fmla="*/ 158 w 353"/>
              <a:gd name="T17" fmla="*/ 271 h 354"/>
              <a:gd name="T18" fmla="*/ 238 w 353"/>
              <a:gd name="T19" fmla="*/ 183 h 354"/>
              <a:gd name="T20" fmla="*/ 241 w 353"/>
              <a:gd name="T21" fmla="*/ 177 h 354"/>
              <a:gd name="T22" fmla="*/ 238 w 353"/>
              <a:gd name="T23" fmla="*/ 171 h 354"/>
              <a:gd name="T24" fmla="*/ 158 w 353"/>
              <a:gd name="T25" fmla="*/ 83 h 354"/>
              <a:gd name="T26" fmla="*/ 177 w 353"/>
              <a:gd name="T27" fmla="*/ 0 h 354"/>
              <a:gd name="T28" fmla="*/ 0 w 353"/>
              <a:gd name="T29" fmla="*/ 177 h 354"/>
              <a:gd name="T30" fmla="*/ 177 w 353"/>
              <a:gd name="T31" fmla="*/ 354 h 354"/>
              <a:gd name="T32" fmla="*/ 353 w 353"/>
              <a:gd name="T33" fmla="*/ 177 h 354"/>
              <a:gd name="T34" fmla="*/ 177 w 353"/>
              <a:gd name="T35" fmla="*/ 0 h 354"/>
              <a:gd name="T36" fmla="*/ 177 w 353"/>
              <a:gd name="T37" fmla="*/ 338 h 354"/>
              <a:gd name="T38" fmla="*/ 16 w 353"/>
              <a:gd name="T39" fmla="*/ 177 h 354"/>
              <a:gd name="T40" fmla="*/ 177 w 353"/>
              <a:gd name="T41" fmla="*/ 16 h 354"/>
              <a:gd name="T42" fmla="*/ 337 w 353"/>
              <a:gd name="T43" fmla="*/ 177 h 354"/>
              <a:gd name="T44" fmla="*/ 177 w 353"/>
              <a:gd name="T45" fmla="*/ 338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353" h="354">
                <a:moveTo>
                  <a:pt x="158" y="83"/>
                </a:moveTo>
                <a:cubicBezTo>
                  <a:pt x="157" y="82"/>
                  <a:pt x="155" y="81"/>
                  <a:pt x="152" y="81"/>
                </a:cubicBezTo>
                <a:cubicBezTo>
                  <a:pt x="148" y="81"/>
                  <a:pt x="144" y="84"/>
                  <a:pt x="144" y="89"/>
                </a:cubicBezTo>
                <a:cubicBezTo>
                  <a:pt x="144" y="91"/>
                  <a:pt x="145" y="93"/>
                  <a:pt x="147" y="94"/>
                </a:cubicBezTo>
                <a:cubicBezTo>
                  <a:pt x="222" y="177"/>
                  <a:pt x="222" y="177"/>
                  <a:pt x="222" y="177"/>
                </a:cubicBezTo>
                <a:cubicBezTo>
                  <a:pt x="147" y="260"/>
                  <a:pt x="147" y="260"/>
                  <a:pt x="147" y="260"/>
                </a:cubicBezTo>
                <a:cubicBezTo>
                  <a:pt x="145" y="261"/>
                  <a:pt x="144" y="263"/>
                  <a:pt x="144" y="265"/>
                </a:cubicBezTo>
                <a:cubicBezTo>
                  <a:pt x="144" y="270"/>
                  <a:pt x="148" y="273"/>
                  <a:pt x="152" y="273"/>
                </a:cubicBezTo>
                <a:cubicBezTo>
                  <a:pt x="155" y="273"/>
                  <a:pt x="157" y="272"/>
                  <a:pt x="158" y="271"/>
                </a:cubicBezTo>
                <a:cubicBezTo>
                  <a:pt x="238" y="183"/>
                  <a:pt x="238" y="183"/>
                  <a:pt x="238" y="183"/>
                </a:cubicBezTo>
                <a:cubicBezTo>
                  <a:pt x="240" y="181"/>
                  <a:pt x="241" y="179"/>
                  <a:pt x="241" y="177"/>
                </a:cubicBezTo>
                <a:cubicBezTo>
                  <a:pt x="241" y="175"/>
                  <a:pt x="240" y="173"/>
                  <a:pt x="238" y="171"/>
                </a:cubicBezTo>
                <a:lnTo>
                  <a:pt x="158" y="83"/>
                </a:lnTo>
                <a:close/>
                <a:moveTo>
                  <a:pt x="177" y="0"/>
                </a:moveTo>
                <a:cubicBezTo>
                  <a:pt x="79" y="0"/>
                  <a:pt x="0" y="79"/>
                  <a:pt x="0" y="177"/>
                </a:cubicBezTo>
                <a:cubicBezTo>
                  <a:pt x="0" y="275"/>
                  <a:pt x="79" y="354"/>
                  <a:pt x="177" y="354"/>
                </a:cubicBezTo>
                <a:cubicBezTo>
                  <a:pt x="274" y="354"/>
                  <a:pt x="353" y="275"/>
                  <a:pt x="353" y="177"/>
                </a:cubicBezTo>
                <a:cubicBezTo>
                  <a:pt x="353" y="79"/>
                  <a:pt x="274" y="0"/>
                  <a:pt x="177" y="0"/>
                </a:cubicBezTo>
                <a:moveTo>
                  <a:pt x="177" y="338"/>
                </a:moveTo>
                <a:cubicBezTo>
                  <a:pt x="88" y="338"/>
                  <a:pt x="16" y="266"/>
                  <a:pt x="16" y="177"/>
                </a:cubicBezTo>
                <a:cubicBezTo>
                  <a:pt x="16" y="88"/>
                  <a:pt x="88" y="16"/>
                  <a:pt x="177" y="16"/>
                </a:cubicBezTo>
                <a:cubicBezTo>
                  <a:pt x="265" y="16"/>
                  <a:pt x="337" y="88"/>
                  <a:pt x="337" y="177"/>
                </a:cubicBezTo>
                <a:cubicBezTo>
                  <a:pt x="337" y="266"/>
                  <a:pt x="265" y="338"/>
                  <a:pt x="177" y="338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1" name="Freeform 19"/>
          <p:cNvSpPr>
            <a:spLocks noEditPoints="1"/>
          </p:cNvSpPr>
          <p:nvPr/>
        </p:nvSpPr>
        <p:spPr bwMode="auto">
          <a:xfrm>
            <a:off x="5249335" y="1960033"/>
            <a:ext cx="582084" cy="584200"/>
          </a:xfrm>
          <a:custGeom>
            <a:avLst/>
            <a:gdLst>
              <a:gd name="T0" fmla="*/ 113 w 353"/>
              <a:gd name="T1" fmla="*/ 161 h 354"/>
              <a:gd name="T2" fmla="*/ 105 w 353"/>
              <a:gd name="T3" fmla="*/ 169 h 354"/>
              <a:gd name="T4" fmla="*/ 107 w 353"/>
              <a:gd name="T5" fmla="*/ 175 h 354"/>
              <a:gd name="T6" fmla="*/ 171 w 353"/>
              <a:gd name="T7" fmla="*/ 239 h 354"/>
              <a:gd name="T8" fmla="*/ 177 w 353"/>
              <a:gd name="T9" fmla="*/ 241 h 354"/>
              <a:gd name="T10" fmla="*/ 183 w 353"/>
              <a:gd name="T11" fmla="*/ 239 h 354"/>
              <a:gd name="T12" fmla="*/ 247 w 353"/>
              <a:gd name="T13" fmla="*/ 175 h 354"/>
              <a:gd name="T14" fmla="*/ 249 w 353"/>
              <a:gd name="T15" fmla="*/ 169 h 354"/>
              <a:gd name="T16" fmla="*/ 241 w 353"/>
              <a:gd name="T17" fmla="*/ 161 h 354"/>
              <a:gd name="T18" fmla="*/ 235 w 353"/>
              <a:gd name="T19" fmla="*/ 163 h 354"/>
              <a:gd name="T20" fmla="*/ 185 w 353"/>
              <a:gd name="T21" fmla="*/ 214 h 354"/>
              <a:gd name="T22" fmla="*/ 185 w 353"/>
              <a:gd name="T23" fmla="*/ 8 h 354"/>
              <a:gd name="T24" fmla="*/ 177 w 353"/>
              <a:gd name="T25" fmla="*/ 0 h 354"/>
              <a:gd name="T26" fmla="*/ 169 w 353"/>
              <a:gd name="T27" fmla="*/ 8 h 354"/>
              <a:gd name="T28" fmla="*/ 169 w 353"/>
              <a:gd name="T29" fmla="*/ 214 h 354"/>
              <a:gd name="T30" fmla="*/ 118 w 353"/>
              <a:gd name="T31" fmla="*/ 163 h 354"/>
              <a:gd name="T32" fmla="*/ 113 w 353"/>
              <a:gd name="T33" fmla="*/ 161 h 354"/>
              <a:gd name="T34" fmla="*/ 212 w 353"/>
              <a:gd name="T35" fmla="*/ 4 h 354"/>
              <a:gd name="T36" fmla="*/ 209 w 353"/>
              <a:gd name="T37" fmla="*/ 3 h 354"/>
              <a:gd name="T38" fmla="*/ 201 w 353"/>
              <a:gd name="T39" fmla="*/ 11 h 354"/>
              <a:gd name="T40" fmla="*/ 209 w 353"/>
              <a:gd name="T41" fmla="*/ 19 h 354"/>
              <a:gd name="T42" fmla="*/ 209 w 353"/>
              <a:gd name="T43" fmla="*/ 20 h 354"/>
              <a:gd name="T44" fmla="*/ 337 w 353"/>
              <a:gd name="T45" fmla="*/ 177 h 354"/>
              <a:gd name="T46" fmla="*/ 177 w 353"/>
              <a:gd name="T47" fmla="*/ 338 h 354"/>
              <a:gd name="T48" fmla="*/ 16 w 353"/>
              <a:gd name="T49" fmla="*/ 177 h 354"/>
              <a:gd name="T50" fmla="*/ 145 w 353"/>
              <a:gd name="T51" fmla="*/ 20 h 354"/>
              <a:gd name="T52" fmla="*/ 145 w 353"/>
              <a:gd name="T53" fmla="*/ 19 h 354"/>
              <a:gd name="T54" fmla="*/ 153 w 353"/>
              <a:gd name="T55" fmla="*/ 11 h 354"/>
              <a:gd name="T56" fmla="*/ 145 w 353"/>
              <a:gd name="T57" fmla="*/ 3 h 354"/>
              <a:gd name="T58" fmla="*/ 141 w 353"/>
              <a:gd name="T59" fmla="*/ 4 h 354"/>
              <a:gd name="T60" fmla="*/ 0 w 353"/>
              <a:gd name="T61" fmla="*/ 177 h 354"/>
              <a:gd name="T62" fmla="*/ 177 w 353"/>
              <a:gd name="T63" fmla="*/ 354 h 354"/>
              <a:gd name="T64" fmla="*/ 353 w 353"/>
              <a:gd name="T65" fmla="*/ 177 h 354"/>
              <a:gd name="T66" fmla="*/ 212 w 353"/>
              <a:gd name="T67" fmla="*/ 4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353" h="354">
                <a:moveTo>
                  <a:pt x="113" y="161"/>
                </a:moveTo>
                <a:cubicBezTo>
                  <a:pt x="108" y="161"/>
                  <a:pt x="105" y="165"/>
                  <a:pt x="105" y="169"/>
                </a:cubicBezTo>
                <a:cubicBezTo>
                  <a:pt x="105" y="171"/>
                  <a:pt x="105" y="173"/>
                  <a:pt x="107" y="175"/>
                </a:cubicBezTo>
                <a:cubicBezTo>
                  <a:pt x="171" y="239"/>
                  <a:pt x="171" y="239"/>
                  <a:pt x="171" y="239"/>
                </a:cubicBezTo>
                <a:cubicBezTo>
                  <a:pt x="173" y="240"/>
                  <a:pt x="175" y="241"/>
                  <a:pt x="177" y="241"/>
                </a:cubicBezTo>
                <a:cubicBezTo>
                  <a:pt x="179" y="241"/>
                  <a:pt x="181" y="240"/>
                  <a:pt x="183" y="239"/>
                </a:cubicBezTo>
                <a:cubicBezTo>
                  <a:pt x="247" y="175"/>
                  <a:pt x="247" y="175"/>
                  <a:pt x="247" y="175"/>
                </a:cubicBezTo>
                <a:cubicBezTo>
                  <a:pt x="248" y="173"/>
                  <a:pt x="249" y="171"/>
                  <a:pt x="249" y="169"/>
                </a:cubicBezTo>
                <a:cubicBezTo>
                  <a:pt x="249" y="165"/>
                  <a:pt x="245" y="161"/>
                  <a:pt x="241" y="161"/>
                </a:cubicBezTo>
                <a:cubicBezTo>
                  <a:pt x="239" y="161"/>
                  <a:pt x="237" y="162"/>
                  <a:pt x="235" y="163"/>
                </a:cubicBezTo>
                <a:cubicBezTo>
                  <a:pt x="185" y="214"/>
                  <a:pt x="185" y="214"/>
                  <a:pt x="185" y="214"/>
                </a:cubicBezTo>
                <a:cubicBezTo>
                  <a:pt x="185" y="8"/>
                  <a:pt x="185" y="8"/>
                  <a:pt x="185" y="8"/>
                </a:cubicBezTo>
                <a:cubicBezTo>
                  <a:pt x="185" y="4"/>
                  <a:pt x="181" y="0"/>
                  <a:pt x="177" y="0"/>
                </a:cubicBezTo>
                <a:cubicBezTo>
                  <a:pt x="172" y="0"/>
                  <a:pt x="169" y="4"/>
                  <a:pt x="169" y="8"/>
                </a:cubicBezTo>
                <a:cubicBezTo>
                  <a:pt x="169" y="214"/>
                  <a:pt x="169" y="214"/>
                  <a:pt x="169" y="214"/>
                </a:cubicBezTo>
                <a:cubicBezTo>
                  <a:pt x="118" y="163"/>
                  <a:pt x="118" y="163"/>
                  <a:pt x="118" y="163"/>
                </a:cubicBezTo>
                <a:cubicBezTo>
                  <a:pt x="117" y="162"/>
                  <a:pt x="115" y="161"/>
                  <a:pt x="113" y="161"/>
                </a:cubicBezTo>
                <a:moveTo>
                  <a:pt x="212" y="4"/>
                </a:moveTo>
                <a:cubicBezTo>
                  <a:pt x="211" y="4"/>
                  <a:pt x="210" y="3"/>
                  <a:pt x="209" y="3"/>
                </a:cubicBezTo>
                <a:cubicBezTo>
                  <a:pt x="205" y="3"/>
                  <a:pt x="201" y="7"/>
                  <a:pt x="201" y="11"/>
                </a:cubicBezTo>
                <a:cubicBezTo>
                  <a:pt x="201" y="16"/>
                  <a:pt x="205" y="19"/>
                  <a:pt x="209" y="19"/>
                </a:cubicBezTo>
                <a:cubicBezTo>
                  <a:pt x="209" y="20"/>
                  <a:pt x="209" y="20"/>
                  <a:pt x="209" y="20"/>
                </a:cubicBezTo>
                <a:cubicBezTo>
                  <a:pt x="282" y="35"/>
                  <a:pt x="337" y="99"/>
                  <a:pt x="337" y="177"/>
                </a:cubicBezTo>
                <a:cubicBezTo>
                  <a:pt x="337" y="266"/>
                  <a:pt x="266" y="338"/>
                  <a:pt x="177" y="338"/>
                </a:cubicBezTo>
                <a:cubicBezTo>
                  <a:pt x="88" y="338"/>
                  <a:pt x="16" y="266"/>
                  <a:pt x="16" y="177"/>
                </a:cubicBezTo>
                <a:cubicBezTo>
                  <a:pt x="16" y="99"/>
                  <a:pt x="71" y="35"/>
                  <a:pt x="145" y="20"/>
                </a:cubicBezTo>
                <a:cubicBezTo>
                  <a:pt x="145" y="19"/>
                  <a:pt x="145" y="19"/>
                  <a:pt x="145" y="19"/>
                </a:cubicBezTo>
                <a:cubicBezTo>
                  <a:pt x="149" y="19"/>
                  <a:pt x="153" y="16"/>
                  <a:pt x="153" y="11"/>
                </a:cubicBezTo>
                <a:cubicBezTo>
                  <a:pt x="153" y="7"/>
                  <a:pt x="149" y="3"/>
                  <a:pt x="145" y="3"/>
                </a:cubicBezTo>
                <a:cubicBezTo>
                  <a:pt x="143" y="3"/>
                  <a:pt x="142" y="4"/>
                  <a:pt x="141" y="4"/>
                </a:cubicBezTo>
                <a:cubicBezTo>
                  <a:pt x="61" y="21"/>
                  <a:pt x="0" y="92"/>
                  <a:pt x="0" y="177"/>
                </a:cubicBezTo>
                <a:cubicBezTo>
                  <a:pt x="0" y="275"/>
                  <a:pt x="79" y="354"/>
                  <a:pt x="177" y="354"/>
                </a:cubicBezTo>
                <a:cubicBezTo>
                  <a:pt x="274" y="354"/>
                  <a:pt x="353" y="275"/>
                  <a:pt x="353" y="177"/>
                </a:cubicBezTo>
                <a:cubicBezTo>
                  <a:pt x="353" y="92"/>
                  <a:pt x="293" y="21"/>
                  <a:pt x="212" y="4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2" name="Freeform 20"/>
          <p:cNvSpPr>
            <a:spLocks noEditPoints="1"/>
          </p:cNvSpPr>
          <p:nvPr/>
        </p:nvSpPr>
        <p:spPr bwMode="auto">
          <a:xfrm>
            <a:off x="6362702" y="2095500"/>
            <a:ext cx="582084" cy="315384"/>
          </a:xfrm>
          <a:custGeom>
            <a:avLst/>
            <a:gdLst>
              <a:gd name="T0" fmla="*/ 353 w 353"/>
              <a:gd name="T1" fmla="*/ 8 h 192"/>
              <a:gd name="T2" fmla="*/ 345 w 353"/>
              <a:gd name="T3" fmla="*/ 0 h 192"/>
              <a:gd name="T4" fmla="*/ 8 w 353"/>
              <a:gd name="T5" fmla="*/ 0 h 192"/>
              <a:gd name="T6" fmla="*/ 0 w 353"/>
              <a:gd name="T7" fmla="*/ 8 h 192"/>
              <a:gd name="T8" fmla="*/ 2 w 353"/>
              <a:gd name="T9" fmla="*/ 13 h 192"/>
              <a:gd name="T10" fmla="*/ 2 w 353"/>
              <a:gd name="T11" fmla="*/ 13 h 192"/>
              <a:gd name="T12" fmla="*/ 170 w 353"/>
              <a:gd name="T13" fmla="*/ 190 h 192"/>
              <a:gd name="T14" fmla="*/ 170 w 353"/>
              <a:gd name="T15" fmla="*/ 190 h 192"/>
              <a:gd name="T16" fmla="*/ 176 w 353"/>
              <a:gd name="T17" fmla="*/ 192 h 192"/>
              <a:gd name="T18" fmla="*/ 182 w 353"/>
              <a:gd name="T19" fmla="*/ 190 h 192"/>
              <a:gd name="T20" fmla="*/ 182 w 353"/>
              <a:gd name="T21" fmla="*/ 190 h 192"/>
              <a:gd name="T22" fmla="*/ 351 w 353"/>
              <a:gd name="T23" fmla="*/ 13 h 192"/>
              <a:gd name="T24" fmla="*/ 351 w 353"/>
              <a:gd name="T25" fmla="*/ 13 h 192"/>
              <a:gd name="T26" fmla="*/ 353 w 353"/>
              <a:gd name="T27" fmla="*/ 8 h 192"/>
              <a:gd name="T28" fmla="*/ 176 w 353"/>
              <a:gd name="T29" fmla="*/ 173 h 192"/>
              <a:gd name="T30" fmla="*/ 26 w 353"/>
              <a:gd name="T31" fmla="*/ 16 h 192"/>
              <a:gd name="T32" fmla="*/ 326 w 353"/>
              <a:gd name="T33" fmla="*/ 16 h 192"/>
              <a:gd name="T34" fmla="*/ 176 w 353"/>
              <a:gd name="T35" fmla="*/ 173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353" h="192">
                <a:moveTo>
                  <a:pt x="353" y="8"/>
                </a:moveTo>
                <a:cubicBezTo>
                  <a:pt x="353" y="3"/>
                  <a:pt x="349" y="0"/>
                  <a:pt x="345" y="0"/>
                </a:cubicBezTo>
                <a:cubicBezTo>
                  <a:pt x="8" y="0"/>
                  <a:pt x="8" y="0"/>
                  <a:pt x="8" y="0"/>
                </a:cubicBezTo>
                <a:cubicBezTo>
                  <a:pt x="3" y="0"/>
                  <a:pt x="0" y="3"/>
                  <a:pt x="0" y="8"/>
                </a:cubicBezTo>
                <a:cubicBezTo>
                  <a:pt x="0" y="10"/>
                  <a:pt x="0" y="12"/>
                  <a:pt x="2" y="13"/>
                </a:cubicBezTo>
                <a:cubicBezTo>
                  <a:pt x="2" y="13"/>
                  <a:pt x="2" y="13"/>
                  <a:pt x="2" y="13"/>
                </a:cubicBezTo>
                <a:cubicBezTo>
                  <a:pt x="170" y="190"/>
                  <a:pt x="170" y="190"/>
                  <a:pt x="170" y="190"/>
                </a:cubicBezTo>
                <a:cubicBezTo>
                  <a:pt x="170" y="190"/>
                  <a:pt x="170" y="190"/>
                  <a:pt x="170" y="190"/>
                </a:cubicBezTo>
                <a:cubicBezTo>
                  <a:pt x="172" y="191"/>
                  <a:pt x="174" y="192"/>
                  <a:pt x="176" y="192"/>
                </a:cubicBezTo>
                <a:cubicBezTo>
                  <a:pt x="178" y="192"/>
                  <a:pt x="180" y="191"/>
                  <a:pt x="182" y="190"/>
                </a:cubicBezTo>
                <a:cubicBezTo>
                  <a:pt x="182" y="190"/>
                  <a:pt x="182" y="190"/>
                  <a:pt x="182" y="190"/>
                </a:cubicBezTo>
                <a:cubicBezTo>
                  <a:pt x="351" y="13"/>
                  <a:pt x="351" y="13"/>
                  <a:pt x="351" y="13"/>
                </a:cubicBezTo>
                <a:cubicBezTo>
                  <a:pt x="351" y="13"/>
                  <a:pt x="351" y="13"/>
                  <a:pt x="351" y="13"/>
                </a:cubicBezTo>
                <a:cubicBezTo>
                  <a:pt x="352" y="12"/>
                  <a:pt x="353" y="10"/>
                  <a:pt x="353" y="8"/>
                </a:cubicBezTo>
                <a:moveTo>
                  <a:pt x="176" y="173"/>
                </a:moveTo>
                <a:cubicBezTo>
                  <a:pt x="26" y="16"/>
                  <a:pt x="26" y="16"/>
                  <a:pt x="26" y="16"/>
                </a:cubicBezTo>
                <a:cubicBezTo>
                  <a:pt x="326" y="16"/>
                  <a:pt x="326" y="16"/>
                  <a:pt x="326" y="16"/>
                </a:cubicBezTo>
                <a:lnTo>
                  <a:pt x="176" y="173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3" name="Freeform 21"/>
          <p:cNvSpPr>
            <a:spLocks noEditPoints="1"/>
          </p:cNvSpPr>
          <p:nvPr/>
        </p:nvSpPr>
        <p:spPr bwMode="auto">
          <a:xfrm>
            <a:off x="7473951" y="2095500"/>
            <a:ext cx="582084" cy="315384"/>
          </a:xfrm>
          <a:custGeom>
            <a:avLst/>
            <a:gdLst>
              <a:gd name="T0" fmla="*/ 351 w 353"/>
              <a:gd name="T1" fmla="*/ 179 h 192"/>
              <a:gd name="T2" fmla="*/ 351 w 353"/>
              <a:gd name="T3" fmla="*/ 179 h 192"/>
              <a:gd name="T4" fmla="*/ 182 w 353"/>
              <a:gd name="T5" fmla="*/ 2 h 192"/>
              <a:gd name="T6" fmla="*/ 182 w 353"/>
              <a:gd name="T7" fmla="*/ 2 h 192"/>
              <a:gd name="T8" fmla="*/ 176 w 353"/>
              <a:gd name="T9" fmla="*/ 0 h 192"/>
              <a:gd name="T10" fmla="*/ 171 w 353"/>
              <a:gd name="T11" fmla="*/ 2 h 192"/>
              <a:gd name="T12" fmla="*/ 171 w 353"/>
              <a:gd name="T13" fmla="*/ 2 h 192"/>
              <a:gd name="T14" fmla="*/ 2 w 353"/>
              <a:gd name="T15" fmla="*/ 179 h 192"/>
              <a:gd name="T16" fmla="*/ 2 w 353"/>
              <a:gd name="T17" fmla="*/ 179 h 192"/>
              <a:gd name="T18" fmla="*/ 0 w 353"/>
              <a:gd name="T19" fmla="*/ 184 h 192"/>
              <a:gd name="T20" fmla="*/ 8 w 353"/>
              <a:gd name="T21" fmla="*/ 192 h 192"/>
              <a:gd name="T22" fmla="*/ 345 w 353"/>
              <a:gd name="T23" fmla="*/ 192 h 192"/>
              <a:gd name="T24" fmla="*/ 353 w 353"/>
              <a:gd name="T25" fmla="*/ 184 h 192"/>
              <a:gd name="T26" fmla="*/ 351 w 353"/>
              <a:gd name="T27" fmla="*/ 179 h 192"/>
              <a:gd name="T28" fmla="*/ 27 w 353"/>
              <a:gd name="T29" fmla="*/ 176 h 192"/>
              <a:gd name="T30" fmla="*/ 176 w 353"/>
              <a:gd name="T31" fmla="*/ 19 h 192"/>
              <a:gd name="T32" fmla="*/ 326 w 353"/>
              <a:gd name="T33" fmla="*/ 176 h 192"/>
              <a:gd name="T34" fmla="*/ 27 w 353"/>
              <a:gd name="T35" fmla="*/ 176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353" h="192">
                <a:moveTo>
                  <a:pt x="351" y="179"/>
                </a:moveTo>
                <a:cubicBezTo>
                  <a:pt x="351" y="179"/>
                  <a:pt x="351" y="179"/>
                  <a:pt x="351" y="179"/>
                </a:cubicBezTo>
                <a:cubicBezTo>
                  <a:pt x="182" y="2"/>
                  <a:pt x="182" y="2"/>
                  <a:pt x="182" y="2"/>
                </a:cubicBezTo>
                <a:cubicBezTo>
                  <a:pt x="182" y="2"/>
                  <a:pt x="182" y="2"/>
                  <a:pt x="182" y="2"/>
                </a:cubicBezTo>
                <a:cubicBezTo>
                  <a:pt x="181" y="1"/>
                  <a:pt x="179" y="0"/>
                  <a:pt x="176" y="0"/>
                </a:cubicBezTo>
                <a:cubicBezTo>
                  <a:pt x="174" y="0"/>
                  <a:pt x="172" y="1"/>
                  <a:pt x="171" y="2"/>
                </a:cubicBezTo>
                <a:cubicBezTo>
                  <a:pt x="171" y="2"/>
                  <a:pt x="171" y="2"/>
                  <a:pt x="171" y="2"/>
                </a:cubicBezTo>
                <a:cubicBezTo>
                  <a:pt x="2" y="179"/>
                  <a:pt x="2" y="179"/>
                  <a:pt x="2" y="179"/>
                </a:cubicBezTo>
                <a:cubicBezTo>
                  <a:pt x="2" y="179"/>
                  <a:pt x="2" y="179"/>
                  <a:pt x="2" y="179"/>
                </a:cubicBezTo>
                <a:cubicBezTo>
                  <a:pt x="1" y="180"/>
                  <a:pt x="0" y="182"/>
                  <a:pt x="0" y="184"/>
                </a:cubicBezTo>
                <a:cubicBezTo>
                  <a:pt x="0" y="189"/>
                  <a:pt x="3" y="192"/>
                  <a:pt x="8" y="192"/>
                </a:cubicBezTo>
                <a:cubicBezTo>
                  <a:pt x="345" y="192"/>
                  <a:pt x="345" y="192"/>
                  <a:pt x="345" y="192"/>
                </a:cubicBezTo>
                <a:cubicBezTo>
                  <a:pt x="350" y="192"/>
                  <a:pt x="353" y="189"/>
                  <a:pt x="353" y="184"/>
                </a:cubicBezTo>
                <a:cubicBezTo>
                  <a:pt x="353" y="182"/>
                  <a:pt x="352" y="180"/>
                  <a:pt x="351" y="179"/>
                </a:cubicBezTo>
                <a:moveTo>
                  <a:pt x="27" y="176"/>
                </a:moveTo>
                <a:cubicBezTo>
                  <a:pt x="176" y="19"/>
                  <a:pt x="176" y="19"/>
                  <a:pt x="176" y="19"/>
                </a:cubicBezTo>
                <a:cubicBezTo>
                  <a:pt x="326" y="176"/>
                  <a:pt x="326" y="176"/>
                  <a:pt x="326" y="176"/>
                </a:cubicBezTo>
                <a:lnTo>
                  <a:pt x="27" y="176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4" name="Freeform 22"/>
          <p:cNvSpPr>
            <a:spLocks noEditPoints="1"/>
          </p:cNvSpPr>
          <p:nvPr/>
        </p:nvSpPr>
        <p:spPr bwMode="auto">
          <a:xfrm>
            <a:off x="8716435" y="1960033"/>
            <a:ext cx="317500" cy="584200"/>
          </a:xfrm>
          <a:custGeom>
            <a:avLst/>
            <a:gdLst>
              <a:gd name="T0" fmla="*/ 185 w 193"/>
              <a:gd name="T1" fmla="*/ 0 h 354"/>
              <a:gd name="T2" fmla="*/ 180 w 193"/>
              <a:gd name="T3" fmla="*/ 3 h 354"/>
              <a:gd name="T4" fmla="*/ 180 w 193"/>
              <a:gd name="T5" fmla="*/ 3 h 354"/>
              <a:gd name="T6" fmla="*/ 3 w 193"/>
              <a:gd name="T7" fmla="*/ 171 h 354"/>
              <a:gd name="T8" fmla="*/ 3 w 193"/>
              <a:gd name="T9" fmla="*/ 171 h 354"/>
              <a:gd name="T10" fmla="*/ 0 w 193"/>
              <a:gd name="T11" fmla="*/ 177 h 354"/>
              <a:gd name="T12" fmla="*/ 3 w 193"/>
              <a:gd name="T13" fmla="*/ 183 h 354"/>
              <a:gd name="T14" fmla="*/ 3 w 193"/>
              <a:gd name="T15" fmla="*/ 183 h 354"/>
              <a:gd name="T16" fmla="*/ 180 w 193"/>
              <a:gd name="T17" fmla="*/ 351 h 354"/>
              <a:gd name="T18" fmla="*/ 180 w 193"/>
              <a:gd name="T19" fmla="*/ 351 h 354"/>
              <a:gd name="T20" fmla="*/ 185 w 193"/>
              <a:gd name="T21" fmla="*/ 354 h 354"/>
              <a:gd name="T22" fmla="*/ 193 w 193"/>
              <a:gd name="T23" fmla="*/ 346 h 354"/>
              <a:gd name="T24" fmla="*/ 193 w 193"/>
              <a:gd name="T25" fmla="*/ 8 h 354"/>
              <a:gd name="T26" fmla="*/ 185 w 193"/>
              <a:gd name="T27" fmla="*/ 0 h 354"/>
              <a:gd name="T28" fmla="*/ 177 w 193"/>
              <a:gd name="T29" fmla="*/ 327 h 354"/>
              <a:gd name="T30" fmla="*/ 20 w 193"/>
              <a:gd name="T31" fmla="*/ 177 h 354"/>
              <a:gd name="T32" fmla="*/ 177 w 193"/>
              <a:gd name="T33" fmla="*/ 27 h 354"/>
              <a:gd name="T34" fmla="*/ 177 w 193"/>
              <a:gd name="T35" fmla="*/ 327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93" h="354">
                <a:moveTo>
                  <a:pt x="185" y="0"/>
                </a:moveTo>
                <a:cubicBezTo>
                  <a:pt x="183" y="0"/>
                  <a:pt x="181" y="1"/>
                  <a:pt x="180" y="3"/>
                </a:cubicBezTo>
                <a:cubicBezTo>
                  <a:pt x="180" y="3"/>
                  <a:pt x="180" y="3"/>
                  <a:pt x="180" y="3"/>
                </a:cubicBezTo>
                <a:cubicBezTo>
                  <a:pt x="3" y="171"/>
                  <a:pt x="3" y="171"/>
                  <a:pt x="3" y="171"/>
                </a:cubicBezTo>
                <a:cubicBezTo>
                  <a:pt x="3" y="171"/>
                  <a:pt x="3" y="171"/>
                  <a:pt x="3" y="171"/>
                </a:cubicBezTo>
                <a:cubicBezTo>
                  <a:pt x="1" y="173"/>
                  <a:pt x="0" y="175"/>
                  <a:pt x="0" y="177"/>
                </a:cubicBezTo>
                <a:cubicBezTo>
                  <a:pt x="0" y="179"/>
                  <a:pt x="1" y="181"/>
                  <a:pt x="3" y="183"/>
                </a:cubicBezTo>
                <a:cubicBezTo>
                  <a:pt x="3" y="183"/>
                  <a:pt x="3" y="183"/>
                  <a:pt x="3" y="183"/>
                </a:cubicBezTo>
                <a:cubicBezTo>
                  <a:pt x="180" y="351"/>
                  <a:pt x="180" y="351"/>
                  <a:pt x="180" y="351"/>
                </a:cubicBezTo>
                <a:cubicBezTo>
                  <a:pt x="180" y="351"/>
                  <a:pt x="180" y="351"/>
                  <a:pt x="180" y="351"/>
                </a:cubicBezTo>
                <a:cubicBezTo>
                  <a:pt x="181" y="353"/>
                  <a:pt x="183" y="354"/>
                  <a:pt x="185" y="354"/>
                </a:cubicBezTo>
                <a:cubicBezTo>
                  <a:pt x="190" y="354"/>
                  <a:pt x="193" y="350"/>
                  <a:pt x="193" y="346"/>
                </a:cubicBezTo>
                <a:cubicBezTo>
                  <a:pt x="193" y="8"/>
                  <a:pt x="193" y="8"/>
                  <a:pt x="193" y="8"/>
                </a:cubicBezTo>
                <a:cubicBezTo>
                  <a:pt x="193" y="4"/>
                  <a:pt x="190" y="0"/>
                  <a:pt x="185" y="0"/>
                </a:cubicBezTo>
                <a:moveTo>
                  <a:pt x="177" y="327"/>
                </a:moveTo>
                <a:cubicBezTo>
                  <a:pt x="20" y="177"/>
                  <a:pt x="20" y="177"/>
                  <a:pt x="20" y="177"/>
                </a:cubicBezTo>
                <a:cubicBezTo>
                  <a:pt x="177" y="27"/>
                  <a:pt x="177" y="27"/>
                  <a:pt x="177" y="27"/>
                </a:cubicBezTo>
                <a:lnTo>
                  <a:pt x="177" y="327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5" name="Freeform 23"/>
          <p:cNvSpPr>
            <a:spLocks noEditPoints="1"/>
          </p:cNvSpPr>
          <p:nvPr/>
        </p:nvSpPr>
        <p:spPr bwMode="auto">
          <a:xfrm>
            <a:off x="9829801" y="1960033"/>
            <a:ext cx="315384" cy="584200"/>
          </a:xfrm>
          <a:custGeom>
            <a:avLst/>
            <a:gdLst>
              <a:gd name="T0" fmla="*/ 192 w 192"/>
              <a:gd name="T1" fmla="*/ 177 h 354"/>
              <a:gd name="T2" fmla="*/ 190 w 192"/>
              <a:gd name="T3" fmla="*/ 171 h 354"/>
              <a:gd name="T4" fmla="*/ 190 w 192"/>
              <a:gd name="T5" fmla="*/ 171 h 354"/>
              <a:gd name="T6" fmla="*/ 13 w 192"/>
              <a:gd name="T7" fmla="*/ 3 h 354"/>
              <a:gd name="T8" fmla="*/ 13 w 192"/>
              <a:gd name="T9" fmla="*/ 3 h 354"/>
              <a:gd name="T10" fmla="*/ 8 w 192"/>
              <a:gd name="T11" fmla="*/ 0 h 354"/>
              <a:gd name="T12" fmla="*/ 0 w 192"/>
              <a:gd name="T13" fmla="*/ 8 h 354"/>
              <a:gd name="T14" fmla="*/ 0 w 192"/>
              <a:gd name="T15" fmla="*/ 346 h 354"/>
              <a:gd name="T16" fmla="*/ 8 w 192"/>
              <a:gd name="T17" fmla="*/ 354 h 354"/>
              <a:gd name="T18" fmla="*/ 13 w 192"/>
              <a:gd name="T19" fmla="*/ 351 h 354"/>
              <a:gd name="T20" fmla="*/ 13 w 192"/>
              <a:gd name="T21" fmla="*/ 351 h 354"/>
              <a:gd name="T22" fmla="*/ 190 w 192"/>
              <a:gd name="T23" fmla="*/ 183 h 354"/>
              <a:gd name="T24" fmla="*/ 190 w 192"/>
              <a:gd name="T25" fmla="*/ 183 h 354"/>
              <a:gd name="T26" fmla="*/ 192 w 192"/>
              <a:gd name="T27" fmla="*/ 177 h 354"/>
              <a:gd name="T28" fmla="*/ 16 w 192"/>
              <a:gd name="T29" fmla="*/ 327 h 354"/>
              <a:gd name="T30" fmla="*/ 16 w 192"/>
              <a:gd name="T31" fmla="*/ 27 h 354"/>
              <a:gd name="T32" fmla="*/ 173 w 192"/>
              <a:gd name="T33" fmla="*/ 177 h 354"/>
              <a:gd name="T34" fmla="*/ 16 w 192"/>
              <a:gd name="T35" fmla="*/ 327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92" h="354">
                <a:moveTo>
                  <a:pt x="192" y="177"/>
                </a:moveTo>
                <a:cubicBezTo>
                  <a:pt x="192" y="175"/>
                  <a:pt x="192" y="173"/>
                  <a:pt x="190" y="171"/>
                </a:cubicBezTo>
                <a:cubicBezTo>
                  <a:pt x="190" y="171"/>
                  <a:pt x="190" y="171"/>
                  <a:pt x="190" y="171"/>
                </a:cubicBezTo>
                <a:cubicBezTo>
                  <a:pt x="13" y="3"/>
                  <a:pt x="13" y="3"/>
                  <a:pt x="13" y="3"/>
                </a:cubicBezTo>
                <a:cubicBezTo>
                  <a:pt x="13" y="3"/>
                  <a:pt x="13" y="3"/>
                  <a:pt x="13" y="3"/>
                </a:cubicBezTo>
                <a:cubicBezTo>
                  <a:pt x="12" y="1"/>
                  <a:pt x="10" y="0"/>
                  <a:pt x="8" y="0"/>
                </a:cubicBezTo>
                <a:cubicBezTo>
                  <a:pt x="3" y="0"/>
                  <a:pt x="0" y="4"/>
                  <a:pt x="0" y="8"/>
                </a:cubicBezTo>
                <a:cubicBezTo>
                  <a:pt x="0" y="346"/>
                  <a:pt x="0" y="346"/>
                  <a:pt x="0" y="346"/>
                </a:cubicBezTo>
                <a:cubicBezTo>
                  <a:pt x="0" y="350"/>
                  <a:pt x="3" y="354"/>
                  <a:pt x="8" y="354"/>
                </a:cubicBezTo>
                <a:cubicBezTo>
                  <a:pt x="10" y="354"/>
                  <a:pt x="12" y="353"/>
                  <a:pt x="13" y="351"/>
                </a:cubicBezTo>
                <a:cubicBezTo>
                  <a:pt x="13" y="351"/>
                  <a:pt x="13" y="351"/>
                  <a:pt x="13" y="351"/>
                </a:cubicBezTo>
                <a:cubicBezTo>
                  <a:pt x="190" y="183"/>
                  <a:pt x="190" y="183"/>
                  <a:pt x="190" y="183"/>
                </a:cubicBezTo>
                <a:cubicBezTo>
                  <a:pt x="190" y="183"/>
                  <a:pt x="190" y="183"/>
                  <a:pt x="190" y="183"/>
                </a:cubicBezTo>
                <a:cubicBezTo>
                  <a:pt x="192" y="181"/>
                  <a:pt x="192" y="179"/>
                  <a:pt x="192" y="177"/>
                </a:cubicBezTo>
                <a:moveTo>
                  <a:pt x="16" y="327"/>
                </a:moveTo>
                <a:cubicBezTo>
                  <a:pt x="16" y="27"/>
                  <a:pt x="16" y="27"/>
                  <a:pt x="16" y="27"/>
                </a:cubicBezTo>
                <a:cubicBezTo>
                  <a:pt x="173" y="177"/>
                  <a:pt x="173" y="177"/>
                  <a:pt x="173" y="177"/>
                </a:cubicBezTo>
                <a:lnTo>
                  <a:pt x="16" y="327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6" name="Freeform 24"/>
          <p:cNvSpPr>
            <a:spLocks/>
          </p:cNvSpPr>
          <p:nvPr/>
        </p:nvSpPr>
        <p:spPr bwMode="auto">
          <a:xfrm>
            <a:off x="10807702" y="1960033"/>
            <a:ext cx="582084" cy="584200"/>
          </a:xfrm>
          <a:custGeom>
            <a:avLst/>
            <a:gdLst>
              <a:gd name="T0" fmla="*/ 351 w 353"/>
              <a:gd name="T1" fmla="*/ 171 h 354"/>
              <a:gd name="T2" fmla="*/ 303 w 353"/>
              <a:gd name="T3" fmla="*/ 123 h 354"/>
              <a:gd name="T4" fmla="*/ 297 w 353"/>
              <a:gd name="T5" fmla="*/ 121 h 354"/>
              <a:gd name="T6" fmla="*/ 289 w 353"/>
              <a:gd name="T7" fmla="*/ 129 h 354"/>
              <a:gd name="T8" fmla="*/ 291 w 353"/>
              <a:gd name="T9" fmla="*/ 134 h 354"/>
              <a:gd name="T10" fmla="*/ 326 w 353"/>
              <a:gd name="T11" fmla="*/ 169 h 354"/>
              <a:gd name="T12" fmla="*/ 185 w 353"/>
              <a:gd name="T13" fmla="*/ 169 h 354"/>
              <a:gd name="T14" fmla="*/ 185 w 353"/>
              <a:gd name="T15" fmla="*/ 28 h 354"/>
              <a:gd name="T16" fmla="*/ 219 w 353"/>
              <a:gd name="T17" fmla="*/ 62 h 354"/>
              <a:gd name="T18" fmla="*/ 225 w 353"/>
              <a:gd name="T19" fmla="*/ 65 h 354"/>
              <a:gd name="T20" fmla="*/ 233 w 353"/>
              <a:gd name="T21" fmla="*/ 57 h 354"/>
              <a:gd name="T22" fmla="*/ 230 w 353"/>
              <a:gd name="T23" fmla="*/ 51 h 354"/>
              <a:gd name="T24" fmla="*/ 182 w 353"/>
              <a:gd name="T25" fmla="*/ 3 h 354"/>
              <a:gd name="T26" fmla="*/ 176 w 353"/>
              <a:gd name="T27" fmla="*/ 0 h 354"/>
              <a:gd name="T28" fmla="*/ 171 w 353"/>
              <a:gd name="T29" fmla="*/ 3 h 354"/>
              <a:gd name="T30" fmla="*/ 123 w 353"/>
              <a:gd name="T31" fmla="*/ 51 h 354"/>
              <a:gd name="T32" fmla="*/ 120 w 353"/>
              <a:gd name="T33" fmla="*/ 57 h 354"/>
              <a:gd name="T34" fmla="*/ 128 w 353"/>
              <a:gd name="T35" fmla="*/ 65 h 354"/>
              <a:gd name="T36" fmla="*/ 134 w 353"/>
              <a:gd name="T37" fmla="*/ 62 h 354"/>
              <a:gd name="T38" fmla="*/ 168 w 353"/>
              <a:gd name="T39" fmla="*/ 28 h 354"/>
              <a:gd name="T40" fmla="*/ 168 w 353"/>
              <a:gd name="T41" fmla="*/ 169 h 354"/>
              <a:gd name="T42" fmla="*/ 27 w 353"/>
              <a:gd name="T43" fmla="*/ 169 h 354"/>
              <a:gd name="T44" fmla="*/ 62 w 353"/>
              <a:gd name="T45" fmla="*/ 134 h 354"/>
              <a:gd name="T46" fmla="*/ 64 w 353"/>
              <a:gd name="T47" fmla="*/ 129 h 354"/>
              <a:gd name="T48" fmla="*/ 56 w 353"/>
              <a:gd name="T49" fmla="*/ 121 h 354"/>
              <a:gd name="T50" fmla="*/ 50 w 353"/>
              <a:gd name="T51" fmla="*/ 123 h 354"/>
              <a:gd name="T52" fmla="*/ 2 w 353"/>
              <a:gd name="T53" fmla="*/ 171 h 354"/>
              <a:gd name="T54" fmla="*/ 0 w 353"/>
              <a:gd name="T55" fmla="*/ 177 h 354"/>
              <a:gd name="T56" fmla="*/ 2 w 353"/>
              <a:gd name="T57" fmla="*/ 183 h 354"/>
              <a:gd name="T58" fmla="*/ 50 w 353"/>
              <a:gd name="T59" fmla="*/ 231 h 354"/>
              <a:gd name="T60" fmla="*/ 56 w 353"/>
              <a:gd name="T61" fmla="*/ 233 h 354"/>
              <a:gd name="T62" fmla="*/ 64 w 353"/>
              <a:gd name="T63" fmla="*/ 225 h 354"/>
              <a:gd name="T64" fmla="*/ 62 w 353"/>
              <a:gd name="T65" fmla="*/ 219 h 354"/>
              <a:gd name="T66" fmla="*/ 27 w 353"/>
              <a:gd name="T67" fmla="*/ 185 h 354"/>
              <a:gd name="T68" fmla="*/ 168 w 353"/>
              <a:gd name="T69" fmla="*/ 185 h 354"/>
              <a:gd name="T70" fmla="*/ 168 w 353"/>
              <a:gd name="T71" fmla="*/ 326 h 354"/>
              <a:gd name="T72" fmla="*/ 134 w 353"/>
              <a:gd name="T73" fmla="*/ 292 h 354"/>
              <a:gd name="T74" fmla="*/ 128 w 353"/>
              <a:gd name="T75" fmla="*/ 289 h 354"/>
              <a:gd name="T76" fmla="*/ 120 w 353"/>
              <a:gd name="T77" fmla="*/ 297 h 354"/>
              <a:gd name="T78" fmla="*/ 123 w 353"/>
              <a:gd name="T79" fmla="*/ 303 h 354"/>
              <a:gd name="T80" fmla="*/ 171 w 353"/>
              <a:gd name="T81" fmla="*/ 351 h 354"/>
              <a:gd name="T82" fmla="*/ 176 w 353"/>
              <a:gd name="T83" fmla="*/ 354 h 354"/>
              <a:gd name="T84" fmla="*/ 182 w 353"/>
              <a:gd name="T85" fmla="*/ 351 h 354"/>
              <a:gd name="T86" fmla="*/ 230 w 353"/>
              <a:gd name="T87" fmla="*/ 303 h 354"/>
              <a:gd name="T88" fmla="*/ 233 w 353"/>
              <a:gd name="T89" fmla="*/ 297 h 354"/>
              <a:gd name="T90" fmla="*/ 225 w 353"/>
              <a:gd name="T91" fmla="*/ 289 h 354"/>
              <a:gd name="T92" fmla="*/ 219 w 353"/>
              <a:gd name="T93" fmla="*/ 292 h 354"/>
              <a:gd name="T94" fmla="*/ 185 w 353"/>
              <a:gd name="T95" fmla="*/ 326 h 354"/>
              <a:gd name="T96" fmla="*/ 185 w 353"/>
              <a:gd name="T97" fmla="*/ 185 h 354"/>
              <a:gd name="T98" fmla="*/ 326 w 353"/>
              <a:gd name="T99" fmla="*/ 185 h 354"/>
              <a:gd name="T100" fmla="*/ 291 w 353"/>
              <a:gd name="T101" fmla="*/ 219 h 354"/>
              <a:gd name="T102" fmla="*/ 289 w 353"/>
              <a:gd name="T103" fmla="*/ 225 h 354"/>
              <a:gd name="T104" fmla="*/ 297 w 353"/>
              <a:gd name="T105" fmla="*/ 233 h 354"/>
              <a:gd name="T106" fmla="*/ 303 w 353"/>
              <a:gd name="T107" fmla="*/ 231 h 354"/>
              <a:gd name="T108" fmla="*/ 351 w 353"/>
              <a:gd name="T109" fmla="*/ 183 h 354"/>
              <a:gd name="T110" fmla="*/ 353 w 353"/>
              <a:gd name="T111" fmla="*/ 177 h 354"/>
              <a:gd name="T112" fmla="*/ 351 w 353"/>
              <a:gd name="T113" fmla="*/ 171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353" h="354">
                <a:moveTo>
                  <a:pt x="351" y="171"/>
                </a:moveTo>
                <a:cubicBezTo>
                  <a:pt x="303" y="123"/>
                  <a:pt x="303" y="123"/>
                  <a:pt x="303" y="123"/>
                </a:cubicBezTo>
                <a:cubicBezTo>
                  <a:pt x="301" y="122"/>
                  <a:pt x="299" y="121"/>
                  <a:pt x="297" y="121"/>
                </a:cubicBezTo>
                <a:cubicBezTo>
                  <a:pt x="292" y="121"/>
                  <a:pt x="289" y="124"/>
                  <a:pt x="289" y="129"/>
                </a:cubicBezTo>
                <a:cubicBezTo>
                  <a:pt x="289" y="131"/>
                  <a:pt x="290" y="133"/>
                  <a:pt x="291" y="134"/>
                </a:cubicBezTo>
                <a:cubicBezTo>
                  <a:pt x="326" y="169"/>
                  <a:pt x="326" y="169"/>
                  <a:pt x="326" y="169"/>
                </a:cubicBezTo>
                <a:cubicBezTo>
                  <a:pt x="185" y="169"/>
                  <a:pt x="185" y="169"/>
                  <a:pt x="185" y="169"/>
                </a:cubicBezTo>
                <a:cubicBezTo>
                  <a:pt x="185" y="28"/>
                  <a:pt x="185" y="28"/>
                  <a:pt x="185" y="28"/>
                </a:cubicBezTo>
                <a:cubicBezTo>
                  <a:pt x="219" y="62"/>
                  <a:pt x="219" y="62"/>
                  <a:pt x="219" y="62"/>
                </a:cubicBezTo>
                <a:cubicBezTo>
                  <a:pt x="220" y="64"/>
                  <a:pt x="222" y="65"/>
                  <a:pt x="225" y="65"/>
                </a:cubicBezTo>
                <a:cubicBezTo>
                  <a:pt x="229" y="65"/>
                  <a:pt x="233" y="61"/>
                  <a:pt x="233" y="57"/>
                </a:cubicBezTo>
                <a:cubicBezTo>
                  <a:pt x="233" y="54"/>
                  <a:pt x="232" y="52"/>
                  <a:pt x="230" y="51"/>
                </a:cubicBezTo>
                <a:cubicBezTo>
                  <a:pt x="182" y="3"/>
                  <a:pt x="182" y="3"/>
                  <a:pt x="182" y="3"/>
                </a:cubicBezTo>
                <a:cubicBezTo>
                  <a:pt x="181" y="1"/>
                  <a:pt x="179" y="0"/>
                  <a:pt x="176" y="0"/>
                </a:cubicBezTo>
                <a:cubicBezTo>
                  <a:pt x="174" y="0"/>
                  <a:pt x="172" y="1"/>
                  <a:pt x="171" y="3"/>
                </a:cubicBezTo>
                <a:cubicBezTo>
                  <a:pt x="123" y="51"/>
                  <a:pt x="123" y="51"/>
                  <a:pt x="123" y="51"/>
                </a:cubicBezTo>
                <a:cubicBezTo>
                  <a:pt x="121" y="52"/>
                  <a:pt x="120" y="54"/>
                  <a:pt x="120" y="57"/>
                </a:cubicBezTo>
                <a:cubicBezTo>
                  <a:pt x="120" y="61"/>
                  <a:pt x="124" y="65"/>
                  <a:pt x="128" y="65"/>
                </a:cubicBezTo>
                <a:cubicBezTo>
                  <a:pt x="131" y="65"/>
                  <a:pt x="133" y="64"/>
                  <a:pt x="134" y="62"/>
                </a:cubicBezTo>
                <a:cubicBezTo>
                  <a:pt x="168" y="28"/>
                  <a:pt x="168" y="28"/>
                  <a:pt x="168" y="28"/>
                </a:cubicBezTo>
                <a:cubicBezTo>
                  <a:pt x="168" y="169"/>
                  <a:pt x="168" y="169"/>
                  <a:pt x="168" y="169"/>
                </a:cubicBezTo>
                <a:cubicBezTo>
                  <a:pt x="27" y="169"/>
                  <a:pt x="27" y="169"/>
                  <a:pt x="27" y="169"/>
                </a:cubicBezTo>
                <a:cubicBezTo>
                  <a:pt x="62" y="134"/>
                  <a:pt x="62" y="134"/>
                  <a:pt x="62" y="134"/>
                </a:cubicBezTo>
                <a:cubicBezTo>
                  <a:pt x="63" y="133"/>
                  <a:pt x="64" y="131"/>
                  <a:pt x="64" y="129"/>
                </a:cubicBezTo>
                <a:cubicBezTo>
                  <a:pt x="64" y="124"/>
                  <a:pt x="61" y="121"/>
                  <a:pt x="56" y="121"/>
                </a:cubicBezTo>
                <a:cubicBezTo>
                  <a:pt x="54" y="121"/>
                  <a:pt x="52" y="122"/>
                  <a:pt x="50" y="123"/>
                </a:cubicBezTo>
                <a:cubicBezTo>
                  <a:pt x="2" y="171"/>
                  <a:pt x="2" y="171"/>
                  <a:pt x="2" y="171"/>
                </a:cubicBezTo>
                <a:cubicBezTo>
                  <a:pt x="1" y="173"/>
                  <a:pt x="0" y="175"/>
                  <a:pt x="0" y="177"/>
                </a:cubicBezTo>
                <a:cubicBezTo>
                  <a:pt x="0" y="179"/>
                  <a:pt x="1" y="181"/>
                  <a:pt x="2" y="183"/>
                </a:cubicBezTo>
                <a:cubicBezTo>
                  <a:pt x="50" y="231"/>
                  <a:pt x="50" y="231"/>
                  <a:pt x="50" y="231"/>
                </a:cubicBezTo>
                <a:cubicBezTo>
                  <a:pt x="52" y="232"/>
                  <a:pt x="54" y="233"/>
                  <a:pt x="56" y="233"/>
                </a:cubicBezTo>
                <a:cubicBezTo>
                  <a:pt x="61" y="233"/>
                  <a:pt x="64" y="230"/>
                  <a:pt x="64" y="225"/>
                </a:cubicBezTo>
                <a:cubicBezTo>
                  <a:pt x="64" y="223"/>
                  <a:pt x="63" y="221"/>
                  <a:pt x="62" y="219"/>
                </a:cubicBezTo>
                <a:cubicBezTo>
                  <a:pt x="27" y="185"/>
                  <a:pt x="27" y="185"/>
                  <a:pt x="27" y="185"/>
                </a:cubicBezTo>
                <a:cubicBezTo>
                  <a:pt x="168" y="185"/>
                  <a:pt x="168" y="185"/>
                  <a:pt x="168" y="185"/>
                </a:cubicBezTo>
                <a:cubicBezTo>
                  <a:pt x="168" y="326"/>
                  <a:pt x="168" y="326"/>
                  <a:pt x="168" y="326"/>
                </a:cubicBezTo>
                <a:cubicBezTo>
                  <a:pt x="134" y="292"/>
                  <a:pt x="134" y="292"/>
                  <a:pt x="134" y="292"/>
                </a:cubicBezTo>
                <a:cubicBezTo>
                  <a:pt x="133" y="290"/>
                  <a:pt x="131" y="289"/>
                  <a:pt x="128" y="289"/>
                </a:cubicBezTo>
                <a:cubicBezTo>
                  <a:pt x="124" y="289"/>
                  <a:pt x="120" y="293"/>
                  <a:pt x="120" y="297"/>
                </a:cubicBezTo>
                <a:cubicBezTo>
                  <a:pt x="120" y="300"/>
                  <a:pt x="121" y="302"/>
                  <a:pt x="123" y="303"/>
                </a:cubicBezTo>
                <a:cubicBezTo>
                  <a:pt x="171" y="351"/>
                  <a:pt x="171" y="351"/>
                  <a:pt x="171" y="351"/>
                </a:cubicBezTo>
                <a:cubicBezTo>
                  <a:pt x="172" y="353"/>
                  <a:pt x="174" y="354"/>
                  <a:pt x="176" y="354"/>
                </a:cubicBezTo>
                <a:cubicBezTo>
                  <a:pt x="179" y="354"/>
                  <a:pt x="181" y="353"/>
                  <a:pt x="182" y="351"/>
                </a:cubicBezTo>
                <a:cubicBezTo>
                  <a:pt x="230" y="303"/>
                  <a:pt x="230" y="303"/>
                  <a:pt x="230" y="303"/>
                </a:cubicBezTo>
                <a:cubicBezTo>
                  <a:pt x="232" y="302"/>
                  <a:pt x="233" y="300"/>
                  <a:pt x="233" y="297"/>
                </a:cubicBezTo>
                <a:cubicBezTo>
                  <a:pt x="233" y="293"/>
                  <a:pt x="229" y="289"/>
                  <a:pt x="225" y="289"/>
                </a:cubicBezTo>
                <a:cubicBezTo>
                  <a:pt x="222" y="289"/>
                  <a:pt x="220" y="290"/>
                  <a:pt x="219" y="292"/>
                </a:cubicBezTo>
                <a:cubicBezTo>
                  <a:pt x="185" y="326"/>
                  <a:pt x="185" y="326"/>
                  <a:pt x="185" y="326"/>
                </a:cubicBezTo>
                <a:cubicBezTo>
                  <a:pt x="185" y="185"/>
                  <a:pt x="185" y="185"/>
                  <a:pt x="185" y="185"/>
                </a:cubicBezTo>
                <a:cubicBezTo>
                  <a:pt x="326" y="185"/>
                  <a:pt x="326" y="185"/>
                  <a:pt x="326" y="185"/>
                </a:cubicBezTo>
                <a:cubicBezTo>
                  <a:pt x="291" y="219"/>
                  <a:pt x="291" y="219"/>
                  <a:pt x="291" y="219"/>
                </a:cubicBezTo>
                <a:cubicBezTo>
                  <a:pt x="290" y="221"/>
                  <a:pt x="289" y="223"/>
                  <a:pt x="289" y="225"/>
                </a:cubicBezTo>
                <a:cubicBezTo>
                  <a:pt x="289" y="230"/>
                  <a:pt x="292" y="233"/>
                  <a:pt x="297" y="233"/>
                </a:cubicBezTo>
                <a:cubicBezTo>
                  <a:pt x="299" y="233"/>
                  <a:pt x="301" y="232"/>
                  <a:pt x="303" y="231"/>
                </a:cubicBezTo>
                <a:cubicBezTo>
                  <a:pt x="351" y="183"/>
                  <a:pt x="351" y="183"/>
                  <a:pt x="351" y="183"/>
                </a:cubicBezTo>
                <a:cubicBezTo>
                  <a:pt x="352" y="181"/>
                  <a:pt x="353" y="179"/>
                  <a:pt x="353" y="177"/>
                </a:cubicBezTo>
                <a:cubicBezTo>
                  <a:pt x="353" y="175"/>
                  <a:pt x="352" y="173"/>
                  <a:pt x="351" y="171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7" name="Freeform 25"/>
          <p:cNvSpPr>
            <a:spLocks noEditPoints="1"/>
          </p:cNvSpPr>
          <p:nvPr/>
        </p:nvSpPr>
        <p:spPr bwMode="auto">
          <a:xfrm>
            <a:off x="804335" y="3073400"/>
            <a:ext cx="582084" cy="584200"/>
          </a:xfrm>
          <a:custGeom>
            <a:avLst/>
            <a:gdLst>
              <a:gd name="T0" fmla="*/ 265 w 353"/>
              <a:gd name="T1" fmla="*/ 128 h 353"/>
              <a:gd name="T2" fmla="*/ 259 w 353"/>
              <a:gd name="T3" fmla="*/ 130 h 353"/>
              <a:gd name="T4" fmla="*/ 259 w 353"/>
              <a:gd name="T5" fmla="*/ 130 h 353"/>
              <a:gd name="T6" fmla="*/ 177 w 353"/>
              <a:gd name="T7" fmla="*/ 206 h 353"/>
              <a:gd name="T8" fmla="*/ 94 w 353"/>
              <a:gd name="T9" fmla="*/ 130 h 353"/>
              <a:gd name="T10" fmla="*/ 94 w 353"/>
              <a:gd name="T11" fmla="*/ 130 h 353"/>
              <a:gd name="T12" fmla="*/ 88 w 353"/>
              <a:gd name="T13" fmla="*/ 128 h 353"/>
              <a:gd name="T14" fmla="*/ 80 w 353"/>
              <a:gd name="T15" fmla="*/ 136 h 353"/>
              <a:gd name="T16" fmla="*/ 83 w 353"/>
              <a:gd name="T17" fmla="*/ 142 h 353"/>
              <a:gd name="T18" fmla="*/ 83 w 353"/>
              <a:gd name="T19" fmla="*/ 142 h 353"/>
              <a:gd name="T20" fmla="*/ 171 w 353"/>
              <a:gd name="T21" fmla="*/ 222 h 353"/>
              <a:gd name="T22" fmla="*/ 171 w 353"/>
              <a:gd name="T23" fmla="*/ 222 h 353"/>
              <a:gd name="T24" fmla="*/ 177 w 353"/>
              <a:gd name="T25" fmla="*/ 224 h 353"/>
              <a:gd name="T26" fmla="*/ 182 w 353"/>
              <a:gd name="T27" fmla="*/ 222 h 353"/>
              <a:gd name="T28" fmla="*/ 182 w 353"/>
              <a:gd name="T29" fmla="*/ 222 h 353"/>
              <a:gd name="T30" fmla="*/ 270 w 353"/>
              <a:gd name="T31" fmla="*/ 142 h 353"/>
              <a:gd name="T32" fmla="*/ 270 w 353"/>
              <a:gd name="T33" fmla="*/ 142 h 353"/>
              <a:gd name="T34" fmla="*/ 273 w 353"/>
              <a:gd name="T35" fmla="*/ 136 h 353"/>
              <a:gd name="T36" fmla="*/ 265 w 353"/>
              <a:gd name="T37" fmla="*/ 128 h 353"/>
              <a:gd name="T38" fmla="*/ 321 w 353"/>
              <a:gd name="T39" fmla="*/ 0 h 353"/>
              <a:gd name="T40" fmla="*/ 32 w 353"/>
              <a:gd name="T41" fmla="*/ 0 h 353"/>
              <a:gd name="T42" fmla="*/ 0 w 353"/>
              <a:gd name="T43" fmla="*/ 32 h 353"/>
              <a:gd name="T44" fmla="*/ 0 w 353"/>
              <a:gd name="T45" fmla="*/ 321 h 353"/>
              <a:gd name="T46" fmla="*/ 32 w 353"/>
              <a:gd name="T47" fmla="*/ 353 h 353"/>
              <a:gd name="T48" fmla="*/ 321 w 353"/>
              <a:gd name="T49" fmla="*/ 353 h 353"/>
              <a:gd name="T50" fmla="*/ 353 w 353"/>
              <a:gd name="T51" fmla="*/ 321 h 353"/>
              <a:gd name="T52" fmla="*/ 353 w 353"/>
              <a:gd name="T53" fmla="*/ 32 h 353"/>
              <a:gd name="T54" fmla="*/ 321 w 353"/>
              <a:gd name="T55" fmla="*/ 0 h 353"/>
              <a:gd name="T56" fmla="*/ 337 w 353"/>
              <a:gd name="T57" fmla="*/ 321 h 353"/>
              <a:gd name="T58" fmla="*/ 321 w 353"/>
              <a:gd name="T59" fmla="*/ 337 h 353"/>
              <a:gd name="T60" fmla="*/ 32 w 353"/>
              <a:gd name="T61" fmla="*/ 337 h 353"/>
              <a:gd name="T62" fmla="*/ 16 w 353"/>
              <a:gd name="T63" fmla="*/ 321 h 353"/>
              <a:gd name="T64" fmla="*/ 16 w 353"/>
              <a:gd name="T65" fmla="*/ 32 h 353"/>
              <a:gd name="T66" fmla="*/ 32 w 353"/>
              <a:gd name="T67" fmla="*/ 16 h 353"/>
              <a:gd name="T68" fmla="*/ 321 w 353"/>
              <a:gd name="T69" fmla="*/ 16 h 353"/>
              <a:gd name="T70" fmla="*/ 337 w 353"/>
              <a:gd name="T71" fmla="*/ 32 h 353"/>
              <a:gd name="T72" fmla="*/ 337 w 353"/>
              <a:gd name="T73" fmla="*/ 321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353" h="353">
                <a:moveTo>
                  <a:pt x="265" y="128"/>
                </a:moveTo>
                <a:cubicBezTo>
                  <a:pt x="263" y="128"/>
                  <a:pt x="261" y="129"/>
                  <a:pt x="259" y="130"/>
                </a:cubicBezTo>
                <a:cubicBezTo>
                  <a:pt x="259" y="130"/>
                  <a:pt x="259" y="130"/>
                  <a:pt x="259" y="130"/>
                </a:cubicBezTo>
                <a:cubicBezTo>
                  <a:pt x="177" y="206"/>
                  <a:pt x="177" y="206"/>
                  <a:pt x="177" y="206"/>
                </a:cubicBezTo>
                <a:cubicBezTo>
                  <a:pt x="94" y="130"/>
                  <a:pt x="94" y="130"/>
                  <a:pt x="94" y="130"/>
                </a:cubicBezTo>
                <a:cubicBezTo>
                  <a:pt x="94" y="130"/>
                  <a:pt x="94" y="130"/>
                  <a:pt x="94" y="130"/>
                </a:cubicBezTo>
                <a:cubicBezTo>
                  <a:pt x="92" y="129"/>
                  <a:pt x="90" y="128"/>
                  <a:pt x="88" y="128"/>
                </a:cubicBezTo>
                <a:cubicBezTo>
                  <a:pt x="84" y="128"/>
                  <a:pt x="80" y="132"/>
                  <a:pt x="80" y="136"/>
                </a:cubicBezTo>
                <a:cubicBezTo>
                  <a:pt x="80" y="139"/>
                  <a:pt x="81" y="141"/>
                  <a:pt x="83" y="142"/>
                </a:cubicBezTo>
                <a:cubicBezTo>
                  <a:pt x="83" y="142"/>
                  <a:pt x="83" y="142"/>
                  <a:pt x="83" y="142"/>
                </a:cubicBezTo>
                <a:cubicBezTo>
                  <a:pt x="171" y="222"/>
                  <a:pt x="171" y="222"/>
                  <a:pt x="171" y="222"/>
                </a:cubicBezTo>
                <a:cubicBezTo>
                  <a:pt x="171" y="222"/>
                  <a:pt x="171" y="222"/>
                  <a:pt x="171" y="222"/>
                </a:cubicBezTo>
                <a:cubicBezTo>
                  <a:pt x="173" y="224"/>
                  <a:pt x="174" y="224"/>
                  <a:pt x="177" y="224"/>
                </a:cubicBezTo>
                <a:cubicBezTo>
                  <a:pt x="179" y="224"/>
                  <a:pt x="180" y="224"/>
                  <a:pt x="182" y="222"/>
                </a:cubicBezTo>
                <a:cubicBezTo>
                  <a:pt x="182" y="222"/>
                  <a:pt x="182" y="222"/>
                  <a:pt x="182" y="222"/>
                </a:cubicBezTo>
                <a:cubicBezTo>
                  <a:pt x="270" y="142"/>
                  <a:pt x="270" y="142"/>
                  <a:pt x="270" y="142"/>
                </a:cubicBezTo>
                <a:cubicBezTo>
                  <a:pt x="270" y="142"/>
                  <a:pt x="270" y="142"/>
                  <a:pt x="270" y="142"/>
                </a:cubicBezTo>
                <a:cubicBezTo>
                  <a:pt x="272" y="141"/>
                  <a:pt x="273" y="139"/>
                  <a:pt x="273" y="136"/>
                </a:cubicBezTo>
                <a:cubicBezTo>
                  <a:pt x="273" y="132"/>
                  <a:pt x="269" y="128"/>
                  <a:pt x="265" y="128"/>
                </a:cubicBezTo>
                <a:moveTo>
                  <a:pt x="321" y="0"/>
                </a:move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4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4" y="353"/>
                  <a:pt x="32" y="353"/>
                </a:cubicBezTo>
                <a:cubicBezTo>
                  <a:pt x="321" y="353"/>
                  <a:pt x="321" y="353"/>
                  <a:pt x="321" y="353"/>
                </a:cubicBezTo>
                <a:cubicBezTo>
                  <a:pt x="339" y="353"/>
                  <a:pt x="353" y="339"/>
                  <a:pt x="353" y="321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14"/>
                  <a:pt x="339" y="0"/>
                  <a:pt x="321" y="0"/>
                </a:cubicBezTo>
                <a:moveTo>
                  <a:pt x="337" y="321"/>
                </a:moveTo>
                <a:cubicBezTo>
                  <a:pt x="337" y="330"/>
                  <a:pt x="330" y="337"/>
                  <a:pt x="321" y="337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23" y="337"/>
                  <a:pt x="16" y="330"/>
                  <a:pt x="16" y="32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3"/>
                  <a:pt x="23" y="16"/>
                  <a:pt x="32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3"/>
                  <a:pt x="337" y="32"/>
                </a:cubicBezTo>
                <a:lnTo>
                  <a:pt x="337" y="32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8" name="Freeform 26"/>
          <p:cNvSpPr>
            <a:spLocks noEditPoints="1"/>
          </p:cNvSpPr>
          <p:nvPr/>
        </p:nvSpPr>
        <p:spPr bwMode="auto">
          <a:xfrm>
            <a:off x="1915585" y="3073400"/>
            <a:ext cx="582084" cy="584200"/>
          </a:xfrm>
          <a:custGeom>
            <a:avLst/>
            <a:gdLst>
              <a:gd name="T0" fmla="*/ 321 w 353"/>
              <a:gd name="T1" fmla="*/ 0 h 353"/>
              <a:gd name="T2" fmla="*/ 32 w 353"/>
              <a:gd name="T3" fmla="*/ 0 h 353"/>
              <a:gd name="T4" fmla="*/ 0 w 353"/>
              <a:gd name="T5" fmla="*/ 32 h 353"/>
              <a:gd name="T6" fmla="*/ 0 w 353"/>
              <a:gd name="T7" fmla="*/ 321 h 353"/>
              <a:gd name="T8" fmla="*/ 32 w 353"/>
              <a:gd name="T9" fmla="*/ 353 h 353"/>
              <a:gd name="T10" fmla="*/ 321 w 353"/>
              <a:gd name="T11" fmla="*/ 353 h 353"/>
              <a:gd name="T12" fmla="*/ 353 w 353"/>
              <a:gd name="T13" fmla="*/ 321 h 353"/>
              <a:gd name="T14" fmla="*/ 353 w 353"/>
              <a:gd name="T15" fmla="*/ 32 h 353"/>
              <a:gd name="T16" fmla="*/ 321 w 353"/>
              <a:gd name="T17" fmla="*/ 0 h 353"/>
              <a:gd name="T18" fmla="*/ 337 w 353"/>
              <a:gd name="T19" fmla="*/ 321 h 353"/>
              <a:gd name="T20" fmla="*/ 321 w 353"/>
              <a:gd name="T21" fmla="*/ 337 h 353"/>
              <a:gd name="T22" fmla="*/ 32 w 353"/>
              <a:gd name="T23" fmla="*/ 337 h 353"/>
              <a:gd name="T24" fmla="*/ 16 w 353"/>
              <a:gd name="T25" fmla="*/ 321 h 353"/>
              <a:gd name="T26" fmla="*/ 16 w 353"/>
              <a:gd name="T27" fmla="*/ 32 h 353"/>
              <a:gd name="T28" fmla="*/ 32 w 353"/>
              <a:gd name="T29" fmla="*/ 16 h 353"/>
              <a:gd name="T30" fmla="*/ 321 w 353"/>
              <a:gd name="T31" fmla="*/ 16 h 353"/>
              <a:gd name="T32" fmla="*/ 337 w 353"/>
              <a:gd name="T33" fmla="*/ 32 h 353"/>
              <a:gd name="T34" fmla="*/ 337 w 353"/>
              <a:gd name="T35" fmla="*/ 321 h 353"/>
              <a:gd name="T36" fmla="*/ 271 w 353"/>
              <a:gd name="T37" fmla="*/ 211 h 353"/>
              <a:gd name="T38" fmla="*/ 182 w 353"/>
              <a:gd name="T39" fmla="*/ 130 h 353"/>
              <a:gd name="T40" fmla="*/ 182 w 353"/>
              <a:gd name="T41" fmla="*/ 130 h 353"/>
              <a:gd name="T42" fmla="*/ 177 w 353"/>
              <a:gd name="T43" fmla="*/ 128 h 353"/>
              <a:gd name="T44" fmla="*/ 171 w 353"/>
              <a:gd name="T45" fmla="*/ 130 h 353"/>
              <a:gd name="T46" fmla="*/ 171 w 353"/>
              <a:gd name="T47" fmla="*/ 130 h 353"/>
              <a:gd name="T48" fmla="*/ 83 w 353"/>
              <a:gd name="T49" fmla="*/ 211 h 353"/>
              <a:gd name="T50" fmla="*/ 83 w 353"/>
              <a:gd name="T51" fmla="*/ 211 h 353"/>
              <a:gd name="T52" fmla="*/ 81 w 353"/>
              <a:gd name="T53" fmla="*/ 216 h 353"/>
              <a:gd name="T54" fmla="*/ 89 w 353"/>
              <a:gd name="T55" fmla="*/ 224 h 353"/>
              <a:gd name="T56" fmla="*/ 94 w 353"/>
              <a:gd name="T57" fmla="*/ 222 h 353"/>
              <a:gd name="T58" fmla="*/ 94 w 353"/>
              <a:gd name="T59" fmla="*/ 222 h 353"/>
              <a:gd name="T60" fmla="*/ 177 w 353"/>
              <a:gd name="T61" fmla="*/ 147 h 353"/>
              <a:gd name="T62" fmla="*/ 260 w 353"/>
              <a:gd name="T63" fmla="*/ 222 h 353"/>
              <a:gd name="T64" fmla="*/ 260 w 353"/>
              <a:gd name="T65" fmla="*/ 222 h 353"/>
              <a:gd name="T66" fmla="*/ 265 w 353"/>
              <a:gd name="T67" fmla="*/ 224 h 353"/>
              <a:gd name="T68" fmla="*/ 273 w 353"/>
              <a:gd name="T69" fmla="*/ 216 h 353"/>
              <a:gd name="T70" fmla="*/ 270 w 353"/>
              <a:gd name="T71" fmla="*/ 211 h 353"/>
              <a:gd name="T72" fmla="*/ 271 w 353"/>
              <a:gd name="T73" fmla="*/ 211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353" h="353">
                <a:moveTo>
                  <a:pt x="321" y="0"/>
                </a:moveTo>
                <a:cubicBezTo>
                  <a:pt x="32" y="0"/>
                  <a:pt x="32" y="0"/>
                  <a:pt x="32" y="0"/>
                </a:cubicBezTo>
                <a:cubicBezTo>
                  <a:pt x="15" y="0"/>
                  <a:pt x="0" y="14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5" y="353"/>
                  <a:pt x="32" y="353"/>
                </a:cubicBezTo>
                <a:cubicBezTo>
                  <a:pt x="321" y="353"/>
                  <a:pt x="321" y="353"/>
                  <a:pt x="321" y="353"/>
                </a:cubicBezTo>
                <a:cubicBezTo>
                  <a:pt x="339" y="353"/>
                  <a:pt x="353" y="339"/>
                  <a:pt x="353" y="321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14"/>
                  <a:pt x="339" y="0"/>
                  <a:pt x="321" y="0"/>
                </a:cubicBezTo>
                <a:moveTo>
                  <a:pt x="337" y="321"/>
                </a:moveTo>
                <a:cubicBezTo>
                  <a:pt x="337" y="330"/>
                  <a:pt x="330" y="337"/>
                  <a:pt x="321" y="337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23" y="337"/>
                  <a:pt x="16" y="330"/>
                  <a:pt x="16" y="32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3"/>
                  <a:pt x="23" y="16"/>
                  <a:pt x="32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3"/>
                  <a:pt x="337" y="32"/>
                </a:cubicBezTo>
                <a:lnTo>
                  <a:pt x="337" y="321"/>
                </a:lnTo>
                <a:close/>
                <a:moveTo>
                  <a:pt x="271" y="211"/>
                </a:moveTo>
                <a:cubicBezTo>
                  <a:pt x="182" y="130"/>
                  <a:pt x="182" y="130"/>
                  <a:pt x="182" y="130"/>
                </a:cubicBezTo>
                <a:cubicBezTo>
                  <a:pt x="182" y="130"/>
                  <a:pt x="182" y="130"/>
                  <a:pt x="182" y="130"/>
                </a:cubicBezTo>
                <a:cubicBezTo>
                  <a:pt x="181" y="129"/>
                  <a:pt x="179" y="128"/>
                  <a:pt x="177" y="128"/>
                </a:cubicBezTo>
                <a:cubicBezTo>
                  <a:pt x="175" y="128"/>
                  <a:pt x="173" y="129"/>
                  <a:pt x="171" y="130"/>
                </a:cubicBezTo>
                <a:cubicBezTo>
                  <a:pt x="171" y="130"/>
                  <a:pt x="171" y="130"/>
                  <a:pt x="171" y="130"/>
                </a:cubicBezTo>
                <a:cubicBezTo>
                  <a:pt x="83" y="211"/>
                  <a:pt x="83" y="211"/>
                  <a:pt x="83" y="211"/>
                </a:cubicBezTo>
                <a:cubicBezTo>
                  <a:pt x="83" y="211"/>
                  <a:pt x="83" y="211"/>
                  <a:pt x="83" y="211"/>
                </a:cubicBezTo>
                <a:cubicBezTo>
                  <a:pt x="82" y="212"/>
                  <a:pt x="81" y="214"/>
                  <a:pt x="81" y="216"/>
                </a:cubicBezTo>
                <a:cubicBezTo>
                  <a:pt x="81" y="221"/>
                  <a:pt x="84" y="224"/>
                  <a:pt x="89" y="224"/>
                </a:cubicBezTo>
                <a:cubicBezTo>
                  <a:pt x="91" y="224"/>
                  <a:pt x="92" y="224"/>
                  <a:pt x="94" y="222"/>
                </a:cubicBezTo>
                <a:cubicBezTo>
                  <a:pt x="94" y="222"/>
                  <a:pt x="94" y="222"/>
                  <a:pt x="94" y="222"/>
                </a:cubicBezTo>
                <a:cubicBezTo>
                  <a:pt x="177" y="147"/>
                  <a:pt x="177" y="147"/>
                  <a:pt x="177" y="147"/>
                </a:cubicBezTo>
                <a:cubicBezTo>
                  <a:pt x="260" y="222"/>
                  <a:pt x="260" y="222"/>
                  <a:pt x="260" y="222"/>
                </a:cubicBezTo>
                <a:cubicBezTo>
                  <a:pt x="260" y="222"/>
                  <a:pt x="260" y="222"/>
                  <a:pt x="260" y="222"/>
                </a:cubicBezTo>
                <a:cubicBezTo>
                  <a:pt x="261" y="224"/>
                  <a:pt x="263" y="224"/>
                  <a:pt x="265" y="224"/>
                </a:cubicBezTo>
                <a:cubicBezTo>
                  <a:pt x="270" y="224"/>
                  <a:pt x="273" y="221"/>
                  <a:pt x="273" y="216"/>
                </a:cubicBezTo>
                <a:cubicBezTo>
                  <a:pt x="273" y="214"/>
                  <a:pt x="272" y="212"/>
                  <a:pt x="270" y="211"/>
                </a:cubicBezTo>
                <a:lnTo>
                  <a:pt x="271" y="21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9" name="Freeform 27"/>
          <p:cNvSpPr>
            <a:spLocks noEditPoints="1"/>
          </p:cNvSpPr>
          <p:nvPr/>
        </p:nvSpPr>
        <p:spPr bwMode="auto">
          <a:xfrm>
            <a:off x="3026835" y="3073400"/>
            <a:ext cx="582084" cy="584200"/>
          </a:xfrm>
          <a:custGeom>
            <a:avLst/>
            <a:gdLst>
              <a:gd name="T0" fmla="*/ 200 w 353"/>
              <a:gd name="T1" fmla="*/ 80 h 353"/>
              <a:gd name="T2" fmla="*/ 194 w 353"/>
              <a:gd name="T3" fmla="*/ 83 h 353"/>
              <a:gd name="T4" fmla="*/ 194 w 353"/>
              <a:gd name="T5" fmla="*/ 83 h 353"/>
              <a:gd name="T6" fmla="*/ 114 w 353"/>
              <a:gd name="T7" fmla="*/ 171 h 353"/>
              <a:gd name="T8" fmla="*/ 114 w 353"/>
              <a:gd name="T9" fmla="*/ 171 h 353"/>
              <a:gd name="T10" fmla="*/ 112 w 353"/>
              <a:gd name="T11" fmla="*/ 176 h 353"/>
              <a:gd name="T12" fmla="*/ 114 w 353"/>
              <a:gd name="T13" fmla="*/ 182 h 353"/>
              <a:gd name="T14" fmla="*/ 114 w 353"/>
              <a:gd name="T15" fmla="*/ 182 h 353"/>
              <a:gd name="T16" fmla="*/ 194 w 353"/>
              <a:gd name="T17" fmla="*/ 270 h 353"/>
              <a:gd name="T18" fmla="*/ 194 w 353"/>
              <a:gd name="T19" fmla="*/ 270 h 353"/>
              <a:gd name="T20" fmla="*/ 200 w 353"/>
              <a:gd name="T21" fmla="*/ 273 h 353"/>
              <a:gd name="T22" fmla="*/ 208 w 353"/>
              <a:gd name="T23" fmla="*/ 265 h 353"/>
              <a:gd name="T24" fmla="*/ 206 w 353"/>
              <a:gd name="T25" fmla="*/ 259 h 353"/>
              <a:gd name="T26" fmla="*/ 206 w 353"/>
              <a:gd name="T27" fmla="*/ 259 h 353"/>
              <a:gd name="T28" fmla="*/ 131 w 353"/>
              <a:gd name="T29" fmla="*/ 176 h 353"/>
              <a:gd name="T30" fmla="*/ 206 w 353"/>
              <a:gd name="T31" fmla="*/ 93 h 353"/>
              <a:gd name="T32" fmla="*/ 206 w 353"/>
              <a:gd name="T33" fmla="*/ 93 h 353"/>
              <a:gd name="T34" fmla="*/ 208 w 353"/>
              <a:gd name="T35" fmla="*/ 88 h 353"/>
              <a:gd name="T36" fmla="*/ 200 w 353"/>
              <a:gd name="T37" fmla="*/ 80 h 353"/>
              <a:gd name="T38" fmla="*/ 321 w 353"/>
              <a:gd name="T39" fmla="*/ 0 h 353"/>
              <a:gd name="T40" fmla="*/ 32 w 353"/>
              <a:gd name="T41" fmla="*/ 0 h 353"/>
              <a:gd name="T42" fmla="*/ 0 w 353"/>
              <a:gd name="T43" fmla="*/ 32 h 353"/>
              <a:gd name="T44" fmla="*/ 0 w 353"/>
              <a:gd name="T45" fmla="*/ 321 h 353"/>
              <a:gd name="T46" fmla="*/ 32 w 353"/>
              <a:gd name="T47" fmla="*/ 353 h 353"/>
              <a:gd name="T48" fmla="*/ 321 w 353"/>
              <a:gd name="T49" fmla="*/ 353 h 353"/>
              <a:gd name="T50" fmla="*/ 353 w 353"/>
              <a:gd name="T51" fmla="*/ 321 h 353"/>
              <a:gd name="T52" fmla="*/ 353 w 353"/>
              <a:gd name="T53" fmla="*/ 32 h 353"/>
              <a:gd name="T54" fmla="*/ 321 w 353"/>
              <a:gd name="T55" fmla="*/ 0 h 353"/>
              <a:gd name="T56" fmla="*/ 337 w 353"/>
              <a:gd name="T57" fmla="*/ 321 h 353"/>
              <a:gd name="T58" fmla="*/ 321 w 353"/>
              <a:gd name="T59" fmla="*/ 337 h 353"/>
              <a:gd name="T60" fmla="*/ 32 w 353"/>
              <a:gd name="T61" fmla="*/ 337 h 353"/>
              <a:gd name="T62" fmla="*/ 16 w 353"/>
              <a:gd name="T63" fmla="*/ 321 h 353"/>
              <a:gd name="T64" fmla="*/ 16 w 353"/>
              <a:gd name="T65" fmla="*/ 32 h 353"/>
              <a:gd name="T66" fmla="*/ 32 w 353"/>
              <a:gd name="T67" fmla="*/ 16 h 353"/>
              <a:gd name="T68" fmla="*/ 321 w 353"/>
              <a:gd name="T69" fmla="*/ 16 h 353"/>
              <a:gd name="T70" fmla="*/ 337 w 353"/>
              <a:gd name="T71" fmla="*/ 32 h 353"/>
              <a:gd name="T72" fmla="*/ 337 w 353"/>
              <a:gd name="T73" fmla="*/ 321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353" h="353">
                <a:moveTo>
                  <a:pt x="200" y="80"/>
                </a:moveTo>
                <a:cubicBezTo>
                  <a:pt x="198" y="80"/>
                  <a:pt x="196" y="81"/>
                  <a:pt x="194" y="83"/>
                </a:cubicBezTo>
                <a:cubicBezTo>
                  <a:pt x="194" y="83"/>
                  <a:pt x="194" y="83"/>
                  <a:pt x="194" y="83"/>
                </a:cubicBezTo>
                <a:cubicBezTo>
                  <a:pt x="114" y="171"/>
                  <a:pt x="114" y="171"/>
                  <a:pt x="114" y="171"/>
                </a:cubicBezTo>
                <a:cubicBezTo>
                  <a:pt x="114" y="171"/>
                  <a:pt x="114" y="171"/>
                  <a:pt x="114" y="171"/>
                </a:cubicBezTo>
                <a:cubicBezTo>
                  <a:pt x="113" y="172"/>
                  <a:pt x="112" y="174"/>
                  <a:pt x="112" y="176"/>
                </a:cubicBezTo>
                <a:cubicBezTo>
                  <a:pt x="112" y="178"/>
                  <a:pt x="113" y="180"/>
                  <a:pt x="114" y="182"/>
                </a:cubicBezTo>
                <a:cubicBezTo>
                  <a:pt x="114" y="182"/>
                  <a:pt x="114" y="182"/>
                  <a:pt x="114" y="182"/>
                </a:cubicBezTo>
                <a:cubicBezTo>
                  <a:pt x="194" y="270"/>
                  <a:pt x="194" y="270"/>
                  <a:pt x="194" y="270"/>
                </a:cubicBezTo>
                <a:cubicBezTo>
                  <a:pt x="194" y="270"/>
                  <a:pt x="194" y="270"/>
                  <a:pt x="194" y="270"/>
                </a:cubicBezTo>
                <a:cubicBezTo>
                  <a:pt x="196" y="272"/>
                  <a:pt x="198" y="273"/>
                  <a:pt x="200" y="273"/>
                </a:cubicBezTo>
                <a:cubicBezTo>
                  <a:pt x="205" y="273"/>
                  <a:pt x="208" y="269"/>
                  <a:pt x="208" y="265"/>
                </a:cubicBezTo>
                <a:cubicBezTo>
                  <a:pt x="208" y="263"/>
                  <a:pt x="207" y="261"/>
                  <a:pt x="206" y="259"/>
                </a:cubicBezTo>
                <a:cubicBezTo>
                  <a:pt x="206" y="259"/>
                  <a:pt x="206" y="259"/>
                  <a:pt x="206" y="259"/>
                </a:cubicBezTo>
                <a:cubicBezTo>
                  <a:pt x="131" y="176"/>
                  <a:pt x="131" y="176"/>
                  <a:pt x="131" y="176"/>
                </a:cubicBezTo>
                <a:cubicBezTo>
                  <a:pt x="206" y="93"/>
                  <a:pt x="206" y="93"/>
                  <a:pt x="206" y="93"/>
                </a:cubicBezTo>
                <a:cubicBezTo>
                  <a:pt x="206" y="93"/>
                  <a:pt x="206" y="93"/>
                  <a:pt x="206" y="93"/>
                </a:cubicBezTo>
                <a:cubicBezTo>
                  <a:pt x="207" y="92"/>
                  <a:pt x="208" y="90"/>
                  <a:pt x="208" y="88"/>
                </a:cubicBezTo>
                <a:cubicBezTo>
                  <a:pt x="208" y="84"/>
                  <a:pt x="205" y="80"/>
                  <a:pt x="200" y="80"/>
                </a:cubicBezTo>
                <a:moveTo>
                  <a:pt x="321" y="0"/>
                </a:move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4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4" y="353"/>
                  <a:pt x="32" y="353"/>
                </a:cubicBezTo>
                <a:cubicBezTo>
                  <a:pt x="321" y="353"/>
                  <a:pt x="321" y="353"/>
                  <a:pt x="321" y="353"/>
                </a:cubicBezTo>
                <a:cubicBezTo>
                  <a:pt x="338" y="353"/>
                  <a:pt x="353" y="339"/>
                  <a:pt x="353" y="321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14"/>
                  <a:pt x="338" y="0"/>
                  <a:pt x="321" y="0"/>
                </a:cubicBezTo>
                <a:moveTo>
                  <a:pt x="337" y="321"/>
                </a:moveTo>
                <a:cubicBezTo>
                  <a:pt x="337" y="330"/>
                  <a:pt x="330" y="337"/>
                  <a:pt x="321" y="337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23" y="337"/>
                  <a:pt x="16" y="330"/>
                  <a:pt x="16" y="32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3"/>
                  <a:pt x="23" y="16"/>
                  <a:pt x="32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3"/>
                  <a:pt x="337" y="32"/>
                </a:cubicBezTo>
                <a:lnTo>
                  <a:pt x="337" y="32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0" name="Freeform 28"/>
          <p:cNvSpPr>
            <a:spLocks noEditPoints="1"/>
          </p:cNvSpPr>
          <p:nvPr/>
        </p:nvSpPr>
        <p:spPr bwMode="auto">
          <a:xfrm>
            <a:off x="4138085" y="3073400"/>
            <a:ext cx="582084" cy="584200"/>
          </a:xfrm>
          <a:custGeom>
            <a:avLst/>
            <a:gdLst>
              <a:gd name="T0" fmla="*/ 239 w 353"/>
              <a:gd name="T1" fmla="*/ 171 h 353"/>
              <a:gd name="T2" fmla="*/ 239 w 353"/>
              <a:gd name="T3" fmla="*/ 171 h 353"/>
              <a:gd name="T4" fmla="*/ 158 w 353"/>
              <a:gd name="T5" fmla="*/ 83 h 353"/>
              <a:gd name="T6" fmla="*/ 158 w 353"/>
              <a:gd name="T7" fmla="*/ 83 h 353"/>
              <a:gd name="T8" fmla="*/ 152 w 353"/>
              <a:gd name="T9" fmla="*/ 80 h 353"/>
              <a:gd name="T10" fmla="*/ 144 w 353"/>
              <a:gd name="T11" fmla="*/ 88 h 353"/>
              <a:gd name="T12" fmla="*/ 147 w 353"/>
              <a:gd name="T13" fmla="*/ 93 h 353"/>
              <a:gd name="T14" fmla="*/ 146 w 353"/>
              <a:gd name="T15" fmla="*/ 93 h 353"/>
              <a:gd name="T16" fmla="*/ 222 w 353"/>
              <a:gd name="T17" fmla="*/ 176 h 353"/>
              <a:gd name="T18" fmla="*/ 146 w 353"/>
              <a:gd name="T19" fmla="*/ 259 h 353"/>
              <a:gd name="T20" fmla="*/ 147 w 353"/>
              <a:gd name="T21" fmla="*/ 259 h 353"/>
              <a:gd name="T22" fmla="*/ 144 w 353"/>
              <a:gd name="T23" fmla="*/ 265 h 353"/>
              <a:gd name="T24" fmla="*/ 152 w 353"/>
              <a:gd name="T25" fmla="*/ 273 h 353"/>
              <a:gd name="T26" fmla="*/ 158 w 353"/>
              <a:gd name="T27" fmla="*/ 270 h 353"/>
              <a:gd name="T28" fmla="*/ 158 w 353"/>
              <a:gd name="T29" fmla="*/ 270 h 353"/>
              <a:gd name="T30" fmla="*/ 239 w 353"/>
              <a:gd name="T31" fmla="*/ 182 h 353"/>
              <a:gd name="T32" fmla="*/ 239 w 353"/>
              <a:gd name="T33" fmla="*/ 182 h 353"/>
              <a:gd name="T34" fmla="*/ 241 w 353"/>
              <a:gd name="T35" fmla="*/ 176 h 353"/>
              <a:gd name="T36" fmla="*/ 239 w 353"/>
              <a:gd name="T37" fmla="*/ 171 h 353"/>
              <a:gd name="T38" fmla="*/ 321 w 353"/>
              <a:gd name="T39" fmla="*/ 0 h 353"/>
              <a:gd name="T40" fmla="*/ 32 w 353"/>
              <a:gd name="T41" fmla="*/ 0 h 353"/>
              <a:gd name="T42" fmla="*/ 0 w 353"/>
              <a:gd name="T43" fmla="*/ 32 h 353"/>
              <a:gd name="T44" fmla="*/ 0 w 353"/>
              <a:gd name="T45" fmla="*/ 321 h 353"/>
              <a:gd name="T46" fmla="*/ 32 w 353"/>
              <a:gd name="T47" fmla="*/ 353 h 353"/>
              <a:gd name="T48" fmla="*/ 321 w 353"/>
              <a:gd name="T49" fmla="*/ 353 h 353"/>
              <a:gd name="T50" fmla="*/ 353 w 353"/>
              <a:gd name="T51" fmla="*/ 321 h 353"/>
              <a:gd name="T52" fmla="*/ 353 w 353"/>
              <a:gd name="T53" fmla="*/ 32 h 353"/>
              <a:gd name="T54" fmla="*/ 321 w 353"/>
              <a:gd name="T55" fmla="*/ 0 h 353"/>
              <a:gd name="T56" fmla="*/ 337 w 353"/>
              <a:gd name="T57" fmla="*/ 321 h 353"/>
              <a:gd name="T58" fmla="*/ 321 w 353"/>
              <a:gd name="T59" fmla="*/ 337 h 353"/>
              <a:gd name="T60" fmla="*/ 32 w 353"/>
              <a:gd name="T61" fmla="*/ 337 h 353"/>
              <a:gd name="T62" fmla="*/ 16 w 353"/>
              <a:gd name="T63" fmla="*/ 321 h 353"/>
              <a:gd name="T64" fmla="*/ 16 w 353"/>
              <a:gd name="T65" fmla="*/ 32 h 353"/>
              <a:gd name="T66" fmla="*/ 32 w 353"/>
              <a:gd name="T67" fmla="*/ 16 h 353"/>
              <a:gd name="T68" fmla="*/ 321 w 353"/>
              <a:gd name="T69" fmla="*/ 16 h 353"/>
              <a:gd name="T70" fmla="*/ 337 w 353"/>
              <a:gd name="T71" fmla="*/ 32 h 353"/>
              <a:gd name="T72" fmla="*/ 337 w 353"/>
              <a:gd name="T73" fmla="*/ 321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353" h="353">
                <a:moveTo>
                  <a:pt x="239" y="171"/>
                </a:moveTo>
                <a:cubicBezTo>
                  <a:pt x="239" y="171"/>
                  <a:pt x="239" y="171"/>
                  <a:pt x="239" y="171"/>
                </a:cubicBezTo>
                <a:cubicBezTo>
                  <a:pt x="158" y="83"/>
                  <a:pt x="158" y="83"/>
                  <a:pt x="158" y="83"/>
                </a:cubicBezTo>
                <a:cubicBezTo>
                  <a:pt x="158" y="83"/>
                  <a:pt x="158" y="83"/>
                  <a:pt x="158" y="83"/>
                </a:cubicBezTo>
                <a:cubicBezTo>
                  <a:pt x="157" y="81"/>
                  <a:pt x="155" y="80"/>
                  <a:pt x="152" y="80"/>
                </a:cubicBezTo>
                <a:cubicBezTo>
                  <a:pt x="148" y="80"/>
                  <a:pt x="144" y="84"/>
                  <a:pt x="144" y="88"/>
                </a:cubicBezTo>
                <a:cubicBezTo>
                  <a:pt x="144" y="90"/>
                  <a:pt x="145" y="92"/>
                  <a:pt x="147" y="93"/>
                </a:cubicBezTo>
                <a:cubicBezTo>
                  <a:pt x="146" y="93"/>
                  <a:pt x="146" y="93"/>
                  <a:pt x="146" y="93"/>
                </a:cubicBezTo>
                <a:cubicBezTo>
                  <a:pt x="222" y="176"/>
                  <a:pt x="222" y="176"/>
                  <a:pt x="222" y="176"/>
                </a:cubicBezTo>
                <a:cubicBezTo>
                  <a:pt x="146" y="259"/>
                  <a:pt x="146" y="259"/>
                  <a:pt x="146" y="259"/>
                </a:cubicBezTo>
                <a:cubicBezTo>
                  <a:pt x="147" y="259"/>
                  <a:pt x="147" y="259"/>
                  <a:pt x="147" y="259"/>
                </a:cubicBezTo>
                <a:cubicBezTo>
                  <a:pt x="145" y="261"/>
                  <a:pt x="144" y="263"/>
                  <a:pt x="144" y="265"/>
                </a:cubicBezTo>
                <a:cubicBezTo>
                  <a:pt x="144" y="269"/>
                  <a:pt x="148" y="273"/>
                  <a:pt x="152" y="273"/>
                </a:cubicBezTo>
                <a:cubicBezTo>
                  <a:pt x="155" y="273"/>
                  <a:pt x="157" y="272"/>
                  <a:pt x="158" y="270"/>
                </a:cubicBezTo>
                <a:cubicBezTo>
                  <a:pt x="158" y="270"/>
                  <a:pt x="158" y="270"/>
                  <a:pt x="158" y="270"/>
                </a:cubicBezTo>
                <a:cubicBezTo>
                  <a:pt x="239" y="182"/>
                  <a:pt x="239" y="182"/>
                  <a:pt x="239" y="182"/>
                </a:cubicBezTo>
                <a:cubicBezTo>
                  <a:pt x="239" y="182"/>
                  <a:pt x="239" y="182"/>
                  <a:pt x="239" y="182"/>
                </a:cubicBezTo>
                <a:cubicBezTo>
                  <a:pt x="240" y="180"/>
                  <a:pt x="241" y="178"/>
                  <a:pt x="241" y="176"/>
                </a:cubicBezTo>
                <a:cubicBezTo>
                  <a:pt x="241" y="174"/>
                  <a:pt x="240" y="172"/>
                  <a:pt x="239" y="171"/>
                </a:cubicBezTo>
                <a:moveTo>
                  <a:pt x="321" y="0"/>
                </a:move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4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4" y="353"/>
                  <a:pt x="32" y="353"/>
                </a:cubicBezTo>
                <a:cubicBezTo>
                  <a:pt x="321" y="353"/>
                  <a:pt x="321" y="353"/>
                  <a:pt x="321" y="353"/>
                </a:cubicBezTo>
                <a:cubicBezTo>
                  <a:pt x="339" y="353"/>
                  <a:pt x="353" y="339"/>
                  <a:pt x="353" y="321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14"/>
                  <a:pt x="339" y="0"/>
                  <a:pt x="321" y="0"/>
                </a:cubicBezTo>
                <a:moveTo>
                  <a:pt x="337" y="321"/>
                </a:moveTo>
                <a:cubicBezTo>
                  <a:pt x="337" y="330"/>
                  <a:pt x="330" y="337"/>
                  <a:pt x="321" y="337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23" y="337"/>
                  <a:pt x="16" y="330"/>
                  <a:pt x="16" y="32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3"/>
                  <a:pt x="23" y="16"/>
                  <a:pt x="32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3"/>
                  <a:pt x="337" y="32"/>
                </a:cubicBezTo>
                <a:lnTo>
                  <a:pt x="337" y="32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1" name="Freeform 29"/>
          <p:cNvSpPr>
            <a:spLocks noEditPoints="1"/>
          </p:cNvSpPr>
          <p:nvPr/>
        </p:nvSpPr>
        <p:spPr bwMode="auto">
          <a:xfrm>
            <a:off x="5342469" y="3073400"/>
            <a:ext cx="395817" cy="584200"/>
          </a:xfrm>
          <a:custGeom>
            <a:avLst/>
            <a:gdLst>
              <a:gd name="T0" fmla="*/ 233 w 241"/>
              <a:gd name="T1" fmla="*/ 224 h 353"/>
              <a:gd name="T2" fmla="*/ 161 w 241"/>
              <a:gd name="T3" fmla="*/ 224 h 353"/>
              <a:gd name="T4" fmla="*/ 161 w 241"/>
              <a:gd name="T5" fmla="*/ 32 h 353"/>
              <a:gd name="T6" fmla="*/ 129 w 241"/>
              <a:gd name="T7" fmla="*/ 0 h 353"/>
              <a:gd name="T8" fmla="*/ 113 w 241"/>
              <a:gd name="T9" fmla="*/ 0 h 353"/>
              <a:gd name="T10" fmla="*/ 81 w 241"/>
              <a:gd name="T11" fmla="*/ 32 h 353"/>
              <a:gd name="T12" fmla="*/ 81 w 241"/>
              <a:gd name="T13" fmla="*/ 224 h 353"/>
              <a:gd name="T14" fmla="*/ 8 w 241"/>
              <a:gd name="T15" fmla="*/ 224 h 353"/>
              <a:gd name="T16" fmla="*/ 0 w 241"/>
              <a:gd name="T17" fmla="*/ 233 h 353"/>
              <a:gd name="T18" fmla="*/ 3 w 241"/>
              <a:gd name="T19" fmla="*/ 238 h 353"/>
              <a:gd name="T20" fmla="*/ 115 w 241"/>
              <a:gd name="T21" fmla="*/ 351 h 353"/>
              <a:gd name="T22" fmla="*/ 121 w 241"/>
              <a:gd name="T23" fmla="*/ 353 h 353"/>
              <a:gd name="T24" fmla="*/ 127 w 241"/>
              <a:gd name="T25" fmla="*/ 351 h 353"/>
              <a:gd name="T26" fmla="*/ 239 w 241"/>
              <a:gd name="T27" fmla="*/ 238 h 353"/>
              <a:gd name="T28" fmla="*/ 241 w 241"/>
              <a:gd name="T29" fmla="*/ 233 h 353"/>
              <a:gd name="T30" fmla="*/ 233 w 241"/>
              <a:gd name="T31" fmla="*/ 224 h 353"/>
              <a:gd name="T32" fmla="*/ 121 w 241"/>
              <a:gd name="T33" fmla="*/ 334 h 353"/>
              <a:gd name="T34" fmla="*/ 28 w 241"/>
              <a:gd name="T35" fmla="*/ 241 h 353"/>
              <a:gd name="T36" fmla="*/ 97 w 241"/>
              <a:gd name="T37" fmla="*/ 241 h 353"/>
              <a:gd name="T38" fmla="*/ 97 w 241"/>
              <a:gd name="T39" fmla="*/ 32 h 353"/>
              <a:gd name="T40" fmla="*/ 113 w 241"/>
              <a:gd name="T41" fmla="*/ 16 h 353"/>
              <a:gd name="T42" fmla="*/ 129 w 241"/>
              <a:gd name="T43" fmla="*/ 16 h 353"/>
              <a:gd name="T44" fmla="*/ 145 w 241"/>
              <a:gd name="T45" fmla="*/ 32 h 353"/>
              <a:gd name="T46" fmla="*/ 145 w 241"/>
              <a:gd name="T47" fmla="*/ 241 h 353"/>
              <a:gd name="T48" fmla="*/ 214 w 241"/>
              <a:gd name="T49" fmla="*/ 241 h 353"/>
              <a:gd name="T50" fmla="*/ 121 w 241"/>
              <a:gd name="T51" fmla="*/ 334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241" h="353">
                <a:moveTo>
                  <a:pt x="233" y="224"/>
                </a:moveTo>
                <a:cubicBezTo>
                  <a:pt x="161" y="224"/>
                  <a:pt x="161" y="224"/>
                  <a:pt x="161" y="224"/>
                </a:cubicBezTo>
                <a:cubicBezTo>
                  <a:pt x="161" y="32"/>
                  <a:pt x="161" y="32"/>
                  <a:pt x="161" y="32"/>
                </a:cubicBezTo>
                <a:cubicBezTo>
                  <a:pt x="161" y="14"/>
                  <a:pt x="147" y="0"/>
                  <a:pt x="129" y="0"/>
                </a:cubicBezTo>
                <a:cubicBezTo>
                  <a:pt x="113" y="0"/>
                  <a:pt x="113" y="0"/>
                  <a:pt x="113" y="0"/>
                </a:cubicBezTo>
                <a:cubicBezTo>
                  <a:pt x="95" y="0"/>
                  <a:pt x="81" y="14"/>
                  <a:pt x="81" y="32"/>
                </a:cubicBezTo>
                <a:cubicBezTo>
                  <a:pt x="81" y="224"/>
                  <a:pt x="81" y="224"/>
                  <a:pt x="81" y="224"/>
                </a:cubicBezTo>
                <a:cubicBezTo>
                  <a:pt x="8" y="224"/>
                  <a:pt x="8" y="224"/>
                  <a:pt x="8" y="224"/>
                </a:cubicBezTo>
                <a:cubicBezTo>
                  <a:pt x="4" y="224"/>
                  <a:pt x="0" y="228"/>
                  <a:pt x="0" y="233"/>
                </a:cubicBezTo>
                <a:cubicBezTo>
                  <a:pt x="0" y="235"/>
                  <a:pt x="1" y="237"/>
                  <a:pt x="3" y="238"/>
                </a:cubicBezTo>
                <a:cubicBezTo>
                  <a:pt x="115" y="351"/>
                  <a:pt x="115" y="351"/>
                  <a:pt x="115" y="351"/>
                </a:cubicBezTo>
                <a:cubicBezTo>
                  <a:pt x="117" y="352"/>
                  <a:pt x="119" y="353"/>
                  <a:pt x="121" y="353"/>
                </a:cubicBezTo>
                <a:cubicBezTo>
                  <a:pt x="123" y="353"/>
                  <a:pt x="125" y="352"/>
                  <a:pt x="127" y="351"/>
                </a:cubicBezTo>
                <a:cubicBezTo>
                  <a:pt x="239" y="238"/>
                  <a:pt x="239" y="238"/>
                  <a:pt x="239" y="238"/>
                </a:cubicBezTo>
                <a:cubicBezTo>
                  <a:pt x="240" y="237"/>
                  <a:pt x="241" y="235"/>
                  <a:pt x="241" y="233"/>
                </a:cubicBezTo>
                <a:cubicBezTo>
                  <a:pt x="241" y="228"/>
                  <a:pt x="238" y="224"/>
                  <a:pt x="233" y="224"/>
                </a:cubicBezTo>
                <a:moveTo>
                  <a:pt x="121" y="334"/>
                </a:moveTo>
                <a:cubicBezTo>
                  <a:pt x="28" y="241"/>
                  <a:pt x="28" y="241"/>
                  <a:pt x="28" y="241"/>
                </a:cubicBezTo>
                <a:cubicBezTo>
                  <a:pt x="97" y="241"/>
                  <a:pt x="97" y="241"/>
                  <a:pt x="97" y="241"/>
                </a:cubicBezTo>
                <a:cubicBezTo>
                  <a:pt x="97" y="32"/>
                  <a:pt x="97" y="32"/>
                  <a:pt x="97" y="32"/>
                </a:cubicBezTo>
                <a:cubicBezTo>
                  <a:pt x="97" y="23"/>
                  <a:pt x="104" y="16"/>
                  <a:pt x="113" y="16"/>
                </a:cubicBezTo>
                <a:cubicBezTo>
                  <a:pt x="129" y="16"/>
                  <a:pt x="129" y="16"/>
                  <a:pt x="129" y="16"/>
                </a:cubicBezTo>
                <a:cubicBezTo>
                  <a:pt x="138" y="16"/>
                  <a:pt x="145" y="23"/>
                  <a:pt x="145" y="32"/>
                </a:cubicBezTo>
                <a:cubicBezTo>
                  <a:pt x="145" y="241"/>
                  <a:pt x="145" y="241"/>
                  <a:pt x="145" y="241"/>
                </a:cubicBezTo>
                <a:cubicBezTo>
                  <a:pt x="214" y="241"/>
                  <a:pt x="214" y="241"/>
                  <a:pt x="214" y="241"/>
                </a:cubicBezTo>
                <a:lnTo>
                  <a:pt x="121" y="334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2" name="Freeform 30"/>
          <p:cNvSpPr>
            <a:spLocks noEditPoints="1"/>
          </p:cNvSpPr>
          <p:nvPr/>
        </p:nvSpPr>
        <p:spPr bwMode="auto">
          <a:xfrm>
            <a:off x="6453718" y="3073400"/>
            <a:ext cx="397933" cy="584200"/>
          </a:xfrm>
          <a:custGeom>
            <a:avLst/>
            <a:gdLst>
              <a:gd name="T0" fmla="*/ 238 w 241"/>
              <a:gd name="T1" fmla="*/ 114 h 353"/>
              <a:gd name="T2" fmla="*/ 126 w 241"/>
              <a:gd name="T3" fmla="*/ 2 h 353"/>
              <a:gd name="T4" fmla="*/ 120 w 241"/>
              <a:gd name="T5" fmla="*/ 0 h 353"/>
              <a:gd name="T6" fmla="*/ 114 w 241"/>
              <a:gd name="T7" fmla="*/ 2 h 353"/>
              <a:gd name="T8" fmla="*/ 2 w 241"/>
              <a:gd name="T9" fmla="*/ 114 h 353"/>
              <a:gd name="T10" fmla="*/ 0 w 241"/>
              <a:gd name="T11" fmla="*/ 120 h 353"/>
              <a:gd name="T12" fmla="*/ 8 w 241"/>
              <a:gd name="T13" fmla="*/ 128 h 353"/>
              <a:gd name="T14" fmla="*/ 80 w 241"/>
              <a:gd name="T15" fmla="*/ 128 h 353"/>
              <a:gd name="T16" fmla="*/ 80 w 241"/>
              <a:gd name="T17" fmla="*/ 321 h 353"/>
              <a:gd name="T18" fmla="*/ 112 w 241"/>
              <a:gd name="T19" fmla="*/ 353 h 353"/>
              <a:gd name="T20" fmla="*/ 128 w 241"/>
              <a:gd name="T21" fmla="*/ 353 h 353"/>
              <a:gd name="T22" fmla="*/ 160 w 241"/>
              <a:gd name="T23" fmla="*/ 321 h 353"/>
              <a:gd name="T24" fmla="*/ 160 w 241"/>
              <a:gd name="T25" fmla="*/ 128 h 353"/>
              <a:gd name="T26" fmla="*/ 233 w 241"/>
              <a:gd name="T27" fmla="*/ 128 h 353"/>
              <a:gd name="T28" fmla="*/ 241 w 241"/>
              <a:gd name="T29" fmla="*/ 120 h 353"/>
              <a:gd name="T30" fmla="*/ 238 w 241"/>
              <a:gd name="T31" fmla="*/ 114 h 353"/>
              <a:gd name="T32" fmla="*/ 144 w 241"/>
              <a:gd name="T33" fmla="*/ 112 h 353"/>
              <a:gd name="T34" fmla="*/ 144 w 241"/>
              <a:gd name="T35" fmla="*/ 321 h 353"/>
              <a:gd name="T36" fmla="*/ 128 w 241"/>
              <a:gd name="T37" fmla="*/ 337 h 353"/>
              <a:gd name="T38" fmla="*/ 112 w 241"/>
              <a:gd name="T39" fmla="*/ 337 h 353"/>
              <a:gd name="T40" fmla="*/ 96 w 241"/>
              <a:gd name="T41" fmla="*/ 321 h 353"/>
              <a:gd name="T42" fmla="*/ 96 w 241"/>
              <a:gd name="T43" fmla="*/ 112 h 353"/>
              <a:gd name="T44" fmla="*/ 27 w 241"/>
              <a:gd name="T45" fmla="*/ 112 h 353"/>
              <a:gd name="T46" fmla="*/ 120 w 241"/>
              <a:gd name="T47" fmla="*/ 19 h 353"/>
              <a:gd name="T48" fmla="*/ 213 w 241"/>
              <a:gd name="T49" fmla="*/ 112 h 353"/>
              <a:gd name="T50" fmla="*/ 144 w 241"/>
              <a:gd name="T51" fmla="*/ 112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241" h="353">
                <a:moveTo>
                  <a:pt x="238" y="114"/>
                </a:moveTo>
                <a:cubicBezTo>
                  <a:pt x="126" y="2"/>
                  <a:pt x="126" y="2"/>
                  <a:pt x="126" y="2"/>
                </a:cubicBezTo>
                <a:cubicBezTo>
                  <a:pt x="124" y="1"/>
                  <a:pt x="122" y="0"/>
                  <a:pt x="120" y="0"/>
                </a:cubicBezTo>
                <a:cubicBezTo>
                  <a:pt x="118" y="0"/>
                  <a:pt x="116" y="1"/>
                  <a:pt x="114" y="2"/>
                </a:cubicBezTo>
                <a:cubicBezTo>
                  <a:pt x="2" y="114"/>
                  <a:pt x="2" y="114"/>
                  <a:pt x="2" y="114"/>
                </a:cubicBezTo>
                <a:cubicBezTo>
                  <a:pt x="1" y="116"/>
                  <a:pt x="0" y="118"/>
                  <a:pt x="0" y="120"/>
                </a:cubicBezTo>
                <a:cubicBezTo>
                  <a:pt x="0" y="125"/>
                  <a:pt x="3" y="128"/>
                  <a:pt x="8" y="128"/>
                </a:cubicBezTo>
                <a:cubicBezTo>
                  <a:pt x="80" y="128"/>
                  <a:pt x="80" y="128"/>
                  <a:pt x="80" y="128"/>
                </a:cubicBezTo>
                <a:cubicBezTo>
                  <a:pt x="80" y="321"/>
                  <a:pt x="80" y="321"/>
                  <a:pt x="80" y="321"/>
                </a:cubicBezTo>
                <a:cubicBezTo>
                  <a:pt x="80" y="339"/>
                  <a:pt x="94" y="353"/>
                  <a:pt x="112" y="353"/>
                </a:cubicBezTo>
                <a:cubicBezTo>
                  <a:pt x="128" y="353"/>
                  <a:pt x="128" y="353"/>
                  <a:pt x="128" y="353"/>
                </a:cubicBezTo>
                <a:cubicBezTo>
                  <a:pt x="146" y="353"/>
                  <a:pt x="160" y="339"/>
                  <a:pt x="160" y="321"/>
                </a:cubicBezTo>
                <a:cubicBezTo>
                  <a:pt x="160" y="128"/>
                  <a:pt x="160" y="128"/>
                  <a:pt x="160" y="128"/>
                </a:cubicBezTo>
                <a:cubicBezTo>
                  <a:pt x="233" y="128"/>
                  <a:pt x="233" y="128"/>
                  <a:pt x="233" y="128"/>
                </a:cubicBezTo>
                <a:cubicBezTo>
                  <a:pt x="237" y="128"/>
                  <a:pt x="241" y="125"/>
                  <a:pt x="241" y="120"/>
                </a:cubicBezTo>
                <a:cubicBezTo>
                  <a:pt x="241" y="118"/>
                  <a:pt x="240" y="116"/>
                  <a:pt x="238" y="114"/>
                </a:cubicBezTo>
                <a:moveTo>
                  <a:pt x="144" y="112"/>
                </a:moveTo>
                <a:cubicBezTo>
                  <a:pt x="144" y="321"/>
                  <a:pt x="144" y="321"/>
                  <a:pt x="144" y="321"/>
                </a:cubicBezTo>
                <a:cubicBezTo>
                  <a:pt x="144" y="330"/>
                  <a:pt x="137" y="337"/>
                  <a:pt x="128" y="337"/>
                </a:cubicBezTo>
                <a:cubicBezTo>
                  <a:pt x="112" y="337"/>
                  <a:pt x="112" y="337"/>
                  <a:pt x="112" y="337"/>
                </a:cubicBezTo>
                <a:cubicBezTo>
                  <a:pt x="103" y="337"/>
                  <a:pt x="96" y="330"/>
                  <a:pt x="96" y="321"/>
                </a:cubicBezTo>
                <a:cubicBezTo>
                  <a:pt x="96" y="112"/>
                  <a:pt x="96" y="112"/>
                  <a:pt x="96" y="112"/>
                </a:cubicBezTo>
                <a:cubicBezTo>
                  <a:pt x="27" y="112"/>
                  <a:pt x="27" y="112"/>
                  <a:pt x="27" y="112"/>
                </a:cubicBezTo>
                <a:cubicBezTo>
                  <a:pt x="120" y="19"/>
                  <a:pt x="120" y="19"/>
                  <a:pt x="120" y="19"/>
                </a:cubicBezTo>
                <a:cubicBezTo>
                  <a:pt x="213" y="112"/>
                  <a:pt x="213" y="112"/>
                  <a:pt x="213" y="112"/>
                </a:cubicBezTo>
                <a:lnTo>
                  <a:pt x="144" y="112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3" name="Freeform 31"/>
          <p:cNvSpPr>
            <a:spLocks noEditPoints="1"/>
          </p:cNvSpPr>
          <p:nvPr/>
        </p:nvSpPr>
        <p:spPr bwMode="auto">
          <a:xfrm>
            <a:off x="7473951" y="3166534"/>
            <a:ext cx="582084" cy="397933"/>
          </a:xfrm>
          <a:custGeom>
            <a:avLst/>
            <a:gdLst>
              <a:gd name="T0" fmla="*/ 321 w 353"/>
              <a:gd name="T1" fmla="*/ 80 h 241"/>
              <a:gd name="T2" fmla="*/ 128 w 353"/>
              <a:gd name="T3" fmla="*/ 80 h 241"/>
              <a:gd name="T4" fmla="*/ 128 w 353"/>
              <a:gd name="T5" fmla="*/ 8 h 241"/>
              <a:gd name="T6" fmla="*/ 120 w 353"/>
              <a:gd name="T7" fmla="*/ 0 h 241"/>
              <a:gd name="T8" fmla="*/ 115 w 353"/>
              <a:gd name="T9" fmla="*/ 2 h 241"/>
              <a:gd name="T10" fmla="*/ 2 w 353"/>
              <a:gd name="T11" fmla="*/ 115 h 241"/>
              <a:gd name="T12" fmla="*/ 0 w 353"/>
              <a:gd name="T13" fmla="*/ 120 h 241"/>
              <a:gd name="T14" fmla="*/ 2 w 353"/>
              <a:gd name="T15" fmla="*/ 126 h 241"/>
              <a:gd name="T16" fmla="*/ 115 w 353"/>
              <a:gd name="T17" fmla="*/ 238 h 241"/>
              <a:gd name="T18" fmla="*/ 120 w 353"/>
              <a:gd name="T19" fmla="*/ 241 h 241"/>
              <a:gd name="T20" fmla="*/ 128 w 353"/>
              <a:gd name="T21" fmla="*/ 233 h 241"/>
              <a:gd name="T22" fmla="*/ 128 w 353"/>
              <a:gd name="T23" fmla="*/ 160 h 241"/>
              <a:gd name="T24" fmla="*/ 321 w 353"/>
              <a:gd name="T25" fmla="*/ 160 h 241"/>
              <a:gd name="T26" fmla="*/ 353 w 353"/>
              <a:gd name="T27" fmla="*/ 128 h 241"/>
              <a:gd name="T28" fmla="*/ 353 w 353"/>
              <a:gd name="T29" fmla="*/ 112 h 241"/>
              <a:gd name="T30" fmla="*/ 321 w 353"/>
              <a:gd name="T31" fmla="*/ 80 h 241"/>
              <a:gd name="T32" fmla="*/ 337 w 353"/>
              <a:gd name="T33" fmla="*/ 128 h 241"/>
              <a:gd name="T34" fmla="*/ 321 w 353"/>
              <a:gd name="T35" fmla="*/ 144 h 241"/>
              <a:gd name="T36" fmla="*/ 112 w 353"/>
              <a:gd name="T37" fmla="*/ 144 h 241"/>
              <a:gd name="T38" fmla="*/ 112 w 353"/>
              <a:gd name="T39" fmla="*/ 213 h 241"/>
              <a:gd name="T40" fmla="*/ 19 w 353"/>
              <a:gd name="T41" fmla="*/ 120 h 241"/>
              <a:gd name="T42" fmla="*/ 112 w 353"/>
              <a:gd name="T43" fmla="*/ 27 h 241"/>
              <a:gd name="T44" fmla="*/ 112 w 353"/>
              <a:gd name="T45" fmla="*/ 96 h 241"/>
              <a:gd name="T46" fmla="*/ 321 w 353"/>
              <a:gd name="T47" fmla="*/ 96 h 241"/>
              <a:gd name="T48" fmla="*/ 337 w 353"/>
              <a:gd name="T49" fmla="*/ 112 h 241"/>
              <a:gd name="T50" fmla="*/ 337 w 353"/>
              <a:gd name="T51" fmla="*/ 128 h 2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353" h="241">
                <a:moveTo>
                  <a:pt x="321" y="80"/>
                </a:moveTo>
                <a:cubicBezTo>
                  <a:pt x="128" y="80"/>
                  <a:pt x="128" y="80"/>
                  <a:pt x="128" y="80"/>
                </a:cubicBezTo>
                <a:cubicBezTo>
                  <a:pt x="128" y="8"/>
                  <a:pt x="128" y="8"/>
                  <a:pt x="128" y="8"/>
                </a:cubicBezTo>
                <a:cubicBezTo>
                  <a:pt x="128" y="3"/>
                  <a:pt x="125" y="0"/>
                  <a:pt x="120" y="0"/>
                </a:cubicBezTo>
                <a:cubicBezTo>
                  <a:pt x="118" y="0"/>
                  <a:pt x="116" y="1"/>
                  <a:pt x="115" y="2"/>
                </a:cubicBezTo>
                <a:cubicBezTo>
                  <a:pt x="2" y="115"/>
                  <a:pt x="2" y="115"/>
                  <a:pt x="2" y="115"/>
                </a:cubicBezTo>
                <a:cubicBezTo>
                  <a:pt x="1" y="116"/>
                  <a:pt x="0" y="118"/>
                  <a:pt x="0" y="120"/>
                </a:cubicBezTo>
                <a:cubicBezTo>
                  <a:pt x="0" y="123"/>
                  <a:pt x="1" y="125"/>
                  <a:pt x="2" y="126"/>
                </a:cubicBezTo>
                <a:cubicBezTo>
                  <a:pt x="115" y="238"/>
                  <a:pt x="115" y="238"/>
                  <a:pt x="115" y="238"/>
                </a:cubicBezTo>
                <a:cubicBezTo>
                  <a:pt x="116" y="240"/>
                  <a:pt x="118" y="241"/>
                  <a:pt x="120" y="241"/>
                </a:cubicBezTo>
                <a:cubicBezTo>
                  <a:pt x="125" y="241"/>
                  <a:pt x="128" y="237"/>
                  <a:pt x="128" y="233"/>
                </a:cubicBezTo>
                <a:cubicBezTo>
                  <a:pt x="128" y="160"/>
                  <a:pt x="128" y="160"/>
                  <a:pt x="128" y="160"/>
                </a:cubicBezTo>
                <a:cubicBezTo>
                  <a:pt x="321" y="160"/>
                  <a:pt x="321" y="160"/>
                  <a:pt x="321" y="160"/>
                </a:cubicBezTo>
                <a:cubicBezTo>
                  <a:pt x="339" y="160"/>
                  <a:pt x="353" y="146"/>
                  <a:pt x="353" y="128"/>
                </a:cubicBezTo>
                <a:cubicBezTo>
                  <a:pt x="353" y="112"/>
                  <a:pt x="353" y="112"/>
                  <a:pt x="353" y="112"/>
                </a:cubicBezTo>
                <a:cubicBezTo>
                  <a:pt x="353" y="95"/>
                  <a:pt x="339" y="80"/>
                  <a:pt x="321" y="80"/>
                </a:cubicBezTo>
                <a:moveTo>
                  <a:pt x="337" y="128"/>
                </a:moveTo>
                <a:cubicBezTo>
                  <a:pt x="337" y="137"/>
                  <a:pt x="330" y="144"/>
                  <a:pt x="321" y="144"/>
                </a:cubicBezTo>
                <a:cubicBezTo>
                  <a:pt x="112" y="144"/>
                  <a:pt x="112" y="144"/>
                  <a:pt x="112" y="144"/>
                </a:cubicBezTo>
                <a:cubicBezTo>
                  <a:pt x="112" y="213"/>
                  <a:pt x="112" y="213"/>
                  <a:pt x="112" y="213"/>
                </a:cubicBezTo>
                <a:cubicBezTo>
                  <a:pt x="19" y="120"/>
                  <a:pt x="19" y="120"/>
                  <a:pt x="19" y="120"/>
                </a:cubicBezTo>
                <a:cubicBezTo>
                  <a:pt x="112" y="27"/>
                  <a:pt x="112" y="27"/>
                  <a:pt x="112" y="27"/>
                </a:cubicBezTo>
                <a:cubicBezTo>
                  <a:pt x="112" y="96"/>
                  <a:pt x="112" y="96"/>
                  <a:pt x="112" y="96"/>
                </a:cubicBezTo>
                <a:cubicBezTo>
                  <a:pt x="321" y="96"/>
                  <a:pt x="321" y="96"/>
                  <a:pt x="321" y="96"/>
                </a:cubicBezTo>
                <a:cubicBezTo>
                  <a:pt x="330" y="96"/>
                  <a:pt x="337" y="103"/>
                  <a:pt x="337" y="112"/>
                </a:cubicBezTo>
                <a:lnTo>
                  <a:pt x="337" y="128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4" name="Freeform 32"/>
          <p:cNvSpPr>
            <a:spLocks noEditPoints="1"/>
          </p:cNvSpPr>
          <p:nvPr/>
        </p:nvSpPr>
        <p:spPr bwMode="auto">
          <a:xfrm>
            <a:off x="8585202" y="3166534"/>
            <a:ext cx="579967" cy="397933"/>
          </a:xfrm>
          <a:custGeom>
            <a:avLst/>
            <a:gdLst>
              <a:gd name="T0" fmla="*/ 351 w 353"/>
              <a:gd name="T1" fmla="*/ 115 h 241"/>
              <a:gd name="T2" fmla="*/ 239 w 353"/>
              <a:gd name="T3" fmla="*/ 2 h 241"/>
              <a:gd name="T4" fmla="*/ 233 w 353"/>
              <a:gd name="T5" fmla="*/ 0 h 241"/>
              <a:gd name="T6" fmla="*/ 225 w 353"/>
              <a:gd name="T7" fmla="*/ 8 h 241"/>
              <a:gd name="T8" fmla="*/ 225 w 353"/>
              <a:gd name="T9" fmla="*/ 80 h 241"/>
              <a:gd name="T10" fmla="*/ 32 w 353"/>
              <a:gd name="T11" fmla="*/ 80 h 241"/>
              <a:gd name="T12" fmla="*/ 0 w 353"/>
              <a:gd name="T13" fmla="*/ 112 h 241"/>
              <a:gd name="T14" fmla="*/ 0 w 353"/>
              <a:gd name="T15" fmla="*/ 128 h 241"/>
              <a:gd name="T16" fmla="*/ 32 w 353"/>
              <a:gd name="T17" fmla="*/ 160 h 241"/>
              <a:gd name="T18" fmla="*/ 225 w 353"/>
              <a:gd name="T19" fmla="*/ 160 h 241"/>
              <a:gd name="T20" fmla="*/ 225 w 353"/>
              <a:gd name="T21" fmla="*/ 233 h 241"/>
              <a:gd name="T22" fmla="*/ 233 w 353"/>
              <a:gd name="T23" fmla="*/ 241 h 241"/>
              <a:gd name="T24" fmla="*/ 239 w 353"/>
              <a:gd name="T25" fmla="*/ 238 h 241"/>
              <a:gd name="T26" fmla="*/ 351 w 353"/>
              <a:gd name="T27" fmla="*/ 126 h 241"/>
              <a:gd name="T28" fmla="*/ 353 w 353"/>
              <a:gd name="T29" fmla="*/ 120 h 241"/>
              <a:gd name="T30" fmla="*/ 351 w 353"/>
              <a:gd name="T31" fmla="*/ 115 h 241"/>
              <a:gd name="T32" fmla="*/ 241 w 353"/>
              <a:gd name="T33" fmla="*/ 213 h 241"/>
              <a:gd name="T34" fmla="*/ 241 w 353"/>
              <a:gd name="T35" fmla="*/ 144 h 241"/>
              <a:gd name="T36" fmla="*/ 32 w 353"/>
              <a:gd name="T37" fmla="*/ 144 h 241"/>
              <a:gd name="T38" fmla="*/ 16 w 353"/>
              <a:gd name="T39" fmla="*/ 128 h 241"/>
              <a:gd name="T40" fmla="*/ 16 w 353"/>
              <a:gd name="T41" fmla="*/ 112 h 241"/>
              <a:gd name="T42" fmla="*/ 32 w 353"/>
              <a:gd name="T43" fmla="*/ 96 h 241"/>
              <a:gd name="T44" fmla="*/ 241 w 353"/>
              <a:gd name="T45" fmla="*/ 96 h 241"/>
              <a:gd name="T46" fmla="*/ 241 w 353"/>
              <a:gd name="T47" fmla="*/ 27 h 241"/>
              <a:gd name="T48" fmla="*/ 334 w 353"/>
              <a:gd name="T49" fmla="*/ 120 h 241"/>
              <a:gd name="T50" fmla="*/ 241 w 353"/>
              <a:gd name="T51" fmla="*/ 213 h 2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353" h="241">
                <a:moveTo>
                  <a:pt x="351" y="115"/>
                </a:moveTo>
                <a:cubicBezTo>
                  <a:pt x="239" y="2"/>
                  <a:pt x="239" y="2"/>
                  <a:pt x="239" y="2"/>
                </a:cubicBezTo>
                <a:cubicBezTo>
                  <a:pt x="237" y="1"/>
                  <a:pt x="235" y="0"/>
                  <a:pt x="233" y="0"/>
                </a:cubicBezTo>
                <a:cubicBezTo>
                  <a:pt x="229" y="0"/>
                  <a:pt x="225" y="3"/>
                  <a:pt x="225" y="8"/>
                </a:cubicBezTo>
                <a:cubicBezTo>
                  <a:pt x="225" y="80"/>
                  <a:pt x="225" y="80"/>
                  <a:pt x="225" y="80"/>
                </a:cubicBezTo>
                <a:cubicBezTo>
                  <a:pt x="32" y="80"/>
                  <a:pt x="32" y="80"/>
                  <a:pt x="32" y="80"/>
                </a:cubicBezTo>
                <a:cubicBezTo>
                  <a:pt x="15" y="80"/>
                  <a:pt x="0" y="95"/>
                  <a:pt x="0" y="112"/>
                </a:cubicBezTo>
                <a:cubicBezTo>
                  <a:pt x="0" y="128"/>
                  <a:pt x="0" y="128"/>
                  <a:pt x="0" y="128"/>
                </a:cubicBezTo>
                <a:cubicBezTo>
                  <a:pt x="0" y="146"/>
                  <a:pt x="15" y="160"/>
                  <a:pt x="32" y="160"/>
                </a:cubicBezTo>
                <a:cubicBezTo>
                  <a:pt x="225" y="160"/>
                  <a:pt x="225" y="160"/>
                  <a:pt x="225" y="160"/>
                </a:cubicBezTo>
                <a:cubicBezTo>
                  <a:pt x="225" y="233"/>
                  <a:pt x="225" y="233"/>
                  <a:pt x="225" y="233"/>
                </a:cubicBezTo>
                <a:cubicBezTo>
                  <a:pt x="225" y="237"/>
                  <a:pt x="229" y="241"/>
                  <a:pt x="233" y="241"/>
                </a:cubicBezTo>
                <a:cubicBezTo>
                  <a:pt x="235" y="241"/>
                  <a:pt x="237" y="240"/>
                  <a:pt x="239" y="238"/>
                </a:cubicBezTo>
                <a:cubicBezTo>
                  <a:pt x="351" y="126"/>
                  <a:pt x="351" y="126"/>
                  <a:pt x="351" y="126"/>
                </a:cubicBezTo>
                <a:cubicBezTo>
                  <a:pt x="353" y="125"/>
                  <a:pt x="353" y="123"/>
                  <a:pt x="353" y="120"/>
                </a:cubicBezTo>
                <a:cubicBezTo>
                  <a:pt x="353" y="118"/>
                  <a:pt x="353" y="116"/>
                  <a:pt x="351" y="115"/>
                </a:cubicBezTo>
                <a:moveTo>
                  <a:pt x="241" y="213"/>
                </a:moveTo>
                <a:cubicBezTo>
                  <a:pt x="241" y="144"/>
                  <a:pt x="241" y="144"/>
                  <a:pt x="241" y="144"/>
                </a:cubicBezTo>
                <a:cubicBezTo>
                  <a:pt x="32" y="144"/>
                  <a:pt x="32" y="144"/>
                  <a:pt x="32" y="144"/>
                </a:cubicBezTo>
                <a:cubicBezTo>
                  <a:pt x="23" y="144"/>
                  <a:pt x="16" y="137"/>
                  <a:pt x="16" y="128"/>
                </a:cubicBezTo>
                <a:cubicBezTo>
                  <a:pt x="16" y="112"/>
                  <a:pt x="16" y="112"/>
                  <a:pt x="16" y="112"/>
                </a:cubicBezTo>
                <a:cubicBezTo>
                  <a:pt x="16" y="103"/>
                  <a:pt x="23" y="96"/>
                  <a:pt x="32" y="96"/>
                </a:cubicBezTo>
                <a:cubicBezTo>
                  <a:pt x="241" y="96"/>
                  <a:pt x="241" y="96"/>
                  <a:pt x="241" y="96"/>
                </a:cubicBezTo>
                <a:cubicBezTo>
                  <a:pt x="241" y="27"/>
                  <a:pt x="241" y="27"/>
                  <a:pt x="241" y="27"/>
                </a:cubicBezTo>
                <a:cubicBezTo>
                  <a:pt x="334" y="120"/>
                  <a:pt x="334" y="120"/>
                  <a:pt x="334" y="120"/>
                </a:cubicBezTo>
                <a:lnTo>
                  <a:pt x="241" y="213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5" name="Freeform 33"/>
          <p:cNvSpPr>
            <a:spLocks/>
          </p:cNvSpPr>
          <p:nvPr/>
        </p:nvSpPr>
        <p:spPr bwMode="auto">
          <a:xfrm>
            <a:off x="9776884" y="3073400"/>
            <a:ext cx="423333" cy="584200"/>
          </a:xfrm>
          <a:custGeom>
            <a:avLst/>
            <a:gdLst>
              <a:gd name="T0" fmla="*/ 254 w 257"/>
              <a:gd name="T1" fmla="*/ 82 h 353"/>
              <a:gd name="T2" fmla="*/ 174 w 257"/>
              <a:gd name="T3" fmla="*/ 2 h 353"/>
              <a:gd name="T4" fmla="*/ 168 w 257"/>
              <a:gd name="T5" fmla="*/ 0 h 353"/>
              <a:gd name="T6" fmla="*/ 160 w 257"/>
              <a:gd name="T7" fmla="*/ 8 h 353"/>
              <a:gd name="T8" fmla="*/ 163 w 257"/>
              <a:gd name="T9" fmla="*/ 13 h 353"/>
              <a:gd name="T10" fmla="*/ 229 w 257"/>
              <a:gd name="T11" fmla="*/ 80 h 353"/>
              <a:gd name="T12" fmla="*/ 8 w 257"/>
              <a:gd name="T13" fmla="*/ 80 h 353"/>
              <a:gd name="T14" fmla="*/ 0 w 257"/>
              <a:gd name="T15" fmla="*/ 88 h 353"/>
              <a:gd name="T16" fmla="*/ 0 w 257"/>
              <a:gd name="T17" fmla="*/ 345 h 353"/>
              <a:gd name="T18" fmla="*/ 8 w 257"/>
              <a:gd name="T19" fmla="*/ 353 h 353"/>
              <a:gd name="T20" fmla="*/ 16 w 257"/>
              <a:gd name="T21" fmla="*/ 345 h 353"/>
              <a:gd name="T22" fmla="*/ 16 w 257"/>
              <a:gd name="T23" fmla="*/ 96 h 353"/>
              <a:gd name="T24" fmla="*/ 229 w 257"/>
              <a:gd name="T25" fmla="*/ 96 h 353"/>
              <a:gd name="T26" fmla="*/ 163 w 257"/>
              <a:gd name="T27" fmla="*/ 163 h 353"/>
              <a:gd name="T28" fmla="*/ 160 w 257"/>
              <a:gd name="T29" fmla="*/ 168 h 353"/>
              <a:gd name="T30" fmla="*/ 168 w 257"/>
              <a:gd name="T31" fmla="*/ 176 h 353"/>
              <a:gd name="T32" fmla="*/ 174 w 257"/>
              <a:gd name="T33" fmla="*/ 174 h 353"/>
              <a:gd name="T34" fmla="*/ 254 w 257"/>
              <a:gd name="T35" fmla="*/ 94 h 353"/>
              <a:gd name="T36" fmla="*/ 257 w 257"/>
              <a:gd name="T37" fmla="*/ 88 h 353"/>
              <a:gd name="T38" fmla="*/ 254 w 257"/>
              <a:gd name="T39" fmla="*/ 82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257" h="353">
                <a:moveTo>
                  <a:pt x="254" y="82"/>
                </a:moveTo>
                <a:cubicBezTo>
                  <a:pt x="174" y="2"/>
                  <a:pt x="174" y="2"/>
                  <a:pt x="174" y="2"/>
                </a:cubicBezTo>
                <a:cubicBezTo>
                  <a:pt x="173" y="1"/>
                  <a:pt x="171" y="0"/>
                  <a:pt x="168" y="0"/>
                </a:cubicBezTo>
                <a:cubicBezTo>
                  <a:pt x="164" y="0"/>
                  <a:pt x="160" y="3"/>
                  <a:pt x="160" y="8"/>
                </a:cubicBezTo>
                <a:cubicBezTo>
                  <a:pt x="160" y="10"/>
                  <a:pt x="161" y="12"/>
                  <a:pt x="163" y="13"/>
                </a:cubicBezTo>
                <a:cubicBezTo>
                  <a:pt x="229" y="80"/>
                  <a:pt x="229" y="80"/>
                  <a:pt x="229" y="80"/>
                </a:cubicBezTo>
                <a:cubicBezTo>
                  <a:pt x="8" y="80"/>
                  <a:pt x="8" y="80"/>
                  <a:pt x="8" y="80"/>
                </a:cubicBezTo>
                <a:cubicBezTo>
                  <a:pt x="3" y="80"/>
                  <a:pt x="0" y="84"/>
                  <a:pt x="0" y="88"/>
                </a:cubicBezTo>
                <a:cubicBezTo>
                  <a:pt x="0" y="345"/>
                  <a:pt x="0" y="345"/>
                  <a:pt x="0" y="345"/>
                </a:cubicBezTo>
                <a:cubicBezTo>
                  <a:pt x="0" y="349"/>
                  <a:pt x="3" y="353"/>
                  <a:pt x="8" y="353"/>
                </a:cubicBezTo>
                <a:cubicBezTo>
                  <a:pt x="12" y="353"/>
                  <a:pt x="16" y="349"/>
                  <a:pt x="16" y="345"/>
                </a:cubicBezTo>
                <a:cubicBezTo>
                  <a:pt x="16" y="96"/>
                  <a:pt x="16" y="96"/>
                  <a:pt x="16" y="96"/>
                </a:cubicBezTo>
                <a:cubicBezTo>
                  <a:pt x="229" y="96"/>
                  <a:pt x="229" y="96"/>
                  <a:pt x="229" y="96"/>
                </a:cubicBezTo>
                <a:cubicBezTo>
                  <a:pt x="163" y="163"/>
                  <a:pt x="163" y="163"/>
                  <a:pt x="163" y="163"/>
                </a:cubicBezTo>
                <a:cubicBezTo>
                  <a:pt x="161" y="164"/>
                  <a:pt x="160" y="166"/>
                  <a:pt x="160" y="168"/>
                </a:cubicBezTo>
                <a:cubicBezTo>
                  <a:pt x="160" y="173"/>
                  <a:pt x="164" y="176"/>
                  <a:pt x="168" y="176"/>
                </a:cubicBezTo>
                <a:cubicBezTo>
                  <a:pt x="171" y="176"/>
                  <a:pt x="173" y="175"/>
                  <a:pt x="174" y="174"/>
                </a:cubicBezTo>
                <a:cubicBezTo>
                  <a:pt x="254" y="94"/>
                  <a:pt x="254" y="94"/>
                  <a:pt x="254" y="94"/>
                </a:cubicBezTo>
                <a:cubicBezTo>
                  <a:pt x="256" y="92"/>
                  <a:pt x="257" y="90"/>
                  <a:pt x="257" y="88"/>
                </a:cubicBezTo>
                <a:cubicBezTo>
                  <a:pt x="257" y="86"/>
                  <a:pt x="256" y="84"/>
                  <a:pt x="254" y="82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6" name="Freeform 34"/>
          <p:cNvSpPr>
            <a:spLocks noEditPoints="1"/>
          </p:cNvSpPr>
          <p:nvPr/>
        </p:nvSpPr>
        <p:spPr bwMode="auto">
          <a:xfrm>
            <a:off x="10807702" y="3153834"/>
            <a:ext cx="582084" cy="423333"/>
          </a:xfrm>
          <a:custGeom>
            <a:avLst/>
            <a:gdLst>
              <a:gd name="T0" fmla="*/ 351 w 353"/>
              <a:gd name="T1" fmla="*/ 82 h 257"/>
              <a:gd name="T2" fmla="*/ 270 w 353"/>
              <a:gd name="T3" fmla="*/ 2 h 257"/>
              <a:gd name="T4" fmla="*/ 265 w 353"/>
              <a:gd name="T5" fmla="*/ 0 h 257"/>
              <a:gd name="T6" fmla="*/ 257 w 353"/>
              <a:gd name="T7" fmla="*/ 8 h 257"/>
              <a:gd name="T8" fmla="*/ 257 w 353"/>
              <a:gd name="T9" fmla="*/ 80 h 257"/>
              <a:gd name="T10" fmla="*/ 8 w 353"/>
              <a:gd name="T11" fmla="*/ 80 h 257"/>
              <a:gd name="T12" fmla="*/ 0 w 353"/>
              <a:gd name="T13" fmla="*/ 88 h 257"/>
              <a:gd name="T14" fmla="*/ 0 w 353"/>
              <a:gd name="T15" fmla="*/ 249 h 257"/>
              <a:gd name="T16" fmla="*/ 8 w 353"/>
              <a:gd name="T17" fmla="*/ 257 h 257"/>
              <a:gd name="T18" fmla="*/ 16 w 353"/>
              <a:gd name="T19" fmla="*/ 249 h 257"/>
              <a:gd name="T20" fmla="*/ 16 w 353"/>
              <a:gd name="T21" fmla="*/ 96 h 257"/>
              <a:gd name="T22" fmla="*/ 257 w 353"/>
              <a:gd name="T23" fmla="*/ 96 h 257"/>
              <a:gd name="T24" fmla="*/ 257 w 353"/>
              <a:gd name="T25" fmla="*/ 168 h 257"/>
              <a:gd name="T26" fmla="*/ 265 w 353"/>
              <a:gd name="T27" fmla="*/ 176 h 257"/>
              <a:gd name="T28" fmla="*/ 270 w 353"/>
              <a:gd name="T29" fmla="*/ 174 h 257"/>
              <a:gd name="T30" fmla="*/ 351 w 353"/>
              <a:gd name="T31" fmla="*/ 94 h 257"/>
              <a:gd name="T32" fmla="*/ 353 w 353"/>
              <a:gd name="T33" fmla="*/ 88 h 257"/>
              <a:gd name="T34" fmla="*/ 351 w 353"/>
              <a:gd name="T35" fmla="*/ 82 h 257"/>
              <a:gd name="T36" fmla="*/ 273 w 353"/>
              <a:gd name="T37" fmla="*/ 149 h 257"/>
              <a:gd name="T38" fmla="*/ 273 w 353"/>
              <a:gd name="T39" fmla="*/ 27 h 257"/>
              <a:gd name="T40" fmla="*/ 334 w 353"/>
              <a:gd name="T41" fmla="*/ 88 h 257"/>
              <a:gd name="T42" fmla="*/ 273 w 353"/>
              <a:gd name="T43" fmla="*/ 149 h 2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353" h="257">
                <a:moveTo>
                  <a:pt x="351" y="82"/>
                </a:moveTo>
                <a:cubicBezTo>
                  <a:pt x="270" y="2"/>
                  <a:pt x="270" y="2"/>
                  <a:pt x="270" y="2"/>
                </a:cubicBezTo>
                <a:cubicBezTo>
                  <a:pt x="269" y="1"/>
                  <a:pt x="267" y="0"/>
                  <a:pt x="265" y="0"/>
                </a:cubicBezTo>
                <a:cubicBezTo>
                  <a:pt x="260" y="0"/>
                  <a:pt x="257" y="3"/>
                  <a:pt x="257" y="8"/>
                </a:cubicBezTo>
                <a:cubicBezTo>
                  <a:pt x="257" y="80"/>
                  <a:pt x="257" y="80"/>
                  <a:pt x="257" y="80"/>
                </a:cubicBezTo>
                <a:cubicBezTo>
                  <a:pt x="8" y="80"/>
                  <a:pt x="8" y="80"/>
                  <a:pt x="8" y="80"/>
                </a:cubicBezTo>
                <a:cubicBezTo>
                  <a:pt x="3" y="80"/>
                  <a:pt x="0" y="84"/>
                  <a:pt x="0" y="88"/>
                </a:cubicBezTo>
                <a:cubicBezTo>
                  <a:pt x="0" y="249"/>
                  <a:pt x="0" y="249"/>
                  <a:pt x="0" y="249"/>
                </a:cubicBezTo>
                <a:cubicBezTo>
                  <a:pt x="0" y="253"/>
                  <a:pt x="3" y="257"/>
                  <a:pt x="8" y="257"/>
                </a:cubicBezTo>
                <a:cubicBezTo>
                  <a:pt x="12" y="257"/>
                  <a:pt x="16" y="253"/>
                  <a:pt x="16" y="249"/>
                </a:cubicBezTo>
                <a:cubicBezTo>
                  <a:pt x="16" y="96"/>
                  <a:pt x="16" y="96"/>
                  <a:pt x="16" y="96"/>
                </a:cubicBezTo>
                <a:cubicBezTo>
                  <a:pt x="257" y="96"/>
                  <a:pt x="257" y="96"/>
                  <a:pt x="257" y="96"/>
                </a:cubicBezTo>
                <a:cubicBezTo>
                  <a:pt x="257" y="168"/>
                  <a:pt x="257" y="168"/>
                  <a:pt x="257" y="168"/>
                </a:cubicBezTo>
                <a:cubicBezTo>
                  <a:pt x="257" y="173"/>
                  <a:pt x="260" y="176"/>
                  <a:pt x="265" y="176"/>
                </a:cubicBezTo>
                <a:cubicBezTo>
                  <a:pt x="267" y="176"/>
                  <a:pt x="269" y="176"/>
                  <a:pt x="270" y="174"/>
                </a:cubicBezTo>
                <a:cubicBezTo>
                  <a:pt x="351" y="94"/>
                  <a:pt x="351" y="94"/>
                  <a:pt x="351" y="94"/>
                </a:cubicBezTo>
                <a:cubicBezTo>
                  <a:pt x="352" y="92"/>
                  <a:pt x="353" y="90"/>
                  <a:pt x="353" y="88"/>
                </a:cubicBezTo>
                <a:cubicBezTo>
                  <a:pt x="353" y="86"/>
                  <a:pt x="352" y="84"/>
                  <a:pt x="351" y="82"/>
                </a:cubicBezTo>
                <a:moveTo>
                  <a:pt x="273" y="149"/>
                </a:moveTo>
                <a:cubicBezTo>
                  <a:pt x="273" y="27"/>
                  <a:pt x="273" y="27"/>
                  <a:pt x="273" y="27"/>
                </a:cubicBezTo>
                <a:cubicBezTo>
                  <a:pt x="334" y="88"/>
                  <a:pt x="334" y="88"/>
                  <a:pt x="334" y="88"/>
                </a:cubicBezTo>
                <a:lnTo>
                  <a:pt x="273" y="149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7" name="Freeform 35"/>
          <p:cNvSpPr>
            <a:spLocks noEditPoints="1"/>
          </p:cNvSpPr>
          <p:nvPr/>
        </p:nvSpPr>
        <p:spPr bwMode="auto">
          <a:xfrm>
            <a:off x="804335" y="4186767"/>
            <a:ext cx="582084" cy="582084"/>
          </a:xfrm>
          <a:custGeom>
            <a:avLst/>
            <a:gdLst>
              <a:gd name="T0" fmla="*/ 152 w 353"/>
              <a:gd name="T1" fmla="*/ 193 h 353"/>
              <a:gd name="T2" fmla="*/ 147 w 353"/>
              <a:gd name="T3" fmla="*/ 195 h 353"/>
              <a:gd name="T4" fmla="*/ 16 w 353"/>
              <a:gd name="T5" fmla="*/ 326 h 353"/>
              <a:gd name="T6" fmla="*/ 16 w 353"/>
              <a:gd name="T7" fmla="*/ 233 h 353"/>
              <a:gd name="T8" fmla="*/ 8 w 353"/>
              <a:gd name="T9" fmla="*/ 225 h 353"/>
              <a:gd name="T10" fmla="*/ 0 w 353"/>
              <a:gd name="T11" fmla="*/ 233 h 353"/>
              <a:gd name="T12" fmla="*/ 0 w 353"/>
              <a:gd name="T13" fmla="*/ 345 h 353"/>
              <a:gd name="T14" fmla="*/ 8 w 353"/>
              <a:gd name="T15" fmla="*/ 353 h 353"/>
              <a:gd name="T16" fmla="*/ 120 w 353"/>
              <a:gd name="T17" fmla="*/ 353 h 353"/>
              <a:gd name="T18" fmla="*/ 128 w 353"/>
              <a:gd name="T19" fmla="*/ 345 h 353"/>
              <a:gd name="T20" fmla="*/ 120 w 353"/>
              <a:gd name="T21" fmla="*/ 337 h 353"/>
              <a:gd name="T22" fmla="*/ 27 w 353"/>
              <a:gd name="T23" fmla="*/ 337 h 353"/>
              <a:gd name="T24" fmla="*/ 158 w 353"/>
              <a:gd name="T25" fmla="*/ 206 h 353"/>
              <a:gd name="T26" fmla="*/ 160 w 353"/>
              <a:gd name="T27" fmla="*/ 201 h 353"/>
              <a:gd name="T28" fmla="*/ 152 w 353"/>
              <a:gd name="T29" fmla="*/ 193 h 353"/>
              <a:gd name="T30" fmla="*/ 345 w 353"/>
              <a:gd name="T31" fmla="*/ 0 h 353"/>
              <a:gd name="T32" fmla="*/ 233 w 353"/>
              <a:gd name="T33" fmla="*/ 0 h 353"/>
              <a:gd name="T34" fmla="*/ 225 w 353"/>
              <a:gd name="T35" fmla="*/ 8 h 353"/>
              <a:gd name="T36" fmla="*/ 233 w 353"/>
              <a:gd name="T37" fmla="*/ 16 h 353"/>
              <a:gd name="T38" fmla="*/ 326 w 353"/>
              <a:gd name="T39" fmla="*/ 16 h 353"/>
              <a:gd name="T40" fmla="*/ 195 w 353"/>
              <a:gd name="T41" fmla="*/ 147 h 353"/>
              <a:gd name="T42" fmla="*/ 193 w 353"/>
              <a:gd name="T43" fmla="*/ 153 h 353"/>
              <a:gd name="T44" fmla="*/ 201 w 353"/>
              <a:gd name="T45" fmla="*/ 161 h 353"/>
              <a:gd name="T46" fmla="*/ 206 w 353"/>
              <a:gd name="T47" fmla="*/ 158 h 353"/>
              <a:gd name="T48" fmla="*/ 337 w 353"/>
              <a:gd name="T49" fmla="*/ 27 h 353"/>
              <a:gd name="T50" fmla="*/ 337 w 353"/>
              <a:gd name="T51" fmla="*/ 120 h 353"/>
              <a:gd name="T52" fmla="*/ 345 w 353"/>
              <a:gd name="T53" fmla="*/ 128 h 353"/>
              <a:gd name="T54" fmla="*/ 353 w 353"/>
              <a:gd name="T55" fmla="*/ 120 h 353"/>
              <a:gd name="T56" fmla="*/ 353 w 353"/>
              <a:gd name="T57" fmla="*/ 8 h 353"/>
              <a:gd name="T58" fmla="*/ 345 w 353"/>
              <a:gd name="T59" fmla="*/ 0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353" h="353">
                <a:moveTo>
                  <a:pt x="152" y="193"/>
                </a:moveTo>
                <a:cubicBezTo>
                  <a:pt x="150" y="193"/>
                  <a:pt x="148" y="194"/>
                  <a:pt x="147" y="195"/>
                </a:cubicBezTo>
                <a:cubicBezTo>
                  <a:pt x="16" y="326"/>
                  <a:pt x="16" y="326"/>
                  <a:pt x="16" y="326"/>
                </a:cubicBezTo>
                <a:cubicBezTo>
                  <a:pt x="16" y="233"/>
                  <a:pt x="16" y="233"/>
                  <a:pt x="16" y="233"/>
                </a:cubicBezTo>
                <a:cubicBezTo>
                  <a:pt x="16" y="228"/>
                  <a:pt x="12" y="225"/>
                  <a:pt x="8" y="225"/>
                </a:cubicBezTo>
                <a:cubicBezTo>
                  <a:pt x="3" y="225"/>
                  <a:pt x="0" y="228"/>
                  <a:pt x="0" y="233"/>
                </a:cubicBezTo>
                <a:cubicBezTo>
                  <a:pt x="0" y="345"/>
                  <a:pt x="0" y="345"/>
                  <a:pt x="0" y="345"/>
                </a:cubicBezTo>
                <a:cubicBezTo>
                  <a:pt x="0" y="350"/>
                  <a:pt x="3" y="353"/>
                  <a:pt x="8" y="353"/>
                </a:cubicBezTo>
                <a:cubicBezTo>
                  <a:pt x="120" y="353"/>
                  <a:pt x="120" y="353"/>
                  <a:pt x="120" y="353"/>
                </a:cubicBezTo>
                <a:cubicBezTo>
                  <a:pt x="125" y="353"/>
                  <a:pt x="128" y="350"/>
                  <a:pt x="128" y="345"/>
                </a:cubicBezTo>
                <a:cubicBezTo>
                  <a:pt x="128" y="341"/>
                  <a:pt x="125" y="337"/>
                  <a:pt x="120" y="337"/>
                </a:cubicBezTo>
                <a:cubicBezTo>
                  <a:pt x="27" y="337"/>
                  <a:pt x="27" y="337"/>
                  <a:pt x="27" y="337"/>
                </a:cubicBezTo>
                <a:cubicBezTo>
                  <a:pt x="158" y="206"/>
                  <a:pt x="158" y="206"/>
                  <a:pt x="158" y="206"/>
                </a:cubicBezTo>
                <a:cubicBezTo>
                  <a:pt x="160" y="205"/>
                  <a:pt x="160" y="203"/>
                  <a:pt x="160" y="201"/>
                </a:cubicBezTo>
                <a:cubicBezTo>
                  <a:pt x="160" y="196"/>
                  <a:pt x="157" y="193"/>
                  <a:pt x="152" y="193"/>
                </a:cubicBezTo>
                <a:moveTo>
                  <a:pt x="345" y="0"/>
                </a:moveTo>
                <a:cubicBezTo>
                  <a:pt x="233" y="0"/>
                  <a:pt x="233" y="0"/>
                  <a:pt x="233" y="0"/>
                </a:cubicBezTo>
                <a:cubicBezTo>
                  <a:pt x="228" y="0"/>
                  <a:pt x="225" y="4"/>
                  <a:pt x="225" y="8"/>
                </a:cubicBezTo>
                <a:cubicBezTo>
                  <a:pt x="225" y="12"/>
                  <a:pt x="228" y="16"/>
                  <a:pt x="233" y="16"/>
                </a:cubicBezTo>
                <a:cubicBezTo>
                  <a:pt x="326" y="16"/>
                  <a:pt x="326" y="16"/>
                  <a:pt x="326" y="16"/>
                </a:cubicBezTo>
                <a:cubicBezTo>
                  <a:pt x="195" y="147"/>
                  <a:pt x="195" y="147"/>
                  <a:pt x="195" y="147"/>
                </a:cubicBezTo>
                <a:cubicBezTo>
                  <a:pt x="193" y="148"/>
                  <a:pt x="193" y="150"/>
                  <a:pt x="193" y="153"/>
                </a:cubicBezTo>
                <a:cubicBezTo>
                  <a:pt x="193" y="157"/>
                  <a:pt x="196" y="161"/>
                  <a:pt x="201" y="161"/>
                </a:cubicBezTo>
                <a:cubicBezTo>
                  <a:pt x="203" y="161"/>
                  <a:pt x="205" y="160"/>
                  <a:pt x="206" y="158"/>
                </a:cubicBezTo>
                <a:cubicBezTo>
                  <a:pt x="337" y="27"/>
                  <a:pt x="337" y="27"/>
                  <a:pt x="337" y="27"/>
                </a:cubicBezTo>
                <a:cubicBezTo>
                  <a:pt x="337" y="120"/>
                  <a:pt x="337" y="120"/>
                  <a:pt x="337" y="120"/>
                </a:cubicBezTo>
                <a:cubicBezTo>
                  <a:pt x="337" y="125"/>
                  <a:pt x="341" y="128"/>
                  <a:pt x="345" y="128"/>
                </a:cubicBezTo>
                <a:cubicBezTo>
                  <a:pt x="350" y="128"/>
                  <a:pt x="353" y="125"/>
                  <a:pt x="353" y="120"/>
                </a:cubicBezTo>
                <a:cubicBezTo>
                  <a:pt x="353" y="8"/>
                  <a:pt x="353" y="8"/>
                  <a:pt x="353" y="8"/>
                </a:cubicBezTo>
                <a:cubicBezTo>
                  <a:pt x="353" y="4"/>
                  <a:pt x="350" y="0"/>
                  <a:pt x="345" y="0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8" name="Freeform 36"/>
          <p:cNvSpPr>
            <a:spLocks noEditPoints="1"/>
          </p:cNvSpPr>
          <p:nvPr/>
        </p:nvSpPr>
        <p:spPr bwMode="auto">
          <a:xfrm>
            <a:off x="1915585" y="4186767"/>
            <a:ext cx="582084" cy="582084"/>
          </a:xfrm>
          <a:custGeom>
            <a:avLst/>
            <a:gdLst>
              <a:gd name="T0" fmla="*/ 153 w 353"/>
              <a:gd name="T1" fmla="*/ 193 h 353"/>
              <a:gd name="T2" fmla="*/ 40 w 353"/>
              <a:gd name="T3" fmla="*/ 193 h 353"/>
              <a:gd name="T4" fmla="*/ 32 w 353"/>
              <a:gd name="T5" fmla="*/ 201 h 353"/>
              <a:gd name="T6" fmla="*/ 40 w 353"/>
              <a:gd name="T7" fmla="*/ 209 h 353"/>
              <a:gd name="T8" fmla="*/ 133 w 353"/>
              <a:gd name="T9" fmla="*/ 209 h 353"/>
              <a:gd name="T10" fmla="*/ 3 w 353"/>
              <a:gd name="T11" fmla="*/ 340 h 353"/>
              <a:gd name="T12" fmla="*/ 0 w 353"/>
              <a:gd name="T13" fmla="*/ 345 h 353"/>
              <a:gd name="T14" fmla="*/ 8 w 353"/>
              <a:gd name="T15" fmla="*/ 353 h 353"/>
              <a:gd name="T16" fmla="*/ 14 w 353"/>
              <a:gd name="T17" fmla="*/ 351 h 353"/>
              <a:gd name="T18" fmla="*/ 145 w 353"/>
              <a:gd name="T19" fmla="*/ 220 h 353"/>
              <a:gd name="T20" fmla="*/ 145 w 353"/>
              <a:gd name="T21" fmla="*/ 313 h 353"/>
              <a:gd name="T22" fmla="*/ 153 w 353"/>
              <a:gd name="T23" fmla="*/ 321 h 353"/>
              <a:gd name="T24" fmla="*/ 161 w 353"/>
              <a:gd name="T25" fmla="*/ 313 h 353"/>
              <a:gd name="T26" fmla="*/ 161 w 353"/>
              <a:gd name="T27" fmla="*/ 201 h 353"/>
              <a:gd name="T28" fmla="*/ 153 w 353"/>
              <a:gd name="T29" fmla="*/ 193 h 353"/>
              <a:gd name="T30" fmla="*/ 353 w 353"/>
              <a:gd name="T31" fmla="*/ 8 h 353"/>
              <a:gd name="T32" fmla="*/ 345 w 353"/>
              <a:gd name="T33" fmla="*/ 0 h 353"/>
              <a:gd name="T34" fmla="*/ 340 w 353"/>
              <a:gd name="T35" fmla="*/ 2 h 353"/>
              <a:gd name="T36" fmla="*/ 209 w 353"/>
              <a:gd name="T37" fmla="*/ 133 h 353"/>
              <a:gd name="T38" fmla="*/ 209 w 353"/>
              <a:gd name="T39" fmla="*/ 40 h 353"/>
              <a:gd name="T40" fmla="*/ 201 w 353"/>
              <a:gd name="T41" fmla="*/ 32 h 353"/>
              <a:gd name="T42" fmla="*/ 193 w 353"/>
              <a:gd name="T43" fmla="*/ 40 h 353"/>
              <a:gd name="T44" fmla="*/ 193 w 353"/>
              <a:gd name="T45" fmla="*/ 153 h 353"/>
              <a:gd name="T46" fmla="*/ 201 w 353"/>
              <a:gd name="T47" fmla="*/ 161 h 353"/>
              <a:gd name="T48" fmla="*/ 313 w 353"/>
              <a:gd name="T49" fmla="*/ 161 h 353"/>
              <a:gd name="T50" fmla="*/ 321 w 353"/>
              <a:gd name="T51" fmla="*/ 153 h 353"/>
              <a:gd name="T52" fmla="*/ 313 w 353"/>
              <a:gd name="T53" fmla="*/ 145 h 353"/>
              <a:gd name="T54" fmla="*/ 220 w 353"/>
              <a:gd name="T55" fmla="*/ 145 h 353"/>
              <a:gd name="T56" fmla="*/ 351 w 353"/>
              <a:gd name="T57" fmla="*/ 14 h 353"/>
              <a:gd name="T58" fmla="*/ 353 w 353"/>
              <a:gd name="T59" fmla="*/ 8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353" h="353">
                <a:moveTo>
                  <a:pt x="153" y="193"/>
                </a:moveTo>
                <a:cubicBezTo>
                  <a:pt x="40" y="193"/>
                  <a:pt x="40" y="193"/>
                  <a:pt x="40" y="193"/>
                </a:cubicBezTo>
                <a:cubicBezTo>
                  <a:pt x="36" y="193"/>
                  <a:pt x="32" y="196"/>
                  <a:pt x="32" y="201"/>
                </a:cubicBezTo>
                <a:cubicBezTo>
                  <a:pt x="32" y="205"/>
                  <a:pt x="36" y="209"/>
                  <a:pt x="40" y="209"/>
                </a:cubicBezTo>
                <a:cubicBezTo>
                  <a:pt x="133" y="209"/>
                  <a:pt x="133" y="209"/>
                  <a:pt x="133" y="209"/>
                </a:cubicBezTo>
                <a:cubicBezTo>
                  <a:pt x="3" y="340"/>
                  <a:pt x="3" y="340"/>
                  <a:pt x="3" y="340"/>
                </a:cubicBezTo>
                <a:cubicBezTo>
                  <a:pt x="1" y="341"/>
                  <a:pt x="0" y="343"/>
                  <a:pt x="0" y="345"/>
                </a:cubicBezTo>
                <a:cubicBezTo>
                  <a:pt x="0" y="350"/>
                  <a:pt x="4" y="353"/>
                  <a:pt x="8" y="353"/>
                </a:cubicBezTo>
                <a:cubicBezTo>
                  <a:pt x="10" y="353"/>
                  <a:pt x="12" y="352"/>
                  <a:pt x="14" y="351"/>
                </a:cubicBezTo>
                <a:cubicBezTo>
                  <a:pt x="145" y="220"/>
                  <a:pt x="145" y="220"/>
                  <a:pt x="145" y="220"/>
                </a:cubicBezTo>
                <a:cubicBezTo>
                  <a:pt x="145" y="313"/>
                  <a:pt x="145" y="313"/>
                  <a:pt x="145" y="313"/>
                </a:cubicBezTo>
                <a:cubicBezTo>
                  <a:pt x="145" y="318"/>
                  <a:pt x="148" y="321"/>
                  <a:pt x="153" y="321"/>
                </a:cubicBezTo>
                <a:cubicBezTo>
                  <a:pt x="157" y="321"/>
                  <a:pt x="161" y="318"/>
                  <a:pt x="161" y="313"/>
                </a:cubicBezTo>
                <a:cubicBezTo>
                  <a:pt x="161" y="201"/>
                  <a:pt x="161" y="201"/>
                  <a:pt x="161" y="201"/>
                </a:cubicBezTo>
                <a:cubicBezTo>
                  <a:pt x="161" y="196"/>
                  <a:pt x="157" y="193"/>
                  <a:pt x="153" y="193"/>
                </a:cubicBezTo>
                <a:moveTo>
                  <a:pt x="353" y="8"/>
                </a:moveTo>
                <a:cubicBezTo>
                  <a:pt x="353" y="4"/>
                  <a:pt x="350" y="0"/>
                  <a:pt x="345" y="0"/>
                </a:cubicBezTo>
                <a:cubicBezTo>
                  <a:pt x="343" y="0"/>
                  <a:pt x="341" y="1"/>
                  <a:pt x="340" y="2"/>
                </a:cubicBezTo>
                <a:cubicBezTo>
                  <a:pt x="209" y="133"/>
                  <a:pt x="209" y="133"/>
                  <a:pt x="209" y="133"/>
                </a:cubicBezTo>
                <a:cubicBezTo>
                  <a:pt x="209" y="40"/>
                  <a:pt x="209" y="40"/>
                  <a:pt x="209" y="40"/>
                </a:cubicBezTo>
                <a:cubicBezTo>
                  <a:pt x="209" y="36"/>
                  <a:pt x="205" y="32"/>
                  <a:pt x="201" y="32"/>
                </a:cubicBezTo>
                <a:cubicBezTo>
                  <a:pt x="196" y="32"/>
                  <a:pt x="193" y="36"/>
                  <a:pt x="193" y="40"/>
                </a:cubicBezTo>
                <a:cubicBezTo>
                  <a:pt x="193" y="153"/>
                  <a:pt x="193" y="153"/>
                  <a:pt x="193" y="153"/>
                </a:cubicBezTo>
                <a:cubicBezTo>
                  <a:pt x="193" y="157"/>
                  <a:pt x="196" y="161"/>
                  <a:pt x="201" y="161"/>
                </a:cubicBezTo>
                <a:cubicBezTo>
                  <a:pt x="313" y="161"/>
                  <a:pt x="313" y="161"/>
                  <a:pt x="313" y="161"/>
                </a:cubicBezTo>
                <a:cubicBezTo>
                  <a:pt x="318" y="161"/>
                  <a:pt x="321" y="157"/>
                  <a:pt x="321" y="153"/>
                </a:cubicBezTo>
                <a:cubicBezTo>
                  <a:pt x="321" y="148"/>
                  <a:pt x="318" y="145"/>
                  <a:pt x="313" y="145"/>
                </a:cubicBezTo>
                <a:cubicBezTo>
                  <a:pt x="220" y="145"/>
                  <a:pt x="220" y="145"/>
                  <a:pt x="220" y="145"/>
                </a:cubicBezTo>
                <a:cubicBezTo>
                  <a:pt x="351" y="14"/>
                  <a:pt x="351" y="14"/>
                  <a:pt x="351" y="14"/>
                </a:cubicBezTo>
                <a:cubicBezTo>
                  <a:pt x="353" y="12"/>
                  <a:pt x="353" y="10"/>
                  <a:pt x="353" y="8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9" name="Freeform 37"/>
          <p:cNvSpPr>
            <a:spLocks noEditPoints="1"/>
          </p:cNvSpPr>
          <p:nvPr/>
        </p:nvSpPr>
        <p:spPr bwMode="auto">
          <a:xfrm>
            <a:off x="3026835" y="4186767"/>
            <a:ext cx="582084" cy="582084"/>
          </a:xfrm>
          <a:custGeom>
            <a:avLst/>
            <a:gdLst>
              <a:gd name="T0" fmla="*/ 281 w 353"/>
              <a:gd name="T1" fmla="*/ 112 h 353"/>
              <a:gd name="T2" fmla="*/ 273 w 353"/>
              <a:gd name="T3" fmla="*/ 120 h 353"/>
              <a:gd name="T4" fmla="*/ 273 w 353"/>
              <a:gd name="T5" fmla="*/ 337 h 353"/>
              <a:gd name="T6" fmla="*/ 16 w 353"/>
              <a:gd name="T7" fmla="*/ 337 h 353"/>
              <a:gd name="T8" fmla="*/ 16 w 353"/>
              <a:gd name="T9" fmla="*/ 80 h 353"/>
              <a:gd name="T10" fmla="*/ 232 w 353"/>
              <a:gd name="T11" fmla="*/ 80 h 353"/>
              <a:gd name="T12" fmla="*/ 240 w 353"/>
              <a:gd name="T13" fmla="*/ 72 h 353"/>
              <a:gd name="T14" fmla="*/ 232 w 353"/>
              <a:gd name="T15" fmla="*/ 64 h 353"/>
              <a:gd name="T16" fmla="*/ 8 w 353"/>
              <a:gd name="T17" fmla="*/ 64 h 353"/>
              <a:gd name="T18" fmla="*/ 0 w 353"/>
              <a:gd name="T19" fmla="*/ 72 h 353"/>
              <a:gd name="T20" fmla="*/ 0 w 353"/>
              <a:gd name="T21" fmla="*/ 345 h 353"/>
              <a:gd name="T22" fmla="*/ 8 w 353"/>
              <a:gd name="T23" fmla="*/ 353 h 353"/>
              <a:gd name="T24" fmla="*/ 281 w 353"/>
              <a:gd name="T25" fmla="*/ 353 h 353"/>
              <a:gd name="T26" fmla="*/ 289 w 353"/>
              <a:gd name="T27" fmla="*/ 345 h 353"/>
              <a:gd name="T28" fmla="*/ 289 w 353"/>
              <a:gd name="T29" fmla="*/ 120 h 353"/>
              <a:gd name="T30" fmla="*/ 281 w 353"/>
              <a:gd name="T31" fmla="*/ 112 h 353"/>
              <a:gd name="T32" fmla="*/ 345 w 353"/>
              <a:gd name="T33" fmla="*/ 0 h 353"/>
              <a:gd name="T34" fmla="*/ 264 w 353"/>
              <a:gd name="T35" fmla="*/ 0 h 353"/>
              <a:gd name="T36" fmla="*/ 256 w 353"/>
              <a:gd name="T37" fmla="*/ 8 h 353"/>
              <a:gd name="T38" fmla="*/ 264 w 353"/>
              <a:gd name="T39" fmla="*/ 16 h 353"/>
              <a:gd name="T40" fmla="*/ 325 w 353"/>
              <a:gd name="T41" fmla="*/ 16 h 353"/>
              <a:gd name="T42" fmla="*/ 98 w 353"/>
              <a:gd name="T43" fmla="*/ 243 h 353"/>
              <a:gd name="T44" fmla="*/ 96 w 353"/>
              <a:gd name="T45" fmla="*/ 249 h 353"/>
              <a:gd name="T46" fmla="*/ 104 w 353"/>
              <a:gd name="T47" fmla="*/ 257 h 353"/>
              <a:gd name="T48" fmla="*/ 110 w 353"/>
              <a:gd name="T49" fmla="*/ 255 h 353"/>
              <a:gd name="T50" fmla="*/ 337 w 353"/>
              <a:gd name="T51" fmla="*/ 27 h 353"/>
              <a:gd name="T52" fmla="*/ 337 w 353"/>
              <a:gd name="T53" fmla="*/ 88 h 353"/>
              <a:gd name="T54" fmla="*/ 345 w 353"/>
              <a:gd name="T55" fmla="*/ 96 h 353"/>
              <a:gd name="T56" fmla="*/ 353 w 353"/>
              <a:gd name="T57" fmla="*/ 88 h 353"/>
              <a:gd name="T58" fmla="*/ 353 w 353"/>
              <a:gd name="T59" fmla="*/ 8 h 353"/>
              <a:gd name="T60" fmla="*/ 345 w 353"/>
              <a:gd name="T61" fmla="*/ 0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353" h="353">
                <a:moveTo>
                  <a:pt x="281" y="112"/>
                </a:moveTo>
                <a:cubicBezTo>
                  <a:pt x="276" y="112"/>
                  <a:pt x="273" y="116"/>
                  <a:pt x="273" y="120"/>
                </a:cubicBezTo>
                <a:cubicBezTo>
                  <a:pt x="273" y="337"/>
                  <a:pt x="273" y="337"/>
                  <a:pt x="273" y="337"/>
                </a:cubicBezTo>
                <a:cubicBezTo>
                  <a:pt x="16" y="337"/>
                  <a:pt x="16" y="337"/>
                  <a:pt x="16" y="337"/>
                </a:cubicBezTo>
                <a:cubicBezTo>
                  <a:pt x="16" y="80"/>
                  <a:pt x="16" y="80"/>
                  <a:pt x="16" y="80"/>
                </a:cubicBezTo>
                <a:cubicBezTo>
                  <a:pt x="232" y="80"/>
                  <a:pt x="232" y="80"/>
                  <a:pt x="232" y="80"/>
                </a:cubicBezTo>
                <a:cubicBezTo>
                  <a:pt x="237" y="80"/>
                  <a:pt x="240" y="77"/>
                  <a:pt x="240" y="72"/>
                </a:cubicBezTo>
                <a:cubicBezTo>
                  <a:pt x="240" y="68"/>
                  <a:pt x="237" y="64"/>
                  <a:pt x="232" y="64"/>
                </a:cubicBezTo>
                <a:cubicBezTo>
                  <a:pt x="8" y="64"/>
                  <a:pt x="8" y="64"/>
                  <a:pt x="8" y="64"/>
                </a:cubicBezTo>
                <a:cubicBezTo>
                  <a:pt x="3" y="64"/>
                  <a:pt x="0" y="68"/>
                  <a:pt x="0" y="72"/>
                </a:cubicBezTo>
                <a:cubicBezTo>
                  <a:pt x="0" y="345"/>
                  <a:pt x="0" y="345"/>
                  <a:pt x="0" y="345"/>
                </a:cubicBezTo>
                <a:cubicBezTo>
                  <a:pt x="0" y="350"/>
                  <a:pt x="3" y="353"/>
                  <a:pt x="8" y="353"/>
                </a:cubicBezTo>
                <a:cubicBezTo>
                  <a:pt x="281" y="353"/>
                  <a:pt x="281" y="353"/>
                  <a:pt x="281" y="353"/>
                </a:cubicBezTo>
                <a:cubicBezTo>
                  <a:pt x="285" y="353"/>
                  <a:pt x="289" y="350"/>
                  <a:pt x="289" y="345"/>
                </a:cubicBezTo>
                <a:cubicBezTo>
                  <a:pt x="289" y="120"/>
                  <a:pt x="289" y="120"/>
                  <a:pt x="289" y="120"/>
                </a:cubicBezTo>
                <a:cubicBezTo>
                  <a:pt x="289" y="116"/>
                  <a:pt x="285" y="112"/>
                  <a:pt x="281" y="112"/>
                </a:cubicBezTo>
                <a:moveTo>
                  <a:pt x="345" y="0"/>
                </a:moveTo>
                <a:cubicBezTo>
                  <a:pt x="264" y="0"/>
                  <a:pt x="264" y="0"/>
                  <a:pt x="264" y="0"/>
                </a:cubicBezTo>
                <a:cubicBezTo>
                  <a:pt x="260" y="0"/>
                  <a:pt x="256" y="4"/>
                  <a:pt x="256" y="8"/>
                </a:cubicBezTo>
                <a:cubicBezTo>
                  <a:pt x="256" y="12"/>
                  <a:pt x="260" y="16"/>
                  <a:pt x="264" y="16"/>
                </a:cubicBezTo>
                <a:cubicBezTo>
                  <a:pt x="325" y="16"/>
                  <a:pt x="325" y="16"/>
                  <a:pt x="325" y="16"/>
                </a:cubicBezTo>
                <a:cubicBezTo>
                  <a:pt x="98" y="243"/>
                  <a:pt x="98" y="243"/>
                  <a:pt x="98" y="243"/>
                </a:cubicBezTo>
                <a:cubicBezTo>
                  <a:pt x="97" y="245"/>
                  <a:pt x="96" y="247"/>
                  <a:pt x="96" y="249"/>
                </a:cubicBezTo>
                <a:cubicBezTo>
                  <a:pt x="96" y="253"/>
                  <a:pt x="99" y="257"/>
                  <a:pt x="104" y="257"/>
                </a:cubicBezTo>
                <a:cubicBezTo>
                  <a:pt x="106" y="257"/>
                  <a:pt x="108" y="256"/>
                  <a:pt x="110" y="255"/>
                </a:cubicBezTo>
                <a:cubicBezTo>
                  <a:pt x="337" y="27"/>
                  <a:pt x="337" y="27"/>
                  <a:pt x="337" y="27"/>
                </a:cubicBezTo>
                <a:cubicBezTo>
                  <a:pt x="337" y="88"/>
                  <a:pt x="337" y="88"/>
                  <a:pt x="337" y="88"/>
                </a:cubicBezTo>
                <a:cubicBezTo>
                  <a:pt x="337" y="93"/>
                  <a:pt x="340" y="96"/>
                  <a:pt x="345" y="96"/>
                </a:cubicBezTo>
                <a:cubicBezTo>
                  <a:pt x="349" y="96"/>
                  <a:pt x="353" y="93"/>
                  <a:pt x="353" y="88"/>
                </a:cubicBezTo>
                <a:cubicBezTo>
                  <a:pt x="353" y="8"/>
                  <a:pt x="353" y="8"/>
                  <a:pt x="353" y="8"/>
                </a:cubicBezTo>
                <a:cubicBezTo>
                  <a:pt x="353" y="4"/>
                  <a:pt x="349" y="0"/>
                  <a:pt x="345" y="0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0" name="Freeform 38"/>
          <p:cNvSpPr>
            <a:spLocks noEditPoints="1"/>
          </p:cNvSpPr>
          <p:nvPr/>
        </p:nvSpPr>
        <p:spPr bwMode="auto">
          <a:xfrm>
            <a:off x="4138085" y="4186767"/>
            <a:ext cx="582084" cy="582084"/>
          </a:xfrm>
          <a:custGeom>
            <a:avLst/>
            <a:gdLst>
              <a:gd name="T0" fmla="*/ 345 w 353"/>
              <a:gd name="T1" fmla="*/ 241 h 353"/>
              <a:gd name="T2" fmla="*/ 305 w 353"/>
              <a:gd name="T3" fmla="*/ 241 h 353"/>
              <a:gd name="T4" fmla="*/ 8 w 353"/>
              <a:gd name="T5" fmla="*/ 0 h 353"/>
              <a:gd name="T6" fmla="*/ 0 w 353"/>
              <a:gd name="T7" fmla="*/ 8 h 353"/>
              <a:gd name="T8" fmla="*/ 8 w 353"/>
              <a:gd name="T9" fmla="*/ 16 h 353"/>
              <a:gd name="T10" fmla="*/ 183 w 353"/>
              <a:gd name="T11" fmla="*/ 135 h 353"/>
              <a:gd name="T12" fmla="*/ 208 w 353"/>
              <a:gd name="T13" fmla="*/ 241 h 353"/>
              <a:gd name="T14" fmla="*/ 168 w 353"/>
              <a:gd name="T15" fmla="*/ 241 h 353"/>
              <a:gd name="T16" fmla="*/ 160 w 353"/>
              <a:gd name="T17" fmla="*/ 249 h 353"/>
              <a:gd name="T18" fmla="*/ 163 w 353"/>
              <a:gd name="T19" fmla="*/ 255 h 353"/>
              <a:gd name="T20" fmla="*/ 251 w 353"/>
              <a:gd name="T21" fmla="*/ 351 h 353"/>
              <a:gd name="T22" fmla="*/ 257 w 353"/>
              <a:gd name="T23" fmla="*/ 353 h 353"/>
              <a:gd name="T24" fmla="*/ 262 w 353"/>
              <a:gd name="T25" fmla="*/ 351 h 353"/>
              <a:gd name="T26" fmla="*/ 351 w 353"/>
              <a:gd name="T27" fmla="*/ 255 h 353"/>
              <a:gd name="T28" fmla="*/ 353 w 353"/>
              <a:gd name="T29" fmla="*/ 249 h 353"/>
              <a:gd name="T30" fmla="*/ 345 w 353"/>
              <a:gd name="T31" fmla="*/ 241 h 353"/>
              <a:gd name="T32" fmla="*/ 257 w 353"/>
              <a:gd name="T33" fmla="*/ 333 h 353"/>
              <a:gd name="T34" fmla="*/ 187 w 353"/>
              <a:gd name="T35" fmla="*/ 257 h 353"/>
              <a:gd name="T36" fmla="*/ 217 w 353"/>
              <a:gd name="T37" fmla="*/ 257 h 353"/>
              <a:gd name="T38" fmla="*/ 225 w 353"/>
              <a:gd name="T39" fmla="*/ 249 h 353"/>
              <a:gd name="T40" fmla="*/ 225 w 353"/>
              <a:gd name="T41" fmla="*/ 241 h 353"/>
              <a:gd name="T42" fmla="*/ 122 w 353"/>
              <a:gd name="T43" fmla="*/ 32 h 353"/>
              <a:gd name="T44" fmla="*/ 289 w 353"/>
              <a:gd name="T45" fmla="*/ 241 h 353"/>
              <a:gd name="T46" fmla="*/ 289 w 353"/>
              <a:gd name="T47" fmla="*/ 249 h 353"/>
              <a:gd name="T48" fmla="*/ 297 w 353"/>
              <a:gd name="T49" fmla="*/ 257 h 353"/>
              <a:gd name="T50" fmla="*/ 327 w 353"/>
              <a:gd name="T51" fmla="*/ 257 h 353"/>
              <a:gd name="T52" fmla="*/ 257 w 353"/>
              <a:gd name="T53" fmla="*/ 333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353" h="353">
                <a:moveTo>
                  <a:pt x="345" y="241"/>
                </a:moveTo>
                <a:cubicBezTo>
                  <a:pt x="305" y="241"/>
                  <a:pt x="305" y="241"/>
                  <a:pt x="305" y="241"/>
                </a:cubicBezTo>
                <a:cubicBezTo>
                  <a:pt x="302" y="198"/>
                  <a:pt x="272" y="0"/>
                  <a:pt x="8" y="0"/>
                </a:cubicBezTo>
                <a:cubicBezTo>
                  <a:pt x="3" y="0"/>
                  <a:pt x="0" y="4"/>
                  <a:pt x="0" y="8"/>
                </a:cubicBezTo>
                <a:cubicBezTo>
                  <a:pt x="0" y="12"/>
                  <a:pt x="3" y="16"/>
                  <a:pt x="8" y="16"/>
                </a:cubicBezTo>
                <a:cubicBezTo>
                  <a:pt x="91" y="16"/>
                  <a:pt x="150" y="56"/>
                  <a:pt x="183" y="135"/>
                </a:cubicBezTo>
                <a:cubicBezTo>
                  <a:pt x="203" y="181"/>
                  <a:pt x="207" y="224"/>
                  <a:pt x="208" y="241"/>
                </a:cubicBezTo>
                <a:cubicBezTo>
                  <a:pt x="168" y="241"/>
                  <a:pt x="168" y="241"/>
                  <a:pt x="168" y="241"/>
                </a:cubicBezTo>
                <a:cubicBezTo>
                  <a:pt x="164" y="241"/>
                  <a:pt x="160" y="244"/>
                  <a:pt x="160" y="249"/>
                </a:cubicBezTo>
                <a:cubicBezTo>
                  <a:pt x="160" y="251"/>
                  <a:pt x="161" y="253"/>
                  <a:pt x="163" y="255"/>
                </a:cubicBezTo>
                <a:cubicBezTo>
                  <a:pt x="251" y="351"/>
                  <a:pt x="251" y="351"/>
                  <a:pt x="251" y="351"/>
                </a:cubicBezTo>
                <a:cubicBezTo>
                  <a:pt x="253" y="352"/>
                  <a:pt x="255" y="353"/>
                  <a:pt x="257" y="353"/>
                </a:cubicBezTo>
                <a:cubicBezTo>
                  <a:pt x="259" y="353"/>
                  <a:pt x="261" y="352"/>
                  <a:pt x="262" y="351"/>
                </a:cubicBezTo>
                <a:cubicBezTo>
                  <a:pt x="351" y="255"/>
                  <a:pt x="351" y="255"/>
                  <a:pt x="351" y="255"/>
                </a:cubicBezTo>
                <a:cubicBezTo>
                  <a:pt x="352" y="253"/>
                  <a:pt x="353" y="251"/>
                  <a:pt x="353" y="249"/>
                </a:cubicBezTo>
                <a:cubicBezTo>
                  <a:pt x="353" y="244"/>
                  <a:pt x="350" y="241"/>
                  <a:pt x="345" y="241"/>
                </a:cubicBezTo>
                <a:moveTo>
                  <a:pt x="257" y="333"/>
                </a:moveTo>
                <a:cubicBezTo>
                  <a:pt x="187" y="257"/>
                  <a:pt x="187" y="257"/>
                  <a:pt x="187" y="257"/>
                </a:cubicBezTo>
                <a:cubicBezTo>
                  <a:pt x="217" y="257"/>
                  <a:pt x="217" y="257"/>
                  <a:pt x="217" y="257"/>
                </a:cubicBezTo>
                <a:cubicBezTo>
                  <a:pt x="221" y="257"/>
                  <a:pt x="225" y="253"/>
                  <a:pt x="225" y="249"/>
                </a:cubicBezTo>
                <a:cubicBezTo>
                  <a:pt x="225" y="241"/>
                  <a:pt x="225" y="241"/>
                  <a:pt x="225" y="241"/>
                </a:cubicBezTo>
                <a:cubicBezTo>
                  <a:pt x="223" y="208"/>
                  <a:pt x="210" y="91"/>
                  <a:pt x="122" y="32"/>
                </a:cubicBezTo>
                <a:cubicBezTo>
                  <a:pt x="268" y="79"/>
                  <a:pt x="287" y="206"/>
                  <a:pt x="289" y="241"/>
                </a:cubicBezTo>
                <a:cubicBezTo>
                  <a:pt x="289" y="249"/>
                  <a:pt x="289" y="249"/>
                  <a:pt x="289" y="249"/>
                </a:cubicBezTo>
                <a:cubicBezTo>
                  <a:pt x="289" y="253"/>
                  <a:pt x="292" y="257"/>
                  <a:pt x="297" y="257"/>
                </a:cubicBezTo>
                <a:cubicBezTo>
                  <a:pt x="327" y="257"/>
                  <a:pt x="327" y="257"/>
                  <a:pt x="327" y="257"/>
                </a:cubicBezTo>
                <a:lnTo>
                  <a:pt x="257" y="333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1" name="Freeform 39"/>
          <p:cNvSpPr>
            <a:spLocks noEditPoints="1"/>
          </p:cNvSpPr>
          <p:nvPr/>
        </p:nvSpPr>
        <p:spPr bwMode="auto">
          <a:xfrm>
            <a:off x="5249335" y="4186767"/>
            <a:ext cx="582084" cy="582084"/>
          </a:xfrm>
          <a:custGeom>
            <a:avLst/>
            <a:gdLst>
              <a:gd name="T0" fmla="*/ 351 w 353"/>
              <a:gd name="T1" fmla="*/ 99 h 353"/>
              <a:gd name="T2" fmla="*/ 263 w 353"/>
              <a:gd name="T3" fmla="*/ 2 h 353"/>
              <a:gd name="T4" fmla="*/ 257 w 353"/>
              <a:gd name="T5" fmla="*/ 0 h 353"/>
              <a:gd name="T6" fmla="*/ 251 w 353"/>
              <a:gd name="T7" fmla="*/ 2 h 353"/>
              <a:gd name="T8" fmla="*/ 163 w 353"/>
              <a:gd name="T9" fmla="*/ 99 h 353"/>
              <a:gd name="T10" fmla="*/ 161 w 353"/>
              <a:gd name="T11" fmla="*/ 104 h 353"/>
              <a:gd name="T12" fmla="*/ 169 w 353"/>
              <a:gd name="T13" fmla="*/ 112 h 353"/>
              <a:gd name="T14" fmla="*/ 208 w 353"/>
              <a:gd name="T15" fmla="*/ 112 h 353"/>
              <a:gd name="T16" fmla="*/ 183 w 353"/>
              <a:gd name="T17" fmla="*/ 218 h 353"/>
              <a:gd name="T18" fmla="*/ 8 w 353"/>
              <a:gd name="T19" fmla="*/ 337 h 353"/>
              <a:gd name="T20" fmla="*/ 0 w 353"/>
              <a:gd name="T21" fmla="*/ 345 h 353"/>
              <a:gd name="T22" fmla="*/ 8 w 353"/>
              <a:gd name="T23" fmla="*/ 353 h 353"/>
              <a:gd name="T24" fmla="*/ 305 w 353"/>
              <a:gd name="T25" fmla="*/ 112 h 353"/>
              <a:gd name="T26" fmla="*/ 345 w 353"/>
              <a:gd name="T27" fmla="*/ 112 h 353"/>
              <a:gd name="T28" fmla="*/ 353 w 353"/>
              <a:gd name="T29" fmla="*/ 104 h 353"/>
              <a:gd name="T30" fmla="*/ 351 w 353"/>
              <a:gd name="T31" fmla="*/ 99 h 353"/>
              <a:gd name="T32" fmla="*/ 297 w 353"/>
              <a:gd name="T33" fmla="*/ 96 h 353"/>
              <a:gd name="T34" fmla="*/ 289 w 353"/>
              <a:gd name="T35" fmla="*/ 104 h 353"/>
              <a:gd name="T36" fmla="*/ 289 w 353"/>
              <a:gd name="T37" fmla="*/ 112 h 353"/>
              <a:gd name="T38" fmla="*/ 122 w 353"/>
              <a:gd name="T39" fmla="*/ 321 h 353"/>
              <a:gd name="T40" fmla="*/ 225 w 353"/>
              <a:gd name="T41" fmla="*/ 112 h 353"/>
              <a:gd name="T42" fmla="*/ 225 w 353"/>
              <a:gd name="T43" fmla="*/ 104 h 353"/>
              <a:gd name="T44" fmla="*/ 217 w 353"/>
              <a:gd name="T45" fmla="*/ 96 h 353"/>
              <a:gd name="T46" fmla="*/ 187 w 353"/>
              <a:gd name="T47" fmla="*/ 96 h 353"/>
              <a:gd name="T48" fmla="*/ 257 w 353"/>
              <a:gd name="T49" fmla="*/ 20 h 353"/>
              <a:gd name="T50" fmla="*/ 327 w 353"/>
              <a:gd name="T51" fmla="*/ 96 h 353"/>
              <a:gd name="T52" fmla="*/ 297 w 353"/>
              <a:gd name="T53" fmla="*/ 96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353" h="353">
                <a:moveTo>
                  <a:pt x="351" y="99"/>
                </a:moveTo>
                <a:cubicBezTo>
                  <a:pt x="263" y="2"/>
                  <a:pt x="263" y="2"/>
                  <a:pt x="263" y="2"/>
                </a:cubicBezTo>
                <a:cubicBezTo>
                  <a:pt x="261" y="1"/>
                  <a:pt x="259" y="0"/>
                  <a:pt x="257" y="0"/>
                </a:cubicBezTo>
                <a:cubicBezTo>
                  <a:pt x="255" y="0"/>
                  <a:pt x="253" y="1"/>
                  <a:pt x="251" y="2"/>
                </a:cubicBezTo>
                <a:cubicBezTo>
                  <a:pt x="163" y="99"/>
                  <a:pt x="163" y="99"/>
                  <a:pt x="163" y="99"/>
                </a:cubicBezTo>
                <a:cubicBezTo>
                  <a:pt x="162" y="100"/>
                  <a:pt x="161" y="102"/>
                  <a:pt x="161" y="104"/>
                </a:cubicBezTo>
                <a:cubicBezTo>
                  <a:pt x="161" y="109"/>
                  <a:pt x="164" y="112"/>
                  <a:pt x="169" y="112"/>
                </a:cubicBezTo>
                <a:cubicBezTo>
                  <a:pt x="208" y="112"/>
                  <a:pt x="208" y="112"/>
                  <a:pt x="208" y="112"/>
                </a:cubicBezTo>
                <a:cubicBezTo>
                  <a:pt x="207" y="129"/>
                  <a:pt x="203" y="172"/>
                  <a:pt x="183" y="218"/>
                </a:cubicBezTo>
                <a:cubicBezTo>
                  <a:pt x="150" y="297"/>
                  <a:pt x="91" y="337"/>
                  <a:pt x="8" y="337"/>
                </a:cubicBezTo>
                <a:cubicBezTo>
                  <a:pt x="4" y="337"/>
                  <a:pt x="0" y="341"/>
                  <a:pt x="0" y="345"/>
                </a:cubicBezTo>
                <a:cubicBezTo>
                  <a:pt x="0" y="350"/>
                  <a:pt x="4" y="353"/>
                  <a:pt x="8" y="353"/>
                </a:cubicBezTo>
                <a:cubicBezTo>
                  <a:pt x="272" y="353"/>
                  <a:pt x="302" y="155"/>
                  <a:pt x="305" y="112"/>
                </a:cubicBezTo>
                <a:cubicBezTo>
                  <a:pt x="345" y="112"/>
                  <a:pt x="345" y="112"/>
                  <a:pt x="345" y="112"/>
                </a:cubicBezTo>
                <a:cubicBezTo>
                  <a:pt x="350" y="112"/>
                  <a:pt x="353" y="109"/>
                  <a:pt x="353" y="104"/>
                </a:cubicBezTo>
                <a:cubicBezTo>
                  <a:pt x="353" y="102"/>
                  <a:pt x="353" y="100"/>
                  <a:pt x="351" y="99"/>
                </a:cubicBezTo>
                <a:moveTo>
                  <a:pt x="297" y="96"/>
                </a:moveTo>
                <a:cubicBezTo>
                  <a:pt x="293" y="96"/>
                  <a:pt x="289" y="100"/>
                  <a:pt x="289" y="104"/>
                </a:cubicBezTo>
                <a:cubicBezTo>
                  <a:pt x="289" y="112"/>
                  <a:pt x="289" y="112"/>
                  <a:pt x="289" y="112"/>
                </a:cubicBezTo>
                <a:cubicBezTo>
                  <a:pt x="287" y="147"/>
                  <a:pt x="269" y="275"/>
                  <a:pt x="122" y="321"/>
                </a:cubicBezTo>
                <a:cubicBezTo>
                  <a:pt x="210" y="262"/>
                  <a:pt x="223" y="145"/>
                  <a:pt x="225" y="112"/>
                </a:cubicBezTo>
                <a:cubicBezTo>
                  <a:pt x="225" y="104"/>
                  <a:pt x="225" y="104"/>
                  <a:pt x="225" y="104"/>
                </a:cubicBezTo>
                <a:cubicBezTo>
                  <a:pt x="225" y="100"/>
                  <a:pt x="221" y="96"/>
                  <a:pt x="217" y="96"/>
                </a:cubicBezTo>
                <a:cubicBezTo>
                  <a:pt x="187" y="96"/>
                  <a:pt x="187" y="96"/>
                  <a:pt x="187" y="96"/>
                </a:cubicBezTo>
                <a:cubicBezTo>
                  <a:pt x="257" y="20"/>
                  <a:pt x="257" y="20"/>
                  <a:pt x="257" y="20"/>
                </a:cubicBezTo>
                <a:cubicBezTo>
                  <a:pt x="327" y="96"/>
                  <a:pt x="327" y="96"/>
                  <a:pt x="327" y="96"/>
                </a:cubicBezTo>
                <a:lnTo>
                  <a:pt x="297" y="96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2" name="Freeform 40"/>
          <p:cNvSpPr>
            <a:spLocks noEditPoints="1"/>
          </p:cNvSpPr>
          <p:nvPr/>
        </p:nvSpPr>
        <p:spPr bwMode="auto">
          <a:xfrm>
            <a:off x="6362702" y="4186767"/>
            <a:ext cx="582084" cy="582084"/>
          </a:xfrm>
          <a:custGeom>
            <a:avLst/>
            <a:gdLst>
              <a:gd name="T0" fmla="*/ 112 w 353"/>
              <a:gd name="T1" fmla="*/ 48 h 353"/>
              <a:gd name="T2" fmla="*/ 112 w 353"/>
              <a:gd name="T3" fmla="*/ 8 h 353"/>
              <a:gd name="T4" fmla="*/ 104 w 353"/>
              <a:gd name="T5" fmla="*/ 0 h 353"/>
              <a:gd name="T6" fmla="*/ 98 w 353"/>
              <a:gd name="T7" fmla="*/ 2 h 353"/>
              <a:gd name="T8" fmla="*/ 2 w 353"/>
              <a:gd name="T9" fmla="*/ 91 h 353"/>
              <a:gd name="T10" fmla="*/ 0 w 353"/>
              <a:gd name="T11" fmla="*/ 96 h 353"/>
              <a:gd name="T12" fmla="*/ 2 w 353"/>
              <a:gd name="T13" fmla="*/ 102 h 353"/>
              <a:gd name="T14" fmla="*/ 98 w 353"/>
              <a:gd name="T15" fmla="*/ 190 h 353"/>
              <a:gd name="T16" fmla="*/ 104 w 353"/>
              <a:gd name="T17" fmla="*/ 193 h 353"/>
              <a:gd name="T18" fmla="*/ 112 w 353"/>
              <a:gd name="T19" fmla="*/ 185 h 353"/>
              <a:gd name="T20" fmla="*/ 112 w 353"/>
              <a:gd name="T21" fmla="*/ 145 h 353"/>
              <a:gd name="T22" fmla="*/ 218 w 353"/>
              <a:gd name="T23" fmla="*/ 170 h 353"/>
              <a:gd name="T24" fmla="*/ 337 w 353"/>
              <a:gd name="T25" fmla="*/ 345 h 353"/>
              <a:gd name="T26" fmla="*/ 345 w 353"/>
              <a:gd name="T27" fmla="*/ 353 h 353"/>
              <a:gd name="T28" fmla="*/ 353 w 353"/>
              <a:gd name="T29" fmla="*/ 345 h 353"/>
              <a:gd name="T30" fmla="*/ 112 w 353"/>
              <a:gd name="T31" fmla="*/ 48 h 353"/>
              <a:gd name="T32" fmla="*/ 112 w 353"/>
              <a:gd name="T33" fmla="*/ 128 h 353"/>
              <a:gd name="T34" fmla="*/ 104 w 353"/>
              <a:gd name="T35" fmla="*/ 128 h 353"/>
              <a:gd name="T36" fmla="*/ 96 w 353"/>
              <a:gd name="T37" fmla="*/ 137 h 353"/>
              <a:gd name="T38" fmla="*/ 96 w 353"/>
              <a:gd name="T39" fmla="*/ 166 h 353"/>
              <a:gd name="T40" fmla="*/ 19 w 353"/>
              <a:gd name="T41" fmla="*/ 96 h 353"/>
              <a:gd name="T42" fmla="*/ 96 w 353"/>
              <a:gd name="T43" fmla="*/ 26 h 353"/>
              <a:gd name="T44" fmla="*/ 96 w 353"/>
              <a:gd name="T45" fmla="*/ 56 h 353"/>
              <a:gd name="T46" fmla="*/ 104 w 353"/>
              <a:gd name="T47" fmla="*/ 64 h 353"/>
              <a:gd name="T48" fmla="*/ 112 w 353"/>
              <a:gd name="T49" fmla="*/ 64 h 353"/>
              <a:gd name="T50" fmla="*/ 321 w 353"/>
              <a:gd name="T51" fmla="*/ 231 h 353"/>
              <a:gd name="T52" fmla="*/ 112 w 353"/>
              <a:gd name="T53" fmla="*/ 128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353" h="353">
                <a:moveTo>
                  <a:pt x="112" y="48"/>
                </a:moveTo>
                <a:cubicBezTo>
                  <a:pt x="112" y="8"/>
                  <a:pt x="112" y="8"/>
                  <a:pt x="112" y="8"/>
                </a:cubicBezTo>
                <a:cubicBezTo>
                  <a:pt x="112" y="4"/>
                  <a:pt x="108" y="0"/>
                  <a:pt x="104" y="0"/>
                </a:cubicBezTo>
                <a:cubicBezTo>
                  <a:pt x="102" y="0"/>
                  <a:pt x="100" y="1"/>
                  <a:pt x="98" y="2"/>
                </a:cubicBezTo>
                <a:cubicBezTo>
                  <a:pt x="2" y="91"/>
                  <a:pt x="2" y="91"/>
                  <a:pt x="2" y="91"/>
                </a:cubicBezTo>
                <a:cubicBezTo>
                  <a:pt x="0" y="92"/>
                  <a:pt x="0" y="94"/>
                  <a:pt x="0" y="96"/>
                </a:cubicBezTo>
                <a:cubicBezTo>
                  <a:pt x="0" y="99"/>
                  <a:pt x="0" y="101"/>
                  <a:pt x="2" y="102"/>
                </a:cubicBezTo>
                <a:cubicBezTo>
                  <a:pt x="98" y="190"/>
                  <a:pt x="98" y="190"/>
                  <a:pt x="98" y="190"/>
                </a:cubicBezTo>
                <a:cubicBezTo>
                  <a:pt x="100" y="192"/>
                  <a:pt x="102" y="193"/>
                  <a:pt x="104" y="193"/>
                </a:cubicBezTo>
                <a:cubicBezTo>
                  <a:pt x="108" y="193"/>
                  <a:pt x="112" y="189"/>
                  <a:pt x="112" y="185"/>
                </a:cubicBezTo>
                <a:cubicBezTo>
                  <a:pt x="112" y="145"/>
                  <a:pt x="112" y="145"/>
                  <a:pt x="112" y="145"/>
                </a:cubicBezTo>
                <a:cubicBezTo>
                  <a:pt x="129" y="146"/>
                  <a:pt x="171" y="151"/>
                  <a:pt x="218" y="170"/>
                </a:cubicBezTo>
                <a:cubicBezTo>
                  <a:pt x="297" y="203"/>
                  <a:pt x="337" y="262"/>
                  <a:pt x="337" y="345"/>
                </a:cubicBezTo>
                <a:cubicBezTo>
                  <a:pt x="337" y="350"/>
                  <a:pt x="340" y="353"/>
                  <a:pt x="345" y="353"/>
                </a:cubicBezTo>
                <a:cubicBezTo>
                  <a:pt x="349" y="353"/>
                  <a:pt x="353" y="350"/>
                  <a:pt x="353" y="345"/>
                </a:cubicBezTo>
                <a:cubicBezTo>
                  <a:pt x="353" y="82"/>
                  <a:pt x="154" y="52"/>
                  <a:pt x="112" y="48"/>
                </a:cubicBezTo>
                <a:moveTo>
                  <a:pt x="112" y="128"/>
                </a:moveTo>
                <a:cubicBezTo>
                  <a:pt x="104" y="128"/>
                  <a:pt x="104" y="128"/>
                  <a:pt x="104" y="128"/>
                </a:cubicBezTo>
                <a:cubicBezTo>
                  <a:pt x="99" y="128"/>
                  <a:pt x="96" y="132"/>
                  <a:pt x="96" y="137"/>
                </a:cubicBezTo>
                <a:cubicBezTo>
                  <a:pt x="96" y="166"/>
                  <a:pt x="96" y="166"/>
                  <a:pt x="96" y="166"/>
                </a:cubicBezTo>
                <a:cubicBezTo>
                  <a:pt x="19" y="96"/>
                  <a:pt x="19" y="96"/>
                  <a:pt x="19" y="96"/>
                </a:cubicBezTo>
                <a:cubicBezTo>
                  <a:pt x="96" y="26"/>
                  <a:pt x="96" y="26"/>
                  <a:pt x="96" y="26"/>
                </a:cubicBezTo>
                <a:cubicBezTo>
                  <a:pt x="96" y="56"/>
                  <a:pt x="96" y="56"/>
                  <a:pt x="96" y="56"/>
                </a:cubicBezTo>
                <a:cubicBezTo>
                  <a:pt x="96" y="61"/>
                  <a:pt x="99" y="64"/>
                  <a:pt x="104" y="64"/>
                </a:cubicBezTo>
                <a:cubicBezTo>
                  <a:pt x="112" y="64"/>
                  <a:pt x="112" y="64"/>
                  <a:pt x="112" y="64"/>
                </a:cubicBezTo>
                <a:cubicBezTo>
                  <a:pt x="147" y="66"/>
                  <a:pt x="274" y="85"/>
                  <a:pt x="321" y="231"/>
                </a:cubicBezTo>
                <a:cubicBezTo>
                  <a:pt x="261" y="143"/>
                  <a:pt x="145" y="130"/>
                  <a:pt x="112" y="128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3" name="Freeform 41"/>
          <p:cNvSpPr>
            <a:spLocks noEditPoints="1"/>
          </p:cNvSpPr>
          <p:nvPr/>
        </p:nvSpPr>
        <p:spPr bwMode="auto">
          <a:xfrm>
            <a:off x="7473951" y="4186767"/>
            <a:ext cx="582084" cy="582084"/>
          </a:xfrm>
          <a:custGeom>
            <a:avLst/>
            <a:gdLst>
              <a:gd name="T0" fmla="*/ 351 w 353"/>
              <a:gd name="T1" fmla="*/ 91 h 353"/>
              <a:gd name="T2" fmla="*/ 254 w 353"/>
              <a:gd name="T3" fmla="*/ 2 h 353"/>
              <a:gd name="T4" fmla="*/ 249 w 353"/>
              <a:gd name="T5" fmla="*/ 0 h 353"/>
              <a:gd name="T6" fmla="*/ 241 w 353"/>
              <a:gd name="T7" fmla="*/ 8 h 353"/>
              <a:gd name="T8" fmla="*/ 241 w 353"/>
              <a:gd name="T9" fmla="*/ 48 h 353"/>
              <a:gd name="T10" fmla="*/ 0 w 353"/>
              <a:gd name="T11" fmla="*/ 345 h 353"/>
              <a:gd name="T12" fmla="*/ 8 w 353"/>
              <a:gd name="T13" fmla="*/ 353 h 353"/>
              <a:gd name="T14" fmla="*/ 16 w 353"/>
              <a:gd name="T15" fmla="*/ 345 h 353"/>
              <a:gd name="T16" fmla="*/ 135 w 353"/>
              <a:gd name="T17" fmla="*/ 170 h 353"/>
              <a:gd name="T18" fmla="*/ 241 w 353"/>
              <a:gd name="T19" fmla="*/ 145 h 353"/>
              <a:gd name="T20" fmla="*/ 241 w 353"/>
              <a:gd name="T21" fmla="*/ 185 h 353"/>
              <a:gd name="T22" fmla="*/ 249 w 353"/>
              <a:gd name="T23" fmla="*/ 193 h 353"/>
              <a:gd name="T24" fmla="*/ 254 w 353"/>
              <a:gd name="T25" fmla="*/ 190 h 353"/>
              <a:gd name="T26" fmla="*/ 351 w 353"/>
              <a:gd name="T27" fmla="*/ 102 h 353"/>
              <a:gd name="T28" fmla="*/ 353 w 353"/>
              <a:gd name="T29" fmla="*/ 96 h 353"/>
              <a:gd name="T30" fmla="*/ 351 w 353"/>
              <a:gd name="T31" fmla="*/ 91 h 353"/>
              <a:gd name="T32" fmla="*/ 257 w 353"/>
              <a:gd name="T33" fmla="*/ 166 h 353"/>
              <a:gd name="T34" fmla="*/ 257 w 353"/>
              <a:gd name="T35" fmla="*/ 137 h 353"/>
              <a:gd name="T36" fmla="*/ 249 w 353"/>
              <a:gd name="T37" fmla="*/ 128 h 353"/>
              <a:gd name="T38" fmla="*/ 241 w 353"/>
              <a:gd name="T39" fmla="*/ 128 h 353"/>
              <a:gd name="T40" fmla="*/ 32 w 353"/>
              <a:gd name="T41" fmla="*/ 231 h 353"/>
              <a:gd name="T42" fmla="*/ 241 w 353"/>
              <a:gd name="T43" fmla="*/ 64 h 353"/>
              <a:gd name="T44" fmla="*/ 249 w 353"/>
              <a:gd name="T45" fmla="*/ 64 h 353"/>
              <a:gd name="T46" fmla="*/ 257 w 353"/>
              <a:gd name="T47" fmla="*/ 56 h 353"/>
              <a:gd name="T48" fmla="*/ 257 w 353"/>
              <a:gd name="T49" fmla="*/ 26 h 353"/>
              <a:gd name="T50" fmla="*/ 333 w 353"/>
              <a:gd name="T51" fmla="*/ 96 h 353"/>
              <a:gd name="T52" fmla="*/ 257 w 353"/>
              <a:gd name="T53" fmla="*/ 166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353" h="353">
                <a:moveTo>
                  <a:pt x="351" y="91"/>
                </a:moveTo>
                <a:cubicBezTo>
                  <a:pt x="254" y="2"/>
                  <a:pt x="254" y="2"/>
                  <a:pt x="254" y="2"/>
                </a:cubicBezTo>
                <a:cubicBezTo>
                  <a:pt x="253" y="1"/>
                  <a:pt x="251" y="0"/>
                  <a:pt x="249" y="0"/>
                </a:cubicBezTo>
                <a:cubicBezTo>
                  <a:pt x="244" y="0"/>
                  <a:pt x="241" y="4"/>
                  <a:pt x="241" y="8"/>
                </a:cubicBezTo>
                <a:cubicBezTo>
                  <a:pt x="241" y="48"/>
                  <a:pt x="241" y="48"/>
                  <a:pt x="241" y="48"/>
                </a:cubicBezTo>
                <a:cubicBezTo>
                  <a:pt x="198" y="52"/>
                  <a:pt x="0" y="82"/>
                  <a:pt x="0" y="345"/>
                </a:cubicBezTo>
                <a:cubicBezTo>
                  <a:pt x="0" y="350"/>
                  <a:pt x="3" y="353"/>
                  <a:pt x="8" y="353"/>
                </a:cubicBezTo>
                <a:cubicBezTo>
                  <a:pt x="12" y="353"/>
                  <a:pt x="16" y="350"/>
                  <a:pt x="16" y="345"/>
                </a:cubicBezTo>
                <a:cubicBezTo>
                  <a:pt x="16" y="262"/>
                  <a:pt x="56" y="203"/>
                  <a:pt x="135" y="170"/>
                </a:cubicBezTo>
                <a:cubicBezTo>
                  <a:pt x="181" y="151"/>
                  <a:pt x="224" y="146"/>
                  <a:pt x="241" y="145"/>
                </a:cubicBezTo>
                <a:cubicBezTo>
                  <a:pt x="241" y="185"/>
                  <a:pt x="241" y="185"/>
                  <a:pt x="241" y="185"/>
                </a:cubicBezTo>
                <a:cubicBezTo>
                  <a:pt x="241" y="189"/>
                  <a:pt x="244" y="193"/>
                  <a:pt x="249" y="193"/>
                </a:cubicBezTo>
                <a:cubicBezTo>
                  <a:pt x="251" y="193"/>
                  <a:pt x="253" y="192"/>
                  <a:pt x="254" y="190"/>
                </a:cubicBezTo>
                <a:cubicBezTo>
                  <a:pt x="351" y="102"/>
                  <a:pt x="351" y="102"/>
                  <a:pt x="351" y="102"/>
                </a:cubicBezTo>
                <a:cubicBezTo>
                  <a:pt x="352" y="101"/>
                  <a:pt x="353" y="99"/>
                  <a:pt x="353" y="96"/>
                </a:cubicBezTo>
                <a:cubicBezTo>
                  <a:pt x="353" y="94"/>
                  <a:pt x="352" y="92"/>
                  <a:pt x="351" y="91"/>
                </a:cubicBezTo>
                <a:moveTo>
                  <a:pt x="257" y="166"/>
                </a:moveTo>
                <a:cubicBezTo>
                  <a:pt x="257" y="137"/>
                  <a:pt x="257" y="137"/>
                  <a:pt x="257" y="137"/>
                </a:cubicBezTo>
                <a:cubicBezTo>
                  <a:pt x="257" y="132"/>
                  <a:pt x="253" y="128"/>
                  <a:pt x="249" y="128"/>
                </a:cubicBezTo>
                <a:cubicBezTo>
                  <a:pt x="241" y="128"/>
                  <a:pt x="241" y="128"/>
                  <a:pt x="241" y="128"/>
                </a:cubicBezTo>
                <a:cubicBezTo>
                  <a:pt x="208" y="130"/>
                  <a:pt x="91" y="143"/>
                  <a:pt x="32" y="231"/>
                </a:cubicBezTo>
                <a:cubicBezTo>
                  <a:pt x="79" y="85"/>
                  <a:pt x="206" y="66"/>
                  <a:pt x="241" y="64"/>
                </a:cubicBezTo>
                <a:cubicBezTo>
                  <a:pt x="249" y="64"/>
                  <a:pt x="249" y="64"/>
                  <a:pt x="249" y="64"/>
                </a:cubicBezTo>
                <a:cubicBezTo>
                  <a:pt x="253" y="64"/>
                  <a:pt x="257" y="61"/>
                  <a:pt x="257" y="56"/>
                </a:cubicBezTo>
                <a:cubicBezTo>
                  <a:pt x="257" y="26"/>
                  <a:pt x="257" y="26"/>
                  <a:pt x="257" y="26"/>
                </a:cubicBezTo>
                <a:cubicBezTo>
                  <a:pt x="333" y="96"/>
                  <a:pt x="333" y="96"/>
                  <a:pt x="333" y="96"/>
                </a:cubicBezTo>
                <a:lnTo>
                  <a:pt x="257" y="166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4" name="Freeform 42"/>
          <p:cNvSpPr>
            <a:spLocks/>
          </p:cNvSpPr>
          <p:nvPr/>
        </p:nvSpPr>
        <p:spPr bwMode="auto">
          <a:xfrm>
            <a:off x="8585202" y="4292601"/>
            <a:ext cx="579967" cy="370417"/>
          </a:xfrm>
          <a:custGeom>
            <a:avLst/>
            <a:gdLst>
              <a:gd name="T0" fmla="*/ 261 w 353"/>
              <a:gd name="T1" fmla="*/ 16 h 225"/>
              <a:gd name="T2" fmla="*/ 169 w 353"/>
              <a:gd name="T3" fmla="*/ 109 h 225"/>
              <a:gd name="T4" fmla="*/ 169 w 353"/>
              <a:gd name="T5" fmla="*/ 117 h 225"/>
              <a:gd name="T6" fmla="*/ 93 w 353"/>
              <a:gd name="T7" fmla="*/ 193 h 225"/>
              <a:gd name="T8" fmla="*/ 16 w 353"/>
              <a:gd name="T9" fmla="*/ 117 h 225"/>
              <a:gd name="T10" fmla="*/ 16 w 353"/>
              <a:gd name="T11" fmla="*/ 109 h 225"/>
              <a:gd name="T12" fmla="*/ 93 w 353"/>
              <a:gd name="T13" fmla="*/ 32 h 225"/>
              <a:gd name="T14" fmla="*/ 136 w 353"/>
              <a:gd name="T15" fmla="*/ 48 h 225"/>
              <a:gd name="T16" fmla="*/ 105 w 353"/>
              <a:gd name="T17" fmla="*/ 48 h 225"/>
              <a:gd name="T18" fmla="*/ 97 w 353"/>
              <a:gd name="T19" fmla="*/ 56 h 225"/>
              <a:gd name="T20" fmla="*/ 105 w 353"/>
              <a:gd name="T21" fmla="*/ 64 h 225"/>
              <a:gd name="T22" fmla="*/ 153 w 353"/>
              <a:gd name="T23" fmla="*/ 64 h 225"/>
              <a:gd name="T24" fmla="*/ 161 w 353"/>
              <a:gd name="T25" fmla="*/ 56 h 225"/>
              <a:gd name="T26" fmla="*/ 161 w 353"/>
              <a:gd name="T27" fmla="*/ 8 h 225"/>
              <a:gd name="T28" fmla="*/ 153 w 353"/>
              <a:gd name="T29" fmla="*/ 0 h 225"/>
              <a:gd name="T30" fmla="*/ 145 w 353"/>
              <a:gd name="T31" fmla="*/ 8 h 225"/>
              <a:gd name="T32" fmla="*/ 145 w 353"/>
              <a:gd name="T33" fmla="*/ 35 h 225"/>
              <a:gd name="T34" fmla="*/ 93 w 353"/>
              <a:gd name="T35" fmla="*/ 16 h 225"/>
              <a:gd name="T36" fmla="*/ 0 w 353"/>
              <a:gd name="T37" fmla="*/ 109 h 225"/>
              <a:gd name="T38" fmla="*/ 0 w 353"/>
              <a:gd name="T39" fmla="*/ 117 h 225"/>
              <a:gd name="T40" fmla="*/ 93 w 353"/>
              <a:gd name="T41" fmla="*/ 209 h 225"/>
              <a:gd name="T42" fmla="*/ 185 w 353"/>
              <a:gd name="T43" fmla="*/ 117 h 225"/>
              <a:gd name="T44" fmla="*/ 185 w 353"/>
              <a:gd name="T45" fmla="*/ 109 h 225"/>
              <a:gd name="T46" fmla="*/ 261 w 353"/>
              <a:gd name="T47" fmla="*/ 32 h 225"/>
              <a:gd name="T48" fmla="*/ 337 w 353"/>
              <a:gd name="T49" fmla="*/ 109 h 225"/>
              <a:gd name="T50" fmla="*/ 337 w 353"/>
              <a:gd name="T51" fmla="*/ 117 h 225"/>
              <a:gd name="T52" fmla="*/ 261 w 353"/>
              <a:gd name="T53" fmla="*/ 193 h 225"/>
              <a:gd name="T54" fmla="*/ 217 w 353"/>
              <a:gd name="T55" fmla="*/ 177 h 225"/>
              <a:gd name="T56" fmla="*/ 249 w 353"/>
              <a:gd name="T57" fmla="*/ 177 h 225"/>
              <a:gd name="T58" fmla="*/ 257 w 353"/>
              <a:gd name="T59" fmla="*/ 169 h 225"/>
              <a:gd name="T60" fmla="*/ 249 w 353"/>
              <a:gd name="T61" fmla="*/ 161 h 225"/>
              <a:gd name="T62" fmla="*/ 201 w 353"/>
              <a:gd name="T63" fmla="*/ 161 h 225"/>
              <a:gd name="T64" fmla="*/ 193 w 353"/>
              <a:gd name="T65" fmla="*/ 169 h 225"/>
              <a:gd name="T66" fmla="*/ 193 w 353"/>
              <a:gd name="T67" fmla="*/ 217 h 225"/>
              <a:gd name="T68" fmla="*/ 201 w 353"/>
              <a:gd name="T69" fmla="*/ 225 h 225"/>
              <a:gd name="T70" fmla="*/ 209 w 353"/>
              <a:gd name="T71" fmla="*/ 217 h 225"/>
              <a:gd name="T72" fmla="*/ 209 w 353"/>
              <a:gd name="T73" fmla="*/ 190 h 225"/>
              <a:gd name="T74" fmla="*/ 261 w 353"/>
              <a:gd name="T75" fmla="*/ 209 h 225"/>
              <a:gd name="T76" fmla="*/ 353 w 353"/>
              <a:gd name="T77" fmla="*/ 117 h 225"/>
              <a:gd name="T78" fmla="*/ 353 w 353"/>
              <a:gd name="T79" fmla="*/ 109 h 225"/>
              <a:gd name="T80" fmla="*/ 261 w 353"/>
              <a:gd name="T81" fmla="*/ 16 h 2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353" h="225">
                <a:moveTo>
                  <a:pt x="261" y="16"/>
                </a:moveTo>
                <a:cubicBezTo>
                  <a:pt x="210" y="16"/>
                  <a:pt x="169" y="58"/>
                  <a:pt x="169" y="109"/>
                </a:cubicBezTo>
                <a:cubicBezTo>
                  <a:pt x="169" y="117"/>
                  <a:pt x="169" y="117"/>
                  <a:pt x="169" y="117"/>
                </a:cubicBezTo>
                <a:cubicBezTo>
                  <a:pt x="169" y="159"/>
                  <a:pt x="135" y="193"/>
                  <a:pt x="93" y="193"/>
                </a:cubicBezTo>
                <a:cubicBezTo>
                  <a:pt x="50" y="193"/>
                  <a:pt x="16" y="159"/>
                  <a:pt x="16" y="117"/>
                </a:cubicBezTo>
                <a:cubicBezTo>
                  <a:pt x="16" y="109"/>
                  <a:pt x="16" y="109"/>
                  <a:pt x="16" y="109"/>
                </a:cubicBezTo>
                <a:cubicBezTo>
                  <a:pt x="16" y="67"/>
                  <a:pt x="50" y="32"/>
                  <a:pt x="93" y="32"/>
                </a:cubicBezTo>
                <a:cubicBezTo>
                  <a:pt x="109" y="32"/>
                  <a:pt x="124" y="38"/>
                  <a:pt x="136" y="48"/>
                </a:cubicBezTo>
                <a:cubicBezTo>
                  <a:pt x="105" y="48"/>
                  <a:pt x="105" y="48"/>
                  <a:pt x="105" y="48"/>
                </a:cubicBezTo>
                <a:cubicBezTo>
                  <a:pt x="100" y="48"/>
                  <a:pt x="97" y="52"/>
                  <a:pt x="97" y="56"/>
                </a:cubicBezTo>
                <a:cubicBezTo>
                  <a:pt x="97" y="61"/>
                  <a:pt x="100" y="64"/>
                  <a:pt x="105" y="64"/>
                </a:cubicBezTo>
                <a:cubicBezTo>
                  <a:pt x="153" y="64"/>
                  <a:pt x="153" y="64"/>
                  <a:pt x="153" y="64"/>
                </a:cubicBezTo>
                <a:cubicBezTo>
                  <a:pt x="157" y="64"/>
                  <a:pt x="161" y="61"/>
                  <a:pt x="161" y="56"/>
                </a:cubicBezTo>
                <a:cubicBezTo>
                  <a:pt x="161" y="8"/>
                  <a:pt x="161" y="8"/>
                  <a:pt x="161" y="8"/>
                </a:cubicBezTo>
                <a:cubicBezTo>
                  <a:pt x="161" y="4"/>
                  <a:pt x="157" y="0"/>
                  <a:pt x="153" y="0"/>
                </a:cubicBezTo>
                <a:cubicBezTo>
                  <a:pt x="148" y="0"/>
                  <a:pt x="145" y="4"/>
                  <a:pt x="145" y="8"/>
                </a:cubicBezTo>
                <a:cubicBezTo>
                  <a:pt x="145" y="35"/>
                  <a:pt x="145" y="35"/>
                  <a:pt x="145" y="35"/>
                </a:cubicBezTo>
                <a:cubicBezTo>
                  <a:pt x="129" y="23"/>
                  <a:pt x="110" y="16"/>
                  <a:pt x="93" y="16"/>
                </a:cubicBezTo>
                <a:cubicBezTo>
                  <a:pt x="42" y="16"/>
                  <a:pt x="0" y="58"/>
                  <a:pt x="0" y="109"/>
                </a:cubicBezTo>
                <a:cubicBezTo>
                  <a:pt x="0" y="117"/>
                  <a:pt x="0" y="117"/>
                  <a:pt x="0" y="117"/>
                </a:cubicBezTo>
                <a:cubicBezTo>
                  <a:pt x="0" y="168"/>
                  <a:pt x="42" y="209"/>
                  <a:pt x="93" y="209"/>
                </a:cubicBezTo>
                <a:cubicBezTo>
                  <a:pt x="144" y="209"/>
                  <a:pt x="185" y="168"/>
                  <a:pt x="185" y="117"/>
                </a:cubicBezTo>
                <a:cubicBezTo>
                  <a:pt x="185" y="109"/>
                  <a:pt x="185" y="109"/>
                  <a:pt x="185" y="109"/>
                </a:cubicBezTo>
                <a:cubicBezTo>
                  <a:pt x="185" y="67"/>
                  <a:pt x="219" y="32"/>
                  <a:pt x="261" y="32"/>
                </a:cubicBezTo>
                <a:cubicBezTo>
                  <a:pt x="303" y="32"/>
                  <a:pt x="337" y="67"/>
                  <a:pt x="337" y="109"/>
                </a:cubicBezTo>
                <a:cubicBezTo>
                  <a:pt x="337" y="117"/>
                  <a:pt x="337" y="117"/>
                  <a:pt x="337" y="117"/>
                </a:cubicBezTo>
                <a:cubicBezTo>
                  <a:pt x="337" y="159"/>
                  <a:pt x="303" y="193"/>
                  <a:pt x="261" y="193"/>
                </a:cubicBezTo>
                <a:cubicBezTo>
                  <a:pt x="244" y="193"/>
                  <a:pt x="230" y="187"/>
                  <a:pt x="217" y="177"/>
                </a:cubicBezTo>
                <a:cubicBezTo>
                  <a:pt x="249" y="177"/>
                  <a:pt x="249" y="177"/>
                  <a:pt x="249" y="177"/>
                </a:cubicBezTo>
                <a:cubicBezTo>
                  <a:pt x="254" y="177"/>
                  <a:pt x="257" y="173"/>
                  <a:pt x="257" y="169"/>
                </a:cubicBezTo>
                <a:cubicBezTo>
                  <a:pt x="257" y="164"/>
                  <a:pt x="254" y="161"/>
                  <a:pt x="249" y="161"/>
                </a:cubicBezTo>
                <a:cubicBezTo>
                  <a:pt x="201" y="161"/>
                  <a:pt x="201" y="161"/>
                  <a:pt x="201" y="161"/>
                </a:cubicBezTo>
                <a:cubicBezTo>
                  <a:pt x="196" y="161"/>
                  <a:pt x="193" y="164"/>
                  <a:pt x="193" y="169"/>
                </a:cubicBezTo>
                <a:cubicBezTo>
                  <a:pt x="193" y="217"/>
                  <a:pt x="193" y="217"/>
                  <a:pt x="193" y="217"/>
                </a:cubicBezTo>
                <a:cubicBezTo>
                  <a:pt x="193" y="221"/>
                  <a:pt x="196" y="225"/>
                  <a:pt x="201" y="225"/>
                </a:cubicBezTo>
                <a:cubicBezTo>
                  <a:pt x="205" y="225"/>
                  <a:pt x="209" y="221"/>
                  <a:pt x="209" y="217"/>
                </a:cubicBezTo>
                <a:cubicBezTo>
                  <a:pt x="209" y="190"/>
                  <a:pt x="209" y="190"/>
                  <a:pt x="209" y="190"/>
                </a:cubicBezTo>
                <a:cubicBezTo>
                  <a:pt x="225" y="203"/>
                  <a:pt x="244" y="209"/>
                  <a:pt x="261" y="209"/>
                </a:cubicBezTo>
                <a:cubicBezTo>
                  <a:pt x="312" y="209"/>
                  <a:pt x="353" y="168"/>
                  <a:pt x="353" y="117"/>
                </a:cubicBezTo>
                <a:cubicBezTo>
                  <a:pt x="353" y="109"/>
                  <a:pt x="353" y="109"/>
                  <a:pt x="353" y="109"/>
                </a:cubicBezTo>
                <a:cubicBezTo>
                  <a:pt x="353" y="58"/>
                  <a:pt x="312" y="16"/>
                  <a:pt x="261" y="16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5" name="Freeform 43"/>
          <p:cNvSpPr>
            <a:spLocks noEditPoints="1"/>
          </p:cNvSpPr>
          <p:nvPr/>
        </p:nvSpPr>
        <p:spPr bwMode="auto">
          <a:xfrm>
            <a:off x="9696451" y="4265084"/>
            <a:ext cx="582084" cy="423333"/>
          </a:xfrm>
          <a:custGeom>
            <a:avLst/>
            <a:gdLst>
              <a:gd name="T0" fmla="*/ 8 w 353"/>
              <a:gd name="T1" fmla="*/ 48 h 257"/>
              <a:gd name="T2" fmla="*/ 100 w 353"/>
              <a:gd name="T3" fmla="*/ 48 h 257"/>
              <a:gd name="T4" fmla="*/ 150 w 353"/>
              <a:gd name="T5" fmla="*/ 110 h 257"/>
              <a:gd name="T6" fmla="*/ 161 w 353"/>
              <a:gd name="T7" fmla="*/ 97 h 257"/>
              <a:gd name="T8" fmla="*/ 110 w 353"/>
              <a:gd name="T9" fmla="*/ 35 h 257"/>
              <a:gd name="T10" fmla="*/ 110 w 353"/>
              <a:gd name="T11" fmla="*/ 35 h 257"/>
              <a:gd name="T12" fmla="*/ 104 w 353"/>
              <a:gd name="T13" fmla="*/ 32 h 257"/>
              <a:gd name="T14" fmla="*/ 8 w 353"/>
              <a:gd name="T15" fmla="*/ 32 h 257"/>
              <a:gd name="T16" fmla="*/ 0 w 353"/>
              <a:gd name="T17" fmla="*/ 40 h 257"/>
              <a:gd name="T18" fmla="*/ 8 w 353"/>
              <a:gd name="T19" fmla="*/ 48 h 257"/>
              <a:gd name="T20" fmla="*/ 318 w 353"/>
              <a:gd name="T21" fmla="*/ 179 h 257"/>
              <a:gd name="T22" fmla="*/ 313 w 353"/>
              <a:gd name="T23" fmla="*/ 177 h 257"/>
              <a:gd name="T24" fmla="*/ 305 w 353"/>
              <a:gd name="T25" fmla="*/ 185 h 257"/>
              <a:gd name="T26" fmla="*/ 307 w 353"/>
              <a:gd name="T27" fmla="*/ 191 h 257"/>
              <a:gd name="T28" fmla="*/ 325 w 353"/>
              <a:gd name="T29" fmla="*/ 209 h 257"/>
              <a:gd name="T30" fmla="*/ 252 w 353"/>
              <a:gd name="T31" fmla="*/ 209 h 257"/>
              <a:gd name="T32" fmla="*/ 202 w 353"/>
              <a:gd name="T33" fmla="*/ 148 h 257"/>
              <a:gd name="T34" fmla="*/ 192 w 353"/>
              <a:gd name="T35" fmla="*/ 160 h 257"/>
              <a:gd name="T36" fmla="*/ 242 w 353"/>
              <a:gd name="T37" fmla="*/ 222 h 257"/>
              <a:gd name="T38" fmla="*/ 242 w 353"/>
              <a:gd name="T39" fmla="*/ 222 h 257"/>
              <a:gd name="T40" fmla="*/ 248 w 353"/>
              <a:gd name="T41" fmla="*/ 225 h 257"/>
              <a:gd name="T42" fmla="*/ 325 w 353"/>
              <a:gd name="T43" fmla="*/ 225 h 257"/>
              <a:gd name="T44" fmla="*/ 307 w 353"/>
              <a:gd name="T45" fmla="*/ 243 h 257"/>
              <a:gd name="T46" fmla="*/ 305 w 353"/>
              <a:gd name="T47" fmla="*/ 249 h 257"/>
              <a:gd name="T48" fmla="*/ 313 w 353"/>
              <a:gd name="T49" fmla="*/ 257 h 257"/>
              <a:gd name="T50" fmla="*/ 318 w 353"/>
              <a:gd name="T51" fmla="*/ 255 h 257"/>
              <a:gd name="T52" fmla="*/ 350 w 353"/>
              <a:gd name="T53" fmla="*/ 223 h 257"/>
              <a:gd name="T54" fmla="*/ 353 w 353"/>
              <a:gd name="T55" fmla="*/ 217 h 257"/>
              <a:gd name="T56" fmla="*/ 350 w 353"/>
              <a:gd name="T57" fmla="*/ 211 h 257"/>
              <a:gd name="T58" fmla="*/ 318 w 353"/>
              <a:gd name="T59" fmla="*/ 179 h 257"/>
              <a:gd name="T60" fmla="*/ 325 w 353"/>
              <a:gd name="T61" fmla="*/ 48 h 257"/>
              <a:gd name="T62" fmla="*/ 307 w 353"/>
              <a:gd name="T63" fmla="*/ 67 h 257"/>
              <a:gd name="T64" fmla="*/ 305 w 353"/>
              <a:gd name="T65" fmla="*/ 72 h 257"/>
              <a:gd name="T66" fmla="*/ 313 w 353"/>
              <a:gd name="T67" fmla="*/ 80 h 257"/>
              <a:gd name="T68" fmla="*/ 318 w 353"/>
              <a:gd name="T69" fmla="*/ 78 h 257"/>
              <a:gd name="T70" fmla="*/ 350 w 353"/>
              <a:gd name="T71" fmla="*/ 46 h 257"/>
              <a:gd name="T72" fmla="*/ 353 w 353"/>
              <a:gd name="T73" fmla="*/ 40 h 257"/>
              <a:gd name="T74" fmla="*/ 350 w 353"/>
              <a:gd name="T75" fmla="*/ 35 h 257"/>
              <a:gd name="T76" fmla="*/ 318 w 353"/>
              <a:gd name="T77" fmla="*/ 3 h 257"/>
              <a:gd name="T78" fmla="*/ 313 w 353"/>
              <a:gd name="T79" fmla="*/ 0 h 257"/>
              <a:gd name="T80" fmla="*/ 305 w 353"/>
              <a:gd name="T81" fmla="*/ 8 h 257"/>
              <a:gd name="T82" fmla="*/ 307 w 353"/>
              <a:gd name="T83" fmla="*/ 14 h 257"/>
              <a:gd name="T84" fmla="*/ 325 w 353"/>
              <a:gd name="T85" fmla="*/ 32 h 257"/>
              <a:gd name="T86" fmla="*/ 248 w 353"/>
              <a:gd name="T87" fmla="*/ 32 h 257"/>
              <a:gd name="T88" fmla="*/ 242 w 353"/>
              <a:gd name="T89" fmla="*/ 35 h 257"/>
              <a:gd name="T90" fmla="*/ 242 w 353"/>
              <a:gd name="T91" fmla="*/ 35 h 257"/>
              <a:gd name="T92" fmla="*/ 100 w 353"/>
              <a:gd name="T93" fmla="*/ 209 h 257"/>
              <a:gd name="T94" fmla="*/ 8 w 353"/>
              <a:gd name="T95" fmla="*/ 209 h 257"/>
              <a:gd name="T96" fmla="*/ 0 w 353"/>
              <a:gd name="T97" fmla="*/ 217 h 257"/>
              <a:gd name="T98" fmla="*/ 8 w 353"/>
              <a:gd name="T99" fmla="*/ 225 h 257"/>
              <a:gd name="T100" fmla="*/ 104 w 353"/>
              <a:gd name="T101" fmla="*/ 225 h 257"/>
              <a:gd name="T102" fmla="*/ 110 w 353"/>
              <a:gd name="T103" fmla="*/ 222 h 257"/>
              <a:gd name="T104" fmla="*/ 110 w 353"/>
              <a:gd name="T105" fmla="*/ 222 h 257"/>
              <a:gd name="T106" fmla="*/ 252 w 353"/>
              <a:gd name="T107" fmla="*/ 48 h 257"/>
              <a:gd name="T108" fmla="*/ 325 w 353"/>
              <a:gd name="T109" fmla="*/ 48 h 2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353" h="257">
                <a:moveTo>
                  <a:pt x="8" y="48"/>
                </a:moveTo>
                <a:cubicBezTo>
                  <a:pt x="100" y="48"/>
                  <a:pt x="100" y="48"/>
                  <a:pt x="100" y="48"/>
                </a:cubicBezTo>
                <a:cubicBezTo>
                  <a:pt x="150" y="110"/>
                  <a:pt x="150" y="110"/>
                  <a:pt x="150" y="110"/>
                </a:cubicBezTo>
                <a:cubicBezTo>
                  <a:pt x="161" y="97"/>
                  <a:pt x="161" y="97"/>
                  <a:pt x="161" y="97"/>
                </a:cubicBezTo>
                <a:cubicBezTo>
                  <a:pt x="110" y="35"/>
                  <a:pt x="110" y="35"/>
                  <a:pt x="110" y="35"/>
                </a:cubicBezTo>
                <a:cubicBezTo>
                  <a:pt x="110" y="35"/>
                  <a:pt x="110" y="35"/>
                  <a:pt x="110" y="35"/>
                </a:cubicBezTo>
                <a:cubicBezTo>
                  <a:pt x="109" y="34"/>
                  <a:pt x="106" y="32"/>
                  <a:pt x="104" y="32"/>
                </a:cubicBezTo>
                <a:cubicBezTo>
                  <a:pt x="8" y="32"/>
                  <a:pt x="8" y="32"/>
                  <a:pt x="8" y="32"/>
                </a:cubicBezTo>
                <a:cubicBezTo>
                  <a:pt x="3" y="32"/>
                  <a:pt x="0" y="36"/>
                  <a:pt x="0" y="40"/>
                </a:cubicBezTo>
                <a:cubicBezTo>
                  <a:pt x="0" y="45"/>
                  <a:pt x="3" y="48"/>
                  <a:pt x="8" y="48"/>
                </a:cubicBezTo>
                <a:moveTo>
                  <a:pt x="318" y="179"/>
                </a:moveTo>
                <a:cubicBezTo>
                  <a:pt x="317" y="178"/>
                  <a:pt x="315" y="177"/>
                  <a:pt x="313" y="177"/>
                </a:cubicBezTo>
                <a:cubicBezTo>
                  <a:pt x="308" y="177"/>
                  <a:pt x="305" y="180"/>
                  <a:pt x="305" y="185"/>
                </a:cubicBezTo>
                <a:cubicBezTo>
                  <a:pt x="305" y="187"/>
                  <a:pt x="306" y="189"/>
                  <a:pt x="307" y="191"/>
                </a:cubicBezTo>
                <a:cubicBezTo>
                  <a:pt x="325" y="209"/>
                  <a:pt x="325" y="209"/>
                  <a:pt x="325" y="209"/>
                </a:cubicBezTo>
                <a:cubicBezTo>
                  <a:pt x="252" y="209"/>
                  <a:pt x="252" y="209"/>
                  <a:pt x="252" y="209"/>
                </a:cubicBezTo>
                <a:cubicBezTo>
                  <a:pt x="202" y="148"/>
                  <a:pt x="202" y="148"/>
                  <a:pt x="202" y="148"/>
                </a:cubicBezTo>
                <a:cubicBezTo>
                  <a:pt x="192" y="160"/>
                  <a:pt x="192" y="160"/>
                  <a:pt x="192" y="160"/>
                </a:cubicBezTo>
                <a:cubicBezTo>
                  <a:pt x="242" y="222"/>
                  <a:pt x="242" y="222"/>
                  <a:pt x="242" y="222"/>
                </a:cubicBezTo>
                <a:cubicBezTo>
                  <a:pt x="242" y="222"/>
                  <a:pt x="242" y="222"/>
                  <a:pt x="242" y="222"/>
                </a:cubicBezTo>
                <a:cubicBezTo>
                  <a:pt x="244" y="224"/>
                  <a:pt x="246" y="225"/>
                  <a:pt x="248" y="225"/>
                </a:cubicBezTo>
                <a:cubicBezTo>
                  <a:pt x="325" y="225"/>
                  <a:pt x="325" y="225"/>
                  <a:pt x="325" y="225"/>
                </a:cubicBezTo>
                <a:cubicBezTo>
                  <a:pt x="307" y="243"/>
                  <a:pt x="307" y="243"/>
                  <a:pt x="307" y="243"/>
                </a:cubicBezTo>
                <a:cubicBezTo>
                  <a:pt x="306" y="245"/>
                  <a:pt x="305" y="247"/>
                  <a:pt x="305" y="249"/>
                </a:cubicBezTo>
                <a:cubicBezTo>
                  <a:pt x="305" y="253"/>
                  <a:pt x="308" y="257"/>
                  <a:pt x="313" y="257"/>
                </a:cubicBezTo>
                <a:cubicBezTo>
                  <a:pt x="315" y="257"/>
                  <a:pt x="317" y="256"/>
                  <a:pt x="318" y="255"/>
                </a:cubicBezTo>
                <a:cubicBezTo>
                  <a:pt x="350" y="223"/>
                  <a:pt x="350" y="223"/>
                  <a:pt x="350" y="223"/>
                </a:cubicBezTo>
                <a:cubicBezTo>
                  <a:pt x="352" y="221"/>
                  <a:pt x="353" y="219"/>
                  <a:pt x="353" y="217"/>
                </a:cubicBezTo>
                <a:cubicBezTo>
                  <a:pt x="353" y="215"/>
                  <a:pt x="352" y="213"/>
                  <a:pt x="350" y="211"/>
                </a:cubicBezTo>
                <a:lnTo>
                  <a:pt x="318" y="179"/>
                </a:lnTo>
                <a:close/>
                <a:moveTo>
                  <a:pt x="325" y="48"/>
                </a:moveTo>
                <a:cubicBezTo>
                  <a:pt x="307" y="67"/>
                  <a:pt x="307" y="67"/>
                  <a:pt x="307" y="67"/>
                </a:cubicBezTo>
                <a:cubicBezTo>
                  <a:pt x="306" y="68"/>
                  <a:pt x="305" y="70"/>
                  <a:pt x="305" y="72"/>
                </a:cubicBezTo>
                <a:cubicBezTo>
                  <a:pt x="305" y="77"/>
                  <a:pt x="308" y="80"/>
                  <a:pt x="313" y="80"/>
                </a:cubicBezTo>
                <a:cubicBezTo>
                  <a:pt x="315" y="80"/>
                  <a:pt x="317" y="80"/>
                  <a:pt x="318" y="78"/>
                </a:cubicBezTo>
                <a:cubicBezTo>
                  <a:pt x="350" y="46"/>
                  <a:pt x="350" y="46"/>
                  <a:pt x="350" y="46"/>
                </a:cubicBezTo>
                <a:cubicBezTo>
                  <a:pt x="352" y="45"/>
                  <a:pt x="353" y="43"/>
                  <a:pt x="353" y="40"/>
                </a:cubicBezTo>
                <a:cubicBezTo>
                  <a:pt x="353" y="38"/>
                  <a:pt x="352" y="36"/>
                  <a:pt x="350" y="35"/>
                </a:cubicBezTo>
                <a:cubicBezTo>
                  <a:pt x="318" y="3"/>
                  <a:pt x="318" y="3"/>
                  <a:pt x="318" y="3"/>
                </a:cubicBezTo>
                <a:cubicBezTo>
                  <a:pt x="317" y="1"/>
                  <a:pt x="315" y="0"/>
                  <a:pt x="313" y="0"/>
                </a:cubicBezTo>
                <a:cubicBezTo>
                  <a:pt x="308" y="0"/>
                  <a:pt x="305" y="4"/>
                  <a:pt x="305" y="8"/>
                </a:cubicBezTo>
                <a:cubicBezTo>
                  <a:pt x="305" y="10"/>
                  <a:pt x="306" y="12"/>
                  <a:pt x="307" y="14"/>
                </a:cubicBezTo>
                <a:cubicBezTo>
                  <a:pt x="325" y="32"/>
                  <a:pt x="325" y="32"/>
                  <a:pt x="325" y="32"/>
                </a:cubicBezTo>
                <a:cubicBezTo>
                  <a:pt x="248" y="32"/>
                  <a:pt x="248" y="32"/>
                  <a:pt x="248" y="32"/>
                </a:cubicBezTo>
                <a:cubicBezTo>
                  <a:pt x="246" y="32"/>
                  <a:pt x="244" y="34"/>
                  <a:pt x="242" y="35"/>
                </a:cubicBezTo>
                <a:cubicBezTo>
                  <a:pt x="242" y="35"/>
                  <a:pt x="242" y="35"/>
                  <a:pt x="242" y="35"/>
                </a:cubicBezTo>
                <a:cubicBezTo>
                  <a:pt x="100" y="209"/>
                  <a:pt x="100" y="209"/>
                  <a:pt x="100" y="209"/>
                </a:cubicBezTo>
                <a:cubicBezTo>
                  <a:pt x="8" y="209"/>
                  <a:pt x="8" y="209"/>
                  <a:pt x="8" y="209"/>
                </a:cubicBezTo>
                <a:cubicBezTo>
                  <a:pt x="3" y="209"/>
                  <a:pt x="0" y="213"/>
                  <a:pt x="0" y="217"/>
                </a:cubicBezTo>
                <a:cubicBezTo>
                  <a:pt x="0" y="221"/>
                  <a:pt x="3" y="225"/>
                  <a:pt x="8" y="225"/>
                </a:cubicBezTo>
                <a:cubicBezTo>
                  <a:pt x="104" y="225"/>
                  <a:pt x="104" y="225"/>
                  <a:pt x="104" y="225"/>
                </a:cubicBezTo>
                <a:cubicBezTo>
                  <a:pt x="106" y="225"/>
                  <a:pt x="109" y="224"/>
                  <a:pt x="110" y="222"/>
                </a:cubicBezTo>
                <a:cubicBezTo>
                  <a:pt x="110" y="222"/>
                  <a:pt x="110" y="222"/>
                  <a:pt x="110" y="222"/>
                </a:cubicBezTo>
                <a:cubicBezTo>
                  <a:pt x="252" y="48"/>
                  <a:pt x="252" y="48"/>
                  <a:pt x="252" y="48"/>
                </a:cubicBezTo>
                <a:lnTo>
                  <a:pt x="325" y="48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6" name="Freeform 44"/>
          <p:cNvSpPr>
            <a:spLocks noEditPoints="1"/>
          </p:cNvSpPr>
          <p:nvPr/>
        </p:nvSpPr>
        <p:spPr bwMode="auto">
          <a:xfrm>
            <a:off x="10807702" y="4239684"/>
            <a:ext cx="582084" cy="476251"/>
          </a:xfrm>
          <a:custGeom>
            <a:avLst/>
            <a:gdLst>
              <a:gd name="T0" fmla="*/ 351 w 353"/>
              <a:gd name="T1" fmla="*/ 139 h 289"/>
              <a:gd name="T2" fmla="*/ 303 w 353"/>
              <a:gd name="T3" fmla="*/ 91 h 289"/>
              <a:gd name="T4" fmla="*/ 297 w 353"/>
              <a:gd name="T5" fmla="*/ 88 h 289"/>
              <a:gd name="T6" fmla="*/ 289 w 353"/>
              <a:gd name="T7" fmla="*/ 96 h 289"/>
              <a:gd name="T8" fmla="*/ 291 w 353"/>
              <a:gd name="T9" fmla="*/ 102 h 289"/>
              <a:gd name="T10" fmla="*/ 326 w 353"/>
              <a:gd name="T11" fmla="*/ 137 h 289"/>
              <a:gd name="T12" fmla="*/ 132 w 353"/>
              <a:gd name="T13" fmla="*/ 137 h 289"/>
              <a:gd name="T14" fmla="*/ 241 w 353"/>
              <a:gd name="T15" fmla="*/ 28 h 289"/>
              <a:gd name="T16" fmla="*/ 241 w 353"/>
              <a:gd name="T17" fmla="*/ 72 h 289"/>
              <a:gd name="T18" fmla="*/ 249 w 353"/>
              <a:gd name="T19" fmla="*/ 80 h 289"/>
              <a:gd name="T20" fmla="*/ 257 w 353"/>
              <a:gd name="T21" fmla="*/ 72 h 289"/>
              <a:gd name="T22" fmla="*/ 257 w 353"/>
              <a:gd name="T23" fmla="*/ 8 h 289"/>
              <a:gd name="T24" fmla="*/ 249 w 353"/>
              <a:gd name="T25" fmla="*/ 0 h 289"/>
              <a:gd name="T26" fmla="*/ 185 w 353"/>
              <a:gd name="T27" fmla="*/ 0 h 289"/>
              <a:gd name="T28" fmla="*/ 176 w 353"/>
              <a:gd name="T29" fmla="*/ 8 h 289"/>
              <a:gd name="T30" fmla="*/ 185 w 353"/>
              <a:gd name="T31" fmla="*/ 16 h 289"/>
              <a:gd name="T32" fmla="*/ 229 w 353"/>
              <a:gd name="T33" fmla="*/ 16 h 289"/>
              <a:gd name="T34" fmla="*/ 109 w 353"/>
              <a:gd name="T35" fmla="*/ 137 h 289"/>
              <a:gd name="T36" fmla="*/ 63 w 353"/>
              <a:gd name="T37" fmla="*/ 137 h 289"/>
              <a:gd name="T38" fmla="*/ 32 w 353"/>
              <a:gd name="T39" fmla="*/ 113 h 289"/>
              <a:gd name="T40" fmla="*/ 0 w 353"/>
              <a:gd name="T41" fmla="*/ 145 h 289"/>
              <a:gd name="T42" fmla="*/ 32 w 353"/>
              <a:gd name="T43" fmla="*/ 177 h 289"/>
              <a:gd name="T44" fmla="*/ 63 w 353"/>
              <a:gd name="T45" fmla="*/ 153 h 289"/>
              <a:gd name="T46" fmla="*/ 109 w 353"/>
              <a:gd name="T47" fmla="*/ 153 h 289"/>
              <a:gd name="T48" fmla="*/ 229 w 353"/>
              <a:gd name="T49" fmla="*/ 273 h 289"/>
              <a:gd name="T50" fmla="*/ 185 w 353"/>
              <a:gd name="T51" fmla="*/ 273 h 289"/>
              <a:gd name="T52" fmla="*/ 176 w 353"/>
              <a:gd name="T53" fmla="*/ 281 h 289"/>
              <a:gd name="T54" fmla="*/ 185 w 353"/>
              <a:gd name="T55" fmla="*/ 289 h 289"/>
              <a:gd name="T56" fmla="*/ 249 w 353"/>
              <a:gd name="T57" fmla="*/ 289 h 289"/>
              <a:gd name="T58" fmla="*/ 257 w 353"/>
              <a:gd name="T59" fmla="*/ 281 h 289"/>
              <a:gd name="T60" fmla="*/ 257 w 353"/>
              <a:gd name="T61" fmla="*/ 217 h 289"/>
              <a:gd name="T62" fmla="*/ 249 w 353"/>
              <a:gd name="T63" fmla="*/ 209 h 289"/>
              <a:gd name="T64" fmla="*/ 241 w 353"/>
              <a:gd name="T65" fmla="*/ 217 h 289"/>
              <a:gd name="T66" fmla="*/ 241 w 353"/>
              <a:gd name="T67" fmla="*/ 262 h 289"/>
              <a:gd name="T68" fmla="*/ 132 w 353"/>
              <a:gd name="T69" fmla="*/ 153 h 289"/>
              <a:gd name="T70" fmla="*/ 326 w 353"/>
              <a:gd name="T71" fmla="*/ 153 h 289"/>
              <a:gd name="T72" fmla="*/ 291 w 353"/>
              <a:gd name="T73" fmla="*/ 187 h 289"/>
              <a:gd name="T74" fmla="*/ 289 w 353"/>
              <a:gd name="T75" fmla="*/ 193 h 289"/>
              <a:gd name="T76" fmla="*/ 297 w 353"/>
              <a:gd name="T77" fmla="*/ 201 h 289"/>
              <a:gd name="T78" fmla="*/ 303 w 353"/>
              <a:gd name="T79" fmla="*/ 198 h 289"/>
              <a:gd name="T80" fmla="*/ 351 w 353"/>
              <a:gd name="T81" fmla="*/ 150 h 289"/>
              <a:gd name="T82" fmla="*/ 353 w 353"/>
              <a:gd name="T83" fmla="*/ 145 h 289"/>
              <a:gd name="T84" fmla="*/ 351 w 353"/>
              <a:gd name="T85" fmla="*/ 139 h 289"/>
              <a:gd name="T86" fmla="*/ 32 w 353"/>
              <a:gd name="T87" fmla="*/ 161 h 289"/>
              <a:gd name="T88" fmla="*/ 16 w 353"/>
              <a:gd name="T89" fmla="*/ 145 h 289"/>
              <a:gd name="T90" fmla="*/ 32 w 353"/>
              <a:gd name="T91" fmla="*/ 129 h 289"/>
              <a:gd name="T92" fmla="*/ 48 w 353"/>
              <a:gd name="T93" fmla="*/ 145 h 289"/>
              <a:gd name="T94" fmla="*/ 32 w 353"/>
              <a:gd name="T95" fmla="*/ 161 h 2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53" h="289">
                <a:moveTo>
                  <a:pt x="351" y="139"/>
                </a:moveTo>
                <a:cubicBezTo>
                  <a:pt x="303" y="91"/>
                  <a:pt x="303" y="91"/>
                  <a:pt x="303" y="91"/>
                </a:cubicBezTo>
                <a:cubicBezTo>
                  <a:pt x="301" y="89"/>
                  <a:pt x="299" y="88"/>
                  <a:pt x="297" y="88"/>
                </a:cubicBezTo>
                <a:cubicBezTo>
                  <a:pt x="292" y="88"/>
                  <a:pt x="289" y="92"/>
                  <a:pt x="289" y="96"/>
                </a:cubicBezTo>
                <a:cubicBezTo>
                  <a:pt x="289" y="99"/>
                  <a:pt x="290" y="101"/>
                  <a:pt x="291" y="102"/>
                </a:cubicBezTo>
                <a:cubicBezTo>
                  <a:pt x="326" y="137"/>
                  <a:pt x="326" y="137"/>
                  <a:pt x="326" y="137"/>
                </a:cubicBezTo>
                <a:cubicBezTo>
                  <a:pt x="132" y="137"/>
                  <a:pt x="132" y="137"/>
                  <a:pt x="132" y="137"/>
                </a:cubicBezTo>
                <a:cubicBezTo>
                  <a:pt x="241" y="28"/>
                  <a:pt x="241" y="28"/>
                  <a:pt x="241" y="28"/>
                </a:cubicBezTo>
                <a:cubicBezTo>
                  <a:pt x="241" y="72"/>
                  <a:pt x="241" y="72"/>
                  <a:pt x="241" y="72"/>
                </a:cubicBezTo>
                <a:cubicBezTo>
                  <a:pt x="241" y="77"/>
                  <a:pt x="244" y="80"/>
                  <a:pt x="249" y="80"/>
                </a:cubicBezTo>
                <a:cubicBezTo>
                  <a:pt x="253" y="80"/>
                  <a:pt x="257" y="77"/>
                  <a:pt x="257" y="72"/>
                </a:cubicBezTo>
                <a:cubicBezTo>
                  <a:pt x="257" y="8"/>
                  <a:pt x="257" y="8"/>
                  <a:pt x="257" y="8"/>
                </a:cubicBezTo>
                <a:cubicBezTo>
                  <a:pt x="257" y="4"/>
                  <a:pt x="253" y="0"/>
                  <a:pt x="249" y="0"/>
                </a:cubicBezTo>
                <a:cubicBezTo>
                  <a:pt x="185" y="0"/>
                  <a:pt x="185" y="0"/>
                  <a:pt x="185" y="0"/>
                </a:cubicBezTo>
                <a:cubicBezTo>
                  <a:pt x="180" y="0"/>
                  <a:pt x="176" y="4"/>
                  <a:pt x="176" y="8"/>
                </a:cubicBezTo>
                <a:cubicBezTo>
                  <a:pt x="176" y="13"/>
                  <a:pt x="180" y="16"/>
                  <a:pt x="185" y="16"/>
                </a:cubicBezTo>
                <a:cubicBezTo>
                  <a:pt x="229" y="16"/>
                  <a:pt x="229" y="16"/>
                  <a:pt x="229" y="16"/>
                </a:cubicBezTo>
                <a:cubicBezTo>
                  <a:pt x="109" y="137"/>
                  <a:pt x="109" y="137"/>
                  <a:pt x="109" y="137"/>
                </a:cubicBezTo>
                <a:cubicBezTo>
                  <a:pt x="63" y="137"/>
                  <a:pt x="63" y="137"/>
                  <a:pt x="63" y="137"/>
                </a:cubicBezTo>
                <a:cubicBezTo>
                  <a:pt x="59" y="123"/>
                  <a:pt x="47" y="113"/>
                  <a:pt x="32" y="113"/>
                </a:cubicBezTo>
                <a:cubicBezTo>
                  <a:pt x="14" y="113"/>
                  <a:pt x="0" y="127"/>
                  <a:pt x="0" y="145"/>
                </a:cubicBezTo>
                <a:cubicBezTo>
                  <a:pt x="0" y="162"/>
                  <a:pt x="14" y="177"/>
                  <a:pt x="32" y="177"/>
                </a:cubicBezTo>
                <a:cubicBezTo>
                  <a:pt x="47" y="177"/>
                  <a:pt x="59" y="166"/>
                  <a:pt x="63" y="153"/>
                </a:cubicBezTo>
                <a:cubicBezTo>
                  <a:pt x="109" y="153"/>
                  <a:pt x="109" y="153"/>
                  <a:pt x="109" y="153"/>
                </a:cubicBezTo>
                <a:cubicBezTo>
                  <a:pt x="229" y="273"/>
                  <a:pt x="229" y="273"/>
                  <a:pt x="229" y="273"/>
                </a:cubicBezTo>
                <a:cubicBezTo>
                  <a:pt x="185" y="273"/>
                  <a:pt x="185" y="273"/>
                  <a:pt x="185" y="273"/>
                </a:cubicBezTo>
                <a:cubicBezTo>
                  <a:pt x="180" y="273"/>
                  <a:pt x="176" y="277"/>
                  <a:pt x="176" y="281"/>
                </a:cubicBezTo>
                <a:cubicBezTo>
                  <a:pt x="176" y="286"/>
                  <a:pt x="180" y="289"/>
                  <a:pt x="185" y="289"/>
                </a:cubicBezTo>
                <a:cubicBezTo>
                  <a:pt x="249" y="289"/>
                  <a:pt x="249" y="289"/>
                  <a:pt x="249" y="289"/>
                </a:cubicBezTo>
                <a:cubicBezTo>
                  <a:pt x="253" y="289"/>
                  <a:pt x="257" y="286"/>
                  <a:pt x="257" y="281"/>
                </a:cubicBezTo>
                <a:cubicBezTo>
                  <a:pt x="257" y="217"/>
                  <a:pt x="257" y="217"/>
                  <a:pt x="257" y="217"/>
                </a:cubicBezTo>
                <a:cubicBezTo>
                  <a:pt x="257" y="212"/>
                  <a:pt x="253" y="209"/>
                  <a:pt x="249" y="209"/>
                </a:cubicBezTo>
                <a:cubicBezTo>
                  <a:pt x="244" y="209"/>
                  <a:pt x="241" y="212"/>
                  <a:pt x="241" y="217"/>
                </a:cubicBezTo>
                <a:cubicBezTo>
                  <a:pt x="241" y="262"/>
                  <a:pt x="241" y="262"/>
                  <a:pt x="241" y="262"/>
                </a:cubicBezTo>
                <a:cubicBezTo>
                  <a:pt x="132" y="153"/>
                  <a:pt x="132" y="153"/>
                  <a:pt x="132" y="153"/>
                </a:cubicBezTo>
                <a:cubicBezTo>
                  <a:pt x="326" y="153"/>
                  <a:pt x="326" y="153"/>
                  <a:pt x="326" y="153"/>
                </a:cubicBezTo>
                <a:cubicBezTo>
                  <a:pt x="291" y="187"/>
                  <a:pt x="291" y="187"/>
                  <a:pt x="291" y="187"/>
                </a:cubicBezTo>
                <a:cubicBezTo>
                  <a:pt x="290" y="189"/>
                  <a:pt x="289" y="191"/>
                  <a:pt x="289" y="193"/>
                </a:cubicBezTo>
                <a:cubicBezTo>
                  <a:pt x="289" y="197"/>
                  <a:pt x="292" y="201"/>
                  <a:pt x="297" y="201"/>
                </a:cubicBezTo>
                <a:cubicBezTo>
                  <a:pt x="299" y="201"/>
                  <a:pt x="301" y="200"/>
                  <a:pt x="303" y="198"/>
                </a:cubicBezTo>
                <a:cubicBezTo>
                  <a:pt x="351" y="150"/>
                  <a:pt x="351" y="150"/>
                  <a:pt x="351" y="150"/>
                </a:cubicBezTo>
                <a:cubicBezTo>
                  <a:pt x="352" y="149"/>
                  <a:pt x="353" y="147"/>
                  <a:pt x="353" y="145"/>
                </a:cubicBezTo>
                <a:cubicBezTo>
                  <a:pt x="353" y="142"/>
                  <a:pt x="352" y="140"/>
                  <a:pt x="351" y="139"/>
                </a:cubicBezTo>
                <a:moveTo>
                  <a:pt x="32" y="161"/>
                </a:moveTo>
                <a:cubicBezTo>
                  <a:pt x="23" y="161"/>
                  <a:pt x="16" y="154"/>
                  <a:pt x="16" y="145"/>
                </a:cubicBezTo>
                <a:cubicBezTo>
                  <a:pt x="16" y="136"/>
                  <a:pt x="23" y="129"/>
                  <a:pt x="32" y="129"/>
                </a:cubicBezTo>
                <a:cubicBezTo>
                  <a:pt x="41" y="129"/>
                  <a:pt x="48" y="136"/>
                  <a:pt x="48" y="145"/>
                </a:cubicBezTo>
                <a:cubicBezTo>
                  <a:pt x="48" y="154"/>
                  <a:pt x="41" y="161"/>
                  <a:pt x="32" y="161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7" name="Freeform 45"/>
          <p:cNvSpPr>
            <a:spLocks noEditPoints="1"/>
          </p:cNvSpPr>
          <p:nvPr/>
        </p:nvSpPr>
        <p:spPr bwMode="auto">
          <a:xfrm>
            <a:off x="804335" y="5425017"/>
            <a:ext cx="582084" cy="584200"/>
          </a:xfrm>
          <a:custGeom>
            <a:avLst/>
            <a:gdLst>
              <a:gd name="T0" fmla="*/ 97 w 353"/>
              <a:gd name="T1" fmla="*/ 97 h 354"/>
              <a:gd name="T2" fmla="*/ 63 w 353"/>
              <a:gd name="T3" fmla="*/ 52 h 354"/>
              <a:gd name="T4" fmla="*/ 52 w 353"/>
              <a:gd name="T5" fmla="*/ 63 h 354"/>
              <a:gd name="T6" fmla="*/ 64 w 353"/>
              <a:gd name="T7" fmla="*/ 177 h 354"/>
              <a:gd name="T8" fmla="*/ 8 w 353"/>
              <a:gd name="T9" fmla="*/ 169 h 354"/>
              <a:gd name="T10" fmla="*/ 8 w 353"/>
              <a:gd name="T11" fmla="*/ 185 h 354"/>
              <a:gd name="T12" fmla="*/ 64 w 353"/>
              <a:gd name="T13" fmla="*/ 177 h 354"/>
              <a:gd name="T14" fmla="*/ 185 w 353"/>
              <a:gd name="T15" fmla="*/ 56 h 354"/>
              <a:gd name="T16" fmla="*/ 177 w 353"/>
              <a:gd name="T17" fmla="*/ 0 h 354"/>
              <a:gd name="T18" fmla="*/ 168 w 353"/>
              <a:gd name="T19" fmla="*/ 56 h 354"/>
              <a:gd name="T20" fmla="*/ 267 w 353"/>
              <a:gd name="T21" fmla="*/ 97 h 354"/>
              <a:gd name="T22" fmla="*/ 301 w 353"/>
              <a:gd name="T23" fmla="*/ 52 h 354"/>
              <a:gd name="T24" fmla="*/ 256 w 353"/>
              <a:gd name="T25" fmla="*/ 86 h 354"/>
              <a:gd name="T26" fmla="*/ 267 w 353"/>
              <a:gd name="T27" fmla="*/ 97 h 354"/>
              <a:gd name="T28" fmla="*/ 52 w 353"/>
              <a:gd name="T29" fmla="*/ 290 h 354"/>
              <a:gd name="T30" fmla="*/ 63 w 353"/>
              <a:gd name="T31" fmla="*/ 302 h 354"/>
              <a:gd name="T32" fmla="*/ 97 w 353"/>
              <a:gd name="T33" fmla="*/ 256 h 354"/>
              <a:gd name="T34" fmla="*/ 345 w 353"/>
              <a:gd name="T35" fmla="*/ 169 h 354"/>
              <a:gd name="T36" fmla="*/ 289 w 353"/>
              <a:gd name="T37" fmla="*/ 177 h 354"/>
              <a:gd name="T38" fmla="*/ 345 w 353"/>
              <a:gd name="T39" fmla="*/ 185 h 354"/>
              <a:gd name="T40" fmla="*/ 345 w 353"/>
              <a:gd name="T41" fmla="*/ 169 h 354"/>
              <a:gd name="T42" fmla="*/ 256 w 353"/>
              <a:gd name="T43" fmla="*/ 256 h 354"/>
              <a:gd name="T44" fmla="*/ 290 w 353"/>
              <a:gd name="T45" fmla="*/ 302 h 354"/>
              <a:gd name="T46" fmla="*/ 301 w 353"/>
              <a:gd name="T47" fmla="*/ 290 h 354"/>
              <a:gd name="T48" fmla="*/ 177 w 353"/>
              <a:gd name="T49" fmla="*/ 81 h 354"/>
              <a:gd name="T50" fmla="*/ 177 w 353"/>
              <a:gd name="T51" fmla="*/ 273 h 354"/>
              <a:gd name="T52" fmla="*/ 177 w 353"/>
              <a:gd name="T53" fmla="*/ 81 h 354"/>
              <a:gd name="T54" fmla="*/ 96 w 353"/>
              <a:gd name="T55" fmla="*/ 177 h 354"/>
              <a:gd name="T56" fmla="*/ 257 w 353"/>
              <a:gd name="T57" fmla="*/ 177 h 354"/>
              <a:gd name="T58" fmla="*/ 177 w 353"/>
              <a:gd name="T59" fmla="*/ 289 h 354"/>
              <a:gd name="T60" fmla="*/ 168 w 353"/>
              <a:gd name="T61" fmla="*/ 345 h 354"/>
              <a:gd name="T62" fmla="*/ 185 w 353"/>
              <a:gd name="T63" fmla="*/ 345 h 354"/>
              <a:gd name="T64" fmla="*/ 177 w 353"/>
              <a:gd name="T65" fmla="*/ 289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353" h="354">
                <a:moveTo>
                  <a:pt x="86" y="97"/>
                </a:moveTo>
                <a:cubicBezTo>
                  <a:pt x="89" y="101"/>
                  <a:pt x="94" y="101"/>
                  <a:pt x="97" y="97"/>
                </a:cubicBezTo>
                <a:cubicBezTo>
                  <a:pt x="100" y="94"/>
                  <a:pt x="100" y="89"/>
                  <a:pt x="97" y="86"/>
                </a:cubicBezTo>
                <a:cubicBezTo>
                  <a:pt x="63" y="52"/>
                  <a:pt x="63" y="52"/>
                  <a:pt x="63" y="52"/>
                </a:cubicBezTo>
                <a:cubicBezTo>
                  <a:pt x="60" y="49"/>
                  <a:pt x="55" y="49"/>
                  <a:pt x="52" y="52"/>
                </a:cubicBezTo>
                <a:cubicBezTo>
                  <a:pt x="48" y="55"/>
                  <a:pt x="48" y="60"/>
                  <a:pt x="52" y="63"/>
                </a:cubicBezTo>
                <a:lnTo>
                  <a:pt x="86" y="97"/>
                </a:lnTo>
                <a:close/>
                <a:moveTo>
                  <a:pt x="64" y="177"/>
                </a:moveTo>
                <a:cubicBezTo>
                  <a:pt x="64" y="172"/>
                  <a:pt x="61" y="169"/>
                  <a:pt x="56" y="169"/>
                </a:cubicBezTo>
                <a:cubicBezTo>
                  <a:pt x="8" y="169"/>
                  <a:pt x="8" y="169"/>
                  <a:pt x="8" y="169"/>
                </a:cubicBezTo>
                <a:cubicBezTo>
                  <a:pt x="3" y="169"/>
                  <a:pt x="0" y="172"/>
                  <a:pt x="0" y="177"/>
                </a:cubicBezTo>
                <a:cubicBezTo>
                  <a:pt x="0" y="181"/>
                  <a:pt x="3" y="185"/>
                  <a:pt x="8" y="185"/>
                </a:cubicBezTo>
                <a:cubicBezTo>
                  <a:pt x="56" y="185"/>
                  <a:pt x="56" y="185"/>
                  <a:pt x="56" y="185"/>
                </a:cubicBezTo>
                <a:cubicBezTo>
                  <a:pt x="61" y="185"/>
                  <a:pt x="64" y="181"/>
                  <a:pt x="64" y="177"/>
                </a:cubicBezTo>
                <a:moveTo>
                  <a:pt x="177" y="65"/>
                </a:moveTo>
                <a:cubicBezTo>
                  <a:pt x="181" y="65"/>
                  <a:pt x="185" y="61"/>
                  <a:pt x="185" y="56"/>
                </a:cubicBezTo>
                <a:cubicBezTo>
                  <a:pt x="185" y="8"/>
                  <a:pt x="185" y="8"/>
                  <a:pt x="185" y="8"/>
                </a:cubicBezTo>
                <a:cubicBezTo>
                  <a:pt x="185" y="4"/>
                  <a:pt x="181" y="0"/>
                  <a:pt x="177" y="0"/>
                </a:cubicBezTo>
                <a:cubicBezTo>
                  <a:pt x="172" y="0"/>
                  <a:pt x="168" y="4"/>
                  <a:pt x="168" y="8"/>
                </a:cubicBezTo>
                <a:cubicBezTo>
                  <a:pt x="168" y="56"/>
                  <a:pt x="168" y="56"/>
                  <a:pt x="168" y="56"/>
                </a:cubicBezTo>
                <a:cubicBezTo>
                  <a:pt x="168" y="61"/>
                  <a:pt x="172" y="65"/>
                  <a:pt x="177" y="65"/>
                </a:cubicBezTo>
                <a:moveTo>
                  <a:pt x="267" y="97"/>
                </a:moveTo>
                <a:cubicBezTo>
                  <a:pt x="301" y="63"/>
                  <a:pt x="301" y="63"/>
                  <a:pt x="301" y="63"/>
                </a:cubicBezTo>
                <a:cubicBezTo>
                  <a:pt x="305" y="60"/>
                  <a:pt x="305" y="55"/>
                  <a:pt x="301" y="52"/>
                </a:cubicBezTo>
                <a:cubicBezTo>
                  <a:pt x="298" y="49"/>
                  <a:pt x="293" y="49"/>
                  <a:pt x="290" y="52"/>
                </a:cubicBezTo>
                <a:cubicBezTo>
                  <a:pt x="256" y="86"/>
                  <a:pt x="256" y="86"/>
                  <a:pt x="256" y="86"/>
                </a:cubicBezTo>
                <a:cubicBezTo>
                  <a:pt x="253" y="89"/>
                  <a:pt x="253" y="94"/>
                  <a:pt x="256" y="97"/>
                </a:cubicBezTo>
                <a:cubicBezTo>
                  <a:pt x="259" y="101"/>
                  <a:pt x="264" y="101"/>
                  <a:pt x="267" y="97"/>
                </a:cubicBezTo>
                <a:moveTo>
                  <a:pt x="86" y="256"/>
                </a:moveTo>
                <a:cubicBezTo>
                  <a:pt x="52" y="290"/>
                  <a:pt x="52" y="290"/>
                  <a:pt x="52" y="290"/>
                </a:cubicBezTo>
                <a:cubicBezTo>
                  <a:pt x="48" y="294"/>
                  <a:pt x="48" y="299"/>
                  <a:pt x="52" y="302"/>
                </a:cubicBezTo>
                <a:cubicBezTo>
                  <a:pt x="55" y="305"/>
                  <a:pt x="60" y="305"/>
                  <a:pt x="63" y="302"/>
                </a:cubicBezTo>
                <a:cubicBezTo>
                  <a:pt x="97" y="268"/>
                  <a:pt x="97" y="268"/>
                  <a:pt x="97" y="268"/>
                </a:cubicBezTo>
                <a:cubicBezTo>
                  <a:pt x="100" y="265"/>
                  <a:pt x="100" y="260"/>
                  <a:pt x="97" y="256"/>
                </a:cubicBezTo>
                <a:cubicBezTo>
                  <a:pt x="94" y="253"/>
                  <a:pt x="89" y="253"/>
                  <a:pt x="86" y="256"/>
                </a:cubicBezTo>
                <a:moveTo>
                  <a:pt x="345" y="169"/>
                </a:moveTo>
                <a:cubicBezTo>
                  <a:pt x="297" y="169"/>
                  <a:pt x="297" y="169"/>
                  <a:pt x="297" y="169"/>
                </a:cubicBezTo>
                <a:cubicBezTo>
                  <a:pt x="292" y="169"/>
                  <a:pt x="289" y="172"/>
                  <a:pt x="289" y="177"/>
                </a:cubicBezTo>
                <a:cubicBezTo>
                  <a:pt x="289" y="181"/>
                  <a:pt x="292" y="185"/>
                  <a:pt x="297" y="185"/>
                </a:cubicBezTo>
                <a:cubicBezTo>
                  <a:pt x="345" y="185"/>
                  <a:pt x="345" y="185"/>
                  <a:pt x="345" y="185"/>
                </a:cubicBezTo>
                <a:cubicBezTo>
                  <a:pt x="350" y="185"/>
                  <a:pt x="353" y="181"/>
                  <a:pt x="353" y="177"/>
                </a:cubicBezTo>
                <a:cubicBezTo>
                  <a:pt x="353" y="172"/>
                  <a:pt x="350" y="169"/>
                  <a:pt x="345" y="169"/>
                </a:cubicBezTo>
                <a:moveTo>
                  <a:pt x="267" y="256"/>
                </a:moveTo>
                <a:cubicBezTo>
                  <a:pt x="264" y="253"/>
                  <a:pt x="259" y="253"/>
                  <a:pt x="256" y="256"/>
                </a:cubicBezTo>
                <a:cubicBezTo>
                  <a:pt x="253" y="260"/>
                  <a:pt x="253" y="265"/>
                  <a:pt x="256" y="268"/>
                </a:cubicBezTo>
                <a:cubicBezTo>
                  <a:pt x="290" y="302"/>
                  <a:pt x="290" y="302"/>
                  <a:pt x="290" y="302"/>
                </a:cubicBezTo>
                <a:cubicBezTo>
                  <a:pt x="293" y="305"/>
                  <a:pt x="298" y="305"/>
                  <a:pt x="301" y="302"/>
                </a:cubicBezTo>
                <a:cubicBezTo>
                  <a:pt x="305" y="299"/>
                  <a:pt x="305" y="294"/>
                  <a:pt x="301" y="290"/>
                </a:cubicBezTo>
                <a:lnTo>
                  <a:pt x="267" y="256"/>
                </a:lnTo>
                <a:close/>
                <a:moveTo>
                  <a:pt x="177" y="81"/>
                </a:moveTo>
                <a:cubicBezTo>
                  <a:pt x="123" y="81"/>
                  <a:pt x="80" y="124"/>
                  <a:pt x="80" y="177"/>
                </a:cubicBezTo>
                <a:cubicBezTo>
                  <a:pt x="80" y="230"/>
                  <a:pt x="123" y="273"/>
                  <a:pt x="177" y="273"/>
                </a:cubicBezTo>
                <a:cubicBezTo>
                  <a:pt x="230" y="273"/>
                  <a:pt x="273" y="230"/>
                  <a:pt x="273" y="177"/>
                </a:cubicBezTo>
                <a:cubicBezTo>
                  <a:pt x="273" y="124"/>
                  <a:pt x="230" y="81"/>
                  <a:pt x="177" y="81"/>
                </a:cubicBezTo>
                <a:moveTo>
                  <a:pt x="177" y="257"/>
                </a:moveTo>
                <a:cubicBezTo>
                  <a:pt x="132" y="257"/>
                  <a:pt x="96" y="221"/>
                  <a:pt x="96" y="177"/>
                </a:cubicBezTo>
                <a:cubicBezTo>
                  <a:pt x="96" y="133"/>
                  <a:pt x="132" y="97"/>
                  <a:pt x="177" y="97"/>
                </a:cubicBezTo>
                <a:cubicBezTo>
                  <a:pt x="221" y="97"/>
                  <a:pt x="257" y="133"/>
                  <a:pt x="257" y="177"/>
                </a:cubicBezTo>
                <a:cubicBezTo>
                  <a:pt x="257" y="221"/>
                  <a:pt x="221" y="257"/>
                  <a:pt x="177" y="257"/>
                </a:cubicBezTo>
                <a:moveTo>
                  <a:pt x="177" y="289"/>
                </a:moveTo>
                <a:cubicBezTo>
                  <a:pt x="172" y="289"/>
                  <a:pt x="168" y="293"/>
                  <a:pt x="168" y="297"/>
                </a:cubicBezTo>
                <a:cubicBezTo>
                  <a:pt x="168" y="345"/>
                  <a:pt x="168" y="345"/>
                  <a:pt x="168" y="345"/>
                </a:cubicBezTo>
                <a:cubicBezTo>
                  <a:pt x="168" y="350"/>
                  <a:pt x="172" y="354"/>
                  <a:pt x="177" y="354"/>
                </a:cubicBezTo>
                <a:cubicBezTo>
                  <a:pt x="181" y="354"/>
                  <a:pt x="185" y="350"/>
                  <a:pt x="185" y="345"/>
                </a:cubicBezTo>
                <a:cubicBezTo>
                  <a:pt x="185" y="297"/>
                  <a:pt x="185" y="297"/>
                  <a:pt x="185" y="297"/>
                </a:cubicBezTo>
                <a:cubicBezTo>
                  <a:pt x="185" y="293"/>
                  <a:pt x="181" y="289"/>
                  <a:pt x="177" y="289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8" name="Freeform 46"/>
          <p:cNvSpPr>
            <a:spLocks noEditPoints="1"/>
          </p:cNvSpPr>
          <p:nvPr/>
        </p:nvSpPr>
        <p:spPr bwMode="auto">
          <a:xfrm>
            <a:off x="1915585" y="5425017"/>
            <a:ext cx="582084" cy="584200"/>
          </a:xfrm>
          <a:custGeom>
            <a:avLst/>
            <a:gdLst>
              <a:gd name="T0" fmla="*/ 86 w 353"/>
              <a:gd name="T1" fmla="*/ 97 h 354"/>
              <a:gd name="T2" fmla="*/ 97 w 353"/>
              <a:gd name="T3" fmla="*/ 97 h 354"/>
              <a:gd name="T4" fmla="*/ 97 w 353"/>
              <a:gd name="T5" fmla="*/ 86 h 354"/>
              <a:gd name="T6" fmla="*/ 63 w 353"/>
              <a:gd name="T7" fmla="*/ 52 h 354"/>
              <a:gd name="T8" fmla="*/ 52 w 353"/>
              <a:gd name="T9" fmla="*/ 52 h 354"/>
              <a:gd name="T10" fmla="*/ 52 w 353"/>
              <a:gd name="T11" fmla="*/ 63 h 354"/>
              <a:gd name="T12" fmla="*/ 86 w 353"/>
              <a:gd name="T13" fmla="*/ 97 h 354"/>
              <a:gd name="T14" fmla="*/ 268 w 353"/>
              <a:gd name="T15" fmla="*/ 97 h 354"/>
              <a:gd name="T16" fmla="*/ 302 w 353"/>
              <a:gd name="T17" fmla="*/ 63 h 354"/>
              <a:gd name="T18" fmla="*/ 302 w 353"/>
              <a:gd name="T19" fmla="*/ 52 h 354"/>
              <a:gd name="T20" fmla="*/ 290 w 353"/>
              <a:gd name="T21" fmla="*/ 52 h 354"/>
              <a:gd name="T22" fmla="*/ 256 w 353"/>
              <a:gd name="T23" fmla="*/ 86 h 354"/>
              <a:gd name="T24" fmla="*/ 256 w 353"/>
              <a:gd name="T25" fmla="*/ 97 h 354"/>
              <a:gd name="T26" fmla="*/ 268 w 353"/>
              <a:gd name="T27" fmla="*/ 97 h 354"/>
              <a:gd name="T28" fmla="*/ 177 w 353"/>
              <a:gd name="T29" fmla="*/ 65 h 354"/>
              <a:gd name="T30" fmla="*/ 185 w 353"/>
              <a:gd name="T31" fmla="*/ 56 h 354"/>
              <a:gd name="T32" fmla="*/ 185 w 353"/>
              <a:gd name="T33" fmla="*/ 8 h 354"/>
              <a:gd name="T34" fmla="*/ 177 w 353"/>
              <a:gd name="T35" fmla="*/ 0 h 354"/>
              <a:gd name="T36" fmla="*/ 169 w 353"/>
              <a:gd name="T37" fmla="*/ 8 h 354"/>
              <a:gd name="T38" fmla="*/ 169 w 353"/>
              <a:gd name="T39" fmla="*/ 56 h 354"/>
              <a:gd name="T40" fmla="*/ 177 w 353"/>
              <a:gd name="T41" fmla="*/ 65 h 354"/>
              <a:gd name="T42" fmla="*/ 345 w 353"/>
              <a:gd name="T43" fmla="*/ 177 h 354"/>
              <a:gd name="T44" fmla="*/ 273 w 353"/>
              <a:gd name="T45" fmla="*/ 177 h 354"/>
              <a:gd name="T46" fmla="*/ 177 w 353"/>
              <a:gd name="T47" fmla="*/ 81 h 354"/>
              <a:gd name="T48" fmla="*/ 81 w 353"/>
              <a:gd name="T49" fmla="*/ 177 h 354"/>
              <a:gd name="T50" fmla="*/ 8 w 353"/>
              <a:gd name="T51" fmla="*/ 177 h 354"/>
              <a:gd name="T52" fmla="*/ 0 w 353"/>
              <a:gd name="T53" fmla="*/ 185 h 354"/>
              <a:gd name="T54" fmla="*/ 8 w 353"/>
              <a:gd name="T55" fmla="*/ 193 h 354"/>
              <a:gd name="T56" fmla="*/ 345 w 353"/>
              <a:gd name="T57" fmla="*/ 193 h 354"/>
              <a:gd name="T58" fmla="*/ 353 w 353"/>
              <a:gd name="T59" fmla="*/ 185 h 354"/>
              <a:gd name="T60" fmla="*/ 345 w 353"/>
              <a:gd name="T61" fmla="*/ 177 h 354"/>
              <a:gd name="T62" fmla="*/ 97 w 353"/>
              <a:gd name="T63" fmla="*/ 177 h 354"/>
              <a:gd name="T64" fmla="*/ 177 w 353"/>
              <a:gd name="T65" fmla="*/ 97 h 354"/>
              <a:gd name="T66" fmla="*/ 257 w 353"/>
              <a:gd name="T67" fmla="*/ 177 h 354"/>
              <a:gd name="T68" fmla="*/ 97 w 353"/>
              <a:gd name="T69" fmla="*/ 177 h 354"/>
              <a:gd name="T70" fmla="*/ 225 w 353"/>
              <a:gd name="T71" fmla="*/ 289 h 354"/>
              <a:gd name="T72" fmla="*/ 209 w 353"/>
              <a:gd name="T73" fmla="*/ 289 h 354"/>
              <a:gd name="T74" fmla="*/ 209 w 353"/>
              <a:gd name="T75" fmla="*/ 249 h 354"/>
              <a:gd name="T76" fmla="*/ 201 w 353"/>
              <a:gd name="T77" fmla="*/ 241 h 354"/>
              <a:gd name="T78" fmla="*/ 153 w 353"/>
              <a:gd name="T79" fmla="*/ 241 h 354"/>
              <a:gd name="T80" fmla="*/ 145 w 353"/>
              <a:gd name="T81" fmla="*/ 249 h 354"/>
              <a:gd name="T82" fmla="*/ 145 w 353"/>
              <a:gd name="T83" fmla="*/ 289 h 354"/>
              <a:gd name="T84" fmla="*/ 129 w 353"/>
              <a:gd name="T85" fmla="*/ 289 h 354"/>
              <a:gd name="T86" fmla="*/ 121 w 353"/>
              <a:gd name="T87" fmla="*/ 297 h 354"/>
              <a:gd name="T88" fmla="*/ 123 w 353"/>
              <a:gd name="T89" fmla="*/ 303 h 354"/>
              <a:gd name="T90" fmla="*/ 171 w 353"/>
              <a:gd name="T91" fmla="*/ 351 h 354"/>
              <a:gd name="T92" fmla="*/ 177 w 353"/>
              <a:gd name="T93" fmla="*/ 354 h 354"/>
              <a:gd name="T94" fmla="*/ 183 w 353"/>
              <a:gd name="T95" fmla="*/ 351 h 354"/>
              <a:gd name="T96" fmla="*/ 231 w 353"/>
              <a:gd name="T97" fmla="*/ 303 h 354"/>
              <a:gd name="T98" fmla="*/ 233 w 353"/>
              <a:gd name="T99" fmla="*/ 297 h 354"/>
              <a:gd name="T100" fmla="*/ 225 w 353"/>
              <a:gd name="T101" fmla="*/ 289 h 354"/>
              <a:gd name="T102" fmla="*/ 177 w 353"/>
              <a:gd name="T103" fmla="*/ 334 h 354"/>
              <a:gd name="T104" fmla="*/ 148 w 353"/>
              <a:gd name="T105" fmla="*/ 305 h 354"/>
              <a:gd name="T106" fmla="*/ 153 w 353"/>
              <a:gd name="T107" fmla="*/ 305 h 354"/>
              <a:gd name="T108" fmla="*/ 161 w 353"/>
              <a:gd name="T109" fmla="*/ 297 h 354"/>
              <a:gd name="T110" fmla="*/ 161 w 353"/>
              <a:gd name="T111" fmla="*/ 257 h 354"/>
              <a:gd name="T112" fmla="*/ 193 w 353"/>
              <a:gd name="T113" fmla="*/ 257 h 354"/>
              <a:gd name="T114" fmla="*/ 193 w 353"/>
              <a:gd name="T115" fmla="*/ 297 h 354"/>
              <a:gd name="T116" fmla="*/ 201 w 353"/>
              <a:gd name="T117" fmla="*/ 305 h 354"/>
              <a:gd name="T118" fmla="*/ 206 w 353"/>
              <a:gd name="T119" fmla="*/ 305 h 354"/>
              <a:gd name="T120" fmla="*/ 177 w 353"/>
              <a:gd name="T121" fmla="*/ 334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353" h="354">
                <a:moveTo>
                  <a:pt x="86" y="97"/>
                </a:moveTo>
                <a:cubicBezTo>
                  <a:pt x="89" y="101"/>
                  <a:pt x="94" y="101"/>
                  <a:pt x="97" y="97"/>
                </a:cubicBezTo>
                <a:cubicBezTo>
                  <a:pt x="101" y="94"/>
                  <a:pt x="101" y="89"/>
                  <a:pt x="97" y="86"/>
                </a:cubicBezTo>
                <a:cubicBezTo>
                  <a:pt x="63" y="52"/>
                  <a:pt x="63" y="52"/>
                  <a:pt x="63" y="52"/>
                </a:cubicBezTo>
                <a:cubicBezTo>
                  <a:pt x="60" y="49"/>
                  <a:pt x="55" y="49"/>
                  <a:pt x="52" y="52"/>
                </a:cubicBezTo>
                <a:cubicBezTo>
                  <a:pt x="49" y="55"/>
                  <a:pt x="49" y="60"/>
                  <a:pt x="52" y="63"/>
                </a:cubicBezTo>
                <a:lnTo>
                  <a:pt x="86" y="97"/>
                </a:lnTo>
                <a:close/>
                <a:moveTo>
                  <a:pt x="268" y="97"/>
                </a:moveTo>
                <a:cubicBezTo>
                  <a:pt x="302" y="63"/>
                  <a:pt x="302" y="63"/>
                  <a:pt x="302" y="63"/>
                </a:cubicBezTo>
                <a:cubicBezTo>
                  <a:pt x="305" y="60"/>
                  <a:pt x="305" y="55"/>
                  <a:pt x="302" y="52"/>
                </a:cubicBezTo>
                <a:cubicBezTo>
                  <a:pt x="299" y="49"/>
                  <a:pt x="294" y="49"/>
                  <a:pt x="290" y="52"/>
                </a:cubicBezTo>
                <a:cubicBezTo>
                  <a:pt x="256" y="86"/>
                  <a:pt x="256" y="86"/>
                  <a:pt x="256" y="86"/>
                </a:cubicBezTo>
                <a:cubicBezTo>
                  <a:pt x="253" y="89"/>
                  <a:pt x="253" y="94"/>
                  <a:pt x="256" y="97"/>
                </a:cubicBezTo>
                <a:cubicBezTo>
                  <a:pt x="259" y="101"/>
                  <a:pt x="265" y="101"/>
                  <a:pt x="268" y="97"/>
                </a:cubicBezTo>
                <a:moveTo>
                  <a:pt x="177" y="65"/>
                </a:moveTo>
                <a:cubicBezTo>
                  <a:pt x="181" y="65"/>
                  <a:pt x="185" y="61"/>
                  <a:pt x="185" y="56"/>
                </a:cubicBezTo>
                <a:cubicBezTo>
                  <a:pt x="185" y="8"/>
                  <a:pt x="185" y="8"/>
                  <a:pt x="185" y="8"/>
                </a:cubicBezTo>
                <a:cubicBezTo>
                  <a:pt x="185" y="4"/>
                  <a:pt x="181" y="0"/>
                  <a:pt x="177" y="0"/>
                </a:cubicBezTo>
                <a:cubicBezTo>
                  <a:pt x="172" y="0"/>
                  <a:pt x="169" y="4"/>
                  <a:pt x="169" y="8"/>
                </a:cubicBezTo>
                <a:cubicBezTo>
                  <a:pt x="169" y="56"/>
                  <a:pt x="169" y="56"/>
                  <a:pt x="169" y="56"/>
                </a:cubicBezTo>
                <a:cubicBezTo>
                  <a:pt x="169" y="61"/>
                  <a:pt x="172" y="65"/>
                  <a:pt x="177" y="65"/>
                </a:cubicBezTo>
                <a:moveTo>
                  <a:pt x="345" y="177"/>
                </a:moveTo>
                <a:cubicBezTo>
                  <a:pt x="273" y="177"/>
                  <a:pt x="273" y="177"/>
                  <a:pt x="273" y="177"/>
                </a:cubicBezTo>
                <a:cubicBezTo>
                  <a:pt x="273" y="124"/>
                  <a:pt x="230" y="81"/>
                  <a:pt x="177" y="81"/>
                </a:cubicBezTo>
                <a:cubicBezTo>
                  <a:pt x="124" y="81"/>
                  <a:pt x="81" y="124"/>
                  <a:pt x="81" y="177"/>
                </a:cubicBezTo>
                <a:cubicBezTo>
                  <a:pt x="8" y="177"/>
                  <a:pt x="8" y="177"/>
                  <a:pt x="8" y="177"/>
                </a:cubicBezTo>
                <a:cubicBezTo>
                  <a:pt x="4" y="177"/>
                  <a:pt x="0" y="180"/>
                  <a:pt x="0" y="185"/>
                </a:cubicBezTo>
                <a:cubicBezTo>
                  <a:pt x="0" y="189"/>
                  <a:pt x="4" y="193"/>
                  <a:pt x="8" y="193"/>
                </a:cubicBezTo>
                <a:cubicBezTo>
                  <a:pt x="345" y="193"/>
                  <a:pt x="345" y="193"/>
                  <a:pt x="345" y="193"/>
                </a:cubicBezTo>
                <a:cubicBezTo>
                  <a:pt x="350" y="193"/>
                  <a:pt x="353" y="189"/>
                  <a:pt x="353" y="185"/>
                </a:cubicBezTo>
                <a:cubicBezTo>
                  <a:pt x="353" y="180"/>
                  <a:pt x="350" y="177"/>
                  <a:pt x="345" y="177"/>
                </a:cubicBezTo>
                <a:moveTo>
                  <a:pt x="97" y="177"/>
                </a:moveTo>
                <a:cubicBezTo>
                  <a:pt x="97" y="133"/>
                  <a:pt x="133" y="97"/>
                  <a:pt x="177" y="97"/>
                </a:cubicBezTo>
                <a:cubicBezTo>
                  <a:pt x="221" y="97"/>
                  <a:pt x="257" y="133"/>
                  <a:pt x="257" y="177"/>
                </a:cubicBezTo>
                <a:lnTo>
                  <a:pt x="97" y="177"/>
                </a:lnTo>
                <a:close/>
                <a:moveTo>
                  <a:pt x="225" y="289"/>
                </a:moveTo>
                <a:cubicBezTo>
                  <a:pt x="209" y="289"/>
                  <a:pt x="209" y="289"/>
                  <a:pt x="209" y="289"/>
                </a:cubicBezTo>
                <a:cubicBezTo>
                  <a:pt x="209" y="249"/>
                  <a:pt x="209" y="249"/>
                  <a:pt x="209" y="249"/>
                </a:cubicBezTo>
                <a:cubicBezTo>
                  <a:pt x="209" y="245"/>
                  <a:pt x="205" y="241"/>
                  <a:pt x="201" y="241"/>
                </a:cubicBezTo>
                <a:cubicBezTo>
                  <a:pt x="153" y="241"/>
                  <a:pt x="153" y="241"/>
                  <a:pt x="153" y="241"/>
                </a:cubicBezTo>
                <a:cubicBezTo>
                  <a:pt x="148" y="241"/>
                  <a:pt x="145" y="245"/>
                  <a:pt x="145" y="249"/>
                </a:cubicBezTo>
                <a:cubicBezTo>
                  <a:pt x="145" y="289"/>
                  <a:pt x="145" y="289"/>
                  <a:pt x="145" y="289"/>
                </a:cubicBezTo>
                <a:cubicBezTo>
                  <a:pt x="129" y="289"/>
                  <a:pt x="129" y="289"/>
                  <a:pt x="129" y="289"/>
                </a:cubicBezTo>
                <a:cubicBezTo>
                  <a:pt x="124" y="289"/>
                  <a:pt x="121" y="293"/>
                  <a:pt x="121" y="297"/>
                </a:cubicBezTo>
                <a:cubicBezTo>
                  <a:pt x="121" y="300"/>
                  <a:pt x="122" y="302"/>
                  <a:pt x="123" y="303"/>
                </a:cubicBezTo>
                <a:cubicBezTo>
                  <a:pt x="171" y="351"/>
                  <a:pt x="171" y="351"/>
                  <a:pt x="171" y="351"/>
                </a:cubicBezTo>
                <a:cubicBezTo>
                  <a:pt x="173" y="353"/>
                  <a:pt x="175" y="354"/>
                  <a:pt x="177" y="354"/>
                </a:cubicBezTo>
                <a:cubicBezTo>
                  <a:pt x="179" y="354"/>
                  <a:pt x="181" y="353"/>
                  <a:pt x="183" y="351"/>
                </a:cubicBezTo>
                <a:cubicBezTo>
                  <a:pt x="231" y="303"/>
                  <a:pt x="231" y="303"/>
                  <a:pt x="231" y="303"/>
                </a:cubicBezTo>
                <a:cubicBezTo>
                  <a:pt x="232" y="302"/>
                  <a:pt x="233" y="300"/>
                  <a:pt x="233" y="297"/>
                </a:cubicBezTo>
                <a:cubicBezTo>
                  <a:pt x="233" y="293"/>
                  <a:pt x="229" y="289"/>
                  <a:pt x="225" y="289"/>
                </a:cubicBezTo>
                <a:moveTo>
                  <a:pt x="177" y="334"/>
                </a:moveTo>
                <a:cubicBezTo>
                  <a:pt x="148" y="305"/>
                  <a:pt x="148" y="305"/>
                  <a:pt x="148" y="305"/>
                </a:cubicBezTo>
                <a:cubicBezTo>
                  <a:pt x="153" y="305"/>
                  <a:pt x="153" y="305"/>
                  <a:pt x="153" y="305"/>
                </a:cubicBezTo>
                <a:cubicBezTo>
                  <a:pt x="157" y="305"/>
                  <a:pt x="161" y="302"/>
                  <a:pt x="161" y="297"/>
                </a:cubicBezTo>
                <a:cubicBezTo>
                  <a:pt x="161" y="257"/>
                  <a:pt x="161" y="257"/>
                  <a:pt x="161" y="257"/>
                </a:cubicBezTo>
                <a:cubicBezTo>
                  <a:pt x="193" y="257"/>
                  <a:pt x="193" y="257"/>
                  <a:pt x="193" y="257"/>
                </a:cubicBezTo>
                <a:cubicBezTo>
                  <a:pt x="193" y="297"/>
                  <a:pt x="193" y="297"/>
                  <a:pt x="193" y="297"/>
                </a:cubicBezTo>
                <a:cubicBezTo>
                  <a:pt x="193" y="302"/>
                  <a:pt x="196" y="305"/>
                  <a:pt x="201" y="305"/>
                </a:cubicBezTo>
                <a:cubicBezTo>
                  <a:pt x="206" y="305"/>
                  <a:pt x="206" y="305"/>
                  <a:pt x="206" y="305"/>
                </a:cubicBezTo>
                <a:lnTo>
                  <a:pt x="177" y="334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9" name="Freeform 47"/>
          <p:cNvSpPr>
            <a:spLocks noEditPoints="1"/>
          </p:cNvSpPr>
          <p:nvPr/>
        </p:nvSpPr>
        <p:spPr bwMode="auto">
          <a:xfrm>
            <a:off x="3026835" y="5425017"/>
            <a:ext cx="582084" cy="584200"/>
          </a:xfrm>
          <a:custGeom>
            <a:avLst/>
            <a:gdLst>
              <a:gd name="T0" fmla="*/ 345 w 353"/>
              <a:gd name="T1" fmla="*/ 337 h 354"/>
              <a:gd name="T2" fmla="*/ 273 w 353"/>
              <a:gd name="T3" fmla="*/ 337 h 354"/>
              <a:gd name="T4" fmla="*/ 176 w 353"/>
              <a:gd name="T5" fmla="*/ 241 h 354"/>
              <a:gd name="T6" fmla="*/ 80 w 353"/>
              <a:gd name="T7" fmla="*/ 337 h 354"/>
              <a:gd name="T8" fmla="*/ 8 w 353"/>
              <a:gd name="T9" fmla="*/ 337 h 354"/>
              <a:gd name="T10" fmla="*/ 0 w 353"/>
              <a:gd name="T11" fmla="*/ 345 h 354"/>
              <a:gd name="T12" fmla="*/ 8 w 353"/>
              <a:gd name="T13" fmla="*/ 354 h 354"/>
              <a:gd name="T14" fmla="*/ 345 w 353"/>
              <a:gd name="T15" fmla="*/ 354 h 354"/>
              <a:gd name="T16" fmla="*/ 353 w 353"/>
              <a:gd name="T17" fmla="*/ 345 h 354"/>
              <a:gd name="T18" fmla="*/ 345 w 353"/>
              <a:gd name="T19" fmla="*/ 337 h 354"/>
              <a:gd name="T20" fmla="*/ 96 w 353"/>
              <a:gd name="T21" fmla="*/ 337 h 354"/>
              <a:gd name="T22" fmla="*/ 176 w 353"/>
              <a:gd name="T23" fmla="*/ 257 h 354"/>
              <a:gd name="T24" fmla="*/ 256 w 353"/>
              <a:gd name="T25" fmla="*/ 337 h 354"/>
              <a:gd name="T26" fmla="*/ 96 w 353"/>
              <a:gd name="T27" fmla="*/ 337 h 354"/>
              <a:gd name="T28" fmla="*/ 267 w 353"/>
              <a:gd name="T29" fmla="*/ 258 h 354"/>
              <a:gd name="T30" fmla="*/ 301 w 353"/>
              <a:gd name="T31" fmla="*/ 224 h 354"/>
              <a:gd name="T32" fmla="*/ 301 w 353"/>
              <a:gd name="T33" fmla="*/ 213 h 354"/>
              <a:gd name="T34" fmla="*/ 290 w 353"/>
              <a:gd name="T35" fmla="*/ 213 h 354"/>
              <a:gd name="T36" fmla="*/ 256 w 353"/>
              <a:gd name="T37" fmla="*/ 247 h 354"/>
              <a:gd name="T38" fmla="*/ 256 w 353"/>
              <a:gd name="T39" fmla="*/ 258 h 354"/>
              <a:gd name="T40" fmla="*/ 267 w 353"/>
              <a:gd name="T41" fmla="*/ 258 h 354"/>
              <a:gd name="T42" fmla="*/ 168 w 353"/>
              <a:gd name="T43" fmla="*/ 169 h 354"/>
              <a:gd name="T44" fmla="*/ 168 w 353"/>
              <a:gd name="T45" fmla="*/ 217 h 354"/>
              <a:gd name="T46" fmla="*/ 176 w 353"/>
              <a:gd name="T47" fmla="*/ 225 h 354"/>
              <a:gd name="T48" fmla="*/ 184 w 353"/>
              <a:gd name="T49" fmla="*/ 217 h 354"/>
              <a:gd name="T50" fmla="*/ 184 w 353"/>
              <a:gd name="T51" fmla="*/ 169 h 354"/>
              <a:gd name="T52" fmla="*/ 176 w 353"/>
              <a:gd name="T53" fmla="*/ 161 h 354"/>
              <a:gd name="T54" fmla="*/ 168 w 353"/>
              <a:gd name="T55" fmla="*/ 169 h 354"/>
              <a:gd name="T56" fmla="*/ 85 w 353"/>
              <a:gd name="T57" fmla="*/ 258 h 354"/>
              <a:gd name="T58" fmla="*/ 97 w 353"/>
              <a:gd name="T59" fmla="*/ 258 h 354"/>
              <a:gd name="T60" fmla="*/ 97 w 353"/>
              <a:gd name="T61" fmla="*/ 247 h 354"/>
              <a:gd name="T62" fmla="*/ 63 w 353"/>
              <a:gd name="T63" fmla="*/ 213 h 354"/>
              <a:gd name="T64" fmla="*/ 51 w 353"/>
              <a:gd name="T65" fmla="*/ 213 h 354"/>
              <a:gd name="T66" fmla="*/ 51 w 353"/>
              <a:gd name="T67" fmla="*/ 224 h 354"/>
              <a:gd name="T68" fmla="*/ 85 w 353"/>
              <a:gd name="T69" fmla="*/ 258 h 354"/>
              <a:gd name="T70" fmla="*/ 128 w 353"/>
              <a:gd name="T71" fmla="*/ 65 h 354"/>
              <a:gd name="T72" fmla="*/ 144 w 353"/>
              <a:gd name="T73" fmla="*/ 65 h 354"/>
              <a:gd name="T74" fmla="*/ 144 w 353"/>
              <a:gd name="T75" fmla="*/ 105 h 354"/>
              <a:gd name="T76" fmla="*/ 152 w 353"/>
              <a:gd name="T77" fmla="*/ 113 h 354"/>
              <a:gd name="T78" fmla="*/ 200 w 353"/>
              <a:gd name="T79" fmla="*/ 113 h 354"/>
              <a:gd name="T80" fmla="*/ 208 w 353"/>
              <a:gd name="T81" fmla="*/ 105 h 354"/>
              <a:gd name="T82" fmla="*/ 208 w 353"/>
              <a:gd name="T83" fmla="*/ 65 h 354"/>
              <a:gd name="T84" fmla="*/ 224 w 353"/>
              <a:gd name="T85" fmla="*/ 65 h 354"/>
              <a:gd name="T86" fmla="*/ 232 w 353"/>
              <a:gd name="T87" fmla="*/ 56 h 354"/>
              <a:gd name="T88" fmla="*/ 230 w 353"/>
              <a:gd name="T89" fmla="*/ 51 h 354"/>
              <a:gd name="T90" fmla="*/ 182 w 353"/>
              <a:gd name="T91" fmla="*/ 3 h 354"/>
              <a:gd name="T92" fmla="*/ 176 w 353"/>
              <a:gd name="T93" fmla="*/ 0 h 354"/>
              <a:gd name="T94" fmla="*/ 170 w 353"/>
              <a:gd name="T95" fmla="*/ 3 h 354"/>
              <a:gd name="T96" fmla="*/ 122 w 353"/>
              <a:gd name="T97" fmla="*/ 51 h 354"/>
              <a:gd name="T98" fmla="*/ 120 w 353"/>
              <a:gd name="T99" fmla="*/ 56 h 354"/>
              <a:gd name="T100" fmla="*/ 128 w 353"/>
              <a:gd name="T101" fmla="*/ 65 h 354"/>
              <a:gd name="T102" fmla="*/ 176 w 353"/>
              <a:gd name="T103" fmla="*/ 20 h 354"/>
              <a:gd name="T104" fmla="*/ 205 w 353"/>
              <a:gd name="T105" fmla="*/ 48 h 354"/>
              <a:gd name="T106" fmla="*/ 200 w 353"/>
              <a:gd name="T107" fmla="*/ 48 h 354"/>
              <a:gd name="T108" fmla="*/ 192 w 353"/>
              <a:gd name="T109" fmla="*/ 56 h 354"/>
              <a:gd name="T110" fmla="*/ 192 w 353"/>
              <a:gd name="T111" fmla="*/ 97 h 354"/>
              <a:gd name="T112" fmla="*/ 160 w 353"/>
              <a:gd name="T113" fmla="*/ 97 h 354"/>
              <a:gd name="T114" fmla="*/ 160 w 353"/>
              <a:gd name="T115" fmla="*/ 56 h 354"/>
              <a:gd name="T116" fmla="*/ 152 w 353"/>
              <a:gd name="T117" fmla="*/ 48 h 354"/>
              <a:gd name="T118" fmla="*/ 147 w 353"/>
              <a:gd name="T119" fmla="*/ 48 h 354"/>
              <a:gd name="T120" fmla="*/ 176 w 353"/>
              <a:gd name="T121" fmla="*/ 20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353" h="354">
                <a:moveTo>
                  <a:pt x="345" y="337"/>
                </a:moveTo>
                <a:cubicBezTo>
                  <a:pt x="273" y="337"/>
                  <a:pt x="273" y="337"/>
                  <a:pt x="273" y="337"/>
                </a:cubicBezTo>
                <a:cubicBezTo>
                  <a:pt x="273" y="284"/>
                  <a:pt x="229" y="241"/>
                  <a:pt x="176" y="241"/>
                </a:cubicBezTo>
                <a:cubicBezTo>
                  <a:pt x="123" y="241"/>
                  <a:pt x="80" y="284"/>
                  <a:pt x="80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3" y="337"/>
                  <a:pt x="0" y="341"/>
                  <a:pt x="0" y="345"/>
                </a:cubicBezTo>
                <a:cubicBezTo>
                  <a:pt x="0" y="350"/>
                  <a:pt x="3" y="354"/>
                  <a:pt x="8" y="354"/>
                </a:cubicBezTo>
                <a:cubicBezTo>
                  <a:pt x="345" y="354"/>
                  <a:pt x="345" y="354"/>
                  <a:pt x="345" y="354"/>
                </a:cubicBezTo>
                <a:cubicBezTo>
                  <a:pt x="349" y="354"/>
                  <a:pt x="353" y="350"/>
                  <a:pt x="353" y="345"/>
                </a:cubicBezTo>
                <a:cubicBezTo>
                  <a:pt x="353" y="341"/>
                  <a:pt x="349" y="337"/>
                  <a:pt x="345" y="337"/>
                </a:cubicBezTo>
                <a:moveTo>
                  <a:pt x="96" y="337"/>
                </a:moveTo>
                <a:cubicBezTo>
                  <a:pt x="96" y="293"/>
                  <a:pt x="132" y="257"/>
                  <a:pt x="176" y="257"/>
                </a:cubicBezTo>
                <a:cubicBezTo>
                  <a:pt x="221" y="257"/>
                  <a:pt x="256" y="293"/>
                  <a:pt x="256" y="337"/>
                </a:cubicBezTo>
                <a:lnTo>
                  <a:pt x="96" y="337"/>
                </a:lnTo>
                <a:close/>
                <a:moveTo>
                  <a:pt x="267" y="258"/>
                </a:moveTo>
                <a:cubicBezTo>
                  <a:pt x="301" y="224"/>
                  <a:pt x="301" y="224"/>
                  <a:pt x="301" y="224"/>
                </a:cubicBezTo>
                <a:cubicBezTo>
                  <a:pt x="304" y="221"/>
                  <a:pt x="304" y="216"/>
                  <a:pt x="301" y="213"/>
                </a:cubicBezTo>
                <a:cubicBezTo>
                  <a:pt x="298" y="209"/>
                  <a:pt x="293" y="209"/>
                  <a:pt x="290" y="213"/>
                </a:cubicBezTo>
                <a:cubicBezTo>
                  <a:pt x="256" y="247"/>
                  <a:pt x="256" y="247"/>
                  <a:pt x="256" y="247"/>
                </a:cubicBezTo>
                <a:cubicBezTo>
                  <a:pt x="253" y="250"/>
                  <a:pt x="253" y="255"/>
                  <a:pt x="256" y="258"/>
                </a:cubicBezTo>
                <a:cubicBezTo>
                  <a:pt x="259" y="261"/>
                  <a:pt x="264" y="261"/>
                  <a:pt x="267" y="258"/>
                </a:cubicBezTo>
                <a:moveTo>
                  <a:pt x="168" y="169"/>
                </a:moveTo>
                <a:cubicBezTo>
                  <a:pt x="168" y="217"/>
                  <a:pt x="168" y="217"/>
                  <a:pt x="168" y="217"/>
                </a:cubicBezTo>
                <a:cubicBezTo>
                  <a:pt x="168" y="221"/>
                  <a:pt x="172" y="225"/>
                  <a:pt x="176" y="225"/>
                </a:cubicBezTo>
                <a:cubicBezTo>
                  <a:pt x="181" y="225"/>
                  <a:pt x="184" y="221"/>
                  <a:pt x="184" y="217"/>
                </a:cubicBezTo>
                <a:cubicBezTo>
                  <a:pt x="184" y="169"/>
                  <a:pt x="184" y="169"/>
                  <a:pt x="184" y="169"/>
                </a:cubicBezTo>
                <a:cubicBezTo>
                  <a:pt x="184" y="164"/>
                  <a:pt x="181" y="161"/>
                  <a:pt x="176" y="161"/>
                </a:cubicBezTo>
                <a:cubicBezTo>
                  <a:pt x="172" y="161"/>
                  <a:pt x="168" y="164"/>
                  <a:pt x="168" y="169"/>
                </a:cubicBezTo>
                <a:moveTo>
                  <a:pt x="85" y="258"/>
                </a:moveTo>
                <a:cubicBezTo>
                  <a:pt x="88" y="261"/>
                  <a:pt x="94" y="261"/>
                  <a:pt x="97" y="258"/>
                </a:cubicBezTo>
                <a:cubicBezTo>
                  <a:pt x="100" y="255"/>
                  <a:pt x="100" y="250"/>
                  <a:pt x="97" y="247"/>
                </a:cubicBezTo>
                <a:cubicBezTo>
                  <a:pt x="63" y="213"/>
                  <a:pt x="63" y="213"/>
                  <a:pt x="63" y="213"/>
                </a:cubicBezTo>
                <a:cubicBezTo>
                  <a:pt x="60" y="209"/>
                  <a:pt x="54" y="209"/>
                  <a:pt x="51" y="213"/>
                </a:cubicBezTo>
                <a:cubicBezTo>
                  <a:pt x="48" y="216"/>
                  <a:pt x="48" y="221"/>
                  <a:pt x="51" y="224"/>
                </a:cubicBezTo>
                <a:lnTo>
                  <a:pt x="85" y="258"/>
                </a:lnTo>
                <a:close/>
                <a:moveTo>
                  <a:pt x="128" y="65"/>
                </a:moveTo>
                <a:cubicBezTo>
                  <a:pt x="144" y="65"/>
                  <a:pt x="144" y="65"/>
                  <a:pt x="144" y="65"/>
                </a:cubicBezTo>
                <a:cubicBezTo>
                  <a:pt x="144" y="105"/>
                  <a:pt x="144" y="105"/>
                  <a:pt x="144" y="105"/>
                </a:cubicBezTo>
                <a:cubicBezTo>
                  <a:pt x="144" y="109"/>
                  <a:pt x="148" y="113"/>
                  <a:pt x="152" y="113"/>
                </a:cubicBezTo>
                <a:cubicBezTo>
                  <a:pt x="200" y="113"/>
                  <a:pt x="200" y="113"/>
                  <a:pt x="200" y="113"/>
                </a:cubicBezTo>
                <a:cubicBezTo>
                  <a:pt x="205" y="113"/>
                  <a:pt x="208" y="109"/>
                  <a:pt x="208" y="105"/>
                </a:cubicBezTo>
                <a:cubicBezTo>
                  <a:pt x="208" y="65"/>
                  <a:pt x="208" y="65"/>
                  <a:pt x="208" y="65"/>
                </a:cubicBezTo>
                <a:cubicBezTo>
                  <a:pt x="224" y="65"/>
                  <a:pt x="224" y="65"/>
                  <a:pt x="224" y="65"/>
                </a:cubicBezTo>
                <a:cubicBezTo>
                  <a:pt x="229" y="65"/>
                  <a:pt x="232" y="61"/>
                  <a:pt x="232" y="56"/>
                </a:cubicBezTo>
                <a:cubicBezTo>
                  <a:pt x="232" y="54"/>
                  <a:pt x="231" y="52"/>
                  <a:pt x="230" y="51"/>
                </a:cubicBezTo>
                <a:cubicBezTo>
                  <a:pt x="182" y="3"/>
                  <a:pt x="182" y="3"/>
                  <a:pt x="182" y="3"/>
                </a:cubicBezTo>
                <a:cubicBezTo>
                  <a:pt x="180" y="1"/>
                  <a:pt x="178" y="0"/>
                  <a:pt x="176" y="0"/>
                </a:cubicBezTo>
                <a:cubicBezTo>
                  <a:pt x="174" y="0"/>
                  <a:pt x="172" y="1"/>
                  <a:pt x="170" y="3"/>
                </a:cubicBezTo>
                <a:cubicBezTo>
                  <a:pt x="122" y="51"/>
                  <a:pt x="122" y="51"/>
                  <a:pt x="122" y="51"/>
                </a:cubicBezTo>
                <a:cubicBezTo>
                  <a:pt x="121" y="52"/>
                  <a:pt x="120" y="54"/>
                  <a:pt x="120" y="56"/>
                </a:cubicBezTo>
                <a:cubicBezTo>
                  <a:pt x="120" y="61"/>
                  <a:pt x="124" y="65"/>
                  <a:pt x="128" y="65"/>
                </a:cubicBezTo>
                <a:moveTo>
                  <a:pt x="176" y="20"/>
                </a:moveTo>
                <a:cubicBezTo>
                  <a:pt x="205" y="48"/>
                  <a:pt x="205" y="48"/>
                  <a:pt x="205" y="48"/>
                </a:cubicBezTo>
                <a:cubicBezTo>
                  <a:pt x="200" y="48"/>
                  <a:pt x="200" y="48"/>
                  <a:pt x="200" y="48"/>
                </a:cubicBezTo>
                <a:cubicBezTo>
                  <a:pt x="196" y="48"/>
                  <a:pt x="192" y="52"/>
                  <a:pt x="192" y="56"/>
                </a:cubicBezTo>
                <a:cubicBezTo>
                  <a:pt x="192" y="97"/>
                  <a:pt x="192" y="97"/>
                  <a:pt x="192" y="97"/>
                </a:cubicBezTo>
                <a:cubicBezTo>
                  <a:pt x="160" y="97"/>
                  <a:pt x="160" y="97"/>
                  <a:pt x="160" y="97"/>
                </a:cubicBezTo>
                <a:cubicBezTo>
                  <a:pt x="160" y="56"/>
                  <a:pt x="160" y="56"/>
                  <a:pt x="160" y="56"/>
                </a:cubicBezTo>
                <a:cubicBezTo>
                  <a:pt x="160" y="52"/>
                  <a:pt x="157" y="48"/>
                  <a:pt x="152" y="48"/>
                </a:cubicBezTo>
                <a:cubicBezTo>
                  <a:pt x="147" y="48"/>
                  <a:pt x="147" y="48"/>
                  <a:pt x="147" y="48"/>
                </a:cubicBezTo>
                <a:lnTo>
                  <a:pt x="176" y="2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0" name="Freeform 48"/>
          <p:cNvSpPr>
            <a:spLocks noEditPoints="1"/>
          </p:cNvSpPr>
          <p:nvPr/>
        </p:nvSpPr>
        <p:spPr bwMode="auto">
          <a:xfrm>
            <a:off x="4138085" y="5425017"/>
            <a:ext cx="582084" cy="584200"/>
          </a:xfrm>
          <a:custGeom>
            <a:avLst/>
            <a:gdLst>
              <a:gd name="T0" fmla="*/ 187 w 353"/>
              <a:gd name="T1" fmla="*/ 153 h 354"/>
              <a:gd name="T2" fmla="*/ 209 w 353"/>
              <a:gd name="T3" fmla="*/ 137 h 354"/>
              <a:gd name="T4" fmla="*/ 231 w 353"/>
              <a:gd name="T5" fmla="*/ 153 h 354"/>
              <a:gd name="T6" fmla="*/ 222 w 353"/>
              <a:gd name="T7" fmla="*/ 127 h 354"/>
              <a:gd name="T8" fmla="*/ 241 w 353"/>
              <a:gd name="T9" fmla="*/ 112 h 354"/>
              <a:gd name="T10" fmla="*/ 217 w 353"/>
              <a:gd name="T11" fmla="*/ 112 h 354"/>
              <a:gd name="T12" fmla="*/ 209 w 353"/>
              <a:gd name="T13" fmla="*/ 89 h 354"/>
              <a:gd name="T14" fmla="*/ 200 w 353"/>
              <a:gd name="T15" fmla="*/ 112 h 354"/>
              <a:gd name="T16" fmla="*/ 177 w 353"/>
              <a:gd name="T17" fmla="*/ 112 h 354"/>
              <a:gd name="T18" fmla="*/ 195 w 353"/>
              <a:gd name="T19" fmla="*/ 127 h 354"/>
              <a:gd name="T20" fmla="*/ 187 w 353"/>
              <a:gd name="T21" fmla="*/ 153 h 354"/>
              <a:gd name="T22" fmla="*/ 289 w 353"/>
              <a:gd name="T23" fmla="*/ 169 h 354"/>
              <a:gd name="T24" fmla="*/ 280 w 353"/>
              <a:gd name="T25" fmla="*/ 192 h 354"/>
              <a:gd name="T26" fmla="*/ 257 w 353"/>
              <a:gd name="T27" fmla="*/ 192 h 354"/>
              <a:gd name="T28" fmla="*/ 276 w 353"/>
              <a:gd name="T29" fmla="*/ 207 h 354"/>
              <a:gd name="T30" fmla="*/ 267 w 353"/>
              <a:gd name="T31" fmla="*/ 233 h 354"/>
              <a:gd name="T32" fmla="*/ 289 w 353"/>
              <a:gd name="T33" fmla="*/ 217 h 354"/>
              <a:gd name="T34" fmla="*/ 311 w 353"/>
              <a:gd name="T35" fmla="*/ 233 h 354"/>
              <a:gd name="T36" fmla="*/ 302 w 353"/>
              <a:gd name="T37" fmla="*/ 207 h 354"/>
              <a:gd name="T38" fmla="*/ 321 w 353"/>
              <a:gd name="T39" fmla="*/ 192 h 354"/>
              <a:gd name="T40" fmla="*/ 298 w 353"/>
              <a:gd name="T41" fmla="*/ 192 h 354"/>
              <a:gd name="T42" fmla="*/ 289 w 353"/>
              <a:gd name="T43" fmla="*/ 169 h 354"/>
              <a:gd name="T44" fmla="*/ 120 w 353"/>
              <a:gd name="T45" fmla="*/ 112 h 354"/>
              <a:gd name="T46" fmla="*/ 160 w 353"/>
              <a:gd name="T47" fmla="*/ 0 h 354"/>
              <a:gd name="T48" fmla="*/ 0 w 353"/>
              <a:gd name="T49" fmla="*/ 177 h 354"/>
              <a:gd name="T50" fmla="*/ 177 w 353"/>
              <a:gd name="T51" fmla="*/ 354 h 354"/>
              <a:gd name="T52" fmla="*/ 321 w 353"/>
              <a:gd name="T53" fmla="*/ 288 h 354"/>
              <a:gd name="T54" fmla="*/ 297 w 353"/>
              <a:gd name="T55" fmla="*/ 289 h 354"/>
              <a:gd name="T56" fmla="*/ 120 w 353"/>
              <a:gd name="T57" fmla="*/ 112 h 354"/>
              <a:gd name="T58" fmla="*/ 177 w 353"/>
              <a:gd name="T59" fmla="*/ 337 h 354"/>
              <a:gd name="T60" fmla="*/ 16 w 353"/>
              <a:gd name="T61" fmla="*/ 177 h 354"/>
              <a:gd name="T62" fmla="*/ 126 w 353"/>
              <a:gd name="T63" fmla="*/ 24 h 354"/>
              <a:gd name="T64" fmla="*/ 104 w 353"/>
              <a:gd name="T65" fmla="*/ 112 h 354"/>
              <a:gd name="T66" fmla="*/ 280 w 353"/>
              <a:gd name="T67" fmla="*/ 305 h 354"/>
              <a:gd name="T68" fmla="*/ 177 w 353"/>
              <a:gd name="T69" fmla="*/ 337 h 354"/>
              <a:gd name="T70" fmla="*/ 353 w 353"/>
              <a:gd name="T71" fmla="*/ 32 h 354"/>
              <a:gd name="T72" fmla="*/ 321 w 353"/>
              <a:gd name="T73" fmla="*/ 32 h 354"/>
              <a:gd name="T74" fmla="*/ 309 w 353"/>
              <a:gd name="T75" fmla="*/ 0 h 354"/>
              <a:gd name="T76" fmla="*/ 297 w 353"/>
              <a:gd name="T77" fmla="*/ 32 h 354"/>
              <a:gd name="T78" fmla="*/ 265 w 353"/>
              <a:gd name="T79" fmla="*/ 32 h 354"/>
              <a:gd name="T80" fmla="*/ 291 w 353"/>
              <a:gd name="T81" fmla="*/ 52 h 354"/>
              <a:gd name="T82" fmla="*/ 279 w 353"/>
              <a:gd name="T83" fmla="*/ 89 h 354"/>
              <a:gd name="T84" fmla="*/ 309 w 353"/>
              <a:gd name="T85" fmla="*/ 67 h 354"/>
              <a:gd name="T86" fmla="*/ 339 w 353"/>
              <a:gd name="T87" fmla="*/ 89 h 354"/>
              <a:gd name="T88" fmla="*/ 327 w 353"/>
              <a:gd name="T89" fmla="*/ 52 h 354"/>
              <a:gd name="T90" fmla="*/ 353 w 353"/>
              <a:gd name="T91" fmla="*/ 32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353" h="354">
                <a:moveTo>
                  <a:pt x="187" y="153"/>
                </a:moveTo>
                <a:cubicBezTo>
                  <a:pt x="209" y="137"/>
                  <a:pt x="209" y="137"/>
                  <a:pt x="209" y="137"/>
                </a:cubicBezTo>
                <a:cubicBezTo>
                  <a:pt x="231" y="153"/>
                  <a:pt x="231" y="153"/>
                  <a:pt x="231" y="153"/>
                </a:cubicBezTo>
                <a:cubicBezTo>
                  <a:pt x="222" y="127"/>
                  <a:pt x="222" y="127"/>
                  <a:pt x="222" y="127"/>
                </a:cubicBezTo>
                <a:cubicBezTo>
                  <a:pt x="241" y="112"/>
                  <a:pt x="241" y="112"/>
                  <a:pt x="241" y="112"/>
                </a:cubicBezTo>
                <a:cubicBezTo>
                  <a:pt x="217" y="112"/>
                  <a:pt x="217" y="112"/>
                  <a:pt x="217" y="112"/>
                </a:cubicBezTo>
                <a:cubicBezTo>
                  <a:pt x="209" y="89"/>
                  <a:pt x="209" y="89"/>
                  <a:pt x="209" y="89"/>
                </a:cubicBezTo>
                <a:cubicBezTo>
                  <a:pt x="200" y="112"/>
                  <a:pt x="200" y="112"/>
                  <a:pt x="200" y="112"/>
                </a:cubicBezTo>
                <a:cubicBezTo>
                  <a:pt x="177" y="112"/>
                  <a:pt x="177" y="112"/>
                  <a:pt x="177" y="112"/>
                </a:cubicBezTo>
                <a:cubicBezTo>
                  <a:pt x="195" y="127"/>
                  <a:pt x="195" y="127"/>
                  <a:pt x="195" y="127"/>
                </a:cubicBezTo>
                <a:lnTo>
                  <a:pt x="187" y="153"/>
                </a:lnTo>
                <a:close/>
                <a:moveTo>
                  <a:pt x="289" y="169"/>
                </a:moveTo>
                <a:cubicBezTo>
                  <a:pt x="280" y="192"/>
                  <a:pt x="280" y="192"/>
                  <a:pt x="280" y="192"/>
                </a:cubicBezTo>
                <a:cubicBezTo>
                  <a:pt x="257" y="192"/>
                  <a:pt x="257" y="192"/>
                  <a:pt x="257" y="192"/>
                </a:cubicBezTo>
                <a:cubicBezTo>
                  <a:pt x="276" y="207"/>
                  <a:pt x="276" y="207"/>
                  <a:pt x="276" y="207"/>
                </a:cubicBezTo>
                <a:cubicBezTo>
                  <a:pt x="267" y="233"/>
                  <a:pt x="267" y="233"/>
                  <a:pt x="267" y="233"/>
                </a:cubicBezTo>
                <a:cubicBezTo>
                  <a:pt x="289" y="217"/>
                  <a:pt x="289" y="217"/>
                  <a:pt x="289" y="217"/>
                </a:cubicBezTo>
                <a:cubicBezTo>
                  <a:pt x="311" y="233"/>
                  <a:pt x="311" y="233"/>
                  <a:pt x="311" y="233"/>
                </a:cubicBezTo>
                <a:cubicBezTo>
                  <a:pt x="302" y="207"/>
                  <a:pt x="302" y="207"/>
                  <a:pt x="302" y="207"/>
                </a:cubicBezTo>
                <a:cubicBezTo>
                  <a:pt x="321" y="192"/>
                  <a:pt x="321" y="192"/>
                  <a:pt x="321" y="192"/>
                </a:cubicBezTo>
                <a:cubicBezTo>
                  <a:pt x="298" y="192"/>
                  <a:pt x="298" y="192"/>
                  <a:pt x="298" y="192"/>
                </a:cubicBezTo>
                <a:lnTo>
                  <a:pt x="289" y="169"/>
                </a:lnTo>
                <a:close/>
                <a:moveTo>
                  <a:pt x="120" y="112"/>
                </a:moveTo>
                <a:cubicBezTo>
                  <a:pt x="120" y="70"/>
                  <a:pt x="135" y="31"/>
                  <a:pt x="160" y="0"/>
                </a:cubicBezTo>
                <a:cubicBezTo>
                  <a:pt x="70" y="9"/>
                  <a:pt x="0" y="84"/>
                  <a:pt x="0" y="177"/>
                </a:cubicBezTo>
                <a:cubicBezTo>
                  <a:pt x="0" y="274"/>
                  <a:pt x="79" y="354"/>
                  <a:pt x="177" y="354"/>
                </a:cubicBezTo>
                <a:cubicBezTo>
                  <a:pt x="232" y="354"/>
                  <a:pt x="289" y="328"/>
                  <a:pt x="321" y="288"/>
                </a:cubicBezTo>
                <a:cubicBezTo>
                  <a:pt x="316" y="289"/>
                  <a:pt x="302" y="289"/>
                  <a:pt x="297" y="289"/>
                </a:cubicBezTo>
                <a:cubicBezTo>
                  <a:pt x="199" y="289"/>
                  <a:pt x="120" y="210"/>
                  <a:pt x="120" y="112"/>
                </a:cubicBezTo>
                <a:moveTo>
                  <a:pt x="177" y="337"/>
                </a:moveTo>
                <a:cubicBezTo>
                  <a:pt x="88" y="337"/>
                  <a:pt x="16" y="265"/>
                  <a:pt x="16" y="177"/>
                </a:cubicBezTo>
                <a:cubicBezTo>
                  <a:pt x="16" y="106"/>
                  <a:pt x="61" y="45"/>
                  <a:pt x="126" y="24"/>
                </a:cubicBezTo>
                <a:cubicBezTo>
                  <a:pt x="112" y="51"/>
                  <a:pt x="104" y="81"/>
                  <a:pt x="104" y="112"/>
                </a:cubicBezTo>
                <a:cubicBezTo>
                  <a:pt x="104" y="213"/>
                  <a:pt x="182" y="296"/>
                  <a:pt x="280" y="305"/>
                </a:cubicBezTo>
                <a:cubicBezTo>
                  <a:pt x="251" y="325"/>
                  <a:pt x="214" y="337"/>
                  <a:pt x="177" y="337"/>
                </a:cubicBezTo>
                <a:moveTo>
                  <a:pt x="353" y="32"/>
                </a:moveTo>
                <a:cubicBezTo>
                  <a:pt x="321" y="32"/>
                  <a:pt x="321" y="32"/>
                  <a:pt x="321" y="32"/>
                </a:cubicBezTo>
                <a:cubicBezTo>
                  <a:pt x="309" y="0"/>
                  <a:pt x="309" y="0"/>
                  <a:pt x="309" y="0"/>
                </a:cubicBezTo>
                <a:cubicBezTo>
                  <a:pt x="297" y="32"/>
                  <a:pt x="297" y="32"/>
                  <a:pt x="297" y="32"/>
                </a:cubicBezTo>
                <a:cubicBezTo>
                  <a:pt x="265" y="32"/>
                  <a:pt x="265" y="32"/>
                  <a:pt x="265" y="32"/>
                </a:cubicBezTo>
                <a:cubicBezTo>
                  <a:pt x="291" y="52"/>
                  <a:pt x="291" y="52"/>
                  <a:pt x="291" y="52"/>
                </a:cubicBezTo>
                <a:cubicBezTo>
                  <a:pt x="279" y="89"/>
                  <a:pt x="279" y="89"/>
                  <a:pt x="279" y="89"/>
                </a:cubicBezTo>
                <a:cubicBezTo>
                  <a:pt x="309" y="67"/>
                  <a:pt x="309" y="67"/>
                  <a:pt x="309" y="67"/>
                </a:cubicBezTo>
                <a:cubicBezTo>
                  <a:pt x="339" y="89"/>
                  <a:pt x="339" y="89"/>
                  <a:pt x="339" y="89"/>
                </a:cubicBezTo>
                <a:cubicBezTo>
                  <a:pt x="327" y="52"/>
                  <a:pt x="327" y="52"/>
                  <a:pt x="327" y="52"/>
                </a:cubicBezTo>
                <a:lnTo>
                  <a:pt x="353" y="32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1" name="Freeform 49"/>
          <p:cNvSpPr>
            <a:spLocks noEditPoints="1"/>
          </p:cNvSpPr>
          <p:nvPr/>
        </p:nvSpPr>
        <p:spPr bwMode="auto">
          <a:xfrm>
            <a:off x="5249335" y="5425017"/>
            <a:ext cx="582084" cy="584200"/>
          </a:xfrm>
          <a:custGeom>
            <a:avLst/>
            <a:gdLst>
              <a:gd name="T0" fmla="*/ 273 w 353"/>
              <a:gd name="T1" fmla="*/ 145 h 354"/>
              <a:gd name="T2" fmla="*/ 241 w 353"/>
              <a:gd name="T3" fmla="*/ 177 h 354"/>
              <a:gd name="T4" fmla="*/ 273 w 353"/>
              <a:gd name="T5" fmla="*/ 209 h 354"/>
              <a:gd name="T6" fmla="*/ 305 w 353"/>
              <a:gd name="T7" fmla="*/ 177 h 354"/>
              <a:gd name="T8" fmla="*/ 273 w 353"/>
              <a:gd name="T9" fmla="*/ 145 h 354"/>
              <a:gd name="T10" fmla="*/ 273 w 353"/>
              <a:gd name="T11" fmla="*/ 193 h 354"/>
              <a:gd name="T12" fmla="*/ 257 w 353"/>
              <a:gd name="T13" fmla="*/ 177 h 354"/>
              <a:gd name="T14" fmla="*/ 273 w 353"/>
              <a:gd name="T15" fmla="*/ 161 h 354"/>
              <a:gd name="T16" fmla="*/ 289 w 353"/>
              <a:gd name="T17" fmla="*/ 177 h 354"/>
              <a:gd name="T18" fmla="*/ 273 w 353"/>
              <a:gd name="T19" fmla="*/ 193 h 354"/>
              <a:gd name="T20" fmla="*/ 233 w 353"/>
              <a:gd name="T21" fmla="*/ 273 h 354"/>
              <a:gd name="T22" fmla="*/ 225 w 353"/>
              <a:gd name="T23" fmla="*/ 281 h 354"/>
              <a:gd name="T24" fmla="*/ 233 w 353"/>
              <a:gd name="T25" fmla="*/ 289 h 354"/>
              <a:gd name="T26" fmla="*/ 241 w 353"/>
              <a:gd name="T27" fmla="*/ 281 h 354"/>
              <a:gd name="T28" fmla="*/ 233 w 353"/>
              <a:gd name="T29" fmla="*/ 273 h 354"/>
              <a:gd name="T30" fmla="*/ 81 w 353"/>
              <a:gd name="T31" fmla="*/ 193 h 354"/>
              <a:gd name="T32" fmla="*/ 64 w 353"/>
              <a:gd name="T33" fmla="*/ 209 h 354"/>
              <a:gd name="T34" fmla="*/ 81 w 353"/>
              <a:gd name="T35" fmla="*/ 225 h 354"/>
              <a:gd name="T36" fmla="*/ 97 w 353"/>
              <a:gd name="T37" fmla="*/ 209 h 354"/>
              <a:gd name="T38" fmla="*/ 81 w 353"/>
              <a:gd name="T39" fmla="*/ 193 h 354"/>
              <a:gd name="T40" fmla="*/ 153 w 353"/>
              <a:gd name="T41" fmla="*/ 225 h 354"/>
              <a:gd name="T42" fmla="*/ 129 w 353"/>
              <a:gd name="T43" fmla="*/ 249 h 354"/>
              <a:gd name="T44" fmla="*/ 153 w 353"/>
              <a:gd name="T45" fmla="*/ 273 h 354"/>
              <a:gd name="T46" fmla="*/ 177 w 353"/>
              <a:gd name="T47" fmla="*/ 249 h 354"/>
              <a:gd name="T48" fmla="*/ 153 w 353"/>
              <a:gd name="T49" fmla="*/ 225 h 354"/>
              <a:gd name="T50" fmla="*/ 153 w 353"/>
              <a:gd name="T51" fmla="*/ 257 h 354"/>
              <a:gd name="T52" fmla="*/ 145 w 353"/>
              <a:gd name="T53" fmla="*/ 249 h 354"/>
              <a:gd name="T54" fmla="*/ 153 w 353"/>
              <a:gd name="T55" fmla="*/ 241 h 354"/>
              <a:gd name="T56" fmla="*/ 161 w 353"/>
              <a:gd name="T57" fmla="*/ 249 h 354"/>
              <a:gd name="T58" fmla="*/ 153 w 353"/>
              <a:gd name="T59" fmla="*/ 257 h 354"/>
              <a:gd name="T60" fmla="*/ 201 w 353"/>
              <a:gd name="T61" fmla="*/ 177 h 354"/>
              <a:gd name="T62" fmla="*/ 193 w 353"/>
              <a:gd name="T63" fmla="*/ 185 h 354"/>
              <a:gd name="T64" fmla="*/ 201 w 353"/>
              <a:gd name="T65" fmla="*/ 193 h 354"/>
              <a:gd name="T66" fmla="*/ 209 w 353"/>
              <a:gd name="T67" fmla="*/ 185 h 354"/>
              <a:gd name="T68" fmla="*/ 201 w 353"/>
              <a:gd name="T69" fmla="*/ 177 h 354"/>
              <a:gd name="T70" fmla="*/ 177 w 353"/>
              <a:gd name="T71" fmla="*/ 0 h 354"/>
              <a:gd name="T72" fmla="*/ 0 w 353"/>
              <a:gd name="T73" fmla="*/ 177 h 354"/>
              <a:gd name="T74" fmla="*/ 177 w 353"/>
              <a:gd name="T75" fmla="*/ 354 h 354"/>
              <a:gd name="T76" fmla="*/ 353 w 353"/>
              <a:gd name="T77" fmla="*/ 177 h 354"/>
              <a:gd name="T78" fmla="*/ 177 w 353"/>
              <a:gd name="T79" fmla="*/ 0 h 354"/>
              <a:gd name="T80" fmla="*/ 177 w 353"/>
              <a:gd name="T81" fmla="*/ 337 h 354"/>
              <a:gd name="T82" fmla="*/ 16 w 353"/>
              <a:gd name="T83" fmla="*/ 177 h 354"/>
              <a:gd name="T84" fmla="*/ 177 w 353"/>
              <a:gd name="T85" fmla="*/ 16 h 354"/>
              <a:gd name="T86" fmla="*/ 337 w 353"/>
              <a:gd name="T87" fmla="*/ 177 h 354"/>
              <a:gd name="T88" fmla="*/ 177 w 353"/>
              <a:gd name="T89" fmla="*/ 337 h 354"/>
              <a:gd name="T90" fmla="*/ 129 w 353"/>
              <a:gd name="T91" fmla="*/ 65 h 354"/>
              <a:gd name="T92" fmla="*/ 81 w 353"/>
              <a:gd name="T93" fmla="*/ 113 h 354"/>
              <a:gd name="T94" fmla="*/ 129 w 353"/>
              <a:gd name="T95" fmla="*/ 161 h 354"/>
              <a:gd name="T96" fmla="*/ 177 w 353"/>
              <a:gd name="T97" fmla="*/ 113 h 354"/>
              <a:gd name="T98" fmla="*/ 129 w 353"/>
              <a:gd name="T99" fmla="*/ 65 h 354"/>
              <a:gd name="T100" fmla="*/ 129 w 353"/>
              <a:gd name="T101" fmla="*/ 145 h 354"/>
              <a:gd name="T102" fmla="*/ 97 w 353"/>
              <a:gd name="T103" fmla="*/ 113 h 354"/>
              <a:gd name="T104" fmla="*/ 129 w 353"/>
              <a:gd name="T105" fmla="*/ 81 h 354"/>
              <a:gd name="T106" fmla="*/ 161 w 353"/>
              <a:gd name="T107" fmla="*/ 113 h 354"/>
              <a:gd name="T108" fmla="*/ 129 w 353"/>
              <a:gd name="T109" fmla="*/ 145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353" h="354">
                <a:moveTo>
                  <a:pt x="273" y="145"/>
                </a:moveTo>
                <a:cubicBezTo>
                  <a:pt x="255" y="145"/>
                  <a:pt x="241" y="159"/>
                  <a:pt x="241" y="177"/>
                </a:cubicBezTo>
                <a:cubicBezTo>
                  <a:pt x="241" y="195"/>
                  <a:pt x="255" y="209"/>
                  <a:pt x="273" y="209"/>
                </a:cubicBezTo>
                <a:cubicBezTo>
                  <a:pt x="291" y="209"/>
                  <a:pt x="305" y="195"/>
                  <a:pt x="305" y="177"/>
                </a:cubicBezTo>
                <a:cubicBezTo>
                  <a:pt x="305" y="159"/>
                  <a:pt x="291" y="145"/>
                  <a:pt x="273" y="145"/>
                </a:cubicBezTo>
                <a:moveTo>
                  <a:pt x="273" y="193"/>
                </a:moveTo>
                <a:cubicBezTo>
                  <a:pt x="264" y="193"/>
                  <a:pt x="257" y="186"/>
                  <a:pt x="257" y="177"/>
                </a:cubicBezTo>
                <a:cubicBezTo>
                  <a:pt x="257" y="168"/>
                  <a:pt x="264" y="161"/>
                  <a:pt x="273" y="161"/>
                </a:cubicBezTo>
                <a:cubicBezTo>
                  <a:pt x="282" y="161"/>
                  <a:pt x="289" y="168"/>
                  <a:pt x="289" y="177"/>
                </a:cubicBezTo>
                <a:cubicBezTo>
                  <a:pt x="289" y="186"/>
                  <a:pt x="282" y="193"/>
                  <a:pt x="273" y="193"/>
                </a:cubicBezTo>
                <a:moveTo>
                  <a:pt x="233" y="273"/>
                </a:moveTo>
                <a:cubicBezTo>
                  <a:pt x="229" y="273"/>
                  <a:pt x="225" y="277"/>
                  <a:pt x="225" y="281"/>
                </a:cubicBezTo>
                <a:cubicBezTo>
                  <a:pt x="225" y="286"/>
                  <a:pt x="229" y="289"/>
                  <a:pt x="233" y="289"/>
                </a:cubicBezTo>
                <a:cubicBezTo>
                  <a:pt x="237" y="289"/>
                  <a:pt x="241" y="286"/>
                  <a:pt x="241" y="281"/>
                </a:cubicBezTo>
                <a:cubicBezTo>
                  <a:pt x="241" y="277"/>
                  <a:pt x="237" y="273"/>
                  <a:pt x="233" y="273"/>
                </a:cubicBezTo>
                <a:moveTo>
                  <a:pt x="81" y="193"/>
                </a:moveTo>
                <a:cubicBezTo>
                  <a:pt x="72" y="193"/>
                  <a:pt x="64" y="200"/>
                  <a:pt x="64" y="209"/>
                </a:cubicBezTo>
                <a:cubicBezTo>
                  <a:pt x="64" y="218"/>
                  <a:pt x="72" y="225"/>
                  <a:pt x="81" y="225"/>
                </a:cubicBezTo>
                <a:cubicBezTo>
                  <a:pt x="89" y="225"/>
                  <a:pt x="97" y="218"/>
                  <a:pt x="97" y="209"/>
                </a:cubicBezTo>
                <a:cubicBezTo>
                  <a:pt x="97" y="200"/>
                  <a:pt x="89" y="193"/>
                  <a:pt x="81" y="193"/>
                </a:cubicBezTo>
                <a:moveTo>
                  <a:pt x="153" y="225"/>
                </a:moveTo>
                <a:cubicBezTo>
                  <a:pt x="139" y="225"/>
                  <a:pt x="129" y="236"/>
                  <a:pt x="129" y="249"/>
                </a:cubicBezTo>
                <a:cubicBezTo>
                  <a:pt x="129" y="262"/>
                  <a:pt x="139" y="273"/>
                  <a:pt x="153" y="273"/>
                </a:cubicBezTo>
                <a:cubicBezTo>
                  <a:pt x="166" y="273"/>
                  <a:pt x="177" y="262"/>
                  <a:pt x="177" y="249"/>
                </a:cubicBezTo>
                <a:cubicBezTo>
                  <a:pt x="177" y="236"/>
                  <a:pt x="166" y="225"/>
                  <a:pt x="153" y="225"/>
                </a:cubicBezTo>
                <a:moveTo>
                  <a:pt x="153" y="257"/>
                </a:moveTo>
                <a:cubicBezTo>
                  <a:pt x="148" y="257"/>
                  <a:pt x="145" y="254"/>
                  <a:pt x="145" y="249"/>
                </a:cubicBezTo>
                <a:cubicBezTo>
                  <a:pt x="145" y="245"/>
                  <a:pt x="148" y="241"/>
                  <a:pt x="153" y="241"/>
                </a:cubicBezTo>
                <a:cubicBezTo>
                  <a:pt x="157" y="241"/>
                  <a:pt x="161" y="245"/>
                  <a:pt x="161" y="249"/>
                </a:cubicBezTo>
                <a:cubicBezTo>
                  <a:pt x="161" y="254"/>
                  <a:pt x="157" y="257"/>
                  <a:pt x="153" y="257"/>
                </a:cubicBezTo>
                <a:moveTo>
                  <a:pt x="201" y="177"/>
                </a:moveTo>
                <a:cubicBezTo>
                  <a:pt x="196" y="177"/>
                  <a:pt x="193" y="180"/>
                  <a:pt x="193" y="185"/>
                </a:cubicBezTo>
                <a:cubicBezTo>
                  <a:pt x="193" y="189"/>
                  <a:pt x="196" y="193"/>
                  <a:pt x="201" y="193"/>
                </a:cubicBezTo>
                <a:cubicBezTo>
                  <a:pt x="205" y="193"/>
                  <a:pt x="209" y="189"/>
                  <a:pt x="209" y="185"/>
                </a:cubicBezTo>
                <a:cubicBezTo>
                  <a:pt x="209" y="180"/>
                  <a:pt x="205" y="177"/>
                  <a:pt x="201" y="177"/>
                </a:cubicBezTo>
                <a:moveTo>
                  <a:pt x="177" y="0"/>
                </a:moveTo>
                <a:cubicBezTo>
                  <a:pt x="79" y="0"/>
                  <a:pt x="0" y="79"/>
                  <a:pt x="0" y="177"/>
                </a:cubicBezTo>
                <a:cubicBezTo>
                  <a:pt x="0" y="274"/>
                  <a:pt x="79" y="354"/>
                  <a:pt x="177" y="354"/>
                </a:cubicBezTo>
                <a:cubicBezTo>
                  <a:pt x="274" y="354"/>
                  <a:pt x="353" y="274"/>
                  <a:pt x="353" y="177"/>
                </a:cubicBezTo>
                <a:cubicBezTo>
                  <a:pt x="353" y="79"/>
                  <a:pt x="274" y="0"/>
                  <a:pt x="177" y="0"/>
                </a:cubicBezTo>
                <a:moveTo>
                  <a:pt x="177" y="337"/>
                </a:moveTo>
                <a:cubicBezTo>
                  <a:pt x="88" y="337"/>
                  <a:pt x="16" y="266"/>
                  <a:pt x="16" y="177"/>
                </a:cubicBezTo>
                <a:cubicBezTo>
                  <a:pt x="16" y="88"/>
                  <a:pt x="88" y="16"/>
                  <a:pt x="177" y="16"/>
                </a:cubicBezTo>
                <a:cubicBezTo>
                  <a:pt x="266" y="16"/>
                  <a:pt x="337" y="88"/>
                  <a:pt x="337" y="177"/>
                </a:cubicBezTo>
                <a:cubicBezTo>
                  <a:pt x="337" y="266"/>
                  <a:pt x="266" y="337"/>
                  <a:pt x="177" y="337"/>
                </a:cubicBezTo>
                <a:moveTo>
                  <a:pt x="129" y="65"/>
                </a:moveTo>
                <a:cubicBezTo>
                  <a:pt x="102" y="65"/>
                  <a:pt x="81" y="86"/>
                  <a:pt x="81" y="113"/>
                </a:cubicBezTo>
                <a:cubicBezTo>
                  <a:pt x="81" y="139"/>
                  <a:pt x="102" y="161"/>
                  <a:pt x="129" y="161"/>
                </a:cubicBezTo>
                <a:cubicBezTo>
                  <a:pt x="155" y="161"/>
                  <a:pt x="177" y="139"/>
                  <a:pt x="177" y="113"/>
                </a:cubicBezTo>
                <a:cubicBezTo>
                  <a:pt x="177" y="86"/>
                  <a:pt x="155" y="65"/>
                  <a:pt x="129" y="65"/>
                </a:cubicBezTo>
                <a:moveTo>
                  <a:pt x="129" y="145"/>
                </a:moveTo>
                <a:cubicBezTo>
                  <a:pt x="111" y="145"/>
                  <a:pt x="97" y="130"/>
                  <a:pt x="97" y="113"/>
                </a:cubicBezTo>
                <a:cubicBezTo>
                  <a:pt x="97" y="95"/>
                  <a:pt x="111" y="81"/>
                  <a:pt x="129" y="81"/>
                </a:cubicBezTo>
                <a:cubicBezTo>
                  <a:pt x="146" y="81"/>
                  <a:pt x="161" y="95"/>
                  <a:pt x="161" y="113"/>
                </a:cubicBezTo>
                <a:cubicBezTo>
                  <a:pt x="161" y="130"/>
                  <a:pt x="146" y="145"/>
                  <a:pt x="129" y="145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2" name="Freeform 50"/>
          <p:cNvSpPr>
            <a:spLocks noEditPoints="1"/>
          </p:cNvSpPr>
          <p:nvPr/>
        </p:nvSpPr>
        <p:spPr bwMode="auto">
          <a:xfrm>
            <a:off x="6354236" y="5503333"/>
            <a:ext cx="599017" cy="425451"/>
          </a:xfrm>
          <a:custGeom>
            <a:avLst/>
            <a:gdLst>
              <a:gd name="T0" fmla="*/ 356 w 363"/>
              <a:gd name="T1" fmla="*/ 76 h 257"/>
              <a:gd name="T2" fmla="*/ 292 w 363"/>
              <a:gd name="T3" fmla="*/ 36 h 257"/>
              <a:gd name="T4" fmla="*/ 306 w 363"/>
              <a:gd name="T5" fmla="*/ 55 h 257"/>
              <a:gd name="T6" fmla="*/ 341 w 363"/>
              <a:gd name="T7" fmla="*/ 80 h 257"/>
              <a:gd name="T8" fmla="*/ 337 w 363"/>
              <a:gd name="T9" fmla="*/ 102 h 257"/>
              <a:gd name="T10" fmla="*/ 310 w 363"/>
              <a:gd name="T11" fmla="*/ 131 h 257"/>
              <a:gd name="T12" fmla="*/ 310 w 363"/>
              <a:gd name="T13" fmla="*/ 129 h 257"/>
              <a:gd name="T14" fmla="*/ 181 w 363"/>
              <a:gd name="T15" fmla="*/ 0 h 257"/>
              <a:gd name="T16" fmla="*/ 53 w 363"/>
              <a:gd name="T17" fmla="*/ 129 h 257"/>
              <a:gd name="T18" fmla="*/ 68 w 363"/>
              <a:gd name="T19" fmla="*/ 189 h 257"/>
              <a:gd name="T20" fmla="*/ 21 w 363"/>
              <a:gd name="T21" fmla="*/ 161 h 257"/>
              <a:gd name="T22" fmla="*/ 26 w 363"/>
              <a:gd name="T23" fmla="*/ 140 h 257"/>
              <a:gd name="T24" fmla="*/ 37 w 363"/>
              <a:gd name="T25" fmla="*/ 126 h 257"/>
              <a:gd name="T26" fmla="*/ 39 w 363"/>
              <a:gd name="T27" fmla="*/ 101 h 257"/>
              <a:gd name="T28" fmla="*/ 6 w 363"/>
              <a:gd name="T29" fmla="*/ 166 h 257"/>
              <a:gd name="T30" fmla="*/ 80 w 363"/>
              <a:gd name="T31" fmla="*/ 207 h 257"/>
              <a:gd name="T32" fmla="*/ 181 w 363"/>
              <a:gd name="T33" fmla="*/ 257 h 257"/>
              <a:gd name="T34" fmla="*/ 307 w 363"/>
              <a:gd name="T35" fmla="*/ 152 h 257"/>
              <a:gd name="T36" fmla="*/ 356 w 363"/>
              <a:gd name="T37" fmla="*/ 76 h 257"/>
              <a:gd name="T38" fmla="*/ 181 w 363"/>
              <a:gd name="T39" fmla="*/ 241 h 257"/>
              <a:gd name="T40" fmla="*/ 102 w 363"/>
              <a:gd name="T41" fmla="*/ 209 h 257"/>
              <a:gd name="T42" fmla="*/ 111 w 363"/>
              <a:gd name="T43" fmla="*/ 209 h 257"/>
              <a:gd name="T44" fmla="*/ 203 w 363"/>
              <a:gd name="T45" fmla="*/ 197 h 257"/>
              <a:gd name="T46" fmla="*/ 288 w 363"/>
              <a:gd name="T47" fmla="*/ 164 h 257"/>
              <a:gd name="T48" fmla="*/ 181 w 363"/>
              <a:gd name="T49" fmla="*/ 241 h 257"/>
              <a:gd name="T50" fmla="*/ 293 w 363"/>
              <a:gd name="T51" fmla="*/ 143 h 257"/>
              <a:gd name="T52" fmla="*/ 199 w 363"/>
              <a:gd name="T53" fmla="*/ 181 h 257"/>
              <a:gd name="T54" fmla="*/ 111 w 363"/>
              <a:gd name="T55" fmla="*/ 193 h 257"/>
              <a:gd name="T56" fmla="*/ 88 w 363"/>
              <a:gd name="T57" fmla="*/ 192 h 257"/>
              <a:gd name="T58" fmla="*/ 69 w 363"/>
              <a:gd name="T59" fmla="*/ 129 h 257"/>
              <a:gd name="T60" fmla="*/ 181 w 363"/>
              <a:gd name="T61" fmla="*/ 17 h 257"/>
              <a:gd name="T62" fmla="*/ 294 w 363"/>
              <a:gd name="T63" fmla="*/ 129 h 257"/>
              <a:gd name="T64" fmla="*/ 293 w 363"/>
              <a:gd name="T65" fmla="*/ 143 h 2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363" h="257">
                <a:moveTo>
                  <a:pt x="356" y="76"/>
                </a:moveTo>
                <a:cubicBezTo>
                  <a:pt x="351" y="55"/>
                  <a:pt x="326" y="42"/>
                  <a:pt x="292" y="36"/>
                </a:cubicBezTo>
                <a:cubicBezTo>
                  <a:pt x="297" y="42"/>
                  <a:pt x="301" y="48"/>
                  <a:pt x="306" y="55"/>
                </a:cubicBezTo>
                <a:cubicBezTo>
                  <a:pt x="325" y="61"/>
                  <a:pt x="338" y="70"/>
                  <a:pt x="341" y="80"/>
                </a:cubicBezTo>
                <a:cubicBezTo>
                  <a:pt x="343" y="87"/>
                  <a:pt x="341" y="94"/>
                  <a:pt x="337" y="102"/>
                </a:cubicBezTo>
                <a:cubicBezTo>
                  <a:pt x="331" y="111"/>
                  <a:pt x="322" y="121"/>
                  <a:pt x="310" y="131"/>
                </a:cubicBezTo>
                <a:cubicBezTo>
                  <a:pt x="310" y="130"/>
                  <a:pt x="310" y="130"/>
                  <a:pt x="310" y="129"/>
                </a:cubicBezTo>
                <a:cubicBezTo>
                  <a:pt x="310" y="58"/>
                  <a:pt x="252" y="0"/>
                  <a:pt x="181" y="0"/>
                </a:cubicBezTo>
                <a:cubicBezTo>
                  <a:pt x="110" y="0"/>
                  <a:pt x="53" y="58"/>
                  <a:pt x="53" y="129"/>
                </a:cubicBezTo>
                <a:cubicBezTo>
                  <a:pt x="53" y="151"/>
                  <a:pt x="58" y="171"/>
                  <a:pt x="68" y="189"/>
                </a:cubicBezTo>
                <a:cubicBezTo>
                  <a:pt x="42" y="184"/>
                  <a:pt x="25" y="174"/>
                  <a:pt x="21" y="161"/>
                </a:cubicBezTo>
                <a:cubicBezTo>
                  <a:pt x="20" y="155"/>
                  <a:pt x="21" y="148"/>
                  <a:pt x="26" y="140"/>
                </a:cubicBezTo>
                <a:cubicBezTo>
                  <a:pt x="28" y="135"/>
                  <a:pt x="32" y="130"/>
                  <a:pt x="37" y="126"/>
                </a:cubicBezTo>
                <a:cubicBezTo>
                  <a:pt x="37" y="117"/>
                  <a:pt x="38" y="109"/>
                  <a:pt x="39" y="101"/>
                </a:cubicBezTo>
                <a:cubicBezTo>
                  <a:pt x="13" y="122"/>
                  <a:pt x="0" y="145"/>
                  <a:pt x="6" y="166"/>
                </a:cubicBezTo>
                <a:cubicBezTo>
                  <a:pt x="12" y="188"/>
                  <a:pt x="40" y="203"/>
                  <a:pt x="80" y="207"/>
                </a:cubicBezTo>
                <a:cubicBezTo>
                  <a:pt x="103" y="238"/>
                  <a:pt x="140" y="257"/>
                  <a:pt x="181" y="257"/>
                </a:cubicBezTo>
                <a:cubicBezTo>
                  <a:pt x="244" y="257"/>
                  <a:pt x="296" y="212"/>
                  <a:pt x="307" y="152"/>
                </a:cubicBezTo>
                <a:cubicBezTo>
                  <a:pt x="344" y="128"/>
                  <a:pt x="363" y="100"/>
                  <a:pt x="356" y="76"/>
                </a:cubicBezTo>
                <a:moveTo>
                  <a:pt x="181" y="241"/>
                </a:moveTo>
                <a:cubicBezTo>
                  <a:pt x="150" y="241"/>
                  <a:pt x="123" y="229"/>
                  <a:pt x="102" y="209"/>
                </a:cubicBezTo>
                <a:cubicBezTo>
                  <a:pt x="105" y="209"/>
                  <a:pt x="108" y="209"/>
                  <a:pt x="111" y="209"/>
                </a:cubicBezTo>
                <a:cubicBezTo>
                  <a:pt x="139" y="209"/>
                  <a:pt x="170" y="205"/>
                  <a:pt x="203" y="197"/>
                </a:cubicBezTo>
                <a:cubicBezTo>
                  <a:pt x="235" y="189"/>
                  <a:pt x="264" y="177"/>
                  <a:pt x="288" y="164"/>
                </a:cubicBezTo>
                <a:cubicBezTo>
                  <a:pt x="273" y="209"/>
                  <a:pt x="231" y="241"/>
                  <a:pt x="181" y="241"/>
                </a:cubicBezTo>
                <a:moveTo>
                  <a:pt x="293" y="143"/>
                </a:moveTo>
                <a:cubicBezTo>
                  <a:pt x="269" y="157"/>
                  <a:pt x="237" y="171"/>
                  <a:pt x="199" y="181"/>
                </a:cubicBezTo>
                <a:cubicBezTo>
                  <a:pt x="169" y="189"/>
                  <a:pt x="138" y="193"/>
                  <a:pt x="111" y="193"/>
                </a:cubicBezTo>
                <a:cubicBezTo>
                  <a:pt x="103" y="193"/>
                  <a:pt x="95" y="193"/>
                  <a:pt x="88" y="192"/>
                </a:cubicBezTo>
                <a:cubicBezTo>
                  <a:pt x="76" y="174"/>
                  <a:pt x="69" y="152"/>
                  <a:pt x="69" y="129"/>
                </a:cubicBezTo>
                <a:cubicBezTo>
                  <a:pt x="69" y="67"/>
                  <a:pt x="119" y="17"/>
                  <a:pt x="181" y="17"/>
                </a:cubicBezTo>
                <a:cubicBezTo>
                  <a:pt x="243" y="17"/>
                  <a:pt x="294" y="67"/>
                  <a:pt x="294" y="129"/>
                </a:cubicBezTo>
                <a:cubicBezTo>
                  <a:pt x="294" y="134"/>
                  <a:pt x="293" y="138"/>
                  <a:pt x="293" y="143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3" name="Freeform 51"/>
          <p:cNvSpPr>
            <a:spLocks noEditPoints="1"/>
          </p:cNvSpPr>
          <p:nvPr/>
        </p:nvSpPr>
        <p:spPr bwMode="auto">
          <a:xfrm>
            <a:off x="7552268" y="5425017"/>
            <a:ext cx="423333" cy="584200"/>
          </a:xfrm>
          <a:custGeom>
            <a:avLst/>
            <a:gdLst>
              <a:gd name="T0" fmla="*/ 128 w 257"/>
              <a:gd name="T1" fmla="*/ 305 h 354"/>
              <a:gd name="T2" fmla="*/ 48 w 257"/>
              <a:gd name="T3" fmla="*/ 225 h 354"/>
              <a:gd name="T4" fmla="*/ 40 w 257"/>
              <a:gd name="T5" fmla="*/ 217 h 354"/>
              <a:gd name="T6" fmla="*/ 32 w 257"/>
              <a:gd name="T7" fmla="*/ 225 h 354"/>
              <a:gd name="T8" fmla="*/ 128 w 257"/>
              <a:gd name="T9" fmla="*/ 321 h 354"/>
              <a:gd name="T10" fmla="*/ 137 w 257"/>
              <a:gd name="T11" fmla="*/ 313 h 354"/>
              <a:gd name="T12" fmla="*/ 128 w 257"/>
              <a:gd name="T13" fmla="*/ 305 h 354"/>
              <a:gd name="T14" fmla="*/ 128 w 257"/>
              <a:gd name="T15" fmla="*/ 0 h 354"/>
              <a:gd name="T16" fmla="*/ 0 w 257"/>
              <a:gd name="T17" fmla="*/ 225 h 354"/>
              <a:gd name="T18" fmla="*/ 128 w 257"/>
              <a:gd name="T19" fmla="*/ 354 h 354"/>
              <a:gd name="T20" fmla="*/ 257 w 257"/>
              <a:gd name="T21" fmla="*/ 225 h 354"/>
              <a:gd name="T22" fmla="*/ 128 w 257"/>
              <a:gd name="T23" fmla="*/ 0 h 354"/>
              <a:gd name="T24" fmla="*/ 128 w 257"/>
              <a:gd name="T25" fmla="*/ 337 h 354"/>
              <a:gd name="T26" fmla="*/ 16 w 257"/>
              <a:gd name="T27" fmla="*/ 221 h 354"/>
              <a:gd name="T28" fmla="*/ 128 w 257"/>
              <a:gd name="T29" fmla="*/ 19 h 354"/>
              <a:gd name="T30" fmla="*/ 241 w 257"/>
              <a:gd name="T31" fmla="*/ 221 h 354"/>
              <a:gd name="T32" fmla="*/ 128 w 257"/>
              <a:gd name="T33" fmla="*/ 337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257" h="354">
                <a:moveTo>
                  <a:pt x="128" y="305"/>
                </a:moveTo>
                <a:cubicBezTo>
                  <a:pt x="84" y="305"/>
                  <a:pt x="48" y="269"/>
                  <a:pt x="48" y="225"/>
                </a:cubicBezTo>
                <a:cubicBezTo>
                  <a:pt x="48" y="221"/>
                  <a:pt x="45" y="217"/>
                  <a:pt x="40" y="217"/>
                </a:cubicBezTo>
                <a:cubicBezTo>
                  <a:pt x="36" y="217"/>
                  <a:pt x="32" y="221"/>
                  <a:pt x="32" y="225"/>
                </a:cubicBezTo>
                <a:cubicBezTo>
                  <a:pt x="32" y="278"/>
                  <a:pt x="75" y="321"/>
                  <a:pt x="128" y="321"/>
                </a:cubicBezTo>
                <a:cubicBezTo>
                  <a:pt x="133" y="321"/>
                  <a:pt x="137" y="318"/>
                  <a:pt x="137" y="313"/>
                </a:cubicBezTo>
                <a:cubicBezTo>
                  <a:pt x="137" y="309"/>
                  <a:pt x="133" y="305"/>
                  <a:pt x="128" y="305"/>
                </a:cubicBezTo>
                <a:moveTo>
                  <a:pt x="128" y="0"/>
                </a:moveTo>
                <a:cubicBezTo>
                  <a:pt x="112" y="0"/>
                  <a:pt x="0" y="137"/>
                  <a:pt x="0" y="225"/>
                </a:cubicBezTo>
                <a:cubicBezTo>
                  <a:pt x="0" y="296"/>
                  <a:pt x="58" y="354"/>
                  <a:pt x="128" y="354"/>
                </a:cubicBezTo>
                <a:cubicBezTo>
                  <a:pt x="199" y="354"/>
                  <a:pt x="257" y="296"/>
                  <a:pt x="257" y="225"/>
                </a:cubicBezTo>
                <a:cubicBezTo>
                  <a:pt x="257" y="137"/>
                  <a:pt x="145" y="0"/>
                  <a:pt x="128" y="0"/>
                </a:cubicBezTo>
                <a:moveTo>
                  <a:pt x="128" y="337"/>
                </a:moveTo>
                <a:cubicBezTo>
                  <a:pt x="66" y="337"/>
                  <a:pt x="16" y="285"/>
                  <a:pt x="16" y="221"/>
                </a:cubicBezTo>
                <a:cubicBezTo>
                  <a:pt x="16" y="145"/>
                  <a:pt x="120" y="19"/>
                  <a:pt x="128" y="19"/>
                </a:cubicBezTo>
                <a:cubicBezTo>
                  <a:pt x="137" y="19"/>
                  <a:pt x="241" y="145"/>
                  <a:pt x="241" y="221"/>
                </a:cubicBezTo>
                <a:cubicBezTo>
                  <a:pt x="241" y="285"/>
                  <a:pt x="191" y="337"/>
                  <a:pt x="128" y="337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4" name="Freeform 52"/>
          <p:cNvSpPr>
            <a:spLocks noEditPoints="1"/>
          </p:cNvSpPr>
          <p:nvPr/>
        </p:nvSpPr>
        <p:spPr bwMode="auto">
          <a:xfrm>
            <a:off x="8585202" y="5425017"/>
            <a:ext cx="579967" cy="584200"/>
          </a:xfrm>
          <a:custGeom>
            <a:avLst/>
            <a:gdLst>
              <a:gd name="T0" fmla="*/ 177 w 353"/>
              <a:gd name="T1" fmla="*/ 113 h 354"/>
              <a:gd name="T2" fmla="*/ 161 w 353"/>
              <a:gd name="T3" fmla="*/ 129 h 354"/>
              <a:gd name="T4" fmla="*/ 177 w 353"/>
              <a:gd name="T5" fmla="*/ 145 h 354"/>
              <a:gd name="T6" fmla="*/ 193 w 353"/>
              <a:gd name="T7" fmla="*/ 129 h 354"/>
              <a:gd name="T8" fmla="*/ 177 w 353"/>
              <a:gd name="T9" fmla="*/ 113 h 354"/>
              <a:gd name="T10" fmla="*/ 185 w 353"/>
              <a:gd name="T11" fmla="*/ 17 h 354"/>
              <a:gd name="T12" fmla="*/ 185 w 353"/>
              <a:gd name="T13" fmla="*/ 8 h 354"/>
              <a:gd name="T14" fmla="*/ 177 w 353"/>
              <a:gd name="T15" fmla="*/ 0 h 354"/>
              <a:gd name="T16" fmla="*/ 169 w 353"/>
              <a:gd name="T17" fmla="*/ 8 h 354"/>
              <a:gd name="T18" fmla="*/ 169 w 353"/>
              <a:gd name="T19" fmla="*/ 17 h 354"/>
              <a:gd name="T20" fmla="*/ 0 w 353"/>
              <a:gd name="T21" fmla="*/ 185 h 354"/>
              <a:gd name="T22" fmla="*/ 8 w 353"/>
              <a:gd name="T23" fmla="*/ 193 h 354"/>
              <a:gd name="T24" fmla="*/ 169 w 353"/>
              <a:gd name="T25" fmla="*/ 193 h 354"/>
              <a:gd name="T26" fmla="*/ 169 w 353"/>
              <a:gd name="T27" fmla="*/ 305 h 354"/>
              <a:gd name="T28" fmla="*/ 137 w 353"/>
              <a:gd name="T29" fmla="*/ 337 h 354"/>
              <a:gd name="T30" fmla="*/ 105 w 353"/>
              <a:gd name="T31" fmla="*/ 305 h 354"/>
              <a:gd name="T32" fmla="*/ 97 w 353"/>
              <a:gd name="T33" fmla="*/ 297 h 354"/>
              <a:gd name="T34" fmla="*/ 89 w 353"/>
              <a:gd name="T35" fmla="*/ 305 h 354"/>
              <a:gd name="T36" fmla="*/ 137 w 353"/>
              <a:gd name="T37" fmla="*/ 354 h 354"/>
              <a:gd name="T38" fmla="*/ 184 w 353"/>
              <a:gd name="T39" fmla="*/ 313 h 354"/>
              <a:gd name="T40" fmla="*/ 185 w 353"/>
              <a:gd name="T41" fmla="*/ 313 h 354"/>
              <a:gd name="T42" fmla="*/ 185 w 353"/>
              <a:gd name="T43" fmla="*/ 193 h 354"/>
              <a:gd name="T44" fmla="*/ 345 w 353"/>
              <a:gd name="T45" fmla="*/ 193 h 354"/>
              <a:gd name="T46" fmla="*/ 353 w 353"/>
              <a:gd name="T47" fmla="*/ 185 h 354"/>
              <a:gd name="T48" fmla="*/ 185 w 353"/>
              <a:gd name="T49" fmla="*/ 17 h 354"/>
              <a:gd name="T50" fmla="*/ 17 w 353"/>
              <a:gd name="T51" fmla="*/ 177 h 354"/>
              <a:gd name="T52" fmla="*/ 177 w 353"/>
              <a:gd name="T53" fmla="*/ 32 h 354"/>
              <a:gd name="T54" fmla="*/ 337 w 353"/>
              <a:gd name="T55" fmla="*/ 177 h 354"/>
              <a:gd name="T56" fmla="*/ 17 w 353"/>
              <a:gd name="T57" fmla="*/ 177 h 354"/>
              <a:gd name="T58" fmla="*/ 64 w 353"/>
              <a:gd name="T59" fmla="*/ 129 h 354"/>
              <a:gd name="T60" fmla="*/ 48 w 353"/>
              <a:gd name="T61" fmla="*/ 145 h 354"/>
              <a:gd name="T62" fmla="*/ 64 w 353"/>
              <a:gd name="T63" fmla="*/ 161 h 354"/>
              <a:gd name="T64" fmla="*/ 80 w 353"/>
              <a:gd name="T65" fmla="*/ 145 h 354"/>
              <a:gd name="T66" fmla="*/ 64 w 353"/>
              <a:gd name="T67" fmla="*/ 129 h 354"/>
              <a:gd name="T68" fmla="*/ 129 w 353"/>
              <a:gd name="T69" fmla="*/ 81 h 354"/>
              <a:gd name="T70" fmla="*/ 113 w 353"/>
              <a:gd name="T71" fmla="*/ 97 h 354"/>
              <a:gd name="T72" fmla="*/ 129 w 353"/>
              <a:gd name="T73" fmla="*/ 113 h 354"/>
              <a:gd name="T74" fmla="*/ 145 w 353"/>
              <a:gd name="T75" fmla="*/ 97 h 354"/>
              <a:gd name="T76" fmla="*/ 129 w 353"/>
              <a:gd name="T77" fmla="*/ 81 h 354"/>
              <a:gd name="T78" fmla="*/ 273 w 353"/>
              <a:gd name="T79" fmla="*/ 129 h 354"/>
              <a:gd name="T80" fmla="*/ 257 w 353"/>
              <a:gd name="T81" fmla="*/ 145 h 354"/>
              <a:gd name="T82" fmla="*/ 273 w 353"/>
              <a:gd name="T83" fmla="*/ 161 h 354"/>
              <a:gd name="T84" fmla="*/ 289 w 353"/>
              <a:gd name="T85" fmla="*/ 145 h 354"/>
              <a:gd name="T86" fmla="*/ 273 w 353"/>
              <a:gd name="T87" fmla="*/ 129 h 354"/>
              <a:gd name="T88" fmla="*/ 225 w 353"/>
              <a:gd name="T89" fmla="*/ 65 h 354"/>
              <a:gd name="T90" fmla="*/ 209 w 353"/>
              <a:gd name="T91" fmla="*/ 81 h 354"/>
              <a:gd name="T92" fmla="*/ 225 w 353"/>
              <a:gd name="T93" fmla="*/ 97 h 354"/>
              <a:gd name="T94" fmla="*/ 241 w 353"/>
              <a:gd name="T95" fmla="*/ 81 h 354"/>
              <a:gd name="T96" fmla="*/ 225 w 353"/>
              <a:gd name="T97" fmla="*/ 65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353" h="354">
                <a:moveTo>
                  <a:pt x="177" y="113"/>
                </a:moveTo>
                <a:cubicBezTo>
                  <a:pt x="168" y="113"/>
                  <a:pt x="161" y="120"/>
                  <a:pt x="161" y="129"/>
                </a:cubicBezTo>
                <a:cubicBezTo>
                  <a:pt x="161" y="138"/>
                  <a:pt x="168" y="145"/>
                  <a:pt x="177" y="145"/>
                </a:cubicBezTo>
                <a:cubicBezTo>
                  <a:pt x="186" y="145"/>
                  <a:pt x="193" y="138"/>
                  <a:pt x="193" y="129"/>
                </a:cubicBezTo>
                <a:cubicBezTo>
                  <a:pt x="193" y="120"/>
                  <a:pt x="186" y="113"/>
                  <a:pt x="177" y="113"/>
                </a:cubicBezTo>
                <a:moveTo>
                  <a:pt x="185" y="17"/>
                </a:moveTo>
                <a:cubicBezTo>
                  <a:pt x="185" y="8"/>
                  <a:pt x="185" y="8"/>
                  <a:pt x="185" y="8"/>
                </a:cubicBezTo>
                <a:cubicBezTo>
                  <a:pt x="185" y="4"/>
                  <a:pt x="181" y="0"/>
                  <a:pt x="177" y="0"/>
                </a:cubicBezTo>
                <a:cubicBezTo>
                  <a:pt x="172" y="0"/>
                  <a:pt x="169" y="4"/>
                  <a:pt x="169" y="8"/>
                </a:cubicBezTo>
                <a:cubicBezTo>
                  <a:pt x="169" y="17"/>
                  <a:pt x="169" y="17"/>
                  <a:pt x="169" y="17"/>
                </a:cubicBezTo>
                <a:cubicBezTo>
                  <a:pt x="75" y="21"/>
                  <a:pt x="0" y="94"/>
                  <a:pt x="0" y="185"/>
                </a:cubicBezTo>
                <a:cubicBezTo>
                  <a:pt x="0" y="189"/>
                  <a:pt x="4" y="193"/>
                  <a:pt x="8" y="193"/>
                </a:cubicBezTo>
                <a:cubicBezTo>
                  <a:pt x="169" y="193"/>
                  <a:pt x="169" y="193"/>
                  <a:pt x="169" y="193"/>
                </a:cubicBezTo>
                <a:cubicBezTo>
                  <a:pt x="169" y="305"/>
                  <a:pt x="169" y="305"/>
                  <a:pt x="169" y="305"/>
                </a:cubicBezTo>
                <a:cubicBezTo>
                  <a:pt x="169" y="323"/>
                  <a:pt x="154" y="337"/>
                  <a:pt x="137" y="337"/>
                </a:cubicBezTo>
                <a:cubicBezTo>
                  <a:pt x="119" y="337"/>
                  <a:pt x="105" y="323"/>
                  <a:pt x="105" y="305"/>
                </a:cubicBezTo>
                <a:cubicBezTo>
                  <a:pt x="105" y="301"/>
                  <a:pt x="101" y="297"/>
                  <a:pt x="97" y="297"/>
                </a:cubicBezTo>
                <a:cubicBezTo>
                  <a:pt x="92" y="297"/>
                  <a:pt x="89" y="301"/>
                  <a:pt x="89" y="305"/>
                </a:cubicBezTo>
                <a:cubicBezTo>
                  <a:pt x="89" y="332"/>
                  <a:pt x="110" y="354"/>
                  <a:pt x="137" y="354"/>
                </a:cubicBezTo>
                <a:cubicBezTo>
                  <a:pt x="161" y="354"/>
                  <a:pt x="180" y="336"/>
                  <a:pt x="184" y="313"/>
                </a:cubicBezTo>
                <a:cubicBezTo>
                  <a:pt x="185" y="313"/>
                  <a:pt x="185" y="313"/>
                  <a:pt x="185" y="313"/>
                </a:cubicBezTo>
                <a:cubicBezTo>
                  <a:pt x="185" y="193"/>
                  <a:pt x="185" y="193"/>
                  <a:pt x="185" y="193"/>
                </a:cubicBezTo>
                <a:cubicBezTo>
                  <a:pt x="345" y="193"/>
                  <a:pt x="345" y="193"/>
                  <a:pt x="345" y="193"/>
                </a:cubicBezTo>
                <a:cubicBezTo>
                  <a:pt x="350" y="193"/>
                  <a:pt x="353" y="189"/>
                  <a:pt x="353" y="185"/>
                </a:cubicBezTo>
                <a:cubicBezTo>
                  <a:pt x="353" y="94"/>
                  <a:pt x="279" y="21"/>
                  <a:pt x="185" y="17"/>
                </a:cubicBezTo>
                <a:moveTo>
                  <a:pt x="17" y="177"/>
                </a:moveTo>
                <a:cubicBezTo>
                  <a:pt x="21" y="96"/>
                  <a:pt x="91" y="32"/>
                  <a:pt x="177" y="32"/>
                </a:cubicBezTo>
                <a:cubicBezTo>
                  <a:pt x="263" y="32"/>
                  <a:pt x="333" y="96"/>
                  <a:pt x="337" y="177"/>
                </a:cubicBezTo>
                <a:lnTo>
                  <a:pt x="17" y="177"/>
                </a:lnTo>
                <a:close/>
                <a:moveTo>
                  <a:pt x="64" y="129"/>
                </a:moveTo>
                <a:cubicBezTo>
                  <a:pt x="56" y="129"/>
                  <a:pt x="48" y="136"/>
                  <a:pt x="48" y="145"/>
                </a:cubicBezTo>
                <a:cubicBezTo>
                  <a:pt x="48" y="154"/>
                  <a:pt x="56" y="161"/>
                  <a:pt x="64" y="161"/>
                </a:cubicBezTo>
                <a:cubicBezTo>
                  <a:pt x="73" y="161"/>
                  <a:pt x="80" y="154"/>
                  <a:pt x="80" y="145"/>
                </a:cubicBezTo>
                <a:cubicBezTo>
                  <a:pt x="80" y="136"/>
                  <a:pt x="73" y="129"/>
                  <a:pt x="64" y="129"/>
                </a:cubicBezTo>
                <a:moveTo>
                  <a:pt x="129" y="81"/>
                </a:moveTo>
                <a:cubicBezTo>
                  <a:pt x="120" y="81"/>
                  <a:pt x="113" y="88"/>
                  <a:pt x="113" y="97"/>
                </a:cubicBezTo>
                <a:cubicBezTo>
                  <a:pt x="113" y="105"/>
                  <a:pt x="120" y="113"/>
                  <a:pt x="129" y="113"/>
                </a:cubicBezTo>
                <a:cubicBezTo>
                  <a:pt x="138" y="113"/>
                  <a:pt x="145" y="105"/>
                  <a:pt x="145" y="97"/>
                </a:cubicBezTo>
                <a:cubicBezTo>
                  <a:pt x="145" y="88"/>
                  <a:pt x="138" y="81"/>
                  <a:pt x="129" y="81"/>
                </a:cubicBezTo>
                <a:moveTo>
                  <a:pt x="273" y="129"/>
                </a:moveTo>
                <a:cubicBezTo>
                  <a:pt x="264" y="129"/>
                  <a:pt x="257" y="136"/>
                  <a:pt x="257" y="145"/>
                </a:cubicBezTo>
                <a:cubicBezTo>
                  <a:pt x="257" y="154"/>
                  <a:pt x="264" y="161"/>
                  <a:pt x="273" y="161"/>
                </a:cubicBezTo>
                <a:cubicBezTo>
                  <a:pt x="282" y="161"/>
                  <a:pt x="289" y="154"/>
                  <a:pt x="289" y="145"/>
                </a:cubicBezTo>
                <a:cubicBezTo>
                  <a:pt x="289" y="136"/>
                  <a:pt x="282" y="129"/>
                  <a:pt x="273" y="129"/>
                </a:cubicBezTo>
                <a:moveTo>
                  <a:pt x="225" y="65"/>
                </a:moveTo>
                <a:cubicBezTo>
                  <a:pt x="216" y="65"/>
                  <a:pt x="209" y="72"/>
                  <a:pt x="209" y="81"/>
                </a:cubicBezTo>
                <a:cubicBezTo>
                  <a:pt x="209" y="89"/>
                  <a:pt x="216" y="97"/>
                  <a:pt x="225" y="97"/>
                </a:cubicBezTo>
                <a:cubicBezTo>
                  <a:pt x="234" y="97"/>
                  <a:pt x="241" y="89"/>
                  <a:pt x="241" y="81"/>
                </a:cubicBezTo>
                <a:cubicBezTo>
                  <a:pt x="241" y="72"/>
                  <a:pt x="234" y="65"/>
                  <a:pt x="225" y="65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5" name="Freeform 53"/>
          <p:cNvSpPr>
            <a:spLocks noEditPoints="1"/>
          </p:cNvSpPr>
          <p:nvPr/>
        </p:nvSpPr>
        <p:spPr bwMode="auto">
          <a:xfrm>
            <a:off x="9696451" y="5558367"/>
            <a:ext cx="582084" cy="317500"/>
          </a:xfrm>
          <a:custGeom>
            <a:avLst/>
            <a:gdLst>
              <a:gd name="T0" fmla="*/ 176 w 353"/>
              <a:gd name="T1" fmla="*/ 0 h 192"/>
              <a:gd name="T2" fmla="*/ 0 w 353"/>
              <a:gd name="T3" fmla="*/ 184 h 192"/>
              <a:gd name="T4" fmla="*/ 8 w 353"/>
              <a:gd name="T5" fmla="*/ 192 h 192"/>
              <a:gd name="T6" fmla="*/ 152 w 353"/>
              <a:gd name="T7" fmla="*/ 192 h 192"/>
              <a:gd name="T8" fmla="*/ 160 w 353"/>
              <a:gd name="T9" fmla="*/ 184 h 192"/>
              <a:gd name="T10" fmla="*/ 176 w 353"/>
              <a:gd name="T11" fmla="*/ 160 h 192"/>
              <a:gd name="T12" fmla="*/ 192 w 353"/>
              <a:gd name="T13" fmla="*/ 184 h 192"/>
              <a:gd name="T14" fmla="*/ 200 w 353"/>
              <a:gd name="T15" fmla="*/ 192 h 192"/>
              <a:gd name="T16" fmla="*/ 345 w 353"/>
              <a:gd name="T17" fmla="*/ 192 h 192"/>
              <a:gd name="T18" fmla="*/ 353 w 353"/>
              <a:gd name="T19" fmla="*/ 184 h 192"/>
              <a:gd name="T20" fmla="*/ 176 w 353"/>
              <a:gd name="T21" fmla="*/ 0 h 192"/>
              <a:gd name="T22" fmla="*/ 208 w 353"/>
              <a:gd name="T23" fmla="*/ 176 h 192"/>
              <a:gd name="T24" fmla="*/ 176 w 353"/>
              <a:gd name="T25" fmla="*/ 144 h 192"/>
              <a:gd name="T26" fmla="*/ 145 w 353"/>
              <a:gd name="T27" fmla="*/ 176 h 192"/>
              <a:gd name="T28" fmla="*/ 112 w 353"/>
              <a:gd name="T29" fmla="*/ 176 h 192"/>
              <a:gd name="T30" fmla="*/ 176 w 353"/>
              <a:gd name="T31" fmla="*/ 112 h 192"/>
              <a:gd name="T32" fmla="*/ 240 w 353"/>
              <a:gd name="T33" fmla="*/ 176 h 192"/>
              <a:gd name="T34" fmla="*/ 208 w 353"/>
              <a:gd name="T35" fmla="*/ 176 h 192"/>
              <a:gd name="T36" fmla="*/ 256 w 353"/>
              <a:gd name="T37" fmla="*/ 176 h 192"/>
              <a:gd name="T38" fmla="*/ 176 w 353"/>
              <a:gd name="T39" fmla="*/ 96 h 192"/>
              <a:gd name="T40" fmla="*/ 96 w 353"/>
              <a:gd name="T41" fmla="*/ 176 h 192"/>
              <a:gd name="T42" fmla="*/ 64 w 353"/>
              <a:gd name="T43" fmla="*/ 176 h 192"/>
              <a:gd name="T44" fmla="*/ 176 w 353"/>
              <a:gd name="T45" fmla="*/ 64 h 192"/>
              <a:gd name="T46" fmla="*/ 288 w 353"/>
              <a:gd name="T47" fmla="*/ 176 h 192"/>
              <a:gd name="T48" fmla="*/ 256 w 353"/>
              <a:gd name="T49" fmla="*/ 176 h 192"/>
              <a:gd name="T50" fmla="*/ 304 w 353"/>
              <a:gd name="T51" fmla="*/ 176 h 192"/>
              <a:gd name="T52" fmla="*/ 176 w 353"/>
              <a:gd name="T53" fmla="*/ 48 h 192"/>
              <a:gd name="T54" fmla="*/ 48 w 353"/>
              <a:gd name="T55" fmla="*/ 176 h 192"/>
              <a:gd name="T56" fmla="*/ 16 w 353"/>
              <a:gd name="T57" fmla="*/ 176 h 192"/>
              <a:gd name="T58" fmla="*/ 176 w 353"/>
              <a:gd name="T59" fmla="*/ 16 h 192"/>
              <a:gd name="T60" fmla="*/ 336 w 353"/>
              <a:gd name="T61" fmla="*/ 176 h 192"/>
              <a:gd name="T62" fmla="*/ 304 w 353"/>
              <a:gd name="T63" fmla="*/ 176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353" h="192">
                <a:moveTo>
                  <a:pt x="176" y="0"/>
                </a:moveTo>
                <a:cubicBezTo>
                  <a:pt x="79" y="0"/>
                  <a:pt x="0" y="82"/>
                  <a:pt x="0" y="184"/>
                </a:cubicBezTo>
                <a:cubicBezTo>
                  <a:pt x="0" y="189"/>
                  <a:pt x="3" y="192"/>
                  <a:pt x="8" y="192"/>
                </a:cubicBezTo>
                <a:cubicBezTo>
                  <a:pt x="152" y="192"/>
                  <a:pt x="152" y="192"/>
                  <a:pt x="152" y="192"/>
                </a:cubicBezTo>
                <a:cubicBezTo>
                  <a:pt x="157" y="192"/>
                  <a:pt x="160" y="189"/>
                  <a:pt x="160" y="184"/>
                </a:cubicBezTo>
                <a:cubicBezTo>
                  <a:pt x="160" y="171"/>
                  <a:pt x="167" y="160"/>
                  <a:pt x="176" y="160"/>
                </a:cubicBezTo>
                <a:cubicBezTo>
                  <a:pt x="185" y="160"/>
                  <a:pt x="192" y="171"/>
                  <a:pt x="192" y="184"/>
                </a:cubicBezTo>
                <a:cubicBezTo>
                  <a:pt x="192" y="189"/>
                  <a:pt x="196" y="192"/>
                  <a:pt x="200" y="192"/>
                </a:cubicBezTo>
                <a:cubicBezTo>
                  <a:pt x="345" y="192"/>
                  <a:pt x="345" y="192"/>
                  <a:pt x="345" y="192"/>
                </a:cubicBezTo>
                <a:cubicBezTo>
                  <a:pt x="349" y="192"/>
                  <a:pt x="353" y="189"/>
                  <a:pt x="353" y="184"/>
                </a:cubicBezTo>
                <a:cubicBezTo>
                  <a:pt x="353" y="82"/>
                  <a:pt x="274" y="0"/>
                  <a:pt x="176" y="0"/>
                </a:cubicBezTo>
                <a:moveTo>
                  <a:pt x="208" y="176"/>
                </a:moveTo>
                <a:cubicBezTo>
                  <a:pt x="205" y="158"/>
                  <a:pt x="192" y="144"/>
                  <a:pt x="176" y="144"/>
                </a:cubicBezTo>
                <a:cubicBezTo>
                  <a:pt x="161" y="144"/>
                  <a:pt x="148" y="158"/>
                  <a:pt x="145" y="176"/>
                </a:cubicBezTo>
                <a:cubicBezTo>
                  <a:pt x="112" y="176"/>
                  <a:pt x="112" y="176"/>
                  <a:pt x="112" y="176"/>
                </a:cubicBezTo>
                <a:cubicBezTo>
                  <a:pt x="116" y="140"/>
                  <a:pt x="143" y="112"/>
                  <a:pt x="176" y="112"/>
                </a:cubicBezTo>
                <a:cubicBezTo>
                  <a:pt x="209" y="112"/>
                  <a:pt x="236" y="140"/>
                  <a:pt x="240" y="176"/>
                </a:cubicBezTo>
                <a:lnTo>
                  <a:pt x="208" y="176"/>
                </a:lnTo>
                <a:close/>
                <a:moveTo>
                  <a:pt x="256" y="176"/>
                </a:moveTo>
                <a:cubicBezTo>
                  <a:pt x="252" y="131"/>
                  <a:pt x="218" y="96"/>
                  <a:pt x="176" y="96"/>
                </a:cubicBezTo>
                <a:cubicBezTo>
                  <a:pt x="134" y="96"/>
                  <a:pt x="100" y="131"/>
                  <a:pt x="96" y="176"/>
                </a:cubicBezTo>
                <a:cubicBezTo>
                  <a:pt x="64" y="176"/>
                  <a:pt x="64" y="176"/>
                  <a:pt x="64" y="176"/>
                </a:cubicBezTo>
                <a:cubicBezTo>
                  <a:pt x="68" y="113"/>
                  <a:pt x="117" y="64"/>
                  <a:pt x="176" y="64"/>
                </a:cubicBezTo>
                <a:cubicBezTo>
                  <a:pt x="236" y="64"/>
                  <a:pt x="284" y="113"/>
                  <a:pt x="288" y="176"/>
                </a:cubicBezTo>
                <a:lnTo>
                  <a:pt x="256" y="176"/>
                </a:lnTo>
                <a:close/>
                <a:moveTo>
                  <a:pt x="304" y="176"/>
                </a:moveTo>
                <a:cubicBezTo>
                  <a:pt x="300" y="105"/>
                  <a:pt x="245" y="48"/>
                  <a:pt x="176" y="48"/>
                </a:cubicBezTo>
                <a:cubicBezTo>
                  <a:pt x="108" y="48"/>
                  <a:pt x="52" y="105"/>
                  <a:pt x="48" y="176"/>
                </a:cubicBezTo>
                <a:cubicBezTo>
                  <a:pt x="16" y="176"/>
                  <a:pt x="16" y="176"/>
                  <a:pt x="16" y="176"/>
                </a:cubicBezTo>
                <a:cubicBezTo>
                  <a:pt x="20" y="87"/>
                  <a:pt x="90" y="16"/>
                  <a:pt x="176" y="16"/>
                </a:cubicBezTo>
                <a:cubicBezTo>
                  <a:pt x="262" y="16"/>
                  <a:pt x="332" y="87"/>
                  <a:pt x="336" y="176"/>
                </a:cubicBezTo>
                <a:lnTo>
                  <a:pt x="304" y="176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6" name="Freeform 54"/>
          <p:cNvSpPr>
            <a:spLocks noEditPoints="1"/>
          </p:cNvSpPr>
          <p:nvPr/>
        </p:nvSpPr>
        <p:spPr bwMode="auto">
          <a:xfrm>
            <a:off x="10807702" y="5503333"/>
            <a:ext cx="582084" cy="425451"/>
          </a:xfrm>
          <a:custGeom>
            <a:avLst/>
            <a:gdLst>
              <a:gd name="T0" fmla="*/ 305 w 353"/>
              <a:gd name="T1" fmla="*/ 103 h 257"/>
              <a:gd name="T2" fmla="*/ 305 w 353"/>
              <a:gd name="T3" fmla="*/ 97 h 257"/>
              <a:gd name="T4" fmla="*/ 209 w 353"/>
              <a:gd name="T5" fmla="*/ 0 h 257"/>
              <a:gd name="T6" fmla="*/ 123 w 353"/>
              <a:gd name="T7" fmla="*/ 52 h 257"/>
              <a:gd name="T8" fmla="*/ 104 w 353"/>
              <a:gd name="T9" fmla="*/ 49 h 257"/>
              <a:gd name="T10" fmla="*/ 48 w 353"/>
              <a:gd name="T11" fmla="*/ 105 h 257"/>
              <a:gd name="T12" fmla="*/ 49 w 353"/>
              <a:gd name="T13" fmla="*/ 117 h 257"/>
              <a:gd name="T14" fmla="*/ 0 w 353"/>
              <a:gd name="T15" fmla="*/ 185 h 257"/>
              <a:gd name="T16" fmla="*/ 72 w 353"/>
              <a:gd name="T17" fmla="*/ 257 h 257"/>
              <a:gd name="T18" fmla="*/ 273 w 353"/>
              <a:gd name="T19" fmla="*/ 257 h 257"/>
              <a:gd name="T20" fmla="*/ 353 w 353"/>
              <a:gd name="T21" fmla="*/ 177 h 257"/>
              <a:gd name="T22" fmla="*/ 305 w 353"/>
              <a:gd name="T23" fmla="*/ 103 h 257"/>
              <a:gd name="T24" fmla="*/ 273 w 353"/>
              <a:gd name="T25" fmla="*/ 241 h 257"/>
              <a:gd name="T26" fmla="*/ 72 w 353"/>
              <a:gd name="T27" fmla="*/ 241 h 257"/>
              <a:gd name="T28" fmla="*/ 16 w 353"/>
              <a:gd name="T29" fmla="*/ 185 h 257"/>
              <a:gd name="T30" fmla="*/ 54 w 353"/>
              <a:gd name="T31" fmla="*/ 132 h 257"/>
              <a:gd name="T32" fmla="*/ 68 w 353"/>
              <a:gd name="T33" fmla="*/ 127 h 257"/>
              <a:gd name="T34" fmla="*/ 65 w 353"/>
              <a:gd name="T35" fmla="*/ 113 h 257"/>
              <a:gd name="T36" fmla="*/ 64 w 353"/>
              <a:gd name="T37" fmla="*/ 105 h 257"/>
              <a:gd name="T38" fmla="*/ 104 w 353"/>
              <a:gd name="T39" fmla="*/ 65 h 257"/>
              <a:gd name="T40" fmla="*/ 118 w 353"/>
              <a:gd name="T41" fmla="*/ 67 h 257"/>
              <a:gd name="T42" fmla="*/ 131 w 353"/>
              <a:gd name="T43" fmla="*/ 72 h 257"/>
              <a:gd name="T44" fmla="*/ 138 w 353"/>
              <a:gd name="T45" fmla="*/ 60 h 257"/>
              <a:gd name="T46" fmla="*/ 209 w 353"/>
              <a:gd name="T47" fmla="*/ 17 h 257"/>
              <a:gd name="T48" fmla="*/ 289 w 353"/>
              <a:gd name="T49" fmla="*/ 97 h 257"/>
              <a:gd name="T50" fmla="*/ 289 w 353"/>
              <a:gd name="T51" fmla="*/ 101 h 257"/>
              <a:gd name="T52" fmla="*/ 289 w 353"/>
              <a:gd name="T53" fmla="*/ 102 h 257"/>
              <a:gd name="T54" fmla="*/ 288 w 353"/>
              <a:gd name="T55" fmla="*/ 114 h 257"/>
              <a:gd name="T56" fmla="*/ 298 w 353"/>
              <a:gd name="T57" fmla="*/ 118 h 257"/>
              <a:gd name="T58" fmla="*/ 337 w 353"/>
              <a:gd name="T59" fmla="*/ 177 h 257"/>
              <a:gd name="T60" fmla="*/ 273 w 353"/>
              <a:gd name="T61" fmla="*/ 241 h 2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353" h="257">
                <a:moveTo>
                  <a:pt x="305" y="103"/>
                </a:moveTo>
                <a:cubicBezTo>
                  <a:pt x="305" y="101"/>
                  <a:pt x="305" y="99"/>
                  <a:pt x="305" y="97"/>
                </a:cubicBezTo>
                <a:cubicBezTo>
                  <a:pt x="305" y="44"/>
                  <a:pt x="262" y="0"/>
                  <a:pt x="209" y="0"/>
                </a:cubicBezTo>
                <a:cubicBezTo>
                  <a:pt x="172" y="0"/>
                  <a:pt x="139" y="21"/>
                  <a:pt x="123" y="52"/>
                </a:cubicBezTo>
                <a:cubicBezTo>
                  <a:pt x="117" y="50"/>
                  <a:pt x="111" y="49"/>
                  <a:pt x="104" y="49"/>
                </a:cubicBezTo>
                <a:cubicBezTo>
                  <a:pt x="73" y="49"/>
                  <a:pt x="48" y="74"/>
                  <a:pt x="48" y="105"/>
                </a:cubicBezTo>
                <a:cubicBezTo>
                  <a:pt x="48" y="109"/>
                  <a:pt x="48" y="113"/>
                  <a:pt x="49" y="117"/>
                </a:cubicBezTo>
                <a:cubicBezTo>
                  <a:pt x="21" y="126"/>
                  <a:pt x="0" y="153"/>
                  <a:pt x="0" y="185"/>
                </a:cubicBezTo>
                <a:cubicBezTo>
                  <a:pt x="0" y="225"/>
                  <a:pt x="32" y="257"/>
                  <a:pt x="72" y="257"/>
                </a:cubicBezTo>
                <a:cubicBezTo>
                  <a:pt x="273" y="257"/>
                  <a:pt x="273" y="257"/>
                  <a:pt x="273" y="257"/>
                </a:cubicBezTo>
                <a:cubicBezTo>
                  <a:pt x="317" y="257"/>
                  <a:pt x="353" y="221"/>
                  <a:pt x="353" y="177"/>
                </a:cubicBezTo>
                <a:cubicBezTo>
                  <a:pt x="353" y="144"/>
                  <a:pt x="333" y="116"/>
                  <a:pt x="305" y="103"/>
                </a:cubicBezTo>
                <a:moveTo>
                  <a:pt x="273" y="241"/>
                </a:moveTo>
                <a:cubicBezTo>
                  <a:pt x="72" y="241"/>
                  <a:pt x="72" y="241"/>
                  <a:pt x="72" y="241"/>
                </a:cubicBezTo>
                <a:cubicBezTo>
                  <a:pt x="41" y="241"/>
                  <a:pt x="16" y="216"/>
                  <a:pt x="16" y="185"/>
                </a:cubicBezTo>
                <a:cubicBezTo>
                  <a:pt x="16" y="161"/>
                  <a:pt x="31" y="139"/>
                  <a:pt x="54" y="132"/>
                </a:cubicBezTo>
                <a:cubicBezTo>
                  <a:pt x="68" y="127"/>
                  <a:pt x="68" y="127"/>
                  <a:pt x="68" y="127"/>
                </a:cubicBezTo>
                <a:cubicBezTo>
                  <a:pt x="65" y="113"/>
                  <a:pt x="65" y="113"/>
                  <a:pt x="65" y="113"/>
                </a:cubicBezTo>
                <a:cubicBezTo>
                  <a:pt x="64" y="110"/>
                  <a:pt x="64" y="108"/>
                  <a:pt x="64" y="105"/>
                </a:cubicBezTo>
                <a:cubicBezTo>
                  <a:pt x="64" y="83"/>
                  <a:pt x="82" y="65"/>
                  <a:pt x="104" y="65"/>
                </a:cubicBezTo>
                <a:cubicBezTo>
                  <a:pt x="109" y="65"/>
                  <a:pt x="113" y="66"/>
                  <a:pt x="118" y="67"/>
                </a:cubicBezTo>
                <a:cubicBezTo>
                  <a:pt x="131" y="72"/>
                  <a:pt x="131" y="72"/>
                  <a:pt x="131" y="72"/>
                </a:cubicBezTo>
                <a:cubicBezTo>
                  <a:pt x="138" y="60"/>
                  <a:pt x="138" y="60"/>
                  <a:pt x="138" y="60"/>
                </a:cubicBezTo>
                <a:cubicBezTo>
                  <a:pt x="152" y="33"/>
                  <a:pt x="179" y="17"/>
                  <a:pt x="209" y="17"/>
                </a:cubicBezTo>
                <a:cubicBezTo>
                  <a:pt x="253" y="17"/>
                  <a:pt x="289" y="53"/>
                  <a:pt x="289" y="97"/>
                </a:cubicBezTo>
                <a:cubicBezTo>
                  <a:pt x="289" y="98"/>
                  <a:pt x="289" y="100"/>
                  <a:pt x="289" y="101"/>
                </a:cubicBezTo>
                <a:cubicBezTo>
                  <a:pt x="289" y="102"/>
                  <a:pt x="289" y="102"/>
                  <a:pt x="289" y="102"/>
                </a:cubicBezTo>
                <a:cubicBezTo>
                  <a:pt x="288" y="114"/>
                  <a:pt x="288" y="114"/>
                  <a:pt x="288" y="114"/>
                </a:cubicBezTo>
                <a:cubicBezTo>
                  <a:pt x="298" y="118"/>
                  <a:pt x="298" y="118"/>
                  <a:pt x="298" y="118"/>
                </a:cubicBezTo>
                <a:cubicBezTo>
                  <a:pt x="322" y="128"/>
                  <a:pt x="337" y="151"/>
                  <a:pt x="337" y="177"/>
                </a:cubicBezTo>
                <a:cubicBezTo>
                  <a:pt x="337" y="212"/>
                  <a:pt x="308" y="241"/>
                  <a:pt x="273" y="241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</p:spTree>
    <p:extLst>
      <p:ext uri="{BB962C8B-B14F-4D97-AF65-F5344CB8AC3E}">
        <p14:creationId xmlns:p14="http://schemas.microsoft.com/office/powerpoint/2010/main" val="3652584436"/>
      </p:ext>
    </p:extLst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reeform 5"/>
          <p:cNvSpPr>
            <a:spLocks noEditPoints="1"/>
          </p:cNvSpPr>
          <p:nvPr/>
        </p:nvSpPr>
        <p:spPr bwMode="auto">
          <a:xfrm>
            <a:off x="863602" y="1045633"/>
            <a:ext cx="575733" cy="338667"/>
          </a:xfrm>
          <a:custGeom>
            <a:avLst/>
            <a:gdLst>
              <a:gd name="T0" fmla="*/ 305 w 353"/>
              <a:gd name="T1" fmla="*/ 82 h 208"/>
              <a:gd name="T2" fmla="*/ 305 w 353"/>
              <a:gd name="T3" fmla="*/ 80 h 208"/>
              <a:gd name="T4" fmla="*/ 257 w 353"/>
              <a:gd name="T5" fmla="*/ 32 h 208"/>
              <a:gd name="T6" fmla="*/ 225 w 353"/>
              <a:gd name="T7" fmla="*/ 44 h 208"/>
              <a:gd name="T8" fmla="*/ 144 w 353"/>
              <a:gd name="T9" fmla="*/ 0 h 208"/>
              <a:gd name="T10" fmla="*/ 49 w 353"/>
              <a:gd name="T11" fmla="*/ 82 h 208"/>
              <a:gd name="T12" fmla="*/ 0 w 353"/>
              <a:gd name="T13" fmla="*/ 144 h 208"/>
              <a:gd name="T14" fmla="*/ 64 w 353"/>
              <a:gd name="T15" fmla="*/ 208 h 208"/>
              <a:gd name="T16" fmla="*/ 289 w 353"/>
              <a:gd name="T17" fmla="*/ 208 h 208"/>
              <a:gd name="T18" fmla="*/ 353 w 353"/>
              <a:gd name="T19" fmla="*/ 144 h 208"/>
              <a:gd name="T20" fmla="*/ 305 w 353"/>
              <a:gd name="T21" fmla="*/ 82 h 208"/>
              <a:gd name="T22" fmla="*/ 289 w 353"/>
              <a:gd name="T23" fmla="*/ 192 h 208"/>
              <a:gd name="T24" fmla="*/ 64 w 353"/>
              <a:gd name="T25" fmla="*/ 192 h 208"/>
              <a:gd name="T26" fmla="*/ 16 w 353"/>
              <a:gd name="T27" fmla="*/ 144 h 208"/>
              <a:gd name="T28" fmla="*/ 53 w 353"/>
              <a:gd name="T29" fmla="*/ 97 h 208"/>
              <a:gd name="T30" fmla="*/ 65 w 353"/>
              <a:gd name="T31" fmla="*/ 84 h 208"/>
              <a:gd name="T32" fmla="*/ 144 w 353"/>
              <a:gd name="T33" fmla="*/ 16 h 208"/>
              <a:gd name="T34" fmla="*/ 212 w 353"/>
              <a:gd name="T35" fmla="*/ 52 h 208"/>
              <a:gd name="T36" fmla="*/ 223 w 353"/>
              <a:gd name="T37" fmla="*/ 59 h 208"/>
              <a:gd name="T38" fmla="*/ 225 w 353"/>
              <a:gd name="T39" fmla="*/ 60 h 208"/>
              <a:gd name="T40" fmla="*/ 236 w 353"/>
              <a:gd name="T41" fmla="*/ 56 h 208"/>
              <a:gd name="T42" fmla="*/ 257 w 353"/>
              <a:gd name="T43" fmla="*/ 48 h 208"/>
              <a:gd name="T44" fmla="*/ 289 w 353"/>
              <a:gd name="T45" fmla="*/ 80 h 208"/>
              <a:gd name="T46" fmla="*/ 289 w 353"/>
              <a:gd name="T47" fmla="*/ 81 h 208"/>
              <a:gd name="T48" fmla="*/ 301 w 353"/>
              <a:gd name="T49" fmla="*/ 97 h 208"/>
              <a:gd name="T50" fmla="*/ 337 w 353"/>
              <a:gd name="T51" fmla="*/ 144 h 208"/>
              <a:gd name="T52" fmla="*/ 289 w 353"/>
              <a:gd name="T53" fmla="*/ 192 h 2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353" h="208">
                <a:moveTo>
                  <a:pt x="305" y="82"/>
                </a:moveTo>
                <a:cubicBezTo>
                  <a:pt x="305" y="81"/>
                  <a:pt x="305" y="81"/>
                  <a:pt x="305" y="80"/>
                </a:cubicBezTo>
                <a:cubicBezTo>
                  <a:pt x="305" y="53"/>
                  <a:pt x="283" y="32"/>
                  <a:pt x="257" y="32"/>
                </a:cubicBezTo>
                <a:cubicBezTo>
                  <a:pt x="245" y="32"/>
                  <a:pt x="234" y="36"/>
                  <a:pt x="225" y="44"/>
                </a:cubicBezTo>
                <a:cubicBezTo>
                  <a:pt x="208" y="17"/>
                  <a:pt x="178" y="0"/>
                  <a:pt x="144" y="0"/>
                </a:cubicBezTo>
                <a:cubicBezTo>
                  <a:pt x="96" y="0"/>
                  <a:pt x="56" y="35"/>
                  <a:pt x="49" y="82"/>
                </a:cubicBezTo>
                <a:cubicBezTo>
                  <a:pt x="21" y="88"/>
                  <a:pt x="0" y="114"/>
                  <a:pt x="0" y="144"/>
                </a:cubicBezTo>
                <a:cubicBezTo>
                  <a:pt x="0" y="180"/>
                  <a:pt x="29" y="208"/>
                  <a:pt x="64" y="208"/>
                </a:cubicBezTo>
                <a:cubicBezTo>
                  <a:pt x="289" y="208"/>
                  <a:pt x="289" y="208"/>
                  <a:pt x="289" y="208"/>
                </a:cubicBezTo>
                <a:cubicBezTo>
                  <a:pt x="324" y="208"/>
                  <a:pt x="353" y="180"/>
                  <a:pt x="353" y="144"/>
                </a:cubicBezTo>
                <a:cubicBezTo>
                  <a:pt x="353" y="114"/>
                  <a:pt x="333" y="89"/>
                  <a:pt x="305" y="82"/>
                </a:cubicBezTo>
                <a:moveTo>
                  <a:pt x="289" y="192"/>
                </a:moveTo>
                <a:cubicBezTo>
                  <a:pt x="64" y="192"/>
                  <a:pt x="64" y="192"/>
                  <a:pt x="64" y="192"/>
                </a:cubicBezTo>
                <a:cubicBezTo>
                  <a:pt x="38" y="192"/>
                  <a:pt x="16" y="171"/>
                  <a:pt x="16" y="144"/>
                </a:cubicBezTo>
                <a:cubicBezTo>
                  <a:pt x="16" y="122"/>
                  <a:pt x="31" y="102"/>
                  <a:pt x="53" y="97"/>
                </a:cubicBezTo>
                <a:cubicBezTo>
                  <a:pt x="59" y="96"/>
                  <a:pt x="64" y="90"/>
                  <a:pt x="65" y="84"/>
                </a:cubicBezTo>
                <a:cubicBezTo>
                  <a:pt x="71" y="45"/>
                  <a:pt x="105" y="16"/>
                  <a:pt x="144" y="16"/>
                </a:cubicBezTo>
                <a:cubicBezTo>
                  <a:pt x="172" y="16"/>
                  <a:pt x="197" y="29"/>
                  <a:pt x="212" y="52"/>
                </a:cubicBezTo>
                <a:cubicBezTo>
                  <a:pt x="214" y="56"/>
                  <a:pt x="218" y="59"/>
                  <a:pt x="223" y="59"/>
                </a:cubicBezTo>
                <a:cubicBezTo>
                  <a:pt x="224" y="60"/>
                  <a:pt x="224" y="60"/>
                  <a:pt x="225" y="60"/>
                </a:cubicBezTo>
                <a:cubicBezTo>
                  <a:pt x="229" y="60"/>
                  <a:pt x="233" y="58"/>
                  <a:pt x="236" y="56"/>
                </a:cubicBezTo>
                <a:cubicBezTo>
                  <a:pt x="242" y="51"/>
                  <a:pt x="249" y="48"/>
                  <a:pt x="257" y="48"/>
                </a:cubicBezTo>
                <a:cubicBezTo>
                  <a:pt x="274" y="48"/>
                  <a:pt x="289" y="62"/>
                  <a:pt x="289" y="80"/>
                </a:cubicBezTo>
                <a:cubicBezTo>
                  <a:pt x="289" y="81"/>
                  <a:pt x="289" y="81"/>
                  <a:pt x="289" y="81"/>
                </a:cubicBezTo>
                <a:cubicBezTo>
                  <a:pt x="288" y="89"/>
                  <a:pt x="293" y="96"/>
                  <a:pt x="301" y="97"/>
                </a:cubicBezTo>
                <a:cubicBezTo>
                  <a:pt x="322" y="103"/>
                  <a:pt x="337" y="122"/>
                  <a:pt x="337" y="144"/>
                </a:cubicBezTo>
                <a:cubicBezTo>
                  <a:pt x="337" y="171"/>
                  <a:pt x="315" y="192"/>
                  <a:pt x="289" y="192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" name="Freeform 6"/>
          <p:cNvSpPr>
            <a:spLocks noEditPoints="1"/>
          </p:cNvSpPr>
          <p:nvPr/>
        </p:nvSpPr>
        <p:spPr bwMode="auto">
          <a:xfrm>
            <a:off x="1962151" y="965201"/>
            <a:ext cx="575733" cy="469900"/>
          </a:xfrm>
          <a:custGeom>
            <a:avLst/>
            <a:gdLst>
              <a:gd name="T0" fmla="*/ 320 w 353"/>
              <a:gd name="T1" fmla="*/ 169 h 289"/>
              <a:gd name="T2" fmla="*/ 353 w 353"/>
              <a:gd name="T3" fmla="*/ 97 h 289"/>
              <a:gd name="T4" fmla="*/ 257 w 353"/>
              <a:gd name="T5" fmla="*/ 0 h 289"/>
              <a:gd name="T6" fmla="*/ 162 w 353"/>
              <a:gd name="T7" fmla="*/ 82 h 289"/>
              <a:gd name="T8" fmla="*/ 145 w 353"/>
              <a:gd name="T9" fmla="*/ 81 h 289"/>
              <a:gd name="T10" fmla="*/ 50 w 353"/>
              <a:gd name="T11" fmla="*/ 163 h 289"/>
              <a:gd name="T12" fmla="*/ 0 w 353"/>
              <a:gd name="T13" fmla="*/ 225 h 289"/>
              <a:gd name="T14" fmla="*/ 64 w 353"/>
              <a:gd name="T15" fmla="*/ 289 h 289"/>
              <a:gd name="T16" fmla="*/ 289 w 353"/>
              <a:gd name="T17" fmla="*/ 289 h 289"/>
              <a:gd name="T18" fmla="*/ 353 w 353"/>
              <a:gd name="T19" fmla="*/ 225 h 289"/>
              <a:gd name="T20" fmla="*/ 320 w 353"/>
              <a:gd name="T21" fmla="*/ 169 h 289"/>
              <a:gd name="T22" fmla="*/ 257 w 353"/>
              <a:gd name="T23" fmla="*/ 16 h 289"/>
              <a:gd name="T24" fmla="*/ 337 w 353"/>
              <a:gd name="T25" fmla="*/ 97 h 289"/>
              <a:gd name="T26" fmla="*/ 305 w 353"/>
              <a:gd name="T27" fmla="*/ 161 h 289"/>
              <a:gd name="T28" fmla="*/ 257 w 353"/>
              <a:gd name="T29" fmla="*/ 113 h 289"/>
              <a:gd name="T30" fmla="*/ 225 w 353"/>
              <a:gd name="T31" fmla="*/ 125 h 289"/>
              <a:gd name="T32" fmla="*/ 178 w 353"/>
              <a:gd name="T33" fmla="*/ 87 h 289"/>
              <a:gd name="T34" fmla="*/ 257 w 353"/>
              <a:gd name="T35" fmla="*/ 16 h 289"/>
              <a:gd name="T36" fmla="*/ 289 w 353"/>
              <a:gd name="T37" fmla="*/ 273 h 289"/>
              <a:gd name="T38" fmla="*/ 64 w 353"/>
              <a:gd name="T39" fmla="*/ 273 h 289"/>
              <a:gd name="T40" fmla="*/ 16 w 353"/>
              <a:gd name="T41" fmla="*/ 225 h 289"/>
              <a:gd name="T42" fmla="*/ 53 w 353"/>
              <a:gd name="T43" fmla="*/ 178 h 289"/>
              <a:gd name="T44" fmla="*/ 65 w 353"/>
              <a:gd name="T45" fmla="*/ 165 h 289"/>
              <a:gd name="T46" fmla="*/ 145 w 353"/>
              <a:gd name="T47" fmla="*/ 97 h 289"/>
              <a:gd name="T48" fmla="*/ 204 w 353"/>
              <a:gd name="T49" fmla="*/ 125 h 289"/>
              <a:gd name="T50" fmla="*/ 223 w 353"/>
              <a:gd name="T51" fmla="*/ 141 h 289"/>
              <a:gd name="T52" fmla="*/ 225 w 353"/>
              <a:gd name="T53" fmla="*/ 141 h 289"/>
              <a:gd name="T54" fmla="*/ 236 w 353"/>
              <a:gd name="T55" fmla="*/ 137 h 289"/>
              <a:gd name="T56" fmla="*/ 257 w 353"/>
              <a:gd name="T57" fmla="*/ 129 h 289"/>
              <a:gd name="T58" fmla="*/ 289 w 353"/>
              <a:gd name="T59" fmla="*/ 161 h 289"/>
              <a:gd name="T60" fmla="*/ 289 w 353"/>
              <a:gd name="T61" fmla="*/ 162 h 289"/>
              <a:gd name="T62" fmla="*/ 301 w 353"/>
              <a:gd name="T63" fmla="*/ 179 h 289"/>
              <a:gd name="T64" fmla="*/ 337 w 353"/>
              <a:gd name="T65" fmla="*/ 225 h 289"/>
              <a:gd name="T66" fmla="*/ 289 w 353"/>
              <a:gd name="T67" fmla="*/ 273 h 2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353" h="289">
                <a:moveTo>
                  <a:pt x="320" y="169"/>
                </a:moveTo>
                <a:cubicBezTo>
                  <a:pt x="341" y="152"/>
                  <a:pt x="353" y="126"/>
                  <a:pt x="353" y="97"/>
                </a:cubicBezTo>
                <a:cubicBezTo>
                  <a:pt x="353" y="44"/>
                  <a:pt x="310" y="0"/>
                  <a:pt x="257" y="0"/>
                </a:cubicBezTo>
                <a:cubicBezTo>
                  <a:pt x="209" y="0"/>
                  <a:pt x="169" y="36"/>
                  <a:pt x="162" y="82"/>
                </a:cubicBezTo>
                <a:cubicBezTo>
                  <a:pt x="156" y="81"/>
                  <a:pt x="151" y="81"/>
                  <a:pt x="145" y="81"/>
                </a:cubicBezTo>
                <a:cubicBezTo>
                  <a:pt x="96" y="81"/>
                  <a:pt x="56" y="116"/>
                  <a:pt x="50" y="163"/>
                </a:cubicBezTo>
                <a:cubicBezTo>
                  <a:pt x="21" y="169"/>
                  <a:pt x="0" y="195"/>
                  <a:pt x="0" y="225"/>
                </a:cubicBezTo>
                <a:cubicBezTo>
                  <a:pt x="0" y="261"/>
                  <a:pt x="29" y="289"/>
                  <a:pt x="64" y="289"/>
                </a:cubicBezTo>
                <a:cubicBezTo>
                  <a:pt x="289" y="289"/>
                  <a:pt x="289" y="289"/>
                  <a:pt x="289" y="289"/>
                </a:cubicBezTo>
                <a:cubicBezTo>
                  <a:pt x="325" y="289"/>
                  <a:pt x="353" y="261"/>
                  <a:pt x="353" y="225"/>
                </a:cubicBezTo>
                <a:cubicBezTo>
                  <a:pt x="353" y="201"/>
                  <a:pt x="340" y="180"/>
                  <a:pt x="320" y="169"/>
                </a:cubicBezTo>
                <a:moveTo>
                  <a:pt x="257" y="16"/>
                </a:moveTo>
                <a:cubicBezTo>
                  <a:pt x="301" y="16"/>
                  <a:pt x="337" y="52"/>
                  <a:pt x="337" y="97"/>
                </a:cubicBezTo>
                <a:cubicBezTo>
                  <a:pt x="337" y="123"/>
                  <a:pt x="325" y="146"/>
                  <a:pt x="305" y="161"/>
                </a:cubicBezTo>
                <a:cubicBezTo>
                  <a:pt x="305" y="134"/>
                  <a:pt x="284" y="113"/>
                  <a:pt x="257" y="113"/>
                </a:cubicBezTo>
                <a:cubicBezTo>
                  <a:pt x="245" y="113"/>
                  <a:pt x="234" y="117"/>
                  <a:pt x="225" y="125"/>
                </a:cubicBezTo>
                <a:cubicBezTo>
                  <a:pt x="214" y="107"/>
                  <a:pt x="197" y="94"/>
                  <a:pt x="178" y="87"/>
                </a:cubicBezTo>
                <a:cubicBezTo>
                  <a:pt x="183" y="47"/>
                  <a:pt x="216" y="16"/>
                  <a:pt x="257" y="16"/>
                </a:cubicBezTo>
                <a:moveTo>
                  <a:pt x="289" y="273"/>
                </a:moveTo>
                <a:cubicBezTo>
                  <a:pt x="64" y="273"/>
                  <a:pt x="64" y="273"/>
                  <a:pt x="64" y="273"/>
                </a:cubicBezTo>
                <a:cubicBezTo>
                  <a:pt x="38" y="273"/>
                  <a:pt x="16" y="252"/>
                  <a:pt x="16" y="225"/>
                </a:cubicBezTo>
                <a:cubicBezTo>
                  <a:pt x="16" y="203"/>
                  <a:pt x="31" y="184"/>
                  <a:pt x="53" y="178"/>
                </a:cubicBezTo>
                <a:cubicBezTo>
                  <a:pt x="60" y="177"/>
                  <a:pt x="64" y="172"/>
                  <a:pt x="65" y="165"/>
                </a:cubicBezTo>
                <a:cubicBezTo>
                  <a:pt x="71" y="126"/>
                  <a:pt x="105" y="97"/>
                  <a:pt x="145" y="97"/>
                </a:cubicBezTo>
                <a:cubicBezTo>
                  <a:pt x="172" y="97"/>
                  <a:pt x="189" y="102"/>
                  <a:pt x="204" y="125"/>
                </a:cubicBezTo>
                <a:cubicBezTo>
                  <a:pt x="206" y="129"/>
                  <a:pt x="219" y="140"/>
                  <a:pt x="223" y="141"/>
                </a:cubicBezTo>
                <a:cubicBezTo>
                  <a:pt x="224" y="141"/>
                  <a:pt x="225" y="141"/>
                  <a:pt x="225" y="141"/>
                </a:cubicBezTo>
                <a:cubicBezTo>
                  <a:pt x="229" y="141"/>
                  <a:pt x="233" y="139"/>
                  <a:pt x="236" y="137"/>
                </a:cubicBezTo>
                <a:cubicBezTo>
                  <a:pt x="242" y="132"/>
                  <a:pt x="249" y="129"/>
                  <a:pt x="257" y="129"/>
                </a:cubicBezTo>
                <a:cubicBezTo>
                  <a:pt x="275" y="129"/>
                  <a:pt x="289" y="143"/>
                  <a:pt x="289" y="161"/>
                </a:cubicBezTo>
                <a:cubicBezTo>
                  <a:pt x="289" y="162"/>
                  <a:pt x="289" y="162"/>
                  <a:pt x="289" y="162"/>
                </a:cubicBezTo>
                <a:cubicBezTo>
                  <a:pt x="289" y="170"/>
                  <a:pt x="294" y="177"/>
                  <a:pt x="301" y="179"/>
                </a:cubicBezTo>
                <a:cubicBezTo>
                  <a:pt x="323" y="184"/>
                  <a:pt x="337" y="203"/>
                  <a:pt x="337" y="225"/>
                </a:cubicBezTo>
                <a:cubicBezTo>
                  <a:pt x="337" y="252"/>
                  <a:pt x="316" y="273"/>
                  <a:pt x="289" y="273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" name="Freeform 7"/>
          <p:cNvSpPr>
            <a:spLocks noEditPoints="1"/>
          </p:cNvSpPr>
          <p:nvPr/>
        </p:nvSpPr>
        <p:spPr bwMode="auto">
          <a:xfrm>
            <a:off x="3062818" y="939801"/>
            <a:ext cx="573617" cy="522817"/>
          </a:xfrm>
          <a:custGeom>
            <a:avLst/>
            <a:gdLst>
              <a:gd name="T0" fmla="*/ 305 w 353"/>
              <a:gd name="T1" fmla="*/ 83 h 321"/>
              <a:gd name="T2" fmla="*/ 305 w 353"/>
              <a:gd name="T3" fmla="*/ 81 h 321"/>
              <a:gd name="T4" fmla="*/ 256 w 353"/>
              <a:gd name="T5" fmla="*/ 32 h 321"/>
              <a:gd name="T6" fmla="*/ 225 w 353"/>
              <a:gd name="T7" fmla="*/ 44 h 321"/>
              <a:gd name="T8" fmla="*/ 144 w 353"/>
              <a:gd name="T9" fmla="*/ 0 h 321"/>
              <a:gd name="T10" fmla="*/ 49 w 353"/>
              <a:gd name="T11" fmla="*/ 82 h 321"/>
              <a:gd name="T12" fmla="*/ 0 w 353"/>
              <a:gd name="T13" fmla="*/ 145 h 321"/>
              <a:gd name="T14" fmla="*/ 64 w 353"/>
              <a:gd name="T15" fmla="*/ 209 h 321"/>
              <a:gd name="T16" fmla="*/ 289 w 353"/>
              <a:gd name="T17" fmla="*/ 209 h 321"/>
              <a:gd name="T18" fmla="*/ 353 w 353"/>
              <a:gd name="T19" fmla="*/ 145 h 321"/>
              <a:gd name="T20" fmla="*/ 305 w 353"/>
              <a:gd name="T21" fmla="*/ 83 h 321"/>
              <a:gd name="T22" fmla="*/ 289 w 353"/>
              <a:gd name="T23" fmla="*/ 193 h 321"/>
              <a:gd name="T24" fmla="*/ 64 w 353"/>
              <a:gd name="T25" fmla="*/ 193 h 321"/>
              <a:gd name="T26" fmla="*/ 16 w 353"/>
              <a:gd name="T27" fmla="*/ 145 h 321"/>
              <a:gd name="T28" fmla="*/ 53 w 353"/>
              <a:gd name="T29" fmla="*/ 98 h 321"/>
              <a:gd name="T30" fmla="*/ 65 w 353"/>
              <a:gd name="T31" fmla="*/ 85 h 321"/>
              <a:gd name="T32" fmla="*/ 144 w 353"/>
              <a:gd name="T33" fmla="*/ 16 h 321"/>
              <a:gd name="T34" fmla="*/ 203 w 353"/>
              <a:gd name="T35" fmla="*/ 45 h 321"/>
              <a:gd name="T36" fmla="*/ 223 w 353"/>
              <a:gd name="T37" fmla="*/ 60 h 321"/>
              <a:gd name="T38" fmla="*/ 225 w 353"/>
              <a:gd name="T39" fmla="*/ 60 h 321"/>
              <a:gd name="T40" fmla="*/ 235 w 353"/>
              <a:gd name="T41" fmla="*/ 56 h 321"/>
              <a:gd name="T42" fmla="*/ 256 w 353"/>
              <a:gd name="T43" fmla="*/ 48 h 321"/>
              <a:gd name="T44" fmla="*/ 289 w 353"/>
              <a:gd name="T45" fmla="*/ 81 h 321"/>
              <a:gd name="T46" fmla="*/ 288 w 353"/>
              <a:gd name="T47" fmla="*/ 82 h 321"/>
              <a:gd name="T48" fmla="*/ 301 w 353"/>
              <a:gd name="T49" fmla="*/ 98 h 321"/>
              <a:gd name="T50" fmla="*/ 337 w 353"/>
              <a:gd name="T51" fmla="*/ 145 h 321"/>
              <a:gd name="T52" fmla="*/ 289 w 353"/>
              <a:gd name="T53" fmla="*/ 193 h 321"/>
              <a:gd name="T54" fmla="*/ 160 w 353"/>
              <a:gd name="T55" fmla="*/ 257 h 321"/>
              <a:gd name="T56" fmla="*/ 176 w 353"/>
              <a:gd name="T57" fmla="*/ 273 h 321"/>
              <a:gd name="T58" fmla="*/ 192 w 353"/>
              <a:gd name="T59" fmla="*/ 257 h 321"/>
              <a:gd name="T60" fmla="*/ 176 w 353"/>
              <a:gd name="T61" fmla="*/ 225 h 321"/>
              <a:gd name="T62" fmla="*/ 160 w 353"/>
              <a:gd name="T63" fmla="*/ 257 h 321"/>
              <a:gd name="T64" fmla="*/ 80 w 353"/>
              <a:gd name="T65" fmla="*/ 305 h 321"/>
              <a:gd name="T66" fmla="*/ 96 w 353"/>
              <a:gd name="T67" fmla="*/ 321 h 321"/>
              <a:gd name="T68" fmla="*/ 112 w 353"/>
              <a:gd name="T69" fmla="*/ 305 h 321"/>
              <a:gd name="T70" fmla="*/ 96 w 353"/>
              <a:gd name="T71" fmla="*/ 273 h 321"/>
              <a:gd name="T72" fmla="*/ 80 w 353"/>
              <a:gd name="T73" fmla="*/ 305 h 321"/>
              <a:gd name="T74" fmla="*/ 240 w 353"/>
              <a:gd name="T75" fmla="*/ 289 h 321"/>
              <a:gd name="T76" fmla="*/ 256 w 353"/>
              <a:gd name="T77" fmla="*/ 305 h 321"/>
              <a:gd name="T78" fmla="*/ 273 w 353"/>
              <a:gd name="T79" fmla="*/ 289 h 321"/>
              <a:gd name="T80" fmla="*/ 256 w 353"/>
              <a:gd name="T81" fmla="*/ 257 h 321"/>
              <a:gd name="T82" fmla="*/ 240 w 353"/>
              <a:gd name="T83" fmla="*/ 289 h 3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353" h="321">
                <a:moveTo>
                  <a:pt x="305" y="83"/>
                </a:moveTo>
                <a:cubicBezTo>
                  <a:pt x="305" y="82"/>
                  <a:pt x="305" y="81"/>
                  <a:pt x="305" y="81"/>
                </a:cubicBezTo>
                <a:cubicBezTo>
                  <a:pt x="305" y="54"/>
                  <a:pt x="283" y="32"/>
                  <a:pt x="256" y="32"/>
                </a:cubicBezTo>
                <a:cubicBezTo>
                  <a:pt x="244" y="32"/>
                  <a:pt x="233" y="37"/>
                  <a:pt x="225" y="44"/>
                </a:cubicBezTo>
                <a:cubicBezTo>
                  <a:pt x="208" y="18"/>
                  <a:pt x="178" y="0"/>
                  <a:pt x="144" y="0"/>
                </a:cubicBezTo>
                <a:cubicBezTo>
                  <a:pt x="96" y="0"/>
                  <a:pt x="56" y="36"/>
                  <a:pt x="49" y="82"/>
                </a:cubicBezTo>
                <a:cubicBezTo>
                  <a:pt x="21" y="89"/>
                  <a:pt x="0" y="114"/>
                  <a:pt x="0" y="145"/>
                </a:cubicBezTo>
                <a:cubicBezTo>
                  <a:pt x="0" y="180"/>
                  <a:pt x="28" y="209"/>
                  <a:pt x="64" y="209"/>
                </a:cubicBezTo>
                <a:cubicBezTo>
                  <a:pt x="289" y="209"/>
                  <a:pt x="289" y="209"/>
                  <a:pt x="289" y="209"/>
                </a:cubicBezTo>
                <a:cubicBezTo>
                  <a:pt x="324" y="209"/>
                  <a:pt x="353" y="180"/>
                  <a:pt x="353" y="145"/>
                </a:cubicBezTo>
                <a:cubicBezTo>
                  <a:pt x="353" y="115"/>
                  <a:pt x="332" y="90"/>
                  <a:pt x="305" y="83"/>
                </a:cubicBezTo>
                <a:moveTo>
                  <a:pt x="289" y="193"/>
                </a:moveTo>
                <a:cubicBezTo>
                  <a:pt x="64" y="193"/>
                  <a:pt x="64" y="193"/>
                  <a:pt x="64" y="193"/>
                </a:cubicBezTo>
                <a:cubicBezTo>
                  <a:pt x="37" y="193"/>
                  <a:pt x="16" y="171"/>
                  <a:pt x="16" y="145"/>
                </a:cubicBezTo>
                <a:cubicBezTo>
                  <a:pt x="16" y="122"/>
                  <a:pt x="31" y="103"/>
                  <a:pt x="53" y="98"/>
                </a:cubicBezTo>
                <a:cubicBezTo>
                  <a:pt x="59" y="97"/>
                  <a:pt x="64" y="91"/>
                  <a:pt x="65" y="85"/>
                </a:cubicBezTo>
                <a:cubicBezTo>
                  <a:pt x="71" y="46"/>
                  <a:pt x="105" y="16"/>
                  <a:pt x="144" y="16"/>
                </a:cubicBezTo>
                <a:cubicBezTo>
                  <a:pt x="171" y="16"/>
                  <a:pt x="188" y="22"/>
                  <a:pt x="203" y="45"/>
                </a:cubicBezTo>
                <a:cubicBezTo>
                  <a:pt x="206" y="49"/>
                  <a:pt x="218" y="60"/>
                  <a:pt x="223" y="60"/>
                </a:cubicBezTo>
                <a:cubicBezTo>
                  <a:pt x="223" y="60"/>
                  <a:pt x="225" y="60"/>
                  <a:pt x="225" y="60"/>
                </a:cubicBezTo>
                <a:cubicBezTo>
                  <a:pt x="229" y="60"/>
                  <a:pt x="232" y="59"/>
                  <a:pt x="235" y="56"/>
                </a:cubicBezTo>
                <a:cubicBezTo>
                  <a:pt x="241" y="51"/>
                  <a:pt x="249" y="48"/>
                  <a:pt x="256" y="48"/>
                </a:cubicBezTo>
                <a:cubicBezTo>
                  <a:pt x="274" y="48"/>
                  <a:pt x="289" y="63"/>
                  <a:pt x="289" y="81"/>
                </a:cubicBezTo>
                <a:cubicBezTo>
                  <a:pt x="288" y="82"/>
                  <a:pt x="288" y="82"/>
                  <a:pt x="288" y="82"/>
                </a:cubicBezTo>
                <a:cubicBezTo>
                  <a:pt x="288" y="90"/>
                  <a:pt x="293" y="96"/>
                  <a:pt x="301" y="98"/>
                </a:cubicBezTo>
                <a:cubicBezTo>
                  <a:pt x="322" y="104"/>
                  <a:pt x="337" y="123"/>
                  <a:pt x="337" y="145"/>
                </a:cubicBezTo>
                <a:cubicBezTo>
                  <a:pt x="337" y="171"/>
                  <a:pt x="315" y="193"/>
                  <a:pt x="289" y="193"/>
                </a:cubicBezTo>
                <a:moveTo>
                  <a:pt x="160" y="257"/>
                </a:moveTo>
                <a:cubicBezTo>
                  <a:pt x="160" y="266"/>
                  <a:pt x="167" y="273"/>
                  <a:pt x="176" y="273"/>
                </a:cubicBezTo>
                <a:cubicBezTo>
                  <a:pt x="185" y="273"/>
                  <a:pt x="192" y="266"/>
                  <a:pt x="192" y="257"/>
                </a:cubicBezTo>
                <a:cubicBezTo>
                  <a:pt x="192" y="241"/>
                  <a:pt x="176" y="225"/>
                  <a:pt x="176" y="225"/>
                </a:cubicBezTo>
                <a:cubicBezTo>
                  <a:pt x="176" y="225"/>
                  <a:pt x="160" y="241"/>
                  <a:pt x="160" y="257"/>
                </a:cubicBezTo>
                <a:moveTo>
                  <a:pt x="80" y="305"/>
                </a:moveTo>
                <a:cubicBezTo>
                  <a:pt x="80" y="314"/>
                  <a:pt x="87" y="321"/>
                  <a:pt x="96" y="321"/>
                </a:cubicBezTo>
                <a:cubicBezTo>
                  <a:pt x="105" y="321"/>
                  <a:pt x="112" y="314"/>
                  <a:pt x="112" y="305"/>
                </a:cubicBezTo>
                <a:cubicBezTo>
                  <a:pt x="112" y="289"/>
                  <a:pt x="96" y="273"/>
                  <a:pt x="96" y="273"/>
                </a:cubicBezTo>
                <a:cubicBezTo>
                  <a:pt x="96" y="273"/>
                  <a:pt x="80" y="289"/>
                  <a:pt x="80" y="305"/>
                </a:cubicBezTo>
                <a:moveTo>
                  <a:pt x="240" y="289"/>
                </a:moveTo>
                <a:cubicBezTo>
                  <a:pt x="240" y="298"/>
                  <a:pt x="248" y="305"/>
                  <a:pt x="256" y="305"/>
                </a:cubicBezTo>
                <a:cubicBezTo>
                  <a:pt x="265" y="305"/>
                  <a:pt x="273" y="298"/>
                  <a:pt x="273" y="289"/>
                </a:cubicBezTo>
                <a:cubicBezTo>
                  <a:pt x="273" y="273"/>
                  <a:pt x="256" y="257"/>
                  <a:pt x="256" y="257"/>
                </a:cubicBezTo>
                <a:cubicBezTo>
                  <a:pt x="256" y="257"/>
                  <a:pt x="240" y="273"/>
                  <a:pt x="240" y="289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" name="Freeform 8"/>
          <p:cNvSpPr>
            <a:spLocks noEditPoints="1"/>
          </p:cNvSpPr>
          <p:nvPr/>
        </p:nvSpPr>
        <p:spPr bwMode="auto">
          <a:xfrm>
            <a:off x="4161369" y="965201"/>
            <a:ext cx="573617" cy="469900"/>
          </a:xfrm>
          <a:custGeom>
            <a:avLst/>
            <a:gdLst>
              <a:gd name="T0" fmla="*/ 160 w 353"/>
              <a:gd name="T1" fmla="*/ 233 h 289"/>
              <a:gd name="T2" fmla="*/ 152 w 353"/>
              <a:gd name="T3" fmla="*/ 225 h 289"/>
              <a:gd name="T4" fmla="*/ 147 w 353"/>
              <a:gd name="T5" fmla="*/ 228 h 289"/>
              <a:gd name="T6" fmla="*/ 99 w 353"/>
              <a:gd name="T7" fmla="*/ 276 h 289"/>
              <a:gd name="T8" fmla="*/ 96 w 353"/>
              <a:gd name="T9" fmla="*/ 281 h 289"/>
              <a:gd name="T10" fmla="*/ 104 w 353"/>
              <a:gd name="T11" fmla="*/ 289 h 289"/>
              <a:gd name="T12" fmla="*/ 110 w 353"/>
              <a:gd name="T13" fmla="*/ 287 h 289"/>
              <a:gd name="T14" fmla="*/ 158 w 353"/>
              <a:gd name="T15" fmla="*/ 239 h 289"/>
              <a:gd name="T16" fmla="*/ 160 w 353"/>
              <a:gd name="T17" fmla="*/ 233 h 289"/>
              <a:gd name="T18" fmla="*/ 112 w 353"/>
              <a:gd name="T19" fmla="*/ 233 h 289"/>
              <a:gd name="T20" fmla="*/ 104 w 353"/>
              <a:gd name="T21" fmla="*/ 225 h 289"/>
              <a:gd name="T22" fmla="*/ 99 w 353"/>
              <a:gd name="T23" fmla="*/ 228 h 289"/>
              <a:gd name="T24" fmla="*/ 50 w 353"/>
              <a:gd name="T25" fmla="*/ 276 h 289"/>
              <a:gd name="T26" fmla="*/ 48 w 353"/>
              <a:gd name="T27" fmla="*/ 281 h 289"/>
              <a:gd name="T28" fmla="*/ 56 w 353"/>
              <a:gd name="T29" fmla="*/ 289 h 289"/>
              <a:gd name="T30" fmla="*/ 62 w 353"/>
              <a:gd name="T31" fmla="*/ 287 h 289"/>
              <a:gd name="T32" fmla="*/ 110 w 353"/>
              <a:gd name="T33" fmla="*/ 239 h 289"/>
              <a:gd name="T34" fmla="*/ 112 w 353"/>
              <a:gd name="T35" fmla="*/ 233 h 289"/>
              <a:gd name="T36" fmla="*/ 209 w 353"/>
              <a:gd name="T37" fmla="*/ 233 h 289"/>
              <a:gd name="T38" fmla="*/ 201 w 353"/>
              <a:gd name="T39" fmla="*/ 225 h 289"/>
              <a:gd name="T40" fmla="*/ 195 w 353"/>
              <a:gd name="T41" fmla="*/ 228 h 289"/>
              <a:gd name="T42" fmla="*/ 147 w 353"/>
              <a:gd name="T43" fmla="*/ 276 h 289"/>
              <a:gd name="T44" fmla="*/ 144 w 353"/>
              <a:gd name="T45" fmla="*/ 281 h 289"/>
              <a:gd name="T46" fmla="*/ 152 w 353"/>
              <a:gd name="T47" fmla="*/ 289 h 289"/>
              <a:gd name="T48" fmla="*/ 158 w 353"/>
              <a:gd name="T49" fmla="*/ 287 h 289"/>
              <a:gd name="T50" fmla="*/ 206 w 353"/>
              <a:gd name="T51" fmla="*/ 239 h 289"/>
              <a:gd name="T52" fmla="*/ 209 w 353"/>
              <a:gd name="T53" fmla="*/ 233 h 289"/>
              <a:gd name="T54" fmla="*/ 249 w 353"/>
              <a:gd name="T55" fmla="*/ 225 h 289"/>
              <a:gd name="T56" fmla="*/ 243 w 353"/>
              <a:gd name="T57" fmla="*/ 228 h 289"/>
              <a:gd name="T58" fmla="*/ 195 w 353"/>
              <a:gd name="T59" fmla="*/ 276 h 289"/>
              <a:gd name="T60" fmla="*/ 193 w 353"/>
              <a:gd name="T61" fmla="*/ 281 h 289"/>
              <a:gd name="T62" fmla="*/ 201 w 353"/>
              <a:gd name="T63" fmla="*/ 289 h 289"/>
              <a:gd name="T64" fmla="*/ 206 w 353"/>
              <a:gd name="T65" fmla="*/ 287 h 289"/>
              <a:gd name="T66" fmla="*/ 254 w 353"/>
              <a:gd name="T67" fmla="*/ 239 h 289"/>
              <a:gd name="T68" fmla="*/ 257 w 353"/>
              <a:gd name="T69" fmla="*/ 233 h 289"/>
              <a:gd name="T70" fmla="*/ 249 w 353"/>
              <a:gd name="T71" fmla="*/ 225 h 289"/>
              <a:gd name="T72" fmla="*/ 305 w 353"/>
              <a:gd name="T73" fmla="*/ 83 h 289"/>
              <a:gd name="T74" fmla="*/ 305 w 353"/>
              <a:gd name="T75" fmla="*/ 81 h 289"/>
              <a:gd name="T76" fmla="*/ 257 w 353"/>
              <a:gd name="T77" fmla="*/ 32 h 289"/>
              <a:gd name="T78" fmla="*/ 225 w 353"/>
              <a:gd name="T79" fmla="*/ 44 h 289"/>
              <a:gd name="T80" fmla="*/ 144 w 353"/>
              <a:gd name="T81" fmla="*/ 0 h 289"/>
              <a:gd name="T82" fmla="*/ 49 w 353"/>
              <a:gd name="T83" fmla="*/ 82 h 289"/>
              <a:gd name="T84" fmla="*/ 0 w 353"/>
              <a:gd name="T85" fmla="*/ 145 h 289"/>
              <a:gd name="T86" fmla="*/ 64 w 353"/>
              <a:gd name="T87" fmla="*/ 209 h 289"/>
              <a:gd name="T88" fmla="*/ 289 w 353"/>
              <a:gd name="T89" fmla="*/ 209 h 289"/>
              <a:gd name="T90" fmla="*/ 353 w 353"/>
              <a:gd name="T91" fmla="*/ 145 h 289"/>
              <a:gd name="T92" fmla="*/ 305 w 353"/>
              <a:gd name="T93" fmla="*/ 83 h 289"/>
              <a:gd name="T94" fmla="*/ 289 w 353"/>
              <a:gd name="T95" fmla="*/ 193 h 289"/>
              <a:gd name="T96" fmla="*/ 64 w 353"/>
              <a:gd name="T97" fmla="*/ 193 h 289"/>
              <a:gd name="T98" fmla="*/ 16 w 353"/>
              <a:gd name="T99" fmla="*/ 145 h 289"/>
              <a:gd name="T100" fmla="*/ 53 w 353"/>
              <a:gd name="T101" fmla="*/ 98 h 289"/>
              <a:gd name="T102" fmla="*/ 65 w 353"/>
              <a:gd name="T103" fmla="*/ 85 h 289"/>
              <a:gd name="T104" fmla="*/ 144 w 353"/>
              <a:gd name="T105" fmla="*/ 16 h 289"/>
              <a:gd name="T106" fmla="*/ 204 w 353"/>
              <a:gd name="T107" fmla="*/ 45 h 289"/>
              <a:gd name="T108" fmla="*/ 223 w 353"/>
              <a:gd name="T109" fmla="*/ 60 h 289"/>
              <a:gd name="T110" fmla="*/ 225 w 353"/>
              <a:gd name="T111" fmla="*/ 60 h 289"/>
              <a:gd name="T112" fmla="*/ 236 w 353"/>
              <a:gd name="T113" fmla="*/ 57 h 289"/>
              <a:gd name="T114" fmla="*/ 257 w 353"/>
              <a:gd name="T115" fmla="*/ 49 h 289"/>
              <a:gd name="T116" fmla="*/ 289 w 353"/>
              <a:gd name="T117" fmla="*/ 81 h 289"/>
              <a:gd name="T118" fmla="*/ 289 w 353"/>
              <a:gd name="T119" fmla="*/ 82 h 289"/>
              <a:gd name="T120" fmla="*/ 301 w 353"/>
              <a:gd name="T121" fmla="*/ 98 h 289"/>
              <a:gd name="T122" fmla="*/ 337 w 353"/>
              <a:gd name="T123" fmla="*/ 145 h 289"/>
              <a:gd name="T124" fmla="*/ 289 w 353"/>
              <a:gd name="T125" fmla="*/ 193 h 2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53" h="289">
                <a:moveTo>
                  <a:pt x="160" y="233"/>
                </a:moveTo>
                <a:cubicBezTo>
                  <a:pt x="160" y="229"/>
                  <a:pt x="157" y="225"/>
                  <a:pt x="152" y="225"/>
                </a:cubicBezTo>
                <a:cubicBezTo>
                  <a:pt x="150" y="225"/>
                  <a:pt x="148" y="226"/>
                  <a:pt x="147" y="228"/>
                </a:cubicBezTo>
                <a:cubicBezTo>
                  <a:pt x="99" y="276"/>
                  <a:pt x="99" y="276"/>
                  <a:pt x="99" y="276"/>
                </a:cubicBezTo>
                <a:cubicBezTo>
                  <a:pt x="97" y="277"/>
                  <a:pt x="96" y="279"/>
                  <a:pt x="96" y="281"/>
                </a:cubicBezTo>
                <a:cubicBezTo>
                  <a:pt x="96" y="286"/>
                  <a:pt x="100" y="289"/>
                  <a:pt x="104" y="289"/>
                </a:cubicBezTo>
                <a:cubicBezTo>
                  <a:pt x="106" y="289"/>
                  <a:pt x="108" y="288"/>
                  <a:pt x="110" y="287"/>
                </a:cubicBezTo>
                <a:cubicBezTo>
                  <a:pt x="158" y="239"/>
                  <a:pt x="158" y="239"/>
                  <a:pt x="158" y="239"/>
                </a:cubicBezTo>
                <a:cubicBezTo>
                  <a:pt x="160" y="237"/>
                  <a:pt x="160" y="235"/>
                  <a:pt x="160" y="233"/>
                </a:cubicBezTo>
                <a:moveTo>
                  <a:pt x="112" y="233"/>
                </a:moveTo>
                <a:cubicBezTo>
                  <a:pt x="112" y="229"/>
                  <a:pt x="109" y="225"/>
                  <a:pt x="104" y="225"/>
                </a:cubicBezTo>
                <a:cubicBezTo>
                  <a:pt x="102" y="225"/>
                  <a:pt x="100" y="226"/>
                  <a:pt x="99" y="228"/>
                </a:cubicBezTo>
                <a:cubicBezTo>
                  <a:pt x="50" y="276"/>
                  <a:pt x="50" y="276"/>
                  <a:pt x="50" y="276"/>
                </a:cubicBezTo>
                <a:cubicBezTo>
                  <a:pt x="49" y="277"/>
                  <a:pt x="48" y="279"/>
                  <a:pt x="48" y="281"/>
                </a:cubicBezTo>
                <a:cubicBezTo>
                  <a:pt x="48" y="286"/>
                  <a:pt x="52" y="289"/>
                  <a:pt x="56" y="289"/>
                </a:cubicBezTo>
                <a:cubicBezTo>
                  <a:pt x="58" y="289"/>
                  <a:pt x="60" y="288"/>
                  <a:pt x="62" y="287"/>
                </a:cubicBezTo>
                <a:cubicBezTo>
                  <a:pt x="110" y="239"/>
                  <a:pt x="110" y="239"/>
                  <a:pt x="110" y="239"/>
                </a:cubicBezTo>
                <a:cubicBezTo>
                  <a:pt x="111" y="237"/>
                  <a:pt x="112" y="235"/>
                  <a:pt x="112" y="233"/>
                </a:cubicBezTo>
                <a:moveTo>
                  <a:pt x="209" y="233"/>
                </a:moveTo>
                <a:cubicBezTo>
                  <a:pt x="209" y="229"/>
                  <a:pt x="205" y="225"/>
                  <a:pt x="201" y="225"/>
                </a:cubicBezTo>
                <a:cubicBezTo>
                  <a:pt x="198" y="225"/>
                  <a:pt x="196" y="226"/>
                  <a:pt x="195" y="228"/>
                </a:cubicBezTo>
                <a:cubicBezTo>
                  <a:pt x="147" y="276"/>
                  <a:pt x="147" y="276"/>
                  <a:pt x="147" y="276"/>
                </a:cubicBezTo>
                <a:cubicBezTo>
                  <a:pt x="145" y="277"/>
                  <a:pt x="144" y="279"/>
                  <a:pt x="144" y="281"/>
                </a:cubicBezTo>
                <a:cubicBezTo>
                  <a:pt x="144" y="286"/>
                  <a:pt x="148" y="289"/>
                  <a:pt x="152" y="289"/>
                </a:cubicBezTo>
                <a:cubicBezTo>
                  <a:pt x="155" y="289"/>
                  <a:pt x="157" y="288"/>
                  <a:pt x="158" y="287"/>
                </a:cubicBezTo>
                <a:cubicBezTo>
                  <a:pt x="206" y="239"/>
                  <a:pt x="206" y="239"/>
                  <a:pt x="206" y="239"/>
                </a:cubicBezTo>
                <a:cubicBezTo>
                  <a:pt x="208" y="237"/>
                  <a:pt x="209" y="235"/>
                  <a:pt x="209" y="233"/>
                </a:cubicBezTo>
                <a:moveTo>
                  <a:pt x="249" y="225"/>
                </a:moveTo>
                <a:cubicBezTo>
                  <a:pt x="247" y="225"/>
                  <a:pt x="245" y="226"/>
                  <a:pt x="243" y="228"/>
                </a:cubicBezTo>
                <a:cubicBezTo>
                  <a:pt x="195" y="276"/>
                  <a:pt x="195" y="276"/>
                  <a:pt x="195" y="276"/>
                </a:cubicBezTo>
                <a:cubicBezTo>
                  <a:pt x="193" y="277"/>
                  <a:pt x="193" y="279"/>
                  <a:pt x="193" y="281"/>
                </a:cubicBezTo>
                <a:cubicBezTo>
                  <a:pt x="193" y="286"/>
                  <a:pt x="196" y="289"/>
                  <a:pt x="201" y="289"/>
                </a:cubicBezTo>
                <a:cubicBezTo>
                  <a:pt x="203" y="289"/>
                  <a:pt x="205" y="288"/>
                  <a:pt x="206" y="287"/>
                </a:cubicBezTo>
                <a:cubicBezTo>
                  <a:pt x="254" y="239"/>
                  <a:pt x="254" y="239"/>
                  <a:pt x="254" y="239"/>
                </a:cubicBezTo>
                <a:cubicBezTo>
                  <a:pt x="256" y="237"/>
                  <a:pt x="257" y="235"/>
                  <a:pt x="257" y="233"/>
                </a:cubicBezTo>
                <a:cubicBezTo>
                  <a:pt x="257" y="229"/>
                  <a:pt x="253" y="225"/>
                  <a:pt x="249" y="225"/>
                </a:cubicBezTo>
                <a:moveTo>
                  <a:pt x="305" y="83"/>
                </a:moveTo>
                <a:cubicBezTo>
                  <a:pt x="305" y="82"/>
                  <a:pt x="305" y="81"/>
                  <a:pt x="305" y="81"/>
                </a:cubicBezTo>
                <a:cubicBezTo>
                  <a:pt x="305" y="54"/>
                  <a:pt x="283" y="32"/>
                  <a:pt x="257" y="32"/>
                </a:cubicBezTo>
                <a:cubicBezTo>
                  <a:pt x="245" y="32"/>
                  <a:pt x="234" y="37"/>
                  <a:pt x="225" y="44"/>
                </a:cubicBezTo>
                <a:cubicBezTo>
                  <a:pt x="208" y="18"/>
                  <a:pt x="178" y="0"/>
                  <a:pt x="144" y="0"/>
                </a:cubicBezTo>
                <a:cubicBezTo>
                  <a:pt x="96" y="0"/>
                  <a:pt x="56" y="36"/>
                  <a:pt x="49" y="82"/>
                </a:cubicBezTo>
                <a:cubicBezTo>
                  <a:pt x="21" y="89"/>
                  <a:pt x="0" y="115"/>
                  <a:pt x="0" y="145"/>
                </a:cubicBezTo>
                <a:cubicBezTo>
                  <a:pt x="0" y="180"/>
                  <a:pt x="29" y="209"/>
                  <a:pt x="64" y="209"/>
                </a:cubicBezTo>
                <a:cubicBezTo>
                  <a:pt x="289" y="209"/>
                  <a:pt x="289" y="209"/>
                  <a:pt x="289" y="209"/>
                </a:cubicBezTo>
                <a:cubicBezTo>
                  <a:pt x="324" y="209"/>
                  <a:pt x="353" y="180"/>
                  <a:pt x="353" y="145"/>
                </a:cubicBezTo>
                <a:cubicBezTo>
                  <a:pt x="353" y="115"/>
                  <a:pt x="333" y="90"/>
                  <a:pt x="305" y="83"/>
                </a:cubicBezTo>
                <a:moveTo>
                  <a:pt x="289" y="193"/>
                </a:moveTo>
                <a:cubicBezTo>
                  <a:pt x="64" y="193"/>
                  <a:pt x="64" y="193"/>
                  <a:pt x="64" y="193"/>
                </a:cubicBezTo>
                <a:cubicBezTo>
                  <a:pt x="38" y="193"/>
                  <a:pt x="16" y="171"/>
                  <a:pt x="16" y="145"/>
                </a:cubicBezTo>
                <a:cubicBezTo>
                  <a:pt x="16" y="123"/>
                  <a:pt x="31" y="103"/>
                  <a:pt x="53" y="98"/>
                </a:cubicBezTo>
                <a:cubicBezTo>
                  <a:pt x="59" y="97"/>
                  <a:pt x="64" y="91"/>
                  <a:pt x="65" y="85"/>
                </a:cubicBezTo>
                <a:cubicBezTo>
                  <a:pt x="71" y="46"/>
                  <a:pt x="105" y="16"/>
                  <a:pt x="144" y="16"/>
                </a:cubicBezTo>
                <a:cubicBezTo>
                  <a:pt x="172" y="16"/>
                  <a:pt x="189" y="22"/>
                  <a:pt x="204" y="45"/>
                </a:cubicBezTo>
                <a:cubicBezTo>
                  <a:pt x="206" y="49"/>
                  <a:pt x="218" y="60"/>
                  <a:pt x="223" y="60"/>
                </a:cubicBezTo>
                <a:cubicBezTo>
                  <a:pt x="224" y="60"/>
                  <a:pt x="225" y="60"/>
                  <a:pt x="225" y="60"/>
                </a:cubicBezTo>
                <a:cubicBezTo>
                  <a:pt x="229" y="60"/>
                  <a:pt x="233" y="59"/>
                  <a:pt x="236" y="57"/>
                </a:cubicBezTo>
                <a:cubicBezTo>
                  <a:pt x="242" y="51"/>
                  <a:pt x="249" y="49"/>
                  <a:pt x="257" y="49"/>
                </a:cubicBezTo>
                <a:cubicBezTo>
                  <a:pt x="274" y="49"/>
                  <a:pt x="289" y="63"/>
                  <a:pt x="289" y="81"/>
                </a:cubicBezTo>
                <a:cubicBezTo>
                  <a:pt x="289" y="82"/>
                  <a:pt x="289" y="82"/>
                  <a:pt x="289" y="82"/>
                </a:cubicBezTo>
                <a:cubicBezTo>
                  <a:pt x="288" y="90"/>
                  <a:pt x="293" y="96"/>
                  <a:pt x="301" y="98"/>
                </a:cubicBezTo>
                <a:cubicBezTo>
                  <a:pt x="322" y="104"/>
                  <a:pt x="337" y="123"/>
                  <a:pt x="337" y="145"/>
                </a:cubicBezTo>
                <a:cubicBezTo>
                  <a:pt x="337" y="171"/>
                  <a:pt x="315" y="193"/>
                  <a:pt x="289" y="193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" name="Freeform 9"/>
          <p:cNvSpPr>
            <a:spLocks noEditPoints="1"/>
          </p:cNvSpPr>
          <p:nvPr/>
        </p:nvSpPr>
        <p:spPr bwMode="auto">
          <a:xfrm>
            <a:off x="5259918" y="939801"/>
            <a:ext cx="573617" cy="522817"/>
          </a:xfrm>
          <a:custGeom>
            <a:avLst/>
            <a:gdLst>
              <a:gd name="T0" fmla="*/ 145 w 353"/>
              <a:gd name="T1" fmla="*/ 265 h 321"/>
              <a:gd name="T2" fmla="*/ 153 w 353"/>
              <a:gd name="T3" fmla="*/ 321 h 321"/>
              <a:gd name="T4" fmla="*/ 161 w 353"/>
              <a:gd name="T5" fmla="*/ 265 h 321"/>
              <a:gd name="T6" fmla="*/ 201 w 353"/>
              <a:gd name="T7" fmla="*/ 241 h 321"/>
              <a:gd name="T8" fmla="*/ 193 w 353"/>
              <a:gd name="T9" fmla="*/ 297 h 321"/>
              <a:gd name="T10" fmla="*/ 209 w 353"/>
              <a:gd name="T11" fmla="*/ 297 h 321"/>
              <a:gd name="T12" fmla="*/ 201 w 353"/>
              <a:gd name="T13" fmla="*/ 241 h 321"/>
              <a:gd name="T14" fmla="*/ 48 w 353"/>
              <a:gd name="T15" fmla="*/ 233 h 321"/>
              <a:gd name="T16" fmla="*/ 56 w 353"/>
              <a:gd name="T17" fmla="*/ 289 h 321"/>
              <a:gd name="T18" fmla="*/ 64 w 353"/>
              <a:gd name="T19" fmla="*/ 233 h 321"/>
              <a:gd name="T20" fmla="*/ 105 w 353"/>
              <a:gd name="T21" fmla="*/ 241 h 321"/>
              <a:gd name="T22" fmla="*/ 97 w 353"/>
              <a:gd name="T23" fmla="*/ 281 h 321"/>
              <a:gd name="T24" fmla="*/ 113 w 353"/>
              <a:gd name="T25" fmla="*/ 281 h 321"/>
              <a:gd name="T26" fmla="*/ 105 w 353"/>
              <a:gd name="T27" fmla="*/ 241 h 321"/>
              <a:gd name="T28" fmla="*/ 305 w 353"/>
              <a:gd name="T29" fmla="*/ 81 h 321"/>
              <a:gd name="T30" fmla="*/ 225 w 353"/>
              <a:gd name="T31" fmla="*/ 44 h 321"/>
              <a:gd name="T32" fmla="*/ 50 w 353"/>
              <a:gd name="T33" fmla="*/ 82 h 321"/>
              <a:gd name="T34" fmla="*/ 64 w 353"/>
              <a:gd name="T35" fmla="*/ 209 h 321"/>
              <a:gd name="T36" fmla="*/ 353 w 353"/>
              <a:gd name="T37" fmla="*/ 145 h 321"/>
              <a:gd name="T38" fmla="*/ 289 w 353"/>
              <a:gd name="T39" fmla="*/ 193 h 321"/>
              <a:gd name="T40" fmla="*/ 16 w 353"/>
              <a:gd name="T41" fmla="*/ 145 h 321"/>
              <a:gd name="T42" fmla="*/ 65 w 353"/>
              <a:gd name="T43" fmla="*/ 85 h 321"/>
              <a:gd name="T44" fmla="*/ 204 w 353"/>
              <a:gd name="T45" fmla="*/ 45 h 321"/>
              <a:gd name="T46" fmla="*/ 225 w 353"/>
              <a:gd name="T47" fmla="*/ 60 h 321"/>
              <a:gd name="T48" fmla="*/ 257 w 353"/>
              <a:gd name="T49" fmla="*/ 48 h 321"/>
              <a:gd name="T50" fmla="*/ 289 w 353"/>
              <a:gd name="T51" fmla="*/ 82 h 321"/>
              <a:gd name="T52" fmla="*/ 337 w 353"/>
              <a:gd name="T53" fmla="*/ 145 h 321"/>
              <a:gd name="T54" fmla="*/ 249 w 353"/>
              <a:gd name="T55" fmla="*/ 225 h 321"/>
              <a:gd name="T56" fmla="*/ 241 w 353"/>
              <a:gd name="T57" fmla="*/ 281 h 321"/>
              <a:gd name="T58" fmla="*/ 257 w 353"/>
              <a:gd name="T59" fmla="*/ 281 h 321"/>
              <a:gd name="T60" fmla="*/ 249 w 353"/>
              <a:gd name="T61" fmla="*/ 225 h 321"/>
              <a:gd name="T62" fmla="*/ 289 w 353"/>
              <a:gd name="T63" fmla="*/ 233 h 321"/>
              <a:gd name="T64" fmla="*/ 297 w 353"/>
              <a:gd name="T65" fmla="*/ 273 h 321"/>
              <a:gd name="T66" fmla="*/ 305 w 353"/>
              <a:gd name="T67" fmla="*/ 233 h 3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353" h="321">
                <a:moveTo>
                  <a:pt x="153" y="257"/>
                </a:moveTo>
                <a:cubicBezTo>
                  <a:pt x="148" y="257"/>
                  <a:pt x="145" y="261"/>
                  <a:pt x="145" y="265"/>
                </a:cubicBezTo>
                <a:cubicBezTo>
                  <a:pt x="145" y="313"/>
                  <a:pt x="145" y="313"/>
                  <a:pt x="145" y="313"/>
                </a:cubicBezTo>
                <a:cubicBezTo>
                  <a:pt x="145" y="318"/>
                  <a:pt x="148" y="321"/>
                  <a:pt x="153" y="321"/>
                </a:cubicBezTo>
                <a:cubicBezTo>
                  <a:pt x="157" y="321"/>
                  <a:pt x="161" y="318"/>
                  <a:pt x="161" y="313"/>
                </a:cubicBezTo>
                <a:cubicBezTo>
                  <a:pt x="161" y="265"/>
                  <a:pt x="161" y="265"/>
                  <a:pt x="161" y="265"/>
                </a:cubicBezTo>
                <a:cubicBezTo>
                  <a:pt x="161" y="261"/>
                  <a:pt x="157" y="257"/>
                  <a:pt x="153" y="257"/>
                </a:cubicBezTo>
                <a:moveTo>
                  <a:pt x="201" y="241"/>
                </a:moveTo>
                <a:cubicBezTo>
                  <a:pt x="196" y="241"/>
                  <a:pt x="193" y="245"/>
                  <a:pt x="193" y="249"/>
                </a:cubicBezTo>
                <a:cubicBezTo>
                  <a:pt x="193" y="297"/>
                  <a:pt x="193" y="297"/>
                  <a:pt x="193" y="297"/>
                </a:cubicBezTo>
                <a:cubicBezTo>
                  <a:pt x="193" y="302"/>
                  <a:pt x="196" y="305"/>
                  <a:pt x="201" y="305"/>
                </a:cubicBezTo>
                <a:cubicBezTo>
                  <a:pt x="205" y="305"/>
                  <a:pt x="209" y="302"/>
                  <a:pt x="209" y="297"/>
                </a:cubicBezTo>
                <a:cubicBezTo>
                  <a:pt x="209" y="249"/>
                  <a:pt x="209" y="249"/>
                  <a:pt x="209" y="249"/>
                </a:cubicBezTo>
                <a:cubicBezTo>
                  <a:pt x="209" y="245"/>
                  <a:pt x="205" y="241"/>
                  <a:pt x="201" y="241"/>
                </a:cubicBezTo>
                <a:moveTo>
                  <a:pt x="56" y="225"/>
                </a:moveTo>
                <a:cubicBezTo>
                  <a:pt x="52" y="225"/>
                  <a:pt x="48" y="229"/>
                  <a:pt x="48" y="233"/>
                </a:cubicBezTo>
                <a:cubicBezTo>
                  <a:pt x="48" y="281"/>
                  <a:pt x="48" y="281"/>
                  <a:pt x="48" y="281"/>
                </a:cubicBezTo>
                <a:cubicBezTo>
                  <a:pt x="48" y="286"/>
                  <a:pt x="52" y="289"/>
                  <a:pt x="56" y="289"/>
                </a:cubicBezTo>
                <a:cubicBezTo>
                  <a:pt x="61" y="289"/>
                  <a:pt x="64" y="286"/>
                  <a:pt x="64" y="281"/>
                </a:cubicBezTo>
                <a:cubicBezTo>
                  <a:pt x="64" y="233"/>
                  <a:pt x="64" y="233"/>
                  <a:pt x="64" y="233"/>
                </a:cubicBezTo>
                <a:cubicBezTo>
                  <a:pt x="64" y="229"/>
                  <a:pt x="61" y="225"/>
                  <a:pt x="56" y="225"/>
                </a:cubicBezTo>
                <a:moveTo>
                  <a:pt x="105" y="241"/>
                </a:moveTo>
                <a:cubicBezTo>
                  <a:pt x="100" y="241"/>
                  <a:pt x="97" y="245"/>
                  <a:pt x="97" y="249"/>
                </a:cubicBezTo>
                <a:cubicBezTo>
                  <a:pt x="97" y="281"/>
                  <a:pt x="97" y="281"/>
                  <a:pt x="97" y="281"/>
                </a:cubicBezTo>
                <a:cubicBezTo>
                  <a:pt x="97" y="286"/>
                  <a:pt x="100" y="289"/>
                  <a:pt x="105" y="289"/>
                </a:cubicBezTo>
                <a:cubicBezTo>
                  <a:pt x="109" y="289"/>
                  <a:pt x="113" y="286"/>
                  <a:pt x="113" y="281"/>
                </a:cubicBezTo>
                <a:cubicBezTo>
                  <a:pt x="113" y="249"/>
                  <a:pt x="113" y="249"/>
                  <a:pt x="113" y="249"/>
                </a:cubicBezTo>
                <a:cubicBezTo>
                  <a:pt x="113" y="245"/>
                  <a:pt x="109" y="241"/>
                  <a:pt x="105" y="241"/>
                </a:cubicBezTo>
                <a:moveTo>
                  <a:pt x="305" y="83"/>
                </a:moveTo>
                <a:cubicBezTo>
                  <a:pt x="305" y="82"/>
                  <a:pt x="305" y="81"/>
                  <a:pt x="305" y="81"/>
                </a:cubicBezTo>
                <a:cubicBezTo>
                  <a:pt x="305" y="54"/>
                  <a:pt x="284" y="32"/>
                  <a:pt x="257" y="32"/>
                </a:cubicBezTo>
                <a:cubicBezTo>
                  <a:pt x="245" y="32"/>
                  <a:pt x="234" y="37"/>
                  <a:pt x="225" y="44"/>
                </a:cubicBezTo>
                <a:cubicBezTo>
                  <a:pt x="208" y="18"/>
                  <a:pt x="179" y="0"/>
                  <a:pt x="145" y="0"/>
                </a:cubicBezTo>
                <a:cubicBezTo>
                  <a:pt x="96" y="0"/>
                  <a:pt x="56" y="36"/>
                  <a:pt x="50" y="82"/>
                </a:cubicBezTo>
                <a:cubicBezTo>
                  <a:pt x="21" y="89"/>
                  <a:pt x="0" y="114"/>
                  <a:pt x="0" y="145"/>
                </a:cubicBezTo>
                <a:cubicBezTo>
                  <a:pt x="0" y="180"/>
                  <a:pt x="29" y="209"/>
                  <a:pt x="64" y="209"/>
                </a:cubicBezTo>
                <a:cubicBezTo>
                  <a:pt x="289" y="209"/>
                  <a:pt x="289" y="209"/>
                  <a:pt x="289" y="209"/>
                </a:cubicBezTo>
                <a:cubicBezTo>
                  <a:pt x="325" y="209"/>
                  <a:pt x="353" y="180"/>
                  <a:pt x="353" y="145"/>
                </a:cubicBezTo>
                <a:cubicBezTo>
                  <a:pt x="353" y="115"/>
                  <a:pt x="333" y="90"/>
                  <a:pt x="305" y="83"/>
                </a:cubicBezTo>
                <a:moveTo>
                  <a:pt x="289" y="193"/>
                </a:moveTo>
                <a:cubicBezTo>
                  <a:pt x="64" y="193"/>
                  <a:pt x="64" y="193"/>
                  <a:pt x="64" y="193"/>
                </a:cubicBezTo>
                <a:cubicBezTo>
                  <a:pt x="38" y="193"/>
                  <a:pt x="16" y="171"/>
                  <a:pt x="16" y="145"/>
                </a:cubicBezTo>
                <a:cubicBezTo>
                  <a:pt x="16" y="122"/>
                  <a:pt x="31" y="103"/>
                  <a:pt x="53" y="98"/>
                </a:cubicBezTo>
                <a:cubicBezTo>
                  <a:pt x="60" y="97"/>
                  <a:pt x="64" y="91"/>
                  <a:pt x="65" y="85"/>
                </a:cubicBezTo>
                <a:cubicBezTo>
                  <a:pt x="71" y="46"/>
                  <a:pt x="105" y="16"/>
                  <a:pt x="145" y="16"/>
                </a:cubicBezTo>
                <a:cubicBezTo>
                  <a:pt x="172" y="16"/>
                  <a:pt x="189" y="22"/>
                  <a:pt x="204" y="45"/>
                </a:cubicBezTo>
                <a:cubicBezTo>
                  <a:pt x="206" y="49"/>
                  <a:pt x="219" y="60"/>
                  <a:pt x="223" y="60"/>
                </a:cubicBezTo>
                <a:cubicBezTo>
                  <a:pt x="224" y="60"/>
                  <a:pt x="225" y="60"/>
                  <a:pt x="225" y="60"/>
                </a:cubicBezTo>
                <a:cubicBezTo>
                  <a:pt x="229" y="60"/>
                  <a:pt x="233" y="59"/>
                  <a:pt x="236" y="56"/>
                </a:cubicBezTo>
                <a:cubicBezTo>
                  <a:pt x="242" y="51"/>
                  <a:pt x="249" y="48"/>
                  <a:pt x="257" y="48"/>
                </a:cubicBezTo>
                <a:cubicBezTo>
                  <a:pt x="275" y="48"/>
                  <a:pt x="289" y="63"/>
                  <a:pt x="289" y="81"/>
                </a:cubicBezTo>
                <a:cubicBezTo>
                  <a:pt x="289" y="82"/>
                  <a:pt x="289" y="82"/>
                  <a:pt x="289" y="82"/>
                </a:cubicBezTo>
                <a:cubicBezTo>
                  <a:pt x="289" y="90"/>
                  <a:pt x="294" y="96"/>
                  <a:pt x="301" y="98"/>
                </a:cubicBezTo>
                <a:cubicBezTo>
                  <a:pt x="323" y="104"/>
                  <a:pt x="337" y="123"/>
                  <a:pt x="337" y="145"/>
                </a:cubicBezTo>
                <a:cubicBezTo>
                  <a:pt x="337" y="171"/>
                  <a:pt x="316" y="193"/>
                  <a:pt x="289" y="193"/>
                </a:cubicBezTo>
                <a:moveTo>
                  <a:pt x="249" y="225"/>
                </a:moveTo>
                <a:cubicBezTo>
                  <a:pt x="245" y="225"/>
                  <a:pt x="241" y="229"/>
                  <a:pt x="241" y="233"/>
                </a:cubicBezTo>
                <a:cubicBezTo>
                  <a:pt x="241" y="281"/>
                  <a:pt x="241" y="281"/>
                  <a:pt x="241" y="281"/>
                </a:cubicBezTo>
                <a:cubicBezTo>
                  <a:pt x="241" y="286"/>
                  <a:pt x="245" y="289"/>
                  <a:pt x="249" y="289"/>
                </a:cubicBezTo>
                <a:cubicBezTo>
                  <a:pt x="254" y="289"/>
                  <a:pt x="257" y="286"/>
                  <a:pt x="257" y="281"/>
                </a:cubicBezTo>
                <a:cubicBezTo>
                  <a:pt x="257" y="233"/>
                  <a:pt x="257" y="233"/>
                  <a:pt x="257" y="233"/>
                </a:cubicBezTo>
                <a:cubicBezTo>
                  <a:pt x="257" y="229"/>
                  <a:pt x="254" y="225"/>
                  <a:pt x="249" y="225"/>
                </a:cubicBezTo>
                <a:moveTo>
                  <a:pt x="297" y="225"/>
                </a:moveTo>
                <a:cubicBezTo>
                  <a:pt x="293" y="225"/>
                  <a:pt x="289" y="229"/>
                  <a:pt x="289" y="233"/>
                </a:cubicBezTo>
                <a:cubicBezTo>
                  <a:pt x="289" y="265"/>
                  <a:pt x="289" y="265"/>
                  <a:pt x="289" y="265"/>
                </a:cubicBezTo>
                <a:cubicBezTo>
                  <a:pt x="289" y="270"/>
                  <a:pt x="293" y="273"/>
                  <a:pt x="297" y="273"/>
                </a:cubicBezTo>
                <a:cubicBezTo>
                  <a:pt x="302" y="273"/>
                  <a:pt x="305" y="270"/>
                  <a:pt x="305" y="265"/>
                </a:cubicBezTo>
                <a:cubicBezTo>
                  <a:pt x="305" y="233"/>
                  <a:pt x="305" y="233"/>
                  <a:pt x="305" y="233"/>
                </a:cubicBezTo>
                <a:cubicBezTo>
                  <a:pt x="305" y="229"/>
                  <a:pt x="302" y="225"/>
                  <a:pt x="297" y="225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0" name="Freeform 10"/>
          <p:cNvSpPr>
            <a:spLocks noEditPoints="1"/>
          </p:cNvSpPr>
          <p:nvPr/>
        </p:nvSpPr>
        <p:spPr bwMode="auto">
          <a:xfrm>
            <a:off x="6358468" y="912284"/>
            <a:ext cx="575733" cy="575733"/>
          </a:xfrm>
          <a:custGeom>
            <a:avLst/>
            <a:gdLst>
              <a:gd name="T0" fmla="*/ 128 w 353"/>
              <a:gd name="T1" fmla="*/ 225 h 353"/>
              <a:gd name="T2" fmla="*/ 112 w 353"/>
              <a:gd name="T3" fmla="*/ 241 h 353"/>
              <a:gd name="T4" fmla="*/ 128 w 353"/>
              <a:gd name="T5" fmla="*/ 257 h 353"/>
              <a:gd name="T6" fmla="*/ 144 w 353"/>
              <a:gd name="T7" fmla="*/ 241 h 353"/>
              <a:gd name="T8" fmla="*/ 128 w 353"/>
              <a:gd name="T9" fmla="*/ 225 h 353"/>
              <a:gd name="T10" fmla="*/ 80 w 353"/>
              <a:gd name="T11" fmla="*/ 305 h 353"/>
              <a:gd name="T12" fmla="*/ 64 w 353"/>
              <a:gd name="T13" fmla="*/ 321 h 353"/>
              <a:gd name="T14" fmla="*/ 80 w 353"/>
              <a:gd name="T15" fmla="*/ 337 h 353"/>
              <a:gd name="T16" fmla="*/ 96 w 353"/>
              <a:gd name="T17" fmla="*/ 321 h 353"/>
              <a:gd name="T18" fmla="*/ 80 w 353"/>
              <a:gd name="T19" fmla="*/ 305 h 353"/>
              <a:gd name="T20" fmla="*/ 48 w 353"/>
              <a:gd name="T21" fmla="*/ 257 h 353"/>
              <a:gd name="T22" fmla="*/ 32 w 353"/>
              <a:gd name="T23" fmla="*/ 273 h 353"/>
              <a:gd name="T24" fmla="*/ 48 w 353"/>
              <a:gd name="T25" fmla="*/ 289 h 353"/>
              <a:gd name="T26" fmla="*/ 64 w 353"/>
              <a:gd name="T27" fmla="*/ 273 h 353"/>
              <a:gd name="T28" fmla="*/ 48 w 353"/>
              <a:gd name="T29" fmla="*/ 257 h 353"/>
              <a:gd name="T30" fmla="*/ 176 w 353"/>
              <a:gd name="T31" fmla="*/ 289 h 353"/>
              <a:gd name="T32" fmla="*/ 160 w 353"/>
              <a:gd name="T33" fmla="*/ 305 h 353"/>
              <a:gd name="T34" fmla="*/ 176 w 353"/>
              <a:gd name="T35" fmla="*/ 321 h 353"/>
              <a:gd name="T36" fmla="*/ 192 w 353"/>
              <a:gd name="T37" fmla="*/ 305 h 353"/>
              <a:gd name="T38" fmla="*/ 176 w 353"/>
              <a:gd name="T39" fmla="*/ 289 h 353"/>
              <a:gd name="T40" fmla="*/ 256 w 353"/>
              <a:gd name="T41" fmla="*/ 257 h 353"/>
              <a:gd name="T42" fmla="*/ 240 w 353"/>
              <a:gd name="T43" fmla="*/ 241 h 353"/>
              <a:gd name="T44" fmla="*/ 224 w 353"/>
              <a:gd name="T45" fmla="*/ 257 h 353"/>
              <a:gd name="T46" fmla="*/ 240 w 353"/>
              <a:gd name="T47" fmla="*/ 273 h 353"/>
              <a:gd name="T48" fmla="*/ 256 w 353"/>
              <a:gd name="T49" fmla="*/ 257 h 353"/>
              <a:gd name="T50" fmla="*/ 305 w 353"/>
              <a:gd name="T51" fmla="*/ 83 h 353"/>
              <a:gd name="T52" fmla="*/ 305 w 353"/>
              <a:gd name="T53" fmla="*/ 81 h 353"/>
              <a:gd name="T54" fmla="*/ 256 w 353"/>
              <a:gd name="T55" fmla="*/ 32 h 353"/>
              <a:gd name="T56" fmla="*/ 225 w 353"/>
              <a:gd name="T57" fmla="*/ 44 h 353"/>
              <a:gd name="T58" fmla="*/ 144 w 353"/>
              <a:gd name="T59" fmla="*/ 0 h 353"/>
              <a:gd name="T60" fmla="*/ 49 w 353"/>
              <a:gd name="T61" fmla="*/ 82 h 353"/>
              <a:gd name="T62" fmla="*/ 0 w 353"/>
              <a:gd name="T63" fmla="*/ 145 h 353"/>
              <a:gd name="T64" fmla="*/ 64 w 353"/>
              <a:gd name="T65" fmla="*/ 209 h 353"/>
              <a:gd name="T66" fmla="*/ 289 w 353"/>
              <a:gd name="T67" fmla="*/ 209 h 353"/>
              <a:gd name="T68" fmla="*/ 353 w 353"/>
              <a:gd name="T69" fmla="*/ 145 h 353"/>
              <a:gd name="T70" fmla="*/ 305 w 353"/>
              <a:gd name="T71" fmla="*/ 83 h 353"/>
              <a:gd name="T72" fmla="*/ 289 w 353"/>
              <a:gd name="T73" fmla="*/ 193 h 353"/>
              <a:gd name="T74" fmla="*/ 64 w 353"/>
              <a:gd name="T75" fmla="*/ 193 h 353"/>
              <a:gd name="T76" fmla="*/ 16 w 353"/>
              <a:gd name="T77" fmla="*/ 145 h 353"/>
              <a:gd name="T78" fmla="*/ 53 w 353"/>
              <a:gd name="T79" fmla="*/ 98 h 353"/>
              <a:gd name="T80" fmla="*/ 65 w 353"/>
              <a:gd name="T81" fmla="*/ 85 h 353"/>
              <a:gd name="T82" fmla="*/ 144 w 353"/>
              <a:gd name="T83" fmla="*/ 16 h 353"/>
              <a:gd name="T84" fmla="*/ 203 w 353"/>
              <a:gd name="T85" fmla="*/ 45 h 353"/>
              <a:gd name="T86" fmla="*/ 223 w 353"/>
              <a:gd name="T87" fmla="*/ 60 h 353"/>
              <a:gd name="T88" fmla="*/ 225 w 353"/>
              <a:gd name="T89" fmla="*/ 60 h 353"/>
              <a:gd name="T90" fmla="*/ 235 w 353"/>
              <a:gd name="T91" fmla="*/ 56 h 353"/>
              <a:gd name="T92" fmla="*/ 256 w 353"/>
              <a:gd name="T93" fmla="*/ 48 h 353"/>
              <a:gd name="T94" fmla="*/ 289 w 353"/>
              <a:gd name="T95" fmla="*/ 81 h 353"/>
              <a:gd name="T96" fmla="*/ 288 w 353"/>
              <a:gd name="T97" fmla="*/ 82 h 353"/>
              <a:gd name="T98" fmla="*/ 301 w 353"/>
              <a:gd name="T99" fmla="*/ 98 h 353"/>
              <a:gd name="T100" fmla="*/ 337 w 353"/>
              <a:gd name="T101" fmla="*/ 145 h 353"/>
              <a:gd name="T102" fmla="*/ 289 w 353"/>
              <a:gd name="T103" fmla="*/ 193 h 353"/>
              <a:gd name="T104" fmla="*/ 305 w 353"/>
              <a:gd name="T105" fmla="*/ 273 h 353"/>
              <a:gd name="T106" fmla="*/ 289 w 353"/>
              <a:gd name="T107" fmla="*/ 289 h 353"/>
              <a:gd name="T108" fmla="*/ 305 w 353"/>
              <a:gd name="T109" fmla="*/ 305 h 353"/>
              <a:gd name="T110" fmla="*/ 321 w 353"/>
              <a:gd name="T111" fmla="*/ 289 h 353"/>
              <a:gd name="T112" fmla="*/ 305 w 353"/>
              <a:gd name="T113" fmla="*/ 273 h 353"/>
              <a:gd name="T114" fmla="*/ 256 w 353"/>
              <a:gd name="T115" fmla="*/ 321 h 353"/>
              <a:gd name="T116" fmla="*/ 240 w 353"/>
              <a:gd name="T117" fmla="*/ 337 h 353"/>
              <a:gd name="T118" fmla="*/ 256 w 353"/>
              <a:gd name="T119" fmla="*/ 353 h 353"/>
              <a:gd name="T120" fmla="*/ 273 w 353"/>
              <a:gd name="T121" fmla="*/ 337 h 353"/>
              <a:gd name="T122" fmla="*/ 256 w 353"/>
              <a:gd name="T123" fmla="*/ 321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353" h="353">
                <a:moveTo>
                  <a:pt x="128" y="225"/>
                </a:moveTo>
                <a:cubicBezTo>
                  <a:pt x="119" y="225"/>
                  <a:pt x="112" y="232"/>
                  <a:pt x="112" y="241"/>
                </a:cubicBezTo>
                <a:cubicBezTo>
                  <a:pt x="112" y="250"/>
                  <a:pt x="119" y="257"/>
                  <a:pt x="128" y="257"/>
                </a:cubicBezTo>
                <a:cubicBezTo>
                  <a:pt x="137" y="257"/>
                  <a:pt x="144" y="250"/>
                  <a:pt x="144" y="241"/>
                </a:cubicBezTo>
                <a:cubicBezTo>
                  <a:pt x="144" y="232"/>
                  <a:pt x="137" y="225"/>
                  <a:pt x="128" y="225"/>
                </a:cubicBezTo>
                <a:moveTo>
                  <a:pt x="80" y="305"/>
                </a:moveTo>
                <a:cubicBezTo>
                  <a:pt x="71" y="305"/>
                  <a:pt x="64" y="313"/>
                  <a:pt x="64" y="321"/>
                </a:cubicBezTo>
                <a:cubicBezTo>
                  <a:pt x="64" y="330"/>
                  <a:pt x="71" y="337"/>
                  <a:pt x="80" y="337"/>
                </a:cubicBezTo>
                <a:cubicBezTo>
                  <a:pt x="89" y="337"/>
                  <a:pt x="96" y="330"/>
                  <a:pt x="96" y="321"/>
                </a:cubicBezTo>
                <a:cubicBezTo>
                  <a:pt x="96" y="313"/>
                  <a:pt x="89" y="305"/>
                  <a:pt x="80" y="305"/>
                </a:cubicBezTo>
                <a:moveTo>
                  <a:pt x="48" y="257"/>
                </a:moveTo>
                <a:cubicBezTo>
                  <a:pt x="39" y="257"/>
                  <a:pt x="32" y="264"/>
                  <a:pt x="32" y="273"/>
                </a:cubicBezTo>
                <a:cubicBezTo>
                  <a:pt x="32" y="282"/>
                  <a:pt x="39" y="289"/>
                  <a:pt x="48" y="289"/>
                </a:cubicBezTo>
                <a:cubicBezTo>
                  <a:pt x="57" y="289"/>
                  <a:pt x="64" y="282"/>
                  <a:pt x="64" y="273"/>
                </a:cubicBezTo>
                <a:cubicBezTo>
                  <a:pt x="64" y="264"/>
                  <a:pt x="57" y="257"/>
                  <a:pt x="48" y="257"/>
                </a:cubicBezTo>
                <a:moveTo>
                  <a:pt x="176" y="289"/>
                </a:moveTo>
                <a:cubicBezTo>
                  <a:pt x="167" y="289"/>
                  <a:pt x="160" y="296"/>
                  <a:pt x="160" y="305"/>
                </a:cubicBezTo>
                <a:cubicBezTo>
                  <a:pt x="160" y="314"/>
                  <a:pt x="167" y="321"/>
                  <a:pt x="176" y="321"/>
                </a:cubicBezTo>
                <a:cubicBezTo>
                  <a:pt x="185" y="321"/>
                  <a:pt x="192" y="314"/>
                  <a:pt x="192" y="305"/>
                </a:cubicBezTo>
                <a:cubicBezTo>
                  <a:pt x="192" y="296"/>
                  <a:pt x="185" y="289"/>
                  <a:pt x="176" y="289"/>
                </a:cubicBezTo>
                <a:moveTo>
                  <a:pt x="256" y="257"/>
                </a:moveTo>
                <a:cubicBezTo>
                  <a:pt x="256" y="248"/>
                  <a:pt x="249" y="241"/>
                  <a:pt x="240" y="241"/>
                </a:cubicBezTo>
                <a:cubicBezTo>
                  <a:pt x="232" y="241"/>
                  <a:pt x="224" y="248"/>
                  <a:pt x="224" y="257"/>
                </a:cubicBezTo>
                <a:cubicBezTo>
                  <a:pt x="224" y="266"/>
                  <a:pt x="232" y="273"/>
                  <a:pt x="240" y="273"/>
                </a:cubicBezTo>
                <a:cubicBezTo>
                  <a:pt x="249" y="273"/>
                  <a:pt x="256" y="266"/>
                  <a:pt x="256" y="257"/>
                </a:cubicBezTo>
                <a:moveTo>
                  <a:pt x="305" y="83"/>
                </a:moveTo>
                <a:cubicBezTo>
                  <a:pt x="305" y="82"/>
                  <a:pt x="305" y="81"/>
                  <a:pt x="305" y="81"/>
                </a:cubicBezTo>
                <a:cubicBezTo>
                  <a:pt x="305" y="54"/>
                  <a:pt x="283" y="32"/>
                  <a:pt x="256" y="32"/>
                </a:cubicBezTo>
                <a:cubicBezTo>
                  <a:pt x="244" y="32"/>
                  <a:pt x="233" y="37"/>
                  <a:pt x="225" y="44"/>
                </a:cubicBezTo>
                <a:cubicBezTo>
                  <a:pt x="208" y="18"/>
                  <a:pt x="178" y="0"/>
                  <a:pt x="144" y="0"/>
                </a:cubicBezTo>
                <a:cubicBezTo>
                  <a:pt x="96" y="0"/>
                  <a:pt x="56" y="36"/>
                  <a:pt x="49" y="82"/>
                </a:cubicBezTo>
                <a:cubicBezTo>
                  <a:pt x="21" y="89"/>
                  <a:pt x="0" y="114"/>
                  <a:pt x="0" y="145"/>
                </a:cubicBezTo>
                <a:cubicBezTo>
                  <a:pt x="0" y="180"/>
                  <a:pt x="28" y="209"/>
                  <a:pt x="64" y="209"/>
                </a:cubicBezTo>
                <a:cubicBezTo>
                  <a:pt x="289" y="209"/>
                  <a:pt x="289" y="209"/>
                  <a:pt x="289" y="209"/>
                </a:cubicBezTo>
                <a:cubicBezTo>
                  <a:pt x="324" y="209"/>
                  <a:pt x="353" y="180"/>
                  <a:pt x="353" y="145"/>
                </a:cubicBezTo>
                <a:cubicBezTo>
                  <a:pt x="353" y="115"/>
                  <a:pt x="332" y="90"/>
                  <a:pt x="305" y="83"/>
                </a:cubicBezTo>
                <a:moveTo>
                  <a:pt x="289" y="193"/>
                </a:moveTo>
                <a:cubicBezTo>
                  <a:pt x="64" y="193"/>
                  <a:pt x="64" y="193"/>
                  <a:pt x="64" y="193"/>
                </a:cubicBezTo>
                <a:cubicBezTo>
                  <a:pt x="37" y="193"/>
                  <a:pt x="16" y="171"/>
                  <a:pt x="16" y="145"/>
                </a:cubicBezTo>
                <a:cubicBezTo>
                  <a:pt x="16" y="122"/>
                  <a:pt x="31" y="103"/>
                  <a:pt x="53" y="98"/>
                </a:cubicBezTo>
                <a:cubicBezTo>
                  <a:pt x="59" y="96"/>
                  <a:pt x="64" y="91"/>
                  <a:pt x="65" y="85"/>
                </a:cubicBezTo>
                <a:cubicBezTo>
                  <a:pt x="71" y="46"/>
                  <a:pt x="105" y="16"/>
                  <a:pt x="144" y="16"/>
                </a:cubicBezTo>
                <a:cubicBezTo>
                  <a:pt x="171" y="16"/>
                  <a:pt x="188" y="22"/>
                  <a:pt x="203" y="45"/>
                </a:cubicBezTo>
                <a:cubicBezTo>
                  <a:pt x="206" y="49"/>
                  <a:pt x="218" y="60"/>
                  <a:pt x="223" y="60"/>
                </a:cubicBezTo>
                <a:cubicBezTo>
                  <a:pt x="223" y="60"/>
                  <a:pt x="225" y="60"/>
                  <a:pt x="225" y="60"/>
                </a:cubicBezTo>
                <a:cubicBezTo>
                  <a:pt x="229" y="60"/>
                  <a:pt x="232" y="59"/>
                  <a:pt x="235" y="56"/>
                </a:cubicBezTo>
                <a:cubicBezTo>
                  <a:pt x="241" y="51"/>
                  <a:pt x="249" y="48"/>
                  <a:pt x="256" y="48"/>
                </a:cubicBezTo>
                <a:cubicBezTo>
                  <a:pt x="274" y="48"/>
                  <a:pt x="289" y="63"/>
                  <a:pt x="289" y="81"/>
                </a:cubicBezTo>
                <a:cubicBezTo>
                  <a:pt x="288" y="82"/>
                  <a:pt x="288" y="82"/>
                  <a:pt x="288" y="82"/>
                </a:cubicBezTo>
                <a:cubicBezTo>
                  <a:pt x="288" y="89"/>
                  <a:pt x="293" y="96"/>
                  <a:pt x="301" y="98"/>
                </a:cubicBezTo>
                <a:cubicBezTo>
                  <a:pt x="322" y="104"/>
                  <a:pt x="337" y="123"/>
                  <a:pt x="337" y="145"/>
                </a:cubicBezTo>
                <a:cubicBezTo>
                  <a:pt x="337" y="171"/>
                  <a:pt x="315" y="193"/>
                  <a:pt x="289" y="193"/>
                </a:cubicBezTo>
                <a:moveTo>
                  <a:pt x="305" y="273"/>
                </a:moveTo>
                <a:cubicBezTo>
                  <a:pt x="296" y="273"/>
                  <a:pt x="289" y="280"/>
                  <a:pt x="289" y="289"/>
                </a:cubicBezTo>
                <a:cubicBezTo>
                  <a:pt x="289" y="298"/>
                  <a:pt x="296" y="305"/>
                  <a:pt x="305" y="305"/>
                </a:cubicBezTo>
                <a:cubicBezTo>
                  <a:pt x="313" y="305"/>
                  <a:pt x="321" y="298"/>
                  <a:pt x="321" y="289"/>
                </a:cubicBezTo>
                <a:cubicBezTo>
                  <a:pt x="321" y="280"/>
                  <a:pt x="313" y="273"/>
                  <a:pt x="305" y="273"/>
                </a:cubicBezTo>
                <a:moveTo>
                  <a:pt x="256" y="321"/>
                </a:moveTo>
                <a:cubicBezTo>
                  <a:pt x="248" y="321"/>
                  <a:pt x="240" y="329"/>
                  <a:pt x="240" y="337"/>
                </a:cubicBezTo>
                <a:cubicBezTo>
                  <a:pt x="240" y="346"/>
                  <a:pt x="248" y="353"/>
                  <a:pt x="256" y="353"/>
                </a:cubicBezTo>
                <a:cubicBezTo>
                  <a:pt x="265" y="353"/>
                  <a:pt x="273" y="346"/>
                  <a:pt x="273" y="337"/>
                </a:cubicBezTo>
                <a:cubicBezTo>
                  <a:pt x="273" y="329"/>
                  <a:pt x="265" y="321"/>
                  <a:pt x="256" y="321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1" name="Freeform 11"/>
          <p:cNvSpPr>
            <a:spLocks noEditPoints="1"/>
          </p:cNvSpPr>
          <p:nvPr/>
        </p:nvSpPr>
        <p:spPr bwMode="auto">
          <a:xfrm>
            <a:off x="7457018" y="912284"/>
            <a:ext cx="575733" cy="575733"/>
          </a:xfrm>
          <a:custGeom>
            <a:avLst/>
            <a:gdLst>
              <a:gd name="T0" fmla="*/ 193 w 353"/>
              <a:gd name="T1" fmla="*/ 249 h 353"/>
              <a:gd name="T2" fmla="*/ 185 w 353"/>
              <a:gd name="T3" fmla="*/ 241 h 353"/>
              <a:gd name="T4" fmla="*/ 179 w 353"/>
              <a:gd name="T5" fmla="*/ 243 h 353"/>
              <a:gd name="T6" fmla="*/ 131 w 353"/>
              <a:gd name="T7" fmla="*/ 292 h 353"/>
              <a:gd name="T8" fmla="*/ 128 w 353"/>
              <a:gd name="T9" fmla="*/ 297 h 353"/>
              <a:gd name="T10" fmla="*/ 136 w 353"/>
              <a:gd name="T11" fmla="*/ 305 h 353"/>
              <a:gd name="T12" fmla="*/ 165 w 353"/>
              <a:gd name="T13" fmla="*/ 305 h 353"/>
              <a:gd name="T14" fmla="*/ 131 w 353"/>
              <a:gd name="T15" fmla="*/ 340 h 353"/>
              <a:gd name="T16" fmla="*/ 128 w 353"/>
              <a:gd name="T17" fmla="*/ 345 h 353"/>
              <a:gd name="T18" fmla="*/ 136 w 353"/>
              <a:gd name="T19" fmla="*/ 353 h 353"/>
              <a:gd name="T20" fmla="*/ 142 w 353"/>
              <a:gd name="T21" fmla="*/ 351 h 353"/>
              <a:gd name="T22" fmla="*/ 190 w 353"/>
              <a:gd name="T23" fmla="*/ 303 h 353"/>
              <a:gd name="T24" fmla="*/ 193 w 353"/>
              <a:gd name="T25" fmla="*/ 297 h 353"/>
              <a:gd name="T26" fmla="*/ 185 w 353"/>
              <a:gd name="T27" fmla="*/ 289 h 353"/>
              <a:gd name="T28" fmla="*/ 185 w 353"/>
              <a:gd name="T29" fmla="*/ 289 h 353"/>
              <a:gd name="T30" fmla="*/ 156 w 353"/>
              <a:gd name="T31" fmla="*/ 289 h 353"/>
              <a:gd name="T32" fmla="*/ 190 w 353"/>
              <a:gd name="T33" fmla="*/ 255 h 353"/>
              <a:gd name="T34" fmla="*/ 193 w 353"/>
              <a:gd name="T35" fmla="*/ 249 h 353"/>
              <a:gd name="T36" fmla="*/ 104 w 353"/>
              <a:gd name="T37" fmla="*/ 257 h 353"/>
              <a:gd name="T38" fmla="*/ 99 w 353"/>
              <a:gd name="T39" fmla="*/ 260 h 353"/>
              <a:gd name="T40" fmla="*/ 50 w 353"/>
              <a:gd name="T41" fmla="*/ 308 h 353"/>
              <a:gd name="T42" fmla="*/ 48 w 353"/>
              <a:gd name="T43" fmla="*/ 313 h 353"/>
              <a:gd name="T44" fmla="*/ 56 w 353"/>
              <a:gd name="T45" fmla="*/ 321 h 353"/>
              <a:gd name="T46" fmla="*/ 62 w 353"/>
              <a:gd name="T47" fmla="*/ 319 h 353"/>
              <a:gd name="T48" fmla="*/ 110 w 353"/>
              <a:gd name="T49" fmla="*/ 271 h 353"/>
              <a:gd name="T50" fmla="*/ 112 w 353"/>
              <a:gd name="T51" fmla="*/ 265 h 353"/>
              <a:gd name="T52" fmla="*/ 104 w 353"/>
              <a:gd name="T53" fmla="*/ 257 h 353"/>
              <a:gd name="T54" fmla="*/ 305 w 353"/>
              <a:gd name="T55" fmla="*/ 83 h 353"/>
              <a:gd name="T56" fmla="*/ 305 w 353"/>
              <a:gd name="T57" fmla="*/ 81 h 353"/>
              <a:gd name="T58" fmla="*/ 257 w 353"/>
              <a:gd name="T59" fmla="*/ 32 h 353"/>
              <a:gd name="T60" fmla="*/ 225 w 353"/>
              <a:gd name="T61" fmla="*/ 44 h 353"/>
              <a:gd name="T62" fmla="*/ 144 w 353"/>
              <a:gd name="T63" fmla="*/ 0 h 353"/>
              <a:gd name="T64" fmla="*/ 49 w 353"/>
              <a:gd name="T65" fmla="*/ 82 h 353"/>
              <a:gd name="T66" fmla="*/ 0 w 353"/>
              <a:gd name="T67" fmla="*/ 145 h 353"/>
              <a:gd name="T68" fmla="*/ 64 w 353"/>
              <a:gd name="T69" fmla="*/ 209 h 353"/>
              <a:gd name="T70" fmla="*/ 289 w 353"/>
              <a:gd name="T71" fmla="*/ 209 h 353"/>
              <a:gd name="T72" fmla="*/ 353 w 353"/>
              <a:gd name="T73" fmla="*/ 145 h 353"/>
              <a:gd name="T74" fmla="*/ 305 w 353"/>
              <a:gd name="T75" fmla="*/ 83 h 353"/>
              <a:gd name="T76" fmla="*/ 289 w 353"/>
              <a:gd name="T77" fmla="*/ 193 h 353"/>
              <a:gd name="T78" fmla="*/ 64 w 353"/>
              <a:gd name="T79" fmla="*/ 193 h 353"/>
              <a:gd name="T80" fmla="*/ 16 w 353"/>
              <a:gd name="T81" fmla="*/ 145 h 353"/>
              <a:gd name="T82" fmla="*/ 53 w 353"/>
              <a:gd name="T83" fmla="*/ 98 h 353"/>
              <a:gd name="T84" fmla="*/ 65 w 353"/>
              <a:gd name="T85" fmla="*/ 85 h 353"/>
              <a:gd name="T86" fmla="*/ 144 w 353"/>
              <a:gd name="T87" fmla="*/ 16 h 353"/>
              <a:gd name="T88" fmla="*/ 204 w 353"/>
              <a:gd name="T89" fmla="*/ 45 h 353"/>
              <a:gd name="T90" fmla="*/ 223 w 353"/>
              <a:gd name="T91" fmla="*/ 60 h 353"/>
              <a:gd name="T92" fmla="*/ 225 w 353"/>
              <a:gd name="T93" fmla="*/ 60 h 353"/>
              <a:gd name="T94" fmla="*/ 236 w 353"/>
              <a:gd name="T95" fmla="*/ 56 h 353"/>
              <a:gd name="T96" fmla="*/ 257 w 353"/>
              <a:gd name="T97" fmla="*/ 48 h 353"/>
              <a:gd name="T98" fmla="*/ 289 w 353"/>
              <a:gd name="T99" fmla="*/ 81 h 353"/>
              <a:gd name="T100" fmla="*/ 289 w 353"/>
              <a:gd name="T101" fmla="*/ 82 h 353"/>
              <a:gd name="T102" fmla="*/ 301 w 353"/>
              <a:gd name="T103" fmla="*/ 98 h 353"/>
              <a:gd name="T104" fmla="*/ 337 w 353"/>
              <a:gd name="T105" fmla="*/ 145 h 353"/>
              <a:gd name="T106" fmla="*/ 289 w 353"/>
              <a:gd name="T107" fmla="*/ 193 h 353"/>
              <a:gd name="T108" fmla="*/ 273 w 353"/>
              <a:gd name="T109" fmla="*/ 257 h 353"/>
              <a:gd name="T110" fmla="*/ 267 w 353"/>
              <a:gd name="T111" fmla="*/ 260 h 353"/>
              <a:gd name="T112" fmla="*/ 219 w 353"/>
              <a:gd name="T113" fmla="*/ 308 h 353"/>
              <a:gd name="T114" fmla="*/ 217 w 353"/>
              <a:gd name="T115" fmla="*/ 313 h 353"/>
              <a:gd name="T116" fmla="*/ 225 w 353"/>
              <a:gd name="T117" fmla="*/ 321 h 353"/>
              <a:gd name="T118" fmla="*/ 230 w 353"/>
              <a:gd name="T119" fmla="*/ 319 h 353"/>
              <a:gd name="T120" fmla="*/ 279 w 353"/>
              <a:gd name="T121" fmla="*/ 271 h 353"/>
              <a:gd name="T122" fmla="*/ 281 w 353"/>
              <a:gd name="T123" fmla="*/ 265 h 353"/>
              <a:gd name="T124" fmla="*/ 273 w 353"/>
              <a:gd name="T125" fmla="*/ 257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53" h="353">
                <a:moveTo>
                  <a:pt x="193" y="249"/>
                </a:moveTo>
                <a:cubicBezTo>
                  <a:pt x="193" y="245"/>
                  <a:pt x="189" y="241"/>
                  <a:pt x="185" y="241"/>
                </a:cubicBezTo>
                <a:cubicBezTo>
                  <a:pt x="182" y="241"/>
                  <a:pt x="180" y="242"/>
                  <a:pt x="179" y="243"/>
                </a:cubicBezTo>
                <a:cubicBezTo>
                  <a:pt x="131" y="292"/>
                  <a:pt x="131" y="292"/>
                  <a:pt x="131" y="292"/>
                </a:cubicBezTo>
                <a:cubicBezTo>
                  <a:pt x="129" y="293"/>
                  <a:pt x="128" y="295"/>
                  <a:pt x="128" y="297"/>
                </a:cubicBezTo>
                <a:cubicBezTo>
                  <a:pt x="128" y="302"/>
                  <a:pt x="132" y="305"/>
                  <a:pt x="136" y="305"/>
                </a:cubicBezTo>
                <a:cubicBezTo>
                  <a:pt x="165" y="305"/>
                  <a:pt x="165" y="305"/>
                  <a:pt x="165" y="305"/>
                </a:cubicBezTo>
                <a:cubicBezTo>
                  <a:pt x="131" y="340"/>
                  <a:pt x="131" y="340"/>
                  <a:pt x="131" y="340"/>
                </a:cubicBezTo>
                <a:cubicBezTo>
                  <a:pt x="129" y="341"/>
                  <a:pt x="128" y="343"/>
                  <a:pt x="128" y="345"/>
                </a:cubicBezTo>
                <a:cubicBezTo>
                  <a:pt x="128" y="350"/>
                  <a:pt x="132" y="353"/>
                  <a:pt x="136" y="353"/>
                </a:cubicBezTo>
                <a:cubicBezTo>
                  <a:pt x="139" y="353"/>
                  <a:pt x="141" y="353"/>
                  <a:pt x="142" y="351"/>
                </a:cubicBezTo>
                <a:cubicBezTo>
                  <a:pt x="190" y="303"/>
                  <a:pt x="190" y="303"/>
                  <a:pt x="190" y="303"/>
                </a:cubicBezTo>
                <a:cubicBezTo>
                  <a:pt x="192" y="302"/>
                  <a:pt x="193" y="300"/>
                  <a:pt x="193" y="297"/>
                </a:cubicBezTo>
                <a:cubicBezTo>
                  <a:pt x="193" y="293"/>
                  <a:pt x="189" y="289"/>
                  <a:pt x="185" y="289"/>
                </a:cubicBezTo>
                <a:cubicBezTo>
                  <a:pt x="185" y="289"/>
                  <a:pt x="185" y="289"/>
                  <a:pt x="185" y="289"/>
                </a:cubicBezTo>
                <a:cubicBezTo>
                  <a:pt x="156" y="289"/>
                  <a:pt x="156" y="289"/>
                  <a:pt x="156" y="289"/>
                </a:cubicBezTo>
                <a:cubicBezTo>
                  <a:pt x="190" y="255"/>
                  <a:pt x="190" y="255"/>
                  <a:pt x="190" y="255"/>
                </a:cubicBezTo>
                <a:cubicBezTo>
                  <a:pt x="192" y="253"/>
                  <a:pt x="193" y="251"/>
                  <a:pt x="193" y="249"/>
                </a:cubicBezTo>
                <a:moveTo>
                  <a:pt x="104" y="257"/>
                </a:moveTo>
                <a:cubicBezTo>
                  <a:pt x="102" y="257"/>
                  <a:pt x="100" y="258"/>
                  <a:pt x="99" y="260"/>
                </a:cubicBezTo>
                <a:cubicBezTo>
                  <a:pt x="50" y="308"/>
                  <a:pt x="50" y="308"/>
                  <a:pt x="50" y="308"/>
                </a:cubicBezTo>
                <a:cubicBezTo>
                  <a:pt x="49" y="309"/>
                  <a:pt x="48" y="311"/>
                  <a:pt x="48" y="313"/>
                </a:cubicBezTo>
                <a:cubicBezTo>
                  <a:pt x="48" y="318"/>
                  <a:pt x="52" y="321"/>
                  <a:pt x="56" y="321"/>
                </a:cubicBezTo>
                <a:cubicBezTo>
                  <a:pt x="58" y="321"/>
                  <a:pt x="60" y="320"/>
                  <a:pt x="62" y="319"/>
                </a:cubicBezTo>
                <a:cubicBezTo>
                  <a:pt x="110" y="271"/>
                  <a:pt x="110" y="271"/>
                  <a:pt x="110" y="271"/>
                </a:cubicBezTo>
                <a:cubicBezTo>
                  <a:pt x="111" y="269"/>
                  <a:pt x="112" y="267"/>
                  <a:pt x="112" y="265"/>
                </a:cubicBezTo>
                <a:cubicBezTo>
                  <a:pt x="112" y="261"/>
                  <a:pt x="109" y="257"/>
                  <a:pt x="104" y="257"/>
                </a:cubicBezTo>
                <a:moveTo>
                  <a:pt x="305" y="83"/>
                </a:moveTo>
                <a:cubicBezTo>
                  <a:pt x="305" y="82"/>
                  <a:pt x="305" y="81"/>
                  <a:pt x="305" y="81"/>
                </a:cubicBezTo>
                <a:cubicBezTo>
                  <a:pt x="305" y="54"/>
                  <a:pt x="283" y="32"/>
                  <a:pt x="257" y="32"/>
                </a:cubicBezTo>
                <a:cubicBezTo>
                  <a:pt x="245" y="32"/>
                  <a:pt x="234" y="37"/>
                  <a:pt x="225" y="44"/>
                </a:cubicBezTo>
                <a:cubicBezTo>
                  <a:pt x="208" y="18"/>
                  <a:pt x="178" y="0"/>
                  <a:pt x="144" y="0"/>
                </a:cubicBezTo>
                <a:cubicBezTo>
                  <a:pt x="96" y="0"/>
                  <a:pt x="56" y="36"/>
                  <a:pt x="49" y="82"/>
                </a:cubicBezTo>
                <a:cubicBezTo>
                  <a:pt x="21" y="89"/>
                  <a:pt x="0" y="114"/>
                  <a:pt x="0" y="145"/>
                </a:cubicBezTo>
                <a:cubicBezTo>
                  <a:pt x="0" y="180"/>
                  <a:pt x="29" y="209"/>
                  <a:pt x="64" y="209"/>
                </a:cubicBezTo>
                <a:cubicBezTo>
                  <a:pt x="289" y="209"/>
                  <a:pt x="289" y="209"/>
                  <a:pt x="289" y="209"/>
                </a:cubicBezTo>
                <a:cubicBezTo>
                  <a:pt x="324" y="209"/>
                  <a:pt x="353" y="180"/>
                  <a:pt x="353" y="145"/>
                </a:cubicBezTo>
                <a:cubicBezTo>
                  <a:pt x="353" y="115"/>
                  <a:pt x="333" y="90"/>
                  <a:pt x="305" y="83"/>
                </a:cubicBezTo>
                <a:moveTo>
                  <a:pt x="289" y="193"/>
                </a:moveTo>
                <a:cubicBezTo>
                  <a:pt x="64" y="193"/>
                  <a:pt x="64" y="193"/>
                  <a:pt x="64" y="193"/>
                </a:cubicBezTo>
                <a:cubicBezTo>
                  <a:pt x="38" y="193"/>
                  <a:pt x="16" y="171"/>
                  <a:pt x="16" y="145"/>
                </a:cubicBezTo>
                <a:cubicBezTo>
                  <a:pt x="16" y="122"/>
                  <a:pt x="31" y="103"/>
                  <a:pt x="53" y="98"/>
                </a:cubicBezTo>
                <a:cubicBezTo>
                  <a:pt x="59" y="96"/>
                  <a:pt x="64" y="91"/>
                  <a:pt x="65" y="85"/>
                </a:cubicBezTo>
                <a:cubicBezTo>
                  <a:pt x="71" y="46"/>
                  <a:pt x="105" y="16"/>
                  <a:pt x="144" y="16"/>
                </a:cubicBezTo>
                <a:cubicBezTo>
                  <a:pt x="172" y="16"/>
                  <a:pt x="189" y="22"/>
                  <a:pt x="204" y="45"/>
                </a:cubicBezTo>
                <a:cubicBezTo>
                  <a:pt x="206" y="49"/>
                  <a:pt x="218" y="60"/>
                  <a:pt x="223" y="60"/>
                </a:cubicBezTo>
                <a:cubicBezTo>
                  <a:pt x="224" y="60"/>
                  <a:pt x="225" y="60"/>
                  <a:pt x="225" y="60"/>
                </a:cubicBezTo>
                <a:cubicBezTo>
                  <a:pt x="229" y="60"/>
                  <a:pt x="233" y="59"/>
                  <a:pt x="236" y="56"/>
                </a:cubicBezTo>
                <a:cubicBezTo>
                  <a:pt x="242" y="51"/>
                  <a:pt x="249" y="48"/>
                  <a:pt x="257" y="48"/>
                </a:cubicBezTo>
                <a:cubicBezTo>
                  <a:pt x="274" y="48"/>
                  <a:pt x="289" y="63"/>
                  <a:pt x="289" y="81"/>
                </a:cubicBezTo>
                <a:cubicBezTo>
                  <a:pt x="289" y="82"/>
                  <a:pt x="289" y="82"/>
                  <a:pt x="289" y="82"/>
                </a:cubicBezTo>
                <a:cubicBezTo>
                  <a:pt x="288" y="89"/>
                  <a:pt x="293" y="96"/>
                  <a:pt x="301" y="98"/>
                </a:cubicBezTo>
                <a:cubicBezTo>
                  <a:pt x="322" y="104"/>
                  <a:pt x="337" y="123"/>
                  <a:pt x="337" y="145"/>
                </a:cubicBezTo>
                <a:cubicBezTo>
                  <a:pt x="337" y="171"/>
                  <a:pt x="315" y="193"/>
                  <a:pt x="289" y="193"/>
                </a:cubicBezTo>
                <a:moveTo>
                  <a:pt x="273" y="257"/>
                </a:moveTo>
                <a:cubicBezTo>
                  <a:pt x="271" y="257"/>
                  <a:pt x="269" y="258"/>
                  <a:pt x="267" y="260"/>
                </a:cubicBezTo>
                <a:cubicBezTo>
                  <a:pt x="219" y="308"/>
                  <a:pt x="219" y="308"/>
                  <a:pt x="219" y="308"/>
                </a:cubicBezTo>
                <a:cubicBezTo>
                  <a:pt x="218" y="309"/>
                  <a:pt x="217" y="311"/>
                  <a:pt x="217" y="313"/>
                </a:cubicBezTo>
                <a:cubicBezTo>
                  <a:pt x="217" y="318"/>
                  <a:pt x="220" y="321"/>
                  <a:pt x="225" y="321"/>
                </a:cubicBezTo>
                <a:cubicBezTo>
                  <a:pt x="227" y="321"/>
                  <a:pt x="229" y="320"/>
                  <a:pt x="230" y="319"/>
                </a:cubicBezTo>
                <a:cubicBezTo>
                  <a:pt x="279" y="271"/>
                  <a:pt x="279" y="271"/>
                  <a:pt x="279" y="271"/>
                </a:cubicBezTo>
                <a:cubicBezTo>
                  <a:pt x="280" y="269"/>
                  <a:pt x="281" y="267"/>
                  <a:pt x="281" y="265"/>
                </a:cubicBezTo>
                <a:cubicBezTo>
                  <a:pt x="281" y="261"/>
                  <a:pt x="277" y="257"/>
                  <a:pt x="273" y="257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2" name="Freeform 12"/>
          <p:cNvSpPr>
            <a:spLocks noEditPoints="1"/>
          </p:cNvSpPr>
          <p:nvPr/>
        </p:nvSpPr>
        <p:spPr bwMode="auto">
          <a:xfrm>
            <a:off x="8555568" y="912284"/>
            <a:ext cx="575733" cy="575733"/>
          </a:xfrm>
          <a:custGeom>
            <a:avLst/>
            <a:gdLst>
              <a:gd name="T0" fmla="*/ 193 w 353"/>
              <a:gd name="T1" fmla="*/ 249 h 353"/>
              <a:gd name="T2" fmla="*/ 185 w 353"/>
              <a:gd name="T3" fmla="*/ 241 h 353"/>
              <a:gd name="T4" fmla="*/ 179 w 353"/>
              <a:gd name="T5" fmla="*/ 243 h 353"/>
              <a:gd name="T6" fmla="*/ 131 w 353"/>
              <a:gd name="T7" fmla="*/ 292 h 353"/>
              <a:gd name="T8" fmla="*/ 129 w 353"/>
              <a:gd name="T9" fmla="*/ 297 h 353"/>
              <a:gd name="T10" fmla="*/ 137 w 353"/>
              <a:gd name="T11" fmla="*/ 305 h 353"/>
              <a:gd name="T12" fmla="*/ 165 w 353"/>
              <a:gd name="T13" fmla="*/ 305 h 353"/>
              <a:gd name="T14" fmla="*/ 131 w 353"/>
              <a:gd name="T15" fmla="*/ 340 h 353"/>
              <a:gd name="T16" fmla="*/ 129 w 353"/>
              <a:gd name="T17" fmla="*/ 345 h 353"/>
              <a:gd name="T18" fmla="*/ 137 w 353"/>
              <a:gd name="T19" fmla="*/ 353 h 353"/>
              <a:gd name="T20" fmla="*/ 142 w 353"/>
              <a:gd name="T21" fmla="*/ 351 h 353"/>
              <a:gd name="T22" fmla="*/ 191 w 353"/>
              <a:gd name="T23" fmla="*/ 303 h 353"/>
              <a:gd name="T24" fmla="*/ 193 w 353"/>
              <a:gd name="T25" fmla="*/ 297 h 353"/>
              <a:gd name="T26" fmla="*/ 185 w 353"/>
              <a:gd name="T27" fmla="*/ 289 h 353"/>
              <a:gd name="T28" fmla="*/ 185 w 353"/>
              <a:gd name="T29" fmla="*/ 289 h 353"/>
              <a:gd name="T30" fmla="*/ 156 w 353"/>
              <a:gd name="T31" fmla="*/ 289 h 353"/>
              <a:gd name="T32" fmla="*/ 191 w 353"/>
              <a:gd name="T33" fmla="*/ 255 h 353"/>
              <a:gd name="T34" fmla="*/ 193 w 353"/>
              <a:gd name="T35" fmla="*/ 249 h 353"/>
              <a:gd name="T36" fmla="*/ 305 w 353"/>
              <a:gd name="T37" fmla="*/ 83 h 353"/>
              <a:gd name="T38" fmla="*/ 305 w 353"/>
              <a:gd name="T39" fmla="*/ 81 h 353"/>
              <a:gd name="T40" fmla="*/ 257 w 353"/>
              <a:gd name="T41" fmla="*/ 32 h 353"/>
              <a:gd name="T42" fmla="*/ 225 w 353"/>
              <a:gd name="T43" fmla="*/ 44 h 353"/>
              <a:gd name="T44" fmla="*/ 145 w 353"/>
              <a:gd name="T45" fmla="*/ 0 h 353"/>
              <a:gd name="T46" fmla="*/ 50 w 353"/>
              <a:gd name="T47" fmla="*/ 82 h 353"/>
              <a:gd name="T48" fmla="*/ 0 w 353"/>
              <a:gd name="T49" fmla="*/ 145 h 353"/>
              <a:gd name="T50" fmla="*/ 64 w 353"/>
              <a:gd name="T51" fmla="*/ 209 h 353"/>
              <a:gd name="T52" fmla="*/ 289 w 353"/>
              <a:gd name="T53" fmla="*/ 209 h 353"/>
              <a:gd name="T54" fmla="*/ 353 w 353"/>
              <a:gd name="T55" fmla="*/ 145 h 353"/>
              <a:gd name="T56" fmla="*/ 305 w 353"/>
              <a:gd name="T57" fmla="*/ 83 h 353"/>
              <a:gd name="T58" fmla="*/ 289 w 353"/>
              <a:gd name="T59" fmla="*/ 193 h 353"/>
              <a:gd name="T60" fmla="*/ 64 w 353"/>
              <a:gd name="T61" fmla="*/ 193 h 353"/>
              <a:gd name="T62" fmla="*/ 16 w 353"/>
              <a:gd name="T63" fmla="*/ 145 h 353"/>
              <a:gd name="T64" fmla="*/ 53 w 353"/>
              <a:gd name="T65" fmla="*/ 98 h 353"/>
              <a:gd name="T66" fmla="*/ 65 w 353"/>
              <a:gd name="T67" fmla="*/ 85 h 353"/>
              <a:gd name="T68" fmla="*/ 145 w 353"/>
              <a:gd name="T69" fmla="*/ 16 h 353"/>
              <a:gd name="T70" fmla="*/ 204 w 353"/>
              <a:gd name="T71" fmla="*/ 45 h 353"/>
              <a:gd name="T72" fmla="*/ 223 w 353"/>
              <a:gd name="T73" fmla="*/ 60 h 353"/>
              <a:gd name="T74" fmla="*/ 225 w 353"/>
              <a:gd name="T75" fmla="*/ 60 h 353"/>
              <a:gd name="T76" fmla="*/ 236 w 353"/>
              <a:gd name="T77" fmla="*/ 56 h 353"/>
              <a:gd name="T78" fmla="*/ 257 w 353"/>
              <a:gd name="T79" fmla="*/ 48 h 353"/>
              <a:gd name="T80" fmla="*/ 289 w 353"/>
              <a:gd name="T81" fmla="*/ 81 h 353"/>
              <a:gd name="T82" fmla="*/ 289 w 353"/>
              <a:gd name="T83" fmla="*/ 82 h 353"/>
              <a:gd name="T84" fmla="*/ 301 w 353"/>
              <a:gd name="T85" fmla="*/ 98 h 353"/>
              <a:gd name="T86" fmla="*/ 337 w 353"/>
              <a:gd name="T87" fmla="*/ 145 h 353"/>
              <a:gd name="T88" fmla="*/ 289 w 353"/>
              <a:gd name="T89" fmla="*/ 193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353" h="353">
                <a:moveTo>
                  <a:pt x="193" y="249"/>
                </a:moveTo>
                <a:cubicBezTo>
                  <a:pt x="193" y="245"/>
                  <a:pt x="189" y="241"/>
                  <a:pt x="185" y="241"/>
                </a:cubicBezTo>
                <a:cubicBezTo>
                  <a:pt x="183" y="241"/>
                  <a:pt x="181" y="242"/>
                  <a:pt x="179" y="243"/>
                </a:cubicBezTo>
                <a:cubicBezTo>
                  <a:pt x="131" y="292"/>
                  <a:pt x="131" y="292"/>
                  <a:pt x="131" y="292"/>
                </a:cubicBezTo>
                <a:cubicBezTo>
                  <a:pt x="130" y="293"/>
                  <a:pt x="129" y="295"/>
                  <a:pt x="129" y="297"/>
                </a:cubicBezTo>
                <a:cubicBezTo>
                  <a:pt x="129" y="302"/>
                  <a:pt x="132" y="305"/>
                  <a:pt x="137" y="305"/>
                </a:cubicBezTo>
                <a:cubicBezTo>
                  <a:pt x="165" y="305"/>
                  <a:pt x="165" y="305"/>
                  <a:pt x="165" y="305"/>
                </a:cubicBezTo>
                <a:cubicBezTo>
                  <a:pt x="131" y="340"/>
                  <a:pt x="131" y="340"/>
                  <a:pt x="131" y="340"/>
                </a:cubicBezTo>
                <a:cubicBezTo>
                  <a:pt x="130" y="341"/>
                  <a:pt x="129" y="343"/>
                  <a:pt x="129" y="345"/>
                </a:cubicBezTo>
                <a:cubicBezTo>
                  <a:pt x="129" y="350"/>
                  <a:pt x="132" y="353"/>
                  <a:pt x="137" y="353"/>
                </a:cubicBezTo>
                <a:cubicBezTo>
                  <a:pt x="139" y="353"/>
                  <a:pt x="141" y="353"/>
                  <a:pt x="142" y="351"/>
                </a:cubicBezTo>
                <a:cubicBezTo>
                  <a:pt x="191" y="303"/>
                  <a:pt x="191" y="303"/>
                  <a:pt x="191" y="303"/>
                </a:cubicBezTo>
                <a:cubicBezTo>
                  <a:pt x="192" y="302"/>
                  <a:pt x="193" y="300"/>
                  <a:pt x="193" y="297"/>
                </a:cubicBezTo>
                <a:cubicBezTo>
                  <a:pt x="193" y="293"/>
                  <a:pt x="189" y="289"/>
                  <a:pt x="185" y="289"/>
                </a:cubicBezTo>
                <a:cubicBezTo>
                  <a:pt x="185" y="289"/>
                  <a:pt x="185" y="289"/>
                  <a:pt x="185" y="289"/>
                </a:cubicBezTo>
                <a:cubicBezTo>
                  <a:pt x="156" y="289"/>
                  <a:pt x="156" y="289"/>
                  <a:pt x="156" y="289"/>
                </a:cubicBezTo>
                <a:cubicBezTo>
                  <a:pt x="191" y="255"/>
                  <a:pt x="191" y="255"/>
                  <a:pt x="191" y="255"/>
                </a:cubicBezTo>
                <a:cubicBezTo>
                  <a:pt x="192" y="253"/>
                  <a:pt x="193" y="251"/>
                  <a:pt x="193" y="249"/>
                </a:cubicBezTo>
                <a:moveTo>
                  <a:pt x="305" y="83"/>
                </a:moveTo>
                <a:cubicBezTo>
                  <a:pt x="305" y="82"/>
                  <a:pt x="305" y="81"/>
                  <a:pt x="305" y="81"/>
                </a:cubicBezTo>
                <a:cubicBezTo>
                  <a:pt x="305" y="54"/>
                  <a:pt x="284" y="32"/>
                  <a:pt x="257" y="32"/>
                </a:cubicBezTo>
                <a:cubicBezTo>
                  <a:pt x="245" y="32"/>
                  <a:pt x="234" y="37"/>
                  <a:pt x="225" y="44"/>
                </a:cubicBezTo>
                <a:cubicBezTo>
                  <a:pt x="208" y="18"/>
                  <a:pt x="179" y="0"/>
                  <a:pt x="145" y="0"/>
                </a:cubicBezTo>
                <a:cubicBezTo>
                  <a:pt x="96" y="0"/>
                  <a:pt x="56" y="36"/>
                  <a:pt x="50" y="82"/>
                </a:cubicBezTo>
                <a:cubicBezTo>
                  <a:pt x="21" y="89"/>
                  <a:pt x="0" y="114"/>
                  <a:pt x="0" y="145"/>
                </a:cubicBezTo>
                <a:cubicBezTo>
                  <a:pt x="0" y="180"/>
                  <a:pt x="29" y="209"/>
                  <a:pt x="64" y="209"/>
                </a:cubicBezTo>
                <a:cubicBezTo>
                  <a:pt x="289" y="209"/>
                  <a:pt x="289" y="209"/>
                  <a:pt x="289" y="209"/>
                </a:cubicBezTo>
                <a:cubicBezTo>
                  <a:pt x="325" y="209"/>
                  <a:pt x="353" y="180"/>
                  <a:pt x="353" y="145"/>
                </a:cubicBezTo>
                <a:cubicBezTo>
                  <a:pt x="353" y="115"/>
                  <a:pt x="333" y="90"/>
                  <a:pt x="305" y="83"/>
                </a:cubicBezTo>
                <a:moveTo>
                  <a:pt x="289" y="193"/>
                </a:moveTo>
                <a:cubicBezTo>
                  <a:pt x="64" y="193"/>
                  <a:pt x="64" y="193"/>
                  <a:pt x="64" y="193"/>
                </a:cubicBezTo>
                <a:cubicBezTo>
                  <a:pt x="38" y="193"/>
                  <a:pt x="16" y="171"/>
                  <a:pt x="16" y="145"/>
                </a:cubicBezTo>
                <a:cubicBezTo>
                  <a:pt x="16" y="122"/>
                  <a:pt x="31" y="103"/>
                  <a:pt x="53" y="98"/>
                </a:cubicBezTo>
                <a:cubicBezTo>
                  <a:pt x="60" y="96"/>
                  <a:pt x="64" y="91"/>
                  <a:pt x="65" y="85"/>
                </a:cubicBezTo>
                <a:cubicBezTo>
                  <a:pt x="71" y="46"/>
                  <a:pt x="105" y="16"/>
                  <a:pt x="145" y="16"/>
                </a:cubicBezTo>
                <a:cubicBezTo>
                  <a:pt x="172" y="16"/>
                  <a:pt x="189" y="22"/>
                  <a:pt x="204" y="45"/>
                </a:cubicBezTo>
                <a:cubicBezTo>
                  <a:pt x="206" y="49"/>
                  <a:pt x="219" y="60"/>
                  <a:pt x="223" y="60"/>
                </a:cubicBezTo>
                <a:cubicBezTo>
                  <a:pt x="224" y="60"/>
                  <a:pt x="225" y="60"/>
                  <a:pt x="225" y="60"/>
                </a:cubicBezTo>
                <a:cubicBezTo>
                  <a:pt x="229" y="60"/>
                  <a:pt x="233" y="59"/>
                  <a:pt x="236" y="56"/>
                </a:cubicBezTo>
                <a:cubicBezTo>
                  <a:pt x="242" y="51"/>
                  <a:pt x="249" y="48"/>
                  <a:pt x="257" y="48"/>
                </a:cubicBezTo>
                <a:cubicBezTo>
                  <a:pt x="275" y="48"/>
                  <a:pt x="289" y="63"/>
                  <a:pt x="289" y="81"/>
                </a:cubicBezTo>
                <a:cubicBezTo>
                  <a:pt x="289" y="82"/>
                  <a:pt x="289" y="82"/>
                  <a:pt x="289" y="82"/>
                </a:cubicBezTo>
                <a:cubicBezTo>
                  <a:pt x="289" y="89"/>
                  <a:pt x="294" y="96"/>
                  <a:pt x="301" y="98"/>
                </a:cubicBezTo>
                <a:cubicBezTo>
                  <a:pt x="323" y="104"/>
                  <a:pt x="337" y="123"/>
                  <a:pt x="337" y="145"/>
                </a:cubicBezTo>
                <a:cubicBezTo>
                  <a:pt x="337" y="171"/>
                  <a:pt x="316" y="193"/>
                  <a:pt x="289" y="193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3" name="Freeform 13"/>
          <p:cNvSpPr>
            <a:spLocks noEditPoints="1"/>
          </p:cNvSpPr>
          <p:nvPr/>
        </p:nvSpPr>
        <p:spPr bwMode="auto">
          <a:xfrm>
            <a:off x="9656235" y="952501"/>
            <a:ext cx="575733" cy="497417"/>
          </a:xfrm>
          <a:custGeom>
            <a:avLst/>
            <a:gdLst>
              <a:gd name="T0" fmla="*/ 40 w 353"/>
              <a:gd name="T1" fmla="*/ 97 h 305"/>
              <a:gd name="T2" fmla="*/ 160 w 353"/>
              <a:gd name="T3" fmla="*/ 97 h 305"/>
              <a:gd name="T4" fmla="*/ 208 w 353"/>
              <a:gd name="T5" fmla="*/ 49 h 305"/>
              <a:gd name="T6" fmla="*/ 160 w 353"/>
              <a:gd name="T7" fmla="*/ 0 h 305"/>
              <a:gd name="T8" fmla="*/ 152 w 353"/>
              <a:gd name="T9" fmla="*/ 0 h 305"/>
              <a:gd name="T10" fmla="*/ 144 w 353"/>
              <a:gd name="T11" fmla="*/ 8 h 305"/>
              <a:gd name="T12" fmla="*/ 152 w 353"/>
              <a:gd name="T13" fmla="*/ 16 h 305"/>
              <a:gd name="T14" fmla="*/ 160 w 353"/>
              <a:gd name="T15" fmla="*/ 16 h 305"/>
              <a:gd name="T16" fmla="*/ 192 w 353"/>
              <a:gd name="T17" fmla="*/ 49 h 305"/>
              <a:gd name="T18" fmla="*/ 160 w 353"/>
              <a:gd name="T19" fmla="*/ 81 h 305"/>
              <a:gd name="T20" fmla="*/ 40 w 353"/>
              <a:gd name="T21" fmla="*/ 81 h 305"/>
              <a:gd name="T22" fmla="*/ 32 w 353"/>
              <a:gd name="T23" fmla="*/ 89 h 305"/>
              <a:gd name="T24" fmla="*/ 40 w 353"/>
              <a:gd name="T25" fmla="*/ 97 h 305"/>
              <a:gd name="T26" fmla="*/ 289 w 353"/>
              <a:gd name="T27" fmla="*/ 97 h 305"/>
              <a:gd name="T28" fmla="*/ 256 w 353"/>
              <a:gd name="T29" fmla="*/ 65 h 305"/>
              <a:gd name="T30" fmla="*/ 248 w 353"/>
              <a:gd name="T31" fmla="*/ 65 h 305"/>
              <a:gd name="T32" fmla="*/ 240 w 353"/>
              <a:gd name="T33" fmla="*/ 73 h 305"/>
              <a:gd name="T34" fmla="*/ 248 w 353"/>
              <a:gd name="T35" fmla="*/ 81 h 305"/>
              <a:gd name="T36" fmla="*/ 256 w 353"/>
              <a:gd name="T37" fmla="*/ 81 h 305"/>
              <a:gd name="T38" fmla="*/ 272 w 353"/>
              <a:gd name="T39" fmla="*/ 97 h 305"/>
              <a:gd name="T40" fmla="*/ 256 w 353"/>
              <a:gd name="T41" fmla="*/ 113 h 305"/>
              <a:gd name="T42" fmla="*/ 8 w 353"/>
              <a:gd name="T43" fmla="*/ 113 h 305"/>
              <a:gd name="T44" fmla="*/ 0 w 353"/>
              <a:gd name="T45" fmla="*/ 121 h 305"/>
              <a:gd name="T46" fmla="*/ 8 w 353"/>
              <a:gd name="T47" fmla="*/ 129 h 305"/>
              <a:gd name="T48" fmla="*/ 256 w 353"/>
              <a:gd name="T49" fmla="*/ 129 h 305"/>
              <a:gd name="T50" fmla="*/ 289 w 353"/>
              <a:gd name="T51" fmla="*/ 97 h 305"/>
              <a:gd name="T52" fmla="*/ 305 w 353"/>
              <a:gd name="T53" fmla="*/ 145 h 305"/>
              <a:gd name="T54" fmla="*/ 40 w 353"/>
              <a:gd name="T55" fmla="*/ 145 h 305"/>
              <a:gd name="T56" fmla="*/ 32 w 353"/>
              <a:gd name="T57" fmla="*/ 153 h 305"/>
              <a:gd name="T58" fmla="*/ 40 w 353"/>
              <a:gd name="T59" fmla="*/ 161 h 305"/>
              <a:gd name="T60" fmla="*/ 305 w 353"/>
              <a:gd name="T61" fmla="*/ 161 h 305"/>
              <a:gd name="T62" fmla="*/ 337 w 353"/>
              <a:gd name="T63" fmla="*/ 193 h 305"/>
              <a:gd name="T64" fmla="*/ 305 w 353"/>
              <a:gd name="T65" fmla="*/ 225 h 305"/>
              <a:gd name="T66" fmla="*/ 297 w 353"/>
              <a:gd name="T67" fmla="*/ 225 h 305"/>
              <a:gd name="T68" fmla="*/ 289 w 353"/>
              <a:gd name="T69" fmla="*/ 233 h 305"/>
              <a:gd name="T70" fmla="*/ 297 w 353"/>
              <a:gd name="T71" fmla="*/ 241 h 305"/>
              <a:gd name="T72" fmla="*/ 305 w 353"/>
              <a:gd name="T73" fmla="*/ 241 h 305"/>
              <a:gd name="T74" fmla="*/ 353 w 353"/>
              <a:gd name="T75" fmla="*/ 193 h 305"/>
              <a:gd name="T76" fmla="*/ 305 w 353"/>
              <a:gd name="T77" fmla="*/ 145 h 305"/>
              <a:gd name="T78" fmla="*/ 192 w 353"/>
              <a:gd name="T79" fmla="*/ 177 h 305"/>
              <a:gd name="T80" fmla="*/ 72 w 353"/>
              <a:gd name="T81" fmla="*/ 177 h 305"/>
              <a:gd name="T82" fmla="*/ 64 w 353"/>
              <a:gd name="T83" fmla="*/ 185 h 305"/>
              <a:gd name="T84" fmla="*/ 72 w 353"/>
              <a:gd name="T85" fmla="*/ 193 h 305"/>
              <a:gd name="T86" fmla="*/ 192 w 353"/>
              <a:gd name="T87" fmla="*/ 193 h 305"/>
              <a:gd name="T88" fmla="*/ 240 w 353"/>
              <a:gd name="T89" fmla="*/ 241 h 305"/>
              <a:gd name="T90" fmla="*/ 192 w 353"/>
              <a:gd name="T91" fmla="*/ 289 h 305"/>
              <a:gd name="T92" fmla="*/ 184 w 353"/>
              <a:gd name="T93" fmla="*/ 289 h 305"/>
              <a:gd name="T94" fmla="*/ 176 w 353"/>
              <a:gd name="T95" fmla="*/ 297 h 305"/>
              <a:gd name="T96" fmla="*/ 184 w 353"/>
              <a:gd name="T97" fmla="*/ 305 h 305"/>
              <a:gd name="T98" fmla="*/ 192 w 353"/>
              <a:gd name="T99" fmla="*/ 305 h 305"/>
              <a:gd name="T100" fmla="*/ 256 w 353"/>
              <a:gd name="T101" fmla="*/ 241 h 305"/>
              <a:gd name="T102" fmla="*/ 192 w 353"/>
              <a:gd name="T103" fmla="*/ 177 h 3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353" h="305">
                <a:moveTo>
                  <a:pt x="40" y="97"/>
                </a:moveTo>
                <a:cubicBezTo>
                  <a:pt x="160" y="97"/>
                  <a:pt x="160" y="97"/>
                  <a:pt x="160" y="97"/>
                </a:cubicBezTo>
                <a:cubicBezTo>
                  <a:pt x="187" y="97"/>
                  <a:pt x="208" y="75"/>
                  <a:pt x="208" y="49"/>
                </a:cubicBezTo>
                <a:cubicBezTo>
                  <a:pt x="208" y="22"/>
                  <a:pt x="187" y="0"/>
                  <a:pt x="160" y="0"/>
                </a:cubicBezTo>
                <a:cubicBezTo>
                  <a:pt x="152" y="0"/>
                  <a:pt x="152" y="0"/>
                  <a:pt x="152" y="0"/>
                </a:cubicBezTo>
                <a:cubicBezTo>
                  <a:pt x="148" y="0"/>
                  <a:pt x="144" y="4"/>
                  <a:pt x="144" y="8"/>
                </a:cubicBezTo>
                <a:cubicBezTo>
                  <a:pt x="144" y="13"/>
                  <a:pt x="148" y="16"/>
                  <a:pt x="152" y="16"/>
                </a:cubicBezTo>
                <a:cubicBezTo>
                  <a:pt x="160" y="16"/>
                  <a:pt x="160" y="16"/>
                  <a:pt x="160" y="16"/>
                </a:cubicBezTo>
                <a:cubicBezTo>
                  <a:pt x="178" y="16"/>
                  <a:pt x="192" y="31"/>
                  <a:pt x="192" y="49"/>
                </a:cubicBezTo>
                <a:cubicBezTo>
                  <a:pt x="192" y="66"/>
                  <a:pt x="178" y="81"/>
                  <a:pt x="160" y="81"/>
                </a:cubicBezTo>
                <a:cubicBezTo>
                  <a:pt x="40" y="81"/>
                  <a:pt x="40" y="81"/>
                  <a:pt x="40" y="81"/>
                </a:cubicBezTo>
                <a:cubicBezTo>
                  <a:pt x="35" y="81"/>
                  <a:pt x="32" y="84"/>
                  <a:pt x="32" y="89"/>
                </a:cubicBezTo>
                <a:cubicBezTo>
                  <a:pt x="32" y="93"/>
                  <a:pt x="35" y="97"/>
                  <a:pt x="40" y="97"/>
                </a:cubicBezTo>
                <a:moveTo>
                  <a:pt x="289" y="97"/>
                </a:moveTo>
                <a:cubicBezTo>
                  <a:pt x="289" y="79"/>
                  <a:pt x="274" y="65"/>
                  <a:pt x="256" y="65"/>
                </a:cubicBezTo>
                <a:cubicBezTo>
                  <a:pt x="248" y="65"/>
                  <a:pt x="248" y="65"/>
                  <a:pt x="248" y="65"/>
                </a:cubicBezTo>
                <a:cubicBezTo>
                  <a:pt x="244" y="65"/>
                  <a:pt x="240" y="68"/>
                  <a:pt x="240" y="73"/>
                </a:cubicBezTo>
                <a:cubicBezTo>
                  <a:pt x="240" y="77"/>
                  <a:pt x="244" y="81"/>
                  <a:pt x="248" y="81"/>
                </a:cubicBezTo>
                <a:cubicBezTo>
                  <a:pt x="256" y="81"/>
                  <a:pt x="256" y="81"/>
                  <a:pt x="256" y="81"/>
                </a:cubicBezTo>
                <a:cubicBezTo>
                  <a:pt x="265" y="81"/>
                  <a:pt x="272" y="88"/>
                  <a:pt x="272" y="97"/>
                </a:cubicBezTo>
                <a:cubicBezTo>
                  <a:pt x="272" y="106"/>
                  <a:pt x="265" y="113"/>
                  <a:pt x="256" y="113"/>
                </a:cubicBezTo>
                <a:cubicBezTo>
                  <a:pt x="8" y="113"/>
                  <a:pt x="8" y="113"/>
                  <a:pt x="8" y="113"/>
                </a:cubicBezTo>
                <a:cubicBezTo>
                  <a:pt x="3" y="113"/>
                  <a:pt x="0" y="116"/>
                  <a:pt x="0" y="121"/>
                </a:cubicBezTo>
                <a:cubicBezTo>
                  <a:pt x="0" y="125"/>
                  <a:pt x="3" y="129"/>
                  <a:pt x="8" y="129"/>
                </a:cubicBezTo>
                <a:cubicBezTo>
                  <a:pt x="256" y="129"/>
                  <a:pt x="256" y="129"/>
                  <a:pt x="256" y="129"/>
                </a:cubicBezTo>
                <a:cubicBezTo>
                  <a:pt x="274" y="129"/>
                  <a:pt x="289" y="114"/>
                  <a:pt x="289" y="97"/>
                </a:cubicBezTo>
                <a:moveTo>
                  <a:pt x="305" y="145"/>
                </a:moveTo>
                <a:cubicBezTo>
                  <a:pt x="40" y="145"/>
                  <a:pt x="40" y="145"/>
                  <a:pt x="40" y="145"/>
                </a:cubicBezTo>
                <a:cubicBezTo>
                  <a:pt x="35" y="145"/>
                  <a:pt x="32" y="148"/>
                  <a:pt x="32" y="153"/>
                </a:cubicBezTo>
                <a:cubicBezTo>
                  <a:pt x="32" y="157"/>
                  <a:pt x="35" y="161"/>
                  <a:pt x="40" y="161"/>
                </a:cubicBezTo>
                <a:cubicBezTo>
                  <a:pt x="305" y="161"/>
                  <a:pt x="305" y="161"/>
                  <a:pt x="305" y="161"/>
                </a:cubicBezTo>
                <a:cubicBezTo>
                  <a:pt x="322" y="161"/>
                  <a:pt x="337" y="175"/>
                  <a:pt x="337" y="193"/>
                </a:cubicBezTo>
                <a:cubicBezTo>
                  <a:pt x="337" y="211"/>
                  <a:pt x="322" y="225"/>
                  <a:pt x="305" y="225"/>
                </a:cubicBezTo>
                <a:cubicBezTo>
                  <a:pt x="297" y="225"/>
                  <a:pt x="297" y="225"/>
                  <a:pt x="297" y="225"/>
                </a:cubicBezTo>
                <a:cubicBezTo>
                  <a:pt x="292" y="225"/>
                  <a:pt x="289" y="229"/>
                  <a:pt x="289" y="233"/>
                </a:cubicBezTo>
                <a:cubicBezTo>
                  <a:pt x="289" y="238"/>
                  <a:pt x="292" y="241"/>
                  <a:pt x="297" y="241"/>
                </a:cubicBezTo>
                <a:cubicBezTo>
                  <a:pt x="305" y="241"/>
                  <a:pt x="305" y="241"/>
                  <a:pt x="305" y="241"/>
                </a:cubicBezTo>
                <a:cubicBezTo>
                  <a:pt x="331" y="241"/>
                  <a:pt x="353" y="220"/>
                  <a:pt x="353" y="193"/>
                </a:cubicBezTo>
                <a:cubicBezTo>
                  <a:pt x="353" y="166"/>
                  <a:pt x="331" y="145"/>
                  <a:pt x="305" y="145"/>
                </a:cubicBezTo>
                <a:moveTo>
                  <a:pt x="192" y="177"/>
                </a:moveTo>
                <a:cubicBezTo>
                  <a:pt x="72" y="177"/>
                  <a:pt x="72" y="177"/>
                  <a:pt x="72" y="177"/>
                </a:cubicBezTo>
                <a:cubicBezTo>
                  <a:pt x="67" y="177"/>
                  <a:pt x="64" y="181"/>
                  <a:pt x="64" y="185"/>
                </a:cubicBezTo>
                <a:cubicBezTo>
                  <a:pt x="64" y="189"/>
                  <a:pt x="67" y="193"/>
                  <a:pt x="72" y="193"/>
                </a:cubicBezTo>
                <a:cubicBezTo>
                  <a:pt x="192" y="193"/>
                  <a:pt x="192" y="193"/>
                  <a:pt x="192" y="193"/>
                </a:cubicBezTo>
                <a:cubicBezTo>
                  <a:pt x="219" y="193"/>
                  <a:pt x="240" y="215"/>
                  <a:pt x="240" y="241"/>
                </a:cubicBezTo>
                <a:cubicBezTo>
                  <a:pt x="240" y="268"/>
                  <a:pt x="219" y="289"/>
                  <a:pt x="192" y="289"/>
                </a:cubicBezTo>
                <a:cubicBezTo>
                  <a:pt x="184" y="289"/>
                  <a:pt x="184" y="289"/>
                  <a:pt x="184" y="289"/>
                </a:cubicBezTo>
                <a:cubicBezTo>
                  <a:pt x="180" y="289"/>
                  <a:pt x="176" y="293"/>
                  <a:pt x="176" y="297"/>
                </a:cubicBezTo>
                <a:cubicBezTo>
                  <a:pt x="176" y="302"/>
                  <a:pt x="180" y="305"/>
                  <a:pt x="184" y="305"/>
                </a:cubicBezTo>
                <a:cubicBezTo>
                  <a:pt x="192" y="305"/>
                  <a:pt x="192" y="305"/>
                  <a:pt x="192" y="305"/>
                </a:cubicBezTo>
                <a:cubicBezTo>
                  <a:pt x="228" y="305"/>
                  <a:pt x="256" y="277"/>
                  <a:pt x="256" y="241"/>
                </a:cubicBezTo>
                <a:cubicBezTo>
                  <a:pt x="256" y="206"/>
                  <a:pt x="228" y="177"/>
                  <a:pt x="192" y="177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4" name="Freeform 14"/>
          <p:cNvSpPr>
            <a:spLocks noEditPoints="1"/>
          </p:cNvSpPr>
          <p:nvPr/>
        </p:nvSpPr>
        <p:spPr bwMode="auto">
          <a:xfrm>
            <a:off x="10754784" y="912284"/>
            <a:ext cx="575733" cy="575733"/>
          </a:xfrm>
          <a:custGeom>
            <a:avLst/>
            <a:gdLst>
              <a:gd name="T0" fmla="*/ 96 w 353"/>
              <a:gd name="T1" fmla="*/ 64 h 353"/>
              <a:gd name="T2" fmla="*/ 64 w 353"/>
              <a:gd name="T3" fmla="*/ 97 h 353"/>
              <a:gd name="T4" fmla="*/ 96 w 353"/>
              <a:gd name="T5" fmla="*/ 129 h 353"/>
              <a:gd name="T6" fmla="*/ 128 w 353"/>
              <a:gd name="T7" fmla="*/ 97 h 353"/>
              <a:gd name="T8" fmla="*/ 96 w 353"/>
              <a:gd name="T9" fmla="*/ 64 h 353"/>
              <a:gd name="T10" fmla="*/ 96 w 353"/>
              <a:gd name="T11" fmla="*/ 113 h 353"/>
              <a:gd name="T12" fmla="*/ 80 w 353"/>
              <a:gd name="T13" fmla="*/ 97 h 353"/>
              <a:gd name="T14" fmla="*/ 96 w 353"/>
              <a:gd name="T15" fmla="*/ 81 h 353"/>
              <a:gd name="T16" fmla="*/ 112 w 353"/>
              <a:gd name="T17" fmla="*/ 97 h 353"/>
              <a:gd name="T18" fmla="*/ 96 w 353"/>
              <a:gd name="T19" fmla="*/ 113 h 353"/>
              <a:gd name="T20" fmla="*/ 237 w 353"/>
              <a:gd name="T21" fmla="*/ 228 h 353"/>
              <a:gd name="T22" fmla="*/ 220 w 353"/>
              <a:gd name="T23" fmla="*/ 233 h 353"/>
              <a:gd name="T24" fmla="*/ 200 w 353"/>
              <a:gd name="T25" fmla="*/ 228 h 353"/>
              <a:gd name="T26" fmla="*/ 184 w 353"/>
              <a:gd name="T27" fmla="*/ 216 h 353"/>
              <a:gd name="T28" fmla="*/ 174 w 353"/>
              <a:gd name="T29" fmla="*/ 198 h 353"/>
              <a:gd name="T30" fmla="*/ 171 w 353"/>
              <a:gd name="T31" fmla="*/ 176 h 353"/>
              <a:gd name="T32" fmla="*/ 174 w 353"/>
              <a:gd name="T33" fmla="*/ 154 h 353"/>
              <a:gd name="T34" fmla="*/ 184 w 353"/>
              <a:gd name="T35" fmla="*/ 137 h 353"/>
              <a:gd name="T36" fmla="*/ 200 w 353"/>
              <a:gd name="T37" fmla="*/ 125 h 353"/>
              <a:gd name="T38" fmla="*/ 220 w 353"/>
              <a:gd name="T39" fmla="*/ 121 h 353"/>
              <a:gd name="T40" fmla="*/ 235 w 353"/>
              <a:gd name="T41" fmla="*/ 124 h 353"/>
              <a:gd name="T42" fmla="*/ 250 w 353"/>
              <a:gd name="T43" fmla="*/ 136 h 353"/>
              <a:gd name="T44" fmla="*/ 270 w 353"/>
              <a:gd name="T45" fmla="*/ 121 h 353"/>
              <a:gd name="T46" fmla="*/ 247 w 353"/>
              <a:gd name="T47" fmla="*/ 102 h 353"/>
              <a:gd name="T48" fmla="*/ 220 w 353"/>
              <a:gd name="T49" fmla="*/ 97 h 353"/>
              <a:gd name="T50" fmla="*/ 189 w 353"/>
              <a:gd name="T51" fmla="*/ 102 h 353"/>
              <a:gd name="T52" fmla="*/ 166 w 353"/>
              <a:gd name="T53" fmla="*/ 119 h 353"/>
              <a:gd name="T54" fmla="*/ 150 w 353"/>
              <a:gd name="T55" fmla="*/ 144 h 353"/>
              <a:gd name="T56" fmla="*/ 144 w 353"/>
              <a:gd name="T57" fmla="*/ 178 h 353"/>
              <a:gd name="T58" fmla="*/ 150 w 353"/>
              <a:gd name="T59" fmla="*/ 210 h 353"/>
              <a:gd name="T60" fmla="*/ 166 w 353"/>
              <a:gd name="T61" fmla="*/ 235 h 353"/>
              <a:gd name="T62" fmla="*/ 189 w 353"/>
              <a:gd name="T63" fmla="*/ 251 h 353"/>
              <a:gd name="T64" fmla="*/ 220 w 353"/>
              <a:gd name="T65" fmla="*/ 257 h 353"/>
              <a:gd name="T66" fmla="*/ 249 w 353"/>
              <a:gd name="T67" fmla="*/ 251 h 353"/>
              <a:gd name="T68" fmla="*/ 273 w 353"/>
              <a:gd name="T69" fmla="*/ 230 h 353"/>
              <a:gd name="T70" fmla="*/ 252 w 353"/>
              <a:gd name="T71" fmla="*/ 214 h 353"/>
              <a:gd name="T72" fmla="*/ 237 w 353"/>
              <a:gd name="T73" fmla="*/ 228 h 353"/>
              <a:gd name="T74" fmla="*/ 321 w 353"/>
              <a:gd name="T75" fmla="*/ 0 h 353"/>
              <a:gd name="T76" fmla="*/ 32 w 353"/>
              <a:gd name="T77" fmla="*/ 0 h 353"/>
              <a:gd name="T78" fmla="*/ 0 w 353"/>
              <a:gd name="T79" fmla="*/ 32 h 353"/>
              <a:gd name="T80" fmla="*/ 0 w 353"/>
              <a:gd name="T81" fmla="*/ 321 h 353"/>
              <a:gd name="T82" fmla="*/ 32 w 353"/>
              <a:gd name="T83" fmla="*/ 353 h 353"/>
              <a:gd name="T84" fmla="*/ 321 w 353"/>
              <a:gd name="T85" fmla="*/ 353 h 353"/>
              <a:gd name="T86" fmla="*/ 353 w 353"/>
              <a:gd name="T87" fmla="*/ 321 h 353"/>
              <a:gd name="T88" fmla="*/ 353 w 353"/>
              <a:gd name="T89" fmla="*/ 32 h 353"/>
              <a:gd name="T90" fmla="*/ 321 w 353"/>
              <a:gd name="T91" fmla="*/ 0 h 353"/>
              <a:gd name="T92" fmla="*/ 337 w 353"/>
              <a:gd name="T93" fmla="*/ 321 h 353"/>
              <a:gd name="T94" fmla="*/ 321 w 353"/>
              <a:gd name="T95" fmla="*/ 337 h 353"/>
              <a:gd name="T96" fmla="*/ 32 w 353"/>
              <a:gd name="T97" fmla="*/ 337 h 353"/>
              <a:gd name="T98" fmla="*/ 16 w 353"/>
              <a:gd name="T99" fmla="*/ 321 h 353"/>
              <a:gd name="T100" fmla="*/ 16 w 353"/>
              <a:gd name="T101" fmla="*/ 32 h 353"/>
              <a:gd name="T102" fmla="*/ 32 w 353"/>
              <a:gd name="T103" fmla="*/ 16 h 353"/>
              <a:gd name="T104" fmla="*/ 321 w 353"/>
              <a:gd name="T105" fmla="*/ 16 h 353"/>
              <a:gd name="T106" fmla="*/ 337 w 353"/>
              <a:gd name="T107" fmla="*/ 32 h 353"/>
              <a:gd name="T108" fmla="*/ 337 w 353"/>
              <a:gd name="T109" fmla="*/ 321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353" h="353">
                <a:moveTo>
                  <a:pt x="96" y="64"/>
                </a:moveTo>
                <a:cubicBezTo>
                  <a:pt x="78" y="64"/>
                  <a:pt x="64" y="79"/>
                  <a:pt x="64" y="97"/>
                </a:cubicBezTo>
                <a:cubicBezTo>
                  <a:pt x="64" y="114"/>
                  <a:pt x="78" y="129"/>
                  <a:pt x="96" y="129"/>
                </a:cubicBezTo>
                <a:cubicBezTo>
                  <a:pt x="114" y="129"/>
                  <a:pt x="128" y="114"/>
                  <a:pt x="128" y="97"/>
                </a:cubicBezTo>
                <a:cubicBezTo>
                  <a:pt x="128" y="79"/>
                  <a:pt x="114" y="64"/>
                  <a:pt x="96" y="64"/>
                </a:cubicBezTo>
                <a:moveTo>
                  <a:pt x="96" y="113"/>
                </a:moveTo>
                <a:cubicBezTo>
                  <a:pt x="87" y="113"/>
                  <a:pt x="80" y="105"/>
                  <a:pt x="80" y="97"/>
                </a:cubicBezTo>
                <a:cubicBezTo>
                  <a:pt x="80" y="88"/>
                  <a:pt x="87" y="81"/>
                  <a:pt x="96" y="81"/>
                </a:cubicBezTo>
                <a:cubicBezTo>
                  <a:pt x="105" y="81"/>
                  <a:pt x="112" y="88"/>
                  <a:pt x="112" y="97"/>
                </a:cubicBezTo>
                <a:cubicBezTo>
                  <a:pt x="112" y="105"/>
                  <a:pt x="105" y="113"/>
                  <a:pt x="96" y="113"/>
                </a:cubicBezTo>
                <a:moveTo>
                  <a:pt x="237" y="228"/>
                </a:moveTo>
                <a:cubicBezTo>
                  <a:pt x="231" y="231"/>
                  <a:pt x="226" y="233"/>
                  <a:pt x="220" y="233"/>
                </a:cubicBezTo>
                <a:cubicBezTo>
                  <a:pt x="212" y="233"/>
                  <a:pt x="206" y="231"/>
                  <a:pt x="200" y="228"/>
                </a:cubicBezTo>
                <a:cubicBezTo>
                  <a:pt x="194" y="225"/>
                  <a:pt x="189" y="221"/>
                  <a:pt x="184" y="216"/>
                </a:cubicBezTo>
                <a:cubicBezTo>
                  <a:pt x="180" y="211"/>
                  <a:pt x="177" y="205"/>
                  <a:pt x="174" y="198"/>
                </a:cubicBezTo>
                <a:cubicBezTo>
                  <a:pt x="172" y="192"/>
                  <a:pt x="171" y="184"/>
                  <a:pt x="171" y="176"/>
                </a:cubicBezTo>
                <a:cubicBezTo>
                  <a:pt x="171" y="168"/>
                  <a:pt x="172" y="161"/>
                  <a:pt x="174" y="154"/>
                </a:cubicBezTo>
                <a:cubicBezTo>
                  <a:pt x="177" y="148"/>
                  <a:pt x="180" y="142"/>
                  <a:pt x="184" y="137"/>
                </a:cubicBezTo>
                <a:cubicBezTo>
                  <a:pt x="189" y="132"/>
                  <a:pt x="194" y="128"/>
                  <a:pt x="200" y="125"/>
                </a:cubicBezTo>
                <a:cubicBezTo>
                  <a:pt x="206" y="123"/>
                  <a:pt x="212" y="121"/>
                  <a:pt x="220" y="121"/>
                </a:cubicBezTo>
                <a:cubicBezTo>
                  <a:pt x="225" y="121"/>
                  <a:pt x="230" y="122"/>
                  <a:pt x="235" y="124"/>
                </a:cubicBezTo>
                <a:cubicBezTo>
                  <a:pt x="240" y="126"/>
                  <a:pt x="245" y="130"/>
                  <a:pt x="250" y="136"/>
                </a:cubicBezTo>
                <a:cubicBezTo>
                  <a:pt x="270" y="121"/>
                  <a:pt x="270" y="121"/>
                  <a:pt x="270" y="121"/>
                </a:cubicBezTo>
                <a:cubicBezTo>
                  <a:pt x="262" y="112"/>
                  <a:pt x="255" y="106"/>
                  <a:pt x="247" y="102"/>
                </a:cubicBezTo>
                <a:cubicBezTo>
                  <a:pt x="238" y="98"/>
                  <a:pt x="229" y="97"/>
                  <a:pt x="220" y="97"/>
                </a:cubicBezTo>
                <a:cubicBezTo>
                  <a:pt x="209" y="97"/>
                  <a:pt x="199" y="98"/>
                  <a:pt x="189" y="102"/>
                </a:cubicBezTo>
                <a:cubicBezTo>
                  <a:pt x="180" y="106"/>
                  <a:pt x="172" y="112"/>
                  <a:pt x="166" y="119"/>
                </a:cubicBezTo>
                <a:cubicBezTo>
                  <a:pt x="159" y="126"/>
                  <a:pt x="154" y="134"/>
                  <a:pt x="150" y="144"/>
                </a:cubicBezTo>
                <a:cubicBezTo>
                  <a:pt x="146" y="154"/>
                  <a:pt x="144" y="165"/>
                  <a:pt x="144" y="178"/>
                </a:cubicBezTo>
                <a:cubicBezTo>
                  <a:pt x="144" y="189"/>
                  <a:pt x="146" y="200"/>
                  <a:pt x="150" y="210"/>
                </a:cubicBezTo>
                <a:cubicBezTo>
                  <a:pt x="154" y="220"/>
                  <a:pt x="159" y="228"/>
                  <a:pt x="166" y="235"/>
                </a:cubicBezTo>
                <a:cubicBezTo>
                  <a:pt x="172" y="242"/>
                  <a:pt x="180" y="248"/>
                  <a:pt x="189" y="251"/>
                </a:cubicBezTo>
                <a:cubicBezTo>
                  <a:pt x="199" y="255"/>
                  <a:pt x="209" y="257"/>
                  <a:pt x="220" y="257"/>
                </a:cubicBezTo>
                <a:cubicBezTo>
                  <a:pt x="230" y="257"/>
                  <a:pt x="240" y="255"/>
                  <a:pt x="249" y="251"/>
                </a:cubicBezTo>
                <a:cubicBezTo>
                  <a:pt x="259" y="246"/>
                  <a:pt x="266" y="240"/>
                  <a:pt x="273" y="230"/>
                </a:cubicBezTo>
                <a:cubicBezTo>
                  <a:pt x="252" y="214"/>
                  <a:pt x="252" y="214"/>
                  <a:pt x="252" y="214"/>
                </a:cubicBezTo>
                <a:cubicBezTo>
                  <a:pt x="247" y="221"/>
                  <a:pt x="242" y="225"/>
                  <a:pt x="237" y="228"/>
                </a:cubicBezTo>
                <a:moveTo>
                  <a:pt x="321" y="0"/>
                </a:move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5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4" y="353"/>
                  <a:pt x="32" y="353"/>
                </a:cubicBezTo>
                <a:cubicBezTo>
                  <a:pt x="321" y="353"/>
                  <a:pt x="321" y="353"/>
                  <a:pt x="321" y="353"/>
                </a:cubicBezTo>
                <a:cubicBezTo>
                  <a:pt x="339" y="353"/>
                  <a:pt x="353" y="339"/>
                  <a:pt x="353" y="321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15"/>
                  <a:pt x="339" y="0"/>
                  <a:pt x="321" y="0"/>
                </a:cubicBezTo>
                <a:moveTo>
                  <a:pt x="337" y="321"/>
                </a:moveTo>
                <a:cubicBezTo>
                  <a:pt x="337" y="330"/>
                  <a:pt x="330" y="337"/>
                  <a:pt x="321" y="337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23" y="337"/>
                  <a:pt x="16" y="330"/>
                  <a:pt x="16" y="32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4"/>
                  <a:pt x="23" y="16"/>
                  <a:pt x="32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4"/>
                  <a:pt x="337" y="32"/>
                </a:cubicBezTo>
                <a:lnTo>
                  <a:pt x="337" y="32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5" name="Freeform 15"/>
          <p:cNvSpPr>
            <a:spLocks noEditPoints="1"/>
          </p:cNvSpPr>
          <p:nvPr/>
        </p:nvSpPr>
        <p:spPr bwMode="auto">
          <a:xfrm>
            <a:off x="863602" y="2012951"/>
            <a:ext cx="575733" cy="575733"/>
          </a:xfrm>
          <a:custGeom>
            <a:avLst/>
            <a:gdLst>
              <a:gd name="T0" fmla="*/ 96 w 353"/>
              <a:gd name="T1" fmla="*/ 64 h 353"/>
              <a:gd name="T2" fmla="*/ 64 w 353"/>
              <a:gd name="T3" fmla="*/ 96 h 353"/>
              <a:gd name="T4" fmla="*/ 96 w 353"/>
              <a:gd name="T5" fmla="*/ 128 h 353"/>
              <a:gd name="T6" fmla="*/ 128 w 353"/>
              <a:gd name="T7" fmla="*/ 96 h 353"/>
              <a:gd name="T8" fmla="*/ 96 w 353"/>
              <a:gd name="T9" fmla="*/ 64 h 353"/>
              <a:gd name="T10" fmla="*/ 96 w 353"/>
              <a:gd name="T11" fmla="*/ 112 h 353"/>
              <a:gd name="T12" fmla="*/ 80 w 353"/>
              <a:gd name="T13" fmla="*/ 96 h 353"/>
              <a:gd name="T14" fmla="*/ 96 w 353"/>
              <a:gd name="T15" fmla="*/ 80 h 353"/>
              <a:gd name="T16" fmla="*/ 112 w 353"/>
              <a:gd name="T17" fmla="*/ 96 h 353"/>
              <a:gd name="T18" fmla="*/ 96 w 353"/>
              <a:gd name="T19" fmla="*/ 112 h 353"/>
              <a:gd name="T20" fmla="*/ 161 w 353"/>
              <a:gd name="T21" fmla="*/ 256 h 353"/>
              <a:gd name="T22" fmla="*/ 185 w 353"/>
              <a:gd name="T23" fmla="*/ 256 h 353"/>
              <a:gd name="T24" fmla="*/ 185 w 353"/>
              <a:gd name="T25" fmla="*/ 192 h 353"/>
              <a:gd name="T26" fmla="*/ 249 w 353"/>
              <a:gd name="T27" fmla="*/ 192 h 353"/>
              <a:gd name="T28" fmla="*/ 249 w 353"/>
              <a:gd name="T29" fmla="*/ 168 h 353"/>
              <a:gd name="T30" fmla="*/ 185 w 353"/>
              <a:gd name="T31" fmla="*/ 168 h 353"/>
              <a:gd name="T32" fmla="*/ 185 w 353"/>
              <a:gd name="T33" fmla="*/ 120 h 353"/>
              <a:gd name="T34" fmla="*/ 257 w 353"/>
              <a:gd name="T35" fmla="*/ 120 h 353"/>
              <a:gd name="T36" fmla="*/ 257 w 353"/>
              <a:gd name="T37" fmla="*/ 96 h 353"/>
              <a:gd name="T38" fmla="*/ 161 w 353"/>
              <a:gd name="T39" fmla="*/ 96 h 353"/>
              <a:gd name="T40" fmla="*/ 161 w 353"/>
              <a:gd name="T41" fmla="*/ 256 h 353"/>
              <a:gd name="T42" fmla="*/ 321 w 353"/>
              <a:gd name="T43" fmla="*/ 0 h 353"/>
              <a:gd name="T44" fmla="*/ 32 w 353"/>
              <a:gd name="T45" fmla="*/ 0 h 353"/>
              <a:gd name="T46" fmla="*/ 0 w 353"/>
              <a:gd name="T47" fmla="*/ 32 h 353"/>
              <a:gd name="T48" fmla="*/ 0 w 353"/>
              <a:gd name="T49" fmla="*/ 321 h 353"/>
              <a:gd name="T50" fmla="*/ 32 w 353"/>
              <a:gd name="T51" fmla="*/ 353 h 353"/>
              <a:gd name="T52" fmla="*/ 321 w 353"/>
              <a:gd name="T53" fmla="*/ 353 h 353"/>
              <a:gd name="T54" fmla="*/ 353 w 353"/>
              <a:gd name="T55" fmla="*/ 321 h 353"/>
              <a:gd name="T56" fmla="*/ 353 w 353"/>
              <a:gd name="T57" fmla="*/ 32 h 353"/>
              <a:gd name="T58" fmla="*/ 321 w 353"/>
              <a:gd name="T59" fmla="*/ 0 h 353"/>
              <a:gd name="T60" fmla="*/ 337 w 353"/>
              <a:gd name="T61" fmla="*/ 321 h 353"/>
              <a:gd name="T62" fmla="*/ 321 w 353"/>
              <a:gd name="T63" fmla="*/ 337 h 353"/>
              <a:gd name="T64" fmla="*/ 32 w 353"/>
              <a:gd name="T65" fmla="*/ 337 h 353"/>
              <a:gd name="T66" fmla="*/ 16 w 353"/>
              <a:gd name="T67" fmla="*/ 321 h 353"/>
              <a:gd name="T68" fmla="*/ 16 w 353"/>
              <a:gd name="T69" fmla="*/ 32 h 353"/>
              <a:gd name="T70" fmla="*/ 32 w 353"/>
              <a:gd name="T71" fmla="*/ 16 h 353"/>
              <a:gd name="T72" fmla="*/ 321 w 353"/>
              <a:gd name="T73" fmla="*/ 16 h 353"/>
              <a:gd name="T74" fmla="*/ 337 w 353"/>
              <a:gd name="T75" fmla="*/ 32 h 353"/>
              <a:gd name="T76" fmla="*/ 337 w 353"/>
              <a:gd name="T77" fmla="*/ 321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353" h="353">
                <a:moveTo>
                  <a:pt x="96" y="64"/>
                </a:moveTo>
                <a:cubicBezTo>
                  <a:pt x="78" y="64"/>
                  <a:pt x="64" y="78"/>
                  <a:pt x="64" y="96"/>
                </a:cubicBezTo>
                <a:cubicBezTo>
                  <a:pt x="64" y="114"/>
                  <a:pt x="78" y="128"/>
                  <a:pt x="96" y="128"/>
                </a:cubicBezTo>
                <a:cubicBezTo>
                  <a:pt x="114" y="128"/>
                  <a:pt x="128" y="114"/>
                  <a:pt x="128" y="96"/>
                </a:cubicBezTo>
                <a:cubicBezTo>
                  <a:pt x="128" y="78"/>
                  <a:pt x="114" y="64"/>
                  <a:pt x="96" y="64"/>
                </a:cubicBezTo>
                <a:moveTo>
                  <a:pt x="96" y="112"/>
                </a:moveTo>
                <a:cubicBezTo>
                  <a:pt x="87" y="112"/>
                  <a:pt x="80" y="105"/>
                  <a:pt x="80" y="96"/>
                </a:cubicBezTo>
                <a:cubicBezTo>
                  <a:pt x="80" y="87"/>
                  <a:pt x="87" y="80"/>
                  <a:pt x="96" y="80"/>
                </a:cubicBezTo>
                <a:cubicBezTo>
                  <a:pt x="105" y="80"/>
                  <a:pt x="112" y="87"/>
                  <a:pt x="112" y="96"/>
                </a:cubicBezTo>
                <a:cubicBezTo>
                  <a:pt x="112" y="105"/>
                  <a:pt x="105" y="112"/>
                  <a:pt x="96" y="112"/>
                </a:cubicBezTo>
                <a:moveTo>
                  <a:pt x="161" y="256"/>
                </a:moveTo>
                <a:cubicBezTo>
                  <a:pt x="185" y="256"/>
                  <a:pt x="185" y="256"/>
                  <a:pt x="185" y="256"/>
                </a:cubicBezTo>
                <a:cubicBezTo>
                  <a:pt x="185" y="192"/>
                  <a:pt x="185" y="192"/>
                  <a:pt x="185" y="192"/>
                </a:cubicBezTo>
                <a:cubicBezTo>
                  <a:pt x="249" y="192"/>
                  <a:pt x="249" y="192"/>
                  <a:pt x="249" y="192"/>
                </a:cubicBezTo>
                <a:cubicBezTo>
                  <a:pt x="249" y="168"/>
                  <a:pt x="249" y="168"/>
                  <a:pt x="249" y="168"/>
                </a:cubicBezTo>
                <a:cubicBezTo>
                  <a:pt x="185" y="168"/>
                  <a:pt x="185" y="168"/>
                  <a:pt x="185" y="168"/>
                </a:cubicBezTo>
                <a:cubicBezTo>
                  <a:pt x="185" y="120"/>
                  <a:pt x="185" y="120"/>
                  <a:pt x="185" y="120"/>
                </a:cubicBezTo>
                <a:cubicBezTo>
                  <a:pt x="257" y="120"/>
                  <a:pt x="257" y="120"/>
                  <a:pt x="257" y="120"/>
                </a:cubicBezTo>
                <a:cubicBezTo>
                  <a:pt x="257" y="96"/>
                  <a:pt x="257" y="96"/>
                  <a:pt x="257" y="96"/>
                </a:cubicBezTo>
                <a:cubicBezTo>
                  <a:pt x="161" y="96"/>
                  <a:pt x="161" y="96"/>
                  <a:pt x="161" y="96"/>
                </a:cubicBezTo>
                <a:lnTo>
                  <a:pt x="161" y="256"/>
                </a:lnTo>
                <a:close/>
                <a:moveTo>
                  <a:pt x="321" y="0"/>
                </a:move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4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8"/>
                  <a:pt x="14" y="353"/>
                  <a:pt x="32" y="353"/>
                </a:cubicBezTo>
                <a:cubicBezTo>
                  <a:pt x="321" y="353"/>
                  <a:pt x="321" y="353"/>
                  <a:pt x="321" y="353"/>
                </a:cubicBezTo>
                <a:cubicBezTo>
                  <a:pt x="339" y="353"/>
                  <a:pt x="353" y="338"/>
                  <a:pt x="353" y="321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14"/>
                  <a:pt x="339" y="0"/>
                  <a:pt x="321" y="0"/>
                </a:cubicBezTo>
                <a:moveTo>
                  <a:pt x="337" y="321"/>
                </a:moveTo>
                <a:cubicBezTo>
                  <a:pt x="337" y="330"/>
                  <a:pt x="330" y="337"/>
                  <a:pt x="321" y="337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23" y="337"/>
                  <a:pt x="16" y="330"/>
                  <a:pt x="16" y="32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3"/>
                  <a:pt x="23" y="16"/>
                  <a:pt x="32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3"/>
                  <a:pt x="337" y="32"/>
                </a:cubicBezTo>
                <a:lnTo>
                  <a:pt x="337" y="32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6" name="Freeform 16"/>
          <p:cNvSpPr>
            <a:spLocks noEditPoints="1"/>
          </p:cNvSpPr>
          <p:nvPr/>
        </p:nvSpPr>
        <p:spPr bwMode="auto">
          <a:xfrm>
            <a:off x="1962151" y="2012951"/>
            <a:ext cx="575733" cy="575733"/>
          </a:xfrm>
          <a:custGeom>
            <a:avLst/>
            <a:gdLst>
              <a:gd name="T0" fmla="*/ 177 w 353"/>
              <a:gd name="T1" fmla="*/ 0 h 353"/>
              <a:gd name="T2" fmla="*/ 0 w 353"/>
              <a:gd name="T3" fmla="*/ 176 h 353"/>
              <a:gd name="T4" fmla="*/ 177 w 353"/>
              <a:gd name="T5" fmla="*/ 353 h 353"/>
              <a:gd name="T6" fmla="*/ 353 w 353"/>
              <a:gd name="T7" fmla="*/ 176 h 353"/>
              <a:gd name="T8" fmla="*/ 177 w 353"/>
              <a:gd name="T9" fmla="*/ 0 h 353"/>
              <a:gd name="T10" fmla="*/ 177 w 353"/>
              <a:gd name="T11" fmla="*/ 337 h 353"/>
              <a:gd name="T12" fmla="*/ 16 w 353"/>
              <a:gd name="T13" fmla="*/ 176 h 353"/>
              <a:gd name="T14" fmla="*/ 177 w 353"/>
              <a:gd name="T15" fmla="*/ 16 h 353"/>
              <a:gd name="T16" fmla="*/ 337 w 353"/>
              <a:gd name="T17" fmla="*/ 176 h 353"/>
              <a:gd name="T18" fmla="*/ 177 w 353"/>
              <a:gd name="T19" fmla="*/ 337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53" h="353">
                <a:moveTo>
                  <a:pt x="177" y="0"/>
                </a:moveTo>
                <a:cubicBezTo>
                  <a:pt x="79" y="0"/>
                  <a:pt x="0" y="79"/>
                  <a:pt x="0" y="176"/>
                </a:cubicBezTo>
                <a:cubicBezTo>
                  <a:pt x="0" y="274"/>
                  <a:pt x="79" y="353"/>
                  <a:pt x="177" y="353"/>
                </a:cubicBezTo>
                <a:cubicBezTo>
                  <a:pt x="274" y="353"/>
                  <a:pt x="353" y="274"/>
                  <a:pt x="353" y="176"/>
                </a:cubicBezTo>
                <a:cubicBezTo>
                  <a:pt x="353" y="79"/>
                  <a:pt x="274" y="0"/>
                  <a:pt x="177" y="0"/>
                </a:cubicBezTo>
                <a:moveTo>
                  <a:pt x="177" y="337"/>
                </a:moveTo>
                <a:cubicBezTo>
                  <a:pt x="88" y="337"/>
                  <a:pt x="16" y="265"/>
                  <a:pt x="16" y="176"/>
                </a:cubicBezTo>
                <a:cubicBezTo>
                  <a:pt x="16" y="88"/>
                  <a:pt x="88" y="16"/>
                  <a:pt x="177" y="16"/>
                </a:cubicBezTo>
                <a:cubicBezTo>
                  <a:pt x="266" y="16"/>
                  <a:pt x="337" y="88"/>
                  <a:pt x="337" y="176"/>
                </a:cubicBezTo>
                <a:cubicBezTo>
                  <a:pt x="337" y="265"/>
                  <a:pt x="266" y="337"/>
                  <a:pt x="177" y="337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7" name="Freeform 17"/>
          <p:cNvSpPr>
            <a:spLocks noEditPoints="1"/>
          </p:cNvSpPr>
          <p:nvPr/>
        </p:nvSpPr>
        <p:spPr bwMode="auto">
          <a:xfrm>
            <a:off x="3062818" y="2012951"/>
            <a:ext cx="573617" cy="575733"/>
          </a:xfrm>
          <a:custGeom>
            <a:avLst/>
            <a:gdLst>
              <a:gd name="T0" fmla="*/ 176 w 353"/>
              <a:gd name="T1" fmla="*/ 0 h 353"/>
              <a:gd name="T2" fmla="*/ 0 w 353"/>
              <a:gd name="T3" fmla="*/ 176 h 353"/>
              <a:gd name="T4" fmla="*/ 176 w 353"/>
              <a:gd name="T5" fmla="*/ 353 h 353"/>
              <a:gd name="T6" fmla="*/ 353 w 353"/>
              <a:gd name="T7" fmla="*/ 176 h 353"/>
              <a:gd name="T8" fmla="*/ 176 w 353"/>
              <a:gd name="T9" fmla="*/ 0 h 353"/>
              <a:gd name="T10" fmla="*/ 197 w 353"/>
              <a:gd name="T11" fmla="*/ 335 h 353"/>
              <a:gd name="T12" fmla="*/ 176 w 353"/>
              <a:gd name="T13" fmla="*/ 337 h 353"/>
              <a:gd name="T14" fmla="*/ 16 w 353"/>
              <a:gd name="T15" fmla="*/ 176 h 353"/>
              <a:gd name="T16" fmla="*/ 176 w 353"/>
              <a:gd name="T17" fmla="*/ 16 h 353"/>
              <a:gd name="T18" fmla="*/ 197 w 353"/>
              <a:gd name="T19" fmla="*/ 17 h 353"/>
              <a:gd name="T20" fmla="*/ 256 w 353"/>
              <a:gd name="T21" fmla="*/ 176 h 353"/>
              <a:gd name="T22" fmla="*/ 197 w 353"/>
              <a:gd name="T23" fmla="*/ 335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53" h="353">
                <a:moveTo>
                  <a:pt x="176" y="0"/>
                </a:moveTo>
                <a:cubicBezTo>
                  <a:pt x="79" y="0"/>
                  <a:pt x="0" y="79"/>
                  <a:pt x="0" y="176"/>
                </a:cubicBezTo>
                <a:cubicBezTo>
                  <a:pt x="0" y="274"/>
                  <a:pt x="79" y="353"/>
                  <a:pt x="176" y="353"/>
                </a:cubicBezTo>
                <a:cubicBezTo>
                  <a:pt x="274" y="353"/>
                  <a:pt x="353" y="274"/>
                  <a:pt x="353" y="176"/>
                </a:cubicBezTo>
                <a:cubicBezTo>
                  <a:pt x="353" y="79"/>
                  <a:pt x="274" y="0"/>
                  <a:pt x="176" y="0"/>
                </a:cubicBezTo>
                <a:moveTo>
                  <a:pt x="197" y="335"/>
                </a:moveTo>
                <a:cubicBezTo>
                  <a:pt x="190" y="336"/>
                  <a:pt x="183" y="337"/>
                  <a:pt x="176" y="337"/>
                </a:cubicBezTo>
                <a:cubicBezTo>
                  <a:pt x="87" y="337"/>
                  <a:pt x="16" y="265"/>
                  <a:pt x="16" y="176"/>
                </a:cubicBezTo>
                <a:cubicBezTo>
                  <a:pt x="16" y="88"/>
                  <a:pt x="87" y="16"/>
                  <a:pt x="176" y="16"/>
                </a:cubicBezTo>
                <a:cubicBezTo>
                  <a:pt x="183" y="16"/>
                  <a:pt x="190" y="16"/>
                  <a:pt x="197" y="17"/>
                </a:cubicBezTo>
                <a:cubicBezTo>
                  <a:pt x="234" y="60"/>
                  <a:pt x="256" y="116"/>
                  <a:pt x="256" y="176"/>
                </a:cubicBezTo>
                <a:cubicBezTo>
                  <a:pt x="256" y="237"/>
                  <a:pt x="234" y="293"/>
                  <a:pt x="197" y="335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8" name="Freeform 18"/>
          <p:cNvSpPr>
            <a:spLocks noEditPoints="1"/>
          </p:cNvSpPr>
          <p:nvPr/>
        </p:nvSpPr>
        <p:spPr bwMode="auto">
          <a:xfrm>
            <a:off x="4161369" y="2012951"/>
            <a:ext cx="573617" cy="575733"/>
          </a:xfrm>
          <a:custGeom>
            <a:avLst/>
            <a:gdLst>
              <a:gd name="T0" fmla="*/ 177 w 353"/>
              <a:gd name="T1" fmla="*/ 0 h 353"/>
              <a:gd name="T2" fmla="*/ 0 w 353"/>
              <a:gd name="T3" fmla="*/ 176 h 353"/>
              <a:gd name="T4" fmla="*/ 177 w 353"/>
              <a:gd name="T5" fmla="*/ 353 h 353"/>
              <a:gd name="T6" fmla="*/ 353 w 353"/>
              <a:gd name="T7" fmla="*/ 176 h 353"/>
              <a:gd name="T8" fmla="*/ 177 w 353"/>
              <a:gd name="T9" fmla="*/ 0 h 353"/>
              <a:gd name="T10" fmla="*/ 177 w 353"/>
              <a:gd name="T11" fmla="*/ 337 h 353"/>
              <a:gd name="T12" fmla="*/ 16 w 353"/>
              <a:gd name="T13" fmla="*/ 176 h 353"/>
              <a:gd name="T14" fmla="*/ 177 w 353"/>
              <a:gd name="T15" fmla="*/ 16 h 353"/>
              <a:gd name="T16" fmla="*/ 177 w 353"/>
              <a:gd name="T17" fmla="*/ 337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53" h="353">
                <a:moveTo>
                  <a:pt x="177" y="0"/>
                </a:moveTo>
                <a:cubicBezTo>
                  <a:pt x="79" y="0"/>
                  <a:pt x="0" y="79"/>
                  <a:pt x="0" y="176"/>
                </a:cubicBezTo>
                <a:cubicBezTo>
                  <a:pt x="0" y="274"/>
                  <a:pt x="79" y="353"/>
                  <a:pt x="177" y="353"/>
                </a:cubicBezTo>
                <a:cubicBezTo>
                  <a:pt x="274" y="353"/>
                  <a:pt x="353" y="274"/>
                  <a:pt x="353" y="176"/>
                </a:cubicBezTo>
                <a:cubicBezTo>
                  <a:pt x="353" y="79"/>
                  <a:pt x="274" y="0"/>
                  <a:pt x="177" y="0"/>
                </a:cubicBezTo>
                <a:moveTo>
                  <a:pt x="177" y="337"/>
                </a:moveTo>
                <a:cubicBezTo>
                  <a:pt x="88" y="337"/>
                  <a:pt x="16" y="265"/>
                  <a:pt x="16" y="176"/>
                </a:cubicBezTo>
                <a:cubicBezTo>
                  <a:pt x="16" y="88"/>
                  <a:pt x="88" y="16"/>
                  <a:pt x="177" y="16"/>
                </a:cubicBezTo>
                <a:lnTo>
                  <a:pt x="177" y="337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9" name="Freeform 19"/>
          <p:cNvSpPr>
            <a:spLocks noEditPoints="1"/>
          </p:cNvSpPr>
          <p:nvPr/>
        </p:nvSpPr>
        <p:spPr bwMode="auto">
          <a:xfrm>
            <a:off x="5259918" y="2012951"/>
            <a:ext cx="573617" cy="575733"/>
          </a:xfrm>
          <a:custGeom>
            <a:avLst/>
            <a:gdLst>
              <a:gd name="T0" fmla="*/ 177 w 353"/>
              <a:gd name="T1" fmla="*/ 0 h 353"/>
              <a:gd name="T2" fmla="*/ 0 w 353"/>
              <a:gd name="T3" fmla="*/ 176 h 353"/>
              <a:gd name="T4" fmla="*/ 177 w 353"/>
              <a:gd name="T5" fmla="*/ 353 h 353"/>
              <a:gd name="T6" fmla="*/ 353 w 353"/>
              <a:gd name="T7" fmla="*/ 176 h 353"/>
              <a:gd name="T8" fmla="*/ 177 w 353"/>
              <a:gd name="T9" fmla="*/ 0 h 353"/>
              <a:gd name="T10" fmla="*/ 157 w 353"/>
              <a:gd name="T11" fmla="*/ 335 h 353"/>
              <a:gd name="T12" fmla="*/ 16 w 353"/>
              <a:gd name="T13" fmla="*/ 176 h 353"/>
              <a:gd name="T14" fmla="*/ 157 w 353"/>
              <a:gd name="T15" fmla="*/ 17 h 353"/>
              <a:gd name="T16" fmla="*/ 97 w 353"/>
              <a:gd name="T17" fmla="*/ 176 h 353"/>
              <a:gd name="T18" fmla="*/ 157 w 353"/>
              <a:gd name="T19" fmla="*/ 335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53" h="353">
                <a:moveTo>
                  <a:pt x="177" y="0"/>
                </a:moveTo>
                <a:cubicBezTo>
                  <a:pt x="79" y="0"/>
                  <a:pt x="0" y="79"/>
                  <a:pt x="0" y="176"/>
                </a:cubicBezTo>
                <a:cubicBezTo>
                  <a:pt x="0" y="274"/>
                  <a:pt x="79" y="353"/>
                  <a:pt x="177" y="353"/>
                </a:cubicBezTo>
                <a:cubicBezTo>
                  <a:pt x="274" y="353"/>
                  <a:pt x="353" y="274"/>
                  <a:pt x="353" y="176"/>
                </a:cubicBezTo>
                <a:cubicBezTo>
                  <a:pt x="353" y="79"/>
                  <a:pt x="274" y="0"/>
                  <a:pt x="177" y="0"/>
                </a:cubicBezTo>
                <a:moveTo>
                  <a:pt x="157" y="335"/>
                </a:moveTo>
                <a:cubicBezTo>
                  <a:pt x="78" y="325"/>
                  <a:pt x="16" y="258"/>
                  <a:pt x="16" y="176"/>
                </a:cubicBezTo>
                <a:cubicBezTo>
                  <a:pt x="16" y="94"/>
                  <a:pt x="78" y="27"/>
                  <a:pt x="157" y="17"/>
                </a:cubicBezTo>
                <a:cubicBezTo>
                  <a:pt x="119" y="59"/>
                  <a:pt x="97" y="115"/>
                  <a:pt x="97" y="176"/>
                </a:cubicBezTo>
                <a:cubicBezTo>
                  <a:pt x="97" y="237"/>
                  <a:pt x="119" y="293"/>
                  <a:pt x="157" y="335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0" name="Oval 20"/>
          <p:cNvSpPr>
            <a:spLocks noChangeArrowheads="1"/>
          </p:cNvSpPr>
          <p:nvPr/>
        </p:nvSpPr>
        <p:spPr bwMode="auto">
          <a:xfrm>
            <a:off x="6358468" y="2012951"/>
            <a:ext cx="575733" cy="575733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1" name="Freeform 21"/>
          <p:cNvSpPr>
            <a:spLocks noEditPoints="1"/>
          </p:cNvSpPr>
          <p:nvPr/>
        </p:nvSpPr>
        <p:spPr bwMode="auto">
          <a:xfrm>
            <a:off x="7457018" y="2012951"/>
            <a:ext cx="575733" cy="575733"/>
          </a:xfrm>
          <a:custGeom>
            <a:avLst/>
            <a:gdLst>
              <a:gd name="T0" fmla="*/ 176 w 353"/>
              <a:gd name="T1" fmla="*/ 0 h 353"/>
              <a:gd name="T2" fmla="*/ 0 w 353"/>
              <a:gd name="T3" fmla="*/ 176 h 353"/>
              <a:gd name="T4" fmla="*/ 176 w 353"/>
              <a:gd name="T5" fmla="*/ 353 h 353"/>
              <a:gd name="T6" fmla="*/ 353 w 353"/>
              <a:gd name="T7" fmla="*/ 176 h 353"/>
              <a:gd name="T8" fmla="*/ 176 w 353"/>
              <a:gd name="T9" fmla="*/ 0 h 353"/>
              <a:gd name="T10" fmla="*/ 197 w 353"/>
              <a:gd name="T11" fmla="*/ 335 h 353"/>
              <a:gd name="T12" fmla="*/ 257 w 353"/>
              <a:gd name="T13" fmla="*/ 176 h 353"/>
              <a:gd name="T14" fmla="*/ 197 w 353"/>
              <a:gd name="T15" fmla="*/ 17 h 353"/>
              <a:gd name="T16" fmla="*/ 337 w 353"/>
              <a:gd name="T17" fmla="*/ 176 h 353"/>
              <a:gd name="T18" fmla="*/ 197 w 353"/>
              <a:gd name="T19" fmla="*/ 335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53" h="353">
                <a:moveTo>
                  <a:pt x="176" y="0"/>
                </a:moveTo>
                <a:cubicBezTo>
                  <a:pt x="79" y="0"/>
                  <a:pt x="0" y="79"/>
                  <a:pt x="0" y="176"/>
                </a:cubicBezTo>
                <a:cubicBezTo>
                  <a:pt x="0" y="274"/>
                  <a:pt x="79" y="353"/>
                  <a:pt x="176" y="353"/>
                </a:cubicBezTo>
                <a:cubicBezTo>
                  <a:pt x="274" y="353"/>
                  <a:pt x="353" y="274"/>
                  <a:pt x="353" y="176"/>
                </a:cubicBezTo>
                <a:cubicBezTo>
                  <a:pt x="353" y="79"/>
                  <a:pt x="274" y="0"/>
                  <a:pt x="176" y="0"/>
                </a:cubicBezTo>
                <a:moveTo>
                  <a:pt x="197" y="335"/>
                </a:moveTo>
                <a:cubicBezTo>
                  <a:pt x="234" y="293"/>
                  <a:pt x="257" y="237"/>
                  <a:pt x="257" y="176"/>
                </a:cubicBezTo>
                <a:cubicBezTo>
                  <a:pt x="257" y="115"/>
                  <a:pt x="234" y="59"/>
                  <a:pt x="197" y="17"/>
                </a:cubicBezTo>
                <a:cubicBezTo>
                  <a:pt x="276" y="27"/>
                  <a:pt x="337" y="94"/>
                  <a:pt x="337" y="176"/>
                </a:cubicBezTo>
                <a:cubicBezTo>
                  <a:pt x="337" y="258"/>
                  <a:pt x="276" y="325"/>
                  <a:pt x="197" y="335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2" name="Freeform 22"/>
          <p:cNvSpPr>
            <a:spLocks noEditPoints="1"/>
          </p:cNvSpPr>
          <p:nvPr/>
        </p:nvSpPr>
        <p:spPr bwMode="auto">
          <a:xfrm>
            <a:off x="8555568" y="2012951"/>
            <a:ext cx="575733" cy="575733"/>
          </a:xfrm>
          <a:custGeom>
            <a:avLst/>
            <a:gdLst>
              <a:gd name="T0" fmla="*/ 177 w 353"/>
              <a:gd name="T1" fmla="*/ 0 h 353"/>
              <a:gd name="T2" fmla="*/ 0 w 353"/>
              <a:gd name="T3" fmla="*/ 176 h 353"/>
              <a:gd name="T4" fmla="*/ 177 w 353"/>
              <a:gd name="T5" fmla="*/ 353 h 353"/>
              <a:gd name="T6" fmla="*/ 353 w 353"/>
              <a:gd name="T7" fmla="*/ 176 h 353"/>
              <a:gd name="T8" fmla="*/ 177 w 353"/>
              <a:gd name="T9" fmla="*/ 0 h 353"/>
              <a:gd name="T10" fmla="*/ 177 w 353"/>
              <a:gd name="T11" fmla="*/ 337 h 353"/>
              <a:gd name="T12" fmla="*/ 177 w 353"/>
              <a:gd name="T13" fmla="*/ 16 h 353"/>
              <a:gd name="T14" fmla="*/ 337 w 353"/>
              <a:gd name="T15" fmla="*/ 176 h 353"/>
              <a:gd name="T16" fmla="*/ 177 w 353"/>
              <a:gd name="T17" fmla="*/ 337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53" h="353">
                <a:moveTo>
                  <a:pt x="177" y="0"/>
                </a:moveTo>
                <a:cubicBezTo>
                  <a:pt x="79" y="0"/>
                  <a:pt x="0" y="79"/>
                  <a:pt x="0" y="176"/>
                </a:cubicBezTo>
                <a:cubicBezTo>
                  <a:pt x="0" y="274"/>
                  <a:pt x="79" y="353"/>
                  <a:pt x="177" y="353"/>
                </a:cubicBezTo>
                <a:cubicBezTo>
                  <a:pt x="274" y="353"/>
                  <a:pt x="353" y="274"/>
                  <a:pt x="353" y="176"/>
                </a:cubicBezTo>
                <a:cubicBezTo>
                  <a:pt x="353" y="79"/>
                  <a:pt x="274" y="0"/>
                  <a:pt x="177" y="0"/>
                </a:cubicBezTo>
                <a:moveTo>
                  <a:pt x="177" y="337"/>
                </a:moveTo>
                <a:cubicBezTo>
                  <a:pt x="177" y="16"/>
                  <a:pt x="177" y="16"/>
                  <a:pt x="177" y="16"/>
                </a:cubicBezTo>
                <a:cubicBezTo>
                  <a:pt x="266" y="16"/>
                  <a:pt x="337" y="88"/>
                  <a:pt x="337" y="176"/>
                </a:cubicBezTo>
                <a:cubicBezTo>
                  <a:pt x="337" y="265"/>
                  <a:pt x="266" y="337"/>
                  <a:pt x="177" y="337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3" name="Freeform 23"/>
          <p:cNvSpPr>
            <a:spLocks noEditPoints="1"/>
          </p:cNvSpPr>
          <p:nvPr/>
        </p:nvSpPr>
        <p:spPr bwMode="auto">
          <a:xfrm>
            <a:off x="9656235" y="2012951"/>
            <a:ext cx="575733" cy="575733"/>
          </a:xfrm>
          <a:custGeom>
            <a:avLst/>
            <a:gdLst>
              <a:gd name="T0" fmla="*/ 176 w 353"/>
              <a:gd name="T1" fmla="*/ 0 h 353"/>
              <a:gd name="T2" fmla="*/ 0 w 353"/>
              <a:gd name="T3" fmla="*/ 176 h 353"/>
              <a:gd name="T4" fmla="*/ 176 w 353"/>
              <a:gd name="T5" fmla="*/ 353 h 353"/>
              <a:gd name="T6" fmla="*/ 353 w 353"/>
              <a:gd name="T7" fmla="*/ 176 h 353"/>
              <a:gd name="T8" fmla="*/ 176 w 353"/>
              <a:gd name="T9" fmla="*/ 0 h 353"/>
              <a:gd name="T10" fmla="*/ 176 w 353"/>
              <a:gd name="T11" fmla="*/ 337 h 353"/>
              <a:gd name="T12" fmla="*/ 156 w 353"/>
              <a:gd name="T13" fmla="*/ 335 h 353"/>
              <a:gd name="T14" fmla="*/ 96 w 353"/>
              <a:gd name="T15" fmla="*/ 176 h 353"/>
              <a:gd name="T16" fmla="*/ 156 w 353"/>
              <a:gd name="T17" fmla="*/ 17 h 353"/>
              <a:gd name="T18" fmla="*/ 176 w 353"/>
              <a:gd name="T19" fmla="*/ 16 h 353"/>
              <a:gd name="T20" fmla="*/ 337 w 353"/>
              <a:gd name="T21" fmla="*/ 176 h 353"/>
              <a:gd name="T22" fmla="*/ 176 w 353"/>
              <a:gd name="T23" fmla="*/ 337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53" h="353">
                <a:moveTo>
                  <a:pt x="176" y="0"/>
                </a:moveTo>
                <a:cubicBezTo>
                  <a:pt x="79" y="0"/>
                  <a:pt x="0" y="79"/>
                  <a:pt x="0" y="176"/>
                </a:cubicBezTo>
                <a:cubicBezTo>
                  <a:pt x="0" y="274"/>
                  <a:pt x="79" y="353"/>
                  <a:pt x="176" y="353"/>
                </a:cubicBezTo>
                <a:cubicBezTo>
                  <a:pt x="274" y="353"/>
                  <a:pt x="353" y="274"/>
                  <a:pt x="353" y="176"/>
                </a:cubicBezTo>
                <a:cubicBezTo>
                  <a:pt x="353" y="79"/>
                  <a:pt x="274" y="0"/>
                  <a:pt x="176" y="0"/>
                </a:cubicBezTo>
                <a:moveTo>
                  <a:pt x="176" y="337"/>
                </a:moveTo>
                <a:cubicBezTo>
                  <a:pt x="169" y="337"/>
                  <a:pt x="162" y="336"/>
                  <a:pt x="156" y="335"/>
                </a:cubicBezTo>
                <a:cubicBezTo>
                  <a:pt x="119" y="293"/>
                  <a:pt x="96" y="237"/>
                  <a:pt x="96" y="176"/>
                </a:cubicBezTo>
                <a:cubicBezTo>
                  <a:pt x="96" y="115"/>
                  <a:pt x="119" y="59"/>
                  <a:pt x="156" y="17"/>
                </a:cubicBezTo>
                <a:cubicBezTo>
                  <a:pt x="162" y="16"/>
                  <a:pt x="169" y="16"/>
                  <a:pt x="176" y="16"/>
                </a:cubicBezTo>
                <a:cubicBezTo>
                  <a:pt x="265" y="16"/>
                  <a:pt x="337" y="88"/>
                  <a:pt x="337" y="176"/>
                </a:cubicBezTo>
                <a:cubicBezTo>
                  <a:pt x="337" y="265"/>
                  <a:pt x="265" y="337"/>
                  <a:pt x="176" y="337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4" name="Freeform 24"/>
          <p:cNvSpPr>
            <a:spLocks noEditPoints="1"/>
          </p:cNvSpPr>
          <p:nvPr/>
        </p:nvSpPr>
        <p:spPr bwMode="auto">
          <a:xfrm>
            <a:off x="10911417" y="2012951"/>
            <a:ext cx="262467" cy="575733"/>
          </a:xfrm>
          <a:custGeom>
            <a:avLst/>
            <a:gdLst>
              <a:gd name="T0" fmla="*/ 97 w 161"/>
              <a:gd name="T1" fmla="*/ 227 h 353"/>
              <a:gd name="T2" fmla="*/ 97 w 161"/>
              <a:gd name="T3" fmla="*/ 128 h 353"/>
              <a:gd name="T4" fmla="*/ 80 w 161"/>
              <a:gd name="T5" fmla="*/ 112 h 353"/>
              <a:gd name="T6" fmla="*/ 64 w 161"/>
              <a:gd name="T7" fmla="*/ 128 h 353"/>
              <a:gd name="T8" fmla="*/ 64 w 161"/>
              <a:gd name="T9" fmla="*/ 227 h 353"/>
              <a:gd name="T10" fmla="*/ 32 w 161"/>
              <a:gd name="T11" fmla="*/ 273 h 353"/>
              <a:gd name="T12" fmla="*/ 80 w 161"/>
              <a:gd name="T13" fmla="*/ 321 h 353"/>
              <a:gd name="T14" fmla="*/ 129 w 161"/>
              <a:gd name="T15" fmla="*/ 273 h 353"/>
              <a:gd name="T16" fmla="*/ 97 w 161"/>
              <a:gd name="T17" fmla="*/ 227 h 353"/>
              <a:gd name="T18" fmla="*/ 129 w 161"/>
              <a:gd name="T19" fmla="*/ 208 h 353"/>
              <a:gd name="T20" fmla="*/ 129 w 161"/>
              <a:gd name="T21" fmla="*/ 48 h 353"/>
              <a:gd name="T22" fmla="*/ 80 w 161"/>
              <a:gd name="T23" fmla="*/ 0 h 353"/>
              <a:gd name="T24" fmla="*/ 32 w 161"/>
              <a:gd name="T25" fmla="*/ 48 h 353"/>
              <a:gd name="T26" fmla="*/ 32 w 161"/>
              <a:gd name="T27" fmla="*/ 208 h 353"/>
              <a:gd name="T28" fmla="*/ 0 w 161"/>
              <a:gd name="T29" fmla="*/ 273 h 353"/>
              <a:gd name="T30" fmla="*/ 80 w 161"/>
              <a:gd name="T31" fmla="*/ 353 h 353"/>
              <a:gd name="T32" fmla="*/ 161 w 161"/>
              <a:gd name="T33" fmla="*/ 273 h 353"/>
              <a:gd name="T34" fmla="*/ 129 w 161"/>
              <a:gd name="T35" fmla="*/ 208 h 353"/>
              <a:gd name="T36" fmla="*/ 80 w 161"/>
              <a:gd name="T37" fmla="*/ 337 h 353"/>
              <a:gd name="T38" fmla="*/ 16 w 161"/>
              <a:gd name="T39" fmla="*/ 273 h 353"/>
              <a:gd name="T40" fmla="*/ 48 w 161"/>
              <a:gd name="T41" fmla="*/ 217 h 353"/>
              <a:gd name="T42" fmla="*/ 48 w 161"/>
              <a:gd name="T43" fmla="*/ 48 h 353"/>
              <a:gd name="T44" fmla="*/ 80 w 161"/>
              <a:gd name="T45" fmla="*/ 16 h 353"/>
              <a:gd name="T46" fmla="*/ 113 w 161"/>
              <a:gd name="T47" fmla="*/ 48 h 353"/>
              <a:gd name="T48" fmla="*/ 113 w 161"/>
              <a:gd name="T49" fmla="*/ 217 h 353"/>
              <a:gd name="T50" fmla="*/ 145 w 161"/>
              <a:gd name="T51" fmla="*/ 273 h 353"/>
              <a:gd name="T52" fmla="*/ 80 w 161"/>
              <a:gd name="T53" fmla="*/ 337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161" h="353">
                <a:moveTo>
                  <a:pt x="97" y="227"/>
                </a:moveTo>
                <a:cubicBezTo>
                  <a:pt x="97" y="128"/>
                  <a:pt x="97" y="128"/>
                  <a:pt x="97" y="128"/>
                </a:cubicBezTo>
                <a:cubicBezTo>
                  <a:pt x="97" y="119"/>
                  <a:pt x="89" y="112"/>
                  <a:pt x="80" y="112"/>
                </a:cubicBezTo>
                <a:cubicBezTo>
                  <a:pt x="72" y="112"/>
                  <a:pt x="64" y="119"/>
                  <a:pt x="64" y="128"/>
                </a:cubicBezTo>
                <a:cubicBezTo>
                  <a:pt x="64" y="227"/>
                  <a:pt x="64" y="227"/>
                  <a:pt x="64" y="227"/>
                </a:cubicBezTo>
                <a:cubicBezTo>
                  <a:pt x="46" y="234"/>
                  <a:pt x="32" y="252"/>
                  <a:pt x="32" y="273"/>
                </a:cubicBezTo>
                <a:cubicBezTo>
                  <a:pt x="32" y="299"/>
                  <a:pt x="54" y="321"/>
                  <a:pt x="80" y="321"/>
                </a:cubicBezTo>
                <a:cubicBezTo>
                  <a:pt x="107" y="321"/>
                  <a:pt x="129" y="299"/>
                  <a:pt x="129" y="273"/>
                </a:cubicBezTo>
                <a:cubicBezTo>
                  <a:pt x="129" y="252"/>
                  <a:pt x="115" y="234"/>
                  <a:pt x="97" y="227"/>
                </a:cubicBezTo>
                <a:moveTo>
                  <a:pt x="129" y="208"/>
                </a:moveTo>
                <a:cubicBezTo>
                  <a:pt x="129" y="48"/>
                  <a:pt x="129" y="48"/>
                  <a:pt x="129" y="48"/>
                </a:cubicBezTo>
                <a:cubicBezTo>
                  <a:pt x="129" y="21"/>
                  <a:pt x="107" y="0"/>
                  <a:pt x="80" y="0"/>
                </a:cubicBezTo>
                <a:cubicBezTo>
                  <a:pt x="54" y="0"/>
                  <a:pt x="32" y="21"/>
                  <a:pt x="32" y="48"/>
                </a:cubicBezTo>
                <a:cubicBezTo>
                  <a:pt x="32" y="208"/>
                  <a:pt x="32" y="208"/>
                  <a:pt x="32" y="208"/>
                </a:cubicBezTo>
                <a:cubicBezTo>
                  <a:pt x="13" y="223"/>
                  <a:pt x="0" y="246"/>
                  <a:pt x="0" y="273"/>
                </a:cubicBezTo>
                <a:cubicBezTo>
                  <a:pt x="0" y="317"/>
                  <a:pt x="36" y="353"/>
                  <a:pt x="80" y="353"/>
                </a:cubicBezTo>
                <a:cubicBezTo>
                  <a:pt x="125" y="353"/>
                  <a:pt x="161" y="317"/>
                  <a:pt x="161" y="273"/>
                </a:cubicBezTo>
                <a:cubicBezTo>
                  <a:pt x="161" y="246"/>
                  <a:pt x="148" y="223"/>
                  <a:pt x="129" y="208"/>
                </a:cubicBezTo>
                <a:moveTo>
                  <a:pt x="80" y="337"/>
                </a:moveTo>
                <a:cubicBezTo>
                  <a:pt x="45" y="337"/>
                  <a:pt x="16" y="308"/>
                  <a:pt x="16" y="273"/>
                </a:cubicBezTo>
                <a:cubicBezTo>
                  <a:pt x="16" y="249"/>
                  <a:pt x="29" y="228"/>
                  <a:pt x="48" y="217"/>
                </a:cubicBezTo>
                <a:cubicBezTo>
                  <a:pt x="48" y="48"/>
                  <a:pt x="48" y="48"/>
                  <a:pt x="48" y="48"/>
                </a:cubicBezTo>
                <a:cubicBezTo>
                  <a:pt x="48" y="30"/>
                  <a:pt x="63" y="16"/>
                  <a:pt x="80" y="16"/>
                </a:cubicBezTo>
                <a:cubicBezTo>
                  <a:pt x="98" y="16"/>
                  <a:pt x="113" y="30"/>
                  <a:pt x="113" y="48"/>
                </a:cubicBezTo>
                <a:cubicBezTo>
                  <a:pt x="113" y="217"/>
                  <a:pt x="113" y="217"/>
                  <a:pt x="113" y="217"/>
                </a:cubicBezTo>
                <a:cubicBezTo>
                  <a:pt x="132" y="228"/>
                  <a:pt x="145" y="249"/>
                  <a:pt x="145" y="273"/>
                </a:cubicBezTo>
                <a:cubicBezTo>
                  <a:pt x="145" y="308"/>
                  <a:pt x="116" y="337"/>
                  <a:pt x="80" y="337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5" name="Freeform 25"/>
          <p:cNvSpPr>
            <a:spLocks noEditPoints="1"/>
          </p:cNvSpPr>
          <p:nvPr/>
        </p:nvSpPr>
        <p:spPr bwMode="auto">
          <a:xfrm>
            <a:off x="863602" y="3166534"/>
            <a:ext cx="575733" cy="575733"/>
          </a:xfrm>
          <a:custGeom>
            <a:avLst/>
            <a:gdLst>
              <a:gd name="T0" fmla="*/ 254 w 353"/>
              <a:gd name="T1" fmla="*/ 170 h 353"/>
              <a:gd name="T2" fmla="*/ 254 w 353"/>
              <a:gd name="T3" fmla="*/ 170 h 353"/>
              <a:gd name="T4" fmla="*/ 252 w 353"/>
              <a:gd name="T5" fmla="*/ 169 h 353"/>
              <a:gd name="T6" fmla="*/ 252 w 353"/>
              <a:gd name="T7" fmla="*/ 169 h 353"/>
              <a:gd name="T8" fmla="*/ 141 w 353"/>
              <a:gd name="T9" fmla="*/ 106 h 353"/>
              <a:gd name="T10" fmla="*/ 141 w 353"/>
              <a:gd name="T11" fmla="*/ 106 h 353"/>
              <a:gd name="T12" fmla="*/ 136 w 353"/>
              <a:gd name="T13" fmla="*/ 104 h 353"/>
              <a:gd name="T14" fmla="*/ 128 w 353"/>
              <a:gd name="T15" fmla="*/ 112 h 353"/>
              <a:gd name="T16" fmla="*/ 128 w 353"/>
              <a:gd name="T17" fmla="*/ 241 h 353"/>
              <a:gd name="T18" fmla="*/ 136 w 353"/>
              <a:gd name="T19" fmla="*/ 249 h 353"/>
              <a:gd name="T20" fmla="*/ 141 w 353"/>
              <a:gd name="T21" fmla="*/ 247 h 353"/>
              <a:gd name="T22" fmla="*/ 141 w 353"/>
              <a:gd name="T23" fmla="*/ 247 h 353"/>
              <a:gd name="T24" fmla="*/ 252 w 353"/>
              <a:gd name="T25" fmla="*/ 184 h 353"/>
              <a:gd name="T26" fmla="*/ 252 w 353"/>
              <a:gd name="T27" fmla="*/ 183 h 353"/>
              <a:gd name="T28" fmla="*/ 254 w 353"/>
              <a:gd name="T29" fmla="*/ 183 h 353"/>
              <a:gd name="T30" fmla="*/ 254 w 353"/>
              <a:gd name="T31" fmla="*/ 182 h 353"/>
              <a:gd name="T32" fmla="*/ 257 w 353"/>
              <a:gd name="T33" fmla="*/ 176 h 353"/>
              <a:gd name="T34" fmla="*/ 254 w 353"/>
              <a:gd name="T35" fmla="*/ 170 h 353"/>
              <a:gd name="T36" fmla="*/ 144 w 353"/>
              <a:gd name="T37" fmla="*/ 227 h 353"/>
              <a:gd name="T38" fmla="*/ 144 w 353"/>
              <a:gd name="T39" fmla="*/ 126 h 353"/>
              <a:gd name="T40" fmla="*/ 233 w 353"/>
              <a:gd name="T41" fmla="*/ 176 h 353"/>
              <a:gd name="T42" fmla="*/ 144 w 353"/>
              <a:gd name="T43" fmla="*/ 227 h 353"/>
              <a:gd name="T44" fmla="*/ 177 w 353"/>
              <a:gd name="T45" fmla="*/ 0 h 353"/>
              <a:gd name="T46" fmla="*/ 0 w 353"/>
              <a:gd name="T47" fmla="*/ 176 h 353"/>
              <a:gd name="T48" fmla="*/ 177 w 353"/>
              <a:gd name="T49" fmla="*/ 353 h 353"/>
              <a:gd name="T50" fmla="*/ 353 w 353"/>
              <a:gd name="T51" fmla="*/ 176 h 353"/>
              <a:gd name="T52" fmla="*/ 177 w 353"/>
              <a:gd name="T53" fmla="*/ 0 h 353"/>
              <a:gd name="T54" fmla="*/ 177 w 353"/>
              <a:gd name="T55" fmla="*/ 337 h 353"/>
              <a:gd name="T56" fmla="*/ 16 w 353"/>
              <a:gd name="T57" fmla="*/ 176 h 353"/>
              <a:gd name="T58" fmla="*/ 177 w 353"/>
              <a:gd name="T59" fmla="*/ 16 h 353"/>
              <a:gd name="T60" fmla="*/ 337 w 353"/>
              <a:gd name="T61" fmla="*/ 176 h 353"/>
              <a:gd name="T62" fmla="*/ 177 w 353"/>
              <a:gd name="T63" fmla="*/ 337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353" h="353">
                <a:moveTo>
                  <a:pt x="254" y="170"/>
                </a:moveTo>
                <a:cubicBezTo>
                  <a:pt x="254" y="170"/>
                  <a:pt x="254" y="170"/>
                  <a:pt x="254" y="170"/>
                </a:cubicBezTo>
                <a:cubicBezTo>
                  <a:pt x="252" y="169"/>
                  <a:pt x="252" y="169"/>
                  <a:pt x="252" y="169"/>
                </a:cubicBezTo>
                <a:cubicBezTo>
                  <a:pt x="252" y="169"/>
                  <a:pt x="252" y="169"/>
                  <a:pt x="252" y="169"/>
                </a:cubicBezTo>
                <a:cubicBezTo>
                  <a:pt x="141" y="106"/>
                  <a:pt x="141" y="106"/>
                  <a:pt x="141" y="106"/>
                </a:cubicBezTo>
                <a:cubicBezTo>
                  <a:pt x="141" y="106"/>
                  <a:pt x="141" y="106"/>
                  <a:pt x="141" y="106"/>
                </a:cubicBezTo>
                <a:cubicBezTo>
                  <a:pt x="140" y="105"/>
                  <a:pt x="138" y="104"/>
                  <a:pt x="136" y="104"/>
                </a:cubicBezTo>
                <a:cubicBezTo>
                  <a:pt x="132" y="104"/>
                  <a:pt x="128" y="108"/>
                  <a:pt x="128" y="112"/>
                </a:cubicBezTo>
                <a:cubicBezTo>
                  <a:pt x="128" y="241"/>
                  <a:pt x="128" y="241"/>
                  <a:pt x="128" y="241"/>
                </a:cubicBezTo>
                <a:cubicBezTo>
                  <a:pt x="128" y="245"/>
                  <a:pt x="132" y="249"/>
                  <a:pt x="136" y="249"/>
                </a:cubicBezTo>
                <a:cubicBezTo>
                  <a:pt x="138" y="249"/>
                  <a:pt x="140" y="248"/>
                  <a:pt x="141" y="247"/>
                </a:cubicBezTo>
                <a:cubicBezTo>
                  <a:pt x="141" y="247"/>
                  <a:pt x="141" y="247"/>
                  <a:pt x="141" y="247"/>
                </a:cubicBezTo>
                <a:cubicBezTo>
                  <a:pt x="252" y="184"/>
                  <a:pt x="252" y="184"/>
                  <a:pt x="252" y="184"/>
                </a:cubicBezTo>
                <a:cubicBezTo>
                  <a:pt x="252" y="184"/>
                  <a:pt x="252" y="183"/>
                  <a:pt x="252" y="183"/>
                </a:cubicBezTo>
                <a:cubicBezTo>
                  <a:pt x="254" y="183"/>
                  <a:pt x="254" y="183"/>
                  <a:pt x="254" y="183"/>
                </a:cubicBezTo>
                <a:cubicBezTo>
                  <a:pt x="254" y="182"/>
                  <a:pt x="254" y="182"/>
                  <a:pt x="254" y="182"/>
                </a:cubicBezTo>
                <a:cubicBezTo>
                  <a:pt x="256" y="181"/>
                  <a:pt x="257" y="179"/>
                  <a:pt x="257" y="176"/>
                </a:cubicBezTo>
                <a:cubicBezTo>
                  <a:pt x="257" y="174"/>
                  <a:pt x="256" y="172"/>
                  <a:pt x="254" y="170"/>
                </a:cubicBezTo>
                <a:moveTo>
                  <a:pt x="144" y="227"/>
                </a:moveTo>
                <a:cubicBezTo>
                  <a:pt x="144" y="126"/>
                  <a:pt x="144" y="126"/>
                  <a:pt x="144" y="126"/>
                </a:cubicBezTo>
                <a:cubicBezTo>
                  <a:pt x="233" y="176"/>
                  <a:pt x="233" y="176"/>
                  <a:pt x="233" y="176"/>
                </a:cubicBezTo>
                <a:lnTo>
                  <a:pt x="144" y="227"/>
                </a:lnTo>
                <a:close/>
                <a:moveTo>
                  <a:pt x="177" y="0"/>
                </a:moveTo>
                <a:cubicBezTo>
                  <a:pt x="79" y="0"/>
                  <a:pt x="0" y="79"/>
                  <a:pt x="0" y="176"/>
                </a:cubicBezTo>
                <a:cubicBezTo>
                  <a:pt x="0" y="274"/>
                  <a:pt x="79" y="353"/>
                  <a:pt x="177" y="353"/>
                </a:cubicBezTo>
                <a:cubicBezTo>
                  <a:pt x="274" y="353"/>
                  <a:pt x="353" y="274"/>
                  <a:pt x="353" y="176"/>
                </a:cubicBezTo>
                <a:cubicBezTo>
                  <a:pt x="353" y="79"/>
                  <a:pt x="274" y="0"/>
                  <a:pt x="177" y="0"/>
                </a:cubicBezTo>
                <a:moveTo>
                  <a:pt x="177" y="337"/>
                </a:moveTo>
                <a:cubicBezTo>
                  <a:pt x="88" y="337"/>
                  <a:pt x="16" y="265"/>
                  <a:pt x="16" y="176"/>
                </a:cubicBezTo>
                <a:cubicBezTo>
                  <a:pt x="16" y="88"/>
                  <a:pt x="88" y="16"/>
                  <a:pt x="177" y="16"/>
                </a:cubicBezTo>
                <a:cubicBezTo>
                  <a:pt x="265" y="16"/>
                  <a:pt x="337" y="88"/>
                  <a:pt x="337" y="176"/>
                </a:cubicBezTo>
                <a:cubicBezTo>
                  <a:pt x="337" y="265"/>
                  <a:pt x="265" y="337"/>
                  <a:pt x="177" y="337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6" name="Freeform 26"/>
          <p:cNvSpPr>
            <a:spLocks noEditPoints="1"/>
          </p:cNvSpPr>
          <p:nvPr/>
        </p:nvSpPr>
        <p:spPr bwMode="auto">
          <a:xfrm>
            <a:off x="1962151" y="3166534"/>
            <a:ext cx="575733" cy="575733"/>
          </a:xfrm>
          <a:custGeom>
            <a:avLst/>
            <a:gdLst>
              <a:gd name="T0" fmla="*/ 153 w 353"/>
              <a:gd name="T1" fmla="*/ 112 h 353"/>
              <a:gd name="T2" fmla="*/ 121 w 353"/>
              <a:gd name="T3" fmla="*/ 112 h 353"/>
              <a:gd name="T4" fmla="*/ 113 w 353"/>
              <a:gd name="T5" fmla="*/ 120 h 353"/>
              <a:gd name="T6" fmla="*/ 113 w 353"/>
              <a:gd name="T7" fmla="*/ 232 h 353"/>
              <a:gd name="T8" fmla="*/ 121 w 353"/>
              <a:gd name="T9" fmla="*/ 241 h 353"/>
              <a:gd name="T10" fmla="*/ 153 w 353"/>
              <a:gd name="T11" fmla="*/ 241 h 353"/>
              <a:gd name="T12" fmla="*/ 161 w 353"/>
              <a:gd name="T13" fmla="*/ 232 h 353"/>
              <a:gd name="T14" fmla="*/ 161 w 353"/>
              <a:gd name="T15" fmla="*/ 120 h 353"/>
              <a:gd name="T16" fmla="*/ 153 w 353"/>
              <a:gd name="T17" fmla="*/ 112 h 353"/>
              <a:gd name="T18" fmla="*/ 145 w 353"/>
              <a:gd name="T19" fmla="*/ 224 h 353"/>
              <a:gd name="T20" fmla="*/ 129 w 353"/>
              <a:gd name="T21" fmla="*/ 224 h 353"/>
              <a:gd name="T22" fmla="*/ 129 w 353"/>
              <a:gd name="T23" fmla="*/ 128 h 353"/>
              <a:gd name="T24" fmla="*/ 145 w 353"/>
              <a:gd name="T25" fmla="*/ 128 h 353"/>
              <a:gd name="T26" fmla="*/ 145 w 353"/>
              <a:gd name="T27" fmla="*/ 224 h 353"/>
              <a:gd name="T28" fmla="*/ 177 w 353"/>
              <a:gd name="T29" fmla="*/ 0 h 353"/>
              <a:gd name="T30" fmla="*/ 0 w 353"/>
              <a:gd name="T31" fmla="*/ 176 h 353"/>
              <a:gd name="T32" fmla="*/ 177 w 353"/>
              <a:gd name="T33" fmla="*/ 353 h 353"/>
              <a:gd name="T34" fmla="*/ 353 w 353"/>
              <a:gd name="T35" fmla="*/ 176 h 353"/>
              <a:gd name="T36" fmla="*/ 177 w 353"/>
              <a:gd name="T37" fmla="*/ 0 h 353"/>
              <a:gd name="T38" fmla="*/ 177 w 353"/>
              <a:gd name="T39" fmla="*/ 337 h 353"/>
              <a:gd name="T40" fmla="*/ 16 w 353"/>
              <a:gd name="T41" fmla="*/ 176 h 353"/>
              <a:gd name="T42" fmla="*/ 177 w 353"/>
              <a:gd name="T43" fmla="*/ 16 h 353"/>
              <a:gd name="T44" fmla="*/ 337 w 353"/>
              <a:gd name="T45" fmla="*/ 176 h 353"/>
              <a:gd name="T46" fmla="*/ 177 w 353"/>
              <a:gd name="T47" fmla="*/ 337 h 353"/>
              <a:gd name="T48" fmla="*/ 233 w 353"/>
              <a:gd name="T49" fmla="*/ 112 h 353"/>
              <a:gd name="T50" fmla="*/ 201 w 353"/>
              <a:gd name="T51" fmla="*/ 112 h 353"/>
              <a:gd name="T52" fmla="*/ 193 w 353"/>
              <a:gd name="T53" fmla="*/ 120 h 353"/>
              <a:gd name="T54" fmla="*/ 193 w 353"/>
              <a:gd name="T55" fmla="*/ 232 h 353"/>
              <a:gd name="T56" fmla="*/ 201 w 353"/>
              <a:gd name="T57" fmla="*/ 241 h 353"/>
              <a:gd name="T58" fmla="*/ 233 w 353"/>
              <a:gd name="T59" fmla="*/ 241 h 353"/>
              <a:gd name="T60" fmla="*/ 241 w 353"/>
              <a:gd name="T61" fmla="*/ 232 h 353"/>
              <a:gd name="T62" fmla="*/ 241 w 353"/>
              <a:gd name="T63" fmla="*/ 120 h 353"/>
              <a:gd name="T64" fmla="*/ 233 w 353"/>
              <a:gd name="T65" fmla="*/ 112 h 353"/>
              <a:gd name="T66" fmla="*/ 225 w 353"/>
              <a:gd name="T67" fmla="*/ 224 h 353"/>
              <a:gd name="T68" fmla="*/ 209 w 353"/>
              <a:gd name="T69" fmla="*/ 224 h 353"/>
              <a:gd name="T70" fmla="*/ 209 w 353"/>
              <a:gd name="T71" fmla="*/ 128 h 353"/>
              <a:gd name="T72" fmla="*/ 225 w 353"/>
              <a:gd name="T73" fmla="*/ 128 h 353"/>
              <a:gd name="T74" fmla="*/ 225 w 353"/>
              <a:gd name="T75" fmla="*/ 224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353" h="353">
                <a:moveTo>
                  <a:pt x="153" y="112"/>
                </a:moveTo>
                <a:cubicBezTo>
                  <a:pt x="121" y="112"/>
                  <a:pt x="121" y="112"/>
                  <a:pt x="121" y="112"/>
                </a:cubicBezTo>
                <a:cubicBezTo>
                  <a:pt x="116" y="112"/>
                  <a:pt x="113" y="116"/>
                  <a:pt x="113" y="120"/>
                </a:cubicBezTo>
                <a:cubicBezTo>
                  <a:pt x="113" y="232"/>
                  <a:pt x="113" y="232"/>
                  <a:pt x="113" y="232"/>
                </a:cubicBezTo>
                <a:cubicBezTo>
                  <a:pt x="113" y="237"/>
                  <a:pt x="116" y="241"/>
                  <a:pt x="121" y="241"/>
                </a:cubicBezTo>
                <a:cubicBezTo>
                  <a:pt x="153" y="241"/>
                  <a:pt x="153" y="241"/>
                  <a:pt x="153" y="241"/>
                </a:cubicBezTo>
                <a:cubicBezTo>
                  <a:pt x="157" y="241"/>
                  <a:pt x="161" y="237"/>
                  <a:pt x="161" y="232"/>
                </a:cubicBezTo>
                <a:cubicBezTo>
                  <a:pt x="161" y="120"/>
                  <a:pt x="161" y="120"/>
                  <a:pt x="161" y="120"/>
                </a:cubicBezTo>
                <a:cubicBezTo>
                  <a:pt x="161" y="116"/>
                  <a:pt x="157" y="112"/>
                  <a:pt x="153" y="112"/>
                </a:cubicBezTo>
                <a:moveTo>
                  <a:pt x="145" y="224"/>
                </a:moveTo>
                <a:cubicBezTo>
                  <a:pt x="129" y="224"/>
                  <a:pt x="129" y="224"/>
                  <a:pt x="129" y="224"/>
                </a:cubicBezTo>
                <a:cubicBezTo>
                  <a:pt x="129" y="128"/>
                  <a:pt x="129" y="128"/>
                  <a:pt x="129" y="128"/>
                </a:cubicBezTo>
                <a:cubicBezTo>
                  <a:pt x="145" y="128"/>
                  <a:pt x="145" y="128"/>
                  <a:pt x="145" y="128"/>
                </a:cubicBezTo>
                <a:lnTo>
                  <a:pt x="145" y="224"/>
                </a:lnTo>
                <a:close/>
                <a:moveTo>
                  <a:pt x="177" y="0"/>
                </a:moveTo>
                <a:cubicBezTo>
                  <a:pt x="79" y="0"/>
                  <a:pt x="0" y="79"/>
                  <a:pt x="0" y="176"/>
                </a:cubicBezTo>
                <a:cubicBezTo>
                  <a:pt x="0" y="274"/>
                  <a:pt x="79" y="353"/>
                  <a:pt x="177" y="353"/>
                </a:cubicBezTo>
                <a:cubicBezTo>
                  <a:pt x="274" y="353"/>
                  <a:pt x="353" y="274"/>
                  <a:pt x="353" y="176"/>
                </a:cubicBezTo>
                <a:cubicBezTo>
                  <a:pt x="353" y="79"/>
                  <a:pt x="274" y="0"/>
                  <a:pt x="177" y="0"/>
                </a:cubicBezTo>
                <a:moveTo>
                  <a:pt x="177" y="337"/>
                </a:moveTo>
                <a:cubicBezTo>
                  <a:pt x="88" y="337"/>
                  <a:pt x="16" y="265"/>
                  <a:pt x="16" y="176"/>
                </a:cubicBezTo>
                <a:cubicBezTo>
                  <a:pt x="16" y="88"/>
                  <a:pt x="88" y="16"/>
                  <a:pt x="177" y="16"/>
                </a:cubicBezTo>
                <a:cubicBezTo>
                  <a:pt x="266" y="16"/>
                  <a:pt x="337" y="88"/>
                  <a:pt x="337" y="176"/>
                </a:cubicBezTo>
                <a:cubicBezTo>
                  <a:pt x="337" y="265"/>
                  <a:pt x="266" y="337"/>
                  <a:pt x="177" y="337"/>
                </a:cubicBezTo>
                <a:moveTo>
                  <a:pt x="233" y="112"/>
                </a:moveTo>
                <a:cubicBezTo>
                  <a:pt x="201" y="112"/>
                  <a:pt x="201" y="112"/>
                  <a:pt x="201" y="112"/>
                </a:cubicBezTo>
                <a:cubicBezTo>
                  <a:pt x="196" y="112"/>
                  <a:pt x="193" y="116"/>
                  <a:pt x="193" y="120"/>
                </a:cubicBezTo>
                <a:cubicBezTo>
                  <a:pt x="193" y="232"/>
                  <a:pt x="193" y="232"/>
                  <a:pt x="193" y="232"/>
                </a:cubicBezTo>
                <a:cubicBezTo>
                  <a:pt x="193" y="237"/>
                  <a:pt x="196" y="241"/>
                  <a:pt x="201" y="241"/>
                </a:cubicBezTo>
                <a:cubicBezTo>
                  <a:pt x="233" y="241"/>
                  <a:pt x="233" y="241"/>
                  <a:pt x="233" y="241"/>
                </a:cubicBezTo>
                <a:cubicBezTo>
                  <a:pt x="237" y="241"/>
                  <a:pt x="241" y="237"/>
                  <a:pt x="241" y="232"/>
                </a:cubicBezTo>
                <a:cubicBezTo>
                  <a:pt x="241" y="120"/>
                  <a:pt x="241" y="120"/>
                  <a:pt x="241" y="120"/>
                </a:cubicBezTo>
                <a:cubicBezTo>
                  <a:pt x="241" y="116"/>
                  <a:pt x="237" y="112"/>
                  <a:pt x="233" y="112"/>
                </a:cubicBezTo>
                <a:moveTo>
                  <a:pt x="225" y="224"/>
                </a:moveTo>
                <a:cubicBezTo>
                  <a:pt x="209" y="224"/>
                  <a:pt x="209" y="224"/>
                  <a:pt x="209" y="224"/>
                </a:cubicBezTo>
                <a:cubicBezTo>
                  <a:pt x="209" y="128"/>
                  <a:pt x="209" y="128"/>
                  <a:pt x="209" y="128"/>
                </a:cubicBezTo>
                <a:cubicBezTo>
                  <a:pt x="225" y="128"/>
                  <a:pt x="225" y="128"/>
                  <a:pt x="225" y="128"/>
                </a:cubicBezTo>
                <a:lnTo>
                  <a:pt x="225" y="224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7" name="Freeform 27"/>
          <p:cNvSpPr>
            <a:spLocks noEditPoints="1"/>
          </p:cNvSpPr>
          <p:nvPr/>
        </p:nvSpPr>
        <p:spPr bwMode="auto">
          <a:xfrm>
            <a:off x="3062818" y="3166534"/>
            <a:ext cx="573617" cy="575733"/>
          </a:xfrm>
          <a:custGeom>
            <a:avLst/>
            <a:gdLst>
              <a:gd name="T0" fmla="*/ 176 w 353"/>
              <a:gd name="T1" fmla="*/ 0 h 353"/>
              <a:gd name="T2" fmla="*/ 0 w 353"/>
              <a:gd name="T3" fmla="*/ 176 h 353"/>
              <a:gd name="T4" fmla="*/ 176 w 353"/>
              <a:gd name="T5" fmla="*/ 353 h 353"/>
              <a:gd name="T6" fmla="*/ 353 w 353"/>
              <a:gd name="T7" fmla="*/ 176 h 353"/>
              <a:gd name="T8" fmla="*/ 176 w 353"/>
              <a:gd name="T9" fmla="*/ 0 h 353"/>
              <a:gd name="T10" fmla="*/ 176 w 353"/>
              <a:gd name="T11" fmla="*/ 337 h 353"/>
              <a:gd name="T12" fmla="*/ 16 w 353"/>
              <a:gd name="T13" fmla="*/ 176 h 353"/>
              <a:gd name="T14" fmla="*/ 176 w 353"/>
              <a:gd name="T15" fmla="*/ 16 h 353"/>
              <a:gd name="T16" fmla="*/ 337 w 353"/>
              <a:gd name="T17" fmla="*/ 176 h 353"/>
              <a:gd name="T18" fmla="*/ 176 w 353"/>
              <a:gd name="T19" fmla="*/ 337 h 353"/>
              <a:gd name="T20" fmla="*/ 232 w 353"/>
              <a:gd name="T21" fmla="*/ 112 h 353"/>
              <a:gd name="T22" fmla="*/ 120 w 353"/>
              <a:gd name="T23" fmla="*/ 112 h 353"/>
              <a:gd name="T24" fmla="*/ 112 w 353"/>
              <a:gd name="T25" fmla="*/ 120 h 353"/>
              <a:gd name="T26" fmla="*/ 112 w 353"/>
              <a:gd name="T27" fmla="*/ 232 h 353"/>
              <a:gd name="T28" fmla="*/ 120 w 353"/>
              <a:gd name="T29" fmla="*/ 241 h 353"/>
              <a:gd name="T30" fmla="*/ 232 w 353"/>
              <a:gd name="T31" fmla="*/ 241 h 353"/>
              <a:gd name="T32" fmla="*/ 240 w 353"/>
              <a:gd name="T33" fmla="*/ 232 h 353"/>
              <a:gd name="T34" fmla="*/ 240 w 353"/>
              <a:gd name="T35" fmla="*/ 120 h 353"/>
              <a:gd name="T36" fmla="*/ 232 w 353"/>
              <a:gd name="T37" fmla="*/ 112 h 353"/>
              <a:gd name="T38" fmla="*/ 224 w 353"/>
              <a:gd name="T39" fmla="*/ 224 h 353"/>
              <a:gd name="T40" fmla="*/ 128 w 353"/>
              <a:gd name="T41" fmla="*/ 224 h 353"/>
              <a:gd name="T42" fmla="*/ 128 w 353"/>
              <a:gd name="T43" fmla="*/ 128 h 353"/>
              <a:gd name="T44" fmla="*/ 224 w 353"/>
              <a:gd name="T45" fmla="*/ 128 h 353"/>
              <a:gd name="T46" fmla="*/ 224 w 353"/>
              <a:gd name="T47" fmla="*/ 224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353" h="353">
                <a:moveTo>
                  <a:pt x="176" y="0"/>
                </a:moveTo>
                <a:cubicBezTo>
                  <a:pt x="79" y="0"/>
                  <a:pt x="0" y="79"/>
                  <a:pt x="0" y="176"/>
                </a:cubicBezTo>
                <a:cubicBezTo>
                  <a:pt x="0" y="274"/>
                  <a:pt x="79" y="353"/>
                  <a:pt x="176" y="353"/>
                </a:cubicBezTo>
                <a:cubicBezTo>
                  <a:pt x="274" y="353"/>
                  <a:pt x="353" y="274"/>
                  <a:pt x="353" y="176"/>
                </a:cubicBezTo>
                <a:cubicBezTo>
                  <a:pt x="353" y="79"/>
                  <a:pt x="274" y="0"/>
                  <a:pt x="176" y="0"/>
                </a:cubicBezTo>
                <a:moveTo>
                  <a:pt x="176" y="337"/>
                </a:moveTo>
                <a:cubicBezTo>
                  <a:pt x="88" y="337"/>
                  <a:pt x="16" y="265"/>
                  <a:pt x="16" y="176"/>
                </a:cubicBezTo>
                <a:cubicBezTo>
                  <a:pt x="16" y="88"/>
                  <a:pt x="88" y="16"/>
                  <a:pt x="176" y="16"/>
                </a:cubicBezTo>
                <a:cubicBezTo>
                  <a:pt x="265" y="16"/>
                  <a:pt x="337" y="88"/>
                  <a:pt x="337" y="176"/>
                </a:cubicBezTo>
                <a:cubicBezTo>
                  <a:pt x="337" y="265"/>
                  <a:pt x="265" y="337"/>
                  <a:pt x="176" y="337"/>
                </a:cubicBezTo>
                <a:moveTo>
                  <a:pt x="232" y="112"/>
                </a:moveTo>
                <a:cubicBezTo>
                  <a:pt x="120" y="112"/>
                  <a:pt x="120" y="112"/>
                  <a:pt x="120" y="112"/>
                </a:cubicBezTo>
                <a:cubicBezTo>
                  <a:pt x="116" y="112"/>
                  <a:pt x="112" y="116"/>
                  <a:pt x="112" y="120"/>
                </a:cubicBezTo>
                <a:cubicBezTo>
                  <a:pt x="112" y="232"/>
                  <a:pt x="112" y="232"/>
                  <a:pt x="112" y="232"/>
                </a:cubicBezTo>
                <a:cubicBezTo>
                  <a:pt x="112" y="237"/>
                  <a:pt x="116" y="241"/>
                  <a:pt x="120" y="241"/>
                </a:cubicBezTo>
                <a:cubicBezTo>
                  <a:pt x="232" y="241"/>
                  <a:pt x="232" y="241"/>
                  <a:pt x="232" y="241"/>
                </a:cubicBezTo>
                <a:cubicBezTo>
                  <a:pt x="237" y="241"/>
                  <a:pt x="240" y="237"/>
                  <a:pt x="240" y="232"/>
                </a:cubicBezTo>
                <a:cubicBezTo>
                  <a:pt x="240" y="120"/>
                  <a:pt x="240" y="120"/>
                  <a:pt x="240" y="120"/>
                </a:cubicBezTo>
                <a:cubicBezTo>
                  <a:pt x="240" y="116"/>
                  <a:pt x="237" y="112"/>
                  <a:pt x="232" y="112"/>
                </a:cubicBezTo>
                <a:moveTo>
                  <a:pt x="224" y="224"/>
                </a:moveTo>
                <a:cubicBezTo>
                  <a:pt x="128" y="224"/>
                  <a:pt x="128" y="224"/>
                  <a:pt x="128" y="224"/>
                </a:cubicBezTo>
                <a:cubicBezTo>
                  <a:pt x="128" y="128"/>
                  <a:pt x="128" y="128"/>
                  <a:pt x="128" y="128"/>
                </a:cubicBezTo>
                <a:cubicBezTo>
                  <a:pt x="224" y="128"/>
                  <a:pt x="224" y="128"/>
                  <a:pt x="224" y="128"/>
                </a:cubicBezTo>
                <a:lnTo>
                  <a:pt x="224" y="224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8" name="Freeform 28"/>
          <p:cNvSpPr>
            <a:spLocks noEditPoints="1"/>
          </p:cNvSpPr>
          <p:nvPr/>
        </p:nvSpPr>
        <p:spPr bwMode="auto">
          <a:xfrm>
            <a:off x="4161369" y="3166534"/>
            <a:ext cx="573617" cy="575733"/>
          </a:xfrm>
          <a:custGeom>
            <a:avLst/>
            <a:gdLst>
              <a:gd name="T0" fmla="*/ 177 w 353"/>
              <a:gd name="T1" fmla="*/ 112 h 353"/>
              <a:gd name="T2" fmla="*/ 112 w 353"/>
              <a:gd name="T3" fmla="*/ 176 h 353"/>
              <a:gd name="T4" fmla="*/ 177 w 353"/>
              <a:gd name="T5" fmla="*/ 241 h 353"/>
              <a:gd name="T6" fmla="*/ 241 w 353"/>
              <a:gd name="T7" fmla="*/ 176 h 353"/>
              <a:gd name="T8" fmla="*/ 177 w 353"/>
              <a:gd name="T9" fmla="*/ 112 h 353"/>
              <a:gd name="T10" fmla="*/ 177 w 353"/>
              <a:gd name="T11" fmla="*/ 224 h 353"/>
              <a:gd name="T12" fmla="*/ 128 w 353"/>
              <a:gd name="T13" fmla="*/ 176 h 353"/>
              <a:gd name="T14" fmla="*/ 177 w 353"/>
              <a:gd name="T15" fmla="*/ 128 h 353"/>
              <a:gd name="T16" fmla="*/ 225 w 353"/>
              <a:gd name="T17" fmla="*/ 176 h 353"/>
              <a:gd name="T18" fmla="*/ 177 w 353"/>
              <a:gd name="T19" fmla="*/ 224 h 353"/>
              <a:gd name="T20" fmla="*/ 177 w 353"/>
              <a:gd name="T21" fmla="*/ 0 h 353"/>
              <a:gd name="T22" fmla="*/ 0 w 353"/>
              <a:gd name="T23" fmla="*/ 176 h 353"/>
              <a:gd name="T24" fmla="*/ 177 w 353"/>
              <a:gd name="T25" fmla="*/ 353 h 353"/>
              <a:gd name="T26" fmla="*/ 353 w 353"/>
              <a:gd name="T27" fmla="*/ 176 h 353"/>
              <a:gd name="T28" fmla="*/ 177 w 353"/>
              <a:gd name="T29" fmla="*/ 0 h 353"/>
              <a:gd name="T30" fmla="*/ 177 w 353"/>
              <a:gd name="T31" fmla="*/ 337 h 353"/>
              <a:gd name="T32" fmla="*/ 16 w 353"/>
              <a:gd name="T33" fmla="*/ 176 h 353"/>
              <a:gd name="T34" fmla="*/ 177 w 353"/>
              <a:gd name="T35" fmla="*/ 16 h 353"/>
              <a:gd name="T36" fmla="*/ 337 w 353"/>
              <a:gd name="T37" fmla="*/ 176 h 353"/>
              <a:gd name="T38" fmla="*/ 177 w 353"/>
              <a:gd name="T39" fmla="*/ 337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353" h="353">
                <a:moveTo>
                  <a:pt x="177" y="112"/>
                </a:moveTo>
                <a:cubicBezTo>
                  <a:pt x="141" y="112"/>
                  <a:pt x="112" y="141"/>
                  <a:pt x="112" y="176"/>
                </a:cubicBezTo>
                <a:cubicBezTo>
                  <a:pt x="112" y="212"/>
                  <a:pt x="141" y="241"/>
                  <a:pt x="177" y="241"/>
                </a:cubicBezTo>
                <a:cubicBezTo>
                  <a:pt x="212" y="241"/>
                  <a:pt x="241" y="212"/>
                  <a:pt x="241" y="176"/>
                </a:cubicBezTo>
                <a:cubicBezTo>
                  <a:pt x="241" y="141"/>
                  <a:pt x="212" y="112"/>
                  <a:pt x="177" y="112"/>
                </a:cubicBezTo>
                <a:moveTo>
                  <a:pt x="177" y="224"/>
                </a:moveTo>
                <a:cubicBezTo>
                  <a:pt x="150" y="224"/>
                  <a:pt x="128" y="203"/>
                  <a:pt x="128" y="176"/>
                </a:cubicBezTo>
                <a:cubicBezTo>
                  <a:pt x="128" y="150"/>
                  <a:pt x="150" y="128"/>
                  <a:pt x="177" y="128"/>
                </a:cubicBezTo>
                <a:cubicBezTo>
                  <a:pt x="203" y="128"/>
                  <a:pt x="225" y="150"/>
                  <a:pt x="225" y="176"/>
                </a:cubicBezTo>
                <a:cubicBezTo>
                  <a:pt x="225" y="203"/>
                  <a:pt x="203" y="224"/>
                  <a:pt x="177" y="224"/>
                </a:cubicBezTo>
                <a:moveTo>
                  <a:pt x="177" y="0"/>
                </a:moveTo>
                <a:cubicBezTo>
                  <a:pt x="79" y="0"/>
                  <a:pt x="0" y="79"/>
                  <a:pt x="0" y="176"/>
                </a:cubicBezTo>
                <a:cubicBezTo>
                  <a:pt x="0" y="274"/>
                  <a:pt x="79" y="353"/>
                  <a:pt x="177" y="353"/>
                </a:cubicBezTo>
                <a:cubicBezTo>
                  <a:pt x="274" y="353"/>
                  <a:pt x="353" y="274"/>
                  <a:pt x="353" y="176"/>
                </a:cubicBezTo>
                <a:cubicBezTo>
                  <a:pt x="353" y="79"/>
                  <a:pt x="274" y="0"/>
                  <a:pt x="177" y="0"/>
                </a:cubicBezTo>
                <a:moveTo>
                  <a:pt x="177" y="337"/>
                </a:moveTo>
                <a:cubicBezTo>
                  <a:pt x="88" y="337"/>
                  <a:pt x="16" y="265"/>
                  <a:pt x="16" y="176"/>
                </a:cubicBezTo>
                <a:cubicBezTo>
                  <a:pt x="16" y="88"/>
                  <a:pt x="88" y="16"/>
                  <a:pt x="177" y="16"/>
                </a:cubicBezTo>
                <a:cubicBezTo>
                  <a:pt x="265" y="16"/>
                  <a:pt x="337" y="88"/>
                  <a:pt x="337" y="176"/>
                </a:cubicBezTo>
                <a:cubicBezTo>
                  <a:pt x="337" y="265"/>
                  <a:pt x="265" y="337"/>
                  <a:pt x="177" y="337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9" name="Freeform 29"/>
          <p:cNvSpPr>
            <a:spLocks noEditPoints="1"/>
          </p:cNvSpPr>
          <p:nvPr/>
        </p:nvSpPr>
        <p:spPr bwMode="auto">
          <a:xfrm>
            <a:off x="5259918" y="3166534"/>
            <a:ext cx="573617" cy="575733"/>
          </a:xfrm>
          <a:custGeom>
            <a:avLst/>
            <a:gdLst>
              <a:gd name="T0" fmla="*/ 110 w 353"/>
              <a:gd name="T1" fmla="*/ 106 h 353"/>
              <a:gd name="T2" fmla="*/ 105 w 353"/>
              <a:gd name="T3" fmla="*/ 104 h 353"/>
              <a:gd name="T4" fmla="*/ 97 w 353"/>
              <a:gd name="T5" fmla="*/ 112 h 353"/>
              <a:gd name="T6" fmla="*/ 97 w 353"/>
              <a:gd name="T7" fmla="*/ 241 h 353"/>
              <a:gd name="T8" fmla="*/ 105 w 353"/>
              <a:gd name="T9" fmla="*/ 249 h 353"/>
              <a:gd name="T10" fmla="*/ 110 w 353"/>
              <a:gd name="T11" fmla="*/ 247 h 353"/>
              <a:gd name="T12" fmla="*/ 110 w 353"/>
              <a:gd name="T13" fmla="*/ 247 h 353"/>
              <a:gd name="T14" fmla="*/ 145 w 353"/>
              <a:gd name="T15" fmla="*/ 227 h 353"/>
              <a:gd name="T16" fmla="*/ 145 w 353"/>
              <a:gd name="T17" fmla="*/ 208 h 353"/>
              <a:gd name="T18" fmla="*/ 113 w 353"/>
              <a:gd name="T19" fmla="*/ 227 h 353"/>
              <a:gd name="T20" fmla="*/ 113 w 353"/>
              <a:gd name="T21" fmla="*/ 126 h 353"/>
              <a:gd name="T22" fmla="*/ 145 w 353"/>
              <a:gd name="T23" fmla="*/ 144 h 353"/>
              <a:gd name="T24" fmla="*/ 145 w 353"/>
              <a:gd name="T25" fmla="*/ 126 h 353"/>
              <a:gd name="T26" fmla="*/ 110 w 353"/>
              <a:gd name="T27" fmla="*/ 106 h 353"/>
              <a:gd name="T28" fmla="*/ 177 w 353"/>
              <a:gd name="T29" fmla="*/ 0 h 353"/>
              <a:gd name="T30" fmla="*/ 0 w 353"/>
              <a:gd name="T31" fmla="*/ 176 h 353"/>
              <a:gd name="T32" fmla="*/ 177 w 353"/>
              <a:gd name="T33" fmla="*/ 353 h 353"/>
              <a:gd name="T34" fmla="*/ 353 w 353"/>
              <a:gd name="T35" fmla="*/ 176 h 353"/>
              <a:gd name="T36" fmla="*/ 177 w 353"/>
              <a:gd name="T37" fmla="*/ 0 h 353"/>
              <a:gd name="T38" fmla="*/ 177 w 353"/>
              <a:gd name="T39" fmla="*/ 337 h 353"/>
              <a:gd name="T40" fmla="*/ 16 w 353"/>
              <a:gd name="T41" fmla="*/ 176 h 353"/>
              <a:gd name="T42" fmla="*/ 177 w 353"/>
              <a:gd name="T43" fmla="*/ 16 h 353"/>
              <a:gd name="T44" fmla="*/ 337 w 353"/>
              <a:gd name="T45" fmla="*/ 176 h 353"/>
              <a:gd name="T46" fmla="*/ 177 w 353"/>
              <a:gd name="T47" fmla="*/ 337 h 353"/>
              <a:gd name="T48" fmla="*/ 286 w 353"/>
              <a:gd name="T49" fmla="*/ 170 h 353"/>
              <a:gd name="T50" fmla="*/ 286 w 353"/>
              <a:gd name="T51" fmla="*/ 170 h 353"/>
              <a:gd name="T52" fmla="*/ 285 w 353"/>
              <a:gd name="T53" fmla="*/ 169 h 353"/>
              <a:gd name="T54" fmla="*/ 284 w 353"/>
              <a:gd name="T55" fmla="*/ 169 h 353"/>
              <a:gd name="T56" fmla="*/ 174 w 353"/>
              <a:gd name="T57" fmla="*/ 106 h 353"/>
              <a:gd name="T58" fmla="*/ 174 w 353"/>
              <a:gd name="T59" fmla="*/ 106 h 353"/>
              <a:gd name="T60" fmla="*/ 169 w 353"/>
              <a:gd name="T61" fmla="*/ 104 h 353"/>
              <a:gd name="T62" fmla="*/ 161 w 353"/>
              <a:gd name="T63" fmla="*/ 112 h 353"/>
              <a:gd name="T64" fmla="*/ 161 w 353"/>
              <a:gd name="T65" fmla="*/ 241 h 353"/>
              <a:gd name="T66" fmla="*/ 169 w 353"/>
              <a:gd name="T67" fmla="*/ 249 h 353"/>
              <a:gd name="T68" fmla="*/ 174 w 353"/>
              <a:gd name="T69" fmla="*/ 247 h 353"/>
              <a:gd name="T70" fmla="*/ 174 w 353"/>
              <a:gd name="T71" fmla="*/ 247 h 353"/>
              <a:gd name="T72" fmla="*/ 284 w 353"/>
              <a:gd name="T73" fmla="*/ 184 h 353"/>
              <a:gd name="T74" fmla="*/ 285 w 353"/>
              <a:gd name="T75" fmla="*/ 183 h 353"/>
              <a:gd name="T76" fmla="*/ 286 w 353"/>
              <a:gd name="T77" fmla="*/ 183 h 353"/>
              <a:gd name="T78" fmla="*/ 286 w 353"/>
              <a:gd name="T79" fmla="*/ 182 h 353"/>
              <a:gd name="T80" fmla="*/ 289 w 353"/>
              <a:gd name="T81" fmla="*/ 176 h 353"/>
              <a:gd name="T82" fmla="*/ 286 w 353"/>
              <a:gd name="T83" fmla="*/ 170 h 353"/>
              <a:gd name="T84" fmla="*/ 177 w 353"/>
              <a:gd name="T85" fmla="*/ 227 h 353"/>
              <a:gd name="T86" fmla="*/ 177 w 353"/>
              <a:gd name="T87" fmla="*/ 126 h 353"/>
              <a:gd name="T88" fmla="*/ 265 w 353"/>
              <a:gd name="T89" fmla="*/ 176 h 353"/>
              <a:gd name="T90" fmla="*/ 177 w 353"/>
              <a:gd name="T91" fmla="*/ 227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353" h="353">
                <a:moveTo>
                  <a:pt x="110" y="106"/>
                </a:moveTo>
                <a:cubicBezTo>
                  <a:pt x="108" y="105"/>
                  <a:pt x="106" y="104"/>
                  <a:pt x="105" y="104"/>
                </a:cubicBezTo>
                <a:cubicBezTo>
                  <a:pt x="100" y="104"/>
                  <a:pt x="97" y="108"/>
                  <a:pt x="97" y="112"/>
                </a:cubicBezTo>
                <a:cubicBezTo>
                  <a:pt x="97" y="241"/>
                  <a:pt x="97" y="241"/>
                  <a:pt x="97" y="241"/>
                </a:cubicBezTo>
                <a:cubicBezTo>
                  <a:pt x="97" y="245"/>
                  <a:pt x="100" y="249"/>
                  <a:pt x="105" y="249"/>
                </a:cubicBezTo>
                <a:cubicBezTo>
                  <a:pt x="106" y="249"/>
                  <a:pt x="108" y="248"/>
                  <a:pt x="110" y="247"/>
                </a:cubicBezTo>
                <a:cubicBezTo>
                  <a:pt x="110" y="247"/>
                  <a:pt x="110" y="247"/>
                  <a:pt x="110" y="247"/>
                </a:cubicBezTo>
                <a:cubicBezTo>
                  <a:pt x="145" y="227"/>
                  <a:pt x="145" y="227"/>
                  <a:pt x="145" y="227"/>
                </a:cubicBezTo>
                <a:cubicBezTo>
                  <a:pt x="145" y="208"/>
                  <a:pt x="145" y="208"/>
                  <a:pt x="145" y="208"/>
                </a:cubicBezTo>
                <a:cubicBezTo>
                  <a:pt x="113" y="227"/>
                  <a:pt x="113" y="227"/>
                  <a:pt x="113" y="227"/>
                </a:cubicBezTo>
                <a:cubicBezTo>
                  <a:pt x="113" y="126"/>
                  <a:pt x="113" y="126"/>
                  <a:pt x="113" y="126"/>
                </a:cubicBezTo>
                <a:cubicBezTo>
                  <a:pt x="145" y="144"/>
                  <a:pt x="145" y="144"/>
                  <a:pt x="145" y="144"/>
                </a:cubicBezTo>
                <a:cubicBezTo>
                  <a:pt x="145" y="126"/>
                  <a:pt x="145" y="126"/>
                  <a:pt x="145" y="126"/>
                </a:cubicBezTo>
                <a:cubicBezTo>
                  <a:pt x="110" y="106"/>
                  <a:pt x="110" y="106"/>
                  <a:pt x="110" y="106"/>
                </a:cubicBezTo>
                <a:close/>
                <a:moveTo>
                  <a:pt x="177" y="0"/>
                </a:moveTo>
                <a:cubicBezTo>
                  <a:pt x="79" y="0"/>
                  <a:pt x="0" y="79"/>
                  <a:pt x="0" y="176"/>
                </a:cubicBezTo>
                <a:cubicBezTo>
                  <a:pt x="0" y="274"/>
                  <a:pt x="79" y="353"/>
                  <a:pt x="177" y="353"/>
                </a:cubicBezTo>
                <a:cubicBezTo>
                  <a:pt x="274" y="353"/>
                  <a:pt x="353" y="274"/>
                  <a:pt x="353" y="176"/>
                </a:cubicBezTo>
                <a:cubicBezTo>
                  <a:pt x="353" y="79"/>
                  <a:pt x="274" y="0"/>
                  <a:pt x="177" y="0"/>
                </a:cubicBezTo>
                <a:moveTo>
                  <a:pt x="177" y="337"/>
                </a:moveTo>
                <a:cubicBezTo>
                  <a:pt x="88" y="337"/>
                  <a:pt x="16" y="265"/>
                  <a:pt x="16" y="176"/>
                </a:cubicBezTo>
                <a:cubicBezTo>
                  <a:pt x="16" y="88"/>
                  <a:pt x="88" y="16"/>
                  <a:pt x="177" y="16"/>
                </a:cubicBezTo>
                <a:cubicBezTo>
                  <a:pt x="266" y="16"/>
                  <a:pt x="337" y="88"/>
                  <a:pt x="337" y="176"/>
                </a:cubicBezTo>
                <a:cubicBezTo>
                  <a:pt x="337" y="265"/>
                  <a:pt x="266" y="337"/>
                  <a:pt x="177" y="337"/>
                </a:cubicBezTo>
                <a:moveTo>
                  <a:pt x="286" y="170"/>
                </a:moveTo>
                <a:cubicBezTo>
                  <a:pt x="286" y="170"/>
                  <a:pt x="286" y="170"/>
                  <a:pt x="286" y="170"/>
                </a:cubicBezTo>
                <a:cubicBezTo>
                  <a:pt x="285" y="169"/>
                  <a:pt x="285" y="169"/>
                  <a:pt x="285" y="169"/>
                </a:cubicBezTo>
                <a:cubicBezTo>
                  <a:pt x="285" y="169"/>
                  <a:pt x="284" y="169"/>
                  <a:pt x="284" y="169"/>
                </a:cubicBezTo>
                <a:cubicBezTo>
                  <a:pt x="174" y="106"/>
                  <a:pt x="174" y="106"/>
                  <a:pt x="174" y="106"/>
                </a:cubicBezTo>
                <a:cubicBezTo>
                  <a:pt x="174" y="106"/>
                  <a:pt x="174" y="106"/>
                  <a:pt x="174" y="106"/>
                </a:cubicBezTo>
                <a:cubicBezTo>
                  <a:pt x="172" y="105"/>
                  <a:pt x="171" y="104"/>
                  <a:pt x="169" y="104"/>
                </a:cubicBezTo>
                <a:cubicBezTo>
                  <a:pt x="164" y="104"/>
                  <a:pt x="161" y="108"/>
                  <a:pt x="161" y="112"/>
                </a:cubicBezTo>
                <a:cubicBezTo>
                  <a:pt x="161" y="241"/>
                  <a:pt x="161" y="241"/>
                  <a:pt x="161" y="241"/>
                </a:cubicBezTo>
                <a:cubicBezTo>
                  <a:pt x="161" y="245"/>
                  <a:pt x="164" y="249"/>
                  <a:pt x="169" y="249"/>
                </a:cubicBezTo>
                <a:cubicBezTo>
                  <a:pt x="171" y="249"/>
                  <a:pt x="172" y="248"/>
                  <a:pt x="174" y="247"/>
                </a:cubicBezTo>
                <a:cubicBezTo>
                  <a:pt x="174" y="247"/>
                  <a:pt x="174" y="247"/>
                  <a:pt x="174" y="247"/>
                </a:cubicBezTo>
                <a:cubicBezTo>
                  <a:pt x="284" y="184"/>
                  <a:pt x="284" y="184"/>
                  <a:pt x="284" y="184"/>
                </a:cubicBezTo>
                <a:cubicBezTo>
                  <a:pt x="284" y="184"/>
                  <a:pt x="285" y="183"/>
                  <a:pt x="285" y="183"/>
                </a:cubicBezTo>
                <a:cubicBezTo>
                  <a:pt x="286" y="183"/>
                  <a:pt x="286" y="183"/>
                  <a:pt x="286" y="183"/>
                </a:cubicBezTo>
                <a:cubicBezTo>
                  <a:pt x="286" y="182"/>
                  <a:pt x="286" y="182"/>
                  <a:pt x="286" y="182"/>
                </a:cubicBezTo>
                <a:cubicBezTo>
                  <a:pt x="288" y="181"/>
                  <a:pt x="289" y="179"/>
                  <a:pt x="289" y="176"/>
                </a:cubicBezTo>
                <a:cubicBezTo>
                  <a:pt x="289" y="174"/>
                  <a:pt x="288" y="172"/>
                  <a:pt x="286" y="170"/>
                </a:cubicBezTo>
                <a:moveTo>
                  <a:pt x="177" y="227"/>
                </a:moveTo>
                <a:cubicBezTo>
                  <a:pt x="177" y="126"/>
                  <a:pt x="177" y="126"/>
                  <a:pt x="177" y="126"/>
                </a:cubicBezTo>
                <a:cubicBezTo>
                  <a:pt x="265" y="176"/>
                  <a:pt x="265" y="176"/>
                  <a:pt x="265" y="176"/>
                </a:cubicBezTo>
                <a:lnTo>
                  <a:pt x="177" y="227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0" name="Freeform 30"/>
          <p:cNvSpPr>
            <a:spLocks noEditPoints="1"/>
          </p:cNvSpPr>
          <p:nvPr/>
        </p:nvSpPr>
        <p:spPr bwMode="auto">
          <a:xfrm>
            <a:off x="6358468" y="3166534"/>
            <a:ext cx="575733" cy="575733"/>
          </a:xfrm>
          <a:custGeom>
            <a:avLst/>
            <a:gdLst>
              <a:gd name="T0" fmla="*/ 176 w 353"/>
              <a:gd name="T1" fmla="*/ 0 h 353"/>
              <a:gd name="T2" fmla="*/ 0 w 353"/>
              <a:gd name="T3" fmla="*/ 176 h 353"/>
              <a:gd name="T4" fmla="*/ 176 w 353"/>
              <a:gd name="T5" fmla="*/ 353 h 353"/>
              <a:gd name="T6" fmla="*/ 353 w 353"/>
              <a:gd name="T7" fmla="*/ 176 h 353"/>
              <a:gd name="T8" fmla="*/ 176 w 353"/>
              <a:gd name="T9" fmla="*/ 0 h 353"/>
              <a:gd name="T10" fmla="*/ 176 w 353"/>
              <a:gd name="T11" fmla="*/ 337 h 353"/>
              <a:gd name="T12" fmla="*/ 16 w 353"/>
              <a:gd name="T13" fmla="*/ 176 h 353"/>
              <a:gd name="T14" fmla="*/ 176 w 353"/>
              <a:gd name="T15" fmla="*/ 16 h 353"/>
              <a:gd name="T16" fmla="*/ 337 w 353"/>
              <a:gd name="T17" fmla="*/ 176 h 353"/>
              <a:gd name="T18" fmla="*/ 176 w 353"/>
              <a:gd name="T19" fmla="*/ 337 h 353"/>
              <a:gd name="T20" fmla="*/ 248 w 353"/>
              <a:gd name="T21" fmla="*/ 104 h 353"/>
              <a:gd name="T22" fmla="*/ 216 w 353"/>
              <a:gd name="T23" fmla="*/ 104 h 353"/>
              <a:gd name="T24" fmla="*/ 208 w 353"/>
              <a:gd name="T25" fmla="*/ 112 h 353"/>
              <a:gd name="T26" fmla="*/ 208 w 353"/>
              <a:gd name="T27" fmla="*/ 163 h 353"/>
              <a:gd name="T28" fmla="*/ 109 w 353"/>
              <a:gd name="T29" fmla="*/ 106 h 353"/>
              <a:gd name="T30" fmla="*/ 109 w 353"/>
              <a:gd name="T31" fmla="*/ 106 h 353"/>
              <a:gd name="T32" fmla="*/ 104 w 353"/>
              <a:gd name="T33" fmla="*/ 104 h 353"/>
              <a:gd name="T34" fmla="*/ 96 w 353"/>
              <a:gd name="T35" fmla="*/ 112 h 353"/>
              <a:gd name="T36" fmla="*/ 96 w 353"/>
              <a:gd name="T37" fmla="*/ 241 h 353"/>
              <a:gd name="T38" fmla="*/ 104 w 353"/>
              <a:gd name="T39" fmla="*/ 249 h 353"/>
              <a:gd name="T40" fmla="*/ 109 w 353"/>
              <a:gd name="T41" fmla="*/ 247 h 353"/>
              <a:gd name="T42" fmla="*/ 109 w 353"/>
              <a:gd name="T43" fmla="*/ 247 h 353"/>
              <a:gd name="T44" fmla="*/ 208 w 353"/>
              <a:gd name="T45" fmla="*/ 190 h 353"/>
              <a:gd name="T46" fmla="*/ 208 w 353"/>
              <a:gd name="T47" fmla="*/ 241 h 353"/>
              <a:gd name="T48" fmla="*/ 216 w 353"/>
              <a:gd name="T49" fmla="*/ 249 h 353"/>
              <a:gd name="T50" fmla="*/ 248 w 353"/>
              <a:gd name="T51" fmla="*/ 249 h 353"/>
              <a:gd name="T52" fmla="*/ 256 w 353"/>
              <a:gd name="T53" fmla="*/ 241 h 353"/>
              <a:gd name="T54" fmla="*/ 256 w 353"/>
              <a:gd name="T55" fmla="*/ 112 h 353"/>
              <a:gd name="T56" fmla="*/ 248 w 353"/>
              <a:gd name="T57" fmla="*/ 104 h 353"/>
              <a:gd name="T58" fmla="*/ 112 w 353"/>
              <a:gd name="T59" fmla="*/ 227 h 353"/>
              <a:gd name="T60" fmla="*/ 112 w 353"/>
              <a:gd name="T61" fmla="*/ 126 h 353"/>
              <a:gd name="T62" fmla="*/ 200 w 353"/>
              <a:gd name="T63" fmla="*/ 176 h 353"/>
              <a:gd name="T64" fmla="*/ 112 w 353"/>
              <a:gd name="T65" fmla="*/ 227 h 353"/>
              <a:gd name="T66" fmla="*/ 240 w 353"/>
              <a:gd name="T67" fmla="*/ 232 h 353"/>
              <a:gd name="T68" fmla="*/ 224 w 353"/>
              <a:gd name="T69" fmla="*/ 232 h 353"/>
              <a:gd name="T70" fmla="*/ 224 w 353"/>
              <a:gd name="T71" fmla="*/ 120 h 353"/>
              <a:gd name="T72" fmla="*/ 240 w 353"/>
              <a:gd name="T73" fmla="*/ 120 h 353"/>
              <a:gd name="T74" fmla="*/ 240 w 353"/>
              <a:gd name="T75" fmla="*/ 232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353" h="353">
                <a:moveTo>
                  <a:pt x="176" y="0"/>
                </a:moveTo>
                <a:cubicBezTo>
                  <a:pt x="79" y="0"/>
                  <a:pt x="0" y="79"/>
                  <a:pt x="0" y="176"/>
                </a:cubicBezTo>
                <a:cubicBezTo>
                  <a:pt x="0" y="274"/>
                  <a:pt x="79" y="353"/>
                  <a:pt x="176" y="353"/>
                </a:cubicBezTo>
                <a:cubicBezTo>
                  <a:pt x="274" y="353"/>
                  <a:pt x="353" y="274"/>
                  <a:pt x="353" y="176"/>
                </a:cubicBezTo>
                <a:cubicBezTo>
                  <a:pt x="353" y="79"/>
                  <a:pt x="274" y="0"/>
                  <a:pt x="176" y="0"/>
                </a:cubicBezTo>
                <a:moveTo>
                  <a:pt x="176" y="337"/>
                </a:moveTo>
                <a:cubicBezTo>
                  <a:pt x="88" y="337"/>
                  <a:pt x="16" y="265"/>
                  <a:pt x="16" y="176"/>
                </a:cubicBezTo>
                <a:cubicBezTo>
                  <a:pt x="16" y="88"/>
                  <a:pt x="88" y="16"/>
                  <a:pt x="176" y="16"/>
                </a:cubicBezTo>
                <a:cubicBezTo>
                  <a:pt x="265" y="16"/>
                  <a:pt x="337" y="88"/>
                  <a:pt x="337" y="176"/>
                </a:cubicBezTo>
                <a:cubicBezTo>
                  <a:pt x="337" y="265"/>
                  <a:pt x="265" y="337"/>
                  <a:pt x="176" y="337"/>
                </a:cubicBezTo>
                <a:moveTo>
                  <a:pt x="248" y="104"/>
                </a:moveTo>
                <a:cubicBezTo>
                  <a:pt x="216" y="104"/>
                  <a:pt x="216" y="104"/>
                  <a:pt x="216" y="104"/>
                </a:cubicBezTo>
                <a:cubicBezTo>
                  <a:pt x="212" y="104"/>
                  <a:pt x="208" y="108"/>
                  <a:pt x="208" y="112"/>
                </a:cubicBezTo>
                <a:cubicBezTo>
                  <a:pt x="208" y="163"/>
                  <a:pt x="208" y="163"/>
                  <a:pt x="208" y="163"/>
                </a:cubicBezTo>
                <a:cubicBezTo>
                  <a:pt x="109" y="106"/>
                  <a:pt x="109" y="106"/>
                  <a:pt x="109" y="106"/>
                </a:cubicBezTo>
                <a:cubicBezTo>
                  <a:pt x="109" y="106"/>
                  <a:pt x="109" y="106"/>
                  <a:pt x="109" y="106"/>
                </a:cubicBezTo>
                <a:cubicBezTo>
                  <a:pt x="107" y="105"/>
                  <a:pt x="106" y="104"/>
                  <a:pt x="104" y="104"/>
                </a:cubicBezTo>
                <a:cubicBezTo>
                  <a:pt x="99" y="104"/>
                  <a:pt x="96" y="108"/>
                  <a:pt x="96" y="112"/>
                </a:cubicBezTo>
                <a:cubicBezTo>
                  <a:pt x="96" y="241"/>
                  <a:pt x="96" y="241"/>
                  <a:pt x="96" y="241"/>
                </a:cubicBezTo>
                <a:cubicBezTo>
                  <a:pt x="96" y="245"/>
                  <a:pt x="99" y="249"/>
                  <a:pt x="104" y="249"/>
                </a:cubicBezTo>
                <a:cubicBezTo>
                  <a:pt x="106" y="249"/>
                  <a:pt x="107" y="248"/>
                  <a:pt x="109" y="247"/>
                </a:cubicBezTo>
                <a:cubicBezTo>
                  <a:pt x="109" y="247"/>
                  <a:pt x="109" y="247"/>
                  <a:pt x="109" y="247"/>
                </a:cubicBezTo>
                <a:cubicBezTo>
                  <a:pt x="208" y="190"/>
                  <a:pt x="208" y="190"/>
                  <a:pt x="208" y="190"/>
                </a:cubicBezTo>
                <a:cubicBezTo>
                  <a:pt x="208" y="241"/>
                  <a:pt x="208" y="241"/>
                  <a:pt x="208" y="241"/>
                </a:cubicBezTo>
                <a:cubicBezTo>
                  <a:pt x="208" y="245"/>
                  <a:pt x="212" y="249"/>
                  <a:pt x="216" y="249"/>
                </a:cubicBezTo>
                <a:cubicBezTo>
                  <a:pt x="248" y="249"/>
                  <a:pt x="248" y="249"/>
                  <a:pt x="248" y="249"/>
                </a:cubicBezTo>
                <a:cubicBezTo>
                  <a:pt x="253" y="249"/>
                  <a:pt x="256" y="245"/>
                  <a:pt x="256" y="241"/>
                </a:cubicBezTo>
                <a:cubicBezTo>
                  <a:pt x="256" y="112"/>
                  <a:pt x="256" y="112"/>
                  <a:pt x="256" y="112"/>
                </a:cubicBezTo>
                <a:cubicBezTo>
                  <a:pt x="256" y="108"/>
                  <a:pt x="253" y="104"/>
                  <a:pt x="248" y="104"/>
                </a:cubicBezTo>
                <a:moveTo>
                  <a:pt x="112" y="227"/>
                </a:moveTo>
                <a:cubicBezTo>
                  <a:pt x="112" y="126"/>
                  <a:pt x="112" y="126"/>
                  <a:pt x="112" y="126"/>
                </a:cubicBezTo>
                <a:cubicBezTo>
                  <a:pt x="200" y="176"/>
                  <a:pt x="200" y="176"/>
                  <a:pt x="200" y="176"/>
                </a:cubicBezTo>
                <a:lnTo>
                  <a:pt x="112" y="227"/>
                </a:lnTo>
                <a:close/>
                <a:moveTo>
                  <a:pt x="240" y="232"/>
                </a:moveTo>
                <a:cubicBezTo>
                  <a:pt x="224" y="232"/>
                  <a:pt x="224" y="232"/>
                  <a:pt x="224" y="232"/>
                </a:cubicBezTo>
                <a:cubicBezTo>
                  <a:pt x="224" y="120"/>
                  <a:pt x="224" y="120"/>
                  <a:pt x="224" y="120"/>
                </a:cubicBezTo>
                <a:cubicBezTo>
                  <a:pt x="240" y="120"/>
                  <a:pt x="240" y="120"/>
                  <a:pt x="240" y="120"/>
                </a:cubicBezTo>
                <a:lnTo>
                  <a:pt x="240" y="232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1" name="Freeform 31"/>
          <p:cNvSpPr>
            <a:spLocks noEditPoints="1"/>
          </p:cNvSpPr>
          <p:nvPr/>
        </p:nvSpPr>
        <p:spPr bwMode="auto">
          <a:xfrm>
            <a:off x="7457018" y="3166534"/>
            <a:ext cx="575733" cy="575733"/>
          </a:xfrm>
          <a:custGeom>
            <a:avLst/>
            <a:gdLst>
              <a:gd name="T0" fmla="*/ 241 w 353"/>
              <a:gd name="T1" fmla="*/ 192 h 353"/>
              <a:gd name="T2" fmla="*/ 112 w 353"/>
              <a:gd name="T3" fmla="*/ 192 h 353"/>
              <a:gd name="T4" fmla="*/ 104 w 353"/>
              <a:gd name="T5" fmla="*/ 200 h 353"/>
              <a:gd name="T6" fmla="*/ 104 w 353"/>
              <a:gd name="T7" fmla="*/ 232 h 353"/>
              <a:gd name="T8" fmla="*/ 112 w 353"/>
              <a:gd name="T9" fmla="*/ 241 h 353"/>
              <a:gd name="T10" fmla="*/ 241 w 353"/>
              <a:gd name="T11" fmla="*/ 241 h 353"/>
              <a:gd name="T12" fmla="*/ 249 w 353"/>
              <a:gd name="T13" fmla="*/ 232 h 353"/>
              <a:gd name="T14" fmla="*/ 249 w 353"/>
              <a:gd name="T15" fmla="*/ 200 h 353"/>
              <a:gd name="T16" fmla="*/ 241 w 353"/>
              <a:gd name="T17" fmla="*/ 192 h 353"/>
              <a:gd name="T18" fmla="*/ 233 w 353"/>
              <a:gd name="T19" fmla="*/ 224 h 353"/>
              <a:gd name="T20" fmla="*/ 120 w 353"/>
              <a:gd name="T21" fmla="*/ 224 h 353"/>
              <a:gd name="T22" fmla="*/ 120 w 353"/>
              <a:gd name="T23" fmla="*/ 208 h 353"/>
              <a:gd name="T24" fmla="*/ 233 w 353"/>
              <a:gd name="T25" fmla="*/ 208 h 353"/>
              <a:gd name="T26" fmla="*/ 233 w 353"/>
              <a:gd name="T27" fmla="*/ 224 h 353"/>
              <a:gd name="T28" fmla="*/ 247 w 353"/>
              <a:gd name="T29" fmla="*/ 163 h 353"/>
              <a:gd name="T30" fmla="*/ 247 w 353"/>
              <a:gd name="T31" fmla="*/ 163 h 353"/>
              <a:gd name="T32" fmla="*/ 246 w 353"/>
              <a:gd name="T33" fmla="*/ 162 h 353"/>
              <a:gd name="T34" fmla="*/ 183 w 353"/>
              <a:gd name="T35" fmla="*/ 99 h 353"/>
              <a:gd name="T36" fmla="*/ 183 w 353"/>
              <a:gd name="T37" fmla="*/ 99 h 353"/>
              <a:gd name="T38" fmla="*/ 176 w 353"/>
              <a:gd name="T39" fmla="*/ 96 h 353"/>
              <a:gd name="T40" fmla="*/ 170 w 353"/>
              <a:gd name="T41" fmla="*/ 99 h 353"/>
              <a:gd name="T42" fmla="*/ 170 w 353"/>
              <a:gd name="T43" fmla="*/ 99 h 353"/>
              <a:gd name="T44" fmla="*/ 107 w 353"/>
              <a:gd name="T45" fmla="*/ 162 h 353"/>
              <a:gd name="T46" fmla="*/ 106 w 353"/>
              <a:gd name="T47" fmla="*/ 163 h 353"/>
              <a:gd name="T48" fmla="*/ 106 w 353"/>
              <a:gd name="T49" fmla="*/ 163 h 353"/>
              <a:gd name="T50" fmla="*/ 106 w 353"/>
              <a:gd name="T51" fmla="*/ 163 h 353"/>
              <a:gd name="T52" fmla="*/ 104 w 353"/>
              <a:gd name="T53" fmla="*/ 168 h 353"/>
              <a:gd name="T54" fmla="*/ 112 w 353"/>
              <a:gd name="T55" fmla="*/ 176 h 353"/>
              <a:gd name="T56" fmla="*/ 241 w 353"/>
              <a:gd name="T57" fmla="*/ 176 h 353"/>
              <a:gd name="T58" fmla="*/ 249 w 353"/>
              <a:gd name="T59" fmla="*/ 168 h 353"/>
              <a:gd name="T60" fmla="*/ 247 w 353"/>
              <a:gd name="T61" fmla="*/ 163 h 353"/>
              <a:gd name="T62" fmla="*/ 132 w 353"/>
              <a:gd name="T63" fmla="*/ 160 h 353"/>
              <a:gd name="T64" fmla="*/ 176 w 353"/>
              <a:gd name="T65" fmla="*/ 115 h 353"/>
              <a:gd name="T66" fmla="*/ 221 w 353"/>
              <a:gd name="T67" fmla="*/ 160 h 353"/>
              <a:gd name="T68" fmla="*/ 132 w 353"/>
              <a:gd name="T69" fmla="*/ 160 h 353"/>
              <a:gd name="T70" fmla="*/ 176 w 353"/>
              <a:gd name="T71" fmla="*/ 0 h 353"/>
              <a:gd name="T72" fmla="*/ 0 w 353"/>
              <a:gd name="T73" fmla="*/ 176 h 353"/>
              <a:gd name="T74" fmla="*/ 176 w 353"/>
              <a:gd name="T75" fmla="*/ 353 h 353"/>
              <a:gd name="T76" fmla="*/ 353 w 353"/>
              <a:gd name="T77" fmla="*/ 176 h 353"/>
              <a:gd name="T78" fmla="*/ 176 w 353"/>
              <a:gd name="T79" fmla="*/ 0 h 353"/>
              <a:gd name="T80" fmla="*/ 176 w 353"/>
              <a:gd name="T81" fmla="*/ 337 h 353"/>
              <a:gd name="T82" fmla="*/ 16 w 353"/>
              <a:gd name="T83" fmla="*/ 176 h 353"/>
              <a:gd name="T84" fmla="*/ 176 w 353"/>
              <a:gd name="T85" fmla="*/ 16 h 353"/>
              <a:gd name="T86" fmla="*/ 337 w 353"/>
              <a:gd name="T87" fmla="*/ 176 h 353"/>
              <a:gd name="T88" fmla="*/ 176 w 353"/>
              <a:gd name="T89" fmla="*/ 337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353" h="353">
                <a:moveTo>
                  <a:pt x="241" y="192"/>
                </a:moveTo>
                <a:cubicBezTo>
                  <a:pt x="112" y="192"/>
                  <a:pt x="112" y="192"/>
                  <a:pt x="112" y="192"/>
                </a:cubicBezTo>
                <a:cubicBezTo>
                  <a:pt x="108" y="192"/>
                  <a:pt x="104" y="196"/>
                  <a:pt x="104" y="200"/>
                </a:cubicBezTo>
                <a:cubicBezTo>
                  <a:pt x="104" y="232"/>
                  <a:pt x="104" y="232"/>
                  <a:pt x="104" y="232"/>
                </a:cubicBezTo>
                <a:cubicBezTo>
                  <a:pt x="104" y="237"/>
                  <a:pt x="108" y="241"/>
                  <a:pt x="112" y="241"/>
                </a:cubicBezTo>
                <a:cubicBezTo>
                  <a:pt x="241" y="241"/>
                  <a:pt x="241" y="241"/>
                  <a:pt x="241" y="241"/>
                </a:cubicBezTo>
                <a:cubicBezTo>
                  <a:pt x="245" y="241"/>
                  <a:pt x="249" y="237"/>
                  <a:pt x="249" y="232"/>
                </a:cubicBezTo>
                <a:cubicBezTo>
                  <a:pt x="249" y="200"/>
                  <a:pt x="249" y="200"/>
                  <a:pt x="249" y="200"/>
                </a:cubicBezTo>
                <a:cubicBezTo>
                  <a:pt x="249" y="196"/>
                  <a:pt x="245" y="192"/>
                  <a:pt x="241" y="192"/>
                </a:cubicBezTo>
                <a:moveTo>
                  <a:pt x="233" y="224"/>
                </a:moveTo>
                <a:cubicBezTo>
                  <a:pt x="120" y="224"/>
                  <a:pt x="120" y="224"/>
                  <a:pt x="120" y="224"/>
                </a:cubicBezTo>
                <a:cubicBezTo>
                  <a:pt x="120" y="208"/>
                  <a:pt x="120" y="208"/>
                  <a:pt x="120" y="208"/>
                </a:cubicBezTo>
                <a:cubicBezTo>
                  <a:pt x="233" y="208"/>
                  <a:pt x="233" y="208"/>
                  <a:pt x="233" y="208"/>
                </a:cubicBezTo>
                <a:lnTo>
                  <a:pt x="233" y="224"/>
                </a:lnTo>
                <a:close/>
                <a:moveTo>
                  <a:pt x="247" y="163"/>
                </a:moveTo>
                <a:cubicBezTo>
                  <a:pt x="247" y="163"/>
                  <a:pt x="247" y="163"/>
                  <a:pt x="247" y="163"/>
                </a:cubicBezTo>
                <a:cubicBezTo>
                  <a:pt x="246" y="163"/>
                  <a:pt x="246" y="163"/>
                  <a:pt x="246" y="162"/>
                </a:cubicBezTo>
                <a:cubicBezTo>
                  <a:pt x="183" y="99"/>
                  <a:pt x="183" y="99"/>
                  <a:pt x="183" y="99"/>
                </a:cubicBezTo>
                <a:cubicBezTo>
                  <a:pt x="183" y="99"/>
                  <a:pt x="183" y="99"/>
                  <a:pt x="183" y="99"/>
                </a:cubicBezTo>
                <a:cubicBezTo>
                  <a:pt x="181" y="97"/>
                  <a:pt x="179" y="96"/>
                  <a:pt x="176" y="96"/>
                </a:cubicBezTo>
                <a:cubicBezTo>
                  <a:pt x="174" y="96"/>
                  <a:pt x="172" y="97"/>
                  <a:pt x="170" y="99"/>
                </a:cubicBezTo>
                <a:cubicBezTo>
                  <a:pt x="170" y="99"/>
                  <a:pt x="170" y="99"/>
                  <a:pt x="170" y="99"/>
                </a:cubicBezTo>
                <a:cubicBezTo>
                  <a:pt x="107" y="162"/>
                  <a:pt x="107" y="162"/>
                  <a:pt x="107" y="162"/>
                </a:cubicBezTo>
                <a:cubicBezTo>
                  <a:pt x="107" y="163"/>
                  <a:pt x="107" y="163"/>
                  <a:pt x="106" y="163"/>
                </a:cubicBezTo>
                <a:cubicBezTo>
                  <a:pt x="106" y="163"/>
                  <a:pt x="106" y="163"/>
                  <a:pt x="106" y="163"/>
                </a:cubicBezTo>
                <a:cubicBezTo>
                  <a:pt x="106" y="163"/>
                  <a:pt x="106" y="163"/>
                  <a:pt x="106" y="163"/>
                </a:cubicBezTo>
                <a:cubicBezTo>
                  <a:pt x="105" y="165"/>
                  <a:pt x="104" y="166"/>
                  <a:pt x="104" y="168"/>
                </a:cubicBezTo>
                <a:cubicBezTo>
                  <a:pt x="104" y="173"/>
                  <a:pt x="108" y="176"/>
                  <a:pt x="112" y="176"/>
                </a:cubicBezTo>
                <a:cubicBezTo>
                  <a:pt x="241" y="176"/>
                  <a:pt x="241" y="176"/>
                  <a:pt x="241" y="176"/>
                </a:cubicBezTo>
                <a:cubicBezTo>
                  <a:pt x="245" y="176"/>
                  <a:pt x="249" y="173"/>
                  <a:pt x="249" y="168"/>
                </a:cubicBezTo>
                <a:cubicBezTo>
                  <a:pt x="249" y="166"/>
                  <a:pt x="248" y="165"/>
                  <a:pt x="247" y="163"/>
                </a:cubicBezTo>
                <a:close/>
                <a:moveTo>
                  <a:pt x="132" y="160"/>
                </a:moveTo>
                <a:cubicBezTo>
                  <a:pt x="176" y="115"/>
                  <a:pt x="176" y="115"/>
                  <a:pt x="176" y="115"/>
                </a:cubicBezTo>
                <a:cubicBezTo>
                  <a:pt x="221" y="160"/>
                  <a:pt x="221" y="160"/>
                  <a:pt x="221" y="160"/>
                </a:cubicBezTo>
                <a:lnTo>
                  <a:pt x="132" y="160"/>
                </a:lnTo>
                <a:close/>
                <a:moveTo>
                  <a:pt x="176" y="0"/>
                </a:moveTo>
                <a:cubicBezTo>
                  <a:pt x="79" y="0"/>
                  <a:pt x="0" y="79"/>
                  <a:pt x="0" y="176"/>
                </a:cubicBezTo>
                <a:cubicBezTo>
                  <a:pt x="0" y="274"/>
                  <a:pt x="79" y="353"/>
                  <a:pt x="176" y="353"/>
                </a:cubicBezTo>
                <a:cubicBezTo>
                  <a:pt x="274" y="353"/>
                  <a:pt x="353" y="274"/>
                  <a:pt x="353" y="176"/>
                </a:cubicBezTo>
                <a:cubicBezTo>
                  <a:pt x="353" y="79"/>
                  <a:pt x="274" y="0"/>
                  <a:pt x="176" y="0"/>
                </a:cubicBezTo>
                <a:moveTo>
                  <a:pt x="176" y="337"/>
                </a:moveTo>
                <a:cubicBezTo>
                  <a:pt x="88" y="337"/>
                  <a:pt x="16" y="265"/>
                  <a:pt x="16" y="176"/>
                </a:cubicBezTo>
                <a:cubicBezTo>
                  <a:pt x="16" y="88"/>
                  <a:pt x="88" y="16"/>
                  <a:pt x="176" y="16"/>
                </a:cubicBezTo>
                <a:cubicBezTo>
                  <a:pt x="265" y="16"/>
                  <a:pt x="337" y="88"/>
                  <a:pt x="337" y="176"/>
                </a:cubicBezTo>
                <a:cubicBezTo>
                  <a:pt x="337" y="265"/>
                  <a:pt x="265" y="337"/>
                  <a:pt x="176" y="337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2" name="Freeform 32"/>
          <p:cNvSpPr>
            <a:spLocks noEditPoints="1"/>
          </p:cNvSpPr>
          <p:nvPr/>
        </p:nvSpPr>
        <p:spPr bwMode="auto">
          <a:xfrm>
            <a:off x="8555568" y="3166534"/>
            <a:ext cx="575733" cy="575733"/>
          </a:xfrm>
          <a:custGeom>
            <a:avLst/>
            <a:gdLst>
              <a:gd name="T0" fmla="*/ 21 w 353"/>
              <a:gd name="T1" fmla="*/ 32 h 353"/>
              <a:gd name="T2" fmla="*/ 32 w 353"/>
              <a:gd name="T3" fmla="*/ 3 h 353"/>
              <a:gd name="T4" fmla="*/ 64 w 353"/>
              <a:gd name="T5" fmla="*/ 353 h 353"/>
              <a:gd name="T6" fmla="*/ 97 w 353"/>
              <a:gd name="T7" fmla="*/ 337 h 353"/>
              <a:gd name="T8" fmla="*/ 64 w 353"/>
              <a:gd name="T9" fmla="*/ 353 h 353"/>
              <a:gd name="T10" fmla="*/ 161 w 353"/>
              <a:gd name="T11" fmla="*/ 353 h 353"/>
              <a:gd name="T12" fmla="*/ 129 w 353"/>
              <a:gd name="T13" fmla="*/ 337 h 353"/>
              <a:gd name="T14" fmla="*/ 64 w 353"/>
              <a:gd name="T15" fmla="*/ 16 h 353"/>
              <a:gd name="T16" fmla="*/ 97 w 353"/>
              <a:gd name="T17" fmla="*/ 0 h 353"/>
              <a:gd name="T18" fmla="*/ 64 w 353"/>
              <a:gd name="T19" fmla="*/ 16 h 353"/>
              <a:gd name="T20" fmla="*/ 0 w 353"/>
              <a:gd name="T21" fmla="*/ 192 h 353"/>
              <a:gd name="T22" fmla="*/ 16 w 353"/>
              <a:gd name="T23" fmla="*/ 224 h 353"/>
              <a:gd name="T24" fmla="*/ 16 w 353"/>
              <a:gd name="T25" fmla="*/ 64 h 353"/>
              <a:gd name="T26" fmla="*/ 0 w 353"/>
              <a:gd name="T27" fmla="*/ 96 h 353"/>
              <a:gd name="T28" fmla="*/ 16 w 353"/>
              <a:gd name="T29" fmla="*/ 64 h 353"/>
              <a:gd name="T30" fmla="*/ 0 w 353"/>
              <a:gd name="T31" fmla="*/ 128 h 353"/>
              <a:gd name="T32" fmla="*/ 16 w 353"/>
              <a:gd name="T33" fmla="*/ 160 h 353"/>
              <a:gd name="T34" fmla="*/ 16 w 353"/>
              <a:gd name="T35" fmla="*/ 257 h 353"/>
              <a:gd name="T36" fmla="*/ 0 w 353"/>
              <a:gd name="T37" fmla="*/ 289 h 353"/>
              <a:gd name="T38" fmla="*/ 16 w 353"/>
              <a:gd name="T39" fmla="*/ 257 h 353"/>
              <a:gd name="T40" fmla="*/ 351 w 353"/>
              <a:gd name="T41" fmla="*/ 32 h 353"/>
              <a:gd name="T42" fmla="*/ 321 w 353"/>
              <a:gd name="T43" fmla="*/ 20 h 353"/>
              <a:gd name="T44" fmla="*/ 21 w 353"/>
              <a:gd name="T45" fmla="*/ 321 h 353"/>
              <a:gd name="T46" fmla="*/ 32 w 353"/>
              <a:gd name="T47" fmla="*/ 350 h 353"/>
              <a:gd name="T48" fmla="*/ 21 w 353"/>
              <a:gd name="T49" fmla="*/ 321 h 353"/>
              <a:gd name="T50" fmla="*/ 353 w 353"/>
              <a:gd name="T51" fmla="*/ 289 h 353"/>
              <a:gd name="T52" fmla="*/ 337 w 353"/>
              <a:gd name="T53" fmla="*/ 257 h 353"/>
              <a:gd name="T54" fmla="*/ 337 w 353"/>
              <a:gd name="T55" fmla="*/ 224 h 353"/>
              <a:gd name="T56" fmla="*/ 353 w 353"/>
              <a:gd name="T57" fmla="*/ 192 h 353"/>
              <a:gd name="T58" fmla="*/ 337 w 353"/>
              <a:gd name="T59" fmla="*/ 224 h 353"/>
              <a:gd name="T60" fmla="*/ 353 w 353"/>
              <a:gd name="T61" fmla="*/ 160 h 353"/>
              <a:gd name="T62" fmla="*/ 337 w 353"/>
              <a:gd name="T63" fmla="*/ 128 h 353"/>
              <a:gd name="T64" fmla="*/ 337 w 353"/>
              <a:gd name="T65" fmla="*/ 96 h 353"/>
              <a:gd name="T66" fmla="*/ 353 w 353"/>
              <a:gd name="T67" fmla="*/ 64 h 353"/>
              <a:gd name="T68" fmla="*/ 337 w 353"/>
              <a:gd name="T69" fmla="*/ 96 h 353"/>
              <a:gd name="T70" fmla="*/ 321 w 353"/>
              <a:gd name="T71" fmla="*/ 350 h 353"/>
              <a:gd name="T72" fmla="*/ 333 w 353"/>
              <a:gd name="T73" fmla="*/ 321 h 353"/>
              <a:gd name="T74" fmla="*/ 257 w 353"/>
              <a:gd name="T75" fmla="*/ 16 h 353"/>
              <a:gd name="T76" fmla="*/ 289 w 353"/>
              <a:gd name="T77" fmla="*/ 0 h 353"/>
              <a:gd name="T78" fmla="*/ 257 w 353"/>
              <a:gd name="T79" fmla="*/ 16 h 353"/>
              <a:gd name="T80" fmla="*/ 225 w 353"/>
              <a:gd name="T81" fmla="*/ 16 h 353"/>
              <a:gd name="T82" fmla="*/ 193 w 353"/>
              <a:gd name="T83" fmla="*/ 0 h 353"/>
              <a:gd name="T84" fmla="*/ 129 w 353"/>
              <a:gd name="T85" fmla="*/ 16 h 353"/>
              <a:gd name="T86" fmla="*/ 161 w 353"/>
              <a:gd name="T87" fmla="*/ 0 h 353"/>
              <a:gd name="T88" fmla="*/ 129 w 353"/>
              <a:gd name="T89" fmla="*/ 16 h 353"/>
              <a:gd name="T90" fmla="*/ 225 w 353"/>
              <a:gd name="T91" fmla="*/ 353 h 353"/>
              <a:gd name="T92" fmla="*/ 193 w 353"/>
              <a:gd name="T93" fmla="*/ 337 h 353"/>
              <a:gd name="T94" fmla="*/ 257 w 353"/>
              <a:gd name="T95" fmla="*/ 353 h 353"/>
              <a:gd name="T96" fmla="*/ 289 w 353"/>
              <a:gd name="T97" fmla="*/ 337 h 353"/>
              <a:gd name="T98" fmla="*/ 257 w 353"/>
              <a:gd name="T99" fmla="*/ 353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353" h="353">
                <a:moveTo>
                  <a:pt x="3" y="32"/>
                </a:moveTo>
                <a:cubicBezTo>
                  <a:pt x="21" y="32"/>
                  <a:pt x="21" y="32"/>
                  <a:pt x="21" y="32"/>
                </a:cubicBezTo>
                <a:cubicBezTo>
                  <a:pt x="23" y="27"/>
                  <a:pt x="28" y="23"/>
                  <a:pt x="32" y="20"/>
                </a:cubicBezTo>
                <a:cubicBezTo>
                  <a:pt x="32" y="3"/>
                  <a:pt x="32" y="3"/>
                  <a:pt x="32" y="3"/>
                </a:cubicBezTo>
                <a:cubicBezTo>
                  <a:pt x="19" y="7"/>
                  <a:pt x="8" y="18"/>
                  <a:pt x="3" y="32"/>
                </a:cubicBezTo>
                <a:moveTo>
                  <a:pt x="64" y="353"/>
                </a:moveTo>
                <a:cubicBezTo>
                  <a:pt x="97" y="353"/>
                  <a:pt x="97" y="353"/>
                  <a:pt x="97" y="353"/>
                </a:cubicBezTo>
                <a:cubicBezTo>
                  <a:pt x="97" y="337"/>
                  <a:pt x="97" y="337"/>
                  <a:pt x="97" y="337"/>
                </a:cubicBezTo>
                <a:cubicBezTo>
                  <a:pt x="64" y="337"/>
                  <a:pt x="64" y="337"/>
                  <a:pt x="64" y="337"/>
                </a:cubicBezTo>
                <a:lnTo>
                  <a:pt x="64" y="353"/>
                </a:lnTo>
                <a:close/>
                <a:moveTo>
                  <a:pt x="129" y="353"/>
                </a:moveTo>
                <a:cubicBezTo>
                  <a:pt x="161" y="353"/>
                  <a:pt x="161" y="353"/>
                  <a:pt x="161" y="353"/>
                </a:cubicBezTo>
                <a:cubicBezTo>
                  <a:pt x="161" y="337"/>
                  <a:pt x="161" y="337"/>
                  <a:pt x="161" y="337"/>
                </a:cubicBezTo>
                <a:cubicBezTo>
                  <a:pt x="129" y="337"/>
                  <a:pt x="129" y="337"/>
                  <a:pt x="129" y="337"/>
                </a:cubicBezTo>
                <a:lnTo>
                  <a:pt x="129" y="353"/>
                </a:lnTo>
                <a:close/>
                <a:moveTo>
                  <a:pt x="64" y="16"/>
                </a:moveTo>
                <a:cubicBezTo>
                  <a:pt x="97" y="16"/>
                  <a:pt x="97" y="16"/>
                  <a:pt x="97" y="16"/>
                </a:cubicBezTo>
                <a:cubicBezTo>
                  <a:pt x="97" y="0"/>
                  <a:pt x="97" y="0"/>
                  <a:pt x="97" y="0"/>
                </a:cubicBezTo>
                <a:cubicBezTo>
                  <a:pt x="64" y="0"/>
                  <a:pt x="64" y="0"/>
                  <a:pt x="64" y="0"/>
                </a:cubicBezTo>
                <a:lnTo>
                  <a:pt x="64" y="16"/>
                </a:lnTo>
                <a:close/>
                <a:moveTo>
                  <a:pt x="16" y="192"/>
                </a:moveTo>
                <a:cubicBezTo>
                  <a:pt x="0" y="192"/>
                  <a:pt x="0" y="192"/>
                  <a:pt x="0" y="192"/>
                </a:cubicBezTo>
                <a:cubicBezTo>
                  <a:pt x="0" y="224"/>
                  <a:pt x="0" y="224"/>
                  <a:pt x="0" y="224"/>
                </a:cubicBezTo>
                <a:cubicBezTo>
                  <a:pt x="16" y="224"/>
                  <a:pt x="16" y="224"/>
                  <a:pt x="16" y="224"/>
                </a:cubicBezTo>
                <a:lnTo>
                  <a:pt x="16" y="192"/>
                </a:lnTo>
                <a:close/>
                <a:moveTo>
                  <a:pt x="16" y="64"/>
                </a:moveTo>
                <a:cubicBezTo>
                  <a:pt x="0" y="64"/>
                  <a:pt x="0" y="64"/>
                  <a:pt x="0" y="64"/>
                </a:cubicBezTo>
                <a:cubicBezTo>
                  <a:pt x="0" y="96"/>
                  <a:pt x="0" y="96"/>
                  <a:pt x="0" y="96"/>
                </a:cubicBezTo>
                <a:cubicBezTo>
                  <a:pt x="16" y="96"/>
                  <a:pt x="16" y="96"/>
                  <a:pt x="16" y="96"/>
                </a:cubicBezTo>
                <a:lnTo>
                  <a:pt x="16" y="64"/>
                </a:lnTo>
                <a:close/>
                <a:moveTo>
                  <a:pt x="16" y="128"/>
                </a:moveTo>
                <a:cubicBezTo>
                  <a:pt x="0" y="128"/>
                  <a:pt x="0" y="128"/>
                  <a:pt x="0" y="128"/>
                </a:cubicBezTo>
                <a:cubicBezTo>
                  <a:pt x="0" y="160"/>
                  <a:pt x="0" y="160"/>
                  <a:pt x="0" y="160"/>
                </a:cubicBezTo>
                <a:cubicBezTo>
                  <a:pt x="16" y="160"/>
                  <a:pt x="16" y="160"/>
                  <a:pt x="16" y="160"/>
                </a:cubicBezTo>
                <a:lnTo>
                  <a:pt x="16" y="128"/>
                </a:lnTo>
                <a:close/>
                <a:moveTo>
                  <a:pt x="16" y="257"/>
                </a:moveTo>
                <a:cubicBezTo>
                  <a:pt x="0" y="257"/>
                  <a:pt x="0" y="257"/>
                  <a:pt x="0" y="257"/>
                </a:cubicBezTo>
                <a:cubicBezTo>
                  <a:pt x="0" y="289"/>
                  <a:pt x="0" y="289"/>
                  <a:pt x="0" y="289"/>
                </a:cubicBezTo>
                <a:cubicBezTo>
                  <a:pt x="16" y="289"/>
                  <a:pt x="16" y="289"/>
                  <a:pt x="16" y="289"/>
                </a:cubicBezTo>
                <a:lnTo>
                  <a:pt x="16" y="257"/>
                </a:lnTo>
                <a:close/>
                <a:moveTo>
                  <a:pt x="333" y="32"/>
                </a:moveTo>
                <a:cubicBezTo>
                  <a:pt x="351" y="32"/>
                  <a:pt x="351" y="32"/>
                  <a:pt x="351" y="32"/>
                </a:cubicBezTo>
                <a:cubicBezTo>
                  <a:pt x="346" y="18"/>
                  <a:pt x="335" y="7"/>
                  <a:pt x="321" y="3"/>
                </a:cubicBezTo>
                <a:cubicBezTo>
                  <a:pt x="321" y="20"/>
                  <a:pt x="321" y="20"/>
                  <a:pt x="321" y="20"/>
                </a:cubicBezTo>
                <a:cubicBezTo>
                  <a:pt x="326" y="23"/>
                  <a:pt x="330" y="27"/>
                  <a:pt x="333" y="32"/>
                </a:cubicBezTo>
                <a:moveTo>
                  <a:pt x="21" y="321"/>
                </a:moveTo>
                <a:cubicBezTo>
                  <a:pt x="3" y="321"/>
                  <a:pt x="3" y="321"/>
                  <a:pt x="3" y="321"/>
                </a:cubicBezTo>
                <a:cubicBezTo>
                  <a:pt x="8" y="334"/>
                  <a:pt x="19" y="345"/>
                  <a:pt x="32" y="350"/>
                </a:cubicBezTo>
                <a:cubicBezTo>
                  <a:pt x="32" y="332"/>
                  <a:pt x="32" y="332"/>
                  <a:pt x="32" y="332"/>
                </a:cubicBezTo>
                <a:cubicBezTo>
                  <a:pt x="28" y="330"/>
                  <a:pt x="23" y="326"/>
                  <a:pt x="21" y="321"/>
                </a:cubicBezTo>
                <a:moveTo>
                  <a:pt x="337" y="289"/>
                </a:moveTo>
                <a:cubicBezTo>
                  <a:pt x="353" y="289"/>
                  <a:pt x="353" y="289"/>
                  <a:pt x="353" y="289"/>
                </a:cubicBezTo>
                <a:cubicBezTo>
                  <a:pt x="353" y="257"/>
                  <a:pt x="353" y="257"/>
                  <a:pt x="353" y="257"/>
                </a:cubicBezTo>
                <a:cubicBezTo>
                  <a:pt x="337" y="257"/>
                  <a:pt x="337" y="257"/>
                  <a:pt x="337" y="257"/>
                </a:cubicBezTo>
                <a:lnTo>
                  <a:pt x="337" y="289"/>
                </a:lnTo>
                <a:close/>
                <a:moveTo>
                  <a:pt x="337" y="224"/>
                </a:moveTo>
                <a:cubicBezTo>
                  <a:pt x="353" y="224"/>
                  <a:pt x="353" y="224"/>
                  <a:pt x="353" y="224"/>
                </a:cubicBezTo>
                <a:cubicBezTo>
                  <a:pt x="353" y="192"/>
                  <a:pt x="353" y="192"/>
                  <a:pt x="353" y="192"/>
                </a:cubicBezTo>
                <a:cubicBezTo>
                  <a:pt x="337" y="192"/>
                  <a:pt x="337" y="192"/>
                  <a:pt x="337" y="192"/>
                </a:cubicBezTo>
                <a:lnTo>
                  <a:pt x="337" y="224"/>
                </a:lnTo>
                <a:close/>
                <a:moveTo>
                  <a:pt x="337" y="160"/>
                </a:moveTo>
                <a:cubicBezTo>
                  <a:pt x="353" y="160"/>
                  <a:pt x="353" y="160"/>
                  <a:pt x="353" y="160"/>
                </a:cubicBezTo>
                <a:cubicBezTo>
                  <a:pt x="353" y="128"/>
                  <a:pt x="353" y="128"/>
                  <a:pt x="353" y="128"/>
                </a:cubicBezTo>
                <a:cubicBezTo>
                  <a:pt x="337" y="128"/>
                  <a:pt x="337" y="128"/>
                  <a:pt x="337" y="128"/>
                </a:cubicBezTo>
                <a:lnTo>
                  <a:pt x="337" y="160"/>
                </a:lnTo>
                <a:close/>
                <a:moveTo>
                  <a:pt x="337" y="96"/>
                </a:moveTo>
                <a:cubicBezTo>
                  <a:pt x="353" y="96"/>
                  <a:pt x="353" y="96"/>
                  <a:pt x="353" y="96"/>
                </a:cubicBezTo>
                <a:cubicBezTo>
                  <a:pt x="353" y="64"/>
                  <a:pt x="353" y="64"/>
                  <a:pt x="353" y="64"/>
                </a:cubicBezTo>
                <a:cubicBezTo>
                  <a:pt x="337" y="64"/>
                  <a:pt x="337" y="64"/>
                  <a:pt x="337" y="64"/>
                </a:cubicBezTo>
                <a:lnTo>
                  <a:pt x="337" y="96"/>
                </a:lnTo>
                <a:close/>
                <a:moveTo>
                  <a:pt x="321" y="332"/>
                </a:moveTo>
                <a:cubicBezTo>
                  <a:pt x="321" y="350"/>
                  <a:pt x="321" y="350"/>
                  <a:pt x="321" y="350"/>
                </a:cubicBezTo>
                <a:cubicBezTo>
                  <a:pt x="335" y="345"/>
                  <a:pt x="346" y="334"/>
                  <a:pt x="351" y="321"/>
                </a:cubicBezTo>
                <a:cubicBezTo>
                  <a:pt x="333" y="321"/>
                  <a:pt x="333" y="321"/>
                  <a:pt x="333" y="321"/>
                </a:cubicBezTo>
                <a:cubicBezTo>
                  <a:pt x="330" y="326"/>
                  <a:pt x="326" y="330"/>
                  <a:pt x="321" y="332"/>
                </a:cubicBezTo>
                <a:moveTo>
                  <a:pt x="257" y="16"/>
                </a:moveTo>
                <a:cubicBezTo>
                  <a:pt x="289" y="16"/>
                  <a:pt x="289" y="16"/>
                  <a:pt x="289" y="16"/>
                </a:cubicBezTo>
                <a:cubicBezTo>
                  <a:pt x="289" y="0"/>
                  <a:pt x="289" y="0"/>
                  <a:pt x="289" y="0"/>
                </a:cubicBezTo>
                <a:cubicBezTo>
                  <a:pt x="257" y="0"/>
                  <a:pt x="257" y="0"/>
                  <a:pt x="257" y="0"/>
                </a:cubicBezTo>
                <a:lnTo>
                  <a:pt x="257" y="16"/>
                </a:lnTo>
                <a:close/>
                <a:moveTo>
                  <a:pt x="193" y="16"/>
                </a:moveTo>
                <a:cubicBezTo>
                  <a:pt x="225" y="16"/>
                  <a:pt x="225" y="16"/>
                  <a:pt x="225" y="16"/>
                </a:cubicBezTo>
                <a:cubicBezTo>
                  <a:pt x="225" y="0"/>
                  <a:pt x="225" y="0"/>
                  <a:pt x="225" y="0"/>
                </a:cubicBezTo>
                <a:cubicBezTo>
                  <a:pt x="193" y="0"/>
                  <a:pt x="193" y="0"/>
                  <a:pt x="193" y="0"/>
                </a:cubicBezTo>
                <a:lnTo>
                  <a:pt x="193" y="16"/>
                </a:lnTo>
                <a:close/>
                <a:moveTo>
                  <a:pt x="129" y="16"/>
                </a:moveTo>
                <a:cubicBezTo>
                  <a:pt x="161" y="16"/>
                  <a:pt x="161" y="16"/>
                  <a:pt x="161" y="16"/>
                </a:cubicBezTo>
                <a:cubicBezTo>
                  <a:pt x="161" y="0"/>
                  <a:pt x="161" y="0"/>
                  <a:pt x="161" y="0"/>
                </a:cubicBezTo>
                <a:cubicBezTo>
                  <a:pt x="129" y="0"/>
                  <a:pt x="129" y="0"/>
                  <a:pt x="129" y="0"/>
                </a:cubicBezTo>
                <a:lnTo>
                  <a:pt x="129" y="16"/>
                </a:lnTo>
                <a:close/>
                <a:moveTo>
                  <a:pt x="193" y="353"/>
                </a:moveTo>
                <a:cubicBezTo>
                  <a:pt x="225" y="353"/>
                  <a:pt x="225" y="353"/>
                  <a:pt x="225" y="353"/>
                </a:cubicBezTo>
                <a:cubicBezTo>
                  <a:pt x="225" y="337"/>
                  <a:pt x="225" y="337"/>
                  <a:pt x="225" y="337"/>
                </a:cubicBezTo>
                <a:cubicBezTo>
                  <a:pt x="193" y="337"/>
                  <a:pt x="193" y="337"/>
                  <a:pt x="193" y="337"/>
                </a:cubicBezTo>
                <a:lnTo>
                  <a:pt x="193" y="353"/>
                </a:lnTo>
                <a:close/>
                <a:moveTo>
                  <a:pt x="257" y="353"/>
                </a:moveTo>
                <a:cubicBezTo>
                  <a:pt x="289" y="353"/>
                  <a:pt x="289" y="353"/>
                  <a:pt x="289" y="353"/>
                </a:cubicBezTo>
                <a:cubicBezTo>
                  <a:pt x="289" y="337"/>
                  <a:pt x="289" y="337"/>
                  <a:pt x="289" y="337"/>
                </a:cubicBezTo>
                <a:cubicBezTo>
                  <a:pt x="257" y="337"/>
                  <a:pt x="257" y="337"/>
                  <a:pt x="257" y="337"/>
                </a:cubicBezTo>
                <a:lnTo>
                  <a:pt x="257" y="353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3" name="Freeform 33"/>
          <p:cNvSpPr>
            <a:spLocks noEditPoints="1"/>
          </p:cNvSpPr>
          <p:nvPr/>
        </p:nvSpPr>
        <p:spPr bwMode="auto">
          <a:xfrm>
            <a:off x="9656235" y="3166534"/>
            <a:ext cx="575733" cy="575733"/>
          </a:xfrm>
          <a:custGeom>
            <a:avLst/>
            <a:gdLst>
              <a:gd name="T0" fmla="*/ 0 w 353"/>
              <a:gd name="T1" fmla="*/ 192 h 353"/>
              <a:gd name="T2" fmla="*/ 16 w 353"/>
              <a:gd name="T3" fmla="*/ 224 h 353"/>
              <a:gd name="T4" fmla="*/ 16 w 353"/>
              <a:gd name="T5" fmla="*/ 257 h 353"/>
              <a:gd name="T6" fmla="*/ 0 w 353"/>
              <a:gd name="T7" fmla="*/ 289 h 353"/>
              <a:gd name="T8" fmla="*/ 16 w 353"/>
              <a:gd name="T9" fmla="*/ 257 h 353"/>
              <a:gd name="T10" fmla="*/ 20 w 353"/>
              <a:gd name="T11" fmla="*/ 32 h 353"/>
              <a:gd name="T12" fmla="*/ 32 w 353"/>
              <a:gd name="T13" fmla="*/ 3 h 353"/>
              <a:gd name="T14" fmla="*/ 20 w 353"/>
              <a:gd name="T15" fmla="*/ 321 h 353"/>
              <a:gd name="T16" fmla="*/ 32 w 353"/>
              <a:gd name="T17" fmla="*/ 350 h 353"/>
              <a:gd name="T18" fmla="*/ 20 w 353"/>
              <a:gd name="T19" fmla="*/ 321 h 353"/>
              <a:gd name="T20" fmla="*/ 96 w 353"/>
              <a:gd name="T21" fmla="*/ 353 h 353"/>
              <a:gd name="T22" fmla="*/ 64 w 353"/>
              <a:gd name="T23" fmla="*/ 337 h 353"/>
              <a:gd name="T24" fmla="*/ 224 w 353"/>
              <a:gd name="T25" fmla="*/ 0 h 353"/>
              <a:gd name="T26" fmla="*/ 192 w 353"/>
              <a:gd name="T27" fmla="*/ 16 h 353"/>
              <a:gd name="T28" fmla="*/ 224 w 353"/>
              <a:gd name="T29" fmla="*/ 0 h 353"/>
              <a:gd name="T30" fmla="*/ 350 w 353"/>
              <a:gd name="T31" fmla="*/ 32 h 353"/>
              <a:gd name="T32" fmla="*/ 321 w 353"/>
              <a:gd name="T33" fmla="*/ 20 h 353"/>
              <a:gd name="T34" fmla="*/ 16 w 353"/>
              <a:gd name="T35" fmla="*/ 64 h 353"/>
              <a:gd name="T36" fmla="*/ 0 w 353"/>
              <a:gd name="T37" fmla="*/ 96 h 353"/>
              <a:gd name="T38" fmla="*/ 16 w 353"/>
              <a:gd name="T39" fmla="*/ 64 h 353"/>
              <a:gd name="T40" fmla="*/ 128 w 353"/>
              <a:gd name="T41" fmla="*/ 0 h 353"/>
              <a:gd name="T42" fmla="*/ 160 w 353"/>
              <a:gd name="T43" fmla="*/ 16 h 353"/>
              <a:gd name="T44" fmla="*/ 16 w 353"/>
              <a:gd name="T45" fmla="*/ 128 h 353"/>
              <a:gd name="T46" fmla="*/ 0 w 353"/>
              <a:gd name="T47" fmla="*/ 160 h 353"/>
              <a:gd name="T48" fmla="*/ 16 w 353"/>
              <a:gd name="T49" fmla="*/ 128 h 353"/>
              <a:gd name="T50" fmla="*/ 353 w 353"/>
              <a:gd name="T51" fmla="*/ 224 h 353"/>
              <a:gd name="T52" fmla="*/ 337 w 353"/>
              <a:gd name="T53" fmla="*/ 192 h 353"/>
              <a:gd name="T54" fmla="*/ 64 w 353"/>
              <a:gd name="T55" fmla="*/ 16 h 353"/>
              <a:gd name="T56" fmla="*/ 96 w 353"/>
              <a:gd name="T57" fmla="*/ 0 h 353"/>
              <a:gd name="T58" fmla="*/ 64 w 353"/>
              <a:gd name="T59" fmla="*/ 16 h 353"/>
              <a:gd name="T60" fmla="*/ 289 w 353"/>
              <a:gd name="T61" fmla="*/ 16 h 353"/>
              <a:gd name="T62" fmla="*/ 256 w 353"/>
              <a:gd name="T63" fmla="*/ 0 h 353"/>
              <a:gd name="T64" fmla="*/ 337 w 353"/>
              <a:gd name="T65" fmla="*/ 289 h 353"/>
              <a:gd name="T66" fmla="*/ 353 w 353"/>
              <a:gd name="T67" fmla="*/ 257 h 353"/>
              <a:gd name="T68" fmla="*/ 337 w 353"/>
              <a:gd name="T69" fmla="*/ 289 h 353"/>
              <a:gd name="T70" fmla="*/ 353 w 353"/>
              <a:gd name="T71" fmla="*/ 160 h 353"/>
              <a:gd name="T72" fmla="*/ 337 w 353"/>
              <a:gd name="T73" fmla="*/ 128 h 353"/>
              <a:gd name="T74" fmla="*/ 337 w 353"/>
              <a:gd name="T75" fmla="*/ 96 h 353"/>
              <a:gd name="T76" fmla="*/ 353 w 353"/>
              <a:gd name="T77" fmla="*/ 64 h 353"/>
              <a:gd name="T78" fmla="*/ 337 w 353"/>
              <a:gd name="T79" fmla="*/ 96 h 353"/>
              <a:gd name="T80" fmla="*/ 321 w 353"/>
              <a:gd name="T81" fmla="*/ 350 h 353"/>
              <a:gd name="T82" fmla="*/ 332 w 353"/>
              <a:gd name="T83" fmla="*/ 321 h 353"/>
              <a:gd name="T84" fmla="*/ 192 w 353"/>
              <a:gd name="T85" fmla="*/ 353 h 353"/>
              <a:gd name="T86" fmla="*/ 224 w 353"/>
              <a:gd name="T87" fmla="*/ 337 h 353"/>
              <a:gd name="T88" fmla="*/ 192 w 353"/>
              <a:gd name="T89" fmla="*/ 353 h 353"/>
              <a:gd name="T90" fmla="*/ 289 w 353"/>
              <a:gd name="T91" fmla="*/ 353 h 353"/>
              <a:gd name="T92" fmla="*/ 256 w 353"/>
              <a:gd name="T93" fmla="*/ 337 h 353"/>
              <a:gd name="T94" fmla="*/ 128 w 353"/>
              <a:gd name="T95" fmla="*/ 353 h 353"/>
              <a:gd name="T96" fmla="*/ 160 w 353"/>
              <a:gd name="T97" fmla="*/ 337 h 353"/>
              <a:gd name="T98" fmla="*/ 128 w 353"/>
              <a:gd name="T99" fmla="*/ 353 h 353"/>
              <a:gd name="T100" fmla="*/ 120 w 353"/>
              <a:gd name="T101" fmla="*/ 112 h 353"/>
              <a:gd name="T102" fmla="*/ 112 w 353"/>
              <a:gd name="T103" fmla="*/ 232 h 353"/>
              <a:gd name="T104" fmla="*/ 232 w 353"/>
              <a:gd name="T105" fmla="*/ 241 h 353"/>
              <a:gd name="T106" fmla="*/ 240 w 353"/>
              <a:gd name="T107" fmla="*/ 120 h 353"/>
              <a:gd name="T108" fmla="*/ 224 w 353"/>
              <a:gd name="T109" fmla="*/ 224 h 353"/>
              <a:gd name="T110" fmla="*/ 128 w 353"/>
              <a:gd name="T111" fmla="*/ 128 h 353"/>
              <a:gd name="T112" fmla="*/ 224 w 353"/>
              <a:gd name="T113" fmla="*/ 224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353" h="353">
                <a:moveTo>
                  <a:pt x="16" y="192"/>
                </a:moveTo>
                <a:cubicBezTo>
                  <a:pt x="0" y="192"/>
                  <a:pt x="0" y="192"/>
                  <a:pt x="0" y="192"/>
                </a:cubicBezTo>
                <a:cubicBezTo>
                  <a:pt x="0" y="224"/>
                  <a:pt x="0" y="224"/>
                  <a:pt x="0" y="224"/>
                </a:cubicBezTo>
                <a:cubicBezTo>
                  <a:pt x="16" y="224"/>
                  <a:pt x="16" y="224"/>
                  <a:pt x="16" y="224"/>
                </a:cubicBezTo>
                <a:lnTo>
                  <a:pt x="16" y="192"/>
                </a:lnTo>
                <a:close/>
                <a:moveTo>
                  <a:pt x="16" y="257"/>
                </a:moveTo>
                <a:cubicBezTo>
                  <a:pt x="0" y="257"/>
                  <a:pt x="0" y="257"/>
                  <a:pt x="0" y="257"/>
                </a:cubicBezTo>
                <a:cubicBezTo>
                  <a:pt x="0" y="289"/>
                  <a:pt x="0" y="289"/>
                  <a:pt x="0" y="289"/>
                </a:cubicBezTo>
                <a:cubicBezTo>
                  <a:pt x="16" y="289"/>
                  <a:pt x="16" y="289"/>
                  <a:pt x="16" y="289"/>
                </a:cubicBezTo>
                <a:lnTo>
                  <a:pt x="16" y="257"/>
                </a:lnTo>
                <a:close/>
                <a:moveTo>
                  <a:pt x="2" y="32"/>
                </a:moveTo>
                <a:cubicBezTo>
                  <a:pt x="20" y="32"/>
                  <a:pt x="20" y="32"/>
                  <a:pt x="20" y="32"/>
                </a:cubicBezTo>
                <a:cubicBezTo>
                  <a:pt x="23" y="27"/>
                  <a:pt x="27" y="23"/>
                  <a:pt x="32" y="20"/>
                </a:cubicBezTo>
                <a:cubicBezTo>
                  <a:pt x="32" y="3"/>
                  <a:pt x="32" y="3"/>
                  <a:pt x="32" y="3"/>
                </a:cubicBezTo>
                <a:cubicBezTo>
                  <a:pt x="18" y="7"/>
                  <a:pt x="7" y="18"/>
                  <a:pt x="2" y="32"/>
                </a:cubicBezTo>
                <a:moveTo>
                  <a:pt x="20" y="321"/>
                </a:moveTo>
                <a:cubicBezTo>
                  <a:pt x="2" y="321"/>
                  <a:pt x="2" y="321"/>
                  <a:pt x="2" y="321"/>
                </a:cubicBezTo>
                <a:cubicBezTo>
                  <a:pt x="7" y="334"/>
                  <a:pt x="18" y="345"/>
                  <a:pt x="32" y="350"/>
                </a:cubicBezTo>
                <a:cubicBezTo>
                  <a:pt x="32" y="332"/>
                  <a:pt x="32" y="332"/>
                  <a:pt x="32" y="332"/>
                </a:cubicBezTo>
                <a:cubicBezTo>
                  <a:pt x="27" y="330"/>
                  <a:pt x="23" y="326"/>
                  <a:pt x="20" y="321"/>
                </a:cubicBezTo>
                <a:moveTo>
                  <a:pt x="64" y="353"/>
                </a:moveTo>
                <a:cubicBezTo>
                  <a:pt x="96" y="353"/>
                  <a:pt x="96" y="353"/>
                  <a:pt x="96" y="353"/>
                </a:cubicBezTo>
                <a:cubicBezTo>
                  <a:pt x="96" y="337"/>
                  <a:pt x="96" y="337"/>
                  <a:pt x="96" y="337"/>
                </a:cubicBezTo>
                <a:cubicBezTo>
                  <a:pt x="64" y="337"/>
                  <a:pt x="64" y="337"/>
                  <a:pt x="64" y="337"/>
                </a:cubicBezTo>
                <a:lnTo>
                  <a:pt x="64" y="353"/>
                </a:lnTo>
                <a:close/>
                <a:moveTo>
                  <a:pt x="224" y="0"/>
                </a:moveTo>
                <a:cubicBezTo>
                  <a:pt x="192" y="0"/>
                  <a:pt x="192" y="0"/>
                  <a:pt x="192" y="0"/>
                </a:cubicBezTo>
                <a:cubicBezTo>
                  <a:pt x="192" y="16"/>
                  <a:pt x="192" y="16"/>
                  <a:pt x="192" y="16"/>
                </a:cubicBezTo>
                <a:cubicBezTo>
                  <a:pt x="224" y="16"/>
                  <a:pt x="224" y="16"/>
                  <a:pt x="224" y="16"/>
                </a:cubicBezTo>
                <a:lnTo>
                  <a:pt x="224" y="0"/>
                </a:lnTo>
                <a:close/>
                <a:moveTo>
                  <a:pt x="332" y="32"/>
                </a:moveTo>
                <a:cubicBezTo>
                  <a:pt x="350" y="32"/>
                  <a:pt x="350" y="32"/>
                  <a:pt x="350" y="32"/>
                </a:cubicBezTo>
                <a:cubicBezTo>
                  <a:pt x="345" y="18"/>
                  <a:pt x="334" y="7"/>
                  <a:pt x="321" y="3"/>
                </a:cubicBezTo>
                <a:cubicBezTo>
                  <a:pt x="321" y="20"/>
                  <a:pt x="321" y="20"/>
                  <a:pt x="321" y="20"/>
                </a:cubicBezTo>
                <a:cubicBezTo>
                  <a:pt x="325" y="23"/>
                  <a:pt x="330" y="27"/>
                  <a:pt x="332" y="32"/>
                </a:cubicBezTo>
                <a:moveTo>
                  <a:pt x="16" y="64"/>
                </a:moveTo>
                <a:cubicBezTo>
                  <a:pt x="0" y="64"/>
                  <a:pt x="0" y="64"/>
                  <a:pt x="0" y="64"/>
                </a:cubicBezTo>
                <a:cubicBezTo>
                  <a:pt x="0" y="96"/>
                  <a:pt x="0" y="96"/>
                  <a:pt x="0" y="96"/>
                </a:cubicBezTo>
                <a:cubicBezTo>
                  <a:pt x="16" y="96"/>
                  <a:pt x="16" y="96"/>
                  <a:pt x="16" y="96"/>
                </a:cubicBezTo>
                <a:lnTo>
                  <a:pt x="16" y="64"/>
                </a:lnTo>
                <a:close/>
                <a:moveTo>
                  <a:pt x="160" y="0"/>
                </a:moveTo>
                <a:cubicBezTo>
                  <a:pt x="128" y="0"/>
                  <a:pt x="128" y="0"/>
                  <a:pt x="128" y="0"/>
                </a:cubicBezTo>
                <a:cubicBezTo>
                  <a:pt x="128" y="16"/>
                  <a:pt x="128" y="16"/>
                  <a:pt x="128" y="16"/>
                </a:cubicBezTo>
                <a:cubicBezTo>
                  <a:pt x="160" y="16"/>
                  <a:pt x="160" y="16"/>
                  <a:pt x="160" y="16"/>
                </a:cubicBezTo>
                <a:lnTo>
                  <a:pt x="160" y="0"/>
                </a:lnTo>
                <a:close/>
                <a:moveTo>
                  <a:pt x="16" y="128"/>
                </a:moveTo>
                <a:cubicBezTo>
                  <a:pt x="0" y="128"/>
                  <a:pt x="0" y="128"/>
                  <a:pt x="0" y="128"/>
                </a:cubicBezTo>
                <a:cubicBezTo>
                  <a:pt x="0" y="160"/>
                  <a:pt x="0" y="160"/>
                  <a:pt x="0" y="160"/>
                </a:cubicBezTo>
                <a:cubicBezTo>
                  <a:pt x="16" y="160"/>
                  <a:pt x="16" y="160"/>
                  <a:pt x="16" y="160"/>
                </a:cubicBezTo>
                <a:lnTo>
                  <a:pt x="16" y="128"/>
                </a:lnTo>
                <a:close/>
                <a:moveTo>
                  <a:pt x="337" y="224"/>
                </a:moveTo>
                <a:cubicBezTo>
                  <a:pt x="353" y="224"/>
                  <a:pt x="353" y="224"/>
                  <a:pt x="353" y="224"/>
                </a:cubicBezTo>
                <a:cubicBezTo>
                  <a:pt x="353" y="192"/>
                  <a:pt x="353" y="192"/>
                  <a:pt x="353" y="192"/>
                </a:cubicBezTo>
                <a:cubicBezTo>
                  <a:pt x="337" y="192"/>
                  <a:pt x="337" y="192"/>
                  <a:pt x="337" y="192"/>
                </a:cubicBezTo>
                <a:lnTo>
                  <a:pt x="337" y="224"/>
                </a:lnTo>
                <a:close/>
                <a:moveTo>
                  <a:pt x="64" y="16"/>
                </a:moveTo>
                <a:cubicBezTo>
                  <a:pt x="96" y="16"/>
                  <a:pt x="96" y="16"/>
                  <a:pt x="96" y="16"/>
                </a:cubicBezTo>
                <a:cubicBezTo>
                  <a:pt x="96" y="0"/>
                  <a:pt x="96" y="0"/>
                  <a:pt x="96" y="0"/>
                </a:cubicBezTo>
                <a:cubicBezTo>
                  <a:pt x="64" y="0"/>
                  <a:pt x="64" y="0"/>
                  <a:pt x="64" y="0"/>
                </a:cubicBezTo>
                <a:lnTo>
                  <a:pt x="64" y="16"/>
                </a:lnTo>
                <a:close/>
                <a:moveTo>
                  <a:pt x="256" y="16"/>
                </a:moveTo>
                <a:cubicBezTo>
                  <a:pt x="289" y="16"/>
                  <a:pt x="289" y="16"/>
                  <a:pt x="289" y="16"/>
                </a:cubicBezTo>
                <a:cubicBezTo>
                  <a:pt x="289" y="0"/>
                  <a:pt x="289" y="0"/>
                  <a:pt x="289" y="0"/>
                </a:cubicBezTo>
                <a:cubicBezTo>
                  <a:pt x="256" y="0"/>
                  <a:pt x="256" y="0"/>
                  <a:pt x="256" y="0"/>
                </a:cubicBezTo>
                <a:lnTo>
                  <a:pt x="256" y="16"/>
                </a:lnTo>
                <a:close/>
                <a:moveTo>
                  <a:pt x="337" y="289"/>
                </a:moveTo>
                <a:cubicBezTo>
                  <a:pt x="353" y="289"/>
                  <a:pt x="353" y="289"/>
                  <a:pt x="353" y="289"/>
                </a:cubicBezTo>
                <a:cubicBezTo>
                  <a:pt x="353" y="257"/>
                  <a:pt x="353" y="257"/>
                  <a:pt x="353" y="257"/>
                </a:cubicBezTo>
                <a:cubicBezTo>
                  <a:pt x="337" y="257"/>
                  <a:pt x="337" y="257"/>
                  <a:pt x="337" y="257"/>
                </a:cubicBezTo>
                <a:lnTo>
                  <a:pt x="337" y="289"/>
                </a:lnTo>
                <a:close/>
                <a:moveTo>
                  <a:pt x="337" y="160"/>
                </a:moveTo>
                <a:cubicBezTo>
                  <a:pt x="353" y="160"/>
                  <a:pt x="353" y="160"/>
                  <a:pt x="353" y="160"/>
                </a:cubicBezTo>
                <a:cubicBezTo>
                  <a:pt x="353" y="128"/>
                  <a:pt x="353" y="128"/>
                  <a:pt x="353" y="128"/>
                </a:cubicBezTo>
                <a:cubicBezTo>
                  <a:pt x="337" y="128"/>
                  <a:pt x="337" y="128"/>
                  <a:pt x="337" y="128"/>
                </a:cubicBezTo>
                <a:lnTo>
                  <a:pt x="337" y="160"/>
                </a:lnTo>
                <a:close/>
                <a:moveTo>
                  <a:pt x="337" y="96"/>
                </a:moveTo>
                <a:cubicBezTo>
                  <a:pt x="353" y="96"/>
                  <a:pt x="353" y="96"/>
                  <a:pt x="353" y="96"/>
                </a:cubicBezTo>
                <a:cubicBezTo>
                  <a:pt x="353" y="64"/>
                  <a:pt x="353" y="64"/>
                  <a:pt x="353" y="64"/>
                </a:cubicBezTo>
                <a:cubicBezTo>
                  <a:pt x="337" y="64"/>
                  <a:pt x="337" y="64"/>
                  <a:pt x="337" y="64"/>
                </a:cubicBezTo>
                <a:lnTo>
                  <a:pt x="337" y="96"/>
                </a:lnTo>
                <a:close/>
                <a:moveTo>
                  <a:pt x="321" y="332"/>
                </a:moveTo>
                <a:cubicBezTo>
                  <a:pt x="321" y="350"/>
                  <a:pt x="321" y="350"/>
                  <a:pt x="321" y="350"/>
                </a:cubicBezTo>
                <a:cubicBezTo>
                  <a:pt x="334" y="345"/>
                  <a:pt x="345" y="334"/>
                  <a:pt x="350" y="321"/>
                </a:cubicBezTo>
                <a:cubicBezTo>
                  <a:pt x="332" y="321"/>
                  <a:pt x="332" y="321"/>
                  <a:pt x="332" y="321"/>
                </a:cubicBezTo>
                <a:cubicBezTo>
                  <a:pt x="330" y="326"/>
                  <a:pt x="325" y="330"/>
                  <a:pt x="321" y="332"/>
                </a:cubicBezTo>
                <a:moveTo>
                  <a:pt x="192" y="353"/>
                </a:moveTo>
                <a:cubicBezTo>
                  <a:pt x="224" y="353"/>
                  <a:pt x="224" y="353"/>
                  <a:pt x="224" y="353"/>
                </a:cubicBezTo>
                <a:cubicBezTo>
                  <a:pt x="224" y="337"/>
                  <a:pt x="224" y="337"/>
                  <a:pt x="224" y="337"/>
                </a:cubicBezTo>
                <a:cubicBezTo>
                  <a:pt x="192" y="337"/>
                  <a:pt x="192" y="337"/>
                  <a:pt x="192" y="337"/>
                </a:cubicBezTo>
                <a:lnTo>
                  <a:pt x="192" y="353"/>
                </a:lnTo>
                <a:close/>
                <a:moveTo>
                  <a:pt x="256" y="353"/>
                </a:moveTo>
                <a:cubicBezTo>
                  <a:pt x="289" y="353"/>
                  <a:pt x="289" y="353"/>
                  <a:pt x="289" y="353"/>
                </a:cubicBezTo>
                <a:cubicBezTo>
                  <a:pt x="289" y="337"/>
                  <a:pt x="289" y="337"/>
                  <a:pt x="289" y="337"/>
                </a:cubicBezTo>
                <a:cubicBezTo>
                  <a:pt x="256" y="337"/>
                  <a:pt x="256" y="337"/>
                  <a:pt x="256" y="337"/>
                </a:cubicBezTo>
                <a:lnTo>
                  <a:pt x="256" y="353"/>
                </a:lnTo>
                <a:close/>
                <a:moveTo>
                  <a:pt x="128" y="353"/>
                </a:moveTo>
                <a:cubicBezTo>
                  <a:pt x="160" y="353"/>
                  <a:pt x="160" y="353"/>
                  <a:pt x="160" y="353"/>
                </a:cubicBezTo>
                <a:cubicBezTo>
                  <a:pt x="160" y="337"/>
                  <a:pt x="160" y="337"/>
                  <a:pt x="160" y="337"/>
                </a:cubicBezTo>
                <a:cubicBezTo>
                  <a:pt x="128" y="337"/>
                  <a:pt x="128" y="337"/>
                  <a:pt x="128" y="337"/>
                </a:cubicBezTo>
                <a:lnTo>
                  <a:pt x="128" y="353"/>
                </a:lnTo>
                <a:close/>
                <a:moveTo>
                  <a:pt x="232" y="112"/>
                </a:moveTo>
                <a:cubicBezTo>
                  <a:pt x="120" y="112"/>
                  <a:pt x="120" y="112"/>
                  <a:pt x="120" y="112"/>
                </a:cubicBezTo>
                <a:cubicBezTo>
                  <a:pt x="116" y="112"/>
                  <a:pt x="112" y="116"/>
                  <a:pt x="112" y="120"/>
                </a:cubicBezTo>
                <a:cubicBezTo>
                  <a:pt x="112" y="232"/>
                  <a:pt x="112" y="232"/>
                  <a:pt x="112" y="232"/>
                </a:cubicBezTo>
                <a:cubicBezTo>
                  <a:pt x="112" y="237"/>
                  <a:pt x="116" y="241"/>
                  <a:pt x="120" y="241"/>
                </a:cubicBezTo>
                <a:cubicBezTo>
                  <a:pt x="232" y="241"/>
                  <a:pt x="232" y="241"/>
                  <a:pt x="232" y="241"/>
                </a:cubicBezTo>
                <a:cubicBezTo>
                  <a:pt x="237" y="241"/>
                  <a:pt x="240" y="237"/>
                  <a:pt x="240" y="232"/>
                </a:cubicBezTo>
                <a:cubicBezTo>
                  <a:pt x="240" y="120"/>
                  <a:pt x="240" y="120"/>
                  <a:pt x="240" y="120"/>
                </a:cubicBezTo>
                <a:cubicBezTo>
                  <a:pt x="240" y="116"/>
                  <a:pt x="237" y="112"/>
                  <a:pt x="232" y="112"/>
                </a:cubicBezTo>
                <a:moveTo>
                  <a:pt x="224" y="224"/>
                </a:moveTo>
                <a:cubicBezTo>
                  <a:pt x="128" y="224"/>
                  <a:pt x="128" y="224"/>
                  <a:pt x="128" y="224"/>
                </a:cubicBezTo>
                <a:cubicBezTo>
                  <a:pt x="128" y="128"/>
                  <a:pt x="128" y="128"/>
                  <a:pt x="128" y="128"/>
                </a:cubicBezTo>
                <a:cubicBezTo>
                  <a:pt x="224" y="128"/>
                  <a:pt x="224" y="128"/>
                  <a:pt x="224" y="128"/>
                </a:cubicBezTo>
                <a:lnTo>
                  <a:pt x="224" y="224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4" name="Freeform 34"/>
          <p:cNvSpPr>
            <a:spLocks noEditPoints="1"/>
          </p:cNvSpPr>
          <p:nvPr/>
        </p:nvSpPr>
        <p:spPr bwMode="auto">
          <a:xfrm>
            <a:off x="10754784" y="3166534"/>
            <a:ext cx="575733" cy="575733"/>
          </a:xfrm>
          <a:custGeom>
            <a:avLst/>
            <a:gdLst>
              <a:gd name="T0" fmla="*/ 0 w 353"/>
              <a:gd name="T1" fmla="*/ 257 h 353"/>
              <a:gd name="T2" fmla="*/ 16 w 353"/>
              <a:gd name="T3" fmla="*/ 289 h 353"/>
              <a:gd name="T4" fmla="*/ 64 w 353"/>
              <a:gd name="T5" fmla="*/ 353 h 353"/>
              <a:gd name="T6" fmla="*/ 96 w 353"/>
              <a:gd name="T7" fmla="*/ 337 h 353"/>
              <a:gd name="T8" fmla="*/ 64 w 353"/>
              <a:gd name="T9" fmla="*/ 353 h 353"/>
              <a:gd name="T10" fmla="*/ 3 w 353"/>
              <a:gd name="T11" fmla="*/ 321 h 353"/>
              <a:gd name="T12" fmla="*/ 32 w 353"/>
              <a:gd name="T13" fmla="*/ 332 h 353"/>
              <a:gd name="T14" fmla="*/ 3 w 353"/>
              <a:gd name="T15" fmla="*/ 32 h 353"/>
              <a:gd name="T16" fmla="*/ 32 w 353"/>
              <a:gd name="T17" fmla="*/ 20 h 353"/>
              <a:gd name="T18" fmla="*/ 3 w 353"/>
              <a:gd name="T19" fmla="*/ 32 h 353"/>
              <a:gd name="T20" fmla="*/ 0 w 353"/>
              <a:gd name="T21" fmla="*/ 192 h 353"/>
              <a:gd name="T22" fmla="*/ 16 w 353"/>
              <a:gd name="T23" fmla="*/ 224 h 353"/>
              <a:gd name="T24" fmla="*/ 225 w 353"/>
              <a:gd name="T25" fmla="*/ 0 h 353"/>
              <a:gd name="T26" fmla="*/ 193 w 353"/>
              <a:gd name="T27" fmla="*/ 16 h 353"/>
              <a:gd name="T28" fmla="*/ 225 w 353"/>
              <a:gd name="T29" fmla="*/ 0 h 353"/>
              <a:gd name="T30" fmla="*/ 0 w 353"/>
              <a:gd name="T31" fmla="*/ 128 h 353"/>
              <a:gd name="T32" fmla="*/ 16 w 353"/>
              <a:gd name="T33" fmla="*/ 160 h 353"/>
              <a:gd name="T34" fmla="*/ 333 w 353"/>
              <a:gd name="T35" fmla="*/ 32 h 353"/>
              <a:gd name="T36" fmla="*/ 321 w 353"/>
              <a:gd name="T37" fmla="*/ 3 h 353"/>
              <a:gd name="T38" fmla="*/ 333 w 353"/>
              <a:gd name="T39" fmla="*/ 32 h 353"/>
              <a:gd name="T40" fmla="*/ 128 w 353"/>
              <a:gd name="T41" fmla="*/ 0 h 353"/>
              <a:gd name="T42" fmla="*/ 160 w 353"/>
              <a:gd name="T43" fmla="*/ 16 h 353"/>
              <a:gd name="T44" fmla="*/ 16 w 353"/>
              <a:gd name="T45" fmla="*/ 64 h 353"/>
              <a:gd name="T46" fmla="*/ 0 w 353"/>
              <a:gd name="T47" fmla="*/ 96 h 353"/>
              <a:gd name="T48" fmla="*/ 16 w 353"/>
              <a:gd name="T49" fmla="*/ 64 h 353"/>
              <a:gd name="T50" fmla="*/ 289 w 353"/>
              <a:gd name="T51" fmla="*/ 16 h 353"/>
              <a:gd name="T52" fmla="*/ 257 w 353"/>
              <a:gd name="T53" fmla="*/ 0 h 353"/>
              <a:gd name="T54" fmla="*/ 337 w 353"/>
              <a:gd name="T55" fmla="*/ 224 h 353"/>
              <a:gd name="T56" fmla="*/ 353 w 353"/>
              <a:gd name="T57" fmla="*/ 192 h 353"/>
              <a:gd name="T58" fmla="*/ 337 w 353"/>
              <a:gd name="T59" fmla="*/ 224 h 353"/>
              <a:gd name="T60" fmla="*/ 353 w 353"/>
              <a:gd name="T61" fmla="*/ 289 h 353"/>
              <a:gd name="T62" fmla="*/ 337 w 353"/>
              <a:gd name="T63" fmla="*/ 257 h 353"/>
              <a:gd name="T64" fmla="*/ 337 w 353"/>
              <a:gd name="T65" fmla="*/ 96 h 353"/>
              <a:gd name="T66" fmla="*/ 353 w 353"/>
              <a:gd name="T67" fmla="*/ 64 h 353"/>
              <a:gd name="T68" fmla="*/ 337 w 353"/>
              <a:gd name="T69" fmla="*/ 96 h 353"/>
              <a:gd name="T70" fmla="*/ 321 w 353"/>
              <a:gd name="T71" fmla="*/ 350 h 353"/>
              <a:gd name="T72" fmla="*/ 333 w 353"/>
              <a:gd name="T73" fmla="*/ 321 h 353"/>
              <a:gd name="T74" fmla="*/ 64 w 353"/>
              <a:gd name="T75" fmla="*/ 16 h 353"/>
              <a:gd name="T76" fmla="*/ 96 w 353"/>
              <a:gd name="T77" fmla="*/ 0 h 353"/>
              <a:gd name="T78" fmla="*/ 64 w 353"/>
              <a:gd name="T79" fmla="*/ 16 h 353"/>
              <a:gd name="T80" fmla="*/ 353 w 353"/>
              <a:gd name="T81" fmla="*/ 160 h 353"/>
              <a:gd name="T82" fmla="*/ 337 w 353"/>
              <a:gd name="T83" fmla="*/ 128 h 353"/>
              <a:gd name="T84" fmla="*/ 257 w 353"/>
              <a:gd name="T85" fmla="*/ 353 h 353"/>
              <a:gd name="T86" fmla="*/ 289 w 353"/>
              <a:gd name="T87" fmla="*/ 337 h 353"/>
              <a:gd name="T88" fmla="*/ 257 w 353"/>
              <a:gd name="T89" fmla="*/ 353 h 353"/>
              <a:gd name="T90" fmla="*/ 160 w 353"/>
              <a:gd name="T91" fmla="*/ 353 h 353"/>
              <a:gd name="T92" fmla="*/ 128 w 353"/>
              <a:gd name="T93" fmla="*/ 337 h 353"/>
              <a:gd name="T94" fmla="*/ 193 w 353"/>
              <a:gd name="T95" fmla="*/ 353 h 353"/>
              <a:gd name="T96" fmla="*/ 225 w 353"/>
              <a:gd name="T97" fmla="*/ 337 h 353"/>
              <a:gd name="T98" fmla="*/ 193 w 353"/>
              <a:gd name="T99" fmla="*/ 353 h 353"/>
              <a:gd name="T100" fmla="*/ 235 w 353"/>
              <a:gd name="T101" fmla="*/ 195 h 353"/>
              <a:gd name="T102" fmla="*/ 185 w 353"/>
              <a:gd name="T103" fmla="*/ 88 h 353"/>
              <a:gd name="T104" fmla="*/ 168 w 353"/>
              <a:gd name="T105" fmla="*/ 88 h 353"/>
              <a:gd name="T106" fmla="*/ 118 w 353"/>
              <a:gd name="T107" fmla="*/ 195 h 353"/>
              <a:gd name="T108" fmla="*/ 104 w 353"/>
              <a:gd name="T109" fmla="*/ 200 h 353"/>
              <a:gd name="T110" fmla="*/ 171 w 353"/>
              <a:gd name="T111" fmla="*/ 270 h 353"/>
              <a:gd name="T112" fmla="*/ 182 w 353"/>
              <a:gd name="T113" fmla="*/ 270 h 353"/>
              <a:gd name="T114" fmla="*/ 249 w 353"/>
              <a:gd name="T115" fmla="*/ 200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353" h="353">
                <a:moveTo>
                  <a:pt x="16" y="257"/>
                </a:moveTo>
                <a:cubicBezTo>
                  <a:pt x="0" y="257"/>
                  <a:pt x="0" y="257"/>
                  <a:pt x="0" y="257"/>
                </a:cubicBezTo>
                <a:cubicBezTo>
                  <a:pt x="0" y="289"/>
                  <a:pt x="0" y="289"/>
                  <a:pt x="0" y="289"/>
                </a:cubicBezTo>
                <a:cubicBezTo>
                  <a:pt x="16" y="289"/>
                  <a:pt x="16" y="289"/>
                  <a:pt x="16" y="289"/>
                </a:cubicBezTo>
                <a:lnTo>
                  <a:pt x="16" y="257"/>
                </a:lnTo>
                <a:close/>
                <a:moveTo>
                  <a:pt x="64" y="353"/>
                </a:moveTo>
                <a:cubicBezTo>
                  <a:pt x="96" y="353"/>
                  <a:pt x="96" y="353"/>
                  <a:pt x="96" y="353"/>
                </a:cubicBezTo>
                <a:cubicBezTo>
                  <a:pt x="96" y="337"/>
                  <a:pt x="96" y="337"/>
                  <a:pt x="96" y="337"/>
                </a:cubicBezTo>
                <a:cubicBezTo>
                  <a:pt x="64" y="337"/>
                  <a:pt x="64" y="337"/>
                  <a:pt x="64" y="337"/>
                </a:cubicBezTo>
                <a:lnTo>
                  <a:pt x="64" y="353"/>
                </a:lnTo>
                <a:close/>
                <a:moveTo>
                  <a:pt x="20" y="321"/>
                </a:moveTo>
                <a:cubicBezTo>
                  <a:pt x="3" y="321"/>
                  <a:pt x="3" y="321"/>
                  <a:pt x="3" y="321"/>
                </a:cubicBezTo>
                <a:cubicBezTo>
                  <a:pt x="8" y="334"/>
                  <a:pt x="18" y="345"/>
                  <a:pt x="32" y="350"/>
                </a:cubicBezTo>
                <a:cubicBezTo>
                  <a:pt x="32" y="332"/>
                  <a:pt x="32" y="332"/>
                  <a:pt x="32" y="332"/>
                </a:cubicBezTo>
                <a:cubicBezTo>
                  <a:pt x="27" y="330"/>
                  <a:pt x="23" y="326"/>
                  <a:pt x="20" y="321"/>
                </a:cubicBezTo>
                <a:moveTo>
                  <a:pt x="3" y="32"/>
                </a:moveTo>
                <a:cubicBezTo>
                  <a:pt x="20" y="32"/>
                  <a:pt x="20" y="32"/>
                  <a:pt x="20" y="32"/>
                </a:cubicBezTo>
                <a:cubicBezTo>
                  <a:pt x="23" y="27"/>
                  <a:pt x="27" y="23"/>
                  <a:pt x="32" y="20"/>
                </a:cubicBezTo>
                <a:cubicBezTo>
                  <a:pt x="32" y="3"/>
                  <a:pt x="32" y="3"/>
                  <a:pt x="32" y="3"/>
                </a:cubicBezTo>
                <a:cubicBezTo>
                  <a:pt x="18" y="7"/>
                  <a:pt x="8" y="18"/>
                  <a:pt x="3" y="32"/>
                </a:cubicBezTo>
                <a:moveTo>
                  <a:pt x="16" y="192"/>
                </a:moveTo>
                <a:cubicBezTo>
                  <a:pt x="0" y="192"/>
                  <a:pt x="0" y="192"/>
                  <a:pt x="0" y="192"/>
                </a:cubicBezTo>
                <a:cubicBezTo>
                  <a:pt x="0" y="224"/>
                  <a:pt x="0" y="224"/>
                  <a:pt x="0" y="224"/>
                </a:cubicBezTo>
                <a:cubicBezTo>
                  <a:pt x="16" y="224"/>
                  <a:pt x="16" y="224"/>
                  <a:pt x="16" y="224"/>
                </a:cubicBezTo>
                <a:lnTo>
                  <a:pt x="16" y="192"/>
                </a:lnTo>
                <a:close/>
                <a:moveTo>
                  <a:pt x="225" y="0"/>
                </a:moveTo>
                <a:cubicBezTo>
                  <a:pt x="193" y="0"/>
                  <a:pt x="193" y="0"/>
                  <a:pt x="193" y="0"/>
                </a:cubicBezTo>
                <a:cubicBezTo>
                  <a:pt x="193" y="16"/>
                  <a:pt x="193" y="16"/>
                  <a:pt x="193" y="16"/>
                </a:cubicBezTo>
                <a:cubicBezTo>
                  <a:pt x="225" y="16"/>
                  <a:pt x="225" y="16"/>
                  <a:pt x="225" y="16"/>
                </a:cubicBezTo>
                <a:lnTo>
                  <a:pt x="225" y="0"/>
                </a:lnTo>
                <a:close/>
                <a:moveTo>
                  <a:pt x="16" y="128"/>
                </a:moveTo>
                <a:cubicBezTo>
                  <a:pt x="0" y="128"/>
                  <a:pt x="0" y="128"/>
                  <a:pt x="0" y="128"/>
                </a:cubicBezTo>
                <a:cubicBezTo>
                  <a:pt x="0" y="160"/>
                  <a:pt x="0" y="160"/>
                  <a:pt x="0" y="160"/>
                </a:cubicBezTo>
                <a:cubicBezTo>
                  <a:pt x="16" y="160"/>
                  <a:pt x="16" y="160"/>
                  <a:pt x="16" y="160"/>
                </a:cubicBezTo>
                <a:lnTo>
                  <a:pt x="16" y="128"/>
                </a:lnTo>
                <a:close/>
                <a:moveTo>
                  <a:pt x="333" y="32"/>
                </a:moveTo>
                <a:cubicBezTo>
                  <a:pt x="350" y="32"/>
                  <a:pt x="350" y="32"/>
                  <a:pt x="350" y="32"/>
                </a:cubicBezTo>
                <a:cubicBezTo>
                  <a:pt x="345" y="18"/>
                  <a:pt x="335" y="7"/>
                  <a:pt x="321" y="3"/>
                </a:cubicBezTo>
                <a:cubicBezTo>
                  <a:pt x="321" y="20"/>
                  <a:pt x="321" y="20"/>
                  <a:pt x="321" y="20"/>
                </a:cubicBezTo>
                <a:cubicBezTo>
                  <a:pt x="326" y="23"/>
                  <a:pt x="330" y="27"/>
                  <a:pt x="333" y="32"/>
                </a:cubicBezTo>
                <a:moveTo>
                  <a:pt x="160" y="0"/>
                </a:moveTo>
                <a:cubicBezTo>
                  <a:pt x="128" y="0"/>
                  <a:pt x="128" y="0"/>
                  <a:pt x="128" y="0"/>
                </a:cubicBezTo>
                <a:cubicBezTo>
                  <a:pt x="128" y="16"/>
                  <a:pt x="128" y="16"/>
                  <a:pt x="128" y="16"/>
                </a:cubicBezTo>
                <a:cubicBezTo>
                  <a:pt x="160" y="16"/>
                  <a:pt x="160" y="16"/>
                  <a:pt x="160" y="16"/>
                </a:cubicBezTo>
                <a:lnTo>
                  <a:pt x="160" y="0"/>
                </a:lnTo>
                <a:close/>
                <a:moveTo>
                  <a:pt x="16" y="64"/>
                </a:moveTo>
                <a:cubicBezTo>
                  <a:pt x="0" y="64"/>
                  <a:pt x="0" y="64"/>
                  <a:pt x="0" y="64"/>
                </a:cubicBezTo>
                <a:cubicBezTo>
                  <a:pt x="0" y="96"/>
                  <a:pt x="0" y="96"/>
                  <a:pt x="0" y="96"/>
                </a:cubicBezTo>
                <a:cubicBezTo>
                  <a:pt x="16" y="96"/>
                  <a:pt x="16" y="96"/>
                  <a:pt x="16" y="96"/>
                </a:cubicBezTo>
                <a:lnTo>
                  <a:pt x="16" y="64"/>
                </a:lnTo>
                <a:close/>
                <a:moveTo>
                  <a:pt x="257" y="16"/>
                </a:moveTo>
                <a:cubicBezTo>
                  <a:pt x="289" y="16"/>
                  <a:pt x="289" y="16"/>
                  <a:pt x="289" y="16"/>
                </a:cubicBezTo>
                <a:cubicBezTo>
                  <a:pt x="289" y="0"/>
                  <a:pt x="289" y="0"/>
                  <a:pt x="289" y="0"/>
                </a:cubicBezTo>
                <a:cubicBezTo>
                  <a:pt x="257" y="0"/>
                  <a:pt x="257" y="0"/>
                  <a:pt x="257" y="0"/>
                </a:cubicBezTo>
                <a:lnTo>
                  <a:pt x="257" y="16"/>
                </a:lnTo>
                <a:close/>
                <a:moveTo>
                  <a:pt x="337" y="224"/>
                </a:moveTo>
                <a:cubicBezTo>
                  <a:pt x="353" y="224"/>
                  <a:pt x="353" y="224"/>
                  <a:pt x="353" y="224"/>
                </a:cubicBezTo>
                <a:cubicBezTo>
                  <a:pt x="353" y="192"/>
                  <a:pt x="353" y="192"/>
                  <a:pt x="353" y="192"/>
                </a:cubicBezTo>
                <a:cubicBezTo>
                  <a:pt x="337" y="192"/>
                  <a:pt x="337" y="192"/>
                  <a:pt x="337" y="192"/>
                </a:cubicBezTo>
                <a:lnTo>
                  <a:pt x="337" y="224"/>
                </a:lnTo>
                <a:close/>
                <a:moveTo>
                  <a:pt x="337" y="289"/>
                </a:moveTo>
                <a:cubicBezTo>
                  <a:pt x="353" y="289"/>
                  <a:pt x="353" y="289"/>
                  <a:pt x="353" y="289"/>
                </a:cubicBezTo>
                <a:cubicBezTo>
                  <a:pt x="353" y="257"/>
                  <a:pt x="353" y="257"/>
                  <a:pt x="353" y="257"/>
                </a:cubicBezTo>
                <a:cubicBezTo>
                  <a:pt x="337" y="257"/>
                  <a:pt x="337" y="257"/>
                  <a:pt x="337" y="257"/>
                </a:cubicBezTo>
                <a:lnTo>
                  <a:pt x="337" y="289"/>
                </a:lnTo>
                <a:close/>
                <a:moveTo>
                  <a:pt x="337" y="96"/>
                </a:moveTo>
                <a:cubicBezTo>
                  <a:pt x="353" y="96"/>
                  <a:pt x="353" y="96"/>
                  <a:pt x="353" y="96"/>
                </a:cubicBezTo>
                <a:cubicBezTo>
                  <a:pt x="353" y="64"/>
                  <a:pt x="353" y="64"/>
                  <a:pt x="353" y="64"/>
                </a:cubicBezTo>
                <a:cubicBezTo>
                  <a:pt x="337" y="64"/>
                  <a:pt x="337" y="64"/>
                  <a:pt x="337" y="64"/>
                </a:cubicBezTo>
                <a:lnTo>
                  <a:pt x="337" y="96"/>
                </a:lnTo>
                <a:close/>
                <a:moveTo>
                  <a:pt x="321" y="332"/>
                </a:moveTo>
                <a:cubicBezTo>
                  <a:pt x="321" y="350"/>
                  <a:pt x="321" y="350"/>
                  <a:pt x="321" y="350"/>
                </a:cubicBezTo>
                <a:cubicBezTo>
                  <a:pt x="335" y="345"/>
                  <a:pt x="345" y="334"/>
                  <a:pt x="350" y="321"/>
                </a:cubicBezTo>
                <a:cubicBezTo>
                  <a:pt x="333" y="321"/>
                  <a:pt x="333" y="321"/>
                  <a:pt x="333" y="321"/>
                </a:cubicBezTo>
                <a:cubicBezTo>
                  <a:pt x="330" y="326"/>
                  <a:pt x="326" y="330"/>
                  <a:pt x="321" y="332"/>
                </a:cubicBezTo>
                <a:moveTo>
                  <a:pt x="64" y="16"/>
                </a:moveTo>
                <a:cubicBezTo>
                  <a:pt x="96" y="16"/>
                  <a:pt x="96" y="16"/>
                  <a:pt x="96" y="16"/>
                </a:cubicBezTo>
                <a:cubicBezTo>
                  <a:pt x="96" y="0"/>
                  <a:pt x="96" y="0"/>
                  <a:pt x="96" y="0"/>
                </a:cubicBezTo>
                <a:cubicBezTo>
                  <a:pt x="64" y="0"/>
                  <a:pt x="64" y="0"/>
                  <a:pt x="64" y="0"/>
                </a:cubicBezTo>
                <a:lnTo>
                  <a:pt x="64" y="16"/>
                </a:lnTo>
                <a:close/>
                <a:moveTo>
                  <a:pt x="337" y="160"/>
                </a:moveTo>
                <a:cubicBezTo>
                  <a:pt x="353" y="160"/>
                  <a:pt x="353" y="160"/>
                  <a:pt x="353" y="160"/>
                </a:cubicBezTo>
                <a:cubicBezTo>
                  <a:pt x="353" y="128"/>
                  <a:pt x="353" y="128"/>
                  <a:pt x="353" y="128"/>
                </a:cubicBezTo>
                <a:cubicBezTo>
                  <a:pt x="337" y="128"/>
                  <a:pt x="337" y="128"/>
                  <a:pt x="337" y="128"/>
                </a:cubicBezTo>
                <a:lnTo>
                  <a:pt x="337" y="160"/>
                </a:lnTo>
                <a:close/>
                <a:moveTo>
                  <a:pt x="257" y="353"/>
                </a:moveTo>
                <a:cubicBezTo>
                  <a:pt x="289" y="353"/>
                  <a:pt x="289" y="353"/>
                  <a:pt x="289" y="353"/>
                </a:cubicBezTo>
                <a:cubicBezTo>
                  <a:pt x="289" y="337"/>
                  <a:pt x="289" y="337"/>
                  <a:pt x="289" y="337"/>
                </a:cubicBezTo>
                <a:cubicBezTo>
                  <a:pt x="257" y="337"/>
                  <a:pt x="257" y="337"/>
                  <a:pt x="257" y="337"/>
                </a:cubicBezTo>
                <a:lnTo>
                  <a:pt x="257" y="353"/>
                </a:lnTo>
                <a:close/>
                <a:moveTo>
                  <a:pt x="128" y="353"/>
                </a:moveTo>
                <a:cubicBezTo>
                  <a:pt x="160" y="353"/>
                  <a:pt x="160" y="353"/>
                  <a:pt x="160" y="353"/>
                </a:cubicBezTo>
                <a:cubicBezTo>
                  <a:pt x="160" y="337"/>
                  <a:pt x="160" y="337"/>
                  <a:pt x="160" y="337"/>
                </a:cubicBezTo>
                <a:cubicBezTo>
                  <a:pt x="128" y="337"/>
                  <a:pt x="128" y="337"/>
                  <a:pt x="128" y="337"/>
                </a:cubicBezTo>
                <a:lnTo>
                  <a:pt x="128" y="353"/>
                </a:lnTo>
                <a:close/>
                <a:moveTo>
                  <a:pt x="193" y="353"/>
                </a:moveTo>
                <a:cubicBezTo>
                  <a:pt x="225" y="353"/>
                  <a:pt x="225" y="353"/>
                  <a:pt x="225" y="353"/>
                </a:cubicBezTo>
                <a:cubicBezTo>
                  <a:pt x="225" y="337"/>
                  <a:pt x="225" y="337"/>
                  <a:pt x="225" y="337"/>
                </a:cubicBezTo>
                <a:cubicBezTo>
                  <a:pt x="193" y="337"/>
                  <a:pt x="193" y="337"/>
                  <a:pt x="193" y="337"/>
                </a:cubicBezTo>
                <a:lnTo>
                  <a:pt x="193" y="353"/>
                </a:lnTo>
                <a:close/>
                <a:moveTo>
                  <a:pt x="241" y="192"/>
                </a:moveTo>
                <a:cubicBezTo>
                  <a:pt x="238" y="192"/>
                  <a:pt x="236" y="193"/>
                  <a:pt x="235" y="195"/>
                </a:cubicBezTo>
                <a:cubicBezTo>
                  <a:pt x="185" y="245"/>
                  <a:pt x="185" y="245"/>
                  <a:pt x="185" y="245"/>
                </a:cubicBezTo>
                <a:cubicBezTo>
                  <a:pt x="185" y="88"/>
                  <a:pt x="185" y="88"/>
                  <a:pt x="185" y="88"/>
                </a:cubicBezTo>
                <a:cubicBezTo>
                  <a:pt x="185" y="84"/>
                  <a:pt x="181" y="80"/>
                  <a:pt x="176" y="80"/>
                </a:cubicBezTo>
                <a:cubicBezTo>
                  <a:pt x="172" y="80"/>
                  <a:pt x="168" y="84"/>
                  <a:pt x="168" y="88"/>
                </a:cubicBezTo>
                <a:cubicBezTo>
                  <a:pt x="168" y="245"/>
                  <a:pt x="168" y="245"/>
                  <a:pt x="168" y="245"/>
                </a:cubicBezTo>
                <a:cubicBezTo>
                  <a:pt x="118" y="195"/>
                  <a:pt x="118" y="195"/>
                  <a:pt x="118" y="195"/>
                </a:cubicBezTo>
                <a:cubicBezTo>
                  <a:pt x="116" y="193"/>
                  <a:pt x="114" y="192"/>
                  <a:pt x="112" y="192"/>
                </a:cubicBezTo>
                <a:cubicBezTo>
                  <a:pt x="108" y="192"/>
                  <a:pt x="104" y="196"/>
                  <a:pt x="104" y="200"/>
                </a:cubicBezTo>
                <a:cubicBezTo>
                  <a:pt x="104" y="203"/>
                  <a:pt x="105" y="205"/>
                  <a:pt x="107" y="206"/>
                </a:cubicBezTo>
                <a:cubicBezTo>
                  <a:pt x="171" y="270"/>
                  <a:pt x="171" y="270"/>
                  <a:pt x="171" y="270"/>
                </a:cubicBezTo>
                <a:cubicBezTo>
                  <a:pt x="172" y="272"/>
                  <a:pt x="174" y="273"/>
                  <a:pt x="176" y="273"/>
                </a:cubicBezTo>
                <a:cubicBezTo>
                  <a:pt x="179" y="273"/>
                  <a:pt x="181" y="272"/>
                  <a:pt x="182" y="270"/>
                </a:cubicBezTo>
                <a:cubicBezTo>
                  <a:pt x="246" y="206"/>
                  <a:pt x="246" y="206"/>
                  <a:pt x="246" y="206"/>
                </a:cubicBezTo>
                <a:cubicBezTo>
                  <a:pt x="248" y="205"/>
                  <a:pt x="249" y="203"/>
                  <a:pt x="249" y="200"/>
                </a:cubicBezTo>
                <a:cubicBezTo>
                  <a:pt x="249" y="196"/>
                  <a:pt x="245" y="192"/>
                  <a:pt x="241" y="192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5" name="Freeform 35"/>
          <p:cNvSpPr>
            <a:spLocks noEditPoints="1"/>
          </p:cNvSpPr>
          <p:nvPr/>
        </p:nvSpPr>
        <p:spPr bwMode="auto">
          <a:xfrm>
            <a:off x="863602" y="4265084"/>
            <a:ext cx="575733" cy="575733"/>
          </a:xfrm>
          <a:custGeom>
            <a:avLst/>
            <a:gdLst>
              <a:gd name="T0" fmla="*/ 0 w 353"/>
              <a:gd name="T1" fmla="*/ 257 h 353"/>
              <a:gd name="T2" fmla="*/ 16 w 353"/>
              <a:gd name="T3" fmla="*/ 289 h 353"/>
              <a:gd name="T4" fmla="*/ 16 w 353"/>
              <a:gd name="T5" fmla="*/ 128 h 353"/>
              <a:gd name="T6" fmla="*/ 0 w 353"/>
              <a:gd name="T7" fmla="*/ 161 h 353"/>
              <a:gd name="T8" fmla="*/ 16 w 353"/>
              <a:gd name="T9" fmla="*/ 128 h 353"/>
              <a:gd name="T10" fmla="*/ 0 w 353"/>
              <a:gd name="T11" fmla="*/ 193 h 353"/>
              <a:gd name="T12" fmla="*/ 16 w 353"/>
              <a:gd name="T13" fmla="*/ 225 h 353"/>
              <a:gd name="T14" fmla="*/ 20 w 353"/>
              <a:gd name="T15" fmla="*/ 321 h 353"/>
              <a:gd name="T16" fmla="*/ 32 w 353"/>
              <a:gd name="T17" fmla="*/ 350 h 353"/>
              <a:gd name="T18" fmla="*/ 20 w 353"/>
              <a:gd name="T19" fmla="*/ 321 h 353"/>
              <a:gd name="T20" fmla="*/ 20 w 353"/>
              <a:gd name="T21" fmla="*/ 32 h 353"/>
              <a:gd name="T22" fmla="*/ 32 w 353"/>
              <a:gd name="T23" fmla="*/ 3 h 353"/>
              <a:gd name="T24" fmla="*/ 225 w 353"/>
              <a:gd name="T25" fmla="*/ 0 h 353"/>
              <a:gd name="T26" fmla="*/ 193 w 353"/>
              <a:gd name="T27" fmla="*/ 16 h 353"/>
              <a:gd name="T28" fmla="*/ 225 w 353"/>
              <a:gd name="T29" fmla="*/ 0 h 353"/>
              <a:gd name="T30" fmla="*/ 96 w 353"/>
              <a:gd name="T31" fmla="*/ 353 h 353"/>
              <a:gd name="T32" fmla="*/ 64 w 353"/>
              <a:gd name="T33" fmla="*/ 337 h 353"/>
              <a:gd name="T34" fmla="*/ 16 w 353"/>
              <a:gd name="T35" fmla="*/ 64 h 353"/>
              <a:gd name="T36" fmla="*/ 0 w 353"/>
              <a:gd name="T37" fmla="*/ 96 h 353"/>
              <a:gd name="T38" fmla="*/ 16 w 353"/>
              <a:gd name="T39" fmla="*/ 64 h 353"/>
              <a:gd name="T40" fmla="*/ 350 w 353"/>
              <a:gd name="T41" fmla="*/ 32 h 353"/>
              <a:gd name="T42" fmla="*/ 321 w 353"/>
              <a:gd name="T43" fmla="*/ 21 h 353"/>
              <a:gd name="T44" fmla="*/ 160 w 353"/>
              <a:gd name="T45" fmla="*/ 0 h 353"/>
              <a:gd name="T46" fmla="*/ 128 w 353"/>
              <a:gd name="T47" fmla="*/ 16 h 353"/>
              <a:gd name="T48" fmla="*/ 160 w 353"/>
              <a:gd name="T49" fmla="*/ 0 h 353"/>
              <a:gd name="T50" fmla="*/ 160 w 353"/>
              <a:gd name="T51" fmla="*/ 353 h 353"/>
              <a:gd name="T52" fmla="*/ 128 w 353"/>
              <a:gd name="T53" fmla="*/ 337 h 353"/>
              <a:gd name="T54" fmla="*/ 337 w 353"/>
              <a:gd name="T55" fmla="*/ 289 h 353"/>
              <a:gd name="T56" fmla="*/ 353 w 353"/>
              <a:gd name="T57" fmla="*/ 257 h 353"/>
              <a:gd name="T58" fmla="*/ 337 w 353"/>
              <a:gd name="T59" fmla="*/ 289 h 353"/>
              <a:gd name="T60" fmla="*/ 321 w 353"/>
              <a:gd name="T61" fmla="*/ 350 h 353"/>
              <a:gd name="T62" fmla="*/ 333 w 353"/>
              <a:gd name="T63" fmla="*/ 321 h 353"/>
              <a:gd name="T64" fmla="*/ 337 w 353"/>
              <a:gd name="T65" fmla="*/ 161 h 353"/>
              <a:gd name="T66" fmla="*/ 353 w 353"/>
              <a:gd name="T67" fmla="*/ 128 h 353"/>
              <a:gd name="T68" fmla="*/ 337 w 353"/>
              <a:gd name="T69" fmla="*/ 161 h 353"/>
              <a:gd name="T70" fmla="*/ 289 w 353"/>
              <a:gd name="T71" fmla="*/ 16 h 353"/>
              <a:gd name="T72" fmla="*/ 257 w 353"/>
              <a:gd name="T73" fmla="*/ 0 h 353"/>
              <a:gd name="T74" fmla="*/ 337 w 353"/>
              <a:gd name="T75" fmla="*/ 225 h 353"/>
              <a:gd name="T76" fmla="*/ 353 w 353"/>
              <a:gd name="T77" fmla="*/ 193 h 353"/>
              <a:gd name="T78" fmla="*/ 337 w 353"/>
              <a:gd name="T79" fmla="*/ 225 h 353"/>
              <a:gd name="T80" fmla="*/ 177 w 353"/>
              <a:gd name="T81" fmla="*/ 80 h 353"/>
              <a:gd name="T82" fmla="*/ 107 w 353"/>
              <a:gd name="T83" fmla="*/ 147 h 353"/>
              <a:gd name="T84" fmla="*/ 112 w 353"/>
              <a:gd name="T85" fmla="*/ 161 h 353"/>
              <a:gd name="T86" fmla="*/ 168 w 353"/>
              <a:gd name="T87" fmla="*/ 108 h 353"/>
              <a:gd name="T88" fmla="*/ 177 w 353"/>
              <a:gd name="T89" fmla="*/ 273 h 353"/>
              <a:gd name="T90" fmla="*/ 185 w 353"/>
              <a:gd name="T91" fmla="*/ 108 h 353"/>
              <a:gd name="T92" fmla="*/ 241 w 353"/>
              <a:gd name="T93" fmla="*/ 161 h 353"/>
              <a:gd name="T94" fmla="*/ 246 w 353"/>
              <a:gd name="T95" fmla="*/ 147 h 353"/>
              <a:gd name="T96" fmla="*/ 337 w 353"/>
              <a:gd name="T97" fmla="*/ 96 h 353"/>
              <a:gd name="T98" fmla="*/ 353 w 353"/>
              <a:gd name="T99" fmla="*/ 64 h 353"/>
              <a:gd name="T100" fmla="*/ 337 w 353"/>
              <a:gd name="T101" fmla="*/ 96 h 353"/>
              <a:gd name="T102" fmla="*/ 289 w 353"/>
              <a:gd name="T103" fmla="*/ 353 h 353"/>
              <a:gd name="T104" fmla="*/ 257 w 353"/>
              <a:gd name="T105" fmla="*/ 337 h 353"/>
              <a:gd name="T106" fmla="*/ 193 w 353"/>
              <a:gd name="T107" fmla="*/ 353 h 353"/>
              <a:gd name="T108" fmla="*/ 225 w 353"/>
              <a:gd name="T109" fmla="*/ 337 h 353"/>
              <a:gd name="T110" fmla="*/ 193 w 353"/>
              <a:gd name="T111" fmla="*/ 353 h 353"/>
              <a:gd name="T112" fmla="*/ 96 w 353"/>
              <a:gd name="T113" fmla="*/ 16 h 353"/>
              <a:gd name="T114" fmla="*/ 64 w 353"/>
              <a:gd name="T115" fmla="*/ 0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353" h="353">
                <a:moveTo>
                  <a:pt x="16" y="257"/>
                </a:moveTo>
                <a:cubicBezTo>
                  <a:pt x="0" y="257"/>
                  <a:pt x="0" y="257"/>
                  <a:pt x="0" y="257"/>
                </a:cubicBezTo>
                <a:cubicBezTo>
                  <a:pt x="0" y="289"/>
                  <a:pt x="0" y="289"/>
                  <a:pt x="0" y="289"/>
                </a:cubicBezTo>
                <a:cubicBezTo>
                  <a:pt x="16" y="289"/>
                  <a:pt x="16" y="289"/>
                  <a:pt x="16" y="289"/>
                </a:cubicBezTo>
                <a:lnTo>
                  <a:pt x="16" y="257"/>
                </a:lnTo>
                <a:close/>
                <a:moveTo>
                  <a:pt x="16" y="128"/>
                </a:moveTo>
                <a:cubicBezTo>
                  <a:pt x="0" y="128"/>
                  <a:pt x="0" y="128"/>
                  <a:pt x="0" y="128"/>
                </a:cubicBezTo>
                <a:cubicBezTo>
                  <a:pt x="0" y="161"/>
                  <a:pt x="0" y="161"/>
                  <a:pt x="0" y="161"/>
                </a:cubicBezTo>
                <a:cubicBezTo>
                  <a:pt x="16" y="161"/>
                  <a:pt x="16" y="161"/>
                  <a:pt x="16" y="161"/>
                </a:cubicBezTo>
                <a:lnTo>
                  <a:pt x="16" y="128"/>
                </a:lnTo>
                <a:close/>
                <a:moveTo>
                  <a:pt x="16" y="193"/>
                </a:moveTo>
                <a:cubicBezTo>
                  <a:pt x="0" y="193"/>
                  <a:pt x="0" y="193"/>
                  <a:pt x="0" y="193"/>
                </a:cubicBezTo>
                <a:cubicBezTo>
                  <a:pt x="0" y="225"/>
                  <a:pt x="0" y="225"/>
                  <a:pt x="0" y="225"/>
                </a:cubicBezTo>
                <a:cubicBezTo>
                  <a:pt x="16" y="225"/>
                  <a:pt x="16" y="225"/>
                  <a:pt x="16" y="225"/>
                </a:cubicBezTo>
                <a:lnTo>
                  <a:pt x="16" y="193"/>
                </a:lnTo>
                <a:close/>
                <a:moveTo>
                  <a:pt x="20" y="321"/>
                </a:moveTo>
                <a:cubicBezTo>
                  <a:pt x="3" y="321"/>
                  <a:pt x="3" y="321"/>
                  <a:pt x="3" y="321"/>
                </a:cubicBezTo>
                <a:cubicBezTo>
                  <a:pt x="8" y="335"/>
                  <a:pt x="18" y="345"/>
                  <a:pt x="32" y="350"/>
                </a:cubicBezTo>
                <a:cubicBezTo>
                  <a:pt x="32" y="333"/>
                  <a:pt x="32" y="333"/>
                  <a:pt x="32" y="333"/>
                </a:cubicBezTo>
                <a:cubicBezTo>
                  <a:pt x="27" y="330"/>
                  <a:pt x="23" y="326"/>
                  <a:pt x="20" y="321"/>
                </a:cubicBezTo>
                <a:moveTo>
                  <a:pt x="3" y="32"/>
                </a:moveTo>
                <a:cubicBezTo>
                  <a:pt x="20" y="32"/>
                  <a:pt x="20" y="32"/>
                  <a:pt x="20" y="32"/>
                </a:cubicBezTo>
                <a:cubicBezTo>
                  <a:pt x="23" y="27"/>
                  <a:pt x="27" y="23"/>
                  <a:pt x="32" y="21"/>
                </a:cubicBezTo>
                <a:cubicBezTo>
                  <a:pt x="32" y="3"/>
                  <a:pt x="32" y="3"/>
                  <a:pt x="32" y="3"/>
                </a:cubicBezTo>
                <a:cubicBezTo>
                  <a:pt x="18" y="8"/>
                  <a:pt x="8" y="19"/>
                  <a:pt x="3" y="32"/>
                </a:cubicBezTo>
                <a:moveTo>
                  <a:pt x="225" y="0"/>
                </a:moveTo>
                <a:cubicBezTo>
                  <a:pt x="193" y="0"/>
                  <a:pt x="193" y="0"/>
                  <a:pt x="193" y="0"/>
                </a:cubicBezTo>
                <a:cubicBezTo>
                  <a:pt x="193" y="16"/>
                  <a:pt x="193" y="16"/>
                  <a:pt x="193" y="16"/>
                </a:cubicBezTo>
                <a:cubicBezTo>
                  <a:pt x="225" y="16"/>
                  <a:pt x="225" y="16"/>
                  <a:pt x="225" y="16"/>
                </a:cubicBezTo>
                <a:lnTo>
                  <a:pt x="225" y="0"/>
                </a:lnTo>
                <a:close/>
                <a:moveTo>
                  <a:pt x="64" y="353"/>
                </a:moveTo>
                <a:cubicBezTo>
                  <a:pt x="96" y="353"/>
                  <a:pt x="96" y="353"/>
                  <a:pt x="96" y="353"/>
                </a:cubicBezTo>
                <a:cubicBezTo>
                  <a:pt x="96" y="337"/>
                  <a:pt x="96" y="337"/>
                  <a:pt x="96" y="337"/>
                </a:cubicBezTo>
                <a:cubicBezTo>
                  <a:pt x="64" y="337"/>
                  <a:pt x="64" y="337"/>
                  <a:pt x="64" y="337"/>
                </a:cubicBezTo>
                <a:lnTo>
                  <a:pt x="64" y="353"/>
                </a:lnTo>
                <a:close/>
                <a:moveTo>
                  <a:pt x="16" y="64"/>
                </a:moveTo>
                <a:cubicBezTo>
                  <a:pt x="0" y="64"/>
                  <a:pt x="0" y="64"/>
                  <a:pt x="0" y="64"/>
                </a:cubicBezTo>
                <a:cubicBezTo>
                  <a:pt x="0" y="96"/>
                  <a:pt x="0" y="96"/>
                  <a:pt x="0" y="96"/>
                </a:cubicBezTo>
                <a:cubicBezTo>
                  <a:pt x="16" y="96"/>
                  <a:pt x="16" y="96"/>
                  <a:pt x="16" y="96"/>
                </a:cubicBezTo>
                <a:lnTo>
                  <a:pt x="16" y="64"/>
                </a:lnTo>
                <a:close/>
                <a:moveTo>
                  <a:pt x="333" y="32"/>
                </a:moveTo>
                <a:cubicBezTo>
                  <a:pt x="350" y="32"/>
                  <a:pt x="350" y="32"/>
                  <a:pt x="350" y="32"/>
                </a:cubicBezTo>
                <a:cubicBezTo>
                  <a:pt x="345" y="19"/>
                  <a:pt x="335" y="8"/>
                  <a:pt x="321" y="3"/>
                </a:cubicBezTo>
                <a:cubicBezTo>
                  <a:pt x="321" y="21"/>
                  <a:pt x="321" y="21"/>
                  <a:pt x="321" y="21"/>
                </a:cubicBezTo>
                <a:cubicBezTo>
                  <a:pt x="326" y="23"/>
                  <a:pt x="330" y="27"/>
                  <a:pt x="333" y="32"/>
                </a:cubicBezTo>
                <a:moveTo>
                  <a:pt x="160" y="0"/>
                </a:moveTo>
                <a:cubicBezTo>
                  <a:pt x="128" y="0"/>
                  <a:pt x="128" y="0"/>
                  <a:pt x="128" y="0"/>
                </a:cubicBezTo>
                <a:cubicBezTo>
                  <a:pt x="128" y="16"/>
                  <a:pt x="128" y="16"/>
                  <a:pt x="128" y="16"/>
                </a:cubicBezTo>
                <a:cubicBezTo>
                  <a:pt x="160" y="16"/>
                  <a:pt x="160" y="16"/>
                  <a:pt x="160" y="16"/>
                </a:cubicBezTo>
                <a:lnTo>
                  <a:pt x="160" y="0"/>
                </a:lnTo>
                <a:close/>
                <a:moveTo>
                  <a:pt x="128" y="353"/>
                </a:moveTo>
                <a:cubicBezTo>
                  <a:pt x="160" y="353"/>
                  <a:pt x="160" y="353"/>
                  <a:pt x="160" y="353"/>
                </a:cubicBezTo>
                <a:cubicBezTo>
                  <a:pt x="160" y="337"/>
                  <a:pt x="160" y="337"/>
                  <a:pt x="160" y="337"/>
                </a:cubicBezTo>
                <a:cubicBezTo>
                  <a:pt x="128" y="337"/>
                  <a:pt x="128" y="337"/>
                  <a:pt x="128" y="337"/>
                </a:cubicBezTo>
                <a:lnTo>
                  <a:pt x="128" y="353"/>
                </a:lnTo>
                <a:close/>
                <a:moveTo>
                  <a:pt x="337" y="289"/>
                </a:moveTo>
                <a:cubicBezTo>
                  <a:pt x="353" y="289"/>
                  <a:pt x="353" y="289"/>
                  <a:pt x="353" y="289"/>
                </a:cubicBezTo>
                <a:cubicBezTo>
                  <a:pt x="353" y="257"/>
                  <a:pt x="353" y="257"/>
                  <a:pt x="353" y="257"/>
                </a:cubicBezTo>
                <a:cubicBezTo>
                  <a:pt x="337" y="257"/>
                  <a:pt x="337" y="257"/>
                  <a:pt x="337" y="257"/>
                </a:cubicBezTo>
                <a:lnTo>
                  <a:pt x="337" y="289"/>
                </a:lnTo>
                <a:close/>
                <a:moveTo>
                  <a:pt x="321" y="333"/>
                </a:moveTo>
                <a:cubicBezTo>
                  <a:pt x="321" y="350"/>
                  <a:pt x="321" y="350"/>
                  <a:pt x="321" y="350"/>
                </a:cubicBezTo>
                <a:cubicBezTo>
                  <a:pt x="335" y="345"/>
                  <a:pt x="345" y="335"/>
                  <a:pt x="350" y="321"/>
                </a:cubicBezTo>
                <a:cubicBezTo>
                  <a:pt x="333" y="321"/>
                  <a:pt x="333" y="321"/>
                  <a:pt x="333" y="321"/>
                </a:cubicBezTo>
                <a:cubicBezTo>
                  <a:pt x="330" y="326"/>
                  <a:pt x="326" y="330"/>
                  <a:pt x="321" y="333"/>
                </a:cubicBezTo>
                <a:moveTo>
                  <a:pt x="337" y="161"/>
                </a:moveTo>
                <a:cubicBezTo>
                  <a:pt x="353" y="161"/>
                  <a:pt x="353" y="161"/>
                  <a:pt x="353" y="161"/>
                </a:cubicBezTo>
                <a:cubicBezTo>
                  <a:pt x="353" y="128"/>
                  <a:pt x="353" y="128"/>
                  <a:pt x="353" y="128"/>
                </a:cubicBezTo>
                <a:cubicBezTo>
                  <a:pt x="337" y="128"/>
                  <a:pt x="337" y="128"/>
                  <a:pt x="337" y="128"/>
                </a:cubicBezTo>
                <a:lnTo>
                  <a:pt x="337" y="161"/>
                </a:lnTo>
                <a:close/>
                <a:moveTo>
                  <a:pt x="257" y="16"/>
                </a:moveTo>
                <a:cubicBezTo>
                  <a:pt x="289" y="16"/>
                  <a:pt x="289" y="16"/>
                  <a:pt x="289" y="16"/>
                </a:cubicBezTo>
                <a:cubicBezTo>
                  <a:pt x="289" y="0"/>
                  <a:pt x="289" y="0"/>
                  <a:pt x="289" y="0"/>
                </a:cubicBezTo>
                <a:cubicBezTo>
                  <a:pt x="257" y="0"/>
                  <a:pt x="257" y="0"/>
                  <a:pt x="257" y="0"/>
                </a:cubicBezTo>
                <a:lnTo>
                  <a:pt x="257" y="16"/>
                </a:lnTo>
                <a:close/>
                <a:moveTo>
                  <a:pt x="337" y="225"/>
                </a:moveTo>
                <a:cubicBezTo>
                  <a:pt x="353" y="225"/>
                  <a:pt x="353" y="225"/>
                  <a:pt x="353" y="225"/>
                </a:cubicBezTo>
                <a:cubicBezTo>
                  <a:pt x="353" y="193"/>
                  <a:pt x="353" y="193"/>
                  <a:pt x="353" y="193"/>
                </a:cubicBezTo>
                <a:cubicBezTo>
                  <a:pt x="337" y="193"/>
                  <a:pt x="337" y="193"/>
                  <a:pt x="337" y="193"/>
                </a:cubicBezTo>
                <a:lnTo>
                  <a:pt x="337" y="225"/>
                </a:lnTo>
                <a:close/>
                <a:moveTo>
                  <a:pt x="182" y="83"/>
                </a:moveTo>
                <a:cubicBezTo>
                  <a:pt x="181" y="81"/>
                  <a:pt x="179" y="80"/>
                  <a:pt x="177" y="80"/>
                </a:cubicBezTo>
                <a:cubicBezTo>
                  <a:pt x="174" y="80"/>
                  <a:pt x="172" y="81"/>
                  <a:pt x="171" y="83"/>
                </a:cubicBezTo>
                <a:cubicBezTo>
                  <a:pt x="107" y="147"/>
                  <a:pt x="107" y="147"/>
                  <a:pt x="107" y="147"/>
                </a:cubicBezTo>
                <a:cubicBezTo>
                  <a:pt x="105" y="148"/>
                  <a:pt x="104" y="150"/>
                  <a:pt x="104" y="153"/>
                </a:cubicBezTo>
                <a:cubicBezTo>
                  <a:pt x="104" y="157"/>
                  <a:pt x="108" y="161"/>
                  <a:pt x="112" y="161"/>
                </a:cubicBezTo>
                <a:cubicBezTo>
                  <a:pt x="114" y="161"/>
                  <a:pt x="117" y="160"/>
                  <a:pt x="118" y="158"/>
                </a:cubicBezTo>
                <a:cubicBezTo>
                  <a:pt x="168" y="108"/>
                  <a:pt x="168" y="108"/>
                  <a:pt x="168" y="108"/>
                </a:cubicBezTo>
                <a:cubicBezTo>
                  <a:pt x="168" y="265"/>
                  <a:pt x="168" y="265"/>
                  <a:pt x="168" y="265"/>
                </a:cubicBezTo>
                <a:cubicBezTo>
                  <a:pt x="168" y="269"/>
                  <a:pt x="172" y="273"/>
                  <a:pt x="177" y="273"/>
                </a:cubicBezTo>
                <a:cubicBezTo>
                  <a:pt x="181" y="273"/>
                  <a:pt x="185" y="269"/>
                  <a:pt x="185" y="265"/>
                </a:cubicBezTo>
                <a:cubicBezTo>
                  <a:pt x="185" y="108"/>
                  <a:pt x="185" y="108"/>
                  <a:pt x="185" y="108"/>
                </a:cubicBezTo>
                <a:cubicBezTo>
                  <a:pt x="235" y="158"/>
                  <a:pt x="235" y="158"/>
                  <a:pt x="235" y="158"/>
                </a:cubicBezTo>
                <a:cubicBezTo>
                  <a:pt x="237" y="160"/>
                  <a:pt x="239" y="161"/>
                  <a:pt x="241" y="161"/>
                </a:cubicBezTo>
                <a:cubicBezTo>
                  <a:pt x="245" y="161"/>
                  <a:pt x="249" y="157"/>
                  <a:pt x="249" y="153"/>
                </a:cubicBezTo>
                <a:cubicBezTo>
                  <a:pt x="249" y="150"/>
                  <a:pt x="248" y="148"/>
                  <a:pt x="246" y="147"/>
                </a:cubicBezTo>
                <a:lnTo>
                  <a:pt x="182" y="83"/>
                </a:lnTo>
                <a:close/>
                <a:moveTo>
                  <a:pt x="337" y="96"/>
                </a:moveTo>
                <a:cubicBezTo>
                  <a:pt x="353" y="96"/>
                  <a:pt x="353" y="96"/>
                  <a:pt x="353" y="96"/>
                </a:cubicBezTo>
                <a:cubicBezTo>
                  <a:pt x="353" y="64"/>
                  <a:pt x="353" y="64"/>
                  <a:pt x="353" y="64"/>
                </a:cubicBezTo>
                <a:cubicBezTo>
                  <a:pt x="337" y="64"/>
                  <a:pt x="337" y="64"/>
                  <a:pt x="337" y="64"/>
                </a:cubicBezTo>
                <a:lnTo>
                  <a:pt x="337" y="96"/>
                </a:lnTo>
                <a:close/>
                <a:moveTo>
                  <a:pt x="257" y="353"/>
                </a:moveTo>
                <a:cubicBezTo>
                  <a:pt x="289" y="353"/>
                  <a:pt x="289" y="353"/>
                  <a:pt x="289" y="353"/>
                </a:cubicBezTo>
                <a:cubicBezTo>
                  <a:pt x="289" y="337"/>
                  <a:pt x="289" y="337"/>
                  <a:pt x="289" y="337"/>
                </a:cubicBezTo>
                <a:cubicBezTo>
                  <a:pt x="257" y="337"/>
                  <a:pt x="257" y="337"/>
                  <a:pt x="257" y="337"/>
                </a:cubicBezTo>
                <a:lnTo>
                  <a:pt x="257" y="353"/>
                </a:lnTo>
                <a:close/>
                <a:moveTo>
                  <a:pt x="193" y="353"/>
                </a:moveTo>
                <a:cubicBezTo>
                  <a:pt x="225" y="353"/>
                  <a:pt x="225" y="353"/>
                  <a:pt x="225" y="353"/>
                </a:cubicBezTo>
                <a:cubicBezTo>
                  <a:pt x="225" y="337"/>
                  <a:pt x="225" y="337"/>
                  <a:pt x="225" y="337"/>
                </a:cubicBezTo>
                <a:cubicBezTo>
                  <a:pt x="193" y="337"/>
                  <a:pt x="193" y="337"/>
                  <a:pt x="193" y="337"/>
                </a:cubicBezTo>
                <a:lnTo>
                  <a:pt x="193" y="353"/>
                </a:lnTo>
                <a:close/>
                <a:moveTo>
                  <a:pt x="64" y="16"/>
                </a:moveTo>
                <a:cubicBezTo>
                  <a:pt x="96" y="16"/>
                  <a:pt x="96" y="16"/>
                  <a:pt x="96" y="16"/>
                </a:cubicBezTo>
                <a:cubicBezTo>
                  <a:pt x="96" y="0"/>
                  <a:pt x="96" y="0"/>
                  <a:pt x="96" y="0"/>
                </a:cubicBezTo>
                <a:cubicBezTo>
                  <a:pt x="64" y="0"/>
                  <a:pt x="64" y="0"/>
                  <a:pt x="64" y="0"/>
                </a:cubicBezTo>
                <a:lnTo>
                  <a:pt x="64" y="16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6" name="Freeform 36"/>
          <p:cNvSpPr>
            <a:spLocks noEditPoints="1"/>
          </p:cNvSpPr>
          <p:nvPr/>
        </p:nvSpPr>
        <p:spPr bwMode="auto">
          <a:xfrm>
            <a:off x="1964269" y="4265084"/>
            <a:ext cx="573617" cy="575733"/>
          </a:xfrm>
          <a:custGeom>
            <a:avLst/>
            <a:gdLst>
              <a:gd name="T0" fmla="*/ 142 w 352"/>
              <a:gd name="T1" fmla="*/ 3 h 353"/>
              <a:gd name="T2" fmla="*/ 117 w 352"/>
              <a:gd name="T3" fmla="*/ 27 h 353"/>
              <a:gd name="T4" fmla="*/ 90 w 352"/>
              <a:gd name="T5" fmla="*/ 40 h 353"/>
              <a:gd name="T6" fmla="*/ 56 w 352"/>
              <a:gd name="T7" fmla="*/ 47 h 353"/>
              <a:gd name="T8" fmla="*/ 90 w 352"/>
              <a:gd name="T9" fmla="*/ 40 h 353"/>
              <a:gd name="T10" fmla="*/ 83 w 352"/>
              <a:gd name="T11" fmla="*/ 327 h 353"/>
              <a:gd name="T12" fmla="*/ 67 w 352"/>
              <a:gd name="T13" fmla="*/ 296 h 353"/>
              <a:gd name="T14" fmla="*/ 112 w 352"/>
              <a:gd name="T15" fmla="*/ 341 h 353"/>
              <a:gd name="T16" fmla="*/ 146 w 352"/>
              <a:gd name="T17" fmla="*/ 335 h 353"/>
              <a:gd name="T18" fmla="*/ 112 w 352"/>
              <a:gd name="T19" fmla="*/ 341 h 353"/>
              <a:gd name="T20" fmla="*/ 176 w 352"/>
              <a:gd name="T21" fmla="*/ 0 h 353"/>
              <a:gd name="T22" fmla="*/ 175 w 352"/>
              <a:gd name="T23" fmla="*/ 0 h 353"/>
              <a:gd name="T24" fmla="*/ 205 w 352"/>
              <a:gd name="T25" fmla="*/ 18 h 353"/>
              <a:gd name="T26" fmla="*/ 18 w 352"/>
              <a:gd name="T27" fmla="*/ 256 h 353"/>
              <a:gd name="T28" fmla="*/ 47 w 352"/>
              <a:gd name="T29" fmla="*/ 274 h 353"/>
              <a:gd name="T30" fmla="*/ 18 w 352"/>
              <a:gd name="T31" fmla="*/ 256 h 353"/>
              <a:gd name="T32" fmla="*/ 6 w 352"/>
              <a:gd name="T33" fmla="*/ 129 h 353"/>
              <a:gd name="T34" fmla="*/ 15 w 352"/>
              <a:gd name="T35" fmla="*/ 162 h 353"/>
              <a:gd name="T36" fmla="*/ 15 w 352"/>
              <a:gd name="T37" fmla="*/ 192 h 353"/>
              <a:gd name="T38" fmla="*/ 6 w 352"/>
              <a:gd name="T39" fmla="*/ 225 h 353"/>
              <a:gd name="T40" fmla="*/ 15 w 352"/>
              <a:gd name="T41" fmla="*/ 192 h 353"/>
              <a:gd name="T42" fmla="*/ 34 w 352"/>
              <a:gd name="T43" fmla="*/ 71 h 353"/>
              <a:gd name="T44" fmla="*/ 31 w 352"/>
              <a:gd name="T45" fmla="*/ 105 h 353"/>
              <a:gd name="T46" fmla="*/ 320 w 352"/>
              <a:gd name="T47" fmla="*/ 248 h 353"/>
              <a:gd name="T48" fmla="*/ 345 w 352"/>
              <a:gd name="T49" fmla="*/ 225 h 353"/>
              <a:gd name="T50" fmla="*/ 320 w 352"/>
              <a:gd name="T51" fmla="*/ 248 h 353"/>
              <a:gd name="T52" fmla="*/ 294 w 352"/>
              <a:gd name="T53" fmla="*/ 307 h 353"/>
              <a:gd name="T54" fmla="*/ 304 w 352"/>
              <a:gd name="T55" fmla="*/ 273 h 353"/>
              <a:gd name="T56" fmla="*/ 345 w 352"/>
              <a:gd name="T57" fmla="*/ 128 h 353"/>
              <a:gd name="T58" fmla="*/ 320 w 352"/>
              <a:gd name="T59" fmla="*/ 105 h 353"/>
              <a:gd name="T60" fmla="*/ 345 w 352"/>
              <a:gd name="T61" fmla="*/ 128 h 353"/>
              <a:gd name="T62" fmla="*/ 336 w 352"/>
              <a:gd name="T63" fmla="*/ 162 h 353"/>
              <a:gd name="T64" fmla="*/ 336 w 352"/>
              <a:gd name="T65" fmla="*/ 191 h 353"/>
              <a:gd name="T66" fmla="*/ 352 w 352"/>
              <a:gd name="T67" fmla="*/ 177 h 353"/>
              <a:gd name="T68" fmla="*/ 268 w 352"/>
              <a:gd name="T69" fmla="*/ 27 h 353"/>
              <a:gd name="T70" fmla="*/ 234 w 352"/>
              <a:gd name="T71" fmla="*/ 27 h 353"/>
              <a:gd name="T72" fmla="*/ 268 w 352"/>
              <a:gd name="T73" fmla="*/ 27 h 353"/>
              <a:gd name="T74" fmla="*/ 316 w 352"/>
              <a:gd name="T75" fmla="*/ 70 h 353"/>
              <a:gd name="T76" fmla="*/ 284 w 352"/>
              <a:gd name="T77" fmla="*/ 58 h 353"/>
              <a:gd name="T78" fmla="*/ 176 w 352"/>
              <a:gd name="T79" fmla="*/ 338 h 353"/>
              <a:gd name="T80" fmla="*/ 208 w 352"/>
              <a:gd name="T81" fmla="*/ 350 h 353"/>
              <a:gd name="T82" fmla="*/ 176 w 352"/>
              <a:gd name="T83" fmla="*/ 338 h 353"/>
              <a:gd name="T84" fmla="*/ 239 w 352"/>
              <a:gd name="T85" fmla="*/ 341 h 353"/>
              <a:gd name="T86" fmla="*/ 260 w 352"/>
              <a:gd name="T87" fmla="*/ 313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352" h="353">
                <a:moveTo>
                  <a:pt x="145" y="19"/>
                </a:moveTo>
                <a:cubicBezTo>
                  <a:pt x="142" y="3"/>
                  <a:pt x="142" y="3"/>
                  <a:pt x="142" y="3"/>
                </a:cubicBezTo>
                <a:cubicBezTo>
                  <a:pt x="132" y="6"/>
                  <a:pt x="121" y="9"/>
                  <a:pt x="111" y="13"/>
                </a:cubicBezTo>
                <a:cubicBezTo>
                  <a:pt x="117" y="27"/>
                  <a:pt x="117" y="27"/>
                  <a:pt x="117" y="27"/>
                </a:cubicBezTo>
                <a:cubicBezTo>
                  <a:pt x="126" y="23"/>
                  <a:pt x="136" y="20"/>
                  <a:pt x="145" y="19"/>
                </a:cubicBezTo>
                <a:moveTo>
                  <a:pt x="90" y="40"/>
                </a:moveTo>
                <a:cubicBezTo>
                  <a:pt x="82" y="27"/>
                  <a:pt x="82" y="27"/>
                  <a:pt x="82" y="27"/>
                </a:cubicBezTo>
                <a:cubicBezTo>
                  <a:pt x="73" y="33"/>
                  <a:pt x="64" y="40"/>
                  <a:pt x="56" y="47"/>
                </a:cubicBezTo>
                <a:cubicBezTo>
                  <a:pt x="67" y="58"/>
                  <a:pt x="67" y="58"/>
                  <a:pt x="67" y="58"/>
                </a:cubicBezTo>
                <a:cubicBezTo>
                  <a:pt x="74" y="51"/>
                  <a:pt x="82" y="45"/>
                  <a:pt x="90" y="40"/>
                </a:cubicBezTo>
                <a:moveTo>
                  <a:pt x="57" y="307"/>
                </a:moveTo>
                <a:cubicBezTo>
                  <a:pt x="65" y="314"/>
                  <a:pt x="74" y="321"/>
                  <a:pt x="83" y="327"/>
                </a:cubicBezTo>
                <a:cubicBezTo>
                  <a:pt x="91" y="314"/>
                  <a:pt x="91" y="314"/>
                  <a:pt x="91" y="314"/>
                </a:cubicBezTo>
                <a:cubicBezTo>
                  <a:pt x="83" y="309"/>
                  <a:pt x="75" y="303"/>
                  <a:pt x="67" y="296"/>
                </a:cubicBezTo>
                <a:lnTo>
                  <a:pt x="57" y="307"/>
                </a:lnTo>
                <a:close/>
                <a:moveTo>
                  <a:pt x="112" y="341"/>
                </a:moveTo>
                <a:cubicBezTo>
                  <a:pt x="122" y="345"/>
                  <a:pt x="133" y="348"/>
                  <a:pt x="143" y="350"/>
                </a:cubicBezTo>
                <a:cubicBezTo>
                  <a:pt x="146" y="335"/>
                  <a:pt x="146" y="335"/>
                  <a:pt x="146" y="335"/>
                </a:cubicBezTo>
                <a:cubicBezTo>
                  <a:pt x="137" y="333"/>
                  <a:pt x="127" y="330"/>
                  <a:pt x="118" y="327"/>
                </a:cubicBezTo>
                <a:lnTo>
                  <a:pt x="112" y="341"/>
                </a:lnTo>
                <a:close/>
                <a:moveTo>
                  <a:pt x="208" y="3"/>
                </a:moveTo>
                <a:cubicBezTo>
                  <a:pt x="197" y="1"/>
                  <a:pt x="186" y="0"/>
                  <a:pt x="176" y="0"/>
                </a:cubicBezTo>
                <a:cubicBezTo>
                  <a:pt x="176" y="0"/>
                  <a:pt x="176" y="0"/>
                  <a:pt x="176" y="0"/>
                </a:cubicBezTo>
                <a:cubicBezTo>
                  <a:pt x="175" y="0"/>
                  <a:pt x="175" y="0"/>
                  <a:pt x="175" y="0"/>
                </a:cubicBezTo>
                <a:cubicBezTo>
                  <a:pt x="176" y="16"/>
                  <a:pt x="176" y="16"/>
                  <a:pt x="176" y="16"/>
                </a:cubicBezTo>
                <a:cubicBezTo>
                  <a:pt x="185" y="16"/>
                  <a:pt x="195" y="17"/>
                  <a:pt x="205" y="18"/>
                </a:cubicBezTo>
                <a:lnTo>
                  <a:pt x="208" y="3"/>
                </a:lnTo>
                <a:close/>
                <a:moveTo>
                  <a:pt x="18" y="256"/>
                </a:moveTo>
                <a:cubicBezTo>
                  <a:pt x="23" y="265"/>
                  <a:pt x="29" y="275"/>
                  <a:pt x="35" y="283"/>
                </a:cubicBezTo>
                <a:cubicBezTo>
                  <a:pt x="47" y="274"/>
                  <a:pt x="47" y="274"/>
                  <a:pt x="47" y="274"/>
                </a:cubicBezTo>
                <a:cubicBezTo>
                  <a:pt x="41" y="266"/>
                  <a:pt x="36" y="258"/>
                  <a:pt x="32" y="249"/>
                </a:cubicBezTo>
                <a:lnTo>
                  <a:pt x="18" y="256"/>
                </a:lnTo>
                <a:close/>
                <a:moveTo>
                  <a:pt x="21" y="133"/>
                </a:moveTo>
                <a:cubicBezTo>
                  <a:pt x="6" y="129"/>
                  <a:pt x="6" y="129"/>
                  <a:pt x="6" y="129"/>
                </a:cubicBezTo>
                <a:cubicBezTo>
                  <a:pt x="3" y="139"/>
                  <a:pt x="1" y="150"/>
                  <a:pt x="0" y="161"/>
                </a:cubicBezTo>
                <a:cubicBezTo>
                  <a:pt x="15" y="162"/>
                  <a:pt x="15" y="162"/>
                  <a:pt x="15" y="162"/>
                </a:cubicBezTo>
                <a:cubicBezTo>
                  <a:pt x="16" y="152"/>
                  <a:pt x="18" y="143"/>
                  <a:pt x="21" y="133"/>
                </a:cubicBezTo>
                <a:moveTo>
                  <a:pt x="15" y="192"/>
                </a:moveTo>
                <a:cubicBezTo>
                  <a:pt x="0" y="193"/>
                  <a:pt x="0" y="193"/>
                  <a:pt x="0" y="193"/>
                </a:cubicBezTo>
                <a:cubicBezTo>
                  <a:pt x="1" y="204"/>
                  <a:pt x="3" y="215"/>
                  <a:pt x="6" y="225"/>
                </a:cubicBezTo>
                <a:cubicBezTo>
                  <a:pt x="21" y="221"/>
                  <a:pt x="21" y="221"/>
                  <a:pt x="21" y="221"/>
                </a:cubicBezTo>
                <a:cubicBezTo>
                  <a:pt x="18" y="212"/>
                  <a:pt x="16" y="202"/>
                  <a:pt x="15" y="192"/>
                </a:cubicBezTo>
                <a:moveTo>
                  <a:pt x="47" y="80"/>
                </a:moveTo>
                <a:cubicBezTo>
                  <a:pt x="34" y="71"/>
                  <a:pt x="34" y="71"/>
                  <a:pt x="34" y="71"/>
                </a:cubicBezTo>
                <a:cubicBezTo>
                  <a:pt x="28" y="80"/>
                  <a:pt x="22" y="89"/>
                  <a:pt x="17" y="99"/>
                </a:cubicBezTo>
                <a:cubicBezTo>
                  <a:pt x="31" y="105"/>
                  <a:pt x="31" y="105"/>
                  <a:pt x="31" y="105"/>
                </a:cubicBezTo>
                <a:cubicBezTo>
                  <a:pt x="36" y="97"/>
                  <a:pt x="41" y="88"/>
                  <a:pt x="47" y="80"/>
                </a:cubicBezTo>
                <a:moveTo>
                  <a:pt x="320" y="248"/>
                </a:moveTo>
                <a:cubicBezTo>
                  <a:pt x="333" y="255"/>
                  <a:pt x="333" y="255"/>
                  <a:pt x="333" y="255"/>
                </a:cubicBezTo>
                <a:cubicBezTo>
                  <a:pt x="338" y="245"/>
                  <a:pt x="342" y="235"/>
                  <a:pt x="345" y="225"/>
                </a:cubicBezTo>
                <a:cubicBezTo>
                  <a:pt x="330" y="220"/>
                  <a:pt x="330" y="220"/>
                  <a:pt x="330" y="220"/>
                </a:cubicBezTo>
                <a:cubicBezTo>
                  <a:pt x="328" y="230"/>
                  <a:pt x="324" y="239"/>
                  <a:pt x="320" y="248"/>
                </a:cubicBezTo>
                <a:moveTo>
                  <a:pt x="284" y="295"/>
                </a:moveTo>
                <a:cubicBezTo>
                  <a:pt x="294" y="307"/>
                  <a:pt x="294" y="307"/>
                  <a:pt x="294" y="307"/>
                </a:cubicBezTo>
                <a:cubicBezTo>
                  <a:pt x="302" y="299"/>
                  <a:pt x="310" y="291"/>
                  <a:pt x="316" y="283"/>
                </a:cubicBezTo>
                <a:cubicBezTo>
                  <a:pt x="304" y="273"/>
                  <a:pt x="304" y="273"/>
                  <a:pt x="304" y="273"/>
                </a:cubicBezTo>
                <a:cubicBezTo>
                  <a:pt x="298" y="281"/>
                  <a:pt x="291" y="289"/>
                  <a:pt x="284" y="295"/>
                </a:cubicBezTo>
                <a:moveTo>
                  <a:pt x="345" y="128"/>
                </a:moveTo>
                <a:cubicBezTo>
                  <a:pt x="342" y="118"/>
                  <a:pt x="338" y="108"/>
                  <a:pt x="333" y="98"/>
                </a:cubicBezTo>
                <a:cubicBezTo>
                  <a:pt x="320" y="105"/>
                  <a:pt x="320" y="105"/>
                  <a:pt x="320" y="105"/>
                </a:cubicBezTo>
                <a:cubicBezTo>
                  <a:pt x="324" y="114"/>
                  <a:pt x="328" y="123"/>
                  <a:pt x="330" y="132"/>
                </a:cubicBezTo>
                <a:lnTo>
                  <a:pt x="345" y="128"/>
                </a:lnTo>
                <a:close/>
                <a:moveTo>
                  <a:pt x="351" y="160"/>
                </a:moveTo>
                <a:cubicBezTo>
                  <a:pt x="336" y="162"/>
                  <a:pt x="336" y="162"/>
                  <a:pt x="336" y="162"/>
                </a:cubicBezTo>
                <a:cubicBezTo>
                  <a:pt x="336" y="167"/>
                  <a:pt x="336" y="172"/>
                  <a:pt x="336" y="177"/>
                </a:cubicBezTo>
                <a:cubicBezTo>
                  <a:pt x="336" y="182"/>
                  <a:pt x="336" y="186"/>
                  <a:pt x="336" y="191"/>
                </a:cubicBezTo>
                <a:cubicBezTo>
                  <a:pt x="351" y="193"/>
                  <a:pt x="351" y="193"/>
                  <a:pt x="351" y="193"/>
                </a:cubicBezTo>
                <a:cubicBezTo>
                  <a:pt x="351" y="187"/>
                  <a:pt x="352" y="182"/>
                  <a:pt x="352" y="177"/>
                </a:cubicBezTo>
                <a:cubicBezTo>
                  <a:pt x="352" y="171"/>
                  <a:pt x="351" y="166"/>
                  <a:pt x="351" y="160"/>
                </a:cubicBezTo>
                <a:moveTo>
                  <a:pt x="268" y="27"/>
                </a:moveTo>
                <a:cubicBezTo>
                  <a:pt x="259" y="21"/>
                  <a:pt x="249" y="16"/>
                  <a:pt x="239" y="12"/>
                </a:cubicBezTo>
                <a:cubicBezTo>
                  <a:pt x="234" y="27"/>
                  <a:pt x="234" y="27"/>
                  <a:pt x="234" y="27"/>
                </a:cubicBezTo>
                <a:cubicBezTo>
                  <a:pt x="243" y="30"/>
                  <a:pt x="252" y="35"/>
                  <a:pt x="260" y="40"/>
                </a:cubicBezTo>
                <a:lnTo>
                  <a:pt x="268" y="27"/>
                </a:lnTo>
                <a:close/>
                <a:moveTo>
                  <a:pt x="304" y="80"/>
                </a:moveTo>
                <a:cubicBezTo>
                  <a:pt x="316" y="70"/>
                  <a:pt x="316" y="70"/>
                  <a:pt x="316" y="70"/>
                </a:cubicBezTo>
                <a:cubicBezTo>
                  <a:pt x="310" y="62"/>
                  <a:pt x="302" y="54"/>
                  <a:pt x="294" y="46"/>
                </a:cubicBezTo>
                <a:cubicBezTo>
                  <a:pt x="284" y="58"/>
                  <a:pt x="284" y="58"/>
                  <a:pt x="284" y="58"/>
                </a:cubicBezTo>
                <a:cubicBezTo>
                  <a:pt x="291" y="64"/>
                  <a:pt x="298" y="72"/>
                  <a:pt x="304" y="80"/>
                </a:cubicBezTo>
                <a:moveTo>
                  <a:pt x="176" y="338"/>
                </a:moveTo>
                <a:cubicBezTo>
                  <a:pt x="176" y="353"/>
                  <a:pt x="176" y="353"/>
                  <a:pt x="176" y="353"/>
                </a:cubicBezTo>
                <a:cubicBezTo>
                  <a:pt x="187" y="353"/>
                  <a:pt x="198" y="352"/>
                  <a:pt x="208" y="350"/>
                </a:cubicBezTo>
                <a:cubicBezTo>
                  <a:pt x="205" y="335"/>
                  <a:pt x="205" y="335"/>
                  <a:pt x="205" y="335"/>
                </a:cubicBezTo>
                <a:cubicBezTo>
                  <a:pt x="196" y="337"/>
                  <a:pt x="186" y="338"/>
                  <a:pt x="176" y="338"/>
                </a:cubicBezTo>
                <a:moveTo>
                  <a:pt x="234" y="327"/>
                </a:moveTo>
                <a:cubicBezTo>
                  <a:pt x="239" y="341"/>
                  <a:pt x="239" y="341"/>
                  <a:pt x="239" y="341"/>
                </a:cubicBezTo>
                <a:cubicBezTo>
                  <a:pt x="250" y="337"/>
                  <a:pt x="259" y="332"/>
                  <a:pt x="269" y="326"/>
                </a:cubicBezTo>
                <a:cubicBezTo>
                  <a:pt x="260" y="313"/>
                  <a:pt x="260" y="313"/>
                  <a:pt x="260" y="313"/>
                </a:cubicBezTo>
                <a:cubicBezTo>
                  <a:pt x="252" y="319"/>
                  <a:pt x="243" y="323"/>
                  <a:pt x="234" y="327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7" name="Freeform 37"/>
          <p:cNvSpPr>
            <a:spLocks noEditPoints="1"/>
          </p:cNvSpPr>
          <p:nvPr/>
        </p:nvSpPr>
        <p:spPr bwMode="auto">
          <a:xfrm>
            <a:off x="3062818" y="4265084"/>
            <a:ext cx="573617" cy="575733"/>
          </a:xfrm>
          <a:custGeom>
            <a:avLst/>
            <a:gdLst>
              <a:gd name="T0" fmla="*/ 0 w 352"/>
              <a:gd name="T1" fmla="*/ 193 h 353"/>
              <a:gd name="T2" fmla="*/ 21 w 352"/>
              <a:gd name="T3" fmla="*/ 221 h 353"/>
              <a:gd name="T4" fmla="*/ 21 w 352"/>
              <a:gd name="T5" fmla="*/ 133 h 353"/>
              <a:gd name="T6" fmla="*/ 0 w 352"/>
              <a:gd name="T7" fmla="*/ 161 h 353"/>
              <a:gd name="T8" fmla="*/ 21 w 352"/>
              <a:gd name="T9" fmla="*/ 133 h 353"/>
              <a:gd name="T10" fmla="*/ 35 w 352"/>
              <a:gd name="T11" fmla="*/ 283 h 353"/>
              <a:gd name="T12" fmla="*/ 32 w 352"/>
              <a:gd name="T13" fmla="*/ 249 h 353"/>
              <a:gd name="T14" fmla="*/ 205 w 352"/>
              <a:gd name="T15" fmla="*/ 18 h 353"/>
              <a:gd name="T16" fmla="*/ 176 w 352"/>
              <a:gd name="T17" fmla="*/ 0 h 353"/>
              <a:gd name="T18" fmla="*/ 175 w 352"/>
              <a:gd name="T19" fmla="*/ 0 h 353"/>
              <a:gd name="T20" fmla="*/ 205 w 352"/>
              <a:gd name="T21" fmla="*/ 18 h 353"/>
              <a:gd name="T22" fmla="*/ 83 w 352"/>
              <a:gd name="T23" fmla="*/ 327 h 353"/>
              <a:gd name="T24" fmla="*/ 68 w 352"/>
              <a:gd name="T25" fmla="*/ 296 h 353"/>
              <a:gd name="T26" fmla="*/ 47 w 352"/>
              <a:gd name="T27" fmla="*/ 80 h 353"/>
              <a:gd name="T28" fmla="*/ 18 w 352"/>
              <a:gd name="T29" fmla="*/ 99 h 353"/>
              <a:gd name="T30" fmla="*/ 47 w 352"/>
              <a:gd name="T31" fmla="*/ 80 h 353"/>
              <a:gd name="T32" fmla="*/ 239 w 352"/>
              <a:gd name="T33" fmla="*/ 12 h 353"/>
              <a:gd name="T34" fmla="*/ 261 w 352"/>
              <a:gd name="T35" fmla="*/ 40 h 353"/>
              <a:gd name="T36" fmla="*/ 146 w 352"/>
              <a:gd name="T37" fmla="*/ 19 h 353"/>
              <a:gd name="T38" fmla="*/ 112 w 352"/>
              <a:gd name="T39" fmla="*/ 13 h 353"/>
              <a:gd name="T40" fmla="*/ 146 w 352"/>
              <a:gd name="T41" fmla="*/ 19 h 353"/>
              <a:gd name="T42" fmla="*/ 82 w 352"/>
              <a:gd name="T43" fmla="*/ 27 h 353"/>
              <a:gd name="T44" fmla="*/ 67 w 352"/>
              <a:gd name="T45" fmla="*/ 58 h 353"/>
              <a:gd name="T46" fmla="*/ 284 w 352"/>
              <a:gd name="T47" fmla="*/ 295 h 353"/>
              <a:gd name="T48" fmla="*/ 317 w 352"/>
              <a:gd name="T49" fmla="*/ 283 h 353"/>
              <a:gd name="T50" fmla="*/ 284 w 352"/>
              <a:gd name="T51" fmla="*/ 295 h 353"/>
              <a:gd name="T52" fmla="*/ 334 w 352"/>
              <a:gd name="T53" fmla="*/ 255 h 353"/>
              <a:gd name="T54" fmla="*/ 331 w 352"/>
              <a:gd name="T55" fmla="*/ 220 h 353"/>
              <a:gd name="T56" fmla="*/ 113 w 352"/>
              <a:gd name="T57" fmla="*/ 341 h 353"/>
              <a:gd name="T58" fmla="*/ 147 w 352"/>
              <a:gd name="T59" fmla="*/ 335 h 353"/>
              <a:gd name="T60" fmla="*/ 113 w 352"/>
              <a:gd name="T61" fmla="*/ 341 h 353"/>
              <a:gd name="T62" fmla="*/ 336 w 352"/>
              <a:gd name="T63" fmla="*/ 162 h 353"/>
              <a:gd name="T64" fmla="*/ 336 w 352"/>
              <a:gd name="T65" fmla="*/ 191 h 353"/>
              <a:gd name="T66" fmla="*/ 352 w 352"/>
              <a:gd name="T67" fmla="*/ 177 h 353"/>
              <a:gd name="T68" fmla="*/ 345 w 352"/>
              <a:gd name="T69" fmla="*/ 128 h 353"/>
              <a:gd name="T70" fmla="*/ 320 w 352"/>
              <a:gd name="T71" fmla="*/ 105 h 353"/>
              <a:gd name="T72" fmla="*/ 345 w 352"/>
              <a:gd name="T73" fmla="*/ 128 h 353"/>
              <a:gd name="T74" fmla="*/ 316 w 352"/>
              <a:gd name="T75" fmla="*/ 70 h 353"/>
              <a:gd name="T76" fmla="*/ 284 w 352"/>
              <a:gd name="T77" fmla="*/ 58 h 353"/>
              <a:gd name="T78" fmla="*/ 176 w 352"/>
              <a:gd name="T79" fmla="*/ 338 h 353"/>
              <a:gd name="T80" fmla="*/ 209 w 352"/>
              <a:gd name="T81" fmla="*/ 350 h 353"/>
              <a:gd name="T82" fmla="*/ 176 w 352"/>
              <a:gd name="T83" fmla="*/ 338 h 353"/>
              <a:gd name="T84" fmla="*/ 96 w 352"/>
              <a:gd name="T85" fmla="*/ 177 h 353"/>
              <a:gd name="T86" fmla="*/ 256 w 352"/>
              <a:gd name="T87" fmla="*/ 177 h 353"/>
              <a:gd name="T88" fmla="*/ 176 w 352"/>
              <a:gd name="T89" fmla="*/ 241 h 353"/>
              <a:gd name="T90" fmla="*/ 176 w 352"/>
              <a:gd name="T91" fmla="*/ 112 h 353"/>
              <a:gd name="T92" fmla="*/ 176 w 352"/>
              <a:gd name="T93" fmla="*/ 241 h 353"/>
              <a:gd name="T94" fmla="*/ 240 w 352"/>
              <a:gd name="T95" fmla="*/ 341 h 353"/>
              <a:gd name="T96" fmla="*/ 261 w 352"/>
              <a:gd name="T97" fmla="*/ 313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352" h="353">
                <a:moveTo>
                  <a:pt x="16" y="192"/>
                </a:moveTo>
                <a:cubicBezTo>
                  <a:pt x="0" y="193"/>
                  <a:pt x="0" y="193"/>
                  <a:pt x="0" y="193"/>
                </a:cubicBezTo>
                <a:cubicBezTo>
                  <a:pt x="1" y="204"/>
                  <a:pt x="3" y="215"/>
                  <a:pt x="6" y="225"/>
                </a:cubicBezTo>
                <a:cubicBezTo>
                  <a:pt x="21" y="221"/>
                  <a:pt x="21" y="221"/>
                  <a:pt x="21" y="221"/>
                </a:cubicBezTo>
                <a:cubicBezTo>
                  <a:pt x="18" y="212"/>
                  <a:pt x="17" y="202"/>
                  <a:pt x="16" y="192"/>
                </a:cubicBezTo>
                <a:moveTo>
                  <a:pt x="21" y="133"/>
                </a:moveTo>
                <a:cubicBezTo>
                  <a:pt x="6" y="129"/>
                  <a:pt x="6" y="129"/>
                  <a:pt x="6" y="129"/>
                </a:cubicBezTo>
                <a:cubicBezTo>
                  <a:pt x="3" y="139"/>
                  <a:pt x="1" y="150"/>
                  <a:pt x="0" y="161"/>
                </a:cubicBezTo>
                <a:cubicBezTo>
                  <a:pt x="16" y="162"/>
                  <a:pt x="16" y="162"/>
                  <a:pt x="16" y="162"/>
                </a:cubicBezTo>
                <a:cubicBezTo>
                  <a:pt x="16" y="152"/>
                  <a:pt x="18" y="143"/>
                  <a:pt x="21" y="133"/>
                </a:cubicBezTo>
                <a:moveTo>
                  <a:pt x="18" y="256"/>
                </a:moveTo>
                <a:cubicBezTo>
                  <a:pt x="23" y="265"/>
                  <a:pt x="29" y="275"/>
                  <a:pt x="35" y="283"/>
                </a:cubicBezTo>
                <a:cubicBezTo>
                  <a:pt x="48" y="274"/>
                  <a:pt x="48" y="274"/>
                  <a:pt x="48" y="274"/>
                </a:cubicBezTo>
                <a:cubicBezTo>
                  <a:pt x="42" y="266"/>
                  <a:pt x="36" y="258"/>
                  <a:pt x="32" y="249"/>
                </a:cubicBezTo>
                <a:lnTo>
                  <a:pt x="18" y="256"/>
                </a:lnTo>
                <a:close/>
                <a:moveTo>
                  <a:pt x="205" y="18"/>
                </a:moveTo>
                <a:cubicBezTo>
                  <a:pt x="208" y="3"/>
                  <a:pt x="208" y="3"/>
                  <a:pt x="208" y="3"/>
                </a:cubicBezTo>
                <a:cubicBezTo>
                  <a:pt x="198" y="1"/>
                  <a:pt x="187" y="0"/>
                  <a:pt x="176" y="0"/>
                </a:cubicBezTo>
                <a:cubicBezTo>
                  <a:pt x="176" y="0"/>
                  <a:pt x="176" y="0"/>
                  <a:pt x="176" y="0"/>
                </a:cubicBezTo>
                <a:cubicBezTo>
                  <a:pt x="175" y="0"/>
                  <a:pt x="175" y="0"/>
                  <a:pt x="175" y="0"/>
                </a:cubicBezTo>
                <a:cubicBezTo>
                  <a:pt x="176" y="16"/>
                  <a:pt x="176" y="16"/>
                  <a:pt x="176" y="16"/>
                </a:cubicBezTo>
                <a:cubicBezTo>
                  <a:pt x="186" y="16"/>
                  <a:pt x="196" y="17"/>
                  <a:pt x="205" y="18"/>
                </a:cubicBezTo>
                <a:moveTo>
                  <a:pt x="57" y="307"/>
                </a:moveTo>
                <a:cubicBezTo>
                  <a:pt x="65" y="314"/>
                  <a:pt x="74" y="321"/>
                  <a:pt x="83" y="327"/>
                </a:cubicBezTo>
                <a:cubicBezTo>
                  <a:pt x="91" y="314"/>
                  <a:pt x="91" y="314"/>
                  <a:pt x="91" y="314"/>
                </a:cubicBezTo>
                <a:cubicBezTo>
                  <a:pt x="83" y="309"/>
                  <a:pt x="75" y="303"/>
                  <a:pt x="68" y="296"/>
                </a:cubicBezTo>
                <a:lnTo>
                  <a:pt x="57" y="307"/>
                </a:lnTo>
                <a:close/>
                <a:moveTo>
                  <a:pt x="47" y="80"/>
                </a:moveTo>
                <a:cubicBezTo>
                  <a:pt x="35" y="71"/>
                  <a:pt x="35" y="71"/>
                  <a:pt x="35" y="71"/>
                </a:cubicBezTo>
                <a:cubicBezTo>
                  <a:pt x="28" y="80"/>
                  <a:pt x="23" y="89"/>
                  <a:pt x="18" y="99"/>
                </a:cubicBezTo>
                <a:cubicBezTo>
                  <a:pt x="31" y="105"/>
                  <a:pt x="31" y="105"/>
                  <a:pt x="31" y="105"/>
                </a:cubicBezTo>
                <a:cubicBezTo>
                  <a:pt x="36" y="97"/>
                  <a:pt x="41" y="88"/>
                  <a:pt x="47" y="80"/>
                </a:cubicBezTo>
                <a:moveTo>
                  <a:pt x="269" y="27"/>
                </a:moveTo>
                <a:cubicBezTo>
                  <a:pt x="259" y="21"/>
                  <a:pt x="250" y="16"/>
                  <a:pt x="239" y="12"/>
                </a:cubicBezTo>
                <a:cubicBezTo>
                  <a:pt x="234" y="27"/>
                  <a:pt x="234" y="27"/>
                  <a:pt x="234" y="27"/>
                </a:cubicBezTo>
                <a:cubicBezTo>
                  <a:pt x="243" y="30"/>
                  <a:pt x="252" y="35"/>
                  <a:pt x="261" y="40"/>
                </a:cubicBezTo>
                <a:lnTo>
                  <a:pt x="269" y="27"/>
                </a:lnTo>
                <a:close/>
                <a:moveTo>
                  <a:pt x="146" y="19"/>
                </a:moveTo>
                <a:cubicBezTo>
                  <a:pt x="143" y="3"/>
                  <a:pt x="143" y="3"/>
                  <a:pt x="143" y="3"/>
                </a:cubicBezTo>
                <a:cubicBezTo>
                  <a:pt x="132" y="6"/>
                  <a:pt x="122" y="9"/>
                  <a:pt x="112" y="13"/>
                </a:cubicBezTo>
                <a:cubicBezTo>
                  <a:pt x="117" y="27"/>
                  <a:pt x="117" y="27"/>
                  <a:pt x="117" y="27"/>
                </a:cubicBezTo>
                <a:cubicBezTo>
                  <a:pt x="126" y="23"/>
                  <a:pt x="136" y="20"/>
                  <a:pt x="146" y="19"/>
                </a:cubicBezTo>
                <a:moveTo>
                  <a:pt x="91" y="40"/>
                </a:moveTo>
                <a:cubicBezTo>
                  <a:pt x="82" y="27"/>
                  <a:pt x="82" y="27"/>
                  <a:pt x="82" y="27"/>
                </a:cubicBezTo>
                <a:cubicBezTo>
                  <a:pt x="73" y="33"/>
                  <a:pt x="65" y="40"/>
                  <a:pt x="57" y="47"/>
                </a:cubicBezTo>
                <a:cubicBezTo>
                  <a:pt x="67" y="58"/>
                  <a:pt x="67" y="58"/>
                  <a:pt x="67" y="58"/>
                </a:cubicBezTo>
                <a:cubicBezTo>
                  <a:pt x="74" y="51"/>
                  <a:pt x="82" y="45"/>
                  <a:pt x="91" y="40"/>
                </a:cubicBezTo>
                <a:moveTo>
                  <a:pt x="284" y="295"/>
                </a:moveTo>
                <a:cubicBezTo>
                  <a:pt x="295" y="307"/>
                  <a:pt x="295" y="307"/>
                  <a:pt x="295" y="307"/>
                </a:cubicBezTo>
                <a:cubicBezTo>
                  <a:pt x="303" y="299"/>
                  <a:pt x="310" y="291"/>
                  <a:pt x="317" y="283"/>
                </a:cubicBezTo>
                <a:cubicBezTo>
                  <a:pt x="304" y="273"/>
                  <a:pt x="304" y="273"/>
                  <a:pt x="304" y="273"/>
                </a:cubicBezTo>
                <a:cubicBezTo>
                  <a:pt x="298" y="281"/>
                  <a:pt x="292" y="289"/>
                  <a:pt x="284" y="295"/>
                </a:cubicBezTo>
                <a:moveTo>
                  <a:pt x="320" y="248"/>
                </a:moveTo>
                <a:cubicBezTo>
                  <a:pt x="334" y="255"/>
                  <a:pt x="334" y="255"/>
                  <a:pt x="334" y="255"/>
                </a:cubicBezTo>
                <a:cubicBezTo>
                  <a:pt x="339" y="245"/>
                  <a:pt x="342" y="235"/>
                  <a:pt x="345" y="225"/>
                </a:cubicBezTo>
                <a:cubicBezTo>
                  <a:pt x="331" y="220"/>
                  <a:pt x="331" y="220"/>
                  <a:pt x="331" y="220"/>
                </a:cubicBezTo>
                <a:cubicBezTo>
                  <a:pt x="328" y="230"/>
                  <a:pt x="324" y="239"/>
                  <a:pt x="320" y="248"/>
                </a:cubicBezTo>
                <a:moveTo>
                  <a:pt x="113" y="341"/>
                </a:moveTo>
                <a:cubicBezTo>
                  <a:pt x="123" y="345"/>
                  <a:pt x="133" y="348"/>
                  <a:pt x="144" y="350"/>
                </a:cubicBezTo>
                <a:cubicBezTo>
                  <a:pt x="147" y="335"/>
                  <a:pt x="147" y="335"/>
                  <a:pt x="147" y="335"/>
                </a:cubicBezTo>
                <a:cubicBezTo>
                  <a:pt x="137" y="333"/>
                  <a:pt x="127" y="330"/>
                  <a:pt x="118" y="327"/>
                </a:cubicBezTo>
                <a:lnTo>
                  <a:pt x="113" y="341"/>
                </a:lnTo>
                <a:close/>
                <a:moveTo>
                  <a:pt x="351" y="160"/>
                </a:moveTo>
                <a:cubicBezTo>
                  <a:pt x="336" y="162"/>
                  <a:pt x="336" y="162"/>
                  <a:pt x="336" y="162"/>
                </a:cubicBezTo>
                <a:cubicBezTo>
                  <a:pt x="337" y="167"/>
                  <a:pt x="337" y="172"/>
                  <a:pt x="337" y="177"/>
                </a:cubicBezTo>
                <a:cubicBezTo>
                  <a:pt x="337" y="182"/>
                  <a:pt x="337" y="186"/>
                  <a:pt x="336" y="191"/>
                </a:cubicBezTo>
                <a:cubicBezTo>
                  <a:pt x="351" y="193"/>
                  <a:pt x="351" y="193"/>
                  <a:pt x="351" y="193"/>
                </a:cubicBezTo>
                <a:cubicBezTo>
                  <a:pt x="352" y="187"/>
                  <a:pt x="352" y="182"/>
                  <a:pt x="352" y="177"/>
                </a:cubicBezTo>
                <a:cubicBezTo>
                  <a:pt x="352" y="171"/>
                  <a:pt x="352" y="166"/>
                  <a:pt x="351" y="160"/>
                </a:cubicBezTo>
                <a:moveTo>
                  <a:pt x="345" y="128"/>
                </a:moveTo>
                <a:cubicBezTo>
                  <a:pt x="342" y="118"/>
                  <a:pt x="338" y="108"/>
                  <a:pt x="334" y="98"/>
                </a:cubicBezTo>
                <a:cubicBezTo>
                  <a:pt x="320" y="105"/>
                  <a:pt x="320" y="105"/>
                  <a:pt x="320" y="105"/>
                </a:cubicBezTo>
                <a:cubicBezTo>
                  <a:pt x="324" y="114"/>
                  <a:pt x="328" y="123"/>
                  <a:pt x="331" y="132"/>
                </a:cubicBezTo>
                <a:lnTo>
                  <a:pt x="345" y="128"/>
                </a:lnTo>
                <a:close/>
                <a:moveTo>
                  <a:pt x="304" y="80"/>
                </a:moveTo>
                <a:cubicBezTo>
                  <a:pt x="316" y="70"/>
                  <a:pt x="316" y="70"/>
                  <a:pt x="316" y="70"/>
                </a:cubicBezTo>
                <a:cubicBezTo>
                  <a:pt x="310" y="62"/>
                  <a:pt x="303" y="54"/>
                  <a:pt x="295" y="46"/>
                </a:cubicBezTo>
                <a:cubicBezTo>
                  <a:pt x="284" y="58"/>
                  <a:pt x="284" y="58"/>
                  <a:pt x="284" y="58"/>
                </a:cubicBezTo>
                <a:cubicBezTo>
                  <a:pt x="292" y="64"/>
                  <a:pt x="298" y="72"/>
                  <a:pt x="304" y="80"/>
                </a:cubicBezTo>
                <a:moveTo>
                  <a:pt x="176" y="338"/>
                </a:moveTo>
                <a:cubicBezTo>
                  <a:pt x="176" y="353"/>
                  <a:pt x="176" y="353"/>
                  <a:pt x="176" y="353"/>
                </a:cubicBezTo>
                <a:cubicBezTo>
                  <a:pt x="187" y="353"/>
                  <a:pt x="198" y="352"/>
                  <a:pt x="209" y="350"/>
                </a:cubicBezTo>
                <a:cubicBezTo>
                  <a:pt x="206" y="335"/>
                  <a:pt x="206" y="335"/>
                  <a:pt x="206" y="335"/>
                </a:cubicBezTo>
                <a:cubicBezTo>
                  <a:pt x="196" y="337"/>
                  <a:pt x="186" y="338"/>
                  <a:pt x="176" y="338"/>
                </a:cubicBezTo>
                <a:moveTo>
                  <a:pt x="176" y="96"/>
                </a:moveTo>
                <a:cubicBezTo>
                  <a:pt x="132" y="96"/>
                  <a:pt x="96" y="132"/>
                  <a:pt x="96" y="177"/>
                </a:cubicBezTo>
                <a:cubicBezTo>
                  <a:pt x="96" y="221"/>
                  <a:pt x="132" y="257"/>
                  <a:pt x="176" y="257"/>
                </a:cubicBezTo>
                <a:cubicBezTo>
                  <a:pt x="221" y="257"/>
                  <a:pt x="256" y="221"/>
                  <a:pt x="256" y="177"/>
                </a:cubicBezTo>
                <a:cubicBezTo>
                  <a:pt x="256" y="132"/>
                  <a:pt x="221" y="96"/>
                  <a:pt x="176" y="96"/>
                </a:cubicBezTo>
                <a:moveTo>
                  <a:pt x="176" y="241"/>
                </a:moveTo>
                <a:cubicBezTo>
                  <a:pt x="141" y="241"/>
                  <a:pt x="112" y="212"/>
                  <a:pt x="112" y="177"/>
                </a:cubicBezTo>
                <a:cubicBezTo>
                  <a:pt x="112" y="141"/>
                  <a:pt x="141" y="112"/>
                  <a:pt x="176" y="112"/>
                </a:cubicBezTo>
                <a:cubicBezTo>
                  <a:pt x="212" y="112"/>
                  <a:pt x="240" y="141"/>
                  <a:pt x="240" y="177"/>
                </a:cubicBezTo>
                <a:cubicBezTo>
                  <a:pt x="240" y="212"/>
                  <a:pt x="212" y="241"/>
                  <a:pt x="176" y="241"/>
                </a:cubicBezTo>
                <a:moveTo>
                  <a:pt x="234" y="327"/>
                </a:moveTo>
                <a:cubicBezTo>
                  <a:pt x="240" y="341"/>
                  <a:pt x="240" y="341"/>
                  <a:pt x="240" y="341"/>
                </a:cubicBezTo>
                <a:cubicBezTo>
                  <a:pt x="250" y="337"/>
                  <a:pt x="260" y="332"/>
                  <a:pt x="269" y="326"/>
                </a:cubicBezTo>
                <a:cubicBezTo>
                  <a:pt x="261" y="313"/>
                  <a:pt x="261" y="313"/>
                  <a:pt x="261" y="313"/>
                </a:cubicBezTo>
                <a:cubicBezTo>
                  <a:pt x="252" y="319"/>
                  <a:pt x="243" y="323"/>
                  <a:pt x="234" y="327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8" name="Freeform 38"/>
          <p:cNvSpPr>
            <a:spLocks noEditPoints="1"/>
          </p:cNvSpPr>
          <p:nvPr/>
        </p:nvSpPr>
        <p:spPr bwMode="auto">
          <a:xfrm>
            <a:off x="4161369" y="4265084"/>
            <a:ext cx="573617" cy="575733"/>
          </a:xfrm>
          <a:custGeom>
            <a:avLst/>
            <a:gdLst>
              <a:gd name="T0" fmla="*/ 0 w 351"/>
              <a:gd name="T1" fmla="*/ 193 h 353"/>
              <a:gd name="T2" fmla="*/ 20 w 351"/>
              <a:gd name="T3" fmla="*/ 221 h 353"/>
              <a:gd name="T4" fmla="*/ 20 w 351"/>
              <a:gd name="T5" fmla="*/ 133 h 353"/>
              <a:gd name="T6" fmla="*/ 0 w 351"/>
              <a:gd name="T7" fmla="*/ 161 h 353"/>
              <a:gd name="T8" fmla="*/ 20 w 351"/>
              <a:gd name="T9" fmla="*/ 133 h 353"/>
              <a:gd name="T10" fmla="*/ 35 w 351"/>
              <a:gd name="T11" fmla="*/ 283 h 353"/>
              <a:gd name="T12" fmla="*/ 31 w 351"/>
              <a:gd name="T13" fmla="*/ 249 h 353"/>
              <a:gd name="T14" fmla="*/ 90 w 351"/>
              <a:gd name="T15" fmla="*/ 40 h 353"/>
              <a:gd name="T16" fmla="*/ 56 w 351"/>
              <a:gd name="T17" fmla="*/ 47 h 353"/>
              <a:gd name="T18" fmla="*/ 90 w 351"/>
              <a:gd name="T19" fmla="*/ 40 h 353"/>
              <a:gd name="T20" fmla="*/ 34 w 351"/>
              <a:gd name="T21" fmla="*/ 71 h 353"/>
              <a:gd name="T22" fmla="*/ 31 w 351"/>
              <a:gd name="T23" fmla="*/ 105 h 353"/>
              <a:gd name="T24" fmla="*/ 57 w 351"/>
              <a:gd name="T25" fmla="*/ 307 h 353"/>
              <a:gd name="T26" fmla="*/ 91 w 351"/>
              <a:gd name="T27" fmla="*/ 314 h 353"/>
              <a:gd name="T28" fmla="*/ 57 w 351"/>
              <a:gd name="T29" fmla="*/ 307 h 353"/>
              <a:gd name="T30" fmla="*/ 239 w 351"/>
              <a:gd name="T31" fmla="*/ 12 h 353"/>
              <a:gd name="T32" fmla="*/ 260 w 351"/>
              <a:gd name="T33" fmla="*/ 40 h 353"/>
              <a:gd name="T34" fmla="*/ 205 w 351"/>
              <a:gd name="T35" fmla="*/ 18 h 353"/>
              <a:gd name="T36" fmla="*/ 175 w 351"/>
              <a:gd name="T37" fmla="*/ 0 h 353"/>
              <a:gd name="T38" fmla="*/ 174 w 351"/>
              <a:gd name="T39" fmla="*/ 0 h 353"/>
              <a:gd name="T40" fmla="*/ 205 w 351"/>
              <a:gd name="T41" fmla="*/ 18 h 353"/>
              <a:gd name="T42" fmla="*/ 142 w 351"/>
              <a:gd name="T43" fmla="*/ 3 h 353"/>
              <a:gd name="T44" fmla="*/ 116 w 351"/>
              <a:gd name="T45" fmla="*/ 27 h 353"/>
              <a:gd name="T46" fmla="*/ 284 w 351"/>
              <a:gd name="T47" fmla="*/ 295 h 353"/>
              <a:gd name="T48" fmla="*/ 316 w 351"/>
              <a:gd name="T49" fmla="*/ 283 h 353"/>
              <a:gd name="T50" fmla="*/ 284 w 351"/>
              <a:gd name="T51" fmla="*/ 295 h 353"/>
              <a:gd name="T52" fmla="*/ 333 w 351"/>
              <a:gd name="T53" fmla="*/ 255 h 353"/>
              <a:gd name="T54" fmla="*/ 330 w 351"/>
              <a:gd name="T55" fmla="*/ 220 h 353"/>
              <a:gd name="T56" fmla="*/ 345 w 351"/>
              <a:gd name="T57" fmla="*/ 128 h 353"/>
              <a:gd name="T58" fmla="*/ 319 w 351"/>
              <a:gd name="T59" fmla="*/ 105 h 353"/>
              <a:gd name="T60" fmla="*/ 345 w 351"/>
              <a:gd name="T61" fmla="*/ 128 h 353"/>
              <a:gd name="T62" fmla="*/ 335 w 351"/>
              <a:gd name="T63" fmla="*/ 162 h 353"/>
              <a:gd name="T64" fmla="*/ 335 w 351"/>
              <a:gd name="T65" fmla="*/ 191 h 353"/>
              <a:gd name="T66" fmla="*/ 351 w 351"/>
              <a:gd name="T67" fmla="*/ 177 h 353"/>
              <a:gd name="T68" fmla="*/ 112 w 351"/>
              <a:gd name="T69" fmla="*/ 341 h 353"/>
              <a:gd name="T70" fmla="*/ 146 w 351"/>
              <a:gd name="T71" fmla="*/ 335 h 353"/>
              <a:gd name="T72" fmla="*/ 112 w 351"/>
              <a:gd name="T73" fmla="*/ 341 h 353"/>
              <a:gd name="T74" fmla="*/ 316 w 351"/>
              <a:gd name="T75" fmla="*/ 70 h 353"/>
              <a:gd name="T76" fmla="*/ 284 w 351"/>
              <a:gd name="T77" fmla="*/ 58 h 353"/>
              <a:gd name="T78" fmla="*/ 181 w 351"/>
              <a:gd name="T79" fmla="*/ 271 h 353"/>
              <a:gd name="T80" fmla="*/ 248 w 351"/>
              <a:gd name="T81" fmla="*/ 201 h 353"/>
              <a:gd name="T82" fmla="*/ 234 w 351"/>
              <a:gd name="T83" fmla="*/ 195 h 353"/>
              <a:gd name="T84" fmla="*/ 184 w 351"/>
              <a:gd name="T85" fmla="*/ 88 h 353"/>
              <a:gd name="T86" fmla="*/ 167 w 351"/>
              <a:gd name="T87" fmla="*/ 88 h 353"/>
              <a:gd name="T88" fmla="*/ 117 w 351"/>
              <a:gd name="T89" fmla="*/ 195 h 353"/>
              <a:gd name="T90" fmla="*/ 103 w 351"/>
              <a:gd name="T91" fmla="*/ 201 h 353"/>
              <a:gd name="T92" fmla="*/ 170 w 351"/>
              <a:gd name="T93" fmla="*/ 271 h 353"/>
              <a:gd name="T94" fmla="*/ 181 w 351"/>
              <a:gd name="T95" fmla="*/ 271 h 353"/>
              <a:gd name="T96" fmla="*/ 176 w 351"/>
              <a:gd name="T97" fmla="*/ 353 h 353"/>
              <a:gd name="T98" fmla="*/ 205 w 351"/>
              <a:gd name="T99" fmla="*/ 335 h 353"/>
              <a:gd name="T100" fmla="*/ 234 w 351"/>
              <a:gd name="T101" fmla="*/ 327 h 353"/>
              <a:gd name="T102" fmla="*/ 268 w 351"/>
              <a:gd name="T103" fmla="*/ 326 h 353"/>
              <a:gd name="T104" fmla="*/ 234 w 351"/>
              <a:gd name="T105" fmla="*/ 327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351" h="353">
                <a:moveTo>
                  <a:pt x="15" y="192"/>
                </a:moveTo>
                <a:cubicBezTo>
                  <a:pt x="0" y="193"/>
                  <a:pt x="0" y="193"/>
                  <a:pt x="0" y="193"/>
                </a:cubicBezTo>
                <a:cubicBezTo>
                  <a:pt x="1" y="204"/>
                  <a:pt x="3" y="215"/>
                  <a:pt x="6" y="225"/>
                </a:cubicBezTo>
                <a:cubicBezTo>
                  <a:pt x="20" y="221"/>
                  <a:pt x="20" y="221"/>
                  <a:pt x="20" y="221"/>
                </a:cubicBezTo>
                <a:cubicBezTo>
                  <a:pt x="18" y="212"/>
                  <a:pt x="16" y="202"/>
                  <a:pt x="15" y="192"/>
                </a:cubicBezTo>
                <a:moveTo>
                  <a:pt x="20" y="133"/>
                </a:moveTo>
                <a:cubicBezTo>
                  <a:pt x="5" y="129"/>
                  <a:pt x="5" y="129"/>
                  <a:pt x="5" y="129"/>
                </a:cubicBezTo>
                <a:cubicBezTo>
                  <a:pt x="3" y="139"/>
                  <a:pt x="1" y="150"/>
                  <a:pt x="0" y="161"/>
                </a:cubicBezTo>
                <a:cubicBezTo>
                  <a:pt x="15" y="162"/>
                  <a:pt x="15" y="162"/>
                  <a:pt x="15" y="162"/>
                </a:cubicBezTo>
                <a:cubicBezTo>
                  <a:pt x="16" y="152"/>
                  <a:pt x="18" y="143"/>
                  <a:pt x="20" y="133"/>
                </a:cubicBezTo>
                <a:moveTo>
                  <a:pt x="18" y="256"/>
                </a:moveTo>
                <a:cubicBezTo>
                  <a:pt x="22" y="265"/>
                  <a:pt x="28" y="275"/>
                  <a:pt x="35" y="283"/>
                </a:cubicBezTo>
                <a:cubicBezTo>
                  <a:pt x="47" y="274"/>
                  <a:pt x="47" y="274"/>
                  <a:pt x="47" y="274"/>
                </a:cubicBezTo>
                <a:cubicBezTo>
                  <a:pt x="41" y="266"/>
                  <a:pt x="36" y="258"/>
                  <a:pt x="31" y="249"/>
                </a:cubicBezTo>
                <a:lnTo>
                  <a:pt x="18" y="256"/>
                </a:lnTo>
                <a:close/>
                <a:moveTo>
                  <a:pt x="90" y="40"/>
                </a:moveTo>
                <a:cubicBezTo>
                  <a:pt x="82" y="27"/>
                  <a:pt x="82" y="27"/>
                  <a:pt x="82" y="27"/>
                </a:cubicBezTo>
                <a:cubicBezTo>
                  <a:pt x="73" y="33"/>
                  <a:pt x="64" y="40"/>
                  <a:pt x="56" y="47"/>
                </a:cubicBezTo>
                <a:cubicBezTo>
                  <a:pt x="66" y="58"/>
                  <a:pt x="66" y="58"/>
                  <a:pt x="66" y="58"/>
                </a:cubicBezTo>
                <a:cubicBezTo>
                  <a:pt x="74" y="51"/>
                  <a:pt x="82" y="45"/>
                  <a:pt x="90" y="40"/>
                </a:cubicBezTo>
                <a:moveTo>
                  <a:pt x="46" y="80"/>
                </a:moveTo>
                <a:cubicBezTo>
                  <a:pt x="34" y="71"/>
                  <a:pt x="34" y="71"/>
                  <a:pt x="34" y="71"/>
                </a:cubicBezTo>
                <a:cubicBezTo>
                  <a:pt x="28" y="80"/>
                  <a:pt x="22" y="89"/>
                  <a:pt x="17" y="99"/>
                </a:cubicBezTo>
                <a:cubicBezTo>
                  <a:pt x="31" y="105"/>
                  <a:pt x="31" y="105"/>
                  <a:pt x="31" y="105"/>
                </a:cubicBezTo>
                <a:cubicBezTo>
                  <a:pt x="35" y="97"/>
                  <a:pt x="40" y="88"/>
                  <a:pt x="46" y="80"/>
                </a:cubicBezTo>
                <a:moveTo>
                  <a:pt x="57" y="307"/>
                </a:moveTo>
                <a:cubicBezTo>
                  <a:pt x="65" y="314"/>
                  <a:pt x="74" y="321"/>
                  <a:pt x="83" y="327"/>
                </a:cubicBezTo>
                <a:cubicBezTo>
                  <a:pt x="91" y="314"/>
                  <a:pt x="91" y="314"/>
                  <a:pt x="91" y="314"/>
                </a:cubicBezTo>
                <a:cubicBezTo>
                  <a:pt x="82" y="309"/>
                  <a:pt x="74" y="303"/>
                  <a:pt x="67" y="296"/>
                </a:cubicBezTo>
                <a:lnTo>
                  <a:pt x="57" y="307"/>
                </a:lnTo>
                <a:close/>
                <a:moveTo>
                  <a:pt x="268" y="27"/>
                </a:moveTo>
                <a:cubicBezTo>
                  <a:pt x="259" y="21"/>
                  <a:pt x="249" y="16"/>
                  <a:pt x="239" y="12"/>
                </a:cubicBezTo>
                <a:cubicBezTo>
                  <a:pt x="233" y="27"/>
                  <a:pt x="233" y="27"/>
                  <a:pt x="233" y="27"/>
                </a:cubicBezTo>
                <a:cubicBezTo>
                  <a:pt x="242" y="30"/>
                  <a:pt x="251" y="35"/>
                  <a:pt x="260" y="40"/>
                </a:cubicBezTo>
                <a:lnTo>
                  <a:pt x="268" y="27"/>
                </a:lnTo>
                <a:close/>
                <a:moveTo>
                  <a:pt x="205" y="18"/>
                </a:moveTo>
                <a:cubicBezTo>
                  <a:pt x="208" y="3"/>
                  <a:pt x="208" y="3"/>
                  <a:pt x="208" y="3"/>
                </a:cubicBezTo>
                <a:cubicBezTo>
                  <a:pt x="197" y="1"/>
                  <a:pt x="186" y="0"/>
                  <a:pt x="175" y="0"/>
                </a:cubicBezTo>
                <a:cubicBezTo>
                  <a:pt x="175" y="0"/>
                  <a:pt x="175" y="0"/>
                  <a:pt x="175" y="0"/>
                </a:cubicBezTo>
                <a:cubicBezTo>
                  <a:pt x="174" y="0"/>
                  <a:pt x="174" y="0"/>
                  <a:pt x="174" y="0"/>
                </a:cubicBezTo>
                <a:cubicBezTo>
                  <a:pt x="175" y="16"/>
                  <a:pt x="175" y="16"/>
                  <a:pt x="175" y="16"/>
                </a:cubicBezTo>
                <a:cubicBezTo>
                  <a:pt x="185" y="16"/>
                  <a:pt x="195" y="17"/>
                  <a:pt x="205" y="18"/>
                </a:cubicBezTo>
                <a:moveTo>
                  <a:pt x="145" y="19"/>
                </a:moveTo>
                <a:cubicBezTo>
                  <a:pt x="142" y="3"/>
                  <a:pt x="142" y="3"/>
                  <a:pt x="142" y="3"/>
                </a:cubicBezTo>
                <a:cubicBezTo>
                  <a:pt x="131" y="6"/>
                  <a:pt x="121" y="9"/>
                  <a:pt x="111" y="13"/>
                </a:cubicBezTo>
                <a:cubicBezTo>
                  <a:pt x="116" y="27"/>
                  <a:pt x="116" y="27"/>
                  <a:pt x="116" y="27"/>
                </a:cubicBezTo>
                <a:cubicBezTo>
                  <a:pt x="126" y="23"/>
                  <a:pt x="135" y="20"/>
                  <a:pt x="145" y="19"/>
                </a:cubicBezTo>
                <a:moveTo>
                  <a:pt x="284" y="295"/>
                </a:moveTo>
                <a:cubicBezTo>
                  <a:pt x="294" y="307"/>
                  <a:pt x="294" y="307"/>
                  <a:pt x="294" y="307"/>
                </a:cubicBezTo>
                <a:cubicBezTo>
                  <a:pt x="302" y="299"/>
                  <a:pt x="309" y="291"/>
                  <a:pt x="316" y="283"/>
                </a:cubicBezTo>
                <a:cubicBezTo>
                  <a:pt x="304" y="273"/>
                  <a:pt x="304" y="273"/>
                  <a:pt x="304" y="273"/>
                </a:cubicBezTo>
                <a:cubicBezTo>
                  <a:pt x="298" y="281"/>
                  <a:pt x="291" y="289"/>
                  <a:pt x="284" y="295"/>
                </a:cubicBezTo>
                <a:moveTo>
                  <a:pt x="319" y="248"/>
                </a:moveTo>
                <a:cubicBezTo>
                  <a:pt x="333" y="255"/>
                  <a:pt x="333" y="255"/>
                  <a:pt x="333" y="255"/>
                </a:cubicBezTo>
                <a:cubicBezTo>
                  <a:pt x="338" y="245"/>
                  <a:pt x="342" y="235"/>
                  <a:pt x="345" y="225"/>
                </a:cubicBezTo>
                <a:cubicBezTo>
                  <a:pt x="330" y="220"/>
                  <a:pt x="330" y="220"/>
                  <a:pt x="330" y="220"/>
                </a:cubicBezTo>
                <a:cubicBezTo>
                  <a:pt x="327" y="230"/>
                  <a:pt x="324" y="239"/>
                  <a:pt x="319" y="248"/>
                </a:cubicBezTo>
                <a:moveTo>
                  <a:pt x="345" y="128"/>
                </a:moveTo>
                <a:cubicBezTo>
                  <a:pt x="342" y="118"/>
                  <a:pt x="338" y="108"/>
                  <a:pt x="333" y="98"/>
                </a:cubicBezTo>
                <a:cubicBezTo>
                  <a:pt x="319" y="105"/>
                  <a:pt x="319" y="105"/>
                  <a:pt x="319" y="105"/>
                </a:cubicBezTo>
                <a:cubicBezTo>
                  <a:pt x="324" y="114"/>
                  <a:pt x="327" y="123"/>
                  <a:pt x="330" y="132"/>
                </a:cubicBezTo>
                <a:lnTo>
                  <a:pt x="345" y="128"/>
                </a:lnTo>
                <a:close/>
                <a:moveTo>
                  <a:pt x="351" y="160"/>
                </a:moveTo>
                <a:cubicBezTo>
                  <a:pt x="335" y="162"/>
                  <a:pt x="335" y="162"/>
                  <a:pt x="335" y="162"/>
                </a:cubicBezTo>
                <a:cubicBezTo>
                  <a:pt x="336" y="167"/>
                  <a:pt x="336" y="172"/>
                  <a:pt x="336" y="177"/>
                </a:cubicBezTo>
                <a:cubicBezTo>
                  <a:pt x="336" y="182"/>
                  <a:pt x="336" y="186"/>
                  <a:pt x="335" y="191"/>
                </a:cubicBezTo>
                <a:cubicBezTo>
                  <a:pt x="351" y="193"/>
                  <a:pt x="351" y="193"/>
                  <a:pt x="351" y="193"/>
                </a:cubicBezTo>
                <a:cubicBezTo>
                  <a:pt x="351" y="187"/>
                  <a:pt x="351" y="182"/>
                  <a:pt x="351" y="177"/>
                </a:cubicBezTo>
                <a:cubicBezTo>
                  <a:pt x="351" y="171"/>
                  <a:pt x="351" y="166"/>
                  <a:pt x="351" y="160"/>
                </a:cubicBezTo>
                <a:moveTo>
                  <a:pt x="112" y="341"/>
                </a:moveTo>
                <a:cubicBezTo>
                  <a:pt x="122" y="345"/>
                  <a:pt x="132" y="348"/>
                  <a:pt x="143" y="350"/>
                </a:cubicBezTo>
                <a:cubicBezTo>
                  <a:pt x="146" y="335"/>
                  <a:pt x="146" y="335"/>
                  <a:pt x="146" y="335"/>
                </a:cubicBezTo>
                <a:cubicBezTo>
                  <a:pt x="136" y="333"/>
                  <a:pt x="127" y="330"/>
                  <a:pt x="117" y="327"/>
                </a:cubicBezTo>
                <a:lnTo>
                  <a:pt x="112" y="341"/>
                </a:lnTo>
                <a:close/>
                <a:moveTo>
                  <a:pt x="304" y="80"/>
                </a:moveTo>
                <a:cubicBezTo>
                  <a:pt x="316" y="70"/>
                  <a:pt x="316" y="70"/>
                  <a:pt x="316" y="70"/>
                </a:cubicBezTo>
                <a:cubicBezTo>
                  <a:pt x="309" y="62"/>
                  <a:pt x="302" y="54"/>
                  <a:pt x="294" y="46"/>
                </a:cubicBezTo>
                <a:cubicBezTo>
                  <a:pt x="284" y="58"/>
                  <a:pt x="284" y="58"/>
                  <a:pt x="284" y="58"/>
                </a:cubicBezTo>
                <a:cubicBezTo>
                  <a:pt x="291" y="64"/>
                  <a:pt x="298" y="72"/>
                  <a:pt x="304" y="80"/>
                </a:cubicBezTo>
                <a:moveTo>
                  <a:pt x="181" y="271"/>
                </a:moveTo>
                <a:cubicBezTo>
                  <a:pt x="245" y="206"/>
                  <a:pt x="245" y="206"/>
                  <a:pt x="245" y="206"/>
                </a:cubicBezTo>
                <a:cubicBezTo>
                  <a:pt x="247" y="205"/>
                  <a:pt x="248" y="203"/>
                  <a:pt x="248" y="201"/>
                </a:cubicBezTo>
                <a:cubicBezTo>
                  <a:pt x="248" y="196"/>
                  <a:pt x="244" y="193"/>
                  <a:pt x="240" y="193"/>
                </a:cubicBezTo>
                <a:cubicBezTo>
                  <a:pt x="238" y="193"/>
                  <a:pt x="235" y="194"/>
                  <a:pt x="234" y="195"/>
                </a:cubicBezTo>
                <a:cubicBezTo>
                  <a:pt x="184" y="246"/>
                  <a:pt x="184" y="246"/>
                  <a:pt x="184" y="246"/>
                </a:cubicBezTo>
                <a:cubicBezTo>
                  <a:pt x="184" y="88"/>
                  <a:pt x="184" y="88"/>
                  <a:pt x="184" y="88"/>
                </a:cubicBezTo>
                <a:cubicBezTo>
                  <a:pt x="184" y="84"/>
                  <a:pt x="180" y="80"/>
                  <a:pt x="176" y="80"/>
                </a:cubicBezTo>
                <a:cubicBezTo>
                  <a:pt x="171" y="80"/>
                  <a:pt x="167" y="84"/>
                  <a:pt x="167" y="88"/>
                </a:cubicBezTo>
                <a:cubicBezTo>
                  <a:pt x="167" y="246"/>
                  <a:pt x="167" y="246"/>
                  <a:pt x="167" y="246"/>
                </a:cubicBezTo>
                <a:cubicBezTo>
                  <a:pt x="117" y="195"/>
                  <a:pt x="117" y="195"/>
                  <a:pt x="117" y="195"/>
                </a:cubicBezTo>
                <a:cubicBezTo>
                  <a:pt x="116" y="194"/>
                  <a:pt x="114" y="193"/>
                  <a:pt x="111" y="193"/>
                </a:cubicBezTo>
                <a:cubicBezTo>
                  <a:pt x="107" y="193"/>
                  <a:pt x="103" y="196"/>
                  <a:pt x="103" y="201"/>
                </a:cubicBezTo>
                <a:cubicBezTo>
                  <a:pt x="103" y="203"/>
                  <a:pt x="104" y="205"/>
                  <a:pt x="106" y="206"/>
                </a:cubicBezTo>
                <a:cubicBezTo>
                  <a:pt x="170" y="271"/>
                  <a:pt x="170" y="271"/>
                  <a:pt x="170" y="271"/>
                </a:cubicBezTo>
                <a:cubicBezTo>
                  <a:pt x="171" y="272"/>
                  <a:pt x="173" y="273"/>
                  <a:pt x="176" y="273"/>
                </a:cubicBezTo>
                <a:cubicBezTo>
                  <a:pt x="178" y="273"/>
                  <a:pt x="180" y="272"/>
                  <a:pt x="181" y="271"/>
                </a:cubicBezTo>
                <a:moveTo>
                  <a:pt x="176" y="338"/>
                </a:moveTo>
                <a:cubicBezTo>
                  <a:pt x="176" y="353"/>
                  <a:pt x="176" y="353"/>
                  <a:pt x="176" y="353"/>
                </a:cubicBezTo>
                <a:cubicBezTo>
                  <a:pt x="186" y="353"/>
                  <a:pt x="197" y="352"/>
                  <a:pt x="208" y="350"/>
                </a:cubicBezTo>
                <a:cubicBezTo>
                  <a:pt x="205" y="335"/>
                  <a:pt x="205" y="335"/>
                  <a:pt x="205" y="335"/>
                </a:cubicBezTo>
                <a:cubicBezTo>
                  <a:pt x="195" y="337"/>
                  <a:pt x="185" y="338"/>
                  <a:pt x="176" y="338"/>
                </a:cubicBezTo>
                <a:moveTo>
                  <a:pt x="234" y="327"/>
                </a:moveTo>
                <a:cubicBezTo>
                  <a:pt x="239" y="341"/>
                  <a:pt x="239" y="341"/>
                  <a:pt x="239" y="341"/>
                </a:cubicBezTo>
                <a:cubicBezTo>
                  <a:pt x="249" y="337"/>
                  <a:pt x="259" y="332"/>
                  <a:pt x="268" y="326"/>
                </a:cubicBezTo>
                <a:cubicBezTo>
                  <a:pt x="260" y="313"/>
                  <a:pt x="260" y="313"/>
                  <a:pt x="260" y="313"/>
                </a:cubicBezTo>
                <a:cubicBezTo>
                  <a:pt x="252" y="319"/>
                  <a:pt x="243" y="323"/>
                  <a:pt x="234" y="327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9" name="Freeform 39"/>
          <p:cNvSpPr>
            <a:spLocks noEditPoints="1"/>
          </p:cNvSpPr>
          <p:nvPr/>
        </p:nvSpPr>
        <p:spPr bwMode="auto">
          <a:xfrm>
            <a:off x="5259918" y="4265084"/>
            <a:ext cx="573617" cy="575733"/>
          </a:xfrm>
          <a:custGeom>
            <a:avLst/>
            <a:gdLst>
              <a:gd name="T0" fmla="*/ 0 w 352"/>
              <a:gd name="T1" fmla="*/ 193 h 353"/>
              <a:gd name="T2" fmla="*/ 21 w 352"/>
              <a:gd name="T3" fmla="*/ 221 h 353"/>
              <a:gd name="T4" fmla="*/ 21 w 352"/>
              <a:gd name="T5" fmla="*/ 133 h 353"/>
              <a:gd name="T6" fmla="*/ 0 w 352"/>
              <a:gd name="T7" fmla="*/ 161 h 353"/>
              <a:gd name="T8" fmla="*/ 21 w 352"/>
              <a:gd name="T9" fmla="*/ 133 h 353"/>
              <a:gd name="T10" fmla="*/ 82 w 352"/>
              <a:gd name="T11" fmla="*/ 27 h 353"/>
              <a:gd name="T12" fmla="*/ 67 w 352"/>
              <a:gd name="T13" fmla="*/ 58 h 353"/>
              <a:gd name="T14" fmla="*/ 18 w 352"/>
              <a:gd name="T15" fmla="*/ 256 h 353"/>
              <a:gd name="T16" fmla="*/ 47 w 352"/>
              <a:gd name="T17" fmla="*/ 274 h 353"/>
              <a:gd name="T18" fmla="*/ 18 w 352"/>
              <a:gd name="T19" fmla="*/ 256 h 353"/>
              <a:gd name="T20" fmla="*/ 208 w 352"/>
              <a:gd name="T21" fmla="*/ 3 h 353"/>
              <a:gd name="T22" fmla="*/ 176 w 352"/>
              <a:gd name="T23" fmla="*/ 0 h 353"/>
              <a:gd name="T24" fmla="*/ 175 w 352"/>
              <a:gd name="T25" fmla="*/ 16 h 353"/>
              <a:gd name="T26" fmla="*/ 57 w 352"/>
              <a:gd name="T27" fmla="*/ 307 h 353"/>
              <a:gd name="T28" fmla="*/ 91 w 352"/>
              <a:gd name="T29" fmla="*/ 314 h 353"/>
              <a:gd name="T30" fmla="*/ 57 w 352"/>
              <a:gd name="T31" fmla="*/ 307 h 353"/>
              <a:gd name="T32" fmla="*/ 34 w 352"/>
              <a:gd name="T33" fmla="*/ 71 h 353"/>
              <a:gd name="T34" fmla="*/ 31 w 352"/>
              <a:gd name="T35" fmla="*/ 105 h 353"/>
              <a:gd name="T36" fmla="*/ 268 w 352"/>
              <a:gd name="T37" fmla="*/ 27 h 353"/>
              <a:gd name="T38" fmla="*/ 234 w 352"/>
              <a:gd name="T39" fmla="*/ 27 h 353"/>
              <a:gd name="T40" fmla="*/ 268 w 352"/>
              <a:gd name="T41" fmla="*/ 27 h 353"/>
              <a:gd name="T42" fmla="*/ 142 w 352"/>
              <a:gd name="T43" fmla="*/ 3 h 353"/>
              <a:gd name="T44" fmla="*/ 117 w 352"/>
              <a:gd name="T45" fmla="*/ 27 h 353"/>
              <a:gd name="T46" fmla="*/ 345 w 352"/>
              <a:gd name="T47" fmla="*/ 128 h 353"/>
              <a:gd name="T48" fmla="*/ 320 w 352"/>
              <a:gd name="T49" fmla="*/ 105 h 353"/>
              <a:gd name="T50" fmla="*/ 345 w 352"/>
              <a:gd name="T51" fmla="*/ 128 h 353"/>
              <a:gd name="T52" fmla="*/ 333 w 352"/>
              <a:gd name="T53" fmla="*/ 255 h 353"/>
              <a:gd name="T54" fmla="*/ 330 w 352"/>
              <a:gd name="T55" fmla="*/ 220 h 353"/>
              <a:gd name="T56" fmla="*/ 112 w 352"/>
              <a:gd name="T57" fmla="*/ 341 h 353"/>
              <a:gd name="T58" fmla="*/ 146 w 352"/>
              <a:gd name="T59" fmla="*/ 335 h 353"/>
              <a:gd name="T60" fmla="*/ 112 w 352"/>
              <a:gd name="T61" fmla="*/ 341 h 353"/>
              <a:gd name="T62" fmla="*/ 316 w 352"/>
              <a:gd name="T63" fmla="*/ 70 h 353"/>
              <a:gd name="T64" fmla="*/ 284 w 352"/>
              <a:gd name="T65" fmla="*/ 58 h 353"/>
              <a:gd name="T66" fmla="*/ 351 w 352"/>
              <a:gd name="T67" fmla="*/ 160 h 353"/>
              <a:gd name="T68" fmla="*/ 336 w 352"/>
              <a:gd name="T69" fmla="*/ 177 h 353"/>
              <a:gd name="T70" fmla="*/ 351 w 352"/>
              <a:gd name="T71" fmla="*/ 193 h 353"/>
              <a:gd name="T72" fmla="*/ 351 w 352"/>
              <a:gd name="T73" fmla="*/ 160 h 353"/>
              <a:gd name="T74" fmla="*/ 294 w 352"/>
              <a:gd name="T75" fmla="*/ 307 h 353"/>
              <a:gd name="T76" fmla="*/ 304 w 352"/>
              <a:gd name="T77" fmla="*/ 273 h 353"/>
              <a:gd name="T78" fmla="*/ 184 w 352"/>
              <a:gd name="T79" fmla="*/ 265 h 353"/>
              <a:gd name="T80" fmla="*/ 234 w 352"/>
              <a:gd name="T81" fmla="*/ 158 h 353"/>
              <a:gd name="T82" fmla="*/ 248 w 352"/>
              <a:gd name="T83" fmla="*/ 153 h 353"/>
              <a:gd name="T84" fmla="*/ 182 w 352"/>
              <a:gd name="T85" fmla="*/ 83 h 353"/>
              <a:gd name="T86" fmla="*/ 170 w 352"/>
              <a:gd name="T87" fmla="*/ 83 h 353"/>
              <a:gd name="T88" fmla="*/ 104 w 352"/>
              <a:gd name="T89" fmla="*/ 153 h 353"/>
              <a:gd name="T90" fmla="*/ 117 w 352"/>
              <a:gd name="T91" fmla="*/ 158 h 353"/>
              <a:gd name="T92" fmla="*/ 168 w 352"/>
              <a:gd name="T93" fmla="*/ 265 h 353"/>
              <a:gd name="T94" fmla="*/ 184 w 352"/>
              <a:gd name="T95" fmla="*/ 265 h 353"/>
              <a:gd name="T96" fmla="*/ 239 w 352"/>
              <a:gd name="T97" fmla="*/ 341 h 353"/>
              <a:gd name="T98" fmla="*/ 260 w 352"/>
              <a:gd name="T99" fmla="*/ 313 h 353"/>
              <a:gd name="T100" fmla="*/ 176 w 352"/>
              <a:gd name="T101" fmla="*/ 338 h 353"/>
              <a:gd name="T102" fmla="*/ 208 w 352"/>
              <a:gd name="T103" fmla="*/ 350 h 353"/>
              <a:gd name="T104" fmla="*/ 176 w 352"/>
              <a:gd name="T105" fmla="*/ 338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352" h="353">
                <a:moveTo>
                  <a:pt x="15" y="192"/>
                </a:moveTo>
                <a:cubicBezTo>
                  <a:pt x="0" y="193"/>
                  <a:pt x="0" y="193"/>
                  <a:pt x="0" y="193"/>
                </a:cubicBezTo>
                <a:cubicBezTo>
                  <a:pt x="1" y="204"/>
                  <a:pt x="3" y="215"/>
                  <a:pt x="6" y="225"/>
                </a:cubicBezTo>
                <a:cubicBezTo>
                  <a:pt x="21" y="221"/>
                  <a:pt x="21" y="221"/>
                  <a:pt x="21" y="221"/>
                </a:cubicBezTo>
                <a:cubicBezTo>
                  <a:pt x="18" y="212"/>
                  <a:pt x="16" y="202"/>
                  <a:pt x="15" y="192"/>
                </a:cubicBezTo>
                <a:moveTo>
                  <a:pt x="21" y="133"/>
                </a:moveTo>
                <a:cubicBezTo>
                  <a:pt x="6" y="129"/>
                  <a:pt x="6" y="129"/>
                  <a:pt x="6" y="129"/>
                </a:cubicBezTo>
                <a:cubicBezTo>
                  <a:pt x="3" y="139"/>
                  <a:pt x="1" y="150"/>
                  <a:pt x="0" y="161"/>
                </a:cubicBezTo>
                <a:cubicBezTo>
                  <a:pt x="15" y="162"/>
                  <a:pt x="15" y="162"/>
                  <a:pt x="15" y="162"/>
                </a:cubicBezTo>
                <a:cubicBezTo>
                  <a:pt x="16" y="152"/>
                  <a:pt x="18" y="143"/>
                  <a:pt x="21" y="133"/>
                </a:cubicBezTo>
                <a:moveTo>
                  <a:pt x="90" y="40"/>
                </a:moveTo>
                <a:cubicBezTo>
                  <a:pt x="82" y="27"/>
                  <a:pt x="82" y="27"/>
                  <a:pt x="82" y="27"/>
                </a:cubicBezTo>
                <a:cubicBezTo>
                  <a:pt x="73" y="33"/>
                  <a:pt x="64" y="40"/>
                  <a:pt x="56" y="47"/>
                </a:cubicBezTo>
                <a:cubicBezTo>
                  <a:pt x="67" y="58"/>
                  <a:pt x="67" y="58"/>
                  <a:pt x="67" y="58"/>
                </a:cubicBezTo>
                <a:cubicBezTo>
                  <a:pt x="74" y="51"/>
                  <a:pt x="82" y="45"/>
                  <a:pt x="90" y="40"/>
                </a:cubicBezTo>
                <a:moveTo>
                  <a:pt x="18" y="256"/>
                </a:moveTo>
                <a:cubicBezTo>
                  <a:pt x="23" y="265"/>
                  <a:pt x="29" y="275"/>
                  <a:pt x="35" y="283"/>
                </a:cubicBezTo>
                <a:cubicBezTo>
                  <a:pt x="47" y="274"/>
                  <a:pt x="47" y="274"/>
                  <a:pt x="47" y="274"/>
                </a:cubicBezTo>
                <a:cubicBezTo>
                  <a:pt x="41" y="266"/>
                  <a:pt x="36" y="258"/>
                  <a:pt x="32" y="249"/>
                </a:cubicBezTo>
                <a:lnTo>
                  <a:pt x="18" y="256"/>
                </a:lnTo>
                <a:close/>
                <a:moveTo>
                  <a:pt x="205" y="18"/>
                </a:moveTo>
                <a:cubicBezTo>
                  <a:pt x="208" y="3"/>
                  <a:pt x="208" y="3"/>
                  <a:pt x="208" y="3"/>
                </a:cubicBezTo>
                <a:cubicBezTo>
                  <a:pt x="197" y="1"/>
                  <a:pt x="186" y="0"/>
                  <a:pt x="176" y="0"/>
                </a:cubicBezTo>
                <a:cubicBezTo>
                  <a:pt x="176" y="0"/>
                  <a:pt x="176" y="0"/>
                  <a:pt x="176" y="0"/>
                </a:cubicBezTo>
                <a:cubicBezTo>
                  <a:pt x="175" y="0"/>
                  <a:pt x="175" y="0"/>
                  <a:pt x="175" y="0"/>
                </a:cubicBezTo>
                <a:cubicBezTo>
                  <a:pt x="175" y="16"/>
                  <a:pt x="175" y="16"/>
                  <a:pt x="175" y="16"/>
                </a:cubicBezTo>
                <a:cubicBezTo>
                  <a:pt x="185" y="16"/>
                  <a:pt x="195" y="17"/>
                  <a:pt x="205" y="18"/>
                </a:cubicBezTo>
                <a:moveTo>
                  <a:pt x="57" y="307"/>
                </a:moveTo>
                <a:cubicBezTo>
                  <a:pt x="65" y="314"/>
                  <a:pt x="74" y="321"/>
                  <a:pt x="83" y="327"/>
                </a:cubicBezTo>
                <a:cubicBezTo>
                  <a:pt x="91" y="314"/>
                  <a:pt x="91" y="314"/>
                  <a:pt x="91" y="314"/>
                </a:cubicBezTo>
                <a:cubicBezTo>
                  <a:pt x="83" y="309"/>
                  <a:pt x="75" y="303"/>
                  <a:pt x="67" y="296"/>
                </a:cubicBezTo>
                <a:lnTo>
                  <a:pt x="57" y="307"/>
                </a:lnTo>
                <a:close/>
                <a:moveTo>
                  <a:pt x="47" y="80"/>
                </a:moveTo>
                <a:cubicBezTo>
                  <a:pt x="34" y="71"/>
                  <a:pt x="34" y="71"/>
                  <a:pt x="34" y="71"/>
                </a:cubicBezTo>
                <a:cubicBezTo>
                  <a:pt x="28" y="80"/>
                  <a:pt x="22" y="89"/>
                  <a:pt x="17" y="99"/>
                </a:cubicBezTo>
                <a:cubicBezTo>
                  <a:pt x="31" y="105"/>
                  <a:pt x="31" y="105"/>
                  <a:pt x="31" y="105"/>
                </a:cubicBezTo>
                <a:cubicBezTo>
                  <a:pt x="36" y="97"/>
                  <a:pt x="41" y="88"/>
                  <a:pt x="47" y="80"/>
                </a:cubicBezTo>
                <a:moveTo>
                  <a:pt x="268" y="27"/>
                </a:moveTo>
                <a:cubicBezTo>
                  <a:pt x="259" y="21"/>
                  <a:pt x="249" y="16"/>
                  <a:pt x="239" y="12"/>
                </a:cubicBezTo>
                <a:cubicBezTo>
                  <a:pt x="234" y="27"/>
                  <a:pt x="234" y="27"/>
                  <a:pt x="234" y="27"/>
                </a:cubicBezTo>
                <a:cubicBezTo>
                  <a:pt x="243" y="30"/>
                  <a:pt x="252" y="35"/>
                  <a:pt x="260" y="40"/>
                </a:cubicBezTo>
                <a:lnTo>
                  <a:pt x="268" y="27"/>
                </a:lnTo>
                <a:close/>
                <a:moveTo>
                  <a:pt x="145" y="19"/>
                </a:moveTo>
                <a:cubicBezTo>
                  <a:pt x="142" y="3"/>
                  <a:pt x="142" y="3"/>
                  <a:pt x="142" y="3"/>
                </a:cubicBezTo>
                <a:cubicBezTo>
                  <a:pt x="132" y="6"/>
                  <a:pt x="121" y="9"/>
                  <a:pt x="111" y="13"/>
                </a:cubicBezTo>
                <a:cubicBezTo>
                  <a:pt x="117" y="27"/>
                  <a:pt x="117" y="27"/>
                  <a:pt x="117" y="27"/>
                </a:cubicBezTo>
                <a:cubicBezTo>
                  <a:pt x="126" y="23"/>
                  <a:pt x="136" y="20"/>
                  <a:pt x="145" y="19"/>
                </a:cubicBezTo>
                <a:moveTo>
                  <a:pt x="345" y="128"/>
                </a:moveTo>
                <a:cubicBezTo>
                  <a:pt x="342" y="118"/>
                  <a:pt x="338" y="108"/>
                  <a:pt x="333" y="98"/>
                </a:cubicBezTo>
                <a:cubicBezTo>
                  <a:pt x="320" y="105"/>
                  <a:pt x="320" y="105"/>
                  <a:pt x="320" y="105"/>
                </a:cubicBezTo>
                <a:cubicBezTo>
                  <a:pt x="324" y="114"/>
                  <a:pt x="328" y="123"/>
                  <a:pt x="330" y="132"/>
                </a:cubicBezTo>
                <a:lnTo>
                  <a:pt x="345" y="128"/>
                </a:lnTo>
                <a:close/>
                <a:moveTo>
                  <a:pt x="320" y="248"/>
                </a:moveTo>
                <a:cubicBezTo>
                  <a:pt x="333" y="255"/>
                  <a:pt x="333" y="255"/>
                  <a:pt x="333" y="255"/>
                </a:cubicBezTo>
                <a:cubicBezTo>
                  <a:pt x="338" y="245"/>
                  <a:pt x="342" y="235"/>
                  <a:pt x="345" y="225"/>
                </a:cubicBezTo>
                <a:cubicBezTo>
                  <a:pt x="330" y="220"/>
                  <a:pt x="330" y="220"/>
                  <a:pt x="330" y="220"/>
                </a:cubicBezTo>
                <a:cubicBezTo>
                  <a:pt x="328" y="230"/>
                  <a:pt x="324" y="239"/>
                  <a:pt x="320" y="248"/>
                </a:cubicBezTo>
                <a:moveTo>
                  <a:pt x="112" y="341"/>
                </a:moveTo>
                <a:cubicBezTo>
                  <a:pt x="122" y="345"/>
                  <a:pt x="133" y="348"/>
                  <a:pt x="143" y="350"/>
                </a:cubicBezTo>
                <a:cubicBezTo>
                  <a:pt x="146" y="335"/>
                  <a:pt x="146" y="335"/>
                  <a:pt x="146" y="335"/>
                </a:cubicBezTo>
                <a:cubicBezTo>
                  <a:pt x="137" y="333"/>
                  <a:pt x="127" y="330"/>
                  <a:pt x="118" y="327"/>
                </a:cubicBezTo>
                <a:lnTo>
                  <a:pt x="112" y="341"/>
                </a:lnTo>
                <a:close/>
                <a:moveTo>
                  <a:pt x="304" y="80"/>
                </a:moveTo>
                <a:cubicBezTo>
                  <a:pt x="316" y="70"/>
                  <a:pt x="316" y="70"/>
                  <a:pt x="316" y="70"/>
                </a:cubicBezTo>
                <a:cubicBezTo>
                  <a:pt x="310" y="62"/>
                  <a:pt x="302" y="54"/>
                  <a:pt x="294" y="46"/>
                </a:cubicBezTo>
                <a:cubicBezTo>
                  <a:pt x="284" y="58"/>
                  <a:pt x="284" y="58"/>
                  <a:pt x="284" y="58"/>
                </a:cubicBezTo>
                <a:cubicBezTo>
                  <a:pt x="291" y="64"/>
                  <a:pt x="298" y="72"/>
                  <a:pt x="304" y="80"/>
                </a:cubicBezTo>
                <a:moveTo>
                  <a:pt x="351" y="160"/>
                </a:moveTo>
                <a:cubicBezTo>
                  <a:pt x="336" y="162"/>
                  <a:pt x="336" y="162"/>
                  <a:pt x="336" y="162"/>
                </a:cubicBezTo>
                <a:cubicBezTo>
                  <a:pt x="336" y="167"/>
                  <a:pt x="336" y="172"/>
                  <a:pt x="336" y="177"/>
                </a:cubicBezTo>
                <a:cubicBezTo>
                  <a:pt x="336" y="182"/>
                  <a:pt x="336" y="186"/>
                  <a:pt x="336" y="191"/>
                </a:cubicBezTo>
                <a:cubicBezTo>
                  <a:pt x="351" y="193"/>
                  <a:pt x="351" y="193"/>
                  <a:pt x="351" y="193"/>
                </a:cubicBezTo>
                <a:cubicBezTo>
                  <a:pt x="352" y="187"/>
                  <a:pt x="352" y="182"/>
                  <a:pt x="352" y="177"/>
                </a:cubicBezTo>
                <a:cubicBezTo>
                  <a:pt x="352" y="171"/>
                  <a:pt x="351" y="166"/>
                  <a:pt x="351" y="160"/>
                </a:cubicBezTo>
                <a:moveTo>
                  <a:pt x="284" y="295"/>
                </a:moveTo>
                <a:cubicBezTo>
                  <a:pt x="294" y="307"/>
                  <a:pt x="294" y="307"/>
                  <a:pt x="294" y="307"/>
                </a:cubicBezTo>
                <a:cubicBezTo>
                  <a:pt x="302" y="299"/>
                  <a:pt x="310" y="291"/>
                  <a:pt x="316" y="283"/>
                </a:cubicBezTo>
                <a:cubicBezTo>
                  <a:pt x="304" y="273"/>
                  <a:pt x="304" y="273"/>
                  <a:pt x="304" y="273"/>
                </a:cubicBezTo>
                <a:cubicBezTo>
                  <a:pt x="298" y="281"/>
                  <a:pt x="291" y="289"/>
                  <a:pt x="284" y="295"/>
                </a:cubicBezTo>
                <a:moveTo>
                  <a:pt x="184" y="265"/>
                </a:moveTo>
                <a:cubicBezTo>
                  <a:pt x="184" y="108"/>
                  <a:pt x="184" y="108"/>
                  <a:pt x="184" y="108"/>
                </a:cubicBezTo>
                <a:cubicBezTo>
                  <a:pt x="234" y="158"/>
                  <a:pt x="234" y="158"/>
                  <a:pt x="234" y="158"/>
                </a:cubicBezTo>
                <a:cubicBezTo>
                  <a:pt x="236" y="160"/>
                  <a:pt x="238" y="161"/>
                  <a:pt x="240" y="161"/>
                </a:cubicBezTo>
                <a:cubicBezTo>
                  <a:pt x="244" y="161"/>
                  <a:pt x="248" y="157"/>
                  <a:pt x="248" y="153"/>
                </a:cubicBezTo>
                <a:cubicBezTo>
                  <a:pt x="248" y="150"/>
                  <a:pt x="247" y="148"/>
                  <a:pt x="246" y="147"/>
                </a:cubicBezTo>
                <a:cubicBezTo>
                  <a:pt x="182" y="83"/>
                  <a:pt x="182" y="83"/>
                  <a:pt x="182" y="83"/>
                </a:cubicBezTo>
                <a:cubicBezTo>
                  <a:pt x="180" y="81"/>
                  <a:pt x="178" y="80"/>
                  <a:pt x="176" y="80"/>
                </a:cubicBezTo>
                <a:cubicBezTo>
                  <a:pt x="174" y="80"/>
                  <a:pt x="172" y="81"/>
                  <a:pt x="170" y="83"/>
                </a:cubicBezTo>
                <a:cubicBezTo>
                  <a:pt x="106" y="147"/>
                  <a:pt x="106" y="147"/>
                  <a:pt x="106" y="147"/>
                </a:cubicBezTo>
                <a:cubicBezTo>
                  <a:pt x="104" y="148"/>
                  <a:pt x="104" y="150"/>
                  <a:pt x="104" y="153"/>
                </a:cubicBezTo>
                <a:cubicBezTo>
                  <a:pt x="104" y="157"/>
                  <a:pt x="107" y="161"/>
                  <a:pt x="112" y="161"/>
                </a:cubicBezTo>
                <a:cubicBezTo>
                  <a:pt x="114" y="161"/>
                  <a:pt x="116" y="160"/>
                  <a:pt x="117" y="158"/>
                </a:cubicBezTo>
                <a:cubicBezTo>
                  <a:pt x="168" y="108"/>
                  <a:pt x="168" y="108"/>
                  <a:pt x="168" y="108"/>
                </a:cubicBezTo>
                <a:cubicBezTo>
                  <a:pt x="168" y="265"/>
                  <a:pt x="168" y="265"/>
                  <a:pt x="168" y="265"/>
                </a:cubicBezTo>
                <a:cubicBezTo>
                  <a:pt x="168" y="269"/>
                  <a:pt x="171" y="273"/>
                  <a:pt x="176" y="273"/>
                </a:cubicBezTo>
                <a:cubicBezTo>
                  <a:pt x="180" y="273"/>
                  <a:pt x="184" y="269"/>
                  <a:pt x="184" y="265"/>
                </a:cubicBezTo>
                <a:moveTo>
                  <a:pt x="234" y="327"/>
                </a:moveTo>
                <a:cubicBezTo>
                  <a:pt x="239" y="341"/>
                  <a:pt x="239" y="341"/>
                  <a:pt x="239" y="341"/>
                </a:cubicBezTo>
                <a:cubicBezTo>
                  <a:pt x="250" y="337"/>
                  <a:pt x="259" y="332"/>
                  <a:pt x="269" y="326"/>
                </a:cubicBezTo>
                <a:cubicBezTo>
                  <a:pt x="260" y="313"/>
                  <a:pt x="260" y="313"/>
                  <a:pt x="260" y="313"/>
                </a:cubicBezTo>
                <a:cubicBezTo>
                  <a:pt x="252" y="319"/>
                  <a:pt x="243" y="323"/>
                  <a:pt x="234" y="327"/>
                </a:cubicBezTo>
                <a:moveTo>
                  <a:pt x="176" y="338"/>
                </a:moveTo>
                <a:cubicBezTo>
                  <a:pt x="176" y="353"/>
                  <a:pt x="176" y="353"/>
                  <a:pt x="176" y="353"/>
                </a:cubicBezTo>
                <a:cubicBezTo>
                  <a:pt x="187" y="353"/>
                  <a:pt x="198" y="352"/>
                  <a:pt x="208" y="350"/>
                </a:cubicBezTo>
                <a:cubicBezTo>
                  <a:pt x="205" y="335"/>
                  <a:pt x="205" y="335"/>
                  <a:pt x="205" y="335"/>
                </a:cubicBezTo>
                <a:cubicBezTo>
                  <a:pt x="196" y="337"/>
                  <a:pt x="186" y="338"/>
                  <a:pt x="176" y="338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0" name="Freeform 40"/>
          <p:cNvSpPr>
            <a:spLocks noEditPoints="1"/>
          </p:cNvSpPr>
          <p:nvPr/>
        </p:nvSpPr>
        <p:spPr bwMode="auto">
          <a:xfrm>
            <a:off x="6358468" y="4265084"/>
            <a:ext cx="575733" cy="575733"/>
          </a:xfrm>
          <a:custGeom>
            <a:avLst/>
            <a:gdLst>
              <a:gd name="T0" fmla="*/ 305 w 353"/>
              <a:gd name="T1" fmla="*/ 48 h 353"/>
              <a:gd name="T2" fmla="*/ 48 w 353"/>
              <a:gd name="T3" fmla="*/ 305 h 353"/>
              <a:gd name="T4" fmla="*/ 305 w 353"/>
              <a:gd name="T5" fmla="*/ 257 h 353"/>
              <a:gd name="T6" fmla="*/ 321 w 353"/>
              <a:gd name="T7" fmla="*/ 225 h 353"/>
              <a:gd name="T8" fmla="*/ 305 w 353"/>
              <a:gd name="T9" fmla="*/ 145 h 353"/>
              <a:gd name="T10" fmla="*/ 321 w 353"/>
              <a:gd name="T11" fmla="*/ 112 h 353"/>
              <a:gd name="T12" fmla="*/ 289 w 353"/>
              <a:gd name="T13" fmla="*/ 96 h 353"/>
              <a:gd name="T14" fmla="*/ 273 w 353"/>
              <a:gd name="T15" fmla="*/ 128 h 353"/>
              <a:gd name="T16" fmla="*/ 289 w 353"/>
              <a:gd name="T17" fmla="*/ 209 h 353"/>
              <a:gd name="T18" fmla="*/ 273 w 353"/>
              <a:gd name="T19" fmla="*/ 241 h 353"/>
              <a:gd name="T20" fmla="*/ 289 w 353"/>
              <a:gd name="T21" fmla="*/ 289 h 353"/>
              <a:gd name="T22" fmla="*/ 64 w 353"/>
              <a:gd name="T23" fmla="*/ 64 h 353"/>
              <a:gd name="T24" fmla="*/ 289 w 353"/>
              <a:gd name="T25" fmla="*/ 96 h 353"/>
              <a:gd name="T26" fmla="*/ 192 w 353"/>
              <a:gd name="T27" fmla="*/ 177 h 353"/>
              <a:gd name="T28" fmla="*/ 160 w 353"/>
              <a:gd name="T29" fmla="*/ 177 h 353"/>
              <a:gd name="T30" fmla="*/ 131 w 353"/>
              <a:gd name="T31" fmla="*/ 222 h 353"/>
              <a:gd name="T32" fmla="*/ 176 w 353"/>
              <a:gd name="T33" fmla="*/ 241 h 353"/>
              <a:gd name="T34" fmla="*/ 222 w 353"/>
              <a:gd name="T35" fmla="*/ 222 h 353"/>
              <a:gd name="T36" fmla="*/ 240 w 353"/>
              <a:gd name="T37" fmla="*/ 177 h 353"/>
              <a:gd name="T38" fmla="*/ 112 w 353"/>
              <a:gd name="T39" fmla="*/ 177 h 353"/>
              <a:gd name="T40" fmla="*/ 136 w 353"/>
              <a:gd name="T41" fmla="*/ 169 h 353"/>
              <a:gd name="T42" fmla="*/ 137 w 353"/>
              <a:gd name="T43" fmla="*/ 149 h 353"/>
              <a:gd name="T44" fmla="*/ 153 w 353"/>
              <a:gd name="T45" fmla="*/ 154 h 353"/>
              <a:gd name="T46" fmla="*/ 148 w 353"/>
              <a:gd name="T47" fmla="*/ 137 h 353"/>
              <a:gd name="T48" fmla="*/ 168 w 353"/>
              <a:gd name="T49" fmla="*/ 136 h 353"/>
              <a:gd name="T50" fmla="*/ 184 w 353"/>
              <a:gd name="T51" fmla="*/ 136 h 353"/>
              <a:gd name="T52" fmla="*/ 204 w 353"/>
              <a:gd name="T53" fmla="*/ 137 h 353"/>
              <a:gd name="T54" fmla="*/ 199 w 353"/>
              <a:gd name="T55" fmla="*/ 154 h 353"/>
              <a:gd name="T56" fmla="*/ 215 w 353"/>
              <a:gd name="T57" fmla="*/ 149 h 353"/>
              <a:gd name="T58" fmla="*/ 216 w 353"/>
              <a:gd name="T59" fmla="*/ 169 h 353"/>
              <a:gd name="T60" fmla="*/ 216 w 353"/>
              <a:gd name="T61" fmla="*/ 185 h 353"/>
              <a:gd name="T62" fmla="*/ 215 w 353"/>
              <a:gd name="T63" fmla="*/ 204 h 353"/>
              <a:gd name="T64" fmla="*/ 199 w 353"/>
              <a:gd name="T65" fmla="*/ 199 h 353"/>
              <a:gd name="T66" fmla="*/ 204 w 353"/>
              <a:gd name="T67" fmla="*/ 216 h 353"/>
              <a:gd name="T68" fmla="*/ 184 w 353"/>
              <a:gd name="T69" fmla="*/ 217 h 353"/>
              <a:gd name="T70" fmla="*/ 168 w 353"/>
              <a:gd name="T71" fmla="*/ 217 h 353"/>
              <a:gd name="T72" fmla="*/ 148 w 353"/>
              <a:gd name="T73" fmla="*/ 216 h 353"/>
              <a:gd name="T74" fmla="*/ 153 w 353"/>
              <a:gd name="T75" fmla="*/ 199 h 353"/>
              <a:gd name="T76" fmla="*/ 137 w 353"/>
              <a:gd name="T77" fmla="*/ 204 h 353"/>
              <a:gd name="T78" fmla="*/ 136 w 353"/>
              <a:gd name="T79" fmla="*/ 185 h 353"/>
              <a:gd name="T80" fmla="*/ 136 w 353"/>
              <a:gd name="T81" fmla="*/ 169 h 353"/>
              <a:gd name="T82" fmla="*/ 32 w 353"/>
              <a:gd name="T83" fmla="*/ 0 h 353"/>
              <a:gd name="T84" fmla="*/ 0 w 353"/>
              <a:gd name="T85" fmla="*/ 321 h 353"/>
              <a:gd name="T86" fmla="*/ 321 w 353"/>
              <a:gd name="T87" fmla="*/ 353 h 353"/>
              <a:gd name="T88" fmla="*/ 353 w 353"/>
              <a:gd name="T89" fmla="*/ 32 h 353"/>
              <a:gd name="T90" fmla="*/ 337 w 353"/>
              <a:gd name="T91" fmla="*/ 321 h 353"/>
              <a:gd name="T92" fmla="*/ 32 w 353"/>
              <a:gd name="T93" fmla="*/ 337 h 353"/>
              <a:gd name="T94" fmla="*/ 16 w 353"/>
              <a:gd name="T95" fmla="*/ 32 h 353"/>
              <a:gd name="T96" fmla="*/ 321 w 353"/>
              <a:gd name="T97" fmla="*/ 16 h 353"/>
              <a:gd name="T98" fmla="*/ 337 w 353"/>
              <a:gd name="T99" fmla="*/ 321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353" h="353">
                <a:moveTo>
                  <a:pt x="305" y="96"/>
                </a:moveTo>
                <a:cubicBezTo>
                  <a:pt x="305" y="48"/>
                  <a:pt x="305" y="48"/>
                  <a:pt x="305" y="48"/>
                </a:cubicBezTo>
                <a:cubicBezTo>
                  <a:pt x="48" y="48"/>
                  <a:pt x="48" y="48"/>
                  <a:pt x="48" y="48"/>
                </a:cubicBezTo>
                <a:cubicBezTo>
                  <a:pt x="48" y="305"/>
                  <a:pt x="48" y="305"/>
                  <a:pt x="48" y="305"/>
                </a:cubicBezTo>
                <a:cubicBezTo>
                  <a:pt x="305" y="305"/>
                  <a:pt x="305" y="305"/>
                  <a:pt x="305" y="305"/>
                </a:cubicBezTo>
                <a:cubicBezTo>
                  <a:pt x="305" y="257"/>
                  <a:pt x="305" y="257"/>
                  <a:pt x="305" y="257"/>
                </a:cubicBezTo>
                <a:cubicBezTo>
                  <a:pt x="313" y="257"/>
                  <a:pt x="321" y="250"/>
                  <a:pt x="321" y="241"/>
                </a:cubicBezTo>
                <a:cubicBezTo>
                  <a:pt x="321" y="225"/>
                  <a:pt x="321" y="225"/>
                  <a:pt x="321" y="225"/>
                </a:cubicBezTo>
                <a:cubicBezTo>
                  <a:pt x="321" y="216"/>
                  <a:pt x="313" y="209"/>
                  <a:pt x="305" y="209"/>
                </a:cubicBezTo>
                <a:cubicBezTo>
                  <a:pt x="305" y="145"/>
                  <a:pt x="305" y="145"/>
                  <a:pt x="305" y="145"/>
                </a:cubicBezTo>
                <a:cubicBezTo>
                  <a:pt x="313" y="145"/>
                  <a:pt x="321" y="137"/>
                  <a:pt x="321" y="128"/>
                </a:cubicBezTo>
                <a:cubicBezTo>
                  <a:pt x="321" y="112"/>
                  <a:pt x="321" y="112"/>
                  <a:pt x="321" y="112"/>
                </a:cubicBezTo>
                <a:cubicBezTo>
                  <a:pt x="321" y="104"/>
                  <a:pt x="313" y="96"/>
                  <a:pt x="305" y="96"/>
                </a:cubicBezTo>
                <a:moveTo>
                  <a:pt x="289" y="96"/>
                </a:moveTo>
                <a:cubicBezTo>
                  <a:pt x="280" y="96"/>
                  <a:pt x="273" y="104"/>
                  <a:pt x="273" y="112"/>
                </a:cubicBezTo>
                <a:cubicBezTo>
                  <a:pt x="273" y="128"/>
                  <a:pt x="273" y="128"/>
                  <a:pt x="273" y="128"/>
                </a:cubicBezTo>
                <a:cubicBezTo>
                  <a:pt x="273" y="137"/>
                  <a:pt x="280" y="145"/>
                  <a:pt x="289" y="145"/>
                </a:cubicBezTo>
                <a:cubicBezTo>
                  <a:pt x="289" y="209"/>
                  <a:pt x="289" y="209"/>
                  <a:pt x="289" y="209"/>
                </a:cubicBezTo>
                <a:cubicBezTo>
                  <a:pt x="280" y="209"/>
                  <a:pt x="273" y="216"/>
                  <a:pt x="273" y="225"/>
                </a:cubicBezTo>
                <a:cubicBezTo>
                  <a:pt x="273" y="241"/>
                  <a:pt x="273" y="241"/>
                  <a:pt x="273" y="241"/>
                </a:cubicBezTo>
                <a:cubicBezTo>
                  <a:pt x="273" y="250"/>
                  <a:pt x="280" y="257"/>
                  <a:pt x="289" y="257"/>
                </a:cubicBezTo>
                <a:cubicBezTo>
                  <a:pt x="289" y="289"/>
                  <a:pt x="289" y="289"/>
                  <a:pt x="289" y="289"/>
                </a:cubicBezTo>
                <a:cubicBezTo>
                  <a:pt x="64" y="289"/>
                  <a:pt x="64" y="289"/>
                  <a:pt x="64" y="289"/>
                </a:cubicBezTo>
                <a:cubicBezTo>
                  <a:pt x="64" y="64"/>
                  <a:pt x="64" y="64"/>
                  <a:pt x="64" y="64"/>
                </a:cubicBezTo>
                <a:cubicBezTo>
                  <a:pt x="289" y="64"/>
                  <a:pt x="289" y="64"/>
                  <a:pt x="289" y="64"/>
                </a:cubicBezTo>
                <a:lnTo>
                  <a:pt x="289" y="96"/>
                </a:lnTo>
                <a:close/>
                <a:moveTo>
                  <a:pt x="176" y="193"/>
                </a:moveTo>
                <a:cubicBezTo>
                  <a:pt x="185" y="193"/>
                  <a:pt x="192" y="185"/>
                  <a:pt x="192" y="177"/>
                </a:cubicBezTo>
                <a:cubicBezTo>
                  <a:pt x="192" y="168"/>
                  <a:pt x="185" y="161"/>
                  <a:pt x="176" y="161"/>
                </a:cubicBezTo>
                <a:cubicBezTo>
                  <a:pt x="167" y="161"/>
                  <a:pt x="160" y="168"/>
                  <a:pt x="160" y="177"/>
                </a:cubicBezTo>
                <a:cubicBezTo>
                  <a:pt x="160" y="185"/>
                  <a:pt x="167" y="193"/>
                  <a:pt x="176" y="193"/>
                </a:cubicBezTo>
                <a:moveTo>
                  <a:pt x="131" y="222"/>
                </a:moveTo>
                <a:cubicBezTo>
                  <a:pt x="131" y="222"/>
                  <a:pt x="131" y="222"/>
                  <a:pt x="131" y="222"/>
                </a:cubicBezTo>
                <a:cubicBezTo>
                  <a:pt x="142" y="234"/>
                  <a:pt x="158" y="241"/>
                  <a:pt x="176" y="241"/>
                </a:cubicBezTo>
                <a:cubicBezTo>
                  <a:pt x="194" y="241"/>
                  <a:pt x="210" y="234"/>
                  <a:pt x="222" y="222"/>
                </a:cubicBezTo>
                <a:cubicBezTo>
                  <a:pt x="222" y="222"/>
                  <a:pt x="222" y="222"/>
                  <a:pt x="222" y="222"/>
                </a:cubicBezTo>
                <a:cubicBezTo>
                  <a:pt x="222" y="222"/>
                  <a:pt x="222" y="222"/>
                  <a:pt x="222" y="222"/>
                </a:cubicBezTo>
                <a:cubicBezTo>
                  <a:pt x="233" y="210"/>
                  <a:pt x="240" y="194"/>
                  <a:pt x="240" y="177"/>
                </a:cubicBezTo>
                <a:cubicBezTo>
                  <a:pt x="240" y="141"/>
                  <a:pt x="212" y="112"/>
                  <a:pt x="176" y="112"/>
                </a:cubicBezTo>
                <a:cubicBezTo>
                  <a:pt x="141" y="112"/>
                  <a:pt x="112" y="141"/>
                  <a:pt x="112" y="177"/>
                </a:cubicBezTo>
                <a:cubicBezTo>
                  <a:pt x="112" y="194"/>
                  <a:pt x="119" y="210"/>
                  <a:pt x="131" y="222"/>
                </a:cubicBezTo>
                <a:close/>
                <a:moveTo>
                  <a:pt x="136" y="169"/>
                </a:moveTo>
                <a:cubicBezTo>
                  <a:pt x="129" y="169"/>
                  <a:pt x="129" y="169"/>
                  <a:pt x="129" y="169"/>
                </a:cubicBezTo>
                <a:cubicBezTo>
                  <a:pt x="130" y="161"/>
                  <a:pt x="133" y="155"/>
                  <a:pt x="137" y="149"/>
                </a:cubicBezTo>
                <a:cubicBezTo>
                  <a:pt x="142" y="154"/>
                  <a:pt x="142" y="154"/>
                  <a:pt x="142" y="154"/>
                </a:cubicBezTo>
                <a:cubicBezTo>
                  <a:pt x="145" y="157"/>
                  <a:pt x="150" y="157"/>
                  <a:pt x="153" y="154"/>
                </a:cubicBezTo>
                <a:cubicBezTo>
                  <a:pt x="157" y="151"/>
                  <a:pt x="157" y="146"/>
                  <a:pt x="153" y="143"/>
                </a:cubicBezTo>
                <a:cubicBezTo>
                  <a:pt x="148" y="137"/>
                  <a:pt x="148" y="137"/>
                  <a:pt x="148" y="137"/>
                </a:cubicBezTo>
                <a:cubicBezTo>
                  <a:pt x="154" y="133"/>
                  <a:pt x="161" y="131"/>
                  <a:pt x="168" y="129"/>
                </a:cubicBezTo>
                <a:cubicBezTo>
                  <a:pt x="168" y="136"/>
                  <a:pt x="168" y="136"/>
                  <a:pt x="168" y="136"/>
                </a:cubicBezTo>
                <a:cubicBezTo>
                  <a:pt x="168" y="141"/>
                  <a:pt x="172" y="145"/>
                  <a:pt x="176" y="145"/>
                </a:cubicBezTo>
                <a:cubicBezTo>
                  <a:pt x="181" y="145"/>
                  <a:pt x="184" y="141"/>
                  <a:pt x="184" y="136"/>
                </a:cubicBezTo>
                <a:cubicBezTo>
                  <a:pt x="184" y="129"/>
                  <a:pt x="184" y="129"/>
                  <a:pt x="184" y="129"/>
                </a:cubicBezTo>
                <a:cubicBezTo>
                  <a:pt x="191" y="131"/>
                  <a:pt x="198" y="133"/>
                  <a:pt x="204" y="137"/>
                </a:cubicBezTo>
                <a:cubicBezTo>
                  <a:pt x="199" y="143"/>
                  <a:pt x="199" y="143"/>
                  <a:pt x="199" y="143"/>
                </a:cubicBezTo>
                <a:cubicBezTo>
                  <a:pt x="196" y="146"/>
                  <a:pt x="196" y="151"/>
                  <a:pt x="199" y="154"/>
                </a:cubicBezTo>
                <a:cubicBezTo>
                  <a:pt x="202" y="157"/>
                  <a:pt x="207" y="157"/>
                  <a:pt x="210" y="154"/>
                </a:cubicBezTo>
                <a:cubicBezTo>
                  <a:pt x="215" y="149"/>
                  <a:pt x="215" y="149"/>
                  <a:pt x="215" y="149"/>
                </a:cubicBezTo>
                <a:cubicBezTo>
                  <a:pt x="219" y="155"/>
                  <a:pt x="222" y="161"/>
                  <a:pt x="224" y="169"/>
                </a:cubicBezTo>
                <a:cubicBezTo>
                  <a:pt x="216" y="169"/>
                  <a:pt x="216" y="169"/>
                  <a:pt x="216" y="169"/>
                </a:cubicBezTo>
                <a:cubicBezTo>
                  <a:pt x="212" y="169"/>
                  <a:pt x="208" y="172"/>
                  <a:pt x="208" y="177"/>
                </a:cubicBezTo>
                <a:cubicBezTo>
                  <a:pt x="208" y="181"/>
                  <a:pt x="212" y="185"/>
                  <a:pt x="216" y="185"/>
                </a:cubicBezTo>
                <a:cubicBezTo>
                  <a:pt x="224" y="185"/>
                  <a:pt x="224" y="185"/>
                  <a:pt x="224" y="185"/>
                </a:cubicBezTo>
                <a:cubicBezTo>
                  <a:pt x="222" y="192"/>
                  <a:pt x="219" y="199"/>
                  <a:pt x="215" y="204"/>
                </a:cubicBezTo>
                <a:cubicBezTo>
                  <a:pt x="210" y="199"/>
                  <a:pt x="210" y="199"/>
                  <a:pt x="210" y="199"/>
                </a:cubicBezTo>
                <a:cubicBezTo>
                  <a:pt x="207" y="196"/>
                  <a:pt x="202" y="196"/>
                  <a:pt x="199" y="199"/>
                </a:cubicBezTo>
                <a:cubicBezTo>
                  <a:pt x="196" y="202"/>
                  <a:pt x="196" y="208"/>
                  <a:pt x="199" y="211"/>
                </a:cubicBezTo>
                <a:cubicBezTo>
                  <a:pt x="204" y="216"/>
                  <a:pt x="204" y="216"/>
                  <a:pt x="204" y="216"/>
                </a:cubicBezTo>
                <a:cubicBezTo>
                  <a:pt x="198" y="220"/>
                  <a:pt x="191" y="223"/>
                  <a:pt x="184" y="224"/>
                </a:cubicBezTo>
                <a:cubicBezTo>
                  <a:pt x="184" y="217"/>
                  <a:pt x="184" y="217"/>
                  <a:pt x="184" y="217"/>
                </a:cubicBezTo>
                <a:cubicBezTo>
                  <a:pt x="184" y="212"/>
                  <a:pt x="181" y="209"/>
                  <a:pt x="176" y="209"/>
                </a:cubicBezTo>
                <a:cubicBezTo>
                  <a:pt x="172" y="209"/>
                  <a:pt x="168" y="212"/>
                  <a:pt x="168" y="217"/>
                </a:cubicBezTo>
                <a:cubicBezTo>
                  <a:pt x="168" y="224"/>
                  <a:pt x="168" y="224"/>
                  <a:pt x="168" y="224"/>
                </a:cubicBezTo>
                <a:cubicBezTo>
                  <a:pt x="161" y="223"/>
                  <a:pt x="154" y="220"/>
                  <a:pt x="148" y="216"/>
                </a:cubicBezTo>
                <a:cubicBezTo>
                  <a:pt x="153" y="211"/>
                  <a:pt x="153" y="211"/>
                  <a:pt x="153" y="211"/>
                </a:cubicBezTo>
                <a:cubicBezTo>
                  <a:pt x="157" y="208"/>
                  <a:pt x="157" y="202"/>
                  <a:pt x="153" y="199"/>
                </a:cubicBezTo>
                <a:cubicBezTo>
                  <a:pt x="150" y="196"/>
                  <a:pt x="145" y="196"/>
                  <a:pt x="142" y="199"/>
                </a:cubicBezTo>
                <a:cubicBezTo>
                  <a:pt x="137" y="204"/>
                  <a:pt x="137" y="204"/>
                  <a:pt x="137" y="204"/>
                </a:cubicBezTo>
                <a:cubicBezTo>
                  <a:pt x="133" y="199"/>
                  <a:pt x="130" y="192"/>
                  <a:pt x="129" y="185"/>
                </a:cubicBezTo>
                <a:cubicBezTo>
                  <a:pt x="136" y="185"/>
                  <a:pt x="136" y="185"/>
                  <a:pt x="136" y="185"/>
                </a:cubicBezTo>
                <a:cubicBezTo>
                  <a:pt x="140" y="185"/>
                  <a:pt x="144" y="181"/>
                  <a:pt x="144" y="177"/>
                </a:cubicBezTo>
                <a:cubicBezTo>
                  <a:pt x="144" y="172"/>
                  <a:pt x="140" y="169"/>
                  <a:pt x="136" y="169"/>
                </a:cubicBezTo>
                <a:moveTo>
                  <a:pt x="321" y="0"/>
                </a:move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4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4" y="353"/>
                  <a:pt x="32" y="353"/>
                </a:cubicBezTo>
                <a:cubicBezTo>
                  <a:pt x="321" y="353"/>
                  <a:pt x="321" y="353"/>
                  <a:pt x="321" y="353"/>
                </a:cubicBezTo>
                <a:cubicBezTo>
                  <a:pt x="338" y="353"/>
                  <a:pt x="353" y="339"/>
                  <a:pt x="353" y="321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14"/>
                  <a:pt x="338" y="0"/>
                  <a:pt x="321" y="0"/>
                </a:cubicBezTo>
                <a:moveTo>
                  <a:pt x="337" y="321"/>
                </a:moveTo>
                <a:cubicBezTo>
                  <a:pt x="337" y="330"/>
                  <a:pt x="330" y="337"/>
                  <a:pt x="321" y="337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23" y="337"/>
                  <a:pt x="16" y="330"/>
                  <a:pt x="16" y="32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3"/>
                  <a:pt x="23" y="16"/>
                  <a:pt x="32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3"/>
                  <a:pt x="337" y="32"/>
                </a:cubicBezTo>
                <a:lnTo>
                  <a:pt x="337" y="32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1" name="Freeform 41"/>
          <p:cNvSpPr>
            <a:spLocks noEditPoints="1"/>
          </p:cNvSpPr>
          <p:nvPr/>
        </p:nvSpPr>
        <p:spPr bwMode="auto">
          <a:xfrm>
            <a:off x="7457018" y="4265084"/>
            <a:ext cx="575733" cy="575733"/>
          </a:xfrm>
          <a:custGeom>
            <a:avLst/>
            <a:gdLst>
              <a:gd name="T0" fmla="*/ 273 w 353"/>
              <a:gd name="T1" fmla="*/ 48 h 353"/>
              <a:gd name="T2" fmla="*/ 80 w 353"/>
              <a:gd name="T3" fmla="*/ 48 h 353"/>
              <a:gd name="T4" fmla="*/ 80 w 353"/>
              <a:gd name="T5" fmla="*/ 145 h 353"/>
              <a:gd name="T6" fmla="*/ 273 w 353"/>
              <a:gd name="T7" fmla="*/ 145 h 353"/>
              <a:gd name="T8" fmla="*/ 273 w 353"/>
              <a:gd name="T9" fmla="*/ 48 h 353"/>
              <a:gd name="T10" fmla="*/ 257 w 353"/>
              <a:gd name="T11" fmla="*/ 128 h 353"/>
              <a:gd name="T12" fmla="*/ 96 w 353"/>
              <a:gd name="T13" fmla="*/ 128 h 353"/>
              <a:gd name="T14" fmla="*/ 96 w 353"/>
              <a:gd name="T15" fmla="*/ 64 h 353"/>
              <a:gd name="T16" fmla="*/ 257 w 353"/>
              <a:gd name="T17" fmla="*/ 64 h 353"/>
              <a:gd name="T18" fmla="*/ 257 w 353"/>
              <a:gd name="T19" fmla="*/ 128 h 353"/>
              <a:gd name="T20" fmla="*/ 193 w 353"/>
              <a:gd name="T21" fmla="*/ 96 h 353"/>
              <a:gd name="T22" fmla="*/ 160 w 353"/>
              <a:gd name="T23" fmla="*/ 96 h 353"/>
              <a:gd name="T24" fmla="*/ 160 w 353"/>
              <a:gd name="T25" fmla="*/ 112 h 353"/>
              <a:gd name="T26" fmla="*/ 193 w 353"/>
              <a:gd name="T27" fmla="*/ 112 h 353"/>
              <a:gd name="T28" fmla="*/ 193 w 353"/>
              <a:gd name="T29" fmla="*/ 96 h 353"/>
              <a:gd name="T30" fmla="*/ 345 w 353"/>
              <a:gd name="T31" fmla="*/ 0 h 353"/>
              <a:gd name="T32" fmla="*/ 8 w 353"/>
              <a:gd name="T33" fmla="*/ 0 h 353"/>
              <a:gd name="T34" fmla="*/ 0 w 353"/>
              <a:gd name="T35" fmla="*/ 8 h 353"/>
              <a:gd name="T36" fmla="*/ 8 w 353"/>
              <a:gd name="T37" fmla="*/ 16 h 353"/>
              <a:gd name="T38" fmla="*/ 32 w 353"/>
              <a:gd name="T39" fmla="*/ 16 h 353"/>
              <a:gd name="T40" fmla="*/ 32 w 353"/>
              <a:gd name="T41" fmla="*/ 289 h 353"/>
              <a:gd name="T42" fmla="*/ 64 w 353"/>
              <a:gd name="T43" fmla="*/ 321 h 353"/>
              <a:gd name="T44" fmla="*/ 80 w 353"/>
              <a:gd name="T45" fmla="*/ 321 h 353"/>
              <a:gd name="T46" fmla="*/ 80 w 353"/>
              <a:gd name="T47" fmla="*/ 345 h 353"/>
              <a:gd name="T48" fmla="*/ 88 w 353"/>
              <a:gd name="T49" fmla="*/ 353 h 353"/>
              <a:gd name="T50" fmla="*/ 96 w 353"/>
              <a:gd name="T51" fmla="*/ 345 h 353"/>
              <a:gd name="T52" fmla="*/ 96 w 353"/>
              <a:gd name="T53" fmla="*/ 321 h 353"/>
              <a:gd name="T54" fmla="*/ 257 w 353"/>
              <a:gd name="T55" fmla="*/ 321 h 353"/>
              <a:gd name="T56" fmla="*/ 257 w 353"/>
              <a:gd name="T57" fmla="*/ 345 h 353"/>
              <a:gd name="T58" fmla="*/ 265 w 353"/>
              <a:gd name="T59" fmla="*/ 353 h 353"/>
              <a:gd name="T60" fmla="*/ 273 w 353"/>
              <a:gd name="T61" fmla="*/ 345 h 353"/>
              <a:gd name="T62" fmla="*/ 273 w 353"/>
              <a:gd name="T63" fmla="*/ 321 h 353"/>
              <a:gd name="T64" fmla="*/ 289 w 353"/>
              <a:gd name="T65" fmla="*/ 321 h 353"/>
              <a:gd name="T66" fmla="*/ 321 w 353"/>
              <a:gd name="T67" fmla="*/ 289 h 353"/>
              <a:gd name="T68" fmla="*/ 321 w 353"/>
              <a:gd name="T69" fmla="*/ 16 h 353"/>
              <a:gd name="T70" fmla="*/ 345 w 353"/>
              <a:gd name="T71" fmla="*/ 16 h 353"/>
              <a:gd name="T72" fmla="*/ 353 w 353"/>
              <a:gd name="T73" fmla="*/ 8 h 353"/>
              <a:gd name="T74" fmla="*/ 345 w 353"/>
              <a:gd name="T75" fmla="*/ 0 h 353"/>
              <a:gd name="T76" fmla="*/ 305 w 353"/>
              <a:gd name="T77" fmla="*/ 289 h 353"/>
              <a:gd name="T78" fmla="*/ 289 w 353"/>
              <a:gd name="T79" fmla="*/ 305 h 353"/>
              <a:gd name="T80" fmla="*/ 64 w 353"/>
              <a:gd name="T81" fmla="*/ 305 h 353"/>
              <a:gd name="T82" fmla="*/ 48 w 353"/>
              <a:gd name="T83" fmla="*/ 289 h 353"/>
              <a:gd name="T84" fmla="*/ 48 w 353"/>
              <a:gd name="T85" fmla="*/ 16 h 353"/>
              <a:gd name="T86" fmla="*/ 305 w 353"/>
              <a:gd name="T87" fmla="*/ 16 h 353"/>
              <a:gd name="T88" fmla="*/ 305 w 353"/>
              <a:gd name="T89" fmla="*/ 289 h 353"/>
              <a:gd name="T90" fmla="*/ 193 w 353"/>
              <a:gd name="T91" fmla="*/ 225 h 353"/>
              <a:gd name="T92" fmla="*/ 160 w 353"/>
              <a:gd name="T93" fmla="*/ 225 h 353"/>
              <a:gd name="T94" fmla="*/ 160 w 353"/>
              <a:gd name="T95" fmla="*/ 241 h 353"/>
              <a:gd name="T96" fmla="*/ 193 w 353"/>
              <a:gd name="T97" fmla="*/ 241 h 353"/>
              <a:gd name="T98" fmla="*/ 193 w 353"/>
              <a:gd name="T99" fmla="*/ 225 h 353"/>
              <a:gd name="T100" fmla="*/ 273 w 353"/>
              <a:gd name="T101" fmla="*/ 177 h 353"/>
              <a:gd name="T102" fmla="*/ 80 w 353"/>
              <a:gd name="T103" fmla="*/ 177 h 353"/>
              <a:gd name="T104" fmla="*/ 80 w 353"/>
              <a:gd name="T105" fmla="*/ 273 h 353"/>
              <a:gd name="T106" fmla="*/ 273 w 353"/>
              <a:gd name="T107" fmla="*/ 273 h 353"/>
              <a:gd name="T108" fmla="*/ 273 w 353"/>
              <a:gd name="T109" fmla="*/ 177 h 353"/>
              <a:gd name="T110" fmla="*/ 257 w 353"/>
              <a:gd name="T111" fmla="*/ 257 h 353"/>
              <a:gd name="T112" fmla="*/ 96 w 353"/>
              <a:gd name="T113" fmla="*/ 257 h 353"/>
              <a:gd name="T114" fmla="*/ 96 w 353"/>
              <a:gd name="T115" fmla="*/ 193 h 353"/>
              <a:gd name="T116" fmla="*/ 257 w 353"/>
              <a:gd name="T117" fmla="*/ 193 h 353"/>
              <a:gd name="T118" fmla="*/ 257 w 353"/>
              <a:gd name="T119" fmla="*/ 257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353" h="353">
                <a:moveTo>
                  <a:pt x="273" y="48"/>
                </a:moveTo>
                <a:cubicBezTo>
                  <a:pt x="80" y="48"/>
                  <a:pt x="80" y="48"/>
                  <a:pt x="80" y="48"/>
                </a:cubicBezTo>
                <a:cubicBezTo>
                  <a:pt x="80" y="145"/>
                  <a:pt x="80" y="145"/>
                  <a:pt x="80" y="145"/>
                </a:cubicBezTo>
                <a:cubicBezTo>
                  <a:pt x="273" y="145"/>
                  <a:pt x="273" y="145"/>
                  <a:pt x="273" y="145"/>
                </a:cubicBezTo>
                <a:lnTo>
                  <a:pt x="273" y="48"/>
                </a:lnTo>
                <a:close/>
                <a:moveTo>
                  <a:pt x="257" y="128"/>
                </a:moveTo>
                <a:cubicBezTo>
                  <a:pt x="96" y="128"/>
                  <a:pt x="96" y="128"/>
                  <a:pt x="96" y="128"/>
                </a:cubicBezTo>
                <a:cubicBezTo>
                  <a:pt x="96" y="64"/>
                  <a:pt x="96" y="64"/>
                  <a:pt x="96" y="64"/>
                </a:cubicBezTo>
                <a:cubicBezTo>
                  <a:pt x="257" y="64"/>
                  <a:pt x="257" y="64"/>
                  <a:pt x="257" y="64"/>
                </a:cubicBezTo>
                <a:lnTo>
                  <a:pt x="257" y="128"/>
                </a:lnTo>
                <a:close/>
                <a:moveTo>
                  <a:pt x="193" y="96"/>
                </a:moveTo>
                <a:cubicBezTo>
                  <a:pt x="160" y="96"/>
                  <a:pt x="160" y="96"/>
                  <a:pt x="160" y="96"/>
                </a:cubicBezTo>
                <a:cubicBezTo>
                  <a:pt x="160" y="112"/>
                  <a:pt x="160" y="112"/>
                  <a:pt x="160" y="112"/>
                </a:cubicBezTo>
                <a:cubicBezTo>
                  <a:pt x="193" y="112"/>
                  <a:pt x="193" y="112"/>
                  <a:pt x="193" y="112"/>
                </a:cubicBezTo>
                <a:lnTo>
                  <a:pt x="193" y="96"/>
                </a:lnTo>
                <a:close/>
                <a:moveTo>
                  <a:pt x="345" y="0"/>
                </a:moveTo>
                <a:cubicBezTo>
                  <a:pt x="8" y="0"/>
                  <a:pt x="8" y="0"/>
                  <a:pt x="8" y="0"/>
                </a:cubicBezTo>
                <a:cubicBezTo>
                  <a:pt x="3" y="0"/>
                  <a:pt x="0" y="4"/>
                  <a:pt x="0" y="8"/>
                </a:cubicBezTo>
                <a:cubicBezTo>
                  <a:pt x="0" y="12"/>
                  <a:pt x="3" y="16"/>
                  <a:pt x="8" y="16"/>
                </a:cubicBezTo>
                <a:cubicBezTo>
                  <a:pt x="32" y="16"/>
                  <a:pt x="32" y="16"/>
                  <a:pt x="32" y="16"/>
                </a:cubicBezTo>
                <a:cubicBezTo>
                  <a:pt x="32" y="289"/>
                  <a:pt x="32" y="289"/>
                  <a:pt x="32" y="289"/>
                </a:cubicBezTo>
                <a:cubicBezTo>
                  <a:pt x="32" y="307"/>
                  <a:pt x="46" y="321"/>
                  <a:pt x="64" y="321"/>
                </a:cubicBezTo>
                <a:cubicBezTo>
                  <a:pt x="80" y="321"/>
                  <a:pt x="80" y="321"/>
                  <a:pt x="80" y="321"/>
                </a:cubicBezTo>
                <a:cubicBezTo>
                  <a:pt x="80" y="345"/>
                  <a:pt x="80" y="345"/>
                  <a:pt x="80" y="345"/>
                </a:cubicBezTo>
                <a:cubicBezTo>
                  <a:pt x="80" y="350"/>
                  <a:pt x="84" y="353"/>
                  <a:pt x="88" y="353"/>
                </a:cubicBezTo>
                <a:cubicBezTo>
                  <a:pt x="93" y="353"/>
                  <a:pt x="96" y="350"/>
                  <a:pt x="96" y="345"/>
                </a:cubicBezTo>
                <a:cubicBezTo>
                  <a:pt x="96" y="321"/>
                  <a:pt x="96" y="321"/>
                  <a:pt x="96" y="321"/>
                </a:cubicBezTo>
                <a:cubicBezTo>
                  <a:pt x="257" y="321"/>
                  <a:pt x="257" y="321"/>
                  <a:pt x="257" y="321"/>
                </a:cubicBezTo>
                <a:cubicBezTo>
                  <a:pt x="257" y="345"/>
                  <a:pt x="257" y="345"/>
                  <a:pt x="257" y="345"/>
                </a:cubicBezTo>
                <a:cubicBezTo>
                  <a:pt x="257" y="350"/>
                  <a:pt x="260" y="353"/>
                  <a:pt x="265" y="353"/>
                </a:cubicBezTo>
                <a:cubicBezTo>
                  <a:pt x="269" y="353"/>
                  <a:pt x="273" y="350"/>
                  <a:pt x="273" y="345"/>
                </a:cubicBezTo>
                <a:cubicBezTo>
                  <a:pt x="273" y="321"/>
                  <a:pt x="273" y="321"/>
                  <a:pt x="273" y="321"/>
                </a:cubicBezTo>
                <a:cubicBezTo>
                  <a:pt x="289" y="321"/>
                  <a:pt x="289" y="321"/>
                  <a:pt x="289" y="321"/>
                </a:cubicBezTo>
                <a:cubicBezTo>
                  <a:pt x="307" y="321"/>
                  <a:pt x="321" y="307"/>
                  <a:pt x="321" y="289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45" y="16"/>
                  <a:pt x="345" y="16"/>
                  <a:pt x="345" y="16"/>
                </a:cubicBezTo>
                <a:cubicBezTo>
                  <a:pt x="350" y="16"/>
                  <a:pt x="353" y="12"/>
                  <a:pt x="353" y="8"/>
                </a:cubicBezTo>
                <a:cubicBezTo>
                  <a:pt x="353" y="4"/>
                  <a:pt x="350" y="0"/>
                  <a:pt x="345" y="0"/>
                </a:cubicBezTo>
                <a:moveTo>
                  <a:pt x="305" y="289"/>
                </a:moveTo>
                <a:cubicBezTo>
                  <a:pt x="305" y="298"/>
                  <a:pt x="298" y="305"/>
                  <a:pt x="289" y="305"/>
                </a:cubicBezTo>
                <a:cubicBezTo>
                  <a:pt x="64" y="305"/>
                  <a:pt x="64" y="305"/>
                  <a:pt x="64" y="305"/>
                </a:cubicBezTo>
                <a:cubicBezTo>
                  <a:pt x="55" y="305"/>
                  <a:pt x="48" y="298"/>
                  <a:pt x="48" y="289"/>
                </a:cubicBezTo>
                <a:cubicBezTo>
                  <a:pt x="48" y="16"/>
                  <a:pt x="48" y="16"/>
                  <a:pt x="48" y="16"/>
                </a:cubicBezTo>
                <a:cubicBezTo>
                  <a:pt x="305" y="16"/>
                  <a:pt x="305" y="16"/>
                  <a:pt x="305" y="16"/>
                </a:cubicBezTo>
                <a:lnTo>
                  <a:pt x="305" y="289"/>
                </a:lnTo>
                <a:close/>
                <a:moveTo>
                  <a:pt x="193" y="225"/>
                </a:moveTo>
                <a:cubicBezTo>
                  <a:pt x="160" y="225"/>
                  <a:pt x="160" y="225"/>
                  <a:pt x="160" y="225"/>
                </a:cubicBezTo>
                <a:cubicBezTo>
                  <a:pt x="160" y="241"/>
                  <a:pt x="160" y="241"/>
                  <a:pt x="160" y="241"/>
                </a:cubicBezTo>
                <a:cubicBezTo>
                  <a:pt x="193" y="241"/>
                  <a:pt x="193" y="241"/>
                  <a:pt x="193" y="241"/>
                </a:cubicBezTo>
                <a:lnTo>
                  <a:pt x="193" y="225"/>
                </a:lnTo>
                <a:close/>
                <a:moveTo>
                  <a:pt x="273" y="177"/>
                </a:moveTo>
                <a:cubicBezTo>
                  <a:pt x="80" y="177"/>
                  <a:pt x="80" y="177"/>
                  <a:pt x="80" y="177"/>
                </a:cubicBezTo>
                <a:cubicBezTo>
                  <a:pt x="80" y="273"/>
                  <a:pt x="80" y="273"/>
                  <a:pt x="80" y="273"/>
                </a:cubicBezTo>
                <a:cubicBezTo>
                  <a:pt x="273" y="273"/>
                  <a:pt x="273" y="273"/>
                  <a:pt x="273" y="273"/>
                </a:cubicBezTo>
                <a:lnTo>
                  <a:pt x="273" y="177"/>
                </a:lnTo>
                <a:close/>
                <a:moveTo>
                  <a:pt x="257" y="257"/>
                </a:moveTo>
                <a:cubicBezTo>
                  <a:pt x="96" y="257"/>
                  <a:pt x="96" y="257"/>
                  <a:pt x="96" y="257"/>
                </a:cubicBezTo>
                <a:cubicBezTo>
                  <a:pt x="96" y="193"/>
                  <a:pt x="96" y="193"/>
                  <a:pt x="96" y="193"/>
                </a:cubicBezTo>
                <a:cubicBezTo>
                  <a:pt x="257" y="193"/>
                  <a:pt x="257" y="193"/>
                  <a:pt x="257" y="193"/>
                </a:cubicBezTo>
                <a:lnTo>
                  <a:pt x="257" y="257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2" name="Freeform 42"/>
          <p:cNvSpPr>
            <a:spLocks noEditPoints="1"/>
          </p:cNvSpPr>
          <p:nvPr/>
        </p:nvSpPr>
        <p:spPr bwMode="auto">
          <a:xfrm>
            <a:off x="8555568" y="4265084"/>
            <a:ext cx="575733" cy="575733"/>
          </a:xfrm>
          <a:custGeom>
            <a:avLst/>
            <a:gdLst>
              <a:gd name="T0" fmla="*/ 80 w 353"/>
              <a:gd name="T1" fmla="*/ 48 h 353"/>
              <a:gd name="T2" fmla="*/ 273 w 353"/>
              <a:gd name="T3" fmla="*/ 112 h 353"/>
              <a:gd name="T4" fmla="*/ 257 w 353"/>
              <a:gd name="T5" fmla="*/ 96 h 353"/>
              <a:gd name="T6" fmla="*/ 193 w 353"/>
              <a:gd name="T7" fmla="*/ 80 h 353"/>
              <a:gd name="T8" fmla="*/ 161 w 353"/>
              <a:gd name="T9" fmla="*/ 96 h 353"/>
              <a:gd name="T10" fmla="*/ 97 w 353"/>
              <a:gd name="T11" fmla="*/ 64 h 353"/>
              <a:gd name="T12" fmla="*/ 257 w 353"/>
              <a:gd name="T13" fmla="*/ 96 h 353"/>
              <a:gd name="T14" fmla="*/ 80 w 353"/>
              <a:gd name="T15" fmla="*/ 209 h 353"/>
              <a:gd name="T16" fmla="*/ 273 w 353"/>
              <a:gd name="T17" fmla="*/ 273 h 353"/>
              <a:gd name="T18" fmla="*/ 257 w 353"/>
              <a:gd name="T19" fmla="*/ 257 h 353"/>
              <a:gd name="T20" fmla="*/ 193 w 353"/>
              <a:gd name="T21" fmla="*/ 241 h 353"/>
              <a:gd name="T22" fmla="*/ 161 w 353"/>
              <a:gd name="T23" fmla="*/ 257 h 353"/>
              <a:gd name="T24" fmla="*/ 97 w 353"/>
              <a:gd name="T25" fmla="*/ 225 h 353"/>
              <a:gd name="T26" fmla="*/ 257 w 353"/>
              <a:gd name="T27" fmla="*/ 257 h 353"/>
              <a:gd name="T28" fmla="*/ 80 w 353"/>
              <a:gd name="T29" fmla="*/ 128 h 353"/>
              <a:gd name="T30" fmla="*/ 273 w 353"/>
              <a:gd name="T31" fmla="*/ 193 h 353"/>
              <a:gd name="T32" fmla="*/ 257 w 353"/>
              <a:gd name="T33" fmla="*/ 177 h 353"/>
              <a:gd name="T34" fmla="*/ 193 w 353"/>
              <a:gd name="T35" fmla="*/ 161 h 353"/>
              <a:gd name="T36" fmla="*/ 161 w 353"/>
              <a:gd name="T37" fmla="*/ 177 h 353"/>
              <a:gd name="T38" fmla="*/ 97 w 353"/>
              <a:gd name="T39" fmla="*/ 145 h 353"/>
              <a:gd name="T40" fmla="*/ 257 w 353"/>
              <a:gd name="T41" fmla="*/ 177 h 353"/>
              <a:gd name="T42" fmla="*/ 8 w 353"/>
              <a:gd name="T43" fmla="*/ 0 h 353"/>
              <a:gd name="T44" fmla="*/ 8 w 353"/>
              <a:gd name="T45" fmla="*/ 16 h 353"/>
              <a:gd name="T46" fmla="*/ 32 w 353"/>
              <a:gd name="T47" fmla="*/ 289 h 353"/>
              <a:gd name="T48" fmla="*/ 80 w 353"/>
              <a:gd name="T49" fmla="*/ 321 h 353"/>
              <a:gd name="T50" fmla="*/ 89 w 353"/>
              <a:gd name="T51" fmla="*/ 353 h 353"/>
              <a:gd name="T52" fmla="*/ 97 w 353"/>
              <a:gd name="T53" fmla="*/ 321 h 353"/>
              <a:gd name="T54" fmla="*/ 257 w 353"/>
              <a:gd name="T55" fmla="*/ 345 h 353"/>
              <a:gd name="T56" fmla="*/ 273 w 353"/>
              <a:gd name="T57" fmla="*/ 345 h 353"/>
              <a:gd name="T58" fmla="*/ 289 w 353"/>
              <a:gd name="T59" fmla="*/ 321 h 353"/>
              <a:gd name="T60" fmla="*/ 321 w 353"/>
              <a:gd name="T61" fmla="*/ 16 h 353"/>
              <a:gd name="T62" fmla="*/ 353 w 353"/>
              <a:gd name="T63" fmla="*/ 8 h 353"/>
              <a:gd name="T64" fmla="*/ 305 w 353"/>
              <a:gd name="T65" fmla="*/ 289 h 353"/>
              <a:gd name="T66" fmla="*/ 64 w 353"/>
              <a:gd name="T67" fmla="*/ 305 h 353"/>
              <a:gd name="T68" fmla="*/ 48 w 353"/>
              <a:gd name="T69" fmla="*/ 16 h 353"/>
              <a:gd name="T70" fmla="*/ 305 w 353"/>
              <a:gd name="T71" fmla="*/ 289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353" h="353">
                <a:moveTo>
                  <a:pt x="273" y="48"/>
                </a:moveTo>
                <a:cubicBezTo>
                  <a:pt x="80" y="48"/>
                  <a:pt x="80" y="48"/>
                  <a:pt x="80" y="48"/>
                </a:cubicBezTo>
                <a:cubicBezTo>
                  <a:pt x="80" y="112"/>
                  <a:pt x="80" y="112"/>
                  <a:pt x="80" y="112"/>
                </a:cubicBezTo>
                <a:cubicBezTo>
                  <a:pt x="273" y="112"/>
                  <a:pt x="273" y="112"/>
                  <a:pt x="273" y="112"/>
                </a:cubicBezTo>
                <a:lnTo>
                  <a:pt x="273" y="48"/>
                </a:lnTo>
                <a:close/>
                <a:moveTo>
                  <a:pt x="257" y="96"/>
                </a:moveTo>
                <a:cubicBezTo>
                  <a:pt x="193" y="96"/>
                  <a:pt x="193" y="96"/>
                  <a:pt x="193" y="96"/>
                </a:cubicBezTo>
                <a:cubicBezTo>
                  <a:pt x="193" y="80"/>
                  <a:pt x="193" y="80"/>
                  <a:pt x="193" y="80"/>
                </a:cubicBezTo>
                <a:cubicBezTo>
                  <a:pt x="161" y="80"/>
                  <a:pt x="161" y="80"/>
                  <a:pt x="161" y="80"/>
                </a:cubicBezTo>
                <a:cubicBezTo>
                  <a:pt x="161" y="96"/>
                  <a:pt x="161" y="96"/>
                  <a:pt x="161" y="96"/>
                </a:cubicBezTo>
                <a:cubicBezTo>
                  <a:pt x="97" y="96"/>
                  <a:pt x="97" y="96"/>
                  <a:pt x="97" y="96"/>
                </a:cubicBezTo>
                <a:cubicBezTo>
                  <a:pt x="97" y="64"/>
                  <a:pt x="97" y="64"/>
                  <a:pt x="97" y="64"/>
                </a:cubicBezTo>
                <a:cubicBezTo>
                  <a:pt x="257" y="64"/>
                  <a:pt x="257" y="64"/>
                  <a:pt x="257" y="64"/>
                </a:cubicBezTo>
                <a:lnTo>
                  <a:pt x="257" y="96"/>
                </a:lnTo>
                <a:close/>
                <a:moveTo>
                  <a:pt x="273" y="209"/>
                </a:moveTo>
                <a:cubicBezTo>
                  <a:pt x="80" y="209"/>
                  <a:pt x="80" y="209"/>
                  <a:pt x="80" y="209"/>
                </a:cubicBezTo>
                <a:cubicBezTo>
                  <a:pt x="80" y="273"/>
                  <a:pt x="80" y="273"/>
                  <a:pt x="80" y="273"/>
                </a:cubicBezTo>
                <a:cubicBezTo>
                  <a:pt x="273" y="273"/>
                  <a:pt x="273" y="273"/>
                  <a:pt x="273" y="273"/>
                </a:cubicBezTo>
                <a:lnTo>
                  <a:pt x="273" y="209"/>
                </a:lnTo>
                <a:close/>
                <a:moveTo>
                  <a:pt x="257" y="257"/>
                </a:moveTo>
                <a:cubicBezTo>
                  <a:pt x="193" y="257"/>
                  <a:pt x="193" y="257"/>
                  <a:pt x="193" y="257"/>
                </a:cubicBezTo>
                <a:cubicBezTo>
                  <a:pt x="193" y="241"/>
                  <a:pt x="193" y="241"/>
                  <a:pt x="193" y="241"/>
                </a:cubicBezTo>
                <a:cubicBezTo>
                  <a:pt x="161" y="241"/>
                  <a:pt x="161" y="241"/>
                  <a:pt x="161" y="241"/>
                </a:cubicBezTo>
                <a:cubicBezTo>
                  <a:pt x="161" y="257"/>
                  <a:pt x="161" y="257"/>
                  <a:pt x="161" y="257"/>
                </a:cubicBezTo>
                <a:cubicBezTo>
                  <a:pt x="97" y="257"/>
                  <a:pt x="97" y="257"/>
                  <a:pt x="97" y="257"/>
                </a:cubicBezTo>
                <a:cubicBezTo>
                  <a:pt x="97" y="225"/>
                  <a:pt x="97" y="225"/>
                  <a:pt x="97" y="225"/>
                </a:cubicBezTo>
                <a:cubicBezTo>
                  <a:pt x="257" y="225"/>
                  <a:pt x="257" y="225"/>
                  <a:pt x="257" y="225"/>
                </a:cubicBezTo>
                <a:lnTo>
                  <a:pt x="257" y="257"/>
                </a:lnTo>
                <a:close/>
                <a:moveTo>
                  <a:pt x="273" y="128"/>
                </a:moveTo>
                <a:cubicBezTo>
                  <a:pt x="80" y="128"/>
                  <a:pt x="80" y="128"/>
                  <a:pt x="80" y="128"/>
                </a:cubicBezTo>
                <a:cubicBezTo>
                  <a:pt x="80" y="193"/>
                  <a:pt x="80" y="193"/>
                  <a:pt x="80" y="193"/>
                </a:cubicBezTo>
                <a:cubicBezTo>
                  <a:pt x="273" y="193"/>
                  <a:pt x="273" y="193"/>
                  <a:pt x="273" y="193"/>
                </a:cubicBezTo>
                <a:lnTo>
                  <a:pt x="273" y="128"/>
                </a:lnTo>
                <a:close/>
                <a:moveTo>
                  <a:pt x="257" y="177"/>
                </a:moveTo>
                <a:cubicBezTo>
                  <a:pt x="193" y="177"/>
                  <a:pt x="193" y="177"/>
                  <a:pt x="193" y="177"/>
                </a:cubicBezTo>
                <a:cubicBezTo>
                  <a:pt x="193" y="161"/>
                  <a:pt x="193" y="161"/>
                  <a:pt x="193" y="161"/>
                </a:cubicBezTo>
                <a:cubicBezTo>
                  <a:pt x="161" y="161"/>
                  <a:pt x="161" y="161"/>
                  <a:pt x="161" y="161"/>
                </a:cubicBezTo>
                <a:cubicBezTo>
                  <a:pt x="161" y="177"/>
                  <a:pt x="161" y="177"/>
                  <a:pt x="161" y="177"/>
                </a:cubicBezTo>
                <a:cubicBezTo>
                  <a:pt x="97" y="177"/>
                  <a:pt x="97" y="177"/>
                  <a:pt x="97" y="177"/>
                </a:cubicBezTo>
                <a:cubicBezTo>
                  <a:pt x="97" y="145"/>
                  <a:pt x="97" y="145"/>
                  <a:pt x="97" y="145"/>
                </a:cubicBezTo>
                <a:cubicBezTo>
                  <a:pt x="257" y="145"/>
                  <a:pt x="257" y="145"/>
                  <a:pt x="257" y="145"/>
                </a:cubicBezTo>
                <a:lnTo>
                  <a:pt x="257" y="177"/>
                </a:lnTo>
                <a:close/>
                <a:moveTo>
                  <a:pt x="345" y="0"/>
                </a:moveTo>
                <a:cubicBezTo>
                  <a:pt x="8" y="0"/>
                  <a:pt x="8" y="0"/>
                  <a:pt x="8" y="0"/>
                </a:cubicBezTo>
                <a:cubicBezTo>
                  <a:pt x="4" y="0"/>
                  <a:pt x="0" y="4"/>
                  <a:pt x="0" y="8"/>
                </a:cubicBezTo>
                <a:cubicBezTo>
                  <a:pt x="0" y="12"/>
                  <a:pt x="4" y="16"/>
                  <a:pt x="8" y="16"/>
                </a:cubicBezTo>
                <a:cubicBezTo>
                  <a:pt x="32" y="16"/>
                  <a:pt x="32" y="16"/>
                  <a:pt x="32" y="16"/>
                </a:cubicBezTo>
                <a:cubicBezTo>
                  <a:pt x="32" y="289"/>
                  <a:pt x="32" y="289"/>
                  <a:pt x="32" y="289"/>
                </a:cubicBezTo>
                <a:cubicBezTo>
                  <a:pt x="32" y="307"/>
                  <a:pt x="47" y="321"/>
                  <a:pt x="64" y="321"/>
                </a:cubicBezTo>
                <a:cubicBezTo>
                  <a:pt x="80" y="321"/>
                  <a:pt x="80" y="321"/>
                  <a:pt x="80" y="321"/>
                </a:cubicBezTo>
                <a:cubicBezTo>
                  <a:pt x="80" y="345"/>
                  <a:pt x="80" y="345"/>
                  <a:pt x="80" y="345"/>
                </a:cubicBezTo>
                <a:cubicBezTo>
                  <a:pt x="80" y="350"/>
                  <a:pt x="84" y="353"/>
                  <a:pt x="89" y="353"/>
                </a:cubicBezTo>
                <a:cubicBezTo>
                  <a:pt x="93" y="353"/>
                  <a:pt x="97" y="350"/>
                  <a:pt x="97" y="345"/>
                </a:cubicBezTo>
                <a:cubicBezTo>
                  <a:pt x="97" y="321"/>
                  <a:pt x="97" y="321"/>
                  <a:pt x="97" y="321"/>
                </a:cubicBezTo>
                <a:cubicBezTo>
                  <a:pt x="257" y="321"/>
                  <a:pt x="257" y="321"/>
                  <a:pt x="257" y="321"/>
                </a:cubicBezTo>
                <a:cubicBezTo>
                  <a:pt x="257" y="345"/>
                  <a:pt x="257" y="345"/>
                  <a:pt x="257" y="345"/>
                </a:cubicBezTo>
                <a:cubicBezTo>
                  <a:pt x="257" y="350"/>
                  <a:pt x="261" y="353"/>
                  <a:pt x="265" y="353"/>
                </a:cubicBezTo>
                <a:cubicBezTo>
                  <a:pt x="270" y="353"/>
                  <a:pt x="273" y="350"/>
                  <a:pt x="273" y="345"/>
                </a:cubicBezTo>
                <a:cubicBezTo>
                  <a:pt x="273" y="321"/>
                  <a:pt x="273" y="321"/>
                  <a:pt x="273" y="321"/>
                </a:cubicBezTo>
                <a:cubicBezTo>
                  <a:pt x="289" y="321"/>
                  <a:pt x="289" y="321"/>
                  <a:pt x="289" y="321"/>
                </a:cubicBezTo>
                <a:cubicBezTo>
                  <a:pt x="307" y="321"/>
                  <a:pt x="321" y="307"/>
                  <a:pt x="321" y="289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45" y="16"/>
                  <a:pt x="345" y="16"/>
                  <a:pt x="345" y="16"/>
                </a:cubicBezTo>
                <a:cubicBezTo>
                  <a:pt x="350" y="16"/>
                  <a:pt x="353" y="12"/>
                  <a:pt x="353" y="8"/>
                </a:cubicBezTo>
                <a:cubicBezTo>
                  <a:pt x="353" y="4"/>
                  <a:pt x="350" y="0"/>
                  <a:pt x="345" y="0"/>
                </a:cubicBezTo>
                <a:moveTo>
                  <a:pt x="305" y="289"/>
                </a:moveTo>
                <a:cubicBezTo>
                  <a:pt x="305" y="298"/>
                  <a:pt x="298" y="305"/>
                  <a:pt x="289" y="305"/>
                </a:cubicBezTo>
                <a:cubicBezTo>
                  <a:pt x="64" y="305"/>
                  <a:pt x="64" y="305"/>
                  <a:pt x="64" y="305"/>
                </a:cubicBezTo>
                <a:cubicBezTo>
                  <a:pt x="56" y="305"/>
                  <a:pt x="48" y="298"/>
                  <a:pt x="48" y="289"/>
                </a:cubicBezTo>
                <a:cubicBezTo>
                  <a:pt x="48" y="16"/>
                  <a:pt x="48" y="16"/>
                  <a:pt x="48" y="16"/>
                </a:cubicBezTo>
                <a:cubicBezTo>
                  <a:pt x="305" y="16"/>
                  <a:pt x="305" y="16"/>
                  <a:pt x="305" y="16"/>
                </a:cubicBezTo>
                <a:lnTo>
                  <a:pt x="305" y="289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3" name="Freeform 43"/>
          <p:cNvSpPr>
            <a:spLocks noEditPoints="1"/>
          </p:cNvSpPr>
          <p:nvPr/>
        </p:nvSpPr>
        <p:spPr bwMode="auto">
          <a:xfrm>
            <a:off x="9709151" y="4265084"/>
            <a:ext cx="469900" cy="575733"/>
          </a:xfrm>
          <a:custGeom>
            <a:avLst/>
            <a:gdLst>
              <a:gd name="T0" fmla="*/ 128 w 289"/>
              <a:gd name="T1" fmla="*/ 193 h 353"/>
              <a:gd name="T2" fmla="*/ 160 w 289"/>
              <a:gd name="T3" fmla="*/ 193 h 353"/>
              <a:gd name="T4" fmla="*/ 160 w 289"/>
              <a:gd name="T5" fmla="*/ 177 h 353"/>
              <a:gd name="T6" fmla="*/ 128 w 289"/>
              <a:gd name="T7" fmla="*/ 177 h 353"/>
              <a:gd name="T8" fmla="*/ 128 w 289"/>
              <a:gd name="T9" fmla="*/ 193 h 353"/>
              <a:gd name="T10" fmla="*/ 128 w 289"/>
              <a:gd name="T11" fmla="*/ 112 h 353"/>
              <a:gd name="T12" fmla="*/ 160 w 289"/>
              <a:gd name="T13" fmla="*/ 112 h 353"/>
              <a:gd name="T14" fmla="*/ 160 w 289"/>
              <a:gd name="T15" fmla="*/ 96 h 353"/>
              <a:gd name="T16" fmla="*/ 128 w 289"/>
              <a:gd name="T17" fmla="*/ 96 h 353"/>
              <a:gd name="T18" fmla="*/ 128 w 289"/>
              <a:gd name="T19" fmla="*/ 112 h 353"/>
              <a:gd name="T20" fmla="*/ 128 w 289"/>
              <a:gd name="T21" fmla="*/ 273 h 353"/>
              <a:gd name="T22" fmla="*/ 160 w 289"/>
              <a:gd name="T23" fmla="*/ 273 h 353"/>
              <a:gd name="T24" fmla="*/ 160 w 289"/>
              <a:gd name="T25" fmla="*/ 257 h 353"/>
              <a:gd name="T26" fmla="*/ 128 w 289"/>
              <a:gd name="T27" fmla="*/ 257 h 353"/>
              <a:gd name="T28" fmla="*/ 128 w 289"/>
              <a:gd name="T29" fmla="*/ 273 h 353"/>
              <a:gd name="T30" fmla="*/ 257 w 289"/>
              <a:gd name="T31" fmla="*/ 0 h 353"/>
              <a:gd name="T32" fmla="*/ 32 w 289"/>
              <a:gd name="T33" fmla="*/ 0 h 353"/>
              <a:gd name="T34" fmla="*/ 0 w 289"/>
              <a:gd name="T35" fmla="*/ 32 h 353"/>
              <a:gd name="T36" fmla="*/ 0 w 289"/>
              <a:gd name="T37" fmla="*/ 321 h 353"/>
              <a:gd name="T38" fmla="*/ 32 w 289"/>
              <a:gd name="T39" fmla="*/ 353 h 353"/>
              <a:gd name="T40" fmla="*/ 257 w 289"/>
              <a:gd name="T41" fmla="*/ 353 h 353"/>
              <a:gd name="T42" fmla="*/ 289 w 289"/>
              <a:gd name="T43" fmla="*/ 321 h 353"/>
              <a:gd name="T44" fmla="*/ 289 w 289"/>
              <a:gd name="T45" fmla="*/ 32 h 353"/>
              <a:gd name="T46" fmla="*/ 257 w 289"/>
              <a:gd name="T47" fmla="*/ 0 h 353"/>
              <a:gd name="T48" fmla="*/ 273 w 289"/>
              <a:gd name="T49" fmla="*/ 321 h 353"/>
              <a:gd name="T50" fmla="*/ 257 w 289"/>
              <a:gd name="T51" fmla="*/ 337 h 353"/>
              <a:gd name="T52" fmla="*/ 32 w 289"/>
              <a:gd name="T53" fmla="*/ 337 h 353"/>
              <a:gd name="T54" fmla="*/ 16 w 289"/>
              <a:gd name="T55" fmla="*/ 321 h 353"/>
              <a:gd name="T56" fmla="*/ 16 w 289"/>
              <a:gd name="T57" fmla="*/ 32 h 353"/>
              <a:gd name="T58" fmla="*/ 32 w 289"/>
              <a:gd name="T59" fmla="*/ 16 h 353"/>
              <a:gd name="T60" fmla="*/ 257 w 289"/>
              <a:gd name="T61" fmla="*/ 16 h 353"/>
              <a:gd name="T62" fmla="*/ 273 w 289"/>
              <a:gd name="T63" fmla="*/ 32 h 353"/>
              <a:gd name="T64" fmla="*/ 273 w 289"/>
              <a:gd name="T65" fmla="*/ 321 h 353"/>
              <a:gd name="T66" fmla="*/ 48 w 289"/>
              <a:gd name="T67" fmla="*/ 305 h 353"/>
              <a:gd name="T68" fmla="*/ 240 w 289"/>
              <a:gd name="T69" fmla="*/ 305 h 353"/>
              <a:gd name="T70" fmla="*/ 240 w 289"/>
              <a:gd name="T71" fmla="*/ 48 h 353"/>
              <a:gd name="T72" fmla="*/ 48 w 289"/>
              <a:gd name="T73" fmla="*/ 48 h 353"/>
              <a:gd name="T74" fmla="*/ 48 w 289"/>
              <a:gd name="T75" fmla="*/ 305 h 353"/>
              <a:gd name="T76" fmla="*/ 64 w 289"/>
              <a:gd name="T77" fmla="*/ 64 h 353"/>
              <a:gd name="T78" fmla="*/ 224 w 289"/>
              <a:gd name="T79" fmla="*/ 64 h 353"/>
              <a:gd name="T80" fmla="*/ 224 w 289"/>
              <a:gd name="T81" fmla="*/ 128 h 353"/>
              <a:gd name="T82" fmla="*/ 64 w 289"/>
              <a:gd name="T83" fmla="*/ 128 h 353"/>
              <a:gd name="T84" fmla="*/ 64 w 289"/>
              <a:gd name="T85" fmla="*/ 64 h 353"/>
              <a:gd name="T86" fmla="*/ 64 w 289"/>
              <a:gd name="T87" fmla="*/ 145 h 353"/>
              <a:gd name="T88" fmla="*/ 224 w 289"/>
              <a:gd name="T89" fmla="*/ 145 h 353"/>
              <a:gd name="T90" fmla="*/ 224 w 289"/>
              <a:gd name="T91" fmla="*/ 209 h 353"/>
              <a:gd name="T92" fmla="*/ 64 w 289"/>
              <a:gd name="T93" fmla="*/ 209 h 353"/>
              <a:gd name="T94" fmla="*/ 64 w 289"/>
              <a:gd name="T95" fmla="*/ 145 h 353"/>
              <a:gd name="T96" fmla="*/ 64 w 289"/>
              <a:gd name="T97" fmla="*/ 225 h 353"/>
              <a:gd name="T98" fmla="*/ 224 w 289"/>
              <a:gd name="T99" fmla="*/ 225 h 353"/>
              <a:gd name="T100" fmla="*/ 224 w 289"/>
              <a:gd name="T101" fmla="*/ 289 h 353"/>
              <a:gd name="T102" fmla="*/ 64 w 289"/>
              <a:gd name="T103" fmla="*/ 289 h 353"/>
              <a:gd name="T104" fmla="*/ 64 w 289"/>
              <a:gd name="T105" fmla="*/ 225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289" h="353">
                <a:moveTo>
                  <a:pt x="128" y="193"/>
                </a:moveTo>
                <a:cubicBezTo>
                  <a:pt x="160" y="193"/>
                  <a:pt x="160" y="193"/>
                  <a:pt x="160" y="193"/>
                </a:cubicBezTo>
                <a:cubicBezTo>
                  <a:pt x="160" y="177"/>
                  <a:pt x="160" y="177"/>
                  <a:pt x="160" y="177"/>
                </a:cubicBezTo>
                <a:cubicBezTo>
                  <a:pt x="128" y="177"/>
                  <a:pt x="128" y="177"/>
                  <a:pt x="128" y="177"/>
                </a:cubicBezTo>
                <a:lnTo>
                  <a:pt x="128" y="193"/>
                </a:lnTo>
                <a:close/>
                <a:moveTo>
                  <a:pt x="128" y="112"/>
                </a:moveTo>
                <a:cubicBezTo>
                  <a:pt x="160" y="112"/>
                  <a:pt x="160" y="112"/>
                  <a:pt x="160" y="112"/>
                </a:cubicBezTo>
                <a:cubicBezTo>
                  <a:pt x="160" y="96"/>
                  <a:pt x="160" y="96"/>
                  <a:pt x="160" y="96"/>
                </a:cubicBezTo>
                <a:cubicBezTo>
                  <a:pt x="128" y="96"/>
                  <a:pt x="128" y="96"/>
                  <a:pt x="128" y="96"/>
                </a:cubicBezTo>
                <a:lnTo>
                  <a:pt x="128" y="112"/>
                </a:lnTo>
                <a:close/>
                <a:moveTo>
                  <a:pt x="128" y="273"/>
                </a:moveTo>
                <a:cubicBezTo>
                  <a:pt x="160" y="273"/>
                  <a:pt x="160" y="273"/>
                  <a:pt x="160" y="273"/>
                </a:cubicBezTo>
                <a:cubicBezTo>
                  <a:pt x="160" y="257"/>
                  <a:pt x="160" y="257"/>
                  <a:pt x="160" y="257"/>
                </a:cubicBezTo>
                <a:cubicBezTo>
                  <a:pt x="128" y="257"/>
                  <a:pt x="128" y="257"/>
                  <a:pt x="128" y="257"/>
                </a:cubicBezTo>
                <a:lnTo>
                  <a:pt x="128" y="273"/>
                </a:lnTo>
                <a:close/>
                <a:moveTo>
                  <a:pt x="257" y="0"/>
                </a:move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4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4" y="353"/>
                  <a:pt x="32" y="353"/>
                </a:cubicBezTo>
                <a:cubicBezTo>
                  <a:pt x="257" y="353"/>
                  <a:pt x="257" y="353"/>
                  <a:pt x="257" y="353"/>
                </a:cubicBezTo>
                <a:cubicBezTo>
                  <a:pt x="274" y="353"/>
                  <a:pt x="289" y="339"/>
                  <a:pt x="289" y="321"/>
                </a:cubicBezTo>
                <a:cubicBezTo>
                  <a:pt x="289" y="32"/>
                  <a:pt x="289" y="32"/>
                  <a:pt x="289" y="32"/>
                </a:cubicBezTo>
                <a:cubicBezTo>
                  <a:pt x="289" y="14"/>
                  <a:pt x="274" y="0"/>
                  <a:pt x="257" y="0"/>
                </a:cubicBezTo>
                <a:moveTo>
                  <a:pt x="273" y="321"/>
                </a:moveTo>
                <a:cubicBezTo>
                  <a:pt x="273" y="330"/>
                  <a:pt x="265" y="337"/>
                  <a:pt x="257" y="337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23" y="337"/>
                  <a:pt x="16" y="330"/>
                  <a:pt x="16" y="32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3"/>
                  <a:pt x="23" y="16"/>
                  <a:pt x="32" y="16"/>
                </a:cubicBezTo>
                <a:cubicBezTo>
                  <a:pt x="257" y="16"/>
                  <a:pt x="257" y="16"/>
                  <a:pt x="257" y="16"/>
                </a:cubicBezTo>
                <a:cubicBezTo>
                  <a:pt x="265" y="16"/>
                  <a:pt x="273" y="23"/>
                  <a:pt x="273" y="32"/>
                </a:cubicBezTo>
                <a:lnTo>
                  <a:pt x="273" y="321"/>
                </a:lnTo>
                <a:close/>
                <a:moveTo>
                  <a:pt x="48" y="305"/>
                </a:moveTo>
                <a:cubicBezTo>
                  <a:pt x="240" y="305"/>
                  <a:pt x="240" y="305"/>
                  <a:pt x="240" y="305"/>
                </a:cubicBezTo>
                <a:cubicBezTo>
                  <a:pt x="240" y="48"/>
                  <a:pt x="240" y="48"/>
                  <a:pt x="240" y="48"/>
                </a:cubicBezTo>
                <a:cubicBezTo>
                  <a:pt x="48" y="48"/>
                  <a:pt x="48" y="48"/>
                  <a:pt x="48" y="48"/>
                </a:cubicBezTo>
                <a:lnTo>
                  <a:pt x="48" y="305"/>
                </a:lnTo>
                <a:close/>
                <a:moveTo>
                  <a:pt x="64" y="64"/>
                </a:moveTo>
                <a:cubicBezTo>
                  <a:pt x="224" y="64"/>
                  <a:pt x="224" y="64"/>
                  <a:pt x="224" y="64"/>
                </a:cubicBezTo>
                <a:cubicBezTo>
                  <a:pt x="224" y="128"/>
                  <a:pt x="224" y="128"/>
                  <a:pt x="224" y="128"/>
                </a:cubicBezTo>
                <a:cubicBezTo>
                  <a:pt x="64" y="128"/>
                  <a:pt x="64" y="128"/>
                  <a:pt x="64" y="128"/>
                </a:cubicBezTo>
                <a:lnTo>
                  <a:pt x="64" y="64"/>
                </a:lnTo>
                <a:close/>
                <a:moveTo>
                  <a:pt x="64" y="145"/>
                </a:moveTo>
                <a:cubicBezTo>
                  <a:pt x="224" y="145"/>
                  <a:pt x="224" y="145"/>
                  <a:pt x="224" y="145"/>
                </a:cubicBezTo>
                <a:cubicBezTo>
                  <a:pt x="224" y="209"/>
                  <a:pt x="224" y="209"/>
                  <a:pt x="224" y="209"/>
                </a:cubicBezTo>
                <a:cubicBezTo>
                  <a:pt x="64" y="209"/>
                  <a:pt x="64" y="209"/>
                  <a:pt x="64" y="209"/>
                </a:cubicBezTo>
                <a:lnTo>
                  <a:pt x="64" y="145"/>
                </a:lnTo>
                <a:close/>
                <a:moveTo>
                  <a:pt x="64" y="225"/>
                </a:moveTo>
                <a:cubicBezTo>
                  <a:pt x="224" y="225"/>
                  <a:pt x="224" y="225"/>
                  <a:pt x="224" y="225"/>
                </a:cubicBezTo>
                <a:cubicBezTo>
                  <a:pt x="224" y="289"/>
                  <a:pt x="224" y="289"/>
                  <a:pt x="224" y="289"/>
                </a:cubicBezTo>
                <a:cubicBezTo>
                  <a:pt x="64" y="289"/>
                  <a:pt x="64" y="289"/>
                  <a:pt x="64" y="289"/>
                </a:cubicBezTo>
                <a:lnTo>
                  <a:pt x="64" y="225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4" name="Freeform 44"/>
          <p:cNvSpPr>
            <a:spLocks noEditPoints="1"/>
          </p:cNvSpPr>
          <p:nvPr/>
        </p:nvSpPr>
        <p:spPr bwMode="auto">
          <a:xfrm>
            <a:off x="10754784" y="4265084"/>
            <a:ext cx="575733" cy="575733"/>
          </a:xfrm>
          <a:custGeom>
            <a:avLst/>
            <a:gdLst>
              <a:gd name="T0" fmla="*/ 249 w 353"/>
              <a:gd name="T1" fmla="*/ 72 h 353"/>
              <a:gd name="T2" fmla="*/ 248 w 353"/>
              <a:gd name="T3" fmla="*/ 73 h 353"/>
              <a:gd name="T4" fmla="*/ 248 w 353"/>
              <a:gd name="T5" fmla="*/ 72 h 353"/>
              <a:gd name="T6" fmla="*/ 188 w 353"/>
              <a:gd name="T7" fmla="*/ 65 h 353"/>
              <a:gd name="T8" fmla="*/ 185 w 353"/>
              <a:gd name="T9" fmla="*/ 64 h 353"/>
              <a:gd name="T10" fmla="*/ 184 w 353"/>
              <a:gd name="T11" fmla="*/ 64 h 353"/>
              <a:gd name="T12" fmla="*/ 183 w 353"/>
              <a:gd name="T13" fmla="*/ 64 h 353"/>
              <a:gd name="T14" fmla="*/ 183 w 353"/>
              <a:gd name="T15" fmla="*/ 64 h 353"/>
              <a:gd name="T16" fmla="*/ 176 w 353"/>
              <a:gd name="T17" fmla="*/ 72 h 353"/>
              <a:gd name="T18" fmla="*/ 176 w 353"/>
              <a:gd name="T19" fmla="*/ 217 h 353"/>
              <a:gd name="T20" fmla="*/ 152 w 353"/>
              <a:gd name="T21" fmla="*/ 209 h 353"/>
              <a:gd name="T22" fmla="*/ 136 w 353"/>
              <a:gd name="T23" fmla="*/ 209 h 353"/>
              <a:gd name="T24" fmla="*/ 96 w 353"/>
              <a:gd name="T25" fmla="*/ 249 h 353"/>
              <a:gd name="T26" fmla="*/ 136 w 353"/>
              <a:gd name="T27" fmla="*/ 289 h 353"/>
              <a:gd name="T28" fmla="*/ 152 w 353"/>
              <a:gd name="T29" fmla="*/ 289 h 353"/>
              <a:gd name="T30" fmla="*/ 193 w 353"/>
              <a:gd name="T31" fmla="*/ 249 h 353"/>
              <a:gd name="T32" fmla="*/ 193 w 353"/>
              <a:gd name="T33" fmla="*/ 129 h 353"/>
              <a:gd name="T34" fmla="*/ 246 w 353"/>
              <a:gd name="T35" fmla="*/ 136 h 353"/>
              <a:gd name="T36" fmla="*/ 249 w 353"/>
              <a:gd name="T37" fmla="*/ 136 h 353"/>
              <a:gd name="T38" fmla="*/ 249 w 353"/>
              <a:gd name="T39" fmla="*/ 136 h 353"/>
              <a:gd name="T40" fmla="*/ 250 w 353"/>
              <a:gd name="T41" fmla="*/ 136 h 353"/>
              <a:gd name="T42" fmla="*/ 250 w 353"/>
              <a:gd name="T43" fmla="*/ 136 h 353"/>
              <a:gd name="T44" fmla="*/ 257 w 353"/>
              <a:gd name="T45" fmla="*/ 128 h 353"/>
              <a:gd name="T46" fmla="*/ 257 w 353"/>
              <a:gd name="T47" fmla="*/ 80 h 353"/>
              <a:gd name="T48" fmla="*/ 249 w 353"/>
              <a:gd name="T49" fmla="*/ 72 h 353"/>
              <a:gd name="T50" fmla="*/ 152 w 353"/>
              <a:gd name="T51" fmla="*/ 273 h 353"/>
              <a:gd name="T52" fmla="*/ 136 w 353"/>
              <a:gd name="T53" fmla="*/ 273 h 353"/>
              <a:gd name="T54" fmla="*/ 112 w 353"/>
              <a:gd name="T55" fmla="*/ 249 h 353"/>
              <a:gd name="T56" fmla="*/ 136 w 353"/>
              <a:gd name="T57" fmla="*/ 225 h 353"/>
              <a:gd name="T58" fmla="*/ 152 w 353"/>
              <a:gd name="T59" fmla="*/ 225 h 353"/>
              <a:gd name="T60" fmla="*/ 176 w 353"/>
              <a:gd name="T61" fmla="*/ 249 h 353"/>
              <a:gd name="T62" fmla="*/ 152 w 353"/>
              <a:gd name="T63" fmla="*/ 273 h 353"/>
              <a:gd name="T64" fmla="*/ 241 w 353"/>
              <a:gd name="T65" fmla="*/ 120 h 353"/>
              <a:gd name="T66" fmla="*/ 193 w 353"/>
              <a:gd name="T67" fmla="*/ 114 h 353"/>
              <a:gd name="T68" fmla="*/ 193 w 353"/>
              <a:gd name="T69" fmla="*/ 81 h 353"/>
              <a:gd name="T70" fmla="*/ 241 w 353"/>
              <a:gd name="T71" fmla="*/ 87 h 353"/>
              <a:gd name="T72" fmla="*/ 241 w 353"/>
              <a:gd name="T73" fmla="*/ 120 h 353"/>
              <a:gd name="T74" fmla="*/ 176 w 353"/>
              <a:gd name="T75" fmla="*/ 0 h 353"/>
              <a:gd name="T76" fmla="*/ 0 w 353"/>
              <a:gd name="T77" fmla="*/ 177 h 353"/>
              <a:gd name="T78" fmla="*/ 176 w 353"/>
              <a:gd name="T79" fmla="*/ 353 h 353"/>
              <a:gd name="T80" fmla="*/ 353 w 353"/>
              <a:gd name="T81" fmla="*/ 177 h 353"/>
              <a:gd name="T82" fmla="*/ 176 w 353"/>
              <a:gd name="T83" fmla="*/ 0 h 353"/>
              <a:gd name="T84" fmla="*/ 176 w 353"/>
              <a:gd name="T85" fmla="*/ 337 h 353"/>
              <a:gd name="T86" fmla="*/ 16 w 353"/>
              <a:gd name="T87" fmla="*/ 177 h 353"/>
              <a:gd name="T88" fmla="*/ 176 w 353"/>
              <a:gd name="T89" fmla="*/ 16 h 353"/>
              <a:gd name="T90" fmla="*/ 337 w 353"/>
              <a:gd name="T91" fmla="*/ 177 h 353"/>
              <a:gd name="T92" fmla="*/ 176 w 353"/>
              <a:gd name="T93" fmla="*/ 337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353" h="353">
                <a:moveTo>
                  <a:pt x="249" y="72"/>
                </a:moveTo>
                <a:cubicBezTo>
                  <a:pt x="248" y="72"/>
                  <a:pt x="248" y="72"/>
                  <a:pt x="248" y="73"/>
                </a:cubicBezTo>
                <a:cubicBezTo>
                  <a:pt x="248" y="72"/>
                  <a:pt x="248" y="72"/>
                  <a:pt x="248" y="72"/>
                </a:cubicBezTo>
                <a:cubicBezTo>
                  <a:pt x="188" y="65"/>
                  <a:pt x="188" y="65"/>
                  <a:pt x="188" y="65"/>
                </a:cubicBezTo>
                <a:cubicBezTo>
                  <a:pt x="187" y="64"/>
                  <a:pt x="186" y="64"/>
                  <a:pt x="185" y="64"/>
                </a:cubicBezTo>
                <a:cubicBezTo>
                  <a:pt x="184" y="64"/>
                  <a:pt x="184" y="64"/>
                  <a:pt x="184" y="64"/>
                </a:cubicBezTo>
                <a:cubicBezTo>
                  <a:pt x="183" y="64"/>
                  <a:pt x="183" y="64"/>
                  <a:pt x="183" y="64"/>
                </a:cubicBezTo>
                <a:cubicBezTo>
                  <a:pt x="183" y="64"/>
                  <a:pt x="183" y="64"/>
                  <a:pt x="183" y="64"/>
                </a:cubicBezTo>
                <a:cubicBezTo>
                  <a:pt x="179" y="65"/>
                  <a:pt x="176" y="68"/>
                  <a:pt x="176" y="72"/>
                </a:cubicBezTo>
                <a:cubicBezTo>
                  <a:pt x="176" y="217"/>
                  <a:pt x="176" y="217"/>
                  <a:pt x="176" y="217"/>
                </a:cubicBezTo>
                <a:cubicBezTo>
                  <a:pt x="170" y="212"/>
                  <a:pt x="161" y="209"/>
                  <a:pt x="152" y="209"/>
                </a:cubicBezTo>
                <a:cubicBezTo>
                  <a:pt x="136" y="209"/>
                  <a:pt x="136" y="209"/>
                  <a:pt x="136" y="209"/>
                </a:cubicBezTo>
                <a:cubicBezTo>
                  <a:pt x="114" y="209"/>
                  <a:pt x="96" y="227"/>
                  <a:pt x="96" y="249"/>
                </a:cubicBezTo>
                <a:cubicBezTo>
                  <a:pt x="96" y="271"/>
                  <a:pt x="114" y="289"/>
                  <a:pt x="136" y="289"/>
                </a:cubicBezTo>
                <a:cubicBezTo>
                  <a:pt x="152" y="289"/>
                  <a:pt x="152" y="289"/>
                  <a:pt x="152" y="289"/>
                </a:cubicBezTo>
                <a:cubicBezTo>
                  <a:pt x="175" y="289"/>
                  <a:pt x="193" y="271"/>
                  <a:pt x="193" y="249"/>
                </a:cubicBezTo>
                <a:cubicBezTo>
                  <a:pt x="193" y="129"/>
                  <a:pt x="193" y="129"/>
                  <a:pt x="193" y="129"/>
                </a:cubicBezTo>
                <a:cubicBezTo>
                  <a:pt x="246" y="136"/>
                  <a:pt x="246" y="136"/>
                  <a:pt x="246" y="136"/>
                </a:cubicBezTo>
                <a:cubicBezTo>
                  <a:pt x="247" y="136"/>
                  <a:pt x="248" y="136"/>
                  <a:pt x="249" y="136"/>
                </a:cubicBezTo>
                <a:cubicBezTo>
                  <a:pt x="249" y="136"/>
                  <a:pt x="249" y="136"/>
                  <a:pt x="249" y="136"/>
                </a:cubicBezTo>
                <a:cubicBezTo>
                  <a:pt x="250" y="136"/>
                  <a:pt x="250" y="136"/>
                  <a:pt x="250" y="136"/>
                </a:cubicBezTo>
                <a:cubicBezTo>
                  <a:pt x="250" y="136"/>
                  <a:pt x="250" y="136"/>
                  <a:pt x="250" y="136"/>
                </a:cubicBezTo>
                <a:cubicBezTo>
                  <a:pt x="254" y="136"/>
                  <a:pt x="257" y="132"/>
                  <a:pt x="257" y="128"/>
                </a:cubicBezTo>
                <a:cubicBezTo>
                  <a:pt x="257" y="80"/>
                  <a:pt x="257" y="80"/>
                  <a:pt x="257" y="80"/>
                </a:cubicBezTo>
                <a:cubicBezTo>
                  <a:pt x="257" y="76"/>
                  <a:pt x="253" y="72"/>
                  <a:pt x="249" y="72"/>
                </a:cubicBezTo>
                <a:moveTo>
                  <a:pt x="152" y="273"/>
                </a:moveTo>
                <a:cubicBezTo>
                  <a:pt x="136" y="273"/>
                  <a:pt x="136" y="273"/>
                  <a:pt x="136" y="273"/>
                </a:cubicBezTo>
                <a:cubicBezTo>
                  <a:pt x="123" y="273"/>
                  <a:pt x="112" y="262"/>
                  <a:pt x="112" y="249"/>
                </a:cubicBezTo>
                <a:cubicBezTo>
                  <a:pt x="112" y="236"/>
                  <a:pt x="123" y="225"/>
                  <a:pt x="136" y="225"/>
                </a:cubicBezTo>
                <a:cubicBezTo>
                  <a:pt x="152" y="225"/>
                  <a:pt x="152" y="225"/>
                  <a:pt x="152" y="225"/>
                </a:cubicBezTo>
                <a:cubicBezTo>
                  <a:pt x="166" y="225"/>
                  <a:pt x="176" y="236"/>
                  <a:pt x="176" y="249"/>
                </a:cubicBezTo>
                <a:cubicBezTo>
                  <a:pt x="176" y="262"/>
                  <a:pt x="166" y="273"/>
                  <a:pt x="152" y="273"/>
                </a:cubicBezTo>
                <a:moveTo>
                  <a:pt x="241" y="120"/>
                </a:moveTo>
                <a:cubicBezTo>
                  <a:pt x="193" y="114"/>
                  <a:pt x="193" y="114"/>
                  <a:pt x="193" y="114"/>
                </a:cubicBezTo>
                <a:cubicBezTo>
                  <a:pt x="193" y="81"/>
                  <a:pt x="193" y="81"/>
                  <a:pt x="193" y="81"/>
                </a:cubicBezTo>
                <a:cubicBezTo>
                  <a:pt x="241" y="87"/>
                  <a:pt x="241" y="87"/>
                  <a:pt x="241" y="87"/>
                </a:cubicBezTo>
                <a:lnTo>
                  <a:pt x="241" y="120"/>
                </a:lnTo>
                <a:close/>
                <a:moveTo>
                  <a:pt x="176" y="0"/>
                </a:moveTo>
                <a:cubicBezTo>
                  <a:pt x="79" y="0"/>
                  <a:pt x="0" y="79"/>
                  <a:pt x="0" y="177"/>
                </a:cubicBezTo>
                <a:cubicBezTo>
                  <a:pt x="0" y="274"/>
                  <a:pt x="79" y="353"/>
                  <a:pt x="176" y="353"/>
                </a:cubicBezTo>
                <a:cubicBezTo>
                  <a:pt x="274" y="353"/>
                  <a:pt x="353" y="274"/>
                  <a:pt x="353" y="177"/>
                </a:cubicBezTo>
                <a:cubicBezTo>
                  <a:pt x="353" y="79"/>
                  <a:pt x="274" y="0"/>
                  <a:pt x="176" y="0"/>
                </a:cubicBezTo>
                <a:moveTo>
                  <a:pt x="176" y="337"/>
                </a:moveTo>
                <a:cubicBezTo>
                  <a:pt x="88" y="337"/>
                  <a:pt x="16" y="265"/>
                  <a:pt x="16" y="177"/>
                </a:cubicBezTo>
                <a:cubicBezTo>
                  <a:pt x="16" y="88"/>
                  <a:pt x="88" y="16"/>
                  <a:pt x="176" y="16"/>
                </a:cubicBezTo>
                <a:cubicBezTo>
                  <a:pt x="265" y="16"/>
                  <a:pt x="337" y="88"/>
                  <a:pt x="337" y="177"/>
                </a:cubicBezTo>
                <a:cubicBezTo>
                  <a:pt x="337" y="265"/>
                  <a:pt x="265" y="337"/>
                  <a:pt x="176" y="337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5" name="Freeform 45"/>
          <p:cNvSpPr>
            <a:spLocks noEditPoints="1"/>
          </p:cNvSpPr>
          <p:nvPr/>
        </p:nvSpPr>
        <p:spPr bwMode="auto">
          <a:xfrm>
            <a:off x="863602" y="5363633"/>
            <a:ext cx="575733" cy="577851"/>
          </a:xfrm>
          <a:custGeom>
            <a:avLst/>
            <a:gdLst>
              <a:gd name="T0" fmla="*/ 321 w 353"/>
              <a:gd name="T1" fmla="*/ 0 h 354"/>
              <a:gd name="T2" fmla="*/ 32 w 353"/>
              <a:gd name="T3" fmla="*/ 0 h 354"/>
              <a:gd name="T4" fmla="*/ 0 w 353"/>
              <a:gd name="T5" fmla="*/ 32 h 354"/>
              <a:gd name="T6" fmla="*/ 0 w 353"/>
              <a:gd name="T7" fmla="*/ 321 h 354"/>
              <a:gd name="T8" fmla="*/ 32 w 353"/>
              <a:gd name="T9" fmla="*/ 354 h 354"/>
              <a:gd name="T10" fmla="*/ 321 w 353"/>
              <a:gd name="T11" fmla="*/ 354 h 354"/>
              <a:gd name="T12" fmla="*/ 353 w 353"/>
              <a:gd name="T13" fmla="*/ 321 h 354"/>
              <a:gd name="T14" fmla="*/ 353 w 353"/>
              <a:gd name="T15" fmla="*/ 32 h 354"/>
              <a:gd name="T16" fmla="*/ 321 w 353"/>
              <a:gd name="T17" fmla="*/ 0 h 354"/>
              <a:gd name="T18" fmla="*/ 337 w 353"/>
              <a:gd name="T19" fmla="*/ 321 h 354"/>
              <a:gd name="T20" fmla="*/ 321 w 353"/>
              <a:gd name="T21" fmla="*/ 338 h 354"/>
              <a:gd name="T22" fmla="*/ 32 w 353"/>
              <a:gd name="T23" fmla="*/ 338 h 354"/>
              <a:gd name="T24" fmla="*/ 16 w 353"/>
              <a:gd name="T25" fmla="*/ 321 h 354"/>
              <a:gd name="T26" fmla="*/ 16 w 353"/>
              <a:gd name="T27" fmla="*/ 32 h 354"/>
              <a:gd name="T28" fmla="*/ 32 w 353"/>
              <a:gd name="T29" fmla="*/ 16 h 354"/>
              <a:gd name="T30" fmla="*/ 321 w 353"/>
              <a:gd name="T31" fmla="*/ 16 h 354"/>
              <a:gd name="T32" fmla="*/ 337 w 353"/>
              <a:gd name="T33" fmla="*/ 32 h 354"/>
              <a:gd name="T34" fmla="*/ 337 w 353"/>
              <a:gd name="T35" fmla="*/ 321 h 354"/>
              <a:gd name="T36" fmla="*/ 249 w 353"/>
              <a:gd name="T37" fmla="*/ 73 h 354"/>
              <a:gd name="T38" fmla="*/ 248 w 353"/>
              <a:gd name="T39" fmla="*/ 73 h 354"/>
              <a:gd name="T40" fmla="*/ 248 w 353"/>
              <a:gd name="T41" fmla="*/ 73 h 354"/>
              <a:gd name="T42" fmla="*/ 188 w 353"/>
              <a:gd name="T43" fmla="*/ 65 h 354"/>
              <a:gd name="T44" fmla="*/ 185 w 353"/>
              <a:gd name="T45" fmla="*/ 65 h 354"/>
              <a:gd name="T46" fmla="*/ 184 w 353"/>
              <a:gd name="T47" fmla="*/ 65 h 354"/>
              <a:gd name="T48" fmla="*/ 183 w 353"/>
              <a:gd name="T49" fmla="*/ 65 h 354"/>
              <a:gd name="T50" fmla="*/ 183 w 353"/>
              <a:gd name="T51" fmla="*/ 65 h 354"/>
              <a:gd name="T52" fmla="*/ 177 w 353"/>
              <a:gd name="T53" fmla="*/ 73 h 354"/>
              <a:gd name="T54" fmla="*/ 177 w 353"/>
              <a:gd name="T55" fmla="*/ 217 h 354"/>
              <a:gd name="T56" fmla="*/ 152 w 353"/>
              <a:gd name="T57" fmla="*/ 209 h 354"/>
              <a:gd name="T58" fmla="*/ 136 w 353"/>
              <a:gd name="T59" fmla="*/ 209 h 354"/>
              <a:gd name="T60" fmla="*/ 96 w 353"/>
              <a:gd name="T61" fmla="*/ 249 h 354"/>
              <a:gd name="T62" fmla="*/ 136 w 353"/>
              <a:gd name="T63" fmla="*/ 289 h 354"/>
              <a:gd name="T64" fmla="*/ 152 w 353"/>
              <a:gd name="T65" fmla="*/ 289 h 354"/>
              <a:gd name="T66" fmla="*/ 193 w 353"/>
              <a:gd name="T67" fmla="*/ 249 h 354"/>
              <a:gd name="T68" fmla="*/ 193 w 353"/>
              <a:gd name="T69" fmla="*/ 130 h 354"/>
              <a:gd name="T70" fmla="*/ 246 w 353"/>
              <a:gd name="T71" fmla="*/ 136 h 354"/>
              <a:gd name="T72" fmla="*/ 249 w 353"/>
              <a:gd name="T73" fmla="*/ 137 h 354"/>
              <a:gd name="T74" fmla="*/ 250 w 353"/>
              <a:gd name="T75" fmla="*/ 137 h 354"/>
              <a:gd name="T76" fmla="*/ 250 w 353"/>
              <a:gd name="T77" fmla="*/ 137 h 354"/>
              <a:gd name="T78" fmla="*/ 250 w 353"/>
              <a:gd name="T79" fmla="*/ 137 h 354"/>
              <a:gd name="T80" fmla="*/ 257 w 353"/>
              <a:gd name="T81" fmla="*/ 129 h 354"/>
              <a:gd name="T82" fmla="*/ 257 w 353"/>
              <a:gd name="T83" fmla="*/ 81 h 354"/>
              <a:gd name="T84" fmla="*/ 249 w 353"/>
              <a:gd name="T85" fmla="*/ 73 h 354"/>
              <a:gd name="T86" fmla="*/ 152 w 353"/>
              <a:gd name="T87" fmla="*/ 273 h 354"/>
              <a:gd name="T88" fmla="*/ 136 w 353"/>
              <a:gd name="T89" fmla="*/ 273 h 354"/>
              <a:gd name="T90" fmla="*/ 112 w 353"/>
              <a:gd name="T91" fmla="*/ 249 h 354"/>
              <a:gd name="T92" fmla="*/ 136 w 353"/>
              <a:gd name="T93" fmla="*/ 225 h 354"/>
              <a:gd name="T94" fmla="*/ 152 w 353"/>
              <a:gd name="T95" fmla="*/ 225 h 354"/>
              <a:gd name="T96" fmla="*/ 177 w 353"/>
              <a:gd name="T97" fmla="*/ 249 h 354"/>
              <a:gd name="T98" fmla="*/ 152 w 353"/>
              <a:gd name="T99" fmla="*/ 273 h 354"/>
              <a:gd name="T100" fmla="*/ 241 w 353"/>
              <a:gd name="T101" fmla="*/ 120 h 354"/>
              <a:gd name="T102" fmla="*/ 193 w 353"/>
              <a:gd name="T103" fmla="*/ 114 h 354"/>
              <a:gd name="T104" fmla="*/ 193 w 353"/>
              <a:gd name="T105" fmla="*/ 81 h 354"/>
              <a:gd name="T106" fmla="*/ 241 w 353"/>
              <a:gd name="T107" fmla="*/ 87 h 354"/>
              <a:gd name="T108" fmla="*/ 241 w 353"/>
              <a:gd name="T109" fmla="*/ 120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353" h="354">
                <a:moveTo>
                  <a:pt x="321" y="0"/>
                </a:move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5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4" y="354"/>
                  <a:pt x="32" y="354"/>
                </a:cubicBezTo>
                <a:cubicBezTo>
                  <a:pt x="321" y="354"/>
                  <a:pt x="321" y="354"/>
                  <a:pt x="321" y="354"/>
                </a:cubicBezTo>
                <a:cubicBezTo>
                  <a:pt x="339" y="354"/>
                  <a:pt x="353" y="339"/>
                  <a:pt x="353" y="321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15"/>
                  <a:pt x="339" y="0"/>
                  <a:pt x="321" y="0"/>
                </a:cubicBezTo>
                <a:moveTo>
                  <a:pt x="337" y="321"/>
                </a:moveTo>
                <a:cubicBezTo>
                  <a:pt x="337" y="330"/>
                  <a:pt x="330" y="338"/>
                  <a:pt x="321" y="338"/>
                </a:cubicBezTo>
                <a:cubicBezTo>
                  <a:pt x="32" y="338"/>
                  <a:pt x="32" y="338"/>
                  <a:pt x="32" y="338"/>
                </a:cubicBezTo>
                <a:cubicBezTo>
                  <a:pt x="23" y="338"/>
                  <a:pt x="16" y="330"/>
                  <a:pt x="16" y="32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4"/>
                  <a:pt x="23" y="16"/>
                  <a:pt x="32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4"/>
                  <a:pt x="337" y="32"/>
                </a:cubicBezTo>
                <a:lnTo>
                  <a:pt x="337" y="321"/>
                </a:lnTo>
                <a:close/>
                <a:moveTo>
                  <a:pt x="249" y="73"/>
                </a:moveTo>
                <a:cubicBezTo>
                  <a:pt x="248" y="73"/>
                  <a:pt x="248" y="73"/>
                  <a:pt x="248" y="73"/>
                </a:cubicBezTo>
                <a:cubicBezTo>
                  <a:pt x="248" y="73"/>
                  <a:pt x="248" y="73"/>
                  <a:pt x="248" y="73"/>
                </a:cubicBezTo>
                <a:cubicBezTo>
                  <a:pt x="188" y="65"/>
                  <a:pt x="188" y="65"/>
                  <a:pt x="188" y="65"/>
                </a:cubicBezTo>
                <a:cubicBezTo>
                  <a:pt x="187" y="65"/>
                  <a:pt x="186" y="65"/>
                  <a:pt x="185" y="65"/>
                </a:cubicBezTo>
                <a:cubicBezTo>
                  <a:pt x="184" y="65"/>
                  <a:pt x="184" y="65"/>
                  <a:pt x="184" y="65"/>
                </a:cubicBezTo>
                <a:cubicBezTo>
                  <a:pt x="183" y="65"/>
                  <a:pt x="183" y="65"/>
                  <a:pt x="183" y="65"/>
                </a:cubicBezTo>
                <a:cubicBezTo>
                  <a:pt x="183" y="65"/>
                  <a:pt x="183" y="65"/>
                  <a:pt x="183" y="65"/>
                </a:cubicBezTo>
                <a:cubicBezTo>
                  <a:pt x="180" y="65"/>
                  <a:pt x="177" y="69"/>
                  <a:pt x="177" y="73"/>
                </a:cubicBezTo>
                <a:cubicBezTo>
                  <a:pt x="177" y="217"/>
                  <a:pt x="177" y="217"/>
                  <a:pt x="177" y="217"/>
                </a:cubicBezTo>
                <a:cubicBezTo>
                  <a:pt x="170" y="212"/>
                  <a:pt x="162" y="209"/>
                  <a:pt x="152" y="209"/>
                </a:cubicBezTo>
                <a:cubicBezTo>
                  <a:pt x="136" y="209"/>
                  <a:pt x="136" y="209"/>
                  <a:pt x="136" y="209"/>
                </a:cubicBezTo>
                <a:cubicBezTo>
                  <a:pt x="114" y="209"/>
                  <a:pt x="96" y="227"/>
                  <a:pt x="96" y="249"/>
                </a:cubicBezTo>
                <a:cubicBezTo>
                  <a:pt x="96" y="271"/>
                  <a:pt x="114" y="289"/>
                  <a:pt x="136" y="289"/>
                </a:cubicBezTo>
                <a:cubicBezTo>
                  <a:pt x="152" y="289"/>
                  <a:pt x="152" y="289"/>
                  <a:pt x="152" y="289"/>
                </a:cubicBezTo>
                <a:cubicBezTo>
                  <a:pt x="175" y="289"/>
                  <a:pt x="193" y="271"/>
                  <a:pt x="193" y="249"/>
                </a:cubicBezTo>
                <a:cubicBezTo>
                  <a:pt x="193" y="130"/>
                  <a:pt x="193" y="130"/>
                  <a:pt x="193" y="130"/>
                </a:cubicBezTo>
                <a:cubicBezTo>
                  <a:pt x="246" y="136"/>
                  <a:pt x="246" y="136"/>
                  <a:pt x="246" y="136"/>
                </a:cubicBezTo>
                <a:cubicBezTo>
                  <a:pt x="247" y="137"/>
                  <a:pt x="248" y="137"/>
                  <a:pt x="249" y="137"/>
                </a:cubicBezTo>
                <a:cubicBezTo>
                  <a:pt x="249" y="137"/>
                  <a:pt x="249" y="137"/>
                  <a:pt x="250" y="137"/>
                </a:cubicBezTo>
                <a:cubicBezTo>
                  <a:pt x="250" y="137"/>
                  <a:pt x="250" y="137"/>
                  <a:pt x="250" y="137"/>
                </a:cubicBezTo>
                <a:cubicBezTo>
                  <a:pt x="250" y="137"/>
                  <a:pt x="250" y="137"/>
                  <a:pt x="250" y="137"/>
                </a:cubicBezTo>
                <a:cubicBezTo>
                  <a:pt x="254" y="136"/>
                  <a:pt x="257" y="133"/>
                  <a:pt x="257" y="129"/>
                </a:cubicBezTo>
                <a:cubicBezTo>
                  <a:pt x="257" y="81"/>
                  <a:pt x="257" y="81"/>
                  <a:pt x="257" y="81"/>
                </a:cubicBezTo>
                <a:cubicBezTo>
                  <a:pt x="257" y="76"/>
                  <a:pt x="253" y="73"/>
                  <a:pt x="249" y="73"/>
                </a:cubicBezTo>
                <a:moveTo>
                  <a:pt x="152" y="273"/>
                </a:moveTo>
                <a:cubicBezTo>
                  <a:pt x="136" y="273"/>
                  <a:pt x="136" y="273"/>
                  <a:pt x="136" y="273"/>
                </a:cubicBezTo>
                <a:cubicBezTo>
                  <a:pt x="123" y="273"/>
                  <a:pt x="112" y="263"/>
                  <a:pt x="112" y="249"/>
                </a:cubicBezTo>
                <a:cubicBezTo>
                  <a:pt x="112" y="236"/>
                  <a:pt x="123" y="225"/>
                  <a:pt x="136" y="225"/>
                </a:cubicBezTo>
                <a:cubicBezTo>
                  <a:pt x="152" y="225"/>
                  <a:pt x="152" y="225"/>
                  <a:pt x="152" y="225"/>
                </a:cubicBezTo>
                <a:cubicBezTo>
                  <a:pt x="166" y="225"/>
                  <a:pt x="177" y="236"/>
                  <a:pt x="177" y="249"/>
                </a:cubicBezTo>
                <a:cubicBezTo>
                  <a:pt x="177" y="263"/>
                  <a:pt x="166" y="273"/>
                  <a:pt x="152" y="273"/>
                </a:cubicBezTo>
                <a:moveTo>
                  <a:pt x="241" y="120"/>
                </a:moveTo>
                <a:cubicBezTo>
                  <a:pt x="193" y="114"/>
                  <a:pt x="193" y="114"/>
                  <a:pt x="193" y="114"/>
                </a:cubicBezTo>
                <a:cubicBezTo>
                  <a:pt x="193" y="81"/>
                  <a:pt x="193" y="81"/>
                  <a:pt x="193" y="81"/>
                </a:cubicBezTo>
                <a:cubicBezTo>
                  <a:pt x="241" y="87"/>
                  <a:pt x="241" y="87"/>
                  <a:pt x="241" y="87"/>
                </a:cubicBezTo>
                <a:lnTo>
                  <a:pt x="241" y="12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6" name="Freeform 46"/>
          <p:cNvSpPr>
            <a:spLocks noEditPoints="1"/>
          </p:cNvSpPr>
          <p:nvPr/>
        </p:nvSpPr>
        <p:spPr bwMode="auto">
          <a:xfrm>
            <a:off x="1962151" y="5363633"/>
            <a:ext cx="575733" cy="577851"/>
          </a:xfrm>
          <a:custGeom>
            <a:avLst/>
            <a:gdLst>
              <a:gd name="T0" fmla="*/ 32 w 353"/>
              <a:gd name="T1" fmla="*/ 0 h 354"/>
              <a:gd name="T2" fmla="*/ 0 w 353"/>
              <a:gd name="T3" fmla="*/ 321 h 354"/>
              <a:gd name="T4" fmla="*/ 321 w 353"/>
              <a:gd name="T5" fmla="*/ 354 h 354"/>
              <a:gd name="T6" fmla="*/ 353 w 353"/>
              <a:gd name="T7" fmla="*/ 32 h 354"/>
              <a:gd name="T8" fmla="*/ 337 w 353"/>
              <a:gd name="T9" fmla="*/ 321 h 354"/>
              <a:gd name="T10" fmla="*/ 32 w 353"/>
              <a:gd name="T11" fmla="*/ 338 h 354"/>
              <a:gd name="T12" fmla="*/ 16 w 353"/>
              <a:gd name="T13" fmla="*/ 32 h 354"/>
              <a:gd name="T14" fmla="*/ 321 w 353"/>
              <a:gd name="T15" fmla="*/ 16 h 354"/>
              <a:gd name="T16" fmla="*/ 337 w 353"/>
              <a:gd name="T17" fmla="*/ 321 h 354"/>
              <a:gd name="T18" fmla="*/ 169 w 353"/>
              <a:gd name="T19" fmla="*/ 145 h 354"/>
              <a:gd name="T20" fmla="*/ 169 w 353"/>
              <a:gd name="T21" fmla="*/ 129 h 354"/>
              <a:gd name="T22" fmla="*/ 64 w 353"/>
              <a:gd name="T23" fmla="*/ 137 h 354"/>
              <a:gd name="T24" fmla="*/ 72 w 353"/>
              <a:gd name="T25" fmla="*/ 113 h 354"/>
              <a:gd name="T26" fmla="*/ 177 w 353"/>
              <a:gd name="T27" fmla="*/ 105 h 354"/>
              <a:gd name="T28" fmla="*/ 72 w 353"/>
              <a:gd name="T29" fmla="*/ 97 h 354"/>
              <a:gd name="T30" fmla="*/ 72 w 353"/>
              <a:gd name="T31" fmla="*/ 113 h 354"/>
              <a:gd name="T32" fmla="*/ 169 w 353"/>
              <a:gd name="T33" fmla="*/ 161 h 354"/>
              <a:gd name="T34" fmla="*/ 64 w 353"/>
              <a:gd name="T35" fmla="*/ 169 h 354"/>
              <a:gd name="T36" fmla="*/ 169 w 353"/>
              <a:gd name="T37" fmla="*/ 177 h 354"/>
              <a:gd name="T38" fmla="*/ 297 w 353"/>
              <a:gd name="T39" fmla="*/ 73 h 354"/>
              <a:gd name="T40" fmla="*/ 296 w 353"/>
              <a:gd name="T41" fmla="*/ 73 h 354"/>
              <a:gd name="T42" fmla="*/ 233 w 353"/>
              <a:gd name="T43" fmla="*/ 65 h 354"/>
              <a:gd name="T44" fmla="*/ 232 w 353"/>
              <a:gd name="T45" fmla="*/ 65 h 354"/>
              <a:gd name="T46" fmla="*/ 225 w 353"/>
              <a:gd name="T47" fmla="*/ 73 h 354"/>
              <a:gd name="T48" fmla="*/ 201 w 353"/>
              <a:gd name="T49" fmla="*/ 209 h 354"/>
              <a:gd name="T50" fmla="*/ 145 w 353"/>
              <a:gd name="T51" fmla="*/ 249 h 354"/>
              <a:gd name="T52" fmla="*/ 201 w 353"/>
              <a:gd name="T53" fmla="*/ 289 h 354"/>
              <a:gd name="T54" fmla="*/ 241 w 353"/>
              <a:gd name="T55" fmla="*/ 130 h 354"/>
              <a:gd name="T56" fmla="*/ 297 w 353"/>
              <a:gd name="T57" fmla="*/ 137 h 354"/>
              <a:gd name="T58" fmla="*/ 298 w 353"/>
              <a:gd name="T59" fmla="*/ 137 h 354"/>
              <a:gd name="T60" fmla="*/ 305 w 353"/>
              <a:gd name="T61" fmla="*/ 129 h 354"/>
              <a:gd name="T62" fmla="*/ 297 w 353"/>
              <a:gd name="T63" fmla="*/ 73 h 354"/>
              <a:gd name="T64" fmla="*/ 185 w 353"/>
              <a:gd name="T65" fmla="*/ 273 h 354"/>
              <a:gd name="T66" fmla="*/ 185 w 353"/>
              <a:gd name="T67" fmla="*/ 225 h 354"/>
              <a:gd name="T68" fmla="*/ 225 w 353"/>
              <a:gd name="T69" fmla="*/ 249 h 354"/>
              <a:gd name="T70" fmla="*/ 289 w 353"/>
              <a:gd name="T71" fmla="*/ 120 h 354"/>
              <a:gd name="T72" fmla="*/ 241 w 353"/>
              <a:gd name="T73" fmla="*/ 81 h 354"/>
              <a:gd name="T74" fmla="*/ 289 w 353"/>
              <a:gd name="T75" fmla="*/ 120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353" h="354">
                <a:moveTo>
                  <a:pt x="321" y="0"/>
                </a:moveTo>
                <a:cubicBezTo>
                  <a:pt x="32" y="0"/>
                  <a:pt x="32" y="0"/>
                  <a:pt x="32" y="0"/>
                </a:cubicBezTo>
                <a:cubicBezTo>
                  <a:pt x="15" y="0"/>
                  <a:pt x="0" y="15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5" y="354"/>
                  <a:pt x="32" y="354"/>
                </a:cubicBezTo>
                <a:cubicBezTo>
                  <a:pt x="321" y="354"/>
                  <a:pt x="321" y="354"/>
                  <a:pt x="321" y="354"/>
                </a:cubicBezTo>
                <a:cubicBezTo>
                  <a:pt x="339" y="354"/>
                  <a:pt x="353" y="339"/>
                  <a:pt x="353" y="321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15"/>
                  <a:pt x="339" y="0"/>
                  <a:pt x="321" y="0"/>
                </a:cubicBezTo>
                <a:moveTo>
                  <a:pt x="337" y="321"/>
                </a:moveTo>
                <a:cubicBezTo>
                  <a:pt x="337" y="330"/>
                  <a:pt x="330" y="338"/>
                  <a:pt x="321" y="338"/>
                </a:cubicBezTo>
                <a:cubicBezTo>
                  <a:pt x="32" y="338"/>
                  <a:pt x="32" y="338"/>
                  <a:pt x="32" y="338"/>
                </a:cubicBezTo>
                <a:cubicBezTo>
                  <a:pt x="23" y="338"/>
                  <a:pt x="16" y="330"/>
                  <a:pt x="16" y="32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4"/>
                  <a:pt x="23" y="16"/>
                  <a:pt x="32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4"/>
                  <a:pt x="337" y="32"/>
                </a:cubicBezTo>
                <a:lnTo>
                  <a:pt x="337" y="321"/>
                </a:lnTo>
                <a:close/>
                <a:moveTo>
                  <a:pt x="72" y="145"/>
                </a:moveTo>
                <a:cubicBezTo>
                  <a:pt x="169" y="145"/>
                  <a:pt x="169" y="145"/>
                  <a:pt x="169" y="145"/>
                </a:cubicBezTo>
                <a:cubicBezTo>
                  <a:pt x="173" y="145"/>
                  <a:pt x="177" y="141"/>
                  <a:pt x="177" y="137"/>
                </a:cubicBezTo>
                <a:cubicBezTo>
                  <a:pt x="177" y="132"/>
                  <a:pt x="173" y="129"/>
                  <a:pt x="169" y="129"/>
                </a:cubicBezTo>
                <a:cubicBezTo>
                  <a:pt x="72" y="129"/>
                  <a:pt x="72" y="129"/>
                  <a:pt x="72" y="129"/>
                </a:cubicBezTo>
                <a:cubicBezTo>
                  <a:pt x="68" y="129"/>
                  <a:pt x="64" y="132"/>
                  <a:pt x="64" y="137"/>
                </a:cubicBezTo>
                <a:cubicBezTo>
                  <a:pt x="64" y="141"/>
                  <a:pt x="68" y="145"/>
                  <a:pt x="72" y="145"/>
                </a:cubicBezTo>
                <a:moveTo>
                  <a:pt x="72" y="113"/>
                </a:moveTo>
                <a:cubicBezTo>
                  <a:pt x="169" y="113"/>
                  <a:pt x="169" y="113"/>
                  <a:pt x="169" y="113"/>
                </a:cubicBezTo>
                <a:cubicBezTo>
                  <a:pt x="173" y="113"/>
                  <a:pt x="177" y="109"/>
                  <a:pt x="177" y="105"/>
                </a:cubicBezTo>
                <a:cubicBezTo>
                  <a:pt x="177" y="100"/>
                  <a:pt x="173" y="97"/>
                  <a:pt x="169" y="97"/>
                </a:cubicBezTo>
                <a:cubicBezTo>
                  <a:pt x="72" y="97"/>
                  <a:pt x="72" y="97"/>
                  <a:pt x="72" y="97"/>
                </a:cubicBezTo>
                <a:cubicBezTo>
                  <a:pt x="68" y="97"/>
                  <a:pt x="64" y="100"/>
                  <a:pt x="64" y="105"/>
                </a:cubicBezTo>
                <a:cubicBezTo>
                  <a:pt x="64" y="109"/>
                  <a:pt x="68" y="113"/>
                  <a:pt x="72" y="113"/>
                </a:cubicBezTo>
                <a:moveTo>
                  <a:pt x="177" y="169"/>
                </a:moveTo>
                <a:cubicBezTo>
                  <a:pt x="177" y="164"/>
                  <a:pt x="173" y="161"/>
                  <a:pt x="169" y="161"/>
                </a:cubicBezTo>
                <a:cubicBezTo>
                  <a:pt x="72" y="161"/>
                  <a:pt x="72" y="161"/>
                  <a:pt x="72" y="161"/>
                </a:cubicBezTo>
                <a:cubicBezTo>
                  <a:pt x="68" y="161"/>
                  <a:pt x="64" y="164"/>
                  <a:pt x="64" y="169"/>
                </a:cubicBezTo>
                <a:cubicBezTo>
                  <a:pt x="64" y="173"/>
                  <a:pt x="68" y="177"/>
                  <a:pt x="72" y="177"/>
                </a:cubicBezTo>
                <a:cubicBezTo>
                  <a:pt x="169" y="177"/>
                  <a:pt x="169" y="177"/>
                  <a:pt x="169" y="177"/>
                </a:cubicBezTo>
                <a:cubicBezTo>
                  <a:pt x="173" y="177"/>
                  <a:pt x="177" y="173"/>
                  <a:pt x="177" y="169"/>
                </a:cubicBezTo>
                <a:moveTo>
                  <a:pt x="297" y="73"/>
                </a:moveTo>
                <a:cubicBezTo>
                  <a:pt x="297" y="73"/>
                  <a:pt x="296" y="73"/>
                  <a:pt x="296" y="73"/>
                </a:cubicBezTo>
                <a:cubicBezTo>
                  <a:pt x="296" y="73"/>
                  <a:pt x="296" y="73"/>
                  <a:pt x="296" y="73"/>
                </a:cubicBezTo>
                <a:cubicBezTo>
                  <a:pt x="236" y="65"/>
                  <a:pt x="236" y="65"/>
                  <a:pt x="236" y="65"/>
                </a:cubicBezTo>
                <a:cubicBezTo>
                  <a:pt x="235" y="65"/>
                  <a:pt x="234" y="65"/>
                  <a:pt x="233" y="65"/>
                </a:cubicBezTo>
                <a:cubicBezTo>
                  <a:pt x="233" y="65"/>
                  <a:pt x="233" y="65"/>
                  <a:pt x="232" y="65"/>
                </a:cubicBezTo>
                <a:cubicBezTo>
                  <a:pt x="232" y="65"/>
                  <a:pt x="232" y="65"/>
                  <a:pt x="232" y="65"/>
                </a:cubicBezTo>
                <a:cubicBezTo>
                  <a:pt x="232" y="65"/>
                  <a:pt x="232" y="65"/>
                  <a:pt x="232" y="65"/>
                </a:cubicBezTo>
                <a:cubicBezTo>
                  <a:pt x="228" y="65"/>
                  <a:pt x="225" y="69"/>
                  <a:pt x="225" y="73"/>
                </a:cubicBezTo>
                <a:cubicBezTo>
                  <a:pt x="225" y="217"/>
                  <a:pt x="225" y="217"/>
                  <a:pt x="225" y="217"/>
                </a:cubicBezTo>
                <a:cubicBezTo>
                  <a:pt x="218" y="212"/>
                  <a:pt x="210" y="209"/>
                  <a:pt x="201" y="209"/>
                </a:cubicBezTo>
                <a:cubicBezTo>
                  <a:pt x="185" y="209"/>
                  <a:pt x="185" y="209"/>
                  <a:pt x="185" y="209"/>
                </a:cubicBezTo>
                <a:cubicBezTo>
                  <a:pt x="163" y="209"/>
                  <a:pt x="145" y="227"/>
                  <a:pt x="145" y="249"/>
                </a:cubicBezTo>
                <a:cubicBezTo>
                  <a:pt x="145" y="271"/>
                  <a:pt x="163" y="289"/>
                  <a:pt x="185" y="289"/>
                </a:cubicBezTo>
                <a:cubicBezTo>
                  <a:pt x="201" y="289"/>
                  <a:pt x="201" y="289"/>
                  <a:pt x="201" y="289"/>
                </a:cubicBezTo>
                <a:cubicBezTo>
                  <a:pt x="223" y="289"/>
                  <a:pt x="241" y="271"/>
                  <a:pt x="241" y="249"/>
                </a:cubicBezTo>
                <a:cubicBezTo>
                  <a:pt x="241" y="130"/>
                  <a:pt x="241" y="130"/>
                  <a:pt x="241" y="130"/>
                </a:cubicBezTo>
                <a:cubicBezTo>
                  <a:pt x="294" y="136"/>
                  <a:pt x="294" y="136"/>
                  <a:pt x="294" y="136"/>
                </a:cubicBezTo>
                <a:cubicBezTo>
                  <a:pt x="295" y="137"/>
                  <a:pt x="296" y="137"/>
                  <a:pt x="297" y="137"/>
                </a:cubicBezTo>
                <a:cubicBezTo>
                  <a:pt x="298" y="137"/>
                  <a:pt x="298" y="137"/>
                  <a:pt x="298" y="137"/>
                </a:cubicBezTo>
                <a:cubicBezTo>
                  <a:pt x="298" y="137"/>
                  <a:pt x="298" y="137"/>
                  <a:pt x="298" y="137"/>
                </a:cubicBezTo>
                <a:cubicBezTo>
                  <a:pt x="298" y="137"/>
                  <a:pt x="298" y="137"/>
                  <a:pt x="298" y="137"/>
                </a:cubicBezTo>
                <a:cubicBezTo>
                  <a:pt x="302" y="136"/>
                  <a:pt x="305" y="133"/>
                  <a:pt x="305" y="129"/>
                </a:cubicBezTo>
                <a:cubicBezTo>
                  <a:pt x="305" y="81"/>
                  <a:pt x="305" y="81"/>
                  <a:pt x="305" y="81"/>
                </a:cubicBezTo>
                <a:cubicBezTo>
                  <a:pt x="305" y="76"/>
                  <a:pt x="302" y="73"/>
                  <a:pt x="297" y="73"/>
                </a:cubicBezTo>
                <a:moveTo>
                  <a:pt x="201" y="273"/>
                </a:moveTo>
                <a:cubicBezTo>
                  <a:pt x="185" y="273"/>
                  <a:pt x="185" y="273"/>
                  <a:pt x="185" y="273"/>
                </a:cubicBezTo>
                <a:cubicBezTo>
                  <a:pt x="172" y="273"/>
                  <a:pt x="161" y="263"/>
                  <a:pt x="161" y="249"/>
                </a:cubicBezTo>
                <a:cubicBezTo>
                  <a:pt x="161" y="236"/>
                  <a:pt x="172" y="225"/>
                  <a:pt x="185" y="225"/>
                </a:cubicBezTo>
                <a:cubicBezTo>
                  <a:pt x="201" y="225"/>
                  <a:pt x="201" y="225"/>
                  <a:pt x="201" y="225"/>
                </a:cubicBezTo>
                <a:cubicBezTo>
                  <a:pt x="214" y="225"/>
                  <a:pt x="225" y="236"/>
                  <a:pt x="225" y="249"/>
                </a:cubicBezTo>
                <a:cubicBezTo>
                  <a:pt x="225" y="263"/>
                  <a:pt x="214" y="273"/>
                  <a:pt x="201" y="273"/>
                </a:cubicBezTo>
                <a:moveTo>
                  <a:pt x="289" y="120"/>
                </a:moveTo>
                <a:cubicBezTo>
                  <a:pt x="241" y="114"/>
                  <a:pt x="241" y="114"/>
                  <a:pt x="241" y="114"/>
                </a:cubicBezTo>
                <a:cubicBezTo>
                  <a:pt x="241" y="81"/>
                  <a:pt x="241" y="81"/>
                  <a:pt x="241" y="81"/>
                </a:cubicBezTo>
                <a:cubicBezTo>
                  <a:pt x="289" y="87"/>
                  <a:pt x="289" y="87"/>
                  <a:pt x="289" y="87"/>
                </a:cubicBezTo>
                <a:lnTo>
                  <a:pt x="289" y="12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7" name="Freeform 47"/>
          <p:cNvSpPr>
            <a:spLocks noEditPoints="1"/>
          </p:cNvSpPr>
          <p:nvPr/>
        </p:nvSpPr>
        <p:spPr bwMode="auto">
          <a:xfrm>
            <a:off x="3062818" y="5363633"/>
            <a:ext cx="573617" cy="577851"/>
          </a:xfrm>
          <a:custGeom>
            <a:avLst/>
            <a:gdLst>
              <a:gd name="T0" fmla="*/ 281 w 353"/>
              <a:gd name="T1" fmla="*/ 49 h 354"/>
              <a:gd name="T2" fmla="*/ 279 w 353"/>
              <a:gd name="T3" fmla="*/ 49 h 354"/>
              <a:gd name="T4" fmla="*/ 279 w 353"/>
              <a:gd name="T5" fmla="*/ 49 h 354"/>
              <a:gd name="T6" fmla="*/ 134 w 353"/>
              <a:gd name="T7" fmla="*/ 81 h 354"/>
              <a:gd name="T8" fmla="*/ 134 w 353"/>
              <a:gd name="T9" fmla="*/ 81 h 354"/>
              <a:gd name="T10" fmla="*/ 128 w 353"/>
              <a:gd name="T11" fmla="*/ 89 h 354"/>
              <a:gd name="T12" fmla="*/ 128 w 353"/>
              <a:gd name="T13" fmla="*/ 233 h 354"/>
              <a:gd name="T14" fmla="*/ 104 w 353"/>
              <a:gd name="T15" fmla="*/ 225 h 354"/>
              <a:gd name="T16" fmla="*/ 88 w 353"/>
              <a:gd name="T17" fmla="*/ 225 h 354"/>
              <a:gd name="T18" fmla="*/ 48 w 353"/>
              <a:gd name="T19" fmla="*/ 265 h 354"/>
              <a:gd name="T20" fmla="*/ 88 w 353"/>
              <a:gd name="T21" fmla="*/ 305 h 354"/>
              <a:gd name="T22" fmla="*/ 104 w 353"/>
              <a:gd name="T23" fmla="*/ 305 h 354"/>
              <a:gd name="T24" fmla="*/ 144 w 353"/>
              <a:gd name="T25" fmla="*/ 265 h 354"/>
              <a:gd name="T26" fmla="*/ 144 w 353"/>
              <a:gd name="T27" fmla="*/ 143 h 354"/>
              <a:gd name="T28" fmla="*/ 273 w 353"/>
              <a:gd name="T29" fmla="*/ 115 h 354"/>
              <a:gd name="T30" fmla="*/ 273 w 353"/>
              <a:gd name="T31" fmla="*/ 201 h 354"/>
              <a:gd name="T32" fmla="*/ 248 w 353"/>
              <a:gd name="T33" fmla="*/ 193 h 354"/>
              <a:gd name="T34" fmla="*/ 232 w 353"/>
              <a:gd name="T35" fmla="*/ 193 h 354"/>
              <a:gd name="T36" fmla="*/ 192 w 353"/>
              <a:gd name="T37" fmla="*/ 233 h 354"/>
              <a:gd name="T38" fmla="*/ 232 w 353"/>
              <a:gd name="T39" fmla="*/ 273 h 354"/>
              <a:gd name="T40" fmla="*/ 248 w 353"/>
              <a:gd name="T41" fmla="*/ 273 h 354"/>
              <a:gd name="T42" fmla="*/ 289 w 353"/>
              <a:gd name="T43" fmla="*/ 233 h 354"/>
              <a:gd name="T44" fmla="*/ 289 w 353"/>
              <a:gd name="T45" fmla="*/ 57 h 354"/>
              <a:gd name="T46" fmla="*/ 281 w 353"/>
              <a:gd name="T47" fmla="*/ 49 h 354"/>
              <a:gd name="T48" fmla="*/ 104 w 353"/>
              <a:gd name="T49" fmla="*/ 289 h 354"/>
              <a:gd name="T50" fmla="*/ 88 w 353"/>
              <a:gd name="T51" fmla="*/ 289 h 354"/>
              <a:gd name="T52" fmla="*/ 64 w 353"/>
              <a:gd name="T53" fmla="*/ 265 h 354"/>
              <a:gd name="T54" fmla="*/ 88 w 353"/>
              <a:gd name="T55" fmla="*/ 241 h 354"/>
              <a:gd name="T56" fmla="*/ 104 w 353"/>
              <a:gd name="T57" fmla="*/ 241 h 354"/>
              <a:gd name="T58" fmla="*/ 128 w 353"/>
              <a:gd name="T59" fmla="*/ 265 h 354"/>
              <a:gd name="T60" fmla="*/ 104 w 353"/>
              <a:gd name="T61" fmla="*/ 289 h 354"/>
              <a:gd name="T62" fmla="*/ 248 w 353"/>
              <a:gd name="T63" fmla="*/ 257 h 354"/>
              <a:gd name="T64" fmla="*/ 232 w 353"/>
              <a:gd name="T65" fmla="*/ 257 h 354"/>
              <a:gd name="T66" fmla="*/ 208 w 353"/>
              <a:gd name="T67" fmla="*/ 233 h 354"/>
              <a:gd name="T68" fmla="*/ 232 w 353"/>
              <a:gd name="T69" fmla="*/ 209 h 354"/>
              <a:gd name="T70" fmla="*/ 248 w 353"/>
              <a:gd name="T71" fmla="*/ 209 h 354"/>
              <a:gd name="T72" fmla="*/ 273 w 353"/>
              <a:gd name="T73" fmla="*/ 233 h 354"/>
              <a:gd name="T74" fmla="*/ 248 w 353"/>
              <a:gd name="T75" fmla="*/ 257 h 354"/>
              <a:gd name="T76" fmla="*/ 273 w 353"/>
              <a:gd name="T77" fmla="*/ 98 h 354"/>
              <a:gd name="T78" fmla="*/ 144 w 353"/>
              <a:gd name="T79" fmla="*/ 127 h 354"/>
              <a:gd name="T80" fmla="*/ 144 w 353"/>
              <a:gd name="T81" fmla="*/ 95 h 354"/>
              <a:gd name="T82" fmla="*/ 273 w 353"/>
              <a:gd name="T83" fmla="*/ 67 h 354"/>
              <a:gd name="T84" fmla="*/ 273 w 353"/>
              <a:gd name="T85" fmla="*/ 98 h 354"/>
              <a:gd name="T86" fmla="*/ 321 w 353"/>
              <a:gd name="T87" fmla="*/ 0 h 354"/>
              <a:gd name="T88" fmla="*/ 32 w 353"/>
              <a:gd name="T89" fmla="*/ 0 h 354"/>
              <a:gd name="T90" fmla="*/ 0 w 353"/>
              <a:gd name="T91" fmla="*/ 32 h 354"/>
              <a:gd name="T92" fmla="*/ 0 w 353"/>
              <a:gd name="T93" fmla="*/ 321 h 354"/>
              <a:gd name="T94" fmla="*/ 32 w 353"/>
              <a:gd name="T95" fmla="*/ 354 h 354"/>
              <a:gd name="T96" fmla="*/ 321 w 353"/>
              <a:gd name="T97" fmla="*/ 354 h 354"/>
              <a:gd name="T98" fmla="*/ 353 w 353"/>
              <a:gd name="T99" fmla="*/ 321 h 354"/>
              <a:gd name="T100" fmla="*/ 353 w 353"/>
              <a:gd name="T101" fmla="*/ 32 h 354"/>
              <a:gd name="T102" fmla="*/ 321 w 353"/>
              <a:gd name="T103" fmla="*/ 0 h 354"/>
              <a:gd name="T104" fmla="*/ 337 w 353"/>
              <a:gd name="T105" fmla="*/ 321 h 354"/>
              <a:gd name="T106" fmla="*/ 321 w 353"/>
              <a:gd name="T107" fmla="*/ 338 h 354"/>
              <a:gd name="T108" fmla="*/ 32 w 353"/>
              <a:gd name="T109" fmla="*/ 338 h 354"/>
              <a:gd name="T110" fmla="*/ 16 w 353"/>
              <a:gd name="T111" fmla="*/ 321 h 354"/>
              <a:gd name="T112" fmla="*/ 16 w 353"/>
              <a:gd name="T113" fmla="*/ 32 h 354"/>
              <a:gd name="T114" fmla="*/ 32 w 353"/>
              <a:gd name="T115" fmla="*/ 16 h 354"/>
              <a:gd name="T116" fmla="*/ 321 w 353"/>
              <a:gd name="T117" fmla="*/ 16 h 354"/>
              <a:gd name="T118" fmla="*/ 337 w 353"/>
              <a:gd name="T119" fmla="*/ 32 h 354"/>
              <a:gd name="T120" fmla="*/ 337 w 353"/>
              <a:gd name="T121" fmla="*/ 321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353" h="354">
                <a:moveTo>
                  <a:pt x="281" y="49"/>
                </a:moveTo>
                <a:cubicBezTo>
                  <a:pt x="280" y="49"/>
                  <a:pt x="280" y="49"/>
                  <a:pt x="279" y="49"/>
                </a:cubicBezTo>
                <a:cubicBezTo>
                  <a:pt x="279" y="49"/>
                  <a:pt x="279" y="49"/>
                  <a:pt x="279" y="49"/>
                </a:cubicBezTo>
                <a:cubicBezTo>
                  <a:pt x="134" y="81"/>
                  <a:pt x="134" y="81"/>
                  <a:pt x="134" y="81"/>
                </a:cubicBezTo>
                <a:cubicBezTo>
                  <a:pt x="134" y="81"/>
                  <a:pt x="134" y="81"/>
                  <a:pt x="134" y="81"/>
                </a:cubicBezTo>
                <a:cubicBezTo>
                  <a:pt x="131" y="82"/>
                  <a:pt x="128" y="85"/>
                  <a:pt x="128" y="89"/>
                </a:cubicBezTo>
                <a:cubicBezTo>
                  <a:pt x="128" y="233"/>
                  <a:pt x="128" y="233"/>
                  <a:pt x="128" y="233"/>
                </a:cubicBezTo>
                <a:cubicBezTo>
                  <a:pt x="121" y="228"/>
                  <a:pt x="113" y="225"/>
                  <a:pt x="104" y="225"/>
                </a:cubicBezTo>
                <a:cubicBezTo>
                  <a:pt x="88" y="225"/>
                  <a:pt x="88" y="225"/>
                  <a:pt x="88" y="225"/>
                </a:cubicBezTo>
                <a:cubicBezTo>
                  <a:pt x="66" y="225"/>
                  <a:pt x="48" y="243"/>
                  <a:pt x="48" y="265"/>
                </a:cubicBezTo>
                <a:cubicBezTo>
                  <a:pt x="48" y="287"/>
                  <a:pt x="66" y="305"/>
                  <a:pt x="88" y="305"/>
                </a:cubicBezTo>
                <a:cubicBezTo>
                  <a:pt x="104" y="305"/>
                  <a:pt x="104" y="305"/>
                  <a:pt x="104" y="305"/>
                </a:cubicBezTo>
                <a:cubicBezTo>
                  <a:pt x="126" y="305"/>
                  <a:pt x="144" y="287"/>
                  <a:pt x="144" y="265"/>
                </a:cubicBezTo>
                <a:cubicBezTo>
                  <a:pt x="144" y="143"/>
                  <a:pt x="144" y="143"/>
                  <a:pt x="144" y="143"/>
                </a:cubicBezTo>
                <a:cubicBezTo>
                  <a:pt x="273" y="115"/>
                  <a:pt x="273" y="115"/>
                  <a:pt x="273" y="115"/>
                </a:cubicBezTo>
                <a:cubicBezTo>
                  <a:pt x="273" y="201"/>
                  <a:pt x="273" y="201"/>
                  <a:pt x="273" y="201"/>
                </a:cubicBezTo>
                <a:cubicBezTo>
                  <a:pt x="266" y="196"/>
                  <a:pt x="257" y="193"/>
                  <a:pt x="248" y="193"/>
                </a:cubicBezTo>
                <a:cubicBezTo>
                  <a:pt x="232" y="193"/>
                  <a:pt x="232" y="193"/>
                  <a:pt x="232" y="193"/>
                </a:cubicBezTo>
                <a:cubicBezTo>
                  <a:pt x="210" y="193"/>
                  <a:pt x="192" y="211"/>
                  <a:pt x="192" y="233"/>
                </a:cubicBezTo>
                <a:cubicBezTo>
                  <a:pt x="192" y="255"/>
                  <a:pt x="210" y="273"/>
                  <a:pt x="232" y="273"/>
                </a:cubicBezTo>
                <a:cubicBezTo>
                  <a:pt x="248" y="273"/>
                  <a:pt x="248" y="273"/>
                  <a:pt x="248" y="273"/>
                </a:cubicBezTo>
                <a:cubicBezTo>
                  <a:pt x="271" y="273"/>
                  <a:pt x="289" y="255"/>
                  <a:pt x="289" y="233"/>
                </a:cubicBezTo>
                <a:cubicBezTo>
                  <a:pt x="289" y="57"/>
                  <a:pt x="289" y="57"/>
                  <a:pt x="289" y="57"/>
                </a:cubicBezTo>
                <a:cubicBezTo>
                  <a:pt x="289" y="52"/>
                  <a:pt x="285" y="49"/>
                  <a:pt x="281" y="49"/>
                </a:cubicBezTo>
                <a:moveTo>
                  <a:pt x="104" y="289"/>
                </a:moveTo>
                <a:cubicBezTo>
                  <a:pt x="88" y="289"/>
                  <a:pt x="88" y="289"/>
                  <a:pt x="88" y="289"/>
                </a:cubicBezTo>
                <a:cubicBezTo>
                  <a:pt x="75" y="289"/>
                  <a:pt x="64" y="279"/>
                  <a:pt x="64" y="265"/>
                </a:cubicBezTo>
                <a:cubicBezTo>
                  <a:pt x="64" y="252"/>
                  <a:pt x="75" y="241"/>
                  <a:pt x="88" y="241"/>
                </a:cubicBezTo>
                <a:cubicBezTo>
                  <a:pt x="104" y="241"/>
                  <a:pt x="104" y="241"/>
                  <a:pt x="104" y="241"/>
                </a:cubicBezTo>
                <a:cubicBezTo>
                  <a:pt x="117" y="241"/>
                  <a:pt x="128" y="252"/>
                  <a:pt x="128" y="265"/>
                </a:cubicBezTo>
                <a:cubicBezTo>
                  <a:pt x="128" y="279"/>
                  <a:pt x="117" y="289"/>
                  <a:pt x="104" y="289"/>
                </a:cubicBezTo>
                <a:moveTo>
                  <a:pt x="248" y="257"/>
                </a:moveTo>
                <a:cubicBezTo>
                  <a:pt x="232" y="257"/>
                  <a:pt x="232" y="257"/>
                  <a:pt x="232" y="257"/>
                </a:cubicBezTo>
                <a:cubicBezTo>
                  <a:pt x="219" y="257"/>
                  <a:pt x="208" y="246"/>
                  <a:pt x="208" y="233"/>
                </a:cubicBezTo>
                <a:cubicBezTo>
                  <a:pt x="208" y="220"/>
                  <a:pt x="219" y="209"/>
                  <a:pt x="232" y="209"/>
                </a:cubicBezTo>
                <a:cubicBezTo>
                  <a:pt x="248" y="209"/>
                  <a:pt x="248" y="209"/>
                  <a:pt x="248" y="209"/>
                </a:cubicBezTo>
                <a:cubicBezTo>
                  <a:pt x="262" y="209"/>
                  <a:pt x="273" y="220"/>
                  <a:pt x="273" y="233"/>
                </a:cubicBezTo>
                <a:cubicBezTo>
                  <a:pt x="273" y="246"/>
                  <a:pt x="262" y="257"/>
                  <a:pt x="248" y="257"/>
                </a:cubicBezTo>
                <a:moveTo>
                  <a:pt x="273" y="98"/>
                </a:moveTo>
                <a:cubicBezTo>
                  <a:pt x="144" y="127"/>
                  <a:pt x="144" y="127"/>
                  <a:pt x="144" y="127"/>
                </a:cubicBezTo>
                <a:cubicBezTo>
                  <a:pt x="144" y="95"/>
                  <a:pt x="144" y="95"/>
                  <a:pt x="144" y="95"/>
                </a:cubicBezTo>
                <a:cubicBezTo>
                  <a:pt x="273" y="67"/>
                  <a:pt x="273" y="67"/>
                  <a:pt x="273" y="67"/>
                </a:cubicBezTo>
                <a:lnTo>
                  <a:pt x="273" y="98"/>
                </a:lnTo>
                <a:close/>
                <a:moveTo>
                  <a:pt x="321" y="0"/>
                </a:move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5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4" y="354"/>
                  <a:pt x="32" y="354"/>
                </a:cubicBezTo>
                <a:cubicBezTo>
                  <a:pt x="321" y="354"/>
                  <a:pt x="321" y="354"/>
                  <a:pt x="321" y="354"/>
                </a:cubicBezTo>
                <a:cubicBezTo>
                  <a:pt x="338" y="354"/>
                  <a:pt x="353" y="339"/>
                  <a:pt x="353" y="321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15"/>
                  <a:pt x="338" y="0"/>
                  <a:pt x="321" y="0"/>
                </a:cubicBezTo>
                <a:moveTo>
                  <a:pt x="337" y="321"/>
                </a:moveTo>
                <a:cubicBezTo>
                  <a:pt x="337" y="330"/>
                  <a:pt x="330" y="338"/>
                  <a:pt x="321" y="338"/>
                </a:cubicBezTo>
                <a:cubicBezTo>
                  <a:pt x="32" y="338"/>
                  <a:pt x="32" y="338"/>
                  <a:pt x="32" y="338"/>
                </a:cubicBezTo>
                <a:cubicBezTo>
                  <a:pt x="23" y="338"/>
                  <a:pt x="16" y="330"/>
                  <a:pt x="16" y="32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4"/>
                  <a:pt x="23" y="16"/>
                  <a:pt x="32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4"/>
                  <a:pt x="337" y="32"/>
                </a:cubicBezTo>
                <a:lnTo>
                  <a:pt x="337" y="32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8" name="Freeform 48"/>
          <p:cNvSpPr>
            <a:spLocks noEditPoints="1"/>
          </p:cNvSpPr>
          <p:nvPr/>
        </p:nvSpPr>
        <p:spPr bwMode="auto">
          <a:xfrm>
            <a:off x="4161369" y="5391151"/>
            <a:ext cx="573617" cy="524933"/>
          </a:xfrm>
          <a:custGeom>
            <a:avLst/>
            <a:gdLst>
              <a:gd name="T0" fmla="*/ 128 w 353"/>
              <a:gd name="T1" fmla="*/ 241 h 322"/>
              <a:gd name="T2" fmla="*/ 24 w 353"/>
              <a:gd name="T3" fmla="*/ 241 h 322"/>
              <a:gd name="T4" fmla="*/ 16 w 353"/>
              <a:gd name="T5" fmla="*/ 233 h 322"/>
              <a:gd name="T6" fmla="*/ 24 w 353"/>
              <a:gd name="T7" fmla="*/ 225 h 322"/>
              <a:gd name="T8" fmla="*/ 144 w 353"/>
              <a:gd name="T9" fmla="*/ 225 h 322"/>
              <a:gd name="T10" fmla="*/ 208 w 353"/>
              <a:gd name="T11" fmla="*/ 161 h 322"/>
              <a:gd name="T12" fmla="*/ 64 w 353"/>
              <a:gd name="T13" fmla="*/ 161 h 322"/>
              <a:gd name="T14" fmla="*/ 64 w 353"/>
              <a:gd name="T15" fmla="*/ 16 h 322"/>
              <a:gd name="T16" fmla="*/ 289 w 353"/>
              <a:gd name="T17" fmla="*/ 16 h 322"/>
              <a:gd name="T18" fmla="*/ 289 w 353"/>
              <a:gd name="T19" fmla="*/ 80 h 322"/>
              <a:gd name="T20" fmla="*/ 305 w 353"/>
              <a:gd name="T21" fmla="*/ 64 h 322"/>
              <a:gd name="T22" fmla="*/ 305 w 353"/>
              <a:gd name="T23" fmla="*/ 8 h 322"/>
              <a:gd name="T24" fmla="*/ 297 w 353"/>
              <a:gd name="T25" fmla="*/ 0 h 322"/>
              <a:gd name="T26" fmla="*/ 56 w 353"/>
              <a:gd name="T27" fmla="*/ 0 h 322"/>
              <a:gd name="T28" fmla="*/ 48 w 353"/>
              <a:gd name="T29" fmla="*/ 8 h 322"/>
              <a:gd name="T30" fmla="*/ 48 w 353"/>
              <a:gd name="T31" fmla="*/ 209 h 322"/>
              <a:gd name="T32" fmla="*/ 24 w 353"/>
              <a:gd name="T33" fmla="*/ 209 h 322"/>
              <a:gd name="T34" fmla="*/ 0 w 353"/>
              <a:gd name="T35" fmla="*/ 233 h 322"/>
              <a:gd name="T36" fmla="*/ 24 w 353"/>
              <a:gd name="T37" fmla="*/ 257 h 322"/>
              <a:gd name="T38" fmla="*/ 112 w 353"/>
              <a:gd name="T39" fmla="*/ 257 h 322"/>
              <a:gd name="T40" fmla="*/ 128 w 353"/>
              <a:gd name="T41" fmla="*/ 241 h 322"/>
              <a:gd name="T42" fmla="*/ 329 w 353"/>
              <a:gd name="T43" fmla="*/ 209 h 322"/>
              <a:gd name="T44" fmla="*/ 305 w 353"/>
              <a:gd name="T45" fmla="*/ 209 h 322"/>
              <a:gd name="T46" fmla="*/ 305 w 353"/>
              <a:gd name="T47" fmla="*/ 178 h 322"/>
              <a:gd name="T48" fmla="*/ 257 w 353"/>
              <a:gd name="T49" fmla="*/ 225 h 322"/>
              <a:gd name="T50" fmla="*/ 329 w 353"/>
              <a:gd name="T51" fmla="*/ 225 h 322"/>
              <a:gd name="T52" fmla="*/ 337 w 353"/>
              <a:gd name="T53" fmla="*/ 233 h 322"/>
              <a:gd name="T54" fmla="*/ 329 w 353"/>
              <a:gd name="T55" fmla="*/ 241 h 322"/>
              <a:gd name="T56" fmla="*/ 241 w 353"/>
              <a:gd name="T57" fmla="*/ 241 h 322"/>
              <a:gd name="T58" fmla="*/ 225 w 353"/>
              <a:gd name="T59" fmla="*/ 257 h 322"/>
              <a:gd name="T60" fmla="*/ 329 w 353"/>
              <a:gd name="T61" fmla="*/ 257 h 322"/>
              <a:gd name="T62" fmla="*/ 353 w 353"/>
              <a:gd name="T63" fmla="*/ 233 h 322"/>
              <a:gd name="T64" fmla="*/ 329 w 353"/>
              <a:gd name="T65" fmla="*/ 209 h 322"/>
              <a:gd name="T66" fmla="*/ 353 w 353"/>
              <a:gd name="T67" fmla="*/ 97 h 322"/>
              <a:gd name="T68" fmla="*/ 329 w 353"/>
              <a:gd name="T69" fmla="*/ 73 h 322"/>
              <a:gd name="T70" fmla="*/ 312 w 353"/>
              <a:gd name="T71" fmla="*/ 80 h 322"/>
              <a:gd name="T72" fmla="*/ 111 w 353"/>
              <a:gd name="T73" fmla="*/ 280 h 322"/>
              <a:gd name="T74" fmla="*/ 104 w 353"/>
              <a:gd name="T75" fmla="*/ 297 h 322"/>
              <a:gd name="T76" fmla="*/ 128 w 353"/>
              <a:gd name="T77" fmla="*/ 322 h 322"/>
              <a:gd name="T78" fmla="*/ 145 w 353"/>
              <a:gd name="T79" fmla="*/ 314 h 322"/>
              <a:gd name="T80" fmla="*/ 346 w 353"/>
              <a:gd name="T81" fmla="*/ 114 h 322"/>
              <a:gd name="T82" fmla="*/ 353 w 353"/>
              <a:gd name="T83" fmla="*/ 97 h 322"/>
              <a:gd name="T84" fmla="*/ 335 w 353"/>
              <a:gd name="T85" fmla="*/ 102 h 322"/>
              <a:gd name="T86" fmla="*/ 296 w 353"/>
              <a:gd name="T87" fmla="*/ 141 h 322"/>
              <a:gd name="T88" fmla="*/ 285 w 353"/>
              <a:gd name="T89" fmla="*/ 130 h 322"/>
              <a:gd name="T90" fmla="*/ 323 w 353"/>
              <a:gd name="T91" fmla="*/ 91 h 322"/>
              <a:gd name="T92" fmla="*/ 329 w 353"/>
              <a:gd name="T93" fmla="*/ 89 h 322"/>
              <a:gd name="T94" fmla="*/ 337 w 353"/>
              <a:gd name="T95" fmla="*/ 97 h 322"/>
              <a:gd name="T96" fmla="*/ 335 w 353"/>
              <a:gd name="T97" fmla="*/ 102 h 3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353" h="322">
                <a:moveTo>
                  <a:pt x="128" y="241"/>
                </a:moveTo>
                <a:cubicBezTo>
                  <a:pt x="24" y="241"/>
                  <a:pt x="24" y="241"/>
                  <a:pt x="24" y="241"/>
                </a:cubicBezTo>
                <a:cubicBezTo>
                  <a:pt x="20" y="241"/>
                  <a:pt x="16" y="238"/>
                  <a:pt x="16" y="233"/>
                </a:cubicBezTo>
                <a:cubicBezTo>
                  <a:pt x="16" y="229"/>
                  <a:pt x="20" y="225"/>
                  <a:pt x="24" y="225"/>
                </a:cubicBezTo>
                <a:cubicBezTo>
                  <a:pt x="144" y="225"/>
                  <a:pt x="144" y="225"/>
                  <a:pt x="144" y="225"/>
                </a:cubicBezTo>
                <a:cubicBezTo>
                  <a:pt x="208" y="161"/>
                  <a:pt x="208" y="161"/>
                  <a:pt x="208" y="161"/>
                </a:cubicBezTo>
                <a:cubicBezTo>
                  <a:pt x="64" y="161"/>
                  <a:pt x="64" y="161"/>
                  <a:pt x="64" y="161"/>
                </a:cubicBezTo>
                <a:cubicBezTo>
                  <a:pt x="64" y="16"/>
                  <a:pt x="64" y="16"/>
                  <a:pt x="64" y="16"/>
                </a:cubicBezTo>
                <a:cubicBezTo>
                  <a:pt x="289" y="16"/>
                  <a:pt x="289" y="16"/>
                  <a:pt x="289" y="16"/>
                </a:cubicBezTo>
                <a:cubicBezTo>
                  <a:pt x="289" y="80"/>
                  <a:pt x="289" y="80"/>
                  <a:pt x="289" y="80"/>
                </a:cubicBezTo>
                <a:cubicBezTo>
                  <a:pt x="305" y="64"/>
                  <a:pt x="305" y="64"/>
                  <a:pt x="305" y="64"/>
                </a:cubicBezTo>
                <a:cubicBezTo>
                  <a:pt x="305" y="8"/>
                  <a:pt x="305" y="8"/>
                  <a:pt x="305" y="8"/>
                </a:cubicBezTo>
                <a:cubicBezTo>
                  <a:pt x="305" y="4"/>
                  <a:pt x="301" y="0"/>
                  <a:pt x="297" y="0"/>
                </a:cubicBezTo>
                <a:cubicBezTo>
                  <a:pt x="56" y="0"/>
                  <a:pt x="56" y="0"/>
                  <a:pt x="56" y="0"/>
                </a:cubicBezTo>
                <a:cubicBezTo>
                  <a:pt x="52" y="0"/>
                  <a:pt x="48" y="4"/>
                  <a:pt x="48" y="8"/>
                </a:cubicBezTo>
                <a:cubicBezTo>
                  <a:pt x="48" y="209"/>
                  <a:pt x="48" y="209"/>
                  <a:pt x="48" y="209"/>
                </a:cubicBezTo>
                <a:cubicBezTo>
                  <a:pt x="24" y="209"/>
                  <a:pt x="24" y="209"/>
                  <a:pt x="24" y="209"/>
                </a:cubicBezTo>
                <a:cubicBezTo>
                  <a:pt x="11" y="209"/>
                  <a:pt x="0" y="220"/>
                  <a:pt x="0" y="233"/>
                </a:cubicBezTo>
                <a:cubicBezTo>
                  <a:pt x="0" y="247"/>
                  <a:pt x="11" y="257"/>
                  <a:pt x="24" y="257"/>
                </a:cubicBezTo>
                <a:cubicBezTo>
                  <a:pt x="112" y="257"/>
                  <a:pt x="112" y="257"/>
                  <a:pt x="112" y="257"/>
                </a:cubicBezTo>
                <a:lnTo>
                  <a:pt x="128" y="241"/>
                </a:lnTo>
                <a:close/>
                <a:moveTo>
                  <a:pt x="329" y="209"/>
                </a:moveTo>
                <a:cubicBezTo>
                  <a:pt x="305" y="209"/>
                  <a:pt x="305" y="209"/>
                  <a:pt x="305" y="209"/>
                </a:cubicBezTo>
                <a:cubicBezTo>
                  <a:pt x="305" y="178"/>
                  <a:pt x="305" y="178"/>
                  <a:pt x="305" y="178"/>
                </a:cubicBezTo>
                <a:cubicBezTo>
                  <a:pt x="257" y="225"/>
                  <a:pt x="257" y="225"/>
                  <a:pt x="257" y="225"/>
                </a:cubicBezTo>
                <a:cubicBezTo>
                  <a:pt x="329" y="225"/>
                  <a:pt x="329" y="225"/>
                  <a:pt x="329" y="225"/>
                </a:cubicBezTo>
                <a:cubicBezTo>
                  <a:pt x="333" y="225"/>
                  <a:pt x="337" y="229"/>
                  <a:pt x="337" y="233"/>
                </a:cubicBezTo>
                <a:cubicBezTo>
                  <a:pt x="337" y="238"/>
                  <a:pt x="333" y="241"/>
                  <a:pt x="329" y="241"/>
                </a:cubicBezTo>
                <a:cubicBezTo>
                  <a:pt x="241" y="241"/>
                  <a:pt x="241" y="241"/>
                  <a:pt x="241" y="241"/>
                </a:cubicBezTo>
                <a:cubicBezTo>
                  <a:pt x="225" y="257"/>
                  <a:pt x="225" y="257"/>
                  <a:pt x="225" y="257"/>
                </a:cubicBezTo>
                <a:cubicBezTo>
                  <a:pt x="329" y="257"/>
                  <a:pt x="329" y="257"/>
                  <a:pt x="329" y="257"/>
                </a:cubicBezTo>
                <a:cubicBezTo>
                  <a:pt x="342" y="257"/>
                  <a:pt x="353" y="247"/>
                  <a:pt x="353" y="233"/>
                </a:cubicBezTo>
                <a:cubicBezTo>
                  <a:pt x="353" y="220"/>
                  <a:pt x="342" y="209"/>
                  <a:pt x="329" y="209"/>
                </a:cubicBezTo>
                <a:moveTo>
                  <a:pt x="353" y="97"/>
                </a:moveTo>
                <a:cubicBezTo>
                  <a:pt x="353" y="83"/>
                  <a:pt x="342" y="73"/>
                  <a:pt x="329" y="73"/>
                </a:cubicBezTo>
                <a:cubicBezTo>
                  <a:pt x="322" y="73"/>
                  <a:pt x="316" y="75"/>
                  <a:pt x="312" y="80"/>
                </a:cubicBezTo>
                <a:cubicBezTo>
                  <a:pt x="111" y="280"/>
                  <a:pt x="111" y="280"/>
                  <a:pt x="111" y="280"/>
                </a:cubicBezTo>
                <a:cubicBezTo>
                  <a:pt x="107" y="285"/>
                  <a:pt x="104" y="291"/>
                  <a:pt x="104" y="297"/>
                </a:cubicBezTo>
                <a:cubicBezTo>
                  <a:pt x="104" y="311"/>
                  <a:pt x="115" y="322"/>
                  <a:pt x="128" y="322"/>
                </a:cubicBezTo>
                <a:cubicBezTo>
                  <a:pt x="135" y="322"/>
                  <a:pt x="141" y="319"/>
                  <a:pt x="145" y="314"/>
                </a:cubicBezTo>
                <a:cubicBezTo>
                  <a:pt x="346" y="114"/>
                  <a:pt x="346" y="114"/>
                  <a:pt x="346" y="114"/>
                </a:cubicBezTo>
                <a:cubicBezTo>
                  <a:pt x="350" y="109"/>
                  <a:pt x="353" y="103"/>
                  <a:pt x="353" y="97"/>
                </a:cubicBezTo>
                <a:moveTo>
                  <a:pt x="335" y="102"/>
                </a:moveTo>
                <a:cubicBezTo>
                  <a:pt x="296" y="141"/>
                  <a:pt x="296" y="141"/>
                  <a:pt x="296" y="141"/>
                </a:cubicBezTo>
                <a:cubicBezTo>
                  <a:pt x="285" y="130"/>
                  <a:pt x="285" y="130"/>
                  <a:pt x="285" y="130"/>
                </a:cubicBezTo>
                <a:cubicBezTo>
                  <a:pt x="323" y="91"/>
                  <a:pt x="323" y="91"/>
                  <a:pt x="323" y="91"/>
                </a:cubicBezTo>
                <a:cubicBezTo>
                  <a:pt x="325" y="90"/>
                  <a:pt x="327" y="89"/>
                  <a:pt x="329" y="89"/>
                </a:cubicBezTo>
                <a:cubicBezTo>
                  <a:pt x="333" y="89"/>
                  <a:pt x="337" y="92"/>
                  <a:pt x="337" y="97"/>
                </a:cubicBezTo>
                <a:cubicBezTo>
                  <a:pt x="337" y="99"/>
                  <a:pt x="336" y="101"/>
                  <a:pt x="335" y="102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9" name="Freeform 49"/>
          <p:cNvSpPr>
            <a:spLocks noEditPoints="1"/>
          </p:cNvSpPr>
          <p:nvPr/>
        </p:nvSpPr>
        <p:spPr bwMode="auto">
          <a:xfrm>
            <a:off x="5259918" y="5522385"/>
            <a:ext cx="573617" cy="260351"/>
          </a:xfrm>
          <a:custGeom>
            <a:avLst/>
            <a:gdLst>
              <a:gd name="T0" fmla="*/ 313 w 353"/>
              <a:gd name="T1" fmla="*/ 0 h 160"/>
              <a:gd name="T2" fmla="*/ 310 w 353"/>
              <a:gd name="T3" fmla="*/ 1 h 160"/>
              <a:gd name="T4" fmla="*/ 310 w 353"/>
              <a:gd name="T5" fmla="*/ 1 h 160"/>
              <a:gd name="T6" fmla="*/ 219 w 353"/>
              <a:gd name="T7" fmla="*/ 46 h 160"/>
              <a:gd name="T8" fmla="*/ 185 w 353"/>
              <a:gd name="T9" fmla="*/ 32 h 160"/>
              <a:gd name="T10" fmla="*/ 169 w 353"/>
              <a:gd name="T11" fmla="*/ 32 h 160"/>
              <a:gd name="T12" fmla="*/ 135 w 353"/>
              <a:gd name="T13" fmla="*/ 46 h 160"/>
              <a:gd name="T14" fmla="*/ 44 w 353"/>
              <a:gd name="T15" fmla="*/ 1 h 160"/>
              <a:gd name="T16" fmla="*/ 44 w 353"/>
              <a:gd name="T17" fmla="*/ 1 h 160"/>
              <a:gd name="T18" fmla="*/ 40 w 353"/>
              <a:gd name="T19" fmla="*/ 0 h 160"/>
              <a:gd name="T20" fmla="*/ 0 w 353"/>
              <a:gd name="T21" fmla="*/ 80 h 160"/>
              <a:gd name="T22" fmla="*/ 40 w 353"/>
              <a:gd name="T23" fmla="*/ 160 h 160"/>
              <a:gd name="T24" fmla="*/ 44 w 353"/>
              <a:gd name="T25" fmla="*/ 159 h 160"/>
              <a:gd name="T26" fmla="*/ 44 w 353"/>
              <a:gd name="T27" fmla="*/ 159 h 160"/>
              <a:gd name="T28" fmla="*/ 135 w 353"/>
              <a:gd name="T29" fmla="*/ 114 h 160"/>
              <a:gd name="T30" fmla="*/ 169 w 353"/>
              <a:gd name="T31" fmla="*/ 128 h 160"/>
              <a:gd name="T32" fmla="*/ 185 w 353"/>
              <a:gd name="T33" fmla="*/ 128 h 160"/>
              <a:gd name="T34" fmla="*/ 219 w 353"/>
              <a:gd name="T35" fmla="*/ 114 h 160"/>
              <a:gd name="T36" fmla="*/ 310 w 353"/>
              <a:gd name="T37" fmla="*/ 160 h 160"/>
              <a:gd name="T38" fmla="*/ 310 w 353"/>
              <a:gd name="T39" fmla="*/ 159 h 160"/>
              <a:gd name="T40" fmla="*/ 313 w 353"/>
              <a:gd name="T41" fmla="*/ 160 h 160"/>
              <a:gd name="T42" fmla="*/ 353 w 353"/>
              <a:gd name="T43" fmla="*/ 80 h 160"/>
              <a:gd name="T44" fmla="*/ 313 w 353"/>
              <a:gd name="T45" fmla="*/ 0 h 160"/>
              <a:gd name="T46" fmla="*/ 125 w 353"/>
              <a:gd name="T47" fmla="*/ 101 h 160"/>
              <a:gd name="T48" fmla="*/ 39 w 353"/>
              <a:gd name="T49" fmla="*/ 144 h 160"/>
              <a:gd name="T50" fmla="*/ 16 w 353"/>
              <a:gd name="T51" fmla="*/ 80 h 160"/>
              <a:gd name="T52" fmla="*/ 39 w 353"/>
              <a:gd name="T53" fmla="*/ 16 h 160"/>
              <a:gd name="T54" fmla="*/ 125 w 353"/>
              <a:gd name="T55" fmla="*/ 59 h 160"/>
              <a:gd name="T56" fmla="*/ 121 w 353"/>
              <a:gd name="T57" fmla="*/ 80 h 160"/>
              <a:gd name="T58" fmla="*/ 125 w 353"/>
              <a:gd name="T59" fmla="*/ 101 h 160"/>
              <a:gd name="T60" fmla="*/ 185 w 353"/>
              <a:gd name="T61" fmla="*/ 112 h 160"/>
              <a:gd name="T62" fmla="*/ 169 w 353"/>
              <a:gd name="T63" fmla="*/ 112 h 160"/>
              <a:gd name="T64" fmla="*/ 137 w 353"/>
              <a:gd name="T65" fmla="*/ 80 h 160"/>
              <a:gd name="T66" fmla="*/ 169 w 353"/>
              <a:gd name="T67" fmla="*/ 48 h 160"/>
              <a:gd name="T68" fmla="*/ 185 w 353"/>
              <a:gd name="T69" fmla="*/ 48 h 160"/>
              <a:gd name="T70" fmla="*/ 217 w 353"/>
              <a:gd name="T71" fmla="*/ 80 h 160"/>
              <a:gd name="T72" fmla="*/ 185 w 353"/>
              <a:gd name="T73" fmla="*/ 112 h 160"/>
              <a:gd name="T74" fmla="*/ 315 w 353"/>
              <a:gd name="T75" fmla="*/ 144 h 160"/>
              <a:gd name="T76" fmla="*/ 228 w 353"/>
              <a:gd name="T77" fmla="*/ 101 h 160"/>
              <a:gd name="T78" fmla="*/ 233 w 353"/>
              <a:gd name="T79" fmla="*/ 80 h 160"/>
              <a:gd name="T80" fmla="*/ 228 w 353"/>
              <a:gd name="T81" fmla="*/ 59 h 160"/>
              <a:gd name="T82" fmla="*/ 315 w 353"/>
              <a:gd name="T83" fmla="*/ 16 h 160"/>
              <a:gd name="T84" fmla="*/ 337 w 353"/>
              <a:gd name="T85" fmla="*/ 80 h 160"/>
              <a:gd name="T86" fmla="*/ 315 w 353"/>
              <a:gd name="T87" fmla="*/ 14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353" h="160">
                <a:moveTo>
                  <a:pt x="313" y="0"/>
                </a:moveTo>
                <a:cubicBezTo>
                  <a:pt x="312" y="0"/>
                  <a:pt x="311" y="0"/>
                  <a:pt x="310" y="1"/>
                </a:cubicBezTo>
                <a:cubicBezTo>
                  <a:pt x="310" y="1"/>
                  <a:pt x="310" y="1"/>
                  <a:pt x="310" y="1"/>
                </a:cubicBezTo>
                <a:cubicBezTo>
                  <a:pt x="219" y="46"/>
                  <a:pt x="219" y="46"/>
                  <a:pt x="219" y="46"/>
                </a:cubicBezTo>
                <a:cubicBezTo>
                  <a:pt x="210" y="37"/>
                  <a:pt x="198" y="32"/>
                  <a:pt x="185" y="32"/>
                </a:cubicBezTo>
                <a:cubicBezTo>
                  <a:pt x="169" y="32"/>
                  <a:pt x="169" y="32"/>
                  <a:pt x="169" y="32"/>
                </a:cubicBezTo>
                <a:cubicBezTo>
                  <a:pt x="155" y="32"/>
                  <a:pt x="143" y="37"/>
                  <a:pt x="135" y="46"/>
                </a:cubicBezTo>
                <a:cubicBezTo>
                  <a:pt x="44" y="1"/>
                  <a:pt x="44" y="1"/>
                  <a:pt x="44" y="1"/>
                </a:cubicBezTo>
                <a:cubicBezTo>
                  <a:pt x="44" y="1"/>
                  <a:pt x="44" y="1"/>
                  <a:pt x="44" y="1"/>
                </a:cubicBezTo>
                <a:cubicBezTo>
                  <a:pt x="43" y="0"/>
                  <a:pt x="42" y="0"/>
                  <a:pt x="40" y="0"/>
                </a:cubicBezTo>
                <a:cubicBezTo>
                  <a:pt x="18" y="0"/>
                  <a:pt x="0" y="36"/>
                  <a:pt x="0" y="80"/>
                </a:cubicBezTo>
                <a:cubicBezTo>
                  <a:pt x="0" y="124"/>
                  <a:pt x="18" y="160"/>
                  <a:pt x="40" y="160"/>
                </a:cubicBezTo>
                <a:cubicBezTo>
                  <a:pt x="42" y="160"/>
                  <a:pt x="43" y="160"/>
                  <a:pt x="44" y="159"/>
                </a:cubicBezTo>
                <a:cubicBezTo>
                  <a:pt x="44" y="159"/>
                  <a:pt x="44" y="159"/>
                  <a:pt x="44" y="159"/>
                </a:cubicBezTo>
                <a:cubicBezTo>
                  <a:pt x="135" y="114"/>
                  <a:pt x="135" y="114"/>
                  <a:pt x="135" y="114"/>
                </a:cubicBezTo>
                <a:cubicBezTo>
                  <a:pt x="143" y="123"/>
                  <a:pt x="155" y="128"/>
                  <a:pt x="169" y="128"/>
                </a:cubicBezTo>
                <a:cubicBezTo>
                  <a:pt x="185" y="128"/>
                  <a:pt x="185" y="128"/>
                  <a:pt x="185" y="128"/>
                </a:cubicBezTo>
                <a:cubicBezTo>
                  <a:pt x="198" y="128"/>
                  <a:pt x="210" y="123"/>
                  <a:pt x="219" y="114"/>
                </a:cubicBezTo>
                <a:cubicBezTo>
                  <a:pt x="310" y="160"/>
                  <a:pt x="310" y="160"/>
                  <a:pt x="310" y="160"/>
                </a:cubicBezTo>
                <a:cubicBezTo>
                  <a:pt x="310" y="159"/>
                  <a:pt x="310" y="159"/>
                  <a:pt x="310" y="159"/>
                </a:cubicBezTo>
                <a:cubicBezTo>
                  <a:pt x="311" y="160"/>
                  <a:pt x="312" y="160"/>
                  <a:pt x="313" y="160"/>
                </a:cubicBezTo>
                <a:cubicBezTo>
                  <a:pt x="335" y="160"/>
                  <a:pt x="353" y="124"/>
                  <a:pt x="353" y="80"/>
                </a:cubicBezTo>
                <a:cubicBezTo>
                  <a:pt x="353" y="36"/>
                  <a:pt x="335" y="0"/>
                  <a:pt x="313" y="0"/>
                </a:cubicBezTo>
                <a:moveTo>
                  <a:pt x="125" y="101"/>
                </a:moveTo>
                <a:cubicBezTo>
                  <a:pt x="39" y="144"/>
                  <a:pt x="39" y="144"/>
                  <a:pt x="39" y="144"/>
                </a:cubicBezTo>
                <a:cubicBezTo>
                  <a:pt x="26" y="142"/>
                  <a:pt x="16" y="114"/>
                  <a:pt x="16" y="80"/>
                </a:cubicBezTo>
                <a:cubicBezTo>
                  <a:pt x="16" y="46"/>
                  <a:pt x="26" y="18"/>
                  <a:pt x="39" y="16"/>
                </a:cubicBezTo>
                <a:cubicBezTo>
                  <a:pt x="125" y="59"/>
                  <a:pt x="125" y="59"/>
                  <a:pt x="125" y="59"/>
                </a:cubicBezTo>
                <a:cubicBezTo>
                  <a:pt x="122" y="66"/>
                  <a:pt x="121" y="73"/>
                  <a:pt x="121" y="80"/>
                </a:cubicBezTo>
                <a:cubicBezTo>
                  <a:pt x="121" y="87"/>
                  <a:pt x="122" y="94"/>
                  <a:pt x="125" y="101"/>
                </a:cubicBezTo>
                <a:moveTo>
                  <a:pt x="185" y="112"/>
                </a:moveTo>
                <a:cubicBezTo>
                  <a:pt x="169" y="112"/>
                  <a:pt x="169" y="112"/>
                  <a:pt x="169" y="112"/>
                </a:cubicBezTo>
                <a:cubicBezTo>
                  <a:pt x="151" y="112"/>
                  <a:pt x="137" y="98"/>
                  <a:pt x="137" y="80"/>
                </a:cubicBezTo>
                <a:cubicBezTo>
                  <a:pt x="137" y="62"/>
                  <a:pt x="151" y="48"/>
                  <a:pt x="169" y="48"/>
                </a:cubicBezTo>
                <a:cubicBezTo>
                  <a:pt x="185" y="48"/>
                  <a:pt x="185" y="48"/>
                  <a:pt x="185" y="48"/>
                </a:cubicBezTo>
                <a:cubicBezTo>
                  <a:pt x="203" y="48"/>
                  <a:pt x="217" y="62"/>
                  <a:pt x="217" y="80"/>
                </a:cubicBezTo>
                <a:cubicBezTo>
                  <a:pt x="217" y="98"/>
                  <a:pt x="203" y="112"/>
                  <a:pt x="185" y="112"/>
                </a:cubicBezTo>
                <a:moveTo>
                  <a:pt x="315" y="144"/>
                </a:moveTo>
                <a:cubicBezTo>
                  <a:pt x="228" y="101"/>
                  <a:pt x="228" y="101"/>
                  <a:pt x="228" y="101"/>
                </a:cubicBezTo>
                <a:cubicBezTo>
                  <a:pt x="231" y="94"/>
                  <a:pt x="233" y="87"/>
                  <a:pt x="233" y="80"/>
                </a:cubicBezTo>
                <a:cubicBezTo>
                  <a:pt x="233" y="73"/>
                  <a:pt x="231" y="66"/>
                  <a:pt x="228" y="59"/>
                </a:cubicBezTo>
                <a:cubicBezTo>
                  <a:pt x="315" y="16"/>
                  <a:pt x="315" y="16"/>
                  <a:pt x="315" y="16"/>
                </a:cubicBezTo>
                <a:cubicBezTo>
                  <a:pt x="327" y="18"/>
                  <a:pt x="337" y="46"/>
                  <a:pt x="337" y="80"/>
                </a:cubicBezTo>
                <a:cubicBezTo>
                  <a:pt x="337" y="114"/>
                  <a:pt x="327" y="142"/>
                  <a:pt x="315" y="144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0" name="Freeform 50"/>
          <p:cNvSpPr>
            <a:spLocks noEditPoints="1"/>
          </p:cNvSpPr>
          <p:nvPr/>
        </p:nvSpPr>
        <p:spPr bwMode="auto">
          <a:xfrm>
            <a:off x="6542618" y="5363633"/>
            <a:ext cx="207433" cy="577851"/>
          </a:xfrm>
          <a:custGeom>
            <a:avLst/>
            <a:gdLst>
              <a:gd name="T0" fmla="*/ 128 w 128"/>
              <a:gd name="T1" fmla="*/ 280 h 354"/>
              <a:gd name="T2" fmla="*/ 128 w 128"/>
              <a:gd name="T3" fmla="*/ 280 h 354"/>
              <a:gd name="T4" fmla="*/ 104 w 128"/>
              <a:gd name="T5" fmla="*/ 161 h 354"/>
              <a:gd name="T6" fmla="*/ 112 w 128"/>
              <a:gd name="T7" fmla="*/ 161 h 354"/>
              <a:gd name="T8" fmla="*/ 120 w 128"/>
              <a:gd name="T9" fmla="*/ 153 h 354"/>
              <a:gd name="T10" fmla="*/ 112 w 128"/>
              <a:gd name="T11" fmla="*/ 145 h 354"/>
              <a:gd name="T12" fmla="*/ 101 w 128"/>
              <a:gd name="T13" fmla="*/ 145 h 354"/>
              <a:gd name="T14" fmla="*/ 88 w 128"/>
              <a:gd name="T15" fmla="*/ 79 h 354"/>
              <a:gd name="T16" fmla="*/ 88 w 128"/>
              <a:gd name="T17" fmla="*/ 79 h 354"/>
              <a:gd name="T18" fmla="*/ 88 w 128"/>
              <a:gd name="T19" fmla="*/ 79 h 354"/>
              <a:gd name="T20" fmla="*/ 124 w 128"/>
              <a:gd name="T21" fmla="*/ 47 h 354"/>
              <a:gd name="T22" fmla="*/ 124 w 128"/>
              <a:gd name="T23" fmla="*/ 47 h 354"/>
              <a:gd name="T24" fmla="*/ 128 w 128"/>
              <a:gd name="T25" fmla="*/ 40 h 354"/>
              <a:gd name="T26" fmla="*/ 64 w 128"/>
              <a:gd name="T27" fmla="*/ 0 h 354"/>
              <a:gd name="T28" fmla="*/ 0 w 128"/>
              <a:gd name="T29" fmla="*/ 40 h 354"/>
              <a:gd name="T30" fmla="*/ 4 w 128"/>
              <a:gd name="T31" fmla="*/ 47 h 354"/>
              <a:gd name="T32" fmla="*/ 4 w 128"/>
              <a:gd name="T33" fmla="*/ 47 h 354"/>
              <a:gd name="T34" fmla="*/ 40 w 128"/>
              <a:gd name="T35" fmla="*/ 79 h 354"/>
              <a:gd name="T36" fmla="*/ 40 w 128"/>
              <a:gd name="T37" fmla="*/ 79 h 354"/>
              <a:gd name="T38" fmla="*/ 40 w 128"/>
              <a:gd name="T39" fmla="*/ 79 h 354"/>
              <a:gd name="T40" fmla="*/ 0 w 128"/>
              <a:gd name="T41" fmla="*/ 280 h 354"/>
              <a:gd name="T42" fmla="*/ 0 w 128"/>
              <a:gd name="T43" fmla="*/ 280 h 354"/>
              <a:gd name="T44" fmla="*/ 0 w 128"/>
              <a:gd name="T45" fmla="*/ 281 h 354"/>
              <a:gd name="T46" fmla="*/ 2 w 128"/>
              <a:gd name="T47" fmla="*/ 287 h 354"/>
              <a:gd name="T48" fmla="*/ 2 w 128"/>
              <a:gd name="T49" fmla="*/ 287 h 354"/>
              <a:gd name="T50" fmla="*/ 58 w 128"/>
              <a:gd name="T51" fmla="*/ 351 h 354"/>
              <a:gd name="T52" fmla="*/ 58 w 128"/>
              <a:gd name="T53" fmla="*/ 351 h 354"/>
              <a:gd name="T54" fmla="*/ 64 w 128"/>
              <a:gd name="T55" fmla="*/ 354 h 354"/>
              <a:gd name="T56" fmla="*/ 70 w 128"/>
              <a:gd name="T57" fmla="*/ 351 h 354"/>
              <a:gd name="T58" fmla="*/ 70 w 128"/>
              <a:gd name="T59" fmla="*/ 351 h 354"/>
              <a:gd name="T60" fmla="*/ 126 w 128"/>
              <a:gd name="T61" fmla="*/ 287 h 354"/>
              <a:gd name="T62" fmla="*/ 126 w 128"/>
              <a:gd name="T63" fmla="*/ 287 h 354"/>
              <a:gd name="T64" fmla="*/ 128 w 128"/>
              <a:gd name="T65" fmla="*/ 281 h 354"/>
              <a:gd name="T66" fmla="*/ 128 w 128"/>
              <a:gd name="T67" fmla="*/ 280 h 354"/>
              <a:gd name="T68" fmla="*/ 16 w 128"/>
              <a:gd name="T69" fmla="*/ 37 h 354"/>
              <a:gd name="T70" fmla="*/ 64 w 128"/>
              <a:gd name="T71" fmla="*/ 16 h 354"/>
              <a:gd name="T72" fmla="*/ 112 w 128"/>
              <a:gd name="T73" fmla="*/ 37 h 354"/>
              <a:gd name="T74" fmla="*/ 64 w 128"/>
              <a:gd name="T75" fmla="*/ 78 h 354"/>
              <a:gd name="T76" fmla="*/ 16 w 128"/>
              <a:gd name="T77" fmla="*/ 37 h 354"/>
              <a:gd name="T78" fmla="*/ 64 w 128"/>
              <a:gd name="T79" fmla="*/ 333 h 354"/>
              <a:gd name="T80" fmla="*/ 17 w 128"/>
              <a:gd name="T81" fmla="*/ 279 h 354"/>
              <a:gd name="T82" fmla="*/ 54 w 128"/>
              <a:gd name="T83" fmla="*/ 91 h 354"/>
              <a:gd name="T84" fmla="*/ 58 w 128"/>
              <a:gd name="T85" fmla="*/ 94 h 354"/>
              <a:gd name="T86" fmla="*/ 59 w 128"/>
              <a:gd name="T87" fmla="*/ 95 h 354"/>
              <a:gd name="T88" fmla="*/ 60 w 128"/>
              <a:gd name="T89" fmla="*/ 96 h 354"/>
              <a:gd name="T90" fmla="*/ 60 w 128"/>
              <a:gd name="T91" fmla="*/ 96 h 354"/>
              <a:gd name="T92" fmla="*/ 64 w 128"/>
              <a:gd name="T93" fmla="*/ 97 h 354"/>
              <a:gd name="T94" fmla="*/ 68 w 128"/>
              <a:gd name="T95" fmla="*/ 96 h 354"/>
              <a:gd name="T96" fmla="*/ 68 w 128"/>
              <a:gd name="T97" fmla="*/ 96 h 354"/>
              <a:gd name="T98" fmla="*/ 69 w 128"/>
              <a:gd name="T99" fmla="*/ 95 h 354"/>
              <a:gd name="T100" fmla="*/ 70 w 128"/>
              <a:gd name="T101" fmla="*/ 94 h 354"/>
              <a:gd name="T102" fmla="*/ 74 w 128"/>
              <a:gd name="T103" fmla="*/ 91 h 354"/>
              <a:gd name="T104" fmla="*/ 85 w 128"/>
              <a:gd name="T105" fmla="*/ 145 h 354"/>
              <a:gd name="T106" fmla="*/ 64 w 128"/>
              <a:gd name="T107" fmla="*/ 145 h 354"/>
              <a:gd name="T108" fmla="*/ 56 w 128"/>
              <a:gd name="T109" fmla="*/ 153 h 354"/>
              <a:gd name="T110" fmla="*/ 64 w 128"/>
              <a:gd name="T111" fmla="*/ 161 h 354"/>
              <a:gd name="T112" fmla="*/ 88 w 128"/>
              <a:gd name="T113" fmla="*/ 161 h 354"/>
              <a:gd name="T114" fmla="*/ 112 w 128"/>
              <a:gd name="T115" fmla="*/ 279 h 354"/>
              <a:gd name="T116" fmla="*/ 64 w 128"/>
              <a:gd name="T117" fmla="*/ 333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28" h="354">
                <a:moveTo>
                  <a:pt x="128" y="280"/>
                </a:moveTo>
                <a:cubicBezTo>
                  <a:pt x="128" y="280"/>
                  <a:pt x="128" y="280"/>
                  <a:pt x="128" y="280"/>
                </a:cubicBezTo>
                <a:cubicBezTo>
                  <a:pt x="104" y="161"/>
                  <a:pt x="104" y="161"/>
                  <a:pt x="104" y="161"/>
                </a:cubicBezTo>
                <a:cubicBezTo>
                  <a:pt x="112" y="161"/>
                  <a:pt x="112" y="161"/>
                  <a:pt x="112" y="161"/>
                </a:cubicBezTo>
                <a:cubicBezTo>
                  <a:pt x="117" y="161"/>
                  <a:pt x="120" y="157"/>
                  <a:pt x="120" y="153"/>
                </a:cubicBezTo>
                <a:cubicBezTo>
                  <a:pt x="120" y="148"/>
                  <a:pt x="117" y="145"/>
                  <a:pt x="112" y="145"/>
                </a:cubicBezTo>
                <a:cubicBezTo>
                  <a:pt x="101" y="145"/>
                  <a:pt x="101" y="145"/>
                  <a:pt x="101" y="145"/>
                </a:cubicBezTo>
                <a:cubicBezTo>
                  <a:pt x="88" y="79"/>
                  <a:pt x="88" y="79"/>
                  <a:pt x="88" y="79"/>
                </a:cubicBezTo>
                <a:cubicBezTo>
                  <a:pt x="88" y="79"/>
                  <a:pt x="88" y="79"/>
                  <a:pt x="88" y="79"/>
                </a:cubicBezTo>
                <a:cubicBezTo>
                  <a:pt x="88" y="79"/>
                  <a:pt x="88" y="79"/>
                  <a:pt x="88" y="79"/>
                </a:cubicBezTo>
                <a:cubicBezTo>
                  <a:pt x="124" y="47"/>
                  <a:pt x="124" y="47"/>
                  <a:pt x="124" y="47"/>
                </a:cubicBezTo>
                <a:cubicBezTo>
                  <a:pt x="124" y="47"/>
                  <a:pt x="124" y="47"/>
                  <a:pt x="124" y="47"/>
                </a:cubicBezTo>
                <a:cubicBezTo>
                  <a:pt x="127" y="46"/>
                  <a:pt x="128" y="43"/>
                  <a:pt x="128" y="40"/>
                </a:cubicBezTo>
                <a:cubicBezTo>
                  <a:pt x="128" y="18"/>
                  <a:pt x="100" y="0"/>
                  <a:pt x="64" y="0"/>
                </a:cubicBezTo>
                <a:cubicBezTo>
                  <a:pt x="29" y="0"/>
                  <a:pt x="0" y="18"/>
                  <a:pt x="0" y="40"/>
                </a:cubicBezTo>
                <a:cubicBezTo>
                  <a:pt x="0" y="43"/>
                  <a:pt x="2" y="46"/>
                  <a:pt x="4" y="47"/>
                </a:cubicBezTo>
                <a:cubicBezTo>
                  <a:pt x="4" y="47"/>
                  <a:pt x="4" y="47"/>
                  <a:pt x="4" y="47"/>
                </a:cubicBezTo>
                <a:cubicBezTo>
                  <a:pt x="40" y="79"/>
                  <a:pt x="40" y="79"/>
                  <a:pt x="40" y="79"/>
                </a:cubicBezTo>
                <a:cubicBezTo>
                  <a:pt x="40" y="79"/>
                  <a:pt x="40" y="79"/>
                  <a:pt x="40" y="79"/>
                </a:cubicBezTo>
                <a:cubicBezTo>
                  <a:pt x="40" y="79"/>
                  <a:pt x="40" y="79"/>
                  <a:pt x="40" y="79"/>
                </a:cubicBezTo>
                <a:cubicBezTo>
                  <a:pt x="0" y="280"/>
                  <a:pt x="0" y="280"/>
                  <a:pt x="0" y="280"/>
                </a:cubicBezTo>
                <a:cubicBezTo>
                  <a:pt x="0" y="280"/>
                  <a:pt x="0" y="280"/>
                  <a:pt x="0" y="280"/>
                </a:cubicBezTo>
                <a:cubicBezTo>
                  <a:pt x="0" y="280"/>
                  <a:pt x="0" y="281"/>
                  <a:pt x="0" y="281"/>
                </a:cubicBezTo>
                <a:cubicBezTo>
                  <a:pt x="0" y="283"/>
                  <a:pt x="1" y="285"/>
                  <a:pt x="2" y="287"/>
                </a:cubicBezTo>
                <a:cubicBezTo>
                  <a:pt x="2" y="287"/>
                  <a:pt x="2" y="287"/>
                  <a:pt x="2" y="287"/>
                </a:cubicBezTo>
                <a:cubicBezTo>
                  <a:pt x="58" y="351"/>
                  <a:pt x="58" y="351"/>
                  <a:pt x="58" y="351"/>
                </a:cubicBezTo>
                <a:cubicBezTo>
                  <a:pt x="58" y="351"/>
                  <a:pt x="58" y="351"/>
                  <a:pt x="58" y="351"/>
                </a:cubicBezTo>
                <a:cubicBezTo>
                  <a:pt x="60" y="352"/>
                  <a:pt x="62" y="354"/>
                  <a:pt x="64" y="354"/>
                </a:cubicBezTo>
                <a:cubicBezTo>
                  <a:pt x="67" y="354"/>
                  <a:pt x="69" y="352"/>
                  <a:pt x="70" y="351"/>
                </a:cubicBezTo>
                <a:cubicBezTo>
                  <a:pt x="70" y="351"/>
                  <a:pt x="70" y="351"/>
                  <a:pt x="70" y="351"/>
                </a:cubicBezTo>
                <a:cubicBezTo>
                  <a:pt x="126" y="287"/>
                  <a:pt x="126" y="287"/>
                  <a:pt x="126" y="287"/>
                </a:cubicBezTo>
                <a:cubicBezTo>
                  <a:pt x="126" y="287"/>
                  <a:pt x="126" y="287"/>
                  <a:pt x="126" y="287"/>
                </a:cubicBezTo>
                <a:cubicBezTo>
                  <a:pt x="128" y="285"/>
                  <a:pt x="128" y="283"/>
                  <a:pt x="128" y="281"/>
                </a:cubicBezTo>
                <a:cubicBezTo>
                  <a:pt x="128" y="281"/>
                  <a:pt x="128" y="280"/>
                  <a:pt x="128" y="280"/>
                </a:cubicBezTo>
                <a:moveTo>
                  <a:pt x="16" y="37"/>
                </a:moveTo>
                <a:cubicBezTo>
                  <a:pt x="20" y="26"/>
                  <a:pt x="40" y="16"/>
                  <a:pt x="64" y="16"/>
                </a:cubicBezTo>
                <a:cubicBezTo>
                  <a:pt x="89" y="16"/>
                  <a:pt x="109" y="26"/>
                  <a:pt x="112" y="37"/>
                </a:cubicBezTo>
                <a:cubicBezTo>
                  <a:pt x="64" y="78"/>
                  <a:pt x="64" y="78"/>
                  <a:pt x="64" y="78"/>
                </a:cubicBezTo>
                <a:lnTo>
                  <a:pt x="16" y="37"/>
                </a:lnTo>
                <a:close/>
                <a:moveTo>
                  <a:pt x="64" y="333"/>
                </a:moveTo>
                <a:cubicBezTo>
                  <a:pt x="17" y="279"/>
                  <a:pt x="17" y="279"/>
                  <a:pt x="17" y="279"/>
                </a:cubicBezTo>
                <a:cubicBezTo>
                  <a:pt x="54" y="91"/>
                  <a:pt x="54" y="91"/>
                  <a:pt x="54" y="91"/>
                </a:cubicBezTo>
                <a:cubicBezTo>
                  <a:pt x="58" y="94"/>
                  <a:pt x="58" y="94"/>
                  <a:pt x="58" y="94"/>
                </a:cubicBezTo>
                <a:cubicBezTo>
                  <a:pt x="59" y="94"/>
                  <a:pt x="59" y="95"/>
                  <a:pt x="59" y="95"/>
                </a:cubicBezTo>
                <a:cubicBezTo>
                  <a:pt x="60" y="96"/>
                  <a:pt x="60" y="96"/>
                  <a:pt x="60" y="96"/>
                </a:cubicBezTo>
                <a:cubicBezTo>
                  <a:pt x="60" y="96"/>
                  <a:pt x="60" y="96"/>
                  <a:pt x="60" y="96"/>
                </a:cubicBezTo>
                <a:cubicBezTo>
                  <a:pt x="61" y="96"/>
                  <a:pt x="63" y="97"/>
                  <a:pt x="64" y="97"/>
                </a:cubicBezTo>
                <a:cubicBezTo>
                  <a:pt x="66" y="97"/>
                  <a:pt x="67" y="96"/>
                  <a:pt x="68" y="96"/>
                </a:cubicBezTo>
                <a:cubicBezTo>
                  <a:pt x="68" y="96"/>
                  <a:pt x="68" y="96"/>
                  <a:pt x="68" y="96"/>
                </a:cubicBezTo>
                <a:cubicBezTo>
                  <a:pt x="69" y="95"/>
                  <a:pt x="69" y="95"/>
                  <a:pt x="69" y="95"/>
                </a:cubicBezTo>
                <a:cubicBezTo>
                  <a:pt x="69" y="95"/>
                  <a:pt x="70" y="94"/>
                  <a:pt x="70" y="94"/>
                </a:cubicBezTo>
                <a:cubicBezTo>
                  <a:pt x="74" y="91"/>
                  <a:pt x="74" y="91"/>
                  <a:pt x="74" y="91"/>
                </a:cubicBezTo>
                <a:cubicBezTo>
                  <a:pt x="85" y="145"/>
                  <a:pt x="85" y="145"/>
                  <a:pt x="85" y="145"/>
                </a:cubicBezTo>
                <a:cubicBezTo>
                  <a:pt x="64" y="145"/>
                  <a:pt x="64" y="145"/>
                  <a:pt x="64" y="145"/>
                </a:cubicBezTo>
                <a:cubicBezTo>
                  <a:pt x="60" y="145"/>
                  <a:pt x="56" y="148"/>
                  <a:pt x="56" y="153"/>
                </a:cubicBezTo>
                <a:cubicBezTo>
                  <a:pt x="56" y="157"/>
                  <a:pt x="60" y="161"/>
                  <a:pt x="64" y="161"/>
                </a:cubicBezTo>
                <a:cubicBezTo>
                  <a:pt x="88" y="161"/>
                  <a:pt x="88" y="161"/>
                  <a:pt x="88" y="161"/>
                </a:cubicBezTo>
                <a:cubicBezTo>
                  <a:pt x="112" y="279"/>
                  <a:pt x="112" y="279"/>
                  <a:pt x="112" y="279"/>
                </a:cubicBezTo>
                <a:lnTo>
                  <a:pt x="64" y="333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1" name="Freeform 51"/>
          <p:cNvSpPr>
            <a:spLocks noEditPoints="1"/>
          </p:cNvSpPr>
          <p:nvPr/>
        </p:nvSpPr>
        <p:spPr bwMode="auto">
          <a:xfrm>
            <a:off x="7457018" y="5444067"/>
            <a:ext cx="575733" cy="416984"/>
          </a:xfrm>
          <a:custGeom>
            <a:avLst/>
            <a:gdLst>
              <a:gd name="T0" fmla="*/ 217 w 353"/>
              <a:gd name="T1" fmla="*/ 96 h 256"/>
              <a:gd name="T2" fmla="*/ 217 w 353"/>
              <a:gd name="T3" fmla="*/ 112 h 256"/>
              <a:gd name="T4" fmla="*/ 273 w 353"/>
              <a:gd name="T5" fmla="*/ 104 h 256"/>
              <a:gd name="T6" fmla="*/ 345 w 353"/>
              <a:gd name="T7" fmla="*/ 96 h 256"/>
              <a:gd name="T8" fmla="*/ 353 w 353"/>
              <a:gd name="T9" fmla="*/ 16 h 256"/>
              <a:gd name="T10" fmla="*/ 16 w 353"/>
              <a:gd name="T11" fmla="*/ 0 h 256"/>
              <a:gd name="T12" fmla="*/ 0 w 353"/>
              <a:gd name="T13" fmla="*/ 88 h 256"/>
              <a:gd name="T14" fmla="*/ 32 w 353"/>
              <a:gd name="T15" fmla="*/ 128 h 256"/>
              <a:gd name="T16" fmla="*/ 0 w 353"/>
              <a:gd name="T17" fmla="*/ 168 h 256"/>
              <a:gd name="T18" fmla="*/ 16 w 353"/>
              <a:gd name="T19" fmla="*/ 256 h 256"/>
              <a:gd name="T20" fmla="*/ 353 w 353"/>
              <a:gd name="T21" fmla="*/ 240 h 256"/>
              <a:gd name="T22" fmla="*/ 345 w 353"/>
              <a:gd name="T23" fmla="*/ 160 h 256"/>
              <a:gd name="T24" fmla="*/ 345 w 353"/>
              <a:gd name="T25" fmla="*/ 96 h 256"/>
              <a:gd name="T26" fmla="*/ 337 w 353"/>
              <a:gd name="T27" fmla="*/ 16 h 256"/>
              <a:gd name="T28" fmla="*/ 305 w 353"/>
              <a:gd name="T29" fmla="*/ 32 h 256"/>
              <a:gd name="T30" fmla="*/ 16 w 353"/>
              <a:gd name="T31" fmla="*/ 16 h 256"/>
              <a:gd name="T32" fmla="*/ 289 w 353"/>
              <a:gd name="T33" fmla="*/ 32 h 256"/>
              <a:gd name="T34" fmla="*/ 16 w 353"/>
              <a:gd name="T35" fmla="*/ 16 h 256"/>
              <a:gd name="T36" fmla="*/ 16 w 353"/>
              <a:gd name="T37" fmla="*/ 240 h 256"/>
              <a:gd name="T38" fmla="*/ 289 w 353"/>
              <a:gd name="T39" fmla="*/ 224 h 256"/>
              <a:gd name="T40" fmla="*/ 337 w 353"/>
              <a:gd name="T41" fmla="*/ 240 h 256"/>
              <a:gd name="T42" fmla="*/ 305 w 353"/>
              <a:gd name="T43" fmla="*/ 224 h 256"/>
              <a:gd name="T44" fmla="*/ 337 w 353"/>
              <a:gd name="T45" fmla="*/ 240 h 256"/>
              <a:gd name="T46" fmla="*/ 337 w 353"/>
              <a:gd name="T47" fmla="*/ 208 h 256"/>
              <a:gd name="T48" fmla="*/ 16 w 353"/>
              <a:gd name="T49" fmla="*/ 175 h 256"/>
              <a:gd name="T50" fmla="*/ 16 w 353"/>
              <a:gd name="T51" fmla="*/ 81 h 256"/>
              <a:gd name="T52" fmla="*/ 337 w 353"/>
              <a:gd name="T53" fmla="*/ 48 h 256"/>
              <a:gd name="T54" fmla="*/ 305 w 353"/>
              <a:gd name="T55" fmla="*/ 128 h 256"/>
              <a:gd name="T56" fmla="*/ 265 w 353"/>
              <a:gd name="T57" fmla="*/ 144 h 256"/>
              <a:gd name="T58" fmla="*/ 209 w 353"/>
              <a:gd name="T59" fmla="*/ 152 h 256"/>
              <a:gd name="T60" fmla="*/ 265 w 353"/>
              <a:gd name="T61" fmla="*/ 160 h 256"/>
              <a:gd name="T62" fmla="*/ 265 w 353"/>
              <a:gd name="T63" fmla="*/ 144 h 256"/>
              <a:gd name="T64" fmla="*/ 249 w 353"/>
              <a:gd name="T65" fmla="*/ 136 h 256"/>
              <a:gd name="T66" fmla="*/ 249 w 353"/>
              <a:gd name="T67" fmla="*/ 120 h 256"/>
              <a:gd name="T68" fmla="*/ 209 w 353"/>
              <a:gd name="T69" fmla="*/ 128 h 256"/>
              <a:gd name="T70" fmla="*/ 168 w 353"/>
              <a:gd name="T71" fmla="*/ 112 h 256"/>
              <a:gd name="T72" fmla="*/ 136 w 353"/>
              <a:gd name="T73" fmla="*/ 84 h 256"/>
              <a:gd name="T74" fmla="*/ 128 w 353"/>
              <a:gd name="T75" fmla="*/ 80 h 256"/>
              <a:gd name="T76" fmla="*/ 121 w 353"/>
              <a:gd name="T77" fmla="*/ 84 h 256"/>
              <a:gd name="T78" fmla="*/ 88 w 353"/>
              <a:gd name="T79" fmla="*/ 112 h 256"/>
              <a:gd name="T80" fmla="*/ 84 w 353"/>
              <a:gd name="T81" fmla="*/ 127 h 256"/>
              <a:gd name="T82" fmla="*/ 97 w 353"/>
              <a:gd name="T83" fmla="*/ 166 h 256"/>
              <a:gd name="T84" fmla="*/ 104 w 353"/>
              <a:gd name="T85" fmla="*/ 176 h 256"/>
              <a:gd name="T86" fmla="*/ 128 w 353"/>
              <a:gd name="T87" fmla="*/ 162 h 256"/>
              <a:gd name="T88" fmla="*/ 152 w 353"/>
              <a:gd name="T89" fmla="*/ 176 h 256"/>
              <a:gd name="T90" fmla="*/ 160 w 353"/>
              <a:gd name="T91" fmla="*/ 166 h 256"/>
              <a:gd name="T92" fmla="*/ 173 w 353"/>
              <a:gd name="T93" fmla="*/ 127 h 256"/>
              <a:gd name="T94" fmla="*/ 168 w 353"/>
              <a:gd name="T95" fmla="*/ 112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53" h="256">
                <a:moveTo>
                  <a:pt x="265" y="96"/>
                </a:moveTo>
                <a:cubicBezTo>
                  <a:pt x="217" y="96"/>
                  <a:pt x="217" y="96"/>
                  <a:pt x="217" y="96"/>
                </a:cubicBezTo>
                <a:cubicBezTo>
                  <a:pt x="212" y="96"/>
                  <a:pt x="209" y="99"/>
                  <a:pt x="209" y="104"/>
                </a:cubicBezTo>
                <a:cubicBezTo>
                  <a:pt x="209" y="108"/>
                  <a:pt x="212" y="112"/>
                  <a:pt x="217" y="112"/>
                </a:cubicBezTo>
                <a:cubicBezTo>
                  <a:pt x="265" y="112"/>
                  <a:pt x="265" y="112"/>
                  <a:pt x="265" y="112"/>
                </a:cubicBezTo>
                <a:cubicBezTo>
                  <a:pt x="269" y="112"/>
                  <a:pt x="273" y="108"/>
                  <a:pt x="273" y="104"/>
                </a:cubicBezTo>
                <a:cubicBezTo>
                  <a:pt x="273" y="99"/>
                  <a:pt x="269" y="96"/>
                  <a:pt x="265" y="96"/>
                </a:cubicBezTo>
                <a:moveTo>
                  <a:pt x="345" y="96"/>
                </a:moveTo>
                <a:cubicBezTo>
                  <a:pt x="350" y="96"/>
                  <a:pt x="353" y="92"/>
                  <a:pt x="353" y="88"/>
                </a:cubicBezTo>
                <a:cubicBezTo>
                  <a:pt x="353" y="16"/>
                  <a:pt x="353" y="16"/>
                  <a:pt x="353" y="16"/>
                </a:cubicBezTo>
                <a:cubicBezTo>
                  <a:pt x="353" y="7"/>
                  <a:pt x="346" y="0"/>
                  <a:pt x="337" y="0"/>
                </a:cubicBez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88"/>
                  <a:pt x="0" y="88"/>
                  <a:pt x="0" y="88"/>
                </a:cubicBezTo>
                <a:cubicBezTo>
                  <a:pt x="0" y="92"/>
                  <a:pt x="3" y="96"/>
                  <a:pt x="8" y="96"/>
                </a:cubicBezTo>
                <a:cubicBezTo>
                  <a:pt x="21" y="96"/>
                  <a:pt x="32" y="110"/>
                  <a:pt x="32" y="128"/>
                </a:cubicBezTo>
                <a:cubicBezTo>
                  <a:pt x="32" y="146"/>
                  <a:pt x="21" y="160"/>
                  <a:pt x="8" y="160"/>
                </a:cubicBezTo>
                <a:cubicBezTo>
                  <a:pt x="3" y="160"/>
                  <a:pt x="0" y="164"/>
                  <a:pt x="0" y="168"/>
                </a:cubicBezTo>
                <a:cubicBezTo>
                  <a:pt x="0" y="240"/>
                  <a:pt x="0" y="240"/>
                  <a:pt x="0" y="240"/>
                </a:cubicBezTo>
                <a:cubicBezTo>
                  <a:pt x="0" y="249"/>
                  <a:pt x="7" y="256"/>
                  <a:pt x="16" y="256"/>
                </a:cubicBezTo>
                <a:cubicBezTo>
                  <a:pt x="337" y="256"/>
                  <a:pt x="337" y="256"/>
                  <a:pt x="337" y="256"/>
                </a:cubicBezTo>
                <a:cubicBezTo>
                  <a:pt x="346" y="256"/>
                  <a:pt x="353" y="249"/>
                  <a:pt x="353" y="240"/>
                </a:cubicBezTo>
                <a:cubicBezTo>
                  <a:pt x="353" y="168"/>
                  <a:pt x="353" y="168"/>
                  <a:pt x="353" y="168"/>
                </a:cubicBezTo>
                <a:cubicBezTo>
                  <a:pt x="353" y="164"/>
                  <a:pt x="350" y="160"/>
                  <a:pt x="345" y="160"/>
                </a:cubicBezTo>
                <a:cubicBezTo>
                  <a:pt x="332" y="160"/>
                  <a:pt x="321" y="146"/>
                  <a:pt x="321" y="128"/>
                </a:cubicBezTo>
                <a:cubicBezTo>
                  <a:pt x="321" y="110"/>
                  <a:pt x="332" y="96"/>
                  <a:pt x="345" y="96"/>
                </a:cubicBezTo>
                <a:moveTo>
                  <a:pt x="305" y="16"/>
                </a:moveTo>
                <a:cubicBezTo>
                  <a:pt x="337" y="16"/>
                  <a:pt x="337" y="16"/>
                  <a:pt x="337" y="16"/>
                </a:cubicBezTo>
                <a:cubicBezTo>
                  <a:pt x="337" y="32"/>
                  <a:pt x="337" y="32"/>
                  <a:pt x="337" y="32"/>
                </a:cubicBezTo>
                <a:cubicBezTo>
                  <a:pt x="305" y="32"/>
                  <a:pt x="305" y="32"/>
                  <a:pt x="305" y="32"/>
                </a:cubicBezTo>
                <a:lnTo>
                  <a:pt x="305" y="16"/>
                </a:lnTo>
                <a:close/>
                <a:moveTo>
                  <a:pt x="16" y="16"/>
                </a:moveTo>
                <a:cubicBezTo>
                  <a:pt x="289" y="16"/>
                  <a:pt x="289" y="16"/>
                  <a:pt x="289" y="16"/>
                </a:cubicBezTo>
                <a:cubicBezTo>
                  <a:pt x="289" y="32"/>
                  <a:pt x="289" y="32"/>
                  <a:pt x="289" y="32"/>
                </a:cubicBezTo>
                <a:cubicBezTo>
                  <a:pt x="16" y="32"/>
                  <a:pt x="16" y="32"/>
                  <a:pt x="16" y="32"/>
                </a:cubicBezTo>
                <a:lnTo>
                  <a:pt x="16" y="16"/>
                </a:lnTo>
                <a:close/>
                <a:moveTo>
                  <a:pt x="289" y="240"/>
                </a:moveTo>
                <a:cubicBezTo>
                  <a:pt x="16" y="240"/>
                  <a:pt x="16" y="240"/>
                  <a:pt x="16" y="240"/>
                </a:cubicBezTo>
                <a:cubicBezTo>
                  <a:pt x="16" y="224"/>
                  <a:pt x="16" y="224"/>
                  <a:pt x="16" y="224"/>
                </a:cubicBezTo>
                <a:cubicBezTo>
                  <a:pt x="289" y="224"/>
                  <a:pt x="289" y="224"/>
                  <a:pt x="289" y="224"/>
                </a:cubicBezTo>
                <a:lnTo>
                  <a:pt x="289" y="240"/>
                </a:lnTo>
                <a:close/>
                <a:moveTo>
                  <a:pt x="337" y="240"/>
                </a:moveTo>
                <a:cubicBezTo>
                  <a:pt x="305" y="240"/>
                  <a:pt x="305" y="240"/>
                  <a:pt x="305" y="240"/>
                </a:cubicBezTo>
                <a:cubicBezTo>
                  <a:pt x="305" y="224"/>
                  <a:pt x="305" y="224"/>
                  <a:pt x="305" y="224"/>
                </a:cubicBezTo>
                <a:cubicBezTo>
                  <a:pt x="337" y="224"/>
                  <a:pt x="337" y="224"/>
                  <a:pt x="337" y="224"/>
                </a:cubicBezTo>
                <a:lnTo>
                  <a:pt x="337" y="240"/>
                </a:lnTo>
                <a:close/>
                <a:moveTo>
                  <a:pt x="337" y="175"/>
                </a:moveTo>
                <a:cubicBezTo>
                  <a:pt x="337" y="208"/>
                  <a:pt x="337" y="208"/>
                  <a:pt x="337" y="208"/>
                </a:cubicBezTo>
                <a:cubicBezTo>
                  <a:pt x="16" y="208"/>
                  <a:pt x="16" y="208"/>
                  <a:pt x="16" y="208"/>
                </a:cubicBezTo>
                <a:cubicBezTo>
                  <a:pt x="16" y="175"/>
                  <a:pt x="16" y="175"/>
                  <a:pt x="16" y="175"/>
                </a:cubicBezTo>
                <a:cubicBezTo>
                  <a:pt x="34" y="171"/>
                  <a:pt x="48" y="151"/>
                  <a:pt x="48" y="128"/>
                </a:cubicBezTo>
                <a:cubicBezTo>
                  <a:pt x="48" y="105"/>
                  <a:pt x="34" y="85"/>
                  <a:pt x="16" y="81"/>
                </a:cubicBezTo>
                <a:cubicBezTo>
                  <a:pt x="16" y="48"/>
                  <a:pt x="16" y="48"/>
                  <a:pt x="16" y="48"/>
                </a:cubicBezTo>
                <a:cubicBezTo>
                  <a:pt x="337" y="48"/>
                  <a:pt x="337" y="48"/>
                  <a:pt x="337" y="48"/>
                </a:cubicBezTo>
                <a:cubicBezTo>
                  <a:pt x="337" y="81"/>
                  <a:pt x="337" y="81"/>
                  <a:pt x="337" y="81"/>
                </a:cubicBezTo>
                <a:cubicBezTo>
                  <a:pt x="319" y="85"/>
                  <a:pt x="305" y="105"/>
                  <a:pt x="305" y="128"/>
                </a:cubicBezTo>
                <a:cubicBezTo>
                  <a:pt x="305" y="151"/>
                  <a:pt x="319" y="171"/>
                  <a:pt x="337" y="175"/>
                </a:cubicBezTo>
                <a:moveTo>
                  <a:pt x="265" y="144"/>
                </a:moveTo>
                <a:cubicBezTo>
                  <a:pt x="217" y="144"/>
                  <a:pt x="217" y="144"/>
                  <a:pt x="217" y="144"/>
                </a:cubicBezTo>
                <a:cubicBezTo>
                  <a:pt x="212" y="144"/>
                  <a:pt x="209" y="148"/>
                  <a:pt x="209" y="152"/>
                </a:cubicBezTo>
                <a:cubicBezTo>
                  <a:pt x="209" y="156"/>
                  <a:pt x="212" y="160"/>
                  <a:pt x="217" y="160"/>
                </a:cubicBezTo>
                <a:cubicBezTo>
                  <a:pt x="265" y="160"/>
                  <a:pt x="265" y="160"/>
                  <a:pt x="265" y="160"/>
                </a:cubicBezTo>
                <a:cubicBezTo>
                  <a:pt x="269" y="160"/>
                  <a:pt x="273" y="156"/>
                  <a:pt x="273" y="152"/>
                </a:cubicBezTo>
                <a:cubicBezTo>
                  <a:pt x="273" y="148"/>
                  <a:pt x="269" y="144"/>
                  <a:pt x="265" y="144"/>
                </a:cubicBezTo>
                <a:moveTo>
                  <a:pt x="217" y="136"/>
                </a:moveTo>
                <a:cubicBezTo>
                  <a:pt x="249" y="136"/>
                  <a:pt x="249" y="136"/>
                  <a:pt x="249" y="136"/>
                </a:cubicBezTo>
                <a:cubicBezTo>
                  <a:pt x="253" y="136"/>
                  <a:pt x="257" y="132"/>
                  <a:pt x="257" y="128"/>
                </a:cubicBezTo>
                <a:cubicBezTo>
                  <a:pt x="257" y="124"/>
                  <a:pt x="253" y="120"/>
                  <a:pt x="249" y="120"/>
                </a:cubicBezTo>
                <a:cubicBezTo>
                  <a:pt x="217" y="120"/>
                  <a:pt x="217" y="120"/>
                  <a:pt x="217" y="120"/>
                </a:cubicBezTo>
                <a:cubicBezTo>
                  <a:pt x="212" y="120"/>
                  <a:pt x="209" y="124"/>
                  <a:pt x="209" y="128"/>
                </a:cubicBezTo>
                <a:cubicBezTo>
                  <a:pt x="209" y="132"/>
                  <a:pt x="212" y="136"/>
                  <a:pt x="217" y="136"/>
                </a:cubicBezTo>
                <a:moveTo>
                  <a:pt x="168" y="112"/>
                </a:moveTo>
                <a:cubicBezTo>
                  <a:pt x="149" y="112"/>
                  <a:pt x="149" y="112"/>
                  <a:pt x="149" y="112"/>
                </a:cubicBezTo>
                <a:cubicBezTo>
                  <a:pt x="136" y="84"/>
                  <a:pt x="136" y="84"/>
                  <a:pt x="136" y="84"/>
                </a:cubicBezTo>
                <a:cubicBezTo>
                  <a:pt x="135" y="84"/>
                  <a:pt x="135" y="84"/>
                  <a:pt x="135" y="84"/>
                </a:cubicBezTo>
                <a:cubicBezTo>
                  <a:pt x="134" y="82"/>
                  <a:pt x="131" y="80"/>
                  <a:pt x="128" y="80"/>
                </a:cubicBezTo>
                <a:cubicBezTo>
                  <a:pt x="125" y="80"/>
                  <a:pt x="123" y="82"/>
                  <a:pt x="121" y="84"/>
                </a:cubicBezTo>
                <a:cubicBezTo>
                  <a:pt x="121" y="84"/>
                  <a:pt x="121" y="84"/>
                  <a:pt x="121" y="84"/>
                </a:cubicBezTo>
                <a:cubicBezTo>
                  <a:pt x="107" y="112"/>
                  <a:pt x="107" y="112"/>
                  <a:pt x="107" y="112"/>
                </a:cubicBezTo>
                <a:cubicBezTo>
                  <a:pt x="88" y="112"/>
                  <a:pt x="88" y="112"/>
                  <a:pt x="88" y="112"/>
                </a:cubicBezTo>
                <a:cubicBezTo>
                  <a:pt x="84" y="112"/>
                  <a:pt x="80" y="115"/>
                  <a:pt x="80" y="120"/>
                </a:cubicBezTo>
                <a:cubicBezTo>
                  <a:pt x="80" y="125"/>
                  <a:pt x="84" y="127"/>
                  <a:pt x="84" y="127"/>
                </a:cubicBezTo>
                <a:cubicBezTo>
                  <a:pt x="105" y="141"/>
                  <a:pt x="105" y="141"/>
                  <a:pt x="105" y="141"/>
                </a:cubicBezTo>
                <a:cubicBezTo>
                  <a:pt x="97" y="166"/>
                  <a:pt x="97" y="166"/>
                  <a:pt x="97" y="166"/>
                </a:cubicBezTo>
                <a:cubicBezTo>
                  <a:pt x="96" y="167"/>
                  <a:pt x="96" y="167"/>
                  <a:pt x="96" y="168"/>
                </a:cubicBezTo>
                <a:cubicBezTo>
                  <a:pt x="96" y="173"/>
                  <a:pt x="100" y="176"/>
                  <a:pt x="104" y="176"/>
                </a:cubicBezTo>
                <a:cubicBezTo>
                  <a:pt x="106" y="176"/>
                  <a:pt x="107" y="176"/>
                  <a:pt x="109" y="175"/>
                </a:cubicBezTo>
                <a:cubicBezTo>
                  <a:pt x="128" y="162"/>
                  <a:pt x="128" y="162"/>
                  <a:pt x="128" y="162"/>
                </a:cubicBezTo>
                <a:cubicBezTo>
                  <a:pt x="148" y="175"/>
                  <a:pt x="148" y="175"/>
                  <a:pt x="148" y="175"/>
                </a:cubicBezTo>
                <a:cubicBezTo>
                  <a:pt x="148" y="175"/>
                  <a:pt x="149" y="176"/>
                  <a:pt x="152" y="176"/>
                </a:cubicBezTo>
                <a:cubicBezTo>
                  <a:pt x="157" y="176"/>
                  <a:pt x="160" y="173"/>
                  <a:pt x="160" y="168"/>
                </a:cubicBezTo>
                <a:cubicBezTo>
                  <a:pt x="160" y="167"/>
                  <a:pt x="160" y="167"/>
                  <a:pt x="160" y="166"/>
                </a:cubicBezTo>
                <a:cubicBezTo>
                  <a:pt x="152" y="141"/>
                  <a:pt x="152" y="141"/>
                  <a:pt x="152" y="141"/>
                </a:cubicBezTo>
                <a:cubicBezTo>
                  <a:pt x="173" y="127"/>
                  <a:pt x="173" y="127"/>
                  <a:pt x="173" y="127"/>
                </a:cubicBezTo>
                <a:cubicBezTo>
                  <a:pt x="173" y="127"/>
                  <a:pt x="176" y="125"/>
                  <a:pt x="176" y="120"/>
                </a:cubicBezTo>
                <a:cubicBezTo>
                  <a:pt x="176" y="115"/>
                  <a:pt x="173" y="112"/>
                  <a:pt x="168" y="112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2" name="Freeform 52"/>
          <p:cNvSpPr>
            <a:spLocks noEditPoints="1"/>
          </p:cNvSpPr>
          <p:nvPr/>
        </p:nvSpPr>
        <p:spPr bwMode="auto">
          <a:xfrm>
            <a:off x="8555568" y="5416552"/>
            <a:ext cx="575733" cy="472017"/>
          </a:xfrm>
          <a:custGeom>
            <a:avLst/>
            <a:gdLst>
              <a:gd name="T0" fmla="*/ 16 w 353"/>
              <a:gd name="T1" fmla="*/ 65 h 289"/>
              <a:gd name="T2" fmla="*/ 0 w 353"/>
              <a:gd name="T3" fmla="*/ 153 h 289"/>
              <a:gd name="T4" fmla="*/ 16 w 353"/>
              <a:gd name="T5" fmla="*/ 177 h 289"/>
              <a:gd name="T6" fmla="*/ 0 w 353"/>
              <a:gd name="T7" fmla="*/ 201 h 289"/>
              <a:gd name="T8" fmla="*/ 16 w 353"/>
              <a:gd name="T9" fmla="*/ 289 h 289"/>
              <a:gd name="T10" fmla="*/ 305 w 353"/>
              <a:gd name="T11" fmla="*/ 273 h 289"/>
              <a:gd name="T12" fmla="*/ 297 w 353"/>
              <a:gd name="T13" fmla="*/ 193 h 289"/>
              <a:gd name="T14" fmla="*/ 297 w 353"/>
              <a:gd name="T15" fmla="*/ 161 h 289"/>
              <a:gd name="T16" fmla="*/ 305 w 353"/>
              <a:gd name="T17" fmla="*/ 81 h 289"/>
              <a:gd name="T18" fmla="*/ 16 w 353"/>
              <a:gd name="T19" fmla="*/ 81 h 289"/>
              <a:gd name="T20" fmla="*/ 257 w 353"/>
              <a:gd name="T21" fmla="*/ 97 h 289"/>
              <a:gd name="T22" fmla="*/ 16 w 353"/>
              <a:gd name="T23" fmla="*/ 81 h 289"/>
              <a:gd name="T24" fmla="*/ 16 w 353"/>
              <a:gd name="T25" fmla="*/ 273 h 289"/>
              <a:gd name="T26" fmla="*/ 257 w 353"/>
              <a:gd name="T27" fmla="*/ 257 h 289"/>
              <a:gd name="T28" fmla="*/ 289 w 353"/>
              <a:gd name="T29" fmla="*/ 273 h 289"/>
              <a:gd name="T30" fmla="*/ 273 w 353"/>
              <a:gd name="T31" fmla="*/ 257 h 289"/>
              <a:gd name="T32" fmla="*/ 289 w 353"/>
              <a:gd name="T33" fmla="*/ 273 h 289"/>
              <a:gd name="T34" fmla="*/ 273 w 353"/>
              <a:gd name="T35" fmla="*/ 177 h 289"/>
              <a:gd name="T36" fmla="*/ 289 w 353"/>
              <a:gd name="T37" fmla="*/ 241 h 289"/>
              <a:gd name="T38" fmla="*/ 16 w 353"/>
              <a:gd name="T39" fmla="*/ 207 h 289"/>
              <a:gd name="T40" fmla="*/ 16 w 353"/>
              <a:gd name="T41" fmla="*/ 147 h 289"/>
              <a:gd name="T42" fmla="*/ 289 w 353"/>
              <a:gd name="T43" fmla="*/ 113 h 289"/>
              <a:gd name="T44" fmla="*/ 289 w 353"/>
              <a:gd name="T45" fmla="*/ 97 h 289"/>
              <a:gd name="T46" fmla="*/ 273 w 353"/>
              <a:gd name="T47" fmla="*/ 81 h 289"/>
              <a:gd name="T48" fmla="*/ 289 w 353"/>
              <a:gd name="T49" fmla="*/ 97 h 289"/>
              <a:gd name="T50" fmla="*/ 101 w 353"/>
              <a:gd name="T51" fmla="*/ 188 h 289"/>
              <a:gd name="T52" fmla="*/ 94 w 353"/>
              <a:gd name="T53" fmla="*/ 211 h 289"/>
              <a:gd name="T54" fmla="*/ 104 w 353"/>
              <a:gd name="T55" fmla="*/ 216 h 289"/>
              <a:gd name="T56" fmla="*/ 137 w 353"/>
              <a:gd name="T57" fmla="*/ 216 h 289"/>
              <a:gd name="T58" fmla="*/ 147 w 353"/>
              <a:gd name="T59" fmla="*/ 211 h 289"/>
              <a:gd name="T60" fmla="*/ 140 w 353"/>
              <a:gd name="T61" fmla="*/ 188 h 289"/>
              <a:gd name="T62" fmla="*/ 161 w 353"/>
              <a:gd name="T63" fmla="*/ 170 h 289"/>
              <a:gd name="T64" fmla="*/ 138 w 353"/>
              <a:gd name="T65" fmla="*/ 164 h 289"/>
              <a:gd name="T66" fmla="*/ 127 w 353"/>
              <a:gd name="T67" fmla="*/ 141 h 289"/>
              <a:gd name="T68" fmla="*/ 115 w 353"/>
              <a:gd name="T69" fmla="*/ 141 h 289"/>
              <a:gd name="T70" fmla="*/ 103 w 353"/>
              <a:gd name="T71" fmla="*/ 164 h 289"/>
              <a:gd name="T72" fmla="*/ 80 w 353"/>
              <a:gd name="T73" fmla="*/ 170 h 289"/>
              <a:gd name="T74" fmla="*/ 337 w 353"/>
              <a:gd name="T75" fmla="*/ 0 h 289"/>
              <a:gd name="T76" fmla="*/ 48 w 353"/>
              <a:gd name="T77" fmla="*/ 17 h 289"/>
              <a:gd name="T78" fmla="*/ 56 w 353"/>
              <a:gd name="T79" fmla="*/ 49 h 289"/>
              <a:gd name="T80" fmla="*/ 64 w 353"/>
              <a:gd name="T81" fmla="*/ 17 h 289"/>
              <a:gd name="T82" fmla="*/ 337 w 353"/>
              <a:gd name="T83" fmla="*/ 209 h 289"/>
              <a:gd name="T84" fmla="*/ 321 w 353"/>
              <a:gd name="T85" fmla="*/ 217 h 289"/>
              <a:gd name="T86" fmla="*/ 337 w 353"/>
              <a:gd name="T87" fmla="*/ 225 h 289"/>
              <a:gd name="T88" fmla="*/ 353 w 353"/>
              <a:gd name="T89" fmla="*/ 17 h 289"/>
              <a:gd name="T90" fmla="*/ 185 w 353"/>
              <a:gd name="T91" fmla="*/ 209 h 289"/>
              <a:gd name="T92" fmla="*/ 225 w 353"/>
              <a:gd name="T93" fmla="*/ 201 h 289"/>
              <a:gd name="T94" fmla="*/ 185 w 353"/>
              <a:gd name="T95" fmla="*/ 193 h 289"/>
              <a:gd name="T96" fmla="*/ 185 w 353"/>
              <a:gd name="T97" fmla="*/ 209 h 289"/>
              <a:gd name="T98" fmla="*/ 201 w 353"/>
              <a:gd name="T99" fmla="*/ 185 h 289"/>
              <a:gd name="T100" fmla="*/ 201 w 353"/>
              <a:gd name="T101" fmla="*/ 169 h 289"/>
              <a:gd name="T102" fmla="*/ 177 w 353"/>
              <a:gd name="T103" fmla="*/ 177 h 289"/>
              <a:gd name="T104" fmla="*/ 185 w 353"/>
              <a:gd name="T105" fmla="*/ 161 h 289"/>
              <a:gd name="T106" fmla="*/ 225 w 353"/>
              <a:gd name="T107" fmla="*/ 153 h 289"/>
              <a:gd name="T108" fmla="*/ 185 w 353"/>
              <a:gd name="T109" fmla="*/ 145 h 289"/>
              <a:gd name="T110" fmla="*/ 185 w 353"/>
              <a:gd name="T111" fmla="*/ 161 h 2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353" h="289">
                <a:moveTo>
                  <a:pt x="289" y="65"/>
                </a:moveTo>
                <a:cubicBezTo>
                  <a:pt x="16" y="65"/>
                  <a:pt x="16" y="65"/>
                  <a:pt x="16" y="65"/>
                </a:cubicBezTo>
                <a:cubicBezTo>
                  <a:pt x="7" y="65"/>
                  <a:pt x="0" y="72"/>
                  <a:pt x="0" y="81"/>
                </a:cubicBezTo>
                <a:cubicBezTo>
                  <a:pt x="0" y="153"/>
                  <a:pt x="0" y="153"/>
                  <a:pt x="0" y="153"/>
                </a:cubicBezTo>
                <a:cubicBezTo>
                  <a:pt x="0" y="157"/>
                  <a:pt x="4" y="161"/>
                  <a:pt x="8" y="161"/>
                </a:cubicBezTo>
                <a:cubicBezTo>
                  <a:pt x="13" y="161"/>
                  <a:pt x="16" y="168"/>
                  <a:pt x="16" y="177"/>
                </a:cubicBezTo>
                <a:cubicBezTo>
                  <a:pt x="16" y="186"/>
                  <a:pt x="13" y="193"/>
                  <a:pt x="8" y="193"/>
                </a:cubicBezTo>
                <a:cubicBezTo>
                  <a:pt x="4" y="193"/>
                  <a:pt x="0" y="197"/>
                  <a:pt x="0" y="201"/>
                </a:cubicBezTo>
                <a:cubicBezTo>
                  <a:pt x="0" y="273"/>
                  <a:pt x="0" y="273"/>
                  <a:pt x="0" y="273"/>
                </a:cubicBezTo>
                <a:cubicBezTo>
                  <a:pt x="0" y="282"/>
                  <a:pt x="7" y="289"/>
                  <a:pt x="16" y="289"/>
                </a:cubicBezTo>
                <a:cubicBezTo>
                  <a:pt x="289" y="289"/>
                  <a:pt x="289" y="289"/>
                  <a:pt x="289" y="289"/>
                </a:cubicBezTo>
                <a:cubicBezTo>
                  <a:pt x="298" y="289"/>
                  <a:pt x="305" y="282"/>
                  <a:pt x="305" y="273"/>
                </a:cubicBezTo>
                <a:cubicBezTo>
                  <a:pt x="305" y="201"/>
                  <a:pt x="305" y="201"/>
                  <a:pt x="305" y="201"/>
                </a:cubicBezTo>
                <a:cubicBezTo>
                  <a:pt x="305" y="197"/>
                  <a:pt x="302" y="193"/>
                  <a:pt x="297" y="193"/>
                </a:cubicBezTo>
                <a:cubicBezTo>
                  <a:pt x="293" y="193"/>
                  <a:pt x="289" y="186"/>
                  <a:pt x="289" y="177"/>
                </a:cubicBezTo>
                <a:cubicBezTo>
                  <a:pt x="289" y="168"/>
                  <a:pt x="293" y="161"/>
                  <a:pt x="297" y="161"/>
                </a:cubicBezTo>
                <a:cubicBezTo>
                  <a:pt x="302" y="161"/>
                  <a:pt x="305" y="157"/>
                  <a:pt x="305" y="153"/>
                </a:cubicBezTo>
                <a:cubicBezTo>
                  <a:pt x="305" y="81"/>
                  <a:pt x="305" y="81"/>
                  <a:pt x="305" y="81"/>
                </a:cubicBezTo>
                <a:cubicBezTo>
                  <a:pt x="305" y="72"/>
                  <a:pt x="298" y="65"/>
                  <a:pt x="289" y="65"/>
                </a:cubicBezTo>
                <a:moveTo>
                  <a:pt x="16" y="81"/>
                </a:moveTo>
                <a:cubicBezTo>
                  <a:pt x="257" y="81"/>
                  <a:pt x="257" y="81"/>
                  <a:pt x="257" y="81"/>
                </a:cubicBezTo>
                <a:cubicBezTo>
                  <a:pt x="257" y="97"/>
                  <a:pt x="257" y="97"/>
                  <a:pt x="257" y="97"/>
                </a:cubicBezTo>
                <a:cubicBezTo>
                  <a:pt x="16" y="97"/>
                  <a:pt x="16" y="97"/>
                  <a:pt x="16" y="97"/>
                </a:cubicBezTo>
                <a:lnTo>
                  <a:pt x="16" y="81"/>
                </a:lnTo>
                <a:close/>
                <a:moveTo>
                  <a:pt x="257" y="273"/>
                </a:moveTo>
                <a:cubicBezTo>
                  <a:pt x="16" y="273"/>
                  <a:pt x="16" y="273"/>
                  <a:pt x="16" y="273"/>
                </a:cubicBezTo>
                <a:cubicBezTo>
                  <a:pt x="16" y="257"/>
                  <a:pt x="16" y="257"/>
                  <a:pt x="16" y="257"/>
                </a:cubicBezTo>
                <a:cubicBezTo>
                  <a:pt x="257" y="257"/>
                  <a:pt x="257" y="257"/>
                  <a:pt x="257" y="257"/>
                </a:cubicBezTo>
                <a:lnTo>
                  <a:pt x="257" y="273"/>
                </a:lnTo>
                <a:close/>
                <a:moveTo>
                  <a:pt x="289" y="273"/>
                </a:moveTo>
                <a:cubicBezTo>
                  <a:pt x="273" y="273"/>
                  <a:pt x="273" y="273"/>
                  <a:pt x="273" y="273"/>
                </a:cubicBezTo>
                <a:cubicBezTo>
                  <a:pt x="273" y="257"/>
                  <a:pt x="273" y="257"/>
                  <a:pt x="273" y="257"/>
                </a:cubicBezTo>
                <a:cubicBezTo>
                  <a:pt x="289" y="257"/>
                  <a:pt x="289" y="257"/>
                  <a:pt x="289" y="257"/>
                </a:cubicBezTo>
                <a:lnTo>
                  <a:pt x="289" y="273"/>
                </a:lnTo>
                <a:close/>
                <a:moveTo>
                  <a:pt x="289" y="147"/>
                </a:moveTo>
                <a:cubicBezTo>
                  <a:pt x="280" y="151"/>
                  <a:pt x="273" y="163"/>
                  <a:pt x="273" y="177"/>
                </a:cubicBezTo>
                <a:cubicBezTo>
                  <a:pt x="273" y="191"/>
                  <a:pt x="280" y="203"/>
                  <a:pt x="289" y="207"/>
                </a:cubicBezTo>
                <a:cubicBezTo>
                  <a:pt x="289" y="241"/>
                  <a:pt x="289" y="241"/>
                  <a:pt x="289" y="241"/>
                </a:cubicBezTo>
                <a:cubicBezTo>
                  <a:pt x="16" y="241"/>
                  <a:pt x="16" y="241"/>
                  <a:pt x="16" y="241"/>
                </a:cubicBezTo>
                <a:cubicBezTo>
                  <a:pt x="16" y="207"/>
                  <a:pt x="16" y="207"/>
                  <a:pt x="16" y="207"/>
                </a:cubicBezTo>
                <a:cubicBezTo>
                  <a:pt x="26" y="203"/>
                  <a:pt x="32" y="191"/>
                  <a:pt x="32" y="177"/>
                </a:cubicBezTo>
                <a:cubicBezTo>
                  <a:pt x="32" y="163"/>
                  <a:pt x="26" y="151"/>
                  <a:pt x="16" y="147"/>
                </a:cubicBezTo>
                <a:cubicBezTo>
                  <a:pt x="16" y="113"/>
                  <a:pt x="16" y="113"/>
                  <a:pt x="16" y="113"/>
                </a:cubicBezTo>
                <a:cubicBezTo>
                  <a:pt x="289" y="113"/>
                  <a:pt x="289" y="113"/>
                  <a:pt x="289" y="113"/>
                </a:cubicBezTo>
                <a:lnTo>
                  <a:pt x="289" y="147"/>
                </a:lnTo>
                <a:close/>
                <a:moveTo>
                  <a:pt x="289" y="97"/>
                </a:moveTo>
                <a:cubicBezTo>
                  <a:pt x="273" y="97"/>
                  <a:pt x="273" y="97"/>
                  <a:pt x="273" y="97"/>
                </a:cubicBezTo>
                <a:cubicBezTo>
                  <a:pt x="273" y="81"/>
                  <a:pt x="273" y="81"/>
                  <a:pt x="273" y="81"/>
                </a:cubicBezTo>
                <a:cubicBezTo>
                  <a:pt x="289" y="81"/>
                  <a:pt x="289" y="81"/>
                  <a:pt x="289" y="81"/>
                </a:cubicBezTo>
                <a:lnTo>
                  <a:pt x="289" y="97"/>
                </a:lnTo>
                <a:close/>
                <a:moveTo>
                  <a:pt x="83" y="176"/>
                </a:moveTo>
                <a:cubicBezTo>
                  <a:pt x="101" y="188"/>
                  <a:pt x="101" y="188"/>
                  <a:pt x="101" y="188"/>
                </a:cubicBezTo>
                <a:cubicBezTo>
                  <a:pt x="94" y="209"/>
                  <a:pt x="94" y="209"/>
                  <a:pt x="94" y="209"/>
                </a:cubicBezTo>
                <a:cubicBezTo>
                  <a:pt x="94" y="209"/>
                  <a:pt x="94" y="210"/>
                  <a:pt x="94" y="211"/>
                </a:cubicBezTo>
                <a:cubicBezTo>
                  <a:pt x="94" y="214"/>
                  <a:pt x="97" y="217"/>
                  <a:pt x="101" y="217"/>
                </a:cubicBezTo>
                <a:cubicBezTo>
                  <a:pt x="102" y="217"/>
                  <a:pt x="103" y="217"/>
                  <a:pt x="104" y="216"/>
                </a:cubicBezTo>
                <a:cubicBezTo>
                  <a:pt x="121" y="205"/>
                  <a:pt x="121" y="205"/>
                  <a:pt x="121" y="205"/>
                </a:cubicBezTo>
                <a:cubicBezTo>
                  <a:pt x="137" y="216"/>
                  <a:pt x="137" y="216"/>
                  <a:pt x="137" y="216"/>
                </a:cubicBezTo>
                <a:cubicBezTo>
                  <a:pt x="137" y="216"/>
                  <a:pt x="138" y="217"/>
                  <a:pt x="141" y="217"/>
                </a:cubicBezTo>
                <a:cubicBezTo>
                  <a:pt x="144" y="217"/>
                  <a:pt x="147" y="214"/>
                  <a:pt x="147" y="211"/>
                </a:cubicBezTo>
                <a:cubicBezTo>
                  <a:pt x="147" y="210"/>
                  <a:pt x="147" y="209"/>
                  <a:pt x="147" y="209"/>
                </a:cubicBezTo>
                <a:cubicBezTo>
                  <a:pt x="140" y="188"/>
                  <a:pt x="140" y="188"/>
                  <a:pt x="140" y="188"/>
                </a:cubicBezTo>
                <a:cubicBezTo>
                  <a:pt x="158" y="176"/>
                  <a:pt x="158" y="176"/>
                  <a:pt x="158" y="176"/>
                </a:cubicBezTo>
                <a:cubicBezTo>
                  <a:pt x="158" y="176"/>
                  <a:pt x="161" y="175"/>
                  <a:pt x="161" y="170"/>
                </a:cubicBezTo>
                <a:cubicBezTo>
                  <a:pt x="161" y="167"/>
                  <a:pt x="158" y="164"/>
                  <a:pt x="154" y="164"/>
                </a:cubicBezTo>
                <a:cubicBezTo>
                  <a:pt x="138" y="164"/>
                  <a:pt x="138" y="164"/>
                  <a:pt x="138" y="164"/>
                </a:cubicBezTo>
                <a:cubicBezTo>
                  <a:pt x="127" y="141"/>
                  <a:pt x="127" y="141"/>
                  <a:pt x="127" y="141"/>
                </a:cubicBezTo>
                <a:cubicBezTo>
                  <a:pt x="127" y="141"/>
                  <a:pt x="127" y="141"/>
                  <a:pt x="127" y="141"/>
                </a:cubicBezTo>
                <a:cubicBezTo>
                  <a:pt x="125" y="138"/>
                  <a:pt x="123" y="137"/>
                  <a:pt x="121" y="137"/>
                </a:cubicBezTo>
                <a:cubicBezTo>
                  <a:pt x="118" y="137"/>
                  <a:pt x="116" y="138"/>
                  <a:pt x="115" y="141"/>
                </a:cubicBezTo>
                <a:cubicBezTo>
                  <a:pt x="115" y="141"/>
                  <a:pt x="115" y="141"/>
                  <a:pt x="115" y="141"/>
                </a:cubicBezTo>
                <a:cubicBezTo>
                  <a:pt x="103" y="164"/>
                  <a:pt x="103" y="164"/>
                  <a:pt x="103" y="164"/>
                </a:cubicBezTo>
                <a:cubicBezTo>
                  <a:pt x="87" y="164"/>
                  <a:pt x="87" y="164"/>
                  <a:pt x="87" y="164"/>
                </a:cubicBezTo>
                <a:cubicBezTo>
                  <a:pt x="83" y="164"/>
                  <a:pt x="80" y="167"/>
                  <a:pt x="80" y="170"/>
                </a:cubicBezTo>
                <a:cubicBezTo>
                  <a:pt x="80" y="175"/>
                  <a:pt x="83" y="176"/>
                  <a:pt x="83" y="176"/>
                </a:cubicBezTo>
                <a:moveTo>
                  <a:pt x="337" y="0"/>
                </a:moveTo>
                <a:cubicBezTo>
                  <a:pt x="64" y="0"/>
                  <a:pt x="64" y="0"/>
                  <a:pt x="64" y="0"/>
                </a:cubicBezTo>
                <a:cubicBezTo>
                  <a:pt x="56" y="0"/>
                  <a:pt x="48" y="8"/>
                  <a:pt x="48" y="17"/>
                </a:cubicBezTo>
                <a:cubicBezTo>
                  <a:pt x="48" y="41"/>
                  <a:pt x="48" y="41"/>
                  <a:pt x="48" y="41"/>
                </a:cubicBezTo>
                <a:cubicBezTo>
                  <a:pt x="48" y="45"/>
                  <a:pt x="52" y="49"/>
                  <a:pt x="56" y="49"/>
                </a:cubicBezTo>
                <a:cubicBezTo>
                  <a:pt x="61" y="49"/>
                  <a:pt x="64" y="45"/>
                  <a:pt x="64" y="41"/>
                </a:cubicBezTo>
                <a:cubicBezTo>
                  <a:pt x="64" y="17"/>
                  <a:pt x="64" y="17"/>
                  <a:pt x="64" y="17"/>
                </a:cubicBezTo>
                <a:cubicBezTo>
                  <a:pt x="337" y="17"/>
                  <a:pt x="337" y="17"/>
                  <a:pt x="337" y="17"/>
                </a:cubicBezTo>
                <a:cubicBezTo>
                  <a:pt x="337" y="209"/>
                  <a:pt x="337" y="209"/>
                  <a:pt x="337" y="209"/>
                </a:cubicBezTo>
                <a:cubicBezTo>
                  <a:pt x="329" y="209"/>
                  <a:pt x="329" y="209"/>
                  <a:pt x="329" y="209"/>
                </a:cubicBezTo>
                <a:cubicBezTo>
                  <a:pt x="325" y="209"/>
                  <a:pt x="321" y="213"/>
                  <a:pt x="321" y="217"/>
                </a:cubicBezTo>
                <a:cubicBezTo>
                  <a:pt x="321" y="222"/>
                  <a:pt x="325" y="225"/>
                  <a:pt x="329" y="225"/>
                </a:cubicBezTo>
                <a:cubicBezTo>
                  <a:pt x="337" y="225"/>
                  <a:pt x="337" y="225"/>
                  <a:pt x="337" y="225"/>
                </a:cubicBezTo>
                <a:cubicBezTo>
                  <a:pt x="346" y="225"/>
                  <a:pt x="353" y="218"/>
                  <a:pt x="353" y="209"/>
                </a:cubicBezTo>
                <a:cubicBezTo>
                  <a:pt x="353" y="17"/>
                  <a:pt x="353" y="17"/>
                  <a:pt x="353" y="17"/>
                </a:cubicBezTo>
                <a:cubicBezTo>
                  <a:pt x="353" y="8"/>
                  <a:pt x="346" y="0"/>
                  <a:pt x="337" y="0"/>
                </a:cubicBezTo>
                <a:moveTo>
                  <a:pt x="185" y="209"/>
                </a:moveTo>
                <a:cubicBezTo>
                  <a:pt x="217" y="209"/>
                  <a:pt x="217" y="209"/>
                  <a:pt x="217" y="209"/>
                </a:cubicBezTo>
                <a:cubicBezTo>
                  <a:pt x="221" y="209"/>
                  <a:pt x="225" y="206"/>
                  <a:pt x="225" y="201"/>
                </a:cubicBezTo>
                <a:cubicBezTo>
                  <a:pt x="225" y="197"/>
                  <a:pt x="221" y="193"/>
                  <a:pt x="217" y="193"/>
                </a:cubicBezTo>
                <a:cubicBezTo>
                  <a:pt x="185" y="193"/>
                  <a:pt x="185" y="193"/>
                  <a:pt x="185" y="193"/>
                </a:cubicBezTo>
                <a:cubicBezTo>
                  <a:pt x="180" y="193"/>
                  <a:pt x="177" y="197"/>
                  <a:pt x="177" y="201"/>
                </a:cubicBezTo>
                <a:cubicBezTo>
                  <a:pt x="177" y="206"/>
                  <a:pt x="180" y="209"/>
                  <a:pt x="185" y="209"/>
                </a:cubicBezTo>
                <a:moveTo>
                  <a:pt x="185" y="185"/>
                </a:moveTo>
                <a:cubicBezTo>
                  <a:pt x="201" y="185"/>
                  <a:pt x="201" y="185"/>
                  <a:pt x="201" y="185"/>
                </a:cubicBezTo>
                <a:cubicBezTo>
                  <a:pt x="205" y="185"/>
                  <a:pt x="209" y="182"/>
                  <a:pt x="209" y="177"/>
                </a:cubicBezTo>
                <a:cubicBezTo>
                  <a:pt x="209" y="173"/>
                  <a:pt x="205" y="169"/>
                  <a:pt x="201" y="169"/>
                </a:cubicBezTo>
                <a:cubicBezTo>
                  <a:pt x="185" y="169"/>
                  <a:pt x="185" y="169"/>
                  <a:pt x="185" y="169"/>
                </a:cubicBezTo>
                <a:cubicBezTo>
                  <a:pt x="180" y="169"/>
                  <a:pt x="177" y="173"/>
                  <a:pt x="177" y="177"/>
                </a:cubicBezTo>
                <a:cubicBezTo>
                  <a:pt x="177" y="182"/>
                  <a:pt x="180" y="185"/>
                  <a:pt x="185" y="185"/>
                </a:cubicBezTo>
                <a:moveTo>
                  <a:pt x="185" y="161"/>
                </a:moveTo>
                <a:cubicBezTo>
                  <a:pt x="217" y="161"/>
                  <a:pt x="217" y="161"/>
                  <a:pt x="217" y="161"/>
                </a:cubicBezTo>
                <a:cubicBezTo>
                  <a:pt x="221" y="161"/>
                  <a:pt x="225" y="157"/>
                  <a:pt x="225" y="153"/>
                </a:cubicBezTo>
                <a:cubicBezTo>
                  <a:pt x="225" y="149"/>
                  <a:pt x="221" y="145"/>
                  <a:pt x="217" y="145"/>
                </a:cubicBezTo>
                <a:cubicBezTo>
                  <a:pt x="185" y="145"/>
                  <a:pt x="185" y="145"/>
                  <a:pt x="185" y="145"/>
                </a:cubicBezTo>
                <a:cubicBezTo>
                  <a:pt x="180" y="145"/>
                  <a:pt x="177" y="149"/>
                  <a:pt x="177" y="153"/>
                </a:cubicBezTo>
                <a:cubicBezTo>
                  <a:pt x="177" y="157"/>
                  <a:pt x="180" y="161"/>
                  <a:pt x="185" y="161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3" name="Freeform 53"/>
          <p:cNvSpPr>
            <a:spLocks noEditPoints="1"/>
          </p:cNvSpPr>
          <p:nvPr/>
        </p:nvSpPr>
        <p:spPr bwMode="auto">
          <a:xfrm>
            <a:off x="9656235" y="5363633"/>
            <a:ext cx="575733" cy="577851"/>
          </a:xfrm>
          <a:custGeom>
            <a:avLst/>
            <a:gdLst>
              <a:gd name="T0" fmla="*/ 321 w 353"/>
              <a:gd name="T1" fmla="*/ 0 h 354"/>
              <a:gd name="T2" fmla="*/ 32 w 353"/>
              <a:gd name="T3" fmla="*/ 0 h 354"/>
              <a:gd name="T4" fmla="*/ 0 w 353"/>
              <a:gd name="T5" fmla="*/ 32 h 354"/>
              <a:gd name="T6" fmla="*/ 0 w 353"/>
              <a:gd name="T7" fmla="*/ 321 h 354"/>
              <a:gd name="T8" fmla="*/ 32 w 353"/>
              <a:gd name="T9" fmla="*/ 354 h 354"/>
              <a:gd name="T10" fmla="*/ 321 w 353"/>
              <a:gd name="T11" fmla="*/ 354 h 354"/>
              <a:gd name="T12" fmla="*/ 353 w 353"/>
              <a:gd name="T13" fmla="*/ 321 h 354"/>
              <a:gd name="T14" fmla="*/ 353 w 353"/>
              <a:gd name="T15" fmla="*/ 32 h 354"/>
              <a:gd name="T16" fmla="*/ 321 w 353"/>
              <a:gd name="T17" fmla="*/ 0 h 354"/>
              <a:gd name="T18" fmla="*/ 337 w 353"/>
              <a:gd name="T19" fmla="*/ 321 h 354"/>
              <a:gd name="T20" fmla="*/ 321 w 353"/>
              <a:gd name="T21" fmla="*/ 338 h 354"/>
              <a:gd name="T22" fmla="*/ 32 w 353"/>
              <a:gd name="T23" fmla="*/ 338 h 354"/>
              <a:gd name="T24" fmla="*/ 16 w 353"/>
              <a:gd name="T25" fmla="*/ 321 h 354"/>
              <a:gd name="T26" fmla="*/ 16 w 353"/>
              <a:gd name="T27" fmla="*/ 32 h 354"/>
              <a:gd name="T28" fmla="*/ 32 w 353"/>
              <a:gd name="T29" fmla="*/ 16 h 354"/>
              <a:gd name="T30" fmla="*/ 321 w 353"/>
              <a:gd name="T31" fmla="*/ 16 h 354"/>
              <a:gd name="T32" fmla="*/ 337 w 353"/>
              <a:gd name="T33" fmla="*/ 32 h 354"/>
              <a:gd name="T34" fmla="*/ 337 w 353"/>
              <a:gd name="T35" fmla="*/ 321 h 354"/>
              <a:gd name="T36" fmla="*/ 32 w 353"/>
              <a:gd name="T37" fmla="*/ 321 h 354"/>
              <a:gd name="T38" fmla="*/ 321 w 353"/>
              <a:gd name="T39" fmla="*/ 321 h 354"/>
              <a:gd name="T40" fmla="*/ 321 w 353"/>
              <a:gd name="T41" fmla="*/ 32 h 354"/>
              <a:gd name="T42" fmla="*/ 32 w 353"/>
              <a:gd name="T43" fmla="*/ 32 h 354"/>
              <a:gd name="T44" fmla="*/ 32 w 353"/>
              <a:gd name="T45" fmla="*/ 321 h 354"/>
              <a:gd name="T46" fmla="*/ 48 w 353"/>
              <a:gd name="T47" fmla="*/ 49 h 354"/>
              <a:gd name="T48" fmla="*/ 305 w 353"/>
              <a:gd name="T49" fmla="*/ 49 h 354"/>
              <a:gd name="T50" fmla="*/ 305 w 353"/>
              <a:gd name="T51" fmla="*/ 305 h 354"/>
              <a:gd name="T52" fmla="*/ 48 w 353"/>
              <a:gd name="T53" fmla="*/ 305 h 354"/>
              <a:gd name="T54" fmla="*/ 48 w 353"/>
              <a:gd name="T55" fmla="*/ 49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353" h="354">
                <a:moveTo>
                  <a:pt x="321" y="0"/>
                </a:move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5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4" y="354"/>
                  <a:pt x="32" y="354"/>
                </a:cubicBezTo>
                <a:cubicBezTo>
                  <a:pt x="321" y="354"/>
                  <a:pt x="321" y="354"/>
                  <a:pt x="321" y="354"/>
                </a:cubicBezTo>
                <a:cubicBezTo>
                  <a:pt x="338" y="354"/>
                  <a:pt x="353" y="339"/>
                  <a:pt x="353" y="321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15"/>
                  <a:pt x="338" y="0"/>
                  <a:pt x="321" y="0"/>
                </a:cubicBezTo>
                <a:moveTo>
                  <a:pt x="337" y="321"/>
                </a:moveTo>
                <a:cubicBezTo>
                  <a:pt x="337" y="330"/>
                  <a:pt x="330" y="338"/>
                  <a:pt x="321" y="338"/>
                </a:cubicBezTo>
                <a:cubicBezTo>
                  <a:pt x="32" y="338"/>
                  <a:pt x="32" y="338"/>
                  <a:pt x="32" y="338"/>
                </a:cubicBezTo>
                <a:cubicBezTo>
                  <a:pt x="23" y="338"/>
                  <a:pt x="16" y="330"/>
                  <a:pt x="16" y="32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4"/>
                  <a:pt x="23" y="16"/>
                  <a:pt x="32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4"/>
                  <a:pt x="337" y="32"/>
                </a:cubicBezTo>
                <a:lnTo>
                  <a:pt x="337" y="321"/>
                </a:lnTo>
                <a:close/>
                <a:moveTo>
                  <a:pt x="32" y="321"/>
                </a:moveTo>
                <a:cubicBezTo>
                  <a:pt x="321" y="321"/>
                  <a:pt x="321" y="321"/>
                  <a:pt x="321" y="321"/>
                </a:cubicBezTo>
                <a:cubicBezTo>
                  <a:pt x="321" y="32"/>
                  <a:pt x="321" y="32"/>
                  <a:pt x="321" y="32"/>
                </a:cubicBezTo>
                <a:cubicBezTo>
                  <a:pt x="32" y="32"/>
                  <a:pt x="32" y="32"/>
                  <a:pt x="32" y="32"/>
                </a:cubicBezTo>
                <a:lnTo>
                  <a:pt x="32" y="321"/>
                </a:lnTo>
                <a:close/>
                <a:moveTo>
                  <a:pt x="48" y="49"/>
                </a:moveTo>
                <a:cubicBezTo>
                  <a:pt x="305" y="49"/>
                  <a:pt x="305" y="49"/>
                  <a:pt x="305" y="49"/>
                </a:cubicBezTo>
                <a:cubicBezTo>
                  <a:pt x="305" y="305"/>
                  <a:pt x="305" y="305"/>
                  <a:pt x="305" y="305"/>
                </a:cubicBezTo>
                <a:cubicBezTo>
                  <a:pt x="48" y="305"/>
                  <a:pt x="48" y="305"/>
                  <a:pt x="48" y="305"/>
                </a:cubicBezTo>
                <a:lnTo>
                  <a:pt x="48" y="49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4" name="Freeform 54"/>
          <p:cNvSpPr>
            <a:spLocks noEditPoints="1"/>
          </p:cNvSpPr>
          <p:nvPr/>
        </p:nvSpPr>
        <p:spPr bwMode="auto">
          <a:xfrm>
            <a:off x="10754784" y="5363633"/>
            <a:ext cx="575733" cy="577851"/>
          </a:xfrm>
          <a:custGeom>
            <a:avLst/>
            <a:gdLst>
              <a:gd name="T0" fmla="*/ 32 w 353"/>
              <a:gd name="T1" fmla="*/ 321 h 354"/>
              <a:gd name="T2" fmla="*/ 168 w 353"/>
              <a:gd name="T3" fmla="*/ 321 h 354"/>
              <a:gd name="T4" fmla="*/ 168 w 353"/>
              <a:gd name="T5" fmla="*/ 185 h 354"/>
              <a:gd name="T6" fmla="*/ 32 w 353"/>
              <a:gd name="T7" fmla="*/ 185 h 354"/>
              <a:gd name="T8" fmla="*/ 32 w 353"/>
              <a:gd name="T9" fmla="*/ 321 h 354"/>
              <a:gd name="T10" fmla="*/ 48 w 353"/>
              <a:gd name="T11" fmla="*/ 201 h 354"/>
              <a:gd name="T12" fmla="*/ 152 w 353"/>
              <a:gd name="T13" fmla="*/ 201 h 354"/>
              <a:gd name="T14" fmla="*/ 152 w 353"/>
              <a:gd name="T15" fmla="*/ 305 h 354"/>
              <a:gd name="T16" fmla="*/ 48 w 353"/>
              <a:gd name="T17" fmla="*/ 305 h 354"/>
              <a:gd name="T18" fmla="*/ 48 w 353"/>
              <a:gd name="T19" fmla="*/ 201 h 354"/>
              <a:gd name="T20" fmla="*/ 32 w 353"/>
              <a:gd name="T21" fmla="*/ 169 h 354"/>
              <a:gd name="T22" fmla="*/ 168 w 353"/>
              <a:gd name="T23" fmla="*/ 169 h 354"/>
              <a:gd name="T24" fmla="*/ 168 w 353"/>
              <a:gd name="T25" fmla="*/ 32 h 354"/>
              <a:gd name="T26" fmla="*/ 32 w 353"/>
              <a:gd name="T27" fmla="*/ 32 h 354"/>
              <a:gd name="T28" fmla="*/ 32 w 353"/>
              <a:gd name="T29" fmla="*/ 169 h 354"/>
              <a:gd name="T30" fmla="*/ 48 w 353"/>
              <a:gd name="T31" fmla="*/ 49 h 354"/>
              <a:gd name="T32" fmla="*/ 152 w 353"/>
              <a:gd name="T33" fmla="*/ 49 h 354"/>
              <a:gd name="T34" fmla="*/ 152 w 353"/>
              <a:gd name="T35" fmla="*/ 153 h 354"/>
              <a:gd name="T36" fmla="*/ 48 w 353"/>
              <a:gd name="T37" fmla="*/ 153 h 354"/>
              <a:gd name="T38" fmla="*/ 48 w 353"/>
              <a:gd name="T39" fmla="*/ 49 h 354"/>
              <a:gd name="T40" fmla="*/ 321 w 353"/>
              <a:gd name="T41" fmla="*/ 0 h 354"/>
              <a:gd name="T42" fmla="*/ 32 w 353"/>
              <a:gd name="T43" fmla="*/ 0 h 354"/>
              <a:gd name="T44" fmla="*/ 0 w 353"/>
              <a:gd name="T45" fmla="*/ 32 h 354"/>
              <a:gd name="T46" fmla="*/ 0 w 353"/>
              <a:gd name="T47" fmla="*/ 321 h 354"/>
              <a:gd name="T48" fmla="*/ 32 w 353"/>
              <a:gd name="T49" fmla="*/ 354 h 354"/>
              <a:gd name="T50" fmla="*/ 321 w 353"/>
              <a:gd name="T51" fmla="*/ 354 h 354"/>
              <a:gd name="T52" fmla="*/ 353 w 353"/>
              <a:gd name="T53" fmla="*/ 321 h 354"/>
              <a:gd name="T54" fmla="*/ 353 w 353"/>
              <a:gd name="T55" fmla="*/ 32 h 354"/>
              <a:gd name="T56" fmla="*/ 321 w 353"/>
              <a:gd name="T57" fmla="*/ 0 h 354"/>
              <a:gd name="T58" fmla="*/ 337 w 353"/>
              <a:gd name="T59" fmla="*/ 321 h 354"/>
              <a:gd name="T60" fmla="*/ 321 w 353"/>
              <a:gd name="T61" fmla="*/ 338 h 354"/>
              <a:gd name="T62" fmla="*/ 32 w 353"/>
              <a:gd name="T63" fmla="*/ 338 h 354"/>
              <a:gd name="T64" fmla="*/ 16 w 353"/>
              <a:gd name="T65" fmla="*/ 321 h 354"/>
              <a:gd name="T66" fmla="*/ 16 w 353"/>
              <a:gd name="T67" fmla="*/ 32 h 354"/>
              <a:gd name="T68" fmla="*/ 32 w 353"/>
              <a:gd name="T69" fmla="*/ 16 h 354"/>
              <a:gd name="T70" fmla="*/ 321 w 353"/>
              <a:gd name="T71" fmla="*/ 16 h 354"/>
              <a:gd name="T72" fmla="*/ 337 w 353"/>
              <a:gd name="T73" fmla="*/ 32 h 354"/>
              <a:gd name="T74" fmla="*/ 337 w 353"/>
              <a:gd name="T75" fmla="*/ 321 h 354"/>
              <a:gd name="T76" fmla="*/ 185 w 353"/>
              <a:gd name="T77" fmla="*/ 169 h 354"/>
              <a:gd name="T78" fmla="*/ 321 w 353"/>
              <a:gd name="T79" fmla="*/ 169 h 354"/>
              <a:gd name="T80" fmla="*/ 321 w 353"/>
              <a:gd name="T81" fmla="*/ 32 h 354"/>
              <a:gd name="T82" fmla="*/ 185 w 353"/>
              <a:gd name="T83" fmla="*/ 32 h 354"/>
              <a:gd name="T84" fmla="*/ 185 w 353"/>
              <a:gd name="T85" fmla="*/ 169 h 354"/>
              <a:gd name="T86" fmla="*/ 201 w 353"/>
              <a:gd name="T87" fmla="*/ 49 h 354"/>
              <a:gd name="T88" fmla="*/ 305 w 353"/>
              <a:gd name="T89" fmla="*/ 49 h 354"/>
              <a:gd name="T90" fmla="*/ 305 w 353"/>
              <a:gd name="T91" fmla="*/ 153 h 354"/>
              <a:gd name="T92" fmla="*/ 201 w 353"/>
              <a:gd name="T93" fmla="*/ 153 h 354"/>
              <a:gd name="T94" fmla="*/ 201 w 353"/>
              <a:gd name="T95" fmla="*/ 49 h 354"/>
              <a:gd name="T96" fmla="*/ 185 w 353"/>
              <a:gd name="T97" fmla="*/ 321 h 354"/>
              <a:gd name="T98" fmla="*/ 321 w 353"/>
              <a:gd name="T99" fmla="*/ 321 h 354"/>
              <a:gd name="T100" fmla="*/ 321 w 353"/>
              <a:gd name="T101" fmla="*/ 185 h 354"/>
              <a:gd name="T102" fmla="*/ 185 w 353"/>
              <a:gd name="T103" fmla="*/ 185 h 354"/>
              <a:gd name="T104" fmla="*/ 185 w 353"/>
              <a:gd name="T105" fmla="*/ 321 h 354"/>
              <a:gd name="T106" fmla="*/ 201 w 353"/>
              <a:gd name="T107" fmla="*/ 201 h 354"/>
              <a:gd name="T108" fmla="*/ 305 w 353"/>
              <a:gd name="T109" fmla="*/ 201 h 354"/>
              <a:gd name="T110" fmla="*/ 305 w 353"/>
              <a:gd name="T111" fmla="*/ 305 h 354"/>
              <a:gd name="T112" fmla="*/ 201 w 353"/>
              <a:gd name="T113" fmla="*/ 305 h 354"/>
              <a:gd name="T114" fmla="*/ 201 w 353"/>
              <a:gd name="T115" fmla="*/ 201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353" h="354">
                <a:moveTo>
                  <a:pt x="32" y="321"/>
                </a:moveTo>
                <a:cubicBezTo>
                  <a:pt x="168" y="321"/>
                  <a:pt x="168" y="321"/>
                  <a:pt x="168" y="321"/>
                </a:cubicBezTo>
                <a:cubicBezTo>
                  <a:pt x="168" y="185"/>
                  <a:pt x="168" y="185"/>
                  <a:pt x="168" y="185"/>
                </a:cubicBezTo>
                <a:cubicBezTo>
                  <a:pt x="32" y="185"/>
                  <a:pt x="32" y="185"/>
                  <a:pt x="32" y="185"/>
                </a:cubicBezTo>
                <a:lnTo>
                  <a:pt x="32" y="321"/>
                </a:lnTo>
                <a:close/>
                <a:moveTo>
                  <a:pt x="48" y="201"/>
                </a:moveTo>
                <a:cubicBezTo>
                  <a:pt x="152" y="201"/>
                  <a:pt x="152" y="201"/>
                  <a:pt x="152" y="201"/>
                </a:cubicBezTo>
                <a:cubicBezTo>
                  <a:pt x="152" y="305"/>
                  <a:pt x="152" y="305"/>
                  <a:pt x="152" y="305"/>
                </a:cubicBezTo>
                <a:cubicBezTo>
                  <a:pt x="48" y="305"/>
                  <a:pt x="48" y="305"/>
                  <a:pt x="48" y="305"/>
                </a:cubicBezTo>
                <a:lnTo>
                  <a:pt x="48" y="201"/>
                </a:lnTo>
                <a:close/>
                <a:moveTo>
                  <a:pt x="32" y="169"/>
                </a:moveTo>
                <a:cubicBezTo>
                  <a:pt x="168" y="169"/>
                  <a:pt x="168" y="169"/>
                  <a:pt x="168" y="169"/>
                </a:cubicBezTo>
                <a:cubicBezTo>
                  <a:pt x="168" y="32"/>
                  <a:pt x="168" y="32"/>
                  <a:pt x="168" y="32"/>
                </a:cubicBezTo>
                <a:cubicBezTo>
                  <a:pt x="32" y="32"/>
                  <a:pt x="32" y="32"/>
                  <a:pt x="32" y="32"/>
                </a:cubicBezTo>
                <a:lnTo>
                  <a:pt x="32" y="169"/>
                </a:lnTo>
                <a:close/>
                <a:moveTo>
                  <a:pt x="48" y="49"/>
                </a:moveTo>
                <a:cubicBezTo>
                  <a:pt x="152" y="49"/>
                  <a:pt x="152" y="49"/>
                  <a:pt x="152" y="49"/>
                </a:cubicBezTo>
                <a:cubicBezTo>
                  <a:pt x="152" y="153"/>
                  <a:pt x="152" y="153"/>
                  <a:pt x="152" y="153"/>
                </a:cubicBezTo>
                <a:cubicBezTo>
                  <a:pt x="48" y="153"/>
                  <a:pt x="48" y="153"/>
                  <a:pt x="48" y="153"/>
                </a:cubicBezTo>
                <a:lnTo>
                  <a:pt x="48" y="49"/>
                </a:lnTo>
                <a:close/>
                <a:moveTo>
                  <a:pt x="321" y="0"/>
                </a:move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5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4" y="354"/>
                  <a:pt x="32" y="354"/>
                </a:cubicBezTo>
                <a:cubicBezTo>
                  <a:pt x="321" y="354"/>
                  <a:pt x="321" y="354"/>
                  <a:pt x="321" y="354"/>
                </a:cubicBezTo>
                <a:cubicBezTo>
                  <a:pt x="339" y="354"/>
                  <a:pt x="353" y="339"/>
                  <a:pt x="353" y="321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15"/>
                  <a:pt x="339" y="0"/>
                  <a:pt x="321" y="0"/>
                </a:cubicBezTo>
                <a:moveTo>
                  <a:pt x="337" y="321"/>
                </a:moveTo>
                <a:cubicBezTo>
                  <a:pt x="337" y="330"/>
                  <a:pt x="330" y="338"/>
                  <a:pt x="321" y="338"/>
                </a:cubicBezTo>
                <a:cubicBezTo>
                  <a:pt x="32" y="338"/>
                  <a:pt x="32" y="338"/>
                  <a:pt x="32" y="338"/>
                </a:cubicBezTo>
                <a:cubicBezTo>
                  <a:pt x="23" y="338"/>
                  <a:pt x="16" y="330"/>
                  <a:pt x="16" y="32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4"/>
                  <a:pt x="23" y="16"/>
                  <a:pt x="32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4"/>
                  <a:pt x="337" y="32"/>
                </a:cubicBezTo>
                <a:lnTo>
                  <a:pt x="337" y="321"/>
                </a:lnTo>
                <a:close/>
                <a:moveTo>
                  <a:pt x="185" y="169"/>
                </a:moveTo>
                <a:cubicBezTo>
                  <a:pt x="321" y="169"/>
                  <a:pt x="321" y="169"/>
                  <a:pt x="321" y="169"/>
                </a:cubicBezTo>
                <a:cubicBezTo>
                  <a:pt x="321" y="32"/>
                  <a:pt x="321" y="32"/>
                  <a:pt x="321" y="32"/>
                </a:cubicBezTo>
                <a:cubicBezTo>
                  <a:pt x="185" y="32"/>
                  <a:pt x="185" y="32"/>
                  <a:pt x="185" y="32"/>
                </a:cubicBezTo>
                <a:lnTo>
                  <a:pt x="185" y="169"/>
                </a:lnTo>
                <a:close/>
                <a:moveTo>
                  <a:pt x="201" y="49"/>
                </a:moveTo>
                <a:cubicBezTo>
                  <a:pt x="305" y="49"/>
                  <a:pt x="305" y="49"/>
                  <a:pt x="305" y="49"/>
                </a:cubicBezTo>
                <a:cubicBezTo>
                  <a:pt x="305" y="153"/>
                  <a:pt x="305" y="153"/>
                  <a:pt x="305" y="153"/>
                </a:cubicBezTo>
                <a:cubicBezTo>
                  <a:pt x="201" y="153"/>
                  <a:pt x="201" y="153"/>
                  <a:pt x="201" y="153"/>
                </a:cubicBezTo>
                <a:lnTo>
                  <a:pt x="201" y="49"/>
                </a:lnTo>
                <a:close/>
                <a:moveTo>
                  <a:pt x="185" y="321"/>
                </a:moveTo>
                <a:cubicBezTo>
                  <a:pt x="321" y="321"/>
                  <a:pt x="321" y="321"/>
                  <a:pt x="321" y="321"/>
                </a:cubicBezTo>
                <a:cubicBezTo>
                  <a:pt x="321" y="185"/>
                  <a:pt x="321" y="185"/>
                  <a:pt x="321" y="185"/>
                </a:cubicBezTo>
                <a:cubicBezTo>
                  <a:pt x="185" y="185"/>
                  <a:pt x="185" y="185"/>
                  <a:pt x="185" y="185"/>
                </a:cubicBezTo>
                <a:lnTo>
                  <a:pt x="185" y="321"/>
                </a:lnTo>
                <a:close/>
                <a:moveTo>
                  <a:pt x="201" y="201"/>
                </a:moveTo>
                <a:cubicBezTo>
                  <a:pt x="305" y="201"/>
                  <a:pt x="305" y="201"/>
                  <a:pt x="305" y="201"/>
                </a:cubicBezTo>
                <a:cubicBezTo>
                  <a:pt x="305" y="305"/>
                  <a:pt x="305" y="305"/>
                  <a:pt x="305" y="305"/>
                </a:cubicBezTo>
                <a:cubicBezTo>
                  <a:pt x="201" y="305"/>
                  <a:pt x="201" y="305"/>
                  <a:pt x="201" y="305"/>
                </a:cubicBezTo>
                <a:lnTo>
                  <a:pt x="201" y="20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</p:spTree>
    <p:extLst>
      <p:ext uri="{BB962C8B-B14F-4D97-AF65-F5344CB8AC3E}">
        <p14:creationId xmlns:p14="http://schemas.microsoft.com/office/powerpoint/2010/main" val="2383991674"/>
      </p:ext>
    </p:extLst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reeform 5"/>
          <p:cNvSpPr>
            <a:spLocks noEditPoints="1"/>
          </p:cNvSpPr>
          <p:nvPr/>
        </p:nvSpPr>
        <p:spPr bwMode="auto">
          <a:xfrm>
            <a:off x="802218" y="912285"/>
            <a:ext cx="582084" cy="582084"/>
          </a:xfrm>
          <a:custGeom>
            <a:avLst/>
            <a:gdLst>
              <a:gd name="T0" fmla="*/ 185 w 353"/>
              <a:gd name="T1" fmla="*/ 321 h 353"/>
              <a:gd name="T2" fmla="*/ 321 w 353"/>
              <a:gd name="T3" fmla="*/ 321 h 353"/>
              <a:gd name="T4" fmla="*/ 321 w 353"/>
              <a:gd name="T5" fmla="*/ 32 h 353"/>
              <a:gd name="T6" fmla="*/ 185 w 353"/>
              <a:gd name="T7" fmla="*/ 32 h 353"/>
              <a:gd name="T8" fmla="*/ 185 w 353"/>
              <a:gd name="T9" fmla="*/ 321 h 353"/>
              <a:gd name="T10" fmla="*/ 201 w 353"/>
              <a:gd name="T11" fmla="*/ 48 h 353"/>
              <a:gd name="T12" fmla="*/ 305 w 353"/>
              <a:gd name="T13" fmla="*/ 48 h 353"/>
              <a:gd name="T14" fmla="*/ 305 w 353"/>
              <a:gd name="T15" fmla="*/ 305 h 353"/>
              <a:gd name="T16" fmla="*/ 201 w 353"/>
              <a:gd name="T17" fmla="*/ 305 h 353"/>
              <a:gd name="T18" fmla="*/ 201 w 353"/>
              <a:gd name="T19" fmla="*/ 48 h 353"/>
              <a:gd name="T20" fmla="*/ 321 w 353"/>
              <a:gd name="T21" fmla="*/ 0 h 353"/>
              <a:gd name="T22" fmla="*/ 32 w 353"/>
              <a:gd name="T23" fmla="*/ 0 h 353"/>
              <a:gd name="T24" fmla="*/ 0 w 353"/>
              <a:gd name="T25" fmla="*/ 32 h 353"/>
              <a:gd name="T26" fmla="*/ 0 w 353"/>
              <a:gd name="T27" fmla="*/ 321 h 353"/>
              <a:gd name="T28" fmla="*/ 32 w 353"/>
              <a:gd name="T29" fmla="*/ 353 h 353"/>
              <a:gd name="T30" fmla="*/ 321 w 353"/>
              <a:gd name="T31" fmla="*/ 353 h 353"/>
              <a:gd name="T32" fmla="*/ 353 w 353"/>
              <a:gd name="T33" fmla="*/ 321 h 353"/>
              <a:gd name="T34" fmla="*/ 353 w 353"/>
              <a:gd name="T35" fmla="*/ 32 h 353"/>
              <a:gd name="T36" fmla="*/ 321 w 353"/>
              <a:gd name="T37" fmla="*/ 0 h 353"/>
              <a:gd name="T38" fmla="*/ 337 w 353"/>
              <a:gd name="T39" fmla="*/ 321 h 353"/>
              <a:gd name="T40" fmla="*/ 321 w 353"/>
              <a:gd name="T41" fmla="*/ 337 h 353"/>
              <a:gd name="T42" fmla="*/ 32 w 353"/>
              <a:gd name="T43" fmla="*/ 337 h 353"/>
              <a:gd name="T44" fmla="*/ 16 w 353"/>
              <a:gd name="T45" fmla="*/ 321 h 353"/>
              <a:gd name="T46" fmla="*/ 16 w 353"/>
              <a:gd name="T47" fmla="*/ 32 h 353"/>
              <a:gd name="T48" fmla="*/ 32 w 353"/>
              <a:gd name="T49" fmla="*/ 16 h 353"/>
              <a:gd name="T50" fmla="*/ 321 w 353"/>
              <a:gd name="T51" fmla="*/ 16 h 353"/>
              <a:gd name="T52" fmla="*/ 337 w 353"/>
              <a:gd name="T53" fmla="*/ 32 h 353"/>
              <a:gd name="T54" fmla="*/ 337 w 353"/>
              <a:gd name="T55" fmla="*/ 321 h 353"/>
              <a:gd name="T56" fmla="*/ 32 w 353"/>
              <a:gd name="T57" fmla="*/ 321 h 353"/>
              <a:gd name="T58" fmla="*/ 168 w 353"/>
              <a:gd name="T59" fmla="*/ 321 h 353"/>
              <a:gd name="T60" fmla="*/ 168 w 353"/>
              <a:gd name="T61" fmla="*/ 32 h 353"/>
              <a:gd name="T62" fmla="*/ 32 w 353"/>
              <a:gd name="T63" fmla="*/ 32 h 353"/>
              <a:gd name="T64" fmla="*/ 32 w 353"/>
              <a:gd name="T65" fmla="*/ 321 h 353"/>
              <a:gd name="T66" fmla="*/ 48 w 353"/>
              <a:gd name="T67" fmla="*/ 48 h 353"/>
              <a:gd name="T68" fmla="*/ 152 w 353"/>
              <a:gd name="T69" fmla="*/ 48 h 353"/>
              <a:gd name="T70" fmla="*/ 152 w 353"/>
              <a:gd name="T71" fmla="*/ 305 h 353"/>
              <a:gd name="T72" fmla="*/ 48 w 353"/>
              <a:gd name="T73" fmla="*/ 305 h 353"/>
              <a:gd name="T74" fmla="*/ 48 w 353"/>
              <a:gd name="T75" fmla="*/ 48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353" h="353">
                <a:moveTo>
                  <a:pt x="185" y="321"/>
                </a:moveTo>
                <a:cubicBezTo>
                  <a:pt x="321" y="321"/>
                  <a:pt x="321" y="321"/>
                  <a:pt x="321" y="321"/>
                </a:cubicBezTo>
                <a:cubicBezTo>
                  <a:pt x="321" y="32"/>
                  <a:pt x="321" y="32"/>
                  <a:pt x="321" y="32"/>
                </a:cubicBezTo>
                <a:cubicBezTo>
                  <a:pt x="185" y="32"/>
                  <a:pt x="185" y="32"/>
                  <a:pt x="185" y="32"/>
                </a:cubicBezTo>
                <a:lnTo>
                  <a:pt x="185" y="321"/>
                </a:lnTo>
                <a:close/>
                <a:moveTo>
                  <a:pt x="201" y="48"/>
                </a:moveTo>
                <a:cubicBezTo>
                  <a:pt x="305" y="48"/>
                  <a:pt x="305" y="48"/>
                  <a:pt x="305" y="48"/>
                </a:cubicBezTo>
                <a:cubicBezTo>
                  <a:pt x="305" y="305"/>
                  <a:pt x="305" y="305"/>
                  <a:pt x="305" y="305"/>
                </a:cubicBezTo>
                <a:cubicBezTo>
                  <a:pt x="201" y="305"/>
                  <a:pt x="201" y="305"/>
                  <a:pt x="201" y="305"/>
                </a:cubicBezTo>
                <a:lnTo>
                  <a:pt x="201" y="48"/>
                </a:lnTo>
                <a:close/>
                <a:moveTo>
                  <a:pt x="321" y="0"/>
                </a:move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4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4" y="353"/>
                  <a:pt x="32" y="353"/>
                </a:cubicBezTo>
                <a:cubicBezTo>
                  <a:pt x="321" y="353"/>
                  <a:pt x="321" y="353"/>
                  <a:pt x="321" y="353"/>
                </a:cubicBezTo>
                <a:cubicBezTo>
                  <a:pt x="339" y="353"/>
                  <a:pt x="353" y="339"/>
                  <a:pt x="353" y="321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14"/>
                  <a:pt x="339" y="0"/>
                  <a:pt x="321" y="0"/>
                </a:cubicBezTo>
                <a:moveTo>
                  <a:pt x="337" y="321"/>
                </a:moveTo>
                <a:cubicBezTo>
                  <a:pt x="337" y="330"/>
                  <a:pt x="330" y="337"/>
                  <a:pt x="321" y="337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23" y="337"/>
                  <a:pt x="16" y="330"/>
                  <a:pt x="16" y="32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3"/>
                  <a:pt x="23" y="16"/>
                  <a:pt x="32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3"/>
                  <a:pt x="337" y="32"/>
                </a:cubicBezTo>
                <a:lnTo>
                  <a:pt x="337" y="321"/>
                </a:lnTo>
                <a:close/>
                <a:moveTo>
                  <a:pt x="32" y="321"/>
                </a:moveTo>
                <a:cubicBezTo>
                  <a:pt x="168" y="321"/>
                  <a:pt x="168" y="321"/>
                  <a:pt x="168" y="321"/>
                </a:cubicBezTo>
                <a:cubicBezTo>
                  <a:pt x="168" y="32"/>
                  <a:pt x="168" y="32"/>
                  <a:pt x="168" y="32"/>
                </a:cubicBezTo>
                <a:cubicBezTo>
                  <a:pt x="32" y="32"/>
                  <a:pt x="32" y="32"/>
                  <a:pt x="32" y="32"/>
                </a:cubicBezTo>
                <a:lnTo>
                  <a:pt x="32" y="321"/>
                </a:lnTo>
                <a:close/>
                <a:moveTo>
                  <a:pt x="48" y="48"/>
                </a:moveTo>
                <a:cubicBezTo>
                  <a:pt x="152" y="48"/>
                  <a:pt x="152" y="48"/>
                  <a:pt x="152" y="48"/>
                </a:cubicBezTo>
                <a:cubicBezTo>
                  <a:pt x="152" y="305"/>
                  <a:pt x="152" y="305"/>
                  <a:pt x="152" y="305"/>
                </a:cubicBezTo>
                <a:cubicBezTo>
                  <a:pt x="48" y="305"/>
                  <a:pt x="48" y="305"/>
                  <a:pt x="48" y="305"/>
                </a:cubicBezTo>
                <a:lnTo>
                  <a:pt x="48" y="48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" name="Freeform 6"/>
          <p:cNvSpPr>
            <a:spLocks noEditPoints="1"/>
          </p:cNvSpPr>
          <p:nvPr/>
        </p:nvSpPr>
        <p:spPr bwMode="auto">
          <a:xfrm>
            <a:off x="1913467" y="912285"/>
            <a:ext cx="582084" cy="582084"/>
          </a:xfrm>
          <a:custGeom>
            <a:avLst/>
            <a:gdLst>
              <a:gd name="T0" fmla="*/ 321 w 353"/>
              <a:gd name="T1" fmla="*/ 0 h 353"/>
              <a:gd name="T2" fmla="*/ 32 w 353"/>
              <a:gd name="T3" fmla="*/ 0 h 353"/>
              <a:gd name="T4" fmla="*/ 0 w 353"/>
              <a:gd name="T5" fmla="*/ 32 h 353"/>
              <a:gd name="T6" fmla="*/ 0 w 353"/>
              <a:gd name="T7" fmla="*/ 321 h 353"/>
              <a:gd name="T8" fmla="*/ 32 w 353"/>
              <a:gd name="T9" fmla="*/ 353 h 353"/>
              <a:gd name="T10" fmla="*/ 321 w 353"/>
              <a:gd name="T11" fmla="*/ 353 h 353"/>
              <a:gd name="T12" fmla="*/ 353 w 353"/>
              <a:gd name="T13" fmla="*/ 321 h 353"/>
              <a:gd name="T14" fmla="*/ 353 w 353"/>
              <a:gd name="T15" fmla="*/ 32 h 353"/>
              <a:gd name="T16" fmla="*/ 321 w 353"/>
              <a:gd name="T17" fmla="*/ 0 h 353"/>
              <a:gd name="T18" fmla="*/ 337 w 353"/>
              <a:gd name="T19" fmla="*/ 321 h 353"/>
              <a:gd name="T20" fmla="*/ 321 w 353"/>
              <a:gd name="T21" fmla="*/ 337 h 353"/>
              <a:gd name="T22" fmla="*/ 32 w 353"/>
              <a:gd name="T23" fmla="*/ 337 h 353"/>
              <a:gd name="T24" fmla="*/ 16 w 353"/>
              <a:gd name="T25" fmla="*/ 321 h 353"/>
              <a:gd name="T26" fmla="*/ 16 w 353"/>
              <a:gd name="T27" fmla="*/ 32 h 353"/>
              <a:gd name="T28" fmla="*/ 32 w 353"/>
              <a:gd name="T29" fmla="*/ 16 h 353"/>
              <a:gd name="T30" fmla="*/ 321 w 353"/>
              <a:gd name="T31" fmla="*/ 16 h 353"/>
              <a:gd name="T32" fmla="*/ 337 w 353"/>
              <a:gd name="T33" fmla="*/ 32 h 353"/>
              <a:gd name="T34" fmla="*/ 337 w 353"/>
              <a:gd name="T35" fmla="*/ 321 h 353"/>
              <a:gd name="T36" fmla="*/ 32 w 353"/>
              <a:gd name="T37" fmla="*/ 321 h 353"/>
              <a:gd name="T38" fmla="*/ 321 w 353"/>
              <a:gd name="T39" fmla="*/ 321 h 353"/>
              <a:gd name="T40" fmla="*/ 321 w 353"/>
              <a:gd name="T41" fmla="*/ 184 h 353"/>
              <a:gd name="T42" fmla="*/ 32 w 353"/>
              <a:gd name="T43" fmla="*/ 184 h 353"/>
              <a:gd name="T44" fmla="*/ 32 w 353"/>
              <a:gd name="T45" fmla="*/ 321 h 353"/>
              <a:gd name="T46" fmla="*/ 48 w 353"/>
              <a:gd name="T47" fmla="*/ 200 h 353"/>
              <a:gd name="T48" fmla="*/ 305 w 353"/>
              <a:gd name="T49" fmla="*/ 200 h 353"/>
              <a:gd name="T50" fmla="*/ 305 w 353"/>
              <a:gd name="T51" fmla="*/ 305 h 353"/>
              <a:gd name="T52" fmla="*/ 48 w 353"/>
              <a:gd name="T53" fmla="*/ 305 h 353"/>
              <a:gd name="T54" fmla="*/ 48 w 353"/>
              <a:gd name="T55" fmla="*/ 200 h 353"/>
              <a:gd name="T56" fmla="*/ 32 w 353"/>
              <a:gd name="T57" fmla="*/ 168 h 353"/>
              <a:gd name="T58" fmla="*/ 321 w 353"/>
              <a:gd name="T59" fmla="*/ 168 h 353"/>
              <a:gd name="T60" fmla="*/ 321 w 353"/>
              <a:gd name="T61" fmla="*/ 32 h 353"/>
              <a:gd name="T62" fmla="*/ 32 w 353"/>
              <a:gd name="T63" fmla="*/ 32 h 353"/>
              <a:gd name="T64" fmla="*/ 32 w 353"/>
              <a:gd name="T65" fmla="*/ 168 h 353"/>
              <a:gd name="T66" fmla="*/ 48 w 353"/>
              <a:gd name="T67" fmla="*/ 48 h 353"/>
              <a:gd name="T68" fmla="*/ 305 w 353"/>
              <a:gd name="T69" fmla="*/ 48 h 353"/>
              <a:gd name="T70" fmla="*/ 305 w 353"/>
              <a:gd name="T71" fmla="*/ 152 h 353"/>
              <a:gd name="T72" fmla="*/ 48 w 353"/>
              <a:gd name="T73" fmla="*/ 152 h 353"/>
              <a:gd name="T74" fmla="*/ 48 w 353"/>
              <a:gd name="T75" fmla="*/ 48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353" h="353">
                <a:moveTo>
                  <a:pt x="321" y="0"/>
                </a:moveTo>
                <a:cubicBezTo>
                  <a:pt x="32" y="0"/>
                  <a:pt x="32" y="0"/>
                  <a:pt x="32" y="0"/>
                </a:cubicBezTo>
                <a:cubicBezTo>
                  <a:pt x="15" y="0"/>
                  <a:pt x="0" y="14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5" y="353"/>
                  <a:pt x="32" y="353"/>
                </a:cubicBezTo>
                <a:cubicBezTo>
                  <a:pt x="321" y="353"/>
                  <a:pt x="321" y="353"/>
                  <a:pt x="321" y="353"/>
                </a:cubicBezTo>
                <a:cubicBezTo>
                  <a:pt x="339" y="353"/>
                  <a:pt x="353" y="339"/>
                  <a:pt x="353" y="321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14"/>
                  <a:pt x="339" y="0"/>
                  <a:pt x="321" y="0"/>
                </a:cubicBezTo>
                <a:moveTo>
                  <a:pt x="337" y="321"/>
                </a:moveTo>
                <a:cubicBezTo>
                  <a:pt x="337" y="330"/>
                  <a:pt x="330" y="337"/>
                  <a:pt x="321" y="337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23" y="337"/>
                  <a:pt x="16" y="330"/>
                  <a:pt x="16" y="32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3"/>
                  <a:pt x="23" y="16"/>
                  <a:pt x="32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3"/>
                  <a:pt x="337" y="32"/>
                </a:cubicBezTo>
                <a:lnTo>
                  <a:pt x="337" y="321"/>
                </a:lnTo>
                <a:close/>
                <a:moveTo>
                  <a:pt x="32" y="321"/>
                </a:moveTo>
                <a:cubicBezTo>
                  <a:pt x="321" y="321"/>
                  <a:pt x="321" y="321"/>
                  <a:pt x="321" y="321"/>
                </a:cubicBezTo>
                <a:cubicBezTo>
                  <a:pt x="321" y="184"/>
                  <a:pt x="321" y="184"/>
                  <a:pt x="321" y="184"/>
                </a:cubicBezTo>
                <a:cubicBezTo>
                  <a:pt x="32" y="184"/>
                  <a:pt x="32" y="184"/>
                  <a:pt x="32" y="184"/>
                </a:cubicBezTo>
                <a:lnTo>
                  <a:pt x="32" y="321"/>
                </a:lnTo>
                <a:close/>
                <a:moveTo>
                  <a:pt x="48" y="200"/>
                </a:moveTo>
                <a:cubicBezTo>
                  <a:pt x="305" y="200"/>
                  <a:pt x="305" y="200"/>
                  <a:pt x="305" y="200"/>
                </a:cubicBezTo>
                <a:cubicBezTo>
                  <a:pt x="305" y="305"/>
                  <a:pt x="305" y="305"/>
                  <a:pt x="305" y="305"/>
                </a:cubicBezTo>
                <a:cubicBezTo>
                  <a:pt x="48" y="305"/>
                  <a:pt x="48" y="305"/>
                  <a:pt x="48" y="305"/>
                </a:cubicBezTo>
                <a:lnTo>
                  <a:pt x="48" y="200"/>
                </a:lnTo>
                <a:close/>
                <a:moveTo>
                  <a:pt x="32" y="168"/>
                </a:moveTo>
                <a:cubicBezTo>
                  <a:pt x="321" y="168"/>
                  <a:pt x="321" y="168"/>
                  <a:pt x="321" y="168"/>
                </a:cubicBezTo>
                <a:cubicBezTo>
                  <a:pt x="321" y="32"/>
                  <a:pt x="321" y="32"/>
                  <a:pt x="321" y="32"/>
                </a:cubicBezTo>
                <a:cubicBezTo>
                  <a:pt x="32" y="32"/>
                  <a:pt x="32" y="32"/>
                  <a:pt x="32" y="32"/>
                </a:cubicBezTo>
                <a:lnTo>
                  <a:pt x="32" y="168"/>
                </a:lnTo>
                <a:close/>
                <a:moveTo>
                  <a:pt x="48" y="48"/>
                </a:moveTo>
                <a:cubicBezTo>
                  <a:pt x="305" y="48"/>
                  <a:pt x="305" y="48"/>
                  <a:pt x="305" y="48"/>
                </a:cubicBezTo>
                <a:cubicBezTo>
                  <a:pt x="305" y="152"/>
                  <a:pt x="305" y="152"/>
                  <a:pt x="305" y="152"/>
                </a:cubicBezTo>
                <a:cubicBezTo>
                  <a:pt x="48" y="152"/>
                  <a:pt x="48" y="152"/>
                  <a:pt x="48" y="152"/>
                </a:cubicBezTo>
                <a:lnTo>
                  <a:pt x="48" y="48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" name="Freeform 7"/>
          <p:cNvSpPr>
            <a:spLocks noEditPoints="1"/>
          </p:cNvSpPr>
          <p:nvPr/>
        </p:nvSpPr>
        <p:spPr bwMode="auto">
          <a:xfrm>
            <a:off x="3026834" y="912285"/>
            <a:ext cx="582084" cy="582084"/>
          </a:xfrm>
          <a:custGeom>
            <a:avLst/>
            <a:gdLst>
              <a:gd name="T0" fmla="*/ 32 w 353"/>
              <a:gd name="T1" fmla="*/ 321 h 353"/>
              <a:gd name="T2" fmla="*/ 168 w 353"/>
              <a:gd name="T3" fmla="*/ 321 h 353"/>
              <a:gd name="T4" fmla="*/ 168 w 353"/>
              <a:gd name="T5" fmla="*/ 184 h 353"/>
              <a:gd name="T6" fmla="*/ 32 w 353"/>
              <a:gd name="T7" fmla="*/ 184 h 353"/>
              <a:gd name="T8" fmla="*/ 32 w 353"/>
              <a:gd name="T9" fmla="*/ 321 h 353"/>
              <a:gd name="T10" fmla="*/ 48 w 353"/>
              <a:gd name="T11" fmla="*/ 200 h 353"/>
              <a:gd name="T12" fmla="*/ 152 w 353"/>
              <a:gd name="T13" fmla="*/ 200 h 353"/>
              <a:gd name="T14" fmla="*/ 152 w 353"/>
              <a:gd name="T15" fmla="*/ 305 h 353"/>
              <a:gd name="T16" fmla="*/ 48 w 353"/>
              <a:gd name="T17" fmla="*/ 305 h 353"/>
              <a:gd name="T18" fmla="*/ 48 w 353"/>
              <a:gd name="T19" fmla="*/ 200 h 353"/>
              <a:gd name="T20" fmla="*/ 32 w 353"/>
              <a:gd name="T21" fmla="*/ 168 h 353"/>
              <a:gd name="T22" fmla="*/ 168 w 353"/>
              <a:gd name="T23" fmla="*/ 168 h 353"/>
              <a:gd name="T24" fmla="*/ 168 w 353"/>
              <a:gd name="T25" fmla="*/ 32 h 353"/>
              <a:gd name="T26" fmla="*/ 32 w 353"/>
              <a:gd name="T27" fmla="*/ 32 h 353"/>
              <a:gd name="T28" fmla="*/ 32 w 353"/>
              <a:gd name="T29" fmla="*/ 168 h 353"/>
              <a:gd name="T30" fmla="*/ 48 w 353"/>
              <a:gd name="T31" fmla="*/ 48 h 353"/>
              <a:gd name="T32" fmla="*/ 152 w 353"/>
              <a:gd name="T33" fmla="*/ 48 h 353"/>
              <a:gd name="T34" fmla="*/ 152 w 353"/>
              <a:gd name="T35" fmla="*/ 152 h 353"/>
              <a:gd name="T36" fmla="*/ 48 w 353"/>
              <a:gd name="T37" fmla="*/ 152 h 353"/>
              <a:gd name="T38" fmla="*/ 48 w 353"/>
              <a:gd name="T39" fmla="*/ 48 h 353"/>
              <a:gd name="T40" fmla="*/ 321 w 353"/>
              <a:gd name="T41" fmla="*/ 0 h 353"/>
              <a:gd name="T42" fmla="*/ 32 w 353"/>
              <a:gd name="T43" fmla="*/ 0 h 353"/>
              <a:gd name="T44" fmla="*/ 0 w 353"/>
              <a:gd name="T45" fmla="*/ 32 h 353"/>
              <a:gd name="T46" fmla="*/ 0 w 353"/>
              <a:gd name="T47" fmla="*/ 321 h 353"/>
              <a:gd name="T48" fmla="*/ 32 w 353"/>
              <a:gd name="T49" fmla="*/ 353 h 353"/>
              <a:gd name="T50" fmla="*/ 321 w 353"/>
              <a:gd name="T51" fmla="*/ 353 h 353"/>
              <a:gd name="T52" fmla="*/ 353 w 353"/>
              <a:gd name="T53" fmla="*/ 321 h 353"/>
              <a:gd name="T54" fmla="*/ 353 w 353"/>
              <a:gd name="T55" fmla="*/ 32 h 353"/>
              <a:gd name="T56" fmla="*/ 321 w 353"/>
              <a:gd name="T57" fmla="*/ 0 h 353"/>
              <a:gd name="T58" fmla="*/ 337 w 353"/>
              <a:gd name="T59" fmla="*/ 321 h 353"/>
              <a:gd name="T60" fmla="*/ 321 w 353"/>
              <a:gd name="T61" fmla="*/ 337 h 353"/>
              <a:gd name="T62" fmla="*/ 32 w 353"/>
              <a:gd name="T63" fmla="*/ 337 h 353"/>
              <a:gd name="T64" fmla="*/ 16 w 353"/>
              <a:gd name="T65" fmla="*/ 321 h 353"/>
              <a:gd name="T66" fmla="*/ 16 w 353"/>
              <a:gd name="T67" fmla="*/ 32 h 353"/>
              <a:gd name="T68" fmla="*/ 32 w 353"/>
              <a:gd name="T69" fmla="*/ 16 h 353"/>
              <a:gd name="T70" fmla="*/ 321 w 353"/>
              <a:gd name="T71" fmla="*/ 16 h 353"/>
              <a:gd name="T72" fmla="*/ 337 w 353"/>
              <a:gd name="T73" fmla="*/ 32 h 353"/>
              <a:gd name="T74" fmla="*/ 337 w 353"/>
              <a:gd name="T75" fmla="*/ 321 h 353"/>
              <a:gd name="T76" fmla="*/ 184 w 353"/>
              <a:gd name="T77" fmla="*/ 321 h 353"/>
              <a:gd name="T78" fmla="*/ 321 w 353"/>
              <a:gd name="T79" fmla="*/ 321 h 353"/>
              <a:gd name="T80" fmla="*/ 321 w 353"/>
              <a:gd name="T81" fmla="*/ 32 h 353"/>
              <a:gd name="T82" fmla="*/ 184 w 353"/>
              <a:gd name="T83" fmla="*/ 32 h 353"/>
              <a:gd name="T84" fmla="*/ 184 w 353"/>
              <a:gd name="T85" fmla="*/ 321 h 353"/>
              <a:gd name="T86" fmla="*/ 200 w 353"/>
              <a:gd name="T87" fmla="*/ 48 h 353"/>
              <a:gd name="T88" fmla="*/ 305 w 353"/>
              <a:gd name="T89" fmla="*/ 48 h 353"/>
              <a:gd name="T90" fmla="*/ 305 w 353"/>
              <a:gd name="T91" fmla="*/ 305 h 353"/>
              <a:gd name="T92" fmla="*/ 200 w 353"/>
              <a:gd name="T93" fmla="*/ 305 h 353"/>
              <a:gd name="T94" fmla="*/ 200 w 353"/>
              <a:gd name="T95" fmla="*/ 48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53" h="353">
                <a:moveTo>
                  <a:pt x="32" y="321"/>
                </a:moveTo>
                <a:cubicBezTo>
                  <a:pt x="168" y="321"/>
                  <a:pt x="168" y="321"/>
                  <a:pt x="168" y="321"/>
                </a:cubicBezTo>
                <a:cubicBezTo>
                  <a:pt x="168" y="184"/>
                  <a:pt x="168" y="184"/>
                  <a:pt x="168" y="184"/>
                </a:cubicBezTo>
                <a:cubicBezTo>
                  <a:pt x="32" y="184"/>
                  <a:pt x="32" y="184"/>
                  <a:pt x="32" y="184"/>
                </a:cubicBezTo>
                <a:lnTo>
                  <a:pt x="32" y="321"/>
                </a:lnTo>
                <a:close/>
                <a:moveTo>
                  <a:pt x="48" y="200"/>
                </a:moveTo>
                <a:cubicBezTo>
                  <a:pt x="152" y="200"/>
                  <a:pt x="152" y="200"/>
                  <a:pt x="152" y="200"/>
                </a:cubicBezTo>
                <a:cubicBezTo>
                  <a:pt x="152" y="305"/>
                  <a:pt x="152" y="305"/>
                  <a:pt x="152" y="305"/>
                </a:cubicBezTo>
                <a:cubicBezTo>
                  <a:pt x="48" y="305"/>
                  <a:pt x="48" y="305"/>
                  <a:pt x="48" y="305"/>
                </a:cubicBezTo>
                <a:lnTo>
                  <a:pt x="48" y="200"/>
                </a:lnTo>
                <a:close/>
                <a:moveTo>
                  <a:pt x="32" y="168"/>
                </a:moveTo>
                <a:cubicBezTo>
                  <a:pt x="168" y="168"/>
                  <a:pt x="168" y="168"/>
                  <a:pt x="168" y="168"/>
                </a:cubicBezTo>
                <a:cubicBezTo>
                  <a:pt x="168" y="32"/>
                  <a:pt x="168" y="32"/>
                  <a:pt x="168" y="32"/>
                </a:cubicBezTo>
                <a:cubicBezTo>
                  <a:pt x="32" y="32"/>
                  <a:pt x="32" y="32"/>
                  <a:pt x="32" y="32"/>
                </a:cubicBezTo>
                <a:lnTo>
                  <a:pt x="32" y="168"/>
                </a:lnTo>
                <a:close/>
                <a:moveTo>
                  <a:pt x="48" y="48"/>
                </a:moveTo>
                <a:cubicBezTo>
                  <a:pt x="152" y="48"/>
                  <a:pt x="152" y="48"/>
                  <a:pt x="152" y="48"/>
                </a:cubicBezTo>
                <a:cubicBezTo>
                  <a:pt x="152" y="152"/>
                  <a:pt x="152" y="152"/>
                  <a:pt x="152" y="152"/>
                </a:cubicBezTo>
                <a:cubicBezTo>
                  <a:pt x="48" y="152"/>
                  <a:pt x="48" y="152"/>
                  <a:pt x="48" y="152"/>
                </a:cubicBezTo>
                <a:lnTo>
                  <a:pt x="48" y="48"/>
                </a:lnTo>
                <a:close/>
                <a:moveTo>
                  <a:pt x="321" y="0"/>
                </a:move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4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4" y="353"/>
                  <a:pt x="32" y="353"/>
                </a:cubicBezTo>
                <a:cubicBezTo>
                  <a:pt x="321" y="353"/>
                  <a:pt x="321" y="353"/>
                  <a:pt x="321" y="353"/>
                </a:cubicBezTo>
                <a:cubicBezTo>
                  <a:pt x="338" y="353"/>
                  <a:pt x="353" y="339"/>
                  <a:pt x="353" y="321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14"/>
                  <a:pt x="338" y="0"/>
                  <a:pt x="321" y="0"/>
                </a:cubicBezTo>
                <a:moveTo>
                  <a:pt x="337" y="321"/>
                </a:moveTo>
                <a:cubicBezTo>
                  <a:pt x="337" y="330"/>
                  <a:pt x="330" y="337"/>
                  <a:pt x="321" y="337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23" y="337"/>
                  <a:pt x="16" y="330"/>
                  <a:pt x="16" y="32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3"/>
                  <a:pt x="23" y="16"/>
                  <a:pt x="32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3"/>
                  <a:pt x="337" y="32"/>
                </a:cubicBezTo>
                <a:lnTo>
                  <a:pt x="337" y="321"/>
                </a:lnTo>
                <a:close/>
                <a:moveTo>
                  <a:pt x="184" y="321"/>
                </a:moveTo>
                <a:cubicBezTo>
                  <a:pt x="321" y="321"/>
                  <a:pt x="321" y="321"/>
                  <a:pt x="321" y="321"/>
                </a:cubicBezTo>
                <a:cubicBezTo>
                  <a:pt x="321" y="32"/>
                  <a:pt x="321" y="32"/>
                  <a:pt x="321" y="32"/>
                </a:cubicBezTo>
                <a:cubicBezTo>
                  <a:pt x="184" y="32"/>
                  <a:pt x="184" y="32"/>
                  <a:pt x="184" y="32"/>
                </a:cubicBezTo>
                <a:lnTo>
                  <a:pt x="184" y="321"/>
                </a:lnTo>
                <a:close/>
                <a:moveTo>
                  <a:pt x="200" y="48"/>
                </a:moveTo>
                <a:cubicBezTo>
                  <a:pt x="305" y="48"/>
                  <a:pt x="305" y="48"/>
                  <a:pt x="305" y="48"/>
                </a:cubicBezTo>
                <a:cubicBezTo>
                  <a:pt x="305" y="305"/>
                  <a:pt x="305" y="305"/>
                  <a:pt x="305" y="305"/>
                </a:cubicBezTo>
                <a:cubicBezTo>
                  <a:pt x="200" y="305"/>
                  <a:pt x="200" y="305"/>
                  <a:pt x="200" y="305"/>
                </a:cubicBezTo>
                <a:lnTo>
                  <a:pt x="200" y="48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" name="Freeform 8"/>
          <p:cNvSpPr>
            <a:spLocks noEditPoints="1"/>
          </p:cNvSpPr>
          <p:nvPr/>
        </p:nvSpPr>
        <p:spPr bwMode="auto">
          <a:xfrm>
            <a:off x="4138085" y="912285"/>
            <a:ext cx="582084" cy="582084"/>
          </a:xfrm>
          <a:custGeom>
            <a:avLst/>
            <a:gdLst>
              <a:gd name="T0" fmla="*/ 168 w 353"/>
              <a:gd name="T1" fmla="*/ 32 h 353"/>
              <a:gd name="T2" fmla="*/ 32 w 353"/>
              <a:gd name="T3" fmla="*/ 32 h 353"/>
              <a:gd name="T4" fmla="*/ 32 w 353"/>
              <a:gd name="T5" fmla="*/ 168 h 353"/>
              <a:gd name="T6" fmla="*/ 168 w 353"/>
              <a:gd name="T7" fmla="*/ 168 h 353"/>
              <a:gd name="T8" fmla="*/ 168 w 353"/>
              <a:gd name="T9" fmla="*/ 32 h 353"/>
              <a:gd name="T10" fmla="*/ 152 w 353"/>
              <a:gd name="T11" fmla="*/ 152 h 353"/>
              <a:gd name="T12" fmla="*/ 48 w 353"/>
              <a:gd name="T13" fmla="*/ 152 h 353"/>
              <a:gd name="T14" fmla="*/ 48 w 353"/>
              <a:gd name="T15" fmla="*/ 48 h 353"/>
              <a:gd name="T16" fmla="*/ 152 w 353"/>
              <a:gd name="T17" fmla="*/ 48 h 353"/>
              <a:gd name="T18" fmla="*/ 152 w 353"/>
              <a:gd name="T19" fmla="*/ 152 h 353"/>
              <a:gd name="T20" fmla="*/ 32 w 353"/>
              <a:gd name="T21" fmla="*/ 321 h 353"/>
              <a:gd name="T22" fmla="*/ 321 w 353"/>
              <a:gd name="T23" fmla="*/ 321 h 353"/>
              <a:gd name="T24" fmla="*/ 321 w 353"/>
              <a:gd name="T25" fmla="*/ 184 h 353"/>
              <a:gd name="T26" fmla="*/ 32 w 353"/>
              <a:gd name="T27" fmla="*/ 184 h 353"/>
              <a:gd name="T28" fmla="*/ 32 w 353"/>
              <a:gd name="T29" fmla="*/ 321 h 353"/>
              <a:gd name="T30" fmla="*/ 48 w 353"/>
              <a:gd name="T31" fmla="*/ 200 h 353"/>
              <a:gd name="T32" fmla="*/ 305 w 353"/>
              <a:gd name="T33" fmla="*/ 200 h 353"/>
              <a:gd name="T34" fmla="*/ 305 w 353"/>
              <a:gd name="T35" fmla="*/ 305 h 353"/>
              <a:gd name="T36" fmla="*/ 48 w 353"/>
              <a:gd name="T37" fmla="*/ 305 h 353"/>
              <a:gd name="T38" fmla="*/ 48 w 353"/>
              <a:gd name="T39" fmla="*/ 200 h 353"/>
              <a:gd name="T40" fmla="*/ 185 w 353"/>
              <a:gd name="T41" fmla="*/ 168 h 353"/>
              <a:gd name="T42" fmla="*/ 321 w 353"/>
              <a:gd name="T43" fmla="*/ 168 h 353"/>
              <a:gd name="T44" fmla="*/ 321 w 353"/>
              <a:gd name="T45" fmla="*/ 32 h 353"/>
              <a:gd name="T46" fmla="*/ 185 w 353"/>
              <a:gd name="T47" fmla="*/ 32 h 353"/>
              <a:gd name="T48" fmla="*/ 185 w 353"/>
              <a:gd name="T49" fmla="*/ 168 h 353"/>
              <a:gd name="T50" fmla="*/ 201 w 353"/>
              <a:gd name="T51" fmla="*/ 48 h 353"/>
              <a:gd name="T52" fmla="*/ 305 w 353"/>
              <a:gd name="T53" fmla="*/ 48 h 353"/>
              <a:gd name="T54" fmla="*/ 305 w 353"/>
              <a:gd name="T55" fmla="*/ 152 h 353"/>
              <a:gd name="T56" fmla="*/ 201 w 353"/>
              <a:gd name="T57" fmla="*/ 152 h 353"/>
              <a:gd name="T58" fmla="*/ 201 w 353"/>
              <a:gd name="T59" fmla="*/ 48 h 353"/>
              <a:gd name="T60" fmla="*/ 321 w 353"/>
              <a:gd name="T61" fmla="*/ 0 h 353"/>
              <a:gd name="T62" fmla="*/ 32 w 353"/>
              <a:gd name="T63" fmla="*/ 0 h 353"/>
              <a:gd name="T64" fmla="*/ 0 w 353"/>
              <a:gd name="T65" fmla="*/ 32 h 353"/>
              <a:gd name="T66" fmla="*/ 0 w 353"/>
              <a:gd name="T67" fmla="*/ 321 h 353"/>
              <a:gd name="T68" fmla="*/ 32 w 353"/>
              <a:gd name="T69" fmla="*/ 353 h 353"/>
              <a:gd name="T70" fmla="*/ 321 w 353"/>
              <a:gd name="T71" fmla="*/ 353 h 353"/>
              <a:gd name="T72" fmla="*/ 353 w 353"/>
              <a:gd name="T73" fmla="*/ 321 h 353"/>
              <a:gd name="T74" fmla="*/ 353 w 353"/>
              <a:gd name="T75" fmla="*/ 32 h 353"/>
              <a:gd name="T76" fmla="*/ 321 w 353"/>
              <a:gd name="T77" fmla="*/ 0 h 353"/>
              <a:gd name="T78" fmla="*/ 337 w 353"/>
              <a:gd name="T79" fmla="*/ 321 h 353"/>
              <a:gd name="T80" fmla="*/ 321 w 353"/>
              <a:gd name="T81" fmla="*/ 337 h 353"/>
              <a:gd name="T82" fmla="*/ 32 w 353"/>
              <a:gd name="T83" fmla="*/ 337 h 353"/>
              <a:gd name="T84" fmla="*/ 16 w 353"/>
              <a:gd name="T85" fmla="*/ 321 h 353"/>
              <a:gd name="T86" fmla="*/ 16 w 353"/>
              <a:gd name="T87" fmla="*/ 32 h 353"/>
              <a:gd name="T88" fmla="*/ 32 w 353"/>
              <a:gd name="T89" fmla="*/ 16 h 353"/>
              <a:gd name="T90" fmla="*/ 321 w 353"/>
              <a:gd name="T91" fmla="*/ 16 h 353"/>
              <a:gd name="T92" fmla="*/ 337 w 353"/>
              <a:gd name="T93" fmla="*/ 32 h 353"/>
              <a:gd name="T94" fmla="*/ 337 w 353"/>
              <a:gd name="T95" fmla="*/ 321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53" h="353">
                <a:moveTo>
                  <a:pt x="168" y="32"/>
                </a:moveTo>
                <a:cubicBezTo>
                  <a:pt x="32" y="32"/>
                  <a:pt x="32" y="32"/>
                  <a:pt x="32" y="32"/>
                </a:cubicBezTo>
                <a:cubicBezTo>
                  <a:pt x="32" y="168"/>
                  <a:pt x="32" y="168"/>
                  <a:pt x="32" y="168"/>
                </a:cubicBezTo>
                <a:cubicBezTo>
                  <a:pt x="168" y="168"/>
                  <a:pt x="168" y="168"/>
                  <a:pt x="168" y="168"/>
                </a:cubicBezTo>
                <a:lnTo>
                  <a:pt x="168" y="32"/>
                </a:lnTo>
                <a:close/>
                <a:moveTo>
                  <a:pt x="152" y="152"/>
                </a:moveTo>
                <a:cubicBezTo>
                  <a:pt x="48" y="152"/>
                  <a:pt x="48" y="152"/>
                  <a:pt x="48" y="152"/>
                </a:cubicBezTo>
                <a:cubicBezTo>
                  <a:pt x="48" y="48"/>
                  <a:pt x="48" y="48"/>
                  <a:pt x="48" y="48"/>
                </a:cubicBezTo>
                <a:cubicBezTo>
                  <a:pt x="152" y="48"/>
                  <a:pt x="152" y="48"/>
                  <a:pt x="152" y="48"/>
                </a:cubicBezTo>
                <a:lnTo>
                  <a:pt x="152" y="152"/>
                </a:lnTo>
                <a:close/>
                <a:moveTo>
                  <a:pt x="32" y="321"/>
                </a:moveTo>
                <a:cubicBezTo>
                  <a:pt x="321" y="321"/>
                  <a:pt x="321" y="321"/>
                  <a:pt x="321" y="321"/>
                </a:cubicBezTo>
                <a:cubicBezTo>
                  <a:pt x="321" y="184"/>
                  <a:pt x="321" y="184"/>
                  <a:pt x="321" y="184"/>
                </a:cubicBezTo>
                <a:cubicBezTo>
                  <a:pt x="32" y="184"/>
                  <a:pt x="32" y="184"/>
                  <a:pt x="32" y="184"/>
                </a:cubicBezTo>
                <a:lnTo>
                  <a:pt x="32" y="321"/>
                </a:lnTo>
                <a:close/>
                <a:moveTo>
                  <a:pt x="48" y="200"/>
                </a:moveTo>
                <a:cubicBezTo>
                  <a:pt x="305" y="200"/>
                  <a:pt x="305" y="200"/>
                  <a:pt x="305" y="200"/>
                </a:cubicBezTo>
                <a:cubicBezTo>
                  <a:pt x="305" y="305"/>
                  <a:pt x="305" y="305"/>
                  <a:pt x="305" y="305"/>
                </a:cubicBezTo>
                <a:cubicBezTo>
                  <a:pt x="48" y="305"/>
                  <a:pt x="48" y="305"/>
                  <a:pt x="48" y="305"/>
                </a:cubicBezTo>
                <a:lnTo>
                  <a:pt x="48" y="200"/>
                </a:lnTo>
                <a:close/>
                <a:moveTo>
                  <a:pt x="185" y="168"/>
                </a:moveTo>
                <a:cubicBezTo>
                  <a:pt x="321" y="168"/>
                  <a:pt x="321" y="168"/>
                  <a:pt x="321" y="168"/>
                </a:cubicBezTo>
                <a:cubicBezTo>
                  <a:pt x="321" y="32"/>
                  <a:pt x="321" y="32"/>
                  <a:pt x="321" y="32"/>
                </a:cubicBezTo>
                <a:cubicBezTo>
                  <a:pt x="185" y="32"/>
                  <a:pt x="185" y="32"/>
                  <a:pt x="185" y="32"/>
                </a:cubicBezTo>
                <a:lnTo>
                  <a:pt x="185" y="168"/>
                </a:lnTo>
                <a:close/>
                <a:moveTo>
                  <a:pt x="201" y="48"/>
                </a:moveTo>
                <a:cubicBezTo>
                  <a:pt x="305" y="48"/>
                  <a:pt x="305" y="48"/>
                  <a:pt x="305" y="48"/>
                </a:cubicBezTo>
                <a:cubicBezTo>
                  <a:pt x="305" y="152"/>
                  <a:pt x="305" y="152"/>
                  <a:pt x="305" y="152"/>
                </a:cubicBezTo>
                <a:cubicBezTo>
                  <a:pt x="201" y="152"/>
                  <a:pt x="201" y="152"/>
                  <a:pt x="201" y="152"/>
                </a:cubicBezTo>
                <a:lnTo>
                  <a:pt x="201" y="48"/>
                </a:lnTo>
                <a:close/>
                <a:moveTo>
                  <a:pt x="321" y="0"/>
                </a:move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4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4" y="353"/>
                  <a:pt x="32" y="353"/>
                </a:cubicBezTo>
                <a:cubicBezTo>
                  <a:pt x="321" y="353"/>
                  <a:pt x="321" y="353"/>
                  <a:pt x="321" y="353"/>
                </a:cubicBezTo>
                <a:cubicBezTo>
                  <a:pt x="339" y="353"/>
                  <a:pt x="353" y="339"/>
                  <a:pt x="353" y="321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14"/>
                  <a:pt x="339" y="0"/>
                  <a:pt x="321" y="0"/>
                </a:cubicBezTo>
                <a:moveTo>
                  <a:pt x="337" y="321"/>
                </a:moveTo>
                <a:cubicBezTo>
                  <a:pt x="337" y="330"/>
                  <a:pt x="330" y="337"/>
                  <a:pt x="321" y="337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23" y="337"/>
                  <a:pt x="16" y="330"/>
                  <a:pt x="16" y="32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3"/>
                  <a:pt x="23" y="16"/>
                  <a:pt x="32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3"/>
                  <a:pt x="337" y="32"/>
                </a:cubicBezTo>
                <a:lnTo>
                  <a:pt x="337" y="32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" name="Freeform 9"/>
          <p:cNvSpPr>
            <a:spLocks noEditPoints="1"/>
          </p:cNvSpPr>
          <p:nvPr/>
        </p:nvSpPr>
        <p:spPr bwMode="auto">
          <a:xfrm>
            <a:off x="5249334" y="912285"/>
            <a:ext cx="582084" cy="582084"/>
          </a:xfrm>
          <a:custGeom>
            <a:avLst/>
            <a:gdLst>
              <a:gd name="T0" fmla="*/ 32 w 353"/>
              <a:gd name="T1" fmla="*/ 321 h 353"/>
              <a:gd name="T2" fmla="*/ 169 w 353"/>
              <a:gd name="T3" fmla="*/ 321 h 353"/>
              <a:gd name="T4" fmla="*/ 169 w 353"/>
              <a:gd name="T5" fmla="*/ 32 h 353"/>
              <a:gd name="T6" fmla="*/ 32 w 353"/>
              <a:gd name="T7" fmla="*/ 32 h 353"/>
              <a:gd name="T8" fmla="*/ 32 w 353"/>
              <a:gd name="T9" fmla="*/ 321 h 353"/>
              <a:gd name="T10" fmla="*/ 48 w 353"/>
              <a:gd name="T11" fmla="*/ 48 h 353"/>
              <a:gd name="T12" fmla="*/ 153 w 353"/>
              <a:gd name="T13" fmla="*/ 48 h 353"/>
              <a:gd name="T14" fmla="*/ 153 w 353"/>
              <a:gd name="T15" fmla="*/ 305 h 353"/>
              <a:gd name="T16" fmla="*/ 48 w 353"/>
              <a:gd name="T17" fmla="*/ 305 h 353"/>
              <a:gd name="T18" fmla="*/ 48 w 353"/>
              <a:gd name="T19" fmla="*/ 48 h 353"/>
              <a:gd name="T20" fmla="*/ 185 w 353"/>
              <a:gd name="T21" fmla="*/ 168 h 353"/>
              <a:gd name="T22" fmla="*/ 321 w 353"/>
              <a:gd name="T23" fmla="*/ 168 h 353"/>
              <a:gd name="T24" fmla="*/ 321 w 353"/>
              <a:gd name="T25" fmla="*/ 32 h 353"/>
              <a:gd name="T26" fmla="*/ 185 w 353"/>
              <a:gd name="T27" fmla="*/ 32 h 353"/>
              <a:gd name="T28" fmla="*/ 185 w 353"/>
              <a:gd name="T29" fmla="*/ 168 h 353"/>
              <a:gd name="T30" fmla="*/ 201 w 353"/>
              <a:gd name="T31" fmla="*/ 48 h 353"/>
              <a:gd name="T32" fmla="*/ 305 w 353"/>
              <a:gd name="T33" fmla="*/ 48 h 353"/>
              <a:gd name="T34" fmla="*/ 305 w 353"/>
              <a:gd name="T35" fmla="*/ 152 h 353"/>
              <a:gd name="T36" fmla="*/ 201 w 353"/>
              <a:gd name="T37" fmla="*/ 152 h 353"/>
              <a:gd name="T38" fmla="*/ 201 w 353"/>
              <a:gd name="T39" fmla="*/ 48 h 353"/>
              <a:gd name="T40" fmla="*/ 321 w 353"/>
              <a:gd name="T41" fmla="*/ 0 h 353"/>
              <a:gd name="T42" fmla="*/ 32 w 353"/>
              <a:gd name="T43" fmla="*/ 0 h 353"/>
              <a:gd name="T44" fmla="*/ 0 w 353"/>
              <a:gd name="T45" fmla="*/ 32 h 353"/>
              <a:gd name="T46" fmla="*/ 0 w 353"/>
              <a:gd name="T47" fmla="*/ 321 h 353"/>
              <a:gd name="T48" fmla="*/ 32 w 353"/>
              <a:gd name="T49" fmla="*/ 353 h 353"/>
              <a:gd name="T50" fmla="*/ 321 w 353"/>
              <a:gd name="T51" fmla="*/ 353 h 353"/>
              <a:gd name="T52" fmla="*/ 353 w 353"/>
              <a:gd name="T53" fmla="*/ 321 h 353"/>
              <a:gd name="T54" fmla="*/ 353 w 353"/>
              <a:gd name="T55" fmla="*/ 32 h 353"/>
              <a:gd name="T56" fmla="*/ 321 w 353"/>
              <a:gd name="T57" fmla="*/ 0 h 353"/>
              <a:gd name="T58" fmla="*/ 337 w 353"/>
              <a:gd name="T59" fmla="*/ 321 h 353"/>
              <a:gd name="T60" fmla="*/ 321 w 353"/>
              <a:gd name="T61" fmla="*/ 337 h 353"/>
              <a:gd name="T62" fmla="*/ 32 w 353"/>
              <a:gd name="T63" fmla="*/ 337 h 353"/>
              <a:gd name="T64" fmla="*/ 16 w 353"/>
              <a:gd name="T65" fmla="*/ 321 h 353"/>
              <a:gd name="T66" fmla="*/ 16 w 353"/>
              <a:gd name="T67" fmla="*/ 32 h 353"/>
              <a:gd name="T68" fmla="*/ 32 w 353"/>
              <a:gd name="T69" fmla="*/ 16 h 353"/>
              <a:gd name="T70" fmla="*/ 321 w 353"/>
              <a:gd name="T71" fmla="*/ 16 h 353"/>
              <a:gd name="T72" fmla="*/ 337 w 353"/>
              <a:gd name="T73" fmla="*/ 32 h 353"/>
              <a:gd name="T74" fmla="*/ 337 w 353"/>
              <a:gd name="T75" fmla="*/ 321 h 353"/>
              <a:gd name="T76" fmla="*/ 185 w 353"/>
              <a:gd name="T77" fmla="*/ 321 h 353"/>
              <a:gd name="T78" fmla="*/ 321 w 353"/>
              <a:gd name="T79" fmla="*/ 321 h 353"/>
              <a:gd name="T80" fmla="*/ 321 w 353"/>
              <a:gd name="T81" fmla="*/ 184 h 353"/>
              <a:gd name="T82" fmla="*/ 185 w 353"/>
              <a:gd name="T83" fmla="*/ 184 h 353"/>
              <a:gd name="T84" fmla="*/ 185 w 353"/>
              <a:gd name="T85" fmla="*/ 321 h 353"/>
              <a:gd name="T86" fmla="*/ 201 w 353"/>
              <a:gd name="T87" fmla="*/ 200 h 353"/>
              <a:gd name="T88" fmla="*/ 305 w 353"/>
              <a:gd name="T89" fmla="*/ 200 h 353"/>
              <a:gd name="T90" fmla="*/ 305 w 353"/>
              <a:gd name="T91" fmla="*/ 305 h 353"/>
              <a:gd name="T92" fmla="*/ 201 w 353"/>
              <a:gd name="T93" fmla="*/ 305 h 353"/>
              <a:gd name="T94" fmla="*/ 201 w 353"/>
              <a:gd name="T95" fmla="*/ 200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53" h="353">
                <a:moveTo>
                  <a:pt x="32" y="321"/>
                </a:moveTo>
                <a:cubicBezTo>
                  <a:pt x="169" y="321"/>
                  <a:pt x="169" y="321"/>
                  <a:pt x="169" y="321"/>
                </a:cubicBezTo>
                <a:cubicBezTo>
                  <a:pt x="169" y="32"/>
                  <a:pt x="169" y="32"/>
                  <a:pt x="169" y="32"/>
                </a:cubicBezTo>
                <a:cubicBezTo>
                  <a:pt x="32" y="32"/>
                  <a:pt x="32" y="32"/>
                  <a:pt x="32" y="32"/>
                </a:cubicBezTo>
                <a:lnTo>
                  <a:pt x="32" y="321"/>
                </a:lnTo>
                <a:close/>
                <a:moveTo>
                  <a:pt x="48" y="48"/>
                </a:moveTo>
                <a:cubicBezTo>
                  <a:pt x="153" y="48"/>
                  <a:pt x="153" y="48"/>
                  <a:pt x="153" y="48"/>
                </a:cubicBezTo>
                <a:cubicBezTo>
                  <a:pt x="153" y="305"/>
                  <a:pt x="153" y="305"/>
                  <a:pt x="153" y="305"/>
                </a:cubicBezTo>
                <a:cubicBezTo>
                  <a:pt x="48" y="305"/>
                  <a:pt x="48" y="305"/>
                  <a:pt x="48" y="305"/>
                </a:cubicBezTo>
                <a:lnTo>
                  <a:pt x="48" y="48"/>
                </a:lnTo>
                <a:close/>
                <a:moveTo>
                  <a:pt x="185" y="168"/>
                </a:moveTo>
                <a:cubicBezTo>
                  <a:pt x="321" y="168"/>
                  <a:pt x="321" y="168"/>
                  <a:pt x="321" y="168"/>
                </a:cubicBezTo>
                <a:cubicBezTo>
                  <a:pt x="321" y="32"/>
                  <a:pt x="321" y="32"/>
                  <a:pt x="321" y="32"/>
                </a:cubicBezTo>
                <a:cubicBezTo>
                  <a:pt x="185" y="32"/>
                  <a:pt x="185" y="32"/>
                  <a:pt x="185" y="32"/>
                </a:cubicBezTo>
                <a:lnTo>
                  <a:pt x="185" y="168"/>
                </a:lnTo>
                <a:close/>
                <a:moveTo>
                  <a:pt x="201" y="48"/>
                </a:moveTo>
                <a:cubicBezTo>
                  <a:pt x="305" y="48"/>
                  <a:pt x="305" y="48"/>
                  <a:pt x="305" y="48"/>
                </a:cubicBezTo>
                <a:cubicBezTo>
                  <a:pt x="305" y="152"/>
                  <a:pt x="305" y="152"/>
                  <a:pt x="305" y="152"/>
                </a:cubicBezTo>
                <a:cubicBezTo>
                  <a:pt x="201" y="152"/>
                  <a:pt x="201" y="152"/>
                  <a:pt x="201" y="152"/>
                </a:cubicBezTo>
                <a:lnTo>
                  <a:pt x="201" y="48"/>
                </a:lnTo>
                <a:close/>
                <a:moveTo>
                  <a:pt x="321" y="0"/>
                </a:moveTo>
                <a:cubicBezTo>
                  <a:pt x="32" y="0"/>
                  <a:pt x="32" y="0"/>
                  <a:pt x="32" y="0"/>
                </a:cubicBezTo>
                <a:cubicBezTo>
                  <a:pt x="15" y="0"/>
                  <a:pt x="0" y="14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5" y="353"/>
                  <a:pt x="32" y="353"/>
                </a:cubicBezTo>
                <a:cubicBezTo>
                  <a:pt x="321" y="353"/>
                  <a:pt x="321" y="353"/>
                  <a:pt x="321" y="353"/>
                </a:cubicBezTo>
                <a:cubicBezTo>
                  <a:pt x="339" y="353"/>
                  <a:pt x="353" y="339"/>
                  <a:pt x="353" y="321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14"/>
                  <a:pt x="339" y="0"/>
                  <a:pt x="321" y="0"/>
                </a:cubicBezTo>
                <a:moveTo>
                  <a:pt x="337" y="321"/>
                </a:moveTo>
                <a:cubicBezTo>
                  <a:pt x="337" y="330"/>
                  <a:pt x="330" y="337"/>
                  <a:pt x="321" y="337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23" y="337"/>
                  <a:pt x="16" y="330"/>
                  <a:pt x="16" y="32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3"/>
                  <a:pt x="23" y="16"/>
                  <a:pt x="32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3"/>
                  <a:pt x="337" y="32"/>
                </a:cubicBezTo>
                <a:lnTo>
                  <a:pt x="337" y="321"/>
                </a:lnTo>
                <a:close/>
                <a:moveTo>
                  <a:pt x="185" y="321"/>
                </a:moveTo>
                <a:cubicBezTo>
                  <a:pt x="321" y="321"/>
                  <a:pt x="321" y="321"/>
                  <a:pt x="321" y="321"/>
                </a:cubicBezTo>
                <a:cubicBezTo>
                  <a:pt x="321" y="184"/>
                  <a:pt x="321" y="184"/>
                  <a:pt x="321" y="184"/>
                </a:cubicBezTo>
                <a:cubicBezTo>
                  <a:pt x="185" y="184"/>
                  <a:pt x="185" y="184"/>
                  <a:pt x="185" y="184"/>
                </a:cubicBezTo>
                <a:lnTo>
                  <a:pt x="185" y="321"/>
                </a:lnTo>
                <a:close/>
                <a:moveTo>
                  <a:pt x="201" y="200"/>
                </a:moveTo>
                <a:cubicBezTo>
                  <a:pt x="305" y="200"/>
                  <a:pt x="305" y="200"/>
                  <a:pt x="305" y="200"/>
                </a:cubicBezTo>
                <a:cubicBezTo>
                  <a:pt x="305" y="305"/>
                  <a:pt x="305" y="305"/>
                  <a:pt x="305" y="305"/>
                </a:cubicBezTo>
                <a:cubicBezTo>
                  <a:pt x="201" y="305"/>
                  <a:pt x="201" y="305"/>
                  <a:pt x="201" y="305"/>
                </a:cubicBezTo>
                <a:lnTo>
                  <a:pt x="201" y="20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0" name="Freeform 10"/>
          <p:cNvSpPr>
            <a:spLocks noEditPoints="1"/>
          </p:cNvSpPr>
          <p:nvPr/>
        </p:nvSpPr>
        <p:spPr bwMode="auto">
          <a:xfrm>
            <a:off x="6362701" y="912285"/>
            <a:ext cx="582084" cy="582084"/>
          </a:xfrm>
          <a:custGeom>
            <a:avLst/>
            <a:gdLst>
              <a:gd name="T0" fmla="*/ 321 w 353"/>
              <a:gd name="T1" fmla="*/ 0 h 353"/>
              <a:gd name="T2" fmla="*/ 32 w 353"/>
              <a:gd name="T3" fmla="*/ 0 h 353"/>
              <a:gd name="T4" fmla="*/ 0 w 353"/>
              <a:gd name="T5" fmla="*/ 32 h 353"/>
              <a:gd name="T6" fmla="*/ 0 w 353"/>
              <a:gd name="T7" fmla="*/ 321 h 353"/>
              <a:gd name="T8" fmla="*/ 32 w 353"/>
              <a:gd name="T9" fmla="*/ 353 h 353"/>
              <a:gd name="T10" fmla="*/ 321 w 353"/>
              <a:gd name="T11" fmla="*/ 353 h 353"/>
              <a:gd name="T12" fmla="*/ 353 w 353"/>
              <a:gd name="T13" fmla="*/ 321 h 353"/>
              <a:gd name="T14" fmla="*/ 353 w 353"/>
              <a:gd name="T15" fmla="*/ 32 h 353"/>
              <a:gd name="T16" fmla="*/ 321 w 353"/>
              <a:gd name="T17" fmla="*/ 0 h 353"/>
              <a:gd name="T18" fmla="*/ 337 w 353"/>
              <a:gd name="T19" fmla="*/ 321 h 353"/>
              <a:gd name="T20" fmla="*/ 321 w 353"/>
              <a:gd name="T21" fmla="*/ 337 h 353"/>
              <a:gd name="T22" fmla="*/ 32 w 353"/>
              <a:gd name="T23" fmla="*/ 337 h 353"/>
              <a:gd name="T24" fmla="*/ 16 w 353"/>
              <a:gd name="T25" fmla="*/ 321 h 353"/>
              <a:gd name="T26" fmla="*/ 16 w 353"/>
              <a:gd name="T27" fmla="*/ 32 h 353"/>
              <a:gd name="T28" fmla="*/ 32 w 353"/>
              <a:gd name="T29" fmla="*/ 16 h 353"/>
              <a:gd name="T30" fmla="*/ 321 w 353"/>
              <a:gd name="T31" fmla="*/ 16 h 353"/>
              <a:gd name="T32" fmla="*/ 337 w 353"/>
              <a:gd name="T33" fmla="*/ 32 h 353"/>
              <a:gd name="T34" fmla="*/ 337 w 353"/>
              <a:gd name="T35" fmla="*/ 321 h 353"/>
              <a:gd name="T36" fmla="*/ 32 w 353"/>
              <a:gd name="T37" fmla="*/ 321 h 353"/>
              <a:gd name="T38" fmla="*/ 168 w 353"/>
              <a:gd name="T39" fmla="*/ 321 h 353"/>
              <a:gd name="T40" fmla="*/ 168 w 353"/>
              <a:gd name="T41" fmla="*/ 184 h 353"/>
              <a:gd name="T42" fmla="*/ 32 w 353"/>
              <a:gd name="T43" fmla="*/ 184 h 353"/>
              <a:gd name="T44" fmla="*/ 32 w 353"/>
              <a:gd name="T45" fmla="*/ 321 h 353"/>
              <a:gd name="T46" fmla="*/ 48 w 353"/>
              <a:gd name="T47" fmla="*/ 200 h 353"/>
              <a:gd name="T48" fmla="*/ 152 w 353"/>
              <a:gd name="T49" fmla="*/ 200 h 353"/>
              <a:gd name="T50" fmla="*/ 152 w 353"/>
              <a:gd name="T51" fmla="*/ 305 h 353"/>
              <a:gd name="T52" fmla="*/ 48 w 353"/>
              <a:gd name="T53" fmla="*/ 305 h 353"/>
              <a:gd name="T54" fmla="*/ 48 w 353"/>
              <a:gd name="T55" fmla="*/ 200 h 353"/>
              <a:gd name="T56" fmla="*/ 32 w 353"/>
              <a:gd name="T57" fmla="*/ 168 h 353"/>
              <a:gd name="T58" fmla="*/ 321 w 353"/>
              <a:gd name="T59" fmla="*/ 168 h 353"/>
              <a:gd name="T60" fmla="*/ 321 w 353"/>
              <a:gd name="T61" fmla="*/ 32 h 353"/>
              <a:gd name="T62" fmla="*/ 32 w 353"/>
              <a:gd name="T63" fmla="*/ 32 h 353"/>
              <a:gd name="T64" fmla="*/ 32 w 353"/>
              <a:gd name="T65" fmla="*/ 168 h 353"/>
              <a:gd name="T66" fmla="*/ 48 w 353"/>
              <a:gd name="T67" fmla="*/ 48 h 353"/>
              <a:gd name="T68" fmla="*/ 305 w 353"/>
              <a:gd name="T69" fmla="*/ 48 h 353"/>
              <a:gd name="T70" fmla="*/ 305 w 353"/>
              <a:gd name="T71" fmla="*/ 152 h 353"/>
              <a:gd name="T72" fmla="*/ 48 w 353"/>
              <a:gd name="T73" fmla="*/ 152 h 353"/>
              <a:gd name="T74" fmla="*/ 48 w 353"/>
              <a:gd name="T75" fmla="*/ 48 h 353"/>
              <a:gd name="T76" fmla="*/ 184 w 353"/>
              <a:gd name="T77" fmla="*/ 321 h 353"/>
              <a:gd name="T78" fmla="*/ 321 w 353"/>
              <a:gd name="T79" fmla="*/ 321 h 353"/>
              <a:gd name="T80" fmla="*/ 321 w 353"/>
              <a:gd name="T81" fmla="*/ 184 h 353"/>
              <a:gd name="T82" fmla="*/ 184 w 353"/>
              <a:gd name="T83" fmla="*/ 184 h 353"/>
              <a:gd name="T84" fmla="*/ 184 w 353"/>
              <a:gd name="T85" fmla="*/ 321 h 353"/>
              <a:gd name="T86" fmla="*/ 200 w 353"/>
              <a:gd name="T87" fmla="*/ 200 h 353"/>
              <a:gd name="T88" fmla="*/ 305 w 353"/>
              <a:gd name="T89" fmla="*/ 200 h 353"/>
              <a:gd name="T90" fmla="*/ 305 w 353"/>
              <a:gd name="T91" fmla="*/ 305 h 353"/>
              <a:gd name="T92" fmla="*/ 200 w 353"/>
              <a:gd name="T93" fmla="*/ 305 h 353"/>
              <a:gd name="T94" fmla="*/ 200 w 353"/>
              <a:gd name="T95" fmla="*/ 200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53" h="353">
                <a:moveTo>
                  <a:pt x="321" y="0"/>
                </a:move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4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4" y="353"/>
                  <a:pt x="32" y="353"/>
                </a:cubicBezTo>
                <a:cubicBezTo>
                  <a:pt x="321" y="353"/>
                  <a:pt x="321" y="353"/>
                  <a:pt x="321" y="353"/>
                </a:cubicBezTo>
                <a:cubicBezTo>
                  <a:pt x="338" y="353"/>
                  <a:pt x="353" y="339"/>
                  <a:pt x="353" y="321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14"/>
                  <a:pt x="338" y="0"/>
                  <a:pt x="321" y="0"/>
                </a:cubicBezTo>
                <a:moveTo>
                  <a:pt x="337" y="321"/>
                </a:moveTo>
                <a:cubicBezTo>
                  <a:pt x="337" y="330"/>
                  <a:pt x="330" y="337"/>
                  <a:pt x="321" y="337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23" y="337"/>
                  <a:pt x="16" y="330"/>
                  <a:pt x="16" y="32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3"/>
                  <a:pt x="23" y="16"/>
                  <a:pt x="32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3"/>
                  <a:pt x="337" y="32"/>
                </a:cubicBezTo>
                <a:lnTo>
                  <a:pt x="337" y="321"/>
                </a:lnTo>
                <a:close/>
                <a:moveTo>
                  <a:pt x="32" y="321"/>
                </a:moveTo>
                <a:cubicBezTo>
                  <a:pt x="168" y="321"/>
                  <a:pt x="168" y="321"/>
                  <a:pt x="168" y="321"/>
                </a:cubicBezTo>
                <a:cubicBezTo>
                  <a:pt x="168" y="184"/>
                  <a:pt x="168" y="184"/>
                  <a:pt x="168" y="184"/>
                </a:cubicBezTo>
                <a:cubicBezTo>
                  <a:pt x="32" y="184"/>
                  <a:pt x="32" y="184"/>
                  <a:pt x="32" y="184"/>
                </a:cubicBezTo>
                <a:lnTo>
                  <a:pt x="32" y="321"/>
                </a:lnTo>
                <a:close/>
                <a:moveTo>
                  <a:pt x="48" y="200"/>
                </a:moveTo>
                <a:cubicBezTo>
                  <a:pt x="152" y="200"/>
                  <a:pt x="152" y="200"/>
                  <a:pt x="152" y="200"/>
                </a:cubicBezTo>
                <a:cubicBezTo>
                  <a:pt x="152" y="305"/>
                  <a:pt x="152" y="305"/>
                  <a:pt x="152" y="305"/>
                </a:cubicBezTo>
                <a:cubicBezTo>
                  <a:pt x="48" y="305"/>
                  <a:pt x="48" y="305"/>
                  <a:pt x="48" y="305"/>
                </a:cubicBezTo>
                <a:lnTo>
                  <a:pt x="48" y="200"/>
                </a:lnTo>
                <a:close/>
                <a:moveTo>
                  <a:pt x="32" y="168"/>
                </a:moveTo>
                <a:cubicBezTo>
                  <a:pt x="321" y="168"/>
                  <a:pt x="321" y="168"/>
                  <a:pt x="321" y="168"/>
                </a:cubicBezTo>
                <a:cubicBezTo>
                  <a:pt x="321" y="32"/>
                  <a:pt x="321" y="32"/>
                  <a:pt x="321" y="32"/>
                </a:cubicBezTo>
                <a:cubicBezTo>
                  <a:pt x="32" y="32"/>
                  <a:pt x="32" y="32"/>
                  <a:pt x="32" y="32"/>
                </a:cubicBezTo>
                <a:lnTo>
                  <a:pt x="32" y="168"/>
                </a:lnTo>
                <a:close/>
                <a:moveTo>
                  <a:pt x="48" y="48"/>
                </a:moveTo>
                <a:cubicBezTo>
                  <a:pt x="305" y="48"/>
                  <a:pt x="305" y="48"/>
                  <a:pt x="305" y="48"/>
                </a:cubicBezTo>
                <a:cubicBezTo>
                  <a:pt x="305" y="152"/>
                  <a:pt x="305" y="152"/>
                  <a:pt x="305" y="152"/>
                </a:cubicBezTo>
                <a:cubicBezTo>
                  <a:pt x="48" y="152"/>
                  <a:pt x="48" y="152"/>
                  <a:pt x="48" y="152"/>
                </a:cubicBezTo>
                <a:lnTo>
                  <a:pt x="48" y="48"/>
                </a:lnTo>
                <a:close/>
                <a:moveTo>
                  <a:pt x="184" y="321"/>
                </a:moveTo>
                <a:cubicBezTo>
                  <a:pt x="321" y="321"/>
                  <a:pt x="321" y="321"/>
                  <a:pt x="321" y="321"/>
                </a:cubicBezTo>
                <a:cubicBezTo>
                  <a:pt x="321" y="184"/>
                  <a:pt x="321" y="184"/>
                  <a:pt x="321" y="184"/>
                </a:cubicBezTo>
                <a:cubicBezTo>
                  <a:pt x="184" y="184"/>
                  <a:pt x="184" y="184"/>
                  <a:pt x="184" y="184"/>
                </a:cubicBezTo>
                <a:lnTo>
                  <a:pt x="184" y="321"/>
                </a:lnTo>
                <a:close/>
                <a:moveTo>
                  <a:pt x="200" y="200"/>
                </a:moveTo>
                <a:cubicBezTo>
                  <a:pt x="305" y="200"/>
                  <a:pt x="305" y="200"/>
                  <a:pt x="305" y="200"/>
                </a:cubicBezTo>
                <a:cubicBezTo>
                  <a:pt x="305" y="305"/>
                  <a:pt x="305" y="305"/>
                  <a:pt x="305" y="305"/>
                </a:cubicBezTo>
                <a:cubicBezTo>
                  <a:pt x="200" y="305"/>
                  <a:pt x="200" y="305"/>
                  <a:pt x="200" y="305"/>
                </a:cubicBezTo>
                <a:lnTo>
                  <a:pt x="200" y="20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1" name="Freeform 11"/>
          <p:cNvSpPr>
            <a:spLocks noEditPoints="1"/>
          </p:cNvSpPr>
          <p:nvPr/>
        </p:nvSpPr>
        <p:spPr bwMode="auto">
          <a:xfrm>
            <a:off x="7473951" y="912285"/>
            <a:ext cx="582084" cy="582084"/>
          </a:xfrm>
          <a:custGeom>
            <a:avLst/>
            <a:gdLst>
              <a:gd name="T0" fmla="*/ 321 w 353"/>
              <a:gd name="T1" fmla="*/ 321 h 353"/>
              <a:gd name="T2" fmla="*/ 241 w 353"/>
              <a:gd name="T3" fmla="*/ 241 h 353"/>
              <a:gd name="T4" fmla="*/ 257 w 353"/>
              <a:gd name="T5" fmla="*/ 257 h 353"/>
              <a:gd name="T6" fmla="*/ 305 w 353"/>
              <a:gd name="T7" fmla="*/ 305 h 353"/>
              <a:gd name="T8" fmla="*/ 257 w 353"/>
              <a:gd name="T9" fmla="*/ 257 h 353"/>
              <a:gd name="T10" fmla="*/ 112 w 353"/>
              <a:gd name="T11" fmla="*/ 321 h 353"/>
              <a:gd name="T12" fmla="*/ 32 w 353"/>
              <a:gd name="T13" fmla="*/ 241 h 353"/>
              <a:gd name="T14" fmla="*/ 48 w 353"/>
              <a:gd name="T15" fmla="*/ 257 h 353"/>
              <a:gd name="T16" fmla="*/ 96 w 353"/>
              <a:gd name="T17" fmla="*/ 305 h 353"/>
              <a:gd name="T18" fmla="*/ 48 w 353"/>
              <a:gd name="T19" fmla="*/ 257 h 353"/>
              <a:gd name="T20" fmla="*/ 32 w 353"/>
              <a:gd name="T21" fmla="*/ 0 h 353"/>
              <a:gd name="T22" fmla="*/ 0 w 353"/>
              <a:gd name="T23" fmla="*/ 321 h 353"/>
              <a:gd name="T24" fmla="*/ 321 w 353"/>
              <a:gd name="T25" fmla="*/ 353 h 353"/>
              <a:gd name="T26" fmla="*/ 353 w 353"/>
              <a:gd name="T27" fmla="*/ 32 h 353"/>
              <a:gd name="T28" fmla="*/ 337 w 353"/>
              <a:gd name="T29" fmla="*/ 321 h 353"/>
              <a:gd name="T30" fmla="*/ 32 w 353"/>
              <a:gd name="T31" fmla="*/ 337 h 353"/>
              <a:gd name="T32" fmla="*/ 16 w 353"/>
              <a:gd name="T33" fmla="*/ 32 h 353"/>
              <a:gd name="T34" fmla="*/ 321 w 353"/>
              <a:gd name="T35" fmla="*/ 16 h 353"/>
              <a:gd name="T36" fmla="*/ 337 w 353"/>
              <a:gd name="T37" fmla="*/ 321 h 353"/>
              <a:gd name="T38" fmla="*/ 112 w 353"/>
              <a:gd name="T39" fmla="*/ 112 h 353"/>
              <a:gd name="T40" fmla="*/ 32 w 353"/>
              <a:gd name="T41" fmla="*/ 32 h 353"/>
              <a:gd name="T42" fmla="*/ 48 w 353"/>
              <a:gd name="T43" fmla="*/ 48 h 353"/>
              <a:gd name="T44" fmla="*/ 96 w 353"/>
              <a:gd name="T45" fmla="*/ 96 h 353"/>
              <a:gd name="T46" fmla="*/ 48 w 353"/>
              <a:gd name="T47" fmla="*/ 48 h 353"/>
              <a:gd name="T48" fmla="*/ 112 w 353"/>
              <a:gd name="T49" fmla="*/ 216 h 353"/>
              <a:gd name="T50" fmla="*/ 32 w 353"/>
              <a:gd name="T51" fmla="*/ 136 h 353"/>
              <a:gd name="T52" fmla="*/ 48 w 353"/>
              <a:gd name="T53" fmla="*/ 152 h 353"/>
              <a:gd name="T54" fmla="*/ 96 w 353"/>
              <a:gd name="T55" fmla="*/ 200 h 353"/>
              <a:gd name="T56" fmla="*/ 48 w 353"/>
              <a:gd name="T57" fmla="*/ 152 h 353"/>
              <a:gd name="T58" fmla="*/ 217 w 353"/>
              <a:gd name="T59" fmla="*/ 112 h 353"/>
              <a:gd name="T60" fmla="*/ 136 w 353"/>
              <a:gd name="T61" fmla="*/ 32 h 353"/>
              <a:gd name="T62" fmla="*/ 152 w 353"/>
              <a:gd name="T63" fmla="*/ 48 h 353"/>
              <a:gd name="T64" fmla="*/ 201 w 353"/>
              <a:gd name="T65" fmla="*/ 96 h 353"/>
              <a:gd name="T66" fmla="*/ 152 w 353"/>
              <a:gd name="T67" fmla="*/ 48 h 353"/>
              <a:gd name="T68" fmla="*/ 321 w 353"/>
              <a:gd name="T69" fmla="*/ 216 h 353"/>
              <a:gd name="T70" fmla="*/ 241 w 353"/>
              <a:gd name="T71" fmla="*/ 136 h 353"/>
              <a:gd name="T72" fmla="*/ 257 w 353"/>
              <a:gd name="T73" fmla="*/ 152 h 353"/>
              <a:gd name="T74" fmla="*/ 305 w 353"/>
              <a:gd name="T75" fmla="*/ 200 h 353"/>
              <a:gd name="T76" fmla="*/ 257 w 353"/>
              <a:gd name="T77" fmla="*/ 152 h 353"/>
              <a:gd name="T78" fmla="*/ 321 w 353"/>
              <a:gd name="T79" fmla="*/ 112 h 353"/>
              <a:gd name="T80" fmla="*/ 241 w 353"/>
              <a:gd name="T81" fmla="*/ 32 h 353"/>
              <a:gd name="T82" fmla="*/ 257 w 353"/>
              <a:gd name="T83" fmla="*/ 48 h 353"/>
              <a:gd name="T84" fmla="*/ 305 w 353"/>
              <a:gd name="T85" fmla="*/ 96 h 353"/>
              <a:gd name="T86" fmla="*/ 257 w 353"/>
              <a:gd name="T87" fmla="*/ 48 h 353"/>
              <a:gd name="T88" fmla="*/ 217 w 353"/>
              <a:gd name="T89" fmla="*/ 321 h 353"/>
              <a:gd name="T90" fmla="*/ 136 w 353"/>
              <a:gd name="T91" fmla="*/ 241 h 353"/>
              <a:gd name="T92" fmla="*/ 152 w 353"/>
              <a:gd name="T93" fmla="*/ 257 h 353"/>
              <a:gd name="T94" fmla="*/ 201 w 353"/>
              <a:gd name="T95" fmla="*/ 305 h 353"/>
              <a:gd name="T96" fmla="*/ 152 w 353"/>
              <a:gd name="T97" fmla="*/ 257 h 353"/>
              <a:gd name="T98" fmla="*/ 217 w 353"/>
              <a:gd name="T99" fmla="*/ 216 h 353"/>
              <a:gd name="T100" fmla="*/ 136 w 353"/>
              <a:gd name="T101" fmla="*/ 136 h 353"/>
              <a:gd name="T102" fmla="*/ 152 w 353"/>
              <a:gd name="T103" fmla="*/ 152 h 353"/>
              <a:gd name="T104" fmla="*/ 201 w 353"/>
              <a:gd name="T105" fmla="*/ 200 h 353"/>
              <a:gd name="T106" fmla="*/ 152 w 353"/>
              <a:gd name="T107" fmla="*/ 152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353" h="353">
                <a:moveTo>
                  <a:pt x="241" y="321"/>
                </a:moveTo>
                <a:cubicBezTo>
                  <a:pt x="321" y="321"/>
                  <a:pt x="321" y="321"/>
                  <a:pt x="321" y="321"/>
                </a:cubicBezTo>
                <a:cubicBezTo>
                  <a:pt x="321" y="241"/>
                  <a:pt x="321" y="241"/>
                  <a:pt x="321" y="241"/>
                </a:cubicBezTo>
                <a:cubicBezTo>
                  <a:pt x="241" y="241"/>
                  <a:pt x="241" y="241"/>
                  <a:pt x="241" y="241"/>
                </a:cubicBezTo>
                <a:lnTo>
                  <a:pt x="241" y="321"/>
                </a:lnTo>
                <a:close/>
                <a:moveTo>
                  <a:pt x="257" y="257"/>
                </a:moveTo>
                <a:cubicBezTo>
                  <a:pt x="305" y="257"/>
                  <a:pt x="305" y="257"/>
                  <a:pt x="305" y="257"/>
                </a:cubicBezTo>
                <a:cubicBezTo>
                  <a:pt x="305" y="305"/>
                  <a:pt x="305" y="305"/>
                  <a:pt x="305" y="305"/>
                </a:cubicBezTo>
                <a:cubicBezTo>
                  <a:pt x="257" y="305"/>
                  <a:pt x="257" y="305"/>
                  <a:pt x="257" y="305"/>
                </a:cubicBezTo>
                <a:lnTo>
                  <a:pt x="257" y="257"/>
                </a:lnTo>
                <a:close/>
                <a:moveTo>
                  <a:pt x="32" y="321"/>
                </a:moveTo>
                <a:cubicBezTo>
                  <a:pt x="112" y="321"/>
                  <a:pt x="112" y="321"/>
                  <a:pt x="112" y="321"/>
                </a:cubicBezTo>
                <a:cubicBezTo>
                  <a:pt x="112" y="241"/>
                  <a:pt x="112" y="241"/>
                  <a:pt x="112" y="241"/>
                </a:cubicBezTo>
                <a:cubicBezTo>
                  <a:pt x="32" y="241"/>
                  <a:pt x="32" y="241"/>
                  <a:pt x="32" y="241"/>
                </a:cubicBezTo>
                <a:lnTo>
                  <a:pt x="32" y="321"/>
                </a:lnTo>
                <a:close/>
                <a:moveTo>
                  <a:pt x="48" y="257"/>
                </a:moveTo>
                <a:cubicBezTo>
                  <a:pt x="96" y="257"/>
                  <a:pt x="96" y="257"/>
                  <a:pt x="96" y="257"/>
                </a:cubicBezTo>
                <a:cubicBezTo>
                  <a:pt x="96" y="305"/>
                  <a:pt x="96" y="305"/>
                  <a:pt x="96" y="305"/>
                </a:cubicBezTo>
                <a:cubicBezTo>
                  <a:pt x="48" y="305"/>
                  <a:pt x="48" y="305"/>
                  <a:pt x="48" y="305"/>
                </a:cubicBezTo>
                <a:lnTo>
                  <a:pt x="48" y="257"/>
                </a:lnTo>
                <a:close/>
                <a:moveTo>
                  <a:pt x="321" y="0"/>
                </a:move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4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4" y="353"/>
                  <a:pt x="32" y="353"/>
                </a:cubicBezTo>
                <a:cubicBezTo>
                  <a:pt x="321" y="353"/>
                  <a:pt x="321" y="353"/>
                  <a:pt x="321" y="353"/>
                </a:cubicBezTo>
                <a:cubicBezTo>
                  <a:pt x="339" y="353"/>
                  <a:pt x="353" y="339"/>
                  <a:pt x="353" y="321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14"/>
                  <a:pt x="339" y="0"/>
                  <a:pt x="321" y="0"/>
                </a:cubicBezTo>
                <a:moveTo>
                  <a:pt x="337" y="321"/>
                </a:moveTo>
                <a:cubicBezTo>
                  <a:pt x="337" y="330"/>
                  <a:pt x="330" y="337"/>
                  <a:pt x="321" y="337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23" y="337"/>
                  <a:pt x="16" y="330"/>
                  <a:pt x="16" y="32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3"/>
                  <a:pt x="23" y="16"/>
                  <a:pt x="32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3"/>
                  <a:pt x="337" y="32"/>
                </a:cubicBezTo>
                <a:lnTo>
                  <a:pt x="337" y="321"/>
                </a:lnTo>
                <a:close/>
                <a:moveTo>
                  <a:pt x="32" y="112"/>
                </a:moveTo>
                <a:cubicBezTo>
                  <a:pt x="112" y="112"/>
                  <a:pt x="112" y="112"/>
                  <a:pt x="112" y="112"/>
                </a:cubicBezTo>
                <a:cubicBezTo>
                  <a:pt x="112" y="32"/>
                  <a:pt x="112" y="32"/>
                  <a:pt x="112" y="32"/>
                </a:cubicBezTo>
                <a:cubicBezTo>
                  <a:pt x="32" y="32"/>
                  <a:pt x="32" y="32"/>
                  <a:pt x="32" y="32"/>
                </a:cubicBezTo>
                <a:lnTo>
                  <a:pt x="32" y="112"/>
                </a:lnTo>
                <a:close/>
                <a:moveTo>
                  <a:pt x="48" y="48"/>
                </a:moveTo>
                <a:cubicBezTo>
                  <a:pt x="96" y="48"/>
                  <a:pt x="96" y="48"/>
                  <a:pt x="96" y="48"/>
                </a:cubicBezTo>
                <a:cubicBezTo>
                  <a:pt x="96" y="96"/>
                  <a:pt x="96" y="96"/>
                  <a:pt x="96" y="96"/>
                </a:cubicBezTo>
                <a:cubicBezTo>
                  <a:pt x="48" y="96"/>
                  <a:pt x="48" y="96"/>
                  <a:pt x="48" y="96"/>
                </a:cubicBezTo>
                <a:lnTo>
                  <a:pt x="48" y="48"/>
                </a:lnTo>
                <a:close/>
                <a:moveTo>
                  <a:pt x="32" y="216"/>
                </a:moveTo>
                <a:cubicBezTo>
                  <a:pt x="112" y="216"/>
                  <a:pt x="112" y="216"/>
                  <a:pt x="112" y="216"/>
                </a:cubicBezTo>
                <a:cubicBezTo>
                  <a:pt x="112" y="136"/>
                  <a:pt x="112" y="136"/>
                  <a:pt x="112" y="136"/>
                </a:cubicBezTo>
                <a:cubicBezTo>
                  <a:pt x="32" y="136"/>
                  <a:pt x="32" y="136"/>
                  <a:pt x="32" y="136"/>
                </a:cubicBezTo>
                <a:lnTo>
                  <a:pt x="32" y="216"/>
                </a:lnTo>
                <a:close/>
                <a:moveTo>
                  <a:pt x="48" y="152"/>
                </a:moveTo>
                <a:cubicBezTo>
                  <a:pt x="96" y="152"/>
                  <a:pt x="96" y="152"/>
                  <a:pt x="96" y="152"/>
                </a:cubicBezTo>
                <a:cubicBezTo>
                  <a:pt x="96" y="200"/>
                  <a:pt x="96" y="200"/>
                  <a:pt x="96" y="200"/>
                </a:cubicBezTo>
                <a:cubicBezTo>
                  <a:pt x="48" y="200"/>
                  <a:pt x="48" y="200"/>
                  <a:pt x="48" y="200"/>
                </a:cubicBezTo>
                <a:lnTo>
                  <a:pt x="48" y="152"/>
                </a:lnTo>
                <a:close/>
                <a:moveTo>
                  <a:pt x="136" y="112"/>
                </a:moveTo>
                <a:cubicBezTo>
                  <a:pt x="217" y="112"/>
                  <a:pt x="217" y="112"/>
                  <a:pt x="217" y="112"/>
                </a:cubicBezTo>
                <a:cubicBezTo>
                  <a:pt x="217" y="32"/>
                  <a:pt x="217" y="32"/>
                  <a:pt x="217" y="32"/>
                </a:cubicBezTo>
                <a:cubicBezTo>
                  <a:pt x="136" y="32"/>
                  <a:pt x="136" y="32"/>
                  <a:pt x="136" y="32"/>
                </a:cubicBezTo>
                <a:lnTo>
                  <a:pt x="136" y="112"/>
                </a:lnTo>
                <a:close/>
                <a:moveTo>
                  <a:pt x="152" y="48"/>
                </a:moveTo>
                <a:cubicBezTo>
                  <a:pt x="201" y="48"/>
                  <a:pt x="201" y="48"/>
                  <a:pt x="201" y="48"/>
                </a:cubicBezTo>
                <a:cubicBezTo>
                  <a:pt x="201" y="96"/>
                  <a:pt x="201" y="96"/>
                  <a:pt x="201" y="96"/>
                </a:cubicBezTo>
                <a:cubicBezTo>
                  <a:pt x="152" y="96"/>
                  <a:pt x="152" y="96"/>
                  <a:pt x="152" y="96"/>
                </a:cubicBezTo>
                <a:lnTo>
                  <a:pt x="152" y="48"/>
                </a:lnTo>
                <a:close/>
                <a:moveTo>
                  <a:pt x="241" y="216"/>
                </a:moveTo>
                <a:cubicBezTo>
                  <a:pt x="321" y="216"/>
                  <a:pt x="321" y="216"/>
                  <a:pt x="321" y="216"/>
                </a:cubicBezTo>
                <a:cubicBezTo>
                  <a:pt x="321" y="136"/>
                  <a:pt x="321" y="136"/>
                  <a:pt x="321" y="136"/>
                </a:cubicBezTo>
                <a:cubicBezTo>
                  <a:pt x="241" y="136"/>
                  <a:pt x="241" y="136"/>
                  <a:pt x="241" y="136"/>
                </a:cubicBezTo>
                <a:lnTo>
                  <a:pt x="241" y="216"/>
                </a:lnTo>
                <a:close/>
                <a:moveTo>
                  <a:pt x="257" y="152"/>
                </a:moveTo>
                <a:cubicBezTo>
                  <a:pt x="305" y="152"/>
                  <a:pt x="305" y="152"/>
                  <a:pt x="305" y="152"/>
                </a:cubicBezTo>
                <a:cubicBezTo>
                  <a:pt x="305" y="200"/>
                  <a:pt x="305" y="200"/>
                  <a:pt x="305" y="200"/>
                </a:cubicBezTo>
                <a:cubicBezTo>
                  <a:pt x="257" y="200"/>
                  <a:pt x="257" y="200"/>
                  <a:pt x="257" y="200"/>
                </a:cubicBezTo>
                <a:lnTo>
                  <a:pt x="257" y="152"/>
                </a:lnTo>
                <a:close/>
                <a:moveTo>
                  <a:pt x="241" y="112"/>
                </a:moveTo>
                <a:cubicBezTo>
                  <a:pt x="321" y="112"/>
                  <a:pt x="321" y="112"/>
                  <a:pt x="321" y="112"/>
                </a:cubicBezTo>
                <a:cubicBezTo>
                  <a:pt x="321" y="32"/>
                  <a:pt x="321" y="32"/>
                  <a:pt x="321" y="32"/>
                </a:cubicBezTo>
                <a:cubicBezTo>
                  <a:pt x="241" y="32"/>
                  <a:pt x="241" y="32"/>
                  <a:pt x="241" y="32"/>
                </a:cubicBezTo>
                <a:lnTo>
                  <a:pt x="241" y="112"/>
                </a:lnTo>
                <a:close/>
                <a:moveTo>
                  <a:pt x="257" y="48"/>
                </a:moveTo>
                <a:cubicBezTo>
                  <a:pt x="305" y="48"/>
                  <a:pt x="305" y="48"/>
                  <a:pt x="305" y="48"/>
                </a:cubicBezTo>
                <a:cubicBezTo>
                  <a:pt x="305" y="96"/>
                  <a:pt x="305" y="96"/>
                  <a:pt x="305" y="96"/>
                </a:cubicBezTo>
                <a:cubicBezTo>
                  <a:pt x="257" y="96"/>
                  <a:pt x="257" y="96"/>
                  <a:pt x="257" y="96"/>
                </a:cubicBezTo>
                <a:lnTo>
                  <a:pt x="257" y="48"/>
                </a:lnTo>
                <a:close/>
                <a:moveTo>
                  <a:pt x="136" y="321"/>
                </a:moveTo>
                <a:cubicBezTo>
                  <a:pt x="217" y="321"/>
                  <a:pt x="217" y="321"/>
                  <a:pt x="217" y="321"/>
                </a:cubicBezTo>
                <a:cubicBezTo>
                  <a:pt x="217" y="241"/>
                  <a:pt x="217" y="241"/>
                  <a:pt x="217" y="241"/>
                </a:cubicBezTo>
                <a:cubicBezTo>
                  <a:pt x="136" y="241"/>
                  <a:pt x="136" y="241"/>
                  <a:pt x="136" y="241"/>
                </a:cubicBezTo>
                <a:lnTo>
                  <a:pt x="136" y="321"/>
                </a:lnTo>
                <a:close/>
                <a:moveTo>
                  <a:pt x="152" y="257"/>
                </a:moveTo>
                <a:cubicBezTo>
                  <a:pt x="201" y="257"/>
                  <a:pt x="201" y="257"/>
                  <a:pt x="201" y="257"/>
                </a:cubicBezTo>
                <a:cubicBezTo>
                  <a:pt x="201" y="305"/>
                  <a:pt x="201" y="305"/>
                  <a:pt x="201" y="305"/>
                </a:cubicBezTo>
                <a:cubicBezTo>
                  <a:pt x="152" y="305"/>
                  <a:pt x="152" y="305"/>
                  <a:pt x="152" y="305"/>
                </a:cubicBezTo>
                <a:lnTo>
                  <a:pt x="152" y="257"/>
                </a:lnTo>
                <a:close/>
                <a:moveTo>
                  <a:pt x="136" y="216"/>
                </a:moveTo>
                <a:cubicBezTo>
                  <a:pt x="217" y="216"/>
                  <a:pt x="217" y="216"/>
                  <a:pt x="217" y="216"/>
                </a:cubicBezTo>
                <a:cubicBezTo>
                  <a:pt x="217" y="136"/>
                  <a:pt x="217" y="136"/>
                  <a:pt x="217" y="136"/>
                </a:cubicBezTo>
                <a:cubicBezTo>
                  <a:pt x="136" y="136"/>
                  <a:pt x="136" y="136"/>
                  <a:pt x="136" y="136"/>
                </a:cubicBezTo>
                <a:lnTo>
                  <a:pt x="136" y="216"/>
                </a:lnTo>
                <a:close/>
                <a:moveTo>
                  <a:pt x="152" y="152"/>
                </a:moveTo>
                <a:cubicBezTo>
                  <a:pt x="201" y="152"/>
                  <a:pt x="201" y="152"/>
                  <a:pt x="201" y="152"/>
                </a:cubicBezTo>
                <a:cubicBezTo>
                  <a:pt x="201" y="200"/>
                  <a:pt x="201" y="200"/>
                  <a:pt x="201" y="200"/>
                </a:cubicBezTo>
                <a:cubicBezTo>
                  <a:pt x="152" y="200"/>
                  <a:pt x="152" y="200"/>
                  <a:pt x="152" y="200"/>
                </a:cubicBezTo>
                <a:lnTo>
                  <a:pt x="152" y="152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2" name="Freeform 12"/>
          <p:cNvSpPr>
            <a:spLocks noEditPoints="1"/>
          </p:cNvSpPr>
          <p:nvPr/>
        </p:nvSpPr>
        <p:spPr bwMode="auto">
          <a:xfrm>
            <a:off x="8585201" y="912285"/>
            <a:ext cx="582084" cy="582084"/>
          </a:xfrm>
          <a:custGeom>
            <a:avLst/>
            <a:gdLst>
              <a:gd name="T0" fmla="*/ 32 w 353"/>
              <a:gd name="T1" fmla="*/ 192 h 353"/>
              <a:gd name="T2" fmla="*/ 0 w 353"/>
              <a:gd name="T3" fmla="*/ 321 h 353"/>
              <a:gd name="T4" fmla="*/ 129 w 353"/>
              <a:gd name="T5" fmla="*/ 353 h 353"/>
              <a:gd name="T6" fmla="*/ 161 w 353"/>
              <a:gd name="T7" fmla="*/ 224 h 353"/>
              <a:gd name="T8" fmla="*/ 145 w 353"/>
              <a:gd name="T9" fmla="*/ 321 h 353"/>
              <a:gd name="T10" fmla="*/ 32 w 353"/>
              <a:gd name="T11" fmla="*/ 337 h 353"/>
              <a:gd name="T12" fmla="*/ 16 w 353"/>
              <a:gd name="T13" fmla="*/ 224 h 353"/>
              <a:gd name="T14" fmla="*/ 129 w 353"/>
              <a:gd name="T15" fmla="*/ 208 h 353"/>
              <a:gd name="T16" fmla="*/ 145 w 353"/>
              <a:gd name="T17" fmla="*/ 321 h 353"/>
              <a:gd name="T18" fmla="*/ 32 w 353"/>
              <a:gd name="T19" fmla="*/ 0 h 353"/>
              <a:gd name="T20" fmla="*/ 0 w 353"/>
              <a:gd name="T21" fmla="*/ 128 h 353"/>
              <a:gd name="T22" fmla="*/ 129 w 353"/>
              <a:gd name="T23" fmla="*/ 160 h 353"/>
              <a:gd name="T24" fmla="*/ 161 w 353"/>
              <a:gd name="T25" fmla="*/ 32 h 353"/>
              <a:gd name="T26" fmla="*/ 145 w 353"/>
              <a:gd name="T27" fmla="*/ 128 h 353"/>
              <a:gd name="T28" fmla="*/ 32 w 353"/>
              <a:gd name="T29" fmla="*/ 144 h 353"/>
              <a:gd name="T30" fmla="*/ 16 w 353"/>
              <a:gd name="T31" fmla="*/ 32 h 353"/>
              <a:gd name="T32" fmla="*/ 129 w 353"/>
              <a:gd name="T33" fmla="*/ 16 h 353"/>
              <a:gd name="T34" fmla="*/ 145 w 353"/>
              <a:gd name="T35" fmla="*/ 128 h 353"/>
              <a:gd name="T36" fmla="*/ 225 w 353"/>
              <a:gd name="T37" fmla="*/ 0 h 353"/>
              <a:gd name="T38" fmla="*/ 193 w 353"/>
              <a:gd name="T39" fmla="*/ 128 h 353"/>
              <a:gd name="T40" fmla="*/ 321 w 353"/>
              <a:gd name="T41" fmla="*/ 160 h 353"/>
              <a:gd name="T42" fmla="*/ 353 w 353"/>
              <a:gd name="T43" fmla="*/ 32 h 353"/>
              <a:gd name="T44" fmla="*/ 337 w 353"/>
              <a:gd name="T45" fmla="*/ 128 h 353"/>
              <a:gd name="T46" fmla="*/ 225 w 353"/>
              <a:gd name="T47" fmla="*/ 144 h 353"/>
              <a:gd name="T48" fmla="*/ 209 w 353"/>
              <a:gd name="T49" fmla="*/ 32 h 353"/>
              <a:gd name="T50" fmla="*/ 321 w 353"/>
              <a:gd name="T51" fmla="*/ 16 h 353"/>
              <a:gd name="T52" fmla="*/ 337 w 353"/>
              <a:gd name="T53" fmla="*/ 128 h 353"/>
              <a:gd name="T54" fmla="*/ 225 w 353"/>
              <a:gd name="T55" fmla="*/ 192 h 353"/>
              <a:gd name="T56" fmla="*/ 193 w 353"/>
              <a:gd name="T57" fmla="*/ 321 h 353"/>
              <a:gd name="T58" fmla="*/ 321 w 353"/>
              <a:gd name="T59" fmla="*/ 353 h 353"/>
              <a:gd name="T60" fmla="*/ 353 w 353"/>
              <a:gd name="T61" fmla="*/ 224 h 353"/>
              <a:gd name="T62" fmla="*/ 337 w 353"/>
              <a:gd name="T63" fmla="*/ 321 h 353"/>
              <a:gd name="T64" fmla="*/ 225 w 353"/>
              <a:gd name="T65" fmla="*/ 337 h 353"/>
              <a:gd name="T66" fmla="*/ 209 w 353"/>
              <a:gd name="T67" fmla="*/ 224 h 353"/>
              <a:gd name="T68" fmla="*/ 321 w 353"/>
              <a:gd name="T69" fmla="*/ 208 h 353"/>
              <a:gd name="T70" fmla="*/ 337 w 353"/>
              <a:gd name="T71" fmla="*/ 321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353" h="353">
                <a:moveTo>
                  <a:pt x="129" y="192"/>
                </a:moveTo>
                <a:cubicBezTo>
                  <a:pt x="32" y="192"/>
                  <a:pt x="32" y="192"/>
                  <a:pt x="32" y="192"/>
                </a:cubicBezTo>
                <a:cubicBezTo>
                  <a:pt x="15" y="192"/>
                  <a:pt x="0" y="207"/>
                  <a:pt x="0" y="224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5" y="353"/>
                  <a:pt x="32" y="353"/>
                </a:cubicBezTo>
                <a:cubicBezTo>
                  <a:pt x="129" y="353"/>
                  <a:pt x="129" y="353"/>
                  <a:pt x="129" y="353"/>
                </a:cubicBezTo>
                <a:cubicBezTo>
                  <a:pt x="146" y="353"/>
                  <a:pt x="161" y="339"/>
                  <a:pt x="161" y="321"/>
                </a:cubicBezTo>
                <a:cubicBezTo>
                  <a:pt x="161" y="224"/>
                  <a:pt x="161" y="224"/>
                  <a:pt x="161" y="224"/>
                </a:cubicBezTo>
                <a:cubicBezTo>
                  <a:pt x="161" y="207"/>
                  <a:pt x="146" y="192"/>
                  <a:pt x="129" y="192"/>
                </a:cubicBezTo>
                <a:moveTo>
                  <a:pt x="145" y="321"/>
                </a:moveTo>
                <a:cubicBezTo>
                  <a:pt x="145" y="330"/>
                  <a:pt x="138" y="337"/>
                  <a:pt x="129" y="337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23" y="337"/>
                  <a:pt x="16" y="330"/>
                  <a:pt x="16" y="321"/>
                </a:cubicBezTo>
                <a:cubicBezTo>
                  <a:pt x="16" y="224"/>
                  <a:pt x="16" y="224"/>
                  <a:pt x="16" y="224"/>
                </a:cubicBezTo>
                <a:cubicBezTo>
                  <a:pt x="16" y="216"/>
                  <a:pt x="23" y="208"/>
                  <a:pt x="32" y="208"/>
                </a:cubicBezTo>
                <a:cubicBezTo>
                  <a:pt x="129" y="208"/>
                  <a:pt x="129" y="208"/>
                  <a:pt x="129" y="208"/>
                </a:cubicBezTo>
                <a:cubicBezTo>
                  <a:pt x="138" y="208"/>
                  <a:pt x="145" y="216"/>
                  <a:pt x="145" y="224"/>
                </a:cubicBezTo>
                <a:lnTo>
                  <a:pt x="145" y="321"/>
                </a:lnTo>
                <a:close/>
                <a:moveTo>
                  <a:pt x="129" y="0"/>
                </a:moveTo>
                <a:cubicBezTo>
                  <a:pt x="32" y="0"/>
                  <a:pt x="32" y="0"/>
                  <a:pt x="32" y="0"/>
                </a:cubicBezTo>
                <a:cubicBezTo>
                  <a:pt x="15" y="0"/>
                  <a:pt x="0" y="14"/>
                  <a:pt x="0" y="32"/>
                </a:cubicBezTo>
                <a:cubicBezTo>
                  <a:pt x="0" y="128"/>
                  <a:pt x="0" y="128"/>
                  <a:pt x="0" y="128"/>
                </a:cubicBezTo>
                <a:cubicBezTo>
                  <a:pt x="0" y="146"/>
                  <a:pt x="15" y="160"/>
                  <a:pt x="32" y="160"/>
                </a:cubicBezTo>
                <a:cubicBezTo>
                  <a:pt x="129" y="160"/>
                  <a:pt x="129" y="160"/>
                  <a:pt x="129" y="160"/>
                </a:cubicBezTo>
                <a:cubicBezTo>
                  <a:pt x="146" y="160"/>
                  <a:pt x="161" y="146"/>
                  <a:pt x="161" y="128"/>
                </a:cubicBezTo>
                <a:cubicBezTo>
                  <a:pt x="161" y="32"/>
                  <a:pt x="161" y="32"/>
                  <a:pt x="161" y="32"/>
                </a:cubicBezTo>
                <a:cubicBezTo>
                  <a:pt x="161" y="14"/>
                  <a:pt x="146" y="0"/>
                  <a:pt x="129" y="0"/>
                </a:cubicBezTo>
                <a:moveTo>
                  <a:pt x="145" y="128"/>
                </a:moveTo>
                <a:cubicBezTo>
                  <a:pt x="145" y="137"/>
                  <a:pt x="138" y="144"/>
                  <a:pt x="129" y="144"/>
                </a:cubicBezTo>
                <a:cubicBezTo>
                  <a:pt x="32" y="144"/>
                  <a:pt x="32" y="144"/>
                  <a:pt x="32" y="144"/>
                </a:cubicBezTo>
                <a:cubicBezTo>
                  <a:pt x="23" y="144"/>
                  <a:pt x="16" y="137"/>
                  <a:pt x="16" y="128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3"/>
                  <a:pt x="23" y="16"/>
                  <a:pt x="32" y="16"/>
                </a:cubicBezTo>
                <a:cubicBezTo>
                  <a:pt x="129" y="16"/>
                  <a:pt x="129" y="16"/>
                  <a:pt x="129" y="16"/>
                </a:cubicBezTo>
                <a:cubicBezTo>
                  <a:pt x="138" y="16"/>
                  <a:pt x="145" y="23"/>
                  <a:pt x="145" y="32"/>
                </a:cubicBezTo>
                <a:lnTo>
                  <a:pt x="145" y="128"/>
                </a:lnTo>
                <a:close/>
                <a:moveTo>
                  <a:pt x="321" y="0"/>
                </a:moveTo>
                <a:cubicBezTo>
                  <a:pt x="225" y="0"/>
                  <a:pt x="225" y="0"/>
                  <a:pt x="225" y="0"/>
                </a:cubicBezTo>
                <a:cubicBezTo>
                  <a:pt x="207" y="0"/>
                  <a:pt x="193" y="14"/>
                  <a:pt x="193" y="32"/>
                </a:cubicBezTo>
                <a:cubicBezTo>
                  <a:pt x="193" y="128"/>
                  <a:pt x="193" y="128"/>
                  <a:pt x="193" y="128"/>
                </a:cubicBezTo>
                <a:cubicBezTo>
                  <a:pt x="193" y="146"/>
                  <a:pt x="207" y="160"/>
                  <a:pt x="225" y="160"/>
                </a:cubicBezTo>
                <a:cubicBezTo>
                  <a:pt x="321" y="160"/>
                  <a:pt x="321" y="160"/>
                  <a:pt x="321" y="160"/>
                </a:cubicBezTo>
                <a:cubicBezTo>
                  <a:pt x="339" y="160"/>
                  <a:pt x="353" y="146"/>
                  <a:pt x="353" y="128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14"/>
                  <a:pt x="339" y="0"/>
                  <a:pt x="321" y="0"/>
                </a:cubicBezTo>
                <a:moveTo>
                  <a:pt x="337" y="128"/>
                </a:moveTo>
                <a:cubicBezTo>
                  <a:pt x="337" y="137"/>
                  <a:pt x="330" y="144"/>
                  <a:pt x="321" y="144"/>
                </a:cubicBezTo>
                <a:cubicBezTo>
                  <a:pt x="225" y="144"/>
                  <a:pt x="225" y="144"/>
                  <a:pt x="225" y="144"/>
                </a:cubicBezTo>
                <a:cubicBezTo>
                  <a:pt x="216" y="144"/>
                  <a:pt x="209" y="137"/>
                  <a:pt x="209" y="128"/>
                </a:cubicBezTo>
                <a:cubicBezTo>
                  <a:pt x="209" y="32"/>
                  <a:pt x="209" y="32"/>
                  <a:pt x="209" y="32"/>
                </a:cubicBezTo>
                <a:cubicBezTo>
                  <a:pt x="209" y="23"/>
                  <a:pt x="216" y="16"/>
                  <a:pt x="225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3"/>
                  <a:pt x="337" y="32"/>
                </a:cubicBezTo>
                <a:lnTo>
                  <a:pt x="337" y="128"/>
                </a:lnTo>
                <a:close/>
                <a:moveTo>
                  <a:pt x="321" y="192"/>
                </a:moveTo>
                <a:cubicBezTo>
                  <a:pt x="225" y="192"/>
                  <a:pt x="225" y="192"/>
                  <a:pt x="225" y="192"/>
                </a:cubicBezTo>
                <a:cubicBezTo>
                  <a:pt x="207" y="192"/>
                  <a:pt x="193" y="207"/>
                  <a:pt x="193" y="224"/>
                </a:cubicBezTo>
                <a:cubicBezTo>
                  <a:pt x="193" y="321"/>
                  <a:pt x="193" y="321"/>
                  <a:pt x="193" y="321"/>
                </a:cubicBezTo>
                <a:cubicBezTo>
                  <a:pt x="193" y="339"/>
                  <a:pt x="207" y="353"/>
                  <a:pt x="225" y="353"/>
                </a:cubicBezTo>
                <a:cubicBezTo>
                  <a:pt x="321" y="353"/>
                  <a:pt x="321" y="353"/>
                  <a:pt x="321" y="353"/>
                </a:cubicBezTo>
                <a:cubicBezTo>
                  <a:pt x="339" y="353"/>
                  <a:pt x="353" y="339"/>
                  <a:pt x="353" y="321"/>
                </a:cubicBezTo>
                <a:cubicBezTo>
                  <a:pt x="353" y="224"/>
                  <a:pt x="353" y="224"/>
                  <a:pt x="353" y="224"/>
                </a:cubicBezTo>
                <a:cubicBezTo>
                  <a:pt x="353" y="207"/>
                  <a:pt x="339" y="192"/>
                  <a:pt x="321" y="192"/>
                </a:cubicBezTo>
                <a:moveTo>
                  <a:pt x="337" y="321"/>
                </a:moveTo>
                <a:cubicBezTo>
                  <a:pt x="337" y="330"/>
                  <a:pt x="330" y="337"/>
                  <a:pt x="321" y="337"/>
                </a:cubicBezTo>
                <a:cubicBezTo>
                  <a:pt x="225" y="337"/>
                  <a:pt x="225" y="337"/>
                  <a:pt x="225" y="337"/>
                </a:cubicBezTo>
                <a:cubicBezTo>
                  <a:pt x="216" y="337"/>
                  <a:pt x="209" y="330"/>
                  <a:pt x="209" y="321"/>
                </a:cubicBezTo>
                <a:cubicBezTo>
                  <a:pt x="209" y="224"/>
                  <a:pt x="209" y="224"/>
                  <a:pt x="209" y="224"/>
                </a:cubicBezTo>
                <a:cubicBezTo>
                  <a:pt x="209" y="216"/>
                  <a:pt x="216" y="208"/>
                  <a:pt x="225" y="208"/>
                </a:cubicBezTo>
                <a:cubicBezTo>
                  <a:pt x="321" y="208"/>
                  <a:pt x="321" y="208"/>
                  <a:pt x="321" y="208"/>
                </a:cubicBezTo>
                <a:cubicBezTo>
                  <a:pt x="330" y="208"/>
                  <a:pt x="337" y="216"/>
                  <a:pt x="337" y="224"/>
                </a:cubicBezTo>
                <a:lnTo>
                  <a:pt x="337" y="32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3" name="Freeform 13"/>
          <p:cNvSpPr>
            <a:spLocks noEditPoints="1"/>
          </p:cNvSpPr>
          <p:nvPr/>
        </p:nvSpPr>
        <p:spPr bwMode="auto">
          <a:xfrm>
            <a:off x="9698567" y="912285"/>
            <a:ext cx="582084" cy="582084"/>
          </a:xfrm>
          <a:custGeom>
            <a:avLst/>
            <a:gdLst>
              <a:gd name="T0" fmla="*/ 16 w 353"/>
              <a:gd name="T1" fmla="*/ 128 h 353"/>
              <a:gd name="T2" fmla="*/ 0 w 353"/>
              <a:gd name="T3" fmla="*/ 208 h 353"/>
              <a:gd name="T4" fmla="*/ 80 w 353"/>
              <a:gd name="T5" fmla="*/ 224 h 353"/>
              <a:gd name="T6" fmla="*/ 96 w 353"/>
              <a:gd name="T7" fmla="*/ 144 h 353"/>
              <a:gd name="T8" fmla="*/ 80 w 353"/>
              <a:gd name="T9" fmla="*/ 208 h 353"/>
              <a:gd name="T10" fmla="*/ 16 w 353"/>
              <a:gd name="T11" fmla="*/ 144 h 353"/>
              <a:gd name="T12" fmla="*/ 80 w 353"/>
              <a:gd name="T13" fmla="*/ 208 h 353"/>
              <a:gd name="T14" fmla="*/ 144 w 353"/>
              <a:gd name="T15" fmla="*/ 0 h 353"/>
              <a:gd name="T16" fmla="*/ 128 w 353"/>
              <a:gd name="T17" fmla="*/ 80 h 353"/>
              <a:gd name="T18" fmla="*/ 208 w 353"/>
              <a:gd name="T19" fmla="*/ 96 h 353"/>
              <a:gd name="T20" fmla="*/ 224 w 353"/>
              <a:gd name="T21" fmla="*/ 16 h 353"/>
              <a:gd name="T22" fmla="*/ 208 w 353"/>
              <a:gd name="T23" fmla="*/ 80 h 353"/>
              <a:gd name="T24" fmla="*/ 144 w 353"/>
              <a:gd name="T25" fmla="*/ 16 h 353"/>
              <a:gd name="T26" fmla="*/ 208 w 353"/>
              <a:gd name="T27" fmla="*/ 80 h 353"/>
              <a:gd name="T28" fmla="*/ 16 w 353"/>
              <a:gd name="T29" fmla="*/ 257 h 353"/>
              <a:gd name="T30" fmla="*/ 0 w 353"/>
              <a:gd name="T31" fmla="*/ 337 h 353"/>
              <a:gd name="T32" fmla="*/ 80 w 353"/>
              <a:gd name="T33" fmla="*/ 353 h 353"/>
              <a:gd name="T34" fmla="*/ 96 w 353"/>
              <a:gd name="T35" fmla="*/ 273 h 353"/>
              <a:gd name="T36" fmla="*/ 80 w 353"/>
              <a:gd name="T37" fmla="*/ 337 h 353"/>
              <a:gd name="T38" fmla="*/ 16 w 353"/>
              <a:gd name="T39" fmla="*/ 273 h 353"/>
              <a:gd name="T40" fmla="*/ 80 w 353"/>
              <a:gd name="T41" fmla="*/ 337 h 353"/>
              <a:gd name="T42" fmla="*/ 272 w 353"/>
              <a:gd name="T43" fmla="*/ 0 h 353"/>
              <a:gd name="T44" fmla="*/ 256 w 353"/>
              <a:gd name="T45" fmla="*/ 80 h 353"/>
              <a:gd name="T46" fmla="*/ 337 w 353"/>
              <a:gd name="T47" fmla="*/ 96 h 353"/>
              <a:gd name="T48" fmla="*/ 353 w 353"/>
              <a:gd name="T49" fmla="*/ 16 h 353"/>
              <a:gd name="T50" fmla="*/ 337 w 353"/>
              <a:gd name="T51" fmla="*/ 80 h 353"/>
              <a:gd name="T52" fmla="*/ 272 w 353"/>
              <a:gd name="T53" fmla="*/ 16 h 353"/>
              <a:gd name="T54" fmla="*/ 337 w 353"/>
              <a:gd name="T55" fmla="*/ 80 h 353"/>
              <a:gd name="T56" fmla="*/ 272 w 353"/>
              <a:gd name="T57" fmla="*/ 257 h 353"/>
              <a:gd name="T58" fmla="*/ 256 w 353"/>
              <a:gd name="T59" fmla="*/ 337 h 353"/>
              <a:gd name="T60" fmla="*/ 337 w 353"/>
              <a:gd name="T61" fmla="*/ 353 h 353"/>
              <a:gd name="T62" fmla="*/ 353 w 353"/>
              <a:gd name="T63" fmla="*/ 273 h 353"/>
              <a:gd name="T64" fmla="*/ 337 w 353"/>
              <a:gd name="T65" fmla="*/ 337 h 353"/>
              <a:gd name="T66" fmla="*/ 272 w 353"/>
              <a:gd name="T67" fmla="*/ 273 h 353"/>
              <a:gd name="T68" fmla="*/ 337 w 353"/>
              <a:gd name="T69" fmla="*/ 337 h 353"/>
              <a:gd name="T70" fmla="*/ 16 w 353"/>
              <a:gd name="T71" fmla="*/ 0 h 353"/>
              <a:gd name="T72" fmla="*/ 0 w 353"/>
              <a:gd name="T73" fmla="*/ 80 h 353"/>
              <a:gd name="T74" fmla="*/ 80 w 353"/>
              <a:gd name="T75" fmla="*/ 96 h 353"/>
              <a:gd name="T76" fmla="*/ 96 w 353"/>
              <a:gd name="T77" fmla="*/ 16 h 353"/>
              <a:gd name="T78" fmla="*/ 80 w 353"/>
              <a:gd name="T79" fmla="*/ 80 h 353"/>
              <a:gd name="T80" fmla="*/ 16 w 353"/>
              <a:gd name="T81" fmla="*/ 16 h 353"/>
              <a:gd name="T82" fmla="*/ 80 w 353"/>
              <a:gd name="T83" fmla="*/ 80 h 353"/>
              <a:gd name="T84" fmla="*/ 144 w 353"/>
              <a:gd name="T85" fmla="*/ 128 h 353"/>
              <a:gd name="T86" fmla="*/ 128 w 353"/>
              <a:gd name="T87" fmla="*/ 208 h 353"/>
              <a:gd name="T88" fmla="*/ 208 w 353"/>
              <a:gd name="T89" fmla="*/ 224 h 353"/>
              <a:gd name="T90" fmla="*/ 224 w 353"/>
              <a:gd name="T91" fmla="*/ 144 h 353"/>
              <a:gd name="T92" fmla="*/ 208 w 353"/>
              <a:gd name="T93" fmla="*/ 208 h 353"/>
              <a:gd name="T94" fmla="*/ 144 w 353"/>
              <a:gd name="T95" fmla="*/ 144 h 353"/>
              <a:gd name="T96" fmla="*/ 208 w 353"/>
              <a:gd name="T97" fmla="*/ 208 h 353"/>
              <a:gd name="T98" fmla="*/ 144 w 353"/>
              <a:gd name="T99" fmla="*/ 257 h 353"/>
              <a:gd name="T100" fmla="*/ 128 w 353"/>
              <a:gd name="T101" fmla="*/ 337 h 353"/>
              <a:gd name="T102" fmla="*/ 208 w 353"/>
              <a:gd name="T103" fmla="*/ 353 h 353"/>
              <a:gd name="T104" fmla="*/ 224 w 353"/>
              <a:gd name="T105" fmla="*/ 273 h 353"/>
              <a:gd name="T106" fmla="*/ 208 w 353"/>
              <a:gd name="T107" fmla="*/ 337 h 353"/>
              <a:gd name="T108" fmla="*/ 144 w 353"/>
              <a:gd name="T109" fmla="*/ 273 h 353"/>
              <a:gd name="T110" fmla="*/ 208 w 353"/>
              <a:gd name="T111" fmla="*/ 337 h 353"/>
              <a:gd name="T112" fmla="*/ 272 w 353"/>
              <a:gd name="T113" fmla="*/ 128 h 353"/>
              <a:gd name="T114" fmla="*/ 256 w 353"/>
              <a:gd name="T115" fmla="*/ 208 h 353"/>
              <a:gd name="T116" fmla="*/ 337 w 353"/>
              <a:gd name="T117" fmla="*/ 224 h 353"/>
              <a:gd name="T118" fmla="*/ 353 w 353"/>
              <a:gd name="T119" fmla="*/ 144 h 353"/>
              <a:gd name="T120" fmla="*/ 337 w 353"/>
              <a:gd name="T121" fmla="*/ 208 h 353"/>
              <a:gd name="T122" fmla="*/ 272 w 353"/>
              <a:gd name="T123" fmla="*/ 144 h 353"/>
              <a:gd name="T124" fmla="*/ 337 w 353"/>
              <a:gd name="T125" fmla="*/ 208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53" h="353">
                <a:moveTo>
                  <a:pt x="80" y="128"/>
                </a:moveTo>
                <a:cubicBezTo>
                  <a:pt x="16" y="128"/>
                  <a:pt x="16" y="128"/>
                  <a:pt x="16" y="128"/>
                </a:cubicBezTo>
                <a:cubicBezTo>
                  <a:pt x="7" y="128"/>
                  <a:pt x="0" y="135"/>
                  <a:pt x="0" y="144"/>
                </a:cubicBezTo>
                <a:cubicBezTo>
                  <a:pt x="0" y="208"/>
                  <a:pt x="0" y="208"/>
                  <a:pt x="0" y="208"/>
                </a:cubicBezTo>
                <a:cubicBezTo>
                  <a:pt x="0" y="217"/>
                  <a:pt x="7" y="224"/>
                  <a:pt x="16" y="224"/>
                </a:cubicBezTo>
                <a:cubicBezTo>
                  <a:pt x="80" y="224"/>
                  <a:pt x="80" y="224"/>
                  <a:pt x="80" y="224"/>
                </a:cubicBezTo>
                <a:cubicBezTo>
                  <a:pt x="89" y="224"/>
                  <a:pt x="96" y="217"/>
                  <a:pt x="96" y="208"/>
                </a:cubicBezTo>
                <a:cubicBezTo>
                  <a:pt x="96" y="144"/>
                  <a:pt x="96" y="144"/>
                  <a:pt x="96" y="144"/>
                </a:cubicBezTo>
                <a:cubicBezTo>
                  <a:pt x="96" y="135"/>
                  <a:pt x="89" y="128"/>
                  <a:pt x="80" y="128"/>
                </a:cubicBezTo>
                <a:moveTo>
                  <a:pt x="80" y="208"/>
                </a:moveTo>
                <a:cubicBezTo>
                  <a:pt x="16" y="208"/>
                  <a:pt x="16" y="208"/>
                  <a:pt x="16" y="208"/>
                </a:cubicBezTo>
                <a:cubicBezTo>
                  <a:pt x="16" y="144"/>
                  <a:pt x="16" y="144"/>
                  <a:pt x="16" y="144"/>
                </a:cubicBezTo>
                <a:cubicBezTo>
                  <a:pt x="80" y="144"/>
                  <a:pt x="80" y="144"/>
                  <a:pt x="80" y="144"/>
                </a:cubicBezTo>
                <a:lnTo>
                  <a:pt x="80" y="208"/>
                </a:lnTo>
                <a:close/>
                <a:moveTo>
                  <a:pt x="208" y="0"/>
                </a:moveTo>
                <a:cubicBezTo>
                  <a:pt x="144" y="0"/>
                  <a:pt x="144" y="0"/>
                  <a:pt x="144" y="0"/>
                </a:cubicBezTo>
                <a:cubicBezTo>
                  <a:pt x="135" y="0"/>
                  <a:pt x="128" y="7"/>
                  <a:pt x="128" y="16"/>
                </a:cubicBezTo>
                <a:cubicBezTo>
                  <a:pt x="128" y="80"/>
                  <a:pt x="128" y="80"/>
                  <a:pt x="128" y="80"/>
                </a:cubicBezTo>
                <a:cubicBezTo>
                  <a:pt x="128" y="89"/>
                  <a:pt x="135" y="96"/>
                  <a:pt x="144" y="96"/>
                </a:cubicBezTo>
                <a:cubicBezTo>
                  <a:pt x="208" y="96"/>
                  <a:pt x="208" y="96"/>
                  <a:pt x="208" y="96"/>
                </a:cubicBezTo>
                <a:cubicBezTo>
                  <a:pt x="217" y="96"/>
                  <a:pt x="224" y="89"/>
                  <a:pt x="224" y="80"/>
                </a:cubicBezTo>
                <a:cubicBezTo>
                  <a:pt x="224" y="16"/>
                  <a:pt x="224" y="16"/>
                  <a:pt x="224" y="16"/>
                </a:cubicBezTo>
                <a:cubicBezTo>
                  <a:pt x="224" y="7"/>
                  <a:pt x="217" y="0"/>
                  <a:pt x="208" y="0"/>
                </a:cubicBezTo>
                <a:moveTo>
                  <a:pt x="208" y="80"/>
                </a:moveTo>
                <a:cubicBezTo>
                  <a:pt x="144" y="80"/>
                  <a:pt x="144" y="80"/>
                  <a:pt x="144" y="80"/>
                </a:cubicBezTo>
                <a:cubicBezTo>
                  <a:pt x="144" y="16"/>
                  <a:pt x="144" y="16"/>
                  <a:pt x="144" y="16"/>
                </a:cubicBezTo>
                <a:cubicBezTo>
                  <a:pt x="208" y="16"/>
                  <a:pt x="208" y="16"/>
                  <a:pt x="208" y="16"/>
                </a:cubicBezTo>
                <a:lnTo>
                  <a:pt x="208" y="80"/>
                </a:lnTo>
                <a:close/>
                <a:moveTo>
                  <a:pt x="80" y="257"/>
                </a:moveTo>
                <a:cubicBezTo>
                  <a:pt x="16" y="257"/>
                  <a:pt x="16" y="257"/>
                  <a:pt x="16" y="257"/>
                </a:cubicBezTo>
                <a:cubicBezTo>
                  <a:pt x="7" y="257"/>
                  <a:pt x="0" y="264"/>
                  <a:pt x="0" y="273"/>
                </a:cubicBezTo>
                <a:cubicBezTo>
                  <a:pt x="0" y="337"/>
                  <a:pt x="0" y="337"/>
                  <a:pt x="0" y="337"/>
                </a:cubicBezTo>
                <a:cubicBezTo>
                  <a:pt x="0" y="346"/>
                  <a:pt x="7" y="353"/>
                  <a:pt x="16" y="353"/>
                </a:cubicBezTo>
                <a:cubicBezTo>
                  <a:pt x="80" y="353"/>
                  <a:pt x="80" y="353"/>
                  <a:pt x="80" y="353"/>
                </a:cubicBezTo>
                <a:cubicBezTo>
                  <a:pt x="89" y="353"/>
                  <a:pt x="96" y="346"/>
                  <a:pt x="96" y="337"/>
                </a:cubicBezTo>
                <a:cubicBezTo>
                  <a:pt x="96" y="273"/>
                  <a:pt x="96" y="273"/>
                  <a:pt x="96" y="273"/>
                </a:cubicBezTo>
                <a:cubicBezTo>
                  <a:pt x="96" y="264"/>
                  <a:pt x="89" y="257"/>
                  <a:pt x="80" y="257"/>
                </a:cubicBezTo>
                <a:moveTo>
                  <a:pt x="80" y="337"/>
                </a:moveTo>
                <a:cubicBezTo>
                  <a:pt x="16" y="337"/>
                  <a:pt x="16" y="337"/>
                  <a:pt x="16" y="337"/>
                </a:cubicBezTo>
                <a:cubicBezTo>
                  <a:pt x="16" y="273"/>
                  <a:pt x="16" y="273"/>
                  <a:pt x="16" y="273"/>
                </a:cubicBezTo>
                <a:cubicBezTo>
                  <a:pt x="80" y="273"/>
                  <a:pt x="80" y="273"/>
                  <a:pt x="80" y="273"/>
                </a:cubicBezTo>
                <a:lnTo>
                  <a:pt x="80" y="337"/>
                </a:lnTo>
                <a:close/>
                <a:moveTo>
                  <a:pt x="337" y="0"/>
                </a:moveTo>
                <a:cubicBezTo>
                  <a:pt x="272" y="0"/>
                  <a:pt x="272" y="0"/>
                  <a:pt x="272" y="0"/>
                </a:cubicBezTo>
                <a:cubicBezTo>
                  <a:pt x="264" y="0"/>
                  <a:pt x="256" y="7"/>
                  <a:pt x="256" y="16"/>
                </a:cubicBezTo>
                <a:cubicBezTo>
                  <a:pt x="256" y="80"/>
                  <a:pt x="256" y="80"/>
                  <a:pt x="256" y="80"/>
                </a:cubicBezTo>
                <a:cubicBezTo>
                  <a:pt x="256" y="89"/>
                  <a:pt x="264" y="96"/>
                  <a:pt x="272" y="96"/>
                </a:cubicBezTo>
                <a:cubicBezTo>
                  <a:pt x="337" y="96"/>
                  <a:pt x="337" y="96"/>
                  <a:pt x="337" y="96"/>
                </a:cubicBezTo>
                <a:cubicBezTo>
                  <a:pt x="346" y="96"/>
                  <a:pt x="353" y="89"/>
                  <a:pt x="353" y="80"/>
                </a:cubicBezTo>
                <a:cubicBezTo>
                  <a:pt x="353" y="16"/>
                  <a:pt x="353" y="16"/>
                  <a:pt x="353" y="16"/>
                </a:cubicBezTo>
                <a:cubicBezTo>
                  <a:pt x="353" y="7"/>
                  <a:pt x="346" y="0"/>
                  <a:pt x="337" y="0"/>
                </a:cubicBezTo>
                <a:moveTo>
                  <a:pt x="337" y="80"/>
                </a:moveTo>
                <a:cubicBezTo>
                  <a:pt x="272" y="80"/>
                  <a:pt x="272" y="80"/>
                  <a:pt x="272" y="80"/>
                </a:cubicBezTo>
                <a:cubicBezTo>
                  <a:pt x="272" y="16"/>
                  <a:pt x="272" y="16"/>
                  <a:pt x="272" y="16"/>
                </a:cubicBezTo>
                <a:cubicBezTo>
                  <a:pt x="337" y="16"/>
                  <a:pt x="337" y="16"/>
                  <a:pt x="337" y="16"/>
                </a:cubicBezTo>
                <a:lnTo>
                  <a:pt x="337" y="80"/>
                </a:lnTo>
                <a:close/>
                <a:moveTo>
                  <a:pt x="337" y="257"/>
                </a:moveTo>
                <a:cubicBezTo>
                  <a:pt x="272" y="257"/>
                  <a:pt x="272" y="257"/>
                  <a:pt x="272" y="257"/>
                </a:cubicBezTo>
                <a:cubicBezTo>
                  <a:pt x="264" y="257"/>
                  <a:pt x="256" y="264"/>
                  <a:pt x="256" y="273"/>
                </a:cubicBezTo>
                <a:cubicBezTo>
                  <a:pt x="256" y="337"/>
                  <a:pt x="256" y="337"/>
                  <a:pt x="256" y="337"/>
                </a:cubicBezTo>
                <a:cubicBezTo>
                  <a:pt x="256" y="346"/>
                  <a:pt x="264" y="353"/>
                  <a:pt x="272" y="353"/>
                </a:cubicBezTo>
                <a:cubicBezTo>
                  <a:pt x="337" y="353"/>
                  <a:pt x="337" y="353"/>
                  <a:pt x="337" y="353"/>
                </a:cubicBezTo>
                <a:cubicBezTo>
                  <a:pt x="346" y="353"/>
                  <a:pt x="353" y="346"/>
                  <a:pt x="353" y="337"/>
                </a:cubicBezTo>
                <a:cubicBezTo>
                  <a:pt x="353" y="273"/>
                  <a:pt x="353" y="273"/>
                  <a:pt x="353" y="273"/>
                </a:cubicBezTo>
                <a:cubicBezTo>
                  <a:pt x="353" y="264"/>
                  <a:pt x="346" y="257"/>
                  <a:pt x="337" y="257"/>
                </a:cubicBezTo>
                <a:moveTo>
                  <a:pt x="337" y="337"/>
                </a:moveTo>
                <a:cubicBezTo>
                  <a:pt x="272" y="337"/>
                  <a:pt x="272" y="337"/>
                  <a:pt x="272" y="337"/>
                </a:cubicBezTo>
                <a:cubicBezTo>
                  <a:pt x="272" y="273"/>
                  <a:pt x="272" y="273"/>
                  <a:pt x="272" y="273"/>
                </a:cubicBezTo>
                <a:cubicBezTo>
                  <a:pt x="337" y="273"/>
                  <a:pt x="337" y="273"/>
                  <a:pt x="337" y="273"/>
                </a:cubicBezTo>
                <a:lnTo>
                  <a:pt x="337" y="337"/>
                </a:lnTo>
                <a:close/>
                <a:moveTo>
                  <a:pt x="80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80"/>
                  <a:pt x="0" y="80"/>
                  <a:pt x="0" y="80"/>
                </a:cubicBezTo>
                <a:cubicBezTo>
                  <a:pt x="0" y="89"/>
                  <a:pt x="7" y="96"/>
                  <a:pt x="16" y="96"/>
                </a:cubicBezTo>
                <a:cubicBezTo>
                  <a:pt x="80" y="96"/>
                  <a:pt x="80" y="96"/>
                  <a:pt x="80" y="96"/>
                </a:cubicBezTo>
                <a:cubicBezTo>
                  <a:pt x="89" y="96"/>
                  <a:pt x="96" y="89"/>
                  <a:pt x="96" y="80"/>
                </a:cubicBezTo>
                <a:cubicBezTo>
                  <a:pt x="96" y="16"/>
                  <a:pt x="96" y="16"/>
                  <a:pt x="96" y="16"/>
                </a:cubicBezTo>
                <a:cubicBezTo>
                  <a:pt x="96" y="7"/>
                  <a:pt x="89" y="0"/>
                  <a:pt x="80" y="0"/>
                </a:cubicBezTo>
                <a:moveTo>
                  <a:pt x="80" y="80"/>
                </a:moveTo>
                <a:cubicBezTo>
                  <a:pt x="16" y="80"/>
                  <a:pt x="16" y="80"/>
                  <a:pt x="16" y="80"/>
                </a:cubicBezTo>
                <a:cubicBezTo>
                  <a:pt x="16" y="16"/>
                  <a:pt x="16" y="16"/>
                  <a:pt x="16" y="16"/>
                </a:cubicBezTo>
                <a:cubicBezTo>
                  <a:pt x="80" y="16"/>
                  <a:pt x="80" y="16"/>
                  <a:pt x="80" y="16"/>
                </a:cubicBezTo>
                <a:lnTo>
                  <a:pt x="80" y="80"/>
                </a:lnTo>
                <a:close/>
                <a:moveTo>
                  <a:pt x="208" y="128"/>
                </a:moveTo>
                <a:cubicBezTo>
                  <a:pt x="144" y="128"/>
                  <a:pt x="144" y="128"/>
                  <a:pt x="144" y="128"/>
                </a:cubicBezTo>
                <a:cubicBezTo>
                  <a:pt x="135" y="128"/>
                  <a:pt x="128" y="135"/>
                  <a:pt x="128" y="144"/>
                </a:cubicBezTo>
                <a:cubicBezTo>
                  <a:pt x="128" y="208"/>
                  <a:pt x="128" y="208"/>
                  <a:pt x="128" y="208"/>
                </a:cubicBezTo>
                <a:cubicBezTo>
                  <a:pt x="128" y="217"/>
                  <a:pt x="135" y="224"/>
                  <a:pt x="144" y="224"/>
                </a:cubicBezTo>
                <a:cubicBezTo>
                  <a:pt x="208" y="224"/>
                  <a:pt x="208" y="224"/>
                  <a:pt x="208" y="224"/>
                </a:cubicBezTo>
                <a:cubicBezTo>
                  <a:pt x="217" y="224"/>
                  <a:pt x="224" y="217"/>
                  <a:pt x="224" y="208"/>
                </a:cubicBezTo>
                <a:cubicBezTo>
                  <a:pt x="224" y="144"/>
                  <a:pt x="224" y="144"/>
                  <a:pt x="224" y="144"/>
                </a:cubicBezTo>
                <a:cubicBezTo>
                  <a:pt x="224" y="135"/>
                  <a:pt x="217" y="128"/>
                  <a:pt x="208" y="128"/>
                </a:cubicBezTo>
                <a:moveTo>
                  <a:pt x="208" y="208"/>
                </a:moveTo>
                <a:cubicBezTo>
                  <a:pt x="144" y="208"/>
                  <a:pt x="144" y="208"/>
                  <a:pt x="144" y="208"/>
                </a:cubicBezTo>
                <a:cubicBezTo>
                  <a:pt x="144" y="144"/>
                  <a:pt x="144" y="144"/>
                  <a:pt x="144" y="144"/>
                </a:cubicBezTo>
                <a:cubicBezTo>
                  <a:pt x="208" y="144"/>
                  <a:pt x="208" y="144"/>
                  <a:pt x="208" y="144"/>
                </a:cubicBezTo>
                <a:lnTo>
                  <a:pt x="208" y="208"/>
                </a:lnTo>
                <a:close/>
                <a:moveTo>
                  <a:pt x="208" y="257"/>
                </a:moveTo>
                <a:cubicBezTo>
                  <a:pt x="144" y="257"/>
                  <a:pt x="144" y="257"/>
                  <a:pt x="144" y="257"/>
                </a:cubicBezTo>
                <a:cubicBezTo>
                  <a:pt x="135" y="257"/>
                  <a:pt x="128" y="264"/>
                  <a:pt x="128" y="273"/>
                </a:cubicBezTo>
                <a:cubicBezTo>
                  <a:pt x="128" y="337"/>
                  <a:pt x="128" y="337"/>
                  <a:pt x="128" y="337"/>
                </a:cubicBezTo>
                <a:cubicBezTo>
                  <a:pt x="128" y="346"/>
                  <a:pt x="135" y="353"/>
                  <a:pt x="144" y="353"/>
                </a:cubicBezTo>
                <a:cubicBezTo>
                  <a:pt x="208" y="353"/>
                  <a:pt x="208" y="353"/>
                  <a:pt x="208" y="353"/>
                </a:cubicBezTo>
                <a:cubicBezTo>
                  <a:pt x="217" y="353"/>
                  <a:pt x="224" y="346"/>
                  <a:pt x="224" y="337"/>
                </a:cubicBezTo>
                <a:cubicBezTo>
                  <a:pt x="224" y="273"/>
                  <a:pt x="224" y="273"/>
                  <a:pt x="224" y="273"/>
                </a:cubicBezTo>
                <a:cubicBezTo>
                  <a:pt x="224" y="264"/>
                  <a:pt x="217" y="257"/>
                  <a:pt x="208" y="257"/>
                </a:cubicBezTo>
                <a:moveTo>
                  <a:pt x="208" y="337"/>
                </a:moveTo>
                <a:cubicBezTo>
                  <a:pt x="144" y="337"/>
                  <a:pt x="144" y="337"/>
                  <a:pt x="144" y="337"/>
                </a:cubicBezTo>
                <a:cubicBezTo>
                  <a:pt x="144" y="273"/>
                  <a:pt x="144" y="273"/>
                  <a:pt x="144" y="273"/>
                </a:cubicBezTo>
                <a:cubicBezTo>
                  <a:pt x="208" y="273"/>
                  <a:pt x="208" y="273"/>
                  <a:pt x="208" y="273"/>
                </a:cubicBezTo>
                <a:lnTo>
                  <a:pt x="208" y="337"/>
                </a:lnTo>
                <a:close/>
                <a:moveTo>
                  <a:pt x="337" y="128"/>
                </a:moveTo>
                <a:cubicBezTo>
                  <a:pt x="272" y="128"/>
                  <a:pt x="272" y="128"/>
                  <a:pt x="272" y="128"/>
                </a:cubicBezTo>
                <a:cubicBezTo>
                  <a:pt x="264" y="128"/>
                  <a:pt x="256" y="135"/>
                  <a:pt x="256" y="144"/>
                </a:cubicBezTo>
                <a:cubicBezTo>
                  <a:pt x="256" y="208"/>
                  <a:pt x="256" y="208"/>
                  <a:pt x="256" y="208"/>
                </a:cubicBezTo>
                <a:cubicBezTo>
                  <a:pt x="256" y="217"/>
                  <a:pt x="264" y="224"/>
                  <a:pt x="272" y="224"/>
                </a:cubicBezTo>
                <a:cubicBezTo>
                  <a:pt x="337" y="224"/>
                  <a:pt x="337" y="224"/>
                  <a:pt x="337" y="224"/>
                </a:cubicBezTo>
                <a:cubicBezTo>
                  <a:pt x="346" y="224"/>
                  <a:pt x="353" y="217"/>
                  <a:pt x="353" y="208"/>
                </a:cubicBezTo>
                <a:cubicBezTo>
                  <a:pt x="353" y="144"/>
                  <a:pt x="353" y="144"/>
                  <a:pt x="353" y="144"/>
                </a:cubicBezTo>
                <a:cubicBezTo>
                  <a:pt x="353" y="135"/>
                  <a:pt x="346" y="128"/>
                  <a:pt x="337" y="128"/>
                </a:cubicBezTo>
                <a:moveTo>
                  <a:pt x="337" y="208"/>
                </a:moveTo>
                <a:cubicBezTo>
                  <a:pt x="272" y="208"/>
                  <a:pt x="272" y="208"/>
                  <a:pt x="272" y="208"/>
                </a:cubicBezTo>
                <a:cubicBezTo>
                  <a:pt x="272" y="144"/>
                  <a:pt x="272" y="144"/>
                  <a:pt x="272" y="144"/>
                </a:cubicBezTo>
                <a:cubicBezTo>
                  <a:pt x="337" y="144"/>
                  <a:pt x="337" y="144"/>
                  <a:pt x="337" y="144"/>
                </a:cubicBezTo>
                <a:lnTo>
                  <a:pt x="337" y="208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4" name="Freeform 14"/>
          <p:cNvSpPr>
            <a:spLocks noEditPoints="1"/>
          </p:cNvSpPr>
          <p:nvPr/>
        </p:nvSpPr>
        <p:spPr bwMode="auto">
          <a:xfrm>
            <a:off x="10809818" y="912285"/>
            <a:ext cx="582084" cy="582084"/>
          </a:xfrm>
          <a:custGeom>
            <a:avLst/>
            <a:gdLst>
              <a:gd name="T0" fmla="*/ 80 w 353"/>
              <a:gd name="T1" fmla="*/ 128 h 353"/>
              <a:gd name="T2" fmla="*/ 16 w 353"/>
              <a:gd name="T3" fmla="*/ 128 h 353"/>
              <a:gd name="T4" fmla="*/ 0 w 353"/>
              <a:gd name="T5" fmla="*/ 144 h 353"/>
              <a:gd name="T6" fmla="*/ 0 w 353"/>
              <a:gd name="T7" fmla="*/ 337 h 353"/>
              <a:gd name="T8" fmla="*/ 16 w 353"/>
              <a:gd name="T9" fmla="*/ 353 h 353"/>
              <a:gd name="T10" fmla="*/ 80 w 353"/>
              <a:gd name="T11" fmla="*/ 353 h 353"/>
              <a:gd name="T12" fmla="*/ 96 w 353"/>
              <a:gd name="T13" fmla="*/ 337 h 353"/>
              <a:gd name="T14" fmla="*/ 96 w 353"/>
              <a:gd name="T15" fmla="*/ 144 h 353"/>
              <a:gd name="T16" fmla="*/ 80 w 353"/>
              <a:gd name="T17" fmla="*/ 128 h 353"/>
              <a:gd name="T18" fmla="*/ 80 w 353"/>
              <a:gd name="T19" fmla="*/ 337 h 353"/>
              <a:gd name="T20" fmla="*/ 16 w 353"/>
              <a:gd name="T21" fmla="*/ 337 h 353"/>
              <a:gd name="T22" fmla="*/ 16 w 353"/>
              <a:gd name="T23" fmla="*/ 144 h 353"/>
              <a:gd name="T24" fmla="*/ 80 w 353"/>
              <a:gd name="T25" fmla="*/ 144 h 353"/>
              <a:gd name="T26" fmla="*/ 80 w 353"/>
              <a:gd name="T27" fmla="*/ 337 h 353"/>
              <a:gd name="T28" fmla="*/ 337 w 353"/>
              <a:gd name="T29" fmla="*/ 0 h 353"/>
              <a:gd name="T30" fmla="*/ 16 w 353"/>
              <a:gd name="T31" fmla="*/ 0 h 353"/>
              <a:gd name="T32" fmla="*/ 0 w 353"/>
              <a:gd name="T33" fmla="*/ 16 h 353"/>
              <a:gd name="T34" fmla="*/ 0 w 353"/>
              <a:gd name="T35" fmla="*/ 80 h 353"/>
              <a:gd name="T36" fmla="*/ 16 w 353"/>
              <a:gd name="T37" fmla="*/ 96 h 353"/>
              <a:gd name="T38" fmla="*/ 337 w 353"/>
              <a:gd name="T39" fmla="*/ 96 h 353"/>
              <a:gd name="T40" fmla="*/ 353 w 353"/>
              <a:gd name="T41" fmla="*/ 80 h 353"/>
              <a:gd name="T42" fmla="*/ 353 w 353"/>
              <a:gd name="T43" fmla="*/ 16 h 353"/>
              <a:gd name="T44" fmla="*/ 337 w 353"/>
              <a:gd name="T45" fmla="*/ 0 h 353"/>
              <a:gd name="T46" fmla="*/ 337 w 353"/>
              <a:gd name="T47" fmla="*/ 80 h 353"/>
              <a:gd name="T48" fmla="*/ 16 w 353"/>
              <a:gd name="T49" fmla="*/ 80 h 353"/>
              <a:gd name="T50" fmla="*/ 16 w 353"/>
              <a:gd name="T51" fmla="*/ 16 h 353"/>
              <a:gd name="T52" fmla="*/ 337 w 353"/>
              <a:gd name="T53" fmla="*/ 16 h 353"/>
              <a:gd name="T54" fmla="*/ 337 w 353"/>
              <a:gd name="T55" fmla="*/ 80 h 353"/>
              <a:gd name="T56" fmla="*/ 337 w 353"/>
              <a:gd name="T57" fmla="*/ 128 h 353"/>
              <a:gd name="T58" fmla="*/ 144 w 353"/>
              <a:gd name="T59" fmla="*/ 128 h 353"/>
              <a:gd name="T60" fmla="*/ 128 w 353"/>
              <a:gd name="T61" fmla="*/ 144 h 353"/>
              <a:gd name="T62" fmla="*/ 128 w 353"/>
              <a:gd name="T63" fmla="*/ 337 h 353"/>
              <a:gd name="T64" fmla="*/ 144 w 353"/>
              <a:gd name="T65" fmla="*/ 353 h 353"/>
              <a:gd name="T66" fmla="*/ 337 w 353"/>
              <a:gd name="T67" fmla="*/ 353 h 353"/>
              <a:gd name="T68" fmla="*/ 353 w 353"/>
              <a:gd name="T69" fmla="*/ 337 h 353"/>
              <a:gd name="T70" fmla="*/ 353 w 353"/>
              <a:gd name="T71" fmla="*/ 144 h 353"/>
              <a:gd name="T72" fmla="*/ 337 w 353"/>
              <a:gd name="T73" fmla="*/ 128 h 353"/>
              <a:gd name="T74" fmla="*/ 337 w 353"/>
              <a:gd name="T75" fmla="*/ 337 h 353"/>
              <a:gd name="T76" fmla="*/ 144 w 353"/>
              <a:gd name="T77" fmla="*/ 337 h 353"/>
              <a:gd name="T78" fmla="*/ 144 w 353"/>
              <a:gd name="T79" fmla="*/ 144 h 353"/>
              <a:gd name="T80" fmla="*/ 337 w 353"/>
              <a:gd name="T81" fmla="*/ 144 h 353"/>
              <a:gd name="T82" fmla="*/ 337 w 353"/>
              <a:gd name="T83" fmla="*/ 337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353" h="353">
                <a:moveTo>
                  <a:pt x="80" y="128"/>
                </a:moveTo>
                <a:cubicBezTo>
                  <a:pt x="16" y="128"/>
                  <a:pt x="16" y="128"/>
                  <a:pt x="16" y="128"/>
                </a:cubicBezTo>
                <a:cubicBezTo>
                  <a:pt x="7" y="128"/>
                  <a:pt x="0" y="135"/>
                  <a:pt x="0" y="144"/>
                </a:cubicBezTo>
                <a:cubicBezTo>
                  <a:pt x="0" y="337"/>
                  <a:pt x="0" y="337"/>
                  <a:pt x="0" y="337"/>
                </a:cubicBezTo>
                <a:cubicBezTo>
                  <a:pt x="0" y="346"/>
                  <a:pt x="7" y="353"/>
                  <a:pt x="16" y="353"/>
                </a:cubicBezTo>
                <a:cubicBezTo>
                  <a:pt x="80" y="353"/>
                  <a:pt x="80" y="353"/>
                  <a:pt x="80" y="353"/>
                </a:cubicBezTo>
                <a:cubicBezTo>
                  <a:pt x="89" y="353"/>
                  <a:pt x="96" y="346"/>
                  <a:pt x="96" y="337"/>
                </a:cubicBezTo>
                <a:cubicBezTo>
                  <a:pt x="96" y="144"/>
                  <a:pt x="96" y="144"/>
                  <a:pt x="96" y="144"/>
                </a:cubicBezTo>
                <a:cubicBezTo>
                  <a:pt x="96" y="135"/>
                  <a:pt x="89" y="128"/>
                  <a:pt x="80" y="128"/>
                </a:cubicBezTo>
                <a:moveTo>
                  <a:pt x="80" y="337"/>
                </a:moveTo>
                <a:cubicBezTo>
                  <a:pt x="16" y="337"/>
                  <a:pt x="16" y="337"/>
                  <a:pt x="16" y="337"/>
                </a:cubicBezTo>
                <a:cubicBezTo>
                  <a:pt x="16" y="144"/>
                  <a:pt x="16" y="144"/>
                  <a:pt x="16" y="144"/>
                </a:cubicBezTo>
                <a:cubicBezTo>
                  <a:pt x="80" y="144"/>
                  <a:pt x="80" y="144"/>
                  <a:pt x="80" y="144"/>
                </a:cubicBezTo>
                <a:lnTo>
                  <a:pt x="80" y="337"/>
                </a:lnTo>
                <a:close/>
                <a:moveTo>
                  <a:pt x="337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80"/>
                  <a:pt x="0" y="80"/>
                  <a:pt x="0" y="80"/>
                </a:cubicBezTo>
                <a:cubicBezTo>
                  <a:pt x="0" y="89"/>
                  <a:pt x="7" y="96"/>
                  <a:pt x="16" y="96"/>
                </a:cubicBezTo>
                <a:cubicBezTo>
                  <a:pt x="337" y="96"/>
                  <a:pt x="337" y="96"/>
                  <a:pt x="337" y="96"/>
                </a:cubicBezTo>
                <a:cubicBezTo>
                  <a:pt x="346" y="96"/>
                  <a:pt x="353" y="89"/>
                  <a:pt x="353" y="80"/>
                </a:cubicBezTo>
                <a:cubicBezTo>
                  <a:pt x="353" y="16"/>
                  <a:pt x="353" y="16"/>
                  <a:pt x="353" y="16"/>
                </a:cubicBezTo>
                <a:cubicBezTo>
                  <a:pt x="353" y="7"/>
                  <a:pt x="346" y="0"/>
                  <a:pt x="337" y="0"/>
                </a:cubicBezTo>
                <a:moveTo>
                  <a:pt x="337" y="80"/>
                </a:moveTo>
                <a:cubicBezTo>
                  <a:pt x="16" y="80"/>
                  <a:pt x="16" y="80"/>
                  <a:pt x="16" y="80"/>
                </a:cubicBezTo>
                <a:cubicBezTo>
                  <a:pt x="16" y="16"/>
                  <a:pt x="16" y="16"/>
                  <a:pt x="16" y="16"/>
                </a:cubicBezTo>
                <a:cubicBezTo>
                  <a:pt x="337" y="16"/>
                  <a:pt x="337" y="16"/>
                  <a:pt x="337" y="16"/>
                </a:cubicBezTo>
                <a:lnTo>
                  <a:pt x="337" y="80"/>
                </a:lnTo>
                <a:close/>
                <a:moveTo>
                  <a:pt x="337" y="128"/>
                </a:moveTo>
                <a:cubicBezTo>
                  <a:pt x="144" y="128"/>
                  <a:pt x="144" y="128"/>
                  <a:pt x="144" y="128"/>
                </a:cubicBezTo>
                <a:cubicBezTo>
                  <a:pt x="136" y="128"/>
                  <a:pt x="128" y="135"/>
                  <a:pt x="128" y="144"/>
                </a:cubicBezTo>
                <a:cubicBezTo>
                  <a:pt x="128" y="337"/>
                  <a:pt x="128" y="337"/>
                  <a:pt x="128" y="337"/>
                </a:cubicBezTo>
                <a:cubicBezTo>
                  <a:pt x="128" y="346"/>
                  <a:pt x="136" y="353"/>
                  <a:pt x="144" y="353"/>
                </a:cubicBezTo>
                <a:cubicBezTo>
                  <a:pt x="337" y="353"/>
                  <a:pt x="337" y="353"/>
                  <a:pt x="337" y="353"/>
                </a:cubicBezTo>
                <a:cubicBezTo>
                  <a:pt x="346" y="353"/>
                  <a:pt x="353" y="346"/>
                  <a:pt x="353" y="337"/>
                </a:cubicBezTo>
                <a:cubicBezTo>
                  <a:pt x="353" y="144"/>
                  <a:pt x="353" y="144"/>
                  <a:pt x="353" y="144"/>
                </a:cubicBezTo>
                <a:cubicBezTo>
                  <a:pt x="353" y="135"/>
                  <a:pt x="346" y="128"/>
                  <a:pt x="337" y="128"/>
                </a:cubicBezTo>
                <a:moveTo>
                  <a:pt x="337" y="337"/>
                </a:moveTo>
                <a:cubicBezTo>
                  <a:pt x="144" y="337"/>
                  <a:pt x="144" y="337"/>
                  <a:pt x="144" y="337"/>
                </a:cubicBezTo>
                <a:cubicBezTo>
                  <a:pt x="144" y="144"/>
                  <a:pt x="144" y="144"/>
                  <a:pt x="144" y="144"/>
                </a:cubicBezTo>
                <a:cubicBezTo>
                  <a:pt x="337" y="144"/>
                  <a:pt x="337" y="144"/>
                  <a:pt x="337" y="144"/>
                </a:cubicBezTo>
                <a:lnTo>
                  <a:pt x="337" y="337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5" name="Freeform 15"/>
          <p:cNvSpPr>
            <a:spLocks noEditPoints="1"/>
          </p:cNvSpPr>
          <p:nvPr/>
        </p:nvSpPr>
        <p:spPr bwMode="auto">
          <a:xfrm>
            <a:off x="802218" y="2025651"/>
            <a:ext cx="582084" cy="582084"/>
          </a:xfrm>
          <a:custGeom>
            <a:avLst/>
            <a:gdLst>
              <a:gd name="T0" fmla="*/ 177 w 353"/>
              <a:gd name="T1" fmla="*/ 128 h 353"/>
              <a:gd name="T2" fmla="*/ 128 w 353"/>
              <a:gd name="T3" fmla="*/ 177 h 353"/>
              <a:gd name="T4" fmla="*/ 177 w 353"/>
              <a:gd name="T5" fmla="*/ 225 h 353"/>
              <a:gd name="T6" fmla="*/ 225 w 353"/>
              <a:gd name="T7" fmla="*/ 177 h 353"/>
              <a:gd name="T8" fmla="*/ 177 w 353"/>
              <a:gd name="T9" fmla="*/ 128 h 353"/>
              <a:gd name="T10" fmla="*/ 177 w 353"/>
              <a:gd name="T11" fmla="*/ 209 h 353"/>
              <a:gd name="T12" fmla="*/ 144 w 353"/>
              <a:gd name="T13" fmla="*/ 177 h 353"/>
              <a:gd name="T14" fmla="*/ 177 w 353"/>
              <a:gd name="T15" fmla="*/ 145 h 353"/>
              <a:gd name="T16" fmla="*/ 209 w 353"/>
              <a:gd name="T17" fmla="*/ 177 h 353"/>
              <a:gd name="T18" fmla="*/ 177 w 353"/>
              <a:gd name="T19" fmla="*/ 209 h 353"/>
              <a:gd name="T20" fmla="*/ 177 w 353"/>
              <a:gd name="T21" fmla="*/ 64 h 353"/>
              <a:gd name="T22" fmla="*/ 64 w 353"/>
              <a:gd name="T23" fmla="*/ 177 h 353"/>
              <a:gd name="T24" fmla="*/ 177 w 353"/>
              <a:gd name="T25" fmla="*/ 289 h 353"/>
              <a:gd name="T26" fmla="*/ 289 w 353"/>
              <a:gd name="T27" fmla="*/ 177 h 353"/>
              <a:gd name="T28" fmla="*/ 177 w 353"/>
              <a:gd name="T29" fmla="*/ 64 h 353"/>
              <a:gd name="T30" fmla="*/ 177 w 353"/>
              <a:gd name="T31" fmla="*/ 273 h 353"/>
              <a:gd name="T32" fmla="*/ 80 w 353"/>
              <a:gd name="T33" fmla="*/ 177 h 353"/>
              <a:gd name="T34" fmla="*/ 177 w 353"/>
              <a:gd name="T35" fmla="*/ 80 h 353"/>
              <a:gd name="T36" fmla="*/ 273 w 353"/>
              <a:gd name="T37" fmla="*/ 177 h 353"/>
              <a:gd name="T38" fmla="*/ 177 w 353"/>
              <a:gd name="T39" fmla="*/ 273 h 353"/>
              <a:gd name="T40" fmla="*/ 299 w 353"/>
              <a:gd name="T41" fmla="*/ 304 h 353"/>
              <a:gd name="T42" fmla="*/ 353 w 353"/>
              <a:gd name="T43" fmla="*/ 177 h 353"/>
              <a:gd name="T44" fmla="*/ 177 w 353"/>
              <a:gd name="T45" fmla="*/ 0 h 353"/>
              <a:gd name="T46" fmla="*/ 0 w 353"/>
              <a:gd name="T47" fmla="*/ 177 h 353"/>
              <a:gd name="T48" fmla="*/ 54 w 353"/>
              <a:gd name="T49" fmla="*/ 304 h 353"/>
              <a:gd name="T50" fmla="*/ 34 w 353"/>
              <a:gd name="T51" fmla="*/ 340 h 353"/>
              <a:gd name="T52" fmla="*/ 32 w 353"/>
              <a:gd name="T53" fmla="*/ 345 h 353"/>
              <a:gd name="T54" fmla="*/ 40 w 353"/>
              <a:gd name="T55" fmla="*/ 353 h 353"/>
              <a:gd name="T56" fmla="*/ 46 w 353"/>
              <a:gd name="T57" fmla="*/ 351 h 353"/>
              <a:gd name="T58" fmla="*/ 48 w 353"/>
              <a:gd name="T59" fmla="*/ 347 h 353"/>
              <a:gd name="T60" fmla="*/ 66 w 353"/>
              <a:gd name="T61" fmla="*/ 314 h 353"/>
              <a:gd name="T62" fmla="*/ 177 w 353"/>
              <a:gd name="T63" fmla="*/ 353 h 353"/>
              <a:gd name="T64" fmla="*/ 287 w 353"/>
              <a:gd name="T65" fmla="*/ 314 h 353"/>
              <a:gd name="T66" fmla="*/ 305 w 353"/>
              <a:gd name="T67" fmla="*/ 347 h 353"/>
              <a:gd name="T68" fmla="*/ 313 w 353"/>
              <a:gd name="T69" fmla="*/ 353 h 353"/>
              <a:gd name="T70" fmla="*/ 321 w 353"/>
              <a:gd name="T71" fmla="*/ 345 h 353"/>
              <a:gd name="T72" fmla="*/ 319 w 353"/>
              <a:gd name="T73" fmla="*/ 340 h 353"/>
              <a:gd name="T74" fmla="*/ 299 w 353"/>
              <a:gd name="T75" fmla="*/ 304 h 353"/>
              <a:gd name="T76" fmla="*/ 177 w 353"/>
              <a:gd name="T77" fmla="*/ 337 h 353"/>
              <a:gd name="T78" fmla="*/ 16 w 353"/>
              <a:gd name="T79" fmla="*/ 177 h 353"/>
              <a:gd name="T80" fmla="*/ 177 w 353"/>
              <a:gd name="T81" fmla="*/ 16 h 353"/>
              <a:gd name="T82" fmla="*/ 337 w 353"/>
              <a:gd name="T83" fmla="*/ 177 h 353"/>
              <a:gd name="T84" fmla="*/ 177 w 353"/>
              <a:gd name="T85" fmla="*/ 337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353" h="353">
                <a:moveTo>
                  <a:pt x="177" y="128"/>
                </a:moveTo>
                <a:cubicBezTo>
                  <a:pt x="150" y="128"/>
                  <a:pt x="128" y="150"/>
                  <a:pt x="128" y="177"/>
                </a:cubicBezTo>
                <a:cubicBezTo>
                  <a:pt x="128" y="203"/>
                  <a:pt x="150" y="225"/>
                  <a:pt x="177" y="225"/>
                </a:cubicBezTo>
                <a:cubicBezTo>
                  <a:pt x="203" y="225"/>
                  <a:pt x="225" y="203"/>
                  <a:pt x="225" y="177"/>
                </a:cubicBezTo>
                <a:cubicBezTo>
                  <a:pt x="225" y="150"/>
                  <a:pt x="203" y="128"/>
                  <a:pt x="177" y="128"/>
                </a:cubicBezTo>
                <a:moveTo>
                  <a:pt x="177" y="209"/>
                </a:moveTo>
                <a:cubicBezTo>
                  <a:pt x="159" y="209"/>
                  <a:pt x="144" y="194"/>
                  <a:pt x="144" y="177"/>
                </a:cubicBezTo>
                <a:cubicBezTo>
                  <a:pt x="144" y="159"/>
                  <a:pt x="159" y="145"/>
                  <a:pt x="177" y="145"/>
                </a:cubicBezTo>
                <a:cubicBezTo>
                  <a:pt x="194" y="145"/>
                  <a:pt x="209" y="159"/>
                  <a:pt x="209" y="177"/>
                </a:cubicBezTo>
                <a:cubicBezTo>
                  <a:pt x="209" y="194"/>
                  <a:pt x="194" y="209"/>
                  <a:pt x="177" y="209"/>
                </a:cubicBezTo>
                <a:moveTo>
                  <a:pt x="177" y="64"/>
                </a:moveTo>
                <a:cubicBezTo>
                  <a:pt x="114" y="64"/>
                  <a:pt x="64" y="115"/>
                  <a:pt x="64" y="177"/>
                </a:cubicBezTo>
                <a:cubicBezTo>
                  <a:pt x="64" y="239"/>
                  <a:pt x="114" y="289"/>
                  <a:pt x="177" y="289"/>
                </a:cubicBezTo>
                <a:cubicBezTo>
                  <a:pt x="239" y="289"/>
                  <a:pt x="289" y="239"/>
                  <a:pt x="289" y="177"/>
                </a:cubicBezTo>
                <a:cubicBezTo>
                  <a:pt x="289" y="115"/>
                  <a:pt x="239" y="64"/>
                  <a:pt x="177" y="64"/>
                </a:cubicBezTo>
                <a:moveTo>
                  <a:pt x="177" y="273"/>
                </a:moveTo>
                <a:cubicBezTo>
                  <a:pt x="123" y="273"/>
                  <a:pt x="80" y="230"/>
                  <a:pt x="80" y="177"/>
                </a:cubicBezTo>
                <a:cubicBezTo>
                  <a:pt x="80" y="123"/>
                  <a:pt x="123" y="80"/>
                  <a:pt x="177" y="80"/>
                </a:cubicBezTo>
                <a:cubicBezTo>
                  <a:pt x="230" y="80"/>
                  <a:pt x="273" y="123"/>
                  <a:pt x="273" y="177"/>
                </a:cubicBezTo>
                <a:cubicBezTo>
                  <a:pt x="273" y="230"/>
                  <a:pt x="230" y="273"/>
                  <a:pt x="177" y="273"/>
                </a:cubicBezTo>
                <a:moveTo>
                  <a:pt x="299" y="304"/>
                </a:moveTo>
                <a:cubicBezTo>
                  <a:pt x="332" y="272"/>
                  <a:pt x="353" y="227"/>
                  <a:pt x="353" y="177"/>
                </a:cubicBezTo>
                <a:cubicBezTo>
                  <a:pt x="353" y="79"/>
                  <a:pt x="274" y="0"/>
                  <a:pt x="177" y="0"/>
                </a:cubicBezTo>
                <a:cubicBezTo>
                  <a:pt x="79" y="0"/>
                  <a:pt x="0" y="79"/>
                  <a:pt x="0" y="177"/>
                </a:cubicBezTo>
                <a:cubicBezTo>
                  <a:pt x="0" y="227"/>
                  <a:pt x="21" y="272"/>
                  <a:pt x="54" y="304"/>
                </a:cubicBezTo>
                <a:cubicBezTo>
                  <a:pt x="34" y="340"/>
                  <a:pt x="34" y="340"/>
                  <a:pt x="34" y="340"/>
                </a:cubicBezTo>
                <a:cubicBezTo>
                  <a:pt x="33" y="341"/>
                  <a:pt x="32" y="343"/>
                  <a:pt x="32" y="345"/>
                </a:cubicBezTo>
                <a:cubicBezTo>
                  <a:pt x="32" y="350"/>
                  <a:pt x="36" y="353"/>
                  <a:pt x="40" y="353"/>
                </a:cubicBezTo>
                <a:cubicBezTo>
                  <a:pt x="42" y="353"/>
                  <a:pt x="44" y="352"/>
                  <a:pt x="46" y="351"/>
                </a:cubicBezTo>
                <a:cubicBezTo>
                  <a:pt x="47" y="350"/>
                  <a:pt x="47" y="349"/>
                  <a:pt x="48" y="347"/>
                </a:cubicBezTo>
                <a:cubicBezTo>
                  <a:pt x="66" y="314"/>
                  <a:pt x="66" y="314"/>
                  <a:pt x="66" y="314"/>
                </a:cubicBezTo>
                <a:cubicBezTo>
                  <a:pt x="96" y="339"/>
                  <a:pt x="135" y="353"/>
                  <a:pt x="177" y="353"/>
                </a:cubicBezTo>
                <a:cubicBezTo>
                  <a:pt x="218" y="353"/>
                  <a:pt x="257" y="339"/>
                  <a:pt x="287" y="314"/>
                </a:cubicBezTo>
                <a:cubicBezTo>
                  <a:pt x="305" y="347"/>
                  <a:pt x="305" y="347"/>
                  <a:pt x="305" y="347"/>
                </a:cubicBezTo>
                <a:cubicBezTo>
                  <a:pt x="306" y="351"/>
                  <a:pt x="309" y="353"/>
                  <a:pt x="313" y="353"/>
                </a:cubicBezTo>
                <a:cubicBezTo>
                  <a:pt x="317" y="353"/>
                  <a:pt x="321" y="350"/>
                  <a:pt x="321" y="345"/>
                </a:cubicBezTo>
                <a:cubicBezTo>
                  <a:pt x="321" y="343"/>
                  <a:pt x="320" y="341"/>
                  <a:pt x="319" y="340"/>
                </a:cubicBezTo>
                <a:lnTo>
                  <a:pt x="299" y="304"/>
                </a:lnTo>
                <a:close/>
                <a:moveTo>
                  <a:pt x="177" y="337"/>
                </a:moveTo>
                <a:cubicBezTo>
                  <a:pt x="88" y="337"/>
                  <a:pt x="16" y="265"/>
                  <a:pt x="16" y="177"/>
                </a:cubicBezTo>
                <a:cubicBezTo>
                  <a:pt x="16" y="88"/>
                  <a:pt x="88" y="16"/>
                  <a:pt x="177" y="16"/>
                </a:cubicBezTo>
                <a:cubicBezTo>
                  <a:pt x="265" y="16"/>
                  <a:pt x="337" y="88"/>
                  <a:pt x="337" y="177"/>
                </a:cubicBezTo>
                <a:cubicBezTo>
                  <a:pt x="337" y="265"/>
                  <a:pt x="265" y="337"/>
                  <a:pt x="177" y="337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6" name="Freeform 16"/>
          <p:cNvSpPr>
            <a:spLocks noEditPoints="1"/>
          </p:cNvSpPr>
          <p:nvPr/>
        </p:nvSpPr>
        <p:spPr bwMode="auto">
          <a:xfrm>
            <a:off x="2019301" y="2025651"/>
            <a:ext cx="370417" cy="582084"/>
          </a:xfrm>
          <a:custGeom>
            <a:avLst/>
            <a:gdLst>
              <a:gd name="T0" fmla="*/ 217 w 225"/>
              <a:gd name="T1" fmla="*/ 0 h 353"/>
              <a:gd name="T2" fmla="*/ 8 w 225"/>
              <a:gd name="T3" fmla="*/ 0 h 353"/>
              <a:gd name="T4" fmla="*/ 0 w 225"/>
              <a:gd name="T5" fmla="*/ 8 h 353"/>
              <a:gd name="T6" fmla="*/ 0 w 225"/>
              <a:gd name="T7" fmla="*/ 96 h 353"/>
              <a:gd name="T8" fmla="*/ 105 w 225"/>
              <a:gd name="T9" fmla="*/ 208 h 353"/>
              <a:gd name="T10" fmla="*/ 105 w 225"/>
              <a:gd name="T11" fmla="*/ 337 h 353"/>
              <a:gd name="T12" fmla="*/ 41 w 225"/>
              <a:gd name="T13" fmla="*/ 337 h 353"/>
              <a:gd name="T14" fmla="*/ 33 w 225"/>
              <a:gd name="T15" fmla="*/ 345 h 353"/>
              <a:gd name="T16" fmla="*/ 41 w 225"/>
              <a:gd name="T17" fmla="*/ 353 h 353"/>
              <a:gd name="T18" fmla="*/ 185 w 225"/>
              <a:gd name="T19" fmla="*/ 353 h 353"/>
              <a:gd name="T20" fmla="*/ 193 w 225"/>
              <a:gd name="T21" fmla="*/ 345 h 353"/>
              <a:gd name="T22" fmla="*/ 185 w 225"/>
              <a:gd name="T23" fmla="*/ 337 h 353"/>
              <a:gd name="T24" fmla="*/ 121 w 225"/>
              <a:gd name="T25" fmla="*/ 337 h 353"/>
              <a:gd name="T26" fmla="*/ 121 w 225"/>
              <a:gd name="T27" fmla="*/ 208 h 353"/>
              <a:gd name="T28" fmla="*/ 225 w 225"/>
              <a:gd name="T29" fmla="*/ 96 h 353"/>
              <a:gd name="T30" fmla="*/ 225 w 225"/>
              <a:gd name="T31" fmla="*/ 8 h 353"/>
              <a:gd name="T32" fmla="*/ 217 w 225"/>
              <a:gd name="T33" fmla="*/ 0 h 353"/>
              <a:gd name="T34" fmla="*/ 209 w 225"/>
              <a:gd name="T35" fmla="*/ 96 h 353"/>
              <a:gd name="T36" fmla="*/ 113 w 225"/>
              <a:gd name="T37" fmla="*/ 193 h 353"/>
              <a:gd name="T38" fmla="*/ 17 w 225"/>
              <a:gd name="T39" fmla="*/ 96 h 353"/>
              <a:gd name="T40" fmla="*/ 17 w 225"/>
              <a:gd name="T41" fmla="*/ 59 h 353"/>
              <a:gd name="T42" fmla="*/ 69 w 225"/>
              <a:gd name="T43" fmla="*/ 72 h 353"/>
              <a:gd name="T44" fmla="*/ 116 w 225"/>
              <a:gd name="T45" fmla="*/ 92 h 353"/>
              <a:gd name="T46" fmla="*/ 139 w 225"/>
              <a:gd name="T47" fmla="*/ 96 h 353"/>
              <a:gd name="T48" fmla="*/ 209 w 225"/>
              <a:gd name="T49" fmla="*/ 68 h 353"/>
              <a:gd name="T50" fmla="*/ 209 w 225"/>
              <a:gd name="T51" fmla="*/ 96 h 353"/>
              <a:gd name="T52" fmla="*/ 209 w 225"/>
              <a:gd name="T53" fmla="*/ 47 h 353"/>
              <a:gd name="T54" fmla="*/ 121 w 225"/>
              <a:gd name="T55" fmla="*/ 77 h 353"/>
              <a:gd name="T56" fmla="*/ 76 w 225"/>
              <a:gd name="T57" fmla="*/ 58 h 353"/>
              <a:gd name="T58" fmla="*/ 17 w 225"/>
              <a:gd name="T59" fmla="*/ 43 h 353"/>
              <a:gd name="T60" fmla="*/ 17 w 225"/>
              <a:gd name="T61" fmla="*/ 16 h 353"/>
              <a:gd name="T62" fmla="*/ 209 w 225"/>
              <a:gd name="T63" fmla="*/ 16 h 353"/>
              <a:gd name="T64" fmla="*/ 209 w 225"/>
              <a:gd name="T65" fmla="*/ 47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225" h="353">
                <a:moveTo>
                  <a:pt x="217" y="0"/>
                </a:moveTo>
                <a:cubicBezTo>
                  <a:pt x="8" y="0"/>
                  <a:pt x="8" y="0"/>
                  <a:pt x="8" y="0"/>
                </a:cubicBezTo>
                <a:cubicBezTo>
                  <a:pt x="4" y="0"/>
                  <a:pt x="0" y="4"/>
                  <a:pt x="0" y="8"/>
                </a:cubicBezTo>
                <a:cubicBezTo>
                  <a:pt x="0" y="96"/>
                  <a:pt x="0" y="96"/>
                  <a:pt x="0" y="96"/>
                </a:cubicBezTo>
                <a:cubicBezTo>
                  <a:pt x="0" y="156"/>
                  <a:pt x="47" y="204"/>
                  <a:pt x="105" y="208"/>
                </a:cubicBezTo>
                <a:cubicBezTo>
                  <a:pt x="105" y="337"/>
                  <a:pt x="105" y="337"/>
                  <a:pt x="105" y="337"/>
                </a:cubicBezTo>
                <a:cubicBezTo>
                  <a:pt x="41" y="337"/>
                  <a:pt x="41" y="337"/>
                  <a:pt x="41" y="337"/>
                </a:cubicBezTo>
                <a:cubicBezTo>
                  <a:pt x="36" y="337"/>
                  <a:pt x="33" y="341"/>
                  <a:pt x="33" y="345"/>
                </a:cubicBezTo>
                <a:cubicBezTo>
                  <a:pt x="33" y="350"/>
                  <a:pt x="36" y="353"/>
                  <a:pt x="41" y="353"/>
                </a:cubicBezTo>
                <a:cubicBezTo>
                  <a:pt x="185" y="353"/>
                  <a:pt x="185" y="353"/>
                  <a:pt x="185" y="353"/>
                </a:cubicBezTo>
                <a:cubicBezTo>
                  <a:pt x="190" y="353"/>
                  <a:pt x="193" y="350"/>
                  <a:pt x="193" y="345"/>
                </a:cubicBezTo>
                <a:cubicBezTo>
                  <a:pt x="193" y="341"/>
                  <a:pt x="190" y="337"/>
                  <a:pt x="185" y="337"/>
                </a:cubicBezTo>
                <a:cubicBezTo>
                  <a:pt x="121" y="337"/>
                  <a:pt x="121" y="337"/>
                  <a:pt x="121" y="337"/>
                </a:cubicBezTo>
                <a:cubicBezTo>
                  <a:pt x="121" y="208"/>
                  <a:pt x="121" y="208"/>
                  <a:pt x="121" y="208"/>
                </a:cubicBezTo>
                <a:cubicBezTo>
                  <a:pt x="179" y="204"/>
                  <a:pt x="225" y="156"/>
                  <a:pt x="225" y="96"/>
                </a:cubicBezTo>
                <a:cubicBezTo>
                  <a:pt x="225" y="8"/>
                  <a:pt x="225" y="8"/>
                  <a:pt x="225" y="8"/>
                </a:cubicBezTo>
                <a:cubicBezTo>
                  <a:pt x="225" y="4"/>
                  <a:pt x="222" y="0"/>
                  <a:pt x="217" y="0"/>
                </a:cubicBezTo>
                <a:moveTo>
                  <a:pt x="209" y="96"/>
                </a:moveTo>
                <a:cubicBezTo>
                  <a:pt x="209" y="150"/>
                  <a:pt x="166" y="193"/>
                  <a:pt x="113" y="193"/>
                </a:cubicBezTo>
                <a:cubicBezTo>
                  <a:pt x="60" y="193"/>
                  <a:pt x="17" y="150"/>
                  <a:pt x="17" y="96"/>
                </a:cubicBezTo>
                <a:cubicBezTo>
                  <a:pt x="17" y="59"/>
                  <a:pt x="17" y="59"/>
                  <a:pt x="17" y="59"/>
                </a:cubicBezTo>
                <a:cubicBezTo>
                  <a:pt x="39" y="57"/>
                  <a:pt x="50" y="63"/>
                  <a:pt x="69" y="72"/>
                </a:cubicBezTo>
                <a:cubicBezTo>
                  <a:pt x="80" y="78"/>
                  <a:pt x="95" y="85"/>
                  <a:pt x="116" y="92"/>
                </a:cubicBezTo>
                <a:cubicBezTo>
                  <a:pt x="124" y="95"/>
                  <a:pt x="132" y="96"/>
                  <a:pt x="139" y="96"/>
                </a:cubicBezTo>
                <a:cubicBezTo>
                  <a:pt x="169" y="96"/>
                  <a:pt x="195" y="80"/>
                  <a:pt x="209" y="68"/>
                </a:cubicBezTo>
                <a:lnTo>
                  <a:pt x="209" y="96"/>
                </a:lnTo>
                <a:close/>
                <a:moveTo>
                  <a:pt x="209" y="47"/>
                </a:moveTo>
                <a:cubicBezTo>
                  <a:pt x="207" y="49"/>
                  <a:pt x="163" y="91"/>
                  <a:pt x="121" y="77"/>
                </a:cubicBezTo>
                <a:cubicBezTo>
                  <a:pt x="101" y="70"/>
                  <a:pt x="88" y="64"/>
                  <a:pt x="76" y="58"/>
                </a:cubicBezTo>
                <a:cubicBezTo>
                  <a:pt x="57" y="48"/>
                  <a:pt x="43" y="41"/>
                  <a:pt x="17" y="43"/>
                </a:cubicBezTo>
                <a:cubicBezTo>
                  <a:pt x="17" y="16"/>
                  <a:pt x="17" y="16"/>
                  <a:pt x="17" y="16"/>
                </a:cubicBezTo>
                <a:cubicBezTo>
                  <a:pt x="209" y="16"/>
                  <a:pt x="209" y="16"/>
                  <a:pt x="209" y="16"/>
                </a:cubicBezTo>
                <a:lnTo>
                  <a:pt x="209" y="47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7" name="Freeform 17"/>
          <p:cNvSpPr>
            <a:spLocks noEditPoints="1"/>
          </p:cNvSpPr>
          <p:nvPr/>
        </p:nvSpPr>
        <p:spPr bwMode="auto">
          <a:xfrm>
            <a:off x="3185584" y="2025651"/>
            <a:ext cx="262467" cy="582084"/>
          </a:xfrm>
          <a:custGeom>
            <a:avLst/>
            <a:gdLst>
              <a:gd name="T0" fmla="*/ 112 w 160"/>
              <a:gd name="T1" fmla="*/ 96 h 353"/>
              <a:gd name="T2" fmla="*/ 112 w 160"/>
              <a:gd name="T3" fmla="*/ 16 h 353"/>
              <a:gd name="T4" fmla="*/ 96 w 160"/>
              <a:gd name="T5" fmla="*/ 0 h 353"/>
              <a:gd name="T6" fmla="*/ 64 w 160"/>
              <a:gd name="T7" fmla="*/ 0 h 353"/>
              <a:gd name="T8" fmla="*/ 48 w 160"/>
              <a:gd name="T9" fmla="*/ 16 h 353"/>
              <a:gd name="T10" fmla="*/ 48 w 160"/>
              <a:gd name="T11" fmla="*/ 96 h 353"/>
              <a:gd name="T12" fmla="*/ 0 w 160"/>
              <a:gd name="T13" fmla="*/ 145 h 353"/>
              <a:gd name="T14" fmla="*/ 0 w 160"/>
              <a:gd name="T15" fmla="*/ 305 h 353"/>
              <a:gd name="T16" fmla="*/ 48 w 160"/>
              <a:gd name="T17" fmla="*/ 353 h 353"/>
              <a:gd name="T18" fmla="*/ 112 w 160"/>
              <a:gd name="T19" fmla="*/ 353 h 353"/>
              <a:gd name="T20" fmla="*/ 160 w 160"/>
              <a:gd name="T21" fmla="*/ 305 h 353"/>
              <a:gd name="T22" fmla="*/ 160 w 160"/>
              <a:gd name="T23" fmla="*/ 145 h 353"/>
              <a:gd name="T24" fmla="*/ 112 w 160"/>
              <a:gd name="T25" fmla="*/ 96 h 353"/>
              <a:gd name="T26" fmla="*/ 64 w 160"/>
              <a:gd name="T27" fmla="*/ 16 h 353"/>
              <a:gd name="T28" fmla="*/ 96 w 160"/>
              <a:gd name="T29" fmla="*/ 16 h 353"/>
              <a:gd name="T30" fmla="*/ 96 w 160"/>
              <a:gd name="T31" fmla="*/ 32 h 353"/>
              <a:gd name="T32" fmla="*/ 64 w 160"/>
              <a:gd name="T33" fmla="*/ 32 h 353"/>
              <a:gd name="T34" fmla="*/ 64 w 160"/>
              <a:gd name="T35" fmla="*/ 16 h 353"/>
              <a:gd name="T36" fmla="*/ 64 w 160"/>
              <a:gd name="T37" fmla="*/ 48 h 353"/>
              <a:gd name="T38" fmla="*/ 96 w 160"/>
              <a:gd name="T39" fmla="*/ 48 h 353"/>
              <a:gd name="T40" fmla="*/ 96 w 160"/>
              <a:gd name="T41" fmla="*/ 96 h 353"/>
              <a:gd name="T42" fmla="*/ 64 w 160"/>
              <a:gd name="T43" fmla="*/ 96 h 353"/>
              <a:gd name="T44" fmla="*/ 64 w 160"/>
              <a:gd name="T45" fmla="*/ 48 h 353"/>
              <a:gd name="T46" fmla="*/ 144 w 160"/>
              <a:gd name="T47" fmla="*/ 305 h 353"/>
              <a:gd name="T48" fmla="*/ 112 w 160"/>
              <a:gd name="T49" fmla="*/ 337 h 353"/>
              <a:gd name="T50" fmla="*/ 48 w 160"/>
              <a:gd name="T51" fmla="*/ 337 h 353"/>
              <a:gd name="T52" fmla="*/ 16 w 160"/>
              <a:gd name="T53" fmla="*/ 305 h 353"/>
              <a:gd name="T54" fmla="*/ 16 w 160"/>
              <a:gd name="T55" fmla="*/ 273 h 353"/>
              <a:gd name="T56" fmla="*/ 144 w 160"/>
              <a:gd name="T57" fmla="*/ 273 h 353"/>
              <a:gd name="T58" fmla="*/ 144 w 160"/>
              <a:gd name="T59" fmla="*/ 305 h 353"/>
              <a:gd name="T60" fmla="*/ 144 w 160"/>
              <a:gd name="T61" fmla="*/ 257 h 353"/>
              <a:gd name="T62" fmla="*/ 16 w 160"/>
              <a:gd name="T63" fmla="*/ 257 h 353"/>
              <a:gd name="T64" fmla="*/ 16 w 160"/>
              <a:gd name="T65" fmla="*/ 193 h 353"/>
              <a:gd name="T66" fmla="*/ 144 w 160"/>
              <a:gd name="T67" fmla="*/ 193 h 353"/>
              <a:gd name="T68" fmla="*/ 144 w 160"/>
              <a:gd name="T69" fmla="*/ 257 h 353"/>
              <a:gd name="T70" fmla="*/ 144 w 160"/>
              <a:gd name="T71" fmla="*/ 177 h 353"/>
              <a:gd name="T72" fmla="*/ 16 w 160"/>
              <a:gd name="T73" fmla="*/ 177 h 353"/>
              <a:gd name="T74" fmla="*/ 16 w 160"/>
              <a:gd name="T75" fmla="*/ 145 h 353"/>
              <a:gd name="T76" fmla="*/ 48 w 160"/>
              <a:gd name="T77" fmla="*/ 112 h 353"/>
              <a:gd name="T78" fmla="*/ 112 w 160"/>
              <a:gd name="T79" fmla="*/ 112 h 353"/>
              <a:gd name="T80" fmla="*/ 144 w 160"/>
              <a:gd name="T81" fmla="*/ 145 h 353"/>
              <a:gd name="T82" fmla="*/ 144 w 160"/>
              <a:gd name="T83" fmla="*/ 177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60" h="353">
                <a:moveTo>
                  <a:pt x="112" y="96"/>
                </a:moveTo>
                <a:cubicBezTo>
                  <a:pt x="112" y="16"/>
                  <a:pt x="112" y="16"/>
                  <a:pt x="112" y="16"/>
                </a:cubicBezTo>
                <a:cubicBezTo>
                  <a:pt x="112" y="7"/>
                  <a:pt x="105" y="0"/>
                  <a:pt x="96" y="0"/>
                </a:cubicBezTo>
                <a:cubicBezTo>
                  <a:pt x="64" y="0"/>
                  <a:pt x="64" y="0"/>
                  <a:pt x="64" y="0"/>
                </a:cubicBezTo>
                <a:cubicBezTo>
                  <a:pt x="55" y="0"/>
                  <a:pt x="48" y="7"/>
                  <a:pt x="48" y="16"/>
                </a:cubicBezTo>
                <a:cubicBezTo>
                  <a:pt x="48" y="96"/>
                  <a:pt x="48" y="96"/>
                  <a:pt x="48" y="96"/>
                </a:cubicBezTo>
                <a:cubicBezTo>
                  <a:pt x="21" y="96"/>
                  <a:pt x="0" y="118"/>
                  <a:pt x="0" y="145"/>
                </a:cubicBezTo>
                <a:cubicBezTo>
                  <a:pt x="0" y="305"/>
                  <a:pt x="0" y="305"/>
                  <a:pt x="0" y="305"/>
                </a:cubicBezTo>
                <a:cubicBezTo>
                  <a:pt x="0" y="332"/>
                  <a:pt x="21" y="353"/>
                  <a:pt x="48" y="353"/>
                </a:cubicBezTo>
                <a:cubicBezTo>
                  <a:pt x="112" y="353"/>
                  <a:pt x="112" y="353"/>
                  <a:pt x="112" y="353"/>
                </a:cubicBezTo>
                <a:cubicBezTo>
                  <a:pt x="139" y="353"/>
                  <a:pt x="160" y="332"/>
                  <a:pt x="160" y="305"/>
                </a:cubicBezTo>
                <a:cubicBezTo>
                  <a:pt x="160" y="145"/>
                  <a:pt x="160" y="145"/>
                  <a:pt x="160" y="145"/>
                </a:cubicBezTo>
                <a:cubicBezTo>
                  <a:pt x="160" y="118"/>
                  <a:pt x="139" y="96"/>
                  <a:pt x="112" y="96"/>
                </a:cubicBezTo>
                <a:moveTo>
                  <a:pt x="64" y="16"/>
                </a:moveTo>
                <a:cubicBezTo>
                  <a:pt x="96" y="16"/>
                  <a:pt x="96" y="16"/>
                  <a:pt x="96" y="16"/>
                </a:cubicBezTo>
                <a:cubicBezTo>
                  <a:pt x="96" y="32"/>
                  <a:pt x="96" y="32"/>
                  <a:pt x="96" y="32"/>
                </a:cubicBezTo>
                <a:cubicBezTo>
                  <a:pt x="64" y="32"/>
                  <a:pt x="64" y="32"/>
                  <a:pt x="64" y="32"/>
                </a:cubicBezTo>
                <a:lnTo>
                  <a:pt x="64" y="16"/>
                </a:lnTo>
                <a:close/>
                <a:moveTo>
                  <a:pt x="64" y="48"/>
                </a:moveTo>
                <a:cubicBezTo>
                  <a:pt x="96" y="48"/>
                  <a:pt x="96" y="48"/>
                  <a:pt x="96" y="48"/>
                </a:cubicBezTo>
                <a:cubicBezTo>
                  <a:pt x="96" y="96"/>
                  <a:pt x="96" y="96"/>
                  <a:pt x="96" y="96"/>
                </a:cubicBezTo>
                <a:cubicBezTo>
                  <a:pt x="64" y="96"/>
                  <a:pt x="64" y="96"/>
                  <a:pt x="64" y="96"/>
                </a:cubicBezTo>
                <a:lnTo>
                  <a:pt x="64" y="48"/>
                </a:lnTo>
                <a:close/>
                <a:moveTo>
                  <a:pt x="144" y="305"/>
                </a:moveTo>
                <a:cubicBezTo>
                  <a:pt x="144" y="323"/>
                  <a:pt x="130" y="337"/>
                  <a:pt x="112" y="337"/>
                </a:cubicBezTo>
                <a:cubicBezTo>
                  <a:pt x="48" y="337"/>
                  <a:pt x="48" y="337"/>
                  <a:pt x="48" y="337"/>
                </a:cubicBezTo>
                <a:cubicBezTo>
                  <a:pt x="30" y="337"/>
                  <a:pt x="16" y="323"/>
                  <a:pt x="16" y="305"/>
                </a:cubicBezTo>
                <a:cubicBezTo>
                  <a:pt x="16" y="273"/>
                  <a:pt x="16" y="273"/>
                  <a:pt x="16" y="273"/>
                </a:cubicBezTo>
                <a:cubicBezTo>
                  <a:pt x="144" y="273"/>
                  <a:pt x="144" y="273"/>
                  <a:pt x="144" y="273"/>
                </a:cubicBezTo>
                <a:lnTo>
                  <a:pt x="144" y="305"/>
                </a:lnTo>
                <a:close/>
                <a:moveTo>
                  <a:pt x="144" y="257"/>
                </a:moveTo>
                <a:cubicBezTo>
                  <a:pt x="16" y="257"/>
                  <a:pt x="16" y="257"/>
                  <a:pt x="16" y="257"/>
                </a:cubicBezTo>
                <a:cubicBezTo>
                  <a:pt x="16" y="193"/>
                  <a:pt x="16" y="193"/>
                  <a:pt x="16" y="193"/>
                </a:cubicBezTo>
                <a:cubicBezTo>
                  <a:pt x="144" y="193"/>
                  <a:pt x="144" y="193"/>
                  <a:pt x="144" y="193"/>
                </a:cubicBezTo>
                <a:lnTo>
                  <a:pt x="144" y="257"/>
                </a:lnTo>
                <a:close/>
                <a:moveTo>
                  <a:pt x="144" y="177"/>
                </a:moveTo>
                <a:cubicBezTo>
                  <a:pt x="16" y="177"/>
                  <a:pt x="16" y="177"/>
                  <a:pt x="16" y="177"/>
                </a:cubicBezTo>
                <a:cubicBezTo>
                  <a:pt x="16" y="145"/>
                  <a:pt x="16" y="145"/>
                  <a:pt x="16" y="145"/>
                </a:cubicBezTo>
                <a:cubicBezTo>
                  <a:pt x="16" y="127"/>
                  <a:pt x="30" y="112"/>
                  <a:pt x="48" y="112"/>
                </a:cubicBezTo>
                <a:cubicBezTo>
                  <a:pt x="112" y="112"/>
                  <a:pt x="112" y="112"/>
                  <a:pt x="112" y="112"/>
                </a:cubicBezTo>
                <a:cubicBezTo>
                  <a:pt x="130" y="112"/>
                  <a:pt x="144" y="127"/>
                  <a:pt x="144" y="145"/>
                </a:cubicBezTo>
                <a:lnTo>
                  <a:pt x="144" y="177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8" name="Freeform 18"/>
          <p:cNvSpPr>
            <a:spLocks noEditPoints="1"/>
          </p:cNvSpPr>
          <p:nvPr/>
        </p:nvSpPr>
        <p:spPr bwMode="auto">
          <a:xfrm>
            <a:off x="4243918" y="2025651"/>
            <a:ext cx="370417" cy="582084"/>
          </a:xfrm>
          <a:custGeom>
            <a:avLst/>
            <a:gdLst>
              <a:gd name="T0" fmla="*/ 209 w 225"/>
              <a:gd name="T1" fmla="*/ 0 h 353"/>
              <a:gd name="T2" fmla="*/ 16 w 225"/>
              <a:gd name="T3" fmla="*/ 0 h 353"/>
              <a:gd name="T4" fmla="*/ 0 w 225"/>
              <a:gd name="T5" fmla="*/ 16 h 353"/>
              <a:gd name="T6" fmla="*/ 0 w 225"/>
              <a:gd name="T7" fmla="*/ 32 h 353"/>
              <a:gd name="T8" fmla="*/ 16 w 225"/>
              <a:gd name="T9" fmla="*/ 48 h 353"/>
              <a:gd name="T10" fmla="*/ 32 w 225"/>
              <a:gd name="T11" fmla="*/ 48 h 353"/>
              <a:gd name="T12" fmla="*/ 32 w 225"/>
              <a:gd name="T13" fmla="*/ 273 h 353"/>
              <a:gd name="T14" fmla="*/ 113 w 225"/>
              <a:gd name="T15" fmla="*/ 353 h 353"/>
              <a:gd name="T16" fmla="*/ 193 w 225"/>
              <a:gd name="T17" fmla="*/ 273 h 353"/>
              <a:gd name="T18" fmla="*/ 193 w 225"/>
              <a:gd name="T19" fmla="*/ 48 h 353"/>
              <a:gd name="T20" fmla="*/ 209 w 225"/>
              <a:gd name="T21" fmla="*/ 48 h 353"/>
              <a:gd name="T22" fmla="*/ 225 w 225"/>
              <a:gd name="T23" fmla="*/ 32 h 353"/>
              <a:gd name="T24" fmla="*/ 225 w 225"/>
              <a:gd name="T25" fmla="*/ 16 h 353"/>
              <a:gd name="T26" fmla="*/ 209 w 225"/>
              <a:gd name="T27" fmla="*/ 0 h 353"/>
              <a:gd name="T28" fmla="*/ 177 w 225"/>
              <a:gd name="T29" fmla="*/ 273 h 353"/>
              <a:gd name="T30" fmla="*/ 113 w 225"/>
              <a:gd name="T31" fmla="*/ 337 h 353"/>
              <a:gd name="T32" fmla="*/ 48 w 225"/>
              <a:gd name="T33" fmla="*/ 273 h 353"/>
              <a:gd name="T34" fmla="*/ 48 w 225"/>
              <a:gd name="T35" fmla="*/ 104 h 353"/>
              <a:gd name="T36" fmla="*/ 86 w 225"/>
              <a:gd name="T37" fmla="*/ 112 h 353"/>
              <a:gd name="T38" fmla="*/ 109 w 225"/>
              <a:gd name="T39" fmla="*/ 109 h 353"/>
              <a:gd name="T40" fmla="*/ 157 w 225"/>
              <a:gd name="T41" fmla="*/ 90 h 353"/>
              <a:gd name="T42" fmla="*/ 177 w 225"/>
              <a:gd name="T43" fmla="*/ 82 h 353"/>
              <a:gd name="T44" fmla="*/ 177 w 225"/>
              <a:gd name="T45" fmla="*/ 273 h 353"/>
              <a:gd name="T46" fmla="*/ 177 w 225"/>
              <a:gd name="T47" fmla="*/ 66 h 353"/>
              <a:gd name="T48" fmla="*/ 149 w 225"/>
              <a:gd name="T49" fmla="*/ 77 h 353"/>
              <a:gd name="T50" fmla="*/ 104 w 225"/>
              <a:gd name="T51" fmla="*/ 95 h 353"/>
              <a:gd name="T52" fmla="*/ 48 w 225"/>
              <a:gd name="T53" fmla="*/ 88 h 353"/>
              <a:gd name="T54" fmla="*/ 48 w 225"/>
              <a:gd name="T55" fmla="*/ 48 h 353"/>
              <a:gd name="T56" fmla="*/ 177 w 225"/>
              <a:gd name="T57" fmla="*/ 48 h 353"/>
              <a:gd name="T58" fmla="*/ 177 w 225"/>
              <a:gd name="T59" fmla="*/ 66 h 353"/>
              <a:gd name="T60" fmla="*/ 209 w 225"/>
              <a:gd name="T61" fmla="*/ 32 h 353"/>
              <a:gd name="T62" fmla="*/ 16 w 225"/>
              <a:gd name="T63" fmla="*/ 32 h 353"/>
              <a:gd name="T64" fmla="*/ 16 w 225"/>
              <a:gd name="T65" fmla="*/ 16 h 353"/>
              <a:gd name="T66" fmla="*/ 209 w 225"/>
              <a:gd name="T67" fmla="*/ 16 h 353"/>
              <a:gd name="T68" fmla="*/ 209 w 225"/>
              <a:gd name="T69" fmla="*/ 32 h 353"/>
              <a:gd name="T70" fmla="*/ 104 w 225"/>
              <a:gd name="T71" fmla="*/ 225 h 353"/>
              <a:gd name="T72" fmla="*/ 96 w 225"/>
              <a:gd name="T73" fmla="*/ 233 h 353"/>
              <a:gd name="T74" fmla="*/ 104 w 225"/>
              <a:gd name="T75" fmla="*/ 241 h 353"/>
              <a:gd name="T76" fmla="*/ 113 w 225"/>
              <a:gd name="T77" fmla="*/ 233 h 353"/>
              <a:gd name="T78" fmla="*/ 104 w 225"/>
              <a:gd name="T79" fmla="*/ 225 h 353"/>
              <a:gd name="T80" fmla="*/ 96 w 225"/>
              <a:gd name="T81" fmla="*/ 177 h 353"/>
              <a:gd name="T82" fmla="*/ 80 w 225"/>
              <a:gd name="T83" fmla="*/ 161 h 353"/>
              <a:gd name="T84" fmla="*/ 64 w 225"/>
              <a:gd name="T85" fmla="*/ 177 h 353"/>
              <a:gd name="T86" fmla="*/ 80 w 225"/>
              <a:gd name="T87" fmla="*/ 193 h 353"/>
              <a:gd name="T88" fmla="*/ 96 w 225"/>
              <a:gd name="T89" fmla="*/ 177 h 353"/>
              <a:gd name="T90" fmla="*/ 88 w 225"/>
              <a:gd name="T91" fmla="*/ 289 h 353"/>
              <a:gd name="T92" fmla="*/ 80 w 225"/>
              <a:gd name="T93" fmla="*/ 297 h 353"/>
              <a:gd name="T94" fmla="*/ 88 w 225"/>
              <a:gd name="T95" fmla="*/ 305 h 353"/>
              <a:gd name="T96" fmla="*/ 96 w 225"/>
              <a:gd name="T97" fmla="*/ 297 h 353"/>
              <a:gd name="T98" fmla="*/ 88 w 225"/>
              <a:gd name="T99" fmla="*/ 289 h 353"/>
              <a:gd name="T100" fmla="*/ 145 w 225"/>
              <a:gd name="T101" fmla="*/ 128 h 353"/>
              <a:gd name="T102" fmla="*/ 129 w 225"/>
              <a:gd name="T103" fmla="*/ 145 h 353"/>
              <a:gd name="T104" fmla="*/ 145 w 225"/>
              <a:gd name="T105" fmla="*/ 161 h 353"/>
              <a:gd name="T106" fmla="*/ 161 w 225"/>
              <a:gd name="T107" fmla="*/ 145 h 353"/>
              <a:gd name="T108" fmla="*/ 145 w 225"/>
              <a:gd name="T109" fmla="*/ 128 h 353"/>
              <a:gd name="T110" fmla="*/ 137 w 225"/>
              <a:gd name="T111" fmla="*/ 257 h 353"/>
              <a:gd name="T112" fmla="*/ 129 w 225"/>
              <a:gd name="T113" fmla="*/ 265 h 353"/>
              <a:gd name="T114" fmla="*/ 137 w 225"/>
              <a:gd name="T115" fmla="*/ 273 h 353"/>
              <a:gd name="T116" fmla="*/ 145 w 225"/>
              <a:gd name="T117" fmla="*/ 265 h 353"/>
              <a:gd name="T118" fmla="*/ 137 w 225"/>
              <a:gd name="T119" fmla="*/ 257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225" h="353">
                <a:moveTo>
                  <a:pt x="209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32"/>
                  <a:pt x="0" y="32"/>
                  <a:pt x="0" y="32"/>
                </a:cubicBezTo>
                <a:cubicBezTo>
                  <a:pt x="0" y="41"/>
                  <a:pt x="7" y="48"/>
                  <a:pt x="16" y="48"/>
                </a:cubicBezTo>
                <a:cubicBezTo>
                  <a:pt x="32" y="48"/>
                  <a:pt x="32" y="48"/>
                  <a:pt x="32" y="48"/>
                </a:cubicBezTo>
                <a:cubicBezTo>
                  <a:pt x="32" y="273"/>
                  <a:pt x="32" y="273"/>
                  <a:pt x="32" y="273"/>
                </a:cubicBezTo>
                <a:cubicBezTo>
                  <a:pt x="32" y="317"/>
                  <a:pt x="68" y="353"/>
                  <a:pt x="113" y="353"/>
                </a:cubicBezTo>
                <a:cubicBezTo>
                  <a:pt x="157" y="353"/>
                  <a:pt x="193" y="317"/>
                  <a:pt x="193" y="273"/>
                </a:cubicBezTo>
                <a:cubicBezTo>
                  <a:pt x="193" y="48"/>
                  <a:pt x="193" y="48"/>
                  <a:pt x="193" y="48"/>
                </a:cubicBezTo>
                <a:cubicBezTo>
                  <a:pt x="209" y="48"/>
                  <a:pt x="209" y="48"/>
                  <a:pt x="209" y="48"/>
                </a:cubicBezTo>
                <a:cubicBezTo>
                  <a:pt x="218" y="48"/>
                  <a:pt x="225" y="41"/>
                  <a:pt x="225" y="32"/>
                </a:cubicBezTo>
                <a:cubicBezTo>
                  <a:pt x="225" y="16"/>
                  <a:pt x="225" y="16"/>
                  <a:pt x="225" y="16"/>
                </a:cubicBezTo>
                <a:cubicBezTo>
                  <a:pt x="225" y="7"/>
                  <a:pt x="218" y="0"/>
                  <a:pt x="209" y="0"/>
                </a:cubicBezTo>
                <a:moveTo>
                  <a:pt x="177" y="273"/>
                </a:moveTo>
                <a:cubicBezTo>
                  <a:pt x="177" y="308"/>
                  <a:pt x="148" y="337"/>
                  <a:pt x="113" y="337"/>
                </a:cubicBezTo>
                <a:cubicBezTo>
                  <a:pt x="77" y="337"/>
                  <a:pt x="48" y="308"/>
                  <a:pt x="48" y="273"/>
                </a:cubicBezTo>
                <a:cubicBezTo>
                  <a:pt x="48" y="104"/>
                  <a:pt x="48" y="104"/>
                  <a:pt x="48" y="104"/>
                </a:cubicBezTo>
                <a:cubicBezTo>
                  <a:pt x="60" y="109"/>
                  <a:pt x="72" y="112"/>
                  <a:pt x="86" y="112"/>
                </a:cubicBezTo>
                <a:cubicBezTo>
                  <a:pt x="94" y="112"/>
                  <a:pt x="101" y="111"/>
                  <a:pt x="109" y="109"/>
                </a:cubicBezTo>
                <a:cubicBezTo>
                  <a:pt x="130" y="102"/>
                  <a:pt x="145" y="96"/>
                  <a:pt x="157" y="90"/>
                </a:cubicBezTo>
                <a:cubicBezTo>
                  <a:pt x="164" y="87"/>
                  <a:pt x="170" y="84"/>
                  <a:pt x="177" y="82"/>
                </a:cubicBezTo>
                <a:lnTo>
                  <a:pt x="177" y="273"/>
                </a:lnTo>
                <a:close/>
                <a:moveTo>
                  <a:pt x="177" y="66"/>
                </a:moveTo>
                <a:cubicBezTo>
                  <a:pt x="167" y="68"/>
                  <a:pt x="159" y="72"/>
                  <a:pt x="149" y="77"/>
                </a:cubicBezTo>
                <a:cubicBezTo>
                  <a:pt x="138" y="82"/>
                  <a:pt x="124" y="89"/>
                  <a:pt x="104" y="95"/>
                </a:cubicBezTo>
                <a:cubicBezTo>
                  <a:pt x="84" y="101"/>
                  <a:pt x="64" y="96"/>
                  <a:pt x="48" y="88"/>
                </a:cubicBezTo>
                <a:cubicBezTo>
                  <a:pt x="48" y="48"/>
                  <a:pt x="48" y="48"/>
                  <a:pt x="48" y="48"/>
                </a:cubicBezTo>
                <a:cubicBezTo>
                  <a:pt x="177" y="48"/>
                  <a:pt x="177" y="48"/>
                  <a:pt x="177" y="48"/>
                </a:cubicBezTo>
                <a:lnTo>
                  <a:pt x="177" y="66"/>
                </a:lnTo>
                <a:close/>
                <a:moveTo>
                  <a:pt x="209" y="32"/>
                </a:moveTo>
                <a:cubicBezTo>
                  <a:pt x="16" y="32"/>
                  <a:pt x="16" y="32"/>
                  <a:pt x="16" y="32"/>
                </a:cubicBezTo>
                <a:cubicBezTo>
                  <a:pt x="16" y="16"/>
                  <a:pt x="16" y="16"/>
                  <a:pt x="16" y="16"/>
                </a:cubicBezTo>
                <a:cubicBezTo>
                  <a:pt x="209" y="16"/>
                  <a:pt x="209" y="16"/>
                  <a:pt x="209" y="16"/>
                </a:cubicBezTo>
                <a:lnTo>
                  <a:pt x="209" y="32"/>
                </a:lnTo>
                <a:close/>
                <a:moveTo>
                  <a:pt x="104" y="225"/>
                </a:moveTo>
                <a:cubicBezTo>
                  <a:pt x="100" y="225"/>
                  <a:pt x="96" y="228"/>
                  <a:pt x="96" y="233"/>
                </a:cubicBezTo>
                <a:cubicBezTo>
                  <a:pt x="96" y="237"/>
                  <a:pt x="100" y="241"/>
                  <a:pt x="104" y="241"/>
                </a:cubicBezTo>
                <a:cubicBezTo>
                  <a:pt x="109" y="241"/>
                  <a:pt x="113" y="237"/>
                  <a:pt x="113" y="233"/>
                </a:cubicBezTo>
                <a:cubicBezTo>
                  <a:pt x="113" y="228"/>
                  <a:pt x="109" y="225"/>
                  <a:pt x="104" y="225"/>
                </a:cubicBezTo>
                <a:moveTo>
                  <a:pt x="96" y="177"/>
                </a:moveTo>
                <a:cubicBezTo>
                  <a:pt x="96" y="168"/>
                  <a:pt x="89" y="161"/>
                  <a:pt x="80" y="161"/>
                </a:cubicBezTo>
                <a:cubicBezTo>
                  <a:pt x="72" y="161"/>
                  <a:pt x="64" y="168"/>
                  <a:pt x="64" y="177"/>
                </a:cubicBezTo>
                <a:cubicBezTo>
                  <a:pt x="64" y="186"/>
                  <a:pt x="72" y="193"/>
                  <a:pt x="80" y="193"/>
                </a:cubicBezTo>
                <a:cubicBezTo>
                  <a:pt x="89" y="193"/>
                  <a:pt x="96" y="186"/>
                  <a:pt x="96" y="177"/>
                </a:cubicBezTo>
                <a:moveTo>
                  <a:pt x="88" y="289"/>
                </a:moveTo>
                <a:cubicBezTo>
                  <a:pt x="84" y="289"/>
                  <a:pt x="80" y="293"/>
                  <a:pt x="80" y="297"/>
                </a:cubicBezTo>
                <a:cubicBezTo>
                  <a:pt x="80" y="301"/>
                  <a:pt x="84" y="305"/>
                  <a:pt x="88" y="305"/>
                </a:cubicBezTo>
                <a:cubicBezTo>
                  <a:pt x="93" y="305"/>
                  <a:pt x="96" y="301"/>
                  <a:pt x="96" y="297"/>
                </a:cubicBezTo>
                <a:cubicBezTo>
                  <a:pt x="96" y="293"/>
                  <a:pt x="93" y="289"/>
                  <a:pt x="88" y="289"/>
                </a:cubicBezTo>
                <a:moveTo>
                  <a:pt x="145" y="128"/>
                </a:moveTo>
                <a:cubicBezTo>
                  <a:pt x="136" y="128"/>
                  <a:pt x="129" y="136"/>
                  <a:pt x="129" y="145"/>
                </a:cubicBezTo>
                <a:cubicBezTo>
                  <a:pt x="129" y="153"/>
                  <a:pt x="136" y="161"/>
                  <a:pt x="145" y="161"/>
                </a:cubicBezTo>
                <a:cubicBezTo>
                  <a:pt x="153" y="161"/>
                  <a:pt x="161" y="153"/>
                  <a:pt x="161" y="145"/>
                </a:cubicBezTo>
                <a:cubicBezTo>
                  <a:pt x="161" y="136"/>
                  <a:pt x="153" y="128"/>
                  <a:pt x="145" y="128"/>
                </a:cubicBezTo>
                <a:moveTo>
                  <a:pt x="137" y="257"/>
                </a:moveTo>
                <a:cubicBezTo>
                  <a:pt x="132" y="257"/>
                  <a:pt x="129" y="260"/>
                  <a:pt x="129" y="265"/>
                </a:cubicBezTo>
                <a:cubicBezTo>
                  <a:pt x="129" y="269"/>
                  <a:pt x="132" y="273"/>
                  <a:pt x="137" y="273"/>
                </a:cubicBezTo>
                <a:cubicBezTo>
                  <a:pt x="141" y="273"/>
                  <a:pt x="145" y="269"/>
                  <a:pt x="145" y="265"/>
                </a:cubicBezTo>
                <a:cubicBezTo>
                  <a:pt x="145" y="260"/>
                  <a:pt x="141" y="257"/>
                  <a:pt x="137" y="257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9" name="Freeform 19"/>
          <p:cNvSpPr>
            <a:spLocks noEditPoints="1"/>
          </p:cNvSpPr>
          <p:nvPr/>
        </p:nvSpPr>
        <p:spPr bwMode="auto">
          <a:xfrm>
            <a:off x="5302251" y="2025651"/>
            <a:ext cx="476251" cy="582084"/>
          </a:xfrm>
          <a:custGeom>
            <a:avLst/>
            <a:gdLst>
              <a:gd name="T0" fmla="*/ 65 w 289"/>
              <a:gd name="T1" fmla="*/ 273 h 353"/>
              <a:gd name="T2" fmla="*/ 97 w 289"/>
              <a:gd name="T3" fmla="*/ 273 h 353"/>
              <a:gd name="T4" fmla="*/ 105 w 289"/>
              <a:gd name="T5" fmla="*/ 193 h 353"/>
              <a:gd name="T6" fmla="*/ 105 w 289"/>
              <a:gd name="T7" fmla="*/ 209 h 353"/>
              <a:gd name="T8" fmla="*/ 105 w 289"/>
              <a:gd name="T9" fmla="*/ 193 h 353"/>
              <a:gd name="T10" fmla="*/ 209 w 289"/>
              <a:gd name="T11" fmla="*/ 265 h 353"/>
              <a:gd name="T12" fmla="*/ 225 w 289"/>
              <a:gd name="T13" fmla="*/ 265 h 353"/>
              <a:gd name="T14" fmla="*/ 225 w 289"/>
              <a:gd name="T15" fmla="*/ 129 h 353"/>
              <a:gd name="T16" fmla="*/ 241 w 289"/>
              <a:gd name="T17" fmla="*/ 48 h 353"/>
              <a:gd name="T18" fmla="*/ 257 w 289"/>
              <a:gd name="T19" fmla="*/ 16 h 353"/>
              <a:gd name="T20" fmla="*/ 49 w 289"/>
              <a:gd name="T21" fmla="*/ 0 h 353"/>
              <a:gd name="T22" fmla="*/ 32 w 289"/>
              <a:gd name="T23" fmla="*/ 32 h 353"/>
              <a:gd name="T24" fmla="*/ 65 w 289"/>
              <a:gd name="T25" fmla="*/ 48 h 353"/>
              <a:gd name="T26" fmla="*/ 0 w 289"/>
              <a:gd name="T27" fmla="*/ 249 h 353"/>
              <a:gd name="T28" fmla="*/ 245 w 289"/>
              <a:gd name="T29" fmla="*/ 353 h 353"/>
              <a:gd name="T30" fmla="*/ 225 w 289"/>
              <a:gd name="T31" fmla="*/ 129 h 353"/>
              <a:gd name="T32" fmla="*/ 241 w 289"/>
              <a:gd name="T33" fmla="*/ 16 h 353"/>
              <a:gd name="T34" fmla="*/ 49 w 289"/>
              <a:gd name="T35" fmla="*/ 32 h 353"/>
              <a:gd name="T36" fmla="*/ 209 w 289"/>
              <a:gd name="T37" fmla="*/ 48 h 353"/>
              <a:gd name="T38" fmla="*/ 150 w 289"/>
              <a:gd name="T39" fmla="*/ 87 h 353"/>
              <a:gd name="T40" fmla="*/ 81 w 289"/>
              <a:gd name="T41" fmla="*/ 48 h 353"/>
              <a:gd name="T42" fmla="*/ 238 w 289"/>
              <a:gd name="T43" fmla="*/ 337 h 353"/>
              <a:gd name="T44" fmla="*/ 16 w 289"/>
              <a:gd name="T45" fmla="*/ 249 h 353"/>
              <a:gd name="T46" fmla="*/ 81 w 289"/>
              <a:gd name="T47" fmla="*/ 129 h 353"/>
              <a:gd name="T48" fmla="*/ 114 w 289"/>
              <a:gd name="T49" fmla="*/ 113 h 353"/>
              <a:gd name="T50" fmla="*/ 209 w 289"/>
              <a:gd name="T51" fmla="*/ 87 h 353"/>
              <a:gd name="T52" fmla="*/ 216 w 289"/>
              <a:gd name="T53" fmla="*/ 142 h 353"/>
              <a:gd name="T54" fmla="*/ 238 w 289"/>
              <a:gd name="T55" fmla="*/ 337 h 353"/>
              <a:gd name="T56" fmla="*/ 145 w 289"/>
              <a:gd name="T57" fmla="*/ 169 h 353"/>
              <a:gd name="T58" fmla="*/ 193 w 289"/>
              <a:gd name="T59" fmla="*/ 169 h 353"/>
              <a:gd name="T60" fmla="*/ 169 w 289"/>
              <a:gd name="T61" fmla="*/ 177 h 353"/>
              <a:gd name="T62" fmla="*/ 169 w 289"/>
              <a:gd name="T63" fmla="*/ 161 h 353"/>
              <a:gd name="T64" fmla="*/ 169 w 289"/>
              <a:gd name="T65" fmla="*/ 177 h 353"/>
              <a:gd name="T66" fmla="*/ 129 w 289"/>
              <a:gd name="T67" fmla="*/ 241 h 353"/>
              <a:gd name="T68" fmla="*/ 161 w 289"/>
              <a:gd name="T69" fmla="*/ 241 h 353"/>
              <a:gd name="T70" fmla="*/ 169 w 289"/>
              <a:gd name="T71" fmla="*/ 289 h 353"/>
              <a:gd name="T72" fmla="*/ 169 w 289"/>
              <a:gd name="T73" fmla="*/ 305 h 353"/>
              <a:gd name="T74" fmla="*/ 169 w 289"/>
              <a:gd name="T75" fmla="*/ 289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289" h="353">
                <a:moveTo>
                  <a:pt x="81" y="257"/>
                </a:moveTo>
                <a:cubicBezTo>
                  <a:pt x="72" y="257"/>
                  <a:pt x="65" y="264"/>
                  <a:pt x="65" y="273"/>
                </a:cubicBezTo>
                <a:cubicBezTo>
                  <a:pt x="65" y="282"/>
                  <a:pt x="72" y="289"/>
                  <a:pt x="81" y="289"/>
                </a:cubicBezTo>
                <a:cubicBezTo>
                  <a:pt x="89" y="289"/>
                  <a:pt x="97" y="282"/>
                  <a:pt x="97" y="273"/>
                </a:cubicBezTo>
                <a:cubicBezTo>
                  <a:pt x="97" y="264"/>
                  <a:pt x="89" y="257"/>
                  <a:pt x="81" y="257"/>
                </a:cubicBezTo>
                <a:moveTo>
                  <a:pt x="105" y="193"/>
                </a:moveTo>
                <a:cubicBezTo>
                  <a:pt x="100" y="193"/>
                  <a:pt x="97" y="196"/>
                  <a:pt x="97" y="201"/>
                </a:cubicBezTo>
                <a:cubicBezTo>
                  <a:pt x="97" y="205"/>
                  <a:pt x="100" y="209"/>
                  <a:pt x="105" y="209"/>
                </a:cubicBezTo>
                <a:cubicBezTo>
                  <a:pt x="109" y="209"/>
                  <a:pt x="113" y="205"/>
                  <a:pt x="113" y="201"/>
                </a:cubicBezTo>
                <a:cubicBezTo>
                  <a:pt x="113" y="196"/>
                  <a:pt x="109" y="193"/>
                  <a:pt x="105" y="193"/>
                </a:cubicBezTo>
                <a:moveTo>
                  <a:pt x="217" y="257"/>
                </a:moveTo>
                <a:cubicBezTo>
                  <a:pt x="213" y="257"/>
                  <a:pt x="209" y="260"/>
                  <a:pt x="209" y="265"/>
                </a:cubicBezTo>
                <a:cubicBezTo>
                  <a:pt x="209" y="269"/>
                  <a:pt x="213" y="273"/>
                  <a:pt x="217" y="273"/>
                </a:cubicBezTo>
                <a:cubicBezTo>
                  <a:pt x="222" y="273"/>
                  <a:pt x="225" y="269"/>
                  <a:pt x="225" y="265"/>
                </a:cubicBezTo>
                <a:cubicBezTo>
                  <a:pt x="225" y="260"/>
                  <a:pt x="222" y="257"/>
                  <a:pt x="217" y="257"/>
                </a:cubicBezTo>
                <a:moveTo>
                  <a:pt x="225" y="129"/>
                </a:moveTo>
                <a:cubicBezTo>
                  <a:pt x="225" y="48"/>
                  <a:pt x="225" y="48"/>
                  <a:pt x="225" y="48"/>
                </a:cubicBezTo>
                <a:cubicBezTo>
                  <a:pt x="241" y="48"/>
                  <a:pt x="241" y="48"/>
                  <a:pt x="241" y="48"/>
                </a:cubicBezTo>
                <a:cubicBezTo>
                  <a:pt x="250" y="48"/>
                  <a:pt x="257" y="41"/>
                  <a:pt x="257" y="32"/>
                </a:cubicBezTo>
                <a:cubicBezTo>
                  <a:pt x="257" y="16"/>
                  <a:pt x="257" y="16"/>
                  <a:pt x="257" y="16"/>
                </a:cubicBezTo>
                <a:cubicBezTo>
                  <a:pt x="257" y="7"/>
                  <a:pt x="250" y="0"/>
                  <a:pt x="241" y="0"/>
                </a:cubicBezTo>
                <a:cubicBezTo>
                  <a:pt x="49" y="0"/>
                  <a:pt x="49" y="0"/>
                  <a:pt x="49" y="0"/>
                </a:cubicBezTo>
                <a:cubicBezTo>
                  <a:pt x="40" y="0"/>
                  <a:pt x="32" y="7"/>
                  <a:pt x="32" y="16"/>
                </a:cubicBezTo>
                <a:cubicBezTo>
                  <a:pt x="32" y="32"/>
                  <a:pt x="32" y="32"/>
                  <a:pt x="32" y="32"/>
                </a:cubicBezTo>
                <a:cubicBezTo>
                  <a:pt x="32" y="41"/>
                  <a:pt x="40" y="48"/>
                  <a:pt x="49" y="48"/>
                </a:cubicBezTo>
                <a:cubicBezTo>
                  <a:pt x="65" y="48"/>
                  <a:pt x="65" y="48"/>
                  <a:pt x="65" y="48"/>
                </a:cubicBezTo>
                <a:cubicBezTo>
                  <a:pt x="65" y="129"/>
                  <a:pt x="65" y="129"/>
                  <a:pt x="65" y="129"/>
                </a:cubicBezTo>
                <a:cubicBezTo>
                  <a:pt x="26" y="155"/>
                  <a:pt x="0" y="199"/>
                  <a:pt x="0" y="249"/>
                </a:cubicBezTo>
                <a:cubicBezTo>
                  <a:pt x="0" y="290"/>
                  <a:pt x="18" y="327"/>
                  <a:pt x="45" y="353"/>
                </a:cubicBezTo>
                <a:cubicBezTo>
                  <a:pt x="245" y="353"/>
                  <a:pt x="245" y="353"/>
                  <a:pt x="245" y="353"/>
                </a:cubicBezTo>
                <a:cubicBezTo>
                  <a:pt x="272" y="327"/>
                  <a:pt x="289" y="290"/>
                  <a:pt x="289" y="249"/>
                </a:cubicBezTo>
                <a:cubicBezTo>
                  <a:pt x="289" y="199"/>
                  <a:pt x="264" y="155"/>
                  <a:pt x="225" y="129"/>
                </a:cubicBezTo>
                <a:moveTo>
                  <a:pt x="49" y="16"/>
                </a:moveTo>
                <a:cubicBezTo>
                  <a:pt x="241" y="16"/>
                  <a:pt x="241" y="16"/>
                  <a:pt x="241" y="16"/>
                </a:cubicBezTo>
                <a:cubicBezTo>
                  <a:pt x="241" y="32"/>
                  <a:pt x="241" y="32"/>
                  <a:pt x="241" y="32"/>
                </a:cubicBezTo>
                <a:cubicBezTo>
                  <a:pt x="49" y="32"/>
                  <a:pt x="49" y="32"/>
                  <a:pt x="49" y="32"/>
                </a:cubicBezTo>
                <a:lnTo>
                  <a:pt x="49" y="16"/>
                </a:lnTo>
                <a:close/>
                <a:moveTo>
                  <a:pt x="209" y="48"/>
                </a:moveTo>
                <a:cubicBezTo>
                  <a:pt x="209" y="71"/>
                  <a:pt x="209" y="71"/>
                  <a:pt x="209" y="71"/>
                </a:cubicBezTo>
                <a:cubicBezTo>
                  <a:pt x="193" y="71"/>
                  <a:pt x="172" y="74"/>
                  <a:pt x="150" y="87"/>
                </a:cubicBezTo>
                <a:cubicBezTo>
                  <a:pt x="123" y="102"/>
                  <a:pt x="98" y="98"/>
                  <a:pt x="81" y="90"/>
                </a:cubicBezTo>
                <a:cubicBezTo>
                  <a:pt x="81" y="48"/>
                  <a:pt x="81" y="48"/>
                  <a:pt x="81" y="48"/>
                </a:cubicBezTo>
                <a:lnTo>
                  <a:pt x="209" y="48"/>
                </a:lnTo>
                <a:close/>
                <a:moveTo>
                  <a:pt x="238" y="337"/>
                </a:moveTo>
                <a:cubicBezTo>
                  <a:pt x="52" y="337"/>
                  <a:pt x="52" y="337"/>
                  <a:pt x="52" y="337"/>
                </a:cubicBezTo>
                <a:cubicBezTo>
                  <a:pt x="29" y="313"/>
                  <a:pt x="16" y="282"/>
                  <a:pt x="16" y="249"/>
                </a:cubicBezTo>
                <a:cubicBezTo>
                  <a:pt x="16" y="206"/>
                  <a:pt x="38" y="166"/>
                  <a:pt x="73" y="142"/>
                </a:cubicBezTo>
                <a:cubicBezTo>
                  <a:pt x="78" y="139"/>
                  <a:pt x="81" y="134"/>
                  <a:pt x="81" y="129"/>
                </a:cubicBezTo>
                <a:cubicBezTo>
                  <a:pt x="81" y="107"/>
                  <a:pt x="81" y="107"/>
                  <a:pt x="81" y="107"/>
                </a:cubicBezTo>
                <a:cubicBezTo>
                  <a:pt x="90" y="111"/>
                  <a:pt x="102" y="113"/>
                  <a:pt x="114" y="113"/>
                </a:cubicBezTo>
                <a:cubicBezTo>
                  <a:pt x="127" y="113"/>
                  <a:pt x="142" y="110"/>
                  <a:pt x="158" y="101"/>
                </a:cubicBezTo>
                <a:cubicBezTo>
                  <a:pt x="178" y="90"/>
                  <a:pt x="195" y="87"/>
                  <a:pt x="209" y="87"/>
                </a:cubicBezTo>
                <a:cubicBezTo>
                  <a:pt x="209" y="129"/>
                  <a:pt x="209" y="129"/>
                  <a:pt x="209" y="129"/>
                </a:cubicBezTo>
                <a:cubicBezTo>
                  <a:pt x="209" y="134"/>
                  <a:pt x="212" y="139"/>
                  <a:pt x="216" y="142"/>
                </a:cubicBezTo>
                <a:cubicBezTo>
                  <a:pt x="252" y="166"/>
                  <a:pt x="273" y="206"/>
                  <a:pt x="273" y="249"/>
                </a:cubicBezTo>
                <a:cubicBezTo>
                  <a:pt x="273" y="282"/>
                  <a:pt x="261" y="313"/>
                  <a:pt x="238" y="337"/>
                </a:cubicBezTo>
                <a:moveTo>
                  <a:pt x="169" y="145"/>
                </a:moveTo>
                <a:cubicBezTo>
                  <a:pt x="156" y="145"/>
                  <a:pt x="145" y="155"/>
                  <a:pt x="145" y="169"/>
                </a:cubicBezTo>
                <a:cubicBezTo>
                  <a:pt x="145" y="182"/>
                  <a:pt x="156" y="193"/>
                  <a:pt x="169" y="193"/>
                </a:cubicBezTo>
                <a:cubicBezTo>
                  <a:pt x="182" y="193"/>
                  <a:pt x="193" y="182"/>
                  <a:pt x="193" y="169"/>
                </a:cubicBezTo>
                <a:cubicBezTo>
                  <a:pt x="193" y="155"/>
                  <a:pt x="182" y="145"/>
                  <a:pt x="169" y="145"/>
                </a:cubicBezTo>
                <a:moveTo>
                  <a:pt x="169" y="177"/>
                </a:moveTo>
                <a:cubicBezTo>
                  <a:pt x="164" y="177"/>
                  <a:pt x="161" y="173"/>
                  <a:pt x="161" y="169"/>
                </a:cubicBezTo>
                <a:cubicBezTo>
                  <a:pt x="161" y="164"/>
                  <a:pt x="164" y="161"/>
                  <a:pt x="169" y="161"/>
                </a:cubicBezTo>
                <a:cubicBezTo>
                  <a:pt x="173" y="161"/>
                  <a:pt x="177" y="164"/>
                  <a:pt x="177" y="169"/>
                </a:cubicBezTo>
                <a:cubicBezTo>
                  <a:pt x="177" y="173"/>
                  <a:pt x="173" y="177"/>
                  <a:pt x="169" y="177"/>
                </a:cubicBezTo>
                <a:moveTo>
                  <a:pt x="145" y="225"/>
                </a:moveTo>
                <a:cubicBezTo>
                  <a:pt x="136" y="225"/>
                  <a:pt x="129" y="232"/>
                  <a:pt x="129" y="241"/>
                </a:cubicBezTo>
                <a:cubicBezTo>
                  <a:pt x="129" y="250"/>
                  <a:pt x="136" y="257"/>
                  <a:pt x="145" y="257"/>
                </a:cubicBezTo>
                <a:cubicBezTo>
                  <a:pt x="154" y="257"/>
                  <a:pt x="161" y="250"/>
                  <a:pt x="161" y="241"/>
                </a:cubicBezTo>
                <a:cubicBezTo>
                  <a:pt x="161" y="232"/>
                  <a:pt x="154" y="225"/>
                  <a:pt x="145" y="225"/>
                </a:cubicBezTo>
                <a:moveTo>
                  <a:pt x="169" y="289"/>
                </a:moveTo>
                <a:cubicBezTo>
                  <a:pt x="164" y="289"/>
                  <a:pt x="161" y="293"/>
                  <a:pt x="161" y="297"/>
                </a:cubicBezTo>
                <a:cubicBezTo>
                  <a:pt x="161" y="301"/>
                  <a:pt x="164" y="305"/>
                  <a:pt x="169" y="305"/>
                </a:cubicBezTo>
                <a:cubicBezTo>
                  <a:pt x="173" y="305"/>
                  <a:pt x="177" y="301"/>
                  <a:pt x="177" y="297"/>
                </a:cubicBezTo>
                <a:cubicBezTo>
                  <a:pt x="177" y="293"/>
                  <a:pt x="173" y="289"/>
                  <a:pt x="169" y="289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0" name="Freeform 20"/>
          <p:cNvSpPr>
            <a:spLocks noEditPoints="1"/>
          </p:cNvSpPr>
          <p:nvPr/>
        </p:nvSpPr>
        <p:spPr bwMode="auto">
          <a:xfrm>
            <a:off x="6415617" y="2025651"/>
            <a:ext cx="476251" cy="582084"/>
          </a:xfrm>
          <a:custGeom>
            <a:avLst/>
            <a:gdLst>
              <a:gd name="T0" fmla="*/ 64 w 289"/>
              <a:gd name="T1" fmla="*/ 281 h 353"/>
              <a:gd name="T2" fmla="*/ 80 w 289"/>
              <a:gd name="T3" fmla="*/ 281 h 353"/>
              <a:gd name="T4" fmla="*/ 80 w 289"/>
              <a:gd name="T5" fmla="*/ 177 h 353"/>
              <a:gd name="T6" fmla="*/ 80 w 289"/>
              <a:gd name="T7" fmla="*/ 209 h 353"/>
              <a:gd name="T8" fmla="*/ 80 w 289"/>
              <a:gd name="T9" fmla="*/ 177 h 353"/>
              <a:gd name="T10" fmla="*/ 224 w 289"/>
              <a:gd name="T11" fmla="*/ 201 h 353"/>
              <a:gd name="T12" fmla="*/ 241 w 289"/>
              <a:gd name="T13" fmla="*/ 201 h 353"/>
              <a:gd name="T14" fmla="*/ 225 w 289"/>
              <a:gd name="T15" fmla="*/ 48 h 353"/>
              <a:gd name="T16" fmla="*/ 257 w 289"/>
              <a:gd name="T17" fmla="*/ 32 h 353"/>
              <a:gd name="T18" fmla="*/ 241 w 289"/>
              <a:gd name="T19" fmla="*/ 0 h 353"/>
              <a:gd name="T20" fmla="*/ 32 w 289"/>
              <a:gd name="T21" fmla="*/ 16 h 353"/>
              <a:gd name="T22" fmla="*/ 48 w 289"/>
              <a:gd name="T23" fmla="*/ 48 h 353"/>
              <a:gd name="T24" fmla="*/ 0 w 289"/>
              <a:gd name="T25" fmla="*/ 257 h 353"/>
              <a:gd name="T26" fmla="*/ 192 w 289"/>
              <a:gd name="T27" fmla="*/ 353 h 353"/>
              <a:gd name="T28" fmla="*/ 225 w 289"/>
              <a:gd name="T29" fmla="*/ 48 h 353"/>
              <a:gd name="T30" fmla="*/ 241 w 289"/>
              <a:gd name="T31" fmla="*/ 16 h 353"/>
              <a:gd name="T32" fmla="*/ 48 w 289"/>
              <a:gd name="T33" fmla="*/ 32 h 353"/>
              <a:gd name="T34" fmla="*/ 80 w 289"/>
              <a:gd name="T35" fmla="*/ 48 h 353"/>
              <a:gd name="T36" fmla="*/ 230 w 289"/>
              <a:gd name="T37" fmla="*/ 132 h 353"/>
              <a:gd name="T38" fmla="*/ 60 w 289"/>
              <a:gd name="T39" fmla="*/ 129 h 353"/>
              <a:gd name="T40" fmla="*/ 192 w 289"/>
              <a:gd name="T41" fmla="*/ 337 h 353"/>
              <a:gd name="T42" fmla="*/ 16 w 289"/>
              <a:gd name="T43" fmla="*/ 257 h 353"/>
              <a:gd name="T44" fmla="*/ 50 w 289"/>
              <a:gd name="T45" fmla="*/ 149 h 353"/>
              <a:gd name="T46" fmla="*/ 175 w 289"/>
              <a:gd name="T47" fmla="*/ 169 h 353"/>
              <a:gd name="T48" fmla="*/ 244 w 289"/>
              <a:gd name="T49" fmla="*/ 162 h 353"/>
              <a:gd name="T50" fmla="*/ 192 w 289"/>
              <a:gd name="T51" fmla="*/ 337 h 353"/>
              <a:gd name="T52" fmla="*/ 192 w 289"/>
              <a:gd name="T53" fmla="*/ 241 h 353"/>
              <a:gd name="T54" fmla="*/ 224 w 289"/>
              <a:gd name="T55" fmla="*/ 241 h 353"/>
              <a:gd name="T56" fmla="*/ 136 w 289"/>
              <a:gd name="T57" fmla="*/ 225 h 353"/>
              <a:gd name="T58" fmla="*/ 136 w 289"/>
              <a:gd name="T59" fmla="*/ 273 h 353"/>
              <a:gd name="T60" fmla="*/ 136 w 289"/>
              <a:gd name="T61" fmla="*/ 225 h 353"/>
              <a:gd name="T62" fmla="*/ 128 w 289"/>
              <a:gd name="T63" fmla="*/ 249 h 353"/>
              <a:gd name="T64" fmla="*/ 144 w 289"/>
              <a:gd name="T65" fmla="*/ 249 h 353"/>
              <a:gd name="T66" fmla="*/ 184 w 289"/>
              <a:gd name="T67" fmla="*/ 305 h 353"/>
              <a:gd name="T68" fmla="*/ 184 w 289"/>
              <a:gd name="T69" fmla="*/ 321 h 353"/>
              <a:gd name="T70" fmla="*/ 184 w 289"/>
              <a:gd name="T71" fmla="*/ 305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289" h="353">
                <a:moveTo>
                  <a:pt x="72" y="273"/>
                </a:moveTo>
                <a:cubicBezTo>
                  <a:pt x="67" y="273"/>
                  <a:pt x="64" y="277"/>
                  <a:pt x="64" y="281"/>
                </a:cubicBezTo>
                <a:cubicBezTo>
                  <a:pt x="64" y="285"/>
                  <a:pt x="67" y="289"/>
                  <a:pt x="72" y="289"/>
                </a:cubicBezTo>
                <a:cubicBezTo>
                  <a:pt x="76" y="289"/>
                  <a:pt x="80" y="285"/>
                  <a:pt x="80" y="281"/>
                </a:cubicBezTo>
                <a:cubicBezTo>
                  <a:pt x="80" y="277"/>
                  <a:pt x="76" y="273"/>
                  <a:pt x="72" y="273"/>
                </a:cubicBezTo>
                <a:moveTo>
                  <a:pt x="80" y="177"/>
                </a:moveTo>
                <a:cubicBezTo>
                  <a:pt x="71" y="177"/>
                  <a:pt x="64" y="184"/>
                  <a:pt x="64" y="193"/>
                </a:cubicBezTo>
                <a:cubicBezTo>
                  <a:pt x="64" y="202"/>
                  <a:pt x="71" y="209"/>
                  <a:pt x="80" y="209"/>
                </a:cubicBezTo>
                <a:cubicBezTo>
                  <a:pt x="89" y="209"/>
                  <a:pt x="96" y="202"/>
                  <a:pt x="96" y="193"/>
                </a:cubicBezTo>
                <a:cubicBezTo>
                  <a:pt x="96" y="184"/>
                  <a:pt x="89" y="177"/>
                  <a:pt x="80" y="177"/>
                </a:cubicBezTo>
                <a:moveTo>
                  <a:pt x="232" y="193"/>
                </a:moveTo>
                <a:cubicBezTo>
                  <a:pt x="228" y="193"/>
                  <a:pt x="224" y="196"/>
                  <a:pt x="224" y="201"/>
                </a:cubicBezTo>
                <a:cubicBezTo>
                  <a:pt x="224" y="205"/>
                  <a:pt x="228" y="209"/>
                  <a:pt x="232" y="209"/>
                </a:cubicBezTo>
                <a:cubicBezTo>
                  <a:pt x="237" y="209"/>
                  <a:pt x="241" y="205"/>
                  <a:pt x="241" y="201"/>
                </a:cubicBezTo>
                <a:cubicBezTo>
                  <a:pt x="241" y="196"/>
                  <a:pt x="237" y="193"/>
                  <a:pt x="232" y="193"/>
                </a:cubicBezTo>
                <a:moveTo>
                  <a:pt x="225" y="48"/>
                </a:moveTo>
                <a:cubicBezTo>
                  <a:pt x="241" y="48"/>
                  <a:pt x="241" y="48"/>
                  <a:pt x="241" y="48"/>
                </a:cubicBezTo>
                <a:cubicBezTo>
                  <a:pt x="249" y="48"/>
                  <a:pt x="257" y="41"/>
                  <a:pt x="257" y="32"/>
                </a:cubicBezTo>
                <a:cubicBezTo>
                  <a:pt x="257" y="16"/>
                  <a:pt x="257" y="16"/>
                  <a:pt x="257" y="16"/>
                </a:cubicBezTo>
                <a:cubicBezTo>
                  <a:pt x="257" y="7"/>
                  <a:pt x="249" y="0"/>
                  <a:pt x="241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39" y="0"/>
                  <a:pt x="32" y="7"/>
                  <a:pt x="32" y="16"/>
                </a:cubicBezTo>
                <a:cubicBezTo>
                  <a:pt x="32" y="32"/>
                  <a:pt x="32" y="32"/>
                  <a:pt x="32" y="32"/>
                </a:cubicBezTo>
                <a:cubicBezTo>
                  <a:pt x="32" y="41"/>
                  <a:pt x="39" y="48"/>
                  <a:pt x="48" y="48"/>
                </a:cubicBezTo>
                <a:cubicBezTo>
                  <a:pt x="63" y="48"/>
                  <a:pt x="63" y="48"/>
                  <a:pt x="63" y="48"/>
                </a:cubicBezTo>
                <a:cubicBezTo>
                  <a:pt x="57" y="146"/>
                  <a:pt x="0" y="165"/>
                  <a:pt x="0" y="257"/>
                </a:cubicBezTo>
                <a:cubicBezTo>
                  <a:pt x="0" y="310"/>
                  <a:pt x="43" y="353"/>
                  <a:pt x="96" y="353"/>
                </a:cubicBezTo>
                <a:cubicBezTo>
                  <a:pt x="192" y="353"/>
                  <a:pt x="192" y="353"/>
                  <a:pt x="192" y="353"/>
                </a:cubicBezTo>
                <a:cubicBezTo>
                  <a:pt x="246" y="353"/>
                  <a:pt x="289" y="310"/>
                  <a:pt x="289" y="257"/>
                </a:cubicBezTo>
                <a:cubicBezTo>
                  <a:pt x="289" y="165"/>
                  <a:pt x="231" y="146"/>
                  <a:pt x="225" y="48"/>
                </a:cubicBezTo>
                <a:moveTo>
                  <a:pt x="48" y="16"/>
                </a:moveTo>
                <a:cubicBezTo>
                  <a:pt x="241" y="16"/>
                  <a:pt x="241" y="16"/>
                  <a:pt x="241" y="16"/>
                </a:cubicBezTo>
                <a:cubicBezTo>
                  <a:pt x="241" y="32"/>
                  <a:pt x="241" y="32"/>
                  <a:pt x="241" y="32"/>
                </a:cubicBezTo>
                <a:cubicBezTo>
                  <a:pt x="48" y="32"/>
                  <a:pt x="48" y="32"/>
                  <a:pt x="48" y="32"/>
                </a:cubicBezTo>
                <a:lnTo>
                  <a:pt x="48" y="16"/>
                </a:lnTo>
                <a:close/>
                <a:moveTo>
                  <a:pt x="80" y="48"/>
                </a:moveTo>
                <a:cubicBezTo>
                  <a:pt x="209" y="48"/>
                  <a:pt x="209" y="48"/>
                  <a:pt x="209" y="48"/>
                </a:cubicBezTo>
                <a:cubicBezTo>
                  <a:pt x="211" y="84"/>
                  <a:pt x="219" y="110"/>
                  <a:pt x="230" y="132"/>
                </a:cubicBezTo>
                <a:cubicBezTo>
                  <a:pt x="217" y="142"/>
                  <a:pt x="180" y="167"/>
                  <a:pt x="139" y="143"/>
                </a:cubicBezTo>
                <a:cubicBezTo>
                  <a:pt x="106" y="124"/>
                  <a:pt x="77" y="126"/>
                  <a:pt x="60" y="129"/>
                </a:cubicBezTo>
                <a:cubicBezTo>
                  <a:pt x="70" y="108"/>
                  <a:pt x="78" y="82"/>
                  <a:pt x="80" y="48"/>
                </a:cubicBezTo>
                <a:moveTo>
                  <a:pt x="192" y="337"/>
                </a:moveTo>
                <a:cubicBezTo>
                  <a:pt x="96" y="337"/>
                  <a:pt x="96" y="337"/>
                  <a:pt x="96" y="337"/>
                </a:cubicBezTo>
                <a:cubicBezTo>
                  <a:pt x="52" y="337"/>
                  <a:pt x="16" y="301"/>
                  <a:pt x="16" y="257"/>
                </a:cubicBezTo>
                <a:cubicBezTo>
                  <a:pt x="16" y="215"/>
                  <a:pt x="29" y="190"/>
                  <a:pt x="44" y="162"/>
                </a:cubicBezTo>
                <a:cubicBezTo>
                  <a:pt x="46" y="158"/>
                  <a:pt x="48" y="154"/>
                  <a:pt x="50" y="149"/>
                </a:cubicBezTo>
                <a:cubicBezTo>
                  <a:pt x="52" y="149"/>
                  <a:pt x="86" y="131"/>
                  <a:pt x="131" y="157"/>
                </a:cubicBezTo>
                <a:cubicBezTo>
                  <a:pt x="146" y="166"/>
                  <a:pt x="161" y="169"/>
                  <a:pt x="175" y="169"/>
                </a:cubicBezTo>
                <a:cubicBezTo>
                  <a:pt x="202" y="169"/>
                  <a:pt x="225" y="156"/>
                  <a:pt x="237" y="147"/>
                </a:cubicBezTo>
                <a:cubicBezTo>
                  <a:pt x="239" y="152"/>
                  <a:pt x="242" y="157"/>
                  <a:pt x="244" y="162"/>
                </a:cubicBezTo>
                <a:cubicBezTo>
                  <a:pt x="259" y="190"/>
                  <a:pt x="273" y="215"/>
                  <a:pt x="273" y="257"/>
                </a:cubicBezTo>
                <a:cubicBezTo>
                  <a:pt x="273" y="301"/>
                  <a:pt x="237" y="337"/>
                  <a:pt x="192" y="337"/>
                </a:cubicBezTo>
                <a:moveTo>
                  <a:pt x="208" y="225"/>
                </a:moveTo>
                <a:cubicBezTo>
                  <a:pt x="200" y="225"/>
                  <a:pt x="192" y="232"/>
                  <a:pt x="192" y="241"/>
                </a:cubicBezTo>
                <a:cubicBezTo>
                  <a:pt x="192" y="250"/>
                  <a:pt x="200" y="257"/>
                  <a:pt x="208" y="257"/>
                </a:cubicBezTo>
                <a:cubicBezTo>
                  <a:pt x="217" y="257"/>
                  <a:pt x="224" y="250"/>
                  <a:pt x="224" y="241"/>
                </a:cubicBezTo>
                <a:cubicBezTo>
                  <a:pt x="224" y="232"/>
                  <a:pt x="217" y="225"/>
                  <a:pt x="208" y="225"/>
                </a:cubicBezTo>
                <a:moveTo>
                  <a:pt x="136" y="225"/>
                </a:moveTo>
                <a:cubicBezTo>
                  <a:pt x="123" y="225"/>
                  <a:pt x="112" y="236"/>
                  <a:pt x="112" y="249"/>
                </a:cubicBezTo>
                <a:cubicBezTo>
                  <a:pt x="112" y="262"/>
                  <a:pt x="123" y="273"/>
                  <a:pt x="136" y="273"/>
                </a:cubicBezTo>
                <a:cubicBezTo>
                  <a:pt x="149" y="273"/>
                  <a:pt x="160" y="262"/>
                  <a:pt x="160" y="249"/>
                </a:cubicBezTo>
                <a:cubicBezTo>
                  <a:pt x="160" y="236"/>
                  <a:pt x="149" y="225"/>
                  <a:pt x="136" y="225"/>
                </a:cubicBezTo>
                <a:moveTo>
                  <a:pt x="136" y="257"/>
                </a:moveTo>
                <a:cubicBezTo>
                  <a:pt x="132" y="257"/>
                  <a:pt x="128" y="253"/>
                  <a:pt x="128" y="249"/>
                </a:cubicBezTo>
                <a:cubicBezTo>
                  <a:pt x="128" y="244"/>
                  <a:pt x="132" y="241"/>
                  <a:pt x="136" y="241"/>
                </a:cubicBezTo>
                <a:cubicBezTo>
                  <a:pt x="141" y="241"/>
                  <a:pt x="144" y="244"/>
                  <a:pt x="144" y="249"/>
                </a:cubicBezTo>
                <a:cubicBezTo>
                  <a:pt x="144" y="253"/>
                  <a:pt x="141" y="257"/>
                  <a:pt x="136" y="257"/>
                </a:cubicBezTo>
                <a:moveTo>
                  <a:pt x="184" y="305"/>
                </a:moveTo>
                <a:cubicBezTo>
                  <a:pt x="180" y="305"/>
                  <a:pt x="176" y="309"/>
                  <a:pt x="176" y="313"/>
                </a:cubicBezTo>
                <a:cubicBezTo>
                  <a:pt x="176" y="318"/>
                  <a:pt x="180" y="321"/>
                  <a:pt x="184" y="321"/>
                </a:cubicBezTo>
                <a:cubicBezTo>
                  <a:pt x="189" y="321"/>
                  <a:pt x="192" y="318"/>
                  <a:pt x="192" y="313"/>
                </a:cubicBezTo>
                <a:cubicBezTo>
                  <a:pt x="192" y="309"/>
                  <a:pt x="189" y="305"/>
                  <a:pt x="184" y="305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1" name="Freeform 21"/>
          <p:cNvSpPr>
            <a:spLocks noEditPoints="1"/>
          </p:cNvSpPr>
          <p:nvPr/>
        </p:nvSpPr>
        <p:spPr bwMode="auto">
          <a:xfrm>
            <a:off x="7499351" y="2025651"/>
            <a:ext cx="529167" cy="582084"/>
          </a:xfrm>
          <a:custGeom>
            <a:avLst/>
            <a:gdLst>
              <a:gd name="T0" fmla="*/ 80 w 321"/>
              <a:gd name="T1" fmla="*/ 281 h 353"/>
              <a:gd name="T2" fmla="*/ 96 w 321"/>
              <a:gd name="T3" fmla="*/ 281 h 353"/>
              <a:gd name="T4" fmla="*/ 225 w 321"/>
              <a:gd name="T5" fmla="*/ 96 h 353"/>
              <a:gd name="T6" fmla="*/ 241 w 321"/>
              <a:gd name="T7" fmla="*/ 48 h 353"/>
              <a:gd name="T8" fmla="*/ 257 w 321"/>
              <a:gd name="T9" fmla="*/ 16 h 353"/>
              <a:gd name="T10" fmla="*/ 80 w 321"/>
              <a:gd name="T11" fmla="*/ 0 h 353"/>
              <a:gd name="T12" fmla="*/ 64 w 321"/>
              <a:gd name="T13" fmla="*/ 32 h 353"/>
              <a:gd name="T14" fmla="*/ 96 w 321"/>
              <a:gd name="T15" fmla="*/ 48 h 353"/>
              <a:gd name="T16" fmla="*/ 0 w 321"/>
              <a:gd name="T17" fmla="*/ 273 h 353"/>
              <a:gd name="T18" fmla="*/ 241 w 321"/>
              <a:gd name="T19" fmla="*/ 353 h 353"/>
              <a:gd name="T20" fmla="*/ 225 w 321"/>
              <a:gd name="T21" fmla="*/ 96 h 353"/>
              <a:gd name="T22" fmla="*/ 241 w 321"/>
              <a:gd name="T23" fmla="*/ 16 h 353"/>
              <a:gd name="T24" fmla="*/ 80 w 321"/>
              <a:gd name="T25" fmla="*/ 32 h 353"/>
              <a:gd name="T26" fmla="*/ 209 w 321"/>
              <a:gd name="T27" fmla="*/ 48 h 353"/>
              <a:gd name="T28" fmla="*/ 158 w 321"/>
              <a:gd name="T29" fmla="*/ 88 h 353"/>
              <a:gd name="T30" fmla="*/ 112 w 321"/>
              <a:gd name="T31" fmla="*/ 96 h 353"/>
              <a:gd name="T32" fmla="*/ 209 w 321"/>
              <a:gd name="T33" fmla="*/ 48 h 353"/>
              <a:gd name="T34" fmla="*/ 80 w 321"/>
              <a:gd name="T35" fmla="*/ 337 h 353"/>
              <a:gd name="T36" fmla="*/ 74 w 321"/>
              <a:gd name="T37" fmla="*/ 158 h 353"/>
              <a:gd name="T38" fmla="*/ 123 w 321"/>
              <a:gd name="T39" fmla="*/ 112 h 353"/>
              <a:gd name="T40" fmla="*/ 209 w 321"/>
              <a:gd name="T41" fmla="*/ 88 h 353"/>
              <a:gd name="T42" fmla="*/ 247 w 321"/>
              <a:gd name="T43" fmla="*/ 158 h 353"/>
              <a:gd name="T44" fmla="*/ 241 w 321"/>
              <a:gd name="T45" fmla="*/ 337 h 353"/>
              <a:gd name="T46" fmla="*/ 80 w 321"/>
              <a:gd name="T47" fmla="*/ 217 h 353"/>
              <a:gd name="T48" fmla="*/ 128 w 321"/>
              <a:gd name="T49" fmla="*/ 217 h 353"/>
              <a:gd name="T50" fmla="*/ 104 w 321"/>
              <a:gd name="T51" fmla="*/ 225 h 353"/>
              <a:gd name="T52" fmla="*/ 104 w 321"/>
              <a:gd name="T53" fmla="*/ 209 h 353"/>
              <a:gd name="T54" fmla="*/ 104 w 321"/>
              <a:gd name="T55" fmla="*/ 225 h 353"/>
              <a:gd name="T56" fmla="*/ 241 w 321"/>
              <a:gd name="T57" fmla="*/ 297 h 353"/>
              <a:gd name="T58" fmla="*/ 257 w 321"/>
              <a:gd name="T59" fmla="*/ 297 h 353"/>
              <a:gd name="T60" fmla="*/ 233 w 321"/>
              <a:gd name="T61" fmla="*/ 241 h 353"/>
              <a:gd name="T62" fmla="*/ 233 w 321"/>
              <a:gd name="T63" fmla="*/ 257 h 353"/>
              <a:gd name="T64" fmla="*/ 233 w 321"/>
              <a:gd name="T65" fmla="*/ 241 h 353"/>
              <a:gd name="T66" fmla="*/ 177 w 321"/>
              <a:gd name="T67" fmla="*/ 193 h 353"/>
              <a:gd name="T68" fmla="*/ 209 w 321"/>
              <a:gd name="T69" fmla="*/ 193 h 353"/>
              <a:gd name="T70" fmla="*/ 160 w 321"/>
              <a:gd name="T71" fmla="*/ 257 h 353"/>
              <a:gd name="T72" fmla="*/ 160 w 321"/>
              <a:gd name="T73" fmla="*/ 289 h 353"/>
              <a:gd name="T74" fmla="*/ 160 w 321"/>
              <a:gd name="T75" fmla="*/ 257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321" h="353">
                <a:moveTo>
                  <a:pt x="88" y="273"/>
                </a:moveTo>
                <a:cubicBezTo>
                  <a:pt x="84" y="273"/>
                  <a:pt x="80" y="277"/>
                  <a:pt x="80" y="281"/>
                </a:cubicBezTo>
                <a:cubicBezTo>
                  <a:pt x="80" y="285"/>
                  <a:pt x="84" y="289"/>
                  <a:pt x="88" y="289"/>
                </a:cubicBezTo>
                <a:cubicBezTo>
                  <a:pt x="93" y="289"/>
                  <a:pt x="96" y="285"/>
                  <a:pt x="96" y="281"/>
                </a:cubicBezTo>
                <a:cubicBezTo>
                  <a:pt x="96" y="277"/>
                  <a:pt x="93" y="273"/>
                  <a:pt x="88" y="273"/>
                </a:cubicBezTo>
                <a:moveTo>
                  <a:pt x="225" y="96"/>
                </a:moveTo>
                <a:cubicBezTo>
                  <a:pt x="225" y="48"/>
                  <a:pt x="225" y="48"/>
                  <a:pt x="225" y="48"/>
                </a:cubicBezTo>
                <a:cubicBezTo>
                  <a:pt x="241" y="48"/>
                  <a:pt x="241" y="48"/>
                  <a:pt x="241" y="48"/>
                </a:cubicBezTo>
                <a:cubicBezTo>
                  <a:pt x="250" y="48"/>
                  <a:pt x="257" y="41"/>
                  <a:pt x="257" y="32"/>
                </a:cubicBezTo>
                <a:cubicBezTo>
                  <a:pt x="257" y="16"/>
                  <a:pt x="257" y="16"/>
                  <a:pt x="257" y="16"/>
                </a:cubicBezTo>
                <a:cubicBezTo>
                  <a:pt x="257" y="7"/>
                  <a:pt x="250" y="0"/>
                  <a:pt x="241" y="0"/>
                </a:cubicBezTo>
                <a:cubicBezTo>
                  <a:pt x="80" y="0"/>
                  <a:pt x="80" y="0"/>
                  <a:pt x="80" y="0"/>
                </a:cubicBezTo>
                <a:cubicBezTo>
                  <a:pt x="71" y="0"/>
                  <a:pt x="64" y="7"/>
                  <a:pt x="64" y="16"/>
                </a:cubicBezTo>
                <a:cubicBezTo>
                  <a:pt x="64" y="32"/>
                  <a:pt x="64" y="32"/>
                  <a:pt x="64" y="32"/>
                </a:cubicBezTo>
                <a:cubicBezTo>
                  <a:pt x="64" y="41"/>
                  <a:pt x="71" y="48"/>
                  <a:pt x="80" y="48"/>
                </a:cubicBezTo>
                <a:cubicBezTo>
                  <a:pt x="96" y="48"/>
                  <a:pt x="96" y="48"/>
                  <a:pt x="96" y="48"/>
                </a:cubicBezTo>
                <a:cubicBezTo>
                  <a:pt x="96" y="96"/>
                  <a:pt x="96" y="96"/>
                  <a:pt x="96" y="96"/>
                </a:cubicBezTo>
                <a:cubicBezTo>
                  <a:pt x="96" y="145"/>
                  <a:pt x="0" y="161"/>
                  <a:pt x="0" y="273"/>
                </a:cubicBezTo>
                <a:cubicBezTo>
                  <a:pt x="0" y="353"/>
                  <a:pt x="80" y="353"/>
                  <a:pt x="80" y="353"/>
                </a:cubicBezTo>
                <a:cubicBezTo>
                  <a:pt x="241" y="353"/>
                  <a:pt x="241" y="353"/>
                  <a:pt x="241" y="353"/>
                </a:cubicBezTo>
                <a:cubicBezTo>
                  <a:pt x="241" y="353"/>
                  <a:pt x="321" y="353"/>
                  <a:pt x="321" y="273"/>
                </a:cubicBezTo>
                <a:cubicBezTo>
                  <a:pt x="321" y="161"/>
                  <a:pt x="225" y="145"/>
                  <a:pt x="225" y="96"/>
                </a:cubicBezTo>
                <a:moveTo>
                  <a:pt x="80" y="16"/>
                </a:moveTo>
                <a:cubicBezTo>
                  <a:pt x="241" y="16"/>
                  <a:pt x="241" y="16"/>
                  <a:pt x="241" y="16"/>
                </a:cubicBezTo>
                <a:cubicBezTo>
                  <a:pt x="241" y="32"/>
                  <a:pt x="241" y="32"/>
                  <a:pt x="241" y="32"/>
                </a:cubicBezTo>
                <a:cubicBezTo>
                  <a:pt x="80" y="32"/>
                  <a:pt x="80" y="32"/>
                  <a:pt x="80" y="32"/>
                </a:cubicBezTo>
                <a:lnTo>
                  <a:pt x="80" y="16"/>
                </a:lnTo>
                <a:close/>
                <a:moveTo>
                  <a:pt x="209" y="48"/>
                </a:moveTo>
                <a:cubicBezTo>
                  <a:pt x="209" y="72"/>
                  <a:pt x="209" y="72"/>
                  <a:pt x="209" y="72"/>
                </a:cubicBezTo>
                <a:cubicBezTo>
                  <a:pt x="194" y="73"/>
                  <a:pt x="177" y="77"/>
                  <a:pt x="158" y="88"/>
                </a:cubicBezTo>
                <a:cubicBezTo>
                  <a:pt x="142" y="97"/>
                  <a:pt x="126" y="98"/>
                  <a:pt x="112" y="96"/>
                </a:cubicBezTo>
                <a:cubicBezTo>
                  <a:pt x="112" y="96"/>
                  <a:pt x="112" y="96"/>
                  <a:pt x="112" y="96"/>
                </a:cubicBezTo>
                <a:cubicBezTo>
                  <a:pt x="112" y="48"/>
                  <a:pt x="112" y="48"/>
                  <a:pt x="112" y="48"/>
                </a:cubicBezTo>
                <a:lnTo>
                  <a:pt x="209" y="48"/>
                </a:lnTo>
                <a:close/>
                <a:moveTo>
                  <a:pt x="241" y="337"/>
                </a:moveTo>
                <a:cubicBezTo>
                  <a:pt x="80" y="337"/>
                  <a:pt x="80" y="337"/>
                  <a:pt x="80" y="337"/>
                </a:cubicBezTo>
                <a:cubicBezTo>
                  <a:pt x="78" y="337"/>
                  <a:pt x="16" y="336"/>
                  <a:pt x="16" y="273"/>
                </a:cubicBezTo>
                <a:cubicBezTo>
                  <a:pt x="16" y="212"/>
                  <a:pt x="47" y="183"/>
                  <a:pt x="74" y="158"/>
                </a:cubicBezTo>
                <a:cubicBezTo>
                  <a:pt x="90" y="144"/>
                  <a:pt x="104" y="130"/>
                  <a:pt x="110" y="111"/>
                </a:cubicBezTo>
                <a:cubicBezTo>
                  <a:pt x="114" y="112"/>
                  <a:pt x="118" y="112"/>
                  <a:pt x="123" y="112"/>
                </a:cubicBezTo>
                <a:cubicBezTo>
                  <a:pt x="136" y="112"/>
                  <a:pt x="151" y="109"/>
                  <a:pt x="166" y="101"/>
                </a:cubicBezTo>
                <a:cubicBezTo>
                  <a:pt x="182" y="92"/>
                  <a:pt x="197" y="89"/>
                  <a:pt x="209" y="88"/>
                </a:cubicBezTo>
                <a:cubicBezTo>
                  <a:pt x="209" y="96"/>
                  <a:pt x="209" y="96"/>
                  <a:pt x="209" y="96"/>
                </a:cubicBezTo>
                <a:cubicBezTo>
                  <a:pt x="209" y="122"/>
                  <a:pt x="227" y="140"/>
                  <a:pt x="247" y="158"/>
                </a:cubicBezTo>
                <a:cubicBezTo>
                  <a:pt x="274" y="183"/>
                  <a:pt x="305" y="212"/>
                  <a:pt x="305" y="273"/>
                </a:cubicBezTo>
                <a:cubicBezTo>
                  <a:pt x="305" y="335"/>
                  <a:pt x="247" y="337"/>
                  <a:pt x="241" y="337"/>
                </a:cubicBezTo>
                <a:moveTo>
                  <a:pt x="104" y="193"/>
                </a:moveTo>
                <a:cubicBezTo>
                  <a:pt x="91" y="193"/>
                  <a:pt x="80" y="203"/>
                  <a:pt x="80" y="217"/>
                </a:cubicBezTo>
                <a:cubicBezTo>
                  <a:pt x="80" y="230"/>
                  <a:pt x="91" y="241"/>
                  <a:pt x="104" y="241"/>
                </a:cubicBezTo>
                <a:cubicBezTo>
                  <a:pt x="118" y="241"/>
                  <a:pt x="128" y="230"/>
                  <a:pt x="128" y="217"/>
                </a:cubicBezTo>
                <a:cubicBezTo>
                  <a:pt x="128" y="203"/>
                  <a:pt x="118" y="193"/>
                  <a:pt x="104" y="193"/>
                </a:cubicBezTo>
                <a:moveTo>
                  <a:pt x="104" y="225"/>
                </a:moveTo>
                <a:cubicBezTo>
                  <a:pt x="100" y="225"/>
                  <a:pt x="96" y="221"/>
                  <a:pt x="96" y="217"/>
                </a:cubicBezTo>
                <a:cubicBezTo>
                  <a:pt x="96" y="212"/>
                  <a:pt x="100" y="209"/>
                  <a:pt x="104" y="209"/>
                </a:cubicBezTo>
                <a:cubicBezTo>
                  <a:pt x="109" y="209"/>
                  <a:pt x="112" y="212"/>
                  <a:pt x="112" y="217"/>
                </a:cubicBezTo>
                <a:cubicBezTo>
                  <a:pt x="112" y="221"/>
                  <a:pt x="109" y="225"/>
                  <a:pt x="104" y="225"/>
                </a:cubicBezTo>
                <a:moveTo>
                  <a:pt x="249" y="289"/>
                </a:moveTo>
                <a:cubicBezTo>
                  <a:pt x="244" y="289"/>
                  <a:pt x="241" y="293"/>
                  <a:pt x="241" y="297"/>
                </a:cubicBezTo>
                <a:cubicBezTo>
                  <a:pt x="241" y="301"/>
                  <a:pt x="244" y="305"/>
                  <a:pt x="249" y="305"/>
                </a:cubicBezTo>
                <a:cubicBezTo>
                  <a:pt x="253" y="305"/>
                  <a:pt x="257" y="301"/>
                  <a:pt x="257" y="297"/>
                </a:cubicBezTo>
                <a:cubicBezTo>
                  <a:pt x="257" y="293"/>
                  <a:pt x="253" y="289"/>
                  <a:pt x="249" y="289"/>
                </a:cubicBezTo>
                <a:moveTo>
                  <a:pt x="233" y="241"/>
                </a:moveTo>
                <a:cubicBezTo>
                  <a:pt x="228" y="241"/>
                  <a:pt x="225" y="244"/>
                  <a:pt x="225" y="249"/>
                </a:cubicBezTo>
                <a:cubicBezTo>
                  <a:pt x="225" y="253"/>
                  <a:pt x="228" y="257"/>
                  <a:pt x="233" y="257"/>
                </a:cubicBezTo>
                <a:cubicBezTo>
                  <a:pt x="237" y="257"/>
                  <a:pt x="241" y="253"/>
                  <a:pt x="241" y="249"/>
                </a:cubicBezTo>
                <a:cubicBezTo>
                  <a:pt x="241" y="244"/>
                  <a:pt x="237" y="241"/>
                  <a:pt x="233" y="241"/>
                </a:cubicBezTo>
                <a:moveTo>
                  <a:pt x="193" y="177"/>
                </a:moveTo>
                <a:cubicBezTo>
                  <a:pt x="184" y="177"/>
                  <a:pt x="177" y="184"/>
                  <a:pt x="177" y="193"/>
                </a:cubicBezTo>
                <a:cubicBezTo>
                  <a:pt x="177" y="202"/>
                  <a:pt x="184" y="209"/>
                  <a:pt x="193" y="209"/>
                </a:cubicBezTo>
                <a:cubicBezTo>
                  <a:pt x="201" y="209"/>
                  <a:pt x="209" y="202"/>
                  <a:pt x="209" y="193"/>
                </a:cubicBezTo>
                <a:cubicBezTo>
                  <a:pt x="209" y="184"/>
                  <a:pt x="201" y="177"/>
                  <a:pt x="193" y="177"/>
                </a:cubicBezTo>
                <a:moveTo>
                  <a:pt x="160" y="257"/>
                </a:moveTo>
                <a:cubicBezTo>
                  <a:pt x="152" y="257"/>
                  <a:pt x="144" y="264"/>
                  <a:pt x="144" y="273"/>
                </a:cubicBezTo>
                <a:cubicBezTo>
                  <a:pt x="144" y="282"/>
                  <a:pt x="152" y="289"/>
                  <a:pt x="160" y="289"/>
                </a:cubicBezTo>
                <a:cubicBezTo>
                  <a:pt x="169" y="289"/>
                  <a:pt x="177" y="282"/>
                  <a:pt x="177" y="273"/>
                </a:cubicBezTo>
                <a:cubicBezTo>
                  <a:pt x="177" y="264"/>
                  <a:pt x="169" y="257"/>
                  <a:pt x="160" y="257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2" name="Freeform 22"/>
          <p:cNvSpPr>
            <a:spLocks noEditPoints="1"/>
          </p:cNvSpPr>
          <p:nvPr/>
        </p:nvSpPr>
        <p:spPr bwMode="auto">
          <a:xfrm>
            <a:off x="8638117" y="2025651"/>
            <a:ext cx="476251" cy="582084"/>
          </a:xfrm>
          <a:custGeom>
            <a:avLst/>
            <a:gdLst>
              <a:gd name="T0" fmla="*/ 0 w 289"/>
              <a:gd name="T1" fmla="*/ 16 h 353"/>
              <a:gd name="T2" fmla="*/ 273 w 289"/>
              <a:gd name="T3" fmla="*/ 353 h 353"/>
              <a:gd name="T4" fmla="*/ 273 w 289"/>
              <a:gd name="T5" fmla="*/ 0 h 353"/>
              <a:gd name="T6" fmla="*/ 257 w 289"/>
              <a:gd name="T7" fmla="*/ 305 h 353"/>
              <a:gd name="T8" fmla="*/ 241 w 289"/>
              <a:gd name="T9" fmla="*/ 337 h 353"/>
              <a:gd name="T10" fmla="*/ 217 w 289"/>
              <a:gd name="T11" fmla="*/ 297 h 353"/>
              <a:gd name="T12" fmla="*/ 193 w 289"/>
              <a:gd name="T13" fmla="*/ 337 h 353"/>
              <a:gd name="T14" fmla="*/ 177 w 289"/>
              <a:gd name="T15" fmla="*/ 297 h 353"/>
              <a:gd name="T16" fmla="*/ 145 w 289"/>
              <a:gd name="T17" fmla="*/ 297 h 353"/>
              <a:gd name="T18" fmla="*/ 129 w 289"/>
              <a:gd name="T19" fmla="*/ 337 h 353"/>
              <a:gd name="T20" fmla="*/ 105 w 289"/>
              <a:gd name="T21" fmla="*/ 297 h 353"/>
              <a:gd name="T22" fmla="*/ 81 w 289"/>
              <a:gd name="T23" fmla="*/ 337 h 353"/>
              <a:gd name="T24" fmla="*/ 65 w 289"/>
              <a:gd name="T25" fmla="*/ 297 h 353"/>
              <a:gd name="T26" fmla="*/ 48 w 289"/>
              <a:gd name="T27" fmla="*/ 305 h 353"/>
              <a:gd name="T28" fmla="*/ 32 w 289"/>
              <a:gd name="T29" fmla="*/ 337 h 353"/>
              <a:gd name="T30" fmla="*/ 273 w 289"/>
              <a:gd name="T31" fmla="*/ 273 h 353"/>
              <a:gd name="T32" fmla="*/ 257 w 289"/>
              <a:gd name="T33" fmla="*/ 257 h 353"/>
              <a:gd name="T34" fmla="*/ 241 w 289"/>
              <a:gd name="T35" fmla="*/ 217 h 353"/>
              <a:gd name="T36" fmla="*/ 225 w 289"/>
              <a:gd name="T37" fmla="*/ 217 h 353"/>
              <a:gd name="T38" fmla="*/ 209 w 289"/>
              <a:gd name="T39" fmla="*/ 257 h 353"/>
              <a:gd name="T40" fmla="*/ 169 w 289"/>
              <a:gd name="T41" fmla="*/ 217 h 353"/>
              <a:gd name="T42" fmla="*/ 145 w 289"/>
              <a:gd name="T43" fmla="*/ 257 h 353"/>
              <a:gd name="T44" fmla="*/ 129 w 289"/>
              <a:gd name="T45" fmla="*/ 225 h 353"/>
              <a:gd name="T46" fmla="*/ 113 w 289"/>
              <a:gd name="T47" fmla="*/ 217 h 353"/>
              <a:gd name="T48" fmla="*/ 97 w 289"/>
              <a:gd name="T49" fmla="*/ 257 h 353"/>
              <a:gd name="T50" fmla="*/ 73 w 289"/>
              <a:gd name="T51" fmla="*/ 217 h 353"/>
              <a:gd name="T52" fmla="*/ 16 w 289"/>
              <a:gd name="T53" fmla="*/ 257 h 353"/>
              <a:gd name="T54" fmla="*/ 273 w 289"/>
              <a:gd name="T55" fmla="*/ 257 h 353"/>
              <a:gd name="T56" fmla="*/ 257 w 289"/>
              <a:gd name="T57" fmla="*/ 128 h 353"/>
              <a:gd name="T58" fmla="*/ 241 w 289"/>
              <a:gd name="T59" fmla="*/ 169 h 353"/>
              <a:gd name="T60" fmla="*/ 217 w 289"/>
              <a:gd name="T61" fmla="*/ 112 h 353"/>
              <a:gd name="T62" fmla="*/ 193 w 289"/>
              <a:gd name="T63" fmla="*/ 169 h 353"/>
              <a:gd name="T64" fmla="*/ 177 w 289"/>
              <a:gd name="T65" fmla="*/ 128 h 353"/>
              <a:gd name="T66" fmla="*/ 161 w 289"/>
              <a:gd name="T67" fmla="*/ 120 h 353"/>
              <a:gd name="T68" fmla="*/ 145 w 289"/>
              <a:gd name="T69" fmla="*/ 169 h 353"/>
              <a:gd name="T70" fmla="*/ 105 w 289"/>
              <a:gd name="T71" fmla="*/ 120 h 353"/>
              <a:gd name="T72" fmla="*/ 81 w 289"/>
              <a:gd name="T73" fmla="*/ 169 h 353"/>
              <a:gd name="T74" fmla="*/ 65 w 289"/>
              <a:gd name="T75" fmla="*/ 128 h 353"/>
              <a:gd name="T76" fmla="*/ 48 w 289"/>
              <a:gd name="T77" fmla="*/ 120 h 353"/>
              <a:gd name="T78" fmla="*/ 32 w 289"/>
              <a:gd name="T79" fmla="*/ 169 h 353"/>
              <a:gd name="T80" fmla="*/ 273 w 289"/>
              <a:gd name="T81" fmla="*/ 96 h 353"/>
              <a:gd name="T82" fmla="*/ 257 w 289"/>
              <a:gd name="T83" fmla="*/ 80 h 353"/>
              <a:gd name="T84" fmla="*/ 241 w 289"/>
              <a:gd name="T85" fmla="*/ 48 h 353"/>
              <a:gd name="T86" fmla="*/ 225 w 289"/>
              <a:gd name="T87" fmla="*/ 48 h 353"/>
              <a:gd name="T88" fmla="*/ 209 w 289"/>
              <a:gd name="T89" fmla="*/ 80 h 353"/>
              <a:gd name="T90" fmla="*/ 185 w 289"/>
              <a:gd name="T91" fmla="*/ 32 h 353"/>
              <a:gd name="T92" fmla="*/ 161 w 289"/>
              <a:gd name="T93" fmla="*/ 80 h 353"/>
              <a:gd name="T94" fmla="*/ 145 w 289"/>
              <a:gd name="T95" fmla="*/ 48 h 353"/>
              <a:gd name="T96" fmla="*/ 129 w 289"/>
              <a:gd name="T97" fmla="*/ 40 h 353"/>
              <a:gd name="T98" fmla="*/ 113 w 289"/>
              <a:gd name="T99" fmla="*/ 80 h 353"/>
              <a:gd name="T100" fmla="*/ 73 w 289"/>
              <a:gd name="T101" fmla="*/ 40 h 353"/>
              <a:gd name="T102" fmla="*/ 48 w 289"/>
              <a:gd name="T103" fmla="*/ 80 h 353"/>
              <a:gd name="T104" fmla="*/ 32 w 289"/>
              <a:gd name="T105" fmla="*/ 40 h 353"/>
              <a:gd name="T106" fmla="*/ 16 w 289"/>
              <a:gd name="T107" fmla="*/ 16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89" h="353">
                <a:moveTo>
                  <a:pt x="273" y="0"/>
                </a:moveTo>
                <a:cubicBezTo>
                  <a:pt x="16" y="0"/>
                  <a:pt x="16" y="0"/>
                  <a:pt x="16" y="0"/>
                </a:cubicBezTo>
                <a:cubicBezTo>
                  <a:pt x="8" y="0"/>
                  <a:pt x="0" y="7"/>
                  <a:pt x="0" y="16"/>
                </a:cubicBezTo>
                <a:cubicBezTo>
                  <a:pt x="0" y="337"/>
                  <a:pt x="0" y="337"/>
                  <a:pt x="0" y="337"/>
                </a:cubicBezTo>
                <a:cubicBezTo>
                  <a:pt x="0" y="346"/>
                  <a:pt x="8" y="353"/>
                  <a:pt x="16" y="353"/>
                </a:cubicBezTo>
                <a:cubicBezTo>
                  <a:pt x="273" y="353"/>
                  <a:pt x="273" y="353"/>
                  <a:pt x="273" y="353"/>
                </a:cubicBezTo>
                <a:cubicBezTo>
                  <a:pt x="282" y="353"/>
                  <a:pt x="289" y="346"/>
                  <a:pt x="289" y="337"/>
                </a:cubicBezTo>
                <a:cubicBezTo>
                  <a:pt x="289" y="16"/>
                  <a:pt x="289" y="16"/>
                  <a:pt x="289" y="16"/>
                </a:cubicBezTo>
                <a:cubicBezTo>
                  <a:pt x="289" y="7"/>
                  <a:pt x="282" y="0"/>
                  <a:pt x="273" y="0"/>
                </a:cubicBezTo>
                <a:moveTo>
                  <a:pt x="273" y="337"/>
                </a:moveTo>
                <a:cubicBezTo>
                  <a:pt x="257" y="337"/>
                  <a:pt x="257" y="337"/>
                  <a:pt x="257" y="337"/>
                </a:cubicBezTo>
                <a:cubicBezTo>
                  <a:pt x="257" y="305"/>
                  <a:pt x="257" y="305"/>
                  <a:pt x="257" y="305"/>
                </a:cubicBezTo>
                <a:cubicBezTo>
                  <a:pt x="257" y="301"/>
                  <a:pt x="254" y="297"/>
                  <a:pt x="249" y="297"/>
                </a:cubicBezTo>
                <a:cubicBezTo>
                  <a:pt x="245" y="297"/>
                  <a:pt x="241" y="301"/>
                  <a:pt x="241" y="305"/>
                </a:cubicBezTo>
                <a:cubicBezTo>
                  <a:pt x="241" y="337"/>
                  <a:pt x="241" y="337"/>
                  <a:pt x="241" y="337"/>
                </a:cubicBezTo>
                <a:cubicBezTo>
                  <a:pt x="225" y="337"/>
                  <a:pt x="225" y="337"/>
                  <a:pt x="225" y="337"/>
                </a:cubicBezTo>
                <a:cubicBezTo>
                  <a:pt x="225" y="305"/>
                  <a:pt x="225" y="305"/>
                  <a:pt x="225" y="305"/>
                </a:cubicBezTo>
                <a:cubicBezTo>
                  <a:pt x="225" y="301"/>
                  <a:pt x="222" y="297"/>
                  <a:pt x="217" y="297"/>
                </a:cubicBezTo>
                <a:cubicBezTo>
                  <a:pt x="213" y="297"/>
                  <a:pt x="209" y="301"/>
                  <a:pt x="209" y="305"/>
                </a:cubicBezTo>
                <a:cubicBezTo>
                  <a:pt x="209" y="337"/>
                  <a:pt x="209" y="337"/>
                  <a:pt x="209" y="337"/>
                </a:cubicBezTo>
                <a:cubicBezTo>
                  <a:pt x="193" y="337"/>
                  <a:pt x="193" y="337"/>
                  <a:pt x="193" y="337"/>
                </a:cubicBezTo>
                <a:cubicBezTo>
                  <a:pt x="193" y="297"/>
                  <a:pt x="193" y="297"/>
                  <a:pt x="193" y="297"/>
                </a:cubicBezTo>
                <a:cubicBezTo>
                  <a:pt x="193" y="293"/>
                  <a:pt x="189" y="289"/>
                  <a:pt x="185" y="289"/>
                </a:cubicBezTo>
                <a:cubicBezTo>
                  <a:pt x="181" y="289"/>
                  <a:pt x="177" y="293"/>
                  <a:pt x="177" y="297"/>
                </a:cubicBezTo>
                <a:cubicBezTo>
                  <a:pt x="177" y="337"/>
                  <a:pt x="177" y="337"/>
                  <a:pt x="177" y="337"/>
                </a:cubicBezTo>
                <a:cubicBezTo>
                  <a:pt x="145" y="337"/>
                  <a:pt x="145" y="337"/>
                  <a:pt x="145" y="337"/>
                </a:cubicBezTo>
                <a:cubicBezTo>
                  <a:pt x="145" y="297"/>
                  <a:pt x="145" y="297"/>
                  <a:pt x="145" y="297"/>
                </a:cubicBezTo>
                <a:cubicBezTo>
                  <a:pt x="145" y="293"/>
                  <a:pt x="141" y="289"/>
                  <a:pt x="137" y="289"/>
                </a:cubicBezTo>
                <a:cubicBezTo>
                  <a:pt x="132" y="289"/>
                  <a:pt x="129" y="293"/>
                  <a:pt x="129" y="297"/>
                </a:cubicBezTo>
                <a:cubicBezTo>
                  <a:pt x="129" y="337"/>
                  <a:pt x="129" y="337"/>
                  <a:pt x="129" y="337"/>
                </a:cubicBezTo>
                <a:cubicBezTo>
                  <a:pt x="113" y="337"/>
                  <a:pt x="113" y="337"/>
                  <a:pt x="113" y="337"/>
                </a:cubicBezTo>
                <a:cubicBezTo>
                  <a:pt x="113" y="305"/>
                  <a:pt x="113" y="305"/>
                  <a:pt x="113" y="305"/>
                </a:cubicBezTo>
                <a:cubicBezTo>
                  <a:pt x="113" y="301"/>
                  <a:pt x="109" y="297"/>
                  <a:pt x="105" y="297"/>
                </a:cubicBezTo>
                <a:cubicBezTo>
                  <a:pt x="100" y="297"/>
                  <a:pt x="97" y="301"/>
                  <a:pt x="97" y="305"/>
                </a:cubicBezTo>
                <a:cubicBezTo>
                  <a:pt x="97" y="337"/>
                  <a:pt x="97" y="337"/>
                  <a:pt x="97" y="337"/>
                </a:cubicBezTo>
                <a:cubicBezTo>
                  <a:pt x="81" y="337"/>
                  <a:pt x="81" y="337"/>
                  <a:pt x="81" y="337"/>
                </a:cubicBezTo>
                <a:cubicBezTo>
                  <a:pt x="81" y="297"/>
                  <a:pt x="81" y="297"/>
                  <a:pt x="81" y="297"/>
                </a:cubicBezTo>
                <a:cubicBezTo>
                  <a:pt x="81" y="293"/>
                  <a:pt x="77" y="289"/>
                  <a:pt x="73" y="289"/>
                </a:cubicBezTo>
                <a:cubicBezTo>
                  <a:pt x="68" y="289"/>
                  <a:pt x="65" y="293"/>
                  <a:pt x="65" y="297"/>
                </a:cubicBezTo>
                <a:cubicBezTo>
                  <a:pt x="65" y="337"/>
                  <a:pt x="65" y="337"/>
                  <a:pt x="65" y="337"/>
                </a:cubicBezTo>
                <a:cubicBezTo>
                  <a:pt x="48" y="337"/>
                  <a:pt x="48" y="337"/>
                  <a:pt x="48" y="337"/>
                </a:cubicBezTo>
                <a:cubicBezTo>
                  <a:pt x="48" y="305"/>
                  <a:pt x="48" y="305"/>
                  <a:pt x="48" y="305"/>
                </a:cubicBezTo>
                <a:cubicBezTo>
                  <a:pt x="48" y="301"/>
                  <a:pt x="45" y="297"/>
                  <a:pt x="40" y="297"/>
                </a:cubicBezTo>
                <a:cubicBezTo>
                  <a:pt x="36" y="297"/>
                  <a:pt x="32" y="301"/>
                  <a:pt x="32" y="305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16" y="337"/>
                  <a:pt x="16" y="337"/>
                  <a:pt x="16" y="337"/>
                </a:cubicBezTo>
                <a:cubicBezTo>
                  <a:pt x="16" y="273"/>
                  <a:pt x="16" y="273"/>
                  <a:pt x="16" y="273"/>
                </a:cubicBezTo>
                <a:cubicBezTo>
                  <a:pt x="273" y="273"/>
                  <a:pt x="273" y="273"/>
                  <a:pt x="273" y="273"/>
                </a:cubicBezTo>
                <a:lnTo>
                  <a:pt x="273" y="337"/>
                </a:lnTo>
                <a:close/>
                <a:moveTo>
                  <a:pt x="273" y="257"/>
                </a:moveTo>
                <a:cubicBezTo>
                  <a:pt x="257" y="257"/>
                  <a:pt x="257" y="257"/>
                  <a:pt x="257" y="257"/>
                </a:cubicBezTo>
                <a:cubicBezTo>
                  <a:pt x="257" y="217"/>
                  <a:pt x="257" y="217"/>
                  <a:pt x="257" y="217"/>
                </a:cubicBezTo>
                <a:cubicBezTo>
                  <a:pt x="257" y="212"/>
                  <a:pt x="254" y="209"/>
                  <a:pt x="249" y="209"/>
                </a:cubicBezTo>
                <a:cubicBezTo>
                  <a:pt x="245" y="209"/>
                  <a:pt x="241" y="212"/>
                  <a:pt x="241" y="217"/>
                </a:cubicBezTo>
                <a:cubicBezTo>
                  <a:pt x="241" y="257"/>
                  <a:pt x="241" y="257"/>
                  <a:pt x="241" y="257"/>
                </a:cubicBezTo>
                <a:cubicBezTo>
                  <a:pt x="225" y="257"/>
                  <a:pt x="225" y="257"/>
                  <a:pt x="225" y="257"/>
                </a:cubicBezTo>
                <a:cubicBezTo>
                  <a:pt x="225" y="217"/>
                  <a:pt x="225" y="217"/>
                  <a:pt x="225" y="217"/>
                </a:cubicBezTo>
                <a:cubicBezTo>
                  <a:pt x="225" y="212"/>
                  <a:pt x="222" y="209"/>
                  <a:pt x="217" y="209"/>
                </a:cubicBezTo>
                <a:cubicBezTo>
                  <a:pt x="213" y="209"/>
                  <a:pt x="209" y="212"/>
                  <a:pt x="209" y="217"/>
                </a:cubicBezTo>
                <a:cubicBezTo>
                  <a:pt x="209" y="257"/>
                  <a:pt x="209" y="257"/>
                  <a:pt x="209" y="257"/>
                </a:cubicBezTo>
                <a:cubicBezTo>
                  <a:pt x="177" y="257"/>
                  <a:pt x="177" y="257"/>
                  <a:pt x="177" y="257"/>
                </a:cubicBezTo>
                <a:cubicBezTo>
                  <a:pt x="177" y="225"/>
                  <a:pt x="177" y="225"/>
                  <a:pt x="177" y="225"/>
                </a:cubicBezTo>
                <a:cubicBezTo>
                  <a:pt x="177" y="220"/>
                  <a:pt x="173" y="217"/>
                  <a:pt x="169" y="217"/>
                </a:cubicBezTo>
                <a:cubicBezTo>
                  <a:pt x="164" y="217"/>
                  <a:pt x="161" y="220"/>
                  <a:pt x="161" y="225"/>
                </a:cubicBezTo>
                <a:cubicBezTo>
                  <a:pt x="161" y="257"/>
                  <a:pt x="161" y="257"/>
                  <a:pt x="161" y="257"/>
                </a:cubicBezTo>
                <a:cubicBezTo>
                  <a:pt x="145" y="257"/>
                  <a:pt x="145" y="257"/>
                  <a:pt x="145" y="257"/>
                </a:cubicBezTo>
                <a:cubicBezTo>
                  <a:pt x="145" y="225"/>
                  <a:pt x="145" y="225"/>
                  <a:pt x="145" y="225"/>
                </a:cubicBezTo>
                <a:cubicBezTo>
                  <a:pt x="145" y="220"/>
                  <a:pt x="141" y="217"/>
                  <a:pt x="137" y="217"/>
                </a:cubicBezTo>
                <a:cubicBezTo>
                  <a:pt x="132" y="217"/>
                  <a:pt x="129" y="220"/>
                  <a:pt x="129" y="225"/>
                </a:cubicBezTo>
                <a:cubicBezTo>
                  <a:pt x="129" y="257"/>
                  <a:pt x="129" y="257"/>
                  <a:pt x="129" y="257"/>
                </a:cubicBezTo>
                <a:cubicBezTo>
                  <a:pt x="113" y="257"/>
                  <a:pt x="113" y="257"/>
                  <a:pt x="113" y="257"/>
                </a:cubicBezTo>
                <a:cubicBezTo>
                  <a:pt x="113" y="217"/>
                  <a:pt x="113" y="217"/>
                  <a:pt x="113" y="217"/>
                </a:cubicBezTo>
                <a:cubicBezTo>
                  <a:pt x="113" y="212"/>
                  <a:pt x="109" y="209"/>
                  <a:pt x="105" y="209"/>
                </a:cubicBezTo>
                <a:cubicBezTo>
                  <a:pt x="100" y="209"/>
                  <a:pt x="97" y="212"/>
                  <a:pt x="97" y="217"/>
                </a:cubicBezTo>
                <a:cubicBezTo>
                  <a:pt x="97" y="257"/>
                  <a:pt x="97" y="257"/>
                  <a:pt x="97" y="257"/>
                </a:cubicBezTo>
                <a:cubicBezTo>
                  <a:pt x="81" y="257"/>
                  <a:pt x="81" y="257"/>
                  <a:pt x="81" y="257"/>
                </a:cubicBezTo>
                <a:cubicBezTo>
                  <a:pt x="81" y="225"/>
                  <a:pt x="81" y="225"/>
                  <a:pt x="81" y="225"/>
                </a:cubicBezTo>
                <a:cubicBezTo>
                  <a:pt x="81" y="220"/>
                  <a:pt x="77" y="217"/>
                  <a:pt x="73" y="217"/>
                </a:cubicBezTo>
                <a:cubicBezTo>
                  <a:pt x="68" y="217"/>
                  <a:pt x="65" y="220"/>
                  <a:pt x="65" y="225"/>
                </a:cubicBezTo>
                <a:cubicBezTo>
                  <a:pt x="65" y="257"/>
                  <a:pt x="65" y="257"/>
                  <a:pt x="65" y="257"/>
                </a:cubicBezTo>
                <a:cubicBezTo>
                  <a:pt x="16" y="257"/>
                  <a:pt x="16" y="257"/>
                  <a:pt x="16" y="257"/>
                </a:cubicBezTo>
                <a:cubicBezTo>
                  <a:pt x="16" y="185"/>
                  <a:pt x="16" y="185"/>
                  <a:pt x="16" y="185"/>
                </a:cubicBezTo>
                <a:cubicBezTo>
                  <a:pt x="273" y="185"/>
                  <a:pt x="273" y="185"/>
                  <a:pt x="273" y="185"/>
                </a:cubicBezTo>
                <a:lnTo>
                  <a:pt x="273" y="257"/>
                </a:lnTo>
                <a:close/>
                <a:moveTo>
                  <a:pt x="273" y="169"/>
                </a:moveTo>
                <a:cubicBezTo>
                  <a:pt x="257" y="169"/>
                  <a:pt x="257" y="169"/>
                  <a:pt x="257" y="169"/>
                </a:cubicBezTo>
                <a:cubicBezTo>
                  <a:pt x="257" y="128"/>
                  <a:pt x="257" y="128"/>
                  <a:pt x="257" y="128"/>
                </a:cubicBezTo>
                <a:cubicBezTo>
                  <a:pt x="257" y="124"/>
                  <a:pt x="254" y="120"/>
                  <a:pt x="249" y="120"/>
                </a:cubicBezTo>
                <a:cubicBezTo>
                  <a:pt x="245" y="120"/>
                  <a:pt x="241" y="124"/>
                  <a:pt x="241" y="128"/>
                </a:cubicBezTo>
                <a:cubicBezTo>
                  <a:pt x="241" y="169"/>
                  <a:pt x="241" y="169"/>
                  <a:pt x="241" y="169"/>
                </a:cubicBezTo>
                <a:cubicBezTo>
                  <a:pt x="225" y="169"/>
                  <a:pt x="225" y="169"/>
                  <a:pt x="225" y="169"/>
                </a:cubicBezTo>
                <a:cubicBezTo>
                  <a:pt x="225" y="120"/>
                  <a:pt x="225" y="120"/>
                  <a:pt x="225" y="120"/>
                </a:cubicBezTo>
                <a:cubicBezTo>
                  <a:pt x="225" y="116"/>
                  <a:pt x="222" y="112"/>
                  <a:pt x="217" y="112"/>
                </a:cubicBezTo>
                <a:cubicBezTo>
                  <a:pt x="213" y="112"/>
                  <a:pt x="209" y="116"/>
                  <a:pt x="209" y="120"/>
                </a:cubicBezTo>
                <a:cubicBezTo>
                  <a:pt x="209" y="169"/>
                  <a:pt x="209" y="169"/>
                  <a:pt x="209" y="169"/>
                </a:cubicBezTo>
                <a:cubicBezTo>
                  <a:pt x="193" y="169"/>
                  <a:pt x="193" y="169"/>
                  <a:pt x="193" y="169"/>
                </a:cubicBezTo>
                <a:cubicBezTo>
                  <a:pt x="193" y="128"/>
                  <a:pt x="193" y="128"/>
                  <a:pt x="193" y="128"/>
                </a:cubicBezTo>
                <a:cubicBezTo>
                  <a:pt x="193" y="124"/>
                  <a:pt x="189" y="120"/>
                  <a:pt x="185" y="120"/>
                </a:cubicBezTo>
                <a:cubicBezTo>
                  <a:pt x="181" y="120"/>
                  <a:pt x="177" y="124"/>
                  <a:pt x="177" y="128"/>
                </a:cubicBezTo>
                <a:cubicBezTo>
                  <a:pt x="177" y="169"/>
                  <a:pt x="177" y="169"/>
                  <a:pt x="177" y="169"/>
                </a:cubicBezTo>
                <a:cubicBezTo>
                  <a:pt x="161" y="169"/>
                  <a:pt x="161" y="169"/>
                  <a:pt x="161" y="169"/>
                </a:cubicBezTo>
                <a:cubicBezTo>
                  <a:pt x="161" y="120"/>
                  <a:pt x="161" y="120"/>
                  <a:pt x="161" y="120"/>
                </a:cubicBezTo>
                <a:cubicBezTo>
                  <a:pt x="161" y="116"/>
                  <a:pt x="157" y="112"/>
                  <a:pt x="153" y="112"/>
                </a:cubicBezTo>
                <a:cubicBezTo>
                  <a:pt x="148" y="112"/>
                  <a:pt x="145" y="116"/>
                  <a:pt x="145" y="120"/>
                </a:cubicBezTo>
                <a:cubicBezTo>
                  <a:pt x="145" y="169"/>
                  <a:pt x="145" y="169"/>
                  <a:pt x="145" y="169"/>
                </a:cubicBezTo>
                <a:cubicBezTo>
                  <a:pt x="113" y="169"/>
                  <a:pt x="113" y="169"/>
                  <a:pt x="113" y="169"/>
                </a:cubicBezTo>
                <a:cubicBezTo>
                  <a:pt x="113" y="128"/>
                  <a:pt x="113" y="128"/>
                  <a:pt x="113" y="128"/>
                </a:cubicBezTo>
                <a:cubicBezTo>
                  <a:pt x="113" y="124"/>
                  <a:pt x="109" y="120"/>
                  <a:pt x="105" y="120"/>
                </a:cubicBezTo>
                <a:cubicBezTo>
                  <a:pt x="100" y="120"/>
                  <a:pt x="97" y="124"/>
                  <a:pt x="97" y="128"/>
                </a:cubicBezTo>
                <a:cubicBezTo>
                  <a:pt x="97" y="169"/>
                  <a:pt x="97" y="169"/>
                  <a:pt x="97" y="169"/>
                </a:cubicBezTo>
                <a:cubicBezTo>
                  <a:pt x="81" y="169"/>
                  <a:pt x="81" y="169"/>
                  <a:pt x="81" y="169"/>
                </a:cubicBezTo>
                <a:cubicBezTo>
                  <a:pt x="81" y="128"/>
                  <a:pt x="81" y="128"/>
                  <a:pt x="81" y="128"/>
                </a:cubicBezTo>
                <a:cubicBezTo>
                  <a:pt x="81" y="124"/>
                  <a:pt x="77" y="120"/>
                  <a:pt x="73" y="120"/>
                </a:cubicBezTo>
                <a:cubicBezTo>
                  <a:pt x="68" y="120"/>
                  <a:pt x="65" y="124"/>
                  <a:pt x="65" y="128"/>
                </a:cubicBezTo>
                <a:cubicBezTo>
                  <a:pt x="65" y="169"/>
                  <a:pt x="65" y="169"/>
                  <a:pt x="65" y="169"/>
                </a:cubicBezTo>
                <a:cubicBezTo>
                  <a:pt x="48" y="169"/>
                  <a:pt x="48" y="169"/>
                  <a:pt x="48" y="169"/>
                </a:cubicBezTo>
                <a:cubicBezTo>
                  <a:pt x="48" y="120"/>
                  <a:pt x="48" y="120"/>
                  <a:pt x="48" y="120"/>
                </a:cubicBezTo>
                <a:cubicBezTo>
                  <a:pt x="48" y="116"/>
                  <a:pt x="45" y="112"/>
                  <a:pt x="40" y="112"/>
                </a:cubicBezTo>
                <a:cubicBezTo>
                  <a:pt x="36" y="112"/>
                  <a:pt x="32" y="116"/>
                  <a:pt x="32" y="120"/>
                </a:cubicBezTo>
                <a:cubicBezTo>
                  <a:pt x="32" y="169"/>
                  <a:pt x="32" y="169"/>
                  <a:pt x="32" y="169"/>
                </a:cubicBezTo>
                <a:cubicBezTo>
                  <a:pt x="16" y="169"/>
                  <a:pt x="16" y="169"/>
                  <a:pt x="16" y="169"/>
                </a:cubicBezTo>
                <a:cubicBezTo>
                  <a:pt x="16" y="96"/>
                  <a:pt x="16" y="96"/>
                  <a:pt x="16" y="96"/>
                </a:cubicBezTo>
                <a:cubicBezTo>
                  <a:pt x="273" y="96"/>
                  <a:pt x="273" y="96"/>
                  <a:pt x="273" y="96"/>
                </a:cubicBezTo>
                <a:lnTo>
                  <a:pt x="273" y="169"/>
                </a:lnTo>
                <a:close/>
                <a:moveTo>
                  <a:pt x="273" y="80"/>
                </a:moveTo>
                <a:cubicBezTo>
                  <a:pt x="257" y="80"/>
                  <a:pt x="257" y="80"/>
                  <a:pt x="257" y="80"/>
                </a:cubicBezTo>
                <a:cubicBezTo>
                  <a:pt x="257" y="48"/>
                  <a:pt x="257" y="48"/>
                  <a:pt x="257" y="48"/>
                </a:cubicBezTo>
                <a:cubicBezTo>
                  <a:pt x="257" y="44"/>
                  <a:pt x="254" y="40"/>
                  <a:pt x="249" y="40"/>
                </a:cubicBezTo>
                <a:cubicBezTo>
                  <a:pt x="245" y="40"/>
                  <a:pt x="241" y="44"/>
                  <a:pt x="241" y="48"/>
                </a:cubicBezTo>
                <a:cubicBezTo>
                  <a:pt x="241" y="80"/>
                  <a:pt x="241" y="80"/>
                  <a:pt x="241" y="80"/>
                </a:cubicBezTo>
                <a:cubicBezTo>
                  <a:pt x="225" y="80"/>
                  <a:pt x="225" y="80"/>
                  <a:pt x="225" y="80"/>
                </a:cubicBezTo>
                <a:cubicBezTo>
                  <a:pt x="225" y="48"/>
                  <a:pt x="225" y="48"/>
                  <a:pt x="225" y="48"/>
                </a:cubicBezTo>
                <a:cubicBezTo>
                  <a:pt x="225" y="44"/>
                  <a:pt x="222" y="40"/>
                  <a:pt x="217" y="40"/>
                </a:cubicBezTo>
                <a:cubicBezTo>
                  <a:pt x="213" y="40"/>
                  <a:pt x="209" y="44"/>
                  <a:pt x="209" y="48"/>
                </a:cubicBezTo>
                <a:cubicBezTo>
                  <a:pt x="209" y="80"/>
                  <a:pt x="209" y="80"/>
                  <a:pt x="209" y="80"/>
                </a:cubicBezTo>
                <a:cubicBezTo>
                  <a:pt x="193" y="80"/>
                  <a:pt x="193" y="80"/>
                  <a:pt x="193" y="80"/>
                </a:cubicBezTo>
                <a:cubicBezTo>
                  <a:pt x="193" y="40"/>
                  <a:pt x="193" y="40"/>
                  <a:pt x="193" y="40"/>
                </a:cubicBezTo>
                <a:cubicBezTo>
                  <a:pt x="193" y="36"/>
                  <a:pt x="189" y="32"/>
                  <a:pt x="185" y="32"/>
                </a:cubicBezTo>
                <a:cubicBezTo>
                  <a:pt x="181" y="32"/>
                  <a:pt x="177" y="36"/>
                  <a:pt x="177" y="40"/>
                </a:cubicBezTo>
                <a:cubicBezTo>
                  <a:pt x="177" y="80"/>
                  <a:pt x="177" y="80"/>
                  <a:pt x="177" y="80"/>
                </a:cubicBezTo>
                <a:cubicBezTo>
                  <a:pt x="161" y="80"/>
                  <a:pt x="161" y="80"/>
                  <a:pt x="161" y="80"/>
                </a:cubicBezTo>
                <a:cubicBezTo>
                  <a:pt x="161" y="48"/>
                  <a:pt x="161" y="48"/>
                  <a:pt x="161" y="48"/>
                </a:cubicBezTo>
                <a:cubicBezTo>
                  <a:pt x="161" y="44"/>
                  <a:pt x="157" y="40"/>
                  <a:pt x="153" y="40"/>
                </a:cubicBezTo>
                <a:cubicBezTo>
                  <a:pt x="148" y="40"/>
                  <a:pt x="145" y="44"/>
                  <a:pt x="145" y="48"/>
                </a:cubicBezTo>
                <a:cubicBezTo>
                  <a:pt x="145" y="80"/>
                  <a:pt x="145" y="80"/>
                  <a:pt x="145" y="80"/>
                </a:cubicBezTo>
                <a:cubicBezTo>
                  <a:pt x="129" y="80"/>
                  <a:pt x="129" y="80"/>
                  <a:pt x="129" y="80"/>
                </a:cubicBezTo>
                <a:cubicBezTo>
                  <a:pt x="129" y="40"/>
                  <a:pt x="129" y="40"/>
                  <a:pt x="129" y="40"/>
                </a:cubicBezTo>
                <a:cubicBezTo>
                  <a:pt x="129" y="36"/>
                  <a:pt x="125" y="32"/>
                  <a:pt x="121" y="32"/>
                </a:cubicBezTo>
                <a:cubicBezTo>
                  <a:pt x="116" y="32"/>
                  <a:pt x="113" y="36"/>
                  <a:pt x="113" y="40"/>
                </a:cubicBezTo>
                <a:cubicBezTo>
                  <a:pt x="113" y="80"/>
                  <a:pt x="113" y="80"/>
                  <a:pt x="113" y="80"/>
                </a:cubicBezTo>
                <a:cubicBezTo>
                  <a:pt x="81" y="80"/>
                  <a:pt x="81" y="80"/>
                  <a:pt x="81" y="80"/>
                </a:cubicBezTo>
                <a:cubicBezTo>
                  <a:pt x="81" y="48"/>
                  <a:pt x="81" y="48"/>
                  <a:pt x="81" y="48"/>
                </a:cubicBezTo>
                <a:cubicBezTo>
                  <a:pt x="81" y="44"/>
                  <a:pt x="77" y="40"/>
                  <a:pt x="73" y="40"/>
                </a:cubicBezTo>
                <a:cubicBezTo>
                  <a:pt x="68" y="40"/>
                  <a:pt x="65" y="44"/>
                  <a:pt x="65" y="48"/>
                </a:cubicBezTo>
                <a:cubicBezTo>
                  <a:pt x="65" y="80"/>
                  <a:pt x="65" y="80"/>
                  <a:pt x="65" y="80"/>
                </a:cubicBezTo>
                <a:cubicBezTo>
                  <a:pt x="48" y="80"/>
                  <a:pt x="48" y="80"/>
                  <a:pt x="48" y="80"/>
                </a:cubicBezTo>
                <a:cubicBezTo>
                  <a:pt x="48" y="40"/>
                  <a:pt x="48" y="40"/>
                  <a:pt x="48" y="40"/>
                </a:cubicBezTo>
                <a:cubicBezTo>
                  <a:pt x="48" y="36"/>
                  <a:pt x="45" y="32"/>
                  <a:pt x="40" y="32"/>
                </a:cubicBezTo>
                <a:cubicBezTo>
                  <a:pt x="36" y="32"/>
                  <a:pt x="32" y="36"/>
                  <a:pt x="32" y="40"/>
                </a:cubicBezTo>
                <a:cubicBezTo>
                  <a:pt x="32" y="80"/>
                  <a:pt x="32" y="80"/>
                  <a:pt x="32" y="80"/>
                </a:cubicBezTo>
                <a:cubicBezTo>
                  <a:pt x="16" y="80"/>
                  <a:pt x="16" y="80"/>
                  <a:pt x="16" y="80"/>
                </a:cubicBezTo>
                <a:cubicBezTo>
                  <a:pt x="16" y="16"/>
                  <a:pt x="16" y="16"/>
                  <a:pt x="16" y="16"/>
                </a:cubicBezTo>
                <a:cubicBezTo>
                  <a:pt x="273" y="16"/>
                  <a:pt x="273" y="16"/>
                  <a:pt x="273" y="16"/>
                </a:cubicBezTo>
                <a:lnTo>
                  <a:pt x="273" y="8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3" name="Freeform 23"/>
          <p:cNvSpPr>
            <a:spLocks noEditPoints="1"/>
          </p:cNvSpPr>
          <p:nvPr/>
        </p:nvSpPr>
        <p:spPr bwMode="auto">
          <a:xfrm>
            <a:off x="9698567" y="2182285"/>
            <a:ext cx="582084" cy="266700"/>
          </a:xfrm>
          <a:custGeom>
            <a:avLst/>
            <a:gdLst>
              <a:gd name="T0" fmla="*/ 334 w 353"/>
              <a:gd name="T1" fmla="*/ 81 h 161"/>
              <a:gd name="T2" fmla="*/ 353 w 353"/>
              <a:gd name="T3" fmla="*/ 45 h 161"/>
              <a:gd name="T4" fmla="*/ 309 w 353"/>
              <a:gd name="T5" fmla="*/ 0 h 161"/>
              <a:gd name="T6" fmla="*/ 264 w 353"/>
              <a:gd name="T7" fmla="*/ 45 h 161"/>
              <a:gd name="T8" fmla="*/ 265 w 353"/>
              <a:gd name="T9" fmla="*/ 49 h 161"/>
              <a:gd name="T10" fmla="*/ 88 w 353"/>
              <a:gd name="T11" fmla="*/ 49 h 161"/>
              <a:gd name="T12" fmla="*/ 88 w 353"/>
              <a:gd name="T13" fmla="*/ 45 h 161"/>
              <a:gd name="T14" fmla="*/ 44 w 353"/>
              <a:gd name="T15" fmla="*/ 0 h 161"/>
              <a:gd name="T16" fmla="*/ 0 w 353"/>
              <a:gd name="T17" fmla="*/ 45 h 161"/>
              <a:gd name="T18" fmla="*/ 18 w 353"/>
              <a:gd name="T19" fmla="*/ 81 h 161"/>
              <a:gd name="T20" fmla="*/ 0 w 353"/>
              <a:gd name="T21" fmla="*/ 117 h 161"/>
              <a:gd name="T22" fmla="*/ 44 w 353"/>
              <a:gd name="T23" fmla="*/ 161 h 161"/>
              <a:gd name="T24" fmla="*/ 88 w 353"/>
              <a:gd name="T25" fmla="*/ 117 h 161"/>
              <a:gd name="T26" fmla="*/ 88 w 353"/>
              <a:gd name="T27" fmla="*/ 113 h 161"/>
              <a:gd name="T28" fmla="*/ 265 w 353"/>
              <a:gd name="T29" fmla="*/ 113 h 161"/>
              <a:gd name="T30" fmla="*/ 264 w 353"/>
              <a:gd name="T31" fmla="*/ 117 h 161"/>
              <a:gd name="T32" fmla="*/ 309 w 353"/>
              <a:gd name="T33" fmla="*/ 161 h 161"/>
              <a:gd name="T34" fmla="*/ 353 w 353"/>
              <a:gd name="T35" fmla="*/ 117 h 161"/>
              <a:gd name="T36" fmla="*/ 334 w 353"/>
              <a:gd name="T37" fmla="*/ 81 h 161"/>
              <a:gd name="T38" fmla="*/ 309 w 353"/>
              <a:gd name="T39" fmla="*/ 145 h 161"/>
              <a:gd name="T40" fmla="*/ 281 w 353"/>
              <a:gd name="T41" fmla="*/ 117 h 161"/>
              <a:gd name="T42" fmla="*/ 289 w 353"/>
              <a:gd name="T43" fmla="*/ 97 h 161"/>
              <a:gd name="T44" fmla="*/ 63 w 353"/>
              <a:gd name="T45" fmla="*/ 97 h 161"/>
              <a:gd name="T46" fmla="*/ 72 w 353"/>
              <a:gd name="T47" fmla="*/ 117 h 161"/>
              <a:gd name="T48" fmla="*/ 44 w 353"/>
              <a:gd name="T49" fmla="*/ 145 h 161"/>
              <a:gd name="T50" fmla="*/ 16 w 353"/>
              <a:gd name="T51" fmla="*/ 117 h 161"/>
              <a:gd name="T52" fmla="*/ 40 w 353"/>
              <a:gd name="T53" fmla="*/ 89 h 161"/>
              <a:gd name="T54" fmla="*/ 40 w 353"/>
              <a:gd name="T55" fmla="*/ 89 h 161"/>
              <a:gd name="T56" fmla="*/ 48 w 353"/>
              <a:gd name="T57" fmla="*/ 81 h 161"/>
              <a:gd name="T58" fmla="*/ 40 w 353"/>
              <a:gd name="T59" fmla="*/ 73 h 161"/>
              <a:gd name="T60" fmla="*/ 40 w 353"/>
              <a:gd name="T61" fmla="*/ 72 h 161"/>
              <a:gd name="T62" fmla="*/ 16 w 353"/>
              <a:gd name="T63" fmla="*/ 45 h 161"/>
              <a:gd name="T64" fmla="*/ 44 w 353"/>
              <a:gd name="T65" fmla="*/ 16 h 161"/>
              <a:gd name="T66" fmla="*/ 72 w 353"/>
              <a:gd name="T67" fmla="*/ 45 h 161"/>
              <a:gd name="T68" fmla="*/ 63 w 353"/>
              <a:gd name="T69" fmla="*/ 65 h 161"/>
              <a:gd name="T70" fmla="*/ 289 w 353"/>
              <a:gd name="T71" fmla="*/ 65 h 161"/>
              <a:gd name="T72" fmla="*/ 281 w 353"/>
              <a:gd name="T73" fmla="*/ 45 h 161"/>
              <a:gd name="T74" fmla="*/ 309 w 353"/>
              <a:gd name="T75" fmla="*/ 16 h 161"/>
              <a:gd name="T76" fmla="*/ 337 w 353"/>
              <a:gd name="T77" fmla="*/ 45 h 161"/>
              <a:gd name="T78" fmla="*/ 313 w 353"/>
              <a:gd name="T79" fmla="*/ 72 h 161"/>
              <a:gd name="T80" fmla="*/ 313 w 353"/>
              <a:gd name="T81" fmla="*/ 73 h 161"/>
              <a:gd name="T82" fmla="*/ 305 w 353"/>
              <a:gd name="T83" fmla="*/ 81 h 161"/>
              <a:gd name="T84" fmla="*/ 313 w 353"/>
              <a:gd name="T85" fmla="*/ 89 h 161"/>
              <a:gd name="T86" fmla="*/ 313 w 353"/>
              <a:gd name="T87" fmla="*/ 89 h 161"/>
              <a:gd name="T88" fmla="*/ 337 w 353"/>
              <a:gd name="T89" fmla="*/ 117 h 161"/>
              <a:gd name="T90" fmla="*/ 309 w 353"/>
              <a:gd name="T91" fmla="*/ 145 h 1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353" h="161">
                <a:moveTo>
                  <a:pt x="334" y="81"/>
                </a:moveTo>
                <a:cubicBezTo>
                  <a:pt x="345" y="73"/>
                  <a:pt x="353" y="59"/>
                  <a:pt x="353" y="45"/>
                </a:cubicBezTo>
                <a:cubicBezTo>
                  <a:pt x="353" y="20"/>
                  <a:pt x="333" y="0"/>
                  <a:pt x="309" y="0"/>
                </a:cubicBezTo>
                <a:cubicBezTo>
                  <a:pt x="284" y="0"/>
                  <a:pt x="264" y="20"/>
                  <a:pt x="264" y="45"/>
                </a:cubicBezTo>
                <a:cubicBezTo>
                  <a:pt x="264" y="46"/>
                  <a:pt x="265" y="47"/>
                  <a:pt x="265" y="49"/>
                </a:cubicBezTo>
                <a:cubicBezTo>
                  <a:pt x="88" y="49"/>
                  <a:pt x="88" y="49"/>
                  <a:pt x="88" y="49"/>
                </a:cubicBezTo>
                <a:cubicBezTo>
                  <a:pt x="88" y="47"/>
                  <a:pt x="88" y="46"/>
                  <a:pt x="88" y="45"/>
                </a:cubicBezTo>
                <a:cubicBezTo>
                  <a:pt x="88" y="20"/>
                  <a:pt x="68" y="0"/>
                  <a:pt x="44" y="0"/>
                </a:cubicBezTo>
                <a:cubicBezTo>
                  <a:pt x="19" y="0"/>
                  <a:pt x="0" y="20"/>
                  <a:pt x="0" y="45"/>
                </a:cubicBezTo>
                <a:cubicBezTo>
                  <a:pt x="0" y="59"/>
                  <a:pt x="7" y="73"/>
                  <a:pt x="18" y="81"/>
                </a:cubicBezTo>
                <a:cubicBezTo>
                  <a:pt x="7" y="89"/>
                  <a:pt x="0" y="102"/>
                  <a:pt x="0" y="117"/>
                </a:cubicBezTo>
                <a:cubicBezTo>
                  <a:pt x="0" y="141"/>
                  <a:pt x="19" y="161"/>
                  <a:pt x="44" y="161"/>
                </a:cubicBezTo>
                <a:cubicBezTo>
                  <a:pt x="68" y="161"/>
                  <a:pt x="88" y="141"/>
                  <a:pt x="88" y="117"/>
                </a:cubicBezTo>
                <a:cubicBezTo>
                  <a:pt x="88" y="115"/>
                  <a:pt x="88" y="114"/>
                  <a:pt x="88" y="113"/>
                </a:cubicBezTo>
                <a:cubicBezTo>
                  <a:pt x="265" y="113"/>
                  <a:pt x="265" y="113"/>
                  <a:pt x="265" y="113"/>
                </a:cubicBezTo>
                <a:cubicBezTo>
                  <a:pt x="265" y="114"/>
                  <a:pt x="264" y="115"/>
                  <a:pt x="264" y="117"/>
                </a:cubicBezTo>
                <a:cubicBezTo>
                  <a:pt x="264" y="141"/>
                  <a:pt x="284" y="161"/>
                  <a:pt x="309" y="161"/>
                </a:cubicBezTo>
                <a:cubicBezTo>
                  <a:pt x="333" y="161"/>
                  <a:pt x="353" y="141"/>
                  <a:pt x="353" y="117"/>
                </a:cubicBezTo>
                <a:cubicBezTo>
                  <a:pt x="353" y="102"/>
                  <a:pt x="345" y="89"/>
                  <a:pt x="334" y="81"/>
                </a:cubicBezTo>
                <a:moveTo>
                  <a:pt x="309" y="145"/>
                </a:moveTo>
                <a:cubicBezTo>
                  <a:pt x="293" y="145"/>
                  <a:pt x="281" y="132"/>
                  <a:pt x="281" y="117"/>
                </a:cubicBezTo>
                <a:cubicBezTo>
                  <a:pt x="281" y="109"/>
                  <a:pt x="284" y="102"/>
                  <a:pt x="289" y="97"/>
                </a:cubicBezTo>
                <a:cubicBezTo>
                  <a:pt x="63" y="97"/>
                  <a:pt x="63" y="97"/>
                  <a:pt x="63" y="97"/>
                </a:cubicBezTo>
                <a:cubicBezTo>
                  <a:pt x="69" y="102"/>
                  <a:pt x="72" y="109"/>
                  <a:pt x="72" y="117"/>
                </a:cubicBezTo>
                <a:cubicBezTo>
                  <a:pt x="72" y="132"/>
                  <a:pt x="59" y="145"/>
                  <a:pt x="44" y="145"/>
                </a:cubicBezTo>
                <a:cubicBezTo>
                  <a:pt x="28" y="145"/>
                  <a:pt x="16" y="132"/>
                  <a:pt x="16" y="117"/>
                </a:cubicBezTo>
                <a:cubicBezTo>
                  <a:pt x="16" y="103"/>
                  <a:pt x="26" y="91"/>
                  <a:pt x="40" y="89"/>
                </a:cubicBezTo>
                <a:cubicBezTo>
                  <a:pt x="40" y="89"/>
                  <a:pt x="40" y="89"/>
                  <a:pt x="40" y="89"/>
                </a:cubicBezTo>
                <a:cubicBezTo>
                  <a:pt x="44" y="89"/>
                  <a:pt x="48" y="85"/>
                  <a:pt x="48" y="81"/>
                </a:cubicBezTo>
                <a:cubicBezTo>
                  <a:pt x="48" y="76"/>
                  <a:pt x="44" y="73"/>
                  <a:pt x="40" y="73"/>
                </a:cubicBezTo>
                <a:cubicBezTo>
                  <a:pt x="40" y="72"/>
                  <a:pt x="40" y="72"/>
                  <a:pt x="40" y="72"/>
                </a:cubicBezTo>
                <a:cubicBezTo>
                  <a:pt x="26" y="70"/>
                  <a:pt x="16" y="59"/>
                  <a:pt x="16" y="45"/>
                </a:cubicBezTo>
                <a:cubicBezTo>
                  <a:pt x="16" y="29"/>
                  <a:pt x="28" y="16"/>
                  <a:pt x="44" y="16"/>
                </a:cubicBezTo>
                <a:cubicBezTo>
                  <a:pt x="59" y="16"/>
                  <a:pt x="72" y="29"/>
                  <a:pt x="72" y="45"/>
                </a:cubicBezTo>
                <a:cubicBezTo>
                  <a:pt x="72" y="52"/>
                  <a:pt x="69" y="59"/>
                  <a:pt x="63" y="65"/>
                </a:cubicBezTo>
                <a:cubicBezTo>
                  <a:pt x="289" y="65"/>
                  <a:pt x="289" y="65"/>
                  <a:pt x="289" y="65"/>
                </a:cubicBezTo>
                <a:cubicBezTo>
                  <a:pt x="284" y="59"/>
                  <a:pt x="281" y="52"/>
                  <a:pt x="281" y="45"/>
                </a:cubicBezTo>
                <a:cubicBezTo>
                  <a:pt x="281" y="29"/>
                  <a:pt x="293" y="16"/>
                  <a:pt x="309" y="16"/>
                </a:cubicBezTo>
                <a:cubicBezTo>
                  <a:pt x="324" y="16"/>
                  <a:pt x="337" y="29"/>
                  <a:pt x="337" y="45"/>
                </a:cubicBezTo>
                <a:cubicBezTo>
                  <a:pt x="337" y="59"/>
                  <a:pt x="326" y="70"/>
                  <a:pt x="313" y="72"/>
                </a:cubicBezTo>
                <a:cubicBezTo>
                  <a:pt x="313" y="73"/>
                  <a:pt x="313" y="73"/>
                  <a:pt x="313" y="73"/>
                </a:cubicBezTo>
                <a:cubicBezTo>
                  <a:pt x="308" y="73"/>
                  <a:pt x="305" y="76"/>
                  <a:pt x="305" y="81"/>
                </a:cubicBezTo>
                <a:cubicBezTo>
                  <a:pt x="305" y="85"/>
                  <a:pt x="308" y="89"/>
                  <a:pt x="313" y="89"/>
                </a:cubicBezTo>
                <a:cubicBezTo>
                  <a:pt x="313" y="89"/>
                  <a:pt x="313" y="89"/>
                  <a:pt x="313" y="89"/>
                </a:cubicBezTo>
                <a:cubicBezTo>
                  <a:pt x="326" y="91"/>
                  <a:pt x="337" y="103"/>
                  <a:pt x="337" y="117"/>
                </a:cubicBezTo>
                <a:cubicBezTo>
                  <a:pt x="337" y="132"/>
                  <a:pt x="324" y="145"/>
                  <a:pt x="309" y="145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4" name="Freeform 24"/>
          <p:cNvSpPr>
            <a:spLocks noEditPoints="1"/>
          </p:cNvSpPr>
          <p:nvPr/>
        </p:nvSpPr>
        <p:spPr bwMode="auto">
          <a:xfrm>
            <a:off x="10803467" y="2019301"/>
            <a:ext cx="594784" cy="596900"/>
          </a:xfrm>
          <a:custGeom>
            <a:avLst/>
            <a:gdLst>
              <a:gd name="T0" fmla="*/ 81 w 361"/>
              <a:gd name="T1" fmla="*/ 126 h 362"/>
              <a:gd name="T2" fmla="*/ 129 w 361"/>
              <a:gd name="T3" fmla="*/ 163 h 362"/>
              <a:gd name="T4" fmla="*/ 129 w 361"/>
              <a:gd name="T5" fmla="*/ 152 h 362"/>
              <a:gd name="T6" fmla="*/ 68 w 361"/>
              <a:gd name="T7" fmla="*/ 116 h 362"/>
              <a:gd name="T8" fmla="*/ 28 w 361"/>
              <a:gd name="T9" fmla="*/ 76 h 362"/>
              <a:gd name="T10" fmla="*/ 65 w 361"/>
              <a:gd name="T11" fmla="*/ 73 h 362"/>
              <a:gd name="T12" fmla="*/ 73 w 361"/>
              <a:gd name="T13" fmla="*/ 64 h 362"/>
              <a:gd name="T14" fmla="*/ 76 w 361"/>
              <a:gd name="T15" fmla="*/ 28 h 362"/>
              <a:gd name="T16" fmla="*/ 116 w 361"/>
              <a:gd name="T17" fmla="*/ 68 h 362"/>
              <a:gd name="T18" fmla="*/ 152 w 361"/>
              <a:gd name="T19" fmla="*/ 129 h 362"/>
              <a:gd name="T20" fmla="*/ 163 w 361"/>
              <a:gd name="T21" fmla="*/ 129 h 362"/>
              <a:gd name="T22" fmla="*/ 126 w 361"/>
              <a:gd name="T23" fmla="*/ 81 h 362"/>
              <a:gd name="T24" fmla="*/ 128 w 361"/>
              <a:gd name="T25" fmla="*/ 17 h 362"/>
              <a:gd name="T26" fmla="*/ 53 w 361"/>
              <a:gd name="T27" fmla="*/ 52 h 362"/>
              <a:gd name="T28" fmla="*/ 17 w 361"/>
              <a:gd name="T29" fmla="*/ 127 h 362"/>
              <a:gd name="T30" fmla="*/ 281 w 361"/>
              <a:gd name="T31" fmla="*/ 234 h 362"/>
              <a:gd name="T32" fmla="*/ 243 w 361"/>
              <a:gd name="T33" fmla="*/ 198 h 362"/>
              <a:gd name="T34" fmla="*/ 232 w 361"/>
              <a:gd name="T35" fmla="*/ 209 h 362"/>
              <a:gd name="T36" fmla="*/ 285 w 361"/>
              <a:gd name="T37" fmla="*/ 262 h 362"/>
              <a:gd name="T38" fmla="*/ 333 w 361"/>
              <a:gd name="T39" fmla="*/ 245 h 362"/>
              <a:gd name="T40" fmla="*/ 296 w 361"/>
              <a:gd name="T41" fmla="*/ 288 h 362"/>
              <a:gd name="T42" fmla="*/ 288 w 361"/>
              <a:gd name="T43" fmla="*/ 288 h 362"/>
              <a:gd name="T44" fmla="*/ 287 w 361"/>
              <a:gd name="T45" fmla="*/ 297 h 362"/>
              <a:gd name="T46" fmla="*/ 245 w 361"/>
              <a:gd name="T47" fmla="*/ 333 h 362"/>
              <a:gd name="T48" fmla="*/ 262 w 361"/>
              <a:gd name="T49" fmla="*/ 285 h 362"/>
              <a:gd name="T50" fmla="*/ 209 w 361"/>
              <a:gd name="T51" fmla="*/ 232 h 362"/>
              <a:gd name="T52" fmla="*/ 197 w 361"/>
              <a:gd name="T53" fmla="*/ 243 h 362"/>
              <a:gd name="T54" fmla="*/ 233 w 361"/>
              <a:gd name="T55" fmla="*/ 282 h 362"/>
              <a:gd name="T56" fmla="*/ 296 w 361"/>
              <a:gd name="T57" fmla="*/ 344 h 362"/>
              <a:gd name="T58" fmla="*/ 344 w 361"/>
              <a:gd name="T59" fmla="*/ 296 h 362"/>
              <a:gd name="T60" fmla="*/ 281 w 361"/>
              <a:gd name="T61" fmla="*/ 234 h 362"/>
              <a:gd name="T62" fmla="*/ 280 w 361"/>
              <a:gd name="T63" fmla="*/ 126 h 362"/>
              <a:gd name="T64" fmla="*/ 344 w 361"/>
              <a:gd name="T65" fmla="*/ 127 h 362"/>
              <a:gd name="T66" fmla="*/ 308 w 361"/>
              <a:gd name="T67" fmla="*/ 52 h 362"/>
              <a:gd name="T68" fmla="*/ 233 w 361"/>
              <a:gd name="T69" fmla="*/ 17 h 362"/>
              <a:gd name="T70" fmla="*/ 235 w 361"/>
              <a:gd name="T71" fmla="*/ 81 h 362"/>
              <a:gd name="T72" fmla="*/ 79 w 361"/>
              <a:gd name="T73" fmla="*/ 234 h 362"/>
              <a:gd name="T74" fmla="*/ 17 w 361"/>
              <a:gd name="T75" fmla="*/ 296 h 362"/>
              <a:gd name="T76" fmla="*/ 65 w 361"/>
              <a:gd name="T77" fmla="*/ 344 h 362"/>
              <a:gd name="T78" fmla="*/ 127 w 361"/>
              <a:gd name="T79" fmla="*/ 282 h 362"/>
              <a:gd name="T80" fmla="*/ 116 w 361"/>
              <a:gd name="T81" fmla="*/ 333 h 362"/>
              <a:gd name="T82" fmla="*/ 73 w 361"/>
              <a:gd name="T83" fmla="*/ 297 h 362"/>
              <a:gd name="T84" fmla="*/ 72 w 361"/>
              <a:gd name="T85" fmla="*/ 288 h 362"/>
              <a:gd name="T86" fmla="*/ 64 w 361"/>
              <a:gd name="T87" fmla="*/ 288 h 362"/>
              <a:gd name="T88" fmla="*/ 28 w 361"/>
              <a:gd name="T89" fmla="*/ 245 h 362"/>
              <a:gd name="T90" fmla="*/ 76 w 361"/>
              <a:gd name="T91" fmla="*/ 262 h 362"/>
              <a:gd name="T92" fmla="*/ 262 w 361"/>
              <a:gd name="T93" fmla="*/ 76 h 362"/>
              <a:gd name="T94" fmla="*/ 245 w 361"/>
              <a:gd name="T95" fmla="*/ 28 h 362"/>
              <a:gd name="T96" fmla="*/ 288 w 361"/>
              <a:gd name="T97" fmla="*/ 64 h 362"/>
              <a:gd name="T98" fmla="*/ 288 w 361"/>
              <a:gd name="T99" fmla="*/ 72 h 362"/>
              <a:gd name="T100" fmla="*/ 297 w 361"/>
              <a:gd name="T101" fmla="*/ 73 h 362"/>
              <a:gd name="T102" fmla="*/ 333 w 361"/>
              <a:gd name="T103" fmla="*/ 116 h 362"/>
              <a:gd name="T104" fmla="*/ 285 w 361"/>
              <a:gd name="T105" fmla="*/ 99 h 362"/>
              <a:gd name="T106" fmla="*/ 116 w 361"/>
              <a:gd name="T107" fmla="*/ 293 h 3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361" h="362">
                <a:moveTo>
                  <a:pt x="79" y="127"/>
                </a:moveTo>
                <a:cubicBezTo>
                  <a:pt x="80" y="127"/>
                  <a:pt x="80" y="126"/>
                  <a:pt x="81" y="126"/>
                </a:cubicBezTo>
                <a:cubicBezTo>
                  <a:pt x="118" y="163"/>
                  <a:pt x="118" y="163"/>
                  <a:pt x="118" y="163"/>
                </a:cubicBezTo>
                <a:cubicBezTo>
                  <a:pt x="121" y="166"/>
                  <a:pt x="126" y="166"/>
                  <a:pt x="129" y="163"/>
                </a:cubicBezTo>
                <a:cubicBezTo>
                  <a:pt x="132" y="160"/>
                  <a:pt x="132" y="155"/>
                  <a:pt x="129" y="152"/>
                </a:cubicBezTo>
                <a:cubicBezTo>
                  <a:pt x="129" y="152"/>
                  <a:pt x="129" y="152"/>
                  <a:pt x="129" y="152"/>
                </a:cubicBezTo>
                <a:cubicBezTo>
                  <a:pt x="76" y="99"/>
                  <a:pt x="76" y="99"/>
                  <a:pt x="76" y="99"/>
                </a:cubicBezTo>
                <a:cubicBezTo>
                  <a:pt x="76" y="105"/>
                  <a:pt x="73" y="111"/>
                  <a:pt x="68" y="116"/>
                </a:cubicBezTo>
                <a:cubicBezTo>
                  <a:pt x="57" y="127"/>
                  <a:pt x="39" y="127"/>
                  <a:pt x="28" y="116"/>
                </a:cubicBezTo>
                <a:cubicBezTo>
                  <a:pt x="17" y="105"/>
                  <a:pt x="17" y="87"/>
                  <a:pt x="28" y="76"/>
                </a:cubicBezTo>
                <a:cubicBezTo>
                  <a:pt x="38" y="67"/>
                  <a:pt x="53" y="66"/>
                  <a:pt x="64" y="73"/>
                </a:cubicBezTo>
                <a:cubicBezTo>
                  <a:pt x="65" y="73"/>
                  <a:pt x="65" y="73"/>
                  <a:pt x="65" y="73"/>
                </a:cubicBezTo>
                <a:cubicBezTo>
                  <a:pt x="67" y="75"/>
                  <a:pt x="71" y="75"/>
                  <a:pt x="73" y="73"/>
                </a:cubicBezTo>
                <a:cubicBezTo>
                  <a:pt x="75" y="70"/>
                  <a:pt x="75" y="67"/>
                  <a:pt x="73" y="64"/>
                </a:cubicBezTo>
                <a:cubicBezTo>
                  <a:pt x="73" y="64"/>
                  <a:pt x="73" y="64"/>
                  <a:pt x="73" y="64"/>
                </a:cubicBezTo>
                <a:cubicBezTo>
                  <a:pt x="66" y="53"/>
                  <a:pt x="67" y="38"/>
                  <a:pt x="76" y="28"/>
                </a:cubicBezTo>
                <a:cubicBezTo>
                  <a:pt x="87" y="17"/>
                  <a:pt x="105" y="17"/>
                  <a:pt x="116" y="28"/>
                </a:cubicBezTo>
                <a:cubicBezTo>
                  <a:pt x="127" y="39"/>
                  <a:pt x="127" y="57"/>
                  <a:pt x="116" y="68"/>
                </a:cubicBezTo>
                <a:cubicBezTo>
                  <a:pt x="111" y="73"/>
                  <a:pt x="105" y="75"/>
                  <a:pt x="99" y="76"/>
                </a:cubicBezTo>
                <a:cubicBezTo>
                  <a:pt x="152" y="129"/>
                  <a:pt x="152" y="129"/>
                  <a:pt x="152" y="129"/>
                </a:cubicBezTo>
                <a:cubicBezTo>
                  <a:pt x="152" y="129"/>
                  <a:pt x="152" y="129"/>
                  <a:pt x="152" y="129"/>
                </a:cubicBezTo>
                <a:cubicBezTo>
                  <a:pt x="155" y="132"/>
                  <a:pt x="160" y="132"/>
                  <a:pt x="163" y="129"/>
                </a:cubicBezTo>
                <a:cubicBezTo>
                  <a:pt x="166" y="126"/>
                  <a:pt x="166" y="121"/>
                  <a:pt x="163" y="118"/>
                </a:cubicBezTo>
                <a:cubicBezTo>
                  <a:pt x="126" y="81"/>
                  <a:pt x="126" y="81"/>
                  <a:pt x="126" y="81"/>
                </a:cubicBezTo>
                <a:cubicBezTo>
                  <a:pt x="127" y="80"/>
                  <a:pt x="127" y="80"/>
                  <a:pt x="128" y="79"/>
                </a:cubicBezTo>
                <a:cubicBezTo>
                  <a:pt x="145" y="62"/>
                  <a:pt x="145" y="34"/>
                  <a:pt x="128" y="17"/>
                </a:cubicBezTo>
                <a:cubicBezTo>
                  <a:pt x="110" y="0"/>
                  <a:pt x="82" y="0"/>
                  <a:pt x="65" y="17"/>
                </a:cubicBezTo>
                <a:cubicBezTo>
                  <a:pt x="55" y="27"/>
                  <a:pt x="51" y="40"/>
                  <a:pt x="53" y="52"/>
                </a:cubicBezTo>
                <a:cubicBezTo>
                  <a:pt x="40" y="51"/>
                  <a:pt x="27" y="55"/>
                  <a:pt x="17" y="65"/>
                </a:cubicBezTo>
                <a:cubicBezTo>
                  <a:pt x="0" y="82"/>
                  <a:pt x="0" y="110"/>
                  <a:pt x="17" y="127"/>
                </a:cubicBezTo>
                <a:cubicBezTo>
                  <a:pt x="34" y="145"/>
                  <a:pt x="62" y="145"/>
                  <a:pt x="79" y="127"/>
                </a:cubicBezTo>
                <a:moveTo>
                  <a:pt x="281" y="234"/>
                </a:moveTo>
                <a:cubicBezTo>
                  <a:pt x="281" y="234"/>
                  <a:pt x="281" y="235"/>
                  <a:pt x="280" y="235"/>
                </a:cubicBezTo>
                <a:cubicBezTo>
                  <a:pt x="243" y="198"/>
                  <a:pt x="243" y="198"/>
                  <a:pt x="243" y="198"/>
                </a:cubicBezTo>
                <a:cubicBezTo>
                  <a:pt x="240" y="195"/>
                  <a:pt x="235" y="195"/>
                  <a:pt x="232" y="198"/>
                </a:cubicBezTo>
                <a:cubicBezTo>
                  <a:pt x="229" y="201"/>
                  <a:pt x="229" y="206"/>
                  <a:pt x="232" y="209"/>
                </a:cubicBezTo>
                <a:cubicBezTo>
                  <a:pt x="231" y="209"/>
                  <a:pt x="231" y="209"/>
                  <a:pt x="231" y="209"/>
                </a:cubicBezTo>
                <a:cubicBezTo>
                  <a:pt x="285" y="262"/>
                  <a:pt x="285" y="262"/>
                  <a:pt x="285" y="262"/>
                </a:cubicBezTo>
                <a:cubicBezTo>
                  <a:pt x="285" y="256"/>
                  <a:pt x="288" y="250"/>
                  <a:pt x="293" y="245"/>
                </a:cubicBezTo>
                <a:cubicBezTo>
                  <a:pt x="304" y="234"/>
                  <a:pt x="322" y="234"/>
                  <a:pt x="333" y="245"/>
                </a:cubicBezTo>
                <a:cubicBezTo>
                  <a:pt x="344" y="256"/>
                  <a:pt x="344" y="274"/>
                  <a:pt x="333" y="285"/>
                </a:cubicBezTo>
                <a:cubicBezTo>
                  <a:pt x="323" y="295"/>
                  <a:pt x="307" y="295"/>
                  <a:pt x="296" y="288"/>
                </a:cubicBezTo>
                <a:cubicBezTo>
                  <a:pt x="296" y="288"/>
                  <a:pt x="296" y="288"/>
                  <a:pt x="296" y="288"/>
                </a:cubicBezTo>
                <a:cubicBezTo>
                  <a:pt x="294" y="286"/>
                  <a:pt x="290" y="286"/>
                  <a:pt x="288" y="288"/>
                </a:cubicBezTo>
                <a:cubicBezTo>
                  <a:pt x="286" y="291"/>
                  <a:pt x="286" y="294"/>
                  <a:pt x="287" y="297"/>
                </a:cubicBezTo>
                <a:cubicBezTo>
                  <a:pt x="287" y="297"/>
                  <a:pt x="287" y="297"/>
                  <a:pt x="287" y="297"/>
                </a:cubicBezTo>
                <a:cubicBezTo>
                  <a:pt x="295" y="308"/>
                  <a:pt x="294" y="323"/>
                  <a:pt x="284" y="333"/>
                </a:cubicBezTo>
                <a:cubicBezTo>
                  <a:pt x="273" y="344"/>
                  <a:pt x="256" y="344"/>
                  <a:pt x="245" y="333"/>
                </a:cubicBezTo>
                <a:cubicBezTo>
                  <a:pt x="234" y="322"/>
                  <a:pt x="234" y="304"/>
                  <a:pt x="245" y="293"/>
                </a:cubicBezTo>
                <a:cubicBezTo>
                  <a:pt x="249" y="288"/>
                  <a:pt x="256" y="286"/>
                  <a:pt x="262" y="285"/>
                </a:cubicBezTo>
                <a:cubicBezTo>
                  <a:pt x="209" y="232"/>
                  <a:pt x="209" y="232"/>
                  <a:pt x="209" y="232"/>
                </a:cubicBezTo>
                <a:cubicBezTo>
                  <a:pt x="209" y="232"/>
                  <a:pt x="209" y="232"/>
                  <a:pt x="209" y="232"/>
                </a:cubicBezTo>
                <a:cubicBezTo>
                  <a:pt x="205" y="229"/>
                  <a:pt x="201" y="229"/>
                  <a:pt x="198" y="232"/>
                </a:cubicBezTo>
                <a:cubicBezTo>
                  <a:pt x="195" y="235"/>
                  <a:pt x="195" y="240"/>
                  <a:pt x="197" y="243"/>
                </a:cubicBezTo>
                <a:cubicBezTo>
                  <a:pt x="235" y="280"/>
                  <a:pt x="235" y="280"/>
                  <a:pt x="235" y="280"/>
                </a:cubicBezTo>
                <a:cubicBezTo>
                  <a:pt x="234" y="281"/>
                  <a:pt x="234" y="281"/>
                  <a:pt x="233" y="282"/>
                </a:cubicBezTo>
                <a:cubicBezTo>
                  <a:pt x="216" y="299"/>
                  <a:pt x="216" y="327"/>
                  <a:pt x="233" y="344"/>
                </a:cubicBezTo>
                <a:cubicBezTo>
                  <a:pt x="250" y="361"/>
                  <a:pt x="278" y="361"/>
                  <a:pt x="296" y="344"/>
                </a:cubicBezTo>
                <a:cubicBezTo>
                  <a:pt x="305" y="334"/>
                  <a:pt x="309" y="321"/>
                  <a:pt x="308" y="309"/>
                </a:cubicBezTo>
                <a:cubicBezTo>
                  <a:pt x="321" y="310"/>
                  <a:pt x="334" y="306"/>
                  <a:pt x="344" y="296"/>
                </a:cubicBezTo>
                <a:cubicBezTo>
                  <a:pt x="361" y="279"/>
                  <a:pt x="361" y="251"/>
                  <a:pt x="344" y="234"/>
                </a:cubicBezTo>
                <a:cubicBezTo>
                  <a:pt x="327" y="216"/>
                  <a:pt x="299" y="216"/>
                  <a:pt x="281" y="234"/>
                </a:cubicBezTo>
                <a:moveTo>
                  <a:pt x="126" y="280"/>
                </a:moveTo>
                <a:cubicBezTo>
                  <a:pt x="280" y="126"/>
                  <a:pt x="280" y="126"/>
                  <a:pt x="280" y="126"/>
                </a:cubicBezTo>
                <a:cubicBezTo>
                  <a:pt x="281" y="126"/>
                  <a:pt x="281" y="127"/>
                  <a:pt x="282" y="127"/>
                </a:cubicBezTo>
                <a:cubicBezTo>
                  <a:pt x="299" y="145"/>
                  <a:pt x="327" y="145"/>
                  <a:pt x="344" y="127"/>
                </a:cubicBezTo>
                <a:cubicBezTo>
                  <a:pt x="361" y="110"/>
                  <a:pt x="361" y="82"/>
                  <a:pt x="344" y="65"/>
                </a:cubicBezTo>
                <a:cubicBezTo>
                  <a:pt x="334" y="55"/>
                  <a:pt x="321" y="51"/>
                  <a:pt x="308" y="52"/>
                </a:cubicBezTo>
                <a:cubicBezTo>
                  <a:pt x="310" y="40"/>
                  <a:pt x="306" y="27"/>
                  <a:pt x="296" y="17"/>
                </a:cubicBezTo>
                <a:cubicBezTo>
                  <a:pt x="279" y="0"/>
                  <a:pt x="251" y="0"/>
                  <a:pt x="233" y="17"/>
                </a:cubicBezTo>
                <a:cubicBezTo>
                  <a:pt x="216" y="34"/>
                  <a:pt x="216" y="62"/>
                  <a:pt x="233" y="79"/>
                </a:cubicBezTo>
                <a:cubicBezTo>
                  <a:pt x="234" y="80"/>
                  <a:pt x="234" y="80"/>
                  <a:pt x="235" y="81"/>
                </a:cubicBezTo>
                <a:cubicBezTo>
                  <a:pt x="80" y="235"/>
                  <a:pt x="80" y="235"/>
                  <a:pt x="80" y="235"/>
                </a:cubicBezTo>
                <a:cubicBezTo>
                  <a:pt x="80" y="235"/>
                  <a:pt x="80" y="234"/>
                  <a:pt x="79" y="234"/>
                </a:cubicBezTo>
                <a:cubicBezTo>
                  <a:pt x="62" y="216"/>
                  <a:pt x="34" y="216"/>
                  <a:pt x="17" y="234"/>
                </a:cubicBezTo>
                <a:cubicBezTo>
                  <a:pt x="0" y="251"/>
                  <a:pt x="0" y="279"/>
                  <a:pt x="17" y="296"/>
                </a:cubicBezTo>
                <a:cubicBezTo>
                  <a:pt x="27" y="306"/>
                  <a:pt x="40" y="310"/>
                  <a:pt x="52" y="309"/>
                </a:cubicBezTo>
                <a:cubicBezTo>
                  <a:pt x="51" y="321"/>
                  <a:pt x="55" y="335"/>
                  <a:pt x="65" y="344"/>
                </a:cubicBezTo>
                <a:cubicBezTo>
                  <a:pt x="82" y="362"/>
                  <a:pt x="110" y="362"/>
                  <a:pt x="127" y="344"/>
                </a:cubicBezTo>
                <a:cubicBezTo>
                  <a:pt x="145" y="327"/>
                  <a:pt x="145" y="299"/>
                  <a:pt x="127" y="282"/>
                </a:cubicBezTo>
                <a:cubicBezTo>
                  <a:pt x="127" y="281"/>
                  <a:pt x="126" y="281"/>
                  <a:pt x="126" y="280"/>
                </a:cubicBezTo>
                <a:moveTo>
                  <a:pt x="116" y="333"/>
                </a:moveTo>
                <a:cubicBezTo>
                  <a:pt x="105" y="344"/>
                  <a:pt x="87" y="344"/>
                  <a:pt x="76" y="333"/>
                </a:cubicBezTo>
                <a:cubicBezTo>
                  <a:pt x="66" y="323"/>
                  <a:pt x="65" y="308"/>
                  <a:pt x="73" y="297"/>
                </a:cubicBezTo>
                <a:cubicBezTo>
                  <a:pt x="73" y="296"/>
                  <a:pt x="73" y="296"/>
                  <a:pt x="73" y="296"/>
                </a:cubicBezTo>
                <a:cubicBezTo>
                  <a:pt x="75" y="294"/>
                  <a:pt x="75" y="291"/>
                  <a:pt x="72" y="288"/>
                </a:cubicBezTo>
                <a:cubicBezTo>
                  <a:pt x="70" y="286"/>
                  <a:pt x="67" y="286"/>
                  <a:pt x="64" y="288"/>
                </a:cubicBezTo>
                <a:cubicBezTo>
                  <a:pt x="64" y="288"/>
                  <a:pt x="64" y="288"/>
                  <a:pt x="64" y="288"/>
                </a:cubicBezTo>
                <a:cubicBezTo>
                  <a:pt x="53" y="295"/>
                  <a:pt x="38" y="294"/>
                  <a:pt x="28" y="285"/>
                </a:cubicBezTo>
                <a:cubicBezTo>
                  <a:pt x="17" y="274"/>
                  <a:pt x="17" y="256"/>
                  <a:pt x="28" y="245"/>
                </a:cubicBezTo>
                <a:cubicBezTo>
                  <a:pt x="39" y="234"/>
                  <a:pt x="57" y="234"/>
                  <a:pt x="68" y="245"/>
                </a:cubicBezTo>
                <a:cubicBezTo>
                  <a:pt x="73" y="250"/>
                  <a:pt x="75" y="256"/>
                  <a:pt x="76" y="262"/>
                </a:cubicBezTo>
                <a:cubicBezTo>
                  <a:pt x="169" y="169"/>
                  <a:pt x="169" y="169"/>
                  <a:pt x="169" y="169"/>
                </a:cubicBezTo>
                <a:cubicBezTo>
                  <a:pt x="262" y="76"/>
                  <a:pt x="262" y="76"/>
                  <a:pt x="262" y="76"/>
                </a:cubicBezTo>
                <a:cubicBezTo>
                  <a:pt x="256" y="75"/>
                  <a:pt x="250" y="73"/>
                  <a:pt x="245" y="68"/>
                </a:cubicBezTo>
                <a:cubicBezTo>
                  <a:pt x="234" y="57"/>
                  <a:pt x="234" y="39"/>
                  <a:pt x="245" y="28"/>
                </a:cubicBezTo>
                <a:cubicBezTo>
                  <a:pt x="256" y="17"/>
                  <a:pt x="274" y="17"/>
                  <a:pt x="285" y="28"/>
                </a:cubicBezTo>
                <a:cubicBezTo>
                  <a:pt x="294" y="38"/>
                  <a:pt x="295" y="53"/>
                  <a:pt x="288" y="64"/>
                </a:cubicBezTo>
                <a:cubicBezTo>
                  <a:pt x="288" y="64"/>
                  <a:pt x="288" y="64"/>
                  <a:pt x="288" y="64"/>
                </a:cubicBezTo>
                <a:cubicBezTo>
                  <a:pt x="286" y="67"/>
                  <a:pt x="286" y="70"/>
                  <a:pt x="288" y="72"/>
                </a:cubicBezTo>
                <a:cubicBezTo>
                  <a:pt x="291" y="75"/>
                  <a:pt x="294" y="75"/>
                  <a:pt x="297" y="73"/>
                </a:cubicBezTo>
                <a:cubicBezTo>
                  <a:pt x="297" y="73"/>
                  <a:pt x="297" y="73"/>
                  <a:pt x="297" y="73"/>
                </a:cubicBezTo>
                <a:cubicBezTo>
                  <a:pt x="308" y="66"/>
                  <a:pt x="323" y="67"/>
                  <a:pt x="333" y="76"/>
                </a:cubicBezTo>
                <a:cubicBezTo>
                  <a:pt x="344" y="87"/>
                  <a:pt x="344" y="105"/>
                  <a:pt x="333" y="116"/>
                </a:cubicBezTo>
                <a:cubicBezTo>
                  <a:pt x="322" y="127"/>
                  <a:pt x="304" y="127"/>
                  <a:pt x="293" y="116"/>
                </a:cubicBezTo>
                <a:cubicBezTo>
                  <a:pt x="288" y="111"/>
                  <a:pt x="285" y="105"/>
                  <a:pt x="285" y="99"/>
                </a:cubicBezTo>
                <a:cubicBezTo>
                  <a:pt x="99" y="285"/>
                  <a:pt x="99" y="285"/>
                  <a:pt x="99" y="285"/>
                </a:cubicBezTo>
                <a:cubicBezTo>
                  <a:pt x="105" y="286"/>
                  <a:pt x="111" y="288"/>
                  <a:pt x="116" y="293"/>
                </a:cubicBezTo>
                <a:cubicBezTo>
                  <a:pt x="127" y="304"/>
                  <a:pt x="127" y="322"/>
                  <a:pt x="116" y="333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5" name="Freeform 25"/>
          <p:cNvSpPr>
            <a:spLocks noEditPoints="1"/>
          </p:cNvSpPr>
          <p:nvPr/>
        </p:nvSpPr>
        <p:spPr bwMode="auto">
          <a:xfrm>
            <a:off x="802218" y="3136900"/>
            <a:ext cx="582084" cy="584200"/>
          </a:xfrm>
          <a:custGeom>
            <a:avLst/>
            <a:gdLst>
              <a:gd name="T0" fmla="*/ 241 w 353"/>
              <a:gd name="T1" fmla="*/ 289 h 354"/>
              <a:gd name="T2" fmla="*/ 16 w 353"/>
              <a:gd name="T3" fmla="*/ 289 h 354"/>
              <a:gd name="T4" fmla="*/ 0 w 353"/>
              <a:gd name="T5" fmla="*/ 305 h 354"/>
              <a:gd name="T6" fmla="*/ 0 w 353"/>
              <a:gd name="T7" fmla="*/ 338 h 354"/>
              <a:gd name="T8" fmla="*/ 16 w 353"/>
              <a:gd name="T9" fmla="*/ 354 h 354"/>
              <a:gd name="T10" fmla="*/ 241 w 353"/>
              <a:gd name="T11" fmla="*/ 354 h 354"/>
              <a:gd name="T12" fmla="*/ 257 w 353"/>
              <a:gd name="T13" fmla="*/ 338 h 354"/>
              <a:gd name="T14" fmla="*/ 257 w 353"/>
              <a:gd name="T15" fmla="*/ 305 h 354"/>
              <a:gd name="T16" fmla="*/ 241 w 353"/>
              <a:gd name="T17" fmla="*/ 289 h 354"/>
              <a:gd name="T18" fmla="*/ 241 w 353"/>
              <a:gd name="T19" fmla="*/ 338 h 354"/>
              <a:gd name="T20" fmla="*/ 16 w 353"/>
              <a:gd name="T21" fmla="*/ 338 h 354"/>
              <a:gd name="T22" fmla="*/ 16 w 353"/>
              <a:gd name="T23" fmla="*/ 305 h 354"/>
              <a:gd name="T24" fmla="*/ 241 w 353"/>
              <a:gd name="T25" fmla="*/ 305 h 354"/>
              <a:gd name="T26" fmla="*/ 241 w 353"/>
              <a:gd name="T27" fmla="*/ 338 h 354"/>
              <a:gd name="T28" fmla="*/ 16 w 353"/>
              <a:gd name="T29" fmla="*/ 161 h 354"/>
              <a:gd name="T30" fmla="*/ 241 w 353"/>
              <a:gd name="T31" fmla="*/ 161 h 354"/>
              <a:gd name="T32" fmla="*/ 257 w 353"/>
              <a:gd name="T33" fmla="*/ 145 h 354"/>
              <a:gd name="T34" fmla="*/ 257 w 353"/>
              <a:gd name="T35" fmla="*/ 113 h 354"/>
              <a:gd name="T36" fmla="*/ 241 w 353"/>
              <a:gd name="T37" fmla="*/ 97 h 354"/>
              <a:gd name="T38" fmla="*/ 16 w 353"/>
              <a:gd name="T39" fmla="*/ 97 h 354"/>
              <a:gd name="T40" fmla="*/ 0 w 353"/>
              <a:gd name="T41" fmla="*/ 113 h 354"/>
              <a:gd name="T42" fmla="*/ 0 w 353"/>
              <a:gd name="T43" fmla="*/ 145 h 354"/>
              <a:gd name="T44" fmla="*/ 16 w 353"/>
              <a:gd name="T45" fmla="*/ 161 h 354"/>
              <a:gd name="T46" fmla="*/ 16 w 353"/>
              <a:gd name="T47" fmla="*/ 113 h 354"/>
              <a:gd name="T48" fmla="*/ 241 w 353"/>
              <a:gd name="T49" fmla="*/ 113 h 354"/>
              <a:gd name="T50" fmla="*/ 241 w 353"/>
              <a:gd name="T51" fmla="*/ 145 h 354"/>
              <a:gd name="T52" fmla="*/ 16 w 353"/>
              <a:gd name="T53" fmla="*/ 145 h 354"/>
              <a:gd name="T54" fmla="*/ 16 w 353"/>
              <a:gd name="T55" fmla="*/ 113 h 354"/>
              <a:gd name="T56" fmla="*/ 337 w 353"/>
              <a:gd name="T57" fmla="*/ 193 h 354"/>
              <a:gd name="T58" fmla="*/ 16 w 353"/>
              <a:gd name="T59" fmla="*/ 193 h 354"/>
              <a:gd name="T60" fmla="*/ 0 w 353"/>
              <a:gd name="T61" fmla="*/ 209 h 354"/>
              <a:gd name="T62" fmla="*/ 0 w 353"/>
              <a:gd name="T63" fmla="*/ 241 h 354"/>
              <a:gd name="T64" fmla="*/ 16 w 353"/>
              <a:gd name="T65" fmla="*/ 257 h 354"/>
              <a:gd name="T66" fmla="*/ 337 w 353"/>
              <a:gd name="T67" fmla="*/ 257 h 354"/>
              <a:gd name="T68" fmla="*/ 353 w 353"/>
              <a:gd name="T69" fmla="*/ 241 h 354"/>
              <a:gd name="T70" fmla="*/ 353 w 353"/>
              <a:gd name="T71" fmla="*/ 209 h 354"/>
              <a:gd name="T72" fmla="*/ 337 w 353"/>
              <a:gd name="T73" fmla="*/ 193 h 354"/>
              <a:gd name="T74" fmla="*/ 337 w 353"/>
              <a:gd name="T75" fmla="*/ 241 h 354"/>
              <a:gd name="T76" fmla="*/ 16 w 353"/>
              <a:gd name="T77" fmla="*/ 241 h 354"/>
              <a:gd name="T78" fmla="*/ 16 w 353"/>
              <a:gd name="T79" fmla="*/ 209 h 354"/>
              <a:gd name="T80" fmla="*/ 337 w 353"/>
              <a:gd name="T81" fmla="*/ 209 h 354"/>
              <a:gd name="T82" fmla="*/ 337 w 353"/>
              <a:gd name="T83" fmla="*/ 241 h 354"/>
              <a:gd name="T84" fmla="*/ 337 w 353"/>
              <a:gd name="T85" fmla="*/ 0 h 354"/>
              <a:gd name="T86" fmla="*/ 16 w 353"/>
              <a:gd name="T87" fmla="*/ 0 h 354"/>
              <a:gd name="T88" fmla="*/ 0 w 353"/>
              <a:gd name="T89" fmla="*/ 16 h 354"/>
              <a:gd name="T90" fmla="*/ 0 w 353"/>
              <a:gd name="T91" fmla="*/ 49 h 354"/>
              <a:gd name="T92" fmla="*/ 16 w 353"/>
              <a:gd name="T93" fmla="*/ 65 h 354"/>
              <a:gd name="T94" fmla="*/ 337 w 353"/>
              <a:gd name="T95" fmla="*/ 65 h 354"/>
              <a:gd name="T96" fmla="*/ 353 w 353"/>
              <a:gd name="T97" fmla="*/ 49 h 354"/>
              <a:gd name="T98" fmla="*/ 353 w 353"/>
              <a:gd name="T99" fmla="*/ 16 h 354"/>
              <a:gd name="T100" fmla="*/ 337 w 353"/>
              <a:gd name="T101" fmla="*/ 0 h 354"/>
              <a:gd name="T102" fmla="*/ 337 w 353"/>
              <a:gd name="T103" fmla="*/ 49 h 354"/>
              <a:gd name="T104" fmla="*/ 16 w 353"/>
              <a:gd name="T105" fmla="*/ 49 h 354"/>
              <a:gd name="T106" fmla="*/ 16 w 353"/>
              <a:gd name="T107" fmla="*/ 16 h 354"/>
              <a:gd name="T108" fmla="*/ 337 w 353"/>
              <a:gd name="T109" fmla="*/ 16 h 354"/>
              <a:gd name="T110" fmla="*/ 337 w 353"/>
              <a:gd name="T111" fmla="*/ 49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353" h="354">
                <a:moveTo>
                  <a:pt x="241" y="289"/>
                </a:moveTo>
                <a:cubicBezTo>
                  <a:pt x="16" y="289"/>
                  <a:pt x="16" y="289"/>
                  <a:pt x="16" y="289"/>
                </a:cubicBezTo>
                <a:cubicBezTo>
                  <a:pt x="7" y="289"/>
                  <a:pt x="0" y="297"/>
                  <a:pt x="0" y="305"/>
                </a:cubicBezTo>
                <a:cubicBezTo>
                  <a:pt x="0" y="338"/>
                  <a:pt x="0" y="338"/>
                  <a:pt x="0" y="338"/>
                </a:cubicBezTo>
                <a:cubicBezTo>
                  <a:pt x="0" y="346"/>
                  <a:pt x="7" y="354"/>
                  <a:pt x="16" y="354"/>
                </a:cubicBezTo>
                <a:cubicBezTo>
                  <a:pt x="241" y="354"/>
                  <a:pt x="241" y="354"/>
                  <a:pt x="241" y="354"/>
                </a:cubicBezTo>
                <a:cubicBezTo>
                  <a:pt x="250" y="354"/>
                  <a:pt x="257" y="346"/>
                  <a:pt x="257" y="338"/>
                </a:cubicBezTo>
                <a:cubicBezTo>
                  <a:pt x="257" y="305"/>
                  <a:pt x="257" y="305"/>
                  <a:pt x="257" y="305"/>
                </a:cubicBezTo>
                <a:cubicBezTo>
                  <a:pt x="257" y="297"/>
                  <a:pt x="250" y="289"/>
                  <a:pt x="241" y="289"/>
                </a:cubicBezTo>
                <a:moveTo>
                  <a:pt x="241" y="338"/>
                </a:moveTo>
                <a:cubicBezTo>
                  <a:pt x="16" y="338"/>
                  <a:pt x="16" y="338"/>
                  <a:pt x="16" y="338"/>
                </a:cubicBezTo>
                <a:cubicBezTo>
                  <a:pt x="16" y="305"/>
                  <a:pt x="16" y="305"/>
                  <a:pt x="16" y="305"/>
                </a:cubicBezTo>
                <a:cubicBezTo>
                  <a:pt x="241" y="305"/>
                  <a:pt x="241" y="305"/>
                  <a:pt x="241" y="305"/>
                </a:cubicBezTo>
                <a:lnTo>
                  <a:pt x="241" y="338"/>
                </a:lnTo>
                <a:close/>
                <a:moveTo>
                  <a:pt x="16" y="161"/>
                </a:moveTo>
                <a:cubicBezTo>
                  <a:pt x="241" y="161"/>
                  <a:pt x="241" y="161"/>
                  <a:pt x="241" y="161"/>
                </a:cubicBezTo>
                <a:cubicBezTo>
                  <a:pt x="250" y="161"/>
                  <a:pt x="257" y="154"/>
                  <a:pt x="257" y="145"/>
                </a:cubicBezTo>
                <a:cubicBezTo>
                  <a:pt x="257" y="113"/>
                  <a:pt x="257" y="113"/>
                  <a:pt x="257" y="113"/>
                </a:cubicBezTo>
                <a:cubicBezTo>
                  <a:pt x="257" y="104"/>
                  <a:pt x="250" y="97"/>
                  <a:pt x="241" y="97"/>
                </a:cubicBezTo>
                <a:cubicBezTo>
                  <a:pt x="16" y="97"/>
                  <a:pt x="16" y="97"/>
                  <a:pt x="16" y="97"/>
                </a:cubicBezTo>
                <a:cubicBezTo>
                  <a:pt x="7" y="97"/>
                  <a:pt x="0" y="104"/>
                  <a:pt x="0" y="113"/>
                </a:cubicBezTo>
                <a:cubicBezTo>
                  <a:pt x="0" y="145"/>
                  <a:pt x="0" y="145"/>
                  <a:pt x="0" y="145"/>
                </a:cubicBezTo>
                <a:cubicBezTo>
                  <a:pt x="0" y="154"/>
                  <a:pt x="7" y="161"/>
                  <a:pt x="16" y="161"/>
                </a:cubicBezTo>
                <a:moveTo>
                  <a:pt x="16" y="113"/>
                </a:moveTo>
                <a:cubicBezTo>
                  <a:pt x="241" y="113"/>
                  <a:pt x="241" y="113"/>
                  <a:pt x="241" y="113"/>
                </a:cubicBezTo>
                <a:cubicBezTo>
                  <a:pt x="241" y="145"/>
                  <a:pt x="241" y="145"/>
                  <a:pt x="241" y="145"/>
                </a:cubicBezTo>
                <a:cubicBezTo>
                  <a:pt x="16" y="145"/>
                  <a:pt x="16" y="145"/>
                  <a:pt x="16" y="145"/>
                </a:cubicBezTo>
                <a:lnTo>
                  <a:pt x="16" y="113"/>
                </a:lnTo>
                <a:close/>
                <a:moveTo>
                  <a:pt x="337" y="193"/>
                </a:moveTo>
                <a:cubicBezTo>
                  <a:pt x="16" y="193"/>
                  <a:pt x="16" y="193"/>
                  <a:pt x="16" y="193"/>
                </a:cubicBezTo>
                <a:cubicBezTo>
                  <a:pt x="7" y="193"/>
                  <a:pt x="0" y="200"/>
                  <a:pt x="0" y="209"/>
                </a:cubicBezTo>
                <a:cubicBezTo>
                  <a:pt x="0" y="241"/>
                  <a:pt x="0" y="241"/>
                  <a:pt x="0" y="241"/>
                </a:cubicBezTo>
                <a:cubicBezTo>
                  <a:pt x="0" y="250"/>
                  <a:pt x="7" y="257"/>
                  <a:pt x="16" y="257"/>
                </a:cubicBezTo>
                <a:cubicBezTo>
                  <a:pt x="337" y="257"/>
                  <a:pt x="337" y="257"/>
                  <a:pt x="337" y="257"/>
                </a:cubicBezTo>
                <a:cubicBezTo>
                  <a:pt x="346" y="257"/>
                  <a:pt x="353" y="250"/>
                  <a:pt x="353" y="241"/>
                </a:cubicBezTo>
                <a:cubicBezTo>
                  <a:pt x="353" y="209"/>
                  <a:pt x="353" y="209"/>
                  <a:pt x="353" y="209"/>
                </a:cubicBezTo>
                <a:cubicBezTo>
                  <a:pt x="353" y="200"/>
                  <a:pt x="346" y="193"/>
                  <a:pt x="337" y="193"/>
                </a:cubicBezTo>
                <a:moveTo>
                  <a:pt x="337" y="241"/>
                </a:moveTo>
                <a:cubicBezTo>
                  <a:pt x="16" y="241"/>
                  <a:pt x="16" y="241"/>
                  <a:pt x="16" y="241"/>
                </a:cubicBezTo>
                <a:cubicBezTo>
                  <a:pt x="16" y="209"/>
                  <a:pt x="16" y="209"/>
                  <a:pt x="16" y="209"/>
                </a:cubicBezTo>
                <a:cubicBezTo>
                  <a:pt x="337" y="209"/>
                  <a:pt x="337" y="209"/>
                  <a:pt x="337" y="209"/>
                </a:cubicBezTo>
                <a:lnTo>
                  <a:pt x="337" y="241"/>
                </a:lnTo>
                <a:close/>
                <a:moveTo>
                  <a:pt x="337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8"/>
                  <a:pt x="0" y="16"/>
                </a:cubicBezTo>
                <a:cubicBezTo>
                  <a:pt x="0" y="49"/>
                  <a:pt x="0" y="49"/>
                  <a:pt x="0" y="49"/>
                </a:cubicBezTo>
                <a:cubicBezTo>
                  <a:pt x="0" y="57"/>
                  <a:pt x="7" y="65"/>
                  <a:pt x="16" y="65"/>
                </a:cubicBezTo>
                <a:cubicBezTo>
                  <a:pt x="337" y="65"/>
                  <a:pt x="337" y="65"/>
                  <a:pt x="337" y="65"/>
                </a:cubicBezTo>
                <a:cubicBezTo>
                  <a:pt x="346" y="65"/>
                  <a:pt x="353" y="57"/>
                  <a:pt x="353" y="49"/>
                </a:cubicBezTo>
                <a:cubicBezTo>
                  <a:pt x="353" y="16"/>
                  <a:pt x="353" y="16"/>
                  <a:pt x="353" y="16"/>
                </a:cubicBezTo>
                <a:cubicBezTo>
                  <a:pt x="353" y="8"/>
                  <a:pt x="346" y="0"/>
                  <a:pt x="337" y="0"/>
                </a:cubicBezTo>
                <a:moveTo>
                  <a:pt x="337" y="49"/>
                </a:moveTo>
                <a:cubicBezTo>
                  <a:pt x="16" y="49"/>
                  <a:pt x="16" y="49"/>
                  <a:pt x="16" y="49"/>
                </a:cubicBezTo>
                <a:cubicBezTo>
                  <a:pt x="16" y="16"/>
                  <a:pt x="16" y="16"/>
                  <a:pt x="16" y="16"/>
                </a:cubicBezTo>
                <a:cubicBezTo>
                  <a:pt x="337" y="16"/>
                  <a:pt x="337" y="16"/>
                  <a:pt x="337" y="16"/>
                </a:cubicBezTo>
                <a:lnTo>
                  <a:pt x="337" y="49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6" name="Freeform 26"/>
          <p:cNvSpPr>
            <a:spLocks noEditPoints="1"/>
          </p:cNvSpPr>
          <p:nvPr/>
        </p:nvSpPr>
        <p:spPr bwMode="auto">
          <a:xfrm>
            <a:off x="1913467" y="3136900"/>
            <a:ext cx="582084" cy="584200"/>
          </a:xfrm>
          <a:custGeom>
            <a:avLst/>
            <a:gdLst>
              <a:gd name="T0" fmla="*/ 289 w 353"/>
              <a:gd name="T1" fmla="*/ 289 h 354"/>
              <a:gd name="T2" fmla="*/ 64 w 353"/>
              <a:gd name="T3" fmla="*/ 289 h 354"/>
              <a:gd name="T4" fmla="*/ 48 w 353"/>
              <a:gd name="T5" fmla="*/ 305 h 354"/>
              <a:gd name="T6" fmla="*/ 48 w 353"/>
              <a:gd name="T7" fmla="*/ 338 h 354"/>
              <a:gd name="T8" fmla="*/ 64 w 353"/>
              <a:gd name="T9" fmla="*/ 354 h 354"/>
              <a:gd name="T10" fmla="*/ 289 w 353"/>
              <a:gd name="T11" fmla="*/ 354 h 354"/>
              <a:gd name="T12" fmla="*/ 305 w 353"/>
              <a:gd name="T13" fmla="*/ 338 h 354"/>
              <a:gd name="T14" fmla="*/ 305 w 353"/>
              <a:gd name="T15" fmla="*/ 305 h 354"/>
              <a:gd name="T16" fmla="*/ 289 w 353"/>
              <a:gd name="T17" fmla="*/ 289 h 354"/>
              <a:gd name="T18" fmla="*/ 289 w 353"/>
              <a:gd name="T19" fmla="*/ 338 h 354"/>
              <a:gd name="T20" fmla="*/ 64 w 353"/>
              <a:gd name="T21" fmla="*/ 338 h 354"/>
              <a:gd name="T22" fmla="*/ 64 w 353"/>
              <a:gd name="T23" fmla="*/ 305 h 354"/>
              <a:gd name="T24" fmla="*/ 289 w 353"/>
              <a:gd name="T25" fmla="*/ 305 h 354"/>
              <a:gd name="T26" fmla="*/ 289 w 353"/>
              <a:gd name="T27" fmla="*/ 338 h 354"/>
              <a:gd name="T28" fmla="*/ 289 w 353"/>
              <a:gd name="T29" fmla="*/ 161 h 354"/>
              <a:gd name="T30" fmla="*/ 305 w 353"/>
              <a:gd name="T31" fmla="*/ 145 h 354"/>
              <a:gd name="T32" fmla="*/ 305 w 353"/>
              <a:gd name="T33" fmla="*/ 113 h 354"/>
              <a:gd name="T34" fmla="*/ 289 w 353"/>
              <a:gd name="T35" fmla="*/ 97 h 354"/>
              <a:gd name="T36" fmla="*/ 64 w 353"/>
              <a:gd name="T37" fmla="*/ 97 h 354"/>
              <a:gd name="T38" fmla="*/ 48 w 353"/>
              <a:gd name="T39" fmla="*/ 113 h 354"/>
              <a:gd name="T40" fmla="*/ 48 w 353"/>
              <a:gd name="T41" fmla="*/ 145 h 354"/>
              <a:gd name="T42" fmla="*/ 64 w 353"/>
              <a:gd name="T43" fmla="*/ 161 h 354"/>
              <a:gd name="T44" fmla="*/ 289 w 353"/>
              <a:gd name="T45" fmla="*/ 161 h 354"/>
              <a:gd name="T46" fmla="*/ 64 w 353"/>
              <a:gd name="T47" fmla="*/ 113 h 354"/>
              <a:gd name="T48" fmla="*/ 289 w 353"/>
              <a:gd name="T49" fmla="*/ 113 h 354"/>
              <a:gd name="T50" fmla="*/ 289 w 353"/>
              <a:gd name="T51" fmla="*/ 145 h 354"/>
              <a:gd name="T52" fmla="*/ 64 w 353"/>
              <a:gd name="T53" fmla="*/ 145 h 354"/>
              <a:gd name="T54" fmla="*/ 64 w 353"/>
              <a:gd name="T55" fmla="*/ 113 h 354"/>
              <a:gd name="T56" fmla="*/ 337 w 353"/>
              <a:gd name="T57" fmla="*/ 193 h 354"/>
              <a:gd name="T58" fmla="*/ 16 w 353"/>
              <a:gd name="T59" fmla="*/ 193 h 354"/>
              <a:gd name="T60" fmla="*/ 0 w 353"/>
              <a:gd name="T61" fmla="*/ 209 h 354"/>
              <a:gd name="T62" fmla="*/ 0 w 353"/>
              <a:gd name="T63" fmla="*/ 241 h 354"/>
              <a:gd name="T64" fmla="*/ 16 w 353"/>
              <a:gd name="T65" fmla="*/ 257 h 354"/>
              <a:gd name="T66" fmla="*/ 337 w 353"/>
              <a:gd name="T67" fmla="*/ 257 h 354"/>
              <a:gd name="T68" fmla="*/ 353 w 353"/>
              <a:gd name="T69" fmla="*/ 241 h 354"/>
              <a:gd name="T70" fmla="*/ 353 w 353"/>
              <a:gd name="T71" fmla="*/ 209 h 354"/>
              <a:gd name="T72" fmla="*/ 337 w 353"/>
              <a:gd name="T73" fmla="*/ 193 h 354"/>
              <a:gd name="T74" fmla="*/ 337 w 353"/>
              <a:gd name="T75" fmla="*/ 241 h 354"/>
              <a:gd name="T76" fmla="*/ 16 w 353"/>
              <a:gd name="T77" fmla="*/ 241 h 354"/>
              <a:gd name="T78" fmla="*/ 16 w 353"/>
              <a:gd name="T79" fmla="*/ 209 h 354"/>
              <a:gd name="T80" fmla="*/ 337 w 353"/>
              <a:gd name="T81" fmla="*/ 209 h 354"/>
              <a:gd name="T82" fmla="*/ 337 w 353"/>
              <a:gd name="T83" fmla="*/ 241 h 354"/>
              <a:gd name="T84" fmla="*/ 337 w 353"/>
              <a:gd name="T85" fmla="*/ 0 h 354"/>
              <a:gd name="T86" fmla="*/ 16 w 353"/>
              <a:gd name="T87" fmla="*/ 0 h 354"/>
              <a:gd name="T88" fmla="*/ 0 w 353"/>
              <a:gd name="T89" fmla="*/ 16 h 354"/>
              <a:gd name="T90" fmla="*/ 0 w 353"/>
              <a:gd name="T91" fmla="*/ 49 h 354"/>
              <a:gd name="T92" fmla="*/ 16 w 353"/>
              <a:gd name="T93" fmla="*/ 65 h 354"/>
              <a:gd name="T94" fmla="*/ 337 w 353"/>
              <a:gd name="T95" fmla="*/ 65 h 354"/>
              <a:gd name="T96" fmla="*/ 353 w 353"/>
              <a:gd name="T97" fmla="*/ 49 h 354"/>
              <a:gd name="T98" fmla="*/ 353 w 353"/>
              <a:gd name="T99" fmla="*/ 16 h 354"/>
              <a:gd name="T100" fmla="*/ 337 w 353"/>
              <a:gd name="T101" fmla="*/ 0 h 354"/>
              <a:gd name="T102" fmla="*/ 337 w 353"/>
              <a:gd name="T103" fmla="*/ 49 h 354"/>
              <a:gd name="T104" fmla="*/ 16 w 353"/>
              <a:gd name="T105" fmla="*/ 49 h 354"/>
              <a:gd name="T106" fmla="*/ 16 w 353"/>
              <a:gd name="T107" fmla="*/ 16 h 354"/>
              <a:gd name="T108" fmla="*/ 337 w 353"/>
              <a:gd name="T109" fmla="*/ 16 h 354"/>
              <a:gd name="T110" fmla="*/ 337 w 353"/>
              <a:gd name="T111" fmla="*/ 49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353" h="354">
                <a:moveTo>
                  <a:pt x="289" y="289"/>
                </a:moveTo>
                <a:cubicBezTo>
                  <a:pt x="64" y="289"/>
                  <a:pt x="64" y="289"/>
                  <a:pt x="64" y="289"/>
                </a:cubicBezTo>
                <a:cubicBezTo>
                  <a:pt x="56" y="289"/>
                  <a:pt x="48" y="297"/>
                  <a:pt x="48" y="305"/>
                </a:cubicBezTo>
                <a:cubicBezTo>
                  <a:pt x="48" y="338"/>
                  <a:pt x="48" y="338"/>
                  <a:pt x="48" y="338"/>
                </a:cubicBezTo>
                <a:cubicBezTo>
                  <a:pt x="48" y="346"/>
                  <a:pt x="56" y="354"/>
                  <a:pt x="64" y="354"/>
                </a:cubicBezTo>
                <a:cubicBezTo>
                  <a:pt x="289" y="354"/>
                  <a:pt x="289" y="354"/>
                  <a:pt x="289" y="354"/>
                </a:cubicBezTo>
                <a:cubicBezTo>
                  <a:pt x="298" y="354"/>
                  <a:pt x="305" y="346"/>
                  <a:pt x="305" y="338"/>
                </a:cubicBezTo>
                <a:cubicBezTo>
                  <a:pt x="305" y="305"/>
                  <a:pt x="305" y="305"/>
                  <a:pt x="305" y="305"/>
                </a:cubicBezTo>
                <a:cubicBezTo>
                  <a:pt x="305" y="297"/>
                  <a:pt x="298" y="289"/>
                  <a:pt x="289" y="289"/>
                </a:cubicBezTo>
                <a:moveTo>
                  <a:pt x="289" y="338"/>
                </a:moveTo>
                <a:cubicBezTo>
                  <a:pt x="64" y="338"/>
                  <a:pt x="64" y="338"/>
                  <a:pt x="64" y="338"/>
                </a:cubicBezTo>
                <a:cubicBezTo>
                  <a:pt x="64" y="305"/>
                  <a:pt x="64" y="305"/>
                  <a:pt x="64" y="305"/>
                </a:cubicBezTo>
                <a:cubicBezTo>
                  <a:pt x="289" y="305"/>
                  <a:pt x="289" y="305"/>
                  <a:pt x="289" y="305"/>
                </a:cubicBezTo>
                <a:lnTo>
                  <a:pt x="289" y="338"/>
                </a:lnTo>
                <a:close/>
                <a:moveTo>
                  <a:pt x="289" y="161"/>
                </a:moveTo>
                <a:cubicBezTo>
                  <a:pt x="298" y="161"/>
                  <a:pt x="305" y="154"/>
                  <a:pt x="305" y="145"/>
                </a:cubicBezTo>
                <a:cubicBezTo>
                  <a:pt x="305" y="113"/>
                  <a:pt x="305" y="113"/>
                  <a:pt x="305" y="113"/>
                </a:cubicBezTo>
                <a:cubicBezTo>
                  <a:pt x="305" y="104"/>
                  <a:pt x="298" y="97"/>
                  <a:pt x="289" y="97"/>
                </a:cubicBezTo>
                <a:cubicBezTo>
                  <a:pt x="64" y="97"/>
                  <a:pt x="64" y="97"/>
                  <a:pt x="64" y="97"/>
                </a:cubicBezTo>
                <a:cubicBezTo>
                  <a:pt x="56" y="97"/>
                  <a:pt x="48" y="104"/>
                  <a:pt x="48" y="113"/>
                </a:cubicBezTo>
                <a:cubicBezTo>
                  <a:pt x="48" y="145"/>
                  <a:pt x="48" y="145"/>
                  <a:pt x="48" y="145"/>
                </a:cubicBezTo>
                <a:cubicBezTo>
                  <a:pt x="48" y="154"/>
                  <a:pt x="56" y="161"/>
                  <a:pt x="64" y="161"/>
                </a:cubicBezTo>
                <a:lnTo>
                  <a:pt x="289" y="161"/>
                </a:lnTo>
                <a:close/>
                <a:moveTo>
                  <a:pt x="64" y="113"/>
                </a:moveTo>
                <a:cubicBezTo>
                  <a:pt x="289" y="113"/>
                  <a:pt x="289" y="113"/>
                  <a:pt x="289" y="113"/>
                </a:cubicBezTo>
                <a:cubicBezTo>
                  <a:pt x="289" y="145"/>
                  <a:pt x="289" y="145"/>
                  <a:pt x="289" y="145"/>
                </a:cubicBezTo>
                <a:cubicBezTo>
                  <a:pt x="64" y="145"/>
                  <a:pt x="64" y="145"/>
                  <a:pt x="64" y="145"/>
                </a:cubicBezTo>
                <a:lnTo>
                  <a:pt x="64" y="113"/>
                </a:lnTo>
                <a:close/>
                <a:moveTo>
                  <a:pt x="337" y="193"/>
                </a:moveTo>
                <a:cubicBezTo>
                  <a:pt x="16" y="193"/>
                  <a:pt x="16" y="193"/>
                  <a:pt x="16" y="193"/>
                </a:cubicBezTo>
                <a:cubicBezTo>
                  <a:pt x="7" y="193"/>
                  <a:pt x="0" y="200"/>
                  <a:pt x="0" y="209"/>
                </a:cubicBezTo>
                <a:cubicBezTo>
                  <a:pt x="0" y="241"/>
                  <a:pt x="0" y="241"/>
                  <a:pt x="0" y="241"/>
                </a:cubicBezTo>
                <a:cubicBezTo>
                  <a:pt x="0" y="250"/>
                  <a:pt x="7" y="257"/>
                  <a:pt x="16" y="257"/>
                </a:cubicBezTo>
                <a:cubicBezTo>
                  <a:pt x="337" y="257"/>
                  <a:pt x="337" y="257"/>
                  <a:pt x="337" y="257"/>
                </a:cubicBezTo>
                <a:cubicBezTo>
                  <a:pt x="346" y="257"/>
                  <a:pt x="353" y="250"/>
                  <a:pt x="353" y="241"/>
                </a:cubicBezTo>
                <a:cubicBezTo>
                  <a:pt x="353" y="209"/>
                  <a:pt x="353" y="209"/>
                  <a:pt x="353" y="209"/>
                </a:cubicBezTo>
                <a:cubicBezTo>
                  <a:pt x="353" y="200"/>
                  <a:pt x="346" y="193"/>
                  <a:pt x="337" y="193"/>
                </a:cubicBezTo>
                <a:moveTo>
                  <a:pt x="337" y="241"/>
                </a:moveTo>
                <a:cubicBezTo>
                  <a:pt x="16" y="241"/>
                  <a:pt x="16" y="241"/>
                  <a:pt x="16" y="241"/>
                </a:cubicBezTo>
                <a:cubicBezTo>
                  <a:pt x="16" y="209"/>
                  <a:pt x="16" y="209"/>
                  <a:pt x="16" y="209"/>
                </a:cubicBezTo>
                <a:cubicBezTo>
                  <a:pt x="337" y="209"/>
                  <a:pt x="337" y="209"/>
                  <a:pt x="337" y="209"/>
                </a:cubicBezTo>
                <a:lnTo>
                  <a:pt x="337" y="241"/>
                </a:lnTo>
                <a:close/>
                <a:moveTo>
                  <a:pt x="337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8"/>
                  <a:pt x="0" y="16"/>
                </a:cubicBezTo>
                <a:cubicBezTo>
                  <a:pt x="0" y="49"/>
                  <a:pt x="0" y="49"/>
                  <a:pt x="0" y="49"/>
                </a:cubicBezTo>
                <a:cubicBezTo>
                  <a:pt x="0" y="57"/>
                  <a:pt x="7" y="65"/>
                  <a:pt x="16" y="65"/>
                </a:cubicBezTo>
                <a:cubicBezTo>
                  <a:pt x="337" y="65"/>
                  <a:pt x="337" y="65"/>
                  <a:pt x="337" y="65"/>
                </a:cubicBezTo>
                <a:cubicBezTo>
                  <a:pt x="346" y="65"/>
                  <a:pt x="353" y="57"/>
                  <a:pt x="353" y="49"/>
                </a:cubicBezTo>
                <a:cubicBezTo>
                  <a:pt x="353" y="16"/>
                  <a:pt x="353" y="16"/>
                  <a:pt x="353" y="16"/>
                </a:cubicBezTo>
                <a:cubicBezTo>
                  <a:pt x="353" y="8"/>
                  <a:pt x="346" y="0"/>
                  <a:pt x="337" y="0"/>
                </a:cubicBezTo>
                <a:moveTo>
                  <a:pt x="337" y="49"/>
                </a:moveTo>
                <a:cubicBezTo>
                  <a:pt x="16" y="49"/>
                  <a:pt x="16" y="49"/>
                  <a:pt x="16" y="49"/>
                </a:cubicBezTo>
                <a:cubicBezTo>
                  <a:pt x="16" y="16"/>
                  <a:pt x="16" y="16"/>
                  <a:pt x="16" y="16"/>
                </a:cubicBezTo>
                <a:cubicBezTo>
                  <a:pt x="337" y="16"/>
                  <a:pt x="337" y="16"/>
                  <a:pt x="337" y="16"/>
                </a:cubicBezTo>
                <a:lnTo>
                  <a:pt x="337" y="49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7" name="Freeform 27"/>
          <p:cNvSpPr>
            <a:spLocks noEditPoints="1"/>
          </p:cNvSpPr>
          <p:nvPr/>
        </p:nvSpPr>
        <p:spPr bwMode="auto">
          <a:xfrm>
            <a:off x="3026834" y="3136900"/>
            <a:ext cx="582084" cy="584200"/>
          </a:xfrm>
          <a:custGeom>
            <a:avLst/>
            <a:gdLst>
              <a:gd name="T0" fmla="*/ 337 w 353"/>
              <a:gd name="T1" fmla="*/ 289 h 354"/>
              <a:gd name="T2" fmla="*/ 112 w 353"/>
              <a:gd name="T3" fmla="*/ 289 h 354"/>
              <a:gd name="T4" fmla="*/ 96 w 353"/>
              <a:gd name="T5" fmla="*/ 305 h 354"/>
              <a:gd name="T6" fmla="*/ 96 w 353"/>
              <a:gd name="T7" fmla="*/ 338 h 354"/>
              <a:gd name="T8" fmla="*/ 112 w 353"/>
              <a:gd name="T9" fmla="*/ 354 h 354"/>
              <a:gd name="T10" fmla="*/ 337 w 353"/>
              <a:gd name="T11" fmla="*/ 354 h 354"/>
              <a:gd name="T12" fmla="*/ 353 w 353"/>
              <a:gd name="T13" fmla="*/ 338 h 354"/>
              <a:gd name="T14" fmla="*/ 353 w 353"/>
              <a:gd name="T15" fmla="*/ 305 h 354"/>
              <a:gd name="T16" fmla="*/ 337 w 353"/>
              <a:gd name="T17" fmla="*/ 289 h 354"/>
              <a:gd name="T18" fmla="*/ 337 w 353"/>
              <a:gd name="T19" fmla="*/ 338 h 354"/>
              <a:gd name="T20" fmla="*/ 112 w 353"/>
              <a:gd name="T21" fmla="*/ 338 h 354"/>
              <a:gd name="T22" fmla="*/ 112 w 353"/>
              <a:gd name="T23" fmla="*/ 305 h 354"/>
              <a:gd name="T24" fmla="*/ 337 w 353"/>
              <a:gd name="T25" fmla="*/ 305 h 354"/>
              <a:gd name="T26" fmla="*/ 337 w 353"/>
              <a:gd name="T27" fmla="*/ 338 h 354"/>
              <a:gd name="T28" fmla="*/ 337 w 353"/>
              <a:gd name="T29" fmla="*/ 97 h 354"/>
              <a:gd name="T30" fmla="*/ 112 w 353"/>
              <a:gd name="T31" fmla="*/ 97 h 354"/>
              <a:gd name="T32" fmla="*/ 96 w 353"/>
              <a:gd name="T33" fmla="*/ 113 h 354"/>
              <a:gd name="T34" fmla="*/ 96 w 353"/>
              <a:gd name="T35" fmla="*/ 145 h 354"/>
              <a:gd name="T36" fmla="*/ 112 w 353"/>
              <a:gd name="T37" fmla="*/ 161 h 354"/>
              <a:gd name="T38" fmla="*/ 337 w 353"/>
              <a:gd name="T39" fmla="*/ 161 h 354"/>
              <a:gd name="T40" fmla="*/ 353 w 353"/>
              <a:gd name="T41" fmla="*/ 145 h 354"/>
              <a:gd name="T42" fmla="*/ 353 w 353"/>
              <a:gd name="T43" fmla="*/ 113 h 354"/>
              <a:gd name="T44" fmla="*/ 337 w 353"/>
              <a:gd name="T45" fmla="*/ 97 h 354"/>
              <a:gd name="T46" fmla="*/ 337 w 353"/>
              <a:gd name="T47" fmla="*/ 145 h 354"/>
              <a:gd name="T48" fmla="*/ 112 w 353"/>
              <a:gd name="T49" fmla="*/ 145 h 354"/>
              <a:gd name="T50" fmla="*/ 112 w 353"/>
              <a:gd name="T51" fmla="*/ 113 h 354"/>
              <a:gd name="T52" fmla="*/ 337 w 353"/>
              <a:gd name="T53" fmla="*/ 113 h 354"/>
              <a:gd name="T54" fmla="*/ 337 w 353"/>
              <a:gd name="T55" fmla="*/ 145 h 354"/>
              <a:gd name="T56" fmla="*/ 337 w 353"/>
              <a:gd name="T57" fmla="*/ 193 h 354"/>
              <a:gd name="T58" fmla="*/ 16 w 353"/>
              <a:gd name="T59" fmla="*/ 193 h 354"/>
              <a:gd name="T60" fmla="*/ 0 w 353"/>
              <a:gd name="T61" fmla="*/ 209 h 354"/>
              <a:gd name="T62" fmla="*/ 0 w 353"/>
              <a:gd name="T63" fmla="*/ 241 h 354"/>
              <a:gd name="T64" fmla="*/ 16 w 353"/>
              <a:gd name="T65" fmla="*/ 257 h 354"/>
              <a:gd name="T66" fmla="*/ 337 w 353"/>
              <a:gd name="T67" fmla="*/ 257 h 354"/>
              <a:gd name="T68" fmla="*/ 353 w 353"/>
              <a:gd name="T69" fmla="*/ 241 h 354"/>
              <a:gd name="T70" fmla="*/ 353 w 353"/>
              <a:gd name="T71" fmla="*/ 209 h 354"/>
              <a:gd name="T72" fmla="*/ 337 w 353"/>
              <a:gd name="T73" fmla="*/ 193 h 354"/>
              <a:gd name="T74" fmla="*/ 337 w 353"/>
              <a:gd name="T75" fmla="*/ 241 h 354"/>
              <a:gd name="T76" fmla="*/ 16 w 353"/>
              <a:gd name="T77" fmla="*/ 241 h 354"/>
              <a:gd name="T78" fmla="*/ 16 w 353"/>
              <a:gd name="T79" fmla="*/ 209 h 354"/>
              <a:gd name="T80" fmla="*/ 337 w 353"/>
              <a:gd name="T81" fmla="*/ 209 h 354"/>
              <a:gd name="T82" fmla="*/ 337 w 353"/>
              <a:gd name="T83" fmla="*/ 241 h 354"/>
              <a:gd name="T84" fmla="*/ 337 w 353"/>
              <a:gd name="T85" fmla="*/ 0 h 354"/>
              <a:gd name="T86" fmla="*/ 16 w 353"/>
              <a:gd name="T87" fmla="*/ 0 h 354"/>
              <a:gd name="T88" fmla="*/ 0 w 353"/>
              <a:gd name="T89" fmla="*/ 16 h 354"/>
              <a:gd name="T90" fmla="*/ 0 w 353"/>
              <a:gd name="T91" fmla="*/ 49 h 354"/>
              <a:gd name="T92" fmla="*/ 16 w 353"/>
              <a:gd name="T93" fmla="*/ 65 h 354"/>
              <a:gd name="T94" fmla="*/ 337 w 353"/>
              <a:gd name="T95" fmla="*/ 65 h 354"/>
              <a:gd name="T96" fmla="*/ 353 w 353"/>
              <a:gd name="T97" fmla="*/ 49 h 354"/>
              <a:gd name="T98" fmla="*/ 353 w 353"/>
              <a:gd name="T99" fmla="*/ 16 h 354"/>
              <a:gd name="T100" fmla="*/ 337 w 353"/>
              <a:gd name="T101" fmla="*/ 0 h 354"/>
              <a:gd name="T102" fmla="*/ 337 w 353"/>
              <a:gd name="T103" fmla="*/ 49 h 354"/>
              <a:gd name="T104" fmla="*/ 16 w 353"/>
              <a:gd name="T105" fmla="*/ 49 h 354"/>
              <a:gd name="T106" fmla="*/ 16 w 353"/>
              <a:gd name="T107" fmla="*/ 16 h 354"/>
              <a:gd name="T108" fmla="*/ 337 w 353"/>
              <a:gd name="T109" fmla="*/ 16 h 354"/>
              <a:gd name="T110" fmla="*/ 337 w 353"/>
              <a:gd name="T111" fmla="*/ 49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353" h="354">
                <a:moveTo>
                  <a:pt x="337" y="289"/>
                </a:moveTo>
                <a:cubicBezTo>
                  <a:pt x="112" y="289"/>
                  <a:pt x="112" y="289"/>
                  <a:pt x="112" y="289"/>
                </a:cubicBezTo>
                <a:cubicBezTo>
                  <a:pt x="103" y="289"/>
                  <a:pt x="96" y="297"/>
                  <a:pt x="96" y="305"/>
                </a:cubicBezTo>
                <a:cubicBezTo>
                  <a:pt x="96" y="338"/>
                  <a:pt x="96" y="338"/>
                  <a:pt x="96" y="338"/>
                </a:cubicBezTo>
                <a:cubicBezTo>
                  <a:pt x="96" y="346"/>
                  <a:pt x="103" y="354"/>
                  <a:pt x="112" y="354"/>
                </a:cubicBezTo>
                <a:cubicBezTo>
                  <a:pt x="337" y="354"/>
                  <a:pt x="337" y="354"/>
                  <a:pt x="337" y="354"/>
                </a:cubicBezTo>
                <a:cubicBezTo>
                  <a:pt x="346" y="354"/>
                  <a:pt x="353" y="346"/>
                  <a:pt x="353" y="338"/>
                </a:cubicBezTo>
                <a:cubicBezTo>
                  <a:pt x="353" y="305"/>
                  <a:pt x="353" y="305"/>
                  <a:pt x="353" y="305"/>
                </a:cubicBezTo>
                <a:cubicBezTo>
                  <a:pt x="353" y="297"/>
                  <a:pt x="346" y="289"/>
                  <a:pt x="337" y="289"/>
                </a:cubicBezTo>
                <a:moveTo>
                  <a:pt x="337" y="338"/>
                </a:moveTo>
                <a:cubicBezTo>
                  <a:pt x="112" y="338"/>
                  <a:pt x="112" y="338"/>
                  <a:pt x="112" y="338"/>
                </a:cubicBezTo>
                <a:cubicBezTo>
                  <a:pt x="112" y="305"/>
                  <a:pt x="112" y="305"/>
                  <a:pt x="112" y="305"/>
                </a:cubicBezTo>
                <a:cubicBezTo>
                  <a:pt x="337" y="305"/>
                  <a:pt x="337" y="305"/>
                  <a:pt x="337" y="305"/>
                </a:cubicBezTo>
                <a:lnTo>
                  <a:pt x="337" y="338"/>
                </a:lnTo>
                <a:close/>
                <a:moveTo>
                  <a:pt x="337" y="97"/>
                </a:moveTo>
                <a:cubicBezTo>
                  <a:pt x="112" y="97"/>
                  <a:pt x="112" y="97"/>
                  <a:pt x="112" y="97"/>
                </a:cubicBezTo>
                <a:cubicBezTo>
                  <a:pt x="103" y="97"/>
                  <a:pt x="96" y="104"/>
                  <a:pt x="96" y="113"/>
                </a:cubicBezTo>
                <a:cubicBezTo>
                  <a:pt x="96" y="145"/>
                  <a:pt x="96" y="145"/>
                  <a:pt x="96" y="145"/>
                </a:cubicBezTo>
                <a:cubicBezTo>
                  <a:pt x="96" y="154"/>
                  <a:pt x="103" y="161"/>
                  <a:pt x="112" y="161"/>
                </a:cubicBezTo>
                <a:cubicBezTo>
                  <a:pt x="337" y="161"/>
                  <a:pt x="337" y="161"/>
                  <a:pt x="337" y="161"/>
                </a:cubicBezTo>
                <a:cubicBezTo>
                  <a:pt x="346" y="161"/>
                  <a:pt x="353" y="154"/>
                  <a:pt x="353" y="145"/>
                </a:cubicBezTo>
                <a:cubicBezTo>
                  <a:pt x="353" y="113"/>
                  <a:pt x="353" y="113"/>
                  <a:pt x="353" y="113"/>
                </a:cubicBezTo>
                <a:cubicBezTo>
                  <a:pt x="353" y="104"/>
                  <a:pt x="346" y="97"/>
                  <a:pt x="337" y="97"/>
                </a:cubicBezTo>
                <a:moveTo>
                  <a:pt x="337" y="145"/>
                </a:moveTo>
                <a:cubicBezTo>
                  <a:pt x="112" y="145"/>
                  <a:pt x="112" y="145"/>
                  <a:pt x="112" y="145"/>
                </a:cubicBezTo>
                <a:cubicBezTo>
                  <a:pt x="112" y="113"/>
                  <a:pt x="112" y="113"/>
                  <a:pt x="112" y="113"/>
                </a:cubicBezTo>
                <a:cubicBezTo>
                  <a:pt x="337" y="113"/>
                  <a:pt x="337" y="113"/>
                  <a:pt x="337" y="113"/>
                </a:cubicBezTo>
                <a:lnTo>
                  <a:pt x="337" y="145"/>
                </a:lnTo>
                <a:close/>
                <a:moveTo>
                  <a:pt x="337" y="193"/>
                </a:moveTo>
                <a:cubicBezTo>
                  <a:pt x="16" y="193"/>
                  <a:pt x="16" y="193"/>
                  <a:pt x="16" y="193"/>
                </a:cubicBezTo>
                <a:cubicBezTo>
                  <a:pt x="7" y="193"/>
                  <a:pt x="0" y="200"/>
                  <a:pt x="0" y="209"/>
                </a:cubicBezTo>
                <a:cubicBezTo>
                  <a:pt x="0" y="241"/>
                  <a:pt x="0" y="241"/>
                  <a:pt x="0" y="241"/>
                </a:cubicBezTo>
                <a:cubicBezTo>
                  <a:pt x="0" y="250"/>
                  <a:pt x="7" y="257"/>
                  <a:pt x="16" y="257"/>
                </a:cubicBezTo>
                <a:cubicBezTo>
                  <a:pt x="337" y="257"/>
                  <a:pt x="337" y="257"/>
                  <a:pt x="337" y="257"/>
                </a:cubicBezTo>
                <a:cubicBezTo>
                  <a:pt x="346" y="257"/>
                  <a:pt x="353" y="250"/>
                  <a:pt x="353" y="241"/>
                </a:cubicBezTo>
                <a:cubicBezTo>
                  <a:pt x="353" y="209"/>
                  <a:pt x="353" y="209"/>
                  <a:pt x="353" y="209"/>
                </a:cubicBezTo>
                <a:cubicBezTo>
                  <a:pt x="353" y="200"/>
                  <a:pt x="346" y="193"/>
                  <a:pt x="337" y="193"/>
                </a:cubicBezTo>
                <a:moveTo>
                  <a:pt x="337" y="241"/>
                </a:moveTo>
                <a:cubicBezTo>
                  <a:pt x="16" y="241"/>
                  <a:pt x="16" y="241"/>
                  <a:pt x="16" y="241"/>
                </a:cubicBezTo>
                <a:cubicBezTo>
                  <a:pt x="16" y="209"/>
                  <a:pt x="16" y="209"/>
                  <a:pt x="16" y="209"/>
                </a:cubicBezTo>
                <a:cubicBezTo>
                  <a:pt x="337" y="209"/>
                  <a:pt x="337" y="209"/>
                  <a:pt x="337" y="209"/>
                </a:cubicBezTo>
                <a:lnTo>
                  <a:pt x="337" y="241"/>
                </a:lnTo>
                <a:close/>
                <a:moveTo>
                  <a:pt x="337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8"/>
                  <a:pt x="0" y="16"/>
                </a:cubicBezTo>
                <a:cubicBezTo>
                  <a:pt x="0" y="49"/>
                  <a:pt x="0" y="49"/>
                  <a:pt x="0" y="49"/>
                </a:cubicBezTo>
                <a:cubicBezTo>
                  <a:pt x="0" y="57"/>
                  <a:pt x="7" y="65"/>
                  <a:pt x="16" y="65"/>
                </a:cubicBezTo>
                <a:cubicBezTo>
                  <a:pt x="337" y="65"/>
                  <a:pt x="337" y="65"/>
                  <a:pt x="337" y="65"/>
                </a:cubicBezTo>
                <a:cubicBezTo>
                  <a:pt x="346" y="65"/>
                  <a:pt x="353" y="57"/>
                  <a:pt x="353" y="49"/>
                </a:cubicBezTo>
                <a:cubicBezTo>
                  <a:pt x="353" y="16"/>
                  <a:pt x="353" y="16"/>
                  <a:pt x="353" y="16"/>
                </a:cubicBezTo>
                <a:cubicBezTo>
                  <a:pt x="353" y="8"/>
                  <a:pt x="346" y="0"/>
                  <a:pt x="337" y="0"/>
                </a:cubicBezTo>
                <a:moveTo>
                  <a:pt x="337" y="49"/>
                </a:moveTo>
                <a:cubicBezTo>
                  <a:pt x="16" y="49"/>
                  <a:pt x="16" y="49"/>
                  <a:pt x="16" y="49"/>
                </a:cubicBezTo>
                <a:cubicBezTo>
                  <a:pt x="16" y="16"/>
                  <a:pt x="16" y="16"/>
                  <a:pt x="16" y="16"/>
                </a:cubicBezTo>
                <a:cubicBezTo>
                  <a:pt x="337" y="16"/>
                  <a:pt x="337" y="16"/>
                  <a:pt x="337" y="16"/>
                </a:cubicBezTo>
                <a:lnTo>
                  <a:pt x="337" y="49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8" name="Freeform 28"/>
          <p:cNvSpPr>
            <a:spLocks noEditPoints="1"/>
          </p:cNvSpPr>
          <p:nvPr/>
        </p:nvSpPr>
        <p:spPr bwMode="auto">
          <a:xfrm>
            <a:off x="4138085" y="3136900"/>
            <a:ext cx="582084" cy="584200"/>
          </a:xfrm>
          <a:custGeom>
            <a:avLst/>
            <a:gdLst>
              <a:gd name="T0" fmla="*/ 337 w 353"/>
              <a:gd name="T1" fmla="*/ 289 h 354"/>
              <a:gd name="T2" fmla="*/ 16 w 353"/>
              <a:gd name="T3" fmla="*/ 289 h 354"/>
              <a:gd name="T4" fmla="*/ 0 w 353"/>
              <a:gd name="T5" fmla="*/ 305 h 354"/>
              <a:gd name="T6" fmla="*/ 0 w 353"/>
              <a:gd name="T7" fmla="*/ 338 h 354"/>
              <a:gd name="T8" fmla="*/ 16 w 353"/>
              <a:gd name="T9" fmla="*/ 354 h 354"/>
              <a:gd name="T10" fmla="*/ 337 w 353"/>
              <a:gd name="T11" fmla="*/ 354 h 354"/>
              <a:gd name="T12" fmla="*/ 353 w 353"/>
              <a:gd name="T13" fmla="*/ 338 h 354"/>
              <a:gd name="T14" fmla="*/ 353 w 353"/>
              <a:gd name="T15" fmla="*/ 305 h 354"/>
              <a:gd name="T16" fmla="*/ 337 w 353"/>
              <a:gd name="T17" fmla="*/ 289 h 354"/>
              <a:gd name="T18" fmla="*/ 337 w 353"/>
              <a:gd name="T19" fmla="*/ 338 h 354"/>
              <a:gd name="T20" fmla="*/ 16 w 353"/>
              <a:gd name="T21" fmla="*/ 338 h 354"/>
              <a:gd name="T22" fmla="*/ 16 w 353"/>
              <a:gd name="T23" fmla="*/ 305 h 354"/>
              <a:gd name="T24" fmla="*/ 337 w 353"/>
              <a:gd name="T25" fmla="*/ 305 h 354"/>
              <a:gd name="T26" fmla="*/ 337 w 353"/>
              <a:gd name="T27" fmla="*/ 338 h 354"/>
              <a:gd name="T28" fmla="*/ 337 w 353"/>
              <a:gd name="T29" fmla="*/ 0 h 354"/>
              <a:gd name="T30" fmla="*/ 16 w 353"/>
              <a:gd name="T31" fmla="*/ 0 h 354"/>
              <a:gd name="T32" fmla="*/ 0 w 353"/>
              <a:gd name="T33" fmla="*/ 16 h 354"/>
              <a:gd name="T34" fmla="*/ 0 w 353"/>
              <a:gd name="T35" fmla="*/ 49 h 354"/>
              <a:gd name="T36" fmla="*/ 16 w 353"/>
              <a:gd name="T37" fmla="*/ 65 h 354"/>
              <a:gd name="T38" fmla="*/ 337 w 353"/>
              <a:gd name="T39" fmla="*/ 65 h 354"/>
              <a:gd name="T40" fmla="*/ 353 w 353"/>
              <a:gd name="T41" fmla="*/ 49 h 354"/>
              <a:gd name="T42" fmla="*/ 353 w 353"/>
              <a:gd name="T43" fmla="*/ 16 h 354"/>
              <a:gd name="T44" fmla="*/ 337 w 353"/>
              <a:gd name="T45" fmla="*/ 0 h 354"/>
              <a:gd name="T46" fmla="*/ 337 w 353"/>
              <a:gd name="T47" fmla="*/ 49 h 354"/>
              <a:gd name="T48" fmla="*/ 16 w 353"/>
              <a:gd name="T49" fmla="*/ 49 h 354"/>
              <a:gd name="T50" fmla="*/ 16 w 353"/>
              <a:gd name="T51" fmla="*/ 16 h 354"/>
              <a:gd name="T52" fmla="*/ 337 w 353"/>
              <a:gd name="T53" fmla="*/ 16 h 354"/>
              <a:gd name="T54" fmla="*/ 337 w 353"/>
              <a:gd name="T55" fmla="*/ 49 h 354"/>
              <a:gd name="T56" fmla="*/ 337 w 353"/>
              <a:gd name="T57" fmla="*/ 97 h 354"/>
              <a:gd name="T58" fmla="*/ 16 w 353"/>
              <a:gd name="T59" fmla="*/ 97 h 354"/>
              <a:gd name="T60" fmla="*/ 0 w 353"/>
              <a:gd name="T61" fmla="*/ 113 h 354"/>
              <a:gd name="T62" fmla="*/ 0 w 353"/>
              <a:gd name="T63" fmla="*/ 145 h 354"/>
              <a:gd name="T64" fmla="*/ 16 w 353"/>
              <a:gd name="T65" fmla="*/ 161 h 354"/>
              <a:gd name="T66" fmla="*/ 337 w 353"/>
              <a:gd name="T67" fmla="*/ 161 h 354"/>
              <a:gd name="T68" fmla="*/ 353 w 353"/>
              <a:gd name="T69" fmla="*/ 145 h 354"/>
              <a:gd name="T70" fmla="*/ 353 w 353"/>
              <a:gd name="T71" fmla="*/ 113 h 354"/>
              <a:gd name="T72" fmla="*/ 337 w 353"/>
              <a:gd name="T73" fmla="*/ 97 h 354"/>
              <a:gd name="T74" fmla="*/ 337 w 353"/>
              <a:gd name="T75" fmla="*/ 145 h 354"/>
              <a:gd name="T76" fmla="*/ 16 w 353"/>
              <a:gd name="T77" fmla="*/ 145 h 354"/>
              <a:gd name="T78" fmla="*/ 16 w 353"/>
              <a:gd name="T79" fmla="*/ 113 h 354"/>
              <a:gd name="T80" fmla="*/ 337 w 353"/>
              <a:gd name="T81" fmla="*/ 113 h 354"/>
              <a:gd name="T82" fmla="*/ 337 w 353"/>
              <a:gd name="T83" fmla="*/ 145 h 354"/>
              <a:gd name="T84" fmla="*/ 337 w 353"/>
              <a:gd name="T85" fmla="*/ 193 h 354"/>
              <a:gd name="T86" fmla="*/ 16 w 353"/>
              <a:gd name="T87" fmla="*/ 193 h 354"/>
              <a:gd name="T88" fmla="*/ 0 w 353"/>
              <a:gd name="T89" fmla="*/ 209 h 354"/>
              <a:gd name="T90" fmla="*/ 0 w 353"/>
              <a:gd name="T91" fmla="*/ 241 h 354"/>
              <a:gd name="T92" fmla="*/ 16 w 353"/>
              <a:gd name="T93" fmla="*/ 257 h 354"/>
              <a:gd name="T94" fmla="*/ 337 w 353"/>
              <a:gd name="T95" fmla="*/ 257 h 354"/>
              <a:gd name="T96" fmla="*/ 353 w 353"/>
              <a:gd name="T97" fmla="*/ 241 h 354"/>
              <a:gd name="T98" fmla="*/ 353 w 353"/>
              <a:gd name="T99" fmla="*/ 209 h 354"/>
              <a:gd name="T100" fmla="*/ 337 w 353"/>
              <a:gd name="T101" fmla="*/ 193 h 354"/>
              <a:gd name="T102" fmla="*/ 337 w 353"/>
              <a:gd name="T103" fmla="*/ 241 h 354"/>
              <a:gd name="T104" fmla="*/ 16 w 353"/>
              <a:gd name="T105" fmla="*/ 241 h 354"/>
              <a:gd name="T106" fmla="*/ 16 w 353"/>
              <a:gd name="T107" fmla="*/ 209 h 354"/>
              <a:gd name="T108" fmla="*/ 337 w 353"/>
              <a:gd name="T109" fmla="*/ 209 h 354"/>
              <a:gd name="T110" fmla="*/ 337 w 353"/>
              <a:gd name="T111" fmla="*/ 241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353" h="354">
                <a:moveTo>
                  <a:pt x="337" y="289"/>
                </a:moveTo>
                <a:cubicBezTo>
                  <a:pt x="16" y="289"/>
                  <a:pt x="16" y="289"/>
                  <a:pt x="16" y="289"/>
                </a:cubicBezTo>
                <a:cubicBezTo>
                  <a:pt x="7" y="289"/>
                  <a:pt x="0" y="297"/>
                  <a:pt x="0" y="305"/>
                </a:cubicBezTo>
                <a:cubicBezTo>
                  <a:pt x="0" y="338"/>
                  <a:pt x="0" y="338"/>
                  <a:pt x="0" y="338"/>
                </a:cubicBezTo>
                <a:cubicBezTo>
                  <a:pt x="0" y="346"/>
                  <a:pt x="7" y="354"/>
                  <a:pt x="16" y="354"/>
                </a:cubicBezTo>
                <a:cubicBezTo>
                  <a:pt x="337" y="354"/>
                  <a:pt x="337" y="354"/>
                  <a:pt x="337" y="354"/>
                </a:cubicBezTo>
                <a:cubicBezTo>
                  <a:pt x="346" y="354"/>
                  <a:pt x="353" y="346"/>
                  <a:pt x="353" y="338"/>
                </a:cubicBezTo>
                <a:cubicBezTo>
                  <a:pt x="353" y="305"/>
                  <a:pt x="353" y="305"/>
                  <a:pt x="353" y="305"/>
                </a:cubicBezTo>
                <a:cubicBezTo>
                  <a:pt x="353" y="297"/>
                  <a:pt x="346" y="289"/>
                  <a:pt x="337" y="289"/>
                </a:cubicBezTo>
                <a:moveTo>
                  <a:pt x="337" y="338"/>
                </a:moveTo>
                <a:cubicBezTo>
                  <a:pt x="16" y="338"/>
                  <a:pt x="16" y="338"/>
                  <a:pt x="16" y="338"/>
                </a:cubicBezTo>
                <a:cubicBezTo>
                  <a:pt x="16" y="305"/>
                  <a:pt x="16" y="305"/>
                  <a:pt x="16" y="305"/>
                </a:cubicBezTo>
                <a:cubicBezTo>
                  <a:pt x="337" y="305"/>
                  <a:pt x="337" y="305"/>
                  <a:pt x="337" y="305"/>
                </a:cubicBezTo>
                <a:lnTo>
                  <a:pt x="337" y="338"/>
                </a:lnTo>
                <a:close/>
                <a:moveTo>
                  <a:pt x="337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8"/>
                  <a:pt x="0" y="16"/>
                </a:cubicBezTo>
                <a:cubicBezTo>
                  <a:pt x="0" y="49"/>
                  <a:pt x="0" y="49"/>
                  <a:pt x="0" y="49"/>
                </a:cubicBezTo>
                <a:cubicBezTo>
                  <a:pt x="0" y="57"/>
                  <a:pt x="7" y="65"/>
                  <a:pt x="16" y="65"/>
                </a:cubicBezTo>
                <a:cubicBezTo>
                  <a:pt x="337" y="65"/>
                  <a:pt x="337" y="65"/>
                  <a:pt x="337" y="65"/>
                </a:cubicBezTo>
                <a:cubicBezTo>
                  <a:pt x="346" y="65"/>
                  <a:pt x="353" y="57"/>
                  <a:pt x="353" y="49"/>
                </a:cubicBezTo>
                <a:cubicBezTo>
                  <a:pt x="353" y="16"/>
                  <a:pt x="353" y="16"/>
                  <a:pt x="353" y="16"/>
                </a:cubicBezTo>
                <a:cubicBezTo>
                  <a:pt x="353" y="8"/>
                  <a:pt x="346" y="0"/>
                  <a:pt x="337" y="0"/>
                </a:cubicBezTo>
                <a:moveTo>
                  <a:pt x="337" y="49"/>
                </a:moveTo>
                <a:cubicBezTo>
                  <a:pt x="16" y="49"/>
                  <a:pt x="16" y="49"/>
                  <a:pt x="16" y="49"/>
                </a:cubicBezTo>
                <a:cubicBezTo>
                  <a:pt x="16" y="16"/>
                  <a:pt x="16" y="16"/>
                  <a:pt x="16" y="16"/>
                </a:cubicBezTo>
                <a:cubicBezTo>
                  <a:pt x="337" y="16"/>
                  <a:pt x="337" y="16"/>
                  <a:pt x="337" y="16"/>
                </a:cubicBezTo>
                <a:lnTo>
                  <a:pt x="337" y="49"/>
                </a:lnTo>
                <a:close/>
                <a:moveTo>
                  <a:pt x="337" y="97"/>
                </a:moveTo>
                <a:cubicBezTo>
                  <a:pt x="16" y="97"/>
                  <a:pt x="16" y="97"/>
                  <a:pt x="16" y="97"/>
                </a:cubicBezTo>
                <a:cubicBezTo>
                  <a:pt x="7" y="97"/>
                  <a:pt x="0" y="104"/>
                  <a:pt x="0" y="113"/>
                </a:cubicBezTo>
                <a:cubicBezTo>
                  <a:pt x="0" y="145"/>
                  <a:pt x="0" y="145"/>
                  <a:pt x="0" y="145"/>
                </a:cubicBezTo>
                <a:cubicBezTo>
                  <a:pt x="0" y="154"/>
                  <a:pt x="7" y="161"/>
                  <a:pt x="16" y="161"/>
                </a:cubicBezTo>
                <a:cubicBezTo>
                  <a:pt x="337" y="161"/>
                  <a:pt x="337" y="161"/>
                  <a:pt x="337" y="161"/>
                </a:cubicBezTo>
                <a:cubicBezTo>
                  <a:pt x="346" y="161"/>
                  <a:pt x="353" y="154"/>
                  <a:pt x="353" y="145"/>
                </a:cubicBezTo>
                <a:cubicBezTo>
                  <a:pt x="353" y="113"/>
                  <a:pt x="353" y="113"/>
                  <a:pt x="353" y="113"/>
                </a:cubicBezTo>
                <a:cubicBezTo>
                  <a:pt x="353" y="104"/>
                  <a:pt x="346" y="97"/>
                  <a:pt x="337" y="97"/>
                </a:cubicBezTo>
                <a:moveTo>
                  <a:pt x="337" y="145"/>
                </a:moveTo>
                <a:cubicBezTo>
                  <a:pt x="16" y="145"/>
                  <a:pt x="16" y="145"/>
                  <a:pt x="16" y="145"/>
                </a:cubicBezTo>
                <a:cubicBezTo>
                  <a:pt x="16" y="113"/>
                  <a:pt x="16" y="113"/>
                  <a:pt x="16" y="113"/>
                </a:cubicBezTo>
                <a:cubicBezTo>
                  <a:pt x="337" y="113"/>
                  <a:pt x="337" y="113"/>
                  <a:pt x="337" y="113"/>
                </a:cubicBezTo>
                <a:lnTo>
                  <a:pt x="337" y="145"/>
                </a:lnTo>
                <a:close/>
                <a:moveTo>
                  <a:pt x="337" y="193"/>
                </a:moveTo>
                <a:cubicBezTo>
                  <a:pt x="16" y="193"/>
                  <a:pt x="16" y="193"/>
                  <a:pt x="16" y="193"/>
                </a:cubicBezTo>
                <a:cubicBezTo>
                  <a:pt x="7" y="193"/>
                  <a:pt x="0" y="200"/>
                  <a:pt x="0" y="209"/>
                </a:cubicBezTo>
                <a:cubicBezTo>
                  <a:pt x="0" y="241"/>
                  <a:pt x="0" y="241"/>
                  <a:pt x="0" y="241"/>
                </a:cubicBezTo>
                <a:cubicBezTo>
                  <a:pt x="0" y="250"/>
                  <a:pt x="7" y="257"/>
                  <a:pt x="16" y="257"/>
                </a:cubicBezTo>
                <a:cubicBezTo>
                  <a:pt x="337" y="257"/>
                  <a:pt x="337" y="257"/>
                  <a:pt x="337" y="257"/>
                </a:cubicBezTo>
                <a:cubicBezTo>
                  <a:pt x="346" y="257"/>
                  <a:pt x="353" y="250"/>
                  <a:pt x="353" y="241"/>
                </a:cubicBezTo>
                <a:cubicBezTo>
                  <a:pt x="353" y="209"/>
                  <a:pt x="353" y="209"/>
                  <a:pt x="353" y="209"/>
                </a:cubicBezTo>
                <a:cubicBezTo>
                  <a:pt x="353" y="200"/>
                  <a:pt x="346" y="193"/>
                  <a:pt x="337" y="193"/>
                </a:cubicBezTo>
                <a:moveTo>
                  <a:pt x="337" y="241"/>
                </a:moveTo>
                <a:cubicBezTo>
                  <a:pt x="16" y="241"/>
                  <a:pt x="16" y="241"/>
                  <a:pt x="16" y="241"/>
                </a:cubicBezTo>
                <a:cubicBezTo>
                  <a:pt x="16" y="209"/>
                  <a:pt x="16" y="209"/>
                  <a:pt x="16" y="209"/>
                </a:cubicBezTo>
                <a:cubicBezTo>
                  <a:pt x="337" y="209"/>
                  <a:pt x="337" y="209"/>
                  <a:pt x="337" y="209"/>
                </a:cubicBezTo>
                <a:lnTo>
                  <a:pt x="337" y="24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9" name="Freeform 29"/>
          <p:cNvSpPr>
            <a:spLocks noEditPoints="1"/>
          </p:cNvSpPr>
          <p:nvPr/>
        </p:nvSpPr>
        <p:spPr bwMode="auto">
          <a:xfrm>
            <a:off x="5249334" y="3136900"/>
            <a:ext cx="582084" cy="584200"/>
          </a:xfrm>
          <a:custGeom>
            <a:avLst/>
            <a:gdLst>
              <a:gd name="T0" fmla="*/ 345 w 353"/>
              <a:gd name="T1" fmla="*/ 209 h 354"/>
              <a:gd name="T2" fmla="*/ 185 w 353"/>
              <a:gd name="T3" fmla="*/ 209 h 354"/>
              <a:gd name="T4" fmla="*/ 193 w 353"/>
              <a:gd name="T5" fmla="*/ 201 h 354"/>
              <a:gd name="T6" fmla="*/ 185 w 353"/>
              <a:gd name="T7" fmla="*/ 193 h 354"/>
              <a:gd name="T8" fmla="*/ 177 w 353"/>
              <a:gd name="T9" fmla="*/ 193 h 354"/>
              <a:gd name="T10" fmla="*/ 177 w 353"/>
              <a:gd name="T11" fmla="*/ 145 h 354"/>
              <a:gd name="T12" fmla="*/ 161 w 353"/>
              <a:gd name="T13" fmla="*/ 129 h 354"/>
              <a:gd name="T14" fmla="*/ 81 w 353"/>
              <a:gd name="T15" fmla="*/ 129 h 354"/>
              <a:gd name="T16" fmla="*/ 64 w 353"/>
              <a:gd name="T17" fmla="*/ 145 h 354"/>
              <a:gd name="T18" fmla="*/ 64 w 353"/>
              <a:gd name="T19" fmla="*/ 193 h 354"/>
              <a:gd name="T20" fmla="*/ 56 w 353"/>
              <a:gd name="T21" fmla="*/ 193 h 354"/>
              <a:gd name="T22" fmla="*/ 48 w 353"/>
              <a:gd name="T23" fmla="*/ 201 h 354"/>
              <a:gd name="T24" fmla="*/ 56 w 353"/>
              <a:gd name="T25" fmla="*/ 209 h 354"/>
              <a:gd name="T26" fmla="*/ 8 w 353"/>
              <a:gd name="T27" fmla="*/ 209 h 354"/>
              <a:gd name="T28" fmla="*/ 0 w 353"/>
              <a:gd name="T29" fmla="*/ 217 h 354"/>
              <a:gd name="T30" fmla="*/ 8 w 353"/>
              <a:gd name="T31" fmla="*/ 225 h 354"/>
              <a:gd name="T32" fmla="*/ 48 w 353"/>
              <a:gd name="T33" fmla="*/ 225 h 354"/>
              <a:gd name="T34" fmla="*/ 48 w 353"/>
              <a:gd name="T35" fmla="*/ 346 h 354"/>
              <a:gd name="T36" fmla="*/ 56 w 353"/>
              <a:gd name="T37" fmla="*/ 354 h 354"/>
              <a:gd name="T38" fmla="*/ 64 w 353"/>
              <a:gd name="T39" fmla="*/ 346 h 354"/>
              <a:gd name="T40" fmla="*/ 64 w 353"/>
              <a:gd name="T41" fmla="*/ 225 h 354"/>
              <a:gd name="T42" fmla="*/ 289 w 353"/>
              <a:gd name="T43" fmla="*/ 225 h 354"/>
              <a:gd name="T44" fmla="*/ 289 w 353"/>
              <a:gd name="T45" fmla="*/ 346 h 354"/>
              <a:gd name="T46" fmla="*/ 297 w 353"/>
              <a:gd name="T47" fmla="*/ 354 h 354"/>
              <a:gd name="T48" fmla="*/ 305 w 353"/>
              <a:gd name="T49" fmla="*/ 346 h 354"/>
              <a:gd name="T50" fmla="*/ 305 w 353"/>
              <a:gd name="T51" fmla="*/ 225 h 354"/>
              <a:gd name="T52" fmla="*/ 345 w 353"/>
              <a:gd name="T53" fmla="*/ 225 h 354"/>
              <a:gd name="T54" fmla="*/ 353 w 353"/>
              <a:gd name="T55" fmla="*/ 217 h 354"/>
              <a:gd name="T56" fmla="*/ 345 w 353"/>
              <a:gd name="T57" fmla="*/ 209 h 354"/>
              <a:gd name="T58" fmla="*/ 161 w 353"/>
              <a:gd name="T59" fmla="*/ 193 h 354"/>
              <a:gd name="T60" fmla="*/ 81 w 353"/>
              <a:gd name="T61" fmla="*/ 193 h 354"/>
              <a:gd name="T62" fmla="*/ 81 w 353"/>
              <a:gd name="T63" fmla="*/ 145 h 354"/>
              <a:gd name="T64" fmla="*/ 161 w 353"/>
              <a:gd name="T65" fmla="*/ 145 h 354"/>
              <a:gd name="T66" fmla="*/ 161 w 353"/>
              <a:gd name="T67" fmla="*/ 193 h 354"/>
              <a:gd name="T68" fmla="*/ 297 w 353"/>
              <a:gd name="T69" fmla="*/ 65 h 354"/>
              <a:gd name="T70" fmla="*/ 305 w 353"/>
              <a:gd name="T71" fmla="*/ 65 h 354"/>
              <a:gd name="T72" fmla="*/ 313 w 353"/>
              <a:gd name="T73" fmla="*/ 57 h 354"/>
              <a:gd name="T74" fmla="*/ 305 w 353"/>
              <a:gd name="T75" fmla="*/ 49 h 354"/>
              <a:gd name="T76" fmla="*/ 305 w 353"/>
              <a:gd name="T77" fmla="*/ 40 h 354"/>
              <a:gd name="T78" fmla="*/ 297 w 353"/>
              <a:gd name="T79" fmla="*/ 32 h 354"/>
              <a:gd name="T80" fmla="*/ 289 w 353"/>
              <a:gd name="T81" fmla="*/ 40 h 354"/>
              <a:gd name="T82" fmla="*/ 289 w 353"/>
              <a:gd name="T83" fmla="*/ 57 h 354"/>
              <a:gd name="T84" fmla="*/ 297 w 353"/>
              <a:gd name="T85" fmla="*/ 65 h 354"/>
              <a:gd name="T86" fmla="*/ 297 w 353"/>
              <a:gd name="T87" fmla="*/ 113 h 354"/>
              <a:gd name="T88" fmla="*/ 353 w 353"/>
              <a:gd name="T89" fmla="*/ 57 h 354"/>
              <a:gd name="T90" fmla="*/ 297 w 353"/>
              <a:gd name="T91" fmla="*/ 0 h 354"/>
              <a:gd name="T92" fmla="*/ 241 w 353"/>
              <a:gd name="T93" fmla="*/ 57 h 354"/>
              <a:gd name="T94" fmla="*/ 297 w 353"/>
              <a:gd name="T95" fmla="*/ 113 h 354"/>
              <a:gd name="T96" fmla="*/ 297 w 353"/>
              <a:gd name="T97" fmla="*/ 16 h 354"/>
              <a:gd name="T98" fmla="*/ 337 w 353"/>
              <a:gd name="T99" fmla="*/ 57 h 354"/>
              <a:gd name="T100" fmla="*/ 297 w 353"/>
              <a:gd name="T101" fmla="*/ 97 h 354"/>
              <a:gd name="T102" fmla="*/ 257 w 353"/>
              <a:gd name="T103" fmla="*/ 57 h 354"/>
              <a:gd name="T104" fmla="*/ 297 w 353"/>
              <a:gd name="T105" fmla="*/ 16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353" h="354">
                <a:moveTo>
                  <a:pt x="345" y="209"/>
                </a:moveTo>
                <a:cubicBezTo>
                  <a:pt x="185" y="209"/>
                  <a:pt x="185" y="209"/>
                  <a:pt x="185" y="209"/>
                </a:cubicBezTo>
                <a:cubicBezTo>
                  <a:pt x="189" y="209"/>
                  <a:pt x="193" y="205"/>
                  <a:pt x="193" y="201"/>
                </a:cubicBezTo>
                <a:cubicBezTo>
                  <a:pt x="193" y="197"/>
                  <a:pt x="189" y="193"/>
                  <a:pt x="185" y="193"/>
                </a:cubicBezTo>
                <a:cubicBezTo>
                  <a:pt x="177" y="193"/>
                  <a:pt x="177" y="193"/>
                  <a:pt x="177" y="193"/>
                </a:cubicBezTo>
                <a:cubicBezTo>
                  <a:pt x="177" y="145"/>
                  <a:pt x="177" y="145"/>
                  <a:pt x="177" y="145"/>
                </a:cubicBezTo>
                <a:cubicBezTo>
                  <a:pt x="177" y="136"/>
                  <a:pt x="170" y="129"/>
                  <a:pt x="161" y="129"/>
                </a:cubicBezTo>
                <a:cubicBezTo>
                  <a:pt x="81" y="129"/>
                  <a:pt x="81" y="129"/>
                  <a:pt x="81" y="129"/>
                </a:cubicBezTo>
                <a:cubicBezTo>
                  <a:pt x="72" y="129"/>
                  <a:pt x="64" y="136"/>
                  <a:pt x="64" y="145"/>
                </a:cubicBezTo>
                <a:cubicBezTo>
                  <a:pt x="64" y="193"/>
                  <a:pt x="64" y="193"/>
                  <a:pt x="64" y="193"/>
                </a:cubicBezTo>
                <a:cubicBezTo>
                  <a:pt x="56" y="193"/>
                  <a:pt x="56" y="193"/>
                  <a:pt x="56" y="193"/>
                </a:cubicBezTo>
                <a:cubicBezTo>
                  <a:pt x="52" y="193"/>
                  <a:pt x="48" y="197"/>
                  <a:pt x="48" y="201"/>
                </a:cubicBezTo>
                <a:cubicBezTo>
                  <a:pt x="48" y="205"/>
                  <a:pt x="52" y="209"/>
                  <a:pt x="56" y="209"/>
                </a:cubicBezTo>
                <a:cubicBezTo>
                  <a:pt x="8" y="209"/>
                  <a:pt x="8" y="209"/>
                  <a:pt x="8" y="209"/>
                </a:cubicBezTo>
                <a:cubicBezTo>
                  <a:pt x="4" y="209"/>
                  <a:pt x="0" y="213"/>
                  <a:pt x="0" y="217"/>
                </a:cubicBezTo>
                <a:cubicBezTo>
                  <a:pt x="0" y="222"/>
                  <a:pt x="4" y="225"/>
                  <a:pt x="8" y="225"/>
                </a:cubicBezTo>
                <a:cubicBezTo>
                  <a:pt x="48" y="225"/>
                  <a:pt x="48" y="225"/>
                  <a:pt x="48" y="225"/>
                </a:cubicBezTo>
                <a:cubicBezTo>
                  <a:pt x="48" y="346"/>
                  <a:pt x="48" y="346"/>
                  <a:pt x="48" y="346"/>
                </a:cubicBezTo>
                <a:cubicBezTo>
                  <a:pt x="48" y="350"/>
                  <a:pt x="52" y="354"/>
                  <a:pt x="56" y="354"/>
                </a:cubicBezTo>
                <a:cubicBezTo>
                  <a:pt x="61" y="354"/>
                  <a:pt x="64" y="350"/>
                  <a:pt x="64" y="346"/>
                </a:cubicBezTo>
                <a:cubicBezTo>
                  <a:pt x="64" y="225"/>
                  <a:pt x="64" y="225"/>
                  <a:pt x="64" y="225"/>
                </a:cubicBezTo>
                <a:cubicBezTo>
                  <a:pt x="289" y="225"/>
                  <a:pt x="289" y="225"/>
                  <a:pt x="289" y="225"/>
                </a:cubicBezTo>
                <a:cubicBezTo>
                  <a:pt x="289" y="346"/>
                  <a:pt x="289" y="346"/>
                  <a:pt x="289" y="346"/>
                </a:cubicBezTo>
                <a:cubicBezTo>
                  <a:pt x="289" y="350"/>
                  <a:pt x="293" y="354"/>
                  <a:pt x="297" y="354"/>
                </a:cubicBezTo>
                <a:cubicBezTo>
                  <a:pt x="302" y="354"/>
                  <a:pt x="305" y="350"/>
                  <a:pt x="305" y="346"/>
                </a:cubicBezTo>
                <a:cubicBezTo>
                  <a:pt x="305" y="225"/>
                  <a:pt x="305" y="225"/>
                  <a:pt x="305" y="225"/>
                </a:cubicBezTo>
                <a:cubicBezTo>
                  <a:pt x="345" y="225"/>
                  <a:pt x="345" y="225"/>
                  <a:pt x="345" y="225"/>
                </a:cubicBezTo>
                <a:cubicBezTo>
                  <a:pt x="350" y="225"/>
                  <a:pt x="353" y="222"/>
                  <a:pt x="353" y="217"/>
                </a:cubicBezTo>
                <a:cubicBezTo>
                  <a:pt x="353" y="213"/>
                  <a:pt x="350" y="209"/>
                  <a:pt x="345" y="209"/>
                </a:cubicBezTo>
                <a:moveTo>
                  <a:pt x="161" y="193"/>
                </a:moveTo>
                <a:cubicBezTo>
                  <a:pt x="81" y="193"/>
                  <a:pt x="81" y="193"/>
                  <a:pt x="81" y="193"/>
                </a:cubicBezTo>
                <a:cubicBezTo>
                  <a:pt x="81" y="145"/>
                  <a:pt x="81" y="145"/>
                  <a:pt x="81" y="145"/>
                </a:cubicBezTo>
                <a:cubicBezTo>
                  <a:pt x="161" y="145"/>
                  <a:pt x="161" y="145"/>
                  <a:pt x="161" y="145"/>
                </a:cubicBezTo>
                <a:lnTo>
                  <a:pt x="161" y="193"/>
                </a:lnTo>
                <a:close/>
                <a:moveTo>
                  <a:pt x="297" y="65"/>
                </a:moveTo>
                <a:cubicBezTo>
                  <a:pt x="305" y="65"/>
                  <a:pt x="305" y="65"/>
                  <a:pt x="305" y="65"/>
                </a:cubicBezTo>
                <a:cubicBezTo>
                  <a:pt x="310" y="65"/>
                  <a:pt x="313" y="61"/>
                  <a:pt x="313" y="57"/>
                </a:cubicBezTo>
                <a:cubicBezTo>
                  <a:pt x="313" y="52"/>
                  <a:pt x="310" y="49"/>
                  <a:pt x="305" y="49"/>
                </a:cubicBezTo>
                <a:cubicBezTo>
                  <a:pt x="305" y="40"/>
                  <a:pt x="305" y="40"/>
                  <a:pt x="305" y="40"/>
                </a:cubicBezTo>
                <a:cubicBezTo>
                  <a:pt x="305" y="36"/>
                  <a:pt x="302" y="32"/>
                  <a:pt x="297" y="32"/>
                </a:cubicBezTo>
                <a:cubicBezTo>
                  <a:pt x="293" y="32"/>
                  <a:pt x="289" y="36"/>
                  <a:pt x="289" y="40"/>
                </a:cubicBezTo>
                <a:cubicBezTo>
                  <a:pt x="289" y="57"/>
                  <a:pt x="289" y="57"/>
                  <a:pt x="289" y="57"/>
                </a:cubicBezTo>
                <a:cubicBezTo>
                  <a:pt x="289" y="61"/>
                  <a:pt x="293" y="65"/>
                  <a:pt x="297" y="65"/>
                </a:cubicBezTo>
                <a:moveTo>
                  <a:pt x="297" y="113"/>
                </a:moveTo>
                <a:cubicBezTo>
                  <a:pt x="328" y="113"/>
                  <a:pt x="353" y="88"/>
                  <a:pt x="353" y="57"/>
                </a:cubicBezTo>
                <a:cubicBezTo>
                  <a:pt x="353" y="26"/>
                  <a:pt x="328" y="0"/>
                  <a:pt x="297" y="0"/>
                </a:cubicBezTo>
                <a:cubicBezTo>
                  <a:pt x="266" y="0"/>
                  <a:pt x="241" y="26"/>
                  <a:pt x="241" y="57"/>
                </a:cubicBezTo>
                <a:cubicBezTo>
                  <a:pt x="241" y="88"/>
                  <a:pt x="266" y="113"/>
                  <a:pt x="297" y="113"/>
                </a:cubicBezTo>
                <a:moveTo>
                  <a:pt x="297" y="16"/>
                </a:moveTo>
                <a:cubicBezTo>
                  <a:pt x="319" y="16"/>
                  <a:pt x="337" y="34"/>
                  <a:pt x="337" y="57"/>
                </a:cubicBezTo>
                <a:cubicBezTo>
                  <a:pt x="337" y="79"/>
                  <a:pt x="319" y="97"/>
                  <a:pt x="297" y="97"/>
                </a:cubicBezTo>
                <a:cubicBezTo>
                  <a:pt x="275" y="97"/>
                  <a:pt x="257" y="79"/>
                  <a:pt x="257" y="57"/>
                </a:cubicBezTo>
                <a:cubicBezTo>
                  <a:pt x="257" y="34"/>
                  <a:pt x="275" y="16"/>
                  <a:pt x="297" y="16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0" name="Freeform 30"/>
          <p:cNvSpPr>
            <a:spLocks noEditPoints="1"/>
          </p:cNvSpPr>
          <p:nvPr/>
        </p:nvSpPr>
        <p:spPr bwMode="auto">
          <a:xfrm>
            <a:off x="6362701" y="3136900"/>
            <a:ext cx="582084" cy="584200"/>
          </a:xfrm>
          <a:custGeom>
            <a:avLst/>
            <a:gdLst>
              <a:gd name="T0" fmla="*/ 353 w 353"/>
              <a:gd name="T1" fmla="*/ 105 h 354"/>
              <a:gd name="T2" fmla="*/ 248 w 353"/>
              <a:gd name="T3" fmla="*/ 0 h 354"/>
              <a:gd name="T4" fmla="*/ 176 w 353"/>
              <a:gd name="T5" fmla="*/ 30 h 354"/>
              <a:gd name="T6" fmla="*/ 104 w 353"/>
              <a:gd name="T7" fmla="*/ 0 h 354"/>
              <a:gd name="T8" fmla="*/ 0 w 353"/>
              <a:gd name="T9" fmla="*/ 105 h 354"/>
              <a:gd name="T10" fmla="*/ 0 w 353"/>
              <a:gd name="T11" fmla="*/ 117 h 354"/>
              <a:gd name="T12" fmla="*/ 176 w 353"/>
              <a:gd name="T13" fmla="*/ 354 h 354"/>
              <a:gd name="T14" fmla="*/ 352 w 353"/>
              <a:gd name="T15" fmla="*/ 117 h 354"/>
              <a:gd name="T16" fmla="*/ 353 w 353"/>
              <a:gd name="T17" fmla="*/ 105 h 354"/>
              <a:gd name="T18" fmla="*/ 336 w 353"/>
              <a:gd name="T19" fmla="*/ 115 h 354"/>
              <a:gd name="T20" fmla="*/ 176 w 353"/>
              <a:gd name="T21" fmla="*/ 336 h 354"/>
              <a:gd name="T22" fmla="*/ 16 w 353"/>
              <a:gd name="T23" fmla="*/ 115 h 354"/>
              <a:gd name="T24" fmla="*/ 16 w 353"/>
              <a:gd name="T25" fmla="*/ 105 h 354"/>
              <a:gd name="T26" fmla="*/ 104 w 353"/>
              <a:gd name="T27" fmla="*/ 16 h 354"/>
              <a:gd name="T28" fmla="*/ 165 w 353"/>
              <a:gd name="T29" fmla="*/ 41 h 354"/>
              <a:gd name="T30" fmla="*/ 173 w 353"/>
              <a:gd name="T31" fmla="*/ 48 h 354"/>
              <a:gd name="T32" fmla="*/ 144 w 353"/>
              <a:gd name="T33" fmla="*/ 113 h 354"/>
              <a:gd name="T34" fmla="*/ 184 w 353"/>
              <a:gd name="T35" fmla="*/ 161 h 354"/>
              <a:gd name="T36" fmla="*/ 152 w 353"/>
              <a:gd name="T37" fmla="*/ 233 h 354"/>
              <a:gd name="T38" fmla="*/ 176 w 353"/>
              <a:gd name="T39" fmla="*/ 273 h 354"/>
              <a:gd name="T40" fmla="*/ 170 w 353"/>
              <a:gd name="T41" fmla="*/ 233 h 354"/>
              <a:gd name="T42" fmla="*/ 202 w 353"/>
              <a:gd name="T43" fmla="*/ 156 h 354"/>
              <a:gd name="T44" fmla="*/ 163 w 353"/>
              <a:gd name="T45" fmla="*/ 111 h 354"/>
              <a:gd name="T46" fmla="*/ 197 w 353"/>
              <a:gd name="T47" fmla="*/ 33 h 354"/>
              <a:gd name="T48" fmla="*/ 248 w 353"/>
              <a:gd name="T49" fmla="*/ 16 h 354"/>
              <a:gd name="T50" fmla="*/ 337 w 353"/>
              <a:gd name="T51" fmla="*/ 105 h 354"/>
              <a:gd name="T52" fmla="*/ 336 w 353"/>
              <a:gd name="T53" fmla="*/ 115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353" h="354">
                <a:moveTo>
                  <a:pt x="353" y="105"/>
                </a:moveTo>
                <a:cubicBezTo>
                  <a:pt x="353" y="47"/>
                  <a:pt x="306" y="0"/>
                  <a:pt x="248" y="0"/>
                </a:cubicBezTo>
                <a:cubicBezTo>
                  <a:pt x="220" y="0"/>
                  <a:pt x="195" y="11"/>
                  <a:pt x="176" y="30"/>
                </a:cubicBezTo>
                <a:cubicBezTo>
                  <a:pt x="157" y="11"/>
                  <a:pt x="132" y="0"/>
                  <a:pt x="104" y="0"/>
                </a:cubicBezTo>
                <a:cubicBezTo>
                  <a:pt x="46" y="0"/>
                  <a:pt x="0" y="47"/>
                  <a:pt x="0" y="105"/>
                </a:cubicBezTo>
                <a:cubicBezTo>
                  <a:pt x="0" y="111"/>
                  <a:pt x="1" y="119"/>
                  <a:pt x="0" y="117"/>
                </a:cubicBezTo>
                <a:cubicBezTo>
                  <a:pt x="12" y="220"/>
                  <a:pt x="161" y="354"/>
                  <a:pt x="176" y="354"/>
                </a:cubicBezTo>
                <a:cubicBezTo>
                  <a:pt x="192" y="354"/>
                  <a:pt x="341" y="220"/>
                  <a:pt x="352" y="117"/>
                </a:cubicBezTo>
                <a:cubicBezTo>
                  <a:pt x="352" y="119"/>
                  <a:pt x="353" y="111"/>
                  <a:pt x="353" y="105"/>
                </a:cubicBezTo>
                <a:moveTo>
                  <a:pt x="336" y="115"/>
                </a:moveTo>
                <a:cubicBezTo>
                  <a:pt x="327" y="201"/>
                  <a:pt x="206" y="318"/>
                  <a:pt x="176" y="336"/>
                </a:cubicBezTo>
                <a:cubicBezTo>
                  <a:pt x="146" y="318"/>
                  <a:pt x="26" y="201"/>
                  <a:pt x="16" y="115"/>
                </a:cubicBezTo>
                <a:cubicBezTo>
                  <a:pt x="16" y="115"/>
                  <a:pt x="16" y="110"/>
                  <a:pt x="16" y="105"/>
                </a:cubicBezTo>
                <a:cubicBezTo>
                  <a:pt x="16" y="56"/>
                  <a:pt x="55" y="16"/>
                  <a:pt x="104" y="16"/>
                </a:cubicBezTo>
                <a:cubicBezTo>
                  <a:pt x="127" y="16"/>
                  <a:pt x="148" y="25"/>
                  <a:pt x="165" y="41"/>
                </a:cubicBezTo>
                <a:cubicBezTo>
                  <a:pt x="173" y="48"/>
                  <a:pt x="173" y="48"/>
                  <a:pt x="173" y="48"/>
                </a:cubicBezTo>
                <a:cubicBezTo>
                  <a:pt x="144" y="113"/>
                  <a:pt x="144" y="113"/>
                  <a:pt x="144" y="113"/>
                </a:cubicBezTo>
                <a:cubicBezTo>
                  <a:pt x="184" y="161"/>
                  <a:pt x="184" y="161"/>
                  <a:pt x="184" y="161"/>
                </a:cubicBezTo>
                <a:cubicBezTo>
                  <a:pt x="152" y="233"/>
                  <a:pt x="152" y="233"/>
                  <a:pt x="152" y="233"/>
                </a:cubicBezTo>
                <a:cubicBezTo>
                  <a:pt x="176" y="273"/>
                  <a:pt x="176" y="273"/>
                  <a:pt x="176" y="273"/>
                </a:cubicBezTo>
                <a:cubicBezTo>
                  <a:pt x="170" y="233"/>
                  <a:pt x="170" y="233"/>
                  <a:pt x="170" y="233"/>
                </a:cubicBezTo>
                <a:cubicBezTo>
                  <a:pt x="202" y="156"/>
                  <a:pt x="202" y="156"/>
                  <a:pt x="202" y="156"/>
                </a:cubicBezTo>
                <a:cubicBezTo>
                  <a:pt x="163" y="111"/>
                  <a:pt x="163" y="111"/>
                  <a:pt x="163" y="111"/>
                </a:cubicBezTo>
                <a:cubicBezTo>
                  <a:pt x="197" y="33"/>
                  <a:pt x="197" y="33"/>
                  <a:pt x="197" y="33"/>
                </a:cubicBezTo>
                <a:cubicBezTo>
                  <a:pt x="212" y="22"/>
                  <a:pt x="230" y="16"/>
                  <a:pt x="248" y="16"/>
                </a:cubicBezTo>
                <a:cubicBezTo>
                  <a:pt x="297" y="16"/>
                  <a:pt x="337" y="56"/>
                  <a:pt x="337" y="105"/>
                </a:cubicBezTo>
                <a:cubicBezTo>
                  <a:pt x="337" y="110"/>
                  <a:pt x="336" y="115"/>
                  <a:pt x="336" y="115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1" name="Freeform 31"/>
          <p:cNvSpPr>
            <a:spLocks noEditPoints="1"/>
          </p:cNvSpPr>
          <p:nvPr/>
        </p:nvSpPr>
        <p:spPr bwMode="auto">
          <a:xfrm>
            <a:off x="7473951" y="3164418"/>
            <a:ext cx="582084" cy="531284"/>
          </a:xfrm>
          <a:custGeom>
            <a:avLst/>
            <a:gdLst>
              <a:gd name="T0" fmla="*/ 160 w 353"/>
              <a:gd name="T1" fmla="*/ 311 h 322"/>
              <a:gd name="T2" fmla="*/ 146 w 353"/>
              <a:gd name="T3" fmla="*/ 249 h 322"/>
              <a:gd name="T4" fmla="*/ 180 w 353"/>
              <a:gd name="T5" fmla="*/ 175 h 322"/>
              <a:gd name="T6" fmla="*/ 139 w 353"/>
              <a:gd name="T7" fmla="*/ 127 h 322"/>
              <a:gd name="T8" fmla="*/ 160 w 353"/>
              <a:gd name="T9" fmla="*/ 52 h 322"/>
              <a:gd name="T10" fmla="*/ 160 w 353"/>
              <a:gd name="T11" fmla="*/ 52 h 322"/>
              <a:gd name="T12" fmla="*/ 160 w 353"/>
              <a:gd name="T13" fmla="*/ 50 h 322"/>
              <a:gd name="T14" fmla="*/ 157 w 353"/>
              <a:gd name="T15" fmla="*/ 43 h 322"/>
              <a:gd name="T16" fmla="*/ 157 w 353"/>
              <a:gd name="T17" fmla="*/ 43 h 322"/>
              <a:gd name="T18" fmla="*/ 90 w 353"/>
              <a:gd name="T19" fmla="*/ 16 h 322"/>
              <a:gd name="T20" fmla="*/ 0 w 353"/>
              <a:gd name="T21" fmla="*/ 107 h 322"/>
              <a:gd name="T22" fmla="*/ 1 w 353"/>
              <a:gd name="T23" fmla="*/ 117 h 322"/>
              <a:gd name="T24" fmla="*/ 1 w 353"/>
              <a:gd name="T25" fmla="*/ 117 h 322"/>
              <a:gd name="T26" fmla="*/ 147 w 353"/>
              <a:gd name="T27" fmla="*/ 319 h 322"/>
              <a:gd name="T28" fmla="*/ 152 w 353"/>
              <a:gd name="T29" fmla="*/ 322 h 322"/>
              <a:gd name="T30" fmla="*/ 160 w 353"/>
              <a:gd name="T31" fmla="*/ 313 h 322"/>
              <a:gd name="T32" fmla="*/ 160 w 353"/>
              <a:gd name="T33" fmla="*/ 312 h 322"/>
              <a:gd name="T34" fmla="*/ 160 w 353"/>
              <a:gd name="T35" fmla="*/ 311 h 322"/>
              <a:gd name="T36" fmla="*/ 17 w 353"/>
              <a:gd name="T37" fmla="*/ 116 h 322"/>
              <a:gd name="T38" fmla="*/ 16 w 353"/>
              <a:gd name="T39" fmla="*/ 115 h 322"/>
              <a:gd name="T40" fmla="*/ 16 w 353"/>
              <a:gd name="T41" fmla="*/ 115 h 322"/>
              <a:gd name="T42" fmla="*/ 16 w 353"/>
              <a:gd name="T43" fmla="*/ 107 h 322"/>
              <a:gd name="T44" fmla="*/ 90 w 353"/>
              <a:gd name="T45" fmla="*/ 33 h 322"/>
              <a:gd name="T46" fmla="*/ 143 w 353"/>
              <a:gd name="T47" fmla="*/ 52 h 322"/>
              <a:gd name="T48" fmla="*/ 120 w 353"/>
              <a:gd name="T49" fmla="*/ 129 h 322"/>
              <a:gd name="T50" fmla="*/ 160 w 353"/>
              <a:gd name="T51" fmla="*/ 177 h 322"/>
              <a:gd name="T52" fmla="*/ 128 w 353"/>
              <a:gd name="T53" fmla="*/ 249 h 322"/>
              <a:gd name="T54" fmla="*/ 139 w 353"/>
              <a:gd name="T55" fmla="*/ 294 h 322"/>
              <a:gd name="T56" fmla="*/ 17 w 353"/>
              <a:gd name="T57" fmla="*/ 116 h 322"/>
              <a:gd name="T58" fmla="*/ 353 w 353"/>
              <a:gd name="T59" fmla="*/ 91 h 322"/>
              <a:gd name="T60" fmla="*/ 263 w 353"/>
              <a:gd name="T61" fmla="*/ 0 h 322"/>
              <a:gd name="T62" fmla="*/ 196 w 353"/>
              <a:gd name="T63" fmla="*/ 27 h 322"/>
              <a:gd name="T64" fmla="*/ 196 w 353"/>
              <a:gd name="T65" fmla="*/ 27 h 322"/>
              <a:gd name="T66" fmla="*/ 193 w 353"/>
              <a:gd name="T67" fmla="*/ 31 h 322"/>
              <a:gd name="T68" fmla="*/ 193 w 353"/>
              <a:gd name="T69" fmla="*/ 31 h 322"/>
              <a:gd name="T70" fmla="*/ 168 w 353"/>
              <a:gd name="T71" fmla="*/ 113 h 322"/>
              <a:gd name="T72" fmla="*/ 209 w 353"/>
              <a:gd name="T73" fmla="*/ 161 h 322"/>
              <a:gd name="T74" fmla="*/ 176 w 353"/>
              <a:gd name="T75" fmla="*/ 233 h 322"/>
              <a:gd name="T76" fmla="*/ 193 w 353"/>
              <a:gd name="T77" fmla="*/ 299 h 322"/>
              <a:gd name="T78" fmla="*/ 193 w 353"/>
              <a:gd name="T79" fmla="*/ 299 h 322"/>
              <a:gd name="T80" fmla="*/ 201 w 353"/>
              <a:gd name="T81" fmla="*/ 305 h 322"/>
              <a:gd name="T82" fmla="*/ 206 w 353"/>
              <a:gd name="T83" fmla="*/ 303 h 322"/>
              <a:gd name="T84" fmla="*/ 352 w 353"/>
              <a:gd name="T85" fmla="*/ 101 h 322"/>
              <a:gd name="T86" fmla="*/ 352 w 353"/>
              <a:gd name="T87" fmla="*/ 101 h 322"/>
              <a:gd name="T88" fmla="*/ 353 w 353"/>
              <a:gd name="T89" fmla="*/ 91 h 322"/>
              <a:gd name="T90" fmla="*/ 337 w 353"/>
              <a:gd name="T91" fmla="*/ 99 h 322"/>
              <a:gd name="T92" fmla="*/ 337 w 353"/>
              <a:gd name="T93" fmla="*/ 99 h 322"/>
              <a:gd name="T94" fmla="*/ 336 w 353"/>
              <a:gd name="T95" fmla="*/ 100 h 322"/>
              <a:gd name="T96" fmla="*/ 206 w 353"/>
              <a:gd name="T97" fmla="*/ 284 h 322"/>
              <a:gd name="T98" fmla="*/ 195 w 353"/>
              <a:gd name="T99" fmla="*/ 233 h 322"/>
              <a:gd name="T100" fmla="*/ 228 w 353"/>
              <a:gd name="T101" fmla="*/ 158 h 322"/>
              <a:gd name="T102" fmla="*/ 187 w 353"/>
              <a:gd name="T103" fmla="*/ 111 h 322"/>
              <a:gd name="T104" fmla="*/ 208 w 353"/>
              <a:gd name="T105" fmla="*/ 38 h 322"/>
              <a:gd name="T106" fmla="*/ 208 w 353"/>
              <a:gd name="T107" fmla="*/ 38 h 322"/>
              <a:gd name="T108" fmla="*/ 263 w 353"/>
              <a:gd name="T109" fmla="*/ 16 h 322"/>
              <a:gd name="T110" fmla="*/ 337 w 353"/>
              <a:gd name="T111" fmla="*/ 91 h 322"/>
              <a:gd name="T112" fmla="*/ 337 w 353"/>
              <a:gd name="T113" fmla="*/ 99 h 3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353" h="322">
                <a:moveTo>
                  <a:pt x="160" y="311"/>
                </a:moveTo>
                <a:cubicBezTo>
                  <a:pt x="146" y="249"/>
                  <a:pt x="146" y="249"/>
                  <a:pt x="146" y="249"/>
                </a:cubicBezTo>
                <a:cubicBezTo>
                  <a:pt x="180" y="175"/>
                  <a:pt x="180" y="175"/>
                  <a:pt x="180" y="175"/>
                </a:cubicBezTo>
                <a:cubicBezTo>
                  <a:pt x="139" y="127"/>
                  <a:pt x="139" y="127"/>
                  <a:pt x="139" y="127"/>
                </a:cubicBezTo>
                <a:cubicBezTo>
                  <a:pt x="160" y="52"/>
                  <a:pt x="160" y="52"/>
                  <a:pt x="160" y="52"/>
                </a:cubicBezTo>
                <a:cubicBezTo>
                  <a:pt x="160" y="52"/>
                  <a:pt x="160" y="52"/>
                  <a:pt x="160" y="52"/>
                </a:cubicBezTo>
                <a:cubicBezTo>
                  <a:pt x="160" y="51"/>
                  <a:pt x="160" y="50"/>
                  <a:pt x="160" y="50"/>
                </a:cubicBezTo>
                <a:cubicBezTo>
                  <a:pt x="160" y="47"/>
                  <a:pt x="159" y="45"/>
                  <a:pt x="157" y="43"/>
                </a:cubicBezTo>
                <a:cubicBezTo>
                  <a:pt x="157" y="43"/>
                  <a:pt x="157" y="43"/>
                  <a:pt x="157" y="43"/>
                </a:cubicBezTo>
                <a:cubicBezTo>
                  <a:pt x="141" y="28"/>
                  <a:pt x="114" y="16"/>
                  <a:pt x="90" y="16"/>
                </a:cubicBezTo>
                <a:cubicBezTo>
                  <a:pt x="40" y="16"/>
                  <a:pt x="0" y="57"/>
                  <a:pt x="0" y="107"/>
                </a:cubicBezTo>
                <a:cubicBezTo>
                  <a:pt x="0" y="112"/>
                  <a:pt x="1" y="117"/>
                  <a:pt x="1" y="117"/>
                </a:cubicBezTo>
                <a:cubicBezTo>
                  <a:pt x="1" y="117"/>
                  <a:pt x="1" y="117"/>
                  <a:pt x="1" y="117"/>
                </a:cubicBezTo>
                <a:cubicBezTo>
                  <a:pt x="10" y="199"/>
                  <a:pt x="118" y="302"/>
                  <a:pt x="147" y="319"/>
                </a:cubicBezTo>
                <a:cubicBezTo>
                  <a:pt x="148" y="321"/>
                  <a:pt x="150" y="322"/>
                  <a:pt x="152" y="322"/>
                </a:cubicBezTo>
                <a:cubicBezTo>
                  <a:pt x="157" y="322"/>
                  <a:pt x="160" y="318"/>
                  <a:pt x="160" y="313"/>
                </a:cubicBezTo>
                <a:cubicBezTo>
                  <a:pt x="160" y="313"/>
                  <a:pt x="160" y="312"/>
                  <a:pt x="160" y="312"/>
                </a:cubicBezTo>
                <a:lnTo>
                  <a:pt x="160" y="311"/>
                </a:lnTo>
                <a:close/>
                <a:moveTo>
                  <a:pt x="17" y="116"/>
                </a:moveTo>
                <a:cubicBezTo>
                  <a:pt x="17" y="116"/>
                  <a:pt x="16" y="115"/>
                  <a:pt x="16" y="115"/>
                </a:cubicBezTo>
                <a:cubicBezTo>
                  <a:pt x="16" y="115"/>
                  <a:pt x="16" y="115"/>
                  <a:pt x="16" y="115"/>
                </a:cubicBezTo>
                <a:cubicBezTo>
                  <a:pt x="16" y="113"/>
                  <a:pt x="16" y="110"/>
                  <a:pt x="16" y="107"/>
                </a:cubicBezTo>
                <a:cubicBezTo>
                  <a:pt x="16" y="66"/>
                  <a:pt x="49" y="33"/>
                  <a:pt x="90" y="33"/>
                </a:cubicBezTo>
                <a:cubicBezTo>
                  <a:pt x="108" y="33"/>
                  <a:pt x="129" y="40"/>
                  <a:pt x="143" y="52"/>
                </a:cubicBezTo>
                <a:cubicBezTo>
                  <a:pt x="120" y="129"/>
                  <a:pt x="120" y="129"/>
                  <a:pt x="120" y="129"/>
                </a:cubicBezTo>
                <a:cubicBezTo>
                  <a:pt x="160" y="177"/>
                  <a:pt x="160" y="177"/>
                  <a:pt x="160" y="177"/>
                </a:cubicBezTo>
                <a:cubicBezTo>
                  <a:pt x="128" y="249"/>
                  <a:pt x="128" y="249"/>
                  <a:pt x="128" y="249"/>
                </a:cubicBezTo>
                <a:cubicBezTo>
                  <a:pt x="139" y="294"/>
                  <a:pt x="139" y="294"/>
                  <a:pt x="139" y="294"/>
                </a:cubicBezTo>
                <a:cubicBezTo>
                  <a:pt x="102" y="263"/>
                  <a:pt x="24" y="179"/>
                  <a:pt x="17" y="116"/>
                </a:cubicBezTo>
                <a:moveTo>
                  <a:pt x="353" y="91"/>
                </a:moveTo>
                <a:cubicBezTo>
                  <a:pt x="353" y="41"/>
                  <a:pt x="313" y="0"/>
                  <a:pt x="263" y="0"/>
                </a:cubicBezTo>
                <a:cubicBezTo>
                  <a:pt x="239" y="0"/>
                  <a:pt x="212" y="12"/>
                  <a:pt x="196" y="27"/>
                </a:cubicBezTo>
                <a:cubicBezTo>
                  <a:pt x="196" y="27"/>
                  <a:pt x="196" y="27"/>
                  <a:pt x="196" y="27"/>
                </a:cubicBezTo>
                <a:cubicBezTo>
                  <a:pt x="194" y="28"/>
                  <a:pt x="193" y="30"/>
                  <a:pt x="193" y="31"/>
                </a:cubicBezTo>
                <a:cubicBezTo>
                  <a:pt x="193" y="31"/>
                  <a:pt x="193" y="31"/>
                  <a:pt x="193" y="31"/>
                </a:cubicBezTo>
                <a:cubicBezTo>
                  <a:pt x="168" y="113"/>
                  <a:pt x="168" y="113"/>
                  <a:pt x="168" y="113"/>
                </a:cubicBezTo>
                <a:cubicBezTo>
                  <a:pt x="209" y="161"/>
                  <a:pt x="209" y="161"/>
                  <a:pt x="209" y="161"/>
                </a:cubicBezTo>
                <a:cubicBezTo>
                  <a:pt x="176" y="233"/>
                  <a:pt x="176" y="233"/>
                  <a:pt x="176" y="233"/>
                </a:cubicBezTo>
                <a:cubicBezTo>
                  <a:pt x="193" y="299"/>
                  <a:pt x="193" y="299"/>
                  <a:pt x="193" y="299"/>
                </a:cubicBezTo>
                <a:cubicBezTo>
                  <a:pt x="193" y="299"/>
                  <a:pt x="193" y="299"/>
                  <a:pt x="193" y="299"/>
                </a:cubicBezTo>
                <a:cubicBezTo>
                  <a:pt x="194" y="303"/>
                  <a:pt x="197" y="305"/>
                  <a:pt x="201" y="305"/>
                </a:cubicBezTo>
                <a:cubicBezTo>
                  <a:pt x="203" y="305"/>
                  <a:pt x="205" y="305"/>
                  <a:pt x="206" y="303"/>
                </a:cubicBezTo>
                <a:cubicBezTo>
                  <a:pt x="235" y="286"/>
                  <a:pt x="343" y="183"/>
                  <a:pt x="352" y="101"/>
                </a:cubicBezTo>
                <a:cubicBezTo>
                  <a:pt x="352" y="101"/>
                  <a:pt x="352" y="101"/>
                  <a:pt x="352" y="101"/>
                </a:cubicBezTo>
                <a:cubicBezTo>
                  <a:pt x="352" y="101"/>
                  <a:pt x="353" y="96"/>
                  <a:pt x="353" y="91"/>
                </a:cubicBezTo>
                <a:moveTo>
                  <a:pt x="337" y="99"/>
                </a:moveTo>
                <a:cubicBezTo>
                  <a:pt x="337" y="99"/>
                  <a:pt x="337" y="99"/>
                  <a:pt x="337" y="99"/>
                </a:cubicBezTo>
                <a:cubicBezTo>
                  <a:pt x="337" y="99"/>
                  <a:pt x="336" y="100"/>
                  <a:pt x="336" y="100"/>
                </a:cubicBezTo>
                <a:cubicBezTo>
                  <a:pt x="329" y="168"/>
                  <a:pt x="239" y="259"/>
                  <a:pt x="206" y="284"/>
                </a:cubicBezTo>
                <a:cubicBezTo>
                  <a:pt x="195" y="233"/>
                  <a:pt x="195" y="233"/>
                  <a:pt x="195" y="233"/>
                </a:cubicBezTo>
                <a:cubicBezTo>
                  <a:pt x="228" y="158"/>
                  <a:pt x="228" y="158"/>
                  <a:pt x="228" y="158"/>
                </a:cubicBezTo>
                <a:cubicBezTo>
                  <a:pt x="187" y="111"/>
                  <a:pt x="187" y="111"/>
                  <a:pt x="187" y="111"/>
                </a:cubicBezTo>
                <a:cubicBezTo>
                  <a:pt x="208" y="38"/>
                  <a:pt x="208" y="38"/>
                  <a:pt x="208" y="38"/>
                </a:cubicBezTo>
                <a:cubicBezTo>
                  <a:pt x="208" y="38"/>
                  <a:pt x="208" y="38"/>
                  <a:pt x="208" y="38"/>
                </a:cubicBezTo>
                <a:cubicBezTo>
                  <a:pt x="222" y="25"/>
                  <a:pt x="244" y="16"/>
                  <a:pt x="263" y="16"/>
                </a:cubicBezTo>
                <a:cubicBezTo>
                  <a:pt x="304" y="16"/>
                  <a:pt x="337" y="50"/>
                  <a:pt x="337" y="91"/>
                </a:cubicBezTo>
                <a:cubicBezTo>
                  <a:pt x="337" y="93"/>
                  <a:pt x="337" y="97"/>
                  <a:pt x="337" y="99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2" name="Freeform 32"/>
          <p:cNvSpPr>
            <a:spLocks noEditPoints="1"/>
          </p:cNvSpPr>
          <p:nvPr/>
        </p:nvSpPr>
        <p:spPr bwMode="auto">
          <a:xfrm>
            <a:off x="8585201" y="3136900"/>
            <a:ext cx="582084" cy="584200"/>
          </a:xfrm>
          <a:custGeom>
            <a:avLst/>
            <a:gdLst>
              <a:gd name="T0" fmla="*/ 145 w 353"/>
              <a:gd name="T1" fmla="*/ 201 h 354"/>
              <a:gd name="T2" fmla="*/ 161 w 353"/>
              <a:gd name="T3" fmla="*/ 201 h 354"/>
              <a:gd name="T4" fmla="*/ 137 w 353"/>
              <a:gd name="T5" fmla="*/ 153 h 354"/>
              <a:gd name="T6" fmla="*/ 137 w 353"/>
              <a:gd name="T7" fmla="*/ 169 h 354"/>
              <a:gd name="T8" fmla="*/ 137 w 353"/>
              <a:gd name="T9" fmla="*/ 153 h 354"/>
              <a:gd name="T10" fmla="*/ 105 w 353"/>
              <a:gd name="T11" fmla="*/ 185 h 354"/>
              <a:gd name="T12" fmla="*/ 121 w 353"/>
              <a:gd name="T13" fmla="*/ 185 h 354"/>
              <a:gd name="T14" fmla="*/ 161 w 353"/>
              <a:gd name="T15" fmla="*/ 145 h 354"/>
              <a:gd name="T16" fmla="*/ 161 w 353"/>
              <a:gd name="T17" fmla="*/ 129 h 354"/>
              <a:gd name="T18" fmla="*/ 161 w 353"/>
              <a:gd name="T19" fmla="*/ 145 h 354"/>
              <a:gd name="T20" fmla="*/ 161 w 353"/>
              <a:gd name="T21" fmla="*/ 241 h 354"/>
              <a:gd name="T22" fmla="*/ 177 w 353"/>
              <a:gd name="T23" fmla="*/ 241 h 354"/>
              <a:gd name="T24" fmla="*/ 177 w 353"/>
              <a:gd name="T25" fmla="*/ 169 h 354"/>
              <a:gd name="T26" fmla="*/ 177 w 353"/>
              <a:gd name="T27" fmla="*/ 185 h 354"/>
              <a:gd name="T28" fmla="*/ 177 w 353"/>
              <a:gd name="T29" fmla="*/ 169 h 354"/>
              <a:gd name="T30" fmla="*/ 209 w 353"/>
              <a:gd name="T31" fmla="*/ 153 h 354"/>
              <a:gd name="T32" fmla="*/ 193 w 353"/>
              <a:gd name="T33" fmla="*/ 153 h 354"/>
              <a:gd name="T34" fmla="*/ 217 w 353"/>
              <a:gd name="T35" fmla="*/ 201 h 354"/>
              <a:gd name="T36" fmla="*/ 217 w 353"/>
              <a:gd name="T37" fmla="*/ 185 h 354"/>
              <a:gd name="T38" fmla="*/ 217 w 353"/>
              <a:gd name="T39" fmla="*/ 201 h 354"/>
              <a:gd name="T40" fmla="*/ 185 w 353"/>
              <a:gd name="T41" fmla="*/ 121 h 354"/>
              <a:gd name="T42" fmla="*/ 185 w 353"/>
              <a:gd name="T43" fmla="*/ 105 h 354"/>
              <a:gd name="T44" fmla="*/ 353 w 353"/>
              <a:gd name="T45" fmla="*/ 81 h 354"/>
              <a:gd name="T46" fmla="*/ 225 w 353"/>
              <a:gd name="T47" fmla="*/ 16 h 354"/>
              <a:gd name="T48" fmla="*/ 216 w 353"/>
              <a:gd name="T49" fmla="*/ 24 h 354"/>
              <a:gd name="T50" fmla="*/ 24 w 353"/>
              <a:gd name="T51" fmla="*/ 217 h 354"/>
              <a:gd name="T52" fmla="*/ 80 w 353"/>
              <a:gd name="T53" fmla="*/ 354 h 354"/>
              <a:gd name="T54" fmla="*/ 330 w 353"/>
              <a:gd name="T55" fmla="*/ 137 h 354"/>
              <a:gd name="T56" fmla="*/ 338 w 353"/>
              <a:gd name="T57" fmla="*/ 129 h 354"/>
              <a:gd name="T58" fmla="*/ 353 w 353"/>
              <a:gd name="T59" fmla="*/ 81 h 354"/>
              <a:gd name="T60" fmla="*/ 80 w 353"/>
              <a:gd name="T61" fmla="*/ 338 h 354"/>
              <a:gd name="T62" fmla="*/ 35 w 353"/>
              <a:gd name="T63" fmla="*/ 228 h 354"/>
              <a:gd name="T64" fmla="*/ 156 w 353"/>
              <a:gd name="T65" fmla="*/ 288 h 354"/>
              <a:gd name="T66" fmla="*/ 168 w 353"/>
              <a:gd name="T67" fmla="*/ 277 h 354"/>
              <a:gd name="T68" fmla="*/ 186 w 353"/>
              <a:gd name="T69" fmla="*/ 77 h 354"/>
              <a:gd name="T70" fmla="*/ 168 w 353"/>
              <a:gd name="T71" fmla="*/ 277 h 354"/>
              <a:gd name="T72" fmla="*/ 327 w 353"/>
              <a:gd name="T73" fmla="*/ 118 h 354"/>
              <a:gd name="T74" fmla="*/ 319 w 353"/>
              <a:gd name="T75" fmla="*/ 126 h 354"/>
              <a:gd name="T76" fmla="*/ 197 w 353"/>
              <a:gd name="T77" fmla="*/ 66 h 354"/>
              <a:gd name="T78" fmla="*/ 228 w 353"/>
              <a:gd name="T79" fmla="*/ 35 h 354"/>
              <a:gd name="T80" fmla="*/ 237 w 353"/>
              <a:gd name="T81" fmla="*/ 28 h 354"/>
              <a:gd name="T82" fmla="*/ 337 w 353"/>
              <a:gd name="T83" fmla="*/ 81 h 354"/>
              <a:gd name="T84" fmla="*/ 241 w 353"/>
              <a:gd name="T85" fmla="*/ 177 h 354"/>
              <a:gd name="T86" fmla="*/ 241 w 353"/>
              <a:gd name="T87" fmla="*/ 161 h 354"/>
              <a:gd name="T88" fmla="*/ 241 w 353"/>
              <a:gd name="T89" fmla="*/ 177 h 354"/>
              <a:gd name="T90" fmla="*/ 185 w 353"/>
              <a:gd name="T91" fmla="*/ 217 h 354"/>
              <a:gd name="T92" fmla="*/ 201 w 353"/>
              <a:gd name="T93" fmla="*/ 217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353" h="354">
                <a:moveTo>
                  <a:pt x="153" y="193"/>
                </a:moveTo>
                <a:cubicBezTo>
                  <a:pt x="148" y="193"/>
                  <a:pt x="145" y="197"/>
                  <a:pt x="145" y="201"/>
                </a:cubicBezTo>
                <a:cubicBezTo>
                  <a:pt x="145" y="205"/>
                  <a:pt x="148" y="209"/>
                  <a:pt x="153" y="209"/>
                </a:cubicBezTo>
                <a:cubicBezTo>
                  <a:pt x="157" y="209"/>
                  <a:pt x="161" y="205"/>
                  <a:pt x="161" y="201"/>
                </a:cubicBezTo>
                <a:cubicBezTo>
                  <a:pt x="161" y="197"/>
                  <a:pt x="157" y="193"/>
                  <a:pt x="153" y="193"/>
                </a:cubicBezTo>
                <a:moveTo>
                  <a:pt x="137" y="153"/>
                </a:moveTo>
                <a:cubicBezTo>
                  <a:pt x="132" y="153"/>
                  <a:pt x="129" y="156"/>
                  <a:pt x="129" y="161"/>
                </a:cubicBezTo>
                <a:cubicBezTo>
                  <a:pt x="129" y="165"/>
                  <a:pt x="132" y="169"/>
                  <a:pt x="137" y="169"/>
                </a:cubicBezTo>
                <a:cubicBezTo>
                  <a:pt x="141" y="169"/>
                  <a:pt x="145" y="165"/>
                  <a:pt x="145" y="161"/>
                </a:cubicBezTo>
                <a:cubicBezTo>
                  <a:pt x="145" y="156"/>
                  <a:pt x="141" y="153"/>
                  <a:pt x="137" y="153"/>
                </a:cubicBezTo>
                <a:moveTo>
                  <a:pt x="113" y="177"/>
                </a:moveTo>
                <a:cubicBezTo>
                  <a:pt x="108" y="177"/>
                  <a:pt x="105" y="181"/>
                  <a:pt x="105" y="185"/>
                </a:cubicBezTo>
                <a:cubicBezTo>
                  <a:pt x="105" y="189"/>
                  <a:pt x="108" y="193"/>
                  <a:pt x="113" y="193"/>
                </a:cubicBezTo>
                <a:cubicBezTo>
                  <a:pt x="117" y="193"/>
                  <a:pt x="121" y="189"/>
                  <a:pt x="121" y="185"/>
                </a:cubicBezTo>
                <a:cubicBezTo>
                  <a:pt x="121" y="181"/>
                  <a:pt x="117" y="177"/>
                  <a:pt x="113" y="177"/>
                </a:cubicBezTo>
                <a:moveTo>
                  <a:pt x="161" y="145"/>
                </a:moveTo>
                <a:cubicBezTo>
                  <a:pt x="165" y="145"/>
                  <a:pt x="169" y="141"/>
                  <a:pt x="169" y="137"/>
                </a:cubicBezTo>
                <a:cubicBezTo>
                  <a:pt x="169" y="132"/>
                  <a:pt x="165" y="129"/>
                  <a:pt x="161" y="129"/>
                </a:cubicBezTo>
                <a:cubicBezTo>
                  <a:pt x="156" y="129"/>
                  <a:pt x="153" y="132"/>
                  <a:pt x="153" y="137"/>
                </a:cubicBezTo>
                <a:cubicBezTo>
                  <a:pt x="153" y="141"/>
                  <a:pt x="156" y="145"/>
                  <a:pt x="161" y="145"/>
                </a:cubicBezTo>
                <a:moveTo>
                  <a:pt x="169" y="233"/>
                </a:moveTo>
                <a:cubicBezTo>
                  <a:pt x="164" y="233"/>
                  <a:pt x="161" y="237"/>
                  <a:pt x="161" y="241"/>
                </a:cubicBezTo>
                <a:cubicBezTo>
                  <a:pt x="161" y="246"/>
                  <a:pt x="164" y="249"/>
                  <a:pt x="169" y="249"/>
                </a:cubicBezTo>
                <a:cubicBezTo>
                  <a:pt x="173" y="249"/>
                  <a:pt x="177" y="246"/>
                  <a:pt x="177" y="241"/>
                </a:cubicBezTo>
                <a:cubicBezTo>
                  <a:pt x="177" y="237"/>
                  <a:pt x="173" y="233"/>
                  <a:pt x="169" y="233"/>
                </a:cubicBezTo>
                <a:moveTo>
                  <a:pt x="177" y="169"/>
                </a:moveTo>
                <a:cubicBezTo>
                  <a:pt x="172" y="169"/>
                  <a:pt x="169" y="173"/>
                  <a:pt x="169" y="177"/>
                </a:cubicBezTo>
                <a:cubicBezTo>
                  <a:pt x="169" y="181"/>
                  <a:pt x="172" y="185"/>
                  <a:pt x="177" y="185"/>
                </a:cubicBezTo>
                <a:cubicBezTo>
                  <a:pt x="181" y="185"/>
                  <a:pt x="185" y="181"/>
                  <a:pt x="185" y="177"/>
                </a:cubicBezTo>
                <a:cubicBezTo>
                  <a:pt x="185" y="173"/>
                  <a:pt x="181" y="169"/>
                  <a:pt x="177" y="169"/>
                </a:cubicBezTo>
                <a:moveTo>
                  <a:pt x="201" y="161"/>
                </a:moveTo>
                <a:cubicBezTo>
                  <a:pt x="205" y="161"/>
                  <a:pt x="209" y="157"/>
                  <a:pt x="209" y="153"/>
                </a:cubicBezTo>
                <a:cubicBezTo>
                  <a:pt x="209" y="148"/>
                  <a:pt x="205" y="145"/>
                  <a:pt x="201" y="145"/>
                </a:cubicBezTo>
                <a:cubicBezTo>
                  <a:pt x="196" y="145"/>
                  <a:pt x="193" y="148"/>
                  <a:pt x="193" y="153"/>
                </a:cubicBezTo>
                <a:cubicBezTo>
                  <a:pt x="193" y="157"/>
                  <a:pt x="196" y="161"/>
                  <a:pt x="201" y="161"/>
                </a:cubicBezTo>
                <a:moveTo>
                  <a:pt x="217" y="201"/>
                </a:moveTo>
                <a:cubicBezTo>
                  <a:pt x="221" y="201"/>
                  <a:pt x="225" y="197"/>
                  <a:pt x="225" y="193"/>
                </a:cubicBezTo>
                <a:cubicBezTo>
                  <a:pt x="225" y="189"/>
                  <a:pt x="221" y="185"/>
                  <a:pt x="217" y="185"/>
                </a:cubicBezTo>
                <a:cubicBezTo>
                  <a:pt x="213" y="185"/>
                  <a:pt x="209" y="189"/>
                  <a:pt x="209" y="193"/>
                </a:cubicBezTo>
                <a:cubicBezTo>
                  <a:pt x="209" y="197"/>
                  <a:pt x="213" y="201"/>
                  <a:pt x="217" y="201"/>
                </a:cubicBezTo>
                <a:moveTo>
                  <a:pt x="177" y="113"/>
                </a:moveTo>
                <a:cubicBezTo>
                  <a:pt x="177" y="117"/>
                  <a:pt x="180" y="121"/>
                  <a:pt x="185" y="121"/>
                </a:cubicBezTo>
                <a:cubicBezTo>
                  <a:pt x="189" y="121"/>
                  <a:pt x="193" y="117"/>
                  <a:pt x="193" y="113"/>
                </a:cubicBezTo>
                <a:cubicBezTo>
                  <a:pt x="193" y="108"/>
                  <a:pt x="189" y="105"/>
                  <a:pt x="185" y="105"/>
                </a:cubicBezTo>
                <a:cubicBezTo>
                  <a:pt x="180" y="105"/>
                  <a:pt x="177" y="108"/>
                  <a:pt x="177" y="113"/>
                </a:cubicBezTo>
                <a:moveTo>
                  <a:pt x="353" y="81"/>
                </a:moveTo>
                <a:cubicBezTo>
                  <a:pt x="353" y="36"/>
                  <a:pt x="318" y="0"/>
                  <a:pt x="273" y="0"/>
                </a:cubicBezTo>
                <a:cubicBezTo>
                  <a:pt x="255" y="0"/>
                  <a:pt x="238" y="6"/>
                  <a:pt x="225" y="16"/>
                </a:cubicBezTo>
                <a:cubicBezTo>
                  <a:pt x="224" y="16"/>
                  <a:pt x="224" y="16"/>
                  <a:pt x="224" y="16"/>
                </a:cubicBezTo>
                <a:cubicBezTo>
                  <a:pt x="216" y="24"/>
                  <a:pt x="216" y="24"/>
                  <a:pt x="216" y="24"/>
                </a:cubicBezTo>
                <a:cubicBezTo>
                  <a:pt x="216" y="24"/>
                  <a:pt x="216" y="24"/>
                  <a:pt x="216" y="24"/>
                </a:cubicBezTo>
                <a:cubicBezTo>
                  <a:pt x="24" y="217"/>
                  <a:pt x="24" y="217"/>
                  <a:pt x="24" y="217"/>
                </a:cubicBezTo>
                <a:cubicBezTo>
                  <a:pt x="9" y="231"/>
                  <a:pt x="0" y="251"/>
                  <a:pt x="0" y="273"/>
                </a:cubicBezTo>
                <a:cubicBezTo>
                  <a:pt x="0" y="318"/>
                  <a:pt x="36" y="354"/>
                  <a:pt x="80" y="354"/>
                </a:cubicBezTo>
                <a:cubicBezTo>
                  <a:pt x="103" y="354"/>
                  <a:pt x="123" y="345"/>
                  <a:pt x="137" y="330"/>
                </a:cubicBezTo>
                <a:cubicBezTo>
                  <a:pt x="330" y="137"/>
                  <a:pt x="330" y="137"/>
                  <a:pt x="330" y="137"/>
                </a:cubicBezTo>
                <a:cubicBezTo>
                  <a:pt x="330" y="137"/>
                  <a:pt x="330" y="137"/>
                  <a:pt x="330" y="137"/>
                </a:cubicBezTo>
                <a:cubicBezTo>
                  <a:pt x="338" y="129"/>
                  <a:pt x="338" y="129"/>
                  <a:pt x="338" y="129"/>
                </a:cubicBezTo>
                <a:cubicBezTo>
                  <a:pt x="337" y="129"/>
                  <a:pt x="337" y="129"/>
                  <a:pt x="337" y="129"/>
                </a:cubicBezTo>
                <a:cubicBezTo>
                  <a:pt x="347" y="115"/>
                  <a:pt x="353" y="99"/>
                  <a:pt x="353" y="81"/>
                </a:cubicBezTo>
                <a:moveTo>
                  <a:pt x="126" y="319"/>
                </a:moveTo>
                <a:cubicBezTo>
                  <a:pt x="114" y="330"/>
                  <a:pt x="98" y="338"/>
                  <a:pt x="80" y="338"/>
                </a:cubicBezTo>
                <a:cubicBezTo>
                  <a:pt x="45" y="338"/>
                  <a:pt x="16" y="309"/>
                  <a:pt x="16" y="273"/>
                </a:cubicBezTo>
                <a:cubicBezTo>
                  <a:pt x="16" y="256"/>
                  <a:pt x="23" y="240"/>
                  <a:pt x="35" y="228"/>
                </a:cubicBezTo>
                <a:cubicBezTo>
                  <a:pt x="66" y="197"/>
                  <a:pt x="66" y="197"/>
                  <a:pt x="66" y="197"/>
                </a:cubicBezTo>
                <a:cubicBezTo>
                  <a:pt x="156" y="288"/>
                  <a:pt x="156" y="288"/>
                  <a:pt x="156" y="288"/>
                </a:cubicBezTo>
                <a:lnTo>
                  <a:pt x="126" y="319"/>
                </a:lnTo>
                <a:close/>
                <a:moveTo>
                  <a:pt x="168" y="277"/>
                </a:moveTo>
                <a:cubicBezTo>
                  <a:pt x="77" y="186"/>
                  <a:pt x="77" y="186"/>
                  <a:pt x="77" y="186"/>
                </a:cubicBezTo>
                <a:cubicBezTo>
                  <a:pt x="186" y="77"/>
                  <a:pt x="186" y="77"/>
                  <a:pt x="186" y="77"/>
                </a:cubicBezTo>
                <a:cubicBezTo>
                  <a:pt x="277" y="168"/>
                  <a:pt x="277" y="168"/>
                  <a:pt x="277" y="168"/>
                </a:cubicBezTo>
                <a:lnTo>
                  <a:pt x="168" y="277"/>
                </a:lnTo>
                <a:close/>
                <a:moveTo>
                  <a:pt x="326" y="117"/>
                </a:moveTo>
                <a:cubicBezTo>
                  <a:pt x="327" y="118"/>
                  <a:pt x="327" y="118"/>
                  <a:pt x="327" y="118"/>
                </a:cubicBezTo>
                <a:cubicBezTo>
                  <a:pt x="319" y="126"/>
                  <a:pt x="319" y="126"/>
                  <a:pt x="319" y="126"/>
                </a:cubicBezTo>
                <a:cubicBezTo>
                  <a:pt x="319" y="126"/>
                  <a:pt x="319" y="126"/>
                  <a:pt x="319" y="126"/>
                </a:cubicBezTo>
                <a:cubicBezTo>
                  <a:pt x="288" y="156"/>
                  <a:pt x="288" y="156"/>
                  <a:pt x="288" y="156"/>
                </a:cubicBezTo>
                <a:cubicBezTo>
                  <a:pt x="197" y="66"/>
                  <a:pt x="197" y="66"/>
                  <a:pt x="197" y="66"/>
                </a:cubicBezTo>
                <a:cubicBezTo>
                  <a:pt x="228" y="35"/>
                  <a:pt x="228" y="35"/>
                  <a:pt x="228" y="35"/>
                </a:cubicBezTo>
                <a:cubicBezTo>
                  <a:pt x="228" y="35"/>
                  <a:pt x="228" y="35"/>
                  <a:pt x="228" y="35"/>
                </a:cubicBezTo>
                <a:cubicBezTo>
                  <a:pt x="236" y="27"/>
                  <a:pt x="236" y="27"/>
                  <a:pt x="236" y="27"/>
                </a:cubicBezTo>
                <a:cubicBezTo>
                  <a:pt x="237" y="28"/>
                  <a:pt x="237" y="28"/>
                  <a:pt x="237" y="28"/>
                </a:cubicBezTo>
                <a:cubicBezTo>
                  <a:pt x="247" y="21"/>
                  <a:pt x="260" y="16"/>
                  <a:pt x="273" y="16"/>
                </a:cubicBezTo>
                <a:cubicBezTo>
                  <a:pt x="309" y="16"/>
                  <a:pt x="337" y="45"/>
                  <a:pt x="337" y="81"/>
                </a:cubicBezTo>
                <a:cubicBezTo>
                  <a:pt x="337" y="94"/>
                  <a:pt x="333" y="107"/>
                  <a:pt x="326" y="117"/>
                </a:cubicBezTo>
                <a:moveTo>
                  <a:pt x="241" y="177"/>
                </a:moveTo>
                <a:cubicBezTo>
                  <a:pt x="245" y="177"/>
                  <a:pt x="249" y="173"/>
                  <a:pt x="249" y="169"/>
                </a:cubicBezTo>
                <a:cubicBezTo>
                  <a:pt x="249" y="164"/>
                  <a:pt x="245" y="161"/>
                  <a:pt x="241" y="161"/>
                </a:cubicBezTo>
                <a:cubicBezTo>
                  <a:pt x="237" y="161"/>
                  <a:pt x="233" y="164"/>
                  <a:pt x="233" y="169"/>
                </a:cubicBezTo>
                <a:cubicBezTo>
                  <a:pt x="233" y="173"/>
                  <a:pt x="237" y="177"/>
                  <a:pt x="241" y="177"/>
                </a:cubicBezTo>
                <a:moveTo>
                  <a:pt x="193" y="209"/>
                </a:moveTo>
                <a:cubicBezTo>
                  <a:pt x="188" y="209"/>
                  <a:pt x="185" y="213"/>
                  <a:pt x="185" y="217"/>
                </a:cubicBezTo>
                <a:cubicBezTo>
                  <a:pt x="185" y="222"/>
                  <a:pt x="188" y="225"/>
                  <a:pt x="193" y="225"/>
                </a:cubicBezTo>
                <a:cubicBezTo>
                  <a:pt x="197" y="225"/>
                  <a:pt x="201" y="222"/>
                  <a:pt x="201" y="217"/>
                </a:cubicBezTo>
                <a:cubicBezTo>
                  <a:pt x="201" y="213"/>
                  <a:pt x="197" y="209"/>
                  <a:pt x="193" y="209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3" name="Freeform 33"/>
          <p:cNvSpPr>
            <a:spLocks noEditPoints="1"/>
          </p:cNvSpPr>
          <p:nvPr/>
        </p:nvSpPr>
        <p:spPr bwMode="auto">
          <a:xfrm>
            <a:off x="9698567" y="3136900"/>
            <a:ext cx="582084" cy="584200"/>
          </a:xfrm>
          <a:custGeom>
            <a:avLst/>
            <a:gdLst>
              <a:gd name="T0" fmla="*/ 321 w 353"/>
              <a:gd name="T1" fmla="*/ 0 h 354"/>
              <a:gd name="T2" fmla="*/ 32 w 353"/>
              <a:gd name="T3" fmla="*/ 0 h 354"/>
              <a:gd name="T4" fmla="*/ 0 w 353"/>
              <a:gd name="T5" fmla="*/ 32 h 354"/>
              <a:gd name="T6" fmla="*/ 0 w 353"/>
              <a:gd name="T7" fmla="*/ 321 h 354"/>
              <a:gd name="T8" fmla="*/ 32 w 353"/>
              <a:gd name="T9" fmla="*/ 354 h 354"/>
              <a:gd name="T10" fmla="*/ 321 w 353"/>
              <a:gd name="T11" fmla="*/ 354 h 354"/>
              <a:gd name="T12" fmla="*/ 353 w 353"/>
              <a:gd name="T13" fmla="*/ 321 h 354"/>
              <a:gd name="T14" fmla="*/ 353 w 353"/>
              <a:gd name="T15" fmla="*/ 32 h 354"/>
              <a:gd name="T16" fmla="*/ 321 w 353"/>
              <a:gd name="T17" fmla="*/ 0 h 354"/>
              <a:gd name="T18" fmla="*/ 337 w 353"/>
              <a:gd name="T19" fmla="*/ 321 h 354"/>
              <a:gd name="T20" fmla="*/ 321 w 353"/>
              <a:gd name="T21" fmla="*/ 338 h 354"/>
              <a:gd name="T22" fmla="*/ 32 w 353"/>
              <a:gd name="T23" fmla="*/ 338 h 354"/>
              <a:gd name="T24" fmla="*/ 16 w 353"/>
              <a:gd name="T25" fmla="*/ 321 h 354"/>
              <a:gd name="T26" fmla="*/ 16 w 353"/>
              <a:gd name="T27" fmla="*/ 32 h 354"/>
              <a:gd name="T28" fmla="*/ 32 w 353"/>
              <a:gd name="T29" fmla="*/ 16 h 354"/>
              <a:gd name="T30" fmla="*/ 321 w 353"/>
              <a:gd name="T31" fmla="*/ 16 h 354"/>
              <a:gd name="T32" fmla="*/ 337 w 353"/>
              <a:gd name="T33" fmla="*/ 32 h 354"/>
              <a:gd name="T34" fmla="*/ 337 w 353"/>
              <a:gd name="T35" fmla="*/ 321 h 354"/>
              <a:gd name="T36" fmla="*/ 256 w 353"/>
              <a:gd name="T37" fmla="*/ 145 h 354"/>
              <a:gd name="T38" fmla="*/ 208 w 353"/>
              <a:gd name="T39" fmla="*/ 145 h 354"/>
              <a:gd name="T40" fmla="*/ 208 w 353"/>
              <a:gd name="T41" fmla="*/ 97 h 354"/>
              <a:gd name="T42" fmla="*/ 192 w 353"/>
              <a:gd name="T43" fmla="*/ 81 h 354"/>
              <a:gd name="T44" fmla="*/ 160 w 353"/>
              <a:gd name="T45" fmla="*/ 81 h 354"/>
              <a:gd name="T46" fmla="*/ 144 w 353"/>
              <a:gd name="T47" fmla="*/ 97 h 354"/>
              <a:gd name="T48" fmla="*/ 144 w 353"/>
              <a:gd name="T49" fmla="*/ 145 h 354"/>
              <a:gd name="T50" fmla="*/ 96 w 353"/>
              <a:gd name="T51" fmla="*/ 145 h 354"/>
              <a:gd name="T52" fmla="*/ 80 w 353"/>
              <a:gd name="T53" fmla="*/ 161 h 354"/>
              <a:gd name="T54" fmla="*/ 80 w 353"/>
              <a:gd name="T55" fmla="*/ 193 h 354"/>
              <a:gd name="T56" fmla="*/ 96 w 353"/>
              <a:gd name="T57" fmla="*/ 209 h 354"/>
              <a:gd name="T58" fmla="*/ 144 w 353"/>
              <a:gd name="T59" fmla="*/ 209 h 354"/>
              <a:gd name="T60" fmla="*/ 144 w 353"/>
              <a:gd name="T61" fmla="*/ 257 h 354"/>
              <a:gd name="T62" fmla="*/ 160 w 353"/>
              <a:gd name="T63" fmla="*/ 273 h 354"/>
              <a:gd name="T64" fmla="*/ 192 w 353"/>
              <a:gd name="T65" fmla="*/ 273 h 354"/>
              <a:gd name="T66" fmla="*/ 208 w 353"/>
              <a:gd name="T67" fmla="*/ 257 h 354"/>
              <a:gd name="T68" fmla="*/ 208 w 353"/>
              <a:gd name="T69" fmla="*/ 209 h 354"/>
              <a:gd name="T70" fmla="*/ 256 w 353"/>
              <a:gd name="T71" fmla="*/ 209 h 354"/>
              <a:gd name="T72" fmla="*/ 272 w 353"/>
              <a:gd name="T73" fmla="*/ 193 h 354"/>
              <a:gd name="T74" fmla="*/ 272 w 353"/>
              <a:gd name="T75" fmla="*/ 161 h 354"/>
              <a:gd name="T76" fmla="*/ 256 w 353"/>
              <a:gd name="T77" fmla="*/ 145 h 354"/>
              <a:gd name="T78" fmla="*/ 256 w 353"/>
              <a:gd name="T79" fmla="*/ 193 h 354"/>
              <a:gd name="T80" fmla="*/ 192 w 353"/>
              <a:gd name="T81" fmla="*/ 193 h 354"/>
              <a:gd name="T82" fmla="*/ 192 w 353"/>
              <a:gd name="T83" fmla="*/ 257 h 354"/>
              <a:gd name="T84" fmla="*/ 160 w 353"/>
              <a:gd name="T85" fmla="*/ 257 h 354"/>
              <a:gd name="T86" fmla="*/ 160 w 353"/>
              <a:gd name="T87" fmla="*/ 193 h 354"/>
              <a:gd name="T88" fmla="*/ 96 w 353"/>
              <a:gd name="T89" fmla="*/ 193 h 354"/>
              <a:gd name="T90" fmla="*/ 96 w 353"/>
              <a:gd name="T91" fmla="*/ 161 h 354"/>
              <a:gd name="T92" fmla="*/ 160 w 353"/>
              <a:gd name="T93" fmla="*/ 161 h 354"/>
              <a:gd name="T94" fmla="*/ 160 w 353"/>
              <a:gd name="T95" fmla="*/ 97 h 354"/>
              <a:gd name="T96" fmla="*/ 192 w 353"/>
              <a:gd name="T97" fmla="*/ 97 h 354"/>
              <a:gd name="T98" fmla="*/ 192 w 353"/>
              <a:gd name="T99" fmla="*/ 161 h 354"/>
              <a:gd name="T100" fmla="*/ 256 w 353"/>
              <a:gd name="T101" fmla="*/ 161 h 354"/>
              <a:gd name="T102" fmla="*/ 256 w 353"/>
              <a:gd name="T103" fmla="*/ 193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353" h="354">
                <a:moveTo>
                  <a:pt x="321" y="0"/>
                </a:move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5"/>
                  <a:pt x="0" y="32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9"/>
                  <a:pt x="14" y="354"/>
                  <a:pt x="32" y="354"/>
                </a:cubicBezTo>
                <a:cubicBezTo>
                  <a:pt x="321" y="354"/>
                  <a:pt x="321" y="354"/>
                  <a:pt x="321" y="354"/>
                </a:cubicBezTo>
                <a:cubicBezTo>
                  <a:pt x="338" y="354"/>
                  <a:pt x="353" y="339"/>
                  <a:pt x="353" y="321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15"/>
                  <a:pt x="338" y="0"/>
                  <a:pt x="321" y="0"/>
                </a:cubicBezTo>
                <a:moveTo>
                  <a:pt x="337" y="321"/>
                </a:moveTo>
                <a:cubicBezTo>
                  <a:pt x="337" y="330"/>
                  <a:pt x="330" y="338"/>
                  <a:pt x="321" y="338"/>
                </a:cubicBezTo>
                <a:cubicBezTo>
                  <a:pt x="32" y="338"/>
                  <a:pt x="32" y="338"/>
                  <a:pt x="32" y="338"/>
                </a:cubicBezTo>
                <a:cubicBezTo>
                  <a:pt x="23" y="338"/>
                  <a:pt x="16" y="330"/>
                  <a:pt x="16" y="32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24"/>
                  <a:pt x="23" y="16"/>
                  <a:pt x="32" y="16"/>
                </a:cubicBezTo>
                <a:cubicBezTo>
                  <a:pt x="321" y="16"/>
                  <a:pt x="321" y="16"/>
                  <a:pt x="321" y="16"/>
                </a:cubicBezTo>
                <a:cubicBezTo>
                  <a:pt x="330" y="16"/>
                  <a:pt x="337" y="24"/>
                  <a:pt x="337" y="32"/>
                </a:cubicBezTo>
                <a:lnTo>
                  <a:pt x="337" y="321"/>
                </a:lnTo>
                <a:close/>
                <a:moveTo>
                  <a:pt x="256" y="145"/>
                </a:moveTo>
                <a:cubicBezTo>
                  <a:pt x="208" y="145"/>
                  <a:pt x="208" y="145"/>
                  <a:pt x="208" y="145"/>
                </a:cubicBezTo>
                <a:cubicBezTo>
                  <a:pt x="208" y="97"/>
                  <a:pt x="208" y="97"/>
                  <a:pt x="208" y="97"/>
                </a:cubicBezTo>
                <a:cubicBezTo>
                  <a:pt x="208" y="88"/>
                  <a:pt x="201" y="81"/>
                  <a:pt x="192" y="81"/>
                </a:cubicBezTo>
                <a:cubicBezTo>
                  <a:pt x="160" y="81"/>
                  <a:pt x="160" y="81"/>
                  <a:pt x="160" y="81"/>
                </a:cubicBezTo>
                <a:cubicBezTo>
                  <a:pt x="151" y="81"/>
                  <a:pt x="144" y="88"/>
                  <a:pt x="144" y="97"/>
                </a:cubicBezTo>
                <a:cubicBezTo>
                  <a:pt x="144" y="145"/>
                  <a:pt x="144" y="145"/>
                  <a:pt x="144" y="145"/>
                </a:cubicBezTo>
                <a:cubicBezTo>
                  <a:pt x="96" y="145"/>
                  <a:pt x="96" y="145"/>
                  <a:pt x="96" y="145"/>
                </a:cubicBezTo>
                <a:cubicBezTo>
                  <a:pt x="87" y="145"/>
                  <a:pt x="80" y="152"/>
                  <a:pt x="80" y="161"/>
                </a:cubicBezTo>
                <a:cubicBezTo>
                  <a:pt x="80" y="193"/>
                  <a:pt x="80" y="193"/>
                  <a:pt x="80" y="193"/>
                </a:cubicBezTo>
                <a:cubicBezTo>
                  <a:pt x="80" y="202"/>
                  <a:pt x="87" y="209"/>
                  <a:pt x="96" y="209"/>
                </a:cubicBezTo>
                <a:cubicBezTo>
                  <a:pt x="144" y="209"/>
                  <a:pt x="144" y="209"/>
                  <a:pt x="144" y="209"/>
                </a:cubicBezTo>
                <a:cubicBezTo>
                  <a:pt x="144" y="257"/>
                  <a:pt x="144" y="257"/>
                  <a:pt x="144" y="257"/>
                </a:cubicBezTo>
                <a:cubicBezTo>
                  <a:pt x="144" y="266"/>
                  <a:pt x="151" y="273"/>
                  <a:pt x="160" y="273"/>
                </a:cubicBezTo>
                <a:cubicBezTo>
                  <a:pt x="192" y="273"/>
                  <a:pt x="192" y="273"/>
                  <a:pt x="192" y="273"/>
                </a:cubicBezTo>
                <a:cubicBezTo>
                  <a:pt x="201" y="273"/>
                  <a:pt x="208" y="266"/>
                  <a:pt x="208" y="257"/>
                </a:cubicBezTo>
                <a:cubicBezTo>
                  <a:pt x="208" y="209"/>
                  <a:pt x="208" y="209"/>
                  <a:pt x="208" y="209"/>
                </a:cubicBezTo>
                <a:cubicBezTo>
                  <a:pt x="256" y="209"/>
                  <a:pt x="256" y="209"/>
                  <a:pt x="256" y="209"/>
                </a:cubicBezTo>
                <a:cubicBezTo>
                  <a:pt x="265" y="209"/>
                  <a:pt x="272" y="202"/>
                  <a:pt x="272" y="193"/>
                </a:cubicBezTo>
                <a:cubicBezTo>
                  <a:pt x="272" y="161"/>
                  <a:pt x="272" y="161"/>
                  <a:pt x="272" y="161"/>
                </a:cubicBezTo>
                <a:cubicBezTo>
                  <a:pt x="272" y="152"/>
                  <a:pt x="265" y="145"/>
                  <a:pt x="256" y="145"/>
                </a:cubicBezTo>
                <a:moveTo>
                  <a:pt x="256" y="193"/>
                </a:moveTo>
                <a:cubicBezTo>
                  <a:pt x="192" y="193"/>
                  <a:pt x="192" y="193"/>
                  <a:pt x="192" y="193"/>
                </a:cubicBezTo>
                <a:cubicBezTo>
                  <a:pt x="192" y="257"/>
                  <a:pt x="192" y="257"/>
                  <a:pt x="192" y="257"/>
                </a:cubicBezTo>
                <a:cubicBezTo>
                  <a:pt x="160" y="257"/>
                  <a:pt x="160" y="257"/>
                  <a:pt x="160" y="257"/>
                </a:cubicBezTo>
                <a:cubicBezTo>
                  <a:pt x="160" y="193"/>
                  <a:pt x="160" y="193"/>
                  <a:pt x="160" y="193"/>
                </a:cubicBezTo>
                <a:cubicBezTo>
                  <a:pt x="96" y="193"/>
                  <a:pt x="96" y="193"/>
                  <a:pt x="96" y="193"/>
                </a:cubicBezTo>
                <a:cubicBezTo>
                  <a:pt x="96" y="161"/>
                  <a:pt x="96" y="161"/>
                  <a:pt x="96" y="161"/>
                </a:cubicBezTo>
                <a:cubicBezTo>
                  <a:pt x="160" y="161"/>
                  <a:pt x="160" y="161"/>
                  <a:pt x="160" y="161"/>
                </a:cubicBezTo>
                <a:cubicBezTo>
                  <a:pt x="160" y="97"/>
                  <a:pt x="160" y="97"/>
                  <a:pt x="160" y="97"/>
                </a:cubicBezTo>
                <a:cubicBezTo>
                  <a:pt x="192" y="97"/>
                  <a:pt x="192" y="97"/>
                  <a:pt x="192" y="97"/>
                </a:cubicBezTo>
                <a:cubicBezTo>
                  <a:pt x="192" y="161"/>
                  <a:pt x="192" y="161"/>
                  <a:pt x="192" y="161"/>
                </a:cubicBezTo>
                <a:cubicBezTo>
                  <a:pt x="256" y="161"/>
                  <a:pt x="256" y="161"/>
                  <a:pt x="256" y="161"/>
                </a:cubicBezTo>
                <a:lnTo>
                  <a:pt x="256" y="193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4" name="Freeform 34"/>
          <p:cNvSpPr>
            <a:spLocks noEditPoints="1"/>
          </p:cNvSpPr>
          <p:nvPr/>
        </p:nvSpPr>
        <p:spPr bwMode="auto">
          <a:xfrm>
            <a:off x="10809818" y="3136900"/>
            <a:ext cx="582084" cy="584200"/>
          </a:xfrm>
          <a:custGeom>
            <a:avLst/>
            <a:gdLst>
              <a:gd name="T0" fmla="*/ 176 w 353"/>
              <a:gd name="T1" fmla="*/ 0 h 354"/>
              <a:gd name="T2" fmla="*/ 0 w 353"/>
              <a:gd name="T3" fmla="*/ 177 h 354"/>
              <a:gd name="T4" fmla="*/ 176 w 353"/>
              <a:gd name="T5" fmla="*/ 354 h 354"/>
              <a:gd name="T6" fmla="*/ 353 w 353"/>
              <a:gd name="T7" fmla="*/ 177 h 354"/>
              <a:gd name="T8" fmla="*/ 176 w 353"/>
              <a:gd name="T9" fmla="*/ 0 h 354"/>
              <a:gd name="T10" fmla="*/ 176 w 353"/>
              <a:gd name="T11" fmla="*/ 338 h 354"/>
              <a:gd name="T12" fmla="*/ 16 w 353"/>
              <a:gd name="T13" fmla="*/ 177 h 354"/>
              <a:gd name="T14" fmla="*/ 176 w 353"/>
              <a:gd name="T15" fmla="*/ 16 h 354"/>
              <a:gd name="T16" fmla="*/ 337 w 353"/>
              <a:gd name="T17" fmla="*/ 177 h 354"/>
              <a:gd name="T18" fmla="*/ 176 w 353"/>
              <a:gd name="T19" fmla="*/ 338 h 354"/>
              <a:gd name="T20" fmla="*/ 257 w 353"/>
              <a:gd name="T21" fmla="*/ 145 h 354"/>
              <a:gd name="T22" fmla="*/ 209 w 353"/>
              <a:gd name="T23" fmla="*/ 145 h 354"/>
              <a:gd name="T24" fmla="*/ 209 w 353"/>
              <a:gd name="T25" fmla="*/ 97 h 354"/>
              <a:gd name="T26" fmla="*/ 193 w 353"/>
              <a:gd name="T27" fmla="*/ 81 h 354"/>
              <a:gd name="T28" fmla="*/ 160 w 353"/>
              <a:gd name="T29" fmla="*/ 81 h 354"/>
              <a:gd name="T30" fmla="*/ 144 w 353"/>
              <a:gd name="T31" fmla="*/ 97 h 354"/>
              <a:gd name="T32" fmla="*/ 144 w 353"/>
              <a:gd name="T33" fmla="*/ 145 h 354"/>
              <a:gd name="T34" fmla="*/ 96 w 353"/>
              <a:gd name="T35" fmla="*/ 145 h 354"/>
              <a:gd name="T36" fmla="*/ 80 w 353"/>
              <a:gd name="T37" fmla="*/ 161 h 354"/>
              <a:gd name="T38" fmla="*/ 80 w 353"/>
              <a:gd name="T39" fmla="*/ 193 h 354"/>
              <a:gd name="T40" fmla="*/ 96 w 353"/>
              <a:gd name="T41" fmla="*/ 209 h 354"/>
              <a:gd name="T42" fmla="*/ 144 w 353"/>
              <a:gd name="T43" fmla="*/ 209 h 354"/>
              <a:gd name="T44" fmla="*/ 144 w 353"/>
              <a:gd name="T45" fmla="*/ 257 h 354"/>
              <a:gd name="T46" fmla="*/ 160 w 353"/>
              <a:gd name="T47" fmla="*/ 273 h 354"/>
              <a:gd name="T48" fmla="*/ 193 w 353"/>
              <a:gd name="T49" fmla="*/ 273 h 354"/>
              <a:gd name="T50" fmla="*/ 209 w 353"/>
              <a:gd name="T51" fmla="*/ 257 h 354"/>
              <a:gd name="T52" fmla="*/ 209 w 353"/>
              <a:gd name="T53" fmla="*/ 209 h 354"/>
              <a:gd name="T54" fmla="*/ 257 w 353"/>
              <a:gd name="T55" fmla="*/ 209 h 354"/>
              <a:gd name="T56" fmla="*/ 273 w 353"/>
              <a:gd name="T57" fmla="*/ 193 h 354"/>
              <a:gd name="T58" fmla="*/ 273 w 353"/>
              <a:gd name="T59" fmla="*/ 161 h 354"/>
              <a:gd name="T60" fmla="*/ 257 w 353"/>
              <a:gd name="T61" fmla="*/ 145 h 354"/>
              <a:gd name="T62" fmla="*/ 257 w 353"/>
              <a:gd name="T63" fmla="*/ 193 h 354"/>
              <a:gd name="T64" fmla="*/ 193 w 353"/>
              <a:gd name="T65" fmla="*/ 193 h 354"/>
              <a:gd name="T66" fmla="*/ 193 w 353"/>
              <a:gd name="T67" fmla="*/ 257 h 354"/>
              <a:gd name="T68" fmla="*/ 160 w 353"/>
              <a:gd name="T69" fmla="*/ 257 h 354"/>
              <a:gd name="T70" fmla="*/ 160 w 353"/>
              <a:gd name="T71" fmla="*/ 193 h 354"/>
              <a:gd name="T72" fmla="*/ 96 w 353"/>
              <a:gd name="T73" fmla="*/ 193 h 354"/>
              <a:gd name="T74" fmla="*/ 96 w 353"/>
              <a:gd name="T75" fmla="*/ 161 h 354"/>
              <a:gd name="T76" fmla="*/ 160 w 353"/>
              <a:gd name="T77" fmla="*/ 161 h 354"/>
              <a:gd name="T78" fmla="*/ 160 w 353"/>
              <a:gd name="T79" fmla="*/ 97 h 354"/>
              <a:gd name="T80" fmla="*/ 193 w 353"/>
              <a:gd name="T81" fmla="*/ 97 h 354"/>
              <a:gd name="T82" fmla="*/ 193 w 353"/>
              <a:gd name="T83" fmla="*/ 161 h 354"/>
              <a:gd name="T84" fmla="*/ 257 w 353"/>
              <a:gd name="T85" fmla="*/ 161 h 354"/>
              <a:gd name="T86" fmla="*/ 257 w 353"/>
              <a:gd name="T87" fmla="*/ 193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353" h="354">
                <a:moveTo>
                  <a:pt x="176" y="0"/>
                </a:moveTo>
                <a:cubicBezTo>
                  <a:pt x="79" y="0"/>
                  <a:pt x="0" y="79"/>
                  <a:pt x="0" y="177"/>
                </a:cubicBezTo>
                <a:cubicBezTo>
                  <a:pt x="0" y="275"/>
                  <a:pt x="79" y="354"/>
                  <a:pt x="176" y="354"/>
                </a:cubicBezTo>
                <a:cubicBezTo>
                  <a:pt x="274" y="354"/>
                  <a:pt x="353" y="275"/>
                  <a:pt x="353" y="177"/>
                </a:cubicBezTo>
                <a:cubicBezTo>
                  <a:pt x="353" y="79"/>
                  <a:pt x="274" y="0"/>
                  <a:pt x="176" y="0"/>
                </a:cubicBezTo>
                <a:moveTo>
                  <a:pt x="176" y="338"/>
                </a:moveTo>
                <a:cubicBezTo>
                  <a:pt x="88" y="338"/>
                  <a:pt x="16" y="266"/>
                  <a:pt x="16" y="177"/>
                </a:cubicBezTo>
                <a:cubicBezTo>
                  <a:pt x="16" y="88"/>
                  <a:pt x="88" y="16"/>
                  <a:pt x="176" y="16"/>
                </a:cubicBezTo>
                <a:cubicBezTo>
                  <a:pt x="265" y="16"/>
                  <a:pt x="337" y="88"/>
                  <a:pt x="337" y="177"/>
                </a:cubicBezTo>
                <a:cubicBezTo>
                  <a:pt x="337" y="266"/>
                  <a:pt x="265" y="338"/>
                  <a:pt x="176" y="338"/>
                </a:cubicBezTo>
                <a:moveTo>
                  <a:pt x="257" y="145"/>
                </a:moveTo>
                <a:cubicBezTo>
                  <a:pt x="209" y="145"/>
                  <a:pt x="209" y="145"/>
                  <a:pt x="209" y="145"/>
                </a:cubicBezTo>
                <a:cubicBezTo>
                  <a:pt x="209" y="97"/>
                  <a:pt x="209" y="97"/>
                  <a:pt x="209" y="97"/>
                </a:cubicBezTo>
                <a:cubicBezTo>
                  <a:pt x="209" y="88"/>
                  <a:pt x="201" y="81"/>
                  <a:pt x="193" y="81"/>
                </a:cubicBezTo>
                <a:cubicBezTo>
                  <a:pt x="160" y="81"/>
                  <a:pt x="160" y="81"/>
                  <a:pt x="160" y="81"/>
                </a:cubicBezTo>
                <a:cubicBezTo>
                  <a:pt x="152" y="81"/>
                  <a:pt x="144" y="88"/>
                  <a:pt x="144" y="97"/>
                </a:cubicBezTo>
                <a:cubicBezTo>
                  <a:pt x="144" y="145"/>
                  <a:pt x="144" y="145"/>
                  <a:pt x="144" y="145"/>
                </a:cubicBezTo>
                <a:cubicBezTo>
                  <a:pt x="96" y="145"/>
                  <a:pt x="96" y="145"/>
                  <a:pt x="96" y="145"/>
                </a:cubicBezTo>
                <a:cubicBezTo>
                  <a:pt x="87" y="145"/>
                  <a:pt x="80" y="152"/>
                  <a:pt x="80" y="161"/>
                </a:cubicBezTo>
                <a:cubicBezTo>
                  <a:pt x="80" y="193"/>
                  <a:pt x="80" y="193"/>
                  <a:pt x="80" y="193"/>
                </a:cubicBezTo>
                <a:cubicBezTo>
                  <a:pt x="80" y="202"/>
                  <a:pt x="87" y="209"/>
                  <a:pt x="96" y="209"/>
                </a:cubicBezTo>
                <a:cubicBezTo>
                  <a:pt x="144" y="209"/>
                  <a:pt x="144" y="209"/>
                  <a:pt x="144" y="209"/>
                </a:cubicBezTo>
                <a:cubicBezTo>
                  <a:pt x="144" y="257"/>
                  <a:pt x="144" y="257"/>
                  <a:pt x="144" y="257"/>
                </a:cubicBezTo>
                <a:cubicBezTo>
                  <a:pt x="144" y="266"/>
                  <a:pt x="152" y="273"/>
                  <a:pt x="160" y="273"/>
                </a:cubicBezTo>
                <a:cubicBezTo>
                  <a:pt x="193" y="273"/>
                  <a:pt x="193" y="273"/>
                  <a:pt x="193" y="273"/>
                </a:cubicBezTo>
                <a:cubicBezTo>
                  <a:pt x="201" y="273"/>
                  <a:pt x="209" y="266"/>
                  <a:pt x="209" y="257"/>
                </a:cubicBezTo>
                <a:cubicBezTo>
                  <a:pt x="209" y="209"/>
                  <a:pt x="209" y="209"/>
                  <a:pt x="209" y="209"/>
                </a:cubicBezTo>
                <a:cubicBezTo>
                  <a:pt x="257" y="209"/>
                  <a:pt x="257" y="209"/>
                  <a:pt x="257" y="209"/>
                </a:cubicBezTo>
                <a:cubicBezTo>
                  <a:pt x="266" y="209"/>
                  <a:pt x="273" y="202"/>
                  <a:pt x="273" y="193"/>
                </a:cubicBezTo>
                <a:cubicBezTo>
                  <a:pt x="273" y="161"/>
                  <a:pt x="273" y="161"/>
                  <a:pt x="273" y="161"/>
                </a:cubicBezTo>
                <a:cubicBezTo>
                  <a:pt x="273" y="152"/>
                  <a:pt x="266" y="145"/>
                  <a:pt x="257" y="145"/>
                </a:cubicBezTo>
                <a:moveTo>
                  <a:pt x="257" y="193"/>
                </a:moveTo>
                <a:cubicBezTo>
                  <a:pt x="193" y="193"/>
                  <a:pt x="193" y="193"/>
                  <a:pt x="193" y="193"/>
                </a:cubicBezTo>
                <a:cubicBezTo>
                  <a:pt x="193" y="257"/>
                  <a:pt x="193" y="257"/>
                  <a:pt x="193" y="257"/>
                </a:cubicBezTo>
                <a:cubicBezTo>
                  <a:pt x="160" y="257"/>
                  <a:pt x="160" y="257"/>
                  <a:pt x="160" y="257"/>
                </a:cubicBezTo>
                <a:cubicBezTo>
                  <a:pt x="160" y="193"/>
                  <a:pt x="160" y="193"/>
                  <a:pt x="160" y="193"/>
                </a:cubicBezTo>
                <a:cubicBezTo>
                  <a:pt x="96" y="193"/>
                  <a:pt x="96" y="193"/>
                  <a:pt x="96" y="193"/>
                </a:cubicBezTo>
                <a:cubicBezTo>
                  <a:pt x="96" y="161"/>
                  <a:pt x="96" y="161"/>
                  <a:pt x="96" y="161"/>
                </a:cubicBezTo>
                <a:cubicBezTo>
                  <a:pt x="160" y="161"/>
                  <a:pt x="160" y="161"/>
                  <a:pt x="160" y="161"/>
                </a:cubicBezTo>
                <a:cubicBezTo>
                  <a:pt x="160" y="97"/>
                  <a:pt x="160" y="97"/>
                  <a:pt x="160" y="97"/>
                </a:cubicBezTo>
                <a:cubicBezTo>
                  <a:pt x="193" y="97"/>
                  <a:pt x="193" y="97"/>
                  <a:pt x="193" y="97"/>
                </a:cubicBezTo>
                <a:cubicBezTo>
                  <a:pt x="193" y="161"/>
                  <a:pt x="193" y="161"/>
                  <a:pt x="193" y="161"/>
                </a:cubicBezTo>
                <a:cubicBezTo>
                  <a:pt x="257" y="161"/>
                  <a:pt x="257" y="161"/>
                  <a:pt x="257" y="161"/>
                </a:cubicBezTo>
                <a:lnTo>
                  <a:pt x="257" y="193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5" name="Freeform 35"/>
          <p:cNvSpPr>
            <a:spLocks noEditPoints="1"/>
          </p:cNvSpPr>
          <p:nvPr/>
        </p:nvSpPr>
        <p:spPr bwMode="auto">
          <a:xfrm>
            <a:off x="802218" y="4436533"/>
            <a:ext cx="582084" cy="211667"/>
          </a:xfrm>
          <a:custGeom>
            <a:avLst/>
            <a:gdLst>
              <a:gd name="T0" fmla="*/ 289 w 353"/>
              <a:gd name="T1" fmla="*/ 0 h 129"/>
              <a:gd name="T2" fmla="*/ 64 w 353"/>
              <a:gd name="T3" fmla="*/ 0 h 129"/>
              <a:gd name="T4" fmla="*/ 0 w 353"/>
              <a:gd name="T5" fmla="*/ 64 h 129"/>
              <a:gd name="T6" fmla="*/ 64 w 353"/>
              <a:gd name="T7" fmla="*/ 129 h 129"/>
              <a:gd name="T8" fmla="*/ 289 w 353"/>
              <a:gd name="T9" fmla="*/ 129 h 129"/>
              <a:gd name="T10" fmla="*/ 353 w 353"/>
              <a:gd name="T11" fmla="*/ 64 h 129"/>
              <a:gd name="T12" fmla="*/ 289 w 353"/>
              <a:gd name="T13" fmla="*/ 0 h 129"/>
              <a:gd name="T14" fmla="*/ 64 w 353"/>
              <a:gd name="T15" fmla="*/ 64 h 129"/>
              <a:gd name="T16" fmla="*/ 48 w 353"/>
              <a:gd name="T17" fmla="*/ 48 h 129"/>
              <a:gd name="T18" fmla="*/ 64 w 353"/>
              <a:gd name="T19" fmla="*/ 32 h 129"/>
              <a:gd name="T20" fmla="*/ 80 w 353"/>
              <a:gd name="T21" fmla="*/ 48 h 129"/>
              <a:gd name="T22" fmla="*/ 64 w 353"/>
              <a:gd name="T23" fmla="*/ 64 h 129"/>
              <a:gd name="T24" fmla="*/ 104 w 353"/>
              <a:gd name="T25" fmla="*/ 80 h 129"/>
              <a:gd name="T26" fmla="*/ 96 w 353"/>
              <a:gd name="T27" fmla="*/ 72 h 129"/>
              <a:gd name="T28" fmla="*/ 104 w 353"/>
              <a:gd name="T29" fmla="*/ 64 h 129"/>
              <a:gd name="T30" fmla="*/ 112 w 353"/>
              <a:gd name="T31" fmla="*/ 72 h 129"/>
              <a:gd name="T32" fmla="*/ 104 w 353"/>
              <a:gd name="T33" fmla="*/ 80 h 129"/>
              <a:gd name="T34" fmla="*/ 289 w 353"/>
              <a:gd name="T35" fmla="*/ 112 h 129"/>
              <a:gd name="T36" fmla="*/ 185 w 353"/>
              <a:gd name="T37" fmla="*/ 112 h 129"/>
              <a:gd name="T38" fmla="*/ 185 w 353"/>
              <a:gd name="T39" fmla="*/ 16 h 129"/>
              <a:gd name="T40" fmla="*/ 289 w 353"/>
              <a:gd name="T41" fmla="*/ 16 h 129"/>
              <a:gd name="T42" fmla="*/ 337 w 353"/>
              <a:gd name="T43" fmla="*/ 64 h 129"/>
              <a:gd name="T44" fmla="*/ 289 w 353"/>
              <a:gd name="T45" fmla="*/ 112 h 1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353" h="129">
                <a:moveTo>
                  <a:pt x="289" y="0"/>
                </a:moveTo>
                <a:cubicBezTo>
                  <a:pt x="64" y="0"/>
                  <a:pt x="64" y="0"/>
                  <a:pt x="64" y="0"/>
                </a:cubicBezTo>
                <a:cubicBezTo>
                  <a:pt x="29" y="0"/>
                  <a:pt x="0" y="29"/>
                  <a:pt x="0" y="64"/>
                </a:cubicBezTo>
                <a:cubicBezTo>
                  <a:pt x="0" y="100"/>
                  <a:pt x="29" y="129"/>
                  <a:pt x="64" y="129"/>
                </a:cubicBezTo>
                <a:cubicBezTo>
                  <a:pt x="289" y="129"/>
                  <a:pt x="289" y="129"/>
                  <a:pt x="289" y="129"/>
                </a:cubicBezTo>
                <a:cubicBezTo>
                  <a:pt x="324" y="129"/>
                  <a:pt x="353" y="100"/>
                  <a:pt x="353" y="64"/>
                </a:cubicBezTo>
                <a:cubicBezTo>
                  <a:pt x="353" y="29"/>
                  <a:pt x="324" y="0"/>
                  <a:pt x="289" y="0"/>
                </a:cubicBezTo>
                <a:moveTo>
                  <a:pt x="64" y="64"/>
                </a:moveTo>
                <a:cubicBezTo>
                  <a:pt x="55" y="64"/>
                  <a:pt x="48" y="57"/>
                  <a:pt x="48" y="48"/>
                </a:cubicBezTo>
                <a:cubicBezTo>
                  <a:pt x="48" y="39"/>
                  <a:pt x="55" y="32"/>
                  <a:pt x="64" y="32"/>
                </a:cubicBezTo>
                <a:cubicBezTo>
                  <a:pt x="73" y="32"/>
                  <a:pt x="80" y="39"/>
                  <a:pt x="80" y="48"/>
                </a:cubicBezTo>
                <a:cubicBezTo>
                  <a:pt x="80" y="57"/>
                  <a:pt x="73" y="64"/>
                  <a:pt x="64" y="64"/>
                </a:cubicBezTo>
                <a:moveTo>
                  <a:pt x="104" y="80"/>
                </a:moveTo>
                <a:cubicBezTo>
                  <a:pt x="100" y="80"/>
                  <a:pt x="96" y="77"/>
                  <a:pt x="96" y="72"/>
                </a:cubicBezTo>
                <a:cubicBezTo>
                  <a:pt x="96" y="68"/>
                  <a:pt x="100" y="64"/>
                  <a:pt x="104" y="64"/>
                </a:cubicBezTo>
                <a:cubicBezTo>
                  <a:pt x="109" y="64"/>
                  <a:pt x="112" y="68"/>
                  <a:pt x="112" y="72"/>
                </a:cubicBezTo>
                <a:cubicBezTo>
                  <a:pt x="112" y="77"/>
                  <a:pt x="109" y="80"/>
                  <a:pt x="104" y="80"/>
                </a:cubicBezTo>
                <a:moveTo>
                  <a:pt x="289" y="112"/>
                </a:moveTo>
                <a:cubicBezTo>
                  <a:pt x="185" y="112"/>
                  <a:pt x="185" y="112"/>
                  <a:pt x="185" y="112"/>
                </a:cubicBezTo>
                <a:cubicBezTo>
                  <a:pt x="185" y="16"/>
                  <a:pt x="185" y="16"/>
                  <a:pt x="185" y="16"/>
                </a:cubicBezTo>
                <a:cubicBezTo>
                  <a:pt x="289" y="16"/>
                  <a:pt x="289" y="16"/>
                  <a:pt x="289" y="16"/>
                </a:cubicBezTo>
                <a:cubicBezTo>
                  <a:pt x="315" y="16"/>
                  <a:pt x="337" y="38"/>
                  <a:pt x="337" y="64"/>
                </a:cubicBezTo>
                <a:cubicBezTo>
                  <a:pt x="337" y="91"/>
                  <a:pt x="315" y="112"/>
                  <a:pt x="289" y="112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6" name="Freeform 36"/>
          <p:cNvSpPr>
            <a:spLocks noEditPoints="1"/>
          </p:cNvSpPr>
          <p:nvPr/>
        </p:nvSpPr>
        <p:spPr bwMode="auto">
          <a:xfrm>
            <a:off x="1991784" y="4250267"/>
            <a:ext cx="425451" cy="582084"/>
          </a:xfrm>
          <a:custGeom>
            <a:avLst/>
            <a:gdLst>
              <a:gd name="T0" fmla="*/ 209 w 257"/>
              <a:gd name="T1" fmla="*/ 96 h 353"/>
              <a:gd name="T2" fmla="*/ 193 w 257"/>
              <a:gd name="T3" fmla="*/ 96 h 353"/>
              <a:gd name="T4" fmla="*/ 193 w 257"/>
              <a:gd name="T5" fmla="*/ 80 h 353"/>
              <a:gd name="T6" fmla="*/ 193 w 257"/>
              <a:gd name="T7" fmla="*/ 16 h 353"/>
              <a:gd name="T8" fmla="*/ 177 w 257"/>
              <a:gd name="T9" fmla="*/ 0 h 353"/>
              <a:gd name="T10" fmla="*/ 81 w 257"/>
              <a:gd name="T11" fmla="*/ 0 h 353"/>
              <a:gd name="T12" fmla="*/ 65 w 257"/>
              <a:gd name="T13" fmla="*/ 16 h 353"/>
              <a:gd name="T14" fmla="*/ 65 w 257"/>
              <a:gd name="T15" fmla="*/ 80 h 353"/>
              <a:gd name="T16" fmla="*/ 65 w 257"/>
              <a:gd name="T17" fmla="*/ 96 h 353"/>
              <a:gd name="T18" fmla="*/ 49 w 257"/>
              <a:gd name="T19" fmla="*/ 96 h 353"/>
              <a:gd name="T20" fmla="*/ 0 w 257"/>
              <a:gd name="T21" fmla="*/ 144 h 353"/>
              <a:gd name="T22" fmla="*/ 0 w 257"/>
              <a:gd name="T23" fmla="*/ 305 h 353"/>
              <a:gd name="T24" fmla="*/ 49 w 257"/>
              <a:gd name="T25" fmla="*/ 353 h 353"/>
              <a:gd name="T26" fmla="*/ 209 w 257"/>
              <a:gd name="T27" fmla="*/ 353 h 353"/>
              <a:gd name="T28" fmla="*/ 257 w 257"/>
              <a:gd name="T29" fmla="*/ 305 h 353"/>
              <a:gd name="T30" fmla="*/ 257 w 257"/>
              <a:gd name="T31" fmla="*/ 144 h 353"/>
              <a:gd name="T32" fmla="*/ 209 w 257"/>
              <a:gd name="T33" fmla="*/ 96 h 353"/>
              <a:gd name="T34" fmla="*/ 81 w 257"/>
              <a:gd name="T35" fmla="*/ 16 h 353"/>
              <a:gd name="T36" fmla="*/ 177 w 257"/>
              <a:gd name="T37" fmla="*/ 16 h 353"/>
              <a:gd name="T38" fmla="*/ 177 w 257"/>
              <a:gd name="T39" fmla="*/ 32 h 353"/>
              <a:gd name="T40" fmla="*/ 81 w 257"/>
              <a:gd name="T41" fmla="*/ 32 h 353"/>
              <a:gd name="T42" fmla="*/ 81 w 257"/>
              <a:gd name="T43" fmla="*/ 16 h 353"/>
              <a:gd name="T44" fmla="*/ 81 w 257"/>
              <a:gd name="T45" fmla="*/ 48 h 353"/>
              <a:gd name="T46" fmla="*/ 177 w 257"/>
              <a:gd name="T47" fmla="*/ 48 h 353"/>
              <a:gd name="T48" fmla="*/ 177 w 257"/>
              <a:gd name="T49" fmla="*/ 80 h 353"/>
              <a:gd name="T50" fmla="*/ 81 w 257"/>
              <a:gd name="T51" fmla="*/ 80 h 353"/>
              <a:gd name="T52" fmla="*/ 81 w 257"/>
              <a:gd name="T53" fmla="*/ 48 h 353"/>
              <a:gd name="T54" fmla="*/ 209 w 257"/>
              <a:gd name="T55" fmla="*/ 337 h 353"/>
              <a:gd name="T56" fmla="*/ 49 w 257"/>
              <a:gd name="T57" fmla="*/ 337 h 353"/>
              <a:gd name="T58" fmla="*/ 16 w 257"/>
              <a:gd name="T59" fmla="*/ 305 h 353"/>
              <a:gd name="T60" fmla="*/ 241 w 257"/>
              <a:gd name="T61" fmla="*/ 305 h 353"/>
              <a:gd name="T62" fmla="*/ 209 w 257"/>
              <a:gd name="T63" fmla="*/ 337 h 353"/>
              <a:gd name="T64" fmla="*/ 177 w 257"/>
              <a:gd name="T65" fmla="*/ 208 h 353"/>
              <a:gd name="T66" fmla="*/ 177 w 257"/>
              <a:gd name="T67" fmla="*/ 241 h 353"/>
              <a:gd name="T68" fmla="*/ 145 w 257"/>
              <a:gd name="T69" fmla="*/ 241 h 353"/>
              <a:gd name="T70" fmla="*/ 145 w 257"/>
              <a:gd name="T71" fmla="*/ 273 h 353"/>
              <a:gd name="T72" fmla="*/ 113 w 257"/>
              <a:gd name="T73" fmla="*/ 273 h 353"/>
              <a:gd name="T74" fmla="*/ 113 w 257"/>
              <a:gd name="T75" fmla="*/ 241 h 353"/>
              <a:gd name="T76" fmla="*/ 81 w 257"/>
              <a:gd name="T77" fmla="*/ 241 h 353"/>
              <a:gd name="T78" fmla="*/ 81 w 257"/>
              <a:gd name="T79" fmla="*/ 208 h 353"/>
              <a:gd name="T80" fmla="*/ 113 w 257"/>
              <a:gd name="T81" fmla="*/ 208 h 353"/>
              <a:gd name="T82" fmla="*/ 113 w 257"/>
              <a:gd name="T83" fmla="*/ 176 h 353"/>
              <a:gd name="T84" fmla="*/ 145 w 257"/>
              <a:gd name="T85" fmla="*/ 176 h 353"/>
              <a:gd name="T86" fmla="*/ 145 w 257"/>
              <a:gd name="T87" fmla="*/ 208 h 353"/>
              <a:gd name="T88" fmla="*/ 177 w 257"/>
              <a:gd name="T89" fmla="*/ 208 h 353"/>
              <a:gd name="T90" fmla="*/ 16 w 257"/>
              <a:gd name="T91" fmla="*/ 144 h 353"/>
              <a:gd name="T92" fmla="*/ 49 w 257"/>
              <a:gd name="T93" fmla="*/ 112 h 353"/>
              <a:gd name="T94" fmla="*/ 209 w 257"/>
              <a:gd name="T95" fmla="*/ 112 h 353"/>
              <a:gd name="T96" fmla="*/ 241 w 257"/>
              <a:gd name="T97" fmla="*/ 144 h 353"/>
              <a:gd name="T98" fmla="*/ 16 w 257"/>
              <a:gd name="T99" fmla="*/ 144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257" h="353">
                <a:moveTo>
                  <a:pt x="209" y="96"/>
                </a:moveTo>
                <a:cubicBezTo>
                  <a:pt x="193" y="96"/>
                  <a:pt x="193" y="96"/>
                  <a:pt x="193" y="96"/>
                </a:cubicBezTo>
                <a:cubicBezTo>
                  <a:pt x="193" y="80"/>
                  <a:pt x="193" y="80"/>
                  <a:pt x="193" y="80"/>
                </a:cubicBezTo>
                <a:cubicBezTo>
                  <a:pt x="193" y="16"/>
                  <a:pt x="193" y="16"/>
                  <a:pt x="193" y="16"/>
                </a:cubicBezTo>
                <a:cubicBezTo>
                  <a:pt x="193" y="7"/>
                  <a:pt x="186" y="0"/>
                  <a:pt x="177" y="0"/>
                </a:cubicBezTo>
                <a:cubicBezTo>
                  <a:pt x="81" y="0"/>
                  <a:pt x="81" y="0"/>
                  <a:pt x="81" y="0"/>
                </a:cubicBezTo>
                <a:cubicBezTo>
                  <a:pt x="72" y="0"/>
                  <a:pt x="65" y="7"/>
                  <a:pt x="65" y="16"/>
                </a:cubicBezTo>
                <a:cubicBezTo>
                  <a:pt x="65" y="80"/>
                  <a:pt x="65" y="80"/>
                  <a:pt x="65" y="80"/>
                </a:cubicBezTo>
                <a:cubicBezTo>
                  <a:pt x="65" y="96"/>
                  <a:pt x="65" y="96"/>
                  <a:pt x="65" y="96"/>
                </a:cubicBezTo>
                <a:cubicBezTo>
                  <a:pt x="49" y="96"/>
                  <a:pt x="49" y="96"/>
                  <a:pt x="49" y="96"/>
                </a:cubicBezTo>
                <a:cubicBezTo>
                  <a:pt x="22" y="96"/>
                  <a:pt x="0" y="118"/>
                  <a:pt x="0" y="144"/>
                </a:cubicBezTo>
                <a:cubicBezTo>
                  <a:pt x="0" y="305"/>
                  <a:pt x="0" y="305"/>
                  <a:pt x="0" y="305"/>
                </a:cubicBezTo>
                <a:cubicBezTo>
                  <a:pt x="0" y="331"/>
                  <a:pt x="22" y="353"/>
                  <a:pt x="49" y="353"/>
                </a:cubicBezTo>
                <a:cubicBezTo>
                  <a:pt x="209" y="353"/>
                  <a:pt x="209" y="353"/>
                  <a:pt x="209" y="353"/>
                </a:cubicBezTo>
                <a:cubicBezTo>
                  <a:pt x="236" y="353"/>
                  <a:pt x="257" y="331"/>
                  <a:pt x="257" y="305"/>
                </a:cubicBezTo>
                <a:cubicBezTo>
                  <a:pt x="257" y="144"/>
                  <a:pt x="257" y="144"/>
                  <a:pt x="257" y="144"/>
                </a:cubicBezTo>
                <a:cubicBezTo>
                  <a:pt x="257" y="118"/>
                  <a:pt x="236" y="96"/>
                  <a:pt x="209" y="96"/>
                </a:cubicBezTo>
                <a:moveTo>
                  <a:pt x="81" y="16"/>
                </a:moveTo>
                <a:cubicBezTo>
                  <a:pt x="177" y="16"/>
                  <a:pt x="177" y="16"/>
                  <a:pt x="177" y="16"/>
                </a:cubicBezTo>
                <a:cubicBezTo>
                  <a:pt x="177" y="32"/>
                  <a:pt x="177" y="32"/>
                  <a:pt x="177" y="32"/>
                </a:cubicBezTo>
                <a:cubicBezTo>
                  <a:pt x="81" y="32"/>
                  <a:pt x="81" y="32"/>
                  <a:pt x="81" y="32"/>
                </a:cubicBezTo>
                <a:lnTo>
                  <a:pt x="81" y="16"/>
                </a:lnTo>
                <a:close/>
                <a:moveTo>
                  <a:pt x="81" y="48"/>
                </a:moveTo>
                <a:cubicBezTo>
                  <a:pt x="177" y="48"/>
                  <a:pt x="177" y="48"/>
                  <a:pt x="177" y="48"/>
                </a:cubicBezTo>
                <a:cubicBezTo>
                  <a:pt x="177" y="80"/>
                  <a:pt x="177" y="80"/>
                  <a:pt x="177" y="80"/>
                </a:cubicBezTo>
                <a:cubicBezTo>
                  <a:pt x="81" y="80"/>
                  <a:pt x="81" y="80"/>
                  <a:pt x="81" y="80"/>
                </a:cubicBezTo>
                <a:lnTo>
                  <a:pt x="81" y="48"/>
                </a:lnTo>
                <a:close/>
                <a:moveTo>
                  <a:pt x="209" y="337"/>
                </a:moveTo>
                <a:cubicBezTo>
                  <a:pt x="49" y="337"/>
                  <a:pt x="49" y="337"/>
                  <a:pt x="49" y="337"/>
                </a:cubicBezTo>
                <a:cubicBezTo>
                  <a:pt x="31" y="337"/>
                  <a:pt x="16" y="322"/>
                  <a:pt x="16" y="305"/>
                </a:cubicBezTo>
                <a:cubicBezTo>
                  <a:pt x="241" y="305"/>
                  <a:pt x="241" y="305"/>
                  <a:pt x="241" y="305"/>
                </a:cubicBezTo>
                <a:cubicBezTo>
                  <a:pt x="241" y="322"/>
                  <a:pt x="227" y="337"/>
                  <a:pt x="209" y="337"/>
                </a:cubicBezTo>
                <a:moveTo>
                  <a:pt x="177" y="208"/>
                </a:moveTo>
                <a:cubicBezTo>
                  <a:pt x="177" y="241"/>
                  <a:pt x="177" y="241"/>
                  <a:pt x="177" y="241"/>
                </a:cubicBezTo>
                <a:cubicBezTo>
                  <a:pt x="145" y="241"/>
                  <a:pt x="145" y="241"/>
                  <a:pt x="145" y="241"/>
                </a:cubicBezTo>
                <a:cubicBezTo>
                  <a:pt x="145" y="273"/>
                  <a:pt x="145" y="273"/>
                  <a:pt x="145" y="273"/>
                </a:cubicBezTo>
                <a:cubicBezTo>
                  <a:pt x="113" y="273"/>
                  <a:pt x="113" y="273"/>
                  <a:pt x="113" y="273"/>
                </a:cubicBezTo>
                <a:cubicBezTo>
                  <a:pt x="113" y="241"/>
                  <a:pt x="113" y="241"/>
                  <a:pt x="113" y="241"/>
                </a:cubicBezTo>
                <a:cubicBezTo>
                  <a:pt x="81" y="241"/>
                  <a:pt x="81" y="241"/>
                  <a:pt x="81" y="241"/>
                </a:cubicBezTo>
                <a:cubicBezTo>
                  <a:pt x="81" y="208"/>
                  <a:pt x="81" y="208"/>
                  <a:pt x="81" y="208"/>
                </a:cubicBezTo>
                <a:cubicBezTo>
                  <a:pt x="113" y="208"/>
                  <a:pt x="113" y="208"/>
                  <a:pt x="113" y="208"/>
                </a:cubicBezTo>
                <a:cubicBezTo>
                  <a:pt x="113" y="176"/>
                  <a:pt x="113" y="176"/>
                  <a:pt x="113" y="176"/>
                </a:cubicBezTo>
                <a:cubicBezTo>
                  <a:pt x="145" y="176"/>
                  <a:pt x="145" y="176"/>
                  <a:pt x="145" y="176"/>
                </a:cubicBezTo>
                <a:cubicBezTo>
                  <a:pt x="145" y="208"/>
                  <a:pt x="145" y="208"/>
                  <a:pt x="145" y="208"/>
                </a:cubicBezTo>
                <a:lnTo>
                  <a:pt x="177" y="208"/>
                </a:lnTo>
                <a:close/>
                <a:moveTo>
                  <a:pt x="16" y="144"/>
                </a:moveTo>
                <a:cubicBezTo>
                  <a:pt x="16" y="126"/>
                  <a:pt x="31" y="112"/>
                  <a:pt x="49" y="112"/>
                </a:cubicBezTo>
                <a:cubicBezTo>
                  <a:pt x="209" y="112"/>
                  <a:pt x="209" y="112"/>
                  <a:pt x="209" y="112"/>
                </a:cubicBezTo>
                <a:cubicBezTo>
                  <a:pt x="227" y="112"/>
                  <a:pt x="241" y="126"/>
                  <a:pt x="241" y="144"/>
                </a:cubicBezTo>
                <a:lnTo>
                  <a:pt x="16" y="144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7" name="Freeform 37"/>
          <p:cNvSpPr>
            <a:spLocks noEditPoints="1"/>
          </p:cNvSpPr>
          <p:nvPr/>
        </p:nvSpPr>
        <p:spPr bwMode="auto">
          <a:xfrm>
            <a:off x="3026834" y="4250267"/>
            <a:ext cx="582084" cy="582084"/>
          </a:xfrm>
          <a:custGeom>
            <a:avLst/>
            <a:gdLst>
              <a:gd name="T0" fmla="*/ 337 w 353"/>
              <a:gd name="T1" fmla="*/ 16 h 353"/>
              <a:gd name="T2" fmla="*/ 192 w 353"/>
              <a:gd name="T3" fmla="*/ 16 h 353"/>
              <a:gd name="T4" fmla="*/ 176 w 353"/>
              <a:gd name="T5" fmla="*/ 0 h 353"/>
              <a:gd name="T6" fmla="*/ 160 w 353"/>
              <a:gd name="T7" fmla="*/ 16 h 353"/>
              <a:gd name="T8" fmla="*/ 16 w 353"/>
              <a:gd name="T9" fmla="*/ 16 h 353"/>
              <a:gd name="T10" fmla="*/ 0 w 353"/>
              <a:gd name="T11" fmla="*/ 32 h 353"/>
              <a:gd name="T12" fmla="*/ 0 w 353"/>
              <a:gd name="T13" fmla="*/ 48 h 353"/>
              <a:gd name="T14" fmla="*/ 16 w 353"/>
              <a:gd name="T15" fmla="*/ 64 h 353"/>
              <a:gd name="T16" fmla="*/ 16 w 353"/>
              <a:gd name="T17" fmla="*/ 257 h 353"/>
              <a:gd name="T18" fmla="*/ 32 w 353"/>
              <a:gd name="T19" fmla="*/ 273 h 353"/>
              <a:gd name="T20" fmla="*/ 168 w 353"/>
              <a:gd name="T21" fmla="*/ 273 h 353"/>
              <a:gd name="T22" fmla="*/ 168 w 353"/>
              <a:gd name="T23" fmla="*/ 293 h 353"/>
              <a:gd name="T24" fmla="*/ 122 w 353"/>
              <a:gd name="T25" fmla="*/ 339 h 353"/>
              <a:gd name="T26" fmla="*/ 120 w 353"/>
              <a:gd name="T27" fmla="*/ 345 h 353"/>
              <a:gd name="T28" fmla="*/ 128 w 353"/>
              <a:gd name="T29" fmla="*/ 353 h 353"/>
              <a:gd name="T30" fmla="*/ 134 w 353"/>
              <a:gd name="T31" fmla="*/ 351 h 353"/>
              <a:gd name="T32" fmla="*/ 176 w 353"/>
              <a:gd name="T33" fmla="*/ 308 h 353"/>
              <a:gd name="T34" fmla="*/ 219 w 353"/>
              <a:gd name="T35" fmla="*/ 351 h 353"/>
              <a:gd name="T36" fmla="*/ 224 w 353"/>
              <a:gd name="T37" fmla="*/ 353 h 353"/>
              <a:gd name="T38" fmla="*/ 232 w 353"/>
              <a:gd name="T39" fmla="*/ 345 h 353"/>
              <a:gd name="T40" fmla="*/ 230 w 353"/>
              <a:gd name="T41" fmla="*/ 339 h 353"/>
              <a:gd name="T42" fmla="*/ 184 w 353"/>
              <a:gd name="T43" fmla="*/ 293 h 353"/>
              <a:gd name="T44" fmla="*/ 184 w 353"/>
              <a:gd name="T45" fmla="*/ 273 h 353"/>
              <a:gd name="T46" fmla="*/ 321 w 353"/>
              <a:gd name="T47" fmla="*/ 273 h 353"/>
              <a:gd name="T48" fmla="*/ 337 w 353"/>
              <a:gd name="T49" fmla="*/ 257 h 353"/>
              <a:gd name="T50" fmla="*/ 337 w 353"/>
              <a:gd name="T51" fmla="*/ 64 h 353"/>
              <a:gd name="T52" fmla="*/ 353 w 353"/>
              <a:gd name="T53" fmla="*/ 48 h 353"/>
              <a:gd name="T54" fmla="*/ 353 w 353"/>
              <a:gd name="T55" fmla="*/ 32 h 353"/>
              <a:gd name="T56" fmla="*/ 337 w 353"/>
              <a:gd name="T57" fmla="*/ 16 h 353"/>
              <a:gd name="T58" fmla="*/ 321 w 353"/>
              <a:gd name="T59" fmla="*/ 257 h 353"/>
              <a:gd name="T60" fmla="*/ 32 w 353"/>
              <a:gd name="T61" fmla="*/ 257 h 353"/>
              <a:gd name="T62" fmla="*/ 32 w 353"/>
              <a:gd name="T63" fmla="*/ 64 h 353"/>
              <a:gd name="T64" fmla="*/ 321 w 353"/>
              <a:gd name="T65" fmla="*/ 64 h 353"/>
              <a:gd name="T66" fmla="*/ 321 w 353"/>
              <a:gd name="T67" fmla="*/ 257 h 353"/>
              <a:gd name="T68" fmla="*/ 337 w 353"/>
              <a:gd name="T69" fmla="*/ 48 h 353"/>
              <a:gd name="T70" fmla="*/ 16 w 353"/>
              <a:gd name="T71" fmla="*/ 48 h 353"/>
              <a:gd name="T72" fmla="*/ 16 w 353"/>
              <a:gd name="T73" fmla="*/ 32 h 353"/>
              <a:gd name="T74" fmla="*/ 337 w 353"/>
              <a:gd name="T75" fmla="*/ 32 h 353"/>
              <a:gd name="T76" fmla="*/ 337 w 353"/>
              <a:gd name="T77" fmla="*/ 48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353" h="353">
                <a:moveTo>
                  <a:pt x="337" y="16"/>
                </a:moveTo>
                <a:cubicBezTo>
                  <a:pt x="192" y="16"/>
                  <a:pt x="192" y="16"/>
                  <a:pt x="192" y="16"/>
                </a:cubicBezTo>
                <a:cubicBezTo>
                  <a:pt x="192" y="7"/>
                  <a:pt x="185" y="0"/>
                  <a:pt x="176" y="0"/>
                </a:cubicBezTo>
                <a:cubicBezTo>
                  <a:pt x="167" y="0"/>
                  <a:pt x="160" y="7"/>
                  <a:pt x="160" y="16"/>
                </a:cubicBezTo>
                <a:cubicBezTo>
                  <a:pt x="16" y="16"/>
                  <a:pt x="16" y="16"/>
                  <a:pt x="16" y="16"/>
                </a:cubicBezTo>
                <a:cubicBezTo>
                  <a:pt x="7" y="16"/>
                  <a:pt x="0" y="23"/>
                  <a:pt x="0" y="32"/>
                </a:cubicBezTo>
                <a:cubicBezTo>
                  <a:pt x="0" y="48"/>
                  <a:pt x="0" y="48"/>
                  <a:pt x="0" y="48"/>
                </a:cubicBezTo>
                <a:cubicBezTo>
                  <a:pt x="0" y="57"/>
                  <a:pt x="7" y="64"/>
                  <a:pt x="16" y="64"/>
                </a:cubicBezTo>
                <a:cubicBezTo>
                  <a:pt x="16" y="257"/>
                  <a:pt x="16" y="257"/>
                  <a:pt x="16" y="257"/>
                </a:cubicBezTo>
                <a:cubicBezTo>
                  <a:pt x="16" y="265"/>
                  <a:pt x="23" y="273"/>
                  <a:pt x="32" y="273"/>
                </a:cubicBezTo>
                <a:cubicBezTo>
                  <a:pt x="168" y="273"/>
                  <a:pt x="168" y="273"/>
                  <a:pt x="168" y="273"/>
                </a:cubicBezTo>
                <a:cubicBezTo>
                  <a:pt x="168" y="293"/>
                  <a:pt x="168" y="293"/>
                  <a:pt x="168" y="293"/>
                </a:cubicBezTo>
                <a:cubicBezTo>
                  <a:pt x="122" y="339"/>
                  <a:pt x="122" y="339"/>
                  <a:pt x="122" y="339"/>
                </a:cubicBezTo>
                <a:cubicBezTo>
                  <a:pt x="121" y="341"/>
                  <a:pt x="120" y="343"/>
                  <a:pt x="120" y="345"/>
                </a:cubicBezTo>
                <a:cubicBezTo>
                  <a:pt x="120" y="349"/>
                  <a:pt x="124" y="353"/>
                  <a:pt x="128" y="353"/>
                </a:cubicBezTo>
                <a:cubicBezTo>
                  <a:pt x="130" y="353"/>
                  <a:pt x="132" y="352"/>
                  <a:pt x="134" y="351"/>
                </a:cubicBezTo>
                <a:cubicBezTo>
                  <a:pt x="176" y="308"/>
                  <a:pt x="176" y="308"/>
                  <a:pt x="176" y="308"/>
                </a:cubicBezTo>
                <a:cubicBezTo>
                  <a:pt x="219" y="351"/>
                  <a:pt x="219" y="351"/>
                  <a:pt x="219" y="351"/>
                </a:cubicBezTo>
                <a:cubicBezTo>
                  <a:pt x="220" y="352"/>
                  <a:pt x="222" y="353"/>
                  <a:pt x="224" y="353"/>
                </a:cubicBezTo>
                <a:cubicBezTo>
                  <a:pt x="229" y="353"/>
                  <a:pt x="232" y="349"/>
                  <a:pt x="232" y="345"/>
                </a:cubicBezTo>
                <a:cubicBezTo>
                  <a:pt x="232" y="343"/>
                  <a:pt x="231" y="341"/>
                  <a:pt x="230" y="339"/>
                </a:cubicBezTo>
                <a:cubicBezTo>
                  <a:pt x="184" y="293"/>
                  <a:pt x="184" y="293"/>
                  <a:pt x="184" y="293"/>
                </a:cubicBezTo>
                <a:cubicBezTo>
                  <a:pt x="184" y="273"/>
                  <a:pt x="184" y="273"/>
                  <a:pt x="184" y="273"/>
                </a:cubicBezTo>
                <a:cubicBezTo>
                  <a:pt x="321" y="273"/>
                  <a:pt x="321" y="273"/>
                  <a:pt x="321" y="273"/>
                </a:cubicBezTo>
                <a:cubicBezTo>
                  <a:pt x="330" y="273"/>
                  <a:pt x="337" y="265"/>
                  <a:pt x="337" y="257"/>
                </a:cubicBezTo>
                <a:cubicBezTo>
                  <a:pt x="337" y="64"/>
                  <a:pt x="337" y="64"/>
                  <a:pt x="337" y="64"/>
                </a:cubicBezTo>
                <a:cubicBezTo>
                  <a:pt x="346" y="64"/>
                  <a:pt x="353" y="57"/>
                  <a:pt x="353" y="48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23"/>
                  <a:pt x="346" y="16"/>
                  <a:pt x="337" y="16"/>
                </a:cubicBezTo>
                <a:moveTo>
                  <a:pt x="321" y="257"/>
                </a:moveTo>
                <a:cubicBezTo>
                  <a:pt x="32" y="257"/>
                  <a:pt x="32" y="257"/>
                  <a:pt x="32" y="257"/>
                </a:cubicBezTo>
                <a:cubicBezTo>
                  <a:pt x="32" y="64"/>
                  <a:pt x="32" y="64"/>
                  <a:pt x="32" y="64"/>
                </a:cubicBezTo>
                <a:cubicBezTo>
                  <a:pt x="321" y="64"/>
                  <a:pt x="321" y="64"/>
                  <a:pt x="321" y="64"/>
                </a:cubicBezTo>
                <a:lnTo>
                  <a:pt x="321" y="257"/>
                </a:lnTo>
                <a:close/>
                <a:moveTo>
                  <a:pt x="337" y="48"/>
                </a:moveTo>
                <a:cubicBezTo>
                  <a:pt x="16" y="48"/>
                  <a:pt x="16" y="48"/>
                  <a:pt x="16" y="48"/>
                </a:cubicBezTo>
                <a:cubicBezTo>
                  <a:pt x="16" y="32"/>
                  <a:pt x="16" y="32"/>
                  <a:pt x="16" y="32"/>
                </a:cubicBezTo>
                <a:cubicBezTo>
                  <a:pt x="337" y="32"/>
                  <a:pt x="337" y="32"/>
                  <a:pt x="337" y="32"/>
                </a:cubicBezTo>
                <a:lnTo>
                  <a:pt x="337" y="48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8" name="Freeform 38"/>
          <p:cNvSpPr>
            <a:spLocks noEditPoints="1"/>
          </p:cNvSpPr>
          <p:nvPr/>
        </p:nvSpPr>
        <p:spPr bwMode="auto">
          <a:xfrm>
            <a:off x="4138085" y="4250267"/>
            <a:ext cx="582084" cy="582084"/>
          </a:xfrm>
          <a:custGeom>
            <a:avLst/>
            <a:gdLst>
              <a:gd name="T0" fmla="*/ 193 w 353"/>
              <a:gd name="T1" fmla="*/ 16 h 353"/>
              <a:gd name="T2" fmla="*/ 160 w 353"/>
              <a:gd name="T3" fmla="*/ 16 h 353"/>
              <a:gd name="T4" fmla="*/ 0 w 353"/>
              <a:gd name="T5" fmla="*/ 32 h 353"/>
              <a:gd name="T6" fmla="*/ 16 w 353"/>
              <a:gd name="T7" fmla="*/ 64 h 353"/>
              <a:gd name="T8" fmla="*/ 32 w 353"/>
              <a:gd name="T9" fmla="*/ 273 h 353"/>
              <a:gd name="T10" fmla="*/ 168 w 353"/>
              <a:gd name="T11" fmla="*/ 293 h 353"/>
              <a:gd name="T12" fmla="*/ 120 w 353"/>
              <a:gd name="T13" fmla="*/ 345 h 353"/>
              <a:gd name="T14" fmla="*/ 134 w 353"/>
              <a:gd name="T15" fmla="*/ 351 h 353"/>
              <a:gd name="T16" fmla="*/ 219 w 353"/>
              <a:gd name="T17" fmla="*/ 351 h 353"/>
              <a:gd name="T18" fmla="*/ 233 w 353"/>
              <a:gd name="T19" fmla="*/ 345 h 353"/>
              <a:gd name="T20" fmla="*/ 185 w 353"/>
              <a:gd name="T21" fmla="*/ 293 h 353"/>
              <a:gd name="T22" fmla="*/ 321 w 353"/>
              <a:gd name="T23" fmla="*/ 273 h 353"/>
              <a:gd name="T24" fmla="*/ 337 w 353"/>
              <a:gd name="T25" fmla="*/ 64 h 353"/>
              <a:gd name="T26" fmla="*/ 353 w 353"/>
              <a:gd name="T27" fmla="*/ 32 h 353"/>
              <a:gd name="T28" fmla="*/ 321 w 353"/>
              <a:gd name="T29" fmla="*/ 257 h 353"/>
              <a:gd name="T30" fmla="*/ 32 w 353"/>
              <a:gd name="T31" fmla="*/ 64 h 353"/>
              <a:gd name="T32" fmla="*/ 321 w 353"/>
              <a:gd name="T33" fmla="*/ 257 h 353"/>
              <a:gd name="T34" fmla="*/ 16 w 353"/>
              <a:gd name="T35" fmla="*/ 48 h 353"/>
              <a:gd name="T36" fmla="*/ 337 w 353"/>
              <a:gd name="T37" fmla="*/ 32 h 353"/>
              <a:gd name="T38" fmla="*/ 72 w 353"/>
              <a:gd name="T39" fmla="*/ 176 h 353"/>
              <a:gd name="T40" fmla="*/ 160 w 353"/>
              <a:gd name="T41" fmla="*/ 168 h 353"/>
              <a:gd name="T42" fmla="*/ 159 w 353"/>
              <a:gd name="T43" fmla="*/ 164 h 353"/>
              <a:gd name="T44" fmla="*/ 119 w 353"/>
              <a:gd name="T45" fmla="*/ 100 h 353"/>
              <a:gd name="T46" fmla="*/ 106 w 353"/>
              <a:gd name="T47" fmla="*/ 100 h 353"/>
              <a:gd name="T48" fmla="*/ 65 w 353"/>
              <a:gd name="T49" fmla="*/ 164 h 353"/>
              <a:gd name="T50" fmla="*/ 64 w 353"/>
              <a:gd name="T51" fmla="*/ 168 h 353"/>
              <a:gd name="T52" fmla="*/ 112 w 353"/>
              <a:gd name="T53" fmla="*/ 119 h 353"/>
              <a:gd name="T54" fmla="*/ 87 w 353"/>
              <a:gd name="T55" fmla="*/ 160 h 353"/>
              <a:gd name="T56" fmla="*/ 241 w 353"/>
              <a:gd name="T57" fmla="*/ 224 h 353"/>
              <a:gd name="T58" fmla="*/ 241 w 353"/>
              <a:gd name="T59" fmla="*/ 128 h 353"/>
              <a:gd name="T60" fmla="*/ 241 w 353"/>
              <a:gd name="T61" fmla="*/ 224 h 353"/>
              <a:gd name="T62" fmla="*/ 273 w 353"/>
              <a:gd name="T63" fmla="*/ 176 h 353"/>
              <a:gd name="T64" fmla="*/ 209 w 353"/>
              <a:gd name="T65" fmla="*/ 176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353" h="353">
                <a:moveTo>
                  <a:pt x="337" y="16"/>
                </a:moveTo>
                <a:cubicBezTo>
                  <a:pt x="193" y="16"/>
                  <a:pt x="193" y="16"/>
                  <a:pt x="193" y="16"/>
                </a:cubicBezTo>
                <a:cubicBezTo>
                  <a:pt x="193" y="7"/>
                  <a:pt x="185" y="0"/>
                  <a:pt x="177" y="0"/>
                </a:cubicBezTo>
                <a:cubicBezTo>
                  <a:pt x="168" y="0"/>
                  <a:pt x="160" y="7"/>
                  <a:pt x="160" y="16"/>
                </a:cubicBezTo>
                <a:cubicBezTo>
                  <a:pt x="16" y="16"/>
                  <a:pt x="16" y="16"/>
                  <a:pt x="16" y="16"/>
                </a:cubicBezTo>
                <a:cubicBezTo>
                  <a:pt x="7" y="16"/>
                  <a:pt x="0" y="23"/>
                  <a:pt x="0" y="32"/>
                </a:cubicBezTo>
                <a:cubicBezTo>
                  <a:pt x="0" y="48"/>
                  <a:pt x="0" y="48"/>
                  <a:pt x="0" y="48"/>
                </a:cubicBezTo>
                <a:cubicBezTo>
                  <a:pt x="0" y="57"/>
                  <a:pt x="7" y="64"/>
                  <a:pt x="16" y="64"/>
                </a:cubicBezTo>
                <a:cubicBezTo>
                  <a:pt x="16" y="257"/>
                  <a:pt x="16" y="257"/>
                  <a:pt x="16" y="257"/>
                </a:cubicBezTo>
                <a:cubicBezTo>
                  <a:pt x="16" y="265"/>
                  <a:pt x="23" y="273"/>
                  <a:pt x="32" y="273"/>
                </a:cubicBezTo>
                <a:cubicBezTo>
                  <a:pt x="168" y="273"/>
                  <a:pt x="168" y="273"/>
                  <a:pt x="168" y="273"/>
                </a:cubicBezTo>
                <a:cubicBezTo>
                  <a:pt x="168" y="293"/>
                  <a:pt x="168" y="293"/>
                  <a:pt x="168" y="293"/>
                </a:cubicBezTo>
                <a:cubicBezTo>
                  <a:pt x="123" y="339"/>
                  <a:pt x="123" y="339"/>
                  <a:pt x="123" y="339"/>
                </a:cubicBezTo>
                <a:cubicBezTo>
                  <a:pt x="121" y="341"/>
                  <a:pt x="120" y="343"/>
                  <a:pt x="120" y="345"/>
                </a:cubicBezTo>
                <a:cubicBezTo>
                  <a:pt x="120" y="349"/>
                  <a:pt x="124" y="353"/>
                  <a:pt x="128" y="353"/>
                </a:cubicBezTo>
                <a:cubicBezTo>
                  <a:pt x="131" y="353"/>
                  <a:pt x="133" y="352"/>
                  <a:pt x="134" y="351"/>
                </a:cubicBezTo>
                <a:cubicBezTo>
                  <a:pt x="177" y="308"/>
                  <a:pt x="177" y="308"/>
                  <a:pt x="177" y="308"/>
                </a:cubicBezTo>
                <a:cubicBezTo>
                  <a:pt x="219" y="351"/>
                  <a:pt x="219" y="351"/>
                  <a:pt x="219" y="351"/>
                </a:cubicBezTo>
                <a:cubicBezTo>
                  <a:pt x="220" y="352"/>
                  <a:pt x="222" y="353"/>
                  <a:pt x="225" y="353"/>
                </a:cubicBezTo>
                <a:cubicBezTo>
                  <a:pt x="229" y="353"/>
                  <a:pt x="233" y="349"/>
                  <a:pt x="233" y="345"/>
                </a:cubicBezTo>
                <a:cubicBezTo>
                  <a:pt x="233" y="343"/>
                  <a:pt x="232" y="341"/>
                  <a:pt x="230" y="339"/>
                </a:cubicBezTo>
                <a:cubicBezTo>
                  <a:pt x="185" y="293"/>
                  <a:pt x="185" y="293"/>
                  <a:pt x="185" y="293"/>
                </a:cubicBezTo>
                <a:cubicBezTo>
                  <a:pt x="185" y="273"/>
                  <a:pt x="185" y="273"/>
                  <a:pt x="185" y="273"/>
                </a:cubicBezTo>
                <a:cubicBezTo>
                  <a:pt x="321" y="273"/>
                  <a:pt x="321" y="273"/>
                  <a:pt x="321" y="273"/>
                </a:cubicBezTo>
                <a:cubicBezTo>
                  <a:pt x="330" y="273"/>
                  <a:pt x="337" y="265"/>
                  <a:pt x="337" y="257"/>
                </a:cubicBezTo>
                <a:cubicBezTo>
                  <a:pt x="337" y="64"/>
                  <a:pt x="337" y="64"/>
                  <a:pt x="337" y="64"/>
                </a:cubicBezTo>
                <a:cubicBezTo>
                  <a:pt x="346" y="64"/>
                  <a:pt x="353" y="57"/>
                  <a:pt x="353" y="48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23"/>
                  <a:pt x="346" y="16"/>
                  <a:pt x="337" y="16"/>
                </a:cubicBezTo>
                <a:moveTo>
                  <a:pt x="321" y="257"/>
                </a:moveTo>
                <a:cubicBezTo>
                  <a:pt x="32" y="257"/>
                  <a:pt x="32" y="257"/>
                  <a:pt x="32" y="257"/>
                </a:cubicBezTo>
                <a:cubicBezTo>
                  <a:pt x="32" y="64"/>
                  <a:pt x="32" y="64"/>
                  <a:pt x="32" y="64"/>
                </a:cubicBezTo>
                <a:cubicBezTo>
                  <a:pt x="321" y="64"/>
                  <a:pt x="321" y="64"/>
                  <a:pt x="321" y="64"/>
                </a:cubicBezTo>
                <a:lnTo>
                  <a:pt x="321" y="257"/>
                </a:lnTo>
                <a:close/>
                <a:moveTo>
                  <a:pt x="337" y="48"/>
                </a:moveTo>
                <a:cubicBezTo>
                  <a:pt x="16" y="48"/>
                  <a:pt x="16" y="48"/>
                  <a:pt x="16" y="48"/>
                </a:cubicBezTo>
                <a:cubicBezTo>
                  <a:pt x="16" y="32"/>
                  <a:pt x="16" y="32"/>
                  <a:pt x="16" y="32"/>
                </a:cubicBezTo>
                <a:cubicBezTo>
                  <a:pt x="337" y="32"/>
                  <a:pt x="337" y="32"/>
                  <a:pt x="337" y="32"/>
                </a:cubicBezTo>
                <a:lnTo>
                  <a:pt x="337" y="48"/>
                </a:lnTo>
                <a:close/>
                <a:moveTo>
                  <a:pt x="72" y="176"/>
                </a:moveTo>
                <a:cubicBezTo>
                  <a:pt x="152" y="176"/>
                  <a:pt x="152" y="176"/>
                  <a:pt x="152" y="176"/>
                </a:cubicBezTo>
                <a:cubicBezTo>
                  <a:pt x="157" y="176"/>
                  <a:pt x="160" y="173"/>
                  <a:pt x="160" y="168"/>
                </a:cubicBezTo>
                <a:cubicBezTo>
                  <a:pt x="160" y="167"/>
                  <a:pt x="160" y="165"/>
                  <a:pt x="159" y="164"/>
                </a:cubicBezTo>
                <a:cubicBezTo>
                  <a:pt x="159" y="164"/>
                  <a:pt x="159" y="164"/>
                  <a:pt x="159" y="164"/>
                </a:cubicBezTo>
                <a:cubicBezTo>
                  <a:pt x="119" y="100"/>
                  <a:pt x="119" y="100"/>
                  <a:pt x="119" y="100"/>
                </a:cubicBezTo>
                <a:cubicBezTo>
                  <a:pt x="119" y="100"/>
                  <a:pt x="119" y="100"/>
                  <a:pt x="119" y="100"/>
                </a:cubicBezTo>
                <a:cubicBezTo>
                  <a:pt x="117" y="98"/>
                  <a:pt x="115" y="96"/>
                  <a:pt x="112" y="96"/>
                </a:cubicBezTo>
                <a:cubicBezTo>
                  <a:pt x="109" y="96"/>
                  <a:pt x="107" y="98"/>
                  <a:pt x="106" y="100"/>
                </a:cubicBezTo>
                <a:cubicBezTo>
                  <a:pt x="106" y="100"/>
                  <a:pt x="106" y="100"/>
                  <a:pt x="106" y="100"/>
                </a:cubicBezTo>
                <a:cubicBezTo>
                  <a:pt x="65" y="164"/>
                  <a:pt x="65" y="164"/>
                  <a:pt x="65" y="164"/>
                </a:cubicBezTo>
                <a:cubicBezTo>
                  <a:pt x="66" y="164"/>
                  <a:pt x="66" y="164"/>
                  <a:pt x="66" y="164"/>
                </a:cubicBezTo>
                <a:cubicBezTo>
                  <a:pt x="65" y="165"/>
                  <a:pt x="64" y="167"/>
                  <a:pt x="64" y="168"/>
                </a:cubicBezTo>
                <a:cubicBezTo>
                  <a:pt x="64" y="173"/>
                  <a:pt x="68" y="176"/>
                  <a:pt x="72" y="176"/>
                </a:cubicBezTo>
                <a:moveTo>
                  <a:pt x="112" y="119"/>
                </a:moveTo>
                <a:cubicBezTo>
                  <a:pt x="138" y="160"/>
                  <a:pt x="138" y="160"/>
                  <a:pt x="138" y="160"/>
                </a:cubicBezTo>
                <a:cubicBezTo>
                  <a:pt x="87" y="160"/>
                  <a:pt x="87" y="160"/>
                  <a:pt x="87" y="160"/>
                </a:cubicBezTo>
                <a:lnTo>
                  <a:pt x="112" y="119"/>
                </a:lnTo>
                <a:close/>
                <a:moveTo>
                  <a:pt x="241" y="224"/>
                </a:moveTo>
                <a:cubicBezTo>
                  <a:pt x="267" y="224"/>
                  <a:pt x="289" y="203"/>
                  <a:pt x="289" y="176"/>
                </a:cubicBezTo>
                <a:cubicBezTo>
                  <a:pt x="289" y="150"/>
                  <a:pt x="267" y="128"/>
                  <a:pt x="241" y="128"/>
                </a:cubicBezTo>
                <a:cubicBezTo>
                  <a:pt x="214" y="128"/>
                  <a:pt x="193" y="150"/>
                  <a:pt x="193" y="176"/>
                </a:cubicBezTo>
                <a:cubicBezTo>
                  <a:pt x="193" y="203"/>
                  <a:pt x="214" y="224"/>
                  <a:pt x="241" y="224"/>
                </a:cubicBezTo>
                <a:moveTo>
                  <a:pt x="241" y="144"/>
                </a:moveTo>
                <a:cubicBezTo>
                  <a:pt x="258" y="144"/>
                  <a:pt x="273" y="159"/>
                  <a:pt x="273" y="176"/>
                </a:cubicBezTo>
                <a:cubicBezTo>
                  <a:pt x="273" y="194"/>
                  <a:pt x="258" y="208"/>
                  <a:pt x="241" y="208"/>
                </a:cubicBezTo>
                <a:cubicBezTo>
                  <a:pt x="223" y="208"/>
                  <a:pt x="209" y="194"/>
                  <a:pt x="209" y="176"/>
                </a:cubicBezTo>
                <a:cubicBezTo>
                  <a:pt x="209" y="159"/>
                  <a:pt x="223" y="144"/>
                  <a:pt x="241" y="144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9" name="Freeform 39"/>
          <p:cNvSpPr>
            <a:spLocks noEditPoints="1"/>
          </p:cNvSpPr>
          <p:nvPr/>
        </p:nvSpPr>
        <p:spPr bwMode="auto">
          <a:xfrm>
            <a:off x="5249334" y="4250267"/>
            <a:ext cx="582084" cy="582084"/>
          </a:xfrm>
          <a:custGeom>
            <a:avLst/>
            <a:gdLst>
              <a:gd name="T0" fmla="*/ 281 w 353"/>
              <a:gd name="T1" fmla="*/ 144 h 353"/>
              <a:gd name="T2" fmla="*/ 281 w 353"/>
              <a:gd name="T3" fmla="*/ 128 h 353"/>
              <a:gd name="T4" fmla="*/ 193 w 353"/>
              <a:gd name="T5" fmla="*/ 136 h 353"/>
              <a:gd name="T6" fmla="*/ 201 w 353"/>
              <a:gd name="T7" fmla="*/ 112 h 353"/>
              <a:gd name="T8" fmla="*/ 257 w 353"/>
              <a:gd name="T9" fmla="*/ 104 h 353"/>
              <a:gd name="T10" fmla="*/ 201 w 353"/>
              <a:gd name="T11" fmla="*/ 96 h 353"/>
              <a:gd name="T12" fmla="*/ 201 w 353"/>
              <a:gd name="T13" fmla="*/ 112 h 353"/>
              <a:gd name="T14" fmla="*/ 233 w 353"/>
              <a:gd name="T15" fmla="*/ 176 h 353"/>
              <a:gd name="T16" fmla="*/ 233 w 353"/>
              <a:gd name="T17" fmla="*/ 160 h 353"/>
              <a:gd name="T18" fmla="*/ 193 w 353"/>
              <a:gd name="T19" fmla="*/ 168 h 353"/>
              <a:gd name="T20" fmla="*/ 81 w 353"/>
              <a:gd name="T21" fmla="*/ 208 h 353"/>
              <a:gd name="T22" fmla="*/ 161 w 353"/>
              <a:gd name="T23" fmla="*/ 192 h 353"/>
              <a:gd name="T24" fmla="*/ 145 w 353"/>
              <a:gd name="T25" fmla="*/ 96 h 353"/>
              <a:gd name="T26" fmla="*/ 64 w 353"/>
              <a:gd name="T27" fmla="*/ 112 h 353"/>
              <a:gd name="T28" fmla="*/ 81 w 353"/>
              <a:gd name="T29" fmla="*/ 208 h 353"/>
              <a:gd name="T30" fmla="*/ 145 w 353"/>
              <a:gd name="T31" fmla="*/ 112 h 353"/>
              <a:gd name="T32" fmla="*/ 81 w 353"/>
              <a:gd name="T33" fmla="*/ 192 h 353"/>
              <a:gd name="T34" fmla="*/ 201 w 353"/>
              <a:gd name="T35" fmla="*/ 208 h 353"/>
              <a:gd name="T36" fmla="*/ 289 w 353"/>
              <a:gd name="T37" fmla="*/ 200 h 353"/>
              <a:gd name="T38" fmla="*/ 201 w 353"/>
              <a:gd name="T39" fmla="*/ 192 h 353"/>
              <a:gd name="T40" fmla="*/ 201 w 353"/>
              <a:gd name="T41" fmla="*/ 208 h 353"/>
              <a:gd name="T42" fmla="*/ 193 w 353"/>
              <a:gd name="T43" fmla="*/ 16 h 353"/>
              <a:gd name="T44" fmla="*/ 161 w 353"/>
              <a:gd name="T45" fmla="*/ 16 h 353"/>
              <a:gd name="T46" fmla="*/ 0 w 353"/>
              <a:gd name="T47" fmla="*/ 32 h 353"/>
              <a:gd name="T48" fmla="*/ 16 w 353"/>
              <a:gd name="T49" fmla="*/ 64 h 353"/>
              <a:gd name="T50" fmla="*/ 32 w 353"/>
              <a:gd name="T51" fmla="*/ 273 h 353"/>
              <a:gd name="T52" fmla="*/ 169 w 353"/>
              <a:gd name="T53" fmla="*/ 293 h 353"/>
              <a:gd name="T54" fmla="*/ 121 w 353"/>
              <a:gd name="T55" fmla="*/ 345 h 353"/>
              <a:gd name="T56" fmla="*/ 134 w 353"/>
              <a:gd name="T57" fmla="*/ 351 h 353"/>
              <a:gd name="T58" fmla="*/ 219 w 353"/>
              <a:gd name="T59" fmla="*/ 351 h 353"/>
              <a:gd name="T60" fmla="*/ 233 w 353"/>
              <a:gd name="T61" fmla="*/ 345 h 353"/>
              <a:gd name="T62" fmla="*/ 185 w 353"/>
              <a:gd name="T63" fmla="*/ 293 h 353"/>
              <a:gd name="T64" fmla="*/ 321 w 353"/>
              <a:gd name="T65" fmla="*/ 273 h 353"/>
              <a:gd name="T66" fmla="*/ 337 w 353"/>
              <a:gd name="T67" fmla="*/ 64 h 353"/>
              <a:gd name="T68" fmla="*/ 353 w 353"/>
              <a:gd name="T69" fmla="*/ 32 h 353"/>
              <a:gd name="T70" fmla="*/ 321 w 353"/>
              <a:gd name="T71" fmla="*/ 257 h 353"/>
              <a:gd name="T72" fmla="*/ 32 w 353"/>
              <a:gd name="T73" fmla="*/ 64 h 353"/>
              <a:gd name="T74" fmla="*/ 321 w 353"/>
              <a:gd name="T75" fmla="*/ 257 h 353"/>
              <a:gd name="T76" fmla="*/ 16 w 353"/>
              <a:gd name="T77" fmla="*/ 48 h 353"/>
              <a:gd name="T78" fmla="*/ 337 w 353"/>
              <a:gd name="T79" fmla="*/ 32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353" h="353">
                <a:moveTo>
                  <a:pt x="201" y="144"/>
                </a:moveTo>
                <a:cubicBezTo>
                  <a:pt x="281" y="144"/>
                  <a:pt x="281" y="144"/>
                  <a:pt x="281" y="144"/>
                </a:cubicBezTo>
                <a:cubicBezTo>
                  <a:pt x="286" y="144"/>
                  <a:pt x="289" y="141"/>
                  <a:pt x="289" y="136"/>
                </a:cubicBezTo>
                <a:cubicBezTo>
                  <a:pt x="289" y="132"/>
                  <a:pt x="286" y="128"/>
                  <a:pt x="281" y="128"/>
                </a:cubicBezTo>
                <a:cubicBezTo>
                  <a:pt x="201" y="128"/>
                  <a:pt x="201" y="128"/>
                  <a:pt x="201" y="128"/>
                </a:cubicBezTo>
                <a:cubicBezTo>
                  <a:pt x="196" y="128"/>
                  <a:pt x="193" y="132"/>
                  <a:pt x="193" y="136"/>
                </a:cubicBezTo>
                <a:cubicBezTo>
                  <a:pt x="193" y="141"/>
                  <a:pt x="196" y="144"/>
                  <a:pt x="201" y="144"/>
                </a:cubicBezTo>
                <a:moveTo>
                  <a:pt x="201" y="112"/>
                </a:moveTo>
                <a:cubicBezTo>
                  <a:pt x="249" y="112"/>
                  <a:pt x="249" y="112"/>
                  <a:pt x="249" y="112"/>
                </a:cubicBezTo>
                <a:cubicBezTo>
                  <a:pt x="254" y="112"/>
                  <a:pt x="257" y="108"/>
                  <a:pt x="257" y="104"/>
                </a:cubicBezTo>
                <a:cubicBezTo>
                  <a:pt x="257" y="100"/>
                  <a:pt x="254" y="96"/>
                  <a:pt x="249" y="96"/>
                </a:cubicBezTo>
                <a:cubicBezTo>
                  <a:pt x="201" y="96"/>
                  <a:pt x="201" y="96"/>
                  <a:pt x="201" y="96"/>
                </a:cubicBezTo>
                <a:cubicBezTo>
                  <a:pt x="196" y="96"/>
                  <a:pt x="193" y="100"/>
                  <a:pt x="193" y="104"/>
                </a:cubicBezTo>
                <a:cubicBezTo>
                  <a:pt x="193" y="108"/>
                  <a:pt x="196" y="112"/>
                  <a:pt x="201" y="112"/>
                </a:cubicBezTo>
                <a:moveTo>
                  <a:pt x="201" y="176"/>
                </a:moveTo>
                <a:cubicBezTo>
                  <a:pt x="233" y="176"/>
                  <a:pt x="233" y="176"/>
                  <a:pt x="233" y="176"/>
                </a:cubicBezTo>
                <a:cubicBezTo>
                  <a:pt x="237" y="176"/>
                  <a:pt x="241" y="173"/>
                  <a:pt x="241" y="168"/>
                </a:cubicBezTo>
                <a:cubicBezTo>
                  <a:pt x="241" y="164"/>
                  <a:pt x="237" y="160"/>
                  <a:pt x="233" y="160"/>
                </a:cubicBezTo>
                <a:cubicBezTo>
                  <a:pt x="201" y="160"/>
                  <a:pt x="201" y="160"/>
                  <a:pt x="201" y="160"/>
                </a:cubicBezTo>
                <a:cubicBezTo>
                  <a:pt x="196" y="160"/>
                  <a:pt x="193" y="164"/>
                  <a:pt x="193" y="168"/>
                </a:cubicBezTo>
                <a:cubicBezTo>
                  <a:pt x="193" y="173"/>
                  <a:pt x="196" y="176"/>
                  <a:pt x="201" y="176"/>
                </a:cubicBezTo>
                <a:moveTo>
                  <a:pt x="81" y="208"/>
                </a:moveTo>
                <a:cubicBezTo>
                  <a:pt x="145" y="208"/>
                  <a:pt x="145" y="208"/>
                  <a:pt x="145" y="208"/>
                </a:cubicBezTo>
                <a:cubicBezTo>
                  <a:pt x="154" y="208"/>
                  <a:pt x="161" y="201"/>
                  <a:pt x="161" y="192"/>
                </a:cubicBezTo>
                <a:cubicBezTo>
                  <a:pt x="161" y="112"/>
                  <a:pt x="161" y="112"/>
                  <a:pt x="161" y="112"/>
                </a:cubicBezTo>
                <a:cubicBezTo>
                  <a:pt x="161" y="103"/>
                  <a:pt x="154" y="96"/>
                  <a:pt x="145" y="96"/>
                </a:cubicBezTo>
                <a:cubicBezTo>
                  <a:pt x="81" y="96"/>
                  <a:pt x="81" y="96"/>
                  <a:pt x="81" y="96"/>
                </a:cubicBezTo>
                <a:cubicBezTo>
                  <a:pt x="72" y="96"/>
                  <a:pt x="64" y="103"/>
                  <a:pt x="64" y="112"/>
                </a:cubicBezTo>
                <a:cubicBezTo>
                  <a:pt x="64" y="192"/>
                  <a:pt x="64" y="192"/>
                  <a:pt x="64" y="192"/>
                </a:cubicBezTo>
                <a:cubicBezTo>
                  <a:pt x="64" y="201"/>
                  <a:pt x="72" y="208"/>
                  <a:pt x="81" y="208"/>
                </a:cubicBezTo>
                <a:moveTo>
                  <a:pt x="81" y="112"/>
                </a:moveTo>
                <a:cubicBezTo>
                  <a:pt x="145" y="112"/>
                  <a:pt x="145" y="112"/>
                  <a:pt x="145" y="112"/>
                </a:cubicBezTo>
                <a:cubicBezTo>
                  <a:pt x="145" y="192"/>
                  <a:pt x="145" y="192"/>
                  <a:pt x="145" y="192"/>
                </a:cubicBezTo>
                <a:cubicBezTo>
                  <a:pt x="81" y="192"/>
                  <a:pt x="81" y="192"/>
                  <a:pt x="81" y="192"/>
                </a:cubicBezTo>
                <a:lnTo>
                  <a:pt x="81" y="112"/>
                </a:lnTo>
                <a:close/>
                <a:moveTo>
                  <a:pt x="201" y="208"/>
                </a:moveTo>
                <a:cubicBezTo>
                  <a:pt x="281" y="208"/>
                  <a:pt x="281" y="208"/>
                  <a:pt x="281" y="208"/>
                </a:cubicBezTo>
                <a:cubicBezTo>
                  <a:pt x="286" y="208"/>
                  <a:pt x="289" y="205"/>
                  <a:pt x="289" y="200"/>
                </a:cubicBezTo>
                <a:cubicBezTo>
                  <a:pt x="289" y="196"/>
                  <a:pt x="286" y="192"/>
                  <a:pt x="281" y="192"/>
                </a:cubicBezTo>
                <a:cubicBezTo>
                  <a:pt x="201" y="192"/>
                  <a:pt x="201" y="192"/>
                  <a:pt x="201" y="192"/>
                </a:cubicBezTo>
                <a:cubicBezTo>
                  <a:pt x="196" y="192"/>
                  <a:pt x="193" y="196"/>
                  <a:pt x="193" y="200"/>
                </a:cubicBezTo>
                <a:cubicBezTo>
                  <a:pt x="193" y="205"/>
                  <a:pt x="196" y="208"/>
                  <a:pt x="201" y="208"/>
                </a:cubicBezTo>
                <a:moveTo>
                  <a:pt x="337" y="16"/>
                </a:moveTo>
                <a:cubicBezTo>
                  <a:pt x="193" y="16"/>
                  <a:pt x="193" y="16"/>
                  <a:pt x="193" y="16"/>
                </a:cubicBezTo>
                <a:cubicBezTo>
                  <a:pt x="193" y="7"/>
                  <a:pt x="186" y="0"/>
                  <a:pt x="177" y="0"/>
                </a:cubicBezTo>
                <a:cubicBezTo>
                  <a:pt x="168" y="0"/>
                  <a:pt x="161" y="7"/>
                  <a:pt x="161" y="16"/>
                </a:cubicBezTo>
                <a:cubicBezTo>
                  <a:pt x="16" y="16"/>
                  <a:pt x="16" y="16"/>
                  <a:pt x="16" y="16"/>
                </a:cubicBezTo>
                <a:cubicBezTo>
                  <a:pt x="7" y="16"/>
                  <a:pt x="0" y="23"/>
                  <a:pt x="0" y="32"/>
                </a:cubicBezTo>
                <a:cubicBezTo>
                  <a:pt x="0" y="48"/>
                  <a:pt x="0" y="48"/>
                  <a:pt x="0" y="48"/>
                </a:cubicBezTo>
                <a:cubicBezTo>
                  <a:pt x="0" y="57"/>
                  <a:pt x="7" y="64"/>
                  <a:pt x="16" y="64"/>
                </a:cubicBezTo>
                <a:cubicBezTo>
                  <a:pt x="16" y="257"/>
                  <a:pt x="16" y="257"/>
                  <a:pt x="16" y="257"/>
                </a:cubicBezTo>
                <a:cubicBezTo>
                  <a:pt x="16" y="265"/>
                  <a:pt x="23" y="273"/>
                  <a:pt x="32" y="273"/>
                </a:cubicBezTo>
                <a:cubicBezTo>
                  <a:pt x="169" y="273"/>
                  <a:pt x="169" y="273"/>
                  <a:pt x="169" y="273"/>
                </a:cubicBezTo>
                <a:cubicBezTo>
                  <a:pt x="169" y="293"/>
                  <a:pt x="169" y="293"/>
                  <a:pt x="169" y="293"/>
                </a:cubicBezTo>
                <a:cubicBezTo>
                  <a:pt x="123" y="339"/>
                  <a:pt x="123" y="339"/>
                  <a:pt x="123" y="339"/>
                </a:cubicBezTo>
                <a:cubicBezTo>
                  <a:pt x="122" y="341"/>
                  <a:pt x="121" y="343"/>
                  <a:pt x="121" y="345"/>
                </a:cubicBezTo>
                <a:cubicBezTo>
                  <a:pt x="121" y="349"/>
                  <a:pt x="124" y="353"/>
                  <a:pt x="129" y="353"/>
                </a:cubicBezTo>
                <a:cubicBezTo>
                  <a:pt x="131" y="353"/>
                  <a:pt x="133" y="352"/>
                  <a:pt x="134" y="351"/>
                </a:cubicBezTo>
                <a:cubicBezTo>
                  <a:pt x="177" y="308"/>
                  <a:pt x="177" y="308"/>
                  <a:pt x="177" y="308"/>
                </a:cubicBezTo>
                <a:cubicBezTo>
                  <a:pt x="219" y="351"/>
                  <a:pt x="219" y="351"/>
                  <a:pt x="219" y="351"/>
                </a:cubicBezTo>
                <a:cubicBezTo>
                  <a:pt x="221" y="352"/>
                  <a:pt x="223" y="353"/>
                  <a:pt x="225" y="353"/>
                </a:cubicBezTo>
                <a:cubicBezTo>
                  <a:pt x="229" y="353"/>
                  <a:pt x="233" y="349"/>
                  <a:pt x="233" y="345"/>
                </a:cubicBezTo>
                <a:cubicBezTo>
                  <a:pt x="233" y="343"/>
                  <a:pt x="232" y="341"/>
                  <a:pt x="231" y="339"/>
                </a:cubicBezTo>
                <a:cubicBezTo>
                  <a:pt x="185" y="293"/>
                  <a:pt x="185" y="293"/>
                  <a:pt x="185" y="293"/>
                </a:cubicBezTo>
                <a:cubicBezTo>
                  <a:pt x="185" y="273"/>
                  <a:pt x="185" y="273"/>
                  <a:pt x="185" y="273"/>
                </a:cubicBezTo>
                <a:cubicBezTo>
                  <a:pt x="321" y="273"/>
                  <a:pt x="321" y="273"/>
                  <a:pt x="321" y="273"/>
                </a:cubicBezTo>
                <a:cubicBezTo>
                  <a:pt x="330" y="273"/>
                  <a:pt x="337" y="265"/>
                  <a:pt x="337" y="257"/>
                </a:cubicBezTo>
                <a:cubicBezTo>
                  <a:pt x="337" y="64"/>
                  <a:pt x="337" y="64"/>
                  <a:pt x="337" y="64"/>
                </a:cubicBezTo>
                <a:cubicBezTo>
                  <a:pt x="346" y="64"/>
                  <a:pt x="353" y="57"/>
                  <a:pt x="353" y="48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23"/>
                  <a:pt x="346" y="16"/>
                  <a:pt x="337" y="16"/>
                </a:cubicBezTo>
                <a:moveTo>
                  <a:pt x="321" y="257"/>
                </a:moveTo>
                <a:cubicBezTo>
                  <a:pt x="32" y="257"/>
                  <a:pt x="32" y="257"/>
                  <a:pt x="32" y="257"/>
                </a:cubicBezTo>
                <a:cubicBezTo>
                  <a:pt x="32" y="64"/>
                  <a:pt x="32" y="64"/>
                  <a:pt x="32" y="64"/>
                </a:cubicBezTo>
                <a:cubicBezTo>
                  <a:pt x="321" y="64"/>
                  <a:pt x="321" y="64"/>
                  <a:pt x="321" y="64"/>
                </a:cubicBezTo>
                <a:lnTo>
                  <a:pt x="321" y="257"/>
                </a:lnTo>
                <a:close/>
                <a:moveTo>
                  <a:pt x="337" y="48"/>
                </a:moveTo>
                <a:cubicBezTo>
                  <a:pt x="16" y="48"/>
                  <a:pt x="16" y="48"/>
                  <a:pt x="16" y="48"/>
                </a:cubicBezTo>
                <a:cubicBezTo>
                  <a:pt x="16" y="32"/>
                  <a:pt x="16" y="32"/>
                  <a:pt x="16" y="32"/>
                </a:cubicBezTo>
                <a:cubicBezTo>
                  <a:pt x="337" y="32"/>
                  <a:pt x="337" y="32"/>
                  <a:pt x="337" y="32"/>
                </a:cubicBezTo>
                <a:lnTo>
                  <a:pt x="337" y="48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0" name="Freeform 40"/>
          <p:cNvSpPr>
            <a:spLocks noEditPoints="1"/>
          </p:cNvSpPr>
          <p:nvPr/>
        </p:nvSpPr>
        <p:spPr bwMode="auto">
          <a:xfrm>
            <a:off x="6362701" y="4250267"/>
            <a:ext cx="582084" cy="582084"/>
          </a:xfrm>
          <a:custGeom>
            <a:avLst/>
            <a:gdLst>
              <a:gd name="T0" fmla="*/ 176 w 353"/>
              <a:gd name="T1" fmla="*/ 144 h 353"/>
              <a:gd name="T2" fmla="*/ 120 w 353"/>
              <a:gd name="T3" fmla="*/ 200 h 353"/>
              <a:gd name="T4" fmla="*/ 128 w 353"/>
              <a:gd name="T5" fmla="*/ 208 h 353"/>
              <a:gd name="T6" fmla="*/ 136 w 353"/>
              <a:gd name="T7" fmla="*/ 200 h 353"/>
              <a:gd name="T8" fmla="*/ 176 w 353"/>
              <a:gd name="T9" fmla="*/ 160 h 353"/>
              <a:gd name="T10" fmla="*/ 216 w 353"/>
              <a:gd name="T11" fmla="*/ 200 h 353"/>
              <a:gd name="T12" fmla="*/ 224 w 353"/>
              <a:gd name="T13" fmla="*/ 208 h 353"/>
              <a:gd name="T14" fmla="*/ 232 w 353"/>
              <a:gd name="T15" fmla="*/ 200 h 353"/>
              <a:gd name="T16" fmla="*/ 176 w 353"/>
              <a:gd name="T17" fmla="*/ 144 h 353"/>
              <a:gd name="T18" fmla="*/ 176 w 353"/>
              <a:gd name="T19" fmla="*/ 192 h 353"/>
              <a:gd name="T20" fmla="*/ 168 w 353"/>
              <a:gd name="T21" fmla="*/ 200 h 353"/>
              <a:gd name="T22" fmla="*/ 176 w 353"/>
              <a:gd name="T23" fmla="*/ 208 h 353"/>
              <a:gd name="T24" fmla="*/ 184 w 353"/>
              <a:gd name="T25" fmla="*/ 200 h 353"/>
              <a:gd name="T26" fmla="*/ 176 w 353"/>
              <a:gd name="T27" fmla="*/ 192 h 353"/>
              <a:gd name="T28" fmla="*/ 80 w 353"/>
              <a:gd name="T29" fmla="*/ 208 h 353"/>
              <a:gd name="T30" fmla="*/ 88 w 353"/>
              <a:gd name="T31" fmla="*/ 200 h 353"/>
              <a:gd name="T32" fmla="*/ 176 w 353"/>
              <a:gd name="T33" fmla="*/ 112 h 353"/>
              <a:gd name="T34" fmla="*/ 264 w 353"/>
              <a:gd name="T35" fmla="*/ 200 h 353"/>
              <a:gd name="T36" fmla="*/ 273 w 353"/>
              <a:gd name="T37" fmla="*/ 208 h 353"/>
              <a:gd name="T38" fmla="*/ 281 w 353"/>
              <a:gd name="T39" fmla="*/ 200 h 353"/>
              <a:gd name="T40" fmla="*/ 176 w 353"/>
              <a:gd name="T41" fmla="*/ 96 h 353"/>
              <a:gd name="T42" fmla="*/ 72 w 353"/>
              <a:gd name="T43" fmla="*/ 200 h 353"/>
              <a:gd name="T44" fmla="*/ 80 w 353"/>
              <a:gd name="T45" fmla="*/ 208 h 353"/>
              <a:gd name="T46" fmla="*/ 337 w 353"/>
              <a:gd name="T47" fmla="*/ 16 h 353"/>
              <a:gd name="T48" fmla="*/ 192 w 353"/>
              <a:gd name="T49" fmla="*/ 16 h 353"/>
              <a:gd name="T50" fmla="*/ 176 w 353"/>
              <a:gd name="T51" fmla="*/ 0 h 353"/>
              <a:gd name="T52" fmla="*/ 160 w 353"/>
              <a:gd name="T53" fmla="*/ 16 h 353"/>
              <a:gd name="T54" fmla="*/ 16 w 353"/>
              <a:gd name="T55" fmla="*/ 16 h 353"/>
              <a:gd name="T56" fmla="*/ 0 w 353"/>
              <a:gd name="T57" fmla="*/ 32 h 353"/>
              <a:gd name="T58" fmla="*/ 0 w 353"/>
              <a:gd name="T59" fmla="*/ 48 h 353"/>
              <a:gd name="T60" fmla="*/ 16 w 353"/>
              <a:gd name="T61" fmla="*/ 64 h 353"/>
              <a:gd name="T62" fmla="*/ 16 w 353"/>
              <a:gd name="T63" fmla="*/ 257 h 353"/>
              <a:gd name="T64" fmla="*/ 32 w 353"/>
              <a:gd name="T65" fmla="*/ 273 h 353"/>
              <a:gd name="T66" fmla="*/ 168 w 353"/>
              <a:gd name="T67" fmla="*/ 273 h 353"/>
              <a:gd name="T68" fmla="*/ 168 w 353"/>
              <a:gd name="T69" fmla="*/ 293 h 353"/>
              <a:gd name="T70" fmla="*/ 122 w 353"/>
              <a:gd name="T71" fmla="*/ 339 h 353"/>
              <a:gd name="T72" fmla="*/ 120 w 353"/>
              <a:gd name="T73" fmla="*/ 345 h 353"/>
              <a:gd name="T74" fmla="*/ 128 w 353"/>
              <a:gd name="T75" fmla="*/ 353 h 353"/>
              <a:gd name="T76" fmla="*/ 134 w 353"/>
              <a:gd name="T77" fmla="*/ 351 h 353"/>
              <a:gd name="T78" fmla="*/ 176 w 353"/>
              <a:gd name="T79" fmla="*/ 308 h 353"/>
              <a:gd name="T80" fmla="*/ 219 w 353"/>
              <a:gd name="T81" fmla="*/ 351 h 353"/>
              <a:gd name="T82" fmla="*/ 224 w 353"/>
              <a:gd name="T83" fmla="*/ 353 h 353"/>
              <a:gd name="T84" fmla="*/ 232 w 353"/>
              <a:gd name="T85" fmla="*/ 345 h 353"/>
              <a:gd name="T86" fmla="*/ 230 w 353"/>
              <a:gd name="T87" fmla="*/ 339 h 353"/>
              <a:gd name="T88" fmla="*/ 184 w 353"/>
              <a:gd name="T89" fmla="*/ 293 h 353"/>
              <a:gd name="T90" fmla="*/ 184 w 353"/>
              <a:gd name="T91" fmla="*/ 273 h 353"/>
              <a:gd name="T92" fmla="*/ 321 w 353"/>
              <a:gd name="T93" fmla="*/ 273 h 353"/>
              <a:gd name="T94" fmla="*/ 337 w 353"/>
              <a:gd name="T95" fmla="*/ 257 h 353"/>
              <a:gd name="T96" fmla="*/ 337 w 353"/>
              <a:gd name="T97" fmla="*/ 64 h 353"/>
              <a:gd name="T98" fmla="*/ 353 w 353"/>
              <a:gd name="T99" fmla="*/ 48 h 353"/>
              <a:gd name="T100" fmla="*/ 353 w 353"/>
              <a:gd name="T101" fmla="*/ 32 h 353"/>
              <a:gd name="T102" fmla="*/ 337 w 353"/>
              <a:gd name="T103" fmla="*/ 16 h 353"/>
              <a:gd name="T104" fmla="*/ 321 w 353"/>
              <a:gd name="T105" fmla="*/ 257 h 353"/>
              <a:gd name="T106" fmla="*/ 32 w 353"/>
              <a:gd name="T107" fmla="*/ 257 h 353"/>
              <a:gd name="T108" fmla="*/ 32 w 353"/>
              <a:gd name="T109" fmla="*/ 64 h 353"/>
              <a:gd name="T110" fmla="*/ 321 w 353"/>
              <a:gd name="T111" fmla="*/ 64 h 353"/>
              <a:gd name="T112" fmla="*/ 321 w 353"/>
              <a:gd name="T113" fmla="*/ 257 h 353"/>
              <a:gd name="T114" fmla="*/ 337 w 353"/>
              <a:gd name="T115" fmla="*/ 48 h 353"/>
              <a:gd name="T116" fmla="*/ 16 w 353"/>
              <a:gd name="T117" fmla="*/ 48 h 353"/>
              <a:gd name="T118" fmla="*/ 16 w 353"/>
              <a:gd name="T119" fmla="*/ 32 h 353"/>
              <a:gd name="T120" fmla="*/ 337 w 353"/>
              <a:gd name="T121" fmla="*/ 32 h 353"/>
              <a:gd name="T122" fmla="*/ 337 w 353"/>
              <a:gd name="T123" fmla="*/ 48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353" h="353">
                <a:moveTo>
                  <a:pt x="176" y="144"/>
                </a:moveTo>
                <a:cubicBezTo>
                  <a:pt x="145" y="144"/>
                  <a:pt x="120" y="169"/>
                  <a:pt x="120" y="200"/>
                </a:cubicBezTo>
                <a:cubicBezTo>
                  <a:pt x="120" y="205"/>
                  <a:pt x="124" y="208"/>
                  <a:pt x="128" y="208"/>
                </a:cubicBezTo>
                <a:cubicBezTo>
                  <a:pt x="132" y="208"/>
                  <a:pt x="136" y="205"/>
                  <a:pt x="136" y="200"/>
                </a:cubicBezTo>
                <a:cubicBezTo>
                  <a:pt x="136" y="178"/>
                  <a:pt x="154" y="160"/>
                  <a:pt x="176" y="160"/>
                </a:cubicBezTo>
                <a:cubicBezTo>
                  <a:pt x="198" y="160"/>
                  <a:pt x="216" y="178"/>
                  <a:pt x="216" y="200"/>
                </a:cubicBezTo>
                <a:cubicBezTo>
                  <a:pt x="216" y="205"/>
                  <a:pt x="220" y="208"/>
                  <a:pt x="224" y="208"/>
                </a:cubicBezTo>
                <a:cubicBezTo>
                  <a:pt x="229" y="208"/>
                  <a:pt x="232" y="205"/>
                  <a:pt x="232" y="200"/>
                </a:cubicBezTo>
                <a:cubicBezTo>
                  <a:pt x="232" y="169"/>
                  <a:pt x="207" y="144"/>
                  <a:pt x="176" y="144"/>
                </a:cubicBezTo>
                <a:moveTo>
                  <a:pt x="176" y="192"/>
                </a:moveTo>
                <a:cubicBezTo>
                  <a:pt x="172" y="192"/>
                  <a:pt x="168" y="196"/>
                  <a:pt x="168" y="200"/>
                </a:cubicBezTo>
                <a:cubicBezTo>
                  <a:pt x="168" y="205"/>
                  <a:pt x="172" y="208"/>
                  <a:pt x="176" y="208"/>
                </a:cubicBezTo>
                <a:cubicBezTo>
                  <a:pt x="181" y="208"/>
                  <a:pt x="184" y="205"/>
                  <a:pt x="184" y="200"/>
                </a:cubicBezTo>
                <a:cubicBezTo>
                  <a:pt x="184" y="196"/>
                  <a:pt x="181" y="192"/>
                  <a:pt x="176" y="192"/>
                </a:cubicBezTo>
                <a:moveTo>
                  <a:pt x="80" y="208"/>
                </a:moveTo>
                <a:cubicBezTo>
                  <a:pt x="84" y="208"/>
                  <a:pt x="88" y="205"/>
                  <a:pt x="88" y="200"/>
                </a:cubicBezTo>
                <a:cubicBezTo>
                  <a:pt x="88" y="152"/>
                  <a:pt x="127" y="112"/>
                  <a:pt x="176" y="112"/>
                </a:cubicBezTo>
                <a:cubicBezTo>
                  <a:pt x="225" y="112"/>
                  <a:pt x="264" y="152"/>
                  <a:pt x="264" y="200"/>
                </a:cubicBezTo>
                <a:cubicBezTo>
                  <a:pt x="264" y="205"/>
                  <a:pt x="268" y="208"/>
                  <a:pt x="273" y="208"/>
                </a:cubicBezTo>
                <a:cubicBezTo>
                  <a:pt x="277" y="208"/>
                  <a:pt x="281" y="205"/>
                  <a:pt x="281" y="200"/>
                </a:cubicBezTo>
                <a:cubicBezTo>
                  <a:pt x="281" y="143"/>
                  <a:pt x="234" y="96"/>
                  <a:pt x="176" y="96"/>
                </a:cubicBezTo>
                <a:cubicBezTo>
                  <a:pt x="119" y="96"/>
                  <a:pt x="72" y="143"/>
                  <a:pt x="72" y="200"/>
                </a:cubicBezTo>
                <a:cubicBezTo>
                  <a:pt x="72" y="205"/>
                  <a:pt x="75" y="208"/>
                  <a:pt x="80" y="208"/>
                </a:cubicBezTo>
                <a:moveTo>
                  <a:pt x="337" y="16"/>
                </a:moveTo>
                <a:cubicBezTo>
                  <a:pt x="192" y="16"/>
                  <a:pt x="192" y="16"/>
                  <a:pt x="192" y="16"/>
                </a:cubicBezTo>
                <a:cubicBezTo>
                  <a:pt x="192" y="7"/>
                  <a:pt x="185" y="0"/>
                  <a:pt x="176" y="0"/>
                </a:cubicBezTo>
                <a:cubicBezTo>
                  <a:pt x="167" y="0"/>
                  <a:pt x="160" y="7"/>
                  <a:pt x="160" y="16"/>
                </a:cubicBezTo>
                <a:cubicBezTo>
                  <a:pt x="16" y="16"/>
                  <a:pt x="16" y="16"/>
                  <a:pt x="16" y="16"/>
                </a:cubicBezTo>
                <a:cubicBezTo>
                  <a:pt x="7" y="16"/>
                  <a:pt x="0" y="23"/>
                  <a:pt x="0" y="32"/>
                </a:cubicBezTo>
                <a:cubicBezTo>
                  <a:pt x="0" y="48"/>
                  <a:pt x="0" y="48"/>
                  <a:pt x="0" y="48"/>
                </a:cubicBezTo>
                <a:cubicBezTo>
                  <a:pt x="0" y="57"/>
                  <a:pt x="7" y="64"/>
                  <a:pt x="16" y="64"/>
                </a:cubicBezTo>
                <a:cubicBezTo>
                  <a:pt x="16" y="257"/>
                  <a:pt x="16" y="257"/>
                  <a:pt x="16" y="257"/>
                </a:cubicBezTo>
                <a:cubicBezTo>
                  <a:pt x="16" y="265"/>
                  <a:pt x="23" y="273"/>
                  <a:pt x="32" y="273"/>
                </a:cubicBezTo>
                <a:cubicBezTo>
                  <a:pt x="168" y="273"/>
                  <a:pt x="168" y="273"/>
                  <a:pt x="168" y="273"/>
                </a:cubicBezTo>
                <a:cubicBezTo>
                  <a:pt x="168" y="293"/>
                  <a:pt x="168" y="293"/>
                  <a:pt x="168" y="293"/>
                </a:cubicBezTo>
                <a:cubicBezTo>
                  <a:pt x="122" y="339"/>
                  <a:pt x="122" y="339"/>
                  <a:pt x="122" y="339"/>
                </a:cubicBezTo>
                <a:cubicBezTo>
                  <a:pt x="121" y="341"/>
                  <a:pt x="120" y="343"/>
                  <a:pt x="120" y="345"/>
                </a:cubicBezTo>
                <a:cubicBezTo>
                  <a:pt x="120" y="349"/>
                  <a:pt x="124" y="353"/>
                  <a:pt x="128" y="353"/>
                </a:cubicBezTo>
                <a:cubicBezTo>
                  <a:pt x="130" y="353"/>
                  <a:pt x="132" y="352"/>
                  <a:pt x="134" y="351"/>
                </a:cubicBezTo>
                <a:cubicBezTo>
                  <a:pt x="176" y="308"/>
                  <a:pt x="176" y="308"/>
                  <a:pt x="176" y="308"/>
                </a:cubicBezTo>
                <a:cubicBezTo>
                  <a:pt x="219" y="351"/>
                  <a:pt x="219" y="351"/>
                  <a:pt x="219" y="351"/>
                </a:cubicBezTo>
                <a:cubicBezTo>
                  <a:pt x="220" y="352"/>
                  <a:pt x="222" y="353"/>
                  <a:pt x="224" y="353"/>
                </a:cubicBezTo>
                <a:cubicBezTo>
                  <a:pt x="229" y="353"/>
                  <a:pt x="232" y="349"/>
                  <a:pt x="232" y="345"/>
                </a:cubicBezTo>
                <a:cubicBezTo>
                  <a:pt x="232" y="343"/>
                  <a:pt x="231" y="341"/>
                  <a:pt x="230" y="339"/>
                </a:cubicBezTo>
                <a:cubicBezTo>
                  <a:pt x="184" y="293"/>
                  <a:pt x="184" y="293"/>
                  <a:pt x="184" y="293"/>
                </a:cubicBezTo>
                <a:cubicBezTo>
                  <a:pt x="184" y="273"/>
                  <a:pt x="184" y="273"/>
                  <a:pt x="184" y="273"/>
                </a:cubicBezTo>
                <a:cubicBezTo>
                  <a:pt x="321" y="273"/>
                  <a:pt x="321" y="273"/>
                  <a:pt x="321" y="273"/>
                </a:cubicBezTo>
                <a:cubicBezTo>
                  <a:pt x="330" y="273"/>
                  <a:pt x="337" y="265"/>
                  <a:pt x="337" y="257"/>
                </a:cubicBezTo>
                <a:cubicBezTo>
                  <a:pt x="337" y="64"/>
                  <a:pt x="337" y="64"/>
                  <a:pt x="337" y="64"/>
                </a:cubicBezTo>
                <a:cubicBezTo>
                  <a:pt x="346" y="64"/>
                  <a:pt x="353" y="57"/>
                  <a:pt x="353" y="48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23"/>
                  <a:pt x="346" y="16"/>
                  <a:pt x="337" y="16"/>
                </a:cubicBezTo>
                <a:moveTo>
                  <a:pt x="321" y="257"/>
                </a:moveTo>
                <a:cubicBezTo>
                  <a:pt x="32" y="257"/>
                  <a:pt x="32" y="257"/>
                  <a:pt x="32" y="257"/>
                </a:cubicBezTo>
                <a:cubicBezTo>
                  <a:pt x="32" y="64"/>
                  <a:pt x="32" y="64"/>
                  <a:pt x="32" y="64"/>
                </a:cubicBezTo>
                <a:cubicBezTo>
                  <a:pt x="321" y="64"/>
                  <a:pt x="321" y="64"/>
                  <a:pt x="321" y="64"/>
                </a:cubicBezTo>
                <a:lnTo>
                  <a:pt x="321" y="257"/>
                </a:lnTo>
                <a:close/>
                <a:moveTo>
                  <a:pt x="337" y="48"/>
                </a:moveTo>
                <a:cubicBezTo>
                  <a:pt x="16" y="48"/>
                  <a:pt x="16" y="48"/>
                  <a:pt x="16" y="48"/>
                </a:cubicBezTo>
                <a:cubicBezTo>
                  <a:pt x="16" y="32"/>
                  <a:pt x="16" y="32"/>
                  <a:pt x="16" y="32"/>
                </a:cubicBezTo>
                <a:cubicBezTo>
                  <a:pt x="337" y="32"/>
                  <a:pt x="337" y="32"/>
                  <a:pt x="337" y="32"/>
                </a:cubicBezTo>
                <a:lnTo>
                  <a:pt x="337" y="48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1" name="Freeform 41"/>
          <p:cNvSpPr>
            <a:spLocks noEditPoints="1"/>
          </p:cNvSpPr>
          <p:nvPr/>
        </p:nvSpPr>
        <p:spPr bwMode="auto">
          <a:xfrm>
            <a:off x="7473951" y="4250267"/>
            <a:ext cx="582084" cy="582084"/>
          </a:xfrm>
          <a:custGeom>
            <a:avLst/>
            <a:gdLst>
              <a:gd name="T0" fmla="*/ 281 w 353"/>
              <a:gd name="T1" fmla="*/ 224 h 353"/>
              <a:gd name="T2" fmla="*/ 287 w 353"/>
              <a:gd name="T3" fmla="*/ 212 h 353"/>
              <a:gd name="T4" fmla="*/ 239 w 353"/>
              <a:gd name="T5" fmla="*/ 147 h 353"/>
              <a:gd name="T6" fmla="*/ 233 w 353"/>
              <a:gd name="T7" fmla="*/ 144 h 353"/>
              <a:gd name="T8" fmla="*/ 201 w 353"/>
              <a:gd name="T9" fmla="*/ 173 h 353"/>
              <a:gd name="T10" fmla="*/ 136 w 353"/>
              <a:gd name="T11" fmla="*/ 112 h 353"/>
              <a:gd name="T12" fmla="*/ 130 w 353"/>
              <a:gd name="T13" fmla="*/ 116 h 353"/>
              <a:gd name="T14" fmla="*/ 66 w 353"/>
              <a:gd name="T15" fmla="*/ 212 h 353"/>
              <a:gd name="T16" fmla="*/ 72 w 353"/>
              <a:gd name="T17" fmla="*/ 224 h 353"/>
              <a:gd name="T18" fmla="*/ 195 w 353"/>
              <a:gd name="T19" fmla="*/ 190 h 353"/>
              <a:gd name="T20" fmla="*/ 206 w 353"/>
              <a:gd name="T21" fmla="*/ 190 h 353"/>
              <a:gd name="T22" fmla="*/ 265 w 353"/>
              <a:gd name="T23" fmla="*/ 208 h 353"/>
              <a:gd name="T24" fmla="*/ 138 w 353"/>
              <a:gd name="T25" fmla="*/ 133 h 353"/>
              <a:gd name="T26" fmla="*/ 289 w 353"/>
              <a:gd name="T27" fmla="*/ 104 h 353"/>
              <a:gd name="T28" fmla="*/ 241 w 353"/>
              <a:gd name="T29" fmla="*/ 104 h 353"/>
              <a:gd name="T30" fmla="*/ 265 w 353"/>
              <a:gd name="T31" fmla="*/ 96 h 353"/>
              <a:gd name="T32" fmla="*/ 265 w 353"/>
              <a:gd name="T33" fmla="*/ 112 h 353"/>
              <a:gd name="T34" fmla="*/ 265 w 353"/>
              <a:gd name="T35" fmla="*/ 96 h 353"/>
              <a:gd name="T36" fmla="*/ 193 w 353"/>
              <a:gd name="T37" fmla="*/ 16 h 353"/>
              <a:gd name="T38" fmla="*/ 160 w 353"/>
              <a:gd name="T39" fmla="*/ 16 h 353"/>
              <a:gd name="T40" fmla="*/ 0 w 353"/>
              <a:gd name="T41" fmla="*/ 32 h 353"/>
              <a:gd name="T42" fmla="*/ 16 w 353"/>
              <a:gd name="T43" fmla="*/ 64 h 353"/>
              <a:gd name="T44" fmla="*/ 32 w 353"/>
              <a:gd name="T45" fmla="*/ 273 h 353"/>
              <a:gd name="T46" fmla="*/ 168 w 353"/>
              <a:gd name="T47" fmla="*/ 293 h 353"/>
              <a:gd name="T48" fmla="*/ 120 w 353"/>
              <a:gd name="T49" fmla="*/ 345 h 353"/>
              <a:gd name="T50" fmla="*/ 134 w 353"/>
              <a:gd name="T51" fmla="*/ 351 h 353"/>
              <a:gd name="T52" fmla="*/ 219 w 353"/>
              <a:gd name="T53" fmla="*/ 351 h 353"/>
              <a:gd name="T54" fmla="*/ 233 w 353"/>
              <a:gd name="T55" fmla="*/ 345 h 353"/>
              <a:gd name="T56" fmla="*/ 185 w 353"/>
              <a:gd name="T57" fmla="*/ 293 h 353"/>
              <a:gd name="T58" fmla="*/ 321 w 353"/>
              <a:gd name="T59" fmla="*/ 273 h 353"/>
              <a:gd name="T60" fmla="*/ 337 w 353"/>
              <a:gd name="T61" fmla="*/ 64 h 353"/>
              <a:gd name="T62" fmla="*/ 353 w 353"/>
              <a:gd name="T63" fmla="*/ 32 h 353"/>
              <a:gd name="T64" fmla="*/ 321 w 353"/>
              <a:gd name="T65" fmla="*/ 257 h 353"/>
              <a:gd name="T66" fmla="*/ 32 w 353"/>
              <a:gd name="T67" fmla="*/ 64 h 353"/>
              <a:gd name="T68" fmla="*/ 321 w 353"/>
              <a:gd name="T69" fmla="*/ 257 h 353"/>
              <a:gd name="T70" fmla="*/ 16 w 353"/>
              <a:gd name="T71" fmla="*/ 48 h 353"/>
              <a:gd name="T72" fmla="*/ 337 w 353"/>
              <a:gd name="T73" fmla="*/ 32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353" h="353">
                <a:moveTo>
                  <a:pt x="72" y="224"/>
                </a:moveTo>
                <a:cubicBezTo>
                  <a:pt x="281" y="224"/>
                  <a:pt x="281" y="224"/>
                  <a:pt x="281" y="224"/>
                </a:cubicBezTo>
                <a:cubicBezTo>
                  <a:pt x="285" y="224"/>
                  <a:pt x="289" y="221"/>
                  <a:pt x="289" y="216"/>
                </a:cubicBezTo>
                <a:cubicBezTo>
                  <a:pt x="289" y="215"/>
                  <a:pt x="288" y="213"/>
                  <a:pt x="287" y="212"/>
                </a:cubicBezTo>
                <a:cubicBezTo>
                  <a:pt x="287" y="212"/>
                  <a:pt x="287" y="212"/>
                  <a:pt x="287" y="212"/>
                </a:cubicBezTo>
                <a:cubicBezTo>
                  <a:pt x="239" y="147"/>
                  <a:pt x="239" y="147"/>
                  <a:pt x="239" y="147"/>
                </a:cubicBezTo>
                <a:cubicBezTo>
                  <a:pt x="239" y="147"/>
                  <a:pt x="239" y="147"/>
                  <a:pt x="239" y="147"/>
                </a:cubicBezTo>
                <a:cubicBezTo>
                  <a:pt x="238" y="146"/>
                  <a:pt x="235" y="144"/>
                  <a:pt x="233" y="144"/>
                </a:cubicBezTo>
                <a:cubicBezTo>
                  <a:pt x="230" y="144"/>
                  <a:pt x="228" y="145"/>
                  <a:pt x="227" y="147"/>
                </a:cubicBezTo>
                <a:cubicBezTo>
                  <a:pt x="201" y="173"/>
                  <a:pt x="201" y="173"/>
                  <a:pt x="201" y="173"/>
                </a:cubicBezTo>
                <a:cubicBezTo>
                  <a:pt x="142" y="114"/>
                  <a:pt x="142" y="114"/>
                  <a:pt x="142" y="114"/>
                </a:cubicBezTo>
                <a:cubicBezTo>
                  <a:pt x="141" y="113"/>
                  <a:pt x="139" y="112"/>
                  <a:pt x="136" y="112"/>
                </a:cubicBezTo>
                <a:cubicBezTo>
                  <a:pt x="134" y="112"/>
                  <a:pt x="131" y="114"/>
                  <a:pt x="130" y="116"/>
                </a:cubicBezTo>
                <a:cubicBezTo>
                  <a:pt x="130" y="116"/>
                  <a:pt x="130" y="116"/>
                  <a:pt x="130" y="116"/>
                </a:cubicBezTo>
                <a:cubicBezTo>
                  <a:pt x="65" y="212"/>
                  <a:pt x="65" y="212"/>
                  <a:pt x="65" y="212"/>
                </a:cubicBezTo>
                <a:cubicBezTo>
                  <a:pt x="66" y="212"/>
                  <a:pt x="66" y="212"/>
                  <a:pt x="66" y="212"/>
                </a:cubicBezTo>
                <a:cubicBezTo>
                  <a:pt x="65" y="213"/>
                  <a:pt x="64" y="215"/>
                  <a:pt x="64" y="216"/>
                </a:cubicBezTo>
                <a:cubicBezTo>
                  <a:pt x="64" y="221"/>
                  <a:pt x="68" y="224"/>
                  <a:pt x="72" y="224"/>
                </a:cubicBezTo>
                <a:moveTo>
                  <a:pt x="138" y="133"/>
                </a:moveTo>
                <a:cubicBezTo>
                  <a:pt x="195" y="190"/>
                  <a:pt x="195" y="190"/>
                  <a:pt x="195" y="190"/>
                </a:cubicBezTo>
                <a:cubicBezTo>
                  <a:pt x="196" y="191"/>
                  <a:pt x="198" y="192"/>
                  <a:pt x="201" y="192"/>
                </a:cubicBezTo>
                <a:cubicBezTo>
                  <a:pt x="203" y="192"/>
                  <a:pt x="205" y="191"/>
                  <a:pt x="206" y="190"/>
                </a:cubicBezTo>
                <a:cubicBezTo>
                  <a:pt x="232" y="164"/>
                  <a:pt x="232" y="164"/>
                  <a:pt x="232" y="164"/>
                </a:cubicBezTo>
                <a:cubicBezTo>
                  <a:pt x="265" y="208"/>
                  <a:pt x="265" y="208"/>
                  <a:pt x="265" y="208"/>
                </a:cubicBezTo>
                <a:cubicBezTo>
                  <a:pt x="87" y="208"/>
                  <a:pt x="87" y="208"/>
                  <a:pt x="87" y="208"/>
                </a:cubicBezTo>
                <a:lnTo>
                  <a:pt x="138" y="133"/>
                </a:lnTo>
                <a:close/>
                <a:moveTo>
                  <a:pt x="265" y="128"/>
                </a:moveTo>
                <a:cubicBezTo>
                  <a:pt x="278" y="128"/>
                  <a:pt x="289" y="117"/>
                  <a:pt x="289" y="104"/>
                </a:cubicBezTo>
                <a:cubicBezTo>
                  <a:pt x="289" y="91"/>
                  <a:pt x="278" y="80"/>
                  <a:pt x="265" y="80"/>
                </a:cubicBezTo>
                <a:cubicBezTo>
                  <a:pt x="252" y="80"/>
                  <a:pt x="241" y="91"/>
                  <a:pt x="241" y="104"/>
                </a:cubicBezTo>
                <a:cubicBezTo>
                  <a:pt x="241" y="117"/>
                  <a:pt x="252" y="128"/>
                  <a:pt x="265" y="128"/>
                </a:cubicBezTo>
                <a:moveTo>
                  <a:pt x="265" y="96"/>
                </a:moveTo>
                <a:cubicBezTo>
                  <a:pt x="269" y="96"/>
                  <a:pt x="273" y="100"/>
                  <a:pt x="273" y="104"/>
                </a:cubicBezTo>
                <a:cubicBezTo>
                  <a:pt x="273" y="108"/>
                  <a:pt x="269" y="112"/>
                  <a:pt x="265" y="112"/>
                </a:cubicBezTo>
                <a:cubicBezTo>
                  <a:pt x="260" y="112"/>
                  <a:pt x="257" y="108"/>
                  <a:pt x="257" y="104"/>
                </a:cubicBezTo>
                <a:cubicBezTo>
                  <a:pt x="257" y="100"/>
                  <a:pt x="260" y="96"/>
                  <a:pt x="265" y="96"/>
                </a:cubicBezTo>
                <a:moveTo>
                  <a:pt x="337" y="16"/>
                </a:moveTo>
                <a:cubicBezTo>
                  <a:pt x="193" y="16"/>
                  <a:pt x="193" y="16"/>
                  <a:pt x="193" y="16"/>
                </a:cubicBezTo>
                <a:cubicBezTo>
                  <a:pt x="193" y="7"/>
                  <a:pt x="185" y="0"/>
                  <a:pt x="176" y="0"/>
                </a:cubicBezTo>
                <a:cubicBezTo>
                  <a:pt x="168" y="0"/>
                  <a:pt x="160" y="7"/>
                  <a:pt x="160" y="16"/>
                </a:cubicBezTo>
                <a:cubicBezTo>
                  <a:pt x="16" y="16"/>
                  <a:pt x="16" y="16"/>
                  <a:pt x="16" y="16"/>
                </a:cubicBezTo>
                <a:cubicBezTo>
                  <a:pt x="7" y="16"/>
                  <a:pt x="0" y="23"/>
                  <a:pt x="0" y="32"/>
                </a:cubicBezTo>
                <a:cubicBezTo>
                  <a:pt x="0" y="48"/>
                  <a:pt x="0" y="48"/>
                  <a:pt x="0" y="48"/>
                </a:cubicBezTo>
                <a:cubicBezTo>
                  <a:pt x="0" y="57"/>
                  <a:pt x="7" y="64"/>
                  <a:pt x="16" y="64"/>
                </a:cubicBezTo>
                <a:cubicBezTo>
                  <a:pt x="16" y="257"/>
                  <a:pt x="16" y="257"/>
                  <a:pt x="16" y="257"/>
                </a:cubicBezTo>
                <a:cubicBezTo>
                  <a:pt x="16" y="265"/>
                  <a:pt x="23" y="273"/>
                  <a:pt x="32" y="273"/>
                </a:cubicBezTo>
                <a:cubicBezTo>
                  <a:pt x="168" y="273"/>
                  <a:pt x="168" y="273"/>
                  <a:pt x="168" y="273"/>
                </a:cubicBezTo>
                <a:cubicBezTo>
                  <a:pt x="168" y="293"/>
                  <a:pt x="168" y="293"/>
                  <a:pt x="168" y="293"/>
                </a:cubicBezTo>
                <a:cubicBezTo>
                  <a:pt x="123" y="339"/>
                  <a:pt x="123" y="339"/>
                  <a:pt x="123" y="339"/>
                </a:cubicBezTo>
                <a:cubicBezTo>
                  <a:pt x="121" y="341"/>
                  <a:pt x="120" y="343"/>
                  <a:pt x="120" y="345"/>
                </a:cubicBezTo>
                <a:cubicBezTo>
                  <a:pt x="120" y="349"/>
                  <a:pt x="124" y="353"/>
                  <a:pt x="128" y="353"/>
                </a:cubicBezTo>
                <a:cubicBezTo>
                  <a:pt x="131" y="353"/>
                  <a:pt x="133" y="352"/>
                  <a:pt x="134" y="351"/>
                </a:cubicBezTo>
                <a:cubicBezTo>
                  <a:pt x="176" y="308"/>
                  <a:pt x="176" y="308"/>
                  <a:pt x="176" y="308"/>
                </a:cubicBezTo>
                <a:cubicBezTo>
                  <a:pt x="219" y="351"/>
                  <a:pt x="219" y="351"/>
                  <a:pt x="219" y="351"/>
                </a:cubicBezTo>
                <a:cubicBezTo>
                  <a:pt x="220" y="352"/>
                  <a:pt x="222" y="353"/>
                  <a:pt x="225" y="353"/>
                </a:cubicBezTo>
                <a:cubicBezTo>
                  <a:pt x="229" y="353"/>
                  <a:pt x="233" y="349"/>
                  <a:pt x="233" y="345"/>
                </a:cubicBezTo>
                <a:cubicBezTo>
                  <a:pt x="233" y="343"/>
                  <a:pt x="232" y="341"/>
                  <a:pt x="230" y="339"/>
                </a:cubicBezTo>
                <a:cubicBezTo>
                  <a:pt x="185" y="293"/>
                  <a:pt x="185" y="293"/>
                  <a:pt x="185" y="293"/>
                </a:cubicBezTo>
                <a:cubicBezTo>
                  <a:pt x="185" y="273"/>
                  <a:pt x="185" y="273"/>
                  <a:pt x="185" y="273"/>
                </a:cubicBezTo>
                <a:cubicBezTo>
                  <a:pt x="321" y="273"/>
                  <a:pt x="321" y="273"/>
                  <a:pt x="321" y="273"/>
                </a:cubicBezTo>
                <a:cubicBezTo>
                  <a:pt x="330" y="273"/>
                  <a:pt x="337" y="265"/>
                  <a:pt x="337" y="257"/>
                </a:cubicBezTo>
                <a:cubicBezTo>
                  <a:pt x="337" y="64"/>
                  <a:pt x="337" y="64"/>
                  <a:pt x="337" y="64"/>
                </a:cubicBezTo>
                <a:cubicBezTo>
                  <a:pt x="346" y="64"/>
                  <a:pt x="353" y="57"/>
                  <a:pt x="353" y="48"/>
                </a:cubicBezTo>
                <a:cubicBezTo>
                  <a:pt x="353" y="32"/>
                  <a:pt x="353" y="32"/>
                  <a:pt x="353" y="32"/>
                </a:cubicBezTo>
                <a:cubicBezTo>
                  <a:pt x="353" y="23"/>
                  <a:pt x="346" y="16"/>
                  <a:pt x="337" y="16"/>
                </a:cubicBezTo>
                <a:moveTo>
                  <a:pt x="321" y="257"/>
                </a:moveTo>
                <a:cubicBezTo>
                  <a:pt x="32" y="257"/>
                  <a:pt x="32" y="257"/>
                  <a:pt x="32" y="257"/>
                </a:cubicBezTo>
                <a:cubicBezTo>
                  <a:pt x="32" y="64"/>
                  <a:pt x="32" y="64"/>
                  <a:pt x="32" y="64"/>
                </a:cubicBezTo>
                <a:cubicBezTo>
                  <a:pt x="321" y="64"/>
                  <a:pt x="321" y="64"/>
                  <a:pt x="321" y="64"/>
                </a:cubicBezTo>
                <a:lnTo>
                  <a:pt x="321" y="257"/>
                </a:lnTo>
                <a:close/>
                <a:moveTo>
                  <a:pt x="337" y="48"/>
                </a:moveTo>
                <a:cubicBezTo>
                  <a:pt x="16" y="48"/>
                  <a:pt x="16" y="48"/>
                  <a:pt x="16" y="48"/>
                </a:cubicBezTo>
                <a:cubicBezTo>
                  <a:pt x="16" y="32"/>
                  <a:pt x="16" y="32"/>
                  <a:pt x="16" y="32"/>
                </a:cubicBezTo>
                <a:cubicBezTo>
                  <a:pt x="337" y="32"/>
                  <a:pt x="337" y="32"/>
                  <a:pt x="337" y="32"/>
                </a:cubicBezTo>
                <a:lnTo>
                  <a:pt x="337" y="48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2" name="Freeform 42"/>
          <p:cNvSpPr>
            <a:spLocks noEditPoints="1"/>
          </p:cNvSpPr>
          <p:nvPr/>
        </p:nvSpPr>
        <p:spPr bwMode="auto">
          <a:xfrm>
            <a:off x="8585201" y="4343400"/>
            <a:ext cx="582084" cy="423333"/>
          </a:xfrm>
          <a:custGeom>
            <a:avLst/>
            <a:gdLst>
              <a:gd name="T0" fmla="*/ 349 w 353"/>
              <a:gd name="T1" fmla="*/ 65 h 257"/>
              <a:gd name="T2" fmla="*/ 349 w 353"/>
              <a:gd name="T3" fmla="*/ 65 h 257"/>
              <a:gd name="T4" fmla="*/ 180 w 353"/>
              <a:gd name="T5" fmla="*/ 1 h 257"/>
              <a:gd name="T6" fmla="*/ 177 w 353"/>
              <a:gd name="T7" fmla="*/ 0 h 257"/>
              <a:gd name="T8" fmla="*/ 173 w 353"/>
              <a:gd name="T9" fmla="*/ 1 h 257"/>
              <a:gd name="T10" fmla="*/ 5 w 353"/>
              <a:gd name="T11" fmla="*/ 65 h 257"/>
              <a:gd name="T12" fmla="*/ 5 w 353"/>
              <a:gd name="T13" fmla="*/ 65 h 257"/>
              <a:gd name="T14" fmla="*/ 5 w 353"/>
              <a:gd name="T15" fmla="*/ 79 h 257"/>
              <a:gd name="T16" fmla="*/ 5 w 353"/>
              <a:gd name="T17" fmla="*/ 79 h 257"/>
              <a:gd name="T18" fmla="*/ 20 w 353"/>
              <a:gd name="T19" fmla="*/ 85 h 257"/>
              <a:gd name="T20" fmla="*/ 0 w 353"/>
              <a:gd name="T21" fmla="*/ 176 h 257"/>
              <a:gd name="T22" fmla="*/ 32 w 353"/>
              <a:gd name="T23" fmla="*/ 176 h 257"/>
              <a:gd name="T24" fmla="*/ 36 w 353"/>
              <a:gd name="T25" fmla="*/ 91 h 257"/>
              <a:gd name="T26" fmla="*/ 48 w 353"/>
              <a:gd name="T27" fmla="*/ 216 h 257"/>
              <a:gd name="T28" fmla="*/ 48 w 353"/>
              <a:gd name="T29" fmla="*/ 217 h 257"/>
              <a:gd name="T30" fmla="*/ 58 w 353"/>
              <a:gd name="T31" fmla="*/ 224 h 257"/>
              <a:gd name="T32" fmla="*/ 119 w 353"/>
              <a:gd name="T33" fmla="*/ 209 h 257"/>
              <a:gd name="T34" fmla="*/ 172 w 353"/>
              <a:gd name="T35" fmla="*/ 255 h 257"/>
              <a:gd name="T36" fmla="*/ 181 w 353"/>
              <a:gd name="T37" fmla="*/ 255 h 257"/>
              <a:gd name="T38" fmla="*/ 243 w 353"/>
              <a:gd name="T39" fmla="*/ 209 h 257"/>
              <a:gd name="T40" fmla="*/ 304 w 353"/>
              <a:gd name="T41" fmla="*/ 224 h 257"/>
              <a:gd name="T42" fmla="*/ 313 w 353"/>
              <a:gd name="T43" fmla="*/ 217 h 257"/>
              <a:gd name="T44" fmla="*/ 313 w 353"/>
              <a:gd name="T45" fmla="*/ 215 h 257"/>
              <a:gd name="T46" fmla="*/ 348 w 353"/>
              <a:gd name="T47" fmla="*/ 80 h 257"/>
              <a:gd name="T48" fmla="*/ 349 w 353"/>
              <a:gd name="T49" fmla="*/ 79 h 257"/>
              <a:gd name="T50" fmla="*/ 353 w 353"/>
              <a:gd name="T51" fmla="*/ 72 h 257"/>
              <a:gd name="T52" fmla="*/ 243 w 353"/>
              <a:gd name="T53" fmla="*/ 193 h 257"/>
              <a:gd name="T54" fmla="*/ 241 w 353"/>
              <a:gd name="T55" fmla="*/ 193 h 257"/>
              <a:gd name="T56" fmla="*/ 237 w 353"/>
              <a:gd name="T57" fmla="*/ 194 h 257"/>
              <a:gd name="T58" fmla="*/ 125 w 353"/>
              <a:gd name="T59" fmla="*/ 194 h 257"/>
              <a:gd name="T60" fmla="*/ 121 w 353"/>
              <a:gd name="T61" fmla="*/ 193 h 257"/>
              <a:gd name="T62" fmla="*/ 119 w 353"/>
              <a:gd name="T63" fmla="*/ 193 h 257"/>
              <a:gd name="T64" fmla="*/ 78 w 353"/>
              <a:gd name="T65" fmla="*/ 107 h 257"/>
              <a:gd name="T66" fmla="*/ 173 w 353"/>
              <a:gd name="T67" fmla="*/ 144 h 257"/>
              <a:gd name="T68" fmla="*/ 180 w 353"/>
              <a:gd name="T69" fmla="*/ 144 h 257"/>
              <a:gd name="T70" fmla="*/ 277 w 353"/>
              <a:gd name="T71" fmla="*/ 107 h 257"/>
              <a:gd name="T72" fmla="*/ 177 w 353"/>
              <a:gd name="T73" fmla="*/ 128 h 257"/>
              <a:gd name="T74" fmla="*/ 177 w 353"/>
              <a:gd name="T75" fmla="*/ 16 h 257"/>
              <a:gd name="T76" fmla="*/ 177 w 353"/>
              <a:gd name="T77" fmla="*/ 128 h 2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353" h="257">
                <a:moveTo>
                  <a:pt x="353" y="72"/>
                </a:moveTo>
                <a:cubicBezTo>
                  <a:pt x="353" y="69"/>
                  <a:pt x="352" y="66"/>
                  <a:pt x="349" y="65"/>
                </a:cubicBezTo>
                <a:cubicBezTo>
                  <a:pt x="349" y="65"/>
                  <a:pt x="349" y="65"/>
                  <a:pt x="349" y="65"/>
                </a:cubicBezTo>
                <a:cubicBezTo>
                  <a:pt x="349" y="65"/>
                  <a:pt x="349" y="65"/>
                  <a:pt x="349" y="65"/>
                </a:cubicBezTo>
                <a:cubicBezTo>
                  <a:pt x="349" y="65"/>
                  <a:pt x="348" y="65"/>
                  <a:pt x="348" y="65"/>
                </a:cubicBezTo>
                <a:cubicBezTo>
                  <a:pt x="180" y="1"/>
                  <a:pt x="180" y="1"/>
                  <a:pt x="180" y="1"/>
                </a:cubicBezTo>
                <a:cubicBezTo>
                  <a:pt x="180" y="1"/>
                  <a:pt x="180" y="1"/>
                  <a:pt x="180" y="1"/>
                </a:cubicBezTo>
                <a:cubicBezTo>
                  <a:pt x="179" y="0"/>
                  <a:pt x="178" y="0"/>
                  <a:pt x="177" y="0"/>
                </a:cubicBezTo>
                <a:cubicBezTo>
                  <a:pt x="176" y="0"/>
                  <a:pt x="174" y="0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5" y="65"/>
                  <a:pt x="5" y="65"/>
                  <a:pt x="5" y="65"/>
                </a:cubicBezTo>
                <a:cubicBezTo>
                  <a:pt x="5" y="65"/>
                  <a:pt x="5" y="65"/>
                  <a:pt x="5" y="65"/>
                </a:cubicBezTo>
                <a:cubicBezTo>
                  <a:pt x="5" y="65"/>
                  <a:pt x="5" y="65"/>
                  <a:pt x="5" y="65"/>
                </a:cubicBezTo>
                <a:cubicBezTo>
                  <a:pt x="5" y="65"/>
                  <a:pt x="5" y="65"/>
                  <a:pt x="5" y="65"/>
                </a:cubicBezTo>
                <a:cubicBezTo>
                  <a:pt x="2" y="66"/>
                  <a:pt x="0" y="69"/>
                  <a:pt x="0" y="72"/>
                </a:cubicBezTo>
                <a:cubicBezTo>
                  <a:pt x="0" y="75"/>
                  <a:pt x="2" y="78"/>
                  <a:pt x="5" y="79"/>
                </a:cubicBezTo>
                <a:cubicBezTo>
                  <a:pt x="5" y="79"/>
                  <a:pt x="5" y="79"/>
                  <a:pt x="5" y="79"/>
                </a:cubicBezTo>
                <a:cubicBezTo>
                  <a:pt x="5" y="79"/>
                  <a:pt x="5" y="79"/>
                  <a:pt x="5" y="79"/>
                </a:cubicBezTo>
                <a:cubicBezTo>
                  <a:pt x="5" y="79"/>
                  <a:pt x="5" y="80"/>
                  <a:pt x="5" y="80"/>
                </a:cubicBezTo>
                <a:cubicBezTo>
                  <a:pt x="20" y="85"/>
                  <a:pt x="20" y="85"/>
                  <a:pt x="20" y="85"/>
                </a:cubicBezTo>
                <a:cubicBezTo>
                  <a:pt x="10" y="162"/>
                  <a:pt x="10" y="162"/>
                  <a:pt x="10" y="162"/>
                </a:cubicBezTo>
                <a:cubicBezTo>
                  <a:pt x="4" y="164"/>
                  <a:pt x="0" y="170"/>
                  <a:pt x="0" y="176"/>
                </a:cubicBezTo>
                <a:cubicBezTo>
                  <a:pt x="0" y="185"/>
                  <a:pt x="7" y="193"/>
                  <a:pt x="16" y="193"/>
                </a:cubicBezTo>
                <a:cubicBezTo>
                  <a:pt x="25" y="193"/>
                  <a:pt x="32" y="185"/>
                  <a:pt x="32" y="176"/>
                </a:cubicBezTo>
                <a:cubicBezTo>
                  <a:pt x="32" y="171"/>
                  <a:pt x="30" y="167"/>
                  <a:pt x="26" y="164"/>
                </a:cubicBezTo>
                <a:cubicBezTo>
                  <a:pt x="36" y="91"/>
                  <a:pt x="36" y="91"/>
                  <a:pt x="36" y="91"/>
                </a:cubicBezTo>
                <a:cubicBezTo>
                  <a:pt x="63" y="101"/>
                  <a:pt x="63" y="101"/>
                  <a:pt x="63" y="101"/>
                </a:cubicBezTo>
                <a:cubicBezTo>
                  <a:pt x="48" y="216"/>
                  <a:pt x="48" y="216"/>
                  <a:pt x="48" y="216"/>
                </a:cubicBezTo>
                <a:cubicBezTo>
                  <a:pt x="49" y="216"/>
                  <a:pt x="49" y="216"/>
                  <a:pt x="49" y="216"/>
                </a:cubicBezTo>
                <a:cubicBezTo>
                  <a:pt x="49" y="216"/>
                  <a:pt x="48" y="216"/>
                  <a:pt x="48" y="217"/>
                </a:cubicBezTo>
                <a:cubicBezTo>
                  <a:pt x="48" y="221"/>
                  <a:pt x="52" y="225"/>
                  <a:pt x="56" y="225"/>
                </a:cubicBezTo>
                <a:cubicBezTo>
                  <a:pt x="57" y="225"/>
                  <a:pt x="58" y="224"/>
                  <a:pt x="58" y="224"/>
                </a:cubicBezTo>
                <a:cubicBezTo>
                  <a:pt x="58" y="224"/>
                  <a:pt x="58" y="224"/>
                  <a:pt x="58" y="224"/>
                </a:cubicBezTo>
                <a:cubicBezTo>
                  <a:pt x="119" y="209"/>
                  <a:pt x="119" y="209"/>
                  <a:pt x="119" y="209"/>
                </a:cubicBezTo>
                <a:cubicBezTo>
                  <a:pt x="172" y="255"/>
                  <a:pt x="172" y="255"/>
                  <a:pt x="172" y="255"/>
                </a:cubicBezTo>
                <a:cubicBezTo>
                  <a:pt x="172" y="255"/>
                  <a:pt x="172" y="255"/>
                  <a:pt x="172" y="255"/>
                </a:cubicBezTo>
                <a:cubicBezTo>
                  <a:pt x="173" y="256"/>
                  <a:pt x="175" y="257"/>
                  <a:pt x="177" y="257"/>
                </a:cubicBezTo>
                <a:cubicBezTo>
                  <a:pt x="178" y="257"/>
                  <a:pt x="180" y="256"/>
                  <a:pt x="181" y="255"/>
                </a:cubicBezTo>
                <a:cubicBezTo>
                  <a:pt x="181" y="255"/>
                  <a:pt x="181" y="255"/>
                  <a:pt x="181" y="255"/>
                </a:cubicBezTo>
                <a:cubicBezTo>
                  <a:pt x="243" y="209"/>
                  <a:pt x="243" y="209"/>
                  <a:pt x="243" y="209"/>
                </a:cubicBezTo>
                <a:cubicBezTo>
                  <a:pt x="304" y="224"/>
                  <a:pt x="304" y="224"/>
                  <a:pt x="304" y="224"/>
                </a:cubicBezTo>
                <a:cubicBezTo>
                  <a:pt x="304" y="224"/>
                  <a:pt x="304" y="224"/>
                  <a:pt x="304" y="224"/>
                </a:cubicBezTo>
                <a:cubicBezTo>
                  <a:pt x="304" y="224"/>
                  <a:pt x="305" y="225"/>
                  <a:pt x="305" y="225"/>
                </a:cubicBezTo>
                <a:cubicBezTo>
                  <a:pt x="310" y="225"/>
                  <a:pt x="313" y="221"/>
                  <a:pt x="313" y="217"/>
                </a:cubicBezTo>
                <a:cubicBezTo>
                  <a:pt x="313" y="216"/>
                  <a:pt x="313" y="216"/>
                  <a:pt x="313" y="215"/>
                </a:cubicBezTo>
                <a:cubicBezTo>
                  <a:pt x="313" y="215"/>
                  <a:pt x="313" y="215"/>
                  <a:pt x="313" y="215"/>
                </a:cubicBezTo>
                <a:cubicBezTo>
                  <a:pt x="292" y="101"/>
                  <a:pt x="292" y="101"/>
                  <a:pt x="292" y="101"/>
                </a:cubicBezTo>
                <a:cubicBezTo>
                  <a:pt x="348" y="80"/>
                  <a:pt x="348" y="80"/>
                  <a:pt x="348" y="80"/>
                </a:cubicBezTo>
                <a:cubicBezTo>
                  <a:pt x="348" y="80"/>
                  <a:pt x="349" y="79"/>
                  <a:pt x="349" y="79"/>
                </a:cubicBezTo>
                <a:cubicBezTo>
                  <a:pt x="349" y="79"/>
                  <a:pt x="349" y="79"/>
                  <a:pt x="349" y="79"/>
                </a:cubicBezTo>
                <a:cubicBezTo>
                  <a:pt x="349" y="79"/>
                  <a:pt x="349" y="79"/>
                  <a:pt x="349" y="79"/>
                </a:cubicBezTo>
                <a:cubicBezTo>
                  <a:pt x="352" y="78"/>
                  <a:pt x="353" y="75"/>
                  <a:pt x="353" y="72"/>
                </a:cubicBezTo>
                <a:moveTo>
                  <a:pt x="295" y="206"/>
                </a:moveTo>
                <a:cubicBezTo>
                  <a:pt x="243" y="193"/>
                  <a:pt x="243" y="193"/>
                  <a:pt x="243" y="193"/>
                </a:cubicBezTo>
                <a:cubicBezTo>
                  <a:pt x="243" y="193"/>
                  <a:pt x="243" y="193"/>
                  <a:pt x="243" y="193"/>
                </a:cubicBezTo>
                <a:cubicBezTo>
                  <a:pt x="242" y="193"/>
                  <a:pt x="242" y="193"/>
                  <a:pt x="241" y="193"/>
                </a:cubicBezTo>
                <a:cubicBezTo>
                  <a:pt x="239" y="193"/>
                  <a:pt x="238" y="193"/>
                  <a:pt x="237" y="194"/>
                </a:cubicBezTo>
                <a:cubicBezTo>
                  <a:pt x="237" y="194"/>
                  <a:pt x="237" y="194"/>
                  <a:pt x="237" y="194"/>
                </a:cubicBezTo>
                <a:cubicBezTo>
                  <a:pt x="177" y="238"/>
                  <a:pt x="177" y="238"/>
                  <a:pt x="177" y="238"/>
                </a:cubicBezTo>
                <a:cubicBezTo>
                  <a:pt x="125" y="194"/>
                  <a:pt x="125" y="194"/>
                  <a:pt x="125" y="194"/>
                </a:cubicBezTo>
                <a:cubicBezTo>
                  <a:pt x="125" y="194"/>
                  <a:pt x="125" y="194"/>
                  <a:pt x="125" y="194"/>
                </a:cubicBezTo>
                <a:cubicBezTo>
                  <a:pt x="124" y="193"/>
                  <a:pt x="122" y="193"/>
                  <a:pt x="121" y="193"/>
                </a:cubicBezTo>
                <a:cubicBezTo>
                  <a:pt x="120" y="193"/>
                  <a:pt x="119" y="193"/>
                  <a:pt x="119" y="193"/>
                </a:cubicBezTo>
                <a:cubicBezTo>
                  <a:pt x="119" y="193"/>
                  <a:pt x="119" y="193"/>
                  <a:pt x="119" y="193"/>
                </a:cubicBezTo>
                <a:cubicBezTo>
                  <a:pt x="66" y="206"/>
                  <a:pt x="66" y="206"/>
                  <a:pt x="66" y="206"/>
                </a:cubicBezTo>
                <a:cubicBezTo>
                  <a:pt x="78" y="107"/>
                  <a:pt x="78" y="107"/>
                  <a:pt x="78" y="107"/>
                </a:cubicBezTo>
                <a:cubicBezTo>
                  <a:pt x="173" y="144"/>
                  <a:pt x="173" y="144"/>
                  <a:pt x="173" y="144"/>
                </a:cubicBezTo>
                <a:cubicBezTo>
                  <a:pt x="173" y="144"/>
                  <a:pt x="173" y="144"/>
                  <a:pt x="173" y="144"/>
                </a:cubicBezTo>
                <a:cubicBezTo>
                  <a:pt x="174" y="144"/>
                  <a:pt x="176" y="144"/>
                  <a:pt x="177" y="144"/>
                </a:cubicBezTo>
                <a:cubicBezTo>
                  <a:pt x="178" y="144"/>
                  <a:pt x="179" y="144"/>
                  <a:pt x="180" y="144"/>
                </a:cubicBezTo>
                <a:cubicBezTo>
                  <a:pt x="180" y="144"/>
                  <a:pt x="180" y="144"/>
                  <a:pt x="180" y="144"/>
                </a:cubicBezTo>
                <a:cubicBezTo>
                  <a:pt x="277" y="107"/>
                  <a:pt x="277" y="107"/>
                  <a:pt x="277" y="107"/>
                </a:cubicBezTo>
                <a:lnTo>
                  <a:pt x="295" y="206"/>
                </a:lnTo>
                <a:close/>
                <a:moveTo>
                  <a:pt x="177" y="128"/>
                </a:moveTo>
                <a:cubicBezTo>
                  <a:pt x="31" y="72"/>
                  <a:pt x="31" y="72"/>
                  <a:pt x="31" y="72"/>
                </a:cubicBezTo>
                <a:cubicBezTo>
                  <a:pt x="177" y="16"/>
                  <a:pt x="177" y="16"/>
                  <a:pt x="177" y="16"/>
                </a:cubicBezTo>
                <a:cubicBezTo>
                  <a:pt x="323" y="72"/>
                  <a:pt x="323" y="72"/>
                  <a:pt x="323" y="72"/>
                </a:cubicBezTo>
                <a:lnTo>
                  <a:pt x="177" y="128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3" name="Freeform 43"/>
          <p:cNvSpPr>
            <a:spLocks noEditPoints="1"/>
          </p:cNvSpPr>
          <p:nvPr/>
        </p:nvSpPr>
        <p:spPr bwMode="auto">
          <a:xfrm>
            <a:off x="9829801" y="4250267"/>
            <a:ext cx="317500" cy="582084"/>
          </a:xfrm>
          <a:custGeom>
            <a:avLst/>
            <a:gdLst>
              <a:gd name="T0" fmla="*/ 184 w 192"/>
              <a:gd name="T1" fmla="*/ 0 h 353"/>
              <a:gd name="T2" fmla="*/ 8 w 192"/>
              <a:gd name="T3" fmla="*/ 0 h 353"/>
              <a:gd name="T4" fmla="*/ 0 w 192"/>
              <a:gd name="T5" fmla="*/ 8 h 353"/>
              <a:gd name="T6" fmla="*/ 0 w 192"/>
              <a:gd name="T7" fmla="*/ 345 h 353"/>
              <a:gd name="T8" fmla="*/ 8 w 192"/>
              <a:gd name="T9" fmla="*/ 353 h 353"/>
              <a:gd name="T10" fmla="*/ 14 w 192"/>
              <a:gd name="T11" fmla="*/ 350 h 353"/>
              <a:gd name="T12" fmla="*/ 14 w 192"/>
              <a:gd name="T13" fmla="*/ 350 h 353"/>
              <a:gd name="T14" fmla="*/ 96 w 192"/>
              <a:gd name="T15" fmla="*/ 260 h 353"/>
              <a:gd name="T16" fmla="*/ 179 w 192"/>
              <a:gd name="T17" fmla="*/ 350 h 353"/>
              <a:gd name="T18" fmla="*/ 179 w 192"/>
              <a:gd name="T19" fmla="*/ 350 h 353"/>
              <a:gd name="T20" fmla="*/ 184 w 192"/>
              <a:gd name="T21" fmla="*/ 353 h 353"/>
              <a:gd name="T22" fmla="*/ 192 w 192"/>
              <a:gd name="T23" fmla="*/ 345 h 353"/>
              <a:gd name="T24" fmla="*/ 192 w 192"/>
              <a:gd name="T25" fmla="*/ 8 h 353"/>
              <a:gd name="T26" fmla="*/ 184 w 192"/>
              <a:gd name="T27" fmla="*/ 0 h 353"/>
              <a:gd name="T28" fmla="*/ 176 w 192"/>
              <a:gd name="T29" fmla="*/ 324 h 353"/>
              <a:gd name="T30" fmla="*/ 102 w 192"/>
              <a:gd name="T31" fmla="*/ 243 h 353"/>
              <a:gd name="T32" fmla="*/ 102 w 192"/>
              <a:gd name="T33" fmla="*/ 243 h 353"/>
              <a:gd name="T34" fmla="*/ 96 w 192"/>
              <a:gd name="T35" fmla="*/ 241 h 353"/>
              <a:gd name="T36" fmla="*/ 90 w 192"/>
              <a:gd name="T37" fmla="*/ 243 h 353"/>
              <a:gd name="T38" fmla="*/ 90 w 192"/>
              <a:gd name="T39" fmla="*/ 243 h 353"/>
              <a:gd name="T40" fmla="*/ 16 w 192"/>
              <a:gd name="T41" fmla="*/ 324 h 353"/>
              <a:gd name="T42" fmla="*/ 16 w 192"/>
              <a:gd name="T43" fmla="*/ 16 h 353"/>
              <a:gd name="T44" fmla="*/ 176 w 192"/>
              <a:gd name="T45" fmla="*/ 16 h 353"/>
              <a:gd name="T46" fmla="*/ 176 w 192"/>
              <a:gd name="T47" fmla="*/ 324 h 353"/>
              <a:gd name="T48" fmla="*/ 56 w 192"/>
              <a:gd name="T49" fmla="*/ 128 h 353"/>
              <a:gd name="T50" fmla="*/ 88 w 192"/>
              <a:gd name="T51" fmla="*/ 128 h 353"/>
              <a:gd name="T52" fmla="*/ 88 w 192"/>
              <a:gd name="T53" fmla="*/ 160 h 353"/>
              <a:gd name="T54" fmla="*/ 96 w 192"/>
              <a:gd name="T55" fmla="*/ 168 h 353"/>
              <a:gd name="T56" fmla="*/ 104 w 192"/>
              <a:gd name="T57" fmla="*/ 160 h 353"/>
              <a:gd name="T58" fmla="*/ 104 w 192"/>
              <a:gd name="T59" fmla="*/ 128 h 353"/>
              <a:gd name="T60" fmla="*/ 136 w 192"/>
              <a:gd name="T61" fmla="*/ 128 h 353"/>
              <a:gd name="T62" fmla="*/ 144 w 192"/>
              <a:gd name="T63" fmla="*/ 120 h 353"/>
              <a:gd name="T64" fmla="*/ 136 w 192"/>
              <a:gd name="T65" fmla="*/ 112 h 353"/>
              <a:gd name="T66" fmla="*/ 104 w 192"/>
              <a:gd name="T67" fmla="*/ 112 h 353"/>
              <a:gd name="T68" fmla="*/ 104 w 192"/>
              <a:gd name="T69" fmla="*/ 80 h 353"/>
              <a:gd name="T70" fmla="*/ 96 w 192"/>
              <a:gd name="T71" fmla="*/ 72 h 353"/>
              <a:gd name="T72" fmla="*/ 88 w 192"/>
              <a:gd name="T73" fmla="*/ 80 h 353"/>
              <a:gd name="T74" fmla="*/ 88 w 192"/>
              <a:gd name="T75" fmla="*/ 112 h 353"/>
              <a:gd name="T76" fmla="*/ 56 w 192"/>
              <a:gd name="T77" fmla="*/ 112 h 353"/>
              <a:gd name="T78" fmla="*/ 48 w 192"/>
              <a:gd name="T79" fmla="*/ 120 h 353"/>
              <a:gd name="T80" fmla="*/ 56 w 192"/>
              <a:gd name="T81" fmla="*/ 128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92" h="353">
                <a:moveTo>
                  <a:pt x="184" y="0"/>
                </a:moveTo>
                <a:cubicBezTo>
                  <a:pt x="8" y="0"/>
                  <a:pt x="8" y="0"/>
                  <a:pt x="8" y="0"/>
                </a:cubicBezTo>
                <a:cubicBezTo>
                  <a:pt x="3" y="0"/>
                  <a:pt x="0" y="3"/>
                  <a:pt x="0" y="8"/>
                </a:cubicBezTo>
                <a:cubicBezTo>
                  <a:pt x="0" y="345"/>
                  <a:pt x="0" y="345"/>
                  <a:pt x="0" y="345"/>
                </a:cubicBezTo>
                <a:cubicBezTo>
                  <a:pt x="0" y="349"/>
                  <a:pt x="3" y="353"/>
                  <a:pt x="8" y="353"/>
                </a:cubicBezTo>
                <a:cubicBezTo>
                  <a:pt x="10" y="353"/>
                  <a:pt x="12" y="352"/>
                  <a:pt x="14" y="350"/>
                </a:cubicBezTo>
                <a:cubicBezTo>
                  <a:pt x="14" y="350"/>
                  <a:pt x="14" y="350"/>
                  <a:pt x="14" y="350"/>
                </a:cubicBezTo>
                <a:cubicBezTo>
                  <a:pt x="96" y="260"/>
                  <a:pt x="96" y="260"/>
                  <a:pt x="96" y="260"/>
                </a:cubicBezTo>
                <a:cubicBezTo>
                  <a:pt x="179" y="350"/>
                  <a:pt x="179" y="350"/>
                  <a:pt x="179" y="350"/>
                </a:cubicBezTo>
                <a:cubicBezTo>
                  <a:pt x="179" y="350"/>
                  <a:pt x="179" y="350"/>
                  <a:pt x="179" y="350"/>
                </a:cubicBezTo>
                <a:cubicBezTo>
                  <a:pt x="180" y="352"/>
                  <a:pt x="182" y="353"/>
                  <a:pt x="184" y="353"/>
                </a:cubicBezTo>
                <a:cubicBezTo>
                  <a:pt x="189" y="353"/>
                  <a:pt x="192" y="349"/>
                  <a:pt x="192" y="345"/>
                </a:cubicBezTo>
                <a:cubicBezTo>
                  <a:pt x="192" y="8"/>
                  <a:pt x="192" y="8"/>
                  <a:pt x="192" y="8"/>
                </a:cubicBezTo>
                <a:cubicBezTo>
                  <a:pt x="192" y="3"/>
                  <a:pt x="189" y="0"/>
                  <a:pt x="184" y="0"/>
                </a:cubicBezTo>
                <a:moveTo>
                  <a:pt x="176" y="324"/>
                </a:moveTo>
                <a:cubicBezTo>
                  <a:pt x="102" y="243"/>
                  <a:pt x="102" y="243"/>
                  <a:pt x="102" y="243"/>
                </a:cubicBezTo>
                <a:cubicBezTo>
                  <a:pt x="102" y="243"/>
                  <a:pt x="102" y="243"/>
                  <a:pt x="102" y="243"/>
                </a:cubicBezTo>
                <a:cubicBezTo>
                  <a:pt x="101" y="242"/>
                  <a:pt x="99" y="241"/>
                  <a:pt x="96" y="241"/>
                </a:cubicBezTo>
                <a:cubicBezTo>
                  <a:pt x="94" y="241"/>
                  <a:pt x="92" y="242"/>
                  <a:pt x="90" y="243"/>
                </a:cubicBezTo>
                <a:cubicBezTo>
                  <a:pt x="90" y="243"/>
                  <a:pt x="90" y="243"/>
                  <a:pt x="90" y="243"/>
                </a:cubicBezTo>
                <a:cubicBezTo>
                  <a:pt x="16" y="324"/>
                  <a:pt x="16" y="324"/>
                  <a:pt x="16" y="324"/>
                </a:cubicBezTo>
                <a:cubicBezTo>
                  <a:pt x="16" y="16"/>
                  <a:pt x="16" y="16"/>
                  <a:pt x="16" y="16"/>
                </a:cubicBezTo>
                <a:cubicBezTo>
                  <a:pt x="176" y="16"/>
                  <a:pt x="176" y="16"/>
                  <a:pt x="176" y="16"/>
                </a:cubicBezTo>
                <a:lnTo>
                  <a:pt x="176" y="324"/>
                </a:lnTo>
                <a:close/>
                <a:moveTo>
                  <a:pt x="56" y="128"/>
                </a:moveTo>
                <a:cubicBezTo>
                  <a:pt x="88" y="128"/>
                  <a:pt x="88" y="128"/>
                  <a:pt x="88" y="128"/>
                </a:cubicBezTo>
                <a:cubicBezTo>
                  <a:pt x="88" y="160"/>
                  <a:pt x="88" y="160"/>
                  <a:pt x="88" y="160"/>
                </a:cubicBezTo>
                <a:cubicBezTo>
                  <a:pt x="88" y="165"/>
                  <a:pt x="92" y="168"/>
                  <a:pt x="96" y="168"/>
                </a:cubicBezTo>
                <a:cubicBezTo>
                  <a:pt x="101" y="168"/>
                  <a:pt x="104" y="165"/>
                  <a:pt x="104" y="160"/>
                </a:cubicBezTo>
                <a:cubicBezTo>
                  <a:pt x="104" y="128"/>
                  <a:pt x="104" y="128"/>
                  <a:pt x="104" y="128"/>
                </a:cubicBezTo>
                <a:cubicBezTo>
                  <a:pt x="136" y="128"/>
                  <a:pt x="136" y="128"/>
                  <a:pt x="136" y="128"/>
                </a:cubicBezTo>
                <a:cubicBezTo>
                  <a:pt x="141" y="128"/>
                  <a:pt x="144" y="125"/>
                  <a:pt x="144" y="120"/>
                </a:cubicBezTo>
                <a:cubicBezTo>
                  <a:pt x="144" y="116"/>
                  <a:pt x="141" y="112"/>
                  <a:pt x="136" y="112"/>
                </a:cubicBezTo>
                <a:cubicBezTo>
                  <a:pt x="104" y="112"/>
                  <a:pt x="104" y="112"/>
                  <a:pt x="104" y="112"/>
                </a:cubicBezTo>
                <a:cubicBezTo>
                  <a:pt x="104" y="80"/>
                  <a:pt x="104" y="80"/>
                  <a:pt x="104" y="80"/>
                </a:cubicBezTo>
                <a:cubicBezTo>
                  <a:pt x="104" y="76"/>
                  <a:pt x="101" y="72"/>
                  <a:pt x="96" y="72"/>
                </a:cubicBezTo>
                <a:cubicBezTo>
                  <a:pt x="92" y="72"/>
                  <a:pt x="88" y="76"/>
                  <a:pt x="88" y="80"/>
                </a:cubicBezTo>
                <a:cubicBezTo>
                  <a:pt x="88" y="112"/>
                  <a:pt x="88" y="112"/>
                  <a:pt x="88" y="112"/>
                </a:cubicBezTo>
                <a:cubicBezTo>
                  <a:pt x="56" y="112"/>
                  <a:pt x="56" y="112"/>
                  <a:pt x="56" y="112"/>
                </a:cubicBezTo>
                <a:cubicBezTo>
                  <a:pt x="52" y="112"/>
                  <a:pt x="48" y="116"/>
                  <a:pt x="48" y="120"/>
                </a:cubicBezTo>
                <a:cubicBezTo>
                  <a:pt x="48" y="125"/>
                  <a:pt x="52" y="128"/>
                  <a:pt x="56" y="128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4" name="Freeform 44"/>
          <p:cNvSpPr>
            <a:spLocks noEditPoints="1"/>
          </p:cNvSpPr>
          <p:nvPr/>
        </p:nvSpPr>
        <p:spPr bwMode="auto">
          <a:xfrm>
            <a:off x="10888133" y="4250267"/>
            <a:ext cx="425451" cy="582084"/>
          </a:xfrm>
          <a:custGeom>
            <a:avLst/>
            <a:gdLst>
              <a:gd name="T0" fmla="*/ 68 w 257"/>
              <a:gd name="T1" fmla="*/ 224 h 353"/>
              <a:gd name="T2" fmla="*/ 128 w 257"/>
              <a:gd name="T3" fmla="*/ 180 h 353"/>
              <a:gd name="T4" fmla="*/ 189 w 257"/>
              <a:gd name="T5" fmla="*/ 224 h 353"/>
              <a:gd name="T6" fmla="*/ 165 w 257"/>
              <a:gd name="T7" fmla="*/ 152 h 353"/>
              <a:gd name="T8" fmla="*/ 217 w 257"/>
              <a:gd name="T9" fmla="*/ 112 h 353"/>
              <a:gd name="T10" fmla="*/ 153 w 257"/>
              <a:gd name="T11" fmla="*/ 112 h 353"/>
              <a:gd name="T12" fmla="*/ 128 w 257"/>
              <a:gd name="T13" fmla="*/ 48 h 353"/>
              <a:gd name="T14" fmla="*/ 104 w 257"/>
              <a:gd name="T15" fmla="*/ 112 h 353"/>
              <a:gd name="T16" fmla="*/ 40 w 257"/>
              <a:gd name="T17" fmla="*/ 112 h 353"/>
              <a:gd name="T18" fmla="*/ 92 w 257"/>
              <a:gd name="T19" fmla="*/ 152 h 353"/>
              <a:gd name="T20" fmla="*/ 68 w 257"/>
              <a:gd name="T21" fmla="*/ 224 h 353"/>
              <a:gd name="T22" fmla="*/ 87 w 257"/>
              <a:gd name="T23" fmla="*/ 128 h 353"/>
              <a:gd name="T24" fmla="*/ 116 w 257"/>
              <a:gd name="T25" fmla="*/ 128 h 353"/>
              <a:gd name="T26" fmla="*/ 119 w 257"/>
              <a:gd name="T27" fmla="*/ 118 h 353"/>
              <a:gd name="T28" fmla="*/ 128 w 257"/>
              <a:gd name="T29" fmla="*/ 94 h 353"/>
              <a:gd name="T30" fmla="*/ 138 w 257"/>
              <a:gd name="T31" fmla="*/ 118 h 353"/>
              <a:gd name="T32" fmla="*/ 141 w 257"/>
              <a:gd name="T33" fmla="*/ 128 h 353"/>
              <a:gd name="T34" fmla="*/ 170 w 257"/>
              <a:gd name="T35" fmla="*/ 128 h 353"/>
              <a:gd name="T36" fmla="*/ 155 w 257"/>
              <a:gd name="T37" fmla="*/ 140 h 353"/>
              <a:gd name="T38" fmla="*/ 146 w 257"/>
              <a:gd name="T39" fmla="*/ 146 h 353"/>
              <a:gd name="T40" fmla="*/ 149 w 257"/>
              <a:gd name="T41" fmla="*/ 157 h 353"/>
              <a:gd name="T42" fmla="*/ 158 w 257"/>
              <a:gd name="T43" fmla="*/ 182 h 353"/>
              <a:gd name="T44" fmla="*/ 138 w 257"/>
              <a:gd name="T45" fmla="*/ 167 h 353"/>
              <a:gd name="T46" fmla="*/ 128 w 257"/>
              <a:gd name="T47" fmla="*/ 160 h 353"/>
              <a:gd name="T48" fmla="*/ 119 w 257"/>
              <a:gd name="T49" fmla="*/ 167 h 353"/>
              <a:gd name="T50" fmla="*/ 99 w 257"/>
              <a:gd name="T51" fmla="*/ 182 h 353"/>
              <a:gd name="T52" fmla="*/ 108 w 257"/>
              <a:gd name="T53" fmla="*/ 157 h 353"/>
              <a:gd name="T54" fmla="*/ 111 w 257"/>
              <a:gd name="T55" fmla="*/ 146 h 353"/>
              <a:gd name="T56" fmla="*/ 102 w 257"/>
              <a:gd name="T57" fmla="*/ 140 h 353"/>
              <a:gd name="T58" fmla="*/ 87 w 257"/>
              <a:gd name="T59" fmla="*/ 128 h 353"/>
              <a:gd name="T60" fmla="*/ 249 w 257"/>
              <a:gd name="T61" fmla="*/ 0 h 353"/>
              <a:gd name="T62" fmla="*/ 8 w 257"/>
              <a:gd name="T63" fmla="*/ 0 h 353"/>
              <a:gd name="T64" fmla="*/ 0 w 257"/>
              <a:gd name="T65" fmla="*/ 8 h 353"/>
              <a:gd name="T66" fmla="*/ 0 w 257"/>
              <a:gd name="T67" fmla="*/ 345 h 353"/>
              <a:gd name="T68" fmla="*/ 8 w 257"/>
              <a:gd name="T69" fmla="*/ 353 h 353"/>
              <a:gd name="T70" fmla="*/ 14 w 257"/>
              <a:gd name="T71" fmla="*/ 350 h 353"/>
              <a:gd name="T72" fmla="*/ 14 w 257"/>
              <a:gd name="T73" fmla="*/ 350 h 353"/>
              <a:gd name="T74" fmla="*/ 128 w 257"/>
              <a:gd name="T75" fmla="*/ 259 h 353"/>
              <a:gd name="T76" fmla="*/ 243 w 257"/>
              <a:gd name="T77" fmla="*/ 350 h 353"/>
              <a:gd name="T78" fmla="*/ 243 w 257"/>
              <a:gd name="T79" fmla="*/ 350 h 353"/>
              <a:gd name="T80" fmla="*/ 249 w 257"/>
              <a:gd name="T81" fmla="*/ 353 h 353"/>
              <a:gd name="T82" fmla="*/ 257 w 257"/>
              <a:gd name="T83" fmla="*/ 345 h 353"/>
              <a:gd name="T84" fmla="*/ 257 w 257"/>
              <a:gd name="T85" fmla="*/ 8 h 353"/>
              <a:gd name="T86" fmla="*/ 249 w 257"/>
              <a:gd name="T87" fmla="*/ 0 h 353"/>
              <a:gd name="T88" fmla="*/ 241 w 257"/>
              <a:gd name="T89" fmla="*/ 328 h 353"/>
              <a:gd name="T90" fmla="*/ 134 w 257"/>
              <a:gd name="T91" fmla="*/ 243 h 353"/>
              <a:gd name="T92" fmla="*/ 134 w 257"/>
              <a:gd name="T93" fmla="*/ 243 h 353"/>
              <a:gd name="T94" fmla="*/ 128 w 257"/>
              <a:gd name="T95" fmla="*/ 241 h 353"/>
              <a:gd name="T96" fmla="*/ 123 w 257"/>
              <a:gd name="T97" fmla="*/ 243 h 353"/>
              <a:gd name="T98" fmla="*/ 123 w 257"/>
              <a:gd name="T99" fmla="*/ 243 h 353"/>
              <a:gd name="T100" fmla="*/ 16 w 257"/>
              <a:gd name="T101" fmla="*/ 328 h 353"/>
              <a:gd name="T102" fmla="*/ 16 w 257"/>
              <a:gd name="T103" fmla="*/ 16 h 353"/>
              <a:gd name="T104" fmla="*/ 241 w 257"/>
              <a:gd name="T105" fmla="*/ 16 h 353"/>
              <a:gd name="T106" fmla="*/ 241 w 257"/>
              <a:gd name="T107" fmla="*/ 328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57" h="353">
                <a:moveTo>
                  <a:pt x="68" y="224"/>
                </a:moveTo>
                <a:cubicBezTo>
                  <a:pt x="128" y="180"/>
                  <a:pt x="128" y="180"/>
                  <a:pt x="128" y="180"/>
                </a:cubicBezTo>
                <a:cubicBezTo>
                  <a:pt x="189" y="224"/>
                  <a:pt x="189" y="224"/>
                  <a:pt x="189" y="224"/>
                </a:cubicBezTo>
                <a:cubicBezTo>
                  <a:pt x="165" y="152"/>
                  <a:pt x="165" y="152"/>
                  <a:pt x="165" y="152"/>
                </a:cubicBezTo>
                <a:cubicBezTo>
                  <a:pt x="217" y="112"/>
                  <a:pt x="217" y="112"/>
                  <a:pt x="217" y="112"/>
                </a:cubicBezTo>
                <a:cubicBezTo>
                  <a:pt x="153" y="112"/>
                  <a:pt x="153" y="112"/>
                  <a:pt x="153" y="112"/>
                </a:cubicBezTo>
                <a:cubicBezTo>
                  <a:pt x="128" y="48"/>
                  <a:pt x="128" y="48"/>
                  <a:pt x="128" y="48"/>
                </a:cubicBezTo>
                <a:cubicBezTo>
                  <a:pt x="104" y="112"/>
                  <a:pt x="104" y="112"/>
                  <a:pt x="104" y="112"/>
                </a:cubicBezTo>
                <a:cubicBezTo>
                  <a:pt x="40" y="112"/>
                  <a:pt x="40" y="112"/>
                  <a:pt x="40" y="112"/>
                </a:cubicBezTo>
                <a:cubicBezTo>
                  <a:pt x="92" y="152"/>
                  <a:pt x="92" y="152"/>
                  <a:pt x="92" y="152"/>
                </a:cubicBezTo>
                <a:lnTo>
                  <a:pt x="68" y="224"/>
                </a:lnTo>
                <a:close/>
                <a:moveTo>
                  <a:pt x="87" y="128"/>
                </a:moveTo>
                <a:cubicBezTo>
                  <a:pt x="116" y="128"/>
                  <a:pt x="116" y="128"/>
                  <a:pt x="116" y="128"/>
                </a:cubicBezTo>
                <a:cubicBezTo>
                  <a:pt x="119" y="118"/>
                  <a:pt x="119" y="118"/>
                  <a:pt x="119" y="118"/>
                </a:cubicBezTo>
                <a:cubicBezTo>
                  <a:pt x="128" y="94"/>
                  <a:pt x="128" y="94"/>
                  <a:pt x="128" y="94"/>
                </a:cubicBezTo>
                <a:cubicBezTo>
                  <a:pt x="138" y="118"/>
                  <a:pt x="138" y="118"/>
                  <a:pt x="138" y="118"/>
                </a:cubicBezTo>
                <a:cubicBezTo>
                  <a:pt x="141" y="128"/>
                  <a:pt x="141" y="128"/>
                  <a:pt x="141" y="128"/>
                </a:cubicBezTo>
                <a:cubicBezTo>
                  <a:pt x="170" y="128"/>
                  <a:pt x="170" y="128"/>
                  <a:pt x="170" y="128"/>
                </a:cubicBezTo>
                <a:cubicBezTo>
                  <a:pt x="155" y="140"/>
                  <a:pt x="155" y="140"/>
                  <a:pt x="155" y="140"/>
                </a:cubicBezTo>
                <a:cubicBezTo>
                  <a:pt x="146" y="146"/>
                  <a:pt x="146" y="146"/>
                  <a:pt x="146" y="146"/>
                </a:cubicBezTo>
                <a:cubicBezTo>
                  <a:pt x="149" y="157"/>
                  <a:pt x="149" y="157"/>
                  <a:pt x="149" y="157"/>
                </a:cubicBezTo>
                <a:cubicBezTo>
                  <a:pt x="158" y="182"/>
                  <a:pt x="158" y="182"/>
                  <a:pt x="158" y="182"/>
                </a:cubicBezTo>
                <a:cubicBezTo>
                  <a:pt x="138" y="167"/>
                  <a:pt x="138" y="167"/>
                  <a:pt x="138" y="167"/>
                </a:cubicBezTo>
                <a:cubicBezTo>
                  <a:pt x="128" y="160"/>
                  <a:pt x="128" y="160"/>
                  <a:pt x="128" y="160"/>
                </a:cubicBezTo>
                <a:cubicBezTo>
                  <a:pt x="119" y="167"/>
                  <a:pt x="119" y="167"/>
                  <a:pt x="119" y="167"/>
                </a:cubicBezTo>
                <a:cubicBezTo>
                  <a:pt x="99" y="182"/>
                  <a:pt x="99" y="182"/>
                  <a:pt x="99" y="182"/>
                </a:cubicBezTo>
                <a:cubicBezTo>
                  <a:pt x="108" y="157"/>
                  <a:pt x="108" y="157"/>
                  <a:pt x="108" y="157"/>
                </a:cubicBezTo>
                <a:cubicBezTo>
                  <a:pt x="111" y="146"/>
                  <a:pt x="111" y="146"/>
                  <a:pt x="111" y="146"/>
                </a:cubicBezTo>
                <a:cubicBezTo>
                  <a:pt x="102" y="140"/>
                  <a:pt x="102" y="140"/>
                  <a:pt x="102" y="140"/>
                </a:cubicBezTo>
                <a:lnTo>
                  <a:pt x="87" y="128"/>
                </a:lnTo>
                <a:close/>
                <a:moveTo>
                  <a:pt x="249" y="0"/>
                </a:moveTo>
                <a:cubicBezTo>
                  <a:pt x="8" y="0"/>
                  <a:pt x="8" y="0"/>
                  <a:pt x="8" y="0"/>
                </a:cubicBezTo>
                <a:cubicBezTo>
                  <a:pt x="4" y="0"/>
                  <a:pt x="0" y="3"/>
                  <a:pt x="0" y="8"/>
                </a:cubicBezTo>
                <a:cubicBezTo>
                  <a:pt x="0" y="345"/>
                  <a:pt x="0" y="345"/>
                  <a:pt x="0" y="345"/>
                </a:cubicBezTo>
                <a:cubicBezTo>
                  <a:pt x="0" y="349"/>
                  <a:pt x="4" y="353"/>
                  <a:pt x="8" y="353"/>
                </a:cubicBezTo>
                <a:cubicBezTo>
                  <a:pt x="10" y="353"/>
                  <a:pt x="12" y="352"/>
                  <a:pt x="14" y="350"/>
                </a:cubicBezTo>
                <a:cubicBezTo>
                  <a:pt x="14" y="350"/>
                  <a:pt x="14" y="350"/>
                  <a:pt x="14" y="350"/>
                </a:cubicBezTo>
                <a:cubicBezTo>
                  <a:pt x="128" y="259"/>
                  <a:pt x="128" y="259"/>
                  <a:pt x="128" y="259"/>
                </a:cubicBezTo>
                <a:cubicBezTo>
                  <a:pt x="243" y="350"/>
                  <a:pt x="243" y="350"/>
                  <a:pt x="243" y="350"/>
                </a:cubicBezTo>
                <a:cubicBezTo>
                  <a:pt x="243" y="350"/>
                  <a:pt x="243" y="350"/>
                  <a:pt x="243" y="350"/>
                </a:cubicBezTo>
                <a:cubicBezTo>
                  <a:pt x="245" y="352"/>
                  <a:pt x="247" y="353"/>
                  <a:pt x="249" y="353"/>
                </a:cubicBezTo>
                <a:cubicBezTo>
                  <a:pt x="253" y="353"/>
                  <a:pt x="257" y="349"/>
                  <a:pt x="257" y="345"/>
                </a:cubicBezTo>
                <a:cubicBezTo>
                  <a:pt x="257" y="8"/>
                  <a:pt x="257" y="8"/>
                  <a:pt x="257" y="8"/>
                </a:cubicBezTo>
                <a:cubicBezTo>
                  <a:pt x="257" y="3"/>
                  <a:pt x="253" y="0"/>
                  <a:pt x="249" y="0"/>
                </a:cubicBezTo>
                <a:moveTo>
                  <a:pt x="241" y="328"/>
                </a:moveTo>
                <a:cubicBezTo>
                  <a:pt x="134" y="243"/>
                  <a:pt x="134" y="243"/>
                  <a:pt x="134" y="243"/>
                </a:cubicBezTo>
                <a:cubicBezTo>
                  <a:pt x="134" y="243"/>
                  <a:pt x="134" y="243"/>
                  <a:pt x="134" y="243"/>
                </a:cubicBezTo>
                <a:cubicBezTo>
                  <a:pt x="133" y="242"/>
                  <a:pt x="131" y="241"/>
                  <a:pt x="128" y="241"/>
                </a:cubicBezTo>
                <a:cubicBezTo>
                  <a:pt x="126" y="241"/>
                  <a:pt x="124" y="242"/>
                  <a:pt x="123" y="243"/>
                </a:cubicBezTo>
                <a:cubicBezTo>
                  <a:pt x="123" y="243"/>
                  <a:pt x="123" y="243"/>
                  <a:pt x="123" y="243"/>
                </a:cubicBezTo>
                <a:cubicBezTo>
                  <a:pt x="16" y="328"/>
                  <a:pt x="16" y="328"/>
                  <a:pt x="16" y="328"/>
                </a:cubicBezTo>
                <a:cubicBezTo>
                  <a:pt x="16" y="16"/>
                  <a:pt x="16" y="16"/>
                  <a:pt x="16" y="16"/>
                </a:cubicBezTo>
                <a:cubicBezTo>
                  <a:pt x="241" y="16"/>
                  <a:pt x="241" y="16"/>
                  <a:pt x="241" y="16"/>
                </a:cubicBezTo>
                <a:lnTo>
                  <a:pt x="241" y="328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5" name="Freeform 45"/>
          <p:cNvSpPr>
            <a:spLocks noEditPoints="1"/>
          </p:cNvSpPr>
          <p:nvPr/>
        </p:nvSpPr>
        <p:spPr bwMode="auto">
          <a:xfrm>
            <a:off x="802218" y="5363634"/>
            <a:ext cx="582084" cy="582084"/>
          </a:xfrm>
          <a:custGeom>
            <a:avLst/>
            <a:gdLst>
              <a:gd name="T0" fmla="*/ 160 w 353"/>
              <a:gd name="T1" fmla="*/ 177 h 353"/>
              <a:gd name="T2" fmla="*/ 193 w 353"/>
              <a:gd name="T3" fmla="*/ 177 h 353"/>
              <a:gd name="T4" fmla="*/ 353 w 353"/>
              <a:gd name="T5" fmla="*/ 177 h 353"/>
              <a:gd name="T6" fmla="*/ 301 w 353"/>
              <a:gd name="T7" fmla="*/ 52 h 353"/>
              <a:gd name="T8" fmla="*/ 177 w 353"/>
              <a:gd name="T9" fmla="*/ 0 h 353"/>
              <a:gd name="T10" fmla="*/ 52 w 353"/>
              <a:gd name="T11" fmla="*/ 52 h 353"/>
              <a:gd name="T12" fmla="*/ 0 w 353"/>
              <a:gd name="T13" fmla="*/ 177 h 353"/>
              <a:gd name="T14" fmla="*/ 52 w 353"/>
              <a:gd name="T15" fmla="*/ 302 h 353"/>
              <a:gd name="T16" fmla="*/ 177 w 353"/>
              <a:gd name="T17" fmla="*/ 353 h 353"/>
              <a:gd name="T18" fmla="*/ 301 w 353"/>
              <a:gd name="T19" fmla="*/ 302 h 353"/>
              <a:gd name="T20" fmla="*/ 353 w 353"/>
              <a:gd name="T21" fmla="*/ 177 h 353"/>
              <a:gd name="T22" fmla="*/ 67 w 353"/>
              <a:gd name="T23" fmla="*/ 141 h 353"/>
              <a:gd name="T24" fmla="*/ 67 w 353"/>
              <a:gd name="T25" fmla="*/ 212 h 353"/>
              <a:gd name="T26" fmla="*/ 113 w 353"/>
              <a:gd name="T27" fmla="*/ 150 h 353"/>
              <a:gd name="T28" fmla="*/ 82 w 353"/>
              <a:gd name="T29" fmla="*/ 138 h 353"/>
              <a:gd name="T30" fmla="*/ 113 w 353"/>
              <a:gd name="T31" fmla="*/ 150 h 353"/>
              <a:gd name="T32" fmla="*/ 82 w 353"/>
              <a:gd name="T33" fmla="*/ 216 h 353"/>
              <a:gd name="T34" fmla="*/ 113 w 353"/>
              <a:gd name="T35" fmla="*/ 203 h 353"/>
              <a:gd name="T36" fmla="*/ 63 w 353"/>
              <a:gd name="T37" fmla="*/ 290 h 353"/>
              <a:gd name="T38" fmla="*/ 116 w 353"/>
              <a:gd name="T39" fmla="*/ 237 h 353"/>
              <a:gd name="T40" fmla="*/ 63 w 353"/>
              <a:gd name="T41" fmla="*/ 290 h 353"/>
              <a:gd name="T42" fmla="*/ 74 w 353"/>
              <a:gd name="T43" fmla="*/ 124 h 353"/>
              <a:gd name="T44" fmla="*/ 124 w 353"/>
              <a:gd name="T45" fmla="*/ 75 h 353"/>
              <a:gd name="T46" fmla="*/ 221 w 353"/>
              <a:gd name="T47" fmla="*/ 115 h 353"/>
              <a:gd name="T48" fmla="*/ 189 w 353"/>
              <a:gd name="T49" fmla="*/ 101 h 353"/>
              <a:gd name="T50" fmla="*/ 221 w 353"/>
              <a:gd name="T51" fmla="*/ 115 h 353"/>
              <a:gd name="T52" fmla="*/ 212 w 353"/>
              <a:gd name="T53" fmla="*/ 67 h 353"/>
              <a:gd name="T54" fmla="*/ 141 w 353"/>
              <a:gd name="T55" fmla="*/ 67 h 353"/>
              <a:gd name="T56" fmla="*/ 138 w 353"/>
              <a:gd name="T57" fmla="*/ 83 h 353"/>
              <a:gd name="T58" fmla="*/ 150 w 353"/>
              <a:gd name="T59" fmla="*/ 113 h 353"/>
              <a:gd name="T60" fmla="*/ 138 w 353"/>
              <a:gd name="T61" fmla="*/ 83 h 353"/>
              <a:gd name="T62" fmla="*/ 150 w 353"/>
              <a:gd name="T63" fmla="*/ 240 h 353"/>
              <a:gd name="T64" fmla="*/ 138 w 353"/>
              <a:gd name="T65" fmla="*/ 271 h 353"/>
              <a:gd name="T66" fmla="*/ 177 w 353"/>
              <a:gd name="T67" fmla="*/ 337 h 353"/>
              <a:gd name="T68" fmla="*/ 176 w 353"/>
              <a:gd name="T69" fmla="*/ 262 h 353"/>
              <a:gd name="T70" fmla="*/ 177 w 353"/>
              <a:gd name="T71" fmla="*/ 337 h 353"/>
              <a:gd name="T72" fmla="*/ 189 w 353"/>
              <a:gd name="T73" fmla="*/ 252 h 353"/>
              <a:gd name="T74" fmla="*/ 221 w 353"/>
              <a:gd name="T75" fmla="*/ 239 h 353"/>
              <a:gd name="T76" fmla="*/ 224 w 353"/>
              <a:gd name="T77" fmla="*/ 196 h 353"/>
              <a:gd name="T78" fmla="*/ 196 w 353"/>
              <a:gd name="T79" fmla="*/ 224 h 353"/>
              <a:gd name="T80" fmla="*/ 157 w 353"/>
              <a:gd name="T81" fmla="*/ 224 h 353"/>
              <a:gd name="T82" fmla="*/ 129 w 353"/>
              <a:gd name="T83" fmla="*/ 196 h 353"/>
              <a:gd name="T84" fmla="*/ 129 w 353"/>
              <a:gd name="T85" fmla="*/ 157 h 353"/>
              <a:gd name="T86" fmla="*/ 157 w 353"/>
              <a:gd name="T87" fmla="*/ 129 h 353"/>
              <a:gd name="T88" fmla="*/ 196 w 353"/>
              <a:gd name="T89" fmla="*/ 129 h 353"/>
              <a:gd name="T90" fmla="*/ 224 w 353"/>
              <a:gd name="T91" fmla="*/ 157 h 353"/>
              <a:gd name="T92" fmla="*/ 224 w 353"/>
              <a:gd name="T93" fmla="*/ 196 h 353"/>
              <a:gd name="T94" fmla="*/ 279 w 353"/>
              <a:gd name="T95" fmla="*/ 124 h 353"/>
              <a:gd name="T96" fmla="*/ 229 w 353"/>
              <a:gd name="T97" fmla="*/ 75 h 353"/>
              <a:gd name="T98" fmla="*/ 252 w 353"/>
              <a:gd name="T99" fmla="*/ 164 h 353"/>
              <a:gd name="T100" fmla="*/ 239 w 353"/>
              <a:gd name="T101" fmla="*/ 132 h 353"/>
              <a:gd name="T102" fmla="*/ 252 w 353"/>
              <a:gd name="T103" fmla="*/ 164 h 353"/>
              <a:gd name="T104" fmla="*/ 271 w 353"/>
              <a:gd name="T105" fmla="*/ 216 h 353"/>
              <a:gd name="T106" fmla="*/ 240 w 353"/>
              <a:gd name="T107" fmla="*/ 203 h 353"/>
              <a:gd name="T108" fmla="*/ 290 w 353"/>
              <a:gd name="T109" fmla="*/ 290 h 353"/>
              <a:gd name="T110" fmla="*/ 237 w 353"/>
              <a:gd name="T111" fmla="*/ 237 h 353"/>
              <a:gd name="T112" fmla="*/ 290 w 353"/>
              <a:gd name="T113" fmla="*/ 290 h 353"/>
              <a:gd name="T114" fmla="*/ 262 w 353"/>
              <a:gd name="T115" fmla="*/ 177 h 353"/>
              <a:gd name="T116" fmla="*/ 337 w 353"/>
              <a:gd name="T117" fmla="*/ 177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353" h="353">
                <a:moveTo>
                  <a:pt x="177" y="161"/>
                </a:moveTo>
                <a:cubicBezTo>
                  <a:pt x="168" y="161"/>
                  <a:pt x="160" y="168"/>
                  <a:pt x="160" y="177"/>
                </a:cubicBezTo>
                <a:cubicBezTo>
                  <a:pt x="160" y="185"/>
                  <a:pt x="168" y="193"/>
                  <a:pt x="177" y="193"/>
                </a:cubicBezTo>
                <a:cubicBezTo>
                  <a:pt x="185" y="193"/>
                  <a:pt x="193" y="185"/>
                  <a:pt x="193" y="177"/>
                </a:cubicBezTo>
                <a:cubicBezTo>
                  <a:pt x="193" y="168"/>
                  <a:pt x="185" y="161"/>
                  <a:pt x="177" y="161"/>
                </a:cubicBezTo>
                <a:moveTo>
                  <a:pt x="353" y="177"/>
                </a:moveTo>
                <a:cubicBezTo>
                  <a:pt x="353" y="157"/>
                  <a:pt x="330" y="140"/>
                  <a:pt x="293" y="128"/>
                </a:cubicBezTo>
                <a:cubicBezTo>
                  <a:pt x="311" y="94"/>
                  <a:pt x="315" y="65"/>
                  <a:pt x="301" y="52"/>
                </a:cubicBezTo>
                <a:cubicBezTo>
                  <a:pt x="288" y="38"/>
                  <a:pt x="259" y="42"/>
                  <a:pt x="225" y="60"/>
                </a:cubicBezTo>
                <a:cubicBezTo>
                  <a:pt x="213" y="23"/>
                  <a:pt x="196" y="0"/>
                  <a:pt x="177" y="0"/>
                </a:cubicBezTo>
                <a:cubicBezTo>
                  <a:pt x="157" y="0"/>
                  <a:pt x="140" y="23"/>
                  <a:pt x="128" y="60"/>
                </a:cubicBezTo>
                <a:cubicBezTo>
                  <a:pt x="94" y="42"/>
                  <a:pt x="65" y="38"/>
                  <a:pt x="52" y="52"/>
                </a:cubicBezTo>
                <a:cubicBezTo>
                  <a:pt x="38" y="65"/>
                  <a:pt x="42" y="94"/>
                  <a:pt x="60" y="128"/>
                </a:cubicBezTo>
                <a:cubicBezTo>
                  <a:pt x="23" y="140"/>
                  <a:pt x="0" y="157"/>
                  <a:pt x="0" y="177"/>
                </a:cubicBezTo>
                <a:cubicBezTo>
                  <a:pt x="0" y="196"/>
                  <a:pt x="23" y="213"/>
                  <a:pt x="60" y="225"/>
                </a:cubicBezTo>
                <a:cubicBezTo>
                  <a:pt x="42" y="259"/>
                  <a:pt x="38" y="288"/>
                  <a:pt x="52" y="302"/>
                </a:cubicBezTo>
                <a:cubicBezTo>
                  <a:pt x="65" y="315"/>
                  <a:pt x="94" y="311"/>
                  <a:pt x="128" y="293"/>
                </a:cubicBezTo>
                <a:cubicBezTo>
                  <a:pt x="140" y="330"/>
                  <a:pt x="157" y="353"/>
                  <a:pt x="177" y="353"/>
                </a:cubicBezTo>
                <a:cubicBezTo>
                  <a:pt x="196" y="353"/>
                  <a:pt x="213" y="330"/>
                  <a:pt x="225" y="293"/>
                </a:cubicBezTo>
                <a:cubicBezTo>
                  <a:pt x="259" y="311"/>
                  <a:pt x="288" y="315"/>
                  <a:pt x="301" y="302"/>
                </a:cubicBezTo>
                <a:cubicBezTo>
                  <a:pt x="315" y="288"/>
                  <a:pt x="311" y="259"/>
                  <a:pt x="293" y="225"/>
                </a:cubicBezTo>
                <a:cubicBezTo>
                  <a:pt x="330" y="213"/>
                  <a:pt x="353" y="196"/>
                  <a:pt x="353" y="177"/>
                </a:cubicBezTo>
                <a:moveTo>
                  <a:pt x="16" y="177"/>
                </a:moveTo>
                <a:cubicBezTo>
                  <a:pt x="16" y="163"/>
                  <a:pt x="36" y="150"/>
                  <a:pt x="67" y="141"/>
                </a:cubicBezTo>
                <a:cubicBezTo>
                  <a:pt x="74" y="153"/>
                  <a:pt x="82" y="165"/>
                  <a:pt x="91" y="177"/>
                </a:cubicBezTo>
                <a:cubicBezTo>
                  <a:pt x="82" y="189"/>
                  <a:pt x="74" y="201"/>
                  <a:pt x="67" y="212"/>
                </a:cubicBezTo>
                <a:cubicBezTo>
                  <a:pt x="36" y="203"/>
                  <a:pt x="16" y="191"/>
                  <a:pt x="16" y="177"/>
                </a:cubicBezTo>
                <a:moveTo>
                  <a:pt x="113" y="150"/>
                </a:moveTo>
                <a:cubicBezTo>
                  <a:pt x="109" y="155"/>
                  <a:pt x="105" y="160"/>
                  <a:pt x="101" y="164"/>
                </a:cubicBezTo>
                <a:cubicBezTo>
                  <a:pt x="94" y="155"/>
                  <a:pt x="88" y="146"/>
                  <a:pt x="82" y="138"/>
                </a:cubicBezTo>
                <a:cubicBezTo>
                  <a:pt x="92" y="135"/>
                  <a:pt x="103" y="134"/>
                  <a:pt x="114" y="132"/>
                </a:cubicBezTo>
                <a:cubicBezTo>
                  <a:pt x="114" y="138"/>
                  <a:pt x="113" y="144"/>
                  <a:pt x="113" y="150"/>
                </a:cubicBezTo>
                <a:moveTo>
                  <a:pt x="114" y="221"/>
                </a:moveTo>
                <a:cubicBezTo>
                  <a:pt x="103" y="220"/>
                  <a:pt x="92" y="218"/>
                  <a:pt x="82" y="216"/>
                </a:cubicBezTo>
                <a:cubicBezTo>
                  <a:pt x="88" y="207"/>
                  <a:pt x="94" y="198"/>
                  <a:pt x="101" y="189"/>
                </a:cubicBezTo>
                <a:cubicBezTo>
                  <a:pt x="105" y="194"/>
                  <a:pt x="109" y="198"/>
                  <a:pt x="113" y="203"/>
                </a:cubicBezTo>
                <a:cubicBezTo>
                  <a:pt x="113" y="209"/>
                  <a:pt x="114" y="215"/>
                  <a:pt x="114" y="221"/>
                </a:cubicBezTo>
                <a:moveTo>
                  <a:pt x="63" y="290"/>
                </a:moveTo>
                <a:cubicBezTo>
                  <a:pt x="53" y="280"/>
                  <a:pt x="58" y="257"/>
                  <a:pt x="74" y="229"/>
                </a:cubicBezTo>
                <a:cubicBezTo>
                  <a:pt x="87" y="232"/>
                  <a:pt x="101" y="235"/>
                  <a:pt x="116" y="237"/>
                </a:cubicBezTo>
                <a:cubicBezTo>
                  <a:pt x="118" y="252"/>
                  <a:pt x="121" y="266"/>
                  <a:pt x="124" y="279"/>
                </a:cubicBezTo>
                <a:cubicBezTo>
                  <a:pt x="96" y="295"/>
                  <a:pt x="73" y="300"/>
                  <a:pt x="63" y="290"/>
                </a:cubicBezTo>
                <a:moveTo>
                  <a:pt x="116" y="116"/>
                </a:moveTo>
                <a:cubicBezTo>
                  <a:pt x="101" y="118"/>
                  <a:pt x="87" y="121"/>
                  <a:pt x="74" y="124"/>
                </a:cubicBezTo>
                <a:cubicBezTo>
                  <a:pt x="58" y="96"/>
                  <a:pt x="53" y="73"/>
                  <a:pt x="63" y="63"/>
                </a:cubicBezTo>
                <a:cubicBezTo>
                  <a:pt x="73" y="53"/>
                  <a:pt x="96" y="58"/>
                  <a:pt x="124" y="75"/>
                </a:cubicBezTo>
                <a:cubicBezTo>
                  <a:pt x="121" y="87"/>
                  <a:pt x="118" y="101"/>
                  <a:pt x="116" y="116"/>
                </a:cubicBezTo>
                <a:moveTo>
                  <a:pt x="221" y="115"/>
                </a:moveTo>
                <a:cubicBezTo>
                  <a:pt x="215" y="114"/>
                  <a:pt x="209" y="114"/>
                  <a:pt x="203" y="113"/>
                </a:cubicBezTo>
                <a:cubicBezTo>
                  <a:pt x="198" y="109"/>
                  <a:pt x="194" y="105"/>
                  <a:pt x="189" y="101"/>
                </a:cubicBezTo>
                <a:cubicBezTo>
                  <a:pt x="198" y="94"/>
                  <a:pt x="207" y="88"/>
                  <a:pt x="216" y="83"/>
                </a:cubicBezTo>
                <a:cubicBezTo>
                  <a:pt x="218" y="92"/>
                  <a:pt x="219" y="103"/>
                  <a:pt x="221" y="115"/>
                </a:cubicBezTo>
                <a:moveTo>
                  <a:pt x="177" y="16"/>
                </a:moveTo>
                <a:cubicBezTo>
                  <a:pt x="190" y="16"/>
                  <a:pt x="203" y="36"/>
                  <a:pt x="212" y="67"/>
                </a:cubicBezTo>
                <a:cubicBezTo>
                  <a:pt x="200" y="74"/>
                  <a:pt x="189" y="82"/>
                  <a:pt x="177" y="91"/>
                </a:cubicBezTo>
                <a:cubicBezTo>
                  <a:pt x="165" y="82"/>
                  <a:pt x="153" y="74"/>
                  <a:pt x="141" y="67"/>
                </a:cubicBezTo>
                <a:cubicBezTo>
                  <a:pt x="150" y="36"/>
                  <a:pt x="163" y="16"/>
                  <a:pt x="177" y="16"/>
                </a:cubicBezTo>
                <a:moveTo>
                  <a:pt x="138" y="83"/>
                </a:moveTo>
                <a:cubicBezTo>
                  <a:pt x="146" y="88"/>
                  <a:pt x="155" y="94"/>
                  <a:pt x="164" y="101"/>
                </a:cubicBezTo>
                <a:cubicBezTo>
                  <a:pt x="159" y="105"/>
                  <a:pt x="155" y="109"/>
                  <a:pt x="150" y="113"/>
                </a:cubicBezTo>
                <a:cubicBezTo>
                  <a:pt x="144" y="114"/>
                  <a:pt x="138" y="114"/>
                  <a:pt x="132" y="115"/>
                </a:cubicBezTo>
                <a:cubicBezTo>
                  <a:pt x="134" y="103"/>
                  <a:pt x="135" y="92"/>
                  <a:pt x="138" y="83"/>
                </a:cubicBezTo>
                <a:moveTo>
                  <a:pt x="132" y="239"/>
                </a:moveTo>
                <a:cubicBezTo>
                  <a:pt x="138" y="239"/>
                  <a:pt x="144" y="240"/>
                  <a:pt x="150" y="240"/>
                </a:cubicBezTo>
                <a:cubicBezTo>
                  <a:pt x="155" y="244"/>
                  <a:pt x="159" y="248"/>
                  <a:pt x="164" y="252"/>
                </a:cubicBezTo>
                <a:cubicBezTo>
                  <a:pt x="155" y="259"/>
                  <a:pt x="146" y="265"/>
                  <a:pt x="138" y="271"/>
                </a:cubicBezTo>
                <a:cubicBezTo>
                  <a:pt x="135" y="261"/>
                  <a:pt x="134" y="250"/>
                  <a:pt x="132" y="239"/>
                </a:cubicBezTo>
                <a:moveTo>
                  <a:pt x="177" y="337"/>
                </a:moveTo>
                <a:cubicBezTo>
                  <a:pt x="163" y="337"/>
                  <a:pt x="150" y="317"/>
                  <a:pt x="141" y="286"/>
                </a:cubicBezTo>
                <a:cubicBezTo>
                  <a:pt x="153" y="279"/>
                  <a:pt x="164" y="271"/>
                  <a:pt x="176" y="262"/>
                </a:cubicBezTo>
                <a:cubicBezTo>
                  <a:pt x="188" y="271"/>
                  <a:pt x="200" y="279"/>
                  <a:pt x="212" y="286"/>
                </a:cubicBezTo>
                <a:cubicBezTo>
                  <a:pt x="203" y="317"/>
                  <a:pt x="190" y="337"/>
                  <a:pt x="177" y="337"/>
                </a:cubicBezTo>
                <a:moveTo>
                  <a:pt x="216" y="271"/>
                </a:moveTo>
                <a:cubicBezTo>
                  <a:pt x="207" y="265"/>
                  <a:pt x="198" y="259"/>
                  <a:pt x="189" y="252"/>
                </a:cubicBezTo>
                <a:cubicBezTo>
                  <a:pt x="194" y="248"/>
                  <a:pt x="198" y="244"/>
                  <a:pt x="203" y="240"/>
                </a:cubicBezTo>
                <a:cubicBezTo>
                  <a:pt x="209" y="240"/>
                  <a:pt x="215" y="239"/>
                  <a:pt x="221" y="239"/>
                </a:cubicBezTo>
                <a:cubicBezTo>
                  <a:pt x="219" y="250"/>
                  <a:pt x="218" y="261"/>
                  <a:pt x="216" y="271"/>
                </a:cubicBezTo>
                <a:moveTo>
                  <a:pt x="224" y="196"/>
                </a:moveTo>
                <a:cubicBezTo>
                  <a:pt x="220" y="201"/>
                  <a:pt x="215" y="206"/>
                  <a:pt x="211" y="211"/>
                </a:cubicBezTo>
                <a:cubicBezTo>
                  <a:pt x="206" y="215"/>
                  <a:pt x="201" y="220"/>
                  <a:pt x="196" y="224"/>
                </a:cubicBezTo>
                <a:cubicBezTo>
                  <a:pt x="190" y="225"/>
                  <a:pt x="183" y="225"/>
                  <a:pt x="177" y="225"/>
                </a:cubicBezTo>
                <a:cubicBezTo>
                  <a:pt x="170" y="225"/>
                  <a:pt x="163" y="225"/>
                  <a:pt x="157" y="224"/>
                </a:cubicBezTo>
                <a:cubicBezTo>
                  <a:pt x="152" y="220"/>
                  <a:pt x="147" y="215"/>
                  <a:pt x="142" y="211"/>
                </a:cubicBezTo>
                <a:cubicBezTo>
                  <a:pt x="138" y="206"/>
                  <a:pt x="133" y="201"/>
                  <a:pt x="129" y="196"/>
                </a:cubicBezTo>
                <a:cubicBezTo>
                  <a:pt x="129" y="190"/>
                  <a:pt x="128" y="183"/>
                  <a:pt x="128" y="177"/>
                </a:cubicBezTo>
                <a:cubicBezTo>
                  <a:pt x="128" y="170"/>
                  <a:pt x="129" y="163"/>
                  <a:pt x="129" y="157"/>
                </a:cubicBezTo>
                <a:cubicBezTo>
                  <a:pt x="133" y="152"/>
                  <a:pt x="138" y="147"/>
                  <a:pt x="142" y="143"/>
                </a:cubicBezTo>
                <a:cubicBezTo>
                  <a:pt x="147" y="138"/>
                  <a:pt x="152" y="133"/>
                  <a:pt x="157" y="129"/>
                </a:cubicBezTo>
                <a:cubicBezTo>
                  <a:pt x="163" y="129"/>
                  <a:pt x="170" y="128"/>
                  <a:pt x="177" y="128"/>
                </a:cubicBezTo>
                <a:cubicBezTo>
                  <a:pt x="183" y="128"/>
                  <a:pt x="190" y="129"/>
                  <a:pt x="196" y="129"/>
                </a:cubicBezTo>
                <a:cubicBezTo>
                  <a:pt x="201" y="133"/>
                  <a:pt x="206" y="138"/>
                  <a:pt x="211" y="143"/>
                </a:cubicBezTo>
                <a:cubicBezTo>
                  <a:pt x="215" y="147"/>
                  <a:pt x="220" y="152"/>
                  <a:pt x="224" y="157"/>
                </a:cubicBezTo>
                <a:cubicBezTo>
                  <a:pt x="224" y="163"/>
                  <a:pt x="225" y="170"/>
                  <a:pt x="225" y="177"/>
                </a:cubicBezTo>
                <a:cubicBezTo>
                  <a:pt x="225" y="183"/>
                  <a:pt x="224" y="190"/>
                  <a:pt x="224" y="196"/>
                </a:cubicBezTo>
                <a:moveTo>
                  <a:pt x="290" y="63"/>
                </a:moveTo>
                <a:cubicBezTo>
                  <a:pt x="300" y="73"/>
                  <a:pt x="295" y="96"/>
                  <a:pt x="279" y="124"/>
                </a:cubicBezTo>
                <a:cubicBezTo>
                  <a:pt x="266" y="121"/>
                  <a:pt x="252" y="118"/>
                  <a:pt x="237" y="116"/>
                </a:cubicBezTo>
                <a:cubicBezTo>
                  <a:pt x="235" y="101"/>
                  <a:pt x="232" y="87"/>
                  <a:pt x="229" y="75"/>
                </a:cubicBezTo>
                <a:cubicBezTo>
                  <a:pt x="257" y="58"/>
                  <a:pt x="280" y="53"/>
                  <a:pt x="290" y="63"/>
                </a:cubicBezTo>
                <a:moveTo>
                  <a:pt x="252" y="164"/>
                </a:moveTo>
                <a:cubicBezTo>
                  <a:pt x="248" y="159"/>
                  <a:pt x="244" y="155"/>
                  <a:pt x="240" y="150"/>
                </a:cubicBezTo>
                <a:cubicBezTo>
                  <a:pt x="240" y="144"/>
                  <a:pt x="239" y="138"/>
                  <a:pt x="239" y="132"/>
                </a:cubicBezTo>
                <a:cubicBezTo>
                  <a:pt x="250" y="134"/>
                  <a:pt x="261" y="135"/>
                  <a:pt x="271" y="138"/>
                </a:cubicBezTo>
                <a:cubicBezTo>
                  <a:pt x="265" y="146"/>
                  <a:pt x="259" y="155"/>
                  <a:pt x="252" y="164"/>
                </a:cubicBezTo>
                <a:moveTo>
                  <a:pt x="252" y="189"/>
                </a:moveTo>
                <a:cubicBezTo>
                  <a:pt x="259" y="198"/>
                  <a:pt x="265" y="207"/>
                  <a:pt x="271" y="216"/>
                </a:cubicBezTo>
                <a:cubicBezTo>
                  <a:pt x="261" y="218"/>
                  <a:pt x="250" y="220"/>
                  <a:pt x="239" y="221"/>
                </a:cubicBezTo>
                <a:cubicBezTo>
                  <a:pt x="239" y="215"/>
                  <a:pt x="240" y="209"/>
                  <a:pt x="240" y="203"/>
                </a:cubicBezTo>
                <a:cubicBezTo>
                  <a:pt x="244" y="198"/>
                  <a:pt x="248" y="194"/>
                  <a:pt x="252" y="189"/>
                </a:cubicBezTo>
                <a:moveTo>
                  <a:pt x="290" y="290"/>
                </a:moveTo>
                <a:cubicBezTo>
                  <a:pt x="280" y="300"/>
                  <a:pt x="257" y="295"/>
                  <a:pt x="229" y="279"/>
                </a:cubicBezTo>
                <a:cubicBezTo>
                  <a:pt x="232" y="266"/>
                  <a:pt x="235" y="252"/>
                  <a:pt x="237" y="237"/>
                </a:cubicBezTo>
                <a:cubicBezTo>
                  <a:pt x="252" y="235"/>
                  <a:pt x="266" y="232"/>
                  <a:pt x="279" y="229"/>
                </a:cubicBezTo>
                <a:cubicBezTo>
                  <a:pt x="295" y="257"/>
                  <a:pt x="300" y="280"/>
                  <a:pt x="290" y="290"/>
                </a:cubicBezTo>
                <a:moveTo>
                  <a:pt x="286" y="212"/>
                </a:moveTo>
                <a:cubicBezTo>
                  <a:pt x="279" y="200"/>
                  <a:pt x="271" y="189"/>
                  <a:pt x="262" y="177"/>
                </a:cubicBezTo>
                <a:cubicBezTo>
                  <a:pt x="271" y="165"/>
                  <a:pt x="279" y="153"/>
                  <a:pt x="286" y="141"/>
                </a:cubicBezTo>
                <a:cubicBezTo>
                  <a:pt x="317" y="150"/>
                  <a:pt x="337" y="163"/>
                  <a:pt x="337" y="177"/>
                </a:cubicBezTo>
                <a:cubicBezTo>
                  <a:pt x="337" y="191"/>
                  <a:pt x="317" y="203"/>
                  <a:pt x="286" y="212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6" name="Freeform 46"/>
          <p:cNvSpPr>
            <a:spLocks noEditPoints="1"/>
          </p:cNvSpPr>
          <p:nvPr/>
        </p:nvSpPr>
        <p:spPr bwMode="auto">
          <a:xfrm>
            <a:off x="1991784" y="5363634"/>
            <a:ext cx="425451" cy="582084"/>
          </a:xfrm>
          <a:custGeom>
            <a:avLst/>
            <a:gdLst>
              <a:gd name="T0" fmla="*/ 256 w 257"/>
              <a:gd name="T1" fmla="*/ 277 h 353"/>
              <a:gd name="T2" fmla="*/ 233 w 257"/>
              <a:gd name="T3" fmla="*/ 209 h 353"/>
              <a:gd name="T4" fmla="*/ 240 w 257"/>
              <a:gd name="T5" fmla="*/ 196 h 353"/>
              <a:gd name="T6" fmla="*/ 201 w 257"/>
              <a:gd name="T7" fmla="*/ 145 h 353"/>
              <a:gd name="T8" fmla="*/ 225 w 257"/>
              <a:gd name="T9" fmla="*/ 136 h 353"/>
              <a:gd name="T10" fmla="*/ 222 w 257"/>
              <a:gd name="T11" fmla="*/ 130 h 353"/>
              <a:gd name="T12" fmla="*/ 193 w 257"/>
              <a:gd name="T13" fmla="*/ 80 h 353"/>
              <a:gd name="T14" fmla="*/ 199 w 257"/>
              <a:gd name="T15" fmla="*/ 67 h 353"/>
              <a:gd name="T16" fmla="*/ 129 w 257"/>
              <a:gd name="T17" fmla="*/ 0 h 353"/>
              <a:gd name="T18" fmla="*/ 59 w 257"/>
              <a:gd name="T19" fmla="*/ 67 h 353"/>
              <a:gd name="T20" fmla="*/ 65 w 257"/>
              <a:gd name="T21" fmla="*/ 80 h 353"/>
              <a:gd name="T22" fmla="*/ 35 w 257"/>
              <a:gd name="T23" fmla="*/ 130 h 353"/>
              <a:gd name="T24" fmla="*/ 33 w 257"/>
              <a:gd name="T25" fmla="*/ 136 h 353"/>
              <a:gd name="T26" fmla="*/ 57 w 257"/>
              <a:gd name="T27" fmla="*/ 145 h 353"/>
              <a:gd name="T28" fmla="*/ 18 w 257"/>
              <a:gd name="T29" fmla="*/ 196 h 353"/>
              <a:gd name="T30" fmla="*/ 24 w 257"/>
              <a:gd name="T31" fmla="*/ 209 h 353"/>
              <a:gd name="T32" fmla="*/ 2 w 257"/>
              <a:gd name="T33" fmla="*/ 277 h 353"/>
              <a:gd name="T34" fmla="*/ 0 w 257"/>
              <a:gd name="T35" fmla="*/ 281 h 353"/>
              <a:gd name="T36" fmla="*/ 97 w 257"/>
              <a:gd name="T37" fmla="*/ 289 h 353"/>
              <a:gd name="T38" fmla="*/ 105 w 257"/>
              <a:gd name="T39" fmla="*/ 353 h 353"/>
              <a:gd name="T40" fmla="*/ 161 w 257"/>
              <a:gd name="T41" fmla="*/ 345 h 353"/>
              <a:gd name="T42" fmla="*/ 249 w 257"/>
              <a:gd name="T43" fmla="*/ 289 h 353"/>
              <a:gd name="T44" fmla="*/ 256 w 257"/>
              <a:gd name="T45" fmla="*/ 277 h 353"/>
              <a:gd name="T46" fmla="*/ 113 w 257"/>
              <a:gd name="T47" fmla="*/ 337 h 353"/>
              <a:gd name="T48" fmla="*/ 145 w 257"/>
              <a:gd name="T49" fmla="*/ 289 h 353"/>
              <a:gd name="T50" fmla="*/ 23 w 257"/>
              <a:gd name="T51" fmla="*/ 273 h 353"/>
              <a:gd name="T52" fmla="*/ 63 w 257"/>
              <a:gd name="T53" fmla="*/ 205 h 353"/>
              <a:gd name="T54" fmla="*/ 57 w 257"/>
              <a:gd name="T55" fmla="*/ 193 h 353"/>
              <a:gd name="T56" fmla="*/ 79 w 257"/>
              <a:gd name="T57" fmla="*/ 141 h 353"/>
              <a:gd name="T58" fmla="*/ 81 w 257"/>
              <a:gd name="T59" fmla="*/ 136 h 353"/>
              <a:gd name="T60" fmla="*/ 58 w 257"/>
              <a:gd name="T61" fmla="*/ 128 h 353"/>
              <a:gd name="T62" fmla="*/ 102 w 257"/>
              <a:gd name="T63" fmla="*/ 78 h 353"/>
              <a:gd name="T64" fmla="*/ 97 w 257"/>
              <a:gd name="T65" fmla="*/ 64 h 353"/>
              <a:gd name="T66" fmla="*/ 129 w 257"/>
              <a:gd name="T67" fmla="*/ 19 h 353"/>
              <a:gd name="T68" fmla="*/ 161 w 257"/>
              <a:gd name="T69" fmla="*/ 64 h 353"/>
              <a:gd name="T70" fmla="*/ 156 w 257"/>
              <a:gd name="T71" fmla="*/ 78 h 353"/>
              <a:gd name="T72" fmla="*/ 200 w 257"/>
              <a:gd name="T73" fmla="*/ 128 h 353"/>
              <a:gd name="T74" fmla="*/ 177 w 257"/>
              <a:gd name="T75" fmla="*/ 136 h 353"/>
              <a:gd name="T76" fmla="*/ 179 w 257"/>
              <a:gd name="T77" fmla="*/ 141 h 353"/>
              <a:gd name="T78" fmla="*/ 201 w 257"/>
              <a:gd name="T79" fmla="*/ 193 h 353"/>
              <a:gd name="T80" fmla="*/ 194 w 257"/>
              <a:gd name="T81" fmla="*/ 205 h 353"/>
              <a:gd name="T82" fmla="*/ 235 w 257"/>
              <a:gd name="T83" fmla="*/ 273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257" h="353">
                <a:moveTo>
                  <a:pt x="256" y="277"/>
                </a:moveTo>
                <a:cubicBezTo>
                  <a:pt x="256" y="277"/>
                  <a:pt x="256" y="277"/>
                  <a:pt x="256" y="277"/>
                </a:cubicBezTo>
                <a:cubicBezTo>
                  <a:pt x="215" y="209"/>
                  <a:pt x="215" y="209"/>
                  <a:pt x="215" y="209"/>
                </a:cubicBezTo>
                <a:cubicBezTo>
                  <a:pt x="233" y="209"/>
                  <a:pt x="233" y="209"/>
                  <a:pt x="233" y="209"/>
                </a:cubicBezTo>
                <a:cubicBezTo>
                  <a:pt x="238" y="209"/>
                  <a:pt x="241" y="205"/>
                  <a:pt x="241" y="201"/>
                </a:cubicBezTo>
                <a:cubicBezTo>
                  <a:pt x="241" y="199"/>
                  <a:pt x="241" y="197"/>
                  <a:pt x="240" y="196"/>
                </a:cubicBezTo>
                <a:cubicBezTo>
                  <a:pt x="240" y="196"/>
                  <a:pt x="240" y="196"/>
                  <a:pt x="240" y="196"/>
                </a:cubicBezTo>
                <a:cubicBezTo>
                  <a:pt x="201" y="145"/>
                  <a:pt x="201" y="145"/>
                  <a:pt x="201" y="145"/>
                </a:cubicBezTo>
                <a:cubicBezTo>
                  <a:pt x="217" y="145"/>
                  <a:pt x="217" y="145"/>
                  <a:pt x="217" y="145"/>
                </a:cubicBezTo>
                <a:cubicBezTo>
                  <a:pt x="222" y="145"/>
                  <a:pt x="225" y="141"/>
                  <a:pt x="225" y="136"/>
                </a:cubicBezTo>
                <a:cubicBezTo>
                  <a:pt x="225" y="134"/>
                  <a:pt x="224" y="132"/>
                  <a:pt x="222" y="131"/>
                </a:cubicBezTo>
                <a:cubicBezTo>
                  <a:pt x="222" y="130"/>
                  <a:pt x="222" y="130"/>
                  <a:pt x="222" y="130"/>
                </a:cubicBezTo>
                <a:cubicBezTo>
                  <a:pt x="179" y="80"/>
                  <a:pt x="179" y="80"/>
                  <a:pt x="179" y="80"/>
                </a:cubicBezTo>
                <a:cubicBezTo>
                  <a:pt x="193" y="80"/>
                  <a:pt x="193" y="80"/>
                  <a:pt x="193" y="80"/>
                </a:cubicBezTo>
                <a:cubicBezTo>
                  <a:pt x="197" y="80"/>
                  <a:pt x="201" y="77"/>
                  <a:pt x="201" y="72"/>
                </a:cubicBezTo>
                <a:cubicBezTo>
                  <a:pt x="201" y="70"/>
                  <a:pt x="200" y="68"/>
                  <a:pt x="199" y="67"/>
                </a:cubicBezTo>
                <a:cubicBezTo>
                  <a:pt x="135" y="2"/>
                  <a:pt x="135" y="2"/>
                  <a:pt x="135" y="2"/>
                </a:cubicBezTo>
                <a:cubicBezTo>
                  <a:pt x="133" y="1"/>
                  <a:pt x="131" y="0"/>
                  <a:pt x="129" y="0"/>
                </a:cubicBezTo>
                <a:cubicBezTo>
                  <a:pt x="127" y="0"/>
                  <a:pt x="125" y="1"/>
                  <a:pt x="123" y="2"/>
                </a:cubicBezTo>
                <a:cubicBezTo>
                  <a:pt x="59" y="67"/>
                  <a:pt x="59" y="67"/>
                  <a:pt x="59" y="67"/>
                </a:cubicBezTo>
                <a:cubicBezTo>
                  <a:pt x="57" y="68"/>
                  <a:pt x="57" y="70"/>
                  <a:pt x="57" y="72"/>
                </a:cubicBezTo>
                <a:cubicBezTo>
                  <a:pt x="57" y="77"/>
                  <a:pt x="60" y="80"/>
                  <a:pt x="65" y="80"/>
                </a:cubicBezTo>
                <a:cubicBezTo>
                  <a:pt x="79" y="80"/>
                  <a:pt x="79" y="80"/>
                  <a:pt x="79" y="80"/>
                </a:cubicBezTo>
                <a:cubicBezTo>
                  <a:pt x="35" y="130"/>
                  <a:pt x="35" y="130"/>
                  <a:pt x="35" y="130"/>
                </a:cubicBezTo>
                <a:cubicBezTo>
                  <a:pt x="35" y="131"/>
                  <a:pt x="35" y="131"/>
                  <a:pt x="35" y="131"/>
                </a:cubicBezTo>
                <a:cubicBezTo>
                  <a:pt x="34" y="132"/>
                  <a:pt x="33" y="134"/>
                  <a:pt x="33" y="136"/>
                </a:cubicBezTo>
                <a:cubicBezTo>
                  <a:pt x="33" y="141"/>
                  <a:pt x="36" y="145"/>
                  <a:pt x="41" y="145"/>
                </a:cubicBezTo>
                <a:cubicBezTo>
                  <a:pt x="57" y="145"/>
                  <a:pt x="57" y="145"/>
                  <a:pt x="57" y="145"/>
                </a:cubicBezTo>
                <a:cubicBezTo>
                  <a:pt x="18" y="196"/>
                  <a:pt x="18" y="196"/>
                  <a:pt x="18" y="196"/>
                </a:cubicBezTo>
                <a:cubicBezTo>
                  <a:pt x="18" y="196"/>
                  <a:pt x="18" y="196"/>
                  <a:pt x="18" y="196"/>
                </a:cubicBezTo>
                <a:cubicBezTo>
                  <a:pt x="17" y="197"/>
                  <a:pt x="16" y="199"/>
                  <a:pt x="16" y="201"/>
                </a:cubicBezTo>
                <a:cubicBezTo>
                  <a:pt x="16" y="205"/>
                  <a:pt x="20" y="209"/>
                  <a:pt x="24" y="209"/>
                </a:cubicBezTo>
                <a:cubicBezTo>
                  <a:pt x="42" y="209"/>
                  <a:pt x="42" y="209"/>
                  <a:pt x="42" y="209"/>
                </a:cubicBezTo>
                <a:cubicBezTo>
                  <a:pt x="2" y="277"/>
                  <a:pt x="2" y="277"/>
                  <a:pt x="2" y="277"/>
                </a:cubicBezTo>
                <a:cubicBezTo>
                  <a:pt x="2" y="277"/>
                  <a:pt x="2" y="277"/>
                  <a:pt x="2" y="277"/>
                </a:cubicBezTo>
                <a:cubicBezTo>
                  <a:pt x="1" y="278"/>
                  <a:pt x="0" y="279"/>
                  <a:pt x="0" y="281"/>
                </a:cubicBezTo>
                <a:cubicBezTo>
                  <a:pt x="0" y="285"/>
                  <a:pt x="4" y="289"/>
                  <a:pt x="8" y="289"/>
                </a:cubicBezTo>
                <a:cubicBezTo>
                  <a:pt x="97" y="289"/>
                  <a:pt x="97" y="289"/>
                  <a:pt x="97" y="289"/>
                </a:cubicBezTo>
                <a:cubicBezTo>
                  <a:pt x="97" y="345"/>
                  <a:pt x="97" y="345"/>
                  <a:pt x="97" y="345"/>
                </a:cubicBezTo>
                <a:cubicBezTo>
                  <a:pt x="97" y="350"/>
                  <a:pt x="100" y="353"/>
                  <a:pt x="105" y="353"/>
                </a:cubicBezTo>
                <a:cubicBezTo>
                  <a:pt x="153" y="353"/>
                  <a:pt x="153" y="353"/>
                  <a:pt x="153" y="353"/>
                </a:cubicBezTo>
                <a:cubicBezTo>
                  <a:pt x="157" y="353"/>
                  <a:pt x="161" y="350"/>
                  <a:pt x="161" y="345"/>
                </a:cubicBezTo>
                <a:cubicBezTo>
                  <a:pt x="161" y="289"/>
                  <a:pt x="161" y="289"/>
                  <a:pt x="161" y="289"/>
                </a:cubicBezTo>
                <a:cubicBezTo>
                  <a:pt x="249" y="289"/>
                  <a:pt x="249" y="289"/>
                  <a:pt x="249" y="289"/>
                </a:cubicBezTo>
                <a:cubicBezTo>
                  <a:pt x="254" y="289"/>
                  <a:pt x="257" y="285"/>
                  <a:pt x="257" y="281"/>
                </a:cubicBezTo>
                <a:cubicBezTo>
                  <a:pt x="257" y="279"/>
                  <a:pt x="257" y="278"/>
                  <a:pt x="256" y="277"/>
                </a:cubicBezTo>
                <a:moveTo>
                  <a:pt x="145" y="337"/>
                </a:moveTo>
                <a:cubicBezTo>
                  <a:pt x="113" y="337"/>
                  <a:pt x="113" y="337"/>
                  <a:pt x="113" y="337"/>
                </a:cubicBezTo>
                <a:cubicBezTo>
                  <a:pt x="113" y="289"/>
                  <a:pt x="113" y="289"/>
                  <a:pt x="113" y="289"/>
                </a:cubicBezTo>
                <a:cubicBezTo>
                  <a:pt x="145" y="289"/>
                  <a:pt x="145" y="289"/>
                  <a:pt x="145" y="289"/>
                </a:cubicBezTo>
                <a:lnTo>
                  <a:pt x="145" y="337"/>
                </a:lnTo>
                <a:close/>
                <a:moveTo>
                  <a:pt x="23" y="273"/>
                </a:moveTo>
                <a:cubicBezTo>
                  <a:pt x="63" y="205"/>
                  <a:pt x="63" y="205"/>
                  <a:pt x="63" y="205"/>
                </a:cubicBezTo>
                <a:cubicBezTo>
                  <a:pt x="63" y="205"/>
                  <a:pt x="63" y="205"/>
                  <a:pt x="63" y="205"/>
                </a:cubicBezTo>
                <a:cubicBezTo>
                  <a:pt x="64" y="204"/>
                  <a:pt x="65" y="202"/>
                  <a:pt x="65" y="201"/>
                </a:cubicBezTo>
                <a:cubicBezTo>
                  <a:pt x="65" y="196"/>
                  <a:pt x="61" y="193"/>
                  <a:pt x="57" y="193"/>
                </a:cubicBezTo>
                <a:cubicBezTo>
                  <a:pt x="41" y="193"/>
                  <a:pt x="41" y="193"/>
                  <a:pt x="41" y="193"/>
                </a:cubicBezTo>
                <a:cubicBezTo>
                  <a:pt x="79" y="141"/>
                  <a:pt x="79" y="141"/>
                  <a:pt x="79" y="141"/>
                </a:cubicBezTo>
                <a:cubicBezTo>
                  <a:pt x="79" y="141"/>
                  <a:pt x="79" y="141"/>
                  <a:pt x="79" y="141"/>
                </a:cubicBezTo>
                <a:cubicBezTo>
                  <a:pt x="80" y="140"/>
                  <a:pt x="81" y="138"/>
                  <a:pt x="81" y="136"/>
                </a:cubicBezTo>
                <a:cubicBezTo>
                  <a:pt x="81" y="132"/>
                  <a:pt x="77" y="128"/>
                  <a:pt x="73" y="128"/>
                </a:cubicBezTo>
                <a:cubicBezTo>
                  <a:pt x="58" y="128"/>
                  <a:pt x="58" y="128"/>
                  <a:pt x="58" y="128"/>
                </a:cubicBezTo>
                <a:cubicBezTo>
                  <a:pt x="102" y="78"/>
                  <a:pt x="102" y="78"/>
                  <a:pt x="102" y="78"/>
                </a:cubicBezTo>
                <a:cubicBezTo>
                  <a:pt x="102" y="78"/>
                  <a:pt x="102" y="78"/>
                  <a:pt x="102" y="78"/>
                </a:cubicBezTo>
                <a:cubicBezTo>
                  <a:pt x="104" y="77"/>
                  <a:pt x="105" y="75"/>
                  <a:pt x="105" y="72"/>
                </a:cubicBezTo>
                <a:cubicBezTo>
                  <a:pt x="105" y="68"/>
                  <a:pt x="101" y="64"/>
                  <a:pt x="97" y="64"/>
                </a:cubicBezTo>
                <a:cubicBezTo>
                  <a:pt x="84" y="64"/>
                  <a:pt x="84" y="64"/>
                  <a:pt x="84" y="64"/>
                </a:cubicBezTo>
                <a:cubicBezTo>
                  <a:pt x="129" y="19"/>
                  <a:pt x="129" y="19"/>
                  <a:pt x="129" y="19"/>
                </a:cubicBezTo>
                <a:cubicBezTo>
                  <a:pt x="174" y="64"/>
                  <a:pt x="174" y="64"/>
                  <a:pt x="174" y="64"/>
                </a:cubicBezTo>
                <a:cubicBezTo>
                  <a:pt x="161" y="64"/>
                  <a:pt x="161" y="64"/>
                  <a:pt x="161" y="64"/>
                </a:cubicBezTo>
                <a:cubicBezTo>
                  <a:pt x="157" y="64"/>
                  <a:pt x="153" y="68"/>
                  <a:pt x="153" y="72"/>
                </a:cubicBezTo>
                <a:cubicBezTo>
                  <a:pt x="153" y="75"/>
                  <a:pt x="154" y="77"/>
                  <a:pt x="156" y="78"/>
                </a:cubicBezTo>
                <a:cubicBezTo>
                  <a:pt x="156" y="78"/>
                  <a:pt x="156" y="78"/>
                  <a:pt x="156" y="78"/>
                </a:cubicBezTo>
                <a:cubicBezTo>
                  <a:pt x="200" y="128"/>
                  <a:pt x="200" y="128"/>
                  <a:pt x="200" y="128"/>
                </a:cubicBezTo>
                <a:cubicBezTo>
                  <a:pt x="185" y="128"/>
                  <a:pt x="185" y="128"/>
                  <a:pt x="185" y="128"/>
                </a:cubicBezTo>
                <a:cubicBezTo>
                  <a:pt x="181" y="128"/>
                  <a:pt x="177" y="132"/>
                  <a:pt x="177" y="136"/>
                </a:cubicBezTo>
                <a:cubicBezTo>
                  <a:pt x="177" y="138"/>
                  <a:pt x="178" y="140"/>
                  <a:pt x="179" y="141"/>
                </a:cubicBezTo>
                <a:cubicBezTo>
                  <a:pt x="179" y="141"/>
                  <a:pt x="179" y="141"/>
                  <a:pt x="179" y="141"/>
                </a:cubicBezTo>
                <a:cubicBezTo>
                  <a:pt x="217" y="193"/>
                  <a:pt x="217" y="193"/>
                  <a:pt x="217" y="193"/>
                </a:cubicBezTo>
                <a:cubicBezTo>
                  <a:pt x="201" y="193"/>
                  <a:pt x="201" y="193"/>
                  <a:pt x="201" y="193"/>
                </a:cubicBezTo>
                <a:cubicBezTo>
                  <a:pt x="197" y="193"/>
                  <a:pt x="193" y="196"/>
                  <a:pt x="193" y="201"/>
                </a:cubicBezTo>
                <a:cubicBezTo>
                  <a:pt x="193" y="202"/>
                  <a:pt x="194" y="204"/>
                  <a:pt x="194" y="205"/>
                </a:cubicBezTo>
                <a:cubicBezTo>
                  <a:pt x="194" y="205"/>
                  <a:pt x="194" y="205"/>
                  <a:pt x="194" y="205"/>
                </a:cubicBezTo>
                <a:cubicBezTo>
                  <a:pt x="235" y="273"/>
                  <a:pt x="235" y="273"/>
                  <a:pt x="235" y="273"/>
                </a:cubicBezTo>
                <a:lnTo>
                  <a:pt x="23" y="273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7" name="Freeform 47"/>
          <p:cNvSpPr>
            <a:spLocks noEditPoints="1"/>
          </p:cNvSpPr>
          <p:nvPr/>
        </p:nvSpPr>
        <p:spPr bwMode="auto">
          <a:xfrm>
            <a:off x="3185584" y="5363634"/>
            <a:ext cx="262467" cy="582084"/>
          </a:xfrm>
          <a:custGeom>
            <a:avLst/>
            <a:gdLst>
              <a:gd name="T0" fmla="*/ 104 w 160"/>
              <a:gd name="T1" fmla="*/ 80 h 353"/>
              <a:gd name="T2" fmla="*/ 96 w 160"/>
              <a:gd name="T3" fmla="*/ 88 h 353"/>
              <a:gd name="T4" fmla="*/ 96 w 160"/>
              <a:gd name="T5" fmla="*/ 201 h 353"/>
              <a:gd name="T6" fmla="*/ 104 w 160"/>
              <a:gd name="T7" fmla="*/ 209 h 353"/>
              <a:gd name="T8" fmla="*/ 112 w 160"/>
              <a:gd name="T9" fmla="*/ 201 h 353"/>
              <a:gd name="T10" fmla="*/ 112 w 160"/>
              <a:gd name="T11" fmla="*/ 88 h 353"/>
              <a:gd name="T12" fmla="*/ 104 w 160"/>
              <a:gd name="T13" fmla="*/ 80 h 353"/>
              <a:gd name="T14" fmla="*/ 56 w 160"/>
              <a:gd name="T15" fmla="*/ 80 h 353"/>
              <a:gd name="T16" fmla="*/ 48 w 160"/>
              <a:gd name="T17" fmla="*/ 88 h 353"/>
              <a:gd name="T18" fmla="*/ 48 w 160"/>
              <a:gd name="T19" fmla="*/ 201 h 353"/>
              <a:gd name="T20" fmla="*/ 56 w 160"/>
              <a:gd name="T21" fmla="*/ 209 h 353"/>
              <a:gd name="T22" fmla="*/ 64 w 160"/>
              <a:gd name="T23" fmla="*/ 201 h 353"/>
              <a:gd name="T24" fmla="*/ 64 w 160"/>
              <a:gd name="T25" fmla="*/ 88 h 353"/>
              <a:gd name="T26" fmla="*/ 56 w 160"/>
              <a:gd name="T27" fmla="*/ 80 h 353"/>
              <a:gd name="T28" fmla="*/ 80 w 160"/>
              <a:gd name="T29" fmla="*/ 0 h 353"/>
              <a:gd name="T30" fmla="*/ 0 w 160"/>
              <a:gd name="T31" fmla="*/ 80 h 353"/>
              <a:gd name="T32" fmla="*/ 0 w 160"/>
              <a:gd name="T33" fmla="*/ 241 h 353"/>
              <a:gd name="T34" fmla="*/ 16 w 160"/>
              <a:gd name="T35" fmla="*/ 257 h 353"/>
              <a:gd name="T36" fmla="*/ 72 w 160"/>
              <a:gd name="T37" fmla="*/ 257 h 353"/>
              <a:gd name="T38" fmla="*/ 72 w 160"/>
              <a:gd name="T39" fmla="*/ 345 h 353"/>
              <a:gd name="T40" fmla="*/ 80 w 160"/>
              <a:gd name="T41" fmla="*/ 353 h 353"/>
              <a:gd name="T42" fmla="*/ 88 w 160"/>
              <a:gd name="T43" fmla="*/ 345 h 353"/>
              <a:gd name="T44" fmla="*/ 88 w 160"/>
              <a:gd name="T45" fmla="*/ 257 h 353"/>
              <a:gd name="T46" fmla="*/ 144 w 160"/>
              <a:gd name="T47" fmla="*/ 257 h 353"/>
              <a:gd name="T48" fmla="*/ 160 w 160"/>
              <a:gd name="T49" fmla="*/ 241 h 353"/>
              <a:gd name="T50" fmla="*/ 160 w 160"/>
              <a:gd name="T51" fmla="*/ 80 h 353"/>
              <a:gd name="T52" fmla="*/ 80 w 160"/>
              <a:gd name="T53" fmla="*/ 0 h 353"/>
              <a:gd name="T54" fmla="*/ 144 w 160"/>
              <a:gd name="T55" fmla="*/ 241 h 353"/>
              <a:gd name="T56" fmla="*/ 16 w 160"/>
              <a:gd name="T57" fmla="*/ 241 h 353"/>
              <a:gd name="T58" fmla="*/ 16 w 160"/>
              <a:gd name="T59" fmla="*/ 80 h 353"/>
              <a:gd name="T60" fmla="*/ 80 w 160"/>
              <a:gd name="T61" fmla="*/ 16 h 353"/>
              <a:gd name="T62" fmla="*/ 144 w 160"/>
              <a:gd name="T63" fmla="*/ 80 h 353"/>
              <a:gd name="T64" fmla="*/ 144 w 160"/>
              <a:gd name="T65" fmla="*/ 241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60" h="353">
                <a:moveTo>
                  <a:pt x="104" y="80"/>
                </a:moveTo>
                <a:cubicBezTo>
                  <a:pt x="100" y="80"/>
                  <a:pt x="96" y="84"/>
                  <a:pt x="96" y="88"/>
                </a:cubicBezTo>
                <a:cubicBezTo>
                  <a:pt x="96" y="201"/>
                  <a:pt x="96" y="201"/>
                  <a:pt x="96" y="201"/>
                </a:cubicBezTo>
                <a:cubicBezTo>
                  <a:pt x="96" y="205"/>
                  <a:pt x="100" y="209"/>
                  <a:pt x="104" y="209"/>
                </a:cubicBezTo>
                <a:cubicBezTo>
                  <a:pt x="109" y="209"/>
                  <a:pt x="112" y="205"/>
                  <a:pt x="112" y="201"/>
                </a:cubicBezTo>
                <a:cubicBezTo>
                  <a:pt x="112" y="88"/>
                  <a:pt x="112" y="88"/>
                  <a:pt x="112" y="88"/>
                </a:cubicBezTo>
                <a:cubicBezTo>
                  <a:pt x="112" y="84"/>
                  <a:pt x="109" y="80"/>
                  <a:pt x="104" y="80"/>
                </a:cubicBezTo>
                <a:moveTo>
                  <a:pt x="56" y="80"/>
                </a:moveTo>
                <a:cubicBezTo>
                  <a:pt x="52" y="80"/>
                  <a:pt x="48" y="84"/>
                  <a:pt x="48" y="88"/>
                </a:cubicBezTo>
                <a:cubicBezTo>
                  <a:pt x="48" y="201"/>
                  <a:pt x="48" y="201"/>
                  <a:pt x="48" y="201"/>
                </a:cubicBezTo>
                <a:cubicBezTo>
                  <a:pt x="48" y="205"/>
                  <a:pt x="52" y="209"/>
                  <a:pt x="56" y="209"/>
                </a:cubicBezTo>
                <a:cubicBezTo>
                  <a:pt x="61" y="209"/>
                  <a:pt x="64" y="205"/>
                  <a:pt x="64" y="201"/>
                </a:cubicBezTo>
                <a:cubicBezTo>
                  <a:pt x="64" y="88"/>
                  <a:pt x="64" y="88"/>
                  <a:pt x="64" y="88"/>
                </a:cubicBezTo>
                <a:cubicBezTo>
                  <a:pt x="64" y="84"/>
                  <a:pt x="61" y="80"/>
                  <a:pt x="56" y="80"/>
                </a:cubicBezTo>
                <a:moveTo>
                  <a:pt x="80" y="0"/>
                </a:moveTo>
                <a:cubicBezTo>
                  <a:pt x="36" y="0"/>
                  <a:pt x="0" y="36"/>
                  <a:pt x="0" y="80"/>
                </a:cubicBezTo>
                <a:cubicBezTo>
                  <a:pt x="0" y="241"/>
                  <a:pt x="0" y="241"/>
                  <a:pt x="0" y="241"/>
                </a:cubicBezTo>
                <a:cubicBezTo>
                  <a:pt x="0" y="250"/>
                  <a:pt x="7" y="257"/>
                  <a:pt x="16" y="257"/>
                </a:cubicBezTo>
                <a:cubicBezTo>
                  <a:pt x="72" y="257"/>
                  <a:pt x="72" y="257"/>
                  <a:pt x="72" y="257"/>
                </a:cubicBezTo>
                <a:cubicBezTo>
                  <a:pt x="72" y="345"/>
                  <a:pt x="72" y="345"/>
                  <a:pt x="72" y="345"/>
                </a:cubicBezTo>
                <a:cubicBezTo>
                  <a:pt x="72" y="350"/>
                  <a:pt x="76" y="353"/>
                  <a:pt x="80" y="353"/>
                </a:cubicBezTo>
                <a:cubicBezTo>
                  <a:pt x="85" y="353"/>
                  <a:pt x="88" y="350"/>
                  <a:pt x="88" y="345"/>
                </a:cubicBezTo>
                <a:cubicBezTo>
                  <a:pt x="88" y="257"/>
                  <a:pt x="88" y="257"/>
                  <a:pt x="88" y="257"/>
                </a:cubicBezTo>
                <a:cubicBezTo>
                  <a:pt x="144" y="257"/>
                  <a:pt x="144" y="257"/>
                  <a:pt x="144" y="257"/>
                </a:cubicBezTo>
                <a:cubicBezTo>
                  <a:pt x="153" y="257"/>
                  <a:pt x="160" y="250"/>
                  <a:pt x="160" y="241"/>
                </a:cubicBezTo>
                <a:cubicBezTo>
                  <a:pt x="160" y="80"/>
                  <a:pt x="160" y="80"/>
                  <a:pt x="160" y="80"/>
                </a:cubicBezTo>
                <a:cubicBezTo>
                  <a:pt x="160" y="36"/>
                  <a:pt x="125" y="0"/>
                  <a:pt x="80" y="0"/>
                </a:cubicBezTo>
                <a:moveTo>
                  <a:pt x="144" y="241"/>
                </a:moveTo>
                <a:cubicBezTo>
                  <a:pt x="16" y="241"/>
                  <a:pt x="16" y="241"/>
                  <a:pt x="16" y="241"/>
                </a:cubicBezTo>
                <a:cubicBezTo>
                  <a:pt x="16" y="80"/>
                  <a:pt x="16" y="80"/>
                  <a:pt x="16" y="80"/>
                </a:cubicBezTo>
                <a:cubicBezTo>
                  <a:pt x="16" y="45"/>
                  <a:pt x="45" y="16"/>
                  <a:pt x="80" y="16"/>
                </a:cubicBezTo>
                <a:cubicBezTo>
                  <a:pt x="116" y="16"/>
                  <a:pt x="144" y="45"/>
                  <a:pt x="144" y="80"/>
                </a:cubicBezTo>
                <a:lnTo>
                  <a:pt x="144" y="24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8" name="Freeform 48"/>
          <p:cNvSpPr>
            <a:spLocks noEditPoints="1"/>
          </p:cNvSpPr>
          <p:nvPr/>
        </p:nvSpPr>
        <p:spPr bwMode="auto">
          <a:xfrm>
            <a:off x="4138085" y="5363634"/>
            <a:ext cx="582084" cy="582084"/>
          </a:xfrm>
          <a:custGeom>
            <a:avLst/>
            <a:gdLst>
              <a:gd name="T0" fmla="*/ 152 w 353"/>
              <a:gd name="T1" fmla="*/ 88 h 353"/>
              <a:gd name="T2" fmla="*/ 144 w 353"/>
              <a:gd name="T3" fmla="*/ 0 h 353"/>
              <a:gd name="T4" fmla="*/ 136 w 353"/>
              <a:gd name="T5" fmla="*/ 88 h 353"/>
              <a:gd name="T6" fmla="*/ 241 w 353"/>
              <a:gd name="T7" fmla="*/ 112 h 353"/>
              <a:gd name="T8" fmla="*/ 249 w 353"/>
              <a:gd name="T9" fmla="*/ 24 h 353"/>
              <a:gd name="T10" fmla="*/ 233 w 353"/>
              <a:gd name="T11" fmla="*/ 24 h 353"/>
              <a:gd name="T12" fmla="*/ 241 w 353"/>
              <a:gd name="T13" fmla="*/ 112 h 353"/>
              <a:gd name="T14" fmla="*/ 201 w 353"/>
              <a:gd name="T15" fmla="*/ 88 h 353"/>
              <a:gd name="T16" fmla="*/ 193 w 353"/>
              <a:gd name="T17" fmla="*/ 32 h 353"/>
              <a:gd name="T18" fmla="*/ 185 w 353"/>
              <a:gd name="T19" fmla="*/ 88 h 353"/>
              <a:gd name="T20" fmla="*/ 305 w 353"/>
              <a:gd name="T21" fmla="*/ 169 h 353"/>
              <a:gd name="T22" fmla="*/ 289 w 353"/>
              <a:gd name="T23" fmla="*/ 145 h 353"/>
              <a:gd name="T24" fmla="*/ 16 w 353"/>
              <a:gd name="T25" fmla="*/ 128 h 353"/>
              <a:gd name="T26" fmla="*/ 0 w 353"/>
              <a:gd name="T27" fmla="*/ 241 h 353"/>
              <a:gd name="T28" fmla="*/ 8 w 353"/>
              <a:gd name="T29" fmla="*/ 337 h 353"/>
              <a:gd name="T30" fmla="*/ 8 w 353"/>
              <a:gd name="T31" fmla="*/ 353 h 353"/>
              <a:gd name="T32" fmla="*/ 289 w 353"/>
              <a:gd name="T33" fmla="*/ 345 h 353"/>
              <a:gd name="T34" fmla="*/ 234 w 353"/>
              <a:gd name="T35" fmla="*/ 337 h 353"/>
              <a:gd name="T36" fmla="*/ 305 w 353"/>
              <a:gd name="T37" fmla="*/ 265 h 353"/>
              <a:gd name="T38" fmla="*/ 305 w 353"/>
              <a:gd name="T39" fmla="*/ 169 h 353"/>
              <a:gd name="T40" fmla="*/ 112 w 353"/>
              <a:gd name="T41" fmla="*/ 337 h 353"/>
              <a:gd name="T42" fmla="*/ 248 w 353"/>
              <a:gd name="T43" fmla="*/ 305 h 353"/>
              <a:gd name="T44" fmla="*/ 273 w 353"/>
              <a:gd name="T45" fmla="*/ 241 h 353"/>
              <a:gd name="T46" fmla="*/ 29 w 353"/>
              <a:gd name="T47" fmla="*/ 289 h 353"/>
              <a:gd name="T48" fmla="*/ 16 w 353"/>
              <a:gd name="T49" fmla="*/ 145 h 353"/>
              <a:gd name="T50" fmla="*/ 273 w 353"/>
              <a:gd name="T51" fmla="*/ 241 h 353"/>
              <a:gd name="T52" fmla="*/ 288 w 353"/>
              <a:gd name="T53" fmla="*/ 249 h 353"/>
              <a:gd name="T54" fmla="*/ 289 w 353"/>
              <a:gd name="T55" fmla="*/ 185 h 353"/>
              <a:gd name="T56" fmla="*/ 337 w 353"/>
              <a:gd name="T57" fmla="*/ 217 h 353"/>
              <a:gd name="T58" fmla="*/ 48 w 353"/>
              <a:gd name="T59" fmla="*/ 96 h 353"/>
              <a:gd name="T60" fmla="*/ 56 w 353"/>
              <a:gd name="T61" fmla="*/ 40 h 353"/>
              <a:gd name="T62" fmla="*/ 40 w 353"/>
              <a:gd name="T63" fmla="*/ 40 h 353"/>
              <a:gd name="T64" fmla="*/ 48 w 353"/>
              <a:gd name="T65" fmla="*/ 96 h 353"/>
              <a:gd name="T66" fmla="*/ 104 w 353"/>
              <a:gd name="T67" fmla="*/ 104 h 353"/>
              <a:gd name="T68" fmla="*/ 96 w 353"/>
              <a:gd name="T69" fmla="*/ 16 h 353"/>
              <a:gd name="T70" fmla="*/ 88 w 353"/>
              <a:gd name="T71" fmla="*/ 104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353" h="353">
                <a:moveTo>
                  <a:pt x="144" y="96"/>
                </a:moveTo>
                <a:cubicBezTo>
                  <a:pt x="149" y="96"/>
                  <a:pt x="152" y="93"/>
                  <a:pt x="152" y="88"/>
                </a:cubicBezTo>
                <a:cubicBezTo>
                  <a:pt x="152" y="8"/>
                  <a:pt x="152" y="8"/>
                  <a:pt x="152" y="8"/>
                </a:cubicBezTo>
                <a:cubicBezTo>
                  <a:pt x="152" y="4"/>
                  <a:pt x="149" y="0"/>
                  <a:pt x="144" y="0"/>
                </a:cubicBezTo>
                <a:cubicBezTo>
                  <a:pt x="140" y="0"/>
                  <a:pt x="136" y="4"/>
                  <a:pt x="136" y="8"/>
                </a:cubicBezTo>
                <a:cubicBezTo>
                  <a:pt x="136" y="88"/>
                  <a:pt x="136" y="88"/>
                  <a:pt x="136" y="88"/>
                </a:cubicBezTo>
                <a:cubicBezTo>
                  <a:pt x="136" y="93"/>
                  <a:pt x="140" y="96"/>
                  <a:pt x="144" y="96"/>
                </a:cubicBezTo>
                <a:moveTo>
                  <a:pt x="241" y="112"/>
                </a:moveTo>
                <a:cubicBezTo>
                  <a:pt x="245" y="112"/>
                  <a:pt x="249" y="109"/>
                  <a:pt x="249" y="104"/>
                </a:cubicBezTo>
                <a:cubicBezTo>
                  <a:pt x="249" y="24"/>
                  <a:pt x="249" y="24"/>
                  <a:pt x="249" y="24"/>
                </a:cubicBezTo>
                <a:cubicBezTo>
                  <a:pt x="249" y="20"/>
                  <a:pt x="245" y="16"/>
                  <a:pt x="241" y="16"/>
                </a:cubicBezTo>
                <a:cubicBezTo>
                  <a:pt x="236" y="16"/>
                  <a:pt x="233" y="20"/>
                  <a:pt x="233" y="24"/>
                </a:cubicBezTo>
                <a:cubicBezTo>
                  <a:pt x="233" y="104"/>
                  <a:pt x="233" y="104"/>
                  <a:pt x="233" y="104"/>
                </a:cubicBezTo>
                <a:cubicBezTo>
                  <a:pt x="233" y="109"/>
                  <a:pt x="236" y="112"/>
                  <a:pt x="241" y="112"/>
                </a:cubicBezTo>
                <a:moveTo>
                  <a:pt x="193" y="96"/>
                </a:moveTo>
                <a:cubicBezTo>
                  <a:pt x="197" y="96"/>
                  <a:pt x="201" y="93"/>
                  <a:pt x="201" y="88"/>
                </a:cubicBezTo>
                <a:cubicBezTo>
                  <a:pt x="201" y="40"/>
                  <a:pt x="201" y="40"/>
                  <a:pt x="201" y="40"/>
                </a:cubicBezTo>
                <a:cubicBezTo>
                  <a:pt x="201" y="36"/>
                  <a:pt x="197" y="32"/>
                  <a:pt x="193" y="32"/>
                </a:cubicBezTo>
                <a:cubicBezTo>
                  <a:pt x="188" y="32"/>
                  <a:pt x="185" y="36"/>
                  <a:pt x="185" y="40"/>
                </a:cubicBezTo>
                <a:cubicBezTo>
                  <a:pt x="185" y="88"/>
                  <a:pt x="185" y="88"/>
                  <a:pt x="185" y="88"/>
                </a:cubicBezTo>
                <a:cubicBezTo>
                  <a:pt x="185" y="93"/>
                  <a:pt x="188" y="96"/>
                  <a:pt x="193" y="96"/>
                </a:cubicBezTo>
                <a:moveTo>
                  <a:pt x="305" y="169"/>
                </a:moveTo>
                <a:cubicBezTo>
                  <a:pt x="289" y="169"/>
                  <a:pt x="289" y="169"/>
                  <a:pt x="289" y="169"/>
                </a:cubicBezTo>
                <a:cubicBezTo>
                  <a:pt x="289" y="145"/>
                  <a:pt x="289" y="145"/>
                  <a:pt x="289" y="145"/>
                </a:cubicBezTo>
                <a:cubicBezTo>
                  <a:pt x="289" y="136"/>
                  <a:pt x="282" y="128"/>
                  <a:pt x="273" y="128"/>
                </a:cubicBezTo>
                <a:cubicBezTo>
                  <a:pt x="16" y="128"/>
                  <a:pt x="16" y="128"/>
                  <a:pt x="16" y="128"/>
                </a:cubicBezTo>
                <a:cubicBezTo>
                  <a:pt x="7" y="128"/>
                  <a:pt x="0" y="136"/>
                  <a:pt x="0" y="145"/>
                </a:cubicBezTo>
                <a:cubicBezTo>
                  <a:pt x="0" y="241"/>
                  <a:pt x="0" y="241"/>
                  <a:pt x="0" y="241"/>
                </a:cubicBezTo>
                <a:cubicBezTo>
                  <a:pt x="0" y="282"/>
                  <a:pt x="22" y="318"/>
                  <a:pt x="55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3" y="337"/>
                  <a:pt x="0" y="341"/>
                  <a:pt x="0" y="345"/>
                </a:cubicBezTo>
                <a:cubicBezTo>
                  <a:pt x="0" y="350"/>
                  <a:pt x="3" y="353"/>
                  <a:pt x="8" y="353"/>
                </a:cubicBezTo>
                <a:cubicBezTo>
                  <a:pt x="281" y="353"/>
                  <a:pt x="281" y="353"/>
                  <a:pt x="281" y="353"/>
                </a:cubicBezTo>
                <a:cubicBezTo>
                  <a:pt x="285" y="353"/>
                  <a:pt x="289" y="350"/>
                  <a:pt x="289" y="345"/>
                </a:cubicBezTo>
                <a:cubicBezTo>
                  <a:pt x="289" y="341"/>
                  <a:pt x="285" y="337"/>
                  <a:pt x="281" y="337"/>
                </a:cubicBezTo>
                <a:cubicBezTo>
                  <a:pt x="234" y="337"/>
                  <a:pt x="234" y="337"/>
                  <a:pt x="234" y="337"/>
                </a:cubicBezTo>
                <a:cubicBezTo>
                  <a:pt x="260" y="321"/>
                  <a:pt x="280" y="296"/>
                  <a:pt x="286" y="265"/>
                </a:cubicBezTo>
                <a:cubicBezTo>
                  <a:pt x="305" y="265"/>
                  <a:pt x="305" y="265"/>
                  <a:pt x="305" y="265"/>
                </a:cubicBezTo>
                <a:cubicBezTo>
                  <a:pt x="332" y="265"/>
                  <a:pt x="353" y="243"/>
                  <a:pt x="353" y="217"/>
                </a:cubicBezTo>
                <a:cubicBezTo>
                  <a:pt x="353" y="190"/>
                  <a:pt x="332" y="169"/>
                  <a:pt x="305" y="169"/>
                </a:cubicBezTo>
                <a:moveTo>
                  <a:pt x="177" y="337"/>
                </a:moveTo>
                <a:cubicBezTo>
                  <a:pt x="112" y="337"/>
                  <a:pt x="112" y="337"/>
                  <a:pt x="112" y="337"/>
                </a:cubicBezTo>
                <a:cubicBezTo>
                  <a:pt x="84" y="337"/>
                  <a:pt x="58" y="325"/>
                  <a:pt x="41" y="305"/>
                </a:cubicBezTo>
                <a:cubicBezTo>
                  <a:pt x="248" y="305"/>
                  <a:pt x="248" y="305"/>
                  <a:pt x="248" y="305"/>
                </a:cubicBezTo>
                <a:cubicBezTo>
                  <a:pt x="231" y="325"/>
                  <a:pt x="205" y="337"/>
                  <a:pt x="177" y="337"/>
                </a:cubicBezTo>
                <a:moveTo>
                  <a:pt x="273" y="241"/>
                </a:moveTo>
                <a:cubicBezTo>
                  <a:pt x="273" y="258"/>
                  <a:pt x="268" y="275"/>
                  <a:pt x="260" y="289"/>
                </a:cubicBezTo>
                <a:cubicBezTo>
                  <a:pt x="29" y="289"/>
                  <a:pt x="29" y="289"/>
                  <a:pt x="29" y="289"/>
                </a:cubicBezTo>
                <a:cubicBezTo>
                  <a:pt x="21" y="275"/>
                  <a:pt x="16" y="258"/>
                  <a:pt x="16" y="241"/>
                </a:cubicBezTo>
                <a:cubicBezTo>
                  <a:pt x="16" y="145"/>
                  <a:pt x="16" y="145"/>
                  <a:pt x="16" y="145"/>
                </a:cubicBezTo>
                <a:cubicBezTo>
                  <a:pt x="273" y="145"/>
                  <a:pt x="273" y="145"/>
                  <a:pt x="273" y="145"/>
                </a:cubicBezTo>
                <a:lnTo>
                  <a:pt x="273" y="241"/>
                </a:lnTo>
                <a:close/>
                <a:moveTo>
                  <a:pt x="305" y="249"/>
                </a:moveTo>
                <a:cubicBezTo>
                  <a:pt x="288" y="249"/>
                  <a:pt x="288" y="249"/>
                  <a:pt x="288" y="249"/>
                </a:cubicBezTo>
                <a:cubicBezTo>
                  <a:pt x="289" y="246"/>
                  <a:pt x="289" y="244"/>
                  <a:pt x="289" y="241"/>
                </a:cubicBezTo>
                <a:cubicBezTo>
                  <a:pt x="289" y="185"/>
                  <a:pt x="289" y="185"/>
                  <a:pt x="289" y="185"/>
                </a:cubicBezTo>
                <a:cubicBezTo>
                  <a:pt x="305" y="185"/>
                  <a:pt x="305" y="185"/>
                  <a:pt x="305" y="185"/>
                </a:cubicBezTo>
                <a:cubicBezTo>
                  <a:pt x="323" y="185"/>
                  <a:pt x="337" y="199"/>
                  <a:pt x="337" y="217"/>
                </a:cubicBezTo>
                <a:cubicBezTo>
                  <a:pt x="337" y="234"/>
                  <a:pt x="323" y="249"/>
                  <a:pt x="305" y="249"/>
                </a:cubicBezTo>
                <a:moveTo>
                  <a:pt x="48" y="96"/>
                </a:moveTo>
                <a:cubicBezTo>
                  <a:pt x="52" y="96"/>
                  <a:pt x="56" y="93"/>
                  <a:pt x="56" y="88"/>
                </a:cubicBezTo>
                <a:cubicBezTo>
                  <a:pt x="56" y="40"/>
                  <a:pt x="56" y="40"/>
                  <a:pt x="56" y="40"/>
                </a:cubicBezTo>
                <a:cubicBezTo>
                  <a:pt x="56" y="36"/>
                  <a:pt x="52" y="32"/>
                  <a:pt x="48" y="32"/>
                </a:cubicBezTo>
                <a:cubicBezTo>
                  <a:pt x="44" y="32"/>
                  <a:pt x="40" y="36"/>
                  <a:pt x="40" y="40"/>
                </a:cubicBezTo>
                <a:cubicBezTo>
                  <a:pt x="40" y="88"/>
                  <a:pt x="40" y="88"/>
                  <a:pt x="40" y="88"/>
                </a:cubicBezTo>
                <a:cubicBezTo>
                  <a:pt x="40" y="93"/>
                  <a:pt x="44" y="96"/>
                  <a:pt x="48" y="96"/>
                </a:cubicBezTo>
                <a:moveTo>
                  <a:pt x="96" y="112"/>
                </a:moveTo>
                <a:cubicBezTo>
                  <a:pt x="101" y="112"/>
                  <a:pt x="104" y="109"/>
                  <a:pt x="104" y="104"/>
                </a:cubicBezTo>
                <a:cubicBezTo>
                  <a:pt x="104" y="24"/>
                  <a:pt x="104" y="24"/>
                  <a:pt x="104" y="24"/>
                </a:cubicBezTo>
                <a:cubicBezTo>
                  <a:pt x="104" y="20"/>
                  <a:pt x="101" y="16"/>
                  <a:pt x="96" y="16"/>
                </a:cubicBezTo>
                <a:cubicBezTo>
                  <a:pt x="92" y="16"/>
                  <a:pt x="88" y="20"/>
                  <a:pt x="88" y="24"/>
                </a:cubicBezTo>
                <a:cubicBezTo>
                  <a:pt x="88" y="104"/>
                  <a:pt x="88" y="104"/>
                  <a:pt x="88" y="104"/>
                </a:cubicBezTo>
                <a:cubicBezTo>
                  <a:pt x="88" y="109"/>
                  <a:pt x="92" y="112"/>
                  <a:pt x="96" y="112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9" name="Freeform 49"/>
          <p:cNvSpPr>
            <a:spLocks noEditPoints="1"/>
          </p:cNvSpPr>
          <p:nvPr/>
        </p:nvSpPr>
        <p:spPr bwMode="auto">
          <a:xfrm>
            <a:off x="5234518" y="5393267"/>
            <a:ext cx="607484" cy="529167"/>
          </a:xfrm>
          <a:custGeom>
            <a:avLst/>
            <a:gdLst>
              <a:gd name="T0" fmla="*/ 117 w 369"/>
              <a:gd name="T1" fmla="*/ 207 h 321"/>
              <a:gd name="T2" fmla="*/ 162 w 369"/>
              <a:gd name="T3" fmla="*/ 207 h 321"/>
              <a:gd name="T4" fmla="*/ 247 w 369"/>
              <a:gd name="T5" fmla="*/ 121 h 321"/>
              <a:gd name="T6" fmla="*/ 247 w 369"/>
              <a:gd name="T7" fmla="*/ 110 h 321"/>
              <a:gd name="T8" fmla="*/ 236 w 369"/>
              <a:gd name="T9" fmla="*/ 110 h 321"/>
              <a:gd name="T10" fmla="*/ 151 w 369"/>
              <a:gd name="T11" fmla="*/ 195 h 321"/>
              <a:gd name="T12" fmla="*/ 128 w 369"/>
              <a:gd name="T13" fmla="*/ 195 h 321"/>
              <a:gd name="T14" fmla="*/ 128 w 369"/>
              <a:gd name="T15" fmla="*/ 172 h 321"/>
              <a:gd name="T16" fmla="*/ 151 w 369"/>
              <a:gd name="T17" fmla="*/ 150 h 321"/>
              <a:gd name="T18" fmla="*/ 264 w 369"/>
              <a:gd name="T19" fmla="*/ 36 h 321"/>
              <a:gd name="T20" fmla="*/ 253 w 369"/>
              <a:gd name="T21" fmla="*/ 25 h 321"/>
              <a:gd name="T22" fmla="*/ 117 w 369"/>
              <a:gd name="T23" fmla="*/ 161 h 321"/>
              <a:gd name="T24" fmla="*/ 117 w 369"/>
              <a:gd name="T25" fmla="*/ 207 h 321"/>
              <a:gd name="T26" fmla="*/ 49 w 369"/>
              <a:gd name="T27" fmla="*/ 272 h 321"/>
              <a:gd name="T28" fmla="*/ 49 w 369"/>
              <a:gd name="T29" fmla="*/ 161 h 321"/>
              <a:gd name="T30" fmla="*/ 49 w 369"/>
              <a:gd name="T31" fmla="*/ 161 h 321"/>
              <a:gd name="T32" fmla="*/ 49 w 369"/>
              <a:gd name="T33" fmla="*/ 161 h 321"/>
              <a:gd name="T34" fmla="*/ 168 w 369"/>
              <a:gd name="T35" fmla="*/ 42 h 321"/>
              <a:gd name="T36" fmla="*/ 168 w 369"/>
              <a:gd name="T37" fmla="*/ 31 h 321"/>
              <a:gd name="T38" fmla="*/ 157 w 369"/>
              <a:gd name="T39" fmla="*/ 31 h 321"/>
              <a:gd name="T40" fmla="*/ 37 w 369"/>
              <a:gd name="T41" fmla="*/ 150 h 321"/>
              <a:gd name="T42" fmla="*/ 37 w 369"/>
              <a:gd name="T43" fmla="*/ 283 h 321"/>
              <a:gd name="T44" fmla="*/ 174 w 369"/>
              <a:gd name="T45" fmla="*/ 283 h 321"/>
              <a:gd name="T46" fmla="*/ 162 w 369"/>
              <a:gd name="T47" fmla="*/ 272 h 321"/>
              <a:gd name="T48" fmla="*/ 49 w 369"/>
              <a:gd name="T49" fmla="*/ 272 h 321"/>
              <a:gd name="T50" fmla="*/ 344 w 369"/>
              <a:gd name="T51" fmla="*/ 25 h 321"/>
              <a:gd name="T52" fmla="*/ 253 w 369"/>
              <a:gd name="T53" fmla="*/ 25 h 321"/>
              <a:gd name="T54" fmla="*/ 264 w 369"/>
              <a:gd name="T55" fmla="*/ 36 h 321"/>
              <a:gd name="T56" fmla="*/ 333 w 369"/>
              <a:gd name="T57" fmla="*/ 36 h 321"/>
              <a:gd name="T58" fmla="*/ 333 w 369"/>
              <a:gd name="T59" fmla="*/ 104 h 321"/>
              <a:gd name="T60" fmla="*/ 162 w 369"/>
              <a:gd name="T61" fmla="*/ 272 h 321"/>
              <a:gd name="T62" fmla="*/ 174 w 369"/>
              <a:gd name="T63" fmla="*/ 283 h 321"/>
              <a:gd name="T64" fmla="*/ 344 w 369"/>
              <a:gd name="T65" fmla="*/ 116 h 321"/>
              <a:gd name="T66" fmla="*/ 344 w 369"/>
              <a:gd name="T67" fmla="*/ 25 h 321"/>
              <a:gd name="T68" fmla="*/ 174 w 369"/>
              <a:gd name="T69" fmla="*/ 150 h 321"/>
              <a:gd name="T70" fmla="*/ 174 w 369"/>
              <a:gd name="T71" fmla="*/ 150 h 321"/>
              <a:gd name="T72" fmla="*/ 174 w 369"/>
              <a:gd name="T73" fmla="*/ 150 h 3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369" h="321">
                <a:moveTo>
                  <a:pt x="117" y="207"/>
                </a:moveTo>
                <a:cubicBezTo>
                  <a:pt x="129" y="219"/>
                  <a:pt x="150" y="219"/>
                  <a:pt x="162" y="207"/>
                </a:cubicBezTo>
                <a:cubicBezTo>
                  <a:pt x="247" y="121"/>
                  <a:pt x="247" y="121"/>
                  <a:pt x="247" y="121"/>
                </a:cubicBezTo>
                <a:cubicBezTo>
                  <a:pt x="251" y="118"/>
                  <a:pt x="251" y="113"/>
                  <a:pt x="247" y="110"/>
                </a:cubicBezTo>
                <a:cubicBezTo>
                  <a:pt x="244" y="107"/>
                  <a:pt x="239" y="107"/>
                  <a:pt x="236" y="110"/>
                </a:cubicBezTo>
                <a:cubicBezTo>
                  <a:pt x="151" y="195"/>
                  <a:pt x="151" y="195"/>
                  <a:pt x="151" y="195"/>
                </a:cubicBezTo>
                <a:cubicBezTo>
                  <a:pt x="145" y="201"/>
                  <a:pt x="134" y="201"/>
                  <a:pt x="128" y="195"/>
                </a:cubicBezTo>
                <a:cubicBezTo>
                  <a:pt x="122" y="189"/>
                  <a:pt x="122" y="179"/>
                  <a:pt x="128" y="172"/>
                </a:cubicBezTo>
                <a:cubicBezTo>
                  <a:pt x="151" y="150"/>
                  <a:pt x="151" y="150"/>
                  <a:pt x="151" y="150"/>
                </a:cubicBezTo>
                <a:cubicBezTo>
                  <a:pt x="264" y="36"/>
                  <a:pt x="264" y="36"/>
                  <a:pt x="264" y="36"/>
                </a:cubicBezTo>
                <a:cubicBezTo>
                  <a:pt x="253" y="25"/>
                  <a:pt x="253" y="25"/>
                  <a:pt x="253" y="25"/>
                </a:cubicBezTo>
                <a:cubicBezTo>
                  <a:pt x="117" y="161"/>
                  <a:pt x="117" y="161"/>
                  <a:pt x="117" y="161"/>
                </a:cubicBezTo>
                <a:cubicBezTo>
                  <a:pt x="104" y="174"/>
                  <a:pt x="104" y="194"/>
                  <a:pt x="117" y="207"/>
                </a:cubicBezTo>
                <a:moveTo>
                  <a:pt x="49" y="272"/>
                </a:moveTo>
                <a:cubicBezTo>
                  <a:pt x="17" y="240"/>
                  <a:pt x="17" y="192"/>
                  <a:pt x="49" y="161"/>
                </a:cubicBezTo>
                <a:cubicBezTo>
                  <a:pt x="49" y="161"/>
                  <a:pt x="49" y="161"/>
                  <a:pt x="49" y="161"/>
                </a:cubicBezTo>
                <a:cubicBezTo>
                  <a:pt x="49" y="161"/>
                  <a:pt x="49" y="161"/>
                  <a:pt x="49" y="161"/>
                </a:cubicBezTo>
                <a:cubicBezTo>
                  <a:pt x="168" y="42"/>
                  <a:pt x="168" y="42"/>
                  <a:pt x="168" y="42"/>
                </a:cubicBezTo>
                <a:cubicBezTo>
                  <a:pt x="171" y="39"/>
                  <a:pt x="171" y="34"/>
                  <a:pt x="168" y="31"/>
                </a:cubicBezTo>
                <a:cubicBezTo>
                  <a:pt x="165" y="27"/>
                  <a:pt x="160" y="27"/>
                  <a:pt x="157" y="31"/>
                </a:cubicBezTo>
                <a:cubicBezTo>
                  <a:pt x="37" y="150"/>
                  <a:pt x="37" y="150"/>
                  <a:pt x="37" y="150"/>
                </a:cubicBezTo>
                <a:cubicBezTo>
                  <a:pt x="0" y="187"/>
                  <a:pt x="0" y="245"/>
                  <a:pt x="37" y="283"/>
                </a:cubicBezTo>
                <a:cubicBezTo>
                  <a:pt x="75" y="321"/>
                  <a:pt x="136" y="321"/>
                  <a:pt x="174" y="283"/>
                </a:cubicBezTo>
                <a:cubicBezTo>
                  <a:pt x="162" y="272"/>
                  <a:pt x="162" y="272"/>
                  <a:pt x="162" y="272"/>
                </a:cubicBezTo>
                <a:cubicBezTo>
                  <a:pt x="131" y="303"/>
                  <a:pt x="80" y="303"/>
                  <a:pt x="49" y="272"/>
                </a:cubicBezTo>
                <a:moveTo>
                  <a:pt x="344" y="25"/>
                </a:moveTo>
                <a:cubicBezTo>
                  <a:pt x="319" y="0"/>
                  <a:pt x="278" y="0"/>
                  <a:pt x="253" y="25"/>
                </a:cubicBezTo>
                <a:cubicBezTo>
                  <a:pt x="264" y="36"/>
                  <a:pt x="264" y="36"/>
                  <a:pt x="264" y="36"/>
                </a:cubicBezTo>
                <a:cubicBezTo>
                  <a:pt x="283" y="17"/>
                  <a:pt x="314" y="17"/>
                  <a:pt x="333" y="36"/>
                </a:cubicBezTo>
                <a:cubicBezTo>
                  <a:pt x="351" y="55"/>
                  <a:pt x="351" y="86"/>
                  <a:pt x="333" y="104"/>
                </a:cubicBezTo>
                <a:cubicBezTo>
                  <a:pt x="162" y="272"/>
                  <a:pt x="162" y="272"/>
                  <a:pt x="162" y="272"/>
                </a:cubicBezTo>
                <a:cubicBezTo>
                  <a:pt x="174" y="283"/>
                  <a:pt x="174" y="283"/>
                  <a:pt x="174" y="283"/>
                </a:cubicBezTo>
                <a:cubicBezTo>
                  <a:pt x="344" y="116"/>
                  <a:pt x="344" y="116"/>
                  <a:pt x="344" y="116"/>
                </a:cubicBezTo>
                <a:cubicBezTo>
                  <a:pt x="369" y="91"/>
                  <a:pt x="369" y="50"/>
                  <a:pt x="344" y="25"/>
                </a:cubicBezTo>
                <a:moveTo>
                  <a:pt x="174" y="150"/>
                </a:moveTo>
                <a:cubicBezTo>
                  <a:pt x="174" y="150"/>
                  <a:pt x="174" y="150"/>
                  <a:pt x="174" y="150"/>
                </a:cubicBezTo>
                <a:cubicBezTo>
                  <a:pt x="174" y="150"/>
                  <a:pt x="174" y="150"/>
                  <a:pt x="174" y="15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0" name="Freeform 50"/>
          <p:cNvSpPr>
            <a:spLocks noEditPoints="1"/>
          </p:cNvSpPr>
          <p:nvPr/>
        </p:nvSpPr>
        <p:spPr bwMode="auto">
          <a:xfrm>
            <a:off x="6362701" y="5401734"/>
            <a:ext cx="582084" cy="503767"/>
          </a:xfrm>
          <a:custGeom>
            <a:avLst/>
            <a:gdLst>
              <a:gd name="T0" fmla="*/ 348 w 353"/>
              <a:gd name="T1" fmla="*/ 145 h 305"/>
              <a:gd name="T2" fmla="*/ 296 w 353"/>
              <a:gd name="T3" fmla="*/ 121 h 305"/>
              <a:gd name="T4" fmla="*/ 348 w 353"/>
              <a:gd name="T5" fmla="*/ 96 h 305"/>
              <a:gd name="T6" fmla="*/ 348 w 353"/>
              <a:gd name="T7" fmla="*/ 81 h 305"/>
              <a:gd name="T8" fmla="*/ 180 w 353"/>
              <a:gd name="T9" fmla="*/ 1 h 305"/>
              <a:gd name="T10" fmla="*/ 176 w 353"/>
              <a:gd name="T11" fmla="*/ 0 h 305"/>
              <a:gd name="T12" fmla="*/ 173 w 353"/>
              <a:gd name="T13" fmla="*/ 1 h 305"/>
              <a:gd name="T14" fmla="*/ 4 w 353"/>
              <a:gd name="T15" fmla="*/ 81 h 305"/>
              <a:gd name="T16" fmla="*/ 4 w 353"/>
              <a:gd name="T17" fmla="*/ 96 h 305"/>
              <a:gd name="T18" fmla="*/ 56 w 353"/>
              <a:gd name="T19" fmla="*/ 121 h 305"/>
              <a:gd name="T20" fmla="*/ 4 w 353"/>
              <a:gd name="T21" fmla="*/ 145 h 305"/>
              <a:gd name="T22" fmla="*/ 4 w 353"/>
              <a:gd name="T23" fmla="*/ 160 h 305"/>
              <a:gd name="T24" fmla="*/ 56 w 353"/>
              <a:gd name="T25" fmla="*/ 185 h 305"/>
              <a:gd name="T26" fmla="*/ 4 w 353"/>
              <a:gd name="T27" fmla="*/ 210 h 305"/>
              <a:gd name="T28" fmla="*/ 4 w 353"/>
              <a:gd name="T29" fmla="*/ 224 h 305"/>
              <a:gd name="T30" fmla="*/ 173 w 353"/>
              <a:gd name="T31" fmla="*/ 304 h 305"/>
              <a:gd name="T32" fmla="*/ 176 w 353"/>
              <a:gd name="T33" fmla="*/ 305 h 305"/>
              <a:gd name="T34" fmla="*/ 180 w 353"/>
              <a:gd name="T35" fmla="*/ 304 h 305"/>
              <a:gd name="T36" fmla="*/ 348 w 353"/>
              <a:gd name="T37" fmla="*/ 224 h 305"/>
              <a:gd name="T38" fmla="*/ 348 w 353"/>
              <a:gd name="T39" fmla="*/ 210 h 305"/>
              <a:gd name="T40" fmla="*/ 296 w 353"/>
              <a:gd name="T41" fmla="*/ 185 h 305"/>
              <a:gd name="T42" fmla="*/ 348 w 353"/>
              <a:gd name="T43" fmla="*/ 160 h 305"/>
              <a:gd name="T44" fmla="*/ 26 w 353"/>
              <a:gd name="T45" fmla="*/ 88 h 305"/>
              <a:gd name="T46" fmla="*/ 326 w 353"/>
              <a:gd name="T47" fmla="*/ 88 h 305"/>
              <a:gd name="T48" fmla="*/ 26 w 353"/>
              <a:gd name="T49" fmla="*/ 88 h 305"/>
              <a:gd name="T50" fmla="*/ 176 w 353"/>
              <a:gd name="T51" fmla="*/ 288 h 305"/>
              <a:gd name="T52" fmla="*/ 75 w 353"/>
              <a:gd name="T53" fmla="*/ 194 h 305"/>
              <a:gd name="T54" fmla="*/ 173 w 353"/>
              <a:gd name="T55" fmla="*/ 240 h 305"/>
              <a:gd name="T56" fmla="*/ 180 w 353"/>
              <a:gd name="T57" fmla="*/ 240 h 305"/>
              <a:gd name="T58" fmla="*/ 277 w 353"/>
              <a:gd name="T59" fmla="*/ 194 h 305"/>
              <a:gd name="T60" fmla="*/ 176 w 353"/>
              <a:gd name="T61" fmla="*/ 224 h 305"/>
              <a:gd name="T62" fmla="*/ 75 w 353"/>
              <a:gd name="T63" fmla="*/ 129 h 305"/>
              <a:gd name="T64" fmla="*/ 173 w 353"/>
              <a:gd name="T65" fmla="*/ 176 h 305"/>
              <a:gd name="T66" fmla="*/ 180 w 353"/>
              <a:gd name="T67" fmla="*/ 176 h 305"/>
              <a:gd name="T68" fmla="*/ 277 w 353"/>
              <a:gd name="T69" fmla="*/ 129 h 305"/>
              <a:gd name="T70" fmla="*/ 176 w 353"/>
              <a:gd name="T71" fmla="*/ 224 h 3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353" h="305">
                <a:moveTo>
                  <a:pt x="353" y="153"/>
                </a:moveTo>
                <a:cubicBezTo>
                  <a:pt x="353" y="149"/>
                  <a:pt x="351" y="147"/>
                  <a:pt x="348" y="145"/>
                </a:cubicBezTo>
                <a:cubicBezTo>
                  <a:pt x="348" y="145"/>
                  <a:pt x="348" y="145"/>
                  <a:pt x="348" y="145"/>
                </a:cubicBezTo>
                <a:cubicBezTo>
                  <a:pt x="296" y="121"/>
                  <a:pt x="296" y="121"/>
                  <a:pt x="296" y="121"/>
                </a:cubicBezTo>
                <a:cubicBezTo>
                  <a:pt x="348" y="96"/>
                  <a:pt x="348" y="96"/>
                  <a:pt x="348" y="96"/>
                </a:cubicBezTo>
                <a:cubicBezTo>
                  <a:pt x="348" y="96"/>
                  <a:pt x="348" y="96"/>
                  <a:pt x="348" y="96"/>
                </a:cubicBezTo>
                <a:cubicBezTo>
                  <a:pt x="351" y="94"/>
                  <a:pt x="353" y="92"/>
                  <a:pt x="353" y="88"/>
                </a:cubicBezTo>
                <a:cubicBezTo>
                  <a:pt x="353" y="85"/>
                  <a:pt x="351" y="83"/>
                  <a:pt x="348" y="81"/>
                </a:cubicBezTo>
                <a:cubicBezTo>
                  <a:pt x="348" y="81"/>
                  <a:pt x="348" y="81"/>
                  <a:pt x="348" y="81"/>
                </a:cubicBezTo>
                <a:cubicBezTo>
                  <a:pt x="180" y="1"/>
                  <a:pt x="180" y="1"/>
                  <a:pt x="180" y="1"/>
                </a:cubicBezTo>
                <a:cubicBezTo>
                  <a:pt x="180" y="1"/>
                  <a:pt x="180" y="1"/>
                  <a:pt x="180" y="1"/>
                </a:cubicBezTo>
                <a:cubicBezTo>
                  <a:pt x="179" y="0"/>
                  <a:pt x="177" y="0"/>
                  <a:pt x="176" y="0"/>
                </a:cubicBezTo>
                <a:cubicBezTo>
                  <a:pt x="175" y="0"/>
                  <a:pt x="174" y="0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4" y="81"/>
                  <a:pt x="4" y="81"/>
                  <a:pt x="4" y="81"/>
                </a:cubicBezTo>
                <a:cubicBezTo>
                  <a:pt x="4" y="81"/>
                  <a:pt x="4" y="81"/>
                  <a:pt x="4" y="81"/>
                </a:cubicBezTo>
                <a:cubicBezTo>
                  <a:pt x="1" y="83"/>
                  <a:pt x="0" y="85"/>
                  <a:pt x="0" y="88"/>
                </a:cubicBezTo>
                <a:cubicBezTo>
                  <a:pt x="0" y="92"/>
                  <a:pt x="1" y="94"/>
                  <a:pt x="4" y="96"/>
                </a:cubicBezTo>
                <a:cubicBezTo>
                  <a:pt x="4" y="96"/>
                  <a:pt x="4" y="96"/>
                  <a:pt x="4" y="96"/>
                </a:cubicBezTo>
                <a:cubicBezTo>
                  <a:pt x="56" y="121"/>
                  <a:pt x="56" y="121"/>
                  <a:pt x="56" y="121"/>
                </a:cubicBezTo>
                <a:cubicBezTo>
                  <a:pt x="4" y="145"/>
                  <a:pt x="4" y="145"/>
                  <a:pt x="4" y="145"/>
                </a:cubicBezTo>
                <a:cubicBezTo>
                  <a:pt x="4" y="145"/>
                  <a:pt x="4" y="145"/>
                  <a:pt x="4" y="145"/>
                </a:cubicBezTo>
                <a:cubicBezTo>
                  <a:pt x="1" y="147"/>
                  <a:pt x="0" y="149"/>
                  <a:pt x="0" y="153"/>
                </a:cubicBezTo>
                <a:cubicBezTo>
                  <a:pt x="0" y="156"/>
                  <a:pt x="1" y="159"/>
                  <a:pt x="4" y="160"/>
                </a:cubicBezTo>
                <a:cubicBezTo>
                  <a:pt x="4" y="160"/>
                  <a:pt x="4" y="160"/>
                  <a:pt x="4" y="160"/>
                </a:cubicBezTo>
                <a:cubicBezTo>
                  <a:pt x="56" y="185"/>
                  <a:pt x="56" y="185"/>
                  <a:pt x="56" y="185"/>
                </a:cubicBezTo>
                <a:cubicBezTo>
                  <a:pt x="4" y="210"/>
                  <a:pt x="4" y="210"/>
                  <a:pt x="4" y="210"/>
                </a:cubicBezTo>
                <a:cubicBezTo>
                  <a:pt x="4" y="210"/>
                  <a:pt x="4" y="210"/>
                  <a:pt x="4" y="210"/>
                </a:cubicBezTo>
                <a:cubicBezTo>
                  <a:pt x="1" y="211"/>
                  <a:pt x="0" y="214"/>
                  <a:pt x="0" y="217"/>
                </a:cubicBezTo>
                <a:cubicBezTo>
                  <a:pt x="0" y="220"/>
                  <a:pt x="1" y="223"/>
                  <a:pt x="4" y="224"/>
                </a:cubicBezTo>
                <a:cubicBezTo>
                  <a:pt x="4" y="224"/>
                  <a:pt x="4" y="224"/>
                  <a:pt x="4" y="224"/>
                </a:cubicBezTo>
                <a:cubicBezTo>
                  <a:pt x="173" y="304"/>
                  <a:pt x="173" y="304"/>
                  <a:pt x="173" y="304"/>
                </a:cubicBezTo>
                <a:cubicBezTo>
                  <a:pt x="173" y="304"/>
                  <a:pt x="173" y="304"/>
                  <a:pt x="173" y="304"/>
                </a:cubicBezTo>
                <a:cubicBezTo>
                  <a:pt x="174" y="305"/>
                  <a:pt x="175" y="305"/>
                  <a:pt x="176" y="305"/>
                </a:cubicBezTo>
                <a:cubicBezTo>
                  <a:pt x="177" y="305"/>
                  <a:pt x="179" y="305"/>
                  <a:pt x="180" y="304"/>
                </a:cubicBezTo>
                <a:cubicBezTo>
                  <a:pt x="180" y="304"/>
                  <a:pt x="180" y="304"/>
                  <a:pt x="180" y="304"/>
                </a:cubicBezTo>
                <a:cubicBezTo>
                  <a:pt x="348" y="224"/>
                  <a:pt x="348" y="224"/>
                  <a:pt x="348" y="224"/>
                </a:cubicBezTo>
                <a:cubicBezTo>
                  <a:pt x="348" y="224"/>
                  <a:pt x="348" y="224"/>
                  <a:pt x="348" y="224"/>
                </a:cubicBezTo>
                <a:cubicBezTo>
                  <a:pt x="351" y="223"/>
                  <a:pt x="353" y="220"/>
                  <a:pt x="353" y="217"/>
                </a:cubicBezTo>
                <a:cubicBezTo>
                  <a:pt x="353" y="214"/>
                  <a:pt x="351" y="211"/>
                  <a:pt x="348" y="210"/>
                </a:cubicBezTo>
                <a:cubicBezTo>
                  <a:pt x="348" y="210"/>
                  <a:pt x="348" y="210"/>
                  <a:pt x="348" y="210"/>
                </a:cubicBezTo>
                <a:cubicBezTo>
                  <a:pt x="296" y="185"/>
                  <a:pt x="296" y="185"/>
                  <a:pt x="296" y="185"/>
                </a:cubicBezTo>
                <a:cubicBezTo>
                  <a:pt x="348" y="160"/>
                  <a:pt x="348" y="160"/>
                  <a:pt x="348" y="160"/>
                </a:cubicBezTo>
                <a:cubicBezTo>
                  <a:pt x="348" y="160"/>
                  <a:pt x="348" y="160"/>
                  <a:pt x="348" y="160"/>
                </a:cubicBezTo>
                <a:cubicBezTo>
                  <a:pt x="351" y="159"/>
                  <a:pt x="353" y="156"/>
                  <a:pt x="353" y="153"/>
                </a:cubicBezTo>
                <a:moveTo>
                  <a:pt x="26" y="88"/>
                </a:moveTo>
                <a:cubicBezTo>
                  <a:pt x="176" y="17"/>
                  <a:pt x="176" y="17"/>
                  <a:pt x="176" y="17"/>
                </a:cubicBezTo>
                <a:cubicBezTo>
                  <a:pt x="326" y="88"/>
                  <a:pt x="326" y="88"/>
                  <a:pt x="326" y="88"/>
                </a:cubicBezTo>
                <a:cubicBezTo>
                  <a:pt x="176" y="160"/>
                  <a:pt x="176" y="160"/>
                  <a:pt x="176" y="160"/>
                </a:cubicBezTo>
                <a:lnTo>
                  <a:pt x="26" y="88"/>
                </a:lnTo>
                <a:close/>
                <a:moveTo>
                  <a:pt x="326" y="217"/>
                </a:moveTo>
                <a:cubicBezTo>
                  <a:pt x="176" y="288"/>
                  <a:pt x="176" y="288"/>
                  <a:pt x="176" y="288"/>
                </a:cubicBezTo>
                <a:cubicBezTo>
                  <a:pt x="26" y="217"/>
                  <a:pt x="26" y="217"/>
                  <a:pt x="26" y="217"/>
                </a:cubicBezTo>
                <a:cubicBezTo>
                  <a:pt x="75" y="194"/>
                  <a:pt x="75" y="194"/>
                  <a:pt x="75" y="194"/>
                </a:cubicBezTo>
                <a:cubicBezTo>
                  <a:pt x="173" y="240"/>
                  <a:pt x="173" y="240"/>
                  <a:pt x="173" y="240"/>
                </a:cubicBezTo>
                <a:cubicBezTo>
                  <a:pt x="173" y="240"/>
                  <a:pt x="173" y="240"/>
                  <a:pt x="173" y="240"/>
                </a:cubicBezTo>
                <a:cubicBezTo>
                  <a:pt x="174" y="241"/>
                  <a:pt x="175" y="241"/>
                  <a:pt x="176" y="241"/>
                </a:cubicBezTo>
                <a:cubicBezTo>
                  <a:pt x="177" y="241"/>
                  <a:pt x="179" y="241"/>
                  <a:pt x="180" y="240"/>
                </a:cubicBezTo>
                <a:cubicBezTo>
                  <a:pt x="180" y="240"/>
                  <a:pt x="180" y="240"/>
                  <a:pt x="180" y="240"/>
                </a:cubicBezTo>
                <a:cubicBezTo>
                  <a:pt x="277" y="194"/>
                  <a:pt x="277" y="194"/>
                  <a:pt x="277" y="194"/>
                </a:cubicBezTo>
                <a:lnTo>
                  <a:pt x="326" y="217"/>
                </a:lnTo>
                <a:close/>
                <a:moveTo>
                  <a:pt x="176" y="224"/>
                </a:moveTo>
                <a:cubicBezTo>
                  <a:pt x="26" y="153"/>
                  <a:pt x="26" y="153"/>
                  <a:pt x="26" y="153"/>
                </a:cubicBezTo>
                <a:cubicBezTo>
                  <a:pt x="75" y="129"/>
                  <a:pt x="75" y="129"/>
                  <a:pt x="75" y="129"/>
                </a:cubicBezTo>
                <a:cubicBezTo>
                  <a:pt x="173" y="176"/>
                  <a:pt x="173" y="176"/>
                  <a:pt x="173" y="176"/>
                </a:cubicBezTo>
                <a:cubicBezTo>
                  <a:pt x="173" y="176"/>
                  <a:pt x="173" y="176"/>
                  <a:pt x="173" y="176"/>
                </a:cubicBezTo>
                <a:cubicBezTo>
                  <a:pt x="174" y="176"/>
                  <a:pt x="175" y="177"/>
                  <a:pt x="176" y="177"/>
                </a:cubicBezTo>
                <a:cubicBezTo>
                  <a:pt x="177" y="177"/>
                  <a:pt x="179" y="176"/>
                  <a:pt x="180" y="176"/>
                </a:cubicBezTo>
                <a:cubicBezTo>
                  <a:pt x="180" y="176"/>
                  <a:pt x="180" y="176"/>
                  <a:pt x="180" y="176"/>
                </a:cubicBezTo>
                <a:cubicBezTo>
                  <a:pt x="277" y="129"/>
                  <a:pt x="277" y="129"/>
                  <a:pt x="277" y="129"/>
                </a:cubicBezTo>
                <a:cubicBezTo>
                  <a:pt x="326" y="153"/>
                  <a:pt x="326" y="153"/>
                  <a:pt x="326" y="153"/>
                </a:cubicBezTo>
                <a:lnTo>
                  <a:pt x="176" y="224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1" name="Freeform 51"/>
          <p:cNvSpPr>
            <a:spLocks noEditPoints="1"/>
          </p:cNvSpPr>
          <p:nvPr/>
        </p:nvSpPr>
        <p:spPr bwMode="auto">
          <a:xfrm>
            <a:off x="7473951" y="5363634"/>
            <a:ext cx="582084" cy="582084"/>
          </a:xfrm>
          <a:custGeom>
            <a:avLst/>
            <a:gdLst>
              <a:gd name="T0" fmla="*/ 340 w 353"/>
              <a:gd name="T1" fmla="*/ 155 h 353"/>
              <a:gd name="T2" fmla="*/ 312 w 353"/>
              <a:gd name="T3" fmla="*/ 140 h 353"/>
              <a:gd name="T4" fmla="*/ 340 w 353"/>
              <a:gd name="T5" fmla="*/ 126 h 353"/>
              <a:gd name="T6" fmla="*/ 340 w 353"/>
              <a:gd name="T7" fmla="*/ 83 h 353"/>
              <a:gd name="T8" fmla="*/ 188 w 353"/>
              <a:gd name="T9" fmla="*/ 3 h 353"/>
              <a:gd name="T10" fmla="*/ 176 w 353"/>
              <a:gd name="T11" fmla="*/ 0 h 353"/>
              <a:gd name="T12" fmla="*/ 165 w 353"/>
              <a:gd name="T13" fmla="*/ 3 h 353"/>
              <a:gd name="T14" fmla="*/ 13 w 353"/>
              <a:gd name="T15" fmla="*/ 83 h 353"/>
              <a:gd name="T16" fmla="*/ 13 w 353"/>
              <a:gd name="T17" fmla="*/ 126 h 353"/>
              <a:gd name="T18" fmla="*/ 41 w 353"/>
              <a:gd name="T19" fmla="*/ 140 h 353"/>
              <a:gd name="T20" fmla="*/ 13 w 353"/>
              <a:gd name="T21" fmla="*/ 155 h 353"/>
              <a:gd name="T22" fmla="*/ 13 w 353"/>
              <a:gd name="T23" fmla="*/ 198 h 353"/>
              <a:gd name="T24" fmla="*/ 41 w 353"/>
              <a:gd name="T25" fmla="*/ 213 h 353"/>
              <a:gd name="T26" fmla="*/ 13 w 353"/>
              <a:gd name="T27" fmla="*/ 228 h 353"/>
              <a:gd name="T28" fmla="*/ 13 w 353"/>
              <a:gd name="T29" fmla="*/ 270 h 353"/>
              <a:gd name="T30" fmla="*/ 165 w 353"/>
              <a:gd name="T31" fmla="*/ 350 h 353"/>
              <a:gd name="T32" fmla="*/ 176 w 353"/>
              <a:gd name="T33" fmla="*/ 353 h 353"/>
              <a:gd name="T34" fmla="*/ 188 w 353"/>
              <a:gd name="T35" fmla="*/ 350 h 353"/>
              <a:gd name="T36" fmla="*/ 340 w 353"/>
              <a:gd name="T37" fmla="*/ 270 h 353"/>
              <a:gd name="T38" fmla="*/ 340 w 353"/>
              <a:gd name="T39" fmla="*/ 228 h 353"/>
              <a:gd name="T40" fmla="*/ 312 w 353"/>
              <a:gd name="T41" fmla="*/ 213 h 353"/>
              <a:gd name="T42" fmla="*/ 340 w 353"/>
              <a:gd name="T43" fmla="*/ 198 h 353"/>
              <a:gd name="T44" fmla="*/ 20 w 353"/>
              <a:gd name="T45" fmla="*/ 111 h 353"/>
              <a:gd name="T46" fmla="*/ 16 w 353"/>
              <a:gd name="T47" fmla="*/ 104 h 353"/>
              <a:gd name="T48" fmla="*/ 20 w 353"/>
              <a:gd name="T49" fmla="*/ 97 h 353"/>
              <a:gd name="T50" fmla="*/ 173 w 353"/>
              <a:gd name="T51" fmla="*/ 17 h 353"/>
              <a:gd name="T52" fmla="*/ 180 w 353"/>
              <a:gd name="T53" fmla="*/ 17 h 353"/>
              <a:gd name="T54" fmla="*/ 333 w 353"/>
              <a:gd name="T55" fmla="*/ 97 h 353"/>
              <a:gd name="T56" fmla="*/ 337 w 353"/>
              <a:gd name="T57" fmla="*/ 104 h 353"/>
              <a:gd name="T58" fmla="*/ 333 w 353"/>
              <a:gd name="T59" fmla="*/ 111 h 353"/>
              <a:gd name="T60" fmla="*/ 180 w 353"/>
              <a:gd name="T61" fmla="*/ 192 h 353"/>
              <a:gd name="T62" fmla="*/ 173 w 353"/>
              <a:gd name="T63" fmla="*/ 192 h 353"/>
              <a:gd name="T64" fmla="*/ 20 w 353"/>
              <a:gd name="T65" fmla="*/ 111 h 353"/>
              <a:gd name="T66" fmla="*/ 333 w 353"/>
              <a:gd name="T67" fmla="*/ 242 h 353"/>
              <a:gd name="T68" fmla="*/ 333 w 353"/>
              <a:gd name="T69" fmla="*/ 256 h 353"/>
              <a:gd name="T70" fmla="*/ 180 w 353"/>
              <a:gd name="T71" fmla="*/ 336 h 353"/>
              <a:gd name="T72" fmla="*/ 176 w 353"/>
              <a:gd name="T73" fmla="*/ 337 h 353"/>
              <a:gd name="T74" fmla="*/ 173 w 353"/>
              <a:gd name="T75" fmla="*/ 336 h 353"/>
              <a:gd name="T76" fmla="*/ 20 w 353"/>
              <a:gd name="T77" fmla="*/ 256 h 353"/>
              <a:gd name="T78" fmla="*/ 20 w 353"/>
              <a:gd name="T79" fmla="*/ 242 h 353"/>
              <a:gd name="T80" fmla="*/ 58 w 353"/>
              <a:gd name="T81" fmla="*/ 222 h 353"/>
              <a:gd name="T82" fmla="*/ 165 w 353"/>
              <a:gd name="T83" fmla="*/ 278 h 353"/>
              <a:gd name="T84" fmla="*/ 188 w 353"/>
              <a:gd name="T85" fmla="*/ 278 h 353"/>
              <a:gd name="T86" fmla="*/ 295 w 353"/>
              <a:gd name="T87" fmla="*/ 222 h 353"/>
              <a:gd name="T88" fmla="*/ 333 w 353"/>
              <a:gd name="T89" fmla="*/ 184 h 353"/>
              <a:gd name="T90" fmla="*/ 180 w 353"/>
              <a:gd name="T91" fmla="*/ 264 h 353"/>
              <a:gd name="T92" fmla="*/ 176 w 353"/>
              <a:gd name="T93" fmla="*/ 265 h 353"/>
              <a:gd name="T94" fmla="*/ 173 w 353"/>
              <a:gd name="T95" fmla="*/ 264 h 353"/>
              <a:gd name="T96" fmla="*/ 20 w 353"/>
              <a:gd name="T97" fmla="*/ 184 h 353"/>
              <a:gd name="T98" fmla="*/ 20 w 353"/>
              <a:gd name="T99" fmla="*/ 170 h 353"/>
              <a:gd name="T100" fmla="*/ 58 w 353"/>
              <a:gd name="T101" fmla="*/ 150 h 353"/>
              <a:gd name="T102" fmla="*/ 165 w 353"/>
              <a:gd name="T103" fmla="*/ 206 h 353"/>
              <a:gd name="T104" fmla="*/ 188 w 353"/>
              <a:gd name="T105" fmla="*/ 206 h 353"/>
              <a:gd name="T106" fmla="*/ 295 w 353"/>
              <a:gd name="T107" fmla="*/ 150 h 353"/>
              <a:gd name="T108" fmla="*/ 333 w 353"/>
              <a:gd name="T109" fmla="*/ 170 h 353"/>
              <a:gd name="T110" fmla="*/ 333 w 353"/>
              <a:gd name="T111" fmla="*/ 184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353" h="353">
                <a:moveTo>
                  <a:pt x="353" y="177"/>
                </a:moveTo>
                <a:cubicBezTo>
                  <a:pt x="353" y="167"/>
                  <a:pt x="348" y="159"/>
                  <a:pt x="340" y="155"/>
                </a:cubicBezTo>
                <a:cubicBezTo>
                  <a:pt x="340" y="155"/>
                  <a:pt x="340" y="155"/>
                  <a:pt x="340" y="155"/>
                </a:cubicBezTo>
                <a:cubicBezTo>
                  <a:pt x="312" y="140"/>
                  <a:pt x="312" y="140"/>
                  <a:pt x="312" y="140"/>
                </a:cubicBezTo>
                <a:cubicBezTo>
                  <a:pt x="340" y="126"/>
                  <a:pt x="340" y="126"/>
                  <a:pt x="340" y="126"/>
                </a:cubicBezTo>
                <a:cubicBezTo>
                  <a:pt x="340" y="126"/>
                  <a:pt x="340" y="126"/>
                  <a:pt x="340" y="126"/>
                </a:cubicBezTo>
                <a:cubicBezTo>
                  <a:pt x="348" y="122"/>
                  <a:pt x="353" y="114"/>
                  <a:pt x="353" y="104"/>
                </a:cubicBezTo>
                <a:cubicBezTo>
                  <a:pt x="353" y="95"/>
                  <a:pt x="348" y="87"/>
                  <a:pt x="340" y="83"/>
                </a:cubicBezTo>
                <a:cubicBezTo>
                  <a:pt x="340" y="83"/>
                  <a:pt x="340" y="83"/>
                  <a:pt x="340" y="83"/>
                </a:cubicBezTo>
                <a:cubicBezTo>
                  <a:pt x="188" y="3"/>
                  <a:pt x="188" y="3"/>
                  <a:pt x="188" y="3"/>
                </a:cubicBezTo>
                <a:cubicBezTo>
                  <a:pt x="188" y="3"/>
                  <a:pt x="188" y="3"/>
                  <a:pt x="188" y="3"/>
                </a:cubicBezTo>
                <a:cubicBezTo>
                  <a:pt x="184" y="1"/>
                  <a:pt x="181" y="0"/>
                  <a:pt x="176" y="0"/>
                </a:cubicBezTo>
                <a:cubicBezTo>
                  <a:pt x="172" y="0"/>
                  <a:pt x="169" y="1"/>
                  <a:pt x="165" y="3"/>
                </a:cubicBezTo>
                <a:cubicBezTo>
                  <a:pt x="165" y="3"/>
                  <a:pt x="165" y="3"/>
                  <a:pt x="165" y="3"/>
                </a:cubicBezTo>
                <a:cubicBezTo>
                  <a:pt x="13" y="83"/>
                  <a:pt x="13" y="83"/>
                  <a:pt x="13" y="83"/>
                </a:cubicBezTo>
                <a:cubicBezTo>
                  <a:pt x="13" y="83"/>
                  <a:pt x="13" y="83"/>
                  <a:pt x="13" y="83"/>
                </a:cubicBezTo>
                <a:cubicBezTo>
                  <a:pt x="5" y="87"/>
                  <a:pt x="0" y="95"/>
                  <a:pt x="0" y="104"/>
                </a:cubicBezTo>
                <a:cubicBezTo>
                  <a:pt x="0" y="114"/>
                  <a:pt x="5" y="122"/>
                  <a:pt x="13" y="126"/>
                </a:cubicBezTo>
                <a:cubicBezTo>
                  <a:pt x="13" y="126"/>
                  <a:pt x="13" y="126"/>
                  <a:pt x="13" y="126"/>
                </a:cubicBezTo>
                <a:cubicBezTo>
                  <a:pt x="41" y="140"/>
                  <a:pt x="41" y="140"/>
                  <a:pt x="41" y="140"/>
                </a:cubicBezTo>
                <a:cubicBezTo>
                  <a:pt x="13" y="155"/>
                  <a:pt x="13" y="155"/>
                  <a:pt x="13" y="155"/>
                </a:cubicBezTo>
                <a:cubicBezTo>
                  <a:pt x="13" y="155"/>
                  <a:pt x="13" y="155"/>
                  <a:pt x="13" y="155"/>
                </a:cubicBezTo>
                <a:cubicBezTo>
                  <a:pt x="5" y="159"/>
                  <a:pt x="0" y="167"/>
                  <a:pt x="0" y="177"/>
                </a:cubicBezTo>
                <a:cubicBezTo>
                  <a:pt x="0" y="186"/>
                  <a:pt x="5" y="194"/>
                  <a:pt x="13" y="198"/>
                </a:cubicBezTo>
                <a:cubicBezTo>
                  <a:pt x="13" y="198"/>
                  <a:pt x="13" y="198"/>
                  <a:pt x="13" y="198"/>
                </a:cubicBezTo>
                <a:cubicBezTo>
                  <a:pt x="41" y="213"/>
                  <a:pt x="41" y="213"/>
                  <a:pt x="41" y="213"/>
                </a:cubicBezTo>
                <a:cubicBezTo>
                  <a:pt x="13" y="228"/>
                  <a:pt x="13" y="228"/>
                  <a:pt x="13" y="228"/>
                </a:cubicBezTo>
                <a:cubicBezTo>
                  <a:pt x="13" y="228"/>
                  <a:pt x="13" y="228"/>
                  <a:pt x="13" y="228"/>
                </a:cubicBezTo>
                <a:cubicBezTo>
                  <a:pt x="5" y="232"/>
                  <a:pt x="0" y="240"/>
                  <a:pt x="0" y="249"/>
                </a:cubicBezTo>
                <a:cubicBezTo>
                  <a:pt x="0" y="258"/>
                  <a:pt x="5" y="266"/>
                  <a:pt x="13" y="270"/>
                </a:cubicBezTo>
                <a:cubicBezTo>
                  <a:pt x="13" y="270"/>
                  <a:pt x="13" y="270"/>
                  <a:pt x="13" y="270"/>
                </a:cubicBezTo>
                <a:cubicBezTo>
                  <a:pt x="165" y="350"/>
                  <a:pt x="165" y="350"/>
                  <a:pt x="165" y="350"/>
                </a:cubicBezTo>
                <a:cubicBezTo>
                  <a:pt x="165" y="350"/>
                  <a:pt x="165" y="350"/>
                  <a:pt x="165" y="350"/>
                </a:cubicBezTo>
                <a:cubicBezTo>
                  <a:pt x="169" y="352"/>
                  <a:pt x="172" y="353"/>
                  <a:pt x="176" y="353"/>
                </a:cubicBezTo>
                <a:cubicBezTo>
                  <a:pt x="181" y="353"/>
                  <a:pt x="184" y="352"/>
                  <a:pt x="188" y="350"/>
                </a:cubicBezTo>
                <a:cubicBezTo>
                  <a:pt x="188" y="350"/>
                  <a:pt x="188" y="350"/>
                  <a:pt x="188" y="350"/>
                </a:cubicBezTo>
                <a:cubicBezTo>
                  <a:pt x="340" y="270"/>
                  <a:pt x="340" y="270"/>
                  <a:pt x="340" y="270"/>
                </a:cubicBezTo>
                <a:cubicBezTo>
                  <a:pt x="340" y="270"/>
                  <a:pt x="340" y="270"/>
                  <a:pt x="340" y="270"/>
                </a:cubicBezTo>
                <a:cubicBezTo>
                  <a:pt x="348" y="266"/>
                  <a:pt x="353" y="258"/>
                  <a:pt x="353" y="249"/>
                </a:cubicBezTo>
                <a:cubicBezTo>
                  <a:pt x="353" y="240"/>
                  <a:pt x="348" y="232"/>
                  <a:pt x="340" y="228"/>
                </a:cubicBezTo>
                <a:cubicBezTo>
                  <a:pt x="340" y="228"/>
                  <a:pt x="340" y="228"/>
                  <a:pt x="340" y="228"/>
                </a:cubicBezTo>
                <a:cubicBezTo>
                  <a:pt x="312" y="213"/>
                  <a:pt x="312" y="213"/>
                  <a:pt x="312" y="213"/>
                </a:cubicBezTo>
                <a:cubicBezTo>
                  <a:pt x="340" y="198"/>
                  <a:pt x="340" y="198"/>
                  <a:pt x="340" y="198"/>
                </a:cubicBezTo>
                <a:cubicBezTo>
                  <a:pt x="340" y="198"/>
                  <a:pt x="340" y="198"/>
                  <a:pt x="340" y="198"/>
                </a:cubicBezTo>
                <a:cubicBezTo>
                  <a:pt x="348" y="194"/>
                  <a:pt x="353" y="186"/>
                  <a:pt x="353" y="177"/>
                </a:cubicBezTo>
                <a:moveTo>
                  <a:pt x="20" y="111"/>
                </a:moveTo>
                <a:cubicBezTo>
                  <a:pt x="20" y="111"/>
                  <a:pt x="20" y="111"/>
                  <a:pt x="20" y="111"/>
                </a:cubicBezTo>
                <a:cubicBezTo>
                  <a:pt x="18" y="110"/>
                  <a:pt x="16" y="107"/>
                  <a:pt x="16" y="104"/>
                </a:cubicBezTo>
                <a:cubicBezTo>
                  <a:pt x="16" y="101"/>
                  <a:pt x="18" y="99"/>
                  <a:pt x="20" y="97"/>
                </a:cubicBezTo>
                <a:cubicBezTo>
                  <a:pt x="20" y="97"/>
                  <a:pt x="20" y="97"/>
                  <a:pt x="20" y="97"/>
                </a:cubicBezTo>
                <a:cubicBezTo>
                  <a:pt x="173" y="17"/>
                  <a:pt x="173" y="17"/>
                  <a:pt x="173" y="17"/>
                </a:cubicBezTo>
                <a:cubicBezTo>
                  <a:pt x="173" y="17"/>
                  <a:pt x="173" y="17"/>
                  <a:pt x="173" y="17"/>
                </a:cubicBezTo>
                <a:cubicBezTo>
                  <a:pt x="174" y="16"/>
                  <a:pt x="175" y="16"/>
                  <a:pt x="176" y="16"/>
                </a:cubicBezTo>
                <a:cubicBezTo>
                  <a:pt x="178" y="16"/>
                  <a:pt x="179" y="16"/>
                  <a:pt x="180" y="17"/>
                </a:cubicBezTo>
                <a:cubicBezTo>
                  <a:pt x="180" y="17"/>
                  <a:pt x="180" y="17"/>
                  <a:pt x="180" y="17"/>
                </a:cubicBezTo>
                <a:cubicBezTo>
                  <a:pt x="333" y="97"/>
                  <a:pt x="333" y="97"/>
                  <a:pt x="333" y="97"/>
                </a:cubicBezTo>
                <a:cubicBezTo>
                  <a:pt x="333" y="97"/>
                  <a:pt x="333" y="97"/>
                  <a:pt x="333" y="97"/>
                </a:cubicBezTo>
                <a:cubicBezTo>
                  <a:pt x="335" y="99"/>
                  <a:pt x="337" y="101"/>
                  <a:pt x="337" y="104"/>
                </a:cubicBezTo>
                <a:cubicBezTo>
                  <a:pt x="337" y="107"/>
                  <a:pt x="335" y="110"/>
                  <a:pt x="333" y="111"/>
                </a:cubicBezTo>
                <a:cubicBezTo>
                  <a:pt x="333" y="111"/>
                  <a:pt x="333" y="111"/>
                  <a:pt x="333" y="111"/>
                </a:cubicBezTo>
                <a:cubicBezTo>
                  <a:pt x="180" y="192"/>
                  <a:pt x="180" y="192"/>
                  <a:pt x="180" y="192"/>
                </a:cubicBezTo>
                <a:cubicBezTo>
                  <a:pt x="180" y="192"/>
                  <a:pt x="180" y="192"/>
                  <a:pt x="180" y="192"/>
                </a:cubicBezTo>
                <a:cubicBezTo>
                  <a:pt x="179" y="192"/>
                  <a:pt x="178" y="193"/>
                  <a:pt x="176" y="193"/>
                </a:cubicBezTo>
                <a:cubicBezTo>
                  <a:pt x="175" y="193"/>
                  <a:pt x="174" y="192"/>
                  <a:pt x="173" y="192"/>
                </a:cubicBezTo>
                <a:cubicBezTo>
                  <a:pt x="173" y="192"/>
                  <a:pt x="173" y="192"/>
                  <a:pt x="173" y="192"/>
                </a:cubicBezTo>
                <a:lnTo>
                  <a:pt x="20" y="111"/>
                </a:lnTo>
                <a:close/>
                <a:moveTo>
                  <a:pt x="333" y="242"/>
                </a:moveTo>
                <a:cubicBezTo>
                  <a:pt x="333" y="242"/>
                  <a:pt x="333" y="242"/>
                  <a:pt x="333" y="242"/>
                </a:cubicBezTo>
                <a:cubicBezTo>
                  <a:pt x="335" y="243"/>
                  <a:pt x="337" y="246"/>
                  <a:pt x="337" y="249"/>
                </a:cubicBezTo>
                <a:cubicBezTo>
                  <a:pt x="337" y="252"/>
                  <a:pt x="335" y="255"/>
                  <a:pt x="333" y="256"/>
                </a:cubicBezTo>
                <a:cubicBezTo>
                  <a:pt x="333" y="256"/>
                  <a:pt x="333" y="256"/>
                  <a:pt x="333" y="256"/>
                </a:cubicBezTo>
                <a:cubicBezTo>
                  <a:pt x="180" y="336"/>
                  <a:pt x="180" y="336"/>
                  <a:pt x="180" y="336"/>
                </a:cubicBezTo>
                <a:cubicBezTo>
                  <a:pt x="180" y="336"/>
                  <a:pt x="180" y="336"/>
                  <a:pt x="180" y="336"/>
                </a:cubicBezTo>
                <a:cubicBezTo>
                  <a:pt x="179" y="337"/>
                  <a:pt x="178" y="337"/>
                  <a:pt x="176" y="337"/>
                </a:cubicBezTo>
                <a:cubicBezTo>
                  <a:pt x="175" y="337"/>
                  <a:pt x="174" y="337"/>
                  <a:pt x="173" y="336"/>
                </a:cubicBezTo>
                <a:cubicBezTo>
                  <a:pt x="173" y="336"/>
                  <a:pt x="173" y="336"/>
                  <a:pt x="173" y="336"/>
                </a:cubicBezTo>
                <a:cubicBezTo>
                  <a:pt x="20" y="256"/>
                  <a:pt x="20" y="256"/>
                  <a:pt x="20" y="256"/>
                </a:cubicBezTo>
                <a:cubicBezTo>
                  <a:pt x="20" y="256"/>
                  <a:pt x="20" y="256"/>
                  <a:pt x="20" y="256"/>
                </a:cubicBezTo>
                <a:cubicBezTo>
                  <a:pt x="18" y="255"/>
                  <a:pt x="16" y="252"/>
                  <a:pt x="16" y="249"/>
                </a:cubicBezTo>
                <a:cubicBezTo>
                  <a:pt x="16" y="246"/>
                  <a:pt x="18" y="243"/>
                  <a:pt x="20" y="242"/>
                </a:cubicBezTo>
                <a:cubicBezTo>
                  <a:pt x="20" y="242"/>
                  <a:pt x="20" y="242"/>
                  <a:pt x="20" y="242"/>
                </a:cubicBezTo>
                <a:cubicBezTo>
                  <a:pt x="58" y="222"/>
                  <a:pt x="58" y="222"/>
                  <a:pt x="58" y="222"/>
                </a:cubicBezTo>
                <a:cubicBezTo>
                  <a:pt x="165" y="278"/>
                  <a:pt x="165" y="278"/>
                  <a:pt x="165" y="278"/>
                </a:cubicBezTo>
                <a:cubicBezTo>
                  <a:pt x="165" y="278"/>
                  <a:pt x="165" y="278"/>
                  <a:pt x="165" y="278"/>
                </a:cubicBezTo>
                <a:cubicBezTo>
                  <a:pt x="169" y="280"/>
                  <a:pt x="172" y="281"/>
                  <a:pt x="176" y="281"/>
                </a:cubicBezTo>
                <a:cubicBezTo>
                  <a:pt x="181" y="281"/>
                  <a:pt x="184" y="280"/>
                  <a:pt x="188" y="278"/>
                </a:cubicBezTo>
                <a:cubicBezTo>
                  <a:pt x="188" y="278"/>
                  <a:pt x="188" y="278"/>
                  <a:pt x="188" y="278"/>
                </a:cubicBezTo>
                <a:cubicBezTo>
                  <a:pt x="295" y="222"/>
                  <a:pt x="295" y="222"/>
                  <a:pt x="295" y="222"/>
                </a:cubicBezTo>
                <a:lnTo>
                  <a:pt x="333" y="242"/>
                </a:lnTo>
                <a:close/>
                <a:moveTo>
                  <a:pt x="333" y="184"/>
                </a:moveTo>
                <a:cubicBezTo>
                  <a:pt x="333" y="184"/>
                  <a:pt x="333" y="184"/>
                  <a:pt x="333" y="184"/>
                </a:cubicBezTo>
                <a:cubicBezTo>
                  <a:pt x="180" y="264"/>
                  <a:pt x="180" y="264"/>
                  <a:pt x="180" y="264"/>
                </a:cubicBezTo>
                <a:cubicBezTo>
                  <a:pt x="180" y="264"/>
                  <a:pt x="180" y="264"/>
                  <a:pt x="180" y="264"/>
                </a:cubicBezTo>
                <a:cubicBezTo>
                  <a:pt x="179" y="265"/>
                  <a:pt x="178" y="265"/>
                  <a:pt x="176" y="265"/>
                </a:cubicBezTo>
                <a:cubicBezTo>
                  <a:pt x="175" y="265"/>
                  <a:pt x="174" y="265"/>
                  <a:pt x="173" y="264"/>
                </a:cubicBezTo>
                <a:cubicBezTo>
                  <a:pt x="173" y="264"/>
                  <a:pt x="173" y="264"/>
                  <a:pt x="173" y="264"/>
                </a:cubicBezTo>
                <a:cubicBezTo>
                  <a:pt x="20" y="184"/>
                  <a:pt x="20" y="184"/>
                  <a:pt x="20" y="184"/>
                </a:cubicBezTo>
                <a:cubicBezTo>
                  <a:pt x="20" y="184"/>
                  <a:pt x="20" y="184"/>
                  <a:pt x="20" y="184"/>
                </a:cubicBezTo>
                <a:cubicBezTo>
                  <a:pt x="18" y="182"/>
                  <a:pt x="16" y="180"/>
                  <a:pt x="16" y="177"/>
                </a:cubicBezTo>
                <a:cubicBezTo>
                  <a:pt x="16" y="174"/>
                  <a:pt x="18" y="171"/>
                  <a:pt x="20" y="170"/>
                </a:cubicBezTo>
                <a:cubicBezTo>
                  <a:pt x="20" y="170"/>
                  <a:pt x="20" y="170"/>
                  <a:pt x="20" y="170"/>
                </a:cubicBezTo>
                <a:cubicBezTo>
                  <a:pt x="58" y="150"/>
                  <a:pt x="58" y="150"/>
                  <a:pt x="58" y="150"/>
                </a:cubicBezTo>
                <a:cubicBezTo>
                  <a:pt x="165" y="206"/>
                  <a:pt x="165" y="206"/>
                  <a:pt x="165" y="206"/>
                </a:cubicBezTo>
                <a:cubicBezTo>
                  <a:pt x="165" y="206"/>
                  <a:pt x="165" y="206"/>
                  <a:pt x="165" y="206"/>
                </a:cubicBezTo>
                <a:cubicBezTo>
                  <a:pt x="169" y="208"/>
                  <a:pt x="172" y="209"/>
                  <a:pt x="176" y="209"/>
                </a:cubicBezTo>
                <a:cubicBezTo>
                  <a:pt x="181" y="209"/>
                  <a:pt x="184" y="208"/>
                  <a:pt x="188" y="206"/>
                </a:cubicBezTo>
                <a:cubicBezTo>
                  <a:pt x="188" y="206"/>
                  <a:pt x="188" y="206"/>
                  <a:pt x="188" y="206"/>
                </a:cubicBezTo>
                <a:cubicBezTo>
                  <a:pt x="295" y="150"/>
                  <a:pt x="295" y="150"/>
                  <a:pt x="295" y="150"/>
                </a:cubicBezTo>
                <a:cubicBezTo>
                  <a:pt x="333" y="170"/>
                  <a:pt x="333" y="170"/>
                  <a:pt x="333" y="170"/>
                </a:cubicBezTo>
                <a:cubicBezTo>
                  <a:pt x="333" y="170"/>
                  <a:pt x="333" y="170"/>
                  <a:pt x="333" y="170"/>
                </a:cubicBezTo>
                <a:cubicBezTo>
                  <a:pt x="335" y="171"/>
                  <a:pt x="337" y="174"/>
                  <a:pt x="337" y="177"/>
                </a:cubicBezTo>
                <a:cubicBezTo>
                  <a:pt x="337" y="180"/>
                  <a:pt x="335" y="182"/>
                  <a:pt x="333" y="184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2" name="Freeform 52"/>
          <p:cNvSpPr>
            <a:spLocks noEditPoints="1"/>
          </p:cNvSpPr>
          <p:nvPr/>
        </p:nvSpPr>
        <p:spPr bwMode="auto">
          <a:xfrm>
            <a:off x="8585201" y="5416551"/>
            <a:ext cx="582084" cy="476251"/>
          </a:xfrm>
          <a:custGeom>
            <a:avLst/>
            <a:gdLst>
              <a:gd name="T0" fmla="*/ 32 w 353"/>
              <a:gd name="T1" fmla="*/ 209 h 289"/>
              <a:gd name="T2" fmla="*/ 48 w 353"/>
              <a:gd name="T3" fmla="*/ 209 h 289"/>
              <a:gd name="T4" fmla="*/ 89 w 353"/>
              <a:gd name="T5" fmla="*/ 169 h 289"/>
              <a:gd name="T6" fmla="*/ 273 w 353"/>
              <a:gd name="T7" fmla="*/ 161 h 289"/>
              <a:gd name="T8" fmla="*/ 233 w 353"/>
              <a:gd name="T9" fmla="*/ 217 h 289"/>
              <a:gd name="T10" fmla="*/ 273 w 353"/>
              <a:gd name="T11" fmla="*/ 177 h 289"/>
              <a:gd name="T12" fmla="*/ 273 w 353"/>
              <a:gd name="T13" fmla="*/ 161 h 289"/>
              <a:gd name="T14" fmla="*/ 286 w 353"/>
              <a:gd name="T15" fmla="*/ 32 h 289"/>
              <a:gd name="T16" fmla="*/ 241 w 353"/>
              <a:gd name="T17" fmla="*/ 0 h 289"/>
              <a:gd name="T18" fmla="*/ 161 w 353"/>
              <a:gd name="T19" fmla="*/ 48 h 289"/>
              <a:gd name="T20" fmla="*/ 67 w 353"/>
              <a:gd name="T21" fmla="*/ 32 h 289"/>
              <a:gd name="T22" fmla="*/ 8 w 353"/>
              <a:gd name="T23" fmla="*/ 174 h 289"/>
              <a:gd name="T24" fmla="*/ 80 w 353"/>
              <a:gd name="T25" fmla="*/ 289 h 289"/>
              <a:gd name="T26" fmla="*/ 195 w 353"/>
              <a:gd name="T27" fmla="*/ 225 h 289"/>
              <a:gd name="T28" fmla="*/ 353 w 353"/>
              <a:gd name="T29" fmla="*/ 209 h 289"/>
              <a:gd name="T30" fmla="*/ 80 w 353"/>
              <a:gd name="T31" fmla="*/ 273 h 289"/>
              <a:gd name="T32" fmla="*/ 80 w 353"/>
              <a:gd name="T33" fmla="*/ 145 h 289"/>
              <a:gd name="T34" fmla="*/ 80 w 353"/>
              <a:gd name="T35" fmla="*/ 273 h 289"/>
              <a:gd name="T36" fmla="*/ 80 w 353"/>
              <a:gd name="T37" fmla="*/ 129 h 289"/>
              <a:gd name="T38" fmla="*/ 83 w 353"/>
              <a:gd name="T39" fmla="*/ 35 h 289"/>
              <a:gd name="T40" fmla="*/ 113 w 353"/>
              <a:gd name="T41" fmla="*/ 16 h 289"/>
              <a:gd name="T42" fmla="*/ 145 w 353"/>
              <a:gd name="T43" fmla="*/ 46 h 289"/>
              <a:gd name="T44" fmla="*/ 193 w 353"/>
              <a:gd name="T45" fmla="*/ 209 h 289"/>
              <a:gd name="T46" fmla="*/ 161 w 353"/>
              <a:gd name="T47" fmla="*/ 193 h 289"/>
              <a:gd name="T48" fmla="*/ 193 w 353"/>
              <a:gd name="T49" fmla="*/ 209 h 289"/>
              <a:gd name="T50" fmla="*/ 161 w 353"/>
              <a:gd name="T51" fmla="*/ 177 h 289"/>
              <a:gd name="T52" fmla="*/ 193 w 353"/>
              <a:gd name="T53" fmla="*/ 64 h 289"/>
              <a:gd name="T54" fmla="*/ 209 w 353"/>
              <a:gd name="T55" fmla="*/ 46 h 289"/>
              <a:gd name="T56" fmla="*/ 241 w 353"/>
              <a:gd name="T57" fmla="*/ 16 h 289"/>
              <a:gd name="T58" fmla="*/ 270 w 353"/>
              <a:gd name="T59" fmla="*/ 35 h 289"/>
              <a:gd name="T60" fmla="*/ 273 w 353"/>
              <a:gd name="T61" fmla="*/ 129 h 289"/>
              <a:gd name="T62" fmla="*/ 209 w 353"/>
              <a:gd name="T63" fmla="*/ 46 h 289"/>
              <a:gd name="T64" fmla="*/ 209 w 353"/>
              <a:gd name="T65" fmla="*/ 209 h 289"/>
              <a:gd name="T66" fmla="*/ 337 w 353"/>
              <a:gd name="T67" fmla="*/ 209 h 2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353" h="289">
                <a:moveTo>
                  <a:pt x="80" y="161"/>
                </a:moveTo>
                <a:cubicBezTo>
                  <a:pt x="54" y="161"/>
                  <a:pt x="32" y="182"/>
                  <a:pt x="32" y="209"/>
                </a:cubicBezTo>
                <a:cubicBezTo>
                  <a:pt x="32" y="213"/>
                  <a:pt x="36" y="217"/>
                  <a:pt x="40" y="217"/>
                </a:cubicBezTo>
                <a:cubicBezTo>
                  <a:pt x="45" y="217"/>
                  <a:pt x="48" y="213"/>
                  <a:pt x="48" y="209"/>
                </a:cubicBezTo>
                <a:cubicBezTo>
                  <a:pt x="48" y="191"/>
                  <a:pt x="63" y="177"/>
                  <a:pt x="80" y="177"/>
                </a:cubicBezTo>
                <a:cubicBezTo>
                  <a:pt x="85" y="177"/>
                  <a:pt x="89" y="173"/>
                  <a:pt x="89" y="169"/>
                </a:cubicBezTo>
                <a:cubicBezTo>
                  <a:pt x="89" y="164"/>
                  <a:pt x="85" y="161"/>
                  <a:pt x="80" y="161"/>
                </a:cubicBezTo>
                <a:moveTo>
                  <a:pt x="273" y="161"/>
                </a:moveTo>
                <a:cubicBezTo>
                  <a:pt x="247" y="161"/>
                  <a:pt x="225" y="182"/>
                  <a:pt x="225" y="209"/>
                </a:cubicBezTo>
                <a:cubicBezTo>
                  <a:pt x="225" y="213"/>
                  <a:pt x="229" y="217"/>
                  <a:pt x="233" y="217"/>
                </a:cubicBezTo>
                <a:cubicBezTo>
                  <a:pt x="237" y="217"/>
                  <a:pt x="241" y="213"/>
                  <a:pt x="241" y="209"/>
                </a:cubicBezTo>
                <a:cubicBezTo>
                  <a:pt x="241" y="191"/>
                  <a:pt x="255" y="177"/>
                  <a:pt x="273" y="177"/>
                </a:cubicBezTo>
                <a:cubicBezTo>
                  <a:pt x="278" y="177"/>
                  <a:pt x="281" y="173"/>
                  <a:pt x="281" y="169"/>
                </a:cubicBezTo>
                <a:cubicBezTo>
                  <a:pt x="281" y="164"/>
                  <a:pt x="278" y="161"/>
                  <a:pt x="273" y="161"/>
                </a:cubicBezTo>
                <a:moveTo>
                  <a:pt x="345" y="174"/>
                </a:moveTo>
                <a:cubicBezTo>
                  <a:pt x="286" y="32"/>
                  <a:pt x="286" y="32"/>
                  <a:pt x="286" y="32"/>
                </a:cubicBezTo>
                <a:cubicBezTo>
                  <a:pt x="286" y="32"/>
                  <a:pt x="286" y="32"/>
                  <a:pt x="286" y="32"/>
                </a:cubicBezTo>
                <a:cubicBezTo>
                  <a:pt x="280" y="14"/>
                  <a:pt x="262" y="0"/>
                  <a:pt x="241" y="0"/>
                </a:cubicBezTo>
                <a:cubicBezTo>
                  <a:pt x="214" y="0"/>
                  <a:pt x="193" y="22"/>
                  <a:pt x="193" y="48"/>
                </a:cubicBezTo>
                <a:cubicBezTo>
                  <a:pt x="161" y="48"/>
                  <a:pt x="161" y="48"/>
                  <a:pt x="161" y="48"/>
                </a:cubicBezTo>
                <a:cubicBezTo>
                  <a:pt x="161" y="22"/>
                  <a:pt x="139" y="0"/>
                  <a:pt x="113" y="0"/>
                </a:cubicBezTo>
                <a:cubicBezTo>
                  <a:pt x="92" y="0"/>
                  <a:pt x="74" y="14"/>
                  <a:pt x="67" y="32"/>
                </a:cubicBezTo>
                <a:cubicBezTo>
                  <a:pt x="67" y="32"/>
                  <a:pt x="67" y="32"/>
                  <a:pt x="67" y="32"/>
                </a:cubicBezTo>
                <a:cubicBezTo>
                  <a:pt x="8" y="174"/>
                  <a:pt x="8" y="174"/>
                  <a:pt x="8" y="174"/>
                </a:cubicBezTo>
                <a:cubicBezTo>
                  <a:pt x="3" y="184"/>
                  <a:pt x="0" y="196"/>
                  <a:pt x="0" y="209"/>
                </a:cubicBezTo>
                <a:cubicBezTo>
                  <a:pt x="0" y="253"/>
                  <a:pt x="36" y="289"/>
                  <a:pt x="80" y="289"/>
                </a:cubicBezTo>
                <a:cubicBezTo>
                  <a:pt x="119" y="289"/>
                  <a:pt x="152" y="262"/>
                  <a:pt x="159" y="225"/>
                </a:cubicBezTo>
                <a:cubicBezTo>
                  <a:pt x="195" y="225"/>
                  <a:pt x="195" y="225"/>
                  <a:pt x="195" y="225"/>
                </a:cubicBezTo>
                <a:cubicBezTo>
                  <a:pt x="202" y="262"/>
                  <a:pt x="234" y="289"/>
                  <a:pt x="273" y="289"/>
                </a:cubicBezTo>
                <a:cubicBezTo>
                  <a:pt x="318" y="289"/>
                  <a:pt x="353" y="253"/>
                  <a:pt x="353" y="209"/>
                </a:cubicBezTo>
                <a:cubicBezTo>
                  <a:pt x="353" y="196"/>
                  <a:pt x="350" y="184"/>
                  <a:pt x="345" y="174"/>
                </a:cubicBezTo>
                <a:moveTo>
                  <a:pt x="80" y="273"/>
                </a:moveTo>
                <a:cubicBezTo>
                  <a:pt x="45" y="273"/>
                  <a:pt x="16" y="244"/>
                  <a:pt x="16" y="209"/>
                </a:cubicBezTo>
                <a:cubicBezTo>
                  <a:pt x="16" y="173"/>
                  <a:pt x="45" y="145"/>
                  <a:pt x="80" y="145"/>
                </a:cubicBezTo>
                <a:cubicBezTo>
                  <a:pt x="116" y="145"/>
                  <a:pt x="145" y="173"/>
                  <a:pt x="145" y="209"/>
                </a:cubicBezTo>
                <a:cubicBezTo>
                  <a:pt x="145" y="244"/>
                  <a:pt x="116" y="273"/>
                  <a:pt x="80" y="273"/>
                </a:cubicBezTo>
                <a:moveTo>
                  <a:pt x="145" y="161"/>
                </a:moveTo>
                <a:cubicBezTo>
                  <a:pt x="130" y="141"/>
                  <a:pt x="107" y="129"/>
                  <a:pt x="80" y="129"/>
                </a:cubicBezTo>
                <a:cubicBezTo>
                  <a:pt x="66" y="129"/>
                  <a:pt x="52" y="133"/>
                  <a:pt x="40" y="140"/>
                </a:cubicBezTo>
                <a:cubicBezTo>
                  <a:pt x="83" y="35"/>
                  <a:pt x="83" y="35"/>
                  <a:pt x="83" y="35"/>
                </a:cubicBezTo>
                <a:cubicBezTo>
                  <a:pt x="83" y="35"/>
                  <a:pt x="83" y="35"/>
                  <a:pt x="83" y="35"/>
                </a:cubicBezTo>
                <a:cubicBezTo>
                  <a:pt x="88" y="24"/>
                  <a:pt x="100" y="16"/>
                  <a:pt x="113" y="16"/>
                </a:cubicBezTo>
                <a:cubicBezTo>
                  <a:pt x="129" y="16"/>
                  <a:pt x="143" y="29"/>
                  <a:pt x="144" y="45"/>
                </a:cubicBezTo>
                <a:cubicBezTo>
                  <a:pt x="145" y="46"/>
                  <a:pt x="145" y="46"/>
                  <a:pt x="145" y="46"/>
                </a:cubicBezTo>
                <a:lnTo>
                  <a:pt x="145" y="161"/>
                </a:lnTo>
                <a:close/>
                <a:moveTo>
                  <a:pt x="193" y="209"/>
                </a:moveTo>
                <a:cubicBezTo>
                  <a:pt x="161" y="209"/>
                  <a:pt x="161" y="209"/>
                  <a:pt x="161" y="209"/>
                </a:cubicBezTo>
                <a:cubicBezTo>
                  <a:pt x="161" y="193"/>
                  <a:pt x="161" y="193"/>
                  <a:pt x="161" y="193"/>
                </a:cubicBezTo>
                <a:cubicBezTo>
                  <a:pt x="193" y="193"/>
                  <a:pt x="193" y="193"/>
                  <a:pt x="193" y="193"/>
                </a:cubicBezTo>
                <a:lnTo>
                  <a:pt x="193" y="209"/>
                </a:lnTo>
                <a:close/>
                <a:moveTo>
                  <a:pt x="193" y="177"/>
                </a:moveTo>
                <a:cubicBezTo>
                  <a:pt x="161" y="177"/>
                  <a:pt x="161" y="177"/>
                  <a:pt x="161" y="177"/>
                </a:cubicBezTo>
                <a:cubicBezTo>
                  <a:pt x="161" y="64"/>
                  <a:pt x="161" y="64"/>
                  <a:pt x="161" y="64"/>
                </a:cubicBezTo>
                <a:cubicBezTo>
                  <a:pt x="193" y="64"/>
                  <a:pt x="193" y="64"/>
                  <a:pt x="193" y="64"/>
                </a:cubicBezTo>
                <a:lnTo>
                  <a:pt x="193" y="177"/>
                </a:lnTo>
                <a:close/>
                <a:moveTo>
                  <a:pt x="209" y="46"/>
                </a:moveTo>
                <a:cubicBezTo>
                  <a:pt x="209" y="45"/>
                  <a:pt x="209" y="45"/>
                  <a:pt x="209" y="45"/>
                </a:cubicBezTo>
                <a:cubicBezTo>
                  <a:pt x="211" y="29"/>
                  <a:pt x="224" y="16"/>
                  <a:pt x="241" y="16"/>
                </a:cubicBezTo>
                <a:cubicBezTo>
                  <a:pt x="254" y="16"/>
                  <a:pt x="265" y="24"/>
                  <a:pt x="270" y="35"/>
                </a:cubicBezTo>
                <a:cubicBezTo>
                  <a:pt x="270" y="35"/>
                  <a:pt x="270" y="35"/>
                  <a:pt x="270" y="35"/>
                </a:cubicBezTo>
                <a:cubicBezTo>
                  <a:pt x="314" y="140"/>
                  <a:pt x="314" y="140"/>
                  <a:pt x="314" y="140"/>
                </a:cubicBezTo>
                <a:cubicBezTo>
                  <a:pt x="302" y="133"/>
                  <a:pt x="288" y="129"/>
                  <a:pt x="273" y="129"/>
                </a:cubicBezTo>
                <a:cubicBezTo>
                  <a:pt x="247" y="129"/>
                  <a:pt x="224" y="141"/>
                  <a:pt x="209" y="161"/>
                </a:cubicBezTo>
                <a:lnTo>
                  <a:pt x="209" y="46"/>
                </a:lnTo>
                <a:close/>
                <a:moveTo>
                  <a:pt x="273" y="273"/>
                </a:moveTo>
                <a:cubicBezTo>
                  <a:pt x="238" y="273"/>
                  <a:pt x="209" y="244"/>
                  <a:pt x="209" y="209"/>
                </a:cubicBezTo>
                <a:cubicBezTo>
                  <a:pt x="209" y="173"/>
                  <a:pt x="238" y="145"/>
                  <a:pt x="273" y="145"/>
                </a:cubicBezTo>
                <a:cubicBezTo>
                  <a:pt x="309" y="145"/>
                  <a:pt x="337" y="173"/>
                  <a:pt x="337" y="209"/>
                </a:cubicBezTo>
                <a:cubicBezTo>
                  <a:pt x="337" y="244"/>
                  <a:pt x="309" y="273"/>
                  <a:pt x="273" y="273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3" name="Freeform 53"/>
          <p:cNvSpPr>
            <a:spLocks noEditPoints="1"/>
          </p:cNvSpPr>
          <p:nvPr/>
        </p:nvSpPr>
        <p:spPr bwMode="auto">
          <a:xfrm>
            <a:off x="9683751" y="5374217"/>
            <a:ext cx="596900" cy="558800"/>
          </a:xfrm>
          <a:custGeom>
            <a:avLst/>
            <a:gdLst>
              <a:gd name="T0" fmla="*/ 78 w 362"/>
              <a:gd name="T1" fmla="*/ 49 h 339"/>
              <a:gd name="T2" fmla="*/ 63 w 362"/>
              <a:gd name="T3" fmla="*/ 93 h 339"/>
              <a:gd name="T4" fmla="*/ 110 w 362"/>
              <a:gd name="T5" fmla="*/ 87 h 339"/>
              <a:gd name="T6" fmla="*/ 84 w 362"/>
              <a:gd name="T7" fmla="*/ 81 h 339"/>
              <a:gd name="T8" fmla="*/ 65 w 362"/>
              <a:gd name="T9" fmla="*/ 73 h 339"/>
              <a:gd name="T10" fmla="*/ 78 w 362"/>
              <a:gd name="T11" fmla="*/ 65 h 339"/>
              <a:gd name="T12" fmla="*/ 97 w 362"/>
              <a:gd name="T13" fmla="*/ 78 h 339"/>
              <a:gd name="T14" fmla="*/ 84 w 362"/>
              <a:gd name="T15" fmla="*/ 242 h 339"/>
              <a:gd name="T16" fmla="*/ 53 w 362"/>
              <a:gd name="T17" fmla="*/ 278 h 339"/>
              <a:gd name="T18" fmla="*/ 93 w 362"/>
              <a:gd name="T19" fmla="*/ 287 h 339"/>
              <a:gd name="T20" fmla="*/ 84 w 362"/>
              <a:gd name="T21" fmla="*/ 242 h 339"/>
              <a:gd name="T22" fmla="*/ 78 w 362"/>
              <a:gd name="T23" fmla="*/ 274 h 339"/>
              <a:gd name="T24" fmla="*/ 65 w 362"/>
              <a:gd name="T25" fmla="*/ 266 h 339"/>
              <a:gd name="T26" fmla="*/ 84 w 362"/>
              <a:gd name="T27" fmla="*/ 258 h 339"/>
              <a:gd name="T28" fmla="*/ 86 w 362"/>
              <a:gd name="T29" fmla="*/ 273 h 339"/>
              <a:gd name="T30" fmla="*/ 313 w 362"/>
              <a:gd name="T31" fmla="*/ 33 h 339"/>
              <a:gd name="T32" fmla="*/ 153 w 362"/>
              <a:gd name="T33" fmla="*/ 135 h 339"/>
              <a:gd name="T34" fmla="*/ 147 w 362"/>
              <a:gd name="T35" fmla="*/ 112 h 339"/>
              <a:gd name="T36" fmla="*/ 17 w 362"/>
              <a:gd name="T37" fmla="*/ 41 h 339"/>
              <a:gd name="T38" fmla="*/ 103 w 362"/>
              <a:gd name="T39" fmla="*/ 170 h 339"/>
              <a:gd name="T40" fmla="*/ 17 w 362"/>
              <a:gd name="T41" fmla="*/ 299 h 339"/>
              <a:gd name="T42" fmla="*/ 147 w 362"/>
              <a:gd name="T43" fmla="*/ 228 h 339"/>
              <a:gd name="T44" fmla="*/ 153 w 362"/>
              <a:gd name="T45" fmla="*/ 204 h 339"/>
              <a:gd name="T46" fmla="*/ 313 w 362"/>
              <a:gd name="T47" fmla="*/ 306 h 339"/>
              <a:gd name="T48" fmla="*/ 205 w 362"/>
              <a:gd name="T49" fmla="*/ 170 h 339"/>
              <a:gd name="T50" fmla="*/ 50 w 362"/>
              <a:gd name="T51" fmla="*/ 113 h 339"/>
              <a:gd name="T52" fmla="*/ 102 w 362"/>
              <a:gd name="T53" fmla="*/ 31 h 339"/>
              <a:gd name="T54" fmla="*/ 50 w 362"/>
              <a:gd name="T55" fmla="*/ 113 h 339"/>
              <a:gd name="T56" fmla="*/ 120 w 362"/>
              <a:gd name="T57" fmla="*/ 132 h 339"/>
              <a:gd name="T58" fmla="*/ 116 w 362"/>
              <a:gd name="T59" fmla="*/ 160 h 339"/>
              <a:gd name="T60" fmla="*/ 102 w 362"/>
              <a:gd name="T61" fmla="*/ 308 h 339"/>
              <a:gd name="T62" fmla="*/ 50 w 362"/>
              <a:gd name="T63" fmla="*/ 226 h 339"/>
              <a:gd name="T64" fmla="*/ 102 w 362"/>
              <a:gd name="T65" fmla="*/ 308 h 339"/>
              <a:gd name="T66" fmla="*/ 84 w 362"/>
              <a:gd name="T67" fmla="*/ 202 h 339"/>
              <a:gd name="T68" fmla="*/ 341 w 362"/>
              <a:gd name="T69" fmla="*/ 60 h 339"/>
              <a:gd name="T70" fmla="*/ 341 w 362"/>
              <a:gd name="T71" fmla="*/ 279 h 339"/>
              <a:gd name="T72" fmla="*/ 167 w 362"/>
              <a:gd name="T73" fmla="*/ 195 h 339"/>
              <a:gd name="T74" fmla="*/ 341 w 362"/>
              <a:gd name="T75" fmla="*/ 279 h 339"/>
              <a:gd name="T76" fmla="*/ 145 w 362"/>
              <a:gd name="T77" fmla="*/ 170 h 339"/>
              <a:gd name="T78" fmla="*/ 161 w 362"/>
              <a:gd name="T79" fmla="*/ 170 h 3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362" h="339">
                <a:moveTo>
                  <a:pt x="93" y="52"/>
                </a:moveTo>
                <a:cubicBezTo>
                  <a:pt x="88" y="50"/>
                  <a:pt x="83" y="49"/>
                  <a:pt x="78" y="49"/>
                </a:cubicBezTo>
                <a:cubicBezTo>
                  <a:pt x="68" y="49"/>
                  <a:pt x="58" y="53"/>
                  <a:pt x="53" y="61"/>
                </a:cubicBezTo>
                <a:cubicBezTo>
                  <a:pt x="44" y="72"/>
                  <a:pt x="49" y="87"/>
                  <a:pt x="63" y="93"/>
                </a:cubicBezTo>
                <a:cubicBezTo>
                  <a:pt x="69" y="96"/>
                  <a:pt x="77" y="97"/>
                  <a:pt x="84" y="97"/>
                </a:cubicBezTo>
                <a:cubicBezTo>
                  <a:pt x="95" y="97"/>
                  <a:pt x="105" y="94"/>
                  <a:pt x="110" y="87"/>
                </a:cubicBezTo>
                <a:cubicBezTo>
                  <a:pt x="118" y="76"/>
                  <a:pt x="107" y="59"/>
                  <a:pt x="93" y="52"/>
                </a:cubicBezTo>
                <a:moveTo>
                  <a:pt x="84" y="81"/>
                </a:moveTo>
                <a:cubicBezTo>
                  <a:pt x="79" y="81"/>
                  <a:pt x="74" y="80"/>
                  <a:pt x="70" y="79"/>
                </a:cubicBezTo>
                <a:cubicBezTo>
                  <a:pt x="67" y="77"/>
                  <a:pt x="65" y="75"/>
                  <a:pt x="65" y="73"/>
                </a:cubicBezTo>
                <a:cubicBezTo>
                  <a:pt x="65" y="73"/>
                  <a:pt x="65" y="72"/>
                  <a:pt x="66" y="70"/>
                </a:cubicBezTo>
                <a:cubicBezTo>
                  <a:pt x="68" y="67"/>
                  <a:pt x="73" y="65"/>
                  <a:pt x="78" y="65"/>
                </a:cubicBezTo>
                <a:cubicBezTo>
                  <a:pt x="81" y="65"/>
                  <a:pt x="84" y="66"/>
                  <a:pt x="86" y="67"/>
                </a:cubicBezTo>
                <a:cubicBezTo>
                  <a:pt x="93" y="70"/>
                  <a:pt x="96" y="76"/>
                  <a:pt x="97" y="78"/>
                </a:cubicBezTo>
                <a:cubicBezTo>
                  <a:pt x="96" y="79"/>
                  <a:pt x="91" y="81"/>
                  <a:pt x="84" y="81"/>
                </a:cubicBezTo>
                <a:moveTo>
                  <a:pt x="84" y="242"/>
                </a:moveTo>
                <a:cubicBezTo>
                  <a:pt x="77" y="242"/>
                  <a:pt x="69" y="244"/>
                  <a:pt x="63" y="246"/>
                </a:cubicBezTo>
                <a:cubicBezTo>
                  <a:pt x="49" y="253"/>
                  <a:pt x="44" y="267"/>
                  <a:pt x="53" y="278"/>
                </a:cubicBezTo>
                <a:cubicBezTo>
                  <a:pt x="58" y="286"/>
                  <a:pt x="68" y="290"/>
                  <a:pt x="78" y="290"/>
                </a:cubicBezTo>
                <a:cubicBezTo>
                  <a:pt x="83" y="290"/>
                  <a:pt x="88" y="289"/>
                  <a:pt x="93" y="287"/>
                </a:cubicBezTo>
                <a:cubicBezTo>
                  <a:pt x="107" y="281"/>
                  <a:pt x="118" y="263"/>
                  <a:pt x="110" y="252"/>
                </a:cubicBezTo>
                <a:cubicBezTo>
                  <a:pt x="105" y="245"/>
                  <a:pt x="95" y="242"/>
                  <a:pt x="84" y="242"/>
                </a:cubicBezTo>
                <a:moveTo>
                  <a:pt x="86" y="273"/>
                </a:moveTo>
                <a:cubicBezTo>
                  <a:pt x="84" y="274"/>
                  <a:pt x="81" y="274"/>
                  <a:pt x="78" y="274"/>
                </a:cubicBezTo>
                <a:cubicBezTo>
                  <a:pt x="73" y="274"/>
                  <a:pt x="68" y="272"/>
                  <a:pt x="66" y="269"/>
                </a:cubicBezTo>
                <a:cubicBezTo>
                  <a:pt x="65" y="268"/>
                  <a:pt x="65" y="267"/>
                  <a:pt x="65" y="266"/>
                </a:cubicBezTo>
                <a:cubicBezTo>
                  <a:pt x="65" y="264"/>
                  <a:pt x="67" y="262"/>
                  <a:pt x="70" y="261"/>
                </a:cubicBezTo>
                <a:cubicBezTo>
                  <a:pt x="74" y="259"/>
                  <a:pt x="79" y="258"/>
                  <a:pt x="84" y="258"/>
                </a:cubicBezTo>
                <a:cubicBezTo>
                  <a:pt x="91" y="258"/>
                  <a:pt x="96" y="260"/>
                  <a:pt x="97" y="261"/>
                </a:cubicBezTo>
                <a:cubicBezTo>
                  <a:pt x="96" y="263"/>
                  <a:pt x="93" y="270"/>
                  <a:pt x="86" y="273"/>
                </a:cubicBezTo>
                <a:moveTo>
                  <a:pt x="362" y="65"/>
                </a:moveTo>
                <a:cubicBezTo>
                  <a:pt x="362" y="48"/>
                  <a:pt x="331" y="33"/>
                  <a:pt x="313" y="33"/>
                </a:cubicBezTo>
                <a:cubicBezTo>
                  <a:pt x="312" y="33"/>
                  <a:pt x="312" y="33"/>
                  <a:pt x="312" y="33"/>
                </a:cubicBezTo>
                <a:cubicBezTo>
                  <a:pt x="300" y="33"/>
                  <a:pt x="296" y="35"/>
                  <a:pt x="153" y="135"/>
                </a:cubicBezTo>
                <a:cubicBezTo>
                  <a:pt x="136" y="124"/>
                  <a:pt x="136" y="124"/>
                  <a:pt x="136" y="124"/>
                </a:cubicBezTo>
                <a:cubicBezTo>
                  <a:pt x="140" y="120"/>
                  <a:pt x="144" y="116"/>
                  <a:pt x="147" y="112"/>
                </a:cubicBezTo>
                <a:cubicBezTo>
                  <a:pt x="165" y="81"/>
                  <a:pt x="140" y="35"/>
                  <a:pt x="108" y="18"/>
                </a:cubicBezTo>
                <a:cubicBezTo>
                  <a:pt x="77" y="0"/>
                  <a:pt x="36" y="10"/>
                  <a:pt x="17" y="41"/>
                </a:cubicBezTo>
                <a:cubicBezTo>
                  <a:pt x="0" y="70"/>
                  <a:pt x="9" y="106"/>
                  <a:pt x="38" y="125"/>
                </a:cubicBezTo>
                <a:cubicBezTo>
                  <a:pt x="62" y="141"/>
                  <a:pt x="83" y="156"/>
                  <a:pt x="103" y="170"/>
                </a:cubicBezTo>
                <a:cubicBezTo>
                  <a:pt x="83" y="183"/>
                  <a:pt x="62" y="198"/>
                  <a:pt x="38" y="215"/>
                </a:cubicBezTo>
                <a:cubicBezTo>
                  <a:pt x="9" y="233"/>
                  <a:pt x="0" y="270"/>
                  <a:pt x="17" y="299"/>
                </a:cubicBezTo>
                <a:cubicBezTo>
                  <a:pt x="36" y="329"/>
                  <a:pt x="77" y="339"/>
                  <a:pt x="108" y="322"/>
                </a:cubicBezTo>
                <a:cubicBezTo>
                  <a:pt x="140" y="304"/>
                  <a:pt x="165" y="258"/>
                  <a:pt x="147" y="228"/>
                </a:cubicBezTo>
                <a:cubicBezTo>
                  <a:pt x="144" y="223"/>
                  <a:pt x="140" y="219"/>
                  <a:pt x="136" y="216"/>
                </a:cubicBezTo>
                <a:cubicBezTo>
                  <a:pt x="153" y="204"/>
                  <a:pt x="153" y="204"/>
                  <a:pt x="153" y="204"/>
                </a:cubicBezTo>
                <a:cubicBezTo>
                  <a:pt x="295" y="304"/>
                  <a:pt x="300" y="306"/>
                  <a:pt x="312" y="306"/>
                </a:cubicBezTo>
                <a:cubicBezTo>
                  <a:pt x="313" y="306"/>
                  <a:pt x="313" y="306"/>
                  <a:pt x="313" y="306"/>
                </a:cubicBezTo>
                <a:cubicBezTo>
                  <a:pt x="331" y="306"/>
                  <a:pt x="362" y="292"/>
                  <a:pt x="362" y="274"/>
                </a:cubicBezTo>
                <a:cubicBezTo>
                  <a:pt x="205" y="170"/>
                  <a:pt x="205" y="170"/>
                  <a:pt x="205" y="170"/>
                </a:cubicBezTo>
                <a:lnTo>
                  <a:pt x="362" y="65"/>
                </a:lnTo>
                <a:close/>
                <a:moveTo>
                  <a:pt x="50" y="113"/>
                </a:moveTo>
                <a:cubicBezTo>
                  <a:pt x="26" y="100"/>
                  <a:pt x="17" y="71"/>
                  <a:pt x="32" y="49"/>
                </a:cubicBezTo>
                <a:cubicBezTo>
                  <a:pt x="46" y="26"/>
                  <a:pt x="77" y="18"/>
                  <a:pt x="102" y="31"/>
                </a:cubicBezTo>
                <a:cubicBezTo>
                  <a:pt x="127" y="45"/>
                  <a:pt x="146" y="79"/>
                  <a:pt x="132" y="102"/>
                </a:cubicBezTo>
                <a:cubicBezTo>
                  <a:pt x="118" y="125"/>
                  <a:pt x="75" y="127"/>
                  <a:pt x="50" y="113"/>
                </a:cubicBezTo>
                <a:moveTo>
                  <a:pt x="84" y="138"/>
                </a:moveTo>
                <a:cubicBezTo>
                  <a:pt x="97" y="138"/>
                  <a:pt x="109" y="136"/>
                  <a:pt x="120" y="132"/>
                </a:cubicBezTo>
                <a:cubicBezTo>
                  <a:pt x="139" y="145"/>
                  <a:pt x="139" y="145"/>
                  <a:pt x="139" y="145"/>
                </a:cubicBezTo>
                <a:cubicBezTo>
                  <a:pt x="132" y="150"/>
                  <a:pt x="124" y="155"/>
                  <a:pt x="116" y="160"/>
                </a:cubicBezTo>
                <a:cubicBezTo>
                  <a:pt x="106" y="153"/>
                  <a:pt x="96" y="146"/>
                  <a:pt x="84" y="138"/>
                </a:cubicBezTo>
                <a:moveTo>
                  <a:pt x="102" y="308"/>
                </a:moveTo>
                <a:cubicBezTo>
                  <a:pt x="77" y="321"/>
                  <a:pt x="46" y="313"/>
                  <a:pt x="32" y="290"/>
                </a:cubicBezTo>
                <a:cubicBezTo>
                  <a:pt x="17" y="268"/>
                  <a:pt x="26" y="239"/>
                  <a:pt x="50" y="226"/>
                </a:cubicBezTo>
                <a:cubicBezTo>
                  <a:pt x="75" y="213"/>
                  <a:pt x="118" y="215"/>
                  <a:pt x="132" y="237"/>
                </a:cubicBezTo>
                <a:cubicBezTo>
                  <a:pt x="146" y="260"/>
                  <a:pt x="127" y="295"/>
                  <a:pt x="102" y="308"/>
                </a:cubicBezTo>
                <a:moveTo>
                  <a:pt x="120" y="207"/>
                </a:moveTo>
                <a:cubicBezTo>
                  <a:pt x="109" y="203"/>
                  <a:pt x="97" y="201"/>
                  <a:pt x="84" y="202"/>
                </a:cubicBezTo>
                <a:cubicBezTo>
                  <a:pt x="271" y="71"/>
                  <a:pt x="303" y="49"/>
                  <a:pt x="312" y="49"/>
                </a:cubicBezTo>
                <a:cubicBezTo>
                  <a:pt x="312" y="49"/>
                  <a:pt x="326" y="48"/>
                  <a:pt x="341" y="60"/>
                </a:cubicBezTo>
                <a:lnTo>
                  <a:pt x="120" y="207"/>
                </a:lnTo>
                <a:close/>
                <a:moveTo>
                  <a:pt x="341" y="279"/>
                </a:moveTo>
                <a:cubicBezTo>
                  <a:pt x="326" y="291"/>
                  <a:pt x="312" y="290"/>
                  <a:pt x="312" y="290"/>
                </a:cubicBezTo>
                <a:cubicBezTo>
                  <a:pt x="305" y="290"/>
                  <a:pt x="281" y="275"/>
                  <a:pt x="167" y="195"/>
                </a:cubicBezTo>
                <a:cubicBezTo>
                  <a:pt x="191" y="179"/>
                  <a:pt x="191" y="179"/>
                  <a:pt x="191" y="179"/>
                </a:cubicBezTo>
                <a:lnTo>
                  <a:pt x="341" y="279"/>
                </a:lnTo>
                <a:close/>
                <a:moveTo>
                  <a:pt x="153" y="162"/>
                </a:moveTo>
                <a:cubicBezTo>
                  <a:pt x="149" y="162"/>
                  <a:pt x="145" y="165"/>
                  <a:pt x="145" y="170"/>
                </a:cubicBezTo>
                <a:cubicBezTo>
                  <a:pt x="145" y="174"/>
                  <a:pt x="149" y="178"/>
                  <a:pt x="153" y="178"/>
                </a:cubicBezTo>
                <a:cubicBezTo>
                  <a:pt x="157" y="178"/>
                  <a:pt x="161" y="174"/>
                  <a:pt x="161" y="170"/>
                </a:cubicBezTo>
                <a:cubicBezTo>
                  <a:pt x="161" y="165"/>
                  <a:pt x="157" y="162"/>
                  <a:pt x="153" y="162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4" name="Freeform 54"/>
          <p:cNvSpPr>
            <a:spLocks noEditPoints="1"/>
          </p:cNvSpPr>
          <p:nvPr/>
        </p:nvSpPr>
        <p:spPr bwMode="auto">
          <a:xfrm>
            <a:off x="10809818" y="5363634"/>
            <a:ext cx="596900" cy="582084"/>
          </a:xfrm>
          <a:custGeom>
            <a:avLst/>
            <a:gdLst>
              <a:gd name="T0" fmla="*/ 337 w 362"/>
              <a:gd name="T1" fmla="*/ 0 h 353"/>
              <a:gd name="T2" fmla="*/ 111 w 362"/>
              <a:gd name="T3" fmla="*/ 129 h 353"/>
              <a:gd name="T4" fmla="*/ 81 w 362"/>
              <a:gd name="T5" fmla="*/ 196 h 353"/>
              <a:gd name="T6" fmla="*/ 144 w 362"/>
              <a:gd name="T7" fmla="*/ 274 h 353"/>
              <a:gd name="T8" fmla="*/ 179 w 362"/>
              <a:gd name="T9" fmla="*/ 333 h 353"/>
              <a:gd name="T10" fmla="*/ 281 w 362"/>
              <a:gd name="T11" fmla="*/ 186 h 353"/>
              <a:gd name="T12" fmla="*/ 209 w 362"/>
              <a:gd name="T13" fmla="*/ 238 h 353"/>
              <a:gd name="T14" fmla="*/ 171 w 362"/>
              <a:gd name="T15" fmla="*/ 263 h 353"/>
              <a:gd name="T16" fmla="*/ 154 w 362"/>
              <a:gd name="T17" fmla="*/ 256 h 353"/>
              <a:gd name="T18" fmla="*/ 111 w 362"/>
              <a:gd name="T19" fmla="*/ 242 h 353"/>
              <a:gd name="T20" fmla="*/ 90 w 362"/>
              <a:gd name="T21" fmla="*/ 182 h 353"/>
              <a:gd name="T22" fmla="*/ 115 w 362"/>
              <a:gd name="T23" fmla="*/ 144 h 353"/>
              <a:gd name="T24" fmla="*/ 209 w 362"/>
              <a:gd name="T25" fmla="*/ 237 h 353"/>
              <a:gd name="T26" fmla="*/ 270 w 362"/>
              <a:gd name="T27" fmla="*/ 174 h 353"/>
              <a:gd name="T28" fmla="*/ 220 w 362"/>
              <a:gd name="T29" fmla="*/ 225 h 353"/>
              <a:gd name="T30" fmla="*/ 164 w 362"/>
              <a:gd name="T31" fmla="*/ 97 h 353"/>
              <a:gd name="T32" fmla="*/ 337 w 362"/>
              <a:gd name="T33" fmla="*/ 16 h 353"/>
              <a:gd name="T34" fmla="*/ 62 w 362"/>
              <a:gd name="T35" fmla="*/ 197 h 353"/>
              <a:gd name="T36" fmla="*/ 156 w 362"/>
              <a:gd name="T37" fmla="*/ 291 h 353"/>
              <a:gd name="T38" fmla="*/ 62 w 362"/>
              <a:gd name="T39" fmla="*/ 197 h 353"/>
              <a:gd name="T40" fmla="*/ 58 w 362"/>
              <a:gd name="T41" fmla="*/ 252 h 353"/>
              <a:gd name="T42" fmla="*/ 101 w 362"/>
              <a:gd name="T43" fmla="*/ 295 h 353"/>
              <a:gd name="T44" fmla="*/ 168 w 362"/>
              <a:gd name="T45" fmla="*/ 128 h 353"/>
              <a:gd name="T46" fmla="*/ 168 w 362"/>
              <a:gd name="T47" fmla="*/ 145 h 353"/>
              <a:gd name="T48" fmla="*/ 168 w 362"/>
              <a:gd name="T49" fmla="*/ 128 h 353"/>
              <a:gd name="T50" fmla="*/ 225 w 362"/>
              <a:gd name="T51" fmla="*/ 185 h 353"/>
              <a:gd name="T52" fmla="*/ 209 w 362"/>
              <a:gd name="T53" fmla="*/ 185 h 353"/>
              <a:gd name="T54" fmla="*/ 265 w 362"/>
              <a:gd name="T55" fmla="*/ 112 h 353"/>
              <a:gd name="T56" fmla="*/ 265 w 362"/>
              <a:gd name="T57" fmla="*/ 64 h 353"/>
              <a:gd name="T58" fmla="*/ 265 w 362"/>
              <a:gd name="T59" fmla="*/ 112 h 353"/>
              <a:gd name="T60" fmla="*/ 273 w 362"/>
              <a:gd name="T61" fmla="*/ 88 h 353"/>
              <a:gd name="T62" fmla="*/ 257 w 362"/>
              <a:gd name="T63" fmla="*/ 88 h 353"/>
              <a:gd name="T64" fmla="*/ 193 w 362"/>
              <a:gd name="T65" fmla="*/ 169 h 353"/>
              <a:gd name="T66" fmla="*/ 193 w 362"/>
              <a:gd name="T67" fmla="*/ 153 h 353"/>
              <a:gd name="T68" fmla="*/ 193 w 362"/>
              <a:gd name="T69" fmla="*/ 169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362" h="353">
                <a:moveTo>
                  <a:pt x="350" y="3"/>
                </a:moveTo>
                <a:cubicBezTo>
                  <a:pt x="348" y="1"/>
                  <a:pt x="344" y="0"/>
                  <a:pt x="337" y="0"/>
                </a:cubicBezTo>
                <a:cubicBezTo>
                  <a:pt x="304" y="0"/>
                  <a:pt x="215" y="25"/>
                  <a:pt x="168" y="72"/>
                </a:cubicBezTo>
                <a:cubicBezTo>
                  <a:pt x="156" y="83"/>
                  <a:pt x="119" y="117"/>
                  <a:pt x="111" y="129"/>
                </a:cubicBezTo>
                <a:cubicBezTo>
                  <a:pt x="83" y="136"/>
                  <a:pt x="43" y="152"/>
                  <a:pt x="20" y="174"/>
                </a:cubicBezTo>
                <a:cubicBezTo>
                  <a:pt x="20" y="174"/>
                  <a:pt x="48" y="174"/>
                  <a:pt x="81" y="196"/>
                </a:cubicBezTo>
                <a:cubicBezTo>
                  <a:pt x="76" y="216"/>
                  <a:pt x="82" y="237"/>
                  <a:pt x="99" y="254"/>
                </a:cubicBezTo>
                <a:cubicBezTo>
                  <a:pt x="113" y="267"/>
                  <a:pt x="128" y="274"/>
                  <a:pt x="144" y="274"/>
                </a:cubicBezTo>
                <a:cubicBezTo>
                  <a:pt x="149" y="274"/>
                  <a:pt x="153" y="273"/>
                  <a:pt x="157" y="272"/>
                </a:cubicBezTo>
                <a:cubicBezTo>
                  <a:pt x="179" y="306"/>
                  <a:pt x="179" y="333"/>
                  <a:pt x="179" y="333"/>
                </a:cubicBezTo>
                <a:cubicBezTo>
                  <a:pt x="202" y="311"/>
                  <a:pt x="217" y="270"/>
                  <a:pt x="224" y="242"/>
                </a:cubicBezTo>
                <a:cubicBezTo>
                  <a:pt x="236" y="234"/>
                  <a:pt x="270" y="197"/>
                  <a:pt x="281" y="186"/>
                </a:cubicBezTo>
                <a:cubicBezTo>
                  <a:pt x="338" y="129"/>
                  <a:pt x="362" y="14"/>
                  <a:pt x="350" y="3"/>
                </a:cubicBezTo>
                <a:moveTo>
                  <a:pt x="209" y="238"/>
                </a:moveTo>
                <a:cubicBezTo>
                  <a:pt x="203" y="260"/>
                  <a:pt x="195" y="279"/>
                  <a:pt x="187" y="295"/>
                </a:cubicBezTo>
                <a:cubicBezTo>
                  <a:pt x="183" y="285"/>
                  <a:pt x="178" y="275"/>
                  <a:pt x="171" y="263"/>
                </a:cubicBezTo>
                <a:cubicBezTo>
                  <a:pt x="168" y="259"/>
                  <a:pt x="163" y="256"/>
                  <a:pt x="157" y="256"/>
                </a:cubicBezTo>
                <a:cubicBezTo>
                  <a:pt x="156" y="256"/>
                  <a:pt x="155" y="256"/>
                  <a:pt x="154" y="256"/>
                </a:cubicBezTo>
                <a:cubicBezTo>
                  <a:pt x="150" y="257"/>
                  <a:pt x="147" y="258"/>
                  <a:pt x="144" y="258"/>
                </a:cubicBezTo>
                <a:cubicBezTo>
                  <a:pt x="132" y="258"/>
                  <a:pt x="121" y="252"/>
                  <a:pt x="111" y="242"/>
                </a:cubicBezTo>
                <a:cubicBezTo>
                  <a:pt x="98" y="230"/>
                  <a:pt x="93" y="214"/>
                  <a:pt x="97" y="200"/>
                </a:cubicBezTo>
                <a:cubicBezTo>
                  <a:pt x="98" y="193"/>
                  <a:pt x="96" y="186"/>
                  <a:pt x="90" y="182"/>
                </a:cubicBezTo>
                <a:cubicBezTo>
                  <a:pt x="79" y="175"/>
                  <a:pt x="68" y="170"/>
                  <a:pt x="58" y="167"/>
                </a:cubicBezTo>
                <a:cubicBezTo>
                  <a:pt x="74" y="158"/>
                  <a:pt x="94" y="150"/>
                  <a:pt x="115" y="144"/>
                </a:cubicBezTo>
                <a:cubicBezTo>
                  <a:pt x="116" y="144"/>
                  <a:pt x="116" y="144"/>
                  <a:pt x="116" y="144"/>
                </a:cubicBezTo>
                <a:cubicBezTo>
                  <a:pt x="209" y="237"/>
                  <a:pt x="209" y="237"/>
                  <a:pt x="209" y="237"/>
                </a:cubicBezTo>
                <a:cubicBezTo>
                  <a:pt x="209" y="237"/>
                  <a:pt x="209" y="238"/>
                  <a:pt x="209" y="238"/>
                </a:cubicBezTo>
                <a:moveTo>
                  <a:pt x="270" y="174"/>
                </a:moveTo>
                <a:cubicBezTo>
                  <a:pt x="267" y="177"/>
                  <a:pt x="262" y="183"/>
                  <a:pt x="256" y="189"/>
                </a:cubicBezTo>
                <a:cubicBezTo>
                  <a:pt x="245" y="200"/>
                  <a:pt x="230" y="216"/>
                  <a:pt x="220" y="225"/>
                </a:cubicBezTo>
                <a:cubicBezTo>
                  <a:pt x="128" y="133"/>
                  <a:pt x="128" y="133"/>
                  <a:pt x="128" y="133"/>
                </a:cubicBezTo>
                <a:cubicBezTo>
                  <a:pt x="137" y="124"/>
                  <a:pt x="154" y="108"/>
                  <a:pt x="164" y="97"/>
                </a:cubicBezTo>
                <a:cubicBezTo>
                  <a:pt x="171" y="92"/>
                  <a:pt x="176" y="87"/>
                  <a:pt x="179" y="83"/>
                </a:cubicBezTo>
                <a:cubicBezTo>
                  <a:pt x="222" y="40"/>
                  <a:pt x="306" y="16"/>
                  <a:pt x="337" y="16"/>
                </a:cubicBezTo>
                <a:cubicBezTo>
                  <a:pt x="337" y="42"/>
                  <a:pt x="315" y="129"/>
                  <a:pt x="270" y="174"/>
                </a:cubicBezTo>
                <a:moveTo>
                  <a:pt x="62" y="197"/>
                </a:moveTo>
                <a:cubicBezTo>
                  <a:pt x="0" y="353"/>
                  <a:pt x="0" y="353"/>
                  <a:pt x="0" y="353"/>
                </a:cubicBezTo>
                <a:cubicBezTo>
                  <a:pt x="156" y="291"/>
                  <a:pt x="156" y="291"/>
                  <a:pt x="156" y="291"/>
                </a:cubicBezTo>
                <a:cubicBezTo>
                  <a:pt x="153" y="291"/>
                  <a:pt x="150" y="291"/>
                  <a:pt x="148" y="291"/>
                </a:cubicBezTo>
                <a:cubicBezTo>
                  <a:pt x="100" y="291"/>
                  <a:pt x="57" y="245"/>
                  <a:pt x="62" y="197"/>
                </a:cubicBezTo>
                <a:moveTo>
                  <a:pt x="29" y="324"/>
                </a:moveTo>
                <a:cubicBezTo>
                  <a:pt x="58" y="252"/>
                  <a:pt x="58" y="252"/>
                  <a:pt x="58" y="252"/>
                </a:cubicBezTo>
                <a:cubicBezTo>
                  <a:pt x="62" y="259"/>
                  <a:pt x="67" y="266"/>
                  <a:pt x="72" y="272"/>
                </a:cubicBezTo>
                <a:cubicBezTo>
                  <a:pt x="81" y="282"/>
                  <a:pt x="91" y="290"/>
                  <a:pt x="101" y="295"/>
                </a:cubicBezTo>
                <a:lnTo>
                  <a:pt x="29" y="324"/>
                </a:lnTo>
                <a:close/>
                <a:moveTo>
                  <a:pt x="168" y="128"/>
                </a:moveTo>
                <a:cubicBezTo>
                  <a:pt x="164" y="128"/>
                  <a:pt x="160" y="132"/>
                  <a:pt x="160" y="136"/>
                </a:cubicBezTo>
                <a:cubicBezTo>
                  <a:pt x="160" y="141"/>
                  <a:pt x="164" y="145"/>
                  <a:pt x="168" y="145"/>
                </a:cubicBezTo>
                <a:cubicBezTo>
                  <a:pt x="173" y="145"/>
                  <a:pt x="176" y="141"/>
                  <a:pt x="176" y="136"/>
                </a:cubicBezTo>
                <a:cubicBezTo>
                  <a:pt x="176" y="132"/>
                  <a:pt x="173" y="128"/>
                  <a:pt x="168" y="128"/>
                </a:cubicBezTo>
                <a:moveTo>
                  <a:pt x="217" y="193"/>
                </a:moveTo>
                <a:cubicBezTo>
                  <a:pt x="221" y="193"/>
                  <a:pt x="225" y="189"/>
                  <a:pt x="225" y="185"/>
                </a:cubicBezTo>
                <a:cubicBezTo>
                  <a:pt x="225" y="180"/>
                  <a:pt x="221" y="177"/>
                  <a:pt x="217" y="177"/>
                </a:cubicBezTo>
                <a:cubicBezTo>
                  <a:pt x="212" y="177"/>
                  <a:pt x="209" y="180"/>
                  <a:pt x="209" y="185"/>
                </a:cubicBezTo>
                <a:cubicBezTo>
                  <a:pt x="209" y="189"/>
                  <a:pt x="212" y="193"/>
                  <a:pt x="217" y="193"/>
                </a:cubicBezTo>
                <a:moveTo>
                  <a:pt x="265" y="112"/>
                </a:moveTo>
                <a:cubicBezTo>
                  <a:pt x="278" y="112"/>
                  <a:pt x="289" y="102"/>
                  <a:pt x="289" y="88"/>
                </a:cubicBezTo>
                <a:cubicBezTo>
                  <a:pt x="289" y="75"/>
                  <a:pt x="278" y="64"/>
                  <a:pt x="265" y="64"/>
                </a:cubicBezTo>
                <a:cubicBezTo>
                  <a:pt x="251" y="64"/>
                  <a:pt x="241" y="75"/>
                  <a:pt x="241" y="88"/>
                </a:cubicBezTo>
                <a:cubicBezTo>
                  <a:pt x="241" y="102"/>
                  <a:pt x="251" y="112"/>
                  <a:pt x="265" y="112"/>
                </a:cubicBezTo>
                <a:moveTo>
                  <a:pt x="265" y="80"/>
                </a:moveTo>
                <a:cubicBezTo>
                  <a:pt x="269" y="80"/>
                  <a:pt x="273" y="84"/>
                  <a:pt x="273" y="88"/>
                </a:cubicBezTo>
                <a:cubicBezTo>
                  <a:pt x="273" y="93"/>
                  <a:pt x="269" y="96"/>
                  <a:pt x="265" y="96"/>
                </a:cubicBezTo>
                <a:cubicBezTo>
                  <a:pt x="260" y="96"/>
                  <a:pt x="257" y="93"/>
                  <a:pt x="257" y="88"/>
                </a:cubicBezTo>
                <a:cubicBezTo>
                  <a:pt x="257" y="84"/>
                  <a:pt x="260" y="80"/>
                  <a:pt x="265" y="80"/>
                </a:cubicBezTo>
                <a:moveTo>
                  <a:pt x="193" y="169"/>
                </a:moveTo>
                <a:cubicBezTo>
                  <a:pt x="197" y="169"/>
                  <a:pt x="201" y="165"/>
                  <a:pt x="201" y="161"/>
                </a:cubicBezTo>
                <a:cubicBezTo>
                  <a:pt x="201" y="156"/>
                  <a:pt x="197" y="153"/>
                  <a:pt x="193" y="153"/>
                </a:cubicBezTo>
                <a:cubicBezTo>
                  <a:pt x="188" y="153"/>
                  <a:pt x="185" y="156"/>
                  <a:pt x="185" y="161"/>
                </a:cubicBezTo>
                <a:cubicBezTo>
                  <a:pt x="185" y="165"/>
                  <a:pt x="188" y="169"/>
                  <a:pt x="193" y="169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</p:spTree>
    <p:extLst>
      <p:ext uri="{BB962C8B-B14F-4D97-AF65-F5344CB8AC3E}">
        <p14:creationId xmlns:p14="http://schemas.microsoft.com/office/powerpoint/2010/main" val="2309013517"/>
      </p:ext>
    </p:extLst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>
            <a:extLst>
              <a:ext uri="{FF2B5EF4-FFF2-40B4-BE49-F238E27FC236}">
                <a16:creationId xmlns:a16="http://schemas.microsoft.com/office/drawing/2014/main" id="{8737E8AD-2E8B-1E4B-9BF5-39FD154BB249}"/>
              </a:ext>
            </a:extLst>
          </p:cNvPr>
          <p:cNvSpPr>
            <a:spLocks noGrp="1"/>
          </p:cNvSpPr>
          <p:nvPr>
            <p:ph type="pic" sz="quarter" idx="38"/>
          </p:nvPr>
        </p:nvSpPr>
        <p:spPr/>
      </p:sp>
      <p:grpSp>
        <p:nvGrpSpPr>
          <p:cNvPr id="10" name="Graphic 14">
            <a:extLst>
              <a:ext uri="{FF2B5EF4-FFF2-40B4-BE49-F238E27FC236}">
                <a16:creationId xmlns:a16="http://schemas.microsoft.com/office/drawing/2014/main" id="{698351B9-2ECC-292F-A554-FED3FE983E6D}"/>
              </a:ext>
            </a:extLst>
          </p:cNvPr>
          <p:cNvGrpSpPr/>
          <p:nvPr/>
        </p:nvGrpSpPr>
        <p:grpSpPr>
          <a:xfrm>
            <a:off x="271942" y="5357982"/>
            <a:ext cx="2196867" cy="584775"/>
            <a:chOff x="8806355" y="5189285"/>
            <a:chExt cx="3004194" cy="799674"/>
          </a:xfrm>
          <a:solidFill>
            <a:srgbClr val="FFFFFF"/>
          </a:solidFill>
        </p:grpSpPr>
        <p:grpSp>
          <p:nvGrpSpPr>
            <p:cNvPr id="11" name="Graphic 14">
              <a:extLst>
                <a:ext uri="{FF2B5EF4-FFF2-40B4-BE49-F238E27FC236}">
                  <a16:creationId xmlns:a16="http://schemas.microsoft.com/office/drawing/2014/main" id="{7C1807C1-A708-10CF-33CF-9B063BC5039D}"/>
                </a:ext>
              </a:extLst>
            </p:cNvPr>
            <p:cNvGrpSpPr/>
            <p:nvPr/>
          </p:nvGrpSpPr>
          <p:grpSpPr>
            <a:xfrm>
              <a:off x="8806355" y="5710095"/>
              <a:ext cx="3004194" cy="278863"/>
              <a:chOff x="8806355" y="5710095"/>
              <a:chExt cx="3004194" cy="278863"/>
            </a:xfrm>
            <a:solidFill>
              <a:srgbClr val="FFFFFF"/>
            </a:solidFill>
          </p:grpSpPr>
          <p:sp>
            <p:nvSpPr>
              <p:cNvPr id="24" name="Freeform 23">
                <a:extLst>
                  <a:ext uri="{FF2B5EF4-FFF2-40B4-BE49-F238E27FC236}">
                    <a16:creationId xmlns:a16="http://schemas.microsoft.com/office/drawing/2014/main" id="{5679799A-2635-5EAB-0EA8-01396D8176B9}"/>
                  </a:ext>
                </a:extLst>
              </p:cNvPr>
              <p:cNvSpPr/>
              <p:nvPr/>
            </p:nvSpPr>
            <p:spPr>
              <a:xfrm>
                <a:off x="9144518" y="5711799"/>
                <a:ext cx="245794" cy="270344"/>
              </a:xfrm>
              <a:custGeom>
                <a:avLst/>
                <a:gdLst>
                  <a:gd name="connsiteX0" fmla="*/ 153532 w 245794"/>
                  <a:gd name="connsiteY0" fmla="*/ 5112 h 270344"/>
                  <a:gd name="connsiteX1" fmla="*/ 145534 w 245794"/>
                  <a:gd name="connsiteY1" fmla="*/ 0 h 270344"/>
                  <a:gd name="connsiteX2" fmla="*/ 98689 w 245794"/>
                  <a:gd name="connsiteY2" fmla="*/ 0 h 270344"/>
                  <a:gd name="connsiteX3" fmla="*/ 90691 w 245794"/>
                  <a:gd name="connsiteY3" fmla="*/ 5112 h 270344"/>
                  <a:gd name="connsiteX4" fmla="*/ 428 w 245794"/>
                  <a:gd name="connsiteY4" fmla="*/ 262961 h 270344"/>
                  <a:gd name="connsiteX5" fmla="*/ 428 w 245794"/>
                  <a:gd name="connsiteY5" fmla="*/ 268073 h 270344"/>
                  <a:gd name="connsiteX6" fmla="*/ 5570 w 245794"/>
                  <a:gd name="connsiteY6" fmla="*/ 270344 h 270344"/>
                  <a:gd name="connsiteX7" fmla="*/ 51273 w 245794"/>
                  <a:gd name="connsiteY7" fmla="*/ 270344 h 270344"/>
                  <a:gd name="connsiteX8" fmla="*/ 58699 w 245794"/>
                  <a:gd name="connsiteY8" fmla="*/ 265233 h 270344"/>
                  <a:gd name="connsiteX9" fmla="*/ 71839 w 245794"/>
                  <a:gd name="connsiteY9" fmla="*/ 226044 h 270344"/>
                  <a:gd name="connsiteX10" fmla="*/ 172956 w 245794"/>
                  <a:gd name="connsiteY10" fmla="*/ 226044 h 270344"/>
                  <a:gd name="connsiteX11" fmla="*/ 186095 w 245794"/>
                  <a:gd name="connsiteY11" fmla="*/ 265233 h 270344"/>
                  <a:gd name="connsiteX12" fmla="*/ 193522 w 245794"/>
                  <a:gd name="connsiteY12" fmla="*/ 270344 h 270344"/>
                  <a:gd name="connsiteX13" fmla="*/ 239224 w 245794"/>
                  <a:gd name="connsiteY13" fmla="*/ 270344 h 270344"/>
                  <a:gd name="connsiteX14" fmla="*/ 244937 w 245794"/>
                  <a:gd name="connsiteY14" fmla="*/ 268073 h 270344"/>
                  <a:gd name="connsiteX15" fmla="*/ 244937 w 245794"/>
                  <a:gd name="connsiteY15" fmla="*/ 262961 h 270344"/>
                  <a:gd name="connsiteX16" fmla="*/ 153532 w 245794"/>
                  <a:gd name="connsiteY16" fmla="*/ 5112 h 270344"/>
                  <a:gd name="connsiteX17" fmla="*/ 87835 w 245794"/>
                  <a:gd name="connsiteY17" fmla="*/ 176065 h 270344"/>
                  <a:gd name="connsiteX18" fmla="*/ 122112 w 245794"/>
                  <a:gd name="connsiteY18" fmla="*/ 72698 h 270344"/>
                  <a:gd name="connsiteX19" fmla="*/ 156388 w 245794"/>
                  <a:gd name="connsiteY19" fmla="*/ 176065 h 270344"/>
                  <a:gd name="connsiteX20" fmla="*/ 87835 w 245794"/>
                  <a:gd name="connsiteY20" fmla="*/ 176065 h 270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245794" h="270344">
                    <a:moveTo>
                      <a:pt x="153532" y="5112"/>
                    </a:moveTo>
                    <a:cubicBezTo>
                      <a:pt x="152390" y="2272"/>
                      <a:pt x="148962" y="0"/>
                      <a:pt x="145534" y="0"/>
                    </a:cubicBezTo>
                    <a:lnTo>
                      <a:pt x="98689" y="0"/>
                    </a:lnTo>
                    <a:cubicBezTo>
                      <a:pt x="94690" y="0"/>
                      <a:pt x="91834" y="2272"/>
                      <a:pt x="90691" y="5112"/>
                    </a:cubicBezTo>
                    <a:lnTo>
                      <a:pt x="428" y="262961"/>
                    </a:lnTo>
                    <a:cubicBezTo>
                      <a:pt x="-143" y="265233"/>
                      <a:pt x="-143" y="266937"/>
                      <a:pt x="428" y="268073"/>
                    </a:cubicBezTo>
                    <a:cubicBezTo>
                      <a:pt x="1571" y="269776"/>
                      <a:pt x="3285" y="270344"/>
                      <a:pt x="5570" y="270344"/>
                    </a:cubicBezTo>
                    <a:lnTo>
                      <a:pt x="51273" y="270344"/>
                    </a:lnTo>
                    <a:cubicBezTo>
                      <a:pt x="55272" y="270344"/>
                      <a:pt x="57557" y="268641"/>
                      <a:pt x="58699" y="265233"/>
                    </a:cubicBezTo>
                    <a:lnTo>
                      <a:pt x="71839" y="226044"/>
                    </a:lnTo>
                    <a:lnTo>
                      <a:pt x="172956" y="226044"/>
                    </a:lnTo>
                    <a:lnTo>
                      <a:pt x="186095" y="265233"/>
                    </a:lnTo>
                    <a:cubicBezTo>
                      <a:pt x="187238" y="268641"/>
                      <a:pt x="189523" y="270344"/>
                      <a:pt x="193522" y="270344"/>
                    </a:cubicBezTo>
                    <a:lnTo>
                      <a:pt x="239224" y="270344"/>
                    </a:lnTo>
                    <a:cubicBezTo>
                      <a:pt x="241510" y="270344"/>
                      <a:pt x="243795" y="269776"/>
                      <a:pt x="244937" y="268073"/>
                    </a:cubicBezTo>
                    <a:cubicBezTo>
                      <a:pt x="246080" y="266937"/>
                      <a:pt x="246080" y="264665"/>
                      <a:pt x="244937" y="262961"/>
                    </a:cubicBezTo>
                    <a:lnTo>
                      <a:pt x="153532" y="5112"/>
                    </a:lnTo>
                    <a:close/>
                    <a:moveTo>
                      <a:pt x="87835" y="176065"/>
                    </a:moveTo>
                    <a:lnTo>
                      <a:pt x="122112" y="72698"/>
                    </a:lnTo>
                    <a:lnTo>
                      <a:pt x="156388" y="176065"/>
                    </a:lnTo>
                    <a:lnTo>
                      <a:pt x="87835" y="176065"/>
                    </a:ln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BD18BD6D-929C-F63A-26DD-63517DE36631}"/>
                  </a:ext>
                </a:extLst>
              </p:cNvPr>
              <p:cNvSpPr/>
              <p:nvPr/>
            </p:nvSpPr>
            <p:spPr>
              <a:xfrm>
                <a:off x="9482575" y="5711799"/>
                <a:ext cx="289155" cy="270912"/>
              </a:xfrm>
              <a:custGeom>
                <a:avLst/>
                <a:gdLst>
                  <a:gd name="connsiteX0" fmla="*/ 283356 w 289155"/>
                  <a:gd name="connsiteY0" fmla="*/ 0 h 270912"/>
                  <a:gd name="connsiteX1" fmla="*/ 232512 w 289155"/>
                  <a:gd name="connsiteY1" fmla="*/ 0 h 270912"/>
                  <a:gd name="connsiteX2" fmla="*/ 225085 w 289155"/>
                  <a:gd name="connsiteY2" fmla="*/ 4544 h 270912"/>
                  <a:gd name="connsiteX3" fmla="*/ 145106 w 289155"/>
                  <a:gd name="connsiteY3" fmla="*/ 204462 h 270912"/>
                  <a:gd name="connsiteX4" fmla="*/ 65126 w 289155"/>
                  <a:gd name="connsiteY4" fmla="*/ 4544 h 270912"/>
                  <a:gd name="connsiteX5" fmla="*/ 57699 w 289155"/>
                  <a:gd name="connsiteY5" fmla="*/ 0 h 270912"/>
                  <a:gd name="connsiteX6" fmla="*/ 6855 w 289155"/>
                  <a:gd name="connsiteY6" fmla="*/ 0 h 270912"/>
                  <a:gd name="connsiteX7" fmla="*/ 0 w 289155"/>
                  <a:gd name="connsiteY7" fmla="*/ 6815 h 270912"/>
                  <a:gd name="connsiteX8" fmla="*/ 0 w 289155"/>
                  <a:gd name="connsiteY8" fmla="*/ 264097 h 270912"/>
                  <a:gd name="connsiteX9" fmla="*/ 6855 w 289155"/>
                  <a:gd name="connsiteY9" fmla="*/ 270912 h 270912"/>
                  <a:gd name="connsiteX10" fmla="*/ 50273 w 289155"/>
                  <a:gd name="connsiteY10" fmla="*/ 270912 h 270912"/>
                  <a:gd name="connsiteX11" fmla="*/ 57128 w 289155"/>
                  <a:gd name="connsiteY11" fmla="*/ 264097 h 270912"/>
                  <a:gd name="connsiteX12" fmla="*/ 57128 w 289155"/>
                  <a:gd name="connsiteY12" fmla="*/ 107911 h 270912"/>
                  <a:gd name="connsiteX13" fmla="*/ 117684 w 289155"/>
                  <a:gd name="connsiteY13" fmla="*/ 265801 h 270912"/>
                  <a:gd name="connsiteX14" fmla="*/ 125111 w 289155"/>
                  <a:gd name="connsiteY14" fmla="*/ 270912 h 270912"/>
                  <a:gd name="connsiteX15" fmla="*/ 163958 w 289155"/>
                  <a:gd name="connsiteY15" fmla="*/ 270912 h 270912"/>
                  <a:gd name="connsiteX16" fmla="*/ 171385 w 289155"/>
                  <a:gd name="connsiteY16" fmla="*/ 265801 h 270912"/>
                  <a:gd name="connsiteX17" fmla="*/ 231941 w 289155"/>
                  <a:gd name="connsiteY17" fmla="*/ 107911 h 270912"/>
                  <a:gd name="connsiteX18" fmla="*/ 231941 w 289155"/>
                  <a:gd name="connsiteY18" fmla="*/ 264097 h 270912"/>
                  <a:gd name="connsiteX19" fmla="*/ 238796 w 289155"/>
                  <a:gd name="connsiteY19" fmla="*/ 270912 h 270912"/>
                  <a:gd name="connsiteX20" fmla="*/ 282213 w 289155"/>
                  <a:gd name="connsiteY20" fmla="*/ 270912 h 270912"/>
                  <a:gd name="connsiteX21" fmla="*/ 289069 w 289155"/>
                  <a:gd name="connsiteY21" fmla="*/ 264097 h 270912"/>
                  <a:gd name="connsiteX22" fmla="*/ 289069 w 289155"/>
                  <a:gd name="connsiteY22" fmla="*/ 6815 h 270912"/>
                  <a:gd name="connsiteX23" fmla="*/ 283356 w 289155"/>
                  <a:gd name="connsiteY23" fmla="*/ 0 h 2709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289155" h="270912">
                    <a:moveTo>
                      <a:pt x="283356" y="0"/>
                    </a:moveTo>
                    <a:lnTo>
                      <a:pt x="232512" y="0"/>
                    </a:lnTo>
                    <a:cubicBezTo>
                      <a:pt x="229084" y="0"/>
                      <a:pt x="226228" y="1704"/>
                      <a:pt x="225085" y="4544"/>
                    </a:cubicBezTo>
                    <a:lnTo>
                      <a:pt x="145106" y="204462"/>
                    </a:lnTo>
                    <a:lnTo>
                      <a:pt x="65126" y="4544"/>
                    </a:lnTo>
                    <a:cubicBezTo>
                      <a:pt x="63984" y="1704"/>
                      <a:pt x="61698" y="0"/>
                      <a:pt x="57699" y="0"/>
                    </a:cubicBezTo>
                    <a:lnTo>
                      <a:pt x="6855" y="0"/>
                    </a:lnTo>
                    <a:cubicBezTo>
                      <a:pt x="2856" y="0"/>
                      <a:pt x="0" y="2840"/>
                      <a:pt x="0" y="6815"/>
                    </a:cubicBezTo>
                    <a:lnTo>
                      <a:pt x="0" y="264097"/>
                    </a:lnTo>
                    <a:cubicBezTo>
                      <a:pt x="0" y="268073"/>
                      <a:pt x="2856" y="270912"/>
                      <a:pt x="6855" y="270912"/>
                    </a:cubicBezTo>
                    <a:lnTo>
                      <a:pt x="50273" y="270912"/>
                    </a:lnTo>
                    <a:cubicBezTo>
                      <a:pt x="54272" y="270912"/>
                      <a:pt x="57128" y="268073"/>
                      <a:pt x="57128" y="264097"/>
                    </a:cubicBezTo>
                    <a:lnTo>
                      <a:pt x="57128" y="107911"/>
                    </a:lnTo>
                    <a:lnTo>
                      <a:pt x="117684" y="265801"/>
                    </a:lnTo>
                    <a:cubicBezTo>
                      <a:pt x="118827" y="269208"/>
                      <a:pt x="121683" y="270912"/>
                      <a:pt x="125111" y="270912"/>
                    </a:cubicBezTo>
                    <a:lnTo>
                      <a:pt x="163958" y="270912"/>
                    </a:lnTo>
                    <a:cubicBezTo>
                      <a:pt x="167386" y="270912"/>
                      <a:pt x="170242" y="269208"/>
                      <a:pt x="171385" y="265801"/>
                    </a:cubicBezTo>
                    <a:lnTo>
                      <a:pt x="231941" y="107911"/>
                    </a:lnTo>
                    <a:lnTo>
                      <a:pt x="231941" y="264097"/>
                    </a:lnTo>
                    <a:cubicBezTo>
                      <a:pt x="231941" y="268073"/>
                      <a:pt x="234797" y="270912"/>
                      <a:pt x="238796" y="270912"/>
                    </a:cubicBezTo>
                    <a:lnTo>
                      <a:pt x="282213" y="270912"/>
                    </a:lnTo>
                    <a:cubicBezTo>
                      <a:pt x="286212" y="270912"/>
                      <a:pt x="289069" y="268073"/>
                      <a:pt x="289069" y="264097"/>
                    </a:cubicBezTo>
                    <a:lnTo>
                      <a:pt x="289069" y="6815"/>
                    </a:lnTo>
                    <a:cubicBezTo>
                      <a:pt x="289640" y="2840"/>
                      <a:pt x="287355" y="0"/>
                      <a:pt x="28335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F3CBB8A9-65E7-85F9-307D-4C3C0AA3F782}"/>
                  </a:ext>
                </a:extLst>
              </p:cNvPr>
              <p:cNvSpPr/>
              <p:nvPr/>
            </p:nvSpPr>
            <p:spPr>
              <a:xfrm>
                <a:off x="9979019" y="5710095"/>
                <a:ext cx="234912" cy="278863"/>
              </a:xfrm>
              <a:custGeom>
                <a:avLst/>
                <a:gdLst>
                  <a:gd name="connsiteX0" fmla="*/ 217658 w 234912"/>
                  <a:gd name="connsiteY0" fmla="*/ 214685 h 278863"/>
                  <a:gd name="connsiteX1" fmla="*/ 208518 w 234912"/>
                  <a:gd name="connsiteY1" fmla="*/ 215253 h 278863"/>
                  <a:gd name="connsiteX2" fmla="*/ 139964 w 234912"/>
                  <a:gd name="connsiteY2" fmla="*/ 241379 h 278863"/>
                  <a:gd name="connsiteX3" fmla="*/ 38847 w 234912"/>
                  <a:gd name="connsiteY3" fmla="*/ 138580 h 278863"/>
                  <a:gd name="connsiteX4" fmla="*/ 139964 w 234912"/>
                  <a:gd name="connsiteY4" fmla="*/ 35781 h 278863"/>
                  <a:gd name="connsiteX5" fmla="*/ 208518 w 234912"/>
                  <a:gd name="connsiteY5" fmla="*/ 61907 h 278863"/>
                  <a:gd name="connsiteX6" fmla="*/ 213659 w 234912"/>
                  <a:gd name="connsiteY6" fmla="*/ 64178 h 278863"/>
                  <a:gd name="connsiteX7" fmla="*/ 217658 w 234912"/>
                  <a:gd name="connsiteY7" fmla="*/ 61907 h 278863"/>
                  <a:gd name="connsiteX8" fmla="*/ 233083 w 234912"/>
                  <a:gd name="connsiteY8" fmla="*/ 45436 h 278863"/>
                  <a:gd name="connsiteX9" fmla="*/ 231940 w 234912"/>
                  <a:gd name="connsiteY9" fmla="*/ 35781 h 278863"/>
                  <a:gd name="connsiteX10" fmla="*/ 138822 w 234912"/>
                  <a:gd name="connsiteY10" fmla="*/ 0 h 278863"/>
                  <a:gd name="connsiteX11" fmla="*/ 0 w 234912"/>
                  <a:gd name="connsiteY11" fmla="*/ 139716 h 278863"/>
                  <a:gd name="connsiteX12" fmla="*/ 138822 w 234912"/>
                  <a:gd name="connsiteY12" fmla="*/ 278864 h 278863"/>
                  <a:gd name="connsiteX13" fmla="*/ 231940 w 234912"/>
                  <a:gd name="connsiteY13" fmla="*/ 242515 h 278863"/>
                  <a:gd name="connsiteX14" fmla="*/ 232512 w 234912"/>
                  <a:gd name="connsiteY14" fmla="*/ 232860 h 278863"/>
                  <a:gd name="connsiteX15" fmla="*/ 217658 w 234912"/>
                  <a:gd name="connsiteY15" fmla="*/ 214685 h 2788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34912" h="278863">
                    <a:moveTo>
                      <a:pt x="217658" y="214685"/>
                    </a:moveTo>
                    <a:cubicBezTo>
                      <a:pt x="215373" y="212413"/>
                      <a:pt x="212517" y="211278"/>
                      <a:pt x="208518" y="215253"/>
                    </a:cubicBezTo>
                    <a:cubicBezTo>
                      <a:pt x="187952" y="232860"/>
                      <a:pt x="165672" y="241379"/>
                      <a:pt x="139964" y="241379"/>
                    </a:cubicBezTo>
                    <a:cubicBezTo>
                      <a:pt x="82265" y="241379"/>
                      <a:pt x="38847" y="197079"/>
                      <a:pt x="38847" y="138580"/>
                    </a:cubicBezTo>
                    <a:cubicBezTo>
                      <a:pt x="38847" y="80081"/>
                      <a:pt x="82265" y="35781"/>
                      <a:pt x="139964" y="35781"/>
                    </a:cubicBezTo>
                    <a:cubicBezTo>
                      <a:pt x="165672" y="35781"/>
                      <a:pt x="187952" y="44300"/>
                      <a:pt x="208518" y="61907"/>
                    </a:cubicBezTo>
                    <a:cubicBezTo>
                      <a:pt x="210232" y="63610"/>
                      <a:pt x="211946" y="64178"/>
                      <a:pt x="213659" y="64178"/>
                    </a:cubicBezTo>
                    <a:cubicBezTo>
                      <a:pt x="215373" y="64178"/>
                      <a:pt x="216516" y="63043"/>
                      <a:pt x="217658" y="61907"/>
                    </a:cubicBezTo>
                    <a:lnTo>
                      <a:pt x="233083" y="45436"/>
                    </a:lnTo>
                    <a:cubicBezTo>
                      <a:pt x="235940" y="42028"/>
                      <a:pt x="235368" y="38621"/>
                      <a:pt x="231940" y="35781"/>
                    </a:cubicBezTo>
                    <a:cubicBezTo>
                      <a:pt x="205662" y="11927"/>
                      <a:pt x="174812" y="0"/>
                      <a:pt x="138822" y="0"/>
                    </a:cubicBezTo>
                    <a:cubicBezTo>
                      <a:pt x="59985" y="0"/>
                      <a:pt x="0" y="60203"/>
                      <a:pt x="0" y="139716"/>
                    </a:cubicBezTo>
                    <a:cubicBezTo>
                      <a:pt x="0" y="219229"/>
                      <a:pt x="59413" y="278864"/>
                      <a:pt x="138822" y="278864"/>
                    </a:cubicBezTo>
                    <a:cubicBezTo>
                      <a:pt x="174812" y="278864"/>
                      <a:pt x="205662" y="266369"/>
                      <a:pt x="231940" y="242515"/>
                    </a:cubicBezTo>
                    <a:cubicBezTo>
                      <a:pt x="234226" y="240243"/>
                      <a:pt x="236511" y="236835"/>
                      <a:pt x="232512" y="232860"/>
                    </a:cubicBezTo>
                    <a:lnTo>
                      <a:pt x="217658" y="214685"/>
                    </a:ln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27" name="Freeform 26">
                <a:extLst>
                  <a:ext uri="{FF2B5EF4-FFF2-40B4-BE49-F238E27FC236}">
                    <a16:creationId xmlns:a16="http://schemas.microsoft.com/office/drawing/2014/main" id="{FB39897C-9668-4A02-8759-75B413EE2B28}"/>
                  </a:ext>
                </a:extLst>
              </p:cNvPr>
              <p:cNvSpPr/>
              <p:nvPr/>
            </p:nvSpPr>
            <p:spPr>
              <a:xfrm>
                <a:off x="10310274" y="5711799"/>
                <a:ext cx="231171" cy="270912"/>
              </a:xfrm>
              <a:custGeom>
                <a:avLst/>
                <a:gdLst>
                  <a:gd name="connsiteX0" fmla="*/ 136625 w 231171"/>
                  <a:gd name="connsiteY0" fmla="*/ 5112 h 270912"/>
                  <a:gd name="connsiteX1" fmla="*/ 128627 w 231171"/>
                  <a:gd name="connsiteY1" fmla="*/ 0 h 270912"/>
                  <a:gd name="connsiteX2" fmla="*/ 100634 w 231171"/>
                  <a:gd name="connsiteY2" fmla="*/ 0 h 270912"/>
                  <a:gd name="connsiteX3" fmla="*/ 93207 w 231171"/>
                  <a:gd name="connsiteY3" fmla="*/ 5112 h 270912"/>
                  <a:gd name="connsiteX4" fmla="*/ 660 w 231171"/>
                  <a:gd name="connsiteY4" fmla="*/ 262961 h 270912"/>
                  <a:gd name="connsiteX5" fmla="*/ 660 w 231171"/>
                  <a:gd name="connsiteY5" fmla="*/ 268641 h 270912"/>
                  <a:gd name="connsiteX6" fmla="*/ 5801 w 231171"/>
                  <a:gd name="connsiteY6" fmla="*/ 270912 h 270912"/>
                  <a:gd name="connsiteX7" fmla="*/ 32080 w 231171"/>
                  <a:gd name="connsiteY7" fmla="*/ 270912 h 270912"/>
                  <a:gd name="connsiteX8" fmla="*/ 39507 w 231171"/>
                  <a:gd name="connsiteY8" fmla="*/ 265801 h 270912"/>
                  <a:gd name="connsiteX9" fmla="*/ 57217 w 231171"/>
                  <a:gd name="connsiteY9" fmla="*/ 214685 h 270912"/>
                  <a:gd name="connsiteX10" fmla="*/ 174329 w 231171"/>
                  <a:gd name="connsiteY10" fmla="*/ 214685 h 270912"/>
                  <a:gd name="connsiteX11" fmla="*/ 192039 w 231171"/>
                  <a:gd name="connsiteY11" fmla="*/ 265801 h 270912"/>
                  <a:gd name="connsiteX12" fmla="*/ 198895 w 231171"/>
                  <a:gd name="connsiteY12" fmla="*/ 270912 h 270912"/>
                  <a:gd name="connsiteX13" fmla="*/ 225174 w 231171"/>
                  <a:gd name="connsiteY13" fmla="*/ 270912 h 270912"/>
                  <a:gd name="connsiteX14" fmla="*/ 230315 w 231171"/>
                  <a:gd name="connsiteY14" fmla="*/ 268641 h 270912"/>
                  <a:gd name="connsiteX15" fmla="*/ 230315 w 231171"/>
                  <a:gd name="connsiteY15" fmla="*/ 263529 h 270912"/>
                  <a:gd name="connsiteX16" fmla="*/ 136625 w 231171"/>
                  <a:gd name="connsiteY16" fmla="*/ 5112 h 270912"/>
                  <a:gd name="connsiteX17" fmla="*/ 68071 w 231171"/>
                  <a:gd name="connsiteY17" fmla="*/ 181176 h 270912"/>
                  <a:gd name="connsiteX18" fmla="*/ 114916 w 231171"/>
                  <a:gd name="connsiteY18" fmla="*/ 47140 h 270912"/>
                  <a:gd name="connsiteX19" fmla="*/ 161761 w 231171"/>
                  <a:gd name="connsiteY19" fmla="*/ 181176 h 270912"/>
                  <a:gd name="connsiteX20" fmla="*/ 68071 w 231171"/>
                  <a:gd name="connsiteY20" fmla="*/ 181176 h 2709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231171" h="270912">
                    <a:moveTo>
                      <a:pt x="136625" y="5112"/>
                    </a:moveTo>
                    <a:cubicBezTo>
                      <a:pt x="135482" y="2272"/>
                      <a:pt x="132055" y="0"/>
                      <a:pt x="128627" y="0"/>
                    </a:cubicBezTo>
                    <a:lnTo>
                      <a:pt x="100634" y="0"/>
                    </a:lnTo>
                    <a:cubicBezTo>
                      <a:pt x="97206" y="0"/>
                      <a:pt x="94350" y="1704"/>
                      <a:pt x="93207" y="5112"/>
                    </a:cubicBezTo>
                    <a:lnTo>
                      <a:pt x="660" y="262961"/>
                    </a:lnTo>
                    <a:cubicBezTo>
                      <a:pt x="-483" y="265233"/>
                      <a:pt x="88" y="266937"/>
                      <a:pt x="660" y="268641"/>
                    </a:cubicBezTo>
                    <a:cubicBezTo>
                      <a:pt x="1231" y="269776"/>
                      <a:pt x="2945" y="270912"/>
                      <a:pt x="5801" y="270912"/>
                    </a:cubicBezTo>
                    <a:lnTo>
                      <a:pt x="32080" y="270912"/>
                    </a:lnTo>
                    <a:cubicBezTo>
                      <a:pt x="36079" y="270912"/>
                      <a:pt x="38364" y="269208"/>
                      <a:pt x="39507" y="265801"/>
                    </a:cubicBezTo>
                    <a:lnTo>
                      <a:pt x="57217" y="214685"/>
                    </a:lnTo>
                    <a:lnTo>
                      <a:pt x="174329" y="214685"/>
                    </a:lnTo>
                    <a:lnTo>
                      <a:pt x="192039" y="265801"/>
                    </a:lnTo>
                    <a:cubicBezTo>
                      <a:pt x="193182" y="269208"/>
                      <a:pt x="195467" y="270912"/>
                      <a:pt x="198895" y="270912"/>
                    </a:cubicBezTo>
                    <a:lnTo>
                      <a:pt x="225174" y="270912"/>
                    </a:lnTo>
                    <a:cubicBezTo>
                      <a:pt x="227459" y="270912"/>
                      <a:pt x="229172" y="270344"/>
                      <a:pt x="230315" y="268641"/>
                    </a:cubicBezTo>
                    <a:cubicBezTo>
                      <a:pt x="231458" y="267505"/>
                      <a:pt x="231458" y="265233"/>
                      <a:pt x="230315" y="263529"/>
                    </a:cubicBezTo>
                    <a:lnTo>
                      <a:pt x="136625" y="5112"/>
                    </a:lnTo>
                    <a:close/>
                    <a:moveTo>
                      <a:pt x="68071" y="181176"/>
                    </a:moveTo>
                    <a:lnTo>
                      <a:pt x="114916" y="47140"/>
                    </a:lnTo>
                    <a:lnTo>
                      <a:pt x="161761" y="181176"/>
                    </a:lnTo>
                    <a:lnTo>
                      <a:pt x="68071" y="181176"/>
                    </a:ln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1BECC2FA-4B30-0817-9DE6-1E957FF264F1}"/>
                  </a:ext>
                </a:extLst>
              </p:cNvPr>
              <p:cNvSpPr/>
              <p:nvPr/>
            </p:nvSpPr>
            <p:spPr>
              <a:xfrm>
                <a:off x="10650275" y="5711799"/>
                <a:ext cx="174241" cy="270912"/>
              </a:xfrm>
              <a:custGeom>
                <a:avLst/>
                <a:gdLst>
                  <a:gd name="connsiteX0" fmla="*/ 82836 w 174241"/>
                  <a:gd name="connsiteY0" fmla="*/ 0 h 270912"/>
                  <a:gd name="connsiteX1" fmla="*/ 6855 w 174241"/>
                  <a:gd name="connsiteY1" fmla="*/ 0 h 270912"/>
                  <a:gd name="connsiteX2" fmla="*/ 0 w 174241"/>
                  <a:gd name="connsiteY2" fmla="*/ 6247 h 270912"/>
                  <a:gd name="connsiteX3" fmla="*/ 0 w 174241"/>
                  <a:gd name="connsiteY3" fmla="*/ 264665 h 270912"/>
                  <a:gd name="connsiteX4" fmla="*/ 6855 w 174241"/>
                  <a:gd name="connsiteY4" fmla="*/ 270912 h 270912"/>
                  <a:gd name="connsiteX5" fmla="*/ 31992 w 174241"/>
                  <a:gd name="connsiteY5" fmla="*/ 270912 h 270912"/>
                  <a:gd name="connsiteX6" fmla="*/ 38276 w 174241"/>
                  <a:gd name="connsiteY6" fmla="*/ 264665 h 270912"/>
                  <a:gd name="connsiteX7" fmla="*/ 38276 w 174241"/>
                  <a:gd name="connsiteY7" fmla="*/ 170953 h 270912"/>
                  <a:gd name="connsiteX8" fmla="*/ 82836 w 174241"/>
                  <a:gd name="connsiteY8" fmla="*/ 170953 h 270912"/>
                  <a:gd name="connsiteX9" fmla="*/ 174241 w 174241"/>
                  <a:gd name="connsiteY9" fmla="*/ 85760 h 270912"/>
                  <a:gd name="connsiteX10" fmla="*/ 82836 w 174241"/>
                  <a:gd name="connsiteY10" fmla="*/ 0 h 270912"/>
                  <a:gd name="connsiteX11" fmla="*/ 80551 w 174241"/>
                  <a:gd name="connsiteY11" fmla="*/ 137444 h 270912"/>
                  <a:gd name="connsiteX12" fmla="*/ 38276 w 174241"/>
                  <a:gd name="connsiteY12" fmla="*/ 137444 h 270912"/>
                  <a:gd name="connsiteX13" fmla="*/ 38276 w 174241"/>
                  <a:gd name="connsiteY13" fmla="*/ 33509 h 270912"/>
                  <a:gd name="connsiteX14" fmla="*/ 80551 w 174241"/>
                  <a:gd name="connsiteY14" fmla="*/ 33509 h 270912"/>
                  <a:gd name="connsiteX15" fmla="*/ 137679 w 174241"/>
                  <a:gd name="connsiteY15" fmla="*/ 85193 h 270912"/>
                  <a:gd name="connsiteX16" fmla="*/ 80551 w 174241"/>
                  <a:gd name="connsiteY16" fmla="*/ 137444 h 2709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74241" h="270912">
                    <a:moveTo>
                      <a:pt x="82836" y="0"/>
                    </a:moveTo>
                    <a:lnTo>
                      <a:pt x="6855" y="0"/>
                    </a:lnTo>
                    <a:cubicBezTo>
                      <a:pt x="2856" y="0"/>
                      <a:pt x="0" y="2272"/>
                      <a:pt x="0" y="6247"/>
                    </a:cubicBezTo>
                    <a:lnTo>
                      <a:pt x="0" y="264665"/>
                    </a:lnTo>
                    <a:cubicBezTo>
                      <a:pt x="0" y="268641"/>
                      <a:pt x="2285" y="270912"/>
                      <a:pt x="6855" y="270912"/>
                    </a:cubicBezTo>
                    <a:lnTo>
                      <a:pt x="31992" y="270912"/>
                    </a:lnTo>
                    <a:cubicBezTo>
                      <a:pt x="35991" y="270912"/>
                      <a:pt x="38276" y="268641"/>
                      <a:pt x="38276" y="264665"/>
                    </a:cubicBezTo>
                    <a:lnTo>
                      <a:pt x="38276" y="170953"/>
                    </a:lnTo>
                    <a:lnTo>
                      <a:pt x="82836" y="170953"/>
                    </a:lnTo>
                    <a:cubicBezTo>
                      <a:pt x="139964" y="170953"/>
                      <a:pt x="174241" y="139148"/>
                      <a:pt x="174241" y="85760"/>
                    </a:cubicBezTo>
                    <a:cubicBezTo>
                      <a:pt x="174241" y="32373"/>
                      <a:pt x="139964" y="0"/>
                      <a:pt x="82836" y="0"/>
                    </a:cubicBezTo>
                    <a:close/>
                    <a:moveTo>
                      <a:pt x="80551" y="137444"/>
                    </a:moveTo>
                    <a:lnTo>
                      <a:pt x="38276" y="137444"/>
                    </a:lnTo>
                    <a:lnTo>
                      <a:pt x="38276" y="33509"/>
                    </a:lnTo>
                    <a:lnTo>
                      <a:pt x="80551" y="33509"/>
                    </a:lnTo>
                    <a:cubicBezTo>
                      <a:pt x="106830" y="33509"/>
                      <a:pt x="137679" y="42596"/>
                      <a:pt x="137679" y="85193"/>
                    </a:cubicBezTo>
                    <a:cubicBezTo>
                      <a:pt x="137679" y="128357"/>
                      <a:pt x="106259" y="137444"/>
                      <a:pt x="80551" y="137444"/>
                    </a:cubicBez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BE363D2-C5CA-4E34-9F30-6882C3229F1F}"/>
                  </a:ext>
                </a:extLst>
              </p:cNvPr>
              <p:cNvSpPr/>
              <p:nvPr/>
            </p:nvSpPr>
            <p:spPr>
              <a:xfrm>
                <a:off x="10938201" y="5711799"/>
                <a:ext cx="38275" cy="270912"/>
              </a:xfrm>
              <a:custGeom>
                <a:avLst/>
                <a:gdLst>
                  <a:gd name="connsiteX0" fmla="*/ 31992 w 38275"/>
                  <a:gd name="connsiteY0" fmla="*/ 0 h 270912"/>
                  <a:gd name="connsiteX1" fmla="*/ 6855 w 38275"/>
                  <a:gd name="connsiteY1" fmla="*/ 0 h 270912"/>
                  <a:gd name="connsiteX2" fmla="*/ 0 w 38275"/>
                  <a:gd name="connsiteY2" fmla="*/ 6247 h 270912"/>
                  <a:gd name="connsiteX3" fmla="*/ 0 w 38275"/>
                  <a:gd name="connsiteY3" fmla="*/ 264665 h 270912"/>
                  <a:gd name="connsiteX4" fmla="*/ 6855 w 38275"/>
                  <a:gd name="connsiteY4" fmla="*/ 270912 h 270912"/>
                  <a:gd name="connsiteX5" fmla="*/ 31992 w 38275"/>
                  <a:gd name="connsiteY5" fmla="*/ 270912 h 270912"/>
                  <a:gd name="connsiteX6" fmla="*/ 38276 w 38275"/>
                  <a:gd name="connsiteY6" fmla="*/ 264665 h 270912"/>
                  <a:gd name="connsiteX7" fmla="*/ 38276 w 38275"/>
                  <a:gd name="connsiteY7" fmla="*/ 6247 h 270912"/>
                  <a:gd name="connsiteX8" fmla="*/ 31992 w 38275"/>
                  <a:gd name="connsiteY8" fmla="*/ 0 h 2709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8275" h="270912">
                    <a:moveTo>
                      <a:pt x="31992" y="0"/>
                    </a:moveTo>
                    <a:lnTo>
                      <a:pt x="6855" y="0"/>
                    </a:lnTo>
                    <a:cubicBezTo>
                      <a:pt x="2856" y="0"/>
                      <a:pt x="0" y="2272"/>
                      <a:pt x="0" y="6247"/>
                    </a:cubicBezTo>
                    <a:lnTo>
                      <a:pt x="0" y="264665"/>
                    </a:lnTo>
                    <a:cubicBezTo>
                      <a:pt x="0" y="268641"/>
                      <a:pt x="2285" y="270912"/>
                      <a:pt x="6855" y="270912"/>
                    </a:cubicBezTo>
                    <a:lnTo>
                      <a:pt x="31992" y="270912"/>
                    </a:lnTo>
                    <a:cubicBezTo>
                      <a:pt x="35991" y="270912"/>
                      <a:pt x="38276" y="268641"/>
                      <a:pt x="38276" y="264665"/>
                    </a:cubicBezTo>
                    <a:lnTo>
                      <a:pt x="38276" y="6247"/>
                    </a:lnTo>
                    <a:cubicBezTo>
                      <a:pt x="38276" y="2272"/>
                      <a:pt x="35991" y="0"/>
                      <a:pt x="3199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30" name="Freeform 29">
                <a:extLst>
                  <a:ext uri="{FF2B5EF4-FFF2-40B4-BE49-F238E27FC236}">
                    <a16:creationId xmlns:a16="http://schemas.microsoft.com/office/drawing/2014/main" id="{54DA7D67-5C1E-16A1-5B9C-DE7B90DC00E0}"/>
                  </a:ext>
                </a:extLst>
              </p:cNvPr>
              <p:cNvSpPr/>
              <p:nvPr/>
            </p:nvSpPr>
            <p:spPr>
              <a:xfrm>
                <a:off x="11088449" y="5711799"/>
                <a:ext cx="174241" cy="270344"/>
              </a:xfrm>
              <a:custGeom>
                <a:avLst/>
                <a:gdLst>
                  <a:gd name="connsiteX0" fmla="*/ 167957 w 174241"/>
                  <a:gd name="connsiteY0" fmla="*/ 0 h 270344"/>
                  <a:gd name="connsiteX1" fmla="*/ 6855 w 174241"/>
                  <a:gd name="connsiteY1" fmla="*/ 0 h 270344"/>
                  <a:gd name="connsiteX2" fmla="*/ 0 w 174241"/>
                  <a:gd name="connsiteY2" fmla="*/ 6247 h 270344"/>
                  <a:gd name="connsiteX3" fmla="*/ 0 w 174241"/>
                  <a:gd name="connsiteY3" fmla="*/ 27262 h 270344"/>
                  <a:gd name="connsiteX4" fmla="*/ 6855 w 174241"/>
                  <a:gd name="connsiteY4" fmla="*/ 33509 h 270344"/>
                  <a:gd name="connsiteX5" fmla="*/ 68554 w 174241"/>
                  <a:gd name="connsiteY5" fmla="*/ 33509 h 270344"/>
                  <a:gd name="connsiteX6" fmla="*/ 68554 w 174241"/>
                  <a:gd name="connsiteY6" fmla="*/ 264097 h 270344"/>
                  <a:gd name="connsiteX7" fmla="*/ 74838 w 174241"/>
                  <a:gd name="connsiteY7" fmla="*/ 270344 h 270344"/>
                  <a:gd name="connsiteX8" fmla="*/ 99974 w 174241"/>
                  <a:gd name="connsiteY8" fmla="*/ 270344 h 270344"/>
                  <a:gd name="connsiteX9" fmla="*/ 106259 w 174241"/>
                  <a:gd name="connsiteY9" fmla="*/ 264097 h 270344"/>
                  <a:gd name="connsiteX10" fmla="*/ 106259 w 174241"/>
                  <a:gd name="connsiteY10" fmla="*/ 33509 h 270344"/>
                  <a:gd name="connsiteX11" fmla="*/ 167957 w 174241"/>
                  <a:gd name="connsiteY11" fmla="*/ 33509 h 270344"/>
                  <a:gd name="connsiteX12" fmla="*/ 174241 w 174241"/>
                  <a:gd name="connsiteY12" fmla="*/ 27262 h 270344"/>
                  <a:gd name="connsiteX13" fmla="*/ 174241 w 174241"/>
                  <a:gd name="connsiteY13" fmla="*/ 6247 h 270344"/>
                  <a:gd name="connsiteX14" fmla="*/ 167957 w 174241"/>
                  <a:gd name="connsiteY14" fmla="*/ 0 h 270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74241" h="270344">
                    <a:moveTo>
                      <a:pt x="167957" y="0"/>
                    </a:moveTo>
                    <a:lnTo>
                      <a:pt x="6855" y="0"/>
                    </a:lnTo>
                    <a:cubicBezTo>
                      <a:pt x="2856" y="0"/>
                      <a:pt x="0" y="2272"/>
                      <a:pt x="0" y="6247"/>
                    </a:cubicBezTo>
                    <a:lnTo>
                      <a:pt x="0" y="27262"/>
                    </a:lnTo>
                    <a:cubicBezTo>
                      <a:pt x="0" y="31237"/>
                      <a:pt x="2285" y="33509"/>
                      <a:pt x="6855" y="33509"/>
                    </a:cubicBezTo>
                    <a:lnTo>
                      <a:pt x="68554" y="33509"/>
                    </a:lnTo>
                    <a:lnTo>
                      <a:pt x="68554" y="264097"/>
                    </a:lnTo>
                    <a:cubicBezTo>
                      <a:pt x="68554" y="268073"/>
                      <a:pt x="70839" y="270344"/>
                      <a:pt x="74838" y="270344"/>
                    </a:cubicBezTo>
                    <a:lnTo>
                      <a:pt x="99974" y="270344"/>
                    </a:lnTo>
                    <a:cubicBezTo>
                      <a:pt x="103973" y="270344"/>
                      <a:pt x="106259" y="268073"/>
                      <a:pt x="106259" y="264097"/>
                    </a:cubicBezTo>
                    <a:lnTo>
                      <a:pt x="106259" y="33509"/>
                    </a:lnTo>
                    <a:lnTo>
                      <a:pt x="167957" y="33509"/>
                    </a:lnTo>
                    <a:cubicBezTo>
                      <a:pt x="171956" y="33509"/>
                      <a:pt x="174241" y="31237"/>
                      <a:pt x="174241" y="27262"/>
                    </a:cubicBezTo>
                    <a:lnTo>
                      <a:pt x="174241" y="6247"/>
                    </a:lnTo>
                    <a:cubicBezTo>
                      <a:pt x="174241" y="2272"/>
                      <a:pt x="171956" y="0"/>
                      <a:pt x="16795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31" name="Freeform 30">
                <a:extLst>
                  <a:ext uri="{FF2B5EF4-FFF2-40B4-BE49-F238E27FC236}">
                    <a16:creationId xmlns:a16="http://schemas.microsoft.com/office/drawing/2014/main" id="{C7BBF886-7536-0A0E-C2E1-CFAF566389A5}"/>
                  </a:ext>
                </a:extLst>
              </p:cNvPr>
              <p:cNvSpPr/>
              <p:nvPr/>
            </p:nvSpPr>
            <p:spPr>
              <a:xfrm>
                <a:off x="11319729" y="5711799"/>
                <a:ext cx="231171" cy="270912"/>
              </a:xfrm>
              <a:custGeom>
                <a:avLst/>
                <a:gdLst>
                  <a:gd name="connsiteX0" fmla="*/ 136625 w 231171"/>
                  <a:gd name="connsiteY0" fmla="*/ 5112 h 270912"/>
                  <a:gd name="connsiteX1" fmla="*/ 128627 w 231171"/>
                  <a:gd name="connsiteY1" fmla="*/ 0 h 270912"/>
                  <a:gd name="connsiteX2" fmla="*/ 100634 w 231171"/>
                  <a:gd name="connsiteY2" fmla="*/ 0 h 270912"/>
                  <a:gd name="connsiteX3" fmla="*/ 93207 w 231171"/>
                  <a:gd name="connsiteY3" fmla="*/ 5112 h 270912"/>
                  <a:gd name="connsiteX4" fmla="*/ 660 w 231171"/>
                  <a:gd name="connsiteY4" fmla="*/ 262961 h 270912"/>
                  <a:gd name="connsiteX5" fmla="*/ 660 w 231171"/>
                  <a:gd name="connsiteY5" fmla="*/ 268641 h 270912"/>
                  <a:gd name="connsiteX6" fmla="*/ 5801 w 231171"/>
                  <a:gd name="connsiteY6" fmla="*/ 270912 h 270912"/>
                  <a:gd name="connsiteX7" fmla="*/ 32080 w 231171"/>
                  <a:gd name="connsiteY7" fmla="*/ 270912 h 270912"/>
                  <a:gd name="connsiteX8" fmla="*/ 39507 w 231171"/>
                  <a:gd name="connsiteY8" fmla="*/ 265801 h 270912"/>
                  <a:gd name="connsiteX9" fmla="*/ 57217 w 231171"/>
                  <a:gd name="connsiteY9" fmla="*/ 214685 h 270912"/>
                  <a:gd name="connsiteX10" fmla="*/ 174329 w 231171"/>
                  <a:gd name="connsiteY10" fmla="*/ 214685 h 270912"/>
                  <a:gd name="connsiteX11" fmla="*/ 192039 w 231171"/>
                  <a:gd name="connsiteY11" fmla="*/ 265801 h 270912"/>
                  <a:gd name="connsiteX12" fmla="*/ 198895 w 231171"/>
                  <a:gd name="connsiteY12" fmla="*/ 270912 h 270912"/>
                  <a:gd name="connsiteX13" fmla="*/ 225174 w 231171"/>
                  <a:gd name="connsiteY13" fmla="*/ 270912 h 270912"/>
                  <a:gd name="connsiteX14" fmla="*/ 230315 w 231171"/>
                  <a:gd name="connsiteY14" fmla="*/ 268641 h 270912"/>
                  <a:gd name="connsiteX15" fmla="*/ 230315 w 231171"/>
                  <a:gd name="connsiteY15" fmla="*/ 263529 h 270912"/>
                  <a:gd name="connsiteX16" fmla="*/ 136625 w 231171"/>
                  <a:gd name="connsiteY16" fmla="*/ 5112 h 270912"/>
                  <a:gd name="connsiteX17" fmla="*/ 67500 w 231171"/>
                  <a:gd name="connsiteY17" fmla="*/ 181176 h 270912"/>
                  <a:gd name="connsiteX18" fmla="*/ 114345 w 231171"/>
                  <a:gd name="connsiteY18" fmla="*/ 47140 h 270912"/>
                  <a:gd name="connsiteX19" fmla="*/ 161190 w 231171"/>
                  <a:gd name="connsiteY19" fmla="*/ 181176 h 270912"/>
                  <a:gd name="connsiteX20" fmla="*/ 67500 w 231171"/>
                  <a:gd name="connsiteY20" fmla="*/ 181176 h 2709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231171" h="270912">
                    <a:moveTo>
                      <a:pt x="136625" y="5112"/>
                    </a:moveTo>
                    <a:cubicBezTo>
                      <a:pt x="135482" y="2272"/>
                      <a:pt x="132055" y="0"/>
                      <a:pt x="128627" y="0"/>
                    </a:cubicBezTo>
                    <a:lnTo>
                      <a:pt x="100634" y="0"/>
                    </a:lnTo>
                    <a:cubicBezTo>
                      <a:pt x="97206" y="0"/>
                      <a:pt x="94350" y="1704"/>
                      <a:pt x="93207" y="5112"/>
                    </a:cubicBezTo>
                    <a:lnTo>
                      <a:pt x="660" y="262961"/>
                    </a:lnTo>
                    <a:cubicBezTo>
                      <a:pt x="-483" y="265233"/>
                      <a:pt x="88" y="266937"/>
                      <a:pt x="660" y="268641"/>
                    </a:cubicBezTo>
                    <a:cubicBezTo>
                      <a:pt x="1231" y="269776"/>
                      <a:pt x="2945" y="270912"/>
                      <a:pt x="5801" y="270912"/>
                    </a:cubicBezTo>
                    <a:lnTo>
                      <a:pt x="32080" y="270912"/>
                    </a:lnTo>
                    <a:cubicBezTo>
                      <a:pt x="36079" y="270912"/>
                      <a:pt x="38364" y="269208"/>
                      <a:pt x="39507" y="265801"/>
                    </a:cubicBezTo>
                    <a:lnTo>
                      <a:pt x="57217" y="214685"/>
                    </a:lnTo>
                    <a:lnTo>
                      <a:pt x="174329" y="214685"/>
                    </a:lnTo>
                    <a:lnTo>
                      <a:pt x="192039" y="265801"/>
                    </a:lnTo>
                    <a:cubicBezTo>
                      <a:pt x="193182" y="269208"/>
                      <a:pt x="195467" y="270912"/>
                      <a:pt x="198895" y="270912"/>
                    </a:cubicBezTo>
                    <a:lnTo>
                      <a:pt x="225174" y="270912"/>
                    </a:lnTo>
                    <a:cubicBezTo>
                      <a:pt x="227459" y="270912"/>
                      <a:pt x="229173" y="270344"/>
                      <a:pt x="230315" y="268641"/>
                    </a:cubicBezTo>
                    <a:cubicBezTo>
                      <a:pt x="231458" y="267505"/>
                      <a:pt x="231458" y="265233"/>
                      <a:pt x="230315" y="263529"/>
                    </a:cubicBezTo>
                    <a:lnTo>
                      <a:pt x="136625" y="5112"/>
                    </a:lnTo>
                    <a:close/>
                    <a:moveTo>
                      <a:pt x="67500" y="181176"/>
                    </a:moveTo>
                    <a:lnTo>
                      <a:pt x="114345" y="47140"/>
                    </a:lnTo>
                    <a:lnTo>
                      <a:pt x="161190" y="181176"/>
                    </a:lnTo>
                    <a:lnTo>
                      <a:pt x="67500" y="181176"/>
                    </a:ln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32" name="Freeform 31">
                <a:extLst>
                  <a:ext uri="{FF2B5EF4-FFF2-40B4-BE49-F238E27FC236}">
                    <a16:creationId xmlns:a16="http://schemas.microsoft.com/office/drawing/2014/main" id="{A8DCC604-7A36-D3BC-C40C-390F1D411383}"/>
                  </a:ext>
                </a:extLst>
              </p:cNvPr>
              <p:cNvSpPr/>
              <p:nvPr/>
            </p:nvSpPr>
            <p:spPr>
              <a:xfrm>
                <a:off x="11659731" y="5711799"/>
                <a:ext cx="150818" cy="270912"/>
              </a:xfrm>
              <a:custGeom>
                <a:avLst/>
                <a:gdLst>
                  <a:gd name="connsiteX0" fmla="*/ 143963 w 150818"/>
                  <a:gd name="connsiteY0" fmla="*/ 236835 h 270912"/>
                  <a:gd name="connsiteX1" fmla="*/ 38276 w 150818"/>
                  <a:gd name="connsiteY1" fmla="*/ 236835 h 270912"/>
                  <a:gd name="connsiteX2" fmla="*/ 38276 w 150818"/>
                  <a:gd name="connsiteY2" fmla="*/ 6247 h 270912"/>
                  <a:gd name="connsiteX3" fmla="*/ 31992 w 150818"/>
                  <a:gd name="connsiteY3" fmla="*/ 0 h 270912"/>
                  <a:gd name="connsiteX4" fmla="*/ 6855 w 150818"/>
                  <a:gd name="connsiteY4" fmla="*/ 0 h 270912"/>
                  <a:gd name="connsiteX5" fmla="*/ 0 w 150818"/>
                  <a:gd name="connsiteY5" fmla="*/ 6247 h 270912"/>
                  <a:gd name="connsiteX6" fmla="*/ 0 w 150818"/>
                  <a:gd name="connsiteY6" fmla="*/ 264665 h 270912"/>
                  <a:gd name="connsiteX7" fmla="*/ 6855 w 150818"/>
                  <a:gd name="connsiteY7" fmla="*/ 270912 h 270912"/>
                  <a:gd name="connsiteX8" fmla="*/ 143963 w 150818"/>
                  <a:gd name="connsiteY8" fmla="*/ 270912 h 270912"/>
                  <a:gd name="connsiteX9" fmla="*/ 150819 w 150818"/>
                  <a:gd name="connsiteY9" fmla="*/ 264097 h 270912"/>
                  <a:gd name="connsiteX10" fmla="*/ 150819 w 150818"/>
                  <a:gd name="connsiteY10" fmla="*/ 243083 h 270912"/>
                  <a:gd name="connsiteX11" fmla="*/ 143963 w 150818"/>
                  <a:gd name="connsiteY11" fmla="*/ 236835 h 2709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50818" h="270912">
                    <a:moveTo>
                      <a:pt x="143963" y="236835"/>
                    </a:moveTo>
                    <a:lnTo>
                      <a:pt x="38276" y="236835"/>
                    </a:lnTo>
                    <a:lnTo>
                      <a:pt x="38276" y="6247"/>
                    </a:lnTo>
                    <a:cubicBezTo>
                      <a:pt x="38276" y="2272"/>
                      <a:pt x="35991" y="0"/>
                      <a:pt x="31992" y="0"/>
                    </a:cubicBezTo>
                    <a:lnTo>
                      <a:pt x="6855" y="0"/>
                    </a:lnTo>
                    <a:cubicBezTo>
                      <a:pt x="2856" y="0"/>
                      <a:pt x="0" y="2272"/>
                      <a:pt x="0" y="6247"/>
                    </a:cubicBezTo>
                    <a:lnTo>
                      <a:pt x="0" y="264665"/>
                    </a:lnTo>
                    <a:cubicBezTo>
                      <a:pt x="0" y="268641"/>
                      <a:pt x="2285" y="270912"/>
                      <a:pt x="6855" y="270912"/>
                    </a:cubicBezTo>
                    <a:lnTo>
                      <a:pt x="143963" y="270912"/>
                    </a:lnTo>
                    <a:cubicBezTo>
                      <a:pt x="147962" y="270912"/>
                      <a:pt x="150819" y="268073"/>
                      <a:pt x="150819" y="264097"/>
                    </a:cubicBezTo>
                    <a:lnTo>
                      <a:pt x="150819" y="243083"/>
                    </a:lnTo>
                    <a:cubicBezTo>
                      <a:pt x="150247" y="239675"/>
                      <a:pt x="147962" y="236835"/>
                      <a:pt x="143963" y="236835"/>
                    </a:cubicBez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33" name="Freeform 32">
                <a:extLst>
                  <a:ext uri="{FF2B5EF4-FFF2-40B4-BE49-F238E27FC236}">
                    <a16:creationId xmlns:a16="http://schemas.microsoft.com/office/drawing/2014/main" id="{4194E2FD-CFB1-6B29-59E6-962A0533551F}"/>
                  </a:ext>
                </a:extLst>
              </p:cNvPr>
              <p:cNvSpPr/>
              <p:nvPr/>
            </p:nvSpPr>
            <p:spPr>
              <a:xfrm>
                <a:off x="8806355" y="5712935"/>
                <a:ext cx="307815" cy="270344"/>
              </a:xfrm>
              <a:custGeom>
                <a:avLst/>
                <a:gdLst>
                  <a:gd name="connsiteX0" fmla="*/ 214052 w 307815"/>
                  <a:gd name="connsiteY0" fmla="*/ 2272 h 270344"/>
                  <a:gd name="connsiteX1" fmla="*/ 214052 w 307815"/>
                  <a:gd name="connsiteY1" fmla="*/ 2272 h 270344"/>
                  <a:gd name="connsiteX2" fmla="*/ 212910 w 307815"/>
                  <a:gd name="connsiteY2" fmla="*/ 1136 h 270344"/>
                  <a:gd name="connsiteX3" fmla="*/ 211767 w 307815"/>
                  <a:gd name="connsiteY3" fmla="*/ 568 h 270344"/>
                  <a:gd name="connsiteX4" fmla="*/ 210625 w 307815"/>
                  <a:gd name="connsiteY4" fmla="*/ 0 h 270344"/>
                  <a:gd name="connsiteX5" fmla="*/ 209482 w 307815"/>
                  <a:gd name="connsiteY5" fmla="*/ 0 h 270344"/>
                  <a:gd name="connsiteX6" fmla="*/ 208911 w 307815"/>
                  <a:gd name="connsiteY6" fmla="*/ 0 h 270344"/>
                  <a:gd name="connsiteX7" fmla="*/ 99796 w 307815"/>
                  <a:gd name="connsiteY7" fmla="*/ 0 h 270344"/>
                  <a:gd name="connsiteX8" fmla="*/ 99225 w 307815"/>
                  <a:gd name="connsiteY8" fmla="*/ 0 h 270344"/>
                  <a:gd name="connsiteX9" fmla="*/ 98082 w 307815"/>
                  <a:gd name="connsiteY9" fmla="*/ 0 h 270344"/>
                  <a:gd name="connsiteX10" fmla="*/ 96939 w 307815"/>
                  <a:gd name="connsiteY10" fmla="*/ 568 h 270344"/>
                  <a:gd name="connsiteX11" fmla="*/ 95797 w 307815"/>
                  <a:gd name="connsiteY11" fmla="*/ 1136 h 270344"/>
                  <a:gd name="connsiteX12" fmla="*/ 95226 w 307815"/>
                  <a:gd name="connsiteY12" fmla="*/ 1704 h 270344"/>
                  <a:gd name="connsiteX13" fmla="*/ 94654 w 307815"/>
                  <a:gd name="connsiteY13" fmla="*/ 2272 h 270344"/>
                  <a:gd name="connsiteX14" fmla="*/ 964 w 307815"/>
                  <a:gd name="connsiteY14" fmla="*/ 88600 h 270344"/>
                  <a:gd name="connsiteX15" fmla="*/ 2678 w 307815"/>
                  <a:gd name="connsiteY15" fmla="*/ 97687 h 270344"/>
                  <a:gd name="connsiteX16" fmla="*/ 38669 w 307815"/>
                  <a:gd name="connsiteY16" fmla="*/ 120973 h 270344"/>
                  <a:gd name="connsiteX17" fmla="*/ 47809 w 307815"/>
                  <a:gd name="connsiteY17" fmla="*/ 119270 h 270344"/>
                  <a:gd name="connsiteX18" fmla="*/ 126646 w 307815"/>
                  <a:gd name="connsiteY18" fmla="*/ 55091 h 270344"/>
                  <a:gd name="connsiteX19" fmla="*/ 126646 w 307815"/>
                  <a:gd name="connsiteY19" fmla="*/ 55091 h 270344"/>
                  <a:gd name="connsiteX20" fmla="*/ 126646 w 307815"/>
                  <a:gd name="connsiteY20" fmla="*/ 264097 h 270344"/>
                  <a:gd name="connsiteX21" fmla="*/ 132930 w 307815"/>
                  <a:gd name="connsiteY21" fmla="*/ 270344 h 270344"/>
                  <a:gd name="connsiteX22" fmla="*/ 175776 w 307815"/>
                  <a:gd name="connsiteY22" fmla="*/ 270344 h 270344"/>
                  <a:gd name="connsiteX23" fmla="*/ 182060 w 307815"/>
                  <a:gd name="connsiteY23" fmla="*/ 264097 h 270344"/>
                  <a:gd name="connsiteX24" fmla="*/ 182060 w 307815"/>
                  <a:gd name="connsiteY24" fmla="*/ 55091 h 270344"/>
                  <a:gd name="connsiteX25" fmla="*/ 182060 w 307815"/>
                  <a:gd name="connsiteY25" fmla="*/ 55091 h 270344"/>
                  <a:gd name="connsiteX26" fmla="*/ 259755 w 307815"/>
                  <a:gd name="connsiteY26" fmla="*/ 118134 h 270344"/>
                  <a:gd name="connsiteX27" fmla="*/ 268895 w 307815"/>
                  <a:gd name="connsiteY27" fmla="*/ 119838 h 270344"/>
                  <a:gd name="connsiteX28" fmla="*/ 304886 w 307815"/>
                  <a:gd name="connsiteY28" fmla="*/ 96552 h 270344"/>
                  <a:gd name="connsiteX29" fmla="*/ 306600 w 307815"/>
                  <a:gd name="connsiteY29" fmla="*/ 87464 h 270344"/>
                  <a:gd name="connsiteX30" fmla="*/ 214052 w 307815"/>
                  <a:gd name="connsiteY30" fmla="*/ 2272 h 270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307815" h="270344">
                    <a:moveTo>
                      <a:pt x="214052" y="2272"/>
                    </a:moveTo>
                    <a:cubicBezTo>
                      <a:pt x="213481" y="1704"/>
                      <a:pt x="213481" y="1704"/>
                      <a:pt x="214052" y="2272"/>
                    </a:cubicBezTo>
                    <a:cubicBezTo>
                      <a:pt x="213481" y="1704"/>
                      <a:pt x="212910" y="1136"/>
                      <a:pt x="212910" y="1136"/>
                    </a:cubicBezTo>
                    <a:cubicBezTo>
                      <a:pt x="212338" y="1136"/>
                      <a:pt x="212338" y="568"/>
                      <a:pt x="211767" y="568"/>
                    </a:cubicBezTo>
                    <a:cubicBezTo>
                      <a:pt x="211196" y="568"/>
                      <a:pt x="211196" y="0"/>
                      <a:pt x="210625" y="0"/>
                    </a:cubicBezTo>
                    <a:cubicBezTo>
                      <a:pt x="210053" y="0"/>
                      <a:pt x="210053" y="0"/>
                      <a:pt x="209482" y="0"/>
                    </a:cubicBezTo>
                    <a:cubicBezTo>
                      <a:pt x="209482" y="0"/>
                      <a:pt x="208911" y="0"/>
                      <a:pt x="208911" y="0"/>
                    </a:cubicBezTo>
                    <a:lnTo>
                      <a:pt x="99796" y="0"/>
                    </a:lnTo>
                    <a:cubicBezTo>
                      <a:pt x="99796" y="0"/>
                      <a:pt x="99225" y="0"/>
                      <a:pt x="99225" y="0"/>
                    </a:cubicBezTo>
                    <a:cubicBezTo>
                      <a:pt x="98653" y="0"/>
                      <a:pt x="98082" y="0"/>
                      <a:pt x="98082" y="0"/>
                    </a:cubicBezTo>
                    <a:cubicBezTo>
                      <a:pt x="97511" y="0"/>
                      <a:pt x="97511" y="0"/>
                      <a:pt x="96939" y="568"/>
                    </a:cubicBezTo>
                    <a:cubicBezTo>
                      <a:pt x="96368" y="568"/>
                      <a:pt x="96368" y="1136"/>
                      <a:pt x="95797" y="1136"/>
                    </a:cubicBezTo>
                    <a:cubicBezTo>
                      <a:pt x="95797" y="1136"/>
                      <a:pt x="95226" y="1704"/>
                      <a:pt x="95226" y="1704"/>
                    </a:cubicBezTo>
                    <a:cubicBezTo>
                      <a:pt x="95226" y="1704"/>
                      <a:pt x="94654" y="2272"/>
                      <a:pt x="94654" y="2272"/>
                    </a:cubicBezTo>
                    <a:lnTo>
                      <a:pt x="964" y="88600"/>
                    </a:lnTo>
                    <a:cubicBezTo>
                      <a:pt x="-750" y="91440"/>
                      <a:pt x="-179" y="95416"/>
                      <a:pt x="2678" y="97687"/>
                    </a:cubicBezTo>
                    <a:lnTo>
                      <a:pt x="38669" y="120973"/>
                    </a:lnTo>
                    <a:cubicBezTo>
                      <a:pt x="41525" y="122677"/>
                      <a:pt x="45524" y="122109"/>
                      <a:pt x="47809" y="119270"/>
                    </a:cubicBezTo>
                    <a:lnTo>
                      <a:pt x="126646" y="55091"/>
                    </a:lnTo>
                    <a:lnTo>
                      <a:pt x="126646" y="55091"/>
                    </a:lnTo>
                    <a:lnTo>
                      <a:pt x="126646" y="264097"/>
                    </a:lnTo>
                    <a:cubicBezTo>
                      <a:pt x="126646" y="267505"/>
                      <a:pt x="129503" y="270344"/>
                      <a:pt x="132930" y="270344"/>
                    </a:cubicBezTo>
                    <a:lnTo>
                      <a:pt x="175776" y="270344"/>
                    </a:lnTo>
                    <a:cubicBezTo>
                      <a:pt x="179204" y="270344"/>
                      <a:pt x="182060" y="267505"/>
                      <a:pt x="182060" y="264097"/>
                    </a:cubicBezTo>
                    <a:lnTo>
                      <a:pt x="182060" y="55091"/>
                    </a:lnTo>
                    <a:lnTo>
                      <a:pt x="182060" y="55091"/>
                    </a:lnTo>
                    <a:lnTo>
                      <a:pt x="259755" y="118134"/>
                    </a:lnTo>
                    <a:cubicBezTo>
                      <a:pt x="261469" y="120973"/>
                      <a:pt x="265468" y="122109"/>
                      <a:pt x="268895" y="119838"/>
                    </a:cubicBezTo>
                    <a:lnTo>
                      <a:pt x="304886" y="96552"/>
                    </a:lnTo>
                    <a:cubicBezTo>
                      <a:pt x="307743" y="94848"/>
                      <a:pt x="308885" y="90872"/>
                      <a:pt x="306600" y="87464"/>
                    </a:cubicBezTo>
                    <a:lnTo>
                      <a:pt x="214052" y="2272"/>
                    </a:ln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</p:grpSp>
        <p:grpSp>
          <p:nvGrpSpPr>
            <p:cNvPr id="12" name="Graphic 14">
              <a:extLst>
                <a:ext uri="{FF2B5EF4-FFF2-40B4-BE49-F238E27FC236}">
                  <a16:creationId xmlns:a16="http://schemas.microsoft.com/office/drawing/2014/main" id="{D8359518-A9DE-9B29-43DC-977FBBA221F9}"/>
                </a:ext>
              </a:extLst>
            </p:cNvPr>
            <p:cNvGrpSpPr/>
            <p:nvPr/>
          </p:nvGrpSpPr>
          <p:grpSpPr>
            <a:xfrm>
              <a:off x="9979590" y="5189285"/>
              <a:ext cx="1830959" cy="370303"/>
              <a:chOff x="9979590" y="5189285"/>
              <a:chExt cx="1830959" cy="370303"/>
            </a:xfrm>
            <a:solidFill>
              <a:srgbClr val="FFFFFF"/>
            </a:solidFill>
          </p:grpSpPr>
          <p:sp>
            <p:nvSpPr>
              <p:cNvPr id="13" name="Freeform 12">
                <a:extLst>
                  <a:ext uri="{FF2B5EF4-FFF2-40B4-BE49-F238E27FC236}">
                    <a16:creationId xmlns:a16="http://schemas.microsoft.com/office/drawing/2014/main" id="{759DE082-E2F7-A643-84C3-16B4B13734CD}"/>
                  </a:ext>
                </a:extLst>
              </p:cNvPr>
              <p:cNvSpPr/>
              <p:nvPr/>
            </p:nvSpPr>
            <p:spPr>
              <a:xfrm>
                <a:off x="9979590" y="5190988"/>
                <a:ext cx="451312" cy="284543"/>
              </a:xfrm>
              <a:custGeom>
                <a:avLst/>
                <a:gdLst>
                  <a:gd name="connsiteX0" fmla="*/ 425605 w 451312"/>
                  <a:gd name="connsiteY0" fmla="*/ 0 h 284543"/>
                  <a:gd name="connsiteX1" fmla="*/ 421606 w 451312"/>
                  <a:gd name="connsiteY1" fmla="*/ 3976 h 284543"/>
                  <a:gd name="connsiteX2" fmla="*/ 421606 w 451312"/>
                  <a:gd name="connsiteY2" fmla="*/ 233996 h 284543"/>
                  <a:gd name="connsiteX3" fmla="*/ 416465 w 451312"/>
                  <a:gd name="connsiteY3" fmla="*/ 249330 h 284543"/>
                  <a:gd name="connsiteX4" fmla="*/ 401611 w 451312"/>
                  <a:gd name="connsiteY4" fmla="*/ 255010 h 284543"/>
                  <a:gd name="connsiteX5" fmla="*/ 346197 w 451312"/>
                  <a:gd name="connsiteY5" fmla="*/ 255010 h 284543"/>
                  <a:gd name="connsiteX6" fmla="*/ 323346 w 451312"/>
                  <a:gd name="connsiteY6" fmla="*/ 248194 h 284543"/>
                  <a:gd name="connsiteX7" fmla="*/ 320489 w 451312"/>
                  <a:gd name="connsiteY7" fmla="*/ 238539 h 284543"/>
                  <a:gd name="connsiteX8" fmla="*/ 320489 w 451312"/>
                  <a:gd name="connsiteY8" fmla="*/ 136308 h 284543"/>
                  <a:gd name="connsiteX9" fmla="*/ 316490 w 451312"/>
                  <a:gd name="connsiteY9" fmla="*/ 132332 h 284543"/>
                  <a:gd name="connsiteX10" fmla="*/ 294210 w 451312"/>
                  <a:gd name="connsiteY10" fmla="*/ 132332 h 284543"/>
                  <a:gd name="connsiteX11" fmla="*/ 290211 w 451312"/>
                  <a:gd name="connsiteY11" fmla="*/ 136308 h 284543"/>
                  <a:gd name="connsiteX12" fmla="*/ 290211 w 451312"/>
                  <a:gd name="connsiteY12" fmla="*/ 233428 h 284543"/>
                  <a:gd name="connsiteX13" fmla="*/ 285070 w 451312"/>
                  <a:gd name="connsiteY13" fmla="*/ 249330 h 284543"/>
                  <a:gd name="connsiteX14" fmla="*/ 270216 w 451312"/>
                  <a:gd name="connsiteY14" fmla="*/ 253874 h 284543"/>
                  <a:gd name="connsiteX15" fmla="*/ 171956 w 451312"/>
                  <a:gd name="connsiteY15" fmla="*/ 253874 h 284543"/>
                  <a:gd name="connsiteX16" fmla="*/ 167957 w 451312"/>
                  <a:gd name="connsiteY16" fmla="*/ 249898 h 284543"/>
                  <a:gd name="connsiteX17" fmla="*/ 167957 w 451312"/>
                  <a:gd name="connsiteY17" fmla="*/ 190263 h 284543"/>
                  <a:gd name="connsiteX18" fmla="*/ 143392 w 451312"/>
                  <a:gd name="connsiteY18" fmla="*/ 131197 h 284543"/>
                  <a:gd name="connsiteX19" fmla="*/ 83979 w 451312"/>
                  <a:gd name="connsiteY19" fmla="*/ 106775 h 284543"/>
                  <a:gd name="connsiteX20" fmla="*/ 24565 w 451312"/>
                  <a:gd name="connsiteY20" fmla="*/ 131197 h 284543"/>
                  <a:gd name="connsiteX21" fmla="*/ 0 w 451312"/>
                  <a:gd name="connsiteY21" fmla="*/ 190263 h 284543"/>
                  <a:gd name="connsiteX22" fmla="*/ 0 w 451312"/>
                  <a:gd name="connsiteY22" fmla="*/ 201054 h 284543"/>
                  <a:gd name="connsiteX23" fmla="*/ 24565 w 451312"/>
                  <a:gd name="connsiteY23" fmla="*/ 260121 h 284543"/>
                  <a:gd name="connsiteX24" fmla="*/ 83979 w 451312"/>
                  <a:gd name="connsiteY24" fmla="*/ 284543 h 284543"/>
                  <a:gd name="connsiteX25" fmla="*/ 269074 w 451312"/>
                  <a:gd name="connsiteY25" fmla="*/ 284543 h 284543"/>
                  <a:gd name="connsiteX26" fmla="*/ 303922 w 451312"/>
                  <a:gd name="connsiteY26" fmla="*/ 273752 h 284543"/>
                  <a:gd name="connsiteX27" fmla="*/ 309064 w 451312"/>
                  <a:gd name="connsiteY27" fmla="*/ 273752 h 284543"/>
                  <a:gd name="connsiteX28" fmla="*/ 345054 w 451312"/>
                  <a:gd name="connsiteY28" fmla="*/ 284543 h 284543"/>
                  <a:gd name="connsiteX29" fmla="*/ 400469 w 451312"/>
                  <a:gd name="connsiteY29" fmla="*/ 284543 h 284543"/>
                  <a:gd name="connsiteX30" fmla="*/ 437602 w 451312"/>
                  <a:gd name="connsiteY30" fmla="*/ 270912 h 284543"/>
                  <a:gd name="connsiteX31" fmla="*/ 451313 w 451312"/>
                  <a:gd name="connsiteY31" fmla="*/ 233996 h 284543"/>
                  <a:gd name="connsiteX32" fmla="*/ 450742 w 451312"/>
                  <a:gd name="connsiteY32" fmla="*/ 3976 h 284543"/>
                  <a:gd name="connsiteX33" fmla="*/ 446743 w 451312"/>
                  <a:gd name="connsiteY33" fmla="*/ 0 h 284543"/>
                  <a:gd name="connsiteX34" fmla="*/ 425605 w 451312"/>
                  <a:gd name="connsiteY34" fmla="*/ 0 h 284543"/>
                  <a:gd name="connsiteX35" fmla="*/ 138250 w 451312"/>
                  <a:gd name="connsiteY35" fmla="*/ 250466 h 284543"/>
                  <a:gd name="connsiteX36" fmla="*/ 134251 w 451312"/>
                  <a:gd name="connsiteY36" fmla="*/ 254442 h 284543"/>
                  <a:gd name="connsiteX37" fmla="*/ 84550 w 451312"/>
                  <a:gd name="connsiteY37" fmla="*/ 254442 h 284543"/>
                  <a:gd name="connsiteX38" fmla="*/ 46845 w 451312"/>
                  <a:gd name="connsiteY38" fmla="*/ 238539 h 284543"/>
                  <a:gd name="connsiteX39" fmla="*/ 30849 w 451312"/>
                  <a:gd name="connsiteY39" fmla="*/ 200486 h 284543"/>
                  <a:gd name="connsiteX40" fmla="*/ 30849 w 451312"/>
                  <a:gd name="connsiteY40" fmla="*/ 192535 h 284543"/>
                  <a:gd name="connsiteX41" fmla="*/ 49702 w 451312"/>
                  <a:gd name="connsiteY41" fmla="*/ 149371 h 284543"/>
                  <a:gd name="connsiteX42" fmla="*/ 84550 w 451312"/>
                  <a:gd name="connsiteY42" fmla="*/ 136308 h 284543"/>
                  <a:gd name="connsiteX43" fmla="*/ 122826 w 451312"/>
                  <a:gd name="connsiteY43" fmla="*/ 151643 h 284543"/>
                  <a:gd name="connsiteX44" fmla="*/ 138822 w 451312"/>
                  <a:gd name="connsiteY44" fmla="*/ 189695 h 284543"/>
                  <a:gd name="connsiteX45" fmla="*/ 138822 w 451312"/>
                  <a:gd name="connsiteY45" fmla="*/ 250466 h 284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</a:cxnLst>
                <a:rect l="l" t="t" r="r" b="b"/>
                <a:pathLst>
                  <a:path w="451312" h="284543">
                    <a:moveTo>
                      <a:pt x="425605" y="0"/>
                    </a:moveTo>
                    <a:cubicBezTo>
                      <a:pt x="423320" y="0"/>
                      <a:pt x="421606" y="1704"/>
                      <a:pt x="421606" y="3976"/>
                    </a:cubicBezTo>
                    <a:lnTo>
                      <a:pt x="421606" y="233996"/>
                    </a:lnTo>
                    <a:cubicBezTo>
                      <a:pt x="421606" y="240811"/>
                      <a:pt x="419892" y="245923"/>
                      <a:pt x="416465" y="249330"/>
                    </a:cubicBezTo>
                    <a:cubicBezTo>
                      <a:pt x="413037" y="252738"/>
                      <a:pt x="407895" y="254442"/>
                      <a:pt x="401611" y="255010"/>
                    </a:cubicBezTo>
                    <a:lnTo>
                      <a:pt x="346197" y="255010"/>
                    </a:lnTo>
                    <a:cubicBezTo>
                      <a:pt x="335343" y="255010"/>
                      <a:pt x="327916" y="252738"/>
                      <a:pt x="323346" y="248194"/>
                    </a:cubicBezTo>
                    <a:cubicBezTo>
                      <a:pt x="321061" y="245923"/>
                      <a:pt x="320489" y="243083"/>
                      <a:pt x="320489" y="238539"/>
                    </a:cubicBezTo>
                    <a:lnTo>
                      <a:pt x="320489" y="136308"/>
                    </a:lnTo>
                    <a:cubicBezTo>
                      <a:pt x="320489" y="134036"/>
                      <a:pt x="318776" y="132332"/>
                      <a:pt x="316490" y="132332"/>
                    </a:cubicBezTo>
                    <a:lnTo>
                      <a:pt x="294210" y="132332"/>
                    </a:lnTo>
                    <a:cubicBezTo>
                      <a:pt x="291925" y="132332"/>
                      <a:pt x="290211" y="134036"/>
                      <a:pt x="290211" y="136308"/>
                    </a:cubicBezTo>
                    <a:lnTo>
                      <a:pt x="290211" y="233428"/>
                    </a:lnTo>
                    <a:cubicBezTo>
                      <a:pt x="290211" y="240811"/>
                      <a:pt x="288497" y="245923"/>
                      <a:pt x="285070" y="249330"/>
                    </a:cubicBezTo>
                    <a:cubicBezTo>
                      <a:pt x="282213" y="252738"/>
                      <a:pt x="277072" y="253874"/>
                      <a:pt x="270216" y="253874"/>
                    </a:cubicBezTo>
                    <a:lnTo>
                      <a:pt x="171956" y="253874"/>
                    </a:lnTo>
                    <a:cubicBezTo>
                      <a:pt x="169671" y="253874"/>
                      <a:pt x="167957" y="252170"/>
                      <a:pt x="167957" y="249898"/>
                    </a:cubicBezTo>
                    <a:lnTo>
                      <a:pt x="167957" y="190263"/>
                    </a:lnTo>
                    <a:cubicBezTo>
                      <a:pt x="167957" y="166977"/>
                      <a:pt x="159959" y="147667"/>
                      <a:pt x="143392" y="131197"/>
                    </a:cubicBezTo>
                    <a:cubicBezTo>
                      <a:pt x="126825" y="114726"/>
                      <a:pt x="107401" y="106775"/>
                      <a:pt x="83979" y="106775"/>
                    </a:cubicBezTo>
                    <a:cubicBezTo>
                      <a:pt x="60556" y="106775"/>
                      <a:pt x="41132" y="114726"/>
                      <a:pt x="24565" y="131197"/>
                    </a:cubicBezTo>
                    <a:cubicBezTo>
                      <a:pt x="7998" y="147667"/>
                      <a:pt x="0" y="166977"/>
                      <a:pt x="0" y="190263"/>
                    </a:cubicBezTo>
                    <a:lnTo>
                      <a:pt x="0" y="201054"/>
                    </a:lnTo>
                    <a:cubicBezTo>
                      <a:pt x="0" y="224340"/>
                      <a:pt x="7998" y="243651"/>
                      <a:pt x="24565" y="260121"/>
                    </a:cubicBezTo>
                    <a:cubicBezTo>
                      <a:pt x="41132" y="276592"/>
                      <a:pt x="60556" y="284543"/>
                      <a:pt x="83979" y="284543"/>
                    </a:cubicBezTo>
                    <a:lnTo>
                      <a:pt x="269074" y="284543"/>
                    </a:lnTo>
                    <a:cubicBezTo>
                      <a:pt x="285070" y="284543"/>
                      <a:pt x="296495" y="281135"/>
                      <a:pt x="303922" y="273752"/>
                    </a:cubicBezTo>
                    <a:cubicBezTo>
                      <a:pt x="305065" y="272616"/>
                      <a:pt x="307350" y="272616"/>
                      <a:pt x="309064" y="273752"/>
                    </a:cubicBezTo>
                    <a:cubicBezTo>
                      <a:pt x="318204" y="282271"/>
                      <a:pt x="334200" y="284543"/>
                      <a:pt x="345054" y="284543"/>
                    </a:cubicBezTo>
                    <a:lnTo>
                      <a:pt x="400469" y="284543"/>
                    </a:lnTo>
                    <a:cubicBezTo>
                      <a:pt x="415894" y="284543"/>
                      <a:pt x="427890" y="280000"/>
                      <a:pt x="437602" y="270912"/>
                    </a:cubicBezTo>
                    <a:cubicBezTo>
                      <a:pt x="446743" y="261825"/>
                      <a:pt x="451313" y="249330"/>
                      <a:pt x="451313" y="233996"/>
                    </a:cubicBezTo>
                    <a:lnTo>
                      <a:pt x="450742" y="3976"/>
                    </a:lnTo>
                    <a:cubicBezTo>
                      <a:pt x="450742" y="1704"/>
                      <a:pt x="449028" y="0"/>
                      <a:pt x="446743" y="0"/>
                    </a:cubicBezTo>
                    <a:lnTo>
                      <a:pt x="425605" y="0"/>
                    </a:lnTo>
                    <a:close/>
                    <a:moveTo>
                      <a:pt x="138250" y="250466"/>
                    </a:moveTo>
                    <a:cubicBezTo>
                      <a:pt x="138250" y="252738"/>
                      <a:pt x="136536" y="254442"/>
                      <a:pt x="134251" y="254442"/>
                    </a:cubicBezTo>
                    <a:lnTo>
                      <a:pt x="84550" y="254442"/>
                    </a:lnTo>
                    <a:cubicBezTo>
                      <a:pt x="69696" y="254442"/>
                      <a:pt x="57128" y="249330"/>
                      <a:pt x="46845" y="238539"/>
                    </a:cubicBezTo>
                    <a:cubicBezTo>
                      <a:pt x="36562" y="228316"/>
                      <a:pt x="30849" y="215253"/>
                      <a:pt x="30849" y="200486"/>
                    </a:cubicBezTo>
                    <a:lnTo>
                      <a:pt x="30849" y="192535"/>
                    </a:lnTo>
                    <a:cubicBezTo>
                      <a:pt x="30849" y="176065"/>
                      <a:pt x="37133" y="160162"/>
                      <a:pt x="49702" y="149371"/>
                    </a:cubicBezTo>
                    <a:cubicBezTo>
                      <a:pt x="59413" y="140852"/>
                      <a:pt x="71410" y="136308"/>
                      <a:pt x="84550" y="136308"/>
                    </a:cubicBezTo>
                    <a:cubicBezTo>
                      <a:pt x="99403" y="136308"/>
                      <a:pt x="111971" y="141420"/>
                      <a:pt x="122826" y="151643"/>
                    </a:cubicBezTo>
                    <a:cubicBezTo>
                      <a:pt x="133109" y="161866"/>
                      <a:pt x="138822" y="174929"/>
                      <a:pt x="138822" y="189695"/>
                    </a:cubicBezTo>
                    <a:lnTo>
                      <a:pt x="138822" y="250466"/>
                    </a:ln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14" name="Freeform 13">
                <a:extLst>
                  <a:ext uri="{FF2B5EF4-FFF2-40B4-BE49-F238E27FC236}">
                    <a16:creationId xmlns:a16="http://schemas.microsoft.com/office/drawing/2014/main" id="{1C76D083-AB67-7FD0-E09D-EC68C0E05D6A}"/>
                  </a:ext>
                </a:extLst>
              </p:cNvPr>
              <p:cNvSpPr/>
              <p:nvPr/>
            </p:nvSpPr>
            <p:spPr>
              <a:xfrm>
                <a:off x="10493173" y="5190988"/>
                <a:ext cx="483304" cy="285111"/>
              </a:xfrm>
              <a:custGeom>
                <a:avLst/>
                <a:gdLst>
                  <a:gd name="connsiteX0" fmla="*/ 458168 w 483304"/>
                  <a:gd name="connsiteY0" fmla="*/ 0 h 285111"/>
                  <a:gd name="connsiteX1" fmla="*/ 454169 w 483304"/>
                  <a:gd name="connsiteY1" fmla="*/ 3976 h 285111"/>
                  <a:gd name="connsiteX2" fmla="*/ 454169 w 483304"/>
                  <a:gd name="connsiteY2" fmla="*/ 233996 h 285111"/>
                  <a:gd name="connsiteX3" fmla="*/ 449028 w 483304"/>
                  <a:gd name="connsiteY3" fmla="*/ 249330 h 285111"/>
                  <a:gd name="connsiteX4" fmla="*/ 434174 w 483304"/>
                  <a:gd name="connsiteY4" fmla="*/ 254442 h 285111"/>
                  <a:gd name="connsiteX5" fmla="*/ 311349 w 483304"/>
                  <a:gd name="connsiteY5" fmla="*/ 254442 h 285111"/>
                  <a:gd name="connsiteX6" fmla="*/ 290783 w 483304"/>
                  <a:gd name="connsiteY6" fmla="*/ 247626 h 285111"/>
                  <a:gd name="connsiteX7" fmla="*/ 286784 w 483304"/>
                  <a:gd name="connsiteY7" fmla="*/ 241379 h 285111"/>
                  <a:gd name="connsiteX8" fmla="*/ 286784 w 483304"/>
                  <a:gd name="connsiteY8" fmla="*/ 238539 h 285111"/>
                  <a:gd name="connsiteX9" fmla="*/ 295924 w 483304"/>
                  <a:gd name="connsiteY9" fmla="*/ 201054 h 285111"/>
                  <a:gd name="connsiteX10" fmla="*/ 295924 w 483304"/>
                  <a:gd name="connsiteY10" fmla="*/ 190263 h 285111"/>
                  <a:gd name="connsiteX11" fmla="*/ 271359 w 483304"/>
                  <a:gd name="connsiteY11" fmla="*/ 131197 h 285111"/>
                  <a:gd name="connsiteX12" fmla="*/ 211946 w 483304"/>
                  <a:gd name="connsiteY12" fmla="*/ 106775 h 285111"/>
                  <a:gd name="connsiteX13" fmla="*/ 152532 w 483304"/>
                  <a:gd name="connsiteY13" fmla="*/ 131197 h 285111"/>
                  <a:gd name="connsiteX14" fmla="*/ 127967 w 483304"/>
                  <a:gd name="connsiteY14" fmla="*/ 190263 h 285111"/>
                  <a:gd name="connsiteX15" fmla="*/ 127967 w 483304"/>
                  <a:gd name="connsiteY15" fmla="*/ 250466 h 285111"/>
                  <a:gd name="connsiteX16" fmla="*/ 123968 w 483304"/>
                  <a:gd name="connsiteY16" fmla="*/ 254442 h 285111"/>
                  <a:gd name="connsiteX17" fmla="*/ 50273 w 483304"/>
                  <a:gd name="connsiteY17" fmla="*/ 254442 h 285111"/>
                  <a:gd name="connsiteX18" fmla="*/ 35420 w 483304"/>
                  <a:gd name="connsiteY18" fmla="*/ 249898 h 285111"/>
                  <a:gd name="connsiteX19" fmla="*/ 30278 w 483304"/>
                  <a:gd name="connsiteY19" fmla="*/ 233996 h 285111"/>
                  <a:gd name="connsiteX20" fmla="*/ 30278 w 483304"/>
                  <a:gd name="connsiteY20" fmla="*/ 3976 h 285111"/>
                  <a:gd name="connsiteX21" fmla="*/ 26279 w 483304"/>
                  <a:gd name="connsiteY21" fmla="*/ 0 h 285111"/>
                  <a:gd name="connsiteX22" fmla="*/ 3999 w 483304"/>
                  <a:gd name="connsiteY22" fmla="*/ 0 h 285111"/>
                  <a:gd name="connsiteX23" fmla="*/ 0 w 483304"/>
                  <a:gd name="connsiteY23" fmla="*/ 3976 h 285111"/>
                  <a:gd name="connsiteX24" fmla="*/ 0 w 483304"/>
                  <a:gd name="connsiteY24" fmla="*/ 233996 h 285111"/>
                  <a:gd name="connsiteX25" fmla="*/ 13711 w 483304"/>
                  <a:gd name="connsiteY25" fmla="*/ 270912 h 285111"/>
                  <a:gd name="connsiteX26" fmla="*/ 50844 w 483304"/>
                  <a:gd name="connsiteY26" fmla="*/ 284543 h 285111"/>
                  <a:gd name="connsiteX27" fmla="*/ 211374 w 483304"/>
                  <a:gd name="connsiteY27" fmla="*/ 284543 h 285111"/>
                  <a:gd name="connsiteX28" fmla="*/ 268503 w 483304"/>
                  <a:gd name="connsiteY28" fmla="*/ 262393 h 285111"/>
                  <a:gd name="connsiteX29" fmla="*/ 273644 w 483304"/>
                  <a:gd name="connsiteY29" fmla="*/ 269208 h 285111"/>
                  <a:gd name="connsiteX30" fmla="*/ 315348 w 483304"/>
                  <a:gd name="connsiteY30" fmla="*/ 285111 h 285111"/>
                  <a:gd name="connsiteX31" fmla="*/ 432461 w 483304"/>
                  <a:gd name="connsiteY31" fmla="*/ 285111 h 285111"/>
                  <a:gd name="connsiteX32" fmla="*/ 469594 w 483304"/>
                  <a:gd name="connsiteY32" fmla="*/ 271480 h 285111"/>
                  <a:gd name="connsiteX33" fmla="*/ 483305 w 483304"/>
                  <a:gd name="connsiteY33" fmla="*/ 234563 h 285111"/>
                  <a:gd name="connsiteX34" fmla="*/ 483305 w 483304"/>
                  <a:gd name="connsiteY34" fmla="*/ 4544 h 285111"/>
                  <a:gd name="connsiteX35" fmla="*/ 479306 w 483304"/>
                  <a:gd name="connsiteY35" fmla="*/ 568 h 285111"/>
                  <a:gd name="connsiteX36" fmla="*/ 458168 w 483304"/>
                  <a:gd name="connsiteY36" fmla="*/ 568 h 285111"/>
                  <a:gd name="connsiteX37" fmla="*/ 266218 w 483304"/>
                  <a:gd name="connsiteY37" fmla="*/ 200486 h 285111"/>
                  <a:gd name="connsiteX38" fmla="*/ 253078 w 483304"/>
                  <a:gd name="connsiteY38" fmla="*/ 235131 h 285111"/>
                  <a:gd name="connsiteX39" fmla="*/ 209661 w 483304"/>
                  <a:gd name="connsiteY39" fmla="*/ 253874 h 285111"/>
                  <a:gd name="connsiteX40" fmla="*/ 162815 w 483304"/>
                  <a:gd name="connsiteY40" fmla="*/ 253874 h 285111"/>
                  <a:gd name="connsiteX41" fmla="*/ 158817 w 483304"/>
                  <a:gd name="connsiteY41" fmla="*/ 249898 h 285111"/>
                  <a:gd name="connsiteX42" fmla="*/ 158817 w 483304"/>
                  <a:gd name="connsiteY42" fmla="*/ 192535 h 285111"/>
                  <a:gd name="connsiteX43" fmla="*/ 177669 w 483304"/>
                  <a:gd name="connsiteY43" fmla="*/ 149371 h 285111"/>
                  <a:gd name="connsiteX44" fmla="*/ 212517 w 483304"/>
                  <a:gd name="connsiteY44" fmla="*/ 136308 h 285111"/>
                  <a:gd name="connsiteX45" fmla="*/ 250793 w 483304"/>
                  <a:gd name="connsiteY45" fmla="*/ 151643 h 285111"/>
                  <a:gd name="connsiteX46" fmla="*/ 266789 w 483304"/>
                  <a:gd name="connsiteY46" fmla="*/ 189695 h 285111"/>
                  <a:gd name="connsiteX47" fmla="*/ 266789 w 483304"/>
                  <a:gd name="connsiteY47" fmla="*/ 200486 h 2851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</a:cxnLst>
                <a:rect l="l" t="t" r="r" b="b"/>
                <a:pathLst>
                  <a:path w="483304" h="285111">
                    <a:moveTo>
                      <a:pt x="458168" y="0"/>
                    </a:moveTo>
                    <a:cubicBezTo>
                      <a:pt x="455883" y="0"/>
                      <a:pt x="454169" y="1704"/>
                      <a:pt x="454169" y="3976"/>
                    </a:cubicBezTo>
                    <a:lnTo>
                      <a:pt x="454169" y="233996"/>
                    </a:lnTo>
                    <a:cubicBezTo>
                      <a:pt x="454169" y="240811"/>
                      <a:pt x="452456" y="245923"/>
                      <a:pt x="449028" y="249330"/>
                    </a:cubicBezTo>
                    <a:cubicBezTo>
                      <a:pt x="446171" y="252738"/>
                      <a:pt x="441030" y="254442"/>
                      <a:pt x="434174" y="254442"/>
                    </a:cubicBezTo>
                    <a:lnTo>
                      <a:pt x="311349" y="254442"/>
                    </a:lnTo>
                    <a:cubicBezTo>
                      <a:pt x="302208" y="254442"/>
                      <a:pt x="295353" y="252170"/>
                      <a:pt x="290783" y="247626"/>
                    </a:cubicBezTo>
                    <a:cubicBezTo>
                      <a:pt x="289069" y="245923"/>
                      <a:pt x="287926" y="243651"/>
                      <a:pt x="286784" y="241379"/>
                    </a:cubicBezTo>
                    <a:cubicBezTo>
                      <a:pt x="286212" y="240243"/>
                      <a:pt x="286784" y="239107"/>
                      <a:pt x="286784" y="238539"/>
                    </a:cubicBezTo>
                    <a:cubicBezTo>
                      <a:pt x="292497" y="226612"/>
                      <a:pt x="295924" y="214117"/>
                      <a:pt x="295924" y="201054"/>
                    </a:cubicBezTo>
                    <a:lnTo>
                      <a:pt x="295924" y="190263"/>
                    </a:lnTo>
                    <a:cubicBezTo>
                      <a:pt x="295924" y="166977"/>
                      <a:pt x="287926" y="147667"/>
                      <a:pt x="271359" y="131197"/>
                    </a:cubicBezTo>
                    <a:cubicBezTo>
                      <a:pt x="254792" y="114726"/>
                      <a:pt x="235368" y="106775"/>
                      <a:pt x="211946" y="106775"/>
                    </a:cubicBezTo>
                    <a:cubicBezTo>
                      <a:pt x="188523" y="106775"/>
                      <a:pt x="169100" y="114726"/>
                      <a:pt x="152532" y="131197"/>
                    </a:cubicBezTo>
                    <a:cubicBezTo>
                      <a:pt x="135965" y="147667"/>
                      <a:pt x="127967" y="166977"/>
                      <a:pt x="127967" y="190263"/>
                    </a:cubicBezTo>
                    <a:lnTo>
                      <a:pt x="127967" y="250466"/>
                    </a:lnTo>
                    <a:cubicBezTo>
                      <a:pt x="127967" y="252738"/>
                      <a:pt x="126253" y="254442"/>
                      <a:pt x="123968" y="254442"/>
                    </a:cubicBezTo>
                    <a:lnTo>
                      <a:pt x="50273" y="254442"/>
                    </a:lnTo>
                    <a:cubicBezTo>
                      <a:pt x="43417" y="254442"/>
                      <a:pt x="38847" y="252738"/>
                      <a:pt x="35420" y="249898"/>
                    </a:cubicBezTo>
                    <a:cubicBezTo>
                      <a:pt x="31992" y="246490"/>
                      <a:pt x="30278" y="241379"/>
                      <a:pt x="30278" y="233996"/>
                    </a:cubicBezTo>
                    <a:lnTo>
                      <a:pt x="30278" y="3976"/>
                    </a:lnTo>
                    <a:cubicBezTo>
                      <a:pt x="30278" y="1704"/>
                      <a:pt x="28564" y="0"/>
                      <a:pt x="26279" y="0"/>
                    </a:cubicBezTo>
                    <a:lnTo>
                      <a:pt x="3999" y="0"/>
                    </a:lnTo>
                    <a:cubicBezTo>
                      <a:pt x="1714" y="0"/>
                      <a:pt x="0" y="1704"/>
                      <a:pt x="0" y="3976"/>
                    </a:cubicBezTo>
                    <a:lnTo>
                      <a:pt x="0" y="233996"/>
                    </a:lnTo>
                    <a:cubicBezTo>
                      <a:pt x="0" y="249898"/>
                      <a:pt x="4570" y="261825"/>
                      <a:pt x="13711" y="270912"/>
                    </a:cubicBezTo>
                    <a:cubicBezTo>
                      <a:pt x="22851" y="280000"/>
                      <a:pt x="34848" y="284543"/>
                      <a:pt x="50844" y="284543"/>
                    </a:cubicBezTo>
                    <a:lnTo>
                      <a:pt x="211374" y="284543"/>
                    </a:lnTo>
                    <a:cubicBezTo>
                      <a:pt x="233083" y="284543"/>
                      <a:pt x="251935" y="277160"/>
                      <a:pt x="268503" y="262393"/>
                    </a:cubicBezTo>
                    <a:cubicBezTo>
                      <a:pt x="270217" y="264665"/>
                      <a:pt x="271930" y="266937"/>
                      <a:pt x="273644" y="269208"/>
                    </a:cubicBezTo>
                    <a:cubicBezTo>
                      <a:pt x="284499" y="280000"/>
                      <a:pt x="298209" y="285111"/>
                      <a:pt x="315348" y="285111"/>
                    </a:cubicBezTo>
                    <a:lnTo>
                      <a:pt x="432461" y="285111"/>
                    </a:lnTo>
                    <a:cubicBezTo>
                      <a:pt x="447885" y="285111"/>
                      <a:pt x="459882" y="280567"/>
                      <a:pt x="469594" y="271480"/>
                    </a:cubicBezTo>
                    <a:cubicBezTo>
                      <a:pt x="478735" y="262393"/>
                      <a:pt x="483305" y="249898"/>
                      <a:pt x="483305" y="234563"/>
                    </a:cubicBezTo>
                    <a:lnTo>
                      <a:pt x="483305" y="4544"/>
                    </a:lnTo>
                    <a:cubicBezTo>
                      <a:pt x="483305" y="2272"/>
                      <a:pt x="481591" y="568"/>
                      <a:pt x="479306" y="568"/>
                    </a:cubicBezTo>
                    <a:lnTo>
                      <a:pt x="458168" y="568"/>
                    </a:lnTo>
                    <a:close/>
                    <a:moveTo>
                      <a:pt x="266218" y="200486"/>
                    </a:moveTo>
                    <a:cubicBezTo>
                      <a:pt x="266218" y="213549"/>
                      <a:pt x="261647" y="225476"/>
                      <a:pt x="253078" y="235131"/>
                    </a:cubicBezTo>
                    <a:cubicBezTo>
                      <a:pt x="242224" y="247626"/>
                      <a:pt x="226228" y="253874"/>
                      <a:pt x="209661" y="253874"/>
                    </a:cubicBezTo>
                    <a:lnTo>
                      <a:pt x="162815" y="253874"/>
                    </a:lnTo>
                    <a:cubicBezTo>
                      <a:pt x="160530" y="253874"/>
                      <a:pt x="158817" y="252170"/>
                      <a:pt x="158817" y="249898"/>
                    </a:cubicBezTo>
                    <a:lnTo>
                      <a:pt x="158817" y="192535"/>
                    </a:lnTo>
                    <a:cubicBezTo>
                      <a:pt x="158817" y="176065"/>
                      <a:pt x="165101" y="160162"/>
                      <a:pt x="177669" y="149371"/>
                    </a:cubicBezTo>
                    <a:cubicBezTo>
                      <a:pt x="187381" y="140852"/>
                      <a:pt x="199378" y="136308"/>
                      <a:pt x="212517" y="136308"/>
                    </a:cubicBezTo>
                    <a:cubicBezTo>
                      <a:pt x="227370" y="136308"/>
                      <a:pt x="239939" y="141420"/>
                      <a:pt x="250793" y="151643"/>
                    </a:cubicBezTo>
                    <a:cubicBezTo>
                      <a:pt x="261076" y="161866"/>
                      <a:pt x="266789" y="174929"/>
                      <a:pt x="266789" y="189695"/>
                    </a:cubicBezTo>
                    <a:lnTo>
                      <a:pt x="266789" y="200486"/>
                    </a:ln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15" name="Freeform 14">
                <a:extLst>
                  <a:ext uri="{FF2B5EF4-FFF2-40B4-BE49-F238E27FC236}">
                    <a16:creationId xmlns:a16="http://schemas.microsoft.com/office/drawing/2014/main" id="{0C5F4E24-A6A5-E059-A81F-6FEEBBBA5083}"/>
                  </a:ext>
                </a:extLst>
              </p:cNvPr>
              <p:cNvSpPr/>
              <p:nvPr/>
            </p:nvSpPr>
            <p:spPr>
              <a:xfrm>
                <a:off x="11039890" y="5190420"/>
                <a:ext cx="30277" cy="285111"/>
              </a:xfrm>
              <a:custGeom>
                <a:avLst/>
                <a:gdLst>
                  <a:gd name="connsiteX0" fmla="*/ 30278 w 30277"/>
                  <a:gd name="connsiteY0" fmla="*/ 3976 h 285111"/>
                  <a:gd name="connsiteX1" fmla="*/ 26279 w 30277"/>
                  <a:gd name="connsiteY1" fmla="*/ 0 h 285111"/>
                  <a:gd name="connsiteX2" fmla="*/ 3999 w 30277"/>
                  <a:gd name="connsiteY2" fmla="*/ 0 h 285111"/>
                  <a:gd name="connsiteX3" fmla="*/ 0 w 30277"/>
                  <a:gd name="connsiteY3" fmla="*/ 3976 h 285111"/>
                  <a:gd name="connsiteX4" fmla="*/ 0 w 30277"/>
                  <a:gd name="connsiteY4" fmla="*/ 119270 h 285111"/>
                  <a:gd name="connsiteX5" fmla="*/ 0 w 30277"/>
                  <a:gd name="connsiteY5" fmla="*/ 119270 h 285111"/>
                  <a:gd name="connsiteX6" fmla="*/ 0 w 30277"/>
                  <a:gd name="connsiteY6" fmla="*/ 281135 h 285111"/>
                  <a:gd name="connsiteX7" fmla="*/ 3999 w 30277"/>
                  <a:gd name="connsiteY7" fmla="*/ 285111 h 285111"/>
                  <a:gd name="connsiteX8" fmla="*/ 26279 w 30277"/>
                  <a:gd name="connsiteY8" fmla="*/ 285111 h 285111"/>
                  <a:gd name="connsiteX9" fmla="*/ 30278 w 30277"/>
                  <a:gd name="connsiteY9" fmla="*/ 281135 h 285111"/>
                  <a:gd name="connsiteX10" fmla="*/ 30278 w 30277"/>
                  <a:gd name="connsiteY10" fmla="*/ 101663 h 285111"/>
                  <a:gd name="connsiteX11" fmla="*/ 30278 w 30277"/>
                  <a:gd name="connsiteY11" fmla="*/ 101663 h 285111"/>
                  <a:gd name="connsiteX12" fmla="*/ 30278 w 30277"/>
                  <a:gd name="connsiteY12" fmla="*/ 3976 h 2851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0277" h="285111">
                    <a:moveTo>
                      <a:pt x="30278" y="3976"/>
                    </a:moveTo>
                    <a:cubicBezTo>
                      <a:pt x="30278" y="1704"/>
                      <a:pt x="28564" y="0"/>
                      <a:pt x="26279" y="0"/>
                    </a:cubicBezTo>
                    <a:lnTo>
                      <a:pt x="3999" y="0"/>
                    </a:lnTo>
                    <a:cubicBezTo>
                      <a:pt x="1714" y="0"/>
                      <a:pt x="0" y="1704"/>
                      <a:pt x="0" y="3976"/>
                    </a:cubicBezTo>
                    <a:lnTo>
                      <a:pt x="0" y="119270"/>
                    </a:lnTo>
                    <a:lnTo>
                      <a:pt x="0" y="119270"/>
                    </a:lnTo>
                    <a:lnTo>
                      <a:pt x="0" y="281135"/>
                    </a:lnTo>
                    <a:cubicBezTo>
                      <a:pt x="0" y="283407"/>
                      <a:pt x="1714" y="285111"/>
                      <a:pt x="3999" y="285111"/>
                    </a:cubicBezTo>
                    <a:lnTo>
                      <a:pt x="26279" y="285111"/>
                    </a:lnTo>
                    <a:cubicBezTo>
                      <a:pt x="28564" y="285111"/>
                      <a:pt x="30278" y="283407"/>
                      <a:pt x="30278" y="281135"/>
                    </a:cubicBezTo>
                    <a:lnTo>
                      <a:pt x="30278" y="101663"/>
                    </a:lnTo>
                    <a:lnTo>
                      <a:pt x="30278" y="101663"/>
                    </a:lnTo>
                    <a:lnTo>
                      <a:pt x="30278" y="3976"/>
                    </a:ln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16" name="Freeform 15">
                <a:extLst>
                  <a:ext uri="{FF2B5EF4-FFF2-40B4-BE49-F238E27FC236}">
                    <a16:creationId xmlns:a16="http://schemas.microsoft.com/office/drawing/2014/main" id="{D47305BA-1C99-94F4-C038-4FF660368AE4}"/>
                  </a:ext>
                </a:extLst>
              </p:cNvPr>
              <p:cNvSpPr/>
              <p:nvPr/>
            </p:nvSpPr>
            <p:spPr>
              <a:xfrm>
                <a:off x="11211274" y="5292084"/>
                <a:ext cx="249650" cy="267504"/>
              </a:xfrm>
              <a:custGeom>
                <a:avLst/>
                <a:gdLst>
                  <a:gd name="connsiteX0" fmla="*/ 159388 w 249650"/>
                  <a:gd name="connsiteY0" fmla="*/ 0 h 267504"/>
                  <a:gd name="connsiteX1" fmla="*/ 95975 w 249650"/>
                  <a:gd name="connsiteY1" fmla="*/ 26126 h 267504"/>
                  <a:gd name="connsiteX2" fmla="*/ 69696 w 249650"/>
                  <a:gd name="connsiteY2" fmla="*/ 89168 h 267504"/>
                  <a:gd name="connsiteX3" fmla="*/ 69696 w 249650"/>
                  <a:gd name="connsiteY3" fmla="*/ 141420 h 267504"/>
                  <a:gd name="connsiteX4" fmla="*/ 62270 w 249650"/>
                  <a:gd name="connsiteY4" fmla="*/ 141420 h 267504"/>
                  <a:gd name="connsiteX5" fmla="*/ 18281 w 249650"/>
                  <a:gd name="connsiteY5" fmla="*/ 159594 h 267504"/>
                  <a:gd name="connsiteX6" fmla="*/ 0 w 249650"/>
                  <a:gd name="connsiteY6" fmla="*/ 203326 h 267504"/>
                  <a:gd name="connsiteX7" fmla="*/ 0 w 249650"/>
                  <a:gd name="connsiteY7" fmla="*/ 263529 h 267504"/>
                  <a:gd name="connsiteX8" fmla="*/ 3999 w 249650"/>
                  <a:gd name="connsiteY8" fmla="*/ 267505 h 267504"/>
                  <a:gd name="connsiteX9" fmla="*/ 37705 w 249650"/>
                  <a:gd name="connsiteY9" fmla="*/ 267505 h 267504"/>
                  <a:gd name="connsiteX10" fmla="*/ 41704 w 249650"/>
                  <a:gd name="connsiteY10" fmla="*/ 263529 h 267504"/>
                  <a:gd name="connsiteX11" fmla="*/ 42275 w 249650"/>
                  <a:gd name="connsiteY11" fmla="*/ 203326 h 267504"/>
                  <a:gd name="connsiteX12" fmla="*/ 48559 w 249650"/>
                  <a:gd name="connsiteY12" fmla="*/ 188560 h 267504"/>
                  <a:gd name="connsiteX13" fmla="*/ 62841 w 249650"/>
                  <a:gd name="connsiteY13" fmla="*/ 182880 h 267504"/>
                  <a:gd name="connsiteX14" fmla="*/ 159959 w 249650"/>
                  <a:gd name="connsiteY14" fmla="*/ 182880 h 267504"/>
                  <a:gd name="connsiteX15" fmla="*/ 223371 w 249650"/>
                  <a:gd name="connsiteY15" fmla="*/ 156754 h 267504"/>
                  <a:gd name="connsiteX16" fmla="*/ 249650 w 249650"/>
                  <a:gd name="connsiteY16" fmla="*/ 93712 h 267504"/>
                  <a:gd name="connsiteX17" fmla="*/ 249650 w 249650"/>
                  <a:gd name="connsiteY17" fmla="*/ 89168 h 267504"/>
                  <a:gd name="connsiteX18" fmla="*/ 223371 w 249650"/>
                  <a:gd name="connsiteY18" fmla="*/ 26126 h 267504"/>
                  <a:gd name="connsiteX19" fmla="*/ 159388 w 249650"/>
                  <a:gd name="connsiteY19" fmla="*/ 0 h 267504"/>
                  <a:gd name="connsiteX20" fmla="*/ 207375 w 249650"/>
                  <a:gd name="connsiteY20" fmla="*/ 93712 h 267504"/>
                  <a:gd name="connsiteX21" fmla="*/ 193093 w 249650"/>
                  <a:gd name="connsiteY21" fmla="*/ 127789 h 267504"/>
                  <a:gd name="connsiteX22" fmla="*/ 159388 w 249650"/>
                  <a:gd name="connsiteY22" fmla="*/ 141988 h 267504"/>
                  <a:gd name="connsiteX23" fmla="*/ 114828 w 249650"/>
                  <a:gd name="connsiteY23" fmla="*/ 141988 h 267504"/>
                  <a:gd name="connsiteX24" fmla="*/ 110829 w 249650"/>
                  <a:gd name="connsiteY24" fmla="*/ 138012 h 267504"/>
                  <a:gd name="connsiteX25" fmla="*/ 110829 w 249650"/>
                  <a:gd name="connsiteY25" fmla="*/ 89736 h 267504"/>
                  <a:gd name="connsiteX26" fmla="*/ 125111 w 249650"/>
                  <a:gd name="connsiteY26" fmla="*/ 56227 h 267504"/>
                  <a:gd name="connsiteX27" fmla="*/ 157674 w 249650"/>
                  <a:gd name="connsiteY27" fmla="*/ 42596 h 267504"/>
                  <a:gd name="connsiteX28" fmla="*/ 193665 w 249650"/>
                  <a:gd name="connsiteY28" fmla="*/ 57363 h 267504"/>
                  <a:gd name="connsiteX29" fmla="*/ 206804 w 249650"/>
                  <a:gd name="connsiteY29" fmla="*/ 90304 h 267504"/>
                  <a:gd name="connsiteX30" fmla="*/ 206804 w 249650"/>
                  <a:gd name="connsiteY30" fmla="*/ 93712 h 2675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249650" h="267504">
                    <a:moveTo>
                      <a:pt x="159388" y="0"/>
                    </a:moveTo>
                    <a:cubicBezTo>
                      <a:pt x="134251" y="0"/>
                      <a:pt x="113685" y="8519"/>
                      <a:pt x="95975" y="26126"/>
                    </a:cubicBezTo>
                    <a:cubicBezTo>
                      <a:pt x="78266" y="43732"/>
                      <a:pt x="69696" y="64178"/>
                      <a:pt x="69696" y="89168"/>
                    </a:cubicBezTo>
                    <a:lnTo>
                      <a:pt x="69696" y="141420"/>
                    </a:lnTo>
                    <a:lnTo>
                      <a:pt x="62270" y="141420"/>
                    </a:lnTo>
                    <a:cubicBezTo>
                      <a:pt x="45131" y="141420"/>
                      <a:pt x="30278" y="147667"/>
                      <a:pt x="18281" y="159594"/>
                    </a:cubicBezTo>
                    <a:cubicBezTo>
                      <a:pt x="6284" y="171521"/>
                      <a:pt x="0" y="186288"/>
                      <a:pt x="0" y="203326"/>
                    </a:cubicBezTo>
                    <a:lnTo>
                      <a:pt x="0" y="263529"/>
                    </a:lnTo>
                    <a:cubicBezTo>
                      <a:pt x="0" y="265801"/>
                      <a:pt x="1714" y="267505"/>
                      <a:pt x="3999" y="267505"/>
                    </a:cubicBezTo>
                    <a:lnTo>
                      <a:pt x="37705" y="267505"/>
                    </a:lnTo>
                    <a:cubicBezTo>
                      <a:pt x="39990" y="267505"/>
                      <a:pt x="41704" y="265801"/>
                      <a:pt x="41704" y="263529"/>
                    </a:cubicBezTo>
                    <a:lnTo>
                      <a:pt x="42275" y="203326"/>
                    </a:lnTo>
                    <a:cubicBezTo>
                      <a:pt x="42275" y="197647"/>
                      <a:pt x="43989" y="193103"/>
                      <a:pt x="48559" y="188560"/>
                    </a:cubicBezTo>
                    <a:cubicBezTo>
                      <a:pt x="52558" y="184584"/>
                      <a:pt x="57128" y="182880"/>
                      <a:pt x="62841" y="182880"/>
                    </a:cubicBezTo>
                    <a:lnTo>
                      <a:pt x="159959" y="182880"/>
                    </a:lnTo>
                    <a:cubicBezTo>
                      <a:pt x="185095" y="182880"/>
                      <a:pt x="205662" y="174361"/>
                      <a:pt x="223371" y="156754"/>
                    </a:cubicBezTo>
                    <a:cubicBezTo>
                      <a:pt x="241081" y="139148"/>
                      <a:pt x="249650" y="118702"/>
                      <a:pt x="249650" y="93712"/>
                    </a:cubicBezTo>
                    <a:lnTo>
                      <a:pt x="249650" y="89168"/>
                    </a:lnTo>
                    <a:cubicBezTo>
                      <a:pt x="249650" y="64178"/>
                      <a:pt x="241081" y="43732"/>
                      <a:pt x="223371" y="26126"/>
                    </a:cubicBezTo>
                    <a:cubicBezTo>
                      <a:pt x="205090" y="8519"/>
                      <a:pt x="184524" y="0"/>
                      <a:pt x="159388" y="0"/>
                    </a:cubicBezTo>
                    <a:close/>
                    <a:moveTo>
                      <a:pt x="207375" y="93712"/>
                    </a:moveTo>
                    <a:cubicBezTo>
                      <a:pt x="207375" y="106775"/>
                      <a:pt x="202805" y="118134"/>
                      <a:pt x="193093" y="127789"/>
                    </a:cubicBezTo>
                    <a:cubicBezTo>
                      <a:pt x="183953" y="137444"/>
                      <a:pt x="172527" y="141988"/>
                      <a:pt x="159388" y="141988"/>
                    </a:cubicBezTo>
                    <a:lnTo>
                      <a:pt x="114828" y="141988"/>
                    </a:lnTo>
                    <a:cubicBezTo>
                      <a:pt x="112543" y="141988"/>
                      <a:pt x="110829" y="140284"/>
                      <a:pt x="110829" y="138012"/>
                    </a:cubicBezTo>
                    <a:lnTo>
                      <a:pt x="110829" y="89736"/>
                    </a:lnTo>
                    <a:cubicBezTo>
                      <a:pt x="110829" y="76673"/>
                      <a:pt x="115399" y="65314"/>
                      <a:pt x="125111" y="56227"/>
                    </a:cubicBezTo>
                    <a:cubicBezTo>
                      <a:pt x="134251" y="47140"/>
                      <a:pt x="145106" y="42596"/>
                      <a:pt x="157674" y="42596"/>
                    </a:cubicBezTo>
                    <a:cubicBezTo>
                      <a:pt x="171385" y="42028"/>
                      <a:pt x="184524" y="47708"/>
                      <a:pt x="193665" y="57363"/>
                    </a:cubicBezTo>
                    <a:cubicBezTo>
                      <a:pt x="202234" y="66450"/>
                      <a:pt x="206804" y="77241"/>
                      <a:pt x="206804" y="90304"/>
                    </a:cubicBezTo>
                    <a:lnTo>
                      <a:pt x="206804" y="93712"/>
                    </a:ln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17" name="Freeform 16">
                <a:extLst>
                  <a:ext uri="{FF2B5EF4-FFF2-40B4-BE49-F238E27FC236}">
                    <a16:creationId xmlns:a16="http://schemas.microsoft.com/office/drawing/2014/main" id="{2E35D0D4-B837-A07E-CA19-F47AC91FD469}"/>
                  </a:ext>
                </a:extLst>
              </p:cNvPr>
              <p:cNvSpPr/>
              <p:nvPr/>
            </p:nvSpPr>
            <p:spPr>
              <a:xfrm>
                <a:off x="11510626" y="5189285"/>
                <a:ext cx="272501" cy="285111"/>
              </a:xfrm>
              <a:custGeom>
                <a:avLst/>
                <a:gdLst>
                  <a:gd name="connsiteX0" fmla="*/ 235368 w 272501"/>
                  <a:gd name="connsiteY0" fmla="*/ 128925 h 285111"/>
                  <a:gd name="connsiteX1" fmla="*/ 231369 w 272501"/>
                  <a:gd name="connsiteY1" fmla="*/ 132900 h 285111"/>
                  <a:gd name="connsiteX2" fmla="*/ 231369 w 272501"/>
                  <a:gd name="connsiteY2" fmla="*/ 229452 h 285111"/>
                  <a:gd name="connsiteX3" fmla="*/ 227942 w 272501"/>
                  <a:gd name="connsiteY3" fmla="*/ 240811 h 285111"/>
                  <a:gd name="connsiteX4" fmla="*/ 217087 w 272501"/>
                  <a:gd name="connsiteY4" fmla="*/ 244219 h 285111"/>
                  <a:gd name="connsiteX5" fmla="*/ 55986 w 272501"/>
                  <a:gd name="connsiteY5" fmla="*/ 244219 h 285111"/>
                  <a:gd name="connsiteX6" fmla="*/ 45131 w 272501"/>
                  <a:gd name="connsiteY6" fmla="*/ 241379 h 285111"/>
                  <a:gd name="connsiteX7" fmla="*/ 41704 w 272501"/>
                  <a:gd name="connsiteY7" fmla="*/ 229452 h 285111"/>
                  <a:gd name="connsiteX8" fmla="*/ 41704 w 272501"/>
                  <a:gd name="connsiteY8" fmla="*/ 3976 h 285111"/>
                  <a:gd name="connsiteX9" fmla="*/ 37705 w 272501"/>
                  <a:gd name="connsiteY9" fmla="*/ 0 h 285111"/>
                  <a:gd name="connsiteX10" fmla="*/ 3999 w 272501"/>
                  <a:gd name="connsiteY10" fmla="*/ 0 h 285111"/>
                  <a:gd name="connsiteX11" fmla="*/ 0 w 272501"/>
                  <a:gd name="connsiteY11" fmla="*/ 3976 h 285111"/>
                  <a:gd name="connsiteX12" fmla="*/ 0 w 272501"/>
                  <a:gd name="connsiteY12" fmla="*/ 228884 h 285111"/>
                  <a:gd name="connsiteX13" fmla="*/ 15425 w 272501"/>
                  <a:gd name="connsiteY13" fmla="*/ 269776 h 285111"/>
                  <a:gd name="connsiteX14" fmla="*/ 56557 w 272501"/>
                  <a:gd name="connsiteY14" fmla="*/ 285111 h 285111"/>
                  <a:gd name="connsiteX15" fmla="*/ 215945 w 272501"/>
                  <a:gd name="connsiteY15" fmla="*/ 285111 h 285111"/>
                  <a:gd name="connsiteX16" fmla="*/ 257077 w 272501"/>
                  <a:gd name="connsiteY16" fmla="*/ 269776 h 285111"/>
                  <a:gd name="connsiteX17" fmla="*/ 272501 w 272501"/>
                  <a:gd name="connsiteY17" fmla="*/ 228884 h 285111"/>
                  <a:gd name="connsiteX18" fmla="*/ 272501 w 272501"/>
                  <a:gd name="connsiteY18" fmla="*/ 132332 h 285111"/>
                  <a:gd name="connsiteX19" fmla="*/ 268503 w 272501"/>
                  <a:gd name="connsiteY19" fmla="*/ 128357 h 285111"/>
                  <a:gd name="connsiteX20" fmla="*/ 235368 w 272501"/>
                  <a:gd name="connsiteY20" fmla="*/ 128357 h 2851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272501" h="285111">
                    <a:moveTo>
                      <a:pt x="235368" y="128925"/>
                    </a:moveTo>
                    <a:cubicBezTo>
                      <a:pt x="233083" y="128925"/>
                      <a:pt x="231369" y="130629"/>
                      <a:pt x="231369" y="132900"/>
                    </a:cubicBezTo>
                    <a:lnTo>
                      <a:pt x="231369" y="229452"/>
                    </a:lnTo>
                    <a:cubicBezTo>
                      <a:pt x="231369" y="234563"/>
                      <a:pt x="230227" y="238539"/>
                      <a:pt x="227942" y="240811"/>
                    </a:cubicBezTo>
                    <a:cubicBezTo>
                      <a:pt x="225657" y="243083"/>
                      <a:pt x="220515" y="244219"/>
                      <a:pt x="217087" y="244219"/>
                    </a:cubicBezTo>
                    <a:lnTo>
                      <a:pt x="55986" y="244219"/>
                    </a:lnTo>
                    <a:cubicBezTo>
                      <a:pt x="50844" y="244219"/>
                      <a:pt x="47417" y="243083"/>
                      <a:pt x="45131" y="241379"/>
                    </a:cubicBezTo>
                    <a:cubicBezTo>
                      <a:pt x="42846" y="239107"/>
                      <a:pt x="41704" y="235131"/>
                      <a:pt x="41704" y="229452"/>
                    </a:cubicBezTo>
                    <a:lnTo>
                      <a:pt x="41704" y="3976"/>
                    </a:lnTo>
                    <a:cubicBezTo>
                      <a:pt x="41704" y="1704"/>
                      <a:pt x="39990" y="0"/>
                      <a:pt x="37705" y="0"/>
                    </a:cubicBezTo>
                    <a:lnTo>
                      <a:pt x="3999" y="0"/>
                    </a:lnTo>
                    <a:cubicBezTo>
                      <a:pt x="1714" y="0"/>
                      <a:pt x="0" y="1704"/>
                      <a:pt x="0" y="3976"/>
                    </a:cubicBezTo>
                    <a:lnTo>
                      <a:pt x="0" y="228884"/>
                    </a:lnTo>
                    <a:cubicBezTo>
                      <a:pt x="0" y="245923"/>
                      <a:pt x="5142" y="260121"/>
                      <a:pt x="15425" y="269776"/>
                    </a:cubicBezTo>
                    <a:cubicBezTo>
                      <a:pt x="25708" y="280000"/>
                      <a:pt x="39418" y="285111"/>
                      <a:pt x="56557" y="285111"/>
                    </a:cubicBezTo>
                    <a:lnTo>
                      <a:pt x="215945" y="285111"/>
                    </a:lnTo>
                    <a:cubicBezTo>
                      <a:pt x="232512" y="285111"/>
                      <a:pt x="246223" y="280000"/>
                      <a:pt x="257077" y="269776"/>
                    </a:cubicBezTo>
                    <a:cubicBezTo>
                      <a:pt x="267360" y="259553"/>
                      <a:pt x="272501" y="245923"/>
                      <a:pt x="272501" y="228884"/>
                    </a:cubicBezTo>
                    <a:lnTo>
                      <a:pt x="272501" y="132332"/>
                    </a:lnTo>
                    <a:cubicBezTo>
                      <a:pt x="272501" y="130061"/>
                      <a:pt x="270788" y="128357"/>
                      <a:pt x="268503" y="128357"/>
                    </a:cubicBezTo>
                    <a:lnTo>
                      <a:pt x="235368" y="128357"/>
                    </a:ln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18" name="Freeform 17">
                <a:extLst>
                  <a:ext uri="{FF2B5EF4-FFF2-40B4-BE49-F238E27FC236}">
                    <a16:creationId xmlns:a16="http://schemas.microsoft.com/office/drawing/2014/main" id="{0762BAB5-7D2D-7EE7-54F2-D1D7BB3C1DD2}"/>
                  </a:ext>
                </a:extLst>
              </p:cNvPr>
              <p:cNvSpPr/>
              <p:nvPr/>
            </p:nvSpPr>
            <p:spPr>
              <a:xfrm>
                <a:off x="11715716" y="5240400"/>
                <a:ext cx="41703" cy="41460"/>
              </a:xfrm>
              <a:custGeom>
                <a:avLst/>
                <a:gdLst>
                  <a:gd name="connsiteX0" fmla="*/ 37705 w 41703"/>
                  <a:gd name="connsiteY0" fmla="*/ 0 h 41460"/>
                  <a:gd name="connsiteX1" fmla="*/ 3999 w 41703"/>
                  <a:gd name="connsiteY1" fmla="*/ 0 h 41460"/>
                  <a:gd name="connsiteX2" fmla="*/ 0 w 41703"/>
                  <a:gd name="connsiteY2" fmla="*/ 3976 h 41460"/>
                  <a:gd name="connsiteX3" fmla="*/ 0 w 41703"/>
                  <a:gd name="connsiteY3" fmla="*/ 37485 h 41460"/>
                  <a:gd name="connsiteX4" fmla="*/ 3999 w 41703"/>
                  <a:gd name="connsiteY4" fmla="*/ 41460 h 41460"/>
                  <a:gd name="connsiteX5" fmla="*/ 37705 w 41703"/>
                  <a:gd name="connsiteY5" fmla="*/ 41460 h 41460"/>
                  <a:gd name="connsiteX6" fmla="*/ 41704 w 41703"/>
                  <a:gd name="connsiteY6" fmla="*/ 37485 h 41460"/>
                  <a:gd name="connsiteX7" fmla="*/ 41704 w 41703"/>
                  <a:gd name="connsiteY7" fmla="*/ 3976 h 41460"/>
                  <a:gd name="connsiteX8" fmla="*/ 37705 w 41703"/>
                  <a:gd name="connsiteY8" fmla="*/ 0 h 414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1703" h="41460">
                    <a:moveTo>
                      <a:pt x="37705" y="0"/>
                    </a:moveTo>
                    <a:lnTo>
                      <a:pt x="3999" y="0"/>
                    </a:lnTo>
                    <a:cubicBezTo>
                      <a:pt x="1714" y="0"/>
                      <a:pt x="0" y="1704"/>
                      <a:pt x="0" y="3976"/>
                    </a:cubicBezTo>
                    <a:lnTo>
                      <a:pt x="0" y="37485"/>
                    </a:lnTo>
                    <a:cubicBezTo>
                      <a:pt x="0" y="39757"/>
                      <a:pt x="1714" y="41460"/>
                      <a:pt x="3999" y="41460"/>
                    </a:cubicBezTo>
                    <a:lnTo>
                      <a:pt x="37705" y="41460"/>
                    </a:lnTo>
                    <a:cubicBezTo>
                      <a:pt x="39990" y="41460"/>
                      <a:pt x="41704" y="39757"/>
                      <a:pt x="41704" y="37485"/>
                    </a:cubicBezTo>
                    <a:lnTo>
                      <a:pt x="41704" y="3976"/>
                    </a:lnTo>
                    <a:cubicBezTo>
                      <a:pt x="41704" y="1704"/>
                      <a:pt x="39990" y="0"/>
                      <a:pt x="3770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19" name="Freeform 18">
                <a:extLst>
                  <a:ext uri="{FF2B5EF4-FFF2-40B4-BE49-F238E27FC236}">
                    <a16:creationId xmlns:a16="http://schemas.microsoft.com/office/drawing/2014/main" id="{8D18B1B5-2EF0-7FF6-5C76-788296CDFDC8}"/>
                  </a:ext>
                </a:extLst>
              </p:cNvPr>
              <p:cNvSpPr/>
              <p:nvPr/>
            </p:nvSpPr>
            <p:spPr>
              <a:xfrm>
                <a:off x="11768845" y="5240400"/>
                <a:ext cx="41703" cy="41460"/>
              </a:xfrm>
              <a:custGeom>
                <a:avLst/>
                <a:gdLst>
                  <a:gd name="connsiteX0" fmla="*/ 0 w 41703"/>
                  <a:gd name="connsiteY0" fmla="*/ 3976 h 41460"/>
                  <a:gd name="connsiteX1" fmla="*/ 0 w 41703"/>
                  <a:gd name="connsiteY1" fmla="*/ 37485 h 41460"/>
                  <a:gd name="connsiteX2" fmla="*/ 3999 w 41703"/>
                  <a:gd name="connsiteY2" fmla="*/ 41460 h 41460"/>
                  <a:gd name="connsiteX3" fmla="*/ 37705 w 41703"/>
                  <a:gd name="connsiteY3" fmla="*/ 41460 h 41460"/>
                  <a:gd name="connsiteX4" fmla="*/ 41704 w 41703"/>
                  <a:gd name="connsiteY4" fmla="*/ 37485 h 41460"/>
                  <a:gd name="connsiteX5" fmla="*/ 41704 w 41703"/>
                  <a:gd name="connsiteY5" fmla="*/ 3976 h 41460"/>
                  <a:gd name="connsiteX6" fmla="*/ 37705 w 41703"/>
                  <a:gd name="connsiteY6" fmla="*/ 0 h 41460"/>
                  <a:gd name="connsiteX7" fmla="*/ 3999 w 41703"/>
                  <a:gd name="connsiteY7" fmla="*/ 0 h 41460"/>
                  <a:gd name="connsiteX8" fmla="*/ 0 w 41703"/>
                  <a:gd name="connsiteY8" fmla="*/ 3976 h 414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1703" h="41460">
                    <a:moveTo>
                      <a:pt x="0" y="3976"/>
                    </a:moveTo>
                    <a:lnTo>
                      <a:pt x="0" y="37485"/>
                    </a:lnTo>
                    <a:cubicBezTo>
                      <a:pt x="0" y="39757"/>
                      <a:pt x="1714" y="41460"/>
                      <a:pt x="3999" y="41460"/>
                    </a:cubicBezTo>
                    <a:lnTo>
                      <a:pt x="37705" y="41460"/>
                    </a:lnTo>
                    <a:cubicBezTo>
                      <a:pt x="39990" y="41460"/>
                      <a:pt x="41704" y="39757"/>
                      <a:pt x="41704" y="37485"/>
                    </a:cubicBezTo>
                    <a:lnTo>
                      <a:pt x="41704" y="3976"/>
                    </a:lnTo>
                    <a:cubicBezTo>
                      <a:pt x="41704" y="1704"/>
                      <a:pt x="39990" y="0"/>
                      <a:pt x="37705" y="0"/>
                    </a:cubicBezTo>
                    <a:lnTo>
                      <a:pt x="3999" y="0"/>
                    </a:lnTo>
                    <a:cubicBezTo>
                      <a:pt x="1714" y="0"/>
                      <a:pt x="0" y="1704"/>
                      <a:pt x="0" y="3976"/>
                    </a:cubicBez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20" name="Freeform 19">
                <a:extLst>
                  <a:ext uri="{FF2B5EF4-FFF2-40B4-BE49-F238E27FC236}">
                    <a16:creationId xmlns:a16="http://schemas.microsoft.com/office/drawing/2014/main" id="{BD388D10-F686-2194-E954-2DB41E16C0E3}"/>
                  </a:ext>
                </a:extLst>
              </p:cNvPr>
              <p:cNvSpPr/>
              <p:nvPr/>
            </p:nvSpPr>
            <p:spPr>
              <a:xfrm>
                <a:off x="10243522" y="5497682"/>
                <a:ext cx="30277" cy="30101"/>
              </a:xfrm>
              <a:custGeom>
                <a:avLst/>
                <a:gdLst>
                  <a:gd name="connsiteX0" fmla="*/ 3999 w 30277"/>
                  <a:gd name="connsiteY0" fmla="*/ 30101 h 30101"/>
                  <a:gd name="connsiteX1" fmla="*/ 26279 w 30277"/>
                  <a:gd name="connsiteY1" fmla="*/ 30101 h 30101"/>
                  <a:gd name="connsiteX2" fmla="*/ 30278 w 30277"/>
                  <a:gd name="connsiteY2" fmla="*/ 26126 h 30101"/>
                  <a:gd name="connsiteX3" fmla="*/ 30278 w 30277"/>
                  <a:gd name="connsiteY3" fmla="*/ 3976 h 30101"/>
                  <a:gd name="connsiteX4" fmla="*/ 26279 w 30277"/>
                  <a:gd name="connsiteY4" fmla="*/ 0 h 30101"/>
                  <a:gd name="connsiteX5" fmla="*/ 3999 w 30277"/>
                  <a:gd name="connsiteY5" fmla="*/ 0 h 30101"/>
                  <a:gd name="connsiteX6" fmla="*/ 0 w 30277"/>
                  <a:gd name="connsiteY6" fmla="*/ 3976 h 30101"/>
                  <a:gd name="connsiteX7" fmla="*/ 0 w 30277"/>
                  <a:gd name="connsiteY7" fmla="*/ 26126 h 30101"/>
                  <a:gd name="connsiteX8" fmla="*/ 3999 w 30277"/>
                  <a:gd name="connsiteY8" fmla="*/ 30101 h 301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0277" h="30101">
                    <a:moveTo>
                      <a:pt x="3999" y="30101"/>
                    </a:moveTo>
                    <a:lnTo>
                      <a:pt x="26279" y="30101"/>
                    </a:lnTo>
                    <a:cubicBezTo>
                      <a:pt x="28564" y="30101"/>
                      <a:pt x="30278" y="28398"/>
                      <a:pt x="30278" y="26126"/>
                    </a:cubicBezTo>
                    <a:lnTo>
                      <a:pt x="30278" y="3976"/>
                    </a:lnTo>
                    <a:cubicBezTo>
                      <a:pt x="30278" y="1704"/>
                      <a:pt x="28564" y="0"/>
                      <a:pt x="26279" y="0"/>
                    </a:cubicBezTo>
                    <a:lnTo>
                      <a:pt x="3999" y="0"/>
                    </a:lnTo>
                    <a:cubicBezTo>
                      <a:pt x="1714" y="0"/>
                      <a:pt x="0" y="1704"/>
                      <a:pt x="0" y="3976"/>
                    </a:cubicBezTo>
                    <a:lnTo>
                      <a:pt x="0" y="26126"/>
                    </a:lnTo>
                    <a:cubicBezTo>
                      <a:pt x="0" y="28398"/>
                      <a:pt x="1714" y="30101"/>
                      <a:pt x="3999" y="30101"/>
                    </a:cubicBez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21" name="Freeform 20">
                <a:extLst>
                  <a:ext uri="{FF2B5EF4-FFF2-40B4-BE49-F238E27FC236}">
                    <a16:creationId xmlns:a16="http://schemas.microsoft.com/office/drawing/2014/main" id="{95429F0B-2B1D-31EB-A1AF-108CF86F67AE}"/>
                  </a:ext>
                </a:extLst>
              </p:cNvPr>
              <p:cNvSpPr/>
              <p:nvPr/>
            </p:nvSpPr>
            <p:spPr>
              <a:xfrm>
                <a:off x="10296080" y="5497682"/>
                <a:ext cx="30278" cy="30101"/>
              </a:xfrm>
              <a:custGeom>
                <a:avLst/>
                <a:gdLst>
                  <a:gd name="connsiteX0" fmla="*/ 3999 w 30278"/>
                  <a:gd name="connsiteY0" fmla="*/ 30101 h 30101"/>
                  <a:gd name="connsiteX1" fmla="*/ 26279 w 30278"/>
                  <a:gd name="connsiteY1" fmla="*/ 30101 h 30101"/>
                  <a:gd name="connsiteX2" fmla="*/ 30278 w 30278"/>
                  <a:gd name="connsiteY2" fmla="*/ 26126 h 30101"/>
                  <a:gd name="connsiteX3" fmla="*/ 30278 w 30278"/>
                  <a:gd name="connsiteY3" fmla="*/ 3976 h 30101"/>
                  <a:gd name="connsiteX4" fmla="*/ 26279 w 30278"/>
                  <a:gd name="connsiteY4" fmla="*/ 0 h 30101"/>
                  <a:gd name="connsiteX5" fmla="*/ 3999 w 30278"/>
                  <a:gd name="connsiteY5" fmla="*/ 0 h 30101"/>
                  <a:gd name="connsiteX6" fmla="*/ 0 w 30278"/>
                  <a:gd name="connsiteY6" fmla="*/ 3976 h 30101"/>
                  <a:gd name="connsiteX7" fmla="*/ 0 w 30278"/>
                  <a:gd name="connsiteY7" fmla="*/ 26126 h 30101"/>
                  <a:gd name="connsiteX8" fmla="*/ 3999 w 30278"/>
                  <a:gd name="connsiteY8" fmla="*/ 30101 h 301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0278" h="30101">
                    <a:moveTo>
                      <a:pt x="3999" y="30101"/>
                    </a:moveTo>
                    <a:lnTo>
                      <a:pt x="26279" y="30101"/>
                    </a:lnTo>
                    <a:cubicBezTo>
                      <a:pt x="28564" y="30101"/>
                      <a:pt x="30278" y="28398"/>
                      <a:pt x="30278" y="26126"/>
                    </a:cubicBezTo>
                    <a:lnTo>
                      <a:pt x="30278" y="3976"/>
                    </a:lnTo>
                    <a:cubicBezTo>
                      <a:pt x="30278" y="1704"/>
                      <a:pt x="28564" y="0"/>
                      <a:pt x="26279" y="0"/>
                    </a:cubicBezTo>
                    <a:lnTo>
                      <a:pt x="3999" y="0"/>
                    </a:lnTo>
                    <a:cubicBezTo>
                      <a:pt x="1714" y="0"/>
                      <a:pt x="0" y="1704"/>
                      <a:pt x="0" y="3976"/>
                    </a:cubicBezTo>
                    <a:lnTo>
                      <a:pt x="0" y="26126"/>
                    </a:lnTo>
                    <a:cubicBezTo>
                      <a:pt x="571" y="28398"/>
                      <a:pt x="2285" y="30101"/>
                      <a:pt x="3999" y="30101"/>
                    </a:cubicBez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22" name="Freeform 21">
                <a:extLst>
                  <a:ext uri="{FF2B5EF4-FFF2-40B4-BE49-F238E27FC236}">
                    <a16:creationId xmlns:a16="http://schemas.microsoft.com/office/drawing/2014/main" id="{C838620F-66BD-3ED3-AC81-919CF77C349D}"/>
                  </a:ext>
                </a:extLst>
              </p:cNvPr>
              <p:cNvSpPr/>
              <p:nvPr/>
            </p:nvSpPr>
            <p:spPr>
              <a:xfrm>
                <a:off x="10023007" y="5246080"/>
                <a:ext cx="30277" cy="30101"/>
              </a:xfrm>
              <a:custGeom>
                <a:avLst/>
                <a:gdLst>
                  <a:gd name="connsiteX0" fmla="*/ 26279 w 30277"/>
                  <a:gd name="connsiteY0" fmla="*/ 0 h 30101"/>
                  <a:gd name="connsiteX1" fmla="*/ 3999 w 30277"/>
                  <a:gd name="connsiteY1" fmla="*/ 0 h 30101"/>
                  <a:gd name="connsiteX2" fmla="*/ 0 w 30277"/>
                  <a:gd name="connsiteY2" fmla="*/ 3976 h 30101"/>
                  <a:gd name="connsiteX3" fmla="*/ 0 w 30277"/>
                  <a:gd name="connsiteY3" fmla="*/ 26126 h 30101"/>
                  <a:gd name="connsiteX4" fmla="*/ 3999 w 30277"/>
                  <a:gd name="connsiteY4" fmla="*/ 30101 h 30101"/>
                  <a:gd name="connsiteX5" fmla="*/ 26279 w 30277"/>
                  <a:gd name="connsiteY5" fmla="*/ 30101 h 30101"/>
                  <a:gd name="connsiteX6" fmla="*/ 30278 w 30277"/>
                  <a:gd name="connsiteY6" fmla="*/ 26126 h 30101"/>
                  <a:gd name="connsiteX7" fmla="*/ 30278 w 30277"/>
                  <a:gd name="connsiteY7" fmla="*/ 3976 h 30101"/>
                  <a:gd name="connsiteX8" fmla="*/ 26279 w 30277"/>
                  <a:gd name="connsiteY8" fmla="*/ 0 h 301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0277" h="30101">
                    <a:moveTo>
                      <a:pt x="26279" y="0"/>
                    </a:moveTo>
                    <a:lnTo>
                      <a:pt x="3999" y="0"/>
                    </a:lnTo>
                    <a:cubicBezTo>
                      <a:pt x="1714" y="0"/>
                      <a:pt x="0" y="1704"/>
                      <a:pt x="0" y="3976"/>
                    </a:cubicBezTo>
                    <a:lnTo>
                      <a:pt x="0" y="26126"/>
                    </a:lnTo>
                    <a:cubicBezTo>
                      <a:pt x="0" y="28398"/>
                      <a:pt x="1714" y="30101"/>
                      <a:pt x="3999" y="30101"/>
                    </a:cubicBezTo>
                    <a:lnTo>
                      <a:pt x="26279" y="30101"/>
                    </a:lnTo>
                    <a:cubicBezTo>
                      <a:pt x="28564" y="30101"/>
                      <a:pt x="30278" y="28398"/>
                      <a:pt x="30278" y="26126"/>
                    </a:cubicBezTo>
                    <a:lnTo>
                      <a:pt x="30278" y="3976"/>
                    </a:lnTo>
                    <a:cubicBezTo>
                      <a:pt x="29707" y="1704"/>
                      <a:pt x="27993" y="0"/>
                      <a:pt x="2627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  <p:sp>
            <p:nvSpPr>
              <p:cNvPr id="23" name="Freeform 22">
                <a:extLst>
                  <a:ext uri="{FF2B5EF4-FFF2-40B4-BE49-F238E27FC236}">
                    <a16:creationId xmlns:a16="http://schemas.microsoft.com/office/drawing/2014/main" id="{94DAB3C6-BC4E-4B1A-994D-DF72017E8867}"/>
                  </a:ext>
                </a:extLst>
              </p:cNvPr>
              <p:cNvSpPr/>
              <p:nvPr/>
            </p:nvSpPr>
            <p:spPr>
              <a:xfrm>
                <a:off x="10075565" y="5246080"/>
                <a:ext cx="30277" cy="30101"/>
              </a:xfrm>
              <a:custGeom>
                <a:avLst/>
                <a:gdLst>
                  <a:gd name="connsiteX0" fmla="*/ 26279 w 30277"/>
                  <a:gd name="connsiteY0" fmla="*/ 0 h 30101"/>
                  <a:gd name="connsiteX1" fmla="*/ 3999 w 30277"/>
                  <a:gd name="connsiteY1" fmla="*/ 0 h 30101"/>
                  <a:gd name="connsiteX2" fmla="*/ 0 w 30277"/>
                  <a:gd name="connsiteY2" fmla="*/ 3976 h 30101"/>
                  <a:gd name="connsiteX3" fmla="*/ 0 w 30277"/>
                  <a:gd name="connsiteY3" fmla="*/ 26126 h 30101"/>
                  <a:gd name="connsiteX4" fmla="*/ 3999 w 30277"/>
                  <a:gd name="connsiteY4" fmla="*/ 30101 h 30101"/>
                  <a:gd name="connsiteX5" fmla="*/ 26279 w 30277"/>
                  <a:gd name="connsiteY5" fmla="*/ 30101 h 30101"/>
                  <a:gd name="connsiteX6" fmla="*/ 30278 w 30277"/>
                  <a:gd name="connsiteY6" fmla="*/ 26126 h 30101"/>
                  <a:gd name="connsiteX7" fmla="*/ 30278 w 30277"/>
                  <a:gd name="connsiteY7" fmla="*/ 3976 h 30101"/>
                  <a:gd name="connsiteX8" fmla="*/ 26279 w 30277"/>
                  <a:gd name="connsiteY8" fmla="*/ 0 h 301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0277" h="30101">
                    <a:moveTo>
                      <a:pt x="26279" y="0"/>
                    </a:moveTo>
                    <a:lnTo>
                      <a:pt x="3999" y="0"/>
                    </a:lnTo>
                    <a:cubicBezTo>
                      <a:pt x="1714" y="0"/>
                      <a:pt x="0" y="1704"/>
                      <a:pt x="0" y="3976"/>
                    </a:cubicBezTo>
                    <a:lnTo>
                      <a:pt x="0" y="26126"/>
                    </a:lnTo>
                    <a:cubicBezTo>
                      <a:pt x="0" y="28398"/>
                      <a:pt x="1714" y="30101"/>
                      <a:pt x="3999" y="30101"/>
                    </a:cubicBezTo>
                    <a:lnTo>
                      <a:pt x="26279" y="30101"/>
                    </a:lnTo>
                    <a:cubicBezTo>
                      <a:pt x="28564" y="30101"/>
                      <a:pt x="30278" y="28398"/>
                      <a:pt x="30278" y="26126"/>
                    </a:cubicBezTo>
                    <a:lnTo>
                      <a:pt x="30278" y="3976"/>
                    </a:lnTo>
                    <a:cubicBezTo>
                      <a:pt x="29707" y="1704"/>
                      <a:pt x="27993" y="0"/>
                      <a:pt x="2627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7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SA"/>
              </a:p>
            </p:txBody>
          </p:sp>
        </p:grpSp>
      </p:grpSp>
      <p:sp>
        <p:nvSpPr>
          <p:cNvPr id="34" name="TextBox 33">
            <a:extLst>
              <a:ext uri="{FF2B5EF4-FFF2-40B4-BE49-F238E27FC236}">
                <a16:creationId xmlns:a16="http://schemas.microsoft.com/office/drawing/2014/main" id="{BA61EDBB-62FC-A924-14E9-94AF0411F145}"/>
              </a:ext>
            </a:extLst>
          </p:cNvPr>
          <p:cNvSpPr txBox="1"/>
          <p:nvPr/>
        </p:nvSpPr>
        <p:spPr>
          <a:xfrm>
            <a:off x="5939161" y="4920886"/>
            <a:ext cx="5486400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algn="r" defTabSz="914400" rtl="1" eaLnBrk="1" latinLnBrk="0" hangingPunct="1"/>
            <a:r>
              <a:rPr lang="ar-SA" sz="4000" b="1" dirty="0">
                <a:solidFill>
                  <a:schemeClr val="bg1"/>
                </a:solidFill>
                <a:latin typeface="IBM Plex Sans Arabic" panose="020B0803050203000203" pitchFamily="34" charset="-78"/>
                <a:cs typeface="IBM Plex Sans Arabic" panose="020B0803050203000203" pitchFamily="34" charset="-78"/>
              </a:rPr>
              <a:t>شــــــكـــــــراً</a:t>
            </a:r>
            <a:endParaRPr lang="en-SA" sz="4000" b="1" dirty="0">
              <a:solidFill>
                <a:schemeClr val="bg1"/>
              </a:solidFill>
              <a:latin typeface="IBM Plex Sans Arabic" panose="020B0803050203000203" pitchFamily="34" charset="-78"/>
              <a:cs typeface="IBM Plex Sans Arabic" panose="020B0803050203000203" pitchFamily="34" charset="-78"/>
            </a:endParaRP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DD31924F-2547-39D6-FFE5-B79CCCE8CEDC}"/>
              </a:ext>
            </a:extLst>
          </p:cNvPr>
          <p:cNvSpPr txBox="1"/>
          <p:nvPr/>
        </p:nvSpPr>
        <p:spPr>
          <a:xfrm>
            <a:off x="5868934" y="5629995"/>
            <a:ext cx="5486400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 rtl="1"/>
            <a:r>
              <a:rPr lang="ar-SA" sz="1400" dirty="0">
                <a:solidFill>
                  <a:schemeClr val="bg1"/>
                </a:solidFill>
                <a:latin typeface="IBM Plex Sans Arabic" panose="020B0803050203000203" pitchFamily="34" charset="-78"/>
                <a:cs typeface="IBM Plex Sans Arabic" panose="020B0803050203000203" pitchFamily="34" charset="-78"/>
              </a:rPr>
              <a:t>شركة تام المالية</a:t>
            </a:r>
            <a:endParaRPr lang="en-SA" sz="1400" dirty="0">
              <a:solidFill>
                <a:schemeClr val="bg1"/>
              </a:solidFill>
              <a:latin typeface="IBM Plex Sans Arabic" panose="020B0803050203000203" pitchFamily="34" charset="-78"/>
              <a:cs typeface="IBM Plex Sans Arabic" panose="020B0803050203000203" pitchFamily="34" charset="-78"/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702B5CE2-8DC4-61BD-FEE4-9CCAE8DC179A}"/>
              </a:ext>
            </a:extLst>
          </p:cNvPr>
          <p:cNvSpPr txBox="1"/>
          <p:nvPr/>
        </p:nvSpPr>
        <p:spPr>
          <a:xfrm>
            <a:off x="9769800" y="5937772"/>
            <a:ext cx="1369407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1200" dirty="0" err="1">
                <a:solidFill>
                  <a:schemeClr val="bg1"/>
                </a:solidFill>
                <a:latin typeface="Tajawal Light" pitchFamily="2" charset="-78"/>
                <a:cs typeface="Tajawal Light" pitchFamily="2" charset="-78"/>
              </a:rPr>
              <a:t>www.tamcapital.sa</a:t>
            </a:r>
            <a:endParaRPr lang="en-SA" sz="1200" dirty="0">
              <a:solidFill>
                <a:schemeClr val="bg1"/>
              </a:solidFill>
              <a:latin typeface="Tajawal Light" pitchFamily="2" charset="-78"/>
              <a:cs typeface="Tajawal Light" pitchFamily="2" charset="-78"/>
            </a:endParaRP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92B7C4C4-A6A2-3ADC-839F-B6F9E71A04EE}"/>
              </a:ext>
            </a:extLst>
          </p:cNvPr>
          <p:cNvSpPr txBox="1"/>
          <p:nvPr/>
        </p:nvSpPr>
        <p:spPr>
          <a:xfrm>
            <a:off x="9769800" y="6273674"/>
            <a:ext cx="1369407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1200" dirty="0" err="1">
                <a:solidFill>
                  <a:schemeClr val="bg1"/>
                </a:solidFill>
                <a:latin typeface="Tajawal Light" pitchFamily="2" charset="-78"/>
                <a:cs typeface="Tajawal Light" pitchFamily="2" charset="-78"/>
              </a:rPr>
              <a:t>inf@tamcapital.sa</a:t>
            </a:r>
            <a:endParaRPr lang="en-SA" sz="1200" dirty="0">
              <a:solidFill>
                <a:schemeClr val="bg1"/>
              </a:solidFill>
              <a:latin typeface="Tajawal Light" pitchFamily="2" charset="-78"/>
              <a:cs typeface="Tajawal Light" pitchFamily="2" charset="-78"/>
            </a:endParaRPr>
          </a:p>
        </p:txBody>
      </p:sp>
      <p:sp>
        <p:nvSpPr>
          <p:cNvPr id="38" name="Freeform 247">
            <a:extLst>
              <a:ext uri="{FF2B5EF4-FFF2-40B4-BE49-F238E27FC236}">
                <a16:creationId xmlns:a16="http://schemas.microsoft.com/office/drawing/2014/main" id="{A14FFBA6-FB23-09DC-6A03-9B725BF6F58D}"/>
              </a:ext>
            </a:extLst>
          </p:cNvPr>
          <p:cNvSpPr>
            <a:spLocks noEditPoints="1"/>
          </p:cNvSpPr>
          <p:nvPr/>
        </p:nvSpPr>
        <p:spPr bwMode="auto">
          <a:xfrm>
            <a:off x="11078892" y="6392254"/>
            <a:ext cx="160863" cy="105566"/>
          </a:xfrm>
          <a:custGeom>
            <a:avLst/>
            <a:gdLst/>
            <a:ahLst/>
            <a:cxnLst>
              <a:cxn ang="0">
                <a:pos x="32" y="0"/>
              </a:cxn>
              <a:cxn ang="0">
                <a:pos x="26" y="0"/>
              </a:cxn>
              <a:cxn ang="0">
                <a:pos x="10" y="10"/>
              </a:cxn>
              <a:cxn ang="0">
                <a:pos x="0" y="26"/>
              </a:cxn>
              <a:cxn ang="0">
                <a:pos x="0" y="136"/>
              </a:cxn>
              <a:cxn ang="0">
                <a:pos x="0" y="142"/>
              </a:cxn>
              <a:cxn ang="0">
                <a:pos x="10" y="158"/>
              </a:cxn>
              <a:cxn ang="0">
                <a:pos x="26" y="168"/>
              </a:cxn>
              <a:cxn ang="0">
                <a:pos x="224" y="168"/>
              </a:cxn>
              <a:cxn ang="0">
                <a:pos x="230" y="168"/>
              </a:cxn>
              <a:cxn ang="0">
                <a:pos x="246" y="158"/>
              </a:cxn>
              <a:cxn ang="0">
                <a:pos x="256" y="142"/>
              </a:cxn>
              <a:cxn ang="0">
                <a:pos x="256" y="32"/>
              </a:cxn>
              <a:cxn ang="0">
                <a:pos x="256" y="26"/>
              </a:cxn>
              <a:cxn ang="0">
                <a:pos x="246" y="10"/>
              </a:cxn>
              <a:cxn ang="0">
                <a:pos x="230" y="0"/>
              </a:cxn>
              <a:cxn ang="0">
                <a:pos x="16" y="42"/>
              </a:cxn>
              <a:cxn ang="0">
                <a:pos x="16" y="126"/>
              </a:cxn>
              <a:cxn ang="0">
                <a:pos x="240" y="136"/>
              </a:cxn>
              <a:cxn ang="0">
                <a:pos x="238" y="142"/>
              </a:cxn>
              <a:cxn ang="0">
                <a:pos x="230" y="150"/>
              </a:cxn>
              <a:cxn ang="0">
                <a:pos x="32" y="152"/>
              </a:cxn>
              <a:cxn ang="0">
                <a:pos x="26" y="150"/>
              </a:cxn>
              <a:cxn ang="0">
                <a:pos x="18" y="142"/>
              </a:cxn>
              <a:cxn ang="0">
                <a:pos x="78" y="88"/>
              </a:cxn>
              <a:cxn ang="0">
                <a:pos x="114" y="116"/>
              </a:cxn>
              <a:cxn ang="0">
                <a:pos x="128" y="120"/>
              </a:cxn>
              <a:cxn ang="0">
                <a:pos x="136" y="118"/>
              </a:cxn>
              <a:cxn ang="0">
                <a:pos x="178" y="88"/>
              </a:cxn>
              <a:cxn ang="0">
                <a:pos x="240" y="126"/>
              </a:cxn>
              <a:cxn ang="0">
                <a:pos x="240" y="42"/>
              </a:cxn>
              <a:cxn ang="0">
                <a:pos x="138" y="108"/>
              </a:cxn>
              <a:cxn ang="0">
                <a:pos x="134" y="112"/>
              </a:cxn>
              <a:cxn ang="0">
                <a:pos x="128" y="112"/>
              </a:cxn>
              <a:cxn ang="0">
                <a:pos x="118" y="108"/>
              </a:cxn>
              <a:cxn ang="0">
                <a:pos x="78" y="78"/>
              </a:cxn>
              <a:cxn ang="0">
                <a:pos x="16" y="32"/>
              </a:cxn>
              <a:cxn ang="0">
                <a:pos x="18" y="26"/>
              </a:cxn>
              <a:cxn ang="0">
                <a:pos x="26" y="18"/>
              </a:cxn>
              <a:cxn ang="0">
                <a:pos x="224" y="16"/>
              </a:cxn>
              <a:cxn ang="0">
                <a:pos x="230" y="18"/>
              </a:cxn>
              <a:cxn ang="0">
                <a:pos x="238" y="26"/>
              </a:cxn>
              <a:cxn ang="0">
                <a:pos x="138" y="108"/>
              </a:cxn>
            </a:cxnLst>
            <a:rect l="0" t="0" r="r" b="b"/>
            <a:pathLst>
              <a:path w="256" h="168">
                <a:moveTo>
                  <a:pt x="224" y="0"/>
                </a:moveTo>
                <a:lnTo>
                  <a:pt x="32" y="0"/>
                </a:lnTo>
                <a:lnTo>
                  <a:pt x="32" y="0"/>
                </a:lnTo>
                <a:lnTo>
                  <a:pt x="26" y="0"/>
                </a:lnTo>
                <a:lnTo>
                  <a:pt x="20" y="2"/>
                </a:lnTo>
                <a:lnTo>
                  <a:pt x="10" y="10"/>
                </a:lnTo>
                <a:lnTo>
                  <a:pt x="2" y="20"/>
                </a:lnTo>
                <a:lnTo>
                  <a:pt x="0" y="26"/>
                </a:lnTo>
                <a:lnTo>
                  <a:pt x="0" y="32"/>
                </a:lnTo>
                <a:lnTo>
                  <a:pt x="0" y="136"/>
                </a:lnTo>
                <a:lnTo>
                  <a:pt x="0" y="136"/>
                </a:lnTo>
                <a:lnTo>
                  <a:pt x="0" y="142"/>
                </a:lnTo>
                <a:lnTo>
                  <a:pt x="2" y="148"/>
                </a:lnTo>
                <a:lnTo>
                  <a:pt x="10" y="158"/>
                </a:lnTo>
                <a:lnTo>
                  <a:pt x="20" y="166"/>
                </a:lnTo>
                <a:lnTo>
                  <a:pt x="26" y="168"/>
                </a:lnTo>
                <a:lnTo>
                  <a:pt x="32" y="168"/>
                </a:lnTo>
                <a:lnTo>
                  <a:pt x="224" y="168"/>
                </a:lnTo>
                <a:lnTo>
                  <a:pt x="224" y="168"/>
                </a:lnTo>
                <a:lnTo>
                  <a:pt x="230" y="168"/>
                </a:lnTo>
                <a:lnTo>
                  <a:pt x="236" y="166"/>
                </a:lnTo>
                <a:lnTo>
                  <a:pt x="246" y="158"/>
                </a:lnTo>
                <a:lnTo>
                  <a:pt x="254" y="148"/>
                </a:lnTo>
                <a:lnTo>
                  <a:pt x="256" y="142"/>
                </a:lnTo>
                <a:lnTo>
                  <a:pt x="256" y="136"/>
                </a:lnTo>
                <a:lnTo>
                  <a:pt x="256" y="32"/>
                </a:lnTo>
                <a:lnTo>
                  <a:pt x="256" y="32"/>
                </a:lnTo>
                <a:lnTo>
                  <a:pt x="256" y="26"/>
                </a:lnTo>
                <a:lnTo>
                  <a:pt x="254" y="20"/>
                </a:lnTo>
                <a:lnTo>
                  <a:pt x="246" y="10"/>
                </a:lnTo>
                <a:lnTo>
                  <a:pt x="236" y="2"/>
                </a:lnTo>
                <a:lnTo>
                  <a:pt x="230" y="0"/>
                </a:lnTo>
                <a:lnTo>
                  <a:pt x="224" y="0"/>
                </a:lnTo>
                <a:close/>
                <a:moveTo>
                  <a:pt x="16" y="42"/>
                </a:moveTo>
                <a:lnTo>
                  <a:pt x="72" y="84"/>
                </a:lnTo>
                <a:lnTo>
                  <a:pt x="16" y="126"/>
                </a:lnTo>
                <a:lnTo>
                  <a:pt x="16" y="42"/>
                </a:lnTo>
                <a:close/>
                <a:moveTo>
                  <a:pt x="240" y="136"/>
                </a:moveTo>
                <a:lnTo>
                  <a:pt x="240" y="136"/>
                </a:lnTo>
                <a:lnTo>
                  <a:pt x="238" y="142"/>
                </a:lnTo>
                <a:lnTo>
                  <a:pt x="236" y="148"/>
                </a:lnTo>
                <a:lnTo>
                  <a:pt x="230" y="150"/>
                </a:lnTo>
                <a:lnTo>
                  <a:pt x="224" y="152"/>
                </a:lnTo>
                <a:lnTo>
                  <a:pt x="32" y="152"/>
                </a:lnTo>
                <a:lnTo>
                  <a:pt x="32" y="152"/>
                </a:lnTo>
                <a:lnTo>
                  <a:pt x="26" y="150"/>
                </a:lnTo>
                <a:lnTo>
                  <a:pt x="20" y="148"/>
                </a:lnTo>
                <a:lnTo>
                  <a:pt x="18" y="142"/>
                </a:lnTo>
                <a:lnTo>
                  <a:pt x="16" y="136"/>
                </a:lnTo>
                <a:lnTo>
                  <a:pt x="78" y="88"/>
                </a:lnTo>
                <a:lnTo>
                  <a:pt x="114" y="116"/>
                </a:lnTo>
                <a:lnTo>
                  <a:pt x="114" y="116"/>
                </a:lnTo>
                <a:lnTo>
                  <a:pt x="120" y="118"/>
                </a:lnTo>
                <a:lnTo>
                  <a:pt x="128" y="120"/>
                </a:lnTo>
                <a:lnTo>
                  <a:pt x="128" y="120"/>
                </a:lnTo>
                <a:lnTo>
                  <a:pt x="136" y="118"/>
                </a:lnTo>
                <a:lnTo>
                  <a:pt x="142" y="116"/>
                </a:lnTo>
                <a:lnTo>
                  <a:pt x="178" y="88"/>
                </a:lnTo>
                <a:lnTo>
                  <a:pt x="240" y="136"/>
                </a:lnTo>
                <a:close/>
                <a:moveTo>
                  <a:pt x="240" y="126"/>
                </a:moveTo>
                <a:lnTo>
                  <a:pt x="184" y="84"/>
                </a:lnTo>
                <a:lnTo>
                  <a:pt x="240" y="42"/>
                </a:lnTo>
                <a:lnTo>
                  <a:pt x="240" y="126"/>
                </a:lnTo>
                <a:close/>
                <a:moveTo>
                  <a:pt x="138" y="108"/>
                </a:moveTo>
                <a:lnTo>
                  <a:pt x="138" y="108"/>
                </a:lnTo>
                <a:lnTo>
                  <a:pt x="134" y="112"/>
                </a:lnTo>
                <a:lnTo>
                  <a:pt x="128" y="112"/>
                </a:lnTo>
                <a:lnTo>
                  <a:pt x="128" y="112"/>
                </a:lnTo>
                <a:lnTo>
                  <a:pt x="122" y="112"/>
                </a:lnTo>
                <a:lnTo>
                  <a:pt x="118" y="108"/>
                </a:lnTo>
                <a:lnTo>
                  <a:pt x="86" y="84"/>
                </a:lnTo>
                <a:lnTo>
                  <a:pt x="78" y="78"/>
                </a:lnTo>
                <a:lnTo>
                  <a:pt x="16" y="32"/>
                </a:lnTo>
                <a:lnTo>
                  <a:pt x="16" y="32"/>
                </a:lnTo>
                <a:lnTo>
                  <a:pt x="16" y="32"/>
                </a:lnTo>
                <a:lnTo>
                  <a:pt x="18" y="26"/>
                </a:lnTo>
                <a:lnTo>
                  <a:pt x="20" y="20"/>
                </a:lnTo>
                <a:lnTo>
                  <a:pt x="26" y="18"/>
                </a:lnTo>
                <a:lnTo>
                  <a:pt x="32" y="16"/>
                </a:lnTo>
                <a:lnTo>
                  <a:pt x="224" y="16"/>
                </a:lnTo>
                <a:lnTo>
                  <a:pt x="224" y="16"/>
                </a:lnTo>
                <a:lnTo>
                  <a:pt x="230" y="18"/>
                </a:lnTo>
                <a:lnTo>
                  <a:pt x="236" y="20"/>
                </a:lnTo>
                <a:lnTo>
                  <a:pt x="238" y="26"/>
                </a:lnTo>
                <a:lnTo>
                  <a:pt x="240" y="32"/>
                </a:lnTo>
                <a:lnTo>
                  <a:pt x="138" y="108"/>
                </a:lnTo>
                <a:close/>
              </a:path>
            </a:pathLst>
          </a:custGeom>
          <a:solidFill>
            <a:schemeClr val="accent2"/>
          </a:solidFill>
          <a:ln w="9525">
            <a:noFill/>
            <a:round/>
            <a:headEnd/>
            <a:tailEnd/>
          </a:ln>
        </p:spPr>
        <p:txBody>
          <a:bodyPr vert="horz" wrap="square" lIns="132080" tIns="66040" rIns="132080" bIns="66040" numCol="1" anchor="t" anchorCtr="0" compatLnSpc="1">
            <a:prstTxWarp prst="textNoShape">
              <a:avLst/>
            </a:prstTxWarp>
          </a:bodyPr>
          <a:lstStyle/>
          <a:p>
            <a:endParaRPr lang="ar-SA" sz="2288"/>
          </a:p>
        </p:txBody>
      </p:sp>
      <p:sp>
        <p:nvSpPr>
          <p:cNvPr id="39" name="Freeform 72">
            <a:extLst>
              <a:ext uri="{FF2B5EF4-FFF2-40B4-BE49-F238E27FC236}">
                <a16:creationId xmlns:a16="http://schemas.microsoft.com/office/drawing/2014/main" id="{A6061853-4C14-8B1A-8C9C-2FD5D076C0E5}"/>
              </a:ext>
            </a:extLst>
          </p:cNvPr>
          <p:cNvSpPr>
            <a:spLocks noEditPoints="1"/>
          </p:cNvSpPr>
          <p:nvPr/>
        </p:nvSpPr>
        <p:spPr bwMode="auto">
          <a:xfrm>
            <a:off x="11078892" y="6031052"/>
            <a:ext cx="160864" cy="160864"/>
          </a:xfrm>
          <a:custGeom>
            <a:avLst/>
            <a:gdLst>
              <a:gd name="T0" fmla="*/ 425 w 425"/>
              <a:gd name="T1" fmla="*/ 213 h 425"/>
              <a:gd name="T2" fmla="*/ 0 w 425"/>
              <a:gd name="T3" fmla="*/ 213 h 425"/>
              <a:gd name="T4" fmla="*/ 0 w 425"/>
              <a:gd name="T5" fmla="*/ 219 h 425"/>
              <a:gd name="T6" fmla="*/ 212 w 425"/>
              <a:gd name="T7" fmla="*/ 425 h 425"/>
              <a:gd name="T8" fmla="*/ 425 w 425"/>
              <a:gd name="T9" fmla="*/ 219 h 425"/>
              <a:gd name="T10" fmla="*/ 280 w 425"/>
              <a:gd name="T11" fmla="*/ 210 h 425"/>
              <a:gd name="T12" fmla="*/ 328 w 425"/>
              <a:gd name="T13" fmla="*/ 128 h 425"/>
              <a:gd name="T14" fmla="*/ 280 w 425"/>
              <a:gd name="T15" fmla="*/ 210 h 425"/>
              <a:gd name="T16" fmla="*/ 166 w 425"/>
              <a:gd name="T17" fmla="*/ 147 h 425"/>
              <a:gd name="T18" fmla="*/ 259 w 425"/>
              <a:gd name="T19" fmla="*/ 147 h 425"/>
              <a:gd name="T20" fmla="*/ 163 w 425"/>
              <a:gd name="T21" fmla="*/ 210 h 425"/>
              <a:gd name="T22" fmla="*/ 259 w 425"/>
              <a:gd name="T23" fmla="*/ 279 h 425"/>
              <a:gd name="T24" fmla="*/ 166 w 425"/>
              <a:gd name="T25" fmla="*/ 279 h 425"/>
              <a:gd name="T26" fmla="*/ 262 w 425"/>
              <a:gd name="T27" fmla="*/ 229 h 425"/>
              <a:gd name="T28" fmla="*/ 247 w 425"/>
              <a:gd name="T29" fmla="*/ 26 h 425"/>
              <a:gd name="T30" fmla="*/ 275 w 425"/>
              <a:gd name="T31" fmla="*/ 125 h 425"/>
              <a:gd name="T32" fmla="*/ 212 w 425"/>
              <a:gd name="T33" fmla="*/ 131 h 425"/>
              <a:gd name="T34" fmla="*/ 212 w 425"/>
              <a:gd name="T35" fmla="*/ 19 h 425"/>
              <a:gd name="T36" fmla="*/ 178 w 425"/>
              <a:gd name="T37" fmla="*/ 26 h 425"/>
              <a:gd name="T38" fmla="*/ 103 w 425"/>
              <a:gd name="T39" fmla="*/ 111 h 425"/>
              <a:gd name="T40" fmla="*/ 147 w 425"/>
              <a:gd name="T41" fmla="*/ 143 h 425"/>
              <a:gd name="T42" fmla="*/ 84 w 425"/>
              <a:gd name="T43" fmla="*/ 210 h 425"/>
              <a:gd name="T44" fmla="*/ 147 w 425"/>
              <a:gd name="T45" fmla="*/ 143 h 425"/>
              <a:gd name="T46" fmla="*/ 19 w 425"/>
              <a:gd name="T47" fmla="*/ 210 h 425"/>
              <a:gd name="T48" fmla="*/ 80 w 425"/>
              <a:gd name="T49" fmla="*/ 121 h 425"/>
              <a:gd name="T50" fmla="*/ 66 w 425"/>
              <a:gd name="T51" fmla="*/ 229 h 425"/>
              <a:gd name="T52" fmla="*/ 52 w 425"/>
              <a:gd name="T53" fmla="*/ 321 h 425"/>
              <a:gd name="T54" fmla="*/ 66 w 425"/>
              <a:gd name="T55" fmla="*/ 229 h 425"/>
              <a:gd name="T56" fmla="*/ 144 w 425"/>
              <a:gd name="T57" fmla="*/ 229 h 425"/>
              <a:gd name="T58" fmla="*/ 97 w 425"/>
              <a:gd name="T59" fmla="*/ 297 h 425"/>
              <a:gd name="T60" fmla="*/ 150 w 425"/>
              <a:gd name="T61" fmla="*/ 301 h 425"/>
              <a:gd name="T62" fmla="*/ 103 w 425"/>
              <a:gd name="T63" fmla="*/ 315 h 425"/>
              <a:gd name="T64" fmla="*/ 168 w 425"/>
              <a:gd name="T65" fmla="*/ 297 h 425"/>
              <a:gd name="T66" fmla="*/ 256 w 425"/>
              <a:gd name="T67" fmla="*/ 297 h 425"/>
              <a:gd name="T68" fmla="*/ 168 w 425"/>
              <a:gd name="T69" fmla="*/ 297 h 425"/>
              <a:gd name="T70" fmla="*/ 275 w 425"/>
              <a:gd name="T71" fmla="*/ 301 h 425"/>
              <a:gd name="T72" fmla="*/ 247 w 425"/>
              <a:gd name="T73" fmla="*/ 399 h 425"/>
              <a:gd name="T74" fmla="*/ 280 w 425"/>
              <a:gd name="T75" fmla="*/ 229 h 425"/>
              <a:gd name="T76" fmla="*/ 328 w 425"/>
              <a:gd name="T77" fmla="*/ 297 h 425"/>
              <a:gd name="T78" fmla="*/ 359 w 425"/>
              <a:gd name="T79" fmla="*/ 229 h 425"/>
              <a:gd name="T80" fmla="*/ 373 w 425"/>
              <a:gd name="T81" fmla="*/ 321 h 425"/>
              <a:gd name="T82" fmla="*/ 359 w 425"/>
              <a:gd name="T83" fmla="*/ 229 h 425"/>
              <a:gd name="T84" fmla="*/ 345 w 425"/>
              <a:gd name="T85" fmla="*/ 121 h 425"/>
              <a:gd name="T86" fmla="*/ 406 w 425"/>
              <a:gd name="T87" fmla="*/ 210 h 425"/>
              <a:gd name="T88" fmla="*/ 361 w 425"/>
              <a:gd name="T89" fmla="*/ 89 h 425"/>
              <a:gd name="T90" fmla="*/ 295 w 425"/>
              <a:gd name="T91" fmla="*/ 38 h 425"/>
              <a:gd name="T92" fmla="*/ 129 w 425"/>
              <a:gd name="T93" fmla="*/ 38 h 425"/>
              <a:gd name="T94" fmla="*/ 63 w 425"/>
              <a:gd name="T95" fmla="*/ 89 h 425"/>
              <a:gd name="T96" fmla="*/ 63 w 425"/>
              <a:gd name="T97" fmla="*/ 336 h 425"/>
              <a:gd name="T98" fmla="*/ 129 w 425"/>
              <a:gd name="T99" fmla="*/ 387 h 425"/>
              <a:gd name="T100" fmla="*/ 295 w 425"/>
              <a:gd name="T101" fmla="*/ 387 h 425"/>
              <a:gd name="T102" fmla="*/ 361 w 425"/>
              <a:gd name="T103" fmla="*/ 336 h 4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425" h="425">
                <a:moveTo>
                  <a:pt x="424" y="218"/>
                </a:moveTo>
                <a:cubicBezTo>
                  <a:pt x="425" y="216"/>
                  <a:pt x="425" y="214"/>
                  <a:pt x="425" y="213"/>
                </a:cubicBezTo>
                <a:cubicBezTo>
                  <a:pt x="425" y="95"/>
                  <a:pt x="329" y="0"/>
                  <a:pt x="212" y="0"/>
                </a:cubicBezTo>
                <a:cubicBezTo>
                  <a:pt x="95" y="0"/>
                  <a:pt x="0" y="95"/>
                  <a:pt x="0" y="213"/>
                </a:cubicBezTo>
                <a:cubicBezTo>
                  <a:pt x="0" y="214"/>
                  <a:pt x="0" y="216"/>
                  <a:pt x="0" y="218"/>
                </a:cubicBezTo>
                <a:cubicBezTo>
                  <a:pt x="0" y="218"/>
                  <a:pt x="0" y="219"/>
                  <a:pt x="0" y="219"/>
                </a:cubicBezTo>
                <a:cubicBezTo>
                  <a:pt x="0" y="220"/>
                  <a:pt x="0" y="220"/>
                  <a:pt x="0" y="221"/>
                </a:cubicBezTo>
                <a:cubicBezTo>
                  <a:pt x="4" y="334"/>
                  <a:pt x="98" y="425"/>
                  <a:pt x="212" y="425"/>
                </a:cubicBezTo>
                <a:cubicBezTo>
                  <a:pt x="326" y="425"/>
                  <a:pt x="420" y="334"/>
                  <a:pt x="424" y="221"/>
                </a:cubicBezTo>
                <a:cubicBezTo>
                  <a:pt x="425" y="220"/>
                  <a:pt x="425" y="220"/>
                  <a:pt x="425" y="219"/>
                </a:cubicBezTo>
                <a:cubicBezTo>
                  <a:pt x="425" y="219"/>
                  <a:pt x="425" y="218"/>
                  <a:pt x="424" y="218"/>
                </a:cubicBezTo>
                <a:close/>
                <a:moveTo>
                  <a:pt x="280" y="210"/>
                </a:moveTo>
                <a:cubicBezTo>
                  <a:pt x="280" y="187"/>
                  <a:pt x="279" y="165"/>
                  <a:pt x="277" y="143"/>
                </a:cubicBezTo>
                <a:cubicBezTo>
                  <a:pt x="295" y="140"/>
                  <a:pt x="312" y="135"/>
                  <a:pt x="328" y="128"/>
                </a:cubicBezTo>
                <a:cubicBezTo>
                  <a:pt x="336" y="153"/>
                  <a:pt x="340" y="181"/>
                  <a:pt x="340" y="210"/>
                </a:cubicBezTo>
                <a:lnTo>
                  <a:pt x="280" y="210"/>
                </a:lnTo>
                <a:close/>
                <a:moveTo>
                  <a:pt x="163" y="210"/>
                </a:moveTo>
                <a:cubicBezTo>
                  <a:pt x="163" y="187"/>
                  <a:pt x="164" y="166"/>
                  <a:pt x="166" y="147"/>
                </a:cubicBezTo>
                <a:cubicBezTo>
                  <a:pt x="181" y="149"/>
                  <a:pt x="196" y="150"/>
                  <a:pt x="212" y="150"/>
                </a:cubicBezTo>
                <a:cubicBezTo>
                  <a:pt x="228" y="150"/>
                  <a:pt x="244" y="149"/>
                  <a:pt x="259" y="147"/>
                </a:cubicBezTo>
                <a:cubicBezTo>
                  <a:pt x="261" y="166"/>
                  <a:pt x="262" y="187"/>
                  <a:pt x="262" y="210"/>
                </a:cubicBezTo>
                <a:lnTo>
                  <a:pt x="163" y="210"/>
                </a:lnTo>
                <a:close/>
                <a:moveTo>
                  <a:pt x="262" y="229"/>
                </a:moveTo>
                <a:cubicBezTo>
                  <a:pt x="261" y="246"/>
                  <a:pt x="260" y="263"/>
                  <a:pt x="259" y="279"/>
                </a:cubicBezTo>
                <a:cubicBezTo>
                  <a:pt x="244" y="276"/>
                  <a:pt x="228" y="275"/>
                  <a:pt x="212" y="275"/>
                </a:cubicBezTo>
                <a:cubicBezTo>
                  <a:pt x="196" y="275"/>
                  <a:pt x="181" y="276"/>
                  <a:pt x="166" y="279"/>
                </a:cubicBezTo>
                <a:cubicBezTo>
                  <a:pt x="164" y="263"/>
                  <a:pt x="163" y="246"/>
                  <a:pt x="163" y="229"/>
                </a:cubicBezTo>
                <a:lnTo>
                  <a:pt x="262" y="229"/>
                </a:lnTo>
                <a:close/>
                <a:moveTo>
                  <a:pt x="275" y="125"/>
                </a:moveTo>
                <a:cubicBezTo>
                  <a:pt x="269" y="84"/>
                  <a:pt x="260" y="49"/>
                  <a:pt x="247" y="26"/>
                </a:cubicBezTo>
                <a:cubicBezTo>
                  <a:pt x="278" y="39"/>
                  <a:pt x="304" y="70"/>
                  <a:pt x="321" y="111"/>
                </a:cubicBezTo>
                <a:cubicBezTo>
                  <a:pt x="307" y="116"/>
                  <a:pt x="291" y="121"/>
                  <a:pt x="275" y="125"/>
                </a:cubicBezTo>
                <a:close/>
                <a:moveTo>
                  <a:pt x="256" y="128"/>
                </a:moveTo>
                <a:cubicBezTo>
                  <a:pt x="242" y="130"/>
                  <a:pt x="227" y="131"/>
                  <a:pt x="212" y="131"/>
                </a:cubicBezTo>
                <a:cubicBezTo>
                  <a:pt x="197" y="131"/>
                  <a:pt x="182" y="130"/>
                  <a:pt x="168" y="128"/>
                </a:cubicBezTo>
                <a:cubicBezTo>
                  <a:pt x="177" y="59"/>
                  <a:pt x="197" y="19"/>
                  <a:pt x="212" y="19"/>
                </a:cubicBezTo>
                <a:cubicBezTo>
                  <a:pt x="227" y="19"/>
                  <a:pt x="247" y="59"/>
                  <a:pt x="256" y="128"/>
                </a:cubicBezTo>
                <a:close/>
                <a:moveTo>
                  <a:pt x="178" y="26"/>
                </a:moveTo>
                <a:cubicBezTo>
                  <a:pt x="164" y="49"/>
                  <a:pt x="155" y="84"/>
                  <a:pt x="150" y="125"/>
                </a:cubicBezTo>
                <a:cubicBezTo>
                  <a:pt x="133" y="121"/>
                  <a:pt x="118" y="116"/>
                  <a:pt x="103" y="111"/>
                </a:cubicBezTo>
                <a:cubicBezTo>
                  <a:pt x="120" y="70"/>
                  <a:pt x="146" y="39"/>
                  <a:pt x="178" y="26"/>
                </a:cubicBezTo>
                <a:close/>
                <a:moveTo>
                  <a:pt x="147" y="143"/>
                </a:moveTo>
                <a:cubicBezTo>
                  <a:pt x="145" y="165"/>
                  <a:pt x="144" y="187"/>
                  <a:pt x="144" y="210"/>
                </a:cubicBezTo>
                <a:cubicBezTo>
                  <a:pt x="84" y="210"/>
                  <a:pt x="84" y="210"/>
                  <a:pt x="84" y="210"/>
                </a:cubicBezTo>
                <a:cubicBezTo>
                  <a:pt x="84" y="181"/>
                  <a:pt x="89" y="153"/>
                  <a:pt x="97" y="128"/>
                </a:cubicBezTo>
                <a:cubicBezTo>
                  <a:pt x="113" y="135"/>
                  <a:pt x="130" y="140"/>
                  <a:pt x="147" y="143"/>
                </a:cubicBezTo>
                <a:close/>
                <a:moveTo>
                  <a:pt x="65" y="210"/>
                </a:moveTo>
                <a:cubicBezTo>
                  <a:pt x="19" y="210"/>
                  <a:pt x="19" y="210"/>
                  <a:pt x="19" y="210"/>
                </a:cubicBezTo>
                <a:cubicBezTo>
                  <a:pt x="19" y="171"/>
                  <a:pt x="31" y="134"/>
                  <a:pt x="52" y="104"/>
                </a:cubicBezTo>
                <a:cubicBezTo>
                  <a:pt x="61" y="110"/>
                  <a:pt x="70" y="116"/>
                  <a:pt x="80" y="121"/>
                </a:cubicBezTo>
                <a:cubicBezTo>
                  <a:pt x="71" y="148"/>
                  <a:pt x="66" y="178"/>
                  <a:pt x="65" y="210"/>
                </a:cubicBezTo>
                <a:close/>
                <a:moveTo>
                  <a:pt x="66" y="229"/>
                </a:moveTo>
                <a:cubicBezTo>
                  <a:pt x="67" y="256"/>
                  <a:pt x="72" y="281"/>
                  <a:pt x="80" y="305"/>
                </a:cubicBezTo>
                <a:cubicBezTo>
                  <a:pt x="70" y="310"/>
                  <a:pt x="61" y="315"/>
                  <a:pt x="52" y="321"/>
                </a:cubicBezTo>
                <a:cubicBezTo>
                  <a:pt x="34" y="294"/>
                  <a:pt x="22" y="263"/>
                  <a:pt x="19" y="229"/>
                </a:cubicBezTo>
                <a:lnTo>
                  <a:pt x="66" y="229"/>
                </a:lnTo>
                <a:close/>
                <a:moveTo>
                  <a:pt x="84" y="229"/>
                </a:moveTo>
                <a:cubicBezTo>
                  <a:pt x="144" y="229"/>
                  <a:pt x="144" y="229"/>
                  <a:pt x="144" y="229"/>
                </a:cubicBezTo>
                <a:cubicBezTo>
                  <a:pt x="144" y="247"/>
                  <a:pt x="146" y="265"/>
                  <a:pt x="147" y="282"/>
                </a:cubicBezTo>
                <a:cubicBezTo>
                  <a:pt x="130" y="285"/>
                  <a:pt x="113" y="290"/>
                  <a:pt x="97" y="297"/>
                </a:cubicBezTo>
                <a:cubicBezTo>
                  <a:pt x="90" y="276"/>
                  <a:pt x="86" y="253"/>
                  <a:pt x="84" y="229"/>
                </a:cubicBezTo>
                <a:close/>
                <a:moveTo>
                  <a:pt x="150" y="301"/>
                </a:moveTo>
                <a:cubicBezTo>
                  <a:pt x="155" y="341"/>
                  <a:pt x="164" y="377"/>
                  <a:pt x="178" y="399"/>
                </a:cubicBezTo>
                <a:cubicBezTo>
                  <a:pt x="146" y="386"/>
                  <a:pt x="120" y="355"/>
                  <a:pt x="103" y="315"/>
                </a:cubicBezTo>
                <a:cubicBezTo>
                  <a:pt x="118" y="309"/>
                  <a:pt x="133" y="304"/>
                  <a:pt x="150" y="301"/>
                </a:cubicBezTo>
                <a:close/>
                <a:moveTo>
                  <a:pt x="168" y="297"/>
                </a:moveTo>
                <a:cubicBezTo>
                  <a:pt x="182" y="295"/>
                  <a:pt x="197" y="294"/>
                  <a:pt x="212" y="294"/>
                </a:cubicBezTo>
                <a:cubicBezTo>
                  <a:pt x="227" y="294"/>
                  <a:pt x="242" y="295"/>
                  <a:pt x="256" y="297"/>
                </a:cubicBezTo>
                <a:cubicBezTo>
                  <a:pt x="247" y="366"/>
                  <a:pt x="227" y="406"/>
                  <a:pt x="212" y="406"/>
                </a:cubicBezTo>
                <a:cubicBezTo>
                  <a:pt x="197" y="406"/>
                  <a:pt x="177" y="366"/>
                  <a:pt x="168" y="297"/>
                </a:cubicBezTo>
                <a:close/>
                <a:moveTo>
                  <a:pt x="247" y="399"/>
                </a:moveTo>
                <a:cubicBezTo>
                  <a:pt x="260" y="377"/>
                  <a:pt x="269" y="341"/>
                  <a:pt x="275" y="301"/>
                </a:cubicBezTo>
                <a:cubicBezTo>
                  <a:pt x="291" y="304"/>
                  <a:pt x="307" y="309"/>
                  <a:pt x="321" y="315"/>
                </a:cubicBezTo>
                <a:cubicBezTo>
                  <a:pt x="304" y="355"/>
                  <a:pt x="278" y="386"/>
                  <a:pt x="247" y="399"/>
                </a:cubicBezTo>
                <a:close/>
                <a:moveTo>
                  <a:pt x="277" y="282"/>
                </a:moveTo>
                <a:cubicBezTo>
                  <a:pt x="279" y="265"/>
                  <a:pt x="280" y="247"/>
                  <a:pt x="280" y="229"/>
                </a:cubicBezTo>
                <a:cubicBezTo>
                  <a:pt x="340" y="229"/>
                  <a:pt x="340" y="229"/>
                  <a:pt x="340" y="229"/>
                </a:cubicBezTo>
                <a:cubicBezTo>
                  <a:pt x="339" y="253"/>
                  <a:pt x="334" y="276"/>
                  <a:pt x="328" y="297"/>
                </a:cubicBezTo>
                <a:cubicBezTo>
                  <a:pt x="312" y="290"/>
                  <a:pt x="295" y="285"/>
                  <a:pt x="277" y="282"/>
                </a:cubicBezTo>
                <a:close/>
                <a:moveTo>
                  <a:pt x="359" y="229"/>
                </a:moveTo>
                <a:cubicBezTo>
                  <a:pt x="405" y="229"/>
                  <a:pt x="405" y="229"/>
                  <a:pt x="405" y="229"/>
                </a:cubicBezTo>
                <a:cubicBezTo>
                  <a:pt x="402" y="263"/>
                  <a:pt x="391" y="294"/>
                  <a:pt x="373" y="321"/>
                </a:cubicBezTo>
                <a:cubicBezTo>
                  <a:pt x="364" y="315"/>
                  <a:pt x="354" y="310"/>
                  <a:pt x="345" y="305"/>
                </a:cubicBezTo>
                <a:cubicBezTo>
                  <a:pt x="352" y="281"/>
                  <a:pt x="357" y="256"/>
                  <a:pt x="359" y="229"/>
                </a:cubicBezTo>
                <a:close/>
                <a:moveTo>
                  <a:pt x="359" y="210"/>
                </a:moveTo>
                <a:cubicBezTo>
                  <a:pt x="359" y="178"/>
                  <a:pt x="354" y="148"/>
                  <a:pt x="345" y="121"/>
                </a:cubicBezTo>
                <a:cubicBezTo>
                  <a:pt x="354" y="116"/>
                  <a:pt x="364" y="110"/>
                  <a:pt x="373" y="104"/>
                </a:cubicBezTo>
                <a:cubicBezTo>
                  <a:pt x="393" y="134"/>
                  <a:pt x="405" y="171"/>
                  <a:pt x="406" y="210"/>
                </a:cubicBezTo>
                <a:lnTo>
                  <a:pt x="359" y="210"/>
                </a:lnTo>
                <a:close/>
                <a:moveTo>
                  <a:pt x="361" y="89"/>
                </a:moveTo>
                <a:cubicBezTo>
                  <a:pt x="354" y="94"/>
                  <a:pt x="346" y="99"/>
                  <a:pt x="338" y="103"/>
                </a:cubicBezTo>
                <a:cubicBezTo>
                  <a:pt x="327" y="77"/>
                  <a:pt x="313" y="55"/>
                  <a:pt x="295" y="38"/>
                </a:cubicBezTo>
                <a:cubicBezTo>
                  <a:pt x="321" y="50"/>
                  <a:pt x="343" y="68"/>
                  <a:pt x="361" y="89"/>
                </a:cubicBezTo>
                <a:close/>
                <a:moveTo>
                  <a:pt x="129" y="38"/>
                </a:moveTo>
                <a:cubicBezTo>
                  <a:pt x="112" y="55"/>
                  <a:pt x="97" y="77"/>
                  <a:pt x="86" y="103"/>
                </a:cubicBezTo>
                <a:cubicBezTo>
                  <a:pt x="78" y="99"/>
                  <a:pt x="70" y="94"/>
                  <a:pt x="63" y="89"/>
                </a:cubicBezTo>
                <a:cubicBezTo>
                  <a:pt x="81" y="68"/>
                  <a:pt x="103" y="50"/>
                  <a:pt x="129" y="38"/>
                </a:cubicBezTo>
                <a:close/>
                <a:moveTo>
                  <a:pt x="63" y="336"/>
                </a:moveTo>
                <a:cubicBezTo>
                  <a:pt x="70" y="331"/>
                  <a:pt x="78" y="327"/>
                  <a:pt x="86" y="322"/>
                </a:cubicBezTo>
                <a:cubicBezTo>
                  <a:pt x="97" y="348"/>
                  <a:pt x="112" y="370"/>
                  <a:pt x="129" y="387"/>
                </a:cubicBezTo>
                <a:cubicBezTo>
                  <a:pt x="103" y="375"/>
                  <a:pt x="81" y="358"/>
                  <a:pt x="63" y="336"/>
                </a:cubicBezTo>
                <a:close/>
                <a:moveTo>
                  <a:pt x="295" y="387"/>
                </a:moveTo>
                <a:cubicBezTo>
                  <a:pt x="313" y="370"/>
                  <a:pt x="327" y="348"/>
                  <a:pt x="338" y="322"/>
                </a:cubicBezTo>
                <a:cubicBezTo>
                  <a:pt x="346" y="327"/>
                  <a:pt x="354" y="331"/>
                  <a:pt x="361" y="336"/>
                </a:cubicBezTo>
                <a:cubicBezTo>
                  <a:pt x="343" y="358"/>
                  <a:pt x="321" y="375"/>
                  <a:pt x="295" y="387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</p:spTree>
    <p:extLst>
      <p:ext uri="{BB962C8B-B14F-4D97-AF65-F5344CB8AC3E}">
        <p14:creationId xmlns:p14="http://schemas.microsoft.com/office/powerpoint/2010/main" val="3387374504"/>
      </p:ext>
    </p:extLst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تام المالية">
      <a:dk1>
        <a:srgbClr val="0E1A24"/>
      </a:dk1>
      <a:lt1>
        <a:srgbClr val="FFFFFF"/>
      </a:lt1>
      <a:dk2>
        <a:srgbClr val="222F61"/>
      </a:dk2>
      <a:lt2>
        <a:srgbClr val="B1B3B6"/>
      </a:lt2>
      <a:accent1>
        <a:srgbClr val="1A6DB6"/>
      </a:accent1>
      <a:accent2>
        <a:srgbClr val="6CB9B6"/>
      </a:accent2>
      <a:accent3>
        <a:srgbClr val="B1B3B6"/>
      </a:accent3>
      <a:accent4>
        <a:srgbClr val="6CB9B6"/>
      </a:accent4>
      <a:accent5>
        <a:srgbClr val="5B9BD5"/>
      </a:accent5>
      <a:accent6>
        <a:srgbClr val="6CB9B6"/>
      </a:accent6>
      <a:hlink>
        <a:srgbClr val="B1B3B6"/>
      </a:hlink>
      <a:folHlink>
        <a:srgbClr val="B1B3B6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255</TotalTime>
  <Words>4121</Words>
  <Application>Microsoft Macintosh PowerPoint</Application>
  <PresentationFormat>Widescreen</PresentationFormat>
  <Paragraphs>422</Paragraphs>
  <Slides>71</Slides>
  <Notes>8</Notes>
  <HiddenSlides>0</HiddenSlides>
  <MMClips>0</MMClips>
  <ScaleCrop>false</ScaleCrop>
  <HeadingPairs>
    <vt:vector size="6" baseType="variant">
      <vt:variant>
        <vt:lpstr>Fonts Used</vt:lpstr>
      </vt:variant>
      <vt:variant>
        <vt:i4>15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71</vt:i4>
      </vt:variant>
    </vt:vector>
  </HeadingPairs>
  <TitlesOfParts>
    <vt:vector size="87" baseType="lpstr">
      <vt:lpstr>Arial</vt:lpstr>
      <vt:lpstr>Calibri</vt:lpstr>
      <vt:lpstr>Calibri Light</vt:lpstr>
      <vt:lpstr>IBM Plex Sans Arabic</vt:lpstr>
      <vt:lpstr>Lato Light</vt:lpstr>
      <vt:lpstr>Montserrat</vt:lpstr>
      <vt:lpstr>Montserrat Light</vt:lpstr>
      <vt:lpstr>Montserrat SemiBold</vt:lpstr>
      <vt:lpstr>Poppins</vt:lpstr>
      <vt:lpstr>PT Sans</vt:lpstr>
      <vt:lpstr>RB</vt:lpstr>
      <vt:lpstr>SST Arabic</vt:lpstr>
      <vt:lpstr>SST Arabic Light</vt:lpstr>
      <vt:lpstr>Tajawal</vt:lpstr>
      <vt:lpstr>Tajawal Light</vt:lpstr>
      <vt:lpstr>Office Theme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fatimah almehmadi</dc:creator>
  <cp:lastModifiedBy>fatimah almehmadi</cp:lastModifiedBy>
  <cp:revision>10</cp:revision>
  <dcterms:created xsi:type="dcterms:W3CDTF">2024-01-24T22:47:31Z</dcterms:created>
  <dcterms:modified xsi:type="dcterms:W3CDTF">2024-02-12T13:15:09Z</dcterms:modified>
</cp:coreProperties>
</file>